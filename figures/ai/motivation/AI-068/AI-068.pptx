
<file path=[Content_Types].xml><?xml version="1.0" encoding="utf-8"?>
<Types xmlns="http://schemas.openxmlformats.org/package/2006/content-types">
  <Default Extension="xml" ContentType="application/vnd.openxmlformats-package.core-properties+xml"/>
  <Default Extension="rels" ContentType="application/vnd.openxmlformats-package.relationships+xml"/>
  <Override PartName="/docProps/app.xml" ContentType="application/vnd.openxmlformats-officedocument.extended-properties+xml"/>
  <Override PartName="/ppt/presentation.xml" ContentType="application/vnd.openxmlformats-officedocument.presentationml.presentation.main+xml"/>
  <Override PartName="/ppt/theme/theme1.xml" ContentType="application/vnd.openxmlformats-officedocument.theme+xml"/>
  <Override PartName="/ppt/slideMasters/slideMaster1.xml" ContentType="application/vnd.openxmlformats-officedocument.presentationml.slideMaster+xml"/>
  <Override PartName="/ppt/slideMasters/theme/theme2.xml" ContentType="application/vnd.openxmlformats-officedocument.theme+xml"/>
  <Override PartName="/ppt/slideLayouts/slideLayout1.xml" ContentType="application/vnd.openxmlformats-officedocument.presentationml.slideLayout+xml"/>
  <Override PartName="/ppt/notesMasters/notesMaster1.xml" ContentType="application/vnd.openxmlformats-officedocument.presentationml.notesMaster+xml"/>
  <Override PartName="/ppt/notesMasters/theme/theme3.xml" ContentType="application/vnd.openxmlformats-officedocument.theme+xml"/>
  <Override PartName="/ppt/presProps.xml" ContentType="application/vnd.openxmlformats-officedocument.presentationml.presProps+xml"/>
  <Override PartName="/ppt/tableStyles.xml" ContentType="application/vnd.openxmlformats-officedocument.presentationml.tableStyles+xml"/>
  <Override PartName="/ppt/slides/slide1.xml" ContentType="application/vnd.openxmlformats-officedocument.presentationml.slide+xml"/>
  <Override PartName="/ppt/notesSlides/notesSlide1.xml" ContentType="application/vnd.openxmlformats-officedocument.presentationml.notesSlide+xml"/>
</Types>
</file>

<file path=_rels/.rels>&#65279;<?xml version="1.0" encoding="utf-8"?><Relationships xmlns="http://schemas.openxmlformats.org/package/2006/relationships"><Relationship Type="http://schemas.openxmlformats.org/package/2006/relationships/metadata/core-properties" Target="/docProps/core.xml" Id="Ra2fdf7d80a4e4ce2" /><Relationship Type="http://schemas.openxmlformats.org/officeDocument/2006/relationships/extended-properties" Target="/docProps/app.xml" Id="R8635bb3f796147a5" /><Relationship Type="http://schemas.openxmlformats.org/officeDocument/2006/relationships/officeDocument" Target="/ppt/presentation.xml" Id="R02fe02babc0f4c06" /></Relationships>
</file>

<file path=ppt/presentation.xml><?xml version="1.0" encoding="utf-8"?>
<p:presentation xmlns:p="http://schemas.openxmlformats.org/presentationml/2006/main">
  <p:sldMasterIdLst>
    <p:sldMasterId xmlns:r="http://schemas.openxmlformats.org/officeDocument/2006/relationships" id="2147483648" r:id="R50a20a4bd6404648"/>
  </p:sldMasterIdLst>
  <p:notesMasterIdLst>
    <p:notesMasterId xmlns:r="http://schemas.openxmlformats.org/officeDocument/2006/relationships" r:id="Rde1c589998b0422c"/>
  </p:notesMasterIdLst>
  <p:sldIdLst>
    <p:sldId xmlns:r="http://schemas.openxmlformats.org/officeDocument/2006/relationships" id="256" r:id="R3f12cb7e7d614ee5"/>
  </p:sldIdLst>
  <p:sldSz cx="12973050" cy="5200650"/>
  <p:notesSz cx="6858000" cy="9144000"/>
</p:presentation>
</file>

<file path=ppt/presProps.xml><?xml version="1.0" encoding="utf-8"?>
<p:presentationPr xmlns:p="http://schemas.openxmlformats.org/presentationml/2006/main">
  <p:extLst>
    <p:ext xmlns:p14="http://schemas.microsoft.com/office/powerpoint/2010/main" uri="{E76CE94A-603C-4142-B9EB-6D1370010A27}">
      <p14:discardImageEditData val="0"/>
    </p:ext>
    <p:ext xmlns:p14="http://schemas.microsoft.com/office/powerpoint/2010/main" uri="{D31A062A-798A-4329-ABDD-BBA856620510}">
      <p14:defaultImageDpi val="32767"/>
    </p:ext>
    <p:ext xmlns:p15="http://schemas.microsoft.com/office/powerpoint/2012/main" uri="{FD5EFAAD-0ECE-453E-9831-46B23BE46B34}">
      <p15:chartTrackingRefBased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_rels/presentation.xml.rels>&#65279;<?xml version="1.0" encoding="utf-8"?><Relationships xmlns="http://schemas.openxmlformats.org/package/2006/relationships"><Relationship Type="http://schemas.openxmlformats.org/officeDocument/2006/relationships/theme" Target="/ppt/theme/theme1.xml" Id="R614bbd6713e2445b" /><Relationship Type="http://schemas.openxmlformats.org/officeDocument/2006/relationships/slideMaster" Target="/ppt/slideMasters/slideMaster1.xml" Id="R50a20a4bd6404648" /><Relationship Type="http://schemas.openxmlformats.org/officeDocument/2006/relationships/notesMaster" Target="/ppt/notesMasters/notesMaster1.xml" Id="Rde1c589998b0422c" /><Relationship Type="http://schemas.openxmlformats.org/officeDocument/2006/relationships/presProps" Target="/ppt/presProps.xml" Id="R66a5d99682894c97" /><Relationship Type="http://schemas.openxmlformats.org/officeDocument/2006/relationships/tableStyles" Target="/ppt/tableStyles.xml" Id="Rba09a9280c2047d3" /><Relationship Type="http://schemas.openxmlformats.org/officeDocument/2006/relationships/slide" Target="/ppt/slides/slide1.xml" Id="R3f12cb7e7d614ee5" /></Relationships>
</file>

<file path=ppt/notesMasters/_rels/notesMaster1.xml.rels>&#65279;<?xml version="1.0" encoding="utf-8"?><Relationships xmlns="http://schemas.openxmlformats.org/package/2006/relationships"><Relationship Type="http://schemas.openxmlformats.org/officeDocument/2006/relationships/theme" Target="/ppt/notesMasters/theme/theme3.xml" Id="R00a4804dbe604eeb" /></Relationships>
</file>

<file path=ppt/notesMasters/notesMaster1.xml><?xml version="1.0" encoding="utf-8"?>
<p:notesMaster xmlns:p="http://schemas.openxmlformats.org/presentationml/2006/main">
  <p:cSld>
    <p:bg>
      <p:bgRef idx="1001">
        <a:schemeClr xmlns:a="http://schemas.openxmlformats.org/drawingml/2006/main" val="bg1"/>
      </p:bgRef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Header Placeholder"/>
          <p:cNvSpPr/>
          <p:nvPr>
            <p:ph type="hdr" sz="quarter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3" name="Date Placeholder"/>
          <p:cNvSpPr/>
          <p:nvPr>
            <p:ph type="dt" sz="quarter" idx="1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4" name="Slide Image Placeholder"/>
          <p:cNvSpPr/>
          <p:nvPr>
            <p:ph type="sldImg" idx="2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5" name="Notes Placeholder"/>
          <p:cNvSpPr/>
          <p:nvPr>
            <p:ph type="body" sz="quarter" idx="3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6" name="Footer Placeholder"/>
          <p:cNvSpPr/>
          <p:nvPr>
            <p:ph type="ftr" sz="quarter" idx="4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7" name="Slide Number Placeholder"/>
          <p:cNvSpPr/>
          <p:nvPr>
            <p:ph type="sldNum" sz="quarter" idx="5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xmlns:a="http://schemas.openxmlformats.org/drawingml/2006/main" marL="0" algn="l" defTabSz="914400" rtl="0" eaLnBrk="1" latinLnBrk="0" hangingPunct="1">
      <a:defRPr sz="1200" kern="1200"/>
    </a:lvl1pPr>
  </p:notesStyle>
</p:notesMaster>
</file>

<file path=ppt/notesMasters/theme/theme3.xml><?xml version="1.0" encoding="utf-8"?>
<a:theme xmlns:a="http://schemas.openxmlformats.org/drawingml/2006/main" name="ChatGPT">
  <a:themeElements>
    <a:clrScheme name="ChatGPT">
      <a:dk1>
        <a:srgbClr val="000000"/>
      </a:dk1>
      <a:lt1>
        <a:srgbClr val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Calibri Light"/>
        <a:ea typeface="Calibri Light"/>
        <a:cs typeface="Calibri Light"/>
      </a:majorFont>
      <a:minorFont>
        <a:latin typeface="Calibri"/>
        <a:ea typeface="Calibri"/>
        <a:cs typeface="Calibri"/>
      </a:minorFont>
    </a:fontScheme>
    <a:fmtScheme name="ChatGPT">
      <a:fillStyleLst>
        <a:solidFill>
          <a:schemeClr val="phClr"/>
        </a:solidFill>
        <a:gradFill>
          <a:gsLst>
            <a:gs pos="0">
              <a:schemeClr val="phClr">
                <a:tint val="67000"/>
                <a:lumMod val="110000"/>
                <a:satMod val="105000"/>
              </a:schemeClr>
            </a:gs>
            <a:gs pos="50000">
              <a:schemeClr val="phClr">
                <a:tint val="73000"/>
                <a:lumMod val="105000"/>
                <a:satMod val="103000"/>
              </a:schemeClr>
            </a:gs>
            <a:gs pos="100000">
              <a:schemeClr val="phClr">
                <a:tint val="81000"/>
                <a:lumMod val="105000"/>
                <a:satMod val="109000"/>
              </a:schemeClr>
            </a:gs>
          </a:gsLst>
          <a:lin ang="5400000" scaled="0"/>
        </a:gradFill>
        <a:gradFill>
          <a:gsLst>
            <a:gs pos="0">
              <a:schemeClr val="phClr">
                <a:tint val="94000"/>
                <a:lumMod val="102000"/>
                <a:satMod val="103000"/>
              </a:schemeClr>
            </a:gs>
            <a:gs pos="50000">
              <a:schemeClr val="phClr">
                <a:shade val="100000"/>
                <a:lumMod val="100000"/>
                <a:satMod val="110000"/>
              </a:schemeClr>
            </a:gs>
            <a:gs pos="100000">
              <a:schemeClr val="phClr">
                <a:shade val="78000"/>
                <a:lumMod val="99000"/>
                <a:satMod val="120000"/>
              </a:schemeClr>
            </a:gs>
          </a:gsLst>
          <a:lin ang="5400000" scaled="0"/>
        </a:gradFill>
      </a:fillStyleLst>
      <a:lnStyleLst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  <a:ln w="2540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19050" dist="9525" dir="5400000">
              <a:srgbClr val="000000">
                <a:alpha val="6000"/>
              </a:srgbClr>
            </a:outerShdw>
          </a:effectLst>
        </a:effectStyle>
        <a:effectStyle>
          <a:effectLst>
            <a:outerShdw blurRad="28575" dist="9525" dir="5400000">
              <a:srgbClr val="000000">
                <a:alpha val="8000"/>
              </a:srgbClr>
            </a:outerShdw>
          </a:effectLst>
        </a:effectStyle>
        <a:effectStyle>
          <a:effectLst>
            <a:outerShdw blurRad="57150" dist="19050" dir="5400000">
              <a:srgbClr val="000000">
                <a:alpha val="10000"/>
              </a:srgbClr>
            </a:outerShdw>
          </a:effectLst>
        </a:effectStyle>
        <a:effectStyle>
          <a:effectLst>
            <a:outerShdw blurRad="114300" dist="38100" dir="5400000">
              <a:srgbClr val="000000">
                <a:alpha val="12000"/>
              </a:srgbClr>
            </a:outerShdw>
          </a:effectLst>
        </a:effectStyle>
        <a:effectStyle>
          <a:effectLst>
            <a:outerShdw blurRad="171450" dist="571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266700" dist="95250" dir="5400000">
              <a:srgbClr val="000000">
                <a:alpha val="24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</a:theme>
</file>

<file path=ppt/notesSlides/_rels/notesSlide1.xml.rels>&#65279;<?xml version="1.0" encoding="utf-8"?><Relationships xmlns="http://schemas.openxmlformats.org/package/2006/relationships"><Relationship Type="http://schemas.openxmlformats.org/officeDocument/2006/relationships/slide" Target="/ppt/slides/slide1.xml" Id="Rade2e5bd41554def" /><Relationship Type="http://schemas.openxmlformats.org/officeDocument/2006/relationships/notesMaster" Target="/ppt/notesMasters/notesMaster1.xml" Id="R7b0ac9aea5de46cb" /></Relationships>
</file>

<file path=ppt/notesSlides/notesSlide1.xml><?xml version="1.0" encoding="utf-8"?>
<ns0:notes xmlns:ns0="http://schemas.openxmlformats.org/presentationml/2006/main" xmlns:ns1="http://schemas.openxmlformats.org/drawingml/2006/main">
  <ns0:cSld>
    <ns0:spTree>
      <ns0:nvGrpSpPr>
        <ns0:cNvPr id="1" name=""/>
        <ns0:cNvGrpSpPr/>
        <ns0:nvPr/>
      </ns0:nvGrpSpPr>
      <ns0:grpSpPr>
        <ns1:xfrm/>
      </ns0:grpSpPr>
      <ns0:sp>
        <ns0:nvSpPr>
          <ns0:cNvPr id="2" name="Slide Image Placeholder 1"/>
          <ns0:cNvSpPr>
            <ns1:spLocks noGrp="1"/>
          </ns0:cNvSpPr>
          <ns0:nvPr>
            <ns0:ph type="sldImg" idx="0"/>
          </ns0:nvPr>
        </ns0:nvSpPr>
        <ns0:spPr/>
      </ns0:sp>
      <ns0:sp>
        <ns0:nvSpPr>
          <ns0:cNvPr id="3" name="Notes Placeholder 2"/>
          <ns0:cNvSpPr>
            <ns1:spLocks noGrp="1"/>
          </ns0:cNvSpPr>
          <ns0:nvPr>
            <ns0:ph type="body" idx="1"/>
          </ns0:nvPr>
        </ns0:nvSpPr>
        <ns0:spPr/>
        <ns0:txBody>
          <ns1:bodyPr/>
          <ns1:lstStyle/>
          <ns1:p>
            <ns1:r>
              <ns1:t>素材ID：AI-068</ns1:t>
            </ns1:r>
          </ns1:p>
          <ns1:p>
            <ns1:r>
              <ns1:t>论文：CAR-bench: Evaluating the Consistency and Limit-Awareness of LLM Agents under Real-World Uncertainty</ns1:t>
            </ns1:r>
          </ns1:p>
          <ns1:p>
            <ns1:r>
              <ns1:t>会议：ACL 2026</ns1:t>
            </ns1:r>
          </ns1:p>
          <ns1:p>
            <ns1:r>
              <ns1:t>奖项：Outstanding Paper</ns1:t>
            </ns1:r>
          </ns1:p>
          <ns1:p>
            <ns1:r>
              <ns1:t>图号：Figure 2，PDF第5页</ns1:t>
            </ns1:r>
          </ns1:p>
          <ns1:p>
            <ns1:r>
              <ns1:t>类型：动机示例</ns1:t>
            </ns1:r>
          </ns1:p>
          <ns1:p>
            <ns1:r>
              <ns1:t>借鉴点：左侧完整任务规范，右侧按删除工具/参数/结果和用户/内部消歧展开多种任务变体。</ns1:t>
            </ns1:r>
          </ns1:p>
          <ns1:p>
            <ns1:r>
              <ns1:t>论文URL：https://aclanthology.org/2026.acl-long.1886/</ns1:t>
            </ns1:r>
          </ns1:p>
          <ns1:p>
            <ns1:r>
              <ns1:t>官方获奖URL：https://2026.aclweb.org/program/best_papers/</ns1:t>
            </ns1:r>
          </ns1:p>
          <ns1:p>
            <ns1:r>
              <ns1:t>原始论文与绘图来源：见本页论文链接及仓库 catalog/papers.md。</ns1:t>
            </ns1:r>
          </ns1:p>
        </ns0:txBody>
      </ns0:sp>
      <ns0:sp>
        <ns0:nvSpPr>
          <ns0:cNvPr id="4" name="Slide Number Placeholder 3"/>
          <ns0:cNvSpPr>
            <ns1:spLocks noGrp="1"/>
          </ns0:cNvSpPr>
          <ns0:nvPr>
            <ns0:ph type="sldNum" idx="5"/>
          </ns0:nvPr>
        </ns0:nvSpPr>
        <ns0:spPr/>
        <ns0:txBody>
          <ns1:bodyPr/>
          <ns1:lstStyle/>
          <ns1:p/>
        </ns0:txBody>
      </ns0:sp>
    </ns0:spTree>
  </ns0:cSld>
  <ns0:clrMapOvr>
    <ns1:masterClrMapping/>
  </ns0:clrMapOvr>
</ns0:notes>
</file>

<file path=ppt/slideLayouts/_rels/slideLayout1.xml.rels>&#65279;<?xml version="1.0" encoding="utf-8"?><Relationships xmlns="http://schemas.openxmlformats.org/package/2006/relationships"><Relationship Type="http://schemas.openxmlformats.org/officeDocument/2006/relationships/slideMaster" Target="/ppt/slideMasters/slideMaster1.xml" Id="R771e3ebbf9d54240" /></Relationships>
</file>

<file path=ppt/slideLayouts/slideLayout1.xml><?xml version="1.0" encoding="utf-8"?>
<p:sldLayout xmlns:p="http://schemas.openxmlformats.org/presentationml/2006/main" type="title">
  <p:cSld name="Title Slide">
    <p:spTree>
      <p:nvGrpSpPr>
        <p:cNvPr id="1" name=""/>
        <p:cNvGrpSpPr/>
        <p:nvPr/>
      </p:nvGrpSpPr>
      <p:grpSpPr>
        <a:xfrm xmlns:a="http://schemas.openxmlformats.org/drawingml/2006/main"/>
      </p:grpSpPr>
    </p:spTree>
  </p:cSld>
</p:sldLayout>
</file>

<file path=ppt/slideMasters/_rels/slideMaster1.xml.rels>&#65279;<?xml version="1.0" encoding="utf-8"?><Relationships xmlns="http://schemas.openxmlformats.org/package/2006/relationships"><Relationship Type="http://schemas.openxmlformats.org/officeDocument/2006/relationships/theme" Target="/ppt/slideMasters/theme/theme2.xml" Id="Rd2bc868617ca4338" /><Relationship Type="http://schemas.openxmlformats.org/officeDocument/2006/relationships/slideLayout" Target="/ppt/slideLayouts/slideLayout1.xml" Id="R2154481fb79942fa" /></Relationships>
</file>

<file path=ppt/slideMasters/slideMaster1.xml><?xml version="1.0" encoding="utf-8"?>
<p:sldMaster xmlns:p="http://schemas.openxmlformats.org/presentationml/2006/main">
  <p:cSld name="Master">
    <p:bg>
      <p:bgRef idx="1001">
        <a:schemeClr xmlns:a="http://schemas.openxmlformats.org/drawingml/2006/main" val="bg1"/>
      </p:bgRef>
    </p:bg>
    <p:spTree>
      <p:nvGrpSpPr>
        <p:cNvPr id="1" name=""/>
        <p:cNvGrpSpPr/>
        <p:nvPr/>
      </p:nvGrpSpPr>
      <p:grpSpPr>
        <a:xfrm xmlns:a="http://schemas.openxmlformats.org/drawingml/2006/main"/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xmlns:r="http://schemas.openxmlformats.org/officeDocument/2006/relationships" id="2147483649" r:id="R2154481fb79942fa"/>
  </p:sldLayoutIdLst>
  <p:txStyles>
    <p:titleStyle>
      <a:lvl1pPr xmlns:a="http://schemas.openxmlformats.org/drawingml/2006/main" algn="l">
        <a:lnSpc>
          <a:spcPct val="90000"/>
        </a:lnSpc>
        <a:spcBef>
          <a:spcPts val="0"/>
        </a:spcBef>
        <a:buNone/>
        <a:defRPr sz="4400">
          <a:solidFill>
            <a:schemeClr val="tx1"/>
          </a:solidFill>
          <a:latin typeface="+mj-lt"/>
          <a:ea typeface="+mj-lt"/>
          <a:cs typeface="+mj-lt"/>
        </a:defRPr>
      </a:lvl1pPr>
    </p:titleStyle>
    <p:bodyStyle>
      <a:lvl1pPr xmlns:a="http://schemas.openxmlformats.org/drawingml/2006/main" marL="228600" indent="-228600" algn="l">
        <a:lnSpc>
          <a:spcPct val="90000"/>
        </a:lnSpc>
        <a:spcBef>
          <a:spcPts val="1000"/>
        </a:spcBef>
        <a:buChar char="•"/>
        <a:defRPr sz="2800">
          <a:solidFill>
            <a:schemeClr val="tx1"/>
          </a:solidFill>
          <a:latin typeface="+mn-lt"/>
          <a:ea typeface="+mn-lt"/>
          <a:cs typeface="+mn-lt"/>
        </a:defRPr>
      </a:lvl1pPr>
      <a:lvl2pPr xmlns:a="http://schemas.openxmlformats.org/drawingml/2006/main" marL="685800" indent="-228600" algn="l">
        <a:lnSpc>
          <a:spcPct val="90000"/>
        </a:lnSpc>
        <a:spcBef>
          <a:spcPts val="500"/>
        </a:spcBef>
        <a:buChar char="•"/>
        <a:defRPr sz="2400">
          <a:solidFill>
            <a:schemeClr val="tx1"/>
          </a:solidFill>
          <a:latin typeface="+mn-lt"/>
          <a:ea typeface="+mn-lt"/>
          <a:cs typeface="+mn-lt"/>
        </a:defRPr>
      </a:lvl2pPr>
      <a:lvl3pPr xmlns:a="http://schemas.openxmlformats.org/drawingml/2006/main" marL="1143000" indent="-228600" algn="l">
        <a:lnSpc>
          <a:spcPct val="90000"/>
        </a:lnSpc>
        <a:spcBef>
          <a:spcPts val="500"/>
        </a:spcBef>
        <a:buChar char="•"/>
        <a:defRPr sz="2000">
          <a:solidFill>
            <a:schemeClr val="tx1"/>
          </a:solidFill>
          <a:latin typeface="+mn-lt"/>
          <a:ea typeface="+mn-lt"/>
          <a:cs typeface="+mn-lt"/>
        </a:defRPr>
      </a:lvl3pPr>
      <a:lvl4pPr xmlns:a="http://schemas.openxmlformats.org/drawingml/2006/main" marL="16002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4pPr>
      <a:lvl5pPr xmlns:a="http://schemas.openxmlformats.org/drawingml/2006/main" marL="20574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5pPr>
      <a:lvl6pPr xmlns:a="http://schemas.openxmlformats.org/drawingml/2006/main" marL="25146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6pPr>
      <a:lvl7pPr xmlns:a="http://schemas.openxmlformats.org/drawingml/2006/main" marL="29718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7pPr>
      <a:lvl8pPr xmlns:a="http://schemas.openxmlformats.org/drawingml/2006/main" marL="34290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8pPr>
      <a:lvl9pPr xmlns:a="http://schemas.openxmlformats.org/drawingml/2006/main" marL="38862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9pPr>
    </p:bodyStyle>
    <p:otherStyle>
      <a:lvl1pPr xmlns:a="http://schemas.openxmlformats.org/drawingml/2006/main" marL="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1pPr>
      <a:lvl2pPr xmlns:a="http://schemas.openxmlformats.org/drawingml/2006/main" marL="4572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2pPr>
      <a:lvl3pPr xmlns:a="http://schemas.openxmlformats.org/drawingml/2006/main" marL="9144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3pPr>
      <a:lvl4pPr xmlns:a="http://schemas.openxmlformats.org/drawingml/2006/main" marL="13716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4pPr>
      <a:lvl5pPr xmlns:a="http://schemas.openxmlformats.org/drawingml/2006/main" marL="18288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5pPr>
      <a:lvl6pPr xmlns:a="http://schemas.openxmlformats.org/drawingml/2006/main" marL="22860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6pPr>
      <a:lvl7pPr xmlns:a="http://schemas.openxmlformats.org/drawingml/2006/main" marL="27432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7pPr>
      <a:lvl8pPr xmlns:a="http://schemas.openxmlformats.org/drawingml/2006/main" marL="32004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8pPr>
      <a:lvl9pPr xmlns:a="http://schemas.openxmlformats.org/drawingml/2006/main" marL="36576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9pPr>
    </p:otherStyle>
  </p:txStyles>
</p:sldMaster>
</file>

<file path=ppt/slideMasters/theme/theme2.xml><?xml version="1.0" encoding="utf-8"?>
<a:theme xmlns:a="http://schemas.openxmlformats.org/drawingml/2006/main" name="ChatGPT">
  <a:themeElements>
    <a:clrScheme name="ChatGPT">
      <a:dk1>
        <a:srgbClr val="000000"/>
      </a:dk1>
      <a:lt1>
        <a:srgbClr val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Calibri Light"/>
        <a:ea typeface="Calibri Light"/>
        <a:cs typeface="Calibri Light"/>
      </a:majorFont>
      <a:minorFont>
        <a:latin typeface="Calibri"/>
        <a:ea typeface="Calibri"/>
        <a:cs typeface="Calibri"/>
      </a:minorFont>
    </a:fontScheme>
    <a:fmtScheme name="ChatGPT">
      <a:fillStyleLst>
        <a:solidFill>
          <a:schemeClr val="phClr"/>
        </a:solidFill>
        <a:gradFill>
          <a:gsLst>
            <a:gs pos="0">
              <a:schemeClr val="phClr">
                <a:tint val="67000"/>
                <a:lumMod val="110000"/>
                <a:satMod val="105000"/>
              </a:schemeClr>
            </a:gs>
            <a:gs pos="50000">
              <a:schemeClr val="phClr">
                <a:tint val="73000"/>
                <a:lumMod val="105000"/>
                <a:satMod val="103000"/>
              </a:schemeClr>
            </a:gs>
            <a:gs pos="100000">
              <a:schemeClr val="phClr">
                <a:tint val="81000"/>
                <a:lumMod val="105000"/>
                <a:satMod val="109000"/>
              </a:schemeClr>
            </a:gs>
          </a:gsLst>
          <a:lin ang="5400000" scaled="0"/>
        </a:gradFill>
        <a:gradFill>
          <a:gsLst>
            <a:gs pos="0">
              <a:schemeClr val="phClr">
                <a:tint val="94000"/>
                <a:lumMod val="102000"/>
                <a:satMod val="103000"/>
              </a:schemeClr>
            </a:gs>
            <a:gs pos="50000">
              <a:schemeClr val="phClr">
                <a:shade val="100000"/>
                <a:lumMod val="100000"/>
                <a:satMod val="110000"/>
              </a:schemeClr>
            </a:gs>
            <a:gs pos="100000">
              <a:schemeClr val="phClr">
                <a:shade val="78000"/>
                <a:lumMod val="99000"/>
                <a:satMod val="120000"/>
              </a:schemeClr>
            </a:gs>
          </a:gsLst>
          <a:lin ang="5400000" scaled="0"/>
        </a:gradFill>
      </a:fillStyleLst>
      <a:lnStyleLst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  <a:ln w="2540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19050" dist="9525" dir="5400000">
              <a:srgbClr val="000000">
                <a:alpha val="6000"/>
              </a:srgbClr>
            </a:outerShdw>
          </a:effectLst>
        </a:effectStyle>
        <a:effectStyle>
          <a:effectLst>
            <a:outerShdw blurRad="28575" dist="9525" dir="5400000">
              <a:srgbClr val="000000">
                <a:alpha val="8000"/>
              </a:srgbClr>
            </a:outerShdw>
          </a:effectLst>
        </a:effectStyle>
        <a:effectStyle>
          <a:effectLst>
            <a:outerShdw blurRad="57150" dist="19050" dir="5400000">
              <a:srgbClr val="000000">
                <a:alpha val="10000"/>
              </a:srgbClr>
            </a:outerShdw>
          </a:effectLst>
        </a:effectStyle>
        <a:effectStyle>
          <a:effectLst>
            <a:outerShdw blurRad="114300" dist="38100" dir="5400000">
              <a:srgbClr val="000000">
                <a:alpha val="12000"/>
              </a:srgbClr>
            </a:outerShdw>
          </a:effectLst>
        </a:effectStyle>
        <a:effectStyle>
          <a:effectLst>
            <a:outerShdw blurRad="171450" dist="571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266700" dist="95250" dir="5400000">
              <a:srgbClr val="000000">
                <a:alpha val="24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</a:theme>
</file>

<file path=ppt/slides/_rels/slide1.xml.rels>&#65279;<?xml version="1.0" encoding="utf-8"?><Relationships xmlns="http://schemas.openxmlformats.org/package/2006/relationships"><Relationship Type="http://schemas.openxmlformats.org/officeDocument/2006/relationships/slideLayout" Target="/ppt/slideLayouts/slideLayout1.xml" Id="Rbd7cb7d24ef94d09" /><Relationship Type="http://schemas.openxmlformats.org/officeDocument/2006/relationships/notesSlide" Target="/ppt/notesSlides/notesSlide1.xml" Id="R2b26a83711554a4f" /></Relationships>
</file>

<file path=ppt/slides/slide1.xml><?xml version="1.0" encoding="utf-8"?>
<p:sld xmlns:p="http://schemas.openxmlformats.org/presentationml/2006/main">
  <p:cSld>
    <p:bg>
      <p:bgPr>
        <a:solidFill xmlns:a="http://schemas.openxmlformats.org/drawingml/2006/main">
          <a:srgbClr val="FFFFFF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D1FF48-E876-495A-89DF-0C8BAEA038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0225" y="1468256"/>
            <a:ext cx="1109682" cy="93432"/>
          </a:xfrm>
          <a:custGeom xmlns:a="http://schemas.openxmlformats.org/drawingml/2006/main">
            <a:pathLst>
              <a:path w="1109682" h="93432">
                <a:moveTo>
                  <a:pt x="554841" y="93432"/>
                </a:moveTo>
                <a:lnTo>
                  <a:pt x="0" y="0"/>
                </a:lnTo>
                <a:lnTo>
                  <a:pt x="1109682" y="0"/>
                </a:lnTo>
                <a:lnTo>
                  <a:pt x="554841" y="93432"/>
                </a:lnTo>
                <a:close/>
              </a:path>
            </a:pathLst>
          </a:custGeom>
          <a:solidFill xmlns:a="http://schemas.openxmlformats.org/drawingml/2006/main">
            <a:srgbClr val="999999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CD3314-B41C-4A2E-A639-C092B6FBEB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0225" y="1468256"/>
            <a:ext cx="1004000" cy="93432"/>
          </a:xfrm>
          <a:custGeom xmlns:a="http://schemas.openxmlformats.org/drawingml/2006/main">
            <a:pathLst>
              <a:path w="1004000" h="93432">
                <a:moveTo>
                  <a:pt x="212856" y="17796"/>
                </a:moveTo>
                <a:lnTo>
                  <a:pt x="105682" y="17796"/>
                </a:lnTo>
                <a:lnTo>
                  <a:pt x="554841" y="93432"/>
                </a:lnTo>
                <a:lnTo>
                  <a:pt x="1004000" y="17796"/>
                </a:lnTo>
                <a:lnTo>
                  <a:pt x="896827" y="17796"/>
                </a:lnTo>
                <a:lnTo>
                  <a:pt x="554841" y="75384"/>
                </a:lnTo>
                <a:lnTo>
                  <a:pt x="212856" y="17796"/>
                </a:lnTo>
                <a:close/>
                <a:moveTo>
                  <a:pt x="554841" y="93431"/>
                </a:moveTo>
                <a:lnTo>
                  <a:pt x="551886" y="75882"/>
                </a:lnTo>
                <a:lnTo>
                  <a:pt x="554841" y="75384"/>
                </a:lnTo>
                <a:lnTo>
                  <a:pt x="557797" y="75882"/>
                </a:lnTo>
                <a:lnTo>
                  <a:pt x="554841" y="93431"/>
                </a:lnTo>
                <a:close/>
                <a:moveTo>
                  <a:pt x="896827" y="17796"/>
                </a:moveTo>
                <a:lnTo>
                  <a:pt x="1002508" y="0"/>
                </a:lnTo>
                <a:lnTo>
                  <a:pt x="107175" y="0"/>
                </a:lnTo>
                <a:lnTo>
                  <a:pt x="212856" y="17796"/>
                </a:lnTo>
                <a:lnTo>
                  <a:pt x="896827" y="17796"/>
                </a:lnTo>
                <a:close/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828282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A4D67E-0657-4D1C-9644-D3C1562CF4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06663" y="4262313"/>
            <a:ext cx="1109682" cy="93432"/>
          </a:xfrm>
          <a:custGeom xmlns:a="http://schemas.openxmlformats.org/drawingml/2006/main">
            <a:pathLst>
              <a:path w="1109682" h="93432">
                <a:moveTo>
                  <a:pt x="554841" y="93432"/>
                </a:moveTo>
                <a:lnTo>
                  <a:pt x="0" y="0"/>
                </a:lnTo>
                <a:lnTo>
                  <a:pt x="1109682" y="0"/>
                </a:lnTo>
                <a:lnTo>
                  <a:pt x="554841" y="93432"/>
                </a:lnTo>
                <a:close/>
              </a:path>
            </a:pathLst>
          </a:custGeom>
          <a:solidFill xmlns:a="http://schemas.openxmlformats.org/drawingml/2006/main">
            <a:srgbClr val="D9D9D9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6DF613-8614-4D16-91E3-9D4FB7139A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06663" y="4262313"/>
            <a:ext cx="1003999" cy="93432"/>
          </a:xfrm>
          <a:custGeom xmlns:a="http://schemas.openxmlformats.org/drawingml/2006/main">
            <a:pathLst>
              <a:path w="1003999" h="93432">
                <a:moveTo>
                  <a:pt x="212856" y="17796"/>
                </a:moveTo>
                <a:lnTo>
                  <a:pt x="105683" y="17796"/>
                </a:lnTo>
                <a:lnTo>
                  <a:pt x="554841" y="93432"/>
                </a:lnTo>
                <a:lnTo>
                  <a:pt x="1003999" y="17796"/>
                </a:lnTo>
                <a:lnTo>
                  <a:pt x="896827" y="17796"/>
                </a:lnTo>
                <a:lnTo>
                  <a:pt x="554842" y="75385"/>
                </a:lnTo>
                <a:lnTo>
                  <a:pt x="212856" y="17796"/>
                </a:lnTo>
                <a:close/>
                <a:moveTo>
                  <a:pt x="554842" y="93432"/>
                </a:moveTo>
                <a:lnTo>
                  <a:pt x="551886" y="75882"/>
                </a:lnTo>
                <a:lnTo>
                  <a:pt x="554842" y="75385"/>
                </a:lnTo>
                <a:lnTo>
                  <a:pt x="557797" y="75882"/>
                </a:lnTo>
                <a:lnTo>
                  <a:pt x="554842" y="93432"/>
                </a:lnTo>
                <a:close/>
                <a:moveTo>
                  <a:pt x="896827" y="17796"/>
                </a:moveTo>
                <a:lnTo>
                  <a:pt x="1002510" y="0"/>
                </a:lnTo>
                <a:lnTo>
                  <a:pt x="107174" y="0"/>
                </a:lnTo>
                <a:lnTo>
                  <a:pt x="212856" y="17796"/>
                </a:lnTo>
                <a:lnTo>
                  <a:pt x="896827" y="17796"/>
                </a:lnTo>
                <a:close/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 xmlns:a="http://schemas.openxmlformats.org/drawingml/2006/main">
            <a:srgbClr val="BBBBBB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6C88BD-CC6D-4DA5-8C1F-ED7D4C2E29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8344" y="4262313"/>
            <a:ext cx="1109682" cy="93432"/>
          </a:xfrm>
          <a:custGeom xmlns:a="http://schemas.openxmlformats.org/drawingml/2006/main">
            <a:pathLst>
              <a:path w="1109682" h="93432">
                <a:moveTo>
                  <a:pt x="554841" y="93432"/>
                </a:moveTo>
                <a:lnTo>
                  <a:pt x="0" y="0"/>
                </a:lnTo>
                <a:lnTo>
                  <a:pt x="1109682" y="0"/>
                </a:lnTo>
                <a:lnTo>
                  <a:pt x="554841" y="93432"/>
                </a:lnTo>
                <a:close/>
              </a:path>
            </a:pathLst>
          </a:custGeom>
          <a:solidFill xmlns:a="http://schemas.openxmlformats.org/drawingml/2006/main">
            <a:srgbClr val="D9D9D9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4D5A80-5C45-4CEF-9A3B-EAD72043E8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8343" y="4262313"/>
            <a:ext cx="1109683" cy="93432"/>
          </a:xfrm>
          <a:custGeom xmlns:a="http://schemas.openxmlformats.org/drawingml/2006/main">
            <a:pathLst>
              <a:path w="1109683" h="93432">
                <a:moveTo>
                  <a:pt x="212856" y="17796"/>
                </a:moveTo>
                <a:lnTo>
                  <a:pt x="105683" y="17796"/>
                </a:lnTo>
                <a:lnTo>
                  <a:pt x="554841" y="93432"/>
                </a:lnTo>
                <a:lnTo>
                  <a:pt x="1004000" y="17796"/>
                </a:lnTo>
                <a:lnTo>
                  <a:pt x="896827" y="17796"/>
                </a:lnTo>
                <a:lnTo>
                  <a:pt x="554842" y="75385"/>
                </a:lnTo>
                <a:lnTo>
                  <a:pt x="212856" y="17796"/>
                </a:lnTo>
                <a:close/>
                <a:moveTo>
                  <a:pt x="554842" y="93432"/>
                </a:moveTo>
                <a:lnTo>
                  <a:pt x="551886" y="75882"/>
                </a:lnTo>
                <a:lnTo>
                  <a:pt x="554842" y="75385"/>
                </a:lnTo>
                <a:lnTo>
                  <a:pt x="557797" y="75882"/>
                </a:lnTo>
                <a:lnTo>
                  <a:pt x="554842" y="93432"/>
                </a:lnTo>
                <a:close/>
                <a:moveTo>
                  <a:pt x="896827" y="17796"/>
                </a:moveTo>
                <a:lnTo>
                  <a:pt x="1002510" y="0"/>
                </a:lnTo>
                <a:lnTo>
                  <a:pt x="107174" y="0"/>
                </a:lnTo>
                <a:lnTo>
                  <a:pt x="212856" y="17796"/>
                </a:lnTo>
                <a:lnTo>
                  <a:pt x="896827" y="17796"/>
                </a:lnTo>
                <a:close/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0"/>
                </a:lnTo>
                <a:close/>
                <a:moveTo>
                  <a:pt x="1109683" y="0"/>
                </a:moveTo>
                <a:lnTo>
                  <a:pt x="1109683" y="0"/>
                </a:lnTo>
                <a:lnTo>
                  <a:pt x="1109683" y="0"/>
                </a:lnTo>
                <a:lnTo>
                  <a:pt x="1109683" y="0"/>
                </a:lnTo>
                <a:close/>
              </a:path>
            </a:pathLst>
          </a:custGeom>
          <a:solidFill xmlns:a="http://schemas.openxmlformats.org/drawingml/2006/main">
            <a:srgbClr val="BBBBBB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CB7380-2E26-4296-A2CA-8EBCD5C3EF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85472" y="1468256"/>
            <a:ext cx="1109682" cy="93432"/>
          </a:xfrm>
          <a:custGeom xmlns:a="http://schemas.openxmlformats.org/drawingml/2006/main">
            <a:pathLst>
              <a:path w="1109682" h="93432">
                <a:moveTo>
                  <a:pt x="554841" y="93432"/>
                </a:moveTo>
                <a:lnTo>
                  <a:pt x="0" y="0"/>
                </a:lnTo>
                <a:lnTo>
                  <a:pt x="1109682" y="0"/>
                </a:lnTo>
                <a:lnTo>
                  <a:pt x="554841" y="93432"/>
                </a:lnTo>
                <a:close/>
              </a:path>
            </a:pathLst>
          </a:custGeom>
          <a:solidFill xmlns:a="http://schemas.openxmlformats.org/drawingml/2006/main">
            <a:srgbClr val="999999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094F9C-6FEF-4DA8-8967-AD3B20F58A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91154" y="1468256"/>
            <a:ext cx="898319" cy="93432"/>
          </a:xfrm>
          <a:custGeom xmlns:a="http://schemas.openxmlformats.org/drawingml/2006/main">
            <a:pathLst>
              <a:path w="898319" h="93432">
                <a:moveTo>
                  <a:pt x="107174" y="17796"/>
                </a:moveTo>
                <a:lnTo>
                  <a:pt x="0" y="17796"/>
                </a:lnTo>
                <a:lnTo>
                  <a:pt x="449159" y="93432"/>
                </a:lnTo>
                <a:lnTo>
                  <a:pt x="898319" y="17796"/>
                </a:lnTo>
                <a:lnTo>
                  <a:pt x="791145" y="17796"/>
                </a:lnTo>
                <a:lnTo>
                  <a:pt x="449159" y="75384"/>
                </a:lnTo>
                <a:lnTo>
                  <a:pt x="107174" y="17796"/>
                </a:lnTo>
                <a:close/>
                <a:moveTo>
                  <a:pt x="449160" y="93431"/>
                </a:moveTo>
                <a:lnTo>
                  <a:pt x="446204" y="75882"/>
                </a:lnTo>
                <a:lnTo>
                  <a:pt x="449159" y="75384"/>
                </a:lnTo>
                <a:lnTo>
                  <a:pt x="452115" y="75882"/>
                </a:lnTo>
                <a:lnTo>
                  <a:pt x="449160" y="93431"/>
                </a:lnTo>
                <a:close/>
                <a:moveTo>
                  <a:pt x="791145" y="17796"/>
                </a:moveTo>
                <a:lnTo>
                  <a:pt x="896826" y="0"/>
                </a:lnTo>
                <a:lnTo>
                  <a:pt x="1493" y="0"/>
                </a:lnTo>
                <a:lnTo>
                  <a:pt x="107174" y="17796"/>
                </a:lnTo>
                <a:lnTo>
                  <a:pt x="791145" y="17796"/>
                </a:lnTo>
                <a:close/>
              </a:path>
            </a:pathLst>
          </a:custGeom>
          <a:solidFill xmlns:a="http://schemas.openxmlformats.org/drawingml/2006/main">
            <a:srgbClr val="828282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4933FF-1267-43BE-A1A9-A861193855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4106" y="1468256"/>
            <a:ext cx="1109682" cy="93432"/>
          </a:xfrm>
          <a:custGeom xmlns:a="http://schemas.openxmlformats.org/drawingml/2006/main">
            <a:pathLst>
              <a:path w="1109682" h="93432">
                <a:moveTo>
                  <a:pt x="554841" y="93432"/>
                </a:moveTo>
                <a:lnTo>
                  <a:pt x="0" y="0"/>
                </a:lnTo>
                <a:lnTo>
                  <a:pt x="1109682" y="0"/>
                </a:lnTo>
                <a:lnTo>
                  <a:pt x="554841" y="93432"/>
                </a:lnTo>
                <a:close/>
              </a:path>
            </a:pathLst>
          </a:custGeom>
          <a:solidFill xmlns:a="http://schemas.openxmlformats.org/drawingml/2006/main">
            <a:srgbClr val="999999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B6C677-7AFE-45FF-A1F8-8D641CFB42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4105" y="1468256"/>
            <a:ext cx="1109683" cy="93432"/>
          </a:xfrm>
          <a:custGeom xmlns:a="http://schemas.openxmlformats.org/drawingml/2006/main">
            <a:pathLst>
              <a:path w="1109683" h="93432">
                <a:moveTo>
                  <a:pt x="212856" y="17796"/>
                </a:moveTo>
                <a:lnTo>
                  <a:pt x="105682" y="17796"/>
                </a:lnTo>
                <a:lnTo>
                  <a:pt x="554841" y="93432"/>
                </a:lnTo>
                <a:lnTo>
                  <a:pt x="1004001" y="17796"/>
                </a:lnTo>
                <a:lnTo>
                  <a:pt x="896827" y="17796"/>
                </a:lnTo>
                <a:lnTo>
                  <a:pt x="554842" y="75384"/>
                </a:lnTo>
                <a:lnTo>
                  <a:pt x="212856" y="17796"/>
                </a:lnTo>
                <a:close/>
                <a:moveTo>
                  <a:pt x="554842" y="93431"/>
                </a:moveTo>
                <a:lnTo>
                  <a:pt x="551886" y="75882"/>
                </a:lnTo>
                <a:lnTo>
                  <a:pt x="554842" y="75384"/>
                </a:lnTo>
                <a:lnTo>
                  <a:pt x="557797" y="75882"/>
                </a:lnTo>
                <a:lnTo>
                  <a:pt x="554842" y="93431"/>
                </a:lnTo>
                <a:close/>
                <a:moveTo>
                  <a:pt x="896827" y="17796"/>
                </a:moveTo>
                <a:lnTo>
                  <a:pt x="1002509" y="0"/>
                </a:lnTo>
                <a:lnTo>
                  <a:pt x="107175" y="0"/>
                </a:lnTo>
                <a:lnTo>
                  <a:pt x="212856" y="17796"/>
                </a:lnTo>
                <a:lnTo>
                  <a:pt x="896827" y="17796"/>
                </a:lnTo>
                <a:close/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  <a:moveTo>
                  <a:pt x="1109683" y="0"/>
                </a:moveTo>
                <a:lnTo>
                  <a:pt x="1109683" y="0"/>
                </a:lnTo>
                <a:lnTo>
                  <a:pt x="1109683" y="0"/>
                </a:lnTo>
                <a:lnTo>
                  <a:pt x="1109683" y="0"/>
                </a:lnTo>
                <a:close/>
              </a:path>
            </a:pathLst>
          </a:custGeom>
          <a:solidFill xmlns:a="http://schemas.openxmlformats.org/drawingml/2006/main">
            <a:srgbClr val="828282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017B50-5268-47BF-8978-2FD309DA18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684" y="298134"/>
            <a:ext cx="5089811" cy="4822863"/>
          </a:xfrm>
          <a:custGeom xmlns:a="http://schemas.openxmlformats.org/drawingml/2006/main">
            <a:pathLst>
              <a:path w="5089811" h="4822863">
                <a:moveTo>
                  <a:pt x="411" y="4657082"/>
                </a:moveTo>
                <a:lnTo>
                  <a:pt x="1625" y="4669046"/>
                </a:lnTo>
                <a:lnTo>
                  <a:pt x="3616" y="4680764"/>
                </a:lnTo>
                <a:lnTo>
                  <a:pt x="6357" y="4692208"/>
                </a:lnTo>
                <a:lnTo>
                  <a:pt x="9823" y="4703352"/>
                </a:lnTo>
                <a:lnTo>
                  <a:pt x="13985" y="4714170"/>
                </a:lnTo>
                <a:lnTo>
                  <a:pt x="18819" y="4724634"/>
                </a:lnTo>
                <a:lnTo>
                  <a:pt x="24298" y="4734720"/>
                </a:lnTo>
                <a:lnTo>
                  <a:pt x="30394" y="4744400"/>
                </a:lnTo>
                <a:lnTo>
                  <a:pt x="37081" y="4753647"/>
                </a:lnTo>
                <a:lnTo>
                  <a:pt x="44334" y="4762435"/>
                </a:lnTo>
                <a:lnTo>
                  <a:pt x="52125" y="4770738"/>
                </a:lnTo>
                <a:lnTo>
                  <a:pt x="60428" y="4778529"/>
                </a:lnTo>
                <a:lnTo>
                  <a:pt x="69216" y="4785781"/>
                </a:lnTo>
                <a:lnTo>
                  <a:pt x="78463" y="4792469"/>
                </a:lnTo>
                <a:lnTo>
                  <a:pt x="88143" y="4798565"/>
                </a:lnTo>
                <a:lnTo>
                  <a:pt x="98228" y="4804044"/>
                </a:lnTo>
                <a:lnTo>
                  <a:pt x="108693" y="4808877"/>
                </a:lnTo>
                <a:lnTo>
                  <a:pt x="119511" y="4813040"/>
                </a:lnTo>
                <a:lnTo>
                  <a:pt x="130655" y="4816506"/>
                </a:lnTo>
                <a:lnTo>
                  <a:pt x="142099" y="4819247"/>
                </a:lnTo>
                <a:lnTo>
                  <a:pt x="153817" y="4821238"/>
                </a:lnTo>
                <a:lnTo>
                  <a:pt x="165781" y="4822452"/>
                </a:lnTo>
                <a:lnTo>
                  <a:pt x="177965" y="4822863"/>
                </a:lnTo>
                <a:lnTo>
                  <a:pt x="4911845" y="4822863"/>
                </a:lnTo>
                <a:lnTo>
                  <a:pt x="4924030" y="4822452"/>
                </a:lnTo>
                <a:lnTo>
                  <a:pt x="4935994" y="4821238"/>
                </a:lnTo>
                <a:lnTo>
                  <a:pt x="4947712" y="4819247"/>
                </a:lnTo>
                <a:lnTo>
                  <a:pt x="4959156" y="4816506"/>
                </a:lnTo>
                <a:lnTo>
                  <a:pt x="4970300" y="4813040"/>
                </a:lnTo>
                <a:lnTo>
                  <a:pt x="4981118" y="4808877"/>
                </a:lnTo>
                <a:lnTo>
                  <a:pt x="4991583" y="4804044"/>
                </a:lnTo>
                <a:lnTo>
                  <a:pt x="5001668" y="4798565"/>
                </a:lnTo>
                <a:lnTo>
                  <a:pt x="5011348" y="4792469"/>
                </a:lnTo>
                <a:lnTo>
                  <a:pt x="5020595" y="4785781"/>
                </a:lnTo>
                <a:lnTo>
                  <a:pt x="5029383" y="4778529"/>
                </a:lnTo>
                <a:lnTo>
                  <a:pt x="5037686" y="4770738"/>
                </a:lnTo>
                <a:lnTo>
                  <a:pt x="5045477" y="4762435"/>
                </a:lnTo>
                <a:lnTo>
                  <a:pt x="5052730" y="4753647"/>
                </a:lnTo>
                <a:lnTo>
                  <a:pt x="5059417" y="4744400"/>
                </a:lnTo>
                <a:lnTo>
                  <a:pt x="5065513" y="4734720"/>
                </a:lnTo>
                <a:lnTo>
                  <a:pt x="5070992" y="4724634"/>
                </a:lnTo>
                <a:lnTo>
                  <a:pt x="5075826" y="4714170"/>
                </a:lnTo>
                <a:lnTo>
                  <a:pt x="5079988" y="4703352"/>
                </a:lnTo>
                <a:lnTo>
                  <a:pt x="5083454" y="4692208"/>
                </a:lnTo>
                <a:lnTo>
                  <a:pt x="5086195" y="4680764"/>
                </a:lnTo>
                <a:lnTo>
                  <a:pt x="5088186" y="4669046"/>
                </a:lnTo>
                <a:lnTo>
                  <a:pt x="5089400" y="4657082"/>
                </a:lnTo>
                <a:lnTo>
                  <a:pt x="5089811" y="4644897"/>
                </a:lnTo>
                <a:lnTo>
                  <a:pt x="5089811" y="177965"/>
                </a:lnTo>
                <a:lnTo>
                  <a:pt x="5089400" y="165781"/>
                </a:lnTo>
                <a:lnTo>
                  <a:pt x="5088186" y="153816"/>
                </a:lnTo>
                <a:lnTo>
                  <a:pt x="5086195" y="142099"/>
                </a:lnTo>
                <a:lnTo>
                  <a:pt x="5083454" y="130655"/>
                </a:lnTo>
                <a:lnTo>
                  <a:pt x="5079988" y="119511"/>
                </a:lnTo>
                <a:lnTo>
                  <a:pt x="5075826" y="108693"/>
                </a:lnTo>
                <a:lnTo>
                  <a:pt x="5070992" y="98228"/>
                </a:lnTo>
                <a:lnTo>
                  <a:pt x="5065513" y="88143"/>
                </a:lnTo>
                <a:lnTo>
                  <a:pt x="5059417" y="78463"/>
                </a:lnTo>
                <a:lnTo>
                  <a:pt x="5052730" y="69216"/>
                </a:lnTo>
                <a:lnTo>
                  <a:pt x="5045477" y="60428"/>
                </a:lnTo>
                <a:lnTo>
                  <a:pt x="5037686" y="52125"/>
                </a:lnTo>
                <a:lnTo>
                  <a:pt x="5029383" y="44334"/>
                </a:lnTo>
                <a:lnTo>
                  <a:pt x="5020595" y="37081"/>
                </a:lnTo>
                <a:lnTo>
                  <a:pt x="5011348" y="30394"/>
                </a:lnTo>
                <a:lnTo>
                  <a:pt x="5001668" y="24297"/>
                </a:lnTo>
                <a:lnTo>
                  <a:pt x="4991583" y="18819"/>
                </a:lnTo>
                <a:lnTo>
                  <a:pt x="4981118" y="13985"/>
                </a:lnTo>
                <a:lnTo>
                  <a:pt x="4970300" y="9822"/>
                </a:lnTo>
                <a:lnTo>
                  <a:pt x="4959156" y="6357"/>
                </a:lnTo>
                <a:lnTo>
                  <a:pt x="4947712" y="3616"/>
                </a:lnTo>
                <a:lnTo>
                  <a:pt x="4935994" y="1625"/>
                </a:lnTo>
                <a:lnTo>
                  <a:pt x="4924030" y="411"/>
                </a:lnTo>
                <a:lnTo>
                  <a:pt x="4911845" y="0"/>
                </a:lnTo>
                <a:lnTo>
                  <a:pt x="177965" y="0"/>
                </a:lnTo>
                <a:lnTo>
                  <a:pt x="165781" y="411"/>
                </a:lnTo>
                <a:lnTo>
                  <a:pt x="153817" y="1625"/>
                </a:lnTo>
                <a:lnTo>
                  <a:pt x="142099" y="3616"/>
                </a:lnTo>
                <a:lnTo>
                  <a:pt x="130655" y="6357"/>
                </a:lnTo>
                <a:lnTo>
                  <a:pt x="119511" y="9822"/>
                </a:lnTo>
                <a:lnTo>
                  <a:pt x="108693" y="13985"/>
                </a:lnTo>
                <a:lnTo>
                  <a:pt x="98228" y="18819"/>
                </a:lnTo>
                <a:lnTo>
                  <a:pt x="88143" y="24297"/>
                </a:lnTo>
                <a:lnTo>
                  <a:pt x="78463" y="30394"/>
                </a:lnTo>
                <a:lnTo>
                  <a:pt x="69216" y="37081"/>
                </a:lnTo>
                <a:lnTo>
                  <a:pt x="60428" y="44334"/>
                </a:lnTo>
                <a:lnTo>
                  <a:pt x="52125" y="52125"/>
                </a:lnTo>
                <a:lnTo>
                  <a:pt x="44334" y="60428"/>
                </a:lnTo>
                <a:lnTo>
                  <a:pt x="37081" y="69216"/>
                </a:lnTo>
                <a:lnTo>
                  <a:pt x="30394" y="78463"/>
                </a:lnTo>
                <a:lnTo>
                  <a:pt x="24297" y="88143"/>
                </a:lnTo>
                <a:lnTo>
                  <a:pt x="18819" y="98228"/>
                </a:lnTo>
                <a:lnTo>
                  <a:pt x="13985" y="108693"/>
                </a:lnTo>
                <a:lnTo>
                  <a:pt x="9823" y="119511"/>
                </a:lnTo>
                <a:lnTo>
                  <a:pt x="6357" y="130655"/>
                </a:lnTo>
                <a:lnTo>
                  <a:pt x="3616" y="142099"/>
                </a:lnTo>
                <a:lnTo>
                  <a:pt x="1625" y="153816"/>
                </a:lnTo>
                <a:lnTo>
                  <a:pt x="411" y="165781"/>
                </a:lnTo>
                <a:lnTo>
                  <a:pt x="0" y="177965"/>
                </a:lnTo>
                <a:lnTo>
                  <a:pt x="0" y="4644897"/>
                </a:lnTo>
                <a:lnTo>
                  <a:pt x="411" y="4657082"/>
                </a:lnTo>
                <a:close/>
                <a:moveTo>
                  <a:pt x="4922812" y="18166"/>
                </a:moveTo>
                <a:lnTo>
                  <a:pt x="4933579" y="19259"/>
                </a:lnTo>
                <a:lnTo>
                  <a:pt x="4944125" y="21051"/>
                </a:lnTo>
                <a:lnTo>
                  <a:pt x="4954425" y="23518"/>
                </a:lnTo>
                <a:lnTo>
                  <a:pt x="4964454" y="26637"/>
                </a:lnTo>
                <a:lnTo>
                  <a:pt x="4974190" y="30383"/>
                </a:lnTo>
                <a:lnTo>
                  <a:pt x="4983609" y="34734"/>
                </a:lnTo>
                <a:lnTo>
                  <a:pt x="4992686" y="39664"/>
                </a:lnTo>
                <a:lnTo>
                  <a:pt x="5001397" y="45151"/>
                </a:lnTo>
                <a:lnTo>
                  <a:pt x="5009720" y="51170"/>
                </a:lnTo>
                <a:lnTo>
                  <a:pt x="5017629" y="57697"/>
                </a:lnTo>
                <a:lnTo>
                  <a:pt x="5025102" y="64709"/>
                </a:lnTo>
                <a:lnTo>
                  <a:pt x="5032114" y="72182"/>
                </a:lnTo>
                <a:lnTo>
                  <a:pt x="5038641" y="80091"/>
                </a:lnTo>
                <a:lnTo>
                  <a:pt x="5044660" y="88413"/>
                </a:lnTo>
                <a:lnTo>
                  <a:pt x="5050147" y="97125"/>
                </a:lnTo>
                <a:lnTo>
                  <a:pt x="5055077" y="106202"/>
                </a:lnTo>
                <a:lnTo>
                  <a:pt x="5059427" y="115620"/>
                </a:lnTo>
                <a:lnTo>
                  <a:pt x="5063174" y="125356"/>
                </a:lnTo>
                <a:lnTo>
                  <a:pt x="5066293" y="135386"/>
                </a:lnTo>
                <a:lnTo>
                  <a:pt x="5068760" y="145686"/>
                </a:lnTo>
                <a:lnTo>
                  <a:pt x="5070552" y="156231"/>
                </a:lnTo>
                <a:lnTo>
                  <a:pt x="5071645" y="166999"/>
                </a:lnTo>
                <a:lnTo>
                  <a:pt x="5072014" y="177965"/>
                </a:lnTo>
                <a:lnTo>
                  <a:pt x="5072014" y="4644897"/>
                </a:lnTo>
                <a:lnTo>
                  <a:pt x="5071645" y="4655863"/>
                </a:lnTo>
                <a:lnTo>
                  <a:pt x="5070552" y="4666631"/>
                </a:lnTo>
                <a:lnTo>
                  <a:pt x="5068760" y="4677177"/>
                </a:lnTo>
                <a:lnTo>
                  <a:pt x="5066293" y="4687477"/>
                </a:lnTo>
                <a:lnTo>
                  <a:pt x="5063174" y="4697506"/>
                </a:lnTo>
                <a:lnTo>
                  <a:pt x="5059427" y="4707242"/>
                </a:lnTo>
                <a:lnTo>
                  <a:pt x="5055077" y="4716661"/>
                </a:lnTo>
                <a:lnTo>
                  <a:pt x="5050147" y="4725738"/>
                </a:lnTo>
                <a:lnTo>
                  <a:pt x="5044660" y="4734449"/>
                </a:lnTo>
                <a:lnTo>
                  <a:pt x="5038641" y="4742772"/>
                </a:lnTo>
                <a:lnTo>
                  <a:pt x="5032114" y="4750681"/>
                </a:lnTo>
                <a:lnTo>
                  <a:pt x="5025102" y="4758154"/>
                </a:lnTo>
                <a:lnTo>
                  <a:pt x="5017629" y="4765166"/>
                </a:lnTo>
                <a:lnTo>
                  <a:pt x="5009720" y="4771693"/>
                </a:lnTo>
                <a:lnTo>
                  <a:pt x="5001397" y="4777712"/>
                </a:lnTo>
                <a:lnTo>
                  <a:pt x="4992686" y="4783199"/>
                </a:lnTo>
                <a:lnTo>
                  <a:pt x="4983609" y="4788129"/>
                </a:lnTo>
                <a:lnTo>
                  <a:pt x="4974190" y="4792479"/>
                </a:lnTo>
                <a:lnTo>
                  <a:pt x="4964454" y="4796226"/>
                </a:lnTo>
                <a:lnTo>
                  <a:pt x="4954425" y="4799345"/>
                </a:lnTo>
                <a:lnTo>
                  <a:pt x="4944125" y="4801812"/>
                </a:lnTo>
                <a:lnTo>
                  <a:pt x="4933579" y="4803604"/>
                </a:lnTo>
                <a:lnTo>
                  <a:pt x="4922812" y="4804697"/>
                </a:lnTo>
                <a:lnTo>
                  <a:pt x="4911845" y="4805066"/>
                </a:lnTo>
                <a:lnTo>
                  <a:pt x="177965" y="4805066"/>
                </a:lnTo>
                <a:lnTo>
                  <a:pt x="166999" y="4804697"/>
                </a:lnTo>
                <a:lnTo>
                  <a:pt x="156231" y="4803604"/>
                </a:lnTo>
                <a:lnTo>
                  <a:pt x="145686" y="4801812"/>
                </a:lnTo>
                <a:lnTo>
                  <a:pt x="135386" y="4799345"/>
                </a:lnTo>
                <a:lnTo>
                  <a:pt x="125356" y="4796226"/>
                </a:lnTo>
                <a:lnTo>
                  <a:pt x="115620" y="4792479"/>
                </a:lnTo>
                <a:lnTo>
                  <a:pt x="106202" y="4788129"/>
                </a:lnTo>
                <a:lnTo>
                  <a:pt x="97125" y="4783198"/>
                </a:lnTo>
                <a:lnTo>
                  <a:pt x="88413" y="4777712"/>
                </a:lnTo>
                <a:lnTo>
                  <a:pt x="80091" y="4771693"/>
                </a:lnTo>
                <a:lnTo>
                  <a:pt x="72182" y="4765166"/>
                </a:lnTo>
                <a:lnTo>
                  <a:pt x="64709" y="4758154"/>
                </a:lnTo>
                <a:lnTo>
                  <a:pt x="57697" y="4750681"/>
                </a:lnTo>
                <a:lnTo>
                  <a:pt x="51170" y="4742772"/>
                </a:lnTo>
                <a:lnTo>
                  <a:pt x="45151" y="4734449"/>
                </a:lnTo>
                <a:lnTo>
                  <a:pt x="39664" y="4725738"/>
                </a:lnTo>
                <a:lnTo>
                  <a:pt x="34734" y="4716661"/>
                </a:lnTo>
                <a:lnTo>
                  <a:pt x="30383" y="4707242"/>
                </a:lnTo>
                <a:lnTo>
                  <a:pt x="26637" y="4697506"/>
                </a:lnTo>
                <a:lnTo>
                  <a:pt x="23518" y="4687476"/>
                </a:lnTo>
                <a:lnTo>
                  <a:pt x="21051" y="4677177"/>
                </a:lnTo>
                <a:lnTo>
                  <a:pt x="19259" y="4666631"/>
                </a:lnTo>
                <a:lnTo>
                  <a:pt x="18166" y="4655863"/>
                </a:lnTo>
                <a:lnTo>
                  <a:pt x="17797" y="4644897"/>
                </a:lnTo>
                <a:lnTo>
                  <a:pt x="17797" y="177965"/>
                </a:lnTo>
                <a:lnTo>
                  <a:pt x="18166" y="166999"/>
                </a:lnTo>
                <a:lnTo>
                  <a:pt x="19259" y="156231"/>
                </a:lnTo>
                <a:lnTo>
                  <a:pt x="21051" y="145686"/>
                </a:lnTo>
                <a:lnTo>
                  <a:pt x="23518" y="135386"/>
                </a:lnTo>
                <a:lnTo>
                  <a:pt x="26637" y="125356"/>
                </a:lnTo>
                <a:lnTo>
                  <a:pt x="30383" y="115620"/>
                </a:lnTo>
                <a:lnTo>
                  <a:pt x="34734" y="106202"/>
                </a:lnTo>
                <a:lnTo>
                  <a:pt x="39664" y="97125"/>
                </a:lnTo>
                <a:lnTo>
                  <a:pt x="45151" y="88413"/>
                </a:lnTo>
                <a:lnTo>
                  <a:pt x="51170" y="80091"/>
                </a:lnTo>
                <a:lnTo>
                  <a:pt x="57697" y="72181"/>
                </a:lnTo>
                <a:lnTo>
                  <a:pt x="64709" y="64709"/>
                </a:lnTo>
                <a:lnTo>
                  <a:pt x="72182" y="57697"/>
                </a:lnTo>
                <a:lnTo>
                  <a:pt x="80091" y="51170"/>
                </a:lnTo>
                <a:lnTo>
                  <a:pt x="88413" y="45151"/>
                </a:lnTo>
                <a:lnTo>
                  <a:pt x="97125" y="39664"/>
                </a:lnTo>
                <a:lnTo>
                  <a:pt x="106202" y="34734"/>
                </a:lnTo>
                <a:lnTo>
                  <a:pt x="115620" y="30383"/>
                </a:lnTo>
                <a:lnTo>
                  <a:pt x="125356" y="26637"/>
                </a:lnTo>
                <a:lnTo>
                  <a:pt x="135386" y="23518"/>
                </a:lnTo>
                <a:lnTo>
                  <a:pt x="145686" y="21051"/>
                </a:lnTo>
                <a:lnTo>
                  <a:pt x="156231" y="19259"/>
                </a:lnTo>
                <a:lnTo>
                  <a:pt x="166999" y="18166"/>
                </a:lnTo>
                <a:lnTo>
                  <a:pt x="177965" y="17797"/>
                </a:lnTo>
                <a:lnTo>
                  <a:pt x="4911845" y="17797"/>
                </a:lnTo>
                <a:lnTo>
                  <a:pt x="4922812" y="18166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8DAE44-C704-4016-A3A8-B4757961A6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24222" y="298134"/>
            <a:ext cx="7367768" cy="1690671"/>
          </a:xfrm>
          <a:custGeom xmlns:a="http://schemas.openxmlformats.org/drawingml/2006/main">
            <a:pathLst>
              <a:path w="7367768" h="1690671">
                <a:moveTo>
                  <a:pt x="7367358" y="165781"/>
                </a:moveTo>
                <a:lnTo>
                  <a:pt x="7366144" y="153816"/>
                </a:lnTo>
                <a:lnTo>
                  <a:pt x="7364152" y="142099"/>
                </a:lnTo>
                <a:lnTo>
                  <a:pt x="7361411" y="130655"/>
                </a:lnTo>
                <a:lnTo>
                  <a:pt x="7357946" y="119511"/>
                </a:lnTo>
                <a:lnTo>
                  <a:pt x="7353783" y="108693"/>
                </a:lnTo>
                <a:lnTo>
                  <a:pt x="7348949" y="98228"/>
                </a:lnTo>
                <a:lnTo>
                  <a:pt x="7343470" y="88143"/>
                </a:lnTo>
                <a:lnTo>
                  <a:pt x="7337374" y="78463"/>
                </a:lnTo>
                <a:lnTo>
                  <a:pt x="7330687" y="69216"/>
                </a:lnTo>
                <a:lnTo>
                  <a:pt x="7323434" y="60428"/>
                </a:lnTo>
                <a:lnTo>
                  <a:pt x="7315643" y="52125"/>
                </a:lnTo>
                <a:lnTo>
                  <a:pt x="7307340" y="44334"/>
                </a:lnTo>
                <a:lnTo>
                  <a:pt x="7298552" y="37081"/>
                </a:lnTo>
                <a:lnTo>
                  <a:pt x="7289305" y="30394"/>
                </a:lnTo>
                <a:lnTo>
                  <a:pt x="7279625" y="24297"/>
                </a:lnTo>
                <a:lnTo>
                  <a:pt x="7269539" y="18819"/>
                </a:lnTo>
                <a:lnTo>
                  <a:pt x="7259075" y="13985"/>
                </a:lnTo>
                <a:lnTo>
                  <a:pt x="7248257" y="9822"/>
                </a:lnTo>
                <a:lnTo>
                  <a:pt x="7237113" y="6357"/>
                </a:lnTo>
                <a:lnTo>
                  <a:pt x="7225669" y="3616"/>
                </a:lnTo>
                <a:lnTo>
                  <a:pt x="7213951" y="1625"/>
                </a:lnTo>
                <a:lnTo>
                  <a:pt x="7201987" y="411"/>
                </a:lnTo>
                <a:lnTo>
                  <a:pt x="7189803" y="0"/>
                </a:lnTo>
                <a:lnTo>
                  <a:pt x="177965" y="0"/>
                </a:lnTo>
                <a:lnTo>
                  <a:pt x="165781" y="411"/>
                </a:lnTo>
                <a:lnTo>
                  <a:pt x="153817" y="1625"/>
                </a:lnTo>
                <a:lnTo>
                  <a:pt x="142099" y="3616"/>
                </a:lnTo>
                <a:lnTo>
                  <a:pt x="130655" y="6357"/>
                </a:lnTo>
                <a:lnTo>
                  <a:pt x="119511" y="9822"/>
                </a:lnTo>
                <a:lnTo>
                  <a:pt x="108693" y="13985"/>
                </a:lnTo>
                <a:lnTo>
                  <a:pt x="98228" y="18819"/>
                </a:lnTo>
                <a:lnTo>
                  <a:pt x="88143" y="24297"/>
                </a:lnTo>
                <a:lnTo>
                  <a:pt x="78463" y="30394"/>
                </a:lnTo>
                <a:lnTo>
                  <a:pt x="69216" y="37081"/>
                </a:lnTo>
                <a:lnTo>
                  <a:pt x="60428" y="44334"/>
                </a:lnTo>
                <a:lnTo>
                  <a:pt x="52125" y="52125"/>
                </a:lnTo>
                <a:lnTo>
                  <a:pt x="44334" y="60428"/>
                </a:lnTo>
                <a:lnTo>
                  <a:pt x="37081" y="69216"/>
                </a:lnTo>
                <a:lnTo>
                  <a:pt x="30394" y="78463"/>
                </a:lnTo>
                <a:lnTo>
                  <a:pt x="24297" y="88143"/>
                </a:lnTo>
                <a:lnTo>
                  <a:pt x="18819" y="98228"/>
                </a:lnTo>
                <a:lnTo>
                  <a:pt x="13985" y="108693"/>
                </a:lnTo>
                <a:lnTo>
                  <a:pt x="9823" y="119511"/>
                </a:lnTo>
                <a:lnTo>
                  <a:pt x="6357" y="130655"/>
                </a:lnTo>
                <a:lnTo>
                  <a:pt x="3616" y="142099"/>
                </a:lnTo>
                <a:lnTo>
                  <a:pt x="1625" y="153816"/>
                </a:lnTo>
                <a:lnTo>
                  <a:pt x="411" y="165781"/>
                </a:lnTo>
                <a:lnTo>
                  <a:pt x="0" y="177965"/>
                </a:lnTo>
                <a:lnTo>
                  <a:pt x="0" y="1512706"/>
                </a:lnTo>
                <a:lnTo>
                  <a:pt x="411" y="1524891"/>
                </a:lnTo>
                <a:lnTo>
                  <a:pt x="1625" y="1536855"/>
                </a:lnTo>
                <a:lnTo>
                  <a:pt x="3616" y="1548572"/>
                </a:lnTo>
                <a:lnTo>
                  <a:pt x="6357" y="1560016"/>
                </a:lnTo>
                <a:lnTo>
                  <a:pt x="9823" y="1571161"/>
                </a:lnTo>
                <a:lnTo>
                  <a:pt x="13985" y="1581978"/>
                </a:lnTo>
                <a:lnTo>
                  <a:pt x="18819" y="1592443"/>
                </a:lnTo>
                <a:lnTo>
                  <a:pt x="24298" y="1602529"/>
                </a:lnTo>
                <a:lnTo>
                  <a:pt x="30394" y="1612208"/>
                </a:lnTo>
                <a:lnTo>
                  <a:pt x="37081" y="1621455"/>
                </a:lnTo>
                <a:lnTo>
                  <a:pt x="44334" y="1630244"/>
                </a:lnTo>
                <a:lnTo>
                  <a:pt x="52125" y="1638547"/>
                </a:lnTo>
                <a:lnTo>
                  <a:pt x="60428" y="1646338"/>
                </a:lnTo>
                <a:lnTo>
                  <a:pt x="69216" y="1653590"/>
                </a:lnTo>
                <a:lnTo>
                  <a:pt x="78463" y="1660278"/>
                </a:lnTo>
                <a:lnTo>
                  <a:pt x="88143" y="1666374"/>
                </a:lnTo>
                <a:lnTo>
                  <a:pt x="98229" y="1671852"/>
                </a:lnTo>
                <a:lnTo>
                  <a:pt x="108693" y="1676686"/>
                </a:lnTo>
                <a:lnTo>
                  <a:pt x="119511" y="1680849"/>
                </a:lnTo>
                <a:lnTo>
                  <a:pt x="130655" y="1684314"/>
                </a:lnTo>
                <a:lnTo>
                  <a:pt x="142099" y="1687056"/>
                </a:lnTo>
                <a:lnTo>
                  <a:pt x="153817" y="1689047"/>
                </a:lnTo>
                <a:lnTo>
                  <a:pt x="165781" y="1690261"/>
                </a:lnTo>
                <a:lnTo>
                  <a:pt x="177965" y="1690671"/>
                </a:lnTo>
                <a:lnTo>
                  <a:pt x="7189803" y="1690671"/>
                </a:lnTo>
                <a:lnTo>
                  <a:pt x="7201987" y="1690261"/>
                </a:lnTo>
                <a:lnTo>
                  <a:pt x="7213951" y="1689047"/>
                </a:lnTo>
                <a:lnTo>
                  <a:pt x="7225669" y="1687056"/>
                </a:lnTo>
                <a:lnTo>
                  <a:pt x="7237113" y="1684314"/>
                </a:lnTo>
                <a:lnTo>
                  <a:pt x="7248257" y="1680849"/>
                </a:lnTo>
                <a:lnTo>
                  <a:pt x="7259075" y="1676686"/>
                </a:lnTo>
                <a:lnTo>
                  <a:pt x="7269539" y="1671852"/>
                </a:lnTo>
                <a:lnTo>
                  <a:pt x="7279625" y="1666374"/>
                </a:lnTo>
                <a:lnTo>
                  <a:pt x="7289305" y="1660278"/>
                </a:lnTo>
                <a:lnTo>
                  <a:pt x="7298552" y="1653590"/>
                </a:lnTo>
                <a:lnTo>
                  <a:pt x="7307340" y="1646338"/>
                </a:lnTo>
                <a:lnTo>
                  <a:pt x="7315643" y="1638547"/>
                </a:lnTo>
                <a:lnTo>
                  <a:pt x="7323434" y="1630244"/>
                </a:lnTo>
                <a:lnTo>
                  <a:pt x="7330687" y="1621455"/>
                </a:lnTo>
                <a:lnTo>
                  <a:pt x="7337374" y="1612208"/>
                </a:lnTo>
                <a:lnTo>
                  <a:pt x="7343470" y="1602529"/>
                </a:lnTo>
                <a:lnTo>
                  <a:pt x="7348949" y="1592443"/>
                </a:lnTo>
                <a:lnTo>
                  <a:pt x="7353783" y="1581978"/>
                </a:lnTo>
                <a:lnTo>
                  <a:pt x="7357946" y="1571160"/>
                </a:lnTo>
                <a:lnTo>
                  <a:pt x="7361411" y="1560016"/>
                </a:lnTo>
                <a:lnTo>
                  <a:pt x="7364152" y="1548572"/>
                </a:lnTo>
                <a:lnTo>
                  <a:pt x="7366144" y="1536855"/>
                </a:lnTo>
                <a:lnTo>
                  <a:pt x="7367358" y="1524891"/>
                </a:lnTo>
                <a:lnTo>
                  <a:pt x="7367768" y="1512706"/>
                </a:lnTo>
                <a:lnTo>
                  <a:pt x="7367768" y="177965"/>
                </a:lnTo>
                <a:lnTo>
                  <a:pt x="7367358" y="165781"/>
                </a:lnTo>
                <a:close/>
                <a:moveTo>
                  <a:pt x="7200769" y="18166"/>
                </a:moveTo>
                <a:lnTo>
                  <a:pt x="7211537" y="19258"/>
                </a:lnTo>
                <a:lnTo>
                  <a:pt x="7222083" y="21050"/>
                </a:lnTo>
                <a:lnTo>
                  <a:pt x="7232382" y="23518"/>
                </a:lnTo>
                <a:lnTo>
                  <a:pt x="7242412" y="26637"/>
                </a:lnTo>
                <a:lnTo>
                  <a:pt x="7252148" y="30383"/>
                </a:lnTo>
                <a:lnTo>
                  <a:pt x="7261566" y="34734"/>
                </a:lnTo>
                <a:lnTo>
                  <a:pt x="7270643" y="39664"/>
                </a:lnTo>
                <a:lnTo>
                  <a:pt x="7279355" y="45151"/>
                </a:lnTo>
                <a:lnTo>
                  <a:pt x="7287678" y="51169"/>
                </a:lnTo>
                <a:lnTo>
                  <a:pt x="7295587" y="57697"/>
                </a:lnTo>
                <a:lnTo>
                  <a:pt x="7303060" y="64709"/>
                </a:lnTo>
                <a:lnTo>
                  <a:pt x="7310072" y="72181"/>
                </a:lnTo>
                <a:lnTo>
                  <a:pt x="7316599" y="80091"/>
                </a:lnTo>
                <a:lnTo>
                  <a:pt x="7322618" y="88413"/>
                </a:lnTo>
                <a:lnTo>
                  <a:pt x="7328104" y="97125"/>
                </a:lnTo>
                <a:lnTo>
                  <a:pt x="7333035" y="106202"/>
                </a:lnTo>
                <a:lnTo>
                  <a:pt x="7337385" y="115620"/>
                </a:lnTo>
                <a:lnTo>
                  <a:pt x="7341132" y="125356"/>
                </a:lnTo>
                <a:lnTo>
                  <a:pt x="7344251" y="135386"/>
                </a:lnTo>
                <a:lnTo>
                  <a:pt x="7346718" y="145686"/>
                </a:lnTo>
                <a:lnTo>
                  <a:pt x="7348510" y="156231"/>
                </a:lnTo>
                <a:lnTo>
                  <a:pt x="7349603" y="166999"/>
                </a:lnTo>
                <a:lnTo>
                  <a:pt x="7349972" y="177965"/>
                </a:lnTo>
                <a:lnTo>
                  <a:pt x="7349972" y="1512706"/>
                </a:lnTo>
                <a:lnTo>
                  <a:pt x="7349603" y="1523672"/>
                </a:lnTo>
                <a:lnTo>
                  <a:pt x="7348510" y="1534440"/>
                </a:lnTo>
                <a:lnTo>
                  <a:pt x="7346718" y="1544985"/>
                </a:lnTo>
                <a:lnTo>
                  <a:pt x="7344251" y="1555285"/>
                </a:lnTo>
                <a:lnTo>
                  <a:pt x="7341132" y="1565315"/>
                </a:lnTo>
                <a:lnTo>
                  <a:pt x="7337385" y="1575051"/>
                </a:lnTo>
                <a:lnTo>
                  <a:pt x="7333035" y="1584469"/>
                </a:lnTo>
                <a:lnTo>
                  <a:pt x="7328104" y="1593546"/>
                </a:lnTo>
                <a:lnTo>
                  <a:pt x="7322618" y="1602258"/>
                </a:lnTo>
                <a:lnTo>
                  <a:pt x="7316599" y="1610580"/>
                </a:lnTo>
                <a:lnTo>
                  <a:pt x="7310072" y="1618490"/>
                </a:lnTo>
                <a:lnTo>
                  <a:pt x="7303060" y="1625962"/>
                </a:lnTo>
                <a:lnTo>
                  <a:pt x="7295587" y="1632974"/>
                </a:lnTo>
                <a:lnTo>
                  <a:pt x="7287678" y="1639501"/>
                </a:lnTo>
                <a:lnTo>
                  <a:pt x="7279355" y="1645520"/>
                </a:lnTo>
                <a:lnTo>
                  <a:pt x="7270643" y="1651007"/>
                </a:lnTo>
                <a:lnTo>
                  <a:pt x="7261566" y="1655937"/>
                </a:lnTo>
                <a:lnTo>
                  <a:pt x="7252148" y="1660288"/>
                </a:lnTo>
                <a:lnTo>
                  <a:pt x="7242412" y="1664034"/>
                </a:lnTo>
                <a:lnTo>
                  <a:pt x="7232382" y="1667153"/>
                </a:lnTo>
                <a:lnTo>
                  <a:pt x="7222083" y="1669621"/>
                </a:lnTo>
                <a:lnTo>
                  <a:pt x="7211537" y="1671412"/>
                </a:lnTo>
                <a:lnTo>
                  <a:pt x="7200769" y="1672505"/>
                </a:lnTo>
                <a:lnTo>
                  <a:pt x="7189803" y="1672875"/>
                </a:lnTo>
                <a:lnTo>
                  <a:pt x="177966" y="1672875"/>
                </a:lnTo>
                <a:lnTo>
                  <a:pt x="167000" y="1672505"/>
                </a:lnTo>
                <a:lnTo>
                  <a:pt x="156232" y="1671412"/>
                </a:lnTo>
                <a:lnTo>
                  <a:pt x="145686" y="1669621"/>
                </a:lnTo>
                <a:lnTo>
                  <a:pt x="135387" y="1667153"/>
                </a:lnTo>
                <a:lnTo>
                  <a:pt x="125357" y="1664034"/>
                </a:lnTo>
                <a:lnTo>
                  <a:pt x="115621" y="1660288"/>
                </a:lnTo>
                <a:lnTo>
                  <a:pt x="106203" y="1655937"/>
                </a:lnTo>
                <a:lnTo>
                  <a:pt x="97126" y="1651007"/>
                </a:lnTo>
                <a:lnTo>
                  <a:pt x="88414" y="1645520"/>
                </a:lnTo>
                <a:lnTo>
                  <a:pt x="80091" y="1639501"/>
                </a:lnTo>
                <a:lnTo>
                  <a:pt x="72182" y="1632974"/>
                </a:lnTo>
                <a:lnTo>
                  <a:pt x="64709" y="1625962"/>
                </a:lnTo>
                <a:lnTo>
                  <a:pt x="57698" y="1618490"/>
                </a:lnTo>
                <a:lnTo>
                  <a:pt x="51170" y="1610580"/>
                </a:lnTo>
                <a:lnTo>
                  <a:pt x="45151" y="1602258"/>
                </a:lnTo>
                <a:lnTo>
                  <a:pt x="39665" y="1593546"/>
                </a:lnTo>
                <a:lnTo>
                  <a:pt x="34734" y="1584469"/>
                </a:lnTo>
                <a:lnTo>
                  <a:pt x="30384" y="1575051"/>
                </a:lnTo>
                <a:lnTo>
                  <a:pt x="26637" y="1565315"/>
                </a:lnTo>
                <a:lnTo>
                  <a:pt x="23518" y="1555285"/>
                </a:lnTo>
                <a:lnTo>
                  <a:pt x="21051" y="1544985"/>
                </a:lnTo>
                <a:lnTo>
                  <a:pt x="19259" y="1534440"/>
                </a:lnTo>
                <a:lnTo>
                  <a:pt x="18166" y="1523672"/>
                </a:lnTo>
                <a:lnTo>
                  <a:pt x="17797" y="1512706"/>
                </a:lnTo>
                <a:lnTo>
                  <a:pt x="17797" y="177965"/>
                </a:lnTo>
                <a:lnTo>
                  <a:pt x="18166" y="166999"/>
                </a:lnTo>
                <a:lnTo>
                  <a:pt x="19259" y="156231"/>
                </a:lnTo>
                <a:lnTo>
                  <a:pt x="21051" y="145686"/>
                </a:lnTo>
                <a:lnTo>
                  <a:pt x="23518" y="135386"/>
                </a:lnTo>
                <a:lnTo>
                  <a:pt x="26637" y="125356"/>
                </a:lnTo>
                <a:lnTo>
                  <a:pt x="30384" y="115620"/>
                </a:lnTo>
                <a:lnTo>
                  <a:pt x="34734" y="106202"/>
                </a:lnTo>
                <a:lnTo>
                  <a:pt x="39665" y="97125"/>
                </a:lnTo>
                <a:lnTo>
                  <a:pt x="45151" y="88413"/>
                </a:lnTo>
                <a:lnTo>
                  <a:pt x="51170" y="80091"/>
                </a:lnTo>
                <a:lnTo>
                  <a:pt x="57697" y="72181"/>
                </a:lnTo>
                <a:lnTo>
                  <a:pt x="64709" y="64709"/>
                </a:lnTo>
                <a:lnTo>
                  <a:pt x="72182" y="57697"/>
                </a:lnTo>
                <a:lnTo>
                  <a:pt x="80091" y="51170"/>
                </a:lnTo>
                <a:lnTo>
                  <a:pt x="88414" y="45151"/>
                </a:lnTo>
                <a:lnTo>
                  <a:pt x="97126" y="39664"/>
                </a:lnTo>
                <a:lnTo>
                  <a:pt x="106202" y="34734"/>
                </a:lnTo>
                <a:lnTo>
                  <a:pt x="115621" y="30383"/>
                </a:lnTo>
                <a:lnTo>
                  <a:pt x="125357" y="26637"/>
                </a:lnTo>
                <a:lnTo>
                  <a:pt x="135387" y="23518"/>
                </a:lnTo>
                <a:lnTo>
                  <a:pt x="145686" y="21050"/>
                </a:lnTo>
                <a:lnTo>
                  <a:pt x="156232" y="19258"/>
                </a:lnTo>
                <a:lnTo>
                  <a:pt x="167000" y="18166"/>
                </a:lnTo>
                <a:lnTo>
                  <a:pt x="177966" y="17796"/>
                </a:lnTo>
                <a:lnTo>
                  <a:pt x="7189803" y="17796"/>
                </a:lnTo>
                <a:lnTo>
                  <a:pt x="7200769" y="18166"/>
                </a:lnTo>
                <a:close/>
              </a:path>
            </a:pathLst>
          </a:custGeom>
          <a:solidFill xmlns:a="http://schemas.openxmlformats.org/drawingml/2006/main">
            <a:srgbClr val="999999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968179-E458-4E0D-BD53-B307EB0BFC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24222" y="2273550"/>
            <a:ext cx="7367768" cy="2847447"/>
          </a:xfrm>
          <a:custGeom xmlns:a="http://schemas.openxmlformats.org/drawingml/2006/main">
            <a:pathLst>
              <a:path w="7367768" h="2847447">
                <a:moveTo>
                  <a:pt x="7201987" y="2847036"/>
                </a:moveTo>
                <a:lnTo>
                  <a:pt x="7213951" y="2845822"/>
                </a:lnTo>
                <a:lnTo>
                  <a:pt x="7225669" y="2843831"/>
                </a:lnTo>
                <a:lnTo>
                  <a:pt x="7237113" y="2841090"/>
                </a:lnTo>
                <a:lnTo>
                  <a:pt x="7248257" y="2837624"/>
                </a:lnTo>
                <a:lnTo>
                  <a:pt x="7259075" y="2833461"/>
                </a:lnTo>
                <a:lnTo>
                  <a:pt x="7269539" y="2828627"/>
                </a:lnTo>
                <a:lnTo>
                  <a:pt x="7279625" y="2823149"/>
                </a:lnTo>
                <a:lnTo>
                  <a:pt x="7289305" y="2817053"/>
                </a:lnTo>
                <a:lnTo>
                  <a:pt x="7298552" y="2810365"/>
                </a:lnTo>
                <a:lnTo>
                  <a:pt x="7307340" y="2803113"/>
                </a:lnTo>
                <a:lnTo>
                  <a:pt x="7315643" y="2795322"/>
                </a:lnTo>
                <a:lnTo>
                  <a:pt x="7323434" y="2787019"/>
                </a:lnTo>
                <a:lnTo>
                  <a:pt x="7330687" y="2778230"/>
                </a:lnTo>
                <a:lnTo>
                  <a:pt x="7337374" y="2768983"/>
                </a:lnTo>
                <a:lnTo>
                  <a:pt x="7343470" y="2759304"/>
                </a:lnTo>
                <a:lnTo>
                  <a:pt x="7348949" y="2749218"/>
                </a:lnTo>
                <a:lnTo>
                  <a:pt x="7353783" y="2738753"/>
                </a:lnTo>
                <a:lnTo>
                  <a:pt x="7357946" y="2727935"/>
                </a:lnTo>
                <a:lnTo>
                  <a:pt x="7361411" y="2716791"/>
                </a:lnTo>
                <a:lnTo>
                  <a:pt x="7364152" y="2705347"/>
                </a:lnTo>
                <a:lnTo>
                  <a:pt x="7366144" y="2693630"/>
                </a:lnTo>
                <a:lnTo>
                  <a:pt x="7367358" y="2681666"/>
                </a:lnTo>
                <a:lnTo>
                  <a:pt x="7367768" y="2669481"/>
                </a:lnTo>
                <a:lnTo>
                  <a:pt x="7367768" y="177965"/>
                </a:lnTo>
                <a:lnTo>
                  <a:pt x="7367358" y="165781"/>
                </a:lnTo>
                <a:lnTo>
                  <a:pt x="7366144" y="153817"/>
                </a:lnTo>
                <a:lnTo>
                  <a:pt x="7364152" y="142099"/>
                </a:lnTo>
                <a:lnTo>
                  <a:pt x="7361411" y="130655"/>
                </a:lnTo>
                <a:lnTo>
                  <a:pt x="7357946" y="119511"/>
                </a:lnTo>
                <a:lnTo>
                  <a:pt x="7353783" y="108693"/>
                </a:lnTo>
                <a:lnTo>
                  <a:pt x="7348949" y="98228"/>
                </a:lnTo>
                <a:lnTo>
                  <a:pt x="7343470" y="88143"/>
                </a:lnTo>
                <a:lnTo>
                  <a:pt x="7337374" y="78463"/>
                </a:lnTo>
                <a:lnTo>
                  <a:pt x="7330687" y="69216"/>
                </a:lnTo>
                <a:lnTo>
                  <a:pt x="7323434" y="60428"/>
                </a:lnTo>
                <a:lnTo>
                  <a:pt x="7315643" y="52125"/>
                </a:lnTo>
                <a:lnTo>
                  <a:pt x="7307340" y="44334"/>
                </a:lnTo>
                <a:lnTo>
                  <a:pt x="7298552" y="37081"/>
                </a:lnTo>
                <a:lnTo>
                  <a:pt x="7289305" y="30394"/>
                </a:lnTo>
                <a:lnTo>
                  <a:pt x="7279625" y="24297"/>
                </a:lnTo>
                <a:lnTo>
                  <a:pt x="7269539" y="18819"/>
                </a:lnTo>
                <a:lnTo>
                  <a:pt x="7259075" y="13985"/>
                </a:lnTo>
                <a:lnTo>
                  <a:pt x="7248257" y="9823"/>
                </a:lnTo>
                <a:lnTo>
                  <a:pt x="7237113" y="6357"/>
                </a:lnTo>
                <a:lnTo>
                  <a:pt x="7225669" y="3616"/>
                </a:lnTo>
                <a:lnTo>
                  <a:pt x="7213951" y="1625"/>
                </a:lnTo>
                <a:lnTo>
                  <a:pt x="7201987" y="411"/>
                </a:lnTo>
                <a:lnTo>
                  <a:pt x="7189803" y="0"/>
                </a:lnTo>
                <a:lnTo>
                  <a:pt x="177965" y="0"/>
                </a:lnTo>
                <a:lnTo>
                  <a:pt x="165781" y="411"/>
                </a:lnTo>
                <a:lnTo>
                  <a:pt x="153817" y="1625"/>
                </a:lnTo>
                <a:lnTo>
                  <a:pt x="142099" y="3616"/>
                </a:lnTo>
                <a:lnTo>
                  <a:pt x="130655" y="6357"/>
                </a:lnTo>
                <a:lnTo>
                  <a:pt x="119511" y="9823"/>
                </a:lnTo>
                <a:lnTo>
                  <a:pt x="108693" y="13985"/>
                </a:lnTo>
                <a:lnTo>
                  <a:pt x="98228" y="18819"/>
                </a:lnTo>
                <a:lnTo>
                  <a:pt x="88143" y="24297"/>
                </a:lnTo>
                <a:lnTo>
                  <a:pt x="78463" y="30394"/>
                </a:lnTo>
                <a:lnTo>
                  <a:pt x="69216" y="37081"/>
                </a:lnTo>
                <a:lnTo>
                  <a:pt x="60428" y="44334"/>
                </a:lnTo>
                <a:lnTo>
                  <a:pt x="52125" y="52125"/>
                </a:lnTo>
                <a:lnTo>
                  <a:pt x="44334" y="60428"/>
                </a:lnTo>
                <a:lnTo>
                  <a:pt x="37081" y="69216"/>
                </a:lnTo>
                <a:lnTo>
                  <a:pt x="30394" y="78463"/>
                </a:lnTo>
                <a:lnTo>
                  <a:pt x="24297" y="88143"/>
                </a:lnTo>
                <a:lnTo>
                  <a:pt x="18819" y="98228"/>
                </a:lnTo>
                <a:lnTo>
                  <a:pt x="13985" y="108693"/>
                </a:lnTo>
                <a:lnTo>
                  <a:pt x="9823" y="119511"/>
                </a:lnTo>
                <a:lnTo>
                  <a:pt x="6357" y="130655"/>
                </a:lnTo>
                <a:lnTo>
                  <a:pt x="3616" y="142099"/>
                </a:lnTo>
                <a:lnTo>
                  <a:pt x="1625" y="153817"/>
                </a:lnTo>
                <a:lnTo>
                  <a:pt x="411" y="165781"/>
                </a:lnTo>
                <a:lnTo>
                  <a:pt x="0" y="177965"/>
                </a:lnTo>
                <a:lnTo>
                  <a:pt x="0" y="2669481"/>
                </a:lnTo>
                <a:lnTo>
                  <a:pt x="411" y="2681666"/>
                </a:lnTo>
                <a:lnTo>
                  <a:pt x="1625" y="2693630"/>
                </a:lnTo>
                <a:lnTo>
                  <a:pt x="3616" y="2705347"/>
                </a:lnTo>
                <a:lnTo>
                  <a:pt x="6357" y="2716791"/>
                </a:lnTo>
                <a:lnTo>
                  <a:pt x="9823" y="2727935"/>
                </a:lnTo>
                <a:lnTo>
                  <a:pt x="13985" y="2738753"/>
                </a:lnTo>
                <a:lnTo>
                  <a:pt x="18819" y="2749218"/>
                </a:lnTo>
                <a:lnTo>
                  <a:pt x="24298" y="2759304"/>
                </a:lnTo>
                <a:lnTo>
                  <a:pt x="30394" y="2768983"/>
                </a:lnTo>
                <a:lnTo>
                  <a:pt x="37081" y="2778230"/>
                </a:lnTo>
                <a:lnTo>
                  <a:pt x="44334" y="2787019"/>
                </a:lnTo>
                <a:lnTo>
                  <a:pt x="52125" y="2795322"/>
                </a:lnTo>
                <a:lnTo>
                  <a:pt x="60428" y="2803113"/>
                </a:lnTo>
                <a:lnTo>
                  <a:pt x="69216" y="2810365"/>
                </a:lnTo>
                <a:lnTo>
                  <a:pt x="78463" y="2817053"/>
                </a:lnTo>
                <a:lnTo>
                  <a:pt x="88143" y="2823149"/>
                </a:lnTo>
                <a:lnTo>
                  <a:pt x="98229" y="2828627"/>
                </a:lnTo>
                <a:lnTo>
                  <a:pt x="108693" y="2833461"/>
                </a:lnTo>
                <a:lnTo>
                  <a:pt x="119511" y="2837624"/>
                </a:lnTo>
                <a:lnTo>
                  <a:pt x="130655" y="2841090"/>
                </a:lnTo>
                <a:lnTo>
                  <a:pt x="142099" y="2843831"/>
                </a:lnTo>
                <a:lnTo>
                  <a:pt x="153817" y="2845822"/>
                </a:lnTo>
                <a:lnTo>
                  <a:pt x="165781" y="2847036"/>
                </a:lnTo>
                <a:lnTo>
                  <a:pt x="177965" y="2847447"/>
                </a:lnTo>
                <a:lnTo>
                  <a:pt x="7189803" y="2847447"/>
                </a:lnTo>
                <a:lnTo>
                  <a:pt x="7201987" y="2847036"/>
                </a:lnTo>
                <a:close/>
                <a:moveTo>
                  <a:pt x="7200769" y="18166"/>
                </a:moveTo>
                <a:lnTo>
                  <a:pt x="7211537" y="19259"/>
                </a:lnTo>
                <a:lnTo>
                  <a:pt x="7222083" y="21051"/>
                </a:lnTo>
                <a:lnTo>
                  <a:pt x="7232382" y="23518"/>
                </a:lnTo>
                <a:lnTo>
                  <a:pt x="7242412" y="26637"/>
                </a:lnTo>
                <a:lnTo>
                  <a:pt x="7252148" y="30383"/>
                </a:lnTo>
                <a:lnTo>
                  <a:pt x="7261566" y="34734"/>
                </a:lnTo>
                <a:lnTo>
                  <a:pt x="7270643" y="39664"/>
                </a:lnTo>
                <a:lnTo>
                  <a:pt x="7279355" y="45151"/>
                </a:lnTo>
                <a:lnTo>
                  <a:pt x="7287678" y="51170"/>
                </a:lnTo>
                <a:lnTo>
                  <a:pt x="7295587" y="57697"/>
                </a:lnTo>
                <a:lnTo>
                  <a:pt x="7303060" y="64709"/>
                </a:lnTo>
                <a:lnTo>
                  <a:pt x="7310072" y="72181"/>
                </a:lnTo>
                <a:lnTo>
                  <a:pt x="7316599" y="80091"/>
                </a:lnTo>
                <a:lnTo>
                  <a:pt x="7322618" y="88413"/>
                </a:lnTo>
                <a:lnTo>
                  <a:pt x="7328104" y="97125"/>
                </a:lnTo>
                <a:lnTo>
                  <a:pt x="7333035" y="106202"/>
                </a:lnTo>
                <a:lnTo>
                  <a:pt x="7337385" y="115620"/>
                </a:lnTo>
                <a:lnTo>
                  <a:pt x="7341132" y="125356"/>
                </a:lnTo>
                <a:lnTo>
                  <a:pt x="7344251" y="135386"/>
                </a:lnTo>
                <a:lnTo>
                  <a:pt x="7346718" y="145686"/>
                </a:lnTo>
                <a:lnTo>
                  <a:pt x="7348510" y="156231"/>
                </a:lnTo>
                <a:lnTo>
                  <a:pt x="7349603" y="166999"/>
                </a:lnTo>
                <a:lnTo>
                  <a:pt x="7349972" y="177965"/>
                </a:lnTo>
                <a:lnTo>
                  <a:pt x="7349972" y="2669481"/>
                </a:lnTo>
                <a:lnTo>
                  <a:pt x="7349603" y="2680447"/>
                </a:lnTo>
                <a:lnTo>
                  <a:pt x="7348510" y="2691215"/>
                </a:lnTo>
                <a:lnTo>
                  <a:pt x="7346718" y="2701761"/>
                </a:lnTo>
                <a:lnTo>
                  <a:pt x="7344251" y="2712060"/>
                </a:lnTo>
                <a:lnTo>
                  <a:pt x="7341132" y="2722090"/>
                </a:lnTo>
                <a:lnTo>
                  <a:pt x="7337385" y="2731826"/>
                </a:lnTo>
                <a:lnTo>
                  <a:pt x="7333035" y="2741245"/>
                </a:lnTo>
                <a:lnTo>
                  <a:pt x="7328104" y="2750322"/>
                </a:lnTo>
                <a:lnTo>
                  <a:pt x="7322618" y="2759033"/>
                </a:lnTo>
                <a:lnTo>
                  <a:pt x="7316599" y="2767356"/>
                </a:lnTo>
                <a:lnTo>
                  <a:pt x="7310072" y="2775265"/>
                </a:lnTo>
                <a:lnTo>
                  <a:pt x="7303060" y="2782738"/>
                </a:lnTo>
                <a:lnTo>
                  <a:pt x="7295587" y="2789750"/>
                </a:lnTo>
                <a:lnTo>
                  <a:pt x="7287678" y="2796277"/>
                </a:lnTo>
                <a:lnTo>
                  <a:pt x="7279355" y="2802296"/>
                </a:lnTo>
                <a:lnTo>
                  <a:pt x="7270643" y="2807782"/>
                </a:lnTo>
                <a:lnTo>
                  <a:pt x="7261566" y="2812713"/>
                </a:lnTo>
                <a:lnTo>
                  <a:pt x="7252148" y="2817063"/>
                </a:lnTo>
                <a:lnTo>
                  <a:pt x="7242412" y="2820810"/>
                </a:lnTo>
                <a:lnTo>
                  <a:pt x="7232382" y="2823929"/>
                </a:lnTo>
                <a:lnTo>
                  <a:pt x="7222083" y="2826396"/>
                </a:lnTo>
                <a:lnTo>
                  <a:pt x="7211537" y="2828188"/>
                </a:lnTo>
                <a:lnTo>
                  <a:pt x="7200769" y="2829281"/>
                </a:lnTo>
                <a:lnTo>
                  <a:pt x="7189803" y="2829650"/>
                </a:lnTo>
                <a:lnTo>
                  <a:pt x="177966" y="2829650"/>
                </a:lnTo>
                <a:lnTo>
                  <a:pt x="167000" y="2829281"/>
                </a:lnTo>
                <a:lnTo>
                  <a:pt x="156232" y="2828188"/>
                </a:lnTo>
                <a:lnTo>
                  <a:pt x="145686" y="2826396"/>
                </a:lnTo>
                <a:lnTo>
                  <a:pt x="135387" y="2823929"/>
                </a:lnTo>
                <a:lnTo>
                  <a:pt x="125357" y="2820810"/>
                </a:lnTo>
                <a:lnTo>
                  <a:pt x="115621" y="2817063"/>
                </a:lnTo>
                <a:lnTo>
                  <a:pt x="106203" y="2812713"/>
                </a:lnTo>
                <a:lnTo>
                  <a:pt x="97126" y="2807782"/>
                </a:lnTo>
                <a:lnTo>
                  <a:pt x="88414" y="2802296"/>
                </a:lnTo>
                <a:lnTo>
                  <a:pt x="80091" y="2796277"/>
                </a:lnTo>
                <a:lnTo>
                  <a:pt x="72182" y="2789750"/>
                </a:lnTo>
                <a:lnTo>
                  <a:pt x="64709" y="2782738"/>
                </a:lnTo>
                <a:lnTo>
                  <a:pt x="57698" y="2775265"/>
                </a:lnTo>
                <a:lnTo>
                  <a:pt x="51170" y="2767356"/>
                </a:lnTo>
                <a:lnTo>
                  <a:pt x="45151" y="2759033"/>
                </a:lnTo>
                <a:lnTo>
                  <a:pt x="39665" y="2750322"/>
                </a:lnTo>
                <a:lnTo>
                  <a:pt x="34734" y="2741245"/>
                </a:lnTo>
                <a:lnTo>
                  <a:pt x="30384" y="2731826"/>
                </a:lnTo>
                <a:lnTo>
                  <a:pt x="26637" y="2722090"/>
                </a:lnTo>
                <a:lnTo>
                  <a:pt x="23518" y="2712060"/>
                </a:lnTo>
                <a:lnTo>
                  <a:pt x="21051" y="2701761"/>
                </a:lnTo>
                <a:lnTo>
                  <a:pt x="19259" y="2691215"/>
                </a:lnTo>
                <a:lnTo>
                  <a:pt x="18166" y="2680447"/>
                </a:lnTo>
                <a:lnTo>
                  <a:pt x="17797" y="2669481"/>
                </a:lnTo>
                <a:lnTo>
                  <a:pt x="17797" y="177965"/>
                </a:lnTo>
                <a:lnTo>
                  <a:pt x="18166" y="166999"/>
                </a:lnTo>
                <a:lnTo>
                  <a:pt x="19259" y="156231"/>
                </a:lnTo>
                <a:lnTo>
                  <a:pt x="21051" y="145686"/>
                </a:lnTo>
                <a:lnTo>
                  <a:pt x="23518" y="135386"/>
                </a:lnTo>
                <a:lnTo>
                  <a:pt x="26637" y="125356"/>
                </a:lnTo>
                <a:lnTo>
                  <a:pt x="30384" y="115620"/>
                </a:lnTo>
                <a:lnTo>
                  <a:pt x="34734" y="106202"/>
                </a:lnTo>
                <a:lnTo>
                  <a:pt x="39665" y="97125"/>
                </a:lnTo>
                <a:lnTo>
                  <a:pt x="45151" y="88413"/>
                </a:lnTo>
                <a:lnTo>
                  <a:pt x="51170" y="80091"/>
                </a:lnTo>
                <a:lnTo>
                  <a:pt x="57697" y="72181"/>
                </a:lnTo>
                <a:lnTo>
                  <a:pt x="64709" y="64709"/>
                </a:lnTo>
                <a:lnTo>
                  <a:pt x="72182" y="57697"/>
                </a:lnTo>
                <a:lnTo>
                  <a:pt x="80091" y="51170"/>
                </a:lnTo>
                <a:lnTo>
                  <a:pt x="88414" y="45151"/>
                </a:lnTo>
                <a:lnTo>
                  <a:pt x="97126" y="39664"/>
                </a:lnTo>
                <a:lnTo>
                  <a:pt x="106202" y="34734"/>
                </a:lnTo>
                <a:lnTo>
                  <a:pt x="115621" y="30383"/>
                </a:lnTo>
                <a:lnTo>
                  <a:pt x="125357" y="26637"/>
                </a:lnTo>
                <a:lnTo>
                  <a:pt x="135387" y="23518"/>
                </a:lnTo>
                <a:lnTo>
                  <a:pt x="145686" y="21051"/>
                </a:lnTo>
                <a:lnTo>
                  <a:pt x="156232" y="19259"/>
                </a:lnTo>
                <a:lnTo>
                  <a:pt x="167000" y="18166"/>
                </a:lnTo>
                <a:lnTo>
                  <a:pt x="177966" y="17797"/>
                </a:lnTo>
                <a:lnTo>
                  <a:pt x="7189803" y="17797"/>
                </a:lnTo>
                <a:lnTo>
                  <a:pt x="7200769" y="18166"/>
                </a:lnTo>
                <a:close/>
              </a:path>
            </a:pathLst>
          </a:custGeom>
          <a:solidFill xmlns:a="http://schemas.openxmlformats.org/drawingml/2006/main">
            <a:srgbClr val="BBBBBB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ED4EFE-299B-45E0-958F-DC3D0FAA02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77611" y="565082"/>
            <a:ext cx="1459316" cy="872031"/>
          </a:xfrm>
          <a:custGeom xmlns:a="http://schemas.openxmlformats.org/drawingml/2006/main">
            <a:pathLst>
              <a:path w="1459316" h="872031">
                <a:moveTo>
                  <a:pt x="3616" y="729931"/>
                </a:moveTo>
                <a:lnTo>
                  <a:pt x="6357" y="741375"/>
                </a:lnTo>
                <a:lnTo>
                  <a:pt x="9823" y="752519"/>
                </a:lnTo>
                <a:lnTo>
                  <a:pt x="13985" y="763337"/>
                </a:lnTo>
                <a:lnTo>
                  <a:pt x="18819" y="773802"/>
                </a:lnTo>
                <a:lnTo>
                  <a:pt x="24297" y="783888"/>
                </a:lnTo>
                <a:lnTo>
                  <a:pt x="30394" y="793567"/>
                </a:lnTo>
                <a:lnTo>
                  <a:pt x="37081" y="802814"/>
                </a:lnTo>
                <a:lnTo>
                  <a:pt x="44334" y="811603"/>
                </a:lnTo>
                <a:lnTo>
                  <a:pt x="52125" y="819906"/>
                </a:lnTo>
                <a:lnTo>
                  <a:pt x="60428" y="827697"/>
                </a:lnTo>
                <a:lnTo>
                  <a:pt x="69216" y="834949"/>
                </a:lnTo>
                <a:lnTo>
                  <a:pt x="78463" y="841637"/>
                </a:lnTo>
                <a:lnTo>
                  <a:pt x="88143" y="847733"/>
                </a:lnTo>
                <a:lnTo>
                  <a:pt x="98228" y="853211"/>
                </a:lnTo>
                <a:lnTo>
                  <a:pt x="108693" y="858045"/>
                </a:lnTo>
                <a:lnTo>
                  <a:pt x="119511" y="862208"/>
                </a:lnTo>
                <a:lnTo>
                  <a:pt x="130655" y="865673"/>
                </a:lnTo>
                <a:lnTo>
                  <a:pt x="142099" y="868415"/>
                </a:lnTo>
                <a:lnTo>
                  <a:pt x="153817" y="870406"/>
                </a:lnTo>
                <a:lnTo>
                  <a:pt x="165781" y="871620"/>
                </a:lnTo>
                <a:lnTo>
                  <a:pt x="177965" y="872031"/>
                </a:lnTo>
                <a:lnTo>
                  <a:pt x="1281351" y="872031"/>
                </a:lnTo>
                <a:lnTo>
                  <a:pt x="1293536" y="871620"/>
                </a:lnTo>
                <a:lnTo>
                  <a:pt x="1305500" y="870406"/>
                </a:lnTo>
                <a:lnTo>
                  <a:pt x="1317217" y="868415"/>
                </a:lnTo>
                <a:lnTo>
                  <a:pt x="1328661" y="865673"/>
                </a:lnTo>
                <a:lnTo>
                  <a:pt x="1339806" y="862208"/>
                </a:lnTo>
                <a:lnTo>
                  <a:pt x="1350623" y="858045"/>
                </a:lnTo>
                <a:lnTo>
                  <a:pt x="1361088" y="853211"/>
                </a:lnTo>
                <a:lnTo>
                  <a:pt x="1371174" y="847733"/>
                </a:lnTo>
                <a:lnTo>
                  <a:pt x="1380853" y="841637"/>
                </a:lnTo>
                <a:lnTo>
                  <a:pt x="1390101" y="834949"/>
                </a:lnTo>
                <a:lnTo>
                  <a:pt x="1398889" y="827697"/>
                </a:lnTo>
                <a:lnTo>
                  <a:pt x="1407192" y="819906"/>
                </a:lnTo>
                <a:lnTo>
                  <a:pt x="1414983" y="811603"/>
                </a:lnTo>
                <a:lnTo>
                  <a:pt x="1422235" y="802814"/>
                </a:lnTo>
                <a:lnTo>
                  <a:pt x="1428923" y="793567"/>
                </a:lnTo>
                <a:lnTo>
                  <a:pt x="1435019" y="783888"/>
                </a:lnTo>
                <a:lnTo>
                  <a:pt x="1440497" y="773802"/>
                </a:lnTo>
                <a:lnTo>
                  <a:pt x="1445331" y="763337"/>
                </a:lnTo>
                <a:lnTo>
                  <a:pt x="1449494" y="752519"/>
                </a:lnTo>
                <a:lnTo>
                  <a:pt x="1452959" y="741375"/>
                </a:lnTo>
                <a:lnTo>
                  <a:pt x="1455701" y="729931"/>
                </a:lnTo>
                <a:lnTo>
                  <a:pt x="1457692" y="718214"/>
                </a:lnTo>
                <a:lnTo>
                  <a:pt x="1458906" y="706250"/>
                </a:lnTo>
                <a:lnTo>
                  <a:pt x="1459316" y="694065"/>
                </a:lnTo>
                <a:lnTo>
                  <a:pt x="1459316" y="177965"/>
                </a:lnTo>
                <a:lnTo>
                  <a:pt x="1458906" y="165781"/>
                </a:lnTo>
                <a:lnTo>
                  <a:pt x="1457692" y="153817"/>
                </a:lnTo>
                <a:lnTo>
                  <a:pt x="1455701" y="142099"/>
                </a:lnTo>
                <a:lnTo>
                  <a:pt x="1452959" y="130655"/>
                </a:lnTo>
                <a:lnTo>
                  <a:pt x="1449494" y="119511"/>
                </a:lnTo>
                <a:lnTo>
                  <a:pt x="1445331" y="108693"/>
                </a:lnTo>
                <a:lnTo>
                  <a:pt x="1440497" y="98228"/>
                </a:lnTo>
                <a:lnTo>
                  <a:pt x="1435019" y="88143"/>
                </a:lnTo>
                <a:lnTo>
                  <a:pt x="1428923" y="78463"/>
                </a:lnTo>
                <a:lnTo>
                  <a:pt x="1422235" y="69216"/>
                </a:lnTo>
                <a:lnTo>
                  <a:pt x="1414983" y="60428"/>
                </a:lnTo>
                <a:lnTo>
                  <a:pt x="1407192" y="52125"/>
                </a:lnTo>
                <a:lnTo>
                  <a:pt x="1398889" y="44334"/>
                </a:lnTo>
                <a:lnTo>
                  <a:pt x="1390101" y="37081"/>
                </a:lnTo>
                <a:lnTo>
                  <a:pt x="1380853" y="30394"/>
                </a:lnTo>
                <a:lnTo>
                  <a:pt x="1371174" y="24297"/>
                </a:lnTo>
                <a:lnTo>
                  <a:pt x="1361088" y="18819"/>
                </a:lnTo>
                <a:lnTo>
                  <a:pt x="1350623" y="13985"/>
                </a:lnTo>
                <a:lnTo>
                  <a:pt x="1339806" y="9823"/>
                </a:lnTo>
                <a:lnTo>
                  <a:pt x="1328661" y="6357"/>
                </a:lnTo>
                <a:lnTo>
                  <a:pt x="1317217" y="3616"/>
                </a:lnTo>
                <a:lnTo>
                  <a:pt x="1305500" y="1625"/>
                </a:lnTo>
                <a:lnTo>
                  <a:pt x="1293536" y="411"/>
                </a:lnTo>
                <a:lnTo>
                  <a:pt x="1281351" y="0"/>
                </a:lnTo>
                <a:lnTo>
                  <a:pt x="177965" y="0"/>
                </a:lnTo>
                <a:lnTo>
                  <a:pt x="165781" y="411"/>
                </a:lnTo>
                <a:lnTo>
                  <a:pt x="153817" y="1625"/>
                </a:lnTo>
                <a:lnTo>
                  <a:pt x="142099" y="3616"/>
                </a:lnTo>
                <a:lnTo>
                  <a:pt x="130655" y="6357"/>
                </a:lnTo>
                <a:lnTo>
                  <a:pt x="119511" y="9823"/>
                </a:lnTo>
                <a:lnTo>
                  <a:pt x="108693" y="13985"/>
                </a:lnTo>
                <a:lnTo>
                  <a:pt x="98228" y="18819"/>
                </a:lnTo>
                <a:lnTo>
                  <a:pt x="88143" y="24297"/>
                </a:lnTo>
                <a:lnTo>
                  <a:pt x="78463" y="30394"/>
                </a:lnTo>
                <a:lnTo>
                  <a:pt x="69216" y="37081"/>
                </a:lnTo>
                <a:lnTo>
                  <a:pt x="60428" y="44334"/>
                </a:lnTo>
                <a:lnTo>
                  <a:pt x="52125" y="52125"/>
                </a:lnTo>
                <a:lnTo>
                  <a:pt x="44334" y="60428"/>
                </a:lnTo>
                <a:lnTo>
                  <a:pt x="37081" y="69216"/>
                </a:lnTo>
                <a:lnTo>
                  <a:pt x="30394" y="78463"/>
                </a:lnTo>
                <a:lnTo>
                  <a:pt x="24297" y="88143"/>
                </a:lnTo>
                <a:lnTo>
                  <a:pt x="18819" y="98228"/>
                </a:lnTo>
                <a:lnTo>
                  <a:pt x="13985" y="108693"/>
                </a:lnTo>
                <a:lnTo>
                  <a:pt x="9823" y="119511"/>
                </a:lnTo>
                <a:lnTo>
                  <a:pt x="6357" y="130655"/>
                </a:lnTo>
                <a:lnTo>
                  <a:pt x="3616" y="142099"/>
                </a:lnTo>
                <a:lnTo>
                  <a:pt x="1625" y="153817"/>
                </a:lnTo>
                <a:lnTo>
                  <a:pt x="411" y="165781"/>
                </a:lnTo>
                <a:lnTo>
                  <a:pt x="0" y="177965"/>
                </a:lnTo>
                <a:lnTo>
                  <a:pt x="0" y="694065"/>
                </a:lnTo>
                <a:lnTo>
                  <a:pt x="411" y="706250"/>
                </a:lnTo>
                <a:lnTo>
                  <a:pt x="1625" y="718214"/>
                </a:lnTo>
                <a:lnTo>
                  <a:pt x="3616" y="729931"/>
                </a:lnTo>
                <a:close/>
                <a:moveTo>
                  <a:pt x="1292317" y="18166"/>
                </a:moveTo>
                <a:lnTo>
                  <a:pt x="1303085" y="19258"/>
                </a:lnTo>
                <a:lnTo>
                  <a:pt x="1313631" y="21050"/>
                </a:lnTo>
                <a:lnTo>
                  <a:pt x="1323930" y="23518"/>
                </a:lnTo>
                <a:lnTo>
                  <a:pt x="1333960" y="26637"/>
                </a:lnTo>
                <a:lnTo>
                  <a:pt x="1343696" y="30383"/>
                </a:lnTo>
                <a:lnTo>
                  <a:pt x="1353114" y="34734"/>
                </a:lnTo>
                <a:lnTo>
                  <a:pt x="1362191" y="39664"/>
                </a:lnTo>
                <a:lnTo>
                  <a:pt x="1370903" y="45151"/>
                </a:lnTo>
                <a:lnTo>
                  <a:pt x="1379226" y="51169"/>
                </a:lnTo>
                <a:lnTo>
                  <a:pt x="1387135" y="57697"/>
                </a:lnTo>
                <a:lnTo>
                  <a:pt x="1394608" y="64709"/>
                </a:lnTo>
                <a:lnTo>
                  <a:pt x="1401619" y="72181"/>
                </a:lnTo>
                <a:lnTo>
                  <a:pt x="1408147" y="80091"/>
                </a:lnTo>
                <a:lnTo>
                  <a:pt x="1414166" y="88413"/>
                </a:lnTo>
                <a:lnTo>
                  <a:pt x="1419652" y="97125"/>
                </a:lnTo>
                <a:lnTo>
                  <a:pt x="1424583" y="106202"/>
                </a:lnTo>
                <a:lnTo>
                  <a:pt x="1428933" y="115620"/>
                </a:lnTo>
                <a:lnTo>
                  <a:pt x="1432680" y="125356"/>
                </a:lnTo>
                <a:lnTo>
                  <a:pt x="1435799" y="135386"/>
                </a:lnTo>
                <a:lnTo>
                  <a:pt x="1438266" y="145686"/>
                </a:lnTo>
                <a:lnTo>
                  <a:pt x="1440058" y="156231"/>
                </a:lnTo>
                <a:lnTo>
                  <a:pt x="1441150" y="166999"/>
                </a:lnTo>
                <a:lnTo>
                  <a:pt x="1441520" y="177965"/>
                </a:lnTo>
                <a:lnTo>
                  <a:pt x="1441520" y="694065"/>
                </a:lnTo>
                <a:lnTo>
                  <a:pt x="1441150" y="705031"/>
                </a:lnTo>
                <a:lnTo>
                  <a:pt x="1440058" y="715799"/>
                </a:lnTo>
                <a:lnTo>
                  <a:pt x="1438266" y="726344"/>
                </a:lnTo>
                <a:lnTo>
                  <a:pt x="1435799" y="736644"/>
                </a:lnTo>
                <a:lnTo>
                  <a:pt x="1432680" y="746674"/>
                </a:lnTo>
                <a:lnTo>
                  <a:pt x="1428933" y="756410"/>
                </a:lnTo>
                <a:lnTo>
                  <a:pt x="1424583" y="765828"/>
                </a:lnTo>
                <a:lnTo>
                  <a:pt x="1419652" y="774905"/>
                </a:lnTo>
                <a:lnTo>
                  <a:pt x="1414166" y="783617"/>
                </a:lnTo>
                <a:lnTo>
                  <a:pt x="1408147" y="791939"/>
                </a:lnTo>
                <a:lnTo>
                  <a:pt x="1401619" y="799849"/>
                </a:lnTo>
                <a:lnTo>
                  <a:pt x="1394608" y="807321"/>
                </a:lnTo>
                <a:lnTo>
                  <a:pt x="1387135" y="814333"/>
                </a:lnTo>
                <a:lnTo>
                  <a:pt x="1379226" y="820861"/>
                </a:lnTo>
                <a:lnTo>
                  <a:pt x="1370903" y="826879"/>
                </a:lnTo>
                <a:lnTo>
                  <a:pt x="1362191" y="832366"/>
                </a:lnTo>
                <a:lnTo>
                  <a:pt x="1353114" y="837296"/>
                </a:lnTo>
                <a:lnTo>
                  <a:pt x="1343696" y="841647"/>
                </a:lnTo>
                <a:lnTo>
                  <a:pt x="1333960" y="845393"/>
                </a:lnTo>
                <a:lnTo>
                  <a:pt x="1323930" y="848512"/>
                </a:lnTo>
                <a:lnTo>
                  <a:pt x="1313631" y="850980"/>
                </a:lnTo>
                <a:lnTo>
                  <a:pt x="1303085" y="852772"/>
                </a:lnTo>
                <a:lnTo>
                  <a:pt x="1292317" y="853864"/>
                </a:lnTo>
                <a:lnTo>
                  <a:pt x="1281351" y="854234"/>
                </a:lnTo>
                <a:lnTo>
                  <a:pt x="177965" y="854234"/>
                </a:lnTo>
                <a:lnTo>
                  <a:pt x="166999" y="853864"/>
                </a:lnTo>
                <a:lnTo>
                  <a:pt x="156231" y="852772"/>
                </a:lnTo>
                <a:lnTo>
                  <a:pt x="145686" y="850980"/>
                </a:lnTo>
                <a:lnTo>
                  <a:pt x="135386" y="848512"/>
                </a:lnTo>
                <a:lnTo>
                  <a:pt x="125357" y="845393"/>
                </a:lnTo>
                <a:lnTo>
                  <a:pt x="115621" y="841647"/>
                </a:lnTo>
                <a:lnTo>
                  <a:pt x="106202" y="837296"/>
                </a:lnTo>
                <a:lnTo>
                  <a:pt x="97125" y="832366"/>
                </a:lnTo>
                <a:lnTo>
                  <a:pt x="88414" y="826879"/>
                </a:lnTo>
                <a:lnTo>
                  <a:pt x="80091" y="820861"/>
                </a:lnTo>
                <a:lnTo>
                  <a:pt x="72182" y="814333"/>
                </a:lnTo>
                <a:lnTo>
                  <a:pt x="64709" y="807321"/>
                </a:lnTo>
                <a:lnTo>
                  <a:pt x="57697" y="799849"/>
                </a:lnTo>
                <a:lnTo>
                  <a:pt x="51170" y="791939"/>
                </a:lnTo>
                <a:lnTo>
                  <a:pt x="45151" y="783617"/>
                </a:lnTo>
                <a:lnTo>
                  <a:pt x="39664" y="774905"/>
                </a:lnTo>
                <a:lnTo>
                  <a:pt x="34734" y="765828"/>
                </a:lnTo>
                <a:lnTo>
                  <a:pt x="30383" y="756410"/>
                </a:lnTo>
                <a:lnTo>
                  <a:pt x="26637" y="746674"/>
                </a:lnTo>
                <a:lnTo>
                  <a:pt x="23518" y="736644"/>
                </a:lnTo>
                <a:lnTo>
                  <a:pt x="21051" y="726344"/>
                </a:lnTo>
                <a:lnTo>
                  <a:pt x="19259" y="715799"/>
                </a:lnTo>
                <a:lnTo>
                  <a:pt x="18166" y="705031"/>
                </a:lnTo>
                <a:lnTo>
                  <a:pt x="17797" y="694065"/>
                </a:lnTo>
                <a:lnTo>
                  <a:pt x="17797" y="177965"/>
                </a:lnTo>
                <a:lnTo>
                  <a:pt x="18166" y="166999"/>
                </a:lnTo>
                <a:lnTo>
                  <a:pt x="19259" y="156231"/>
                </a:lnTo>
                <a:lnTo>
                  <a:pt x="21051" y="145686"/>
                </a:lnTo>
                <a:lnTo>
                  <a:pt x="23518" y="135386"/>
                </a:lnTo>
                <a:lnTo>
                  <a:pt x="26637" y="125356"/>
                </a:lnTo>
                <a:lnTo>
                  <a:pt x="30383" y="115620"/>
                </a:lnTo>
                <a:lnTo>
                  <a:pt x="34734" y="106202"/>
                </a:lnTo>
                <a:lnTo>
                  <a:pt x="39664" y="97125"/>
                </a:lnTo>
                <a:lnTo>
                  <a:pt x="45151" y="88413"/>
                </a:lnTo>
                <a:lnTo>
                  <a:pt x="51170" y="80091"/>
                </a:lnTo>
                <a:lnTo>
                  <a:pt x="57697" y="72181"/>
                </a:lnTo>
                <a:lnTo>
                  <a:pt x="64709" y="64709"/>
                </a:lnTo>
                <a:lnTo>
                  <a:pt x="72182" y="57697"/>
                </a:lnTo>
                <a:lnTo>
                  <a:pt x="80091" y="51169"/>
                </a:lnTo>
                <a:lnTo>
                  <a:pt x="88414" y="45151"/>
                </a:lnTo>
                <a:lnTo>
                  <a:pt x="97125" y="39664"/>
                </a:lnTo>
                <a:lnTo>
                  <a:pt x="106202" y="34734"/>
                </a:lnTo>
                <a:lnTo>
                  <a:pt x="115621" y="30383"/>
                </a:lnTo>
                <a:lnTo>
                  <a:pt x="125357" y="26637"/>
                </a:lnTo>
                <a:lnTo>
                  <a:pt x="135386" y="23518"/>
                </a:lnTo>
                <a:lnTo>
                  <a:pt x="145686" y="21050"/>
                </a:lnTo>
                <a:lnTo>
                  <a:pt x="156231" y="19258"/>
                </a:lnTo>
                <a:lnTo>
                  <a:pt x="166999" y="18166"/>
                </a:lnTo>
                <a:lnTo>
                  <a:pt x="177965" y="17796"/>
                </a:lnTo>
                <a:lnTo>
                  <a:pt x="1281351" y="17796"/>
                </a:lnTo>
                <a:lnTo>
                  <a:pt x="1292317" y="18166"/>
                </a:lnTo>
                <a:close/>
              </a:path>
            </a:pathLst>
          </a:custGeom>
          <a:solidFill xmlns:a="http://schemas.openxmlformats.org/drawingml/2006/main">
            <a:srgbClr val="828282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E91494-79C0-448C-9A6D-E05594A6B4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3373" y="2540498"/>
            <a:ext cx="2865243" cy="1690671"/>
          </a:xfrm>
          <a:custGeom xmlns:a="http://schemas.openxmlformats.org/drawingml/2006/main">
            <a:pathLst>
              <a:path w="2865243" h="1690671">
                <a:moveTo>
                  <a:pt x="3616" y="1548572"/>
                </a:moveTo>
                <a:lnTo>
                  <a:pt x="6357" y="1560016"/>
                </a:lnTo>
                <a:lnTo>
                  <a:pt x="9823" y="1571160"/>
                </a:lnTo>
                <a:lnTo>
                  <a:pt x="13985" y="1581978"/>
                </a:lnTo>
                <a:lnTo>
                  <a:pt x="18819" y="1592443"/>
                </a:lnTo>
                <a:lnTo>
                  <a:pt x="24297" y="1602529"/>
                </a:lnTo>
                <a:lnTo>
                  <a:pt x="30394" y="1612208"/>
                </a:lnTo>
                <a:lnTo>
                  <a:pt x="37081" y="1621455"/>
                </a:lnTo>
                <a:lnTo>
                  <a:pt x="44334" y="1630244"/>
                </a:lnTo>
                <a:lnTo>
                  <a:pt x="52125" y="1638547"/>
                </a:lnTo>
                <a:lnTo>
                  <a:pt x="60428" y="1646338"/>
                </a:lnTo>
                <a:lnTo>
                  <a:pt x="69216" y="1653590"/>
                </a:lnTo>
                <a:lnTo>
                  <a:pt x="78463" y="1660278"/>
                </a:lnTo>
                <a:lnTo>
                  <a:pt x="88143" y="1666374"/>
                </a:lnTo>
                <a:lnTo>
                  <a:pt x="98228" y="1671852"/>
                </a:lnTo>
                <a:lnTo>
                  <a:pt x="108693" y="1676686"/>
                </a:lnTo>
                <a:lnTo>
                  <a:pt x="119511" y="1680849"/>
                </a:lnTo>
                <a:lnTo>
                  <a:pt x="130655" y="1684314"/>
                </a:lnTo>
                <a:lnTo>
                  <a:pt x="142099" y="1687056"/>
                </a:lnTo>
                <a:lnTo>
                  <a:pt x="153817" y="1689047"/>
                </a:lnTo>
                <a:lnTo>
                  <a:pt x="165781" y="1690261"/>
                </a:lnTo>
                <a:lnTo>
                  <a:pt x="177965" y="1690671"/>
                </a:lnTo>
                <a:lnTo>
                  <a:pt x="2687278" y="1690671"/>
                </a:lnTo>
                <a:lnTo>
                  <a:pt x="2699462" y="1690261"/>
                </a:lnTo>
                <a:lnTo>
                  <a:pt x="2711427" y="1689047"/>
                </a:lnTo>
                <a:lnTo>
                  <a:pt x="2723144" y="1687056"/>
                </a:lnTo>
                <a:lnTo>
                  <a:pt x="2734588" y="1684314"/>
                </a:lnTo>
                <a:lnTo>
                  <a:pt x="2745732" y="1680849"/>
                </a:lnTo>
                <a:lnTo>
                  <a:pt x="2756550" y="1676686"/>
                </a:lnTo>
                <a:lnTo>
                  <a:pt x="2767015" y="1671852"/>
                </a:lnTo>
                <a:lnTo>
                  <a:pt x="2777100" y="1666374"/>
                </a:lnTo>
                <a:lnTo>
                  <a:pt x="2786780" y="1660278"/>
                </a:lnTo>
                <a:lnTo>
                  <a:pt x="2796027" y="1653590"/>
                </a:lnTo>
                <a:lnTo>
                  <a:pt x="2804815" y="1646338"/>
                </a:lnTo>
                <a:lnTo>
                  <a:pt x="2813118" y="1638547"/>
                </a:lnTo>
                <a:lnTo>
                  <a:pt x="2820909" y="1630244"/>
                </a:lnTo>
                <a:lnTo>
                  <a:pt x="2828162" y="1621455"/>
                </a:lnTo>
                <a:lnTo>
                  <a:pt x="2834849" y="1612208"/>
                </a:lnTo>
                <a:lnTo>
                  <a:pt x="2840946" y="1602529"/>
                </a:lnTo>
                <a:lnTo>
                  <a:pt x="2846424" y="1592443"/>
                </a:lnTo>
                <a:lnTo>
                  <a:pt x="2851258" y="1581978"/>
                </a:lnTo>
                <a:lnTo>
                  <a:pt x="2855421" y="1571160"/>
                </a:lnTo>
                <a:lnTo>
                  <a:pt x="2858886" y="1560016"/>
                </a:lnTo>
                <a:lnTo>
                  <a:pt x="2861628" y="1548572"/>
                </a:lnTo>
                <a:lnTo>
                  <a:pt x="2863619" y="1536855"/>
                </a:lnTo>
                <a:lnTo>
                  <a:pt x="2864833" y="1524891"/>
                </a:lnTo>
                <a:lnTo>
                  <a:pt x="2865243" y="1512706"/>
                </a:lnTo>
                <a:lnTo>
                  <a:pt x="2865243" y="177965"/>
                </a:lnTo>
                <a:lnTo>
                  <a:pt x="2864833" y="165781"/>
                </a:lnTo>
                <a:lnTo>
                  <a:pt x="2863619" y="153817"/>
                </a:lnTo>
                <a:lnTo>
                  <a:pt x="2861628" y="142099"/>
                </a:lnTo>
                <a:lnTo>
                  <a:pt x="2858886" y="130655"/>
                </a:lnTo>
                <a:lnTo>
                  <a:pt x="2855421" y="119511"/>
                </a:lnTo>
                <a:lnTo>
                  <a:pt x="2851258" y="108693"/>
                </a:lnTo>
                <a:lnTo>
                  <a:pt x="2846424" y="98228"/>
                </a:lnTo>
                <a:lnTo>
                  <a:pt x="2840946" y="88143"/>
                </a:lnTo>
                <a:lnTo>
                  <a:pt x="2834849" y="78463"/>
                </a:lnTo>
                <a:lnTo>
                  <a:pt x="2828162" y="69216"/>
                </a:lnTo>
                <a:lnTo>
                  <a:pt x="2820909" y="60428"/>
                </a:lnTo>
                <a:lnTo>
                  <a:pt x="2813118" y="52125"/>
                </a:lnTo>
                <a:lnTo>
                  <a:pt x="2804815" y="44334"/>
                </a:lnTo>
                <a:lnTo>
                  <a:pt x="2796027" y="37081"/>
                </a:lnTo>
                <a:lnTo>
                  <a:pt x="2786780" y="30394"/>
                </a:lnTo>
                <a:lnTo>
                  <a:pt x="2777100" y="24297"/>
                </a:lnTo>
                <a:lnTo>
                  <a:pt x="2767015" y="18819"/>
                </a:lnTo>
                <a:lnTo>
                  <a:pt x="2756550" y="13985"/>
                </a:lnTo>
                <a:lnTo>
                  <a:pt x="2745732" y="9823"/>
                </a:lnTo>
                <a:lnTo>
                  <a:pt x="2734588" y="6357"/>
                </a:lnTo>
                <a:lnTo>
                  <a:pt x="2723144" y="3616"/>
                </a:lnTo>
                <a:lnTo>
                  <a:pt x="2711427" y="1625"/>
                </a:lnTo>
                <a:lnTo>
                  <a:pt x="2699462" y="411"/>
                </a:lnTo>
                <a:lnTo>
                  <a:pt x="2687278" y="0"/>
                </a:lnTo>
                <a:lnTo>
                  <a:pt x="177965" y="0"/>
                </a:lnTo>
                <a:lnTo>
                  <a:pt x="165781" y="411"/>
                </a:lnTo>
                <a:lnTo>
                  <a:pt x="153817" y="1625"/>
                </a:lnTo>
                <a:lnTo>
                  <a:pt x="142099" y="3616"/>
                </a:lnTo>
                <a:lnTo>
                  <a:pt x="130655" y="6357"/>
                </a:lnTo>
                <a:lnTo>
                  <a:pt x="119511" y="9823"/>
                </a:lnTo>
                <a:lnTo>
                  <a:pt x="108693" y="13985"/>
                </a:lnTo>
                <a:lnTo>
                  <a:pt x="98228" y="18819"/>
                </a:lnTo>
                <a:lnTo>
                  <a:pt x="88143" y="24297"/>
                </a:lnTo>
                <a:lnTo>
                  <a:pt x="78463" y="30394"/>
                </a:lnTo>
                <a:lnTo>
                  <a:pt x="69216" y="37081"/>
                </a:lnTo>
                <a:lnTo>
                  <a:pt x="60428" y="44334"/>
                </a:lnTo>
                <a:lnTo>
                  <a:pt x="52125" y="52125"/>
                </a:lnTo>
                <a:lnTo>
                  <a:pt x="44334" y="60428"/>
                </a:lnTo>
                <a:lnTo>
                  <a:pt x="37081" y="69216"/>
                </a:lnTo>
                <a:lnTo>
                  <a:pt x="30394" y="78463"/>
                </a:lnTo>
                <a:lnTo>
                  <a:pt x="24297" y="88143"/>
                </a:lnTo>
                <a:lnTo>
                  <a:pt x="18819" y="98228"/>
                </a:lnTo>
                <a:lnTo>
                  <a:pt x="13985" y="108693"/>
                </a:lnTo>
                <a:lnTo>
                  <a:pt x="9823" y="119511"/>
                </a:lnTo>
                <a:lnTo>
                  <a:pt x="6357" y="130655"/>
                </a:lnTo>
                <a:lnTo>
                  <a:pt x="3616" y="142099"/>
                </a:lnTo>
                <a:lnTo>
                  <a:pt x="1625" y="153817"/>
                </a:lnTo>
                <a:lnTo>
                  <a:pt x="411" y="165781"/>
                </a:lnTo>
                <a:lnTo>
                  <a:pt x="0" y="177965"/>
                </a:lnTo>
                <a:lnTo>
                  <a:pt x="0" y="1512706"/>
                </a:lnTo>
                <a:lnTo>
                  <a:pt x="411" y="1524891"/>
                </a:lnTo>
                <a:lnTo>
                  <a:pt x="1625" y="1536855"/>
                </a:lnTo>
                <a:lnTo>
                  <a:pt x="3616" y="1548572"/>
                </a:lnTo>
                <a:close/>
                <a:moveTo>
                  <a:pt x="2698244" y="18166"/>
                </a:moveTo>
                <a:lnTo>
                  <a:pt x="2709012" y="19258"/>
                </a:lnTo>
                <a:lnTo>
                  <a:pt x="2719558" y="21050"/>
                </a:lnTo>
                <a:lnTo>
                  <a:pt x="2729857" y="23517"/>
                </a:lnTo>
                <a:lnTo>
                  <a:pt x="2739887" y="26636"/>
                </a:lnTo>
                <a:lnTo>
                  <a:pt x="2749623" y="30383"/>
                </a:lnTo>
                <a:lnTo>
                  <a:pt x="2759041" y="34733"/>
                </a:lnTo>
                <a:lnTo>
                  <a:pt x="2768118" y="39664"/>
                </a:lnTo>
                <a:lnTo>
                  <a:pt x="2776830" y="45150"/>
                </a:lnTo>
                <a:lnTo>
                  <a:pt x="2785153" y="51169"/>
                </a:lnTo>
                <a:lnTo>
                  <a:pt x="2793062" y="57697"/>
                </a:lnTo>
                <a:lnTo>
                  <a:pt x="2800535" y="64708"/>
                </a:lnTo>
                <a:lnTo>
                  <a:pt x="2807546" y="72181"/>
                </a:lnTo>
                <a:lnTo>
                  <a:pt x="2814074" y="80091"/>
                </a:lnTo>
                <a:lnTo>
                  <a:pt x="2820093" y="88413"/>
                </a:lnTo>
                <a:lnTo>
                  <a:pt x="2825579" y="97125"/>
                </a:lnTo>
                <a:lnTo>
                  <a:pt x="2830510" y="106202"/>
                </a:lnTo>
                <a:lnTo>
                  <a:pt x="2834860" y="115620"/>
                </a:lnTo>
                <a:lnTo>
                  <a:pt x="2838607" y="125356"/>
                </a:lnTo>
                <a:lnTo>
                  <a:pt x="2841726" y="135386"/>
                </a:lnTo>
                <a:lnTo>
                  <a:pt x="2844193" y="145685"/>
                </a:lnTo>
                <a:lnTo>
                  <a:pt x="2845985" y="156231"/>
                </a:lnTo>
                <a:lnTo>
                  <a:pt x="2847077" y="166999"/>
                </a:lnTo>
                <a:lnTo>
                  <a:pt x="2847447" y="177965"/>
                </a:lnTo>
                <a:lnTo>
                  <a:pt x="2847447" y="1512706"/>
                </a:lnTo>
                <a:lnTo>
                  <a:pt x="2847077" y="1523672"/>
                </a:lnTo>
                <a:lnTo>
                  <a:pt x="2845985" y="1534440"/>
                </a:lnTo>
                <a:lnTo>
                  <a:pt x="2844193" y="1544985"/>
                </a:lnTo>
                <a:lnTo>
                  <a:pt x="2841726" y="1555285"/>
                </a:lnTo>
                <a:lnTo>
                  <a:pt x="2838607" y="1565315"/>
                </a:lnTo>
                <a:lnTo>
                  <a:pt x="2834860" y="1575051"/>
                </a:lnTo>
                <a:lnTo>
                  <a:pt x="2830510" y="1584469"/>
                </a:lnTo>
                <a:lnTo>
                  <a:pt x="2825579" y="1593546"/>
                </a:lnTo>
                <a:lnTo>
                  <a:pt x="2820093" y="1602257"/>
                </a:lnTo>
                <a:lnTo>
                  <a:pt x="2814074" y="1610580"/>
                </a:lnTo>
                <a:lnTo>
                  <a:pt x="2807546" y="1618489"/>
                </a:lnTo>
                <a:lnTo>
                  <a:pt x="2800535" y="1625962"/>
                </a:lnTo>
                <a:lnTo>
                  <a:pt x="2793062" y="1632974"/>
                </a:lnTo>
                <a:lnTo>
                  <a:pt x="2785153" y="1639501"/>
                </a:lnTo>
                <a:lnTo>
                  <a:pt x="2776830" y="1645520"/>
                </a:lnTo>
                <a:lnTo>
                  <a:pt x="2768118" y="1651007"/>
                </a:lnTo>
                <a:lnTo>
                  <a:pt x="2759041" y="1655937"/>
                </a:lnTo>
                <a:lnTo>
                  <a:pt x="2749623" y="1660288"/>
                </a:lnTo>
                <a:lnTo>
                  <a:pt x="2739887" y="1664034"/>
                </a:lnTo>
                <a:lnTo>
                  <a:pt x="2729857" y="1667153"/>
                </a:lnTo>
                <a:lnTo>
                  <a:pt x="2719558" y="1669620"/>
                </a:lnTo>
                <a:lnTo>
                  <a:pt x="2709012" y="1671412"/>
                </a:lnTo>
                <a:lnTo>
                  <a:pt x="2698244" y="1672505"/>
                </a:lnTo>
                <a:lnTo>
                  <a:pt x="2687278" y="1672874"/>
                </a:lnTo>
                <a:lnTo>
                  <a:pt x="177966" y="1672874"/>
                </a:lnTo>
                <a:lnTo>
                  <a:pt x="167000" y="1672505"/>
                </a:lnTo>
                <a:lnTo>
                  <a:pt x="156232" y="1671412"/>
                </a:lnTo>
                <a:lnTo>
                  <a:pt x="145686" y="1669620"/>
                </a:lnTo>
                <a:lnTo>
                  <a:pt x="135386" y="1667153"/>
                </a:lnTo>
                <a:lnTo>
                  <a:pt x="125357" y="1664034"/>
                </a:lnTo>
                <a:lnTo>
                  <a:pt x="115621" y="1660288"/>
                </a:lnTo>
                <a:lnTo>
                  <a:pt x="106202" y="1655937"/>
                </a:lnTo>
                <a:lnTo>
                  <a:pt x="97125" y="1651007"/>
                </a:lnTo>
                <a:lnTo>
                  <a:pt x="88414" y="1645520"/>
                </a:lnTo>
                <a:lnTo>
                  <a:pt x="80091" y="1639501"/>
                </a:lnTo>
                <a:lnTo>
                  <a:pt x="72182" y="1632974"/>
                </a:lnTo>
                <a:lnTo>
                  <a:pt x="64709" y="1625962"/>
                </a:lnTo>
                <a:lnTo>
                  <a:pt x="57697" y="1618490"/>
                </a:lnTo>
                <a:lnTo>
                  <a:pt x="51170" y="1610580"/>
                </a:lnTo>
                <a:lnTo>
                  <a:pt x="45151" y="1602258"/>
                </a:lnTo>
                <a:lnTo>
                  <a:pt x="39665" y="1593546"/>
                </a:lnTo>
                <a:lnTo>
                  <a:pt x="34734" y="1584469"/>
                </a:lnTo>
                <a:lnTo>
                  <a:pt x="30384" y="1575051"/>
                </a:lnTo>
                <a:lnTo>
                  <a:pt x="26637" y="1565315"/>
                </a:lnTo>
                <a:lnTo>
                  <a:pt x="23518" y="1555285"/>
                </a:lnTo>
                <a:lnTo>
                  <a:pt x="21051" y="1544985"/>
                </a:lnTo>
                <a:lnTo>
                  <a:pt x="19259" y="1534440"/>
                </a:lnTo>
                <a:lnTo>
                  <a:pt x="18166" y="1523672"/>
                </a:lnTo>
                <a:lnTo>
                  <a:pt x="17797" y="1512706"/>
                </a:lnTo>
                <a:lnTo>
                  <a:pt x="17797" y="177965"/>
                </a:lnTo>
                <a:lnTo>
                  <a:pt x="18166" y="166999"/>
                </a:lnTo>
                <a:lnTo>
                  <a:pt x="19259" y="156231"/>
                </a:lnTo>
                <a:lnTo>
                  <a:pt x="21051" y="145685"/>
                </a:lnTo>
                <a:lnTo>
                  <a:pt x="23518" y="135386"/>
                </a:lnTo>
                <a:lnTo>
                  <a:pt x="26637" y="125356"/>
                </a:lnTo>
                <a:lnTo>
                  <a:pt x="30384" y="115620"/>
                </a:lnTo>
                <a:lnTo>
                  <a:pt x="34734" y="106202"/>
                </a:lnTo>
                <a:lnTo>
                  <a:pt x="39665" y="97125"/>
                </a:lnTo>
                <a:lnTo>
                  <a:pt x="45151" y="88413"/>
                </a:lnTo>
                <a:lnTo>
                  <a:pt x="51170" y="80091"/>
                </a:lnTo>
                <a:lnTo>
                  <a:pt x="57697" y="72181"/>
                </a:lnTo>
                <a:lnTo>
                  <a:pt x="64709" y="64709"/>
                </a:lnTo>
                <a:lnTo>
                  <a:pt x="72182" y="57697"/>
                </a:lnTo>
                <a:lnTo>
                  <a:pt x="80091" y="51169"/>
                </a:lnTo>
                <a:lnTo>
                  <a:pt x="88414" y="45150"/>
                </a:lnTo>
                <a:lnTo>
                  <a:pt x="97125" y="39664"/>
                </a:lnTo>
                <a:lnTo>
                  <a:pt x="106202" y="34733"/>
                </a:lnTo>
                <a:lnTo>
                  <a:pt x="115621" y="30383"/>
                </a:lnTo>
                <a:lnTo>
                  <a:pt x="125357" y="26636"/>
                </a:lnTo>
                <a:lnTo>
                  <a:pt x="135386" y="23518"/>
                </a:lnTo>
                <a:lnTo>
                  <a:pt x="145686" y="21050"/>
                </a:lnTo>
                <a:lnTo>
                  <a:pt x="156232" y="19258"/>
                </a:lnTo>
                <a:lnTo>
                  <a:pt x="167000" y="18166"/>
                </a:lnTo>
                <a:lnTo>
                  <a:pt x="177966" y="17796"/>
                </a:lnTo>
                <a:lnTo>
                  <a:pt x="2687278" y="17796"/>
                </a:lnTo>
                <a:lnTo>
                  <a:pt x="2698244" y="18166"/>
                </a:lnTo>
                <a:close/>
              </a:path>
            </a:pathLst>
          </a:custGeom>
          <a:solidFill xmlns:a="http://schemas.openxmlformats.org/drawingml/2006/main">
            <a:srgbClr val="BBBBBB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54C78E-6D3D-48B5-9919-EEC028D782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34378" y="2540498"/>
            <a:ext cx="3808460" cy="1690671"/>
          </a:xfrm>
          <a:custGeom xmlns:a="http://schemas.openxmlformats.org/drawingml/2006/main">
            <a:pathLst>
              <a:path w="3808460" h="1690671">
                <a:moveTo>
                  <a:pt x="3616" y="1548572"/>
                </a:moveTo>
                <a:lnTo>
                  <a:pt x="6357" y="1560016"/>
                </a:lnTo>
                <a:lnTo>
                  <a:pt x="9823" y="1571160"/>
                </a:lnTo>
                <a:lnTo>
                  <a:pt x="13985" y="1581978"/>
                </a:lnTo>
                <a:lnTo>
                  <a:pt x="18819" y="1592443"/>
                </a:lnTo>
                <a:lnTo>
                  <a:pt x="24297" y="1602529"/>
                </a:lnTo>
                <a:lnTo>
                  <a:pt x="30394" y="1612208"/>
                </a:lnTo>
                <a:lnTo>
                  <a:pt x="37081" y="1621455"/>
                </a:lnTo>
                <a:lnTo>
                  <a:pt x="44334" y="1630244"/>
                </a:lnTo>
                <a:lnTo>
                  <a:pt x="52125" y="1638547"/>
                </a:lnTo>
                <a:lnTo>
                  <a:pt x="60428" y="1646338"/>
                </a:lnTo>
                <a:lnTo>
                  <a:pt x="69216" y="1653590"/>
                </a:lnTo>
                <a:lnTo>
                  <a:pt x="78463" y="1660278"/>
                </a:lnTo>
                <a:lnTo>
                  <a:pt x="88143" y="1666374"/>
                </a:lnTo>
                <a:lnTo>
                  <a:pt x="98228" y="1671852"/>
                </a:lnTo>
                <a:lnTo>
                  <a:pt x="108693" y="1676686"/>
                </a:lnTo>
                <a:lnTo>
                  <a:pt x="119511" y="1680849"/>
                </a:lnTo>
                <a:lnTo>
                  <a:pt x="130655" y="1684314"/>
                </a:lnTo>
                <a:lnTo>
                  <a:pt x="142099" y="1687056"/>
                </a:lnTo>
                <a:lnTo>
                  <a:pt x="153817" y="1689047"/>
                </a:lnTo>
                <a:lnTo>
                  <a:pt x="165781" y="1690261"/>
                </a:lnTo>
                <a:lnTo>
                  <a:pt x="177965" y="1690671"/>
                </a:lnTo>
                <a:lnTo>
                  <a:pt x="3630494" y="1690671"/>
                </a:lnTo>
                <a:lnTo>
                  <a:pt x="3642679" y="1690261"/>
                </a:lnTo>
                <a:lnTo>
                  <a:pt x="3654643" y="1689047"/>
                </a:lnTo>
                <a:lnTo>
                  <a:pt x="3666360" y="1687056"/>
                </a:lnTo>
                <a:lnTo>
                  <a:pt x="3677804" y="1684314"/>
                </a:lnTo>
                <a:lnTo>
                  <a:pt x="3688949" y="1680849"/>
                </a:lnTo>
                <a:lnTo>
                  <a:pt x="3699766" y="1676686"/>
                </a:lnTo>
                <a:lnTo>
                  <a:pt x="3710231" y="1671852"/>
                </a:lnTo>
                <a:lnTo>
                  <a:pt x="3720317" y="1666374"/>
                </a:lnTo>
                <a:lnTo>
                  <a:pt x="3729996" y="1660278"/>
                </a:lnTo>
                <a:lnTo>
                  <a:pt x="3739243" y="1653590"/>
                </a:lnTo>
                <a:lnTo>
                  <a:pt x="3748032" y="1646338"/>
                </a:lnTo>
                <a:lnTo>
                  <a:pt x="3756335" y="1638547"/>
                </a:lnTo>
                <a:lnTo>
                  <a:pt x="3764126" y="1630244"/>
                </a:lnTo>
                <a:lnTo>
                  <a:pt x="3771378" y="1621455"/>
                </a:lnTo>
                <a:lnTo>
                  <a:pt x="3778066" y="1612208"/>
                </a:lnTo>
                <a:lnTo>
                  <a:pt x="3784162" y="1602529"/>
                </a:lnTo>
                <a:lnTo>
                  <a:pt x="3789640" y="1592443"/>
                </a:lnTo>
                <a:lnTo>
                  <a:pt x="3794474" y="1581978"/>
                </a:lnTo>
                <a:lnTo>
                  <a:pt x="3798637" y="1571160"/>
                </a:lnTo>
                <a:lnTo>
                  <a:pt x="3802103" y="1560016"/>
                </a:lnTo>
                <a:lnTo>
                  <a:pt x="3804844" y="1548572"/>
                </a:lnTo>
                <a:lnTo>
                  <a:pt x="3806835" y="1536855"/>
                </a:lnTo>
                <a:lnTo>
                  <a:pt x="3808049" y="1524891"/>
                </a:lnTo>
                <a:lnTo>
                  <a:pt x="3808460" y="1512706"/>
                </a:lnTo>
                <a:lnTo>
                  <a:pt x="3808460" y="177965"/>
                </a:lnTo>
                <a:lnTo>
                  <a:pt x="3808049" y="165781"/>
                </a:lnTo>
                <a:lnTo>
                  <a:pt x="3806835" y="153817"/>
                </a:lnTo>
                <a:lnTo>
                  <a:pt x="3804844" y="142099"/>
                </a:lnTo>
                <a:lnTo>
                  <a:pt x="3802103" y="130655"/>
                </a:lnTo>
                <a:lnTo>
                  <a:pt x="3798637" y="119511"/>
                </a:lnTo>
                <a:lnTo>
                  <a:pt x="3794474" y="108693"/>
                </a:lnTo>
                <a:lnTo>
                  <a:pt x="3789640" y="98228"/>
                </a:lnTo>
                <a:lnTo>
                  <a:pt x="3784162" y="88143"/>
                </a:lnTo>
                <a:lnTo>
                  <a:pt x="3778066" y="78463"/>
                </a:lnTo>
                <a:lnTo>
                  <a:pt x="3771378" y="69216"/>
                </a:lnTo>
                <a:lnTo>
                  <a:pt x="3764126" y="60428"/>
                </a:lnTo>
                <a:lnTo>
                  <a:pt x="3756335" y="52125"/>
                </a:lnTo>
                <a:lnTo>
                  <a:pt x="3748032" y="44334"/>
                </a:lnTo>
                <a:lnTo>
                  <a:pt x="3739243" y="37081"/>
                </a:lnTo>
                <a:lnTo>
                  <a:pt x="3729996" y="30394"/>
                </a:lnTo>
                <a:lnTo>
                  <a:pt x="3720317" y="24297"/>
                </a:lnTo>
                <a:lnTo>
                  <a:pt x="3710231" y="18819"/>
                </a:lnTo>
                <a:lnTo>
                  <a:pt x="3699766" y="13985"/>
                </a:lnTo>
                <a:lnTo>
                  <a:pt x="3688949" y="9823"/>
                </a:lnTo>
                <a:lnTo>
                  <a:pt x="3677804" y="6357"/>
                </a:lnTo>
                <a:lnTo>
                  <a:pt x="3666360" y="3616"/>
                </a:lnTo>
                <a:lnTo>
                  <a:pt x="3654643" y="1625"/>
                </a:lnTo>
                <a:lnTo>
                  <a:pt x="3642679" y="411"/>
                </a:lnTo>
                <a:lnTo>
                  <a:pt x="3630494" y="0"/>
                </a:lnTo>
                <a:lnTo>
                  <a:pt x="177965" y="0"/>
                </a:lnTo>
                <a:lnTo>
                  <a:pt x="165781" y="411"/>
                </a:lnTo>
                <a:lnTo>
                  <a:pt x="153817" y="1625"/>
                </a:lnTo>
                <a:lnTo>
                  <a:pt x="142099" y="3616"/>
                </a:lnTo>
                <a:lnTo>
                  <a:pt x="130655" y="6357"/>
                </a:lnTo>
                <a:lnTo>
                  <a:pt x="119511" y="9823"/>
                </a:lnTo>
                <a:lnTo>
                  <a:pt x="108693" y="13985"/>
                </a:lnTo>
                <a:lnTo>
                  <a:pt x="98228" y="18819"/>
                </a:lnTo>
                <a:lnTo>
                  <a:pt x="88143" y="24297"/>
                </a:lnTo>
                <a:lnTo>
                  <a:pt x="78463" y="30394"/>
                </a:lnTo>
                <a:lnTo>
                  <a:pt x="69216" y="37081"/>
                </a:lnTo>
                <a:lnTo>
                  <a:pt x="60428" y="44334"/>
                </a:lnTo>
                <a:lnTo>
                  <a:pt x="52125" y="52125"/>
                </a:lnTo>
                <a:lnTo>
                  <a:pt x="44334" y="60428"/>
                </a:lnTo>
                <a:lnTo>
                  <a:pt x="37081" y="69216"/>
                </a:lnTo>
                <a:lnTo>
                  <a:pt x="30394" y="78463"/>
                </a:lnTo>
                <a:lnTo>
                  <a:pt x="24297" y="88143"/>
                </a:lnTo>
                <a:lnTo>
                  <a:pt x="18819" y="98228"/>
                </a:lnTo>
                <a:lnTo>
                  <a:pt x="13985" y="108693"/>
                </a:lnTo>
                <a:lnTo>
                  <a:pt x="9823" y="119511"/>
                </a:lnTo>
                <a:lnTo>
                  <a:pt x="6357" y="130655"/>
                </a:lnTo>
                <a:lnTo>
                  <a:pt x="3616" y="142099"/>
                </a:lnTo>
                <a:lnTo>
                  <a:pt x="1625" y="153817"/>
                </a:lnTo>
                <a:lnTo>
                  <a:pt x="411" y="165781"/>
                </a:lnTo>
                <a:lnTo>
                  <a:pt x="0" y="177965"/>
                </a:lnTo>
                <a:lnTo>
                  <a:pt x="0" y="1512706"/>
                </a:lnTo>
                <a:lnTo>
                  <a:pt x="411" y="1524891"/>
                </a:lnTo>
                <a:lnTo>
                  <a:pt x="1625" y="1536855"/>
                </a:lnTo>
                <a:lnTo>
                  <a:pt x="3616" y="1548572"/>
                </a:lnTo>
                <a:close/>
                <a:moveTo>
                  <a:pt x="3641461" y="18166"/>
                </a:moveTo>
                <a:lnTo>
                  <a:pt x="3652228" y="19258"/>
                </a:lnTo>
                <a:lnTo>
                  <a:pt x="3662774" y="21050"/>
                </a:lnTo>
                <a:lnTo>
                  <a:pt x="3673074" y="23517"/>
                </a:lnTo>
                <a:lnTo>
                  <a:pt x="3683103" y="26636"/>
                </a:lnTo>
                <a:lnTo>
                  <a:pt x="3692839" y="30383"/>
                </a:lnTo>
                <a:lnTo>
                  <a:pt x="3702258" y="34733"/>
                </a:lnTo>
                <a:lnTo>
                  <a:pt x="3711335" y="39664"/>
                </a:lnTo>
                <a:lnTo>
                  <a:pt x="3720046" y="45150"/>
                </a:lnTo>
                <a:lnTo>
                  <a:pt x="3728369" y="51169"/>
                </a:lnTo>
                <a:lnTo>
                  <a:pt x="3736278" y="57697"/>
                </a:lnTo>
                <a:lnTo>
                  <a:pt x="3743751" y="64708"/>
                </a:lnTo>
                <a:lnTo>
                  <a:pt x="3750763" y="72181"/>
                </a:lnTo>
                <a:lnTo>
                  <a:pt x="3757290" y="80091"/>
                </a:lnTo>
                <a:lnTo>
                  <a:pt x="3763309" y="88413"/>
                </a:lnTo>
                <a:lnTo>
                  <a:pt x="3768796" y="97125"/>
                </a:lnTo>
                <a:lnTo>
                  <a:pt x="3773726" y="106202"/>
                </a:lnTo>
                <a:lnTo>
                  <a:pt x="3778076" y="115620"/>
                </a:lnTo>
                <a:lnTo>
                  <a:pt x="3781823" y="125356"/>
                </a:lnTo>
                <a:lnTo>
                  <a:pt x="3784942" y="135386"/>
                </a:lnTo>
                <a:lnTo>
                  <a:pt x="3787409" y="145685"/>
                </a:lnTo>
                <a:lnTo>
                  <a:pt x="3789201" y="156231"/>
                </a:lnTo>
                <a:lnTo>
                  <a:pt x="3790294" y="166999"/>
                </a:lnTo>
                <a:lnTo>
                  <a:pt x="3790663" y="177965"/>
                </a:lnTo>
                <a:lnTo>
                  <a:pt x="3790663" y="1512706"/>
                </a:lnTo>
                <a:lnTo>
                  <a:pt x="3790294" y="1523672"/>
                </a:lnTo>
                <a:lnTo>
                  <a:pt x="3789201" y="1534440"/>
                </a:lnTo>
                <a:lnTo>
                  <a:pt x="3787409" y="1544985"/>
                </a:lnTo>
                <a:lnTo>
                  <a:pt x="3784942" y="1555285"/>
                </a:lnTo>
                <a:lnTo>
                  <a:pt x="3781823" y="1565315"/>
                </a:lnTo>
                <a:lnTo>
                  <a:pt x="3778076" y="1575051"/>
                </a:lnTo>
                <a:lnTo>
                  <a:pt x="3773726" y="1584469"/>
                </a:lnTo>
                <a:lnTo>
                  <a:pt x="3768796" y="1593546"/>
                </a:lnTo>
                <a:lnTo>
                  <a:pt x="3763309" y="1602257"/>
                </a:lnTo>
                <a:lnTo>
                  <a:pt x="3757290" y="1610580"/>
                </a:lnTo>
                <a:lnTo>
                  <a:pt x="3750763" y="1618489"/>
                </a:lnTo>
                <a:lnTo>
                  <a:pt x="3743751" y="1625962"/>
                </a:lnTo>
                <a:lnTo>
                  <a:pt x="3736278" y="1632974"/>
                </a:lnTo>
                <a:lnTo>
                  <a:pt x="3728369" y="1639501"/>
                </a:lnTo>
                <a:lnTo>
                  <a:pt x="3720046" y="1645520"/>
                </a:lnTo>
                <a:lnTo>
                  <a:pt x="3711335" y="1651007"/>
                </a:lnTo>
                <a:lnTo>
                  <a:pt x="3702258" y="1655937"/>
                </a:lnTo>
                <a:lnTo>
                  <a:pt x="3692839" y="1660288"/>
                </a:lnTo>
                <a:lnTo>
                  <a:pt x="3683103" y="1664034"/>
                </a:lnTo>
                <a:lnTo>
                  <a:pt x="3673074" y="1667153"/>
                </a:lnTo>
                <a:lnTo>
                  <a:pt x="3662774" y="1669620"/>
                </a:lnTo>
                <a:lnTo>
                  <a:pt x="3652228" y="1671412"/>
                </a:lnTo>
                <a:lnTo>
                  <a:pt x="3641461" y="1672505"/>
                </a:lnTo>
                <a:lnTo>
                  <a:pt x="3630494" y="1672874"/>
                </a:lnTo>
                <a:lnTo>
                  <a:pt x="177965" y="1672874"/>
                </a:lnTo>
                <a:lnTo>
                  <a:pt x="166999" y="1672505"/>
                </a:lnTo>
                <a:lnTo>
                  <a:pt x="156231" y="1671412"/>
                </a:lnTo>
                <a:lnTo>
                  <a:pt x="145686" y="1669620"/>
                </a:lnTo>
                <a:lnTo>
                  <a:pt x="135386" y="1667153"/>
                </a:lnTo>
                <a:lnTo>
                  <a:pt x="125356" y="1664034"/>
                </a:lnTo>
                <a:lnTo>
                  <a:pt x="115620" y="1660288"/>
                </a:lnTo>
                <a:lnTo>
                  <a:pt x="106202" y="1655937"/>
                </a:lnTo>
                <a:lnTo>
                  <a:pt x="97125" y="1651007"/>
                </a:lnTo>
                <a:lnTo>
                  <a:pt x="88413" y="1645520"/>
                </a:lnTo>
                <a:lnTo>
                  <a:pt x="80091" y="1639501"/>
                </a:lnTo>
                <a:lnTo>
                  <a:pt x="72182" y="1632974"/>
                </a:lnTo>
                <a:lnTo>
                  <a:pt x="64709" y="1625962"/>
                </a:lnTo>
                <a:lnTo>
                  <a:pt x="57697" y="1618490"/>
                </a:lnTo>
                <a:lnTo>
                  <a:pt x="51170" y="1610580"/>
                </a:lnTo>
                <a:lnTo>
                  <a:pt x="45151" y="1602258"/>
                </a:lnTo>
                <a:lnTo>
                  <a:pt x="39664" y="1593546"/>
                </a:lnTo>
                <a:lnTo>
                  <a:pt x="34734" y="1584469"/>
                </a:lnTo>
                <a:lnTo>
                  <a:pt x="30383" y="1575051"/>
                </a:lnTo>
                <a:lnTo>
                  <a:pt x="26637" y="1565315"/>
                </a:lnTo>
                <a:lnTo>
                  <a:pt x="23518" y="1555285"/>
                </a:lnTo>
                <a:lnTo>
                  <a:pt x="21051" y="1544985"/>
                </a:lnTo>
                <a:lnTo>
                  <a:pt x="19259" y="1534440"/>
                </a:lnTo>
                <a:lnTo>
                  <a:pt x="18166" y="1523672"/>
                </a:lnTo>
                <a:lnTo>
                  <a:pt x="17797" y="1512706"/>
                </a:lnTo>
                <a:lnTo>
                  <a:pt x="17797" y="177965"/>
                </a:lnTo>
                <a:lnTo>
                  <a:pt x="18166" y="166999"/>
                </a:lnTo>
                <a:lnTo>
                  <a:pt x="19259" y="156231"/>
                </a:lnTo>
                <a:lnTo>
                  <a:pt x="21051" y="145685"/>
                </a:lnTo>
                <a:lnTo>
                  <a:pt x="23518" y="135386"/>
                </a:lnTo>
                <a:lnTo>
                  <a:pt x="26637" y="125356"/>
                </a:lnTo>
                <a:lnTo>
                  <a:pt x="30383" y="115620"/>
                </a:lnTo>
                <a:lnTo>
                  <a:pt x="34734" y="106202"/>
                </a:lnTo>
                <a:lnTo>
                  <a:pt x="39664" y="97125"/>
                </a:lnTo>
                <a:lnTo>
                  <a:pt x="45151" y="88413"/>
                </a:lnTo>
                <a:lnTo>
                  <a:pt x="51170" y="80091"/>
                </a:lnTo>
                <a:lnTo>
                  <a:pt x="57697" y="72181"/>
                </a:lnTo>
                <a:lnTo>
                  <a:pt x="64709" y="64709"/>
                </a:lnTo>
                <a:lnTo>
                  <a:pt x="72182" y="57697"/>
                </a:lnTo>
                <a:lnTo>
                  <a:pt x="80091" y="51169"/>
                </a:lnTo>
                <a:lnTo>
                  <a:pt x="88413" y="45150"/>
                </a:lnTo>
                <a:lnTo>
                  <a:pt x="97125" y="39664"/>
                </a:lnTo>
                <a:lnTo>
                  <a:pt x="106202" y="34733"/>
                </a:lnTo>
                <a:lnTo>
                  <a:pt x="115620" y="30383"/>
                </a:lnTo>
                <a:lnTo>
                  <a:pt x="125356" y="26636"/>
                </a:lnTo>
                <a:lnTo>
                  <a:pt x="135386" y="23518"/>
                </a:lnTo>
                <a:lnTo>
                  <a:pt x="145686" y="21050"/>
                </a:lnTo>
                <a:lnTo>
                  <a:pt x="156231" y="19258"/>
                </a:lnTo>
                <a:lnTo>
                  <a:pt x="166999" y="18166"/>
                </a:lnTo>
                <a:lnTo>
                  <a:pt x="177965" y="17796"/>
                </a:lnTo>
                <a:lnTo>
                  <a:pt x="3630494" y="17796"/>
                </a:lnTo>
                <a:lnTo>
                  <a:pt x="3641461" y="18166"/>
                </a:lnTo>
                <a:close/>
              </a:path>
            </a:pathLst>
          </a:custGeom>
          <a:solidFill xmlns:a="http://schemas.openxmlformats.org/drawingml/2006/main">
            <a:srgbClr val="BBBBBB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A202BA-77E3-4C15-BDDC-C49D2158D7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72521" y="565082"/>
            <a:ext cx="2331347" cy="872031"/>
          </a:xfrm>
          <a:custGeom xmlns:a="http://schemas.openxmlformats.org/drawingml/2006/main">
            <a:pathLst>
              <a:path w="2331347" h="872031">
                <a:moveTo>
                  <a:pt x="3616" y="729931"/>
                </a:moveTo>
                <a:lnTo>
                  <a:pt x="6357" y="741375"/>
                </a:lnTo>
                <a:lnTo>
                  <a:pt x="9823" y="752519"/>
                </a:lnTo>
                <a:lnTo>
                  <a:pt x="13985" y="763337"/>
                </a:lnTo>
                <a:lnTo>
                  <a:pt x="18819" y="773802"/>
                </a:lnTo>
                <a:lnTo>
                  <a:pt x="24297" y="783888"/>
                </a:lnTo>
                <a:lnTo>
                  <a:pt x="30394" y="793567"/>
                </a:lnTo>
                <a:lnTo>
                  <a:pt x="37081" y="802814"/>
                </a:lnTo>
                <a:lnTo>
                  <a:pt x="44334" y="811603"/>
                </a:lnTo>
                <a:lnTo>
                  <a:pt x="52125" y="819906"/>
                </a:lnTo>
                <a:lnTo>
                  <a:pt x="60428" y="827697"/>
                </a:lnTo>
                <a:lnTo>
                  <a:pt x="69216" y="834949"/>
                </a:lnTo>
                <a:lnTo>
                  <a:pt x="78463" y="841637"/>
                </a:lnTo>
                <a:lnTo>
                  <a:pt x="88143" y="847733"/>
                </a:lnTo>
                <a:lnTo>
                  <a:pt x="98228" y="853211"/>
                </a:lnTo>
                <a:lnTo>
                  <a:pt x="108693" y="858045"/>
                </a:lnTo>
                <a:lnTo>
                  <a:pt x="119511" y="862208"/>
                </a:lnTo>
                <a:lnTo>
                  <a:pt x="130655" y="865673"/>
                </a:lnTo>
                <a:lnTo>
                  <a:pt x="142099" y="868415"/>
                </a:lnTo>
                <a:lnTo>
                  <a:pt x="153817" y="870406"/>
                </a:lnTo>
                <a:lnTo>
                  <a:pt x="165781" y="871620"/>
                </a:lnTo>
                <a:lnTo>
                  <a:pt x="177965" y="872031"/>
                </a:lnTo>
                <a:lnTo>
                  <a:pt x="2153382" y="872031"/>
                </a:lnTo>
                <a:lnTo>
                  <a:pt x="2165566" y="871620"/>
                </a:lnTo>
                <a:lnTo>
                  <a:pt x="2177530" y="870406"/>
                </a:lnTo>
                <a:lnTo>
                  <a:pt x="2189248" y="868415"/>
                </a:lnTo>
                <a:lnTo>
                  <a:pt x="2200691" y="865673"/>
                </a:lnTo>
                <a:lnTo>
                  <a:pt x="2211836" y="862208"/>
                </a:lnTo>
                <a:lnTo>
                  <a:pt x="2222653" y="858045"/>
                </a:lnTo>
                <a:lnTo>
                  <a:pt x="2233118" y="853211"/>
                </a:lnTo>
                <a:lnTo>
                  <a:pt x="2243204" y="847733"/>
                </a:lnTo>
                <a:lnTo>
                  <a:pt x="2252883" y="841637"/>
                </a:lnTo>
                <a:lnTo>
                  <a:pt x="2262131" y="834949"/>
                </a:lnTo>
                <a:lnTo>
                  <a:pt x="2270919" y="827697"/>
                </a:lnTo>
                <a:lnTo>
                  <a:pt x="2279222" y="819906"/>
                </a:lnTo>
                <a:lnTo>
                  <a:pt x="2287013" y="811603"/>
                </a:lnTo>
                <a:lnTo>
                  <a:pt x="2294265" y="802814"/>
                </a:lnTo>
                <a:lnTo>
                  <a:pt x="2300953" y="793567"/>
                </a:lnTo>
                <a:lnTo>
                  <a:pt x="2307049" y="783888"/>
                </a:lnTo>
                <a:lnTo>
                  <a:pt x="2312528" y="773802"/>
                </a:lnTo>
                <a:lnTo>
                  <a:pt x="2317361" y="763337"/>
                </a:lnTo>
                <a:lnTo>
                  <a:pt x="2321524" y="752519"/>
                </a:lnTo>
                <a:lnTo>
                  <a:pt x="2324990" y="741375"/>
                </a:lnTo>
                <a:lnTo>
                  <a:pt x="2327731" y="729931"/>
                </a:lnTo>
                <a:lnTo>
                  <a:pt x="2329722" y="718214"/>
                </a:lnTo>
                <a:lnTo>
                  <a:pt x="2330936" y="706250"/>
                </a:lnTo>
                <a:lnTo>
                  <a:pt x="2331347" y="694065"/>
                </a:lnTo>
                <a:lnTo>
                  <a:pt x="2331347" y="177965"/>
                </a:lnTo>
                <a:lnTo>
                  <a:pt x="2330936" y="165781"/>
                </a:lnTo>
                <a:lnTo>
                  <a:pt x="2329722" y="153817"/>
                </a:lnTo>
                <a:lnTo>
                  <a:pt x="2327731" y="142099"/>
                </a:lnTo>
                <a:lnTo>
                  <a:pt x="2324990" y="130655"/>
                </a:lnTo>
                <a:lnTo>
                  <a:pt x="2321524" y="119511"/>
                </a:lnTo>
                <a:lnTo>
                  <a:pt x="2317361" y="108693"/>
                </a:lnTo>
                <a:lnTo>
                  <a:pt x="2312528" y="98228"/>
                </a:lnTo>
                <a:lnTo>
                  <a:pt x="2307049" y="88143"/>
                </a:lnTo>
                <a:lnTo>
                  <a:pt x="2300953" y="78463"/>
                </a:lnTo>
                <a:lnTo>
                  <a:pt x="2294265" y="69216"/>
                </a:lnTo>
                <a:lnTo>
                  <a:pt x="2287013" y="60428"/>
                </a:lnTo>
                <a:lnTo>
                  <a:pt x="2279222" y="52125"/>
                </a:lnTo>
                <a:lnTo>
                  <a:pt x="2270919" y="44334"/>
                </a:lnTo>
                <a:lnTo>
                  <a:pt x="2262131" y="37081"/>
                </a:lnTo>
                <a:lnTo>
                  <a:pt x="2252883" y="30394"/>
                </a:lnTo>
                <a:lnTo>
                  <a:pt x="2243204" y="24297"/>
                </a:lnTo>
                <a:lnTo>
                  <a:pt x="2233118" y="18819"/>
                </a:lnTo>
                <a:lnTo>
                  <a:pt x="2222653" y="13985"/>
                </a:lnTo>
                <a:lnTo>
                  <a:pt x="2211836" y="9823"/>
                </a:lnTo>
                <a:lnTo>
                  <a:pt x="2200691" y="6357"/>
                </a:lnTo>
                <a:lnTo>
                  <a:pt x="2189248" y="3616"/>
                </a:lnTo>
                <a:lnTo>
                  <a:pt x="2177530" y="1625"/>
                </a:lnTo>
                <a:lnTo>
                  <a:pt x="2165566" y="411"/>
                </a:lnTo>
                <a:lnTo>
                  <a:pt x="2153382" y="0"/>
                </a:lnTo>
                <a:lnTo>
                  <a:pt x="177965" y="0"/>
                </a:lnTo>
                <a:lnTo>
                  <a:pt x="165781" y="411"/>
                </a:lnTo>
                <a:lnTo>
                  <a:pt x="153817" y="1625"/>
                </a:lnTo>
                <a:lnTo>
                  <a:pt x="142099" y="3616"/>
                </a:lnTo>
                <a:lnTo>
                  <a:pt x="130655" y="6357"/>
                </a:lnTo>
                <a:lnTo>
                  <a:pt x="119511" y="9823"/>
                </a:lnTo>
                <a:lnTo>
                  <a:pt x="108693" y="13985"/>
                </a:lnTo>
                <a:lnTo>
                  <a:pt x="98228" y="18819"/>
                </a:lnTo>
                <a:lnTo>
                  <a:pt x="88143" y="24297"/>
                </a:lnTo>
                <a:lnTo>
                  <a:pt x="78463" y="30394"/>
                </a:lnTo>
                <a:lnTo>
                  <a:pt x="69216" y="37081"/>
                </a:lnTo>
                <a:lnTo>
                  <a:pt x="60428" y="44334"/>
                </a:lnTo>
                <a:lnTo>
                  <a:pt x="52125" y="52125"/>
                </a:lnTo>
                <a:lnTo>
                  <a:pt x="44334" y="60428"/>
                </a:lnTo>
                <a:lnTo>
                  <a:pt x="37081" y="69216"/>
                </a:lnTo>
                <a:lnTo>
                  <a:pt x="30394" y="78463"/>
                </a:lnTo>
                <a:lnTo>
                  <a:pt x="24297" y="88143"/>
                </a:lnTo>
                <a:lnTo>
                  <a:pt x="18819" y="98228"/>
                </a:lnTo>
                <a:lnTo>
                  <a:pt x="13985" y="108693"/>
                </a:lnTo>
                <a:lnTo>
                  <a:pt x="9823" y="119511"/>
                </a:lnTo>
                <a:lnTo>
                  <a:pt x="6357" y="130655"/>
                </a:lnTo>
                <a:lnTo>
                  <a:pt x="3616" y="142099"/>
                </a:lnTo>
                <a:lnTo>
                  <a:pt x="1625" y="153817"/>
                </a:lnTo>
                <a:lnTo>
                  <a:pt x="411" y="165781"/>
                </a:lnTo>
                <a:lnTo>
                  <a:pt x="0" y="177965"/>
                </a:lnTo>
                <a:lnTo>
                  <a:pt x="0" y="694065"/>
                </a:lnTo>
                <a:lnTo>
                  <a:pt x="411" y="706250"/>
                </a:lnTo>
                <a:lnTo>
                  <a:pt x="1625" y="718214"/>
                </a:lnTo>
                <a:lnTo>
                  <a:pt x="3616" y="729931"/>
                </a:lnTo>
                <a:close/>
                <a:moveTo>
                  <a:pt x="2164348" y="18166"/>
                </a:moveTo>
                <a:lnTo>
                  <a:pt x="2175116" y="19258"/>
                </a:lnTo>
                <a:lnTo>
                  <a:pt x="2185661" y="21050"/>
                </a:lnTo>
                <a:lnTo>
                  <a:pt x="2195961" y="23518"/>
                </a:lnTo>
                <a:lnTo>
                  <a:pt x="2205991" y="26637"/>
                </a:lnTo>
                <a:lnTo>
                  <a:pt x="2215727" y="30383"/>
                </a:lnTo>
                <a:lnTo>
                  <a:pt x="2225145" y="34734"/>
                </a:lnTo>
                <a:lnTo>
                  <a:pt x="2234222" y="39664"/>
                </a:lnTo>
                <a:lnTo>
                  <a:pt x="2242934" y="45151"/>
                </a:lnTo>
                <a:lnTo>
                  <a:pt x="2251256" y="51169"/>
                </a:lnTo>
                <a:lnTo>
                  <a:pt x="2259166" y="57697"/>
                </a:lnTo>
                <a:lnTo>
                  <a:pt x="2266638" y="64709"/>
                </a:lnTo>
                <a:lnTo>
                  <a:pt x="2273650" y="72181"/>
                </a:lnTo>
                <a:lnTo>
                  <a:pt x="2280177" y="80091"/>
                </a:lnTo>
                <a:lnTo>
                  <a:pt x="2286196" y="88413"/>
                </a:lnTo>
                <a:lnTo>
                  <a:pt x="2291683" y="97125"/>
                </a:lnTo>
                <a:lnTo>
                  <a:pt x="2296613" y="106202"/>
                </a:lnTo>
                <a:lnTo>
                  <a:pt x="2300964" y="115620"/>
                </a:lnTo>
                <a:lnTo>
                  <a:pt x="2304710" y="125356"/>
                </a:lnTo>
                <a:lnTo>
                  <a:pt x="2307829" y="135386"/>
                </a:lnTo>
                <a:lnTo>
                  <a:pt x="2310297" y="145686"/>
                </a:lnTo>
                <a:lnTo>
                  <a:pt x="2312088" y="156231"/>
                </a:lnTo>
                <a:lnTo>
                  <a:pt x="2313181" y="166999"/>
                </a:lnTo>
                <a:lnTo>
                  <a:pt x="2313551" y="177965"/>
                </a:lnTo>
                <a:lnTo>
                  <a:pt x="2313551" y="694065"/>
                </a:lnTo>
                <a:lnTo>
                  <a:pt x="2313181" y="705031"/>
                </a:lnTo>
                <a:lnTo>
                  <a:pt x="2312089" y="715799"/>
                </a:lnTo>
                <a:lnTo>
                  <a:pt x="2310297" y="726344"/>
                </a:lnTo>
                <a:lnTo>
                  <a:pt x="2307829" y="736644"/>
                </a:lnTo>
                <a:lnTo>
                  <a:pt x="2304710" y="746674"/>
                </a:lnTo>
                <a:lnTo>
                  <a:pt x="2300964" y="756410"/>
                </a:lnTo>
                <a:lnTo>
                  <a:pt x="2296613" y="765828"/>
                </a:lnTo>
                <a:lnTo>
                  <a:pt x="2291683" y="774905"/>
                </a:lnTo>
                <a:lnTo>
                  <a:pt x="2286196" y="783617"/>
                </a:lnTo>
                <a:lnTo>
                  <a:pt x="2280177" y="791939"/>
                </a:lnTo>
                <a:lnTo>
                  <a:pt x="2273650" y="799849"/>
                </a:lnTo>
                <a:lnTo>
                  <a:pt x="2266638" y="807321"/>
                </a:lnTo>
                <a:lnTo>
                  <a:pt x="2259166" y="814333"/>
                </a:lnTo>
                <a:lnTo>
                  <a:pt x="2251256" y="820861"/>
                </a:lnTo>
                <a:lnTo>
                  <a:pt x="2242934" y="826879"/>
                </a:lnTo>
                <a:lnTo>
                  <a:pt x="2234222" y="832366"/>
                </a:lnTo>
                <a:lnTo>
                  <a:pt x="2225145" y="837296"/>
                </a:lnTo>
                <a:lnTo>
                  <a:pt x="2215727" y="841647"/>
                </a:lnTo>
                <a:lnTo>
                  <a:pt x="2205991" y="845393"/>
                </a:lnTo>
                <a:lnTo>
                  <a:pt x="2195961" y="848512"/>
                </a:lnTo>
                <a:lnTo>
                  <a:pt x="2185661" y="850980"/>
                </a:lnTo>
                <a:lnTo>
                  <a:pt x="2175116" y="852772"/>
                </a:lnTo>
                <a:lnTo>
                  <a:pt x="2164348" y="853864"/>
                </a:lnTo>
                <a:lnTo>
                  <a:pt x="2153382" y="854234"/>
                </a:lnTo>
                <a:lnTo>
                  <a:pt x="177966" y="854234"/>
                </a:lnTo>
                <a:lnTo>
                  <a:pt x="167000" y="853864"/>
                </a:lnTo>
                <a:lnTo>
                  <a:pt x="156232" y="852772"/>
                </a:lnTo>
                <a:lnTo>
                  <a:pt x="145686" y="850980"/>
                </a:lnTo>
                <a:lnTo>
                  <a:pt x="135387" y="848512"/>
                </a:lnTo>
                <a:lnTo>
                  <a:pt x="125357" y="845393"/>
                </a:lnTo>
                <a:lnTo>
                  <a:pt x="115621" y="841647"/>
                </a:lnTo>
                <a:lnTo>
                  <a:pt x="106202" y="837296"/>
                </a:lnTo>
                <a:lnTo>
                  <a:pt x="97125" y="832366"/>
                </a:lnTo>
                <a:lnTo>
                  <a:pt x="88414" y="826879"/>
                </a:lnTo>
                <a:lnTo>
                  <a:pt x="80091" y="820861"/>
                </a:lnTo>
                <a:lnTo>
                  <a:pt x="72182" y="814333"/>
                </a:lnTo>
                <a:lnTo>
                  <a:pt x="64709" y="807321"/>
                </a:lnTo>
                <a:lnTo>
                  <a:pt x="57697" y="799849"/>
                </a:lnTo>
                <a:lnTo>
                  <a:pt x="51170" y="791939"/>
                </a:lnTo>
                <a:lnTo>
                  <a:pt x="45151" y="783617"/>
                </a:lnTo>
                <a:lnTo>
                  <a:pt x="39665" y="774905"/>
                </a:lnTo>
                <a:lnTo>
                  <a:pt x="34734" y="765828"/>
                </a:lnTo>
                <a:lnTo>
                  <a:pt x="30384" y="756410"/>
                </a:lnTo>
                <a:lnTo>
                  <a:pt x="26637" y="746674"/>
                </a:lnTo>
                <a:lnTo>
                  <a:pt x="23518" y="736644"/>
                </a:lnTo>
                <a:lnTo>
                  <a:pt x="21051" y="726344"/>
                </a:lnTo>
                <a:lnTo>
                  <a:pt x="19259" y="715799"/>
                </a:lnTo>
                <a:lnTo>
                  <a:pt x="18166" y="705031"/>
                </a:lnTo>
                <a:lnTo>
                  <a:pt x="17797" y="694065"/>
                </a:lnTo>
                <a:lnTo>
                  <a:pt x="17797" y="177965"/>
                </a:lnTo>
                <a:lnTo>
                  <a:pt x="18166" y="166999"/>
                </a:lnTo>
                <a:lnTo>
                  <a:pt x="19259" y="156231"/>
                </a:lnTo>
                <a:lnTo>
                  <a:pt x="21051" y="145686"/>
                </a:lnTo>
                <a:lnTo>
                  <a:pt x="23518" y="135386"/>
                </a:lnTo>
                <a:lnTo>
                  <a:pt x="26637" y="125356"/>
                </a:lnTo>
                <a:lnTo>
                  <a:pt x="30384" y="115620"/>
                </a:lnTo>
                <a:lnTo>
                  <a:pt x="34734" y="106202"/>
                </a:lnTo>
                <a:lnTo>
                  <a:pt x="39665" y="97125"/>
                </a:lnTo>
                <a:lnTo>
                  <a:pt x="45151" y="88413"/>
                </a:lnTo>
                <a:lnTo>
                  <a:pt x="51170" y="80091"/>
                </a:lnTo>
                <a:lnTo>
                  <a:pt x="57697" y="72181"/>
                </a:lnTo>
                <a:lnTo>
                  <a:pt x="64709" y="64709"/>
                </a:lnTo>
                <a:lnTo>
                  <a:pt x="72182" y="57697"/>
                </a:lnTo>
                <a:lnTo>
                  <a:pt x="80091" y="51169"/>
                </a:lnTo>
                <a:lnTo>
                  <a:pt x="88414" y="45151"/>
                </a:lnTo>
                <a:lnTo>
                  <a:pt x="97125" y="39664"/>
                </a:lnTo>
                <a:lnTo>
                  <a:pt x="106202" y="34734"/>
                </a:lnTo>
                <a:lnTo>
                  <a:pt x="115621" y="30383"/>
                </a:lnTo>
                <a:lnTo>
                  <a:pt x="125357" y="26637"/>
                </a:lnTo>
                <a:lnTo>
                  <a:pt x="135386" y="23518"/>
                </a:lnTo>
                <a:lnTo>
                  <a:pt x="145686" y="21050"/>
                </a:lnTo>
                <a:lnTo>
                  <a:pt x="156232" y="19258"/>
                </a:lnTo>
                <a:lnTo>
                  <a:pt x="167000" y="18166"/>
                </a:lnTo>
                <a:lnTo>
                  <a:pt x="177966" y="17796"/>
                </a:lnTo>
                <a:lnTo>
                  <a:pt x="2153382" y="17796"/>
                </a:lnTo>
                <a:lnTo>
                  <a:pt x="2164348" y="18166"/>
                </a:lnTo>
                <a:close/>
              </a:path>
            </a:pathLst>
          </a:custGeom>
          <a:solidFill xmlns:a="http://schemas.openxmlformats.org/drawingml/2006/main">
            <a:srgbClr val="828282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C2ECA6-682D-4EF0-84DC-7D20AB86F7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9461" y="565082"/>
            <a:ext cx="3381343" cy="872031"/>
          </a:xfrm>
          <a:custGeom xmlns:a="http://schemas.openxmlformats.org/drawingml/2006/main">
            <a:pathLst>
              <a:path w="3381343" h="872031">
                <a:moveTo>
                  <a:pt x="3616" y="729931"/>
                </a:moveTo>
                <a:lnTo>
                  <a:pt x="6357" y="741375"/>
                </a:lnTo>
                <a:lnTo>
                  <a:pt x="9823" y="752519"/>
                </a:lnTo>
                <a:lnTo>
                  <a:pt x="13986" y="763337"/>
                </a:lnTo>
                <a:lnTo>
                  <a:pt x="18819" y="773802"/>
                </a:lnTo>
                <a:lnTo>
                  <a:pt x="24298" y="783888"/>
                </a:lnTo>
                <a:lnTo>
                  <a:pt x="30394" y="793567"/>
                </a:lnTo>
                <a:lnTo>
                  <a:pt x="37082" y="802814"/>
                </a:lnTo>
                <a:lnTo>
                  <a:pt x="44334" y="811603"/>
                </a:lnTo>
                <a:lnTo>
                  <a:pt x="52125" y="819906"/>
                </a:lnTo>
                <a:lnTo>
                  <a:pt x="60428" y="827697"/>
                </a:lnTo>
                <a:lnTo>
                  <a:pt x="69216" y="834949"/>
                </a:lnTo>
                <a:lnTo>
                  <a:pt x="78464" y="841637"/>
                </a:lnTo>
                <a:lnTo>
                  <a:pt x="88143" y="847733"/>
                </a:lnTo>
                <a:lnTo>
                  <a:pt x="98229" y="853211"/>
                </a:lnTo>
                <a:lnTo>
                  <a:pt x="108694" y="858045"/>
                </a:lnTo>
                <a:lnTo>
                  <a:pt x="119511" y="862208"/>
                </a:lnTo>
                <a:lnTo>
                  <a:pt x="130655" y="865673"/>
                </a:lnTo>
                <a:lnTo>
                  <a:pt x="142099" y="868415"/>
                </a:lnTo>
                <a:lnTo>
                  <a:pt x="153817" y="870406"/>
                </a:lnTo>
                <a:lnTo>
                  <a:pt x="165781" y="871620"/>
                </a:lnTo>
                <a:lnTo>
                  <a:pt x="177965" y="872031"/>
                </a:lnTo>
                <a:lnTo>
                  <a:pt x="3203377" y="872031"/>
                </a:lnTo>
                <a:lnTo>
                  <a:pt x="3215562" y="871620"/>
                </a:lnTo>
                <a:lnTo>
                  <a:pt x="3227526" y="870406"/>
                </a:lnTo>
                <a:lnTo>
                  <a:pt x="3239243" y="868415"/>
                </a:lnTo>
                <a:lnTo>
                  <a:pt x="3250687" y="865673"/>
                </a:lnTo>
                <a:lnTo>
                  <a:pt x="3261832" y="862208"/>
                </a:lnTo>
                <a:lnTo>
                  <a:pt x="3272649" y="858045"/>
                </a:lnTo>
                <a:lnTo>
                  <a:pt x="3283114" y="853211"/>
                </a:lnTo>
                <a:lnTo>
                  <a:pt x="3293200" y="847733"/>
                </a:lnTo>
                <a:lnTo>
                  <a:pt x="3302879" y="841637"/>
                </a:lnTo>
                <a:lnTo>
                  <a:pt x="3312126" y="834949"/>
                </a:lnTo>
                <a:lnTo>
                  <a:pt x="3320915" y="827697"/>
                </a:lnTo>
                <a:lnTo>
                  <a:pt x="3329218" y="819906"/>
                </a:lnTo>
                <a:lnTo>
                  <a:pt x="3337009" y="811603"/>
                </a:lnTo>
                <a:lnTo>
                  <a:pt x="3344261" y="802814"/>
                </a:lnTo>
                <a:lnTo>
                  <a:pt x="3350949" y="793567"/>
                </a:lnTo>
                <a:lnTo>
                  <a:pt x="3357045" y="783888"/>
                </a:lnTo>
                <a:lnTo>
                  <a:pt x="3362523" y="773802"/>
                </a:lnTo>
                <a:lnTo>
                  <a:pt x="3367357" y="763337"/>
                </a:lnTo>
                <a:lnTo>
                  <a:pt x="3371520" y="752519"/>
                </a:lnTo>
                <a:lnTo>
                  <a:pt x="3374986" y="741375"/>
                </a:lnTo>
                <a:lnTo>
                  <a:pt x="3377727" y="729931"/>
                </a:lnTo>
                <a:lnTo>
                  <a:pt x="3379718" y="718214"/>
                </a:lnTo>
                <a:lnTo>
                  <a:pt x="3380932" y="706250"/>
                </a:lnTo>
                <a:lnTo>
                  <a:pt x="3381343" y="694065"/>
                </a:lnTo>
                <a:lnTo>
                  <a:pt x="3381343" y="177965"/>
                </a:lnTo>
                <a:lnTo>
                  <a:pt x="3380932" y="165781"/>
                </a:lnTo>
                <a:lnTo>
                  <a:pt x="3379718" y="153817"/>
                </a:lnTo>
                <a:lnTo>
                  <a:pt x="3377727" y="142099"/>
                </a:lnTo>
                <a:lnTo>
                  <a:pt x="3374986" y="130655"/>
                </a:lnTo>
                <a:lnTo>
                  <a:pt x="3371520" y="119511"/>
                </a:lnTo>
                <a:lnTo>
                  <a:pt x="3367357" y="108693"/>
                </a:lnTo>
                <a:lnTo>
                  <a:pt x="3362523" y="98228"/>
                </a:lnTo>
                <a:lnTo>
                  <a:pt x="3357045" y="88143"/>
                </a:lnTo>
                <a:lnTo>
                  <a:pt x="3350949" y="78463"/>
                </a:lnTo>
                <a:lnTo>
                  <a:pt x="3344261" y="69216"/>
                </a:lnTo>
                <a:lnTo>
                  <a:pt x="3337009" y="60428"/>
                </a:lnTo>
                <a:lnTo>
                  <a:pt x="3329218" y="52125"/>
                </a:lnTo>
                <a:lnTo>
                  <a:pt x="3320915" y="44334"/>
                </a:lnTo>
                <a:lnTo>
                  <a:pt x="3312126" y="37081"/>
                </a:lnTo>
                <a:lnTo>
                  <a:pt x="3302879" y="30394"/>
                </a:lnTo>
                <a:lnTo>
                  <a:pt x="3293200" y="24297"/>
                </a:lnTo>
                <a:lnTo>
                  <a:pt x="3283114" y="18819"/>
                </a:lnTo>
                <a:lnTo>
                  <a:pt x="3272649" y="13985"/>
                </a:lnTo>
                <a:lnTo>
                  <a:pt x="3261832" y="9823"/>
                </a:lnTo>
                <a:lnTo>
                  <a:pt x="3250687" y="6357"/>
                </a:lnTo>
                <a:lnTo>
                  <a:pt x="3239243" y="3616"/>
                </a:lnTo>
                <a:lnTo>
                  <a:pt x="3227526" y="1625"/>
                </a:lnTo>
                <a:lnTo>
                  <a:pt x="3215562" y="411"/>
                </a:lnTo>
                <a:lnTo>
                  <a:pt x="3203377" y="0"/>
                </a:lnTo>
                <a:lnTo>
                  <a:pt x="177965" y="0"/>
                </a:lnTo>
                <a:lnTo>
                  <a:pt x="165781" y="411"/>
                </a:lnTo>
                <a:lnTo>
                  <a:pt x="153817" y="1625"/>
                </a:lnTo>
                <a:lnTo>
                  <a:pt x="142099" y="3616"/>
                </a:lnTo>
                <a:lnTo>
                  <a:pt x="130655" y="6357"/>
                </a:lnTo>
                <a:lnTo>
                  <a:pt x="119511" y="9823"/>
                </a:lnTo>
                <a:lnTo>
                  <a:pt x="108694" y="13985"/>
                </a:lnTo>
                <a:lnTo>
                  <a:pt x="98229" y="18819"/>
                </a:lnTo>
                <a:lnTo>
                  <a:pt x="88143" y="24297"/>
                </a:lnTo>
                <a:lnTo>
                  <a:pt x="78464" y="30394"/>
                </a:lnTo>
                <a:lnTo>
                  <a:pt x="69216" y="37081"/>
                </a:lnTo>
                <a:lnTo>
                  <a:pt x="60428" y="44334"/>
                </a:lnTo>
                <a:lnTo>
                  <a:pt x="52125" y="52125"/>
                </a:lnTo>
                <a:lnTo>
                  <a:pt x="44334" y="60428"/>
                </a:lnTo>
                <a:lnTo>
                  <a:pt x="37082" y="69216"/>
                </a:lnTo>
                <a:lnTo>
                  <a:pt x="30394" y="78463"/>
                </a:lnTo>
                <a:lnTo>
                  <a:pt x="24298" y="88143"/>
                </a:lnTo>
                <a:lnTo>
                  <a:pt x="18819" y="98228"/>
                </a:lnTo>
                <a:lnTo>
                  <a:pt x="13986" y="108693"/>
                </a:lnTo>
                <a:lnTo>
                  <a:pt x="9823" y="119511"/>
                </a:lnTo>
                <a:lnTo>
                  <a:pt x="6357" y="130655"/>
                </a:lnTo>
                <a:lnTo>
                  <a:pt x="3616" y="142099"/>
                </a:lnTo>
                <a:lnTo>
                  <a:pt x="1625" y="153817"/>
                </a:lnTo>
                <a:lnTo>
                  <a:pt x="411" y="165781"/>
                </a:lnTo>
                <a:lnTo>
                  <a:pt x="0" y="177965"/>
                </a:lnTo>
                <a:lnTo>
                  <a:pt x="0" y="694065"/>
                </a:lnTo>
                <a:lnTo>
                  <a:pt x="411" y="706250"/>
                </a:lnTo>
                <a:lnTo>
                  <a:pt x="1625" y="718214"/>
                </a:lnTo>
                <a:lnTo>
                  <a:pt x="3616" y="729931"/>
                </a:lnTo>
                <a:close/>
                <a:moveTo>
                  <a:pt x="3214344" y="18166"/>
                </a:moveTo>
                <a:lnTo>
                  <a:pt x="3225112" y="19258"/>
                </a:lnTo>
                <a:lnTo>
                  <a:pt x="3235657" y="21050"/>
                </a:lnTo>
                <a:lnTo>
                  <a:pt x="3245957" y="23518"/>
                </a:lnTo>
                <a:lnTo>
                  <a:pt x="3255987" y="26637"/>
                </a:lnTo>
                <a:lnTo>
                  <a:pt x="3265723" y="30383"/>
                </a:lnTo>
                <a:lnTo>
                  <a:pt x="3275141" y="34734"/>
                </a:lnTo>
                <a:lnTo>
                  <a:pt x="3284218" y="39664"/>
                </a:lnTo>
                <a:lnTo>
                  <a:pt x="3292930" y="45151"/>
                </a:lnTo>
                <a:lnTo>
                  <a:pt x="3301252" y="51169"/>
                </a:lnTo>
                <a:lnTo>
                  <a:pt x="3309162" y="57697"/>
                </a:lnTo>
                <a:lnTo>
                  <a:pt x="3316634" y="64709"/>
                </a:lnTo>
                <a:lnTo>
                  <a:pt x="3323646" y="72181"/>
                </a:lnTo>
                <a:lnTo>
                  <a:pt x="3330174" y="80091"/>
                </a:lnTo>
                <a:lnTo>
                  <a:pt x="3336192" y="88413"/>
                </a:lnTo>
                <a:lnTo>
                  <a:pt x="3341679" y="97125"/>
                </a:lnTo>
                <a:lnTo>
                  <a:pt x="3346609" y="106202"/>
                </a:lnTo>
                <a:lnTo>
                  <a:pt x="3350960" y="115620"/>
                </a:lnTo>
                <a:lnTo>
                  <a:pt x="3354706" y="125356"/>
                </a:lnTo>
                <a:lnTo>
                  <a:pt x="3357825" y="135386"/>
                </a:lnTo>
                <a:lnTo>
                  <a:pt x="3360293" y="145686"/>
                </a:lnTo>
                <a:lnTo>
                  <a:pt x="3362085" y="156231"/>
                </a:lnTo>
                <a:lnTo>
                  <a:pt x="3363177" y="166999"/>
                </a:lnTo>
                <a:lnTo>
                  <a:pt x="3363547" y="177965"/>
                </a:lnTo>
                <a:lnTo>
                  <a:pt x="3363547" y="694065"/>
                </a:lnTo>
                <a:lnTo>
                  <a:pt x="3363177" y="705031"/>
                </a:lnTo>
                <a:lnTo>
                  <a:pt x="3362085" y="715799"/>
                </a:lnTo>
                <a:lnTo>
                  <a:pt x="3360293" y="726344"/>
                </a:lnTo>
                <a:lnTo>
                  <a:pt x="3357825" y="736644"/>
                </a:lnTo>
                <a:lnTo>
                  <a:pt x="3354706" y="746674"/>
                </a:lnTo>
                <a:lnTo>
                  <a:pt x="3350960" y="756410"/>
                </a:lnTo>
                <a:lnTo>
                  <a:pt x="3346609" y="765828"/>
                </a:lnTo>
                <a:lnTo>
                  <a:pt x="3341679" y="774905"/>
                </a:lnTo>
                <a:lnTo>
                  <a:pt x="3336192" y="783617"/>
                </a:lnTo>
                <a:lnTo>
                  <a:pt x="3330174" y="791939"/>
                </a:lnTo>
                <a:lnTo>
                  <a:pt x="3323646" y="799849"/>
                </a:lnTo>
                <a:lnTo>
                  <a:pt x="3316634" y="807321"/>
                </a:lnTo>
                <a:lnTo>
                  <a:pt x="3309162" y="814333"/>
                </a:lnTo>
                <a:lnTo>
                  <a:pt x="3301252" y="820861"/>
                </a:lnTo>
                <a:lnTo>
                  <a:pt x="3292930" y="826879"/>
                </a:lnTo>
                <a:lnTo>
                  <a:pt x="3284218" y="832366"/>
                </a:lnTo>
                <a:lnTo>
                  <a:pt x="3275141" y="837296"/>
                </a:lnTo>
                <a:lnTo>
                  <a:pt x="3265723" y="841647"/>
                </a:lnTo>
                <a:lnTo>
                  <a:pt x="3255987" y="845393"/>
                </a:lnTo>
                <a:lnTo>
                  <a:pt x="3245957" y="848512"/>
                </a:lnTo>
                <a:lnTo>
                  <a:pt x="3235657" y="850980"/>
                </a:lnTo>
                <a:lnTo>
                  <a:pt x="3225112" y="852772"/>
                </a:lnTo>
                <a:lnTo>
                  <a:pt x="3214344" y="853864"/>
                </a:lnTo>
                <a:lnTo>
                  <a:pt x="3203378" y="854234"/>
                </a:lnTo>
                <a:lnTo>
                  <a:pt x="177966" y="854234"/>
                </a:lnTo>
                <a:lnTo>
                  <a:pt x="167000" y="853864"/>
                </a:lnTo>
                <a:lnTo>
                  <a:pt x="156232" y="852772"/>
                </a:lnTo>
                <a:lnTo>
                  <a:pt x="145686" y="850980"/>
                </a:lnTo>
                <a:lnTo>
                  <a:pt x="135386" y="848512"/>
                </a:lnTo>
                <a:lnTo>
                  <a:pt x="125357" y="845393"/>
                </a:lnTo>
                <a:lnTo>
                  <a:pt x="115621" y="841647"/>
                </a:lnTo>
                <a:lnTo>
                  <a:pt x="106202" y="837296"/>
                </a:lnTo>
                <a:lnTo>
                  <a:pt x="97125" y="832366"/>
                </a:lnTo>
                <a:lnTo>
                  <a:pt x="88414" y="826879"/>
                </a:lnTo>
                <a:lnTo>
                  <a:pt x="80091" y="820861"/>
                </a:lnTo>
                <a:lnTo>
                  <a:pt x="72182" y="814333"/>
                </a:lnTo>
                <a:lnTo>
                  <a:pt x="64709" y="807321"/>
                </a:lnTo>
                <a:lnTo>
                  <a:pt x="57697" y="799849"/>
                </a:lnTo>
                <a:lnTo>
                  <a:pt x="51170" y="791939"/>
                </a:lnTo>
                <a:lnTo>
                  <a:pt x="45151" y="783617"/>
                </a:lnTo>
                <a:lnTo>
                  <a:pt x="39665" y="774905"/>
                </a:lnTo>
                <a:lnTo>
                  <a:pt x="34734" y="765828"/>
                </a:lnTo>
                <a:lnTo>
                  <a:pt x="30384" y="756410"/>
                </a:lnTo>
                <a:lnTo>
                  <a:pt x="26637" y="746674"/>
                </a:lnTo>
                <a:lnTo>
                  <a:pt x="23518" y="736644"/>
                </a:lnTo>
                <a:lnTo>
                  <a:pt x="21051" y="726344"/>
                </a:lnTo>
                <a:lnTo>
                  <a:pt x="19259" y="715799"/>
                </a:lnTo>
                <a:lnTo>
                  <a:pt x="18166" y="705031"/>
                </a:lnTo>
                <a:lnTo>
                  <a:pt x="17797" y="694065"/>
                </a:lnTo>
                <a:lnTo>
                  <a:pt x="17797" y="177965"/>
                </a:lnTo>
                <a:lnTo>
                  <a:pt x="18166" y="166999"/>
                </a:lnTo>
                <a:lnTo>
                  <a:pt x="19259" y="156231"/>
                </a:lnTo>
                <a:lnTo>
                  <a:pt x="21051" y="145686"/>
                </a:lnTo>
                <a:lnTo>
                  <a:pt x="23518" y="135386"/>
                </a:lnTo>
                <a:lnTo>
                  <a:pt x="26637" y="125356"/>
                </a:lnTo>
                <a:lnTo>
                  <a:pt x="30384" y="115620"/>
                </a:lnTo>
                <a:lnTo>
                  <a:pt x="34734" y="106202"/>
                </a:lnTo>
                <a:lnTo>
                  <a:pt x="39665" y="97125"/>
                </a:lnTo>
                <a:lnTo>
                  <a:pt x="45151" y="88413"/>
                </a:lnTo>
                <a:lnTo>
                  <a:pt x="51170" y="80091"/>
                </a:lnTo>
                <a:lnTo>
                  <a:pt x="57697" y="72181"/>
                </a:lnTo>
                <a:lnTo>
                  <a:pt x="64709" y="64709"/>
                </a:lnTo>
                <a:lnTo>
                  <a:pt x="72182" y="57697"/>
                </a:lnTo>
                <a:lnTo>
                  <a:pt x="80091" y="51169"/>
                </a:lnTo>
                <a:lnTo>
                  <a:pt x="88414" y="45151"/>
                </a:lnTo>
                <a:lnTo>
                  <a:pt x="97125" y="39664"/>
                </a:lnTo>
                <a:lnTo>
                  <a:pt x="106202" y="34734"/>
                </a:lnTo>
                <a:lnTo>
                  <a:pt x="115621" y="30383"/>
                </a:lnTo>
                <a:lnTo>
                  <a:pt x="125357" y="26637"/>
                </a:lnTo>
                <a:lnTo>
                  <a:pt x="135387" y="23518"/>
                </a:lnTo>
                <a:lnTo>
                  <a:pt x="145686" y="21050"/>
                </a:lnTo>
                <a:lnTo>
                  <a:pt x="156232" y="19258"/>
                </a:lnTo>
                <a:lnTo>
                  <a:pt x="167000" y="18166"/>
                </a:lnTo>
                <a:lnTo>
                  <a:pt x="177966" y="17796"/>
                </a:lnTo>
                <a:lnTo>
                  <a:pt x="3203378" y="17796"/>
                </a:lnTo>
                <a:lnTo>
                  <a:pt x="3214344" y="18166"/>
                </a:lnTo>
                <a:close/>
              </a:path>
            </a:pathLst>
          </a:custGeom>
          <a:solidFill xmlns:a="http://schemas.openxmlformats.org/drawingml/2006/main">
            <a:srgbClr val="828282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07291F-8C50-47DD-89A0-43D32B921B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86868" y="1012472"/>
            <a:ext cx="208124" cy="208124"/>
          </a:xfrm>
          <a:custGeom xmlns:a="http://schemas.openxmlformats.org/drawingml/2006/main">
            <a:pathLst>
              <a:path w="208124" h="208124">
                <a:moveTo>
                  <a:pt x="205105" y="190363"/>
                </a:moveTo>
                <a:lnTo>
                  <a:pt x="190364" y="205105"/>
                </a:lnTo>
                <a:cubicBezTo>
                  <a:pt x="188418" y="207039"/>
                  <a:pt x="185787" y="208124"/>
                  <a:pt x="183045" y="208124"/>
                </a:cubicBezTo>
                <a:cubicBezTo>
                  <a:pt x="180302" y="208124"/>
                  <a:pt x="177671" y="207039"/>
                  <a:pt x="175726" y="205105"/>
                </a:cubicBezTo>
                <a:lnTo>
                  <a:pt x="52396" y="81983"/>
                </a:lnTo>
                <a:cubicBezTo>
                  <a:pt x="49020" y="82962"/>
                  <a:pt x="45529" y="83485"/>
                  <a:pt x="42015" y="83540"/>
                </a:cubicBezTo>
                <a:cubicBezTo>
                  <a:pt x="35405" y="83535"/>
                  <a:pt x="28892" y="81953"/>
                  <a:pt x="23017" y="78924"/>
                </a:cubicBezTo>
                <a:cubicBezTo>
                  <a:pt x="17142" y="75895"/>
                  <a:pt x="12074" y="71508"/>
                  <a:pt x="8236" y="66126"/>
                </a:cubicBezTo>
                <a:cubicBezTo>
                  <a:pt x="4398" y="60745"/>
                  <a:pt x="1900" y="54525"/>
                  <a:pt x="950" y="47984"/>
                </a:cubicBezTo>
                <a:cubicBezTo>
                  <a:pt x="0" y="41443"/>
                  <a:pt x="625" y="34770"/>
                  <a:pt x="2773" y="28519"/>
                </a:cubicBezTo>
                <a:lnTo>
                  <a:pt x="29142" y="54887"/>
                </a:lnTo>
                <a:lnTo>
                  <a:pt x="34644" y="49385"/>
                </a:lnTo>
                <a:lnTo>
                  <a:pt x="49385" y="34644"/>
                </a:lnTo>
                <a:lnTo>
                  <a:pt x="54887" y="29142"/>
                </a:lnTo>
                <a:lnTo>
                  <a:pt x="28519" y="2773"/>
                </a:lnTo>
                <a:cubicBezTo>
                  <a:pt x="34770" y="625"/>
                  <a:pt x="41443" y="0"/>
                  <a:pt x="47984" y="950"/>
                </a:cubicBezTo>
                <a:cubicBezTo>
                  <a:pt x="54525" y="1900"/>
                  <a:pt x="60745" y="4398"/>
                  <a:pt x="66126" y="8236"/>
                </a:cubicBezTo>
                <a:cubicBezTo>
                  <a:pt x="71508" y="12074"/>
                  <a:pt x="75895" y="17142"/>
                  <a:pt x="78924" y="23017"/>
                </a:cubicBezTo>
                <a:cubicBezTo>
                  <a:pt x="81953" y="28892"/>
                  <a:pt x="83535" y="35405"/>
                  <a:pt x="83540" y="42015"/>
                </a:cubicBezTo>
                <a:cubicBezTo>
                  <a:pt x="83485" y="45529"/>
                  <a:pt x="82962" y="49020"/>
                  <a:pt x="81983" y="52396"/>
                </a:cubicBezTo>
                <a:lnTo>
                  <a:pt x="205105" y="175726"/>
                </a:lnTo>
                <a:cubicBezTo>
                  <a:pt x="207039" y="177671"/>
                  <a:pt x="208124" y="180302"/>
                  <a:pt x="208124" y="183045"/>
                </a:cubicBezTo>
                <a:cubicBezTo>
                  <a:pt x="208124" y="185787"/>
                  <a:pt x="207039" y="188418"/>
                  <a:pt x="205105" y="190363"/>
                </a:cubicBezTo>
                <a:close/>
                <a:moveTo>
                  <a:pt x="3500" y="175726"/>
                </a:moveTo>
                <a:cubicBezTo>
                  <a:pt x="1566" y="177671"/>
                  <a:pt x="481" y="180302"/>
                  <a:pt x="481" y="183045"/>
                </a:cubicBezTo>
                <a:cubicBezTo>
                  <a:pt x="481" y="185787"/>
                  <a:pt x="1566" y="188418"/>
                  <a:pt x="3500" y="190363"/>
                </a:cubicBezTo>
                <a:lnTo>
                  <a:pt x="18241" y="205105"/>
                </a:lnTo>
                <a:cubicBezTo>
                  <a:pt x="20186" y="207039"/>
                  <a:pt x="22818" y="208124"/>
                  <a:pt x="25560" y="208124"/>
                </a:cubicBezTo>
                <a:cubicBezTo>
                  <a:pt x="28303" y="208124"/>
                  <a:pt x="30934" y="207039"/>
                  <a:pt x="32879" y="205105"/>
                </a:cubicBezTo>
                <a:lnTo>
                  <a:pt x="89665" y="148423"/>
                </a:lnTo>
                <a:lnTo>
                  <a:pt x="60286" y="119044"/>
                </a:lnTo>
                <a:moveTo>
                  <a:pt x="187353" y="489"/>
                </a:moveTo>
                <a:lnTo>
                  <a:pt x="145828" y="21252"/>
                </a:lnTo>
                <a:lnTo>
                  <a:pt x="145828" y="42015"/>
                </a:lnTo>
                <a:lnTo>
                  <a:pt x="123300" y="64542"/>
                </a:lnTo>
                <a:lnTo>
                  <a:pt x="144063" y="85305"/>
                </a:lnTo>
                <a:lnTo>
                  <a:pt x="166590" y="62777"/>
                </a:lnTo>
                <a:lnTo>
                  <a:pt x="187353" y="62777"/>
                </a:lnTo>
                <a:lnTo>
                  <a:pt x="208116" y="21252"/>
                </a:lnTo>
                <a:lnTo>
                  <a:pt x="187353" y="48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E9182B-B4B2-4FBC-930F-E512F6457D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8798" y="458302"/>
            <a:ext cx="1299148" cy="231355"/>
          </a:xfrm>
          <a:custGeom xmlns:a="http://schemas.openxmlformats.org/drawingml/2006/main">
            <a:pathLst>
              <a:path w="1299148" h="231355">
                <a:moveTo>
                  <a:pt x="0" y="0"/>
                </a:moveTo>
                <a:lnTo>
                  <a:pt x="1299148" y="0"/>
                </a:lnTo>
                <a:lnTo>
                  <a:pt x="1299148" y="231355"/>
                </a:lnTo>
                <a:lnTo>
                  <a:pt x="0" y="231355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985C24-28F8-4460-8D92-30799F7089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11508" y="2433718"/>
            <a:ext cx="2206771" cy="231355"/>
          </a:xfrm>
          <a:custGeom xmlns:a="http://schemas.openxmlformats.org/drawingml/2006/main">
            <a:pathLst>
              <a:path w="2206771" h="231355">
                <a:moveTo>
                  <a:pt x="0" y="0"/>
                </a:moveTo>
                <a:lnTo>
                  <a:pt x="2206771" y="0"/>
                </a:lnTo>
                <a:lnTo>
                  <a:pt x="2206771" y="231355"/>
                </a:lnTo>
                <a:lnTo>
                  <a:pt x="0" y="231355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C68022-9F34-4319-AFAE-3B4B58BBBD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8782" y="2415922"/>
            <a:ext cx="2206771" cy="231355"/>
          </a:xfrm>
          <a:custGeom xmlns:a="http://schemas.openxmlformats.org/drawingml/2006/main">
            <a:pathLst>
              <a:path w="2206771" h="231355">
                <a:moveTo>
                  <a:pt x="0" y="0"/>
                </a:moveTo>
                <a:lnTo>
                  <a:pt x="2206771" y="0"/>
                </a:lnTo>
                <a:lnTo>
                  <a:pt x="2206771" y="231355"/>
                </a:lnTo>
                <a:lnTo>
                  <a:pt x="0" y="231355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2D1372-653B-4CC6-BFFF-7A11F0D97E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43707" y="440505"/>
            <a:ext cx="2224568" cy="231355"/>
          </a:xfrm>
          <a:custGeom xmlns:a="http://schemas.openxmlformats.org/drawingml/2006/main">
            <a:pathLst>
              <a:path w="2224568" h="231355">
                <a:moveTo>
                  <a:pt x="0" y="0"/>
                </a:moveTo>
                <a:lnTo>
                  <a:pt x="2224568" y="0"/>
                </a:lnTo>
                <a:lnTo>
                  <a:pt x="2224568" y="231355"/>
                </a:lnTo>
                <a:lnTo>
                  <a:pt x="0" y="231355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C25F12-B27F-4716-9DC9-03D336FF6A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9289" y="440505"/>
            <a:ext cx="1868637" cy="231355"/>
          </a:xfrm>
          <a:custGeom xmlns:a="http://schemas.openxmlformats.org/drawingml/2006/main">
            <a:pathLst>
              <a:path w="1868637" h="231355">
                <a:moveTo>
                  <a:pt x="0" y="0"/>
                </a:moveTo>
                <a:lnTo>
                  <a:pt x="1868637" y="0"/>
                </a:lnTo>
                <a:lnTo>
                  <a:pt x="1868637" y="231355"/>
                </a:lnTo>
                <a:lnTo>
                  <a:pt x="0" y="231355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3C2C6D-DAC1-4703-954A-A5716E51C1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66595" y="489042"/>
            <a:ext cx="1263374" cy="131705"/>
          </a:xfrm>
          <a:custGeom xmlns:a="http://schemas.openxmlformats.org/drawingml/2006/main">
            <a:pathLst>
              <a:path w="1263374" h="131705">
                <a:moveTo>
                  <a:pt x="282063" y="74676"/>
                </a:moveTo>
                <a:lnTo>
                  <a:pt x="282896" y="74286"/>
                </a:lnTo>
                <a:lnTo>
                  <a:pt x="283711" y="73878"/>
                </a:lnTo>
                <a:lnTo>
                  <a:pt x="284508" y="73450"/>
                </a:lnTo>
                <a:lnTo>
                  <a:pt x="285288" y="73009"/>
                </a:lnTo>
                <a:lnTo>
                  <a:pt x="286051" y="72555"/>
                </a:lnTo>
                <a:lnTo>
                  <a:pt x="286796" y="72088"/>
                </a:lnTo>
                <a:lnTo>
                  <a:pt x="287524" y="71607"/>
                </a:lnTo>
                <a:lnTo>
                  <a:pt x="288234" y="71113"/>
                </a:lnTo>
                <a:lnTo>
                  <a:pt x="288927" y="70607"/>
                </a:lnTo>
                <a:lnTo>
                  <a:pt x="289603" y="70087"/>
                </a:lnTo>
                <a:lnTo>
                  <a:pt x="290261" y="69553"/>
                </a:lnTo>
                <a:lnTo>
                  <a:pt x="290902" y="69007"/>
                </a:lnTo>
                <a:lnTo>
                  <a:pt x="291526" y="68447"/>
                </a:lnTo>
                <a:lnTo>
                  <a:pt x="292133" y="67875"/>
                </a:lnTo>
                <a:lnTo>
                  <a:pt x="292722" y="67289"/>
                </a:lnTo>
                <a:lnTo>
                  <a:pt x="293293" y="66690"/>
                </a:lnTo>
                <a:lnTo>
                  <a:pt x="293848" y="66077"/>
                </a:lnTo>
                <a:lnTo>
                  <a:pt x="294385" y="65452"/>
                </a:lnTo>
                <a:lnTo>
                  <a:pt x="294905" y="64813"/>
                </a:lnTo>
                <a:lnTo>
                  <a:pt x="295407" y="64162"/>
                </a:lnTo>
                <a:lnTo>
                  <a:pt x="295892" y="63497"/>
                </a:lnTo>
                <a:lnTo>
                  <a:pt x="296360" y="62819"/>
                </a:lnTo>
                <a:lnTo>
                  <a:pt x="296810" y="62128"/>
                </a:lnTo>
                <a:lnTo>
                  <a:pt x="297243" y="61423"/>
                </a:lnTo>
                <a:lnTo>
                  <a:pt x="297659" y="60706"/>
                </a:lnTo>
                <a:lnTo>
                  <a:pt x="298057" y="59975"/>
                </a:lnTo>
                <a:lnTo>
                  <a:pt x="298439" y="59233"/>
                </a:lnTo>
                <a:lnTo>
                  <a:pt x="298804" y="58482"/>
                </a:lnTo>
                <a:lnTo>
                  <a:pt x="299153" y="57722"/>
                </a:lnTo>
                <a:lnTo>
                  <a:pt x="299486" y="56954"/>
                </a:lnTo>
                <a:lnTo>
                  <a:pt x="299803" y="56176"/>
                </a:lnTo>
                <a:lnTo>
                  <a:pt x="300103" y="55389"/>
                </a:lnTo>
                <a:lnTo>
                  <a:pt x="300388" y="54593"/>
                </a:lnTo>
                <a:lnTo>
                  <a:pt x="300655" y="53788"/>
                </a:lnTo>
                <a:lnTo>
                  <a:pt x="300907" y="52975"/>
                </a:lnTo>
                <a:lnTo>
                  <a:pt x="301143" y="52152"/>
                </a:lnTo>
                <a:lnTo>
                  <a:pt x="301362" y="51320"/>
                </a:lnTo>
                <a:lnTo>
                  <a:pt x="301565" y="50479"/>
                </a:lnTo>
                <a:lnTo>
                  <a:pt x="301752" y="49630"/>
                </a:lnTo>
                <a:lnTo>
                  <a:pt x="301922" y="48771"/>
                </a:lnTo>
                <a:lnTo>
                  <a:pt x="302076" y="47903"/>
                </a:lnTo>
                <a:lnTo>
                  <a:pt x="302214" y="47026"/>
                </a:lnTo>
                <a:lnTo>
                  <a:pt x="302336" y="46141"/>
                </a:lnTo>
                <a:lnTo>
                  <a:pt x="302442" y="45246"/>
                </a:lnTo>
                <a:lnTo>
                  <a:pt x="302531" y="44342"/>
                </a:lnTo>
                <a:lnTo>
                  <a:pt x="302604" y="43429"/>
                </a:lnTo>
                <a:lnTo>
                  <a:pt x="302661" y="42508"/>
                </a:lnTo>
                <a:lnTo>
                  <a:pt x="302701" y="41577"/>
                </a:lnTo>
                <a:lnTo>
                  <a:pt x="302726" y="40637"/>
                </a:lnTo>
                <a:lnTo>
                  <a:pt x="302734" y="39688"/>
                </a:lnTo>
                <a:lnTo>
                  <a:pt x="302726" y="38739"/>
                </a:lnTo>
                <a:lnTo>
                  <a:pt x="302701" y="37799"/>
                </a:lnTo>
                <a:lnTo>
                  <a:pt x="302661" y="36867"/>
                </a:lnTo>
                <a:lnTo>
                  <a:pt x="302604" y="35944"/>
                </a:lnTo>
                <a:lnTo>
                  <a:pt x="302531" y="35029"/>
                </a:lnTo>
                <a:lnTo>
                  <a:pt x="302442" y="34123"/>
                </a:lnTo>
                <a:lnTo>
                  <a:pt x="302336" y="33225"/>
                </a:lnTo>
                <a:lnTo>
                  <a:pt x="302214" y="32336"/>
                </a:lnTo>
                <a:lnTo>
                  <a:pt x="302076" y="31456"/>
                </a:lnTo>
                <a:lnTo>
                  <a:pt x="301922" y="30584"/>
                </a:lnTo>
                <a:lnTo>
                  <a:pt x="301752" y="29720"/>
                </a:lnTo>
                <a:lnTo>
                  <a:pt x="301565" y="28866"/>
                </a:lnTo>
                <a:lnTo>
                  <a:pt x="301362" y="28019"/>
                </a:lnTo>
                <a:lnTo>
                  <a:pt x="301143" y="27182"/>
                </a:lnTo>
                <a:lnTo>
                  <a:pt x="300907" y="26353"/>
                </a:lnTo>
                <a:lnTo>
                  <a:pt x="300655" y="25532"/>
                </a:lnTo>
                <a:lnTo>
                  <a:pt x="300388" y="24720"/>
                </a:lnTo>
                <a:lnTo>
                  <a:pt x="300103" y="23916"/>
                </a:lnTo>
                <a:lnTo>
                  <a:pt x="299803" y="23122"/>
                </a:lnTo>
                <a:lnTo>
                  <a:pt x="299486" y="22335"/>
                </a:lnTo>
                <a:lnTo>
                  <a:pt x="299153" y="21557"/>
                </a:lnTo>
                <a:lnTo>
                  <a:pt x="298804" y="20788"/>
                </a:lnTo>
                <a:lnTo>
                  <a:pt x="298439" y="20028"/>
                </a:lnTo>
                <a:lnTo>
                  <a:pt x="298057" y="19275"/>
                </a:lnTo>
                <a:lnTo>
                  <a:pt x="297659" y="18534"/>
                </a:lnTo>
                <a:lnTo>
                  <a:pt x="297243" y="17806"/>
                </a:lnTo>
                <a:lnTo>
                  <a:pt x="296809" y="17092"/>
                </a:lnTo>
                <a:lnTo>
                  <a:pt x="296358" y="16391"/>
                </a:lnTo>
                <a:lnTo>
                  <a:pt x="295889" y="15703"/>
                </a:lnTo>
                <a:lnTo>
                  <a:pt x="295403" y="15029"/>
                </a:lnTo>
                <a:lnTo>
                  <a:pt x="294899" y="14368"/>
                </a:lnTo>
                <a:lnTo>
                  <a:pt x="294378" y="13721"/>
                </a:lnTo>
                <a:lnTo>
                  <a:pt x="293839" y="13087"/>
                </a:lnTo>
                <a:lnTo>
                  <a:pt x="293282" y="12466"/>
                </a:lnTo>
                <a:lnTo>
                  <a:pt x="292708" y="11859"/>
                </a:lnTo>
                <a:lnTo>
                  <a:pt x="292117" y="11265"/>
                </a:lnTo>
                <a:lnTo>
                  <a:pt x="291508" y="10685"/>
                </a:lnTo>
                <a:lnTo>
                  <a:pt x="290881" y="10117"/>
                </a:lnTo>
                <a:lnTo>
                  <a:pt x="290237" y="9564"/>
                </a:lnTo>
                <a:lnTo>
                  <a:pt x="289575" y="9023"/>
                </a:lnTo>
                <a:lnTo>
                  <a:pt x="288895" y="8496"/>
                </a:lnTo>
                <a:lnTo>
                  <a:pt x="288198" y="7983"/>
                </a:lnTo>
                <a:lnTo>
                  <a:pt x="287484" y="7482"/>
                </a:lnTo>
                <a:lnTo>
                  <a:pt x="286752" y="6996"/>
                </a:lnTo>
                <a:lnTo>
                  <a:pt x="286002" y="6522"/>
                </a:lnTo>
                <a:lnTo>
                  <a:pt x="285235" y="6062"/>
                </a:lnTo>
                <a:lnTo>
                  <a:pt x="284450" y="5616"/>
                </a:lnTo>
                <a:lnTo>
                  <a:pt x="283648" y="5182"/>
                </a:lnTo>
                <a:lnTo>
                  <a:pt x="282828" y="4759"/>
                </a:lnTo>
                <a:lnTo>
                  <a:pt x="281988" y="4355"/>
                </a:lnTo>
                <a:lnTo>
                  <a:pt x="281130" y="3968"/>
                </a:lnTo>
                <a:lnTo>
                  <a:pt x="280253" y="3599"/>
                </a:lnTo>
                <a:lnTo>
                  <a:pt x="279357" y="3248"/>
                </a:lnTo>
                <a:lnTo>
                  <a:pt x="278442" y="2915"/>
                </a:lnTo>
                <a:lnTo>
                  <a:pt x="277509" y="2600"/>
                </a:lnTo>
                <a:lnTo>
                  <a:pt x="276556" y="2303"/>
                </a:lnTo>
                <a:lnTo>
                  <a:pt x="275585" y="2024"/>
                </a:lnTo>
                <a:lnTo>
                  <a:pt x="274594" y="1763"/>
                </a:lnTo>
                <a:lnTo>
                  <a:pt x="273585" y="1520"/>
                </a:lnTo>
                <a:lnTo>
                  <a:pt x="272557" y="1296"/>
                </a:lnTo>
                <a:lnTo>
                  <a:pt x="271510" y="1089"/>
                </a:lnTo>
                <a:lnTo>
                  <a:pt x="270444" y="900"/>
                </a:lnTo>
                <a:lnTo>
                  <a:pt x="269360" y="729"/>
                </a:lnTo>
                <a:lnTo>
                  <a:pt x="268256" y="576"/>
                </a:lnTo>
                <a:lnTo>
                  <a:pt x="267134" y="441"/>
                </a:lnTo>
                <a:lnTo>
                  <a:pt x="265992" y="324"/>
                </a:lnTo>
                <a:lnTo>
                  <a:pt x="264832" y="225"/>
                </a:lnTo>
                <a:lnTo>
                  <a:pt x="263653" y="144"/>
                </a:lnTo>
                <a:lnTo>
                  <a:pt x="262455" y="81"/>
                </a:lnTo>
                <a:lnTo>
                  <a:pt x="261238" y="36"/>
                </a:lnTo>
                <a:lnTo>
                  <a:pt x="260003" y="9"/>
                </a:lnTo>
                <a:lnTo>
                  <a:pt x="258748" y="0"/>
                </a:lnTo>
                <a:lnTo>
                  <a:pt x="215015" y="0"/>
                </a:lnTo>
                <a:lnTo>
                  <a:pt x="215015" y="129429"/>
                </a:lnTo>
                <a:lnTo>
                  <a:pt x="230688" y="129429"/>
                </a:lnTo>
                <a:lnTo>
                  <a:pt x="230688" y="78871"/>
                </a:lnTo>
                <a:lnTo>
                  <a:pt x="259001" y="78871"/>
                </a:lnTo>
                <a:lnTo>
                  <a:pt x="260245" y="78862"/>
                </a:lnTo>
                <a:lnTo>
                  <a:pt x="261471" y="78836"/>
                </a:lnTo>
                <a:lnTo>
                  <a:pt x="262297" y="78807"/>
                </a:lnTo>
                <a:lnTo>
                  <a:pt x="289589" y="129429"/>
                </a:lnTo>
                <a:lnTo>
                  <a:pt x="307790" y="129429"/>
                </a:lnTo>
                <a:lnTo>
                  <a:pt x="278552" y="76059"/>
                </a:lnTo>
                <a:lnTo>
                  <a:pt x="279449" y="75742"/>
                </a:lnTo>
                <a:lnTo>
                  <a:pt x="280339" y="75404"/>
                </a:lnTo>
                <a:lnTo>
                  <a:pt x="281210" y="75049"/>
                </a:lnTo>
                <a:lnTo>
                  <a:pt x="282063" y="74676"/>
                </a:lnTo>
                <a:close/>
                <a:moveTo>
                  <a:pt x="259963" y="13926"/>
                </a:moveTo>
                <a:lnTo>
                  <a:pt x="260801" y="13954"/>
                </a:lnTo>
                <a:lnTo>
                  <a:pt x="261625" y="13993"/>
                </a:lnTo>
                <a:lnTo>
                  <a:pt x="262436" y="14043"/>
                </a:lnTo>
                <a:lnTo>
                  <a:pt x="263231" y="14105"/>
                </a:lnTo>
                <a:lnTo>
                  <a:pt x="264013" y="14178"/>
                </a:lnTo>
                <a:lnTo>
                  <a:pt x="264780" y="14262"/>
                </a:lnTo>
                <a:lnTo>
                  <a:pt x="265533" y="14357"/>
                </a:lnTo>
                <a:lnTo>
                  <a:pt x="266272" y="14463"/>
                </a:lnTo>
                <a:lnTo>
                  <a:pt x="266996" y="14581"/>
                </a:lnTo>
                <a:lnTo>
                  <a:pt x="267706" y="14709"/>
                </a:lnTo>
                <a:lnTo>
                  <a:pt x="268402" y="14849"/>
                </a:lnTo>
                <a:lnTo>
                  <a:pt x="269084" y="15000"/>
                </a:lnTo>
                <a:lnTo>
                  <a:pt x="269752" y="15163"/>
                </a:lnTo>
                <a:lnTo>
                  <a:pt x="270405" y="15336"/>
                </a:lnTo>
                <a:lnTo>
                  <a:pt x="271044" y="15521"/>
                </a:lnTo>
                <a:lnTo>
                  <a:pt x="271668" y="15717"/>
                </a:lnTo>
                <a:lnTo>
                  <a:pt x="272279" y="15924"/>
                </a:lnTo>
                <a:lnTo>
                  <a:pt x="272875" y="16142"/>
                </a:lnTo>
                <a:lnTo>
                  <a:pt x="273457" y="16371"/>
                </a:lnTo>
                <a:lnTo>
                  <a:pt x="274024" y="16612"/>
                </a:lnTo>
                <a:lnTo>
                  <a:pt x="274577" y="16864"/>
                </a:lnTo>
                <a:lnTo>
                  <a:pt x="275116" y="17127"/>
                </a:lnTo>
                <a:lnTo>
                  <a:pt x="275642" y="17395"/>
                </a:lnTo>
                <a:lnTo>
                  <a:pt x="276156" y="17672"/>
                </a:lnTo>
                <a:lnTo>
                  <a:pt x="276658" y="17958"/>
                </a:lnTo>
                <a:lnTo>
                  <a:pt x="277148" y="18254"/>
                </a:lnTo>
                <a:lnTo>
                  <a:pt x="277625" y="18558"/>
                </a:lnTo>
                <a:lnTo>
                  <a:pt x="278091" y="18872"/>
                </a:lnTo>
                <a:lnTo>
                  <a:pt x="278544" y="19196"/>
                </a:lnTo>
                <a:lnTo>
                  <a:pt x="278986" y="19528"/>
                </a:lnTo>
                <a:lnTo>
                  <a:pt x="279415" y="19870"/>
                </a:lnTo>
                <a:lnTo>
                  <a:pt x="279832" y="20221"/>
                </a:lnTo>
                <a:lnTo>
                  <a:pt x="280237" y="20581"/>
                </a:lnTo>
                <a:lnTo>
                  <a:pt x="280630" y="20950"/>
                </a:lnTo>
                <a:lnTo>
                  <a:pt x="281012" y="21329"/>
                </a:lnTo>
                <a:lnTo>
                  <a:pt x="281381" y="21716"/>
                </a:lnTo>
                <a:lnTo>
                  <a:pt x="281737" y="22113"/>
                </a:lnTo>
                <a:lnTo>
                  <a:pt x="282082" y="22520"/>
                </a:lnTo>
                <a:lnTo>
                  <a:pt x="282415" y="22935"/>
                </a:lnTo>
                <a:lnTo>
                  <a:pt x="282736" y="23360"/>
                </a:lnTo>
                <a:lnTo>
                  <a:pt x="283044" y="23793"/>
                </a:lnTo>
                <a:lnTo>
                  <a:pt x="283341" y="24236"/>
                </a:lnTo>
                <a:lnTo>
                  <a:pt x="283625" y="24689"/>
                </a:lnTo>
                <a:lnTo>
                  <a:pt x="283898" y="25150"/>
                </a:lnTo>
                <a:lnTo>
                  <a:pt x="284158" y="25621"/>
                </a:lnTo>
                <a:lnTo>
                  <a:pt x="284407" y="26101"/>
                </a:lnTo>
                <a:lnTo>
                  <a:pt x="284644" y="26589"/>
                </a:lnTo>
                <a:lnTo>
                  <a:pt x="284871" y="27083"/>
                </a:lnTo>
                <a:lnTo>
                  <a:pt x="285088" y="27585"/>
                </a:lnTo>
                <a:lnTo>
                  <a:pt x="285295" y="28093"/>
                </a:lnTo>
                <a:lnTo>
                  <a:pt x="285492" y="28608"/>
                </a:lnTo>
                <a:lnTo>
                  <a:pt x="285678" y="29130"/>
                </a:lnTo>
                <a:lnTo>
                  <a:pt x="285855" y="29659"/>
                </a:lnTo>
                <a:lnTo>
                  <a:pt x="286022" y="30195"/>
                </a:lnTo>
                <a:lnTo>
                  <a:pt x="286178" y="30737"/>
                </a:lnTo>
                <a:lnTo>
                  <a:pt x="286324" y="31286"/>
                </a:lnTo>
                <a:lnTo>
                  <a:pt x="286461" y="31842"/>
                </a:lnTo>
                <a:lnTo>
                  <a:pt x="286587" y="32405"/>
                </a:lnTo>
                <a:lnTo>
                  <a:pt x="286703" y="32974"/>
                </a:lnTo>
                <a:lnTo>
                  <a:pt x="286809" y="33551"/>
                </a:lnTo>
                <a:lnTo>
                  <a:pt x="286905" y="34134"/>
                </a:lnTo>
                <a:lnTo>
                  <a:pt x="286991" y="34724"/>
                </a:lnTo>
                <a:lnTo>
                  <a:pt x="287066" y="35321"/>
                </a:lnTo>
                <a:lnTo>
                  <a:pt x="287132" y="35924"/>
                </a:lnTo>
                <a:lnTo>
                  <a:pt x="287187" y="36534"/>
                </a:lnTo>
                <a:lnTo>
                  <a:pt x="287233" y="37152"/>
                </a:lnTo>
                <a:lnTo>
                  <a:pt x="287268" y="37776"/>
                </a:lnTo>
                <a:lnTo>
                  <a:pt x="287293" y="38406"/>
                </a:lnTo>
                <a:lnTo>
                  <a:pt x="287309" y="39044"/>
                </a:lnTo>
                <a:lnTo>
                  <a:pt x="287314" y="39688"/>
                </a:lnTo>
                <a:lnTo>
                  <a:pt x="287309" y="40332"/>
                </a:lnTo>
                <a:lnTo>
                  <a:pt x="287293" y="40969"/>
                </a:lnTo>
                <a:lnTo>
                  <a:pt x="287268" y="41598"/>
                </a:lnTo>
                <a:lnTo>
                  <a:pt x="287233" y="42220"/>
                </a:lnTo>
                <a:lnTo>
                  <a:pt x="287187" y="42834"/>
                </a:lnTo>
                <a:lnTo>
                  <a:pt x="287132" y="43441"/>
                </a:lnTo>
                <a:lnTo>
                  <a:pt x="287066" y="44040"/>
                </a:lnTo>
                <a:lnTo>
                  <a:pt x="286991" y="44632"/>
                </a:lnTo>
                <a:lnTo>
                  <a:pt x="286905" y="45216"/>
                </a:lnTo>
                <a:lnTo>
                  <a:pt x="286809" y="45793"/>
                </a:lnTo>
                <a:lnTo>
                  <a:pt x="286703" y="46362"/>
                </a:lnTo>
                <a:lnTo>
                  <a:pt x="286587" y="46924"/>
                </a:lnTo>
                <a:lnTo>
                  <a:pt x="286461" y="47479"/>
                </a:lnTo>
                <a:lnTo>
                  <a:pt x="286324" y="48026"/>
                </a:lnTo>
                <a:lnTo>
                  <a:pt x="286178" y="48566"/>
                </a:lnTo>
                <a:lnTo>
                  <a:pt x="286022" y="49098"/>
                </a:lnTo>
                <a:lnTo>
                  <a:pt x="285855" y="49622"/>
                </a:lnTo>
                <a:lnTo>
                  <a:pt x="285678" y="50140"/>
                </a:lnTo>
                <a:lnTo>
                  <a:pt x="285492" y="50649"/>
                </a:lnTo>
                <a:lnTo>
                  <a:pt x="285295" y="51152"/>
                </a:lnTo>
                <a:lnTo>
                  <a:pt x="285088" y="51647"/>
                </a:lnTo>
                <a:lnTo>
                  <a:pt x="284871" y="52134"/>
                </a:lnTo>
                <a:lnTo>
                  <a:pt x="284644" y="52614"/>
                </a:lnTo>
                <a:lnTo>
                  <a:pt x="284407" y="53086"/>
                </a:lnTo>
                <a:lnTo>
                  <a:pt x="284163" y="53545"/>
                </a:lnTo>
                <a:lnTo>
                  <a:pt x="283908" y="53996"/>
                </a:lnTo>
                <a:lnTo>
                  <a:pt x="283640" y="54437"/>
                </a:lnTo>
                <a:lnTo>
                  <a:pt x="283360" y="54870"/>
                </a:lnTo>
                <a:lnTo>
                  <a:pt x="283068" y="55294"/>
                </a:lnTo>
                <a:lnTo>
                  <a:pt x="282763" y="55709"/>
                </a:lnTo>
                <a:lnTo>
                  <a:pt x="282447" y="56115"/>
                </a:lnTo>
                <a:lnTo>
                  <a:pt x="282117" y="56513"/>
                </a:lnTo>
                <a:lnTo>
                  <a:pt x="281776" y="56902"/>
                </a:lnTo>
                <a:lnTo>
                  <a:pt x="281422" y="57282"/>
                </a:lnTo>
                <a:lnTo>
                  <a:pt x="281056" y="57653"/>
                </a:lnTo>
                <a:lnTo>
                  <a:pt x="280678" y="58016"/>
                </a:lnTo>
                <a:lnTo>
                  <a:pt x="280287" y="58369"/>
                </a:lnTo>
                <a:lnTo>
                  <a:pt x="279884" y="58714"/>
                </a:lnTo>
                <a:lnTo>
                  <a:pt x="279469" y="59051"/>
                </a:lnTo>
                <a:lnTo>
                  <a:pt x="279042" y="59378"/>
                </a:lnTo>
                <a:lnTo>
                  <a:pt x="278602" y="59697"/>
                </a:lnTo>
                <a:lnTo>
                  <a:pt x="278150" y="60006"/>
                </a:lnTo>
                <a:lnTo>
                  <a:pt x="277686" y="60308"/>
                </a:lnTo>
                <a:lnTo>
                  <a:pt x="277209" y="60600"/>
                </a:lnTo>
                <a:lnTo>
                  <a:pt x="276720" y="60883"/>
                </a:lnTo>
                <a:lnTo>
                  <a:pt x="276219" y="61158"/>
                </a:lnTo>
                <a:lnTo>
                  <a:pt x="275705" y="61424"/>
                </a:lnTo>
                <a:lnTo>
                  <a:pt x="275180" y="61681"/>
                </a:lnTo>
                <a:lnTo>
                  <a:pt x="274646" y="61929"/>
                </a:lnTo>
                <a:lnTo>
                  <a:pt x="274098" y="62166"/>
                </a:lnTo>
                <a:lnTo>
                  <a:pt x="273537" y="62392"/>
                </a:lnTo>
                <a:lnTo>
                  <a:pt x="272961" y="62608"/>
                </a:lnTo>
                <a:lnTo>
                  <a:pt x="272371" y="62813"/>
                </a:lnTo>
                <a:lnTo>
                  <a:pt x="271767" y="63008"/>
                </a:lnTo>
                <a:lnTo>
                  <a:pt x="271149" y="63193"/>
                </a:lnTo>
                <a:lnTo>
                  <a:pt x="270517" y="63366"/>
                </a:lnTo>
                <a:lnTo>
                  <a:pt x="269871" y="63530"/>
                </a:lnTo>
                <a:lnTo>
                  <a:pt x="269211" y="63682"/>
                </a:lnTo>
                <a:lnTo>
                  <a:pt x="268537" y="63825"/>
                </a:lnTo>
                <a:lnTo>
                  <a:pt x="267849" y="63956"/>
                </a:lnTo>
                <a:lnTo>
                  <a:pt x="267146" y="64077"/>
                </a:lnTo>
                <a:lnTo>
                  <a:pt x="266430" y="64188"/>
                </a:lnTo>
                <a:lnTo>
                  <a:pt x="265700" y="64288"/>
                </a:lnTo>
                <a:lnTo>
                  <a:pt x="264956" y="64378"/>
                </a:lnTo>
                <a:lnTo>
                  <a:pt x="264197" y="64457"/>
                </a:lnTo>
                <a:lnTo>
                  <a:pt x="263425" y="64525"/>
                </a:lnTo>
                <a:lnTo>
                  <a:pt x="262638" y="64583"/>
                </a:lnTo>
                <a:lnTo>
                  <a:pt x="261838" y="64630"/>
                </a:lnTo>
                <a:lnTo>
                  <a:pt x="261023" y="64667"/>
                </a:lnTo>
                <a:lnTo>
                  <a:pt x="260195" y="64694"/>
                </a:lnTo>
                <a:lnTo>
                  <a:pt x="259352" y="64709"/>
                </a:lnTo>
                <a:lnTo>
                  <a:pt x="258495" y="64715"/>
                </a:lnTo>
                <a:lnTo>
                  <a:pt x="230688" y="64715"/>
                </a:lnTo>
                <a:lnTo>
                  <a:pt x="230688" y="13904"/>
                </a:lnTo>
                <a:lnTo>
                  <a:pt x="258243" y="13904"/>
                </a:lnTo>
                <a:lnTo>
                  <a:pt x="259110" y="13909"/>
                </a:lnTo>
                <a:lnTo>
                  <a:pt x="259963" y="13926"/>
                </a:lnTo>
                <a:close/>
                <a:moveTo>
                  <a:pt x="444303" y="67581"/>
                </a:moveTo>
                <a:lnTo>
                  <a:pt x="444329" y="67001"/>
                </a:lnTo>
                <a:lnTo>
                  <a:pt x="444366" y="66426"/>
                </a:lnTo>
                <a:lnTo>
                  <a:pt x="444413" y="65858"/>
                </a:lnTo>
                <a:lnTo>
                  <a:pt x="444471" y="65295"/>
                </a:lnTo>
                <a:lnTo>
                  <a:pt x="444540" y="64739"/>
                </a:lnTo>
                <a:lnTo>
                  <a:pt x="444619" y="64188"/>
                </a:lnTo>
                <a:lnTo>
                  <a:pt x="444708" y="63643"/>
                </a:lnTo>
                <a:lnTo>
                  <a:pt x="444808" y="63104"/>
                </a:lnTo>
                <a:lnTo>
                  <a:pt x="444919" y="62572"/>
                </a:lnTo>
                <a:lnTo>
                  <a:pt x="445040" y="62045"/>
                </a:lnTo>
                <a:lnTo>
                  <a:pt x="445172" y="61524"/>
                </a:lnTo>
                <a:lnTo>
                  <a:pt x="445314" y="61008"/>
                </a:lnTo>
                <a:lnTo>
                  <a:pt x="445467" y="60499"/>
                </a:lnTo>
                <a:lnTo>
                  <a:pt x="445630" y="59996"/>
                </a:lnTo>
                <a:lnTo>
                  <a:pt x="445804" y="59499"/>
                </a:lnTo>
                <a:lnTo>
                  <a:pt x="445988" y="59007"/>
                </a:lnTo>
                <a:lnTo>
                  <a:pt x="446183" y="58522"/>
                </a:lnTo>
                <a:lnTo>
                  <a:pt x="446388" y="58042"/>
                </a:lnTo>
                <a:lnTo>
                  <a:pt x="446604" y="57568"/>
                </a:lnTo>
                <a:lnTo>
                  <a:pt x="446831" y="57101"/>
                </a:lnTo>
                <a:lnTo>
                  <a:pt x="447068" y="56639"/>
                </a:lnTo>
                <a:lnTo>
                  <a:pt x="447315" y="56183"/>
                </a:lnTo>
                <a:lnTo>
                  <a:pt x="447576" y="55729"/>
                </a:lnTo>
                <a:lnTo>
                  <a:pt x="447844" y="55283"/>
                </a:lnTo>
                <a:lnTo>
                  <a:pt x="448119" y="54846"/>
                </a:lnTo>
                <a:lnTo>
                  <a:pt x="448400" y="54417"/>
                </a:lnTo>
                <a:lnTo>
                  <a:pt x="448688" y="53996"/>
                </a:lnTo>
                <a:lnTo>
                  <a:pt x="448982" y="53584"/>
                </a:lnTo>
                <a:lnTo>
                  <a:pt x="449283" y="53180"/>
                </a:lnTo>
                <a:lnTo>
                  <a:pt x="449590" y="52784"/>
                </a:lnTo>
                <a:lnTo>
                  <a:pt x="449904" y="52397"/>
                </a:lnTo>
                <a:lnTo>
                  <a:pt x="450225" y="52018"/>
                </a:lnTo>
                <a:lnTo>
                  <a:pt x="450552" y="51647"/>
                </a:lnTo>
                <a:lnTo>
                  <a:pt x="450886" y="51285"/>
                </a:lnTo>
                <a:lnTo>
                  <a:pt x="451226" y="50931"/>
                </a:lnTo>
                <a:lnTo>
                  <a:pt x="451573" y="50586"/>
                </a:lnTo>
                <a:lnTo>
                  <a:pt x="451927" y="50248"/>
                </a:lnTo>
                <a:lnTo>
                  <a:pt x="452287" y="49919"/>
                </a:lnTo>
                <a:lnTo>
                  <a:pt x="452653" y="49599"/>
                </a:lnTo>
                <a:lnTo>
                  <a:pt x="453027" y="49286"/>
                </a:lnTo>
                <a:lnTo>
                  <a:pt x="453406" y="48983"/>
                </a:lnTo>
                <a:lnTo>
                  <a:pt x="453793" y="48687"/>
                </a:lnTo>
                <a:lnTo>
                  <a:pt x="454186" y="48400"/>
                </a:lnTo>
                <a:lnTo>
                  <a:pt x="454585" y="48121"/>
                </a:lnTo>
                <a:lnTo>
                  <a:pt x="454992" y="47850"/>
                </a:lnTo>
                <a:lnTo>
                  <a:pt x="455404" y="47588"/>
                </a:lnTo>
                <a:lnTo>
                  <a:pt x="455827" y="47335"/>
                </a:lnTo>
                <a:lnTo>
                  <a:pt x="456252" y="47093"/>
                </a:lnTo>
                <a:lnTo>
                  <a:pt x="456680" y="46862"/>
                </a:lnTo>
                <a:lnTo>
                  <a:pt x="457111" y="46642"/>
                </a:lnTo>
                <a:lnTo>
                  <a:pt x="457544" y="46432"/>
                </a:lnTo>
                <a:lnTo>
                  <a:pt x="457980" y="46233"/>
                </a:lnTo>
                <a:lnTo>
                  <a:pt x="458418" y="46045"/>
                </a:lnTo>
                <a:lnTo>
                  <a:pt x="458859" y="45868"/>
                </a:lnTo>
                <a:lnTo>
                  <a:pt x="459303" y="45701"/>
                </a:lnTo>
                <a:lnTo>
                  <a:pt x="459749" y="45545"/>
                </a:lnTo>
                <a:lnTo>
                  <a:pt x="460198" y="45400"/>
                </a:lnTo>
                <a:lnTo>
                  <a:pt x="460650" y="45266"/>
                </a:lnTo>
                <a:lnTo>
                  <a:pt x="461104" y="45142"/>
                </a:lnTo>
                <a:lnTo>
                  <a:pt x="461561" y="45029"/>
                </a:lnTo>
                <a:lnTo>
                  <a:pt x="462020" y="44927"/>
                </a:lnTo>
                <a:lnTo>
                  <a:pt x="462483" y="44835"/>
                </a:lnTo>
                <a:lnTo>
                  <a:pt x="462947" y="44755"/>
                </a:lnTo>
                <a:lnTo>
                  <a:pt x="463415" y="44685"/>
                </a:lnTo>
                <a:lnTo>
                  <a:pt x="463885" y="44626"/>
                </a:lnTo>
                <a:lnTo>
                  <a:pt x="464357" y="44577"/>
                </a:lnTo>
                <a:lnTo>
                  <a:pt x="464833" y="44540"/>
                </a:lnTo>
                <a:lnTo>
                  <a:pt x="465311" y="44513"/>
                </a:lnTo>
                <a:lnTo>
                  <a:pt x="465791" y="44497"/>
                </a:lnTo>
                <a:lnTo>
                  <a:pt x="466274" y="44491"/>
                </a:lnTo>
                <a:lnTo>
                  <a:pt x="466975" y="44500"/>
                </a:lnTo>
                <a:lnTo>
                  <a:pt x="467664" y="44527"/>
                </a:lnTo>
                <a:lnTo>
                  <a:pt x="468343" y="44571"/>
                </a:lnTo>
                <a:lnTo>
                  <a:pt x="469011" y="44634"/>
                </a:lnTo>
                <a:lnTo>
                  <a:pt x="469669" y="44714"/>
                </a:lnTo>
                <a:lnTo>
                  <a:pt x="470315" y="44811"/>
                </a:lnTo>
                <a:lnTo>
                  <a:pt x="470951" y="44927"/>
                </a:lnTo>
                <a:lnTo>
                  <a:pt x="471576" y="45060"/>
                </a:lnTo>
                <a:lnTo>
                  <a:pt x="472190" y="45211"/>
                </a:lnTo>
                <a:lnTo>
                  <a:pt x="472794" y="45380"/>
                </a:lnTo>
                <a:lnTo>
                  <a:pt x="473387" y="45567"/>
                </a:lnTo>
                <a:lnTo>
                  <a:pt x="473969" y="45771"/>
                </a:lnTo>
                <a:lnTo>
                  <a:pt x="474540" y="45993"/>
                </a:lnTo>
                <a:lnTo>
                  <a:pt x="475101" y="46233"/>
                </a:lnTo>
                <a:lnTo>
                  <a:pt x="475650" y="46491"/>
                </a:lnTo>
                <a:lnTo>
                  <a:pt x="476190" y="46766"/>
                </a:lnTo>
                <a:lnTo>
                  <a:pt x="476718" y="47060"/>
                </a:lnTo>
                <a:lnTo>
                  <a:pt x="477235" y="47371"/>
                </a:lnTo>
                <a:lnTo>
                  <a:pt x="477742" y="47700"/>
                </a:lnTo>
                <a:lnTo>
                  <a:pt x="478238" y="48046"/>
                </a:lnTo>
                <a:lnTo>
                  <a:pt x="478723" y="48411"/>
                </a:lnTo>
                <a:lnTo>
                  <a:pt x="479198" y="48793"/>
                </a:lnTo>
                <a:lnTo>
                  <a:pt x="479662" y="49193"/>
                </a:lnTo>
                <a:lnTo>
                  <a:pt x="480115" y="49610"/>
                </a:lnTo>
                <a:lnTo>
                  <a:pt x="480553" y="50037"/>
                </a:lnTo>
                <a:lnTo>
                  <a:pt x="480973" y="50475"/>
                </a:lnTo>
                <a:lnTo>
                  <a:pt x="481374" y="50925"/>
                </a:lnTo>
                <a:lnTo>
                  <a:pt x="481756" y="51385"/>
                </a:lnTo>
                <a:lnTo>
                  <a:pt x="482120" y="51857"/>
                </a:lnTo>
                <a:lnTo>
                  <a:pt x="482465" y="52340"/>
                </a:lnTo>
                <a:lnTo>
                  <a:pt x="482791" y="52834"/>
                </a:lnTo>
                <a:lnTo>
                  <a:pt x="483099" y="53339"/>
                </a:lnTo>
                <a:lnTo>
                  <a:pt x="483388" y="53856"/>
                </a:lnTo>
                <a:lnTo>
                  <a:pt x="483659" y="54383"/>
                </a:lnTo>
                <a:lnTo>
                  <a:pt x="483911" y="54922"/>
                </a:lnTo>
                <a:lnTo>
                  <a:pt x="484144" y="55472"/>
                </a:lnTo>
                <a:lnTo>
                  <a:pt x="484358" y="56033"/>
                </a:lnTo>
                <a:lnTo>
                  <a:pt x="484554" y="56606"/>
                </a:lnTo>
                <a:lnTo>
                  <a:pt x="484731" y="57189"/>
                </a:lnTo>
                <a:lnTo>
                  <a:pt x="484890" y="57784"/>
                </a:lnTo>
                <a:lnTo>
                  <a:pt x="485030" y="58390"/>
                </a:lnTo>
                <a:lnTo>
                  <a:pt x="485151" y="59007"/>
                </a:lnTo>
                <a:lnTo>
                  <a:pt x="485253" y="59635"/>
                </a:lnTo>
                <a:lnTo>
                  <a:pt x="485337" y="60275"/>
                </a:lnTo>
                <a:lnTo>
                  <a:pt x="485403" y="60926"/>
                </a:lnTo>
                <a:lnTo>
                  <a:pt x="485449" y="61588"/>
                </a:lnTo>
                <a:lnTo>
                  <a:pt x="485477" y="62261"/>
                </a:lnTo>
                <a:lnTo>
                  <a:pt x="485487" y="62945"/>
                </a:lnTo>
                <a:lnTo>
                  <a:pt x="485487" y="129429"/>
                </a:lnTo>
                <a:lnTo>
                  <a:pt x="500654" y="129429"/>
                </a:lnTo>
                <a:lnTo>
                  <a:pt x="500654" y="66231"/>
                </a:lnTo>
                <a:lnTo>
                  <a:pt x="500664" y="65452"/>
                </a:lnTo>
                <a:lnTo>
                  <a:pt x="500693" y="64685"/>
                </a:lnTo>
                <a:lnTo>
                  <a:pt x="500742" y="63929"/>
                </a:lnTo>
                <a:lnTo>
                  <a:pt x="500810" y="63184"/>
                </a:lnTo>
                <a:lnTo>
                  <a:pt x="500898" y="62451"/>
                </a:lnTo>
                <a:lnTo>
                  <a:pt x="501006" y="61729"/>
                </a:lnTo>
                <a:lnTo>
                  <a:pt x="501133" y="61018"/>
                </a:lnTo>
                <a:lnTo>
                  <a:pt x="501279" y="60319"/>
                </a:lnTo>
                <a:lnTo>
                  <a:pt x="501445" y="59631"/>
                </a:lnTo>
                <a:lnTo>
                  <a:pt x="501631" y="58955"/>
                </a:lnTo>
                <a:lnTo>
                  <a:pt x="501836" y="58290"/>
                </a:lnTo>
                <a:lnTo>
                  <a:pt x="502060" y="57637"/>
                </a:lnTo>
                <a:lnTo>
                  <a:pt x="502304" y="56994"/>
                </a:lnTo>
                <a:lnTo>
                  <a:pt x="502568" y="56364"/>
                </a:lnTo>
                <a:lnTo>
                  <a:pt x="502851" y="55745"/>
                </a:lnTo>
                <a:lnTo>
                  <a:pt x="503154" y="55137"/>
                </a:lnTo>
                <a:lnTo>
                  <a:pt x="503476" y="54540"/>
                </a:lnTo>
                <a:lnTo>
                  <a:pt x="503818" y="53955"/>
                </a:lnTo>
                <a:lnTo>
                  <a:pt x="504179" y="53382"/>
                </a:lnTo>
                <a:lnTo>
                  <a:pt x="504560" y="52819"/>
                </a:lnTo>
                <a:lnTo>
                  <a:pt x="504960" y="52269"/>
                </a:lnTo>
                <a:lnTo>
                  <a:pt x="505380" y="51729"/>
                </a:lnTo>
                <a:lnTo>
                  <a:pt x="505820" y="51201"/>
                </a:lnTo>
                <a:lnTo>
                  <a:pt x="506279" y="50685"/>
                </a:lnTo>
                <a:lnTo>
                  <a:pt x="506755" y="50179"/>
                </a:lnTo>
                <a:lnTo>
                  <a:pt x="507248" y="49696"/>
                </a:lnTo>
                <a:lnTo>
                  <a:pt x="507757" y="49233"/>
                </a:lnTo>
                <a:lnTo>
                  <a:pt x="508282" y="48792"/>
                </a:lnTo>
                <a:lnTo>
                  <a:pt x="508823" y="48373"/>
                </a:lnTo>
                <a:lnTo>
                  <a:pt x="509379" y="47975"/>
                </a:lnTo>
                <a:lnTo>
                  <a:pt x="509952" y="47599"/>
                </a:lnTo>
                <a:lnTo>
                  <a:pt x="510541" y="47244"/>
                </a:lnTo>
                <a:lnTo>
                  <a:pt x="511146" y="46911"/>
                </a:lnTo>
                <a:lnTo>
                  <a:pt x="511767" y="46599"/>
                </a:lnTo>
                <a:lnTo>
                  <a:pt x="512404" y="46309"/>
                </a:lnTo>
                <a:lnTo>
                  <a:pt x="513057" y="46040"/>
                </a:lnTo>
                <a:lnTo>
                  <a:pt x="513726" y="45792"/>
                </a:lnTo>
                <a:lnTo>
                  <a:pt x="514411" y="45567"/>
                </a:lnTo>
                <a:lnTo>
                  <a:pt x="515112" y="45362"/>
                </a:lnTo>
                <a:lnTo>
                  <a:pt x="515829" y="45180"/>
                </a:lnTo>
                <a:lnTo>
                  <a:pt x="516562" y="45018"/>
                </a:lnTo>
                <a:lnTo>
                  <a:pt x="517311" y="44878"/>
                </a:lnTo>
                <a:lnTo>
                  <a:pt x="518076" y="44760"/>
                </a:lnTo>
                <a:lnTo>
                  <a:pt x="518857" y="44663"/>
                </a:lnTo>
                <a:lnTo>
                  <a:pt x="519654" y="44588"/>
                </a:lnTo>
                <a:lnTo>
                  <a:pt x="520467" y="44534"/>
                </a:lnTo>
                <a:lnTo>
                  <a:pt x="521296" y="44502"/>
                </a:lnTo>
                <a:lnTo>
                  <a:pt x="522141" y="44491"/>
                </a:lnTo>
                <a:lnTo>
                  <a:pt x="522801" y="44499"/>
                </a:lnTo>
                <a:lnTo>
                  <a:pt x="523454" y="44523"/>
                </a:lnTo>
                <a:lnTo>
                  <a:pt x="524100" y="44563"/>
                </a:lnTo>
                <a:lnTo>
                  <a:pt x="524738" y="44620"/>
                </a:lnTo>
                <a:lnTo>
                  <a:pt x="525369" y="44692"/>
                </a:lnTo>
                <a:lnTo>
                  <a:pt x="525993" y="44780"/>
                </a:lnTo>
                <a:lnTo>
                  <a:pt x="526609" y="44884"/>
                </a:lnTo>
                <a:lnTo>
                  <a:pt x="527218" y="45004"/>
                </a:lnTo>
                <a:lnTo>
                  <a:pt x="527820" y="45140"/>
                </a:lnTo>
                <a:lnTo>
                  <a:pt x="528415" y="45292"/>
                </a:lnTo>
                <a:lnTo>
                  <a:pt x="529003" y="45460"/>
                </a:lnTo>
                <a:lnTo>
                  <a:pt x="529583" y="45645"/>
                </a:lnTo>
                <a:lnTo>
                  <a:pt x="530156" y="45845"/>
                </a:lnTo>
                <a:lnTo>
                  <a:pt x="530722" y="46061"/>
                </a:lnTo>
                <a:lnTo>
                  <a:pt x="531280" y="46293"/>
                </a:lnTo>
                <a:lnTo>
                  <a:pt x="531832" y="46542"/>
                </a:lnTo>
                <a:lnTo>
                  <a:pt x="532376" y="46806"/>
                </a:lnTo>
                <a:lnTo>
                  <a:pt x="532913" y="47086"/>
                </a:lnTo>
                <a:lnTo>
                  <a:pt x="533442" y="47383"/>
                </a:lnTo>
                <a:lnTo>
                  <a:pt x="533965" y="47695"/>
                </a:lnTo>
                <a:lnTo>
                  <a:pt x="534480" y="48024"/>
                </a:lnTo>
                <a:lnTo>
                  <a:pt x="534988" y="48368"/>
                </a:lnTo>
                <a:lnTo>
                  <a:pt x="535488" y="48728"/>
                </a:lnTo>
                <a:lnTo>
                  <a:pt x="535982" y="49105"/>
                </a:lnTo>
                <a:lnTo>
                  <a:pt x="536461" y="49500"/>
                </a:lnTo>
                <a:lnTo>
                  <a:pt x="536921" y="49916"/>
                </a:lnTo>
                <a:lnTo>
                  <a:pt x="537359" y="50354"/>
                </a:lnTo>
                <a:lnTo>
                  <a:pt x="537778" y="50813"/>
                </a:lnTo>
                <a:lnTo>
                  <a:pt x="538176" y="51293"/>
                </a:lnTo>
                <a:lnTo>
                  <a:pt x="538553" y="51795"/>
                </a:lnTo>
                <a:lnTo>
                  <a:pt x="538910" y="52317"/>
                </a:lnTo>
                <a:lnTo>
                  <a:pt x="539247" y="52862"/>
                </a:lnTo>
                <a:lnTo>
                  <a:pt x="539563" y="53427"/>
                </a:lnTo>
                <a:lnTo>
                  <a:pt x="539859" y="54014"/>
                </a:lnTo>
                <a:lnTo>
                  <a:pt x="540135" y="54622"/>
                </a:lnTo>
                <a:lnTo>
                  <a:pt x="540390" y="55251"/>
                </a:lnTo>
                <a:lnTo>
                  <a:pt x="540625" y="55901"/>
                </a:lnTo>
                <a:lnTo>
                  <a:pt x="540839" y="56573"/>
                </a:lnTo>
                <a:lnTo>
                  <a:pt x="541033" y="57266"/>
                </a:lnTo>
                <a:lnTo>
                  <a:pt x="541206" y="57981"/>
                </a:lnTo>
                <a:lnTo>
                  <a:pt x="541359" y="58716"/>
                </a:lnTo>
                <a:lnTo>
                  <a:pt x="541492" y="59473"/>
                </a:lnTo>
                <a:lnTo>
                  <a:pt x="541604" y="60251"/>
                </a:lnTo>
                <a:lnTo>
                  <a:pt x="541696" y="61051"/>
                </a:lnTo>
                <a:lnTo>
                  <a:pt x="541767" y="61872"/>
                </a:lnTo>
                <a:lnTo>
                  <a:pt x="541818" y="62714"/>
                </a:lnTo>
                <a:lnTo>
                  <a:pt x="541849" y="63577"/>
                </a:lnTo>
                <a:lnTo>
                  <a:pt x="541859" y="64462"/>
                </a:lnTo>
                <a:lnTo>
                  <a:pt x="541859" y="129429"/>
                </a:lnTo>
                <a:lnTo>
                  <a:pt x="556774" y="129429"/>
                </a:lnTo>
                <a:lnTo>
                  <a:pt x="556774" y="64462"/>
                </a:lnTo>
                <a:lnTo>
                  <a:pt x="556760" y="63050"/>
                </a:lnTo>
                <a:lnTo>
                  <a:pt x="556716" y="61670"/>
                </a:lnTo>
                <a:lnTo>
                  <a:pt x="556645" y="60321"/>
                </a:lnTo>
                <a:lnTo>
                  <a:pt x="556544" y="59004"/>
                </a:lnTo>
                <a:lnTo>
                  <a:pt x="556415" y="57718"/>
                </a:lnTo>
                <a:lnTo>
                  <a:pt x="556256" y="56463"/>
                </a:lnTo>
                <a:lnTo>
                  <a:pt x="556070" y="55240"/>
                </a:lnTo>
                <a:lnTo>
                  <a:pt x="555854" y="54048"/>
                </a:lnTo>
                <a:lnTo>
                  <a:pt x="555610" y="52888"/>
                </a:lnTo>
                <a:lnTo>
                  <a:pt x="555337" y="51759"/>
                </a:lnTo>
                <a:lnTo>
                  <a:pt x="555035" y="50661"/>
                </a:lnTo>
                <a:lnTo>
                  <a:pt x="554704" y="49595"/>
                </a:lnTo>
                <a:lnTo>
                  <a:pt x="554345" y="48560"/>
                </a:lnTo>
                <a:lnTo>
                  <a:pt x="553957" y="47556"/>
                </a:lnTo>
                <a:lnTo>
                  <a:pt x="553540" y="46584"/>
                </a:lnTo>
                <a:lnTo>
                  <a:pt x="553094" y="45643"/>
                </a:lnTo>
                <a:lnTo>
                  <a:pt x="552620" y="44733"/>
                </a:lnTo>
                <a:lnTo>
                  <a:pt x="552117" y="43855"/>
                </a:lnTo>
                <a:lnTo>
                  <a:pt x="551585" y="43009"/>
                </a:lnTo>
                <a:lnTo>
                  <a:pt x="551025" y="42193"/>
                </a:lnTo>
                <a:lnTo>
                  <a:pt x="550435" y="41409"/>
                </a:lnTo>
                <a:lnTo>
                  <a:pt x="549817" y="40657"/>
                </a:lnTo>
                <a:lnTo>
                  <a:pt x="549171" y="39936"/>
                </a:lnTo>
                <a:lnTo>
                  <a:pt x="548495" y="39246"/>
                </a:lnTo>
                <a:lnTo>
                  <a:pt x="547797" y="38581"/>
                </a:lnTo>
                <a:lnTo>
                  <a:pt x="547082" y="37944"/>
                </a:lnTo>
                <a:lnTo>
                  <a:pt x="546351" y="37335"/>
                </a:lnTo>
                <a:lnTo>
                  <a:pt x="545604" y="36755"/>
                </a:lnTo>
                <a:lnTo>
                  <a:pt x="544840" y="36203"/>
                </a:lnTo>
                <a:lnTo>
                  <a:pt x="544059" y="35679"/>
                </a:lnTo>
                <a:lnTo>
                  <a:pt x="543262" y="35184"/>
                </a:lnTo>
                <a:lnTo>
                  <a:pt x="542449" y="34717"/>
                </a:lnTo>
                <a:lnTo>
                  <a:pt x="541619" y="34278"/>
                </a:lnTo>
                <a:lnTo>
                  <a:pt x="540773" y="33868"/>
                </a:lnTo>
                <a:lnTo>
                  <a:pt x="539910" y="33485"/>
                </a:lnTo>
                <a:lnTo>
                  <a:pt x="539031" y="33132"/>
                </a:lnTo>
                <a:lnTo>
                  <a:pt x="538135" y="32806"/>
                </a:lnTo>
                <a:lnTo>
                  <a:pt x="537223" y="32509"/>
                </a:lnTo>
                <a:lnTo>
                  <a:pt x="536295" y="32240"/>
                </a:lnTo>
                <a:lnTo>
                  <a:pt x="535350" y="31999"/>
                </a:lnTo>
                <a:lnTo>
                  <a:pt x="534388" y="31787"/>
                </a:lnTo>
                <a:lnTo>
                  <a:pt x="533410" y="31603"/>
                </a:lnTo>
                <a:lnTo>
                  <a:pt x="532416" y="31447"/>
                </a:lnTo>
                <a:lnTo>
                  <a:pt x="531405" y="31320"/>
                </a:lnTo>
                <a:lnTo>
                  <a:pt x="530378" y="31221"/>
                </a:lnTo>
                <a:lnTo>
                  <a:pt x="529334" y="31150"/>
                </a:lnTo>
                <a:lnTo>
                  <a:pt x="528274" y="31108"/>
                </a:lnTo>
                <a:lnTo>
                  <a:pt x="527197" y="31093"/>
                </a:lnTo>
                <a:lnTo>
                  <a:pt x="526333" y="31101"/>
                </a:lnTo>
                <a:lnTo>
                  <a:pt x="525480" y="31125"/>
                </a:lnTo>
                <a:lnTo>
                  <a:pt x="524637" y="31163"/>
                </a:lnTo>
                <a:lnTo>
                  <a:pt x="523804" y="31218"/>
                </a:lnTo>
                <a:lnTo>
                  <a:pt x="522981" y="31288"/>
                </a:lnTo>
                <a:lnTo>
                  <a:pt x="522169" y="31374"/>
                </a:lnTo>
                <a:lnTo>
                  <a:pt x="521367" y="31475"/>
                </a:lnTo>
                <a:lnTo>
                  <a:pt x="520576" y="31592"/>
                </a:lnTo>
                <a:lnTo>
                  <a:pt x="519794" y="31724"/>
                </a:lnTo>
                <a:lnTo>
                  <a:pt x="519023" y="31872"/>
                </a:lnTo>
                <a:lnTo>
                  <a:pt x="518263" y="32036"/>
                </a:lnTo>
                <a:lnTo>
                  <a:pt x="517512" y="32215"/>
                </a:lnTo>
                <a:lnTo>
                  <a:pt x="516772" y="32410"/>
                </a:lnTo>
                <a:lnTo>
                  <a:pt x="516042" y="32620"/>
                </a:lnTo>
                <a:lnTo>
                  <a:pt x="515323" y="32846"/>
                </a:lnTo>
                <a:lnTo>
                  <a:pt x="514614" y="33088"/>
                </a:lnTo>
                <a:lnTo>
                  <a:pt x="513915" y="33345"/>
                </a:lnTo>
                <a:lnTo>
                  <a:pt x="513227" y="33617"/>
                </a:lnTo>
                <a:lnTo>
                  <a:pt x="512548" y="33906"/>
                </a:lnTo>
                <a:lnTo>
                  <a:pt x="511881" y="34209"/>
                </a:lnTo>
                <a:lnTo>
                  <a:pt x="511223" y="34529"/>
                </a:lnTo>
                <a:lnTo>
                  <a:pt x="510576" y="34864"/>
                </a:lnTo>
                <a:lnTo>
                  <a:pt x="509939" y="35214"/>
                </a:lnTo>
                <a:lnTo>
                  <a:pt x="509312" y="35580"/>
                </a:lnTo>
                <a:lnTo>
                  <a:pt x="508697" y="35954"/>
                </a:lnTo>
                <a:lnTo>
                  <a:pt x="508095" y="36339"/>
                </a:lnTo>
                <a:lnTo>
                  <a:pt x="507506" y="36735"/>
                </a:lnTo>
                <a:lnTo>
                  <a:pt x="506930" y="37141"/>
                </a:lnTo>
                <a:lnTo>
                  <a:pt x="506367" y="37558"/>
                </a:lnTo>
                <a:lnTo>
                  <a:pt x="505817" y="37986"/>
                </a:lnTo>
                <a:lnTo>
                  <a:pt x="505279" y="38424"/>
                </a:lnTo>
                <a:lnTo>
                  <a:pt x="504755" y="38874"/>
                </a:lnTo>
                <a:lnTo>
                  <a:pt x="504244" y="39334"/>
                </a:lnTo>
                <a:lnTo>
                  <a:pt x="503745" y="39805"/>
                </a:lnTo>
                <a:lnTo>
                  <a:pt x="503260" y="40286"/>
                </a:lnTo>
                <a:lnTo>
                  <a:pt x="502787" y="40778"/>
                </a:lnTo>
                <a:lnTo>
                  <a:pt x="502327" y="41282"/>
                </a:lnTo>
                <a:lnTo>
                  <a:pt x="501881" y="41795"/>
                </a:lnTo>
                <a:lnTo>
                  <a:pt x="501447" y="42320"/>
                </a:lnTo>
                <a:lnTo>
                  <a:pt x="501026" y="42855"/>
                </a:lnTo>
                <a:lnTo>
                  <a:pt x="500618" y="43401"/>
                </a:lnTo>
                <a:lnTo>
                  <a:pt x="500224" y="43958"/>
                </a:lnTo>
                <a:lnTo>
                  <a:pt x="499842" y="44526"/>
                </a:lnTo>
                <a:lnTo>
                  <a:pt x="499473" y="45104"/>
                </a:lnTo>
                <a:lnTo>
                  <a:pt x="499117" y="45693"/>
                </a:lnTo>
                <a:lnTo>
                  <a:pt x="498774" y="46293"/>
                </a:lnTo>
                <a:lnTo>
                  <a:pt x="498443" y="46904"/>
                </a:lnTo>
                <a:lnTo>
                  <a:pt x="498126" y="47525"/>
                </a:lnTo>
                <a:lnTo>
                  <a:pt x="497115" y="47525"/>
                </a:lnTo>
                <a:lnTo>
                  <a:pt x="496810" y="46883"/>
                </a:lnTo>
                <a:lnTo>
                  <a:pt x="496495" y="46253"/>
                </a:lnTo>
                <a:lnTo>
                  <a:pt x="496170" y="45636"/>
                </a:lnTo>
                <a:lnTo>
                  <a:pt x="495835" y="45030"/>
                </a:lnTo>
                <a:lnTo>
                  <a:pt x="495491" y="44437"/>
                </a:lnTo>
                <a:lnTo>
                  <a:pt x="495136" y="43855"/>
                </a:lnTo>
                <a:lnTo>
                  <a:pt x="494772" y="43286"/>
                </a:lnTo>
                <a:lnTo>
                  <a:pt x="494398" y="42729"/>
                </a:lnTo>
                <a:lnTo>
                  <a:pt x="494013" y="42184"/>
                </a:lnTo>
                <a:lnTo>
                  <a:pt x="493619" y="41651"/>
                </a:lnTo>
                <a:lnTo>
                  <a:pt x="493216" y="41129"/>
                </a:lnTo>
                <a:lnTo>
                  <a:pt x="492802" y="40620"/>
                </a:lnTo>
                <a:lnTo>
                  <a:pt x="492378" y="40124"/>
                </a:lnTo>
                <a:lnTo>
                  <a:pt x="491945" y="39639"/>
                </a:lnTo>
                <a:lnTo>
                  <a:pt x="491501" y="39166"/>
                </a:lnTo>
                <a:lnTo>
                  <a:pt x="491048" y="38705"/>
                </a:lnTo>
                <a:lnTo>
                  <a:pt x="490585" y="38257"/>
                </a:lnTo>
                <a:lnTo>
                  <a:pt x="490112" y="37820"/>
                </a:lnTo>
                <a:lnTo>
                  <a:pt x="489629" y="37396"/>
                </a:lnTo>
                <a:lnTo>
                  <a:pt x="489136" y="36983"/>
                </a:lnTo>
                <a:lnTo>
                  <a:pt x="488634" y="36583"/>
                </a:lnTo>
                <a:lnTo>
                  <a:pt x="488121" y="36194"/>
                </a:lnTo>
                <a:lnTo>
                  <a:pt x="487599" y="35818"/>
                </a:lnTo>
                <a:lnTo>
                  <a:pt x="487067" y="35454"/>
                </a:lnTo>
                <a:lnTo>
                  <a:pt x="486529" y="35098"/>
                </a:lnTo>
                <a:lnTo>
                  <a:pt x="485980" y="34758"/>
                </a:lnTo>
                <a:lnTo>
                  <a:pt x="485420" y="34432"/>
                </a:lnTo>
                <a:lnTo>
                  <a:pt x="484849" y="34122"/>
                </a:lnTo>
                <a:lnTo>
                  <a:pt x="484267" y="33826"/>
                </a:lnTo>
                <a:lnTo>
                  <a:pt x="483674" y="33546"/>
                </a:lnTo>
                <a:lnTo>
                  <a:pt x="483069" y="33281"/>
                </a:lnTo>
                <a:lnTo>
                  <a:pt x="482453" y="33031"/>
                </a:lnTo>
                <a:lnTo>
                  <a:pt x="481826" y="32797"/>
                </a:lnTo>
                <a:lnTo>
                  <a:pt x="481188" y="32577"/>
                </a:lnTo>
                <a:lnTo>
                  <a:pt x="480538" y="32373"/>
                </a:lnTo>
                <a:lnTo>
                  <a:pt x="479878" y="32184"/>
                </a:lnTo>
                <a:lnTo>
                  <a:pt x="479206" y="32009"/>
                </a:lnTo>
                <a:lnTo>
                  <a:pt x="478523" y="31850"/>
                </a:lnTo>
                <a:lnTo>
                  <a:pt x="477829" y="31707"/>
                </a:lnTo>
                <a:lnTo>
                  <a:pt x="477123" y="31578"/>
                </a:lnTo>
                <a:lnTo>
                  <a:pt x="476407" y="31464"/>
                </a:lnTo>
                <a:lnTo>
                  <a:pt x="475679" y="31366"/>
                </a:lnTo>
                <a:lnTo>
                  <a:pt x="474940" y="31283"/>
                </a:lnTo>
                <a:lnTo>
                  <a:pt x="474190" y="31215"/>
                </a:lnTo>
                <a:lnTo>
                  <a:pt x="473429" y="31162"/>
                </a:lnTo>
                <a:lnTo>
                  <a:pt x="472656" y="31124"/>
                </a:lnTo>
                <a:lnTo>
                  <a:pt x="471872" y="31101"/>
                </a:lnTo>
                <a:lnTo>
                  <a:pt x="471077" y="31093"/>
                </a:lnTo>
                <a:lnTo>
                  <a:pt x="470292" y="31101"/>
                </a:lnTo>
                <a:lnTo>
                  <a:pt x="469516" y="31124"/>
                </a:lnTo>
                <a:lnTo>
                  <a:pt x="468750" y="31162"/>
                </a:lnTo>
                <a:lnTo>
                  <a:pt x="467993" y="31215"/>
                </a:lnTo>
                <a:lnTo>
                  <a:pt x="467246" y="31283"/>
                </a:lnTo>
                <a:lnTo>
                  <a:pt x="466507" y="31366"/>
                </a:lnTo>
                <a:lnTo>
                  <a:pt x="465779" y="31464"/>
                </a:lnTo>
                <a:lnTo>
                  <a:pt x="465060" y="31578"/>
                </a:lnTo>
                <a:lnTo>
                  <a:pt x="464350" y="31707"/>
                </a:lnTo>
                <a:lnTo>
                  <a:pt x="463650" y="31850"/>
                </a:lnTo>
                <a:lnTo>
                  <a:pt x="462959" y="32009"/>
                </a:lnTo>
                <a:lnTo>
                  <a:pt x="462277" y="32184"/>
                </a:lnTo>
                <a:lnTo>
                  <a:pt x="461605" y="32373"/>
                </a:lnTo>
                <a:lnTo>
                  <a:pt x="460943" y="32577"/>
                </a:lnTo>
                <a:lnTo>
                  <a:pt x="460289" y="32797"/>
                </a:lnTo>
                <a:lnTo>
                  <a:pt x="459646" y="33031"/>
                </a:lnTo>
                <a:lnTo>
                  <a:pt x="459011" y="33281"/>
                </a:lnTo>
                <a:lnTo>
                  <a:pt x="458387" y="33546"/>
                </a:lnTo>
                <a:lnTo>
                  <a:pt x="457771" y="33826"/>
                </a:lnTo>
                <a:lnTo>
                  <a:pt x="457165" y="34122"/>
                </a:lnTo>
                <a:lnTo>
                  <a:pt x="456569" y="34432"/>
                </a:lnTo>
                <a:lnTo>
                  <a:pt x="455982" y="34758"/>
                </a:lnTo>
                <a:lnTo>
                  <a:pt x="455404" y="35098"/>
                </a:lnTo>
                <a:lnTo>
                  <a:pt x="454836" y="35454"/>
                </a:lnTo>
                <a:lnTo>
                  <a:pt x="454279" y="35818"/>
                </a:lnTo>
                <a:lnTo>
                  <a:pt x="453734" y="36194"/>
                </a:lnTo>
                <a:lnTo>
                  <a:pt x="453203" y="36583"/>
                </a:lnTo>
                <a:lnTo>
                  <a:pt x="452685" y="36983"/>
                </a:lnTo>
                <a:lnTo>
                  <a:pt x="452180" y="37396"/>
                </a:lnTo>
                <a:lnTo>
                  <a:pt x="451688" y="37820"/>
                </a:lnTo>
                <a:lnTo>
                  <a:pt x="451208" y="38257"/>
                </a:lnTo>
                <a:lnTo>
                  <a:pt x="450742" y="38705"/>
                </a:lnTo>
                <a:lnTo>
                  <a:pt x="450288" y="39166"/>
                </a:lnTo>
                <a:lnTo>
                  <a:pt x="449848" y="39639"/>
                </a:lnTo>
                <a:lnTo>
                  <a:pt x="449420" y="40124"/>
                </a:lnTo>
                <a:lnTo>
                  <a:pt x="449006" y="40620"/>
                </a:lnTo>
                <a:lnTo>
                  <a:pt x="448604" y="41129"/>
                </a:lnTo>
                <a:lnTo>
                  <a:pt x="448215" y="41651"/>
                </a:lnTo>
                <a:lnTo>
                  <a:pt x="447839" y="42184"/>
                </a:lnTo>
                <a:lnTo>
                  <a:pt x="447477" y="42729"/>
                </a:lnTo>
                <a:lnTo>
                  <a:pt x="447127" y="43286"/>
                </a:lnTo>
                <a:lnTo>
                  <a:pt x="446790" y="43855"/>
                </a:lnTo>
                <a:lnTo>
                  <a:pt x="446466" y="44437"/>
                </a:lnTo>
                <a:lnTo>
                  <a:pt x="446155" y="45030"/>
                </a:lnTo>
                <a:lnTo>
                  <a:pt x="445857" y="45636"/>
                </a:lnTo>
                <a:lnTo>
                  <a:pt x="445571" y="46253"/>
                </a:lnTo>
                <a:lnTo>
                  <a:pt x="445299" y="46883"/>
                </a:lnTo>
                <a:lnTo>
                  <a:pt x="445040" y="47525"/>
                </a:lnTo>
                <a:lnTo>
                  <a:pt x="443776" y="47525"/>
                </a:lnTo>
                <a:lnTo>
                  <a:pt x="443776" y="32357"/>
                </a:lnTo>
                <a:lnTo>
                  <a:pt x="429367" y="32357"/>
                </a:lnTo>
                <a:lnTo>
                  <a:pt x="429367" y="129429"/>
                </a:lnTo>
                <a:lnTo>
                  <a:pt x="444282" y="129429"/>
                </a:lnTo>
                <a:lnTo>
                  <a:pt x="444282" y="68759"/>
                </a:lnTo>
                <a:lnTo>
                  <a:pt x="444287" y="68167"/>
                </a:lnTo>
                <a:lnTo>
                  <a:pt x="444303" y="67581"/>
                </a:lnTo>
                <a:close/>
                <a:moveTo>
                  <a:pt x="406654" y="77395"/>
                </a:moveTo>
                <a:lnTo>
                  <a:pt x="406623" y="76300"/>
                </a:lnTo>
                <a:lnTo>
                  <a:pt x="406579" y="75220"/>
                </a:lnTo>
                <a:lnTo>
                  <a:pt x="406522" y="74154"/>
                </a:lnTo>
                <a:lnTo>
                  <a:pt x="406454" y="73104"/>
                </a:lnTo>
                <a:lnTo>
                  <a:pt x="406372" y="72069"/>
                </a:lnTo>
                <a:lnTo>
                  <a:pt x="406279" y="71049"/>
                </a:lnTo>
                <a:lnTo>
                  <a:pt x="406172" y="70043"/>
                </a:lnTo>
                <a:lnTo>
                  <a:pt x="406053" y="69053"/>
                </a:lnTo>
                <a:lnTo>
                  <a:pt x="405922" y="68077"/>
                </a:lnTo>
                <a:lnTo>
                  <a:pt x="405778" y="67116"/>
                </a:lnTo>
                <a:lnTo>
                  <a:pt x="405622" y="66170"/>
                </a:lnTo>
                <a:lnTo>
                  <a:pt x="405453" y="65240"/>
                </a:lnTo>
                <a:lnTo>
                  <a:pt x="405272" y="64324"/>
                </a:lnTo>
                <a:lnTo>
                  <a:pt x="405078" y="63423"/>
                </a:lnTo>
                <a:lnTo>
                  <a:pt x="404871" y="62537"/>
                </a:lnTo>
                <a:lnTo>
                  <a:pt x="404653" y="61665"/>
                </a:lnTo>
                <a:lnTo>
                  <a:pt x="404421" y="60809"/>
                </a:lnTo>
                <a:lnTo>
                  <a:pt x="404177" y="59968"/>
                </a:lnTo>
                <a:lnTo>
                  <a:pt x="403921" y="59141"/>
                </a:lnTo>
                <a:lnTo>
                  <a:pt x="403652" y="58330"/>
                </a:lnTo>
                <a:lnTo>
                  <a:pt x="403370" y="57533"/>
                </a:lnTo>
                <a:lnTo>
                  <a:pt x="403077" y="56752"/>
                </a:lnTo>
                <a:lnTo>
                  <a:pt x="402772" y="55984"/>
                </a:lnTo>
                <a:lnTo>
                  <a:pt x="402459" y="55229"/>
                </a:lnTo>
                <a:lnTo>
                  <a:pt x="402137" y="54486"/>
                </a:lnTo>
                <a:lnTo>
                  <a:pt x="401807" y="53757"/>
                </a:lnTo>
                <a:lnTo>
                  <a:pt x="401469" y="53040"/>
                </a:lnTo>
                <a:lnTo>
                  <a:pt x="401121" y="52336"/>
                </a:lnTo>
                <a:lnTo>
                  <a:pt x="400766" y="51644"/>
                </a:lnTo>
                <a:lnTo>
                  <a:pt x="400401" y="50966"/>
                </a:lnTo>
                <a:lnTo>
                  <a:pt x="400028" y="50300"/>
                </a:lnTo>
                <a:lnTo>
                  <a:pt x="399647" y="49646"/>
                </a:lnTo>
                <a:lnTo>
                  <a:pt x="399257" y="49006"/>
                </a:lnTo>
                <a:lnTo>
                  <a:pt x="398858" y="48378"/>
                </a:lnTo>
                <a:lnTo>
                  <a:pt x="398451" y="47763"/>
                </a:lnTo>
                <a:lnTo>
                  <a:pt x="398035" y="47161"/>
                </a:lnTo>
                <a:lnTo>
                  <a:pt x="397611" y="46571"/>
                </a:lnTo>
                <a:lnTo>
                  <a:pt x="397178" y="45994"/>
                </a:lnTo>
                <a:lnTo>
                  <a:pt x="396737" y="45430"/>
                </a:lnTo>
                <a:lnTo>
                  <a:pt x="396287" y="44878"/>
                </a:lnTo>
                <a:lnTo>
                  <a:pt x="395828" y="44340"/>
                </a:lnTo>
                <a:lnTo>
                  <a:pt x="395361" y="43814"/>
                </a:lnTo>
                <a:lnTo>
                  <a:pt x="394885" y="43300"/>
                </a:lnTo>
                <a:lnTo>
                  <a:pt x="394401" y="42800"/>
                </a:lnTo>
                <a:lnTo>
                  <a:pt x="393909" y="42312"/>
                </a:lnTo>
                <a:lnTo>
                  <a:pt x="393407" y="41837"/>
                </a:lnTo>
                <a:lnTo>
                  <a:pt x="392899" y="41369"/>
                </a:lnTo>
                <a:lnTo>
                  <a:pt x="392387" y="40911"/>
                </a:lnTo>
                <a:lnTo>
                  <a:pt x="391870" y="40464"/>
                </a:lnTo>
                <a:lnTo>
                  <a:pt x="391348" y="40029"/>
                </a:lnTo>
                <a:lnTo>
                  <a:pt x="390822" y="39604"/>
                </a:lnTo>
                <a:lnTo>
                  <a:pt x="390291" y="39191"/>
                </a:lnTo>
                <a:lnTo>
                  <a:pt x="389755" y="38788"/>
                </a:lnTo>
                <a:lnTo>
                  <a:pt x="389215" y="38396"/>
                </a:lnTo>
                <a:lnTo>
                  <a:pt x="388670" y="38016"/>
                </a:lnTo>
                <a:lnTo>
                  <a:pt x="388121" y="37646"/>
                </a:lnTo>
                <a:lnTo>
                  <a:pt x="387567" y="37287"/>
                </a:lnTo>
                <a:lnTo>
                  <a:pt x="387008" y="36939"/>
                </a:lnTo>
                <a:lnTo>
                  <a:pt x="386445" y="36602"/>
                </a:lnTo>
                <a:lnTo>
                  <a:pt x="385877" y="36276"/>
                </a:lnTo>
                <a:lnTo>
                  <a:pt x="385305" y="35962"/>
                </a:lnTo>
                <a:lnTo>
                  <a:pt x="384728" y="35658"/>
                </a:lnTo>
                <a:lnTo>
                  <a:pt x="384146" y="35365"/>
                </a:lnTo>
                <a:lnTo>
                  <a:pt x="383560" y="35083"/>
                </a:lnTo>
                <a:lnTo>
                  <a:pt x="382969" y="34812"/>
                </a:lnTo>
                <a:lnTo>
                  <a:pt x="382374" y="34552"/>
                </a:lnTo>
                <a:lnTo>
                  <a:pt x="381774" y="34303"/>
                </a:lnTo>
                <a:lnTo>
                  <a:pt x="381169" y="34065"/>
                </a:lnTo>
                <a:lnTo>
                  <a:pt x="380560" y="33837"/>
                </a:lnTo>
                <a:lnTo>
                  <a:pt x="379946" y="33621"/>
                </a:lnTo>
                <a:lnTo>
                  <a:pt x="379330" y="33415"/>
                </a:lnTo>
                <a:lnTo>
                  <a:pt x="378712" y="33218"/>
                </a:lnTo>
                <a:lnTo>
                  <a:pt x="378095" y="33029"/>
                </a:lnTo>
                <a:lnTo>
                  <a:pt x="377476" y="32849"/>
                </a:lnTo>
                <a:lnTo>
                  <a:pt x="376857" y="32678"/>
                </a:lnTo>
                <a:lnTo>
                  <a:pt x="376237" y="32515"/>
                </a:lnTo>
                <a:lnTo>
                  <a:pt x="375617" y="32362"/>
                </a:lnTo>
                <a:lnTo>
                  <a:pt x="374996" y="32217"/>
                </a:lnTo>
                <a:lnTo>
                  <a:pt x="374374" y="32081"/>
                </a:lnTo>
                <a:lnTo>
                  <a:pt x="373751" y="31954"/>
                </a:lnTo>
                <a:lnTo>
                  <a:pt x="373128" y="31835"/>
                </a:lnTo>
                <a:lnTo>
                  <a:pt x="372504" y="31725"/>
                </a:lnTo>
                <a:lnTo>
                  <a:pt x="371880" y="31624"/>
                </a:lnTo>
                <a:lnTo>
                  <a:pt x="371255" y="31532"/>
                </a:lnTo>
                <a:lnTo>
                  <a:pt x="370629" y="31449"/>
                </a:lnTo>
                <a:lnTo>
                  <a:pt x="370003" y="31374"/>
                </a:lnTo>
                <a:lnTo>
                  <a:pt x="369376" y="31308"/>
                </a:lnTo>
                <a:lnTo>
                  <a:pt x="368748" y="31251"/>
                </a:lnTo>
                <a:lnTo>
                  <a:pt x="368120" y="31203"/>
                </a:lnTo>
                <a:lnTo>
                  <a:pt x="367491" y="31164"/>
                </a:lnTo>
                <a:lnTo>
                  <a:pt x="366861" y="31133"/>
                </a:lnTo>
                <a:lnTo>
                  <a:pt x="366231" y="31111"/>
                </a:lnTo>
                <a:lnTo>
                  <a:pt x="365600" y="31098"/>
                </a:lnTo>
                <a:lnTo>
                  <a:pt x="364968" y="31093"/>
                </a:lnTo>
                <a:lnTo>
                  <a:pt x="363878" y="31105"/>
                </a:lnTo>
                <a:lnTo>
                  <a:pt x="362800" y="31138"/>
                </a:lnTo>
                <a:lnTo>
                  <a:pt x="361733" y="31194"/>
                </a:lnTo>
                <a:lnTo>
                  <a:pt x="360678" y="31272"/>
                </a:lnTo>
                <a:lnTo>
                  <a:pt x="359634" y="31373"/>
                </a:lnTo>
                <a:lnTo>
                  <a:pt x="358601" y="31496"/>
                </a:lnTo>
                <a:lnTo>
                  <a:pt x="357580" y="31642"/>
                </a:lnTo>
                <a:lnTo>
                  <a:pt x="356570" y="31810"/>
                </a:lnTo>
                <a:lnTo>
                  <a:pt x="355571" y="32000"/>
                </a:lnTo>
                <a:lnTo>
                  <a:pt x="354584" y="32213"/>
                </a:lnTo>
                <a:lnTo>
                  <a:pt x="353609" y="32448"/>
                </a:lnTo>
                <a:lnTo>
                  <a:pt x="352645" y="32705"/>
                </a:lnTo>
                <a:lnTo>
                  <a:pt x="351692" y="32985"/>
                </a:lnTo>
                <a:lnTo>
                  <a:pt x="350750" y="33287"/>
                </a:lnTo>
                <a:lnTo>
                  <a:pt x="349820" y="33611"/>
                </a:lnTo>
                <a:lnTo>
                  <a:pt x="348902" y="33958"/>
                </a:lnTo>
                <a:lnTo>
                  <a:pt x="347995" y="34328"/>
                </a:lnTo>
                <a:lnTo>
                  <a:pt x="347099" y="34719"/>
                </a:lnTo>
                <a:lnTo>
                  <a:pt x="346215" y="35133"/>
                </a:lnTo>
                <a:lnTo>
                  <a:pt x="345342" y="35570"/>
                </a:lnTo>
                <a:lnTo>
                  <a:pt x="344480" y="36029"/>
                </a:lnTo>
                <a:lnTo>
                  <a:pt x="343630" y="36510"/>
                </a:lnTo>
                <a:lnTo>
                  <a:pt x="342791" y="37014"/>
                </a:lnTo>
                <a:lnTo>
                  <a:pt x="341964" y="37540"/>
                </a:lnTo>
                <a:lnTo>
                  <a:pt x="341155" y="38080"/>
                </a:lnTo>
                <a:lnTo>
                  <a:pt x="340361" y="38639"/>
                </a:lnTo>
                <a:lnTo>
                  <a:pt x="339582" y="39214"/>
                </a:lnTo>
                <a:lnTo>
                  <a:pt x="338818" y="39808"/>
                </a:lnTo>
                <a:lnTo>
                  <a:pt x="338069" y="40419"/>
                </a:lnTo>
                <a:lnTo>
                  <a:pt x="337335" y="41047"/>
                </a:lnTo>
                <a:lnTo>
                  <a:pt x="336616" y="41693"/>
                </a:lnTo>
                <a:lnTo>
                  <a:pt x="335911" y="42357"/>
                </a:lnTo>
                <a:lnTo>
                  <a:pt x="335222" y="43038"/>
                </a:lnTo>
                <a:lnTo>
                  <a:pt x="334547" y="43736"/>
                </a:lnTo>
                <a:lnTo>
                  <a:pt x="333887" y="44453"/>
                </a:lnTo>
                <a:lnTo>
                  <a:pt x="333243" y="45187"/>
                </a:lnTo>
                <a:lnTo>
                  <a:pt x="332613" y="45938"/>
                </a:lnTo>
                <a:lnTo>
                  <a:pt x="331998" y="46707"/>
                </a:lnTo>
                <a:lnTo>
                  <a:pt x="331398" y="47493"/>
                </a:lnTo>
                <a:lnTo>
                  <a:pt x="330813" y="48297"/>
                </a:lnTo>
                <a:lnTo>
                  <a:pt x="330243" y="49119"/>
                </a:lnTo>
                <a:lnTo>
                  <a:pt x="329688" y="49958"/>
                </a:lnTo>
                <a:lnTo>
                  <a:pt x="329148" y="50815"/>
                </a:lnTo>
                <a:lnTo>
                  <a:pt x="328622" y="51689"/>
                </a:lnTo>
                <a:lnTo>
                  <a:pt x="328112" y="52581"/>
                </a:lnTo>
                <a:lnTo>
                  <a:pt x="327616" y="53490"/>
                </a:lnTo>
                <a:lnTo>
                  <a:pt x="327136" y="54417"/>
                </a:lnTo>
                <a:lnTo>
                  <a:pt x="326670" y="55361"/>
                </a:lnTo>
                <a:lnTo>
                  <a:pt x="326227" y="56316"/>
                </a:lnTo>
                <a:lnTo>
                  <a:pt x="325802" y="57282"/>
                </a:lnTo>
                <a:lnTo>
                  <a:pt x="325396" y="58261"/>
                </a:lnTo>
                <a:lnTo>
                  <a:pt x="325009" y="59252"/>
                </a:lnTo>
                <a:lnTo>
                  <a:pt x="324641" y="60255"/>
                </a:lnTo>
                <a:lnTo>
                  <a:pt x="324292" y="61270"/>
                </a:lnTo>
                <a:lnTo>
                  <a:pt x="323962" y="62298"/>
                </a:lnTo>
                <a:lnTo>
                  <a:pt x="323651" y="63338"/>
                </a:lnTo>
                <a:lnTo>
                  <a:pt x="323358" y="64391"/>
                </a:lnTo>
                <a:lnTo>
                  <a:pt x="323085" y="65456"/>
                </a:lnTo>
                <a:lnTo>
                  <a:pt x="322830" y="66533"/>
                </a:lnTo>
                <a:lnTo>
                  <a:pt x="322594" y="67622"/>
                </a:lnTo>
                <a:lnTo>
                  <a:pt x="322377" y="68723"/>
                </a:lnTo>
                <a:lnTo>
                  <a:pt x="322179" y="69837"/>
                </a:lnTo>
                <a:lnTo>
                  <a:pt x="321999" y="70963"/>
                </a:lnTo>
                <a:lnTo>
                  <a:pt x="321839" y="72102"/>
                </a:lnTo>
                <a:lnTo>
                  <a:pt x="321698" y="73253"/>
                </a:lnTo>
                <a:lnTo>
                  <a:pt x="321575" y="74416"/>
                </a:lnTo>
                <a:lnTo>
                  <a:pt x="321471" y="75591"/>
                </a:lnTo>
                <a:lnTo>
                  <a:pt x="321386" y="76778"/>
                </a:lnTo>
                <a:lnTo>
                  <a:pt x="321320" y="77978"/>
                </a:lnTo>
                <a:lnTo>
                  <a:pt x="321273" y="79191"/>
                </a:lnTo>
                <a:lnTo>
                  <a:pt x="321245" y="80415"/>
                </a:lnTo>
                <a:lnTo>
                  <a:pt x="321235" y="81652"/>
                </a:lnTo>
                <a:lnTo>
                  <a:pt x="321245" y="82888"/>
                </a:lnTo>
                <a:lnTo>
                  <a:pt x="321273" y="84112"/>
                </a:lnTo>
                <a:lnTo>
                  <a:pt x="321320" y="85323"/>
                </a:lnTo>
                <a:lnTo>
                  <a:pt x="321386" y="86521"/>
                </a:lnTo>
                <a:lnTo>
                  <a:pt x="321471" y="87707"/>
                </a:lnTo>
                <a:lnTo>
                  <a:pt x="321575" y="88880"/>
                </a:lnTo>
                <a:lnTo>
                  <a:pt x="321698" y="90040"/>
                </a:lnTo>
                <a:lnTo>
                  <a:pt x="321839" y="91188"/>
                </a:lnTo>
                <a:lnTo>
                  <a:pt x="321999" y="92322"/>
                </a:lnTo>
                <a:lnTo>
                  <a:pt x="322179" y="93444"/>
                </a:lnTo>
                <a:lnTo>
                  <a:pt x="322377" y="94554"/>
                </a:lnTo>
                <a:lnTo>
                  <a:pt x="322594" y="95650"/>
                </a:lnTo>
                <a:lnTo>
                  <a:pt x="322830" y="96734"/>
                </a:lnTo>
                <a:lnTo>
                  <a:pt x="323085" y="97805"/>
                </a:lnTo>
                <a:lnTo>
                  <a:pt x="323358" y="98863"/>
                </a:lnTo>
                <a:lnTo>
                  <a:pt x="323651" y="99909"/>
                </a:lnTo>
                <a:lnTo>
                  <a:pt x="323962" y="100942"/>
                </a:lnTo>
                <a:lnTo>
                  <a:pt x="324292" y="101962"/>
                </a:lnTo>
                <a:lnTo>
                  <a:pt x="324641" y="102969"/>
                </a:lnTo>
                <a:lnTo>
                  <a:pt x="325009" y="103964"/>
                </a:lnTo>
                <a:lnTo>
                  <a:pt x="325396" y="104946"/>
                </a:lnTo>
                <a:lnTo>
                  <a:pt x="325802" y="105915"/>
                </a:lnTo>
                <a:lnTo>
                  <a:pt x="326227" y="106872"/>
                </a:lnTo>
                <a:lnTo>
                  <a:pt x="326670" y="107816"/>
                </a:lnTo>
                <a:lnTo>
                  <a:pt x="327136" y="108739"/>
                </a:lnTo>
                <a:lnTo>
                  <a:pt x="327619" y="109646"/>
                </a:lnTo>
                <a:lnTo>
                  <a:pt x="328117" y="110535"/>
                </a:lnTo>
                <a:lnTo>
                  <a:pt x="328631" y="111407"/>
                </a:lnTo>
                <a:lnTo>
                  <a:pt x="329161" y="112263"/>
                </a:lnTo>
                <a:lnTo>
                  <a:pt x="329708" y="113101"/>
                </a:lnTo>
                <a:lnTo>
                  <a:pt x="330270" y="113922"/>
                </a:lnTo>
                <a:lnTo>
                  <a:pt x="330848" y="114725"/>
                </a:lnTo>
                <a:lnTo>
                  <a:pt x="331443" y="115512"/>
                </a:lnTo>
                <a:lnTo>
                  <a:pt x="332053" y="116282"/>
                </a:lnTo>
                <a:lnTo>
                  <a:pt x="332679" y="117034"/>
                </a:lnTo>
                <a:lnTo>
                  <a:pt x="333322" y="117769"/>
                </a:lnTo>
                <a:lnTo>
                  <a:pt x="333980" y="118488"/>
                </a:lnTo>
                <a:lnTo>
                  <a:pt x="334655" y="119189"/>
                </a:lnTo>
                <a:lnTo>
                  <a:pt x="335345" y="119873"/>
                </a:lnTo>
                <a:lnTo>
                  <a:pt x="336052" y="120540"/>
                </a:lnTo>
                <a:lnTo>
                  <a:pt x="336774" y="121189"/>
                </a:lnTo>
                <a:lnTo>
                  <a:pt x="337513" y="121822"/>
                </a:lnTo>
                <a:lnTo>
                  <a:pt x="338267" y="122437"/>
                </a:lnTo>
                <a:lnTo>
                  <a:pt x="339038" y="123036"/>
                </a:lnTo>
                <a:lnTo>
                  <a:pt x="339824" y="123617"/>
                </a:lnTo>
                <a:lnTo>
                  <a:pt x="340627" y="124181"/>
                </a:lnTo>
                <a:lnTo>
                  <a:pt x="341445" y="124728"/>
                </a:lnTo>
                <a:lnTo>
                  <a:pt x="342280" y="125258"/>
                </a:lnTo>
                <a:lnTo>
                  <a:pt x="343135" y="125764"/>
                </a:lnTo>
                <a:lnTo>
                  <a:pt x="344003" y="126248"/>
                </a:lnTo>
                <a:lnTo>
                  <a:pt x="344884" y="126710"/>
                </a:lnTo>
                <a:lnTo>
                  <a:pt x="345779" y="127151"/>
                </a:lnTo>
                <a:lnTo>
                  <a:pt x="346687" y="127570"/>
                </a:lnTo>
                <a:lnTo>
                  <a:pt x="347608" y="127968"/>
                </a:lnTo>
                <a:lnTo>
                  <a:pt x="348543" y="128344"/>
                </a:lnTo>
                <a:lnTo>
                  <a:pt x="349492" y="128699"/>
                </a:lnTo>
                <a:lnTo>
                  <a:pt x="350453" y="129032"/>
                </a:lnTo>
                <a:lnTo>
                  <a:pt x="351428" y="129344"/>
                </a:lnTo>
                <a:lnTo>
                  <a:pt x="352417" y="129635"/>
                </a:lnTo>
                <a:lnTo>
                  <a:pt x="353419" y="129903"/>
                </a:lnTo>
                <a:lnTo>
                  <a:pt x="354434" y="130151"/>
                </a:lnTo>
                <a:lnTo>
                  <a:pt x="355463" y="130376"/>
                </a:lnTo>
                <a:lnTo>
                  <a:pt x="356505" y="130581"/>
                </a:lnTo>
                <a:lnTo>
                  <a:pt x="357560" y="130764"/>
                </a:lnTo>
                <a:lnTo>
                  <a:pt x="358629" y="130925"/>
                </a:lnTo>
                <a:lnTo>
                  <a:pt x="359711" y="131065"/>
                </a:lnTo>
                <a:lnTo>
                  <a:pt x="360806" y="131183"/>
                </a:lnTo>
                <a:lnTo>
                  <a:pt x="361915" y="131280"/>
                </a:lnTo>
                <a:lnTo>
                  <a:pt x="363038" y="131355"/>
                </a:lnTo>
                <a:lnTo>
                  <a:pt x="364173" y="131409"/>
                </a:lnTo>
                <a:lnTo>
                  <a:pt x="365322" y="131441"/>
                </a:lnTo>
                <a:lnTo>
                  <a:pt x="366485" y="131452"/>
                </a:lnTo>
                <a:lnTo>
                  <a:pt x="367303" y="131446"/>
                </a:lnTo>
                <a:lnTo>
                  <a:pt x="368114" y="131431"/>
                </a:lnTo>
                <a:lnTo>
                  <a:pt x="368919" y="131404"/>
                </a:lnTo>
                <a:lnTo>
                  <a:pt x="369717" y="131367"/>
                </a:lnTo>
                <a:lnTo>
                  <a:pt x="370508" y="131320"/>
                </a:lnTo>
                <a:lnTo>
                  <a:pt x="371292" y="131262"/>
                </a:lnTo>
                <a:lnTo>
                  <a:pt x="372069" y="131194"/>
                </a:lnTo>
                <a:lnTo>
                  <a:pt x="372840" y="131115"/>
                </a:lnTo>
                <a:lnTo>
                  <a:pt x="373604" y="131025"/>
                </a:lnTo>
                <a:lnTo>
                  <a:pt x="374361" y="130925"/>
                </a:lnTo>
                <a:lnTo>
                  <a:pt x="375111" y="130814"/>
                </a:lnTo>
                <a:lnTo>
                  <a:pt x="375854" y="130693"/>
                </a:lnTo>
                <a:lnTo>
                  <a:pt x="376591" y="130562"/>
                </a:lnTo>
                <a:lnTo>
                  <a:pt x="377320" y="130419"/>
                </a:lnTo>
                <a:lnTo>
                  <a:pt x="378043" y="130267"/>
                </a:lnTo>
                <a:lnTo>
                  <a:pt x="378759" y="130103"/>
                </a:lnTo>
                <a:lnTo>
                  <a:pt x="379469" y="129930"/>
                </a:lnTo>
                <a:lnTo>
                  <a:pt x="380171" y="129745"/>
                </a:lnTo>
                <a:lnTo>
                  <a:pt x="380867" y="129551"/>
                </a:lnTo>
                <a:lnTo>
                  <a:pt x="381556" y="129345"/>
                </a:lnTo>
                <a:lnTo>
                  <a:pt x="382238" y="129129"/>
                </a:lnTo>
                <a:lnTo>
                  <a:pt x="382913" y="128903"/>
                </a:lnTo>
                <a:lnTo>
                  <a:pt x="383582" y="128666"/>
                </a:lnTo>
                <a:lnTo>
                  <a:pt x="384244" y="128418"/>
                </a:lnTo>
                <a:lnTo>
                  <a:pt x="384897" y="128156"/>
                </a:lnTo>
                <a:lnTo>
                  <a:pt x="385543" y="127885"/>
                </a:lnTo>
                <a:lnTo>
                  <a:pt x="386179" y="127607"/>
                </a:lnTo>
                <a:lnTo>
                  <a:pt x="386807" y="127319"/>
                </a:lnTo>
                <a:lnTo>
                  <a:pt x="387425" y="127024"/>
                </a:lnTo>
                <a:lnTo>
                  <a:pt x="388035" y="126720"/>
                </a:lnTo>
                <a:lnTo>
                  <a:pt x="388637" y="126408"/>
                </a:lnTo>
                <a:lnTo>
                  <a:pt x="389229" y="126087"/>
                </a:lnTo>
                <a:lnTo>
                  <a:pt x="389813" y="125758"/>
                </a:lnTo>
                <a:lnTo>
                  <a:pt x="390388" y="125421"/>
                </a:lnTo>
                <a:lnTo>
                  <a:pt x="390954" y="125075"/>
                </a:lnTo>
                <a:lnTo>
                  <a:pt x="391511" y="124721"/>
                </a:lnTo>
                <a:lnTo>
                  <a:pt x="392060" y="124359"/>
                </a:lnTo>
                <a:lnTo>
                  <a:pt x="392600" y="123988"/>
                </a:lnTo>
                <a:lnTo>
                  <a:pt x="393131" y="123609"/>
                </a:lnTo>
                <a:lnTo>
                  <a:pt x="393653" y="123222"/>
                </a:lnTo>
                <a:lnTo>
                  <a:pt x="394166" y="122826"/>
                </a:lnTo>
                <a:lnTo>
                  <a:pt x="394671" y="122422"/>
                </a:lnTo>
                <a:lnTo>
                  <a:pt x="395167" y="122010"/>
                </a:lnTo>
                <a:lnTo>
                  <a:pt x="395654" y="121589"/>
                </a:lnTo>
                <a:lnTo>
                  <a:pt x="396133" y="121160"/>
                </a:lnTo>
                <a:lnTo>
                  <a:pt x="396602" y="120723"/>
                </a:lnTo>
                <a:lnTo>
                  <a:pt x="397063" y="120277"/>
                </a:lnTo>
                <a:lnTo>
                  <a:pt x="397515" y="119823"/>
                </a:lnTo>
                <a:lnTo>
                  <a:pt x="397957" y="119357"/>
                </a:lnTo>
                <a:lnTo>
                  <a:pt x="398389" y="118884"/>
                </a:lnTo>
                <a:lnTo>
                  <a:pt x="398810" y="118405"/>
                </a:lnTo>
                <a:lnTo>
                  <a:pt x="399220" y="117920"/>
                </a:lnTo>
                <a:lnTo>
                  <a:pt x="399619" y="117429"/>
                </a:lnTo>
                <a:lnTo>
                  <a:pt x="400007" y="116932"/>
                </a:lnTo>
                <a:lnTo>
                  <a:pt x="400385" y="116429"/>
                </a:lnTo>
                <a:lnTo>
                  <a:pt x="400752" y="115919"/>
                </a:lnTo>
                <a:lnTo>
                  <a:pt x="401108" y="115403"/>
                </a:lnTo>
                <a:lnTo>
                  <a:pt x="401454" y="114882"/>
                </a:lnTo>
                <a:lnTo>
                  <a:pt x="401789" y="114354"/>
                </a:lnTo>
                <a:lnTo>
                  <a:pt x="402113" y="113819"/>
                </a:lnTo>
                <a:lnTo>
                  <a:pt x="402426" y="113279"/>
                </a:lnTo>
                <a:lnTo>
                  <a:pt x="402728" y="112733"/>
                </a:lnTo>
                <a:lnTo>
                  <a:pt x="403020" y="112180"/>
                </a:lnTo>
                <a:lnTo>
                  <a:pt x="403301" y="111622"/>
                </a:lnTo>
                <a:lnTo>
                  <a:pt x="403571" y="111057"/>
                </a:lnTo>
                <a:lnTo>
                  <a:pt x="403831" y="110486"/>
                </a:lnTo>
                <a:lnTo>
                  <a:pt x="404080" y="109909"/>
                </a:lnTo>
                <a:lnTo>
                  <a:pt x="404318" y="109325"/>
                </a:lnTo>
                <a:lnTo>
                  <a:pt x="404545" y="108736"/>
                </a:lnTo>
                <a:lnTo>
                  <a:pt x="404761" y="108140"/>
                </a:lnTo>
                <a:lnTo>
                  <a:pt x="404967" y="107539"/>
                </a:lnTo>
                <a:lnTo>
                  <a:pt x="405162" y="106931"/>
                </a:lnTo>
                <a:lnTo>
                  <a:pt x="390753" y="102886"/>
                </a:lnTo>
                <a:lnTo>
                  <a:pt x="390592" y="103305"/>
                </a:lnTo>
                <a:lnTo>
                  <a:pt x="390426" y="103717"/>
                </a:lnTo>
                <a:lnTo>
                  <a:pt x="390254" y="104125"/>
                </a:lnTo>
                <a:lnTo>
                  <a:pt x="390077" y="104526"/>
                </a:lnTo>
                <a:lnTo>
                  <a:pt x="389894" y="104922"/>
                </a:lnTo>
                <a:lnTo>
                  <a:pt x="389706" y="105311"/>
                </a:lnTo>
                <a:lnTo>
                  <a:pt x="389513" y="105696"/>
                </a:lnTo>
                <a:lnTo>
                  <a:pt x="389313" y="106074"/>
                </a:lnTo>
                <a:lnTo>
                  <a:pt x="389109" y="106447"/>
                </a:lnTo>
                <a:lnTo>
                  <a:pt x="388899" y="106814"/>
                </a:lnTo>
                <a:lnTo>
                  <a:pt x="388683" y="107176"/>
                </a:lnTo>
                <a:lnTo>
                  <a:pt x="388462" y="107531"/>
                </a:lnTo>
                <a:lnTo>
                  <a:pt x="388235" y="107881"/>
                </a:lnTo>
                <a:lnTo>
                  <a:pt x="388003" y="108226"/>
                </a:lnTo>
                <a:lnTo>
                  <a:pt x="387766" y="108564"/>
                </a:lnTo>
                <a:lnTo>
                  <a:pt x="387523" y="108897"/>
                </a:lnTo>
                <a:lnTo>
                  <a:pt x="387274" y="109224"/>
                </a:lnTo>
                <a:lnTo>
                  <a:pt x="387020" y="109546"/>
                </a:lnTo>
                <a:lnTo>
                  <a:pt x="386761" y="109862"/>
                </a:lnTo>
                <a:lnTo>
                  <a:pt x="386496" y="110172"/>
                </a:lnTo>
                <a:lnTo>
                  <a:pt x="386225" y="110476"/>
                </a:lnTo>
                <a:lnTo>
                  <a:pt x="385949" y="110775"/>
                </a:lnTo>
                <a:lnTo>
                  <a:pt x="385668" y="111068"/>
                </a:lnTo>
                <a:lnTo>
                  <a:pt x="385381" y="111355"/>
                </a:lnTo>
                <a:lnTo>
                  <a:pt x="385089" y="111631"/>
                </a:lnTo>
                <a:lnTo>
                  <a:pt x="384793" y="111902"/>
                </a:lnTo>
                <a:lnTo>
                  <a:pt x="384491" y="112166"/>
                </a:lnTo>
                <a:lnTo>
                  <a:pt x="384186" y="112426"/>
                </a:lnTo>
                <a:lnTo>
                  <a:pt x="383875" y="112679"/>
                </a:lnTo>
                <a:lnTo>
                  <a:pt x="383560" y="112927"/>
                </a:lnTo>
                <a:lnTo>
                  <a:pt x="383241" y="113169"/>
                </a:lnTo>
                <a:lnTo>
                  <a:pt x="382916" y="113405"/>
                </a:lnTo>
                <a:lnTo>
                  <a:pt x="382588" y="113636"/>
                </a:lnTo>
                <a:lnTo>
                  <a:pt x="382254" y="113861"/>
                </a:lnTo>
                <a:lnTo>
                  <a:pt x="381916" y="114080"/>
                </a:lnTo>
                <a:lnTo>
                  <a:pt x="381573" y="114293"/>
                </a:lnTo>
                <a:lnTo>
                  <a:pt x="381226" y="114501"/>
                </a:lnTo>
                <a:lnTo>
                  <a:pt x="380874" y="114703"/>
                </a:lnTo>
                <a:lnTo>
                  <a:pt x="380518" y="114900"/>
                </a:lnTo>
                <a:lnTo>
                  <a:pt x="380157" y="115090"/>
                </a:lnTo>
                <a:lnTo>
                  <a:pt x="379791" y="115275"/>
                </a:lnTo>
                <a:lnTo>
                  <a:pt x="379421" y="115455"/>
                </a:lnTo>
                <a:lnTo>
                  <a:pt x="379046" y="115628"/>
                </a:lnTo>
                <a:lnTo>
                  <a:pt x="378666" y="115796"/>
                </a:lnTo>
                <a:lnTo>
                  <a:pt x="378282" y="115958"/>
                </a:lnTo>
                <a:lnTo>
                  <a:pt x="377893" y="116115"/>
                </a:lnTo>
                <a:lnTo>
                  <a:pt x="377500" y="116266"/>
                </a:lnTo>
                <a:lnTo>
                  <a:pt x="377102" y="116411"/>
                </a:lnTo>
                <a:lnTo>
                  <a:pt x="376705" y="116545"/>
                </a:lnTo>
                <a:lnTo>
                  <a:pt x="376304" y="116673"/>
                </a:lnTo>
                <a:lnTo>
                  <a:pt x="375899" y="116796"/>
                </a:lnTo>
                <a:lnTo>
                  <a:pt x="375491" y="116913"/>
                </a:lnTo>
                <a:lnTo>
                  <a:pt x="375078" y="117024"/>
                </a:lnTo>
                <a:lnTo>
                  <a:pt x="374661" y="117129"/>
                </a:lnTo>
                <a:lnTo>
                  <a:pt x="374240" y="117229"/>
                </a:lnTo>
                <a:lnTo>
                  <a:pt x="373816" y="117323"/>
                </a:lnTo>
                <a:lnTo>
                  <a:pt x="373387" y="117412"/>
                </a:lnTo>
                <a:lnTo>
                  <a:pt x="372955" y="117495"/>
                </a:lnTo>
                <a:lnTo>
                  <a:pt x="372518" y="117572"/>
                </a:lnTo>
                <a:lnTo>
                  <a:pt x="372078" y="117643"/>
                </a:lnTo>
                <a:lnTo>
                  <a:pt x="371634" y="117709"/>
                </a:lnTo>
                <a:lnTo>
                  <a:pt x="371185" y="117768"/>
                </a:lnTo>
                <a:lnTo>
                  <a:pt x="370733" y="117823"/>
                </a:lnTo>
                <a:lnTo>
                  <a:pt x="370277" y="117871"/>
                </a:lnTo>
                <a:lnTo>
                  <a:pt x="369817" y="117914"/>
                </a:lnTo>
                <a:lnTo>
                  <a:pt x="369353" y="117951"/>
                </a:lnTo>
                <a:lnTo>
                  <a:pt x="368884" y="117982"/>
                </a:lnTo>
                <a:lnTo>
                  <a:pt x="368412" y="118008"/>
                </a:lnTo>
                <a:lnTo>
                  <a:pt x="367936" y="118028"/>
                </a:lnTo>
                <a:lnTo>
                  <a:pt x="367457" y="118042"/>
                </a:lnTo>
                <a:lnTo>
                  <a:pt x="366973" y="118051"/>
                </a:lnTo>
                <a:lnTo>
                  <a:pt x="366485" y="118054"/>
                </a:lnTo>
                <a:lnTo>
                  <a:pt x="365736" y="118047"/>
                </a:lnTo>
                <a:lnTo>
                  <a:pt x="364994" y="118027"/>
                </a:lnTo>
                <a:lnTo>
                  <a:pt x="364260" y="117993"/>
                </a:lnTo>
                <a:lnTo>
                  <a:pt x="363534" y="117945"/>
                </a:lnTo>
                <a:lnTo>
                  <a:pt x="362815" y="117884"/>
                </a:lnTo>
                <a:lnTo>
                  <a:pt x="362104" y="117809"/>
                </a:lnTo>
                <a:lnTo>
                  <a:pt x="361401" y="117720"/>
                </a:lnTo>
                <a:lnTo>
                  <a:pt x="360706" y="117618"/>
                </a:lnTo>
                <a:lnTo>
                  <a:pt x="360018" y="117503"/>
                </a:lnTo>
                <a:lnTo>
                  <a:pt x="359338" y="117373"/>
                </a:lnTo>
                <a:lnTo>
                  <a:pt x="358665" y="117231"/>
                </a:lnTo>
                <a:lnTo>
                  <a:pt x="358001" y="117074"/>
                </a:lnTo>
                <a:lnTo>
                  <a:pt x="357343" y="116904"/>
                </a:lnTo>
                <a:lnTo>
                  <a:pt x="356694" y="116720"/>
                </a:lnTo>
                <a:lnTo>
                  <a:pt x="356052" y="116523"/>
                </a:lnTo>
                <a:lnTo>
                  <a:pt x="355418" y="116312"/>
                </a:lnTo>
                <a:lnTo>
                  <a:pt x="354792" y="116088"/>
                </a:lnTo>
                <a:lnTo>
                  <a:pt x="354173" y="115850"/>
                </a:lnTo>
                <a:lnTo>
                  <a:pt x="353562" y="115598"/>
                </a:lnTo>
                <a:lnTo>
                  <a:pt x="352959" y="115333"/>
                </a:lnTo>
                <a:lnTo>
                  <a:pt x="352363" y="115054"/>
                </a:lnTo>
                <a:lnTo>
                  <a:pt x="351775" y="114761"/>
                </a:lnTo>
                <a:lnTo>
                  <a:pt x="351195" y="114455"/>
                </a:lnTo>
                <a:lnTo>
                  <a:pt x="350622" y="114135"/>
                </a:lnTo>
                <a:lnTo>
                  <a:pt x="350059" y="113797"/>
                </a:lnTo>
                <a:lnTo>
                  <a:pt x="349505" y="113447"/>
                </a:lnTo>
                <a:lnTo>
                  <a:pt x="348962" y="113084"/>
                </a:lnTo>
                <a:lnTo>
                  <a:pt x="348430" y="112708"/>
                </a:lnTo>
                <a:lnTo>
                  <a:pt x="347907" y="112320"/>
                </a:lnTo>
                <a:lnTo>
                  <a:pt x="347395" y="111920"/>
                </a:lnTo>
                <a:lnTo>
                  <a:pt x="346893" y="111507"/>
                </a:lnTo>
                <a:lnTo>
                  <a:pt x="346402" y="111081"/>
                </a:lnTo>
                <a:lnTo>
                  <a:pt x="345921" y="110643"/>
                </a:lnTo>
                <a:lnTo>
                  <a:pt x="345450" y="110192"/>
                </a:lnTo>
                <a:lnTo>
                  <a:pt x="344990" y="109729"/>
                </a:lnTo>
                <a:lnTo>
                  <a:pt x="344539" y="109253"/>
                </a:lnTo>
                <a:lnTo>
                  <a:pt x="344100" y="108765"/>
                </a:lnTo>
                <a:lnTo>
                  <a:pt x="343670" y="108265"/>
                </a:lnTo>
                <a:lnTo>
                  <a:pt x="343251" y="107752"/>
                </a:lnTo>
                <a:lnTo>
                  <a:pt x="342842" y="107226"/>
                </a:lnTo>
                <a:lnTo>
                  <a:pt x="342443" y="106688"/>
                </a:lnTo>
                <a:lnTo>
                  <a:pt x="342055" y="106137"/>
                </a:lnTo>
                <a:lnTo>
                  <a:pt x="341677" y="105574"/>
                </a:lnTo>
                <a:lnTo>
                  <a:pt x="341309" y="104998"/>
                </a:lnTo>
                <a:lnTo>
                  <a:pt x="340952" y="104410"/>
                </a:lnTo>
                <a:lnTo>
                  <a:pt x="340605" y="103809"/>
                </a:lnTo>
                <a:lnTo>
                  <a:pt x="340268" y="103196"/>
                </a:lnTo>
                <a:lnTo>
                  <a:pt x="339942" y="102570"/>
                </a:lnTo>
                <a:lnTo>
                  <a:pt x="339632" y="101927"/>
                </a:lnTo>
                <a:lnTo>
                  <a:pt x="339336" y="101273"/>
                </a:lnTo>
                <a:lnTo>
                  <a:pt x="339053" y="100606"/>
                </a:lnTo>
                <a:lnTo>
                  <a:pt x="338783" y="99928"/>
                </a:lnTo>
                <a:lnTo>
                  <a:pt x="338526" y="99239"/>
                </a:lnTo>
                <a:lnTo>
                  <a:pt x="338283" y="98537"/>
                </a:lnTo>
                <a:lnTo>
                  <a:pt x="338052" y="97825"/>
                </a:lnTo>
                <a:lnTo>
                  <a:pt x="337835" y="97100"/>
                </a:lnTo>
                <a:lnTo>
                  <a:pt x="337631" y="96364"/>
                </a:lnTo>
                <a:lnTo>
                  <a:pt x="337440" y="95616"/>
                </a:lnTo>
                <a:lnTo>
                  <a:pt x="337262" y="94857"/>
                </a:lnTo>
                <a:lnTo>
                  <a:pt x="337098" y="94086"/>
                </a:lnTo>
                <a:lnTo>
                  <a:pt x="336946" y="93303"/>
                </a:lnTo>
                <a:lnTo>
                  <a:pt x="336808" y="92509"/>
                </a:lnTo>
                <a:lnTo>
                  <a:pt x="336683" y="91703"/>
                </a:lnTo>
                <a:lnTo>
                  <a:pt x="336571" y="90886"/>
                </a:lnTo>
                <a:lnTo>
                  <a:pt x="336472" y="90057"/>
                </a:lnTo>
                <a:lnTo>
                  <a:pt x="336387" y="89216"/>
                </a:lnTo>
                <a:lnTo>
                  <a:pt x="336314" y="88363"/>
                </a:lnTo>
                <a:lnTo>
                  <a:pt x="336255" y="87499"/>
                </a:lnTo>
                <a:lnTo>
                  <a:pt x="336209" y="86624"/>
                </a:lnTo>
                <a:lnTo>
                  <a:pt x="336184" y="85949"/>
                </a:lnTo>
                <a:lnTo>
                  <a:pt x="406679" y="85949"/>
                </a:lnTo>
                <a:lnTo>
                  <a:pt x="406679" y="79629"/>
                </a:lnTo>
                <a:lnTo>
                  <a:pt x="406673" y="78505"/>
                </a:lnTo>
                <a:lnTo>
                  <a:pt x="406654" y="77395"/>
                </a:lnTo>
                <a:close/>
                <a:moveTo>
                  <a:pt x="336367" y="71382"/>
                </a:moveTo>
                <a:lnTo>
                  <a:pt x="336446" y="70736"/>
                </a:lnTo>
                <a:lnTo>
                  <a:pt x="336536" y="70094"/>
                </a:lnTo>
                <a:lnTo>
                  <a:pt x="336639" y="69455"/>
                </a:lnTo>
                <a:lnTo>
                  <a:pt x="336753" y="68819"/>
                </a:lnTo>
                <a:lnTo>
                  <a:pt x="336880" y="68187"/>
                </a:lnTo>
                <a:lnTo>
                  <a:pt x="337019" y="67559"/>
                </a:lnTo>
                <a:lnTo>
                  <a:pt x="337170" y="66934"/>
                </a:lnTo>
                <a:lnTo>
                  <a:pt x="337333" y="66312"/>
                </a:lnTo>
                <a:lnTo>
                  <a:pt x="337508" y="65694"/>
                </a:lnTo>
                <a:lnTo>
                  <a:pt x="337695" y="65080"/>
                </a:lnTo>
                <a:lnTo>
                  <a:pt x="337894" y="64469"/>
                </a:lnTo>
                <a:lnTo>
                  <a:pt x="338105" y="63862"/>
                </a:lnTo>
                <a:lnTo>
                  <a:pt x="338328" y="63258"/>
                </a:lnTo>
                <a:lnTo>
                  <a:pt x="338564" y="62657"/>
                </a:lnTo>
                <a:lnTo>
                  <a:pt x="338811" y="62060"/>
                </a:lnTo>
                <a:lnTo>
                  <a:pt x="339071" y="61467"/>
                </a:lnTo>
                <a:lnTo>
                  <a:pt x="339342" y="60877"/>
                </a:lnTo>
                <a:lnTo>
                  <a:pt x="339626" y="60291"/>
                </a:lnTo>
                <a:lnTo>
                  <a:pt x="339921" y="59711"/>
                </a:lnTo>
                <a:lnTo>
                  <a:pt x="340226" y="59140"/>
                </a:lnTo>
                <a:lnTo>
                  <a:pt x="340541" y="58579"/>
                </a:lnTo>
                <a:lnTo>
                  <a:pt x="340867" y="58026"/>
                </a:lnTo>
                <a:lnTo>
                  <a:pt x="341203" y="57483"/>
                </a:lnTo>
                <a:lnTo>
                  <a:pt x="341549" y="56949"/>
                </a:lnTo>
                <a:lnTo>
                  <a:pt x="341906" y="56425"/>
                </a:lnTo>
                <a:lnTo>
                  <a:pt x="342273" y="55909"/>
                </a:lnTo>
                <a:lnTo>
                  <a:pt x="342650" y="55403"/>
                </a:lnTo>
                <a:lnTo>
                  <a:pt x="343038" y="54906"/>
                </a:lnTo>
                <a:lnTo>
                  <a:pt x="343436" y="54418"/>
                </a:lnTo>
                <a:lnTo>
                  <a:pt x="343844" y="53939"/>
                </a:lnTo>
                <a:lnTo>
                  <a:pt x="344263" y="53470"/>
                </a:lnTo>
                <a:lnTo>
                  <a:pt x="344692" y="53010"/>
                </a:lnTo>
                <a:lnTo>
                  <a:pt x="345131" y="52559"/>
                </a:lnTo>
                <a:lnTo>
                  <a:pt x="345580" y="52117"/>
                </a:lnTo>
                <a:lnTo>
                  <a:pt x="346040" y="51685"/>
                </a:lnTo>
                <a:lnTo>
                  <a:pt x="346510" y="51261"/>
                </a:lnTo>
                <a:lnTo>
                  <a:pt x="346991" y="50847"/>
                </a:lnTo>
                <a:lnTo>
                  <a:pt x="347482" y="50442"/>
                </a:lnTo>
                <a:lnTo>
                  <a:pt x="347983" y="50047"/>
                </a:lnTo>
                <a:lnTo>
                  <a:pt x="348494" y="49660"/>
                </a:lnTo>
                <a:lnTo>
                  <a:pt x="349016" y="49283"/>
                </a:lnTo>
                <a:lnTo>
                  <a:pt x="349548" y="48915"/>
                </a:lnTo>
                <a:lnTo>
                  <a:pt x="350094" y="48554"/>
                </a:lnTo>
                <a:lnTo>
                  <a:pt x="350649" y="48209"/>
                </a:lnTo>
                <a:lnTo>
                  <a:pt x="351213" y="47878"/>
                </a:lnTo>
                <a:lnTo>
                  <a:pt x="351784" y="47563"/>
                </a:lnTo>
                <a:lnTo>
                  <a:pt x="352364" y="47264"/>
                </a:lnTo>
                <a:lnTo>
                  <a:pt x="352953" y="46980"/>
                </a:lnTo>
                <a:lnTo>
                  <a:pt x="353549" y="46711"/>
                </a:lnTo>
                <a:lnTo>
                  <a:pt x="354154" y="46458"/>
                </a:lnTo>
                <a:lnTo>
                  <a:pt x="354768" y="46219"/>
                </a:lnTo>
                <a:lnTo>
                  <a:pt x="355389" y="45997"/>
                </a:lnTo>
                <a:lnTo>
                  <a:pt x="356019" y="45789"/>
                </a:lnTo>
                <a:lnTo>
                  <a:pt x="356658" y="45597"/>
                </a:lnTo>
                <a:lnTo>
                  <a:pt x="357304" y="45421"/>
                </a:lnTo>
                <a:lnTo>
                  <a:pt x="357959" y="45259"/>
                </a:lnTo>
                <a:lnTo>
                  <a:pt x="358623" y="45113"/>
                </a:lnTo>
                <a:lnTo>
                  <a:pt x="359294" y="44983"/>
                </a:lnTo>
                <a:lnTo>
                  <a:pt x="359974" y="44868"/>
                </a:lnTo>
                <a:lnTo>
                  <a:pt x="360663" y="44768"/>
                </a:lnTo>
                <a:lnTo>
                  <a:pt x="361359" y="44683"/>
                </a:lnTo>
                <a:lnTo>
                  <a:pt x="362065" y="44614"/>
                </a:lnTo>
                <a:lnTo>
                  <a:pt x="362778" y="44560"/>
                </a:lnTo>
                <a:lnTo>
                  <a:pt x="363500" y="44522"/>
                </a:lnTo>
                <a:lnTo>
                  <a:pt x="364230" y="44499"/>
                </a:lnTo>
                <a:lnTo>
                  <a:pt x="364968" y="44491"/>
                </a:lnTo>
                <a:lnTo>
                  <a:pt x="365639" y="44498"/>
                </a:lnTo>
                <a:lnTo>
                  <a:pt x="366301" y="44517"/>
                </a:lnTo>
                <a:lnTo>
                  <a:pt x="366957" y="44550"/>
                </a:lnTo>
                <a:lnTo>
                  <a:pt x="367605" y="44595"/>
                </a:lnTo>
                <a:lnTo>
                  <a:pt x="368245" y="44653"/>
                </a:lnTo>
                <a:lnTo>
                  <a:pt x="368879" y="44724"/>
                </a:lnTo>
                <a:lnTo>
                  <a:pt x="369504" y="44809"/>
                </a:lnTo>
                <a:lnTo>
                  <a:pt x="370122" y="44906"/>
                </a:lnTo>
                <a:lnTo>
                  <a:pt x="370733" y="45016"/>
                </a:lnTo>
                <a:lnTo>
                  <a:pt x="371336" y="45139"/>
                </a:lnTo>
                <a:lnTo>
                  <a:pt x="371932" y="45275"/>
                </a:lnTo>
                <a:lnTo>
                  <a:pt x="372520" y="45424"/>
                </a:lnTo>
                <a:lnTo>
                  <a:pt x="373101" y="45585"/>
                </a:lnTo>
                <a:lnTo>
                  <a:pt x="373675" y="45760"/>
                </a:lnTo>
                <a:lnTo>
                  <a:pt x="374240" y="45948"/>
                </a:lnTo>
                <a:lnTo>
                  <a:pt x="374799" y="46149"/>
                </a:lnTo>
                <a:lnTo>
                  <a:pt x="375350" y="46362"/>
                </a:lnTo>
                <a:lnTo>
                  <a:pt x="375893" y="46589"/>
                </a:lnTo>
                <a:lnTo>
                  <a:pt x="376430" y="46828"/>
                </a:lnTo>
                <a:lnTo>
                  <a:pt x="376958" y="47081"/>
                </a:lnTo>
                <a:lnTo>
                  <a:pt x="377479" y="47346"/>
                </a:lnTo>
                <a:lnTo>
                  <a:pt x="377993" y="47624"/>
                </a:lnTo>
                <a:lnTo>
                  <a:pt x="378499" y="47916"/>
                </a:lnTo>
                <a:lnTo>
                  <a:pt x="378998" y="48220"/>
                </a:lnTo>
                <a:lnTo>
                  <a:pt x="379494" y="48535"/>
                </a:lnTo>
                <a:lnTo>
                  <a:pt x="379979" y="48860"/>
                </a:lnTo>
                <a:lnTo>
                  <a:pt x="380456" y="49195"/>
                </a:lnTo>
                <a:lnTo>
                  <a:pt x="380922" y="49538"/>
                </a:lnTo>
                <a:lnTo>
                  <a:pt x="381379" y="49892"/>
                </a:lnTo>
                <a:lnTo>
                  <a:pt x="381826" y="50254"/>
                </a:lnTo>
                <a:lnTo>
                  <a:pt x="382264" y="50626"/>
                </a:lnTo>
                <a:lnTo>
                  <a:pt x="382692" y="51008"/>
                </a:lnTo>
                <a:lnTo>
                  <a:pt x="383110" y="51399"/>
                </a:lnTo>
                <a:lnTo>
                  <a:pt x="383518" y="51799"/>
                </a:lnTo>
                <a:lnTo>
                  <a:pt x="383917" y="52209"/>
                </a:lnTo>
                <a:lnTo>
                  <a:pt x="384307" y="52628"/>
                </a:lnTo>
                <a:lnTo>
                  <a:pt x="384686" y="53057"/>
                </a:lnTo>
                <a:lnTo>
                  <a:pt x="385056" y="53495"/>
                </a:lnTo>
                <a:lnTo>
                  <a:pt x="385417" y="53942"/>
                </a:lnTo>
                <a:lnTo>
                  <a:pt x="385767" y="54399"/>
                </a:lnTo>
                <a:lnTo>
                  <a:pt x="386108" y="54866"/>
                </a:lnTo>
                <a:lnTo>
                  <a:pt x="386440" y="55342"/>
                </a:lnTo>
                <a:lnTo>
                  <a:pt x="386761" y="55827"/>
                </a:lnTo>
                <a:lnTo>
                  <a:pt x="387073" y="56322"/>
                </a:lnTo>
                <a:lnTo>
                  <a:pt x="387376" y="56826"/>
                </a:lnTo>
                <a:lnTo>
                  <a:pt x="387668" y="57339"/>
                </a:lnTo>
                <a:lnTo>
                  <a:pt x="387952" y="57862"/>
                </a:lnTo>
                <a:lnTo>
                  <a:pt x="388225" y="58395"/>
                </a:lnTo>
                <a:lnTo>
                  <a:pt x="388493" y="58935"/>
                </a:lnTo>
                <a:lnTo>
                  <a:pt x="388750" y="59482"/>
                </a:lnTo>
                <a:lnTo>
                  <a:pt x="388995" y="60034"/>
                </a:lnTo>
                <a:lnTo>
                  <a:pt x="389229" y="60593"/>
                </a:lnTo>
                <a:lnTo>
                  <a:pt x="389452" y="61158"/>
                </a:lnTo>
                <a:lnTo>
                  <a:pt x="389663" y="61729"/>
                </a:lnTo>
                <a:lnTo>
                  <a:pt x="389862" y="62306"/>
                </a:lnTo>
                <a:lnTo>
                  <a:pt x="390051" y="62889"/>
                </a:lnTo>
                <a:lnTo>
                  <a:pt x="390228" y="63478"/>
                </a:lnTo>
                <a:lnTo>
                  <a:pt x="390393" y="64074"/>
                </a:lnTo>
                <a:lnTo>
                  <a:pt x="390547" y="64676"/>
                </a:lnTo>
                <a:lnTo>
                  <a:pt x="390690" y="65283"/>
                </a:lnTo>
                <a:lnTo>
                  <a:pt x="390821" y="65897"/>
                </a:lnTo>
                <a:lnTo>
                  <a:pt x="390941" y="66518"/>
                </a:lnTo>
                <a:lnTo>
                  <a:pt x="391049" y="67144"/>
                </a:lnTo>
                <a:lnTo>
                  <a:pt x="391146" y="67776"/>
                </a:lnTo>
                <a:lnTo>
                  <a:pt x="391232" y="68415"/>
                </a:lnTo>
                <a:lnTo>
                  <a:pt x="391306" y="69060"/>
                </a:lnTo>
                <a:lnTo>
                  <a:pt x="391369" y="69710"/>
                </a:lnTo>
                <a:lnTo>
                  <a:pt x="391420" y="70367"/>
                </a:lnTo>
                <a:lnTo>
                  <a:pt x="391460" y="71031"/>
                </a:lnTo>
                <a:lnTo>
                  <a:pt x="391488" y="71700"/>
                </a:lnTo>
                <a:lnTo>
                  <a:pt x="391506" y="72375"/>
                </a:lnTo>
                <a:lnTo>
                  <a:pt x="391511" y="73057"/>
                </a:lnTo>
                <a:lnTo>
                  <a:pt x="336222" y="73057"/>
                </a:lnTo>
                <a:lnTo>
                  <a:pt x="336246" y="72685"/>
                </a:lnTo>
                <a:lnTo>
                  <a:pt x="336301" y="72032"/>
                </a:lnTo>
                <a:lnTo>
                  <a:pt x="336367" y="71382"/>
                </a:lnTo>
                <a:close/>
                <a:moveTo>
                  <a:pt x="44967" y="131634"/>
                </a:moveTo>
                <a:lnTo>
                  <a:pt x="45632" y="131595"/>
                </a:lnTo>
                <a:lnTo>
                  <a:pt x="46289" y="131547"/>
                </a:lnTo>
                <a:lnTo>
                  <a:pt x="46936" y="131489"/>
                </a:lnTo>
                <a:lnTo>
                  <a:pt x="47574" y="131424"/>
                </a:lnTo>
                <a:lnTo>
                  <a:pt x="48203" y="131349"/>
                </a:lnTo>
                <a:lnTo>
                  <a:pt x="48823" y="131266"/>
                </a:lnTo>
                <a:lnTo>
                  <a:pt x="49435" y="131173"/>
                </a:lnTo>
                <a:lnTo>
                  <a:pt x="50037" y="131073"/>
                </a:lnTo>
                <a:lnTo>
                  <a:pt x="50630" y="130963"/>
                </a:lnTo>
                <a:lnTo>
                  <a:pt x="51214" y="130844"/>
                </a:lnTo>
                <a:lnTo>
                  <a:pt x="51790" y="130717"/>
                </a:lnTo>
                <a:lnTo>
                  <a:pt x="52356" y="130581"/>
                </a:lnTo>
                <a:lnTo>
                  <a:pt x="52913" y="130436"/>
                </a:lnTo>
                <a:lnTo>
                  <a:pt x="53462" y="130283"/>
                </a:lnTo>
                <a:lnTo>
                  <a:pt x="54001" y="130120"/>
                </a:lnTo>
                <a:lnTo>
                  <a:pt x="54531" y="129949"/>
                </a:lnTo>
                <a:lnTo>
                  <a:pt x="55052" y="129769"/>
                </a:lnTo>
                <a:lnTo>
                  <a:pt x="55565" y="129580"/>
                </a:lnTo>
                <a:lnTo>
                  <a:pt x="56068" y="129383"/>
                </a:lnTo>
                <a:lnTo>
                  <a:pt x="56562" y="129177"/>
                </a:lnTo>
                <a:lnTo>
                  <a:pt x="57048" y="128964"/>
                </a:lnTo>
                <a:lnTo>
                  <a:pt x="57525" y="128748"/>
                </a:lnTo>
                <a:lnTo>
                  <a:pt x="57995" y="128528"/>
                </a:lnTo>
                <a:lnTo>
                  <a:pt x="58456" y="128304"/>
                </a:lnTo>
                <a:lnTo>
                  <a:pt x="58910" y="128077"/>
                </a:lnTo>
                <a:lnTo>
                  <a:pt x="59355" y="127845"/>
                </a:lnTo>
                <a:lnTo>
                  <a:pt x="59792" y="127611"/>
                </a:lnTo>
                <a:lnTo>
                  <a:pt x="60221" y="127372"/>
                </a:lnTo>
                <a:lnTo>
                  <a:pt x="60641" y="127130"/>
                </a:lnTo>
                <a:lnTo>
                  <a:pt x="61054" y="126883"/>
                </a:lnTo>
                <a:lnTo>
                  <a:pt x="61459" y="126634"/>
                </a:lnTo>
                <a:lnTo>
                  <a:pt x="61855" y="126380"/>
                </a:lnTo>
                <a:lnTo>
                  <a:pt x="62243" y="126123"/>
                </a:lnTo>
                <a:lnTo>
                  <a:pt x="62623" y="125862"/>
                </a:lnTo>
                <a:lnTo>
                  <a:pt x="62996" y="125597"/>
                </a:lnTo>
                <a:lnTo>
                  <a:pt x="63359" y="125329"/>
                </a:lnTo>
                <a:lnTo>
                  <a:pt x="63715" y="125056"/>
                </a:lnTo>
                <a:lnTo>
                  <a:pt x="64063" y="124780"/>
                </a:lnTo>
                <a:lnTo>
                  <a:pt x="64403" y="124501"/>
                </a:lnTo>
                <a:lnTo>
                  <a:pt x="64734" y="124217"/>
                </a:lnTo>
                <a:lnTo>
                  <a:pt x="65057" y="123930"/>
                </a:lnTo>
                <a:lnTo>
                  <a:pt x="65373" y="123639"/>
                </a:lnTo>
                <a:lnTo>
                  <a:pt x="65680" y="123345"/>
                </a:lnTo>
                <a:lnTo>
                  <a:pt x="65979" y="123046"/>
                </a:lnTo>
                <a:lnTo>
                  <a:pt x="66270" y="122747"/>
                </a:lnTo>
                <a:lnTo>
                  <a:pt x="66554" y="122449"/>
                </a:lnTo>
                <a:lnTo>
                  <a:pt x="66832" y="122153"/>
                </a:lnTo>
                <a:lnTo>
                  <a:pt x="67102" y="121858"/>
                </a:lnTo>
                <a:lnTo>
                  <a:pt x="67365" y="121565"/>
                </a:lnTo>
                <a:lnTo>
                  <a:pt x="67622" y="121273"/>
                </a:lnTo>
                <a:lnTo>
                  <a:pt x="67871" y="120983"/>
                </a:lnTo>
                <a:lnTo>
                  <a:pt x="68113" y="120694"/>
                </a:lnTo>
                <a:lnTo>
                  <a:pt x="68349" y="120407"/>
                </a:lnTo>
                <a:lnTo>
                  <a:pt x="68577" y="120121"/>
                </a:lnTo>
                <a:lnTo>
                  <a:pt x="68798" y="119837"/>
                </a:lnTo>
                <a:lnTo>
                  <a:pt x="69012" y="119555"/>
                </a:lnTo>
                <a:lnTo>
                  <a:pt x="69219" y="119274"/>
                </a:lnTo>
                <a:lnTo>
                  <a:pt x="69419" y="118994"/>
                </a:lnTo>
                <a:lnTo>
                  <a:pt x="69613" y="118716"/>
                </a:lnTo>
                <a:lnTo>
                  <a:pt x="69799" y="118440"/>
                </a:lnTo>
                <a:lnTo>
                  <a:pt x="69978" y="118165"/>
                </a:lnTo>
                <a:lnTo>
                  <a:pt x="70150" y="117892"/>
                </a:lnTo>
                <a:lnTo>
                  <a:pt x="70315" y="117620"/>
                </a:lnTo>
                <a:lnTo>
                  <a:pt x="70473" y="117350"/>
                </a:lnTo>
                <a:lnTo>
                  <a:pt x="70624" y="117081"/>
                </a:lnTo>
                <a:lnTo>
                  <a:pt x="70768" y="116814"/>
                </a:lnTo>
                <a:lnTo>
                  <a:pt x="70905" y="116548"/>
                </a:lnTo>
                <a:lnTo>
                  <a:pt x="71034" y="116284"/>
                </a:lnTo>
                <a:lnTo>
                  <a:pt x="71793" y="116284"/>
                </a:lnTo>
                <a:lnTo>
                  <a:pt x="71793" y="129429"/>
                </a:lnTo>
                <a:lnTo>
                  <a:pt x="86708" y="129429"/>
                </a:lnTo>
                <a:lnTo>
                  <a:pt x="86708" y="65473"/>
                </a:lnTo>
                <a:lnTo>
                  <a:pt x="86701" y="64517"/>
                </a:lnTo>
                <a:lnTo>
                  <a:pt x="86681" y="63578"/>
                </a:lnTo>
                <a:lnTo>
                  <a:pt x="86648" y="62655"/>
                </a:lnTo>
                <a:lnTo>
                  <a:pt x="86602" y="61748"/>
                </a:lnTo>
                <a:lnTo>
                  <a:pt x="86543" y="60857"/>
                </a:lnTo>
                <a:lnTo>
                  <a:pt x="86471" y="59983"/>
                </a:lnTo>
                <a:lnTo>
                  <a:pt x="86385" y="59125"/>
                </a:lnTo>
                <a:lnTo>
                  <a:pt x="86286" y="58283"/>
                </a:lnTo>
                <a:lnTo>
                  <a:pt x="86174" y="57457"/>
                </a:lnTo>
                <a:lnTo>
                  <a:pt x="86049" y="56647"/>
                </a:lnTo>
                <a:lnTo>
                  <a:pt x="85911" y="55854"/>
                </a:lnTo>
                <a:lnTo>
                  <a:pt x="85760" y="55077"/>
                </a:lnTo>
                <a:lnTo>
                  <a:pt x="85595" y="54316"/>
                </a:lnTo>
                <a:lnTo>
                  <a:pt x="85417" y="53572"/>
                </a:lnTo>
                <a:lnTo>
                  <a:pt x="85226" y="52843"/>
                </a:lnTo>
                <a:lnTo>
                  <a:pt x="85022" y="52131"/>
                </a:lnTo>
                <a:lnTo>
                  <a:pt x="84805" y="51435"/>
                </a:lnTo>
                <a:lnTo>
                  <a:pt x="84575" y="50756"/>
                </a:lnTo>
                <a:lnTo>
                  <a:pt x="84331" y="50092"/>
                </a:lnTo>
                <a:lnTo>
                  <a:pt x="84074" y="49445"/>
                </a:lnTo>
                <a:lnTo>
                  <a:pt x="83804" y="48814"/>
                </a:lnTo>
                <a:lnTo>
                  <a:pt x="83521" y="48200"/>
                </a:lnTo>
                <a:lnTo>
                  <a:pt x="83225" y="47601"/>
                </a:lnTo>
                <a:lnTo>
                  <a:pt x="82916" y="47019"/>
                </a:lnTo>
                <a:lnTo>
                  <a:pt x="82596" y="46451"/>
                </a:lnTo>
                <a:lnTo>
                  <a:pt x="82270" y="45895"/>
                </a:lnTo>
                <a:lnTo>
                  <a:pt x="81937" y="45351"/>
                </a:lnTo>
                <a:lnTo>
                  <a:pt x="81597" y="44820"/>
                </a:lnTo>
                <a:lnTo>
                  <a:pt x="81251" y="44300"/>
                </a:lnTo>
                <a:lnTo>
                  <a:pt x="80897" y="43792"/>
                </a:lnTo>
                <a:lnTo>
                  <a:pt x="80537" y="43297"/>
                </a:lnTo>
                <a:lnTo>
                  <a:pt x="80170" y="42813"/>
                </a:lnTo>
                <a:lnTo>
                  <a:pt x="79796" y="42342"/>
                </a:lnTo>
                <a:lnTo>
                  <a:pt x="79416" y="41882"/>
                </a:lnTo>
                <a:lnTo>
                  <a:pt x="79028" y="41435"/>
                </a:lnTo>
                <a:lnTo>
                  <a:pt x="78634" y="41000"/>
                </a:lnTo>
                <a:lnTo>
                  <a:pt x="78233" y="40576"/>
                </a:lnTo>
                <a:lnTo>
                  <a:pt x="77825" y="40165"/>
                </a:lnTo>
                <a:lnTo>
                  <a:pt x="77411" y="39766"/>
                </a:lnTo>
                <a:lnTo>
                  <a:pt x="76989" y="39379"/>
                </a:lnTo>
                <a:lnTo>
                  <a:pt x="76561" y="39004"/>
                </a:lnTo>
                <a:lnTo>
                  <a:pt x="76126" y="38642"/>
                </a:lnTo>
                <a:lnTo>
                  <a:pt x="75684" y="38291"/>
                </a:lnTo>
                <a:lnTo>
                  <a:pt x="75235" y="37952"/>
                </a:lnTo>
                <a:lnTo>
                  <a:pt x="74780" y="37625"/>
                </a:lnTo>
                <a:lnTo>
                  <a:pt x="74318" y="37311"/>
                </a:lnTo>
                <a:lnTo>
                  <a:pt x="73849" y="37008"/>
                </a:lnTo>
                <a:lnTo>
                  <a:pt x="73373" y="36718"/>
                </a:lnTo>
                <a:lnTo>
                  <a:pt x="72898" y="36438"/>
                </a:lnTo>
                <a:lnTo>
                  <a:pt x="72422" y="36165"/>
                </a:lnTo>
                <a:lnTo>
                  <a:pt x="71944" y="35901"/>
                </a:lnTo>
                <a:lnTo>
                  <a:pt x="71465" y="35645"/>
                </a:lnTo>
                <a:lnTo>
                  <a:pt x="70984" y="35398"/>
                </a:lnTo>
                <a:lnTo>
                  <a:pt x="70501" y="35158"/>
                </a:lnTo>
                <a:lnTo>
                  <a:pt x="70017" y="34926"/>
                </a:lnTo>
                <a:lnTo>
                  <a:pt x="69532" y="34703"/>
                </a:lnTo>
                <a:lnTo>
                  <a:pt x="69045" y="34487"/>
                </a:lnTo>
                <a:lnTo>
                  <a:pt x="68556" y="34280"/>
                </a:lnTo>
                <a:lnTo>
                  <a:pt x="68066" y="34081"/>
                </a:lnTo>
                <a:lnTo>
                  <a:pt x="67574" y="33890"/>
                </a:lnTo>
                <a:lnTo>
                  <a:pt x="67081" y="33707"/>
                </a:lnTo>
                <a:lnTo>
                  <a:pt x="66586" y="33532"/>
                </a:lnTo>
                <a:lnTo>
                  <a:pt x="66090" y="33366"/>
                </a:lnTo>
                <a:lnTo>
                  <a:pt x="65592" y="33207"/>
                </a:lnTo>
                <a:lnTo>
                  <a:pt x="65093" y="33057"/>
                </a:lnTo>
                <a:lnTo>
                  <a:pt x="64592" y="32914"/>
                </a:lnTo>
                <a:lnTo>
                  <a:pt x="64090" y="32780"/>
                </a:lnTo>
                <a:lnTo>
                  <a:pt x="63586" y="32654"/>
                </a:lnTo>
                <a:lnTo>
                  <a:pt x="63080" y="32536"/>
                </a:lnTo>
                <a:lnTo>
                  <a:pt x="62573" y="32426"/>
                </a:lnTo>
                <a:lnTo>
                  <a:pt x="62065" y="32325"/>
                </a:lnTo>
                <a:lnTo>
                  <a:pt x="61555" y="32231"/>
                </a:lnTo>
                <a:lnTo>
                  <a:pt x="61052" y="32138"/>
                </a:lnTo>
                <a:lnTo>
                  <a:pt x="60553" y="32049"/>
                </a:lnTo>
                <a:lnTo>
                  <a:pt x="60060" y="31964"/>
                </a:lnTo>
                <a:lnTo>
                  <a:pt x="59571" y="31883"/>
                </a:lnTo>
                <a:lnTo>
                  <a:pt x="59087" y="31806"/>
                </a:lnTo>
                <a:lnTo>
                  <a:pt x="58608" y="31733"/>
                </a:lnTo>
                <a:lnTo>
                  <a:pt x="58134" y="31664"/>
                </a:lnTo>
                <a:lnTo>
                  <a:pt x="57665" y="31599"/>
                </a:lnTo>
                <a:lnTo>
                  <a:pt x="57200" y="31538"/>
                </a:lnTo>
                <a:lnTo>
                  <a:pt x="56740" y="31480"/>
                </a:lnTo>
                <a:lnTo>
                  <a:pt x="56285" y="31427"/>
                </a:lnTo>
                <a:lnTo>
                  <a:pt x="55835" y="31378"/>
                </a:lnTo>
                <a:lnTo>
                  <a:pt x="55390" y="31332"/>
                </a:lnTo>
                <a:lnTo>
                  <a:pt x="54950" y="31291"/>
                </a:lnTo>
                <a:lnTo>
                  <a:pt x="54514" y="31253"/>
                </a:lnTo>
                <a:lnTo>
                  <a:pt x="54083" y="31220"/>
                </a:lnTo>
                <a:lnTo>
                  <a:pt x="53657" y="31190"/>
                </a:lnTo>
                <a:lnTo>
                  <a:pt x="53236" y="31164"/>
                </a:lnTo>
                <a:lnTo>
                  <a:pt x="52820" y="31143"/>
                </a:lnTo>
                <a:lnTo>
                  <a:pt x="52409" y="31125"/>
                </a:lnTo>
                <a:lnTo>
                  <a:pt x="52002" y="31111"/>
                </a:lnTo>
                <a:lnTo>
                  <a:pt x="51600" y="31101"/>
                </a:lnTo>
                <a:lnTo>
                  <a:pt x="51203" y="31095"/>
                </a:lnTo>
                <a:lnTo>
                  <a:pt x="50811" y="31093"/>
                </a:lnTo>
                <a:lnTo>
                  <a:pt x="50200" y="31097"/>
                </a:lnTo>
                <a:lnTo>
                  <a:pt x="49588" y="31107"/>
                </a:lnTo>
                <a:lnTo>
                  <a:pt x="48974" y="31125"/>
                </a:lnTo>
                <a:lnTo>
                  <a:pt x="48360" y="31150"/>
                </a:lnTo>
                <a:lnTo>
                  <a:pt x="47746" y="31181"/>
                </a:lnTo>
                <a:lnTo>
                  <a:pt x="47130" y="31220"/>
                </a:lnTo>
                <a:lnTo>
                  <a:pt x="46513" y="31265"/>
                </a:lnTo>
                <a:lnTo>
                  <a:pt x="45896" y="31318"/>
                </a:lnTo>
                <a:lnTo>
                  <a:pt x="45277" y="31378"/>
                </a:lnTo>
                <a:lnTo>
                  <a:pt x="44658" y="31444"/>
                </a:lnTo>
                <a:lnTo>
                  <a:pt x="44038" y="31518"/>
                </a:lnTo>
                <a:lnTo>
                  <a:pt x="43417" y="31599"/>
                </a:lnTo>
                <a:lnTo>
                  <a:pt x="42795" y="31687"/>
                </a:lnTo>
                <a:lnTo>
                  <a:pt x="42172" y="31782"/>
                </a:lnTo>
                <a:lnTo>
                  <a:pt x="41549" y="31883"/>
                </a:lnTo>
                <a:lnTo>
                  <a:pt x="40924" y="31992"/>
                </a:lnTo>
                <a:lnTo>
                  <a:pt x="40299" y="32108"/>
                </a:lnTo>
                <a:lnTo>
                  <a:pt x="39673" y="32231"/>
                </a:lnTo>
                <a:lnTo>
                  <a:pt x="39045" y="32361"/>
                </a:lnTo>
                <a:lnTo>
                  <a:pt x="38417" y="32498"/>
                </a:lnTo>
                <a:lnTo>
                  <a:pt x="37788" y="32642"/>
                </a:lnTo>
                <a:lnTo>
                  <a:pt x="37159" y="32793"/>
                </a:lnTo>
                <a:lnTo>
                  <a:pt x="36528" y="32951"/>
                </a:lnTo>
                <a:lnTo>
                  <a:pt x="35896" y="33116"/>
                </a:lnTo>
                <a:lnTo>
                  <a:pt x="35272" y="33284"/>
                </a:lnTo>
                <a:lnTo>
                  <a:pt x="34651" y="33463"/>
                </a:lnTo>
                <a:lnTo>
                  <a:pt x="34034" y="33653"/>
                </a:lnTo>
                <a:lnTo>
                  <a:pt x="33421" y="33853"/>
                </a:lnTo>
                <a:lnTo>
                  <a:pt x="32812" y="34064"/>
                </a:lnTo>
                <a:lnTo>
                  <a:pt x="32207" y="34285"/>
                </a:lnTo>
                <a:lnTo>
                  <a:pt x="31606" y="34517"/>
                </a:lnTo>
                <a:lnTo>
                  <a:pt x="31009" y="34759"/>
                </a:lnTo>
                <a:lnTo>
                  <a:pt x="30416" y="35012"/>
                </a:lnTo>
                <a:lnTo>
                  <a:pt x="29827" y="35275"/>
                </a:lnTo>
                <a:lnTo>
                  <a:pt x="29242" y="35549"/>
                </a:lnTo>
                <a:lnTo>
                  <a:pt x="28660" y="35833"/>
                </a:lnTo>
                <a:lnTo>
                  <a:pt x="28083" y="36128"/>
                </a:lnTo>
                <a:lnTo>
                  <a:pt x="27510" y="36434"/>
                </a:lnTo>
                <a:lnTo>
                  <a:pt x="26940" y="36750"/>
                </a:lnTo>
                <a:lnTo>
                  <a:pt x="26375" y="37076"/>
                </a:lnTo>
                <a:lnTo>
                  <a:pt x="25813" y="37413"/>
                </a:lnTo>
                <a:lnTo>
                  <a:pt x="25255" y="37761"/>
                </a:lnTo>
                <a:lnTo>
                  <a:pt x="24702" y="38119"/>
                </a:lnTo>
                <a:lnTo>
                  <a:pt x="24152" y="38488"/>
                </a:lnTo>
                <a:lnTo>
                  <a:pt x="23606" y="38867"/>
                </a:lnTo>
                <a:lnTo>
                  <a:pt x="23065" y="39256"/>
                </a:lnTo>
                <a:lnTo>
                  <a:pt x="22527" y="39657"/>
                </a:lnTo>
                <a:lnTo>
                  <a:pt x="21993" y="40067"/>
                </a:lnTo>
                <a:lnTo>
                  <a:pt x="21471" y="40485"/>
                </a:lnTo>
                <a:lnTo>
                  <a:pt x="20957" y="40916"/>
                </a:lnTo>
                <a:lnTo>
                  <a:pt x="20452" y="41361"/>
                </a:lnTo>
                <a:lnTo>
                  <a:pt x="19957" y="41819"/>
                </a:lnTo>
                <a:lnTo>
                  <a:pt x="19469" y="42291"/>
                </a:lnTo>
                <a:lnTo>
                  <a:pt x="18991" y="42777"/>
                </a:lnTo>
                <a:lnTo>
                  <a:pt x="18521" y="43276"/>
                </a:lnTo>
                <a:lnTo>
                  <a:pt x="18061" y="43789"/>
                </a:lnTo>
                <a:lnTo>
                  <a:pt x="17609" y="44316"/>
                </a:lnTo>
                <a:lnTo>
                  <a:pt x="17165" y="44856"/>
                </a:lnTo>
                <a:lnTo>
                  <a:pt x="16731" y="45409"/>
                </a:lnTo>
                <a:lnTo>
                  <a:pt x="16305" y="45976"/>
                </a:lnTo>
                <a:lnTo>
                  <a:pt x="15888" y="46557"/>
                </a:lnTo>
                <a:lnTo>
                  <a:pt x="15480" y="47152"/>
                </a:lnTo>
                <a:lnTo>
                  <a:pt x="15081" y="47760"/>
                </a:lnTo>
                <a:lnTo>
                  <a:pt x="14690" y="48382"/>
                </a:lnTo>
                <a:lnTo>
                  <a:pt x="14308" y="49017"/>
                </a:lnTo>
                <a:lnTo>
                  <a:pt x="13935" y="49666"/>
                </a:lnTo>
                <a:lnTo>
                  <a:pt x="13571" y="50328"/>
                </a:lnTo>
                <a:lnTo>
                  <a:pt x="13215" y="51004"/>
                </a:lnTo>
                <a:lnTo>
                  <a:pt x="12869" y="51694"/>
                </a:lnTo>
                <a:lnTo>
                  <a:pt x="12531" y="52397"/>
                </a:lnTo>
                <a:lnTo>
                  <a:pt x="12202" y="53114"/>
                </a:lnTo>
                <a:lnTo>
                  <a:pt x="11881" y="53845"/>
                </a:lnTo>
                <a:lnTo>
                  <a:pt x="26038" y="58900"/>
                </a:lnTo>
                <a:lnTo>
                  <a:pt x="26249" y="58459"/>
                </a:lnTo>
                <a:lnTo>
                  <a:pt x="26473" y="58020"/>
                </a:lnTo>
                <a:lnTo>
                  <a:pt x="26710" y="57583"/>
                </a:lnTo>
                <a:lnTo>
                  <a:pt x="26959" y="57148"/>
                </a:lnTo>
                <a:lnTo>
                  <a:pt x="27221" y="56716"/>
                </a:lnTo>
                <a:lnTo>
                  <a:pt x="27495" y="56286"/>
                </a:lnTo>
                <a:lnTo>
                  <a:pt x="27782" y="55858"/>
                </a:lnTo>
                <a:lnTo>
                  <a:pt x="28081" y="55432"/>
                </a:lnTo>
                <a:lnTo>
                  <a:pt x="28393" y="55008"/>
                </a:lnTo>
                <a:lnTo>
                  <a:pt x="28717" y="54586"/>
                </a:lnTo>
                <a:lnTo>
                  <a:pt x="29054" y="54167"/>
                </a:lnTo>
                <a:lnTo>
                  <a:pt x="29403" y="53750"/>
                </a:lnTo>
                <a:lnTo>
                  <a:pt x="29765" y="53335"/>
                </a:lnTo>
                <a:lnTo>
                  <a:pt x="30139" y="52922"/>
                </a:lnTo>
                <a:lnTo>
                  <a:pt x="30526" y="52512"/>
                </a:lnTo>
                <a:lnTo>
                  <a:pt x="30925" y="52103"/>
                </a:lnTo>
                <a:lnTo>
                  <a:pt x="31337" y="51697"/>
                </a:lnTo>
                <a:lnTo>
                  <a:pt x="31761" y="51293"/>
                </a:lnTo>
                <a:lnTo>
                  <a:pt x="32198" y="50891"/>
                </a:lnTo>
                <a:lnTo>
                  <a:pt x="32647" y="50492"/>
                </a:lnTo>
                <a:lnTo>
                  <a:pt x="33109" y="50094"/>
                </a:lnTo>
                <a:lnTo>
                  <a:pt x="33583" y="49699"/>
                </a:lnTo>
                <a:lnTo>
                  <a:pt x="34070" y="49306"/>
                </a:lnTo>
                <a:lnTo>
                  <a:pt x="34569" y="48915"/>
                </a:lnTo>
                <a:lnTo>
                  <a:pt x="35083" y="48534"/>
                </a:lnTo>
                <a:lnTo>
                  <a:pt x="35612" y="48168"/>
                </a:lnTo>
                <a:lnTo>
                  <a:pt x="36158" y="47819"/>
                </a:lnTo>
                <a:lnTo>
                  <a:pt x="36720" y="47486"/>
                </a:lnTo>
                <a:lnTo>
                  <a:pt x="37297" y="47170"/>
                </a:lnTo>
                <a:lnTo>
                  <a:pt x="37891" y="46869"/>
                </a:lnTo>
                <a:lnTo>
                  <a:pt x="38501" y="46585"/>
                </a:lnTo>
                <a:lnTo>
                  <a:pt x="39127" y="46317"/>
                </a:lnTo>
                <a:lnTo>
                  <a:pt x="39768" y="46065"/>
                </a:lnTo>
                <a:lnTo>
                  <a:pt x="40426" y="45830"/>
                </a:lnTo>
                <a:lnTo>
                  <a:pt x="41100" y="45611"/>
                </a:lnTo>
                <a:lnTo>
                  <a:pt x="41790" y="45408"/>
                </a:lnTo>
                <a:lnTo>
                  <a:pt x="42495" y="45221"/>
                </a:lnTo>
                <a:lnTo>
                  <a:pt x="43217" y="45050"/>
                </a:lnTo>
                <a:lnTo>
                  <a:pt x="43955" y="44896"/>
                </a:lnTo>
                <a:lnTo>
                  <a:pt x="44709" y="44758"/>
                </a:lnTo>
                <a:lnTo>
                  <a:pt x="45479" y="44636"/>
                </a:lnTo>
                <a:lnTo>
                  <a:pt x="46265" y="44531"/>
                </a:lnTo>
                <a:lnTo>
                  <a:pt x="47067" y="44442"/>
                </a:lnTo>
                <a:lnTo>
                  <a:pt x="47885" y="44368"/>
                </a:lnTo>
                <a:lnTo>
                  <a:pt x="48719" y="44312"/>
                </a:lnTo>
                <a:lnTo>
                  <a:pt x="49569" y="44271"/>
                </a:lnTo>
                <a:lnTo>
                  <a:pt x="50435" y="44247"/>
                </a:lnTo>
                <a:lnTo>
                  <a:pt x="51317" y="44239"/>
                </a:lnTo>
                <a:lnTo>
                  <a:pt x="52166" y="44248"/>
                </a:lnTo>
                <a:lnTo>
                  <a:pt x="52997" y="44275"/>
                </a:lnTo>
                <a:lnTo>
                  <a:pt x="53810" y="44320"/>
                </a:lnTo>
                <a:lnTo>
                  <a:pt x="54605" y="44383"/>
                </a:lnTo>
                <a:lnTo>
                  <a:pt x="55381" y="44463"/>
                </a:lnTo>
                <a:lnTo>
                  <a:pt x="56140" y="44562"/>
                </a:lnTo>
                <a:lnTo>
                  <a:pt x="56880" y="44679"/>
                </a:lnTo>
                <a:lnTo>
                  <a:pt x="57601" y="44814"/>
                </a:lnTo>
                <a:lnTo>
                  <a:pt x="58305" y="44967"/>
                </a:lnTo>
                <a:lnTo>
                  <a:pt x="58990" y="45138"/>
                </a:lnTo>
                <a:lnTo>
                  <a:pt x="59658" y="45327"/>
                </a:lnTo>
                <a:lnTo>
                  <a:pt x="60307" y="45534"/>
                </a:lnTo>
                <a:lnTo>
                  <a:pt x="60937" y="45759"/>
                </a:lnTo>
                <a:lnTo>
                  <a:pt x="61550" y="46002"/>
                </a:lnTo>
                <a:lnTo>
                  <a:pt x="62144" y="46263"/>
                </a:lnTo>
                <a:lnTo>
                  <a:pt x="62720" y="46542"/>
                </a:lnTo>
                <a:lnTo>
                  <a:pt x="63278" y="46839"/>
                </a:lnTo>
                <a:lnTo>
                  <a:pt x="63818" y="47154"/>
                </a:lnTo>
                <a:lnTo>
                  <a:pt x="64340" y="47486"/>
                </a:lnTo>
                <a:lnTo>
                  <a:pt x="64843" y="47837"/>
                </a:lnTo>
                <a:lnTo>
                  <a:pt x="65328" y="48206"/>
                </a:lnTo>
                <a:lnTo>
                  <a:pt x="65795" y="48593"/>
                </a:lnTo>
                <a:lnTo>
                  <a:pt x="66243" y="48998"/>
                </a:lnTo>
                <a:lnTo>
                  <a:pt x="66674" y="49421"/>
                </a:lnTo>
                <a:lnTo>
                  <a:pt x="67092" y="49860"/>
                </a:lnTo>
                <a:lnTo>
                  <a:pt x="67491" y="50313"/>
                </a:lnTo>
                <a:lnTo>
                  <a:pt x="67874" y="50782"/>
                </a:lnTo>
                <a:lnTo>
                  <a:pt x="68238" y="51264"/>
                </a:lnTo>
                <a:lnTo>
                  <a:pt x="68585" y="51761"/>
                </a:lnTo>
                <a:lnTo>
                  <a:pt x="68913" y="52273"/>
                </a:lnTo>
                <a:lnTo>
                  <a:pt x="69224" y="52799"/>
                </a:lnTo>
                <a:lnTo>
                  <a:pt x="69518" y="53339"/>
                </a:lnTo>
                <a:lnTo>
                  <a:pt x="69793" y="53894"/>
                </a:lnTo>
                <a:lnTo>
                  <a:pt x="70051" y="54463"/>
                </a:lnTo>
                <a:lnTo>
                  <a:pt x="70291" y="55047"/>
                </a:lnTo>
                <a:lnTo>
                  <a:pt x="70513" y="55646"/>
                </a:lnTo>
                <a:lnTo>
                  <a:pt x="70718" y="56259"/>
                </a:lnTo>
                <a:lnTo>
                  <a:pt x="70904" y="56886"/>
                </a:lnTo>
                <a:lnTo>
                  <a:pt x="71073" y="57528"/>
                </a:lnTo>
                <a:lnTo>
                  <a:pt x="71224" y="58184"/>
                </a:lnTo>
                <a:lnTo>
                  <a:pt x="71357" y="58855"/>
                </a:lnTo>
                <a:lnTo>
                  <a:pt x="71473" y="59540"/>
                </a:lnTo>
                <a:lnTo>
                  <a:pt x="71571" y="60240"/>
                </a:lnTo>
                <a:lnTo>
                  <a:pt x="71651" y="60954"/>
                </a:lnTo>
                <a:lnTo>
                  <a:pt x="71713" y="61683"/>
                </a:lnTo>
                <a:lnTo>
                  <a:pt x="71757" y="62426"/>
                </a:lnTo>
                <a:lnTo>
                  <a:pt x="71784" y="63184"/>
                </a:lnTo>
                <a:lnTo>
                  <a:pt x="71793" y="63956"/>
                </a:lnTo>
                <a:lnTo>
                  <a:pt x="71793" y="64462"/>
                </a:lnTo>
                <a:lnTo>
                  <a:pt x="71788" y="64758"/>
                </a:lnTo>
                <a:lnTo>
                  <a:pt x="71775" y="65047"/>
                </a:lnTo>
                <a:lnTo>
                  <a:pt x="71752" y="65329"/>
                </a:lnTo>
                <a:lnTo>
                  <a:pt x="71721" y="65603"/>
                </a:lnTo>
                <a:lnTo>
                  <a:pt x="71680" y="65870"/>
                </a:lnTo>
                <a:lnTo>
                  <a:pt x="71631" y="66129"/>
                </a:lnTo>
                <a:lnTo>
                  <a:pt x="71572" y="66380"/>
                </a:lnTo>
                <a:lnTo>
                  <a:pt x="71505" y="66625"/>
                </a:lnTo>
                <a:lnTo>
                  <a:pt x="71428" y="66861"/>
                </a:lnTo>
                <a:lnTo>
                  <a:pt x="71343" y="67091"/>
                </a:lnTo>
                <a:lnTo>
                  <a:pt x="71249" y="67313"/>
                </a:lnTo>
                <a:lnTo>
                  <a:pt x="71145" y="67527"/>
                </a:lnTo>
                <a:lnTo>
                  <a:pt x="71033" y="67734"/>
                </a:lnTo>
                <a:lnTo>
                  <a:pt x="70911" y="67933"/>
                </a:lnTo>
                <a:lnTo>
                  <a:pt x="70781" y="68125"/>
                </a:lnTo>
                <a:lnTo>
                  <a:pt x="70641" y="68310"/>
                </a:lnTo>
                <a:lnTo>
                  <a:pt x="70493" y="68487"/>
                </a:lnTo>
                <a:lnTo>
                  <a:pt x="70335" y="68657"/>
                </a:lnTo>
                <a:lnTo>
                  <a:pt x="70169" y="68819"/>
                </a:lnTo>
                <a:lnTo>
                  <a:pt x="69993" y="68974"/>
                </a:lnTo>
                <a:lnTo>
                  <a:pt x="69809" y="69121"/>
                </a:lnTo>
                <a:lnTo>
                  <a:pt x="69616" y="69261"/>
                </a:lnTo>
                <a:lnTo>
                  <a:pt x="69413" y="69393"/>
                </a:lnTo>
                <a:lnTo>
                  <a:pt x="69202" y="69518"/>
                </a:lnTo>
                <a:lnTo>
                  <a:pt x="68986" y="69637"/>
                </a:lnTo>
                <a:lnTo>
                  <a:pt x="68759" y="69754"/>
                </a:lnTo>
                <a:lnTo>
                  <a:pt x="68522" y="69868"/>
                </a:lnTo>
                <a:lnTo>
                  <a:pt x="68275" y="69979"/>
                </a:lnTo>
                <a:lnTo>
                  <a:pt x="68017" y="70088"/>
                </a:lnTo>
                <a:lnTo>
                  <a:pt x="67748" y="70193"/>
                </a:lnTo>
                <a:lnTo>
                  <a:pt x="67469" y="70296"/>
                </a:lnTo>
                <a:lnTo>
                  <a:pt x="67179" y="70395"/>
                </a:lnTo>
                <a:lnTo>
                  <a:pt x="66879" y="70492"/>
                </a:lnTo>
                <a:lnTo>
                  <a:pt x="66568" y="70586"/>
                </a:lnTo>
                <a:lnTo>
                  <a:pt x="66247" y="70678"/>
                </a:lnTo>
                <a:lnTo>
                  <a:pt x="65915" y="70766"/>
                </a:lnTo>
                <a:lnTo>
                  <a:pt x="65573" y="70851"/>
                </a:lnTo>
                <a:lnTo>
                  <a:pt x="65220" y="70934"/>
                </a:lnTo>
                <a:lnTo>
                  <a:pt x="64857" y="71014"/>
                </a:lnTo>
                <a:lnTo>
                  <a:pt x="64483" y="71091"/>
                </a:lnTo>
                <a:lnTo>
                  <a:pt x="64099" y="71165"/>
                </a:lnTo>
                <a:lnTo>
                  <a:pt x="63704" y="71236"/>
                </a:lnTo>
                <a:lnTo>
                  <a:pt x="63298" y="71304"/>
                </a:lnTo>
                <a:lnTo>
                  <a:pt x="62882" y="71370"/>
                </a:lnTo>
                <a:lnTo>
                  <a:pt x="62455" y="71432"/>
                </a:lnTo>
                <a:lnTo>
                  <a:pt x="62018" y="71492"/>
                </a:lnTo>
                <a:lnTo>
                  <a:pt x="61571" y="71549"/>
                </a:lnTo>
                <a:lnTo>
                  <a:pt x="61112" y="71603"/>
                </a:lnTo>
                <a:lnTo>
                  <a:pt x="60648" y="71652"/>
                </a:lnTo>
                <a:lnTo>
                  <a:pt x="60173" y="71702"/>
                </a:lnTo>
                <a:lnTo>
                  <a:pt x="59686" y="71754"/>
                </a:lnTo>
                <a:lnTo>
                  <a:pt x="59187" y="71809"/>
                </a:lnTo>
                <a:lnTo>
                  <a:pt x="58676" y="71865"/>
                </a:lnTo>
                <a:lnTo>
                  <a:pt x="58154" y="71923"/>
                </a:lnTo>
                <a:lnTo>
                  <a:pt x="57620" y="71983"/>
                </a:lnTo>
                <a:lnTo>
                  <a:pt x="57075" y="72046"/>
                </a:lnTo>
                <a:lnTo>
                  <a:pt x="56518" y="72110"/>
                </a:lnTo>
                <a:lnTo>
                  <a:pt x="55949" y="72176"/>
                </a:lnTo>
                <a:lnTo>
                  <a:pt x="55369" y="72244"/>
                </a:lnTo>
                <a:lnTo>
                  <a:pt x="54777" y="72314"/>
                </a:lnTo>
                <a:lnTo>
                  <a:pt x="54173" y="72386"/>
                </a:lnTo>
                <a:lnTo>
                  <a:pt x="53558" y="72460"/>
                </a:lnTo>
                <a:lnTo>
                  <a:pt x="52931" y="72536"/>
                </a:lnTo>
                <a:lnTo>
                  <a:pt x="52293" y="72614"/>
                </a:lnTo>
                <a:lnTo>
                  <a:pt x="51643" y="72694"/>
                </a:lnTo>
                <a:lnTo>
                  <a:pt x="50981" y="72776"/>
                </a:lnTo>
                <a:lnTo>
                  <a:pt x="50308" y="72860"/>
                </a:lnTo>
                <a:lnTo>
                  <a:pt x="49623" y="72946"/>
                </a:lnTo>
                <a:lnTo>
                  <a:pt x="48926" y="73034"/>
                </a:lnTo>
                <a:lnTo>
                  <a:pt x="48218" y="73124"/>
                </a:lnTo>
                <a:lnTo>
                  <a:pt x="47498" y="73216"/>
                </a:lnTo>
                <a:lnTo>
                  <a:pt x="46766" y="73310"/>
                </a:lnTo>
                <a:lnTo>
                  <a:pt x="46203" y="73384"/>
                </a:lnTo>
                <a:lnTo>
                  <a:pt x="45640" y="73461"/>
                </a:lnTo>
                <a:lnTo>
                  <a:pt x="45077" y="73541"/>
                </a:lnTo>
                <a:lnTo>
                  <a:pt x="44514" y="73622"/>
                </a:lnTo>
                <a:lnTo>
                  <a:pt x="43952" y="73706"/>
                </a:lnTo>
                <a:lnTo>
                  <a:pt x="43389" y="73791"/>
                </a:lnTo>
                <a:lnTo>
                  <a:pt x="42827" y="73879"/>
                </a:lnTo>
                <a:lnTo>
                  <a:pt x="42265" y="73970"/>
                </a:lnTo>
                <a:lnTo>
                  <a:pt x="41704" y="74062"/>
                </a:lnTo>
                <a:lnTo>
                  <a:pt x="41142" y="74157"/>
                </a:lnTo>
                <a:lnTo>
                  <a:pt x="40581" y="74253"/>
                </a:lnTo>
                <a:lnTo>
                  <a:pt x="40020" y="74352"/>
                </a:lnTo>
                <a:lnTo>
                  <a:pt x="39459" y="74454"/>
                </a:lnTo>
                <a:lnTo>
                  <a:pt x="38899" y="74557"/>
                </a:lnTo>
                <a:lnTo>
                  <a:pt x="38338" y="74662"/>
                </a:lnTo>
                <a:lnTo>
                  <a:pt x="37778" y="74770"/>
                </a:lnTo>
                <a:lnTo>
                  <a:pt x="37218" y="74880"/>
                </a:lnTo>
                <a:lnTo>
                  <a:pt x="36659" y="74992"/>
                </a:lnTo>
                <a:lnTo>
                  <a:pt x="36099" y="75107"/>
                </a:lnTo>
                <a:lnTo>
                  <a:pt x="35540" y="75223"/>
                </a:lnTo>
                <a:lnTo>
                  <a:pt x="34981" y="75342"/>
                </a:lnTo>
                <a:lnTo>
                  <a:pt x="34422" y="75463"/>
                </a:lnTo>
                <a:lnTo>
                  <a:pt x="33864" y="75586"/>
                </a:lnTo>
                <a:lnTo>
                  <a:pt x="33305" y="75711"/>
                </a:lnTo>
                <a:lnTo>
                  <a:pt x="32754" y="75835"/>
                </a:lnTo>
                <a:lnTo>
                  <a:pt x="32207" y="75964"/>
                </a:lnTo>
                <a:lnTo>
                  <a:pt x="31664" y="76098"/>
                </a:lnTo>
                <a:lnTo>
                  <a:pt x="31125" y="76238"/>
                </a:lnTo>
                <a:lnTo>
                  <a:pt x="30590" y="76383"/>
                </a:lnTo>
                <a:lnTo>
                  <a:pt x="30059" y="76533"/>
                </a:lnTo>
                <a:lnTo>
                  <a:pt x="29531" y="76688"/>
                </a:lnTo>
                <a:lnTo>
                  <a:pt x="29008" y="76849"/>
                </a:lnTo>
                <a:lnTo>
                  <a:pt x="28488" y="77015"/>
                </a:lnTo>
                <a:lnTo>
                  <a:pt x="27973" y="77186"/>
                </a:lnTo>
                <a:lnTo>
                  <a:pt x="27461" y="77362"/>
                </a:lnTo>
                <a:lnTo>
                  <a:pt x="26954" y="77544"/>
                </a:lnTo>
                <a:lnTo>
                  <a:pt x="26450" y="77731"/>
                </a:lnTo>
                <a:lnTo>
                  <a:pt x="25951" y="77923"/>
                </a:lnTo>
                <a:lnTo>
                  <a:pt x="25455" y="78121"/>
                </a:lnTo>
                <a:lnTo>
                  <a:pt x="24963" y="78323"/>
                </a:lnTo>
                <a:lnTo>
                  <a:pt x="24475" y="78531"/>
                </a:lnTo>
                <a:lnTo>
                  <a:pt x="23992" y="78745"/>
                </a:lnTo>
                <a:lnTo>
                  <a:pt x="23512" y="78963"/>
                </a:lnTo>
                <a:lnTo>
                  <a:pt x="23036" y="79187"/>
                </a:lnTo>
                <a:lnTo>
                  <a:pt x="22564" y="79416"/>
                </a:lnTo>
                <a:lnTo>
                  <a:pt x="22096" y="79650"/>
                </a:lnTo>
                <a:lnTo>
                  <a:pt x="21631" y="79890"/>
                </a:lnTo>
                <a:lnTo>
                  <a:pt x="21171" y="80135"/>
                </a:lnTo>
                <a:lnTo>
                  <a:pt x="20717" y="80386"/>
                </a:lnTo>
                <a:lnTo>
                  <a:pt x="20270" y="80646"/>
                </a:lnTo>
                <a:lnTo>
                  <a:pt x="19831" y="80913"/>
                </a:lnTo>
                <a:lnTo>
                  <a:pt x="19400" y="81188"/>
                </a:lnTo>
                <a:lnTo>
                  <a:pt x="18976" y="81471"/>
                </a:lnTo>
                <a:lnTo>
                  <a:pt x="18560" y="81762"/>
                </a:lnTo>
                <a:lnTo>
                  <a:pt x="18152" y="82061"/>
                </a:lnTo>
                <a:lnTo>
                  <a:pt x="17752" y="82368"/>
                </a:lnTo>
                <a:lnTo>
                  <a:pt x="17359" y="82683"/>
                </a:lnTo>
                <a:lnTo>
                  <a:pt x="16973" y="83005"/>
                </a:lnTo>
                <a:lnTo>
                  <a:pt x="16596" y="83336"/>
                </a:lnTo>
                <a:lnTo>
                  <a:pt x="16226" y="83674"/>
                </a:lnTo>
                <a:lnTo>
                  <a:pt x="15864" y="84020"/>
                </a:lnTo>
                <a:lnTo>
                  <a:pt x="15509" y="84375"/>
                </a:lnTo>
                <a:lnTo>
                  <a:pt x="15163" y="84737"/>
                </a:lnTo>
                <a:lnTo>
                  <a:pt x="14823" y="85107"/>
                </a:lnTo>
                <a:lnTo>
                  <a:pt x="14492" y="85484"/>
                </a:lnTo>
                <a:lnTo>
                  <a:pt x="14168" y="85870"/>
                </a:lnTo>
                <a:lnTo>
                  <a:pt x="13852" y="86264"/>
                </a:lnTo>
                <a:lnTo>
                  <a:pt x="13544" y="86665"/>
                </a:lnTo>
                <a:lnTo>
                  <a:pt x="13243" y="87075"/>
                </a:lnTo>
                <a:lnTo>
                  <a:pt x="12950" y="87492"/>
                </a:lnTo>
                <a:lnTo>
                  <a:pt x="12664" y="87918"/>
                </a:lnTo>
                <a:lnTo>
                  <a:pt x="12387" y="88351"/>
                </a:lnTo>
                <a:lnTo>
                  <a:pt x="12119" y="88788"/>
                </a:lnTo>
                <a:lnTo>
                  <a:pt x="11862" y="89236"/>
                </a:lnTo>
                <a:lnTo>
                  <a:pt x="11617" y="89696"/>
                </a:lnTo>
                <a:lnTo>
                  <a:pt x="11383" y="90166"/>
                </a:lnTo>
                <a:lnTo>
                  <a:pt x="11160" y="90647"/>
                </a:lnTo>
                <a:lnTo>
                  <a:pt x="10949" y="91139"/>
                </a:lnTo>
                <a:lnTo>
                  <a:pt x="10749" y="91643"/>
                </a:lnTo>
                <a:lnTo>
                  <a:pt x="10561" y="92157"/>
                </a:lnTo>
                <a:lnTo>
                  <a:pt x="10384" y="92682"/>
                </a:lnTo>
                <a:lnTo>
                  <a:pt x="10219" y="93218"/>
                </a:lnTo>
                <a:lnTo>
                  <a:pt x="10065" y="93765"/>
                </a:lnTo>
                <a:lnTo>
                  <a:pt x="9922" y="94323"/>
                </a:lnTo>
                <a:lnTo>
                  <a:pt x="9791" y="94892"/>
                </a:lnTo>
                <a:lnTo>
                  <a:pt x="9671" y="95472"/>
                </a:lnTo>
                <a:lnTo>
                  <a:pt x="9563" y="96063"/>
                </a:lnTo>
                <a:lnTo>
                  <a:pt x="9466" y="96665"/>
                </a:lnTo>
                <a:lnTo>
                  <a:pt x="9380" y="97278"/>
                </a:lnTo>
                <a:lnTo>
                  <a:pt x="9306" y="97902"/>
                </a:lnTo>
                <a:lnTo>
                  <a:pt x="9243" y="98536"/>
                </a:lnTo>
                <a:lnTo>
                  <a:pt x="9192" y="99182"/>
                </a:lnTo>
                <a:lnTo>
                  <a:pt x="9152" y="99839"/>
                </a:lnTo>
                <a:lnTo>
                  <a:pt x="9123" y="100507"/>
                </a:lnTo>
                <a:lnTo>
                  <a:pt x="9106" y="101185"/>
                </a:lnTo>
                <a:lnTo>
                  <a:pt x="9101" y="101875"/>
                </a:lnTo>
                <a:lnTo>
                  <a:pt x="9108" y="102660"/>
                </a:lnTo>
                <a:lnTo>
                  <a:pt x="9131" y="103436"/>
                </a:lnTo>
                <a:lnTo>
                  <a:pt x="9170" y="104202"/>
                </a:lnTo>
                <a:lnTo>
                  <a:pt x="9223" y="104958"/>
                </a:lnTo>
                <a:lnTo>
                  <a:pt x="9293" y="105704"/>
                </a:lnTo>
                <a:lnTo>
                  <a:pt x="9377" y="106441"/>
                </a:lnTo>
                <a:lnTo>
                  <a:pt x="9477" y="107168"/>
                </a:lnTo>
                <a:lnTo>
                  <a:pt x="9592" y="107886"/>
                </a:lnTo>
                <a:lnTo>
                  <a:pt x="9723" y="108594"/>
                </a:lnTo>
                <a:lnTo>
                  <a:pt x="9869" y="109292"/>
                </a:lnTo>
                <a:lnTo>
                  <a:pt x="10030" y="109981"/>
                </a:lnTo>
                <a:lnTo>
                  <a:pt x="10206" y="110660"/>
                </a:lnTo>
                <a:lnTo>
                  <a:pt x="10398" y="111329"/>
                </a:lnTo>
                <a:lnTo>
                  <a:pt x="10606" y="111989"/>
                </a:lnTo>
                <a:lnTo>
                  <a:pt x="10829" y="112638"/>
                </a:lnTo>
                <a:lnTo>
                  <a:pt x="11067" y="113279"/>
                </a:lnTo>
                <a:lnTo>
                  <a:pt x="11320" y="113909"/>
                </a:lnTo>
                <a:lnTo>
                  <a:pt x="11589" y="114530"/>
                </a:lnTo>
                <a:lnTo>
                  <a:pt x="11873" y="115142"/>
                </a:lnTo>
                <a:lnTo>
                  <a:pt x="12173" y="115744"/>
                </a:lnTo>
                <a:lnTo>
                  <a:pt x="12488" y="116336"/>
                </a:lnTo>
                <a:lnTo>
                  <a:pt x="12818" y="116918"/>
                </a:lnTo>
                <a:lnTo>
                  <a:pt x="13163" y="117491"/>
                </a:lnTo>
                <a:lnTo>
                  <a:pt x="13524" y="118054"/>
                </a:lnTo>
                <a:lnTo>
                  <a:pt x="13898" y="118601"/>
                </a:lnTo>
                <a:lnTo>
                  <a:pt x="14283" y="119138"/>
                </a:lnTo>
                <a:lnTo>
                  <a:pt x="14679" y="119664"/>
                </a:lnTo>
                <a:lnTo>
                  <a:pt x="15085" y="120180"/>
                </a:lnTo>
                <a:lnTo>
                  <a:pt x="15502" y="120684"/>
                </a:lnTo>
                <a:lnTo>
                  <a:pt x="15930" y="121178"/>
                </a:lnTo>
                <a:lnTo>
                  <a:pt x="16368" y="121661"/>
                </a:lnTo>
                <a:lnTo>
                  <a:pt x="16818" y="122134"/>
                </a:lnTo>
                <a:lnTo>
                  <a:pt x="17278" y="122595"/>
                </a:lnTo>
                <a:lnTo>
                  <a:pt x="17749" y="123046"/>
                </a:lnTo>
                <a:lnTo>
                  <a:pt x="18230" y="123486"/>
                </a:lnTo>
                <a:lnTo>
                  <a:pt x="18722" y="123915"/>
                </a:lnTo>
                <a:lnTo>
                  <a:pt x="19225" y="124334"/>
                </a:lnTo>
                <a:lnTo>
                  <a:pt x="19739" y="124742"/>
                </a:lnTo>
                <a:lnTo>
                  <a:pt x="20264" y="125139"/>
                </a:lnTo>
                <a:lnTo>
                  <a:pt x="20799" y="125525"/>
                </a:lnTo>
                <a:lnTo>
                  <a:pt x="21345" y="125901"/>
                </a:lnTo>
                <a:lnTo>
                  <a:pt x="21902" y="126266"/>
                </a:lnTo>
                <a:lnTo>
                  <a:pt x="22470" y="126620"/>
                </a:lnTo>
                <a:lnTo>
                  <a:pt x="23048" y="126963"/>
                </a:lnTo>
                <a:lnTo>
                  <a:pt x="23637" y="127295"/>
                </a:lnTo>
                <a:lnTo>
                  <a:pt x="24237" y="127617"/>
                </a:lnTo>
                <a:lnTo>
                  <a:pt x="24847" y="127928"/>
                </a:lnTo>
                <a:lnTo>
                  <a:pt x="25469" y="128229"/>
                </a:lnTo>
                <a:lnTo>
                  <a:pt x="26098" y="128512"/>
                </a:lnTo>
                <a:lnTo>
                  <a:pt x="26734" y="128784"/>
                </a:lnTo>
                <a:lnTo>
                  <a:pt x="27376" y="129043"/>
                </a:lnTo>
                <a:lnTo>
                  <a:pt x="28023" y="129291"/>
                </a:lnTo>
                <a:lnTo>
                  <a:pt x="28676" y="129526"/>
                </a:lnTo>
                <a:lnTo>
                  <a:pt x="29336" y="129749"/>
                </a:lnTo>
                <a:lnTo>
                  <a:pt x="30001" y="129961"/>
                </a:lnTo>
                <a:lnTo>
                  <a:pt x="30672" y="130160"/>
                </a:lnTo>
                <a:lnTo>
                  <a:pt x="31349" y="130347"/>
                </a:lnTo>
                <a:lnTo>
                  <a:pt x="32032" y="130522"/>
                </a:lnTo>
                <a:lnTo>
                  <a:pt x="32721" y="130685"/>
                </a:lnTo>
                <a:lnTo>
                  <a:pt x="33416" y="130836"/>
                </a:lnTo>
                <a:lnTo>
                  <a:pt x="34117" y="130974"/>
                </a:lnTo>
                <a:lnTo>
                  <a:pt x="34823" y="131101"/>
                </a:lnTo>
                <a:lnTo>
                  <a:pt x="35536" y="131216"/>
                </a:lnTo>
                <a:lnTo>
                  <a:pt x="36255" y="131318"/>
                </a:lnTo>
                <a:lnTo>
                  <a:pt x="36979" y="131409"/>
                </a:lnTo>
                <a:lnTo>
                  <a:pt x="37709" y="131487"/>
                </a:lnTo>
                <a:lnTo>
                  <a:pt x="38446" y="131554"/>
                </a:lnTo>
                <a:lnTo>
                  <a:pt x="39188" y="131608"/>
                </a:lnTo>
                <a:lnTo>
                  <a:pt x="39936" y="131650"/>
                </a:lnTo>
                <a:lnTo>
                  <a:pt x="40690" y="131680"/>
                </a:lnTo>
                <a:lnTo>
                  <a:pt x="41450" y="131698"/>
                </a:lnTo>
                <a:lnTo>
                  <a:pt x="42216" y="131705"/>
                </a:lnTo>
                <a:lnTo>
                  <a:pt x="42917" y="131700"/>
                </a:lnTo>
                <a:lnTo>
                  <a:pt x="43610" y="131687"/>
                </a:lnTo>
                <a:lnTo>
                  <a:pt x="44293" y="131665"/>
                </a:lnTo>
                <a:lnTo>
                  <a:pt x="44967" y="131634"/>
                </a:lnTo>
                <a:close/>
                <a:moveTo>
                  <a:pt x="41607" y="118198"/>
                </a:moveTo>
                <a:lnTo>
                  <a:pt x="40913" y="118136"/>
                </a:lnTo>
                <a:lnTo>
                  <a:pt x="40229" y="118062"/>
                </a:lnTo>
                <a:lnTo>
                  <a:pt x="39557" y="117973"/>
                </a:lnTo>
                <a:lnTo>
                  <a:pt x="38895" y="117871"/>
                </a:lnTo>
                <a:lnTo>
                  <a:pt x="38244" y="117756"/>
                </a:lnTo>
                <a:lnTo>
                  <a:pt x="37603" y="117626"/>
                </a:lnTo>
                <a:lnTo>
                  <a:pt x="36974" y="117483"/>
                </a:lnTo>
                <a:lnTo>
                  <a:pt x="36355" y="117327"/>
                </a:lnTo>
                <a:lnTo>
                  <a:pt x="35746" y="117157"/>
                </a:lnTo>
                <a:lnTo>
                  <a:pt x="35149" y="116973"/>
                </a:lnTo>
                <a:lnTo>
                  <a:pt x="34562" y="116776"/>
                </a:lnTo>
                <a:lnTo>
                  <a:pt x="33986" y="116565"/>
                </a:lnTo>
                <a:lnTo>
                  <a:pt x="33421" y="116341"/>
                </a:lnTo>
                <a:lnTo>
                  <a:pt x="32867" y="116103"/>
                </a:lnTo>
                <a:lnTo>
                  <a:pt x="32323" y="115851"/>
                </a:lnTo>
                <a:lnTo>
                  <a:pt x="31790" y="115586"/>
                </a:lnTo>
                <a:lnTo>
                  <a:pt x="31268" y="115307"/>
                </a:lnTo>
                <a:lnTo>
                  <a:pt x="30757" y="115014"/>
                </a:lnTo>
                <a:lnTo>
                  <a:pt x="30256" y="114708"/>
                </a:lnTo>
                <a:lnTo>
                  <a:pt x="29766" y="114388"/>
                </a:lnTo>
                <a:lnTo>
                  <a:pt x="29297" y="114050"/>
                </a:lnTo>
                <a:lnTo>
                  <a:pt x="28848" y="113698"/>
                </a:lnTo>
                <a:lnTo>
                  <a:pt x="28418" y="113334"/>
                </a:lnTo>
                <a:lnTo>
                  <a:pt x="28009" y="112956"/>
                </a:lnTo>
                <a:lnTo>
                  <a:pt x="27620" y="112565"/>
                </a:lnTo>
                <a:lnTo>
                  <a:pt x="27250" y="112161"/>
                </a:lnTo>
                <a:lnTo>
                  <a:pt x="26901" y="111743"/>
                </a:lnTo>
                <a:lnTo>
                  <a:pt x="26571" y="111313"/>
                </a:lnTo>
                <a:lnTo>
                  <a:pt x="26262" y="110869"/>
                </a:lnTo>
                <a:lnTo>
                  <a:pt x="25972" y="110412"/>
                </a:lnTo>
                <a:lnTo>
                  <a:pt x="25703" y="109942"/>
                </a:lnTo>
                <a:lnTo>
                  <a:pt x="25453" y="109459"/>
                </a:lnTo>
                <a:lnTo>
                  <a:pt x="25223" y="108962"/>
                </a:lnTo>
                <a:lnTo>
                  <a:pt x="25014" y="108453"/>
                </a:lnTo>
                <a:lnTo>
                  <a:pt x="24824" y="107930"/>
                </a:lnTo>
                <a:lnTo>
                  <a:pt x="24654" y="107394"/>
                </a:lnTo>
                <a:lnTo>
                  <a:pt x="24504" y="106845"/>
                </a:lnTo>
                <a:lnTo>
                  <a:pt x="24375" y="106283"/>
                </a:lnTo>
                <a:lnTo>
                  <a:pt x="24265" y="105708"/>
                </a:lnTo>
                <a:lnTo>
                  <a:pt x="24175" y="105119"/>
                </a:lnTo>
                <a:lnTo>
                  <a:pt x="24105" y="104518"/>
                </a:lnTo>
                <a:lnTo>
                  <a:pt x="24055" y="103903"/>
                </a:lnTo>
                <a:lnTo>
                  <a:pt x="24025" y="103275"/>
                </a:lnTo>
                <a:lnTo>
                  <a:pt x="24015" y="102633"/>
                </a:lnTo>
                <a:lnTo>
                  <a:pt x="24020" y="102164"/>
                </a:lnTo>
                <a:lnTo>
                  <a:pt x="24036" y="101702"/>
                </a:lnTo>
                <a:lnTo>
                  <a:pt x="24063" y="101249"/>
                </a:lnTo>
                <a:lnTo>
                  <a:pt x="24099" y="100804"/>
                </a:lnTo>
                <a:lnTo>
                  <a:pt x="24147" y="100368"/>
                </a:lnTo>
                <a:lnTo>
                  <a:pt x="24205" y="99940"/>
                </a:lnTo>
                <a:lnTo>
                  <a:pt x="24273" y="99520"/>
                </a:lnTo>
                <a:lnTo>
                  <a:pt x="24352" y="99108"/>
                </a:lnTo>
                <a:lnTo>
                  <a:pt x="24442" y="98705"/>
                </a:lnTo>
                <a:lnTo>
                  <a:pt x="24542" y="98311"/>
                </a:lnTo>
                <a:lnTo>
                  <a:pt x="24652" y="97924"/>
                </a:lnTo>
                <a:lnTo>
                  <a:pt x="24774" y="97546"/>
                </a:lnTo>
                <a:lnTo>
                  <a:pt x="24905" y="97176"/>
                </a:lnTo>
                <a:lnTo>
                  <a:pt x="25047" y="96815"/>
                </a:lnTo>
                <a:lnTo>
                  <a:pt x="25200" y="96462"/>
                </a:lnTo>
                <a:lnTo>
                  <a:pt x="25363" y="96117"/>
                </a:lnTo>
                <a:lnTo>
                  <a:pt x="25537" y="95781"/>
                </a:lnTo>
                <a:lnTo>
                  <a:pt x="25722" y="95453"/>
                </a:lnTo>
                <a:lnTo>
                  <a:pt x="25916" y="95133"/>
                </a:lnTo>
                <a:lnTo>
                  <a:pt x="26122" y="94821"/>
                </a:lnTo>
                <a:lnTo>
                  <a:pt x="26338" y="94518"/>
                </a:lnTo>
                <a:lnTo>
                  <a:pt x="26564" y="94224"/>
                </a:lnTo>
                <a:lnTo>
                  <a:pt x="26801" y="93937"/>
                </a:lnTo>
                <a:lnTo>
                  <a:pt x="27049" y="93659"/>
                </a:lnTo>
                <a:lnTo>
                  <a:pt x="27310" y="93383"/>
                </a:lnTo>
                <a:lnTo>
                  <a:pt x="27578" y="93113"/>
                </a:lnTo>
                <a:lnTo>
                  <a:pt x="27853" y="92849"/>
                </a:lnTo>
                <a:lnTo>
                  <a:pt x="28134" y="92590"/>
                </a:lnTo>
                <a:lnTo>
                  <a:pt x="28421" y="92338"/>
                </a:lnTo>
                <a:lnTo>
                  <a:pt x="28716" y="92091"/>
                </a:lnTo>
                <a:lnTo>
                  <a:pt x="29016" y="91851"/>
                </a:lnTo>
                <a:lnTo>
                  <a:pt x="29324" y="91616"/>
                </a:lnTo>
                <a:lnTo>
                  <a:pt x="29638" y="91387"/>
                </a:lnTo>
                <a:lnTo>
                  <a:pt x="29958" y="91164"/>
                </a:lnTo>
                <a:lnTo>
                  <a:pt x="30286" y="90947"/>
                </a:lnTo>
                <a:lnTo>
                  <a:pt x="30619" y="90736"/>
                </a:lnTo>
                <a:lnTo>
                  <a:pt x="30960" y="90531"/>
                </a:lnTo>
                <a:lnTo>
                  <a:pt x="31307" y="90332"/>
                </a:lnTo>
                <a:lnTo>
                  <a:pt x="31660" y="90139"/>
                </a:lnTo>
                <a:lnTo>
                  <a:pt x="32020" y="89952"/>
                </a:lnTo>
                <a:lnTo>
                  <a:pt x="32387" y="89770"/>
                </a:lnTo>
                <a:lnTo>
                  <a:pt x="32760" y="89595"/>
                </a:lnTo>
                <a:lnTo>
                  <a:pt x="33140" y="89425"/>
                </a:lnTo>
                <a:lnTo>
                  <a:pt x="33527" y="89262"/>
                </a:lnTo>
                <a:lnTo>
                  <a:pt x="33920" y="89104"/>
                </a:lnTo>
                <a:lnTo>
                  <a:pt x="34319" y="88952"/>
                </a:lnTo>
                <a:lnTo>
                  <a:pt x="34725" y="88807"/>
                </a:lnTo>
                <a:lnTo>
                  <a:pt x="35138" y="88667"/>
                </a:lnTo>
                <a:lnTo>
                  <a:pt x="35561" y="88526"/>
                </a:lnTo>
                <a:lnTo>
                  <a:pt x="35986" y="88389"/>
                </a:lnTo>
                <a:lnTo>
                  <a:pt x="36414" y="88255"/>
                </a:lnTo>
                <a:lnTo>
                  <a:pt x="36844" y="88124"/>
                </a:lnTo>
                <a:lnTo>
                  <a:pt x="37278" y="87997"/>
                </a:lnTo>
                <a:lnTo>
                  <a:pt x="37713" y="87873"/>
                </a:lnTo>
                <a:lnTo>
                  <a:pt x="38152" y="87752"/>
                </a:lnTo>
                <a:lnTo>
                  <a:pt x="38593" y="87634"/>
                </a:lnTo>
                <a:lnTo>
                  <a:pt x="39037" y="87520"/>
                </a:lnTo>
                <a:lnTo>
                  <a:pt x="39483" y="87409"/>
                </a:lnTo>
                <a:lnTo>
                  <a:pt x="39932" y="87302"/>
                </a:lnTo>
                <a:lnTo>
                  <a:pt x="40383" y="87197"/>
                </a:lnTo>
                <a:lnTo>
                  <a:pt x="40838" y="87096"/>
                </a:lnTo>
                <a:lnTo>
                  <a:pt x="41295" y="86999"/>
                </a:lnTo>
                <a:lnTo>
                  <a:pt x="41754" y="86904"/>
                </a:lnTo>
                <a:lnTo>
                  <a:pt x="42216" y="86813"/>
                </a:lnTo>
                <a:lnTo>
                  <a:pt x="42681" y="86725"/>
                </a:lnTo>
                <a:lnTo>
                  <a:pt x="43148" y="86640"/>
                </a:lnTo>
                <a:lnTo>
                  <a:pt x="43618" y="86559"/>
                </a:lnTo>
                <a:lnTo>
                  <a:pt x="44091" y="86481"/>
                </a:lnTo>
                <a:lnTo>
                  <a:pt x="44566" y="86406"/>
                </a:lnTo>
                <a:lnTo>
                  <a:pt x="45044" y="86335"/>
                </a:lnTo>
                <a:lnTo>
                  <a:pt x="45525" y="86267"/>
                </a:lnTo>
                <a:lnTo>
                  <a:pt x="46008" y="86202"/>
                </a:lnTo>
                <a:lnTo>
                  <a:pt x="46211" y="86175"/>
                </a:lnTo>
                <a:lnTo>
                  <a:pt x="46418" y="86148"/>
                </a:lnTo>
                <a:lnTo>
                  <a:pt x="46631" y="86121"/>
                </a:lnTo>
                <a:lnTo>
                  <a:pt x="46849" y="86093"/>
                </a:lnTo>
                <a:lnTo>
                  <a:pt x="47072" y="86065"/>
                </a:lnTo>
                <a:lnTo>
                  <a:pt x="47300" y="86036"/>
                </a:lnTo>
                <a:lnTo>
                  <a:pt x="47533" y="86007"/>
                </a:lnTo>
                <a:lnTo>
                  <a:pt x="47771" y="85977"/>
                </a:lnTo>
                <a:lnTo>
                  <a:pt x="48014" y="85947"/>
                </a:lnTo>
                <a:lnTo>
                  <a:pt x="48262" y="85917"/>
                </a:lnTo>
                <a:lnTo>
                  <a:pt x="48515" y="85886"/>
                </a:lnTo>
                <a:lnTo>
                  <a:pt x="48773" y="85854"/>
                </a:lnTo>
                <a:lnTo>
                  <a:pt x="49036" y="85823"/>
                </a:lnTo>
                <a:lnTo>
                  <a:pt x="49304" y="85790"/>
                </a:lnTo>
                <a:lnTo>
                  <a:pt x="49578" y="85758"/>
                </a:lnTo>
                <a:lnTo>
                  <a:pt x="49856" y="85724"/>
                </a:lnTo>
                <a:lnTo>
                  <a:pt x="50140" y="85691"/>
                </a:lnTo>
                <a:lnTo>
                  <a:pt x="50428" y="85657"/>
                </a:lnTo>
                <a:lnTo>
                  <a:pt x="50722" y="85622"/>
                </a:lnTo>
                <a:lnTo>
                  <a:pt x="51020" y="85588"/>
                </a:lnTo>
                <a:lnTo>
                  <a:pt x="51324" y="85552"/>
                </a:lnTo>
                <a:lnTo>
                  <a:pt x="51632" y="85516"/>
                </a:lnTo>
                <a:lnTo>
                  <a:pt x="51946" y="85480"/>
                </a:lnTo>
                <a:lnTo>
                  <a:pt x="52265" y="85444"/>
                </a:lnTo>
                <a:lnTo>
                  <a:pt x="52592" y="85401"/>
                </a:lnTo>
                <a:lnTo>
                  <a:pt x="52919" y="85358"/>
                </a:lnTo>
                <a:lnTo>
                  <a:pt x="53247" y="85315"/>
                </a:lnTo>
                <a:lnTo>
                  <a:pt x="53576" y="85272"/>
                </a:lnTo>
                <a:lnTo>
                  <a:pt x="53906" y="85227"/>
                </a:lnTo>
                <a:lnTo>
                  <a:pt x="54236" y="85183"/>
                </a:lnTo>
                <a:lnTo>
                  <a:pt x="54566" y="85138"/>
                </a:lnTo>
                <a:lnTo>
                  <a:pt x="54898" y="85093"/>
                </a:lnTo>
                <a:lnTo>
                  <a:pt x="55230" y="85047"/>
                </a:lnTo>
                <a:lnTo>
                  <a:pt x="55563" y="85000"/>
                </a:lnTo>
                <a:lnTo>
                  <a:pt x="55896" y="84954"/>
                </a:lnTo>
                <a:lnTo>
                  <a:pt x="56230" y="84906"/>
                </a:lnTo>
                <a:lnTo>
                  <a:pt x="56565" y="84859"/>
                </a:lnTo>
                <a:lnTo>
                  <a:pt x="56901" y="84811"/>
                </a:lnTo>
                <a:lnTo>
                  <a:pt x="57237" y="84762"/>
                </a:lnTo>
                <a:lnTo>
                  <a:pt x="57573" y="84713"/>
                </a:lnTo>
                <a:lnTo>
                  <a:pt x="57911" y="84664"/>
                </a:lnTo>
                <a:lnTo>
                  <a:pt x="58249" y="84614"/>
                </a:lnTo>
                <a:lnTo>
                  <a:pt x="58587" y="84564"/>
                </a:lnTo>
                <a:lnTo>
                  <a:pt x="58927" y="84513"/>
                </a:lnTo>
                <a:lnTo>
                  <a:pt x="59267" y="84462"/>
                </a:lnTo>
                <a:lnTo>
                  <a:pt x="59608" y="84410"/>
                </a:lnTo>
                <a:lnTo>
                  <a:pt x="59949" y="84358"/>
                </a:lnTo>
                <a:lnTo>
                  <a:pt x="60291" y="84306"/>
                </a:lnTo>
                <a:lnTo>
                  <a:pt x="60637" y="84248"/>
                </a:lnTo>
                <a:lnTo>
                  <a:pt x="60979" y="84189"/>
                </a:lnTo>
                <a:lnTo>
                  <a:pt x="61318" y="84129"/>
                </a:lnTo>
                <a:lnTo>
                  <a:pt x="61653" y="84069"/>
                </a:lnTo>
                <a:lnTo>
                  <a:pt x="61985" y="84008"/>
                </a:lnTo>
                <a:lnTo>
                  <a:pt x="62313" y="83947"/>
                </a:lnTo>
                <a:lnTo>
                  <a:pt x="62638" y="83884"/>
                </a:lnTo>
                <a:lnTo>
                  <a:pt x="62959" y="83822"/>
                </a:lnTo>
                <a:lnTo>
                  <a:pt x="63277" y="83758"/>
                </a:lnTo>
                <a:lnTo>
                  <a:pt x="63591" y="83694"/>
                </a:lnTo>
                <a:lnTo>
                  <a:pt x="63902" y="83629"/>
                </a:lnTo>
                <a:lnTo>
                  <a:pt x="64209" y="83563"/>
                </a:lnTo>
                <a:lnTo>
                  <a:pt x="64513" y="83497"/>
                </a:lnTo>
                <a:lnTo>
                  <a:pt x="64813" y="83430"/>
                </a:lnTo>
                <a:lnTo>
                  <a:pt x="65110" y="83363"/>
                </a:lnTo>
                <a:lnTo>
                  <a:pt x="65403" y="83295"/>
                </a:lnTo>
                <a:lnTo>
                  <a:pt x="65693" y="83226"/>
                </a:lnTo>
                <a:lnTo>
                  <a:pt x="65979" y="83157"/>
                </a:lnTo>
                <a:lnTo>
                  <a:pt x="66261" y="83087"/>
                </a:lnTo>
                <a:lnTo>
                  <a:pt x="66540" y="83016"/>
                </a:lnTo>
                <a:lnTo>
                  <a:pt x="66816" y="82944"/>
                </a:lnTo>
                <a:lnTo>
                  <a:pt x="67088" y="82872"/>
                </a:lnTo>
                <a:lnTo>
                  <a:pt x="67357" y="82800"/>
                </a:lnTo>
                <a:lnTo>
                  <a:pt x="67622" y="82726"/>
                </a:lnTo>
                <a:lnTo>
                  <a:pt x="67886" y="82647"/>
                </a:lnTo>
                <a:lnTo>
                  <a:pt x="68143" y="82567"/>
                </a:lnTo>
                <a:lnTo>
                  <a:pt x="68392" y="82486"/>
                </a:lnTo>
                <a:lnTo>
                  <a:pt x="68633" y="82405"/>
                </a:lnTo>
                <a:lnTo>
                  <a:pt x="68866" y="82323"/>
                </a:lnTo>
                <a:lnTo>
                  <a:pt x="69091" y="82240"/>
                </a:lnTo>
                <a:lnTo>
                  <a:pt x="69308" y="82157"/>
                </a:lnTo>
                <a:lnTo>
                  <a:pt x="69518" y="82073"/>
                </a:lnTo>
                <a:lnTo>
                  <a:pt x="69719" y="81988"/>
                </a:lnTo>
                <a:lnTo>
                  <a:pt x="69913" y="81903"/>
                </a:lnTo>
                <a:lnTo>
                  <a:pt x="70098" y="81817"/>
                </a:lnTo>
                <a:lnTo>
                  <a:pt x="70276" y="81731"/>
                </a:lnTo>
                <a:lnTo>
                  <a:pt x="70446" y="81644"/>
                </a:lnTo>
                <a:lnTo>
                  <a:pt x="70608" y="81556"/>
                </a:lnTo>
                <a:lnTo>
                  <a:pt x="70762" y="81467"/>
                </a:lnTo>
                <a:lnTo>
                  <a:pt x="70908" y="81378"/>
                </a:lnTo>
                <a:lnTo>
                  <a:pt x="71046" y="81288"/>
                </a:lnTo>
                <a:lnTo>
                  <a:pt x="71177" y="81197"/>
                </a:lnTo>
                <a:lnTo>
                  <a:pt x="71299" y="81106"/>
                </a:lnTo>
                <a:lnTo>
                  <a:pt x="71414" y="81014"/>
                </a:lnTo>
                <a:lnTo>
                  <a:pt x="71520" y="80922"/>
                </a:lnTo>
                <a:lnTo>
                  <a:pt x="71619" y="80829"/>
                </a:lnTo>
                <a:lnTo>
                  <a:pt x="71710" y="80735"/>
                </a:lnTo>
                <a:lnTo>
                  <a:pt x="71793" y="80641"/>
                </a:lnTo>
                <a:lnTo>
                  <a:pt x="71793" y="94291"/>
                </a:lnTo>
                <a:lnTo>
                  <a:pt x="71787" y="94796"/>
                </a:lnTo>
                <a:lnTo>
                  <a:pt x="71771" y="95299"/>
                </a:lnTo>
                <a:lnTo>
                  <a:pt x="71743" y="95799"/>
                </a:lnTo>
                <a:lnTo>
                  <a:pt x="71705" y="96298"/>
                </a:lnTo>
                <a:lnTo>
                  <a:pt x="71656" y="96795"/>
                </a:lnTo>
                <a:lnTo>
                  <a:pt x="71595" y="97289"/>
                </a:lnTo>
                <a:lnTo>
                  <a:pt x="71524" y="97782"/>
                </a:lnTo>
                <a:lnTo>
                  <a:pt x="71442" y="98273"/>
                </a:lnTo>
                <a:lnTo>
                  <a:pt x="71349" y="98762"/>
                </a:lnTo>
                <a:lnTo>
                  <a:pt x="71244" y="99248"/>
                </a:lnTo>
                <a:lnTo>
                  <a:pt x="71129" y="99733"/>
                </a:lnTo>
                <a:lnTo>
                  <a:pt x="71003" y="100216"/>
                </a:lnTo>
                <a:lnTo>
                  <a:pt x="70866" y="100697"/>
                </a:lnTo>
                <a:lnTo>
                  <a:pt x="70718" y="101176"/>
                </a:lnTo>
                <a:lnTo>
                  <a:pt x="70559" y="101653"/>
                </a:lnTo>
                <a:lnTo>
                  <a:pt x="70388" y="102128"/>
                </a:lnTo>
                <a:lnTo>
                  <a:pt x="70207" y="102601"/>
                </a:lnTo>
                <a:lnTo>
                  <a:pt x="70015" y="103072"/>
                </a:lnTo>
                <a:lnTo>
                  <a:pt x="69812" y="103541"/>
                </a:lnTo>
                <a:lnTo>
                  <a:pt x="69598" y="104008"/>
                </a:lnTo>
                <a:lnTo>
                  <a:pt x="69374" y="104473"/>
                </a:lnTo>
                <a:lnTo>
                  <a:pt x="69138" y="104936"/>
                </a:lnTo>
                <a:lnTo>
                  <a:pt x="68891" y="105397"/>
                </a:lnTo>
                <a:lnTo>
                  <a:pt x="68633" y="105857"/>
                </a:lnTo>
                <a:lnTo>
                  <a:pt x="68370" y="106311"/>
                </a:lnTo>
                <a:lnTo>
                  <a:pt x="68096" y="106759"/>
                </a:lnTo>
                <a:lnTo>
                  <a:pt x="67811" y="107200"/>
                </a:lnTo>
                <a:lnTo>
                  <a:pt x="67516" y="107633"/>
                </a:lnTo>
                <a:lnTo>
                  <a:pt x="67211" y="108060"/>
                </a:lnTo>
                <a:lnTo>
                  <a:pt x="66895" y="108479"/>
                </a:lnTo>
                <a:lnTo>
                  <a:pt x="66568" y="108892"/>
                </a:lnTo>
                <a:lnTo>
                  <a:pt x="66231" y="109297"/>
                </a:lnTo>
                <a:lnTo>
                  <a:pt x="65884" y="109696"/>
                </a:lnTo>
                <a:lnTo>
                  <a:pt x="65526" y="110087"/>
                </a:lnTo>
                <a:lnTo>
                  <a:pt x="65157" y="110472"/>
                </a:lnTo>
                <a:lnTo>
                  <a:pt x="64778" y="110849"/>
                </a:lnTo>
                <a:lnTo>
                  <a:pt x="64388" y="111220"/>
                </a:lnTo>
                <a:lnTo>
                  <a:pt x="63988" y="111583"/>
                </a:lnTo>
                <a:lnTo>
                  <a:pt x="63577" y="111939"/>
                </a:lnTo>
                <a:lnTo>
                  <a:pt x="63156" y="112289"/>
                </a:lnTo>
                <a:lnTo>
                  <a:pt x="62724" y="112631"/>
                </a:lnTo>
                <a:lnTo>
                  <a:pt x="62282" y="112966"/>
                </a:lnTo>
                <a:lnTo>
                  <a:pt x="61829" y="113295"/>
                </a:lnTo>
                <a:lnTo>
                  <a:pt x="61365" y="113616"/>
                </a:lnTo>
                <a:lnTo>
                  <a:pt x="60891" y="113930"/>
                </a:lnTo>
                <a:lnTo>
                  <a:pt x="60407" y="114237"/>
                </a:lnTo>
                <a:lnTo>
                  <a:pt x="59912" y="114538"/>
                </a:lnTo>
                <a:lnTo>
                  <a:pt x="59406" y="114831"/>
                </a:lnTo>
                <a:lnTo>
                  <a:pt x="58896" y="115114"/>
                </a:lnTo>
                <a:lnTo>
                  <a:pt x="58376" y="115386"/>
                </a:lnTo>
                <a:lnTo>
                  <a:pt x="57846" y="115645"/>
                </a:lnTo>
                <a:lnTo>
                  <a:pt x="57306" y="115893"/>
                </a:lnTo>
                <a:lnTo>
                  <a:pt x="56757" y="116128"/>
                </a:lnTo>
                <a:lnTo>
                  <a:pt x="56199" y="116351"/>
                </a:lnTo>
                <a:lnTo>
                  <a:pt x="55630" y="116563"/>
                </a:lnTo>
                <a:lnTo>
                  <a:pt x="55052" y="116762"/>
                </a:lnTo>
                <a:lnTo>
                  <a:pt x="54465" y="116949"/>
                </a:lnTo>
                <a:lnTo>
                  <a:pt x="53867" y="117124"/>
                </a:lnTo>
                <a:lnTo>
                  <a:pt x="53261" y="117287"/>
                </a:lnTo>
                <a:lnTo>
                  <a:pt x="52644" y="117438"/>
                </a:lnTo>
                <a:lnTo>
                  <a:pt x="52018" y="117576"/>
                </a:lnTo>
                <a:lnTo>
                  <a:pt x="51382" y="117703"/>
                </a:lnTo>
                <a:lnTo>
                  <a:pt x="50736" y="117818"/>
                </a:lnTo>
                <a:lnTo>
                  <a:pt x="50081" y="117920"/>
                </a:lnTo>
                <a:lnTo>
                  <a:pt x="49416" y="118011"/>
                </a:lnTo>
                <a:lnTo>
                  <a:pt x="48741" y="118089"/>
                </a:lnTo>
                <a:lnTo>
                  <a:pt x="48057" y="118156"/>
                </a:lnTo>
                <a:lnTo>
                  <a:pt x="47363" y="118210"/>
                </a:lnTo>
                <a:lnTo>
                  <a:pt x="46660" y="118252"/>
                </a:lnTo>
                <a:lnTo>
                  <a:pt x="45947" y="118282"/>
                </a:lnTo>
                <a:lnTo>
                  <a:pt x="45224" y="118301"/>
                </a:lnTo>
                <a:lnTo>
                  <a:pt x="44491" y="118307"/>
                </a:lnTo>
                <a:lnTo>
                  <a:pt x="43754" y="118300"/>
                </a:lnTo>
                <a:lnTo>
                  <a:pt x="43028" y="118279"/>
                </a:lnTo>
                <a:lnTo>
                  <a:pt x="42312" y="118245"/>
                </a:lnTo>
                <a:lnTo>
                  <a:pt x="41607" y="118198"/>
                </a:lnTo>
                <a:close/>
                <a:moveTo>
                  <a:pt x="125836" y="130398"/>
                </a:moveTo>
                <a:lnTo>
                  <a:pt x="126089" y="130375"/>
                </a:lnTo>
                <a:lnTo>
                  <a:pt x="126341" y="130346"/>
                </a:lnTo>
                <a:lnTo>
                  <a:pt x="126590" y="130312"/>
                </a:lnTo>
                <a:lnTo>
                  <a:pt x="126837" y="130272"/>
                </a:lnTo>
                <a:lnTo>
                  <a:pt x="127081" y="130227"/>
                </a:lnTo>
                <a:lnTo>
                  <a:pt x="127324" y="130177"/>
                </a:lnTo>
                <a:lnTo>
                  <a:pt x="127564" y="130122"/>
                </a:lnTo>
                <a:lnTo>
                  <a:pt x="127802" y="130061"/>
                </a:lnTo>
                <a:lnTo>
                  <a:pt x="128038" y="129996"/>
                </a:lnTo>
                <a:lnTo>
                  <a:pt x="128272" y="129924"/>
                </a:lnTo>
                <a:lnTo>
                  <a:pt x="128503" y="129848"/>
                </a:lnTo>
                <a:lnTo>
                  <a:pt x="128732" y="129766"/>
                </a:lnTo>
                <a:lnTo>
                  <a:pt x="128960" y="129680"/>
                </a:lnTo>
                <a:lnTo>
                  <a:pt x="129185" y="129587"/>
                </a:lnTo>
                <a:lnTo>
                  <a:pt x="129407" y="129490"/>
                </a:lnTo>
                <a:lnTo>
                  <a:pt x="129628" y="129387"/>
                </a:lnTo>
                <a:lnTo>
                  <a:pt x="129846" y="129279"/>
                </a:lnTo>
                <a:lnTo>
                  <a:pt x="130062" y="129166"/>
                </a:lnTo>
                <a:lnTo>
                  <a:pt x="130276" y="129048"/>
                </a:lnTo>
                <a:lnTo>
                  <a:pt x="130488" y="128924"/>
                </a:lnTo>
                <a:lnTo>
                  <a:pt x="130702" y="128790"/>
                </a:lnTo>
                <a:lnTo>
                  <a:pt x="130912" y="128653"/>
                </a:lnTo>
                <a:lnTo>
                  <a:pt x="131119" y="128513"/>
                </a:lnTo>
                <a:lnTo>
                  <a:pt x="131322" y="128369"/>
                </a:lnTo>
                <a:lnTo>
                  <a:pt x="131521" y="128222"/>
                </a:lnTo>
                <a:lnTo>
                  <a:pt x="131716" y="128071"/>
                </a:lnTo>
                <a:lnTo>
                  <a:pt x="131908" y="127916"/>
                </a:lnTo>
                <a:lnTo>
                  <a:pt x="132096" y="127758"/>
                </a:lnTo>
                <a:lnTo>
                  <a:pt x="132280" y="127597"/>
                </a:lnTo>
                <a:lnTo>
                  <a:pt x="132461" y="127432"/>
                </a:lnTo>
                <a:lnTo>
                  <a:pt x="132637" y="127263"/>
                </a:lnTo>
                <a:lnTo>
                  <a:pt x="132810" y="127091"/>
                </a:lnTo>
                <a:lnTo>
                  <a:pt x="132980" y="126916"/>
                </a:lnTo>
                <a:lnTo>
                  <a:pt x="133145" y="126736"/>
                </a:lnTo>
                <a:lnTo>
                  <a:pt x="133307" y="126554"/>
                </a:lnTo>
                <a:lnTo>
                  <a:pt x="133465" y="126368"/>
                </a:lnTo>
                <a:lnTo>
                  <a:pt x="133620" y="126178"/>
                </a:lnTo>
                <a:lnTo>
                  <a:pt x="133770" y="125985"/>
                </a:lnTo>
                <a:lnTo>
                  <a:pt x="133917" y="125788"/>
                </a:lnTo>
                <a:lnTo>
                  <a:pt x="134060" y="125588"/>
                </a:lnTo>
                <a:lnTo>
                  <a:pt x="134200" y="125385"/>
                </a:lnTo>
                <a:lnTo>
                  <a:pt x="134336" y="125178"/>
                </a:lnTo>
                <a:lnTo>
                  <a:pt x="134468" y="124967"/>
                </a:lnTo>
                <a:lnTo>
                  <a:pt x="134596" y="124753"/>
                </a:lnTo>
                <a:lnTo>
                  <a:pt x="134725" y="124536"/>
                </a:lnTo>
                <a:lnTo>
                  <a:pt x="134848" y="124317"/>
                </a:lnTo>
                <a:lnTo>
                  <a:pt x="134966" y="124097"/>
                </a:lnTo>
                <a:lnTo>
                  <a:pt x="135079" y="123875"/>
                </a:lnTo>
                <a:lnTo>
                  <a:pt x="135186" y="123651"/>
                </a:lnTo>
                <a:lnTo>
                  <a:pt x="135287" y="123426"/>
                </a:lnTo>
                <a:lnTo>
                  <a:pt x="135383" y="123198"/>
                </a:lnTo>
                <a:lnTo>
                  <a:pt x="135474" y="122969"/>
                </a:lnTo>
                <a:lnTo>
                  <a:pt x="135559" y="122738"/>
                </a:lnTo>
                <a:lnTo>
                  <a:pt x="135638" y="122506"/>
                </a:lnTo>
                <a:lnTo>
                  <a:pt x="135712" y="122271"/>
                </a:lnTo>
                <a:lnTo>
                  <a:pt x="135781" y="122035"/>
                </a:lnTo>
                <a:lnTo>
                  <a:pt x="135844" y="121797"/>
                </a:lnTo>
                <a:lnTo>
                  <a:pt x="135901" y="121558"/>
                </a:lnTo>
                <a:lnTo>
                  <a:pt x="135954" y="121316"/>
                </a:lnTo>
                <a:lnTo>
                  <a:pt x="136000" y="121073"/>
                </a:lnTo>
                <a:lnTo>
                  <a:pt x="136041" y="120828"/>
                </a:lnTo>
                <a:lnTo>
                  <a:pt x="136077" y="120582"/>
                </a:lnTo>
                <a:lnTo>
                  <a:pt x="136107" y="120333"/>
                </a:lnTo>
                <a:lnTo>
                  <a:pt x="136132" y="120083"/>
                </a:lnTo>
                <a:lnTo>
                  <a:pt x="136151" y="119831"/>
                </a:lnTo>
                <a:lnTo>
                  <a:pt x="136165" y="119578"/>
                </a:lnTo>
                <a:lnTo>
                  <a:pt x="136173" y="119322"/>
                </a:lnTo>
                <a:lnTo>
                  <a:pt x="136176" y="119065"/>
                </a:lnTo>
                <a:lnTo>
                  <a:pt x="136170" y="118678"/>
                </a:lnTo>
                <a:lnTo>
                  <a:pt x="136153" y="118295"/>
                </a:lnTo>
                <a:lnTo>
                  <a:pt x="136123" y="117917"/>
                </a:lnTo>
                <a:lnTo>
                  <a:pt x="136083" y="117543"/>
                </a:lnTo>
                <a:lnTo>
                  <a:pt x="136030" y="117174"/>
                </a:lnTo>
                <a:lnTo>
                  <a:pt x="135966" y="116810"/>
                </a:lnTo>
                <a:lnTo>
                  <a:pt x="135891" y="116450"/>
                </a:lnTo>
                <a:lnTo>
                  <a:pt x="135804" y="116095"/>
                </a:lnTo>
                <a:lnTo>
                  <a:pt x="135705" y="115744"/>
                </a:lnTo>
                <a:lnTo>
                  <a:pt x="135594" y="115398"/>
                </a:lnTo>
                <a:lnTo>
                  <a:pt x="135472" y="115057"/>
                </a:lnTo>
                <a:lnTo>
                  <a:pt x="135338" y="114720"/>
                </a:lnTo>
                <a:lnTo>
                  <a:pt x="135193" y="114388"/>
                </a:lnTo>
                <a:lnTo>
                  <a:pt x="135036" y="114060"/>
                </a:lnTo>
                <a:lnTo>
                  <a:pt x="134867" y="113738"/>
                </a:lnTo>
                <a:lnTo>
                  <a:pt x="134687" y="113419"/>
                </a:lnTo>
                <a:lnTo>
                  <a:pt x="134495" y="113106"/>
                </a:lnTo>
                <a:lnTo>
                  <a:pt x="134292" y="112796"/>
                </a:lnTo>
                <a:lnTo>
                  <a:pt x="134077" y="112492"/>
                </a:lnTo>
                <a:lnTo>
                  <a:pt x="133850" y="112192"/>
                </a:lnTo>
                <a:lnTo>
                  <a:pt x="133611" y="111897"/>
                </a:lnTo>
                <a:lnTo>
                  <a:pt x="133361" y="111606"/>
                </a:lnTo>
                <a:lnTo>
                  <a:pt x="133100" y="111320"/>
                </a:lnTo>
                <a:lnTo>
                  <a:pt x="132826" y="111039"/>
                </a:lnTo>
                <a:lnTo>
                  <a:pt x="132545" y="110765"/>
                </a:lnTo>
                <a:lnTo>
                  <a:pt x="132259" y="110504"/>
                </a:lnTo>
                <a:lnTo>
                  <a:pt x="131968" y="110254"/>
                </a:lnTo>
                <a:lnTo>
                  <a:pt x="131673" y="110015"/>
                </a:lnTo>
                <a:lnTo>
                  <a:pt x="131373" y="109789"/>
                </a:lnTo>
                <a:lnTo>
                  <a:pt x="131069" y="109573"/>
                </a:lnTo>
                <a:lnTo>
                  <a:pt x="130760" y="109370"/>
                </a:lnTo>
                <a:lnTo>
                  <a:pt x="130446" y="109178"/>
                </a:lnTo>
                <a:lnTo>
                  <a:pt x="130128" y="108998"/>
                </a:lnTo>
                <a:lnTo>
                  <a:pt x="129805" y="108829"/>
                </a:lnTo>
                <a:lnTo>
                  <a:pt x="129477" y="108672"/>
                </a:lnTo>
                <a:lnTo>
                  <a:pt x="129145" y="108527"/>
                </a:lnTo>
                <a:lnTo>
                  <a:pt x="128808" y="108393"/>
                </a:lnTo>
                <a:lnTo>
                  <a:pt x="128467" y="108271"/>
                </a:lnTo>
                <a:lnTo>
                  <a:pt x="128121" y="108160"/>
                </a:lnTo>
                <a:lnTo>
                  <a:pt x="127770" y="108061"/>
                </a:lnTo>
                <a:lnTo>
                  <a:pt x="127415" y="107974"/>
                </a:lnTo>
                <a:lnTo>
                  <a:pt x="127056" y="107899"/>
                </a:lnTo>
                <a:lnTo>
                  <a:pt x="126691" y="107835"/>
                </a:lnTo>
                <a:lnTo>
                  <a:pt x="126322" y="107782"/>
                </a:lnTo>
                <a:lnTo>
                  <a:pt x="125949" y="107742"/>
                </a:lnTo>
                <a:lnTo>
                  <a:pt x="125570" y="107713"/>
                </a:lnTo>
                <a:lnTo>
                  <a:pt x="125188" y="107695"/>
                </a:lnTo>
                <a:lnTo>
                  <a:pt x="124800" y="107689"/>
                </a:lnTo>
                <a:lnTo>
                  <a:pt x="124413" y="107695"/>
                </a:lnTo>
                <a:lnTo>
                  <a:pt x="124030" y="107713"/>
                </a:lnTo>
                <a:lnTo>
                  <a:pt x="123652" y="107742"/>
                </a:lnTo>
                <a:lnTo>
                  <a:pt x="123278" y="107782"/>
                </a:lnTo>
                <a:lnTo>
                  <a:pt x="122909" y="107835"/>
                </a:lnTo>
                <a:lnTo>
                  <a:pt x="122545" y="107899"/>
                </a:lnTo>
                <a:lnTo>
                  <a:pt x="122185" y="107974"/>
                </a:lnTo>
                <a:lnTo>
                  <a:pt x="121830" y="108061"/>
                </a:lnTo>
                <a:lnTo>
                  <a:pt x="121479" y="108160"/>
                </a:lnTo>
                <a:lnTo>
                  <a:pt x="121133" y="108271"/>
                </a:lnTo>
                <a:lnTo>
                  <a:pt x="120792" y="108393"/>
                </a:lnTo>
                <a:lnTo>
                  <a:pt x="120455" y="108527"/>
                </a:lnTo>
                <a:lnTo>
                  <a:pt x="120123" y="108672"/>
                </a:lnTo>
                <a:lnTo>
                  <a:pt x="119796" y="108829"/>
                </a:lnTo>
                <a:lnTo>
                  <a:pt x="119473" y="108998"/>
                </a:lnTo>
                <a:lnTo>
                  <a:pt x="119154" y="109178"/>
                </a:lnTo>
                <a:lnTo>
                  <a:pt x="118841" y="109370"/>
                </a:lnTo>
                <a:lnTo>
                  <a:pt x="118532" y="109573"/>
                </a:lnTo>
                <a:lnTo>
                  <a:pt x="118227" y="109789"/>
                </a:lnTo>
                <a:lnTo>
                  <a:pt x="117927" y="110015"/>
                </a:lnTo>
                <a:lnTo>
                  <a:pt x="117632" y="110254"/>
                </a:lnTo>
                <a:lnTo>
                  <a:pt x="117341" y="110504"/>
                </a:lnTo>
                <a:lnTo>
                  <a:pt x="117055" y="110765"/>
                </a:lnTo>
                <a:lnTo>
                  <a:pt x="116774" y="111039"/>
                </a:lnTo>
                <a:lnTo>
                  <a:pt x="116501" y="111320"/>
                </a:lnTo>
                <a:lnTo>
                  <a:pt x="116239" y="111606"/>
                </a:lnTo>
                <a:lnTo>
                  <a:pt x="115989" y="111897"/>
                </a:lnTo>
                <a:lnTo>
                  <a:pt x="115751" y="112192"/>
                </a:lnTo>
                <a:lnTo>
                  <a:pt x="115524" y="112492"/>
                </a:lnTo>
                <a:lnTo>
                  <a:pt x="115309" y="112796"/>
                </a:lnTo>
                <a:lnTo>
                  <a:pt x="115105" y="113106"/>
                </a:lnTo>
                <a:lnTo>
                  <a:pt x="114913" y="113419"/>
                </a:lnTo>
                <a:lnTo>
                  <a:pt x="114733" y="113738"/>
                </a:lnTo>
                <a:lnTo>
                  <a:pt x="114564" y="114060"/>
                </a:lnTo>
                <a:lnTo>
                  <a:pt x="114407" y="114388"/>
                </a:lnTo>
                <a:lnTo>
                  <a:pt x="114262" y="114720"/>
                </a:lnTo>
                <a:lnTo>
                  <a:pt x="114128" y="115057"/>
                </a:lnTo>
                <a:lnTo>
                  <a:pt x="114006" y="115398"/>
                </a:lnTo>
                <a:lnTo>
                  <a:pt x="113896" y="115744"/>
                </a:lnTo>
                <a:lnTo>
                  <a:pt x="113797" y="116095"/>
                </a:lnTo>
                <a:lnTo>
                  <a:pt x="113709" y="116450"/>
                </a:lnTo>
                <a:lnTo>
                  <a:pt x="113634" y="116810"/>
                </a:lnTo>
                <a:lnTo>
                  <a:pt x="113570" y="117174"/>
                </a:lnTo>
                <a:lnTo>
                  <a:pt x="113518" y="117543"/>
                </a:lnTo>
                <a:lnTo>
                  <a:pt x="113477" y="117917"/>
                </a:lnTo>
                <a:lnTo>
                  <a:pt x="113448" y="118295"/>
                </a:lnTo>
                <a:lnTo>
                  <a:pt x="113430" y="118678"/>
                </a:lnTo>
                <a:lnTo>
                  <a:pt x="113425" y="119065"/>
                </a:lnTo>
                <a:lnTo>
                  <a:pt x="113430" y="119452"/>
                </a:lnTo>
                <a:lnTo>
                  <a:pt x="113448" y="119835"/>
                </a:lnTo>
                <a:lnTo>
                  <a:pt x="113477" y="120213"/>
                </a:lnTo>
                <a:lnTo>
                  <a:pt x="113518" y="120587"/>
                </a:lnTo>
                <a:lnTo>
                  <a:pt x="113570" y="120956"/>
                </a:lnTo>
                <a:lnTo>
                  <a:pt x="113634" y="121320"/>
                </a:lnTo>
                <a:lnTo>
                  <a:pt x="113709" y="121680"/>
                </a:lnTo>
                <a:lnTo>
                  <a:pt x="113797" y="122035"/>
                </a:lnTo>
                <a:lnTo>
                  <a:pt x="113896" y="122386"/>
                </a:lnTo>
                <a:lnTo>
                  <a:pt x="114006" y="122732"/>
                </a:lnTo>
                <a:lnTo>
                  <a:pt x="114128" y="123073"/>
                </a:lnTo>
                <a:lnTo>
                  <a:pt x="114262" y="123410"/>
                </a:lnTo>
                <a:lnTo>
                  <a:pt x="114407" y="123742"/>
                </a:lnTo>
                <a:lnTo>
                  <a:pt x="114564" y="124069"/>
                </a:lnTo>
                <a:lnTo>
                  <a:pt x="114733" y="124392"/>
                </a:lnTo>
                <a:lnTo>
                  <a:pt x="114913" y="124711"/>
                </a:lnTo>
                <a:lnTo>
                  <a:pt x="115105" y="125024"/>
                </a:lnTo>
                <a:lnTo>
                  <a:pt x="115309" y="125333"/>
                </a:lnTo>
                <a:lnTo>
                  <a:pt x="115524" y="125638"/>
                </a:lnTo>
                <a:lnTo>
                  <a:pt x="115751" y="125938"/>
                </a:lnTo>
                <a:lnTo>
                  <a:pt x="115989" y="126233"/>
                </a:lnTo>
                <a:lnTo>
                  <a:pt x="116239" y="126524"/>
                </a:lnTo>
                <a:lnTo>
                  <a:pt x="116501" y="126810"/>
                </a:lnTo>
                <a:lnTo>
                  <a:pt x="116774" y="127091"/>
                </a:lnTo>
                <a:lnTo>
                  <a:pt x="117055" y="127364"/>
                </a:lnTo>
                <a:lnTo>
                  <a:pt x="117341" y="127626"/>
                </a:lnTo>
                <a:lnTo>
                  <a:pt x="117632" y="127876"/>
                </a:lnTo>
                <a:lnTo>
                  <a:pt x="117927" y="128115"/>
                </a:lnTo>
                <a:lnTo>
                  <a:pt x="118227" y="128341"/>
                </a:lnTo>
                <a:lnTo>
                  <a:pt x="118532" y="128556"/>
                </a:lnTo>
                <a:lnTo>
                  <a:pt x="118841" y="128760"/>
                </a:lnTo>
                <a:lnTo>
                  <a:pt x="119154" y="128952"/>
                </a:lnTo>
                <a:lnTo>
                  <a:pt x="119473" y="129132"/>
                </a:lnTo>
                <a:lnTo>
                  <a:pt x="119796" y="129301"/>
                </a:lnTo>
                <a:lnTo>
                  <a:pt x="120123" y="129458"/>
                </a:lnTo>
                <a:lnTo>
                  <a:pt x="120455" y="129603"/>
                </a:lnTo>
                <a:lnTo>
                  <a:pt x="120792" y="129737"/>
                </a:lnTo>
                <a:lnTo>
                  <a:pt x="121133" y="129859"/>
                </a:lnTo>
                <a:lnTo>
                  <a:pt x="121479" y="129970"/>
                </a:lnTo>
                <a:lnTo>
                  <a:pt x="121830" y="130068"/>
                </a:lnTo>
                <a:lnTo>
                  <a:pt x="122185" y="130156"/>
                </a:lnTo>
                <a:lnTo>
                  <a:pt x="122545" y="130231"/>
                </a:lnTo>
                <a:lnTo>
                  <a:pt x="122909" y="130295"/>
                </a:lnTo>
                <a:lnTo>
                  <a:pt x="123278" y="130348"/>
                </a:lnTo>
                <a:lnTo>
                  <a:pt x="123652" y="130388"/>
                </a:lnTo>
                <a:lnTo>
                  <a:pt x="124030" y="130417"/>
                </a:lnTo>
                <a:lnTo>
                  <a:pt x="124413" y="130435"/>
                </a:lnTo>
                <a:lnTo>
                  <a:pt x="124800" y="130441"/>
                </a:lnTo>
                <a:lnTo>
                  <a:pt x="125062" y="130438"/>
                </a:lnTo>
                <a:lnTo>
                  <a:pt x="125322" y="130430"/>
                </a:lnTo>
                <a:lnTo>
                  <a:pt x="125580" y="130417"/>
                </a:lnTo>
                <a:lnTo>
                  <a:pt x="125836" y="130398"/>
                </a:lnTo>
                <a:close/>
                <a:moveTo>
                  <a:pt x="987294" y="13904"/>
                </a:moveTo>
                <a:lnTo>
                  <a:pt x="1027994" y="13904"/>
                </a:lnTo>
                <a:lnTo>
                  <a:pt x="1027994" y="0"/>
                </a:lnTo>
                <a:lnTo>
                  <a:pt x="930922" y="0"/>
                </a:lnTo>
                <a:lnTo>
                  <a:pt x="930922" y="13904"/>
                </a:lnTo>
                <a:lnTo>
                  <a:pt x="971621" y="13904"/>
                </a:lnTo>
                <a:lnTo>
                  <a:pt x="971621" y="129429"/>
                </a:lnTo>
                <a:lnTo>
                  <a:pt x="987294" y="129429"/>
                </a:lnTo>
                <a:lnTo>
                  <a:pt x="987294" y="13904"/>
                </a:lnTo>
                <a:close/>
                <a:moveTo>
                  <a:pt x="1263374" y="0"/>
                </a:moveTo>
                <a:lnTo>
                  <a:pt x="1248460" y="0"/>
                </a:lnTo>
                <a:lnTo>
                  <a:pt x="1248460" y="129429"/>
                </a:lnTo>
                <a:lnTo>
                  <a:pt x="1263374" y="129429"/>
                </a:lnTo>
                <a:lnTo>
                  <a:pt x="1263374" y="0"/>
                </a:lnTo>
                <a:close/>
                <a:moveTo>
                  <a:pt x="695351" y="32357"/>
                </a:moveTo>
                <a:lnTo>
                  <a:pt x="679173" y="32357"/>
                </a:lnTo>
                <a:lnTo>
                  <a:pt x="715069" y="129429"/>
                </a:lnTo>
                <a:lnTo>
                  <a:pt x="730236" y="129429"/>
                </a:lnTo>
                <a:lnTo>
                  <a:pt x="766133" y="32357"/>
                </a:lnTo>
                <a:lnTo>
                  <a:pt x="749954" y="32357"/>
                </a:lnTo>
                <a:lnTo>
                  <a:pt x="723158" y="109712"/>
                </a:lnTo>
                <a:lnTo>
                  <a:pt x="722147" y="109712"/>
                </a:lnTo>
                <a:lnTo>
                  <a:pt x="695351" y="32357"/>
                </a:lnTo>
                <a:close/>
                <a:moveTo>
                  <a:pt x="627770" y="131278"/>
                </a:moveTo>
                <a:lnTo>
                  <a:pt x="628814" y="131180"/>
                </a:lnTo>
                <a:lnTo>
                  <a:pt x="629847" y="131061"/>
                </a:lnTo>
                <a:lnTo>
                  <a:pt x="630868" y="130919"/>
                </a:lnTo>
                <a:lnTo>
                  <a:pt x="631878" y="130757"/>
                </a:lnTo>
                <a:lnTo>
                  <a:pt x="632876" y="130572"/>
                </a:lnTo>
                <a:lnTo>
                  <a:pt x="633863" y="130366"/>
                </a:lnTo>
                <a:lnTo>
                  <a:pt x="634839" y="130137"/>
                </a:lnTo>
                <a:lnTo>
                  <a:pt x="635803" y="129888"/>
                </a:lnTo>
                <a:lnTo>
                  <a:pt x="636756" y="129616"/>
                </a:lnTo>
                <a:lnTo>
                  <a:pt x="637697" y="129323"/>
                </a:lnTo>
                <a:lnTo>
                  <a:pt x="638627" y="129008"/>
                </a:lnTo>
                <a:lnTo>
                  <a:pt x="639546" y="128671"/>
                </a:lnTo>
                <a:lnTo>
                  <a:pt x="640453" y="128313"/>
                </a:lnTo>
                <a:lnTo>
                  <a:pt x="641349" y="127932"/>
                </a:lnTo>
                <a:lnTo>
                  <a:pt x="642233" y="127530"/>
                </a:lnTo>
                <a:lnTo>
                  <a:pt x="643106" y="127107"/>
                </a:lnTo>
                <a:lnTo>
                  <a:pt x="643967" y="126662"/>
                </a:lnTo>
                <a:lnTo>
                  <a:pt x="644817" y="126194"/>
                </a:lnTo>
                <a:lnTo>
                  <a:pt x="645656" y="125706"/>
                </a:lnTo>
                <a:lnTo>
                  <a:pt x="646483" y="125195"/>
                </a:lnTo>
                <a:lnTo>
                  <a:pt x="647303" y="124665"/>
                </a:lnTo>
                <a:lnTo>
                  <a:pt x="648106" y="124118"/>
                </a:lnTo>
                <a:lnTo>
                  <a:pt x="648895" y="123553"/>
                </a:lnTo>
                <a:lnTo>
                  <a:pt x="649668" y="122971"/>
                </a:lnTo>
                <a:lnTo>
                  <a:pt x="650426" y="122372"/>
                </a:lnTo>
                <a:lnTo>
                  <a:pt x="651168" y="121755"/>
                </a:lnTo>
                <a:lnTo>
                  <a:pt x="651895" y="121121"/>
                </a:lnTo>
                <a:lnTo>
                  <a:pt x="652607" y="120469"/>
                </a:lnTo>
                <a:lnTo>
                  <a:pt x="653303" y="119801"/>
                </a:lnTo>
                <a:lnTo>
                  <a:pt x="653984" y="119115"/>
                </a:lnTo>
                <a:lnTo>
                  <a:pt x="654649" y="118411"/>
                </a:lnTo>
                <a:lnTo>
                  <a:pt x="655300" y="117690"/>
                </a:lnTo>
                <a:lnTo>
                  <a:pt x="655934" y="116952"/>
                </a:lnTo>
                <a:lnTo>
                  <a:pt x="656554" y="116197"/>
                </a:lnTo>
                <a:lnTo>
                  <a:pt x="657158" y="115424"/>
                </a:lnTo>
                <a:lnTo>
                  <a:pt x="657747" y="114634"/>
                </a:lnTo>
                <a:lnTo>
                  <a:pt x="658320" y="113827"/>
                </a:lnTo>
                <a:lnTo>
                  <a:pt x="658878" y="113002"/>
                </a:lnTo>
                <a:lnTo>
                  <a:pt x="659421" y="112160"/>
                </a:lnTo>
                <a:lnTo>
                  <a:pt x="659948" y="111300"/>
                </a:lnTo>
                <a:lnTo>
                  <a:pt x="660460" y="110424"/>
                </a:lnTo>
                <a:lnTo>
                  <a:pt x="660957" y="109529"/>
                </a:lnTo>
                <a:lnTo>
                  <a:pt x="661438" y="108618"/>
                </a:lnTo>
                <a:lnTo>
                  <a:pt x="661904" y="107689"/>
                </a:lnTo>
                <a:lnTo>
                  <a:pt x="662357" y="106745"/>
                </a:lnTo>
                <a:lnTo>
                  <a:pt x="662792" y="105788"/>
                </a:lnTo>
                <a:lnTo>
                  <a:pt x="663207" y="104818"/>
                </a:lnTo>
                <a:lnTo>
                  <a:pt x="663603" y="103834"/>
                </a:lnTo>
                <a:lnTo>
                  <a:pt x="663980" y="102838"/>
                </a:lnTo>
                <a:lnTo>
                  <a:pt x="664337" y="101828"/>
                </a:lnTo>
                <a:lnTo>
                  <a:pt x="664675" y="100805"/>
                </a:lnTo>
                <a:lnTo>
                  <a:pt x="664993" y="99768"/>
                </a:lnTo>
                <a:lnTo>
                  <a:pt x="665293" y="98719"/>
                </a:lnTo>
                <a:lnTo>
                  <a:pt x="665573" y="97657"/>
                </a:lnTo>
                <a:lnTo>
                  <a:pt x="665833" y="96581"/>
                </a:lnTo>
                <a:lnTo>
                  <a:pt x="666075" y="95492"/>
                </a:lnTo>
                <a:lnTo>
                  <a:pt x="666297" y="94390"/>
                </a:lnTo>
                <a:lnTo>
                  <a:pt x="666500" y="93275"/>
                </a:lnTo>
                <a:lnTo>
                  <a:pt x="666683" y="92147"/>
                </a:lnTo>
                <a:lnTo>
                  <a:pt x="666847" y="91005"/>
                </a:lnTo>
                <a:lnTo>
                  <a:pt x="666992" y="89850"/>
                </a:lnTo>
                <a:lnTo>
                  <a:pt x="667118" y="88683"/>
                </a:lnTo>
                <a:lnTo>
                  <a:pt x="667224" y="87501"/>
                </a:lnTo>
                <a:lnTo>
                  <a:pt x="667311" y="86307"/>
                </a:lnTo>
                <a:lnTo>
                  <a:pt x="667378" y="85100"/>
                </a:lnTo>
                <a:lnTo>
                  <a:pt x="667426" y="83879"/>
                </a:lnTo>
                <a:lnTo>
                  <a:pt x="667455" y="82646"/>
                </a:lnTo>
                <a:lnTo>
                  <a:pt x="667465" y="81399"/>
                </a:lnTo>
                <a:lnTo>
                  <a:pt x="667455" y="80142"/>
                </a:lnTo>
                <a:lnTo>
                  <a:pt x="667426" y="78898"/>
                </a:lnTo>
                <a:lnTo>
                  <a:pt x="667378" y="77667"/>
                </a:lnTo>
                <a:lnTo>
                  <a:pt x="667311" y="76450"/>
                </a:lnTo>
                <a:lnTo>
                  <a:pt x="667224" y="75246"/>
                </a:lnTo>
                <a:lnTo>
                  <a:pt x="667118" y="74056"/>
                </a:lnTo>
                <a:lnTo>
                  <a:pt x="666992" y="72879"/>
                </a:lnTo>
                <a:lnTo>
                  <a:pt x="666847" y="71716"/>
                </a:lnTo>
                <a:lnTo>
                  <a:pt x="666683" y="70565"/>
                </a:lnTo>
                <a:lnTo>
                  <a:pt x="666500" y="69429"/>
                </a:lnTo>
                <a:lnTo>
                  <a:pt x="666297" y="68305"/>
                </a:lnTo>
                <a:lnTo>
                  <a:pt x="666075" y="67195"/>
                </a:lnTo>
                <a:lnTo>
                  <a:pt x="665833" y="66099"/>
                </a:lnTo>
                <a:lnTo>
                  <a:pt x="665573" y="65015"/>
                </a:lnTo>
                <a:lnTo>
                  <a:pt x="665293" y="63945"/>
                </a:lnTo>
                <a:lnTo>
                  <a:pt x="664993" y="62889"/>
                </a:lnTo>
                <a:lnTo>
                  <a:pt x="664675" y="61846"/>
                </a:lnTo>
                <a:lnTo>
                  <a:pt x="664337" y="60816"/>
                </a:lnTo>
                <a:lnTo>
                  <a:pt x="663980" y="59800"/>
                </a:lnTo>
                <a:lnTo>
                  <a:pt x="663603" y="58797"/>
                </a:lnTo>
                <a:lnTo>
                  <a:pt x="663207" y="57807"/>
                </a:lnTo>
                <a:lnTo>
                  <a:pt x="662792" y="56831"/>
                </a:lnTo>
                <a:lnTo>
                  <a:pt x="662357" y="55868"/>
                </a:lnTo>
                <a:lnTo>
                  <a:pt x="661904" y="54919"/>
                </a:lnTo>
                <a:lnTo>
                  <a:pt x="661438" y="53985"/>
                </a:lnTo>
                <a:lnTo>
                  <a:pt x="660957" y="53069"/>
                </a:lnTo>
                <a:lnTo>
                  <a:pt x="660460" y="52170"/>
                </a:lnTo>
                <a:lnTo>
                  <a:pt x="659948" y="51289"/>
                </a:lnTo>
                <a:lnTo>
                  <a:pt x="659421" y="50425"/>
                </a:lnTo>
                <a:lnTo>
                  <a:pt x="658878" y="49579"/>
                </a:lnTo>
                <a:lnTo>
                  <a:pt x="658320" y="48750"/>
                </a:lnTo>
                <a:lnTo>
                  <a:pt x="657747" y="47939"/>
                </a:lnTo>
                <a:lnTo>
                  <a:pt x="657158" y="47146"/>
                </a:lnTo>
                <a:lnTo>
                  <a:pt x="656554" y="46370"/>
                </a:lnTo>
                <a:lnTo>
                  <a:pt x="655934" y="45611"/>
                </a:lnTo>
                <a:lnTo>
                  <a:pt x="655300" y="44871"/>
                </a:lnTo>
                <a:lnTo>
                  <a:pt x="654649" y="44147"/>
                </a:lnTo>
                <a:lnTo>
                  <a:pt x="653984" y="43442"/>
                </a:lnTo>
                <a:lnTo>
                  <a:pt x="653303" y="42753"/>
                </a:lnTo>
                <a:lnTo>
                  <a:pt x="652607" y="42083"/>
                </a:lnTo>
                <a:lnTo>
                  <a:pt x="651895" y="41430"/>
                </a:lnTo>
                <a:lnTo>
                  <a:pt x="651168" y="40794"/>
                </a:lnTo>
                <a:lnTo>
                  <a:pt x="650426" y="40176"/>
                </a:lnTo>
                <a:lnTo>
                  <a:pt x="649668" y="39576"/>
                </a:lnTo>
                <a:lnTo>
                  <a:pt x="648895" y="38993"/>
                </a:lnTo>
                <a:lnTo>
                  <a:pt x="648106" y="38428"/>
                </a:lnTo>
                <a:lnTo>
                  <a:pt x="647303" y="37880"/>
                </a:lnTo>
                <a:lnTo>
                  <a:pt x="646483" y="37350"/>
                </a:lnTo>
                <a:lnTo>
                  <a:pt x="645656" y="36839"/>
                </a:lnTo>
                <a:lnTo>
                  <a:pt x="644817" y="36351"/>
                </a:lnTo>
                <a:lnTo>
                  <a:pt x="643967" y="35884"/>
                </a:lnTo>
                <a:lnTo>
                  <a:pt x="643106" y="35438"/>
                </a:lnTo>
                <a:lnTo>
                  <a:pt x="642233" y="35015"/>
                </a:lnTo>
                <a:lnTo>
                  <a:pt x="641349" y="34613"/>
                </a:lnTo>
                <a:lnTo>
                  <a:pt x="640453" y="34233"/>
                </a:lnTo>
                <a:lnTo>
                  <a:pt x="639546" y="33874"/>
                </a:lnTo>
                <a:lnTo>
                  <a:pt x="638627" y="33537"/>
                </a:lnTo>
                <a:lnTo>
                  <a:pt x="637697" y="33222"/>
                </a:lnTo>
                <a:lnTo>
                  <a:pt x="636756" y="32929"/>
                </a:lnTo>
                <a:lnTo>
                  <a:pt x="635803" y="32658"/>
                </a:lnTo>
                <a:lnTo>
                  <a:pt x="634839" y="32408"/>
                </a:lnTo>
                <a:lnTo>
                  <a:pt x="633863" y="32180"/>
                </a:lnTo>
                <a:lnTo>
                  <a:pt x="632876" y="31973"/>
                </a:lnTo>
                <a:lnTo>
                  <a:pt x="631878" y="31789"/>
                </a:lnTo>
                <a:lnTo>
                  <a:pt x="630868" y="31626"/>
                </a:lnTo>
                <a:lnTo>
                  <a:pt x="629847" y="31484"/>
                </a:lnTo>
                <a:lnTo>
                  <a:pt x="628814" y="31365"/>
                </a:lnTo>
                <a:lnTo>
                  <a:pt x="627770" y="31267"/>
                </a:lnTo>
                <a:lnTo>
                  <a:pt x="626714" y="31191"/>
                </a:lnTo>
                <a:lnTo>
                  <a:pt x="625647" y="31137"/>
                </a:lnTo>
                <a:lnTo>
                  <a:pt x="624569" y="31104"/>
                </a:lnTo>
                <a:lnTo>
                  <a:pt x="623479" y="31093"/>
                </a:lnTo>
                <a:lnTo>
                  <a:pt x="622390" y="31104"/>
                </a:lnTo>
                <a:lnTo>
                  <a:pt x="621311" y="31137"/>
                </a:lnTo>
                <a:lnTo>
                  <a:pt x="620243" y="31191"/>
                </a:lnTo>
                <a:lnTo>
                  <a:pt x="619187" y="31267"/>
                </a:lnTo>
                <a:lnTo>
                  <a:pt x="618142" y="31365"/>
                </a:lnTo>
                <a:lnTo>
                  <a:pt x="617108" y="31484"/>
                </a:lnTo>
                <a:lnTo>
                  <a:pt x="616086" y="31626"/>
                </a:lnTo>
                <a:lnTo>
                  <a:pt x="615074" y="31789"/>
                </a:lnTo>
                <a:lnTo>
                  <a:pt x="614074" y="31973"/>
                </a:lnTo>
                <a:lnTo>
                  <a:pt x="613085" y="32180"/>
                </a:lnTo>
                <a:lnTo>
                  <a:pt x="612107" y="32408"/>
                </a:lnTo>
                <a:lnTo>
                  <a:pt x="611140" y="32658"/>
                </a:lnTo>
                <a:lnTo>
                  <a:pt x="610184" y="32929"/>
                </a:lnTo>
                <a:lnTo>
                  <a:pt x="609240" y="33222"/>
                </a:lnTo>
                <a:lnTo>
                  <a:pt x="608307" y="33537"/>
                </a:lnTo>
                <a:lnTo>
                  <a:pt x="607385" y="33874"/>
                </a:lnTo>
                <a:lnTo>
                  <a:pt x="606474" y="34233"/>
                </a:lnTo>
                <a:lnTo>
                  <a:pt x="605575" y="34613"/>
                </a:lnTo>
                <a:lnTo>
                  <a:pt x="604686" y="35015"/>
                </a:lnTo>
                <a:lnTo>
                  <a:pt x="603809" y="35438"/>
                </a:lnTo>
                <a:lnTo>
                  <a:pt x="602943" y="35884"/>
                </a:lnTo>
                <a:lnTo>
                  <a:pt x="602088" y="36351"/>
                </a:lnTo>
                <a:lnTo>
                  <a:pt x="601245" y="36839"/>
                </a:lnTo>
                <a:lnTo>
                  <a:pt x="600412" y="37350"/>
                </a:lnTo>
                <a:lnTo>
                  <a:pt x="599598" y="37880"/>
                </a:lnTo>
                <a:lnTo>
                  <a:pt x="598799" y="38428"/>
                </a:lnTo>
                <a:lnTo>
                  <a:pt x="598014" y="38993"/>
                </a:lnTo>
                <a:lnTo>
                  <a:pt x="597245" y="39576"/>
                </a:lnTo>
                <a:lnTo>
                  <a:pt x="596491" y="40176"/>
                </a:lnTo>
                <a:lnTo>
                  <a:pt x="595751" y="40794"/>
                </a:lnTo>
                <a:lnTo>
                  <a:pt x="595027" y="41430"/>
                </a:lnTo>
                <a:lnTo>
                  <a:pt x="594317" y="42083"/>
                </a:lnTo>
                <a:lnTo>
                  <a:pt x="593622" y="42753"/>
                </a:lnTo>
                <a:lnTo>
                  <a:pt x="592942" y="43442"/>
                </a:lnTo>
                <a:lnTo>
                  <a:pt x="592278" y="44147"/>
                </a:lnTo>
                <a:lnTo>
                  <a:pt x="591628" y="44871"/>
                </a:lnTo>
                <a:lnTo>
                  <a:pt x="590992" y="45611"/>
                </a:lnTo>
                <a:lnTo>
                  <a:pt x="590372" y="46370"/>
                </a:lnTo>
                <a:lnTo>
                  <a:pt x="589767" y="47146"/>
                </a:lnTo>
                <a:lnTo>
                  <a:pt x="589177" y="47939"/>
                </a:lnTo>
                <a:lnTo>
                  <a:pt x="588602" y="48750"/>
                </a:lnTo>
                <a:lnTo>
                  <a:pt x="588041" y="49579"/>
                </a:lnTo>
                <a:lnTo>
                  <a:pt x="587496" y="50425"/>
                </a:lnTo>
                <a:lnTo>
                  <a:pt x="586965" y="51289"/>
                </a:lnTo>
                <a:lnTo>
                  <a:pt x="586449" y="52170"/>
                </a:lnTo>
                <a:lnTo>
                  <a:pt x="585949" y="53069"/>
                </a:lnTo>
                <a:lnTo>
                  <a:pt x="585463" y="53985"/>
                </a:lnTo>
                <a:lnTo>
                  <a:pt x="584992" y="54919"/>
                </a:lnTo>
                <a:lnTo>
                  <a:pt x="584543" y="55868"/>
                </a:lnTo>
                <a:lnTo>
                  <a:pt x="584114" y="56831"/>
                </a:lnTo>
                <a:lnTo>
                  <a:pt x="583703" y="57807"/>
                </a:lnTo>
                <a:lnTo>
                  <a:pt x="583312" y="58797"/>
                </a:lnTo>
                <a:lnTo>
                  <a:pt x="582940" y="59800"/>
                </a:lnTo>
                <a:lnTo>
                  <a:pt x="582586" y="60816"/>
                </a:lnTo>
                <a:lnTo>
                  <a:pt x="582252" y="61846"/>
                </a:lnTo>
                <a:lnTo>
                  <a:pt x="581937" y="62889"/>
                </a:lnTo>
                <a:lnTo>
                  <a:pt x="581641" y="63945"/>
                </a:lnTo>
                <a:lnTo>
                  <a:pt x="581365" y="65015"/>
                </a:lnTo>
                <a:lnTo>
                  <a:pt x="581107" y="66099"/>
                </a:lnTo>
                <a:lnTo>
                  <a:pt x="580868" y="67195"/>
                </a:lnTo>
                <a:lnTo>
                  <a:pt x="580649" y="68305"/>
                </a:lnTo>
                <a:lnTo>
                  <a:pt x="580448" y="69429"/>
                </a:lnTo>
                <a:lnTo>
                  <a:pt x="580267" y="70565"/>
                </a:lnTo>
                <a:lnTo>
                  <a:pt x="580105" y="71716"/>
                </a:lnTo>
                <a:lnTo>
                  <a:pt x="579961" y="72879"/>
                </a:lnTo>
                <a:lnTo>
                  <a:pt x="579837" y="74056"/>
                </a:lnTo>
                <a:lnTo>
                  <a:pt x="579732" y="75246"/>
                </a:lnTo>
                <a:lnTo>
                  <a:pt x="579646" y="76450"/>
                </a:lnTo>
                <a:lnTo>
                  <a:pt x="579580" y="77667"/>
                </a:lnTo>
                <a:lnTo>
                  <a:pt x="579532" y="78898"/>
                </a:lnTo>
                <a:lnTo>
                  <a:pt x="579503" y="80142"/>
                </a:lnTo>
                <a:lnTo>
                  <a:pt x="579494" y="81399"/>
                </a:lnTo>
                <a:lnTo>
                  <a:pt x="579503" y="82646"/>
                </a:lnTo>
                <a:lnTo>
                  <a:pt x="579532" y="83879"/>
                </a:lnTo>
                <a:lnTo>
                  <a:pt x="579580" y="85100"/>
                </a:lnTo>
                <a:lnTo>
                  <a:pt x="579646" y="86307"/>
                </a:lnTo>
                <a:lnTo>
                  <a:pt x="579732" y="87501"/>
                </a:lnTo>
                <a:lnTo>
                  <a:pt x="579837" y="88683"/>
                </a:lnTo>
                <a:lnTo>
                  <a:pt x="579961" y="89850"/>
                </a:lnTo>
                <a:lnTo>
                  <a:pt x="580105" y="91005"/>
                </a:lnTo>
                <a:lnTo>
                  <a:pt x="580267" y="92147"/>
                </a:lnTo>
                <a:lnTo>
                  <a:pt x="580448" y="93275"/>
                </a:lnTo>
                <a:lnTo>
                  <a:pt x="580649" y="94390"/>
                </a:lnTo>
                <a:lnTo>
                  <a:pt x="580868" y="95492"/>
                </a:lnTo>
                <a:lnTo>
                  <a:pt x="581107" y="96581"/>
                </a:lnTo>
                <a:lnTo>
                  <a:pt x="581365" y="97657"/>
                </a:lnTo>
                <a:lnTo>
                  <a:pt x="581641" y="98719"/>
                </a:lnTo>
                <a:lnTo>
                  <a:pt x="581937" y="99768"/>
                </a:lnTo>
                <a:lnTo>
                  <a:pt x="582252" y="100805"/>
                </a:lnTo>
                <a:lnTo>
                  <a:pt x="582586" y="101828"/>
                </a:lnTo>
                <a:lnTo>
                  <a:pt x="582940" y="102838"/>
                </a:lnTo>
                <a:lnTo>
                  <a:pt x="583312" y="103834"/>
                </a:lnTo>
                <a:lnTo>
                  <a:pt x="583703" y="104818"/>
                </a:lnTo>
                <a:lnTo>
                  <a:pt x="584114" y="105788"/>
                </a:lnTo>
                <a:lnTo>
                  <a:pt x="584543" y="106745"/>
                </a:lnTo>
                <a:lnTo>
                  <a:pt x="584992" y="107689"/>
                </a:lnTo>
                <a:lnTo>
                  <a:pt x="585463" y="108618"/>
                </a:lnTo>
                <a:lnTo>
                  <a:pt x="585949" y="109529"/>
                </a:lnTo>
                <a:lnTo>
                  <a:pt x="586449" y="110424"/>
                </a:lnTo>
                <a:lnTo>
                  <a:pt x="586965" y="111300"/>
                </a:lnTo>
                <a:lnTo>
                  <a:pt x="587496" y="112160"/>
                </a:lnTo>
                <a:lnTo>
                  <a:pt x="588041" y="113002"/>
                </a:lnTo>
                <a:lnTo>
                  <a:pt x="588602" y="113827"/>
                </a:lnTo>
                <a:lnTo>
                  <a:pt x="589177" y="114634"/>
                </a:lnTo>
                <a:lnTo>
                  <a:pt x="589767" y="115424"/>
                </a:lnTo>
                <a:lnTo>
                  <a:pt x="590372" y="116197"/>
                </a:lnTo>
                <a:lnTo>
                  <a:pt x="590992" y="116952"/>
                </a:lnTo>
                <a:lnTo>
                  <a:pt x="591628" y="117690"/>
                </a:lnTo>
                <a:lnTo>
                  <a:pt x="592278" y="118411"/>
                </a:lnTo>
                <a:lnTo>
                  <a:pt x="592942" y="119115"/>
                </a:lnTo>
                <a:lnTo>
                  <a:pt x="593622" y="119801"/>
                </a:lnTo>
                <a:lnTo>
                  <a:pt x="594317" y="120469"/>
                </a:lnTo>
                <a:lnTo>
                  <a:pt x="595027" y="121121"/>
                </a:lnTo>
                <a:lnTo>
                  <a:pt x="595751" y="121755"/>
                </a:lnTo>
                <a:lnTo>
                  <a:pt x="596491" y="122372"/>
                </a:lnTo>
                <a:lnTo>
                  <a:pt x="597245" y="122971"/>
                </a:lnTo>
                <a:lnTo>
                  <a:pt x="598014" y="123553"/>
                </a:lnTo>
                <a:lnTo>
                  <a:pt x="598799" y="124118"/>
                </a:lnTo>
                <a:lnTo>
                  <a:pt x="599598" y="124665"/>
                </a:lnTo>
                <a:lnTo>
                  <a:pt x="600412" y="125195"/>
                </a:lnTo>
                <a:lnTo>
                  <a:pt x="601245" y="125706"/>
                </a:lnTo>
                <a:lnTo>
                  <a:pt x="602088" y="126194"/>
                </a:lnTo>
                <a:lnTo>
                  <a:pt x="602943" y="126662"/>
                </a:lnTo>
                <a:lnTo>
                  <a:pt x="603809" y="127107"/>
                </a:lnTo>
                <a:lnTo>
                  <a:pt x="604686" y="127530"/>
                </a:lnTo>
                <a:lnTo>
                  <a:pt x="605575" y="127932"/>
                </a:lnTo>
                <a:lnTo>
                  <a:pt x="606474" y="128313"/>
                </a:lnTo>
                <a:lnTo>
                  <a:pt x="607385" y="128671"/>
                </a:lnTo>
                <a:lnTo>
                  <a:pt x="608307" y="129008"/>
                </a:lnTo>
                <a:lnTo>
                  <a:pt x="609240" y="129323"/>
                </a:lnTo>
                <a:lnTo>
                  <a:pt x="610184" y="129616"/>
                </a:lnTo>
                <a:lnTo>
                  <a:pt x="611140" y="129888"/>
                </a:lnTo>
                <a:lnTo>
                  <a:pt x="612107" y="130137"/>
                </a:lnTo>
                <a:lnTo>
                  <a:pt x="613085" y="130366"/>
                </a:lnTo>
                <a:lnTo>
                  <a:pt x="614074" y="130572"/>
                </a:lnTo>
                <a:lnTo>
                  <a:pt x="615074" y="130757"/>
                </a:lnTo>
                <a:lnTo>
                  <a:pt x="616086" y="130919"/>
                </a:lnTo>
                <a:lnTo>
                  <a:pt x="617108" y="131061"/>
                </a:lnTo>
                <a:lnTo>
                  <a:pt x="618142" y="131180"/>
                </a:lnTo>
                <a:lnTo>
                  <a:pt x="619187" y="131278"/>
                </a:lnTo>
                <a:lnTo>
                  <a:pt x="620243" y="131354"/>
                </a:lnTo>
                <a:lnTo>
                  <a:pt x="621311" y="131408"/>
                </a:lnTo>
                <a:lnTo>
                  <a:pt x="622390" y="131441"/>
                </a:lnTo>
                <a:lnTo>
                  <a:pt x="623479" y="131452"/>
                </a:lnTo>
                <a:lnTo>
                  <a:pt x="624569" y="131441"/>
                </a:lnTo>
                <a:lnTo>
                  <a:pt x="625647" y="131408"/>
                </a:lnTo>
                <a:lnTo>
                  <a:pt x="626714" y="131354"/>
                </a:lnTo>
                <a:lnTo>
                  <a:pt x="627770" y="131278"/>
                </a:lnTo>
                <a:close/>
                <a:moveTo>
                  <a:pt x="620249" y="117912"/>
                </a:moveTo>
                <a:lnTo>
                  <a:pt x="619472" y="117832"/>
                </a:lnTo>
                <a:lnTo>
                  <a:pt x="618708" y="117734"/>
                </a:lnTo>
                <a:lnTo>
                  <a:pt x="617956" y="117618"/>
                </a:lnTo>
                <a:lnTo>
                  <a:pt x="617216" y="117485"/>
                </a:lnTo>
                <a:lnTo>
                  <a:pt x="616488" y="117334"/>
                </a:lnTo>
                <a:lnTo>
                  <a:pt x="615773" y="117165"/>
                </a:lnTo>
                <a:lnTo>
                  <a:pt x="615070" y="116978"/>
                </a:lnTo>
                <a:lnTo>
                  <a:pt x="614379" y="116774"/>
                </a:lnTo>
                <a:lnTo>
                  <a:pt x="613700" y="116552"/>
                </a:lnTo>
                <a:lnTo>
                  <a:pt x="613034" y="116312"/>
                </a:lnTo>
                <a:lnTo>
                  <a:pt x="612380" y="116054"/>
                </a:lnTo>
                <a:lnTo>
                  <a:pt x="611739" y="115779"/>
                </a:lnTo>
                <a:lnTo>
                  <a:pt x="611109" y="115485"/>
                </a:lnTo>
                <a:lnTo>
                  <a:pt x="610492" y="115174"/>
                </a:lnTo>
                <a:lnTo>
                  <a:pt x="609887" y="114845"/>
                </a:lnTo>
                <a:lnTo>
                  <a:pt x="609295" y="114499"/>
                </a:lnTo>
                <a:lnTo>
                  <a:pt x="608715" y="114135"/>
                </a:lnTo>
                <a:lnTo>
                  <a:pt x="608147" y="113752"/>
                </a:lnTo>
                <a:lnTo>
                  <a:pt x="607591" y="113352"/>
                </a:lnTo>
                <a:lnTo>
                  <a:pt x="607048" y="112935"/>
                </a:lnTo>
                <a:lnTo>
                  <a:pt x="606517" y="112503"/>
                </a:lnTo>
                <a:lnTo>
                  <a:pt x="605997" y="112059"/>
                </a:lnTo>
                <a:lnTo>
                  <a:pt x="605489" y="111605"/>
                </a:lnTo>
                <a:lnTo>
                  <a:pt x="604992" y="111139"/>
                </a:lnTo>
                <a:lnTo>
                  <a:pt x="604507" y="110662"/>
                </a:lnTo>
                <a:lnTo>
                  <a:pt x="604034" y="110174"/>
                </a:lnTo>
                <a:lnTo>
                  <a:pt x="603573" y="109674"/>
                </a:lnTo>
                <a:lnTo>
                  <a:pt x="603123" y="109164"/>
                </a:lnTo>
                <a:lnTo>
                  <a:pt x="602684" y="108642"/>
                </a:lnTo>
                <a:lnTo>
                  <a:pt x="602258" y="108109"/>
                </a:lnTo>
                <a:lnTo>
                  <a:pt x="601843" y="107565"/>
                </a:lnTo>
                <a:lnTo>
                  <a:pt x="601439" y="107010"/>
                </a:lnTo>
                <a:lnTo>
                  <a:pt x="601047" y="106443"/>
                </a:lnTo>
                <a:lnTo>
                  <a:pt x="600667" y="105866"/>
                </a:lnTo>
                <a:lnTo>
                  <a:pt x="600299" y="105277"/>
                </a:lnTo>
                <a:lnTo>
                  <a:pt x="599942" y="104677"/>
                </a:lnTo>
                <a:lnTo>
                  <a:pt x="599596" y="104066"/>
                </a:lnTo>
                <a:lnTo>
                  <a:pt x="599263" y="103443"/>
                </a:lnTo>
                <a:lnTo>
                  <a:pt x="598941" y="102810"/>
                </a:lnTo>
                <a:lnTo>
                  <a:pt x="598630" y="102165"/>
                </a:lnTo>
                <a:lnTo>
                  <a:pt x="598332" y="101509"/>
                </a:lnTo>
                <a:lnTo>
                  <a:pt x="598044" y="100842"/>
                </a:lnTo>
                <a:lnTo>
                  <a:pt x="597769" y="100163"/>
                </a:lnTo>
                <a:lnTo>
                  <a:pt x="597505" y="99474"/>
                </a:lnTo>
                <a:lnTo>
                  <a:pt x="597252" y="98776"/>
                </a:lnTo>
                <a:lnTo>
                  <a:pt x="597010" y="98074"/>
                </a:lnTo>
                <a:lnTo>
                  <a:pt x="596779" y="97366"/>
                </a:lnTo>
                <a:lnTo>
                  <a:pt x="596559" y="96654"/>
                </a:lnTo>
                <a:lnTo>
                  <a:pt x="596349" y="95937"/>
                </a:lnTo>
                <a:lnTo>
                  <a:pt x="596150" y="95216"/>
                </a:lnTo>
                <a:lnTo>
                  <a:pt x="595962" y="94489"/>
                </a:lnTo>
                <a:lnTo>
                  <a:pt x="595785" y="93758"/>
                </a:lnTo>
                <a:lnTo>
                  <a:pt x="595618" y="93021"/>
                </a:lnTo>
                <a:lnTo>
                  <a:pt x="595462" y="92280"/>
                </a:lnTo>
                <a:lnTo>
                  <a:pt x="595317" y="91535"/>
                </a:lnTo>
                <a:lnTo>
                  <a:pt x="595182" y="90784"/>
                </a:lnTo>
                <a:lnTo>
                  <a:pt x="595059" y="90028"/>
                </a:lnTo>
                <a:lnTo>
                  <a:pt x="594946" y="89268"/>
                </a:lnTo>
                <a:lnTo>
                  <a:pt x="594844" y="88503"/>
                </a:lnTo>
                <a:lnTo>
                  <a:pt x="594752" y="87733"/>
                </a:lnTo>
                <a:lnTo>
                  <a:pt x="594672" y="86958"/>
                </a:lnTo>
                <a:lnTo>
                  <a:pt x="594602" y="86178"/>
                </a:lnTo>
                <a:lnTo>
                  <a:pt x="594543" y="85394"/>
                </a:lnTo>
                <a:lnTo>
                  <a:pt x="594494" y="84604"/>
                </a:lnTo>
                <a:lnTo>
                  <a:pt x="594457" y="83810"/>
                </a:lnTo>
                <a:lnTo>
                  <a:pt x="594430" y="83011"/>
                </a:lnTo>
                <a:lnTo>
                  <a:pt x="594414" y="82208"/>
                </a:lnTo>
                <a:lnTo>
                  <a:pt x="594408" y="81399"/>
                </a:lnTo>
                <a:lnTo>
                  <a:pt x="594414" y="80590"/>
                </a:lnTo>
                <a:lnTo>
                  <a:pt x="594430" y="79786"/>
                </a:lnTo>
                <a:lnTo>
                  <a:pt x="594457" y="78987"/>
                </a:lnTo>
                <a:lnTo>
                  <a:pt x="594494" y="78192"/>
                </a:lnTo>
                <a:lnTo>
                  <a:pt x="594543" y="77401"/>
                </a:lnTo>
                <a:lnTo>
                  <a:pt x="594602" y="76616"/>
                </a:lnTo>
                <a:lnTo>
                  <a:pt x="594672" y="75835"/>
                </a:lnTo>
                <a:lnTo>
                  <a:pt x="594752" y="75058"/>
                </a:lnTo>
                <a:lnTo>
                  <a:pt x="594844" y="74286"/>
                </a:lnTo>
                <a:lnTo>
                  <a:pt x="594946" y="73519"/>
                </a:lnTo>
                <a:lnTo>
                  <a:pt x="595059" y="72756"/>
                </a:lnTo>
                <a:lnTo>
                  <a:pt x="595182" y="71998"/>
                </a:lnTo>
                <a:lnTo>
                  <a:pt x="595317" y="71245"/>
                </a:lnTo>
                <a:lnTo>
                  <a:pt x="595462" y="70496"/>
                </a:lnTo>
                <a:lnTo>
                  <a:pt x="595618" y="69752"/>
                </a:lnTo>
                <a:lnTo>
                  <a:pt x="595785" y="69012"/>
                </a:lnTo>
                <a:lnTo>
                  <a:pt x="595962" y="68277"/>
                </a:lnTo>
                <a:lnTo>
                  <a:pt x="596150" y="67547"/>
                </a:lnTo>
                <a:lnTo>
                  <a:pt x="596349" y="66821"/>
                </a:lnTo>
                <a:lnTo>
                  <a:pt x="596559" y="66100"/>
                </a:lnTo>
                <a:lnTo>
                  <a:pt x="596779" y="65383"/>
                </a:lnTo>
                <a:lnTo>
                  <a:pt x="597010" y="64671"/>
                </a:lnTo>
                <a:lnTo>
                  <a:pt x="597252" y="63964"/>
                </a:lnTo>
                <a:lnTo>
                  <a:pt x="597505" y="63261"/>
                </a:lnTo>
                <a:lnTo>
                  <a:pt x="597769" y="62566"/>
                </a:lnTo>
                <a:lnTo>
                  <a:pt x="598044" y="61883"/>
                </a:lnTo>
                <a:lnTo>
                  <a:pt x="598332" y="61210"/>
                </a:lnTo>
                <a:lnTo>
                  <a:pt x="598630" y="60549"/>
                </a:lnTo>
                <a:lnTo>
                  <a:pt x="598941" y="59899"/>
                </a:lnTo>
                <a:lnTo>
                  <a:pt x="599263" y="59260"/>
                </a:lnTo>
                <a:lnTo>
                  <a:pt x="599596" y="58632"/>
                </a:lnTo>
                <a:lnTo>
                  <a:pt x="599942" y="58016"/>
                </a:lnTo>
                <a:lnTo>
                  <a:pt x="600299" y="57410"/>
                </a:lnTo>
                <a:lnTo>
                  <a:pt x="600667" y="56816"/>
                </a:lnTo>
                <a:lnTo>
                  <a:pt x="601047" y="56233"/>
                </a:lnTo>
                <a:lnTo>
                  <a:pt x="601439" y="55662"/>
                </a:lnTo>
                <a:lnTo>
                  <a:pt x="601843" y="55101"/>
                </a:lnTo>
                <a:lnTo>
                  <a:pt x="602258" y="54552"/>
                </a:lnTo>
                <a:lnTo>
                  <a:pt x="602684" y="54014"/>
                </a:lnTo>
                <a:lnTo>
                  <a:pt x="603123" y="53487"/>
                </a:lnTo>
                <a:lnTo>
                  <a:pt x="603573" y="52971"/>
                </a:lnTo>
                <a:lnTo>
                  <a:pt x="604034" y="52466"/>
                </a:lnTo>
                <a:lnTo>
                  <a:pt x="604507" y="51973"/>
                </a:lnTo>
                <a:lnTo>
                  <a:pt x="604992" y="51491"/>
                </a:lnTo>
                <a:lnTo>
                  <a:pt x="605489" y="51020"/>
                </a:lnTo>
                <a:lnTo>
                  <a:pt x="605997" y="50560"/>
                </a:lnTo>
                <a:lnTo>
                  <a:pt x="606517" y="50111"/>
                </a:lnTo>
                <a:lnTo>
                  <a:pt x="607048" y="49674"/>
                </a:lnTo>
                <a:lnTo>
                  <a:pt x="607591" y="49251"/>
                </a:lnTo>
                <a:lnTo>
                  <a:pt x="608147" y="48846"/>
                </a:lnTo>
                <a:lnTo>
                  <a:pt x="608715" y="48459"/>
                </a:lnTo>
                <a:lnTo>
                  <a:pt x="609295" y="48090"/>
                </a:lnTo>
                <a:lnTo>
                  <a:pt x="609887" y="47739"/>
                </a:lnTo>
                <a:lnTo>
                  <a:pt x="610492" y="47406"/>
                </a:lnTo>
                <a:lnTo>
                  <a:pt x="611109" y="47091"/>
                </a:lnTo>
                <a:lnTo>
                  <a:pt x="611739" y="46795"/>
                </a:lnTo>
                <a:lnTo>
                  <a:pt x="612380" y="46516"/>
                </a:lnTo>
                <a:lnTo>
                  <a:pt x="613034" y="46255"/>
                </a:lnTo>
                <a:lnTo>
                  <a:pt x="613700" y="46012"/>
                </a:lnTo>
                <a:lnTo>
                  <a:pt x="614379" y="45787"/>
                </a:lnTo>
                <a:lnTo>
                  <a:pt x="615070" y="45580"/>
                </a:lnTo>
                <a:lnTo>
                  <a:pt x="615773" y="45391"/>
                </a:lnTo>
                <a:lnTo>
                  <a:pt x="616488" y="45220"/>
                </a:lnTo>
                <a:lnTo>
                  <a:pt x="617216" y="45067"/>
                </a:lnTo>
                <a:lnTo>
                  <a:pt x="617956" y="44932"/>
                </a:lnTo>
                <a:lnTo>
                  <a:pt x="618708" y="44815"/>
                </a:lnTo>
                <a:lnTo>
                  <a:pt x="619472" y="44716"/>
                </a:lnTo>
                <a:lnTo>
                  <a:pt x="620249" y="44635"/>
                </a:lnTo>
                <a:lnTo>
                  <a:pt x="621038" y="44572"/>
                </a:lnTo>
                <a:lnTo>
                  <a:pt x="621840" y="44527"/>
                </a:lnTo>
                <a:lnTo>
                  <a:pt x="622653" y="44500"/>
                </a:lnTo>
                <a:lnTo>
                  <a:pt x="623479" y="44491"/>
                </a:lnTo>
                <a:lnTo>
                  <a:pt x="624305" y="44500"/>
                </a:lnTo>
                <a:lnTo>
                  <a:pt x="625119" y="44527"/>
                </a:lnTo>
                <a:lnTo>
                  <a:pt x="625920" y="44572"/>
                </a:lnTo>
                <a:lnTo>
                  <a:pt x="626709" y="44635"/>
                </a:lnTo>
                <a:lnTo>
                  <a:pt x="627486" y="44716"/>
                </a:lnTo>
                <a:lnTo>
                  <a:pt x="628251" y="44815"/>
                </a:lnTo>
                <a:lnTo>
                  <a:pt x="629003" y="44932"/>
                </a:lnTo>
                <a:lnTo>
                  <a:pt x="629743" y="45067"/>
                </a:lnTo>
                <a:lnTo>
                  <a:pt x="630471" y="45220"/>
                </a:lnTo>
                <a:lnTo>
                  <a:pt x="631186" y="45391"/>
                </a:lnTo>
                <a:lnTo>
                  <a:pt x="631889" y="45580"/>
                </a:lnTo>
                <a:lnTo>
                  <a:pt x="632580" y="45787"/>
                </a:lnTo>
                <a:lnTo>
                  <a:pt x="633258" y="46012"/>
                </a:lnTo>
                <a:lnTo>
                  <a:pt x="633925" y="46255"/>
                </a:lnTo>
                <a:lnTo>
                  <a:pt x="634578" y="46516"/>
                </a:lnTo>
                <a:lnTo>
                  <a:pt x="635220" y="46795"/>
                </a:lnTo>
                <a:lnTo>
                  <a:pt x="635849" y="47091"/>
                </a:lnTo>
                <a:lnTo>
                  <a:pt x="636467" y="47406"/>
                </a:lnTo>
                <a:lnTo>
                  <a:pt x="637071" y="47739"/>
                </a:lnTo>
                <a:lnTo>
                  <a:pt x="637664" y="48090"/>
                </a:lnTo>
                <a:lnTo>
                  <a:pt x="638244" y="48459"/>
                </a:lnTo>
                <a:lnTo>
                  <a:pt x="638812" y="48846"/>
                </a:lnTo>
                <a:lnTo>
                  <a:pt x="639367" y="49251"/>
                </a:lnTo>
                <a:lnTo>
                  <a:pt x="639911" y="49674"/>
                </a:lnTo>
                <a:lnTo>
                  <a:pt x="640442" y="50111"/>
                </a:lnTo>
                <a:lnTo>
                  <a:pt x="640962" y="50560"/>
                </a:lnTo>
                <a:lnTo>
                  <a:pt x="641470" y="51020"/>
                </a:lnTo>
                <a:lnTo>
                  <a:pt x="641966" y="51491"/>
                </a:lnTo>
                <a:lnTo>
                  <a:pt x="642451" y="51973"/>
                </a:lnTo>
                <a:lnTo>
                  <a:pt x="642925" y="52466"/>
                </a:lnTo>
                <a:lnTo>
                  <a:pt x="643386" y="52971"/>
                </a:lnTo>
                <a:lnTo>
                  <a:pt x="643836" y="53487"/>
                </a:lnTo>
                <a:lnTo>
                  <a:pt x="644274" y="54014"/>
                </a:lnTo>
                <a:lnTo>
                  <a:pt x="644701" y="54552"/>
                </a:lnTo>
                <a:lnTo>
                  <a:pt x="645116" y="55101"/>
                </a:lnTo>
                <a:lnTo>
                  <a:pt x="645520" y="55662"/>
                </a:lnTo>
                <a:lnTo>
                  <a:pt x="645911" y="56233"/>
                </a:lnTo>
                <a:lnTo>
                  <a:pt x="646292" y="56816"/>
                </a:lnTo>
                <a:lnTo>
                  <a:pt x="646660" y="57410"/>
                </a:lnTo>
                <a:lnTo>
                  <a:pt x="647017" y="58016"/>
                </a:lnTo>
                <a:lnTo>
                  <a:pt x="647362" y="58632"/>
                </a:lnTo>
                <a:lnTo>
                  <a:pt x="647696" y="59260"/>
                </a:lnTo>
                <a:lnTo>
                  <a:pt x="648018" y="59899"/>
                </a:lnTo>
                <a:lnTo>
                  <a:pt x="648328" y="60549"/>
                </a:lnTo>
                <a:lnTo>
                  <a:pt x="648627" y="61210"/>
                </a:lnTo>
                <a:lnTo>
                  <a:pt x="648914" y="61883"/>
                </a:lnTo>
                <a:lnTo>
                  <a:pt x="649190" y="62566"/>
                </a:lnTo>
                <a:lnTo>
                  <a:pt x="649454" y="63261"/>
                </a:lnTo>
                <a:lnTo>
                  <a:pt x="649706" y="63964"/>
                </a:lnTo>
                <a:lnTo>
                  <a:pt x="649948" y="64671"/>
                </a:lnTo>
                <a:lnTo>
                  <a:pt x="650179" y="65383"/>
                </a:lnTo>
                <a:lnTo>
                  <a:pt x="650400" y="66100"/>
                </a:lnTo>
                <a:lnTo>
                  <a:pt x="650610" y="66821"/>
                </a:lnTo>
                <a:lnTo>
                  <a:pt x="650808" y="67547"/>
                </a:lnTo>
                <a:lnTo>
                  <a:pt x="650997" y="68277"/>
                </a:lnTo>
                <a:lnTo>
                  <a:pt x="651174" y="69012"/>
                </a:lnTo>
                <a:lnTo>
                  <a:pt x="651341" y="69752"/>
                </a:lnTo>
                <a:lnTo>
                  <a:pt x="651497" y="70496"/>
                </a:lnTo>
                <a:lnTo>
                  <a:pt x="651642" y="71245"/>
                </a:lnTo>
                <a:lnTo>
                  <a:pt x="651776" y="71998"/>
                </a:lnTo>
                <a:lnTo>
                  <a:pt x="651900" y="72756"/>
                </a:lnTo>
                <a:lnTo>
                  <a:pt x="652013" y="73519"/>
                </a:lnTo>
                <a:lnTo>
                  <a:pt x="652115" y="74286"/>
                </a:lnTo>
                <a:lnTo>
                  <a:pt x="652206" y="75058"/>
                </a:lnTo>
                <a:lnTo>
                  <a:pt x="652287" y="75835"/>
                </a:lnTo>
                <a:lnTo>
                  <a:pt x="652357" y="76616"/>
                </a:lnTo>
                <a:lnTo>
                  <a:pt x="652416" y="77401"/>
                </a:lnTo>
                <a:lnTo>
                  <a:pt x="652464" y="78192"/>
                </a:lnTo>
                <a:lnTo>
                  <a:pt x="652502" y="78987"/>
                </a:lnTo>
                <a:lnTo>
                  <a:pt x="652529" y="79786"/>
                </a:lnTo>
                <a:lnTo>
                  <a:pt x="652545" y="80590"/>
                </a:lnTo>
                <a:lnTo>
                  <a:pt x="652550" y="81399"/>
                </a:lnTo>
                <a:lnTo>
                  <a:pt x="652545" y="82208"/>
                </a:lnTo>
                <a:lnTo>
                  <a:pt x="652529" y="83011"/>
                </a:lnTo>
                <a:lnTo>
                  <a:pt x="652502" y="83810"/>
                </a:lnTo>
                <a:lnTo>
                  <a:pt x="652464" y="84604"/>
                </a:lnTo>
                <a:lnTo>
                  <a:pt x="652416" y="85394"/>
                </a:lnTo>
                <a:lnTo>
                  <a:pt x="652357" y="86178"/>
                </a:lnTo>
                <a:lnTo>
                  <a:pt x="652287" y="86958"/>
                </a:lnTo>
                <a:lnTo>
                  <a:pt x="652206" y="87733"/>
                </a:lnTo>
                <a:lnTo>
                  <a:pt x="652115" y="88503"/>
                </a:lnTo>
                <a:lnTo>
                  <a:pt x="652013" y="89268"/>
                </a:lnTo>
                <a:lnTo>
                  <a:pt x="651900" y="90028"/>
                </a:lnTo>
                <a:lnTo>
                  <a:pt x="651776" y="90784"/>
                </a:lnTo>
                <a:lnTo>
                  <a:pt x="651642" y="91535"/>
                </a:lnTo>
                <a:lnTo>
                  <a:pt x="651497" y="92280"/>
                </a:lnTo>
                <a:lnTo>
                  <a:pt x="651341" y="93021"/>
                </a:lnTo>
                <a:lnTo>
                  <a:pt x="651174" y="93758"/>
                </a:lnTo>
                <a:lnTo>
                  <a:pt x="650997" y="94489"/>
                </a:lnTo>
                <a:lnTo>
                  <a:pt x="650808" y="95216"/>
                </a:lnTo>
                <a:lnTo>
                  <a:pt x="650610" y="95937"/>
                </a:lnTo>
                <a:lnTo>
                  <a:pt x="650400" y="96654"/>
                </a:lnTo>
                <a:lnTo>
                  <a:pt x="650179" y="97366"/>
                </a:lnTo>
                <a:lnTo>
                  <a:pt x="649948" y="98074"/>
                </a:lnTo>
                <a:lnTo>
                  <a:pt x="649706" y="98776"/>
                </a:lnTo>
                <a:lnTo>
                  <a:pt x="649454" y="99474"/>
                </a:lnTo>
                <a:lnTo>
                  <a:pt x="649190" y="100163"/>
                </a:lnTo>
                <a:lnTo>
                  <a:pt x="648914" y="100842"/>
                </a:lnTo>
                <a:lnTo>
                  <a:pt x="648627" y="101509"/>
                </a:lnTo>
                <a:lnTo>
                  <a:pt x="648328" y="102165"/>
                </a:lnTo>
                <a:lnTo>
                  <a:pt x="648018" y="102810"/>
                </a:lnTo>
                <a:lnTo>
                  <a:pt x="647696" y="103443"/>
                </a:lnTo>
                <a:lnTo>
                  <a:pt x="647362" y="104066"/>
                </a:lnTo>
                <a:lnTo>
                  <a:pt x="647017" y="104677"/>
                </a:lnTo>
                <a:lnTo>
                  <a:pt x="646660" y="105277"/>
                </a:lnTo>
                <a:lnTo>
                  <a:pt x="646292" y="105866"/>
                </a:lnTo>
                <a:lnTo>
                  <a:pt x="645911" y="106443"/>
                </a:lnTo>
                <a:lnTo>
                  <a:pt x="645520" y="107010"/>
                </a:lnTo>
                <a:lnTo>
                  <a:pt x="645116" y="107565"/>
                </a:lnTo>
                <a:lnTo>
                  <a:pt x="644701" y="108109"/>
                </a:lnTo>
                <a:lnTo>
                  <a:pt x="644274" y="108642"/>
                </a:lnTo>
                <a:lnTo>
                  <a:pt x="643836" y="109164"/>
                </a:lnTo>
                <a:lnTo>
                  <a:pt x="643386" y="109674"/>
                </a:lnTo>
                <a:lnTo>
                  <a:pt x="642925" y="110174"/>
                </a:lnTo>
                <a:lnTo>
                  <a:pt x="642451" y="110662"/>
                </a:lnTo>
                <a:lnTo>
                  <a:pt x="641966" y="111139"/>
                </a:lnTo>
                <a:lnTo>
                  <a:pt x="641470" y="111605"/>
                </a:lnTo>
                <a:lnTo>
                  <a:pt x="640962" y="112059"/>
                </a:lnTo>
                <a:lnTo>
                  <a:pt x="640442" y="112503"/>
                </a:lnTo>
                <a:lnTo>
                  <a:pt x="639911" y="112935"/>
                </a:lnTo>
                <a:lnTo>
                  <a:pt x="639367" y="113352"/>
                </a:lnTo>
                <a:lnTo>
                  <a:pt x="638812" y="113752"/>
                </a:lnTo>
                <a:lnTo>
                  <a:pt x="638244" y="114135"/>
                </a:lnTo>
                <a:lnTo>
                  <a:pt x="637664" y="114499"/>
                </a:lnTo>
                <a:lnTo>
                  <a:pt x="637071" y="114845"/>
                </a:lnTo>
                <a:lnTo>
                  <a:pt x="636467" y="115174"/>
                </a:lnTo>
                <a:lnTo>
                  <a:pt x="635849" y="115485"/>
                </a:lnTo>
                <a:lnTo>
                  <a:pt x="635220" y="115779"/>
                </a:lnTo>
                <a:lnTo>
                  <a:pt x="634578" y="116054"/>
                </a:lnTo>
                <a:lnTo>
                  <a:pt x="633925" y="116312"/>
                </a:lnTo>
                <a:lnTo>
                  <a:pt x="633258" y="116552"/>
                </a:lnTo>
                <a:lnTo>
                  <a:pt x="632580" y="116774"/>
                </a:lnTo>
                <a:lnTo>
                  <a:pt x="631889" y="116978"/>
                </a:lnTo>
                <a:lnTo>
                  <a:pt x="631186" y="117165"/>
                </a:lnTo>
                <a:lnTo>
                  <a:pt x="630471" y="117334"/>
                </a:lnTo>
                <a:lnTo>
                  <a:pt x="629743" y="117485"/>
                </a:lnTo>
                <a:lnTo>
                  <a:pt x="629003" y="117618"/>
                </a:lnTo>
                <a:lnTo>
                  <a:pt x="628251" y="117734"/>
                </a:lnTo>
                <a:lnTo>
                  <a:pt x="627486" y="117832"/>
                </a:lnTo>
                <a:lnTo>
                  <a:pt x="626709" y="117912"/>
                </a:lnTo>
                <a:lnTo>
                  <a:pt x="625920" y="117974"/>
                </a:lnTo>
                <a:lnTo>
                  <a:pt x="625119" y="118018"/>
                </a:lnTo>
                <a:lnTo>
                  <a:pt x="624305" y="118045"/>
                </a:lnTo>
                <a:lnTo>
                  <a:pt x="623479" y="118054"/>
                </a:lnTo>
                <a:lnTo>
                  <a:pt x="622653" y="118045"/>
                </a:lnTo>
                <a:lnTo>
                  <a:pt x="621840" y="118018"/>
                </a:lnTo>
                <a:lnTo>
                  <a:pt x="621038" y="117974"/>
                </a:lnTo>
                <a:lnTo>
                  <a:pt x="620249" y="117912"/>
                </a:lnTo>
                <a:close/>
                <a:moveTo>
                  <a:pt x="863212" y="77395"/>
                </a:moveTo>
                <a:lnTo>
                  <a:pt x="863180" y="76300"/>
                </a:lnTo>
                <a:lnTo>
                  <a:pt x="863136" y="75220"/>
                </a:lnTo>
                <a:lnTo>
                  <a:pt x="863080" y="74154"/>
                </a:lnTo>
                <a:lnTo>
                  <a:pt x="863011" y="73104"/>
                </a:lnTo>
                <a:lnTo>
                  <a:pt x="862930" y="72069"/>
                </a:lnTo>
                <a:lnTo>
                  <a:pt x="862836" y="71049"/>
                </a:lnTo>
                <a:lnTo>
                  <a:pt x="862730" y="70043"/>
                </a:lnTo>
                <a:lnTo>
                  <a:pt x="862611" y="69053"/>
                </a:lnTo>
                <a:lnTo>
                  <a:pt x="862480" y="68077"/>
                </a:lnTo>
                <a:lnTo>
                  <a:pt x="862336" y="67116"/>
                </a:lnTo>
                <a:lnTo>
                  <a:pt x="862180" y="66170"/>
                </a:lnTo>
                <a:lnTo>
                  <a:pt x="862011" y="65240"/>
                </a:lnTo>
                <a:lnTo>
                  <a:pt x="861829" y="64324"/>
                </a:lnTo>
                <a:lnTo>
                  <a:pt x="861636" y="63423"/>
                </a:lnTo>
                <a:lnTo>
                  <a:pt x="861429" y="62537"/>
                </a:lnTo>
                <a:lnTo>
                  <a:pt x="861210" y="61665"/>
                </a:lnTo>
                <a:lnTo>
                  <a:pt x="860979" y="60809"/>
                </a:lnTo>
                <a:lnTo>
                  <a:pt x="860735" y="59968"/>
                </a:lnTo>
                <a:lnTo>
                  <a:pt x="860479" y="59141"/>
                </a:lnTo>
                <a:lnTo>
                  <a:pt x="860210" y="58330"/>
                </a:lnTo>
                <a:lnTo>
                  <a:pt x="859928" y="57533"/>
                </a:lnTo>
                <a:lnTo>
                  <a:pt x="859634" y="56752"/>
                </a:lnTo>
                <a:lnTo>
                  <a:pt x="859330" y="55984"/>
                </a:lnTo>
                <a:lnTo>
                  <a:pt x="859017" y="55229"/>
                </a:lnTo>
                <a:lnTo>
                  <a:pt x="858695" y="54486"/>
                </a:lnTo>
                <a:lnTo>
                  <a:pt x="858365" y="53757"/>
                </a:lnTo>
                <a:lnTo>
                  <a:pt x="858026" y="53040"/>
                </a:lnTo>
                <a:lnTo>
                  <a:pt x="857679" y="52336"/>
                </a:lnTo>
                <a:lnTo>
                  <a:pt x="857323" y="51644"/>
                </a:lnTo>
                <a:lnTo>
                  <a:pt x="856959" y="50966"/>
                </a:lnTo>
                <a:lnTo>
                  <a:pt x="856586" y="50300"/>
                </a:lnTo>
                <a:lnTo>
                  <a:pt x="856204" y="49646"/>
                </a:lnTo>
                <a:lnTo>
                  <a:pt x="855814" y="49006"/>
                </a:lnTo>
                <a:lnTo>
                  <a:pt x="855416" y="48378"/>
                </a:lnTo>
                <a:lnTo>
                  <a:pt x="855009" y="47763"/>
                </a:lnTo>
                <a:lnTo>
                  <a:pt x="854593" y="47161"/>
                </a:lnTo>
                <a:lnTo>
                  <a:pt x="854169" y="46571"/>
                </a:lnTo>
                <a:lnTo>
                  <a:pt x="853736" y="45994"/>
                </a:lnTo>
                <a:lnTo>
                  <a:pt x="853294" y="45430"/>
                </a:lnTo>
                <a:lnTo>
                  <a:pt x="852844" y="44878"/>
                </a:lnTo>
                <a:lnTo>
                  <a:pt x="852386" y="44340"/>
                </a:lnTo>
                <a:lnTo>
                  <a:pt x="851919" y="43814"/>
                </a:lnTo>
                <a:lnTo>
                  <a:pt x="851443" y="43300"/>
                </a:lnTo>
                <a:lnTo>
                  <a:pt x="850959" y="42800"/>
                </a:lnTo>
                <a:lnTo>
                  <a:pt x="850466" y="42312"/>
                </a:lnTo>
                <a:lnTo>
                  <a:pt x="849965" y="41837"/>
                </a:lnTo>
                <a:lnTo>
                  <a:pt x="849457" y="41369"/>
                </a:lnTo>
                <a:lnTo>
                  <a:pt x="848945" y="40911"/>
                </a:lnTo>
                <a:lnTo>
                  <a:pt x="848427" y="40464"/>
                </a:lnTo>
                <a:lnTo>
                  <a:pt x="847906" y="40029"/>
                </a:lnTo>
                <a:lnTo>
                  <a:pt x="847379" y="39604"/>
                </a:lnTo>
                <a:lnTo>
                  <a:pt x="846849" y="39191"/>
                </a:lnTo>
                <a:lnTo>
                  <a:pt x="846313" y="38788"/>
                </a:lnTo>
                <a:lnTo>
                  <a:pt x="845773" y="38396"/>
                </a:lnTo>
                <a:lnTo>
                  <a:pt x="845228" y="38016"/>
                </a:lnTo>
                <a:lnTo>
                  <a:pt x="844679" y="37646"/>
                </a:lnTo>
                <a:lnTo>
                  <a:pt x="844125" y="37287"/>
                </a:lnTo>
                <a:lnTo>
                  <a:pt x="843566" y="36939"/>
                </a:lnTo>
                <a:lnTo>
                  <a:pt x="843003" y="36602"/>
                </a:lnTo>
                <a:lnTo>
                  <a:pt x="842435" y="36276"/>
                </a:lnTo>
                <a:lnTo>
                  <a:pt x="841863" y="35962"/>
                </a:lnTo>
                <a:lnTo>
                  <a:pt x="841286" y="35658"/>
                </a:lnTo>
                <a:lnTo>
                  <a:pt x="840704" y="35365"/>
                </a:lnTo>
                <a:lnTo>
                  <a:pt x="840118" y="35083"/>
                </a:lnTo>
                <a:lnTo>
                  <a:pt x="839527" y="34812"/>
                </a:lnTo>
                <a:lnTo>
                  <a:pt x="838932" y="34552"/>
                </a:lnTo>
                <a:lnTo>
                  <a:pt x="838332" y="34303"/>
                </a:lnTo>
                <a:lnTo>
                  <a:pt x="837727" y="34065"/>
                </a:lnTo>
                <a:lnTo>
                  <a:pt x="837118" y="33837"/>
                </a:lnTo>
                <a:lnTo>
                  <a:pt x="836504" y="33621"/>
                </a:lnTo>
                <a:lnTo>
                  <a:pt x="835887" y="33415"/>
                </a:lnTo>
                <a:lnTo>
                  <a:pt x="835270" y="33218"/>
                </a:lnTo>
                <a:lnTo>
                  <a:pt x="834652" y="33029"/>
                </a:lnTo>
                <a:lnTo>
                  <a:pt x="834034" y="32849"/>
                </a:lnTo>
                <a:lnTo>
                  <a:pt x="833415" y="32678"/>
                </a:lnTo>
                <a:lnTo>
                  <a:pt x="832795" y="32515"/>
                </a:lnTo>
                <a:lnTo>
                  <a:pt x="832174" y="32362"/>
                </a:lnTo>
                <a:lnTo>
                  <a:pt x="831553" y="32217"/>
                </a:lnTo>
                <a:lnTo>
                  <a:pt x="830932" y="32081"/>
                </a:lnTo>
                <a:lnTo>
                  <a:pt x="830309" y="31954"/>
                </a:lnTo>
                <a:lnTo>
                  <a:pt x="829686" y="31835"/>
                </a:lnTo>
                <a:lnTo>
                  <a:pt x="829062" y="31725"/>
                </a:lnTo>
                <a:lnTo>
                  <a:pt x="828438" y="31624"/>
                </a:lnTo>
                <a:lnTo>
                  <a:pt x="827813" y="31532"/>
                </a:lnTo>
                <a:lnTo>
                  <a:pt x="827187" y="31449"/>
                </a:lnTo>
                <a:lnTo>
                  <a:pt x="826561" y="31374"/>
                </a:lnTo>
                <a:lnTo>
                  <a:pt x="825934" y="31308"/>
                </a:lnTo>
                <a:lnTo>
                  <a:pt x="825306" y="31251"/>
                </a:lnTo>
                <a:lnTo>
                  <a:pt x="824678" y="31203"/>
                </a:lnTo>
                <a:lnTo>
                  <a:pt x="824049" y="31164"/>
                </a:lnTo>
                <a:lnTo>
                  <a:pt x="823419" y="31133"/>
                </a:lnTo>
                <a:lnTo>
                  <a:pt x="822789" y="31111"/>
                </a:lnTo>
                <a:lnTo>
                  <a:pt x="822158" y="31098"/>
                </a:lnTo>
                <a:lnTo>
                  <a:pt x="821526" y="31093"/>
                </a:lnTo>
                <a:lnTo>
                  <a:pt x="820436" y="31105"/>
                </a:lnTo>
                <a:lnTo>
                  <a:pt x="819358" y="31138"/>
                </a:lnTo>
                <a:lnTo>
                  <a:pt x="818291" y="31194"/>
                </a:lnTo>
                <a:lnTo>
                  <a:pt x="817235" y="31272"/>
                </a:lnTo>
                <a:lnTo>
                  <a:pt x="816191" y="31373"/>
                </a:lnTo>
                <a:lnTo>
                  <a:pt x="815159" y="31496"/>
                </a:lnTo>
                <a:lnTo>
                  <a:pt x="814137" y="31642"/>
                </a:lnTo>
                <a:lnTo>
                  <a:pt x="813128" y="31810"/>
                </a:lnTo>
                <a:lnTo>
                  <a:pt x="812129" y="32000"/>
                </a:lnTo>
                <a:lnTo>
                  <a:pt x="811142" y="32213"/>
                </a:lnTo>
                <a:lnTo>
                  <a:pt x="810167" y="32448"/>
                </a:lnTo>
                <a:lnTo>
                  <a:pt x="809202" y="32705"/>
                </a:lnTo>
                <a:lnTo>
                  <a:pt x="808250" y="32985"/>
                </a:lnTo>
                <a:lnTo>
                  <a:pt x="807308" y="33287"/>
                </a:lnTo>
                <a:lnTo>
                  <a:pt x="806378" y="33611"/>
                </a:lnTo>
                <a:lnTo>
                  <a:pt x="805460" y="33958"/>
                </a:lnTo>
                <a:lnTo>
                  <a:pt x="804552" y="34328"/>
                </a:lnTo>
                <a:lnTo>
                  <a:pt x="803657" y="34719"/>
                </a:lnTo>
                <a:lnTo>
                  <a:pt x="802772" y="35133"/>
                </a:lnTo>
                <a:lnTo>
                  <a:pt x="801899" y="35570"/>
                </a:lnTo>
                <a:lnTo>
                  <a:pt x="801038" y="36029"/>
                </a:lnTo>
                <a:lnTo>
                  <a:pt x="800188" y="36510"/>
                </a:lnTo>
                <a:lnTo>
                  <a:pt x="799349" y="37014"/>
                </a:lnTo>
                <a:lnTo>
                  <a:pt x="798522" y="37540"/>
                </a:lnTo>
                <a:lnTo>
                  <a:pt x="797713" y="38080"/>
                </a:lnTo>
                <a:lnTo>
                  <a:pt x="796919" y="38639"/>
                </a:lnTo>
                <a:lnTo>
                  <a:pt x="796140" y="39214"/>
                </a:lnTo>
                <a:lnTo>
                  <a:pt x="795376" y="39808"/>
                </a:lnTo>
                <a:lnTo>
                  <a:pt x="794627" y="40419"/>
                </a:lnTo>
                <a:lnTo>
                  <a:pt x="793893" y="41047"/>
                </a:lnTo>
                <a:lnTo>
                  <a:pt x="793173" y="41693"/>
                </a:lnTo>
                <a:lnTo>
                  <a:pt x="792469" y="42357"/>
                </a:lnTo>
                <a:lnTo>
                  <a:pt x="791779" y="43038"/>
                </a:lnTo>
                <a:lnTo>
                  <a:pt x="791105" y="43736"/>
                </a:lnTo>
                <a:lnTo>
                  <a:pt x="790445" y="44453"/>
                </a:lnTo>
                <a:lnTo>
                  <a:pt x="789801" y="45187"/>
                </a:lnTo>
                <a:lnTo>
                  <a:pt x="789171" y="45938"/>
                </a:lnTo>
                <a:lnTo>
                  <a:pt x="788556" y="46707"/>
                </a:lnTo>
                <a:lnTo>
                  <a:pt x="787956" y="47493"/>
                </a:lnTo>
                <a:lnTo>
                  <a:pt x="787371" y="48297"/>
                </a:lnTo>
                <a:lnTo>
                  <a:pt x="786801" y="49119"/>
                </a:lnTo>
                <a:lnTo>
                  <a:pt x="786246" y="49958"/>
                </a:lnTo>
                <a:lnTo>
                  <a:pt x="785705" y="50815"/>
                </a:lnTo>
                <a:lnTo>
                  <a:pt x="785180" y="51689"/>
                </a:lnTo>
                <a:lnTo>
                  <a:pt x="784670" y="52581"/>
                </a:lnTo>
                <a:lnTo>
                  <a:pt x="784174" y="53490"/>
                </a:lnTo>
                <a:lnTo>
                  <a:pt x="783694" y="54417"/>
                </a:lnTo>
                <a:lnTo>
                  <a:pt x="783228" y="55361"/>
                </a:lnTo>
                <a:lnTo>
                  <a:pt x="782784" y="56316"/>
                </a:lnTo>
                <a:lnTo>
                  <a:pt x="782360" y="57282"/>
                </a:lnTo>
                <a:lnTo>
                  <a:pt x="781954" y="58261"/>
                </a:lnTo>
                <a:lnTo>
                  <a:pt x="781567" y="59252"/>
                </a:lnTo>
                <a:lnTo>
                  <a:pt x="781199" y="60255"/>
                </a:lnTo>
                <a:lnTo>
                  <a:pt x="780850" y="61270"/>
                </a:lnTo>
                <a:lnTo>
                  <a:pt x="780520" y="62298"/>
                </a:lnTo>
                <a:lnTo>
                  <a:pt x="780208" y="63338"/>
                </a:lnTo>
                <a:lnTo>
                  <a:pt x="779916" y="64391"/>
                </a:lnTo>
                <a:lnTo>
                  <a:pt x="779642" y="65456"/>
                </a:lnTo>
                <a:lnTo>
                  <a:pt x="779388" y="66533"/>
                </a:lnTo>
                <a:lnTo>
                  <a:pt x="779152" y="67622"/>
                </a:lnTo>
                <a:lnTo>
                  <a:pt x="778935" y="68723"/>
                </a:lnTo>
                <a:lnTo>
                  <a:pt x="778737" y="69837"/>
                </a:lnTo>
                <a:lnTo>
                  <a:pt x="778557" y="70963"/>
                </a:lnTo>
                <a:lnTo>
                  <a:pt x="778397" y="72102"/>
                </a:lnTo>
                <a:lnTo>
                  <a:pt x="778255" y="73253"/>
                </a:lnTo>
                <a:lnTo>
                  <a:pt x="778133" y="74416"/>
                </a:lnTo>
                <a:lnTo>
                  <a:pt x="778029" y="75591"/>
                </a:lnTo>
                <a:lnTo>
                  <a:pt x="777944" y="76778"/>
                </a:lnTo>
                <a:lnTo>
                  <a:pt x="777878" y="77978"/>
                </a:lnTo>
                <a:lnTo>
                  <a:pt x="777831" y="79191"/>
                </a:lnTo>
                <a:lnTo>
                  <a:pt x="777802" y="80415"/>
                </a:lnTo>
                <a:lnTo>
                  <a:pt x="777793" y="81652"/>
                </a:lnTo>
                <a:lnTo>
                  <a:pt x="777802" y="82888"/>
                </a:lnTo>
                <a:lnTo>
                  <a:pt x="777831" y="84112"/>
                </a:lnTo>
                <a:lnTo>
                  <a:pt x="777878" y="85323"/>
                </a:lnTo>
                <a:lnTo>
                  <a:pt x="777944" y="86521"/>
                </a:lnTo>
                <a:lnTo>
                  <a:pt x="778029" y="87707"/>
                </a:lnTo>
                <a:lnTo>
                  <a:pt x="778133" y="88880"/>
                </a:lnTo>
                <a:lnTo>
                  <a:pt x="778255" y="90040"/>
                </a:lnTo>
                <a:lnTo>
                  <a:pt x="778397" y="91188"/>
                </a:lnTo>
                <a:lnTo>
                  <a:pt x="778557" y="92322"/>
                </a:lnTo>
                <a:lnTo>
                  <a:pt x="778737" y="93444"/>
                </a:lnTo>
                <a:lnTo>
                  <a:pt x="778935" y="94554"/>
                </a:lnTo>
                <a:lnTo>
                  <a:pt x="779152" y="95650"/>
                </a:lnTo>
                <a:lnTo>
                  <a:pt x="779388" y="96734"/>
                </a:lnTo>
                <a:lnTo>
                  <a:pt x="779642" y="97805"/>
                </a:lnTo>
                <a:lnTo>
                  <a:pt x="779916" y="98863"/>
                </a:lnTo>
                <a:lnTo>
                  <a:pt x="780208" y="99909"/>
                </a:lnTo>
                <a:lnTo>
                  <a:pt x="780520" y="100942"/>
                </a:lnTo>
                <a:lnTo>
                  <a:pt x="780850" y="101962"/>
                </a:lnTo>
                <a:lnTo>
                  <a:pt x="781199" y="102969"/>
                </a:lnTo>
                <a:lnTo>
                  <a:pt x="781567" y="103964"/>
                </a:lnTo>
                <a:lnTo>
                  <a:pt x="781954" y="104946"/>
                </a:lnTo>
                <a:lnTo>
                  <a:pt x="782360" y="105915"/>
                </a:lnTo>
                <a:lnTo>
                  <a:pt x="782784" y="106872"/>
                </a:lnTo>
                <a:lnTo>
                  <a:pt x="783228" y="107816"/>
                </a:lnTo>
                <a:lnTo>
                  <a:pt x="783694" y="108739"/>
                </a:lnTo>
                <a:lnTo>
                  <a:pt x="784176" y="109646"/>
                </a:lnTo>
                <a:lnTo>
                  <a:pt x="784675" y="110535"/>
                </a:lnTo>
                <a:lnTo>
                  <a:pt x="785189" y="111407"/>
                </a:lnTo>
                <a:lnTo>
                  <a:pt x="785719" y="112263"/>
                </a:lnTo>
                <a:lnTo>
                  <a:pt x="786265" y="113101"/>
                </a:lnTo>
                <a:lnTo>
                  <a:pt x="786828" y="113922"/>
                </a:lnTo>
                <a:lnTo>
                  <a:pt x="787406" y="114725"/>
                </a:lnTo>
                <a:lnTo>
                  <a:pt x="788000" y="115512"/>
                </a:lnTo>
                <a:lnTo>
                  <a:pt x="788611" y="116282"/>
                </a:lnTo>
                <a:lnTo>
                  <a:pt x="789237" y="117034"/>
                </a:lnTo>
                <a:lnTo>
                  <a:pt x="789880" y="117769"/>
                </a:lnTo>
                <a:lnTo>
                  <a:pt x="790538" y="118488"/>
                </a:lnTo>
                <a:lnTo>
                  <a:pt x="791212" y="119189"/>
                </a:lnTo>
                <a:lnTo>
                  <a:pt x="791903" y="119873"/>
                </a:lnTo>
                <a:lnTo>
                  <a:pt x="792609" y="120540"/>
                </a:lnTo>
                <a:lnTo>
                  <a:pt x="793332" y="121189"/>
                </a:lnTo>
                <a:lnTo>
                  <a:pt x="794070" y="121822"/>
                </a:lnTo>
                <a:lnTo>
                  <a:pt x="794825" y="122437"/>
                </a:lnTo>
                <a:lnTo>
                  <a:pt x="795595" y="123036"/>
                </a:lnTo>
                <a:lnTo>
                  <a:pt x="796382" y="123617"/>
                </a:lnTo>
                <a:lnTo>
                  <a:pt x="797185" y="124181"/>
                </a:lnTo>
                <a:lnTo>
                  <a:pt x="798003" y="124728"/>
                </a:lnTo>
                <a:lnTo>
                  <a:pt x="798838" y="125258"/>
                </a:lnTo>
                <a:lnTo>
                  <a:pt x="799692" y="125764"/>
                </a:lnTo>
                <a:lnTo>
                  <a:pt x="800560" y="126248"/>
                </a:lnTo>
                <a:lnTo>
                  <a:pt x="801442" y="126710"/>
                </a:lnTo>
                <a:lnTo>
                  <a:pt x="802337" y="127151"/>
                </a:lnTo>
                <a:lnTo>
                  <a:pt x="803245" y="127570"/>
                </a:lnTo>
                <a:lnTo>
                  <a:pt x="804166" y="127968"/>
                </a:lnTo>
                <a:lnTo>
                  <a:pt x="805101" y="128344"/>
                </a:lnTo>
                <a:lnTo>
                  <a:pt x="806049" y="128699"/>
                </a:lnTo>
                <a:lnTo>
                  <a:pt x="807011" y="129032"/>
                </a:lnTo>
                <a:lnTo>
                  <a:pt x="807986" y="129344"/>
                </a:lnTo>
                <a:lnTo>
                  <a:pt x="808975" y="129635"/>
                </a:lnTo>
                <a:lnTo>
                  <a:pt x="809976" y="129903"/>
                </a:lnTo>
                <a:lnTo>
                  <a:pt x="810992" y="130151"/>
                </a:lnTo>
                <a:lnTo>
                  <a:pt x="812020" y="130376"/>
                </a:lnTo>
                <a:lnTo>
                  <a:pt x="813062" y="130581"/>
                </a:lnTo>
                <a:lnTo>
                  <a:pt x="814118" y="130764"/>
                </a:lnTo>
                <a:lnTo>
                  <a:pt x="815186" y="130925"/>
                </a:lnTo>
                <a:lnTo>
                  <a:pt x="816269" y="131065"/>
                </a:lnTo>
                <a:lnTo>
                  <a:pt x="817364" y="131183"/>
                </a:lnTo>
                <a:lnTo>
                  <a:pt x="818473" y="131280"/>
                </a:lnTo>
                <a:lnTo>
                  <a:pt x="819595" y="131355"/>
                </a:lnTo>
                <a:lnTo>
                  <a:pt x="820731" y="131409"/>
                </a:lnTo>
                <a:lnTo>
                  <a:pt x="821880" y="131441"/>
                </a:lnTo>
                <a:lnTo>
                  <a:pt x="823043" y="131452"/>
                </a:lnTo>
                <a:lnTo>
                  <a:pt x="823861" y="131446"/>
                </a:lnTo>
                <a:lnTo>
                  <a:pt x="824672" y="131431"/>
                </a:lnTo>
                <a:lnTo>
                  <a:pt x="825477" y="131404"/>
                </a:lnTo>
                <a:lnTo>
                  <a:pt x="826275" y="131367"/>
                </a:lnTo>
                <a:lnTo>
                  <a:pt x="827066" y="131320"/>
                </a:lnTo>
                <a:lnTo>
                  <a:pt x="827850" y="131262"/>
                </a:lnTo>
                <a:lnTo>
                  <a:pt x="828627" y="131194"/>
                </a:lnTo>
                <a:lnTo>
                  <a:pt x="829398" y="131115"/>
                </a:lnTo>
                <a:lnTo>
                  <a:pt x="830161" y="131025"/>
                </a:lnTo>
                <a:lnTo>
                  <a:pt x="830918" y="130925"/>
                </a:lnTo>
                <a:lnTo>
                  <a:pt x="831668" y="130814"/>
                </a:lnTo>
                <a:lnTo>
                  <a:pt x="832412" y="130693"/>
                </a:lnTo>
                <a:lnTo>
                  <a:pt x="833148" y="130562"/>
                </a:lnTo>
                <a:lnTo>
                  <a:pt x="833878" y="130419"/>
                </a:lnTo>
                <a:lnTo>
                  <a:pt x="834601" y="130267"/>
                </a:lnTo>
                <a:lnTo>
                  <a:pt x="835317" y="130103"/>
                </a:lnTo>
                <a:lnTo>
                  <a:pt x="836026" y="129930"/>
                </a:lnTo>
                <a:lnTo>
                  <a:pt x="836729" y="129745"/>
                </a:lnTo>
                <a:lnTo>
                  <a:pt x="837425" y="129551"/>
                </a:lnTo>
                <a:lnTo>
                  <a:pt x="838114" y="129345"/>
                </a:lnTo>
                <a:lnTo>
                  <a:pt x="838796" y="129129"/>
                </a:lnTo>
                <a:lnTo>
                  <a:pt x="839471" y="128903"/>
                </a:lnTo>
                <a:lnTo>
                  <a:pt x="840140" y="128666"/>
                </a:lnTo>
                <a:lnTo>
                  <a:pt x="840801" y="128418"/>
                </a:lnTo>
                <a:lnTo>
                  <a:pt x="841455" y="128156"/>
                </a:lnTo>
                <a:lnTo>
                  <a:pt x="842100" y="127885"/>
                </a:lnTo>
                <a:lnTo>
                  <a:pt x="842737" y="127607"/>
                </a:lnTo>
                <a:lnTo>
                  <a:pt x="843364" y="127319"/>
                </a:lnTo>
                <a:lnTo>
                  <a:pt x="843983" y="127024"/>
                </a:lnTo>
                <a:lnTo>
                  <a:pt x="844593" y="126720"/>
                </a:lnTo>
                <a:lnTo>
                  <a:pt x="845194" y="126408"/>
                </a:lnTo>
                <a:lnTo>
                  <a:pt x="845787" y="126087"/>
                </a:lnTo>
                <a:lnTo>
                  <a:pt x="846371" y="125758"/>
                </a:lnTo>
                <a:lnTo>
                  <a:pt x="846946" y="125421"/>
                </a:lnTo>
                <a:lnTo>
                  <a:pt x="847512" y="125075"/>
                </a:lnTo>
                <a:lnTo>
                  <a:pt x="848069" y="124721"/>
                </a:lnTo>
                <a:lnTo>
                  <a:pt x="848618" y="124359"/>
                </a:lnTo>
                <a:lnTo>
                  <a:pt x="849157" y="123988"/>
                </a:lnTo>
                <a:lnTo>
                  <a:pt x="849689" y="123609"/>
                </a:lnTo>
                <a:lnTo>
                  <a:pt x="850211" y="123222"/>
                </a:lnTo>
                <a:lnTo>
                  <a:pt x="850724" y="122826"/>
                </a:lnTo>
                <a:lnTo>
                  <a:pt x="851229" y="122422"/>
                </a:lnTo>
                <a:lnTo>
                  <a:pt x="851725" y="122010"/>
                </a:lnTo>
                <a:lnTo>
                  <a:pt x="852212" y="121589"/>
                </a:lnTo>
                <a:lnTo>
                  <a:pt x="852690" y="121160"/>
                </a:lnTo>
                <a:lnTo>
                  <a:pt x="853160" y="120723"/>
                </a:lnTo>
                <a:lnTo>
                  <a:pt x="853621" y="120277"/>
                </a:lnTo>
                <a:lnTo>
                  <a:pt x="854073" y="119823"/>
                </a:lnTo>
                <a:lnTo>
                  <a:pt x="854515" y="119357"/>
                </a:lnTo>
                <a:lnTo>
                  <a:pt x="854947" y="118884"/>
                </a:lnTo>
                <a:lnTo>
                  <a:pt x="855367" y="118405"/>
                </a:lnTo>
                <a:lnTo>
                  <a:pt x="855777" y="117920"/>
                </a:lnTo>
                <a:lnTo>
                  <a:pt x="856177" y="117429"/>
                </a:lnTo>
                <a:lnTo>
                  <a:pt x="856565" y="116932"/>
                </a:lnTo>
                <a:lnTo>
                  <a:pt x="856943" y="116429"/>
                </a:lnTo>
                <a:lnTo>
                  <a:pt x="857310" y="115919"/>
                </a:lnTo>
                <a:lnTo>
                  <a:pt x="857666" y="115403"/>
                </a:lnTo>
                <a:lnTo>
                  <a:pt x="858012" y="114882"/>
                </a:lnTo>
                <a:lnTo>
                  <a:pt x="858346" y="114354"/>
                </a:lnTo>
                <a:lnTo>
                  <a:pt x="858670" y="113819"/>
                </a:lnTo>
                <a:lnTo>
                  <a:pt x="858984" y="113279"/>
                </a:lnTo>
                <a:lnTo>
                  <a:pt x="859286" y="112733"/>
                </a:lnTo>
                <a:lnTo>
                  <a:pt x="859578" y="112180"/>
                </a:lnTo>
                <a:lnTo>
                  <a:pt x="859859" y="111622"/>
                </a:lnTo>
                <a:lnTo>
                  <a:pt x="860129" y="111057"/>
                </a:lnTo>
                <a:lnTo>
                  <a:pt x="860389" y="110486"/>
                </a:lnTo>
                <a:lnTo>
                  <a:pt x="860637" y="109909"/>
                </a:lnTo>
                <a:lnTo>
                  <a:pt x="860875" y="109325"/>
                </a:lnTo>
                <a:lnTo>
                  <a:pt x="861103" y="108736"/>
                </a:lnTo>
                <a:lnTo>
                  <a:pt x="861319" y="108140"/>
                </a:lnTo>
                <a:lnTo>
                  <a:pt x="861525" y="107539"/>
                </a:lnTo>
                <a:lnTo>
                  <a:pt x="861720" y="106931"/>
                </a:lnTo>
                <a:lnTo>
                  <a:pt x="847311" y="102886"/>
                </a:lnTo>
                <a:lnTo>
                  <a:pt x="847150" y="103305"/>
                </a:lnTo>
                <a:lnTo>
                  <a:pt x="846984" y="103717"/>
                </a:lnTo>
                <a:lnTo>
                  <a:pt x="846812" y="104125"/>
                </a:lnTo>
                <a:lnTo>
                  <a:pt x="846635" y="104526"/>
                </a:lnTo>
                <a:lnTo>
                  <a:pt x="846452" y="104922"/>
                </a:lnTo>
                <a:lnTo>
                  <a:pt x="846264" y="105311"/>
                </a:lnTo>
                <a:lnTo>
                  <a:pt x="846070" y="105696"/>
                </a:lnTo>
                <a:lnTo>
                  <a:pt x="845871" y="106074"/>
                </a:lnTo>
                <a:lnTo>
                  <a:pt x="845667" y="106447"/>
                </a:lnTo>
                <a:lnTo>
                  <a:pt x="845456" y="106814"/>
                </a:lnTo>
                <a:lnTo>
                  <a:pt x="845241" y="107176"/>
                </a:lnTo>
                <a:lnTo>
                  <a:pt x="845020" y="107531"/>
                </a:lnTo>
                <a:lnTo>
                  <a:pt x="844793" y="107881"/>
                </a:lnTo>
                <a:lnTo>
                  <a:pt x="844561" y="108226"/>
                </a:lnTo>
                <a:lnTo>
                  <a:pt x="844324" y="108564"/>
                </a:lnTo>
                <a:lnTo>
                  <a:pt x="844081" y="108897"/>
                </a:lnTo>
                <a:lnTo>
                  <a:pt x="843832" y="109224"/>
                </a:lnTo>
                <a:lnTo>
                  <a:pt x="843578" y="109546"/>
                </a:lnTo>
                <a:lnTo>
                  <a:pt x="843319" y="109862"/>
                </a:lnTo>
                <a:lnTo>
                  <a:pt x="843054" y="110172"/>
                </a:lnTo>
                <a:lnTo>
                  <a:pt x="842783" y="110476"/>
                </a:lnTo>
                <a:lnTo>
                  <a:pt x="842507" y="110775"/>
                </a:lnTo>
                <a:lnTo>
                  <a:pt x="842226" y="111068"/>
                </a:lnTo>
                <a:lnTo>
                  <a:pt x="841939" y="111355"/>
                </a:lnTo>
                <a:lnTo>
                  <a:pt x="841647" y="111631"/>
                </a:lnTo>
                <a:lnTo>
                  <a:pt x="841350" y="111902"/>
                </a:lnTo>
                <a:lnTo>
                  <a:pt x="841049" y="112166"/>
                </a:lnTo>
                <a:lnTo>
                  <a:pt x="840743" y="112426"/>
                </a:lnTo>
                <a:lnTo>
                  <a:pt x="840433" y="112679"/>
                </a:lnTo>
                <a:lnTo>
                  <a:pt x="840118" y="112927"/>
                </a:lnTo>
                <a:lnTo>
                  <a:pt x="839798" y="113169"/>
                </a:lnTo>
                <a:lnTo>
                  <a:pt x="839474" y="113405"/>
                </a:lnTo>
                <a:lnTo>
                  <a:pt x="839145" y="113636"/>
                </a:lnTo>
                <a:lnTo>
                  <a:pt x="838812" y="113861"/>
                </a:lnTo>
                <a:lnTo>
                  <a:pt x="838474" y="114080"/>
                </a:lnTo>
                <a:lnTo>
                  <a:pt x="838131" y="114293"/>
                </a:lnTo>
                <a:lnTo>
                  <a:pt x="837784" y="114501"/>
                </a:lnTo>
                <a:lnTo>
                  <a:pt x="837432" y="114703"/>
                </a:lnTo>
                <a:lnTo>
                  <a:pt x="837076" y="114900"/>
                </a:lnTo>
                <a:lnTo>
                  <a:pt x="836715" y="115090"/>
                </a:lnTo>
                <a:lnTo>
                  <a:pt x="836349" y="115275"/>
                </a:lnTo>
                <a:lnTo>
                  <a:pt x="835979" y="115455"/>
                </a:lnTo>
                <a:lnTo>
                  <a:pt x="835604" y="115628"/>
                </a:lnTo>
                <a:lnTo>
                  <a:pt x="835224" y="115796"/>
                </a:lnTo>
                <a:lnTo>
                  <a:pt x="834840" y="115958"/>
                </a:lnTo>
                <a:lnTo>
                  <a:pt x="834451" y="116115"/>
                </a:lnTo>
                <a:lnTo>
                  <a:pt x="834058" y="116266"/>
                </a:lnTo>
                <a:lnTo>
                  <a:pt x="833660" y="116411"/>
                </a:lnTo>
                <a:lnTo>
                  <a:pt x="833263" y="116545"/>
                </a:lnTo>
                <a:lnTo>
                  <a:pt x="832862" y="116673"/>
                </a:lnTo>
                <a:lnTo>
                  <a:pt x="832457" y="116796"/>
                </a:lnTo>
                <a:lnTo>
                  <a:pt x="832048" y="116913"/>
                </a:lnTo>
                <a:lnTo>
                  <a:pt x="831636" y="117024"/>
                </a:lnTo>
                <a:lnTo>
                  <a:pt x="831219" y="117129"/>
                </a:lnTo>
                <a:lnTo>
                  <a:pt x="830798" y="117229"/>
                </a:lnTo>
                <a:lnTo>
                  <a:pt x="830374" y="117323"/>
                </a:lnTo>
                <a:lnTo>
                  <a:pt x="829945" y="117412"/>
                </a:lnTo>
                <a:lnTo>
                  <a:pt x="829513" y="117495"/>
                </a:lnTo>
                <a:lnTo>
                  <a:pt x="829076" y="117572"/>
                </a:lnTo>
                <a:lnTo>
                  <a:pt x="828636" y="117643"/>
                </a:lnTo>
                <a:lnTo>
                  <a:pt x="828191" y="117709"/>
                </a:lnTo>
                <a:lnTo>
                  <a:pt x="827743" y="117768"/>
                </a:lnTo>
                <a:lnTo>
                  <a:pt x="827291" y="117823"/>
                </a:lnTo>
                <a:lnTo>
                  <a:pt x="826835" y="117871"/>
                </a:lnTo>
                <a:lnTo>
                  <a:pt x="826374" y="117914"/>
                </a:lnTo>
                <a:lnTo>
                  <a:pt x="825910" y="117951"/>
                </a:lnTo>
                <a:lnTo>
                  <a:pt x="825442" y="117982"/>
                </a:lnTo>
                <a:lnTo>
                  <a:pt x="824970" y="118008"/>
                </a:lnTo>
                <a:lnTo>
                  <a:pt x="824494" y="118028"/>
                </a:lnTo>
                <a:lnTo>
                  <a:pt x="824014" y="118042"/>
                </a:lnTo>
                <a:lnTo>
                  <a:pt x="823530" y="118051"/>
                </a:lnTo>
                <a:lnTo>
                  <a:pt x="823043" y="118054"/>
                </a:lnTo>
                <a:lnTo>
                  <a:pt x="822293" y="118047"/>
                </a:lnTo>
                <a:lnTo>
                  <a:pt x="821552" y="118027"/>
                </a:lnTo>
                <a:lnTo>
                  <a:pt x="820818" y="117993"/>
                </a:lnTo>
                <a:lnTo>
                  <a:pt x="820092" y="117945"/>
                </a:lnTo>
                <a:lnTo>
                  <a:pt x="819373" y="117884"/>
                </a:lnTo>
                <a:lnTo>
                  <a:pt x="818662" y="117809"/>
                </a:lnTo>
                <a:lnTo>
                  <a:pt x="817959" y="117720"/>
                </a:lnTo>
                <a:lnTo>
                  <a:pt x="817264" y="117618"/>
                </a:lnTo>
                <a:lnTo>
                  <a:pt x="816576" y="117503"/>
                </a:lnTo>
                <a:lnTo>
                  <a:pt x="815896" y="117373"/>
                </a:lnTo>
                <a:lnTo>
                  <a:pt x="815223" y="117231"/>
                </a:lnTo>
                <a:lnTo>
                  <a:pt x="814558" y="117074"/>
                </a:lnTo>
                <a:lnTo>
                  <a:pt x="813901" y="116904"/>
                </a:lnTo>
                <a:lnTo>
                  <a:pt x="813252" y="116720"/>
                </a:lnTo>
                <a:lnTo>
                  <a:pt x="812610" y="116523"/>
                </a:lnTo>
                <a:lnTo>
                  <a:pt x="811976" y="116312"/>
                </a:lnTo>
                <a:lnTo>
                  <a:pt x="811350" y="116088"/>
                </a:lnTo>
                <a:lnTo>
                  <a:pt x="810731" y="115850"/>
                </a:lnTo>
                <a:lnTo>
                  <a:pt x="810120" y="115598"/>
                </a:lnTo>
                <a:lnTo>
                  <a:pt x="809517" y="115333"/>
                </a:lnTo>
                <a:lnTo>
                  <a:pt x="808921" y="115054"/>
                </a:lnTo>
                <a:lnTo>
                  <a:pt x="808333" y="114761"/>
                </a:lnTo>
                <a:lnTo>
                  <a:pt x="807753" y="114455"/>
                </a:lnTo>
                <a:lnTo>
                  <a:pt x="807180" y="114135"/>
                </a:lnTo>
                <a:lnTo>
                  <a:pt x="806616" y="113797"/>
                </a:lnTo>
                <a:lnTo>
                  <a:pt x="806063" y="113447"/>
                </a:lnTo>
                <a:lnTo>
                  <a:pt x="805520" y="113084"/>
                </a:lnTo>
                <a:lnTo>
                  <a:pt x="804987" y="112708"/>
                </a:lnTo>
                <a:lnTo>
                  <a:pt x="804465" y="112320"/>
                </a:lnTo>
                <a:lnTo>
                  <a:pt x="803953" y="111920"/>
                </a:lnTo>
                <a:lnTo>
                  <a:pt x="803451" y="111507"/>
                </a:lnTo>
                <a:lnTo>
                  <a:pt x="802960" y="111081"/>
                </a:lnTo>
                <a:lnTo>
                  <a:pt x="802479" y="110643"/>
                </a:lnTo>
                <a:lnTo>
                  <a:pt x="802008" y="110192"/>
                </a:lnTo>
                <a:lnTo>
                  <a:pt x="801547" y="109729"/>
                </a:lnTo>
                <a:lnTo>
                  <a:pt x="801097" y="109253"/>
                </a:lnTo>
                <a:lnTo>
                  <a:pt x="800657" y="108765"/>
                </a:lnTo>
                <a:lnTo>
                  <a:pt x="800228" y="108265"/>
                </a:lnTo>
                <a:lnTo>
                  <a:pt x="799809" y="107752"/>
                </a:lnTo>
                <a:lnTo>
                  <a:pt x="799400" y="107226"/>
                </a:lnTo>
                <a:lnTo>
                  <a:pt x="799001" y="106688"/>
                </a:lnTo>
                <a:lnTo>
                  <a:pt x="798613" y="106137"/>
                </a:lnTo>
                <a:lnTo>
                  <a:pt x="798235" y="105574"/>
                </a:lnTo>
                <a:lnTo>
                  <a:pt x="797867" y="104998"/>
                </a:lnTo>
                <a:lnTo>
                  <a:pt x="797510" y="104410"/>
                </a:lnTo>
                <a:lnTo>
                  <a:pt x="797163" y="103809"/>
                </a:lnTo>
                <a:lnTo>
                  <a:pt x="796826" y="103196"/>
                </a:lnTo>
                <a:lnTo>
                  <a:pt x="796500" y="102570"/>
                </a:lnTo>
                <a:lnTo>
                  <a:pt x="796190" y="101927"/>
                </a:lnTo>
                <a:lnTo>
                  <a:pt x="795894" y="101273"/>
                </a:lnTo>
                <a:lnTo>
                  <a:pt x="795611" y="100606"/>
                </a:lnTo>
                <a:lnTo>
                  <a:pt x="795341" y="99928"/>
                </a:lnTo>
                <a:lnTo>
                  <a:pt x="795084" y="99239"/>
                </a:lnTo>
                <a:lnTo>
                  <a:pt x="794841" y="98537"/>
                </a:lnTo>
                <a:lnTo>
                  <a:pt x="794610" y="97825"/>
                </a:lnTo>
                <a:lnTo>
                  <a:pt x="794393" y="97100"/>
                </a:lnTo>
                <a:lnTo>
                  <a:pt x="794189" y="96364"/>
                </a:lnTo>
                <a:lnTo>
                  <a:pt x="793998" y="95616"/>
                </a:lnTo>
                <a:lnTo>
                  <a:pt x="793820" y="94857"/>
                </a:lnTo>
                <a:lnTo>
                  <a:pt x="793656" y="94086"/>
                </a:lnTo>
                <a:lnTo>
                  <a:pt x="793504" y="93303"/>
                </a:lnTo>
                <a:lnTo>
                  <a:pt x="793366" y="92509"/>
                </a:lnTo>
                <a:lnTo>
                  <a:pt x="793241" y="91703"/>
                </a:lnTo>
                <a:lnTo>
                  <a:pt x="793129" y="90886"/>
                </a:lnTo>
                <a:lnTo>
                  <a:pt x="793030" y="90057"/>
                </a:lnTo>
                <a:lnTo>
                  <a:pt x="792945" y="89216"/>
                </a:lnTo>
                <a:lnTo>
                  <a:pt x="792872" y="88363"/>
                </a:lnTo>
                <a:lnTo>
                  <a:pt x="792813" y="87499"/>
                </a:lnTo>
                <a:lnTo>
                  <a:pt x="792767" y="86624"/>
                </a:lnTo>
                <a:lnTo>
                  <a:pt x="792742" y="85949"/>
                </a:lnTo>
                <a:lnTo>
                  <a:pt x="863237" y="85949"/>
                </a:lnTo>
                <a:lnTo>
                  <a:pt x="863237" y="79629"/>
                </a:lnTo>
                <a:lnTo>
                  <a:pt x="863230" y="78505"/>
                </a:lnTo>
                <a:lnTo>
                  <a:pt x="863212" y="77395"/>
                </a:lnTo>
                <a:close/>
                <a:moveTo>
                  <a:pt x="792925" y="71382"/>
                </a:moveTo>
                <a:lnTo>
                  <a:pt x="793003" y="70736"/>
                </a:lnTo>
                <a:lnTo>
                  <a:pt x="793094" y="70094"/>
                </a:lnTo>
                <a:lnTo>
                  <a:pt x="793196" y="69455"/>
                </a:lnTo>
                <a:lnTo>
                  <a:pt x="793311" y="68819"/>
                </a:lnTo>
                <a:lnTo>
                  <a:pt x="793438" y="68187"/>
                </a:lnTo>
                <a:lnTo>
                  <a:pt x="793577" y="67559"/>
                </a:lnTo>
                <a:lnTo>
                  <a:pt x="793727" y="66934"/>
                </a:lnTo>
                <a:lnTo>
                  <a:pt x="793890" y="66312"/>
                </a:lnTo>
                <a:lnTo>
                  <a:pt x="794065" y="65694"/>
                </a:lnTo>
                <a:lnTo>
                  <a:pt x="794252" y="65080"/>
                </a:lnTo>
                <a:lnTo>
                  <a:pt x="794452" y="64469"/>
                </a:lnTo>
                <a:lnTo>
                  <a:pt x="794663" y="63862"/>
                </a:lnTo>
                <a:lnTo>
                  <a:pt x="794886" y="63258"/>
                </a:lnTo>
                <a:lnTo>
                  <a:pt x="795121" y="62657"/>
                </a:lnTo>
                <a:lnTo>
                  <a:pt x="795369" y="62060"/>
                </a:lnTo>
                <a:lnTo>
                  <a:pt x="795628" y="61467"/>
                </a:lnTo>
                <a:lnTo>
                  <a:pt x="795900" y="60877"/>
                </a:lnTo>
                <a:lnTo>
                  <a:pt x="796184" y="60291"/>
                </a:lnTo>
                <a:lnTo>
                  <a:pt x="796478" y="59711"/>
                </a:lnTo>
                <a:lnTo>
                  <a:pt x="796783" y="59140"/>
                </a:lnTo>
                <a:lnTo>
                  <a:pt x="797099" y="58579"/>
                </a:lnTo>
                <a:lnTo>
                  <a:pt x="797425" y="58026"/>
                </a:lnTo>
                <a:lnTo>
                  <a:pt x="797761" y="57483"/>
                </a:lnTo>
                <a:lnTo>
                  <a:pt x="798107" y="56949"/>
                </a:lnTo>
                <a:lnTo>
                  <a:pt x="798464" y="56425"/>
                </a:lnTo>
                <a:lnTo>
                  <a:pt x="798831" y="55909"/>
                </a:lnTo>
                <a:lnTo>
                  <a:pt x="799208" y="55403"/>
                </a:lnTo>
                <a:lnTo>
                  <a:pt x="799596" y="54906"/>
                </a:lnTo>
                <a:lnTo>
                  <a:pt x="799994" y="54418"/>
                </a:lnTo>
                <a:lnTo>
                  <a:pt x="800402" y="53939"/>
                </a:lnTo>
                <a:lnTo>
                  <a:pt x="800821" y="53470"/>
                </a:lnTo>
                <a:lnTo>
                  <a:pt x="801249" y="53010"/>
                </a:lnTo>
                <a:lnTo>
                  <a:pt x="801689" y="52559"/>
                </a:lnTo>
                <a:lnTo>
                  <a:pt x="802138" y="52117"/>
                </a:lnTo>
                <a:lnTo>
                  <a:pt x="802598" y="51685"/>
                </a:lnTo>
                <a:lnTo>
                  <a:pt x="803068" y="51261"/>
                </a:lnTo>
                <a:lnTo>
                  <a:pt x="803549" y="50847"/>
                </a:lnTo>
                <a:lnTo>
                  <a:pt x="804039" y="50442"/>
                </a:lnTo>
                <a:lnTo>
                  <a:pt x="804540" y="50047"/>
                </a:lnTo>
                <a:lnTo>
                  <a:pt x="805052" y="49660"/>
                </a:lnTo>
                <a:lnTo>
                  <a:pt x="805574" y="49283"/>
                </a:lnTo>
                <a:lnTo>
                  <a:pt x="806106" y="48915"/>
                </a:lnTo>
                <a:lnTo>
                  <a:pt x="806652" y="48554"/>
                </a:lnTo>
                <a:lnTo>
                  <a:pt x="807207" y="48209"/>
                </a:lnTo>
                <a:lnTo>
                  <a:pt x="807770" y="47878"/>
                </a:lnTo>
                <a:lnTo>
                  <a:pt x="808342" y="47563"/>
                </a:lnTo>
                <a:lnTo>
                  <a:pt x="808922" y="47264"/>
                </a:lnTo>
                <a:lnTo>
                  <a:pt x="809510" y="46980"/>
                </a:lnTo>
                <a:lnTo>
                  <a:pt x="810107" y="46711"/>
                </a:lnTo>
                <a:lnTo>
                  <a:pt x="810712" y="46458"/>
                </a:lnTo>
                <a:lnTo>
                  <a:pt x="811325" y="46219"/>
                </a:lnTo>
                <a:lnTo>
                  <a:pt x="811947" y="45997"/>
                </a:lnTo>
                <a:lnTo>
                  <a:pt x="812577" y="45789"/>
                </a:lnTo>
                <a:lnTo>
                  <a:pt x="813215" y="45597"/>
                </a:lnTo>
                <a:lnTo>
                  <a:pt x="813862" y="45421"/>
                </a:lnTo>
                <a:lnTo>
                  <a:pt x="814517" y="45259"/>
                </a:lnTo>
                <a:lnTo>
                  <a:pt x="815180" y="45113"/>
                </a:lnTo>
                <a:lnTo>
                  <a:pt x="815852" y="44983"/>
                </a:lnTo>
                <a:lnTo>
                  <a:pt x="816532" y="44868"/>
                </a:lnTo>
                <a:lnTo>
                  <a:pt x="817221" y="44768"/>
                </a:lnTo>
                <a:lnTo>
                  <a:pt x="817917" y="44683"/>
                </a:lnTo>
                <a:lnTo>
                  <a:pt x="818622" y="44614"/>
                </a:lnTo>
                <a:lnTo>
                  <a:pt x="819336" y="44560"/>
                </a:lnTo>
                <a:lnTo>
                  <a:pt x="820057" y="44522"/>
                </a:lnTo>
                <a:lnTo>
                  <a:pt x="820788" y="44499"/>
                </a:lnTo>
                <a:lnTo>
                  <a:pt x="821526" y="44491"/>
                </a:lnTo>
                <a:lnTo>
                  <a:pt x="822196" y="44498"/>
                </a:lnTo>
                <a:lnTo>
                  <a:pt x="822859" y="44517"/>
                </a:lnTo>
                <a:lnTo>
                  <a:pt x="823515" y="44550"/>
                </a:lnTo>
                <a:lnTo>
                  <a:pt x="824163" y="44595"/>
                </a:lnTo>
                <a:lnTo>
                  <a:pt x="824803" y="44653"/>
                </a:lnTo>
                <a:lnTo>
                  <a:pt x="825436" y="44724"/>
                </a:lnTo>
                <a:lnTo>
                  <a:pt x="826062" y="44809"/>
                </a:lnTo>
                <a:lnTo>
                  <a:pt x="826680" y="44906"/>
                </a:lnTo>
                <a:lnTo>
                  <a:pt x="827291" y="45016"/>
                </a:lnTo>
                <a:lnTo>
                  <a:pt x="827894" y="45139"/>
                </a:lnTo>
                <a:lnTo>
                  <a:pt x="828490" y="45275"/>
                </a:lnTo>
                <a:lnTo>
                  <a:pt x="829078" y="45424"/>
                </a:lnTo>
                <a:lnTo>
                  <a:pt x="829659" y="45585"/>
                </a:lnTo>
                <a:lnTo>
                  <a:pt x="830232" y="45760"/>
                </a:lnTo>
                <a:lnTo>
                  <a:pt x="830798" y="45948"/>
                </a:lnTo>
                <a:lnTo>
                  <a:pt x="831357" y="46149"/>
                </a:lnTo>
                <a:lnTo>
                  <a:pt x="831908" y="46362"/>
                </a:lnTo>
                <a:lnTo>
                  <a:pt x="832451" y="46589"/>
                </a:lnTo>
                <a:lnTo>
                  <a:pt x="832987" y="46828"/>
                </a:lnTo>
                <a:lnTo>
                  <a:pt x="833516" y="47081"/>
                </a:lnTo>
                <a:lnTo>
                  <a:pt x="834037" y="47346"/>
                </a:lnTo>
                <a:lnTo>
                  <a:pt x="834551" y="47624"/>
                </a:lnTo>
                <a:lnTo>
                  <a:pt x="835057" y="47916"/>
                </a:lnTo>
                <a:lnTo>
                  <a:pt x="835556" y="48220"/>
                </a:lnTo>
                <a:lnTo>
                  <a:pt x="836051" y="48535"/>
                </a:lnTo>
                <a:lnTo>
                  <a:pt x="836537" y="48860"/>
                </a:lnTo>
                <a:lnTo>
                  <a:pt x="837013" y="49195"/>
                </a:lnTo>
                <a:lnTo>
                  <a:pt x="837480" y="49538"/>
                </a:lnTo>
                <a:lnTo>
                  <a:pt x="837937" y="49892"/>
                </a:lnTo>
                <a:lnTo>
                  <a:pt x="838384" y="50254"/>
                </a:lnTo>
                <a:lnTo>
                  <a:pt x="838822" y="50626"/>
                </a:lnTo>
                <a:lnTo>
                  <a:pt x="839249" y="51008"/>
                </a:lnTo>
                <a:lnTo>
                  <a:pt x="839668" y="51399"/>
                </a:lnTo>
                <a:lnTo>
                  <a:pt x="840076" y="51799"/>
                </a:lnTo>
                <a:lnTo>
                  <a:pt x="840475" y="52209"/>
                </a:lnTo>
                <a:lnTo>
                  <a:pt x="840864" y="52628"/>
                </a:lnTo>
                <a:lnTo>
                  <a:pt x="841244" y="53057"/>
                </a:lnTo>
                <a:lnTo>
                  <a:pt x="841614" y="53495"/>
                </a:lnTo>
                <a:lnTo>
                  <a:pt x="841974" y="53942"/>
                </a:lnTo>
                <a:lnTo>
                  <a:pt x="842325" y="54399"/>
                </a:lnTo>
                <a:lnTo>
                  <a:pt x="842666" y="54866"/>
                </a:lnTo>
                <a:lnTo>
                  <a:pt x="842997" y="55342"/>
                </a:lnTo>
                <a:lnTo>
                  <a:pt x="843319" y="55827"/>
                </a:lnTo>
                <a:lnTo>
                  <a:pt x="843631" y="56322"/>
                </a:lnTo>
                <a:lnTo>
                  <a:pt x="843934" y="56826"/>
                </a:lnTo>
                <a:lnTo>
                  <a:pt x="844226" y="57339"/>
                </a:lnTo>
                <a:lnTo>
                  <a:pt x="844509" y="57862"/>
                </a:lnTo>
                <a:lnTo>
                  <a:pt x="844783" y="58395"/>
                </a:lnTo>
                <a:lnTo>
                  <a:pt x="845051" y="58935"/>
                </a:lnTo>
                <a:lnTo>
                  <a:pt x="845308" y="59482"/>
                </a:lnTo>
                <a:lnTo>
                  <a:pt x="845553" y="60034"/>
                </a:lnTo>
                <a:lnTo>
                  <a:pt x="845787" y="60593"/>
                </a:lnTo>
                <a:lnTo>
                  <a:pt x="846009" y="61158"/>
                </a:lnTo>
                <a:lnTo>
                  <a:pt x="846221" y="61729"/>
                </a:lnTo>
                <a:lnTo>
                  <a:pt x="846420" y="62306"/>
                </a:lnTo>
                <a:lnTo>
                  <a:pt x="846608" y="62889"/>
                </a:lnTo>
                <a:lnTo>
                  <a:pt x="846785" y="63478"/>
                </a:lnTo>
                <a:lnTo>
                  <a:pt x="846951" y="64074"/>
                </a:lnTo>
                <a:lnTo>
                  <a:pt x="847105" y="64676"/>
                </a:lnTo>
                <a:lnTo>
                  <a:pt x="847247" y="65283"/>
                </a:lnTo>
                <a:lnTo>
                  <a:pt x="847379" y="65897"/>
                </a:lnTo>
                <a:lnTo>
                  <a:pt x="847499" y="66518"/>
                </a:lnTo>
                <a:lnTo>
                  <a:pt x="847607" y="67144"/>
                </a:lnTo>
                <a:lnTo>
                  <a:pt x="847704" y="67776"/>
                </a:lnTo>
                <a:lnTo>
                  <a:pt x="847790" y="68415"/>
                </a:lnTo>
                <a:lnTo>
                  <a:pt x="847864" y="69060"/>
                </a:lnTo>
                <a:lnTo>
                  <a:pt x="847926" y="69710"/>
                </a:lnTo>
                <a:lnTo>
                  <a:pt x="847978" y="70367"/>
                </a:lnTo>
                <a:lnTo>
                  <a:pt x="848018" y="71031"/>
                </a:lnTo>
                <a:lnTo>
                  <a:pt x="848046" y="71700"/>
                </a:lnTo>
                <a:lnTo>
                  <a:pt x="848063" y="72375"/>
                </a:lnTo>
                <a:lnTo>
                  <a:pt x="848069" y="73057"/>
                </a:lnTo>
                <a:lnTo>
                  <a:pt x="792780" y="73057"/>
                </a:lnTo>
                <a:lnTo>
                  <a:pt x="792804" y="72685"/>
                </a:lnTo>
                <a:lnTo>
                  <a:pt x="792858" y="72032"/>
                </a:lnTo>
                <a:lnTo>
                  <a:pt x="792925" y="71382"/>
                </a:lnTo>
                <a:close/>
                <a:moveTo>
                  <a:pt x="1080853" y="131180"/>
                </a:moveTo>
                <a:lnTo>
                  <a:pt x="1081886" y="131061"/>
                </a:lnTo>
                <a:lnTo>
                  <a:pt x="1082907" y="130919"/>
                </a:lnTo>
                <a:lnTo>
                  <a:pt x="1083917" y="130757"/>
                </a:lnTo>
                <a:lnTo>
                  <a:pt x="1084915" y="130572"/>
                </a:lnTo>
                <a:lnTo>
                  <a:pt x="1085902" y="130366"/>
                </a:lnTo>
                <a:lnTo>
                  <a:pt x="1086878" y="130137"/>
                </a:lnTo>
                <a:lnTo>
                  <a:pt x="1087842" y="129888"/>
                </a:lnTo>
                <a:lnTo>
                  <a:pt x="1088795" y="129616"/>
                </a:lnTo>
                <a:lnTo>
                  <a:pt x="1089736" y="129323"/>
                </a:lnTo>
                <a:lnTo>
                  <a:pt x="1090666" y="129008"/>
                </a:lnTo>
                <a:lnTo>
                  <a:pt x="1091585" y="128671"/>
                </a:lnTo>
                <a:lnTo>
                  <a:pt x="1092492" y="128313"/>
                </a:lnTo>
                <a:lnTo>
                  <a:pt x="1093388" y="127932"/>
                </a:lnTo>
                <a:lnTo>
                  <a:pt x="1094272" y="127530"/>
                </a:lnTo>
                <a:lnTo>
                  <a:pt x="1095145" y="127107"/>
                </a:lnTo>
                <a:lnTo>
                  <a:pt x="1096006" y="126662"/>
                </a:lnTo>
                <a:lnTo>
                  <a:pt x="1096857" y="126194"/>
                </a:lnTo>
                <a:lnTo>
                  <a:pt x="1097695" y="125706"/>
                </a:lnTo>
                <a:lnTo>
                  <a:pt x="1098522" y="125195"/>
                </a:lnTo>
                <a:lnTo>
                  <a:pt x="1099342" y="124665"/>
                </a:lnTo>
                <a:lnTo>
                  <a:pt x="1100145" y="124118"/>
                </a:lnTo>
                <a:lnTo>
                  <a:pt x="1100934" y="123553"/>
                </a:lnTo>
                <a:lnTo>
                  <a:pt x="1101707" y="122971"/>
                </a:lnTo>
                <a:lnTo>
                  <a:pt x="1102465" y="122372"/>
                </a:lnTo>
                <a:lnTo>
                  <a:pt x="1103207" y="121755"/>
                </a:lnTo>
                <a:lnTo>
                  <a:pt x="1103934" y="121121"/>
                </a:lnTo>
                <a:lnTo>
                  <a:pt x="1104646" y="120469"/>
                </a:lnTo>
                <a:lnTo>
                  <a:pt x="1105342" y="119801"/>
                </a:lnTo>
                <a:lnTo>
                  <a:pt x="1106023" y="119115"/>
                </a:lnTo>
                <a:lnTo>
                  <a:pt x="1106688" y="118411"/>
                </a:lnTo>
                <a:lnTo>
                  <a:pt x="1107339" y="117690"/>
                </a:lnTo>
                <a:lnTo>
                  <a:pt x="1107973" y="116952"/>
                </a:lnTo>
                <a:lnTo>
                  <a:pt x="1108593" y="116197"/>
                </a:lnTo>
                <a:lnTo>
                  <a:pt x="1109197" y="115424"/>
                </a:lnTo>
                <a:lnTo>
                  <a:pt x="1109786" y="114634"/>
                </a:lnTo>
                <a:lnTo>
                  <a:pt x="1110359" y="113827"/>
                </a:lnTo>
                <a:lnTo>
                  <a:pt x="1110917" y="113002"/>
                </a:lnTo>
                <a:lnTo>
                  <a:pt x="1111460" y="112160"/>
                </a:lnTo>
                <a:lnTo>
                  <a:pt x="1111987" y="111300"/>
                </a:lnTo>
                <a:lnTo>
                  <a:pt x="1112499" y="110424"/>
                </a:lnTo>
                <a:lnTo>
                  <a:pt x="1112996" y="109529"/>
                </a:lnTo>
                <a:lnTo>
                  <a:pt x="1113477" y="108618"/>
                </a:lnTo>
                <a:lnTo>
                  <a:pt x="1113943" y="107689"/>
                </a:lnTo>
                <a:lnTo>
                  <a:pt x="1114397" y="106745"/>
                </a:lnTo>
                <a:lnTo>
                  <a:pt x="1114831" y="105788"/>
                </a:lnTo>
                <a:lnTo>
                  <a:pt x="1115246" y="104818"/>
                </a:lnTo>
                <a:lnTo>
                  <a:pt x="1115642" y="103834"/>
                </a:lnTo>
                <a:lnTo>
                  <a:pt x="1116019" y="102838"/>
                </a:lnTo>
                <a:lnTo>
                  <a:pt x="1116376" y="101828"/>
                </a:lnTo>
                <a:lnTo>
                  <a:pt x="1116714" y="100805"/>
                </a:lnTo>
                <a:lnTo>
                  <a:pt x="1117032" y="99768"/>
                </a:lnTo>
                <a:lnTo>
                  <a:pt x="1117332" y="98719"/>
                </a:lnTo>
                <a:lnTo>
                  <a:pt x="1117612" y="97657"/>
                </a:lnTo>
                <a:lnTo>
                  <a:pt x="1117872" y="96581"/>
                </a:lnTo>
                <a:lnTo>
                  <a:pt x="1118114" y="95492"/>
                </a:lnTo>
                <a:lnTo>
                  <a:pt x="1118336" y="94390"/>
                </a:lnTo>
                <a:lnTo>
                  <a:pt x="1118539" y="93275"/>
                </a:lnTo>
                <a:lnTo>
                  <a:pt x="1118722" y="92147"/>
                </a:lnTo>
                <a:lnTo>
                  <a:pt x="1118886" y="91005"/>
                </a:lnTo>
                <a:lnTo>
                  <a:pt x="1119031" y="89850"/>
                </a:lnTo>
                <a:lnTo>
                  <a:pt x="1119157" y="88683"/>
                </a:lnTo>
                <a:lnTo>
                  <a:pt x="1119263" y="87501"/>
                </a:lnTo>
                <a:lnTo>
                  <a:pt x="1119350" y="86307"/>
                </a:lnTo>
                <a:lnTo>
                  <a:pt x="1119417" y="85100"/>
                </a:lnTo>
                <a:lnTo>
                  <a:pt x="1119466" y="83879"/>
                </a:lnTo>
                <a:lnTo>
                  <a:pt x="1119495" y="82646"/>
                </a:lnTo>
                <a:lnTo>
                  <a:pt x="1119504" y="81399"/>
                </a:lnTo>
                <a:lnTo>
                  <a:pt x="1119495" y="80142"/>
                </a:lnTo>
                <a:lnTo>
                  <a:pt x="1119466" y="78898"/>
                </a:lnTo>
                <a:lnTo>
                  <a:pt x="1119417" y="77667"/>
                </a:lnTo>
                <a:lnTo>
                  <a:pt x="1119350" y="76450"/>
                </a:lnTo>
                <a:lnTo>
                  <a:pt x="1119263" y="75246"/>
                </a:lnTo>
                <a:lnTo>
                  <a:pt x="1119157" y="74056"/>
                </a:lnTo>
                <a:lnTo>
                  <a:pt x="1119031" y="72879"/>
                </a:lnTo>
                <a:lnTo>
                  <a:pt x="1118886" y="71716"/>
                </a:lnTo>
                <a:lnTo>
                  <a:pt x="1118722" y="70565"/>
                </a:lnTo>
                <a:lnTo>
                  <a:pt x="1118539" y="69429"/>
                </a:lnTo>
                <a:lnTo>
                  <a:pt x="1118336" y="68305"/>
                </a:lnTo>
                <a:lnTo>
                  <a:pt x="1118114" y="67195"/>
                </a:lnTo>
                <a:lnTo>
                  <a:pt x="1117872" y="66099"/>
                </a:lnTo>
                <a:lnTo>
                  <a:pt x="1117612" y="65015"/>
                </a:lnTo>
                <a:lnTo>
                  <a:pt x="1117332" y="63945"/>
                </a:lnTo>
                <a:lnTo>
                  <a:pt x="1117032" y="62889"/>
                </a:lnTo>
                <a:lnTo>
                  <a:pt x="1116714" y="61846"/>
                </a:lnTo>
                <a:lnTo>
                  <a:pt x="1116376" y="60816"/>
                </a:lnTo>
                <a:lnTo>
                  <a:pt x="1116019" y="59800"/>
                </a:lnTo>
                <a:lnTo>
                  <a:pt x="1115642" y="58797"/>
                </a:lnTo>
                <a:lnTo>
                  <a:pt x="1115246" y="57807"/>
                </a:lnTo>
                <a:lnTo>
                  <a:pt x="1114831" y="56831"/>
                </a:lnTo>
                <a:lnTo>
                  <a:pt x="1114397" y="55868"/>
                </a:lnTo>
                <a:lnTo>
                  <a:pt x="1113943" y="54919"/>
                </a:lnTo>
                <a:lnTo>
                  <a:pt x="1113477" y="53985"/>
                </a:lnTo>
                <a:lnTo>
                  <a:pt x="1112996" y="53069"/>
                </a:lnTo>
                <a:lnTo>
                  <a:pt x="1112499" y="52170"/>
                </a:lnTo>
                <a:lnTo>
                  <a:pt x="1111987" y="51289"/>
                </a:lnTo>
                <a:lnTo>
                  <a:pt x="1111460" y="50425"/>
                </a:lnTo>
                <a:lnTo>
                  <a:pt x="1110917" y="49579"/>
                </a:lnTo>
                <a:lnTo>
                  <a:pt x="1110359" y="48750"/>
                </a:lnTo>
                <a:lnTo>
                  <a:pt x="1109786" y="47939"/>
                </a:lnTo>
                <a:lnTo>
                  <a:pt x="1109197" y="47146"/>
                </a:lnTo>
                <a:lnTo>
                  <a:pt x="1108593" y="46370"/>
                </a:lnTo>
                <a:lnTo>
                  <a:pt x="1107973" y="45611"/>
                </a:lnTo>
                <a:lnTo>
                  <a:pt x="1107339" y="44871"/>
                </a:lnTo>
                <a:lnTo>
                  <a:pt x="1106688" y="44147"/>
                </a:lnTo>
                <a:lnTo>
                  <a:pt x="1106023" y="43442"/>
                </a:lnTo>
                <a:lnTo>
                  <a:pt x="1105342" y="42753"/>
                </a:lnTo>
                <a:lnTo>
                  <a:pt x="1104646" y="42083"/>
                </a:lnTo>
                <a:lnTo>
                  <a:pt x="1103934" y="41430"/>
                </a:lnTo>
                <a:lnTo>
                  <a:pt x="1103207" y="40794"/>
                </a:lnTo>
                <a:lnTo>
                  <a:pt x="1102465" y="40176"/>
                </a:lnTo>
                <a:lnTo>
                  <a:pt x="1101707" y="39576"/>
                </a:lnTo>
                <a:lnTo>
                  <a:pt x="1100934" y="38993"/>
                </a:lnTo>
                <a:lnTo>
                  <a:pt x="1100145" y="38428"/>
                </a:lnTo>
                <a:lnTo>
                  <a:pt x="1099342" y="37880"/>
                </a:lnTo>
                <a:lnTo>
                  <a:pt x="1098522" y="37350"/>
                </a:lnTo>
                <a:lnTo>
                  <a:pt x="1097695" y="36839"/>
                </a:lnTo>
                <a:lnTo>
                  <a:pt x="1096857" y="36351"/>
                </a:lnTo>
                <a:lnTo>
                  <a:pt x="1096006" y="35884"/>
                </a:lnTo>
                <a:lnTo>
                  <a:pt x="1095145" y="35438"/>
                </a:lnTo>
                <a:lnTo>
                  <a:pt x="1094272" y="35015"/>
                </a:lnTo>
                <a:lnTo>
                  <a:pt x="1093388" y="34613"/>
                </a:lnTo>
                <a:lnTo>
                  <a:pt x="1092492" y="34233"/>
                </a:lnTo>
                <a:lnTo>
                  <a:pt x="1091585" y="33874"/>
                </a:lnTo>
                <a:lnTo>
                  <a:pt x="1090666" y="33537"/>
                </a:lnTo>
                <a:lnTo>
                  <a:pt x="1089736" y="33222"/>
                </a:lnTo>
                <a:lnTo>
                  <a:pt x="1088795" y="32929"/>
                </a:lnTo>
                <a:lnTo>
                  <a:pt x="1087842" y="32658"/>
                </a:lnTo>
                <a:lnTo>
                  <a:pt x="1086878" y="32408"/>
                </a:lnTo>
                <a:lnTo>
                  <a:pt x="1085902" y="32180"/>
                </a:lnTo>
                <a:lnTo>
                  <a:pt x="1084915" y="31973"/>
                </a:lnTo>
                <a:lnTo>
                  <a:pt x="1083917" y="31789"/>
                </a:lnTo>
                <a:lnTo>
                  <a:pt x="1082907" y="31626"/>
                </a:lnTo>
                <a:lnTo>
                  <a:pt x="1081886" y="31484"/>
                </a:lnTo>
                <a:lnTo>
                  <a:pt x="1080853" y="31365"/>
                </a:lnTo>
                <a:lnTo>
                  <a:pt x="1079809" y="31267"/>
                </a:lnTo>
                <a:lnTo>
                  <a:pt x="1078753" y="31191"/>
                </a:lnTo>
                <a:lnTo>
                  <a:pt x="1077687" y="31137"/>
                </a:lnTo>
                <a:lnTo>
                  <a:pt x="1076608" y="31104"/>
                </a:lnTo>
                <a:lnTo>
                  <a:pt x="1075518" y="31093"/>
                </a:lnTo>
                <a:lnTo>
                  <a:pt x="1074429" y="31104"/>
                </a:lnTo>
                <a:lnTo>
                  <a:pt x="1073350" y="31137"/>
                </a:lnTo>
                <a:lnTo>
                  <a:pt x="1072283" y="31191"/>
                </a:lnTo>
                <a:lnTo>
                  <a:pt x="1071226" y="31267"/>
                </a:lnTo>
                <a:lnTo>
                  <a:pt x="1070181" y="31365"/>
                </a:lnTo>
                <a:lnTo>
                  <a:pt x="1069147" y="31484"/>
                </a:lnTo>
                <a:lnTo>
                  <a:pt x="1068125" y="31626"/>
                </a:lnTo>
                <a:lnTo>
                  <a:pt x="1067113" y="31789"/>
                </a:lnTo>
                <a:lnTo>
                  <a:pt x="1066113" y="31973"/>
                </a:lnTo>
                <a:lnTo>
                  <a:pt x="1065124" y="32180"/>
                </a:lnTo>
                <a:lnTo>
                  <a:pt x="1064146" y="32408"/>
                </a:lnTo>
                <a:lnTo>
                  <a:pt x="1063179" y="32658"/>
                </a:lnTo>
                <a:lnTo>
                  <a:pt x="1062224" y="32929"/>
                </a:lnTo>
                <a:lnTo>
                  <a:pt x="1061279" y="33222"/>
                </a:lnTo>
                <a:lnTo>
                  <a:pt x="1060346" y="33537"/>
                </a:lnTo>
                <a:lnTo>
                  <a:pt x="1059424" y="33874"/>
                </a:lnTo>
                <a:lnTo>
                  <a:pt x="1058513" y="34233"/>
                </a:lnTo>
                <a:lnTo>
                  <a:pt x="1057614" y="34613"/>
                </a:lnTo>
                <a:lnTo>
                  <a:pt x="1056725" y="35015"/>
                </a:lnTo>
                <a:lnTo>
                  <a:pt x="1055848" y="35438"/>
                </a:lnTo>
                <a:lnTo>
                  <a:pt x="1054982" y="35884"/>
                </a:lnTo>
                <a:lnTo>
                  <a:pt x="1054127" y="36351"/>
                </a:lnTo>
                <a:lnTo>
                  <a:pt x="1053284" y="36839"/>
                </a:lnTo>
                <a:lnTo>
                  <a:pt x="1052451" y="37350"/>
                </a:lnTo>
                <a:lnTo>
                  <a:pt x="1051637" y="37880"/>
                </a:lnTo>
                <a:lnTo>
                  <a:pt x="1050838" y="38428"/>
                </a:lnTo>
                <a:lnTo>
                  <a:pt x="1050054" y="38993"/>
                </a:lnTo>
                <a:lnTo>
                  <a:pt x="1049284" y="39576"/>
                </a:lnTo>
                <a:lnTo>
                  <a:pt x="1048530" y="40176"/>
                </a:lnTo>
                <a:lnTo>
                  <a:pt x="1047790" y="40794"/>
                </a:lnTo>
                <a:lnTo>
                  <a:pt x="1047066" y="41430"/>
                </a:lnTo>
                <a:lnTo>
                  <a:pt x="1046356" y="42083"/>
                </a:lnTo>
                <a:lnTo>
                  <a:pt x="1045661" y="42753"/>
                </a:lnTo>
                <a:lnTo>
                  <a:pt x="1044982" y="43442"/>
                </a:lnTo>
                <a:lnTo>
                  <a:pt x="1044317" y="44147"/>
                </a:lnTo>
                <a:lnTo>
                  <a:pt x="1043667" y="44871"/>
                </a:lnTo>
                <a:lnTo>
                  <a:pt x="1043032" y="45611"/>
                </a:lnTo>
                <a:lnTo>
                  <a:pt x="1042412" y="46370"/>
                </a:lnTo>
                <a:lnTo>
                  <a:pt x="1041806" y="47146"/>
                </a:lnTo>
                <a:lnTo>
                  <a:pt x="1041216" y="47939"/>
                </a:lnTo>
                <a:lnTo>
                  <a:pt x="1040641" y="48750"/>
                </a:lnTo>
                <a:lnTo>
                  <a:pt x="1040080" y="49579"/>
                </a:lnTo>
                <a:lnTo>
                  <a:pt x="1039535" y="50425"/>
                </a:lnTo>
                <a:lnTo>
                  <a:pt x="1039004" y="51289"/>
                </a:lnTo>
                <a:lnTo>
                  <a:pt x="1038488" y="52170"/>
                </a:lnTo>
                <a:lnTo>
                  <a:pt x="1037988" y="53069"/>
                </a:lnTo>
                <a:lnTo>
                  <a:pt x="1037502" y="53985"/>
                </a:lnTo>
                <a:lnTo>
                  <a:pt x="1037031" y="54919"/>
                </a:lnTo>
                <a:lnTo>
                  <a:pt x="1036582" y="55868"/>
                </a:lnTo>
                <a:lnTo>
                  <a:pt x="1036153" y="56831"/>
                </a:lnTo>
                <a:lnTo>
                  <a:pt x="1035742" y="57807"/>
                </a:lnTo>
                <a:lnTo>
                  <a:pt x="1035351" y="58797"/>
                </a:lnTo>
                <a:lnTo>
                  <a:pt x="1034979" y="59800"/>
                </a:lnTo>
                <a:lnTo>
                  <a:pt x="1034625" y="60816"/>
                </a:lnTo>
                <a:lnTo>
                  <a:pt x="1034291" y="61846"/>
                </a:lnTo>
                <a:lnTo>
                  <a:pt x="1033976" y="62889"/>
                </a:lnTo>
                <a:lnTo>
                  <a:pt x="1033680" y="63945"/>
                </a:lnTo>
                <a:lnTo>
                  <a:pt x="1033404" y="65015"/>
                </a:lnTo>
                <a:lnTo>
                  <a:pt x="1033146" y="66099"/>
                </a:lnTo>
                <a:lnTo>
                  <a:pt x="1032907" y="67195"/>
                </a:lnTo>
                <a:lnTo>
                  <a:pt x="1032688" y="68305"/>
                </a:lnTo>
                <a:lnTo>
                  <a:pt x="1032487" y="69429"/>
                </a:lnTo>
                <a:lnTo>
                  <a:pt x="1032306" y="70565"/>
                </a:lnTo>
                <a:lnTo>
                  <a:pt x="1032144" y="71716"/>
                </a:lnTo>
                <a:lnTo>
                  <a:pt x="1032000" y="72879"/>
                </a:lnTo>
                <a:lnTo>
                  <a:pt x="1031876" y="74056"/>
                </a:lnTo>
                <a:lnTo>
                  <a:pt x="1031771" y="75246"/>
                </a:lnTo>
                <a:lnTo>
                  <a:pt x="1031685" y="76450"/>
                </a:lnTo>
                <a:lnTo>
                  <a:pt x="1031619" y="77667"/>
                </a:lnTo>
                <a:lnTo>
                  <a:pt x="1031571" y="78898"/>
                </a:lnTo>
                <a:lnTo>
                  <a:pt x="1031542" y="80142"/>
                </a:lnTo>
                <a:lnTo>
                  <a:pt x="1031533" y="81399"/>
                </a:lnTo>
                <a:lnTo>
                  <a:pt x="1031542" y="82646"/>
                </a:lnTo>
                <a:lnTo>
                  <a:pt x="1031571" y="83879"/>
                </a:lnTo>
                <a:lnTo>
                  <a:pt x="1031619" y="85100"/>
                </a:lnTo>
                <a:lnTo>
                  <a:pt x="1031685" y="86307"/>
                </a:lnTo>
                <a:lnTo>
                  <a:pt x="1031771" y="87501"/>
                </a:lnTo>
                <a:lnTo>
                  <a:pt x="1031876" y="88683"/>
                </a:lnTo>
                <a:lnTo>
                  <a:pt x="1032000" y="89850"/>
                </a:lnTo>
                <a:lnTo>
                  <a:pt x="1032144" y="91005"/>
                </a:lnTo>
                <a:lnTo>
                  <a:pt x="1032306" y="92147"/>
                </a:lnTo>
                <a:lnTo>
                  <a:pt x="1032487" y="93275"/>
                </a:lnTo>
                <a:lnTo>
                  <a:pt x="1032688" y="94390"/>
                </a:lnTo>
                <a:lnTo>
                  <a:pt x="1032907" y="95492"/>
                </a:lnTo>
                <a:lnTo>
                  <a:pt x="1033146" y="96581"/>
                </a:lnTo>
                <a:lnTo>
                  <a:pt x="1033404" y="97657"/>
                </a:lnTo>
                <a:lnTo>
                  <a:pt x="1033680" y="98719"/>
                </a:lnTo>
                <a:lnTo>
                  <a:pt x="1033976" y="99768"/>
                </a:lnTo>
                <a:lnTo>
                  <a:pt x="1034291" y="100805"/>
                </a:lnTo>
                <a:lnTo>
                  <a:pt x="1034625" y="101828"/>
                </a:lnTo>
                <a:lnTo>
                  <a:pt x="1034979" y="102838"/>
                </a:lnTo>
                <a:lnTo>
                  <a:pt x="1035351" y="103834"/>
                </a:lnTo>
                <a:lnTo>
                  <a:pt x="1035742" y="104818"/>
                </a:lnTo>
                <a:lnTo>
                  <a:pt x="1036153" y="105788"/>
                </a:lnTo>
                <a:lnTo>
                  <a:pt x="1036582" y="106745"/>
                </a:lnTo>
                <a:lnTo>
                  <a:pt x="1037031" y="107689"/>
                </a:lnTo>
                <a:lnTo>
                  <a:pt x="1037502" y="108618"/>
                </a:lnTo>
                <a:lnTo>
                  <a:pt x="1037988" y="109529"/>
                </a:lnTo>
                <a:lnTo>
                  <a:pt x="1038488" y="110424"/>
                </a:lnTo>
                <a:lnTo>
                  <a:pt x="1039004" y="111300"/>
                </a:lnTo>
                <a:lnTo>
                  <a:pt x="1039535" y="112160"/>
                </a:lnTo>
                <a:lnTo>
                  <a:pt x="1040080" y="113002"/>
                </a:lnTo>
                <a:lnTo>
                  <a:pt x="1040641" y="113827"/>
                </a:lnTo>
                <a:lnTo>
                  <a:pt x="1041216" y="114634"/>
                </a:lnTo>
                <a:lnTo>
                  <a:pt x="1041806" y="115424"/>
                </a:lnTo>
                <a:lnTo>
                  <a:pt x="1042412" y="116197"/>
                </a:lnTo>
                <a:lnTo>
                  <a:pt x="1043032" y="116952"/>
                </a:lnTo>
                <a:lnTo>
                  <a:pt x="1043667" y="117690"/>
                </a:lnTo>
                <a:lnTo>
                  <a:pt x="1044317" y="118411"/>
                </a:lnTo>
                <a:lnTo>
                  <a:pt x="1044982" y="119115"/>
                </a:lnTo>
                <a:lnTo>
                  <a:pt x="1045661" y="119801"/>
                </a:lnTo>
                <a:lnTo>
                  <a:pt x="1046356" y="120469"/>
                </a:lnTo>
                <a:lnTo>
                  <a:pt x="1047066" y="121121"/>
                </a:lnTo>
                <a:lnTo>
                  <a:pt x="1047790" y="121755"/>
                </a:lnTo>
                <a:lnTo>
                  <a:pt x="1048530" y="122372"/>
                </a:lnTo>
                <a:lnTo>
                  <a:pt x="1049284" y="122971"/>
                </a:lnTo>
                <a:lnTo>
                  <a:pt x="1050054" y="123553"/>
                </a:lnTo>
                <a:lnTo>
                  <a:pt x="1050838" y="124118"/>
                </a:lnTo>
                <a:lnTo>
                  <a:pt x="1051637" y="124665"/>
                </a:lnTo>
                <a:lnTo>
                  <a:pt x="1052451" y="125195"/>
                </a:lnTo>
                <a:lnTo>
                  <a:pt x="1053284" y="125706"/>
                </a:lnTo>
                <a:lnTo>
                  <a:pt x="1054127" y="126194"/>
                </a:lnTo>
                <a:lnTo>
                  <a:pt x="1054982" y="126662"/>
                </a:lnTo>
                <a:lnTo>
                  <a:pt x="1055848" y="127107"/>
                </a:lnTo>
                <a:lnTo>
                  <a:pt x="1056725" y="127530"/>
                </a:lnTo>
                <a:lnTo>
                  <a:pt x="1057614" y="127932"/>
                </a:lnTo>
                <a:lnTo>
                  <a:pt x="1058513" y="128313"/>
                </a:lnTo>
                <a:lnTo>
                  <a:pt x="1059424" y="128671"/>
                </a:lnTo>
                <a:lnTo>
                  <a:pt x="1060346" y="129008"/>
                </a:lnTo>
                <a:lnTo>
                  <a:pt x="1061279" y="129323"/>
                </a:lnTo>
                <a:lnTo>
                  <a:pt x="1062224" y="129616"/>
                </a:lnTo>
                <a:lnTo>
                  <a:pt x="1063179" y="129888"/>
                </a:lnTo>
                <a:lnTo>
                  <a:pt x="1064146" y="130137"/>
                </a:lnTo>
                <a:lnTo>
                  <a:pt x="1065124" y="130366"/>
                </a:lnTo>
                <a:lnTo>
                  <a:pt x="1066113" y="130572"/>
                </a:lnTo>
                <a:lnTo>
                  <a:pt x="1067113" y="130757"/>
                </a:lnTo>
                <a:lnTo>
                  <a:pt x="1068125" y="130919"/>
                </a:lnTo>
                <a:lnTo>
                  <a:pt x="1069147" y="131061"/>
                </a:lnTo>
                <a:lnTo>
                  <a:pt x="1070181" y="131180"/>
                </a:lnTo>
                <a:lnTo>
                  <a:pt x="1071226" y="131278"/>
                </a:lnTo>
                <a:lnTo>
                  <a:pt x="1072283" y="131354"/>
                </a:lnTo>
                <a:lnTo>
                  <a:pt x="1073350" y="131408"/>
                </a:lnTo>
                <a:lnTo>
                  <a:pt x="1074429" y="131441"/>
                </a:lnTo>
                <a:lnTo>
                  <a:pt x="1075518" y="131452"/>
                </a:lnTo>
                <a:lnTo>
                  <a:pt x="1076608" y="131441"/>
                </a:lnTo>
                <a:lnTo>
                  <a:pt x="1077687" y="131408"/>
                </a:lnTo>
                <a:lnTo>
                  <a:pt x="1078753" y="131354"/>
                </a:lnTo>
                <a:lnTo>
                  <a:pt x="1079809" y="131278"/>
                </a:lnTo>
                <a:lnTo>
                  <a:pt x="1080853" y="131180"/>
                </a:lnTo>
                <a:close/>
                <a:moveTo>
                  <a:pt x="1071512" y="117832"/>
                </a:moveTo>
                <a:lnTo>
                  <a:pt x="1070747" y="117734"/>
                </a:lnTo>
                <a:lnTo>
                  <a:pt x="1069995" y="117618"/>
                </a:lnTo>
                <a:lnTo>
                  <a:pt x="1069255" y="117485"/>
                </a:lnTo>
                <a:lnTo>
                  <a:pt x="1068527" y="117334"/>
                </a:lnTo>
                <a:lnTo>
                  <a:pt x="1067812" y="117165"/>
                </a:lnTo>
                <a:lnTo>
                  <a:pt x="1067109" y="116978"/>
                </a:lnTo>
                <a:lnTo>
                  <a:pt x="1066418" y="116774"/>
                </a:lnTo>
                <a:lnTo>
                  <a:pt x="1065739" y="116552"/>
                </a:lnTo>
                <a:lnTo>
                  <a:pt x="1065073" y="116312"/>
                </a:lnTo>
                <a:lnTo>
                  <a:pt x="1064419" y="116054"/>
                </a:lnTo>
                <a:lnTo>
                  <a:pt x="1063778" y="115779"/>
                </a:lnTo>
                <a:lnTo>
                  <a:pt x="1063148" y="115485"/>
                </a:lnTo>
                <a:lnTo>
                  <a:pt x="1062531" y="115174"/>
                </a:lnTo>
                <a:lnTo>
                  <a:pt x="1061926" y="114845"/>
                </a:lnTo>
                <a:lnTo>
                  <a:pt x="1061334" y="114499"/>
                </a:lnTo>
                <a:lnTo>
                  <a:pt x="1060754" y="114135"/>
                </a:lnTo>
                <a:lnTo>
                  <a:pt x="1060186" y="113752"/>
                </a:lnTo>
                <a:lnTo>
                  <a:pt x="1059630" y="113352"/>
                </a:lnTo>
                <a:lnTo>
                  <a:pt x="1059087" y="112935"/>
                </a:lnTo>
                <a:lnTo>
                  <a:pt x="1058556" y="112503"/>
                </a:lnTo>
                <a:lnTo>
                  <a:pt x="1058036" y="112059"/>
                </a:lnTo>
                <a:lnTo>
                  <a:pt x="1057528" y="111605"/>
                </a:lnTo>
                <a:lnTo>
                  <a:pt x="1057031" y="111139"/>
                </a:lnTo>
                <a:lnTo>
                  <a:pt x="1056546" y="110662"/>
                </a:lnTo>
                <a:lnTo>
                  <a:pt x="1056073" y="110174"/>
                </a:lnTo>
                <a:lnTo>
                  <a:pt x="1055612" y="109674"/>
                </a:lnTo>
                <a:lnTo>
                  <a:pt x="1055162" y="109164"/>
                </a:lnTo>
                <a:lnTo>
                  <a:pt x="1054723" y="108642"/>
                </a:lnTo>
                <a:lnTo>
                  <a:pt x="1054297" y="108109"/>
                </a:lnTo>
                <a:lnTo>
                  <a:pt x="1053882" y="107565"/>
                </a:lnTo>
                <a:lnTo>
                  <a:pt x="1053478" y="107010"/>
                </a:lnTo>
                <a:lnTo>
                  <a:pt x="1053086" y="106443"/>
                </a:lnTo>
                <a:lnTo>
                  <a:pt x="1052706" y="105866"/>
                </a:lnTo>
                <a:lnTo>
                  <a:pt x="1052338" y="105277"/>
                </a:lnTo>
                <a:lnTo>
                  <a:pt x="1051981" y="104677"/>
                </a:lnTo>
                <a:lnTo>
                  <a:pt x="1051635" y="104066"/>
                </a:lnTo>
                <a:lnTo>
                  <a:pt x="1051302" y="103443"/>
                </a:lnTo>
                <a:lnTo>
                  <a:pt x="1050980" y="102810"/>
                </a:lnTo>
                <a:lnTo>
                  <a:pt x="1050669" y="102165"/>
                </a:lnTo>
                <a:lnTo>
                  <a:pt x="1050371" y="101509"/>
                </a:lnTo>
                <a:lnTo>
                  <a:pt x="1050083" y="100842"/>
                </a:lnTo>
                <a:lnTo>
                  <a:pt x="1049808" y="100163"/>
                </a:lnTo>
                <a:lnTo>
                  <a:pt x="1049544" y="99474"/>
                </a:lnTo>
                <a:lnTo>
                  <a:pt x="1049291" y="98776"/>
                </a:lnTo>
                <a:lnTo>
                  <a:pt x="1049049" y="98074"/>
                </a:lnTo>
                <a:lnTo>
                  <a:pt x="1048818" y="97366"/>
                </a:lnTo>
                <a:lnTo>
                  <a:pt x="1048598" y="96654"/>
                </a:lnTo>
                <a:lnTo>
                  <a:pt x="1048388" y="95937"/>
                </a:lnTo>
                <a:lnTo>
                  <a:pt x="1048189" y="95216"/>
                </a:lnTo>
                <a:lnTo>
                  <a:pt x="1048001" y="94489"/>
                </a:lnTo>
                <a:lnTo>
                  <a:pt x="1047824" y="93758"/>
                </a:lnTo>
                <a:lnTo>
                  <a:pt x="1047657" y="93021"/>
                </a:lnTo>
                <a:lnTo>
                  <a:pt x="1047501" y="92280"/>
                </a:lnTo>
                <a:lnTo>
                  <a:pt x="1047356" y="91535"/>
                </a:lnTo>
                <a:lnTo>
                  <a:pt x="1047222" y="90784"/>
                </a:lnTo>
                <a:lnTo>
                  <a:pt x="1047098" y="90028"/>
                </a:lnTo>
                <a:lnTo>
                  <a:pt x="1046985" y="89268"/>
                </a:lnTo>
                <a:lnTo>
                  <a:pt x="1046883" y="88503"/>
                </a:lnTo>
                <a:lnTo>
                  <a:pt x="1046791" y="87733"/>
                </a:lnTo>
                <a:lnTo>
                  <a:pt x="1046711" y="86958"/>
                </a:lnTo>
                <a:lnTo>
                  <a:pt x="1046641" y="86178"/>
                </a:lnTo>
                <a:lnTo>
                  <a:pt x="1046582" y="85394"/>
                </a:lnTo>
                <a:lnTo>
                  <a:pt x="1046533" y="84604"/>
                </a:lnTo>
                <a:lnTo>
                  <a:pt x="1046496" y="83810"/>
                </a:lnTo>
                <a:lnTo>
                  <a:pt x="1046469" y="83011"/>
                </a:lnTo>
                <a:lnTo>
                  <a:pt x="1046453" y="82208"/>
                </a:lnTo>
                <a:lnTo>
                  <a:pt x="1046447" y="81399"/>
                </a:lnTo>
                <a:lnTo>
                  <a:pt x="1046453" y="80590"/>
                </a:lnTo>
                <a:lnTo>
                  <a:pt x="1046469" y="79786"/>
                </a:lnTo>
                <a:lnTo>
                  <a:pt x="1046496" y="78987"/>
                </a:lnTo>
                <a:lnTo>
                  <a:pt x="1046533" y="78192"/>
                </a:lnTo>
                <a:lnTo>
                  <a:pt x="1046582" y="77401"/>
                </a:lnTo>
                <a:lnTo>
                  <a:pt x="1046641" y="76616"/>
                </a:lnTo>
                <a:lnTo>
                  <a:pt x="1046711" y="75835"/>
                </a:lnTo>
                <a:lnTo>
                  <a:pt x="1046791" y="75058"/>
                </a:lnTo>
                <a:lnTo>
                  <a:pt x="1046883" y="74286"/>
                </a:lnTo>
                <a:lnTo>
                  <a:pt x="1046985" y="73519"/>
                </a:lnTo>
                <a:lnTo>
                  <a:pt x="1047098" y="72756"/>
                </a:lnTo>
                <a:lnTo>
                  <a:pt x="1047222" y="71998"/>
                </a:lnTo>
                <a:lnTo>
                  <a:pt x="1047356" y="71245"/>
                </a:lnTo>
                <a:lnTo>
                  <a:pt x="1047501" y="70496"/>
                </a:lnTo>
                <a:lnTo>
                  <a:pt x="1047657" y="69752"/>
                </a:lnTo>
                <a:lnTo>
                  <a:pt x="1047824" y="69012"/>
                </a:lnTo>
                <a:lnTo>
                  <a:pt x="1048001" y="68277"/>
                </a:lnTo>
                <a:lnTo>
                  <a:pt x="1048189" y="67547"/>
                </a:lnTo>
                <a:lnTo>
                  <a:pt x="1048388" y="66821"/>
                </a:lnTo>
                <a:lnTo>
                  <a:pt x="1048598" y="66100"/>
                </a:lnTo>
                <a:lnTo>
                  <a:pt x="1048818" y="65383"/>
                </a:lnTo>
                <a:lnTo>
                  <a:pt x="1049049" y="64671"/>
                </a:lnTo>
                <a:lnTo>
                  <a:pt x="1049291" y="63964"/>
                </a:lnTo>
                <a:lnTo>
                  <a:pt x="1049544" y="63261"/>
                </a:lnTo>
                <a:lnTo>
                  <a:pt x="1049808" y="62566"/>
                </a:lnTo>
                <a:lnTo>
                  <a:pt x="1050083" y="61883"/>
                </a:lnTo>
                <a:lnTo>
                  <a:pt x="1050371" y="61210"/>
                </a:lnTo>
                <a:lnTo>
                  <a:pt x="1050669" y="60549"/>
                </a:lnTo>
                <a:lnTo>
                  <a:pt x="1050980" y="59899"/>
                </a:lnTo>
                <a:lnTo>
                  <a:pt x="1051302" y="59260"/>
                </a:lnTo>
                <a:lnTo>
                  <a:pt x="1051635" y="58632"/>
                </a:lnTo>
                <a:lnTo>
                  <a:pt x="1051981" y="58016"/>
                </a:lnTo>
                <a:lnTo>
                  <a:pt x="1052338" y="57410"/>
                </a:lnTo>
                <a:lnTo>
                  <a:pt x="1052706" y="56816"/>
                </a:lnTo>
                <a:lnTo>
                  <a:pt x="1053086" y="56233"/>
                </a:lnTo>
                <a:lnTo>
                  <a:pt x="1053478" y="55662"/>
                </a:lnTo>
                <a:lnTo>
                  <a:pt x="1053882" y="55101"/>
                </a:lnTo>
                <a:lnTo>
                  <a:pt x="1054297" y="54552"/>
                </a:lnTo>
                <a:lnTo>
                  <a:pt x="1054723" y="54014"/>
                </a:lnTo>
                <a:lnTo>
                  <a:pt x="1055162" y="53487"/>
                </a:lnTo>
                <a:lnTo>
                  <a:pt x="1055612" y="52971"/>
                </a:lnTo>
                <a:lnTo>
                  <a:pt x="1056073" y="52466"/>
                </a:lnTo>
                <a:lnTo>
                  <a:pt x="1056546" y="51973"/>
                </a:lnTo>
                <a:lnTo>
                  <a:pt x="1057031" y="51491"/>
                </a:lnTo>
                <a:lnTo>
                  <a:pt x="1057528" y="51020"/>
                </a:lnTo>
                <a:lnTo>
                  <a:pt x="1058036" y="50560"/>
                </a:lnTo>
                <a:lnTo>
                  <a:pt x="1058556" y="50111"/>
                </a:lnTo>
                <a:lnTo>
                  <a:pt x="1059087" y="49674"/>
                </a:lnTo>
                <a:lnTo>
                  <a:pt x="1059630" y="49251"/>
                </a:lnTo>
                <a:lnTo>
                  <a:pt x="1060186" y="48846"/>
                </a:lnTo>
                <a:lnTo>
                  <a:pt x="1060754" y="48459"/>
                </a:lnTo>
                <a:lnTo>
                  <a:pt x="1061334" y="48090"/>
                </a:lnTo>
                <a:lnTo>
                  <a:pt x="1061926" y="47739"/>
                </a:lnTo>
                <a:lnTo>
                  <a:pt x="1062531" y="47406"/>
                </a:lnTo>
                <a:lnTo>
                  <a:pt x="1063148" y="47091"/>
                </a:lnTo>
                <a:lnTo>
                  <a:pt x="1063778" y="46795"/>
                </a:lnTo>
                <a:lnTo>
                  <a:pt x="1064419" y="46516"/>
                </a:lnTo>
                <a:lnTo>
                  <a:pt x="1065073" y="46255"/>
                </a:lnTo>
                <a:lnTo>
                  <a:pt x="1065739" y="46012"/>
                </a:lnTo>
                <a:lnTo>
                  <a:pt x="1066418" y="45787"/>
                </a:lnTo>
                <a:lnTo>
                  <a:pt x="1067109" y="45580"/>
                </a:lnTo>
                <a:lnTo>
                  <a:pt x="1067812" y="45391"/>
                </a:lnTo>
                <a:lnTo>
                  <a:pt x="1068527" y="45220"/>
                </a:lnTo>
                <a:lnTo>
                  <a:pt x="1069255" y="45067"/>
                </a:lnTo>
                <a:lnTo>
                  <a:pt x="1069995" y="44932"/>
                </a:lnTo>
                <a:lnTo>
                  <a:pt x="1070747" y="44815"/>
                </a:lnTo>
                <a:lnTo>
                  <a:pt x="1071512" y="44716"/>
                </a:lnTo>
                <a:lnTo>
                  <a:pt x="1072288" y="44635"/>
                </a:lnTo>
                <a:lnTo>
                  <a:pt x="1073077" y="44572"/>
                </a:lnTo>
                <a:lnTo>
                  <a:pt x="1073879" y="44527"/>
                </a:lnTo>
                <a:lnTo>
                  <a:pt x="1074693" y="44500"/>
                </a:lnTo>
                <a:lnTo>
                  <a:pt x="1075518" y="44491"/>
                </a:lnTo>
                <a:lnTo>
                  <a:pt x="1076344" y="44500"/>
                </a:lnTo>
                <a:lnTo>
                  <a:pt x="1077158" y="44527"/>
                </a:lnTo>
                <a:lnTo>
                  <a:pt x="1077959" y="44572"/>
                </a:lnTo>
                <a:lnTo>
                  <a:pt x="1078749" y="44635"/>
                </a:lnTo>
                <a:lnTo>
                  <a:pt x="1079525" y="44716"/>
                </a:lnTo>
                <a:lnTo>
                  <a:pt x="1080290" y="44815"/>
                </a:lnTo>
                <a:lnTo>
                  <a:pt x="1081042" y="44932"/>
                </a:lnTo>
                <a:lnTo>
                  <a:pt x="1081782" y="45067"/>
                </a:lnTo>
                <a:lnTo>
                  <a:pt x="1082510" y="45220"/>
                </a:lnTo>
                <a:lnTo>
                  <a:pt x="1083225" y="45391"/>
                </a:lnTo>
                <a:lnTo>
                  <a:pt x="1083928" y="45580"/>
                </a:lnTo>
                <a:lnTo>
                  <a:pt x="1084619" y="45787"/>
                </a:lnTo>
                <a:lnTo>
                  <a:pt x="1085297" y="46012"/>
                </a:lnTo>
                <a:lnTo>
                  <a:pt x="1085964" y="46255"/>
                </a:lnTo>
                <a:lnTo>
                  <a:pt x="1086618" y="46516"/>
                </a:lnTo>
                <a:lnTo>
                  <a:pt x="1087259" y="46795"/>
                </a:lnTo>
                <a:lnTo>
                  <a:pt x="1087889" y="47091"/>
                </a:lnTo>
                <a:lnTo>
                  <a:pt x="1088506" y="47406"/>
                </a:lnTo>
                <a:lnTo>
                  <a:pt x="1089110" y="47739"/>
                </a:lnTo>
                <a:lnTo>
                  <a:pt x="1089703" y="48090"/>
                </a:lnTo>
                <a:lnTo>
                  <a:pt x="1090283" y="48459"/>
                </a:lnTo>
                <a:lnTo>
                  <a:pt x="1090851" y="48846"/>
                </a:lnTo>
                <a:lnTo>
                  <a:pt x="1091407" y="49251"/>
                </a:lnTo>
                <a:lnTo>
                  <a:pt x="1091950" y="49674"/>
                </a:lnTo>
                <a:lnTo>
                  <a:pt x="1092481" y="50111"/>
                </a:lnTo>
                <a:lnTo>
                  <a:pt x="1093001" y="50560"/>
                </a:lnTo>
                <a:lnTo>
                  <a:pt x="1093509" y="51020"/>
                </a:lnTo>
                <a:lnTo>
                  <a:pt x="1094006" y="51491"/>
                </a:lnTo>
                <a:lnTo>
                  <a:pt x="1094490" y="51973"/>
                </a:lnTo>
                <a:lnTo>
                  <a:pt x="1094964" y="52466"/>
                </a:lnTo>
                <a:lnTo>
                  <a:pt x="1095425" y="52971"/>
                </a:lnTo>
                <a:lnTo>
                  <a:pt x="1095875" y="53487"/>
                </a:lnTo>
                <a:lnTo>
                  <a:pt x="1096314" y="54014"/>
                </a:lnTo>
                <a:lnTo>
                  <a:pt x="1096740" y="54552"/>
                </a:lnTo>
                <a:lnTo>
                  <a:pt x="1097155" y="55101"/>
                </a:lnTo>
                <a:lnTo>
                  <a:pt x="1097559" y="55662"/>
                </a:lnTo>
                <a:lnTo>
                  <a:pt x="1097951" y="56233"/>
                </a:lnTo>
                <a:lnTo>
                  <a:pt x="1098331" y="56816"/>
                </a:lnTo>
                <a:lnTo>
                  <a:pt x="1098699" y="57410"/>
                </a:lnTo>
                <a:lnTo>
                  <a:pt x="1099056" y="58016"/>
                </a:lnTo>
                <a:lnTo>
                  <a:pt x="1099401" y="58632"/>
                </a:lnTo>
                <a:lnTo>
                  <a:pt x="1099735" y="59260"/>
                </a:lnTo>
                <a:lnTo>
                  <a:pt x="1100057" y="59899"/>
                </a:lnTo>
                <a:lnTo>
                  <a:pt x="1100368" y="60549"/>
                </a:lnTo>
                <a:lnTo>
                  <a:pt x="1100666" y="61210"/>
                </a:lnTo>
                <a:lnTo>
                  <a:pt x="1100953" y="61883"/>
                </a:lnTo>
                <a:lnTo>
                  <a:pt x="1101229" y="62566"/>
                </a:lnTo>
                <a:lnTo>
                  <a:pt x="1101493" y="63261"/>
                </a:lnTo>
                <a:lnTo>
                  <a:pt x="1101745" y="63964"/>
                </a:lnTo>
                <a:lnTo>
                  <a:pt x="1101987" y="64671"/>
                </a:lnTo>
                <a:lnTo>
                  <a:pt x="1102219" y="65383"/>
                </a:lnTo>
                <a:lnTo>
                  <a:pt x="1102439" y="66100"/>
                </a:lnTo>
                <a:lnTo>
                  <a:pt x="1102649" y="66821"/>
                </a:lnTo>
                <a:lnTo>
                  <a:pt x="1102848" y="67547"/>
                </a:lnTo>
                <a:lnTo>
                  <a:pt x="1103036" y="68277"/>
                </a:lnTo>
                <a:lnTo>
                  <a:pt x="1103213" y="69012"/>
                </a:lnTo>
                <a:lnTo>
                  <a:pt x="1103380" y="69752"/>
                </a:lnTo>
                <a:lnTo>
                  <a:pt x="1103536" y="70496"/>
                </a:lnTo>
                <a:lnTo>
                  <a:pt x="1103681" y="71245"/>
                </a:lnTo>
                <a:lnTo>
                  <a:pt x="1103815" y="71998"/>
                </a:lnTo>
                <a:lnTo>
                  <a:pt x="1103939" y="72756"/>
                </a:lnTo>
                <a:lnTo>
                  <a:pt x="1104052" y="73519"/>
                </a:lnTo>
                <a:lnTo>
                  <a:pt x="1104154" y="74286"/>
                </a:lnTo>
                <a:lnTo>
                  <a:pt x="1104245" y="75058"/>
                </a:lnTo>
                <a:lnTo>
                  <a:pt x="1104326" y="75835"/>
                </a:lnTo>
                <a:lnTo>
                  <a:pt x="1104396" y="76616"/>
                </a:lnTo>
                <a:lnTo>
                  <a:pt x="1104455" y="77401"/>
                </a:lnTo>
                <a:lnTo>
                  <a:pt x="1104503" y="78192"/>
                </a:lnTo>
                <a:lnTo>
                  <a:pt x="1104541" y="78987"/>
                </a:lnTo>
                <a:lnTo>
                  <a:pt x="1104568" y="79786"/>
                </a:lnTo>
                <a:lnTo>
                  <a:pt x="1104584" y="80590"/>
                </a:lnTo>
                <a:lnTo>
                  <a:pt x="1104590" y="81399"/>
                </a:lnTo>
                <a:lnTo>
                  <a:pt x="1104584" y="82208"/>
                </a:lnTo>
                <a:lnTo>
                  <a:pt x="1104568" y="83011"/>
                </a:lnTo>
                <a:lnTo>
                  <a:pt x="1104541" y="83810"/>
                </a:lnTo>
                <a:lnTo>
                  <a:pt x="1104503" y="84604"/>
                </a:lnTo>
                <a:lnTo>
                  <a:pt x="1104455" y="85394"/>
                </a:lnTo>
                <a:lnTo>
                  <a:pt x="1104396" y="86178"/>
                </a:lnTo>
                <a:lnTo>
                  <a:pt x="1104326" y="86958"/>
                </a:lnTo>
                <a:lnTo>
                  <a:pt x="1104245" y="87733"/>
                </a:lnTo>
                <a:lnTo>
                  <a:pt x="1104154" y="88503"/>
                </a:lnTo>
                <a:lnTo>
                  <a:pt x="1104052" y="89268"/>
                </a:lnTo>
                <a:lnTo>
                  <a:pt x="1103939" y="90028"/>
                </a:lnTo>
                <a:lnTo>
                  <a:pt x="1103815" y="90784"/>
                </a:lnTo>
                <a:lnTo>
                  <a:pt x="1103681" y="91535"/>
                </a:lnTo>
                <a:lnTo>
                  <a:pt x="1103536" y="92280"/>
                </a:lnTo>
                <a:lnTo>
                  <a:pt x="1103380" y="93021"/>
                </a:lnTo>
                <a:lnTo>
                  <a:pt x="1103213" y="93758"/>
                </a:lnTo>
                <a:lnTo>
                  <a:pt x="1103036" y="94489"/>
                </a:lnTo>
                <a:lnTo>
                  <a:pt x="1102848" y="95216"/>
                </a:lnTo>
                <a:lnTo>
                  <a:pt x="1102649" y="95937"/>
                </a:lnTo>
                <a:lnTo>
                  <a:pt x="1102439" y="96654"/>
                </a:lnTo>
                <a:lnTo>
                  <a:pt x="1102219" y="97366"/>
                </a:lnTo>
                <a:lnTo>
                  <a:pt x="1101987" y="98074"/>
                </a:lnTo>
                <a:lnTo>
                  <a:pt x="1101745" y="98776"/>
                </a:lnTo>
                <a:lnTo>
                  <a:pt x="1101493" y="99474"/>
                </a:lnTo>
                <a:lnTo>
                  <a:pt x="1101229" y="100163"/>
                </a:lnTo>
                <a:lnTo>
                  <a:pt x="1100953" y="100842"/>
                </a:lnTo>
                <a:lnTo>
                  <a:pt x="1100666" y="101509"/>
                </a:lnTo>
                <a:lnTo>
                  <a:pt x="1100368" y="102165"/>
                </a:lnTo>
                <a:lnTo>
                  <a:pt x="1100057" y="102810"/>
                </a:lnTo>
                <a:lnTo>
                  <a:pt x="1099735" y="103443"/>
                </a:lnTo>
                <a:lnTo>
                  <a:pt x="1099401" y="104066"/>
                </a:lnTo>
                <a:lnTo>
                  <a:pt x="1099056" y="104677"/>
                </a:lnTo>
                <a:lnTo>
                  <a:pt x="1098699" y="105277"/>
                </a:lnTo>
                <a:lnTo>
                  <a:pt x="1098331" y="105866"/>
                </a:lnTo>
                <a:lnTo>
                  <a:pt x="1097951" y="106443"/>
                </a:lnTo>
                <a:lnTo>
                  <a:pt x="1097559" y="107010"/>
                </a:lnTo>
                <a:lnTo>
                  <a:pt x="1097155" y="107565"/>
                </a:lnTo>
                <a:lnTo>
                  <a:pt x="1096740" y="108109"/>
                </a:lnTo>
                <a:lnTo>
                  <a:pt x="1096314" y="108642"/>
                </a:lnTo>
                <a:lnTo>
                  <a:pt x="1095875" y="109164"/>
                </a:lnTo>
                <a:lnTo>
                  <a:pt x="1095425" y="109674"/>
                </a:lnTo>
                <a:lnTo>
                  <a:pt x="1094964" y="110174"/>
                </a:lnTo>
                <a:lnTo>
                  <a:pt x="1094490" y="110662"/>
                </a:lnTo>
                <a:lnTo>
                  <a:pt x="1094006" y="111139"/>
                </a:lnTo>
                <a:lnTo>
                  <a:pt x="1093509" y="111605"/>
                </a:lnTo>
                <a:lnTo>
                  <a:pt x="1093001" y="112059"/>
                </a:lnTo>
                <a:lnTo>
                  <a:pt x="1092481" y="112503"/>
                </a:lnTo>
                <a:lnTo>
                  <a:pt x="1091950" y="112935"/>
                </a:lnTo>
                <a:lnTo>
                  <a:pt x="1091407" y="113352"/>
                </a:lnTo>
                <a:lnTo>
                  <a:pt x="1090851" y="113752"/>
                </a:lnTo>
                <a:lnTo>
                  <a:pt x="1090283" y="114135"/>
                </a:lnTo>
                <a:lnTo>
                  <a:pt x="1089703" y="114499"/>
                </a:lnTo>
                <a:lnTo>
                  <a:pt x="1089110" y="114845"/>
                </a:lnTo>
                <a:lnTo>
                  <a:pt x="1088506" y="115174"/>
                </a:lnTo>
                <a:lnTo>
                  <a:pt x="1087889" y="115485"/>
                </a:lnTo>
                <a:lnTo>
                  <a:pt x="1087259" y="115779"/>
                </a:lnTo>
                <a:lnTo>
                  <a:pt x="1086618" y="116054"/>
                </a:lnTo>
                <a:lnTo>
                  <a:pt x="1085964" y="116312"/>
                </a:lnTo>
                <a:lnTo>
                  <a:pt x="1085297" y="116552"/>
                </a:lnTo>
                <a:lnTo>
                  <a:pt x="1084619" y="116774"/>
                </a:lnTo>
                <a:lnTo>
                  <a:pt x="1083928" y="116978"/>
                </a:lnTo>
                <a:lnTo>
                  <a:pt x="1083225" y="117165"/>
                </a:lnTo>
                <a:lnTo>
                  <a:pt x="1082510" y="117334"/>
                </a:lnTo>
                <a:lnTo>
                  <a:pt x="1081782" y="117485"/>
                </a:lnTo>
                <a:lnTo>
                  <a:pt x="1081042" y="117618"/>
                </a:lnTo>
                <a:lnTo>
                  <a:pt x="1080290" y="117734"/>
                </a:lnTo>
                <a:lnTo>
                  <a:pt x="1079525" y="117832"/>
                </a:lnTo>
                <a:lnTo>
                  <a:pt x="1078749" y="117912"/>
                </a:lnTo>
                <a:lnTo>
                  <a:pt x="1077959" y="117974"/>
                </a:lnTo>
                <a:lnTo>
                  <a:pt x="1077158" y="118018"/>
                </a:lnTo>
                <a:lnTo>
                  <a:pt x="1076344" y="118045"/>
                </a:lnTo>
                <a:lnTo>
                  <a:pt x="1075518" y="118054"/>
                </a:lnTo>
                <a:lnTo>
                  <a:pt x="1074693" y="118045"/>
                </a:lnTo>
                <a:lnTo>
                  <a:pt x="1073879" y="118018"/>
                </a:lnTo>
                <a:lnTo>
                  <a:pt x="1073077" y="117974"/>
                </a:lnTo>
                <a:lnTo>
                  <a:pt x="1072288" y="117912"/>
                </a:lnTo>
                <a:lnTo>
                  <a:pt x="1071512" y="117832"/>
                </a:lnTo>
                <a:close/>
                <a:moveTo>
                  <a:pt x="1187041" y="131180"/>
                </a:moveTo>
                <a:lnTo>
                  <a:pt x="1188074" y="131061"/>
                </a:lnTo>
                <a:lnTo>
                  <a:pt x="1189095" y="130919"/>
                </a:lnTo>
                <a:lnTo>
                  <a:pt x="1190105" y="130757"/>
                </a:lnTo>
                <a:lnTo>
                  <a:pt x="1191104" y="130572"/>
                </a:lnTo>
                <a:lnTo>
                  <a:pt x="1192091" y="130366"/>
                </a:lnTo>
                <a:lnTo>
                  <a:pt x="1193066" y="130137"/>
                </a:lnTo>
                <a:lnTo>
                  <a:pt x="1194030" y="129888"/>
                </a:lnTo>
                <a:lnTo>
                  <a:pt x="1194983" y="129616"/>
                </a:lnTo>
                <a:lnTo>
                  <a:pt x="1195925" y="129323"/>
                </a:lnTo>
                <a:lnTo>
                  <a:pt x="1196855" y="129008"/>
                </a:lnTo>
                <a:lnTo>
                  <a:pt x="1197773" y="128671"/>
                </a:lnTo>
                <a:lnTo>
                  <a:pt x="1198680" y="128313"/>
                </a:lnTo>
                <a:lnTo>
                  <a:pt x="1199576" y="127932"/>
                </a:lnTo>
                <a:lnTo>
                  <a:pt x="1200460" y="127530"/>
                </a:lnTo>
                <a:lnTo>
                  <a:pt x="1201333" y="127107"/>
                </a:lnTo>
                <a:lnTo>
                  <a:pt x="1202195" y="126662"/>
                </a:lnTo>
                <a:lnTo>
                  <a:pt x="1203045" y="126194"/>
                </a:lnTo>
                <a:lnTo>
                  <a:pt x="1203884" y="125706"/>
                </a:lnTo>
                <a:lnTo>
                  <a:pt x="1204711" y="125195"/>
                </a:lnTo>
                <a:lnTo>
                  <a:pt x="1205530" y="124665"/>
                </a:lnTo>
                <a:lnTo>
                  <a:pt x="1206334" y="124118"/>
                </a:lnTo>
                <a:lnTo>
                  <a:pt x="1207122" y="123553"/>
                </a:lnTo>
                <a:lnTo>
                  <a:pt x="1207895" y="122971"/>
                </a:lnTo>
                <a:lnTo>
                  <a:pt x="1208653" y="122372"/>
                </a:lnTo>
                <a:lnTo>
                  <a:pt x="1209395" y="121755"/>
                </a:lnTo>
                <a:lnTo>
                  <a:pt x="1210122" y="121121"/>
                </a:lnTo>
                <a:lnTo>
                  <a:pt x="1210834" y="120469"/>
                </a:lnTo>
                <a:lnTo>
                  <a:pt x="1211530" y="119801"/>
                </a:lnTo>
                <a:lnTo>
                  <a:pt x="1212211" y="119115"/>
                </a:lnTo>
                <a:lnTo>
                  <a:pt x="1212877" y="118411"/>
                </a:lnTo>
                <a:lnTo>
                  <a:pt x="1213527" y="117690"/>
                </a:lnTo>
                <a:lnTo>
                  <a:pt x="1214162" y="116952"/>
                </a:lnTo>
                <a:lnTo>
                  <a:pt x="1214781" y="116197"/>
                </a:lnTo>
                <a:lnTo>
                  <a:pt x="1215385" y="115424"/>
                </a:lnTo>
                <a:lnTo>
                  <a:pt x="1215974" y="114634"/>
                </a:lnTo>
                <a:lnTo>
                  <a:pt x="1216547" y="113827"/>
                </a:lnTo>
                <a:lnTo>
                  <a:pt x="1217106" y="113002"/>
                </a:lnTo>
                <a:lnTo>
                  <a:pt x="1217648" y="112160"/>
                </a:lnTo>
                <a:lnTo>
                  <a:pt x="1218175" y="111300"/>
                </a:lnTo>
                <a:lnTo>
                  <a:pt x="1218687" y="110424"/>
                </a:lnTo>
                <a:lnTo>
                  <a:pt x="1219184" y="109529"/>
                </a:lnTo>
                <a:lnTo>
                  <a:pt x="1219665" y="108618"/>
                </a:lnTo>
                <a:lnTo>
                  <a:pt x="1220131" y="107689"/>
                </a:lnTo>
                <a:lnTo>
                  <a:pt x="1220585" y="106745"/>
                </a:lnTo>
                <a:lnTo>
                  <a:pt x="1221019" y="105788"/>
                </a:lnTo>
                <a:lnTo>
                  <a:pt x="1221435" y="104818"/>
                </a:lnTo>
                <a:lnTo>
                  <a:pt x="1221830" y="103834"/>
                </a:lnTo>
                <a:lnTo>
                  <a:pt x="1222207" y="102838"/>
                </a:lnTo>
                <a:lnTo>
                  <a:pt x="1222564" y="101828"/>
                </a:lnTo>
                <a:lnTo>
                  <a:pt x="1222902" y="100805"/>
                </a:lnTo>
                <a:lnTo>
                  <a:pt x="1223221" y="99768"/>
                </a:lnTo>
                <a:lnTo>
                  <a:pt x="1223520" y="98719"/>
                </a:lnTo>
                <a:lnTo>
                  <a:pt x="1223800" y="97657"/>
                </a:lnTo>
                <a:lnTo>
                  <a:pt x="1224061" y="96581"/>
                </a:lnTo>
                <a:lnTo>
                  <a:pt x="1224302" y="95492"/>
                </a:lnTo>
                <a:lnTo>
                  <a:pt x="1224524" y="94390"/>
                </a:lnTo>
                <a:lnTo>
                  <a:pt x="1224727" y="93275"/>
                </a:lnTo>
                <a:lnTo>
                  <a:pt x="1224910" y="92147"/>
                </a:lnTo>
                <a:lnTo>
                  <a:pt x="1225075" y="91005"/>
                </a:lnTo>
                <a:lnTo>
                  <a:pt x="1225219" y="89850"/>
                </a:lnTo>
                <a:lnTo>
                  <a:pt x="1225345" y="88683"/>
                </a:lnTo>
                <a:lnTo>
                  <a:pt x="1225451" y="87501"/>
                </a:lnTo>
                <a:lnTo>
                  <a:pt x="1225538" y="86307"/>
                </a:lnTo>
                <a:lnTo>
                  <a:pt x="1225606" y="85100"/>
                </a:lnTo>
                <a:lnTo>
                  <a:pt x="1225654" y="83879"/>
                </a:lnTo>
                <a:lnTo>
                  <a:pt x="1225683" y="82646"/>
                </a:lnTo>
                <a:lnTo>
                  <a:pt x="1225692" y="81399"/>
                </a:lnTo>
                <a:lnTo>
                  <a:pt x="1225683" y="80142"/>
                </a:lnTo>
                <a:lnTo>
                  <a:pt x="1225654" y="78898"/>
                </a:lnTo>
                <a:lnTo>
                  <a:pt x="1225606" y="77667"/>
                </a:lnTo>
                <a:lnTo>
                  <a:pt x="1225538" y="76450"/>
                </a:lnTo>
                <a:lnTo>
                  <a:pt x="1225451" y="75246"/>
                </a:lnTo>
                <a:lnTo>
                  <a:pt x="1225345" y="74056"/>
                </a:lnTo>
                <a:lnTo>
                  <a:pt x="1225219" y="72879"/>
                </a:lnTo>
                <a:lnTo>
                  <a:pt x="1225075" y="71716"/>
                </a:lnTo>
                <a:lnTo>
                  <a:pt x="1224910" y="70565"/>
                </a:lnTo>
                <a:lnTo>
                  <a:pt x="1224727" y="69429"/>
                </a:lnTo>
                <a:lnTo>
                  <a:pt x="1224524" y="68305"/>
                </a:lnTo>
                <a:lnTo>
                  <a:pt x="1224302" y="67195"/>
                </a:lnTo>
                <a:lnTo>
                  <a:pt x="1224061" y="66099"/>
                </a:lnTo>
                <a:lnTo>
                  <a:pt x="1223800" y="65015"/>
                </a:lnTo>
                <a:lnTo>
                  <a:pt x="1223520" y="63945"/>
                </a:lnTo>
                <a:lnTo>
                  <a:pt x="1223221" y="62889"/>
                </a:lnTo>
                <a:lnTo>
                  <a:pt x="1222902" y="61846"/>
                </a:lnTo>
                <a:lnTo>
                  <a:pt x="1222564" y="60816"/>
                </a:lnTo>
                <a:lnTo>
                  <a:pt x="1222207" y="59800"/>
                </a:lnTo>
                <a:lnTo>
                  <a:pt x="1221830" y="58797"/>
                </a:lnTo>
                <a:lnTo>
                  <a:pt x="1221435" y="57807"/>
                </a:lnTo>
                <a:lnTo>
                  <a:pt x="1221019" y="56831"/>
                </a:lnTo>
                <a:lnTo>
                  <a:pt x="1220585" y="55868"/>
                </a:lnTo>
                <a:lnTo>
                  <a:pt x="1220131" y="54919"/>
                </a:lnTo>
                <a:lnTo>
                  <a:pt x="1219665" y="53985"/>
                </a:lnTo>
                <a:lnTo>
                  <a:pt x="1219184" y="53069"/>
                </a:lnTo>
                <a:lnTo>
                  <a:pt x="1218687" y="52170"/>
                </a:lnTo>
                <a:lnTo>
                  <a:pt x="1218175" y="51289"/>
                </a:lnTo>
                <a:lnTo>
                  <a:pt x="1217648" y="50425"/>
                </a:lnTo>
                <a:lnTo>
                  <a:pt x="1217106" y="49579"/>
                </a:lnTo>
                <a:lnTo>
                  <a:pt x="1216547" y="48750"/>
                </a:lnTo>
                <a:lnTo>
                  <a:pt x="1215974" y="47939"/>
                </a:lnTo>
                <a:lnTo>
                  <a:pt x="1215385" y="47146"/>
                </a:lnTo>
                <a:lnTo>
                  <a:pt x="1214781" y="46370"/>
                </a:lnTo>
                <a:lnTo>
                  <a:pt x="1214162" y="45611"/>
                </a:lnTo>
                <a:lnTo>
                  <a:pt x="1213527" y="44871"/>
                </a:lnTo>
                <a:lnTo>
                  <a:pt x="1212877" y="44147"/>
                </a:lnTo>
                <a:lnTo>
                  <a:pt x="1212211" y="43442"/>
                </a:lnTo>
                <a:lnTo>
                  <a:pt x="1211530" y="42753"/>
                </a:lnTo>
                <a:lnTo>
                  <a:pt x="1210834" y="42083"/>
                </a:lnTo>
                <a:lnTo>
                  <a:pt x="1210122" y="41430"/>
                </a:lnTo>
                <a:lnTo>
                  <a:pt x="1209395" y="40794"/>
                </a:lnTo>
                <a:lnTo>
                  <a:pt x="1208653" y="40176"/>
                </a:lnTo>
                <a:lnTo>
                  <a:pt x="1207895" y="39576"/>
                </a:lnTo>
                <a:lnTo>
                  <a:pt x="1207122" y="38993"/>
                </a:lnTo>
                <a:lnTo>
                  <a:pt x="1206334" y="38428"/>
                </a:lnTo>
                <a:lnTo>
                  <a:pt x="1205530" y="37880"/>
                </a:lnTo>
                <a:lnTo>
                  <a:pt x="1204711" y="37350"/>
                </a:lnTo>
                <a:lnTo>
                  <a:pt x="1203884" y="36839"/>
                </a:lnTo>
                <a:lnTo>
                  <a:pt x="1203045" y="36351"/>
                </a:lnTo>
                <a:lnTo>
                  <a:pt x="1202195" y="35884"/>
                </a:lnTo>
                <a:lnTo>
                  <a:pt x="1201333" y="35438"/>
                </a:lnTo>
                <a:lnTo>
                  <a:pt x="1200460" y="35015"/>
                </a:lnTo>
                <a:lnTo>
                  <a:pt x="1199576" y="34613"/>
                </a:lnTo>
                <a:lnTo>
                  <a:pt x="1198680" y="34233"/>
                </a:lnTo>
                <a:lnTo>
                  <a:pt x="1197773" y="33874"/>
                </a:lnTo>
                <a:lnTo>
                  <a:pt x="1196855" y="33537"/>
                </a:lnTo>
                <a:lnTo>
                  <a:pt x="1195925" y="33222"/>
                </a:lnTo>
                <a:lnTo>
                  <a:pt x="1194983" y="32929"/>
                </a:lnTo>
                <a:lnTo>
                  <a:pt x="1194030" y="32658"/>
                </a:lnTo>
                <a:lnTo>
                  <a:pt x="1193066" y="32408"/>
                </a:lnTo>
                <a:lnTo>
                  <a:pt x="1192091" y="32180"/>
                </a:lnTo>
                <a:lnTo>
                  <a:pt x="1191104" y="31973"/>
                </a:lnTo>
                <a:lnTo>
                  <a:pt x="1190105" y="31789"/>
                </a:lnTo>
                <a:lnTo>
                  <a:pt x="1189095" y="31626"/>
                </a:lnTo>
                <a:lnTo>
                  <a:pt x="1188074" y="31484"/>
                </a:lnTo>
                <a:lnTo>
                  <a:pt x="1187041" y="31365"/>
                </a:lnTo>
                <a:lnTo>
                  <a:pt x="1185997" y="31267"/>
                </a:lnTo>
                <a:lnTo>
                  <a:pt x="1184942" y="31191"/>
                </a:lnTo>
                <a:lnTo>
                  <a:pt x="1183875" y="31137"/>
                </a:lnTo>
                <a:lnTo>
                  <a:pt x="1182797" y="31104"/>
                </a:lnTo>
                <a:lnTo>
                  <a:pt x="1181707" y="31093"/>
                </a:lnTo>
                <a:lnTo>
                  <a:pt x="1180617" y="31104"/>
                </a:lnTo>
                <a:lnTo>
                  <a:pt x="1179538" y="31137"/>
                </a:lnTo>
                <a:lnTo>
                  <a:pt x="1178471" y="31191"/>
                </a:lnTo>
                <a:lnTo>
                  <a:pt x="1177415" y="31267"/>
                </a:lnTo>
                <a:lnTo>
                  <a:pt x="1176370" y="31365"/>
                </a:lnTo>
                <a:lnTo>
                  <a:pt x="1175336" y="31484"/>
                </a:lnTo>
                <a:lnTo>
                  <a:pt x="1174313" y="31626"/>
                </a:lnTo>
                <a:lnTo>
                  <a:pt x="1173301" y="31789"/>
                </a:lnTo>
                <a:lnTo>
                  <a:pt x="1172301" y="31973"/>
                </a:lnTo>
                <a:lnTo>
                  <a:pt x="1171312" y="32180"/>
                </a:lnTo>
                <a:lnTo>
                  <a:pt x="1170334" y="32408"/>
                </a:lnTo>
                <a:lnTo>
                  <a:pt x="1169367" y="32658"/>
                </a:lnTo>
                <a:lnTo>
                  <a:pt x="1168412" y="32929"/>
                </a:lnTo>
                <a:lnTo>
                  <a:pt x="1167467" y="33222"/>
                </a:lnTo>
                <a:lnTo>
                  <a:pt x="1166534" y="33537"/>
                </a:lnTo>
                <a:lnTo>
                  <a:pt x="1165612" y="33874"/>
                </a:lnTo>
                <a:lnTo>
                  <a:pt x="1164702" y="34233"/>
                </a:lnTo>
                <a:lnTo>
                  <a:pt x="1163802" y="34613"/>
                </a:lnTo>
                <a:lnTo>
                  <a:pt x="1162914" y="35015"/>
                </a:lnTo>
                <a:lnTo>
                  <a:pt x="1162036" y="35438"/>
                </a:lnTo>
                <a:lnTo>
                  <a:pt x="1161170" y="35884"/>
                </a:lnTo>
                <a:lnTo>
                  <a:pt x="1160316" y="36351"/>
                </a:lnTo>
                <a:lnTo>
                  <a:pt x="1159472" y="36839"/>
                </a:lnTo>
                <a:lnTo>
                  <a:pt x="1158640" y="37350"/>
                </a:lnTo>
                <a:lnTo>
                  <a:pt x="1157825" y="37880"/>
                </a:lnTo>
                <a:lnTo>
                  <a:pt x="1157026" y="38428"/>
                </a:lnTo>
                <a:lnTo>
                  <a:pt x="1156242" y="38993"/>
                </a:lnTo>
                <a:lnTo>
                  <a:pt x="1155473" y="39576"/>
                </a:lnTo>
                <a:lnTo>
                  <a:pt x="1154718" y="40176"/>
                </a:lnTo>
                <a:lnTo>
                  <a:pt x="1153979" y="40794"/>
                </a:lnTo>
                <a:lnTo>
                  <a:pt x="1153254" y="41430"/>
                </a:lnTo>
                <a:lnTo>
                  <a:pt x="1152544" y="42083"/>
                </a:lnTo>
                <a:lnTo>
                  <a:pt x="1151850" y="42753"/>
                </a:lnTo>
                <a:lnTo>
                  <a:pt x="1151170" y="43442"/>
                </a:lnTo>
                <a:lnTo>
                  <a:pt x="1150505" y="44147"/>
                </a:lnTo>
                <a:lnTo>
                  <a:pt x="1149855" y="44871"/>
                </a:lnTo>
                <a:lnTo>
                  <a:pt x="1149220" y="45611"/>
                </a:lnTo>
                <a:lnTo>
                  <a:pt x="1148600" y="46370"/>
                </a:lnTo>
                <a:lnTo>
                  <a:pt x="1147995" y="47146"/>
                </a:lnTo>
                <a:lnTo>
                  <a:pt x="1147404" y="47939"/>
                </a:lnTo>
                <a:lnTo>
                  <a:pt x="1146829" y="48750"/>
                </a:lnTo>
                <a:lnTo>
                  <a:pt x="1146269" y="49579"/>
                </a:lnTo>
                <a:lnTo>
                  <a:pt x="1145723" y="50425"/>
                </a:lnTo>
                <a:lnTo>
                  <a:pt x="1145192" y="51289"/>
                </a:lnTo>
                <a:lnTo>
                  <a:pt x="1144677" y="52170"/>
                </a:lnTo>
                <a:lnTo>
                  <a:pt x="1144176" y="53069"/>
                </a:lnTo>
                <a:lnTo>
                  <a:pt x="1143690" y="53985"/>
                </a:lnTo>
                <a:lnTo>
                  <a:pt x="1143219" y="54919"/>
                </a:lnTo>
                <a:lnTo>
                  <a:pt x="1142771" y="55868"/>
                </a:lnTo>
                <a:lnTo>
                  <a:pt x="1142341" y="56831"/>
                </a:lnTo>
                <a:lnTo>
                  <a:pt x="1141931" y="57807"/>
                </a:lnTo>
                <a:lnTo>
                  <a:pt x="1141539" y="58797"/>
                </a:lnTo>
                <a:lnTo>
                  <a:pt x="1141167" y="59800"/>
                </a:lnTo>
                <a:lnTo>
                  <a:pt x="1140814" y="60816"/>
                </a:lnTo>
                <a:lnTo>
                  <a:pt x="1140480" y="61846"/>
                </a:lnTo>
                <a:lnTo>
                  <a:pt x="1140165" y="62889"/>
                </a:lnTo>
                <a:lnTo>
                  <a:pt x="1139869" y="63945"/>
                </a:lnTo>
                <a:lnTo>
                  <a:pt x="1139592" y="65015"/>
                </a:lnTo>
                <a:lnTo>
                  <a:pt x="1139334" y="66099"/>
                </a:lnTo>
                <a:lnTo>
                  <a:pt x="1139096" y="67195"/>
                </a:lnTo>
                <a:lnTo>
                  <a:pt x="1138876" y="68305"/>
                </a:lnTo>
                <a:lnTo>
                  <a:pt x="1138676" y="69429"/>
                </a:lnTo>
                <a:lnTo>
                  <a:pt x="1138494" y="70565"/>
                </a:lnTo>
                <a:lnTo>
                  <a:pt x="1138332" y="71716"/>
                </a:lnTo>
                <a:lnTo>
                  <a:pt x="1138189" y="72879"/>
                </a:lnTo>
                <a:lnTo>
                  <a:pt x="1138065" y="74056"/>
                </a:lnTo>
                <a:lnTo>
                  <a:pt x="1137960" y="75246"/>
                </a:lnTo>
                <a:lnTo>
                  <a:pt x="1137874" y="76450"/>
                </a:lnTo>
                <a:lnTo>
                  <a:pt x="1137807" y="77667"/>
                </a:lnTo>
                <a:lnTo>
                  <a:pt x="1137759" y="78898"/>
                </a:lnTo>
                <a:lnTo>
                  <a:pt x="1137731" y="80142"/>
                </a:lnTo>
                <a:lnTo>
                  <a:pt x="1137721" y="81399"/>
                </a:lnTo>
                <a:lnTo>
                  <a:pt x="1137731" y="82646"/>
                </a:lnTo>
                <a:lnTo>
                  <a:pt x="1137759" y="83879"/>
                </a:lnTo>
                <a:lnTo>
                  <a:pt x="1137807" y="85100"/>
                </a:lnTo>
                <a:lnTo>
                  <a:pt x="1137874" y="86307"/>
                </a:lnTo>
                <a:lnTo>
                  <a:pt x="1137960" y="87501"/>
                </a:lnTo>
                <a:lnTo>
                  <a:pt x="1138065" y="88683"/>
                </a:lnTo>
                <a:lnTo>
                  <a:pt x="1138189" y="89850"/>
                </a:lnTo>
                <a:lnTo>
                  <a:pt x="1138332" y="91005"/>
                </a:lnTo>
                <a:lnTo>
                  <a:pt x="1138494" y="92147"/>
                </a:lnTo>
                <a:lnTo>
                  <a:pt x="1138676" y="93275"/>
                </a:lnTo>
                <a:lnTo>
                  <a:pt x="1138876" y="94390"/>
                </a:lnTo>
                <a:lnTo>
                  <a:pt x="1139096" y="95492"/>
                </a:lnTo>
                <a:lnTo>
                  <a:pt x="1139334" y="96581"/>
                </a:lnTo>
                <a:lnTo>
                  <a:pt x="1139592" y="97657"/>
                </a:lnTo>
                <a:lnTo>
                  <a:pt x="1139869" y="98719"/>
                </a:lnTo>
                <a:lnTo>
                  <a:pt x="1140165" y="99768"/>
                </a:lnTo>
                <a:lnTo>
                  <a:pt x="1140480" y="100805"/>
                </a:lnTo>
                <a:lnTo>
                  <a:pt x="1140814" y="101828"/>
                </a:lnTo>
                <a:lnTo>
                  <a:pt x="1141167" y="102838"/>
                </a:lnTo>
                <a:lnTo>
                  <a:pt x="1141539" y="103834"/>
                </a:lnTo>
                <a:lnTo>
                  <a:pt x="1141931" y="104818"/>
                </a:lnTo>
                <a:lnTo>
                  <a:pt x="1142341" y="105788"/>
                </a:lnTo>
                <a:lnTo>
                  <a:pt x="1142771" y="106745"/>
                </a:lnTo>
                <a:lnTo>
                  <a:pt x="1143219" y="107689"/>
                </a:lnTo>
                <a:lnTo>
                  <a:pt x="1143690" y="108618"/>
                </a:lnTo>
                <a:lnTo>
                  <a:pt x="1144176" y="109529"/>
                </a:lnTo>
                <a:lnTo>
                  <a:pt x="1144677" y="110424"/>
                </a:lnTo>
                <a:lnTo>
                  <a:pt x="1145192" y="111300"/>
                </a:lnTo>
                <a:lnTo>
                  <a:pt x="1145723" y="112160"/>
                </a:lnTo>
                <a:lnTo>
                  <a:pt x="1146269" y="113002"/>
                </a:lnTo>
                <a:lnTo>
                  <a:pt x="1146829" y="113827"/>
                </a:lnTo>
                <a:lnTo>
                  <a:pt x="1147404" y="114634"/>
                </a:lnTo>
                <a:lnTo>
                  <a:pt x="1147995" y="115424"/>
                </a:lnTo>
                <a:lnTo>
                  <a:pt x="1148600" y="116197"/>
                </a:lnTo>
                <a:lnTo>
                  <a:pt x="1149220" y="116952"/>
                </a:lnTo>
                <a:lnTo>
                  <a:pt x="1149855" y="117690"/>
                </a:lnTo>
                <a:lnTo>
                  <a:pt x="1150505" y="118411"/>
                </a:lnTo>
                <a:lnTo>
                  <a:pt x="1151170" y="119115"/>
                </a:lnTo>
                <a:lnTo>
                  <a:pt x="1151850" y="119801"/>
                </a:lnTo>
                <a:lnTo>
                  <a:pt x="1152544" y="120469"/>
                </a:lnTo>
                <a:lnTo>
                  <a:pt x="1153254" y="121121"/>
                </a:lnTo>
                <a:lnTo>
                  <a:pt x="1153979" y="121755"/>
                </a:lnTo>
                <a:lnTo>
                  <a:pt x="1154718" y="122372"/>
                </a:lnTo>
                <a:lnTo>
                  <a:pt x="1155473" y="122971"/>
                </a:lnTo>
                <a:lnTo>
                  <a:pt x="1156242" y="123553"/>
                </a:lnTo>
                <a:lnTo>
                  <a:pt x="1157026" y="124118"/>
                </a:lnTo>
                <a:lnTo>
                  <a:pt x="1157825" y="124665"/>
                </a:lnTo>
                <a:lnTo>
                  <a:pt x="1158640" y="125195"/>
                </a:lnTo>
                <a:lnTo>
                  <a:pt x="1159472" y="125706"/>
                </a:lnTo>
                <a:lnTo>
                  <a:pt x="1160316" y="126194"/>
                </a:lnTo>
                <a:lnTo>
                  <a:pt x="1161170" y="126662"/>
                </a:lnTo>
                <a:lnTo>
                  <a:pt x="1162036" y="127107"/>
                </a:lnTo>
                <a:lnTo>
                  <a:pt x="1162914" y="127530"/>
                </a:lnTo>
                <a:lnTo>
                  <a:pt x="1163802" y="127932"/>
                </a:lnTo>
                <a:lnTo>
                  <a:pt x="1164702" y="128313"/>
                </a:lnTo>
                <a:lnTo>
                  <a:pt x="1165612" y="128671"/>
                </a:lnTo>
                <a:lnTo>
                  <a:pt x="1166534" y="129008"/>
                </a:lnTo>
                <a:lnTo>
                  <a:pt x="1167467" y="129323"/>
                </a:lnTo>
                <a:lnTo>
                  <a:pt x="1168412" y="129616"/>
                </a:lnTo>
                <a:lnTo>
                  <a:pt x="1169367" y="129888"/>
                </a:lnTo>
                <a:lnTo>
                  <a:pt x="1170334" y="130137"/>
                </a:lnTo>
                <a:lnTo>
                  <a:pt x="1171312" y="130366"/>
                </a:lnTo>
                <a:lnTo>
                  <a:pt x="1172301" y="130572"/>
                </a:lnTo>
                <a:lnTo>
                  <a:pt x="1173301" y="130757"/>
                </a:lnTo>
                <a:lnTo>
                  <a:pt x="1174313" y="130919"/>
                </a:lnTo>
                <a:lnTo>
                  <a:pt x="1175336" y="131061"/>
                </a:lnTo>
                <a:lnTo>
                  <a:pt x="1176370" y="131180"/>
                </a:lnTo>
                <a:lnTo>
                  <a:pt x="1177415" y="131278"/>
                </a:lnTo>
                <a:lnTo>
                  <a:pt x="1178471" y="131354"/>
                </a:lnTo>
                <a:lnTo>
                  <a:pt x="1179538" y="131408"/>
                </a:lnTo>
                <a:lnTo>
                  <a:pt x="1180617" y="131441"/>
                </a:lnTo>
                <a:lnTo>
                  <a:pt x="1181707" y="131452"/>
                </a:lnTo>
                <a:lnTo>
                  <a:pt x="1182797" y="131441"/>
                </a:lnTo>
                <a:lnTo>
                  <a:pt x="1183875" y="131408"/>
                </a:lnTo>
                <a:lnTo>
                  <a:pt x="1184942" y="131354"/>
                </a:lnTo>
                <a:lnTo>
                  <a:pt x="1185997" y="131278"/>
                </a:lnTo>
                <a:lnTo>
                  <a:pt x="1187041" y="131180"/>
                </a:lnTo>
                <a:close/>
                <a:moveTo>
                  <a:pt x="1177700" y="117832"/>
                </a:moveTo>
                <a:lnTo>
                  <a:pt x="1176935" y="117734"/>
                </a:lnTo>
                <a:lnTo>
                  <a:pt x="1176183" y="117618"/>
                </a:lnTo>
                <a:lnTo>
                  <a:pt x="1175443" y="117485"/>
                </a:lnTo>
                <a:lnTo>
                  <a:pt x="1174716" y="117334"/>
                </a:lnTo>
                <a:lnTo>
                  <a:pt x="1174000" y="117165"/>
                </a:lnTo>
                <a:lnTo>
                  <a:pt x="1173297" y="116978"/>
                </a:lnTo>
                <a:lnTo>
                  <a:pt x="1172606" y="116774"/>
                </a:lnTo>
                <a:lnTo>
                  <a:pt x="1171928" y="116552"/>
                </a:lnTo>
                <a:lnTo>
                  <a:pt x="1171262" y="116312"/>
                </a:lnTo>
                <a:lnTo>
                  <a:pt x="1170608" y="116054"/>
                </a:lnTo>
                <a:lnTo>
                  <a:pt x="1169966" y="115779"/>
                </a:lnTo>
                <a:lnTo>
                  <a:pt x="1169337" y="115485"/>
                </a:lnTo>
                <a:lnTo>
                  <a:pt x="1168720" y="115174"/>
                </a:lnTo>
                <a:lnTo>
                  <a:pt x="1168115" y="114845"/>
                </a:lnTo>
                <a:lnTo>
                  <a:pt x="1167522" y="114499"/>
                </a:lnTo>
                <a:lnTo>
                  <a:pt x="1166942" y="114135"/>
                </a:lnTo>
                <a:lnTo>
                  <a:pt x="1166374" y="113752"/>
                </a:lnTo>
                <a:lnTo>
                  <a:pt x="1165819" y="113352"/>
                </a:lnTo>
                <a:lnTo>
                  <a:pt x="1165275" y="112935"/>
                </a:lnTo>
                <a:lnTo>
                  <a:pt x="1164744" y="112503"/>
                </a:lnTo>
                <a:lnTo>
                  <a:pt x="1164224" y="112059"/>
                </a:lnTo>
                <a:lnTo>
                  <a:pt x="1163716" y="111605"/>
                </a:lnTo>
                <a:lnTo>
                  <a:pt x="1163220" y="111139"/>
                </a:lnTo>
                <a:lnTo>
                  <a:pt x="1162735" y="110662"/>
                </a:lnTo>
                <a:lnTo>
                  <a:pt x="1162262" y="110174"/>
                </a:lnTo>
                <a:lnTo>
                  <a:pt x="1161800" y="109674"/>
                </a:lnTo>
                <a:lnTo>
                  <a:pt x="1161350" y="109164"/>
                </a:lnTo>
                <a:lnTo>
                  <a:pt x="1160912" y="108642"/>
                </a:lnTo>
                <a:lnTo>
                  <a:pt x="1160485" y="108109"/>
                </a:lnTo>
                <a:lnTo>
                  <a:pt x="1160070" y="107565"/>
                </a:lnTo>
                <a:lnTo>
                  <a:pt x="1159667" y="107010"/>
                </a:lnTo>
                <a:lnTo>
                  <a:pt x="1159275" y="106443"/>
                </a:lnTo>
                <a:lnTo>
                  <a:pt x="1158895" y="105866"/>
                </a:lnTo>
                <a:lnTo>
                  <a:pt x="1158526" y="105277"/>
                </a:lnTo>
                <a:lnTo>
                  <a:pt x="1158169" y="104677"/>
                </a:lnTo>
                <a:lnTo>
                  <a:pt x="1157824" y="104066"/>
                </a:lnTo>
                <a:lnTo>
                  <a:pt x="1157490" y="103443"/>
                </a:lnTo>
                <a:lnTo>
                  <a:pt x="1157168" y="102810"/>
                </a:lnTo>
                <a:lnTo>
                  <a:pt x="1156858" y="102165"/>
                </a:lnTo>
                <a:lnTo>
                  <a:pt x="1156559" y="101509"/>
                </a:lnTo>
                <a:lnTo>
                  <a:pt x="1156272" y="100842"/>
                </a:lnTo>
                <a:lnTo>
                  <a:pt x="1155996" y="100163"/>
                </a:lnTo>
                <a:lnTo>
                  <a:pt x="1155732" y="99474"/>
                </a:lnTo>
                <a:lnTo>
                  <a:pt x="1155480" y="98776"/>
                </a:lnTo>
                <a:lnTo>
                  <a:pt x="1155238" y="98074"/>
                </a:lnTo>
                <a:lnTo>
                  <a:pt x="1155007" y="97366"/>
                </a:lnTo>
                <a:lnTo>
                  <a:pt x="1154786" y="96654"/>
                </a:lnTo>
                <a:lnTo>
                  <a:pt x="1154577" y="95937"/>
                </a:lnTo>
                <a:lnTo>
                  <a:pt x="1154378" y="95216"/>
                </a:lnTo>
                <a:lnTo>
                  <a:pt x="1154189" y="94489"/>
                </a:lnTo>
                <a:lnTo>
                  <a:pt x="1154012" y="93758"/>
                </a:lnTo>
                <a:lnTo>
                  <a:pt x="1153845" y="93021"/>
                </a:lnTo>
                <a:lnTo>
                  <a:pt x="1153689" y="92280"/>
                </a:lnTo>
                <a:lnTo>
                  <a:pt x="1153544" y="91535"/>
                </a:lnTo>
                <a:lnTo>
                  <a:pt x="1153410" y="90784"/>
                </a:lnTo>
                <a:lnTo>
                  <a:pt x="1153286" y="90028"/>
                </a:lnTo>
                <a:lnTo>
                  <a:pt x="1153173" y="89268"/>
                </a:lnTo>
                <a:lnTo>
                  <a:pt x="1153071" y="88503"/>
                </a:lnTo>
                <a:lnTo>
                  <a:pt x="1152980" y="87733"/>
                </a:lnTo>
                <a:lnTo>
                  <a:pt x="1152899" y="86958"/>
                </a:lnTo>
                <a:lnTo>
                  <a:pt x="1152829" y="86178"/>
                </a:lnTo>
                <a:lnTo>
                  <a:pt x="1152770" y="85394"/>
                </a:lnTo>
                <a:lnTo>
                  <a:pt x="1152722" y="84604"/>
                </a:lnTo>
                <a:lnTo>
                  <a:pt x="1152684" y="83810"/>
                </a:lnTo>
                <a:lnTo>
                  <a:pt x="1152657" y="83011"/>
                </a:lnTo>
                <a:lnTo>
                  <a:pt x="1152641" y="82208"/>
                </a:lnTo>
                <a:lnTo>
                  <a:pt x="1152636" y="81399"/>
                </a:lnTo>
                <a:lnTo>
                  <a:pt x="1152641" y="80590"/>
                </a:lnTo>
                <a:lnTo>
                  <a:pt x="1152657" y="79786"/>
                </a:lnTo>
                <a:lnTo>
                  <a:pt x="1152684" y="78987"/>
                </a:lnTo>
                <a:lnTo>
                  <a:pt x="1152722" y="78192"/>
                </a:lnTo>
                <a:lnTo>
                  <a:pt x="1152770" y="77401"/>
                </a:lnTo>
                <a:lnTo>
                  <a:pt x="1152829" y="76616"/>
                </a:lnTo>
                <a:lnTo>
                  <a:pt x="1152899" y="75835"/>
                </a:lnTo>
                <a:lnTo>
                  <a:pt x="1152980" y="75058"/>
                </a:lnTo>
                <a:lnTo>
                  <a:pt x="1153071" y="74286"/>
                </a:lnTo>
                <a:lnTo>
                  <a:pt x="1153173" y="73519"/>
                </a:lnTo>
                <a:lnTo>
                  <a:pt x="1153286" y="72756"/>
                </a:lnTo>
                <a:lnTo>
                  <a:pt x="1153410" y="71998"/>
                </a:lnTo>
                <a:lnTo>
                  <a:pt x="1153544" y="71245"/>
                </a:lnTo>
                <a:lnTo>
                  <a:pt x="1153689" y="70496"/>
                </a:lnTo>
                <a:lnTo>
                  <a:pt x="1153845" y="69752"/>
                </a:lnTo>
                <a:lnTo>
                  <a:pt x="1154012" y="69012"/>
                </a:lnTo>
                <a:lnTo>
                  <a:pt x="1154189" y="68277"/>
                </a:lnTo>
                <a:lnTo>
                  <a:pt x="1154378" y="67547"/>
                </a:lnTo>
                <a:lnTo>
                  <a:pt x="1154577" y="66821"/>
                </a:lnTo>
                <a:lnTo>
                  <a:pt x="1154786" y="66100"/>
                </a:lnTo>
                <a:lnTo>
                  <a:pt x="1155007" y="65383"/>
                </a:lnTo>
                <a:lnTo>
                  <a:pt x="1155238" y="64671"/>
                </a:lnTo>
                <a:lnTo>
                  <a:pt x="1155480" y="63964"/>
                </a:lnTo>
                <a:lnTo>
                  <a:pt x="1155732" y="63261"/>
                </a:lnTo>
                <a:lnTo>
                  <a:pt x="1155996" y="62566"/>
                </a:lnTo>
                <a:lnTo>
                  <a:pt x="1156272" y="61883"/>
                </a:lnTo>
                <a:lnTo>
                  <a:pt x="1156559" y="61210"/>
                </a:lnTo>
                <a:lnTo>
                  <a:pt x="1156858" y="60549"/>
                </a:lnTo>
                <a:lnTo>
                  <a:pt x="1157168" y="59899"/>
                </a:lnTo>
                <a:lnTo>
                  <a:pt x="1157490" y="59260"/>
                </a:lnTo>
                <a:lnTo>
                  <a:pt x="1157824" y="58632"/>
                </a:lnTo>
                <a:lnTo>
                  <a:pt x="1158169" y="58016"/>
                </a:lnTo>
                <a:lnTo>
                  <a:pt x="1158526" y="57410"/>
                </a:lnTo>
                <a:lnTo>
                  <a:pt x="1158895" y="56816"/>
                </a:lnTo>
                <a:lnTo>
                  <a:pt x="1159275" y="56233"/>
                </a:lnTo>
                <a:lnTo>
                  <a:pt x="1159667" y="55662"/>
                </a:lnTo>
                <a:lnTo>
                  <a:pt x="1160070" y="55101"/>
                </a:lnTo>
                <a:lnTo>
                  <a:pt x="1160485" y="54552"/>
                </a:lnTo>
                <a:lnTo>
                  <a:pt x="1160912" y="54014"/>
                </a:lnTo>
                <a:lnTo>
                  <a:pt x="1161350" y="53487"/>
                </a:lnTo>
                <a:lnTo>
                  <a:pt x="1161800" y="52971"/>
                </a:lnTo>
                <a:lnTo>
                  <a:pt x="1162262" y="52466"/>
                </a:lnTo>
                <a:lnTo>
                  <a:pt x="1162735" y="51973"/>
                </a:lnTo>
                <a:lnTo>
                  <a:pt x="1163220" y="51491"/>
                </a:lnTo>
                <a:lnTo>
                  <a:pt x="1163716" y="51020"/>
                </a:lnTo>
                <a:lnTo>
                  <a:pt x="1164224" y="50560"/>
                </a:lnTo>
                <a:lnTo>
                  <a:pt x="1164744" y="50111"/>
                </a:lnTo>
                <a:lnTo>
                  <a:pt x="1165275" y="49674"/>
                </a:lnTo>
                <a:lnTo>
                  <a:pt x="1165819" y="49251"/>
                </a:lnTo>
                <a:lnTo>
                  <a:pt x="1166374" y="48846"/>
                </a:lnTo>
                <a:lnTo>
                  <a:pt x="1166942" y="48459"/>
                </a:lnTo>
                <a:lnTo>
                  <a:pt x="1167522" y="48090"/>
                </a:lnTo>
                <a:lnTo>
                  <a:pt x="1168115" y="47739"/>
                </a:lnTo>
                <a:lnTo>
                  <a:pt x="1168720" y="47406"/>
                </a:lnTo>
                <a:lnTo>
                  <a:pt x="1169337" y="47091"/>
                </a:lnTo>
                <a:lnTo>
                  <a:pt x="1169966" y="46795"/>
                </a:lnTo>
                <a:lnTo>
                  <a:pt x="1170608" y="46516"/>
                </a:lnTo>
                <a:lnTo>
                  <a:pt x="1171262" y="46255"/>
                </a:lnTo>
                <a:lnTo>
                  <a:pt x="1171928" y="46012"/>
                </a:lnTo>
                <a:lnTo>
                  <a:pt x="1172606" y="45787"/>
                </a:lnTo>
                <a:lnTo>
                  <a:pt x="1173297" y="45580"/>
                </a:lnTo>
                <a:lnTo>
                  <a:pt x="1174000" y="45391"/>
                </a:lnTo>
                <a:lnTo>
                  <a:pt x="1174716" y="45220"/>
                </a:lnTo>
                <a:lnTo>
                  <a:pt x="1175443" y="45067"/>
                </a:lnTo>
                <a:lnTo>
                  <a:pt x="1176183" y="44932"/>
                </a:lnTo>
                <a:lnTo>
                  <a:pt x="1176935" y="44815"/>
                </a:lnTo>
                <a:lnTo>
                  <a:pt x="1177700" y="44716"/>
                </a:lnTo>
                <a:lnTo>
                  <a:pt x="1178477" y="44635"/>
                </a:lnTo>
                <a:lnTo>
                  <a:pt x="1179266" y="44572"/>
                </a:lnTo>
                <a:lnTo>
                  <a:pt x="1180067" y="44527"/>
                </a:lnTo>
                <a:lnTo>
                  <a:pt x="1180881" y="44500"/>
                </a:lnTo>
                <a:lnTo>
                  <a:pt x="1181707" y="44491"/>
                </a:lnTo>
                <a:lnTo>
                  <a:pt x="1182533" y="44500"/>
                </a:lnTo>
                <a:lnTo>
                  <a:pt x="1183346" y="44527"/>
                </a:lnTo>
                <a:lnTo>
                  <a:pt x="1184148" y="44572"/>
                </a:lnTo>
                <a:lnTo>
                  <a:pt x="1184937" y="44635"/>
                </a:lnTo>
                <a:lnTo>
                  <a:pt x="1185714" y="44716"/>
                </a:lnTo>
                <a:lnTo>
                  <a:pt x="1186478" y="44815"/>
                </a:lnTo>
                <a:lnTo>
                  <a:pt x="1187231" y="44932"/>
                </a:lnTo>
                <a:lnTo>
                  <a:pt x="1187970" y="45067"/>
                </a:lnTo>
                <a:lnTo>
                  <a:pt x="1188698" y="45220"/>
                </a:lnTo>
                <a:lnTo>
                  <a:pt x="1189413" y="45391"/>
                </a:lnTo>
                <a:lnTo>
                  <a:pt x="1190117" y="45580"/>
                </a:lnTo>
                <a:lnTo>
                  <a:pt x="1190807" y="45787"/>
                </a:lnTo>
                <a:lnTo>
                  <a:pt x="1191486" y="46012"/>
                </a:lnTo>
                <a:lnTo>
                  <a:pt x="1192152" y="46255"/>
                </a:lnTo>
                <a:lnTo>
                  <a:pt x="1192806" y="46516"/>
                </a:lnTo>
                <a:lnTo>
                  <a:pt x="1193448" y="46795"/>
                </a:lnTo>
                <a:lnTo>
                  <a:pt x="1194077" y="47091"/>
                </a:lnTo>
                <a:lnTo>
                  <a:pt x="1194694" y="47406"/>
                </a:lnTo>
                <a:lnTo>
                  <a:pt x="1195299" y="47739"/>
                </a:lnTo>
                <a:lnTo>
                  <a:pt x="1195891" y="48090"/>
                </a:lnTo>
                <a:lnTo>
                  <a:pt x="1196471" y="48459"/>
                </a:lnTo>
                <a:lnTo>
                  <a:pt x="1197039" y="48846"/>
                </a:lnTo>
                <a:lnTo>
                  <a:pt x="1197595" y="49251"/>
                </a:lnTo>
                <a:lnTo>
                  <a:pt x="1198138" y="49674"/>
                </a:lnTo>
                <a:lnTo>
                  <a:pt x="1198670" y="50111"/>
                </a:lnTo>
                <a:lnTo>
                  <a:pt x="1199189" y="50560"/>
                </a:lnTo>
                <a:lnTo>
                  <a:pt x="1199697" y="51020"/>
                </a:lnTo>
                <a:lnTo>
                  <a:pt x="1200194" y="51491"/>
                </a:lnTo>
                <a:lnTo>
                  <a:pt x="1200679" y="51973"/>
                </a:lnTo>
                <a:lnTo>
                  <a:pt x="1201152" y="52466"/>
                </a:lnTo>
                <a:lnTo>
                  <a:pt x="1201614" y="52971"/>
                </a:lnTo>
                <a:lnTo>
                  <a:pt x="1202064" y="53487"/>
                </a:lnTo>
                <a:lnTo>
                  <a:pt x="1202502" y="54014"/>
                </a:lnTo>
                <a:lnTo>
                  <a:pt x="1202929" y="54552"/>
                </a:lnTo>
                <a:lnTo>
                  <a:pt x="1203344" y="55101"/>
                </a:lnTo>
                <a:lnTo>
                  <a:pt x="1203747" y="55662"/>
                </a:lnTo>
                <a:lnTo>
                  <a:pt x="1204139" y="56233"/>
                </a:lnTo>
                <a:lnTo>
                  <a:pt x="1204519" y="56816"/>
                </a:lnTo>
                <a:lnTo>
                  <a:pt x="1204888" y="57410"/>
                </a:lnTo>
                <a:lnTo>
                  <a:pt x="1205245" y="58016"/>
                </a:lnTo>
                <a:lnTo>
                  <a:pt x="1205590" y="58632"/>
                </a:lnTo>
                <a:lnTo>
                  <a:pt x="1205923" y="59260"/>
                </a:lnTo>
                <a:lnTo>
                  <a:pt x="1206245" y="59899"/>
                </a:lnTo>
                <a:lnTo>
                  <a:pt x="1206556" y="60549"/>
                </a:lnTo>
                <a:lnTo>
                  <a:pt x="1206855" y="61210"/>
                </a:lnTo>
                <a:lnTo>
                  <a:pt x="1207142" y="61883"/>
                </a:lnTo>
                <a:lnTo>
                  <a:pt x="1207417" y="62566"/>
                </a:lnTo>
                <a:lnTo>
                  <a:pt x="1207681" y="63261"/>
                </a:lnTo>
                <a:lnTo>
                  <a:pt x="1207934" y="63964"/>
                </a:lnTo>
                <a:lnTo>
                  <a:pt x="1208176" y="64671"/>
                </a:lnTo>
                <a:lnTo>
                  <a:pt x="1208407" y="65383"/>
                </a:lnTo>
                <a:lnTo>
                  <a:pt x="1208627" y="66100"/>
                </a:lnTo>
                <a:lnTo>
                  <a:pt x="1208837" y="66821"/>
                </a:lnTo>
                <a:lnTo>
                  <a:pt x="1209036" y="67547"/>
                </a:lnTo>
                <a:lnTo>
                  <a:pt x="1209224" y="68277"/>
                </a:lnTo>
                <a:lnTo>
                  <a:pt x="1209402" y="69012"/>
                </a:lnTo>
                <a:lnTo>
                  <a:pt x="1209568" y="69752"/>
                </a:lnTo>
                <a:lnTo>
                  <a:pt x="1209724" y="70496"/>
                </a:lnTo>
                <a:lnTo>
                  <a:pt x="1209869" y="71245"/>
                </a:lnTo>
                <a:lnTo>
                  <a:pt x="1210004" y="71998"/>
                </a:lnTo>
                <a:lnTo>
                  <a:pt x="1210127" y="72756"/>
                </a:lnTo>
                <a:lnTo>
                  <a:pt x="1210240" y="73519"/>
                </a:lnTo>
                <a:lnTo>
                  <a:pt x="1210342" y="74286"/>
                </a:lnTo>
                <a:lnTo>
                  <a:pt x="1210434" y="75058"/>
                </a:lnTo>
                <a:lnTo>
                  <a:pt x="1210514" y="75835"/>
                </a:lnTo>
                <a:lnTo>
                  <a:pt x="1210584" y="76616"/>
                </a:lnTo>
                <a:lnTo>
                  <a:pt x="1210644" y="77401"/>
                </a:lnTo>
                <a:lnTo>
                  <a:pt x="1210692" y="78192"/>
                </a:lnTo>
                <a:lnTo>
                  <a:pt x="1210730" y="78987"/>
                </a:lnTo>
                <a:lnTo>
                  <a:pt x="1210756" y="79786"/>
                </a:lnTo>
                <a:lnTo>
                  <a:pt x="1210773" y="80590"/>
                </a:lnTo>
                <a:lnTo>
                  <a:pt x="1210778" y="81399"/>
                </a:lnTo>
                <a:lnTo>
                  <a:pt x="1210773" y="82208"/>
                </a:lnTo>
                <a:lnTo>
                  <a:pt x="1210756" y="83011"/>
                </a:lnTo>
                <a:lnTo>
                  <a:pt x="1210730" y="83810"/>
                </a:lnTo>
                <a:lnTo>
                  <a:pt x="1210692" y="84604"/>
                </a:lnTo>
                <a:lnTo>
                  <a:pt x="1210644" y="85394"/>
                </a:lnTo>
                <a:lnTo>
                  <a:pt x="1210584" y="86178"/>
                </a:lnTo>
                <a:lnTo>
                  <a:pt x="1210514" y="86958"/>
                </a:lnTo>
                <a:lnTo>
                  <a:pt x="1210434" y="87733"/>
                </a:lnTo>
                <a:lnTo>
                  <a:pt x="1210342" y="88503"/>
                </a:lnTo>
                <a:lnTo>
                  <a:pt x="1210240" y="89268"/>
                </a:lnTo>
                <a:lnTo>
                  <a:pt x="1210127" y="90028"/>
                </a:lnTo>
                <a:lnTo>
                  <a:pt x="1210004" y="90784"/>
                </a:lnTo>
                <a:lnTo>
                  <a:pt x="1209869" y="91535"/>
                </a:lnTo>
                <a:lnTo>
                  <a:pt x="1209724" y="92280"/>
                </a:lnTo>
                <a:lnTo>
                  <a:pt x="1209568" y="93021"/>
                </a:lnTo>
                <a:lnTo>
                  <a:pt x="1209402" y="93758"/>
                </a:lnTo>
                <a:lnTo>
                  <a:pt x="1209224" y="94489"/>
                </a:lnTo>
                <a:lnTo>
                  <a:pt x="1209036" y="95216"/>
                </a:lnTo>
                <a:lnTo>
                  <a:pt x="1208837" y="95937"/>
                </a:lnTo>
                <a:lnTo>
                  <a:pt x="1208627" y="96654"/>
                </a:lnTo>
                <a:lnTo>
                  <a:pt x="1208407" y="97366"/>
                </a:lnTo>
                <a:lnTo>
                  <a:pt x="1208176" y="98074"/>
                </a:lnTo>
                <a:lnTo>
                  <a:pt x="1207934" y="98776"/>
                </a:lnTo>
                <a:lnTo>
                  <a:pt x="1207681" y="99474"/>
                </a:lnTo>
                <a:lnTo>
                  <a:pt x="1207417" y="100163"/>
                </a:lnTo>
                <a:lnTo>
                  <a:pt x="1207142" y="100842"/>
                </a:lnTo>
                <a:lnTo>
                  <a:pt x="1206855" y="101509"/>
                </a:lnTo>
                <a:lnTo>
                  <a:pt x="1206556" y="102165"/>
                </a:lnTo>
                <a:lnTo>
                  <a:pt x="1206245" y="102810"/>
                </a:lnTo>
                <a:lnTo>
                  <a:pt x="1205923" y="103443"/>
                </a:lnTo>
                <a:lnTo>
                  <a:pt x="1205590" y="104066"/>
                </a:lnTo>
                <a:lnTo>
                  <a:pt x="1205245" y="104677"/>
                </a:lnTo>
                <a:lnTo>
                  <a:pt x="1204888" y="105277"/>
                </a:lnTo>
                <a:lnTo>
                  <a:pt x="1204519" y="105866"/>
                </a:lnTo>
                <a:lnTo>
                  <a:pt x="1204139" y="106443"/>
                </a:lnTo>
                <a:lnTo>
                  <a:pt x="1203747" y="107010"/>
                </a:lnTo>
                <a:lnTo>
                  <a:pt x="1203344" y="107565"/>
                </a:lnTo>
                <a:lnTo>
                  <a:pt x="1202929" y="108109"/>
                </a:lnTo>
                <a:lnTo>
                  <a:pt x="1202502" y="108642"/>
                </a:lnTo>
                <a:lnTo>
                  <a:pt x="1202064" y="109164"/>
                </a:lnTo>
                <a:lnTo>
                  <a:pt x="1201614" y="109674"/>
                </a:lnTo>
                <a:lnTo>
                  <a:pt x="1201152" y="110174"/>
                </a:lnTo>
                <a:lnTo>
                  <a:pt x="1200679" y="110662"/>
                </a:lnTo>
                <a:lnTo>
                  <a:pt x="1200194" y="111139"/>
                </a:lnTo>
                <a:lnTo>
                  <a:pt x="1199697" y="111605"/>
                </a:lnTo>
                <a:lnTo>
                  <a:pt x="1199189" y="112059"/>
                </a:lnTo>
                <a:lnTo>
                  <a:pt x="1198670" y="112503"/>
                </a:lnTo>
                <a:lnTo>
                  <a:pt x="1198138" y="112935"/>
                </a:lnTo>
                <a:lnTo>
                  <a:pt x="1197595" y="113352"/>
                </a:lnTo>
                <a:lnTo>
                  <a:pt x="1197039" y="113752"/>
                </a:lnTo>
                <a:lnTo>
                  <a:pt x="1196471" y="114135"/>
                </a:lnTo>
                <a:lnTo>
                  <a:pt x="1195891" y="114499"/>
                </a:lnTo>
                <a:lnTo>
                  <a:pt x="1195299" y="114845"/>
                </a:lnTo>
                <a:lnTo>
                  <a:pt x="1194694" y="115174"/>
                </a:lnTo>
                <a:lnTo>
                  <a:pt x="1194077" y="115485"/>
                </a:lnTo>
                <a:lnTo>
                  <a:pt x="1193448" y="115779"/>
                </a:lnTo>
                <a:lnTo>
                  <a:pt x="1192806" y="116054"/>
                </a:lnTo>
                <a:lnTo>
                  <a:pt x="1192152" y="116312"/>
                </a:lnTo>
                <a:lnTo>
                  <a:pt x="1191486" y="116552"/>
                </a:lnTo>
                <a:lnTo>
                  <a:pt x="1190807" y="116774"/>
                </a:lnTo>
                <a:lnTo>
                  <a:pt x="1190117" y="116978"/>
                </a:lnTo>
                <a:lnTo>
                  <a:pt x="1189413" y="117165"/>
                </a:lnTo>
                <a:lnTo>
                  <a:pt x="1188698" y="117334"/>
                </a:lnTo>
                <a:lnTo>
                  <a:pt x="1187970" y="117485"/>
                </a:lnTo>
                <a:lnTo>
                  <a:pt x="1187231" y="117618"/>
                </a:lnTo>
                <a:lnTo>
                  <a:pt x="1186478" y="117734"/>
                </a:lnTo>
                <a:lnTo>
                  <a:pt x="1185714" y="117832"/>
                </a:lnTo>
                <a:lnTo>
                  <a:pt x="1184937" y="117912"/>
                </a:lnTo>
                <a:lnTo>
                  <a:pt x="1184148" y="117974"/>
                </a:lnTo>
                <a:lnTo>
                  <a:pt x="1183346" y="118018"/>
                </a:lnTo>
                <a:lnTo>
                  <a:pt x="1182533" y="118045"/>
                </a:lnTo>
                <a:lnTo>
                  <a:pt x="1181707" y="118054"/>
                </a:lnTo>
                <a:lnTo>
                  <a:pt x="1180881" y="118045"/>
                </a:lnTo>
                <a:lnTo>
                  <a:pt x="1180067" y="118018"/>
                </a:lnTo>
                <a:lnTo>
                  <a:pt x="1179266" y="117974"/>
                </a:lnTo>
                <a:lnTo>
                  <a:pt x="1178477" y="117912"/>
                </a:lnTo>
                <a:lnTo>
                  <a:pt x="1177700" y="117832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5D5F36-7F71-425D-ADFB-29769340AE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11508" y="2460413"/>
            <a:ext cx="2198988" cy="171898"/>
          </a:xfrm>
          <a:custGeom xmlns:a="http://schemas.openxmlformats.org/drawingml/2006/main">
            <a:pathLst>
              <a:path w="2198988" h="171898">
                <a:moveTo>
                  <a:pt x="350251" y="20094"/>
                </a:moveTo>
                <a:lnTo>
                  <a:pt x="350591" y="20038"/>
                </a:lnTo>
                <a:lnTo>
                  <a:pt x="350925" y="19971"/>
                </a:lnTo>
                <a:lnTo>
                  <a:pt x="351256" y="19893"/>
                </a:lnTo>
                <a:lnTo>
                  <a:pt x="351582" y="19806"/>
                </a:lnTo>
                <a:lnTo>
                  <a:pt x="351904" y="19708"/>
                </a:lnTo>
                <a:lnTo>
                  <a:pt x="352221" y="19599"/>
                </a:lnTo>
                <a:lnTo>
                  <a:pt x="352534" y="19481"/>
                </a:lnTo>
                <a:lnTo>
                  <a:pt x="352842" y="19352"/>
                </a:lnTo>
                <a:lnTo>
                  <a:pt x="353147" y="19213"/>
                </a:lnTo>
                <a:lnTo>
                  <a:pt x="353446" y="19063"/>
                </a:lnTo>
                <a:lnTo>
                  <a:pt x="353742" y="18903"/>
                </a:lnTo>
                <a:lnTo>
                  <a:pt x="354033" y="18733"/>
                </a:lnTo>
                <a:lnTo>
                  <a:pt x="354319" y="18553"/>
                </a:lnTo>
                <a:lnTo>
                  <a:pt x="354601" y="18362"/>
                </a:lnTo>
                <a:lnTo>
                  <a:pt x="354879" y="18161"/>
                </a:lnTo>
                <a:lnTo>
                  <a:pt x="355153" y="17949"/>
                </a:lnTo>
                <a:lnTo>
                  <a:pt x="355422" y="17727"/>
                </a:lnTo>
                <a:lnTo>
                  <a:pt x="355686" y="17495"/>
                </a:lnTo>
                <a:lnTo>
                  <a:pt x="355947" y="17253"/>
                </a:lnTo>
                <a:lnTo>
                  <a:pt x="356204" y="17003"/>
                </a:lnTo>
                <a:lnTo>
                  <a:pt x="356451" y="16750"/>
                </a:lnTo>
                <a:lnTo>
                  <a:pt x="356687" y="16492"/>
                </a:lnTo>
                <a:lnTo>
                  <a:pt x="356912" y="16230"/>
                </a:lnTo>
                <a:lnTo>
                  <a:pt x="357126" y="15963"/>
                </a:lnTo>
                <a:lnTo>
                  <a:pt x="357329" y="15693"/>
                </a:lnTo>
                <a:lnTo>
                  <a:pt x="357521" y="15418"/>
                </a:lnTo>
                <a:lnTo>
                  <a:pt x="357702" y="15139"/>
                </a:lnTo>
                <a:lnTo>
                  <a:pt x="357872" y="14856"/>
                </a:lnTo>
                <a:lnTo>
                  <a:pt x="358031" y="14569"/>
                </a:lnTo>
                <a:lnTo>
                  <a:pt x="358179" y="14278"/>
                </a:lnTo>
                <a:lnTo>
                  <a:pt x="358317" y="13983"/>
                </a:lnTo>
                <a:lnTo>
                  <a:pt x="358443" y="13683"/>
                </a:lnTo>
                <a:lnTo>
                  <a:pt x="358558" y="13379"/>
                </a:lnTo>
                <a:lnTo>
                  <a:pt x="358662" y="13071"/>
                </a:lnTo>
                <a:lnTo>
                  <a:pt x="358755" y="12759"/>
                </a:lnTo>
                <a:lnTo>
                  <a:pt x="358838" y="12443"/>
                </a:lnTo>
                <a:lnTo>
                  <a:pt x="358909" y="12122"/>
                </a:lnTo>
                <a:lnTo>
                  <a:pt x="358969" y="11798"/>
                </a:lnTo>
                <a:lnTo>
                  <a:pt x="359019" y="11469"/>
                </a:lnTo>
                <a:lnTo>
                  <a:pt x="359057" y="11136"/>
                </a:lnTo>
                <a:lnTo>
                  <a:pt x="359085" y="10799"/>
                </a:lnTo>
                <a:lnTo>
                  <a:pt x="359101" y="10457"/>
                </a:lnTo>
                <a:lnTo>
                  <a:pt x="359107" y="10112"/>
                </a:lnTo>
                <a:lnTo>
                  <a:pt x="359101" y="9766"/>
                </a:lnTo>
                <a:lnTo>
                  <a:pt x="359085" y="9425"/>
                </a:lnTo>
                <a:lnTo>
                  <a:pt x="359057" y="9088"/>
                </a:lnTo>
                <a:lnTo>
                  <a:pt x="359019" y="8755"/>
                </a:lnTo>
                <a:lnTo>
                  <a:pt x="358969" y="8426"/>
                </a:lnTo>
                <a:lnTo>
                  <a:pt x="358909" y="8101"/>
                </a:lnTo>
                <a:lnTo>
                  <a:pt x="358838" y="7781"/>
                </a:lnTo>
                <a:lnTo>
                  <a:pt x="358755" y="7464"/>
                </a:lnTo>
                <a:lnTo>
                  <a:pt x="358662" y="7152"/>
                </a:lnTo>
                <a:lnTo>
                  <a:pt x="358558" y="6844"/>
                </a:lnTo>
                <a:lnTo>
                  <a:pt x="358443" y="6540"/>
                </a:lnTo>
                <a:lnTo>
                  <a:pt x="358317" y="6241"/>
                </a:lnTo>
                <a:lnTo>
                  <a:pt x="358179" y="5945"/>
                </a:lnTo>
                <a:lnTo>
                  <a:pt x="358031" y="5654"/>
                </a:lnTo>
                <a:lnTo>
                  <a:pt x="357872" y="5367"/>
                </a:lnTo>
                <a:lnTo>
                  <a:pt x="357702" y="5084"/>
                </a:lnTo>
                <a:lnTo>
                  <a:pt x="357521" y="4805"/>
                </a:lnTo>
                <a:lnTo>
                  <a:pt x="357329" y="4530"/>
                </a:lnTo>
                <a:lnTo>
                  <a:pt x="357126" y="4260"/>
                </a:lnTo>
                <a:lnTo>
                  <a:pt x="356912" y="3994"/>
                </a:lnTo>
                <a:lnTo>
                  <a:pt x="356687" y="3732"/>
                </a:lnTo>
                <a:lnTo>
                  <a:pt x="356451" y="3474"/>
                </a:lnTo>
                <a:lnTo>
                  <a:pt x="356204" y="3220"/>
                </a:lnTo>
                <a:lnTo>
                  <a:pt x="355947" y="2970"/>
                </a:lnTo>
                <a:lnTo>
                  <a:pt x="355686" y="2728"/>
                </a:lnTo>
                <a:lnTo>
                  <a:pt x="355422" y="2496"/>
                </a:lnTo>
                <a:lnTo>
                  <a:pt x="355153" y="2274"/>
                </a:lnTo>
                <a:lnTo>
                  <a:pt x="354879" y="2063"/>
                </a:lnTo>
                <a:lnTo>
                  <a:pt x="354601" y="1862"/>
                </a:lnTo>
                <a:lnTo>
                  <a:pt x="354319" y="1671"/>
                </a:lnTo>
                <a:lnTo>
                  <a:pt x="354033" y="1490"/>
                </a:lnTo>
                <a:lnTo>
                  <a:pt x="353742" y="1320"/>
                </a:lnTo>
                <a:lnTo>
                  <a:pt x="353446" y="1160"/>
                </a:lnTo>
                <a:lnTo>
                  <a:pt x="353147" y="1011"/>
                </a:lnTo>
                <a:lnTo>
                  <a:pt x="352842" y="871"/>
                </a:lnTo>
                <a:lnTo>
                  <a:pt x="352534" y="743"/>
                </a:lnTo>
                <a:lnTo>
                  <a:pt x="352221" y="624"/>
                </a:lnTo>
                <a:lnTo>
                  <a:pt x="351904" y="516"/>
                </a:lnTo>
                <a:lnTo>
                  <a:pt x="351582" y="418"/>
                </a:lnTo>
                <a:lnTo>
                  <a:pt x="351256" y="330"/>
                </a:lnTo>
                <a:lnTo>
                  <a:pt x="350925" y="253"/>
                </a:lnTo>
                <a:lnTo>
                  <a:pt x="350591" y="186"/>
                </a:lnTo>
                <a:lnTo>
                  <a:pt x="350251" y="129"/>
                </a:lnTo>
                <a:lnTo>
                  <a:pt x="349908" y="83"/>
                </a:lnTo>
                <a:lnTo>
                  <a:pt x="349560" y="46"/>
                </a:lnTo>
                <a:lnTo>
                  <a:pt x="349207" y="21"/>
                </a:lnTo>
                <a:lnTo>
                  <a:pt x="348850" y="5"/>
                </a:lnTo>
                <a:lnTo>
                  <a:pt x="348489" y="0"/>
                </a:lnTo>
                <a:lnTo>
                  <a:pt x="348128" y="5"/>
                </a:lnTo>
                <a:lnTo>
                  <a:pt x="347771" y="21"/>
                </a:lnTo>
                <a:lnTo>
                  <a:pt x="347418" y="46"/>
                </a:lnTo>
                <a:lnTo>
                  <a:pt x="347069" y="83"/>
                </a:lnTo>
                <a:lnTo>
                  <a:pt x="346724" y="129"/>
                </a:lnTo>
                <a:lnTo>
                  <a:pt x="346384" y="186"/>
                </a:lnTo>
                <a:lnTo>
                  <a:pt x="346048" y="253"/>
                </a:lnTo>
                <a:lnTo>
                  <a:pt x="345716" y="330"/>
                </a:lnTo>
                <a:lnTo>
                  <a:pt x="345388" y="418"/>
                </a:lnTo>
                <a:lnTo>
                  <a:pt x="345064" y="516"/>
                </a:lnTo>
                <a:lnTo>
                  <a:pt x="344744" y="624"/>
                </a:lnTo>
                <a:lnTo>
                  <a:pt x="344429" y="743"/>
                </a:lnTo>
                <a:lnTo>
                  <a:pt x="344118" y="871"/>
                </a:lnTo>
                <a:lnTo>
                  <a:pt x="343810" y="1011"/>
                </a:lnTo>
                <a:lnTo>
                  <a:pt x="343507" y="1160"/>
                </a:lnTo>
                <a:lnTo>
                  <a:pt x="343209" y="1320"/>
                </a:lnTo>
                <a:lnTo>
                  <a:pt x="342914" y="1490"/>
                </a:lnTo>
                <a:lnTo>
                  <a:pt x="342624" y="1671"/>
                </a:lnTo>
                <a:lnTo>
                  <a:pt x="342337" y="1862"/>
                </a:lnTo>
                <a:lnTo>
                  <a:pt x="342055" y="2063"/>
                </a:lnTo>
                <a:lnTo>
                  <a:pt x="341777" y="2274"/>
                </a:lnTo>
                <a:lnTo>
                  <a:pt x="341504" y="2496"/>
                </a:lnTo>
                <a:lnTo>
                  <a:pt x="341234" y="2728"/>
                </a:lnTo>
                <a:lnTo>
                  <a:pt x="340969" y="2970"/>
                </a:lnTo>
                <a:lnTo>
                  <a:pt x="340716" y="3220"/>
                </a:lnTo>
                <a:lnTo>
                  <a:pt x="340474" y="3474"/>
                </a:lnTo>
                <a:lnTo>
                  <a:pt x="340243" y="3732"/>
                </a:lnTo>
                <a:lnTo>
                  <a:pt x="340023" y="3994"/>
                </a:lnTo>
                <a:lnTo>
                  <a:pt x="339813" y="4260"/>
                </a:lnTo>
                <a:lnTo>
                  <a:pt x="339614" y="4530"/>
                </a:lnTo>
                <a:lnTo>
                  <a:pt x="339426" y="4805"/>
                </a:lnTo>
                <a:lnTo>
                  <a:pt x="339248" y="5084"/>
                </a:lnTo>
                <a:lnTo>
                  <a:pt x="339082" y="5367"/>
                </a:lnTo>
                <a:lnTo>
                  <a:pt x="338926" y="5654"/>
                </a:lnTo>
                <a:lnTo>
                  <a:pt x="338781" y="5945"/>
                </a:lnTo>
                <a:lnTo>
                  <a:pt x="338646" y="6241"/>
                </a:lnTo>
                <a:lnTo>
                  <a:pt x="338523" y="6540"/>
                </a:lnTo>
                <a:lnTo>
                  <a:pt x="338410" y="6844"/>
                </a:lnTo>
                <a:lnTo>
                  <a:pt x="338307" y="7152"/>
                </a:lnTo>
                <a:lnTo>
                  <a:pt x="338216" y="7464"/>
                </a:lnTo>
                <a:lnTo>
                  <a:pt x="338135" y="7781"/>
                </a:lnTo>
                <a:lnTo>
                  <a:pt x="338066" y="8101"/>
                </a:lnTo>
                <a:lnTo>
                  <a:pt x="338006" y="8426"/>
                </a:lnTo>
                <a:lnTo>
                  <a:pt x="337958" y="8755"/>
                </a:lnTo>
                <a:lnTo>
                  <a:pt x="337920" y="9088"/>
                </a:lnTo>
                <a:lnTo>
                  <a:pt x="337894" y="9425"/>
                </a:lnTo>
                <a:lnTo>
                  <a:pt x="337877" y="9766"/>
                </a:lnTo>
                <a:lnTo>
                  <a:pt x="337872" y="10112"/>
                </a:lnTo>
                <a:lnTo>
                  <a:pt x="337877" y="10457"/>
                </a:lnTo>
                <a:lnTo>
                  <a:pt x="337894" y="10799"/>
                </a:lnTo>
                <a:lnTo>
                  <a:pt x="337920" y="11136"/>
                </a:lnTo>
                <a:lnTo>
                  <a:pt x="337958" y="11469"/>
                </a:lnTo>
                <a:lnTo>
                  <a:pt x="338006" y="11798"/>
                </a:lnTo>
                <a:lnTo>
                  <a:pt x="338066" y="12122"/>
                </a:lnTo>
                <a:lnTo>
                  <a:pt x="338135" y="12443"/>
                </a:lnTo>
                <a:lnTo>
                  <a:pt x="338216" y="12759"/>
                </a:lnTo>
                <a:lnTo>
                  <a:pt x="338307" y="13071"/>
                </a:lnTo>
                <a:lnTo>
                  <a:pt x="338410" y="13379"/>
                </a:lnTo>
                <a:lnTo>
                  <a:pt x="338523" y="13683"/>
                </a:lnTo>
                <a:lnTo>
                  <a:pt x="338646" y="13983"/>
                </a:lnTo>
                <a:lnTo>
                  <a:pt x="338781" y="14278"/>
                </a:lnTo>
                <a:lnTo>
                  <a:pt x="338926" y="14569"/>
                </a:lnTo>
                <a:lnTo>
                  <a:pt x="339082" y="14856"/>
                </a:lnTo>
                <a:lnTo>
                  <a:pt x="339248" y="15139"/>
                </a:lnTo>
                <a:lnTo>
                  <a:pt x="339426" y="15418"/>
                </a:lnTo>
                <a:lnTo>
                  <a:pt x="339614" y="15693"/>
                </a:lnTo>
                <a:lnTo>
                  <a:pt x="339813" y="15963"/>
                </a:lnTo>
                <a:lnTo>
                  <a:pt x="340023" y="16230"/>
                </a:lnTo>
                <a:lnTo>
                  <a:pt x="340243" y="16492"/>
                </a:lnTo>
                <a:lnTo>
                  <a:pt x="340474" y="16750"/>
                </a:lnTo>
                <a:lnTo>
                  <a:pt x="340716" y="17003"/>
                </a:lnTo>
                <a:lnTo>
                  <a:pt x="340969" y="17253"/>
                </a:lnTo>
                <a:lnTo>
                  <a:pt x="341234" y="17495"/>
                </a:lnTo>
                <a:lnTo>
                  <a:pt x="341504" y="17727"/>
                </a:lnTo>
                <a:lnTo>
                  <a:pt x="341777" y="17949"/>
                </a:lnTo>
                <a:lnTo>
                  <a:pt x="342055" y="18161"/>
                </a:lnTo>
                <a:lnTo>
                  <a:pt x="342337" y="18362"/>
                </a:lnTo>
                <a:lnTo>
                  <a:pt x="342624" y="18553"/>
                </a:lnTo>
                <a:lnTo>
                  <a:pt x="342914" y="18733"/>
                </a:lnTo>
                <a:lnTo>
                  <a:pt x="343209" y="18903"/>
                </a:lnTo>
                <a:lnTo>
                  <a:pt x="343507" y="19063"/>
                </a:lnTo>
                <a:lnTo>
                  <a:pt x="343810" y="19213"/>
                </a:lnTo>
                <a:lnTo>
                  <a:pt x="344118" y="19352"/>
                </a:lnTo>
                <a:lnTo>
                  <a:pt x="344429" y="19481"/>
                </a:lnTo>
                <a:lnTo>
                  <a:pt x="344744" y="19599"/>
                </a:lnTo>
                <a:lnTo>
                  <a:pt x="345064" y="19708"/>
                </a:lnTo>
                <a:lnTo>
                  <a:pt x="345388" y="19806"/>
                </a:lnTo>
                <a:lnTo>
                  <a:pt x="345716" y="19893"/>
                </a:lnTo>
                <a:lnTo>
                  <a:pt x="346048" y="19971"/>
                </a:lnTo>
                <a:lnTo>
                  <a:pt x="346384" y="20038"/>
                </a:lnTo>
                <a:lnTo>
                  <a:pt x="346724" y="20094"/>
                </a:lnTo>
                <a:lnTo>
                  <a:pt x="347069" y="20141"/>
                </a:lnTo>
                <a:lnTo>
                  <a:pt x="347418" y="20177"/>
                </a:lnTo>
                <a:lnTo>
                  <a:pt x="347771" y="20203"/>
                </a:lnTo>
                <a:lnTo>
                  <a:pt x="348128" y="20218"/>
                </a:lnTo>
                <a:lnTo>
                  <a:pt x="348489" y="20223"/>
                </a:lnTo>
                <a:lnTo>
                  <a:pt x="348850" y="20218"/>
                </a:lnTo>
                <a:lnTo>
                  <a:pt x="349207" y="20203"/>
                </a:lnTo>
                <a:lnTo>
                  <a:pt x="349560" y="20177"/>
                </a:lnTo>
                <a:lnTo>
                  <a:pt x="349908" y="20141"/>
                </a:lnTo>
                <a:lnTo>
                  <a:pt x="350251" y="20094"/>
                </a:lnTo>
                <a:close/>
                <a:moveTo>
                  <a:pt x="850953" y="20094"/>
                </a:moveTo>
                <a:lnTo>
                  <a:pt x="851292" y="20038"/>
                </a:lnTo>
                <a:lnTo>
                  <a:pt x="851627" y="19971"/>
                </a:lnTo>
                <a:lnTo>
                  <a:pt x="851957" y="19893"/>
                </a:lnTo>
                <a:lnTo>
                  <a:pt x="852284" y="19806"/>
                </a:lnTo>
                <a:lnTo>
                  <a:pt x="852605" y="19708"/>
                </a:lnTo>
                <a:lnTo>
                  <a:pt x="852923" y="19599"/>
                </a:lnTo>
                <a:lnTo>
                  <a:pt x="853235" y="19481"/>
                </a:lnTo>
                <a:lnTo>
                  <a:pt x="853544" y="19352"/>
                </a:lnTo>
                <a:lnTo>
                  <a:pt x="853848" y="19213"/>
                </a:lnTo>
                <a:lnTo>
                  <a:pt x="854148" y="19063"/>
                </a:lnTo>
                <a:lnTo>
                  <a:pt x="854443" y="18903"/>
                </a:lnTo>
                <a:lnTo>
                  <a:pt x="854734" y="18733"/>
                </a:lnTo>
                <a:lnTo>
                  <a:pt x="855021" y="18553"/>
                </a:lnTo>
                <a:lnTo>
                  <a:pt x="855303" y="18362"/>
                </a:lnTo>
                <a:lnTo>
                  <a:pt x="855581" y="18161"/>
                </a:lnTo>
                <a:lnTo>
                  <a:pt x="855854" y="17949"/>
                </a:lnTo>
                <a:lnTo>
                  <a:pt x="856123" y="17727"/>
                </a:lnTo>
                <a:lnTo>
                  <a:pt x="856388" y="17495"/>
                </a:lnTo>
                <a:lnTo>
                  <a:pt x="856648" y="17253"/>
                </a:lnTo>
                <a:lnTo>
                  <a:pt x="856906" y="17003"/>
                </a:lnTo>
                <a:lnTo>
                  <a:pt x="857153" y="16750"/>
                </a:lnTo>
                <a:lnTo>
                  <a:pt x="857389" y="16492"/>
                </a:lnTo>
                <a:lnTo>
                  <a:pt x="857614" y="16230"/>
                </a:lnTo>
                <a:lnTo>
                  <a:pt x="857828" y="15963"/>
                </a:lnTo>
                <a:lnTo>
                  <a:pt x="858031" y="15693"/>
                </a:lnTo>
                <a:lnTo>
                  <a:pt x="858223" y="15418"/>
                </a:lnTo>
                <a:lnTo>
                  <a:pt x="858404" y="15139"/>
                </a:lnTo>
                <a:lnTo>
                  <a:pt x="858574" y="14856"/>
                </a:lnTo>
                <a:lnTo>
                  <a:pt x="858733" y="14569"/>
                </a:lnTo>
                <a:lnTo>
                  <a:pt x="858881" y="14278"/>
                </a:lnTo>
                <a:lnTo>
                  <a:pt x="859018" y="13983"/>
                </a:lnTo>
                <a:lnTo>
                  <a:pt x="859144" y="13683"/>
                </a:lnTo>
                <a:lnTo>
                  <a:pt x="859259" y="13379"/>
                </a:lnTo>
                <a:lnTo>
                  <a:pt x="859364" y="13071"/>
                </a:lnTo>
                <a:lnTo>
                  <a:pt x="859457" y="12759"/>
                </a:lnTo>
                <a:lnTo>
                  <a:pt x="859539" y="12443"/>
                </a:lnTo>
                <a:lnTo>
                  <a:pt x="859611" y="12122"/>
                </a:lnTo>
                <a:lnTo>
                  <a:pt x="859671" y="11798"/>
                </a:lnTo>
                <a:lnTo>
                  <a:pt x="859720" y="11469"/>
                </a:lnTo>
                <a:lnTo>
                  <a:pt x="859759" y="11136"/>
                </a:lnTo>
                <a:lnTo>
                  <a:pt x="859786" y="10799"/>
                </a:lnTo>
                <a:lnTo>
                  <a:pt x="859803" y="10457"/>
                </a:lnTo>
                <a:lnTo>
                  <a:pt x="859808" y="10112"/>
                </a:lnTo>
                <a:lnTo>
                  <a:pt x="859803" y="9766"/>
                </a:lnTo>
                <a:lnTo>
                  <a:pt x="859786" y="9425"/>
                </a:lnTo>
                <a:lnTo>
                  <a:pt x="859759" y="9088"/>
                </a:lnTo>
                <a:lnTo>
                  <a:pt x="859720" y="8755"/>
                </a:lnTo>
                <a:lnTo>
                  <a:pt x="859671" y="8426"/>
                </a:lnTo>
                <a:lnTo>
                  <a:pt x="859611" y="8101"/>
                </a:lnTo>
                <a:lnTo>
                  <a:pt x="859539" y="7781"/>
                </a:lnTo>
                <a:lnTo>
                  <a:pt x="859457" y="7464"/>
                </a:lnTo>
                <a:lnTo>
                  <a:pt x="859364" y="7152"/>
                </a:lnTo>
                <a:lnTo>
                  <a:pt x="859259" y="6844"/>
                </a:lnTo>
                <a:lnTo>
                  <a:pt x="859144" y="6540"/>
                </a:lnTo>
                <a:lnTo>
                  <a:pt x="859018" y="6241"/>
                </a:lnTo>
                <a:lnTo>
                  <a:pt x="858881" y="5945"/>
                </a:lnTo>
                <a:lnTo>
                  <a:pt x="858733" y="5654"/>
                </a:lnTo>
                <a:lnTo>
                  <a:pt x="858574" y="5367"/>
                </a:lnTo>
                <a:lnTo>
                  <a:pt x="858404" y="5084"/>
                </a:lnTo>
                <a:lnTo>
                  <a:pt x="858223" y="4805"/>
                </a:lnTo>
                <a:lnTo>
                  <a:pt x="858031" y="4530"/>
                </a:lnTo>
                <a:lnTo>
                  <a:pt x="857828" y="4260"/>
                </a:lnTo>
                <a:lnTo>
                  <a:pt x="857614" y="3994"/>
                </a:lnTo>
                <a:lnTo>
                  <a:pt x="857389" y="3732"/>
                </a:lnTo>
                <a:lnTo>
                  <a:pt x="857153" y="3474"/>
                </a:lnTo>
                <a:lnTo>
                  <a:pt x="856906" y="3220"/>
                </a:lnTo>
                <a:lnTo>
                  <a:pt x="856648" y="2970"/>
                </a:lnTo>
                <a:lnTo>
                  <a:pt x="856388" y="2728"/>
                </a:lnTo>
                <a:lnTo>
                  <a:pt x="856123" y="2496"/>
                </a:lnTo>
                <a:lnTo>
                  <a:pt x="855854" y="2274"/>
                </a:lnTo>
                <a:lnTo>
                  <a:pt x="855581" y="2063"/>
                </a:lnTo>
                <a:lnTo>
                  <a:pt x="855303" y="1862"/>
                </a:lnTo>
                <a:lnTo>
                  <a:pt x="855021" y="1671"/>
                </a:lnTo>
                <a:lnTo>
                  <a:pt x="854734" y="1490"/>
                </a:lnTo>
                <a:lnTo>
                  <a:pt x="854443" y="1320"/>
                </a:lnTo>
                <a:lnTo>
                  <a:pt x="854148" y="1160"/>
                </a:lnTo>
                <a:lnTo>
                  <a:pt x="853848" y="1011"/>
                </a:lnTo>
                <a:lnTo>
                  <a:pt x="853544" y="871"/>
                </a:lnTo>
                <a:lnTo>
                  <a:pt x="853235" y="743"/>
                </a:lnTo>
                <a:lnTo>
                  <a:pt x="852923" y="624"/>
                </a:lnTo>
                <a:lnTo>
                  <a:pt x="852605" y="516"/>
                </a:lnTo>
                <a:lnTo>
                  <a:pt x="852284" y="418"/>
                </a:lnTo>
                <a:lnTo>
                  <a:pt x="851957" y="330"/>
                </a:lnTo>
                <a:lnTo>
                  <a:pt x="851627" y="253"/>
                </a:lnTo>
                <a:lnTo>
                  <a:pt x="851292" y="186"/>
                </a:lnTo>
                <a:lnTo>
                  <a:pt x="850953" y="129"/>
                </a:lnTo>
                <a:lnTo>
                  <a:pt x="850609" y="83"/>
                </a:lnTo>
                <a:lnTo>
                  <a:pt x="850261" y="46"/>
                </a:lnTo>
                <a:lnTo>
                  <a:pt x="849909" y="21"/>
                </a:lnTo>
                <a:lnTo>
                  <a:pt x="849552" y="5"/>
                </a:lnTo>
                <a:lnTo>
                  <a:pt x="849191" y="0"/>
                </a:lnTo>
                <a:lnTo>
                  <a:pt x="848829" y="5"/>
                </a:lnTo>
                <a:lnTo>
                  <a:pt x="848472" y="21"/>
                </a:lnTo>
                <a:lnTo>
                  <a:pt x="848119" y="46"/>
                </a:lnTo>
                <a:lnTo>
                  <a:pt x="847771" y="83"/>
                </a:lnTo>
                <a:lnTo>
                  <a:pt x="847426" y="129"/>
                </a:lnTo>
                <a:lnTo>
                  <a:pt x="847086" y="186"/>
                </a:lnTo>
                <a:lnTo>
                  <a:pt x="846749" y="253"/>
                </a:lnTo>
                <a:lnTo>
                  <a:pt x="846417" y="330"/>
                </a:lnTo>
                <a:lnTo>
                  <a:pt x="846089" y="418"/>
                </a:lnTo>
                <a:lnTo>
                  <a:pt x="845765" y="516"/>
                </a:lnTo>
                <a:lnTo>
                  <a:pt x="845446" y="624"/>
                </a:lnTo>
                <a:lnTo>
                  <a:pt x="845130" y="743"/>
                </a:lnTo>
                <a:lnTo>
                  <a:pt x="844819" y="871"/>
                </a:lnTo>
                <a:lnTo>
                  <a:pt x="844512" y="1011"/>
                </a:lnTo>
                <a:lnTo>
                  <a:pt x="844209" y="1160"/>
                </a:lnTo>
                <a:lnTo>
                  <a:pt x="843910" y="1320"/>
                </a:lnTo>
                <a:lnTo>
                  <a:pt x="843616" y="1490"/>
                </a:lnTo>
                <a:lnTo>
                  <a:pt x="843325" y="1671"/>
                </a:lnTo>
                <a:lnTo>
                  <a:pt x="843039" y="1862"/>
                </a:lnTo>
                <a:lnTo>
                  <a:pt x="842757" y="2063"/>
                </a:lnTo>
                <a:lnTo>
                  <a:pt x="842479" y="2274"/>
                </a:lnTo>
                <a:lnTo>
                  <a:pt x="842205" y="2496"/>
                </a:lnTo>
                <a:lnTo>
                  <a:pt x="841936" y="2728"/>
                </a:lnTo>
                <a:lnTo>
                  <a:pt x="841670" y="2970"/>
                </a:lnTo>
                <a:lnTo>
                  <a:pt x="841418" y="3220"/>
                </a:lnTo>
                <a:lnTo>
                  <a:pt x="841176" y="3474"/>
                </a:lnTo>
                <a:lnTo>
                  <a:pt x="840944" y="3732"/>
                </a:lnTo>
                <a:lnTo>
                  <a:pt x="840724" y="3994"/>
                </a:lnTo>
                <a:lnTo>
                  <a:pt x="840514" y="4260"/>
                </a:lnTo>
                <a:lnTo>
                  <a:pt x="840315" y="4530"/>
                </a:lnTo>
                <a:lnTo>
                  <a:pt x="840127" y="4805"/>
                </a:lnTo>
                <a:lnTo>
                  <a:pt x="839950" y="5084"/>
                </a:lnTo>
                <a:lnTo>
                  <a:pt x="839783" y="5367"/>
                </a:lnTo>
                <a:lnTo>
                  <a:pt x="839627" y="5654"/>
                </a:lnTo>
                <a:lnTo>
                  <a:pt x="839482" y="5945"/>
                </a:lnTo>
                <a:lnTo>
                  <a:pt x="839348" y="6241"/>
                </a:lnTo>
                <a:lnTo>
                  <a:pt x="839224" y="6540"/>
                </a:lnTo>
                <a:lnTo>
                  <a:pt x="839111" y="6844"/>
                </a:lnTo>
                <a:lnTo>
                  <a:pt x="839009" y="7152"/>
                </a:lnTo>
                <a:lnTo>
                  <a:pt x="838918" y="7464"/>
                </a:lnTo>
                <a:lnTo>
                  <a:pt x="838837" y="7781"/>
                </a:lnTo>
                <a:lnTo>
                  <a:pt x="838767" y="8101"/>
                </a:lnTo>
                <a:lnTo>
                  <a:pt x="838708" y="8426"/>
                </a:lnTo>
                <a:lnTo>
                  <a:pt x="838660" y="8755"/>
                </a:lnTo>
                <a:lnTo>
                  <a:pt x="838622" y="9088"/>
                </a:lnTo>
                <a:lnTo>
                  <a:pt x="838595" y="9425"/>
                </a:lnTo>
                <a:lnTo>
                  <a:pt x="838579" y="9766"/>
                </a:lnTo>
                <a:lnTo>
                  <a:pt x="838574" y="10112"/>
                </a:lnTo>
                <a:lnTo>
                  <a:pt x="838579" y="10457"/>
                </a:lnTo>
                <a:lnTo>
                  <a:pt x="838595" y="10799"/>
                </a:lnTo>
                <a:lnTo>
                  <a:pt x="838622" y="11136"/>
                </a:lnTo>
                <a:lnTo>
                  <a:pt x="838660" y="11469"/>
                </a:lnTo>
                <a:lnTo>
                  <a:pt x="838708" y="11798"/>
                </a:lnTo>
                <a:lnTo>
                  <a:pt x="838767" y="12122"/>
                </a:lnTo>
                <a:lnTo>
                  <a:pt x="838837" y="12443"/>
                </a:lnTo>
                <a:lnTo>
                  <a:pt x="838918" y="12759"/>
                </a:lnTo>
                <a:lnTo>
                  <a:pt x="839009" y="13071"/>
                </a:lnTo>
                <a:lnTo>
                  <a:pt x="839111" y="13379"/>
                </a:lnTo>
                <a:lnTo>
                  <a:pt x="839224" y="13683"/>
                </a:lnTo>
                <a:lnTo>
                  <a:pt x="839348" y="13983"/>
                </a:lnTo>
                <a:lnTo>
                  <a:pt x="839482" y="14278"/>
                </a:lnTo>
                <a:lnTo>
                  <a:pt x="839627" y="14569"/>
                </a:lnTo>
                <a:lnTo>
                  <a:pt x="839783" y="14856"/>
                </a:lnTo>
                <a:lnTo>
                  <a:pt x="839950" y="15139"/>
                </a:lnTo>
                <a:lnTo>
                  <a:pt x="840127" y="15418"/>
                </a:lnTo>
                <a:lnTo>
                  <a:pt x="840315" y="15693"/>
                </a:lnTo>
                <a:lnTo>
                  <a:pt x="840514" y="15963"/>
                </a:lnTo>
                <a:lnTo>
                  <a:pt x="840724" y="16230"/>
                </a:lnTo>
                <a:lnTo>
                  <a:pt x="840944" y="16492"/>
                </a:lnTo>
                <a:lnTo>
                  <a:pt x="841176" y="16750"/>
                </a:lnTo>
                <a:lnTo>
                  <a:pt x="841418" y="17003"/>
                </a:lnTo>
                <a:lnTo>
                  <a:pt x="841670" y="17253"/>
                </a:lnTo>
                <a:lnTo>
                  <a:pt x="841936" y="17495"/>
                </a:lnTo>
                <a:lnTo>
                  <a:pt x="842205" y="17727"/>
                </a:lnTo>
                <a:lnTo>
                  <a:pt x="842479" y="17949"/>
                </a:lnTo>
                <a:lnTo>
                  <a:pt x="842757" y="18161"/>
                </a:lnTo>
                <a:lnTo>
                  <a:pt x="843039" y="18362"/>
                </a:lnTo>
                <a:lnTo>
                  <a:pt x="843325" y="18553"/>
                </a:lnTo>
                <a:lnTo>
                  <a:pt x="843616" y="18733"/>
                </a:lnTo>
                <a:lnTo>
                  <a:pt x="843910" y="18903"/>
                </a:lnTo>
                <a:lnTo>
                  <a:pt x="844209" y="19063"/>
                </a:lnTo>
                <a:lnTo>
                  <a:pt x="844512" y="19213"/>
                </a:lnTo>
                <a:lnTo>
                  <a:pt x="844819" y="19352"/>
                </a:lnTo>
                <a:lnTo>
                  <a:pt x="845130" y="19481"/>
                </a:lnTo>
                <a:lnTo>
                  <a:pt x="845446" y="19599"/>
                </a:lnTo>
                <a:lnTo>
                  <a:pt x="845765" y="19708"/>
                </a:lnTo>
                <a:lnTo>
                  <a:pt x="846089" y="19806"/>
                </a:lnTo>
                <a:lnTo>
                  <a:pt x="846417" y="19893"/>
                </a:lnTo>
                <a:lnTo>
                  <a:pt x="846749" y="19971"/>
                </a:lnTo>
                <a:lnTo>
                  <a:pt x="847086" y="20038"/>
                </a:lnTo>
                <a:lnTo>
                  <a:pt x="847426" y="20094"/>
                </a:lnTo>
                <a:lnTo>
                  <a:pt x="847771" y="20141"/>
                </a:lnTo>
                <a:lnTo>
                  <a:pt x="848119" y="20177"/>
                </a:lnTo>
                <a:lnTo>
                  <a:pt x="848472" y="20203"/>
                </a:lnTo>
                <a:lnTo>
                  <a:pt x="848829" y="20218"/>
                </a:lnTo>
                <a:lnTo>
                  <a:pt x="849191" y="20223"/>
                </a:lnTo>
                <a:lnTo>
                  <a:pt x="849552" y="20218"/>
                </a:lnTo>
                <a:lnTo>
                  <a:pt x="849909" y="20203"/>
                </a:lnTo>
                <a:lnTo>
                  <a:pt x="850261" y="20177"/>
                </a:lnTo>
                <a:lnTo>
                  <a:pt x="850609" y="20141"/>
                </a:lnTo>
                <a:lnTo>
                  <a:pt x="850953" y="20094"/>
                </a:lnTo>
                <a:close/>
                <a:moveTo>
                  <a:pt x="1187884" y="36402"/>
                </a:moveTo>
                <a:lnTo>
                  <a:pt x="1187884" y="49042"/>
                </a:lnTo>
                <a:lnTo>
                  <a:pt x="1202546" y="49042"/>
                </a:lnTo>
                <a:lnTo>
                  <a:pt x="1202546" y="109712"/>
                </a:lnTo>
                <a:lnTo>
                  <a:pt x="1202553" y="110412"/>
                </a:lnTo>
                <a:lnTo>
                  <a:pt x="1202574" y="111103"/>
                </a:lnTo>
                <a:lnTo>
                  <a:pt x="1202608" y="111783"/>
                </a:lnTo>
                <a:lnTo>
                  <a:pt x="1202655" y="112454"/>
                </a:lnTo>
                <a:lnTo>
                  <a:pt x="1202716" y="113114"/>
                </a:lnTo>
                <a:lnTo>
                  <a:pt x="1202791" y="113764"/>
                </a:lnTo>
                <a:lnTo>
                  <a:pt x="1202880" y="114404"/>
                </a:lnTo>
                <a:lnTo>
                  <a:pt x="1202982" y="115034"/>
                </a:lnTo>
                <a:lnTo>
                  <a:pt x="1203097" y="115654"/>
                </a:lnTo>
                <a:lnTo>
                  <a:pt x="1203227" y="116264"/>
                </a:lnTo>
                <a:lnTo>
                  <a:pt x="1203369" y="116864"/>
                </a:lnTo>
                <a:lnTo>
                  <a:pt x="1203526" y="117453"/>
                </a:lnTo>
                <a:lnTo>
                  <a:pt x="1203696" y="118033"/>
                </a:lnTo>
                <a:lnTo>
                  <a:pt x="1203880" y="118602"/>
                </a:lnTo>
                <a:lnTo>
                  <a:pt x="1204077" y="119162"/>
                </a:lnTo>
                <a:lnTo>
                  <a:pt x="1204288" y="119711"/>
                </a:lnTo>
                <a:lnTo>
                  <a:pt x="1204512" y="120250"/>
                </a:lnTo>
                <a:lnTo>
                  <a:pt x="1204750" y="120779"/>
                </a:lnTo>
                <a:lnTo>
                  <a:pt x="1205002" y="121298"/>
                </a:lnTo>
                <a:lnTo>
                  <a:pt x="1205267" y="121807"/>
                </a:lnTo>
                <a:lnTo>
                  <a:pt x="1205546" y="122306"/>
                </a:lnTo>
                <a:lnTo>
                  <a:pt x="1205839" y="122794"/>
                </a:lnTo>
                <a:lnTo>
                  <a:pt x="1206145" y="123273"/>
                </a:lnTo>
                <a:lnTo>
                  <a:pt x="1206465" y="123742"/>
                </a:lnTo>
                <a:lnTo>
                  <a:pt x="1206800" y="124200"/>
                </a:lnTo>
                <a:lnTo>
                  <a:pt x="1207142" y="124649"/>
                </a:lnTo>
                <a:lnTo>
                  <a:pt x="1207492" y="125087"/>
                </a:lnTo>
                <a:lnTo>
                  <a:pt x="1207848" y="125516"/>
                </a:lnTo>
                <a:lnTo>
                  <a:pt x="1208211" y="125935"/>
                </a:lnTo>
                <a:lnTo>
                  <a:pt x="1208582" y="126345"/>
                </a:lnTo>
                <a:lnTo>
                  <a:pt x="1208959" y="126744"/>
                </a:lnTo>
                <a:lnTo>
                  <a:pt x="1209344" y="127133"/>
                </a:lnTo>
                <a:lnTo>
                  <a:pt x="1209735" y="127513"/>
                </a:lnTo>
                <a:lnTo>
                  <a:pt x="1210134" y="127882"/>
                </a:lnTo>
                <a:lnTo>
                  <a:pt x="1210539" y="128242"/>
                </a:lnTo>
                <a:lnTo>
                  <a:pt x="1210952" y="128592"/>
                </a:lnTo>
                <a:lnTo>
                  <a:pt x="1211371" y="128932"/>
                </a:lnTo>
                <a:lnTo>
                  <a:pt x="1211798" y="129262"/>
                </a:lnTo>
                <a:lnTo>
                  <a:pt x="1212231" y="129582"/>
                </a:lnTo>
                <a:lnTo>
                  <a:pt x="1212672" y="129893"/>
                </a:lnTo>
                <a:lnTo>
                  <a:pt x="1213120" y="130193"/>
                </a:lnTo>
                <a:lnTo>
                  <a:pt x="1213574" y="130484"/>
                </a:lnTo>
                <a:lnTo>
                  <a:pt x="1214036" y="130765"/>
                </a:lnTo>
                <a:lnTo>
                  <a:pt x="1214505" y="131036"/>
                </a:lnTo>
                <a:lnTo>
                  <a:pt x="1214980" y="131297"/>
                </a:lnTo>
                <a:lnTo>
                  <a:pt x="1215463" y="131548"/>
                </a:lnTo>
                <a:lnTo>
                  <a:pt x="1215953" y="131789"/>
                </a:lnTo>
                <a:lnTo>
                  <a:pt x="1216450" y="132020"/>
                </a:lnTo>
                <a:lnTo>
                  <a:pt x="1216956" y="132242"/>
                </a:lnTo>
                <a:lnTo>
                  <a:pt x="1217463" y="132455"/>
                </a:lnTo>
                <a:lnTo>
                  <a:pt x="1217971" y="132657"/>
                </a:lnTo>
                <a:lnTo>
                  <a:pt x="1218479" y="132851"/>
                </a:lnTo>
                <a:lnTo>
                  <a:pt x="1218989" y="133035"/>
                </a:lnTo>
                <a:lnTo>
                  <a:pt x="1219499" y="133209"/>
                </a:lnTo>
                <a:lnTo>
                  <a:pt x="1220010" y="133375"/>
                </a:lnTo>
                <a:lnTo>
                  <a:pt x="1220523" y="133530"/>
                </a:lnTo>
                <a:lnTo>
                  <a:pt x="1221036" y="133676"/>
                </a:lnTo>
                <a:lnTo>
                  <a:pt x="1221550" y="133813"/>
                </a:lnTo>
                <a:lnTo>
                  <a:pt x="1222064" y="133941"/>
                </a:lnTo>
                <a:lnTo>
                  <a:pt x="1222580" y="134059"/>
                </a:lnTo>
                <a:lnTo>
                  <a:pt x="1223097" y="134167"/>
                </a:lnTo>
                <a:lnTo>
                  <a:pt x="1223614" y="134266"/>
                </a:lnTo>
                <a:lnTo>
                  <a:pt x="1224132" y="134356"/>
                </a:lnTo>
                <a:lnTo>
                  <a:pt x="1224652" y="134436"/>
                </a:lnTo>
                <a:lnTo>
                  <a:pt x="1225172" y="134507"/>
                </a:lnTo>
                <a:lnTo>
                  <a:pt x="1225693" y="134568"/>
                </a:lnTo>
                <a:lnTo>
                  <a:pt x="1226214" y="134620"/>
                </a:lnTo>
                <a:lnTo>
                  <a:pt x="1226737" y="134663"/>
                </a:lnTo>
                <a:lnTo>
                  <a:pt x="1227261" y="134696"/>
                </a:lnTo>
                <a:lnTo>
                  <a:pt x="1227785" y="134719"/>
                </a:lnTo>
                <a:lnTo>
                  <a:pt x="1228311" y="134733"/>
                </a:lnTo>
                <a:lnTo>
                  <a:pt x="1228837" y="134738"/>
                </a:lnTo>
                <a:lnTo>
                  <a:pt x="1229182" y="134737"/>
                </a:lnTo>
                <a:lnTo>
                  <a:pt x="1229522" y="134734"/>
                </a:lnTo>
                <a:lnTo>
                  <a:pt x="1229857" y="134728"/>
                </a:lnTo>
                <a:lnTo>
                  <a:pt x="1230187" y="134720"/>
                </a:lnTo>
                <a:lnTo>
                  <a:pt x="1230512" y="134711"/>
                </a:lnTo>
                <a:lnTo>
                  <a:pt x="1230831" y="134699"/>
                </a:lnTo>
                <a:lnTo>
                  <a:pt x="1231146" y="134684"/>
                </a:lnTo>
                <a:lnTo>
                  <a:pt x="1231456" y="134668"/>
                </a:lnTo>
                <a:lnTo>
                  <a:pt x="1231761" y="134649"/>
                </a:lnTo>
                <a:lnTo>
                  <a:pt x="1232060" y="134628"/>
                </a:lnTo>
                <a:lnTo>
                  <a:pt x="1232355" y="134605"/>
                </a:lnTo>
                <a:lnTo>
                  <a:pt x="1232644" y="134580"/>
                </a:lnTo>
                <a:lnTo>
                  <a:pt x="1232929" y="134553"/>
                </a:lnTo>
                <a:lnTo>
                  <a:pt x="1233208" y="134523"/>
                </a:lnTo>
                <a:lnTo>
                  <a:pt x="1233483" y="134491"/>
                </a:lnTo>
                <a:lnTo>
                  <a:pt x="1233752" y="134457"/>
                </a:lnTo>
                <a:lnTo>
                  <a:pt x="1234016" y="134421"/>
                </a:lnTo>
                <a:lnTo>
                  <a:pt x="1234276" y="134383"/>
                </a:lnTo>
                <a:lnTo>
                  <a:pt x="1234530" y="134342"/>
                </a:lnTo>
                <a:lnTo>
                  <a:pt x="1234779" y="134299"/>
                </a:lnTo>
                <a:lnTo>
                  <a:pt x="1235023" y="134254"/>
                </a:lnTo>
                <a:lnTo>
                  <a:pt x="1235262" y="134207"/>
                </a:lnTo>
                <a:lnTo>
                  <a:pt x="1235496" y="134158"/>
                </a:lnTo>
                <a:lnTo>
                  <a:pt x="1235725" y="134106"/>
                </a:lnTo>
                <a:lnTo>
                  <a:pt x="1235950" y="134059"/>
                </a:lnTo>
                <a:lnTo>
                  <a:pt x="1236170" y="134011"/>
                </a:lnTo>
                <a:lnTo>
                  <a:pt x="1236386" y="133964"/>
                </a:lnTo>
                <a:lnTo>
                  <a:pt x="1236598" y="133916"/>
                </a:lnTo>
                <a:lnTo>
                  <a:pt x="1236805" y="133869"/>
                </a:lnTo>
                <a:lnTo>
                  <a:pt x="1237009" y="133822"/>
                </a:lnTo>
                <a:lnTo>
                  <a:pt x="1237208" y="133774"/>
                </a:lnTo>
                <a:lnTo>
                  <a:pt x="1237404" y="133727"/>
                </a:lnTo>
                <a:lnTo>
                  <a:pt x="1237595" y="133679"/>
                </a:lnTo>
                <a:lnTo>
                  <a:pt x="1237781" y="133632"/>
                </a:lnTo>
                <a:lnTo>
                  <a:pt x="1237964" y="133585"/>
                </a:lnTo>
                <a:lnTo>
                  <a:pt x="1238143" y="133537"/>
                </a:lnTo>
                <a:lnTo>
                  <a:pt x="1238317" y="133490"/>
                </a:lnTo>
                <a:lnTo>
                  <a:pt x="1238487" y="133442"/>
                </a:lnTo>
                <a:lnTo>
                  <a:pt x="1238653" y="133395"/>
                </a:lnTo>
                <a:lnTo>
                  <a:pt x="1238815" y="133348"/>
                </a:lnTo>
                <a:lnTo>
                  <a:pt x="1238973" y="133300"/>
                </a:lnTo>
                <a:lnTo>
                  <a:pt x="1239126" y="133253"/>
                </a:lnTo>
                <a:lnTo>
                  <a:pt x="1239275" y="133205"/>
                </a:lnTo>
                <a:lnTo>
                  <a:pt x="1239421" y="133158"/>
                </a:lnTo>
                <a:lnTo>
                  <a:pt x="1239562" y="133111"/>
                </a:lnTo>
                <a:lnTo>
                  <a:pt x="1239698" y="133063"/>
                </a:lnTo>
                <a:lnTo>
                  <a:pt x="1239831" y="133016"/>
                </a:lnTo>
                <a:lnTo>
                  <a:pt x="1239960" y="132968"/>
                </a:lnTo>
                <a:lnTo>
                  <a:pt x="1236926" y="119571"/>
                </a:lnTo>
                <a:lnTo>
                  <a:pt x="1236846" y="119587"/>
                </a:lnTo>
                <a:lnTo>
                  <a:pt x="1236764" y="119603"/>
                </a:lnTo>
                <a:lnTo>
                  <a:pt x="1236679" y="119620"/>
                </a:lnTo>
                <a:lnTo>
                  <a:pt x="1236592" y="119637"/>
                </a:lnTo>
                <a:lnTo>
                  <a:pt x="1236504" y="119655"/>
                </a:lnTo>
                <a:lnTo>
                  <a:pt x="1236413" y="119673"/>
                </a:lnTo>
                <a:lnTo>
                  <a:pt x="1236319" y="119692"/>
                </a:lnTo>
                <a:lnTo>
                  <a:pt x="1236224" y="119711"/>
                </a:lnTo>
                <a:lnTo>
                  <a:pt x="1236126" y="119730"/>
                </a:lnTo>
                <a:lnTo>
                  <a:pt x="1236026" y="119750"/>
                </a:lnTo>
                <a:lnTo>
                  <a:pt x="1235924" y="119771"/>
                </a:lnTo>
                <a:lnTo>
                  <a:pt x="1235820" y="119792"/>
                </a:lnTo>
                <a:lnTo>
                  <a:pt x="1235714" y="119813"/>
                </a:lnTo>
                <a:lnTo>
                  <a:pt x="1235605" y="119835"/>
                </a:lnTo>
                <a:lnTo>
                  <a:pt x="1235494" y="119857"/>
                </a:lnTo>
                <a:lnTo>
                  <a:pt x="1235381" y="119879"/>
                </a:lnTo>
                <a:lnTo>
                  <a:pt x="1235266" y="119903"/>
                </a:lnTo>
                <a:lnTo>
                  <a:pt x="1235149" y="119926"/>
                </a:lnTo>
                <a:lnTo>
                  <a:pt x="1235029" y="119950"/>
                </a:lnTo>
                <a:lnTo>
                  <a:pt x="1234907" y="119974"/>
                </a:lnTo>
                <a:lnTo>
                  <a:pt x="1234783" y="119999"/>
                </a:lnTo>
                <a:lnTo>
                  <a:pt x="1234657" y="120024"/>
                </a:lnTo>
                <a:lnTo>
                  <a:pt x="1234529" y="120050"/>
                </a:lnTo>
                <a:lnTo>
                  <a:pt x="1234398" y="120076"/>
                </a:lnTo>
                <a:lnTo>
                  <a:pt x="1234265" y="120097"/>
                </a:lnTo>
                <a:lnTo>
                  <a:pt x="1234129" y="120116"/>
                </a:lnTo>
                <a:lnTo>
                  <a:pt x="1233989" y="120135"/>
                </a:lnTo>
                <a:lnTo>
                  <a:pt x="1233847" y="120153"/>
                </a:lnTo>
                <a:lnTo>
                  <a:pt x="1233701" y="120170"/>
                </a:lnTo>
                <a:lnTo>
                  <a:pt x="1233553" y="120187"/>
                </a:lnTo>
                <a:lnTo>
                  <a:pt x="1233401" y="120202"/>
                </a:lnTo>
                <a:lnTo>
                  <a:pt x="1233247" y="120217"/>
                </a:lnTo>
                <a:lnTo>
                  <a:pt x="1233089" y="120230"/>
                </a:lnTo>
                <a:lnTo>
                  <a:pt x="1232928" y="120243"/>
                </a:lnTo>
                <a:lnTo>
                  <a:pt x="1232764" y="120255"/>
                </a:lnTo>
                <a:lnTo>
                  <a:pt x="1232597" y="120266"/>
                </a:lnTo>
                <a:lnTo>
                  <a:pt x="1232427" y="120276"/>
                </a:lnTo>
                <a:lnTo>
                  <a:pt x="1232254" y="120285"/>
                </a:lnTo>
                <a:lnTo>
                  <a:pt x="1232078" y="120293"/>
                </a:lnTo>
                <a:lnTo>
                  <a:pt x="1231898" y="120301"/>
                </a:lnTo>
                <a:lnTo>
                  <a:pt x="1231716" y="120307"/>
                </a:lnTo>
                <a:lnTo>
                  <a:pt x="1231530" y="120313"/>
                </a:lnTo>
                <a:lnTo>
                  <a:pt x="1231342" y="120318"/>
                </a:lnTo>
                <a:lnTo>
                  <a:pt x="1231150" y="120322"/>
                </a:lnTo>
                <a:lnTo>
                  <a:pt x="1230956" y="120325"/>
                </a:lnTo>
                <a:lnTo>
                  <a:pt x="1230758" y="120327"/>
                </a:lnTo>
                <a:lnTo>
                  <a:pt x="1230557" y="120328"/>
                </a:lnTo>
                <a:lnTo>
                  <a:pt x="1230353" y="120329"/>
                </a:lnTo>
                <a:lnTo>
                  <a:pt x="1230080" y="120327"/>
                </a:lnTo>
                <a:lnTo>
                  <a:pt x="1229808" y="120322"/>
                </a:lnTo>
                <a:lnTo>
                  <a:pt x="1229537" y="120313"/>
                </a:lnTo>
                <a:lnTo>
                  <a:pt x="1229267" y="120301"/>
                </a:lnTo>
                <a:lnTo>
                  <a:pt x="1228998" y="120285"/>
                </a:lnTo>
                <a:lnTo>
                  <a:pt x="1228730" y="120266"/>
                </a:lnTo>
                <a:lnTo>
                  <a:pt x="1228463" y="120243"/>
                </a:lnTo>
                <a:lnTo>
                  <a:pt x="1228198" y="120217"/>
                </a:lnTo>
                <a:lnTo>
                  <a:pt x="1227933" y="120187"/>
                </a:lnTo>
                <a:lnTo>
                  <a:pt x="1227670" y="120153"/>
                </a:lnTo>
                <a:lnTo>
                  <a:pt x="1227407" y="120116"/>
                </a:lnTo>
                <a:lnTo>
                  <a:pt x="1227146" y="120076"/>
                </a:lnTo>
                <a:lnTo>
                  <a:pt x="1226886" y="120032"/>
                </a:lnTo>
                <a:lnTo>
                  <a:pt x="1226627" y="119985"/>
                </a:lnTo>
                <a:lnTo>
                  <a:pt x="1226369" y="119934"/>
                </a:lnTo>
                <a:lnTo>
                  <a:pt x="1226112" y="119879"/>
                </a:lnTo>
                <a:lnTo>
                  <a:pt x="1225856" y="119822"/>
                </a:lnTo>
                <a:lnTo>
                  <a:pt x="1225602" y="119760"/>
                </a:lnTo>
                <a:lnTo>
                  <a:pt x="1225348" y="119695"/>
                </a:lnTo>
                <a:lnTo>
                  <a:pt x="1225096" y="119627"/>
                </a:lnTo>
                <a:lnTo>
                  <a:pt x="1224844" y="119555"/>
                </a:lnTo>
                <a:lnTo>
                  <a:pt x="1224594" y="119479"/>
                </a:lnTo>
                <a:lnTo>
                  <a:pt x="1224345" y="119400"/>
                </a:lnTo>
                <a:lnTo>
                  <a:pt x="1224097" y="119318"/>
                </a:lnTo>
                <a:lnTo>
                  <a:pt x="1223856" y="119225"/>
                </a:lnTo>
                <a:lnTo>
                  <a:pt x="1223619" y="119125"/>
                </a:lnTo>
                <a:lnTo>
                  <a:pt x="1223386" y="119018"/>
                </a:lnTo>
                <a:lnTo>
                  <a:pt x="1223156" y="118903"/>
                </a:lnTo>
                <a:lnTo>
                  <a:pt x="1222929" y="118782"/>
                </a:lnTo>
                <a:lnTo>
                  <a:pt x="1222706" y="118654"/>
                </a:lnTo>
                <a:lnTo>
                  <a:pt x="1222487" y="118519"/>
                </a:lnTo>
                <a:lnTo>
                  <a:pt x="1222271" y="118377"/>
                </a:lnTo>
                <a:lnTo>
                  <a:pt x="1222059" y="118228"/>
                </a:lnTo>
                <a:lnTo>
                  <a:pt x="1221850" y="118071"/>
                </a:lnTo>
                <a:lnTo>
                  <a:pt x="1221644" y="117908"/>
                </a:lnTo>
                <a:lnTo>
                  <a:pt x="1221443" y="117738"/>
                </a:lnTo>
                <a:lnTo>
                  <a:pt x="1221244" y="117560"/>
                </a:lnTo>
                <a:lnTo>
                  <a:pt x="1221049" y="117376"/>
                </a:lnTo>
                <a:lnTo>
                  <a:pt x="1220858" y="117185"/>
                </a:lnTo>
                <a:lnTo>
                  <a:pt x="1220670" y="116986"/>
                </a:lnTo>
                <a:lnTo>
                  <a:pt x="1220486" y="116781"/>
                </a:lnTo>
                <a:lnTo>
                  <a:pt x="1220305" y="116569"/>
                </a:lnTo>
                <a:lnTo>
                  <a:pt x="1220128" y="116349"/>
                </a:lnTo>
                <a:lnTo>
                  <a:pt x="1219954" y="116123"/>
                </a:lnTo>
                <a:lnTo>
                  <a:pt x="1219784" y="115889"/>
                </a:lnTo>
                <a:lnTo>
                  <a:pt x="1219617" y="115649"/>
                </a:lnTo>
                <a:lnTo>
                  <a:pt x="1219453" y="115401"/>
                </a:lnTo>
                <a:lnTo>
                  <a:pt x="1219294" y="115147"/>
                </a:lnTo>
                <a:lnTo>
                  <a:pt x="1219144" y="114878"/>
                </a:lnTo>
                <a:lnTo>
                  <a:pt x="1219001" y="114598"/>
                </a:lnTo>
                <a:lnTo>
                  <a:pt x="1218864" y="114307"/>
                </a:lnTo>
                <a:lnTo>
                  <a:pt x="1218734" y="114006"/>
                </a:lnTo>
                <a:lnTo>
                  <a:pt x="1218610" y="113693"/>
                </a:lnTo>
                <a:lnTo>
                  <a:pt x="1218492" y="113369"/>
                </a:lnTo>
                <a:lnTo>
                  <a:pt x="1218381" y="113035"/>
                </a:lnTo>
                <a:lnTo>
                  <a:pt x="1218276" y="112689"/>
                </a:lnTo>
                <a:lnTo>
                  <a:pt x="1218177" y="112332"/>
                </a:lnTo>
                <a:lnTo>
                  <a:pt x="1218085" y="111965"/>
                </a:lnTo>
                <a:lnTo>
                  <a:pt x="1217999" y="111586"/>
                </a:lnTo>
                <a:lnTo>
                  <a:pt x="1217919" y="111197"/>
                </a:lnTo>
                <a:lnTo>
                  <a:pt x="1217846" y="110796"/>
                </a:lnTo>
                <a:lnTo>
                  <a:pt x="1217779" y="110385"/>
                </a:lnTo>
                <a:lnTo>
                  <a:pt x="1217719" y="109962"/>
                </a:lnTo>
                <a:lnTo>
                  <a:pt x="1217665" y="109529"/>
                </a:lnTo>
                <a:lnTo>
                  <a:pt x="1217617" y="109085"/>
                </a:lnTo>
                <a:lnTo>
                  <a:pt x="1217576" y="108629"/>
                </a:lnTo>
                <a:lnTo>
                  <a:pt x="1217541" y="108163"/>
                </a:lnTo>
                <a:lnTo>
                  <a:pt x="1217512" y="107686"/>
                </a:lnTo>
                <a:lnTo>
                  <a:pt x="1217490" y="107198"/>
                </a:lnTo>
                <a:lnTo>
                  <a:pt x="1217474" y="106698"/>
                </a:lnTo>
                <a:lnTo>
                  <a:pt x="1217464" y="106188"/>
                </a:lnTo>
                <a:lnTo>
                  <a:pt x="1217461" y="105667"/>
                </a:lnTo>
                <a:lnTo>
                  <a:pt x="1217461" y="49042"/>
                </a:lnTo>
                <a:lnTo>
                  <a:pt x="1238190" y="49042"/>
                </a:lnTo>
                <a:lnTo>
                  <a:pt x="1238190" y="36402"/>
                </a:lnTo>
                <a:lnTo>
                  <a:pt x="1217461" y="36402"/>
                </a:lnTo>
                <a:lnTo>
                  <a:pt x="1217461" y="13145"/>
                </a:lnTo>
                <a:lnTo>
                  <a:pt x="1202546" y="13145"/>
                </a:lnTo>
                <a:lnTo>
                  <a:pt x="1202546" y="36402"/>
                </a:lnTo>
                <a:lnTo>
                  <a:pt x="1187884" y="36402"/>
                </a:lnTo>
                <a:close/>
                <a:moveTo>
                  <a:pt x="262914" y="133137"/>
                </a:moveTo>
                <a:lnTo>
                  <a:pt x="264444" y="132988"/>
                </a:lnTo>
                <a:lnTo>
                  <a:pt x="265953" y="132813"/>
                </a:lnTo>
                <a:lnTo>
                  <a:pt x="267441" y="132610"/>
                </a:lnTo>
                <a:lnTo>
                  <a:pt x="268909" y="132381"/>
                </a:lnTo>
                <a:lnTo>
                  <a:pt x="270356" y="132125"/>
                </a:lnTo>
                <a:lnTo>
                  <a:pt x="271783" y="131841"/>
                </a:lnTo>
                <a:lnTo>
                  <a:pt x="273189" y="131531"/>
                </a:lnTo>
                <a:lnTo>
                  <a:pt x="274574" y="131193"/>
                </a:lnTo>
                <a:lnTo>
                  <a:pt x="275939" y="130829"/>
                </a:lnTo>
                <a:lnTo>
                  <a:pt x="277283" y="130438"/>
                </a:lnTo>
                <a:lnTo>
                  <a:pt x="278606" y="130019"/>
                </a:lnTo>
                <a:lnTo>
                  <a:pt x="279909" y="129574"/>
                </a:lnTo>
                <a:lnTo>
                  <a:pt x="281191" y="129102"/>
                </a:lnTo>
                <a:lnTo>
                  <a:pt x="282453" y="128602"/>
                </a:lnTo>
                <a:lnTo>
                  <a:pt x="283694" y="128076"/>
                </a:lnTo>
                <a:lnTo>
                  <a:pt x="284914" y="127523"/>
                </a:lnTo>
                <a:lnTo>
                  <a:pt x="286114" y="126942"/>
                </a:lnTo>
                <a:lnTo>
                  <a:pt x="287293" y="126335"/>
                </a:lnTo>
                <a:lnTo>
                  <a:pt x="288451" y="125701"/>
                </a:lnTo>
                <a:lnTo>
                  <a:pt x="289588" y="125036"/>
                </a:lnTo>
                <a:lnTo>
                  <a:pt x="290702" y="124348"/>
                </a:lnTo>
                <a:lnTo>
                  <a:pt x="291793" y="123637"/>
                </a:lnTo>
                <a:lnTo>
                  <a:pt x="292861" y="122902"/>
                </a:lnTo>
                <a:lnTo>
                  <a:pt x="293906" y="122145"/>
                </a:lnTo>
                <a:lnTo>
                  <a:pt x="294929" y="121364"/>
                </a:lnTo>
                <a:lnTo>
                  <a:pt x="295929" y="120560"/>
                </a:lnTo>
                <a:lnTo>
                  <a:pt x="296906" y="119732"/>
                </a:lnTo>
                <a:lnTo>
                  <a:pt x="297860" y="118881"/>
                </a:lnTo>
                <a:lnTo>
                  <a:pt x="298791" y="118007"/>
                </a:lnTo>
                <a:lnTo>
                  <a:pt x="299700" y="117110"/>
                </a:lnTo>
                <a:lnTo>
                  <a:pt x="300585" y="116189"/>
                </a:lnTo>
                <a:lnTo>
                  <a:pt x="301448" y="115246"/>
                </a:lnTo>
                <a:lnTo>
                  <a:pt x="302288" y="114279"/>
                </a:lnTo>
                <a:lnTo>
                  <a:pt x="303105" y="113288"/>
                </a:lnTo>
                <a:lnTo>
                  <a:pt x="303900" y="112275"/>
                </a:lnTo>
                <a:lnTo>
                  <a:pt x="304671" y="111238"/>
                </a:lnTo>
                <a:lnTo>
                  <a:pt x="305420" y="110178"/>
                </a:lnTo>
                <a:lnTo>
                  <a:pt x="306146" y="109094"/>
                </a:lnTo>
                <a:lnTo>
                  <a:pt x="306849" y="107988"/>
                </a:lnTo>
                <a:lnTo>
                  <a:pt x="307529" y="106858"/>
                </a:lnTo>
                <a:lnTo>
                  <a:pt x="308187" y="105705"/>
                </a:lnTo>
                <a:lnTo>
                  <a:pt x="308821" y="104528"/>
                </a:lnTo>
                <a:lnTo>
                  <a:pt x="309433" y="103329"/>
                </a:lnTo>
                <a:lnTo>
                  <a:pt x="310021" y="102102"/>
                </a:lnTo>
                <a:lnTo>
                  <a:pt x="310584" y="100856"/>
                </a:lnTo>
                <a:lnTo>
                  <a:pt x="311122" y="99591"/>
                </a:lnTo>
                <a:lnTo>
                  <a:pt x="311634" y="98306"/>
                </a:lnTo>
                <a:lnTo>
                  <a:pt x="312122" y="97002"/>
                </a:lnTo>
                <a:lnTo>
                  <a:pt x="312585" y="95678"/>
                </a:lnTo>
                <a:lnTo>
                  <a:pt x="313023" y="94334"/>
                </a:lnTo>
                <a:lnTo>
                  <a:pt x="313435" y="92971"/>
                </a:lnTo>
                <a:lnTo>
                  <a:pt x="313823" y="91589"/>
                </a:lnTo>
                <a:lnTo>
                  <a:pt x="314186" y="90187"/>
                </a:lnTo>
                <a:lnTo>
                  <a:pt x="314524" y="88765"/>
                </a:lnTo>
                <a:lnTo>
                  <a:pt x="314836" y="87324"/>
                </a:lnTo>
                <a:lnTo>
                  <a:pt x="315124" y="85863"/>
                </a:lnTo>
                <a:lnTo>
                  <a:pt x="315387" y="84383"/>
                </a:lnTo>
                <a:lnTo>
                  <a:pt x="315624" y="82883"/>
                </a:lnTo>
                <a:lnTo>
                  <a:pt x="315837" y="81364"/>
                </a:lnTo>
                <a:lnTo>
                  <a:pt x="316025" y="79825"/>
                </a:lnTo>
                <a:lnTo>
                  <a:pt x="316187" y="78267"/>
                </a:lnTo>
                <a:lnTo>
                  <a:pt x="316325" y="76689"/>
                </a:lnTo>
                <a:lnTo>
                  <a:pt x="316437" y="75091"/>
                </a:lnTo>
                <a:lnTo>
                  <a:pt x="316525" y="73475"/>
                </a:lnTo>
                <a:lnTo>
                  <a:pt x="316587" y="71838"/>
                </a:lnTo>
                <a:lnTo>
                  <a:pt x="316625" y="70182"/>
                </a:lnTo>
                <a:lnTo>
                  <a:pt x="316638" y="68507"/>
                </a:lnTo>
                <a:lnTo>
                  <a:pt x="316625" y="66842"/>
                </a:lnTo>
                <a:lnTo>
                  <a:pt x="316588" y="65197"/>
                </a:lnTo>
                <a:lnTo>
                  <a:pt x="316526" y="63571"/>
                </a:lnTo>
                <a:lnTo>
                  <a:pt x="316439" y="61966"/>
                </a:lnTo>
                <a:lnTo>
                  <a:pt x="316328" y="60380"/>
                </a:lnTo>
                <a:lnTo>
                  <a:pt x="316191" y="58814"/>
                </a:lnTo>
                <a:lnTo>
                  <a:pt x="316030" y="57267"/>
                </a:lnTo>
                <a:lnTo>
                  <a:pt x="315844" y="55741"/>
                </a:lnTo>
                <a:lnTo>
                  <a:pt x="315633" y="54234"/>
                </a:lnTo>
                <a:lnTo>
                  <a:pt x="315398" y="52747"/>
                </a:lnTo>
                <a:lnTo>
                  <a:pt x="315137" y="51279"/>
                </a:lnTo>
                <a:lnTo>
                  <a:pt x="314852" y="49832"/>
                </a:lnTo>
                <a:lnTo>
                  <a:pt x="314542" y="48404"/>
                </a:lnTo>
                <a:lnTo>
                  <a:pt x="314207" y="46996"/>
                </a:lnTo>
                <a:lnTo>
                  <a:pt x="313848" y="45607"/>
                </a:lnTo>
                <a:lnTo>
                  <a:pt x="313464" y="44239"/>
                </a:lnTo>
                <a:lnTo>
                  <a:pt x="313054" y="42890"/>
                </a:lnTo>
                <a:lnTo>
                  <a:pt x="312620" y="41561"/>
                </a:lnTo>
                <a:lnTo>
                  <a:pt x="312162" y="40251"/>
                </a:lnTo>
                <a:lnTo>
                  <a:pt x="311678" y="38962"/>
                </a:lnTo>
                <a:lnTo>
                  <a:pt x="311170" y="37692"/>
                </a:lnTo>
                <a:lnTo>
                  <a:pt x="310637" y="36442"/>
                </a:lnTo>
                <a:lnTo>
                  <a:pt x="310079" y="35211"/>
                </a:lnTo>
                <a:lnTo>
                  <a:pt x="309496" y="34000"/>
                </a:lnTo>
                <a:lnTo>
                  <a:pt x="308890" y="32806"/>
                </a:lnTo>
                <a:lnTo>
                  <a:pt x="308262" y="31635"/>
                </a:lnTo>
                <a:lnTo>
                  <a:pt x="307613" y="30488"/>
                </a:lnTo>
                <a:lnTo>
                  <a:pt x="306942" y="29364"/>
                </a:lnTo>
                <a:lnTo>
                  <a:pt x="306249" y="28264"/>
                </a:lnTo>
                <a:lnTo>
                  <a:pt x="305534" y="27187"/>
                </a:lnTo>
                <a:lnTo>
                  <a:pt x="304798" y="26134"/>
                </a:lnTo>
                <a:lnTo>
                  <a:pt x="304040" y="25104"/>
                </a:lnTo>
                <a:lnTo>
                  <a:pt x="303260" y="24097"/>
                </a:lnTo>
                <a:lnTo>
                  <a:pt x="302459" y="23114"/>
                </a:lnTo>
                <a:lnTo>
                  <a:pt x="301636" y="22155"/>
                </a:lnTo>
                <a:lnTo>
                  <a:pt x="300791" y="21219"/>
                </a:lnTo>
                <a:lnTo>
                  <a:pt x="299924" y="20306"/>
                </a:lnTo>
                <a:lnTo>
                  <a:pt x="299036" y="19417"/>
                </a:lnTo>
                <a:lnTo>
                  <a:pt x="298125" y="18552"/>
                </a:lnTo>
                <a:lnTo>
                  <a:pt x="297194" y="17709"/>
                </a:lnTo>
                <a:lnTo>
                  <a:pt x="296240" y="16891"/>
                </a:lnTo>
                <a:lnTo>
                  <a:pt x="295265" y="16096"/>
                </a:lnTo>
                <a:lnTo>
                  <a:pt x="294268" y="15324"/>
                </a:lnTo>
                <a:lnTo>
                  <a:pt x="293249" y="14576"/>
                </a:lnTo>
                <a:lnTo>
                  <a:pt x="292209" y="13851"/>
                </a:lnTo>
                <a:lnTo>
                  <a:pt x="291146" y="13150"/>
                </a:lnTo>
                <a:lnTo>
                  <a:pt x="290062" y="12472"/>
                </a:lnTo>
                <a:lnTo>
                  <a:pt x="288957" y="11818"/>
                </a:lnTo>
                <a:lnTo>
                  <a:pt x="287831" y="11184"/>
                </a:lnTo>
                <a:lnTo>
                  <a:pt x="286686" y="10576"/>
                </a:lnTo>
                <a:lnTo>
                  <a:pt x="285522" y="9996"/>
                </a:lnTo>
                <a:lnTo>
                  <a:pt x="284340" y="9443"/>
                </a:lnTo>
                <a:lnTo>
                  <a:pt x="283138" y="8916"/>
                </a:lnTo>
                <a:lnTo>
                  <a:pt x="281918" y="8417"/>
                </a:lnTo>
                <a:lnTo>
                  <a:pt x="280679" y="7945"/>
                </a:lnTo>
                <a:lnTo>
                  <a:pt x="279421" y="7499"/>
                </a:lnTo>
                <a:lnTo>
                  <a:pt x="278144" y="7081"/>
                </a:lnTo>
                <a:lnTo>
                  <a:pt x="276848" y="6690"/>
                </a:lnTo>
                <a:lnTo>
                  <a:pt x="275534" y="6325"/>
                </a:lnTo>
                <a:lnTo>
                  <a:pt x="274200" y="5988"/>
                </a:lnTo>
                <a:lnTo>
                  <a:pt x="272848" y="5678"/>
                </a:lnTo>
                <a:lnTo>
                  <a:pt x="271476" y="5394"/>
                </a:lnTo>
                <a:lnTo>
                  <a:pt x="270086" y="5138"/>
                </a:lnTo>
                <a:lnTo>
                  <a:pt x="268677" y="4908"/>
                </a:lnTo>
                <a:lnTo>
                  <a:pt x="267249" y="4706"/>
                </a:lnTo>
                <a:lnTo>
                  <a:pt x="265803" y="4530"/>
                </a:lnTo>
                <a:lnTo>
                  <a:pt x="264337" y="4382"/>
                </a:lnTo>
                <a:lnTo>
                  <a:pt x="262853" y="4261"/>
                </a:lnTo>
                <a:lnTo>
                  <a:pt x="261349" y="4166"/>
                </a:lnTo>
                <a:lnTo>
                  <a:pt x="259827" y="4099"/>
                </a:lnTo>
                <a:lnTo>
                  <a:pt x="258286" y="4058"/>
                </a:lnTo>
                <a:lnTo>
                  <a:pt x="256726" y="4045"/>
                </a:lnTo>
                <a:lnTo>
                  <a:pt x="215015" y="4045"/>
                </a:lnTo>
                <a:lnTo>
                  <a:pt x="215015" y="133474"/>
                </a:lnTo>
                <a:lnTo>
                  <a:pt x="254956" y="133474"/>
                </a:lnTo>
                <a:lnTo>
                  <a:pt x="256589" y="133461"/>
                </a:lnTo>
                <a:lnTo>
                  <a:pt x="258201" y="133420"/>
                </a:lnTo>
                <a:lnTo>
                  <a:pt x="259793" y="133353"/>
                </a:lnTo>
                <a:lnTo>
                  <a:pt x="261364" y="133258"/>
                </a:lnTo>
                <a:lnTo>
                  <a:pt x="262914" y="133137"/>
                </a:lnTo>
                <a:close/>
                <a:moveTo>
                  <a:pt x="259429" y="18044"/>
                </a:moveTo>
                <a:lnTo>
                  <a:pt x="260632" y="18118"/>
                </a:lnTo>
                <a:lnTo>
                  <a:pt x="261818" y="18214"/>
                </a:lnTo>
                <a:lnTo>
                  <a:pt x="262986" y="18331"/>
                </a:lnTo>
                <a:lnTo>
                  <a:pt x="264138" y="18470"/>
                </a:lnTo>
                <a:lnTo>
                  <a:pt x="265272" y="18629"/>
                </a:lnTo>
                <a:lnTo>
                  <a:pt x="266388" y="18810"/>
                </a:lnTo>
                <a:lnTo>
                  <a:pt x="267488" y="19012"/>
                </a:lnTo>
                <a:lnTo>
                  <a:pt x="268569" y="19236"/>
                </a:lnTo>
                <a:lnTo>
                  <a:pt x="269634" y="19481"/>
                </a:lnTo>
                <a:lnTo>
                  <a:pt x="270681" y="19747"/>
                </a:lnTo>
                <a:lnTo>
                  <a:pt x="271711" y="20034"/>
                </a:lnTo>
                <a:lnTo>
                  <a:pt x="272724" y="20343"/>
                </a:lnTo>
                <a:lnTo>
                  <a:pt x="273719" y="20673"/>
                </a:lnTo>
                <a:lnTo>
                  <a:pt x="274697" y="21024"/>
                </a:lnTo>
                <a:lnTo>
                  <a:pt x="275658" y="21396"/>
                </a:lnTo>
                <a:lnTo>
                  <a:pt x="276601" y="21790"/>
                </a:lnTo>
                <a:lnTo>
                  <a:pt x="277527" y="22205"/>
                </a:lnTo>
                <a:lnTo>
                  <a:pt x="278435" y="22642"/>
                </a:lnTo>
                <a:lnTo>
                  <a:pt x="279327" y="23099"/>
                </a:lnTo>
                <a:lnTo>
                  <a:pt x="280200" y="23578"/>
                </a:lnTo>
                <a:lnTo>
                  <a:pt x="281057" y="24078"/>
                </a:lnTo>
                <a:lnTo>
                  <a:pt x="281896" y="24593"/>
                </a:lnTo>
                <a:lnTo>
                  <a:pt x="282718" y="25126"/>
                </a:lnTo>
                <a:lnTo>
                  <a:pt x="283522" y="25678"/>
                </a:lnTo>
                <a:lnTo>
                  <a:pt x="284308" y="26248"/>
                </a:lnTo>
                <a:lnTo>
                  <a:pt x="285077" y="26837"/>
                </a:lnTo>
                <a:lnTo>
                  <a:pt x="285829" y="27444"/>
                </a:lnTo>
                <a:lnTo>
                  <a:pt x="286562" y="28069"/>
                </a:lnTo>
                <a:lnTo>
                  <a:pt x="287279" y="28713"/>
                </a:lnTo>
                <a:lnTo>
                  <a:pt x="287977" y="29375"/>
                </a:lnTo>
                <a:lnTo>
                  <a:pt x="288658" y="30056"/>
                </a:lnTo>
                <a:lnTo>
                  <a:pt x="289322" y="30755"/>
                </a:lnTo>
                <a:lnTo>
                  <a:pt x="289968" y="31473"/>
                </a:lnTo>
                <a:lnTo>
                  <a:pt x="290596" y="32209"/>
                </a:lnTo>
                <a:lnTo>
                  <a:pt x="291207" y="32963"/>
                </a:lnTo>
                <a:lnTo>
                  <a:pt x="291801" y="33736"/>
                </a:lnTo>
                <a:lnTo>
                  <a:pt x="292377" y="34527"/>
                </a:lnTo>
                <a:lnTo>
                  <a:pt x="292935" y="35337"/>
                </a:lnTo>
                <a:lnTo>
                  <a:pt x="293475" y="36165"/>
                </a:lnTo>
                <a:lnTo>
                  <a:pt x="293999" y="37012"/>
                </a:lnTo>
                <a:lnTo>
                  <a:pt x="294504" y="37877"/>
                </a:lnTo>
                <a:lnTo>
                  <a:pt x="294992" y="38760"/>
                </a:lnTo>
                <a:lnTo>
                  <a:pt x="295463" y="39662"/>
                </a:lnTo>
                <a:lnTo>
                  <a:pt x="295916" y="40582"/>
                </a:lnTo>
                <a:lnTo>
                  <a:pt x="296351" y="41521"/>
                </a:lnTo>
                <a:lnTo>
                  <a:pt x="296769" y="42471"/>
                </a:lnTo>
                <a:lnTo>
                  <a:pt x="297169" y="43437"/>
                </a:lnTo>
                <a:lnTo>
                  <a:pt x="297551" y="44417"/>
                </a:lnTo>
                <a:lnTo>
                  <a:pt x="297915" y="45413"/>
                </a:lnTo>
                <a:lnTo>
                  <a:pt x="298262" y="46424"/>
                </a:lnTo>
                <a:lnTo>
                  <a:pt x="298591" y="47450"/>
                </a:lnTo>
                <a:lnTo>
                  <a:pt x="298902" y="48491"/>
                </a:lnTo>
                <a:lnTo>
                  <a:pt x="299195" y="49547"/>
                </a:lnTo>
                <a:lnTo>
                  <a:pt x="299470" y="50619"/>
                </a:lnTo>
                <a:lnTo>
                  <a:pt x="299728" y="51705"/>
                </a:lnTo>
                <a:lnTo>
                  <a:pt x="299968" y="52807"/>
                </a:lnTo>
                <a:lnTo>
                  <a:pt x="300190" y="53924"/>
                </a:lnTo>
                <a:lnTo>
                  <a:pt x="300395" y="55056"/>
                </a:lnTo>
                <a:lnTo>
                  <a:pt x="300581" y="56203"/>
                </a:lnTo>
                <a:lnTo>
                  <a:pt x="300750" y="57365"/>
                </a:lnTo>
                <a:lnTo>
                  <a:pt x="300901" y="58542"/>
                </a:lnTo>
                <a:lnTo>
                  <a:pt x="301035" y="59735"/>
                </a:lnTo>
                <a:lnTo>
                  <a:pt x="301150" y="60943"/>
                </a:lnTo>
                <a:lnTo>
                  <a:pt x="301248" y="62165"/>
                </a:lnTo>
                <a:lnTo>
                  <a:pt x="301328" y="63403"/>
                </a:lnTo>
                <a:lnTo>
                  <a:pt x="301390" y="64656"/>
                </a:lnTo>
                <a:lnTo>
                  <a:pt x="301434" y="65925"/>
                </a:lnTo>
                <a:lnTo>
                  <a:pt x="301461" y="67208"/>
                </a:lnTo>
                <a:lnTo>
                  <a:pt x="301470" y="68507"/>
                </a:lnTo>
                <a:lnTo>
                  <a:pt x="301461" y="69816"/>
                </a:lnTo>
                <a:lnTo>
                  <a:pt x="301434" y="71110"/>
                </a:lnTo>
                <a:lnTo>
                  <a:pt x="301389" y="72388"/>
                </a:lnTo>
                <a:lnTo>
                  <a:pt x="301326" y="73652"/>
                </a:lnTo>
                <a:lnTo>
                  <a:pt x="301245" y="74900"/>
                </a:lnTo>
                <a:lnTo>
                  <a:pt x="301146" y="76134"/>
                </a:lnTo>
                <a:lnTo>
                  <a:pt x="301029" y="77352"/>
                </a:lnTo>
                <a:lnTo>
                  <a:pt x="300894" y="78555"/>
                </a:lnTo>
                <a:lnTo>
                  <a:pt x="300741" y="79743"/>
                </a:lnTo>
                <a:lnTo>
                  <a:pt x="300570" y="80916"/>
                </a:lnTo>
                <a:lnTo>
                  <a:pt x="300381" y="82073"/>
                </a:lnTo>
                <a:lnTo>
                  <a:pt x="300174" y="83216"/>
                </a:lnTo>
                <a:lnTo>
                  <a:pt x="299950" y="84343"/>
                </a:lnTo>
                <a:lnTo>
                  <a:pt x="299707" y="85455"/>
                </a:lnTo>
                <a:lnTo>
                  <a:pt x="299446" y="86553"/>
                </a:lnTo>
                <a:lnTo>
                  <a:pt x="299167" y="87634"/>
                </a:lnTo>
                <a:lnTo>
                  <a:pt x="298870" y="88701"/>
                </a:lnTo>
                <a:lnTo>
                  <a:pt x="298555" y="89753"/>
                </a:lnTo>
                <a:lnTo>
                  <a:pt x="298222" y="90789"/>
                </a:lnTo>
                <a:lnTo>
                  <a:pt x="297871" y="91811"/>
                </a:lnTo>
                <a:lnTo>
                  <a:pt x="297502" y="92817"/>
                </a:lnTo>
                <a:lnTo>
                  <a:pt x="297115" y="93808"/>
                </a:lnTo>
                <a:lnTo>
                  <a:pt x="296711" y="94784"/>
                </a:lnTo>
                <a:lnTo>
                  <a:pt x="296288" y="95745"/>
                </a:lnTo>
                <a:lnTo>
                  <a:pt x="295847" y="96689"/>
                </a:lnTo>
                <a:lnTo>
                  <a:pt x="295387" y="97615"/>
                </a:lnTo>
                <a:lnTo>
                  <a:pt x="294908" y="98523"/>
                </a:lnTo>
                <a:lnTo>
                  <a:pt x="294411" y="99412"/>
                </a:lnTo>
                <a:lnTo>
                  <a:pt x="293895" y="100283"/>
                </a:lnTo>
                <a:lnTo>
                  <a:pt x="293361" y="101136"/>
                </a:lnTo>
                <a:lnTo>
                  <a:pt x="292808" y="101971"/>
                </a:lnTo>
                <a:lnTo>
                  <a:pt x="292236" y="102788"/>
                </a:lnTo>
                <a:lnTo>
                  <a:pt x="291646" y="103586"/>
                </a:lnTo>
                <a:lnTo>
                  <a:pt x="291037" y="104367"/>
                </a:lnTo>
                <a:lnTo>
                  <a:pt x="290409" y="105129"/>
                </a:lnTo>
                <a:lnTo>
                  <a:pt x="289763" y="105872"/>
                </a:lnTo>
                <a:lnTo>
                  <a:pt x="289098" y="106598"/>
                </a:lnTo>
                <a:lnTo>
                  <a:pt x="288414" y="107305"/>
                </a:lnTo>
                <a:lnTo>
                  <a:pt x="287712" y="107994"/>
                </a:lnTo>
                <a:lnTo>
                  <a:pt x="286991" y="108665"/>
                </a:lnTo>
                <a:lnTo>
                  <a:pt x="286251" y="109318"/>
                </a:lnTo>
                <a:lnTo>
                  <a:pt x="285493" y="109953"/>
                </a:lnTo>
                <a:lnTo>
                  <a:pt x="284716" y="110569"/>
                </a:lnTo>
                <a:lnTo>
                  <a:pt x="283920" y="111167"/>
                </a:lnTo>
                <a:lnTo>
                  <a:pt x="283106" y="111747"/>
                </a:lnTo>
                <a:lnTo>
                  <a:pt x="282273" y="112308"/>
                </a:lnTo>
                <a:lnTo>
                  <a:pt x="281422" y="112852"/>
                </a:lnTo>
                <a:lnTo>
                  <a:pt x="280551" y="113377"/>
                </a:lnTo>
                <a:lnTo>
                  <a:pt x="279662" y="113882"/>
                </a:lnTo>
                <a:lnTo>
                  <a:pt x="278754" y="114366"/>
                </a:lnTo>
                <a:lnTo>
                  <a:pt x="277827" y="114829"/>
                </a:lnTo>
                <a:lnTo>
                  <a:pt x="276881" y="115270"/>
                </a:lnTo>
                <a:lnTo>
                  <a:pt x="275915" y="115689"/>
                </a:lnTo>
                <a:lnTo>
                  <a:pt x="274931" y="116087"/>
                </a:lnTo>
                <a:lnTo>
                  <a:pt x="273927" y="116463"/>
                </a:lnTo>
                <a:lnTo>
                  <a:pt x="272905" y="116818"/>
                </a:lnTo>
                <a:lnTo>
                  <a:pt x="271863" y="117151"/>
                </a:lnTo>
                <a:lnTo>
                  <a:pt x="270802" y="117463"/>
                </a:lnTo>
                <a:lnTo>
                  <a:pt x="269722" y="117753"/>
                </a:lnTo>
                <a:lnTo>
                  <a:pt x="268623" y="118022"/>
                </a:lnTo>
                <a:lnTo>
                  <a:pt x="267505" y="118269"/>
                </a:lnTo>
                <a:lnTo>
                  <a:pt x="266367" y="118495"/>
                </a:lnTo>
                <a:lnTo>
                  <a:pt x="265211" y="118700"/>
                </a:lnTo>
                <a:lnTo>
                  <a:pt x="264036" y="118882"/>
                </a:lnTo>
                <a:lnTo>
                  <a:pt x="262841" y="119044"/>
                </a:lnTo>
                <a:lnTo>
                  <a:pt x="261628" y="119183"/>
                </a:lnTo>
                <a:lnTo>
                  <a:pt x="260395" y="119302"/>
                </a:lnTo>
                <a:lnTo>
                  <a:pt x="259143" y="119398"/>
                </a:lnTo>
                <a:lnTo>
                  <a:pt x="257872" y="119474"/>
                </a:lnTo>
                <a:lnTo>
                  <a:pt x="256582" y="119528"/>
                </a:lnTo>
                <a:lnTo>
                  <a:pt x="255273" y="119560"/>
                </a:lnTo>
                <a:lnTo>
                  <a:pt x="253945" y="119571"/>
                </a:lnTo>
                <a:lnTo>
                  <a:pt x="230688" y="119571"/>
                </a:lnTo>
                <a:lnTo>
                  <a:pt x="230688" y="17948"/>
                </a:lnTo>
                <a:lnTo>
                  <a:pt x="255715" y="17948"/>
                </a:lnTo>
                <a:lnTo>
                  <a:pt x="256970" y="17959"/>
                </a:lnTo>
                <a:lnTo>
                  <a:pt x="258208" y="17991"/>
                </a:lnTo>
                <a:lnTo>
                  <a:pt x="259429" y="18044"/>
                </a:lnTo>
                <a:close/>
                <a:moveTo>
                  <a:pt x="749558" y="119011"/>
                </a:moveTo>
                <a:lnTo>
                  <a:pt x="749707" y="119245"/>
                </a:lnTo>
                <a:lnTo>
                  <a:pt x="749861" y="119483"/>
                </a:lnTo>
                <a:lnTo>
                  <a:pt x="750020" y="119726"/>
                </a:lnTo>
                <a:lnTo>
                  <a:pt x="750183" y="119973"/>
                </a:lnTo>
                <a:lnTo>
                  <a:pt x="750352" y="120226"/>
                </a:lnTo>
                <a:lnTo>
                  <a:pt x="750525" y="120483"/>
                </a:lnTo>
                <a:lnTo>
                  <a:pt x="750703" y="120746"/>
                </a:lnTo>
                <a:lnTo>
                  <a:pt x="750886" y="121013"/>
                </a:lnTo>
                <a:lnTo>
                  <a:pt x="751073" y="121285"/>
                </a:lnTo>
                <a:lnTo>
                  <a:pt x="751266" y="121561"/>
                </a:lnTo>
                <a:lnTo>
                  <a:pt x="751463" y="121843"/>
                </a:lnTo>
                <a:lnTo>
                  <a:pt x="751665" y="122129"/>
                </a:lnTo>
                <a:lnTo>
                  <a:pt x="751872" y="122420"/>
                </a:lnTo>
                <a:lnTo>
                  <a:pt x="752084" y="122716"/>
                </a:lnTo>
                <a:lnTo>
                  <a:pt x="752300" y="123017"/>
                </a:lnTo>
                <a:lnTo>
                  <a:pt x="752522" y="123323"/>
                </a:lnTo>
                <a:lnTo>
                  <a:pt x="752748" y="123633"/>
                </a:lnTo>
                <a:lnTo>
                  <a:pt x="752979" y="123949"/>
                </a:lnTo>
                <a:lnTo>
                  <a:pt x="753215" y="124269"/>
                </a:lnTo>
                <a:lnTo>
                  <a:pt x="753456" y="124594"/>
                </a:lnTo>
                <a:lnTo>
                  <a:pt x="753701" y="124924"/>
                </a:lnTo>
                <a:lnTo>
                  <a:pt x="753951" y="125258"/>
                </a:lnTo>
                <a:lnTo>
                  <a:pt x="754209" y="125589"/>
                </a:lnTo>
                <a:lnTo>
                  <a:pt x="754475" y="125916"/>
                </a:lnTo>
                <a:lnTo>
                  <a:pt x="754750" y="126241"/>
                </a:lnTo>
                <a:lnTo>
                  <a:pt x="755035" y="126563"/>
                </a:lnTo>
                <a:lnTo>
                  <a:pt x="755328" y="126882"/>
                </a:lnTo>
                <a:lnTo>
                  <a:pt x="755630" y="127198"/>
                </a:lnTo>
                <a:lnTo>
                  <a:pt x="755941" y="127511"/>
                </a:lnTo>
                <a:lnTo>
                  <a:pt x="756262" y="127821"/>
                </a:lnTo>
                <a:lnTo>
                  <a:pt x="756591" y="128129"/>
                </a:lnTo>
                <a:lnTo>
                  <a:pt x="756929" y="128434"/>
                </a:lnTo>
                <a:lnTo>
                  <a:pt x="757276" y="128735"/>
                </a:lnTo>
                <a:lnTo>
                  <a:pt x="757633" y="129034"/>
                </a:lnTo>
                <a:lnTo>
                  <a:pt x="757998" y="129331"/>
                </a:lnTo>
                <a:lnTo>
                  <a:pt x="758372" y="129624"/>
                </a:lnTo>
                <a:lnTo>
                  <a:pt x="758755" y="129914"/>
                </a:lnTo>
                <a:lnTo>
                  <a:pt x="759148" y="130202"/>
                </a:lnTo>
                <a:lnTo>
                  <a:pt x="759549" y="130487"/>
                </a:lnTo>
                <a:lnTo>
                  <a:pt x="759959" y="130768"/>
                </a:lnTo>
                <a:lnTo>
                  <a:pt x="760378" y="131047"/>
                </a:lnTo>
                <a:lnTo>
                  <a:pt x="760807" y="131324"/>
                </a:lnTo>
                <a:lnTo>
                  <a:pt x="761244" y="131597"/>
                </a:lnTo>
                <a:lnTo>
                  <a:pt x="761690" y="131867"/>
                </a:lnTo>
                <a:lnTo>
                  <a:pt x="762145" y="132135"/>
                </a:lnTo>
                <a:lnTo>
                  <a:pt x="762610" y="132400"/>
                </a:lnTo>
                <a:lnTo>
                  <a:pt x="763085" y="132652"/>
                </a:lnTo>
                <a:lnTo>
                  <a:pt x="763573" y="132894"/>
                </a:lnTo>
                <a:lnTo>
                  <a:pt x="764074" y="133125"/>
                </a:lnTo>
                <a:lnTo>
                  <a:pt x="764588" y="133346"/>
                </a:lnTo>
                <a:lnTo>
                  <a:pt x="765115" y="133556"/>
                </a:lnTo>
                <a:lnTo>
                  <a:pt x="765655" y="133754"/>
                </a:lnTo>
                <a:lnTo>
                  <a:pt x="766208" y="133943"/>
                </a:lnTo>
                <a:lnTo>
                  <a:pt x="766774" y="134120"/>
                </a:lnTo>
                <a:lnTo>
                  <a:pt x="767352" y="134287"/>
                </a:lnTo>
                <a:lnTo>
                  <a:pt x="767944" y="134443"/>
                </a:lnTo>
                <a:lnTo>
                  <a:pt x="768549" y="134588"/>
                </a:lnTo>
                <a:lnTo>
                  <a:pt x="769166" y="134722"/>
                </a:lnTo>
                <a:lnTo>
                  <a:pt x="769797" y="134846"/>
                </a:lnTo>
                <a:lnTo>
                  <a:pt x="770440" y="134959"/>
                </a:lnTo>
                <a:lnTo>
                  <a:pt x="771097" y="135061"/>
                </a:lnTo>
                <a:lnTo>
                  <a:pt x="771766" y="135152"/>
                </a:lnTo>
                <a:lnTo>
                  <a:pt x="772449" y="135233"/>
                </a:lnTo>
                <a:lnTo>
                  <a:pt x="773144" y="135303"/>
                </a:lnTo>
                <a:lnTo>
                  <a:pt x="773852" y="135362"/>
                </a:lnTo>
                <a:lnTo>
                  <a:pt x="774573" y="135410"/>
                </a:lnTo>
                <a:lnTo>
                  <a:pt x="775307" y="135448"/>
                </a:lnTo>
                <a:lnTo>
                  <a:pt x="776055" y="135475"/>
                </a:lnTo>
                <a:lnTo>
                  <a:pt x="776815" y="135491"/>
                </a:lnTo>
                <a:lnTo>
                  <a:pt x="777587" y="135496"/>
                </a:lnTo>
                <a:lnTo>
                  <a:pt x="778594" y="135486"/>
                </a:lnTo>
                <a:lnTo>
                  <a:pt x="779590" y="135454"/>
                </a:lnTo>
                <a:lnTo>
                  <a:pt x="780577" y="135401"/>
                </a:lnTo>
                <a:lnTo>
                  <a:pt x="781553" y="135326"/>
                </a:lnTo>
                <a:lnTo>
                  <a:pt x="782520" y="135230"/>
                </a:lnTo>
                <a:lnTo>
                  <a:pt x="783477" y="135113"/>
                </a:lnTo>
                <a:lnTo>
                  <a:pt x="784424" y="134975"/>
                </a:lnTo>
                <a:lnTo>
                  <a:pt x="785361" y="134815"/>
                </a:lnTo>
                <a:lnTo>
                  <a:pt x="786288" y="134634"/>
                </a:lnTo>
                <a:lnTo>
                  <a:pt x="787205" y="134432"/>
                </a:lnTo>
                <a:lnTo>
                  <a:pt x="788113" y="134209"/>
                </a:lnTo>
                <a:lnTo>
                  <a:pt x="789011" y="133964"/>
                </a:lnTo>
                <a:lnTo>
                  <a:pt x="789898" y="133698"/>
                </a:lnTo>
                <a:lnTo>
                  <a:pt x="790776" y="133410"/>
                </a:lnTo>
                <a:lnTo>
                  <a:pt x="791644" y="133102"/>
                </a:lnTo>
                <a:lnTo>
                  <a:pt x="792502" y="132772"/>
                </a:lnTo>
                <a:lnTo>
                  <a:pt x="793351" y="132421"/>
                </a:lnTo>
                <a:lnTo>
                  <a:pt x="794189" y="132048"/>
                </a:lnTo>
                <a:lnTo>
                  <a:pt x="795017" y="131654"/>
                </a:lnTo>
                <a:lnTo>
                  <a:pt x="795836" y="131239"/>
                </a:lnTo>
                <a:lnTo>
                  <a:pt x="796645" y="130803"/>
                </a:lnTo>
                <a:lnTo>
                  <a:pt x="797444" y="130345"/>
                </a:lnTo>
                <a:lnTo>
                  <a:pt x="798233" y="129866"/>
                </a:lnTo>
                <a:lnTo>
                  <a:pt x="799012" y="129366"/>
                </a:lnTo>
                <a:lnTo>
                  <a:pt x="799779" y="128841"/>
                </a:lnTo>
                <a:lnTo>
                  <a:pt x="800532" y="128299"/>
                </a:lnTo>
                <a:lnTo>
                  <a:pt x="801271" y="127739"/>
                </a:lnTo>
                <a:lnTo>
                  <a:pt x="801996" y="127161"/>
                </a:lnTo>
                <a:lnTo>
                  <a:pt x="802707" y="126566"/>
                </a:lnTo>
                <a:lnTo>
                  <a:pt x="803404" y="125953"/>
                </a:lnTo>
                <a:lnTo>
                  <a:pt x="804087" y="125323"/>
                </a:lnTo>
                <a:lnTo>
                  <a:pt x="804756" y="124675"/>
                </a:lnTo>
                <a:lnTo>
                  <a:pt x="805410" y="124010"/>
                </a:lnTo>
                <a:lnTo>
                  <a:pt x="806051" y="123327"/>
                </a:lnTo>
                <a:lnTo>
                  <a:pt x="806678" y="122627"/>
                </a:lnTo>
                <a:lnTo>
                  <a:pt x="807291" y="121909"/>
                </a:lnTo>
                <a:lnTo>
                  <a:pt x="807889" y="121173"/>
                </a:lnTo>
                <a:lnTo>
                  <a:pt x="808474" y="120420"/>
                </a:lnTo>
                <a:lnTo>
                  <a:pt x="809044" y="119649"/>
                </a:lnTo>
                <a:lnTo>
                  <a:pt x="809601" y="118861"/>
                </a:lnTo>
                <a:lnTo>
                  <a:pt x="810143" y="118056"/>
                </a:lnTo>
                <a:lnTo>
                  <a:pt x="810672" y="117232"/>
                </a:lnTo>
                <a:lnTo>
                  <a:pt x="811186" y="116391"/>
                </a:lnTo>
                <a:lnTo>
                  <a:pt x="811686" y="115533"/>
                </a:lnTo>
                <a:lnTo>
                  <a:pt x="812173" y="114657"/>
                </a:lnTo>
                <a:lnTo>
                  <a:pt x="812645" y="113763"/>
                </a:lnTo>
                <a:lnTo>
                  <a:pt x="813103" y="112852"/>
                </a:lnTo>
                <a:lnTo>
                  <a:pt x="813547" y="111924"/>
                </a:lnTo>
                <a:lnTo>
                  <a:pt x="813975" y="110974"/>
                </a:lnTo>
                <a:lnTo>
                  <a:pt x="814385" y="110010"/>
                </a:lnTo>
                <a:lnTo>
                  <a:pt x="814777" y="109031"/>
                </a:lnTo>
                <a:lnTo>
                  <a:pt x="815150" y="108039"/>
                </a:lnTo>
                <a:lnTo>
                  <a:pt x="815505" y="107032"/>
                </a:lnTo>
                <a:lnTo>
                  <a:pt x="815842" y="106011"/>
                </a:lnTo>
                <a:lnTo>
                  <a:pt x="816161" y="104975"/>
                </a:lnTo>
                <a:lnTo>
                  <a:pt x="816461" y="103926"/>
                </a:lnTo>
                <a:lnTo>
                  <a:pt x="816744" y="102862"/>
                </a:lnTo>
                <a:lnTo>
                  <a:pt x="817008" y="101783"/>
                </a:lnTo>
                <a:lnTo>
                  <a:pt x="817254" y="100691"/>
                </a:lnTo>
                <a:lnTo>
                  <a:pt x="817481" y="99584"/>
                </a:lnTo>
                <a:lnTo>
                  <a:pt x="817691" y="98463"/>
                </a:lnTo>
                <a:lnTo>
                  <a:pt x="817882" y="97328"/>
                </a:lnTo>
                <a:lnTo>
                  <a:pt x="818055" y="96178"/>
                </a:lnTo>
                <a:lnTo>
                  <a:pt x="818210" y="95015"/>
                </a:lnTo>
                <a:lnTo>
                  <a:pt x="818346" y="93837"/>
                </a:lnTo>
                <a:lnTo>
                  <a:pt x="818465" y="92644"/>
                </a:lnTo>
                <a:lnTo>
                  <a:pt x="818565" y="91438"/>
                </a:lnTo>
                <a:lnTo>
                  <a:pt x="818647" y="90217"/>
                </a:lnTo>
                <a:lnTo>
                  <a:pt x="818711" y="88982"/>
                </a:lnTo>
                <a:lnTo>
                  <a:pt x="818756" y="87732"/>
                </a:lnTo>
                <a:lnTo>
                  <a:pt x="818783" y="86469"/>
                </a:lnTo>
                <a:lnTo>
                  <a:pt x="818793" y="85191"/>
                </a:lnTo>
                <a:lnTo>
                  <a:pt x="818783" y="83923"/>
                </a:lnTo>
                <a:lnTo>
                  <a:pt x="818756" y="82670"/>
                </a:lnTo>
                <a:lnTo>
                  <a:pt x="818711" y="81431"/>
                </a:lnTo>
                <a:lnTo>
                  <a:pt x="818647" y="80205"/>
                </a:lnTo>
                <a:lnTo>
                  <a:pt x="818565" y="78994"/>
                </a:lnTo>
                <a:lnTo>
                  <a:pt x="818465" y="77797"/>
                </a:lnTo>
                <a:lnTo>
                  <a:pt x="818346" y="76613"/>
                </a:lnTo>
                <a:lnTo>
                  <a:pt x="818210" y="75444"/>
                </a:lnTo>
                <a:lnTo>
                  <a:pt x="818055" y="74289"/>
                </a:lnTo>
                <a:lnTo>
                  <a:pt x="817882" y="73148"/>
                </a:lnTo>
                <a:lnTo>
                  <a:pt x="817691" y="72021"/>
                </a:lnTo>
                <a:lnTo>
                  <a:pt x="817481" y="70908"/>
                </a:lnTo>
                <a:lnTo>
                  <a:pt x="817254" y="69809"/>
                </a:lnTo>
                <a:lnTo>
                  <a:pt x="817008" y="68724"/>
                </a:lnTo>
                <a:lnTo>
                  <a:pt x="816744" y="67653"/>
                </a:lnTo>
                <a:lnTo>
                  <a:pt x="816461" y="66597"/>
                </a:lnTo>
                <a:lnTo>
                  <a:pt x="816161" y="65554"/>
                </a:lnTo>
                <a:lnTo>
                  <a:pt x="815842" y="64525"/>
                </a:lnTo>
                <a:lnTo>
                  <a:pt x="815505" y="63510"/>
                </a:lnTo>
                <a:lnTo>
                  <a:pt x="815150" y="62510"/>
                </a:lnTo>
                <a:lnTo>
                  <a:pt x="814777" y="61523"/>
                </a:lnTo>
                <a:lnTo>
                  <a:pt x="814385" y="60551"/>
                </a:lnTo>
                <a:lnTo>
                  <a:pt x="813975" y="59592"/>
                </a:lnTo>
                <a:lnTo>
                  <a:pt x="813547" y="58648"/>
                </a:lnTo>
                <a:lnTo>
                  <a:pt x="813103" y="57719"/>
                </a:lnTo>
                <a:lnTo>
                  <a:pt x="812644" y="56808"/>
                </a:lnTo>
                <a:lnTo>
                  <a:pt x="812172" y="55915"/>
                </a:lnTo>
                <a:lnTo>
                  <a:pt x="811685" y="55040"/>
                </a:lnTo>
                <a:lnTo>
                  <a:pt x="811183" y="54183"/>
                </a:lnTo>
                <a:lnTo>
                  <a:pt x="810668" y="53343"/>
                </a:lnTo>
                <a:lnTo>
                  <a:pt x="810138" y="52521"/>
                </a:lnTo>
                <a:lnTo>
                  <a:pt x="809594" y="51717"/>
                </a:lnTo>
                <a:lnTo>
                  <a:pt x="809035" y="50931"/>
                </a:lnTo>
                <a:lnTo>
                  <a:pt x="808463" y="50162"/>
                </a:lnTo>
                <a:lnTo>
                  <a:pt x="807876" y="49411"/>
                </a:lnTo>
                <a:lnTo>
                  <a:pt x="807275" y="48678"/>
                </a:lnTo>
                <a:lnTo>
                  <a:pt x="806659" y="47963"/>
                </a:lnTo>
                <a:lnTo>
                  <a:pt x="806030" y="47265"/>
                </a:lnTo>
                <a:lnTo>
                  <a:pt x="805386" y="46586"/>
                </a:lnTo>
                <a:lnTo>
                  <a:pt x="804728" y="45924"/>
                </a:lnTo>
                <a:lnTo>
                  <a:pt x="804055" y="45280"/>
                </a:lnTo>
                <a:lnTo>
                  <a:pt x="803368" y="44653"/>
                </a:lnTo>
                <a:lnTo>
                  <a:pt x="802667" y="44045"/>
                </a:lnTo>
                <a:lnTo>
                  <a:pt x="801952" y="43454"/>
                </a:lnTo>
                <a:lnTo>
                  <a:pt x="801223" y="42881"/>
                </a:lnTo>
                <a:lnTo>
                  <a:pt x="800479" y="42326"/>
                </a:lnTo>
                <a:lnTo>
                  <a:pt x="799721" y="41788"/>
                </a:lnTo>
                <a:lnTo>
                  <a:pt x="798948" y="41268"/>
                </a:lnTo>
                <a:lnTo>
                  <a:pt x="798164" y="40768"/>
                </a:lnTo>
                <a:lnTo>
                  <a:pt x="797369" y="40289"/>
                </a:lnTo>
                <a:lnTo>
                  <a:pt x="796565" y="39831"/>
                </a:lnTo>
                <a:lnTo>
                  <a:pt x="795750" y="39395"/>
                </a:lnTo>
                <a:lnTo>
                  <a:pt x="794925" y="38980"/>
                </a:lnTo>
                <a:lnTo>
                  <a:pt x="794090" y="38586"/>
                </a:lnTo>
                <a:lnTo>
                  <a:pt x="793245" y="38214"/>
                </a:lnTo>
                <a:lnTo>
                  <a:pt x="792390" y="37863"/>
                </a:lnTo>
                <a:lnTo>
                  <a:pt x="791525" y="37533"/>
                </a:lnTo>
                <a:lnTo>
                  <a:pt x="790649" y="37224"/>
                </a:lnTo>
                <a:lnTo>
                  <a:pt x="789764" y="36937"/>
                </a:lnTo>
                <a:lnTo>
                  <a:pt x="788868" y="36671"/>
                </a:lnTo>
                <a:lnTo>
                  <a:pt x="787963" y="36426"/>
                </a:lnTo>
                <a:lnTo>
                  <a:pt x="787047" y="36202"/>
                </a:lnTo>
                <a:lnTo>
                  <a:pt x="786121" y="36000"/>
                </a:lnTo>
                <a:lnTo>
                  <a:pt x="785185" y="35819"/>
                </a:lnTo>
                <a:lnTo>
                  <a:pt x="784239" y="35660"/>
                </a:lnTo>
                <a:lnTo>
                  <a:pt x="783283" y="35521"/>
                </a:lnTo>
                <a:lnTo>
                  <a:pt x="782317" y="35404"/>
                </a:lnTo>
                <a:lnTo>
                  <a:pt x="781341" y="35308"/>
                </a:lnTo>
                <a:lnTo>
                  <a:pt x="780354" y="35234"/>
                </a:lnTo>
                <a:lnTo>
                  <a:pt x="779358" y="35181"/>
                </a:lnTo>
                <a:lnTo>
                  <a:pt x="778351" y="35149"/>
                </a:lnTo>
                <a:lnTo>
                  <a:pt x="777335" y="35138"/>
                </a:lnTo>
                <a:lnTo>
                  <a:pt x="776552" y="35144"/>
                </a:lnTo>
                <a:lnTo>
                  <a:pt x="775782" y="35160"/>
                </a:lnTo>
                <a:lnTo>
                  <a:pt x="775026" y="35187"/>
                </a:lnTo>
                <a:lnTo>
                  <a:pt x="774284" y="35226"/>
                </a:lnTo>
                <a:lnTo>
                  <a:pt x="773555" y="35275"/>
                </a:lnTo>
                <a:lnTo>
                  <a:pt x="772840" y="35336"/>
                </a:lnTo>
                <a:lnTo>
                  <a:pt x="772138" y="35407"/>
                </a:lnTo>
                <a:lnTo>
                  <a:pt x="771450" y="35489"/>
                </a:lnTo>
                <a:lnTo>
                  <a:pt x="770776" y="35582"/>
                </a:lnTo>
                <a:lnTo>
                  <a:pt x="770115" y="35687"/>
                </a:lnTo>
                <a:lnTo>
                  <a:pt x="769468" y="35802"/>
                </a:lnTo>
                <a:lnTo>
                  <a:pt x="768835" y="35928"/>
                </a:lnTo>
                <a:lnTo>
                  <a:pt x="768215" y="36065"/>
                </a:lnTo>
                <a:lnTo>
                  <a:pt x="767608" y="36213"/>
                </a:lnTo>
                <a:lnTo>
                  <a:pt x="767016" y="36372"/>
                </a:lnTo>
                <a:lnTo>
                  <a:pt x="766437" y="36542"/>
                </a:lnTo>
                <a:lnTo>
                  <a:pt x="765871" y="36723"/>
                </a:lnTo>
                <a:lnTo>
                  <a:pt x="765319" y="36915"/>
                </a:lnTo>
                <a:lnTo>
                  <a:pt x="764781" y="37118"/>
                </a:lnTo>
                <a:lnTo>
                  <a:pt x="764256" y="37332"/>
                </a:lnTo>
                <a:lnTo>
                  <a:pt x="763745" y="37557"/>
                </a:lnTo>
                <a:lnTo>
                  <a:pt x="763248" y="37793"/>
                </a:lnTo>
                <a:lnTo>
                  <a:pt x="762764" y="38040"/>
                </a:lnTo>
                <a:lnTo>
                  <a:pt x="762294" y="38298"/>
                </a:lnTo>
                <a:lnTo>
                  <a:pt x="761840" y="38558"/>
                </a:lnTo>
                <a:lnTo>
                  <a:pt x="761395" y="38820"/>
                </a:lnTo>
                <a:lnTo>
                  <a:pt x="760959" y="39086"/>
                </a:lnTo>
                <a:lnTo>
                  <a:pt x="760531" y="39355"/>
                </a:lnTo>
                <a:lnTo>
                  <a:pt x="760112" y="39627"/>
                </a:lnTo>
                <a:lnTo>
                  <a:pt x="759702" y="39902"/>
                </a:lnTo>
                <a:lnTo>
                  <a:pt x="759301" y="40180"/>
                </a:lnTo>
                <a:lnTo>
                  <a:pt x="758909" y="40461"/>
                </a:lnTo>
                <a:lnTo>
                  <a:pt x="758525" y="40745"/>
                </a:lnTo>
                <a:lnTo>
                  <a:pt x="758151" y="41032"/>
                </a:lnTo>
                <a:lnTo>
                  <a:pt x="757785" y="41322"/>
                </a:lnTo>
                <a:lnTo>
                  <a:pt x="757427" y="41616"/>
                </a:lnTo>
                <a:lnTo>
                  <a:pt x="757079" y="41912"/>
                </a:lnTo>
                <a:lnTo>
                  <a:pt x="756739" y="42212"/>
                </a:lnTo>
                <a:lnTo>
                  <a:pt x="756408" y="42514"/>
                </a:lnTo>
                <a:lnTo>
                  <a:pt x="756086" y="42820"/>
                </a:lnTo>
                <a:lnTo>
                  <a:pt x="755773" y="43129"/>
                </a:lnTo>
                <a:lnTo>
                  <a:pt x="755468" y="43441"/>
                </a:lnTo>
                <a:lnTo>
                  <a:pt x="755172" y="43756"/>
                </a:lnTo>
                <a:lnTo>
                  <a:pt x="754885" y="44074"/>
                </a:lnTo>
                <a:lnTo>
                  <a:pt x="754607" y="44395"/>
                </a:lnTo>
                <a:lnTo>
                  <a:pt x="754338" y="44719"/>
                </a:lnTo>
                <a:lnTo>
                  <a:pt x="754077" y="45046"/>
                </a:lnTo>
                <a:lnTo>
                  <a:pt x="753825" y="45376"/>
                </a:lnTo>
                <a:lnTo>
                  <a:pt x="753585" y="45700"/>
                </a:lnTo>
                <a:lnTo>
                  <a:pt x="753349" y="46020"/>
                </a:lnTo>
                <a:lnTo>
                  <a:pt x="753118" y="46334"/>
                </a:lnTo>
                <a:lnTo>
                  <a:pt x="752891" y="46644"/>
                </a:lnTo>
                <a:lnTo>
                  <a:pt x="752669" y="46948"/>
                </a:lnTo>
                <a:lnTo>
                  <a:pt x="752451" y="47248"/>
                </a:lnTo>
                <a:lnTo>
                  <a:pt x="752237" y="47543"/>
                </a:lnTo>
                <a:lnTo>
                  <a:pt x="752027" y="47834"/>
                </a:lnTo>
                <a:lnTo>
                  <a:pt x="751823" y="48119"/>
                </a:lnTo>
                <a:lnTo>
                  <a:pt x="751622" y="48400"/>
                </a:lnTo>
                <a:lnTo>
                  <a:pt x="751426" y="48676"/>
                </a:lnTo>
                <a:lnTo>
                  <a:pt x="751234" y="48947"/>
                </a:lnTo>
                <a:lnTo>
                  <a:pt x="751047" y="49213"/>
                </a:lnTo>
                <a:lnTo>
                  <a:pt x="750864" y="49474"/>
                </a:lnTo>
                <a:lnTo>
                  <a:pt x="750685" y="49731"/>
                </a:lnTo>
                <a:lnTo>
                  <a:pt x="750511" y="49983"/>
                </a:lnTo>
                <a:lnTo>
                  <a:pt x="750341" y="50229"/>
                </a:lnTo>
                <a:lnTo>
                  <a:pt x="750175" y="50471"/>
                </a:lnTo>
                <a:lnTo>
                  <a:pt x="750014" y="50709"/>
                </a:lnTo>
                <a:lnTo>
                  <a:pt x="749858" y="50941"/>
                </a:lnTo>
                <a:lnTo>
                  <a:pt x="749705" y="51169"/>
                </a:lnTo>
                <a:lnTo>
                  <a:pt x="749557" y="51391"/>
                </a:lnTo>
                <a:lnTo>
                  <a:pt x="749414" y="51609"/>
                </a:lnTo>
                <a:lnTo>
                  <a:pt x="749275" y="51822"/>
                </a:lnTo>
                <a:lnTo>
                  <a:pt x="748011" y="51822"/>
                </a:lnTo>
                <a:lnTo>
                  <a:pt x="748011" y="4045"/>
                </a:lnTo>
                <a:lnTo>
                  <a:pt x="733096" y="4045"/>
                </a:lnTo>
                <a:lnTo>
                  <a:pt x="733096" y="133474"/>
                </a:lnTo>
                <a:lnTo>
                  <a:pt x="747505" y="133474"/>
                </a:lnTo>
                <a:lnTo>
                  <a:pt x="747505" y="118559"/>
                </a:lnTo>
                <a:lnTo>
                  <a:pt x="749275" y="118559"/>
                </a:lnTo>
                <a:lnTo>
                  <a:pt x="749414" y="118783"/>
                </a:lnTo>
                <a:lnTo>
                  <a:pt x="749558" y="119011"/>
                </a:lnTo>
                <a:close/>
                <a:moveTo>
                  <a:pt x="747895" y="80527"/>
                </a:moveTo>
                <a:lnTo>
                  <a:pt x="747956" y="79673"/>
                </a:lnTo>
                <a:lnTo>
                  <a:pt x="748027" y="78828"/>
                </a:lnTo>
                <a:lnTo>
                  <a:pt x="748109" y="77993"/>
                </a:lnTo>
                <a:lnTo>
                  <a:pt x="748202" y="77168"/>
                </a:lnTo>
                <a:lnTo>
                  <a:pt x="748307" y="76351"/>
                </a:lnTo>
                <a:lnTo>
                  <a:pt x="748422" y="75545"/>
                </a:lnTo>
                <a:lnTo>
                  <a:pt x="748548" y="74747"/>
                </a:lnTo>
                <a:lnTo>
                  <a:pt x="748685" y="73959"/>
                </a:lnTo>
                <a:lnTo>
                  <a:pt x="748833" y="73181"/>
                </a:lnTo>
                <a:lnTo>
                  <a:pt x="748992" y="72412"/>
                </a:lnTo>
                <a:lnTo>
                  <a:pt x="749162" y="71652"/>
                </a:lnTo>
                <a:lnTo>
                  <a:pt x="749344" y="70902"/>
                </a:lnTo>
                <a:lnTo>
                  <a:pt x="749536" y="70162"/>
                </a:lnTo>
                <a:lnTo>
                  <a:pt x="749739" y="69430"/>
                </a:lnTo>
                <a:lnTo>
                  <a:pt x="749952" y="68708"/>
                </a:lnTo>
                <a:lnTo>
                  <a:pt x="750177" y="67996"/>
                </a:lnTo>
                <a:lnTo>
                  <a:pt x="750413" y="67293"/>
                </a:lnTo>
                <a:lnTo>
                  <a:pt x="750660" y="66600"/>
                </a:lnTo>
                <a:lnTo>
                  <a:pt x="750918" y="65915"/>
                </a:lnTo>
                <a:lnTo>
                  <a:pt x="751187" y="65237"/>
                </a:lnTo>
                <a:lnTo>
                  <a:pt x="751466" y="64572"/>
                </a:lnTo>
                <a:lnTo>
                  <a:pt x="751755" y="63919"/>
                </a:lnTo>
                <a:lnTo>
                  <a:pt x="752056" y="63279"/>
                </a:lnTo>
                <a:lnTo>
                  <a:pt x="752366" y="62651"/>
                </a:lnTo>
                <a:lnTo>
                  <a:pt x="752688" y="62037"/>
                </a:lnTo>
                <a:lnTo>
                  <a:pt x="753019" y="61435"/>
                </a:lnTo>
                <a:lnTo>
                  <a:pt x="753362" y="60846"/>
                </a:lnTo>
                <a:lnTo>
                  <a:pt x="753715" y="60269"/>
                </a:lnTo>
                <a:lnTo>
                  <a:pt x="754078" y="59705"/>
                </a:lnTo>
                <a:lnTo>
                  <a:pt x="754452" y="59154"/>
                </a:lnTo>
                <a:lnTo>
                  <a:pt x="754836" y="58616"/>
                </a:lnTo>
                <a:lnTo>
                  <a:pt x="755231" y="58091"/>
                </a:lnTo>
                <a:lnTo>
                  <a:pt x="755637" y="57578"/>
                </a:lnTo>
                <a:lnTo>
                  <a:pt x="756053" y="57078"/>
                </a:lnTo>
                <a:lnTo>
                  <a:pt x="756479" y="56590"/>
                </a:lnTo>
                <a:lnTo>
                  <a:pt x="756917" y="56116"/>
                </a:lnTo>
                <a:lnTo>
                  <a:pt x="757364" y="55654"/>
                </a:lnTo>
                <a:lnTo>
                  <a:pt x="757822" y="55204"/>
                </a:lnTo>
                <a:lnTo>
                  <a:pt x="758291" y="54768"/>
                </a:lnTo>
                <a:lnTo>
                  <a:pt x="758770" y="54344"/>
                </a:lnTo>
                <a:lnTo>
                  <a:pt x="759260" y="53933"/>
                </a:lnTo>
                <a:lnTo>
                  <a:pt x="759760" y="53535"/>
                </a:lnTo>
                <a:lnTo>
                  <a:pt x="760271" y="53149"/>
                </a:lnTo>
                <a:lnTo>
                  <a:pt x="760792" y="52773"/>
                </a:lnTo>
                <a:lnTo>
                  <a:pt x="761324" y="52413"/>
                </a:lnTo>
                <a:lnTo>
                  <a:pt x="761865" y="52068"/>
                </a:lnTo>
                <a:lnTo>
                  <a:pt x="762416" y="51740"/>
                </a:lnTo>
                <a:lnTo>
                  <a:pt x="762978" y="51427"/>
                </a:lnTo>
                <a:lnTo>
                  <a:pt x="763550" y="51131"/>
                </a:lnTo>
                <a:lnTo>
                  <a:pt x="764131" y="50851"/>
                </a:lnTo>
                <a:lnTo>
                  <a:pt x="764723" y="50586"/>
                </a:lnTo>
                <a:lnTo>
                  <a:pt x="765325" y="50338"/>
                </a:lnTo>
                <a:lnTo>
                  <a:pt x="765937" y="50106"/>
                </a:lnTo>
                <a:lnTo>
                  <a:pt x="766559" y="49890"/>
                </a:lnTo>
                <a:lnTo>
                  <a:pt x="767191" y="49689"/>
                </a:lnTo>
                <a:lnTo>
                  <a:pt x="767834" y="49505"/>
                </a:lnTo>
                <a:lnTo>
                  <a:pt x="768486" y="49337"/>
                </a:lnTo>
                <a:lnTo>
                  <a:pt x="769149" y="49185"/>
                </a:lnTo>
                <a:lnTo>
                  <a:pt x="769821" y="49049"/>
                </a:lnTo>
                <a:lnTo>
                  <a:pt x="770504" y="48928"/>
                </a:lnTo>
                <a:lnTo>
                  <a:pt x="771197" y="48824"/>
                </a:lnTo>
                <a:lnTo>
                  <a:pt x="771899" y="48736"/>
                </a:lnTo>
                <a:lnTo>
                  <a:pt x="772612" y="48664"/>
                </a:lnTo>
                <a:lnTo>
                  <a:pt x="773335" y="48608"/>
                </a:lnTo>
                <a:lnTo>
                  <a:pt x="774069" y="48568"/>
                </a:lnTo>
                <a:lnTo>
                  <a:pt x="774812" y="48544"/>
                </a:lnTo>
                <a:lnTo>
                  <a:pt x="775565" y="48536"/>
                </a:lnTo>
                <a:lnTo>
                  <a:pt x="776350" y="48544"/>
                </a:lnTo>
                <a:lnTo>
                  <a:pt x="777123" y="48570"/>
                </a:lnTo>
                <a:lnTo>
                  <a:pt x="777885" y="48612"/>
                </a:lnTo>
                <a:lnTo>
                  <a:pt x="778636" y="48671"/>
                </a:lnTo>
                <a:lnTo>
                  <a:pt x="779375" y="48747"/>
                </a:lnTo>
                <a:lnTo>
                  <a:pt x="780104" y="48840"/>
                </a:lnTo>
                <a:lnTo>
                  <a:pt x="780821" y="48950"/>
                </a:lnTo>
                <a:lnTo>
                  <a:pt x="781527" y="49077"/>
                </a:lnTo>
                <a:lnTo>
                  <a:pt x="782222" y="49220"/>
                </a:lnTo>
                <a:lnTo>
                  <a:pt x="782905" y="49381"/>
                </a:lnTo>
                <a:lnTo>
                  <a:pt x="783578" y="49558"/>
                </a:lnTo>
                <a:lnTo>
                  <a:pt x="784239" y="49753"/>
                </a:lnTo>
                <a:lnTo>
                  <a:pt x="784889" y="49964"/>
                </a:lnTo>
                <a:lnTo>
                  <a:pt x="785528" y="50192"/>
                </a:lnTo>
                <a:lnTo>
                  <a:pt x="786156" y="50437"/>
                </a:lnTo>
                <a:lnTo>
                  <a:pt x="786772" y="50699"/>
                </a:lnTo>
                <a:lnTo>
                  <a:pt x="787378" y="50978"/>
                </a:lnTo>
                <a:lnTo>
                  <a:pt x="787972" y="51273"/>
                </a:lnTo>
                <a:lnTo>
                  <a:pt x="788555" y="51586"/>
                </a:lnTo>
                <a:lnTo>
                  <a:pt x="789126" y="51915"/>
                </a:lnTo>
                <a:lnTo>
                  <a:pt x="789687" y="52262"/>
                </a:lnTo>
                <a:lnTo>
                  <a:pt x="790236" y="52625"/>
                </a:lnTo>
                <a:lnTo>
                  <a:pt x="790775" y="53005"/>
                </a:lnTo>
                <a:lnTo>
                  <a:pt x="791302" y="53402"/>
                </a:lnTo>
                <a:lnTo>
                  <a:pt x="791823" y="53809"/>
                </a:lnTo>
                <a:lnTo>
                  <a:pt x="792332" y="54227"/>
                </a:lnTo>
                <a:lnTo>
                  <a:pt x="792831" y="54657"/>
                </a:lnTo>
                <a:lnTo>
                  <a:pt x="793319" y="55100"/>
                </a:lnTo>
                <a:lnTo>
                  <a:pt x="793795" y="55554"/>
                </a:lnTo>
                <a:lnTo>
                  <a:pt x="794260" y="56021"/>
                </a:lnTo>
                <a:lnTo>
                  <a:pt x="794714" y="56500"/>
                </a:lnTo>
                <a:lnTo>
                  <a:pt x="795157" y="56990"/>
                </a:lnTo>
                <a:lnTo>
                  <a:pt x="795588" y="57493"/>
                </a:lnTo>
                <a:lnTo>
                  <a:pt x="796008" y="58008"/>
                </a:lnTo>
                <a:lnTo>
                  <a:pt x="796418" y="58535"/>
                </a:lnTo>
                <a:lnTo>
                  <a:pt x="796816" y="59074"/>
                </a:lnTo>
                <a:lnTo>
                  <a:pt x="797202" y="59625"/>
                </a:lnTo>
                <a:lnTo>
                  <a:pt x="797578" y="60189"/>
                </a:lnTo>
                <a:lnTo>
                  <a:pt x="797942" y="60764"/>
                </a:lnTo>
                <a:lnTo>
                  <a:pt x="798295" y="61351"/>
                </a:lnTo>
                <a:lnTo>
                  <a:pt x="798637" y="61951"/>
                </a:lnTo>
                <a:lnTo>
                  <a:pt x="798968" y="62562"/>
                </a:lnTo>
                <a:lnTo>
                  <a:pt x="799288" y="63186"/>
                </a:lnTo>
                <a:lnTo>
                  <a:pt x="799596" y="63821"/>
                </a:lnTo>
                <a:lnTo>
                  <a:pt x="799893" y="64469"/>
                </a:lnTo>
                <a:lnTo>
                  <a:pt x="800179" y="65129"/>
                </a:lnTo>
                <a:lnTo>
                  <a:pt x="800454" y="65800"/>
                </a:lnTo>
                <a:lnTo>
                  <a:pt x="800718" y="66484"/>
                </a:lnTo>
                <a:lnTo>
                  <a:pt x="800976" y="67172"/>
                </a:lnTo>
                <a:lnTo>
                  <a:pt x="801223" y="67868"/>
                </a:lnTo>
                <a:lnTo>
                  <a:pt x="801459" y="68570"/>
                </a:lnTo>
                <a:lnTo>
                  <a:pt x="801684" y="69279"/>
                </a:lnTo>
                <a:lnTo>
                  <a:pt x="801897" y="69995"/>
                </a:lnTo>
                <a:lnTo>
                  <a:pt x="802100" y="70718"/>
                </a:lnTo>
                <a:lnTo>
                  <a:pt x="802292" y="71449"/>
                </a:lnTo>
                <a:lnTo>
                  <a:pt x="802473" y="72186"/>
                </a:lnTo>
                <a:lnTo>
                  <a:pt x="802644" y="72930"/>
                </a:lnTo>
                <a:lnTo>
                  <a:pt x="802803" y="73682"/>
                </a:lnTo>
                <a:lnTo>
                  <a:pt x="802951" y="74440"/>
                </a:lnTo>
                <a:lnTo>
                  <a:pt x="803088" y="75206"/>
                </a:lnTo>
                <a:lnTo>
                  <a:pt x="803214" y="75978"/>
                </a:lnTo>
                <a:lnTo>
                  <a:pt x="803329" y="76757"/>
                </a:lnTo>
                <a:lnTo>
                  <a:pt x="803434" y="77544"/>
                </a:lnTo>
                <a:lnTo>
                  <a:pt x="803527" y="78337"/>
                </a:lnTo>
                <a:lnTo>
                  <a:pt x="803609" y="79138"/>
                </a:lnTo>
                <a:lnTo>
                  <a:pt x="803680" y="79945"/>
                </a:lnTo>
                <a:lnTo>
                  <a:pt x="803741" y="80760"/>
                </a:lnTo>
                <a:lnTo>
                  <a:pt x="803790" y="81582"/>
                </a:lnTo>
                <a:lnTo>
                  <a:pt x="803829" y="82410"/>
                </a:lnTo>
                <a:lnTo>
                  <a:pt x="803856" y="83246"/>
                </a:lnTo>
                <a:lnTo>
                  <a:pt x="803872" y="84088"/>
                </a:lnTo>
                <a:lnTo>
                  <a:pt x="803878" y="84938"/>
                </a:lnTo>
                <a:lnTo>
                  <a:pt x="803872" y="85798"/>
                </a:lnTo>
                <a:lnTo>
                  <a:pt x="803856" y="86652"/>
                </a:lnTo>
                <a:lnTo>
                  <a:pt x="803828" y="87500"/>
                </a:lnTo>
                <a:lnTo>
                  <a:pt x="803788" y="88340"/>
                </a:lnTo>
                <a:lnTo>
                  <a:pt x="803738" y="89174"/>
                </a:lnTo>
                <a:lnTo>
                  <a:pt x="803676" y="90002"/>
                </a:lnTo>
                <a:lnTo>
                  <a:pt x="803604" y="90823"/>
                </a:lnTo>
                <a:lnTo>
                  <a:pt x="803520" y="91637"/>
                </a:lnTo>
                <a:lnTo>
                  <a:pt x="803425" y="92445"/>
                </a:lnTo>
                <a:lnTo>
                  <a:pt x="803318" y="93246"/>
                </a:lnTo>
                <a:lnTo>
                  <a:pt x="803201" y="94041"/>
                </a:lnTo>
                <a:lnTo>
                  <a:pt x="803072" y="94829"/>
                </a:lnTo>
                <a:lnTo>
                  <a:pt x="802932" y="95610"/>
                </a:lnTo>
                <a:lnTo>
                  <a:pt x="802781" y="96385"/>
                </a:lnTo>
                <a:lnTo>
                  <a:pt x="802619" y="97153"/>
                </a:lnTo>
                <a:lnTo>
                  <a:pt x="802445" y="97915"/>
                </a:lnTo>
                <a:lnTo>
                  <a:pt x="802261" y="98670"/>
                </a:lnTo>
                <a:lnTo>
                  <a:pt x="802065" y="99418"/>
                </a:lnTo>
                <a:lnTo>
                  <a:pt x="801858" y="100160"/>
                </a:lnTo>
                <a:lnTo>
                  <a:pt x="801640" y="100896"/>
                </a:lnTo>
                <a:lnTo>
                  <a:pt x="801410" y="101624"/>
                </a:lnTo>
                <a:lnTo>
                  <a:pt x="801170" y="102346"/>
                </a:lnTo>
                <a:lnTo>
                  <a:pt x="800918" y="103062"/>
                </a:lnTo>
                <a:lnTo>
                  <a:pt x="800655" y="103771"/>
                </a:lnTo>
                <a:lnTo>
                  <a:pt x="800386" y="104466"/>
                </a:lnTo>
                <a:lnTo>
                  <a:pt x="800106" y="105148"/>
                </a:lnTo>
                <a:lnTo>
                  <a:pt x="799815" y="105819"/>
                </a:lnTo>
                <a:lnTo>
                  <a:pt x="799514" y="106478"/>
                </a:lnTo>
                <a:lnTo>
                  <a:pt x="799201" y="107125"/>
                </a:lnTo>
                <a:lnTo>
                  <a:pt x="798877" y="107760"/>
                </a:lnTo>
                <a:lnTo>
                  <a:pt x="798543" y="108384"/>
                </a:lnTo>
                <a:lnTo>
                  <a:pt x="798197" y="108995"/>
                </a:lnTo>
                <a:lnTo>
                  <a:pt x="797841" y="109595"/>
                </a:lnTo>
                <a:lnTo>
                  <a:pt x="797473" y="110183"/>
                </a:lnTo>
                <a:lnTo>
                  <a:pt x="797094" y="110759"/>
                </a:lnTo>
                <a:lnTo>
                  <a:pt x="796705" y="111323"/>
                </a:lnTo>
                <a:lnTo>
                  <a:pt x="796304" y="111876"/>
                </a:lnTo>
                <a:lnTo>
                  <a:pt x="795893" y="112416"/>
                </a:lnTo>
                <a:lnTo>
                  <a:pt x="795471" y="112945"/>
                </a:lnTo>
                <a:lnTo>
                  <a:pt x="795037" y="113461"/>
                </a:lnTo>
                <a:lnTo>
                  <a:pt x="794593" y="113966"/>
                </a:lnTo>
                <a:lnTo>
                  <a:pt x="794138" y="114459"/>
                </a:lnTo>
                <a:lnTo>
                  <a:pt x="793671" y="114941"/>
                </a:lnTo>
                <a:lnTo>
                  <a:pt x="793194" y="115410"/>
                </a:lnTo>
                <a:lnTo>
                  <a:pt x="792706" y="115868"/>
                </a:lnTo>
                <a:lnTo>
                  <a:pt x="792206" y="116313"/>
                </a:lnTo>
                <a:lnTo>
                  <a:pt x="791696" y="116747"/>
                </a:lnTo>
                <a:lnTo>
                  <a:pt x="791175" y="117169"/>
                </a:lnTo>
                <a:lnTo>
                  <a:pt x="790648" y="117571"/>
                </a:lnTo>
                <a:lnTo>
                  <a:pt x="790111" y="117956"/>
                </a:lnTo>
                <a:lnTo>
                  <a:pt x="789563" y="118324"/>
                </a:lnTo>
                <a:lnTo>
                  <a:pt x="789004" y="118675"/>
                </a:lnTo>
                <a:lnTo>
                  <a:pt x="788434" y="119009"/>
                </a:lnTo>
                <a:lnTo>
                  <a:pt x="787853" y="119326"/>
                </a:lnTo>
                <a:lnTo>
                  <a:pt x="787262" y="119625"/>
                </a:lnTo>
                <a:lnTo>
                  <a:pt x="786660" y="119908"/>
                </a:lnTo>
                <a:lnTo>
                  <a:pt x="786047" y="120173"/>
                </a:lnTo>
                <a:lnTo>
                  <a:pt x="785424" y="120421"/>
                </a:lnTo>
                <a:lnTo>
                  <a:pt x="784789" y="120652"/>
                </a:lnTo>
                <a:lnTo>
                  <a:pt x="784144" y="120866"/>
                </a:lnTo>
                <a:lnTo>
                  <a:pt x="783489" y="121063"/>
                </a:lnTo>
                <a:lnTo>
                  <a:pt x="782822" y="121243"/>
                </a:lnTo>
                <a:lnTo>
                  <a:pt x="782145" y="121405"/>
                </a:lnTo>
                <a:lnTo>
                  <a:pt x="781457" y="121551"/>
                </a:lnTo>
                <a:lnTo>
                  <a:pt x="780758" y="121679"/>
                </a:lnTo>
                <a:lnTo>
                  <a:pt x="780048" y="121790"/>
                </a:lnTo>
                <a:lnTo>
                  <a:pt x="779328" y="121884"/>
                </a:lnTo>
                <a:lnTo>
                  <a:pt x="778597" y="121961"/>
                </a:lnTo>
                <a:lnTo>
                  <a:pt x="777855" y="122021"/>
                </a:lnTo>
                <a:lnTo>
                  <a:pt x="777103" y="122064"/>
                </a:lnTo>
                <a:lnTo>
                  <a:pt x="776339" y="122090"/>
                </a:lnTo>
                <a:lnTo>
                  <a:pt x="775565" y="122098"/>
                </a:lnTo>
                <a:lnTo>
                  <a:pt x="774822" y="122090"/>
                </a:lnTo>
                <a:lnTo>
                  <a:pt x="774089" y="122066"/>
                </a:lnTo>
                <a:lnTo>
                  <a:pt x="773365" y="122025"/>
                </a:lnTo>
                <a:lnTo>
                  <a:pt x="772651" y="121969"/>
                </a:lnTo>
                <a:lnTo>
                  <a:pt x="771947" y="121895"/>
                </a:lnTo>
                <a:lnTo>
                  <a:pt x="771252" y="121806"/>
                </a:lnTo>
                <a:lnTo>
                  <a:pt x="770567" y="121701"/>
                </a:lnTo>
                <a:lnTo>
                  <a:pt x="769891" y="121579"/>
                </a:lnTo>
                <a:lnTo>
                  <a:pt x="769226" y="121441"/>
                </a:lnTo>
                <a:lnTo>
                  <a:pt x="768570" y="121287"/>
                </a:lnTo>
                <a:lnTo>
                  <a:pt x="767923" y="121116"/>
                </a:lnTo>
                <a:lnTo>
                  <a:pt x="767286" y="120929"/>
                </a:lnTo>
                <a:lnTo>
                  <a:pt x="766659" y="120726"/>
                </a:lnTo>
                <a:lnTo>
                  <a:pt x="766042" y="120507"/>
                </a:lnTo>
                <a:lnTo>
                  <a:pt x="765434" y="120272"/>
                </a:lnTo>
                <a:lnTo>
                  <a:pt x="764836" y="120020"/>
                </a:lnTo>
                <a:lnTo>
                  <a:pt x="764247" y="119752"/>
                </a:lnTo>
                <a:lnTo>
                  <a:pt x="763668" y="119468"/>
                </a:lnTo>
                <a:lnTo>
                  <a:pt x="763099" y="119167"/>
                </a:lnTo>
                <a:lnTo>
                  <a:pt x="762539" y="118851"/>
                </a:lnTo>
                <a:lnTo>
                  <a:pt x="761989" y="118518"/>
                </a:lnTo>
                <a:lnTo>
                  <a:pt x="761449" y="118169"/>
                </a:lnTo>
                <a:lnTo>
                  <a:pt x="760919" y="117803"/>
                </a:lnTo>
                <a:lnTo>
                  <a:pt x="760398" y="117422"/>
                </a:lnTo>
                <a:lnTo>
                  <a:pt x="759887" y="117021"/>
                </a:lnTo>
                <a:lnTo>
                  <a:pt x="759386" y="116607"/>
                </a:lnTo>
                <a:lnTo>
                  <a:pt x="758896" y="116181"/>
                </a:lnTo>
                <a:lnTo>
                  <a:pt x="758416" y="115742"/>
                </a:lnTo>
                <a:lnTo>
                  <a:pt x="757946" y="115290"/>
                </a:lnTo>
                <a:lnTo>
                  <a:pt x="757487" y="114827"/>
                </a:lnTo>
                <a:lnTo>
                  <a:pt x="757038" y="114350"/>
                </a:lnTo>
                <a:lnTo>
                  <a:pt x="756599" y="113862"/>
                </a:lnTo>
                <a:lnTo>
                  <a:pt x="756170" y="113360"/>
                </a:lnTo>
                <a:lnTo>
                  <a:pt x="755752" y="112847"/>
                </a:lnTo>
                <a:lnTo>
                  <a:pt x="755344" y="112320"/>
                </a:lnTo>
                <a:lnTo>
                  <a:pt x="754947" y="111781"/>
                </a:lnTo>
                <a:lnTo>
                  <a:pt x="754560" y="111230"/>
                </a:lnTo>
                <a:lnTo>
                  <a:pt x="754183" y="110666"/>
                </a:lnTo>
                <a:lnTo>
                  <a:pt x="753816" y="110090"/>
                </a:lnTo>
                <a:lnTo>
                  <a:pt x="753460" y="109501"/>
                </a:lnTo>
                <a:lnTo>
                  <a:pt x="753114" y="108900"/>
                </a:lnTo>
                <a:lnTo>
                  <a:pt x="752778" y="108286"/>
                </a:lnTo>
                <a:lnTo>
                  <a:pt x="752453" y="107659"/>
                </a:lnTo>
                <a:lnTo>
                  <a:pt x="752138" y="107020"/>
                </a:lnTo>
                <a:lnTo>
                  <a:pt x="751833" y="106369"/>
                </a:lnTo>
                <a:lnTo>
                  <a:pt x="751539" y="105705"/>
                </a:lnTo>
                <a:lnTo>
                  <a:pt x="751255" y="105029"/>
                </a:lnTo>
                <a:lnTo>
                  <a:pt x="750981" y="104340"/>
                </a:lnTo>
                <a:lnTo>
                  <a:pt x="750718" y="103635"/>
                </a:lnTo>
                <a:lnTo>
                  <a:pt x="750466" y="102921"/>
                </a:lnTo>
                <a:lnTo>
                  <a:pt x="750226" y="102198"/>
                </a:lnTo>
                <a:lnTo>
                  <a:pt x="749996" y="101466"/>
                </a:lnTo>
                <a:lnTo>
                  <a:pt x="749778" y="100725"/>
                </a:lnTo>
                <a:lnTo>
                  <a:pt x="749571" y="99975"/>
                </a:lnTo>
                <a:lnTo>
                  <a:pt x="749375" y="99216"/>
                </a:lnTo>
                <a:lnTo>
                  <a:pt x="749191" y="98448"/>
                </a:lnTo>
                <a:lnTo>
                  <a:pt x="749017" y="97671"/>
                </a:lnTo>
                <a:lnTo>
                  <a:pt x="748855" y="96886"/>
                </a:lnTo>
                <a:lnTo>
                  <a:pt x="748704" y="96091"/>
                </a:lnTo>
                <a:lnTo>
                  <a:pt x="748564" y="95287"/>
                </a:lnTo>
                <a:lnTo>
                  <a:pt x="748435" y="94474"/>
                </a:lnTo>
                <a:lnTo>
                  <a:pt x="748318" y="93652"/>
                </a:lnTo>
                <a:lnTo>
                  <a:pt x="748211" y="92821"/>
                </a:lnTo>
                <a:lnTo>
                  <a:pt x="748116" y="91981"/>
                </a:lnTo>
                <a:lnTo>
                  <a:pt x="748032" y="91132"/>
                </a:lnTo>
                <a:lnTo>
                  <a:pt x="747960" y="90274"/>
                </a:lnTo>
                <a:lnTo>
                  <a:pt x="747898" y="89407"/>
                </a:lnTo>
                <a:lnTo>
                  <a:pt x="747848" y="88532"/>
                </a:lnTo>
                <a:lnTo>
                  <a:pt x="747808" y="87647"/>
                </a:lnTo>
                <a:lnTo>
                  <a:pt x="747780" y="86753"/>
                </a:lnTo>
                <a:lnTo>
                  <a:pt x="747764" y="85850"/>
                </a:lnTo>
                <a:lnTo>
                  <a:pt x="747758" y="84938"/>
                </a:lnTo>
                <a:lnTo>
                  <a:pt x="747764" y="84037"/>
                </a:lnTo>
                <a:lnTo>
                  <a:pt x="747780" y="83145"/>
                </a:lnTo>
                <a:lnTo>
                  <a:pt x="747807" y="82263"/>
                </a:lnTo>
                <a:lnTo>
                  <a:pt x="747846" y="81390"/>
                </a:lnTo>
                <a:lnTo>
                  <a:pt x="747895" y="80527"/>
                </a:lnTo>
                <a:close/>
                <a:moveTo>
                  <a:pt x="591359" y="71045"/>
                </a:moveTo>
                <a:lnTo>
                  <a:pt x="591396" y="70471"/>
                </a:lnTo>
                <a:lnTo>
                  <a:pt x="591443" y="69903"/>
                </a:lnTo>
                <a:lnTo>
                  <a:pt x="591501" y="69340"/>
                </a:lnTo>
                <a:lnTo>
                  <a:pt x="591570" y="68783"/>
                </a:lnTo>
                <a:lnTo>
                  <a:pt x="591649" y="68233"/>
                </a:lnTo>
                <a:lnTo>
                  <a:pt x="591738" y="67688"/>
                </a:lnTo>
                <a:lnTo>
                  <a:pt x="591838" y="67149"/>
                </a:lnTo>
                <a:lnTo>
                  <a:pt x="591949" y="66616"/>
                </a:lnTo>
                <a:lnTo>
                  <a:pt x="592070" y="66089"/>
                </a:lnTo>
                <a:lnTo>
                  <a:pt x="592202" y="65568"/>
                </a:lnTo>
                <a:lnTo>
                  <a:pt x="592344" y="65053"/>
                </a:lnTo>
                <a:lnTo>
                  <a:pt x="592497" y="64544"/>
                </a:lnTo>
                <a:lnTo>
                  <a:pt x="592660" y="64041"/>
                </a:lnTo>
                <a:lnTo>
                  <a:pt x="592834" y="63543"/>
                </a:lnTo>
                <a:lnTo>
                  <a:pt x="593018" y="63052"/>
                </a:lnTo>
                <a:lnTo>
                  <a:pt x="593213" y="62566"/>
                </a:lnTo>
                <a:lnTo>
                  <a:pt x="593418" y="62087"/>
                </a:lnTo>
                <a:lnTo>
                  <a:pt x="593634" y="61613"/>
                </a:lnTo>
                <a:lnTo>
                  <a:pt x="593861" y="61145"/>
                </a:lnTo>
                <a:lnTo>
                  <a:pt x="594098" y="60684"/>
                </a:lnTo>
                <a:lnTo>
                  <a:pt x="594345" y="60228"/>
                </a:lnTo>
                <a:lnTo>
                  <a:pt x="594606" y="59774"/>
                </a:lnTo>
                <a:lnTo>
                  <a:pt x="594874" y="59328"/>
                </a:lnTo>
                <a:lnTo>
                  <a:pt x="595149" y="58891"/>
                </a:lnTo>
                <a:lnTo>
                  <a:pt x="595430" y="58462"/>
                </a:lnTo>
                <a:lnTo>
                  <a:pt x="595718" y="58041"/>
                </a:lnTo>
                <a:lnTo>
                  <a:pt x="596012" y="57629"/>
                </a:lnTo>
                <a:lnTo>
                  <a:pt x="596313" y="57225"/>
                </a:lnTo>
                <a:lnTo>
                  <a:pt x="596620" y="56829"/>
                </a:lnTo>
                <a:lnTo>
                  <a:pt x="596934" y="56442"/>
                </a:lnTo>
                <a:lnTo>
                  <a:pt x="597255" y="56063"/>
                </a:lnTo>
                <a:lnTo>
                  <a:pt x="597582" y="55692"/>
                </a:lnTo>
                <a:lnTo>
                  <a:pt x="597916" y="55330"/>
                </a:lnTo>
                <a:lnTo>
                  <a:pt x="598256" y="54976"/>
                </a:lnTo>
                <a:lnTo>
                  <a:pt x="598603" y="54630"/>
                </a:lnTo>
                <a:lnTo>
                  <a:pt x="598957" y="54293"/>
                </a:lnTo>
                <a:lnTo>
                  <a:pt x="599317" y="53964"/>
                </a:lnTo>
                <a:lnTo>
                  <a:pt x="599683" y="53643"/>
                </a:lnTo>
                <a:lnTo>
                  <a:pt x="600057" y="53331"/>
                </a:lnTo>
                <a:lnTo>
                  <a:pt x="600436" y="53027"/>
                </a:lnTo>
                <a:lnTo>
                  <a:pt x="600823" y="52732"/>
                </a:lnTo>
                <a:lnTo>
                  <a:pt x="601216" y="52444"/>
                </a:lnTo>
                <a:lnTo>
                  <a:pt x="601615" y="52166"/>
                </a:lnTo>
                <a:lnTo>
                  <a:pt x="602022" y="51895"/>
                </a:lnTo>
                <a:lnTo>
                  <a:pt x="602434" y="51633"/>
                </a:lnTo>
                <a:lnTo>
                  <a:pt x="602857" y="51380"/>
                </a:lnTo>
                <a:lnTo>
                  <a:pt x="603282" y="51138"/>
                </a:lnTo>
                <a:lnTo>
                  <a:pt x="603710" y="50907"/>
                </a:lnTo>
                <a:lnTo>
                  <a:pt x="604141" y="50686"/>
                </a:lnTo>
                <a:lnTo>
                  <a:pt x="604574" y="50477"/>
                </a:lnTo>
                <a:lnTo>
                  <a:pt x="605010" y="50278"/>
                </a:lnTo>
                <a:lnTo>
                  <a:pt x="605448" y="50090"/>
                </a:lnTo>
                <a:lnTo>
                  <a:pt x="605889" y="49912"/>
                </a:lnTo>
                <a:lnTo>
                  <a:pt x="606333" y="49746"/>
                </a:lnTo>
                <a:lnTo>
                  <a:pt x="606779" y="49590"/>
                </a:lnTo>
                <a:lnTo>
                  <a:pt x="607228" y="49445"/>
                </a:lnTo>
                <a:lnTo>
                  <a:pt x="607680" y="49310"/>
                </a:lnTo>
                <a:lnTo>
                  <a:pt x="608134" y="49187"/>
                </a:lnTo>
                <a:lnTo>
                  <a:pt x="608591" y="49074"/>
                </a:lnTo>
                <a:lnTo>
                  <a:pt x="609050" y="48971"/>
                </a:lnTo>
                <a:lnTo>
                  <a:pt x="609513" y="48880"/>
                </a:lnTo>
                <a:lnTo>
                  <a:pt x="609977" y="48799"/>
                </a:lnTo>
                <a:lnTo>
                  <a:pt x="610445" y="48730"/>
                </a:lnTo>
                <a:lnTo>
                  <a:pt x="610915" y="48670"/>
                </a:lnTo>
                <a:lnTo>
                  <a:pt x="611387" y="48622"/>
                </a:lnTo>
                <a:lnTo>
                  <a:pt x="611863" y="48584"/>
                </a:lnTo>
                <a:lnTo>
                  <a:pt x="612341" y="48558"/>
                </a:lnTo>
                <a:lnTo>
                  <a:pt x="612821" y="48541"/>
                </a:lnTo>
                <a:lnTo>
                  <a:pt x="613304" y="48536"/>
                </a:lnTo>
                <a:lnTo>
                  <a:pt x="614005" y="48545"/>
                </a:lnTo>
                <a:lnTo>
                  <a:pt x="614694" y="48572"/>
                </a:lnTo>
                <a:lnTo>
                  <a:pt x="615373" y="48616"/>
                </a:lnTo>
                <a:lnTo>
                  <a:pt x="616041" y="48678"/>
                </a:lnTo>
                <a:lnTo>
                  <a:pt x="616699" y="48758"/>
                </a:lnTo>
                <a:lnTo>
                  <a:pt x="617345" y="48856"/>
                </a:lnTo>
                <a:lnTo>
                  <a:pt x="617981" y="48971"/>
                </a:lnTo>
                <a:lnTo>
                  <a:pt x="618606" y="49105"/>
                </a:lnTo>
                <a:lnTo>
                  <a:pt x="619220" y="49256"/>
                </a:lnTo>
                <a:lnTo>
                  <a:pt x="619824" y="49425"/>
                </a:lnTo>
                <a:lnTo>
                  <a:pt x="620417" y="49611"/>
                </a:lnTo>
                <a:lnTo>
                  <a:pt x="620999" y="49816"/>
                </a:lnTo>
                <a:lnTo>
                  <a:pt x="621570" y="50038"/>
                </a:lnTo>
                <a:lnTo>
                  <a:pt x="622131" y="50278"/>
                </a:lnTo>
                <a:lnTo>
                  <a:pt x="622680" y="50536"/>
                </a:lnTo>
                <a:lnTo>
                  <a:pt x="623219" y="50811"/>
                </a:lnTo>
                <a:lnTo>
                  <a:pt x="623748" y="51104"/>
                </a:lnTo>
                <a:lnTo>
                  <a:pt x="624265" y="51415"/>
                </a:lnTo>
                <a:lnTo>
                  <a:pt x="624772" y="51744"/>
                </a:lnTo>
                <a:lnTo>
                  <a:pt x="625268" y="52091"/>
                </a:lnTo>
                <a:lnTo>
                  <a:pt x="625753" y="52455"/>
                </a:lnTo>
                <a:lnTo>
                  <a:pt x="626228" y="52837"/>
                </a:lnTo>
                <a:lnTo>
                  <a:pt x="626692" y="53237"/>
                </a:lnTo>
                <a:lnTo>
                  <a:pt x="627145" y="53655"/>
                </a:lnTo>
                <a:lnTo>
                  <a:pt x="627583" y="54082"/>
                </a:lnTo>
                <a:lnTo>
                  <a:pt x="628003" y="54520"/>
                </a:lnTo>
                <a:lnTo>
                  <a:pt x="628404" y="54969"/>
                </a:lnTo>
                <a:lnTo>
                  <a:pt x="628786" y="55430"/>
                </a:lnTo>
                <a:lnTo>
                  <a:pt x="629150" y="55902"/>
                </a:lnTo>
                <a:lnTo>
                  <a:pt x="629495" y="56384"/>
                </a:lnTo>
                <a:lnTo>
                  <a:pt x="629821" y="56878"/>
                </a:lnTo>
                <a:lnTo>
                  <a:pt x="630129" y="57384"/>
                </a:lnTo>
                <a:lnTo>
                  <a:pt x="630418" y="57900"/>
                </a:lnTo>
                <a:lnTo>
                  <a:pt x="630689" y="58428"/>
                </a:lnTo>
                <a:lnTo>
                  <a:pt x="630941" y="58967"/>
                </a:lnTo>
                <a:lnTo>
                  <a:pt x="631174" y="59517"/>
                </a:lnTo>
                <a:lnTo>
                  <a:pt x="631388" y="60078"/>
                </a:lnTo>
                <a:lnTo>
                  <a:pt x="631584" y="60650"/>
                </a:lnTo>
                <a:lnTo>
                  <a:pt x="631761" y="61234"/>
                </a:lnTo>
                <a:lnTo>
                  <a:pt x="631920" y="61829"/>
                </a:lnTo>
                <a:lnTo>
                  <a:pt x="632060" y="62435"/>
                </a:lnTo>
                <a:lnTo>
                  <a:pt x="632181" y="63052"/>
                </a:lnTo>
                <a:lnTo>
                  <a:pt x="632284" y="63680"/>
                </a:lnTo>
                <a:lnTo>
                  <a:pt x="632367" y="64320"/>
                </a:lnTo>
                <a:lnTo>
                  <a:pt x="632433" y="64970"/>
                </a:lnTo>
                <a:lnTo>
                  <a:pt x="632479" y="65632"/>
                </a:lnTo>
                <a:lnTo>
                  <a:pt x="632507" y="66305"/>
                </a:lnTo>
                <a:lnTo>
                  <a:pt x="632517" y="66990"/>
                </a:lnTo>
                <a:lnTo>
                  <a:pt x="632517" y="133474"/>
                </a:lnTo>
                <a:lnTo>
                  <a:pt x="647684" y="133474"/>
                </a:lnTo>
                <a:lnTo>
                  <a:pt x="647684" y="70276"/>
                </a:lnTo>
                <a:lnTo>
                  <a:pt x="647694" y="69497"/>
                </a:lnTo>
                <a:lnTo>
                  <a:pt x="647723" y="68730"/>
                </a:lnTo>
                <a:lnTo>
                  <a:pt x="647772" y="67973"/>
                </a:lnTo>
                <a:lnTo>
                  <a:pt x="647840" y="67229"/>
                </a:lnTo>
                <a:lnTo>
                  <a:pt x="647928" y="66495"/>
                </a:lnTo>
                <a:lnTo>
                  <a:pt x="648036" y="65773"/>
                </a:lnTo>
                <a:lnTo>
                  <a:pt x="648163" y="65063"/>
                </a:lnTo>
                <a:lnTo>
                  <a:pt x="648309" y="64364"/>
                </a:lnTo>
                <a:lnTo>
                  <a:pt x="648475" y="63676"/>
                </a:lnTo>
                <a:lnTo>
                  <a:pt x="648661" y="63000"/>
                </a:lnTo>
                <a:lnTo>
                  <a:pt x="648866" y="62335"/>
                </a:lnTo>
                <a:lnTo>
                  <a:pt x="649090" y="61681"/>
                </a:lnTo>
                <a:lnTo>
                  <a:pt x="649334" y="61039"/>
                </a:lnTo>
                <a:lnTo>
                  <a:pt x="649598" y="60408"/>
                </a:lnTo>
                <a:lnTo>
                  <a:pt x="649881" y="59789"/>
                </a:lnTo>
                <a:lnTo>
                  <a:pt x="650184" y="59181"/>
                </a:lnTo>
                <a:lnTo>
                  <a:pt x="650506" y="58585"/>
                </a:lnTo>
                <a:lnTo>
                  <a:pt x="650848" y="58000"/>
                </a:lnTo>
                <a:lnTo>
                  <a:pt x="651209" y="57426"/>
                </a:lnTo>
                <a:lnTo>
                  <a:pt x="651590" y="56864"/>
                </a:lnTo>
                <a:lnTo>
                  <a:pt x="651991" y="56313"/>
                </a:lnTo>
                <a:lnTo>
                  <a:pt x="652410" y="55774"/>
                </a:lnTo>
                <a:lnTo>
                  <a:pt x="652850" y="55246"/>
                </a:lnTo>
                <a:lnTo>
                  <a:pt x="653309" y="54729"/>
                </a:lnTo>
                <a:lnTo>
                  <a:pt x="653786" y="54224"/>
                </a:lnTo>
                <a:lnTo>
                  <a:pt x="654278" y="53740"/>
                </a:lnTo>
                <a:lnTo>
                  <a:pt x="654787" y="53278"/>
                </a:lnTo>
                <a:lnTo>
                  <a:pt x="655312" y="52837"/>
                </a:lnTo>
                <a:lnTo>
                  <a:pt x="655853" y="52418"/>
                </a:lnTo>
                <a:lnTo>
                  <a:pt x="656409" y="52020"/>
                </a:lnTo>
                <a:lnTo>
                  <a:pt x="656982" y="51643"/>
                </a:lnTo>
                <a:lnTo>
                  <a:pt x="657571" y="51289"/>
                </a:lnTo>
                <a:lnTo>
                  <a:pt x="658176" y="50955"/>
                </a:lnTo>
                <a:lnTo>
                  <a:pt x="658797" y="50643"/>
                </a:lnTo>
                <a:lnTo>
                  <a:pt x="659434" y="50353"/>
                </a:lnTo>
                <a:lnTo>
                  <a:pt x="660087" y="50084"/>
                </a:lnTo>
                <a:lnTo>
                  <a:pt x="660756" y="49837"/>
                </a:lnTo>
                <a:lnTo>
                  <a:pt x="661441" y="49611"/>
                </a:lnTo>
                <a:lnTo>
                  <a:pt x="662142" y="49407"/>
                </a:lnTo>
                <a:lnTo>
                  <a:pt x="662859" y="49224"/>
                </a:lnTo>
                <a:lnTo>
                  <a:pt x="663592" y="49063"/>
                </a:lnTo>
                <a:lnTo>
                  <a:pt x="664341" y="48923"/>
                </a:lnTo>
                <a:lnTo>
                  <a:pt x="665106" y="48805"/>
                </a:lnTo>
                <a:lnTo>
                  <a:pt x="665887" y="48708"/>
                </a:lnTo>
                <a:lnTo>
                  <a:pt x="666684" y="48633"/>
                </a:lnTo>
                <a:lnTo>
                  <a:pt x="667497" y="48579"/>
                </a:lnTo>
                <a:lnTo>
                  <a:pt x="668326" y="48547"/>
                </a:lnTo>
                <a:lnTo>
                  <a:pt x="669171" y="48536"/>
                </a:lnTo>
                <a:lnTo>
                  <a:pt x="669831" y="48544"/>
                </a:lnTo>
                <a:lnTo>
                  <a:pt x="670484" y="48568"/>
                </a:lnTo>
                <a:lnTo>
                  <a:pt x="671130" y="48608"/>
                </a:lnTo>
                <a:lnTo>
                  <a:pt x="671768" y="48664"/>
                </a:lnTo>
                <a:lnTo>
                  <a:pt x="672399" y="48736"/>
                </a:lnTo>
                <a:lnTo>
                  <a:pt x="673023" y="48824"/>
                </a:lnTo>
                <a:lnTo>
                  <a:pt x="673639" y="48928"/>
                </a:lnTo>
                <a:lnTo>
                  <a:pt x="674248" y="49049"/>
                </a:lnTo>
                <a:lnTo>
                  <a:pt x="674850" y="49185"/>
                </a:lnTo>
                <a:lnTo>
                  <a:pt x="675445" y="49337"/>
                </a:lnTo>
                <a:lnTo>
                  <a:pt x="676033" y="49505"/>
                </a:lnTo>
                <a:lnTo>
                  <a:pt x="676613" y="49689"/>
                </a:lnTo>
                <a:lnTo>
                  <a:pt x="677186" y="49890"/>
                </a:lnTo>
                <a:lnTo>
                  <a:pt x="677752" y="50106"/>
                </a:lnTo>
                <a:lnTo>
                  <a:pt x="678310" y="50338"/>
                </a:lnTo>
                <a:lnTo>
                  <a:pt x="678862" y="50586"/>
                </a:lnTo>
                <a:lnTo>
                  <a:pt x="679406" y="50851"/>
                </a:lnTo>
                <a:lnTo>
                  <a:pt x="679943" y="51131"/>
                </a:lnTo>
                <a:lnTo>
                  <a:pt x="680472" y="51427"/>
                </a:lnTo>
                <a:lnTo>
                  <a:pt x="680995" y="51740"/>
                </a:lnTo>
                <a:lnTo>
                  <a:pt x="681510" y="52068"/>
                </a:lnTo>
                <a:lnTo>
                  <a:pt x="682018" y="52413"/>
                </a:lnTo>
                <a:lnTo>
                  <a:pt x="682518" y="52773"/>
                </a:lnTo>
                <a:lnTo>
                  <a:pt x="683012" y="53149"/>
                </a:lnTo>
                <a:lnTo>
                  <a:pt x="683491" y="53545"/>
                </a:lnTo>
                <a:lnTo>
                  <a:pt x="683951" y="53961"/>
                </a:lnTo>
                <a:lnTo>
                  <a:pt x="684389" y="54399"/>
                </a:lnTo>
                <a:lnTo>
                  <a:pt x="684808" y="54858"/>
                </a:lnTo>
                <a:lnTo>
                  <a:pt x="685206" y="55338"/>
                </a:lnTo>
                <a:lnTo>
                  <a:pt x="685583" y="55839"/>
                </a:lnTo>
                <a:lnTo>
                  <a:pt x="685940" y="56362"/>
                </a:lnTo>
                <a:lnTo>
                  <a:pt x="686277" y="56906"/>
                </a:lnTo>
                <a:lnTo>
                  <a:pt x="686593" y="57472"/>
                </a:lnTo>
                <a:lnTo>
                  <a:pt x="686889" y="58058"/>
                </a:lnTo>
                <a:lnTo>
                  <a:pt x="687165" y="58666"/>
                </a:lnTo>
                <a:lnTo>
                  <a:pt x="687420" y="59295"/>
                </a:lnTo>
                <a:lnTo>
                  <a:pt x="687655" y="59946"/>
                </a:lnTo>
                <a:lnTo>
                  <a:pt x="687869" y="60618"/>
                </a:lnTo>
                <a:lnTo>
                  <a:pt x="688063" y="61311"/>
                </a:lnTo>
                <a:lnTo>
                  <a:pt x="688236" y="62025"/>
                </a:lnTo>
                <a:lnTo>
                  <a:pt x="688389" y="62761"/>
                </a:lnTo>
                <a:lnTo>
                  <a:pt x="688522" y="63518"/>
                </a:lnTo>
                <a:lnTo>
                  <a:pt x="688634" y="64296"/>
                </a:lnTo>
                <a:lnTo>
                  <a:pt x="688726" y="65096"/>
                </a:lnTo>
                <a:lnTo>
                  <a:pt x="688797" y="65916"/>
                </a:lnTo>
                <a:lnTo>
                  <a:pt x="688848" y="66759"/>
                </a:lnTo>
                <a:lnTo>
                  <a:pt x="688879" y="67622"/>
                </a:lnTo>
                <a:lnTo>
                  <a:pt x="688889" y="68507"/>
                </a:lnTo>
                <a:lnTo>
                  <a:pt x="688889" y="133474"/>
                </a:lnTo>
                <a:lnTo>
                  <a:pt x="703804" y="133474"/>
                </a:lnTo>
                <a:lnTo>
                  <a:pt x="703804" y="68507"/>
                </a:lnTo>
                <a:lnTo>
                  <a:pt x="703790" y="67095"/>
                </a:lnTo>
                <a:lnTo>
                  <a:pt x="703746" y="65715"/>
                </a:lnTo>
                <a:lnTo>
                  <a:pt x="703675" y="64366"/>
                </a:lnTo>
                <a:lnTo>
                  <a:pt x="703574" y="63049"/>
                </a:lnTo>
                <a:lnTo>
                  <a:pt x="703445" y="61763"/>
                </a:lnTo>
                <a:lnTo>
                  <a:pt x="703286" y="60508"/>
                </a:lnTo>
                <a:lnTo>
                  <a:pt x="703100" y="59285"/>
                </a:lnTo>
                <a:lnTo>
                  <a:pt x="702884" y="58093"/>
                </a:lnTo>
                <a:lnTo>
                  <a:pt x="702640" y="56932"/>
                </a:lnTo>
                <a:lnTo>
                  <a:pt x="702367" y="55803"/>
                </a:lnTo>
                <a:lnTo>
                  <a:pt x="702065" y="54706"/>
                </a:lnTo>
                <a:lnTo>
                  <a:pt x="701734" y="53639"/>
                </a:lnTo>
                <a:lnTo>
                  <a:pt x="701375" y="52604"/>
                </a:lnTo>
                <a:lnTo>
                  <a:pt x="700987" y="51601"/>
                </a:lnTo>
                <a:lnTo>
                  <a:pt x="700570" y="50628"/>
                </a:lnTo>
                <a:lnTo>
                  <a:pt x="700124" y="49688"/>
                </a:lnTo>
                <a:lnTo>
                  <a:pt x="699650" y="48778"/>
                </a:lnTo>
                <a:lnTo>
                  <a:pt x="699147" y="47900"/>
                </a:lnTo>
                <a:lnTo>
                  <a:pt x="698615" y="47053"/>
                </a:lnTo>
                <a:lnTo>
                  <a:pt x="698055" y="46238"/>
                </a:lnTo>
                <a:lnTo>
                  <a:pt x="697465" y="45454"/>
                </a:lnTo>
                <a:lnTo>
                  <a:pt x="696847" y="44702"/>
                </a:lnTo>
                <a:lnTo>
                  <a:pt x="696201" y="43980"/>
                </a:lnTo>
                <a:lnTo>
                  <a:pt x="695525" y="43291"/>
                </a:lnTo>
                <a:lnTo>
                  <a:pt x="694827" y="42625"/>
                </a:lnTo>
                <a:lnTo>
                  <a:pt x="694112" y="41988"/>
                </a:lnTo>
                <a:lnTo>
                  <a:pt x="693381" y="41380"/>
                </a:lnTo>
                <a:lnTo>
                  <a:pt x="692634" y="40800"/>
                </a:lnTo>
                <a:lnTo>
                  <a:pt x="691870" y="40248"/>
                </a:lnTo>
                <a:lnTo>
                  <a:pt x="691089" y="39724"/>
                </a:lnTo>
                <a:lnTo>
                  <a:pt x="690292" y="39228"/>
                </a:lnTo>
                <a:lnTo>
                  <a:pt x="689479" y="38761"/>
                </a:lnTo>
                <a:lnTo>
                  <a:pt x="688649" y="38323"/>
                </a:lnTo>
                <a:lnTo>
                  <a:pt x="687803" y="37912"/>
                </a:lnTo>
                <a:lnTo>
                  <a:pt x="686940" y="37530"/>
                </a:lnTo>
                <a:lnTo>
                  <a:pt x="686061" y="37176"/>
                </a:lnTo>
                <a:lnTo>
                  <a:pt x="685165" y="36851"/>
                </a:lnTo>
                <a:lnTo>
                  <a:pt x="684253" y="36553"/>
                </a:lnTo>
                <a:lnTo>
                  <a:pt x="683325" y="36285"/>
                </a:lnTo>
                <a:lnTo>
                  <a:pt x="682380" y="36044"/>
                </a:lnTo>
                <a:lnTo>
                  <a:pt x="681418" y="35832"/>
                </a:lnTo>
                <a:lnTo>
                  <a:pt x="680440" y="35648"/>
                </a:lnTo>
                <a:lnTo>
                  <a:pt x="679446" y="35492"/>
                </a:lnTo>
                <a:lnTo>
                  <a:pt x="678435" y="35365"/>
                </a:lnTo>
                <a:lnTo>
                  <a:pt x="677408" y="35265"/>
                </a:lnTo>
                <a:lnTo>
                  <a:pt x="676364" y="35195"/>
                </a:lnTo>
                <a:lnTo>
                  <a:pt x="675304" y="35152"/>
                </a:lnTo>
                <a:lnTo>
                  <a:pt x="674227" y="35138"/>
                </a:lnTo>
                <a:lnTo>
                  <a:pt x="673363" y="35146"/>
                </a:lnTo>
                <a:lnTo>
                  <a:pt x="672510" y="35169"/>
                </a:lnTo>
                <a:lnTo>
                  <a:pt x="671667" y="35208"/>
                </a:lnTo>
                <a:lnTo>
                  <a:pt x="670834" y="35263"/>
                </a:lnTo>
                <a:lnTo>
                  <a:pt x="670011" y="35333"/>
                </a:lnTo>
                <a:lnTo>
                  <a:pt x="669199" y="35419"/>
                </a:lnTo>
                <a:lnTo>
                  <a:pt x="668397" y="35520"/>
                </a:lnTo>
                <a:lnTo>
                  <a:pt x="667606" y="35637"/>
                </a:lnTo>
                <a:lnTo>
                  <a:pt x="666824" y="35769"/>
                </a:lnTo>
                <a:lnTo>
                  <a:pt x="666053" y="35917"/>
                </a:lnTo>
                <a:lnTo>
                  <a:pt x="665293" y="36081"/>
                </a:lnTo>
                <a:lnTo>
                  <a:pt x="664542" y="36260"/>
                </a:lnTo>
                <a:lnTo>
                  <a:pt x="663802" y="36455"/>
                </a:lnTo>
                <a:lnTo>
                  <a:pt x="663072" y="36665"/>
                </a:lnTo>
                <a:lnTo>
                  <a:pt x="662353" y="36891"/>
                </a:lnTo>
                <a:lnTo>
                  <a:pt x="661644" y="37132"/>
                </a:lnTo>
                <a:lnTo>
                  <a:pt x="660945" y="37389"/>
                </a:lnTo>
                <a:lnTo>
                  <a:pt x="660257" y="37662"/>
                </a:lnTo>
                <a:lnTo>
                  <a:pt x="659578" y="37950"/>
                </a:lnTo>
                <a:lnTo>
                  <a:pt x="658911" y="38254"/>
                </a:lnTo>
                <a:lnTo>
                  <a:pt x="658253" y="38573"/>
                </a:lnTo>
                <a:lnTo>
                  <a:pt x="657606" y="38908"/>
                </a:lnTo>
                <a:lnTo>
                  <a:pt x="656969" y="39259"/>
                </a:lnTo>
                <a:lnTo>
                  <a:pt x="656342" y="39625"/>
                </a:lnTo>
                <a:lnTo>
                  <a:pt x="655727" y="39999"/>
                </a:lnTo>
                <a:lnTo>
                  <a:pt x="655125" y="40384"/>
                </a:lnTo>
                <a:lnTo>
                  <a:pt x="654536" y="40779"/>
                </a:lnTo>
                <a:lnTo>
                  <a:pt x="653960" y="41186"/>
                </a:lnTo>
                <a:lnTo>
                  <a:pt x="653397" y="41603"/>
                </a:lnTo>
                <a:lnTo>
                  <a:pt x="652847" y="42031"/>
                </a:lnTo>
                <a:lnTo>
                  <a:pt x="652309" y="42469"/>
                </a:lnTo>
                <a:lnTo>
                  <a:pt x="651785" y="42918"/>
                </a:lnTo>
                <a:lnTo>
                  <a:pt x="651274" y="43378"/>
                </a:lnTo>
                <a:lnTo>
                  <a:pt x="650775" y="43849"/>
                </a:lnTo>
                <a:lnTo>
                  <a:pt x="650290" y="44331"/>
                </a:lnTo>
                <a:lnTo>
                  <a:pt x="649817" y="44823"/>
                </a:lnTo>
                <a:lnTo>
                  <a:pt x="649357" y="45326"/>
                </a:lnTo>
                <a:lnTo>
                  <a:pt x="648911" y="45840"/>
                </a:lnTo>
                <a:lnTo>
                  <a:pt x="648477" y="46365"/>
                </a:lnTo>
                <a:lnTo>
                  <a:pt x="648056" y="46900"/>
                </a:lnTo>
                <a:lnTo>
                  <a:pt x="647648" y="47446"/>
                </a:lnTo>
                <a:lnTo>
                  <a:pt x="647254" y="48003"/>
                </a:lnTo>
                <a:lnTo>
                  <a:pt x="646872" y="48570"/>
                </a:lnTo>
                <a:lnTo>
                  <a:pt x="646503" y="49149"/>
                </a:lnTo>
                <a:lnTo>
                  <a:pt x="646147" y="49738"/>
                </a:lnTo>
                <a:lnTo>
                  <a:pt x="645804" y="50338"/>
                </a:lnTo>
                <a:lnTo>
                  <a:pt x="645473" y="50948"/>
                </a:lnTo>
                <a:lnTo>
                  <a:pt x="645156" y="51570"/>
                </a:lnTo>
                <a:lnTo>
                  <a:pt x="644145" y="51570"/>
                </a:lnTo>
                <a:lnTo>
                  <a:pt x="643840" y="50928"/>
                </a:lnTo>
                <a:lnTo>
                  <a:pt x="643525" y="50298"/>
                </a:lnTo>
                <a:lnTo>
                  <a:pt x="643200" y="49680"/>
                </a:lnTo>
                <a:lnTo>
                  <a:pt x="642865" y="49075"/>
                </a:lnTo>
                <a:lnTo>
                  <a:pt x="642521" y="48481"/>
                </a:lnTo>
                <a:lnTo>
                  <a:pt x="642166" y="47900"/>
                </a:lnTo>
                <a:lnTo>
                  <a:pt x="641802" y="47331"/>
                </a:lnTo>
                <a:lnTo>
                  <a:pt x="641428" y="46773"/>
                </a:lnTo>
                <a:lnTo>
                  <a:pt x="641043" y="46228"/>
                </a:lnTo>
                <a:lnTo>
                  <a:pt x="640649" y="45695"/>
                </a:lnTo>
                <a:lnTo>
                  <a:pt x="640246" y="45174"/>
                </a:lnTo>
                <a:lnTo>
                  <a:pt x="639832" y="44665"/>
                </a:lnTo>
                <a:lnTo>
                  <a:pt x="639408" y="44168"/>
                </a:lnTo>
                <a:lnTo>
                  <a:pt x="638975" y="43683"/>
                </a:lnTo>
                <a:lnTo>
                  <a:pt x="638531" y="43211"/>
                </a:lnTo>
                <a:lnTo>
                  <a:pt x="638078" y="42750"/>
                </a:lnTo>
                <a:lnTo>
                  <a:pt x="637615" y="42301"/>
                </a:lnTo>
                <a:lnTo>
                  <a:pt x="637142" y="41865"/>
                </a:lnTo>
                <a:lnTo>
                  <a:pt x="636659" y="41440"/>
                </a:lnTo>
                <a:lnTo>
                  <a:pt x="636166" y="41028"/>
                </a:lnTo>
                <a:lnTo>
                  <a:pt x="635664" y="40627"/>
                </a:lnTo>
                <a:lnTo>
                  <a:pt x="635151" y="40239"/>
                </a:lnTo>
                <a:lnTo>
                  <a:pt x="634629" y="39863"/>
                </a:lnTo>
                <a:lnTo>
                  <a:pt x="634097" y="39499"/>
                </a:lnTo>
                <a:lnTo>
                  <a:pt x="633559" y="39143"/>
                </a:lnTo>
                <a:lnTo>
                  <a:pt x="633010" y="38802"/>
                </a:lnTo>
                <a:lnTo>
                  <a:pt x="632450" y="38477"/>
                </a:lnTo>
                <a:lnTo>
                  <a:pt x="631879" y="38166"/>
                </a:lnTo>
                <a:lnTo>
                  <a:pt x="631297" y="37871"/>
                </a:lnTo>
                <a:lnTo>
                  <a:pt x="630704" y="37591"/>
                </a:lnTo>
                <a:lnTo>
                  <a:pt x="630099" y="37326"/>
                </a:lnTo>
                <a:lnTo>
                  <a:pt x="629483" y="37076"/>
                </a:lnTo>
                <a:lnTo>
                  <a:pt x="628856" y="36841"/>
                </a:lnTo>
                <a:lnTo>
                  <a:pt x="628218" y="36622"/>
                </a:lnTo>
                <a:lnTo>
                  <a:pt x="627568" y="36417"/>
                </a:lnTo>
                <a:lnTo>
                  <a:pt x="626908" y="36228"/>
                </a:lnTo>
                <a:lnTo>
                  <a:pt x="626236" y="36054"/>
                </a:lnTo>
                <a:lnTo>
                  <a:pt x="625553" y="35895"/>
                </a:lnTo>
                <a:lnTo>
                  <a:pt x="624859" y="35751"/>
                </a:lnTo>
                <a:lnTo>
                  <a:pt x="624153" y="35623"/>
                </a:lnTo>
                <a:lnTo>
                  <a:pt x="623437" y="35509"/>
                </a:lnTo>
                <a:lnTo>
                  <a:pt x="622709" y="35411"/>
                </a:lnTo>
                <a:lnTo>
                  <a:pt x="621970" y="35327"/>
                </a:lnTo>
                <a:lnTo>
                  <a:pt x="621220" y="35259"/>
                </a:lnTo>
                <a:lnTo>
                  <a:pt x="620459" y="35206"/>
                </a:lnTo>
                <a:lnTo>
                  <a:pt x="619686" y="35168"/>
                </a:lnTo>
                <a:lnTo>
                  <a:pt x="618902" y="35146"/>
                </a:lnTo>
                <a:lnTo>
                  <a:pt x="618108" y="35138"/>
                </a:lnTo>
                <a:lnTo>
                  <a:pt x="617322" y="35146"/>
                </a:lnTo>
                <a:lnTo>
                  <a:pt x="616546" y="35168"/>
                </a:lnTo>
                <a:lnTo>
                  <a:pt x="615780" y="35206"/>
                </a:lnTo>
                <a:lnTo>
                  <a:pt x="615023" y="35259"/>
                </a:lnTo>
                <a:lnTo>
                  <a:pt x="614276" y="35327"/>
                </a:lnTo>
                <a:lnTo>
                  <a:pt x="613538" y="35411"/>
                </a:lnTo>
                <a:lnTo>
                  <a:pt x="612809" y="35509"/>
                </a:lnTo>
                <a:lnTo>
                  <a:pt x="612090" y="35623"/>
                </a:lnTo>
                <a:lnTo>
                  <a:pt x="611380" y="35751"/>
                </a:lnTo>
                <a:lnTo>
                  <a:pt x="610680" y="35895"/>
                </a:lnTo>
                <a:lnTo>
                  <a:pt x="609989" y="36054"/>
                </a:lnTo>
                <a:lnTo>
                  <a:pt x="609307" y="36228"/>
                </a:lnTo>
                <a:lnTo>
                  <a:pt x="608635" y="36417"/>
                </a:lnTo>
                <a:lnTo>
                  <a:pt x="607973" y="36622"/>
                </a:lnTo>
                <a:lnTo>
                  <a:pt x="607319" y="36841"/>
                </a:lnTo>
                <a:lnTo>
                  <a:pt x="606676" y="37076"/>
                </a:lnTo>
                <a:lnTo>
                  <a:pt x="606041" y="37326"/>
                </a:lnTo>
                <a:lnTo>
                  <a:pt x="605417" y="37591"/>
                </a:lnTo>
                <a:lnTo>
                  <a:pt x="604801" y="37871"/>
                </a:lnTo>
                <a:lnTo>
                  <a:pt x="604195" y="38166"/>
                </a:lnTo>
                <a:lnTo>
                  <a:pt x="603599" y="38477"/>
                </a:lnTo>
                <a:lnTo>
                  <a:pt x="603012" y="38802"/>
                </a:lnTo>
                <a:lnTo>
                  <a:pt x="602434" y="39143"/>
                </a:lnTo>
                <a:lnTo>
                  <a:pt x="601866" y="39499"/>
                </a:lnTo>
                <a:lnTo>
                  <a:pt x="601309" y="39863"/>
                </a:lnTo>
                <a:lnTo>
                  <a:pt x="600765" y="40239"/>
                </a:lnTo>
                <a:lnTo>
                  <a:pt x="600233" y="40627"/>
                </a:lnTo>
                <a:lnTo>
                  <a:pt x="599715" y="41028"/>
                </a:lnTo>
                <a:lnTo>
                  <a:pt x="599210" y="41440"/>
                </a:lnTo>
                <a:lnTo>
                  <a:pt x="598718" y="41865"/>
                </a:lnTo>
                <a:lnTo>
                  <a:pt x="598238" y="42301"/>
                </a:lnTo>
                <a:lnTo>
                  <a:pt x="597772" y="42750"/>
                </a:lnTo>
                <a:lnTo>
                  <a:pt x="597318" y="43211"/>
                </a:lnTo>
                <a:lnTo>
                  <a:pt x="596878" y="43683"/>
                </a:lnTo>
                <a:lnTo>
                  <a:pt x="596450" y="44168"/>
                </a:lnTo>
                <a:lnTo>
                  <a:pt x="596036" y="44665"/>
                </a:lnTo>
                <a:lnTo>
                  <a:pt x="595634" y="45174"/>
                </a:lnTo>
                <a:lnTo>
                  <a:pt x="595245" y="45695"/>
                </a:lnTo>
                <a:lnTo>
                  <a:pt x="594869" y="46228"/>
                </a:lnTo>
                <a:lnTo>
                  <a:pt x="594507" y="46773"/>
                </a:lnTo>
                <a:lnTo>
                  <a:pt x="594157" y="47331"/>
                </a:lnTo>
                <a:lnTo>
                  <a:pt x="593820" y="47900"/>
                </a:lnTo>
                <a:lnTo>
                  <a:pt x="593496" y="48481"/>
                </a:lnTo>
                <a:lnTo>
                  <a:pt x="593185" y="49075"/>
                </a:lnTo>
                <a:lnTo>
                  <a:pt x="592887" y="49680"/>
                </a:lnTo>
                <a:lnTo>
                  <a:pt x="592601" y="50298"/>
                </a:lnTo>
                <a:lnTo>
                  <a:pt x="592329" y="50928"/>
                </a:lnTo>
                <a:lnTo>
                  <a:pt x="592070" y="51570"/>
                </a:lnTo>
                <a:lnTo>
                  <a:pt x="590806" y="51570"/>
                </a:lnTo>
                <a:lnTo>
                  <a:pt x="590806" y="36402"/>
                </a:lnTo>
                <a:lnTo>
                  <a:pt x="576397" y="36402"/>
                </a:lnTo>
                <a:lnTo>
                  <a:pt x="576397" y="133474"/>
                </a:lnTo>
                <a:lnTo>
                  <a:pt x="591312" y="133474"/>
                </a:lnTo>
                <a:lnTo>
                  <a:pt x="591312" y="72804"/>
                </a:lnTo>
                <a:lnTo>
                  <a:pt x="591317" y="72212"/>
                </a:lnTo>
                <a:lnTo>
                  <a:pt x="591333" y="71626"/>
                </a:lnTo>
                <a:lnTo>
                  <a:pt x="591359" y="71045"/>
                </a:lnTo>
                <a:close/>
                <a:moveTo>
                  <a:pt x="355820" y="133474"/>
                </a:moveTo>
                <a:lnTo>
                  <a:pt x="355820" y="36402"/>
                </a:lnTo>
                <a:lnTo>
                  <a:pt x="340906" y="36402"/>
                </a:lnTo>
                <a:lnTo>
                  <a:pt x="340906" y="133474"/>
                </a:lnTo>
                <a:lnTo>
                  <a:pt x="355820" y="133474"/>
                </a:lnTo>
                <a:close/>
                <a:moveTo>
                  <a:pt x="856522" y="133474"/>
                </a:moveTo>
                <a:lnTo>
                  <a:pt x="856522" y="36402"/>
                </a:lnTo>
                <a:lnTo>
                  <a:pt x="841607" y="36402"/>
                </a:lnTo>
                <a:lnTo>
                  <a:pt x="841607" y="133474"/>
                </a:lnTo>
                <a:lnTo>
                  <a:pt x="856522" y="133474"/>
                </a:lnTo>
                <a:close/>
                <a:moveTo>
                  <a:pt x="450240" y="53999"/>
                </a:moveTo>
                <a:lnTo>
                  <a:pt x="449859" y="53213"/>
                </a:lnTo>
                <a:lnTo>
                  <a:pt x="449461" y="52440"/>
                </a:lnTo>
                <a:lnTo>
                  <a:pt x="449046" y="51682"/>
                </a:lnTo>
                <a:lnTo>
                  <a:pt x="448615" y="50938"/>
                </a:lnTo>
                <a:lnTo>
                  <a:pt x="448166" y="50207"/>
                </a:lnTo>
                <a:lnTo>
                  <a:pt x="447702" y="49491"/>
                </a:lnTo>
                <a:lnTo>
                  <a:pt x="447220" y="48789"/>
                </a:lnTo>
                <a:lnTo>
                  <a:pt x="446722" y="48101"/>
                </a:lnTo>
                <a:lnTo>
                  <a:pt x="446207" y="47427"/>
                </a:lnTo>
                <a:lnTo>
                  <a:pt x="445676" y="46766"/>
                </a:lnTo>
                <a:lnTo>
                  <a:pt x="445128" y="46120"/>
                </a:lnTo>
                <a:lnTo>
                  <a:pt x="444563" y="45488"/>
                </a:lnTo>
                <a:lnTo>
                  <a:pt x="443981" y="44871"/>
                </a:lnTo>
                <a:lnTo>
                  <a:pt x="443383" y="44267"/>
                </a:lnTo>
                <a:lnTo>
                  <a:pt x="442768" y="43677"/>
                </a:lnTo>
                <a:lnTo>
                  <a:pt x="442137" y="43101"/>
                </a:lnTo>
                <a:lnTo>
                  <a:pt x="441489" y="42539"/>
                </a:lnTo>
                <a:lnTo>
                  <a:pt x="440824" y="41992"/>
                </a:lnTo>
                <a:lnTo>
                  <a:pt x="440142" y="41458"/>
                </a:lnTo>
                <a:lnTo>
                  <a:pt x="439447" y="40942"/>
                </a:lnTo>
                <a:lnTo>
                  <a:pt x="438730" y="40448"/>
                </a:lnTo>
                <a:lnTo>
                  <a:pt x="437991" y="39977"/>
                </a:lnTo>
                <a:lnTo>
                  <a:pt x="437231" y="39527"/>
                </a:lnTo>
                <a:lnTo>
                  <a:pt x="436450" y="39099"/>
                </a:lnTo>
                <a:lnTo>
                  <a:pt x="435647" y="38693"/>
                </a:lnTo>
                <a:lnTo>
                  <a:pt x="434823" y="38309"/>
                </a:lnTo>
                <a:lnTo>
                  <a:pt x="433977" y="37947"/>
                </a:lnTo>
                <a:lnTo>
                  <a:pt x="433109" y="37607"/>
                </a:lnTo>
                <a:lnTo>
                  <a:pt x="432220" y="37289"/>
                </a:lnTo>
                <a:lnTo>
                  <a:pt x="431310" y="36992"/>
                </a:lnTo>
                <a:lnTo>
                  <a:pt x="430378" y="36718"/>
                </a:lnTo>
                <a:lnTo>
                  <a:pt x="429425" y="36466"/>
                </a:lnTo>
                <a:lnTo>
                  <a:pt x="428450" y="36235"/>
                </a:lnTo>
                <a:lnTo>
                  <a:pt x="427453" y="36027"/>
                </a:lnTo>
                <a:lnTo>
                  <a:pt x="426435" y="35840"/>
                </a:lnTo>
                <a:lnTo>
                  <a:pt x="425396" y="35676"/>
                </a:lnTo>
                <a:lnTo>
                  <a:pt x="424335" y="35533"/>
                </a:lnTo>
                <a:lnTo>
                  <a:pt x="423252" y="35412"/>
                </a:lnTo>
                <a:lnTo>
                  <a:pt x="422148" y="35314"/>
                </a:lnTo>
                <a:lnTo>
                  <a:pt x="421023" y="35237"/>
                </a:lnTo>
                <a:lnTo>
                  <a:pt x="419876" y="35182"/>
                </a:lnTo>
                <a:lnTo>
                  <a:pt x="418707" y="35149"/>
                </a:lnTo>
                <a:lnTo>
                  <a:pt x="417517" y="35138"/>
                </a:lnTo>
                <a:lnTo>
                  <a:pt x="416668" y="35144"/>
                </a:lnTo>
                <a:lnTo>
                  <a:pt x="415826" y="35163"/>
                </a:lnTo>
                <a:lnTo>
                  <a:pt x="414991" y="35194"/>
                </a:lnTo>
                <a:lnTo>
                  <a:pt x="414164" y="35238"/>
                </a:lnTo>
                <a:lnTo>
                  <a:pt x="413345" y="35294"/>
                </a:lnTo>
                <a:lnTo>
                  <a:pt x="412532" y="35363"/>
                </a:lnTo>
                <a:lnTo>
                  <a:pt x="411728" y="35445"/>
                </a:lnTo>
                <a:lnTo>
                  <a:pt x="410931" y="35538"/>
                </a:lnTo>
                <a:lnTo>
                  <a:pt x="410141" y="35645"/>
                </a:lnTo>
                <a:lnTo>
                  <a:pt x="409359" y="35763"/>
                </a:lnTo>
                <a:lnTo>
                  <a:pt x="408584" y="35895"/>
                </a:lnTo>
                <a:lnTo>
                  <a:pt x="407816" y="36039"/>
                </a:lnTo>
                <a:lnTo>
                  <a:pt x="407056" y="36195"/>
                </a:lnTo>
                <a:lnTo>
                  <a:pt x="406304" y="36364"/>
                </a:lnTo>
                <a:lnTo>
                  <a:pt x="405559" y="36545"/>
                </a:lnTo>
                <a:lnTo>
                  <a:pt x="404821" y="36739"/>
                </a:lnTo>
                <a:lnTo>
                  <a:pt x="404091" y="36945"/>
                </a:lnTo>
                <a:lnTo>
                  <a:pt x="403369" y="37164"/>
                </a:lnTo>
                <a:lnTo>
                  <a:pt x="402654" y="37396"/>
                </a:lnTo>
                <a:lnTo>
                  <a:pt x="401946" y="37640"/>
                </a:lnTo>
                <a:lnTo>
                  <a:pt x="401246" y="37896"/>
                </a:lnTo>
                <a:lnTo>
                  <a:pt x="400553" y="38165"/>
                </a:lnTo>
                <a:lnTo>
                  <a:pt x="399868" y="38446"/>
                </a:lnTo>
                <a:lnTo>
                  <a:pt x="399190" y="38740"/>
                </a:lnTo>
                <a:lnTo>
                  <a:pt x="398527" y="39045"/>
                </a:lnTo>
                <a:lnTo>
                  <a:pt x="397875" y="39360"/>
                </a:lnTo>
                <a:lnTo>
                  <a:pt x="397236" y="39683"/>
                </a:lnTo>
                <a:lnTo>
                  <a:pt x="396607" y="40017"/>
                </a:lnTo>
                <a:lnTo>
                  <a:pt x="395991" y="40359"/>
                </a:lnTo>
                <a:lnTo>
                  <a:pt x="395386" y="40711"/>
                </a:lnTo>
                <a:lnTo>
                  <a:pt x="394793" y="41073"/>
                </a:lnTo>
                <a:lnTo>
                  <a:pt x="394211" y="41444"/>
                </a:lnTo>
                <a:lnTo>
                  <a:pt x="393641" y="41824"/>
                </a:lnTo>
                <a:lnTo>
                  <a:pt x="393083" y="42214"/>
                </a:lnTo>
                <a:lnTo>
                  <a:pt x="392536" y="42613"/>
                </a:lnTo>
                <a:lnTo>
                  <a:pt x="392001" y="43022"/>
                </a:lnTo>
                <a:lnTo>
                  <a:pt x="391478" y="43440"/>
                </a:lnTo>
                <a:lnTo>
                  <a:pt x="390966" y="43868"/>
                </a:lnTo>
                <a:lnTo>
                  <a:pt x="390466" y="44305"/>
                </a:lnTo>
                <a:lnTo>
                  <a:pt x="389977" y="44751"/>
                </a:lnTo>
                <a:lnTo>
                  <a:pt x="389500" y="45207"/>
                </a:lnTo>
                <a:lnTo>
                  <a:pt x="389035" y="45672"/>
                </a:lnTo>
                <a:lnTo>
                  <a:pt x="388581" y="46147"/>
                </a:lnTo>
                <a:lnTo>
                  <a:pt x="388139" y="46631"/>
                </a:lnTo>
                <a:lnTo>
                  <a:pt x="387709" y="47125"/>
                </a:lnTo>
                <a:lnTo>
                  <a:pt x="387290" y="47628"/>
                </a:lnTo>
                <a:lnTo>
                  <a:pt x="386883" y="48140"/>
                </a:lnTo>
                <a:lnTo>
                  <a:pt x="386487" y="48662"/>
                </a:lnTo>
                <a:lnTo>
                  <a:pt x="386111" y="49192"/>
                </a:lnTo>
                <a:lnTo>
                  <a:pt x="385750" y="49729"/>
                </a:lnTo>
                <a:lnTo>
                  <a:pt x="385406" y="50272"/>
                </a:lnTo>
                <a:lnTo>
                  <a:pt x="385077" y="50822"/>
                </a:lnTo>
                <a:lnTo>
                  <a:pt x="384765" y="51378"/>
                </a:lnTo>
                <a:lnTo>
                  <a:pt x="384469" y="51941"/>
                </a:lnTo>
                <a:lnTo>
                  <a:pt x="384188" y="52510"/>
                </a:lnTo>
                <a:lnTo>
                  <a:pt x="383924" y="53086"/>
                </a:lnTo>
                <a:lnTo>
                  <a:pt x="383676" y="53669"/>
                </a:lnTo>
                <a:lnTo>
                  <a:pt x="383443" y="54258"/>
                </a:lnTo>
                <a:lnTo>
                  <a:pt x="383227" y="54854"/>
                </a:lnTo>
                <a:lnTo>
                  <a:pt x="383027" y="55456"/>
                </a:lnTo>
                <a:lnTo>
                  <a:pt x="382843" y="56065"/>
                </a:lnTo>
                <a:lnTo>
                  <a:pt x="382675" y="56681"/>
                </a:lnTo>
                <a:lnTo>
                  <a:pt x="382522" y="57303"/>
                </a:lnTo>
                <a:lnTo>
                  <a:pt x="382386" y="57931"/>
                </a:lnTo>
                <a:lnTo>
                  <a:pt x="382266" y="58567"/>
                </a:lnTo>
                <a:lnTo>
                  <a:pt x="382162" y="59209"/>
                </a:lnTo>
                <a:lnTo>
                  <a:pt x="382074" y="59857"/>
                </a:lnTo>
                <a:lnTo>
                  <a:pt x="382002" y="60512"/>
                </a:lnTo>
                <a:lnTo>
                  <a:pt x="381946" y="61174"/>
                </a:lnTo>
                <a:lnTo>
                  <a:pt x="381906" y="61842"/>
                </a:lnTo>
                <a:lnTo>
                  <a:pt x="381882" y="62517"/>
                </a:lnTo>
                <a:lnTo>
                  <a:pt x="381874" y="63198"/>
                </a:lnTo>
                <a:lnTo>
                  <a:pt x="381884" y="64029"/>
                </a:lnTo>
                <a:lnTo>
                  <a:pt x="381917" y="64849"/>
                </a:lnTo>
                <a:lnTo>
                  <a:pt x="381970" y="65658"/>
                </a:lnTo>
                <a:lnTo>
                  <a:pt x="382046" y="66454"/>
                </a:lnTo>
                <a:lnTo>
                  <a:pt x="382142" y="67239"/>
                </a:lnTo>
                <a:lnTo>
                  <a:pt x="382261" y="68013"/>
                </a:lnTo>
                <a:lnTo>
                  <a:pt x="382400" y="68775"/>
                </a:lnTo>
                <a:lnTo>
                  <a:pt x="382562" y="69525"/>
                </a:lnTo>
                <a:lnTo>
                  <a:pt x="382745" y="70263"/>
                </a:lnTo>
                <a:lnTo>
                  <a:pt x="382949" y="70990"/>
                </a:lnTo>
                <a:lnTo>
                  <a:pt x="383175" y="71705"/>
                </a:lnTo>
                <a:lnTo>
                  <a:pt x="383422" y="72409"/>
                </a:lnTo>
                <a:lnTo>
                  <a:pt x="383691" y="73101"/>
                </a:lnTo>
                <a:lnTo>
                  <a:pt x="383981" y="73781"/>
                </a:lnTo>
                <a:lnTo>
                  <a:pt x="384293" y="74450"/>
                </a:lnTo>
                <a:lnTo>
                  <a:pt x="384626" y="75107"/>
                </a:lnTo>
                <a:lnTo>
                  <a:pt x="384981" y="75753"/>
                </a:lnTo>
                <a:lnTo>
                  <a:pt x="385357" y="76387"/>
                </a:lnTo>
                <a:lnTo>
                  <a:pt x="385755" y="77009"/>
                </a:lnTo>
                <a:lnTo>
                  <a:pt x="386175" y="77619"/>
                </a:lnTo>
                <a:lnTo>
                  <a:pt x="386615" y="78218"/>
                </a:lnTo>
                <a:lnTo>
                  <a:pt x="387078" y="78806"/>
                </a:lnTo>
                <a:lnTo>
                  <a:pt x="387562" y="79381"/>
                </a:lnTo>
                <a:lnTo>
                  <a:pt x="388067" y="79945"/>
                </a:lnTo>
                <a:lnTo>
                  <a:pt x="388601" y="80492"/>
                </a:lnTo>
                <a:lnTo>
                  <a:pt x="389159" y="81027"/>
                </a:lnTo>
                <a:lnTo>
                  <a:pt x="389742" y="81550"/>
                </a:lnTo>
                <a:lnTo>
                  <a:pt x="390349" y="82061"/>
                </a:lnTo>
                <a:lnTo>
                  <a:pt x="390981" y="82559"/>
                </a:lnTo>
                <a:lnTo>
                  <a:pt x="391638" y="83046"/>
                </a:lnTo>
                <a:lnTo>
                  <a:pt x="392319" y="83521"/>
                </a:lnTo>
                <a:lnTo>
                  <a:pt x="393025" y="83983"/>
                </a:lnTo>
                <a:lnTo>
                  <a:pt x="393755" y="84433"/>
                </a:lnTo>
                <a:lnTo>
                  <a:pt x="394510" y="84872"/>
                </a:lnTo>
                <a:lnTo>
                  <a:pt x="395289" y="85298"/>
                </a:lnTo>
                <a:lnTo>
                  <a:pt x="396093" y="85712"/>
                </a:lnTo>
                <a:lnTo>
                  <a:pt x="396922" y="86114"/>
                </a:lnTo>
                <a:lnTo>
                  <a:pt x="397775" y="86504"/>
                </a:lnTo>
                <a:lnTo>
                  <a:pt x="398653" y="86882"/>
                </a:lnTo>
                <a:lnTo>
                  <a:pt x="399555" y="87248"/>
                </a:lnTo>
                <a:lnTo>
                  <a:pt x="400482" y="87602"/>
                </a:lnTo>
                <a:lnTo>
                  <a:pt x="401433" y="87944"/>
                </a:lnTo>
                <a:lnTo>
                  <a:pt x="402409" y="88274"/>
                </a:lnTo>
                <a:lnTo>
                  <a:pt x="403410" y="88591"/>
                </a:lnTo>
                <a:lnTo>
                  <a:pt x="404435" y="88897"/>
                </a:lnTo>
                <a:lnTo>
                  <a:pt x="405485" y="89190"/>
                </a:lnTo>
                <a:lnTo>
                  <a:pt x="406559" y="89472"/>
                </a:lnTo>
                <a:lnTo>
                  <a:pt x="407658" y="89741"/>
                </a:lnTo>
                <a:lnTo>
                  <a:pt x="423837" y="93533"/>
                </a:lnTo>
                <a:lnTo>
                  <a:pt x="424441" y="93678"/>
                </a:lnTo>
                <a:lnTo>
                  <a:pt x="425033" y="93830"/>
                </a:lnTo>
                <a:lnTo>
                  <a:pt x="425611" y="93987"/>
                </a:lnTo>
                <a:lnTo>
                  <a:pt x="426175" y="94151"/>
                </a:lnTo>
                <a:lnTo>
                  <a:pt x="426727" y="94321"/>
                </a:lnTo>
                <a:lnTo>
                  <a:pt x="427266" y="94497"/>
                </a:lnTo>
                <a:lnTo>
                  <a:pt x="427791" y="94679"/>
                </a:lnTo>
                <a:lnTo>
                  <a:pt x="428303" y="94867"/>
                </a:lnTo>
                <a:lnTo>
                  <a:pt x="428802" y="95062"/>
                </a:lnTo>
                <a:lnTo>
                  <a:pt x="429288" y="95262"/>
                </a:lnTo>
                <a:lnTo>
                  <a:pt x="429761" y="95469"/>
                </a:lnTo>
                <a:lnTo>
                  <a:pt x="430220" y="95682"/>
                </a:lnTo>
                <a:lnTo>
                  <a:pt x="430666" y="95901"/>
                </a:lnTo>
                <a:lnTo>
                  <a:pt x="431100" y="96126"/>
                </a:lnTo>
                <a:lnTo>
                  <a:pt x="431520" y="96357"/>
                </a:lnTo>
                <a:lnTo>
                  <a:pt x="431926" y="96595"/>
                </a:lnTo>
                <a:lnTo>
                  <a:pt x="432320" y="96838"/>
                </a:lnTo>
                <a:lnTo>
                  <a:pt x="432701" y="97088"/>
                </a:lnTo>
                <a:lnTo>
                  <a:pt x="433068" y="97344"/>
                </a:lnTo>
                <a:lnTo>
                  <a:pt x="433422" y="97606"/>
                </a:lnTo>
                <a:lnTo>
                  <a:pt x="433763" y="97874"/>
                </a:lnTo>
                <a:lnTo>
                  <a:pt x="434091" y="98148"/>
                </a:lnTo>
                <a:lnTo>
                  <a:pt x="434406" y="98429"/>
                </a:lnTo>
                <a:lnTo>
                  <a:pt x="434707" y="98715"/>
                </a:lnTo>
                <a:lnTo>
                  <a:pt x="434996" y="99002"/>
                </a:lnTo>
                <a:lnTo>
                  <a:pt x="435272" y="99295"/>
                </a:lnTo>
                <a:lnTo>
                  <a:pt x="435537" y="99594"/>
                </a:lnTo>
                <a:lnTo>
                  <a:pt x="435788" y="99898"/>
                </a:lnTo>
                <a:lnTo>
                  <a:pt x="436028" y="100208"/>
                </a:lnTo>
                <a:lnTo>
                  <a:pt x="436255" y="100524"/>
                </a:lnTo>
                <a:lnTo>
                  <a:pt x="436470" y="100846"/>
                </a:lnTo>
                <a:lnTo>
                  <a:pt x="436673" y="101173"/>
                </a:lnTo>
                <a:lnTo>
                  <a:pt x="436864" y="101506"/>
                </a:lnTo>
                <a:lnTo>
                  <a:pt x="437042" y="101844"/>
                </a:lnTo>
                <a:lnTo>
                  <a:pt x="437208" y="102189"/>
                </a:lnTo>
                <a:lnTo>
                  <a:pt x="437361" y="102539"/>
                </a:lnTo>
                <a:lnTo>
                  <a:pt x="437503" y="102894"/>
                </a:lnTo>
                <a:lnTo>
                  <a:pt x="437632" y="103256"/>
                </a:lnTo>
                <a:lnTo>
                  <a:pt x="437748" y="103623"/>
                </a:lnTo>
                <a:lnTo>
                  <a:pt x="437853" y="103996"/>
                </a:lnTo>
                <a:lnTo>
                  <a:pt x="437945" y="104374"/>
                </a:lnTo>
                <a:lnTo>
                  <a:pt x="438025" y="104758"/>
                </a:lnTo>
                <a:lnTo>
                  <a:pt x="438093" y="105148"/>
                </a:lnTo>
                <a:lnTo>
                  <a:pt x="438148" y="105544"/>
                </a:lnTo>
                <a:lnTo>
                  <a:pt x="438191" y="105945"/>
                </a:lnTo>
                <a:lnTo>
                  <a:pt x="438222" y="106352"/>
                </a:lnTo>
                <a:lnTo>
                  <a:pt x="438240" y="106765"/>
                </a:lnTo>
                <a:lnTo>
                  <a:pt x="438246" y="107184"/>
                </a:lnTo>
                <a:lnTo>
                  <a:pt x="438235" y="107702"/>
                </a:lnTo>
                <a:lnTo>
                  <a:pt x="438203" y="108214"/>
                </a:lnTo>
                <a:lnTo>
                  <a:pt x="438149" y="108720"/>
                </a:lnTo>
                <a:lnTo>
                  <a:pt x="438074" y="109220"/>
                </a:lnTo>
                <a:lnTo>
                  <a:pt x="437977" y="109714"/>
                </a:lnTo>
                <a:lnTo>
                  <a:pt x="437859" y="110201"/>
                </a:lnTo>
                <a:lnTo>
                  <a:pt x="437719" y="110683"/>
                </a:lnTo>
                <a:lnTo>
                  <a:pt x="437558" y="111158"/>
                </a:lnTo>
                <a:lnTo>
                  <a:pt x="437375" y="111627"/>
                </a:lnTo>
                <a:lnTo>
                  <a:pt x="437171" y="112090"/>
                </a:lnTo>
                <a:lnTo>
                  <a:pt x="436945" y="112547"/>
                </a:lnTo>
                <a:lnTo>
                  <a:pt x="436698" y="112998"/>
                </a:lnTo>
                <a:lnTo>
                  <a:pt x="436429" y="113443"/>
                </a:lnTo>
                <a:lnTo>
                  <a:pt x="436139" y="113881"/>
                </a:lnTo>
                <a:lnTo>
                  <a:pt x="435827" y="114313"/>
                </a:lnTo>
                <a:lnTo>
                  <a:pt x="435494" y="114739"/>
                </a:lnTo>
                <a:lnTo>
                  <a:pt x="435139" y="115159"/>
                </a:lnTo>
                <a:lnTo>
                  <a:pt x="434762" y="115573"/>
                </a:lnTo>
                <a:lnTo>
                  <a:pt x="434365" y="115981"/>
                </a:lnTo>
                <a:lnTo>
                  <a:pt x="433945" y="116383"/>
                </a:lnTo>
                <a:lnTo>
                  <a:pt x="433504" y="116778"/>
                </a:lnTo>
                <a:lnTo>
                  <a:pt x="433042" y="117167"/>
                </a:lnTo>
                <a:lnTo>
                  <a:pt x="432558" y="117550"/>
                </a:lnTo>
                <a:lnTo>
                  <a:pt x="432053" y="117927"/>
                </a:lnTo>
                <a:lnTo>
                  <a:pt x="431534" y="118288"/>
                </a:lnTo>
                <a:lnTo>
                  <a:pt x="431001" y="118634"/>
                </a:lnTo>
                <a:lnTo>
                  <a:pt x="430453" y="118964"/>
                </a:lnTo>
                <a:lnTo>
                  <a:pt x="429890" y="119279"/>
                </a:lnTo>
                <a:lnTo>
                  <a:pt x="429312" y="119579"/>
                </a:lnTo>
                <a:lnTo>
                  <a:pt x="428719" y="119863"/>
                </a:lnTo>
                <a:lnTo>
                  <a:pt x="428111" y="120132"/>
                </a:lnTo>
                <a:lnTo>
                  <a:pt x="427488" y="120385"/>
                </a:lnTo>
                <a:lnTo>
                  <a:pt x="426851" y="120623"/>
                </a:lnTo>
                <a:lnTo>
                  <a:pt x="426198" y="120846"/>
                </a:lnTo>
                <a:lnTo>
                  <a:pt x="425531" y="121053"/>
                </a:lnTo>
                <a:lnTo>
                  <a:pt x="424848" y="121245"/>
                </a:lnTo>
                <a:lnTo>
                  <a:pt x="424151" y="121422"/>
                </a:lnTo>
                <a:lnTo>
                  <a:pt x="423439" y="121583"/>
                </a:lnTo>
                <a:lnTo>
                  <a:pt x="422711" y="121729"/>
                </a:lnTo>
                <a:lnTo>
                  <a:pt x="421969" y="121860"/>
                </a:lnTo>
                <a:lnTo>
                  <a:pt x="421212" y="121975"/>
                </a:lnTo>
                <a:lnTo>
                  <a:pt x="420440" y="122075"/>
                </a:lnTo>
                <a:lnTo>
                  <a:pt x="419653" y="122159"/>
                </a:lnTo>
                <a:lnTo>
                  <a:pt x="418851" y="122228"/>
                </a:lnTo>
                <a:lnTo>
                  <a:pt x="418035" y="122282"/>
                </a:lnTo>
                <a:lnTo>
                  <a:pt x="417203" y="122321"/>
                </a:lnTo>
                <a:lnTo>
                  <a:pt x="416356" y="122344"/>
                </a:lnTo>
                <a:lnTo>
                  <a:pt x="415495" y="122351"/>
                </a:lnTo>
                <a:lnTo>
                  <a:pt x="414737" y="122344"/>
                </a:lnTo>
                <a:lnTo>
                  <a:pt x="413992" y="122324"/>
                </a:lnTo>
                <a:lnTo>
                  <a:pt x="413258" y="122290"/>
                </a:lnTo>
                <a:lnTo>
                  <a:pt x="412537" y="122242"/>
                </a:lnTo>
                <a:lnTo>
                  <a:pt x="411828" y="122181"/>
                </a:lnTo>
                <a:lnTo>
                  <a:pt x="411130" y="122106"/>
                </a:lnTo>
                <a:lnTo>
                  <a:pt x="410445" y="122018"/>
                </a:lnTo>
                <a:lnTo>
                  <a:pt x="409772" y="121916"/>
                </a:lnTo>
                <a:lnTo>
                  <a:pt x="409111" y="121800"/>
                </a:lnTo>
                <a:lnTo>
                  <a:pt x="408462" y="121671"/>
                </a:lnTo>
                <a:lnTo>
                  <a:pt x="407825" y="121528"/>
                </a:lnTo>
                <a:lnTo>
                  <a:pt x="407200" y="121372"/>
                </a:lnTo>
                <a:lnTo>
                  <a:pt x="406587" y="121202"/>
                </a:lnTo>
                <a:lnTo>
                  <a:pt x="405987" y="121018"/>
                </a:lnTo>
                <a:lnTo>
                  <a:pt x="405398" y="120821"/>
                </a:lnTo>
                <a:lnTo>
                  <a:pt x="404821" y="120610"/>
                </a:lnTo>
                <a:lnTo>
                  <a:pt x="404257" y="120385"/>
                </a:lnTo>
                <a:lnTo>
                  <a:pt x="403705" y="120147"/>
                </a:lnTo>
                <a:lnTo>
                  <a:pt x="403164" y="119896"/>
                </a:lnTo>
                <a:lnTo>
                  <a:pt x="402636" y="119630"/>
                </a:lnTo>
                <a:lnTo>
                  <a:pt x="402120" y="119351"/>
                </a:lnTo>
                <a:lnTo>
                  <a:pt x="401615" y="119059"/>
                </a:lnTo>
                <a:lnTo>
                  <a:pt x="401123" y="118753"/>
                </a:lnTo>
                <a:lnTo>
                  <a:pt x="400643" y="118433"/>
                </a:lnTo>
                <a:lnTo>
                  <a:pt x="400181" y="118100"/>
                </a:lnTo>
                <a:lnTo>
                  <a:pt x="399731" y="117753"/>
                </a:lnTo>
                <a:lnTo>
                  <a:pt x="399294" y="117392"/>
                </a:lnTo>
                <a:lnTo>
                  <a:pt x="398869" y="117018"/>
                </a:lnTo>
                <a:lnTo>
                  <a:pt x="398456" y="116630"/>
                </a:lnTo>
                <a:lnTo>
                  <a:pt x="398056" y="116229"/>
                </a:lnTo>
                <a:lnTo>
                  <a:pt x="397669" y="115814"/>
                </a:lnTo>
                <a:lnTo>
                  <a:pt x="397294" y="115385"/>
                </a:lnTo>
                <a:lnTo>
                  <a:pt x="396931" y="114943"/>
                </a:lnTo>
                <a:lnTo>
                  <a:pt x="396582" y="114487"/>
                </a:lnTo>
                <a:lnTo>
                  <a:pt x="396244" y="114018"/>
                </a:lnTo>
                <a:lnTo>
                  <a:pt x="395919" y="113535"/>
                </a:lnTo>
                <a:lnTo>
                  <a:pt x="395607" y="113039"/>
                </a:lnTo>
                <a:lnTo>
                  <a:pt x="395307" y="112528"/>
                </a:lnTo>
                <a:lnTo>
                  <a:pt x="395020" y="112005"/>
                </a:lnTo>
                <a:lnTo>
                  <a:pt x="394745" y="111467"/>
                </a:lnTo>
                <a:lnTo>
                  <a:pt x="394483" y="110916"/>
                </a:lnTo>
                <a:lnTo>
                  <a:pt x="394233" y="110352"/>
                </a:lnTo>
                <a:lnTo>
                  <a:pt x="393995" y="109773"/>
                </a:lnTo>
                <a:lnTo>
                  <a:pt x="393771" y="109181"/>
                </a:lnTo>
                <a:lnTo>
                  <a:pt x="393558" y="108576"/>
                </a:lnTo>
                <a:lnTo>
                  <a:pt x="393358" y="107957"/>
                </a:lnTo>
                <a:lnTo>
                  <a:pt x="393171" y="107324"/>
                </a:lnTo>
                <a:lnTo>
                  <a:pt x="392996" y="106678"/>
                </a:lnTo>
                <a:lnTo>
                  <a:pt x="378840" y="110217"/>
                </a:lnTo>
                <a:lnTo>
                  <a:pt x="379068" y="111239"/>
                </a:lnTo>
                <a:lnTo>
                  <a:pt x="379322" y="112240"/>
                </a:lnTo>
                <a:lnTo>
                  <a:pt x="379599" y="113221"/>
                </a:lnTo>
                <a:lnTo>
                  <a:pt x="379902" y="114181"/>
                </a:lnTo>
                <a:lnTo>
                  <a:pt x="380230" y="115121"/>
                </a:lnTo>
                <a:lnTo>
                  <a:pt x="380582" y="116039"/>
                </a:lnTo>
                <a:lnTo>
                  <a:pt x="380959" y="116937"/>
                </a:lnTo>
                <a:lnTo>
                  <a:pt x="381361" y="117815"/>
                </a:lnTo>
                <a:lnTo>
                  <a:pt x="381788" y="118672"/>
                </a:lnTo>
                <a:lnTo>
                  <a:pt x="382239" y="119508"/>
                </a:lnTo>
                <a:lnTo>
                  <a:pt x="382715" y="120324"/>
                </a:lnTo>
                <a:lnTo>
                  <a:pt x="383217" y="121119"/>
                </a:lnTo>
                <a:lnTo>
                  <a:pt x="383742" y="121893"/>
                </a:lnTo>
                <a:lnTo>
                  <a:pt x="384293" y="122647"/>
                </a:lnTo>
                <a:lnTo>
                  <a:pt x="384869" y="123380"/>
                </a:lnTo>
                <a:lnTo>
                  <a:pt x="385469" y="124093"/>
                </a:lnTo>
                <a:lnTo>
                  <a:pt x="386094" y="124785"/>
                </a:lnTo>
                <a:lnTo>
                  <a:pt x="386744" y="125456"/>
                </a:lnTo>
                <a:lnTo>
                  <a:pt x="387418" y="126106"/>
                </a:lnTo>
                <a:lnTo>
                  <a:pt x="388118" y="126736"/>
                </a:lnTo>
                <a:lnTo>
                  <a:pt x="388842" y="127346"/>
                </a:lnTo>
                <a:lnTo>
                  <a:pt x="389591" y="127935"/>
                </a:lnTo>
                <a:lnTo>
                  <a:pt x="390365" y="128503"/>
                </a:lnTo>
                <a:lnTo>
                  <a:pt x="391164" y="129050"/>
                </a:lnTo>
                <a:lnTo>
                  <a:pt x="391984" y="129576"/>
                </a:lnTo>
                <a:lnTo>
                  <a:pt x="392821" y="130080"/>
                </a:lnTo>
                <a:lnTo>
                  <a:pt x="393677" y="130561"/>
                </a:lnTo>
                <a:lnTo>
                  <a:pt x="394550" y="131020"/>
                </a:lnTo>
                <a:lnTo>
                  <a:pt x="395441" y="131456"/>
                </a:lnTo>
                <a:lnTo>
                  <a:pt x="396350" y="131870"/>
                </a:lnTo>
                <a:lnTo>
                  <a:pt x="397276" y="132262"/>
                </a:lnTo>
                <a:lnTo>
                  <a:pt x="398221" y="132631"/>
                </a:lnTo>
                <a:lnTo>
                  <a:pt x="399183" y="132978"/>
                </a:lnTo>
                <a:lnTo>
                  <a:pt x="400163" y="133303"/>
                </a:lnTo>
                <a:lnTo>
                  <a:pt x="401160" y="133605"/>
                </a:lnTo>
                <a:lnTo>
                  <a:pt x="402176" y="133885"/>
                </a:lnTo>
                <a:lnTo>
                  <a:pt x="403209" y="134142"/>
                </a:lnTo>
                <a:lnTo>
                  <a:pt x="404260" y="134377"/>
                </a:lnTo>
                <a:lnTo>
                  <a:pt x="405329" y="134590"/>
                </a:lnTo>
                <a:lnTo>
                  <a:pt x="406415" y="134780"/>
                </a:lnTo>
                <a:lnTo>
                  <a:pt x="407520" y="134948"/>
                </a:lnTo>
                <a:lnTo>
                  <a:pt x="408642" y="135094"/>
                </a:lnTo>
                <a:lnTo>
                  <a:pt x="409782" y="135217"/>
                </a:lnTo>
                <a:lnTo>
                  <a:pt x="410939" y="135317"/>
                </a:lnTo>
                <a:lnTo>
                  <a:pt x="412115" y="135396"/>
                </a:lnTo>
                <a:lnTo>
                  <a:pt x="413308" y="135452"/>
                </a:lnTo>
                <a:lnTo>
                  <a:pt x="414519" y="135485"/>
                </a:lnTo>
                <a:lnTo>
                  <a:pt x="415748" y="135496"/>
                </a:lnTo>
                <a:lnTo>
                  <a:pt x="416686" y="135490"/>
                </a:lnTo>
                <a:lnTo>
                  <a:pt x="417614" y="135470"/>
                </a:lnTo>
                <a:lnTo>
                  <a:pt x="418532" y="135437"/>
                </a:lnTo>
                <a:lnTo>
                  <a:pt x="419441" y="135391"/>
                </a:lnTo>
                <a:lnTo>
                  <a:pt x="420341" y="135332"/>
                </a:lnTo>
                <a:lnTo>
                  <a:pt x="421230" y="135259"/>
                </a:lnTo>
                <a:lnTo>
                  <a:pt x="422110" y="135174"/>
                </a:lnTo>
                <a:lnTo>
                  <a:pt x="422980" y="135075"/>
                </a:lnTo>
                <a:lnTo>
                  <a:pt x="423841" y="134963"/>
                </a:lnTo>
                <a:lnTo>
                  <a:pt x="424692" y="134838"/>
                </a:lnTo>
                <a:lnTo>
                  <a:pt x="425533" y="134700"/>
                </a:lnTo>
                <a:lnTo>
                  <a:pt x="426365" y="134548"/>
                </a:lnTo>
                <a:lnTo>
                  <a:pt x="427187" y="134384"/>
                </a:lnTo>
                <a:lnTo>
                  <a:pt x="427999" y="134206"/>
                </a:lnTo>
                <a:lnTo>
                  <a:pt x="428802" y="134015"/>
                </a:lnTo>
                <a:lnTo>
                  <a:pt x="429595" y="133811"/>
                </a:lnTo>
                <a:lnTo>
                  <a:pt x="430378" y="133594"/>
                </a:lnTo>
                <a:lnTo>
                  <a:pt x="431152" y="133363"/>
                </a:lnTo>
                <a:lnTo>
                  <a:pt x="431916" y="133120"/>
                </a:lnTo>
                <a:lnTo>
                  <a:pt x="432671" y="132863"/>
                </a:lnTo>
                <a:lnTo>
                  <a:pt x="433415" y="132593"/>
                </a:lnTo>
                <a:lnTo>
                  <a:pt x="434151" y="132310"/>
                </a:lnTo>
                <a:lnTo>
                  <a:pt x="434876" y="132014"/>
                </a:lnTo>
                <a:lnTo>
                  <a:pt x="435592" y="131705"/>
                </a:lnTo>
                <a:lnTo>
                  <a:pt x="436296" y="131384"/>
                </a:lnTo>
                <a:lnTo>
                  <a:pt x="436987" y="131053"/>
                </a:lnTo>
                <a:lnTo>
                  <a:pt x="437666" y="130713"/>
                </a:lnTo>
                <a:lnTo>
                  <a:pt x="438330" y="130363"/>
                </a:lnTo>
                <a:lnTo>
                  <a:pt x="438982" y="130004"/>
                </a:lnTo>
                <a:lnTo>
                  <a:pt x="439621" y="129635"/>
                </a:lnTo>
                <a:lnTo>
                  <a:pt x="440246" y="129256"/>
                </a:lnTo>
                <a:lnTo>
                  <a:pt x="440858" y="128868"/>
                </a:lnTo>
                <a:lnTo>
                  <a:pt x="441457" y="128470"/>
                </a:lnTo>
                <a:lnTo>
                  <a:pt x="442043" y="128062"/>
                </a:lnTo>
                <a:lnTo>
                  <a:pt x="442616" y="127644"/>
                </a:lnTo>
                <a:lnTo>
                  <a:pt x="443176" y="127217"/>
                </a:lnTo>
                <a:lnTo>
                  <a:pt x="443722" y="126781"/>
                </a:lnTo>
                <a:lnTo>
                  <a:pt x="444255" y="126334"/>
                </a:lnTo>
                <a:lnTo>
                  <a:pt x="444775" y="125878"/>
                </a:lnTo>
                <a:lnTo>
                  <a:pt x="445282" y="125413"/>
                </a:lnTo>
                <a:lnTo>
                  <a:pt x="445776" y="124938"/>
                </a:lnTo>
                <a:lnTo>
                  <a:pt x="446257" y="124453"/>
                </a:lnTo>
                <a:lnTo>
                  <a:pt x="446724" y="123958"/>
                </a:lnTo>
                <a:lnTo>
                  <a:pt x="447178" y="123454"/>
                </a:lnTo>
                <a:lnTo>
                  <a:pt x="447619" y="122940"/>
                </a:lnTo>
                <a:lnTo>
                  <a:pt x="448047" y="122416"/>
                </a:lnTo>
                <a:lnTo>
                  <a:pt x="448462" y="121883"/>
                </a:lnTo>
                <a:lnTo>
                  <a:pt x="448863" y="121340"/>
                </a:lnTo>
                <a:lnTo>
                  <a:pt x="449255" y="120789"/>
                </a:lnTo>
                <a:lnTo>
                  <a:pt x="449631" y="120232"/>
                </a:lnTo>
                <a:lnTo>
                  <a:pt x="449989" y="119669"/>
                </a:lnTo>
                <a:lnTo>
                  <a:pt x="450331" y="119100"/>
                </a:lnTo>
                <a:lnTo>
                  <a:pt x="450656" y="118525"/>
                </a:lnTo>
                <a:lnTo>
                  <a:pt x="450965" y="117943"/>
                </a:lnTo>
                <a:lnTo>
                  <a:pt x="451257" y="117356"/>
                </a:lnTo>
                <a:lnTo>
                  <a:pt x="451532" y="116762"/>
                </a:lnTo>
                <a:lnTo>
                  <a:pt x="451790" y="116162"/>
                </a:lnTo>
                <a:lnTo>
                  <a:pt x="452032" y="115556"/>
                </a:lnTo>
                <a:lnTo>
                  <a:pt x="452257" y="114943"/>
                </a:lnTo>
                <a:lnTo>
                  <a:pt x="452466" y="114325"/>
                </a:lnTo>
                <a:lnTo>
                  <a:pt x="452657" y="113701"/>
                </a:lnTo>
                <a:lnTo>
                  <a:pt x="452833" y="113070"/>
                </a:lnTo>
                <a:lnTo>
                  <a:pt x="452991" y="112433"/>
                </a:lnTo>
                <a:lnTo>
                  <a:pt x="453133" y="111790"/>
                </a:lnTo>
                <a:lnTo>
                  <a:pt x="453258" y="111141"/>
                </a:lnTo>
                <a:lnTo>
                  <a:pt x="453366" y="110486"/>
                </a:lnTo>
                <a:lnTo>
                  <a:pt x="453458" y="109824"/>
                </a:lnTo>
                <a:lnTo>
                  <a:pt x="453533" y="109157"/>
                </a:lnTo>
                <a:lnTo>
                  <a:pt x="453591" y="108483"/>
                </a:lnTo>
                <a:lnTo>
                  <a:pt x="453633" y="107803"/>
                </a:lnTo>
                <a:lnTo>
                  <a:pt x="453658" y="107117"/>
                </a:lnTo>
                <a:lnTo>
                  <a:pt x="453666" y="106425"/>
                </a:lnTo>
                <a:lnTo>
                  <a:pt x="453655" y="105584"/>
                </a:lnTo>
                <a:lnTo>
                  <a:pt x="453622" y="104755"/>
                </a:lnTo>
                <a:lnTo>
                  <a:pt x="453567" y="103940"/>
                </a:lnTo>
                <a:lnTo>
                  <a:pt x="453489" y="103137"/>
                </a:lnTo>
                <a:lnTo>
                  <a:pt x="453389" y="102348"/>
                </a:lnTo>
                <a:lnTo>
                  <a:pt x="453268" y="101571"/>
                </a:lnTo>
                <a:lnTo>
                  <a:pt x="453123" y="100807"/>
                </a:lnTo>
                <a:lnTo>
                  <a:pt x="452957" y="100056"/>
                </a:lnTo>
                <a:lnTo>
                  <a:pt x="452769" y="99319"/>
                </a:lnTo>
                <a:lnTo>
                  <a:pt x="452558" y="98594"/>
                </a:lnTo>
                <a:lnTo>
                  <a:pt x="452326" y="97882"/>
                </a:lnTo>
                <a:lnTo>
                  <a:pt x="452071" y="97183"/>
                </a:lnTo>
                <a:lnTo>
                  <a:pt x="451794" y="96497"/>
                </a:lnTo>
                <a:lnTo>
                  <a:pt x="451494" y="95823"/>
                </a:lnTo>
                <a:lnTo>
                  <a:pt x="451173" y="95163"/>
                </a:lnTo>
                <a:lnTo>
                  <a:pt x="450830" y="94516"/>
                </a:lnTo>
                <a:lnTo>
                  <a:pt x="450464" y="93882"/>
                </a:lnTo>
                <a:lnTo>
                  <a:pt x="450076" y="93260"/>
                </a:lnTo>
                <a:lnTo>
                  <a:pt x="449666" y="92652"/>
                </a:lnTo>
                <a:lnTo>
                  <a:pt x="449234" y="92057"/>
                </a:lnTo>
                <a:lnTo>
                  <a:pt x="448779" y="91474"/>
                </a:lnTo>
                <a:lnTo>
                  <a:pt x="448303" y="90905"/>
                </a:lnTo>
                <a:lnTo>
                  <a:pt x="447804" y="90348"/>
                </a:lnTo>
                <a:lnTo>
                  <a:pt x="447283" y="89804"/>
                </a:lnTo>
                <a:lnTo>
                  <a:pt x="446740" y="89268"/>
                </a:lnTo>
                <a:lnTo>
                  <a:pt x="446174" y="88743"/>
                </a:lnTo>
                <a:lnTo>
                  <a:pt x="445584" y="88229"/>
                </a:lnTo>
                <a:lnTo>
                  <a:pt x="444971" y="87728"/>
                </a:lnTo>
                <a:lnTo>
                  <a:pt x="444336" y="87237"/>
                </a:lnTo>
                <a:lnTo>
                  <a:pt x="443677" y="86759"/>
                </a:lnTo>
                <a:lnTo>
                  <a:pt x="442996" y="86292"/>
                </a:lnTo>
                <a:lnTo>
                  <a:pt x="442291" y="85837"/>
                </a:lnTo>
                <a:lnTo>
                  <a:pt x="441563" y="85393"/>
                </a:lnTo>
                <a:lnTo>
                  <a:pt x="440812" y="84961"/>
                </a:lnTo>
                <a:lnTo>
                  <a:pt x="440038" y="84541"/>
                </a:lnTo>
                <a:lnTo>
                  <a:pt x="439242" y="84132"/>
                </a:lnTo>
                <a:lnTo>
                  <a:pt x="438422" y="83735"/>
                </a:lnTo>
                <a:lnTo>
                  <a:pt x="437579" y="83350"/>
                </a:lnTo>
                <a:lnTo>
                  <a:pt x="436713" y="82976"/>
                </a:lnTo>
                <a:lnTo>
                  <a:pt x="435824" y="82614"/>
                </a:lnTo>
                <a:lnTo>
                  <a:pt x="434911" y="82263"/>
                </a:lnTo>
                <a:lnTo>
                  <a:pt x="433976" y="81924"/>
                </a:lnTo>
                <a:lnTo>
                  <a:pt x="433018" y="81597"/>
                </a:lnTo>
                <a:lnTo>
                  <a:pt x="432037" y="81281"/>
                </a:lnTo>
                <a:lnTo>
                  <a:pt x="431033" y="80977"/>
                </a:lnTo>
                <a:lnTo>
                  <a:pt x="430005" y="80685"/>
                </a:lnTo>
                <a:lnTo>
                  <a:pt x="428955" y="80404"/>
                </a:lnTo>
                <a:lnTo>
                  <a:pt x="427882" y="80135"/>
                </a:lnTo>
                <a:lnTo>
                  <a:pt x="413473" y="76596"/>
                </a:lnTo>
                <a:lnTo>
                  <a:pt x="412764" y="76415"/>
                </a:lnTo>
                <a:lnTo>
                  <a:pt x="412072" y="76230"/>
                </a:lnTo>
                <a:lnTo>
                  <a:pt x="411395" y="76042"/>
                </a:lnTo>
                <a:lnTo>
                  <a:pt x="410734" y="75850"/>
                </a:lnTo>
                <a:lnTo>
                  <a:pt x="410089" y="75654"/>
                </a:lnTo>
                <a:lnTo>
                  <a:pt x="409459" y="75454"/>
                </a:lnTo>
                <a:lnTo>
                  <a:pt x="408846" y="75251"/>
                </a:lnTo>
                <a:lnTo>
                  <a:pt x="408248" y="75044"/>
                </a:lnTo>
                <a:lnTo>
                  <a:pt x="407666" y="74833"/>
                </a:lnTo>
                <a:lnTo>
                  <a:pt x="407100" y="74619"/>
                </a:lnTo>
                <a:lnTo>
                  <a:pt x="406550" y="74401"/>
                </a:lnTo>
                <a:lnTo>
                  <a:pt x="406015" y="74179"/>
                </a:lnTo>
                <a:lnTo>
                  <a:pt x="405496" y="73953"/>
                </a:lnTo>
                <a:lnTo>
                  <a:pt x="404993" y="73723"/>
                </a:lnTo>
                <a:lnTo>
                  <a:pt x="404506" y="73490"/>
                </a:lnTo>
                <a:lnTo>
                  <a:pt x="404035" y="73253"/>
                </a:lnTo>
                <a:lnTo>
                  <a:pt x="403579" y="73013"/>
                </a:lnTo>
                <a:lnTo>
                  <a:pt x="403140" y="72768"/>
                </a:lnTo>
                <a:lnTo>
                  <a:pt x="402716" y="72520"/>
                </a:lnTo>
                <a:lnTo>
                  <a:pt x="402308" y="72269"/>
                </a:lnTo>
                <a:lnTo>
                  <a:pt x="401915" y="72013"/>
                </a:lnTo>
                <a:lnTo>
                  <a:pt x="401539" y="71754"/>
                </a:lnTo>
                <a:lnTo>
                  <a:pt x="401178" y="71491"/>
                </a:lnTo>
                <a:lnTo>
                  <a:pt x="400833" y="71224"/>
                </a:lnTo>
                <a:lnTo>
                  <a:pt x="400503" y="70951"/>
                </a:lnTo>
                <a:lnTo>
                  <a:pt x="400187" y="70671"/>
                </a:lnTo>
                <a:lnTo>
                  <a:pt x="399885" y="70382"/>
                </a:lnTo>
                <a:lnTo>
                  <a:pt x="399597" y="70085"/>
                </a:lnTo>
                <a:lnTo>
                  <a:pt x="399323" y="69780"/>
                </a:lnTo>
                <a:lnTo>
                  <a:pt x="399063" y="69466"/>
                </a:lnTo>
                <a:lnTo>
                  <a:pt x="398818" y="69145"/>
                </a:lnTo>
                <a:lnTo>
                  <a:pt x="398586" y="68816"/>
                </a:lnTo>
                <a:lnTo>
                  <a:pt x="398368" y="68478"/>
                </a:lnTo>
                <a:lnTo>
                  <a:pt x="398165" y="68132"/>
                </a:lnTo>
                <a:lnTo>
                  <a:pt x="397975" y="67778"/>
                </a:lnTo>
                <a:lnTo>
                  <a:pt x="397799" y="67416"/>
                </a:lnTo>
                <a:lnTo>
                  <a:pt x="397638" y="67046"/>
                </a:lnTo>
                <a:lnTo>
                  <a:pt x="397490" y="66668"/>
                </a:lnTo>
                <a:lnTo>
                  <a:pt x="397357" y="66282"/>
                </a:lnTo>
                <a:lnTo>
                  <a:pt x="397238" y="65887"/>
                </a:lnTo>
                <a:lnTo>
                  <a:pt x="397132" y="65485"/>
                </a:lnTo>
                <a:lnTo>
                  <a:pt x="397041" y="65074"/>
                </a:lnTo>
                <a:lnTo>
                  <a:pt x="396964" y="64655"/>
                </a:lnTo>
                <a:lnTo>
                  <a:pt x="396901" y="64228"/>
                </a:lnTo>
                <a:lnTo>
                  <a:pt x="396851" y="63793"/>
                </a:lnTo>
                <a:lnTo>
                  <a:pt x="396816" y="63350"/>
                </a:lnTo>
                <a:lnTo>
                  <a:pt x="396795" y="62899"/>
                </a:lnTo>
                <a:lnTo>
                  <a:pt x="396788" y="62440"/>
                </a:lnTo>
                <a:lnTo>
                  <a:pt x="396798" y="61922"/>
                </a:lnTo>
                <a:lnTo>
                  <a:pt x="396829" y="61412"/>
                </a:lnTo>
                <a:lnTo>
                  <a:pt x="396880" y="60910"/>
                </a:lnTo>
                <a:lnTo>
                  <a:pt x="396952" y="60415"/>
                </a:lnTo>
                <a:lnTo>
                  <a:pt x="397043" y="59929"/>
                </a:lnTo>
                <a:lnTo>
                  <a:pt x="397156" y="59450"/>
                </a:lnTo>
                <a:lnTo>
                  <a:pt x="397288" y="58978"/>
                </a:lnTo>
                <a:lnTo>
                  <a:pt x="397441" y="58514"/>
                </a:lnTo>
                <a:lnTo>
                  <a:pt x="397615" y="58058"/>
                </a:lnTo>
                <a:lnTo>
                  <a:pt x="397809" y="57610"/>
                </a:lnTo>
                <a:lnTo>
                  <a:pt x="398023" y="57169"/>
                </a:lnTo>
                <a:lnTo>
                  <a:pt x="398258" y="56736"/>
                </a:lnTo>
                <a:lnTo>
                  <a:pt x="398513" y="56311"/>
                </a:lnTo>
                <a:lnTo>
                  <a:pt x="398788" y="55893"/>
                </a:lnTo>
                <a:lnTo>
                  <a:pt x="399084" y="55483"/>
                </a:lnTo>
                <a:lnTo>
                  <a:pt x="399400" y="55081"/>
                </a:lnTo>
                <a:lnTo>
                  <a:pt x="399737" y="54686"/>
                </a:lnTo>
                <a:lnTo>
                  <a:pt x="400094" y="54299"/>
                </a:lnTo>
                <a:lnTo>
                  <a:pt x="400472" y="53920"/>
                </a:lnTo>
                <a:lnTo>
                  <a:pt x="400870" y="53548"/>
                </a:lnTo>
                <a:lnTo>
                  <a:pt x="401288" y="53184"/>
                </a:lnTo>
                <a:lnTo>
                  <a:pt x="401727" y="52828"/>
                </a:lnTo>
                <a:lnTo>
                  <a:pt x="402186" y="52479"/>
                </a:lnTo>
                <a:lnTo>
                  <a:pt x="402666" y="52138"/>
                </a:lnTo>
                <a:lnTo>
                  <a:pt x="403166" y="51803"/>
                </a:lnTo>
                <a:lnTo>
                  <a:pt x="403676" y="51482"/>
                </a:lnTo>
                <a:lnTo>
                  <a:pt x="404197" y="51176"/>
                </a:lnTo>
                <a:lnTo>
                  <a:pt x="404728" y="50883"/>
                </a:lnTo>
                <a:lnTo>
                  <a:pt x="405270" y="50605"/>
                </a:lnTo>
                <a:lnTo>
                  <a:pt x="405822" y="50341"/>
                </a:lnTo>
                <a:lnTo>
                  <a:pt x="406384" y="50091"/>
                </a:lnTo>
                <a:lnTo>
                  <a:pt x="406956" y="49856"/>
                </a:lnTo>
                <a:lnTo>
                  <a:pt x="407539" y="49635"/>
                </a:lnTo>
                <a:lnTo>
                  <a:pt x="408132" y="49428"/>
                </a:lnTo>
                <a:lnTo>
                  <a:pt x="408735" y="49236"/>
                </a:lnTo>
                <a:lnTo>
                  <a:pt x="409349" y="49057"/>
                </a:lnTo>
                <a:lnTo>
                  <a:pt x="409973" y="48893"/>
                </a:lnTo>
                <a:lnTo>
                  <a:pt x="410607" y="48744"/>
                </a:lnTo>
                <a:lnTo>
                  <a:pt x="411252" y="48608"/>
                </a:lnTo>
                <a:lnTo>
                  <a:pt x="411907" y="48487"/>
                </a:lnTo>
                <a:lnTo>
                  <a:pt x="412572" y="48380"/>
                </a:lnTo>
                <a:lnTo>
                  <a:pt x="413247" y="48287"/>
                </a:lnTo>
                <a:lnTo>
                  <a:pt x="413933" y="48209"/>
                </a:lnTo>
                <a:lnTo>
                  <a:pt x="414629" y="48145"/>
                </a:lnTo>
                <a:lnTo>
                  <a:pt x="415336" y="48095"/>
                </a:lnTo>
                <a:lnTo>
                  <a:pt x="416053" y="48059"/>
                </a:lnTo>
                <a:lnTo>
                  <a:pt x="416780" y="48038"/>
                </a:lnTo>
                <a:lnTo>
                  <a:pt x="417517" y="48030"/>
                </a:lnTo>
                <a:lnTo>
                  <a:pt x="418056" y="48034"/>
                </a:lnTo>
                <a:lnTo>
                  <a:pt x="418586" y="48045"/>
                </a:lnTo>
                <a:lnTo>
                  <a:pt x="419108" y="48063"/>
                </a:lnTo>
                <a:lnTo>
                  <a:pt x="419622" y="48088"/>
                </a:lnTo>
                <a:lnTo>
                  <a:pt x="420128" y="48121"/>
                </a:lnTo>
                <a:lnTo>
                  <a:pt x="420626" y="48161"/>
                </a:lnTo>
                <a:lnTo>
                  <a:pt x="421115" y="48208"/>
                </a:lnTo>
                <a:lnTo>
                  <a:pt x="421597" y="48262"/>
                </a:lnTo>
                <a:lnTo>
                  <a:pt x="422070" y="48324"/>
                </a:lnTo>
                <a:lnTo>
                  <a:pt x="422536" y="48393"/>
                </a:lnTo>
                <a:lnTo>
                  <a:pt x="422993" y="48469"/>
                </a:lnTo>
                <a:lnTo>
                  <a:pt x="423442" y="48552"/>
                </a:lnTo>
                <a:lnTo>
                  <a:pt x="423883" y="48642"/>
                </a:lnTo>
                <a:lnTo>
                  <a:pt x="424316" y="48740"/>
                </a:lnTo>
                <a:lnTo>
                  <a:pt x="424741" y="48845"/>
                </a:lnTo>
                <a:lnTo>
                  <a:pt x="425157" y="48957"/>
                </a:lnTo>
                <a:lnTo>
                  <a:pt x="425566" y="49077"/>
                </a:lnTo>
                <a:lnTo>
                  <a:pt x="425966" y="49204"/>
                </a:lnTo>
                <a:lnTo>
                  <a:pt x="426358" y="49338"/>
                </a:lnTo>
                <a:lnTo>
                  <a:pt x="426742" y="49479"/>
                </a:lnTo>
                <a:lnTo>
                  <a:pt x="427118" y="49627"/>
                </a:lnTo>
                <a:lnTo>
                  <a:pt x="427486" y="49783"/>
                </a:lnTo>
                <a:lnTo>
                  <a:pt x="427846" y="49946"/>
                </a:lnTo>
                <a:lnTo>
                  <a:pt x="428198" y="50116"/>
                </a:lnTo>
                <a:lnTo>
                  <a:pt x="428542" y="50292"/>
                </a:lnTo>
                <a:lnTo>
                  <a:pt x="428881" y="50471"/>
                </a:lnTo>
                <a:lnTo>
                  <a:pt x="429213" y="50655"/>
                </a:lnTo>
                <a:lnTo>
                  <a:pt x="429539" y="50843"/>
                </a:lnTo>
                <a:lnTo>
                  <a:pt x="429859" y="51034"/>
                </a:lnTo>
                <a:lnTo>
                  <a:pt x="430173" y="51230"/>
                </a:lnTo>
                <a:lnTo>
                  <a:pt x="430480" y="51429"/>
                </a:lnTo>
                <a:lnTo>
                  <a:pt x="430782" y="51633"/>
                </a:lnTo>
                <a:lnTo>
                  <a:pt x="431077" y="51840"/>
                </a:lnTo>
                <a:lnTo>
                  <a:pt x="431366" y="52051"/>
                </a:lnTo>
                <a:lnTo>
                  <a:pt x="431649" y="52267"/>
                </a:lnTo>
                <a:lnTo>
                  <a:pt x="431926" y="52486"/>
                </a:lnTo>
                <a:lnTo>
                  <a:pt x="432197" y="52709"/>
                </a:lnTo>
                <a:lnTo>
                  <a:pt x="432462" y="52936"/>
                </a:lnTo>
                <a:lnTo>
                  <a:pt x="432720" y="53167"/>
                </a:lnTo>
                <a:lnTo>
                  <a:pt x="432973" y="53402"/>
                </a:lnTo>
                <a:lnTo>
                  <a:pt x="433219" y="53641"/>
                </a:lnTo>
                <a:lnTo>
                  <a:pt x="433459" y="53884"/>
                </a:lnTo>
                <a:lnTo>
                  <a:pt x="433693" y="54131"/>
                </a:lnTo>
                <a:lnTo>
                  <a:pt x="433921" y="54382"/>
                </a:lnTo>
                <a:lnTo>
                  <a:pt x="434142" y="54637"/>
                </a:lnTo>
                <a:lnTo>
                  <a:pt x="434358" y="54895"/>
                </a:lnTo>
                <a:lnTo>
                  <a:pt x="434567" y="55158"/>
                </a:lnTo>
                <a:lnTo>
                  <a:pt x="434770" y="55425"/>
                </a:lnTo>
                <a:lnTo>
                  <a:pt x="434974" y="55688"/>
                </a:lnTo>
                <a:lnTo>
                  <a:pt x="435173" y="55953"/>
                </a:lnTo>
                <a:lnTo>
                  <a:pt x="435368" y="56218"/>
                </a:lnTo>
                <a:lnTo>
                  <a:pt x="435558" y="56483"/>
                </a:lnTo>
                <a:lnTo>
                  <a:pt x="435745" y="56749"/>
                </a:lnTo>
                <a:lnTo>
                  <a:pt x="435928" y="57016"/>
                </a:lnTo>
                <a:lnTo>
                  <a:pt x="436106" y="57284"/>
                </a:lnTo>
                <a:lnTo>
                  <a:pt x="436280" y="57552"/>
                </a:lnTo>
                <a:lnTo>
                  <a:pt x="436450" y="57821"/>
                </a:lnTo>
                <a:lnTo>
                  <a:pt x="436616" y="58091"/>
                </a:lnTo>
                <a:lnTo>
                  <a:pt x="436777" y="58361"/>
                </a:lnTo>
                <a:lnTo>
                  <a:pt x="436935" y="58632"/>
                </a:lnTo>
                <a:lnTo>
                  <a:pt x="437088" y="58903"/>
                </a:lnTo>
                <a:lnTo>
                  <a:pt x="437237" y="59176"/>
                </a:lnTo>
                <a:lnTo>
                  <a:pt x="437382" y="59449"/>
                </a:lnTo>
                <a:lnTo>
                  <a:pt x="437523" y="59722"/>
                </a:lnTo>
                <a:lnTo>
                  <a:pt x="437659" y="59996"/>
                </a:lnTo>
                <a:lnTo>
                  <a:pt x="437792" y="60271"/>
                </a:lnTo>
                <a:lnTo>
                  <a:pt x="437920" y="60547"/>
                </a:lnTo>
                <a:lnTo>
                  <a:pt x="438044" y="60823"/>
                </a:lnTo>
                <a:lnTo>
                  <a:pt x="438164" y="61100"/>
                </a:lnTo>
                <a:lnTo>
                  <a:pt x="438280" y="61377"/>
                </a:lnTo>
                <a:lnTo>
                  <a:pt x="438392" y="61655"/>
                </a:lnTo>
                <a:lnTo>
                  <a:pt x="438499" y="61934"/>
                </a:lnTo>
                <a:lnTo>
                  <a:pt x="451897" y="58142"/>
                </a:lnTo>
                <a:lnTo>
                  <a:pt x="451599" y="57285"/>
                </a:lnTo>
                <a:lnTo>
                  <a:pt x="451284" y="56443"/>
                </a:lnTo>
                <a:lnTo>
                  <a:pt x="450953" y="55614"/>
                </a:lnTo>
                <a:lnTo>
                  <a:pt x="450605" y="54800"/>
                </a:lnTo>
                <a:lnTo>
                  <a:pt x="450240" y="53999"/>
                </a:lnTo>
                <a:close/>
                <a:moveTo>
                  <a:pt x="45632" y="135639"/>
                </a:moveTo>
                <a:lnTo>
                  <a:pt x="46289" y="135591"/>
                </a:lnTo>
                <a:lnTo>
                  <a:pt x="46936" y="135534"/>
                </a:lnTo>
                <a:lnTo>
                  <a:pt x="47574" y="135468"/>
                </a:lnTo>
                <a:lnTo>
                  <a:pt x="48203" y="135394"/>
                </a:lnTo>
                <a:lnTo>
                  <a:pt x="48823" y="135310"/>
                </a:lnTo>
                <a:lnTo>
                  <a:pt x="49435" y="135218"/>
                </a:lnTo>
                <a:lnTo>
                  <a:pt x="50037" y="135117"/>
                </a:lnTo>
                <a:lnTo>
                  <a:pt x="50630" y="135007"/>
                </a:lnTo>
                <a:lnTo>
                  <a:pt x="51214" y="134889"/>
                </a:lnTo>
                <a:lnTo>
                  <a:pt x="51790" y="134762"/>
                </a:lnTo>
                <a:lnTo>
                  <a:pt x="52356" y="134626"/>
                </a:lnTo>
                <a:lnTo>
                  <a:pt x="52913" y="134481"/>
                </a:lnTo>
                <a:lnTo>
                  <a:pt x="53462" y="134327"/>
                </a:lnTo>
                <a:lnTo>
                  <a:pt x="54001" y="134165"/>
                </a:lnTo>
                <a:lnTo>
                  <a:pt x="54531" y="133994"/>
                </a:lnTo>
                <a:lnTo>
                  <a:pt x="55052" y="133814"/>
                </a:lnTo>
                <a:lnTo>
                  <a:pt x="55565" y="133625"/>
                </a:lnTo>
                <a:lnTo>
                  <a:pt x="56068" y="133428"/>
                </a:lnTo>
                <a:lnTo>
                  <a:pt x="56562" y="133221"/>
                </a:lnTo>
                <a:lnTo>
                  <a:pt x="57048" y="133009"/>
                </a:lnTo>
                <a:lnTo>
                  <a:pt x="57525" y="132792"/>
                </a:lnTo>
                <a:lnTo>
                  <a:pt x="57995" y="132572"/>
                </a:lnTo>
                <a:lnTo>
                  <a:pt x="58456" y="132349"/>
                </a:lnTo>
                <a:lnTo>
                  <a:pt x="58910" y="132121"/>
                </a:lnTo>
                <a:lnTo>
                  <a:pt x="59355" y="131890"/>
                </a:lnTo>
                <a:lnTo>
                  <a:pt x="59792" y="131655"/>
                </a:lnTo>
                <a:lnTo>
                  <a:pt x="60221" y="131417"/>
                </a:lnTo>
                <a:lnTo>
                  <a:pt x="60641" y="131174"/>
                </a:lnTo>
                <a:lnTo>
                  <a:pt x="61054" y="130928"/>
                </a:lnTo>
                <a:lnTo>
                  <a:pt x="61459" y="130678"/>
                </a:lnTo>
                <a:lnTo>
                  <a:pt x="61855" y="130425"/>
                </a:lnTo>
                <a:lnTo>
                  <a:pt x="62243" y="130167"/>
                </a:lnTo>
                <a:lnTo>
                  <a:pt x="62623" y="129906"/>
                </a:lnTo>
                <a:lnTo>
                  <a:pt x="62996" y="129642"/>
                </a:lnTo>
                <a:lnTo>
                  <a:pt x="63359" y="129373"/>
                </a:lnTo>
                <a:lnTo>
                  <a:pt x="63715" y="129101"/>
                </a:lnTo>
                <a:lnTo>
                  <a:pt x="64063" y="128825"/>
                </a:lnTo>
                <a:lnTo>
                  <a:pt x="64403" y="128545"/>
                </a:lnTo>
                <a:lnTo>
                  <a:pt x="64734" y="128262"/>
                </a:lnTo>
                <a:lnTo>
                  <a:pt x="65057" y="127975"/>
                </a:lnTo>
                <a:lnTo>
                  <a:pt x="65373" y="127684"/>
                </a:lnTo>
                <a:lnTo>
                  <a:pt x="65680" y="127389"/>
                </a:lnTo>
                <a:lnTo>
                  <a:pt x="65979" y="127091"/>
                </a:lnTo>
                <a:lnTo>
                  <a:pt x="66270" y="126792"/>
                </a:lnTo>
                <a:lnTo>
                  <a:pt x="66554" y="126494"/>
                </a:lnTo>
                <a:lnTo>
                  <a:pt x="66832" y="126197"/>
                </a:lnTo>
                <a:lnTo>
                  <a:pt x="67102" y="125903"/>
                </a:lnTo>
                <a:lnTo>
                  <a:pt x="67365" y="125609"/>
                </a:lnTo>
                <a:lnTo>
                  <a:pt x="67622" y="125318"/>
                </a:lnTo>
                <a:lnTo>
                  <a:pt x="67871" y="125027"/>
                </a:lnTo>
                <a:lnTo>
                  <a:pt x="68113" y="124739"/>
                </a:lnTo>
                <a:lnTo>
                  <a:pt x="68349" y="124452"/>
                </a:lnTo>
                <a:lnTo>
                  <a:pt x="68577" y="124166"/>
                </a:lnTo>
                <a:lnTo>
                  <a:pt x="68798" y="123882"/>
                </a:lnTo>
                <a:lnTo>
                  <a:pt x="69012" y="123599"/>
                </a:lnTo>
                <a:lnTo>
                  <a:pt x="69219" y="123318"/>
                </a:lnTo>
                <a:lnTo>
                  <a:pt x="69419" y="123039"/>
                </a:lnTo>
                <a:lnTo>
                  <a:pt x="69613" y="122761"/>
                </a:lnTo>
                <a:lnTo>
                  <a:pt x="69799" y="122485"/>
                </a:lnTo>
                <a:lnTo>
                  <a:pt x="69978" y="122210"/>
                </a:lnTo>
                <a:lnTo>
                  <a:pt x="70150" y="121936"/>
                </a:lnTo>
                <a:lnTo>
                  <a:pt x="70315" y="121665"/>
                </a:lnTo>
                <a:lnTo>
                  <a:pt x="70473" y="121394"/>
                </a:lnTo>
                <a:lnTo>
                  <a:pt x="70624" y="121126"/>
                </a:lnTo>
                <a:lnTo>
                  <a:pt x="70768" y="120859"/>
                </a:lnTo>
                <a:lnTo>
                  <a:pt x="70905" y="120593"/>
                </a:lnTo>
                <a:lnTo>
                  <a:pt x="71034" y="120329"/>
                </a:lnTo>
                <a:lnTo>
                  <a:pt x="71793" y="120329"/>
                </a:lnTo>
                <a:lnTo>
                  <a:pt x="71793" y="133474"/>
                </a:lnTo>
                <a:lnTo>
                  <a:pt x="86708" y="133474"/>
                </a:lnTo>
                <a:lnTo>
                  <a:pt x="86708" y="69518"/>
                </a:lnTo>
                <a:lnTo>
                  <a:pt x="86701" y="68562"/>
                </a:lnTo>
                <a:lnTo>
                  <a:pt x="86681" y="67623"/>
                </a:lnTo>
                <a:lnTo>
                  <a:pt x="86648" y="66700"/>
                </a:lnTo>
                <a:lnTo>
                  <a:pt x="86602" y="65793"/>
                </a:lnTo>
                <a:lnTo>
                  <a:pt x="86543" y="64902"/>
                </a:lnTo>
                <a:lnTo>
                  <a:pt x="86471" y="64027"/>
                </a:lnTo>
                <a:lnTo>
                  <a:pt x="86385" y="63169"/>
                </a:lnTo>
                <a:lnTo>
                  <a:pt x="86286" y="62327"/>
                </a:lnTo>
                <a:lnTo>
                  <a:pt x="86174" y="61501"/>
                </a:lnTo>
                <a:lnTo>
                  <a:pt x="86049" y="60692"/>
                </a:lnTo>
                <a:lnTo>
                  <a:pt x="85911" y="59899"/>
                </a:lnTo>
                <a:lnTo>
                  <a:pt x="85760" y="59122"/>
                </a:lnTo>
                <a:lnTo>
                  <a:pt x="85595" y="58361"/>
                </a:lnTo>
                <a:lnTo>
                  <a:pt x="85417" y="57616"/>
                </a:lnTo>
                <a:lnTo>
                  <a:pt x="85226" y="56888"/>
                </a:lnTo>
                <a:lnTo>
                  <a:pt x="85022" y="56176"/>
                </a:lnTo>
                <a:lnTo>
                  <a:pt x="84805" y="55480"/>
                </a:lnTo>
                <a:lnTo>
                  <a:pt x="84575" y="54801"/>
                </a:lnTo>
                <a:lnTo>
                  <a:pt x="84331" y="54137"/>
                </a:lnTo>
                <a:lnTo>
                  <a:pt x="84074" y="53490"/>
                </a:lnTo>
                <a:lnTo>
                  <a:pt x="83804" y="52859"/>
                </a:lnTo>
                <a:lnTo>
                  <a:pt x="83521" y="52245"/>
                </a:lnTo>
                <a:lnTo>
                  <a:pt x="83225" y="51646"/>
                </a:lnTo>
                <a:lnTo>
                  <a:pt x="82916" y="51064"/>
                </a:lnTo>
                <a:lnTo>
                  <a:pt x="82596" y="50496"/>
                </a:lnTo>
                <a:lnTo>
                  <a:pt x="82270" y="49940"/>
                </a:lnTo>
                <a:lnTo>
                  <a:pt x="81937" y="49396"/>
                </a:lnTo>
                <a:lnTo>
                  <a:pt x="81597" y="48864"/>
                </a:lnTo>
                <a:lnTo>
                  <a:pt x="81251" y="48345"/>
                </a:lnTo>
                <a:lnTo>
                  <a:pt x="80897" y="47837"/>
                </a:lnTo>
                <a:lnTo>
                  <a:pt x="80537" y="47341"/>
                </a:lnTo>
                <a:lnTo>
                  <a:pt x="80170" y="46858"/>
                </a:lnTo>
                <a:lnTo>
                  <a:pt x="79796" y="46386"/>
                </a:lnTo>
                <a:lnTo>
                  <a:pt x="79416" y="45927"/>
                </a:lnTo>
                <a:lnTo>
                  <a:pt x="79028" y="45480"/>
                </a:lnTo>
                <a:lnTo>
                  <a:pt x="78634" y="45044"/>
                </a:lnTo>
                <a:lnTo>
                  <a:pt x="78233" y="44621"/>
                </a:lnTo>
                <a:lnTo>
                  <a:pt x="77825" y="44210"/>
                </a:lnTo>
                <a:lnTo>
                  <a:pt x="77411" y="43811"/>
                </a:lnTo>
                <a:lnTo>
                  <a:pt x="76989" y="43424"/>
                </a:lnTo>
                <a:lnTo>
                  <a:pt x="76561" y="43049"/>
                </a:lnTo>
                <a:lnTo>
                  <a:pt x="76126" y="42686"/>
                </a:lnTo>
                <a:lnTo>
                  <a:pt x="75684" y="42335"/>
                </a:lnTo>
                <a:lnTo>
                  <a:pt x="75235" y="41997"/>
                </a:lnTo>
                <a:lnTo>
                  <a:pt x="74780" y="41670"/>
                </a:lnTo>
                <a:lnTo>
                  <a:pt x="74318" y="41356"/>
                </a:lnTo>
                <a:lnTo>
                  <a:pt x="73849" y="41053"/>
                </a:lnTo>
                <a:lnTo>
                  <a:pt x="73373" y="40763"/>
                </a:lnTo>
                <a:lnTo>
                  <a:pt x="72898" y="40482"/>
                </a:lnTo>
                <a:lnTo>
                  <a:pt x="72422" y="40210"/>
                </a:lnTo>
                <a:lnTo>
                  <a:pt x="71944" y="39946"/>
                </a:lnTo>
                <a:lnTo>
                  <a:pt x="71465" y="39690"/>
                </a:lnTo>
                <a:lnTo>
                  <a:pt x="70984" y="39442"/>
                </a:lnTo>
                <a:lnTo>
                  <a:pt x="70501" y="39202"/>
                </a:lnTo>
                <a:lnTo>
                  <a:pt x="70017" y="38971"/>
                </a:lnTo>
                <a:lnTo>
                  <a:pt x="69532" y="38747"/>
                </a:lnTo>
                <a:lnTo>
                  <a:pt x="69045" y="38532"/>
                </a:lnTo>
                <a:lnTo>
                  <a:pt x="68556" y="38325"/>
                </a:lnTo>
                <a:lnTo>
                  <a:pt x="68066" y="38126"/>
                </a:lnTo>
                <a:lnTo>
                  <a:pt x="67574" y="37935"/>
                </a:lnTo>
                <a:lnTo>
                  <a:pt x="67081" y="37752"/>
                </a:lnTo>
                <a:lnTo>
                  <a:pt x="66586" y="37577"/>
                </a:lnTo>
                <a:lnTo>
                  <a:pt x="66090" y="37410"/>
                </a:lnTo>
                <a:lnTo>
                  <a:pt x="65592" y="37252"/>
                </a:lnTo>
                <a:lnTo>
                  <a:pt x="65093" y="37101"/>
                </a:lnTo>
                <a:lnTo>
                  <a:pt x="64592" y="36959"/>
                </a:lnTo>
                <a:lnTo>
                  <a:pt x="64090" y="36825"/>
                </a:lnTo>
                <a:lnTo>
                  <a:pt x="63586" y="36699"/>
                </a:lnTo>
                <a:lnTo>
                  <a:pt x="63080" y="36581"/>
                </a:lnTo>
                <a:lnTo>
                  <a:pt x="62573" y="36471"/>
                </a:lnTo>
                <a:lnTo>
                  <a:pt x="62065" y="36369"/>
                </a:lnTo>
                <a:lnTo>
                  <a:pt x="61555" y="36276"/>
                </a:lnTo>
                <a:lnTo>
                  <a:pt x="61052" y="36183"/>
                </a:lnTo>
                <a:lnTo>
                  <a:pt x="60553" y="36094"/>
                </a:lnTo>
                <a:lnTo>
                  <a:pt x="60060" y="36009"/>
                </a:lnTo>
                <a:lnTo>
                  <a:pt x="59571" y="35928"/>
                </a:lnTo>
                <a:lnTo>
                  <a:pt x="59087" y="35851"/>
                </a:lnTo>
                <a:lnTo>
                  <a:pt x="58608" y="35778"/>
                </a:lnTo>
                <a:lnTo>
                  <a:pt x="58134" y="35709"/>
                </a:lnTo>
                <a:lnTo>
                  <a:pt x="57665" y="35644"/>
                </a:lnTo>
                <a:lnTo>
                  <a:pt x="57200" y="35582"/>
                </a:lnTo>
                <a:lnTo>
                  <a:pt x="56740" y="35525"/>
                </a:lnTo>
                <a:lnTo>
                  <a:pt x="56285" y="35472"/>
                </a:lnTo>
                <a:lnTo>
                  <a:pt x="55835" y="35422"/>
                </a:lnTo>
                <a:lnTo>
                  <a:pt x="55390" y="35377"/>
                </a:lnTo>
                <a:lnTo>
                  <a:pt x="54950" y="35336"/>
                </a:lnTo>
                <a:lnTo>
                  <a:pt x="54514" y="35298"/>
                </a:lnTo>
                <a:lnTo>
                  <a:pt x="54083" y="35264"/>
                </a:lnTo>
                <a:lnTo>
                  <a:pt x="53657" y="35235"/>
                </a:lnTo>
                <a:lnTo>
                  <a:pt x="53236" y="35209"/>
                </a:lnTo>
                <a:lnTo>
                  <a:pt x="52820" y="35187"/>
                </a:lnTo>
                <a:lnTo>
                  <a:pt x="52409" y="35170"/>
                </a:lnTo>
                <a:lnTo>
                  <a:pt x="52002" y="35156"/>
                </a:lnTo>
                <a:lnTo>
                  <a:pt x="51600" y="35146"/>
                </a:lnTo>
                <a:lnTo>
                  <a:pt x="51203" y="35140"/>
                </a:lnTo>
                <a:lnTo>
                  <a:pt x="50811" y="35138"/>
                </a:lnTo>
                <a:lnTo>
                  <a:pt x="50200" y="35142"/>
                </a:lnTo>
                <a:lnTo>
                  <a:pt x="49588" y="35152"/>
                </a:lnTo>
                <a:lnTo>
                  <a:pt x="48974" y="35170"/>
                </a:lnTo>
                <a:lnTo>
                  <a:pt x="48360" y="35194"/>
                </a:lnTo>
                <a:lnTo>
                  <a:pt x="47746" y="35226"/>
                </a:lnTo>
                <a:lnTo>
                  <a:pt x="47130" y="35264"/>
                </a:lnTo>
                <a:lnTo>
                  <a:pt x="46513" y="35310"/>
                </a:lnTo>
                <a:lnTo>
                  <a:pt x="45896" y="35363"/>
                </a:lnTo>
                <a:lnTo>
                  <a:pt x="45277" y="35422"/>
                </a:lnTo>
                <a:lnTo>
                  <a:pt x="44658" y="35489"/>
                </a:lnTo>
                <a:lnTo>
                  <a:pt x="44038" y="35563"/>
                </a:lnTo>
                <a:lnTo>
                  <a:pt x="43417" y="35644"/>
                </a:lnTo>
                <a:lnTo>
                  <a:pt x="42795" y="35731"/>
                </a:lnTo>
                <a:lnTo>
                  <a:pt x="42172" y="35826"/>
                </a:lnTo>
                <a:lnTo>
                  <a:pt x="41549" y="35928"/>
                </a:lnTo>
                <a:lnTo>
                  <a:pt x="40924" y="36037"/>
                </a:lnTo>
                <a:lnTo>
                  <a:pt x="40299" y="36153"/>
                </a:lnTo>
                <a:lnTo>
                  <a:pt x="39673" y="36276"/>
                </a:lnTo>
                <a:lnTo>
                  <a:pt x="39045" y="36406"/>
                </a:lnTo>
                <a:lnTo>
                  <a:pt x="38417" y="36542"/>
                </a:lnTo>
                <a:lnTo>
                  <a:pt x="37788" y="36686"/>
                </a:lnTo>
                <a:lnTo>
                  <a:pt x="37159" y="36837"/>
                </a:lnTo>
                <a:lnTo>
                  <a:pt x="36528" y="36995"/>
                </a:lnTo>
                <a:lnTo>
                  <a:pt x="35896" y="37160"/>
                </a:lnTo>
                <a:lnTo>
                  <a:pt x="35272" y="37329"/>
                </a:lnTo>
                <a:lnTo>
                  <a:pt x="34651" y="37508"/>
                </a:lnTo>
                <a:lnTo>
                  <a:pt x="34034" y="37698"/>
                </a:lnTo>
                <a:lnTo>
                  <a:pt x="33421" y="37898"/>
                </a:lnTo>
                <a:lnTo>
                  <a:pt x="32812" y="38108"/>
                </a:lnTo>
                <a:lnTo>
                  <a:pt x="32207" y="38330"/>
                </a:lnTo>
                <a:lnTo>
                  <a:pt x="31606" y="38561"/>
                </a:lnTo>
                <a:lnTo>
                  <a:pt x="31009" y="38804"/>
                </a:lnTo>
                <a:lnTo>
                  <a:pt x="30416" y="39056"/>
                </a:lnTo>
                <a:lnTo>
                  <a:pt x="29827" y="39320"/>
                </a:lnTo>
                <a:lnTo>
                  <a:pt x="29242" y="39594"/>
                </a:lnTo>
                <a:lnTo>
                  <a:pt x="28660" y="39878"/>
                </a:lnTo>
                <a:lnTo>
                  <a:pt x="28083" y="40173"/>
                </a:lnTo>
                <a:lnTo>
                  <a:pt x="27510" y="40478"/>
                </a:lnTo>
                <a:lnTo>
                  <a:pt x="26940" y="40794"/>
                </a:lnTo>
                <a:lnTo>
                  <a:pt x="26375" y="41121"/>
                </a:lnTo>
                <a:lnTo>
                  <a:pt x="25813" y="41458"/>
                </a:lnTo>
                <a:lnTo>
                  <a:pt x="25255" y="41805"/>
                </a:lnTo>
                <a:lnTo>
                  <a:pt x="24702" y="42164"/>
                </a:lnTo>
                <a:lnTo>
                  <a:pt x="24152" y="42532"/>
                </a:lnTo>
                <a:lnTo>
                  <a:pt x="23606" y="42911"/>
                </a:lnTo>
                <a:lnTo>
                  <a:pt x="23065" y="43301"/>
                </a:lnTo>
                <a:lnTo>
                  <a:pt x="22527" y="43701"/>
                </a:lnTo>
                <a:lnTo>
                  <a:pt x="21993" y="44112"/>
                </a:lnTo>
                <a:lnTo>
                  <a:pt x="21471" y="44530"/>
                </a:lnTo>
                <a:lnTo>
                  <a:pt x="20957" y="44961"/>
                </a:lnTo>
                <a:lnTo>
                  <a:pt x="20452" y="45406"/>
                </a:lnTo>
                <a:lnTo>
                  <a:pt x="19957" y="45864"/>
                </a:lnTo>
                <a:lnTo>
                  <a:pt x="19469" y="46336"/>
                </a:lnTo>
                <a:lnTo>
                  <a:pt x="18991" y="46822"/>
                </a:lnTo>
                <a:lnTo>
                  <a:pt x="18521" y="47321"/>
                </a:lnTo>
                <a:lnTo>
                  <a:pt x="18061" y="47834"/>
                </a:lnTo>
                <a:lnTo>
                  <a:pt x="17609" y="48360"/>
                </a:lnTo>
                <a:lnTo>
                  <a:pt x="17165" y="48900"/>
                </a:lnTo>
                <a:lnTo>
                  <a:pt x="16731" y="49454"/>
                </a:lnTo>
                <a:lnTo>
                  <a:pt x="16305" y="50021"/>
                </a:lnTo>
                <a:lnTo>
                  <a:pt x="15888" y="50602"/>
                </a:lnTo>
                <a:lnTo>
                  <a:pt x="15480" y="51196"/>
                </a:lnTo>
                <a:lnTo>
                  <a:pt x="15081" y="51805"/>
                </a:lnTo>
                <a:lnTo>
                  <a:pt x="14690" y="52426"/>
                </a:lnTo>
                <a:lnTo>
                  <a:pt x="14308" y="53061"/>
                </a:lnTo>
                <a:lnTo>
                  <a:pt x="13935" y="53710"/>
                </a:lnTo>
                <a:lnTo>
                  <a:pt x="13571" y="54373"/>
                </a:lnTo>
                <a:lnTo>
                  <a:pt x="13215" y="55049"/>
                </a:lnTo>
                <a:lnTo>
                  <a:pt x="12869" y="55739"/>
                </a:lnTo>
                <a:lnTo>
                  <a:pt x="12531" y="56442"/>
                </a:lnTo>
                <a:lnTo>
                  <a:pt x="12202" y="57159"/>
                </a:lnTo>
                <a:lnTo>
                  <a:pt x="11881" y="57889"/>
                </a:lnTo>
                <a:lnTo>
                  <a:pt x="26038" y="62945"/>
                </a:lnTo>
                <a:lnTo>
                  <a:pt x="26249" y="62504"/>
                </a:lnTo>
                <a:lnTo>
                  <a:pt x="26473" y="62065"/>
                </a:lnTo>
                <a:lnTo>
                  <a:pt x="26710" y="61628"/>
                </a:lnTo>
                <a:lnTo>
                  <a:pt x="26959" y="61193"/>
                </a:lnTo>
                <a:lnTo>
                  <a:pt x="27221" y="60761"/>
                </a:lnTo>
                <a:lnTo>
                  <a:pt x="27495" y="60330"/>
                </a:lnTo>
                <a:lnTo>
                  <a:pt x="27782" y="59902"/>
                </a:lnTo>
                <a:lnTo>
                  <a:pt x="28081" y="59476"/>
                </a:lnTo>
                <a:lnTo>
                  <a:pt x="28393" y="59053"/>
                </a:lnTo>
                <a:lnTo>
                  <a:pt x="28717" y="58631"/>
                </a:lnTo>
                <a:lnTo>
                  <a:pt x="29054" y="58212"/>
                </a:lnTo>
                <a:lnTo>
                  <a:pt x="29403" y="57795"/>
                </a:lnTo>
                <a:lnTo>
                  <a:pt x="29765" y="57380"/>
                </a:lnTo>
                <a:lnTo>
                  <a:pt x="30139" y="56967"/>
                </a:lnTo>
                <a:lnTo>
                  <a:pt x="30526" y="56556"/>
                </a:lnTo>
                <a:lnTo>
                  <a:pt x="30925" y="56148"/>
                </a:lnTo>
                <a:lnTo>
                  <a:pt x="31337" y="55742"/>
                </a:lnTo>
                <a:lnTo>
                  <a:pt x="31761" y="55338"/>
                </a:lnTo>
                <a:lnTo>
                  <a:pt x="32198" y="54936"/>
                </a:lnTo>
                <a:lnTo>
                  <a:pt x="32647" y="54536"/>
                </a:lnTo>
                <a:lnTo>
                  <a:pt x="33109" y="54139"/>
                </a:lnTo>
                <a:lnTo>
                  <a:pt x="33583" y="53744"/>
                </a:lnTo>
                <a:lnTo>
                  <a:pt x="34070" y="53351"/>
                </a:lnTo>
                <a:lnTo>
                  <a:pt x="34569" y="52960"/>
                </a:lnTo>
                <a:lnTo>
                  <a:pt x="35083" y="52578"/>
                </a:lnTo>
                <a:lnTo>
                  <a:pt x="35612" y="52213"/>
                </a:lnTo>
                <a:lnTo>
                  <a:pt x="36158" y="51864"/>
                </a:lnTo>
                <a:lnTo>
                  <a:pt x="36720" y="51531"/>
                </a:lnTo>
                <a:lnTo>
                  <a:pt x="37297" y="51214"/>
                </a:lnTo>
                <a:lnTo>
                  <a:pt x="37891" y="50914"/>
                </a:lnTo>
                <a:lnTo>
                  <a:pt x="38501" y="50630"/>
                </a:lnTo>
                <a:lnTo>
                  <a:pt x="39127" y="50362"/>
                </a:lnTo>
                <a:lnTo>
                  <a:pt x="39768" y="50110"/>
                </a:lnTo>
                <a:lnTo>
                  <a:pt x="40426" y="49875"/>
                </a:lnTo>
                <a:lnTo>
                  <a:pt x="41100" y="49655"/>
                </a:lnTo>
                <a:lnTo>
                  <a:pt x="41790" y="49452"/>
                </a:lnTo>
                <a:lnTo>
                  <a:pt x="42495" y="49266"/>
                </a:lnTo>
                <a:lnTo>
                  <a:pt x="43217" y="49095"/>
                </a:lnTo>
                <a:lnTo>
                  <a:pt x="43955" y="48941"/>
                </a:lnTo>
                <a:lnTo>
                  <a:pt x="44709" y="48803"/>
                </a:lnTo>
                <a:lnTo>
                  <a:pt x="45479" y="48681"/>
                </a:lnTo>
                <a:lnTo>
                  <a:pt x="46265" y="48576"/>
                </a:lnTo>
                <a:lnTo>
                  <a:pt x="47067" y="48486"/>
                </a:lnTo>
                <a:lnTo>
                  <a:pt x="47885" y="48413"/>
                </a:lnTo>
                <a:lnTo>
                  <a:pt x="48719" y="48356"/>
                </a:lnTo>
                <a:lnTo>
                  <a:pt x="49569" y="48316"/>
                </a:lnTo>
                <a:lnTo>
                  <a:pt x="50435" y="48291"/>
                </a:lnTo>
                <a:lnTo>
                  <a:pt x="51317" y="48283"/>
                </a:lnTo>
                <a:lnTo>
                  <a:pt x="52166" y="48292"/>
                </a:lnTo>
                <a:lnTo>
                  <a:pt x="52997" y="48319"/>
                </a:lnTo>
                <a:lnTo>
                  <a:pt x="53810" y="48364"/>
                </a:lnTo>
                <a:lnTo>
                  <a:pt x="54605" y="48427"/>
                </a:lnTo>
                <a:lnTo>
                  <a:pt x="55381" y="48508"/>
                </a:lnTo>
                <a:lnTo>
                  <a:pt x="56140" y="48607"/>
                </a:lnTo>
                <a:lnTo>
                  <a:pt x="56880" y="48724"/>
                </a:lnTo>
                <a:lnTo>
                  <a:pt x="57601" y="48859"/>
                </a:lnTo>
                <a:lnTo>
                  <a:pt x="58305" y="49012"/>
                </a:lnTo>
                <a:lnTo>
                  <a:pt x="58990" y="49183"/>
                </a:lnTo>
                <a:lnTo>
                  <a:pt x="59658" y="49372"/>
                </a:lnTo>
                <a:lnTo>
                  <a:pt x="60307" y="49579"/>
                </a:lnTo>
                <a:lnTo>
                  <a:pt x="60937" y="49804"/>
                </a:lnTo>
                <a:lnTo>
                  <a:pt x="61550" y="50047"/>
                </a:lnTo>
                <a:lnTo>
                  <a:pt x="62144" y="50308"/>
                </a:lnTo>
                <a:lnTo>
                  <a:pt x="62720" y="50586"/>
                </a:lnTo>
                <a:lnTo>
                  <a:pt x="63278" y="50883"/>
                </a:lnTo>
                <a:lnTo>
                  <a:pt x="63818" y="51198"/>
                </a:lnTo>
                <a:lnTo>
                  <a:pt x="64340" y="51531"/>
                </a:lnTo>
                <a:lnTo>
                  <a:pt x="64843" y="51882"/>
                </a:lnTo>
                <a:lnTo>
                  <a:pt x="65328" y="52251"/>
                </a:lnTo>
                <a:lnTo>
                  <a:pt x="65795" y="52638"/>
                </a:lnTo>
                <a:lnTo>
                  <a:pt x="66243" y="53043"/>
                </a:lnTo>
                <a:lnTo>
                  <a:pt x="66674" y="53465"/>
                </a:lnTo>
                <a:lnTo>
                  <a:pt x="67092" y="53905"/>
                </a:lnTo>
                <a:lnTo>
                  <a:pt x="67491" y="54358"/>
                </a:lnTo>
                <a:lnTo>
                  <a:pt x="67874" y="54826"/>
                </a:lnTo>
                <a:lnTo>
                  <a:pt x="68238" y="55309"/>
                </a:lnTo>
                <a:lnTo>
                  <a:pt x="68585" y="55806"/>
                </a:lnTo>
                <a:lnTo>
                  <a:pt x="68913" y="56317"/>
                </a:lnTo>
                <a:lnTo>
                  <a:pt x="69224" y="56843"/>
                </a:lnTo>
                <a:lnTo>
                  <a:pt x="69518" y="57384"/>
                </a:lnTo>
                <a:lnTo>
                  <a:pt x="69793" y="57939"/>
                </a:lnTo>
                <a:lnTo>
                  <a:pt x="70051" y="58508"/>
                </a:lnTo>
                <a:lnTo>
                  <a:pt x="70291" y="59092"/>
                </a:lnTo>
                <a:lnTo>
                  <a:pt x="70513" y="59690"/>
                </a:lnTo>
                <a:lnTo>
                  <a:pt x="70718" y="60303"/>
                </a:lnTo>
                <a:lnTo>
                  <a:pt x="70904" y="60931"/>
                </a:lnTo>
                <a:lnTo>
                  <a:pt x="71073" y="61573"/>
                </a:lnTo>
                <a:lnTo>
                  <a:pt x="71224" y="62229"/>
                </a:lnTo>
                <a:lnTo>
                  <a:pt x="71357" y="62900"/>
                </a:lnTo>
                <a:lnTo>
                  <a:pt x="71473" y="63585"/>
                </a:lnTo>
                <a:lnTo>
                  <a:pt x="71571" y="64285"/>
                </a:lnTo>
                <a:lnTo>
                  <a:pt x="71651" y="64999"/>
                </a:lnTo>
                <a:lnTo>
                  <a:pt x="71713" y="65728"/>
                </a:lnTo>
                <a:lnTo>
                  <a:pt x="71757" y="66471"/>
                </a:lnTo>
                <a:lnTo>
                  <a:pt x="71784" y="67229"/>
                </a:lnTo>
                <a:lnTo>
                  <a:pt x="71793" y="68001"/>
                </a:lnTo>
                <a:lnTo>
                  <a:pt x="71793" y="68507"/>
                </a:lnTo>
                <a:lnTo>
                  <a:pt x="71788" y="68803"/>
                </a:lnTo>
                <a:lnTo>
                  <a:pt x="71775" y="69092"/>
                </a:lnTo>
                <a:lnTo>
                  <a:pt x="71752" y="69374"/>
                </a:lnTo>
                <a:lnTo>
                  <a:pt x="71721" y="69648"/>
                </a:lnTo>
                <a:lnTo>
                  <a:pt x="71680" y="69914"/>
                </a:lnTo>
                <a:lnTo>
                  <a:pt x="71631" y="70173"/>
                </a:lnTo>
                <a:lnTo>
                  <a:pt x="71572" y="70425"/>
                </a:lnTo>
                <a:lnTo>
                  <a:pt x="71505" y="70669"/>
                </a:lnTo>
                <a:lnTo>
                  <a:pt x="71428" y="70906"/>
                </a:lnTo>
                <a:lnTo>
                  <a:pt x="71343" y="71135"/>
                </a:lnTo>
                <a:lnTo>
                  <a:pt x="71249" y="71357"/>
                </a:lnTo>
                <a:lnTo>
                  <a:pt x="71145" y="71572"/>
                </a:lnTo>
                <a:lnTo>
                  <a:pt x="71033" y="71779"/>
                </a:lnTo>
                <a:lnTo>
                  <a:pt x="70911" y="71978"/>
                </a:lnTo>
                <a:lnTo>
                  <a:pt x="70781" y="72170"/>
                </a:lnTo>
                <a:lnTo>
                  <a:pt x="70641" y="72355"/>
                </a:lnTo>
                <a:lnTo>
                  <a:pt x="70493" y="72532"/>
                </a:lnTo>
                <a:lnTo>
                  <a:pt x="70335" y="72701"/>
                </a:lnTo>
                <a:lnTo>
                  <a:pt x="70169" y="72863"/>
                </a:lnTo>
                <a:lnTo>
                  <a:pt x="69993" y="73018"/>
                </a:lnTo>
                <a:lnTo>
                  <a:pt x="69809" y="73165"/>
                </a:lnTo>
                <a:lnTo>
                  <a:pt x="69616" y="73305"/>
                </a:lnTo>
                <a:lnTo>
                  <a:pt x="69413" y="73438"/>
                </a:lnTo>
                <a:lnTo>
                  <a:pt x="69202" y="73562"/>
                </a:lnTo>
                <a:lnTo>
                  <a:pt x="68986" y="73682"/>
                </a:lnTo>
                <a:lnTo>
                  <a:pt x="68759" y="73799"/>
                </a:lnTo>
                <a:lnTo>
                  <a:pt x="68522" y="73913"/>
                </a:lnTo>
                <a:lnTo>
                  <a:pt x="68275" y="74024"/>
                </a:lnTo>
                <a:lnTo>
                  <a:pt x="68017" y="74132"/>
                </a:lnTo>
                <a:lnTo>
                  <a:pt x="67748" y="74238"/>
                </a:lnTo>
                <a:lnTo>
                  <a:pt x="67469" y="74340"/>
                </a:lnTo>
                <a:lnTo>
                  <a:pt x="67179" y="74440"/>
                </a:lnTo>
                <a:lnTo>
                  <a:pt x="66879" y="74537"/>
                </a:lnTo>
                <a:lnTo>
                  <a:pt x="66568" y="74631"/>
                </a:lnTo>
                <a:lnTo>
                  <a:pt x="66247" y="74722"/>
                </a:lnTo>
                <a:lnTo>
                  <a:pt x="65915" y="74811"/>
                </a:lnTo>
                <a:lnTo>
                  <a:pt x="65573" y="74896"/>
                </a:lnTo>
                <a:lnTo>
                  <a:pt x="65220" y="74979"/>
                </a:lnTo>
                <a:lnTo>
                  <a:pt x="64857" y="75058"/>
                </a:lnTo>
                <a:lnTo>
                  <a:pt x="64483" y="75135"/>
                </a:lnTo>
                <a:lnTo>
                  <a:pt x="64099" y="75209"/>
                </a:lnTo>
                <a:lnTo>
                  <a:pt x="63704" y="75281"/>
                </a:lnTo>
                <a:lnTo>
                  <a:pt x="63298" y="75349"/>
                </a:lnTo>
                <a:lnTo>
                  <a:pt x="62882" y="75414"/>
                </a:lnTo>
                <a:lnTo>
                  <a:pt x="62455" y="75477"/>
                </a:lnTo>
                <a:lnTo>
                  <a:pt x="62018" y="75537"/>
                </a:lnTo>
                <a:lnTo>
                  <a:pt x="61571" y="75594"/>
                </a:lnTo>
                <a:lnTo>
                  <a:pt x="61112" y="75648"/>
                </a:lnTo>
                <a:lnTo>
                  <a:pt x="60648" y="75696"/>
                </a:lnTo>
                <a:lnTo>
                  <a:pt x="60173" y="75747"/>
                </a:lnTo>
                <a:lnTo>
                  <a:pt x="59686" y="75799"/>
                </a:lnTo>
                <a:lnTo>
                  <a:pt x="59187" y="75853"/>
                </a:lnTo>
                <a:lnTo>
                  <a:pt x="58676" y="75910"/>
                </a:lnTo>
                <a:lnTo>
                  <a:pt x="58154" y="75968"/>
                </a:lnTo>
                <a:lnTo>
                  <a:pt x="57620" y="76028"/>
                </a:lnTo>
                <a:lnTo>
                  <a:pt x="57075" y="76090"/>
                </a:lnTo>
                <a:lnTo>
                  <a:pt x="56518" y="76155"/>
                </a:lnTo>
                <a:lnTo>
                  <a:pt x="55949" y="76221"/>
                </a:lnTo>
                <a:lnTo>
                  <a:pt x="55369" y="76289"/>
                </a:lnTo>
                <a:lnTo>
                  <a:pt x="54777" y="76359"/>
                </a:lnTo>
                <a:lnTo>
                  <a:pt x="54173" y="76431"/>
                </a:lnTo>
                <a:lnTo>
                  <a:pt x="53558" y="76505"/>
                </a:lnTo>
                <a:lnTo>
                  <a:pt x="52931" y="76581"/>
                </a:lnTo>
                <a:lnTo>
                  <a:pt x="52293" y="76659"/>
                </a:lnTo>
                <a:lnTo>
                  <a:pt x="51643" y="76739"/>
                </a:lnTo>
                <a:lnTo>
                  <a:pt x="50981" y="76821"/>
                </a:lnTo>
                <a:lnTo>
                  <a:pt x="50308" y="76905"/>
                </a:lnTo>
                <a:lnTo>
                  <a:pt x="49623" y="76991"/>
                </a:lnTo>
                <a:lnTo>
                  <a:pt x="48926" y="77079"/>
                </a:lnTo>
                <a:lnTo>
                  <a:pt x="48218" y="77169"/>
                </a:lnTo>
                <a:lnTo>
                  <a:pt x="47498" y="77260"/>
                </a:lnTo>
                <a:lnTo>
                  <a:pt x="46766" y="77354"/>
                </a:lnTo>
                <a:lnTo>
                  <a:pt x="46203" y="77429"/>
                </a:lnTo>
                <a:lnTo>
                  <a:pt x="45640" y="77506"/>
                </a:lnTo>
                <a:lnTo>
                  <a:pt x="45077" y="77585"/>
                </a:lnTo>
                <a:lnTo>
                  <a:pt x="44514" y="77667"/>
                </a:lnTo>
                <a:lnTo>
                  <a:pt x="43952" y="77750"/>
                </a:lnTo>
                <a:lnTo>
                  <a:pt x="43389" y="77836"/>
                </a:lnTo>
                <a:lnTo>
                  <a:pt x="42827" y="77924"/>
                </a:lnTo>
                <a:lnTo>
                  <a:pt x="42265" y="78014"/>
                </a:lnTo>
                <a:lnTo>
                  <a:pt x="41704" y="78107"/>
                </a:lnTo>
                <a:lnTo>
                  <a:pt x="41142" y="78201"/>
                </a:lnTo>
                <a:lnTo>
                  <a:pt x="40581" y="78298"/>
                </a:lnTo>
                <a:lnTo>
                  <a:pt x="40020" y="78397"/>
                </a:lnTo>
                <a:lnTo>
                  <a:pt x="39459" y="78498"/>
                </a:lnTo>
                <a:lnTo>
                  <a:pt x="38899" y="78602"/>
                </a:lnTo>
                <a:lnTo>
                  <a:pt x="38338" y="78707"/>
                </a:lnTo>
                <a:lnTo>
                  <a:pt x="37778" y="78815"/>
                </a:lnTo>
                <a:lnTo>
                  <a:pt x="37218" y="78925"/>
                </a:lnTo>
                <a:lnTo>
                  <a:pt x="36659" y="79037"/>
                </a:lnTo>
                <a:lnTo>
                  <a:pt x="36099" y="79151"/>
                </a:lnTo>
                <a:lnTo>
                  <a:pt x="35540" y="79268"/>
                </a:lnTo>
                <a:lnTo>
                  <a:pt x="34981" y="79386"/>
                </a:lnTo>
                <a:lnTo>
                  <a:pt x="34422" y="79507"/>
                </a:lnTo>
                <a:lnTo>
                  <a:pt x="33864" y="79631"/>
                </a:lnTo>
                <a:lnTo>
                  <a:pt x="33305" y="79756"/>
                </a:lnTo>
                <a:lnTo>
                  <a:pt x="32754" y="79880"/>
                </a:lnTo>
                <a:lnTo>
                  <a:pt x="32207" y="80009"/>
                </a:lnTo>
                <a:lnTo>
                  <a:pt x="31664" y="80143"/>
                </a:lnTo>
                <a:lnTo>
                  <a:pt x="31125" y="80282"/>
                </a:lnTo>
                <a:lnTo>
                  <a:pt x="30590" y="80427"/>
                </a:lnTo>
                <a:lnTo>
                  <a:pt x="30059" y="80577"/>
                </a:lnTo>
                <a:lnTo>
                  <a:pt x="29531" y="80733"/>
                </a:lnTo>
                <a:lnTo>
                  <a:pt x="29008" y="80893"/>
                </a:lnTo>
                <a:lnTo>
                  <a:pt x="28488" y="81059"/>
                </a:lnTo>
                <a:lnTo>
                  <a:pt x="27973" y="81230"/>
                </a:lnTo>
                <a:lnTo>
                  <a:pt x="27461" y="81407"/>
                </a:lnTo>
                <a:lnTo>
                  <a:pt x="26954" y="81589"/>
                </a:lnTo>
                <a:lnTo>
                  <a:pt x="26450" y="81775"/>
                </a:lnTo>
                <a:lnTo>
                  <a:pt x="25951" y="81968"/>
                </a:lnTo>
                <a:lnTo>
                  <a:pt x="25455" y="82165"/>
                </a:lnTo>
                <a:lnTo>
                  <a:pt x="24963" y="82368"/>
                </a:lnTo>
                <a:lnTo>
                  <a:pt x="24475" y="82576"/>
                </a:lnTo>
                <a:lnTo>
                  <a:pt x="23992" y="82789"/>
                </a:lnTo>
                <a:lnTo>
                  <a:pt x="23512" y="83008"/>
                </a:lnTo>
                <a:lnTo>
                  <a:pt x="23036" y="83232"/>
                </a:lnTo>
                <a:lnTo>
                  <a:pt x="22564" y="83461"/>
                </a:lnTo>
                <a:lnTo>
                  <a:pt x="22096" y="83695"/>
                </a:lnTo>
                <a:lnTo>
                  <a:pt x="21631" y="83935"/>
                </a:lnTo>
                <a:lnTo>
                  <a:pt x="21171" y="84180"/>
                </a:lnTo>
                <a:lnTo>
                  <a:pt x="20717" y="84431"/>
                </a:lnTo>
                <a:lnTo>
                  <a:pt x="20270" y="84691"/>
                </a:lnTo>
                <a:lnTo>
                  <a:pt x="19831" y="84958"/>
                </a:lnTo>
                <a:lnTo>
                  <a:pt x="19400" y="85233"/>
                </a:lnTo>
                <a:lnTo>
                  <a:pt x="18976" y="85516"/>
                </a:lnTo>
                <a:lnTo>
                  <a:pt x="18560" y="85807"/>
                </a:lnTo>
                <a:lnTo>
                  <a:pt x="18152" y="86106"/>
                </a:lnTo>
                <a:lnTo>
                  <a:pt x="17752" y="86413"/>
                </a:lnTo>
                <a:lnTo>
                  <a:pt x="17359" y="86727"/>
                </a:lnTo>
                <a:lnTo>
                  <a:pt x="16973" y="87050"/>
                </a:lnTo>
                <a:lnTo>
                  <a:pt x="16596" y="87380"/>
                </a:lnTo>
                <a:lnTo>
                  <a:pt x="16226" y="87719"/>
                </a:lnTo>
                <a:lnTo>
                  <a:pt x="15864" y="88065"/>
                </a:lnTo>
                <a:lnTo>
                  <a:pt x="15509" y="88419"/>
                </a:lnTo>
                <a:lnTo>
                  <a:pt x="15163" y="88781"/>
                </a:lnTo>
                <a:lnTo>
                  <a:pt x="14823" y="89151"/>
                </a:lnTo>
                <a:lnTo>
                  <a:pt x="14492" y="89529"/>
                </a:lnTo>
                <a:lnTo>
                  <a:pt x="14168" y="89915"/>
                </a:lnTo>
                <a:lnTo>
                  <a:pt x="13852" y="90309"/>
                </a:lnTo>
                <a:lnTo>
                  <a:pt x="13544" y="90710"/>
                </a:lnTo>
                <a:lnTo>
                  <a:pt x="13243" y="91120"/>
                </a:lnTo>
                <a:lnTo>
                  <a:pt x="12950" y="91537"/>
                </a:lnTo>
                <a:lnTo>
                  <a:pt x="12664" y="91962"/>
                </a:lnTo>
                <a:lnTo>
                  <a:pt x="12387" y="92395"/>
                </a:lnTo>
                <a:lnTo>
                  <a:pt x="12119" y="92833"/>
                </a:lnTo>
                <a:lnTo>
                  <a:pt x="11862" y="93281"/>
                </a:lnTo>
                <a:lnTo>
                  <a:pt x="11617" y="93740"/>
                </a:lnTo>
                <a:lnTo>
                  <a:pt x="11383" y="94211"/>
                </a:lnTo>
                <a:lnTo>
                  <a:pt x="11160" y="94692"/>
                </a:lnTo>
                <a:lnTo>
                  <a:pt x="10949" y="95184"/>
                </a:lnTo>
                <a:lnTo>
                  <a:pt x="10749" y="95687"/>
                </a:lnTo>
                <a:lnTo>
                  <a:pt x="10561" y="96201"/>
                </a:lnTo>
                <a:lnTo>
                  <a:pt x="10384" y="96726"/>
                </a:lnTo>
                <a:lnTo>
                  <a:pt x="10219" y="97263"/>
                </a:lnTo>
                <a:lnTo>
                  <a:pt x="10065" y="97810"/>
                </a:lnTo>
                <a:lnTo>
                  <a:pt x="9922" y="98368"/>
                </a:lnTo>
                <a:lnTo>
                  <a:pt x="9791" y="98937"/>
                </a:lnTo>
                <a:lnTo>
                  <a:pt x="9671" y="99517"/>
                </a:lnTo>
                <a:lnTo>
                  <a:pt x="9563" y="100108"/>
                </a:lnTo>
                <a:lnTo>
                  <a:pt x="9466" y="100709"/>
                </a:lnTo>
                <a:lnTo>
                  <a:pt x="9380" y="101322"/>
                </a:lnTo>
                <a:lnTo>
                  <a:pt x="9306" y="101946"/>
                </a:lnTo>
                <a:lnTo>
                  <a:pt x="9243" y="102581"/>
                </a:lnTo>
                <a:lnTo>
                  <a:pt x="9192" y="103227"/>
                </a:lnTo>
                <a:lnTo>
                  <a:pt x="9152" y="103884"/>
                </a:lnTo>
                <a:lnTo>
                  <a:pt x="9123" y="104551"/>
                </a:lnTo>
                <a:lnTo>
                  <a:pt x="9106" y="105230"/>
                </a:lnTo>
                <a:lnTo>
                  <a:pt x="9101" y="105920"/>
                </a:lnTo>
                <a:lnTo>
                  <a:pt x="9108" y="106705"/>
                </a:lnTo>
                <a:lnTo>
                  <a:pt x="9131" y="107480"/>
                </a:lnTo>
                <a:lnTo>
                  <a:pt x="9170" y="108246"/>
                </a:lnTo>
                <a:lnTo>
                  <a:pt x="9223" y="109002"/>
                </a:lnTo>
                <a:lnTo>
                  <a:pt x="9293" y="109749"/>
                </a:lnTo>
                <a:lnTo>
                  <a:pt x="9377" y="110486"/>
                </a:lnTo>
                <a:lnTo>
                  <a:pt x="9477" y="111213"/>
                </a:lnTo>
                <a:lnTo>
                  <a:pt x="9592" y="111931"/>
                </a:lnTo>
                <a:lnTo>
                  <a:pt x="9723" y="112638"/>
                </a:lnTo>
                <a:lnTo>
                  <a:pt x="9869" y="113337"/>
                </a:lnTo>
                <a:lnTo>
                  <a:pt x="10030" y="114025"/>
                </a:lnTo>
                <a:lnTo>
                  <a:pt x="10206" y="114704"/>
                </a:lnTo>
                <a:lnTo>
                  <a:pt x="10398" y="115374"/>
                </a:lnTo>
                <a:lnTo>
                  <a:pt x="10606" y="116033"/>
                </a:lnTo>
                <a:lnTo>
                  <a:pt x="10829" y="116683"/>
                </a:lnTo>
                <a:lnTo>
                  <a:pt x="11067" y="117323"/>
                </a:lnTo>
                <a:lnTo>
                  <a:pt x="11320" y="117954"/>
                </a:lnTo>
                <a:lnTo>
                  <a:pt x="11589" y="118575"/>
                </a:lnTo>
                <a:lnTo>
                  <a:pt x="11873" y="119186"/>
                </a:lnTo>
                <a:lnTo>
                  <a:pt x="12173" y="119788"/>
                </a:lnTo>
                <a:lnTo>
                  <a:pt x="12488" y="120380"/>
                </a:lnTo>
                <a:lnTo>
                  <a:pt x="12818" y="120963"/>
                </a:lnTo>
                <a:lnTo>
                  <a:pt x="13163" y="121535"/>
                </a:lnTo>
                <a:lnTo>
                  <a:pt x="13524" y="122098"/>
                </a:lnTo>
                <a:lnTo>
                  <a:pt x="13898" y="122646"/>
                </a:lnTo>
                <a:lnTo>
                  <a:pt x="14283" y="123183"/>
                </a:lnTo>
                <a:lnTo>
                  <a:pt x="14679" y="123709"/>
                </a:lnTo>
                <a:lnTo>
                  <a:pt x="15085" y="124224"/>
                </a:lnTo>
                <a:lnTo>
                  <a:pt x="15502" y="124729"/>
                </a:lnTo>
                <a:lnTo>
                  <a:pt x="15930" y="125223"/>
                </a:lnTo>
                <a:lnTo>
                  <a:pt x="16368" y="125706"/>
                </a:lnTo>
                <a:lnTo>
                  <a:pt x="16818" y="126178"/>
                </a:lnTo>
                <a:lnTo>
                  <a:pt x="17278" y="126640"/>
                </a:lnTo>
                <a:lnTo>
                  <a:pt x="17749" y="127091"/>
                </a:lnTo>
                <a:lnTo>
                  <a:pt x="18230" y="127531"/>
                </a:lnTo>
                <a:lnTo>
                  <a:pt x="18722" y="127960"/>
                </a:lnTo>
                <a:lnTo>
                  <a:pt x="19225" y="128379"/>
                </a:lnTo>
                <a:lnTo>
                  <a:pt x="19739" y="128786"/>
                </a:lnTo>
                <a:lnTo>
                  <a:pt x="20264" y="129184"/>
                </a:lnTo>
                <a:lnTo>
                  <a:pt x="20799" y="129570"/>
                </a:lnTo>
                <a:lnTo>
                  <a:pt x="21345" y="129945"/>
                </a:lnTo>
                <a:lnTo>
                  <a:pt x="21902" y="130310"/>
                </a:lnTo>
                <a:lnTo>
                  <a:pt x="22470" y="130664"/>
                </a:lnTo>
                <a:lnTo>
                  <a:pt x="23048" y="131008"/>
                </a:lnTo>
                <a:lnTo>
                  <a:pt x="23637" y="131340"/>
                </a:lnTo>
                <a:lnTo>
                  <a:pt x="24237" y="131662"/>
                </a:lnTo>
                <a:lnTo>
                  <a:pt x="24847" y="131973"/>
                </a:lnTo>
                <a:lnTo>
                  <a:pt x="25469" y="132273"/>
                </a:lnTo>
                <a:lnTo>
                  <a:pt x="26098" y="132557"/>
                </a:lnTo>
                <a:lnTo>
                  <a:pt x="26734" y="132828"/>
                </a:lnTo>
                <a:lnTo>
                  <a:pt x="27376" y="133088"/>
                </a:lnTo>
                <a:lnTo>
                  <a:pt x="28023" y="133335"/>
                </a:lnTo>
                <a:lnTo>
                  <a:pt x="28676" y="133571"/>
                </a:lnTo>
                <a:lnTo>
                  <a:pt x="29336" y="133794"/>
                </a:lnTo>
                <a:lnTo>
                  <a:pt x="30001" y="134005"/>
                </a:lnTo>
                <a:lnTo>
                  <a:pt x="30672" y="134204"/>
                </a:lnTo>
                <a:lnTo>
                  <a:pt x="31349" y="134391"/>
                </a:lnTo>
                <a:lnTo>
                  <a:pt x="32032" y="134566"/>
                </a:lnTo>
                <a:lnTo>
                  <a:pt x="32721" y="134729"/>
                </a:lnTo>
                <a:lnTo>
                  <a:pt x="33416" y="134880"/>
                </a:lnTo>
                <a:lnTo>
                  <a:pt x="34117" y="135019"/>
                </a:lnTo>
                <a:lnTo>
                  <a:pt x="34823" y="135146"/>
                </a:lnTo>
                <a:lnTo>
                  <a:pt x="35536" y="135260"/>
                </a:lnTo>
                <a:lnTo>
                  <a:pt x="36255" y="135363"/>
                </a:lnTo>
                <a:lnTo>
                  <a:pt x="36979" y="135453"/>
                </a:lnTo>
                <a:lnTo>
                  <a:pt x="37709" y="135532"/>
                </a:lnTo>
                <a:lnTo>
                  <a:pt x="38446" y="135598"/>
                </a:lnTo>
                <a:lnTo>
                  <a:pt x="39188" y="135653"/>
                </a:lnTo>
                <a:lnTo>
                  <a:pt x="39936" y="135695"/>
                </a:lnTo>
                <a:lnTo>
                  <a:pt x="40690" y="135725"/>
                </a:lnTo>
                <a:lnTo>
                  <a:pt x="41450" y="135743"/>
                </a:lnTo>
                <a:lnTo>
                  <a:pt x="42216" y="135749"/>
                </a:lnTo>
                <a:lnTo>
                  <a:pt x="42917" y="135745"/>
                </a:lnTo>
                <a:lnTo>
                  <a:pt x="43610" y="135732"/>
                </a:lnTo>
                <a:lnTo>
                  <a:pt x="44293" y="135710"/>
                </a:lnTo>
                <a:lnTo>
                  <a:pt x="44967" y="135679"/>
                </a:lnTo>
                <a:lnTo>
                  <a:pt x="45632" y="135639"/>
                </a:lnTo>
                <a:close/>
                <a:moveTo>
                  <a:pt x="40913" y="122181"/>
                </a:moveTo>
                <a:lnTo>
                  <a:pt x="40229" y="122106"/>
                </a:lnTo>
                <a:lnTo>
                  <a:pt x="39557" y="122018"/>
                </a:lnTo>
                <a:lnTo>
                  <a:pt x="38895" y="121916"/>
                </a:lnTo>
                <a:lnTo>
                  <a:pt x="38244" y="121800"/>
                </a:lnTo>
                <a:lnTo>
                  <a:pt x="37603" y="121671"/>
                </a:lnTo>
                <a:lnTo>
                  <a:pt x="36974" y="121528"/>
                </a:lnTo>
                <a:lnTo>
                  <a:pt x="36355" y="121372"/>
                </a:lnTo>
                <a:lnTo>
                  <a:pt x="35746" y="121202"/>
                </a:lnTo>
                <a:lnTo>
                  <a:pt x="35149" y="121018"/>
                </a:lnTo>
                <a:lnTo>
                  <a:pt x="34562" y="120821"/>
                </a:lnTo>
                <a:lnTo>
                  <a:pt x="33986" y="120610"/>
                </a:lnTo>
                <a:lnTo>
                  <a:pt x="33421" y="120385"/>
                </a:lnTo>
                <a:lnTo>
                  <a:pt x="32867" y="120147"/>
                </a:lnTo>
                <a:lnTo>
                  <a:pt x="32323" y="119896"/>
                </a:lnTo>
                <a:lnTo>
                  <a:pt x="31790" y="119630"/>
                </a:lnTo>
                <a:lnTo>
                  <a:pt x="31268" y="119351"/>
                </a:lnTo>
                <a:lnTo>
                  <a:pt x="30757" y="119059"/>
                </a:lnTo>
                <a:lnTo>
                  <a:pt x="30256" y="118753"/>
                </a:lnTo>
                <a:lnTo>
                  <a:pt x="29766" y="118433"/>
                </a:lnTo>
                <a:lnTo>
                  <a:pt x="29297" y="118095"/>
                </a:lnTo>
                <a:lnTo>
                  <a:pt x="28848" y="117743"/>
                </a:lnTo>
                <a:lnTo>
                  <a:pt x="28418" y="117378"/>
                </a:lnTo>
                <a:lnTo>
                  <a:pt x="28009" y="117000"/>
                </a:lnTo>
                <a:lnTo>
                  <a:pt x="27620" y="116609"/>
                </a:lnTo>
                <a:lnTo>
                  <a:pt x="27250" y="116205"/>
                </a:lnTo>
                <a:lnTo>
                  <a:pt x="26901" y="115788"/>
                </a:lnTo>
                <a:lnTo>
                  <a:pt x="26571" y="115357"/>
                </a:lnTo>
                <a:lnTo>
                  <a:pt x="26262" y="114914"/>
                </a:lnTo>
                <a:lnTo>
                  <a:pt x="25972" y="114457"/>
                </a:lnTo>
                <a:lnTo>
                  <a:pt x="25703" y="113987"/>
                </a:lnTo>
                <a:lnTo>
                  <a:pt x="25453" y="113504"/>
                </a:lnTo>
                <a:lnTo>
                  <a:pt x="25223" y="113007"/>
                </a:lnTo>
                <a:lnTo>
                  <a:pt x="25014" y="112498"/>
                </a:lnTo>
                <a:lnTo>
                  <a:pt x="24824" y="111975"/>
                </a:lnTo>
                <a:lnTo>
                  <a:pt x="24654" y="111439"/>
                </a:lnTo>
                <a:lnTo>
                  <a:pt x="24504" y="110890"/>
                </a:lnTo>
                <a:lnTo>
                  <a:pt x="24375" y="110328"/>
                </a:lnTo>
                <a:lnTo>
                  <a:pt x="24265" y="109752"/>
                </a:lnTo>
                <a:lnTo>
                  <a:pt x="24175" y="109164"/>
                </a:lnTo>
                <a:lnTo>
                  <a:pt x="24105" y="108562"/>
                </a:lnTo>
                <a:lnTo>
                  <a:pt x="24055" y="107947"/>
                </a:lnTo>
                <a:lnTo>
                  <a:pt x="24025" y="107319"/>
                </a:lnTo>
                <a:lnTo>
                  <a:pt x="24015" y="106678"/>
                </a:lnTo>
                <a:lnTo>
                  <a:pt x="24020" y="106208"/>
                </a:lnTo>
                <a:lnTo>
                  <a:pt x="24036" y="105747"/>
                </a:lnTo>
                <a:lnTo>
                  <a:pt x="24063" y="105294"/>
                </a:lnTo>
                <a:lnTo>
                  <a:pt x="24099" y="104849"/>
                </a:lnTo>
                <a:lnTo>
                  <a:pt x="24147" y="104412"/>
                </a:lnTo>
                <a:lnTo>
                  <a:pt x="24205" y="103984"/>
                </a:lnTo>
                <a:lnTo>
                  <a:pt x="24273" y="103565"/>
                </a:lnTo>
                <a:lnTo>
                  <a:pt x="24352" y="103153"/>
                </a:lnTo>
                <a:lnTo>
                  <a:pt x="24442" y="102750"/>
                </a:lnTo>
                <a:lnTo>
                  <a:pt x="24542" y="102355"/>
                </a:lnTo>
                <a:lnTo>
                  <a:pt x="24652" y="101969"/>
                </a:lnTo>
                <a:lnTo>
                  <a:pt x="24774" y="101591"/>
                </a:lnTo>
                <a:lnTo>
                  <a:pt x="24905" y="101221"/>
                </a:lnTo>
                <a:lnTo>
                  <a:pt x="25047" y="100860"/>
                </a:lnTo>
                <a:lnTo>
                  <a:pt x="25200" y="100506"/>
                </a:lnTo>
                <a:lnTo>
                  <a:pt x="25363" y="100162"/>
                </a:lnTo>
                <a:lnTo>
                  <a:pt x="25537" y="99825"/>
                </a:lnTo>
                <a:lnTo>
                  <a:pt x="25722" y="99497"/>
                </a:lnTo>
                <a:lnTo>
                  <a:pt x="25916" y="99178"/>
                </a:lnTo>
                <a:lnTo>
                  <a:pt x="26122" y="98866"/>
                </a:lnTo>
                <a:lnTo>
                  <a:pt x="26338" y="98563"/>
                </a:lnTo>
                <a:lnTo>
                  <a:pt x="26564" y="98268"/>
                </a:lnTo>
                <a:lnTo>
                  <a:pt x="26801" y="97982"/>
                </a:lnTo>
                <a:lnTo>
                  <a:pt x="27049" y="97704"/>
                </a:lnTo>
                <a:lnTo>
                  <a:pt x="27310" y="97428"/>
                </a:lnTo>
                <a:lnTo>
                  <a:pt x="27578" y="97158"/>
                </a:lnTo>
                <a:lnTo>
                  <a:pt x="27853" y="96893"/>
                </a:lnTo>
                <a:lnTo>
                  <a:pt x="28134" y="96635"/>
                </a:lnTo>
                <a:lnTo>
                  <a:pt x="28421" y="96382"/>
                </a:lnTo>
                <a:lnTo>
                  <a:pt x="28716" y="96136"/>
                </a:lnTo>
                <a:lnTo>
                  <a:pt x="29016" y="95895"/>
                </a:lnTo>
                <a:lnTo>
                  <a:pt x="29324" y="95661"/>
                </a:lnTo>
                <a:lnTo>
                  <a:pt x="29638" y="95432"/>
                </a:lnTo>
                <a:lnTo>
                  <a:pt x="29958" y="95209"/>
                </a:lnTo>
                <a:lnTo>
                  <a:pt x="30286" y="94992"/>
                </a:lnTo>
                <a:lnTo>
                  <a:pt x="30619" y="94781"/>
                </a:lnTo>
                <a:lnTo>
                  <a:pt x="30960" y="94576"/>
                </a:lnTo>
                <a:lnTo>
                  <a:pt x="31307" y="94377"/>
                </a:lnTo>
                <a:lnTo>
                  <a:pt x="31660" y="94184"/>
                </a:lnTo>
                <a:lnTo>
                  <a:pt x="32020" y="93996"/>
                </a:lnTo>
                <a:lnTo>
                  <a:pt x="32387" y="93815"/>
                </a:lnTo>
                <a:lnTo>
                  <a:pt x="32760" y="93640"/>
                </a:lnTo>
                <a:lnTo>
                  <a:pt x="33140" y="93470"/>
                </a:lnTo>
                <a:lnTo>
                  <a:pt x="33527" y="93306"/>
                </a:lnTo>
                <a:lnTo>
                  <a:pt x="33920" y="93149"/>
                </a:lnTo>
                <a:lnTo>
                  <a:pt x="34319" y="92997"/>
                </a:lnTo>
                <a:lnTo>
                  <a:pt x="34725" y="92851"/>
                </a:lnTo>
                <a:lnTo>
                  <a:pt x="35138" y="92711"/>
                </a:lnTo>
                <a:lnTo>
                  <a:pt x="35561" y="92571"/>
                </a:lnTo>
                <a:lnTo>
                  <a:pt x="35986" y="92434"/>
                </a:lnTo>
                <a:lnTo>
                  <a:pt x="36414" y="92300"/>
                </a:lnTo>
                <a:lnTo>
                  <a:pt x="36844" y="92169"/>
                </a:lnTo>
                <a:lnTo>
                  <a:pt x="37278" y="92042"/>
                </a:lnTo>
                <a:lnTo>
                  <a:pt x="37713" y="91917"/>
                </a:lnTo>
                <a:lnTo>
                  <a:pt x="38152" y="91797"/>
                </a:lnTo>
                <a:lnTo>
                  <a:pt x="38593" y="91679"/>
                </a:lnTo>
                <a:lnTo>
                  <a:pt x="39037" y="91565"/>
                </a:lnTo>
                <a:lnTo>
                  <a:pt x="39483" y="91454"/>
                </a:lnTo>
                <a:lnTo>
                  <a:pt x="39932" y="91346"/>
                </a:lnTo>
                <a:lnTo>
                  <a:pt x="40383" y="91242"/>
                </a:lnTo>
                <a:lnTo>
                  <a:pt x="40838" y="91141"/>
                </a:lnTo>
                <a:lnTo>
                  <a:pt x="41295" y="91043"/>
                </a:lnTo>
                <a:lnTo>
                  <a:pt x="41754" y="90949"/>
                </a:lnTo>
                <a:lnTo>
                  <a:pt x="42216" y="90858"/>
                </a:lnTo>
                <a:lnTo>
                  <a:pt x="42681" y="90770"/>
                </a:lnTo>
                <a:lnTo>
                  <a:pt x="43148" y="90685"/>
                </a:lnTo>
                <a:lnTo>
                  <a:pt x="43618" y="90604"/>
                </a:lnTo>
                <a:lnTo>
                  <a:pt x="44091" y="90526"/>
                </a:lnTo>
                <a:lnTo>
                  <a:pt x="44566" y="90451"/>
                </a:lnTo>
                <a:lnTo>
                  <a:pt x="45044" y="90380"/>
                </a:lnTo>
                <a:lnTo>
                  <a:pt x="45525" y="90312"/>
                </a:lnTo>
                <a:lnTo>
                  <a:pt x="46008" y="90247"/>
                </a:lnTo>
                <a:lnTo>
                  <a:pt x="46211" y="90220"/>
                </a:lnTo>
                <a:lnTo>
                  <a:pt x="46418" y="90193"/>
                </a:lnTo>
                <a:lnTo>
                  <a:pt x="46631" y="90166"/>
                </a:lnTo>
                <a:lnTo>
                  <a:pt x="46849" y="90138"/>
                </a:lnTo>
                <a:lnTo>
                  <a:pt x="47072" y="90110"/>
                </a:lnTo>
                <a:lnTo>
                  <a:pt x="47300" y="90081"/>
                </a:lnTo>
                <a:lnTo>
                  <a:pt x="47533" y="90052"/>
                </a:lnTo>
                <a:lnTo>
                  <a:pt x="47771" y="90022"/>
                </a:lnTo>
                <a:lnTo>
                  <a:pt x="48014" y="89992"/>
                </a:lnTo>
                <a:lnTo>
                  <a:pt x="48262" y="89961"/>
                </a:lnTo>
                <a:lnTo>
                  <a:pt x="48515" y="89930"/>
                </a:lnTo>
                <a:lnTo>
                  <a:pt x="48773" y="89899"/>
                </a:lnTo>
                <a:lnTo>
                  <a:pt x="49036" y="89867"/>
                </a:lnTo>
                <a:lnTo>
                  <a:pt x="49304" y="89835"/>
                </a:lnTo>
                <a:lnTo>
                  <a:pt x="49578" y="89802"/>
                </a:lnTo>
                <a:lnTo>
                  <a:pt x="49856" y="89769"/>
                </a:lnTo>
                <a:lnTo>
                  <a:pt x="50140" y="89736"/>
                </a:lnTo>
                <a:lnTo>
                  <a:pt x="50428" y="89702"/>
                </a:lnTo>
                <a:lnTo>
                  <a:pt x="50722" y="89667"/>
                </a:lnTo>
                <a:lnTo>
                  <a:pt x="51020" y="89632"/>
                </a:lnTo>
                <a:lnTo>
                  <a:pt x="51324" y="89597"/>
                </a:lnTo>
                <a:lnTo>
                  <a:pt x="51632" y="89561"/>
                </a:lnTo>
                <a:lnTo>
                  <a:pt x="51946" y="89525"/>
                </a:lnTo>
                <a:lnTo>
                  <a:pt x="52265" y="89488"/>
                </a:lnTo>
                <a:lnTo>
                  <a:pt x="52592" y="89446"/>
                </a:lnTo>
                <a:lnTo>
                  <a:pt x="52919" y="89403"/>
                </a:lnTo>
                <a:lnTo>
                  <a:pt x="53247" y="89360"/>
                </a:lnTo>
                <a:lnTo>
                  <a:pt x="53576" y="89316"/>
                </a:lnTo>
                <a:lnTo>
                  <a:pt x="53906" y="89272"/>
                </a:lnTo>
                <a:lnTo>
                  <a:pt x="54236" y="89228"/>
                </a:lnTo>
                <a:lnTo>
                  <a:pt x="54566" y="89183"/>
                </a:lnTo>
                <a:lnTo>
                  <a:pt x="54898" y="89137"/>
                </a:lnTo>
                <a:lnTo>
                  <a:pt x="55230" y="89091"/>
                </a:lnTo>
                <a:lnTo>
                  <a:pt x="55563" y="89045"/>
                </a:lnTo>
                <a:lnTo>
                  <a:pt x="55896" y="88998"/>
                </a:lnTo>
                <a:lnTo>
                  <a:pt x="56230" y="88951"/>
                </a:lnTo>
                <a:lnTo>
                  <a:pt x="56565" y="88903"/>
                </a:lnTo>
                <a:lnTo>
                  <a:pt x="56901" y="88855"/>
                </a:lnTo>
                <a:lnTo>
                  <a:pt x="57237" y="88807"/>
                </a:lnTo>
                <a:lnTo>
                  <a:pt x="57573" y="88758"/>
                </a:lnTo>
                <a:lnTo>
                  <a:pt x="57911" y="88709"/>
                </a:lnTo>
                <a:lnTo>
                  <a:pt x="58249" y="88659"/>
                </a:lnTo>
                <a:lnTo>
                  <a:pt x="58587" y="88609"/>
                </a:lnTo>
                <a:lnTo>
                  <a:pt x="58927" y="88558"/>
                </a:lnTo>
                <a:lnTo>
                  <a:pt x="59267" y="88507"/>
                </a:lnTo>
                <a:lnTo>
                  <a:pt x="59608" y="88455"/>
                </a:lnTo>
                <a:lnTo>
                  <a:pt x="59949" y="88403"/>
                </a:lnTo>
                <a:lnTo>
                  <a:pt x="60291" y="88351"/>
                </a:lnTo>
                <a:lnTo>
                  <a:pt x="60637" y="88292"/>
                </a:lnTo>
                <a:lnTo>
                  <a:pt x="60979" y="88234"/>
                </a:lnTo>
                <a:lnTo>
                  <a:pt x="61318" y="88174"/>
                </a:lnTo>
                <a:lnTo>
                  <a:pt x="61653" y="88114"/>
                </a:lnTo>
                <a:lnTo>
                  <a:pt x="61985" y="88053"/>
                </a:lnTo>
                <a:lnTo>
                  <a:pt x="62313" y="87991"/>
                </a:lnTo>
                <a:lnTo>
                  <a:pt x="62638" y="87929"/>
                </a:lnTo>
                <a:lnTo>
                  <a:pt x="62959" y="87866"/>
                </a:lnTo>
                <a:lnTo>
                  <a:pt x="63277" y="87803"/>
                </a:lnTo>
                <a:lnTo>
                  <a:pt x="63591" y="87738"/>
                </a:lnTo>
                <a:lnTo>
                  <a:pt x="63902" y="87674"/>
                </a:lnTo>
                <a:lnTo>
                  <a:pt x="64209" y="87608"/>
                </a:lnTo>
                <a:lnTo>
                  <a:pt x="64513" y="87542"/>
                </a:lnTo>
                <a:lnTo>
                  <a:pt x="64813" y="87475"/>
                </a:lnTo>
                <a:lnTo>
                  <a:pt x="65110" y="87408"/>
                </a:lnTo>
                <a:lnTo>
                  <a:pt x="65403" y="87340"/>
                </a:lnTo>
                <a:lnTo>
                  <a:pt x="65693" y="87271"/>
                </a:lnTo>
                <a:lnTo>
                  <a:pt x="65979" y="87201"/>
                </a:lnTo>
                <a:lnTo>
                  <a:pt x="66261" y="87131"/>
                </a:lnTo>
                <a:lnTo>
                  <a:pt x="66540" y="87060"/>
                </a:lnTo>
                <a:lnTo>
                  <a:pt x="66816" y="86989"/>
                </a:lnTo>
                <a:lnTo>
                  <a:pt x="67088" y="86917"/>
                </a:lnTo>
                <a:lnTo>
                  <a:pt x="67357" y="86844"/>
                </a:lnTo>
                <a:lnTo>
                  <a:pt x="67622" y="86771"/>
                </a:lnTo>
                <a:lnTo>
                  <a:pt x="67886" y="86691"/>
                </a:lnTo>
                <a:lnTo>
                  <a:pt x="68143" y="86611"/>
                </a:lnTo>
                <a:lnTo>
                  <a:pt x="68392" y="86531"/>
                </a:lnTo>
                <a:lnTo>
                  <a:pt x="68633" y="86450"/>
                </a:lnTo>
                <a:lnTo>
                  <a:pt x="68866" y="86368"/>
                </a:lnTo>
                <a:lnTo>
                  <a:pt x="69091" y="86285"/>
                </a:lnTo>
                <a:lnTo>
                  <a:pt x="69308" y="86202"/>
                </a:lnTo>
                <a:lnTo>
                  <a:pt x="69518" y="86118"/>
                </a:lnTo>
                <a:lnTo>
                  <a:pt x="69719" y="86033"/>
                </a:lnTo>
                <a:lnTo>
                  <a:pt x="69913" y="85948"/>
                </a:lnTo>
                <a:lnTo>
                  <a:pt x="70098" y="85862"/>
                </a:lnTo>
                <a:lnTo>
                  <a:pt x="70276" y="85775"/>
                </a:lnTo>
                <a:lnTo>
                  <a:pt x="70446" y="85688"/>
                </a:lnTo>
                <a:lnTo>
                  <a:pt x="70608" y="85600"/>
                </a:lnTo>
                <a:lnTo>
                  <a:pt x="70762" y="85512"/>
                </a:lnTo>
                <a:lnTo>
                  <a:pt x="70908" y="85423"/>
                </a:lnTo>
                <a:lnTo>
                  <a:pt x="71046" y="85333"/>
                </a:lnTo>
                <a:lnTo>
                  <a:pt x="71177" y="85242"/>
                </a:lnTo>
                <a:lnTo>
                  <a:pt x="71299" y="85151"/>
                </a:lnTo>
                <a:lnTo>
                  <a:pt x="71414" y="85059"/>
                </a:lnTo>
                <a:lnTo>
                  <a:pt x="71520" y="84967"/>
                </a:lnTo>
                <a:lnTo>
                  <a:pt x="71619" y="84874"/>
                </a:lnTo>
                <a:lnTo>
                  <a:pt x="71710" y="84780"/>
                </a:lnTo>
                <a:lnTo>
                  <a:pt x="71793" y="84685"/>
                </a:lnTo>
                <a:lnTo>
                  <a:pt x="71793" y="98336"/>
                </a:lnTo>
                <a:lnTo>
                  <a:pt x="71787" y="98841"/>
                </a:lnTo>
                <a:lnTo>
                  <a:pt x="71771" y="99343"/>
                </a:lnTo>
                <a:lnTo>
                  <a:pt x="71743" y="99844"/>
                </a:lnTo>
                <a:lnTo>
                  <a:pt x="71705" y="100343"/>
                </a:lnTo>
                <a:lnTo>
                  <a:pt x="71656" y="100839"/>
                </a:lnTo>
                <a:lnTo>
                  <a:pt x="71595" y="101334"/>
                </a:lnTo>
                <a:lnTo>
                  <a:pt x="71524" y="101827"/>
                </a:lnTo>
                <a:lnTo>
                  <a:pt x="71442" y="102317"/>
                </a:lnTo>
                <a:lnTo>
                  <a:pt x="71349" y="102806"/>
                </a:lnTo>
                <a:lnTo>
                  <a:pt x="71244" y="103293"/>
                </a:lnTo>
                <a:lnTo>
                  <a:pt x="71129" y="103778"/>
                </a:lnTo>
                <a:lnTo>
                  <a:pt x="71003" y="104261"/>
                </a:lnTo>
                <a:lnTo>
                  <a:pt x="70866" y="104742"/>
                </a:lnTo>
                <a:lnTo>
                  <a:pt x="70718" y="105221"/>
                </a:lnTo>
                <a:lnTo>
                  <a:pt x="70559" y="105698"/>
                </a:lnTo>
                <a:lnTo>
                  <a:pt x="70388" y="106173"/>
                </a:lnTo>
                <a:lnTo>
                  <a:pt x="70207" y="106646"/>
                </a:lnTo>
                <a:lnTo>
                  <a:pt x="70015" y="107117"/>
                </a:lnTo>
                <a:lnTo>
                  <a:pt x="69812" y="107586"/>
                </a:lnTo>
                <a:lnTo>
                  <a:pt x="69598" y="108053"/>
                </a:lnTo>
                <a:lnTo>
                  <a:pt x="69374" y="108518"/>
                </a:lnTo>
                <a:lnTo>
                  <a:pt x="69138" y="108981"/>
                </a:lnTo>
                <a:lnTo>
                  <a:pt x="68891" y="109442"/>
                </a:lnTo>
                <a:lnTo>
                  <a:pt x="68633" y="109901"/>
                </a:lnTo>
                <a:lnTo>
                  <a:pt x="68370" y="110356"/>
                </a:lnTo>
                <a:lnTo>
                  <a:pt x="68096" y="110804"/>
                </a:lnTo>
                <a:lnTo>
                  <a:pt x="67811" y="111244"/>
                </a:lnTo>
                <a:lnTo>
                  <a:pt x="67516" y="111678"/>
                </a:lnTo>
                <a:lnTo>
                  <a:pt x="67211" y="112104"/>
                </a:lnTo>
                <a:lnTo>
                  <a:pt x="66895" y="112524"/>
                </a:lnTo>
                <a:lnTo>
                  <a:pt x="66568" y="112936"/>
                </a:lnTo>
                <a:lnTo>
                  <a:pt x="66231" y="113342"/>
                </a:lnTo>
                <a:lnTo>
                  <a:pt x="65884" y="113741"/>
                </a:lnTo>
                <a:lnTo>
                  <a:pt x="65526" y="114132"/>
                </a:lnTo>
                <a:lnTo>
                  <a:pt x="65157" y="114516"/>
                </a:lnTo>
                <a:lnTo>
                  <a:pt x="64778" y="114894"/>
                </a:lnTo>
                <a:lnTo>
                  <a:pt x="64388" y="115264"/>
                </a:lnTo>
                <a:lnTo>
                  <a:pt x="63988" y="115628"/>
                </a:lnTo>
                <a:lnTo>
                  <a:pt x="63577" y="115984"/>
                </a:lnTo>
                <a:lnTo>
                  <a:pt x="63156" y="116333"/>
                </a:lnTo>
                <a:lnTo>
                  <a:pt x="62724" y="116676"/>
                </a:lnTo>
                <a:lnTo>
                  <a:pt x="62282" y="117011"/>
                </a:lnTo>
                <a:lnTo>
                  <a:pt x="61829" y="117339"/>
                </a:lnTo>
                <a:lnTo>
                  <a:pt x="61365" y="117661"/>
                </a:lnTo>
                <a:lnTo>
                  <a:pt x="60891" y="117975"/>
                </a:lnTo>
                <a:lnTo>
                  <a:pt x="60407" y="118282"/>
                </a:lnTo>
                <a:lnTo>
                  <a:pt x="59912" y="118582"/>
                </a:lnTo>
                <a:lnTo>
                  <a:pt x="59406" y="118875"/>
                </a:lnTo>
                <a:lnTo>
                  <a:pt x="58896" y="119159"/>
                </a:lnTo>
                <a:lnTo>
                  <a:pt x="58376" y="119431"/>
                </a:lnTo>
                <a:lnTo>
                  <a:pt x="57846" y="119690"/>
                </a:lnTo>
                <a:lnTo>
                  <a:pt x="57306" y="119937"/>
                </a:lnTo>
                <a:lnTo>
                  <a:pt x="56757" y="120173"/>
                </a:lnTo>
                <a:lnTo>
                  <a:pt x="56199" y="120396"/>
                </a:lnTo>
                <a:lnTo>
                  <a:pt x="55630" y="120607"/>
                </a:lnTo>
                <a:lnTo>
                  <a:pt x="55052" y="120806"/>
                </a:lnTo>
                <a:lnTo>
                  <a:pt x="54465" y="120993"/>
                </a:lnTo>
                <a:lnTo>
                  <a:pt x="53867" y="121168"/>
                </a:lnTo>
                <a:lnTo>
                  <a:pt x="53261" y="121331"/>
                </a:lnTo>
                <a:lnTo>
                  <a:pt x="52644" y="121482"/>
                </a:lnTo>
                <a:lnTo>
                  <a:pt x="52018" y="121621"/>
                </a:lnTo>
                <a:lnTo>
                  <a:pt x="51382" y="121748"/>
                </a:lnTo>
                <a:lnTo>
                  <a:pt x="50736" y="121862"/>
                </a:lnTo>
                <a:lnTo>
                  <a:pt x="50081" y="121965"/>
                </a:lnTo>
                <a:lnTo>
                  <a:pt x="49416" y="122056"/>
                </a:lnTo>
                <a:lnTo>
                  <a:pt x="48741" y="122134"/>
                </a:lnTo>
                <a:lnTo>
                  <a:pt x="48057" y="122200"/>
                </a:lnTo>
                <a:lnTo>
                  <a:pt x="47363" y="122255"/>
                </a:lnTo>
                <a:lnTo>
                  <a:pt x="46660" y="122297"/>
                </a:lnTo>
                <a:lnTo>
                  <a:pt x="45947" y="122327"/>
                </a:lnTo>
                <a:lnTo>
                  <a:pt x="45224" y="122345"/>
                </a:lnTo>
                <a:lnTo>
                  <a:pt x="44491" y="122351"/>
                </a:lnTo>
                <a:lnTo>
                  <a:pt x="43754" y="122344"/>
                </a:lnTo>
                <a:lnTo>
                  <a:pt x="43028" y="122324"/>
                </a:lnTo>
                <a:lnTo>
                  <a:pt x="42312" y="122290"/>
                </a:lnTo>
                <a:lnTo>
                  <a:pt x="41607" y="122242"/>
                </a:lnTo>
                <a:lnTo>
                  <a:pt x="40913" y="122181"/>
                </a:lnTo>
                <a:close/>
                <a:moveTo>
                  <a:pt x="508099" y="135639"/>
                </a:moveTo>
                <a:lnTo>
                  <a:pt x="508755" y="135591"/>
                </a:lnTo>
                <a:lnTo>
                  <a:pt x="509403" y="135534"/>
                </a:lnTo>
                <a:lnTo>
                  <a:pt x="510041" y="135468"/>
                </a:lnTo>
                <a:lnTo>
                  <a:pt x="510670" y="135394"/>
                </a:lnTo>
                <a:lnTo>
                  <a:pt x="511290" y="135310"/>
                </a:lnTo>
                <a:lnTo>
                  <a:pt x="511901" y="135218"/>
                </a:lnTo>
                <a:lnTo>
                  <a:pt x="512504" y="135117"/>
                </a:lnTo>
                <a:lnTo>
                  <a:pt x="513097" y="135007"/>
                </a:lnTo>
                <a:lnTo>
                  <a:pt x="513681" y="134889"/>
                </a:lnTo>
                <a:lnTo>
                  <a:pt x="514256" y="134762"/>
                </a:lnTo>
                <a:lnTo>
                  <a:pt x="514823" y="134626"/>
                </a:lnTo>
                <a:lnTo>
                  <a:pt x="515380" y="134481"/>
                </a:lnTo>
                <a:lnTo>
                  <a:pt x="515928" y="134327"/>
                </a:lnTo>
                <a:lnTo>
                  <a:pt x="516468" y="134165"/>
                </a:lnTo>
                <a:lnTo>
                  <a:pt x="516998" y="133994"/>
                </a:lnTo>
                <a:lnTo>
                  <a:pt x="517519" y="133814"/>
                </a:lnTo>
                <a:lnTo>
                  <a:pt x="518031" y="133625"/>
                </a:lnTo>
                <a:lnTo>
                  <a:pt x="518535" y="133428"/>
                </a:lnTo>
                <a:lnTo>
                  <a:pt x="519029" y="133221"/>
                </a:lnTo>
                <a:lnTo>
                  <a:pt x="519515" y="133009"/>
                </a:lnTo>
                <a:lnTo>
                  <a:pt x="519992" y="132792"/>
                </a:lnTo>
                <a:lnTo>
                  <a:pt x="520462" y="132572"/>
                </a:lnTo>
                <a:lnTo>
                  <a:pt x="520923" y="132349"/>
                </a:lnTo>
                <a:lnTo>
                  <a:pt x="521376" y="132121"/>
                </a:lnTo>
                <a:lnTo>
                  <a:pt x="521821" y="131890"/>
                </a:lnTo>
                <a:lnTo>
                  <a:pt x="522258" y="131655"/>
                </a:lnTo>
                <a:lnTo>
                  <a:pt x="522687" y="131417"/>
                </a:lnTo>
                <a:lnTo>
                  <a:pt x="523108" y="131174"/>
                </a:lnTo>
                <a:lnTo>
                  <a:pt x="523521" y="130928"/>
                </a:lnTo>
                <a:lnTo>
                  <a:pt x="523925" y="130678"/>
                </a:lnTo>
                <a:lnTo>
                  <a:pt x="524322" y="130425"/>
                </a:lnTo>
                <a:lnTo>
                  <a:pt x="524710" y="130167"/>
                </a:lnTo>
                <a:lnTo>
                  <a:pt x="525090" y="129906"/>
                </a:lnTo>
                <a:lnTo>
                  <a:pt x="525462" y="129642"/>
                </a:lnTo>
                <a:lnTo>
                  <a:pt x="525826" y="129373"/>
                </a:lnTo>
                <a:lnTo>
                  <a:pt x="526182" y="129101"/>
                </a:lnTo>
                <a:lnTo>
                  <a:pt x="526530" y="128825"/>
                </a:lnTo>
                <a:lnTo>
                  <a:pt x="526869" y="128545"/>
                </a:lnTo>
                <a:lnTo>
                  <a:pt x="527201" y="128262"/>
                </a:lnTo>
                <a:lnTo>
                  <a:pt x="527524" y="127975"/>
                </a:lnTo>
                <a:lnTo>
                  <a:pt x="527839" y="127684"/>
                </a:lnTo>
                <a:lnTo>
                  <a:pt x="528146" y="127389"/>
                </a:lnTo>
                <a:lnTo>
                  <a:pt x="528445" y="127091"/>
                </a:lnTo>
                <a:lnTo>
                  <a:pt x="528737" y="126792"/>
                </a:lnTo>
                <a:lnTo>
                  <a:pt x="529021" y="126494"/>
                </a:lnTo>
                <a:lnTo>
                  <a:pt x="529299" y="126197"/>
                </a:lnTo>
                <a:lnTo>
                  <a:pt x="529569" y="125903"/>
                </a:lnTo>
                <a:lnTo>
                  <a:pt x="529832" y="125609"/>
                </a:lnTo>
                <a:lnTo>
                  <a:pt x="530089" y="125318"/>
                </a:lnTo>
                <a:lnTo>
                  <a:pt x="530338" y="125027"/>
                </a:lnTo>
                <a:lnTo>
                  <a:pt x="530580" y="124739"/>
                </a:lnTo>
                <a:lnTo>
                  <a:pt x="530815" y="124452"/>
                </a:lnTo>
                <a:lnTo>
                  <a:pt x="531044" y="124166"/>
                </a:lnTo>
                <a:lnTo>
                  <a:pt x="531265" y="123882"/>
                </a:lnTo>
                <a:lnTo>
                  <a:pt x="531479" y="123599"/>
                </a:lnTo>
                <a:lnTo>
                  <a:pt x="531686" y="123318"/>
                </a:lnTo>
                <a:lnTo>
                  <a:pt x="531886" y="123039"/>
                </a:lnTo>
                <a:lnTo>
                  <a:pt x="532079" y="122761"/>
                </a:lnTo>
                <a:lnTo>
                  <a:pt x="532265" y="122485"/>
                </a:lnTo>
                <a:lnTo>
                  <a:pt x="532444" y="122210"/>
                </a:lnTo>
                <a:lnTo>
                  <a:pt x="532617" y="121936"/>
                </a:lnTo>
                <a:lnTo>
                  <a:pt x="532782" y="121665"/>
                </a:lnTo>
                <a:lnTo>
                  <a:pt x="532940" y="121394"/>
                </a:lnTo>
                <a:lnTo>
                  <a:pt x="533090" y="121126"/>
                </a:lnTo>
                <a:lnTo>
                  <a:pt x="533234" y="120859"/>
                </a:lnTo>
                <a:lnTo>
                  <a:pt x="533371" y="120593"/>
                </a:lnTo>
                <a:lnTo>
                  <a:pt x="533501" y="120329"/>
                </a:lnTo>
                <a:lnTo>
                  <a:pt x="534260" y="120329"/>
                </a:lnTo>
                <a:lnTo>
                  <a:pt x="534260" y="133474"/>
                </a:lnTo>
                <a:lnTo>
                  <a:pt x="549174" y="133474"/>
                </a:lnTo>
                <a:lnTo>
                  <a:pt x="549174" y="69518"/>
                </a:lnTo>
                <a:lnTo>
                  <a:pt x="549168" y="68562"/>
                </a:lnTo>
                <a:lnTo>
                  <a:pt x="549148" y="67623"/>
                </a:lnTo>
                <a:lnTo>
                  <a:pt x="549115" y="66700"/>
                </a:lnTo>
                <a:lnTo>
                  <a:pt x="549069" y="65793"/>
                </a:lnTo>
                <a:lnTo>
                  <a:pt x="549010" y="64902"/>
                </a:lnTo>
                <a:lnTo>
                  <a:pt x="548937" y="64027"/>
                </a:lnTo>
                <a:lnTo>
                  <a:pt x="548852" y="63169"/>
                </a:lnTo>
                <a:lnTo>
                  <a:pt x="548753" y="62327"/>
                </a:lnTo>
                <a:lnTo>
                  <a:pt x="548641" y="61501"/>
                </a:lnTo>
                <a:lnTo>
                  <a:pt x="548516" y="60692"/>
                </a:lnTo>
                <a:lnTo>
                  <a:pt x="548378" y="59899"/>
                </a:lnTo>
                <a:lnTo>
                  <a:pt x="548226" y="59122"/>
                </a:lnTo>
                <a:lnTo>
                  <a:pt x="548062" y="58361"/>
                </a:lnTo>
                <a:lnTo>
                  <a:pt x="547884" y="57616"/>
                </a:lnTo>
                <a:lnTo>
                  <a:pt x="547693" y="56888"/>
                </a:lnTo>
                <a:lnTo>
                  <a:pt x="547489" y="56176"/>
                </a:lnTo>
                <a:lnTo>
                  <a:pt x="547272" y="55480"/>
                </a:lnTo>
                <a:lnTo>
                  <a:pt x="547041" y="54801"/>
                </a:lnTo>
                <a:lnTo>
                  <a:pt x="546798" y="54137"/>
                </a:lnTo>
                <a:lnTo>
                  <a:pt x="546541" y="53490"/>
                </a:lnTo>
                <a:lnTo>
                  <a:pt x="546271" y="52859"/>
                </a:lnTo>
                <a:lnTo>
                  <a:pt x="545988" y="52245"/>
                </a:lnTo>
                <a:lnTo>
                  <a:pt x="545692" y="51646"/>
                </a:lnTo>
                <a:lnTo>
                  <a:pt x="545382" y="51064"/>
                </a:lnTo>
                <a:lnTo>
                  <a:pt x="545063" y="50496"/>
                </a:lnTo>
                <a:lnTo>
                  <a:pt x="544737" y="49940"/>
                </a:lnTo>
                <a:lnTo>
                  <a:pt x="544404" y="49396"/>
                </a:lnTo>
                <a:lnTo>
                  <a:pt x="544064" y="48864"/>
                </a:lnTo>
                <a:lnTo>
                  <a:pt x="543717" y="48345"/>
                </a:lnTo>
                <a:lnTo>
                  <a:pt x="543364" y="47837"/>
                </a:lnTo>
                <a:lnTo>
                  <a:pt x="543004" y="47341"/>
                </a:lnTo>
                <a:lnTo>
                  <a:pt x="542637" y="46858"/>
                </a:lnTo>
                <a:lnTo>
                  <a:pt x="542263" y="46386"/>
                </a:lnTo>
                <a:lnTo>
                  <a:pt x="541882" y="45927"/>
                </a:lnTo>
                <a:lnTo>
                  <a:pt x="541495" y="45480"/>
                </a:lnTo>
                <a:lnTo>
                  <a:pt x="541101" y="45044"/>
                </a:lnTo>
                <a:lnTo>
                  <a:pt x="540700" y="44621"/>
                </a:lnTo>
                <a:lnTo>
                  <a:pt x="540292" y="44210"/>
                </a:lnTo>
                <a:lnTo>
                  <a:pt x="539877" y="43811"/>
                </a:lnTo>
                <a:lnTo>
                  <a:pt x="539456" y="43424"/>
                </a:lnTo>
                <a:lnTo>
                  <a:pt x="539028" y="43049"/>
                </a:lnTo>
                <a:lnTo>
                  <a:pt x="538593" y="42686"/>
                </a:lnTo>
                <a:lnTo>
                  <a:pt x="538151" y="42335"/>
                </a:lnTo>
                <a:lnTo>
                  <a:pt x="537702" y="41997"/>
                </a:lnTo>
                <a:lnTo>
                  <a:pt x="537247" y="41670"/>
                </a:lnTo>
                <a:lnTo>
                  <a:pt x="536784" y="41356"/>
                </a:lnTo>
                <a:lnTo>
                  <a:pt x="536315" y="41053"/>
                </a:lnTo>
                <a:lnTo>
                  <a:pt x="535840" y="40763"/>
                </a:lnTo>
                <a:lnTo>
                  <a:pt x="535365" y="40482"/>
                </a:lnTo>
                <a:lnTo>
                  <a:pt x="534889" y="40210"/>
                </a:lnTo>
                <a:lnTo>
                  <a:pt x="534411" y="39946"/>
                </a:lnTo>
                <a:lnTo>
                  <a:pt x="533931" y="39690"/>
                </a:lnTo>
                <a:lnTo>
                  <a:pt x="533450" y="39442"/>
                </a:lnTo>
                <a:lnTo>
                  <a:pt x="532968" y="39202"/>
                </a:lnTo>
                <a:lnTo>
                  <a:pt x="532484" y="38971"/>
                </a:lnTo>
                <a:lnTo>
                  <a:pt x="531999" y="38747"/>
                </a:lnTo>
                <a:lnTo>
                  <a:pt x="531512" y="38532"/>
                </a:lnTo>
                <a:lnTo>
                  <a:pt x="531023" y="38325"/>
                </a:lnTo>
                <a:lnTo>
                  <a:pt x="530533" y="38126"/>
                </a:lnTo>
                <a:lnTo>
                  <a:pt x="530041" y="37935"/>
                </a:lnTo>
                <a:lnTo>
                  <a:pt x="529548" y="37752"/>
                </a:lnTo>
                <a:lnTo>
                  <a:pt x="529053" y="37577"/>
                </a:lnTo>
                <a:lnTo>
                  <a:pt x="528557" y="37410"/>
                </a:lnTo>
                <a:lnTo>
                  <a:pt x="528059" y="37252"/>
                </a:lnTo>
                <a:lnTo>
                  <a:pt x="527560" y="37101"/>
                </a:lnTo>
                <a:lnTo>
                  <a:pt x="527059" y="36959"/>
                </a:lnTo>
                <a:lnTo>
                  <a:pt x="526557" y="36825"/>
                </a:lnTo>
                <a:lnTo>
                  <a:pt x="526053" y="36699"/>
                </a:lnTo>
                <a:lnTo>
                  <a:pt x="525547" y="36581"/>
                </a:lnTo>
                <a:lnTo>
                  <a:pt x="525040" y="36471"/>
                </a:lnTo>
                <a:lnTo>
                  <a:pt x="524532" y="36369"/>
                </a:lnTo>
                <a:lnTo>
                  <a:pt x="524022" y="36276"/>
                </a:lnTo>
                <a:lnTo>
                  <a:pt x="523518" y="36183"/>
                </a:lnTo>
                <a:lnTo>
                  <a:pt x="523020" y="36094"/>
                </a:lnTo>
                <a:lnTo>
                  <a:pt x="522527" y="36009"/>
                </a:lnTo>
                <a:lnTo>
                  <a:pt x="522038" y="35928"/>
                </a:lnTo>
                <a:lnTo>
                  <a:pt x="521554" y="35851"/>
                </a:lnTo>
                <a:lnTo>
                  <a:pt x="521075" y="35778"/>
                </a:lnTo>
                <a:lnTo>
                  <a:pt x="520601" y="35709"/>
                </a:lnTo>
                <a:lnTo>
                  <a:pt x="520131" y="35644"/>
                </a:lnTo>
                <a:lnTo>
                  <a:pt x="519667" y="35582"/>
                </a:lnTo>
                <a:lnTo>
                  <a:pt x="519207" y="35525"/>
                </a:lnTo>
                <a:lnTo>
                  <a:pt x="518752" y="35472"/>
                </a:lnTo>
                <a:lnTo>
                  <a:pt x="518302" y="35422"/>
                </a:lnTo>
                <a:lnTo>
                  <a:pt x="517857" y="35377"/>
                </a:lnTo>
                <a:lnTo>
                  <a:pt x="517416" y="35336"/>
                </a:lnTo>
                <a:lnTo>
                  <a:pt x="516981" y="35298"/>
                </a:lnTo>
                <a:lnTo>
                  <a:pt x="516550" y="35264"/>
                </a:lnTo>
                <a:lnTo>
                  <a:pt x="516124" y="35235"/>
                </a:lnTo>
                <a:lnTo>
                  <a:pt x="515703" y="35209"/>
                </a:lnTo>
                <a:lnTo>
                  <a:pt x="515287" y="35187"/>
                </a:lnTo>
                <a:lnTo>
                  <a:pt x="514875" y="35170"/>
                </a:lnTo>
                <a:lnTo>
                  <a:pt x="514469" y="35156"/>
                </a:lnTo>
                <a:lnTo>
                  <a:pt x="514067" y="35146"/>
                </a:lnTo>
                <a:lnTo>
                  <a:pt x="513670" y="35140"/>
                </a:lnTo>
                <a:lnTo>
                  <a:pt x="513278" y="35138"/>
                </a:lnTo>
                <a:lnTo>
                  <a:pt x="512667" y="35142"/>
                </a:lnTo>
                <a:lnTo>
                  <a:pt x="512054" y="35152"/>
                </a:lnTo>
                <a:lnTo>
                  <a:pt x="511441" y="35170"/>
                </a:lnTo>
                <a:lnTo>
                  <a:pt x="510827" y="35194"/>
                </a:lnTo>
                <a:lnTo>
                  <a:pt x="510212" y="35226"/>
                </a:lnTo>
                <a:lnTo>
                  <a:pt x="509597" y="35264"/>
                </a:lnTo>
                <a:lnTo>
                  <a:pt x="508980" y="35310"/>
                </a:lnTo>
                <a:lnTo>
                  <a:pt x="508363" y="35363"/>
                </a:lnTo>
                <a:lnTo>
                  <a:pt x="507744" y="35422"/>
                </a:lnTo>
                <a:lnTo>
                  <a:pt x="507125" y="35489"/>
                </a:lnTo>
                <a:lnTo>
                  <a:pt x="506505" y="35563"/>
                </a:lnTo>
                <a:lnTo>
                  <a:pt x="505884" y="35644"/>
                </a:lnTo>
                <a:lnTo>
                  <a:pt x="505262" y="35731"/>
                </a:lnTo>
                <a:lnTo>
                  <a:pt x="504639" y="35826"/>
                </a:lnTo>
                <a:lnTo>
                  <a:pt x="504015" y="35928"/>
                </a:lnTo>
                <a:lnTo>
                  <a:pt x="503391" y="36037"/>
                </a:lnTo>
                <a:lnTo>
                  <a:pt x="502766" y="36153"/>
                </a:lnTo>
                <a:lnTo>
                  <a:pt x="502139" y="36276"/>
                </a:lnTo>
                <a:lnTo>
                  <a:pt x="501512" y="36406"/>
                </a:lnTo>
                <a:lnTo>
                  <a:pt x="500884" y="36542"/>
                </a:lnTo>
                <a:lnTo>
                  <a:pt x="500255" y="36686"/>
                </a:lnTo>
                <a:lnTo>
                  <a:pt x="499625" y="36837"/>
                </a:lnTo>
                <a:lnTo>
                  <a:pt x="498995" y="36995"/>
                </a:lnTo>
                <a:lnTo>
                  <a:pt x="498363" y="37160"/>
                </a:lnTo>
                <a:lnTo>
                  <a:pt x="497738" y="37329"/>
                </a:lnTo>
                <a:lnTo>
                  <a:pt x="497118" y="37508"/>
                </a:lnTo>
                <a:lnTo>
                  <a:pt x="496501" y="37698"/>
                </a:lnTo>
                <a:lnTo>
                  <a:pt x="495888" y="37898"/>
                </a:lnTo>
                <a:lnTo>
                  <a:pt x="495279" y="38108"/>
                </a:lnTo>
                <a:lnTo>
                  <a:pt x="494674" y="38330"/>
                </a:lnTo>
                <a:lnTo>
                  <a:pt x="494073" y="38561"/>
                </a:lnTo>
                <a:lnTo>
                  <a:pt x="493476" y="38804"/>
                </a:lnTo>
                <a:lnTo>
                  <a:pt x="492883" y="39056"/>
                </a:lnTo>
                <a:lnTo>
                  <a:pt x="492294" y="39320"/>
                </a:lnTo>
                <a:lnTo>
                  <a:pt x="491708" y="39594"/>
                </a:lnTo>
                <a:lnTo>
                  <a:pt x="491127" y="39878"/>
                </a:lnTo>
                <a:lnTo>
                  <a:pt x="490550" y="40173"/>
                </a:lnTo>
                <a:lnTo>
                  <a:pt x="489976" y="40478"/>
                </a:lnTo>
                <a:lnTo>
                  <a:pt x="489407" y="40794"/>
                </a:lnTo>
                <a:lnTo>
                  <a:pt x="488841" y="41121"/>
                </a:lnTo>
                <a:lnTo>
                  <a:pt x="488280" y="41458"/>
                </a:lnTo>
                <a:lnTo>
                  <a:pt x="487722" y="41805"/>
                </a:lnTo>
                <a:lnTo>
                  <a:pt x="487169" y="42164"/>
                </a:lnTo>
                <a:lnTo>
                  <a:pt x="486619" y="42532"/>
                </a:lnTo>
                <a:lnTo>
                  <a:pt x="486073" y="42911"/>
                </a:lnTo>
                <a:lnTo>
                  <a:pt x="485531" y="43301"/>
                </a:lnTo>
                <a:lnTo>
                  <a:pt x="484994" y="43701"/>
                </a:lnTo>
                <a:lnTo>
                  <a:pt x="484460" y="44112"/>
                </a:lnTo>
                <a:lnTo>
                  <a:pt x="483937" y="44530"/>
                </a:lnTo>
                <a:lnTo>
                  <a:pt x="483424" y="44961"/>
                </a:lnTo>
                <a:lnTo>
                  <a:pt x="482919" y="45406"/>
                </a:lnTo>
                <a:lnTo>
                  <a:pt x="482423" y="45864"/>
                </a:lnTo>
                <a:lnTo>
                  <a:pt x="481936" y="46336"/>
                </a:lnTo>
                <a:lnTo>
                  <a:pt x="481458" y="46822"/>
                </a:lnTo>
                <a:lnTo>
                  <a:pt x="480988" y="47321"/>
                </a:lnTo>
                <a:lnTo>
                  <a:pt x="480527" y="47834"/>
                </a:lnTo>
                <a:lnTo>
                  <a:pt x="480075" y="48360"/>
                </a:lnTo>
                <a:lnTo>
                  <a:pt x="479632" y="48900"/>
                </a:lnTo>
                <a:lnTo>
                  <a:pt x="479198" y="49454"/>
                </a:lnTo>
                <a:lnTo>
                  <a:pt x="478772" y="50021"/>
                </a:lnTo>
                <a:lnTo>
                  <a:pt x="478355" y="50602"/>
                </a:lnTo>
                <a:lnTo>
                  <a:pt x="477947" y="51196"/>
                </a:lnTo>
                <a:lnTo>
                  <a:pt x="477547" y="51805"/>
                </a:lnTo>
                <a:lnTo>
                  <a:pt x="477157" y="52426"/>
                </a:lnTo>
                <a:lnTo>
                  <a:pt x="476775" y="53061"/>
                </a:lnTo>
                <a:lnTo>
                  <a:pt x="476402" y="53710"/>
                </a:lnTo>
                <a:lnTo>
                  <a:pt x="476038" y="54373"/>
                </a:lnTo>
                <a:lnTo>
                  <a:pt x="475682" y="55049"/>
                </a:lnTo>
                <a:lnTo>
                  <a:pt x="475335" y="55739"/>
                </a:lnTo>
                <a:lnTo>
                  <a:pt x="474998" y="56442"/>
                </a:lnTo>
                <a:lnTo>
                  <a:pt x="474668" y="57159"/>
                </a:lnTo>
                <a:lnTo>
                  <a:pt x="474348" y="57889"/>
                </a:lnTo>
                <a:lnTo>
                  <a:pt x="488504" y="62945"/>
                </a:lnTo>
                <a:lnTo>
                  <a:pt x="488716" y="62504"/>
                </a:lnTo>
                <a:lnTo>
                  <a:pt x="488940" y="62065"/>
                </a:lnTo>
                <a:lnTo>
                  <a:pt x="489177" y="61628"/>
                </a:lnTo>
                <a:lnTo>
                  <a:pt x="489426" y="61193"/>
                </a:lnTo>
                <a:lnTo>
                  <a:pt x="489688" y="60761"/>
                </a:lnTo>
                <a:lnTo>
                  <a:pt x="489962" y="60330"/>
                </a:lnTo>
                <a:lnTo>
                  <a:pt x="490249" y="59902"/>
                </a:lnTo>
                <a:lnTo>
                  <a:pt x="490548" y="59476"/>
                </a:lnTo>
                <a:lnTo>
                  <a:pt x="490859" y="59053"/>
                </a:lnTo>
                <a:lnTo>
                  <a:pt x="491184" y="58631"/>
                </a:lnTo>
                <a:lnTo>
                  <a:pt x="491520" y="58212"/>
                </a:lnTo>
                <a:lnTo>
                  <a:pt x="491870" y="57795"/>
                </a:lnTo>
                <a:lnTo>
                  <a:pt x="492231" y="57380"/>
                </a:lnTo>
                <a:lnTo>
                  <a:pt x="492606" y="56967"/>
                </a:lnTo>
                <a:lnTo>
                  <a:pt x="492992" y="56556"/>
                </a:lnTo>
                <a:lnTo>
                  <a:pt x="493392" y="56148"/>
                </a:lnTo>
                <a:lnTo>
                  <a:pt x="493803" y="55742"/>
                </a:lnTo>
                <a:lnTo>
                  <a:pt x="494228" y="55338"/>
                </a:lnTo>
                <a:lnTo>
                  <a:pt x="494664" y="54936"/>
                </a:lnTo>
                <a:lnTo>
                  <a:pt x="495114" y="54536"/>
                </a:lnTo>
                <a:lnTo>
                  <a:pt x="495576" y="54139"/>
                </a:lnTo>
                <a:lnTo>
                  <a:pt x="496050" y="53744"/>
                </a:lnTo>
                <a:lnTo>
                  <a:pt x="496537" y="53351"/>
                </a:lnTo>
                <a:lnTo>
                  <a:pt x="497036" y="52960"/>
                </a:lnTo>
                <a:lnTo>
                  <a:pt x="497550" y="52578"/>
                </a:lnTo>
                <a:lnTo>
                  <a:pt x="498079" y="52213"/>
                </a:lnTo>
                <a:lnTo>
                  <a:pt x="498625" y="51864"/>
                </a:lnTo>
                <a:lnTo>
                  <a:pt x="499187" y="51531"/>
                </a:lnTo>
                <a:lnTo>
                  <a:pt x="499764" y="51214"/>
                </a:lnTo>
                <a:lnTo>
                  <a:pt x="500358" y="50914"/>
                </a:lnTo>
                <a:lnTo>
                  <a:pt x="500968" y="50630"/>
                </a:lnTo>
                <a:lnTo>
                  <a:pt x="501593" y="50362"/>
                </a:lnTo>
                <a:lnTo>
                  <a:pt x="502235" y="50110"/>
                </a:lnTo>
                <a:lnTo>
                  <a:pt x="502893" y="49875"/>
                </a:lnTo>
                <a:lnTo>
                  <a:pt x="503567" y="49655"/>
                </a:lnTo>
                <a:lnTo>
                  <a:pt x="504256" y="49452"/>
                </a:lnTo>
                <a:lnTo>
                  <a:pt x="504962" y="49266"/>
                </a:lnTo>
                <a:lnTo>
                  <a:pt x="505684" y="49095"/>
                </a:lnTo>
                <a:lnTo>
                  <a:pt x="506422" y="48941"/>
                </a:lnTo>
                <a:lnTo>
                  <a:pt x="507176" y="48803"/>
                </a:lnTo>
                <a:lnTo>
                  <a:pt x="507946" y="48681"/>
                </a:lnTo>
                <a:lnTo>
                  <a:pt x="508732" y="48576"/>
                </a:lnTo>
                <a:lnTo>
                  <a:pt x="509534" y="48486"/>
                </a:lnTo>
                <a:lnTo>
                  <a:pt x="510351" y="48413"/>
                </a:lnTo>
                <a:lnTo>
                  <a:pt x="511185" y="48356"/>
                </a:lnTo>
                <a:lnTo>
                  <a:pt x="512035" y="48316"/>
                </a:lnTo>
                <a:lnTo>
                  <a:pt x="512901" y="48291"/>
                </a:lnTo>
                <a:lnTo>
                  <a:pt x="513783" y="48283"/>
                </a:lnTo>
                <a:lnTo>
                  <a:pt x="514633" y="48292"/>
                </a:lnTo>
                <a:lnTo>
                  <a:pt x="515464" y="48319"/>
                </a:lnTo>
                <a:lnTo>
                  <a:pt x="516277" y="48364"/>
                </a:lnTo>
                <a:lnTo>
                  <a:pt x="517072" y="48427"/>
                </a:lnTo>
                <a:lnTo>
                  <a:pt x="517848" y="48508"/>
                </a:lnTo>
                <a:lnTo>
                  <a:pt x="518606" y="48607"/>
                </a:lnTo>
                <a:lnTo>
                  <a:pt x="519346" y="48724"/>
                </a:lnTo>
                <a:lnTo>
                  <a:pt x="520068" y="48859"/>
                </a:lnTo>
                <a:lnTo>
                  <a:pt x="520772" y="49012"/>
                </a:lnTo>
                <a:lnTo>
                  <a:pt x="521457" y="49183"/>
                </a:lnTo>
                <a:lnTo>
                  <a:pt x="522124" y="49372"/>
                </a:lnTo>
                <a:lnTo>
                  <a:pt x="522773" y="49579"/>
                </a:lnTo>
                <a:lnTo>
                  <a:pt x="523404" y="49804"/>
                </a:lnTo>
                <a:lnTo>
                  <a:pt x="524017" y="50047"/>
                </a:lnTo>
                <a:lnTo>
                  <a:pt x="524611" y="50308"/>
                </a:lnTo>
                <a:lnTo>
                  <a:pt x="525187" y="50586"/>
                </a:lnTo>
                <a:lnTo>
                  <a:pt x="525745" y="50883"/>
                </a:lnTo>
                <a:lnTo>
                  <a:pt x="526285" y="51198"/>
                </a:lnTo>
                <a:lnTo>
                  <a:pt x="526806" y="51531"/>
                </a:lnTo>
                <a:lnTo>
                  <a:pt x="527310" y="51882"/>
                </a:lnTo>
                <a:lnTo>
                  <a:pt x="527795" y="52251"/>
                </a:lnTo>
                <a:lnTo>
                  <a:pt x="528262" y="52638"/>
                </a:lnTo>
                <a:lnTo>
                  <a:pt x="528710" y="53043"/>
                </a:lnTo>
                <a:lnTo>
                  <a:pt x="529141" y="53465"/>
                </a:lnTo>
                <a:lnTo>
                  <a:pt x="529558" y="53905"/>
                </a:lnTo>
                <a:lnTo>
                  <a:pt x="529958" y="54358"/>
                </a:lnTo>
                <a:lnTo>
                  <a:pt x="530340" y="54826"/>
                </a:lnTo>
                <a:lnTo>
                  <a:pt x="530705" y="55309"/>
                </a:lnTo>
                <a:lnTo>
                  <a:pt x="531051" y="55806"/>
                </a:lnTo>
                <a:lnTo>
                  <a:pt x="531380" y="56317"/>
                </a:lnTo>
                <a:lnTo>
                  <a:pt x="531691" y="56843"/>
                </a:lnTo>
                <a:lnTo>
                  <a:pt x="531985" y="57384"/>
                </a:lnTo>
                <a:lnTo>
                  <a:pt x="532260" y="57939"/>
                </a:lnTo>
                <a:lnTo>
                  <a:pt x="532518" y="58508"/>
                </a:lnTo>
                <a:lnTo>
                  <a:pt x="532758" y="59092"/>
                </a:lnTo>
                <a:lnTo>
                  <a:pt x="532980" y="59690"/>
                </a:lnTo>
                <a:lnTo>
                  <a:pt x="533184" y="60303"/>
                </a:lnTo>
                <a:lnTo>
                  <a:pt x="533371" y="60931"/>
                </a:lnTo>
                <a:lnTo>
                  <a:pt x="533540" y="61573"/>
                </a:lnTo>
                <a:lnTo>
                  <a:pt x="533691" y="62229"/>
                </a:lnTo>
                <a:lnTo>
                  <a:pt x="533824" y="62900"/>
                </a:lnTo>
                <a:lnTo>
                  <a:pt x="533940" y="63585"/>
                </a:lnTo>
                <a:lnTo>
                  <a:pt x="534037" y="64285"/>
                </a:lnTo>
                <a:lnTo>
                  <a:pt x="534117" y="64999"/>
                </a:lnTo>
                <a:lnTo>
                  <a:pt x="534180" y="65728"/>
                </a:lnTo>
                <a:lnTo>
                  <a:pt x="534224" y="66471"/>
                </a:lnTo>
                <a:lnTo>
                  <a:pt x="534251" y="67229"/>
                </a:lnTo>
                <a:lnTo>
                  <a:pt x="534260" y="68001"/>
                </a:lnTo>
                <a:lnTo>
                  <a:pt x="534260" y="68507"/>
                </a:lnTo>
                <a:lnTo>
                  <a:pt x="534255" y="68803"/>
                </a:lnTo>
                <a:lnTo>
                  <a:pt x="534242" y="69092"/>
                </a:lnTo>
                <a:lnTo>
                  <a:pt x="534219" y="69374"/>
                </a:lnTo>
                <a:lnTo>
                  <a:pt x="534188" y="69648"/>
                </a:lnTo>
                <a:lnTo>
                  <a:pt x="534147" y="69914"/>
                </a:lnTo>
                <a:lnTo>
                  <a:pt x="534098" y="70173"/>
                </a:lnTo>
                <a:lnTo>
                  <a:pt x="534039" y="70425"/>
                </a:lnTo>
                <a:lnTo>
                  <a:pt x="533972" y="70669"/>
                </a:lnTo>
                <a:lnTo>
                  <a:pt x="533895" y="70906"/>
                </a:lnTo>
                <a:lnTo>
                  <a:pt x="533810" y="71135"/>
                </a:lnTo>
                <a:lnTo>
                  <a:pt x="533715" y="71357"/>
                </a:lnTo>
                <a:lnTo>
                  <a:pt x="533612" y="71572"/>
                </a:lnTo>
                <a:lnTo>
                  <a:pt x="533499" y="71779"/>
                </a:lnTo>
                <a:lnTo>
                  <a:pt x="533378" y="71978"/>
                </a:lnTo>
                <a:lnTo>
                  <a:pt x="533247" y="72170"/>
                </a:lnTo>
                <a:lnTo>
                  <a:pt x="533108" y="72355"/>
                </a:lnTo>
                <a:lnTo>
                  <a:pt x="532960" y="72532"/>
                </a:lnTo>
                <a:lnTo>
                  <a:pt x="532802" y="72701"/>
                </a:lnTo>
                <a:lnTo>
                  <a:pt x="532636" y="72863"/>
                </a:lnTo>
                <a:lnTo>
                  <a:pt x="532460" y="73018"/>
                </a:lnTo>
                <a:lnTo>
                  <a:pt x="532276" y="73165"/>
                </a:lnTo>
                <a:lnTo>
                  <a:pt x="532082" y="73305"/>
                </a:lnTo>
                <a:lnTo>
                  <a:pt x="531880" y="73438"/>
                </a:lnTo>
                <a:lnTo>
                  <a:pt x="531669" y="73562"/>
                </a:lnTo>
                <a:lnTo>
                  <a:pt x="531453" y="73682"/>
                </a:lnTo>
                <a:lnTo>
                  <a:pt x="531226" y="73799"/>
                </a:lnTo>
                <a:lnTo>
                  <a:pt x="530989" y="73913"/>
                </a:lnTo>
                <a:lnTo>
                  <a:pt x="530742" y="74024"/>
                </a:lnTo>
                <a:lnTo>
                  <a:pt x="530484" y="74132"/>
                </a:lnTo>
                <a:lnTo>
                  <a:pt x="530215" y="74238"/>
                </a:lnTo>
                <a:lnTo>
                  <a:pt x="529936" y="74340"/>
                </a:lnTo>
                <a:lnTo>
                  <a:pt x="529646" y="74440"/>
                </a:lnTo>
                <a:lnTo>
                  <a:pt x="529346" y="74537"/>
                </a:lnTo>
                <a:lnTo>
                  <a:pt x="529035" y="74631"/>
                </a:lnTo>
                <a:lnTo>
                  <a:pt x="528714" y="74722"/>
                </a:lnTo>
                <a:lnTo>
                  <a:pt x="528382" y="74811"/>
                </a:lnTo>
                <a:lnTo>
                  <a:pt x="528040" y="74896"/>
                </a:lnTo>
                <a:lnTo>
                  <a:pt x="527687" y="74979"/>
                </a:lnTo>
                <a:lnTo>
                  <a:pt x="527324" y="75058"/>
                </a:lnTo>
                <a:lnTo>
                  <a:pt x="526950" y="75135"/>
                </a:lnTo>
                <a:lnTo>
                  <a:pt x="526565" y="75209"/>
                </a:lnTo>
                <a:lnTo>
                  <a:pt x="526170" y="75281"/>
                </a:lnTo>
                <a:lnTo>
                  <a:pt x="525765" y="75349"/>
                </a:lnTo>
                <a:lnTo>
                  <a:pt x="525349" y="75414"/>
                </a:lnTo>
                <a:lnTo>
                  <a:pt x="524922" y="75477"/>
                </a:lnTo>
                <a:lnTo>
                  <a:pt x="524485" y="75537"/>
                </a:lnTo>
                <a:lnTo>
                  <a:pt x="524037" y="75594"/>
                </a:lnTo>
                <a:lnTo>
                  <a:pt x="523579" y="75648"/>
                </a:lnTo>
                <a:lnTo>
                  <a:pt x="523115" y="75696"/>
                </a:lnTo>
                <a:lnTo>
                  <a:pt x="522640" y="75747"/>
                </a:lnTo>
                <a:lnTo>
                  <a:pt x="522152" y="75799"/>
                </a:lnTo>
                <a:lnTo>
                  <a:pt x="521653" y="75853"/>
                </a:lnTo>
                <a:lnTo>
                  <a:pt x="521143" y="75910"/>
                </a:lnTo>
                <a:lnTo>
                  <a:pt x="520621" y="75968"/>
                </a:lnTo>
                <a:lnTo>
                  <a:pt x="520087" y="76028"/>
                </a:lnTo>
                <a:lnTo>
                  <a:pt x="519542" y="76090"/>
                </a:lnTo>
                <a:lnTo>
                  <a:pt x="518985" y="76155"/>
                </a:lnTo>
                <a:lnTo>
                  <a:pt x="518416" y="76221"/>
                </a:lnTo>
                <a:lnTo>
                  <a:pt x="517836" y="76289"/>
                </a:lnTo>
                <a:lnTo>
                  <a:pt x="517244" y="76359"/>
                </a:lnTo>
                <a:lnTo>
                  <a:pt x="516640" y="76431"/>
                </a:lnTo>
                <a:lnTo>
                  <a:pt x="516025" y="76505"/>
                </a:lnTo>
                <a:lnTo>
                  <a:pt x="515398" y="76581"/>
                </a:lnTo>
                <a:lnTo>
                  <a:pt x="514760" y="76659"/>
                </a:lnTo>
                <a:lnTo>
                  <a:pt x="514109" y="76739"/>
                </a:lnTo>
                <a:lnTo>
                  <a:pt x="513448" y="76821"/>
                </a:lnTo>
                <a:lnTo>
                  <a:pt x="512774" y="76905"/>
                </a:lnTo>
                <a:lnTo>
                  <a:pt x="512089" y="76991"/>
                </a:lnTo>
                <a:lnTo>
                  <a:pt x="511393" y="77079"/>
                </a:lnTo>
                <a:lnTo>
                  <a:pt x="510685" y="77169"/>
                </a:lnTo>
                <a:lnTo>
                  <a:pt x="509965" y="77260"/>
                </a:lnTo>
                <a:lnTo>
                  <a:pt x="509233" y="77354"/>
                </a:lnTo>
                <a:lnTo>
                  <a:pt x="508670" y="77429"/>
                </a:lnTo>
                <a:lnTo>
                  <a:pt x="508107" y="77506"/>
                </a:lnTo>
                <a:lnTo>
                  <a:pt x="507544" y="77585"/>
                </a:lnTo>
                <a:lnTo>
                  <a:pt x="506981" y="77667"/>
                </a:lnTo>
                <a:lnTo>
                  <a:pt x="506418" y="77750"/>
                </a:lnTo>
                <a:lnTo>
                  <a:pt x="505856" y="77836"/>
                </a:lnTo>
                <a:lnTo>
                  <a:pt x="505294" y="77924"/>
                </a:lnTo>
                <a:lnTo>
                  <a:pt x="504732" y="78014"/>
                </a:lnTo>
                <a:lnTo>
                  <a:pt x="504171" y="78107"/>
                </a:lnTo>
                <a:lnTo>
                  <a:pt x="503609" y="78201"/>
                </a:lnTo>
                <a:lnTo>
                  <a:pt x="503048" y="78298"/>
                </a:lnTo>
                <a:lnTo>
                  <a:pt x="502487" y="78397"/>
                </a:lnTo>
                <a:lnTo>
                  <a:pt x="501926" y="78498"/>
                </a:lnTo>
                <a:lnTo>
                  <a:pt x="501366" y="78602"/>
                </a:lnTo>
                <a:lnTo>
                  <a:pt x="500805" y="78707"/>
                </a:lnTo>
                <a:lnTo>
                  <a:pt x="500245" y="78815"/>
                </a:lnTo>
                <a:lnTo>
                  <a:pt x="499685" y="78925"/>
                </a:lnTo>
                <a:lnTo>
                  <a:pt x="499126" y="79037"/>
                </a:lnTo>
                <a:lnTo>
                  <a:pt x="498566" y="79151"/>
                </a:lnTo>
                <a:lnTo>
                  <a:pt x="498007" y="79268"/>
                </a:lnTo>
                <a:lnTo>
                  <a:pt x="497448" y="79386"/>
                </a:lnTo>
                <a:lnTo>
                  <a:pt x="496889" y="79507"/>
                </a:lnTo>
                <a:lnTo>
                  <a:pt x="496330" y="79631"/>
                </a:lnTo>
                <a:lnTo>
                  <a:pt x="495772" y="79756"/>
                </a:lnTo>
                <a:lnTo>
                  <a:pt x="495221" y="79880"/>
                </a:lnTo>
                <a:lnTo>
                  <a:pt x="494674" y="80009"/>
                </a:lnTo>
                <a:lnTo>
                  <a:pt x="494131" y="80143"/>
                </a:lnTo>
                <a:lnTo>
                  <a:pt x="493592" y="80282"/>
                </a:lnTo>
                <a:lnTo>
                  <a:pt x="493057" y="80427"/>
                </a:lnTo>
                <a:lnTo>
                  <a:pt x="492525" y="80577"/>
                </a:lnTo>
                <a:lnTo>
                  <a:pt x="491998" y="80733"/>
                </a:lnTo>
                <a:lnTo>
                  <a:pt x="491475" y="80893"/>
                </a:lnTo>
                <a:lnTo>
                  <a:pt x="490955" y="81059"/>
                </a:lnTo>
                <a:lnTo>
                  <a:pt x="490440" y="81230"/>
                </a:lnTo>
                <a:lnTo>
                  <a:pt x="489928" y="81407"/>
                </a:lnTo>
                <a:lnTo>
                  <a:pt x="489421" y="81589"/>
                </a:lnTo>
                <a:lnTo>
                  <a:pt x="488917" y="81775"/>
                </a:lnTo>
                <a:lnTo>
                  <a:pt x="488417" y="81968"/>
                </a:lnTo>
                <a:lnTo>
                  <a:pt x="487922" y="82165"/>
                </a:lnTo>
                <a:lnTo>
                  <a:pt x="487430" y="82368"/>
                </a:lnTo>
                <a:lnTo>
                  <a:pt x="486942" y="82576"/>
                </a:lnTo>
                <a:lnTo>
                  <a:pt x="486458" y="82789"/>
                </a:lnTo>
                <a:lnTo>
                  <a:pt x="485978" y="83008"/>
                </a:lnTo>
                <a:lnTo>
                  <a:pt x="485502" y="83232"/>
                </a:lnTo>
                <a:lnTo>
                  <a:pt x="485030" y="83461"/>
                </a:lnTo>
                <a:lnTo>
                  <a:pt x="484562" y="83695"/>
                </a:lnTo>
                <a:lnTo>
                  <a:pt x="484098" y="83935"/>
                </a:lnTo>
                <a:lnTo>
                  <a:pt x="483638" y="84180"/>
                </a:lnTo>
                <a:lnTo>
                  <a:pt x="483184" y="84431"/>
                </a:lnTo>
                <a:lnTo>
                  <a:pt x="482737" y="84691"/>
                </a:lnTo>
                <a:lnTo>
                  <a:pt x="482298" y="84958"/>
                </a:lnTo>
                <a:lnTo>
                  <a:pt x="481867" y="85233"/>
                </a:lnTo>
                <a:lnTo>
                  <a:pt x="481443" y="85516"/>
                </a:lnTo>
                <a:lnTo>
                  <a:pt x="481027" y="85807"/>
                </a:lnTo>
                <a:lnTo>
                  <a:pt x="480619" y="86106"/>
                </a:lnTo>
                <a:lnTo>
                  <a:pt x="480218" y="86413"/>
                </a:lnTo>
                <a:lnTo>
                  <a:pt x="479825" y="86727"/>
                </a:lnTo>
                <a:lnTo>
                  <a:pt x="479440" y="87050"/>
                </a:lnTo>
                <a:lnTo>
                  <a:pt x="479063" y="87380"/>
                </a:lnTo>
                <a:lnTo>
                  <a:pt x="478693" y="87719"/>
                </a:lnTo>
                <a:lnTo>
                  <a:pt x="478331" y="88065"/>
                </a:lnTo>
                <a:lnTo>
                  <a:pt x="477976" y="88419"/>
                </a:lnTo>
                <a:lnTo>
                  <a:pt x="477629" y="88781"/>
                </a:lnTo>
                <a:lnTo>
                  <a:pt x="477290" y="89151"/>
                </a:lnTo>
                <a:lnTo>
                  <a:pt x="476959" y="89529"/>
                </a:lnTo>
                <a:lnTo>
                  <a:pt x="476635" y="89915"/>
                </a:lnTo>
                <a:lnTo>
                  <a:pt x="476319" y="90309"/>
                </a:lnTo>
                <a:lnTo>
                  <a:pt x="476010" y="90710"/>
                </a:lnTo>
                <a:lnTo>
                  <a:pt x="475710" y="91120"/>
                </a:lnTo>
                <a:lnTo>
                  <a:pt x="475417" y="91537"/>
                </a:lnTo>
                <a:lnTo>
                  <a:pt x="475131" y="91962"/>
                </a:lnTo>
                <a:lnTo>
                  <a:pt x="474854" y="92395"/>
                </a:lnTo>
                <a:lnTo>
                  <a:pt x="474585" y="92833"/>
                </a:lnTo>
                <a:lnTo>
                  <a:pt x="474329" y="93281"/>
                </a:lnTo>
                <a:lnTo>
                  <a:pt x="474083" y="93740"/>
                </a:lnTo>
                <a:lnTo>
                  <a:pt x="473849" y="94211"/>
                </a:lnTo>
                <a:lnTo>
                  <a:pt x="473627" y="94692"/>
                </a:lnTo>
                <a:lnTo>
                  <a:pt x="473416" y="95184"/>
                </a:lnTo>
                <a:lnTo>
                  <a:pt x="473216" y="95687"/>
                </a:lnTo>
                <a:lnTo>
                  <a:pt x="473028" y="96201"/>
                </a:lnTo>
                <a:lnTo>
                  <a:pt x="472851" y="96726"/>
                </a:lnTo>
                <a:lnTo>
                  <a:pt x="472686" y="97263"/>
                </a:lnTo>
                <a:lnTo>
                  <a:pt x="472531" y="97810"/>
                </a:lnTo>
                <a:lnTo>
                  <a:pt x="472389" y="98368"/>
                </a:lnTo>
                <a:lnTo>
                  <a:pt x="472258" y="98937"/>
                </a:lnTo>
                <a:lnTo>
                  <a:pt x="472138" y="99517"/>
                </a:lnTo>
                <a:lnTo>
                  <a:pt x="472029" y="100108"/>
                </a:lnTo>
                <a:lnTo>
                  <a:pt x="471932" y="100709"/>
                </a:lnTo>
                <a:lnTo>
                  <a:pt x="471847" y="101322"/>
                </a:lnTo>
                <a:lnTo>
                  <a:pt x="471773" y="101946"/>
                </a:lnTo>
                <a:lnTo>
                  <a:pt x="471710" y="102581"/>
                </a:lnTo>
                <a:lnTo>
                  <a:pt x="471659" y="103227"/>
                </a:lnTo>
                <a:lnTo>
                  <a:pt x="471619" y="103884"/>
                </a:lnTo>
                <a:lnTo>
                  <a:pt x="471590" y="104551"/>
                </a:lnTo>
                <a:lnTo>
                  <a:pt x="471573" y="105230"/>
                </a:lnTo>
                <a:lnTo>
                  <a:pt x="471567" y="105920"/>
                </a:lnTo>
                <a:lnTo>
                  <a:pt x="471575" y="106705"/>
                </a:lnTo>
                <a:lnTo>
                  <a:pt x="471598" y="107480"/>
                </a:lnTo>
                <a:lnTo>
                  <a:pt x="471636" y="108246"/>
                </a:lnTo>
                <a:lnTo>
                  <a:pt x="471690" y="109002"/>
                </a:lnTo>
                <a:lnTo>
                  <a:pt x="471759" y="109749"/>
                </a:lnTo>
                <a:lnTo>
                  <a:pt x="471844" y="110486"/>
                </a:lnTo>
                <a:lnTo>
                  <a:pt x="471944" y="111213"/>
                </a:lnTo>
                <a:lnTo>
                  <a:pt x="472059" y="111931"/>
                </a:lnTo>
                <a:lnTo>
                  <a:pt x="472189" y="112638"/>
                </a:lnTo>
                <a:lnTo>
                  <a:pt x="472335" y="113337"/>
                </a:lnTo>
                <a:lnTo>
                  <a:pt x="472497" y="114025"/>
                </a:lnTo>
                <a:lnTo>
                  <a:pt x="472673" y="114704"/>
                </a:lnTo>
                <a:lnTo>
                  <a:pt x="472865" y="115374"/>
                </a:lnTo>
                <a:lnTo>
                  <a:pt x="473073" y="116033"/>
                </a:lnTo>
                <a:lnTo>
                  <a:pt x="473295" y="116683"/>
                </a:lnTo>
                <a:lnTo>
                  <a:pt x="473533" y="117323"/>
                </a:lnTo>
                <a:lnTo>
                  <a:pt x="473787" y="117954"/>
                </a:lnTo>
                <a:lnTo>
                  <a:pt x="474056" y="118575"/>
                </a:lnTo>
                <a:lnTo>
                  <a:pt x="474340" y="119186"/>
                </a:lnTo>
                <a:lnTo>
                  <a:pt x="474639" y="119788"/>
                </a:lnTo>
                <a:lnTo>
                  <a:pt x="474954" y="120380"/>
                </a:lnTo>
                <a:lnTo>
                  <a:pt x="475285" y="120963"/>
                </a:lnTo>
                <a:lnTo>
                  <a:pt x="475630" y="121535"/>
                </a:lnTo>
                <a:lnTo>
                  <a:pt x="475991" y="122098"/>
                </a:lnTo>
                <a:lnTo>
                  <a:pt x="476365" y="122646"/>
                </a:lnTo>
                <a:lnTo>
                  <a:pt x="476750" y="123183"/>
                </a:lnTo>
                <a:lnTo>
                  <a:pt x="477145" y="123709"/>
                </a:lnTo>
                <a:lnTo>
                  <a:pt x="477552" y="124224"/>
                </a:lnTo>
                <a:lnTo>
                  <a:pt x="477969" y="124729"/>
                </a:lnTo>
                <a:lnTo>
                  <a:pt x="478397" y="125223"/>
                </a:lnTo>
                <a:lnTo>
                  <a:pt x="478835" y="125706"/>
                </a:lnTo>
                <a:lnTo>
                  <a:pt x="479284" y="126178"/>
                </a:lnTo>
                <a:lnTo>
                  <a:pt x="479744" y="126640"/>
                </a:lnTo>
                <a:lnTo>
                  <a:pt x="480215" y="127091"/>
                </a:lnTo>
                <a:lnTo>
                  <a:pt x="480697" y="127531"/>
                </a:lnTo>
                <a:lnTo>
                  <a:pt x="481189" y="127960"/>
                </a:lnTo>
                <a:lnTo>
                  <a:pt x="481692" y="128379"/>
                </a:lnTo>
                <a:lnTo>
                  <a:pt x="482206" y="128786"/>
                </a:lnTo>
                <a:lnTo>
                  <a:pt x="482731" y="129184"/>
                </a:lnTo>
                <a:lnTo>
                  <a:pt x="483266" y="129570"/>
                </a:lnTo>
                <a:lnTo>
                  <a:pt x="483812" y="129945"/>
                </a:lnTo>
                <a:lnTo>
                  <a:pt x="484369" y="130310"/>
                </a:lnTo>
                <a:lnTo>
                  <a:pt x="484936" y="130664"/>
                </a:lnTo>
                <a:lnTo>
                  <a:pt x="485515" y="131008"/>
                </a:lnTo>
                <a:lnTo>
                  <a:pt x="486104" y="131340"/>
                </a:lnTo>
                <a:lnTo>
                  <a:pt x="486704" y="131662"/>
                </a:lnTo>
                <a:lnTo>
                  <a:pt x="487314" y="131973"/>
                </a:lnTo>
                <a:lnTo>
                  <a:pt x="487936" y="132273"/>
                </a:lnTo>
                <a:lnTo>
                  <a:pt x="488565" y="132557"/>
                </a:lnTo>
                <a:lnTo>
                  <a:pt x="489201" y="132828"/>
                </a:lnTo>
                <a:lnTo>
                  <a:pt x="489842" y="133088"/>
                </a:lnTo>
                <a:lnTo>
                  <a:pt x="490490" y="133335"/>
                </a:lnTo>
                <a:lnTo>
                  <a:pt x="491143" y="133571"/>
                </a:lnTo>
                <a:lnTo>
                  <a:pt x="491802" y="133794"/>
                </a:lnTo>
                <a:lnTo>
                  <a:pt x="492468" y="134005"/>
                </a:lnTo>
                <a:lnTo>
                  <a:pt x="493139" y="134204"/>
                </a:lnTo>
                <a:lnTo>
                  <a:pt x="493816" y="134391"/>
                </a:lnTo>
                <a:lnTo>
                  <a:pt x="494499" y="134566"/>
                </a:lnTo>
                <a:lnTo>
                  <a:pt x="495188" y="134729"/>
                </a:lnTo>
                <a:lnTo>
                  <a:pt x="495883" y="134880"/>
                </a:lnTo>
                <a:lnTo>
                  <a:pt x="496583" y="135019"/>
                </a:lnTo>
                <a:lnTo>
                  <a:pt x="497290" y="135146"/>
                </a:lnTo>
                <a:lnTo>
                  <a:pt x="498003" y="135260"/>
                </a:lnTo>
                <a:lnTo>
                  <a:pt x="498721" y="135363"/>
                </a:lnTo>
                <a:lnTo>
                  <a:pt x="499446" y="135453"/>
                </a:lnTo>
                <a:lnTo>
                  <a:pt x="500176" y="135532"/>
                </a:lnTo>
                <a:lnTo>
                  <a:pt x="500913" y="135598"/>
                </a:lnTo>
                <a:lnTo>
                  <a:pt x="501655" y="135653"/>
                </a:lnTo>
                <a:lnTo>
                  <a:pt x="502403" y="135695"/>
                </a:lnTo>
                <a:lnTo>
                  <a:pt x="503157" y="135725"/>
                </a:lnTo>
                <a:lnTo>
                  <a:pt x="503917" y="135743"/>
                </a:lnTo>
                <a:lnTo>
                  <a:pt x="504683" y="135749"/>
                </a:lnTo>
                <a:lnTo>
                  <a:pt x="505384" y="135745"/>
                </a:lnTo>
                <a:lnTo>
                  <a:pt x="506076" y="135732"/>
                </a:lnTo>
                <a:lnTo>
                  <a:pt x="506760" y="135710"/>
                </a:lnTo>
                <a:lnTo>
                  <a:pt x="507434" y="135679"/>
                </a:lnTo>
                <a:lnTo>
                  <a:pt x="508099" y="135639"/>
                </a:lnTo>
                <a:close/>
                <a:moveTo>
                  <a:pt x="503380" y="122181"/>
                </a:moveTo>
                <a:lnTo>
                  <a:pt x="502696" y="122106"/>
                </a:lnTo>
                <a:lnTo>
                  <a:pt x="502024" y="122018"/>
                </a:lnTo>
                <a:lnTo>
                  <a:pt x="501362" y="121916"/>
                </a:lnTo>
                <a:lnTo>
                  <a:pt x="500710" y="121800"/>
                </a:lnTo>
                <a:lnTo>
                  <a:pt x="500070" y="121671"/>
                </a:lnTo>
                <a:lnTo>
                  <a:pt x="499440" y="121528"/>
                </a:lnTo>
                <a:lnTo>
                  <a:pt x="498821" y="121372"/>
                </a:lnTo>
                <a:lnTo>
                  <a:pt x="498213" y="121202"/>
                </a:lnTo>
                <a:lnTo>
                  <a:pt x="497616" y="121018"/>
                </a:lnTo>
                <a:lnTo>
                  <a:pt x="497029" y="120821"/>
                </a:lnTo>
                <a:lnTo>
                  <a:pt x="496453" y="120610"/>
                </a:lnTo>
                <a:lnTo>
                  <a:pt x="495888" y="120385"/>
                </a:lnTo>
                <a:lnTo>
                  <a:pt x="495334" y="120147"/>
                </a:lnTo>
                <a:lnTo>
                  <a:pt x="494790" y="119896"/>
                </a:lnTo>
                <a:lnTo>
                  <a:pt x="494257" y="119630"/>
                </a:lnTo>
                <a:lnTo>
                  <a:pt x="493735" y="119351"/>
                </a:lnTo>
                <a:lnTo>
                  <a:pt x="493224" y="119059"/>
                </a:lnTo>
                <a:lnTo>
                  <a:pt x="492723" y="118753"/>
                </a:lnTo>
                <a:lnTo>
                  <a:pt x="492233" y="118433"/>
                </a:lnTo>
                <a:lnTo>
                  <a:pt x="491764" y="118095"/>
                </a:lnTo>
                <a:lnTo>
                  <a:pt x="491314" y="117743"/>
                </a:lnTo>
                <a:lnTo>
                  <a:pt x="490885" y="117378"/>
                </a:lnTo>
                <a:lnTo>
                  <a:pt x="490476" y="117000"/>
                </a:lnTo>
                <a:lnTo>
                  <a:pt x="490086" y="116609"/>
                </a:lnTo>
                <a:lnTo>
                  <a:pt x="489717" y="116205"/>
                </a:lnTo>
                <a:lnTo>
                  <a:pt x="489367" y="115788"/>
                </a:lnTo>
                <a:lnTo>
                  <a:pt x="489038" y="115357"/>
                </a:lnTo>
                <a:lnTo>
                  <a:pt x="488728" y="114914"/>
                </a:lnTo>
                <a:lnTo>
                  <a:pt x="488439" y="114457"/>
                </a:lnTo>
                <a:lnTo>
                  <a:pt x="488169" y="113987"/>
                </a:lnTo>
                <a:lnTo>
                  <a:pt x="487920" y="113504"/>
                </a:lnTo>
                <a:lnTo>
                  <a:pt x="487690" y="113007"/>
                </a:lnTo>
                <a:lnTo>
                  <a:pt x="487480" y="112498"/>
                </a:lnTo>
                <a:lnTo>
                  <a:pt x="487291" y="111975"/>
                </a:lnTo>
                <a:lnTo>
                  <a:pt x="487121" y="111439"/>
                </a:lnTo>
                <a:lnTo>
                  <a:pt x="486971" y="110890"/>
                </a:lnTo>
                <a:lnTo>
                  <a:pt x="486841" y="110328"/>
                </a:lnTo>
                <a:lnTo>
                  <a:pt x="486732" y="109752"/>
                </a:lnTo>
                <a:lnTo>
                  <a:pt x="486642" y="109164"/>
                </a:lnTo>
                <a:lnTo>
                  <a:pt x="486572" y="108562"/>
                </a:lnTo>
                <a:lnTo>
                  <a:pt x="486522" y="107947"/>
                </a:lnTo>
                <a:lnTo>
                  <a:pt x="486492" y="107319"/>
                </a:lnTo>
                <a:lnTo>
                  <a:pt x="486482" y="106678"/>
                </a:lnTo>
                <a:lnTo>
                  <a:pt x="486487" y="106208"/>
                </a:lnTo>
                <a:lnTo>
                  <a:pt x="486503" y="105747"/>
                </a:lnTo>
                <a:lnTo>
                  <a:pt x="486529" y="105294"/>
                </a:lnTo>
                <a:lnTo>
                  <a:pt x="486566" y="104849"/>
                </a:lnTo>
                <a:lnTo>
                  <a:pt x="486614" y="104412"/>
                </a:lnTo>
                <a:lnTo>
                  <a:pt x="486672" y="103984"/>
                </a:lnTo>
                <a:lnTo>
                  <a:pt x="486740" y="103565"/>
                </a:lnTo>
                <a:lnTo>
                  <a:pt x="486819" y="103153"/>
                </a:lnTo>
                <a:lnTo>
                  <a:pt x="486909" y="102750"/>
                </a:lnTo>
                <a:lnTo>
                  <a:pt x="487009" y="102355"/>
                </a:lnTo>
                <a:lnTo>
                  <a:pt x="487119" y="101969"/>
                </a:lnTo>
                <a:lnTo>
                  <a:pt x="487240" y="101591"/>
                </a:lnTo>
                <a:lnTo>
                  <a:pt x="487372" y="101221"/>
                </a:lnTo>
                <a:lnTo>
                  <a:pt x="487514" y="100860"/>
                </a:lnTo>
                <a:lnTo>
                  <a:pt x="487667" y="100506"/>
                </a:lnTo>
                <a:lnTo>
                  <a:pt x="487830" y="100162"/>
                </a:lnTo>
                <a:lnTo>
                  <a:pt x="488004" y="99825"/>
                </a:lnTo>
                <a:lnTo>
                  <a:pt x="488188" y="99497"/>
                </a:lnTo>
                <a:lnTo>
                  <a:pt x="488383" y="99178"/>
                </a:lnTo>
                <a:lnTo>
                  <a:pt x="488589" y="98866"/>
                </a:lnTo>
                <a:lnTo>
                  <a:pt x="488805" y="98563"/>
                </a:lnTo>
                <a:lnTo>
                  <a:pt x="489031" y="98268"/>
                </a:lnTo>
                <a:lnTo>
                  <a:pt x="489268" y="97982"/>
                </a:lnTo>
                <a:lnTo>
                  <a:pt x="489515" y="97704"/>
                </a:lnTo>
                <a:lnTo>
                  <a:pt x="489777" y="97428"/>
                </a:lnTo>
                <a:lnTo>
                  <a:pt x="490045" y="97158"/>
                </a:lnTo>
                <a:lnTo>
                  <a:pt x="490319" y="96893"/>
                </a:lnTo>
                <a:lnTo>
                  <a:pt x="490600" y="96635"/>
                </a:lnTo>
                <a:lnTo>
                  <a:pt x="490888" y="96382"/>
                </a:lnTo>
                <a:lnTo>
                  <a:pt x="491182" y="96136"/>
                </a:lnTo>
                <a:lnTo>
                  <a:pt x="491483" y="95895"/>
                </a:lnTo>
                <a:lnTo>
                  <a:pt x="491791" y="95661"/>
                </a:lnTo>
                <a:lnTo>
                  <a:pt x="492105" y="95432"/>
                </a:lnTo>
                <a:lnTo>
                  <a:pt x="492425" y="95209"/>
                </a:lnTo>
                <a:lnTo>
                  <a:pt x="492752" y="94992"/>
                </a:lnTo>
                <a:lnTo>
                  <a:pt x="493086" y="94781"/>
                </a:lnTo>
                <a:lnTo>
                  <a:pt x="493427" y="94576"/>
                </a:lnTo>
                <a:lnTo>
                  <a:pt x="493773" y="94377"/>
                </a:lnTo>
                <a:lnTo>
                  <a:pt x="494127" y="94184"/>
                </a:lnTo>
                <a:lnTo>
                  <a:pt x="494487" y="93996"/>
                </a:lnTo>
                <a:lnTo>
                  <a:pt x="494854" y="93815"/>
                </a:lnTo>
                <a:lnTo>
                  <a:pt x="495227" y="93640"/>
                </a:lnTo>
                <a:lnTo>
                  <a:pt x="495607" y="93470"/>
                </a:lnTo>
                <a:lnTo>
                  <a:pt x="495993" y="93306"/>
                </a:lnTo>
                <a:lnTo>
                  <a:pt x="496386" y="93149"/>
                </a:lnTo>
                <a:lnTo>
                  <a:pt x="496786" y="92997"/>
                </a:lnTo>
                <a:lnTo>
                  <a:pt x="497192" y="92851"/>
                </a:lnTo>
                <a:lnTo>
                  <a:pt x="497605" y="92711"/>
                </a:lnTo>
                <a:lnTo>
                  <a:pt x="498027" y="92571"/>
                </a:lnTo>
                <a:lnTo>
                  <a:pt x="498453" y="92434"/>
                </a:lnTo>
                <a:lnTo>
                  <a:pt x="498881" y="92300"/>
                </a:lnTo>
                <a:lnTo>
                  <a:pt x="499311" y="92169"/>
                </a:lnTo>
                <a:lnTo>
                  <a:pt x="499744" y="92042"/>
                </a:lnTo>
                <a:lnTo>
                  <a:pt x="500180" y="91917"/>
                </a:lnTo>
                <a:lnTo>
                  <a:pt x="500619" y="91797"/>
                </a:lnTo>
                <a:lnTo>
                  <a:pt x="501060" y="91679"/>
                </a:lnTo>
                <a:lnTo>
                  <a:pt x="501503" y="91565"/>
                </a:lnTo>
                <a:lnTo>
                  <a:pt x="501950" y="91454"/>
                </a:lnTo>
                <a:lnTo>
                  <a:pt x="502399" y="91346"/>
                </a:lnTo>
                <a:lnTo>
                  <a:pt x="502850" y="91242"/>
                </a:lnTo>
                <a:lnTo>
                  <a:pt x="503305" y="91141"/>
                </a:lnTo>
                <a:lnTo>
                  <a:pt x="503761" y="91043"/>
                </a:lnTo>
                <a:lnTo>
                  <a:pt x="504221" y="90949"/>
                </a:lnTo>
                <a:lnTo>
                  <a:pt x="504683" y="90858"/>
                </a:lnTo>
                <a:lnTo>
                  <a:pt x="505148" y="90770"/>
                </a:lnTo>
                <a:lnTo>
                  <a:pt x="505615" y="90685"/>
                </a:lnTo>
                <a:lnTo>
                  <a:pt x="506085" y="90604"/>
                </a:lnTo>
                <a:lnTo>
                  <a:pt x="506558" y="90526"/>
                </a:lnTo>
                <a:lnTo>
                  <a:pt x="507033" y="90451"/>
                </a:lnTo>
                <a:lnTo>
                  <a:pt x="507511" y="90380"/>
                </a:lnTo>
                <a:lnTo>
                  <a:pt x="507992" y="90312"/>
                </a:lnTo>
                <a:lnTo>
                  <a:pt x="508475" y="90247"/>
                </a:lnTo>
                <a:lnTo>
                  <a:pt x="508678" y="90220"/>
                </a:lnTo>
                <a:lnTo>
                  <a:pt x="508885" y="90193"/>
                </a:lnTo>
                <a:lnTo>
                  <a:pt x="509098" y="90166"/>
                </a:lnTo>
                <a:lnTo>
                  <a:pt x="509316" y="90138"/>
                </a:lnTo>
                <a:lnTo>
                  <a:pt x="509539" y="90110"/>
                </a:lnTo>
                <a:lnTo>
                  <a:pt x="509767" y="90081"/>
                </a:lnTo>
                <a:lnTo>
                  <a:pt x="509999" y="90052"/>
                </a:lnTo>
                <a:lnTo>
                  <a:pt x="510237" y="90022"/>
                </a:lnTo>
                <a:lnTo>
                  <a:pt x="510480" y="89992"/>
                </a:lnTo>
                <a:lnTo>
                  <a:pt x="510729" y="89961"/>
                </a:lnTo>
                <a:lnTo>
                  <a:pt x="510982" y="89930"/>
                </a:lnTo>
                <a:lnTo>
                  <a:pt x="511240" y="89899"/>
                </a:lnTo>
                <a:lnTo>
                  <a:pt x="511503" y="89867"/>
                </a:lnTo>
                <a:lnTo>
                  <a:pt x="511771" y="89835"/>
                </a:lnTo>
                <a:lnTo>
                  <a:pt x="512045" y="89802"/>
                </a:lnTo>
                <a:lnTo>
                  <a:pt x="512323" y="89769"/>
                </a:lnTo>
                <a:lnTo>
                  <a:pt x="512606" y="89736"/>
                </a:lnTo>
                <a:lnTo>
                  <a:pt x="512895" y="89702"/>
                </a:lnTo>
                <a:lnTo>
                  <a:pt x="513188" y="89667"/>
                </a:lnTo>
                <a:lnTo>
                  <a:pt x="513487" y="89632"/>
                </a:lnTo>
                <a:lnTo>
                  <a:pt x="513790" y="89597"/>
                </a:lnTo>
                <a:lnTo>
                  <a:pt x="514099" y="89561"/>
                </a:lnTo>
                <a:lnTo>
                  <a:pt x="514413" y="89525"/>
                </a:lnTo>
                <a:lnTo>
                  <a:pt x="514731" y="89488"/>
                </a:lnTo>
                <a:lnTo>
                  <a:pt x="515058" y="89446"/>
                </a:lnTo>
                <a:lnTo>
                  <a:pt x="515386" y="89403"/>
                </a:lnTo>
                <a:lnTo>
                  <a:pt x="515714" y="89360"/>
                </a:lnTo>
                <a:lnTo>
                  <a:pt x="516043" y="89316"/>
                </a:lnTo>
                <a:lnTo>
                  <a:pt x="516372" y="89272"/>
                </a:lnTo>
                <a:lnTo>
                  <a:pt x="516702" y="89228"/>
                </a:lnTo>
                <a:lnTo>
                  <a:pt x="517033" y="89183"/>
                </a:lnTo>
                <a:lnTo>
                  <a:pt x="517365" y="89137"/>
                </a:lnTo>
                <a:lnTo>
                  <a:pt x="517697" y="89091"/>
                </a:lnTo>
                <a:lnTo>
                  <a:pt x="518030" y="89045"/>
                </a:lnTo>
                <a:lnTo>
                  <a:pt x="518363" y="88998"/>
                </a:lnTo>
                <a:lnTo>
                  <a:pt x="518697" y="88951"/>
                </a:lnTo>
                <a:lnTo>
                  <a:pt x="519032" y="88903"/>
                </a:lnTo>
                <a:lnTo>
                  <a:pt x="519367" y="88855"/>
                </a:lnTo>
                <a:lnTo>
                  <a:pt x="519703" y="88807"/>
                </a:lnTo>
                <a:lnTo>
                  <a:pt x="520040" y="88758"/>
                </a:lnTo>
                <a:lnTo>
                  <a:pt x="520377" y="88709"/>
                </a:lnTo>
                <a:lnTo>
                  <a:pt x="520716" y="88659"/>
                </a:lnTo>
                <a:lnTo>
                  <a:pt x="521054" y="88609"/>
                </a:lnTo>
                <a:lnTo>
                  <a:pt x="521394" y="88558"/>
                </a:lnTo>
                <a:lnTo>
                  <a:pt x="521734" y="88507"/>
                </a:lnTo>
                <a:lnTo>
                  <a:pt x="522074" y="88455"/>
                </a:lnTo>
                <a:lnTo>
                  <a:pt x="522416" y="88403"/>
                </a:lnTo>
                <a:lnTo>
                  <a:pt x="522758" y="88351"/>
                </a:lnTo>
                <a:lnTo>
                  <a:pt x="523103" y="88292"/>
                </a:lnTo>
                <a:lnTo>
                  <a:pt x="523446" y="88234"/>
                </a:lnTo>
                <a:lnTo>
                  <a:pt x="523785" y="88174"/>
                </a:lnTo>
                <a:lnTo>
                  <a:pt x="524120" y="88114"/>
                </a:lnTo>
                <a:lnTo>
                  <a:pt x="524452" y="88053"/>
                </a:lnTo>
                <a:lnTo>
                  <a:pt x="524780" y="87991"/>
                </a:lnTo>
                <a:lnTo>
                  <a:pt x="525105" y="87929"/>
                </a:lnTo>
                <a:lnTo>
                  <a:pt x="525426" y="87866"/>
                </a:lnTo>
                <a:lnTo>
                  <a:pt x="525744" y="87803"/>
                </a:lnTo>
                <a:lnTo>
                  <a:pt x="526058" y="87738"/>
                </a:lnTo>
                <a:lnTo>
                  <a:pt x="526369" y="87674"/>
                </a:lnTo>
                <a:lnTo>
                  <a:pt x="526676" y="87608"/>
                </a:lnTo>
                <a:lnTo>
                  <a:pt x="526980" y="87542"/>
                </a:lnTo>
                <a:lnTo>
                  <a:pt x="527280" y="87475"/>
                </a:lnTo>
                <a:lnTo>
                  <a:pt x="527576" y="87408"/>
                </a:lnTo>
                <a:lnTo>
                  <a:pt x="527870" y="87340"/>
                </a:lnTo>
                <a:lnTo>
                  <a:pt x="528159" y="87271"/>
                </a:lnTo>
                <a:lnTo>
                  <a:pt x="528445" y="87201"/>
                </a:lnTo>
                <a:lnTo>
                  <a:pt x="528728" y="87131"/>
                </a:lnTo>
                <a:lnTo>
                  <a:pt x="529007" y="87060"/>
                </a:lnTo>
                <a:lnTo>
                  <a:pt x="529283" y="86989"/>
                </a:lnTo>
                <a:lnTo>
                  <a:pt x="529555" y="86917"/>
                </a:lnTo>
                <a:lnTo>
                  <a:pt x="529823" y="86844"/>
                </a:lnTo>
                <a:lnTo>
                  <a:pt x="530089" y="86771"/>
                </a:lnTo>
                <a:lnTo>
                  <a:pt x="530353" y="86691"/>
                </a:lnTo>
                <a:lnTo>
                  <a:pt x="530610" y="86611"/>
                </a:lnTo>
                <a:lnTo>
                  <a:pt x="530859" y="86531"/>
                </a:lnTo>
                <a:lnTo>
                  <a:pt x="531100" y="86450"/>
                </a:lnTo>
                <a:lnTo>
                  <a:pt x="531333" y="86368"/>
                </a:lnTo>
                <a:lnTo>
                  <a:pt x="531558" y="86285"/>
                </a:lnTo>
                <a:lnTo>
                  <a:pt x="531775" y="86202"/>
                </a:lnTo>
                <a:lnTo>
                  <a:pt x="531985" y="86118"/>
                </a:lnTo>
                <a:lnTo>
                  <a:pt x="532186" y="86033"/>
                </a:lnTo>
                <a:lnTo>
                  <a:pt x="532379" y="85948"/>
                </a:lnTo>
                <a:lnTo>
                  <a:pt x="532565" y="85862"/>
                </a:lnTo>
                <a:lnTo>
                  <a:pt x="532743" y="85775"/>
                </a:lnTo>
                <a:lnTo>
                  <a:pt x="532913" y="85688"/>
                </a:lnTo>
                <a:lnTo>
                  <a:pt x="533075" y="85600"/>
                </a:lnTo>
                <a:lnTo>
                  <a:pt x="533229" y="85512"/>
                </a:lnTo>
                <a:lnTo>
                  <a:pt x="533375" y="85423"/>
                </a:lnTo>
                <a:lnTo>
                  <a:pt x="533513" y="85333"/>
                </a:lnTo>
                <a:lnTo>
                  <a:pt x="533643" y="85242"/>
                </a:lnTo>
                <a:lnTo>
                  <a:pt x="533766" y="85151"/>
                </a:lnTo>
                <a:lnTo>
                  <a:pt x="533880" y="85059"/>
                </a:lnTo>
                <a:lnTo>
                  <a:pt x="533987" y="84967"/>
                </a:lnTo>
                <a:lnTo>
                  <a:pt x="534086" y="84874"/>
                </a:lnTo>
                <a:lnTo>
                  <a:pt x="534177" y="84780"/>
                </a:lnTo>
                <a:lnTo>
                  <a:pt x="534260" y="84685"/>
                </a:lnTo>
                <a:lnTo>
                  <a:pt x="534260" y="98336"/>
                </a:lnTo>
                <a:lnTo>
                  <a:pt x="534254" y="98841"/>
                </a:lnTo>
                <a:lnTo>
                  <a:pt x="534238" y="99343"/>
                </a:lnTo>
                <a:lnTo>
                  <a:pt x="534210" y="99844"/>
                </a:lnTo>
                <a:lnTo>
                  <a:pt x="534172" y="100343"/>
                </a:lnTo>
                <a:lnTo>
                  <a:pt x="534122" y="100839"/>
                </a:lnTo>
                <a:lnTo>
                  <a:pt x="534062" y="101334"/>
                </a:lnTo>
                <a:lnTo>
                  <a:pt x="533991" y="101827"/>
                </a:lnTo>
                <a:lnTo>
                  <a:pt x="533909" y="102317"/>
                </a:lnTo>
                <a:lnTo>
                  <a:pt x="533815" y="102806"/>
                </a:lnTo>
                <a:lnTo>
                  <a:pt x="533711" y="103293"/>
                </a:lnTo>
                <a:lnTo>
                  <a:pt x="533596" y="103778"/>
                </a:lnTo>
                <a:lnTo>
                  <a:pt x="533470" y="104261"/>
                </a:lnTo>
                <a:lnTo>
                  <a:pt x="533333" y="104742"/>
                </a:lnTo>
                <a:lnTo>
                  <a:pt x="533184" y="105221"/>
                </a:lnTo>
                <a:lnTo>
                  <a:pt x="533025" y="105698"/>
                </a:lnTo>
                <a:lnTo>
                  <a:pt x="532855" y="106173"/>
                </a:lnTo>
                <a:lnTo>
                  <a:pt x="532674" y="106646"/>
                </a:lnTo>
                <a:lnTo>
                  <a:pt x="532482" y="107117"/>
                </a:lnTo>
                <a:lnTo>
                  <a:pt x="532279" y="107586"/>
                </a:lnTo>
                <a:lnTo>
                  <a:pt x="532065" y="108053"/>
                </a:lnTo>
                <a:lnTo>
                  <a:pt x="531840" y="108518"/>
                </a:lnTo>
                <a:lnTo>
                  <a:pt x="531604" y="108981"/>
                </a:lnTo>
                <a:lnTo>
                  <a:pt x="531358" y="109442"/>
                </a:lnTo>
                <a:lnTo>
                  <a:pt x="531100" y="109901"/>
                </a:lnTo>
                <a:lnTo>
                  <a:pt x="530836" y="110356"/>
                </a:lnTo>
                <a:lnTo>
                  <a:pt x="530563" y="110804"/>
                </a:lnTo>
                <a:lnTo>
                  <a:pt x="530278" y="111244"/>
                </a:lnTo>
                <a:lnTo>
                  <a:pt x="529983" y="111678"/>
                </a:lnTo>
                <a:lnTo>
                  <a:pt x="529678" y="112104"/>
                </a:lnTo>
                <a:lnTo>
                  <a:pt x="529362" y="112524"/>
                </a:lnTo>
                <a:lnTo>
                  <a:pt x="529035" y="112936"/>
                </a:lnTo>
                <a:lnTo>
                  <a:pt x="528698" y="113342"/>
                </a:lnTo>
                <a:lnTo>
                  <a:pt x="528351" y="113741"/>
                </a:lnTo>
                <a:lnTo>
                  <a:pt x="527993" y="114132"/>
                </a:lnTo>
                <a:lnTo>
                  <a:pt x="527624" y="114516"/>
                </a:lnTo>
                <a:lnTo>
                  <a:pt x="527245" y="114894"/>
                </a:lnTo>
                <a:lnTo>
                  <a:pt x="526855" y="115264"/>
                </a:lnTo>
                <a:lnTo>
                  <a:pt x="526455" y="115628"/>
                </a:lnTo>
                <a:lnTo>
                  <a:pt x="526044" y="115984"/>
                </a:lnTo>
                <a:lnTo>
                  <a:pt x="525623" y="116333"/>
                </a:lnTo>
                <a:lnTo>
                  <a:pt x="525191" y="116676"/>
                </a:lnTo>
                <a:lnTo>
                  <a:pt x="524748" y="117011"/>
                </a:lnTo>
                <a:lnTo>
                  <a:pt x="524295" y="117339"/>
                </a:lnTo>
                <a:lnTo>
                  <a:pt x="523832" y="117661"/>
                </a:lnTo>
                <a:lnTo>
                  <a:pt x="523358" y="117975"/>
                </a:lnTo>
                <a:lnTo>
                  <a:pt x="522873" y="118282"/>
                </a:lnTo>
                <a:lnTo>
                  <a:pt x="522378" y="118582"/>
                </a:lnTo>
                <a:lnTo>
                  <a:pt x="521873" y="118875"/>
                </a:lnTo>
                <a:lnTo>
                  <a:pt x="521362" y="119159"/>
                </a:lnTo>
                <a:lnTo>
                  <a:pt x="520842" y="119431"/>
                </a:lnTo>
                <a:lnTo>
                  <a:pt x="520313" y="119690"/>
                </a:lnTo>
                <a:lnTo>
                  <a:pt x="519773" y="119937"/>
                </a:lnTo>
                <a:lnTo>
                  <a:pt x="519224" y="120173"/>
                </a:lnTo>
                <a:lnTo>
                  <a:pt x="518666" y="120396"/>
                </a:lnTo>
                <a:lnTo>
                  <a:pt x="518097" y="120607"/>
                </a:lnTo>
                <a:lnTo>
                  <a:pt x="517519" y="120806"/>
                </a:lnTo>
                <a:lnTo>
                  <a:pt x="516932" y="120993"/>
                </a:lnTo>
                <a:lnTo>
                  <a:pt x="516334" y="121168"/>
                </a:lnTo>
                <a:lnTo>
                  <a:pt x="515727" y="121331"/>
                </a:lnTo>
                <a:lnTo>
                  <a:pt x="515111" y="121482"/>
                </a:lnTo>
                <a:lnTo>
                  <a:pt x="514484" y="121621"/>
                </a:lnTo>
                <a:lnTo>
                  <a:pt x="513848" y="121748"/>
                </a:lnTo>
                <a:lnTo>
                  <a:pt x="513203" y="121862"/>
                </a:lnTo>
                <a:lnTo>
                  <a:pt x="512548" y="121965"/>
                </a:lnTo>
                <a:lnTo>
                  <a:pt x="511883" y="122056"/>
                </a:lnTo>
                <a:lnTo>
                  <a:pt x="511208" y="122134"/>
                </a:lnTo>
                <a:lnTo>
                  <a:pt x="510524" y="122200"/>
                </a:lnTo>
                <a:lnTo>
                  <a:pt x="509830" y="122255"/>
                </a:lnTo>
                <a:lnTo>
                  <a:pt x="509127" y="122297"/>
                </a:lnTo>
                <a:lnTo>
                  <a:pt x="508413" y="122327"/>
                </a:lnTo>
                <a:lnTo>
                  <a:pt x="507691" y="122345"/>
                </a:lnTo>
                <a:lnTo>
                  <a:pt x="506958" y="122351"/>
                </a:lnTo>
                <a:lnTo>
                  <a:pt x="506221" y="122344"/>
                </a:lnTo>
                <a:lnTo>
                  <a:pt x="505494" y="122324"/>
                </a:lnTo>
                <a:lnTo>
                  <a:pt x="504779" y="122290"/>
                </a:lnTo>
                <a:lnTo>
                  <a:pt x="504074" y="122242"/>
                </a:lnTo>
                <a:lnTo>
                  <a:pt x="503380" y="122181"/>
                </a:lnTo>
                <a:close/>
                <a:moveTo>
                  <a:pt x="1127676" y="135639"/>
                </a:moveTo>
                <a:lnTo>
                  <a:pt x="1128332" y="135591"/>
                </a:lnTo>
                <a:lnTo>
                  <a:pt x="1128979" y="135534"/>
                </a:lnTo>
                <a:lnTo>
                  <a:pt x="1129618" y="135468"/>
                </a:lnTo>
                <a:lnTo>
                  <a:pt x="1130247" y="135394"/>
                </a:lnTo>
                <a:lnTo>
                  <a:pt x="1130867" y="135310"/>
                </a:lnTo>
                <a:lnTo>
                  <a:pt x="1131478" y="135218"/>
                </a:lnTo>
                <a:lnTo>
                  <a:pt x="1132081" y="135117"/>
                </a:lnTo>
                <a:lnTo>
                  <a:pt x="1132674" y="135007"/>
                </a:lnTo>
                <a:lnTo>
                  <a:pt x="1133258" y="134889"/>
                </a:lnTo>
                <a:lnTo>
                  <a:pt x="1133833" y="134762"/>
                </a:lnTo>
                <a:lnTo>
                  <a:pt x="1134400" y="134626"/>
                </a:lnTo>
                <a:lnTo>
                  <a:pt x="1134957" y="134481"/>
                </a:lnTo>
                <a:lnTo>
                  <a:pt x="1135505" y="134327"/>
                </a:lnTo>
                <a:lnTo>
                  <a:pt x="1136044" y="134165"/>
                </a:lnTo>
                <a:lnTo>
                  <a:pt x="1136575" y="133994"/>
                </a:lnTo>
                <a:lnTo>
                  <a:pt x="1137096" y="133814"/>
                </a:lnTo>
                <a:lnTo>
                  <a:pt x="1137608" y="133625"/>
                </a:lnTo>
                <a:lnTo>
                  <a:pt x="1138112" y="133428"/>
                </a:lnTo>
                <a:lnTo>
                  <a:pt x="1138606" y="133221"/>
                </a:lnTo>
                <a:lnTo>
                  <a:pt x="1139092" y="133009"/>
                </a:lnTo>
                <a:lnTo>
                  <a:pt x="1139569" y="132792"/>
                </a:lnTo>
                <a:lnTo>
                  <a:pt x="1140039" y="132572"/>
                </a:lnTo>
                <a:lnTo>
                  <a:pt x="1140500" y="132349"/>
                </a:lnTo>
                <a:lnTo>
                  <a:pt x="1140953" y="132121"/>
                </a:lnTo>
                <a:lnTo>
                  <a:pt x="1141398" y="131890"/>
                </a:lnTo>
                <a:lnTo>
                  <a:pt x="1141835" y="131655"/>
                </a:lnTo>
                <a:lnTo>
                  <a:pt x="1142264" y="131417"/>
                </a:lnTo>
                <a:lnTo>
                  <a:pt x="1142685" y="131174"/>
                </a:lnTo>
                <a:lnTo>
                  <a:pt x="1143098" y="130928"/>
                </a:lnTo>
                <a:lnTo>
                  <a:pt x="1143502" y="130678"/>
                </a:lnTo>
                <a:lnTo>
                  <a:pt x="1143899" y="130425"/>
                </a:lnTo>
                <a:lnTo>
                  <a:pt x="1144287" y="130167"/>
                </a:lnTo>
                <a:lnTo>
                  <a:pt x="1144667" y="129906"/>
                </a:lnTo>
                <a:lnTo>
                  <a:pt x="1145039" y="129642"/>
                </a:lnTo>
                <a:lnTo>
                  <a:pt x="1145403" y="129373"/>
                </a:lnTo>
                <a:lnTo>
                  <a:pt x="1145759" y="129101"/>
                </a:lnTo>
                <a:lnTo>
                  <a:pt x="1146107" y="128825"/>
                </a:lnTo>
                <a:lnTo>
                  <a:pt x="1146446" y="128545"/>
                </a:lnTo>
                <a:lnTo>
                  <a:pt x="1146778" y="128262"/>
                </a:lnTo>
                <a:lnTo>
                  <a:pt x="1147101" y="127975"/>
                </a:lnTo>
                <a:lnTo>
                  <a:pt x="1147416" y="127684"/>
                </a:lnTo>
                <a:lnTo>
                  <a:pt x="1147723" y="127389"/>
                </a:lnTo>
                <a:lnTo>
                  <a:pt x="1148022" y="127091"/>
                </a:lnTo>
                <a:lnTo>
                  <a:pt x="1148314" y="126792"/>
                </a:lnTo>
                <a:lnTo>
                  <a:pt x="1148598" y="126494"/>
                </a:lnTo>
                <a:lnTo>
                  <a:pt x="1148876" y="126197"/>
                </a:lnTo>
                <a:lnTo>
                  <a:pt x="1149146" y="125903"/>
                </a:lnTo>
                <a:lnTo>
                  <a:pt x="1149409" y="125609"/>
                </a:lnTo>
                <a:lnTo>
                  <a:pt x="1149665" y="125318"/>
                </a:lnTo>
                <a:lnTo>
                  <a:pt x="1149915" y="125027"/>
                </a:lnTo>
                <a:lnTo>
                  <a:pt x="1150157" y="124739"/>
                </a:lnTo>
                <a:lnTo>
                  <a:pt x="1150392" y="124452"/>
                </a:lnTo>
                <a:lnTo>
                  <a:pt x="1150620" y="124166"/>
                </a:lnTo>
                <a:lnTo>
                  <a:pt x="1150842" y="123882"/>
                </a:lnTo>
                <a:lnTo>
                  <a:pt x="1151056" y="123599"/>
                </a:lnTo>
                <a:lnTo>
                  <a:pt x="1151263" y="123318"/>
                </a:lnTo>
                <a:lnTo>
                  <a:pt x="1151463" y="123039"/>
                </a:lnTo>
                <a:lnTo>
                  <a:pt x="1151656" y="122761"/>
                </a:lnTo>
                <a:lnTo>
                  <a:pt x="1151842" y="122485"/>
                </a:lnTo>
                <a:lnTo>
                  <a:pt x="1152021" y="122210"/>
                </a:lnTo>
                <a:lnTo>
                  <a:pt x="1152193" y="121936"/>
                </a:lnTo>
                <a:lnTo>
                  <a:pt x="1152358" y="121665"/>
                </a:lnTo>
                <a:lnTo>
                  <a:pt x="1152516" y="121394"/>
                </a:lnTo>
                <a:lnTo>
                  <a:pt x="1152667" y="121126"/>
                </a:lnTo>
                <a:lnTo>
                  <a:pt x="1152811" y="120859"/>
                </a:lnTo>
                <a:lnTo>
                  <a:pt x="1152948" y="120593"/>
                </a:lnTo>
                <a:lnTo>
                  <a:pt x="1153078" y="120329"/>
                </a:lnTo>
                <a:lnTo>
                  <a:pt x="1153836" y="120329"/>
                </a:lnTo>
                <a:lnTo>
                  <a:pt x="1153836" y="133474"/>
                </a:lnTo>
                <a:lnTo>
                  <a:pt x="1168751" y="133474"/>
                </a:lnTo>
                <a:lnTo>
                  <a:pt x="1168751" y="69518"/>
                </a:lnTo>
                <a:lnTo>
                  <a:pt x="1168745" y="68562"/>
                </a:lnTo>
                <a:lnTo>
                  <a:pt x="1168725" y="67623"/>
                </a:lnTo>
                <a:lnTo>
                  <a:pt x="1168692" y="66700"/>
                </a:lnTo>
                <a:lnTo>
                  <a:pt x="1168646" y="65793"/>
                </a:lnTo>
                <a:lnTo>
                  <a:pt x="1168587" y="64902"/>
                </a:lnTo>
                <a:lnTo>
                  <a:pt x="1168514" y="64027"/>
                </a:lnTo>
                <a:lnTo>
                  <a:pt x="1168429" y="63169"/>
                </a:lnTo>
                <a:lnTo>
                  <a:pt x="1168330" y="62327"/>
                </a:lnTo>
                <a:lnTo>
                  <a:pt x="1168218" y="61501"/>
                </a:lnTo>
                <a:lnTo>
                  <a:pt x="1168093" y="60692"/>
                </a:lnTo>
                <a:lnTo>
                  <a:pt x="1167955" y="59899"/>
                </a:lnTo>
                <a:lnTo>
                  <a:pt x="1167803" y="59122"/>
                </a:lnTo>
                <a:lnTo>
                  <a:pt x="1167639" y="58361"/>
                </a:lnTo>
                <a:lnTo>
                  <a:pt x="1167461" y="57616"/>
                </a:lnTo>
                <a:lnTo>
                  <a:pt x="1167270" y="56888"/>
                </a:lnTo>
                <a:lnTo>
                  <a:pt x="1167066" y="56176"/>
                </a:lnTo>
                <a:lnTo>
                  <a:pt x="1166849" y="55480"/>
                </a:lnTo>
                <a:lnTo>
                  <a:pt x="1166618" y="54801"/>
                </a:lnTo>
                <a:lnTo>
                  <a:pt x="1166375" y="54137"/>
                </a:lnTo>
                <a:lnTo>
                  <a:pt x="1166118" y="53490"/>
                </a:lnTo>
                <a:lnTo>
                  <a:pt x="1165848" y="52859"/>
                </a:lnTo>
                <a:lnTo>
                  <a:pt x="1165565" y="52245"/>
                </a:lnTo>
                <a:lnTo>
                  <a:pt x="1165269" y="51646"/>
                </a:lnTo>
                <a:lnTo>
                  <a:pt x="1164959" y="51064"/>
                </a:lnTo>
                <a:lnTo>
                  <a:pt x="1164640" y="50496"/>
                </a:lnTo>
                <a:lnTo>
                  <a:pt x="1164314" y="49940"/>
                </a:lnTo>
                <a:lnTo>
                  <a:pt x="1163981" y="49396"/>
                </a:lnTo>
                <a:lnTo>
                  <a:pt x="1163641" y="48864"/>
                </a:lnTo>
                <a:lnTo>
                  <a:pt x="1163294" y="48345"/>
                </a:lnTo>
                <a:lnTo>
                  <a:pt x="1162941" y="47837"/>
                </a:lnTo>
                <a:lnTo>
                  <a:pt x="1162581" y="47341"/>
                </a:lnTo>
                <a:lnTo>
                  <a:pt x="1162214" y="46858"/>
                </a:lnTo>
                <a:lnTo>
                  <a:pt x="1161840" y="46386"/>
                </a:lnTo>
                <a:lnTo>
                  <a:pt x="1161459" y="45927"/>
                </a:lnTo>
                <a:lnTo>
                  <a:pt x="1161072" y="45480"/>
                </a:lnTo>
                <a:lnTo>
                  <a:pt x="1160678" y="45044"/>
                </a:lnTo>
                <a:lnTo>
                  <a:pt x="1160277" y="44621"/>
                </a:lnTo>
                <a:lnTo>
                  <a:pt x="1159869" y="44210"/>
                </a:lnTo>
                <a:lnTo>
                  <a:pt x="1159454" y="43811"/>
                </a:lnTo>
                <a:lnTo>
                  <a:pt x="1159033" y="43424"/>
                </a:lnTo>
                <a:lnTo>
                  <a:pt x="1158605" y="43049"/>
                </a:lnTo>
                <a:lnTo>
                  <a:pt x="1158170" y="42686"/>
                </a:lnTo>
                <a:lnTo>
                  <a:pt x="1157728" y="42335"/>
                </a:lnTo>
                <a:lnTo>
                  <a:pt x="1157279" y="41997"/>
                </a:lnTo>
                <a:lnTo>
                  <a:pt x="1156824" y="41670"/>
                </a:lnTo>
                <a:lnTo>
                  <a:pt x="1156361" y="41356"/>
                </a:lnTo>
                <a:lnTo>
                  <a:pt x="1155892" y="41053"/>
                </a:lnTo>
                <a:lnTo>
                  <a:pt x="1155416" y="40763"/>
                </a:lnTo>
                <a:lnTo>
                  <a:pt x="1154942" y="40482"/>
                </a:lnTo>
                <a:lnTo>
                  <a:pt x="1154465" y="40210"/>
                </a:lnTo>
                <a:lnTo>
                  <a:pt x="1153988" y="39946"/>
                </a:lnTo>
                <a:lnTo>
                  <a:pt x="1153508" y="39690"/>
                </a:lnTo>
                <a:lnTo>
                  <a:pt x="1153027" y="39442"/>
                </a:lnTo>
                <a:lnTo>
                  <a:pt x="1152545" y="39202"/>
                </a:lnTo>
                <a:lnTo>
                  <a:pt x="1152061" y="38971"/>
                </a:lnTo>
                <a:lnTo>
                  <a:pt x="1151575" y="38747"/>
                </a:lnTo>
                <a:lnTo>
                  <a:pt x="1151088" y="38532"/>
                </a:lnTo>
                <a:lnTo>
                  <a:pt x="1150600" y="38325"/>
                </a:lnTo>
                <a:lnTo>
                  <a:pt x="1150110" y="38126"/>
                </a:lnTo>
                <a:lnTo>
                  <a:pt x="1149618" y="37935"/>
                </a:lnTo>
                <a:lnTo>
                  <a:pt x="1149125" y="37752"/>
                </a:lnTo>
                <a:lnTo>
                  <a:pt x="1148630" y="37577"/>
                </a:lnTo>
                <a:lnTo>
                  <a:pt x="1148134" y="37410"/>
                </a:lnTo>
                <a:lnTo>
                  <a:pt x="1147636" y="37252"/>
                </a:lnTo>
                <a:lnTo>
                  <a:pt x="1147137" y="37101"/>
                </a:lnTo>
                <a:lnTo>
                  <a:pt x="1146636" y="36959"/>
                </a:lnTo>
                <a:lnTo>
                  <a:pt x="1146134" y="36825"/>
                </a:lnTo>
                <a:lnTo>
                  <a:pt x="1145630" y="36699"/>
                </a:lnTo>
                <a:lnTo>
                  <a:pt x="1145124" y="36581"/>
                </a:lnTo>
                <a:lnTo>
                  <a:pt x="1144617" y="36471"/>
                </a:lnTo>
                <a:lnTo>
                  <a:pt x="1144109" y="36369"/>
                </a:lnTo>
                <a:lnTo>
                  <a:pt x="1143598" y="36276"/>
                </a:lnTo>
                <a:lnTo>
                  <a:pt x="1143095" y="36183"/>
                </a:lnTo>
                <a:lnTo>
                  <a:pt x="1142597" y="36094"/>
                </a:lnTo>
                <a:lnTo>
                  <a:pt x="1142103" y="36009"/>
                </a:lnTo>
                <a:lnTo>
                  <a:pt x="1141615" y="35928"/>
                </a:lnTo>
                <a:lnTo>
                  <a:pt x="1141131" y="35851"/>
                </a:lnTo>
                <a:lnTo>
                  <a:pt x="1140652" y="35778"/>
                </a:lnTo>
                <a:lnTo>
                  <a:pt x="1140178" y="35709"/>
                </a:lnTo>
                <a:lnTo>
                  <a:pt x="1139708" y="35644"/>
                </a:lnTo>
                <a:lnTo>
                  <a:pt x="1139244" y="35582"/>
                </a:lnTo>
                <a:lnTo>
                  <a:pt x="1138784" y="35525"/>
                </a:lnTo>
                <a:lnTo>
                  <a:pt x="1138329" y="35472"/>
                </a:lnTo>
                <a:lnTo>
                  <a:pt x="1137879" y="35422"/>
                </a:lnTo>
                <a:lnTo>
                  <a:pt x="1137434" y="35377"/>
                </a:lnTo>
                <a:lnTo>
                  <a:pt x="1136993" y="35336"/>
                </a:lnTo>
                <a:lnTo>
                  <a:pt x="1136558" y="35298"/>
                </a:lnTo>
                <a:lnTo>
                  <a:pt x="1136127" y="35264"/>
                </a:lnTo>
                <a:lnTo>
                  <a:pt x="1135701" y="35235"/>
                </a:lnTo>
                <a:lnTo>
                  <a:pt x="1135280" y="35209"/>
                </a:lnTo>
                <a:lnTo>
                  <a:pt x="1134864" y="35187"/>
                </a:lnTo>
                <a:lnTo>
                  <a:pt x="1134452" y="35170"/>
                </a:lnTo>
                <a:lnTo>
                  <a:pt x="1134046" y="35156"/>
                </a:lnTo>
                <a:lnTo>
                  <a:pt x="1133644" y="35146"/>
                </a:lnTo>
                <a:lnTo>
                  <a:pt x="1133247" y="35140"/>
                </a:lnTo>
                <a:lnTo>
                  <a:pt x="1132855" y="35138"/>
                </a:lnTo>
                <a:lnTo>
                  <a:pt x="1132243" y="35142"/>
                </a:lnTo>
                <a:lnTo>
                  <a:pt x="1131631" y="35152"/>
                </a:lnTo>
                <a:lnTo>
                  <a:pt x="1131018" y="35170"/>
                </a:lnTo>
                <a:lnTo>
                  <a:pt x="1130404" y="35194"/>
                </a:lnTo>
                <a:lnTo>
                  <a:pt x="1129789" y="35226"/>
                </a:lnTo>
                <a:lnTo>
                  <a:pt x="1129173" y="35264"/>
                </a:lnTo>
                <a:lnTo>
                  <a:pt x="1128557" y="35310"/>
                </a:lnTo>
                <a:lnTo>
                  <a:pt x="1127939" y="35363"/>
                </a:lnTo>
                <a:lnTo>
                  <a:pt x="1127321" y="35422"/>
                </a:lnTo>
                <a:lnTo>
                  <a:pt x="1126702" y="35489"/>
                </a:lnTo>
                <a:lnTo>
                  <a:pt x="1126082" y="35563"/>
                </a:lnTo>
                <a:lnTo>
                  <a:pt x="1125461" y="35644"/>
                </a:lnTo>
                <a:lnTo>
                  <a:pt x="1124839" y="35731"/>
                </a:lnTo>
                <a:lnTo>
                  <a:pt x="1124216" y="35826"/>
                </a:lnTo>
                <a:lnTo>
                  <a:pt x="1123592" y="35928"/>
                </a:lnTo>
                <a:lnTo>
                  <a:pt x="1122968" y="36037"/>
                </a:lnTo>
                <a:lnTo>
                  <a:pt x="1122342" y="36153"/>
                </a:lnTo>
                <a:lnTo>
                  <a:pt x="1121716" y="36276"/>
                </a:lnTo>
                <a:lnTo>
                  <a:pt x="1121089" y="36406"/>
                </a:lnTo>
                <a:lnTo>
                  <a:pt x="1120461" y="36542"/>
                </a:lnTo>
                <a:lnTo>
                  <a:pt x="1119832" y="36686"/>
                </a:lnTo>
                <a:lnTo>
                  <a:pt x="1119202" y="36837"/>
                </a:lnTo>
                <a:lnTo>
                  <a:pt x="1118572" y="36995"/>
                </a:lnTo>
                <a:lnTo>
                  <a:pt x="1117940" y="37160"/>
                </a:lnTo>
                <a:lnTo>
                  <a:pt x="1117315" y="37329"/>
                </a:lnTo>
                <a:lnTo>
                  <a:pt x="1116695" y="37508"/>
                </a:lnTo>
                <a:lnTo>
                  <a:pt x="1116078" y="37698"/>
                </a:lnTo>
                <a:lnTo>
                  <a:pt x="1115465" y="37898"/>
                </a:lnTo>
                <a:lnTo>
                  <a:pt x="1114856" y="38108"/>
                </a:lnTo>
                <a:lnTo>
                  <a:pt x="1114251" y="38330"/>
                </a:lnTo>
                <a:lnTo>
                  <a:pt x="1113650" y="38561"/>
                </a:lnTo>
                <a:lnTo>
                  <a:pt x="1113053" y="38804"/>
                </a:lnTo>
                <a:lnTo>
                  <a:pt x="1112460" y="39056"/>
                </a:lnTo>
                <a:lnTo>
                  <a:pt x="1111870" y="39320"/>
                </a:lnTo>
                <a:lnTo>
                  <a:pt x="1111285" y="39594"/>
                </a:lnTo>
                <a:lnTo>
                  <a:pt x="1110704" y="39878"/>
                </a:lnTo>
                <a:lnTo>
                  <a:pt x="1110127" y="40173"/>
                </a:lnTo>
                <a:lnTo>
                  <a:pt x="1109553" y="40478"/>
                </a:lnTo>
                <a:lnTo>
                  <a:pt x="1108984" y="40794"/>
                </a:lnTo>
                <a:lnTo>
                  <a:pt x="1108418" y="41121"/>
                </a:lnTo>
                <a:lnTo>
                  <a:pt x="1107857" y="41458"/>
                </a:lnTo>
                <a:lnTo>
                  <a:pt x="1107299" y="41805"/>
                </a:lnTo>
                <a:lnTo>
                  <a:pt x="1106745" y="42164"/>
                </a:lnTo>
                <a:lnTo>
                  <a:pt x="1106196" y="42532"/>
                </a:lnTo>
                <a:lnTo>
                  <a:pt x="1105650" y="42911"/>
                </a:lnTo>
                <a:lnTo>
                  <a:pt x="1105108" y="43301"/>
                </a:lnTo>
                <a:lnTo>
                  <a:pt x="1104570" y="43701"/>
                </a:lnTo>
                <a:lnTo>
                  <a:pt x="1104037" y="44112"/>
                </a:lnTo>
                <a:lnTo>
                  <a:pt x="1103514" y="44530"/>
                </a:lnTo>
                <a:lnTo>
                  <a:pt x="1103001" y="44961"/>
                </a:lnTo>
                <a:lnTo>
                  <a:pt x="1102496" y="45406"/>
                </a:lnTo>
                <a:lnTo>
                  <a:pt x="1102000" y="45864"/>
                </a:lnTo>
                <a:lnTo>
                  <a:pt x="1101513" y="46336"/>
                </a:lnTo>
                <a:lnTo>
                  <a:pt x="1101035" y="46822"/>
                </a:lnTo>
                <a:lnTo>
                  <a:pt x="1100565" y="47321"/>
                </a:lnTo>
                <a:lnTo>
                  <a:pt x="1100104" y="47834"/>
                </a:lnTo>
                <a:lnTo>
                  <a:pt x="1099652" y="48360"/>
                </a:lnTo>
                <a:lnTo>
                  <a:pt x="1099209" y="48900"/>
                </a:lnTo>
                <a:lnTo>
                  <a:pt x="1098774" y="49454"/>
                </a:lnTo>
                <a:lnTo>
                  <a:pt x="1098349" y="50021"/>
                </a:lnTo>
                <a:lnTo>
                  <a:pt x="1097932" y="50602"/>
                </a:lnTo>
                <a:lnTo>
                  <a:pt x="1097524" y="51196"/>
                </a:lnTo>
                <a:lnTo>
                  <a:pt x="1097124" y="51805"/>
                </a:lnTo>
                <a:lnTo>
                  <a:pt x="1096734" y="52426"/>
                </a:lnTo>
                <a:lnTo>
                  <a:pt x="1096352" y="53061"/>
                </a:lnTo>
                <a:lnTo>
                  <a:pt x="1095979" y="53710"/>
                </a:lnTo>
                <a:lnTo>
                  <a:pt x="1095615" y="54373"/>
                </a:lnTo>
                <a:lnTo>
                  <a:pt x="1095259" y="55049"/>
                </a:lnTo>
                <a:lnTo>
                  <a:pt x="1094912" y="55739"/>
                </a:lnTo>
                <a:lnTo>
                  <a:pt x="1094574" y="56442"/>
                </a:lnTo>
                <a:lnTo>
                  <a:pt x="1094245" y="57159"/>
                </a:lnTo>
                <a:lnTo>
                  <a:pt x="1093925" y="57889"/>
                </a:lnTo>
                <a:lnTo>
                  <a:pt x="1108081" y="62945"/>
                </a:lnTo>
                <a:lnTo>
                  <a:pt x="1108293" y="62504"/>
                </a:lnTo>
                <a:lnTo>
                  <a:pt x="1108517" y="62065"/>
                </a:lnTo>
                <a:lnTo>
                  <a:pt x="1108754" y="61628"/>
                </a:lnTo>
                <a:lnTo>
                  <a:pt x="1109003" y="61193"/>
                </a:lnTo>
                <a:lnTo>
                  <a:pt x="1109265" y="60761"/>
                </a:lnTo>
                <a:lnTo>
                  <a:pt x="1109539" y="60330"/>
                </a:lnTo>
                <a:lnTo>
                  <a:pt x="1109825" y="59902"/>
                </a:lnTo>
                <a:lnTo>
                  <a:pt x="1110125" y="59476"/>
                </a:lnTo>
                <a:lnTo>
                  <a:pt x="1110436" y="59053"/>
                </a:lnTo>
                <a:lnTo>
                  <a:pt x="1110761" y="58631"/>
                </a:lnTo>
                <a:lnTo>
                  <a:pt x="1111097" y="58212"/>
                </a:lnTo>
                <a:lnTo>
                  <a:pt x="1111446" y="57795"/>
                </a:lnTo>
                <a:lnTo>
                  <a:pt x="1111808" y="57380"/>
                </a:lnTo>
                <a:lnTo>
                  <a:pt x="1112182" y="56967"/>
                </a:lnTo>
                <a:lnTo>
                  <a:pt x="1112569" y="56556"/>
                </a:lnTo>
                <a:lnTo>
                  <a:pt x="1112968" y="56148"/>
                </a:lnTo>
                <a:lnTo>
                  <a:pt x="1113380" y="55742"/>
                </a:lnTo>
                <a:lnTo>
                  <a:pt x="1113805" y="55338"/>
                </a:lnTo>
                <a:lnTo>
                  <a:pt x="1114241" y="54936"/>
                </a:lnTo>
                <a:lnTo>
                  <a:pt x="1114691" y="54536"/>
                </a:lnTo>
                <a:lnTo>
                  <a:pt x="1115152" y="54139"/>
                </a:lnTo>
                <a:lnTo>
                  <a:pt x="1115627" y="53744"/>
                </a:lnTo>
                <a:lnTo>
                  <a:pt x="1116114" y="53351"/>
                </a:lnTo>
                <a:lnTo>
                  <a:pt x="1116613" y="52960"/>
                </a:lnTo>
                <a:lnTo>
                  <a:pt x="1117126" y="52578"/>
                </a:lnTo>
                <a:lnTo>
                  <a:pt x="1117656" y="52213"/>
                </a:lnTo>
                <a:lnTo>
                  <a:pt x="1118202" y="51864"/>
                </a:lnTo>
                <a:lnTo>
                  <a:pt x="1118763" y="51531"/>
                </a:lnTo>
                <a:lnTo>
                  <a:pt x="1119341" y="51214"/>
                </a:lnTo>
                <a:lnTo>
                  <a:pt x="1119935" y="50914"/>
                </a:lnTo>
                <a:lnTo>
                  <a:pt x="1120544" y="50630"/>
                </a:lnTo>
                <a:lnTo>
                  <a:pt x="1121170" y="50362"/>
                </a:lnTo>
                <a:lnTo>
                  <a:pt x="1121812" y="50110"/>
                </a:lnTo>
                <a:lnTo>
                  <a:pt x="1122470" y="49875"/>
                </a:lnTo>
                <a:lnTo>
                  <a:pt x="1123143" y="49655"/>
                </a:lnTo>
                <a:lnTo>
                  <a:pt x="1123833" y="49452"/>
                </a:lnTo>
                <a:lnTo>
                  <a:pt x="1124539" y="49266"/>
                </a:lnTo>
                <a:lnTo>
                  <a:pt x="1125261" y="49095"/>
                </a:lnTo>
                <a:lnTo>
                  <a:pt x="1125999" y="48941"/>
                </a:lnTo>
                <a:lnTo>
                  <a:pt x="1126753" y="48803"/>
                </a:lnTo>
                <a:lnTo>
                  <a:pt x="1127523" y="48681"/>
                </a:lnTo>
                <a:lnTo>
                  <a:pt x="1128308" y="48576"/>
                </a:lnTo>
                <a:lnTo>
                  <a:pt x="1129110" y="48486"/>
                </a:lnTo>
                <a:lnTo>
                  <a:pt x="1129928" y="48413"/>
                </a:lnTo>
                <a:lnTo>
                  <a:pt x="1130762" y="48356"/>
                </a:lnTo>
                <a:lnTo>
                  <a:pt x="1131612" y="48316"/>
                </a:lnTo>
                <a:lnTo>
                  <a:pt x="1132478" y="48291"/>
                </a:lnTo>
                <a:lnTo>
                  <a:pt x="1133360" y="48283"/>
                </a:lnTo>
                <a:lnTo>
                  <a:pt x="1134210" y="48292"/>
                </a:lnTo>
                <a:lnTo>
                  <a:pt x="1135041" y="48319"/>
                </a:lnTo>
                <a:lnTo>
                  <a:pt x="1135854" y="48364"/>
                </a:lnTo>
                <a:lnTo>
                  <a:pt x="1136648" y="48427"/>
                </a:lnTo>
                <a:lnTo>
                  <a:pt x="1137425" y="48508"/>
                </a:lnTo>
                <a:lnTo>
                  <a:pt x="1138183" y="48607"/>
                </a:lnTo>
                <a:lnTo>
                  <a:pt x="1138923" y="48724"/>
                </a:lnTo>
                <a:lnTo>
                  <a:pt x="1139645" y="48859"/>
                </a:lnTo>
                <a:lnTo>
                  <a:pt x="1140349" y="49012"/>
                </a:lnTo>
                <a:lnTo>
                  <a:pt x="1141034" y="49183"/>
                </a:lnTo>
                <a:lnTo>
                  <a:pt x="1141701" y="49372"/>
                </a:lnTo>
                <a:lnTo>
                  <a:pt x="1142350" y="49579"/>
                </a:lnTo>
                <a:lnTo>
                  <a:pt x="1142981" y="49804"/>
                </a:lnTo>
                <a:lnTo>
                  <a:pt x="1143594" y="50047"/>
                </a:lnTo>
                <a:lnTo>
                  <a:pt x="1144188" y="50308"/>
                </a:lnTo>
                <a:lnTo>
                  <a:pt x="1144764" y="50586"/>
                </a:lnTo>
                <a:lnTo>
                  <a:pt x="1145322" y="50883"/>
                </a:lnTo>
                <a:lnTo>
                  <a:pt x="1145862" y="51198"/>
                </a:lnTo>
                <a:lnTo>
                  <a:pt x="1146383" y="51531"/>
                </a:lnTo>
                <a:lnTo>
                  <a:pt x="1146886" y="51882"/>
                </a:lnTo>
                <a:lnTo>
                  <a:pt x="1147372" y="52251"/>
                </a:lnTo>
                <a:lnTo>
                  <a:pt x="1147838" y="52638"/>
                </a:lnTo>
                <a:lnTo>
                  <a:pt x="1148287" y="53043"/>
                </a:lnTo>
                <a:lnTo>
                  <a:pt x="1148717" y="53465"/>
                </a:lnTo>
                <a:lnTo>
                  <a:pt x="1149135" y="53905"/>
                </a:lnTo>
                <a:lnTo>
                  <a:pt x="1149535" y="54358"/>
                </a:lnTo>
                <a:lnTo>
                  <a:pt x="1149917" y="54826"/>
                </a:lnTo>
                <a:lnTo>
                  <a:pt x="1150282" y="55309"/>
                </a:lnTo>
                <a:lnTo>
                  <a:pt x="1150628" y="55806"/>
                </a:lnTo>
                <a:lnTo>
                  <a:pt x="1150957" y="56317"/>
                </a:lnTo>
                <a:lnTo>
                  <a:pt x="1151268" y="56843"/>
                </a:lnTo>
                <a:lnTo>
                  <a:pt x="1151561" y="57384"/>
                </a:lnTo>
                <a:lnTo>
                  <a:pt x="1151837" y="57939"/>
                </a:lnTo>
                <a:lnTo>
                  <a:pt x="1152095" y="58508"/>
                </a:lnTo>
                <a:lnTo>
                  <a:pt x="1152335" y="59092"/>
                </a:lnTo>
                <a:lnTo>
                  <a:pt x="1152557" y="59690"/>
                </a:lnTo>
                <a:lnTo>
                  <a:pt x="1152761" y="60303"/>
                </a:lnTo>
                <a:lnTo>
                  <a:pt x="1152948" y="60931"/>
                </a:lnTo>
                <a:lnTo>
                  <a:pt x="1153117" y="61573"/>
                </a:lnTo>
                <a:lnTo>
                  <a:pt x="1153268" y="62229"/>
                </a:lnTo>
                <a:lnTo>
                  <a:pt x="1153401" y="62900"/>
                </a:lnTo>
                <a:lnTo>
                  <a:pt x="1153517" y="63585"/>
                </a:lnTo>
                <a:lnTo>
                  <a:pt x="1153614" y="64285"/>
                </a:lnTo>
                <a:lnTo>
                  <a:pt x="1153694" y="64999"/>
                </a:lnTo>
                <a:lnTo>
                  <a:pt x="1153756" y="65728"/>
                </a:lnTo>
                <a:lnTo>
                  <a:pt x="1153801" y="66471"/>
                </a:lnTo>
                <a:lnTo>
                  <a:pt x="1153828" y="67229"/>
                </a:lnTo>
                <a:lnTo>
                  <a:pt x="1153836" y="68001"/>
                </a:lnTo>
                <a:lnTo>
                  <a:pt x="1153836" y="68507"/>
                </a:lnTo>
                <a:lnTo>
                  <a:pt x="1153832" y="68803"/>
                </a:lnTo>
                <a:lnTo>
                  <a:pt x="1153818" y="69092"/>
                </a:lnTo>
                <a:lnTo>
                  <a:pt x="1153796" y="69374"/>
                </a:lnTo>
                <a:lnTo>
                  <a:pt x="1153764" y="69648"/>
                </a:lnTo>
                <a:lnTo>
                  <a:pt x="1153724" y="69914"/>
                </a:lnTo>
                <a:lnTo>
                  <a:pt x="1153675" y="70173"/>
                </a:lnTo>
                <a:lnTo>
                  <a:pt x="1153616" y="70425"/>
                </a:lnTo>
                <a:lnTo>
                  <a:pt x="1153549" y="70669"/>
                </a:lnTo>
                <a:lnTo>
                  <a:pt x="1153472" y="70906"/>
                </a:lnTo>
                <a:lnTo>
                  <a:pt x="1153387" y="71135"/>
                </a:lnTo>
                <a:lnTo>
                  <a:pt x="1153292" y="71357"/>
                </a:lnTo>
                <a:lnTo>
                  <a:pt x="1153189" y="71572"/>
                </a:lnTo>
                <a:lnTo>
                  <a:pt x="1153076" y="71779"/>
                </a:lnTo>
                <a:lnTo>
                  <a:pt x="1152955" y="71978"/>
                </a:lnTo>
                <a:lnTo>
                  <a:pt x="1152824" y="72170"/>
                </a:lnTo>
                <a:lnTo>
                  <a:pt x="1152685" y="72355"/>
                </a:lnTo>
                <a:lnTo>
                  <a:pt x="1152536" y="72532"/>
                </a:lnTo>
                <a:lnTo>
                  <a:pt x="1152379" y="72701"/>
                </a:lnTo>
                <a:lnTo>
                  <a:pt x="1152213" y="72863"/>
                </a:lnTo>
                <a:lnTo>
                  <a:pt x="1152037" y="73018"/>
                </a:lnTo>
                <a:lnTo>
                  <a:pt x="1151853" y="73165"/>
                </a:lnTo>
                <a:lnTo>
                  <a:pt x="1151659" y="73305"/>
                </a:lnTo>
                <a:lnTo>
                  <a:pt x="1151457" y="73438"/>
                </a:lnTo>
                <a:lnTo>
                  <a:pt x="1151245" y="73562"/>
                </a:lnTo>
                <a:lnTo>
                  <a:pt x="1151030" y="73682"/>
                </a:lnTo>
                <a:lnTo>
                  <a:pt x="1150803" y="73799"/>
                </a:lnTo>
                <a:lnTo>
                  <a:pt x="1150566" y="73913"/>
                </a:lnTo>
                <a:lnTo>
                  <a:pt x="1150319" y="74024"/>
                </a:lnTo>
                <a:lnTo>
                  <a:pt x="1150060" y="74132"/>
                </a:lnTo>
                <a:lnTo>
                  <a:pt x="1149792" y="74238"/>
                </a:lnTo>
                <a:lnTo>
                  <a:pt x="1149513" y="74340"/>
                </a:lnTo>
                <a:lnTo>
                  <a:pt x="1149223" y="74440"/>
                </a:lnTo>
                <a:lnTo>
                  <a:pt x="1148923" y="74537"/>
                </a:lnTo>
                <a:lnTo>
                  <a:pt x="1148612" y="74631"/>
                </a:lnTo>
                <a:lnTo>
                  <a:pt x="1148291" y="74722"/>
                </a:lnTo>
                <a:lnTo>
                  <a:pt x="1147959" y="74811"/>
                </a:lnTo>
                <a:lnTo>
                  <a:pt x="1147617" y="74896"/>
                </a:lnTo>
                <a:lnTo>
                  <a:pt x="1147264" y="74979"/>
                </a:lnTo>
                <a:lnTo>
                  <a:pt x="1146901" y="75058"/>
                </a:lnTo>
                <a:lnTo>
                  <a:pt x="1146527" y="75135"/>
                </a:lnTo>
                <a:lnTo>
                  <a:pt x="1146142" y="75209"/>
                </a:lnTo>
                <a:lnTo>
                  <a:pt x="1145747" y="75281"/>
                </a:lnTo>
                <a:lnTo>
                  <a:pt x="1145342" y="75349"/>
                </a:lnTo>
                <a:lnTo>
                  <a:pt x="1144926" y="75414"/>
                </a:lnTo>
                <a:lnTo>
                  <a:pt x="1144499" y="75477"/>
                </a:lnTo>
                <a:lnTo>
                  <a:pt x="1144062" y="75537"/>
                </a:lnTo>
                <a:lnTo>
                  <a:pt x="1143614" y="75594"/>
                </a:lnTo>
                <a:lnTo>
                  <a:pt x="1143156" y="75648"/>
                </a:lnTo>
                <a:lnTo>
                  <a:pt x="1142692" y="75696"/>
                </a:lnTo>
                <a:lnTo>
                  <a:pt x="1142216" y="75747"/>
                </a:lnTo>
                <a:lnTo>
                  <a:pt x="1141729" y="75799"/>
                </a:lnTo>
                <a:lnTo>
                  <a:pt x="1141230" y="75853"/>
                </a:lnTo>
                <a:lnTo>
                  <a:pt x="1140720" y="75910"/>
                </a:lnTo>
                <a:lnTo>
                  <a:pt x="1140198" y="75968"/>
                </a:lnTo>
                <a:lnTo>
                  <a:pt x="1139664" y="76028"/>
                </a:lnTo>
                <a:lnTo>
                  <a:pt x="1139118" y="76090"/>
                </a:lnTo>
                <a:lnTo>
                  <a:pt x="1138561" y="76155"/>
                </a:lnTo>
                <a:lnTo>
                  <a:pt x="1137993" y="76221"/>
                </a:lnTo>
                <a:lnTo>
                  <a:pt x="1137412" y="76289"/>
                </a:lnTo>
                <a:lnTo>
                  <a:pt x="1136820" y="76359"/>
                </a:lnTo>
                <a:lnTo>
                  <a:pt x="1136217" y="76431"/>
                </a:lnTo>
                <a:lnTo>
                  <a:pt x="1135602" y="76505"/>
                </a:lnTo>
                <a:lnTo>
                  <a:pt x="1134975" y="76581"/>
                </a:lnTo>
                <a:lnTo>
                  <a:pt x="1134336" y="76659"/>
                </a:lnTo>
                <a:lnTo>
                  <a:pt x="1133686" y="76739"/>
                </a:lnTo>
                <a:lnTo>
                  <a:pt x="1133025" y="76821"/>
                </a:lnTo>
                <a:lnTo>
                  <a:pt x="1132351" y="76905"/>
                </a:lnTo>
                <a:lnTo>
                  <a:pt x="1131666" y="76991"/>
                </a:lnTo>
                <a:lnTo>
                  <a:pt x="1130970" y="77079"/>
                </a:lnTo>
                <a:lnTo>
                  <a:pt x="1130262" y="77169"/>
                </a:lnTo>
                <a:lnTo>
                  <a:pt x="1129542" y="77260"/>
                </a:lnTo>
                <a:lnTo>
                  <a:pt x="1128810" y="77354"/>
                </a:lnTo>
                <a:lnTo>
                  <a:pt x="1128247" y="77429"/>
                </a:lnTo>
                <a:lnTo>
                  <a:pt x="1127684" y="77506"/>
                </a:lnTo>
                <a:lnTo>
                  <a:pt x="1127121" y="77585"/>
                </a:lnTo>
                <a:lnTo>
                  <a:pt x="1126558" y="77667"/>
                </a:lnTo>
                <a:lnTo>
                  <a:pt x="1125995" y="77750"/>
                </a:lnTo>
                <a:lnTo>
                  <a:pt x="1125433" y="77836"/>
                </a:lnTo>
                <a:lnTo>
                  <a:pt x="1124871" y="77924"/>
                </a:lnTo>
                <a:lnTo>
                  <a:pt x="1124309" y="78014"/>
                </a:lnTo>
                <a:lnTo>
                  <a:pt x="1123747" y="78107"/>
                </a:lnTo>
                <a:lnTo>
                  <a:pt x="1123186" y="78201"/>
                </a:lnTo>
                <a:lnTo>
                  <a:pt x="1122625" y="78298"/>
                </a:lnTo>
                <a:lnTo>
                  <a:pt x="1122064" y="78397"/>
                </a:lnTo>
                <a:lnTo>
                  <a:pt x="1121503" y="78498"/>
                </a:lnTo>
                <a:lnTo>
                  <a:pt x="1120942" y="78602"/>
                </a:lnTo>
                <a:lnTo>
                  <a:pt x="1120382" y="78707"/>
                </a:lnTo>
                <a:lnTo>
                  <a:pt x="1119822" y="78815"/>
                </a:lnTo>
                <a:lnTo>
                  <a:pt x="1119262" y="78925"/>
                </a:lnTo>
                <a:lnTo>
                  <a:pt x="1118702" y="79037"/>
                </a:lnTo>
                <a:lnTo>
                  <a:pt x="1118143" y="79151"/>
                </a:lnTo>
                <a:lnTo>
                  <a:pt x="1117584" y="79268"/>
                </a:lnTo>
                <a:lnTo>
                  <a:pt x="1117025" y="79386"/>
                </a:lnTo>
                <a:lnTo>
                  <a:pt x="1116466" y="79507"/>
                </a:lnTo>
                <a:lnTo>
                  <a:pt x="1115907" y="79631"/>
                </a:lnTo>
                <a:lnTo>
                  <a:pt x="1115349" y="79756"/>
                </a:lnTo>
                <a:lnTo>
                  <a:pt x="1114798" y="79880"/>
                </a:lnTo>
                <a:lnTo>
                  <a:pt x="1114251" y="80009"/>
                </a:lnTo>
                <a:lnTo>
                  <a:pt x="1113708" y="80143"/>
                </a:lnTo>
                <a:lnTo>
                  <a:pt x="1113169" y="80282"/>
                </a:lnTo>
                <a:lnTo>
                  <a:pt x="1112633" y="80427"/>
                </a:lnTo>
                <a:lnTo>
                  <a:pt x="1112102" y="80577"/>
                </a:lnTo>
                <a:lnTo>
                  <a:pt x="1111575" y="80733"/>
                </a:lnTo>
                <a:lnTo>
                  <a:pt x="1111052" y="80893"/>
                </a:lnTo>
                <a:lnTo>
                  <a:pt x="1110532" y="81059"/>
                </a:lnTo>
                <a:lnTo>
                  <a:pt x="1110017" y="81230"/>
                </a:lnTo>
                <a:lnTo>
                  <a:pt x="1109505" y="81407"/>
                </a:lnTo>
                <a:lnTo>
                  <a:pt x="1108998" y="81589"/>
                </a:lnTo>
                <a:lnTo>
                  <a:pt x="1108494" y="81775"/>
                </a:lnTo>
                <a:lnTo>
                  <a:pt x="1107994" y="81968"/>
                </a:lnTo>
                <a:lnTo>
                  <a:pt x="1107499" y="82165"/>
                </a:lnTo>
                <a:lnTo>
                  <a:pt x="1107007" y="82368"/>
                </a:lnTo>
                <a:lnTo>
                  <a:pt x="1106519" y="82576"/>
                </a:lnTo>
                <a:lnTo>
                  <a:pt x="1106035" y="82789"/>
                </a:lnTo>
                <a:lnTo>
                  <a:pt x="1105555" y="83008"/>
                </a:lnTo>
                <a:lnTo>
                  <a:pt x="1105079" y="83232"/>
                </a:lnTo>
                <a:lnTo>
                  <a:pt x="1104607" y="83461"/>
                </a:lnTo>
                <a:lnTo>
                  <a:pt x="1104139" y="83695"/>
                </a:lnTo>
                <a:lnTo>
                  <a:pt x="1103675" y="83935"/>
                </a:lnTo>
                <a:lnTo>
                  <a:pt x="1103215" y="84180"/>
                </a:lnTo>
                <a:lnTo>
                  <a:pt x="1102761" y="84431"/>
                </a:lnTo>
                <a:lnTo>
                  <a:pt x="1102314" y="84691"/>
                </a:lnTo>
                <a:lnTo>
                  <a:pt x="1101875" y="84958"/>
                </a:lnTo>
                <a:lnTo>
                  <a:pt x="1101444" y="85233"/>
                </a:lnTo>
                <a:lnTo>
                  <a:pt x="1101020" y="85516"/>
                </a:lnTo>
                <a:lnTo>
                  <a:pt x="1100604" y="85807"/>
                </a:lnTo>
                <a:lnTo>
                  <a:pt x="1100196" y="86106"/>
                </a:lnTo>
                <a:lnTo>
                  <a:pt x="1099795" y="86413"/>
                </a:lnTo>
                <a:lnTo>
                  <a:pt x="1099402" y="86727"/>
                </a:lnTo>
                <a:lnTo>
                  <a:pt x="1099017" y="87050"/>
                </a:lnTo>
                <a:lnTo>
                  <a:pt x="1098640" y="87380"/>
                </a:lnTo>
                <a:lnTo>
                  <a:pt x="1098270" y="87719"/>
                </a:lnTo>
                <a:lnTo>
                  <a:pt x="1097908" y="88065"/>
                </a:lnTo>
                <a:lnTo>
                  <a:pt x="1097553" y="88419"/>
                </a:lnTo>
                <a:lnTo>
                  <a:pt x="1097206" y="88781"/>
                </a:lnTo>
                <a:lnTo>
                  <a:pt x="1096867" y="89151"/>
                </a:lnTo>
                <a:lnTo>
                  <a:pt x="1096536" y="89529"/>
                </a:lnTo>
                <a:lnTo>
                  <a:pt x="1096212" y="89915"/>
                </a:lnTo>
                <a:lnTo>
                  <a:pt x="1095896" y="90309"/>
                </a:lnTo>
                <a:lnTo>
                  <a:pt x="1095587" y="90710"/>
                </a:lnTo>
                <a:lnTo>
                  <a:pt x="1095287" y="91120"/>
                </a:lnTo>
                <a:lnTo>
                  <a:pt x="1094994" y="91537"/>
                </a:lnTo>
                <a:lnTo>
                  <a:pt x="1094708" y="91962"/>
                </a:lnTo>
                <a:lnTo>
                  <a:pt x="1094430" y="92395"/>
                </a:lnTo>
                <a:lnTo>
                  <a:pt x="1094162" y="92833"/>
                </a:lnTo>
                <a:lnTo>
                  <a:pt x="1093906" y="93281"/>
                </a:lnTo>
                <a:lnTo>
                  <a:pt x="1093660" y="93740"/>
                </a:lnTo>
                <a:lnTo>
                  <a:pt x="1093426" y="94211"/>
                </a:lnTo>
                <a:lnTo>
                  <a:pt x="1093204" y="94692"/>
                </a:lnTo>
                <a:lnTo>
                  <a:pt x="1092993" y="95184"/>
                </a:lnTo>
                <a:lnTo>
                  <a:pt x="1092793" y="95687"/>
                </a:lnTo>
                <a:lnTo>
                  <a:pt x="1092605" y="96201"/>
                </a:lnTo>
                <a:lnTo>
                  <a:pt x="1092428" y="96726"/>
                </a:lnTo>
                <a:lnTo>
                  <a:pt x="1092262" y="97263"/>
                </a:lnTo>
                <a:lnTo>
                  <a:pt x="1092108" y="97810"/>
                </a:lnTo>
                <a:lnTo>
                  <a:pt x="1091966" y="98368"/>
                </a:lnTo>
                <a:lnTo>
                  <a:pt x="1091835" y="98937"/>
                </a:lnTo>
                <a:lnTo>
                  <a:pt x="1091715" y="99517"/>
                </a:lnTo>
                <a:lnTo>
                  <a:pt x="1091606" y="100108"/>
                </a:lnTo>
                <a:lnTo>
                  <a:pt x="1091509" y="100709"/>
                </a:lnTo>
                <a:lnTo>
                  <a:pt x="1091424" y="101322"/>
                </a:lnTo>
                <a:lnTo>
                  <a:pt x="1091350" y="101946"/>
                </a:lnTo>
                <a:lnTo>
                  <a:pt x="1091287" y="102581"/>
                </a:lnTo>
                <a:lnTo>
                  <a:pt x="1091235" y="103227"/>
                </a:lnTo>
                <a:lnTo>
                  <a:pt x="1091196" y="103884"/>
                </a:lnTo>
                <a:lnTo>
                  <a:pt x="1091167" y="104551"/>
                </a:lnTo>
                <a:lnTo>
                  <a:pt x="1091150" y="105230"/>
                </a:lnTo>
                <a:lnTo>
                  <a:pt x="1091144" y="105920"/>
                </a:lnTo>
                <a:lnTo>
                  <a:pt x="1091152" y="106705"/>
                </a:lnTo>
                <a:lnTo>
                  <a:pt x="1091175" y="107480"/>
                </a:lnTo>
                <a:lnTo>
                  <a:pt x="1091213" y="108246"/>
                </a:lnTo>
                <a:lnTo>
                  <a:pt x="1091267" y="109002"/>
                </a:lnTo>
                <a:lnTo>
                  <a:pt x="1091336" y="109749"/>
                </a:lnTo>
                <a:lnTo>
                  <a:pt x="1091421" y="110486"/>
                </a:lnTo>
                <a:lnTo>
                  <a:pt x="1091520" y="111213"/>
                </a:lnTo>
                <a:lnTo>
                  <a:pt x="1091636" y="111931"/>
                </a:lnTo>
                <a:lnTo>
                  <a:pt x="1091766" y="112638"/>
                </a:lnTo>
                <a:lnTo>
                  <a:pt x="1091912" y="113337"/>
                </a:lnTo>
                <a:lnTo>
                  <a:pt x="1092073" y="114025"/>
                </a:lnTo>
                <a:lnTo>
                  <a:pt x="1092250" y="114704"/>
                </a:lnTo>
                <a:lnTo>
                  <a:pt x="1092442" y="115374"/>
                </a:lnTo>
                <a:lnTo>
                  <a:pt x="1092650" y="116033"/>
                </a:lnTo>
                <a:lnTo>
                  <a:pt x="1092872" y="116683"/>
                </a:lnTo>
                <a:lnTo>
                  <a:pt x="1093110" y="117323"/>
                </a:lnTo>
                <a:lnTo>
                  <a:pt x="1093364" y="117954"/>
                </a:lnTo>
                <a:lnTo>
                  <a:pt x="1093633" y="118575"/>
                </a:lnTo>
                <a:lnTo>
                  <a:pt x="1093917" y="119186"/>
                </a:lnTo>
                <a:lnTo>
                  <a:pt x="1094216" y="119788"/>
                </a:lnTo>
                <a:lnTo>
                  <a:pt x="1094531" y="120380"/>
                </a:lnTo>
                <a:lnTo>
                  <a:pt x="1094861" y="120963"/>
                </a:lnTo>
                <a:lnTo>
                  <a:pt x="1095207" y="121535"/>
                </a:lnTo>
                <a:lnTo>
                  <a:pt x="1095568" y="122098"/>
                </a:lnTo>
                <a:lnTo>
                  <a:pt x="1095942" y="122646"/>
                </a:lnTo>
                <a:lnTo>
                  <a:pt x="1096327" y="123183"/>
                </a:lnTo>
                <a:lnTo>
                  <a:pt x="1096722" y="123709"/>
                </a:lnTo>
                <a:lnTo>
                  <a:pt x="1097129" y="124224"/>
                </a:lnTo>
                <a:lnTo>
                  <a:pt x="1097546" y="124729"/>
                </a:lnTo>
                <a:lnTo>
                  <a:pt x="1097973" y="125223"/>
                </a:lnTo>
                <a:lnTo>
                  <a:pt x="1098412" y="125706"/>
                </a:lnTo>
                <a:lnTo>
                  <a:pt x="1098861" y="126178"/>
                </a:lnTo>
                <a:lnTo>
                  <a:pt x="1099321" y="126640"/>
                </a:lnTo>
                <a:lnTo>
                  <a:pt x="1099792" y="127091"/>
                </a:lnTo>
                <a:lnTo>
                  <a:pt x="1100274" y="127531"/>
                </a:lnTo>
                <a:lnTo>
                  <a:pt x="1100766" y="127960"/>
                </a:lnTo>
                <a:lnTo>
                  <a:pt x="1101269" y="128379"/>
                </a:lnTo>
                <a:lnTo>
                  <a:pt x="1101783" y="128786"/>
                </a:lnTo>
                <a:lnTo>
                  <a:pt x="1102307" y="129184"/>
                </a:lnTo>
                <a:lnTo>
                  <a:pt x="1102843" y="129570"/>
                </a:lnTo>
                <a:lnTo>
                  <a:pt x="1103389" y="129945"/>
                </a:lnTo>
                <a:lnTo>
                  <a:pt x="1103946" y="130310"/>
                </a:lnTo>
                <a:lnTo>
                  <a:pt x="1104513" y="130664"/>
                </a:lnTo>
                <a:lnTo>
                  <a:pt x="1105092" y="131008"/>
                </a:lnTo>
                <a:lnTo>
                  <a:pt x="1105681" y="131340"/>
                </a:lnTo>
                <a:lnTo>
                  <a:pt x="1106280" y="131662"/>
                </a:lnTo>
                <a:lnTo>
                  <a:pt x="1106891" y="131973"/>
                </a:lnTo>
                <a:lnTo>
                  <a:pt x="1107512" y="132273"/>
                </a:lnTo>
                <a:lnTo>
                  <a:pt x="1108142" y="132557"/>
                </a:lnTo>
                <a:lnTo>
                  <a:pt x="1108778" y="132828"/>
                </a:lnTo>
                <a:lnTo>
                  <a:pt x="1109419" y="133088"/>
                </a:lnTo>
                <a:lnTo>
                  <a:pt x="1110067" y="133335"/>
                </a:lnTo>
                <a:lnTo>
                  <a:pt x="1110720" y="133571"/>
                </a:lnTo>
                <a:lnTo>
                  <a:pt x="1111379" y="133794"/>
                </a:lnTo>
                <a:lnTo>
                  <a:pt x="1112045" y="134005"/>
                </a:lnTo>
                <a:lnTo>
                  <a:pt x="1112716" y="134204"/>
                </a:lnTo>
                <a:lnTo>
                  <a:pt x="1113393" y="134391"/>
                </a:lnTo>
                <a:lnTo>
                  <a:pt x="1114076" y="134566"/>
                </a:lnTo>
                <a:lnTo>
                  <a:pt x="1114765" y="134729"/>
                </a:lnTo>
                <a:lnTo>
                  <a:pt x="1115460" y="134880"/>
                </a:lnTo>
                <a:lnTo>
                  <a:pt x="1116160" y="135019"/>
                </a:lnTo>
                <a:lnTo>
                  <a:pt x="1116867" y="135146"/>
                </a:lnTo>
                <a:lnTo>
                  <a:pt x="1117580" y="135260"/>
                </a:lnTo>
                <a:lnTo>
                  <a:pt x="1118298" y="135363"/>
                </a:lnTo>
                <a:lnTo>
                  <a:pt x="1119023" y="135453"/>
                </a:lnTo>
                <a:lnTo>
                  <a:pt x="1119753" y="135532"/>
                </a:lnTo>
                <a:lnTo>
                  <a:pt x="1120489" y="135598"/>
                </a:lnTo>
                <a:lnTo>
                  <a:pt x="1121232" y="135653"/>
                </a:lnTo>
                <a:lnTo>
                  <a:pt x="1121980" y="135695"/>
                </a:lnTo>
                <a:lnTo>
                  <a:pt x="1122734" y="135725"/>
                </a:lnTo>
                <a:lnTo>
                  <a:pt x="1123494" y="135743"/>
                </a:lnTo>
                <a:lnTo>
                  <a:pt x="1124260" y="135749"/>
                </a:lnTo>
                <a:lnTo>
                  <a:pt x="1124961" y="135745"/>
                </a:lnTo>
                <a:lnTo>
                  <a:pt x="1125653" y="135732"/>
                </a:lnTo>
                <a:lnTo>
                  <a:pt x="1126336" y="135710"/>
                </a:lnTo>
                <a:lnTo>
                  <a:pt x="1127011" y="135679"/>
                </a:lnTo>
                <a:lnTo>
                  <a:pt x="1127676" y="135639"/>
                </a:lnTo>
                <a:close/>
                <a:moveTo>
                  <a:pt x="1122957" y="122181"/>
                </a:moveTo>
                <a:lnTo>
                  <a:pt x="1122273" y="122106"/>
                </a:lnTo>
                <a:lnTo>
                  <a:pt x="1121600" y="122018"/>
                </a:lnTo>
                <a:lnTo>
                  <a:pt x="1120938" y="121916"/>
                </a:lnTo>
                <a:lnTo>
                  <a:pt x="1120287" y="121800"/>
                </a:lnTo>
                <a:lnTo>
                  <a:pt x="1119647" y="121671"/>
                </a:lnTo>
                <a:lnTo>
                  <a:pt x="1119017" y="121528"/>
                </a:lnTo>
                <a:lnTo>
                  <a:pt x="1118398" y="121372"/>
                </a:lnTo>
                <a:lnTo>
                  <a:pt x="1117790" y="121202"/>
                </a:lnTo>
                <a:lnTo>
                  <a:pt x="1117193" y="121018"/>
                </a:lnTo>
                <a:lnTo>
                  <a:pt x="1116606" y="120821"/>
                </a:lnTo>
                <a:lnTo>
                  <a:pt x="1116030" y="120610"/>
                </a:lnTo>
                <a:lnTo>
                  <a:pt x="1115465" y="120385"/>
                </a:lnTo>
                <a:lnTo>
                  <a:pt x="1114911" y="120147"/>
                </a:lnTo>
                <a:lnTo>
                  <a:pt x="1114367" y="119896"/>
                </a:lnTo>
                <a:lnTo>
                  <a:pt x="1113834" y="119630"/>
                </a:lnTo>
                <a:lnTo>
                  <a:pt x="1113312" y="119351"/>
                </a:lnTo>
                <a:lnTo>
                  <a:pt x="1112800" y="119059"/>
                </a:lnTo>
                <a:lnTo>
                  <a:pt x="1112300" y="118753"/>
                </a:lnTo>
                <a:lnTo>
                  <a:pt x="1111810" y="118433"/>
                </a:lnTo>
                <a:lnTo>
                  <a:pt x="1111341" y="118095"/>
                </a:lnTo>
                <a:lnTo>
                  <a:pt x="1110891" y="117743"/>
                </a:lnTo>
                <a:lnTo>
                  <a:pt x="1110462" y="117378"/>
                </a:lnTo>
                <a:lnTo>
                  <a:pt x="1110053" y="117000"/>
                </a:lnTo>
                <a:lnTo>
                  <a:pt x="1109663" y="116609"/>
                </a:lnTo>
                <a:lnTo>
                  <a:pt x="1109294" y="116205"/>
                </a:lnTo>
                <a:lnTo>
                  <a:pt x="1108944" y="115788"/>
                </a:lnTo>
                <a:lnTo>
                  <a:pt x="1108615" y="115357"/>
                </a:lnTo>
                <a:lnTo>
                  <a:pt x="1108305" y="114914"/>
                </a:lnTo>
                <a:lnTo>
                  <a:pt x="1108016" y="114457"/>
                </a:lnTo>
                <a:lnTo>
                  <a:pt x="1107746" y="113987"/>
                </a:lnTo>
                <a:lnTo>
                  <a:pt x="1107497" y="113504"/>
                </a:lnTo>
                <a:lnTo>
                  <a:pt x="1107267" y="113007"/>
                </a:lnTo>
                <a:lnTo>
                  <a:pt x="1107057" y="112498"/>
                </a:lnTo>
                <a:lnTo>
                  <a:pt x="1106868" y="111975"/>
                </a:lnTo>
                <a:lnTo>
                  <a:pt x="1106698" y="111439"/>
                </a:lnTo>
                <a:lnTo>
                  <a:pt x="1106548" y="110890"/>
                </a:lnTo>
                <a:lnTo>
                  <a:pt x="1106418" y="110328"/>
                </a:lnTo>
                <a:lnTo>
                  <a:pt x="1106308" y="109752"/>
                </a:lnTo>
                <a:lnTo>
                  <a:pt x="1106219" y="109164"/>
                </a:lnTo>
                <a:lnTo>
                  <a:pt x="1106149" y="108562"/>
                </a:lnTo>
                <a:lnTo>
                  <a:pt x="1106099" y="107947"/>
                </a:lnTo>
                <a:lnTo>
                  <a:pt x="1106069" y="107319"/>
                </a:lnTo>
                <a:lnTo>
                  <a:pt x="1106059" y="106678"/>
                </a:lnTo>
                <a:lnTo>
                  <a:pt x="1106064" y="106208"/>
                </a:lnTo>
                <a:lnTo>
                  <a:pt x="1106080" y="105747"/>
                </a:lnTo>
                <a:lnTo>
                  <a:pt x="1106106" y="105294"/>
                </a:lnTo>
                <a:lnTo>
                  <a:pt x="1106143" y="104849"/>
                </a:lnTo>
                <a:lnTo>
                  <a:pt x="1106190" y="104412"/>
                </a:lnTo>
                <a:lnTo>
                  <a:pt x="1106248" y="103984"/>
                </a:lnTo>
                <a:lnTo>
                  <a:pt x="1106317" y="103565"/>
                </a:lnTo>
                <a:lnTo>
                  <a:pt x="1106396" y="103153"/>
                </a:lnTo>
                <a:lnTo>
                  <a:pt x="1106485" y="102750"/>
                </a:lnTo>
                <a:lnTo>
                  <a:pt x="1106585" y="102355"/>
                </a:lnTo>
                <a:lnTo>
                  <a:pt x="1106696" y="101969"/>
                </a:lnTo>
                <a:lnTo>
                  <a:pt x="1106817" y="101591"/>
                </a:lnTo>
                <a:lnTo>
                  <a:pt x="1106949" y="101221"/>
                </a:lnTo>
                <a:lnTo>
                  <a:pt x="1107091" y="100860"/>
                </a:lnTo>
                <a:lnTo>
                  <a:pt x="1107244" y="100506"/>
                </a:lnTo>
                <a:lnTo>
                  <a:pt x="1107407" y="100162"/>
                </a:lnTo>
                <a:lnTo>
                  <a:pt x="1107581" y="99825"/>
                </a:lnTo>
                <a:lnTo>
                  <a:pt x="1107765" y="99497"/>
                </a:lnTo>
                <a:lnTo>
                  <a:pt x="1107960" y="99178"/>
                </a:lnTo>
                <a:lnTo>
                  <a:pt x="1108165" y="98866"/>
                </a:lnTo>
                <a:lnTo>
                  <a:pt x="1108381" y="98563"/>
                </a:lnTo>
                <a:lnTo>
                  <a:pt x="1108608" y="98268"/>
                </a:lnTo>
                <a:lnTo>
                  <a:pt x="1108845" y="97982"/>
                </a:lnTo>
                <a:lnTo>
                  <a:pt x="1109092" y="97704"/>
                </a:lnTo>
                <a:lnTo>
                  <a:pt x="1109354" y="97428"/>
                </a:lnTo>
                <a:lnTo>
                  <a:pt x="1109622" y="97158"/>
                </a:lnTo>
                <a:lnTo>
                  <a:pt x="1109896" y="96893"/>
                </a:lnTo>
                <a:lnTo>
                  <a:pt x="1110177" y="96635"/>
                </a:lnTo>
                <a:lnTo>
                  <a:pt x="1110465" y="96382"/>
                </a:lnTo>
                <a:lnTo>
                  <a:pt x="1110759" y="96136"/>
                </a:lnTo>
                <a:lnTo>
                  <a:pt x="1111060" y="95895"/>
                </a:lnTo>
                <a:lnTo>
                  <a:pt x="1111368" y="95661"/>
                </a:lnTo>
                <a:lnTo>
                  <a:pt x="1111682" y="95432"/>
                </a:lnTo>
                <a:lnTo>
                  <a:pt x="1112002" y="95209"/>
                </a:lnTo>
                <a:lnTo>
                  <a:pt x="1112329" y="94992"/>
                </a:lnTo>
                <a:lnTo>
                  <a:pt x="1112663" y="94781"/>
                </a:lnTo>
                <a:lnTo>
                  <a:pt x="1113003" y="94576"/>
                </a:lnTo>
                <a:lnTo>
                  <a:pt x="1113350" y="94377"/>
                </a:lnTo>
                <a:lnTo>
                  <a:pt x="1113704" y="94184"/>
                </a:lnTo>
                <a:lnTo>
                  <a:pt x="1114064" y="93996"/>
                </a:lnTo>
                <a:lnTo>
                  <a:pt x="1114431" y="93815"/>
                </a:lnTo>
                <a:lnTo>
                  <a:pt x="1114804" y="93640"/>
                </a:lnTo>
                <a:lnTo>
                  <a:pt x="1115184" y="93470"/>
                </a:lnTo>
                <a:lnTo>
                  <a:pt x="1115570" y="93306"/>
                </a:lnTo>
                <a:lnTo>
                  <a:pt x="1115963" y="93149"/>
                </a:lnTo>
                <a:lnTo>
                  <a:pt x="1116363" y="92997"/>
                </a:lnTo>
                <a:lnTo>
                  <a:pt x="1116769" y="92851"/>
                </a:lnTo>
                <a:lnTo>
                  <a:pt x="1117182" y="92711"/>
                </a:lnTo>
                <a:lnTo>
                  <a:pt x="1117604" y="92571"/>
                </a:lnTo>
                <a:lnTo>
                  <a:pt x="1118030" y="92434"/>
                </a:lnTo>
                <a:lnTo>
                  <a:pt x="1118457" y="92300"/>
                </a:lnTo>
                <a:lnTo>
                  <a:pt x="1118888" y="92169"/>
                </a:lnTo>
                <a:lnTo>
                  <a:pt x="1119321" y="92042"/>
                </a:lnTo>
                <a:lnTo>
                  <a:pt x="1119757" y="91917"/>
                </a:lnTo>
                <a:lnTo>
                  <a:pt x="1120195" y="91797"/>
                </a:lnTo>
                <a:lnTo>
                  <a:pt x="1120637" y="91679"/>
                </a:lnTo>
                <a:lnTo>
                  <a:pt x="1121080" y="91565"/>
                </a:lnTo>
                <a:lnTo>
                  <a:pt x="1121527" y="91454"/>
                </a:lnTo>
                <a:lnTo>
                  <a:pt x="1121976" y="91346"/>
                </a:lnTo>
                <a:lnTo>
                  <a:pt x="1122427" y="91242"/>
                </a:lnTo>
                <a:lnTo>
                  <a:pt x="1122881" y="91141"/>
                </a:lnTo>
                <a:lnTo>
                  <a:pt x="1123338" y="91043"/>
                </a:lnTo>
                <a:lnTo>
                  <a:pt x="1123798" y="90949"/>
                </a:lnTo>
                <a:lnTo>
                  <a:pt x="1124260" y="90858"/>
                </a:lnTo>
                <a:lnTo>
                  <a:pt x="1124725" y="90770"/>
                </a:lnTo>
                <a:lnTo>
                  <a:pt x="1125192" y="90685"/>
                </a:lnTo>
                <a:lnTo>
                  <a:pt x="1125662" y="90604"/>
                </a:lnTo>
                <a:lnTo>
                  <a:pt x="1126135" y="90526"/>
                </a:lnTo>
                <a:lnTo>
                  <a:pt x="1126610" y="90451"/>
                </a:lnTo>
                <a:lnTo>
                  <a:pt x="1127088" y="90380"/>
                </a:lnTo>
                <a:lnTo>
                  <a:pt x="1127569" y="90312"/>
                </a:lnTo>
                <a:lnTo>
                  <a:pt x="1128052" y="90247"/>
                </a:lnTo>
                <a:lnTo>
                  <a:pt x="1128254" y="90220"/>
                </a:lnTo>
                <a:lnTo>
                  <a:pt x="1128462" y="90193"/>
                </a:lnTo>
                <a:lnTo>
                  <a:pt x="1128675" y="90166"/>
                </a:lnTo>
                <a:lnTo>
                  <a:pt x="1128893" y="90138"/>
                </a:lnTo>
                <a:lnTo>
                  <a:pt x="1129115" y="90110"/>
                </a:lnTo>
                <a:lnTo>
                  <a:pt x="1129343" y="90081"/>
                </a:lnTo>
                <a:lnTo>
                  <a:pt x="1129576" y="90052"/>
                </a:lnTo>
                <a:lnTo>
                  <a:pt x="1129814" y="90022"/>
                </a:lnTo>
                <a:lnTo>
                  <a:pt x="1130057" y="89992"/>
                </a:lnTo>
                <a:lnTo>
                  <a:pt x="1130305" y="89961"/>
                </a:lnTo>
                <a:lnTo>
                  <a:pt x="1130558" y="89930"/>
                </a:lnTo>
                <a:lnTo>
                  <a:pt x="1130817" y="89899"/>
                </a:lnTo>
                <a:lnTo>
                  <a:pt x="1131080" y="89867"/>
                </a:lnTo>
                <a:lnTo>
                  <a:pt x="1131348" y="89835"/>
                </a:lnTo>
                <a:lnTo>
                  <a:pt x="1131621" y="89802"/>
                </a:lnTo>
                <a:lnTo>
                  <a:pt x="1131900" y="89769"/>
                </a:lnTo>
                <a:lnTo>
                  <a:pt x="1132183" y="89736"/>
                </a:lnTo>
                <a:lnTo>
                  <a:pt x="1132472" y="89702"/>
                </a:lnTo>
                <a:lnTo>
                  <a:pt x="1132765" y="89667"/>
                </a:lnTo>
                <a:lnTo>
                  <a:pt x="1133064" y="89632"/>
                </a:lnTo>
                <a:lnTo>
                  <a:pt x="1133367" y="89597"/>
                </a:lnTo>
                <a:lnTo>
                  <a:pt x="1133676" y="89561"/>
                </a:lnTo>
                <a:lnTo>
                  <a:pt x="1133990" y="89525"/>
                </a:lnTo>
                <a:lnTo>
                  <a:pt x="1134308" y="89488"/>
                </a:lnTo>
                <a:lnTo>
                  <a:pt x="1134635" y="89446"/>
                </a:lnTo>
                <a:lnTo>
                  <a:pt x="1134963" y="89403"/>
                </a:lnTo>
                <a:lnTo>
                  <a:pt x="1135291" y="89360"/>
                </a:lnTo>
                <a:lnTo>
                  <a:pt x="1135620" y="89316"/>
                </a:lnTo>
                <a:lnTo>
                  <a:pt x="1135949" y="89272"/>
                </a:lnTo>
                <a:lnTo>
                  <a:pt x="1136279" y="89228"/>
                </a:lnTo>
                <a:lnTo>
                  <a:pt x="1136610" y="89183"/>
                </a:lnTo>
                <a:lnTo>
                  <a:pt x="1136942" y="89137"/>
                </a:lnTo>
                <a:lnTo>
                  <a:pt x="1137274" y="89091"/>
                </a:lnTo>
                <a:lnTo>
                  <a:pt x="1137606" y="89045"/>
                </a:lnTo>
                <a:lnTo>
                  <a:pt x="1137940" y="88998"/>
                </a:lnTo>
                <a:lnTo>
                  <a:pt x="1138274" y="88951"/>
                </a:lnTo>
                <a:lnTo>
                  <a:pt x="1138609" y="88903"/>
                </a:lnTo>
                <a:lnTo>
                  <a:pt x="1138944" y="88855"/>
                </a:lnTo>
                <a:lnTo>
                  <a:pt x="1139280" y="88807"/>
                </a:lnTo>
                <a:lnTo>
                  <a:pt x="1139617" y="88758"/>
                </a:lnTo>
                <a:lnTo>
                  <a:pt x="1139954" y="88709"/>
                </a:lnTo>
                <a:lnTo>
                  <a:pt x="1140292" y="88659"/>
                </a:lnTo>
                <a:lnTo>
                  <a:pt x="1140631" y="88609"/>
                </a:lnTo>
                <a:lnTo>
                  <a:pt x="1140970" y="88558"/>
                </a:lnTo>
                <a:lnTo>
                  <a:pt x="1141310" y="88507"/>
                </a:lnTo>
                <a:lnTo>
                  <a:pt x="1141651" y="88455"/>
                </a:lnTo>
                <a:lnTo>
                  <a:pt x="1141993" y="88403"/>
                </a:lnTo>
                <a:lnTo>
                  <a:pt x="1142335" y="88351"/>
                </a:lnTo>
                <a:lnTo>
                  <a:pt x="1142680" y="88292"/>
                </a:lnTo>
                <a:lnTo>
                  <a:pt x="1143023" y="88234"/>
                </a:lnTo>
                <a:lnTo>
                  <a:pt x="1143362" y="88174"/>
                </a:lnTo>
                <a:lnTo>
                  <a:pt x="1143697" y="88114"/>
                </a:lnTo>
                <a:lnTo>
                  <a:pt x="1144029" y="88053"/>
                </a:lnTo>
                <a:lnTo>
                  <a:pt x="1144357" y="87991"/>
                </a:lnTo>
                <a:lnTo>
                  <a:pt x="1144682" y="87929"/>
                </a:lnTo>
                <a:lnTo>
                  <a:pt x="1145003" y="87866"/>
                </a:lnTo>
                <a:lnTo>
                  <a:pt x="1145321" y="87803"/>
                </a:lnTo>
                <a:lnTo>
                  <a:pt x="1145635" y="87738"/>
                </a:lnTo>
                <a:lnTo>
                  <a:pt x="1145946" y="87674"/>
                </a:lnTo>
                <a:lnTo>
                  <a:pt x="1146253" y="87608"/>
                </a:lnTo>
                <a:lnTo>
                  <a:pt x="1146556" y="87542"/>
                </a:lnTo>
                <a:lnTo>
                  <a:pt x="1146857" y="87475"/>
                </a:lnTo>
                <a:lnTo>
                  <a:pt x="1147153" y="87408"/>
                </a:lnTo>
                <a:lnTo>
                  <a:pt x="1147447" y="87340"/>
                </a:lnTo>
                <a:lnTo>
                  <a:pt x="1147736" y="87271"/>
                </a:lnTo>
                <a:lnTo>
                  <a:pt x="1148022" y="87201"/>
                </a:lnTo>
                <a:lnTo>
                  <a:pt x="1148305" y="87131"/>
                </a:lnTo>
                <a:lnTo>
                  <a:pt x="1148584" y="87060"/>
                </a:lnTo>
                <a:lnTo>
                  <a:pt x="1148860" y="86989"/>
                </a:lnTo>
                <a:lnTo>
                  <a:pt x="1149132" y="86917"/>
                </a:lnTo>
                <a:lnTo>
                  <a:pt x="1149400" y="86844"/>
                </a:lnTo>
                <a:lnTo>
                  <a:pt x="1149665" y="86771"/>
                </a:lnTo>
                <a:lnTo>
                  <a:pt x="1149930" y="86691"/>
                </a:lnTo>
                <a:lnTo>
                  <a:pt x="1150187" y="86611"/>
                </a:lnTo>
                <a:lnTo>
                  <a:pt x="1150436" y="86531"/>
                </a:lnTo>
                <a:lnTo>
                  <a:pt x="1150677" y="86450"/>
                </a:lnTo>
                <a:lnTo>
                  <a:pt x="1150910" y="86368"/>
                </a:lnTo>
                <a:lnTo>
                  <a:pt x="1151135" y="86285"/>
                </a:lnTo>
                <a:lnTo>
                  <a:pt x="1151352" y="86202"/>
                </a:lnTo>
                <a:lnTo>
                  <a:pt x="1151561" y="86118"/>
                </a:lnTo>
                <a:lnTo>
                  <a:pt x="1151763" y="86033"/>
                </a:lnTo>
                <a:lnTo>
                  <a:pt x="1151956" y="85948"/>
                </a:lnTo>
                <a:lnTo>
                  <a:pt x="1152142" y="85862"/>
                </a:lnTo>
                <a:lnTo>
                  <a:pt x="1152320" y="85775"/>
                </a:lnTo>
                <a:lnTo>
                  <a:pt x="1152490" y="85688"/>
                </a:lnTo>
                <a:lnTo>
                  <a:pt x="1152652" y="85600"/>
                </a:lnTo>
                <a:lnTo>
                  <a:pt x="1152806" y="85512"/>
                </a:lnTo>
                <a:lnTo>
                  <a:pt x="1152952" y="85423"/>
                </a:lnTo>
                <a:lnTo>
                  <a:pt x="1153090" y="85333"/>
                </a:lnTo>
                <a:lnTo>
                  <a:pt x="1153220" y="85242"/>
                </a:lnTo>
                <a:lnTo>
                  <a:pt x="1153343" y="85151"/>
                </a:lnTo>
                <a:lnTo>
                  <a:pt x="1153457" y="85059"/>
                </a:lnTo>
                <a:lnTo>
                  <a:pt x="1153564" y="84967"/>
                </a:lnTo>
                <a:lnTo>
                  <a:pt x="1153663" y="84874"/>
                </a:lnTo>
                <a:lnTo>
                  <a:pt x="1153754" y="84780"/>
                </a:lnTo>
                <a:lnTo>
                  <a:pt x="1153836" y="84685"/>
                </a:lnTo>
                <a:lnTo>
                  <a:pt x="1153836" y="98336"/>
                </a:lnTo>
                <a:lnTo>
                  <a:pt x="1153831" y="98841"/>
                </a:lnTo>
                <a:lnTo>
                  <a:pt x="1153815" y="99343"/>
                </a:lnTo>
                <a:lnTo>
                  <a:pt x="1153787" y="99844"/>
                </a:lnTo>
                <a:lnTo>
                  <a:pt x="1153749" y="100343"/>
                </a:lnTo>
                <a:lnTo>
                  <a:pt x="1153699" y="100839"/>
                </a:lnTo>
                <a:lnTo>
                  <a:pt x="1153639" y="101334"/>
                </a:lnTo>
                <a:lnTo>
                  <a:pt x="1153568" y="101827"/>
                </a:lnTo>
                <a:lnTo>
                  <a:pt x="1153485" y="102317"/>
                </a:lnTo>
                <a:lnTo>
                  <a:pt x="1153392" y="102806"/>
                </a:lnTo>
                <a:lnTo>
                  <a:pt x="1153288" y="103293"/>
                </a:lnTo>
                <a:lnTo>
                  <a:pt x="1153173" y="103778"/>
                </a:lnTo>
                <a:lnTo>
                  <a:pt x="1153047" y="104261"/>
                </a:lnTo>
                <a:lnTo>
                  <a:pt x="1152909" y="104742"/>
                </a:lnTo>
                <a:lnTo>
                  <a:pt x="1152761" y="105221"/>
                </a:lnTo>
                <a:lnTo>
                  <a:pt x="1152602" y="105698"/>
                </a:lnTo>
                <a:lnTo>
                  <a:pt x="1152432" y="106173"/>
                </a:lnTo>
                <a:lnTo>
                  <a:pt x="1152251" y="106646"/>
                </a:lnTo>
                <a:lnTo>
                  <a:pt x="1152059" y="107117"/>
                </a:lnTo>
                <a:lnTo>
                  <a:pt x="1151856" y="107586"/>
                </a:lnTo>
                <a:lnTo>
                  <a:pt x="1151642" y="108053"/>
                </a:lnTo>
                <a:lnTo>
                  <a:pt x="1151417" y="108518"/>
                </a:lnTo>
                <a:lnTo>
                  <a:pt x="1151181" y="108981"/>
                </a:lnTo>
                <a:lnTo>
                  <a:pt x="1150935" y="109442"/>
                </a:lnTo>
                <a:lnTo>
                  <a:pt x="1150677" y="109901"/>
                </a:lnTo>
                <a:lnTo>
                  <a:pt x="1150413" y="110356"/>
                </a:lnTo>
                <a:lnTo>
                  <a:pt x="1150139" y="110804"/>
                </a:lnTo>
                <a:lnTo>
                  <a:pt x="1149855" y="111244"/>
                </a:lnTo>
                <a:lnTo>
                  <a:pt x="1149560" y="111678"/>
                </a:lnTo>
                <a:lnTo>
                  <a:pt x="1149255" y="112104"/>
                </a:lnTo>
                <a:lnTo>
                  <a:pt x="1148939" y="112524"/>
                </a:lnTo>
                <a:lnTo>
                  <a:pt x="1148612" y="112936"/>
                </a:lnTo>
                <a:lnTo>
                  <a:pt x="1148275" y="113342"/>
                </a:lnTo>
                <a:lnTo>
                  <a:pt x="1147927" y="113741"/>
                </a:lnTo>
                <a:lnTo>
                  <a:pt x="1147569" y="114132"/>
                </a:lnTo>
                <a:lnTo>
                  <a:pt x="1147201" y="114516"/>
                </a:lnTo>
                <a:lnTo>
                  <a:pt x="1146822" y="114894"/>
                </a:lnTo>
                <a:lnTo>
                  <a:pt x="1146432" y="115264"/>
                </a:lnTo>
                <a:lnTo>
                  <a:pt x="1146032" y="115628"/>
                </a:lnTo>
                <a:lnTo>
                  <a:pt x="1145621" y="115984"/>
                </a:lnTo>
                <a:lnTo>
                  <a:pt x="1145199" y="116333"/>
                </a:lnTo>
                <a:lnTo>
                  <a:pt x="1144768" y="116676"/>
                </a:lnTo>
                <a:lnTo>
                  <a:pt x="1144325" y="117011"/>
                </a:lnTo>
                <a:lnTo>
                  <a:pt x="1143872" y="117339"/>
                </a:lnTo>
                <a:lnTo>
                  <a:pt x="1143409" y="117661"/>
                </a:lnTo>
                <a:lnTo>
                  <a:pt x="1142935" y="117975"/>
                </a:lnTo>
                <a:lnTo>
                  <a:pt x="1142450" y="118282"/>
                </a:lnTo>
                <a:lnTo>
                  <a:pt x="1141955" y="118582"/>
                </a:lnTo>
                <a:lnTo>
                  <a:pt x="1141450" y="118875"/>
                </a:lnTo>
                <a:lnTo>
                  <a:pt x="1140939" y="119159"/>
                </a:lnTo>
                <a:lnTo>
                  <a:pt x="1140419" y="119431"/>
                </a:lnTo>
                <a:lnTo>
                  <a:pt x="1139889" y="119690"/>
                </a:lnTo>
                <a:lnTo>
                  <a:pt x="1139350" y="119937"/>
                </a:lnTo>
                <a:lnTo>
                  <a:pt x="1138801" y="120173"/>
                </a:lnTo>
                <a:lnTo>
                  <a:pt x="1138242" y="120396"/>
                </a:lnTo>
                <a:lnTo>
                  <a:pt x="1137674" y="120607"/>
                </a:lnTo>
                <a:lnTo>
                  <a:pt x="1137096" y="120806"/>
                </a:lnTo>
                <a:lnTo>
                  <a:pt x="1136508" y="120993"/>
                </a:lnTo>
                <a:lnTo>
                  <a:pt x="1135911" y="121168"/>
                </a:lnTo>
                <a:lnTo>
                  <a:pt x="1135304" y="121331"/>
                </a:lnTo>
                <a:lnTo>
                  <a:pt x="1134688" y="121482"/>
                </a:lnTo>
                <a:lnTo>
                  <a:pt x="1134061" y="121621"/>
                </a:lnTo>
                <a:lnTo>
                  <a:pt x="1133425" y="121748"/>
                </a:lnTo>
                <a:lnTo>
                  <a:pt x="1132780" y="121862"/>
                </a:lnTo>
                <a:lnTo>
                  <a:pt x="1132124" y="121965"/>
                </a:lnTo>
                <a:lnTo>
                  <a:pt x="1131460" y="122056"/>
                </a:lnTo>
                <a:lnTo>
                  <a:pt x="1130785" y="122134"/>
                </a:lnTo>
                <a:lnTo>
                  <a:pt x="1130101" y="122200"/>
                </a:lnTo>
                <a:lnTo>
                  <a:pt x="1129407" y="122255"/>
                </a:lnTo>
                <a:lnTo>
                  <a:pt x="1128703" y="122297"/>
                </a:lnTo>
                <a:lnTo>
                  <a:pt x="1127990" y="122327"/>
                </a:lnTo>
                <a:lnTo>
                  <a:pt x="1127267" y="122345"/>
                </a:lnTo>
                <a:lnTo>
                  <a:pt x="1126535" y="122351"/>
                </a:lnTo>
                <a:lnTo>
                  <a:pt x="1125798" y="122344"/>
                </a:lnTo>
                <a:lnTo>
                  <a:pt x="1125071" y="122324"/>
                </a:lnTo>
                <a:lnTo>
                  <a:pt x="1124356" y="122290"/>
                </a:lnTo>
                <a:lnTo>
                  <a:pt x="1123651" y="122242"/>
                </a:lnTo>
                <a:lnTo>
                  <a:pt x="1122957" y="122181"/>
                </a:lnTo>
                <a:close/>
                <a:moveTo>
                  <a:pt x="1053290" y="97438"/>
                </a:moveTo>
                <a:lnTo>
                  <a:pt x="1053214" y="98135"/>
                </a:lnTo>
                <a:lnTo>
                  <a:pt x="1053124" y="98820"/>
                </a:lnTo>
                <a:lnTo>
                  <a:pt x="1053020" y="99495"/>
                </a:lnTo>
                <a:lnTo>
                  <a:pt x="1052902" y="100158"/>
                </a:lnTo>
                <a:lnTo>
                  <a:pt x="1052771" y="100810"/>
                </a:lnTo>
                <a:lnTo>
                  <a:pt x="1052626" y="101451"/>
                </a:lnTo>
                <a:lnTo>
                  <a:pt x="1052467" y="102080"/>
                </a:lnTo>
                <a:lnTo>
                  <a:pt x="1052294" y="102699"/>
                </a:lnTo>
                <a:lnTo>
                  <a:pt x="1052108" y="103306"/>
                </a:lnTo>
                <a:lnTo>
                  <a:pt x="1051907" y="103902"/>
                </a:lnTo>
                <a:lnTo>
                  <a:pt x="1051693" y="104487"/>
                </a:lnTo>
                <a:lnTo>
                  <a:pt x="1051465" y="105061"/>
                </a:lnTo>
                <a:lnTo>
                  <a:pt x="1051223" y="105624"/>
                </a:lnTo>
                <a:lnTo>
                  <a:pt x="1050967" y="106175"/>
                </a:lnTo>
                <a:lnTo>
                  <a:pt x="1050697" y="106715"/>
                </a:lnTo>
                <a:lnTo>
                  <a:pt x="1050414" y="107244"/>
                </a:lnTo>
                <a:lnTo>
                  <a:pt x="1050117" y="107762"/>
                </a:lnTo>
                <a:lnTo>
                  <a:pt x="1049806" y="108268"/>
                </a:lnTo>
                <a:lnTo>
                  <a:pt x="1049481" y="108764"/>
                </a:lnTo>
                <a:lnTo>
                  <a:pt x="1049151" y="109248"/>
                </a:lnTo>
                <a:lnTo>
                  <a:pt x="1048815" y="109722"/>
                </a:lnTo>
                <a:lnTo>
                  <a:pt x="1048472" y="110186"/>
                </a:lnTo>
                <a:lnTo>
                  <a:pt x="1048122" y="110639"/>
                </a:lnTo>
                <a:lnTo>
                  <a:pt x="1047766" y="111081"/>
                </a:lnTo>
                <a:lnTo>
                  <a:pt x="1047403" y="111513"/>
                </a:lnTo>
                <a:lnTo>
                  <a:pt x="1047034" y="111934"/>
                </a:lnTo>
                <a:lnTo>
                  <a:pt x="1046658" y="112345"/>
                </a:lnTo>
                <a:lnTo>
                  <a:pt x="1046276" y="112745"/>
                </a:lnTo>
                <a:lnTo>
                  <a:pt x="1045887" y="113135"/>
                </a:lnTo>
                <a:lnTo>
                  <a:pt x="1045491" y="113514"/>
                </a:lnTo>
                <a:lnTo>
                  <a:pt x="1045089" y="113883"/>
                </a:lnTo>
                <a:lnTo>
                  <a:pt x="1044680" y="114241"/>
                </a:lnTo>
                <a:lnTo>
                  <a:pt x="1044264" y="114588"/>
                </a:lnTo>
                <a:lnTo>
                  <a:pt x="1043842" y="114925"/>
                </a:lnTo>
                <a:lnTo>
                  <a:pt x="1043414" y="115252"/>
                </a:lnTo>
                <a:lnTo>
                  <a:pt x="1042979" y="115568"/>
                </a:lnTo>
                <a:lnTo>
                  <a:pt x="1042537" y="115873"/>
                </a:lnTo>
                <a:lnTo>
                  <a:pt x="1042089" y="116168"/>
                </a:lnTo>
                <a:lnTo>
                  <a:pt x="1041634" y="116453"/>
                </a:lnTo>
                <a:lnTo>
                  <a:pt x="1041172" y="116727"/>
                </a:lnTo>
                <a:lnTo>
                  <a:pt x="1040704" y="116990"/>
                </a:lnTo>
                <a:lnTo>
                  <a:pt x="1040230" y="117243"/>
                </a:lnTo>
                <a:lnTo>
                  <a:pt x="1039748" y="117485"/>
                </a:lnTo>
                <a:lnTo>
                  <a:pt x="1039269" y="117717"/>
                </a:lnTo>
                <a:lnTo>
                  <a:pt x="1038791" y="117939"/>
                </a:lnTo>
                <a:lnTo>
                  <a:pt x="1038314" y="118152"/>
                </a:lnTo>
                <a:lnTo>
                  <a:pt x="1037837" y="118354"/>
                </a:lnTo>
                <a:lnTo>
                  <a:pt x="1037360" y="118547"/>
                </a:lnTo>
                <a:lnTo>
                  <a:pt x="1036885" y="118729"/>
                </a:lnTo>
                <a:lnTo>
                  <a:pt x="1036410" y="118902"/>
                </a:lnTo>
                <a:lnTo>
                  <a:pt x="1035935" y="119065"/>
                </a:lnTo>
                <a:lnTo>
                  <a:pt x="1035462" y="119218"/>
                </a:lnTo>
                <a:lnTo>
                  <a:pt x="1034989" y="119361"/>
                </a:lnTo>
                <a:lnTo>
                  <a:pt x="1034516" y="119494"/>
                </a:lnTo>
                <a:lnTo>
                  <a:pt x="1034045" y="119618"/>
                </a:lnTo>
                <a:lnTo>
                  <a:pt x="1033574" y="119731"/>
                </a:lnTo>
                <a:lnTo>
                  <a:pt x="1033103" y="119835"/>
                </a:lnTo>
                <a:lnTo>
                  <a:pt x="1032634" y="119929"/>
                </a:lnTo>
                <a:lnTo>
                  <a:pt x="1032165" y="120013"/>
                </a:lnTo>
                <a:lnTo>
                  <a:pt x="1031696" y="120087"/>
                </a:lnTo>
                <a:lnTo>
                  <a:pt x="1031229" y="120151"/>
                </a:lnTo>
                <a:lnTo>
                  <a:pt x="1030761" y="120205"/>
                </a:lnTo>
                <a:lnTo>
                  <a:pt x="1030295" y="120250"/>
                </a:lnTo>
                <a:lnTo>
                  <a:pt x="1029829" y="120284"/>
                </a:lnTo>
                <a:lnTo>
                  <a:pt x="1029364" y="120309"/>
                </a:lnTo>
                <a:lnTo>
                  <a:pt x="1028900" y="120324"/>
                </a:lnTo>
                <a:lnTo>
                  <a:pt x="1028436" y="120329"/>
                </a:lnTo>
                <a:lnTo>
                  <a:pt x="1027667" y="120318"/>
                </a:lnTo>
                <a:lnTo>
                  <a:pt x="1026910" y="120285"/>
                </a:lnTo>
                <a:lnTo>
                  <a:pt x="1026165" y="120230"/>
                </a:lnTo>
                <a:lnTo>
                  <a:pt x="1025431" y="120153"/>
                </a:lnTo>
                <a:lnTo>
                  <a:pt x="1024708" y="120055"/>
                </a:lnTo>
                <a:lnTo>
                  <a:pt x="1023996" y="119934"/>
                </a:lnTo>
                <a:lnTo>
                  <a:pt x="1023296" y="119791"/>
                </a:lnTo>
                <a:lnTo>
                  <a:pt x="1022608" y="119627"/>
                </a:lnTo>
                <a:lnTo>
                  <a:pt x="1021931" y="119440"/>
                </a:lnTo>
                <a:lnTo>
                  <a:pt x="1021265" y="119232"/>
                </a:lnTo>
                <a:lnTo>
                  <a:pt x="1020610" y="119001"/>
                </a:lnTo>
                <a:lnTo>
                  <a:pt x="1019967" y="118749"/>
                </a:lnTo>
                <a:lnTo>
                  <a:pt x="1019336" y="118475"/>
                </a:lnTo>
                <a:lnTo>
                  <a:pt x="1018716" y="118178"/>
                </a:lnTo>
                <a:lnTo>
                  <a:pt x="1018107" y="117860"/>
                </a:lnTo>
                <a:lnTo>
                  <a:pt x="1017510" y="117520"/>
                </a:lnTo>
                <a:lnTo>
                  <a:pt x="1016924" y="117158"/>
                </a:lnTo>
                <a:lnTo>
                  <a:pt x="1016349" y="116774"/>
                </a:lnTo>
                <a:lnTo>
                  <a:pt x="1015786" y="116368"/>
                </a:lnTo>
                <a:lnTo>
                  <a:pt x="1015235" y="115940"/>
                </a:lnTo>
                <a:lnTo>
                  <a:pt x="1014694" y="115490"/>
                </a:lnTo>
                <a:lnTo>
                  <a:pt x="1014166" y="115019"/>
                </a:lnTo>
                <a:lnTo>
                  <a:pt x="1013648" y="114525"/>
                </a:lnTo>
                <a:lnTo>
                  <a:pt x="1013142" y="114009"/>
                </a:lnTo>
                <a:lnTo>
                  <a:pt x="1012657" y="113475"/>
                </a:lnTo>
                <a:lnTo>
                  <a:pt x="1012193" y="112926"/>
                </a:lnTo>
                <a:lnTo>
                  <a:pt x="1011750" y="112362"/>
                </a:lnTo>
                <a:lnTo>
                  <a:pt x="1011327" y="111783"/>
                </a:lnTo>
                <a:lnTo>
                  <a:pt x="1010925" y="111189"/>
                </a:lnTo>
                <a:lnTo>
                  <a:pt x="1010543" y="110581"/>
                </a:lnTo>
                <a:lnTo>
                  <a:pt x="1010182" y="109957"/>
                </a:lnTo>
                <a:lnTo>
                  <a:pt x="1009842" y="109318"/>
                </a:lnTo>
                <a:lnTo>
                  <a:pt x="1009522" y="108665"/>
                </a:lnTo>
                <a:lnTo>
                  <a:pt x="1009223" y="107997"/>
                </a:lnTo>
                <a:lnTo>
                  <a:pt x="1008944" y="107313"/>
                </a:lnTo>
                <a:lnTo>
                  <a:pt x="1008687" y="106615"/>
                </a:lnTo>
                <a:lnTo>
                  <a:pt x="1008449" y="105902"/>
                </a:lnTo>
                <a:lnTo>
                  <a:pt x="1008233" y="105174"/>
                </a:lnTo>
                <a:lnTo>
                  <a:pt x="1008037" y="104431"/>
                </a:lnTo>
                <a:lnTo>
                  <a:pt x="1007862" y="103673"/>
                </a:lnTo>
                <a:lnTo>
                  <a:pt x="1007707" y="102900"/>
                </a:lnTo>
                <a:lnTo>
                  <a:pt x="1007573" y="102112"/>
                </a:lnTo>
                <a:lnTo>
                  <a:pt x="1007459" y="101309"/>
                </a:lnTo>
                <a:lnTo>
                  <a:pt x="1007367" y="100492"/>
                </a:lnTo>
                <a:lnTo>
                  <a:pt x="1007294" y="99659"/>
                </a:lnTo>
                <a:lnTo>
                  <a:pt x="1007243" y="98812"/>
                </a:lnTo>
                <a:lnTo>
                  <a:pt x="1007212" y="97949"/>
                </a:lnTo>
                <a:lnTo>
                  <a:pt x="1007201" y="97072"/>
                </a:lnTo>
                <a:lnTo>
                  <a:pt x="1007201" y="36402"/>
                </a:lnTo>
                <a:lnTo>
                  <a:pt x="992287" y="36402"/>
                </a:lnTo>
                <a:lnTo>
                  <a:pt x="992287" y="98083"/>
                </a:lnTo>
                <a:lnTo>
                  <a:pt x="992294" y="99108"/>
                </a:lnTo>
                <a:lnTo>
                  <a:pt x="992315" y="100118"/>
                </a:lnTo>
                <a:lnTo>
                  <a:pt x="992350" y="101114"/>
                </a:lnTo>
                <a:lnTo>
                  <a:pt x="992399" y="102095"/>
                </a:lnTo>
                <a:lnTo>
                  <a:pt x="992462" y="103061"/>
                </a:lnTo>
                <a:lnTo>
                  <a:pt x="992540" y="104012"/>
                </a:lnTo>
                <a:lnTo>
                  <a:pt x="992631" y="104949"/>
                </a:lnTo>
                <a:lnTo>
                  <a:pt x="992736" y="105871"/>
                </a:lnTo>
                <a:lnTo>
                  <a:pt x="992856" y="106778"/>
                </a:lnTo>
                <a:lnTo>
                  <a:pt x="992989" y="107670"/>
                </a:lnTo>
                <a:lnTo>
                  <a:pt x="993136" y="108548"/>
                </a:lnTo>
                <a:lnTo>
                  <a:pt x="993298" y="109411"/>
                </a:lnTo>
                <a:lnTo>
                  <a:pt x="993473" y="110260"/>
                </a:lnTo>
                <a:lnTo>
                  <a:pt x="993663" y="111094"/>
                </a:lnTo>
                <a:lnTo>
                  <a:pt x="993867" y="111913"/>
                </a:lnTo>
                <a:lnTo>
                  <a:pt x="994084" y="112717"/>
                </a:lnTo>
                <a:lnTo>
                  <a:pt x="994316" y="113507"/>
                </a:lnTo>
                <a:lnTo>
                  <a:pt x="994562" y="114282"/>
                </a:lnTo>
                <a:lnTo>
                  <a:pt x="994822" y="115042"/>
                </a:lnTo>
                <a:lnTo>
                  <a:pt x="995096" y="115787"/>
                </a:lnTo>
                <a:lnTo>
                  <a:pt x="995383" y="116518"/>
                </a:lnTo>
                <a:lnTo>
                  <a:pt x="995685" y="117234"/>
                </a:lnTo>
                <a:lnTo>
                  <a:pt x="996001" y="117936"/>
                </a:lnTo>
                <a:lnTo>
                  <a:pt x="996331" y="118623"/>
                </a:lnTo>
                <a:lnTo>
                  <a:pt x="996674" y="119290"/>
                </a:lnTo>
                <a:lnTo>
                  <a:pt x="997027" y="119943"/>
                </a:lnTo>
                <a:lnTo>
                  <a:pt x="997390" y="120582"/>
                </a:lnTo>
                <a:lnTo>
                  <a:pt x="997764" y="121207"/>
                </a:lnTo>
                <a:lnTo>
                  <a:pt x="998148" y="121818"/>
                </a:lnTo>
                <a:lnTo>
                  <a:pt x="998543" y="122414"/>
                </a:lnTo>
                <a:lnTo>
                  <a:pt x="998949" y="122997"/>
                </a:lnTo>
                <a:lnTo>
                  <a:pt x="999365" y="123566"/>
                </a:lnTo>
                <a:lnTo>
                  <a:pt x="999792" y="124121"/>
                </a:lnTo>
                <a:lnTo>
                  <a:pt x="1000229" y="124661"/>
                </a:lnTo>
                <a:lnTo>
                  <a:pt x="1000676" y="125188"/>
                </a:lnTo>
                <a:lnTo>
                  <a:pt x="1001135" y="125701"/>
                </a:lnTo>
                <a:lnTo>
                  <a:pt x="1001603" y="126199"/>
                </a:lnTo>
                <a:lnTo>
                  <a:pt x="1002082" y="126684"/>
                </a:lnTo>
                <a:lnTo>
                  <a:pt x="1002572" y="127154"/>
                </a:lnTo>
                <a:lnTo>
                  <a:pt x="1003073" y="127611"/>
                </a:lnTo>
                <a:lnTo>
                  <a:pt x="1003583" y="128053"/>
                </a:lnTo>
                <a:lnTo>
                  <a:pt x="1004105" y="128481"/>
                </a:lnTo>
                <a:lnTo>
                  <a:pt x="1004637" y="128896"/>
                </a:lnTo>
                <a:lnTo>
                  <a:pt x="1005179" y="129296"/>
                </a:lnTo>
                <a:lnTo>
                  <a:pt x="1005732" y="129682"/>
                </a:lnTo>
                <a:lnTo>
                  <a:pt x="1006296" y="130054"/>
                </a:lnTo>
                <a:lnTo>
                  <a:pt x="1006870" y="130412"/>
                </a:lnTo>
                <a:lnTo>
                  <a:pt x="1007454" y="130757"/>
                </a:lnTo>
                <a:lnTo>
                  <a:pt x="1008048" y="131081"/>
                </a:lnTo>
                <a:lnTo>
                  <a:pt x="1008648" y="131392"/>
                </a:lnTo>
                <a:lnTo>
                  <a:pt x="1009255" y="131690"/>
                </a:lnTo>
                <a:lnTo>
                  <a:pt x="1009870" y="131973"/>
                </a:lnTo>
                <a:lnTo>
                  <a:pt x="1010491" y="132243"/>
                </a:lnTo>
                <a:lnTo>
                  <a:pt x="1011120" y="132498"/>
                </a:lnTo>
                <a:lnTo>
                  <a:pt x="1011755" y="132740"/>
                </a:lnTo>
                <a:lnTo>
                  <a:pt x="1012398" y="132968"/>
                </a:lnTo>
                <a:lnTo>
                  <a:pt x="1013047" y="133183"/>
                </a:lnTo>
                <a:lnTo>
                  <a:pt x="1013704" y="133383"/>
                </a:lnTo>
                <a:lnTo>
                  <a:pt x="1014367" y="133570"/>
                </a:lnTo>
                <a:lnTo>
                  <a:pt x="1015038" y="133743"/>
                </a:lnTo>
                <a:lnTo>
                  <a:pt x="1015716" y="133902"/>
                </a:lnTo>
                <a:lnTo>
                  <a:pt x="1016400" y="134047"/>
                </a:lnTo>
                <a:lnTo>
                  <a:pt x="1017092" y="134178"/>
                </a:lnTo>
                <a:lnTo>
                  <a:pt x="1017791" y="134296"/>
                </a:lnTo>
                <a:lnTo>
                  <a:pt x="1018496" y="134399"/>
                </a:lnTo>
                <a:lnTo>
                  <a:pt x="1019209" y="134489"/>
                </a:lnTo>
                <a:lnTo>
                  <a:pt x="1019929" y="134565"/>
                </a:lnTo>
                <a:lnTo>
                  <a:pt x="1020656" y="134627"/>
                </a:lnTo>
                <a:lnTo>
                  <a:pt x="1021389" y="134676"/>
                </a:lnTo>
                <a:lnTo>
                  <a:pt x="1022130" y="134710"/>
                </a:lnTo>
                <a:lnTo>
                  <a:pt x="1022878" y="134731"/>
                </a:lnTo>
                <a:lnTo>
                  <a:pt x="1023633" y="134738"/>
                </a:lnTo>
                <a:lnTo>
                  <a:pt x="1024543" y="134729"/>
                </a:lnTo>
                <a:lnTo>
                  <a:pt x="1025439" y="134702"/>
                </a:lnTo>
                <a:lnTo>
                  <a:pt x="1026323" y="134658"/>
                </a:lnTo>
                <a:lnTo>
                  <a:pt x="1027193" y="134596"/>
                </a:lnTo>
                <a:lnTo>
                  <a:pt x="1028050" y="134516"/>
                </a:lnTo>
                <a:lnTo>
                  <a:pt x="1028894" y="134418"/>
                </a:lnTo>
                <a:lnTo>
                  <a:pt x="1029725" y="134303"/>
                </a:lnTo>
                <a:lnTo>
                  <a:pt x="1030543" y="134169"/>
                </a:lnTo>
                <a:lnTo>
                  <a:pt x="1031347" y="134018"/>
                </a:lnTo>
                <a:lnTo>
                  <a:pt x="1032138" y="133849"/>
                </a:lnTo>
                <a:lnTo>
                  <a:pt x="1032916" y="133663"/>
                </a:lnTo>
                <a:lnTo>
                  <a:pt x="1033681" y="133458"/>
                </a:lnTo>
                <a:lnTo>
                  <a:pt x="1034433" y="133236"/>
                </a:lnTo>
                <a:lnTo>
                  <a:pt x="1035172" y="132996"/>
                </a:lnTo>
                <a:lnTo>
                  <a:pt x="1035897" y="132738"/>
                </a:lnTo>
                <a:lnTo>
                  <a:pt x="1036610" y="132463"/>
                </a:lnTo>
                <a:lnTo>
                  <a:pt x="1037309" y="132170"/>
                </a:lnTo>
                <a:lnTo>
                  <a:pt x="1037995" y="131859"/>
                </a:lnTo>
                <a:lnTo>
                  <a:pt x="1038667" y="131530"/>
                </a:lnTo>
                <a:lnTo>
                  <a:pt x="1039327" y="131183"/>
                </a:lnTo>
                <a:lnTo>
                  <a:pt x="1039974" y="130819"/>
                </a:lnTo>
                <a:lnTo>
                  <a:pt x="1040607" y="130437"/>
                </a:lnTo>
                <a:lnTo>
                  <a:pt x="1041227" y="130037"/>
                </a:lnTo>
                <a:lnTo>
                  <a:pt x="1041834" y="129619"/>
                </a:lnTo>
                <a:lnTo>
                  <a:pt x="1042428" y="129183"/>
                </a:lnTo>
                <a:lnTo>
                  <a:pt x="1043008" y="128740"/>
                </a:lnTo>
                <a:lnTo>
                  <a:pt x="1043576" y="128289"/>
                </a:lnTo>
                <a:lnTo>
                  <a:pt x="1044130" y="127830"/>
                </a:lnTo>
                <a:lnTo>
                  <a:pt x="1044671" y="127364"/>
                </a:lnTo>
                <a:lnTo>
                  <a:pt x="1045199" y="126890"/>
                </a:lnTo>
                <a:lnTo>
                  <a:pt x="1045714" y="126408"/>
                </a:lnTo>
                <a:lnTo>
                  <a:pt x="1046216" y="125918"/>
                </a:lnTo>
                <a:lnTo>
                  <a:pt x="1046704" y="125421"/>
                </a:lnTo>
                <a:lnTo>
                  <a:pt x="1047179" y="124916"/>
                </a:lnTo>
                <a:lnTo>
                  <a:pt x="1047642" y="124404"/>
                </a:lnTo>
                <a:lnTo>
                  <a:pt x="1048091" y="123884"/>
                </a:lnTo>
                <a:lnTo>
                  <a:pt x="1048526" y="123356"/>
                </a:lnTo>
                <a:lnTo>
                  <a:pt x="1048949" y="122820"/>
                </a:lnTo>
                <a:lnTo>
                  <a:pt x="1049358" y="122277"/>
                </a:lnTo>
                <a:lnTo>
                  <a:pt x="1049755" y="121726"/>
                </a:lnTo>
                <a:lnTo>
                  <a:pt x="1050138" y="121168"/>
                </a:lnTo>
                <a:lnTo>
                  <a:pt x="1050508" y="120601"/>
                </a:lnTo>
                <a:lnTo>
                  <a:pt x="1050865" y="120027"/>
                </a:lnTo>
                <a:lnTo>
                  <a:pt x="1051208" y="119446"/>
                </a:lnTo>
                <a:lnTo>
                  <a:pt x="1051539" y="118857"/>
                </a:lnTo>
                <a:lnTo>
                  <a:pt x="1051856" y="118260"/>
                </a:lnTo>
                <a:lnTo>
                  <a:pt x="1052160" y="117655"/>
                </a:lnTo>
                <a:lnTo>
                  <a:pt x="1052451" y="117043"/>
                </a:lnTo>
                <a:lnTo>
                  <a:pt x="1053462" y="117043"/>
                </a:lnTo>
                <a:lnTo>
                  <a:pt x="1053462" y="133474"/>
                </a:lnTo>
                <a:lnTo>
                  <a:pt x="1068377" y="133474"/>
                </a:lnTo>
                <a:lnTo>
                  <a:pt x="1068377" y="36402"/>
                </a:lnTo>
                <a:lnTo>
                  <a:pt x="1053462" y="36402"/>
                </a:lnTo>
                <a:lnTo>
                  <a:pt x="1053462" y="93786"/>
                </a:lnTo>
                <a:lnTo>
                  <a:pt x="1053455" y="94539"/>
                </a:lnTo>
                <a:lnTo>
                  <a:pt x="1053435" y="95280"/>
                </a:lnTo>
                <a:lnTo>
                  <a:pt x="1053400" y="96011"/>
                </a:lnTo>
                <a:lnTo>
                  <a:pt x="1053352" y="96730"/>
                </a:lnTo>
                <a:lnTo>
                  <a:pt x="1053290" y="97438"/>
                </a:lnTo>
                <a:close/>
                <a:moveTo>
                  <a:pt x="928702" y="171665"/>
                </a:moveTo>
                <a:lnTo>
                  <a:pt x="929622" y="171581"/>
                </a:lnTo>
                <a:lnTo>
                  <a:pt x="930535" y="171484"/>
                </a:lnTo>
                <a:lnTo>
                  <a:pt x="931441" y="171374"/>
                </a:lnTo>
                <a:lnTo>
                  <a:pt x="932339" y="171251"/>
                </a:lnTo>
                <a:lnTo>
                  <a:pt x="933230" y="171115"/>
                </a:lnTo>
                <a:lnTo>
                  <a:pt x="934113" y="170966"/>
                </a:lnTo>
                <a:lnTo>
                  <a:pt x="934989" y="170804"/>
                </a:lnTo>
                <a:lnTo>
                  <a:pt x="935857" y="170630"/>
                </a:lnTo>
                <a:lnTo>
                  <a:pt x="936718" y="170442"/>
                </a:lnTo>
                <a:lnTo>
                  <a:pt x="937571" y="170241"/>
                </a:lnTo>
                <a:lnTo>
                  <a:pt x="938417" y="170028"/>
                </a:lnTo>
                <a:lnTo>
                  <a:pt x="939256" y="169801"/>
                </a:lnTo>
                <a:lnTo>
                  <a:pt x="940087" y="169562"/>
                </a:lnTo>
                <a:lnTo>
                  <a:pt x="940910" y="169309"/>
                </a:lnTo>
                <a:lnTo>
                  <a:pt x="941726" y="169044"/>
                </a:lnTo>
                <a:lnTo>
                  <a:pt x="942535" y="168765"/>
                </a:lnTo>
                <a:lnTo>
                  <a:pt x="943336" y="168474"/>
                </a:lnTo>
                <a:lnTo>
                  <a:pt x="944130" y="168170"/>
                </a:lnTo>
                <a:lnTo>
                  <a:pt x="944918" y="167857"/>
                </a:lnTo>
                <a:lnTo>
                  <a:pt x="945693" y="167529"/>
                </a:lnTo>
                <a:lnTo>
                  <a:pt x="946454" y="167187"/>
                </a:lnTo>
                <a:lnTo>
                  <a:pt x="947202" y="166830"/>
                </a:lnTo>
                <a:lnTo>
                  <a:pt x="947936" y="166459"/>
                </a:lnTo>
                <a:lnTo>
                  <a:pt x="948656" y="166072"/>
                </a:lnTo>
                <a:lnTo>
                  <a:pt x="949363" y="165671"/>
                </a:lnTo>
                <a:lnTo>
                  <a:pt x="950057" y="165256"/>
                </a:lnTo>
                <a:lnTo>
                  <a:pt x="950736" y="164825"/>
                </a:lnTo>
                <a:lnTo>
                  <a:pt x="951402" y="164380"/>
                </a:lnTo>
                <a:lnTo>
                  <a:pt x="952054" y="163920"/>
                </a:lnTo>
                <a:lnTo>
                  <a:pt x="952693" y="163446"/>
                </a:lnTo>
                <a:lnTo>
                  <a:pt x="953318" y="162956"/>
                </a:lnTo>
                <a:lnTo>
                  <a:pt x="953930" y="162453"/>
                </a:lnTo>
                <a:lnTo>
                  <a:pt x="954528" y="161934"/>
                </a:lnTo>
                <a:lnTo>
                  <a:pt x="955112" y="161401"/>
                </a:lnTo>
                <a:lnTo>
                  <a:pt x="955683" y="160852"/>
                </a:lnTo>
                <a:lnTo>
                  <a:pt x="956240" y="160290"/>
                </a:lnTo>
                <a:lnTo>
                  <a:pt x="956784" y="159712"/>
                </a:lnTo>
                <a:lnTo>
                  <a:pt x="957314" y="159120"/>
                </a:lnTo>
                <a:lnTo>
                  <a:pt x="957830" y="158513"/>
                </a:lnTo>
                <a:lnTo>
                  <a:pt x="958333" y="157892"/>
                </a:lnTo>
                <a:lnTo>
                  <a:pt x="958822" y="157255"/>
                </a:lnTo>
                <a:lnTo>
                  <a:pt x="959297" y="156605"/>
                </a:lnTo>
                <a:lnTo>
                  <a:pt x="959762" y="155943"/>
                </a:lnTo>
                <a:lnTo>
                  <a:pt x="960206" y="155266"/>
                </a:lnTo>
                <a:lnTo>
                  <a:pt x="960631" y="154572"/>
                </a:lnTo>
                <a:lnTo>
                  <a:pt x="961035" y="153862"/>
                </a:lnTo>
                <a:lnTo>
                  <a:pt x="961421" y="153136"/>
                </a:lnTo>
                <a:lnTo>
                  <a:pt x="961786" y="152394"/>
                </a:lnTo>
                <a:lnTo>
                  <a:pt x="962131" y="151635"/>
                </a:lnTo>
                <a:lnTo>
                  <a:pt x="962457" y="150861"/>
                </a:lnTo>
                <a:lnTo>
                  <a:pt x="962763" y="150069"/>
                </a:lnTo>
                <a:lnTo>
                  <a:pt x="963050" y="149262"/>
                </a:lnTo>
                <a:lnTo>
                  <a:pt x="963316" y="148439"/>
                </a:lnTo>
                <a:lnTo>
                  <a:pt x="963563" y="147599"/>
                </a:lnTo>
                <a:lnTo>
                  <a:pt x="963790" y="146743"/>
                </a:lnTo>
                <a:lnTo>
                  <a:pt x="963998" y="145871"/>
                </a:lnTo>
                <a:lnTo>
                  <a:pt x="964185" y="144982"/>
                </a:lnTo>
                <a:lnTo>
                  <a:pt x="964353" y="144077"/>
                </a:lnTo>
                <a:lnTo>
                  <a:pt x="964501" y="143156"/>
                </a:lnTo>
                <a:lnTo>
                  <a:pt x="964630" y="142219"/>
                </a:lnTo>
                <a:lnTo>
                  <a:pt x="964738" y="141266"/>
                </a:lnTo>
                <a:lnTo>
                  <a:pt x="964827" y="140296"/>
                </a:lnTo>
                <a:lnTo>
                  <a:pt x="964896" y="139310"/>
                </a:lnTo>
                <a:lnTo>
                  <a:pt x="964946" y="138308"/>
                </a:lnTo>
                <a:lnTo>
                  <a:pt x="964975" y="137289"/>
                </a:lnTo>
                <a:lnTo>
                  <a:pt x="964985" y="136255"/>
                </a:lnTo>
                <a:lnTo>
                  <a:pt x="964985" y="36402"/>
                </a:lnTo>
                <a:lnTo>
                  <a:pt x="950576" y="36402"/>
                </a:lnTo>
                <a:lnTo>
                  <a:pt x="950576" y="51822"/>
                </a:lnTo>
                <a:lnTo>
                  <a:pt x="949059" y="51822"/>
                </a:lnTo>
                <a:lnTo>
                  <a:pt x="948920" y="51609"/>
                </a:lnTo>
                <a:lnTo>
                  <a:pt x="948776" y="51391"/>
                </a:lnTo>
                <a:lnTo>
                  <a:pt x="948627" y="51169"/>
                </a:lnTo>
                <a:lnTo>
                  <a:pt x="948473" y="50941"/>
                </a:lnTo>
                <a:lnTo>
                  <a:pt x="948314" y="50709"/>
                </a:lnTo>
                <a:lnTo>
                  <a:pt x="948151" y="50471"/>
                </a:lnTo>
                <a:lnTo>
                  <a:pt x="947983" y="50229"/>
                </a:lnTo>
                <a:lnTo>
                  <a:pt x="947809" y="49983"/>
                </a:lnTo>
                <a:lnTo>
                  <a:pt x="947631" y="49731"/>
                </a:lnTo>
                <a:lnTo>
                  <a:pt x="947449" y="49474"/>
                </a:lnTo>
                <a:lnTo>
                  <a:pt x="947261" y="49213"/>
                </a:lnTo>
                <a:lnTo>
                  <a:pt x="947069" y="48947"/>
                </a:lnTo>
                <a:lnTo>
                  <a:pt x="946871" y="48676"/>
                </a:lnTo>
                <a:lnTo>
                  <a:pt x="946669" y="48400"/>
                </a:lnTo>
                <a:lnTo>
                  <a:pt x="946462" y="48119"/>
                </a:lnTo>
                <a:lnTo>
                  <a:pt x="946251" y="47834"/>
                </a:lnTo>
                <a:lnTo>
                  <a:pt x="946034" y="47543"/>
                </a:lnTo>
                <a:lnTo>
                  <a:pt x="945813" y="47248"/>
                </a:lnTo>
                <a:lnTo>
                  <a:pt x="945586" y="46948"/>
                </a:lnTo>
                <a:lnTo>
                  <a:pt x="945355" y="46644"/>
                </a:lnTo>
                <a:lnTo>
                  <a:pt x="945119" y="46334"/>
                </a:lnTo>
                <a:lnTo>
                  <a:pt x="944879" y="46020"/>
                </a:lnTo>
                <a:lnTo>
                  <a:pt x="944633" y="45700"/>
                </a:lnTo>
                <a:lnTo>
                  <a:pt x="944383" y="45376"/>
                </a:lnTo>
                <a:lnTo>
                  <a:pt x="944131" y="45046"/>
                </a:lnTo>
                <a:lnTo>
                  <a:pt x="943869" y="44719"/>
                </a:lnTo>
                <a:lnTo>
                  <a:pt x="943599" y="44395"/>
                </a:lnTo>
                <a:lnTo>
                  <a:pt x="943319" y="44074"/>
                </a:lnTo>
                <a:lnTo>
                  <a:pt x="943030" y="43756"/>
                </a:lnTo>
                <a:lnTo>
                  <a:pt x="942732" y="43441"/>
                </a:lnTo>
                <a:lnTo>
                  <a:pt x="942424" y="43129"/>
                </a:lnTo>
                <a:lnTo>
                  <a:pt x="942108" y="42820"/>
                </a:lnTo>
                <a:lnTo>
                  <a:pt x="941782" y="42514"/>
                </a:lnTo>
                <a:lnTo>
                  <a:pt x="941447" y="42212"/>
                </a:lnTo>
                <a:lnTo>
                  <a:pt x="941102" y="41912"/>
                </a:lnTo>
                <a:lnTo>
                  <a:pt x="940749" y="41616"/>
                </a:lnTo>
                <a:lnTo>
                  <a:pt x="940386" y="41322"/>
                </a:lnTo>
                <a:lnTo>
                  <a:pt x="940014" y="41032"/>
                </a:lnTo>
                <a:lnTo>
                  <a:pt x="939633" y="40745"/>
                </a:lnTo>
                <a:lnTo>
                  <a:pt x="939243" y="40461"/>
                </a:lnTo>
                <a:lnTo>
                  <a:pt x="938843" y="40180"/>
                </a:lnTo>
                <a:lnTo>
                  <a:pt x="938434" y="39902"/>
                </a:lnTo>
                <a:lnTo>
                  <a:pt x="938016" y="39627"/>
                </a:lnTo>
                <a:lnTo>
                  <a:pt x="937589" y="39355"/>
                </a:lnTo>
                <a:lnTo>
                  <a:pt x="937153" y="39086"/>
                </a:lnTo>
                <a:lnTo>
                  <a:pt x="936707" y="38820"/>
                </a:lnTo>
                <a:lnTo>
                  <a:pt x="936252" y="38558"/>
                </a:lnTo>
                <a:lnTo>
                  <a:pt x="935788" y="38298"/>
                </a:lnTo>
                <a:lnTo>
                  <a:pt x="935318" y="38040"/>
                </a:lnTo>
                <a:lnTo>
                  <a:pt x="934834" y="37793"/>
                </a:lnTo>
                <a:lnTo>
                  <a:pt x="934336" y="37557"/>
                </a:lnTo>
                <a:lnTo>
                  <a:pt x="933825" y="37332"/>
                </a:lnTo>
                <a:lnTo>
                  <a:pt x="933301" y="37118"/>
                </a:lnTo>
                <a:lnTo>
                  <a:pt x="932762" y="36915"/>
                </a:lnTo>
                <a:lnTo>
                  <a:pt x="932210" y="36723"/>
                </a:lnTo>
                <a:lnTo>
                  <a:pt x="931645" y="36542"/>
                </a:lnTo>
                <a:lnTo>
                  <a:pt x="931066" y="36372"/>
                </a:lnTo>
                <a:lnTo>
                  <a:pt x="930473" y="36213"/>
                </a:lnTo>
                <a:lnTo>
                  <a:pt x="929867" y="36065"/>
                </a:lnTo>
                <a:lnTo>
                  <a:pt x="929247" y="35928"/>
                </a:lnTo>
                <a:lnTo>
                  <a:pt x="928613" y="35802"/>
                </a:lnTo>
                <a:lnTo>
                  <a:pt x="927966" y="35687"/>
                </a:lnTo>
                <a:lnTo>
                  <a:pt x="927305" y="35582"/>
                </a:lnTo>
                <a:lnTo>
                  <a:pt x="926631" y="35489"/>
                </a:lnTo>
                <a:lnTo>
                  <a:pt x="925943" y="35407"/>
                </a:lnTo>
                <a:lnTo>
                  <a:pt x="925242" y="35336"/>
                </a:lnTo>
                <a:lnTo>
                  <a:pt x="924526" y="35275"/>
                </a:lnTo>
                <a:lnTo>
                  <a:pt x="923798" y="35226"/>
                </a:lnTo>
                <a:lnTo>
                  <a:pt x="923055" y="35187"/>
                </a:lnTo>
                <a:lnTo>
                  <a:pt x="922299" y="35160"/>
                </a:lnTo>
                <a:lnTo>
                  <a:pt x="921530" y="35144"/>
                </a:lnTo>
                <a:lnTo>
                  <a:pt x="920747" y="35138"/>
                </a:lnTo>
                <a:lnTo>
                  <a:pt x="919730" y="35149"/>
                </a:lnTo>
                <a:lnTo>
                  <a:pt x="918723" y="35181"/>
                </a:lnTo>
                <a:lnTo>
                  <a:pt x="917727" y="35234"/>
                </a:lnTo>
                <a:lnTo>
                  <a:pt x="916741" y="35308"/>
                </a:lnTo>
                <a:lnTo>
                  <a:pt x="915764" y="35404"/>
                </a:lnTo>
                <a:lnTo>
                  <a:pt x="914798" y="35521"/>
                </a:lnTo>
                <a:lnTo>
                  <a:pt x="913842" y="35660"/>
                </a:lnTo>
                <a:lnTo>
                  <a:pt x="912896" y="35819"/>
                </a:lnTo>
                <a:lnTo>
                  <a:pt x="911960" y="36000"/>
                </a:lnTo>
                <a:lnTo>
                  <a:pt x="911034" y="36202"/>
                </a:lnTo>
                <a:lnTo>
                  <a:pt x="910119" y="36426"/>
                </a:lnTo>
                <a:lnTo>
                  <a:pt x="909213" y="36671"/>
                </a:lnTo>
                <a:lnTo>
                  <a:pt x="908318" y="36937"/>
                </a:lnTo>
                <a:lnTo>
                  <a:pt x="907432" y="37224"/>
                </a:lnTo>
                <a:lnTo>
                  <a:pt x="906557" y="37533"/>
                </a:lnTo>
                <a:lnTo>
                  <a:pt x="905692" y="37863"/>
                </a:lnTo>
                <a:lnTo>
                  <a:pt x="904836" y="38214"/>
                </a:lnTo>
                <a:lnTo>
                  <a:pt x="903991" y="38586"/>
                </a:lnTo>
                <a:lnTo>
                  <a:pt x="903156" y="38980"/>
                </a:lnTo>
                <a:lnTo>
                  <a:pt x="902332" y="39395"/>
                </a:lnTo>
                <a:lnTo>
                  <a:pt x="901517" y="39831"/>
                </a:lnTo>
                <a:lnTo>
                  <a:pt x="900712" y="40289"/>
                </a:lnTo>
                <a:lnTo>
                  <a:pt x="899917" y="40768"/>
                </a:lnTo>
                <a:lnTo>
                  <a:pt x="899133" y="41268"/>
                </a:lnTo>
                <a:lnTo>
                  <a:pt x="898361" y="41783"/>
                </a:lnTo>
                <a:lnTo>
                  <a:pt x="897603" y="42315"/>
                </a:lnTo>
                <a:lnTo>
                  <a:pt x="896859" y="42864"/>
                </a:lnTo>
                <a:lnTo>
                  <a:pt x="896129" y="43431"/>
                </a:lnTo>
                <a:lnTo>
                  <a:pt x="895414" y="44016"/>
                </a:lnTo>
                <a:lnTo>
                  <a:pt x="894713" y="44618"/>
                </a:lnTo>
                <a:lnTo>
                  <a:pt x="894026" y="45237"/>
                </a:lnTo>
                <a:lnTo>
                  <a:pt x="893354" y="45875"/>
                </a:lnTo>
                <a:lnTo>
                  <a:pt x="892696" y="46529"/>
                </a:lnTo>
                <a:lnTo>
                  <a:pt x="892052" y="47202"/>
                </a:lnTo>
                <a:lnTo>
                  <a:pt x="891422" y="47892"/>
                </a:lnTo>
                <a:lnTo>
                  <a:pt x="890807" y="48599"/>
                </a:lnTo>
                <a:lnTo>
                  <a:pt x="890206" y="49324"/>
                </a:lnTo>
                <a:lnTo>
                  <a:pt x="889619" y="50067"/>
                </a:lnTo>
                <a:lnTo>
                  <a:pt x="889046" y="50827"/>
                </a:lnTo>
                <a:lnTo>
                  <a:pt x="888488" y="51605"/>
                </a:lnTo>
                <a:lnTo>
                  <a:pt x="887944" y="52400"/>
                </a:lnTo>
                <a:lnTo>
                  <a:pt x="887414" y="53213"/>
                </a:lnTo>
                <a:lnTo>
                  <a:pt x="886898" y="54043"/>
                </a:lnTo>
                <a:lnTo>
                  <a:pt x="886397" y="54891"/>
                </a:lnTo>
                <a:lnTo>
                  <a:pt x="885910" y="55756"/>
                </a:lnTo>
                <a:lnTo>
                  <a:pt x="885437" y="56639"/>
                </a:lnTo>
                <a:lnTo>
                  <a:pt x="884978" y="57540"/>
                </a:lnTo>
                <a:lnTo>
                  <a:pt x="884534" y="58458"/>
                </a:lnTo>
                <a:lnTo>
                  <a:pt x="884106" y="59386"/>
                </a:lnTo>
                <a:lnTo>
                  <a:pt x="883696" y="60328"/>
                </a:lnTo>
                <a:lnTo>
                  <a:pt x="883305" y="61283"/>
                </a:lnTo>
                <a:lnTo>
                  <a:pt x="882931" y="62252"/>
                </a:lnTo>
                <a:lnTo>
                  <a:pt x="882576" y="63234"/>
                </a:lnTo>
                <a:lnTo>
                  <a:pt x="882239" y="64229"/>
                </a:lnTo>
                <a:lnTo>
                  <a:pt x="881921" y="65238"/>
                </a:lnTo>
                <a:lnTo>
                  <a:pt x="881620" y="66260"/>
                </a:lnTo>
                <a:lnTo>
                  <a:pt x="881338" y="67295"/>
                </a:lnTo>
                <a:lnTo>
                  <a:pt x="881074" y="68344"/>
                </a:lnTo>
                <a:lnTo>
                  <a:pt x="880828" y="69406"/>
                </a:lnTo>
                <a:lnTo>
                  <a:pt x="880600" y="70482"/>
                </a:lnTo>
                <a:lnTo>
                  <a:pt x="880391" y="71570"/>
                </a:lnTo>
                <a:lnTo>
                  <a:pt x="880200" y="72673"/>
                </a:lnTo>
                <a:lnTo>
                  <a:pt x="880026" y="73789"/>
                </a:lnTo>
                <a:lnTo>
                  <a:pt x="879872" y="74918"/>
                </a:lnTo>
                <a:lnTo>
                  <a:pt x="879735" y="76060"/>
                </a:lnTo>
                <a:lnTo>
                  <a:pt x="879617" y="77216"/>
                </a:lnTo>
                <a:lnTo>
                  <a:pt x="879517" y="78385"/>
                </a:lnTo>
                <a:lnTo>
                  <a:pt x="879435" y="79568"/>
                </a:lnTo>
                <a:lnTo>
                  <a:pt x="879371" y="80764"/>
                </a:lnTo>
                <a:lnTo>
                  <a:pt x="879325" y="81973"/>
                </a:lnTo>
                <a:lnTo>
                  <a:pt x="879298" y="83196"/>
                </a:lnTo>
                <a:lnTo>
                  <a:pt x="879289" y="84432"/>
                </a:lnTo>
                <a:lnTo>
                  <a:pt x="879298" y="85689"/>
                </a:lnTo>
                <a:lnTo>
                  <a:pt x="879326" y="86929"/>
                </a:lnTo>
                <a:lnTo>
                  <a:pt x="879373" y="88153"/>
                </a:lnTo>
                <a:lnTo>
                  <a:pt x="879438" y="89362"/>
                </a:lnTo>
                <a:lnTo>
                  <a:pt x="879522" y="90555"/>
                </a:lnTo>
                <a:lnTo>
                  <a:pt x="879625" y="91732"/>
                </a:lnTo>
                <a:lnTo>
                  <a:pt x="879746" y="92893"/>
                </a:lnTo>
                <a:lnTo>
                  <a:pt x="879886" y="94039"/>
                </a:lnTo>
                <a:lnTo>
                  <a:pt x="880044" y="95168"/>
                </a:lnTo>
                <a:lnTo>
                  <a:pt x="880221" y="96282"/>
                </a:lnTo>
                <a:lnTo>
                  <a:pt x="880417" y="97380"/>
                </a:lnTo>
                <a:lnTo>
                  <a:pt x="880632" y="98462"/>
                </a:lnTo>
                <a:lnTo>
                  <a:pt x="880865" y="99529"/>
                </a:lnTo>
                <a:lnTo>
                  <a:pt x="881117" y="100580"/>
                </a:lnTo>
                <a:lnTo>
                  <a:pt x="881387" y="101614"/>
                </a:lnTo>
                <a:lnTo>
                  <a:pt x="881676" y="102633"/>
                </a:lnTo>
                <a:lnTo>
                  <a:pt x="881984" y="103637"/>
                </a:lnTo>
                <a:lnTo>
                  <a:pt x="882310" y="104624"/>
                </a:lnTo>
                <a:lnTo>
                  <a:pt x="882656" y="105596"/>
                </a:lnTo>
                <a:lnTo>
                  <a:pt x="883019" y="106552"/>
                </a:lnTo>
                <a:lnTo>
                  <a:pt x="883402" y="107492"/>
                </a:lnTo>
                <a:lnTo>
                  <a:pt x="883803" y="108416"/>
                </a:lnTo>
                <a:lnTo>
                  <a:pt x="884222" y="109325"/>
                </a:lnTo>
                <a:lnTo>
                  <a:pt x="884661" y="110217"/>
                </a:lnTo>
                <a:lnTo>
                  <a:pt x="885120" y="111093"/>
                </a:lnTo>
                <a:lnTo>
                  <a:pt x="885593" y="111952"/>
                </a:lnTo>
                <a:lnTo>
                  <a:pt x="886080" y="112793"/>
                </a:lnTo>
                <a:lnTo>
                  <a:pt x="886579" y="113616"/>
                </a:lnTo>
                <a:lnTo>
                  <a:pt x="887093" y="114422"/>
                </a:lnTo>
                <a:lnTo>
                  <a:pt x="887619" y="115210"/>
                </a:lnTo>
                <a:lnTo>
                  <a:pt x="888159" y="115981"/>
                </a:lnTo>
                <a:lnTo>
                  <a:pt x="888712" y="116734"/>
                </a:lnTo>
                <a:lnTo>
                  <a:pt x="889279" y="117469"/>
                </a:lnTo>
                <a:lnTo>
                  <a:pt x="889859" y="118187"/>
                </a:lnTo>
                <a:lnTo>
                  <a:pt x="890453" y="118888"/>
                </a:lnTo>
                <a:lnTo>
                  <a:pt x="891059" y="119571"/>
                </a:lnTo>
                <a:lnTo>
                  <a:pt x="891680" y="120236"/>
                </a:lnTo>
                <a:lnTo>
                  <a:pt x="892313" y="120884"/>
                </a:lnTo>
                <a:lnTo>
                  <a:pt x="892960" y="121514"/>
                </a:lnTo>
                <a:lnTo>
                  <a:pt x="893621" y="122127"/>
                </a:lnTo>
                <a:lnTo>
                  <a:pt x="894295" y="122722"/>
                </a:lnTo>
                <a:lnTo>
                  <a:pt x="894982" y="123299"/>
                </a:lnTo>
                <a:lnTo>
                  <a:pt x="895682" y="123859"/>
                </a:lnTo>
                <a:lnTo>
                  <a:pt x="896396" y="124402"/>
                </a:lnTo>
                <a:lnTo>
                  <a:pt x="897123" y="124927"/>
                </a:lnTo>
                <a:lnTo>
                  <a:pt x="897864" y="125434"/>
                </a:lnTo>
                <a:lnTo>
                  <a:pt x="898618" y="125924"/>
                </a:lnTo>
                <a:lnTo>
                  <a:pt x="899386" y="126396"/>
                </a:lnTo>
                <a:lnTo>
                  <a:pt x="900169" y="126850"/>
                </a:lnTo>
                <a:lnTo>
                  <a:pt x="900961" y="127284"/>
                </a:lnTo>
                <a:lnTo>
                  <a:pt x="901762" y="127699"/>
                </a:lnTo>
                <a:lnTo>
                  <a:pt x="902570" y="128095"/>
                </a:lnTo>
                <a:lnTo>
                  <a:pt x="903387" y="128472"/>
                </a:lnTo>
                <a:lnTo>
                  <a:pt x="904213" y="128829"/>
                </a:lnTo>
                <a:lnTo>
                  <a:pt x="905046" y="129167"/>
                </a:lnTo>
                <a:lnTo>
                  <a:pt x="905888" y="129486"/>
                </a:lnTo>
                <a:lnTo>
                  <a:pt x="906738" y="129785"/>
                </a:lnTo>
                <a:lnTo>
                  <a:pt x="907597" y="130065"/>
                </a:lnTo>
                <a:lnTo>
                  <a:pt x="908464" y="130326"/>
                </a:lnTo>
                <a:lnTo>
                  <a:pt x="909339" y="130567"/>
                </a:lnTo>
                <a:lnTo>
                  <a:pt x="910223" y="130789"/>
                </a:lnTo>
                <a:lnTo>
                  <a:pt x="911115" y="130992"/>
                </a:lnTo>
                <a:lnTo>
                  <a:pt x="912016" y="131175"/>
                </a:lnTo>
                <a:lnTo>
                  <a:pt x="912924" y="131339"/>
                </a:lnTo>
                <a:lnTo>
                  <a:pt x="913841" y="131484"/>
                </a:lnTo>
                <a:lnTo>
                  <a:pt x="914767" y="131610"/>
                </a:lnTo>
                <a:lnTo>
                  <a:pt x="915700" y="131716"/>
                </a:lnTo>
                <a:lnTo>
                  <a:pt x="916642" y="131803"/>
                </a:lnTo>
                <a:lnTo>
                  <a:pt x="917593" y="131870"/>
                </a:lnTo>
                <a:lnTo>
                  <a:pt x="918551" y="131919"/>
                </a:lnTo>
                <a:lnTo>
                  <a:pt x="919518" y="131948"/>
                </a:lnTo>
                <a:lnTo>
                  <a:pt x="920494" y="131957"/>
                </a:lnTo>
                <a:lnTo>
                  <a:pt x="921277" y="131952"/>
                </a:lnTo>
                <a:lnTo>
                  <a:pt x="922047" y="131937"/>
                </a:lnTo>
                <a:lnTo>
                  <a:pt x="922803" y="131911"/>
                </a:lnTo>
                <a:lnTo>
                  <a:pt x="923545" y="131875"/>
                </a:lnTo>
                <a:lnTo>
                  <a:pt x="924274" y="131828"/>
                </a:lnTo>
                <a:lnTo>
                  <a:pt x="924989" y="131772"/>
                </a:lnTo>
                <a:lnTo>
                  <a:pt x="925690" y="131705"/>
                </a:lnTo>
                <a:lnTo>
                  <a:pt x="926378" y="131627"/>
                </a:lnTo>
                <a:lnTo>
                  <a:pt x="927053" y="131540"/>
                </a:lnTo>
                <a:lnTo>
                  <a:pt x="927713" y="131442"/>
                </a:lnTo>
                <a:lnTo>
                  <a:pt x="928361" y="131333"/>
                </a:lnTo>
                <a:lnTo>
                  <a:pt x="928994" y="131215"/>
                </a:lnTo>
                <a:lnTo>
                  <a:pt x="929614" y="131086"/>
                </a:lnTo>
                <a:lnTo>
                  <a:pt x="930220" y="130947"/>
                </a:lnTo>
                <a:lnTo>
                  <a:pt x="930813" y="130797"/>
                </a:lnTo>
                <a:lnTo>
                  <a:pt x="931392" y="130637"/>
                </a:lnTo>
                <a:lnTo>
                  <a:pt x="931958" y="130467"/>
                </a:lnTo>
                <a:lnTo>
                  <a:pt x="932509" y="130287"/>
                </a:lnTo>
                <a:lnTo>
                  <a:pt x="933048" y="130096"/>
                </a:lnTo>
                <a:lnTo>
                  <a:pt x="933572" y="129895"/>
                </a:lnTo>
                <a:lnTo>
                  <a:pt x="934083" y="129683"/>
                </a:lnTo>
                <a:lnTo>
                  <a:pt x="934581" y="129461"/>
                </a:lnTo>
                <a:lnTo>
                  <a:pt x="935065" y="129229"/>
                </a:lnTo>
                <a:lnTo>
                  <a:pt x="935535" y="128987"/>
                </a:lnTo>
                <a:lnTo>
                  <a:pt x="935999" y="128733"/>
                </a:lnTo>
                <a:lnTo>
                  <a:pt x="936454" y="128476"/>
                </a:lnTo>
                <a:lnTo>
                  <a:pt x="936900" y="128216"/>
                </a:lnTo>
                <a:lnTo>
                  <a:pt x="937336" y="127953"/>
                </a:lnTo>
                <a:lnTo>
                  <a:pt x="937763" y="127687"/>
                </a:lnTo>
                <a:lnTo>
                  <a:pt x="938181" y="127419"/>
                </a:lnTo>
                <a:lnTo>
                  <a:pt x="938590" y="127148"/>
                </a:lnTo>
                <a:lnTo>
                  <a:pt x="938990" y="126873"/>
                </a:lnTo>
                <a:lnTo>
                  <a:pt x="939380" y="126596"/>
                </a:lnTo>
                <a:lnTo>
                  <a:pt x="939761" y="126316"/>
                </a:lnTo>
                <a:lnTo>
                  <a:pt x="940133" y="126034"/>
                </a:lnTo>
                <a:lnTo>
                  <a:pt x="940496" y="125748"/>
                </a:lnTo>
                <a:lnTo>
                  <a:pt x="940850" y="125460"/>
                </a:lnTo>
                <a:lnTo>
                  <a:pt x="941194" y="125168"/>
                </a:lnTo>
                <a:lnTo>
                  <a:pt x="941529" y="124874"/>
                </a:lnTo>
                <a:lnTo>
                  <a:pt x="941855" y="124577"/>
                </a:lnTo>
                <a:lnTo>
                  <a:pt x="942171" y="124277"/>
                </a:lnTo>
                <a:lnTo>
                  <a:pt x="942479" y="123975"/>
                </a:lnTo>
                <a:lnTo>
                  <a:pt x="942777" y="123669"/>
                </a:lnTo>
                <a:lnTo>
                  <a:pt x="943066" y="123361"/>
                </a:lnTo>
                <a:lnTo>
                  <a:pt x="943346" y="123049"/>
                </a:lnTo>
                <a:lnTo>
                  <a:pt x="943616" y="122735"/>
                </a:lnTo>
                <a:lnTo>
                  <a:pt x="943878" y="122418"/>
                </a:lnTo>
                <a:lnTo>
                  <a:pt x="944130" y="122098"/>
                </a:lnTo>
                <a:lnTo>
                  <a:pt x="944380" y="121774"/>
                </a:lnTo>
                <a:lnTo>
                  <a:pt x="944626" y="121454"/>
                </a:lnTo>
                <a:lnTo>
                  <a:pt x="944867" y="121139"/>
                </a:lnTo>
                <a:lnTo>
                  <a:pt x="945102" y="120827"/>
                </a:lnTo>
                <a:lnTo>
                  <a:pt x="945334" y="120521"/>
                </a:lnTo>
                <a:lnTo>
                  <a:pt x="945560" y="120218"/>
                </a:lnTo>
                <a:lnTo>
                  <a:pt x="945781" y="119920"/>
                </a:lnTo>
                <a:lnTo>
                  <a:pt x="945998" y="119627"/>
                </a:lnTo>
                <a:lnTo>
                  <a:pt x="946210" y="119337"/>
                </a:lnTo>
                <a:lnTo>
                  <a:pt x="946416" y="119053"/>
                </a:lnTo>
                <a:lnTo>
                  <a:pt x="946619" y="118772"/>
                </a:lnTo>
                <a:lnTo>
                  <a:pt x="946816" y="118496"/>
                </a:lnTo>
                <a:lnTo>
                  <a:pt x="947008" y="118224"/>
                </a:lnTo>
                <a:lnTo>
                  <a:pt x="947196" y="117957"/>
                </a:lnTo>
                <a:lnTo>
                  <a:pt x="947379" y="117694"/>
                </a:lnTo>
                <a:lnTo>
                  <a:pt x="947557" y="117436"/>
                </a:lnTo>
                <a:lnTo>
                  <a:pt x="947730" y="117182"/>
                </a:lnTo>
                <a:lnTo>
                  <a:pt x="947898" y="116932"/>
                </a:lnTo>
                <a:lnTo>
                  <a:pt x="948062" y="116687"/>
                </a:lnTo>
                <a:lnTo>
                  <a:pt x="948220" y="116446"/>
                </a:lnTo>
                <a:lnTo>
                  <a:pt x="948374" y="116209"/>
                </a:lnTo>
                <a:lnTo>
                  <a:pt x="948523" y="115977"/>
                </a:lnTo>
                <a:lnTo>
                  <a:pt x="948667" y="115749"/>
                </a:lnTo>
                <a:lnTo>
                  <a:pt x="948807" y="115526"/>
                </a:lnTo>
                <a:lnTo>
                  <a:pt x="950070" y="115526"/>
                </a:lnTo>
                <a:lnTo>
                  <a:pt x="950070" y="135244"/>
                </a:lnTo>
                <a:lnTo>
                  <a:pt x="950057" y="136244"/>
                </a:lnTo>
                <a:lnTo>
                  <a:pt x="950017" y="137221"/>
                </a:lnTo>
                <a:lnTo>
                  <a:pt x="949951" y="138176"/>
                </a:lnTo>
                <a:lnTo>
                  <a:pt x="949858" y="139109"/>
                </a:lnTo>
                <a:lnTo>
                  <a:pt x="949739" y="140020"/>
                </a:lnTo>
                <a:lnTo>
                  <a:pt x="949593" y="140908"/>
                </a:lnTo>
                <a:lnTo>
                  <a:pt x="949420" y="141773"/>
                </a:lnTo>
                <a:lnTo>
                  <a:pt x="949221" y="142617"/>
                </a:lnTo>
                <a:lnTo>
                  <a:pt x="948995" y="143438"/>
                </a:lnTo>
                <a:lnTo>
                  <a:pt x="948743" y="144236"/>
                </a:lnTo>
                <a:lnTo>
                  <a:pt x="948464" y="145012"/>
                </a:lnTo>
                <a:lnTo>
                  <a:pt x="948159" y="145766"/>
                </a:lnTo>
                <a:lnTo>
                  <a:pt x="947827" y="146497"/>
                </a:lnTo>
                <a:lnTo>
                  <a:pt x="947468" y="147206"/>
                </a:lnTo>
                <a:lnTo>
                  <a:pt x="947083" y="147893"/>
                </a:lnTo>
                <a:lnTo>
                  <a:pt x="946672" y="148557"/>
                </a:lnTo>
                <a:lnTo>
                  <a:pt x="946234" y="149199"/>
                </a:lnTo>
                <a:lnTo>
                  <a:pt x="945769" y="149819"/>
                </a:lnTo>
                <a:lnTo>
                  <a:pt x="945278" y="150416"/>
                </a:lnTo>
                <a:lnTo>
                  <a:pt x="944760" y="150990"/>
                </a:lnTo>
                <a:lnTo>
                  <a:pt x="944216" y="151543"/>
                </a:lnTo>
                <a:lnTo>
                  <a:pt x="943645" y="152073"/>
                </a:lnTo>
                <a:lnTo>
                  <a:pt x="943048" y="152580"/>
                </a:lnTo>
                <a:lnTo>
                  <a:pt x="942424" y="153065"/>
                </a:lnTo>
                <a:lnTo>
                  <a:pt x="941779" y="153530"/>
                </a:lnTo>
                <a:lnTo>
                  <a:pt x="941121" y="153974"/>
                </a:lnTo>
                <a:lnTo>
                  <a:pt x="940448" y="154399"/>
                </a:lnTo>
                <a:lnTo>
                  <a:pt x="939760" y="154803"/>
                </a:lnTo>
                <a:lnTo>
                  <a:pt x="939059" y="155188"/>
                </a:lnTo>
                <a:lnTo>
                  <a:pt x="938343" y="155554"/>
                </a:lnTo>
                <a:lnTo>
                  <a:pt x="937613" y="155899"/>
                </a:lnTo>
                <a:lnTo>
                  <a:pt x="936869" y="156225"/>
                </a:lnTo>
                <a:lnTo>
                  <a:pt x="936111" y="156531"/>
                </a:lnTo>
                <a:lnTo>
                  <a:pt x="935338" y="156818"/>
                </a:lnTo>
                <a:lnTo>
                  <a:pt x="934551" y="157084"/>
                </a:lnTo>
                <a:lnTo>
                  <a:pt x="933750" y="157331"/>
                </a:lnTo>
                <a:lnTo>
                  <a:pt x="932934" y="157558"/>
                </a:lnTo>
                <a:lnTo>
                  <a:pt x="932104" y="157766"/>
                </a:lnTo>
                <a:lnTo>
                  <a:pt x="931260" y="157953"/>
                </a:lnTo>
                <a:lnTo>
                  <a:pt x="930402" y="158121"/>
                </a:lnTo>
                <a:lnTo>
                  <a:pt x="929529" y="158269"/>
                </a:lnTo>
                <a:lnTo>
                  <a:pt x="928642" y="158398"/>
                </a:lnTo>
                <a:lnTo>
                  <a:pt x="927741" y="158506"/>
                </a:lnTo>
                <a:lnTo>
                  <a:pt x="926826" y="158595"/>
                </a:lnTo>
                <a:lnTo>
                  <a:pt x="925896" y="158664"/>
                </a:lnTo>
                <a:lnTo>
                  <a:pt x="924952" y="158714"/>
                </a:lnTo>
                <a:lnTo>
                  <a:pt x="923994" y="158743"/>
                </a:lnTo>
                <a:lnTo>
                  <a:pt x="923022" y="158753"/>
                </a:lnTo>
                <a:lnTo>
                  <a:pt x="922296" y="158749"/>
                </a:lnTo>
                <a:lnTo>
                  <a:pt x="921581" y="158735"/>
                </a:lnTo>
                <a:lnTo>
                  <a:pt x="920878" y="158713"/>
                </a:lnTo>
                <a:lnTo>
                  <a:pt x="920187" y="158681"/>
                </a:lnTo>
                <a:lnTo>
                  <a:pt x="919507" y="158641"/>
                </a:lnTo>
                <a:lnTo>
                  <a:pt x="918839" y="158591"/>
                </a:lnTo>
                <a:lnTo>
                  <a:pt x="918182" y="158533"/>
                </a:lnTo>
                <a:lnTo>
                  <a:pt x="917538" y="158465"/>
                </a:lnTo>
                <a:lnTo>
                  <a:pt x="916904" y="158389"/>
                </a:lnTo>
                <a:lnTo>
                  <a:pt x="916283" y="158303"/>
                </a:lnTo>
                <a:lnTo>
                  <a:pt x="915673" y="158209"/>
                </a:lnTo>
                <a:lnTo>
                  <a:pt x="915075" y="158105"/>
                </a:lnTo>
                <a:lnTo>
                  <a:pt x="914488" y="157993"/>
                </a:lnTo>
                <a:lnTo>
                  <a:pt x="913913" y="157872"/>
                </a:lnTo>
                <a:lnTo>
                  <a:pt x="913350" y="157741"/>
                </a:lnTo>
                <a:lnTo>
                  <a:pt x="912798" y="157602"/>
                </a:lnTo>
                <a:lnTo>
                  <a:pt x="912258" y="157453"/>
                </a:lnTo>
                <a:lnTo>
                  <a:pt x="911729" y="157296"/>
                </a:lnTo>
                <a:lnTo>
                  <a:pt x="911212" y="157129"/>
                </a:lnTo>
                <a:lnTo>
                  <a:pt x="910707" y="156954"/>
                </a:lnTo>
                <a:lnTo>
                  <a:pt x="910213" y="156769"/>
                </a:lnTo>
                <a:lnTo>
                  <a:pt x="909731" y="156576"/>
                </a:lnTo>
                <a:lnTo>
                  <a:pt x="909261" y="156374"/>
                </a:lnTo>
                <a:lnTo>
                  <a:pt x="908802" y="156162"/>
                </a:lnTo>
                <a:lnTo>
                  <a:pt x="908359" y="155950"/>
                </a:lnTo>
                <a:lnTo>
                  <a:pt x="907923" y="155734"/>
                </a:lnTo>
                <a:lnTo>
                  <a:pt x="907495" y="155515"/>
                </a:lnTo>
                <a:lnTo>
                  <a:pt x="907075" y="155293"/>
                </a:lnTo>
                <a:lnTo>
                  <a:pt x="906663" y="155068"/>
                </a:lnTo>
                <a:lnTo>
                  <a:pt x="906259" y="154839"/>
                </a:lnTo>
                <a:lnTo>
                  <a:pt x="905862" y="154607"/>
                </a:lnTo>
                <a:lnTo>
                  <a:pt x="905474" y="154372"/>
                </a:lnTo>
                <a:lnTo>
                  <a:pt x="905093" y="154133"/>
                </a:lnTo>
                <a:lnTo>
                  <a:pt x="904721" y="153891"/>
                </a:lnTo>
                <a:lnTo>
                  <a:pt x="904356" y="153646"/>
                </a:lnTo>
                <a:lnTo>
                  <a:pt x="903999" y="153397"/>
                </a:lnTo>
                <a:lnTo>
                  <a:pt x="903650" y="153145"/>
                </a:lnTo>
                <a:lnTo>
                  <a:pt x="903309" y="152890"/>
                </a:lnTo>
                <a:lnTo>
                  <a:pt x="902976" y="152632"/>
                </a:lnTo>
                <a:lnTo>
                  <a:pt x="902651" y="152370"/>
                </a:lnTo>
                <a:lnTo>
                  <a:pt x="902334" y="152105"/>
                </a:lnTo>
                <a:lnTo>
                  <a:pt x="902024" y="151837"/>
                </a:lnTo>
                <a:lnTo>
                  <a:pt x="901723" y="151565"/>
                </a:lnTo>
                <a:lnTo>
                  <a:pt x="901429" y="151291"/>
                </a:lnTo>
                <a:lnTo>
                  <a:pt x="901143" y="151012"/>
                </a:lnTo>
                <a:lnTo>
                  <a:pt x="900866" y="150731"/>
                </a:lnTo>
                <a:lnTo>
                  <a:pt x="900596" y="150446"/>
                </a:lnTo>
                <a:lnTo>
                  <a:pt x="900334" y="150158"/>
                </a:lnTo>
                <a:lnTo>
                  <a:pt x="900078" y="149875"/>
                </a:lnTo>
                <a:lnTo>
                  <a:pt x="899825" y="149595"/>
                </a:lnTo>
                <a:lnTo>
                  <a:pt x="899576" y="149317"/>
                </a:lnTo>
                <a:lnTo>
                  <a:pt x="899331" y="149042"/>
                </a:lnTo>
                <a:lnTo>
                  <a:pt x="899090" y="148769"/>
                </a:lnTo>
                <a:lnTo>
                  <a:pt x="898853" y="148499"/>
                </a:lnTo>
                <a:lnTo>
                  <a:pt x="898619" y="148232"/>
                </a:lnTo>
                <a:lnTo>
                  <a:pt x="898389" y="147967"/>
                </a:lnTo>
                <a:lnTo>
                  <a:pt x="898162" y="147705"/>
                </a:lnTo>
                <a:lnTo>
                  <a:pt x="897940" y="147446"/>
                </a:lnTo>
                <a:lnTo>
                  <a:pt x="897721" y="147189"/>
                </a:lnTo>
                <a:lnTo>
                  <a:pt x="897506" y="146935"/>
                </a:lnTo>
                <a:lnTo>
                  <a:pt x="897294" y="146684"/>
                </a:lnTo>
                <a:lnTo>
                  <a:pt x="897086" y="146435"/>
                </a:lnTo>
                <a:lnTo>
                  <a:pt x="896883" y="146189"/>
                </a:lnTo>
                <a:lnTo>
                  <a:pt x="896682" y="145945"/>
                </a:lnTo>
                <a:lnTo>
                  <a:pt x="896486" y="145704"/>
                </a:lnTo>
                <a:lnTo>
                  <a:pt x="896293" y="145466"/>
                </a:lnTo>
                <a:lnTo>
                  <a:pt x="896104" y="145230"/>
                </a:lnTo>
                <a:lnTo>
                  <a:pt x="895919" y="144997"/>
                </a:lnTo>
                <a:lnTo>
                  <a:pt x="895737" y="144767"/>
                </a:lnTo>
                <a:lnTo>
                  <a:pt x="895559" y="144539"/>
                </a:lnTo>
                <a:lnTo>
                  <a:pt x="895385" y="144314"/>
                </a:lnTo>
                <a:lnTo>
                  <a:pt x="895215" y="144091"/>
                </a:lnTo>
                <a:lnTo>
                  <a:pt x="883333" y="152433"/>
                </a:lnTo>
                <a:lnTo>
                  <a:pt x="883590" y="152854"/>
                </a:lnTo>
                <a:lnTo>
                  <a:pt x="883854" y="153272"/>
                </a:lnTo>
                <a:lnTo>
                  <a:pt x="884124" y="153688"/>
                </a:lnTo>
                <a:lnTo>
                  <a:pt x="884403" y="154101"/>
                </a:lnTo>
                <a:lnTo>
                  <a:pt x="884688" y="154513"/>
                </a:lnTo>
                <a:lnTo>
                  <a:pt x="884981" y="154922"/>
                </a:lnTo>
                <a:lnTo>
                  <a:pt x="885280" y="155329"/>
                </a:lnTo>
                <a:lnTo>
                  <a:pt x="885588" y="155734"/>
                </a:lnTo>
                <a:lnTo>
                  <a:pt x="885902" y="156136"/>
                </a:lnTo>
                <a:lnTo>
                  <a:pt x="886223" y="156537"/>
                </a:lnTo>
                <a:lnTo>
                  <a:pt x="886552" y="156935"/>
                </a:lnTo>
                <a:lnTo>
                  <a:pt x="886888" y="157331"/>
                </a:lnTo>
                <a:lnTo>
                  <a:pt x="887232" y="157725"/>
                </a:lnTo>
                <a:lnTo>
                  <a:pt x="887582" y="158117"/>
                </a:lnTo>
                <a:lnTo>
                  <a:pt x="887940" y="158506"/>
                </a:lnTo>
                <a:lnTo>
                  <a:pt x="888305" y="158894"/>
                </a:lnTo>
                <a:lnTo>
                  <a:pt x="888677" y="159279"/>
                </a:lnTo>
                <a:lnTo>
                  <a:pt x="889057" y="159662"/>
                </a:lnTo>
                <a:lnTo>
                  <a:pt x="889444" y="160042"/>
                </a:lnTo>
                <a:lnTo>
                  <a:pt x="889838" y="160421"/>
                </a:lnTo>
                <a:lnTo>
                  <a:pt x="890239" y="160797"/>
                </a:lnTo>
                <a:lnTo>
                  <a:pt x="890647" y="161171"/>
                </a:lnTo>
                <a:lnTo>
                  <a:pt x="891063" y="161543"/>
                </a:lnTo>
                <a:lnTo>
                  <a:pt x="891486" y="161913"/>
                </a:lnTo>
                <a:lnTo>
                  <a:pt x="891922" y="162284"/>
                </a:lnTo>
                <a:lnTo>
                  <a:pt x="892368" y="162649"/>
                </a:lnTo>
                <a:lnTo>
                  <a:pt x="892822" y="163007"/>
                </a:lnTo>
                <a:lnTo>
                  <a:pt x="893285" y="163360"/>
                </a:lnTo>
                <a:lnTo>
                  <a:pt x="893758" y="163706"/>
                </a:lnTo>
                <a:lnTo>
                  <a:pt x="894239" y="164046"/>
                </a:lnTo>
                <a:lnTo>
                  <a:pt x="894729" y="164380"/>
                </a:lnTo>
                <a:lnTo>
                  <a:pt x="895229" y="164708"/>
                </a:lnTo>
                <a:lnTo>
                  <a:pt x="895737" y="165030"/>
                </a:lnTo>
                <a:lnTo>
                  <a:pt x="896254" y="165345"/>
                </a:lnTo>
                <a:lnTo>
                  <a:pt x="896781" y="165655"/>
                </a:lnTo>
                <a:lnTo>
                  <a:pt x="897316" y="165958"/>
                </a:lnTo>
                <a:lnTo>
                  <a:pt x="897860" y="166255"/>
                </a:lnTo>
                <a:lnTo>
                  <a:pt x="898414" y="166546"/>
                </a:lnTo>
                <a:lnTo>
                  <a:pt x="898976" y="166831"/>
                </a:lnTo>
                <a:lnTo>
                  <a:pt x="899547" y="167109"/>
                </a:lnTo>
                <a:lnTo>
                  <a:pt x="900128" y="167382"/>
                </a:lnTo>
                <a:lnTo>
                  <a:pt x="900717" y="167648"/>
                </a:lnTo>
                <a:lnTo>
                  <a:pt x="901315" y="167909"/>
                </a:lnTo>
                <a:lnTo>
                  <a:pt x="901922" y="168163"/>
                </a:lnTo>
                <a:lnTo>
                  <a:pt x="902539" y="168411"/>
                </a:lnTo>
                <a:lnTo>
                  <a:pt x="903164" y="168652"/>
                </a:lnTo>
                <a:lnTo>
                  <a:pt x="903798" y="168888"/>
                </a:lnTo>
                <a:lnTo>
                  <a:pt x="904442" y="169118"/>
                </a:lnTo>
                <a:lnTo>
                  <a:pt x="905095" y="169345"/>
                </a:lnTo>
                <a:lnTo>
                  <a:pt x="905758" y="169562"/>
                </a:lnTo>
                <a:lnTo>
                  <a:pt x="906432" y="169769"/>
                </a:lnTo>
                <a:lnTo>
                  <a:pt x="907117" y="169967"/>
                </a:lnTo>
                <a:lnTo>
                  <a:pt x="907812" y="170156"/>
                </a:lnTo>
                <a:lnTo>
                  <a:pt x="908518" y="170334"/>
                </a:lnTo>
                <a:lnTo>
                  <a:pt x="909234" y="170503"/>
                </a:lnTo>
                <a:lnTo>
                  <a:pt x="909961" y="170663"/>
                </a:lnTo>
                <a:lnTo>
                  <a:pt x="910698" y="170812"/>
                </a:lnTo>
                <a:lnTo>
                  <a:pt x="911446" y="170952"/>
                </a:lnTo>
                <a:lnTo>
                  <a:pt x="912204" y="171083"/>
                </a:lnTo>
                <a:lnTo>
                  <a:pt x="912973" y="171203"/>
                </a:lnTo>
                <a:lnTo>
                  <a:pt x="913753" y="171314"/>
                </a:lnTo>
                <a:lnTo>
                  <a:pt x="914543" y="171416"/>
                </a:lnTo>
                <a:lnTo>
                  <a:pt x="915343" y="171507"/>
                </a:lnTo>
                <a:lnTo>
                  <a:pt x="916154" y="171589"/>
                </a:lnTo>
                <a:lnTo>
                  <a:pt x="916976" y="171662"/>
                </a:lnTo>
                <a:lnTo>
                  <a:pt x="917808" y="171725"/>
                </a:lnTo>
                <a:lnTo>
                  <a:pt x="918651" y="171778"/>
                </a:lnTo>
                <a:lnTo>
                  <a:pt x="919504" y="171821"/>
                </a:lnTo>
                <a:lnTo>
                  <a:pt x="920368" y="171855"/>
                </a:lnTo>
                <a:lnTo>
                  <a:pt x="921242" y="171879"/>
                </a:lnTo>
                <a:lnTo>
                  <a:pt x="922127" y="171894"/>
                </a:lnTo>
                <a:lnTo>
                  <a:pt x="923022" y="171898"/>
                </a:lnTo>
                <a:lnTo>
                  <a:pt x="923987" y="171892"/>
                </a:lnTo>
                <a:lnTo>
                  <a:pt x="924945" y="171873"/>
                </a:lnTo>
                <a:lnTo>
                  <a:pt x="925895" y="171840"/>
                </a:lnTo>
                <a:lnTo>
                  <a:pt x="926838" y="171795"/>
                </a:lnTo>
                <a:lnTo>
                  <a:pt x="927774" y="171737"/>
                </a:lnTo>
                <a:lnTo>
                  <a:pt x="928702" y="171665"/>
                </a:lnTo>
                <a:close/>
                <a:moveTo>
                  <a:pt x="918029" y="118287"/>
                </a:moveTo>
                <a:lnTo>
                  <a:pt x="917318" y="118188"/>
                </a:lnTo>
                <a:lnTo>
                  <a:pt x="916618" y="118075"/>
                </a:lnTo>
                <a:lnTo>
                  <a:pt x="915928" y="117946"/>
                </a:lnTo>
                <a:lnTo>
                  <a:pt x="915248" y="117802"/>
                </a:lnTo>
                <a:lnTo>
                  <a:pt x="914580" y="117643"/>
                </a:lnTo>
                <a:lnTo>
                  <a:pt x="913921" y="117469"/>
                </a:lnTo>
                <a:lnTo>
                  <a:pt x="913274" y="117280"/>
                </a:lnTo>
                <a:lnTo>
                  <a:pt x="912636" y="117076"/>
                </a:lnTo>
                <a:lnTo>
                  <a:pt x="912010" y="116856"/>
                </a:lnTo>
                <a:lnTo>
                  <a:pt x="911393" y="116621"/>
                </a:lnTo>
                <a:lnTo>
                  <a:pt x="910788" y="116371"/>
                </a:lnTo>
                <a:lnTo>
                  <a:pt x="910193" y="116106"/>
                </a:lnTo>
                <a:lnTo>
                  <a:pt x="909608" y="115826"/>
                </a:lnTo>
                <a:lnTo>
                  <a:pt x="909034" y="115531"/>
                </a:lnTo>
                <a:lnTo>
                  <a:pt x="908470" y="115221"/>
                </a:lnTo>
                <a:lnTo>
                  <a:pt x="907917" y="114895"/>
                </a:lnTo>
                <a:lnTo>
                  <a:pt x="907375" y="114554"/>
                </a:lnTo>
                <a:lnTo>
                  <a:pt x="906843" y="114199"/>
                </a:lnTo>
                <a:lnTo>
                  <a:pt x="906327" y="113824"/>
                </a:lnTo>
                <a:lnTo>
                  <a:pt x="905821" y="113439"/>
                </a:lnTo>
                <a:lnTo>
                  <a:pt x="905326" y="113041"/>
                </a:lnTo>
                <a:lnTo>
                  <a:pt x="904842" y="112633"/>
                </a:lnTo>
                <a:lnTo>
                  <a:pt x="904368" y="112213"/>
                </a:lnTo>
                <a:lnTo>
                  <a:pt x="903904" y="111781"/>
                </a:lnTo>
                <a:lnTo>
                  <a:pt x="903452" y="111339"/>
                </a:lnTo>
                <a:lnTo>
                  <a:pt x="903009" y="110884"/>
                </a:lnTo>
                <a:lnTo>
                  <a:pt x="902577" y="110419"/>
                </a:lnTo>
                <a:lnTo>
                  <a:pt x="902156" y="109942"/>
                </a:lnTo>
                <a:lnTo>
                  <a:pt x="901745" y="109453"/>
                </a:lnTo>
                <a:lnTo>
                  <a:pt x="901345" y="108953"/>
                </a:lnTo>
                <a:lnTo>
                  <a:pt x="900955" y="108442"/>
                </a:lnTo>
                <a:lnTo>
                  <a:pt x="900576" y="107919"/>
                </a:lnTo>
                <a:lnTo>
                  <a:pt x="900207" y="107385"/>
                </a:lnTo>
                <a:lnTo>
                  <a:pt x="899849" y="106840"/>
                </a:lnTo>
                <a:lnTo>
                  <a:pt x="899502" y="106283"/>
                </a:lnTo>
                <a:lnTo>
                  <a:pt x="899165" y="105714"/>
                </a:lnTo>
                <a:lnTo>
                  <a:pt x="898838" y="105135"/>
                </a:lnTo>
                <a:lnTo>
                  <a:pt x="898522" y="104543"/>
                </a:lnTo>
                <a:lnTo>
                  <a:pt x="898217" y="103941"/>
                </a:lnTo>
                <a:lnTo>
                  <a:pt x="897922" y="103327"/>
                </a:lnTo>
                <a:lnTo>
                  <a:pt x="897637" y="102701"/>
                </a:lnTo>
                <a:lnTo>
                  <a:pt x="897363" y="102065"/>
                </a:lnTo>
                <a:lnTo>
                  <a:pt x="897106" y="101413"/>
                </a:lnTo>
                <a:lnTo>
                  <a:pt x="896859" y="100753"/>
                </a:lnTo>
                <a:lnTo>
                  <a:pt x="896623" y="100085"/>
                </a:lnTo>
                <a:lnTo>
                  <a:pt x="896398" y="99409"/>
                </a:lnTo>
                <a:lnTo>
                  <a:pt x="896184" y="98724"/>
                </a:lnTo>
                <a:lnTo>
                  <a:pt x="895981" y="98032"/>
                </a:lnTo>
                <a:lnTo>
                  <a:pt x="895789" y="97331"/>
                </a:lnTo>
                <a:lnTo>
                  <a:pt x="895608" y="96623"/>
                </a:lnTo>
                <a:lnTo>
                  <a:pt x="895438" y="95906"/>
                </a:lnTo>
                <a:lnTo>
                  <a:pt x="895279" y="95181"/>
                </a:lnTo>
                <a:lnTo>
                  <a:pt x="895131" y="94448"/>
                </a:lnTo>
                <a:lnTo>
                  <a:pt x="894993" y="93707"/>
                </a:lnTo>
                <a:lnTo>
                  <a:pt x="894867" y="92957"/>
                </a:lnTo>
                <a:lnTo>
                  <a:pt x="894752" y="92200"/>
                </a:lnTo>
                <a:lnTo>
                  <a:pt x="894648" y="91435"/>
                </a:lnTo>
                <a:lnTo>
                  <a:pt x="894555" y="90661"/>
                </a:lnTo>
                <a:lnTo>
                  <a:pt x="894472" y="89879"/>
                </a:lnTo>
                <a:lnTo>
                  <a:pt x="894401" y="89089"/>
                </a:lnTo>
                <a:lnTo>
                  <a:pt x="894341" y="88291"/>
                </a:lnTo>
                <a:lnTo>
                  <a:pt x="894291" y="87485"/>
                </a:lnTo>
                <a:lnTo>
                  <a:pt x="894253" y="86671"/>
                </a:lnTo>
                <a:lnTo>
                  <a:pt x="894225" y="85849"/>
                </a:lnTo>
                <a:lnTo>
                  <a:pt x="894209" y="85018"/>
                </a:lnTo>
                <a:lnTo>
                  <a:pt x="894204" y="84180"/>
                </a:lnTo>
                <a:lnTo>
                  <a:pt x="894209" y="83361"/>
                </a:lnTo>
                <a:lnTo>
                  <a:pt x="894225" y="82549"/>
                </a:lnTo>
                <a:lnTo>
                  <a:pt x="894252" y="81743"/>
                </a:lnTo>
                <a:lnTo>
                  <a:pt x="894290" y="80943"/>
                </a:lnTo>
                <a:lnTo>
                  <a:pt x="894338" y="80149"/>
                </a:lnTo>
                <a:lnTo>
                  <a:pt x="894397" y="79361"/>
                </a:lnTo>
                <a:lnTo>
                  <a:pt x="894467" y="78579"/>
                </a:lnTo>
                <a:lnTo>
                  <a:pt x="894548" y="77804"/>
                </a:lnTo>
                <a:lnTo>
                  <a:pt x="894639" y="77034"/>
                </a:lnTo>
                <a:lnTo>
                  <a:pt x="894741" y="76271"/>
                </a:lnTo>
                <a:lnTo>
                  <a:pt x="894854" y="75514"/>
                </a:lnTo>
                <a:lnTo>
                  <a:pt x="894978" y="74763"/>
                </a:lnTo>
                <a:lnTo>
                  <a:pt x="895112" y="74018"/>
                </a:lnTo>
                <a:lnTo>
                  <a:pt x="895257" y="73280"/>
                </a:lnTo>
                <a:lnTo>
                  <a:pt x="895413" y="72547"/>
                </a:lnTo>
                <a:lnTo>
                  <a:pt x="895580" y="71821"/>
                </a:lnTo>
                <a:lnTo>
                  <a:pt x="895757" y="71101"/>
                </a:lnTo>
                <a:lnTo>
                  <a:pt x="895945" y="70387"/>
                </a:lnTo>
                <a:lnTo>
                  <a:pt x="896144" y="69679"/>
                </a:lnTo>
                <a:lnTo>
                  <a:pt x="896354" y="68977"/>
                </a:lnTo>
                <a:lnTo>
                  <a:pt x="896574" y="68281"/>
                </a:lnTo>
                <a:lnTo>
                  <a:pt x="896806" y="67592"/>
                </a:lnTo>
                <a:lnTo>
                  <a:pt x="897048" y="66909"/>
                </a:lnTo>
                <a:lnTo>
                  <a:pt x="897300" y="66231"/>
                </a:lnTo>
                <a:lnTo>
                  <a:pt x="897569" y="65563"/>
                </a:lnTo>
                <a:lnTo>
                  <a:pt x="897848" y="64906"/>
                </a:lnTo>
                <a:lnTo>
                  <a:pt x="898139" y="64260"/>
                </a:lnTo>
                <a:lnTo>
                  <a:pt x="898440" y="63626"/>
                </a:lnTo>
                <a:lnTo>
                  <a:pt x="898751" y="63004"/>
                </a:lnTo>
                <a:lnTo>
                  <a:pt x="899074" y="62392"/>
                </a:lnTo>
                <a:lnTo>
                  <a:pt x="899407" y="61792"/>
                </a:lnTo>
                <a:lnTo>
                  <a:pt x="899751" y="61204"/>
                </a:lnTo>
                <a:lnTo>
                  <a:pt x="900106" y="60627"/>
                </a:lnTo>
                <a:lnTo>
                  <a:pt x="900471" y="60061"/>
                </a:lnTo>
                <a:lnTo>
                  <a:pt x="900847" y="59507"/>
                </a:lnTo>
                <a:lnTo>
                  <a:pt x="901234" y="58964"/>
                </a:lnTo>
                <a:lnTo>
                  <a:pt x="901632" y="58432"/>
                </a:lnTo>
                <a:lnTo>
                  <a:pt x="902041" y="57912"/>
                </a:lnTo>
                <a:lnTo>
                  <a:pt x="902460" y="57403"/>
                </a:lnTo>
                <a:lnTo>
                  <a:pt x="902890" y="56906"/>
                </a:lnTo>
                <a:lnTo>
                  <a:pt x="903330" y="56420"/>
                </a:lnTo>
                <a:lnTo>
                  <a:pt x="903782" y="55946"/>
                </a:lnTo>
                <a:lnTo>
                  <a:pt x="904244" y="55483"/>
                </a:lnTo>
                <a:lnTo>
                  <a:pt x="904717" y="55031"/>
                </a:lnTo>
                <a:lnTo>
                  <a:pt x="905201" y="54591"/>
                </a:lnTo>
                <a:lnTo>
                  <a:pt x="905695" y="54162"/>
                </a:lnTo>
                <a:lnTo>
                  <a:pt x="906201" y="53745"/>
                </a:lnTo>
                <a:lnTo>
                  <a:pt x="906717" y="53339"/>
                </a:lnTo>
                <a:lnTo>
                  <a:pt x="907249" y="52947"/>
                </a:lnTo>
                <a:lnTo>
                  <a:pt x="907792" y="52572"/>
                </a:lnTo>
                <a:lnTo>
                  <a:pt x="908346" y="52213"/>
                </a:lnTo>
                <a:lnTo>
                  <a:pt x="908911" y="51871"/>
                </a:lnTo>
                <a:lnTo>
                  <a:pt x="909487" y="51546"/>
                </a:lnTo>
                <a:lnTo>
                  <a:pt x="910074" y="51238"/>
                </a:lnTo>
                <a:lnTo>
                  <a:pt x="910672" y="50946"/>
                </a:lnTo>
                <a:lnTo>
                  <a:pt x="911281" y="50671"/>
                </a:lnTo>
                <a:lnTo>
                  <a:pt x="911901" y="50412"/>
                </a:lnTo>
                <a:lnTo>
                  <a:pt x="912532" y="50170"/>
                </a:lnTo>
                <a:lnTo>
                  <a:pt x="913174" y="49945"/>
                </a:lnTo>
                <a:lnTo>
                  <a:pt x="913827" y="49737"/>
                </a:lnTo>
                <a:lnTo>
                  <a:pt x="914490" y="49545"/>
                </a:lnTo>
                <a:lnTo>
                  <a:pt x="915165" y="49370"/>
                </a:lnTo>
                <a:lnTo>
                  <a:pt x="915851" y="49211"/>
                </a:lnTo>
                <a:lnTo>
                  <a:pt x="916548" y="49070"/>
                </a:lnTo>
                <a:lnTo>
                  <a:pt x="917255" y="48945"/>
                </a:lnTo>
                <a:lnTo>
                  <a:pt x="917974" y="48836"/>
                </a:lnTo>
                <a:lnTo>
                  <a:pt x="918704" y="48744"/>
                </a:lnTo>
                <a:lnTo>
                  <a:pt x="919444" y="48669"/>
                </a:lnTo>
                <a:lnTo>
                  <a:pt x="920196" y="48611"/>
                </a:lnTo>
                <a:lnTo>
                  <a:pt x="920958" y="48569"/>
                </a:lnTo>
                <a:lnTo>
                  <a:pt x="921732" y="48544"/>
                </a:lnTo>
                <a:lnTo>
                  <a:pt x="922516" y="48536"/>
                </a:lnTo>
                <a:lnTo>
                  <a:pt x="923270" y="48544"/>
                </a:lnTo>
                <a:lnTo>
                  <a:pt x="924013" y="48568"/>
                </a:lnTo>
                <a:lnTo>
                  <a:pt x="924746" y="48607"/>
                </a:lnTo>
                <a:lnTo>
                  <a:pt x="925469" y="48662"/>
                </a:lnTo>
                <a:lnTo>
                  <a:pt x="926182" y="48734"/>
                </a:lnTo>
                <a:lnTo>
                  <a:pt x="926885" y="48820"/>
                </a:lnTo>
                <a:lnTo>
                  <a:pt x="927578" y="48923"/>
                </a:lnTo>
                <a:lnTo>
                  <a:pt x="928260" y="49042"/>
                </a:lnTo>
                <a:lnTo>
                  <a:pt x="928933" y="49176"/>
                </a:lnTo>
                <a:lnTo>
                  <a:pt x="929595" y="49326"/>
                </a:lnTo>
                <a:lnTo>
                  <a:pt x="930248" y="49492"/>
                </a:lnTo>
                <a:lnTo>
                  <a:pt x="930890" y="49674"/>
                </a:lnTo>
                <a:lnTo>
                  <a:pt x="931522" y="49871"/>
                </a:lnTo>
                <a:lnTo>
                  <a:pt x="932144" y="50084"/>
                </a:lnTo>
                <a:lnTo>
                  <a:pt x="932756" y="50313"/>
                </a:lnTo>
                <a:lnTo>
                  <a:pt x="933358" y="50558"/>
                </a:lnTo>
                <a:lnTo>
                  <a:pt x="933950" y="50819"/>
                </a:lnTo>
                <a:lnTo>
                  <a:pt x="934532" y="51096"/>
                </a:lnTo>
                <a:lnTo>
                  <a:pt x="935103" y="51388"/>
                </a:lnTo>
                <a:lnTo>
                  <a:pt x="935665" y="51696"/>
                </a:lnTo>
                <a:lnTo>
                  <a:pt x="936216" y="52020"/>
                </a:lnTo>
                <a:lnTo>
                  <a:pt x="936758" y="52359"/>
                </a:lnTo>
                <a:lnTo>
                  <a:pt x="937289" y="52715"/>
                </a:lnTo>
                <a:lnTo>
                  <a:pt x="937810" y="53086"/>
                </a:lnTo>
                <a:lnTo>
                  <a:pt x="938321" y="53471"/>
                </a:lnTo>
                <a:lnTo>
                  <a:pt x="938821" y="53869"/>
                </a:lnTo>
                <a:lnTo>
                  <a:pt x="939311" y="54278"/>
                </a:lnTo>
                <a:lnTo>
                  <a:pt x="939790" y="54700"/>
                </a:lnTo>
                <a:lnTo>
                  <a:pt x="940259" y="55133"/>
                </a:lnTo>
                <a:lnTo>
                  <a:pt x="940717" y="55579"/>
                </a:lnTo>
                <a:lnTo>
                  <a:pt x="941165" y="56036"/>
                </a:lnTo>
                <a:lnTo>
                  <a:pt x="941602" y="56506"/>
                </a:lnTo>
                <a:lnTo>
                  <a:pt x="942029" y="56988"/>
                </a:lnTo>
                <a:lnTo>
                  <a:pt x="942445" y="57482"/>
                </a:lnTo>
                <a:lnTo>
                  <a:pt x="942850" y="57988"/>
                </a:lnTo>
                <a:lnTo>
                  <a:pt x="943245" y="58505"/>
                </a:lnTo>
                <a:lnTo>
                  <a:pt x="943630" y="59036"/>
                </a:lnTo>
                <a:lnTo>
                  <a:pt x="944004" y="59578"/>
                </a:lnTo>
                <a:lnTo>
                  <a:pt x="944367" y="60132"/>
                </a:lnTo>
                <a:lnTo>
                  <a:pt x="944720" y="60698"/>
                </a:lnTo>
                <a:lnTo>
                  <a:pt x="945062" y="61276"/>
                </a:lnTo>
                <a:lnTo>
                  <a:pt x="945394" y="61867"/>
                </a:lnTo>
                <a:lnTo>
                  <a:pt x="945715" y="62469"/>
                </a:lnTo>
                <a:lnTo>
                  <a:pt x="946026" y="63084"/>
                </a:lnTo>
                <a:lnTo>
                  <a:pt x="946326" y="63710"/>
                </a:lnTo>
                <a:lnTo>
                  <a:pt x="946616" y="64349"/>
                </a:lnTo>
                <a:lnTo>
                  <a:pt x="946895" y="65000"/>
                </a:lnTo>
                <a:lnTo>
                  <a:pt x="947163" y="65663"/>
                </a:lnTo>
                <a:lnTo>
                  <a:pt x="947421" y="66336"/>
                </a:lnTo>
                <a:lnTo>
                  <a:pt x="947668" y="67017"/>
                </a:lnTo>
                <a:lnTo>
                  <a:pt x="947904" y="67708"/>
                </a:lnTo>
                <a:lnTo>
                  <a:pt x="948129" y="68406"/>
                </a:lnTo>
                <a:lnTo>
                  <a:pt x="948343" y="69114"/>
                </a:lnTo>
                <a:lnTo>
                  <a:pt x="948546" y="69830"/>
                </a:lnTo>
                <a:lnTo>
                  <a:pt x="948738" y="70554"/>
                </a:lnTo>
                <a:lnTo>
                  <a:pt x="948919" y="71287"/>
                </a:lnTo>
                <a:lnTo>
                  <a:pt x="949089" y="72029"/>
                </a:lnTo>
                <a:lnTo>
                  <a:pt x="949248" y="72779"/>
                </a:lnTo>
                <a:lnTo>
                  <a:pt x="949396" y="73538"/>
                </a:lnTo>
                <a:lnTo>
                  <a:pt x="949533" y="74305"/>
                </a:lnTo>
                <a:lnTo>
                  <a:pt x="949660" y="75081"/>
                </a:lnTo>
                <a:lnTo>
                  <a:pt x="949775" y="75865"/>
                </a:lnTo>
                <a:lnTo>
                  <a:pt x="949879" y="76658"/>
                </a:lnTo>
                <a:lnTo>
                  <a:pt x="949972" y="77460"/>
                </a:lnTo>
                <a:lnTo>
                  <a:pt x="950055" y="78270"/>
                </a:lnTo>
                <a:lnTo>
                  <a:pt x="950126" y="79088"/>
                </a:lnTo>
                <a:lnTo>
                  <a:pt x="950186" y="79915"/>
                </a:lnTo>
                <a:lnTo>
                  <a:pt x="950236" y="80751"/>
                </a:lnTo>
                <a:lnTo>
                  <a:pt x="950274" y="81595"/>
                </a:lnTo>
                <a:lnTo>
                  <a:pt x="950301" y="82448"/>
                </a:lnTo>
                <a:lnTo>
                  <a:pt x="950318" y="83310"/>
                </a:lnTo>
                <a:lnTo>
                  <a:pt x="950323" y="84180"/>
                </a:lnTo>
                <a:lnTo>
                  <a:pt x="950318" y="85070"/>
                </a:lnTo>
                <a:lnTo>
                  <a:pt x="950301" y="85949"/>
                </a:lnTo>
                <a:lnTo>
                  <a:pt x="950273" y="86818"/>
                </a:lnTo>
                <a:lnTo>
                  <a:pt x="950234" y="87677"/>
                </a:lnTo>
                <a:lnTo>
                  <a:pt x="950183" y="88525"/>
                </a:lnTo>
                <a:lnTo>
                  <a:pt x="950122" y="89362"/>
                </a:lnTo>
                <a:lnTo>
                  <a:pt x="950049" y="90189"/>
                </a:lnTo>
                <a:lnTo>
                  <a:pt x="949965" y="91005"/>
                </a:lnTo>
                <a:lnTo>
                  <a:pt x="949870" y="91811"/>
                </a:lnTo>
                <a:lnTo>
                  <a:pt x="949764" y="92606"/>
                </a:lnTo>
                <a:lnTo>
                  <a:pt x="949646" y="93391"/>
                </a:lnTo>
                <a:lnTo>
                  <a:pt x="949518" y="94165"/>
                </a:lnTo>
                <a:lnTo>
                  <a:pt x="949378" y="94929"/>
                </a:lnTo>
                <a:lnTo>
                  <a:pt x="949227" y="95682"/>
                </a:lnTo>
                <a:lnTo>
                  <a:pt x="949064" y="96424"/>
                </a:lnTo>
                <a:lnTo>
                  <a:pt x="948891" y="97156"/>
                </a:lnTo>
                <a:lnTo>
                  <a:pt x="948706" y="97878"/>
                </a:lnTo>
                <a:lnTo>
                  <a:pt x="948510" y="98589"/>
                </a:lnTo>
                <a:lnTo>
                  <a:pt x="948303" y="99289"/>
                </a:lnTo>
                <a:lnTo>
                  <a:pt x="948085" y="99979"/>
                </a:lnTo>
                <a:lnTo>
                  <a:pt x="947856" y="100659"/>
                </a:lnTo>
                <a:lnTo>
                  <a:pt x="947615" y="101327"/>
                </a:lnTo>
                <a:lnTo>
                  <a:pt x="947363" y="101986"/>
                </a:lnTo>
                <a:lnTo>
                  <a:pt x="947100" y="102633"/>
                </a:lnTo>
                <a:lnTo>
                  <a:pt x="946826" y="103270"/>
                </a:lnTo>
                <a:lnTo>
                  <a:pt x="946542" y="103893"/>
                </a:lnTo>
                <a:lnTo>
                  <a:pt x="946248" y="104505"/>
                </a:lnTo>
                <a:lnTo>
                  <a:pt x="945943" y="105103"/>
                </a:lnTo>
                <a:lnTo>
                  <a:pt x="945628" y="105690"/>
                </a:lnTo>
                <a:lnTo>
                  <a:pt x="945303" y="106263"/>
                </a:lnTo>
                <a:lnTo>
                  <a:pt x="944967" y="106825"/>
                </a:lnTo>
                <a:lnTo>
                  <a:pt x="944621" y="107373"/>
                </a:lnTo>
                <a:lnTo>
                  <a:pt x="944265" y="107909"/>
                </a:lnTo>
                <a:lnTo>
                  <a:pt x="943899" y="108433"/>
                </a:lnTo>
                <a:lnTo>
                  <a:pt x="943522" y="108944"/>
                </a:lnTo>
                <a:lnTo>
                  <a:pt x="943135" y="109443"/>
                </a:lnTo>
                <a:lnTo>
                  <a:pt x="942737" y="109929"/>
                </a:lnTo>
                <a:lnTo>
                  <a:pt x="942329" y="110403"/>
                </a:lnTo>
                <a:lnTo>
                  <a:pt x="941911" y="110864"/>
                </a:lnTo>
                <a:lnTo>
                  <a:pt x="941483" y="111313"/>
                </a:lnTo>
                <a:lnTo>
                  <a:pt x="941044" y="111749"/>
                </a:lnTo>
                <a:lnTo>
                  <a:pt x="940595" y="112172"/>
                </a:lnTo>
                <a:lnTo>
                  <a:pt x="940135" y="112584"/>
                </a:lnTo>
                <a:lnTo>
                  <a:pt x="939666" y="112982"/>
                </a:lnTo>
                <a:lnTo>
                  <a:pt x="939186" y="113368"/>
                </a:lnTo>
                <a:lnTo>
                  <a:pt x="938695" y="113742"/>
                </a:lnTo>
                <a:lnTo>
                  <a:pt x="938195" y="114103"/>
                </a:lnTo>
                <a:lnTo>
                  <a:pt x="937684" y="114451"/>
                </a:lnTo>
                <a:lnTo>
                  <a:pt x="937163" y="114787"/>
                </a:lnTo>
                <a:lnTo>
                  <a:pt x="936632" y="115108"/>
                </a:lnTo>
                <a:lnTo>
                  <a:pt x="936092" y="115414"/>
                </a:lnTo>
                <a:lnTo>
                  <a:pt x="935542" y="115707"/>
                </a:lnTo>
                <a:lnTo>
                  <a:pt x="934982" y="115985"/>
                </a:lnTo>
                <a:lnTo>
                  <a:pt x="934413" y="116249"/>
                </a:lnTo>
                <a:lnTo>
                  <a:pt x="933834" y="116498"/>
                </a:lnTo>
                <a:lnTo>
                  <a:pt x="933246" y="116734"/>
                </a:lnTo>
                <a:lnTo>
                  <a:pt x="932648" y="116955"/>
                </a:lnTo>
                <a:lnTo>
                  <a:pt x="932040" y="117162"/>
                </a:lnTo>
                <a:lnTo>
                  <a:pt x="931422" y="117354"/>
                </a:lnTo>
                <a:lnTo>
                  <a:pt x="930795" y="117532"/>
                </a:lnTo>
                <a:lnTo>
                  <a:pt x="930158" y="117696"/>
                </a:lnTo>
                <a:lnTo>
                  <a:pt x="929512" y="117846"/>
                </a:lnTo>
                <a:lnTo>
                  <a:pt x="928856" y="117982"/>
                </a:lnTo>
                <a:lnTo>
                  <a:pt x="928190" y="118103"/>
                </a:lnTo>
                <a:lnTo>
                  <a:pt x="927515" y="118210"/>
                </a:lnTo>
                <a:lnTo>
                  <a:pt x="926830" y="118303"/>
                </a:lnTo>
                <a:lnTo>
                  <a:pt x="926135" y="118381"/>
                </a:lnTo>
                <a:lnTo>
                  <a:pt x="925430" y="118445"/>
                </a:lnTo>
                <a:lnTo>
                  <a:pt x="924716" y="118495"/>
                </a:lnTo>
                <a:lnTo>
                  <a:pt x="923993" y="118531"/>
                </a:lnTo>
                <a:lnTo>
                  <a:pt x="923259" y="118552"/>
                </a:lnTo>
                <a:lnTo>
                  <a:pt x="922516" y="118559"/>
                </a:lnTo>
                <a:lnTo>
                  <a:pt x="921742" y="118552"/>
                </a:lnTo>
                <a:lnTo>
                  <a:pt x="920978" y="118529"/>
                </a:lnTo>
                <a:lnTo>
                  <a:pt x="920225" y="118491"/>
                </a:lnTo>
                <a:lnTo>
                  <a:pt x="919483" y="118438"/>
                </a:lnTo>
                <a:lnTo>
                  <a:pt x="918751" y="118370"/>
                </a:lnTo>
                <a:lnTo>
                  <a:pt x="918029" y="118287"/>
                </a:lnTo>
                <a:close/>
                <a:moveTo>
                  <a:pt x="126089" y="134419"/>
                </a:moveTo>
                <a:lnTo>
                  <a:pt x="126341" y="134390"/>
                </a:lnTo>
                <a:lnTo>
                  <a:pt x="126590" y="134356"/>
                </a:lnTo>
                <a:lnTo>
                  <a:pt x="126837" y="134317"/>
                </a:lnTo>
                <a:lnTo>
                  <a:pt x="127081" y="134272"/>
                </a:lnTo>
                <a:lnTo>
                  <a:pt x="127324" y="134222"/>
                </a:lnTo>
                <a:lnTo>
                  <a:pt x="127564" y="134167"/>
                </a:lnTo>
                <a:lnTo>
                  <a:pt x="127802" y="134106"/>
                </a:lnTo>
                <a:lnTo>
                  <a:pt x="128038" y="134040"/>
                </a:lnTo>
                <a:lnTo>
                  <a:pt x="128272" y="133969"/>
                </a:lnTo>
                <a:lnTo>
                  <a:pt x="128503" y="133893"/>
                </a:lnTo>
                <a:lnTo>
                  <a:pt x="128732" y="133811"/>
                </a:lnTo>
                <a:lnTo>
                  <a:pt x="128960" y="133724"/>
                </a:lnTo>
                <a:lnTo>
                  <a:pt x="129185" y="133632"/>
                </a:lnTo>
                <a:lnTo>
                  <a:pt x="129407" y="133535"/>
                </a:lnTo>
                <a:lnTo>
                  <a:pt x="129628" y="133432"/>
                </a:lnTo>
                <a:lnTo>
                  <a:pt x="129846" y="133324"/>
                </a:lnTo>
                <a:lnTo>
                  <a:pt x="130062" y="133211"/>
                </a:lnTo>
                <a:lnTo>
                  <a:pt x="130276" y="133092"/>
                </a:lnTo>
                <a:lnTo>
                  <a:pt x="130488" y="132968"/>
                </a:lnTo>
                <a:lnTo>
                  <a:pt x="130702" y="132835"/>
                </a:lnTo>
                <a:lnTo>
                  <a:pt x="130912" y="132698"/>
                </a:lnTo>
                <a:lnTo>
                  <a:pt x="131119" y="132558"/>
                </a:lnTo>
                <a:lnTo>
                  <a:pt x="131322" y="132414"/>
                </a:lnTo>
                <a:lnTo>
                  <a:pt x="131521" y="132266"/>
                </a:lnTo>
                <a:lnTo>
                  <a:pt x="131716" y="132115"/>
                </a:lnTo>
                <a:lnTo>
                  <a:pt x="131908" y="131961"/>
                </a:lnTo>
                <a:lnTo>
                  <a:pt x="132096" y="131803"/>
                </a:lnTo>
                <a:lnTo>
                  <a:pt x="132280" y="131641"/>
                </a:lnTo>
                <a:lnTo>
                  <a:pt x="132461" y="131476"/>
                </a:lnTo>
                <a:lnTo>
                  <a:pt x="132637" y="131308"/>
                </a:lnTo>
                <a:lnTo>
                  <a:pt x="132810" y="131136"/>
                </a:lnTo>
                <a:lnTo>
                  <a:pt x="132980" y="130960"/>
                </a:lnTo>
                <a:lnTo>
                  <a:pt x="133145" y="130781"/>
                </a:lnTo>
                <a:lnTo>
                  <a:pt x="133307" y="130599"/>
                </a:lnTo>
                <a:lnTo>
                  <a:pt x="133465" y="130412"/>
                </a:lnTo>
                <a:lnTo>
                  <a:pt x="133620" y="130223"/>
                </a:lnTo>
                <a:lnTo>
                  <a:pt x="133770" y="130030"/>
                </a:lnTo>
                <a:lnTo>
                  <a:pt x="133917" y="129833"/>
                </a:lnTo>
                <a:lnTo>
                  <a:pt x="134060" y="129633"/>
                </a:lnTo>
                <a:lnTo>
                  <a:pt x="134200" y="129429"/>
                </a:lnTo>
                <a:lnTo>
                  <a:pt x="134336" y="129222"/>
                </a:lnTo>
                <a:lnTo>
                  <a:pt x="134468" y="129012"/>
                </a:lnTo>
                <a:lnTo>
                  <a:pt x="134596" y="128797"/>
                </a:lnTo>
                <a:lnTo>
                  <a:pt x="134725" y="128581"/>
                </a:lnTo>
                <a:lnTo>
                  <a:pt x="134848" y="128362"/>
                </a:lnTo>
                <a:lnTo>
                  <a:pt x="134966" y="128142"/>
                </a:lnTo>
                <a:lnTo>
                  <a:pt x="135079" y="127920"/>
                </a:lnTo>
                <a:lnTo>
                  <a:pt x="135186" y="127696"/>
                </a:lnTo>
                <a:lnTo>
                  <a:pt x="135287" y="127470"/>
                </a:lnTo>
                <a:lnTo>
                  <a:pt x="135383" y="127243"/>
                </a:lnTo>
                <a:lnTo>
                  <a:pt x="135474" y="127014"/>
                </a:lnTo>
                <a:lnTo>
                  <a:pt x="135559" y="126783"/>
                </a:lnTo>
                <a:lnTo>
                  <a:pt x="135638" y="126550"/>
                </a:lnTo>
                <a:lnTo>
                  <a:pt x="135712" y="126316"/>
                </a:lnTo>
                <a:lnTo>
                  <a:pt x="135781" y="126080"/>
                </a:lnTo>
                <a:lnTo>
                  <a:pt x="135844" y="125842"/>
                </a:lnTo>
                <a:lnTo>
                  <a:pt x="135901" y="125602"/>
                </a:lnTo>
                <a:lnTo>
                  <a:pt x="135954" y="125361"/>
                </a:lnTo>
                <a:lnTo>
                  <a:pt x="136000" y="125118"/>
                </a:lnTo>
                <a:lnTo>
                  <a:pt x="136041" y="124873"/>
                </a:lnTo>
                <a:lnTo>
                  <a:pt x="136077" y="124626"/>
                </a:lnTo>
                <a:lnTo>
                  <a:pt x="136107" y="124378"/>
                </a:lnTo>
                <a:lnTo>
                  <a:pt x="136132" y="124128"/>
                </a:lnTo>
                <a:lnTo>
                  <a:pt x="136151" y="123876"/>
                </a:lnTo>
                <a:lnTo>
                  <a:pt x="136165" y="123622"/>
                </a:lnTo>
                <a:lnTo>
                  <a:pt x="136173" y="123367"/>
                </a:lnTo>
                <a:lnTo>
                  <a:pt x="136176" y="123110"/>
                </a:lnTo>
                <a:lnTo>
                  <a:pt x="136170" y="122722"/>
                </a:lnTo>
                <a:lnTo>
                  <a:pt x="136153" y="122339"/>
                </a:lnTo>
                <a:lnTo>
                  <a:pt x="136123" y="121961"/>
                </a:lnTo>
                <a:lnTo>
                  <a:pt x="136083" y="121588"/>
                </a:lnTo>
                <a:lnTo>
                  <a:pt x="136030" y="121219"/>
                </a:lnTo>
                <a:lnTo>
                  <a:pt x="135966" y="120854"/>
                </a:lnTo>
                <a:lnTo>
                  <a:pt x="135891" y="120494"/>
                </a:lnTo>
                <a:lnTo>
                  <a:pt x="135804" y="120139"/>
                </a:lnTo>
                <a:lnTo>
                  <a:pt x="135705" y="119789"/>
                </a:lnTo>
                <a:lnTo>
                  <a:pt x="135594" y="119443"/>
                </a:lnTo>
                <a:lnTo>
                  <a:pt x="135472" y="119101"/>
                </a:lnTo>
                <a:lnTo>
                  <a:pt x="135338" y="118765"/>
                </a:lnTo>
                <a:lnTo>
                  <a:pt x="135193" y="118433"/>
                </a:lnTo>
                <a:lnTo>
                  <a:pt x="135036" y="118105"/>
                </a:lnTo>
                <a:lnTo>
                  <a:pt x="134867" y="117782"/>
                </a:lnTo>
                <a:lnTo>
                  <a:pt x="134687" y="117464"/>
                </a:lnTo>
                <a:lnTo>
                  <a:pt x="134495" y="117150"/>
                </a:lnTo>
                <a:lnTo>
                  <a:pt x="134292" y="116841"/>
                </a:lnTo>
                <a:lnTo>
                  <a:pt x="134077" y="116537"/>
                </a:lnTo>
                <a:lnTo>
                  <a:pt x="133850" y="116237"/>
                </a:lnTo>
                <a:lnTo>
                  <a:pt x="133611" y="115942"/>
                </a:lnTo>
                <a:lnTo>
                  <a:pt x="133361" y="115651"/>
                </a:lnTo>
                <a:lnTo>
                  <a:pt x="133100" y="115365"/>
                </a:lnTo>
                <a:lnTo>
                  <a:pt x="132826" y="115083"/>
                </a:lnTo>
                <a:lnTo>
                  <a:pt x="132545" y="114810"/>
                </a:lnTo>
                <a:lnTo>
                  <a:pt x="132259" y="114548"/>
                </a:lnTo>
                <a:lnTo>
                  <a:pt x="131968" y="114298"/>
                </a:lnTo>
                <a:lnTo>
                  <a:pt x="131673" y="114060"/>
                </a:lnTo>
                <a:lnTo>
                  <a:pt x="131373" y="113833"/>
                </a:lnTo>
                <a:lnTo>
                  <a:pt x="131069" y="113618"/>
                </a:lnTo>
                <a:lnTo>
                  <a:pt x="130760" y="113415"/>
                </a:lnTo>
                <a:lnTo>
                  <a:pt x="130446" y="113223"/>
                </a:lnTo>
                <a:lnTo>
                  <a:pt x="130128" y="113042"/>
                </a:lnTo>
                <a:lnTo>
                  <a:pt x="129805" y="112874"/>
                </a:lnTo>
                <a:lnTo>
                  <a:pt x="129477" y="112717"/>
                </a:lnTo>
                <a:lnTo>
                  <a:pt x="129145" y="112571"/>
                </a:lnTo>
                <a:lnTo>
                  <a:pt x="128808" y="112438"/>
                </a:lnTo>
                <a:lnTo>
                  <a:pt x="128467" y="112315"/>
                </a:lnTo>
                <a:lnTo>
                  <a:pt x="128121" y="112205"/>
                </a:lnTo>
                <a:lnTo>
                  <a:pt x="127770" y="112106"/>
                </a:lnTo>
                <a:lnTo>
                  <a:pt x="127415" y="112019"/>
                </a:lnTo>
                <a:lnTo>
                  <a:pt x="127056" y="111943"/>
                </a:lnTo>
                <a:lnTo>
                  <a:pt x="126691" y="111879"/>
                </a:lnTo>
                <a:lnTo>
                  <a:pt x="126322" y="111827"/>
                </a:lnTo>
                <a:lnTo>
                  <a:pt x="125949" y="111786"/>
                </a:lnTo>
                <a:lnTo>
                  <a:pt x="125570" y="111757"/>
                </a:lnTo>
                <a:lnTo>
                  <a:pt x="125188" y="111740"/>
                </a:lnTo>
                <a:lnTo>
                  <a:pt x="124800" y="111734"/>
                </a:lnTo>
                <a:lnTo>
                  <a:pt x="124413" y="111740"/>
                </a:lnTo>
                <a:lnTo>
                  <a:pt x="124030" y="111757"/>
                </a:lnTo>
                <a:lnTo>
                  <a:pt x="123652" y="111786"/>
                </a:lnTo>
                <a:lnTo>
                  <a:pt x="123278" y="111827"/>
                </a:lnTo>
                <a:lnTo>
                  <a:pt x="122909" y="111879"/>
                </a:lnTo>
                <a:lnTo>
                  <a:pt x="122545" y="111943"/>
                </a:lnTo>
                <a:lnTo>
                  <a:pt x="122185" y="112019"/>
                </a:lnTo>
                <a:lnTo>
                  <a:pt x="121830" y="112106"/>
                </a:lnTo>
                <a:lnTo>
                  <a:pt x="121479" y="112205"/>
                </a:lnTo>
                <a:lnTo>
                  <a:pt x="121133" y="112315"/>
                </a:lnTo>
                <a:lnTo>
                  <a:pt x="120792" y="112438"/>
                </a:lnTo>
                <a:lnTo>
                  <a:pt x="120455" y="112571"/>
                </a:lnTo>
                <a:lnTo>
                  <a:pt x="120123" y="112717"/>
                </a:lnTo>
                <a:lnTo>
                  <a:pt x="119796" y="112874"/>
                </a:lnTo>
                <a:lnTo>
                  <a:pt x="119473" y="113042"/>
                </a:lnTo>
                <a:lnTo>
                  <a:pt x="119154" y="113223"/>
                </a:lnTo>
                <a:lnTo>
                  <a:pt x="118841" y="113415"/>
                </a:lnTo>
                <a:lnTo>
                  <a:pt x="118532" y="113618"/>
                </a:lnTo>
                <a:lnTo>
                  <a:pt x="118227" y="113833"/>
                </a:lnTo>
                <a:lnTo>
                  <a:pt x="117927" y="114060"/>
                </a:lnTo>
                <a:lnTo>
                  <a:pt x="117632" y="114298"/>
                </a:lnTo>
                <a:lnTo>
                  <a:pt x="117341" y="114548"/>
                </a:lnTo>
                <a:lnTo>
                  <a:pt x="117055" y="114810"/>
                </a:lnTo>
                <a:lnTo>
                  <a:pt x="116774" y="115083"/>
                </a:lnTo>
                <a:lnTo>
                  <a:pt x="116501" y="115365"/>
                </a:lnTo>
                <a:lnTo>
                  <a:pt x="116239" y="115651"/>
                </a:lnTo>
                <a:lnTo>
                  <a:pt x="115989" y="115942"/>
                </a:lnTo>
                <a:lnTo>
                  <a:pt x="115751" y="116237"/>
                </a:lnTo>
                <a:lnTo>
                  <a:pt x="115524" y="116537"/>
                </a:lnTo>
                <a:lnTo>
                  <a:pt x="115309" y="116841"/>
                </a:lnTo>
                <a:lnTo>
                  <a:pt x="115105" y="117150"/>
                </a:lnTo>
                <a:lnTo>
                  <a:pt x="114913" y="117464"/>
                </a:lnTo>
                <a:lnTo>
                  <a:pt x="114733" y="117782"/>
                </a:lnTo>
                <a:lnTo>
                  <a:pt x="114564" y="118105"/>
                </a:lnTo>
                <a:lnTo>
                  <a:pt x="114407" y="118433"/>
                </a:lnTo>
                <a:lnTo>
                  <a:pt x="114262" y="118765"/>
                </a:lnTo>
                <a:lnTo>
                  <a:pt x="114128" y="119101"/>
                </a:lnTo>
                <a:lnTo>
                  <a:pt x="114006" y="119443"/>
                </a:lnTo>
                <a:lnTo>
                  <a:pt x="113896" y="119789"/>
                </a:lnTo>
                <a:lnTo>
                  <a:pt x="113797" y="120139"/>
                </a:lnTo>
                <a:lnTo>
                  <a:pt x="113709" y="120494"/>
                </a:lnTo>
                <a:lnTo>
                  <a:pt x="113634" y="120854"/>
                </a:lnTo>
                <a:lnTo>
                  <a:pt x="113570" y="121219"/>
                </a:lnTo>
                <a:lnTo>
                  <a:pt x="113518" y="121588"/>
                </a:lnTo>
                <a:lnTo>
                  <a:pt x="113477" y="121961"/>
                </a:lnTo>
                <a:lnTo>
                  <a:pt x="113448" y="122339"/>
                </a:lnTo>
                <a:lnTo>
                  <a:pt x="113430" y="122722"/>
                </a:lnTo>
                <a:lnTo>
                  <a:pt x="113425" y="123110"/>
                </a:lnTo>
                <a:lnTo>
                  <a:pt x="113430" y="123497"/>
                </a:lnTo>
                <a:lnTo>
                  <a:pt x="113448" y="123880"/>
                </a:lnTo>
                <a:lnTo>
                  <a:pt x="113477" y="124258"/>
                </a:lnTo>
                <a:lnTo>
                  <a:pt x="113518" y="124632"/>
                </a:lnTo>
                <a:lnTo>
                  <a:pt x="113570" y="125001"/>
                </a:lnTo>
                <a:lnTo>
                  <a:pt x="113634" y="125365"/>
                </a:lnTo>
                <a:lnTo>
                  <a:pt x="113709" y="125725"/>
                </a:lnTo>
                <a:lnTo>
                  <a:pt x="113797" y="126080"/>
                </a:lnTo>
                <a:lnTo>
                  <a:pt x="113896" y="126430"/>
                </a:lnTo>
                <a:lnTo>
                  <a:pt x="114006" y="126776"/>
                </a:lnTo>
                <a:lnTo>
                  <a:pt x="114128" y="127118"/>
                </a:lnTo>
                <a:lnTo>
                  <a:pt x="114262" y="127454"/>
                </a:lnTo>
                <a:lnTo>
                  <a:pt x="114407" y="127787"/>
                </a:lnTo>
                <a:lnTo>
                  <a:pt x="114564" y="128114"/>
                </a:lnTo>
                <a:lnTo>
                  <a:pt x="114733" y="128437"/>
                </a:lnTo>
                <a:lnTo>
                  <a:pt x="114913" y="128755"/>
                </a:lnTo>
                <a:lnTo>
                  <a:pt x="115105" y="129069"/>
                </a:lnTo>
                <a:lnTo>
                  <a:pt x="115309" y="129378"/>
                </a:lnTo>
                <a:lnTo>
                  <a:pt x="115524" y="129683"/>
                </a:lnTo>
                <a:lnTo>
                  <a:pt x="115751" y="129982"/>
                </a:lnTo>
                <a:lnTo>
                  <a:pt x="115989" y="130278"/>
                </a:lnTo>
                <a:lnTo>
                  <a:pt x="116239" y="130568"/>
                </a:lnTo>
                <a:lnTo>
                  <a:pt x="116501" y="130854"/>
                </a:lnTo>
                <a:lnTo>
                  <a:pt x="116774" y="131136"/>
                </a:lnTo>
                <a:lnTo>
                  <a:pt x="117055" y="131409"/>
                </a:lnTo>
                <a:lnTo>
                  <a:pt x="117341" y="131671"/>
                </a:lnTo>
                <a:lnTo>
                  <a:pt x="117632" y="131921"/>
                </a:lnTo>
                <a:lnTo>
                  <a:pt x="117927" y="132159"/>
                </a:lnTo>
                <a:lnTo>
                  <a:pt x="118227" y="132386"/>
                </a:lnTo>
                <a:lnTo>
                  <a:pt x="118532" y="132601"/>
                </a:lnTo>
                <a:lnTo>
                  <a:pt x="118841" y="132805"/>
                </a:lnTo>
                <a:lnTo>
                  <a:pt x="119154" y="132997"/>
                </a:lnTo>
                <a:lnTo>
                  <a:pt x="119473" y="133177"/>
                </a:lnTo>
                <a:lnTo>
                  <a:pt x="119796" y="133345"/>
                </a:lnTo>
                <a:lnTo>
                  <a:pt x="120123" y="133502"/>
                </a:lnTo>
                <a:lnTo>
                  <a:pt x="120455" y="133648"/>
                </a:lnTo>
                <a:lnTo>
                  <a:pt x="120792" y="133782"/>
                </a:lnTo>
                <a:lnTo>
                  <a:pt x="121133" y="133904"/>
                </a:lnTo>
                <a:lnTo>
                  <a:pt x="121479" y="134014"/>
                </a:lnTo>
                <a:lnTo>
                  <a:pt x="121830" y="134113"/>
                </a:lnTo>
                <a:lnTo>
                  <a:pt x="122185" y="134200"/>
                </a:lnTo>
                <a:lnTo>
                  <a:pt x="122545" y="134276"/>
                </a:lnTo>
                <a:lnTo>
                  <a:pt x="122909" y="134340"/>
                </a:lnTo>
                <a:lnTo>
                  <a:pt x="123278" y="134392"/>
                </a:lnTo>
                <a:lnTo>
                  <a:pt x="123652" y="134433"/>
                </a:lnTo>
                <a:lnTo>
                  <a:pt x="124030" y="134462"/>
                </a:lnTo>
                <a:lnTo>
                  <a:pt x="124413" y="134479"/>
                </a:lnTo>
                <a:lnTo>
                  <a:pt x="124800" y="134485"/>
                </a:lnTo>
                <a:lnTo>
                  <a:pt x="125062" y="134483"/>
                </a:lnTo>
                <a:lnTo>
                  <a:pt x="125322" y="134475"/>
                </a:lnTo>
                <a:lnTo>
                  <a:pt x="125580" y="134462"/>
                </a:lnTo>
                <a:lnTo>
                  <a:pt x="125836" y="134443"/>
                </a:lnTo>
                <a:lnTo>
                  <a:pt x="126089" y="134419"/>
                </a:lnTo>
                <a:close/>
                <a:moveTo>
                  <a:pt x="1567159" y="20094"/>
                </a:moveTo>
                <a:lnTo>
                  <a:pt x="1567499" y="20038"/>
                </a:lnTo>
                <a:lnTo>
                  <a:pt x="1567834" y="19971"/>
                </a:lnTo>
                <a:lnTo>
                  <a:pt x="1568164" y="19893"/>
                </a:lnTo>
                <a:lnTo>
                  <a:pt x="1568490" y="19806"/>
                </a:lnTo>
                <a:lnTo>
                  <a:pt x="1568812" y="19708"/>
                </a:lnTo>
                <a:lnTo>
                  <a:pt x="1569129" y="19599"/>
                </a:lnTo>
                <a:lnTo>
                  <a:pt x="1569442" y="19481"/>
                </a:lnTo>
                <a:lnTo>
                  <a:pt x="1569751" y="19352"/>
                </a:lnTo>
                <a:lnTo>
                  <a:pt x="1570055" y="19213"/>
                </a:lnTo>
                <a:lnTo>
                  <a:pt x="1570354" y="19063"/>
                </a:lnTo>
                <a:lnTo>
                  <a:pt x="1570650" y="18903"/>
                </a:lnTo>
                <a:lnTo>
                  <a:pt x="1570941" y="18733"/>
                </a:lnTo>
                <a:lnTo>
                  <a:pt x="1571227" y="18553"/>
                </a:lnTo>
                <a:lnTo>
                  <a:pt x="1571509" y="18362"/>
                </a:lnTo>
                <a:lnTo>
                  <a:pt x="1571787" y="18161"/>
                </a:lnTo>
                <a:lnTo>
                  <a:pt x="1572061" y="17949"/>
                </a:lnTo>
                <a:lnTo>
                  <a:pt x="1572330" y="17727"/>
                </a:lnTo>
                <a:lnTo>
                  <a:pt x="1572594" y="17495"/>
                </a:lnTo>
                <a:lnTo>
                  <a:pt x="1572855" y="17253"/>
                </a:lnTo>
                <a:lnTo>
                  <a:pt x="1573112" y="17003"/>
                </a:lnTo>
                <a:lnTo>
                  <a:pt x="1573359" y="16750"/>
                </a:lnTo>
                <a:lnTo>
                  <a:pt x="1573595" y="16492"/>
                </a:lnTo>
                <a:lnTo>
                  <a:pt x="1573820" y="16230"/>
                </a:lnTo>
                <a:lnTo>
                  <a:pt x="1574034" y="15963"/>
                </a:lnTo>
                <a:lnTo>
                  <a:pt x="1574237" y="15693"/>
                </a:lnTo>
                <a:lnTo>
                  <a:pt x="1574429" y="15418"/>
                </a:lnTo>
                <a:lnTo>
                  <a:pt x="1574610" y="15139"/>
                </a:lnTo>
                <a:lnTo>
                  <a:pt x="1574780" y="14856"/>
                </a:lnTo>
                <a:lnTo>
                  <a:pt x="1574939" y="14569"/>
                </a:lnTo>
                <a:lnTo>
                  <a:pt x="1575087" y="14278"/>
                </a:lnTo>
                <a:lnTo>
                  <a:pt x="1575225" y="13983"/>
                </a:lnTo>
                <a:lnTo>
                  <a:pt x="1575351" y="13683"/>
                </a:lnTo>
                <a:lnTo>
                  <a:pt x="1575466" y="13379"/>
                </a:lnTo>
                <a:lnTo>
                  <a:pt x="1575570" y="13071"/>
                </a:lnTo>
                <a:lnTo>
                  <a:pt x="1575663" y="12759"/>
                </a:lnTo>
                <a:lnTo>
                  <a:pt x="1575746" y="12443"/>
                </a:lnTo>
                <a:lnTo>
                  <a:pt x="1575817" y="12122"/>
                </a:lnTo>
                <a:lnTo>
                  <a:pt x="1575877" y="11798"/>
                </a:lnTo>
                <a:lnTo>
                  <a:pt x="1575927" y="11469"/>
                </a:lnTo>
                <a:lnTo>
                  <a:pt x="1575965" y="11136"/>
                </a:lnTo>
                <a:lnTo>
                  <a:pt x="1575993" y="10799"/>
                </a:lnTo>
                <a:lnTo>
                  <a:pt x="1576009" y="10457"/>
                </a:lnTo>
                <a:lnTo>
                  <a:pt x="1576015" y="10112"/>
                </a:lnTo>
                <a:lnTo>
                  <a:pt x="1576009" y="9766"/>
                </a:lnTo>
                <a:lnTo>
                  <a:pt x="1575993" y="9425"/>
                </a:lnTo>
                <a:lnTo>
                  <a:pt x="1575965" y="9088"/>
                </a:lnTo>
                <a:lnTo>
                  <a:pt x="1575927" y="8755"/>
                </a:lnTo>
                <a:lnTo>
                  <a:pt x="1575877" y="8426"/>
                </a:lnTo>
                <a:lnTo>
                  <a:pt x="1575817" y="8101"/>
                </a:lnTo>
                <a:lnTo>
                  <a:pt x="1575746" y="7781"/>
                </a:lnTo>
                <a:lnTo>
                  <a:pt x="1575663" y="7464"/>
                </a:lnTo>
                <a:lnTo>
                  <a:pt x="1575570" y="7152"/>
                </a:lnTo>
                <a:lnTo>
                  <a:pt x="1575466" y="6844"/>
                </a:lnTo>
                <a:lnTo>
                  <a:pt x="1575351" y="6540"/>
                </a:lnTo>
                <a:lnTo>
                  <a:pt x="1575225" y="6241"/>
                </a:lnTo>
                <a:lnTo>
                  <a:pt x="1575087" y="5945"/>
                </a:lnTo>
                <a:lnTo>
                  <a:pt x="1574939" y="5654"/>
                </a:lnTo>
                <a:lnTo>
                  <a:pt x="1574780" y="5367"/>
                </a:lnTo>
                <a:lnTo>
                  <a:pt x="1574610" y="5084"/>
                </a:lnTo>
                <a:lnTo>
                  <a:pt x="1574429" y="4805"/>
                </a:lnTo>
                <a:lnTo>
                  <a:pt x="1574237" y="4530"/>
                </a:lnTo>
                <a:lnTo>
                  <a:pt x="1574034" y="4260"/>
                </a:lnTo>
                <a:lnTo>
                  <a:pt x="1573820" y="3994"/>
                </a:lnTo>
                <a:lnTo>
                  <a:pt x="1573595" y="3732"/>
                </a:lnTo>
                <a:lnTo>
                  <a:pt x="1573359" y="3474"/>
                </a:lnTo>
                <a:lnTo>
                  <a:pt x="1573112" y="3220"/>
                </a:lnTo>
                <a:lnTo>
                  <a:pt x="1572855" y="2970"/>
                </a:lnTo>
                <a:lnTo>
                  <a:pt x="1572594" y="2728"/>
                </a:lnTo>
                <a:lnTo>
                  <a:pt x="1572330" y="2496"/>
                </a:lnTo>
                <a:lnTo>
                  <a:pt x="1572061" y="2274"/>
                </a:lnTo>
                <a:lnTo>
                  <a:pt x="1571787" y="2063"/>
                </a:lnTo>
                <a:lnTo>
                  <a:pt x="1571509" y="1862"/>
                </a:lnTo>
                <a:lnTo>
                  <a:pt x="1571227" y="1671"/>
                </a:lnTo>
                <a:lnTo>
                  <a:pt x="1570941" y="1490"/>
                </a:lnTo>
                <a:lnTo>
                  <a:pt x="1570650" y="1320"/>
                </a:lnTo>
                <a:lnTo>
                  <a:pt x="1570354" y="1160"/>
                </a:lnTo>
                <a:lnTo>
                  <a:pt x="1570055" y="1011"/>
                </a:lnTo>
                <a:lnTo>
                  <a:pt x="1569751" y="871"/>
                </a:lnTo>
                <a:lnTo>
                  <a:pt x="1569442" y="743"/>
                </a:lnTo>
                <a:lnTo>
                  <a:pt x="1569129" y="624"/>
                </a:lnTo>
                <a:lnTo>
                  <a:pt x="1568812" y="516"/>
                </a:lnTo>
                <a:lnTo>
                  <a:pt x="1568490" y="418"/>
                </a:lnTo>
                <a:lnTo>
                  <a:pt x="1568164" y="330"/>
                </a:lnTo>
                <a:lnTo>
                  <a:pt x="1567834" y="253"/>
                </a:lnTo>
                <a:lnTo>
                  <a:pt x="1567499" y="186"/>
                </a:lnTo>
                <a:lnTo>
                  <a:pt x="1567159" y="129"/>
                </a:lnTo>
                <a:lnTo>
                  <a:pt x="1566816" y="83"/>
                </a:lnTo>
                <a:lnTo>
                  <a:pt x="1566468" y="46"/>
                </a:lnTo>
                <a:lnTo>
                  <a:pt x="1566115" y="21"/>
                </a:lnTo>
                <a:lnTo>
                  <a:pt x="1565759" y="5"/>
                </a:lnTo>
                <a:lnTo>
                  <a:pt x="1565397" y="0"/>
                </a:lnTo>
                <a:lnTo>
                  <a:pt x="1565036" y="5"/>
                </a:lnTo>
                <a:lnTo>
                  <a:pt x="1564679" y="21"/>
                </a:lnTo>
                <a:lnTo>
                  <a:pt x="1564326" y="46"/>
                </a:lnTo>
                <a:lnTo>
                  <a:pt x="1563977" y="83"/>
                </a:lnTo>
                <a:lnTo>
                  <a:pt x="1563633" y="129"/>
                </a:lnTo>
                <a:lnTo>
                  <a:pt x="1563292" y="186"/>
                </a:lnTo>
                <a:lnTo>
                  <a:pt x="1562956" y="253"/>
                </a:lnTo>
                <a:lnTo>
                  <a:pt x="1562624" y="330"/>
                </a:lnTo>
                <a:lnTo>
                  <a:pt x="1562296" y="418"/>
                </a:lnTo>
                <a:lnTo>
                  <a:pt x="1561972" y="516"/>
                </a:lnTo>
                <a:lnTo>
                  <a:pt x="1561652" y="624"/>
                </a:lnTo>
                <a:lnTo>
                  <a:pt x="1561337" y="743"/>
                </a:lnTo>
                <a:lnTo>
                  <a:pt x="1561026" y="871"/>
                </a:lnTo>
                <a:lnTo>
                  <a:pt x="1560719" y="1011"/>
                </a:lnTo>
                <a:lnTo>
                  <a:pt x="1560416" y="1160"/>
                </a:lnTo>
                <a:lnTo>
                  <a:pt x="1560117" y="1320"/>
                </a:lnTo>
                <a:lnTo>
                  <a:pt x="1559822" y="1490"/>
                </a:lnTo>
                <a:lnTo>
                  <a:pt x="1559532" y="1671"/>
                </a:lnTo>
                <a:lnTo>
                  <a:pt x="1559246" y="1862"/>
                </a:lnTo>
                <a:lnTo>
                  <a:pt x="1558963" y="2063"/>
                </a:lnTo>
                <a:lnTo>
                  <a:pt x="1558686" y="2274"/>
                </a:lnTo>
                <a:lnTo>
                  <a:pt x="1558412" y="2496"/>
                </a:lnTo>
                <a:lnTo>
                  <a:pt x="1558142" y="2728"/>
                </a:lnTo>
                <a:lnTo>
                  <a:pt x="1557877" y="2970"/>
                </a:lnTo>
                <a:lnTo>
                  <a:pt x="1557624" y="3220"/>
                </a:lnTo>
                <a:lnTo>
                  <a:pt x="1557382" y="3474"/>
                </a:lnTo>
                <a:lnTo>
                  <a:pt x="1557151" y="3732"/>
                </a:lnTo>
                <a:lnTo>
                  <a:pt x="1556931" y="3994"/>
                </a:lnTo>
                <a:lnTo>
                  <a:pt x="1556721" y="4260"/>
                </a:lnTo>
                <a:lnTo>
                  <a:pt x="1556522" y="4530"/>
                </a:lnTo>
                <a:lnTo>
                  <a:pt x="1556334" y="4805"/>
                </a:lnTo>
                <a:lnTo>
                  <a:pt x="1556156" y="5084"/>
                </a:lnTo>
                <a:lnTo>
                  <a:pt x="1555990" y="5367"/>
                </a:lnTo>
                <a:lnTo>
                  <a:pt x="1555834" y="5654"/>
                </a:lnTo>
                <a:lnTo>
                  <a:pt x="1555689" y="5945"/>
                </a:lnTo>
                <a:lnTo>
                  <a:pt x="1555554" y="6241"/>
                </a:lnTo>
                <a:lnTo>
                  <a:pt x="1555431" y="6540"/>
                </a:lnTo>
                <a:lnTo>
                  <a:pt x="1555318" y="6844"/>
                </a:lnTo>
                <a:lnTo>
                  <a:pt x="1555216" y="7152"/>
                </a:lnTo>
                <a:lnTo>
                  <a:pt x="1555124" y="7464"/>
                </a:lnTo>
                <a:lnTo>
                  <a:pt x="1555044" y="7781"/>
                </a:lnTo>
                <a:lnTo>
                  <a:pt x="1554974" y="8101"/>
                </a:lnTo>
                <a:lnTo>
                  <a:pt x="1554914" y="8426"/>
                </a:lnTo>
                <a:lnTo>
                  <a:pt x="1554866" y="8755"/>
                </a:lnTo>
                <a:lnTo>
                  <a:pt x="1554828" y="9088"/>
                </a:lnTo>
                <a:lnTo>
                  <a:pt x="1554802" y="9425"/>
                </a:lnTo>
                <a:lnTo>
                  <a:pt x="1554785" y="9766"/>
                </a:lnTo>
                <a:lnTo>
                  <a:pt x="1554780" y="10112"/>
                </a:lnTo>
                <a:lnTo>
                  <a:pt x="1554785" y="10457"/>
                </a:lnTo>
                <a:lnTo>
                  <a:pt x="1554802" y="10799"/>
                </a:lnTo>
                <a:lnTo>
                  <a:pt x="1554828" y="11136"/>
                </a:lnTo>
                <a:lnTo>
                  <a:pt x="1554866" y="11469"/>
                </a:lnTo>
                <a:lnTo>
                  <a:pt x="1554914" y="11798"/>
                </a:lnTo>
                <a:lnTo>
                  <a:pt x="1554974" y="12122"/>
                </a:lnTo>
                <a:lnTo>
                  <a:pt x="1555044" y="12443"/>
                </a:lnTo>
                <a:lnTo>
                  <a:pt x="1555124" y="12759"/>
                </a:lnTo>
                <a:lnTo>
                  <a:pt x="1555216" y="13071"/>
                </a:lnTo>
                <a:lnTo>
                  <a:pt x="1555318" y="13379"/>
                </a:lnTo>
                <a:lnTo>
                  <a:pt x="1555431" y="13683"/>
                </a:lnTo>
                <a:lnTo>
                  <a:pt x="1555554" y="13983"/>
                </a:lnTo>
                <a:lnTo>
                  <a:pt x="1555689" y="14278"/>
                </a:lnTo>
                <a:lnTo>
                  <a:pt x="1555834" y="14569"/>
                </a:lnTo>
                <a:lnTo>
                  <a:pt x="1555990" y="14856"/>
                </a:lnTo>
                <a:lnTo>
                  <a:pt x="1556156" y="15139"/>
                </a:lnTo>
                <a:lnTo>
                  <a:pt x="1556334" y="15418"/>
                </a:lnTo>
                <a:lnTo>
                  <a:pt x="1556522" y="15693"/>
                </a:lnTo>
                <a:lnTo>
                  <a:pt x="1556721" y="15963"/>
                </a:lnTo>
                <a:lnTo>
                  <a:pt x="1556931" y="16230"/>
                </a:lnTo>
                <a:lnTo>
                  <a:pt x="1557151" y="16492"/>
                </a:lnTo>
                <a:lnTo>
                  <a:pt x="1557382" y="16750"/>
                </a:lnTo>
                <a:lnTo>
                  <a:pt x="1557624" y="17003"/>
                </a:lnTo>
                <a:lnTo>
                  <a:pt x="1557877" y="17253"/>
                </a:lnTo>
                <a:lnTo>
                  <a:pt x="1558142" y="17495"/>
                </a:lnTo>
                <a:lnTo>
                  <a:pt x="1558412" y="17727"/>
                </a:lnTo>
                <a:lnTo>
                  <a:pt x="1558686" y="17949"/>
                </a:lnTo>
                <a:lnTo>
                  <a:pt x="1558963" y="18161"/>
                </a:lnTo>
                <a:lnTo>
                  <a:pt x="1559246" y="18362"/>
                </a:lnTo>
                <a:lnTo>
                  <a:pt x="1559532" y="18553"/>
                </a:lnTo>
                <a:lnTo>
                  <a:pt x="1559822" y="18733"/>
                </a:lnTo>
                <a:lnTo>
                  <a:pt x="1560117" y="18903"/>
                </a:lnTo>
                <a:lnTo>
                  <a:pt x="1560416" y="19063"/>
                </a:lnTo>
                <a:lnTo>
                  <a:pt x="1560719" y="19213"/>
                </a:lnTo>
                <a:lnTo>
                  <a:pt x="1561026" y="19352"/>
                </a:lnTo>
                <a:lnTo>
                  <a:pt x="1561337" y="19481"/>
                </a:lnTo>
                <a:lnTo>
                  <a:pt x="1561652" y="19599"/>
                </a:lnTo>
                <a:lnTo>
                  <a:pt x="1561972" y="19708"/>
                </a:lnTo>
                <a:lnTo>
                  <a:pt x="1562296" y="19806"/>
                </a:lnTo>
                <a:lnTo>
                  <a:pt x="1562624" y="19893"/>
                </a:lnTo>
                <a:lnTo>
                  <a:pt x="1562956" y="19971"/>
                </a:lnTo>
                <a:lnTo>
                  <a:pt x="1563292" y="20038"/>
                </a:lnTo>
                <a:lnTo>
                  <a:pt x="1563633" y="20094"/>
                </a:lnTo>
                <a:lnTo>
                  <a:pt x="1563977" y="20141"/>
                </a:lnTo>
                <a:lnTo>
                  <a:pt x="1564326" y="20177"/>
                </a:lnTo>
                <a:lnTo>
                  <a:pt x="1564679" y="20203"/>
                </a:lnTo>
                <a:lnTo>
                  <a:pt x="1565036" y="20218"/>
                </a:lnTo>
                <a:lnTo>
                  <a:pt x="1565397" y="20223"/>
                </a:lnTo>
                <a:lnTo>
                  <a:pt x="1565759" y="20218"/>
                </a:lnTo>
                <a:lnTo>
                  <a:pt x="1566115" y="20203"/>
                </a:lnTo>
                <a:lnTo>
                  <a:pt x="1566468" y="20177"/>
                </a:lnTo>
                <a:lnTo>
                  <a:pt x="1566816" y="20141"/>
                </a:lnTo>
                <a:lnTo>
                  <a:pt x="1567159" y="20094"/>
                </a:lnTo>
                <a:close/>
                <a:moveTo>
                  <a:pt x="1591956" y="36402"/>
                </a:moveTo>
                <a:lnTo>
                  <a:pt x="1591956" y="49042"/>
                </a:lnTo>
                <a:lnTo>
                  <a:pt x="1606618" y="49042"/>
                </a:lnTo>
                <a:lnTo>
                  <a:pt x="1606618" y="109712"/>
                </a:lnTo>
                <a:lnTo>
                  <a:pt x="1606625" y="110412"/>
                </a:lnTo>
                <a:lnTo>
                  <a:pt x="1606645" y="111103"/>
                </a:lnTo>
                <a:lnTo>
                  <a:pt x="1606679" y="111783"/>
                </a:lnTo>
                <a:lnTo>
                  <a:pt x="1606727" y="112454"/>
                </a:lnTo>
                <a:lnTo>
                  <a:pt x="1606788" y="113114"/>
                </a:lnTo>
                <a:lnTo>
                  <a:pt x="1606863" y="113764"/>
                </a:lnTo>
                <a:lnTo>
                  <a:pt x="1606951" y="114404"/>
                </a:lnTo>
                <a:lnTo>
                  <a:pt x="1607054" y="115034"/>
                </a:lnTo>
                <a:lnTo>
                  <a:pt x="1607169" y="115654"/>
                </a:lnTo>
                <a:lnTo>
                  <a:pt x="1607298" y="116264"/>
                </a:lnTo>
                <a:lnTo>
                  <a:pt x="1607441" y="116864"/>
                </a:lnTo>
                <a:lnTo>
                  <a:pt x="1607598" y="117453"/>
                </a:lnTo>
                <a:lnTo>
                  <a:pt x="1607768" y="118033"/>
                </a:lnTo>
                <a:lnTo>
                  <a:pt x="1607951" y="118602"/>
                </a:lnTo>
                <a:lnTo>
                  <a:pt x="1608149" y="119162"/>
                </a:lnTo>
                <a:lnTo>
                  <a:pt x="1608360" y="119711"/>
                </a:lnTo>
                <a:lnTo>
                  <a:pt x="1608584" y="120250"/>
                </a:lnTo>
                <a:lnTo>
                  <a:pt x="1608822" y="120779"/>
                </a:lnTo>
                <a:lnTo>
                  <a:pt x="1609074" y="121298"/>
                </a:lnTo>
                <a:lnTo>
                  <a:pt x="1609339" y="121807"/>
                </a:lnTo>
                <a:lnTo>
                  <a:pt x="1609618" y="122306"/>
                </a:lnTo>
                <a:lnTo>
                  <a:pt x="1609911" y="122794"/>
                </a:lnTo>
                <a:lnTo>
                  <a:pt x="1610217" y="123273"/>
                </a:lnTo>
                <a:lnTo>
                  <a:pt x="1610536" y="123742"/>
                </a:lnTo>
                <a:lnTo>
                  <a:pt x="1610872" y="124200"/>
                </a:lnTo>
                <a:lnTo>
                  <a:pt x="1611214" y="124649"/>
                </a:lnTo>
                <a:lnTo>
                  <a:pt x="1611563" y="125087"/>
                </a:lnTo>
                <a:lnTo>
                  <a:pt x="1611920" y="125516"/>
                </a:lnTo>
                <a:lnTo>
                  <a:pt x="1612283" y="125935"/>
                </a:lnTo>
                <a:lnTo>
                  <a:pt x="1612654" y="126345"/>
                </a:lnTo>
                <a:lnTo>
                  <a:pt x="1613031" y="126744"/>
                </a:lnTo>
                <a:lnTo>
                  <a:pt x="1613415" y="127133"/>
                </a:lnTo>
                <a:lnTo>
                  <a:pt x="1613807" y="127513"/>
                </a:lnTo>
                <a:lnTo>
                  <a:pt x="1614205" y="127882"/>
                </a:lnTo>
                <a:lnTo>
                  <a:pt x="1614611" y="128242"/>
                </a:lnTo>
                <a:lnTo>
                  <a:pt x="1615023" y="128592"/>
                </a:lnTo>
                <a:lnTo>
                  <a:pt x="1615443" y="128932"/>
                </a:lnTo>
                <a:lnTo>
                  <a:pt x="1615870" y="129262"/>
                </a:lnTo>
                <a:lnTo>
                  <a:pt x="1616303" y="129582"/>
                </a:lnTo>
                <a:lnTo>
                  <a:pt x="1616744" y="129893"/>
                </a:lnTo>
                <a:lnTo>
                  <a:pt x="1617192" y="130193"/>
                </a:lnTo>
                <a:lnTo>
                  <a:pt x="1617646" y="130484"/>
                </a:lnTo>
                <a:lnTo>
                  <a:pt x="1618108" y="130765"/>
                </a:lnTo>
                <a:lnTo>
                  <a:pt x="1618577" y="131036"/>
                </a:lnTo>
                <a:lnTo>
                  <a:pt x="1619052" y="131297"/>
                </a:lnTo>
                <a:lnTo>
                  <a:pt x="1619535" y="131548"/>
                </a:lnTo>
                <a:lnTo>
                  <a:pt x="1620025" y="131789"/>
                </a:lnTo>
                <a:lnTo>
                  <a:pt x="1620522" y="132020"/>
                </a:lnTo>
                <a:lnTo>
                  <a:pt x="1621028" y="132242"/>
                </a:lnTo>
                <a:lnTo>
                  <a:pt x="1621535" y="132455"/>
                </a:lnTo>
                <a:lnTo>
                  <a:pt x="1622042" y="132657"/>
                </a:lnTo>
                <a:lnTo>
                  <a:pt x="1622551" y="132851"/>
                </a:lnTo>
                <a:lnTo>
                  <a:pt x="1623061" y="133035"/>
                </a:lnTo>
                <a:lnTo>
                  <a:pt x="1623571" y="133209"/>
                </a:lnTo>
                <a:lnTo>
                  <a:pt x="1624082" y="133375"/>
                </a:lnTo>
                <a:lnTo>
                  <a:pt x="1624594" y="133530"/>
                </a:lnTo>
                <a:lnTo>
                  <a:pt x="1625108" y="133676"/>
                </a:lnTo>
                <a:lnTo>
                  <a:pt x="1625621" y="133813"/>
                </a:lnTo>
                <a:lnTo>
                  <a:pt x="1626136" y="133941"/>
                </a:lnTo>
                <a:lnTo>
                  <a:pt x="1626652" y="134059"/>
                </a:lnTo>
                <a:lnTo>
                  <a:pt x="1627168" y="134167"/>
                </a:lnTo>
                <a:lnTo>
                  <a:pt x="1627686" y="134266"/>
                </a:lnTo>
                <a:lnTo>
                  <a:pt x="1628204" y="134356"/>
                </a:lnTo>
                <a:lnTo>
                  <a:pt x="1628723" y="134436"/>
                </a:lnTo>
                <a:lnTo>
                  <a:pt x="1629244" y="134507"/>
                </a:lnTo>
                <a:lnTo>
                  <a:pt x="1629764" y="134568"/>
                </a:lnTo>
                <a:lnTo>
                  <a:pt x="1630286" y="134620"/>
                </a:lnTo>
                <a:lnTo>
                  <a:pt x="1630809" y="134663"/>
                </a:lnTo>
                <a:lnTo>
                  <a:pt x="1631333" y="134696"/>
                </a:lnTo>
                <a:lnTo>
                  <a:pt x="1631857" y="134719"/>
                </a:lnTo>
                <a:lnTo>
                  <a:pt x="1632382" y="134733"/>
                </a:lnTo>
                <a:lnTo>
                  <a:pt x="1632909" y="134738"/>
                </a:lnTo>
                <a:lnTo>
                  <a:pt x="1633254" y="134737"/>
                </a:lnTo>
                <a:lnTo>
                  <a:pt x="1633594" y="134734"/>
                </a:lnTo>
                <a:lnTo>
                  <a:pt x="1633929" y="134728"/>
                </a:lnTo>
                <a:lnTo>
                  <a:pt x="1634259" y="134720"/>
                </a:lnTo>
                <a:lnTo>
                  <a:pt x="1634583" y="134711"/>
                </a:lnTo>
                <a:lnTo>
                  <a:pt x="1634903" y="134699"/>
                </a:lnTo>
                <a:lnTo>
                  <a:pt x="1635218" y="134684"/>
                </a:lnTo>
                <a:lnTo>
                  <a:pt x="1635528" y="134668"/>
                </a:lnTo>
                <a:lnTo>
                  <a:pt x="1635833" y="134649"/>
                </a:lnTo>
                <a:lnTo>
                  <a:pt x="1636132" y="134628"/>
                </a:lnTo>
                <a:lnTo>
                  <a:pt x="1636427" y="134605"/>
                </a:lnTo>
                <a:lnTo>
                  <a:pt x="1636716" y="134580"/>
                </a:lnTo>
                <a:lnTo>
                  <a:pt x="1637001" y="134553"/>
                </a:lnTo>
                <a:lnTo>
                  <a:pt x="1637280" y="134523"/>
                </a:lnTo>
                <a:lnTo>
                  <a:pt x="1637555" y="134491"/>
                </a:lnTo>
                <a:lnTo>
                  <a:pt x="1637824" y="134457"/>
                </a:lnTo>
                <a:lnTo>
                  <a:pt x="1638088" y="134421"/>
                </a:lnTo>
                <a:lnTo>
                  <a:pt x="1638348" y="134383"/>
                </a:lnTo>
                <a:lnTo>
                  <a:pt x="1638602" y="134342"/>
                </a:lnTo>
                <a:lnTo>
                  <a:pt x="1638851" y="134299"/>
                </a:lnTo>
                <a:lnTo>
                  <a:pt x="1639095" y="134254"/>
                </a:lnTo>
                <a:lnTo>
                  <a:pt x="1639334" y="134207"/>
                </a:lnTo>
                <a:lnTo>
                  <a:pt x="1639568" y="134158"/>
                </a:lnTo>
                <a:lnTo>
                  <a:pt x="1639797" y="134106"/>
                </a:lnTo>
                <a:lnTo>
                  <a:pt x="1640021" y="134059"/>
                </a:lnTo>
                <a:lnTo>
                  <a:pt x="1640242" y="134011"/>
                </a:lnTo>
                <a:lnTo>
                  <a:pt x="1640458" y="133964"/>
                </a:lnTo>
                <a:lnTo>
                  <a:pt x="1640670" y="133916"/>
                </a:lnTo>
                <a:lnTo>
                  <a:pt x="1640877" y="133869"/>
                </a:lnTo>
                <a:lnTo>
                  <a:pt x="1641081" y="133822"/>
                </a:lnTo>
                <a:lnTo>
                  <a:pt x="1641280" y="133774"/>
                </a:lnTo>
                <a:lnTo>
                  <a:pt x="1641475" y="133727"/>
                </a:lnTo>
                <a:lnTo>
                  <a:pt x="1641666" y="133679"/>
                </a:lnTo>
                <a:lnTo>
                  <a:pt x="1641853" y="133632"/>
                </a:lnTo>
                <a:lnTo>
                  <a:pt x="1642036" y="133585"/>
                </a:lnTo>
                <a:lnTo>
                  <a:pt x="1642214" y="133537"/>
                </a:lnTo>
                <a:lnTo>
                  <a:pt x="1642389" y="133490"/>
                </a:lnTo>
                <a:lnTo>
                  <a:pt x="1642559" y="133442"/>
                </a:lnTo>
                <a:lnTo>
                  <a:pt x="1642725" y="133395"/>
                </a:lnTo>
                <a:lnTo>
                  <a:pt x="1642887" y="133348"/>
                </a:lnTo>
                <a:lnTo>
                  <a:pt x="1643045" y="133300"/>
                </a:lnTo>
                <a:lnTo>
                  <a:pt x="1643198" y="133253"/>
                </a:lnTo>
                <a:lnTo>
                  <a:pt x="1643347" y="133205"/>
                </a:lnTo>
                <a:lnTo>
                  <a:pt x="1643493" y="133158"/>
                </a:lnTo>
                <a:lnTo>
                  <a:pt x="1643634" y="133111"/>
                </a:lnTo>
                <a:lnTo>
                  <a:pt x="1643770" y="133063"/>
                </a:lnTo>
                <a:lnTo>
                  <a:pt x="1643903" y="133016"/>
                </a:lnTo>
                <a:lnTo>
                  <a:pt x="1644031" y="132968"/>
                </a:lnTo>
                <a:lnTo>
                  <a:pt x="1640998" y="119571"/>
                </a:lnTo>
                <a:lnTo>
                  <a:pt x="1640918" y="119587"/>
                </a:lnTo>
                <a:lnTo>
                  <a:pt x="1640836" y="119603"/>
                </a:lnTo>
                <a:lnTo>
                  <a:pt x="1640751" y="119620"/>
                </a:lnTo>
                <a:lnTo>
                  <a:pt x="1640664" y="119637"/>
                </a:lnTo>
                <a:lnTo>
                  <a:pt x="1640575" y="119655"/>
                </a:lnTo>
                <a:lnTo>
                  <a:pt x="1640484" y="119673"/>
                </a:lnTo>
                <a:lnTo>
                  <a:pt x="1640391" y="119692"/>
                </a:lnTo>
                <a:lnTo>
                  <a:pt x="1640296" y="119711"/>
                </a:lnTo>
                <a:lnTo>
                  <a:pt x="1640198" y="119730"/>
                </a:lnTo>
                <a:lnTo>
                  <a:pt x="1640098" y="119750"/>
                </a:lnTo>
                <a:lnTo>
                  <a:pt x="1639996" y="119771"/>
                </a:lnTo>
                <a:lnTo>
                  <a:pt x="1639892" y="119792"/>
                </a:lnTo>
                <a:lnTo>
                  <a:pt x="1639786" y="119813"/>
                </a:lnTo>
                <a:lnTo>
                  <a:pt x="1639677" y="119835"/>
                </a:lnTo>
                <a:lnTo>
                  <a:pt x="1639566" y="119857"/>
                </a:lnTo>
                <a:lnTo>
                  <a:pt x="1639453" y="119879"/>
                </a:lnTo>
                <a:lnTo>
                  <a:pt x="1639338" y="119903"/>
                </a:lnTo>
                <a:lnTo>
                  <a:pt x="1639220" y="119926"/>
                </a:lnTo>
                <a:lnTo>
                  <a:pt x="1639101" y="119950"/>
                </a:lnTo>
                <a:lnTo>
                  <a:pt x="1638979" y="119974"/>
                </a:lnTo>
                <a:lnTo>
                  <a:pt x="1638855" y="119999"/>
                </a:lnTo>
                <a:lnTo>
                  <a:pt x="1638729" y="120024"/>
                </a:lnTo>
                <a:lnTo>
                  <a:pt x="1638601" y="120050"/>
                </a:lnTo>
                <a:lnTo>
                  <a:pt x="1638470" y="120076"/>
                </a:lnTo>
                <a:lnTo>
                  <a:pt x="1638337" y="120097"/>
                </a:lnTo>
                <a:lnTo>
                  <a:pt x="1638201" y="120116"/>
                </a:lnTo>
                <a:lnTo>
                  <a:pt x="1638061" y="120135"/>
                </a:lnTo>
                <a:lnTo>
                  <a:pt x="1637919" y="120153"/>
                </a:lnTo>
                <a:lnTo>
                  <a:pt x="1637773" y="120170"/>
                </a:lnTo>
                <a:lnTo>
                  <a:pt x="1637625" y="120187"/>
                </a:lnTo>
                <a:lnTo>
                  <a:pt x="1637473" y="120202"/>
                </a:lnTo>
                <a:lnTo>
                  <a:pt x="1637318" y="120217"/>
                </a:lnTo>
                <a:lnTo>
                  <a:pt x="1637161" y="120230"/>
                </a:lnTo>
                <a:lnTo>
                  <a:pt x="1637000" y="120243"/>
                </a:lnTo>
                <a:lnTo>
                  <a:pt x="1636836" y="120255"/>
                </a:lnTo>
                <a:lnTo>
                  <a:pt x="1636669" y="120266"/>
                </a:lnTo>
                <a:lnTo>
                  <a:pt x="1636499" y="120276"/>
                </a:lnTo>
                <a:lnTo>
                  <a:pt x="1636326" y="120285"/>
                </a:lnTo>
                <a:lnTo>
                  <a:pt x="1636149" y="120293"/>
                </a:lnTo>
                <a:lnTo>
                  <a:pt x="1635970" y="120301"/>
                </a:lnTo>
                <a:lnTo>
                  <a:pt x="1635788" y="120307"/>
                </a:lnTo>
                <a:lnTo>
                  <a:pt x="1635602" y="120313"/>
                </a:lnTo>
                <a:lnTo>
                  <a:pt x="1635414" y="120318"/>
                </a:lnTo>
                <a:lnTo>
                  <a:pt x="1635222" y="120322"/>
                </a:lnTo>
                <a:lnTo>
                  <a:pt x="1635028" y="120325"/>
                </a:lnTo>
                <a:lnTo>
                  <a:pt x="1634830" y="120327"/>
                </a:lnTo>
                <a:lnTo>
                  <a:pt x="1634629" y="120328"/>
                </a:lnTo>
                <a:lnTo>
                  <a:pt x="1634425" y="120329"/>
                </a:lnTo>
                <a:lnTo>
                  <a:pt x="1634152" y="120327"/>
                </a:lnTo>
                <a:lnTo>
                  <a:pt x="1633880" y="120322"/>
                </a:lnTo>
                <a:lnTo>
                  <a:pt x="1633609" y="120313"/>
                </a:lnTo>
                <a:lnTo>
                  <a:pt x="1633339" y="120301"/>
                </a:lnTo>
                <a:lnTo>
                  <a:pt x="1633070" y="120285"/>
                </a:lnTo>
                <a:lnTo>
                  <a:pt x="1632802" y="120266"/>
                </a:lnTo>
                <a:lnTo>
                  <a:pt x="1632535" y="120243"/>
                </a:lnTo>
                <a:lnTo>
                  <a:pt x="1632270" y="120217"/>
                </a:lnTo>
                <a:lnTo>
                  <a:pt x="1632005" y="120187"/>
                </a:lnTo>
                <a:lnTo>
                  <a:pt x="1631742" y="120153"/>
                </a:lnTo>
                <a:lnTo>
                  <a:pt x="1631479" y="120116"/>
                </a:lnTo>
                <a:lnTo>
                  <a:pt x="1631218" y="120076"/>
                </a:lnTo>
                <a:lnTo>
                  <a:pt x="1630958" y="120032"/>
                </a:lnTo>
                <a:lnTo>
                  <a:pt x="1630699" y="119985"/>
                </a:lnTo>
                <a:lnTo>
                  <a:pt x="1630441" y="119934"/>
                </a:lnTo>
                <a:lnTo>
                  <a:pt x="1630184" y="119879"/>
                </a:lnTo>
                <a:lnTo>
                  <a:pt x="1629928" y="119822"/>
                </a:lnTo>
                <a:lnTo>
                  <a:pt x="1629674" y="119760"/>
                </a:lnTo>
                <a:lnTo>
                  <a:pt x="1629420" y="119695"/>
                </a:lnTo>
                <a:lnTo>
                  <a:pt x="1629168" y="119627"/>
                </a:lnTo>
                <a:lnTo>
                  <a:pt x="1628916" y="119555"/>
                </a:lnTo>
                <a:lnTo>
                  <a:pt x="1628666" y="119479"/>
                </a:lnTo>
                <a:lnTo>
                  <a:pt x="1628417" y="119400"/>
                </a:lnTo>
                <a:lnTo>
                  <a:pt x="1628169" y="119318"/>
                </a:lnTo>
                <a:lnTo>
                  <a:pt x="1627928" y="119225"/>
                </a:lnTo>
                <a:lnTo>
                  <a:pt x="1627691" y="119125"/>
                </a:lnTo>
                <a:lnTo>
                  <a:pt x="1627458" y="119018"/>
                </a:lnTo>
                <a:lnTo>
                  <a:pt x="1627228" y="118903"/>
                </a:lnTo>
                <a:lnTo>
                  <a:pt x="1627001" y="118782"/>
                </a:lnTo>
                <a:lnTo>
                  <a:pt x="1626778" y="118654"/>
                </a:lnTo>
                <a:lnTo>
                  <a:pt x="1626559" y="118519"/>
                </a:lnTo>
                <a:lnTo>
                  <a:pt x="1626343" y="118377"/>
                </a:lnTo>
                <a:lnTo>
                  <a:pt x="1626131" y="118228"/>
                </a:lnTo>
                <a:lnTo>
                  <a:pt x="1625922" y="118071"/>
                </a:lnTo>
                <a:lnTo>
                  <a:pt x="1625716" y="117908"/>
                </a:lnTo>
                <a:lnTo>
                  <a:pt x="1625514" y="117738"/>
                </a:lnTo>
                <a:lnTo>
                  <a:pt x="1625316" y="117560"/>
                </a:lnTo>
                <a:lnTo>
                  <a:pt x="1625121" y="117376"/>
                </a:lnTo>
                <a:lnTo>
                  <a:pt x="1624930" y="117185"/>
                </a:lnTo>
                <a:lnTo>
                  <a:pt x="1624742" y="116986"/>
                </a:lnTo>
                <a:lnTo>
                  <a:pt x="1624558" y="116781"/>
                </a:lnTo>
                <a:lnTo>
                  <a:pt x="1624377" y="116569"/>
                </a:lnTo>
                <a:lnTo>
                  <a:pt x="1624199" y="116349"/>
                </a:lnTo>
                <a:lnTo>
                  <a:pt x="1624026" y="116123"/>
                </a:lnTo>
                <a:lnTo>
                  <a:pt x="1623855" y="115889"/>
                </a:lnTo>
                <a:lnTo>
                  <a:pt x="1623689" y="115649"/>
                </a:lnTo>
                <a:lnTo>
                  <a:pt x="1623525" y="115401"/>
                </a:lnTo>
                <a:lnTo>
                  <a:pt x="1623366" y="115147"/>
                </a:lnTo>
                <a:lnTo>
                  <a:pt x="1623216" y="114878"/>
                </a:lnTo>
                <a:lnTo>
                  <a:pt x="1623073" y="114598"/>
                </a:lnTo>
                <a:lnTo>
                  <a:pt x="1622936" y="114307"/>
                </a:lnTo>
                <a:lnTo>
                  <a:pt x="1622806" y="114006"/>
                </a:lnTo>
                <a:lnTo>
                  <a:pt x="1622682" y="113693"/>
                </a:lnTo>
                <a:lnTo>
                  <a:pt x="1622564" y="113369"/>
                </a:lnTo>
                <a:lnTo>
                  <a:pt x="1622452" y="113035"/>
                </a:lnTo>
                <a:lnTo>
                  <a:pt x="1622347" y="112689"/>
                </a:lnTo>
                <a:lnTo>
                  <a:pt x="1622249" y="112332"/>
                </a:lnTo>
                <a:lnTo>
                  <a:pt x="1622157" y="111965"/>
                </a:lnTo>
                <a:lnTo>
                  <a:pt x="1622071" y="111586"/>
                </a:lnTo>
                <a:lnTo>
                  <a:pt x="1621991" y="111197"/>
                </a:lnTo>
                <a:lnTo>
                  <a:pt x="1621918" y="110796"/>
                </a:lnTo>
                <a:lnTo>
                  <a:pt x="1621851" y="110385"/>
                </a:lnTo>
                <a:lnTo>
                  <a:pt x="1621791" y="109962"/>
                </a:lnTo>
                <a:lnTo>
                  <a:pt x="1621737" y="109529"/>
                </a:lnTo>
                <a:lnTo>
                  <a:pt x="1621689" y="109085"/>
                </a:lnTo>
                <a:lnTo>
                  <a:pt x="1621647" y="108629"/>
                </a:lnTo>
                <a:lnTo>
                  <a:pt x="1621612" y="108163"/>
                </a:lnTo>
                <a:lnTo>
                  <a:pt x="1621584" y="107686"/>
                </a:lnTo>
                <a:lnTo>
                  <a:pt x="1621562" y="107198"/>
                </a:lnTo>
                <a:lnTo>
                  <a:pt x="1621546" y="106698"/>
                </a:lnTo>
                <a:lnTo>
                  <a:pt x="1621536" y="106188"/>
                </a:lnTo>
                <a:lnTo>
                  <a:pt x="1621533" y="105667"/>
                </a:lnTo>
                <a:lnTo>
                  <a:pt x="1621533" y="49042"/>
                </a:lnTo>
                <a:lnTo>
                  <a:pt x="1642262" y="49042"/>
                </a:lnTo>
                <a:lnTo>
                  <a:pt x="1642262" y="36402"/>
                </a:lnTo>
                <a:lnTo>
                  <a:pt x="1621533" y="36402"/>
                </a:lnTo>
                <a:lnTo>
                  <a:pt x="1621533" y="13145"/>
                </a:lnTo>
                <a:lnTo>
                  <a:pt x="1606618" y="13145"/>
                </a:lnTo>
                <a:lnTo>
                  <a:pt x="1606618" y="36402"/>
                </a:lnTo>
                <a:lnTo>
                  <a:pt x="1591956" y="36402"/>
                </a:lnTo>
                <a:close/>
                <a:moveTo>
                  <a:pt x="1681903" y="71003"/>
                </a:moveTo>
                <a:lnTo>
                  <a:pt x="1681977" y="70354"/>
                </a:lnTo>
                <a:lnTo>
                  <a:pt x="1682062" y="69714"/>
                </a:lnTo>
                <a:lnTo>
                  <a:pt x="1682159" y="69083"/>
                </a:lnTo>
                <a:lnTo>
                  <a:pt x="1682268" y="68461"/>
                </a:lnTo>
                <a:lnTo>
                  <a:pt x="1682388" y="67847"/>
                </a:lnTo>
                <a:lnTo>
                  <a:pt x="1682519" y="67243"/>
                </a:lnTo>
                <a:lnTo>
                  <a:pt x="1682662" y="66647"/>
                </a:lnTo>
                <a:lnTo>
                  <a:pt x="1682816" y="66059"/>
                </a:lnTo>
                <a:lnTo>
                  <a:pt x="1682981" y="65481"/>
                </a:lnTo>
                <a:lnTo>
                  <a:pt x="1683158" y="64911"/>
                </a:lnTo>
                <a:lnTo>
                  <a:pt x="1683346" y="64350"/>
                </a:lnTo>
                <a:lnTo>
                  <a:pt x="1683546" y="63798"/>
                </a:lnTo>
                <a:lnTo>
                  <a:pt x="1683757" y="63255"/>
                </a:lnTo>
                <a:lnTo>
                  <a:pt x="1683979" y="62720"/>
                </a:lnTo>
                <a:lnTo>
                  <a:pt x="1684213" y="62195"/>
                </a:lnTo>
                <a:lnTo>
                  <a:pt x="1684459" y="61678"/>
                </a:lnTo>
                <a:lnTo>
                  <a:pt x="1684716" y="61169"/>
                </a:lnTo>
                <a:lnTo>
                  <a:pt x="1684984" y="60670"/>
                </a:lnTo>
                <a:lnTo>
                  <a:pt x="1685267" y="60180"/>
                </a:lnTo>
                <a:lnTo>
                  <a:pt x="1685559" y="59700"/>
                </a:lnTo>
                <a:lnTo>
                  <a:pt x="1685859" y="59229"/>
                </a:lnTo>
                <a:lnTo>
                  <a:pt x="1686167" y="58769"/>
                </a:lnTo>
                <a:lnTo>
                  <a:pt x="1686483" y="58318"/>
                </a:lnTo>
                <a:lnTo>
                  <a:pt x="1686808" y="57877"/>
                </a:lnTo>
                <a:lnTo>
                  <a:pt x="1687142" y="57447"/>
                </a:lnTo>
                <a:lnTo>
                  <a:pt x="1687483" y="57026"/>
                </a:lnTo>
                <a:lnTo>
                  <a:pt x="1687833" y="56614"/>
                </a:lnTo>
                <a:lnTo>
                  <a:pt x="1688192" y="56213"/>
                </a:lnTo>
                <a:lnTo>
                  <a:pt x="1688559" y="55822"/>
                </a:lnTo>
                <a:lnTo>
                  <a:pt x="1688934" y="55440"/>
                </a:lnTo>
                <a:lnTo>
                  <a:pt x="1689317" y="55069"/>
                </a:lnTo>
                <a:lnTo>
                  <a:pt x="1689709" y="54707"/>
                </a:lnTo>
                <a:lnTo>
                  <a:pt x="1690109" y="54355"/>
                </a:lnTo>
                <a:lnTo>
                  <a:pt x="1690517" y="54013"/>
                </a:lnTo>
                <a:lnTo>
                  <a:pt x="1690934" y="53681"/>
                </a:lnTo>
                <a:lnTo>
                  <a:pt x="1691359" y="53359"/>
                </a:lnTo>
                <a:lnTo>
                  <a:pt x="1691792" y="53046"/>
                </a:lnTo>
                <a:lnTo>
                  <a:pt x="1692234" y="52744"/>
                </a:lnTo>
                <a:lnTo>
                  <a:pt x="1692684" y="52451"/>
                </a:lnTo>
                <a:lnTo>
                  <a:pt x="1693142" y="52169"/>
                </a:lnTo>
                <a:lnTo>
                  <a:pt x="1693609" y="51896"/>
                </a:lnTo>
                <a:lnTo>
                  <a:pt x="1694084" y="51633"/>
                </a:lnTo>
                <a:lnTo>
                  <a:pt x="1694571" y="51380"/>
                </a:lnTo>
                <a:lnTo>
                  <a:pt x="1695064" y="51138"/>
                </a:lnTo>
                <a:lnTo>
                  <a:pt x="1695561" y="50907"/>
                </a:lnTo>
                <a:lnTo>
                  <a:pt x="1696064" y="50686"/>
                </a:lnTo>
                <a:lnTo>
                  <a:pt x="1696573" y="50477"/>
                </a:lnTo>
                <a:lnTo>
                  <a:pt x="1697086" y="50278"/>
                </a:lnTo>
                <a:lnTo>
                  <a:pt x="1697605" y="50090"/>
                </a:lnTo>
                <a:lnTo>
                  <a:pt x="1698129" y="49912"/>
                </a:lnTo>
                <a:lnTo>
                  <a:pt x="1698658" y="49746"/>
                </a:lnTo>
                <a:lnTo>
                  <a:pt x="1699193" y="49590"/>
                </a:lnTo>
                <a:lnTo>
                  <a:pt x="1699732" y="49445"/>
                </a:lnTo>
                <a:lnTo>
                  <a:pt x="1700278" y="49310"/>
                </a:lnTo>
                <a:lnTo>
                  <a:pt x="1700828" y="49187"/>
                </a:lnTo>
                <a:lnTo>
                  <a:pt x="1701384" y="49074"/>
                </a:lnTo>
                <a:lnTo>
                  <a:pt x="1701944" y="48971"/>
                </a:lnTo>
                <a:lnTo>
                  <a:pt x="1702511" y="48880"/>
                </a:lnTo>
                <a:lnTo>
                  <a:pt x="1703082" y="48799"/>
                </a:lnTo>
                <a:lnTo>
                  <a:pt x="1703659" y="48730"/>
                </a:lnTo>
                <a:lnTo>
                  <a:pt x="1704241" y="48670"/>
                </a:lnTo>
                <a:lnTo>
                  <a:pt x="1704828" y="48622"/>
                </a:lnTo>
                <a:lnTo>
                  <a:pt x="1705420" y="48584"/>
                </a:lnTo>
                <a:lnTo>
                  <a:pt x="1706018" y="48558"/>
                </a:lnTo>
                <a:lnTo>
                  <a:pt x="1706621" y="48541"/>
                </a:lnTo>
                <a:lnTo>
                  <a:pt x="1707229" y="48536"/>
                </a:lnTo>
                <a:lnTo>
                  <a:pt x="1708101" y="48547"/>
                </a:lnTo>
                <a:lnTo>
                  <a:pt x="1708956" y="48580"/>
                </a:lnTo>
                <a:lnTo>
                  <a:pt x="1709796" y="48636"/>
                </a:lnTo>
                <a:lnTo>
                  <a:pt x="1710619" y="48713"/>
                </a:lnTo>
                <a:lnTo>
                  <a:pt x="1711427" y="48813"/>
                </a:lnTo>
                <a:lnTo>
                  <a:pt x="1712218" y="48935"/>
                </a:lnTo>
                <a:lnTo>
                  <a:pt x="1712993" y="49079"/>
                </a:lnTo>
                <a:lnTo>
                  <a:pt x="1713753" y="49245"/>
                </a:lnTo>
                <a:lnTo>
                  <a:pt x="1714496" y="49434"/>
                </a:lnTo>
                <a:lnTo>
                  <a:pt x="1715223" y="49644"/>
                </a:lnTo>
                <a:lnTo>
                  <a:pt x="1715935" y="49877"/>
                </a:lnTo>
                <a:lnTo>
                  <a:pt x="1716630" y="50132"/>
                </a:lnTo>
                <a:lnTo>
                  <a:pt x="1717309" y="50409"/>
                </a:lnTo>
                <a:lnTo>
                  <a:pt x="1717973" y="50708"/>
                </a:lnTo>
                <a:lnTo>
                  <a:pt x="1718620" y="51029"/>
                </a:lnTo>
                <a:lnTo>
                  <a:pt x="1719251" y="51373"/>
                </a:lnTo>
                <a:lnTo>
                  <a:pt x="1719866" y="51739"/>
                </a:lnTo>
                <a:lnTo>
                  <a:pt x="1720465" y="52126"/>
                </a:lnTo>
                <a:lnTo>
                  <a:pt x="1721049" y="52536"/>
                </a:lnTo>
                <a:lnTo>
                  <a:pt x="1721616" y="52969"/>
                </a:lnTo>
                <a:lnTo>
                  <a:pt x="1722167" y="53423"/>
                </a:lnTo>
                <a:lnTo>
                  <a:pt x="1722702" y="53899"/>
                </a:lnTo>
                <a:lnTo>
                  <a:pt x="1723221" y="54398"/>
                </a:lnTo>
                <a:lnTo>
                  <a:pt x="1723724" y="54919"/>
                </a:lnTo>
                <a:lnTo>
                  <a:pt x="1724214" y="55455"/>
                </a:lnTo>
                <a:lnTo>
                  <a:pt x="1724683" y="56009"/>
                </a:lnTo>
                <a:lnTo>
                  <a:pt x="1725131" y="56581"/>
                </a:lnTo>
                <a:lnTo>
                  <a:pt x="1725559" y="57171"/>
                </a:lnTo>
                <a:lnTo>
                  <a:pt x="1725965" y="57780"/>
                </a:lnTo>
                <a:lnTo>
                  <a:pt x="1726351" y="58407"/>
                </a:lnTo>
                <a:lnTo>
                  <a:pt x="1726715" y="59052"/>
                </a:lnTo>
                <a:lnTo>
                  <a:pt x="1727059" y="59715"/>
                </a:lnTo>
                <a:lnTo>
                  <a:pt x="1727383" y="60396"/>
                </a:lnTo>
                <a:lnTo>
                  <a:pt x="1727685" y="61096"/>
                </a:lnTo>
                <a:lnTo>
                  <a:pt x="1727966" y="61814"/>
                </a:lnTo>
                <a:lnTo>
                  <a:pt x="1728227" y="62550"/>
                </a:lnTo>
                <a:lnTo>
                  <a:pt x="1728467" y="63304"/>
                </a:lnTo>
                <a:lnTo>
                  <a:pt x="1728685" y="64077"/>
                </a:lnTo>
                <a:lnTo>
                  <a:pt x="1728883" y="64868"/>
                </a:lnTo>
                <a:lnTo>
                  <a:pt x="1729061" y="65677"/>
                </a:lnTo>
                <a:lnTo>
                  <a:pt x="1729217" y="66504"/>
                </a:lnTo>
                <a:lnTo>
                  <a:pt x="1729352" y="67349"/>
                </a:lnTo>
                <a:lnTo>
                  <a:pt x="1729467" y="68213"/>
                </a:lnTo>
                <a:lnTo>
                  <a:pt x="1729561" y="69095"/>
                </a:lnTo>
                <a:lnTo>
                  <a:pt x="1729634" y="69995"/>
                </a:lnTo>
                <a:lnTo>
                  <a:pt x="1729686" y="70913"/>
                </a:lnTo>
                <a:lnTo>
                  <a:pt x="1729717" y="71849"/>
                </a:lnTo>
                <a:lnTo>
                  <a:pt x="1729728" y="72804"/>
                </a:lnTo>
                <a:lnTo>
                  <a:pt x="1729728" y="133474"/>
                </a:lnTo>
                <a:lnTo>
                  <a:pt x="1744642" y="133474"/>
                </a:lnTo>
                <a:lnTo>
                  <a:pt x="1744642" y="71793"/>
                </a:lnTo>
                <a:lnTo>
                  <a:pt x="1744635" y="70758"/>
                </a:lnTo>
                <a:lnTo>
                  <a:pt x="1744614" y="69738"/>
                </a:lnTo>
                <a:lnTo>
                  <a:pt x="1744577" y="68734"/>
                </a:lnTo>
                <a:lnTo>
                  <a:pt x="1744527" y="67745"/>
                </a:lnTo>
                <a:lnTo>
                  <a:pt x="1744461" y="66771"/>
                </a:lnTo>
                <a:lnTo>
                  <a:pt x="1744382" y="65813"/>
                </a:lnTo>
                <a:lnTo>
                  <a:pt x="1744288" y="64870"/>
                </a:lnTo>
                <a:lnTo>
                  <a:pt x="1744179" y="63942"/>
                </a:lnTo>
                <a:lnTo>
                  <a:pt x="1744056" y="63030"/>
                </a:lnTo>
                <a:lnTo>
                  <a:pt x="1743918" y="62133"/>
                </a:lnTo>
                <a:lnTo>
                  <a:pt x="1743766" y="61252"/>
                </a:lnTo>
                <a:lnTo>
                  <a:pt x="1743600" y="60386"/>
                </a:lnTo>
                <a:lnTo>
                  <a:pt x="1743419" y="59535"/>
                </a:lnTo>
                <a:lnTo>
                  <a:pt x="1743223" y="58699"/>
                </a:lnTo>
                <a:lnTo>
                  <a:pt x="1743013" y="57879"/>
                </a:lnTo>
                <a:lnTo>
                  <a:pt x="1742789" y="57075"/>
                </a:lnTo>
                <a:lnTo>
                  <a:pt x="1742550" y="56285"/>
                </a:lnTo>
                <a:lnTo>
                  <a:pt x="1742296" y="55511"/>
                </a:lnTo>
                <a:lnTo>
                  <a:pt x="1742028" y="54753"/>
                </a:lnTo>
                <a:lnTo>
                  <a:pt x="1741746" y="54010"/>
                </a:lnTo>
                <a:lnTo>
                  <a:pt x="1741449" y="53282"/>
                </a:lnTo>
                <a:lnTo>
                  <a:pt x="1741138" y="52569"/>
                </a:lnTo>
                <a:lnTo>
                  <a:pt x="1740812" y="51872"/>
                </a:lnTo>
                <a:lnTo>
                  <a:pt x="1740471" y="51190"/>
                </a:lnTo>
                <a:lnTo>
                  <a:pt x="1740123" y="50518"/>
                </a:lnTo>
                <a:lnTo>
                  <a:pt x="1739764" y="49861"/>
                </a:lnTo>
                <a:lnTo>
                  <a:pt x="1739392" y="49218"/>
                </a:lnTo>
                <a:lnTo>
                  <a:pt x="1739009" y="48590"/>
                </a:lnTo>
                <a:lnTo>
                  <a:pt x="1738615" y="47977"/>
                </a:lnTo>
                <a:lnTo>
                  <a:pt x="1738208" y="47379"/>
                </a:lnTo>
                <a:lnTo>
                  <a:pt x="1737790" y="46795"/>
                </a:lnTo>
                <a:lnTo>
                  <a:pt x="1737361" y="46226"/>
                </a:lnTo>
                <a:lnTo>
                  <a:pt x="1736920" y="45671"/>
                </a:lnTo>
                <a:lnTo>
                  <a:pt x="1736467" y="45132"/>
                </a:lnTo>
                <a:lnTo>
                  <a:pt x="1736002" y="44607"/>
                </a:lnTo>
                <a:lnTo>
                  <a:pt x="1735526" y="44096"/>
                </a:lnTo>
                <a:lnTo>
                  <a:pt x="1735039" y="43601"/>
                </a:lnTo>
                <a:lnTo>
                  <a:pt x="1734539" y="43120"/>
                </a:lnTo>
                <a:lnTo>
                  <a:pt x="1734028" y="42654"/>
                </a:lnTo>
                <a:lnTo>
                  <a:pt x="1733506" y="42202"/>
                </a:lnTo>
                <a:lnTo>
                  <a:pt x="1732971" y="41765"/>
                </a:lnTo>
                <a:lnTo>
                  <a:pt x="1732426" y="41343"/>
                </a:lnTo>
                <a:lnTo>
                  <a:pt x="1731868" y="40936"/>
                </a:lnTo>
                <a:lnTo>
                  <a:pt x="1731299" y="40543"/>
                </a:lnTo>
                <a:lnTo>
                  <a:pt x="1730718" y="40165"/>
                </a:lnTo>
                <a:lnTo>
                  <a:pt x="1730126" y="39802"/>
                </a:lnTo>
                <a:lnTo>
                  <a:pt x="1729522" y="39453"/>
                </a:lnTo>
                <a:lnTo>
                  <a:pt x="1728906" y="39120"/>
                </a:lnTo>
                <a:lnTo>
                  <a:pt x="1728281" y="38795"/>
                </a:lnTo>
                <a:lnTo>
                  <a:pt x="1727646" y="38484"/>
                </a:lnTo>
                <a:lnTo>
                  <a:pt x="1727003" y="38186"/>
                </a:lnTo>
                <a:lnTo>
                  <a:pt x="1726352" y="37903"/>
                </a:lnTo>
                <a:lnTo>
                  <a:pt x="1725692" y="37633"/>
                </a:lnTo>
                <a:lnTo>
                  <a:pt x="1725023" y="37378"/>
                </a:lnTo>
                <a:lnTo>
                  <a:pt x="1724346" y="37136"/>
                </a:lnTo>
                <a:lnTo>
                  <a:pt x="1723661" y="36908"/>
                </a:lnTo>
                <a:lnTo>
                  <a:pt x="1722967" y="36693"/>
                </a:lnTo>
                <a:lnTo>
                  <a:pt x="1722264" y="36493"/>
                </a:lnTo>
                <a:lnTo>
                  <a:pt x="1721553" y="36306"/>
                </a:lnTo>
                <a:lnTo>
                  <a:pt x="1720833" y="36133"/>
                </a:lnTo>
                <a:lnTo>
                  <a:pt x="1720104" y="35974"/>
                </a:lnTo>
                <a:lnTo>
                  <a:pt x="1719367" y="35829"/>
                </a:lnTo>
                <a:lnTo>
                  <a:pt x="1718622" y="35698"/>
                </a:lnTo>
                <a:lnTo>
                  <a:pt x="1717868" y="35580"/>
                </a:lnTo>
                <a:lnTo>
                  <a:pt x="1717105" y="35477"/>
                </a:lnTo>
                <a:lnTo>
                  <a:pt x="1716334" y="35387"/>
                </a:lnTo>
                <a:lnTo>
                  <a:pt x="1715554" y="35311"/>
                </a:lnTo>
                <a:lnTo>
                  <a:pt x="1714766" y="35249"/>
                </a:lnTo>
                <a:lnTo>
                  <a:pt x="1713969" y="35200"/>
                </a:lnTo>
                <a:lnTo>
                  <a:pt x="1713163" y="35166"/>
                </a:lnTo>
                <a:lnTo>
                  <a:pt x="1712349" y="35145"/>
                </a:lnTo>
                <a:lnTo>
                  <a:pt x="1711527" y="35138"/>
                </a:lnTo>
                <a:lnTo>
                  <a:pt x="1710581" y="35146"/>
                </a:lnTo>
                <a:lnTo>
                  <a:pt x="1709652" y="35169"/>
                </a:lnTo>
                <a:lnTo>
                  <a:pt x="1708738" y="35208"/>
                </a:lnTo>
                <a:lnTo>
                  <a:pt x="1707840" y="35263"/>
                </a:lnTo>
                <a:lnTo>
                  <a:pt x="1706958" y="35333"/>
                </a:lnTo>
                <a:lnTo>
                  <a:pt x="1706092" y="35419"/>
                </a:lnTo>
                <a:lnTo>
                  <a:pt x="1705241" y="35520"/>
                </a:lnTo>
                <a:lnTo>
                  <a:pt x="1704406" y="35637"/>
                </a:lnTo>
                <a:lnTo>
                  <a:pt x="1703587" y="35769"/>
                </a:lnTo>
                <a:lnTo>
                  <a:pt x="1702784" y="35917"/>
                </a:lnTo>
                <a:lnTo>
                  <a:pt x="1701997" y="36081"/>
                </a:lnTo>
                <a:lnTo>
                  <a:pt x="1701225" y="36260"/>
                </a:lnTo>
                <a:lnTo>
                  <a:pt x="1700470" y="36455"/>
                </a:lnTo>
                <a:lnTo>
                  <a:pt x="1699730" y="36665"/>
                </a:lnTo>
                <a:lnTo>
                  <a:pt x="1699006" y="36891"/>
                </a:lnTo>
                <a:lnTo>
                  <a:pt x="1698297" y="37132"/>
                </a:lnTo>
                <a:lnTo>
                  <a:pt x="1697605" y="37389"/>
                </a:lnTo>
                <a:lnTo>
                  <a:pt x="1696928" y="37662"/>
                </a:lnTo>
                <a:lnTo>
                  <a:pt x="1696267" y="37950"/>
                </a:lnTo>
                <a:lnTo>
                  <a:pt x="1695622" y="38254"/>
                </a:lnTo>
                <a:lnTo>
                  <a:pt x="1694993" y="38573"/>
                </a:lnTo>
                <a:lnTo>
                  <a:pt x="1694379" y="38908"/>
                </a:lnTo>
                <a:lnTo>
                  <a:pt x="1693781" y="39259"/>
                </a:lnTo>
                <a:lnTo>
                  <a:pt x="1693199" y="39625"/>
                </a:lnTo>
                <a:lnTo>
                  <a:pt x="1692637" y="39999"/>
                </a:lnTo>
                <a:lnTo>
                  <a:pt x="1692085" y="40384"/>
                </a:lnTo>
                <a:lnTo>
                  <a:pt x="1691546" y="40779"/>
                </a:lnTo>
                <a:lnTo>
                  <a:pt x="1691019" y="41186"/>
                </a:lnTo>
                <a:lnTo>
                  <a:pt x="1690504" y="41603"/>
                </a:lnTo>
                <a:lnTo>
                  <a:pt x="1690000" y="42031"/>
                </a:lnTo>
                <a:lnTo>
                  <a:pt x="1689508" y="42469"/>
                </a:lnTo>
                <a:lnTo>
                  <a:pt x="1689028" y="42918"/>
                </a:lnTo>
                <a:lnTo>
                  <a:pt x="1688560" y="43378"/>
                </a:lnTo>
                <a:lnTo>
                  <a:pt x="1688104" y="43849"/>
                </a:lnTo>
                <a:lnTo>
                  <a:pt x="1687660" y="44331"/>
                </a:lnTo>
                <a:lnTo>
                  <a:pt x="1687227" y="44823"/>
                </a:lnTo>
                <a:lnTo>
                  <a:pt x="1686806" y="45326"/>
                </a:lnTo>
                <a:lnTo>
                  <a:pt x="1686398" y="45840"/>
                </a:lnTo>
                <a:lnTo>
                  <a:pt x="1686001" y="46365"/>
                </a:lnTo>
                <a:lnTo>
                  <a:pt x="1685616" y="46900"/>
                </a:lnTo>
                <a:lnTo>
                  <a:pt x="1685242" y="47446"/>
                </a:lnTo>
                <a:lnTo>
                  <a:pt x="1684881" y="48003"/>
                </a:lnTo>
                <a:lnTo>
                  <a:pt x="1684531" y="48570"/>
                </a:lnTo>
                <a:lnTo>
                  <a:pt x="1684194" y="49149"/>
                </a:lnTo>
                <a:lnTo>
                  <a:pt x="1683868" y="49738"/>
                </a:lnTo>
                <a:lnTo>
                  <a:pt x="1683554" y="50338"/>
                </a:lnTo>
                <a:lnTo>
                  <a:pt x="1683252" y="50948"/>
                </a:lnTo>
                <a:lnTo>
                  <a:pt x="1682961" y="51570"/>
                </a:lnTo>
                <a:lnTo>
                  <a:pt x="1681697" y="51570"/>
                </a:lnTo>
                <a:lnTo>
                  <a:pt x="1681697" y="4045"/>
                </a:lnTo>
                <a:lnTo>
                  <a:pt x="1666783" y="4045"/>
                </a:lnTo>
                <a:lnTo>
                  <a:pt x="1666783" y="133474"/>
                </a:lnTo>
                <a:lnTo>
                  <a:pt x="1681697" y="133474"/>
                </a:lnTo>
                <a:lnTo>
                  <a:pt x="1681697" y="75079"/>
                </a:lnTo>
                <a:lnTo>
                  <a:pt x="1681703" y="74378"/>
                </a:lnTo>
                <a:lnTo>
                  <a:pt x="1681720" y="73685"/>
                </a:lnTo>
                <a:lnTo>
                  <a:pt x="1681749" y="73002"/>
                </a:lnTo>
                <a:lnTo>
                  <a:pt x="1681789" y="72327"/>
                </a:lnTo>
                <a:lnTo>
                  <a:pt x="1681840" y="71660"/>
                </a:lnTo>
                <a:lnTo>
                  <a:pt x="1681903" y="71003"/>
                </a:lnTo>
                <a:close/>
                <a:moveTo>
                  <a:pt x="1908760" y="92336"/>
                </a:moveTo>
                <a:lnTo>
                  <a:pt x="1908681" y="93087"/>
                </a:lnTo>
                <a:lnTo>
                  <a:pt x="1908587" y="93830"/>
                </a:lnTo>
                <a:lnTo>
                  <a:pt x="1908478" y="94565"/>
                </a:lnTo>
                <a:lnTo>
                  <a:pt x="1908355" y="95294"/>
                </a:lnTo>
                <a:lnTo>
                  <a:pt x="1908217" y="96015"/>
                </a:lnTo>
                <a:lnTo>
                  <a:pt x="1908065" y="96729"/>
                </a:lnTo>
                <a:lnTo>
                  <a:pt x="1907899" y="97435"/>
                </a:lnTo>
                <a:lnTo>
                  <a:pt x="1907718" y="98135"/>
                </a:lnTo>
                <a:lnTo>
                  <a:pt x="1907522" y="98827"/>
                </a:lnTo>
                <a:lnTo>
                  <a:pt x="1907312" y="99512"/>
                </a:lnTo>
                <a:lnTo>
                  <a:pt x="1907088" y="100190"/>
                </a:lnTo>
                <a:lnTo>
                  <a:pt x="1906849" y="100860"/>
                </a:lnTo>
                <a:lnTo>
                  <a:pt x="1906595" y="101524"/>
                </a:lnTo>
                <a:lnTo>
                  <a:pt x="1906327" y="102180"/>
                </a:lnTo>
                <a:lnTo>
                  <a:pt x="1906045" y="102828"/>
                </a:lnTo>
                <a:lnTo>
                  <a:pt x="1905748" y="103470"/>
                </a:lnTo>
                <a:lnTo>
                  <a:pt x="1905437" y="104104"/>
                </a:lnTo>
                <a:lnTo>
                  <a:pt x="1905111" y="104731"/>
                </a:lnTo>
                <a:lnTo>
                  <a:pt x="1904770" y="105351"/>
                </a:lnTo>
                <a:lnTo>
                  <a:pt x="1904422" y="105957"/>
                </a:lnTo>
                <a:lnTo>
                  <a:pt x="1904060" y="106551"/>
                </a:lnTo>
                <a:lnTo>
                  <a:pt x="1903686" y="107135"/>
                </a:lnTo>
                <a:lnTo>
                  <a:pt x="1903299" y="107709"/>
                </a:lnTo>
                <a:lnTo>
                  <a:pt x="1902900" y="108271"/>
                </a:lnTo>
                <a:lnTo>
                  <a:pt x="1902487" y="108823"/>
                </a:lnTo>
                <a:lnTo>
                  <a:pt x="1902062" y="109364"/>
                </a:lnTo>
                <a:lnTo>
                  <a:pt x="1901624" y="109894"/>
                </a:lnTo>
                <a:lnTo>
                  <a:pt x="1901174" y="110414"/>
                </a:lnTo>
                <a:lnTo>
                  <a:pt x="1900711" y="110922"/>
                </a:lnTo>
                <a:lnTo>
                  <a:pt x="1900235" y="111420"/>
                </a:lnTo>
                <a:lnTo>
                  <a:pt x="1899746" y="111908"/>
                </a:lnTo>
                <a:lnTo>
                  <a:pt x="1899245" y="112384"/>
                </a:lnTo>
                <a:lnTo>
                  <a:pt x="1898730" y="112850"/>
                </a:lnTo>
                <a:lnTo>
                  <a:pt x="1898204" y="113305"/>
                </a:lnTo>
                <a:lnTo>
                  <a:pt x="1897664" y="113749"/>
                </a:lnTo>
                <a:lnTo>
                  <a:pt x="1897112" y="114183"/>
                </a:lnTo>
                <a:lnTo>
                  <a:pt x="1896547" y="114606"/>
                </a:lnTo>
                <a:lnTo>
                  <a:pt x="1895969" y="115018"/>
                </a:lnTo>
                <a:lnTo>
                  <a:pt x="1895378" y="115419"/>
                </a:lnTo>
                <a:lnTo>
                  <a:pt x="1894775" y="115809"/>
                </a:lnTo>
                <a:lnTo>
                  <a:pt x="1894159" y="116189"/>
                </a:lnTo>
                <a:lnTo>
                  <a:pt x="1893530" y="116558"/>
                </a:lnTo>
                <a:lnTo>
                  <a:pt x="1892889" y="116916"/>
                </a:lnTo>
                <a:lnTo>
                  <a:pt x="1892236" y="117257"/>
                </a:lnTo>
                <a:lnTo>
                  <a:pt x="1891572" y="117582"/>
                </a:lnTo>
                <a:lnTo>
                  <a:pt x="1890898" y="117894"/>
                </a:lnTo>
                <a:lnTo>
                  <a:pt x="1890214" y="118191"/>
                </a:lnTo>
                <a:lnTo>
                  <a:pt x="1889519" y="118473"/>
                </a:lnTo>
                <a:lnTo>
                  <a:pt x="1888813" y="118741"/>
                </a:lnTo>
                <a:lnTo>
                  <a:pt x="1888097" y="118994"/>
                </a:lnTo>
                <a:lnTo>
                  <a:pt x="1887370" y="119233"/>
                </a:lnTo>
                <a:lnTo>
                  <a:pt x="1886632" y="119458"/>
                </a:lnTo>
                <a:lnTo>
                  <a:pt x="1885885" y="119668"/>
                </a:lnTo>
                <a:lnTo>
                  <a:pt x="1885126" y="119863"/>
                </a:lnTo>
                <a:lnTo>
                  <a:pt x="1884357" y="120044"/>
                </a:lnTo>
                <a:lnTo>
                  <a:pt x="1883578" y="120211"/>
                </a:lnTo>
                <a:lnTo>
                  <a:pt x="1882788" y="120363"/>
                </a:lnTo>
                <a:lnTo>
                  <a:pt x="1881987" y="120501"/>
                </a:lnTo>
                <a:lnTo>
                  <a:pt x="1881176" y="120624"/>
                </a:lnTo>
                <a:lnTo>
                  <a:pt x="1880355" y="120732"/>
                </a:lnTo>
                <a:lnTo>
                  <a:pt x="1879523" y="120827"/>
                </a:lnTo>
                <a:lnTo>
                  <a:pt x="1878680" y="120906"/>
                </a:lnTo>
                <a:lnTo>
                  <a:pt x="1877827" y="120971"/>
                </a:lnTo>
                <a:lnTo>
                  <a:pt x="1876963" y="121022"/>
                </a:lnTo>
                <a:lnTo>
                  <a:pt x="1876089" y="121058"/>
                </a:lnTo>
                <a:lnTo>
                  <a:pt x="1875204" y="121080"/>
                </a:lnTo>
                <a:lnTo>
                  <a:pt x="1874309" y="121087"/>
                </a:lnTo>
                <a:lnTo>
                  <a:pt x="1873414" y="121080"/>
                </a:lnTo>
                <a:lnTo>
                  <a:pt x="1872529" y="121058"/>
                </a:lnTo>
                <a:lnTo>
                  <a:pt x="1871655" y="121022"/>
                </a:lnTo>
                <a:lnTo>
                  <a:pt x="1870791" y="120971"/>
                </a:lnTo>
                <a:lnTo>
                  <a:pt x="1869938" y="120906"/>
                </a:lnTo>
                <a:lnTo>
                  <a:pt x="1869095" y="120827"/>
                </a:lnTo>
                <a:lnTo>
                  <a:pt x="1868263" y="120732"/>
                </a:lnTo>
                <a:lnTo>
                  <a:pt x="1867441" y="120624"/>
                </a:lnTo>
                <a:lnTo>
                  <a:pt x="1866630" y="120501"/>
                </a:lnTo>
                <a:lnTo>
                  <a:pt x="1865830" y="120363"/>
                </a:lnTo>
                <a:lnTo>
                  <a:pt x="1865040" y="120211"/>
                </a:lnTo>
                <a:lnTo>
                  <a:pt x="1864260" y="120044"/>
                </a:lnTo>
                <a:lnTo>
                  <a:pt x="1863491" y="119863"/>
                </a:lnTo>
                <a:lnTo>
                  <a:pt x="1862733" y="119668"/>
                </a:lnTo>
                <a:lnTo>
                  <a:pt x="1861985" y="119458"/>
                </a:lnTo>
                <a:lnTo>
                  <a:pt x="1861248" y="119233"/>
                </a:lnTo>
                <a:lnTo>
                  <a:pt x="1860521" y="118994"/>
                </a:lnTo>
                <a:lnTo>
                  <a:pt x="1859805" y="118741"/>
                </a:lnTo>
                <a:lnTo>
                  <a:pt x="1859099" y="118473"/>
                </a:lnTo>
                <a:lnTo>
                  <a:pt x="1858404" y="118191"/>
                </a:lnTo>
                <a:lnTo>
                  <a:pt x="1857719" y="117894"/>
                </a:lnTo>
                <a:lnTo>
                  <a:pt x="1857045" y="117582"/>
                </a:lnTo>
                <a:lnTo>
                  <a:pt x="1856382" y="117257"/>
                </a:lnTo>
                <a:lnTo>
                  <a:pt x="1855729" y="116916"/>
                </a:lnTo>
                <a:lnTo>
                  <a:pt x="1855092" y="116558"/>
                </a:lnTo>
                <a:lnTo>
                  <a:pt x="1854468" y="116189"/>
                </a:lnTo>
                <a:lnTo>
                  <a:pt x="1853856" y="115809"/>
                </a:lnTo>
                <a:lnTo>
                  <a:pt x="1853257" y="115419"/>
                </a:lnTo>
                <a:lnTo>
                  <a:pt x="1852670" y="115018"/>
                </a:lnTo>
                <a:lnTo>
                  <a:pt x="1852095" y="114606"/>
                </a:lnTo>
                <a:lnTo>
                  <a:pt x="1851532" y="114183"/>
                </a:lnTo>
                <a:lnTo>
                  <a:pt x="1850982" y="113749"/>
                </a:lnTo>
                <a:lnTo>
                  <a:pt x="1850444" y="113305"/>
                </a:lnTo>
                <a:lnTo>
                  <a:pt x="1849918" y="112850"/>
                </a:lnTo>
                <a:lnTo>
                  <a:pt x="1849404" y="112384"/>
                </a:lnTo>
                <a:lnTo>
                  <a:pt x="1848903" y="111908"/>
                </a:lnTo>
                <a:lnTo>
                  <a:pt x="1848414" y="111420"/>
                </a:lnTo>
                <a:lnTo>
                  <a:pt x="1847938" y="110922"/>
                </a:lnTo>
                <a:lnTo>
                  <a:pt x="1847473" y="110414"/>
                </a:lnTo>
                <a:lnTo>
                  <a:pt x="1847021" y="109894"/>
                </a:lnTo>
                <a:lnTo>
                  <a:pt x="1846582" y="109364"/>
                </a:lnTo>
                <a:lnTo>
                  <a:pt x="1846154" y="108823"/>
                </a:lnTo>
                <a:lnTo>
                  <a:pt x="1845739" y="108271"/>
                </a:lnTo>
                <a:lnTo>
                  <a:pt x="1845336" y="107709"/>
                </a:lnTo>
                <a:lnTo>
                  <a:pt x="1844945" y="107135"/>
                </a:lnTo>
                <a:lnTo>
                  <a:pt x="1844567" y="106551"/>
                </a:lnTo>
                <a:lnTo>
                  <a:pt x="1844201" y="105957"/>
                </a:lnTo>
                <a:lnTo>
                  <a:pt x="1843847" y="105351"/>
                </a:lnTo>
                <a:lnTo>
                  <a:pt x="1843507" y="104731"/>
                </a:lnTo>
                <a:lnTo>
                  <a:pt x="1843181" y="104104"/>
                </a:lnTo>
                <a:lnTo>
                  <a:pt x="1842870" y="103470"/>
                </a:lnTo>
                <a:lnTo>
                  <a:pt x="1842573" y="102828"/>
                </a:lnTo>
                <a:lnTo>
                  <a:pt x="1842290" y="102180"/>
                </a:lnTo>
                <a:lnTo>
                  <a:pt x="1842023" y="101524"/>
                </a:lnTo>
                <a:lnTo>
                  <a:pt x="1841769" y="100860"/>
                </a:lnTo>
                <a:lnTo>
                  <a:pt x="1841530" y="100190"/>
                </a:lnTo>
                <a:lnTo>
                  <a:pt x="1841306" y="99512"/>
                </a:lnTo>
                <a:lnTo>
                  <a:pt x="1841096" y="98827"/>
                </a:lnTo>
                <a:lnTo>
                  <a:pt x="1840900" y="98135"/>
                </a:lnTo>
                <a:lnTo>
                  <a:pt x="1840719" y="97435"/>
                </a:lnTo>
                <a:lnTo>
                  <a:pt x="1840553" y="96729"/>
                </a:lnTo>
                <a:lnTo>
                  <a:pt x="1840400" y="96015"/>
                </a:lnTo>
                <a:lnTo>
                  <a:pt x="1840263" y="95294"/>
                </a:lnTo>
                <a:lnTo>
                  <a:pt x="1840140" y="94565"/>
                </a:lnTo>
                <a:lnTo>
                  <a:pt x="1840031" y="93830"/>
                </a:lnTo>
                <a:lnTo>
                  <a:pt x="1839937" y="93087"/>
                </a:lnTo>
                <a:lnTo>
                  <a:pt x="1839857" y="92336"/>
                </a:lnTo>
                <a:lnTo>
                  <a:pt x="1839792" y="91579"/>
                </a:lnTo>
                <a:lnTo>
                  <a:pt x="1839742" y="90814"/>
                </a:lnTo>
                <a:lnTo>
                  <a:pt x="1839705" y="90043"/>
                </a:lnTo>
                <a:lnTo>
                  <a:pt x="1839684" y="89263"/>
                </a:lnTo>
                <a:lnTo>
                  <a:pt x="1839676" y="88477"/>
                </a:lnTo>
                <a:lnTo>
                  <a:pt x="1839676" y="4045"/>
                </a:lnTo>
                <a:lnTo>
                  <a:pt x="1824003" y="4045"/>
                </a:lnTo>
                <a:lnTo>
                  <a:pt x="1824003" y="89741"/>
                </a:lnTo>
                <a:lnTo>
                  <a:pt x="1824014" y="90842"/>
                </a:lnTo>
                <a:lnTo>
                  <a:pt x="1824046" y="91933"/>
                </a:lnTo>
                <a:lnTo>
                  <a:pt x="1824100" y="93015"/>
                </a:lnTo>
                <a:lnTo>
                  <a:pt x="1824175" y="94086"/>
                </a:lnTo>
                <a:lnTo>
                  <a:pt x="1824272" y="95147"/>
                </a:lnTo>
                <a:lnTo>
                  <a:pt x="1824390" y="96199"/>
                </a:lnTo>
                <a:lnTo>
                  <a:pt x="1824530" y="97241"/>
                </a:lnTo>
                <a:lnTo>
                  <a:pt x="1824691" y="98273"/>
                </a:lnTo>
                <a:lnTo>
                  <a:pt x="1824874" y="99295"/>
                </a:lnTo>
                <a:lnTo>
                  <a:pt x="1825079" y="100307"/>
                </a:lnTo>
                <a:lnTo>
                  <a:pt x="1825304" y="101309"/>
                </a:lnTo>
                <a:lnTo>
                  <a:pt x="1825552" y="102302"/>
                </a:lnTo>
                <a:lnTo>
                  <a:pt x="1825821" y="103284"/>
                </a:lnTo>
                <a:lnTo>
                  <a:pt x="1826111" y="104257"/>
                </a:lnTo>
                <a:lnTo>
                  <a:pt x="1826423" y="105220"/>
                </a:lnTo>
                <a:lnTo>
                  <a:pt x="1826756" y="106173"/>
                </a:lnTo>
                <a:lnTo>
                  <a:pt x="1827111" y="107116"/>
                </a:lnTo>
                <a:lnTo>
                  <a:pt x="1827487" y="108049"/>
                </a:lnTo>
                <a:lnTo>
                  <a:pt x="1827885" y="108972"/>
                </a:lnTo>
                <a:lnTo>
                  <a:pt x="1828304" y="109885"/>
                </a:lnTo>
                <a:lnTo>
                  <a:pt x="1828745" y="110789"/>
                </a:lnTo>
                <a:lnTo>
                  <a:pt x="1829207" y="111683"/>
                </a:lnTo>
                <a:lnTo>
                  <a:pt x="1829691" y="112566"/>
                </a:lnTo>
                <a:lnTo>
                  <a:pt x="1830197" y="113440"/>
                </a:lnTo>
                <a:lnTo>
                  <a:pt x="1830727" y="114296"/>
                </a:lnTo>
                <a:lnTo>
                  <a:pt x="1831275" y="115137"/>
                </a:lnTo>
                <a:lnTo>
                  <a:pt x="1831840" y="115963"/>
                </a:lnTo>
                <a:lnTo>
                  <a:pt x="1832423" y="116774"/>
                </a:lnTo>
                <a:lnTo>
                  <a:pt x="1833023" y="117570"/>
                </a:lnTo>
                <a:lnTo>
                  <a:pt x="1833641" y="118350"/>
                </a:lnTo>
                <a:lnTo>
                  <a:pt x="1834276" y="119115"/>
                </a:lnTo>
                <a:lnTo>
                  <a:pt x="1834930" y="119865"/>
                </a:lnTo>
                <a:lnTo>
                  <a:pt x="1835600" y="120600"/>
                </a:lnTo>
                <a:lnTo>
                  <a:pt x="1836288" y="121320"/>
                </a:lnTo>
                <a:lnTo>
                  <a:pt x="1836994" y="122025"/>
                </a:lnTo>
                <a:lnTo>
                  <a:pt x="1837717" y="122715"/>
                </a:lnTo>
                <a:lnTo>
                  <a:pt x="1838458" y="123389"/>
                </a:lnTo>
                <a:lnTo>
                  <a:pt x="1839216" y="124048"/>
                </a:lnTo>
                <a:lnTo>
                  <a:pt x="1839992" y="124693"/>
                </a:lnTo>
                <a:lnTo>
                  <a:pt x="1840786" y="125322"/>
                </a:lnTo>
                <a:lnTo>
                  <a:pt x="1841597" y="125935"/>
                </a:lnTo>
                <a:lnTo>
                  <a:pt x="1842426" y="126534"/>
                </a:lnTo>
                <a:lnTo>
                  <a:pt x="1843272" y="127118"/>
                </a:lnTo>
                <a:lnTo>
                  <a:pt x="1844135" y="127686"/>
                </a:lnTo>
                <a:lnTo>
                  <a:pt x="1845017" y="128239"/>
                </a:lnTo>
                <a:lnTo>
                  <a:pt x="1845915" y="128778"/>
                </a:lnTo>
                <a:lnTo>
                  <a:pt x="1846832" y="129301"/>
                </a:lnTo>
                <a:lnTo>
                  <a:pt x="1847766" y="129809"/>
                </a:lnTo>
                <a:lnTo>
                  <a:pt x="1848715" y="130293"/>
                </a:lnTo>
                <a:lnTo>
                  <a:pt x="1849678" y="130757"/>
                </a:lnTo>
                <a:lnTo>
                  <a:pt x="1850655" y="131201"/>
                </a:lnTo>
                <a:lnTo>
                  <a:pt x="1851645" y="131624"/>
                </a:lnTo>
                <a:lnTo>
                  <a:pt x="1852649" y="132026"/>
                </a:lnTo>
                <a:lnTo>
                  <a:pt x="1853667" y="132408"/>
                </a:lnTo>
                <a:lnTo>
                  <a:pt x="1854698" y="132769"/>
                </a:lnTo>
                <a:lnTo>
                  <a:pt x="1855743" y="133109"/>
                </a:lnTo>
                <a:lnTo>
                  <a:pt x="1856801" y="133429"/>
                </a:lnTo>
                <a:lnTo>
                  <a:pt x="1857873" y="133728"/>
                </a:lnTo>
                <a:lnTo>
                  <a:pt x="1858959" y="134006"/>
                </a:lnTo>
                <a:lnTo>
                  <a:pt x="1860058" y="134264"/>
                </a:lnTo>
                <a:lnTo>
                  <a:pt x="1861171" y="134501"/>
                </a:lnTo>
                <a:lnTo>
                  <a:pt x="1862297" y="134718"/>
                </a:lnTo>
                <a:lnTo>
                  <a:pt x="1863437" y="134914"/>
                </a:lnTo>
                <a:lnTo>
                  <a:pt x="1864591" y="135089"/>
                </a:lnTo>
                <a:lnTo>
                  <a:pt x="1865758" y="135244"/>
                </a:lnTo>
                <a:lnTo>
                  <a:pt x="1866938" y="135378"/>
                </a:lnTo>
                <a:lnTo>
                  <a:pt x="1868133" y="135491"/>
                </a:lnTo>
                <a:lnTo>
                  <a:pt x="1869341" y="135584"/>
                </a:lnTo>
                <a:lnTo>
                  <a:pt x="1870563" y="135656"/>
                </a:lnTo>
                <a:lnTo>
                  <a:pt x="1871798" y="135708"/>
                </a:lnTo>
                <a:lnTo>
                  <a:pt x="1873047" y="135739"/>
                </a:lnTo>
                <a:lnTo>
                  <a:pt x="1874309" y="135749"/>
                </a:lnTo>
                <a:lnTo>
                  <a:pt x="1875571" y="135739"/>
                </a:lnTo>
                <a:lnTo>
                  <a:pt x="1876820" y="135708"/>
                </a:lnTo>
                <a:lnTo>
                  <a:pt x="1878055" y="135656"/>
                </a:lnTo>
                <a:lnTo>
                  <a:pt x="1879277" y="135584"/>
                </a:lnTo>
                <a:lnTo>
                  <a:pt x="1880485" y="135491"/>
                </a:lnTo>
                <a:lnTo>
                  <a:pt x="1881679" y="135378"/>
                </a:lnTo>
                <a:lnTo>
                  <a:pt x="1882860" y="135244"/>
                </a:lnTo>
                <a:lnTo>
                  <a:pt x="1884027" y="135089"/>
                </a:lnTo>
                <a:lnTo>
                  <a:pt x="1885181" y="134914"/>
                </a:lnTo>
                <a:lnTo>
                  <a:pt x="1886321" y="134718"/>
                </a:lnTo>
                <a:lnTo>
                  <a:pt x="1887447" y="134501"/>
                </a:lnTo>
                <a:lnTo>
                  <a:pt x="1888560" y="134264"/>
                </a:lnTo>
                <a:lnTo>
                  <a:pt x="1889659" y="134006"/>
                </a:lnTo>
                <a:lnTo>
                  <a:pt x="1890745" y="133728"/>
                </a:lnTo>
                <a:lnTo>
                  <a:pt x="1891817" y="133429"/>
                </a:lnTo>
                <a:lnTo>
                  <a:pt x="1892875" y="133109"/>
                </a:lnTo>
                <a:lnTo>
                  <a:pt x="1893920" y="132769"/>
                </a:lnTo>
                <a:lnTo>
                  <a:pt x="1894951" y="132408"/>
                </a:lnTo>
                <a:lnTo>
                  <a:pt x="1895968" y="132026"/>
                </a:lnTo>
                <a:lnTo>
                  <a:pt x="1896972" y="131624"/>
                </a:lnTo>
                <a:lnTo>
                  <a:pt x="1897963" y="131201"/>
                </a:lnTo>
                <a:lnTo>
                  <a:pt x="1898939" y="130757"/>
                </a:lnTo>
                <a:lnTo>
                  <a:pt x="1899902" y="130293"/>
                </a:lnTo>
                <a:lnTo>
                  <a:pt x="1900852" y="129809"/>
                </a:lnTo>
                <a:lnTo>
                  <a:pt x="1901786" y="129301"/>
                </a:lnTo>
                <a:lnTo>
                  <a:pt x="1902702" y="128778"/>
                </a:lnTo>
                <a:lnTo>
                  <a:pt x="1903600" y="128239"/>
                </a:lnTo>
                <a:lnTo>
                  <a:pt x="1904481" y="127686"/>
                </a:lnTo>
                <a:lnTo>
                  <a:pt x="1905343" y="127118"/>
                </a:lnTo>
                <a:lnTo>
                  <a:pt x="1906188" y="126534"/>
                </a:lnTo>
                <a:lnTo>
                  <a:pt x="1907015" y="125935"/>
                </a:lnTo>
                <a:lnTo>
                  <a:pt x="1907825" y="125322"/>
                </a:lnTo>
                <a:lnTo>
                  <a:pt x="1908616" y="124693"/>
                </a:lnTo>
                <a:lnTo>
                  <a:pt x="1909390" y="124048"/>
                </a:lnTo>
                <a:lnTo>
                  <a:pt x="1910146" y="123389"/>
                </a:lnTo>
                <a:lnTo>
                  <a:pt x="1910885" y="122715"/>
                </a:lnTo>
                <a:lnTo>
                  <a:pt x="1911605" y="122025"/>
                </a:lnTo>
                <a:lnTo>
                  <a:pt x="1912308" y="121320"/>
                </a:lnTo>
                <a:lnTo>
                  <a:pt x="1912993" y="120600"/>
                </a:lnTo>
                <a:lnTo>
                  <a:pt x="1913660" y="119865"/>
                </a:lnTo>
                <a:lnTo>
                  <a:pt x="1914310" y="119115"/>
                </a:lnTo>
                <a:lnTo>
                  <a:pt x="1914941" y="118350"/>
                </a:lnTo>
                <a:lnTo>
                  <a:pt x="1915555" y="117570"/>
                </a:lnTo>
                <a:lnTo>
                  <a:pt x="1916151" y="116774"/>
                </a:lnTo>
                <a:lnTo>
                  <a:pt x="1916729" y="115963"/>
                </a:lnTo>
                <a:lnTo>
                  <a:pt x="1917290" y="115137"/>
                </a:lnTo>
                <a:lnTo>
                  <a:pt x="1917833" y="114296"/>
                </a:lnTo>
                <a:lnTo>
                  <a:pt x="1918358" y="113440"/>
                </a:lnTo>
                <a:lnTo>
                  <a:pt x="1918868" y="112566"/>
                </a:lnTo>
                <a:lnTo>
                  <a:pt x="1919357" y="111683"/>
                </a:lnTo>
                <a:lnTo>
                  <a:pt x="1919824" y="110789"/>
                </a:lnTo>
                <a:lnTo>
                  <a:pt x="1920269" y="109885"/>
                </a:lnTo>
                <a:lnTo>
                  <a:pt x="1920693" y="108972"/>
                </a:lnTo>
                <a:lnTo>
                  <a:pt x="1921095" y="108049"/>
                </a:lnTo>
                <a:lnTo>
                  <a:pt x="1921475" y="107116"/>
                </a:lnTo>
                <a:lnTo>
                  <a:pt x="1921834" y="106173"/>
                </a:lnTo>
                <a:lnTo>
                  <a:pt x="1922170" y="105220"/>
                </a:lnTo>
                <a:lnTo>
                  <a:pt x="1922485" y="104257"/>
                </a:lnTo>
                <a:lnTo>
                  <a:pt x="1922779" y="103284"/>
                </a:lnTo>
                <a:lnTo>
                  <a:pt x="1923050" y="102302"/>
                </a:lnTo>
                <a:lnTo>
                  <a:pt x="1923300" y="101309"/>
                </a:lnTo>
                <a:lnTo>
                  <a:pt x="1923528" y="100307"/>
                </a:lnTo>
                <a:lnTo>
                  <a:pt x="1923735" y="99295"/>
                </a:lnTo>
                <a:lnTo>
                  <a:pt x="1923919" y="98273"/>
                </a:lnTo>
                <a:lnTo>
                  <a:pt x="1924082" y="97241"/>
                </a:lnTo>
                <a:lnTo>
                  <a:pt x="1924223" y="96199"/>
                </a:lnTo>
                <a:lnTo>
                  <a:pt x="1924343" y="95147"/>
                </a:lnTo>
                <a:lnTo>
                  <a:pt x="1924441" y="94086"/>
                </a:lnTo>
                <a:lnTo>
                  <a:pt x="1924517" y="93015"/>
                </a:lnTo>
                <a:lnTo>
                  <a:pt x="1924571" y="91933"/>
                </a:lnTo>
                <a:lnTo>
                  <a:pt x="1924604" y="90842"/>
                </a:lnTo>
                <a:lnTo>
                  <a:pt x="1924614" y="89741"/>
                </a:lnTo>
                <a:lnTo>
                  <a:pt x="1924614" y="4045"/>
                </a:lnTo>
                <a:lnTo>
                  <a:pt x="1908941" y="4045"/>
                </a:lnTo>
                <a:lnTo>
                  <a:pt x="1908941" y="88477"/>
                </a:lnTo>
                <a:lnTo>
                  <a:pt x="1908934" y="89263"/>
                </a:lnTo>
                <a:lnTo>
                  <a:pt x="1908912" y="90043"/>
                </a:lnTo>
                <a:lnTo>
                  <a:pt x="1908876" y="90814"/>
                </a:lnTo>
                <a:lnTo>
                  <a:pt x="1908826" y="91579"/>
                </a:lnTo>
                <a:lnTo>
                  <a:pt x="1908760" y="92336"/>
                </a:lnTo>
                <a:close/>
                <a:moveTo>
                  <a:pt x="2165416" y="70425"/>
                </a:moveTo>
                <a:lnTo>
                  <a:pt x="2165455" y="69895"/>
                </a:lnTo>
                <a:lnTo>
                  <a:pt x="2165504" y="69370"/>
                </a:lnTo>
                <a:lnTo>
                  <a:pt x="2165564" y="68850"/>
                </a:lnTo>
                <a:lnTo>
                  <a:pt x="2165636" y="68335"/>
                </a:lnTo>
                <a:lnTo>
                  <a:pt x="2165718" y="67825"/>
                </a:lnTo>
                <a:lnTo>
                  <a:pt x="2165811" y="67321"/>
                </a:lnTo>
                <a:lnTo>
                  <a:pt x="2165916" y="66821"/>
                </a:lnTo>
                <a:lnTo>
                  <a:pt x="2166031" y="66326"/>
                </a:lnTo>
                <a:lnTo>
                  <a:pt x="2166157" y="65836"/>
                </a:lnTo>
                <a:lnTo>
                  <a:pt x="2166294" y="65352"/>
                </a:lnTo>
                <a:lnTo>
                  <a:pt x="2166442" y="64872"/>
                </a:lnTo>
                <a:lnTo>
                  <a:pt x="2166601" y="64398"/>
                </a:lnTo>
                <a:lnTo>
                  <a:pt x="2166771" y="63928"/>
                </a:lnTo>
                <a:lnTo>
                  <a:pt x="2166952" y="63464"/>
                </a:lnTo>
                <a:lnTo>
                  <a:pt x="2167144" y="63004"/>
                </a:lnTo>
                <a:lnTo>
                  <a:pt x="2167347" y="62550"/>
                </a:lnTo>
                <a:lnTo>
                  <a:pt x="2167561" y="62101"/>
                </a:lnTo>
                <a:lnTo>
                  <a:pt x="2167786" y="61657"/>
                </a:lnTo>
                <a:lnTo>
                  <a:pt x="2168022" y="61217"/>
                </a:lnTo>
                <a:lnTo>
                  <a:pt x="2168269" y="60783"/>
                </a:lnTo>
                <a:lnTo>
                  <a:pt x="2168527" y="60354"/>
                </a:lnTo>
                <a:lnTo>
                  <a:pt x="2168799" y="59926"/>
                </a:lnTo>
                <a:lnTo>
                  <a:pt x="2169080" y="59506"/>
                </a:lnTo>
                <a:lnTo>
                  <a:pt x="2169368" y="59094"/>
                </a:lnTo>
                <a:lnTo>
                  <a:pt x="2169664" y="58690"/>
                </a:lnTo>
                <a:lnTo>
                  <a:pt x="2169969" y="58294"/>
                </a:lnTo>
                <a:lnTo>
                  <a:pt x="2170281" y="57905"/>
                </a:lnTo>
                <a:lnTo>
                  <a:pt x="2170601" y="57525"/>
                </a:lnTo>
                <a:lnTo>
                  <a:pt x="2170928" y="57152"/>
                </a:lnTo>
                <a:lnTo>
                  <a:pt x="2171264" y="56787"/>
                </a:lnTo>
                <a:lnTo>
                  <a:pt x="2171608" y="56430"/>
                </a:lnTo>
                <a:lnTo>
                  <a:pt x="2171959" y="56082"/>
                </a:lnTo>
                <a:lnTo>
                  <a:pt x="2172319" y="55741"/>
                </a:lnTo>
                <a:lnTo>
                  <a:pt x="2172686" y="55407"/>
                </a:lnTo>
                <a:lnTo>
                  <a:pt x="2173061" y="55082"/>
                </a:lnTo>
                <a:lnTo>
                  <a:pt x="2173444" y="54765"/>
                </a:lnTo>
                <a:lnTo>
                  <a:pt x="2173836" y="54456"/>
                </a:lnTo>
                <a:lnTo>
                  <a:pt x="2174234" y="54154"/>
                </a:lnTo>
                <a:lnTo>
                  <a:pt x="2174641" y="53860"/>
                </a:lnTo>
                <a:lnTo>
                  <a:pt x="2175056" y="53575"/>
                </a:lnTo>
                <a:lnTo>
                  <a:pt x="2175479" y="53297"/>
                </a:lnTo>
                <a:lnTo>
                  <a:pt x="2175909" y="53027"/>
                </a:lnTo>
                <a:lnTo>
                  <a:pt x="2176348" y="52765"/>
                </a:lnTo>
                <a:lnTo>
                  <a:pt x="2176794" y="52511"/>
                </a:lnTo>
                <a:lnTo>
                  <a:pt x="2177248" y="52265"/>
                </a:lnTo>
                <a:lnTo>
                  <a:pt x="2177714" y="52022"/>
                </a:lnTo>
                <a:lnTo>
                  <a:pt x="2178186" y="51790"/>
                </a:lnTo>
                <a:lnTo>
                  <a:pt x="2178662" y="51569"/>
                </a:lnTo>
                <a:lnTo>
                  <a:pt x="2179144" y="51357"/>
                </a:lnTo>
                <a:lnTo>
                  <a:pt x="2179631" y="51156"/>
                </a:lnTo>
                <a:lnTo>
                  <a:pt x="2180124" y="50965"/>
                </a:lnTo>
                <a:lnTo>
                  <a:pt x="2180621" y="50785"/>
                </a:lnTo>
                <a:lnTo>
                  <a:pt x="2181124" y="50615"/>
                </a:lnTo>
                <a:lnTo>
                  <a:pt x="2181633" y="50455"/>
                </a:lnTo>
                <a:lnTo>
                  <a:pt x="2182146" y="50305"/>
                </a:lnTo>
                <a:lnTo>
                  <a:pt x="2182665" y="50166"/>
                </a:lnTo>
                <a:lnTo>
                  <a:pt x="2183189" y="50037"/>
                </a:lnTo>
                <a:lnTo>
                  <a:pt x="2183718" y="49918"/>
                </a:lnTo>
                <a:lnTo>
                  <a:pt x="2184253" y="49810"/>
                </a:lnTo>
                <a:lnTo>
                  <a:pt x="2184792" y="49712"/>
                </a:lnTo>
                <a:lnTo>
                  <a:pt x="2185338" y="49624"/>
                </a:lnTo>
                <a:lnTo>
                  <a:pt x="2185888" y="49547"/>
                </a:lnTo>
                <a:lnTo>
                  <a:pt x="2186444" y="49480"/>
                </a:lnTo>
                <a:lnTo>
                  <a:pt x="2187004" y="49423"/>
                </a:lnTo>
                <a:lnTo>
                  <a:pt x="2187571" y="49377"/>
                </a:lnTo>
                <a:lnTo>
                  <a:pt x="2188142" y="49341"/>
                </a:lnTo>
                <a:lnTo>
                  <a:pt x="2188719" y="49315"/>
                </a:lnTo>
                <a:lnTo>
                  <a:pt x="2189301" y="49300"/>
                </a:lnTo>
                <a:lnTo>
                  <a:pt x="2189888" y="49294"/>
                </a:lnTo>
                <a:lnTo>
                  <a:pt x="2190135" y="49295"/>
                </a:lnTo>
                <a:lnTo>
                  <a:pt x="2190381" y="49297"/>
                </a:lnTo>
                <a:lnTo>
                  <a:pt x="2190625" y="49301"/>
                </a:lnTo>
                <a:lnTo>
                  <a:pt x="2190869" y="49307"/>
                </a:lnTo>
                <a:lnTo>
                  <a:pt x="2191112" y="49314"/>
                </a:lnTo>
                <a:lnTo>
                  <a:pt x="2191353" y="49322"/>
                </a:lnTo>
                <a:lnTo>
                  <a:pt x="2191594" y="49332"/>
                </a:lnTo>
                <a:lnTo>
                  <a:pt x="2191833" y="49344"/>
                </a:lnTo>
                <a:lnTo>
                  <a:pt x="2192071" y="49357"/>
                </a:lnTo>
                <a:lnTo>
                  <a:pt x="2192308" y="49371"/>
                </a:lnTo>
                <a:lnTo>
                  <a:pt x="2192544" y="49387"/>
                </a:lnTo>
                <a:lnTo>
                  <a:pt x="2192779" y="49405"/>
                </a:lnTo>
                <a:lnTo>
                  <a:pt x="2193013" y="49424"/>
                </a:lnTo>
                <a:lnTo>
                  <a:pt x="2193246" y="49445"/>
                </a:lnTo>
                <a:lnTo>
                  <a:pt x="2193477" y="49467"/>
                </a:lnTo>
                <a:lnTo>
                  <a:pt x="2193708" y="49491"/>
                </a:lnTo>
                <a:lnTo>
                  <a:pt x="2193937" y="49516"/>
                </a:lnTo>
                <a:lnTo>
                  <a:pt x="2194165" y="49543"/>
                </a:lnTo>
                <a:lnTo>
                  <a:pt x="2194393" y="49572"/>
                </a:lnTo>
                <a:lnTo>
                  <a:pt x="2194619" y="49602"/>
                </a:lnTo>
                <a:lnTo>
                  <a:pt x="2194844" y="49633"/>
                </a:lnTo>
                <a:lnTo>
                  <a:pt x="2195068" y="49666"/>
                </a:lnTo>
                <a:lnTo>
                  <a:pt x="2195291" y="49701"/>
                </a:lnTo>
                <a:lnTo>
                  <a:pt x="2195512" y="49737"/>
                </a:lnTo>
                <a:lnTo>
                  <a:pt x="2195735" y="49768"/>
                </a:lnTo>
                <a:lnTo>
                  <a:pt x="2195952" y="49799"/>
                </a:lnTo>
                <a:lnTo>
                  <a:pt x="2196161" y="49829"/>
                </a:lnTo>
                <a:lnTo>
                  <a:pt x="2196364" y="49858"/>
                </a:lnTo>
                <a:lnTo>
                  <a:pt x="2196560" y="49887"/>
                </a:lnTo>
                <a:lnTo>
                  <a:pt x="2196749" y="49915"/>
                </a:lnTo>
                <a:lnTo>
                  <a:pt x="2196931" y="49942"/>
                </a:lnTo>
                <a:lnTo>
                  <a:pt x="2197106" y="49968"/>
                </a:lnTo>
                <a:lnTo>
                  <a:pt x="2197275" y="49995"/>
                </a:lnTo>
                <a:lnTo>
                  <a:pt x="2197437" y="50020"/>
                </a:lnTo>
                <a:lnTo>
                  <a:pt x="2197592" y="50045"/>
                </a:lnTo>
                <a:lnTo>
                  <a:pt x="2197740" y="50069"/>
                </a:lnTo>
                <a:lnTo>
                  <a:pt x="2197882" y="50092"/>
                </a:lnTo>
                <a:lnTo>
                  <a:pt x="2198016" y="50115"/>
                </a:lnTo>
                <a:lnTo>
                  <a:pt x="2198144" y="50137"/>
                </a:lnTo>
                <a:lnTo>
                  <a:pt x="2198265" y="50158"/>
                </a:lnTo>
                <a:lnTo>
                  <a:pt x="2198379" y="50179"/>
                </a:lnTo>
                <a:lnTo>
                  <a:pt x="2198487" y="50199"/>
                </a:lnTo>
                <a:lnTo>
                  <a:pt x="2198587" y="50218"/>
                </a:lnTo>
                <a:lnTo>
                  <a:pt x="2198681" y="50237"/>
                </a:lnTo>
                <a:lnTo>
                  <a:pt x="2198768" y="50255"/>
                </a:lnTo>
                <a:lnTo>
                  <a:pt x="2198848" y="50273"/>
                </a:lnTo>
                <a:lnTo>
                  <a:pt x="2198922" y="50289"/>
                </a:lnTo>
                <a:lnTo>
                  <a:pt x="2198988" y="50306"/>
                </a:lnTo>
                <a:lnTo>
                  <a:pt x="2198988" y="35138"/>
                </a:lnTo>
                <a:lnTo>
                  <a:pt x="2198881" y="35128"/>
                </a:lnTo>
                <a:lnTo>
                  <a:pt x="2198769" y="35117"/>
                </a:lnTo>
                <a:lnTo>
                  <a:pt x="2198654" y="35107"/>
                </a:lnTo>
                <a:lnTo>
                  <a:pt x="2198534" y="35098"/>
                </a:lnTo>
                <a:lnTo>
                  <a:pt x="2198410" y="35088"/>
                </a:lnTo>
                <a:lnTo>
                  <a:pt x="2198281" y="35079"/>
                </a:lnTo>
                <a:lnTo>
                  <a:pt x="2198149" y="35070"/>
                </a:lnTo>
                <a:lnTo>
                  <a:pt x="2198012" y="35061"/>
                </a:lnTo>
                <a:lnTo>
                  <a:pt x="2197871" y="35052"/>
                </a:lnTo>
                <a:lnTo>
                  <a:pt x="2197727" y="35044"/>
                </a:lnTo>
                <a:lnTo>
                  <a:pt x="2197577" y="35035"/>
                </a:lnTo>
                <a:lnTo>
                  <a:pt x="2197424" y="35027"/>
                </a:lnTo>
                <a:lnTo>
                  <a:pt x="2197267" y="35020"/>
                </a:lnTo>
                <a:lnTo>
                  <a:pt x="2197105" y="35012"/>
                </a:lnTo>
                <a:lnTo>
                  <a:pt x="2196939" y="35005"/>
                </a:lnTo>
                <a:lnTo>
                  <a:pt x="2196769" y="34998"/>
                </a:lnTo>
                <a:lnTo>
                  <a:pt x="2196595" y="34991"/>
                </a:lnTo>
                <a:lnTo>
                  <a:pt x="2196417" y="34984"/>
                </a:lnTo>
                <a:lnTo>
                  <a:pt x="2196234" y="34978"/>
                </a:lnTo>
                <a:lnTo>
                  <a:pt x="2196048" y="34971"/>
                </a:lnTo>
                <a:lnTo>
                  <a:pt x="2195857" y="34965"/>
                </a:lnTo>
                <a:lnTo>
                  <a:pt x="2195662" y="34959"/>
                </a:lnTo>
                <a:lnTo>
                  <a:pt x="2195463" y="34954"/>
                </a:lnTo>
                <a:lnTo>
                  <a:pt x="2195260" y="34948"/>
                </a:lnTo>
                <a:lnTo>
                  <a:pt x="2195056" y="34943"/>
                </a:lnTo>
                <a:lnTo>
                  <a:pt x="2194855" y="34938"/>
                </a:lnTo>
                <a:lnTo>
                  <a:pt x="2194656" y="34934"/>
                </a:lnTo>
                <a:lnTo>
                  <a:pt x="2194461" y="34929"/>
                </a:lnTo>
                <a:lnTo>
                  <a:pt x="2194268" y="34925"/>
                </a:lnTo>
                <a:lnTo>
                  <a:pt x="2194079" y="34921"/>
                </a:lnTo>
                <a:lnTo>
                  <a:pt x="2193892" y="34917"/>
                </a:lnTo>
                <a:lnTo>
                  <a:pt x="2193708" y="34913"/>
                </a:lnTo>
                <a:lnTo>
                  <a:pt x="2193527" y="34910"/>
                </a:lnTo>
                <a:lnTo>
                  <a:pt x="2193348" y="34907"/>
                </a:lnTo>
                <a:lnTo>
                  <a:pt x="2193173" y="34904"/>
                </a:lnTo>
                <a:lnTo>
                  <a:pt x="2193000" y="34901"/>
                </a:lnTo>
                <a:lnTo>
                  <a:pt x="2192831" y="34899"/>
                </a:lnTo>
                <a:lnTo>
                  <a:pt x="2192664" y="34896"/>
                </a:lnTo>
                <a:lnTo>
                  <a:pt x="2192500" y="34894"/>
                </a:lnTo>
                <a:lnTo>
                  <a:pt x="2192338" y="34892"/>
                </a:lnTo>
                <a:lnTo>
                  <a:pt x="2192180" y="34891"/>
                </a:lnTo>
                <a:lnTo>
                  <a:pt x="2192025" y="34889"/>
                </a:lnTo>
                <a:lnTo>
                  <a:pt x="2191872" y="34888"/>
                </a:lnTo>
                <a:lnTo>
                  <a:pt x="2191722" y="34887"/>
                </a:lnTo>
                <a:lnTo>
                  <a:pt x="2191575" y="34886"/>
                </a:lnTo>
                <a:lnTo>
                  <a:pt x="2191431" y="34886"/>
                </a:lnTo>
                <a:lnTo>
                  <a:pt x="2191290" y="34885"/>
                </a:lnTo>
                <a:lnTo>
                  <a:pt x="2191152" y="34885"/>
                </a:lnTo>
                <a:lnTo>
                  <a:pt x="2190428" y="34893"/>
                </a:lnTo>
                <a:lnTo>
                  <a:pt x="2189711" y="34916"/>
                </a:lnTo>
                <a:lnTo>
                  <a:pt x="2188999" y="34955"/>
                </a:lnTo>
                <a:lnTo>
                  <a:pt x="2188294" y="35010"/>
                </a:lnTo>
                <a:lnTo>
                  <a:pt x="2187595" y="35080"/>
                </a:lnTo>
                <a:lnTo>
                  <a:pt x="2186902" y="35166"/>
                </a:lnTo>
                <a:lnTo>
                  <a:pt x="2186215" y="35267"/>
                </a:lnTo>
                <a:lnTo>
                  <a:pt x="2185534" y="35384"/>
                </a:lnTo>
                <a:lnTo>
                  <a:pt x="2184860" y="35516"/>
                </a:lnTo>
                <a:lnTo>
                  <a:pt x="2184191" y="35664"/>
                </a:lnTo>
                <a:lnTo>
                  <a:pt x="2183529" y="35828"/>
                </a:lnTo>
                <a:lnTo>
                  <a:pt x="2182873" y="36007"/>
                </a:lnTo>
                <a:lnTo>
                  <a:pt x="2182223" y="36202"/>
                </a:lnTo>
                <a:lnTo>
                  <a:pt x="2181579" y="36412"/>
                </a:lnTo>
                <a:lnTo>
                  <a:pt x="2180941" y="36638"/>
                </a:lnTo>
                <a:lnTo>
                  <a:pt x="2180310" y="36879"/>
                </a:lnTo>
                <a:lnTo>
                  <a:pt x="2179684" y="37137"/>
                </a:lnTo>
                <a:lnTo>
                  <a:pt x="2179065" y="37409"/>
                </a:lnTo>
                <a:lnTo>
                  <a:pt x="2178452" y="37697"/>
                </a:lnTo>
                <a:lnTo>
                  <a:pt x="2177845" y="38001"/>
                </a:lnTo>
                <a:lnTo>
                  <a:pt x="2177244" y="38321"/>
                </a:lnTo>
                <a:lnTo>
                  <a:pt x="2176650" y="38656"/>
                </a:lnTo>
                <a:lnTo>
                  <a:pt x="2176061" y="39006"/>
                </a:lnTo>
                <a:lnTo>
                  <a:pt x="2175479" y="39372"/>
                </a:lnTo>
                <a:lnTo>
                  <a:pt x="2174907" y="39751"/>
                </a:lnTo>
                <a:lnTo>
                  <a:pt x="2174350" y="40139"/>
                </a:lnTo>
                <a:lnTo>
                  <a:pt x="2173808" y="40537"/>
                </a:lnTo>
                <a:lnTo>
                  <a:pt x="2173281" y="40943"/>
                </a:lnTo>
                <a:lnTo>
                  <a:pt x="2172769" y="41360"/>
                </a:lnTo>
                <a:lnTo>
                  <a:pt x="2172271" y="41786"/>
                </a:lnTo>
                <a:lnTo>
                  <a:pt x="2171789" y="42221"/>
                </a:lnTo>
                <a:lnTo>
                  <a:pt x="2171322" y="42666"/>
                </a:lnTo>
                <a:lnTo>
                  <a:pt x="2170869" y="43120"/>
                </a:lnTo>
                <a:lnTo>
                  <a:pt x="2170432" y="43583"/>
                </a:lnTo>
                <a:lnTo>
                  <a:pt x="2170009" y="44056"/>
                </a:lnTo>
                <a:lnTo>
                  <a:pt x="2169601" y="44539"/>
                </a:lnTo>
                <a:lnTo>
                  <a:pt x="2169209" y="45031"/>
                </a:lnTo>
                <a:lnTo>
                  <a:pt x="2168831" y="45532"/>
                </a:lnTo>
                <a:lnTo>
                  <a:pt x="2168468" y="46043"/>
                </a:lnTo>
                <a:lnTo>
                  <a:pt x="2168120" y="46563"/>
                </a:lnTo>
                <a:lnTo>
                  <a:pt x="2167787" y="47092"/>
                </a:lnTo>
                <a:lnTo>
                  <a:pt x="2167468" y="47632"/>
                </a:lnTo>
                <a:lnTo>
                  <a:pt x="2167165" y="48180"/>
                </a:lnTo>
                <a:lnTo>
                  <a:pt x="2166877" y="48738"/>
                </a:lnTo>
                <a:lnTo>
                  <a:pt x="2166603" y="49305"/>
                </a:lnTo>
                <a:lnTo>
                  <a:pt x="2166345" y="49882"/>
                </a:lnTo>
                <a:lnTo>
                  <a:pt x="2166101" y="50468"/>
                </a:lnTo>
                <a:lnTo>
                  <a:pt x="2165873" y="51064"/>
                </a:lnTo>
                <a:lnTo>
                  <a:pt x="2164862" y="51064"/>
                </a:lnTo>
                <a:lnTo>
                  <a:pt x="2164862" y="36402"/>
                </a:lnTo>
                <a:lnTo>
                  <a:pt x="2150452" y="36402"/>
                </a:lnTo>
                <a:lnTo>
                  <a:pt x="2150452" y="133474"/>
                </a:lnTo>
                <a:lnTo>
                  <a:pt x="2165367" y="133474"/>
                </a:lnTo>
                <a:lnTo>
                  <a:pt x="2165367" y="72046"/>
                </a:lnTo>
                <a:lnTo>
                  <a:pt x="2165372" y="71500"/>
                </a:lnTo>
                <a:lnTo>
                  <a:pt x="2165389" y="70960"/>
                </a:lnTo>
                <a:lnTo>
                  <a:pt x="2165416" y="70425"/>
                </a:lnTo>
                <a:close/>
                <a:moveTo>
                  <a:pt x="1508519" y="133474"/>
                </a:moveTo>
                <a:lnTo>
                  <a:pt x="1538096" y="36402"/>
                </a:lnTo>
                <a:lnTo>
                  <a:pt x="1522423" y="36402"/>
                </a:lnTo>
                <a:lnTo>
                  <a:pt x="1501441" y="110470"/>
                </a:lnTo>
                <a:lnTo>
                  <a:pt x="1500430" y="110470"/>
                </a:lnTo>
                <a:lnTo>
                  <a:pt x="1479954" y="36402"/>
                </a:lnTo>
                <a:lnTo>
                  <a:pt x="1464028" y="36402"/>
                </a:lnTo>
                <a:lnTo>
                  <a:pt x="1443299" y="110723"/>
                </a:lnTo>
                <a:lnTo>
                  <a:pt x="1442288" y="110723"/>
                </a:lnTo>
                <a:lnTo>
                  <a:pt x="1421306" y="36402"/>
                </a:lnTo>
                <a:lnTo>
                  <a:pt x="1405633" y="36402"/>
                </a:lnTo>
                <a:lnTo>
                  <a:pt x="1435210" y="133474"/>
                </a:lnTo>
                <a:lnTo>
                  <a:pt x="1449872" y="133474"/>
                </a:lnTo>
                <a:lnTo>
                  <a:pt x="1471106" y="58900"/>
                </a:lnTo>
                <a:lnTo>
                  <a:pt x="1472623" y="58900"/>
                </a:lnTo>
                <a:lnTo>
                  <a:pt x="1493857" y="133474"/>
                </a:lnTo>
                <a:lnTo>
                  <a:pt x="1508519" y="133474"/>
                </a:lnTo>
                <a:close/>
                <a:moveTo>
                  <a:pt x="1572728" y="133474"/>
                </a:moveTo>
                <a:lnTo>
                  <a:pt x="1572728" y="36402"/>
                </a:lnTo>
                <a:lnTo>
                  <a:pt x="1557813" y="36402"/>
                </a:lnTo>
                <a:lnTo>
                  <a:pt x="1557813" y="133474"/>
                </a:lnTo>
                <a:lnTo>
                  <a:pt x="1572728" y="133474"/>
                </a:lnTo>
                <a:close/>
                <a:moveTo>
                  <a:pt x="1340420" y="80344"/>
                </a:moveTo>
                <a:lnTo>
                  <a:pt x="1340376" y="79264"/>
                </a:lnTo>
                <a:lnTo>
                  <a:pt x="1340320" y="78199"/>
                </a:lnTo>
                <a:lnTo>
                  <a:pt x="1340251" y="77149"/>
                </a:lnTo>
                <a:lnTo>
                  <a:pt x="1340169" y="76114"/>
                </a:lnTo>
                <a:lnTo>
                  <a:pt x="1340076" y="75093"/>
                </a:lnTo>
                <a:lnTo>
                  <a:pt x="1339969" y="74088"/>
                </a:lnTo>
                <a:lnTo>
                  <a:pt x="1339850" y="73097"/>
                </a:lnTo>
                <a:lnTo>
                  <a:pt x="1339719" y="72122"/>
                </a:lnTo>
                <a:lnTo>
                  <a:pt x="1339575" y="71161"/>
                </a:lnTo>
                <a:lnTo>
                  <a:pt x="1339419" y="70215"/>
                </a:lnTo>
                <a:lnTo>
                  <a:pt x="1339250" y="69284"/>
                </a:lnTo>
                <a:lnTo>
                  <a:pt x="1339069" y="68368"/>
                </a:lnTo>
                <a:lnTo>
                  <a:pt x="1338875" y="67467"/>
                </a:lnTo>
                <a:lnTo>
                  <a:pt x="1338668" y="66581"/>
                </a:lnTo>
                <a:lnTo>
                  <a:pt x="1338450" y="65710"/>
                </a:lnTo>
                <a:lnTo>
                  <a:pt x="1338218" y="64854"/>
                </a:lnTo>
                <a:lnTo>
                  <a:pt x="1337974" y="64012"/>
                </a:lnTo>
                <a:lnTo>
                  <a:pt x="1337718" y="63186"/>
                </a:lnTo>
                <a:lnTo>
                  <a:pt x="1337449" y="62375"/>
                </a:lnTo>
                <a:lnTo>
                  <a:pt x="1337167" y="61578"/>
                </a:lnTo>
                <a:lnTo>
                  <a:pt x="1336874" y="60796"/>
                </a:lnTo>
                <a:lnTo>
                  <a:pt x="1336569" y="60029"/>
                </a:lnTo>
                <a:lnTo>
                  <a:pt x="1336256" y="59274"/>
                </a:lnTo>
                <a:lnTo>
                  <a:pt x="1335934" y="58531"/>
                </a:lnTo>
                <a:lnTo>
                  <a:pt x="1335604" y="57802"/>
                </a:lnTo>
                <a:lnTo>
                  <a:pt x="1335266" y="57085"/>
                </a:lnTo>
                <a:lnTo>
                  <a:pt x="1334918" y="56380"/>
                </a:lnTo>
                <a:lnTo>
                  <a:pt x="1334563" y="55689"/>
                </a:lnTo>
                <a:lnTo>
                  <a:pt x="1334198" y="55010"/>
                </a:lnTo>
                <a:lnTo>
                  <a:pt x="1333825" y="54344"/>
                </a:lnTo>
                <a:lnTo>
                  <a:pt x="1333444" y="53691"/>
                </a:lnTo>
                <a:lnTo>
                  <a:pt x="1333054" y="53050"/>
                </a:lnTo>
                <a:lnTo>
                  <a:pt x="1332655" y="52423"/>
                </a:lnTo>
                <a:lnTo>
                  <a:pt x="1332248" y="51808"/>
                </a:lnTo>
                <a:lnTo>
                  <a:pt x="1331832" y="51205"/>
                </a:lnTo>
                <a:lnTo>
                  <a:pt x="1331408" y="50616"/>
                </a:lnTo>
                <a:lnTo>
                  <a:pt x="1330975" y="50039"/>
                </a:lnTo>
                <a:lnTo>
                  <a:pt x="1330534" y="49475"/>
                </a:lnTo>
                <a:lnTo>
                  <a:pt x="1330084" y="48923"/>
                </a:lnTo>
                <a:lnTo>
                  <a:pt x="1329625" y="48384"/>
                </a:lnTo>
                <a:lnTo>
                  <a:pt x="1329158" y="47858"/>
                </a:lnTo>
                <a:lnTo>
                  <a:pt x="1328683" y="47345"/>
                </a:lnTo>
                <a:lnTo>
                  <a:pt x="1328198" y="46845"/>
                </a:lnTo>
                <a:lnTo>
                  <a:pt x="1327706" y="46357"/>
                </a:lnTo>
                <a:lnTo>
                  <a:pt x="1327204" y="45882"/>
                </a:lnTo>
                <a:lnTo>
                  <a:pt x="1326696" y="45413"/>
                </a:lnTo>
                <a:lnTo>
                  <a:pt x="1326184" y="44956"/>
                </a:lnTo>
                <a:lnTo>
                  <a:pt x="1325667" y="44509"/>
                </a:lnTo>
                <a:lnTo>
                  <a:pt x="1325145" y="44074"/>
                </a:lnTo>
                <a:lnTo>
                  <a:pt x="1324619" y="43649"/>
                </a:lnTo>
                <a:lnTo>
                  <a:pt x="1324088" y="43235"/>
                </a:lnTo>
                <a:lnTo>
                  <a:pt x="1323552" y="42833"/>
                </a:lnTo>
                <a:lnTo>
                  <a:pt x="1323012" y="42441"/>
                </a:lnTo>
                <a:lnTo>
                  <a:pt x="1322467" y="42060"/>
                </a:lnTo>
                <a:lnTo>
                  <a:pt x="1321918" y="41690"/>
                </a:lnTo>
                <a:lnTo>
                  <a:pt x="1321364" y="41332"/>
                </a:lnTo>
                <a:lnTo>
                  <a:pt x="1320805" y="40984"/>
                </a:lnTo>
                <a:lnTo>
                  <a:pt x="1320242" y="40647"/>
                </a:lnTo>
                <a:lnTo>
                  <a:pt x="1319675" y="40321"/>
                </a:lnTo>
                <a:lnTo>
                  <a:pt x="1319102" y="40006"/>
                </a:lnTo>
                <a:lnTo>
                  <a:pt x="1318525" y="39702"/>
                </a:lnTo>
                <a:lnTo>
                  <a:pt x="1317943" y="39409"/>
                </a:lnTo>
                <a:lnTo>
                  <a:pt x="1317357" y="39127"/>
                </a:lnTo>
                <a:lnTo>
                  <a:pt x="1316766" y="38856"/>
                </a:lnTo>
                <a:lnTo>
                  <a:pt x="1316171" y="38596"/>
                </a:lnTo>
                <a:lnTo>
                  <a:pt x="1315571" y="38347"/>
                </a:lnTo>
                <a:lnTo>
                  <a:pt x="1314966" y="38109"/>
                </a:lnTo>
                <a:lnTo>
                  <a:pt x="1314357" y="37882"/>
                </a:lnTo>
                <a:lnTo>
                  <a:pt x="1313743" y="37666"/>
                </a:lnTo>
                <a:lnTo>
                  <a:pt x="1313127" y="37460"/>
                </a:lnTo>
                <a:lnTo>
                  <a:pt x="1312509" y="37262"/>
                </a:lnTo>
                <a:lnTo>
                  <a:pt x="1311892" y="37073"/>
                </a:lnTo>
                <a:lnTo>
                  <a:pt x="1311273" y="36894"/>
                </a:lnTo>
                <a:lnTo>
                  <a:pt x="1310654" y="36722"/>
                </a:lnTo>
                <a:lnTo>
                  <a:pt x="1310034" y="36560"/>
                </a:lnTo>
                <a:lnTo>
                  <a:pt x="1309414" y="36406"/>
                </a:lnTo>
                <a:lnTo>
                  <a:pt x="1308793" y="36262"/>
                </a:lnTo>
                <a:lnTo>
                  <a:pt x="1308171" y="36126"/>
                </a:lnTo>
                <a:lnTo>
                  <a:pt x="1307548" y="35998"/>
                </a:lnTo>
                <a:lnTo>
                  <a:pt x="1306925" y="35880"/>
                </a:lnTo>
                <a:lnTo>
                  <a:pt x="1306302" y="35770"/>
                </a:lnTo>
                <a:lnTo>
                  <a:pt x="1305677" y="35669"/>
                </a:lnTo>
                <a:lnTo>
                  <a:pt x="1305052" y="35577"/>
                </a:lnTo>
                <a:lnTo>
                  <a:pt x="1304426" y="35494"/>
                </a:lnTo>
                <a:lnTo>
                  <a:pt x="1303800" y="35419"/>
                </a:lnTo>
                <a:lnTo>
                  <a:pt x="1303173" y="35353"/>
                </a:lnTo>
                <a:lnTo>
                  <a:pt x="1302545" y="35296"/>
                </a:lnTo>
                <a:lnTo>
                  <a:pt x="1301917" y="35248"/>
                </a:lnTo>
                <a:lnTo>
                  <a:pt x="1301288" y="35208"/>
                </a:lnTo>
                <a:lnTo>
                  <a:pt x="1300658" y="35178"/>
                </a:lnTo>
                <a:lnTo>
                  <a:pt x="1300028" y="35156"/>
                </a:lnTo>
                <a:lnTo>
                  <a:pt x="1299397" y="35142"/>
                </a:lnTo>
                <a:lnTo>
                  <a:pt x="1298765" y="35138"/>
                </a:lnTo>
                <a:lnTo>
                  <a:pt x="1297676" y="35149"/>
                </a:lnTo>
                <a:lnTo>
                  <a:pt x="1296597" y="35183"/>
                </a:lnTo>
                <a:lnTo>
                  <a:pt x="1295530" y="35239"/>
                </a:lnTo>
                <a:lnTo>
                  <a:pt x="1294475" y="35317"/>
                </a:lnTo>
                <a:lnTo>
                  <a:pt x="1293431" y="35418"/>
                </a:lnTo>
                <a:lnTo>
                  <a:pt x="1292398" y="35541"/>
                </a:lnTo>
                <a:lnTo>
                  <a:pt x="1291377" y="35686"/>
                </a:lnTo>
                <a:lnTo>
                  <a:pt x="1290367" y="35854"/>
                </a:lnTo>
                <a:lnTo>
                  <a:pt x="1289368" y="36045"/>
                </a:lnTo>
                <a:lnTo>
                  <a:pt x="1288381" y="36257"/>
                </a:lnTo>
                <a:lnTo>
                  <a:pt x="1287406" y="36492"/>
                </a:lnTo>
                <a:lnTo>
                  <a:pt x="1286442" y="36750"/>
                </a:lnTo>
                <a:lnTo>
                  <a:pt x="1285489" y="37029"/>
                </a:lnTo>
                <a:lnTo>
                  <a:pt x="1284547" y="37332"/>
                </a:lnTo>
                <a:lnTo>
                  <a:pt x="1283617" y="37656"/>
                </a:lnTo>
                <a:lnTo>
                  <a:pt x="1282699" y="38003"/>
                </a:lnTo>
                <a:lnTo>
                  <a:pt x="1281792" y="38372"/>
                </a:lnTo>
                <a:lnTo>
                  <a:pt x="1280896" y="38764"/>
                </a:lnTo>
                <a:lnTo>
                  <a:pt x="1280012" y="39178"/>
                </a:lnTo>
                <a:lnTo>
                  <a:pt x="1279139" y="39615"/>
                </a:lnTo>
                <a:lnTo>
                  <a:pt x="1278277" y="40073"/>
                </a:lnTo>
                <a:lnTo>
                  <a:pt x="1277427" y="40555"/>
                </a:lnTo>
                <a:lnTo>
                  <a:pt x="1276589" y="41058"/>
                </a:lnTo>
                <a:lnTo>
                  <a:pt x="1275761" y="41584"/>
                </a:lnTo>
                <a:lnTo>
                  <a:pt x="1274952" y="42125"/>
                </a:lnTo>
                <a:lnTo>
                  <a:pt x="1274158" y="42683"/>
                </a:lnTo>
                <a:lnTo>
                  <a:pt x="1273379" y="43259"/>
                </a:lnTo>
                <a:lnTo>
                  <a:pt x="1272615" y="43852"/>
                </a:lnTo>
                <a:lnTo>
                  <a:pt x="1271866" y="44463"/>
                </a:lnTo>
                <a:lnTo>
                  <a:pt x="1271132" y="45092"/>
                </a:lnTo>
                <a:lnTo>
                  <a:pt x="1270413" y="45738"/>
                </a:lnTo>
                <a:lnTo>
                  <a:pt x="1269708" y="46401"/>
                </a:lnTo>
                <a:lnTo>
                  <a:pt x="1269019" y="47082"/>
                </a:lnTo>
                <a:lnTo>
                  <a:pt x="1268344" y="47781"/>
                </a:lnTo>
                <a:lnTo>
                  <a:pt x="1267685" y="48497"/>
                </a:lnTo>
                <a:lnTo>
                  <a:pt x="1267040" y="49231"/>
                </a:lnTo>
                <a:lnTo>
                  <a:pt x="1266410" y="49983"/>
                </a:lnTo>
                <a:lnTo>
                  <a:pt x="1265795" y="50751"/>
                </a:lnTo>
                <a:lnTo>
                  <a:pt x="1265195" y="51538"/>
                </a:lnTo>
                <a:lnTo>
                  <a:pt x="1264610" y="52342"/>
                </a:lnTo>
                <a:lnTo>
                  <a:pt x="1264040" y="53164"/>
                </a:lnTo>
                <a:lnTo>
                  <a:pt x="1263485" y="54003"/>
                </a:lnTo>
                <a:lnTo>
                  <a:pt x="1262945" y="54859"/>
                </a:lnTo>
                <a:lnTo>
                  <a:pt x="1262419" y="55734"/>
                </a:lnTo>
                <a:lnTo>
                  <a:pt x="1261909" y="56625"/>
                </a:lnTo>
                <a:lnTo>
                  <a:pt x="1261413" y="57535"/>
                </a:lnTo>
                <a:lnTo>
                  <a:pt x="1260933" y="58462"/>
                </a:lnTo>
                <a:lnTo>
                  <a:pt x="1260467" y="59406"/>
                </a:lnTo>
                <a:lnTo>
                  <a:pt x="1260024" y="60360"/>
                </a:lnTo>
                <a:lnTo>
                  <a:pt x="1259599" y="61327"/>
                </a:lnTo>
                <a:lnTo>
                  <a:pt x="1259193" y="62305"/>
                </a:lnTo>
                <a:lnTo>
                  <a:pt x="1258807" y="63296"/>
                </a:lnTo>
                <a:lnTo>
                  <a:pt x="1258439" y="64300"/>
                </a:lnTo>
                <a:lnTo>
                  <a:pt x="1258089" y="65315"/>
                </a:lnTo>
                <a:lnTo>
                  <a:pt x="1257759" y="66343"/>
                </a:lnTo>
                <a:lnTo>
                  <a:pt x="1257448" y="67383"/>
                </a:lnTo>
                <a:lnTo>
                  <a:pt x="1257155" y="68435"/>
                </a:lnTo>
                <a:lnTo>
                  <a:pt x="1256882" y="69500"/>
                </a:lnTo>
                <a:lnTo>
                  <a:pt x="1256627" y="70577"/>
                </a:lnTo>
                <a:lnTo>
                  <a:pt x="1256391" y="71666"/>
                </a:lnTo>
                <a:lnTo>
                  <a:pt x="1256174" y="72768"/>
                </a:lnTo>
                <a:lnTo>
                  <a:pt x="1255976" y="73882"/>
                </a:lnTo>
                <a:lnTo>
                  <a:pt x="1255796" y="75008"/>
                </a:lnTo>
                <a:lnTo>
                  <a:pt x="1255636" y="76146"/>
                </a:lnTo>
                <a:lnTo>
                  <a:pt x="1255495" y="77297"/>
                </a:lnTo>
                <a:lnTo>
                  <a:pt x="1255372" y="78460"/>
                </a:lnTo>
                <a:lnTo>
                  <a:pt x="1255268" y="79636"/>
                </a:lnTo>
                <a:lnTo>
                  <a:pt x="1255183" y="80823"/>
                </a:lnTo>
                <a:lnTo>
                  <a:pt x="1255117" y="82023"/>
                </a:lnTo>
                <a:lnTo>
                  <a:pt x="1255070" y="83235"/>
                </a:lnTo>
                <a:lnTo>
                  <a:pt x="1255042" y="84460"/>
                </a:lnTo>
                <a:lnTo>
                  <a:pt x="1255032" y="85696"/>
                </a:lnTo>
                <a:lnTo>
                  <a:pt x="1255042" y="86933"/>
                </a:lnTo>
                <a:lnTo>
                  <a:pt x="1255070" y="88157"/>
                </a:lnTo>
                <a:lnTo>
                  <a:pt x="1255117" y="89368"/>
                </a:lnTo>
                <a:lnTo>
                  <a:pt x="1255183" y="90566"/>
                </a:lnTo>
                <a:lnTo>
                  <a:pt x="1255268" y="91752"/>
                </a:lnTo>
                <a:lnTo>
                  <a:pt x="1255372" y="92925"/>
                </a:lnTo>
                <a:lnTo>
                  <a:pt x="1255495" y="94085"/>
                </a:lnTo>
                <a:lnTo>
                  <a:pt x="1255636" y="95232"/>
                </a:lnTo>
                <a:lnTo>
                  <a:pt x="1255796" y="96367"/>
                </a:lnTo>
                <a:lnTo>
                  <a:pt x="1255976" y="97489"/>
                </a:lnTo>
                <a:lnTo>
                  <a:pt x="1256174" y="98598"/>
                </a:lnTo>
                <a:lnTo>
                  <a:pt x="1256391" y="99695"/>
                </a:lnTo>
                <a:lnTo>
                  <a:pt x="1256627" y="100779"/>
                </a:lnTo>
                <a:lnTo>
                  <a:pt x="1256882" y="101850"/>
                </a:lnTo>
                <a:lnTo>
                  <a:pt x="1257155" y="102908"/>
                </a:lnTo>
                <a:lnTo>
                  <a:pt x="1257448" y="103954"/>
                </a:lnTo>
                <a:lnTo>
                  <a:pt x="1257759" y="104986"/>
                </a:lnTo>
                <a:lnTo>
                  <a:pt x="1258089" y="106007"/>
                </a:lnTo>
                <a:lnTo>
                  <a:pt x="1258439" y="107014"/>
                </a:lnTo>
                <a:lnTo>
                  <a:pt x="1258807" y="108009"/>
                </a:lnTo>
                <a:lnTo>
                  <a:pt x="1259193" y="108991"/>
                </a:lnTo>
                <a:lnTo>
                  <a:pt x="1259599" y="109960"/>
                </a:lnTo>
                <a:lnTo>
                  <a:pt x="1260024" y="110917"/>
                </a:lnTo>
                <a:lnTo>
                  <a:pt x="1260467" y="111860"/>
                </a:lnTo>
                <a:lnTo>
                  <a:pt x="1260933" y="112784"/>
                </a:lnTo>
                <a:lnTo>
                  <a:pt x="1261416" y="113690"/>
                </a:lnTo>
                <a:lnTo>
                  <a:pt x="1261914" y="114580"/>
                </a:lnTo>
                <a:lnTo>
                  <a:pt x="1262428" y="115452"/>
                </a:lnTo>
                <a:lnTo>
                  <a:pt x="1262958" y="116307"/>
                </a:lnTo>
                <a:lnTo>
                  <a:pt x="1263505" y="117145"/>
                </a:lnTo>
                <a:lnTo>
                  <a:pt x="1264067" y="117966"/>
                </a:lnTo>
                <a:lnTo>
                  <a:pt x="1264645" y="118770"/>
                </a:lnTo>
                <a:lnTo>
                  <a:pt x="1265240" y="119557"/>
                </a:lnTo>
                <a:lnTo>
                  <a:pt x="1265850" y="120326"/>
                </a:lnTo>
                <a:lnTo>
                  <a:pt x="1266476" y="121079"/>
                </a:lnTo>
                <a:lnTo>
                  <a:pt x="1267119" y="121814"/>
                </a:lnTo>
                <a:lnTo>
                  <a:pt x="1267777" y="122532"/>
                </a:lnTo>
                <a:lnTo>
                  <a:pt x="1268452" y="123233"/>
                </a:lnTo>
                <a:lnTo>
                  <a:pt x="1269142" y="123917"/>
                </a:lnTo>
                <a:lnTo>
                  <a:pt x="1269849" y="124584"/>
                </a:lnTo>
                <a:lnTo>
                  <a:pt x="1270571" y="125234"/>
                </a:lnTo>
                <a:lnTo>
                  <a:pt x="1271310" y="125867"/>
                </a:lnTo>
                <a:lnTo>
                  <a:pt x="1272064" y="126482"/>
                </a:lnTo>
                <a:lnTo>
                  <a:pt x="1272835" y="127081"/>
                </a:lnTo>
                <a:lnTo>
                  <a:pt x="1273621" y="127662"/>
                </a:lnTo>
                <a:lnTo>
                  <a:pt x="1274424" y="128226"/>
                </a:lnTo>
                <a:lnTo>
                  <a:pt x="1275243" y="128773"/>
                </a:lnTo>
                <a:lnTo>
                  <a:pt x="1276077" y="129303"/>
                </a:lnTo>
                <a:lnTo>
                  <a:pt x="1276932" y="129808"/>
                </a:lnTo>
                <a:lnTo>
                  <a:pt x="1277800" y="130292"/>
                </a:lnTo>
                <a:lnTo>
                  <a:pt x="1278681" y="130755"/>
                </a:lnTo>
                <a:lnTo>
                  <a:pt x="1279576" y="131195"/>
                </a:lnTo>
                <a:lnTo>
                  <a:pt x="1280484" y="131615"/>
                </a:lnTo>
                <a:lnTo>
                  <a:pt x="1281406" y="132013"/>
                </a:lnTo>
                <a:lnTo>
                  <a:pt x="1282340" y="132389"/>
                </a:lnTo>
                <a:lnTo>
                  <a:pt x="1283289" y="132744"/>
                </a:lnTo>
                <a:lnTo>
                  <a:pt x="1284250" y="133077"/>
                </a:lnTo>
                <a:lnTo>
                  <a:pt x="1285226" y="133389"/>
                </a:lnTo>
                <a:lnTo>
                  <a:pt x="1286214" y="133679"/>
                </a:lnTo>
                <a:lnTo>
                  <a:pt x="1287216" y="133948"/>
                </a:lnTo>
                <a:lnTo>
                  <a:pt x="1288231" y="134195"/>
                </a:lnTo>
                <a:lnTo>
                  <a:pt x="1289260" y="134421"/>
                </a:lnTo>
                <a:lnTo>
                  <a:pt x="1290302" y="134625"/>
                </a:lnTo>
                <a:lnTo>
                  <a:pt x="1291357" y="134808"/>
                </a:lnTo>
                <a:lnTo>
                  <a:pt x="1292426" y="134970"/>
                </a:lnTo>
                <a:lnTo>
                  <a:pt x="1293508" y="135109"/>
                </a:lnTo>
                <a:lnTo>
                  <a:pt x="1294603" y="135228"/>
                </a:lnTo>
                <a:lnTo>
                  <a:pt x="1295712" y="135324"/>
                </a:lnTo>
                <a:lnTo>
                  <a:pt x="1296835" y="135400"/>
                </a:lnTo>
                <a:lnTo>
                  <a:pt x="1297970" y="135453"/>
                </a:lnTo>
                <a:lnTo>
                  <a:pt x="1299119" y="135486"/>
                </a:lnTo>
                <a:lnTo>
                  <a:pt x="1300282" y="135496"/>
                </a:lnTo>
                <a:lnTo>
                  <a:pt x="1301100" y="135491"/>
                </a:lnTo>
                <a:lnTo>
                  <a:pt x="1301911" y="135475"/>
                </a:lnTo>
                <a:lnTo>
                  <a:pt x="1302716" y="135449"/>
                </a:lnTo>
                <a:lnTo>
                  <a:pt x="1303514" y="135412"/>
                </a:lnTo>
                <a:lnTo>
                  <a:pt x="1304305" y="135365"/>
                </a:lnTo>
                <a:lnTo>
                  <a:pt x="1305089" y="135307"/>
                </a:lnTo>
                <a:lnTo>
                  <a:pt x="1305866" y="135238"/>
                </a:lnTo>
                <a:lnTo>
                  <a:pt x="1306637" y="135159"/>
                </a:lnTo>
                <a:lnTo>
                  <a:pt x="1307401" y="135070"/>
                </a:lnTo>
                <a:lnTo>
                  <a:pt x="1308158" y="134970"/>
                </a:lnTo>
                <a:lnTo>
                  <a:pt x="1308908" y="134859"/>
                </a:lnTo>
                <a:lnTo>
                  <a:pt x="1309651" y="134738"/>
                </a:lnTo>
                <a:lnTo>
                  <a:pt x="1310388" y="134606"/>
                </a:lnTo>
                <a:lnTo>
                  <a:pt x="1311117" y="134464"/>
                </a:lnTo>
                <a:lnTo>
                  <a:pt x="1311840" y="134311"/>
                </a:lnTo>
                <a:lnTo>
                  <a:pt x="1312556" y="134148"/>
                </a:lnTo>
                <a:lnTo>
                  <a:pt x="1313266" y="133974"/>
                </a:lnTo>
                <a:lnTo>
                  <a:pt x="1313968" y="133790"/>
                </a:lnTo>
                <a:lnTo>
                  <a:pt x="1314664" y="133595"/>
                </a:lnTo>
                <a:lnTo>
                  <a:pt x="1315353" y="133390"/>
                </a:lnTo>
                <a:lnTo>
                  <a:pt x="1316035" y="133174"/>
                </a:lnTo>
                <a:lnTo>
                  <a:pt x="1316710" y="132947"/>
                </a:lnTo>
                <a:lnTo>
                  <a:pt x="1317379" y="132710"/>
                </a:lnTo>
                <a:lnTo>
                  <a:pt x="1318041" y="132463"/>
                </a:lnTo>
                <a:lnTo>
                  <a:pt x="1318695" y="132201"/>
                </a:lnTo>
                <a:lnTo>
                  <a:pt x="1319340" y="131930"/>
                </a:lnTo>
                <a:lnTo>
                  <a:pt x="1319976" y="131651"/>
                </a:lnTo>
                <a:lnTo>
                  <a:pt x="1320604" y="131364"/>
                </a:lnTo>
                <a:lnTo>
                  <a:pt x="1321222" y="131068"/>
                </a:lnTo>
                <a:lnTo>
                  <a:pt x="1321832" y="130764"/>
                </a:lnTo>
                <a:lnTo>
                  <a:pt x="1322434" y="130452"/>
                </a:lnTo>
                <a:lnTo>
                  <a:pt x="1323026" y="130132"/>
                </a:lnTo>
                <a:lnTo>
                  <a:pt x="1323610" y="129803"/>
                </a:lnTo>
                <a:lnTo>
                  <a:pt x="1324185" y="129465"/>
                </a:lnTo>
                <a:lnTo>
                  <a:pt x="1324751" y="129120"/>
                </a:lnTo>
                <a:lnTo>
                  <a:pt x="1325308" y="128766"/>
                </a:lnTo>
                <a:lnTo>
                  <a:pt x="1325857" y="128404"/>
                </a:lnTo>
                <a:lnTo>
                  <a:pt x="1326397" y="128033"/>
                </a:lnTo>
                <a:lnTo>
                  <a:pt x="1326928" y="127654"/>
                </a:lnTo>
                <a:lnTo>
                  <a:pt x="1327450" y="127267"/>
                </a:lnTo>
                <a:lnTo>
                  <a:pt x="1327964" y="126871"/>
                </a:lnTo>
                <a:lnTo>
                  <a:pt x="1328468" y="126467"/>
                </a:lnTo>
                <a:lnTo>
                  <a:pt x="1328964" y="126055"/>
                </a:lnTo>
                <a:lnTo>
                  <a:pt x="1329451" y="125634"/>
                </a:lnTo>
                <a:lnTo>
                  <a:pt x="1329930" y="125205"/>
                </a:lnTo>
                <a:lnTo>
                  <a:pt x="1330399" y="124768"/>
                </a:lnTo>
                <a:lnTo>
                  <a:pt x="1330860" y="124322"/>
                </a:lnTo>
                <a:lnTo>
                  <a:pt x="1331312" y="123868"/>
                </a:lnTo>
                <a:lnTo>
                  <a:pt x="1331754" y="123401"/>
                </a:lnTo>
                <a:lnTo>
                  <a:pt x="1332186" y="122929"/>
                </a:lnTo>
                <a:lnTo>
                  <a:pt x="1332607" y="122450"/>
                </a:lnTo>
                <a:lnTo>
                  <a:pt x="1333017" y="121965"/>
                </a:lnTo>
                <a:lnTo>
                  <a:pt x="1333416" y="121474"/>
                </a:lnTo>
                <a:lnTo>
                  <a:pt x="1333804" y="120977"/>
                </a:lnTo>
                <a:lnTo>
                  <a:pt x="1334182" y="120473"/>
                </a:lnTo>
                <a:lnTo>
                  <a:pt x="1334549" y="119964"/>
                </a:lnTo>
                <a:lnTo>
                  <a:pt x="1334905" y="119448"/>
                </a:lnTo>
                <a:lnTo>
                  <a:pt x="1335251" y="118926"/>
                </a:lnTo>
                <a:lnTo>
                  <a:pt x="1335586" y="118398"/>
                </a:lnTo>
                <a:lnTo>
                  <a:pt x="1335910" y="117864"/>
                </a:lnTo>
                <a:lnTo>
                  <a:pt x="1336223" y="117324"/>
                </a:lnTo>
                <a:lnTo>
                  <a:pt x="1336525" y="116778"/>
                </a:lnTo>
                <a:lnTo>
                  <a:pt x="1336817" y="116225"/>
                </a:lnTo>
                <a:lnTo>
                  <a:pt x="1337098" y="115666"/>
                </a:lnTo>
                <a:lnTo>
                  <a:pt x="1337368" y="115101"/>
                </a:lnTo>
                <a:lnTo>
                  <a:pt x="1337628" y="114530"/>
                </a:lnTo>
                <a:lnTo>
                  <a:pt x="1337877" y="113953"/>
                </a:lnTo>
                <a:lnTo>
                  <a:pt x="1338115" y="113370"/>
                </a:lnTo>
                <a:lnTo>
                  <a:pt x="1338342" y="112781"/>
                </a:lnTo>
                <a:lnTo>
                  <a:pt x="1338558" y="112185"/>
                </a:lnTo>
                <a:lnTo>
                  <a:pt x="1338764" y="111583"/>
                </a:lnTo>
                <a:lnTo>
                  <a:pt x="1338959" y="110976"/>
                </a:lnTo>
                <a:lnTo>
                  <a:pt x="1324550" y="106931"/>
                </a:lnTo>
                <a:lnTo>
                  <a:pt x="1324389" y="107349"/>
                </a:lnTo>
                <a:lnTo>
                  <a:pt x="1324223" y="107762"/>
                </a:lnTo>
                <a:lnTo>
                  <a:pt x="1324051" y="108169"/>
                </a:lnTo>
                <a:lnTo>
                  <a:pt x="1323874" y="108571"/>
                </a:lnTo>
                <a:lnTo>
                  <a:pt x="1323691" y="108966"/>
                </a:lnTo>
                <a:lnTo>
                  <a:pt x="1323503" y="109356"/>
                </a:lnTo>
                <a:lnTo>
                  <a:pt x="1323310" y="109740"/>
                </a:lnTo>
                <a:lnTo>
                  <a:pt x="1323110" y="110119"/>
                </a:lnTo>
                <a:lnTo>
                  <a:pt x="1322906" y="110492"/>
                </a:lnTo>
                <a:lnTo>
                  <a:pt x="1322696" y="110859"/>
                </a:lnTo>
                <a:lnTo>
                  <a:pt x="1322480" y="111220"/>
                </a:lnTo>
                <a:lnTo>
                  <a:pt x="1322259" y="111576"/>
                </a:lnTo>
                <a:lnTo>
                  <a:pt x="1322032" y="111926"/>
                </a:lnTo>
                <a:lnTo>
                  <a:pt x="1321800" y="112270"/>
                </a:lnTo>
                <a:lnTo>
                  <a:pt x="1321563" y="112609"/>
                </a:lnTo>
                <a:lnTo>
                  <a:pt x="1321320" y="112942"/>
                </a:lnTo>
                <a:lnTo>
                  <a:pt x="1321071" y="113269"/>
                </a:lnTo>
                <a:lnTo>
                  <a:pt x="1320817" y="113590"/>
                </a:lnTo>
                <a:lnTo>
                  <a:pt x="1320558" y="113906"/>
                </a:lnTo>
                <a:lnTo>
                  <a:pt x="1320293" y="114216"/>
                </a:lnTo>
                <a:lnTo>
                  <a:pt x="1320022" y="114521"/>
                </a:lnTo>
                <a:lnTo>
                  <a:pt x="1319747" y="114819"/>
                </a:lnTo>
                <a:lnTo>
                  <a:pt x="1319465" y="115112"/>
                </a:lnTo>
                <a:lnTo>
                  <a:pt x="1319178" y="115399"/>
                </a:lnTo>
                <a:lnTo>
                  <a:pt x="1318886" y="115676"/>
                </a:lnTo>
                <a:lnTo>
                  <a:pt x="1318590" y="115946"/>
                </a:lnTo>
                <a:lnTo>
                  <a:pt x="1318288" y="116211"/>
                </a:lnTo>
                <a:lnTo>
                  <a:pt x="1317983" y="116470"/>
                </a:lnTo>
                <a:lnTo>
                  <a:pt x="1317672" y="116724"/>
                </a:lnTo>
                <a:lnTo>
                  <a:pt x="1317357" y="116972"/>
                </a:lnTo>
                <a:lnTo>
                  <a:pt x="1317038" y="117214"/>
                </a:lnTo>
                <a:lnTo>
                  <a:pt x="1316713" y="117450"/>
                </a:lnTo>
                <a:lnTo>
                  <a:pt x="1316385" y="117681"/>
                </a:lnTo>
                <a:lnTo>
                  <a:pt x="1316051" y="117905"/>
                </a:lnTo>
                <a:lnTo>
                  <a:pt x="1315713" y="118125"/>
                </a:lnTo>
                <a:lnTo>
                  <a:pt x="1315370" y="118338"/>
                </a:lnTo>
                <a:lnTo>
                  <a:pt x="1315023" y="118546"/>
                </a:lnTo>
                <a:lnTo>
                  <a:pt x="1314671" y="118748"/>
                </a:lnTo>
                <a:lnTo>
                  <a:pt x="1314315" y="118944"/>
                </a:lnTo>
                <a:lnTo>
                  <a:pt x="1313954" y="119135"/>
                </a:lnTo>
                <a:lnTo>
                  <a:pt x="1313588" y="119320"/>
                </a:lnTo>
                <a:lnTo>
                  <a:pt x="1313218" y="119499"/>
                </a:lnTo>
                <a:lnTo>
                  <a:pt x="1312843" y="119673"/>
                </a:lnTo>
                <a:lnTo>
                  <a:pt x="1312463" y="119841"/>
                </a:lnTo>
                <a:lnTo>
                  <a:pt x="1312079" y="120003"/>
                </a:lnTo>
                <a:lnTo>
                  <a:pt x="1311690" y="120159"/>
                </a:lnTo>
                <a:lnTo>
                  <a:pt x="1311297" y="120310"/>
                </a:lnTo>
                <a:lnTo>
                  <a:pt x="1310899" y="120455"/>
                </a:lnTo>
                <a:lnTo>
                  <a:pt x="1310502" y="120589"/>
                </a:lnTo>
                <a:lnTo>
                  <a:pt x="1310101" y="120718"/>
                </a:lnTo>
                <a:lnTo>
                  <a:pt x="1309696" y="120840"/>
                </a:lnTo>
                <a:lnTo>
                  <a:pt x="1309288" y="120957"/>
                </a:lnTo>
                <a:lnTo>
                  <a:pt x="1308875" y="121069"/>
                </a:lnTo>
                <a:lnTo>
                  <a:pt x="1308458" y="121174"/>
                </a:lnTo>
                <a:lnTo>
                  <a:pt x="1308037" y="121274"/>
                </a:lnTo>
                <a:lnTo>
                  <a:pt x="1307613" y="121368"/>
                </a:lnTo>
                <a:lnTo>
                  <a:pt x="1307184" y="121457"/>
                </a:lnTo>
                <a:lnTo>
                  <a:pt x="1306752" y="121539"/>
                </a:lnTo>
                <a:lnTo>
                  <a:pt x="1306315" y="121616"/>
                </a:lnTo>
                <a:lnTo>
                  <a:pt x="1305875" y="121688"/>
                </a:lnTo>
                <a:lnTo>
                  <a:pt x="1305431" y="121753"/>
                </a:lnTo>
                <a:lnTo>
                  <a:pt x="1304982" y="121813"/>
                </a:lnTo>
                <a:lnTo>
                  <a:pt x="1304530" y="121867"/>
                </a:lnTo>
                <a:lnTo>
                  <a:pt x="1304074" y="121916"/>
                </a:lnTo>
                <a:lnTo>
                  <a:pt x="1303614" y="121959"/>
                </a:lnTo>
                <a:lnTo>
                  <a:pt x="1303149" y="121996"/>
                </a:lnTo>
                <a:lnTo>
                  <a:pt x="1302681" y="122027"/>
                </a:lnTo>
                <a:lnTo>
                  <a:pt x="1302209" y="122053"/>
                </a:lnTo>
                <a:lnTo>
                  <a:pt x="1301733" y="122073"/>
                </a:lnTo>
                <a:lnTo>
                  <a:pt x="1301254" y="122087"/>
                </a:lnTo>
                <a:lnTo>
                  <a:pt x="1300770" y="122096"/>
                </a:lnTo>
                <a:lnTo>
                  <a:pt x="1300282" y="122098"/>
                </a:lnTo>
                <a:lnTo>
                  <a:pt x="1299533" y="122092"/>
                </a:lnTo>
                <a:lnTo>
                  <a:pt x="1298791" y="122071"/>
                </a:lnTo>
                <a:lnTo>
                  <a:pt x="1298057" y="122037"/>
                </a:lnTo>
                <a:lnTo>
                  <a:pt x="1297331" y="121990"/>
                </a:lnTo>
                <a:lnTo>
                  <a:pt x="1296612" y="121928"/>
                </a:lnTo>
                <a:lnTo>
                  <a:pt x="1295902" y="121854"/>
                </a:lnTo>
                <a:lnTo>
                  <a:pt x="1295198" y="121765"/>
                </a:lnTo>
                <a:lnTo>
                  <a:pt x="1294503" y="121663"/>
                </a:lnTo>
                <a:lnTo>
                  <a:pt x="1293815" y="121547"/>
                </a:lnTo>
                <a:lnTo>
                  <a:pt x="1293135" y="121418"/>
                </a:lnTo>
                <a:lnTo>
                  <a:pt x="1292462" y="121275"/>
                </a:lnTo>
                <a:lnTo>
                  <a:pt x="1291798" y="121119"/>
                </a:lnTo>
                <a:lnTo>
                  <a:pt x="1291141" y="120949"/>
                </a:lnTo>
                <a:lnTo>
                  <a:pt x="1290491" y="120765"/>
                </a:lnTo>
                <a:lnTo>
                  <a:pt x="1289849" y="120568"/>
                </a:lnTo>
                <a:lnTo>
                  <a:pt x="1289215" y="120357"/>
                </a:lnTo>
                <a:lnTo>
                  <a:pt x="1288589" y="120132"/>
                </a:lnTo>
                <a:lnTo>
                  <a:pt x="1287970" y="119894"/>
                </a:lnTo>
                <a:lnTo>
                  <a:pt x="1287359" y="119643"/>
                </a:lnTo>
                <a:lnTo>
                  <a:pt x="1286756" y="119377"/>
                </a:lnTo>
                <a:lnTo>
                  <a:pt x="1286160" y="119099"/>
                </a:lnTo>
                <a:lnTo>
                  <a:pt x="1285572" y="118806"/>
                </a:lnTo>
                <a:lnTo>
                  <a:pt x="1284992" y="118500"/>
                </a:lnTo>
                <a:lnTo>
                  <a:pt x="1284419" y="118180"/>
                </a:lnTo>
                <a:lnTo>
                  <a:pt x="1283856" y="117842"/>
                </a:lnTo>
                <a:lnTo>
                  <a:pt x="1283302" y="117492"/>
                </a:lnTo>
                <a:lnTo>
                  <a:pt x="1282759" y="117129"/>
                </a:lnTo>
                <a:lnTo>
                  <a:pt x="1282227" y="116753"/>
                </a:lnTo>
                <a:lnTo>
                  <a:pt x="1281704" y="116365"/>
                </a:lnTo>
                <a:lnTo>
                  <a:pt x="1281192" y="115964"/>
                </a:lnTo>
                <a:lnTo>
                  <a:pt x="1280690" y="115551"/>
                </a:lnTo>
                <a:lnTo>
                  <a:pt x="1280199" y="115126"/>
                </a:lnTo>
                <a:lnTo>
                  <a:pt x="1279718" y="114687"/>
                </a:lnTo>
                <a:lnTo>
                  <a:pt x="1279247" y="114237"/>
                </a:lnTo>
                <a:lnTo>
                  <a:pt x="1278787" y="113774"/>
                </a:lnTo>
                <a:lnTo>
                  <a:pt x="1278336" y="113298"/>
                </a:lnTo>
                <a:lnTo>
                  <a:pt x="1277897" y="112810"/>
                </a:lnTo>
                <a:lnTo>
                  <a:pt x="1277467" y="112309"/>
                </a:lnTo>
                <a:lnTo>
                  <a:pt x="1277048" y="111796"/>
                </a:lnTo>
                <a:lnTo>
                  <a:pt x="1276639" y="111271"/>
                </a:lnTo>
                <a:lnTo>
                  <a:pt x="1276240" y="110732"/>
                </a:lnTo>
                <a:lnTo>
                  <a:pt x="1275852" y="110182"/>
                </a:lnTo>
                <a:lnTo>
                  <a:pt x="1275474" y="109618"/>
                </a:lnTo>
                <a:lnTo>
                  <a:pt x="1275106" y="109043"/>
                </a:lnTo>
                <a:lnTo>
                  <a:pt x="1274749" y="108455"/>
                </a:lnTo>
                <a:lnTo>
                  <a:pt x="1274402" y="107854"/>
                </a:lnTo>
                <a:lnTo>
                  <a:pt x="1274065" y="107241"/>
                </a:lnTo>
                <a:lnTo>
                  <a:pt x="1273739" y="106615"/>
                </a:lnTo>
                <a:lnTo>
                  <a:pt x="1273429" y="105972"/>
                </a:lnTo>
                <a:lnTo>
                  <a:pt x="1273133" y="105317"/>
                </a:lnTo>
                <a:lnTo>
                  <a:pt x="1272850" y="104651"/>
                </a:lnTo>
                <a:lnTo>
                  <a:pt x="1272580" y="103973"/>
                </a:lnTo>
                <a:lnTo>
                  <a:pt x="1272323" y="103283"/>
                </a:lnTo>
                <a:lnTo>
                  <a:pt x="1272080" y="102582"/>
                </a:lnTo>
                <a:lnTo>
                  <a:pt x="1271849" y="101869"/>
                </a:lnTo>
                <a:lnTo>
                  <a:pt x="1271632" y="101145"/>
                </a:lnTo>
                <a:lnTo>
                  <a:pt x="1271428" y="100409"/>
                </a:lnTo>
                <a:lnTo>
                  <a:pt x="1271237" y="99661"/>
                </a:lnTo>
                <a:lnTo>
                  <a:pt x="1271059" y="98902"/>
                </a:lnTo>
                <a:lnTo>
                  <a:pt x="1270895" y="98131"/>
                </a:lnTo>
                <a:lnTo>
                  <a:pt x="1270744" y="97348"/>
                </a:lnTo>
                <a:lnTo>
                  <a:pt x="1270605" y="96554"/>
                </a:lnTo>
                <a:lnTo>
                  <a:pt x="1270480" y="95748"/>
                </a:lnTo>
                <a:lnTo>
                  <a:pt x="1270368" y="94930"/>
                </a:lnTo>
                <a:lnTo>
                  <a:pt x="1270270" y="94101"/>
                </a:lnTo>
                <a:lnTo>
                  <a:pt x="1270184" y="93260"/>
                </a:lnTo>
                <a:lnTo>
                  <a:pt x="1270112" y="92408"/>
                </a:lnTo>
                <a:lnTo>
                  <a:pt x="1270052" y="91544"/>
                </a:lnTo>
                <a:lnTo>
                  <a:pt x="1270006" y="90668"/>
                </a:lnTo>
                <a:lnTo>
                  <a:pt x="1269981" y="89994"/>
                </a:lnTo>
                <a:lnTo>
                  <a:pt x="1340476" y="89994"/>
                </a:lnTo>
                <a:lnTo>
                  <a:pt x="1340476" y="83674"/>
                </a:lnTo>
                <a:lnTo>
                  <a:pt x="1340470" y="82549"/>
                </a:lnTo>
                <a:lnTo>
                  <a:pt x="1340451" y="81439"/>
                </a:lnTo>
                <a:lnTo>
                  <a:pt x="1340420" y="80344"/>
                </a:lnTo>
                <a:close/>
                <a:moveTo>
                  <a:pt x="1270243" y="74781"/>
                </a:moveTo>
                <a:lnTo>
                  <a:pt x="1270333" y="74138"/>
                </a:lnTo>
                <a:lnTo>
                  <a:pt x="1270436" y="73499"/>
                </a:lnTo>
                <a:lnTo>
                  <a:pt x="1270550" y="72864"/>
                </a:lnTo>
                <a:lnTo>
                  <a:pt x="1270677" y="72232"/>
                </a:lnTo>
                <a:lnTo>
                  <a:pt x="1270816" y="71603"/>
                </a:lnTo>
                <a:lnTo>
                  <a:pt x="1270967" y="70978"/>
                </a:lnTo>
                <a:lnTo>
                  <a:pt x="1271130" y="70357"/>
                </a:lnTo>
                <a:lnTo>
                  <a:pt x="1271305" y="69739"/>
                </a:lnTo>
                <a:lnTo>
                  <a:pt x="1271492" y="69125"/>
                </a:lnTo>
                <a:lnTo>
                  <a:pt x="1271691" y="68514"/>
                </a:lnTo>
                <a:lnTo>
                  <a:pt x="1271902" y="67906"/>
                </a:lnTo>
                <a:lnTo>
                  <a:pt x="1272125" y="67302"/>
                </a:lnTo>
                <a:lnTo>
                  <a:pt x="1272361" y="66702"/>
                </a:lnTo>
                <a:lnTo>
                  <a:pt x="1272608" y="66105"/>
                </a:lnTo>
                <a:lnTo>
                  <a:pt x="1272868" y="65512"/>
                </a:lnTo>
                <a:lnTo>
                  <a:pt x="1273139" y="64922"/>
                </a:lnTo>
                <a:lnTo>
                  <a:pt x="1273423" y="64335"/>
                </a:lnTo>
                <a:lnTo>
                  <a:pt x="1273718" y="63756"/>
                </a:lnTo>
                <a:lnTo>
                  <a:pt x="1274023" y="63185"/>
                </a:lnTo>
                <a:lnTo>
                  <a:pt x="1274338" y="62623"/>
                </a:lnTo>
                <a:lnTo>
                  <a:pt x="1274664" y="62071"/>
                </a:lnTo>
                <a:lnTo>
                  <a:pt x="1275000" y="61528"/>
                </a:lnTo>
                <a:lnTo>
                  <a:pt x="1275346" y="60994"/>
                </a:lnTo>
                <a:lnTo>
                  <a:pt x="1275703" y="60469"/>
                </a:lnTo>
                <a:lnTo>
                  <a:pt x="1276070" y="59954"/>
                </a:lnTo>
                <a:lnTo>
                  <a:pt x="1276447" y="59448"/>
                </a:lnTo>
                <a:lnTo>
                  <a:pt x="1276835" y="58951"/>
                </a:lnTo>
                <a:lnTo>
                  <a:pt x="1277233" y="58463"/>
                </a:lnTo>
                <a:lnTo>
                  <a:pt x="1277641" y="57984"/>
                </a:lnTo>
                <a:lnTo>
                  <a:pt x="1278060" y="57515"/>
                </a:lnTo>
                <a:lnTo>
                  <a:pt x="1278489" y="57055"/>
                </a:lnTo>
                <a:lnTo>
                  <a:pt x="1278928" y="56604"/>
                </a:lnTo>
                <a:lnTo>
                  <a:pt x="1279377" y="56162"/>
                </a:lnTo>
                <a:lnTo>
                  <a:pt x="1279837" y="55729"/>
                </a:lnTo>
                <a:lnTo>
                  <a:pt x="1280307" y="55306"/>
                </a:lnTo>
                <a:lnTo>
                  <a:pt x="1280788" y="54892"/>
                </a:lnTo>
                <a:lnTo>
                  <a:pt x="1281279" y="54487"/>
                </a:lnTo>
                <a:lnTo>
                  <a:pt x="1281780" y="54092"/>
                </a:lnTo>
                <a:lnTo>
                  <a:pt x="1282291" y="53705"/>
                </a:lnTo>
                <a:lnTo>
                  <a:pt x="1282813" y="53328"/>
                </a:lnTo>
                <a:lnTo>
                  <a:pt x="1283345" y="52960"/>
                </a:lnTo>
                <a:lnTo>
                  <a:pt x="1283892" y="52599"/>
                </a:lnTo>
                <a:lnTo>
                  <a:pt x="1284446" y="52253"/>
                </a:lnTo>
                <a:lnTo>
                  <a:pt x="1285010" y="51923"/>
                </a:lnTo>
                <a:lnTo>
                  <a:pt x="1285581" y="51608"/>
                </a:lnTo>
                <a:lnTo>
                  <a:pt x="1286161" y="51309"/>
                </a:lnTo>
                <a:lnTo>
                  <a:pt x="1286750" y="51024"/>
                </a:lnTo>
                <a:lnTo>
                  <a:pt x="1287346" y="50756"/>
                </a:lnTo>
                <a:lnTo>
                  <a:pt x="1287951" y="50502"/>
                </a:lnTo>
                <a:lnTo>
                  <a:pt x="1288565" y="50264"/>
                </a:lnTo>
                <a:lnTo>
                  <a:pt x="1289186" y="50041"/>
                </a:lnTo>
                <a:lnTo>
                  <a:pt x="1289816" y="49834"/>
                </a:lnTo>
                <a:lnTo>
                  <a:pt x="1290455" y="49642"/>
                </a:lnTo>
                <a:lnTo>
                  <a:pt x="1291101" y="49465"/>
                </a:lnTo>
                <a:lnTo>
                  <a:pt x="1291756" y="49304"/>
                </a:lnTo>
                <a:lnTo>
                  <a:pt x="1292420" y="49158"/>
                </a:lnTo>
                <a:lnTo>
                  <a:pt x="1293091" y="49028"/>
                </a:lnTo>
                <a:lnTo>
                  <a:pt x="1293771" y="48912"/>
                </a:lnTo>
                <a:lnTo>
                  <a:pt x="1294460" y="48813"/>
                </a:lnTo>
                <a:lnTo>
                  <a:pt x="1295157" y="48728"/>
                </a:lnTo>
                <a:lnTo>
                  <a:pt x="1295862" y="48659"/>
                </a:lnTo>
                <a:lnTo>
                  <a:pt x="1296575" y="48605"/>
                </a:lnTo>
                <a:lnTo>
                  <a:pt x="1297297" y="48567"/>
                </a:lnTo>
                <a:lnTo>
                  <a:pt x="1298027" y="48544"/>
                </a:lnTo>
                <a:lnTo>
                  <a:pt x="1298765" y="48536"/>
                </a:lnTo>
                <a:lnTo>
                  <a:pt x="1299436" y="48542"/>
                </a:lnTo>
                <a:lnTo>
                  <a:pt x="1300099" y="48562"/>
                </a:lnTo>
                <a:lnTo>
                  <a:pt x="1300754" y="48594"/>
                </a:lnTo>
                <a:lnTo>
                  <a:pt x="1301402" y="48640"/>
                </a:lnTo>
                <a:lnTo>
                  <a:pt x="1302043" y="48698"/>
                </a:lnTo>
                <a:lnTo>
                  <a:pt x="1302676" y="48769"/>
                </a:lnTo>
                <a:lnTo>
                  <a:pt x="1303301" y="48853"/>
                </a:lnTo>
                <a:lnTo>
                  <a:pt x="1303919" y="48950"/>
                </a:lnTo>
                <a:lnTo>
                  <a:pt x="1304530" y="49060"/>
                </a:lnTo>
                <a:lnTo>
                  <a:pt x="1305133" y="49183"/>
                </a:lnTo>
                <a:lnTo>
                  <a:pt x="1305729" y="49319"/>
                </a:lnTo>
                <a:lnTo>
                  <a:pt x="1306317" y="49468"/>
                </a:lnTo>
                <a:lnTo>
                  <a:pt x="1306898" y="49630"/>
                </a:lnTo>
                <a:lnTo>
                  <a:pt x="1307472" y="49805"/>
                </a:lnTo>
                <a:lnTo>
                  <a:pt x="1308038" y="49993"/>
                </a:lnTo>
                <a:lnTo>
                  <a:pt x="1308596" y="50193"/>
                </a:lnTo>
                <a:lnTo>
                  <a:pt x="1309147" y="50407"/>
                </a:lnTo>
                <a:lnTo>
                  <a:pt x="1309691" y="50633"/>
                </a:lnTo>
                <a:lnTo>
                  <a:pt x="1310227" y="50873"/>
                </a:lnTo>
                <a:lnTo>
                  <a:pt x="1310755" y="51125"/>
                </a:lnTo>
                <a:lnTo>
                  <a:pt x="1311276" y="51391"/>
                </a:lnTo>
                <a:lnTo>
                  <a:pt x="1311790" y="51669"/>
                </a:lnTo>
                <a:lnTo>
                  <a:pt x="1312296" y="51960"/>
                </a:lnTo>
                <a:lnTo>
                  <a:pt x="1312795" y="52265"/>
                </a:lnTo>
                <a:lnTo>
                  <a:pt x="1313291" y="52580"/>
                </a:lnTo>
                <a:lnTo>
                  <a:pt x="1313776" y="52905"/>
                </a:lnTo>
                <a:lnTo>
                  <a:pt x="1314253" y="53239"/>
                </a:lnTo>
                <a:lnTo>
                  <a:pt x="1314719" y="53583"/>
                </a:lnTo>
                <a:lnTo>
                  <a:pt x="1315176" y="53936"/>
                </a:lnTo>
                <a:lnTo>
                  <a:pt x="1315623" y="54299"/>
                </a:lnTo>
                <a:lnTo>
                  <a:pt x="1316061" y="54671"/>
                </a:lnTo>
                <a:lnTo>
                  <a:pt x="1316489" y="55052"/>
                </a:lnTo>
                <a:lnTo>
                  <a:pt x="1316907" y="55443"/>
                </a:lnTo>
                <a:lnTo>
                  <a:pt x="1317316" y="55844"/>
                </a:lnTo>
                <a:lnTo>
                  <a:pt x="1317715" y="56254"/>
                </a:lnTo>
                <a:lnTo>
                  <a:pt x="1318104" y="56673"/>
                </a:lnTo>
                <a:lnTo>
                  <a:pt x="1318483" y="57101"/>
                </a:lnTo>
                <a:lnTo>
                  <a:pt x="1318853" y="57540"/>
                </a:lnTo>
                <a:lnTo>
                  <a:pt x="1319214" y="57987"/>
                </a:lnTo>
                <a:lnTo>
                  <a:pt x="1319564" y="58444"/>
                </a:lnTo>
                <a:lnTo>
                  <a:pt x="1319905" y="58910"/>
                </a:lnTo>
                <a:lnTo>
                  <a:pt x="1320237" y="59386"/>
                </a:lnTo>
                <a:lnTo>
                  <a:pt x="1320558" y="59872"/>
                </a:lnTo>
                <a:lnTo>
                  <a:pt x="1320870" y="60366"/>
                </a:lnTo>
                <a:lnTo>
                  <a:pt x="1321173" y="60870"/>
                </a:lnTo>
                <a:lnTo>
                  <a:pt x="1321465" y="61384"/>
                </a:lnTo>
                <a:lnTo>
                  <a:pt x="1321749" y="61907"/>
                </a:lnTo>
                <a:lnTo>
                  <a:pt x="1322022" y="62440"/>
                </a:lnTo>
                <a:lnTo>
                  <a:pt x="1322290" y="62980"/>
                </a:lnTo>
                <a:lnTo>
                  <a:pt x="1322547" y="63526"/>
                </a:lnTo>
                <a:lnTo>
                  <a:pt x="1322792" y="64079"/>
                </a:lnTo>
                <a:lnTo>
                  <a:pt x="1323026" y="64637"/>
                </a:lnTo>
                <a:lnTo>
                  <a:pt x="1323249" y="65202"/>
                </a:lnTo>
                <a:lnTo>
                  <a:pt x="1323460" y="65773"/>
                </a:lnTo>
                <a:lnTo>
                  <a:pt x="1323659" y="66350"/>
                </a:lnTo>
                <a:lnTo>
                  <a:pt x="1323848" y="66934"/>
                </a:lnTo>
                <a:lnTo>
                  <a:pt x="1324025" y="67523"/>
                </a:lnTo>
                <a:lnTo>
                  <a:pt x="1324190" y="68119"/>
                </a:lnTo>
                <a:lnTo>
                  <a:pt x="1324344" y="68720"/>
                </a:lnTo>
                <a:lnTo>
                  <a:pt x="1324487" y="69328"/>
                </a:lnTo>
                <a:lnTo>
                  <a:pt x="1324618" y="69942"/>
                </a:lnTo>
                <a:lnTo>
                  <a:pt x="1324738" y="70562"/>
                </a:lnTo>
                <a:lnTo>
                  <a:pt x="1324846" y="71189"/>
                </a:lnTo>
                <a:lnTo>
                  <a:pt x="1324943" y="71821"/>
                </a:lnTo>
                <a:lnTo>
                  <a:pt x="1325029" y="72460"/>
                </a:lnTo>
                <a:lnTo>
                  <a:pt x="1325103" y="73104"/>
                </a:lnTo>
                <a:lnTo>
                  <a:pt x="1325166" y="73755"/>
                </a:lnTo>
                <a:lnTo>
                  <a:pt x="1325217" y="74412"/>
                </a:lnTo>
                <a:lnTo>
                  <a:pt x="1325257" y="75075"/>
                </a:lnTo>
                <a:lnTo>
                  <a:pt x="1325285" y="75744"/>
                </a:lnTo>
                <a:lnTo>
                  <a:pt x="1325303" y="76420"/>
                </a:lnTo>
                <a:lnTo>
                  <a:pt x="1325308" y="77101"/>
                </a:lnTo>
                <a:lnTo>
                  <a:pt x="1270020" y="77101"/>
                </a:lnTo>
                <a:lnTo>
                  <a:pt x="1270044" y="76729"/>
                </a:lnTo>
                <a:lnTo>
                  <a:pt x="1270098" y="76076"/>
                </a:lnTo>
                <a:lnTo>
                  <a:pt x="1270164" y="75427"/>
                </a:lnTo>
                <a:lnTo>
                  <a:pt x="1270243" y="74781"/>
                </a:lnTo>
                <a:close/>
                <a:moveTo>
                  <a:pt x="2020993" y="53999"/>
                </a:moveTo>
                <a:lnTo>
                  <a:pt x="2020612" y="53213"/>
                </a:lnTo>
                <a:lnTo>
                  <a:pt x="2020214" y="52440"/>
                </a:lnTo>
                <a:lnTo>
                  <a:pt x="2019799" y="51682"/>
                </a:lnTo>
                <a:lnTo>
                  <a:pt x="2019368" y="50938"/>
                </a:lnTo>
                <a:lnTo>
                  <a:pt x="2018920" y="50207"/>
                </a:lnTo>
                <a:lnTo>
                  <a:pt x="2018455" y="49491"/>
                </a:lnTo>
                <a:lnTo>
                  <a:pt x="2017974" y="48789"/>
                </a:lnTo>
                <a:lnTo>
                  <a:pt x="2017475" y="48101"/>
                </a:lnTo>
                <a:lnTo>
                  <a:pt x="2016961" y="47427"/>
                </a:lnTo>
                <a:lnTo>
                  <a:pt x="2016429" y="46766"/>
                </a:lnTo>
                <a:lnTo>
                  <a:pt x="2015881" y="46120"/>
                </a:lnTo>
                <a:lnTo>
                  <a:pt x="2015316" y="45488"/>
                </a:lnTo>
                <a:lnTo>
                  <a:pt x="2014735" y="44871"/>
                </a:lnTo>
                <a:lnTo>
                  <a:pt x="2014137" y="44267"/>
                </a:lnTo>
                <a:lnTo>
                  <a:pt x="2013522" y="43677"/>
                </a:lnTo>
                <a:lnTo>
                  <a:pt x="2012890" y="43101"/>
                </a:lnTo>
                <a:lnTo>
                  <a:pt x="2012242" y="42539"/>
                </a:lnTo>
                <a:lnTo>
                  <a:pt x="2011577" y="41992"/>
                </a:lnTo>
                <a:lnTo>
                  <a:pt x="2010895" y="41458"/>
                </a:lnTo>
                <a:lnTo>
                  <a:pt x="2010200" y="40942"/>
                </a:lnTo>
                <a:lnTo>
                  <a:pt x="2009483" y="40448"/>
                </a:lnTo>
                <a:lnTo>
                  <a:pt x="2008745" y="39977"/>
                </a:lnTo>
                <a:lnTo>
                  <a:pt x="2007985" y="39527"/>
                </a:lnTo>
                <a:lnTo>
                  <a:pt x="2007203" y="39099"/>
                </a:lnTo>
                <a:lnTo>
                  <a:pt x="2006401" y="38693"/>
                </a:lnTo>
                <a:lnTo>
                  <a:pt x="2005576" y="38309"/>
                </a:lnTo>
                <a:lnTo>
                  <a:pt x="2004730" y="37947"/>
                </a:lnTo>
                <a:lnTo>
                  <a:pt x="2003863" y="37607"/>
                </a:lnTo>
                <a:lnTo>
                  <a:pt x="2002974" y="37289"/>
                </a:lnTo>
                <a:lnTo>
                  <a:pt x="2002063" y="36992"/>
                </a:lnTo>
                <a:lnTo>
                  <a:pt x="2001131" y="36718"/>
                </a:lnTo>
                <a:lnTo>
                  <a:pt x="2000178" y="36466"/>
                </a:lnTo>
                <a:lnTo>
                  <a:pt x="1999203" y="36235"/>
                </a:lnTo>
                <a:lnTo>
                  <a:pt x="1998206" y="36027"/>
                </a:lnTo>
                <a:lnTo>
                  <a:pt x="1997188" y="35840"/>
                </a:lnTo>
                <a:lnTo>
                  <a:pt x="1996149" y="35676"/>
                </a:lnTo>
                <a:lnTo>
                  <a:pt x="1995088" y="35533"/>
                </a:lnTo>
                <a:lnTo>
                  <a:pt x="1994006" y="35412"/>
                </a:lnTo>
                <a:lnTo>
                  <a:pt x="1992902" y="35314"/>
                </a:lnTo>
                <a:lnTo>
                  <a:pt x="1991776" y="35237"/>
                </a:lnTo>
                <a:lnTo>
                  <a:pt x="1990629" y="35182"/>
                </a:lnTo>
                <a:lnTo>
                  <a:pt x="1989461" y="35149"/>
                </a:lnTo>
                <a:lnTo>
                  <a:pt x="1988271" y="35138"/>
                </a:lnTo>
                <a:lnTo>
                  <a:pt x="1987421" y="35144"/>
                </a:lnTo>
                <a:lnTo>
                  <a:pt x="1986579" y="35163"/>
                </a:lnTo>
                <a:lnTo>
                  <a:pt x="1985745" y="35194"/>
                </a:lnTo>
                <a:lnTo>
                  <a:pt x="1984918" y="35238"/>
                </a:lnTo>
                <a:lnTo>
                  <a:pt x="1984098" y="35294"/>
                </a:lnTo>
                <a:lnTo>
                  <a:pt x="1983286" y="35363"/>
                </a:lnTo>
                <a:lnTo>
                  <a:pt x="1982481" y="35445"/>
                </a:lnTo>
                <a:lnTo>
                  <a:pt x="1981684" y="35538"/>
                </a:lnTo>
                <a:lnTo>
                  <a:pt x="1980894" y="35645"/>
                </a:lnTo>
                <a:lnTo>
                  <a:pt x="1980112" y="35763"/>
                </a:lnTo>
                <a:lnTo>
                  <a:pt x="1979337" y="35895"/>
                </a:lnTo>
                <a:lnTo>
                  <a:pt x="1978570" y="36039"/>
                </a:lnTo>
                <a:lnTo>
                  <a:pt x="1977810" y="36195"/>
                </a:lnTo>
                <a:lnTo>
                  <a:pt x="1977057" y="36364"/>
                </a:lnTo>
                <a:lnTo>
                  <a:pt x="1976312" y="36545"/>
                </a:lnTo>
                <a:lnTo>
                  <a:pt x="1975575" y="36739"/>
                </a:lnTo>
                <a:lnTo>
                  <a:pt x="1974845" y="36945"/>
                </a:lnTo>
                <a:lnTo>
                  <a:pt x="1974122" y="37164"/>
                </a:lnTo>
                <a:lnTo>
                  <a:pt x="1973407" y="37396"/>
                </a:lnTo>
                <a:lnTo>
                  <a:pt x="1972699" y="37640"/>
                </a:lnTo>
                <a:lnTo>
                  <a:pt x="1971999" y="37896"/>
                </a:lnTo>
                <a:lnTo>
                  <a:pt x="1971306" y="38165"/>
                </a:lnTo>
                <a:lnTo>
                  <a:pt x="1970621" y="38446"/>
                </a:lnTo>
                <a:lnTo>
                  <a:pt x="1969943" y="38740"/>
                </a:lnTo>
                <a:lnTo>
                  <a:pt x="1969280" y="39045"/>
                </a:lnTo>
                <a:lnTo>
                  <a:pt x="1968629" y="39360"/>
                </a:lnTo>
                <a:lnTo>
                  <a:pt x="1967989" y="39683"/>
                </a:lnTo>
                <a:lnTo>
                  <a:pt x="1967361" y="40017"/>
                </a:lnTo>
                <a:lnTo>
                  <a:pt x="1966744" y="40359"/>
                </a:lnTo>
                <a:lnTo>
                  <a:pt x="1966140" y="40711"/>
                </a:lnTo>
                <a:lnTo>
                  <a:pt x="1965546" y="41073"/>
                </a:lnTo>
                <a:lnTo>
                  <a:pt x="1964965" y="41444"/>
                </a:lnTo>
                <a:lnTo>
                  <a:pt x="1964395" y="41824"/>
                </a:lnTo>
                <a:lnTo>
                  <a:pt x="1963836" y="42214"/>
                </a:lnTo>
                <a:lnTo>
                  <a:pt x="1963290" y="42613"/>
                </a:lnTo>
                <a:lnTo>
                  <a:pt x="1962754" y="43022"/>
                </a:lnTo>
                <a:lnTo>
                  <a:pt x="1962231" y="43440"/>
                </a:lnTo>
                <a:lnTo>
                  <a:pt x="1961719" y="43868"/>
                </a:lnTo>
                <a:lnTo>
                  <a:pt x="1961219" y="44305"/>
                </a:lnTo>
                <a:lnTo>
                  <a:pt x="1960730" y="44751"/>
                </a:lnTo>
                <a:lnTo>
                  <a:pt x="1960253" y="45207"/>
                </a:lnTo>
                <a:lnTo>
                  <a:pt x="1959788" y="45672"/>
                </a:lnTo>
                <a:lnTo>
                  <a:pt x="1959334" y="46147"/>
                </a:lnTo>
                <a:lnTo>
                  <a:pt x="1958892" y="46631"/>
                </a:lnTo>
                <a:lnTo>
                  <a:pt x="1958462" y="47125"/>
                </a:lnTo>
                <a:lnTo>
                  <a:pt x="1958043" y="47628"/>
                </a:lnTo>
                <a:lnTo>
                  <a:pt x="1957636" y="48140"/>
                </a:lnTo>
                <a:lnTo>
                  <a:pt x="1957240" y="48662"/>
                </a:lnTo>
                <a:lnTo>
                  <a:pt x="1956864" y="49192"/>
                </a:lnTo>
                <a:lnTo>
                  <a:pt x="1956503" y="49729"/>
                </a:lnTo>
                <a:lnTo>
                  <a:pt x="1956159" y="50272"/>
                </a:lnTo>
                <a:lnTo>
                  <a:pt x="1955831" y="50822"/>
                </a:lnTo>
                <a:lnTo>
                  <a:pt x="1955518" y="51378"/>
                </a:lnTo>
                <a:lnTo>
                  <a:pt x="1955222" y="51941"/>
                </a:lnTo>
                <a:lnTo>
                  <a:pt x="1954942" y="52510"/>
                </a:lnTo>
                <a:lnTo>
                  <a:pt x="1954677" y="53086"/>
                </a:lnTo>
                <a:lnTo>
                  <a:pt x="1954429" y="53669"/>
                </a:lnTo>
                <a:lnTo>
                  <a:pt x="1954197" y="54258"/>
                </a:lnTo>
                <a:lnTo>
                  <a:pt x="1953980" y="54854"/>
                </a:lnTo>
                <a:lnTo>
                  <a:pt x="1953780" y="55456"/>
                </a:lnTo>
                <a:lnTo>
                  <a:pt x="1953596" y="56065"/>
                </a:lnTo>
                <a:lnTo>
                  <a:pt x="1953428" y="56681"/>
                </a:lnTo>
                <a:lnTo>
                  <a:pt x="1953276" y="57303"/>
                </a:lnTo>
                <a:lnTo>
                  <a:pt x="1953140" y="57931"/>
                </a:lnTo>
                <a:lnTo>
                  <a:pt x="1953019" y="58567"/>
                </a:lnTo>
                <a:lnTo>
                  <a:pt x="1952915" y="59209"/>
                </a:lnTo>
                <a:lnTo>
                  <a:pt x="1952827" y="59857"/>
                </a:lnTo>
                <a:lnTo>
                  <a:pt x="1952755" y="60512"/>
                </a:lnTo>
                <a:lnTo>
                  <a:pt x="1952699" y="61174"/>
                </a:lnTo>
                <a:lnTo>
                  <a:pt x="1952659" y="61842"/>
                </a:lnTo>
                <a:lnTo>
                  <a:pt x="1952635" y="62517"/>
                </a:lnTo>
                <a:lnTo>
                  <a:pt x="1952627" y="63198"/>
                </a:lnTo>
                <a:lnTo>
                  <a:pt x="1952638" y="64029"/>
                </a:lnTo>
                <a:lnTo>
                  <a:pt x="1952670" y="64849"/>
                </a:lnTo>
                <a:lnTo>
                  <a:pt x="1952724" y="65658"/>
                </a:lnTo>
                <a:lnTo>
                  <a:pt x="1952799" y="66454"/>
                </a:lnTo>
                <a:lnTo>
                  <a:pt x="1952896" y="67239"/>
                </a:lnTo>
                <a:lnTo>
                  <a:pt x="1953014" y="68013"/>
                </a:lnTo>
                <a:lnTo>
                  <a:pt x="1953154" y="68775"/>
                </a:lnTo>
                <a:lnTo>
                  <a:pt x="1953315" y="69525"/>
                </a:lnTo>
                <a:lnTo>
                  <a:pt x="1953498" y="70263"/>
                </a:lnTo>
                <a:lnTo>
                  <a:pt x="1953702" y="70990"/>
                </a:lnTo>
                <a:lnTo>
                  <a:pt x="1953928" y="71705"/>
                </a:lnTo>
                <a:lnTo>
                  <a:pt x="1954175" y="72409"/>
                </a:lnTo>
                <a:lnTo>
                  <a:pt x="1954444" y="73101"/>
                </a:lnTo>
                <a:lnTo>
                  <a:pt x="1954734" y="73781"/>
                </a:lnTo>
                <a:lnTo>
                  <a:pt x="1955046" y="74450"/>
                </a:lnTo>
                <a:lnTo>
                  <a:pt x="1955380" y="75107"/>
                </a:lnTo>
                <a:lnTo>
                  <a:pt x="1955734" y="75753"/>
                </a:lnTo>
                <a:lnTo>
                  <a:pt x="1956111" y="76387"/>
                </a:lnTo>
                <a:lnTo>
                  <a:pt x="1956509" y="77009"/>
                </a:lnTo>
                <a:lnTo>
                  <a:pt x="1956928" y="77619"/>
                </a:lnTo>
                <a:lnTo>
                  <a:pt x="1957369" y="78218"/>
                </a:lnTo>
                <a:lnTo>
                  <a:pt x="1957831" y="78806"/>
                </a:lnTo>
                <a:lnTo>
                  <a:pt x="1958315" y="79381"/>
                </a:lnTo>
                <a:lnTo>
                  <a:pt x="1958820" y="79945"/>
                </a:lnTo>
                <a:lnTo>
                  <a:pt x="1959354" y="80492"/>
                </a:lnTo>
                <a:lnTo>
                  <a:pt x="1959912" y="81027"/>
                </a:lnTo>
                <a:lnTo>
                  <a:pt x="1960495" y="81550"/>
                </a:lnTo>
                <a:lnTo>
                  <a:pt x="1961103" y="82061"/>
                </a:lnTo>
                <a:lnTo>
                  <a:pt x="1961735" y="82559"/>
                </a:lnTo>
                <a:lnTo>
                  <a:pt x="1962391" y="83046"/>
                </a:lnTo>
                <a:lnTo>
                  <a:pt x="1963072" y="83521"/>
                </a:lnTo>
                <a:lnTo>
                  <a:pt x="1963778" y="83983"/>
                </a:lnTo>
                <a:lnTo>
                  <a:pt x="1964508" y="84433"/>
                </a:lnTo>
                <a:lnTo>
                  <a:pt x="1965263" y="84872"/>
                </a:lnTo>
                <a:lnTo>
                  <a:pt x="1966043" y="85298"/>
                </a:lnTo>
                <a:lnTo>
                  <a:pt x="1966847" y="85712"/>
                </a:lnTo>
                <a:lnTo>
                  <a:pt x="1967675" y="86114"/>
                </a:lnTo>
                <a:lnTo>
                  <a:pt x="1968528" y="86504"/>
                </a:lnTo>
                <a:lnTo>
                  <a:pt x="1969406" y="86882"/>
                </a:lnTo>
                <a:lnTo>
                  <a:pt x="1970308" y="87248"/>
                </a:lnTo>
                <a:lnTo>
                  <a:pt x="1971235" y="87602"/>
                </a:lnTo>
                <a:lnTo>
                  <a:pt x="1972187" y="87944"/>
                </a:lnTo>
                <a:lnTo>
                  <a:pt x="1973163" y="88274"/>
                </a:lnTo>
                <a:lnTo>
                  <a:pt x="1974163" y="88591"/>
                </a:lnTo>
                <a:lnTo>
                  <a:pt x="1975189" y="88897"/>
                </a:lnTo>
                <a:lnTo>
                  <a:pt x="1976238" y="89190"/>
                </a:lnTo>
                <a:lnTo>
                  <a:pt x="1977313" y="89472"/>
                </a:lnTo>
                <a:lnTo>
                  <a:pt x="1978412" y="89741"/>
                </a:lnTo>
                <a:lnTo>
                  <a:pt x="1994590" y="93533"/>
                </a:lnTo>
                <a:lnTo>
                  <a:pt x="1995195" y="93678"/>
                </a:lnTo>
                <a:lnTo>
                  <a:pt x="1995786" y="93830"/>
                </a:lnTo>
                <a:lnTo>
                  <a:pt x="1996364" y="93987"/>
                </a:lnTo>
                <a:lnTo>
                  <a:pt x="1996929" y="94151"/>
                </a:lnTo>
                <a:lnTo>
                  <a:pt x="1997480" y="94321"/>
                </a:lnTo>
                <a:lnTo>
                  <a:pt x="1998019" y="94497"/>
                </a:lnTo>
                <a:lnTo>
                  <a:pt x="1998544" y="94679"/>
                </a:lnTo>
                <a:lnTo>
                  <a:pt x="1999056" y="94867"/>
                </a:lnTo>
                <a:lnTo>
                  <a:pt x="1999555" y="95062"/>
                </a:lnTo>
                <a:lnTo>
                  <a:pt x="2000041" y="95262"/>
                </a:lnTo>
                <a:lnTo>
                  <a:pt x="2000514" y="95469"/>
                </a:lnTo>
                <a:lnTo>
                  <a:pt x="2000973" y="95682"/>
                </a:lnTo>
                <a:lnTo>
                  <a:pt x="2001420" y="95901"/>
                </a:lnTo>
                <a:lnTo>
                  <a:pt x="2001853" y="96126"/>
                </a:lnTo>
                <a:lnTo>
                  <a:pt x="2002273" y="96357"/>
                </a:lnTo>
                <a:lnTo>
                  <a:pt x="2002680" y="96595"/>
                </a:lnTo>
                <a:lnTo>
                  <a:pt x="2003073" y="96838"/>
                </a:lnTo>
                <a:lnTo>
                  <a:pt x="2003454" y="97088"/>
                </a:lnTo>
                <a:lnTo>
                  <a:pt x="2003821" y="97344"/>
                </a:lnTo>
                <a:lnTo>
                  <a:pt x="2004175" y="97606"/>
                </a:lnTo>
                <a:lnTo>
                  <a:pt x="2004516" y="97874"/>
                </a:lnTo>
                <a:lnTo>
                  <a:pt x="2004844" y="98148"/>
                </a:lnTo>
                <a:lnTo>
                  <a:pt x="2005159" y="98429"/>
                </a:lnTo>
                <a:lnTo>
                  <a:pt x="2005460" y="98715"/>
                </a:lnTo>
                <a:lnTo>
                  <a:pt x="2005749" y="99002"/>
                </a:lnTo>
                <a:lnTo>
                  <a:pt x="2006026" y="99295"/>
                </a:lnTo>
                <a:lnTo>
                  <a:pt x="2006290" y="99594"/>
                </a:lnTo>
                <a:lnTo>
                  <a:pt x="2006542" y="99898"/>
                </a:lnTo>
                <a:lnTo>
                  <a:pt x="2006781" y="100208"/>
                </a:lnTo>
                <a:lnTo>
                  <a:pt x="2007009" y="100524"/>
                </a:lnTo>
                <a:lnTo>
                  <a:pt x="2007224" y="100846"/>
                </a:lnTo>
                <a:lnTo>
                  <a:pt x="2007427" y="101173"/>
                </a:lnTo>
                <a:lnTo>
                  <a:pt x="2007617" y="101506"/>
                </a:lnTo>
                <a:lnTo>
                  <a:pt x="2007795" y="101844"/>
                </a:lnTo>
                <a:lnTo>
                  <a:pt x="2007961" y="102189"/>
                </a:lnTo>
                <a:lnTo>
                  <a:pt x="2008115" y="102539"/>
                </a:lnTo>
                <a:lnTo>
                  <a:pt x="2008256" y="102894"/>
                </a:lnTo>
                <a:lnTo>
                  <a:pt x="2008385" y="103256"/>
                </a:lnTo>
                <a:lnTo>
                  <a:pt x="2008502" y="103623"/>
                </a:lnTo>
                <a:lnTo>
                  <a:pt x="2008606" y="103996"/>
                </a:lnTo>
                <a:lnTo>
                  <a:pt x="2008699" y="104374"/>
                </a:lnTo>
                <a:lnTo>
                  <a:pt x="2008778" y="104758"/>
                </a:lnTo>
                <a:lnTo>
                  <a:pt x="2008846" y="105148"/>
                </a:lnTo>
                <a:lnTo>
                  <a:pt x="2008901" y="105544"/>
                </a:lnTo>
                <a:lnTo>
                  <a:pt x="2008944" y="105945"/>
                </a:lnTo>
                <a:lnTo>
                  <a:pt x="2008975" y="106352"/>
                </a:lnTo>
                <a:lnTo>
                  <a:pt x="2008993" y="106765"/>
                </a:lnTo>
                <a:lnTo>
                  <a:pt x="2009000" y="107184"/>
                </a:lnTo>
                <a:lnTo>
                  <a:pt x="2008989" y="107702"/>
                </a:lnTo>
                <a:lnTo>
                  <a:pt x="2008957" y="108214"/>
                </a:lnTo>
                <a:lnTo>
                  <a:pt x="2008903" y="108720"/>
                </a:lnTo>
                <a:lnTo>
                  <a:pt x="2008828" y="109220"/>
                </a:lnTo>
                <a:lnTo>
                  <a:pt x="2008731" y="109714"/>
                </a:lnTo>
                <a:lnTo>
                  <a:pt x="2008612" y="110201"/>
                </a:lnTo>
                <a:lnTo>
                  <a:pt x="2008473" y="110683"/>
                </a:lnTo>
                <a:lnTo>
                  <a:pt x="2008311" y="111158"/>
                </a:lnTo>
                <a:lnTo>
                  <a:pt x="2008129" y="111627"/>
                </a:lnTo>
                <a:lnTo>
                  <a:pt x="2007924" y="112090"/>
                </a:lnTo>
                <a:lnTo>
                  <a:pt x="2007699" y="112547"/>
                </a:lnTo>
                <a:lnTo>
                  <a:pt x="2007451" y="112998"/>
                </a:lnTo>
                <a:lnTo>
                  <a:pt x="2007182" y="113443"/>
                </a:lnTo>
                <a:lnTo>
                  <a:pt x="2006892" y="113881"/>
                </a:lnTo>
                <a:lnTo>
                  <a:pt x="2006580" y="114313"/>
                </a:lnTo>
                <a:lnTo>
                  <a:pt x="2006247" y="114739"/>
                </a:lnTo>
                <a:lnTo>
                  <a:pt x="2005892" y="115159"/>
                </a:lnTo>
                <a:lnTo>
                  <a:pt x="2005516" y="115573"/>
                </a:lnTo>
                <a:lnTo>
                  <a:pt x="2005118" y="115981"/>
                </a:lnTo>
                <a:lnTo>
                  <a:pt x="2004698" y="116383"/>
                </a:lnTo>
                <a:lnTo>
                  <a:pt x="2004258" y="116778"/>
                </a:lnTo>
                <a:lnTo>
                  <a:pt x="2003795" y="117167"/>
                </a:lnTo>
                <a:lnTo>
                  <a:pt x="2003311" y="117550"/>
                </a:lnTo>
                <a:lnTo>
                  <a:pt x="2002806" y="117927"/>
                </a:lnTo>
                <a:lnTo>
                  <a:pt x="2002288" y="118288"/>
                </a:lnTo>
                <a:lnTo>
                  <a:pt x="2001755" y="118634"/>
                </a:lnTo>
                <a:lnTo>
                  <a:pt x="2001206" y="118964"/>
                </a:lnTo>
                <a:lnTo>
                  <a:pt x="2000643" y="119279"/>
                </a:lnTo>
                <a:lnTo>
                  <a:pt x="2000065" y="119579"/>
                </a:lnTo>
                <a:lnTo>
                  <a:pt x="1999472" y="119863"/>
                </a:lnTo>
                <a:lnTo>
                  <a:pt x="1998865" y="120132"/>
                </a:lnTo>
                <a:lnTo>
                  <a:pt x="1998242" y="120385"/>
                </a:lnTo>
                <a:lnTo>
                  <a:pt x="1997604" y="120623"/>
                </a:lnTo>
                <a:lnTo>
                  <a:pt x="1996952" y="120846"/>
                </a:lnTo>
                <a:lnTo>
                  <a:pt x="1996284" y="121053"/>
                </a:lnTo>
                <a:lnTo>
                  <a:pt x="1995602" y="121245"/>
                </a:lnTo>
                <a:lnTo>
                  <a:pt x="1994904" y="121422"/>
                </a:lnTo>
                <a:lnTo>
                  <a:pt x="1994192" y="121583"/>
                </a:lnTo>
                <a:lnTo>
                  <a:pt x="1993465" y="121729"/>
                </a:lnTo>
                <a:lnTo>
                  <a:pt x="1992723" y="121860"/>
                </a:lnTo>
                <a:lnTo>
                  <a:pt x="1991965" y="121975"/>
                </a:lnTo>
                <a:lnTo>
                  <a:pt x="1991194" y="122075"/>
                </a:lnTo>
                <a:lnTo>
                  <a:pt x="1990407" y="122159"/>
                </a:lnTo>
                <a:lnTo>
                  <a:pt x="1989605" y="122228"/>
                </a:lnTo>
                <a:lnTo>
                  <a:pt x="1988788" y="122282"/>
                </a:lnTo>
                <a:lnTo>
                  <a:pt x="1987956" y="122321"/>
                </a:lnTo>
                <a:lnTo>
                  <a:pt x="1987110" y="122344"/>
                </a:lnTo>
                <a:lnTo>
                  <a:pt x="1986248" y="122351"/>
                </a:lnTo>
                <a:lnTo>
                  <a:pt x="1985491" y="122344"/>
                </a:lnTo>
                <a:lnTo>
                  <a:pt x="1984745" y="122324"/>
                </a:lnTo>
                <a:lnTo>
                  <a:pt x="1984012" y="122290"/>
                </a:lnTo>
                <a:lnTo>
                  <a:pt x="1983290" y="122242"/>
                </a:lnTo>
                <a:lnTo>
                  <a:pt x="1982581" y="122181"/>
                </a:lnTo>
                <a:lnTo>
                  <a:pt x="1981884" y="122106"/>
                </a:lnTo>
                <a:lnTo>
                  <a:pt x="1981198" y="122018"/>
                </a:lnTo>
                <a:lnTo>
                  <a:pt x="1980525" y="121916"/>
                </a:lnTo>
                <a:lnTo>
                  <a:pt x="1979864" y="121800"/>
                </a:lnTo>
                <a:lnTo>
                  <a:pt x="1979215" y="121671"/>
                </a:lnTo>
                <a:lnTo>
                  <a:pt x="1978578" y="121528"/>
                </a:lnTo>
                <a:lnTo>
                  <a:pt x="1977953" y="121372"/>
                </a:lnTo>
                <a:lnTo>
                  <a:pt x="1977341" y="121202"/>
                </a:lnTo>
                <a:lnTo>
                  <a:pt x="1976740" y="121018"/>
                </a:lnTo>
                <a:lnTo>
                  <a:pt x="1976151" y="120821"/>
                </a:lnTo>
                <a:lnTo>
                  <a:pt x="1975575" y="120610"/>
                </a:lnTo>
                <a:lnTo>
                  <a:pt x="1975010" y="120385"/>
                </a:lnTo>
                <a:lnTo>
                  <a:pt x="1974458" y="120147"/>
                </a:lnTo>
                <a:lnTo>
                  <a:pt x="1973917" y="119896"/>
                </a:lnTo>
                <a:lnTo>
                  <a:pt x="1973389" y="119630"/>
                </a:lnTo>
                <a:lnTo>
                  <a:pt x="1972873" y="119351"/>
                </a:lnTo>
                <a:lnTo>
                  <a:pt x="1972369" y="119059"/>
                </a:lnTo>
                <a:lnTo>
                  <a:pt x="1971877" y="118753"/>
                </a:lnTo>
                <a:lnTo>
                  <a:pt x="1971397" y="118433"/>
                </a:lnTo>
                <a:lnTo>
                  <a:pt x="1970934" y="118100"/>
                </a:lnTo>
                <a:lnTo>
                  <a:pt x="1970484" y="117753"/>
                </a:lnTo>
                <a:lnTo>
                  <a:pt x="1970047" y="117392"/>
                </a:lnTo>
                <a:lnTo>
                  <a:pt x="1969622" y="117018"/>
                </a:lnTo>
                <a:lnTo>
                  <a:pt x="1969210" y="116630"/>
                </a:lnTo>
                <a:lnTo>
                  <a:pt x="1968810" y="116229"/>
                </a:lnTo>
                <a:lnTo>
                  <a:pt x="1968422" y="115814"/>
                </a:lnTo>
                <a:lnTo>
                  <a:pt x="1968047" y="115385"/>
                </a:lnTo>
                <a:lnTo>
                  <a:pt x="1967685" y="114943"/>
                </a:lnTo>
                <a:lnTo>
                  <a:pt x="1967335" y="114487"/>
                </a:lnTo>
                <a:lnTo>
                  <a:pt x="1966998" y="114018"/>
                </a:lnTo>
                <a:lnTo>
                  <a:pt x="1966673" y="113535"/>
                </a:lnTo>
                <a:lnTo>
                  <a:pt x="1966360" y="113039"/>
                </a:lnTo>
                <a:lnTo>
                  <a:pt x="1966060" y="112528"/>
                </a:lnTo>
                <a:lnTo>
                  <a:pt x="1965773" y="112005"/>
                </a:lnTo>
                <a:lnTo>
                  <a:pt x="1965498" y="111467"/>
                </a:lnTo>
                <a:lnTo>
                  <a:pt x="1965236" y="110916"/>
                </a:lnTo>
                <a:lnTo>
                  <a:pt x="1964986" y="110352"/>
                </a:lnTo>
                <a:lnTo>
                  <a:pt x="1964749" y="109773"/>
                </a:lnTo>
                <a:lnTo>
                  <a:pt x="1964524" y="109181"/>
                </a:lnTo>
                <a:lnTo>
                  <a:pt x="1964312" y="108576"/>
                </a:lnTo>
                <a:lnTo>
                  <a:pt x="1964112" y="107957"/>
                </a:lnTo>
                <a:lnTo>
                  <a:pt x="1963925" y="107324"/>
                </a:lnTo>
                <a:lnTo>
                  <a:pt x="1963750" y="106678"/>
                </a:lnTo>
                <a:lnTo>
                  <a:pt x="1949593" y="110217"/>
                </a:lnTo>
                <a:lnTo>
                  <a:pt x="1949822" y="111239"/>
                </a:lnTo>
                <a:lnTo>
                  <a:pt x="1950075" y="112240"/>
                </a:lnTo>
                <a:lnTo>
                  <a:pt x="1950353" y="113221"/>
                </a:lnTo>
                <a:lnTo>
                  <a:pt x="1950655" y="114181"/>
                </a:lnTo>
                <a:lnTo>
                  <a:pt x="1950983" y="115121"/>
                </a:lnTo>
                <a:lnTo>
                  <a:pt x="1951335" y="116039"/>
                </a:lnTo>
                <a:lnTo>
                  <a:pt x="1951712" y="116937"/>
                </a:lnTo>
                <a:lnTo>
                  <a:pt x="1952114" y="117815"/>
                </a:lnTo>
                <a:lnTo>
                  <a:pt x="1952541" y="118672"/>
                </a:lnTo>
                <a:lnTo>
                  <a:pt x="1952992" y="119508"/>
                </a:lnTo>
                <a:lnTo>
                  <a:pt x="1953469" y="120324"/>
                </a:lnTo>
                <a:lnTo>
                  <a:pt x="1953970" y="121119"/>
                </a:lnTo>
                <a:lnTo>
                  <a:pt x="1954496" y="121893"/>
                </a:lnTo>
                <a:lnTo>
                  <a:pt x="1955046" y="122647"/>
                </a:lnTo>
                <a:lnTo>
                  <a:pt x="1955622" y="123380"/>
                </a:lnTo>
                <a:lnTo>
                  <a:pt x="1956222" y="124093"/>
                </a:lnTo>
                <a:lnTo>
                  <a:pt x="1956847" y="124785"/>
                </a:lnTo>
                <a:lnTo>
                  <a:pt x="1957497" y="125456"/>
                </a:lnTo>
                <a:lnTo>
                  <a:pt x="1958172" y="126106"/>
                </a:lnTo>
                <a:lnTo>
                  <a:pt x="1958871" y="126736"/>
                </a:lnTo>
                <a:lnTo>
                  <a:pt x="1959595" y="127346"/>
                </a:lnTo>
                <a:lnTo>
                  <a:pt x="1960345" y="127935"/>
                </a:lnTo>
                <a:lnTo>
                  <a:pt x="1961118" y="128503"/>
                </a:lnTo>
                <a:lnTo>
                  <a:pt x="1961917" y="129050"/>
                </a:lnTo>
                <a:lnTo>
                  <a:pt x="1962737" y="129576"/>
                </a:lnTo>
                <a:lnTo>
                  <a:pt x="1963575" y="130080"/>
                </a:lnTo>
                <a:lnTo>
                  <a:pt x="1964430" y="130561"/>
                </a:lnTo>
                <a:lnTo>
                  <a:pt x="1965303" y="131020"/>
                </a:lnTo>
                <a:lnTo>
                  <a:pt x="1966194" y="131456"/>
                </a:lnTo>
                <a:lnTo>
                  <a:pt x="1967103" y="131870"/>
                </a:lnTo>
                <a:lnTo>
                  <a:pt x="1968030" y="132262"/>
                </a:lnTo>
                <a:lnTo>
                  <a:pt x="1968974" y="132631"/>
                </a:lnTo>
                <a:lnTo>
                  <a:pt x="1969936" y="132978"/>
                </a:lnTo>
                <a:lnTo>
                  <a:pt x="1970916" y="133303"/>
                </a:lnTo>
                <a:lnTo>
                  <a:pt x="1971914" y="133605"/>
                </a:lnTo>
                <a:lnTo>
                  <a:pt x="1972929" y="133885"/>
                </a:lnTo>
                <a:lnTo>
                  <a:pt x="1973963" y="134142"/>
                </a:lnTo>
                <a:lnTo>
                  <a:pt x="1975014" y="134377"/>
                </a:lnTo>
                <a:lnTo>
                  <a:pt x="1976082" y="134590"/>
                </a:lnTo>
                <a:lnTo>
                  <a:pt x="1977169" y="134780"/>
                </a:lnTo>
                <a:lnTo>
                  <a:pt x="1978273" y="134948"/>
                </a:lnTo>
                <a:lnTo>
                  <a:pt x="1979395" y="135094"/>
                </a:lnTo>
                <a:lnTo>
                  <a:pt x="1980535" y="135217"/>
                </a:lnTo>
                <a:lnTo>
                  <a:pt x="1981693" y="135317"/>
                </a:lnTo>
                <a:lnTo>
                  <a:pt x="1982868" y="135396"/>
                </a:lnTo>
                <a:lnTo>
                  <a:pt x="1984061" y="135452"/>
                </a:lnTo>
                <a:lnTo>
                  <a:pt x="1985272" y="135485"/>
                </a:lnTo>
                <a:lnTo>
                  <a:pt x="1986501" y="135496"/>
                </a:lnTo>
                <a:lnTo>
                  <a:pt x="1987439" y="135490"/>
                </a:lnTo>
                <a:lnTo>
                  <a:pt x="1988367" y="135470"/>
                </a:lnTo>
                <a:lnTo>
                  <a:pt x="1989286" y="135437"/>
                </a:lnTo>
                <a:lnTo>
                  <a:pt x="1990195" y="135391"/>
                </a:lnTo>
                <a:lnTo>
                  <a:pt x="1991094" y="135332"/>
                </a:lnTo>
                <a:lnTo>
                  <a:pt x="1991983" y="135259"/>
                </a:lnTo>
                <a:lnTo>
                  <a:pt x="1992863" y="135174"/>
                </a:lnTo>
                <a:lnTo>
                  <a:pt x="1993734" y="135075"/>
                </a:lnTo>
                <a:lnTo>
                  <a:pt x="1994594" y="134963"/>
                </a:lnTo>
                <a:lnTo>
                  <a:pt x="1995445" y="134838"/>
                </a:lnTo>
                <a:lnTo>
                  <a:pt x="1996287" y="134700"/>
                </a:lnTo>
                <a:lnTo>
                  <a:pt x="1997118" y="134548"/>
                </a:lnTo>
                <a:lnTo>
                  <a:pt x="1997940" y="134384"/>
                </a:lnTo>
                <a:lnTo>
                  <a:pt x="1998753" y="134206"/>
                </a:lnTo>
                <a:lnTo>
                  <a:pt x="1999555" y="134015"/>
                </a:lnTo>
                <a:lnTo>
                  <a:pt x="2000348" y="133811"/>
                </a:lnTo>
                <a:lnTo>
                  <a:pt x="2001132" y="133594"/>
                </a:lnTo>
                <a:lnTo>
                  <a:pt x="2001905" y="133363"/>
                </a:lnTo>
                <a:lnTo>
                  <a:pt x="2002670" y="133120"/>
                </a:lnTo>
                <a:lnTo>
                  <a:pt x="2003424" y="132863"/>
                </a:lnTo>
                <a:lnTo>
                  <a:pt x="2004169" y="132593"/>
                </a:lnTo>
                <a:lnTo>
                  <a:pt x="2004904" y="132310"/>
                </a:lnTo>
                <a:lnTo>
                  <a:pt x="2005629" y="132014"/>
                </a:lnTo>
                <a:lnTo>
                  <a:pt x="2006345" y="131705"/>
                </a:lnTo>
                <a:lnTo>
                  <a:pt x="2007049" y="131384"/>
                </a:lnTo>
                <a:lnTo>
                  <a:pt x="2007741" y="131053"/>
                </a:lnTo>
                <a:lnTo>
                  <a:pt x="2008419" y="130713"/>
                </a:lnTo>
                <a:lnTo>
                  <a:pt x="2009084" y="130363"/>
                </a:lnTo>
                <a:lnTo>
                  <a:pt x="2009735" y="130004"/>
                </a:lnTo>
                <a:lnTo>
                  <a:pt x="2010374" y="129635"/>
                </a:lnTo>
                <a:lnTo>
                  <a:pt x="2010999" y="129256"/>
                </a:lnTo>
                <a:lnTo>
                  <a:pt x="2011612" y="128868"/>
                </a:lnTo>
                <a:lnTo>
                  <a:pt x="2012211" y="128470"/>
                </a:lnTo>
                <a:lnTo>
                  <a:pt x="2012797" y="128062"/>
                </a:lnTo>
                <a:lnTo>
                  <a:pt x="2013369" y="127644"/>
                </a:lnTo>
                <a:lnTo>
                  <a:pt x="2013929" y="127217"/>
                </a:lnTo>
                <a:lnTo>
                  <a:pt x="2014475" y="126781"/>
                </a:lnTo>
                <a:lnTo>
                  <a:pt x="2015009" y="126334"/>
                </a:lnTo>
                <a:lnTo>
                  <a:pt x="2015529" y="125878"/>
                </a:lnTo>
                <a:lnTo>
                  <a:pt x="2016036" y="125413"/>
                </a:lnTo>
                <a:lnTo>
                  <a:pt x="2016529" y="124938"/>
                </a:lnTo>
                <a:lnTo>
                  <a:pt x="2017010" y="124453"/>
                </a:lnTo>
                <a:lnTo>
                  <a:pt x="2017477" y="123958"/>
                </a:lnTo>
                <a:lnTo>
                  <a:pt x="2017932" y="123454"/>
                </a:lnTo>
                <a:lnTo>
                  <a:pt x="2018373" y="122940"/>
                </a:lnTo>
                <a:lnTo>
                  <a:pt x="2018801" y="122416"/>
                </a:lnTo>
                <a:lnTo>
                  <a:pt x="2019215" y="121883"/>
                </a:lnTo>
                <a:lnTo>
                  <a:pt x="2019617" y="121340"/>
                </a:lnTo>
                <a:lnTo>
                  <a:pt x="2020009" y="120789"/>
                </a:lnTo>
                <a:lnTo>
                  <a:pt x="2020384" y="120232"/>
                </a:lnTo>
                <a:lnTo>
                  <a:pt x="2020743" y="119669"/>
                </a:lnTo>
                <a:lnTo>
                  <a:pt x="2021084" y="119100"/>
                </a:lnTo>
                <a:lnTo>
                  <a:pt x="2021410" y="118525"/>
                </a:lnTo>
                <a:lnTo>
                  <a:pt x="2021718" y="117943"/>
                </a:lnTo>
                <a:lnTo>
                  <a:pt x="2022010" y="117356"/>
                </a:lnTo>
                <a:lnTo>
                  <a:pt x="2022285" y="116762"/>
                </a:lnTo>
                <a:lnTo>
                  <a:pt x="2022544" y="116162"/>
                </a:lnTo>
                <a:lnTo>
                  <a:pt x="2022785" y="115556"/>
                </a:lnTo>
                <a:lnTo>
                  <a:pt x="2023011" y="114943"/>
                </a:lnTo>
                <a:lnTo>
                  <a:pt x="2023219" y="114325"/>
                </a:lnTo>
                <a:lnTo>
                  <a:pt x="2023411" y="113701"/>
                </a:lnTo>
                <a:lnTo>
                  <a:pt x="2023586" y="113070"/>
                </a:lnTo>
                <a:lnTo>
                  <a:pt x="2023744" y="112433"/>
                </a:lnTo>
                <a:lnTo>
                  <a:pt x="2023886" y="111790"/>
                </a:lnTo>
                <a:lnTo>
                  <a:pt x="2024011" y="111141"/>
                </a:lnTo>
                <a:lnTo>
                  <a:pt x="2024120" y="110486"/>
                </a:lnTo>
                <a:lnTo>
                  <a:pt x="2024211" y="109824"/>
                </a:lnTo>
                <a:lnTo>
                  <a:pt x="2024286" y="109157"/>
                </a:lnTo>
                <a:lnTo>
                  <a:pt x="2024345" y="108483"/>
                </a:lnTo>
                <a:lnTo>
                  <a:pt x="2024386" y="107803"/>
                </a:lnTo>
                <a:lnTo>
                  <a:pt x="2024411" y="107117"/>
                </a:lnTo>
                <a:lnTo>
                  <a:pt x="2024420" y="106425"/>
                </a:lnTo>
                <a:lnTo>
                  <a:pt x="2024409" y="105584"/>
                </a:lnTo>
                <a:lnTo>
                  <a:pt x="2024375" y="104755"/>
                </a:lnTo>
                <a:lnTo>
                  <a:pt x="2024320" y="103940"/>
                </a:lnTo>
                <a:lnTo>
                  <a:pt x="2024242" y="103137"/>
                </a:lnTo>
                <a:lnTo>
                  <a:pt x="2024143" y="102348"/>
                </a:lnTo>
                <a:lnTo>
                  <a:pt x="2024021" y="101571"/>
                </a:lnTo>
                <a:lnTo>
                  <a:pt x="2023877" y="100807"/>
                </a:lnTo>
                <a:lnTo>
                  <a:pt x="2023711" y="100056"/>
                </a:lnTo>
                <a:lnTo>
                  <a:pt x="2023522" y="99319"/>
                </a:lnTo>
                <a:lnTo>
                  <a:pt x="2023312" y="98594"/>
                </a:lnTo>
                <a:lnTo>
                  <a:pt x="2023079" y="97882"/>
                </a:lnTo>
                <a:lnTo>
                  <a:pt x="2022824" y="97183"/>
                </a:lnTo>
                <a:lnTo>
                  <a:pt x="2022547" y="96497"/>
                </a:lnTo>
                <a:lnTo>
                  <a:pt x="2022248" y="95823"/>
                </a:lnTo>
                <a:lnTo>
                  <a:pt x="2021926" y="95163"/>
                </a:lnTo>
                <a:lnTo>
                  <a:pt x="2021583" y="94516"/>
                </a:lnTo>
                <a:lnTo>
                  <a:pt x="2021217" y="93882"/>
                </a:lnTo>
                <a:lnTo>
                  <a:pt x="2020829" y="93260"/>
                </a:lnTo>
                <a:lnTo>
                  <a:pt x="2020419" y="92652"/>
                </a:lnTo>
                <a:lnTo>
                  <a:pt x="2019987" y="92057"/>
                </a:lnTo>
                <a:lnTo>
                  <a:pt x="2019533" y="91474"/>
                </a:lnTo>
                <a:lnTo>
                  <a:pt x="2019056" y="90905"/>
                </a:lnTo>
                <a:lnTo>
                  <a:pt x="2018558" y="90348"/>
                </a:lnTo>
                <a:lnTo>
                  <a:pt x="2018037" y="89804"/>
                </a:lnTo>
                <a:lnTo>
                  <a:pt x="2017493" y="89268"/>
                </a:lnTo>
                <a:lnTo>
                  <a:pt x="2016927" y="88743"/>
                </a:lnTo>
                <a:lnTo>
                  <a:pt x="2016337" y="88229"/>
                </a:lnTo>
                <a:lnTo>
                  <a:pt x="2015725" y="87728"/>
                </a:lnTo>
                <a:lnTo>
                  <a:pt x="2015089" y="87237"/>
                </a:lnTo>
                <a:lnTo>
                  <a:pt x="2014431" y="86759"/>
                </a:lnTo>
                <a:lnTo>
                  <a:pt x="2013749" y="86292"/>
                </a:lnTo>
                <a:lnTo>
                  <a:pt x="2013044" y="85837"/>
                </a:lnTo>
                <a:lnTo>
                  <a:pt x="2012316" y="85393"/>
                </a:lnTo>
                <a:lnTo>
                  <a:pt x="2011566" y="84961"/>
                </a:lnTo>
                <a:lnTo>
                  <a:pt x="2010792" y="84541"/>
                </a:lnTo>
                <a:lnTo>
                  <a:pt x="2009995" y="84132"/>
                </a:lnTo>
                <a:lnTo>
                  <a:pt x="2009175" y="83735"/>
                </a:lnTo>
                <a:lnTo>
                  <a:pt x="2008332" y="83350"/>
                </a:lnTo>
                <a:lnTo>
                  <a:pt x="2007466" y="82976"/>
                </a:lnTo>
                <a:lnTo>
                  <a:pt x="2006577" y="82614"/>
                </a:lnTo>
                <a:lnTo>
                  <a:pt x="2005665" y="82263"/>
                </a:lnTo>
                <a:lnTo>
                  <a:pt x="2004730" y="81924"/>
                </a:lnTo>
                <a:lnTo>
                  <a:pt x="2003772" y="81597"/>
                </a:lnTo>
                <a:lnTo>
                  <a:pt x="2002790" y="81281"/>
                </a:lnTo>
                <a:lnTo>
                  <a:pt x="2001786" y="80977"/>
                </a:lnTo>
                <a:lnTo>
                  <a:pt x="2000759" y="80685"/>
                </a:lnTo>
                <a:lnTo>
                  <a:pt x="1999708" y="80404"/>
                </a:lnTo>
                <a:lnTo>
                  <a:pt x="1998635" y="80135"/>
                </a:lnTo>
                <a:lnTo>
                  <a:pt x="1984226" y="76596"/>
                </a:lnTo>
                <a:lnTo>
                  <a:pt x="1983518" y="76415"/>
                </a:lnTo>
                <a:lnTo>
                  <a:pt x="1982825" y="76230"/>
                </a:lnTo>
                <a:lnTo>
                  <a:pt x="1982148" y="76042"/>
                </a:lnTo>
                <a:lnTo>
                  <a:pt x="1981487" y="75850"/>
                </a:lnTo>
                <a:lnTo>
                  <a:pt x="1980842" y="75654"/>
                </a:lnTo>
                <a:lnTo>
                  <a:pt x="1980213" y="75454"/>
                </a:lnTo>
                <a:lnTo>
                  <a:pt x="1979599" y="75251"/>
                </a:lnTo>
                <a:lnTo>
                  <a:pt x="1979002" y="75044"/>
                </a:lnTo>
                <a:lnTo>
                  <a:pt x="1978420" y="74833"/>
                </a:lnTo>
                <a:lnTo>
                  <a:pt x="1977853" y="74619"/>
                </a:lnTo>
                <a:lnTo>
                  <a:pt x="1977303" y="74401"/>
                </a:lnTo>
                <a:lnTo>
                  <a:pt x="1976769" y="74179"/>
                </a:lnTo>
                <a:lnTo>
                  <a:pt x="1976250" y="73953"/>
                </a:lnTo>
                <a:lnTo>
                  <a:pt x="1975747" y="73723"/>
                </a:lnTo>
                <a:lnTo>
                  <a:pt x="1975260" y="73490"/>
                </a:lnTo>
                <a:lnTo>
                  <a:pt x="1974788" y="73253"/>
                </a:lnTo>
                <a:lnTo>
                  <a:pt x="1974333" y="73013"/>
                </a:lnTo>
                <a:lnTo>
                  <a:pt x="1973893" y="72768"/>
                </a:lnTo>
                <a:lnTo>
                  <a:pt x="1973469" y="72520"/>
                </a:lnTo>
                <a:lnTo>
                  <a:pt x="1973061" y="72269"/>
                </a:lnTo>
                <a:lnTo>
                  <a:pt x="1972669" y="72013"/>
                </a:lnTo>
                <a:lnTo>
                  <a:pt x="1972292" y="71754"/>
                </a:lnTo>
                <a:lnTo>
                  <a:pt x="1971931" y="71491"/>
                </a:lnTo>
                <a:lnTo>
                  <a:pt x="1971586" y="71224"/>
                </a:lnTo>
                <a:lnTo>
                  <a:pt x="1971256" y="70951"/>
                </a:lnTo>
                <a:lnTo>
                  <a:pt x="1970940" y="70671"/>
                </a:lnTo>
                <a:lnTo>
                  <a:pt x="1970638" y="70382"/>
                </a:lnTo>
                <a:lnTo>
                  <a:pt x="1970350" y="70085"/>
                </a:lnTo>
                <a:lnTo>
                  <a:pt x="1970077" y="69780"/>
                </a:lnTo>
                <a:lnTo>
                  <a:pt x="1969817" y="69466"/>
                </a:lnTo>
                <a:lnTo>
                  <a:pt x="1969571" y="69145"/>
                </a:lnTo>
                <a:lnTo>
                  <a:pt x="1969339" y="68816"/>
                </a:lnTo>
                <a:lnTo>
                  <a:pt x="1969122" y="68478"/>
                </a:lnTo>
                <a:lnTo>
                  <a:pt x="1968918" y="68132"/>
                </a:lnTo>
                <a:lnTo>
                  <a:pt x="1968728" y="67778"/>
                </a:lnTo>
                <a:lnTo>
                  <a:pt x="1968553" y="67416"/>
                </a:lnTo>
                <a:lnTo>
                  <a:pt x="1968391" y="67046"/>
                </a:lnTo>
                <a:lnTo>
                  <a:pt x="1968244" y="66668"/>
                </a:lnTo>
                <a:lnTo>
                  <a:pt x="1968110" y="66282"/>
                </a:lnTo>
                <a:lnTo>
                  <a:pt x="1967991" y="65887"/>
                </a:lnTo>
                <a:lnTo>
                  <a:pt x="1967886" y="65485"/>
                </a:lnTo>
                <a:lnTo>
                  <a:pt x="1967794" y="65074"/>
                </a:lnTo>
                <a:lnTo>
                  <a:pt x="1967717" y="64655"/>
                </a:lnTo>
                <a:lnTo>
                  <a:pt x="1967654" y="64228"/>
                </a:lnTo>
                <a:lnTo>
                  <a:pt x="1967605" y="63793"/>
                </a:lnTo>
                <a:lnTo>
                  <a:pt x="1967570" y="63350"/>
                </a:lnTo>
                <a:lnTo>
                  <a:pt x="1967549" y="62899"/>
                </a:lnTo>
                <a:lnTo>
                  <a:pt x="1967542" y="62440"/>
                </a:lnTo>
                <a:lnTo>
                  <a:pt x="1967552" y="61922"/>
                </a:lnTo>
                <a:lnTo>
                  <a:pt x="1967582" y="61412"/>
                </a:lnTo>
                <a:lnTo>
                  <a:pt x="1967633" y="60910"/>
                </a:lnTo>
                <a:lnTo>
                  <a:pt x="1967705" y="60415"/>
                </a:lnTo>
                <a:lnTo>
                  <a:pt x="1967797" y="59929"/>
                </a:lnTo>
                <a:lnTo>
                  <a:pt x="1967909" y="59450"/>
                </a:lnTo>
                <a:lnTo>
                  <a:pt x="1968042" y="58978"/>
                </a:lnTo>
                <a:lnTo>
                  <a:pt x="1968195" y="58514"/>
                </a:lnTo>
                <a:lnTo>
                  <a:pt x="1968368" y="58058"/>
                </a:lnTo>
                <a:lnTo>
                  <a:pt x="1968562" y="57610"/>
                </a:lnTo>
                <a:lnTo>
                  <a:pt x="1968776" y="57169"/>
                </a:lnTo>
                <a:lnTo>
                  <a:pt x="1969011" y="56736"/>
                </a:lnTo>
                <a:lnTo>
                  <a:pt x="1969266" y="56311"/>
                </a:lnTo>
                <a:lnTo>
                  <a:pt x="1969542" y="55893"/>
                </a:lnTo>
                <a:lnTo>
                  <a:pt x="1969837" y="55483"/>
                </a:lnTo>
                <a:lnTo>
                  <a:pt x="1970154" y="55081"/>
                </a:lnTo>
                <a:lnTo>
                  <a:pt x="1970491" y="54686"/>
                </a:lnTo>
                <a:lnTo>
                  <a:pt x="1970848" y="54299"/>
                </a:lnTo>
                <a:lnTo>
                  <a:pt x="1971225" y="53920"/>
                </a:lnTo>
                <a:lnTo>
                  <a:pt x="1971623" y="53548"/>
                </a:lnTo>
                <a:lnTo>
                  <a:pt x="1972042" y="53184"/>
                </a:lnTo>
                <a:lnTo>
                  <a:pt x="1972480" y="52828"/>
                </a:lnTo>
                <a:lnTo>
                  <a:pt x="1972940" y="52479"/>
                </a:lnTo>
                <a:lnTo>
                  <a:pt x="1973419" y="52138"/>
                </a:lnTo>
                <a:lnTo>
                  <a:pt x="1973919" y="51803"/>
                </a:lnTo>
                <a:lnTo>
                  <a:pt x="1974430" y="51482"/>
                </a:lnTo>
                <a:lnTo>
                  <a:pt x="1974951" y="51176"/>
                </a:lnTo>
                <a:lnTo>
                  <a:pt x="1975482" y="50883"/>
                </a:lnTo>
                <a:lnTo>
                  <a:pt x="1976023" y="50605"/>
                </a:lnTo>
                <a:lnTo>
                  <a:pt x="1976575" y="50341"/>
                </a:lnTo>
                <a:lnTo>
                  <a:pt x="1977137" y="50091"/>
                </a:lnTo>
                <a:lnTo>
                  <a:pt x="1977709" y="49856"/>
                </a:lnTo>
                <a:lnTo>
                  <a:pt x="1978292" y="49635"/>
                </a:lnTo>
                <a:lnTo>
                  <a:pt x="1978885" y="49428"/>
                </a:lnTo>
                <a:lnTo>
                  <a:pt x="1979489" y="49236"/>
                </a:lnTo>
                <a:lnTo>
                  <a:pt x="1980102" y="49057"/>
                </a:lnTo>
                <a:lnTo>
                  <a:pt x="1980726" y="48893"/>
                </a:lnTo>
                <a:lnTo>
                  <a:pt x="1981360" y="48744"/>
                </a:lnTo>
                <a:lnTo>
                  <a:pt x="1982005" y="48608"/>
                </a:lnTo>
                <a:lnTo>
                  <a:pt x="1982660" y="48487"/>
                </a:lnTo>
                <a:lnTo>
                  <a:pt x="1983325" y="48380"/>
                </a:lnTo>
                <a:lnTo>
                  <a:pt x="1984001" y="48287"/>
                </a:lnTo>
                <a:lnTo>
                  <a:pt x="1984687" y="48209"/>
                </a:lnTo>
                <a:lnTo>
                  <a:pt x="1985383" y="48145"/>
                </a:lnTo>
                <a:lnTo>
                  <a:pt x="1986089" y="48095"/>
                </a:lnTo>
                <a:lnTo>
                  <a:pt x="1986806" y="48059"/>
                </a:lnTo>
                <a:lnTo>
                  <a:pt x="1987533" y="48038"/>
                </a:lnTo>
                <a:lnTo>
                  <a:pt x="1988271" y="48030"/>
                </a:lnTo>
                <a:lnTo>
                  <a:pt x="1988809" y="48034"/>
                </a:lnTo>
                <a:lnTo>
                  <a:pt x="1989339" y="48045"/>
                </a:lnTo>
                <a:lnTo>
                  <a:pt x="1989861" y="48063"/>
                </a:lnTo>
                <a:lnTo>
                  <a:pt x="1990375" y="48088"/>
                </a:lnTo>
                <a:lnTo>
                  <a:pt x="1990881" y="48121"/>
                </a:lnTo>
                <a:lnTo>
                  <a:pt x="1991379" y="48161"/>
                </a:lnTo>
                <a:lnTo>
                  <a:pt x="1991869" y="48208"/>
                </a:lnTo>
                <a:lnTo>
                  <a:pt x="1992350" y="48262"/>
                </a:lnTo>
                <a:lnTo>
                  <a:pt x="1992824" y="48324"/>
                </a:lnTo>
                <a:lnTo>
                  <a:pt x="1993289" y="48393"/>
                </a:lnTo>
                <a:lnTo>
                  <a:pt x="1993746" y="48469"/>
                </a:lnTo>
                <a:lnTo>
                  <a:pt x="1994195" y="48552"/>
                </a:lnTo>
                <a:lnTo>
                  <a:pt x="1994636" y="48642"/>
                </a:lnTo>
                <a:lnTo>
                  <a:pt x="1995069" y="48740"/>
                </a:lnTo>
                <a:lnTo>
                  <a:pt x="1995494" y="48845"/>
                </a:lnTo>
                <a:lnTo>
                  <a:pt x="1995910" y="48957"/>
                </a:lnTo>
                <a:lnTo>
                  <a:pt x="1996319" y="49077"/>
                </a:lnTo>
                <a:lnTo>
                  <a:pt x="1996719" y="49204"/>
                </a:lnTo>
                <a:lnTo>
                  <a:pt x="1997112" y="49338"/>
                </a:lnTo>
                <a:lnTo>
                  <a:pt x="1997496" y="49479"/>
                </a:lnTo>
                <a:lnTo>
                  <a:pt x="1997872" y="49627"/>
                </a:lnTo>
                <a:lnTo>
                  <a:pt x="1998240" y="49783"/>
                </a:lnTo>
                <a:lnTo>
                  <a:pt x="1998599" y="49946"/>
                </a:lnTo>
                <a:lnTo>
                  <a:pt x="1998951" y="50116"/>
                </a:lnTo>
                <a:lnTo>
                  <a:pt x="1999295" y="50292"/>
                </a:lnTo>
                <a:lnTo>
                  <a:pt x="1999634" y="50471"/>
                </a:lnTo>
                <a:lnTo>
                  <a:pt x="1999966" y="50655"/>
                </a:lnTo>
                <a:lnTo>
                  <a:pt x="2000292" y="50843"/>
                </a:lnTo>
                <a:lnTo>
                  <a:pt x="2000612" y="51034"/>
                </a:lnTo>
                <a:lnTo>
                  <a:pt x="2000926" y="51230"/>
                </a:lnTo>
                <a:lnTo>
                  <a:pt x="2001234" y="51429"/>
                </a:lnTo>
                <a:lnTo>
                  <a:pt x="2001535" y="51633"/>
                </a:lnTo>
                <a:lnTo>
                  <a:pt x="2001830" y="51840"/>
                </a:lnTo>
                <a:lnTo>
                  <a:pt x="2002120" y="52051"/>
                </a:lnTo>
                <a:lnTo>
                  <a:pt x="2002403" y="52267"/>
                </a:lnTo>
                <a:lnTo>
                  <a:pt x="2002680" y="52486"/>
                </a:lnTo>
                <a:lnTo>
                  <a:pt x="2002950" y="52709"/>
                </a:lnTo>
                <a:lnTo>
                  <a:pt x="2003215" y="52936"/>
                </a:lnTo>
                <a:lnTo>
                  <a:pt x="2003474" y="53167"/>
                </a:lnTo>
                <a:lnTo>
                  <a:pt x="2003726" y="53402"/>
                </a:lnTo>
                <a:lnTo>
                  <a:pt x="2003972" y="53641"/>
                </a:lnTo>
                <a:lnTo>
                  <a:pt x="2004212" y="53884"/>
                </a:lnTo>
                <a:lnTo>
                  <a:pt x="2004446" y="54131"/>
                </a:lnTo>
                <a:lnTo>
                  <a:pt x="2004674" y="54382"/>
                </a:lnTo>
                <a:lnTo>
                  <a:pt x="2004896" y="54637"/>
                </a:lnTo>
                <a:lnTo>
                  <a:pt x="2005111" y="54895"/>
                </a:lnTo>
                <a:lnTo>
                  <a:pt x="2005321" y="55158"/>
                </a:lnTo>
                <a:lnTo>
                  <a:pt x="2005524" y="55425"/>
                </a:lnTo>
                <a:lnTo>
                  <a:pt x="2005727" y="55688"/>
                </a:lnTo>
                <a:lnTo>
                  <a:pt x="2005926" y="55953"/>
                </a:lnTo>
                <a:lnTo>
                  <a:pt x="2006121" y="56218"/>
                </a:lnTo>
                <a:lnTo>
                  <a:pt x="2006312" y="56483"/>
                </a:lnTo>
                <a:lnTo>
                  <a:pt x="2006499" y="56749"/>
                </a:lnTo>
                <a:lnTo>
                  <a:pt x="2006681" y="57016"/>
                </a:lnTo>
                <a:lnTo>
                  <a:pt x="2006859" y="57284"/>
                </a:lnTo>
                <a:lnTo>
                  <a:pt x="2007033" y="57552"/>
                </a:lnTo>
                <a:lnTo>
                  <a:pt x="2007203" y="57821"/>
                </a:lnTo>
                <a:lnTo>
                  <a:pt x="2007369" y="58091"/>
                </a:lnTo>
                <a:lnTo>
                  <a:pt x="2007531" y="58361"/>
                </a:lnTo>
                <a:lnTo>
                  <a:pt x="2007688" y="58632"/>
                </a:lnTo>
                <a:lnTo>
                  <a:pt x="2007841" y="58903"/>
                </a:lnTo>
                <a:lnTo>
                  <a:pt x="2007991" y="59176"/>
                </a:lnTo>
                <a:lnTo>
                  <a:pt x="2008135" y="59449"/>
                </a:lnTo>
                <a:lnTo>
                  <a:pt x="2008276" y="59722"/>
                </a:lnTo>
                <a:lnTo>
                  <a:pt x="2008413" y="59996"/>
                </a:lnTo>
                <a:lnTo>
                  <a:pt x="2008545" y="60271"/>
                </a:lnTo>
                <a:lnTo>
                  <a:pt x="2008674" y="60547"/>
                </a:lnTo>
                <a:lnTo>
                  <a:pt x="2008798" y="60823"/>
                </a:lnTo>
                <a:lnTo>
                  <a:pt x="2008918" y="61100"/>
                </a:lnTo>
                <a:lnTo>
                  <a:pt x="2009033" y="61377"/>
                </a:lnTo>
                <a:lnTo>
                  <a:pt x="2009145" y="61655"/>
                </a:lnTo>
                <a:lnTo>
                  <a:pt x="2009252" y="61934"/>
                </a:lnTo>
                <a:lnTo>
                  <a:pt x="2022650" y="58142"/>
                </a:lnTo>
                <a:lnTo>
                  <a:pt x="2022352" y="57285"/>
                </a:lnTo>
                <a:lnTo>
                  <a:pt x="2022038" y="56443"/>
                </a:lnTo>
                <a:lnTo>
                  <a:pt x="2021706" y="55614"/>
                </a:lnTo>
                <a:lnTo>
                  <a:pt x="2021358" y="54800"/>
                </a:lnTo>
                <a:lnTo>
                  <a:pt x="2020993" y="53999"/>
                </a:lnTo>
                <a:close/>
                <a:moveTo>
                  <a:pt x="2127664" y="79264"/>
                </a:moveTo>
                <a:lnTo>
                  <a:pt x="2127608" y="78199"/>
                </a:lnTo>
                <a:lnTo>
                  <a:pt x="2127539" y="77149"/>
                </a:lnTo>
                <a:lnTo>
                  <a:pt x="2127458" y="76114"/>
                </a:lnTo>
                <a:lnTo>
                  <a:pt x="2127364" y="75093"/>
                </a:lnTo>
                <a:lnTo>
                  <a:pt x="2127258" y="74088"/>
                </a:lnTo>
                <a:lnTo>
                  <a:pt x="2127139" y="73097"/>
                </a:lnTo>
                <a:lnTo>
                  <a:pt x="2127007" y="72122"/>
                </a:lnTo>
                <a:lnTo>
                  <a:pt x="2126864" y="71161"/>
                </a:lnTo>
                <a:lnTo>
                  <a:pt x="2126707" y="70215"/>
                </a:lnTo>
                <a:lnTo>
                  <a:pt x="2126538" y="69284"/>
                </a:lnTo>
                <a:lnTo>
                  <a:pt x="2126357" y="68368"/>
                </a:lnTo>
                <a:lnTo>
                  <a:pt x="2126163" y="67467"/>
                </a:lnTo>
                <a:lnTo>
                  <a:pt x="2125957" y="66581"/>
                </a:lnTo>
                <a:lnTo>
                  <a:pt x="2125738" y="65710"/>
                </a:lnTo>
                <a:lnTo>
                  <a:pt x="2125506" y="64854"/>
                </a:lnTo>
                <a:lnTo>
                  <a:pt x="2125263" y="64012"/>
                </a:lnTo>
                <a:lnTo>
                  <a:pt x="2125006" y="63186"/>
                </a:lnTo>
                <a:lnTo>
                  <a:pt x="2124737" y="62375"/>
                </a:lnTo>
                <a:lnTo>
                  <a:pt x="2124456" y="61578"/>
                </a:lnTo>
                <a:lnTo>
                  <a:pt x="2124162" y="60796"/>
                </a:lnTo>
                <a:lnTo>
                  <a:pt x="2123857" y="60029"/>
                </a:lnTo>
                <a:lnTo>
                  <a:pt x="2123544" y="59274"/>
                </a:lnTo>
                <a:lnTo>
                  <a:pt x="2123223" y="58531"/>
                </a:lnTo>
                <a:lnTo>
                  <a:pt x="2122893" y="57802"/>
                </a:lnTo>
                <a:lnTo>
                  <a:pt x="2122554" y="57085"/>
                </a:lnTo>
                <a:lnTo>
                  <a:pt x="2122207" y="56380"/>
                </a:lnTo>
                <a:lnTo>
                  <a:pt x="2121851" y="55689"/>
                </a:lnTo>
                <a:lnTo>
                  <a:pt x="2121487" y="55010"/>
                </a:lnTo>
                <a:lnTo>
                  <a:pt x="2121114" y="54344"/>
                </a:lnTo>
                <a:lnTo>
                  <a:pt x="2120732" y="53691"/>
                </a:lnTo>
                <a:lnTo>
                  <a:pt x="2120342" y="53050"/>
                </a:lnTo>
                <a:lnTo>
                  <a:pt x="2119943" y="52423"/>
                </a:lnTo>
                <a:lnTo>
                  <a:pt x="2119536" y="51808"/>
                </a:lnTo>
                <a:lnTo>
                  <a:pt x="2119121" y="51205"/>
                </a:lnTo>
                <a:lnTo>
                  <a:pt x="2118696" y="50616"/>
                </a:lnTo>
                <a:lnTo>
                  <a:pt x="2118263" y="50039"/>
                </a:lnTo>
                <a:lnTo>
                  <a:pt x="2117822" y="49475"/>
                </a:lnTo>
                <a:lnTo>
                  <a:pt x="2117372" y="48923"/>
                </a:lnTo>
                <a:lnTo>
                  <a:pt x="2116914" y="48384"/>
                </a:lnTo>
                <a:lnTo>
                  <a:pt x="2116447" y="47858"/>
                </a:lnTo>
                <a:lnTo>
                  <a:pt x="2115971" y="47345"/>
                </a:lnTo>
                <a:lnTo>
                  <a:pt x="2115487" y="46845"/>
                </a:lnTo>
                <a:lnTo>
                  <a:pt x="2114994" y="46357"/>
                </a:lnTo>
                <a:lnTo>
                  <a:pt x="2114493" y="45882"/>
                </a:lnTo>
                <a:lnTo>
                  <a:pt x="2113985" y="45413"/>
                </a:lnTo>
                <a:lnTo>
                  <a:pt x="2113472" y="44956"/>
                </a:lnTo>
                <a:lnTo>
                  <a:pt x="2112955" y="44509"/>
                </a:lnTo>
                <a:lnTo>
                  <a:pt x="2112433" y="44074"/>
                </a:lnTo>
                <a:lnTo>
                  <a:pt x="2111907" y="43649"/>
                </a:lnTo>
                <a:lnTo>
                  <a:pt x="2111376" y="43235"/>
                </a:lnTo>
                <a:lnTo>
                  <a:pt x="2110841" y="42833"/>
                </a:lnTo>
                <a:lnTo>
                  <a:pt x="2110301" y="42441"/>
                </a:lnTo>
                <a:lnTo>
                  <a:pt x="2109756" y="42060"/>
                </a:lnTo>
                <a:lnTo>
                  <a:pt x="2109206" y="41690"/>
                </a:lnTo>
                <a:lnTo>
                  <a:pt x="2108652" y="41332"/>
                </a:lnTo>
                <a:lnTo>
                  <a:pt x="2108094" y="40984"/>
                </a:lnTo>
                <a:lnTo>
                  <a:pt x="2107531" y="40647"/>
                </a:lnTo>
                <a:lnTo>
                  <a:pt x="2106963" y="40321"/>
                </a:lnTo>
                <a:lnTo>
                  <a:pt x="2106390" y="40006"/>
                </a:lnTo>
                <a:lnTo>
                  <a:pt x="2105813" y="39702"/>
                </a:lnTo>
                <a:lnTo>
                  <a:pt x="2105232" y="39409"/>
                </a:lnTo>
                <a:lnTo>
                  <a:pt x="2104646" y="39127"/>
                </a:lnTo>
                <a:lnTo>
                  <a:pt x="2104055" y="38856"/>
                </a:lnTo>
                <a:lnTo>
                  <a:pt x="2103459" y="38596"/>
                </a:lnTo>
                <a:lnTo>
                  <a:pt x="2102859" y="38347"/>
                </a:lnTo>
                <a:lnTo>
                  <a:pt x="2102255" y="38109"/>
                </a:lnTo>
                <a:lnTo>
                  <a:pt x="2101645" y="37882"/>
                </a:lnTo>
                <a:lnTo>
                  <a:pt x="2101032" y="37666"/>
                </a:lnTo>
                <a:lnTo>
                  <a:pt x="2100415" y="37460"/>
                </a:lnTo>
                <a:lnTo>
                  <a:pt x="2099798" y="37262"/>
                </a:lnTo>
                <a:lnTo>
                  <a:pt x="2099180" y="37073"/>
                </a:lnTo>
                <a:lnTo>
                  <a:pt x="2098562" y="36894"/>
                </a:lnTo>
                <a:lnTo>
                  <a:pt x="2097942" y="36722"/>
                </a:lnTo>
                <a:lnTo>
                  <a:pt x="2097323" y="36560"/>
                </a:lnTo>
                <a:lnTo>
                  <a:pt x="2096702" y="36406"/>
                </a:lnTo>
                <a:lnTo>
                  <a:pt x="2096081" y="36262"/>
                </a:lnTo>
                <a:lnTo>
                  <a:pt x="2095459" y="36126"/>
                </a:lnTo>
                <a:lnTo>
                  <a:pt x="2094837" y="35998"/>
                </a:lnTo>
                <a:lnTo>
                  <a:pt x="2094214" y="35880"/>
                </a:lnTo>
                <a:lnTo>
                  <a:pt x="2093590" y="35770"/>
                </a:lnTo>
                <a:lnTo>
                  <a:pt x="2092966" y="35669"/>
                </a:lnTo>
                <a:lnTo>
                  <a:pt x="2092341" y="35577"/>
                </a:lnTo>
                <a:lnTo>
                  <a:pt x="2091715" y="35494"/>
                </a:lnTo>
                <a:lnTo>
                  <a:pt x="2091088" y="35419"/>
                </a:lnTo>
                <a:lnTo>
                  <a:pt x="2090461" y="35353"/>
                </a:lnTo>
                <a:lnTo>
                  <a:pt x="2089834" y="35296"/>
                </a:lnTo>
                <a:lnTo>
                  <a:pt x="2089205" y="35248"/>
                </a:lnTo>
                <a:lnTo>
                  <a:pt x="2088576" y="35208"/>
                </a:lnTo>
                <a:lnTo>
                  <a:pt x="2087947" y="35178"/>
                </a:lnTo>
                <a:lnTo>
                  <a:pt x="2087316" y="35156"/>
                </a:lnTo>
                <a:lnTo>
                  <a:pt x="2086685" y="35142"/>
                </a:lnTo>
                <a:lnTo>
                  <a:pt x="2086054" y="35138"/>
                </a:lnTo>
                <a:lnTo>
                  <a:pt x="2084964" y="35149"/>
                </a:lnTo>
                <a:lnTo>
                  <a:pt x="2083886" y="35183"/>
                </a:lnTo>
                <a:lnTo>
                  <a:pt x="2082819" y="35239"/>
                </a:lnTo>
                <a:lnTo>
                  <a:pt x="2081763" y="35317"/>
                </a:lnTo>
                <a:lnTo>
                  <a:pt x="2080719" y="35418"/>
                </a:lnTo>
                <a:lnTo>
                  <a:pt x="2079686" y="35541"/>
                </a:lnTo>
                <a:lnTo>
                  <a:pt x="2078665" y="35686"/>
                </a:lnTo>
                <a:lnTo>
                  <a:pt x="2077655" y="35854"/>
                </a:lnTo>
                <a:lnTo>
                  <a:pt x="2076657" y="36045"/>
                </a:lnTo>
                <a:lnTo>
                  <a:pt x="2075670" y="36257"/>
                </a:lnTo>
                <a:lnTo>
                  <a:pt x="2074694" y="36492"/>
                </a:lnTo>
                <a:lnTo>
                  <a:pt x="2073730" y="36750"/>
                </a:lnTo>
                <a:lnTo>
                  <a:pt x="2072777" y="37029"/>
                </a:lnTo>
                <a:lnTo>
                  <a:pt x="2071836" y="37332"/>
                </a:lnTo>
                <a:lnTo>
                  <a:pt x="2070906" y="37656"/>
                </a:lnTo>
                <a:lnTo>
                  <a:pt x="2069987" y="38003"/>
                </a:lnTo>
                <a:lnTo>
                  <a:pt x="2069080" y="38372"/>
                </a:lnTo>
                <a:lnTo>
                  <a:pt x="2068184" y="38764"/>
                </a:lnTo>
                <a:lnTo>
                  <a:pt x="2067300" y="39178"/>
                </a:lnTo>
                <a:lnTo>
                  <a:pt x="2066427" y="39615"/>
                </a:lnTo>
                <a:lnTo>
                  <a:pt x="2065566" y="40073"/>
                </a:lnTo>
                <a:lnTo>
                  <a:pt x="2064716" y="40555"/>
                </a:lnTo>
                <a:lnTo>
                  <a:pt x="2063877" y="41058"/>
                </a:lnTo>
                <a:lnTo>
                  <a:pt x="2063050" y="41584"/>
                </a:lnTo>
                <a:lnTo>
                  <a:pt x="2062241" y="42125"/>
                </a:lnTo>
                <a:lnTo>
                  <a:pt x="2061447" y="42683"/>
                </a:lnTo>
                <a:lnTo>
                  <a:pt x="2060668" y="43259"/>
                </a:lnTo>
                <a:lnTo>
                  <a:pt x="2059904" y="43852"/>
                </a:lnTo>
                <a:lnTo>
                  <a:pt x="2059155" y="44463"/>
                </a:lnTo>
                <a:lnTo>
                  <a:pt x="2058420" y="45092"/>
                </a:lnTo>
                <a:lnTo>
                  <a:pt x="2057701" y="45738"/>
                </a:lnTo>
                <a:lnTo>
                  <a:pt x="2056997" y="46401"/>
                </a:lnTo>
                <a:lnTo>
                  <a:pt x="2056307" y="47082"/>
                </a:lnTo>
                <a:lnTo>
                  <a:pt x="2055633" y="47781"/>
                </a:lnTo>
                <a:lnTo>
                  <a:pt x="2054973" y="48497"/>
                </a:lnTo>
                <a:lnTo>
                  <a:pt x="2054328" y="49231"/>
                </a:lnTo>
                <a:lnTo>
                  <a:pt x="2053699" y="49983"/>
                </a:lnTo>
                <a:lnTo>
                  <a:pt x="2053084" y="50751"/>
                </a:lnTo>
                <a:lnTo>
                  <a:pt x="2052484" y="51538"/>
                </a:lnTo>
                <a:lnTo>
                  <a:pt x="2051899" y="52342"/>
                </a:lnTo>
                <a:lnTo>
                  <a:pt x="2051329" y="53164"/>
                </a:lnTo>
                <a:lnTo>
                  <a:pt x="2050773" y="54003"/>
                </a:lnTo>
                <a:lnTo>
                  <a:pt x="2050233" y="54859"/>
                </a:lnTo>
                <a:lnTo>
                  <a:pt x="2049708" y="55734"/>
                </a:lnTo>
                <a:lnTo>
                  <a:pt x="2049197" y="56625"/>
                </a:lnTo>
                <a:lnTo>
                  <a:pt x="2048702" y="57535"/>
                </a:lnTo>
                <a:lnTo>
                  <a:pt x="2048221" y="58462"/>
                </a:lnTo>
                <a:lnTo>
                  <a:pt x="2047756" y="59406"/>
                </a:lnTo>
                <a:lnTo>
                  <a:pt x="2047312" y="60360"/>
                </a:lnTo>
                <a:lnTo>
                  <a:pt x="2046888" y="61327"/>
                </a:lnTo>
                <a:lnTo>
                  <a:pt x="2046482" y="62305"/>
                </a:lnTo>
                <a:lnTo>
                  <a:pt x="2046095" y="63296"/>
                </a:lnTo>
                <a:lnTo>
                  <a:pt x="2045727" y="64300"/>
                </a:lnTo>
                <a:lnTo>
                  <a:pt x="2045378" y="65315"/>
                </a:lnTo>
                <a:lnTo>
                  <a:pt x="2045048" y="66343"/>
                </a:lnTo>
                <a:lnTo>
                  <a:pt x="2044736" y="67383"/>
                </a:lnTo>
                <a:lnTo>
                  <a:pt x="2044444" y="68435"/>
                </a:lnTo>
                <a:lnTo>
                  <a:pt x="2044170" y="69500"/>
                </a:lnTo>
                <a:lnTo>
                  <a:pt x="2043915" y="70577"/>
                </a:lnTo>
                <a:lnTo>
                  <a:pt x="2043679" y="71666"/>
                </a:lnTo>
                <a:lnTo>
                  <a:pt x="2043462" y="72768"/>
                </a:lnTo>
                <a:lnTo>
                  <a:pt x="2043264" y="73882"/>
                </a:lnTo>
                <a:lnTo>
                  <a:pt x="2043085" y="75008"/>
                </a:lnTo>
                <a:lnTo>
                  <a:pt x="2042924" y="76146"/>
                </a:lnTo>
                <a:lnTo>
                  <a:pt x="2042783" y="77297"/>
                </a:lnTo>
                <a:lnTo>
                  <a:pt x="2042660" y="78460"/>
                </a:lnTo>
                <a:lnTo>
                  <a:pt x="2042556" y="79636"/>
                </a:lnTo>
                <a:lnTo>
                  <a:pt x="2042472" y="80823"/>
                </a:lnTo>
                <a:lnTo>
                  <a:pt x="2042406" y="82023"/>
                </a:lnTo>
                <a:lnTo>
                  <a:pt x="2042358" y="83235"/>
                </a:lnTo>
                <a:lnTo>
                  <a:pt x="2042330" y="84460"/>
                </a:lnTo>
                <a:lnTo>
                  <a:pt x="2042321" y="85696"/>
                </a:lnTo>
                <a:lnTo>
                  <a:pt x="2042330" y="86933"/>
                </a:lnTo>
                <a:lnTo>
                  <a:pt x="2042358" y="88157"/>
                </a:lnTo>
                <a:lnTo>
                  <a:pt x="2042406" y="89368"/>
                </a:lnTo>
                <a:lnTo>
                  <a:pt x="2042472" y="90566"/>
                </a:lnTo>
                <a:lnTo>
                  <a:pt x="2042556" y="91752"/>
                </a:lnTo>
                <a:lnTo>
                  <a:pt x="2042660" y="92925"/>
                </a:lnTo>
                <a:lnTo>
                  <a:pt x="2042783" y="94085"/>
                </a:lnTo>
                <a:lnTo>
                  <a:pt x="2042924" y="95232"/>
                </a:lnTo>
                <a:lnTo>
                  <a:pt x="2043085" y="96367"/>
                </a:lnTo>
                <a:lnTo>
                  <a:pt x="2043264" y="97489"/>
                </a:lnTo>
                <a:lnTo>
                  <a:pt x="2043462" y="98598"/>
                </a:lnTo>
                <a:lnTo>
                  <a:pt x="2043679" y="99695"/>
                </a:lnTo>
                <a:lnTo>
                  <a:pt x="2043915" y="100779"/>
                </a:lnTo>
                <a:lnTo>
                  <a:pt x="2044170" y="101850"/>
                </a:lnTo>
                <a:lnTo>
                  <a:pt x="2044444" y="102908"/>
                </a:lnTo>
                <a:lnTo>
                  <a:pt x="2044736" y="103954"/>
                </a:lnTo>
                <a:lnTo>
                  <a:pt x="2045048" y="104986"/>
                </a:lnTo>
                <a:lnTo>
                  <a:pt x="2045378" y="106007"/>
                </a:lnTo>
                <a:lnTo>
                  <a:pt x="2045727" y="107014"/>
                </a:lnTo>
                <a:lnTo>
                  <a:pt x="2046095" y="108009"/>
                </a:lnTo>
                <a:lnTo>
                  <a:pt x="2046482" y="108991"/>
                </a:lnTo>
                <a:lnTo>
                  <a:pt x="2046888" y="109960"/>
                </a:lnTo>
                <a:lnTo>
                  <a:pt x="2047312" y="110917"/>
                </a:lnTo>
                <a:lnTo>
                  <a:pt x="2047756" y="111860"/>
                </a:lnTo>
                <a:lnTo>
                  <a:pt x="2048222" y="112784"/>
                </a:lnTo>
                <a:lnTo>
                  <a:pt x="2048704" y="113690"/>
                </a:lnTo>
                <a:lnTo>
                  <a:pt x="2049202" y="114580"/>
                </a:lnTo>
                <a:lnTo>
                  <a:pt x="2049717" y="115452"/>
                </a:lnTo>
                <a:lnTo>
                  <a:pt x="2050247" y="116307"/>
                </a:lnTo>
                <a:lnTo>
                  <a:pt x="2050793" y="117145"/>
                </a:lnTo>
                <a:lnTo>
                  <a:pt x="2051355" y="117966"/>
                </a:lnTo>
                <a:lnTo>
                  <a:pt x="2051934" y="118770"/>
                </a:lnTo>
                <a:lnTo>
                  <a:pt x="2052528" y="119557"/>
                </a:lnTo>
                <a:lnTo>
                  <a:pt x="2053138" y="120326"/>
                </a:lnTo>
                <a:lnTo>
                  <a:pt x="2053765" y="121079"/>
                </a:lnTo>
                <a:lnTo>
                  <a:pt x="2054407" y="121814"/>
                </a:lnTo>
                <a:lnTo>
                  <a:pt x="2055066" y="122532"/>
                </a:lnTo>
                <a:lnTo>
                  <a:pt x="2055740" y="123233"/>
                </a:lnTo>
                <a:lnTo>
                  <a:pt x="2056431" y="123917"/>
                </a:lnTo>
                <a:lnTo>
                  <a:pt x="2057137" y="124584"/>
                </a:lnTo>
                <a:lnTo>
                  <a:pt x="2057860" y="125234"/>
                </a:lnTo>
                <a:lnTo>
                  <a:pt x="2058598" y="125867"/>
                </a:lnTo>
                <a:lnTo>
                  <a:pt x="2059353" y="126482"/>
                </a:lnTo>
                <a:lnTo>
                  <a:pt x="2060123" y="127081"/>
                </a:lnTo>
                <a:lnTo>
                  <a:pt x="2060910" y="127662"/>
                </a:lnTo>
                <a:lnTo>
                  <a:pt x="2061712" y="128226"/>
                </a:lnTo>
                <a:lnTo>
                  <a:pt x="2062531" y="128773"/>
                </a:lnTo>
                <a:lnTo>
                  <a:pt x="2063366" y="129303"/>
                </a:lnTo>
                <a:lnTo>
                  <a:pt x="2064220" y="129808"/>
                </a:lnTo>
                <a:lnTo>
                  <a:pt x="2065088" y="130292"/>
                </a:lnTo>
                <a:lnTo>
                  <a:pt x="2065970" y="130755"/>
                </a:lnTo>
                <a:lnTo>
                  <a:pt x="2066864" y="131195"/>
                </a:lnTo>
                <a:lnTo>
                  <a:pt x="2067772" y="131615"/>
                </a:lnTo>
                <a:lnTo>
                  <a:pt x="2068694" y="132013"/>
                </a:lnTo>
                <a:lnTo>
                  <a:pt x="2069629" y="132389"/>
                </a:lnTo>
                <a:lnTo>
                  <a:pt x="2070577" y="132744"/>
                </a:lnTo>
                <a:lnTo>
                  <a:pt x="2071539" y="133077"/>
                </a:lnTo>
                <a:lnTo>
                  <a:pt x="2072514" y="133389"/>
                </a:lnTo>
                <a:lnTo>
                  <a:pt x="2073502" y="133679"/>
                </a:lnTo>
                <a:lnTo>
                  <a:pt x="2074504" y="133948"/>
                </a:lnTo>
                <a:lnTo>
                  <a:pt x="2075519" y="134195"/>
                </a:lnTo>
                <a:lnTo>
                  <a:pt x="2076548" y="134421"/>
                </a:lnTo>
                <a:lnTo>
                  <a:pt x="2077590" y="134625"/>
                </a:lnTo>
                <a:lnTo>
                  <a:pt x="2078645" y="134808"/>
                </a:lnTo>
                <a:lnTo>
                  <a:pt x="2079714" y="134970"/>
                </a:lnTo>
                <a:lnTo>
                  <a:pt x="2080796" y="135109"/>
                </a:lnTo>
                <a:lnTo>
                  <a:pt x="2081892" y="135228"/>
                </a:lnTo>
                <a:lnTo>
                  <a:pt x="2083001" y="135324"/>
                </a:lnTo>
                <a:lnTo>
                  <a:pt x="2084123" y="135400"/>
                </a:lnTo>
                <a:lnTo>
                  <a:pt x="2085259" y="135453"/>
                </a:lnTo>
                <a:lnTo>
                  <a:pt x="2086408" y="135486"/>
                </a:lnTo>
                <a:lnTo>
                  <a:pt x="2087570" y="135496"/>
                </a:lnTo>
                <a:lnTo>
                  <a:pt x="2088389" y="135491"/>
                </a:lnTo>
                <a:lnTo>
                  <a:pt x="2089200" y="135475"/>
                </a:lnTo>
                <a:lnTo>
                  <a:pt x="2090004" y="135449"/>
                </a:lnTo>
                <a:lnTo>
                  <a:pt x="2090802" y="135412"/>
                </a:lnTo>
                <a:lnTo>
                  <a:pt x="2091593" y="135365"/>
                </a:lnTo>
                <a:lnTo>
                  <a:pt x="2092377" y="135307"/>
                </a:lnTo>
                <a:lnTo>
                  <a:pt x="2093155" y="135238"/>
                </a:lnTo>
                <a:lnTo>
                  <a:pt x="2093925" y="135159"/>
                </a:lnTo>
                <a:lnTo>
                  <a:pt x="2094689" y="135070"/>
                </a:lnTo>
                <a:lnTo>
                  <a:pt x="2095446" y="134970"/>
                </a:lnTo>
                <a:lnTo>
                  <a:pt x="2096196" y="134859"/>
                </a:lnTo>
                <a:lnTo>
                  <a:pt x="2096939" y="134738"/>
                </a:lnTo>
                <a:lnTo>
                  <a:pt x="2097676" y="134606"/>
                </a:lnTo>
                <a:lnTo>
                  <a:pt x="2098406" y="134464"/>
                </a:lnTo>
                <a:lnTo>
                  <a:pt x="2099129" y="134311"/>
                </a:lnTo>
                <a:lnTo>
                  <a:pt x="2099845" y="134148"/>
                </a:lnTo>
                <a:lnTo>
                  <a:pt x="2100554" y="133974"/>
                </a:lnTo>
                <a:lnTo>
                  <a:pt x="2101257" y="133790"/>
                </a:lnTo>
                <a:lnTo>
                  <a:pt x="2101952" y="133595"/>
                </a:lnTo>
                <a:lnTo>
                  <a:pt x="2102641" y="133390"/>
                </a:lnTo>
                <a:lnTo>
                  <a:pt x="2103324" y="133174"/>
                </a:lnTo>
                <a:lnTo>
                  <a:pt x="2103999" y="132947"/>
                </a:lnTo>
                <a:lnTo>
                  <a:pt x="2104667" y="132710"/>
                </a:lnTo>
                <a:lnTo>
                  <a:pt x="2105329" y="132463"/>
                </a:lnTo>
                <a:lnTo>
                  <a:pt x="2105983" y="132201"/>
                </a:lnTo>
                <a:lnTo>
                  <a:pt x="2106628" y="131930"/>
                </a:lnTo>
                <a:lnTo>
                  <a:pt x="2107264" y="131651"/>
                </a:lnTo>
                <a:lnTo>
                  <a:pt x="2107892" y="131364"/>
                </a:lnTo>
                <a:lnTo>
                  <a:pt x="2108511" y="131068"/>
                </a:lnTo>
                <a:lnTo>
                  <a:pt x="2109121" y="130764"/>
                </a:lnTo>
                <a:lnTo>
                  <a:pt x="2109722" y="130452"/>
                </a:lnTo>
                <a:lnTo>
                  <a:pt x="2110315" y="130132"/>
                </a:lnTo>
                <a:lnTo>
                  <a:pt x="2110898" y="129803"/>
                </a:lnTo>
                <a:lnTo>
                  <a:pt x="2111473" y="129465"/>
                </a:lnTo>
                <a:lnTo>
                  <a:pt x="2112039" y="129120"/>
                </a:lnTo>
                <a:lnTo>
                  <a:pt x="2112597" y="128766"/>
                </a:lnTo>
                <a:lnTo>
                  <a:pt x="2113145" y="128404"/>
                </a:lnTo>
                <a:lnTo>
                  <a:pt x="2113685" y="128033"/>
                </a:lnTo>
                <a:lnTo>
                  <a:pt x="2114216" y="127654"/>
                </a:lnTo>
                <a:lnTo>
                  <a:pt x="2114738" y="127267"/>
                </a:lnTo>
                <a:lnTo>
                  <a:pt x="2115252" y="126871"/>
                </a:lnTo>
                <a:lnTo>
                  <a:pt x="2115757" y="126467"/>
                </a:lnTo>
                <a:lnTo>
                  <a:pt x="2116253" y="126055"/>
                </a:lnTo>
                <a:lnTo>
                  <a:pt x="2116740" y="125634"/>
                </a:lnTo>
                <a:lnTo>
                  <a:pt x="2117218" y="125205"/>
                </a:lnTo>
                <a:lnTo>
                  <a:pt x="2117688" y="124768"/>
                </a:lnTo>
                <a:lnTo>
                  <a:pt x="2118148" y="124322"/>
                </a:lnTo>
                <a:lnTo>
                  <a:pt x="2118600" y="123868"/>
                </a:lnTo>
                <a:lnTo>
                  <a:pt x="2119043" y="123401"/>
                </a:lnTo>
                <a:lnTo>
                  <a:pt x="2119474" y="122929"/>
                </a:lnTo>
                <a:lnTo>
                  <a:pt x="2119895" y="122450"/>
                </a:lnTo>
                <a:lnTo>
                  <a:pt x="2120305" y="121965"/>
                </a:lnTo>
                <a:lnTo>
                  <a:pt x="2120704" y="121474"/>
                </a:lnTo>
                <a:lnTo>
                  <a:pt x="2121093" y="120977"/>
                </a:lnTo>
                <a:lnTo>
                  <a:pt x="2121471" y="120473"/>
                </a:lnTo>
                <a:lnTo>
                  <a:pt x="2121838" y="119964"/>
                </a:lnTo>
                <a:lnTo>
                  <a:pt x="2122194" y="119448"/>
                </a:lnTo>
                <a:lnTo>
                  <a:pt x="2122539" y="118926"/>
                </a:lnTo>
                <a:lnTo>
                  <a:pt x="2122874" y="118398"/>
                </a:lnTo>
                <a:lnTo>
                  <a:pt x="2123198" y="117864"/>
                </a:lnTo>
                <a:lnTo>
                  <a:pt x="2123511" y="117324"/>
                </a:lnTo>
                <a:lnTo>
                  <a:pt x="2123814" y="116778"/>
                </a:lnTo>
                <a:lnTo>
                  <a:pt x="2124106" y="116225"/>
                </a:lnTo>
                <a:lnTo>
                  <a:pt x="2124387" y="115666"/>
                </a:lnTo>
                <a:lnTo>
                  <a:pt x="2124657" y="115101"/>
                </a:lnTo>
                <a:lnTo>
                  <a:pt x="2124916" y="114530"/>
                </a:lnTo>
                <a:lnTo>
                  <a:pt x="2125165" y="113953"/>
                </a:lnTo>
                <a:lnTo>
                  <a:pt x="2125403" y="113370"/>
                </a:lnTo>
                <a:lnTo>
                  <a:pt x="2125630" y="112781"/>
                </a:lnTo>
                <a:lnTo>
                  <a:pt x="2125847" y="112185"/>
                </a:lnTo>
                <a:lnTo>
                  <a:pt x="2126053" y="111583"/>
                </a:lnTo>
                <a:lnTo>
                  <a:pt x="2126247" y="110976"/>
                </a:lnTo>
                <a:lnTo>
                  <a:pt x="2111838" y="106931"/>
                </a:lnTo>
                <a:lnTo>
                  <a:pt x="2111678" y="107349"/>
                </a:lnTo>
                <a:lnTo>
                  <a:pt x="2111511" y="107762"/>
                </a:lnTo>
                <a:lnTo>
                  <a:pt x="2111340" y="108169"/>
                </a:lnTo>
                <a:lnTo>
                  <a:pt x="2111162" y="108571"/>
                </a:lnTo>
                <a:lnTo>
                  <a:pt x="2110980" y="108966"/>
                </a:lnTo>
                <a:lnTo>
                  <a:pt x="2110792" y="109356"/>
                </a:lnTo>
                <a:lnTo>
                  <a:pt x="2110598" y="109740"/>
                </a:lnTo>
                <a:lnTo>
                  <a:pt x="2110399" y="110119"/>
                </a:lnTo>
                <a:lnTo>
                  <a:pt x="2110194" y="110492"/>
                </a:lnTo>
                <a:lnTo>
                  <a:pt x="2109984" y="110859"/>
                </a:lnTo>
                <a:lnTo>
                  <a:pt x="2109769" y="111220"/>
                </a:lnTo>
                <a:lnTo>
                  <a:pt x="2109547" y="111576"/>
                </a:lnTo>
                <a:lnTo>
                  <a:pt x="2109321" y="111926"/>
                </a:lnTo>
                <a:lnTo>
                  <a:pt x="2109089" y="112270"/>
                </a:lnTo>
                <a:lnTo>
                  <a:pt x="2108851" y="112609"/>
                </a:lnTo>
                <a:lnTo>
                  <a:pt x="2108608" y="112942"/>
                </a:lnTo>
                <a:lnTo>
                  <a:pt x="2108360" y="113269"/>
                </a:lnTo>
                <a:lnTo>
                  <a:pt x="2108106" y="113590"/>
                </a:lnTo>
                <a:lnTo>
                  <a:pt x="2107846" y="113906"/>
                </a:lnTo>
                <a:lnTo>
                  <a:pt x="2107581" y="114216"/>
                </a:lnTo>
                <a:lnTo>
                  <a:pt x="2107311" y="114521"/>
                </a:lnTo>
                <a:lnTo>
                  <a:pt x="2107035" y="114819"/>
                </a:lnTo>
                <a:lnTo>
                  <a:pt x="2106754" y="115112"/>
                </a:lnTo>
                <a:lnTo>
                  <a:pt x="2106467" y="115399"/>
                </a:lnTo>
                <a:lnTo>
                  <a:pt x="2106175" y="115676"/>
                </a:lnTo>
                <a:lnTo>
                  <a:pt x="2105878" y="115946"/>
                </a:lnTo>
                <a:lnTo>
                  <a:pt x="2105577" y="116211"/>
                </a:lnTo>
                <a:lnTo>
                  <a:pt x="2105271" y="116470"/>
                </a:lnTo>
                <a:lnTo>
                  <a:pt x="2104961" y="116724"/>
                </a:lnTo>
                <a:lnTo>
                  <a:pt x="2104646" y="116972"/>
                </a:lnTo>
                <a:lnTo>
                  <a:pt x="2104326" y="117214"/>
                </a:lnTo>
                <a:lnTo>
                  <a:pt x="2104002" y="117450"/>
                </a:lnTo>
                <a:lnTo>
                  <a:pt x="2103673" y="117681"/>
                </a:lnTo>
                <a:lnTo>
                  <a:pt x="2103340" y="117905"/>
                </a:lnTo>
                <a:lnTo>
                  <a:pt x="2103002" y="118125"/>
                </a:lnTo>
                <a:lnTo>
                  <a:pt x="2102659" y="118338"/>
                </a:lnTo>
                <a:lnTo>
                  <a:pt x="2102312" y="118546"/>
                </a:lnTo>
                <a:lnTo>
                  <a:pt x="2101960" y="118748"/>
                </a:lnTo>
                <a:lnTo>
                  <a:pt x="2101603" y="118944"/>
                </a:lnTo>
                <a:lnTo>
                  <a:pt x="2101242" y="119135"/>
                </a:lnTo>
                <a:lnTo>
                  <a:pt x="2100876" y="119320"/>
                </a:lnTo>
                <a:lnTo>
                  <a:pt x="2100506" y="119499"/>
                </a:lnTo>
                <a:lnTo>
                  <a:pt x="2100131" y="119673"/>
                </a:lnTo>
                <a:lnTo>
                  <a:pt x="2099752" y="119841"/>
                </a:lnTo>
                <a:lnTo>
                  <a:pt x="2099368" y="120003"/>
                </a:lnTo>
                <a:lnTo>
                  <a:pt x="2098979" y="120159"/>
                </a:lnTo>
                <a:lnTo>
                  <a:pt x="2098585" y="120310"/>
                </a:lnTo>
                <a:lnTo>
                  <a:pt x="2098187" y="120455"/>
                </a:lnTo>
                <a:lnTo>
                  <a:pt x="2097791" y="120589"/>
                </a:lnTo>
                <a:lnTo>
                  <a:pt x="2097390" y="120718"/>
                </a:lnTo>
                <a:lnTo>
                  <a:pt x="2096985" y="120840"/>
                </a:lnTo>
                <a:lnTo>
                  <a:pt x="2096576" y="120957"/>
                </a:lnTo>
                <a:lnTo>
                  <a:pt x="2096163" y="121069"/>
                </a:lnTo>
                <a:lnTo>
                  <a:pt x="2095747" y="121174"/>
                </a:lnTo>
                <a:lnTo>
                  <a:pt x="2095326" y="121274"/>
                </a:lnTo>
                <a:lnTo>
                  <a:pt x="2094901" y="121368"/>
                </a:lnTo>
                <a:lnTo>
                  <a:pt x="2094473" y="121457"/>
                </a:lnTo>
                <a:lnTo>
                  <a:pt x="2094040" y="121539"/>
                </a:lnTo>
                <a:lnTo>
                  <a:pt x="2093604" y="121616"/>
                </a:lnTo>
                <a:lnTo>
                  <a:pt x="2093163" y="121688"/>
                </a:lnTo>
                <a:lnTo>
                  <a:pt x="2092719" y="121753"/>
                </a:lnTo>
                <a:lnTo>
                  <a:pt x="2092271" y="121813"/>
                </a:lnTo>
                <a:lnTo>
                  <a:pt x="2091818" y="121867"/>
                </a:lnTo>
                <a:lnTo>
                  <a:pt x="2091362" y="121916"/>
                </a:lnTo>
                <a:lnTo>
                  <a:pt x="2090902" y="121959"/>
                </a:lnTo>
                <a:lnTo>
                  <a:pt x="2090438" y="121996"/>
                </a:lnTo>
                <a:lnTo>
                  <a:pt x="2089970" y="122027"/>
                </a:lnTo>
                <a:lnTo>
                  <a:pt x="2089498" y="122053"/>
                </a:lnTo>
                <a:lnTo>
                  <a:pt x="2089022" y="122073"/>
                </a:lnTo>
                <a:lnTo>
                  <a:pt x="2088542" y="122087"/>
                </a:lnTo>
                <a:lnTo>
                  <a:pt x="2088058" y="122096"/>
                </a:lnTo>
                <a:lnTo>
                  <a:pt x="2087570" y="122098"/>
                </a:lnTo>
                <a:lnTo>
                  <a:pt x="2086821" y="122092"/>
                </a:lnTo>
                <a:lnTo>
                  <a:pt x="2086080" y="122071"/>
                </a:lnTo>
                <a:lnTo>
                  <a:pt x="2085346" y="122037"/>
                </a:lnTo>
                <a:lnTo>
                  <a:pt x="2084619" y="121990"/>
                </a:lnTo>
                <a:lnTo>
                  <a:pt x="2083901" y="121928"/>
                </a:lnTo>
                <a:lnTo>
                  <a:pt x="2083190" y="121854"/>
                </a:lnTo>
                <a:lnTo>
                  <a:pt x="2082487" y="121765"/>
                </a:lnTo>
                <a:lnTo>
                  <a:pt x="2081791" y="121663"/>
                </a:lnTo>
                <a:lnTo>
                  <a:pt x="2081104" y="121547"/>
                </a:lnTo>
                <a:lnTo>
                  <a:pt x="2080423" y="121418"/>
                </a:lnTo>
                <a:lnTo>
                  <a:pt x="2079751" y="121275"/>
                </a:lnTo>
                <a:lnTo>
                  <a:pt x="2079086" y="121119"/>
                </a:lnTo>
                <a:lnTo>
                  <a:pt x="2078429" y="120949"/>
                </a:lnTo>
                <a:lnTo>
                  <a:pt x="2077780" y="120765"/>
                </a:lnTo>
                <a:lnTo>
                  <a:pt x="2077138" y="120568"/>
                </a:lnTo>
                <a:lnTo>
                  <a:pt x="2076504" y="120357"/>
                </a:lnTo>
                <a:lnTo>
                  <a:pt x="2075877" y="120132"/>
                </a:lnTo>
                <a:lnTo>
                  <a:pt x="2075259" y="119894"/>
                </a:lnTo>
                <a:lnTo>
                  <a:pt x="2074648" y="119643"/>
                </a:lnTo>
                <a:lnTo>
                  <a:pt x="2074044" y="119377"/>
                </a:lnTo>
                <a:lnTo>
                  <a:pt x="2073449" y="119099"/>
                </a:lnTo>
                <a:lnTo>
                  <a:pt x="2072861" y="118806"/>
                </a:lnTo>
                <a:lnTo>
                  <a:pt x="2072280" y="118500"/>
                </a:lnTo>
                <a:lnTo>
                  <a:pt x="2071708" y="118180"/>
                </a:lnTo>
                <a:lnTo>
                  <a:pt x="2071144" y="117842"/>
                </a:lnTo>
                <a:lnTo>
                  <a:pt x="2070591" y="117492"/>
                </a:lnTo>
                <a:lnTo>
                  <a:pt x="2070048" y="117129"/>
                </a:lnTo>
                <a:lnTo>
                  <a:pt x="2069515" y="116753"/>
                </a:lnTo>
                <a:lnTo>
                  <a:pt x="2068993" y="116365"/>
                </a:lnTo>
                <a:lnTo>
                  <a:pt x="2068481" y="115964"/>
                </a:lnTo>
                <a:lnTo>
                  <a:pt x="2067979" y="115551"/>
                </a:lnTo>
                <a:lnTo>
                  <a:pt x="2067487" y="115126"/>
                </a:lnTo>
                <a:lnTo>
                  <a:pt x="2067006" y="114687"/>
                </a:lnTo>
                <a:lnTo>
                  <a:pt x="2066536" y="114237"/>
                </a:lnTo>
                <a:lnTo>
                  <a:pt x="2066075" y="113774"/>
                </a:lnTo>
                <a:lnTo>
                  <a:pt x="2065625" y="113298"/>
                </a:lnTo>
                <a:lnTo>
                  <a:pt x="2065185" y="112810"/>
                </a:lnTo>
                <a:lnTo>
                  <a:pt x="2064755" y="112309"/>
                </a:lnTo>
                <a:lnTo>
                  <a:pt x="2064336" y="111796"/>
                </a:lnTo>
                <a:lnTo>
                  <a:pt x="2063927" y="111271"/>
                </a:lnTo>
                <a:lnTo>
                  <a:pt x="2063529" y="110732"/>
                </a:lnTo>
                <a:lnTo>
                  <a:pt x="2063140" y="110182"/>
                </a:lnTo>
                <a:lnTo>
                  <a:pt x="2062762" y="109618"/>
                </a:lnTo>
                <a:lnTo>
                  <a:pt x="2062395" y="109043"/>
                </a:lnTo>
                <a:lnTo>
                  <a:pt x="2062037" y="108455"/>
                </a:lnTo>
                <a:lnTo>
                  <a:pt x="2061690" y="107854"/>
                </a:lnTo>
                <a:lnTo>
                  <a:pt x="2061354" y="107241"/>
                </a:lnTo>
                <a:lnTo>
                  <a:pt x="2061027" y="106615"/>
                </a:lnTo>
                <a:lnTo>
                  <a:pt x="2060718" y="105972"/>
                </a:lnTo>
                <a:lnTo>
                  <a:pt x="2060422" y="105317"/>
                </a:lnTo>
                <a:lnTo>
                  <a:pt x="2060139" y="104651"/>
                </a:lnTo>
                <a:lnTo>
                  <a:pt x="2059869" y="103973"/>
                </a:lnTo>
                <a:lnTo>
                  <a:pt x="2059612" y="103283"/>
                </a:lnTo>
                <a:lnTo>
                  <a:pt x="2059368" y="102582"/>
                </a:lnTo>
                <a:lnTo>
                  <a:pt x="2059138" y="101869"/>
                </a:lnTo>
                <a:lnTo>
                  <a:pt x="2058921" y="101145"/>
                </a:lnTo>
                <a:lnTo>
                  <a:pt x="2058717" y="100409"/>
                </a:lnTo>
                <a:lnTo>
                  <a:pt x="2058526" y="99661"/>
                </a:lnTo>
                <a:lnTo>
                  <a:pt x="2058348" y="98902"/>
                </a:lnTo>
                <a:lnTo>
                  <a:pt x="2058183" y="98131"/>
                </a:lnTo>
                <a:lnTo>
                  <a:pt x="2058032" y="97348"/>
                </a:lnTo>
                <a:lnTo>
                  <a:pt x="2057894" y="96554"/>
                </a:lnTo>
                <a:lnTo>
                  <a:pt x="2057769" y="95748"/>
                </a:lnTo>
                <a:lnTo>
                  <a:pt x="2057657" y="94930"/>
                </a:lnTo>
                <a:lnTo>
                  <a:pt x="2057558" y="94101"/>
                </a:lnTo>
                <a:lnTo>
                  <a:pt x="2057472" y="93260"/>
                </a:lnTo>
                <a:lnTo>
                  <a:pt x="2057400" y="92408"/>
                </a:lnTo>
                <a:lnTo>
                  <a:pt x="2057341" y="91544"/>
                </a:lnTo>
                <a:lnTo>
                  <a:pt x="2057295" y="90668"/>
                </a:lnTo>
                <a:lnTo>
                  <a:pt x="2057270" y="89994"/>
                </a:lnTo>
                <a:lnTo>
                  <a:pt x="2127764" y="89994"/>
                </a:lnTo>
                <a:lnTo>
                  <a:pt x="2127764" y="83674"/>
                </a:lnTo>
                <a:lnTo>
                  <a:pt x="2127758" y="82549"/>
                </a:lnTo>
                <a:lnTo>
                  <a:pt x="2127739" y="81439"/>
                </a:lnTo>
                <a:lnTo>
                  <a:pt x="2127708" y="80344"/>
                </a:lnTo>
                <a:lnTo>
                  <a:pt x="2127664" y="79264"/>
                </a:lnTo>
                <a:close/>
                <a:moveTo>
                  <a:pt x="2057531" y="74781"/>
                </a:moveTo>
                <a:lnTo>
                  <a:pt x="2057622" y="74138"/>
                </a:lnTo>
                <a:lnTo>
                  <a:pt x="2057724" y="73499"/>
                </a:lnTo>
                <a:lnTo>
                  <a:pt x="2057839" y="72864"/>
                </a:lnTo>
                <a:lnTo>
                  <a:pt x="2057965" y="72232"/>
                </a:lnTo>
                <a:lnTo>
                  <a:pt x="2058104" y="71603"/>
                </a:lnTo>
                <a:lnTo>
                  <a:pt x="2058255" y="70978"/>
                </a:lnTo>
                <a:lnTo>
                  <a:pt x="2058418" y="70357"/>
                </a:lnTo>
                <a:lnTo>
                  <a:pt x="2058593" y="69739"/>
                </a:lnTo>
                <a:lnTo>
                  <a:pt x="2058780" y="69125"/>
                </a:lnTo>
                <a:lnTo>
                  <a:pt x="2058979" y="68514"/>
                </a:lnTo>
                <a:lnTo>
                  <a:pt x="2059190" y="67906"/>
                </a:lnTo>
                <a:lnTo>
                  <a:pt x="2059414" y="67302"/>
                </a:lnTo>
                <a:lnTo>
                  <a:pt x="2059649" y="66702"/>
                </a:lnTo>
                <a:lnTo>
                  <a:pt x="2059897" y="66105"/>
                </a:lnTo>
                <a:lnTo>
                  <a:pt x="2060156" y="65512"/>
                </a:lnTo>
                <a:lnTo>
                  <a:pt x="2060428" y="64922"/>
                </a:lnTo>
                <a:lnTo>
                  <a:pt x="2060711" y="64335"/>
                </a:lnTo>
                <a:lnTo>
                  <a:pt x="2061006" y="63756"/>
                </a:lnTo>
                <a:lnTo>
                  <a:pt x="2061311" y="63185"/>
                </a:lnTo>
                <a:lnTo>
                  <a:pt x="2061627" y="62623"/>
                </a:lnTo>
                <a:lnTo>
                  <a:pt x="2061952" y="62071"/>
                </a:lnTo>
                <a:lnTo>
                  <a:pt x="2062288" y="61528"/>
                </a:lnTo>
                <a:lnTo>
                  <a:pt x="2062635" y="60994"/>
                </a:lnTo>
                <a:lnTo>
                  <a:pt x="2062992" y="60469"/>
                </a:lnTo>
                <a:lnTo>
                  <a:pt x="2063359" y="59954"/>
                </a:lnTo>
                <a:lnTo>
                  <a:pt x="2063736" y="59448"/>
                </a:lnTo>
                <a:lnTo>
                  <a:pt x="2064123" y="58951"/>
                </a:lnTo>
                <a:lnTo>
                  <a:pt x="2064521" y="58463"/>
                </a:lnTo>
                <a:lnTo>
                  <a:pt x="2064930" y="57984"/>
                </a:lnTo>
                <a:lnTo>
                  <a:pt x="2065348" y="57515"/>
                </a:lnTo>
                <a:lnTo>
                  <a:pt x="2065777" y="57055"/>
                </a:lnTo>
                <a:lnTo>
                  <a:pt x="2066216" y="56604"/>
                </a:lnTo>
                <a:lnTo>
                  <a:pt x="2066666" y="56162"/>
                </a:lnTo>
                <a:lnTo>
                  <a:pt x="2067126" y="55729"/>
                </a:lnTo>
                <a:lnTo>
                  <a:pt x="2067596" y="55306"/>
                </a:lnTo>
                <a:lnTo>
                  <a:pt x="2068076" y="54892"/>
                </a:lnTo>
                <a:lnTo>
                  <a:pt x="2068567" y="54487"/>
                </a:lnTo>
                <a:lnTo>
                  <a:pt x="2069068" y="54092"/>
                </a:lnTo>
                <a:lnTo>
                  <a:pt x="2069580" y="53705"/>
                </a:lnTo>
                <a:lnTo>
                  <a:pt x="2070101" y="53328"/>
                </a:lnTo>
                <a:lnTo>
                  <a:pt x="2070633" y="52960"/>
                </a:lnTo>
                <a:lnTo>
                  <a:pt x="2071180" y="52599"/>
                </a:lnTo>
                <a:lnTo>
                  <a:pt x="2071735" y="52253"/>
                </a:lnTo>
                <a:lnTo>
                  <a:pt x="2072298" y="51923"/>
                </a:lnTo>
                <a:lnTo>
                  <a:pt x="2072870" y="51608"/>
                </a:lnTo>
                <a:lnTo>
                  <a:pt x="2073450" y="51309"/>
                </a:lnTo>
                <a:lnTo>
                  <a:pt x="2074038" y="51024"/>
                </a:lnTo>
                <a:lnTo>
                  <a:pt x="2074635" y="50756"/>
                </a:lnTo>
                <a:lnTo>
                  <a:pt x="2075240" y="50502"/>
                </a:lnTo>
                <a:lnTo>
                  <a:pt x="2075853" y="50264"/>
                </a:lnTo>
                <a:lnTo>
                  <a:pt x="2076475" y="50041"/>
                </a:lnTo>
                <a:lnTo>
                  <a:pt x="2077105" y="49834"/>
                </a:lnTo>
                <a:lnTo>
                  <a:pt x="2077743" y="49642"/>
                </a:lnTo>
                <a:lnTo>
                  <a:pt x="2078390" y="49465"/>
                </a:lnTo>
                <a:lnTo>
                  <a:pt x="2079045" y="49304"/>
                </a:lnTo>
                <a:lnTo>
                  <a:pt x="2079708" y="49158"/>
                </a:lnTo>
                <a:lnTo>
                  <a:pt x="2080380" y="49028"/>
                </a:lnTo>
                <a:lnTo>
                  <a:pt x="2081060" y="48912"/>
                </a:lnTo>
                <a:lnTo>
                  <a:pt x="2081748" y="48813"/>
                </a:lnTo>
                <a:lnTo>
                  <a:pt x="2082445" y="48728"/>
                </a:lnTo>
                <a:lnTo>
                  <a:pt x="2083150" y="48659"/>
                </a:lnTo>
                <a:lnTo>
                  <a:pt x="2083863" y="48605"/>
                </a:lnTo>
                <a:lnTo>
                  <a:pt x="2084585" y="48567"/>
                </a:lnTo>
                <a:lnTo>
                  <a:pt x="2085315" y="48544"/>
                </a:lnTo>
                <a:lnTo>
                  <a:pt x="2086054" y="48536"/>
                </a:lnTo>
                <a:lnTo>
                  <a:pt x="2086724" y="48542"/>
                </a:lnTo>
                <a:lnTo>
                  <a:pt x="2087387" y="48562"/>
                </a:lnTo>
                <a:lnTo>
                  <a:pt x="2088042" y="48594"/>
                </a:lnTo>
                <a:lnTo>
                  <a:pt x="2088690" y="48640"/>
                </a:lnTo>
                <a:lnTo>
                  <a:pt x="2089331" y="48698"/>
                </a:lnTo>
                <a:lnTo>
                  <a:pt x="2089964" y="48769"/>
                </a:lnTo>
                <a:lnTo>
                  <a:pt x="2090590" y="48853"/>
                </a:lnTo>
                <a:lnTo>
                  <a:pt x="2091208" y="48950"/>
                </a:lnTo>
                <a:lnTo>
                  <a:pt x="2091818" y="49060"/>
                </a:lnTo>
                <a:lnTo>
                  <a:pt x="2092422" y="49183"/>
                </a:lnTo>
                <a:lnTo>
                  <a:pt x="2093017" y="49319"/>
                </a:lnTo>
                <a:lnTo>
                  <a:pt x="2093606" y="49468"/>
                </a:lnTo>
                <a:lnTo>
                  <a:pt x="2094187" y="49630"/>
                </a:lnTo>
                <a:lnTo>
                  <a:pt x="2094760" y="49805"/>
                </a:lnTo>
                <a:lnTo>
                  <a:pt x="2095326" y="49993"/>
                </a:lnTo>
                <a:lnTo>
                  <a:pt x="2095884" y="50193"/>
                </a:lnTo>
                <a:lnTo>
                  <a:pt x="2096435" y="50407"/>
                </a:lnTo>
                <a:lnTo>
                  <a:pt x="2096979" y="50633"/>
                </a:lnTo>
                <a:lnTo>
                  <a:pt x="2097515" y="50873"/>
                </a:lnTo>
                <a:lnTo>
                  <a:pt x="2098044" y="51125"/>
                </a:lnTo>
                <a:lnTo>
                  <a:pt x="2098565" y="51391"/>
                </a:lnTo>
                <a:lnTo>
                  <a:pt x="2099079" y="51669"/>
                </a:lnTo>
                <a:lnTo>
                  <a:pt x="2099585" y="51960"/>
                </a:lnTo>
                <a:lnTo>
                  <a:pt x="2100084" y="52265"/>
                </a:lnTo>
                <a:lnTo>
                  <a:pt x="2100579" y="52580"/>
                </a:lnTo>
                <a:lnTo>
                  <a:pt x="2101065" y="52905"/>
                </a:lnTo>
                <a:lnTo>
                  <a:pt x="2101541" y="53239"/>
                </a:lnTo>
                <a:lnTo>
                  <a:pt x="2102008" y="53583"/>
                </a:lnTo>
                <a:lnTo>
                  <a:pt x="2102464" y="53936"/>
                </a:lnTo>
                <a:lnTo>
                  <a:pt x="2102912" y="54299"/>
                </a:lnTo>
                <a:lnTo>
                  <a:pt x="2103349" y="54671"/>
                </a:lnTo>
                <a:lnTo>
                  <a:pt x="2103777" y="55052"/>
                </a:lnTo>
                <a:lnTo>
                  <a:pt x="2104195" y="55443"/>
                </a:lnTo>
                <a:lnTo>
                  <a:pt x="2104604" y="55844"/>
                </a:lnTo>
                <a:lnTo>
                  <a:pt x="2105003" y="56254"/>
                </a:lnTo>
                <a:lnTo>
                  <a:pt x="2105392" y="56673"/>
                </a:lnTo>
                <a:lnTo>
                  <a:pt x="2105772" y="57101"/>
                </a:lnTo>
                <a:lnTo>
                  <a:pt x="2106142" y="57540"/>
                </a:lnTo>
                <a:lnTo>
                  <a:pt x="2106502" y="57987"/>
                </a:lnTo>
                <a:lnTo>
                  <a:pt x="2106853" y="58444"/>
                </a:lnTo>
                <a:lnTo>
                  <a:pt x="2107194" y="58910"/>
                </a:lnTo>
                <a:lnTo>
                  <a:pt x="2107525" y="59386"/>
                </a:lnTo>
                <a:lnTo>
                  <a:pt x="2107847" y="59872"/>
                </a:lnTo>
                <a:lnTo>
                  <a:pt x="2108159" y="60366"/>
                </a:lnTo>
                <a:lnTo>
                  <a:pt x="2108461" y="60870"/>
                </a:lnTo>
                <a:lnTo>
                  <a:pt x="2108754" y="61384"/>
                </a:lnTo>
                <a:lnTo>
                  <a:pt x="2109037" y="61907"/>
                </a:lnTo>
                <a:lnTo>
                  <a:pt x="2109310" y="62440"/>
                </a:lnTo>
                <a:lnTo>
                  <a:pt x="2109578" y="62980"/>
                </a:lnTo>
                <a:lnTo>
                  <a:pt x="2109835" y="63526"/>
                </a:lnTo>
                <a:lnTo>
                  <a:pt x="2110081" y="64079"/>
                </a:lnTo>
                <a:lnTo>
                  <a:pt x="2110315" y="64637"/>
                </a:lnTo>
                <a:lnTo>
                  <a:pt x="2110537" y="65202"/>
                </a:lnTo>
                <a:lnTo>
                  <a:pt x="2110748" y="65773"/>
                </a:lnTo>
                <a:lnTo>
                  <a:pt x="2110948" y="66350"/>
                </a:lnTo>
                <a:lnTo>
                  <a:pt x="2111136" y="66934"/>
                </a:lnTo>
                <a:lnTo>
                  <a:pt x="2111313" y="67523"/>
                </a:lnTo>
                <a:lnTo>
                  <a:pt x="2111478" y="68119"/>
                </a:lnTo>
                <a:lnTo>
                  <a:pt x="2111633" y="68720"/>
                </a:lnTo>
                <a:lnTo>
                  <a:pt x="2111775" y="69328"/>
                </a:lnTo>
                <a:lnTo>
                  <a:pt x="2111906" y="69942"/>
                </a:lnTo>
                <a:lnTo>
                  <a:pt x="2112026" y="70562"/>
                </a:lnTo>
                <a:lnTo>
                  <a:pt x="2112135" y="71189"/>
                </a:lnTo>
                <a:lnTo>
                  <a:pt x="2112232" y="71821"/>
                </a:lnTo>
                <a:lnTo>
                  <a:pt x="2112317" y="72460"/>
                </a:lnTo>
                <a:lnTo>
                  <a:pt x="2112391" y="73104"/>
                </a:lnTo>
                <a:lnTo>
                  <a:pt x="2112454" y="73755"/>
                </a:lnTo>
                <a:lnTo>
                  <a:pt x="2112505" y="74412"/>
                </a:lnTo>
                <a:lnTo>
                  <a:pt x="2112545" y="75075"/>
                </a:lnTo>
                <a:lnTo>
                  <a:pt x="2112574" y="75744"/>
                </a:lnTo>
                <a:lnTo>
                  <a:pt x="2112591" y="76420"/>
                </a:lnTo>
                <a:lnTo>
                  <a:pt x="2112597" y="77101"/>
                </a:lnTo>
                <a:lnTo>
                  <a:pt x="2057308" y="77101"/>
                </a:lnTo>
                <a:lnTo>
                  <a:pt x="2057332" y="76729"/>
                </a:lnTo>
                <a:lnTo>
                  <a:pt x="2057386" y="76076"/>
                </a:lnTo>
                <a:lnTo>
                  <a:pt x="2057453" y="75427"/>
                </a:lnTo>
                <a:lnTo>
                  <a:pt x="2057531" y="7478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09EEE1-8E8F-420B-A0BA-92773562EC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8782" y="2460413"/>
            <a:ext cx="2176300" cy="171898"/>
          </a:xfrm>
          <a:custGeom xmlns:a="http://schemas.openxmlformats.org/drawingml/2006/main">
            <a:pathLst>
              <a:path w="2176300" h="171898">
                <a:moveTo>
                  <a:pt x="360505" y="20094"/>
                </a:moveTo>
                <a:lnTo>
                  <a:pt x="360844" y="20038"/>
                </a:lnTo>
                <a:lnTo>
                  <a:pt x="361179" y="19971"/>
                </a:lnTo>
                <a:lnTo>
                  <a:pt x="361510" y="19893"/>
                </a:lnTo>
                <a:lnTo>
                  <a:pt x="361836" y="19806"/>
                </a:lnTo>
                <a:lnTo>
                  <a:pt x="362158" y="19708"/>
                </a:lnTo>
                <a:lnTo>
                  <a:pt x="362475" y="19599"/>
                </a:lnTo>
                <a:lnTo>
                  <a:pt x="362788" y="19481"/>
                </a:lnTo>
                <a:lnTo>
                  <a:pt x="363096" y="19352"/>
                </a:lnTo>
                <a:lnTo>
                  <a:pt x="363400" y="19213"/>
                </a:lnTo>
                <a:lnTo>
                  <a:pt x="363700" y="19063"/>
                </a:lnTo>
                <a:lnTo>
                  <a:pt x="363996" y="18903"/>
                </a:lnTo>
                <a:lnTo>
                  <a:pt x="364287" y="18733"/>
                </a:lnTo>
                <a:lnTo>
                  <a:pt x="364573" y="18553"/>
                </a:lnTo>
                <a:lnTo>
                  <a:pt x="364855" y="18362"/>
                </a:lnTo>
                <a:lnTo>
                  <a:pt x="365133" y="18161"/>
                </a:lnTo>
                <a:lnTo>
                  <a:pt x="365407" y="17949"/>
                </a:lnTo>
                <a:lnTo>
                  <a:pt x="365676" y="17727"/>
                </a:lnTo>
                <a:lnTo>
                  <a:pt x="365940" y="17495"/>
                </a:lnTo>
                <a:lnTo>
                  <a:pt x="366200" y="17253"/>
                </a:lnTo>
                <a:lnTo>
                  <a:pt x="366458" y="17003"/>
                </a:lnTo>
                <a:lnTo>
                  <a:pt x="366705" y="16750"/>
                </a:lnTo>
                <a:lnTo>
                  <a:pt x="366941" y="16492"/>
                </a:lnTo>
                <a:lnTo>
                  <a:pt x="367166" y="16230"/>
                </a:lnTo>
                <a:lnTo>
                  <a:pt x="367380" y="15963"/>
                </a:lnTo>
                <a:lnTo>
                  <a:pt x="367583" y="15693"/>
                </a:lnTo>
                <a:lnTo>
                  <a:pt x="367775" y="15418"/>
                </a:lnTo>
                <a:lnTo>
                  <a:pt x="367956" y="15139"/>
                </a:lnTo>
                <a:lnTo>
                  <a:pt x="368126" y="14856"/>
                </a:lnTo>
                <a:lnTo>
                  <a:pt x="368285" y="14569"/>
                </a:lnTo>
                <a:lnTo>
                  <a:pt x="368433" y="14278"/>
                </a:lnTo>
                <a:lnTo>
                  <a:pt x="368570" y="13983"/>
                </a:lnTo>
                <a:lnTo>
                  <a:pt x="368697" y="13683"/>
                </a:lnTo>
                <a:lnTo>
                  <a:pt x="368812" y="13379"/>
                </a:lnTo>
                <a:lnTo>
                  <a:pt x="368916" y="13071"/>
                </a:lnTo>
                <a:lnTo>
                  <a:pt x="369009" y="12759"/>
                </a:lnTo>
                <a:lnTo>
                  <a:pt x="369092" y="12443"/>
                </a:lnTo>
                <a:lnTo>
                  <a:pt x="369163" y="12122"/>
                </a:lnTo>
                <a:lnTo>
                  <a:pt x="369223" y="11798"/>
                </a:lnTo>
                <a:lnTo>
                  <a:pt x="369273" y="11469"/>
                </a:lnTo>
                <a:lnTo>
                  <a:pt x="369311" y="11136"/>
                </a:lnTo>
                <a:lnTo>
                  <a:pt x="369338" y="10799"/>
                </a:lnTo>
                <a:lnTo>
                  <a:pt x="369355" y="10457"/>
                </a:lnTo>
                <a:lnTo>
                  <a:pt x="369360" y="10112"/>
                </a:lnTo>
                <a:lnTo>
                  <a:pt x="369355" y="9766"/>
                </a:lnTo>
                <a:lnTo>
                  <a:pt x="369338" y="9425"/>
                </a:lnTo>
                <a:lnTo>
                  <a:pt x="369311" y="9088"/>
                </a:lnTo>
                <a:lnTo>
                  <a:pt x="369273" y="8755"/>
                </a:lnTo>
                <a:lnTo>
                  <a:pt x="369223" y="8426"/>
                </a:lnTo>
                <a:lnTo>
                  <a:pt x="369163" y="8101"/>
                </a:lnTo>
                <a:lnTo>
                  <a:pt x="369092" y="7781"/>
                </a:lnTo>
                <a:lnTo>
                  <a:pt x="369009" y="7464"/>
                </a:lnTo>
                <a:lnTo>
                  <a:pt x="368916" y="7152"/>
                </a:lnTo>
                <a:lnTo>
                  <a:pt x="368812" y="6844"/>
                </a:lnTo>
                <a:lnTo>
                  <a:pt x="368697" y="6540"/>
                </a:lnTo>
                <a:lnTo>
                  <a:pt x="368570" y="6241"/>
                </a:lnTo>
                <a:lnTo>
                  <a:pt x="368433" y="5945"/>
                </a:lnTo>
                <a:lnTo>
                  <a:pt x="368285" y="5654"/>
                </a:lnTo>
                <a:lnTo>
                  <a:pt x="368126" y="5367"/>
                </a:lnTo>
                <a:lnTo>
                  <a:pt x="367956" y="5084"/>
                </a:lnTo>
                <a:lnTo>
                  <a:pt x="367775" y="4805"/>
                </a:lnTo>
                <a:lnTo>
                  <a:pt x="367583" y="4530"/>
                </a:lnTo>
                <a:lnTo>
                  <a:pt x="367380" y="4260"/>
                </a:lnTo>
                <a:lnTo>
                  <a:pt x="367166" y="3994"/>
                </a:lnTo>
                <a:lnTo>
                  <a:pt x="366941" y="3732"/>
                </a:lnTo>
                <a:lnTo>
                  <a:pt x="366705" y="3474"/>
                </a:lnTo>
                <a:lnTo>
                  <a:pt x="366458" y="3220"/>
                </a:lnTo>
                <a:lnTo>
                  <a:pt x="366200" y="2970"/>
                </a:lnTo>
                <a:lnTo>
                  <a:pt x="365940" y="2728"/>
                </a:lnTo>
                <a:lnTo>
                  <a:pt x="365676" y="2496"/>
                </a:lnTo>
                <a:lnTo>
                  <a:pt x="365407" y="2274"/>
                </a:lnTo>
                <a:lnTo>
                  <a:pt x="365133" y="2063"/>
                </a:lnTo>
                <a:lnTo>
                  <a:pt x="364855" y="1862"/>
                </a:lnTo>
                <a:lnTo>
                  <a:pt x="364573" y="1671"/>
                </a:lnTo>
                <a:lnTo>
                  <a:pt x="364287" y="1490"/>
                </a:lnTo>
                <a:lnTo>
                  <a:pt x="363996" y="1320"/>
                </a:lnTo>
                <a:lnTo>
                  <a:pt x="363700" y="1160"/>
                </a:lnTo>
                <a:lnTo>
                  <a:pt x="363400" y="1011"/>
                </a:lnTo>
                <a:lnTo>
                  <a:pt x="363096" y="871"/>
                </a:lnTo>
                <a:lnTo>
                  <a:pt x="362788" y="743"/>
                </a:lnTo>
                <a:lnTo>
                  <a:pt x="362475" y="624"/>
                </a:lnTo>
                <a:lnTo>
                  <a:pt x="362158" y="516"/>
                </a:lnTo>
                <a:lnTo>
                  <a:pt x="361836" y="418"/>
                </a:lnTo>
                <a:lnTo>
                  <a:pt x="361510" y="330"/>
                </a:lnTo>
                <a:lnTo>
                  <a:pt x="361179" y="253"/>
                </a:lnTo>
                <a:lnTo>
                  <a:pt x="360844" y="186"/>
                </a:lnTo>
                <a:lnTo>
                  <a:pt x="360505" y="129"/>
                </a:lnTo>
                <a:lnTo>
                  <a:pt x="360162" y="83"/>
                </a:lnTo>
                <a:lnTo>
                  <a:pt x="359814" y="46"/>
                </a:lnTo>
                <a:lnTo>
                  <a:pt x="359461" y="21"/>
                </a:lnTo>
                <a:lnTo>
                  <a:pt x="359104" y="5"/>
                </a:lnTo>
                <a:lnTo>
                  <a:pt x="358743" y="0"/>
                </a:lnTo>
                <a:lnTo>
                  <a:pt x="358382" y="5"/>
                </a:lnTo>
                <a:lnTo>
                  <a:pt x="358025" y="21"/>
                </a:lnTo>
                <a:lnTo>
                  <a:pt x="357672" y="46"/>
                </a:lnTo>
                <a:lnTo>
                  <a:pt x="357323" y="83"/>
                </a:lnTo>
                <a:lnTo>
                  <a:pt x="356978" y="129"/>
                </a:lnTo>
                <a:lnTo>
                  <a:pt x="356638" y="186"/>
                </a:lnTo>
                <a:lnTo>
                  <a:pt x="356302" y="253"/>
                </a:lnTo>
                <a:lnTo>
                  <a:pt x="355969" y="330"/>
                </a:lnTo>
                <a:lnTo>
                  <a:pt x="355642" y="418"/>
                </a:lnTo>
                <a:lnTo>
                  <a:pt x="355318" y="516"/>
                </a:lnTo>
                <a:lnTo>
                  <a:pt x="354998" y="624"/>
                </a:lnTo>
                <a:lnTo>
                  <a:pt x="354683" y="743"/>
                </a:lnTo>
                <a:lnTo>
                  <a:pt x="354371" y="871"/>
                </a:lnTo>
                <a:lnTo>
                  <a:pt x="354064" y="1011"/>
                </a:lnTo>
                <a:lnTo>
                  <a:pt x="353761" y="1160"/>
                </a:lnTo>
                <a:lnTo>
                  <a:pt x="353463" y="1320"/>
                </a:lnTo>
                <a:lnTo>
                  <a:pt x="353168" y="1490"/>
                </a:lnTo>
                <a:lnTo>
                  <a:pt x="352878" y="1671"/>
                </a:lnTo>
                <a:lnTo>
                  <a:pt x="352591" y="1862"/>
                </a:lnTo>
                <a:lnTo>
                  <a:pt x="352309" y="2063"/>
                </a:lnTo>
                <a:lnTo>
                  <a:pt x="352031" y="2274"/>
                </a:lnTo>
                <a:lnTo>
                  <a:pt x="351758" y="2496"/>
                </a:lnTo>
                <a:lnTo>
                  <a:pt x="351488" y="2728"/>
                </a:lnTo>
                <a:lnTo>
                  <a:pt x="351223" y="2970"/>
                </a:lnTo>
                <a:lnTo>
                  <a:pt x="350970" y="3220"/>
                </a:lnTo>
                <a:lnTo>
                  <a:pt x="350728" y="3474"/>
                </a:lnTo>
                <a:lnTo>
                  <a:pt x="350497" y="3732"/>
                </a:lnTo>
                <a:lnTo>
                  <a:pt x="350276" y="3994"/>
                </a:lnTo>
                <a:lnTo>
                  <a:pt x="350067" y="4260"/>
                </a:lnTo>
                <a:lnTo>
                  <a:pt x="349868" y="4530"/>
                </a:lnTo>
                <a:lnTo>
                  <a:pt x="349680" y="4805"/>
                </a:lnTo>
                <a:lnTo>
                  <a:pt x="349502" y="5084"/>
                </a:lnTo>
                <a:lnTo>
                  <a:pt x="349336" y="5367"/>
                </a:lnTo>
                <a:lnTo>
                  <a:pt x="349180" y="5654"/>
                </a:lnTo>
                <a:lnTo>
                  <a:pt x="349034" y="5945"/>
                </a:lnTo>
                <a:lnTo>
                  <a:pt x="348900" y="6241"/>
                </a:lnTo>
                <a:lnTo>
                  <a:pt x="348776" y="6540"/>
                </a:lnTo>
                <a:lnTo>
                  <a:pt x="348664" y="6844"/>
                </a:lnTo>
                <a:lnTo>
                  <a:pt x="348561" y="7152"/>
                </a:lnTo>
                <a:lnTo>
                  <a:pt x="348470" y="7464"/>
                </a:lnTo>
                <a:lnTo>
                  <a:pt x="348389" y="7781"/>
                </a:lnTo>
                <a:lnTo>
                  <a:pt x="348319" y="8101"/>
                </a:lnTo>
                <a:lnTo>
                  <a:pt x="348260" y="8426"/>
                </a:lnTo>
                <a:lnTo>
                  <a:pt x="348212" y="8755"/>
                </a:lnTo>
                <a:lnTo>
                  <a:pt x="348174" y="9088"/>
                </a:lnTo>
                <a:lnTo>
                  <a:pt x="348147" y="9425"/>
                </a:lnTo>
                <a:lnTo>
                  <a:pt x="348131" y="9766"/>
                </a:lnTo>
                <a:lnTo>
                  <a:pt x="348126" y="10112"/>
                </a:lnTo>
                <a:lnTo>
                  <a:pt x="348131" y="10457"/>
                </a:lnTo>
                <a:lnTo>
                  <a:pt x="348147" y="10799"/>
                </a:lnTo>
                <a:lnTo>
                  <a:pt x="348174" y="11136"/>
                </a:lnTo>
                <a:lnTo>
                  <a:pt x="348212" y="11469"/>
                </a:lnTo>
                <a:lnTo>
                  <a:pt x="348260" y="11798"/>
                </a:lnTo>
                <a:lnTo>
                  <a:pt x="348319" y="12122"/>
                </a:lnTo>
                <a:lnTo>
                  <a:pt x="348389" y="12443"/>
                </a:lnTo>
                <a:lnTo>
                  <a:pt x="348470" y="12759"/>
                </a:lnTo>
                <a:lnTo>
                  <a:pt x="348561" y="13071"/>
                </a:lnTo>
                <a:lnTo>
                  <a:pt x="348664" y="13379"/>
                </a:lnTo>
                <a:lnTo>
                  <a:pt x="348776" y="13683"/>
                </a:lnTo>
                <a:lnTo>
                  <a:pt x="348900" y="13983"/>
                </a:lnTo>
                <a:lnTo>
                  <a:pt x="349034" y="14278"/>
                </a:lnTo>
                <a:lnTo>
                  <a:pt x="349180" y="14569"/>
                </a:lnTo>
                <a:lnTo>
                  <a:pt x="349336" y="14856"/>
                </a:lnTo>
                <a:lnTo>
                  <a:pt x="349502" y="15139"/>
                </a:lnTo>
                <a:lnTo>
                  <a:pt x="349680" y="15418"/>
                </a:lnTo>
                <a:lnTo>
                  <a:pt x="349868" y="15693"/>
                </a:lnTo>
                <a:lnTo>
                  <a:pt x="350067" y="15963"/>
                </a:lnTo>
                <a:lnTo>
                  <a:pt x="350276" y="16230"/>
                </a:lnTo>
                <a:lnTo>
                  <a:pt x="350497" y="16492"/>
                </a:lnTo>
                <a:lnTo>
                  <a:pt x="350728" y="16750"/>
                </a:lnTo>
                <a:lnTo>
                  <a:pt x="350970" y="17003"/>
                </a:lnTo>
                <a:lnTo>
                  <a:pt x="351223" y="17253"/>
                </a:lnTo>
                <a:lnTo>
                  <a:pt x="351488" y="17495"/>
                </a:lnTo>
                <a:lnTo>
                  <a:pt x="351758" y="17727"/>
                </a:lnTo>
                <a:lnTo>
                  <a:pt x="352031" y="17949"/>
                </a:lnTo>
                <a:lnTo>
                  <a:pt x="352309" y="18161"/>
                </a:lnTo>
                <a:lnTo>
                  <a:pt x="352591" y="18362"/>
                </a:lnTo>
                <a:lnTo>
                  <a:pt x="352878" y="18553"/>
                </a:lnTo>
                <a:lnTo>
                  <a:pt x="353168" y="18733"/>
                </a:lnTo>
                <a:lnTo>
                  <a:pt x="353463" y="18903"/>
                </a:lnTo>
                <a:lnTo>
                  <a:pt x="353761" y="19063"/>
                </a:lnTo>
                <a:lnTo>
                  <a:pt x="354064" y="19213"/>
                </a:lnTo>
                <a:lnTo>
                  <a:pt x="354371" y="19352"/>
                </a:lnTo>
                <a:lnTo>
                  <a:pt x="354683" y="19481"/>
                </a:lnTo>
                <a:lnTo>
                  <a:pt x="354998" y="19599"/>
                </a:lnTo>
                <a:lnTo>
                  <a:pt x="355318" y="19708"/>
                </a:lnTo>
                <a:lnTo>
                  <a:pt x="355642" y="19806"/>
                </a:lnTo>
                <a:lnTo>
                  <a:pt x="355969" y="19893"/>
                </a:lnTo>
                <a:lnTo>
                  <a:pt x="356302" y="19971"/>
                </a:lnTo>
                <a:lnTo>
                  <a:pt x="356638" y="20038"/>
                </a:lnTo>
                <a:lnTo>
                  <a:pt x="356978" y="20094"/>
                </a:lnTo>
                <a:lnTo>
                  <a:pt x="357323" y="20141"/>
                </a:lnTo>
                <a:lnTo>
                  <a:pt x="357672" y="20177"/>
                </a:lnTo>
                <a:lnTo>
                  <a:pt x="358025" y="20203"/>
                </a:lnTo>
                <a:lnTo>
                  <a:pt x="358382" y="20218"/>
                </a:lnTo>
                <a:lnTo>
                  <a:pt x="358743" y="20223"/>
                </a:lnTo>
                <a:lnTo>
                  <a:pt x="359104" y="20218"/>
                </a:lnTo>
                <a:lnTo>
                  <a:pt x="359461" y="20203"/>
                </a:lnTo>
                <a:lnTo>
                  <a:pt x="359814" y="20177"/>
                </a:lnTo>
                <a:lnTo>
                  <a:pt x="360162" y="20141"/>
                </a:lnTo>
                <a:lnTo>
                  <a:pt x="360505" y="20094"/>
                </a:lnTo>
                <a:close/>
                <a:moveTo>
                  <a:pt x="861207" y="20094"/>
                </a:moveTo>
                <a:lnTo>
                  <a:pt x="861546" y="20038"/>
                </a:lnTo>
                <a:lnTo>
                  <a:pt x="861881" y="19971"/>
                </a:lnTo>
                <a:lnTo>
                  <a:pt x="862211" y="19893"/>
                </a:lnTo>
                <a:lnTo>
                  <a:pt x="862537" y="19806"/>
                </a:lnTo>
                <a:lnTo>
                  <a:pt x="862859" y="19708"/>
                </a:lnTo>
                <a:lnTo>
                  <a:pt x="863176" y="19599"/>
                </a:lnTo>
                <a:lnTo>
                  <a:pt x="863489" y="19481"/>
                </a:lnTo>
                <a:lnTo>
                  <a:pt x="863798" y="19352"/>
                </a:lnTo>
                <a:lnTo>
                  <a:pt x="864102" y="19213"/>
                </a:lnTo>
                <a:lnTo>
                  <a:pt x="864402" y="19063"/>
                </a:lnTo>
                <a:lnTo>
                  <a:pt x="864697" y="18903"/>
                </a:lnTo>
                <a:lnTo>
                  <a:pt x="864988" y="18733"/>
                </a:lnTo>
                <a:lnTo>
                  <a:pt x="865275" y="18553"/>
                </a:lnTo>
                <a:lnTo>
                  <a:pt x="865557" y="18362"/>
                </a:lnTo>
                <a:lnTo>
                  <a:pt x="865835" y="18161"/>
                </a:lnTo>
                <a:lnTo>
                  <a:pt x="866108" y="17949"/>
                </a:lnTo>
                <a:lnTo>
                  <a:pt x="866377" y="17727"/>
                </a:lnTo>
                <a:lnTo>
                  <a:pt x="866642" y="17495"/>
                </a:lnTo>
                <a:lnTo>
                  <a:pt x="866902" y="17253"/>
                </a:lnTo>
                <a:lnTo>
                  <a:pt x="867160" y="17003"/>
                </a:lnTo>
                <a:lnTo>
                  <a:pt x="867407" y="16750"/>
                </a:lnTo>
                <a:lnTo>
                  <a:pt x="867643" y="16492"/>
                </a:lnTo>
                <a:lnTo>
                  <a:pt x="867868" y="16230"/>
                </a:lnTo>
                <a:lnTo>
                  <a:pt x="868082" y="15963"/>
                </a:lnTo>
                <a:lnTo>
                  <a:pt x="868284" y="15693"/>
                </a:lnTo>
                <a:lnTo>
                  <a:pt x="868477" y="15418"/>
                </a:lnTo>
                <a:lnTo>
                  <a:pt x="868658" y="15139"/>
                </a:lnTo>
                <a:lnTo>
                  <a:pt x="868828" y="14856"/>
                </a:lnTo>
                <a:lnTo>
                  <a:pt x="868987" y="14569"/>
                </a:lnTo>
                <a:lnTo>
                  <a:pt x="869135" y="14278"/>
                </a:lnTo>
                <a:lnTo>
                  <a:pt x="869272" y="13983"/>
                </a:lnTo>
                <a:lnTo>
                  <a:pt x="869398" y="13683"/>
                </a:lnTo>
                <a:lnTo>
                  <a:pt x="869513" y="13379"/>
                </a:lnTo>
                <a:lnTo>
                  <a:pt x="869618" y="13071"/>
                </a:lnTo>
                <a:lnTo>
                  <a:pt x="869711" y="12759"/>
                </a:lnTo>
                <a:lnTo>
                  <a:pt x="869793" y="12443"/>
                </a:lnTo>
                <a:lnTo>
                  <a:pt x="869864" y="12122"/>
                </a:lnTo>
                <a:lnTo>
                  <a:pt x="869925" y="11798"/>
                </a:lnTo>
                <a:lnTo>
                  <a:pt x="869974" y="11469"/>
                </a:lnTo>
                <a:lnTo>
                  <a:pt x="870013" y="11136"/>
                </a:lnTo>
                <a:lnTo>
                  <a:pt x="870040" y="10799"/>
                </a:lnTo>
                <a:lnTo>
                  <a:pt x="870056" y="10457"/>
                </a:lnTo>
                <a:lnTo>
                  <a:pt x="870062" y="10112"/>
                </a:lnTo>
                <a:lnTo>
                  <a:pt x="870056" y="9766"/>
                </a:lnTo>
                <a:lnTo>
                  <a:pt x="870040" y="9425"/>
                </a:lnTo>
                <a:lnTo>
                  <a:pt x="870013" y="9088"/>
                </a:lnTo>
                <a:lnTo>
                  <a:pt x="869974" y="8755"/>
                </a:lnTo>
                <a:lnTo>
                  <a:pt x="869925" y="8426"/>
                </a:lnTo>
                <a:lnTo>
                  <a:pt x="869864" y="8101"/>
                </a:lnTo>
                <a:lnTo>
                  <a:pt x="869793" y="7781"/>
                </a:lnTo>
                <a:lnTo>
                  <a:pt x="869711" y="7464"/>
                </a:lnTo>
                <a:lnTo>
                  <a:pt x="869618" y="7152"/>
                </a:lnTo>
                <a:lnTo>
                  <a:pt x="869513" y="6844"/>
                </a:lnTo>
                <a:lnTo>
                  <a:pt x="869398" y="6540"/>
                </a:lnTo>
                <a:lnTo>
                  <a:pt x="869272" y="6241"/>
                </a:lnTo>
                <a:lnTo>
                  <a:pt x="869135" y="5945"/>
                </a:lnTo>
                <a:lnTo>
                  <a:pt x="868987" y="5654"/>
                </a:lnTo>
                <a:lnTo>
                  <a:pt x="868828" y="5367"/>
                </a:lnTo>
                <a:lnTo>
                  <a:pt x="868658" y="5084"/>
                </a:lnTo>
                <a:lnTo>
                  <a:pt x="868477" y="4805"/>
                </a:lnTo>
                <a:lnTo>
                  <a:pt x="868284" y="4530"/>
                </a:lnTo>
                <a:lnTo>
                  <a:pt x="868082" y="4260"/>
                </a:lnTo>
                <a:lnTo>
                  <a:pt x="867868" y="3994"/>
                </a:lnTo>
                <a:lnTo>
                  <a:pt x="867643" y="3732"/>
                </a:lnTo>
                <a:lnTo>
                  <a:pt x="867407" y="3474"/>
                </a:lnTo>
                <a:lnTo>
                  <a:pt x="867160" y="3220"/>
                </a:lnTo>
                <a:lnTo>
                  <a:pt x="866902" y="2970"/>
                </a:lnTo>
                <a:lnTo>
                  <a:pt x="866642" y="2728"/>
                </a:lnTo>
                <a:lnTo>
                  <a:pt x="866377" y="2496"/>
                </a:lnTo>
                <a:lnTo>
                  <a:pt x="866108" y="2274"/>
                </a:lnTo>
                <a:lnTo>
                  <a:pt x="865835" y="2063"/>
                </a:lnTo>
                <a:lnTo>
                  <a:pt x="865557" y="1862"/>
                </a:lnTo>
                <a:lnTo>
                  <a:pt x="865275" y="1671"/>
                </a:lnTo>
                <a:lnTo>
                  <a:pt x="864988" y="1490"/>
                </a:lnTo>
                <a:lnTo>
                  <a:pt x="864697" y="1320"/>
                </a:lnTo>
                <a:lnTo>
                  <a:pt x="864402" y="1160"/>
                </a:lnTo>
                <a:lnTo>
                  <a:pt x="864102" y="1011"/>
                </a:lnTo>
                <a:lnTo>
                  <a:pt x="863798" y="871"/>
                </a:lnTo>
                <a:lnTo>
                  <a:pt x="863489" y="743"/>
                </a:lnTo>
                <a:lnTo>
                  <a:pt x="863176" y="624"/>
                </a:lnTo>
                <a:lnTo>
                  <a:pt x="862859" y="516"/>
                </a:lnTo>
                <a:lnTo>
                  <a:pt x="862537" y="418"/>
                </a:lnTo>
                <a:lnTo>
                  <a:pt x="862211" y="330"/>
                </a:lnTo>
                <a:lnTo>
                  <a:pt x="861881" y="253"/>
                </a:lnTo>
                <a:lnTo>
                  <a:pt x="861546" y="186"/>
                </a:lnTo>
                <a:lnTo>
                  <a:pt x="861207" y="129"/>
                </a:lnTo>
                <a:lnTo>
                  <a:pt x="860863" y="83"/>
                </a:lnTo>
                <a:lnTo>
                  <a:pt x="860515" y="46"/>
                </a:lnTo>
                <a:lnTo>
                  <a:pt x="860163" y="21"/>
                </a:lnTo>
                <a:lnTo>
                  <a:pt x="859806" y="5"/>
                </a:lnTo>
                <a:lnTo>
                  <a:pt x="859445" y="0"/>
                </a:lnTo>
                <a:lnTo>
                  <a:pt x="859083" y="5"/>
                </a:lnTo>
                <a:lnTo>
                  <a:pt x="858726" y="21"/>
                </a:lnTo>
                <a:lnTo>
                  <a:pt x="858373" y="46"/>
                </a:lnTo>
                <a:lnTo>
                  <a:pt x="858024" y="83"/>
                </a:lnTo>
                <a:lnTo>
                  <a:pt x="857680" y="129"/>
                </a:lnTo>
                <a:lnTo>
                  <a:pt x="857339" y="186"/>
                </a:lnTo>
                <a:lnTo>
                  <a:pt x="857003" y="253"/>
                </a:lnTo>
                <a:lnTo>
                  <a:pt x="856671" y="330"/>
                </a:lnTo>
                <a:lnTo>
                  <a:pt x="856343" y="418"/>
                </a:lnTo>
                <a:lnTo>
                  <a:pt x="856019" y="516"/>
                </a:lnTo>
                <a:lnTo>
                  <a:pt x="855700" y="624"/>
                </a:lnTo>
                <a:lnTo>
                  <a:pt x="855384" y="743"/>
                </a:lnTo>
                <a:lnTo>
                  <a:pt x="855073" y="871"/>
                </a:lnTo>
                <a:lnTo>
                  <a:pt x="854766" y="1011"/>
                </a:lnTo>
                <a:lnTo>
                  <a:pt x="854463" y="1160"/>
                </a:lnTo>
                <a:lnTo>
                  <a:pt x="854164" y="1320"/>
                </a:lnTo>
                <a:lnTo>
                  <a:pt x="853870" y="1490"/>
                </a:lnTo>
                <a:lnTo>
                  <a:pt x="853579" y="1671"/>
                </a:lnTo>
                <a:lnTo>
                  <a:pt x="853293" y="1862"/>
                </a:lnTo>
                <a:lnTo>
                  <a:pt x="853011" y="2063"/>
                </a:lnTo>
                <a:lnTo>
                  <a:pt x="852733" y="2274"/>
                </a:lnTo>
                <a:lnTo>
                  <a:pt x="852459" y="2496"/>
                </a:lnTo>
                <a:lnTo>
                  <a:pt x="852190" y="2728"/>
                </a:lnTo>
                <a:lnTo>
                  <a:pt x="851924" y="2970"/>
                </a:lnTo>
                <a:lnTo>
                  <a:pt x="851671" y="3220"/>
                </a:lnTo>
                <a:lnTo>
                  <a:pt x="851430" y="3474"/>
                </a:lnTo>
                <a:lnTo>
                  <a:pt x="851198" y="3732"/>
                </a:lnTo>
                <a:lnTo>
                  <a:pt x="850978" y="3994"/>
                </a:lnTo>
                <a:lnTo>
                  <a:pt x="850768" y="4260"/>
                </a:lnTo>
                <a:lnTo>
                  <a:pt x="850569" y="4530"/>
                </a:lnTo>
                <a:lnTo>
                  <a:pt x="850381" y="4805"/>
                </a:lnTo>
                <a:lnTo>
                  <a:pt x="850204" y="5084"/>
                </a:lnTo>
                <a:lnTo>
                  <a:pt x="850037" y="5367"/>
                </a:lnTo>
                <a:lnTo>
                  <a:pt x="849881" y="5654"/>
                </a:lnTo>
                <a:lnTo>
                  <a:pt x="849736" y="5945"/>
                </a:lnTo>
                <a:lnTo>
                  <a:pt x="849602" y="6241"/>
                </a:lnTo>
                <a:lnTo>
                  <a:pt x="849478" y="6540"/>
                </a:lnTo>
                <a:lnTo>
                  <a:pt x="849365" y="6844"/>
                </a:lnTo>
                <a:lnTo>
                  <a:pt x="849263" y="7152"/>
                </a:lnTo>
                <a:lnTo>
                  <a:pt x="849171" y="7464"/>
                </a:lnTo>
                <a:lnTo>
                  <a:pt x="849091" y="7781"/>
                </a:lnTo>
                <a:lnTo>
                  <a:pt x="849021" y="8101"/>
                </a:lnTo>
                <a:lnTo>
                  <a:pt x="848962" y="8426"/>
                </a:lnTo>
                <a:lnTo>
                  <a:pt x="848913" y="8755"/>
                </a:lnTo>
                <a:lnTo>
                  <a:pt x="848876" y="9088"/>
                </a:lnTo>
                <a:lnTo>
                  <a:pt x="848849" y="9425"/>
                </a:lnTo>
                <a:lnTo>
                  <a:pt x="848833" y="9766"/>
                </a:lnTo>
                <a:lnTo>
                  <a:pt x="848827" y="10112"/>
                </a:lnTo>
                <a:lnTo>
                  <a:pt x="848833" y="10457"/>
                </a:lnTo>
                <a:lnTo>
                  <a:pt x="848849" y="10799"/>
                </a:lnTo>
                <a:lnTo>
                  <a:pt x="848876" y="11136"/>
                </a:lnTo>
                <a:lnTo>
                  <a:pt x="848913" y="11469"/>
                </a:lnTo>
                <a:lnTo>
                  <a:pt x="848962" y="11798"/>
                </a:lnTo>
                <a:lnTo>
                  <a:pt x="849021" y="12122"/>
                </a:lnTo>
                <a:lnTo>
                  <a:pt x="849091" y="12443"/>
                </a:lnTo>
                <a:lnTo>
                  <a:pt x="849171" y="12759"/>
                </a:lnTo>
                <a:lnTo>
                  <a:pt x="849263" y="13071"/>
                </a:lnTo>
                <a:lnTo>
                  <a:pt x="849365" y="13379"/>
                </a:lnTo>
                <a:lnTo>
                  <a:pt x="849478" y="13683"/>
                </a:lnTo>
                <a:lnTo>
                  <a:pt x="849602" y="13983"/>
                </a:lnTo>
                <a:lnTo>
                  <a:pt x="849736" y="14278"/>
                </a:lnTo>
                <a:lnTo>
                  <a:pt x="849881" y="14569"/>
                </a:lnTo>
                <a:lnTo>
                  <a:pt x="850037" y="14856"/>
                </a:lnTo>
                <a:lnTo>
                  <a:pt x="850204" y="15139"/>
                </a:lnTo>
                <a:lnTo>
                  <a:pt x="850381" y="15418"/>
                </a:lnTo>
                <a:lnTo>
                  <a:pt x="850569" y="15693"/>
                </a:lnTo>
                <a:lnTo>
                  <a:pt x="850768" y="15963"/>
                </a:lnTo>
                <a:lnTo>
                  <a:pt x="850978" y="16230"/>
                </a:lnTo>
                <a:lnTo>
                  <a:pt x="851198" y="16492"/>
                </a:lnTo>
                <a:lnTo>
                  <a:pt x="851430" y="16750"/>
                </a:lnTo>
                <a:lnTo>
                  <a:pt x="851671" y="17003"/>
                </a:lnTo>
                <a:lnTo>
                  <a:pt x="851924" y="17253"/>
                </a:lnTo>
                <a:lnTo>
                  <a:pt x="852190" y="17495"/>
                </a:lnTo>
                <a:lnTo>
                  <a:pt x="852459" y="17727"/>
                </a:lnTo>
                <a:lnTo>
                  <a:pt x="852733" y="17949"/>
                </a:lnTo>
                <a:lnTo>
                  <a:pt x="853011" y="18161"/>
                </a:lnTo>
                <a:lnTo>
                  <a:pt x="853293" y="18362"/>
                </a:lnTo>
                <a:lnTo>
                  <a:pt x="853579" y="18553"/>
                </a:lnTo>
                <a:lnTo>
                  <a:pt x="853870" y="18733"/>
                </a:lnTo>
                <a:lnTo>
                  <a:pt x="854164" y="18903"/>
                </a:lnTo>
                <a:lnTo>
                  <a:pt x="854463" y="19063"/>
                </a:lnTo>
                <a:lnTo>
                  <a:pt x="854766" y="19213"/>
                </a:lnTo>
                <a:lnTo>
                  <a:pt x="855073" y="19352"/>
                </a:lnTo>
                <a:lnTo>
                  <a:pt x="855384" y="19481"/>
                </a:lnTo>
                <a:lnTo>
                  <a:pt x="855700" y="19599"/>
                </a:lnTo>
                <a:lnTo>
                  <a:pt x="856019" y="19708"/>
                </a:lnTo>
                <a:lnTo>
                  <a:pt x="856343" y="19806"/>
                </a:lnTo>
                <a:lnTo>
                  <a:pt x="856671" y="19893"/>
                </a:lnTo>
                <a:lnTo>
                  <a:pt x="857003" y="19971"/>
                </a:lnTo>
                <a:lnTo>
                  <a:pt x="857339" y="20038"/>
                </a:lnTo>
                <a:lnTo>
                  <a:pt x="857680" y="20094"/>
                </a:lnTo>
                <a:lnTo>
                  <a:pt x="858024" y="20141"/>
                </a:lnTo>
                <a:lnTo>
                  <a:pt x="858373" y="20177"/>
                </a:lnTo>
                <a:lnTo>
                  <a:pt x="858726" y="20203"/>
                </a:lnTo>
                <a:lnTo>
                  <a:pt x="859083" y="20218"/>
                </a:lnTo>
                <a:lnTo>
                  <a:pt x="859445" y="20223"/>
                </a:lnTo>
                <a:lnTo>
                  <a:pt x="859806" y="20218"/>
                </a:lnTo>
                <a:lnTo>
                  <a:pt x="860163" y="20203"/>
                </a:lnTo>
                <a:lnTo>
                  <a:pt x="860515" y="20177"/>
                </a:lnTo>
                <a:lnTo>
                  <a:pt x="860863" y="20141"/>
                </a:lnTo>
                <a:lnTo>
                  <a:pt x="861207" y="20094"/>
                </a:lnTo>
                <a:close/>
                <a:moveTo>
                  <a:pt x="1198138" y="36402"/>
                </a:moveTo>
                <a:lnTo>
                  <a:pt x="1198138" y="49042"/>
                </a:lnTo>
                <a:lnTo>
                  <a:pt x="1212800" y="49042"/>
                </a:lnTo>
                <a:lnTo>
                  <a:pt x="1212800" y="109712"/>
                </a:lnTo>
                <a:lnTo>
                  <a:pt x="1212807" y="110412"/>
                </a:lnTo>
                <a:lnTo>
                  <a:pt x="1212827" y="111103"/>
                </a:lnTo>
                <a:lnTo>
                  <a:pt x="1212861" y="111783"/>
                </a:lnTo>
                <a:lnTo>
                  <a:pt x="1212909" y="112454"/>
                </a:lnTo>
                <a:lnTo>
                  <a:pt x="1212970" y="113114"/>
                </a:lnTo>
                <a:lnTo>
                  <a:pt x="1213045" y="113764"/>
                </a:lnTo>
                <a:lnTo>
                  <a:pt x="1213133" y="114404"/>
                </a:lnTo>
                <a:lnTo>
                  <a:pt x="1213235" y="115034"/>
                </a:lnTo>
                <a:lnTo>
                  <a:pt x="1213351" y="115654"/>
                </a:lnTo>
                <a:lnTo>
                  <a:pt x="1213480" y="116264"/>
                </a:lnTo>
                <a:lnTo>
                  <a:pt x="1213623" y="116864"/>
                </a:lnTo>
                <a:lnTo>
                  <a:pt x="1213780" y="117453"/>
                </a:lnTo>
                <a:lnTo>
                  <a:pt x="1213950" y="118033"/>
                </a:lnTo>
                <a:lnTo>
                  <a:pt x="1214133" y="118602"/>
                </a:lnTo>
                <a:lnTo>
                  <a:pt x="1214331" y="119162"/>
                </a:lnTo>
                <a:lnTo>
                  <a:pt x="1214542" y="119711"/>
                </a:lnTo>
                <a:lnTo>
                  <a:pt x="1214766" y="120250"/>
                </a:lnTo>
                <a:lnTo>
                  <a:pt x="1215004" y="120779"/>
                </a:lnTo>
                <a:lnTo>
                  <a:pt x="1215256" y="121298"/>
                </a:lnTo>
                <a:lnTo>
                  <a:pt x="1215521" y="121807"/>
                </a:lnTo>
                <a:lnTo>
                  <a:pt x="1215800" y="122306"/>
                </a:lnTo>
                <a:lnTo>
                  <a:pt x="1216093" y="122794"/>
                </a:lnTo>
                <a:lnTo>
                  <a:pt x="1216399" y="123273"/>
                </a:lnTo>
                <a:lnTo>
                  <a:pt x="1216719" y="123742"/>
                </a:lnTo>
                <a:lnTo>
                  <a:pt x="1217054" y="124200"/>
                </a:lnTo>
                <a:lnTo>
                  <a:pt x="1217396" y="124649"/>
                </a:lnTo>
                <a:lnTo>
                  <a:pt x="1217745" y="125087"/>
                </a:lnTo>
                <a:lnTo>
                  <a:pt x="1218102" y="125516"/>
                </a:lnTo>
                <a:lnTo>
                  <a:pt x="1218465" y="125935"/>
                </a:lnTo>
                <a:lnTo>
                  <a:pt x="1218836" y="126345"/>
                </a:lnTo>
                <a:lnTo>
                  <a:pt x="1219213" y="126744"/>
                </a:lnTo>
                <a:lnTo>
                  <a:pt x="1219597" y="127133"/>
                </a:lnTo>
                <a:lnTo>
                  <a:pt x="1219989" y="127513"/>
                </a:lnTo>
                <a:lnTo>
                  <a:pt x="1220387" y="127882"/>
                </a:lnTo>
                <a:lnTo>
                  <a:pt x="1220793" y="128242"/>
                </a:lnTo>
                <a:lnTo>
                  <a:pt x="1221205" y="128592"/>
                </a:lnTo>
                <a:lnTo>
                  <a:pt x="1221625" y="128932"/>
                </a:lnTo>
                <a:lnTo>
                  <a:pt x="1222052" y="129262"/>
                </a:lnTo>
                <a:lnTo>
                  <a:pt x="1222485" y="129582"/>
                </a:lnTo>
                <a:lnTo>
                  <a:pt x="1222926" y="129893"/>
                </a:lnTo>
                <a:lnTo>
                  <a:pt x="1223373" y="130193"/>
                </a:lnTo>
                <a:lnTo>
                  <a:pt x="1223828" y="130484"/>
                </a:lnTo>
                <a:lnTo>
                  <a:pt x="1224290" y="130765"/>
                </a:lnTo>
                <a:lnTo>
                  <a:pt x="1224759" y="131036"/>
                </a:lnTo>
                <a:lnTo>
                  <a:pt x="1225234" y="131297"/>
                </a:lnTo>
                <a:lnTo>
                  <a:pt x="1225717" y="131548"/>
                </a:lnTo>
                <a:lnTo>
                  <a:pt x="1226207" y="131789"/>
                </a:lnTo>
                <a:lnTo>
                  <a:pt x="1226704" y="132020"/>
                </a:lnTo>
                <a:lnTo>
                  <a:pt x="1227210" y="132242"/>
                </a:lnTo>
                <a:lnTo>
                  <a:pt x="1227717" y="132455"/>
                </a:lnTo>
                <a:lnTo>
                  <a:pt x="1228224" y="132657"/>
                </a:lnTo>
                <a:lnTo>
                  <a:pt x="1228733" y="132851"/>
                </a:lnTo>
                <a:lnTo>
                  <a:pt x="1229243" y="133035"/>
                </a:lnTo>
                <a:lnTo>
                  <a:pt x="1229753" y="133209"/>
                </a:lnTo>
                <a:lnTo>
                  <a:pt x="1230264" y="133375"/>
                </a:lnTo>
                <a:lnTo>
                  <a:pt x="1230776" y="133530"/>
                </a:lnTo>
                <a:lnTo>
                  <a:pt x="1231289" y="133676"/>
                </a:lnTo>
                <a:lnTo>
                  <a:pt x="1231803" y="133813"/>
                </a:lnTo>
                <a:lnTo>
                  <a:pt x="1232318" y="133941"/>
                </a:lnTo>
                <a:lnTo>
                  <a:pt x="1232834" y="134059"/>
                </a:lnTo>
                <a:lnTo>
                  <a:pt x="1233350" y="134167"/>
                </a:lnTo>
                <a:lnTo>
                  <a:pt x="1233868" y="134266"/>
                </a:lnTo>
                <a:lnTo>
                  <a:pt x="1234386" y="134356"/>
                </a:lnTo>
                <a:lnTo>
                  <a:pt x="1234905" y="134436"/>
                </a:lnTo>
                <a:lnTo>
                  <a:pt x="1235425" y="134507"/>
                </a:lnTo>
                <a:lnTo>
                  <a:pt x="1235946" y="134568"/>
                </a:lnTo>
                <a:lnTo>
                  <a:pt x="1236468" y="134620"/>
                </a:lnTo>
                <a:lnTo>
                  <a:pt x="1236991" y="134663"/>
                </a:lnTo>
                <a:lnTo>
                  <a:pt x="1237515" y="134696"/>
                </a:lnTo>
                <a:lnTo>
                  <a:pt x="1238039" y="134719"/>
                </a:lnTo>
                <a:lnTo>
                  <a:pt x="1238564" y="134733"/>
                </a:lnTo>
                <a:lnTo>
                  <a:pt x="1239091" y="134738"/>
                </a:lnTo>
                <a:lnTo>
                  <a:pt x="1239436" y="134737"/>
                </a:lnTo>
                <a:lnTo>
                  <a:pt x="1239776" y="134734"/>
                </a:lnTo>
                <a:lnTo>
                  <a:pt x="1240111" y="134728"/>
                </a:lnTo>
                <a:lnTo>
                  <a:pt x="1240441" y="134720"/>
                </a:lnTo>
                <a:lnTo>
                  <a:pt x="1240765" y="134711"/>
                </a:lnTo>
                <a:lnTo>
                  <a:pt x="1241085" y="134699"/>
                </a:lnTo>
                <a:lnTo>
                  <a:pt x="1241400" y="134684"/>
                </a:lnTo>
                <a:lnTo>
                  <a:pt x="1241710" y="134668"/>
                </a:lnTo>
                <a:lnTo>
                  <a:pt x="1242014" y="134649"/>
                </a:lnTo>
                <a:lnTo>
                  <a:pt x="1242314" y="134628"/>
                </a:lnTo>
                <a:lnTo>
                  <a:pt x="1242609" y="134605"/>
                </a:lnTo>
                <a:lnTo>
                  <a:pt x="1242898" y="134580"/>
                </a:lnTo>
                <a:lnTo>
                  <a:pt x="1243183" y="134553"/>
                </a:lnTo>
                <a:lnTo>
                  <a:pt x="1243462" y="134523"/>
                </a:lnTo>
                <a:lnTo>
                  <a:pt x="1243737" y="134491"/>
                </a:lnTo>
                <a:lnTo>
                  <a:pt x="1244006" y="134457"/>
                </a:lnTo>
                <a:lnTo>
                  <a:pt x="1244270" y="134421"/>
                </a:lnTo>
                <a:lnTo>
                  <a:pt x="1244530" y="134383"/>
                </a:lnTo>
                <a:lnTo>
                  <a:pt x="1244784" y="134342"/>
                </a:lnTo>
                <a:lnTo>
                  <a:pt x="1245033" y="134299"/>
                </a:lnTo>
                <a:lnTo>
                  <a:pt x="1245277" y="134254"/>
                </a:lnTo>
                <a:lnTo>
                  <a:pt x="1245516" y="134207"/>
                </a:lnTo>
                <a:lnTo>
                  <a:pt x="1245750" y="134158"/>
                </a:lnTo>
                <a:lnTo>
                  <a:pt x="1245979" y="134106"/>
                </a:lnTo>
                <a:lnTo>
                  <a:pt x="1246203" y="134059"/>
                </a:lnTo>
                <a:lnTo>
                  <a:pt x="1246424" y="134011"/>
                </a:lnTo>
                <a:lnTo>
                  <a:pt x="1246640" y="133964"/>
                </a:lnTo>
                <a:lnTo>
                  <a:pt x="1246852" y="133916"/>
                </a:lnTo>
                <a:lnTo>
                  <a:pt x="1247059" y="133869"/>
                </a:lnTo>
                <a:lnTo>
                  <a:pt x="1247263" y="133822"/>
                </a:lnTo>
                <a:lnTo>
                  <a:pt x="1247462" y="133774"/>
                </a:lnTo>
                <a:lnTo>
                  <a:pt x="1247657" y="133727"/>
                </a:lnTo>
                <a:lnTo>
                  <a:pt x="1247848" y="133679"/>
                </a:lnTo>
                <a:lnTo>
                  <a:pt x="1248035" y="133632"/>
                </a:lnTo>
                <a:lnTo>
                  <a:pt x="1248218" y="133585"/>
                </a:lnTo>
                <a:lnTo>
                  <a:pt x="1248396" y="133537"/>
                </a:lnTo>
                <a:lnTo>
                  <a:pt x="1248571" y="133490"/>
                </a:lnTo>
                <a:lnTo>
                  <a:pt x="1248741" y="133442"/>
                </a:lnTo>
                <a:lnTo>
                  <a:pt x="1248907" y="133395"/>
                </a:lnTo>
                <a:lnTo>
                  <a:pt x="1249069" y="133348"/>
                </a:lnTo>
                <a:lnTo>
                  <a:pt x="1249226" y="133300"/>
                </a:lnTo>
                <a:lnTo>
                  <a:pt x="1249380" y="133253"/>
                </a:lnTo>
                <a:lnTo>
                  <a:pt x="1249529" y="133205"/>
                </a:lnTo>
                <a:lnTo>
                  <a:pt x="1249674" y="133158"/>
                </a:lnTo>
                <a:lnTo>
                  <a:pt x="1249815" y="133111"/>
                </a:lnTo>
                <a:lnTo>
                  <a:pt x="1249952" y="133063"/>
                </a:lnTo>
                <a:lnTo>
                  <a:pt x="1250085" y="133016"/>
                </a:lnTo>
                <a:lnTo>
                  <a:pt x="1250213" y="132968"/>
                </a:lnTo>
                <a:lnTo>
                  <a:pt x="1247180" y="119571"/>
                </a:lnTo>
                <a:lnTo>
                  <a:pt x="1247100" y="119587"/>
                </a:lnTo>
                <a:lnTo>
                  <a:pt x="1247017" y="119603"/>
                </a:lnTo>
                <a:lnTo>
                  <a:pt x="1246933" y="119620"/>
                </a:lnTo>
                <a:lnTo>
                  <a:pt x="1246846" y="119637"/>
                </a:lnTo>
                <a:lnTo>
                  <a:pt x="1246757" y="119655"/>
                </a:lnTo>
                <a:lnTo>
                  <a:pt x="1246666" y="119673"/>
                </a:lnTo>
                <a:lnTo>
                  <a:pt x="1246573" y="119692"/>
                </a:lnTo>
                <a:lnTo>
                  <a:pt x="1246478" y="119711"/>
                </a:lnTo>
                <a:lnTo>
                  <a:pt x="1246380" y="119730"/>
                </a:lnTo>
                <a:lnTo>
                  <a:pt x="1246280" y="119750"/>
                </a:lnTo>
                <a:lnTo>
                  <a:pt x="1246178" y="119771"/>
                </a:lnTo>
                <a:lnTo>
                  <a:pt x="1246074" y="119792"/>
                </a:lnTo>
                <a:lnTo>
                  <a:pt x="1245967" y="119813"/>
                </a:lnTo>
                <a:lnTo>
                  <a:pt x="1245859" y="119835"/>
                </a:lnTo>
                <a:lnTo>
                  <a:pt x="1245748" y="119857"/>
                </a:lnTo>
                <a:lnTo>
                  <a:pt x="1245635" y="119879"/>
                </a:lnTo>
                <a:lnTo>
                  <a:pt x="1245520" y="119903"/>
                </a:lnTo>
                <a:lnTo>
                  <a:pt x="1245402" y="119926"/>
                </a:lnTo>
                <a:lnTo>
                  <a:pt x="1245283" y="119950"/>
                </a:lnTo>
                <a:lnTo>
                  <a:pt x="1245161" y="119974"/>
                </a:lnTo>
                <a:lnTo>
                  <a:pt x="1245037" y="119999"/>
                </a:lnTo>
                <a:lnTo>
                  <a:pt x="1244911" y="120024"/>
                </a:lnTo>
                <a:lnTo>
                  <a:pt x="1244783" y="120050"/>
                </a:lnTo>
                <a:lnTo>
                  <a:pt x="1244652" y="120076"/>
                </a:lnTo>
                <a:lnTo>
                  <a:pt x="1244519" y="120097"/>
                </a:lnTo>
                <a:lnTo>
                  <a:pt x="1244383" y="120116"/>
                </a:lnTo>
                <a:lnTo>
                  <a:pt x="1244243" y="120135"/>
                </a:lnTo>
                <a:lnTo>
                  <a:pt x="1244101" y="120153"/>
                </a:lnTo>
                <a:lnTo>
                  <a:pt x="1243955" y="120170"/>
                </a:lnTo>
                <a:lnTo>
                  <a:pt x="1243807" y="120187"/>
                </a:lnTo>
                <a:lnTo>
                  <a:pt x="1243655" y="120202"/>
                </a:lnTo>
                <a:lnTo>
                  <a:pt x="1243500" y="120217"/>
                </a:lnTo>
                <a:lnTo>
                  <a:pt x="1243343" y="120230"/>
                </a:lnTo>
                <a:lnTo>
                  <a:pt x="1243182" y="120243"/>
                </a:lnTo>
                <a:lnTo>
                  <a:pt x="1243018" y="120255"/>
                </a:lnTo>
                <a:lnTo>
                  <a:pt x="1242851" y="120266"/>
                </a:lnTo>
                <a:lnTo>
                  <a:pt x="1242681" y="120276"/>
                </a:lnTo>
                <a:lnTo>
                  <a:pt x="1242508" y="120285"/>
                </a:lnTo>
                <a:lnTo>
                  <a:pt x="1242331" y="120293"/>
                </a:lnTo>
                <a:lnTo>
                  <a:pt x="1242152" y="120301"/>
                </a:lnTo>
                <a:lnTo>
                  <a:pt x="1241970" y="120307"/>
                </a:lnTo>
                <a:lnTo>
                  <a:pt x="1241784" y="120313"/>
                </a:lnTo>
                <a:lnTo>
                  <a:pt x="1241596" y="120318"/>
                </a:lnTo>
                <a:lnTo>
                  <a:pt x="1241404" y="120322"/>
                </a:lnTo>
                <a:lnTo>
                  <a:pt x="1241210" y="120325"/>
                </a:lnTo>
                <a:lnTo>
                  <a:pt x="1241012" y="120327"/>
                </a:lnTo>
                <a:lnTo>
                  <a:pt x="1240811" y="120328"/>
                </a:lnTo>
                <a:lnTo>
                  <a:pt x="1240607" y="120329"/>
                </a:lnTo>
                <a:lnTo>
                  <a:pt x="1240334" y="120327"/>
                </a:lnTo>
                <a:lnTo>
                  <a:pt x="1240062" y="120322"/>
                </a:lnTo>
                <a:lnTo>
                  <a:pt x="1239791" y="120313"/>
                </a:lnTo>
                <a:lnTo>
                  <a:pt x="1239521" y="120301"/>
                </a:lnTo>
                <a:lnTo>
                  <a:pt x="1239252" y="120285"/>
                </a:lnTo>
                <a:lnTo>
                  <a:pt x="1238984" y="120266"/>
                </a:lnTo>
                <a:lnTo>
                  <a:pt x="1238717" y="120243"/>
                </a:lnTo>
                <a:lnTo>
                  <a:pt x="1238452" y="120217"/>
                </a:lnTo>
                <a:lnTo>
                  <a:pt x="1238187" y="120187"/>
                </a:lnTo>
                <a:lnTo>
                  <a:pt x="1237924" y="120153"/>
                </a:lnTo>
                <a:lnTo>
                  <a:pt x="1237661" y="120116"/>
                </a:lnTo>
                <a:lnTo>
                  <a:pt x="1237400" y="120076"/>
                </a:lnTo>
                <a:lnTo>
                  <a:pt x="1237140" y="120032"/>
                </a:lnTo>
                <a:lnTo>
                  <a:pt x="1236881" y="119985"/>
                </a:lnTo>
                <a:lnTo>
                  <a:pt x="1236623" y="119934"/>
                </a:lnTo>
                <a:lnTo>
                  <a:pt x="1236366" y="119879"/>
                </a:lnTo>
                <a:lnTo>
                  <a:pt x="1236110" y="119822"/>
                </a:lnTo>
                <a:lnTo>
                  <a:pt x="1235856" y="119760"/>
                </a:lnTo>
                <a:lnTo>
                  <a:pt x="1235602" y="119695"/>
                </a:lnTo>
                <a:lnTo>
                  <a:pt x="1235350" y="119627"/>
                </a:lnTo>
                <a:lnTo>
                  <a:pt x="1235098" y="119555"/>
                </a:lnTo>
                <a:lnTo>
                  <a:pt x="1234848" y="119479"/>
                </a:lnTo>
                <a:lnTo>
                  <a:pt x="1234599" y="119400"/>
                </a:lnTo>
                <a:lnTo>
                  <a:pt x="1234351" y="119318"/>
                </a:lnTo>
                <a:lnTo>
                  <a:pt x="1234110" y="119225"/>
                </a:lnTo>
                <a:lnTo>
                  <a:pt x="1233873" y="119125"/>
                </a:lnTo>
                <a:lnTo>
                  <a:pt x="1233640" y="119018"/>
                </a:lnTo>
                <a:lnTo>
                  <a:pt x="1233410" y="118903"/>
                </a:lnTo>
                <a:lnTo>
                  <a:pt x="1233183" y="118782"/>
                </a:lnTo>
                <a:lnTo>
                  <a:pt x="1232960" y="118654"/>
                </a:lnTo>
                <a:lnTo>
                  <a:pt x="1232741" y="118519"/>
                </a:lnTo>
                <a:lnTo>
                  <a:pt x="1232525" y="118377"/>
                </a:lnTo>
                <a:lnTo>
                  <a:pt x="1232313" y="118228"/>
                </a:lnTo>
                <a:lnTo>
                  <a:pt x="1232104" y="118071"/>
                </a:lnTo>
                <a:lnTo>
                  <a:pt x="1231898" y="117908"/>
                </a:lnTo>
                <a:lnTo>
                  <a:pt x="1231696" y="117738"/>
                </a:lnTo>
                <a:lnTo>
                  <a:pt x="1231498" y="117560"/>
                </a:lnTo>
                <a:lnTo>
                  <a:pt x="1231303" y="117376"/>
                </a:lnTo>
                <a:lnTo>
                  <a:pt x="1231112" y="117185"/>
                </a:lnTo>
                <a:lnTo>
                  <a:pt x="1230924" y="116986"/>
                </a:lnTo>
                <a:lnTo>
                  <a:pt x="1230740" y="116781"/>
                </a:lnTo>
                <a:lnTo>
                  <a:pt x="1230559" y="116569"/>
                </a:lnTo>
                <a:lnTo>
                  <a:pt x="1230382" y="116349"/>
                </a:lnTo>
                <a:lnTo>
                  <a:pt x="1230208" y="116123"/>
                </a:lnTo>
                <a:lnTo>
                  <a:pt x="1230037" y="115889"/>
                </a:lnTo>
                <a:lnTo>
                  <a:pt x="1229871" y="115649"/>
                </a:lnTo>
                <a:lnTo>
                  <a:pt x="1229707" y="115401"/>
                </a:lnTo>
                <a:lnTo>
                  <a:pt x="1229548" y="115147"/>
                </a:lnTo>
                <a:lnTo>
                  <a:pt x="1229398" y="114878"/>
                </a:lnTo>
                <a:lnTo>
                  <a:pt x="1229255" y="114598"/>
                </a:lnTo>
                <a:lnTo>
                  <a:pt x="1229118" y="114307"/>
                </a:lnTo>
                <a:lnTo>
                  <a:pt x="1228988" y="114006"/>
                </a:lnTo>
                <a:lnTo>
                  <a:pt x="1228864" y="113693"/>
                </a:lnTo>
                <a:lnTo>
                  <a:pt x="1228746" y="113369"/>
                </a:lnTo>
                <a:lnTo>
                  <a:pt x="1228634" y="113035"/>
                </a:lnTo>
                <a:lnTo>
                  <a:pt x="1228529" y="112689"/>
                </a:lnTo>
                <a:lnTo>
                  <a:pt x="1228431" y="112332"/>
                </a:lnTo>
                <a:lnTo>
                  <a:pt x="1228339" y="111965"/>
                </a:lnTo>
                <a:lnTo>
                  <a:pt x="1228253" y="111586"/>
                </a:lnTo>
                <a:lnTo>
                  <a:pt x="1228173" y="111197"/>
                </a:lnTo>
                <a:lnTo>
                  <a:pt x="1228100" y="110796"/>
                </a:lnTo>
                <a:lnTo>
                  <a:pt x="1228033" y="110385"/>
                </a:lnTo>
                <a:lnTo>
                  <a:pt x="1227973" y="109962"/>
                </a:lnTo>
                <a:lnTo>
                  <a:pt x="1227919" y="109529"/>
                </a:lnTo>
                <a:lnTo>
                  <a:pt x="1227871" y="109085"/>
                </a:lnTo>
                <a:lnTo>
                  <a:pt x="1227829" y="108629"/>
                </a:lnTo>
                <a:lnTo>
                  <a:pt x="1227794" y="108163"/>
                </a:lnTo>
                <a:lnTo>
                  <a:pt x="1227766" y="107686"/>
                </a:lnTo>
                <a:lnTo>
                  <a:pt x="1227744" y="107198"/>
                </a:lnTo>
                <a:lnTo>
                  <a:pt x="1227728" y="106698"/>
                </a:lnTo>
                <a:lnTo>
                  <a:pt x="1227718" y="106188"/>
                </a:lnTo>
                <a:lnTo>
                  <a:pt x="1227715" y="105667"/>
                </a:lnTo>
                <a:lnTo>
                  <a:pt x="1227715" y="49042"/>
                </a:lnTo>
                <a:lnTo>
                  <a:pt x="1248444" y="49042"/>
                </a:lnTo>
                <a:lnTo>
                  <a:pt x="1248444" y="36402"/>
                </a:lnTo>
                <a:lnTo>
                  <a:pt x="1227715" y="36402"/>
                </a:lnTo>
                <a:lnTo>
                  <a:pt x="1227715" y="13145"/>
                </a:lnTo>
                <a:lnTo>
                  <a:pt x="1212800" y="13145"/>
                </a:lnTo>
                <a:lnTo>
                  <a:pt x="1212800" y="36402"/>
                </a:lnTo>
                <a:lnTo>
                  <a:pt x="1198138" y="36402"/>
                </a:lnTo>
                <a:close/>
                <a:moveTo>
                  <a:pt x="273168" y="133137"/>
                </a:moveTo>
                <a:lnTo>
                  <a:pt x="274698" y="132988"/>
                </a:lnTo>
                <a:lnTo>
                  <a:pt x="276207" y="132813"/>
                </a:lnTo>
                <a:lnTo>
                  <a:pt x="277695" y="132610"/>
                </a:lnTo>
                <a:lnTo>
                  <a:pt x="279163" y="132381"/>
                </a:lnTo>
                <a:lnTo>
                  <a:pt x="280610" y="132125"/>
                </a:lnTo>
                <a:lnTo>
                  <a:pt x="282037" y="131841"/>
                </a:lnTo>
                <a:lnTo>
                  <a:pt x="283443" y="131531"/>
                </a:lnTo>
                <a:lnTo>
                  <a:pt x="284828" y="131193"/>
                </a:lnTo>
                <a:lnTo>
                  <a:pt x="286193" y="130829"/>
                </a:lnTo>
                <a:lnTo>
                  <a:pt x="287537" y="130438"/>
                </a:lnTo>
                <a:lnTo>
                  <a:pt x="288860" y="130019"/>
                </a:lnTo>
                <a:lnTo>
                  <a:pt x="290163" y="129574"/>
                </a:lnTo>
                <a:lnTo>
                  <a:pt x="291445" y="129102"/>
                </a:lnTo>
                <a:lnTo>
                  <a:pt x="292707" y="128602"/>
                </a:lnTo>
                <a:lnTo>
                  <a:pt x="293948" y="128076"/>
                </a:lnTo>
                <a:lnTo>
                  <a:pt x="295168" y="127523"/>
                </a:lnTo>
                <a:lnTo>
                  <a:pt x="296368" y="126942"/>
                </a:lnTo>
                <a:lnTo>
                  <a:pt x="297547" y="126335"/>
                </a:lnTo>
                <a:lnTo>
                  <a:pt x="298705" y="125701"/>
                </a:lnTo>
                <a:lnTo>
                  <a:pt x="299842" y="125036"/>
                </a:lnTo>
                <a:lnTo>
                  <a:pt x="300956" y="124348"/>
                </a:lnTo>
                <a:lnTo>
                  <a:pt x="302047" y="123637"/>
                </a:lnTo>
                <a:lnTo>
                  <a:pt x="303115" y="122902"/>
                </a:lnTo>
                <a:lnTo>
                  <a:pt x="304160" y="122145"/>
                </a:lnTo>
                <a:lnTo>
                  <a:pt x="305183" y="121364"/>
                </a:lnTo>
                <a:lnTo>
                  <a:pt x="306183" y="120560"/>
                </a:lnTo>
                <a:lnTo>
                  <a:pt x="307160" y="119732"/>
                </a:lnTo>
                <a:lnTo>
                  <a:pt x="308114" y="118881"/>
                </a:lnTo>
                <a:lnTo>
                  <a:pt x="309045" y="118007"/>
                </a:lnTo>
                <a:lnTo>
                  <a:pt x="309953" y="117110"/>
                </a:lnTo>
                <a:lnTo>
                  <a:pt x="310839" y="116189"/>
                </a:lnTo>
                <a:lnTo>
                  <a:pt x="311702" y="115246"/>
                </a:lnTo>
                <a:lnTo>
                  <a:pt x="312542" y="114279"/>
                </a:lnTo>
                <a:lnTo>
                  <a:pt x="313359" y="113288"/>
                </a:lnTo>
                <a:lnTo>
                  <a:pt x="314153" y="112275"/>
                </a:lnTo>
                <a:lnTo>
                  <a:pt x="314925" y="111238"/>
                </a:lnTo>
                <a:lnTo>
                  <a:pt x="315674" y="110178"/>
                </a:lnTo>
                <a:lnTo>
                  <a:pt x="316400" y="109094"/>
                </a:lnTo>
                <a:lnTo>
                  <a:pt x="317103" y="107988"/>
                </a:lnTo>
                <a:lnTo>
                  <a:pt x="317783" y="106858"/>
                </a:lnTo>
                <a:lnTo>
                  <a:pt x="318440" y="105705"/>
                </a:lnTo>
                <a:lnTo>
                  <a:pt x="319075" y="104528"/>
                </a:lnTo>
                <a:lnTo>
                  <a:pt x="319687" y="103329"/>
                </a:lnTo>
                <a:lnTo>
                  <a:pt x="320275" y="102102"/>
                </a:lnTo>
                <a:lnTo>
                  <a:pt x="320838" y="100856"/>
                </a:lnTo>
                <a:lnTo>
                  <a:pt x="321375" y="99591"/>
                </a:lnTo>
                <a:lnTo>
                  <a:pt x="321888" y="98306"/>
                </a:lnTo>
                <a:lnTo>
                  <a:pt x="322376" y="97002"/>
                </a:lnTo>
                <a:lnTo>
                  <a:pt x="322839" y="95678"/>
                </a:lnTo>
                <a:lnTo>
                  <a:pt x="323277" y="94334"/>
                </a:lnTo>
                <a:lnTo>
                  <a:pt x="323689" y="92971"/>
                </a:lnTo>
                <a:lnTo>
                  <a:pt x="324077" y="91589"/>
                </a:lnTo>
                <a:lnTo>
                  <a:pt x="324440" y="90187"/>
                </a:lnTo>
                <a:lnTo>
                  <a:pt x="324778" y="88765"/>
                </a:lnTo>
                <a:lnTo>
                  <a:pt x="325090" y="87324"/>
                </a:lnTo>
                <a:lnTo>
                  <a:pt x="325378" y="85863"/>
                </a:lnTo>
                <a:lnTo>
                  <a:pt x="325641" y="84383"/>
                </a:lnTo>
                <a:lnTo>
                  <a:pt x="325878" y="82883"/>
                </a:lnTo>
                <a:lnTo>
                  <a:pt x="326091" y="81364"/>
                </a:lnTo>
                <a:lnTo>
                  <a:pt x="326279" y="79825"/>
                </a:lnTo>
                <a:lnTo>
                  <a:pt x="326441" y="78267"/>
                </a:lnTo>
                <a:lnTo>
                  <a:pt x="326579" y="76689"/>
                </a:lnTo>
                <a:lnTo>
                  <a:pt x="326691" y="75091"/>
                </a:lnTo>
                <a:lnTo>
                  <a:pt x="326779" y="73475"/>
                </a:lnTo>
                <a:lnTo>
                  <a:pt x="326841" y="71838"/>
                </a:lnTo>
                <a:lnTo>
                  <a:pt x="326879" y="70182"/>
                </a:lnTo>
                <a:lnTo>
                  <a:pt x="326891" y="68507"/>
                </a:lnTo>
                <a:lnTo>
                  <a:pt x="326879" y="66842"/>
                </a:lnTo>
                <a:lnTo>
                  <a:pt x="326842" y="65197"/>
                </a:lnTo>
                <a:lnTo>
                  <a:pt x="326780" y="63571"/>
                </a:lnTo>
                <a:lnTo>
                  <a:pt x="326693" y="61966"/>
                </a:lnTo>
                <a:lnTo>
                  <a:pt x="326581" y="60380"/>
                </a:lnTo>
                <a:lnTo>
                  <a:pt x="326445" y="58814"/>
                </a:lnTo>
                <a:lnTo>
                  <a:pt x="326284" y="57267"/>
                </a:lnTo>
                <a:lnTo>
                  <a:pt x="326098" y="55741"/>
                </a:lnTo>
                <a:lnTo>
                  <a:pt x="325887" y="54234"/>
                </a:lnTo>
                <a:lnTo>
                  <a:pt x="325652" y="52747"/>
                </a:lnTo>
                <a:lnTo>
                  <a:pt x="325391" y="51279"/>
                </a:lnTo>
                <a:lnTo>
                  <a:pt x="325106" y="49832"/>
                </a:lnTo>
                <a:lnTo>
                  <a:pt x="324796" y="48404"/>
                </a:lnTo>
                <a:lnTo>
                  <a:pt x="324461" y="46996"/>
                </a:lnTo>
                <a:lnTo>
                  <a:pt x="324102" y="45607"/>
                </a:lnTo>
                <a:lnTo>
                  <a:pt x="323717" y="44239"/>
                </a:lnTo>
                <a:lnTo>
                  <a:pt x="323308" y="42890"/>
                </a:lnTo>
                <a:lnTo>
                  <a:pt x="322874" y="41561"/>
                </a:lnTo>
                <a:lnTo>
                  <a:pt x="322416" y="40251"/>
                </a:lnTo>
                <a:lnTo>
                  <a:pt x="321932" y="38962"/>
                </a:lnTo>
                <a:lnTo>
                  <a:pt x="321424" y="37692"/>
                </a:lnTo>
                <a:lnTo>
                  <a:pt x="320891" y="36442"/>
                </a:lnTo>
                <a:lnTo>
                  <a:pt x="320333" y="35211"/>
                </a:lnTo>
                <a:lnTo>
                  <a:pt x="319750" y="34000"/>
                </a:lnTo>
                <a:lnTo>
                  <a:pt x="319144" y="32806"/>
                </a:lnTo>
                <a:lnTo>
                  <a:pt x="318516" y="31635"/>
                </a:lnTo>
                <a:lnTo>
                  <a:pt x="317867" y="30488"/>
                </a:lnTo>
                <a:lnTo>
                  <a:pt x="317196" y="29364"/>
                </a:lnTo>
                <a:lnTo>
                  <a:pt x="316503" y="28264"/>
                </a:lnTo>
                <a:lnTo>
                  <a:pt x="315788" y="27187"/>
                </a:lnTo>
                <a:lnTo>
                  <a:pt x="315052" y="26134"/>
                </a:lnTo>
                <a:lnTo>
                  <a:pt x="314294" y="25104"/>
                </a:lnTo>
                <a:lnTo>
                  <a:pt x="313514" y="24097"/>
                </a:lnTo>
                <a:lnTo>
                  <a:pt x="312713" y="23114"/>
                </a:lnTo>
                <a:lnTo>
                  <a:pt x="311889" y="22155"/>
                </a:lnTo>
                <a:lnTo>
                  <a:pt x="311044" y="21219"/>
                </a:lnTo>
                <a:lnTo>
                  <a:pt x="310178" y="20306"/>
                </a:lnTo>
                <a:lnTo>
                  <a:pt x="309289" y="19417"/>
                </a:lnTo>
                <a:lnTo>
                  <a:pt x="308379" y="18552"/>
                </a:lnTo>
                <a:lnTo>
                  <a:pt x="307447" y="17709"/>
                </a:lnTo>
                <a:lnTo>
                  <a:pt x="306494" y="16891"/>
                </a:lnTo>
                <a:lnTo>
                  <a:pt x="305519" y="16096"/>
                </a:lnTo>
                <a:lnTo>
                  <a:pt x="304522" y="15324"/>
                </a:lnTo>
                <a:lnTo>
                  <a:pt x="303503" y="14576"/>
                </a:lnTo>
                <a:lnTo>
                  <a:pt x="302462" y="13851"/>
                </a:lnTo>
                <a:lnTo>
                  <a:pt x="301400" y="13150"/>
                </a:lnTo>
                <a:lnTo>
                  <a:pt x="300316" y="12472"/>
                </a:lnTo>
                <a:lnTo>
                  <a:pt x="299211" y="11818"/>
                </a:lnTo>
                <a:lnTo>
                  <a:pt x="298085" y="11184"/>
                </a:lnTo>
                <a:lnTo>
                  <a:pt x="296940" y="10576"/>
                </a:lnTo>
                <a:lnTo>
                  <a:pt x="295776" y="9996"/>
                </a:lnTo>
                <a:lnTo>
                  <a:pt x="294594" y="9443"/>
                </a:lnTo>
                <a:lnTo>
                  <a:pt x="293392" y="8916"/>
                </a:lnTo>
                <a:lnTo>
                  <a:pt x="292172" y="8417"/>
                </a:lnTo>
                <a:lnTo>
                  <a:pt x="290933" y="7945"/>
                </a:lnTo>
                <a:lnTo>
                  <a:pt x="289675" y="7499"/>
                </a:lnTo>
                <a:lnTo>
                  <a:pt x="288398" y="7081"/>
                </a:lnTo>
                <a:lnTo>
                  <a:pt x="287102" y="6690"/>
                </a:lnTo>
                <a:lnTo>
                  <a:pt x="285787" y="6325"/>
                </a:lnTo>
                <a:lnTo>
                  <a:pt x="284454" y="5988"/>
                </a:lnTo>
                <a:lnTo>
                  <a:pt x="283102" y="5678"/>
                </a:lnTo>
                <a:lnTo>
                  <a:pt x="281730" y="5394"/>
                </a:lnTo>
                <a:lnTo>
                  <a:pt x="280340" y="5138"/>
                </a:lnTo>
                <a:lnTo>
                  <a:pt x="278931" y="4908"/>
                </a:lnTo>
                <a:lnTo>
                  <a:pt x="277503" y="4706"/>
                </a:lnTo>
                <a:lnTo>
                  <a:pt x="276057" y="4530"/>
                </a:lnTo>
                <a:lnTo>
                  <a:pt x="274591" y="4382"/>
                </a:lnTo>
                <a:lnTo>
                  <a:pt x="273106" y="4261"/>
                </a:lnTo>
                <a:lnTo>
                  <a:pt x="271603" y="4166"/>
                </a:lnTo>
                <a:lnTo>
                  <a:pt x="270081" y="4099"/>
                </a:lnTo>
                <a:lnTo>
                  <a:pt x="268540" y="4058"/>
                </a:lnTo>
                <a:lnTo>
                  <a:pt x="266980" y="4045"/>
                </a:lnTo>
                <a:lnTo>
                  <a:pt x="225269" y="4045"/>
                </a:lnTo>
                <a:lnTo>
                  <a:pt x="225269" y="133474"/>
                </a:lnTo>
                <a:lnTo>
                  <a:pt x="265210" y="133474"/>
                </a:lnTo>
                <a:lnTo>
                  <a:pt x="266843" y="133461"/>
                </a:lnTo>
                <a:lnTo>
                  <a:pt x="268455" y="133420"/>
                </a:lnTo>
                <a:lnTo>
                  <a:pt x="270047" y="133353"/>
                </a:lnTo>
                <a:lnTo>
                  <a:pt x="271618" y="133258"/>
                </a:lnTo>
                <a:lnTo>
                  <a:pt x="273168" y="133137"/>
                </a:lnTo>
                <a:close/>
                <a:moveTo>
                  <a:pt x="269682" y="18044"/>
                </a:moveTo>
                <a:lnTo>
                  <a:pt x="270886" y="18118"/>
                </a:lnTo>
                <a:lnTo>
                  <a:pt x="272072" y="18214"/>
                </a:lnTo>
                <a:lnTo>
                  <a:pt x="273240" y="18331"/>
                </a:lnTo>
                <a:lnTo>
                  <a:pt x="274392" y="18470"/>
                </a:lnTo>
                <a:lnTo>
                  <a:pt x="275525" y="18629"/>
                </a:lnTo>
                <a:lnTo>
                  <a:pt x="276642" y="18810"/>
                </a:lnTo>
                <a:lnTo>
                  <a:pt x="277741" y="19012"/>
                </a:lnTo>
                <a:lnTo>
                  <a:pt x="278823" y="19236"/>
                </a:lnTo>
                <a:lnTo>
                  <a:pt x="279888" y="19481"/>
                </a:lnTo>
                <a:lnTo>
                  <a:pt x="280935" y="19747"/>
                </a:lnTo>
                <a:lnTo>
                  <a:pt x="281965" y="20034"/>
                </a:lnTo>
                <a:lnTo>
                  <a:pt x="282978" y="20343"/>
                </a:lnTo>
                <a:lnTo>
                  <a:pt x="283973" y="20673"/>
                </a:lnTo>
                <a:lnTo>
                  <a:pt x="284951" y="21024"/>
                </a:lnTo>
                <a:lnTo>
                  <a:pt x="285911" y="21396"/>
                </a:lnTo>
                <a:lnTo>
                  <a:pt x="286855" y="21790"/>
                </a:lnTo>
                <a:lnTo>
                  <a:pt x="287781" y="22205"/>
                </a:lnTo>
                <a:lnTo>
                  <a:pt x="288689" y="22642"/>
                </a:lnTo>
                <a:lnTo>
                  <a:pt x="289580" y="23099"/>
                </a:lnTo>
                <a:lnTo>
                  <a:pt x="290454" y="23578"/>
                </a:lnTo>
                <a:lnTo>
                  <a:pt x="291311" y="24078"/>
                </a:lnTo>
                <a:lnTo>
                  <a:pt x="292150" y="24593"/>
                </a:lnTo>
                <a:lnTo>
                  <a:pt x="292972" y="25126"/>
                </a:lnTo>
                <a:lnTo>
                  <a:pt x="293776" y="25678"/>
                </a:lnTo>
                <a:lnTo>
                  <a:pt x="294562" y="26248"/>
                </a:lnTo>
                <a:lnTo>
                  <a:pt x="295331" y="26837"/>
                </a:lnTo>
                <a:lnTo>
                  <a:pt x="296082" y="27444"/>
                </a:lnTo>
                <a:lnTo>
                  <a:pt x="296816" y="28069"/>
                </a:lnTo>
                <a:lnTo>
                  <a:pt x="297532" y="28713"/>
                </a:lnTo>
                <a:lnTo>
                  <a:pt x="298231" y="29375"/>
                </a:lnTo>
                <a:lnTo>
                  <a:pt x="298912" y="30056"/>
                </a:lnTo>
                <a:lnTo>
                  <a:pt x="299576" y="30755"/>
                </a:lnTo>
                <a:lnTo>
                  <a:pt x="300222" y="31473"/>
                </a:lnTo>
                <a:lnTo>
                  <a:pt x="300850" y="32209"/>
                </a:lnTo>
                <a:lnTo>
                  <a:pt x="301461" y="32963"/>
                </a:lnTo>
                <a:lnTo>
                  <a:pt x="302055" y="33736"/>
                </a:lnTo>
                <a:lnTo>
                  <a:pt x="302630" y="34527"/>
                </a:lnTo>
                <a:lnTo>
                  <a:pt x="303189" y="35337"/>
                </a:lnTo>
                <a:lnTo>
                  <a:pt x="303729" y="36165"/>
                </a:lnTo>
                <a:lnTo>
                  <a:pt x="304252" y="37012"/>
                </a:lnTo>
                <a:lnTo>
                  <a:pt x="304758" y="37877"/>
                </a:lnTo>
                <a:lnTo>
                  <a:pt x="305246" y="38760"/>
                </a:lnTo>
                <a:lnTo>
                  <a:pt x="305717" y="39662"/>
                </a:lnTo>
                <a:lnTo>
                  <a:pt x="306169" y="40582"/>
                </a:lnTo>
                <a:lnTo>
                  <a:pt x="306605" y="41521"/>
                </a:lnTo>
                <a:lnTo>
                  <a:pt x="307023" y="42471"/>
                </a:lnTo>
                <a:lnTo>
                  <a:pt x="307422" y="43437"/>
                </a:lnTo>
                <a:lnTo>
                  <a:pt x="307805" y="44417"/>
                </a:lnTo>
                <a:lnTo>
                  <a:pt x="308169" y="45413"/>
                </a:lnTo>
                <a:lnTo>
                  <a:pt x="308516" y="46424"/>
                </a:lnTo>
                <a:lnTo>
                  <a:pt x="308844" y="47450"/>
                </a:lnTo>
                <a:lnTo>
                  <a:pt x="309155" y="48491"/>
                </a:lnTo>
                <a:lnTo>
                  <a:pt x="309449" y="49547"/>
                </a:lnTo>
                <a:lnTo>
                  <a:pt x="309724" y="50619"/>
                </a:lnTo>
                <a:lnTo>
                  <a:pt x="309982" y="51705"/>
                </a:lnTo>
                <a:lnTo>
                  <a:pt x="310222" y="52807"/>
                </a:lnTo>
                <a:lnTo>
                  <a:pt x="310444" y="53924"/>
                </a:lnTo>
                <a:lnTo>
                  <a:pt x="310649" y="55056"/>
                </a:lnTo>
                <a:lnTo>
                  <a:pt x="310835" y="56203"/>
                </a:lnTo>
                <a:lnTo>
                  <a:pt x="311004" y="57365"/>
                </a:lnTo>
                <a:lnTo>
                  <a:pt x="311155" y="58542"/>
                </a:lnTo>
                <a:lnTo>
                  <a:pt x="311288" y="59735"/>
                </a:lnTo>
                <a:lnTo>
                  <a:pt x="311404" y="60943"/>
                </a:lnTo>
                <a:lnTo>
                  <a:pt x="311502" y="62165"/>
                </a:lnTo>
                <a:lnTo>
                  <a:pt x="311582" y="63403"/>
                </a:lnTo>
                <a:lnTo>
                  <a:pt x="311644" y="64656"/>
                </a:lnTo>
                <a:lnTo>
                  <a:pt x="311688" y="65925"/>
                </a:lnTo>
                <a:lnTo>
                  <a:pt x="311715" y="67208"/>
                </a:lnTo>
                <a:lnTo>
                  <a:pt x="311724" y="68507"/>
                </a:lnTo>
                <a:lnTo>
                  <a:pt x="311715" y="69816"/>
                </a:lnTo>
                <a:lnTo>
                  <a:pt x="311688" y="71110"/>
                </a:lnTo>
                <a:lnTo>
                  <a:pt x="311643" y="72388"/>
                </a:lnTo>
                <a:lnTo>
                  <a:pt x="311580" y="73652"/>
                </a:lnTo>
                <a:lnTo>
                  <a:pt x="311499" y="74900"/>
                </a:lnTo>
                <a:lnTo>
                  <a:pt x="311400" y="76134"/>
                </a:lnTo>
                <a:lnTo>
                  <a:pt x="311283" y="77352"/>
                </a:lnTo>
                <a:lnTo>
                  <a:pt x="311148" y="78555"/>
                </a:lnTo>
                <a:lnTo>
                  <a:pt x="310995" y="79743"/>
                </a:lnTo>
                <a:lnTo>
                  <a:pt x="310824" y="80916"/>
                </a:lnTo>
                <a:lnTo>
                  <a:pt x="310635" y="82073"/>
                </a:lnTo>
                <a:lnTo>
                  <a:pt x="310428" y="83216"/>
                </a:lnTo>
                <a:lnTo>
                  <a:pt x="310203" y="84343"/>
                </a:lnTo>
                <a:lnTo>
                  <a:pt x="309960" y="85455"/>
                </a:lnTo>
                <a:lnTo>
                  <a:pt x="309700" y="86553"/>
                </a:lnTo>
                <a:lnTo>
                  <a:pt x="309421" y="87634"/>
                </a:lnTo>
                <a:lnTo>
                  <a:pt x="309124" y="88701"/>
                </a:lnTo>
                <a:lnTo>
                  <a:pt x="308809" y="89753"/>
                </a:lnTo>
                <a:lnTo>
                  <a:pt x="308476" y="90789"/>
                </a:lnTo>
                <a:lnTo>
                  <a:pt x="308125" y="91811"/>
                </a:lnTo>
                <a:lnTo>
                  <a:pt x="307756" y="92817"/>
                </a:lnTo>
                <a:lnTo>
                  <a:pt x="307369" y="93808"/>
                </a:lnTo>
                <a:lnTo>
                  <a:pt x="306964" y="94784"/>
                </a:lnTo>
                <a:lnTo>
                  <a:pt x="306542" y="95745"/>
                </a:lnTo>
                <a:lnTo>
                  <a:pt x="306100" y="96689"/>
                </a:lnTo>
                <a:lnTo>
                  <a:pt x="305641" y="97615"/>
                </a:lnTo>
                <a:lnTo>
                  <a:pt x="305162" y="98523"/>
                </a:lnTo>
                <a:lnTo>
                  <a:pt x="304665" y="99412"/>
                </a:lnTo>
                <a:lnTo>
                  <a:pt x="304149" y="100283"/>
                </a:lnTo>
                <a:lnTo>
                  <a:pt x="303615" y="101136"/>
                </a:lnTo>
                <a:lnTo>
                  <a:pt x="303062" y="101971"/>
                </a:lnTo>
                <a:lnTo>
                  <a:pt x="302490" y="102788"/>
                </a:lnTo>
                <a:lnTo>
                  <a:pt x="301900" y="103586"/>
                </a:lnTo>
                <a:lnTo>
                  <a:pt x="301291" y="104367"/>
                </a:lnTo>
                <a:lnTo>
                  <a:pt x="300663" y="105129"/>
                </a:lnTo>
                <a:lnTo>
                  <a:pt x="300016" y="105872"/>
                </a:lnTo>
                <a:lnTo>
                  <a:pt x="299351" y="106598"/>
                </a:lnTo>
                <a:lnTo>
                  <a:pt x="298668" y="107305"/>
                </a:lnTo>
                <a:lnTo>
                  <a:pt x="297965" y="107994"/>
                </a:lnTo>
                <a:lnTo>
                  <a:pt x="297245" y="108665"/>
                </a:lnTo>
                <a:lnTo>
                  <a:pt x="296505" y="109318"/>
                </a:lnTo>
                <a:lnTo>
                  <a:pt x="295747" y="109953"/>
                </a:lnTo>
                <a:lnTo>
                  <a:pt x="294970" y="110569"/>
                </a:lnTo>
                <a:lnTo>
                  <a:pt x="294174" y="111167"/>
                </a:lnTo>
                <a:lnTo>
                  <a:pt x="293360" y="111747"/>
                </a:lnTo>
                <a:lnTo>
                  <a:pt x="292527" y="112308"/>
                </a:lnTo>
                <a:lnTo>
                  <a:pt x="291676" y="112852"/>
                </a:lnTo>
                <a:lnTo>
                  <a:pt x="290805" y="113377"/>
                </a:lnTo>
                <a:lnTo>
                  <a:pt x="289916" y="113882"/>
                </a:lnTo>
                <a:lnTo>
                  <a:pt x="289008" y="114366"/>
                </a:lnTo>
                <a:lnTo>
                  <a:pt x="288081" y="114829"/>
                </a:lnTo>
                <a:lnTo>
                  <a:pt x="287135" y="115270"/>
                </a:lnTo>
                <a:lnTo>
                  <a:pt x="286169" y="115689"/>
                </a:lnTo>
                <a:lnTo>
                  <a:pt x="285185" y="116087"/>
                </a:lnTo>
                <a:lnTo>
                  <a:pt x="284181" y="116463"/>
                </a:lnTo>
                <a:lnTo>
                  <a:pt x="283158" y="116818"/>
                </a:lnTo>
                <a:lnTo>
                  <a:pt x="282117" y="117151"/>
                </a:lnTo>
                <a:lnTo>
                  <a:pt x="281056" y="117463"/>
                </a:lnTo>
                <a:lnTo>
                  <a:pt x="279976" y="117753"/>
                </a:lnTo>
                <a:lnTo>
                  <a:pt x="278877" y="118022"/>
                </a:lnTo>
                <a:lnTo>
                  <a:pt x="277759" y="118269"/>
                </a:lnTo>
                <a:lnTo>
                  <a:pt x="276621" y="118495"/>
                </a:lnTo>
                <a:lnTo>
                  <a:pt x="275465" y="118700"/>
                </a:lnTo>
                <a:lnTo>
                  <a:pt x="274290" y="118882"/>
                </a:lnTo>
                <a:lnTo>
                  <a:pt x="273095" y="119044"/>
                </a:lnTo>
                <a:lnTo>
                  <a:pt x="271882" y="119183"/>
                </a:lnTo>
                <a:lnTo>
                  <a:pt x="270649" y="119302"/>
                </a:lnTo>
                <a:lnTo>
                  <a:pt x="269397" y="119398"/>
                </a:lnTo>
                <a:lnTo>
                  <a:pt x="268126" y="119474"/>
                </a:lnTo>
                <a:lnTo>
                  <a:pt x="266836" y="119528"/>
                </a:lnTo>
                <a:lnTo>
                  <a:pt x="265527" y="119560"/>
                </a:lnTo>
                <a:lnTo>
                  <a:pt x="264199" y="119571"/>
                </a:lnTo>
                <a:lnTo>
                  <a:pt x="240942" y="119571"/>
                </a:lnTo>
                <a:lnTo>
                  <a:pt x="240942" y="17948"/>
                </a:lnTo>
                <a:lnTo>
                  <a:pt x="265969" y="17948"/>
                </a:lnTo>
                <a:lnTo>
                  <a:pt x="267224" y="17959"/>
                </a:lnTo>
                <a:lnTo>
                  <a:pt x="268462" y="17991"/>
                </a:lnTo>
                <a:lnTo>
                  <a:pt x="269682" y="18044"/>
                </a:lnTo>
                <a:close/>
                <a:moveTo>
                  <a:pt x="32135" y="119011"/>
                </a:moveTo>
                <a:lnTo>
                  <a:pt x="32284" y="119245"/>
                </a:lnTo>
                <a:lnTo>
                  <a:pt x="32438" y="119483"/>
                </a:lnTo>
                <a:lnTo>
                  <a:pt x="32597" y="119726"/>
                </a:lnTo>
                <a:lnTo>
                  <a:pt x="32760" y="119973"/>
                </a:lnTo>
                <a:lnTo>
                  <a:pt x="32929" y="120226"/>
                </a:lnTo>
                <a:lnTo>
                  <a:pt x="33102" y="120483"/>
                </a:lnTo>
                <a:lnTo>
                  <a:pt x="33280" y="120746"/>
                </a:lnTo>
                <a:lnTo>
                  <a:pt x="33462" y="121013"/>
                </a:lnTo>
                <a:lnTo>
                  <a:pt x="33650" y="121285"/>
                </a:lnTo>
                <a:lnTo>
                  <a:pt x="33843" y="121561"/>
                </a:lnTo>
                <a:lnTo>
                  <a:pt x="34040" y="121843"/>
                </a:lnTo>
                <a:lnTo>
                  <a:pt x="34242" y="122129"/>
                </a:lnTo>
                <a:lnTo>
                  <a:pt x="34449" y="122420"/>
                </a:lnTo>
                <a:lnTo>
                  <a:pt x="34661" y="122716"/>
                </a:lnTo>
                <a:lnTo>
                  <a:pt x="34877" y="123017"/>
                </a:lnTo>
                <a:lnTo>
                  <a:pt x="35099" y="123323"/>
                </a:lnTo>
                <a:lnTo>
                  <a:pt x="35325" y="123633"/>
                </a:lnTo>
                <a:lnTo>
                  <a:pt x="35556" y="123949"/>
                </a:lnTo>
                <a:lnTo>
                  <a:pt x="35792" y="124269"/>
                </a:lnTo>
                <a:lnTo>
                  <a:pt x="36032" y="124594"/>
                </a:lnTo>
                <a:lnTo>
                  <a:pt x="36278" y="124924"/>
                </a:lnTo>
                <a:lnTo>
                  <a:pt x="36528" y="125258"/>
                </a:lnTo>
                <a:lnTo>
                  <a:pt x="36786" y="125589"/>
                </a:lnTo>
                <a:lnTo>
                  <a:pt x="37052" y="125916"/>
                </a:lnTo>
                <a:lnTo>
                  <a:pt x="37327" y="126241"/>
                </a:lnTo>
                <a:lnTo>
                  <a:pt x="37612" y="126563"/>
                </a:lnTo>
                <a:lnTo>
                  <a:pt x="37905" y="126882"/>
                </a:lnTo>
                <a:lnTo>
                  <a:pt x="38207" y="127198"/>
                </a:lnTo>
                <a:lnTo>
                  <a:pt x="38518" y="127511"/>
                </a:lnTo>
                <a:lnTo>
                  <a:pt x="38839" y="127821"/>
                </a:lnTo>
                <a:lnTo>
                  <a:pt x="39168" y="128129"/>
                </a:lnTo>
                <a:lnTo>
                  <a:pt x="39506" y="128434"/>
                </a:lnTo>
                <a:lnTo>
                  <a:pt x="39853" y="128735"/>
                </a:lnTo>
                <a:lnTo>
                  <a:pt x="40210" y="129034"/>
                </a:lnTo>
                <a:lnTo>
                  <a:pt x="40575" y="129331"/>
                </a:lnTo>
                <a:lnTo>
                  <a:pt x="40949" y="129624"/>
                </a:lnTo>
                <a:lnTo>
                  <a:pt x="41332" y="129914"/>
                </a:lnTo>
                <a:lnTo>
                  <a:pt x="41725" y="130202"/>
                </a:lnTo>
                <a:lnTo>
                  <a:pt x="42126" y="130487"/>
                </a:lnTo>
                <a:lnTo>
                  <a:pt x="42536" y="130768"/>
                </a:lnTo>
                <a:lnTo>
                  <a:pt x="42955" y="131047"/>
                </a:lnTo>
                <a:lnTo>
                  <a:pt x="43384" y="131324"/>
                </a:lnTo>
                <a:lnTo>
                  <a:pt x="43821" y="131597"/>
                </a:lnTo>
                <a:lnTo>
                  <a:pt x="44267" y="131867"/>
                </a:lnTo>
                <a:lnTo>
                  <a:pt x="44722" y="132135"/>
                </a:lnTo>
                <a:lnTo>
                  <a:pt x="45187" y="132400"/>
                </a:lnTo>
                <a:lnTo>
                  <a:pt x="45662" y="132652"/>
                </a:lnTo>
                <a:lnTo>
                  <a:pt x="46150" y="132894"/>
                </a:lnTo>
                <a:lnTo>
                  <a:pt x="46651" y="133125"/>
                </a:lnTo>
                <a:lnTo>
                  <a:pt x="47165" y="133346"/>
                </a:lnTo>
                <a:lnTo>
                  <a:pt x="47692" y="133556"/>
                </a:lnTo>
                <a:lnTo>
                  <a:pt x="48232" y="133754"/>
                </a:lnTo>
                <a:lnTo>
                  <a:pt x="48785" y="133943"/>
                </a:lnTo>
                <a:lnTo>
                  <a:pt x="49351" y="134120"/>
                </a:lnTo>
                <a:lnTo>
                  <a:pt x="49929" y="134287"/>
                </a:lnTo>
                <a:lnTo>
                  <a:pt x="50521" y="134443"/>
                </a:lnTo>
                <a:lnTo>
                  <a:pt x="51126" y="134588"/>
                </a:lnTo>
                <a:lnTo>
                  <a:pt x="51743" y="134722"/>
                </a:lnTo>
                <a:lnTo>
                  <a:pt x="52374" y="134846"/>
                </a:lnTo>
                <a:lnTo>
                  <a:pt x="53017" y="134959"/>
                </a:lnTo>
                <a:lnTo>
                  <a:pt x="53674" y="135061"/>
                </a:lnTo>
                <a:lnTo>
                  <a:pt x="54343" y="135152"/>
                </a:lnTo>
                <a:lnTo>
                  <a:pt x="55026" y="135233"/>
                </a:lnTo>
                <a:lnTo>
                  <a:pt x="55721" y="135303"/>
                </a:lnTo>
                <a:lnTo>
                  <a:pt x="56429" y="135362"/>
                </a:lnTo>
                <a:lnTo>
                  <a:pt x="57150" y="135410"/>
                </a:lnTo>
                <a:lnTo>
                  <a:pt x="57884" y="135448"/>
                </a:lnTo>
                <a:lnTo>
                  <a:pt x="58631" y="135475"/>
                </a:lnTo>
                <a:lnTo>
                  <a:pt x="59391" y="135491"/>
                </a:lnTo>
                <a:lnTo>
                  <a:pt x="60164" y="135496"/>
                </a:lnTo>
                <a:lnTo>
                  <a:pt x="61171" y="135486"/>
                </a:lnTo>
                <a:lnTo>
                  <a:pt x="62167" y="135454"/>
                </a:lnTo>
                <a:lnTo>
                  <a:pt x="63154" y="135401"/>
                </a:lnTo>
                <a:lnTo>
                  <a:pt x="64130" y="135326"/>
                </a:lnTo>
                <a:lnTo>
                  <a:pt x="65097" y="135230"/>
                </a:lnTo>
                <a:lnTo>
                  <a:pt x="66054" y="135113"/>
                </a:lnTo>
                <a:lnTo>
                  <a:pt x="67001" y="134975"/>
                </a:lnTo>
                <a:lnTo>
                  <a:pt x="67938" y="134815"/>
                </a:lnTo>
                <a:lnTo>
                  <a:pt x="68865" y="134634"/>
                </a:lnTo>
                <a:lnTo>
                  <a:pt x="69782" y="134432"/>
                </a:lnTo>
                <a:lnTo>
                  <a:pt x="70690" y="134209"/>
                </a:lnTo>
                <a:lnTo>
                  <a:pt x="71587" y="133964"/>
                </a:lnTo>
                <a:lnTo>
                  <a:pt x="72475" y="133698"/>
                </a:lnTo>
                <a:lnTo>
                  <a:pt x="73353" y="133410"/>
                </a:lnTo>
                <a:lnTo>
                  <a:pt x="74221" y="133102"/>
                </a:lnTo>
                <a:lnTo>
                  <a:pt x="75079" y="132772"/>
                </a:lnTo>
                <a:lnTo>
                  <a:pt x="75927" y="132421"/>
                </a:lnTo>
                <a:lnTo>
                  <a:pt x="76766" y="132048"/>
                </a:lnTo>
                <a:lnTo>
                  <a:pt x="77594" y="131654"/>
                </a:lnTo>
                <a:lnTo>
                  <a:pt x="78413" y="131239"/>
                </a:lnTo>
                <a:lnTo>
                  <a:pt x="79222" y="130803"/>
                </a:lnTo>
                <a:lnTo>
                  <a:pt x="80020" y="130345"/>
                </a:lnTo>
                <a:lnTo>
                  <a:pt x="80809" y="129866"/>
                </a:lnTo>
                <a:lnTo>
                  <a:pt x="81589" y="129366"/>
                </a:lnTo>
                <a:lnTo>
                  <a:pt x="82356" y="128841"/>
                </a:lnTo>
                <a:lnTo>
                  <a:pt x="83109" y="128299"/>
                </a:lnTo>
                <a:lnTo>
                  <a:pt x="83848" y="127739"/>
                </a:lnTo>
                <a:lnTo>
                  <a:pt x="84573" y="127161"/>
                </a:lnTo>
                <a:lnTo>
                  <a:pt x="85284" y="126566"/>
                </a:lnTo>
                <a:lnTo>
                  <a:pt x="85981" y="125953"/>
                </a:lnTo>
                <a:lnTo>
                  <a:pt x="86664" y="125323"/>
                </a:lnTo>
                <a:lnTo>
                  <a:pt x="87333" y="124675"/>
                </a:lnTo>
                <a:lnTo>
                  <a:pt x="87987" y="124010"/>
                </a:lnTo>
                <a:lnTo>
                  <a:pt x="88628" y="123327"/>
                </a:lnTo>
                <a:lnTo>
                  <a:pt x="89255" y="122627"/>
                </a:lnTo>
                <a:lnTo>
                  <a:pt x="89867" y="121909"/>
                </a:lnTo>
                <a:lnTo>
                  <a:pt x="90466" y="121173"/>
                </a:lnTo>
                <a:lnTo>
                  <a:pt x="91051" y="120420"/>
                </a:lnTo>
                <a:lnTo>
                  <a:pt x="91621" y="119649"/>
                </a:lnTo>
                <a:lnTo>
                  <a:pt x="92178" y="118861"/>
                </a:lnTo>
                <a:lnTo>
                  <a:pt x="92720" y="118056"/>
                </a:lnTo>
                <a:lnTo>
                  <a:pt x="93249" y="117232"/>
                </a:lnTo>
                <a:lnTo>
                  <a:pt x="93763" y="116391"/>
                </a:lnTo>
                <a:lnTo>
                  <a:pt x="94263" y="115533"/>
                </a:lnTo>
                <a:lnTo>
                  <a:pt x="94750" y="114657"/>
                </a:lnTo>
                <a:lnTo>
                  <a:pt x="95222" y="113763"/>
                </a:lnTo>
                <a:lnTo>
                  <a:pt x="95680" y="112852"/>
                </a:lnTo>
                <a:lnTo>
                  <a:pt x="96124" y="111924"/>
                </a:lnTo>
                <a:lnTo>
                  <a:pt x="96552" y="110974"/>
                </a:lnTo>
                <a:lnTo>
                  <a:pt x="96962" y="110010"/>
                </a:lnTo>
                <a:lnTo>
                  <a:pt x="97353" y="109031"/>
                </a:lnTo>
                <a:lnTo>
                  <a:pt x="97727" y="108039"/>
                </a:lnTo>
                <a:lnTo>
                  <a:pt x="98082" y="107032"/>
                </a:lnTo>
                <a:lnTo>
                  <a:pt x="98419" y="106011"/>
                </a:lnTo>
                <a:lnTo>
                  <a:pt x="98738" y="104975"/>
                </a:lnTo>
                <a:lnTo>
                  <a:pt x="99038" y="103926"/>
                </a:lnTo>
                <a:lnTo>
                  <a:pt x="99321" y="102862"/>
                </a:lnTo>
                <a:lnTo>
                  <a:pt x="99585" y="101783"/>
                </a:lnTo>
                <a:lnTo>
                  <a:pt x="99830" y="100691"/>
                </a:lnTo>
                <a:lnTo>
                  <a:pt x="100058" y="99584"/>
                </a:lnTo>
                <a:lnTo>
                  <a:pt x="100268" y="98463"/>
                </a:lnTo>
                <a:lnTo>
                  <a:pt x="100459" y="97328"/>
                </a:lnTo>
                <a:lnTo>
                  <a:pt x="100632" y="96178"/>
                </a:lnTo>
                <a:lnTo>
                  <a:pt x="100787" y="95015"/>
                </a:lnTo>
                <a:lnTo>
                  <a:pt x="100923" y="93837"/>
                </a:lnTo>
                <a:lnTo>
                  <a:pt x="101042" y="92644"/>
                </a:lnTo>
                <a:lnTo>
                  <a:pt x="101142" y="91438"/>
                </a:lnTo>
                <a:lnTo>
                  <a:pt x="101224" y="90217"/>
                </a:lnTo>
                <a:lnTo>
                  <a:pt x="101288" y="88982"/>
                </a:lnTo>
                <a:lnTo>
                  <a:pt x="101333" y="87732"/>
                </a:lnTo>
                <a:lnTo>
                  <a:pt x="101360" y="86469"/>
                </a:lnTo>
                <a:lnTo>
                  <a:pt x="101370" y="85191"/>
                </a:lnTo>
                <a:lnTo>
                  <a:pt x="101360" y="83923"/>
                </a:lnTo>
                <a:lnTo>
                  <a:pt x="101333" y="82670"/>
                </a:lnTo>
                <a:lnTo>
                  <a:pt x="101288" y="81431"/>
                </a:lnTo>
                <a:lnTo>
                  <a:pt x="101224" y="80205"/>
                </a:lnTo>
                <a:lnTo>
                  <a:pt x="101142" y="78994"/>
                </a:lnTo>
                <a:lnTo>
                  <a:pt x="101042" y="77797"/>
                </a:lnTo>
                <a:lnTo>
                  <a:pt x="100923" y="76613"/>
                </a:lnTo>
                <a:lnTo>
                  <a:pt x="100787" y="75444"/>
                </a:lnTo>
                <a:lnTo>
                  <a:pt x="100632" y="74289"/>
                </a:lnTo>
                <a:lnTo>
                  <a:pt x="100459" y="73148"/>
                </a:lnTo>
                <a:lnTo>
                  <a:pt x="100268" y="72021"/>
                </a:lnTo>
                <a:lnTo>
                  <a:pt x="100058" y="70908"/>
                </a:lnTo>
                <a:lnTo>
                  <a:pt x="99830" y="69809"/>
                </a:lnTo>
                <a:lnTo>
                  <a:pt x="99585" y="68724"/>
                </a:lnTo>
                <a:lnTo>
                  <a:pt x="99321" y="67653"/>
                </a:lnTo>
                <a:lnTo>
                  <a:pt x="99038" y="66597"/>
                </a:lnTo>
                <a:lnTo>
                  <a:pt x="98738" y="65554"/>
                </a:lnTo>
                <a:lnTo>
                  <a:pt x="98419" y="64525"/>
                </a:lnTo>
                <a:lnTo>
                  <a:pt x="98082" y="63510"/>
                </a:lnTo>
                <a:lnTo>
                  <a:pt x="97727" y="62510"/>
                </a:lnTo>
                <a:lnTo>
                  <a:pt x="97353" y="61523"/>
                </a:lnTo>
                <a:lnTo>
                  <a:pt x="96962" y="60551"/>
                </a:lnTo>
                <a:lnTo>
                  <a:pt x="96552" y="59592"/>
                </a:lnTo>
                <a:lnTo>
                  <a:pt x="96124" y="58648"/>
                </a:lnTo>
                <a:lnTo>
                  <a:pt x="95680" y="57719"/>
                </a:lnTo>
                <a:lnTo>
                  <a:pt x="95221" y="56808"/>
                </a:lnTo>
                <a:lnTo>
                  <a:pt x="94749" y="55915"/>
                </a:lnTo>
                <a:lnTo>
                  <a:pt x="94261" y="55040"/>
                </a:lnTo>
                <a:lnTo>
                  <a:pt x="93760" y="54183"/>
                </a:lnTo>
                <a:lnTo>
                  <a:pt x="93245" y="53343"/>
                </a:lnTo>
                <a:lnTo>
                  <a:pt x="92715" y="52521"/>
                </a:lnTo>
                <a:lnTo>
                  <a:pt x="92171" y="51717"/>
                </a:lnTo>
                <a:lnTo>
                  <a:pt x="91612" y="50931"/>
                </a:lnTo>
                <a:lnTo>
                  <a:pt x="91040" y="50162"/>
                </a:lnTo>
                <a:lnTo>
                  <a:pt x="90453" y="49411"/>
                </a:lnTo>
                <a:lnTo>
                  <a:pt x="89852" y="48678"/>
                </a:lnTo>
                <a:lnTo>
                  <a:pt x="89236" y="47963"/>
                </a:lnTo>
                <a:lnTo>
                  <a:pt x="88607" y="47265"/>
                </a:lnTo>
                <a:lnTo>
                  <a:pt x="87963" y="46586"/>
                </a:lnTo>
                <a:lnTo>
                  <a:pt x="87304" y="45924"/>
                </a:lnTo>
                <a:lnTo>
                  <a:pt x="86632" y="45280"/>
                </a:lnTo>
                <a:lnTo>
                  <a:pt x="85945" y="44653"/>
                </a:lnTo>
                <a:lnTo>
                  <a:pt x="85244" y="44045"/>
                </a:lnTo>
                <a:lnTo>
                  <a:pt x="84529" y="43454"/>
                </a:lnTo>
                <a:lnTo>
                  <a:pt x="83799" y="42881"/>
                </a:lnTo>
                <a:lnTo>
                  <a:pt x="83056" y="42326"/>
                </a:lnTo>
                <a:lnTo>
                  <a:pt x="82298" y="41788"/>
                </a:lnTo>
                <a:lnTo>
                  <a:pt x="81525" y="41268"/>
                </a:lnTo>
                <a:lnTo>
                  <a:pt x="80741" y="40768"/>
                </a:lnTo>
                <a:lnTo>
                  <a:pt x="79946" y="40289"/>
                </a:lnTo>
                <a:lnTo>
                  <a:pt x="79142" y="39831"/>
                </a:lnTo>
                <a:lnTo>
                  <a:pt x="78327" y="39395"/>
                </a:lnTo>
                <a:lnTo>
                  <a:pt x="77502" y="38980"/>
                </a:lnTo>
                <a:lnTo>
                  <a:pt x="76667" y="38586"/>
                </a:lnTo>
                <a:lnTo>
                  <a:pt x="75822" y="38214"/>
                </a:lnTo>
                <a:lnTo>
                  <a:pt x="74967" y="37863"/>
                </a:lnTo>
                <a:lnTo>
                  <a:pt x="74102" y="37533"/>
                </a:lnTo>
                <a:lnTo>
                  <a:pt x="73226" y="37224"/>
                </a:lnTo>
                <a:lnTo>
                  <a:pt x="72341" y="36937"/>
                </a:lnTo>
                <a:lnTo>
                  <a:pt x="71445" y="36671"/>
                </a:lnTo>
                <a:lnTo>
                  <a:pt x="70540" y="36426"/>
                </a:lnTo>
                <a:lnTo>
                  <a:pt x="69624" y="36202"/>
                </a:lnTo>
                <a:lnTo>
                  <a:pt x="68698" y="36000"/>
                </a:lnTo>
                <a:lnTo>
                  <a:pt x="67762" y="35819"/>
                </a:lnTo>
                <a:lnTo>
                  <a:pt x="66816" y="35660"/>
                </a:lnTo>
                <a:lnTo>
                  <a:pt x="65860" y="35521"/>
                </a:lnTo>
                <a:lnTo>
                  <a:pt x="64894" y="35404"/>
                </a:lnTo>
                <a:lnTo>
                  <a:pt x="63918" y="35308"/>
                </a:lnTo>
                <a:lnTo>
                  <a:pt x="62931" y="35234"/>
                </a:lnTo>
                <a:lnTo>
                  <a:pt x="61935" y="35181"/>
                </a:lnTo>
                <a:lnTo>
                  <a:pt x="60928" y="35149"/>
                </a:lnTo>
                <a:lnTo>
                  <a:pt x="59912" y="35138"/>
                </a:lnTo>
                <a:lnTo>
                  <a:pt x="59128" y="35144"/>
                </a:lnTo>
                <a:lnTo>
                  <a:pt x="58359" y="35160"/>
                </a:lnTo>
                <a:lnTo>
                  <a:pt x="57603" y="35187"/>
                </a:lnTo>
                <a:lnTo>
                  <a:pt x="56861" y="35226"/>
                </a:lnTo>
                <a:lnTo>
                  <a:pt x="56132" y="35275"/>
                </a:lnTo>
                <a:lnTo>
                  <a:pt x="55417" y="35336"/>
                </a:lnTo>
                <a:lnTo>
                  <a:pt x="54715" y="35407"/>
                </a:lnTo>
                <a:lnTo>
                  <a:pt x="54027" y="35489"/>
                </a:lnTo>
                <a:lnTo>
                  <a:pt x="53353" y="35582"/>
                </a:lnTo>
                <a:lnTo>
                  <a:pt x="52692" y="35687"/>
                </a:lnTo>
                <a:lnTo>
                  <a:pt x="52045" y="35802"/>
                </a:lnTo>
                <a:lnTo>
                  <a:pt x="51412" y="35928"/>
                </a:lnTo>
                <a:lnTo>
                  <a:pt x="50792" y="36065"/>
                </a:lnTo>
                <a:lnTo>
                  <a:pt x="50185" y="36213"/>
                </a:lnTo>
                <a:lnTo>
                  <a:pt x="49593" y="36372"/>
                </a:lnTo>
                <a:lnTo>
                  <a:pt x="49014" y="36542"/>
                </a:lnTo>
                <a:lnTo>
                  <a:pt x="48448" y="36723"/>
                </a:lnTo>
                <a:lnTo>
                  <a:pt x="47896" y="36915"/>
                </a:lnTo>
                <a:lnTo>
                  <a:pt x="47358" y="37118"/>
                </a:lnTo>
                <a:lnTo>
                  <a:pt x="46833" y="37332"/>
                </a:lnTo>
                <a:lnTo>
                  <a:pt x="46322" y="37557"/>
                </a:lnTo>
                <a:lnTo>
                  <a:pt x="45825" y="37793"/>
                </a:lnTo>
                <a:lnTo>
                  <a:pt x="45341" y="38040"/>
                </a:lnTo>
                <a:lnTo>
                  <a:pt x="44871" y="38298"/>
                </a:lnTo>
                <a:lnTo>
                  <a:pt x="44417" y="38558"/>
                </a:lnTo>
                <a:lnTo>
                  <a:pt x="43972" y="38820"/>
                </a:lnTo>
                <a:lnTo>
                  <a:pt x="43535" y="39086"/>
                </a:lnTo>
                <a:lnTo>
                  <a:pt x="43108" y="39355"/>
                </a:lnTo>
                <a:lnTo>
                  <a:pt x="42689" y="39627"/>
                </a:lnTo>
                <a:lnTo>
                  <a:pt x="42279" y="39902"/>
                </a:lnTo>
                <a:lnTo>
                  <a:pt x="41878" y="40180"/>
                </a:lnTo>
                <a:lnTo>
                  <a:pt x="41486" y="40461"/>
                </a:lnTo>
                <a:lnTo>
                  <a:pt x="41102" y="40745"/>
                </a:lnTo>
                <a:lnTo>
                  <a:pt x="40728" y="41032"/>
                </a:lnTo>
                <a:lnTo>
                  <a:pt x="40362" y="41322"/>
                </a:lnTo>
                <a:lnTo>
                  <a:pt x="40004" y="41616"/>
                </a:lnTo>
                <a:lnTo>
                  <a:pt x="39656" y="41912"/>
                </a:lnTo>
                <a:lnTo>
                  <a:pt x="39316" y="42212"/>
                </a:lnTo>
                <a:lnTo>
                  <a:pt x="38985" y="42514"/>
                </a:lnTo>
                <a:lnTo>
                  <a:pt x="38663" y="42820"/>
                </a:lnTo>
                <a:lnTo>
                  <a:pt x="38350" y="43129"/>
                </a:lnTo>
                <a:lnTo>
                  <a:pt x="38045" y="43441"/>
                </a:lnTo>
                <a:lnTo>
                  <a:pt x="37749" y="43756"/>
                </a:lnTo>
                <a:lnTo>
                  <a:pt x="37462" y="44074"/>
                </a:lnTo>
                <a:lnTo>
                  <a:pt x="37184" y="44395"/>
                </a:lnTo>
                <a:lnTo>
                  <a:pt x="36915" y="44719"/>
                </a:lnTo>
                <a:lnTo>
                  <a:pt x="36654" y="45046"/>
                </a:lnTo>
                <a:lnTo>
                  <a:pt x="36402" y="45376"/>
                </a:lnTo>
                <a:lnTo>
                  <a:pt x="36162" y="45700"/>
                </a:lnTo>
                <a:lnTo>
                  <a:pt x="35926" y="46020"/>
                </a:lnTo>
                <a:lnTo>
                  <a:pt x="35695" y="46334"/>
                </a:lnTo>
                <a:lnTo>
                  <a:pt x="35468" y="46644"/>
                </a:lnTo>
                <a:lnTo>
                  <a:pt x="35246" y="46948"/>
                </a:lnTo>
                <a:lnTo>
                  <a:pt x="35027" y="47248"/>
                </a:lnTo>
                <a:lnTo>
                  <a:pt x="34814" y="47543"/>
                </a:lnTo>
                <a:lnTo>
                  <a:pt x="34604" y="47834"/>
                </a:lnTo>
                <a:lnTo>
                  <a:pt x="34399" y="48119"/>
                </a:lnTo>
                <a:lnTo>
                  <a:pt x="34199" y="48400"/>
                </a:lnTo>
                <a:lnTo>
                  <a:pt x="34003" y="48676"/>
                </a:lnTo>
                <a:lnTo>
                  <a:pt x="33811" y="48947"/>
                </a:lnTo>
                <a:lnTo>
                  <a:pt x="33624" y="49213"/>
                </a:lnTo>
                <a:lnTo>
                  <a:pt x="33440" y="49474"/>
                </a:lnTo>
                <a:lnTo>
                  <a:pt x="33262" y="49731"/>
                </a:lnTo>
                <a:lnTo>
                  <a:pt x="33088" y="49983"/>
                </a:lnTo>
                <a:lnTo>
                  <a:pt x="32918" y="50229"/>
                </a:lnTo>
                <a:lnTo>
                  <a:pt x="32752" y="50471"/>
                </a:lnTo>
                <a:lnTo>
                  <a:pt x="32591" y="50709"/>
                </a:lnTo>
                <a:lnTo>
                  <a:pt x="32435" y="50941"/>
                </a:lnTo>
                <a:lnTo>
                  <a:pt x="32282" y="51169"/>
                </a:lnTo>
                <a:lnTo>
                  <a:pt x="32134" y="51391"/>
                </a:lnTo>
                <a:lnTo>
                  <a:pt x="31991" y="51609"/>
                </a:lnTo>
                <a:lnTo>
                  <a:pt x="31852" y="51822"/>
                </a:lnTo>
                <a:lnTo>
                  <a:pt x="30588" y="51822"/>
                </a:lnTo>
                <a:lnTo>
                  <a:pt x="30588" y="4045"/>
                </a:lnTo>
                <a:lnTo>
                  <a:pt x="15673" y="4045"/>
                </a:lnTo>
                <a:lnTo>
                  <a:pt x="15673" y="133474"/>
                </a:lnTo>
                <a:lnTo>
                  <a:pt x="30082" y="133474"/>
                </a:lnTo>
                <a:lnTo>
                  <a:pt x="30082" y="118559"/>
                </a:lnTo>
                <a:lnTo>
                  <a:pt x="31852" y="118559"/>
                </a:lnTo>
                <a:lnTo>
                  <a:pt x="31991" y="118783"/>
                </a:lnTo>
                <a:lnTo>
                  <a:pt x="32135" y="119011"/>
                </a:lnTo>
                <a:close/>
                <a:moveTo>
                  <a:pt x="30472" y="80527"/>
                </a:moveTo>
                <a:lnTo>
                  <a:pt x="30533" y="79673"/>
                </a:lnTo>
                <a:lnTo>
                  <a:pt x="30604" y="78828"/>
                </a:lnTo>
                <a:lnTo>
                  <a:pt x="30686" y="77993"/>
                </a:lnTo>
                <a:lnTo>
                  <a:pt x="30779" y="77168"/>
                </a:lnTo>
                <a:lnTo>
                  <a:pt x="30884" y="76351"/>
                </a:lnTo>
                <a:lnTo>
                  <a:pt x="30999" y="75545"/>
                </a:lnTo>
                <a:lnTo>
                  <a:pt x="31125" y="74747"/>
                </a:lnTo>
                <a:lnTo>
                  <a:pt x="31262" y="73959"/>
                </a:lnTo>
                <a:lnTo>
                  <a:pt x="31410" y="73181"/>
                </a:lnTo>
                <a:lnTo>
                  <a:pt x="31569" y="72412"/>
                </a:lnTo>
                <a:lnTo>
                  <a:pt x="31739" y="71652"/>
                </a:lnTo>
                <a:lnTo>
                  <a:pt x="31920" y="70902"/>
                </a:lnTo>
                <a:lnTo>
                  <a:pt x="32112" y="70162"/>
                </a:lnTo>
                <a:lnTo>
                  <a:pt x="32315" y="69430"/>
                </a:lnTo>
                <a:lnTo>
                  <a:pt x="32529" y="68708"/>
                </a:lnTo>
                <a:lnTo>
                  <a:pt x="32754" y="67996"/>
                </a:lnTo>
                <a:lnTo>
                  <a:pt x="32990" y="67293"/>
                </a:lnTo>
                <a:lnTo>
                  <a:pt x="33237" y="66600"/>
                </a:lnTo>
                <a:lnTo>
                  <a:pt x="33495" y="65915"/>
                </a:lnTo>
                <a:lnTo>
                  <a:pt x="33763" y="65237"/>
                </a:lnTo>
                <a:lnTo>
                  <a:pt x="34043" y="64572"/>
                </a:lnTo>
                <a:lnTo>
                  <a:pt x="34332" y="63919"/>
                </a:lnTo>
                <a:lnTo>
                  <a:pt x="34632" y="63279"/>
                </a:lnTo>
                <a:lnTo>
                  <a:pt x="34943" y="62651"/>
                </a:lnTo>
                <a:lnTo>
                  <a:pt x="35264" y="62037"/>
                </a:lnTo>
                <a:lnTo>
                  <a:pt x="35596" y="61435"/>
                </a:lnTo>
                <a:lnTo>
                  <a:pt x="35939" y="60846"/>
                </a:lnTo>
                <a:lnTo>
                  <a:pt x="36291" y="60269"/>
                </a:lnTo>
                <a:lnTo>
                  <a:pt x="36655" y="59705"/>
                </a:lnTo>
                <a:lnTo>
                  <a:pt x="37029" y="59154"/>
                </a:lnTo>
                <a:lnTo>
                  <a:pt x="37413" y="58616"/>
                </a:lnTo>
                <a:lnTo>
                  <a:pt x="37808" y="58091"/>
                </a:lnTo>
                <a:lnTo>
                  <a:pt x="38214" y="57578"/>
                </a:lnTo>
                <a:lnTo>
                  <a:pt x="38630" y="57078"/>
                </a:lnTo>
                <a:lnTo>
                  <a:pt x="39056" y="56590"/>
                </a:lnTo>
                <a:lnTo>
                  <a:pt x="39493" y="56116"/>
                </a:lnTo>
                <a:lnTo>
                  <a:pt x="39941" y="55654"/>
                </a:lnTo>
                <a:lnTo>
                  <a:pt x="40399" y="55204"/>
                </a:lnTo>
                <a:lnTo>
                  <a:pt x="40868" y="54768"/>
                </a:lnTo>
                <a:lnTo>
                  <a:pt x="41347" y="54344"/>
                </a:lnTo>
                <a:lnTo>
                  <a:pt x="41837" y="53933"/>
                </a:lnTo>
                <a:lnTo>
                  <a:pt x="42337" y="53535"/>
                </a:lnTo>
                <a:lnTo>
                  <a:pt x="42848" y="53149"/>
                </a:lnTo>
                <a:lnTo>
                  <a:pt x="43369" y="52773"/>
                </a:lnTo>
                <a:lnTo>
                  <a:pt x="43901" y="52413"/>
                </a:lnTo>
                <a:lnTo>
                  <a:pt x="44442" y="52068"/>
                </a:lnTo>
                <a:lnTo>
                  <a:pt x="44993" y="51740"/>
                </a:lnTo>
                <a:lnTo>
                  <a:pt x="45555" y="51427"/>
                </a:lnTo>
                <a:lnTo>
                  <a:pt x="46127" y="51131"/>
                </a:lnTo>
                <a:lnTo>
                  <a:pt x="46708" y="50851"/>
                </a:lnTo>
                <a:lnTo>
                  <a:pt x="47300" y="50586"/>
                </a:lnTo>
                <a:lnTo>
                  <a:pt x="47902" y="50338"/>
                </a:lnTo>
                <a:lnTo>
                  <a:pt x="48514" y="50106"/>
                </a:lnTo>
                <a:lnTo>
                  <a:pt x="49136" y="49890"/>
                </a:lnTo>
                <a:lnTo>
                  <a:pt x="49768" y="49689"/>
                </a:lnTo>
                <a:lnTo>
                  <a:pt x="50411" y="49505"/>
                </a:lnTo>
                <a:lnTo>
                  <a:pt x="51063" y="49337"/>
                </a:lnTo>
                <a:lnTo>
                  <a:pt x="51726" y="49185"/>
                </a:lnTo>
                <a:lnTo>
                  <a:pt x="52398" y="49049"/>
                </a:lnTo>
                <a:lnTo>
                  <a:pt x="53081" y="48928"/>
                </a:lnTo>
                <a:lnTo>
                  <a:pt x="53774" y="48824"/>
                </a:lnTo>
                <a:lnTo>
                  <a:pt x="54476" y="48736"/>
                </a:lnTo>
                <a:lnTo>
                  <a:pt x="55189" y="48664"/>
                </a:lnTo>
                <a:lnTo>
                  <a:pt x="55912" y="48608"/>
                </a:lnTo>
                <a:lnTo>
                  <a:pt x="56646" y="48568"/>
                </a:lnTo>
                <a:lnTo>
                  <a:pt x="57389" y="48544"/>
                </a:lnTo>
                <a:lnTo>
                  <a:pt x="58142" y="48536"/>
                </a:lnTo>
                <a:lnTo>
                  <a:pt x="58926" y="48544"/>
                </a:lnTo>
                <a:lnTo>
                  <a:pt x="59700" y="48570"/>
                </a:lnTo>
                <a:lnTo>
                  <a:pt x="60462" y="48612"/>
                </a:lnTo>
                <a:lnTo>
                  <a:pt x="61212" y="48671"/>
                </a:lnTo>
                <a:lnTo>
                  <a:pt x="61952" y="48747"/>
                </a:lnTo>
                <a:lnTo>
                  <a:pt x="62681" y="48840"/>
                </a:lnTo>
                <a:lnTo>
                  <a:pt x="63398" y="48950"/>
                </a:lnTo>
                <a:lnTo>
                  <a:pt x="64104" y="49077"/>
                </a:lnTo>
                <a:lnTo>
                  <a:pt x="64799" y="49220"/>
                </a:lnTo>
                <a:lnTo>
                  <a:pt x="65482" y="49381"/>
                </a:lnTo>
                <a:lnTo>
                  <a:pt x="66155" y="49558"/>
                </a:lnTo>
                <a:lnTo>
                  <a:pt x="66816" y="49753"/>
                </a:lnTo>
                <a:lnTo>
                  <a:pt x="67466" y="49964"/>
                </a:lnTo>
                <a:lnTo>
                  <a:pt x="68105" y="50192"/>
                </a:lnTo>
                <a:lnTo>
                  <a:pt x="68733" y="50437"/>
                </a:lnTo>
                <a:lnTo>
                  <a:pt x="69349" y="50699"/>
                </a:lnTo>
                <a:lnTo>
                  <a:pt x="69955" y="50978"/>
                </a:lnTo>
                <a:lnTo>
                  <a:pt x="70549" y="51273"/>
                </a:lnTo>
                <a:lnTo>
                  <a:pt x="71132" y="51586"/>
                </a:lnTo>
                <a:lnTo>
                  <a:pt x="71703" y="51915"/>
                </a:lnTo>
                <a:lnTo>
                  <a:pt x="72264" y="52262"/>
                </a:lnTo>
                <a:lnTo>
                  <a:pt x="72813" y="52625"/>
                </a:lnTo>
                <a:lnTo>
                  <a:pt x="73351" y="53005"/>
                </a:lnTo>
                <a:lnTo>
                  <a:pt x="73878" y="53402"/>
                </a:lnTo>
                <a:lnTo>
                  <a:pt x="74399" y="53809"/>
                </a:lnTo>
                <a:lnTo>
                  <a:pt x="74909" y="54227"/>
                </a:lnTo>
                <a:lnTo>
                  <a:pt x="75408" y="54657"/>
                </a:lnTo>
                <a:lnTo>
                  <a:pt x="75895" y="55100"/>
                </a:lnTo>
                <a:lnTo>
                  <a:pt x="76372" y="55554"/>
                </a:lnTo>
                <a:lnTo>
                  <a:pt x="76837" y="56021"/>
                </a:lnTo>
                <a:lnTo>
                  <a:pt x="77291" y="56500"/>
                </a:lnTo>
                <a:lnTo>
                  <a:pt x="77733" y="56990"/>
                </a:lnTo>
                <a:lnTo>
                  <a:pt x="78165" y="57493"/>
                </a:lnTo>
                <a:lnTo>
                  <a:pt x="78585" y="58008"/>
                </a:lnTo>
                <a:lnTo>
                  <a:pt x="78994" y="58535"/>
                </a:lnTo>
                <a:lnTo>
                  <a:pt x="79392" y="59074"/>
                </a:lnTo>
                <a:lnTo>
                  <a:pt x="79779" y="59625"/>
                </a:lnTo>
                <a:lnTo>
                  <a:pt x="80155" y="60189"/>
                </a:lnTo>
                <a:lnTo>
                  <a:pt x="80519" y="60764"/>
                </a:lnTo>
                <a:lnTo>
                  <a:pt x="80872" y="61351"/>
                </a:lnTo>
                <a:lnTo>
                  <a:pt x="81214" y="61951"/>
                </a:lnTo>
                <a:lnTo>
                  <a:pt x="81545" y="62562"/>
                </a:lnTo>
                <a:lnTo>
                  <a:pt x="81865" y="63186"/>
                </a:lnTo>
                <a:lnTo>
                  <a:pt x="82173" y="63821"/>
                </a:lnTo>
                <a:lnTo>
                  <a:pt x="82470" y="64469"/>
                </a:lnTo>
                <a:lnTo>
                  <a:pt x="82756" y="65129"/>
                </a:lnTo>
                <a:lnTo>
                  <a:pt x="83031" y="65800"/>
                </a:lnTo>
                <a:lnTo>
                  <a:pt x="83295" y="66484"/>
                </a:lnTo>
                <a:lnTo>
                  <a:pt x="83553" y="67172"/>
                </a:lnTo>
                <a:lnTo>
                  <a:pt x="83800" y="67868"/>
                </a:lnTo>
                <a:lnTo>
                  <a:pt x="84035" y="68570"/>
                </a:lnTo>
                <a:lnTo>
                  <a:pt x="84260" y="69279"/>
                </a:lnTo>
                <a:lnTo>
                  <a:pt x="84474" y="69995"/>
                </a:lnTo>
                <a:lnTo>
                  <a:pt x="84677" y="70718"/>
                </a:lnTo>
                <a:lnTo>
                  <a:pt x="84869" y="71449"/>
                </a:lnTo>
                <a:lnTo>
                  <a:pt x="85050" y="72186"/>
                </a:lnTo>
                <a:lnTo>
                  <a:pt x="85220" y="72930"/>
                </a:lnTo>
                <a:lnTo>
                  <a:pt x="85380" y="73682"/>
                </a:lnTo>
                <a:lnTo>
                  <a:pt x="85528" y="74440"/>
                </a:lnTo>
                <a:lnTo>
                  <a:pt x="85665" y="75206"/>
                </a:lnTo>
                <a:lnTo>
                  <a:pt x="85791" y="75978"/>
                </a:lnTo>
                <a:lnTo>
                  <a:pt x="85906" y="76757"/>
                </a:lnTo>
                <a:lnTo>
                  <a:pt x="86010" y="77544"/>
                </a:lnTo>
                <a:lnTo>
                  <a:pt x="86104" y="78337"/>
                </a:lnTo>
                <a:lnTo>
                  <a:pt x="86186" y="79138"/>
                </a:lnTo>
                <a:lnTo>
                  <a:pt x="86257" y="79945"/>
                </a:lnTo>
                <a:lnTo>
                  <a:pt x="86318" y="80760"/>
                </a:lnTo>
                <a:lnTo>
                  <a:pt x="86367" y="81582"/>
                </a:lnTo>
                <a:lnTo>
                  <a:pt x="86405" y="82410"/>
                </a:lnTo>
                <a:lnTo>
                  <a:pt x="86433" y="83246"/>
                </a:lnTo>
                <a:lnTo>
                  <a:pt x="86449" y="84088"/>
                </a:lnTo>
                <a:lnTo>
                  <a:pt x="86455" y="84938"/>
                </a:lnTo>
                <a:lnTo>
                  <a:pt x="86449" y="85798"/>
                </a:lnTo>
                <a:lnTo>
                  <a:pt x="86432" y="86652"/>
                </a:lnTo>
                <a:lnTo>
                  <a:pt x="86404" y="87500"/>
                </a:lnTo>
                <a:lnTo>
                  <a:pt x="86365" y="88340"/>
                </a:lnTo>
                <a:lnTo>
                  <a:pt x="86315" y="89174"/>
                </a:lnTo>
                <a:lnTo>
                  <a:pt x="86253" y="90002"/>
                </a:lnTo>
                <a:lnTo>
                  <a:pt x="86181" y="90823"/>
                </a:lnTo>
                <a:lnTo>
                  <a:pt x="86097" y="91637"/>
                </a:lnTo>
                <a:lnTo>
                  <a:pt x="86002" y="92445"/>
                </a:lnTo>
                <a:lnTo>
                  <a:pt x="85895" y="93246"/>
                </a:lnTo>
                <a:lnTo>
                  <a:pt x="85778" y="94041"/>
                </a:lnTo>
                <a:lnTo>
                  <a:pt x="85649" y="94829"/>
                </a:lnTo>
                <a:lnTo>
                  <a:pt x="85509" y="95610"/>
                </a:lnTo>
                <a:lnTo>
                  <a:pt x="85358" y="96385"/>
                </a:lnTo>
                <a:lnTo>
                  <a:pt x="85196" y="97153"/>
                </a:lnTo>
                <a:lnTo>
                  <a:pt x="85022" y="97915"/>
                </a:lnTo>
                <a:lnTo>
                  <a:pt x="84838" y="98670"/>
                </a:lnTo>
                <a:lnTo>
                  <a:pt x="84642" y="99418"/>
                </a:lnTo>
                <a:lnTo>
                  <a:pt x="84435" y="100160"/>
                </a:lnTo>
                <a:lnTo>
                  <a:pt x="84217" y="100896"/>
                </a:lnTo>
                <a:lnTo>
                  <a:pt x="83987" y="101624"/>
                </a:lnTo>
                <a:lnTo>
                  <a:pt x="83746" y="102346"/>
                </a:lnTo>
                <a:lnTo>
                  <a:pt x="83495" y="103062"/>
                </a:lnTo>
                <a:lnTo>
                  <a:pt x="83232" y="103771"/>
                </a:lnTo>
                <a:lnTo>
                  <a:pt x="82963" y="104466"/>
                </a:lnTo>
                <a:lnTo>
                  <a:pt x="82683" y="105148"/>
                </a:lnTo>
                <a:lnTo>
                  <a:pt x="82392" y="105819"/>
                </a:lnTo>
                <a:lnTo>
                  <a:pt x="82091" y="106478"/>
                </a:lnTo>
                <a:lnTo>
                  <a:pt x="81778" y="107125"/>
                </a:lnTo>
                <a:lnTo>
                  <a:pt x="81454" y="107760"/>
                </a:lnTo>
                <a:lnTo>
                  <a:pt x="81120" y="108384"/>
                </a:lnTo>
                <a:lnTo>
                  <a:pt x="80774" y="108995"/>
                </a:lnTo>
                <a:lnTo>
                  <a:pt x="80417" y="109595"/>
                </a:lnTo>
                <a:lnTo>
                  <a:pt x="80050" y="110183"/>
                </a:lnTo>
                <a:lnTo>
                  <a:pt x="79671" y="110759"/>
                </a:lnTo>
                <a:lnTo>
                  <a:pt x="79282" y="111323"/>
                </a:lnTo>
                <a:lnTo>
                  <a:pt x="78881" y="111876"/>
                </a:lnTo>
                <a:lnTo>
                  <a:pt x="78470" y="112416"/>
                </a:lnTo>
                <a:lnTo>
                  <a:pt x="78047" y="112945"/>
                </a:lnTo>
                <a:lnTo>
                  <a:pt x="77614" y="113461"/>
                </a:lnTo>
                <a:lnTo>
                  <a:pt x="77170" y="113966"/>
                </a:lnTo>
                <a:lnTo>
                  <a:pt x="76714" y="114459"/>
                </a:lnTo>
                <a:lnTo>
                  <a:pt x="76248" y="114941"/>
                </a:lnTo>
                <a:lnTo>
                  <a:pt x="75771" y="115410"/>
                </a:lnTo>
                <a:lnTo>
                  <a:pt x="75283" y="115868"/>
                </a:lnTo>
                <a:lnTo>
                  <a:pt x="74783" y="116313"/>
                </a:lnTo>
                <a:lnTo>
                  <a:pt x="74273" y="116747"/>
                </a:lnTo>
                <a:lnTo>
                  <a:pt x="73752" y="117169"/>
                </a:lnTo>
                <a:lnTo>
                  <a:pt x="73225" y="117571"/>
                </a:lnTo>
                <a:lnTo>
                  <a:pt x="72688" y="117956"/>
                </a:lnTo>
                <a:lnTo>
                  <a:pt x="72139" y="118324"/>
                </a:lnTo>
                <a:lnTo>
                  <a:pt x="71580" y="118675"/>
                </a:lnTo>
                <a:lnTo>
                  <a:pt x="71011" y="119009"/>
                </a:lnTo>
                <a:lnTo>
                  <a:pt x="70430" y="119326"/>
                </a:lnTo>
                <a:lnTo>
                  <a:pt x="69839" y="119625"/>
                </a:lnTo>
                <a:lnTo>
                  <a:pt x="69237" y="119908"/>
                </a:lnTo>
                <a:lnTo>
                  <a:pt x="68624" y="120173"/>
                </a:lnTo>
                <a:lnTo>
                  <a:pt x="68001" y="120421"/>
                </a:lnTo>
                <a:lnTo>
                  <a:pt x="67366" y="120652"/>
                </a:lnTo>
                <a:lnTo>
                  <a:pt x="66721" y="120866"/>
                </a:lnTo>
                <a:lnTo>
                  <a:pt x="66065" y="121063"/>
                </a:lnTo>
                <a:lnTo>
                  <a:pt x="65399" y="121243"/>
                </a:lnTo>
                <a:lnTo>
                  <a:pt x="64722" y="121405"/>
                </a:lnTo>
                <a:lnTo>
                  <a:pt x="64034" y="121551"/>
                </a:lnTo>
                <a:lnTo>
                  <a:pt x="63335" y="121679"/>
                </a:lnTo>
                <a:lnTo>
                  <a:pt x="62625" y="121790"/>
                </a:lnTo>
                <a:lnTo>
                  <a:pt x="61905" y="121884"/>
                </a:lnTo>
                <a:lnTo>
                  <a:pt x="61174" y="121961"/>
                </a:lnTo>
                <a:lnTo>
                  <a:pt x="60432" y="122021"/>
                </a:lnTo>
                <a:lnTo>
                  <a:pt x="59679" y="122064"/>
                </a:lnTo>
                <a:lnTo>
                  <a:pt x="58916" y="122090"/>
                </a:lnTo>
                <a:lnTo>
                  <a:pt x="58142" y="122098"/>
                </a:lnTo>
                <a:lnTo>
                  <a:pt x="57399" y="122090"/>
                </a:lnTo>
                <a:lnTo>
                  <a:pt x="56666" y="122066"/>
                </a:lnTo>
                <a:lnTo>
                  <a:pt x="55942" y="122025"/>
                </a:lnTo>
                <a:lnTo>
                  <a:pt x="55228" y="121969"/>
                </a:lnTo>
                <a:lnTo>
                  <a:pt x="54524" y="121895"/>
                </a:lnTo>
                <a:lnTo>
                  <a:pt x="53829" y="121806"/>
                </a:lnTo>
                <a:lnTo>
                  <a:pt x="53144" y="121701"/>
                </a:lnTo>
                <a:lnTo>
                  <a:pt x="52468" y="121579"/>
                </a:lnTo>
                <a:lnTo>
                  <a:pt x="51803" y="121441"/>
                </a:lnTo>
                <a:lnTo>
                  <a:pt x="51146" y="121287"/>
                </a:lnTo>
                <a:lnTo>
                  <a:pt x="50500" y="121116"/>
                </a:lnTo>
                <a:lnTo>
                  <a:pt x="49863" y="120929"/>
                </a:lnTo>
                <a:lnTo>
                  <a:pt x="49236" y="120726"/>
                </a:lnTo>
                <a:lnTo>
                  <a:pt x="48619" y="120507"/>
                </a:lnTo>
                <a:lnTo>
                  <a:pt x="48011" y="120272"/>
                </a:lnTo>
                <a:lnTo>
                  <a:pt x="47413" y="120020"/>
                </a:lnTo>
                <a:lnTo>
                  <a:pt x="46824" y="119752"/>
                </a:lnTo>
                <a:lnTo>
                  <a:pt x="46245" y="119468"/>
                </a:lnTo>
                <a:lnTo>
                  <a:pt x="45676" y="119167"/>
                </a:lnTo>
                <a:lnTo>
                  <a:pt x="45116" y="118851"/>
                </a:lnTo>
                <a:lnTo>
                  <a:pt x="44566" y="118518"/>
                </a:lnTo>
                <a:lnTo>
                  <a:pt x="44026" y="118169"/>
                </a:lnTo>
                <a:lnTo>
                  <a:pt x="43496" y="117803"/>
                </a:lnTo>
                <a:lnTo>
                  <a:pt x="42975" y="117422"/>
                </a:lnTo>
                <a:lnTo>
                  <a:pt x="42464" y="117021"/>
                </a:lnTo>
                <a:lnTo>
                  <a:pt x="41963" y="116607"/>
                </a:lnTo>
                <a:lnTo>
                  <a:pt x="41473" y="116181"/>
                </a:lnTo>
                <a:lnTo>
                  <a:pt x="40993" y="115742"/>
                </a:lnTo>
                <a:lnTo>
                  <a:pt x="40523" y="115290"/>
                </a:lnTo>
                <a:lnTo>
                  <a:pt x="40064" y="114827"/>
                </a:lnTo>
                <a:lnTo>
                  <a:pt x="39614" y="114350"/>
                </a:lnTo>
                <a:lnTo>
                  <a:pt x="39176" y="113862"/>
                </a:lnTo>
                <a:lnTo>
                  <a:pt x="38747" y="113360"/>
                </a:lnTo>
                <a:lnTo>
                  <a:pt x="38329" y="112847"/>
                </a:lnTo>
                <a:lnTo>
                  <a:pt x="37921" y="112320"/>
                </a:lnTo>
                <a:lnTo>
                  <a:pt x="37524" y="111781"/>
                </a:lnTo>
                <a:lnTo>
                  <a:pt x="37137" y="111230"/>
                </a:lnTo>
                <a:lnTo>
                  <a:pt x="36760" y="110666"/>
                </a:lnTo>
                <a:lnTo>
                  <a:pt x="36393" y="110090"/>
                </a:lnTo>
                <a:lnTo>
                  <a:pt x="36037" y="109501"/>
                </a:lnTo>
                <a:lnTo>
                  <a:pt x="35691" y="108900"/>
                </a:lnTo>
                <a:lnTo>
                  <a:pt x="35355" y="108286"/>
                </a:lnTo>
                <a:lnTo>
                  <a:pt x="35030" y="107659"/>
                </a:lnTo>
                <a:lnTo>
                  <a:pt x="34715" y="107020"/>
                </a:lnTo>
                <a:lnTo>
                  <a:pt x="34410" y="106369"/>
                </a:lnTo>
                <a:lnTo>
                  <a:pt x="34116" y="105705"/>
                </a:lnTo>
                <a:lnTo>
                  <a:pt x="33832" y="105029"/>
                </a:lnTo>
                <a:lnTo>
                  <a:pt x="33558" y="104340"/>
                </a:lnTo>
                <a:lnTo>
                  <a:pt x="33295" y="103635"/>
                </a:lnTo>
                <a:lnTo>
                  <a:pt x="33043" y="102921"/>
                </a:lnTo>
                <a:lnTo>
                  <a:pt x="32803" y="102198"/>
                </a:lnTo>
                <a:lnTo>
                  <a:pt x="32573" y="101466"/>
                </a:lnTo>
                <a:lnTo>
                  <a:pt x="32355" y="100725"/>
                </a:lnTo>
                <a:lnTo>
                  <a:pt x="32148" y="99975"/>
                </a:lnTo>
                <a:lnTo>
                  <a:pt x="31952" y="99216"/>
                </a:lnTo>
                <a:lnTo>
                  <a:pt x="31767" y="98448"/>
                </a:lnTo>
                <a:lnTo>
                  <a:pt x="31594" y="97671"/>
                </a:lnTo>
                <a:lnTo>
                  <a:pt x="31432" y="96886"/>
                </a:lnTo>
                <a:lnTo>
                  <a:pt x="31281" y="96091"/>
                </a:lnTo>
                <a:lnTo>
                  <a:pt x="31141" y="95287"/>
                </a:lnTo>
                <a:lnTo>
                  <a:pt x="31012" y="94474"/>
                </a:lnTo>
                <a:lnTo>
                  <a:pt x="30895" y="93652"/>
                </a:lnTo>
                <a:lnTo>
                  <a:pt x="30788" y="92821"/>
                </a:lnTo>
                <a:lnTo>
                  <a:pt x="30693" y="91981"/>
                </a:lnTo>
                <a:lnTo>
                  <a:pt x="30609" y="91132"/>
                </a:lnTo>
                <a:lnTo>
                  <a:pt x="30536" y="90274"/>
                </a:lnTo>
                <a:lnTo>
                  <a:pt x="30475" y="89407"/>
                </a:lnTo>
                <a:lnTo>
                  <a:pt x="30425" y="88532"/>
                </a:lnTo>
                <a:lnTo>
                  <a:pt x="30385" y="87647"/>
                </a:lnTo>
                <a:lnTo>
                  <a:pt x="30357" y="86753"/>
                </a:lnTo>
                <a:lnTo>
                  <a:pt x="30341" y="85850"/>
                </a:lnTo>
                <a:lnTo>
                  <a:pt x="30335" y="84938"/>
                </a:lnTo>
                <a:lnTo>
                  <a:pt x="30340" y="84037"/>
                </a:lnTo>
                <a:lnTo>
                  <a:pt x="30357" y="83145"/>
                </a:lnTo>
                <a:lnTo>
                  <a:pt x="30384" y="82263"/>
                </a:lnTo>
                <a:lnTo>
                  <a:pt x="30423" y="81390"/>
                </a:lnTo>
                <a:lnTo>
                  <a:pt x="30472" y="80527"/>
                </a:lnTo>
                <a:close/>
                <a:moveTo>
                  <a:pt x="759961" y="119245"/>
                </a:moveTo>
                <a:lnTo>
                  <a:pt x="760115" y="119483"/>
                </a:lnTo>
                <a:lnTo>
                  <a:pt x="760274" y="119726"/>
                </a:lnTo>
                <a:lnTo>
                  <a:pt x="760437" y="119973"/>
                </a:lnTo>
                <a:lnTo>
                  <a:pt x="760605" y="120226"/>
                </a:lnTo>
                <a:lnTo>
                  <a:pt x="760779" y="120483"/>
                </a:lnTo>
                <a:lnTo>
                  <a:pt x="760957" y="120746"/>
                </a:lnTo>
                <a:lnTo>
                  <a:pt x="761139" y="121013"/>
                </a:lnTo>
                <a:lnTo>
                  <a:pt x="761327" y="121285"/>
                </a:lnTo>
                <a:lnTo>
                  <a:pt x="761519" y="121561"/>
                </a:lnTo>
                <a:lnTo>
                  <a:pt x="761717" y="121843"/>
                </a:lnTo>
                <a:lnTo>
                  <a:pt x="761919" y="122129"/>
                </a:lnTo>
                <a:lnTo>
                  <a:pt x="762126" y="122420"/>
                </a:lnTo>
                <a:lnTo>
                  <a:pt x="762337" y="122716"/>
                </a:lnTo>
                <a:lnTo>
                  <a:pt x="762554" y="123017"/>
                </a:lnTo>
                <a:lnTo>
                  <a:pt x="762775" y="123323"/>
                </a:lnTo>
                <a:lnTo>
                  <a:pt x="763002" y="123633"/>
                </a:lnTo>
                <a:lnTo>
                  <a:pt x="763233" y="123949"/>
                </a:lnTo>
                <a:lnTo>
                  <a:pt x="763469" y="124269"/>
                </a:lnTo>
                <a:lnTo>
                  <a:pt x="763709" y="124594"/>
                </a:lnTo>
                <a:lnTo>
                  <a:pt x="763955" y="124924"/>
                </a:lnTo>
                <a:lnTo>
                  <a:pt x="764205" y="125258"/>
                </a:lnTo>
                <a:lnTo>
                  <a:pt x="764463" y="125589"/>
                </a:lnTo>
                <a:lnTo>
                  <a:pt x="764729" y="125916"/>
                </a:lnTo>
                <a:lnTo>
                  <a:pt x="765004" y="126241"/>
                </a:lnTo>
                <a:lnTo>
                  <a:pt x="765288" y="126563"/>
                </a:lnTo>
                <a:lnTo>
                  <a:pt x="765582" y="126882"/>
                </a:lnTo>
                <a:lnTo>
                  <a:pt x="765884" y="127198"/>
                </a:lnTo>
                <a:lnTo>
                  <a:pt x="766195" y="127511"/>
                </a:lnTo>
                <a:lnTo>
                  <a:pt x="766516" y="127821"/>
                </a:lnTo>
                <a:lnTo>
                  <a:pt x="766845" y="128129"/>
                </a:lnTo>
                <a:lnTo>
                  <a:pt x="767183" y="128434"/>
                </a:lnTo>
                <a:lnTo>
                  <a:pt x="767530" y="128735"/>
                </a:lnTo>
                <a:lnTo>
                  <a:pt x="767887" y="129034"/>
                </a:lnTo>
                <a:lnTo>
                  <a:pt x="768252" y="129331"/>
                </a:lnTo>
                <a:lnTo>
                  <a:pt x="768626" y="129624"/>
                </a:lnTo>
                <a:lnTo>
                  <a:pt x="769009" y="129914"/>
                </a:lnTo>
                <a:lnTo>
                  <a:pt x="769402" y="130202"/>
                </a:lnTo>
                <a:lnTo>
                  <a:pt x="769803" y="130487"/>
                </a:lnTo>
                <a:lnTo>
                  <a:pt x="770213" y="130768"/>
                </a:lnTo>
                <a:lnTo>
                  <a:pt x="770632" y="131047"/>
                </a:lnTo>
                <a:lnTo>
                  <a:pt x="771061" y="131324"/>
                </a:lnTo>
                <a:lnTo>
                  <a:pt x="771498" y="131597"/>
                </a:lnTo>
                <a:lnTo>
                  <a:pt x="771944" y="131867"/>
                </a:lnTo>
                <a:lnTo>
                  <a:pt x="772399" y="132135"/>
                </a:lnTo>
                <a:lnTo>
                  <a:pt x="772864" y="132400"/>
                </a:lnTo>
                <a:lnTo>
                  <a:pt x="773339" y="132652"/>
                </a:lnTo>
                <a:lnTo>
                  <a:pt x="773827" y="132894"/>
                </a:lnTo>
                <a:lnTo>
                  <a:pt x="774328" y="133125"/>
                </a:lnTo>
                <a:lnTo>
                  <a:pt x="774842" y="133346"/>
                </a:lnTo>
                <a:lnTo>
                  <a:pt x="775369" y="133556"/>
                </a:lnTo>
                <a:lnTo>
                  <a:pt x="775909" y="133754"/>
                </a:lnTo>
                <a:lnTo>
                  <a:pt x="776462" y="133943"/>
                </a:lnTo>
                <a:lnTo>
                  <a:pt x="777028" y="134120"/>
                </a:lnTo>
                <a:lnTo>
                  <a:pt x="777606" y="134287"/>
                </a:lnTo>
                <a:lnTo>
                  <a:pt x="778198" y="134443"/>
                </a:lnTo>
                <a:lnTo>
                  <a:pt x="778803" y="134588"/>
                </a:lnTo>
                <a:lnTo>
                  <a:pt x="779420" y="134722"/>
                </a:lnTo>
                <a:lnTo>
                  <a:pt x="780051" y="134846"/>
                </a:lnTo>
                <a:lnTo>
                  <a:pt x="780694" y="134959"/>
                </a:lnTo>
                <a:lnTo>
                  <a:pt x="781351" y="135061"/>
                </a:lnTo>
                <a:lnTo>
                  <a:pt x="782020" y="135152"/>
                </a:lnTo>
                <a:lnTo>
                  <a:pt x="782703" y="135233"/>
                </a:lnTo>
                <a:lnTo>
                  <a:pt x="783398" y="135303"/>
                </a:lnTo>
                <a:lnTo>
                  <a:pt x="784106" y="135362"/>
                </a:lnTo>
                <a:lnTo>
                  <a:pt x="784827" y="135410"/>
                </a:lnTo>
                <a:lnTo>
                  <a:pt x="785561" y="135448"/>
                </a:lnTo>
                <a:lnTo>
                  <a:pt x="786308" y="135475"/>
                </a:lnTo>
                <a:lnTo>
                  <a:pt x="787068" y="135491"/>
                </a:lnTo>
                <a:lnTo>
                  <a:pt x="787841" y="135496"/>
                </a:lnTo>
                <a:lnTo>
                  <a:pt x="788848" y="135486"/>
                </a:lnTo>
                <a:lnTo>
                  <a:pt x="789844" y="135454"/>
                </a:lnTo>
                <a:lnTo>
                  <a:pt x="790830" y="135401"/>
                </a:lnTo>
                <a:lnTo>
                  <a:pt x="791807" y="135326"/>
                </a:lnTo>
                <a:lnTo>
                  <a:pt x="792774" y="135230"/>
                </a:lnTo>
                <a:lnTo>
                  <a:pt x="793731" y="135113"/>
                </a:lnTo>
                <a:lnTo>
                  <a:pt x="794678" y="134975"/>
                </a:lnTo>
                <a:lnTo>
                  <a:pt x="795615" y="134815"/>
                </a:lnTo>
                <a:lnTo>
                  <a:pt x="796542" y="134634"/>
                </a:lnTo>
                <a:lnTo>
                  <a:pt x="797459" y="134432"/>
                </a:lnTo>
                <a:lnTo>
                  <a:pt x="798367" y="134209"/>
                </a:lnTo>
                <a:lnTo>
                  <a:pt x="799264" y="133964"/>
                </a:lnTo>
                <a:lnTo>
                  <a:pt x="800152" y="133698"/>
                </a:lnTo>
                <a:lnTo>
                  <a:pt x="801030" y="133410"/>
                </a:lnTo>
                <a:lnTo>
                  <a:pt x="801898" y="133102"/>
                </a:lnTo>
                <a:lnTo>
                  <a:pt x="802756" y="132772"/>
                </a:lnTo>
                <a:lnTo>
                  <a:pt x="803604" y="132421"/>
                </a:lnTo>
                <a:lnTo>
                  <a:pt x="804443" y="132048"/>
                </a:lnTo>
                <a:lnTo>
                  <a:pt x="805271" y="131654"/>
                </a:lnTo>
                <a:lnTo>
                  <a:pt x="806090" y="131239"/>
                </a:lnTo>
                <a:lnTo>
                  <a:pt x="806899" y="130803"/>
                </a:lnTo>
                <a:lnTo>
                  <a:pt x="807697" y="130345"/>
                </a:lnTo>
                <a:lnTo>
                  <a:pt x="808486" y="129866"/>
                </a:lnTo>
                <a:lnTo>
                  <a:pt x="809266" y="129366"/>
                </a:lnTo>
                <a:lnTo>
                  <a:pt x="810033" y="128841"/>
                </a:lnTo>
                <a:lnTo>
                  <a:pt x="810786" y="128299"/>
                </a:lnTo>
                <a:lnTo>
                  <a:pt x="811525" y="127739"/>
                </a:lnTo>
                <a:lnTo>
                  <a:pt x="812250" y="127161"/>
                </a:lnTo>
                <a:lnTo>
                  <a:pt x="812961" y="126566"/>
                </a:lnTo>
                <a:lnTo>
                  <a:pt x="813658" y="125953"/>
                </a:lnTo>
                <a:lnTo>
                  <a:pt x="814341" y="125323"/>
                </a:lnTo>
                <a:lnTo>
                  <a:pt x="815009" y="124675"/>
                </a:lnTo>
                <a:lnTo>
                  <a:pt x="815664" y="124010"/>
                </a:lnTo>
                <a:lnTo>
                  <a:pt x="816305" y="123327"/>
                </a:lnTo>
                <a:lnTo>
                  <a:pt x="816932" y="122627"/>
                </a:lnTo>
                <a:lnTo>
                  <a:pt x="817544" y="121909"/>
                </a:lnTo>
                <a:lnTo>
                  <a:pt x="818143" y="121173"/>
                </a:lnTo>
                <a:lnTo>
                  <a:pt x="818728" y="120420"/>
                </a:lnTo>
                <a:lnTo>
                  <a:pt x="819298" y="119649"/>
                </a:lnTo>
                <a:lnTo>
                  <a:pt x="819855" y="118861"/>
                </a:lnTo>
                <a:lnTo>
                  <a:pt x="820397" y="118056"/>
                </a:lnTo>
                <a:lnTo>
                  <a:pt x="820926" y="117232"/>
                </a:lnTo>
                <a:lnTo>
                  <a:pt x="821440" y="116391"/>
                </a:lnTo>
                <a:lnTo>
                  <a:pt x="821940" y="115533"/>
                </a:lnTo>
                <a:lnTo>
                  <a:pt x="822426" y="114657"/>
                </a:lnTo>
                <a:lnTo>
                  <a:pt x="822899" y="113763"/>
                </a:lnTo>
                <a:lnTo>
                  <a:pt x="823357" y="112852"/>
                </a:lnTo>
                <a:lnTo>
                  <a:pt x="823801" y="111924"/>
                </a:lnTo>
                <a:lnTo>
                  <a:pt x="824229" y="110974"/>
                </a:lnTo>
                <a:lnTo>
                  <a:pt x="824639" y="110010"/>
                </a:lnTo>
                <a:lnTo>
                  <a:pt x="825030" y="109031"/>
                </a:lnTo>
                <a:lnTo>
                  <a:pt x="825404" y="108039"/>
                </a:lnTo>
                <a:lnTo>
                  <a:pt x="825759" y="107032"/>
                </a:lnTo>
                <a:lnTo>
                  <a:pt x="826096" y="106011"/>
                </a:lnTo>
                <a:lnTo>
                  <a:pt x="826415" y="104975"/>
                </a:lnTo>
                <a:lnTo>
                  <a:pt x="826715" y="103926"/>
                </a:lnTo>
                <a:lnTo>
                  <a:pt x="826997" y="102862"/>
                </a:lnTo>
                <a:lnTo>
                  <a:pt x="827262" y="101783"/>
                </a:lnTo>
                <a:lnTo>
                  <a:pt x="827507" y="100691"/>
                </a:lnTo>
                <a:lnTo>
                  <a:pt x="827735" y="99584"/>
                </a:lnTo>
                <a:lnTo>
                  <a:pt x="827945" y="98463"/>
                </a:lnTo>
                <a:lnTo>
                  <a:pt x="828136" y="97328"/>
                </a:lnTo>
                <a:lnTo>
                  <a:pt x="828309" y="96178"/>
                </a:lnTo>
                <a:lnTo>
                  <a:pt x="828464" y="95015"/>
                </a:lnTo>
                <a:lnTo>
                  <a:pt x="828600" y="93837"/>
                </a:lnTo>
                <a:lnTo>
                  <a:pt x="828719" y="92644"/>
                </a:lnTo>
                <a:lnTo>
                  <a:pt x="828819" y="91438"/>
                </a:lnTo>
                <a:lnTo>
                  <a:pt x="828901" y="90217"/>
                </a:lnTo>
                <a:lnTo>
                  <a:pt x="828964" y="88982"/>
                </a:lnTo>
                <a:lnTo>
                  <a:pt x="829010" y="87732"/>
                </a:lnTo>
                <a:lnTo>
                  <a:pt x="829037" y="86469"/>
                </a:lnTo>
                <a:lnTo>
                  <a:pt x="829046" y="85191"/>
                </a:lnTo>
                <a:lnTo>
                  <a:pt x="829037" y="83923"/>
                </a:lnTo>
                <a:lnTo>
                  <a:pt x="829010" y="82670"/>
                </a:lnTo>
                <a:lnTo>
                  <a:pt x="828964" y="81431"/>
                </a:lnTo>
                <a:lnTo>
                  <a:pt x="828901" y="80205"/>
                </a:lnTo>
                <a:lnTo>
                  <a:pt x="828819" y="78994"/>
                </a:lnTo>
                <a:lnTo>
                  <a:pt x="828719" y="77797"/>
                </a:lnTo>
                <a:lnTo>
                  <a:pt x="828600" y="76613"/>
                </a:lnTo>
                <a:lnTo>
                  <a:pt x="828464" y="75444"/>
                </a:lnTo>
                <a:lnTo>
                  <a:pt x="828309" y="74289"/>
                </a:lnTo>
                <a:lnTo>
                  <a:pt x="828136" y="73148"/>
                </a:lnTo>
                <a:lnTo>
                  <a:pt x="827945" y="72021"/>
                </a:lnTo>
                <a:lnTo>
                  <a:pt x="827735" y="70908"/>
                </a:lnTo>
                <a:lnTo>
                  <a:pt x="827507" y="69809"/>
                </a:lnTo>
                <a:lnTo>
                  <a:pt x="827262" y="68724"/>
                </a:lnTo>
                <a:lnTo>
                  <a:pt x="826997" y="67653"/>
                </a:lnTo>
                <a:lnTo>
                  <a:pt x="826715" y="66597"/>
                </a:lnTo>
                <a:lnTo>
                  <a:pt x="826415" y="65554"/>
                </a:lnTo>
                <a:lnTo>
                  <a:pt x="826096" y="64525"/>
                </a:lnTo>
                <a:lnTo>
                  <a:pt x="825759" y="63510"/>
                </a:lnTo>
                <a:lnTo>
                  <a:pt x="825404" y="62510"/>
                </a:lnTo>
                <a:lnTo>
                  <a:pt x="825030" y="61523"/>
                </a:lnTo>
                <a:lnTo>
                  <a:pt x="824639" y="60551"/>
                </a:lnTo>
                <a:lnTo>
                  <a:pt x="824229" y="59592"/>
                </a:lnTo>
                <a:lnTo>
                  <a:pt x="823801" y="58648"/>
                </a:lnTo>
                <a:lnTo>
                  <a:pt x="823357" y="57719"/>
                </a:lnTo>
                <a:lnTo>
                  <a:pt x="822898" y="56808"/>
                </a:lnTo>
                <a:lnTo>
                  <a:pt x="822425" y="55915"/>
                </a:lnTo>
                <a:lnTo>
                  <a:pt x="821938" y="55040"/>
                </a:lnTo>
                <a:lnTo>
                  <a:pt x="821437" y="54183"/>
                </a:lnTo>
                <a:lnTo>
                  <a:pt x="820922" y="53343"/>
                </a:lnTo>
                <a:lnTo>
                  <a:pt x="820392" y="52521"/>
                </a:lnTo>
                <a:lnTo>
                  <a:pt x="819848" y="51717"/>
                </a:lnTo>
                <a:lnTo>
                  <a:pt x="819289" y="50931"/>
                </a:lnTo>
                <a:lnTo>
                  <a:pt x="818717" y="50162"/>
                </a:lnTo>
                <a:lnTo>
                  <a:pt x="818130" y="49411"/>
                </a:lnTo>
                <a:lnTo>
                  <a:pt x="817529" y="48678"/>
                </a:lnTo>
                <a:lnTo>
                  <a:pt x="816913" y="47963"/>
                </a:lnTo>
                <a:lnTo>
                  <a:pt x="816284" y="47265"/>
                </a:lnTo>
                <a:lnTo>
                  <a:pt x="815640" y="46586"/>
                </a:lnTo>
                <a:lnTo>
                  <a:pt x="814981" y="45924"/>
                </a:lnTo>
                <a:lnTo>
                  <a:pt x="814309" y="45280"/>
                </a:lnTo>
                <a:lnTo>
                  <a:pt x="813622" y="44653"/>
                </a:lnTo>
                <a:lnTo>
                  <a:pt x="812921" y="44045"/>
                </a:lnTo>
                <a:lnTo>
                  <a:pt x="812206" y="43454"/>
                </a:lnTo>
                <a:lnTo>
                  <a:pt x="811476" y="42881"/>
                </a:lnTo>
                <a:lnTo>
                  <a:pt x="810733" y="42326"/>
                </a:lnTo>
                <a:lnTo>
                  <a:pt x="809975" y="41788"/>
                </a:lnTo>
                <a:lnTo>
                  <a:pt x="809202" y="41268"/>
                </a:lnTo>
                <a:lnTo>
                  <a:pt x="808418" y="40768"/>
                </a:lnTo>
                <a:lnTo>
                  <a:pt x="807623" y="40289"/>
                </a:lnTo>
                <a:lnTo>
                  <a:pt x="806819" y="39831"/>
                </a:lnTo>
                <a:lnTo>
                  <a:pt x="806004" y="39395"/>
                </a:lnTo>
                <a:lnTo>
                  <a:pt x="805179" y="38980"/>
                </a:lnTo>
                <a:lnTo>
                  <a:pt x="804344" y="38586"/>
                </a:lnTo>
                <a:lnTo>
                  <a:pt x="803499" y="38214"/>
                </a:lnTo>
                <a:lnTo>
                  <a:pt x="802644" y="37863"/>
                </a:lnTo>
                <a:lnTo>
                  <a:pt x="801779" y="37533"/>
                </a:lnTo>
                <a:lnTo>
                  <a:pt x="800903" y="37224"/>
                </a:lnTo>
                <a:lnTo>
                  <a:pt x="800018" y="36937"/>
                </a:lnTo>
                <a:lnTo>
                  <a:pt x="799122" y="36671"/>
                </a:lnTo>
                <a:lnTo>
                  <a:pt x="798217" y="36426"/>
                </a:lnTo>
                <a:lnTo>
                  <a:pt x="797301" y="36202"/>
                </a:lnTo>
                <a:lnTo>
                  <a:pt x="796375" y="36000"/>
                </a:lnTo>
                <a:lnTo>
                  <a:pt x="795439" y="35819"/>
                </a:lnTo>
                <a:lnTo>
                  <a:pt x="794493" y="35660"/>
                </a:lnTo>
                <a:lnTo>
                  <a:pt x="793537" y="35521"/>
                </a:lnTo>
                <a:lnTo>
                  <a:pt x="792571" y="35404"/>
                </a:lnTo>
                <a:lnTo>
                  <a:pt x="791595" y="35308"/>
                </a:lnTo>
                <a:lnTo>
                  <a:pt x="790608" y="35234"/>
                </a:lnTo>
                <a:lnTo>
                  <a:pt x="789612" y="35181"/>
                </a:lnTo>
                <a:lnTo>
                  <a:pt x="788605" y="35149"/>
                </a:lnTo>
                <a:lnTo>
                  <a:pt x="787589" y="35138"/>
                </a:lnTo>
                <a:lnTo>
                  <a:pt x="786805" y="35144"/>
                </a:lnTo>
                <a:lnTo>
                  <a:pt x="786036" y="35160"/>
                </a:lnTo>
                <a:lnTo>
                  <a:pt x="785280" y="35187"/>
                </a:lnTo>
                <a:lnTo>
                  <a:pt x="784538" y="35226"/>
                </a:lnTo>
                <a:lnTo>
                  <a:pt x="783809" y="35275"/>
                </a:lnTo>
                <a:lnTo>
                  <a:pt x="783094" y="35336"/>
                </a:lnTo>
                <a:lnTo>
                  <a:pt x="782392" y="35407"/>
                </a:lnTo>
                <a:lnTo>
                  <a:pt x="781704" y="35489"/>
                </a:lnTo>
                <a:lnTo>
                  <a:pt x="781030" y="35582"/>
                </a:lnTo>
                <a:lnTo>
                  <a:pt x="780369" y="35687"/>
                </a:lnTo>
                <a:lnTo>
                  <a:pt x="779722" y="35802"/>
                </a:lnTo>
                <a:lnTo>
                  <a:pt x="779088" y="35928"/>
                </a:lnTo>
                <a:lnTo>
                  <a:pt x="778469" y="36065"/>
                </a:lnTo>
                <a:lnTo>
                  <a:pt x="777862" y="36213"/>
                </a:lnTo>
                <a:lnTo>
                  <a:pt x="777270" y="36372"/>
                </a:lnTo>
                <a:lnTo>
                  <a:pt x="776690" y="36542"/>
                </a:lnTo>
                <a:lnTo>
                  <a:pt x="776125" y="36723"/>
                </a:lnTo>
                <a:lnTo>
                  <a:pt x="775573" y="36915"/>
                </a:lnTo>
                <a:lnTo>
                  <a:pt x="775035" y="37118"/>
                </a:lnTo>
                <a:lnTo>
                  <a:pt x="774510" y="37332"/>
                </a:lnTo>
                <a:lnTo>
                  <a:pt x="773999" y="37557"/>
                </a:lnTo>
                <a:lnTo>
                  <a:pt x="773502" y="37793"/>
                </a:lnTo>
                <a:lnTo>
                  <a:pt x="773018" y="38040"/>
                </a:lnTo>
                <a:lnTo>
                  <a:pt x="772547" y="38298"/>
                </a:lnTo>
                <a:lnTo>
                  <a:pt x="772094" y="38558"/>
                </a:lnTo>
                <a:lnTo>
                  <a:pt x="771649" y="38820"/>
                </a:lnTo>
                <a:lnTo>
                  <a:pt x="771212" y="39086"/>
                </a:lnTo>
                <a:lnTo>
                  <a:pt x="770785" y="39355"/>
                </a:lnTo>
                <a:lnTo>
                  <a:pt x="770366" y="39627"/>
                </a:lnTo>
                <a:lnTo>
                  <a:pt x="769956" y="39902"/>
                </a:lnTo>
                <a:lnTo>
                  <a:pt x="769555" y="40180"/>
                </a:lnTo>
                <a:lnTo>
                  <a:pt x="769163" y="40461"/>
                </a:lnTo>
                <a:lnTo>
                  <a:pt x="768779" y="40745"/>
                </a:lnTo>
                <a:lnTo>
                  <a:pt x="768404" y="41032"/>
                </a:lnTo>
                <a:lnTo>
                  <a:pt x="768038" y="41322"/>
                </a:lnTo>
                <a:lnTo>
                  <a:pt x="767681" y="41616"/>
                </a:lnTo>
                <a:lnTo>
                  <a:pt x="767333" y="41912"/>
                </a:lnTo>
                <a:lnTo>
                  <a:pt x="766993" y="42212"/>
                </a:lnTo>
                <a:lnTo>
                  <a:pt x="766662" y="42514"/>
                </a:lnTo>
                <a:lnTo>
                  <a:pt x="766340" y="42820"/>
                </a:lnTo>
                <a:lnTo>
                  <a:pt x="766027" y="43129"/>
                </a:lnTo>
                <a:lnTo>
                  <a:pt x="765722" y="43441"/>
                </a:lnTo>
                <a:lnTo>
                  <a:pt x="765426" y="43756"/>
                </a:lnTo>
                <a:lnTo>
                  <a:pt x="765139" y="44074"/>
                </a:lnTo>
                <a:lnTo>
                  <a:pt x="764861" y="44395"/>
                </a:lnTo>
                <a:lnTo>
                  <a:pt x="764592" y="44719"/>
                </a:lnTo>
                <a:lnTo>
                  <a:pt x="764331" y="45046"/>
                </a:lnTo>
                <a:lnTo>
                  <a:pt x="764079" y="45376"/>
                </a:lnTo>
                <a:lnTo>
                  <a:pt x="763839" y="45700"/>
                </a:lnTo>
                <a:lnTo>
                  <a:pt x="763603" y="46020"/>
                </a:lnTo>
                <a:lnTo>
                  <a:pt x="763372" y="46334"/>
                </a:lnTo>
                <a:lnTo>
                  <a:pt x="763145" y="46644"/>
                </a:lnTo>
                <a:lnTo>
                  <a:pt x="762923" y="46948"/>
                </a:lnTo>
                <a:lnTo>
                  <a:pt x="762704" y="47248"/>
                </a:lnTo>
                <a:lnTo>
                  <a:pt x="762491" y="47543"/>
                </a:lnTo>
                <a:lnTo>
                  <a:pt x="762281" y="47834"/>
                </a:lnTo>
                <a:lnTo>
                  <a:pt x="762076" y="48119"/>
                </a:lnTo>
                <a:lnTo>
                  <a:pt x="761876" y="48400"/>
                </a:lnTo>
                <a:lnTo>
                  <a:pt x="761680" y="48676"/>
                </a:lnTo>
                <a:lnTo>
                  <a:pt x="761488" y="48947"/>
                </a:lnTo>
                <a:lnTo>
                  <a:pt x="761300" y="49213"/>
                </a:lnTo>
                <a:lnTo>
                  <a:pt x="761117" y="49474"/>
                </a:lnTo>
                <a:lnTo>
                  <a:pt x="760939" y="49731"/>
                </a:lnTo>
                <a:lnTo>
                  <a:pt x="760765" y="49983"/>
                </a:lnTo>
                <a:lnTo>
                  <a:pt x="760595" y="50229"/>
                </a:lnTo>
                <a:lnTo>
                  <a:pt x="760429" y="50471"/>
                </a:lnTo>
                <a:lnTo>
                  <a:pt x="760268" y="50709"/>
                </a:lnTo>
                <a:lnTo>
                  <a:pt x="760112" y="50941"/>
                </a:lnTo>
                <a:lnTo>
                  <a:pt x="759959" y="51169"/>
                </a:lnTo>
                <a:lnTo>
                  <a:pt x="759811" y="51391"/>
                </a:lnTo>
                <a:lnTo>
                  <a:pt x="759668" y="51609"/>
                </a:lnTo>
                <a:lnTo>
                  <a:pt x="759529" y="51822"/>
                </a:lnTo>
                <a:lnTo>
                  <a:pt x="758265" y="51822"/>
                </a:lnTo>
                <a:lnTo>
                  <a:pt x="758265" y="4045"/>
                </a:lnTo>
                <a:lnTo>
                  <a:pt x="743350" y="4045"/>
                </a:lnTo>
                <a:lnTo>
                  <a:pt x="743350" y="133474"/>
                </a:lnTo>
                <a:lnTo>
                  <a:pt x="757759" y="133474"/>
                </a:lnTo>
                <a:lnTo>
                  <a:pt x="757759" y="118559"/>
                </a:lnTo>
                <a:lnTo>
                  <a:pt x="759529" y="118559"/>
                </a:lnTo>
                <a:lnTo>
                  <a:pt x="759668" y="118783"/>
                </a:lnTo>
                <a:lnTo>
                  <a:pt x="759812" y="119011"/>
                </a:lnTo>
                <a:lnTo>
                  <a:pt x="759961" y="119245"/>
                </a:lnTo>
                <a:close/>
                <a:moveTo>
                  <a:pt x="758209" y="79673"/>
                </a:moveTo>
                <a:lnTo>
                  <a:pt x="758281" y="78828"/>
                </a:lnTo>
                <a:lnTo>
                  <a:pt x="758363" y="77993"/>
                </a:lnTo>
                <a:lnTo>
                  <a:pt x="758456" y="77168"/>
                </a:lnTo>
                <a:lnTo>
                  <a:pt x="758561" y="76351"/>
                </a:lnTo>
                <a:lnTo>
                  <a:pt x="758676" y="75545"/>
                </a:lnTo>
                <a:lnTo>
                  <a:pt x="758802" y="74747"/>
                </a:lnTo>
                <a:lnTo>
                  <a:pt x="758939" y="73959"/>
                </a:lnTo>
                <a:lnTo>
                  <a:pt x="759087" y="73181"/>
                </a:lnTo>
                <a:lnTo>
                  <a:pt x="759246" y="72412"/>
                </a:lnTo>
                <a:lnTo>
                  <a:pt x="759416" y="71652"/>
                </a:lnTo>
                <a:lnTo>
                  <a:pt x="759597" y="70902"/>
                </a:lnTo>
                <a:lnTo>
                  <a:pt x="759789" y="70162"/>
                </a:lnTo>
                <a:lnTo>
                  <a:pt x="759992" y="69430"/>
                </a:lnTo>
                <a:lnTo>
                  <a:pt x="760206" y="68708"/>
                </a:lnTo>
                <a:lnTo>
                  <a:pt x="760431" y="67996"/>
                </a:lnTo>
                <a:lnTo>
                  <a:pt x="760667" y="67293"/>
                </a:lnTo>
                <a:lnTo>
                  <a:pt x="760914" y="66600"/>
                </a:lnTo>
                <a:lnTo>
                  <a:pt x="761172" y="65915"/>
                </a:lnTo>
                <a:lnTo>
                  <a:pt x="761440" y="65237"/>
                </a:lnTo>
                <a:lnTo>
                  <a:pt x="761720" y="64572"/>
                </a:lnTo>
                <a:lnTo>
                  <a:pt x="762009" y="63919"/>
                </a:lnTo>
                <a:lnTo>
                  <a:pt x="762309" y="63279"/>
                </a:lnTo>
                <a:lnTo>
                  <a:pt x="762620" y="62651"/>
                </a:lnTo>
                <a:lnTo>
                  <a:pt x="762941" y="62037"/>
                </a:lnTo>
                <a:lnTo>
                  <a:pt x="763273" y="61435"/>
                </a:lnTo>
                <a:lnTo>
                  <a:pt x="763616" y="60846"/>
                </a:lnTo>
                <a:lnTo>
                  <a:pt x="763968" y="60269"/>
                </a:lnTo>
                <a:lnTo>
                  <a:pt x="764332" y="59705"/>
                </a:lnTo>
                <a:lnTo>
                  <a:pt x="764706" y="59154"/>
                </a:lnTo>
                <a:lnTo>
                  <a:pt x="765090" y="58616"/>
                </a:lnTo>
                <a:lnTo>
                  <a:pt x="765485" y="58091"/>
                </a:lnTo>
                <a:lnTo>
                  <a:pt x="765891" y="57578"/>
                </a:lnTo>
                <a:lnTo>
                  <a:pt x="766307" y="57078"/>
                </a:lnTo>
                <a:lnTo>
                  <a:pt x="766733" y="56590"/>
                </a:lnTo>
                <a:lnTo>
                  <a:pt x="767170" y="56116"/>
                </a:lnTo>
                <a:lnTo>
                  <a:pt x="767618" y="55654"/>
                </a:lnTo>
                <a:lnTo>
                  <a:pt x="768076" y="55204"/>
                </a:lnTo>
                <a:lnTo>
                  <a:pt x="768545" y="54768"/>
                </a:lnTo>
                <a:lnTo>
                  <a:pt x="769024" y="54344"/>
                </a:lnTo>
                <a:lnTo>
                  <a:pt x="769514" y="53933"/>
                </a:lnTo>
                <a:lnTo>
                  <a:pt x="770014" y="53535"/>
                </a:lnTo>
                <a:lnTo>
                  <a:pt x="770525" y="53149"/>
                </a:lnTo>
                <a:lnTo>
                  <a:pt x="771046" y="52773"/>
                </a:lnTo>
                <a:lnTo>
                  <a:pt x="771578" y="52413"/>
                </a:lnTo>
                <a:lnTo>
                  <a:pt x="772119" y="52068"/>
                </a:lnTo>
                <a:lnTo>
                  <a:pt x="772670" y="51740"/>
                </a:lnTo>
                <a:lnTo>
                  <a:pt x="773232" y="51427"/>
                </a:lnTo>
                <a:lnTo>
                  <a:pt x="773804" y="51131"/>
                </a:lnTo>
                <a:lnTo>
                  <a:pt x="774385" y="50851"/>
                </a:lnTo>
                <a:lnTo>
                  <a:pt x="774977" y="50586"/>
                </a:lnTo>
                <a:lnTo>
                  <a:pt x="775579" y="50338"/>
                </a:lnTo>
                <a:lnTo>
                  <a:pt x="776191" y="50106"/>
                </a:lnTo>
                <a:lnTo>
                  <a:pt x="776813" y="49890"/>
                </a:lnTo>
                <a:lnTo>
                  <a:pt x="777445" y="49689"/>
                </a:lnTo>
                <a:lnTo>
                  <a:pt x="778088" y="49505"/>
                </a:lnTo>
                <a:lnTo>
                  <a:pt x="778740" y="49337"/>
                </a:lnTo>
                <a:lnTo>
                  <a:pt x="779402" y="49185"/>
                </a:lnTo>
                <a:lnTo>
                  <a:pt x="780075" y="49049"/>
                </a:lnTo>
                <a:lnTo>
                  <a:pt x="780758" y="48928"/>
                </a:lnTo>
                <a:lnTo>
                  <a:pt x="781450" y="48824"/>
                </a:lnTo>
                <a:lnTo>
                  <a:pt x="782153" y="48736"/>
                </a:lnTo>
                <a:lnTo>
                  <a:pt x="782866" y="48664"/>
                </a:lnTo>
                <a:lnTo>
                  <a:pt x="783589" y="48608"/>
                </a:lnTo>
                <a:lnTo>
                  <a:pt x="784322" y="48568"/>
                </a:lnTo>
                <a:lnTo>
                  <a:pt x="785066" y="48544"/>
                </a:lnTo>
                <a:lnTo>
                  <a:pt x="785819" y="48536"/>
                </a:lnTo>
                <a:lnTo>
                  <a:pt x="786603" y="48544"/>
                </a:lnTo>
                <a:lnTo>
                  <a:pt x="787377" y="48570"/>
                </a:lnTo>
                <a:lnTo>
                  <a:pt x="788139" y="48612"/>
                </a:lnTo>
                <a:lnTo>
                  <a:pt x="788889" y="48671"/>
                </a:lnTo>
                <a:lnTo>
                  <a:pt x="789629" y="48747"/>
                </a:lnTo>
                <a:lnTo>
                  <a:pt x="790357" y="48840"/>
                </a:lnTo>
                <a:lnTo>
                  <a:pt x="791075" y="48950"/>
                </a:lnTo>
                <a:lnTo>
                  <a:pt x="791781" y="49077"/>
                </a:lnTo>
                <a:lnTo>
                  <a:pt x="792476" y="49220"/>
                </a:lnTo>
                <a:lnTo>
                  <a:pt x="793159" y="49381"/>
                </a:lnTo>
                <a:lnTo>
                  <a:pt x="793832" y="49558"/>
                </a:lnTo>
                <a:lnTo>
                  <a:pt x="794493" y="49753"/>
                </a:lnTo>
                <a:lnTo>
                  <a:pt x="795143" y="49964"/>
                </a:lnTo>
                <a:lnTo>
                  <a:pt x="795782" y="50192"/>
                </a:lnTo>
                <a:lnTo>
                  <a:pt x="796410" y="50437"/>
                </a:lnTo>
                <a:lnTo>
                  <a:pt x="797026" y="50699"/>
                </a:lnTo>
                <a:lnTo>
                  <a:pt x="797631" y="50978"/>
                </a:lnTo>
                <a:lnTo>
                  <a:pt x="798226" y="51273"/>
                </a:lnTo>
                <a:lnTo>
                  <a:pt x="798809" y="51586"/>
                </a:lnTo>
                <a:lnTo>
                  <a:pt x="799380" y="51915"/>
                </a:lnTo>
                <a:lnTo>
                  <a:pt x="799941" y="52262"/>
                </a:lnTo>
                <a:lnTo>
                  <a:pt x="800490" y="52625"/>
                </a:lnTo>
                <a:lnTo>
                  <a:pt x="801028" y="53005"/>
                </a:lnTo>
                <a:lnTo>
                  <a:pt x="801555" y="53402"/>
                </a:lnTo>
                <a:lnTo>
                  <a:pt x="802076" y="53809"/>
                </a:lnTo>
                <a:lnTo>
                  <a:pt x="802586" y="54227"/>
                </a:lnTo>
                <a:lnTo>
                  <a:pt x="803085" y="54657"/>
                </a:lnTo>
                <a:lnTo>
                  <a:pt x="803572" y="55100"/>
                </a:lnTo>
                <a:lnTo>
                  <a:pt x="804049" y="55554"/>
                </a:lnTo>
                <a:lnTo>
                  <a:pt x="804514" y="56021"/>
                </a:lnTo>
                <a:lnTo>
                  <a:pt x="804968" y="56500"/>
                </a:lnTo>
                <a:lnTo>
                  <a:pt x="805410" y="56990"/>
                </a:lnTo>
                <a:lnTo>
                  <a:pt x="805842" y="57493"/>
                </a:lnTo>
                <a:lnTo>
                  <a:pt x="806262" y="58008"/>
                </a:lnTo>
                <a:lnTo>
                  <a:pt x="806671" y="58535"/>
                </a:lnTo>
                <a:lnTo>
                  <a:pt x="807069" y="59074"/>
                </a:lnTo>
                <a:lnTo>
                  <a:pt x="807456" y="59625"/>
                </a:lnTo>
                <a:lnTo>
                  <a:pt x="807832" y="60189"/>
                </a:lnTo>
                <a:lnTo>
                  <a:pt x="808196" y="60764"/>
                </a:lnTo>
                <a:lnTo>
                  <a:pt x="808549" y="61351"/>
                </a:lnTo>
                <a:lnTo>
                  <a:pt x="808891" y="61951"/>
                </a:lnTo>
                <a:lnTo>
                  <a:pt x="809222" y="62562"/>
                </a:lnTo>
                <a:lnTo>
                  <a:pt x="809542" y="63186"/>
                </a:lnTo>
                <a:lnTo>
                  <a:pt x="809850" y="63821"/>
                </a:lnTo>
                <a:lnTo>
                  <a:pt x="810147" y="64469"/>
                </a:lnTo>
                <a:lnTo>
                  <a:pt x="810433" y="65129"/>
                </a:lnTo>
                <a:lnTo>
                  <a:pt x="810708" y="65800"/>
                </a:lnTo>
                <a:lnTo>
                  <a:pt x="810972" y="66484"/>
                </a:lnTo>
                <a:lnTo>
                  <a:pt x="811230" y="67172"/>
                </a:lnTo>
                <a:lnTo>
                  <a:pt x="811477" y="67868"/>
                </a:lnTo>
                <a:lnTo>
                  <a:pt x="811712" y="68570"/>
                </a:lnTo>
                <a:lnTo>
                  <a:pt x="811937" y="69279"/>
                </a:lnTo>
                <a:lnTo>
                  <a:pt x="812151" y="69995"/>
                </a:lnTo>
                <a:lnTo>
                  <a:pt x="812354" y="70718"/>
                </a:lnTo>
                <a:lnTo>
                  <a:pt x="812546" y="71449"/>
                </a:lnTo>
                <a:lnTo>
                  <a:pt x="812727" y="72186"/>
                </a:lnTo>
                <a:lnTo>
                  <a:pt x="812897" y="72930"/>
                </a:lnTo>
                <a:lnTo>
                  <a:pt x="813057" y="73682"/>
                </a:lnTo>
                <a:lnTo>
                  <a:pt x="813205" y="74440"/>
                </a:lnTo>
                <a:lnTo>
                  <a:pt x="813342" y="75206"/>
                </a:lnTo>
                <a:lnTo>
                  <a:pt x="813468" y="75978"/>
                </a:lnTo>
                <a:lnTo>
                  <a:pt x="813583" y="76757"/>
                </a:lnTo>
                <a:lnTo>
                  <a:pt x="813687" y="77544"/>
                </a:lnTo>
                <a:lnTo>
                  <a:pt x="813781" y="78337"/>
                </a:lnTo>
                <a:lnTo>
                  <a:pt x="813863" y="79138"/>
                </a:lnTo>
                <a:lnTo>
                  <a:pt x="813934" y="79945"/>
                </a:lnTo>
                <a:lnTo>
                  <a:pt x="813995" y="80760"/>
                </a:lnTo>
                <a:lnTo>
                  <a:pt x="814044" y="81582"/>
                </a:lnTo>
                <a:lnTo>
                  <a:pt x="814082" y="82410"/>
                </a:lnTo>
                <a:lnTo>
                  <a:pt x="814110" y="83246"/>
                </a:lnTo>
                <a:lnTo>
                  <a:pt x="814126" y="84088"/>
                </a:lnTo>
                <a:lnTo>
                  <a:pt x="814132" y="84938"/>
                </a:lnTo>
                <a:lnTo>
                  <a:pt x="814126" y="85798"/>
                </a:lnTo>
                <a:lnTo>
                  <a:pt x="814109" y="86652"/>
                </a:lnTo>
                <a:lnTo>
                  <a:pt x="814081" y="87500"/>
                </a:lnTo>
                <a:lnTo>
                  <a:pt x="814042" y="88340"/>
                </a:lnTo>
                <a:lnTo>
                  <a:pt x="813992" y="89174"/>
                </a:lnTo>
                <a:lnTo>
                  <a:pt x="813930" y="90002"/>
                </a:lnTo>
                <a:lnTo>
                  <a:pt x="813858" y="90823"/>
                </a:lnTo>
                <a:lnTo>
                  <a:pt x="813774" y="91637"/>
                </a:lnTo>
                <a:lnTo>
                  <a:pt x="813679" y="92445"/>
                </a:lnTo>
                <a:lnTo>
                  <a:pt x="813572" y="93246"/>
                </a:lnTo>
                <a:lnTo>
                  <a:pt x="813455" y="94041"/>
                </a:lnTo>
                <a:lnTo>
                  <a:pt x="813326" y="94829"/>
                </a:lnTo>
                <a:lnTo>
                  <a:pt x="813186" y="95610"/>
                </a:lnTo>
                <a:lnTo>
                  <a:pt x="813035" y="96385"/>
                </a:lnTo>
                <a:lnTo>
                  <a:pt x="812873" y="97153"/>
                </a:lnTo>
                <a:lnTo>
                  <a:pt x="812699" y="97915"/>
                </a:lnTo>
                <a:lnTo>
                  <a:pt x="812515" y="98670"/>
                </a:lnTo>
                <a:lnTo>
                  <a:pt x="812319" y="99418"/>
                </a:lnTo>
                <a:lnTo>
                  <a:pt x="812112" y="100160"/>
                </a:lnTo>
                <a:lnTo>
                  <a:pt x="811893" y="100896"/>
                </a:lnTo>
                <a:lnTo>
                  <a:pt x="811664" y="101624"/>
                </a:lnTo>
                <a:lnTo>
                  <a:pt x="811423" y="102346"/>
                </a:lnTo>
                <a:lnTo>
                  <a:pt x="811172" y="103062"/>
                </a:lnTo>
                <a:lnTo>
                  <a:pt x="810909" y="103771"/>
                </a:lnTo>
                <a:lnTo>
                  <a:pt x="810640" y="104466"/>
                </a:lnTo>
                <a:lnTo>
                  <a:pt x="810360" y="105148"/>
                </a:lnTo>
                <a:lnTo>
                  <a:pt x="810069" y="105819"/>
                </a:lnTo>
                <a:lnTo>
                  <a:pt x="809768" y="106478"/>
                </a:lnTo>
                <a:lnTo>
                  <a:pt x="809455" y="107125"/>
                </a:lnTo>
                <a:lnTo>
                  <a:pt x="809131" y="107760"/>
                </a:lnTo>
                <a:lnTo>
                  <a:pt x="808797" y="108384"/>
                </a:lnTo>
                <a:lnTo>
                  <a:pt x="808451" y="108995"/>
                </a:lnTo>
                <a:lnTo>
                  <a:pt x="808094" y="109595"/>
                </a:lnTo>
                <a:lnTo>
                  <a:pt x="807727" y="110183"/>
                </a:lnTo>
                <a:lnTo>
                  <a:pt x="807348" y="110759"/>
                </a:lnTo>
                <a:lnTo>
                  <a:pt x="806959" y="111323"/>
                </a:lnTo>
                <a:lnTo>
                  <a:pt x="806558" y="111876"/>
                </a:lnTo>
                <a:lnTo>
                  <a:pt x="806147" y="112416"/>
                </a:lnTo>
                <a:lnTo>
                  <a:pt x="805724" y="112945"/>
                </a:lnTo>
                <a:lnTo>
                  <a:pt x="805291" y="113461"/>
                </a:lnTo>
                <a:lnTo>
                  <a:pt x="804847" y="113966"/>
                </a:lnTo>
                <a:lnTo>
                  <a:pt x="804391" y="114459"/>
                </a:lnTo>
                <a:lnTo>
                  <a:pt x="803925" y="114941"/>
                </a:lnTo>
                <a:lnTo>
                  <a:pt x="803448" y="115410"/>
                </a:lnTo>
                <a:lnTo>
                  <a:pt x="802960" y="115868"/>
                </a:lnTo>
                <a:lnTo>
                  <a:pt x="802460" y="116313"/>
                </a:lnTo>
                <a:lnTo>
                  <a:pt x="801950" y="116747"/>
                </a:lnTo>
                <a:lnTo>
                  <a:pt x="801429" y="117169"/>
                </a:lnTo>
                <a:lnTo>
                  <a:pt x="800902" y="117571"/>
                </a:lnTo>
                <a:lnTo>
                  <a:pt x="800365" y="117956"/>
                </a:lnTo>
                <a:lnTo>
                  <a:pt x="799816" y="118324"/>
                </a:lnTo>
                <a:lnTo>
                  <a:pt x="799257" y="118675"/>
                </a:lnTo>
                <a:lnTo>
                  <a:pt x="798688" y="119009"/>
                </a:lnTo>
                <a:lnTo>
                  <a:pt x="798107" y="119326"/>
                </a:lnTo>
                <a:lnTo>
                  <a:pt x="797516" y="119625"/>
                </a:lnTo>
                <a:lnTo>
                  <a:pt x="796914" y="119908"/>
                </a:lnTo>
                <a:lnTo>
                  <a:pt x="796301" y="120173"/>
                </a:lnTo>
                <a:lnTo>
                  <a:pt x="795678" y="120421"/>
                </a:lnTo>
                <a:lnTo>
                  <a:pt x="795043" y="120652"/>
                </a:lnTo>
                <a:lnTo>
                  <a:pt x="794398" y="120866"/>
                </a:lnTo>
                <a:lnTo>
                  <a:pt x="793742" y="121063"/>
                </a:lnTo>
                <a:lnTo>
                  <a:pt x="793076" y="121243"/>
                </a:lnTo>
                <a:lnTo>
                  <a:pt x="792399" y="121405"/>
                </a:lnTo>
                <a:lnTo>
                  <a:pt x="791711" y="121551"/>
                </a:lnTo>
                <a:lnTo>
                  <a:pt x="791012" y="121679"/>
                </a:lnTo>
                <a:lnTo>
                  <a:pt x="790302" y="121790"/>
                </a:lnTo>
                <a:lnTo>
                  <a:pt x="789582" y="121884"/>
                </a:lnTo>
                <a:lnTo>
                  <a:pt x="788851" y="121961"/>
                </a:lnTo>
                <a:lnTo>
                  <a:pt x="788109" y="122021"/>
                </a:lnTo>
                <a:lnTo>
                  <a:pt x="787356" y="122064"/>
                </a:lnTo>
                <a:lnTo>
                  <a:pt x="786593" y="122090"/>
                </a:lnTo>
                <a:lnTo>
                  <a:pt x="785819" y="122098"/>
                </a:lnTo>
                <a:lnTo>
                  <a:pt x="785076" y="122090"/>
                </a:lnTo>
                <a:lnTo>
                  <a:pt x="784343" y="122066"/>
                </a:lnTo>
                <a:lnTo>
                  <a:pt x="783619" y="122025"/>
                </a:lnTo>
                <a:lnTo>
                  <a:pt x="782905" y="121969"/>
                </a:lnTo>
                <a:lnTo>
                  <a:pt x="782201" y="121895"/>
                </a:lnTo>
                <a:lnTo>
                  <a:pt x="781506" y="121806"/>
                </a:lnTo>
                <a:lnTo>
                  <a:pt x="780821" y="121701"/>
                </a:lnTo>
                <a:lnTo>
                  <a:pt x="780145" y="121579"/>
                </a:lnTo>
                <a:lnTo>
                  <a:pt x="779479" y="121441"/>
                </a:lnTo>
                <a:lnTo>
                  <a:pt x="778823" y="121287"/>
                </a:lnTo>
                <a:lnTo>
                  <a:pt x="778177" y="121116"/>
                </a:lnTo>
                <a:lnTo>
                  <a:pt x="777540" y="120929"/>
                </a:lnTo>
                <a:lnTo>
                  <a:pt x="776913" y="120726"/>
                </a:lnTo>
                <a:lnTo>
                  <a:pt x="776295" y="120507"/>
                </a:lnTo>
                <a:lnTo>
                  <a:pt x="775688" y="120272"/>
                </a:lnTo>
                <a:lnTo>
                  <a:pt x="775089" y="120020"/>
                </a:lnTo>
                <a:lnTo>
                  <a:pt x="774501" y="119752"/>
                </a:lnTo>
                <a:lnTo>
                  <a:pt x="773922" y="119468"/>
                </a:lnTo>
                <a:lnTo>
                  <a:pt x="773353" y="119167"/>
                </a:lnTo>
                <a:lnTo>
                  <a:pt x="772793" y="118851"/>
                </a:lnTo>
                <a:lnTo>
                  <a:pt x="772243" y="118518"/>
                </a:lnTo>
                <a:lnTo>
                  <a:pt x="771703" y="118169"/>
                </a:lnTo>
                <a:lnTo>
                  <a:pt x="771172" y="117803"/>
                </a:lnTo>
                <a:lnTo>
                  <a:pt x="770652" y="117422"/>
                </a:lnTo>
                <a:lnTo>
                  <a:pt x="770141" y="117021"/>
                </a:lnTo>
                <a:lnTo>
                  <a:pt x="769640" y="116607"/>
                </a:lnTo>
                <a:lnTo>
                  <a:pt x="769150" y="116181"/>
                </a:lnTo>
                <a:lnTo>
                  <a:pt x="768670" y="115742"/>
                </a:lnTo>
                <a:lnTo>
                  <a:pt x="768200" y="115290"/>
                </a:lnTo>
                <a:lnTo>
                  <a:pt x="767741" y="114827"/>
                </a:lnTo>
                <a:lnTo>
                  <a:pt x="767291" y="114350"/>
                </a:lnTo>
                <a:lnTo>
                  <a:pt x="766853" y="113862"/>
                </a:lnTo>
                <a:lnTo>
                  <a:pt x="766424" y="113360"/>
                </a:lnTo>
                <a:lnTo>
                  <a:pt x="766006" y="112847"/>
                </a:lnTo>
                <a:lnTo>
                  <a:pt x="765598" y="112320"/>
                </a:lnTo>
                <a:lnTo>
                  <a:pt x="765201" y="111781"/>
                </a:lnTo>
                <a:lnTo>
                  <a:pt x="764814" y="111230"/>
                </a:lnTo>
                <a:lnTo>
                  <a:pt x="764437" y="110666"/>
                </a:lnTo>
                <a:lnTo>
                  <a:pt x="764070" y="110090"/>
                </a:lnTo>
                <a:lnTo>
                  <a:pt x="763714" y="109501"/>
                </a:lnTo>
                <a:lnTo>
                  <a:pt x="763368" y="108900"/>
                </a:lnTo>
                <a:lnTo>
                  <a:pt x="763032" y="108286"/>
                </a:lnTo>
                <a:lnTo>
                  <a:pt x="762707" y="107659"/>
                </a:lnTo>
                <a:lnTo>
                  <a:pt x="762392" y="107020"/>
                </a:lnTo>
                <a:lnTo>
                  <a:pt x="762087" y="106369"/>
                </a:lnTo>
                <a:lnTo>
                  <a:pt x="761793" y="105705"/>
                </a:lnTo>
                <a:lnTo>
                  <a:pt x="761509" y="105029"/>
                </a:lnTo>
                <a:lnTo>
                  <a:pt x="761235" y="104340"/>
                </a:lnTo>
                <a:lnTo>
                  <a:pt x="760972" y="103635"/>
                </a:lnTo>
                <a:lnTo>
                  <a:pt x="760720" y="102921"/>
                </a:lnTo>
                <a:lnTo>
                  <a:pt x="760480" y="102198"/>
                </a:lnTo>
                <a:lnTo>
                  <a:pt x="760250" y="101466"/>
                </a:lnTo>
                <a:lnTo>
                  <a:pt x="760032" y="100725"/>
                </a:lnTo>
                <a:lnTo>
                  <a:pt x="759825" y="99975"/>
                </a:lnTo>
                <a:lnTo>
                  <a:pt x="759629" y="99216"/>
                </a:lnTo>
                <a:lnTo>
                  <a:pt x="759444" y="98448"/>
                </a:lnTo>
                <a:lnTo>
                  <a:pt x="759271" y="97671"/>
                </a:lnTo>
                <a:lnTo>
                  <a:pt x="759109" y="96886"/>
                </a:lnTo>
                <a:lnTo>
                  <a:pt x="758958" y="96091"/>
                </a:lnTo>
                <a:lnTo>
                  <a:pt x="758818" y="95287"/>
                </a:lnTo>
                <a:lnTo>
                  <a:pt x="758689" y="94474"/>
                </a:lnTo>
                <a:lnTo>
                  <a:pt x="758572" y="93652"/>
                </a:lnTo>
                <a:lnTo>
                  <a:pt x="758465" y="92821"/>
                </a:lnTo>
                <a:lnTo>
                  <a:pt x="758370" y="91981"/>
                </a:lnTo>
                <a:lnTo>
                  <a:pt x="758286" y="91132"/>
                </a:lnTo>
                <a:lnTo>
                  <a:pt x="758213" y="90274"/>
                </a:lnTo>
                <a:lnTo>
                  <a:pt x="758152" y="89407"/>
                </a:lnTo>
                <a:lnTo>
                  <a:pt x="758101" y="88532"/>
                </a:lnTo>
                <a:lnTo>
                  <a:pt x="758062" y="87647"/>
                </a:lnTo>
                <a:lnTo>
                  <a:pt x="758034" y="86753"/>
                </a:lnTo>
                <a:lnTo>
                  <a:pt x="758018" y="85850"/>
                </a:lnTo>
                <a:lnTo>
                  <a:pt x="758012" y="84938"/>
                </a:lnTo>
                <a:lnTo>
                  <a:pt x="758017" y="84037"/>
                </a:lnTo>
                <a:lnTo>
                  <a:pt x="758034" y="83145"/>
                </a:lnTo>
                <a:lnTo>
                  <a:pt x="758061" y="82263"/>
                </a:lnTo>
                <a:lnTo>
                  <a:pt x="758100" y="81390"/>
                </a:lnTo>
                <a:lnTo>
                  <a:pt x="758149" y="80527"/>
                </a:lnTo>
                <a:lnTo>
                  <a:pt x="758209" y="79673"/>
                </a:lnTo>
                <a:close/>
                <a:moveTo>
                  <a:pt x="601650" y="70471"/>
                </a:moveTo>
                <a:lnTo>
                  <a:pt x="601697" y="69903"/>
                </a:lnTo>
                <a:lnTo>
                  <a:pt x="601755" y="69340"/>
                </a:lnTo>
                <a:lnTo>
                  <a:pt x="601824" y="68783"/>
                </a:lnTo>
                <a:lnTo>
                  <a:pt x="601903" y="68233"/>
                </a:lnTo>
                <a:lnTo>
                  <a:pt x="601992" y="67688"/>
                </a:lnTo>
                <a:lnTo>
                  <a:pt x="602092" y="67149"/>
                </a:lnTo>
                <a:lnTo>
                  <a:pt x="602203" y="66616"/>
                </a:lnTo>
                <a:lnTo>
                  <a:pt x="602324" y="66089"/>
                </a:lnTo>
                <a:lnTo>
                  <a:pt x="602456" y="65568"/>
                </a:lnTo>
                <a:lnTo>
                  <a:pt x="602598" y="65053"/>
                </a:lnTo>
                <a:lnTo>
                  <a:pt x="602750" y="64544"/>
                </a:lnTo>
                <a:lnTo>
                  <a:pt x="602914" y="64041"/>
                </a:lnTo>
                <a:lnTo>
                  <a:pt x="603088" y="63543"/>
                </a:lnTo>
                <a:lnTo>
                  <a:pt x="603272" y="63052"/>
                </a:lnTo>
                <a:lnTo>
                  <a:pt x="603467" y="62566"/>
                </a:lnTo>
                <a:lnTo>
                  <a:pt x="603672" y="62087"/>
                </a:lnTo>
                <a:lnTo>
                  <a:pt x="603888" y="61613"/>
                </a:lnTo>
                <a:lnTo>
                  <a:pt x="604114" y="61145"/>
                </a:lnTo>
                <a:lnTo>
                  <a:pt x="604351" y="60684"/>
                </a:lnTo>
                <a:lnTo>
                  <a:pt x="604599" y="60228"/>
                </a:lnTo>
                <a:lnTo>
                  <a:pt x="604860" y="59774"/>
                </a:lnTo>
                <a:lnTo>
                  <a:pt x="605128" y="59328"/>
                </a:lnTo>
                <a:lnTo>
                  <a:pt x="605403" y="58891"/>
                </a:lnTo>
                <a:lnTo>
                  <a:pt x="605684" y="58462"/>
                </a:lnTo>
                <a:lnTo>
                  <a:pt x="605972" y="58041"/>
                </a:lnTo>
                <a:lnTo>
                  <a:pt x="606266" y="57629"/>
                </a:lnTo>
                <a:lnTo>
                  <a:pt x="606567" y="57225"/>
                </a:lnTo>
                <a:lnTo>
                  <a:pt x="606874" y="56829"/>
                </a:lnTo>
                <a:lnTo>
                  <a:pt x="607188" y="56442"/>
                </a:lnTo>
                <a:lnTo>
                  <a:pt x="607509" y="56063"/>
                </a:lnTo>
                <a:lnTo>
                  <a:pt x="607836" y="55692"/>
                </a:lnTo>
                <a:lnTo>
                  <a:pt x="608170" y="55330"/>
                </a:lnTo>
                <a:lnTo>
                  <a:pt x="608510" y="54976"/>
                </a:lnTo>
                <a:lnTo>
                  <a:pt x="608857" y="54630"/>
                </a:lnTo>
                <a:lnTo>
                  <a:pt x="609210" y="54293"/>
                </a:lnTo>
                <a:lnTo>
                  <a:pt x="609571" y="53964"/>
                </a:lnTo>
                <a:lnTo>
                  <a:pt x="609937" y="53643"/>
                </a:lnTo>
                <a:lnTo>
                  <a:pt x="610310" y="53331"/>
                </a:lnTo>
                <a:lnTo>
                  <a:pt x="610690" y="53027"/>
                </a:lnTo>
                <a:lnTo>
                  <a:pt x="611077" y="52732"/>
                </a:lnTo>
                <a:lnTo>
                  <a:pt x="611470" y="52444"/>
                </a:lnTo>
                <a:lnTo>
                  <a:pt x="611869" y="52166"/>
                </a:lnTo>
                <a:lnTo>
                  <a:pt x="612276" y="51895"/>
                </a:lnTo>
                <a:lnTo>
                  <a:pt x="612688" y="51633"/>
                </a:lnTo>
                <a:lnTo>
                  <a:pt x="613111" y="51380"/>
                </a:lnTo>
                <a:lnTo>
                  <a:pt x="613536" y="51138"/>
                </a:lnTo>
                <a:lnTo>
                  <a:pt x="613964" y="50907"/>
                </a:lnTo>
                <a:lnTo>
                  <a:pt x="614395" y="50686"/>
                </a:lnTo>
                <a:lnTo>
                  <a:pt x="614828" y="50477"/>
                </a:lnTo>
                <a:lnTo>
                  <a:pt x="615264" y="50278"/>
                </a:lnTo>
                <a:lnTo>
                  <a:pt x="615702" y="50090"/>
                </a:lnTo>
                <a:lnTo>
                  <a:pt x="616143" y="49912"/>
                </a:lnTo>
                <a:lnTo>
                  <a:pt x="616587" y="49746"/>
                </a:lnTo>
                <a:lnTo>
                  <a:pt x="617033" y="49590"/>
                </a:lnTo>
                <a:lnTo>
                  <a:pt x="617482" y="49445"/>
                </a:lnTo>
                <a:lnTo>
                  <a:pt x="617934" y="49310"/>
                </a:lnTo>
                <a:lnTo>
                  <a:pt x="618388" y="49187"/>
                </a:lnTo>
                <a:lnTo>
                  <a:pt x="618845" y="49074"/>
                </a:lnTo>
                <a:lnTo>
                  <a:pt x="619304" y="48971"/>
                </a:lnTo>
                <a:lnTo>
                  <a:pt x="619766" y="48880"/>
                </a:lnTo>
                <a:lnTo>
                  <a:pt x="620231" y="48799"/>
                </a:lnTo>
                <a:lnTo>
                  <a:pt x="620699" y="48730"/>
                </a:lnTo>
                <a:lnTo>
                  <a:pt x="621169" y="48670"/>
                </a:lnTo>
                <a:lnTo>
                  <a:pt x="621641" y="48622"/>
                </a:lnTo>
                <a:lnTo>
                  <a:pt x="622117" y="48584"/>
                </a:lnTo>
                <a:lnTo>
                  <a:pt x="622595" y="48558"/>
                </a:lnTo>
                <a:lnTo>
                  <a:pt x="623075" y="48541"/>
                </a:lnTo>
                <a:lnTo>
                  <a:pt x="623558" y="48536"/>
                </a:lnTo>
                <a:lnTo>
                  <a:pt x="624259" y="48545"/>
                </a:lnTo>
                <a:lnTo>
                  <a:pt x="624948" y="48572"/>
                </a:lnTo>
                <a:lnTo>
                  <a:pt x="625627" y="48616"/>
                </a:lnTo>
                <a:lnTo>
                  <a:pt x="626295" y="48678"/>
                </a:lnTo>
                <a:lnTo>
                  <a:pt x="626952" y="48758"/>
                </a:lnTo>
                <a:lnTo>
                  <a:pt x="627599" y="48856"/>
                </a:lnTo>
                <a:lnTo>
                  <a:pt x="628235" y="48971"/>
                </a:lnTo>
                <a:lnTo>
                  <a:pt x="628860" y="49105"/>
                </a:lnTo>
                <a:lnTo>
                  <a:pt x="629474" y="49256"/>
                </a:lnTo>
                <a:lnTo>
                  <a:pt x="630078" y="49425"/>
                </a:lnTo>
                <a:lnTo>
                  <a:pt x="630671" y="49611"/>
                </a:lnTo>
                <a:lnTo>
                  <a:pt x="631253" y="49816"/>
                </a:lnTo>
                <a:lnTo>
                  <a:pt x="631824" y="50038"/>
                </a:lnTo>
                <a:lnTo>
                  <a:pt x="632385" y="50278"/>
                </a:lnTo>
                <a:lnTo>
                  <a:pt x="632934" y="50536"/>
                </a:lnTo>
                <a:lnTo>
                  <a:pt x="633473" y="50811"/>
                </a:lnTo>
                <a:lnTo>
                  <a:pt x="634002" y="51104"/>
                </a:lnTo>
                <a:lnTo>
                  <a:pt x="634519" y="51415"/>
                </a:lnTo>
                <a:lnTo>
                  <a:pt x="635026" y="51744"/>
                </a:lnTo>
                <a:lnTo>
                  <a:pt x="635522" y="52091"/>
                </a:lnTo>
                <a:lnTo>
                  <a:pt x="636007" y="52455"/>
                </a:lnTo>
                <a:lnTo>
                  <a:pt x="636482" y="52837"/>
                </a:lnTo>
                <a:lnTo>
                  <a:pt x="636946" y="53237"/>
                </a:lnTo>
                <a:lnTo>
                  <a:pt x="637399" y="53655"/>
                </a:lnTo>
                <a:lnTo>
                  <a:pt x="637837" y="54082"/>
                </a:lnTo>
                <a:lnTo>
                  <a:pt x="638257" y="54520"/>
                </a:lnTo>
                <a:lnTo>
                  <a:pt x="638658" y="54969"/>
                </a:lnTo>
                <a:lnTo>
                  <a:pt x="639040" y="55430"/>
                </a:lnTo>
                <a:lnTo>
                  <a:pt x="639404" y="55902"/>
                </a:lnTo>
                <a:lnTo>
                  <a:pt x="639749" y="56384"/>
                </a:lnTo>
                <a:lnTo>
                  <a:pt x="640075" y="56878"/>
                </a:lnTo>
                <a:lnTo>
                  <a:pt x="640383" y="57384"/>
                </a:lnTo>
                <a:lnTo>
                  <a:pt x="640672" y="57900"/>
                </a:lnTo>
                <a:lnTo>
                  <a:pt x="640943" y="58428"/>
                </a:lnTo>
                <a:lnTo>
                  <a:pt x="641194" y="58967"/>
                </a:lnTo>
                <a:lnTo>
                  <a:pt x="641428" y="59517"/>
                </a:lnTo>
                <a:lnTo>
                  <a:pt x="641642" y="60078"/>
                </a:lnTo>
                <a:lnTo>
                  <a:pt x="641838" y="60650"/>
                </a:lnTo>
                <a:lnTo>
                  <a:pt x="642015" y="61234"/>
                </a:lnTo>
                <a:lnTo>
                  <a:pt x="642174" y="61829"/>
                </a:lnTo>
                <a:lnTo>
                  <a:pt x="642314" y="62435"/>
                </a:lnTo>
                <a:lnTo>
                  <a:pt x="642435" y="63052"/>
                </a:lnTo>
                <a:lnTo>
                  <a:pt x="642537" y="63680"/>
                </a:lnTo>
                <a:lnTo>
                  <a:pt x="642621" y="64320"/>
                </a:lnTo>
                <a:lnTo>
                  <a:pt x="642687" y="64970"/>
                </a:lnTo>
                <a:lnTo>
                  <a:pt x="642733" y="65632"/>
                </a:lnTo>
                <a:lnTo>
                  <a:pt x="642761" y="66305"/>
                </a:lnTo>
                <a:lnTo>
                  <a:pt x="642771" y="66990"/>
                </a:lnTo>
                <a:lnTo>
                  <a:pt x="642771" y="133474"/>
                </a:lnTo>
                <a:lnTo>
                  <a:pt x="657938" y="133474"/>
                </a:lnTo>
                <a:lnTo>
                  <a:pt x="657938" y="70276"/>
                </a:lnTo>
                <a:lnTo>
                  <a:pt x="657948" y="69497"/>
                </a:lnTo>
                <a:lnTo>
                  <a:pt x="657977" y="68730"/>
                </a:lnTo>
                <a:lnTo>
                  <a:pt x="658026" y="67973"/>
                </a:lnTo>
                <a:lnTo>
                  <a:pt x="658094" y="67229"/>
                </a:lnTo>
                <a:lnTo>
                  <a:pt x="658182" y="66495"/>
                </a:lnTo>
                <a:lnTo>
                  <a:pt x="658290" y="65773"/>
                </a:lnTo>
                <a:lnTo>
                  <a:pt x="658417" y="65063"/>
                </a:lnTo>
                <a:lnTo>
                  <a:pt x="658563" y="64364"/>
                </a:lnTo>
                <a:lnTo>
                  <a:pt x="658729" y="63676"/>
                </a:lnTo>
                <a:lnTo>
                  <a:pt x="658915" y="63000"/>
                </a:lnTo>
                <a:lnTo>
                  <a:pt x="659120" y="62335"/>
                </a:lnTo>
                <a:lnTo>
                  <a:pt x="659344" y="61681"/>
                </a:lnTo>
                <a:lnTo>
                  <a:pt x="659588" y="61039"/>
                </a:lnTo>
                <a:lnTo>
                  <a:pt x="659852" y="60408"/>
                </a:lnTo>
                <a:lnTo>
                  <a:pt x="660135" y="59789"/>
                </a:lnTo>
                <a:lnTo>
                  <a:pt x="660438" y="59181"/>
                </a:lnTo>
                <a:lnTo>
                  <a:pt x="660760" y="58585"/>
                </a:lnTo>
                <a:lnTo>
                  <a:pt x="661102" y="58000"/>
                </a:lnTo>
                <a:lnTo>
                  <a:pt x="661463" y="57426"/>
                </a:lnTo>
                <a:lnTo>
                  <a:pt x="661844" y="56864"/>
                </a:lnTo>
                <a:lnTo>
                  <a:pt x="662244" y="56313"/>
                </a:lnTo>
                <a:lnTo>
                  <a:pt x="662664" y="55774"/>
                </a:lnTo>
                <a:lnTo>
                  <a:pt x="663104" y="55246"/>
                </a:lnTo>
                <a:lnTo>
                  <a:pt x="663563" y="54729"/>
                </a:lnTo>
                <a:lnTo>
                  <a:pt x="664039" y="54224"/>
                </a:lnTo>
                <a:lnTo>
                  <a:pt x="664532" y="53740"/>
                </a:lnTo>
                <a:lnTo>
                  <a:pt x="665041" y="53278"/>
                </a:lnTo>
                <a:lnTo>
                  <a:pt x="665566" y="52837"/>
                </a:lnTo>
                <a:lnTo>
                  <a:pt x="666106" y="52418"/>
                </a:lnTo>
                <a:lnTo>
                  <a:pt x="666663" y="52020"/>
                </a:lnTo>
                <a:lnTo>
                  <a:pt x="667236" y="51643"/>
                </a:lnTo>
                <a:lnTo>
                  <a:pt x="667825" y="51289"/>
                </a:lnTo>
                <a:lnTo>
                  <a:pt x="668430" y="50955"/>
                </a:lnTo>
                <a:lnTo>
                  <a:pt x="669051" y="50643"/>
                </a:lnTo>
                <a:lnTo>
                  <a:pt x="669688" y="50353"/>
                </a:lnTo>
                <a:lnTo>
                  <a:pt x="670341" y="50084"/>
                </a:lnTo>
                <a:lnTo>
                  <a:pt x="671010" y="49837"/>
                </a:lnTo>
                <a:lnTo>
                  <a:pt x="671695" y="49611"/>
                </a:lnTo>
                <a:lnTo>
                  <a:pt x="672396" y="49407"/>
                </a:lnTo>
                <a:lnTo>
                  <a:pt x="673113" y="49224"/>
                </a:lnTo>
                <a:lnTo>
                  <a:pt x="673846" y="49063"/>
                </a:lnTo>
                <a:lnTo>
                  <a:pt x="674595" y="48923"/>
                </a:lnTo>
                <a:lnTo>
                  <a:pt x="675360" y="48805"/>
                </a:lnTo>
                <a:lnTo>
                  <a:pt x="676141" y="48708"/>
                </a:lnTo>
                <a:lnTo>
                  <a:pt x="676938" y="48633"/>
                </a:lnTo>
                <a:lnTo>
                  <a:pt x="677751" y="48579"/>
                </a:lnTo>
                <a:lnTo>
                  <a:pt x="678580" y="48547"/>
                </a:lnTo>
                <a:lnTo>
                  <a:pt x="679425" y="48536"/>
                </a:lnTo>
                <a:lnTo>
                  <a:pt x="680085" y="48544"/>
                </a:lnTo>
                <a:lnTo>
                  <a:pt x="680738" y="48568"/>
                </a:lnTo>
                <a:lnTo>
                  <a:pt x="681383" y="48608"/>
                </a:lnTo>
                <a:lnTo>
                  <a:pt x="682022" y="48664"/>
                </a:lnTo>
                <a:lnTo>
                  <a:pt x="682653" y="48736"/>
                </a:lnTo>
                <a:lnTo>
                  <a:pt x="683276" y="48824"/>
                </a:lnTo>
                <a:lnTo>
                  <a:pt x="683893" y="48928"/>
                </a:lnTo>
                <a:lnTo>
                  <a:pt x="684502" y="49049"/>
                </a:lnTo>
                <a:lnTo>
                  <a:pt x="685104" y="49185"/>
                </a:lnTo>
                <a:lnTo>
                  <a:pt x="685699" y="49337"/>
                </a:lnTo>
                <a:lnTo>
                  <a:pt x="686287" y="49505"/>
                </a:lnTo>
                <a:lnTo>
                  <a:pt x="686867" y="49689"/>
                </a:lnTo>
                <a:lnTo>
                  <a:pt x="687440" y="49890"/>
                </a:lnTo>
                <a:lnTo>
                  <a:pt x="688006" y="50106"/>
                </a:lnTo>
                <a:lnTo>
                  <a:pt x="688564" y="50338"/>
                </a:lnTo>
                <a:lnTo>
                  <a:pt x="689116" y="50586"/>
                </a:lnTo>
                <a:lnTo>
                  <a:pt x="689660" y="50851"/>
                </a:lnTo>
                <a:lnTo>
                  <a:pt x="690197" y="51131"/>
                </a:lnTo>
                <a:lnTo>
                  <a:pt x="690726" y="51427"/>
                </a:lnTo>
                <a:lnTo>
                  <a:pt x="691249" y="51740"/>
                </a:lnTo>
                <a:lnTo>
                  <a:pt x="691764" y="52068"/>
                </a:lnTo>
                <a:lnTo>
                  <a:pt x="692272" y="52413"/>
                </a:lnTo>
                <a:lnTo>
                  <a:pt x="692772" y="52773"/>
                </a:lnTo>
                <a:lnTo>
                  <a:pt x="693266" y="53149"/>
                </a:lnTo>
                <a:lnTo>
                  <a:pt x="693745" y="53545"/>
                </a:lnTo>
                <a:lnTo>
                  <a:pt x="694204" y="53961"/>
                </a:lnTo>
                <a:lnTo>
                  <a:pt x="694643" y="54399"/>
                </a:lnTo>
                <a:lnTo>
                  <a:pt x="695062" y="54858"/>
                </a:lnTo>
                <a:lnTo>
                  <a:pt x="695460" y="55338"/>
                </a:lnTo>
                <a:lnTo>
                  <a:pt x="695837" y="55839"/>
                </a:lnTo>
                <a:lnTo>
                  <a:pt x="696194" y="56362"/>
                </a:lnTo>
                <a:lnTo>
                  <a:pt x="696531" y="56906"/>
                </a:lnTo>
                <a:lnTo>
                  <a:pt x="696847" y="57472"/>
                </a:lnTo>
                <a:lnTo>
                  <a:pt x="697143" y="58058"/>
                </a:lnTo>
                <a:lnTo>
                  <a:pt x="697419" y="58666"/>
                </a:lnTo>
                <a:lnTo>
                  <a:pt x="697674" y="59295"/>
                </a:lnTo>
                <a:lnTo>
                  <a:pt x="697908" y="59946"/>
                </a:lnTo>
                <a:lnTo>
                  <a:pt x="698123" y="60618"/>
                </a:lnTo>
                <a:lnTo>
                  <a:pt x="698317" y="61311"/>
                </a:lnTo>
                <a:lnTo>
                  <a:pt x="698490" y="62025"/>
                </a:lnTo>
                <a:lnTo>
                  <a:pt x="698643" y="62761"/>
                </a:lnTo>
                <a:lnTo>
                  <a:pt x="698776" y="63518"/>
                </a:lnTo>
                <a:lnTo>
                  <a:pt x="698888" y="64296"/>
                </a:lnTo>
                <a:lnTo>
                  <a:pt x="698980" y="65096"/>
                </a:lnTo>
                <a:lnTo>
                  <a:pt x="699051" y="65916"/>
                </a:lnTo>
                <a:lnTo>
                  <a:pt x="699102" y="66759"/>
                </a:lnTo>
                <a:lnTo>
                  <a:pt x="699133" y="67622"/>
                </a:lnTo>
                <a:lnTo>
                  <a:pt x="699143" y="68507"/>
                </a:lnTo>
                <a:lnTo>
                  <a:pt x="699143" y="133474"/>
                </a:lnTo>
                <a:lnTo>
                  <a:pt x="714058" y="133474"/>
                </a:lnTo>
                <a:lnTo>
                  <a:pt x="714058" y="68507"/>
                </a:lnTo>
                <a:lnTo>
                  <a:pt x="714043" y="67095"/>
                </a:lnTo>
                <a:lnTo>
                  <a:pt x="714000" y="65715"/>
                </a:lnTo>
                <a:lnTo>
                  <a:pt x="713928" y="64366"/>
                </a:lnTo>
                <a:lnTo>
                  <a:pt x="713828" y="63049"/>
                </a:lnTo>
                <a:lnTo>
                  <a:pt x="713698" y="61763"/>
                </a:lnTo>
                <a:lnTo>
                  <a:pt x="713540" y="60508"/>
                </a:lnTo>
                <a:lnTo>
                  <a:pt x="713353" y="59285"/>
                </a:lnTo>
                <a:lnTo>
                  <a:pt x="713138" y="58093"/>
                </a:lnTo>
                <a:lnTo>
                  <a:pt x="712894" y="56932"/>
                </a:lnTo>
                <a:lnTo>
                  <a:pt x="712620" y="55803"/>
                </a:lnTo>
                <a:lnTo>
                  <a:pt x="712319" y="54706"/>
                </a:lnTo>
                <a:lnTo>
                  <a:pt x="711988" y="53639"/>
                </a:lnTo>
                <a:lnTo>
                  <a:pt x="711629" y="52604"/>
                </a:lnTo>
                <a:lnTo>
                  <a:pt x="711241" y="51601"/>
                </a:lnTo>
                <a:lnTo>
                  <a:pt x="710824" y="50628"/>
                </a:lnTo>
                <a:lnTo>
                  <a:pt x="710378" y="49688"/>
                </a:lnTo>
                <a:lnTo>
                  <a:pt x="709904" y="48778"/>
                </a:lnTo>
                <a:lnTo>
                  <a:pt x="709401" y="47900"/>
                </a:lnTo>
                <a:lnTo>
                  <a:pt x="708869" y="47053"/>
                </a:lnTo>
                <a:lnTo>
                  <a:pt x="708309" y="46238"/>
                </a:lnTo>
                <a:lnTo>
                  <a:pt x="707719" y="45454"/>
                </a:lnTo>
                <a:lnTo>
                  <a:pt x="707101" y="44702"/>
                </a:lnTo>
                <a:lnTo>
                  <a:pt x="706454" y="43980"/>
                </a:lnTo>
                <a:lnTo>
                  <a:pt x="705779" y="43291"/>
                </a:lnTo>
                <a:lnTo>
                  <a:pt x="705081" y="42625"/>
                </a:lnTo>
                <a:lnTo>
                  <a:pt x="704366" y="41988"/>
                </a:lnTo>
                <a:lnTo>
                  <a:pt x="703635" y="41380"/>
                </a:lnTo>
                <a:lnTo>
                  <a:pt x="702888" y="40800"/>
                </a:lnTo>
                <a:lnTo>
                  <a:pt x="702124" y="40248"/>
                </a:lnTo>
                <a:lnTo>
                  <a:pt x="701343" y="39724"/>
                </a:lnTo>
                <a:lnTo>
                  <a:pt x="700546" y="39228"/>
                </a:lnTo>
                <a:lnTo>
                  <a:pt x="699733" y="38761"/>
                </a:lnTo>
                <a:lnTo>
                  <a:pt x="698903" y="38323"/>
                </a:lnTo>
                <a:lnTo>
                  <a:pt x="698057" y="37912"/>
                </a:lnTo>
                <a:lnTo>
                  <a:pt x="697194" y="37530"/>
                </a:lnTo>
                <a:lnTo>
                  <a:pt x="696315" y="37176"/>
                </a:lnTo>
                <a:lnTo>
                  <a:pt x="695419" y="36851"/>
                </a:lnTo>
                <a:lnTo>
                  <a:pt x="694507" y="36553"/>
                </a:lnTo>
                <a:lnTo>
                  <a:pt x="693579" y="36285"/>
                </a:lnTo>
                <a:lnTo>
                  <a:pt x="692634" y="36044"/>
                </a:lnTo>
                <a:lnTo>
                  <a:pt x="691672" y="35832"/>
                </a:lnTo>
                <a:lnTo>
                  <a:pt x="690694" y="35648"/>
                </a:lnTo>
                <a:lnTo>
                  <a:pt x="689700" y="35492"/>
                </a:lnTo>
                <a:lnTo>
                  <a:pt x="688689" y="35365"/>
                </a:lnTo>
                <a:lnTo>
                  <a:pt x="687662" y="35265"/>
                </a:lnTo>
                <a:lnTo>
                  <a:pt x="686618" y="35195"/>
                </a:lnTo>
                <a:lnTo>
                  <a:pt x="685558" y="35152"/>
                </a:lnTo>
                <a:lnTo>
                  <a:pt x="684481" y="35138"/>
                </a:lnTo>
                <a:lnTo>
                  <a:pt x="683617" y="35146"/>
                </a:lnTo>
                <a:lnTo>
                  <a:pt x="682764" y="35169"/>
                </a:lnTo>
                <a:lnTo>
                  <a:pt x="681921" y="35208"/>
                </a:lnTo>
                <a:lnTo>
                  <a:pt x="681088" y="35263"/>
                </a:lnTo>
                <a:lnTo>
                  <a:pt x="680265" y="35333"/>
                </a:lnTo>
                <a:lnTo>
                  <a:pt x="679453" y="35419"/>
                </a:lnTo>
                <a:lnTo>
                  <a:pt x="678651" y="35520"/>
                </a:lnTo>
                <a:lnTo>
                  <a:pt x="677859" y="35637"/>
                </a:lnTo>
                <a:lnTo>
                  <a:pt x="677078" y="35769"/>
                </a:lnTo>
                <a:lnTo>
                  <a:pt x="676307" y="35917"/>
                </a:lnTo>
                <a:lnTo>
                  <a:pt x="675546" y="36081"/>
                </a:lnTo>
                <a:lnTo>
                  <a:pt x="674796" y="36260"/>
                </a:lnTo>
                <a:lnTo>
                  <a:pt x="674056" y="36455"/>
                </a:lnTo>
                <a:lnTo>
                  <a:pt x="673326" y="36665"/>
                </a:lnTo>
                <a:lnTo>
                  <a:pt x="672607" y="36891"/>
                </a:lnTo>
                <a:lnTo>
                  <a:pt x="671898" y="37132"/>
                </a:lnTo>
                <a:lnTo>
                  <a:pt x="671199" y="37389"/>
                </a:lnTo>
                <a:lnTo>
                  <a:pt x="670510" y="37662"/>
                </a:lnTo>
                <a:lnTo>
                  <a:pt x="669832" y="37950"/>
                </a:lnTo>
                <a:lnTo>
                  <a:pt x="669164" y="38254"/>
                </a:lnTo>
                <a:lnTo>
                  <a:pt x="668507" y="38573"/>
                </a:lnTo>
                <a:lnTo>
                  <a:pt x="667860" y="38908"/>
                </a:lnTo>
                <a:lnTo>
                  <a:pt x="667223" y="39259"/>
                </a:lnTo>
                <a:lnTo>
                  <a:pt x="666596" y="39625"/>
                </a:lnTo>
                <a:lnTo>
                  <a:pt x="665981" y="39999"/>
                </a:lnTo>
                <a:lnTo>
                  <a:pt x="665379" y="40384"/>
                </a:lnTo>
                <a:lnTo>
                  <a:pt x="664790" y="40779"/>
                </a:lnTo>
                <a:lnTo>
                  <a:pt x="664214" y="41186"/>
                </a:lnTo>
                <a:lnTo>
                  <a:pt x="663651" y="41603"/>
                </a:lnTo>
                <a:lnTo>
                  <a:pt x="663101" y="42031"/>
                </a:lnTo>
                <a:lnTo>
                  <a:pt x="662563" y="42469"/>
                </a:lnTo>
                <a:lnTo>
                  <a:pt x="662039" y="42918"/>
                </a:lnTo>
                <a:lnTo>
                  <a:pt x="661527" y="43378"/>
                </a:lnTo>
                <a:lnTo>
                  <a:pt x="661029" y="43849"/>
                </a:lnTo>
                <a:lnTo>
                  <a:pt x="660544" y="44331"/>
                </a:lnTo>
                <a:lnTo>
                  <a:pt x="660071" y="44823"/>
                </a:lnTo>
                <a:lnTo>
                  <a:pt x="659611" y="45326"/>
                </a:lnTo>
                <a:lnTo>
                  <a:pt x="659165" y="45840"/>
                </a:lnTo>
                <a:lnTo>
                  <a:pt x="658731" y="46365"/>
                </a:lnTo>
                <a:lnTo>
                  <a:pt x="658310" y="46900"/>
                </a:lnTo>
                <a:lnTo>
                  <a:pt x="657902" y="47446"/>
                </a:lnTo>
                <a:lnTo>
                  <a:pt x="657507" y="48003"/>
                </a:lnTo>
                <a:lnTo>
                  <a:pt x="657126" y="48570"/>
                </a:lnTo>
                <a:lnTo>
                  <a:pt x="656757" y="49149"/>
                </a:lnTo>
                <a:lnTo>
                  <a:pt x="656401" y="49738"/>
                </a:lnTo>
                <a:lnTo>
                  <a:pt x="656057" y="50338"/>
                </a:lnTo>
                <a:lnTo>
                  <a:pt x="655727" y="50948"/>
                </a:lnTo>
                <a:lnTo>
                  <a:pt x="655410" y="51570"/>
                </a:lnTo>
                <a:lnTo>
                  <a:pt x="654399" y="51570"/>
                </a:lnTo>
                <a:lnTo>
                  <a:pt x="654094" y="50928"/>
                </a:lnTo>
                <a:lnTo>
                  <a:pt x="653779" y="50298"/>
                </a:lnTo>
                <a:lnTo>
                  <a:pt x="653454" y="49680"/>
                </a:lnTo>
                <a:lnTo>
                  <a:pt x="653119" y="49075"/>
                </a:lnTo>
                <a:lnTo>
                  <a:pt x="652775" y="48481"/>
                </a:lnTo>
                <a:lnTo>
                  <a:pt x="652420" y="47900"/>
                </a:lnTo>
                <a:lnTo>
                  <a:pt x="652056" y="47331"/>
                </a:lnTo>
                <a:lnTo>
                  <a:pt x="651681" y="46773"/>
                </a:lnTo>
                <a:lnTo>
                  <a:pt x="651297" y="46228"/>
                </a:lnTo>
                <a:lnTo>
                  <a:pt x="650903" y="45695"/>
                </a:lnTo>
                <a:lnTo>
                  <a:pt x="650499" y="45174"/>
                </a:lnTo>
                <a:lnTo>
                  <a:pt x="650086" y="44665"/>
                </a:lnTo>
                <a:lnTo>
                  <a:pt x="649662" y="44168"/>
                </a:lnTo>
                <a:lnTo>
                  <a:pt x="649229" y="43683"/>
                </a:lnTo>
                <a:lnTo>
                  <a:pt x="648785" y="43211"/>
                </a:lnTo>
                <a:lnTo>
                  <a:pt x="648332" y="42750"/>
                </a:lnTo>
                <a:lnTo>
                  <a:pt x="647869" y="42301"/>
                </a:lnTo>
                <a:lnTo>
                  <a:pt x="647396" y="41865"/>
                </a:lnTo>
                <a:lnTo>
                  <a:pt x="646913" y="41440"/>
                </a:lnTo>
                <a:lnTo>
                  <a:pt x="646420" y="41028"/>
                </a:lnTo>
                <a:lnTo>
                  <a:pt x="645918" y="40627"/>
                </a:lnTo>
                <a:lnTo>
                  <a:pt x="645405" y="40239"/>
                </a:lnTo>
                <a:lnTo>
                  <a:pt x="644883" y="39863"/>
                </a:lnTo>
                <a:lnTo>
                  <a:pt x="644350" y="39499"/>
                </a:lnTo>
                <a:lnTo>
                  <a:pt x="643813" y="39143"/>
                </a:lnTo>
                <a:lnTo>
                  <a:pt x="643264" y="38802"/>
                </a:lnTo>
                <a:lnTo>
                  <a:pt x="642704" y="38477"/>
                </a:lnTo>
                <a:lnTo>
                  <a:pt x="642133" y="38166"/>
                </a:lnTo>
                <a:lnTo>
                  <a:pt x="641551" y="37871"/>
                </a:lnTo>
                <a:lnTo>
                  <a:pt x="640958" y="37591"/>
                </a:lnTo>
                <a:lnTo>
                  <a:pt x="640353" y="37326"/>
                </a:lnTo>
                <a:lnTo>
                  <a:pt x="639737" y="37076"/>
                </a:lnTo>
                <a:lnTo>
                  <a:pt x="639110" y="36841"/>
                </a:lnTo>
                <a:lnTo>
                  <a:pt x="638472" y="36622"/>
                </a:lnTo>
                <a:lnTo>
                  <a:pt x="637822" y="36417"/>
                </a:lnTo>
                <a:lnTo>
                  <a:pt x="637162" y="36228"/>
                </a:lnTo>
                <a:lnTo>
                  <a:pt x="636490" y="36054"/>
                </a:lnTo>
                <a:lnTo>
                  <a:pt x="635807" y="35895"/>
                </a:lnTo>
                <a:lnTo>
                  <a:pt x="635113" y="35751"/>
                </a:lnTo>
                <a:lnTo>
                  <a:pt x="634407" y="35623"/>
                </a:lnTo>
                <a:lnTo>
                  <a:pt x="633691" y="35509"/>
                </a:lnTo>
                <a:lnTo>
                  <a:pt x="632963" y="35411"/>
                </a:lnTo>
                <a:lnTo>
                  <a:pt x="632224" y="35327"/>
                </a:lnTo>
                <a:lnTo>
                  <a:pt x="631474" y="35259"/>
                </a:lnTo>
                <a:lnTo>
                  <a:pt x="630713" y="35206"/>
                </a:lnTo>
                <a:lnTo>
                  <a:pt x="629940" y="35168"/>
                </a:lnTo>
                <a:lnTo>
                  <a:pt x="629156" y="35146"/>
                </a:lnTo>
                <a:lnTo>
                  <a:pt x="628361" y="35138"/>
                </a:lnTo>
                <a:lnTo>
                  <a:pt x="627576" y="35146"/>
                </a:lnTo>
                <a:lnTo>
                  <a:pt x="626800" y="35168"/>
                </a:lnTo>
                <a:lnTo>
                  <a:pt x="626034" y="35206"/>
                </a:lnTo>
                <a:lnTo>
                  <a:pt x="625277" y="35259"/>
                </a:lnTo>
                <a:lnTo>
                  <a:pt x="624529" y="35327"/>
                </a:lnTo>
                <a:lnTo>
                  <a:pt x="623791" y="35411"/>
                </a:lnTo>
                <a:lnTo>
                  <a:pt x="623063" y="35509"/>
                </a:lnTo>
                <a:lnTo>
                  <a:pt x="622344" y="35623"/>
                </a:lnTo>
                <a:lnTo>
                  <a:pt x="621634" y="35751"/>
                </a:lnTo>
                <a:lnTo>
                  <a:pt x="620933" y="35895"/>
                </a:lnTo>
                <a:lnTo>
                  <a:pt x="620243" y="36054"/>
                </a:lnTo>
                <a:lnTo>
                  <a:pt x="619561" y="36228"/>
                </a:lnTo>
                <a:lnTo>
                  <a:pt x="618889" y="36417"/>
                </a:lnTo>
                <a:lnTo>
                  <a:pt x="618226" y="36622"/>
                </a:lnTo>
                <a:lnTo>
                  <a:pt x="617573" y="36841"/>
                </a:lnTo>
                <a:lnTo>
                  <a:pt x="616930" y="37076"/>
                </a:lnTo>
                <a:lnTo>
                  <a:pt x="616295" y="37326"/>
                </a:lnTo>
                <a:lnTo>
                  <a:pt x="615670" y="37591"/>
                </a:lnTo>
                <a:lnTo>
                  <a:pt x="615055" y="37871"/>
                </a:lnTo>
                <a:lnTo>
                  <a:pt x="614449" y="38166"/>
                </a:lnTo>
                <a:lnTo>
                  <a:pt x="613853" y="38477"/>
                </a:lnTo>
                <a:lnTo>
                  <a:pt x="613265" y="38802"/>
                </a:lnTo>
                <a:lnTo>
                  <a:pt x="612688" y="39143"/>
                </a:lnTo>
                <a:lnTo>
                  <a:pt x="612120" y="39499"/>
                </a:lnTo>
                <a:lnTo>
                  <a:pt x="611562" y="39863"/>
                </a:lnTo>
                <a:lnTo>
                  <a:pt x="611018" y="40239"/>
                </a:lnTo>
                <a:lnTo>
                  <a:pt x="610487" y="40627"/>
                </a:lnTo>
                <a:lnTo>
                  <a:pt x="609969" y="41028"/>
                </a:lnTo>
                <a:lnTo>
                  <a:pt x="609464" y="41440"/>
                </a:lnTo>
                <a:lnTo>
                  <a:pt x="608971" y="41865"/>
                </a:lnTo>
                <a:lnTo>
                  <a:pt x="608492" y="42301"/>
                </a:lnTo>
                <a:lnTo>
                  <a:pt x="608026" y="42750"/>
                </a:lnTo>
                <a:lnTo>
                  <a:pt x="607572" y="43211"/>
                </a:lnTo>
                <a:lnTo>
                  <a:pt x="607132" y="43683"/>
                </a:lnTo>
                <a:lnTo>
                  <a:pt x="606704" y="44168"/>
                </a:lnTo>
                <a:lnTo>
                  <a:pt x="606290" y="44665"/>
                </a:lnTo>
                <a:lnTo>
                  <a:pt x="605888" y="45174"/>
                </a:lnTo>
                <a:lnTo>
                  <a:pt x="605499" y="45695"/>
                </a:lnTo>
                <a:lnTo>
                  <a:pt x="605123" y="46228"/>
                </a:lnTo>
                <a:lnTo>
                  <a:pt x="604760" y="46773"/>
                </a:lnTo>
                <a:lnTo>
                  <a:pt x="604411" y="47331"/>
                </a:lnTo>
                <a:lnTo>
                  <a:pt x="604074" y="47900"/>
                </a:lnTo>
                <a:lnTo>
                  <a:pt x="603750" y="48481"/>
                </a:lnTo>
                <a:lnTo>
                  <a:pt x="603439" y="49075"/>
                </a:lnTo>
                <a:lnTo>
                  <a:pt x="603140" y="49680"/>
                </a:lnTo>
                <a:lnTo>
                  <a:pt x="602855" y="50298"/>
                </a:lnTo>
                <a:lnTo>
                  <a:pt x="602583" y="50928"/>
                </a:lnTo>
                <a:lnTo>
                  <a:pt x="602324" y="51570"/>
                </a:lnTo>
                <a:lnTo>
                  <a:pt x="601060" y="51570"/>
                </a:lnTo>
                <a:lnTo>
                  <a:pt x="601060" y="36402"/>
                </a:lnTo>
                <a:lnTo>
                  <a:pt x="586651" y="36402"/>
                </a:lnTo>
                <a:lnTo>
                  <a:pt x="586651" y="133474"/>
                </a:lnTo>
                <a:lnTo>
                  <a:pt x="601565" y="133474"/>
                </a:lnTo>
                <a:lnTo>
                  <a:pt x="601565" y="72804"/>
                </a:lnTo>
                <a:lnTo>
                  <a:pt x="601571" y="72212"/>
                </a:lnTo>
                <a:lnTo>
                  <a:pt x="601587" y="71626"/>
                </a:lnTo>
                <a:lnTo>
                  <a:pt x="601613" y="71045"/>
                </a:lnTo>
                <a:lnTo>
                  <a:pt x="601650" y="70471"/>
                </a:lnTo>
                <a:close/>
                <a:moveTo>
                  <a:pt x="366074" y="133474"/>
                </a:moveTo>
                <a:lnTo>
                  <a:pt x="366074" y="36402"/>
                </a:lnTo>
                <a:lnTo>
                  <a:pt x="351159" y="36402"/>
                </a:lnTo>
                <a:lnTo>
                  <a:pt x="351159" y="133474"/>
                </a:lnTo>
                <a:lnTo>
                  <a:pt x="366074" y="133474"/>
                </a:lnTo>
                <a:close/>
                <a:moveTo>
                  <a:pt x="866776" y="133474"/>
                </a:moveTo>
                <a:lnTo>
                  <a:pt x="866776" y="36402"/>
                </a:lnTo>
                <a:lnTo>
                  <a:pt x="851861" y="36402"/>
                </a:lnTo>
                <a:lnTo>
                  <a:pt x="851861" y="133474"/>
                </a:lnTo>
                <a:lnTo>
                  <a:pt x="866776" y="133474"/>
                </a:lnTo>
                <a:close/>
                <a:moveTo>
                  <a:pt x="460494" y="53999"/>
                </a:moveTo>
                <a:lnTo>
                  <a:pt x="460113" y="53213"/>
                </a:lnTo>
                <a:lnTo>
                  <a:pt x="459715" y="52440"/>
                </a:lnTo>
                <a:lnTo>
                  <a:pt x="459300" y="51682"/>
                </a:lnTo>
                <a:lnTo>
                  <a:pt x="458868" y="50938"/>
                </a:lnTo>
                <a:lnTo>
                  <a:pt x="458420" y="50207"/>
                </a:lnTo>
                <a:lnTo>
                  <a:pt x="457956" y="49491"/>
                </a:lnTo>
                <a:lnTo>
                  <a:pt x="457474" y="48789"/>
                </a:lnTo>
                <a:lnTo>
                  <a:pt x="456976" y="48101"/>
                </a:lnTo>
                <a:lnTo>
                  <a:pt x="456461" y="47427"/>
                </a:lnTo>
                <a:lnTo>
                  <a:pt x="455930" y="46766"/>
                </a:lnTo>
                <a:lnTo>
                  <a:pt x="455382" y="46120"/>
                </a:lnTo>
                <a:lnTo>
                  <a:pt x="454817" y="45488"/>
                </a:lnTo>
                <a:lnTo>
                  <a:pt x="454235" y="44871"/>
                </a:lnTo>
                <a:lnTo>
                  <a:pt x="453637" y="44267"/>
                </a:lnTo>
                <a:lnTo>
                  <a:pt x="453022" y="43677"/>
                </a:lnTo>
                <a:lnTo>
                  <a:pt x="452391" y="43101"/>
                </a:lnTo>
                <a:lnTo>
                  <a:pt x="451742" y="42539"/>
                </a:lnTo>
                <a:lnTo>
                  <a:pt x="451078" y="41992"/>
                </a:lnTo>
                <a:lnTo>
                  <a:pt x="450396" y="41458"/>
                </a:lnTo>
                <a:lnTo>
                  <a:pt x="449701" y="40942"/>
                </a:lnTo>
                <a:lnTo>
                  <a:pt x="448984" y="40448"/>
                </a:lnTo>
                <a:lnTo>
                  <a:pt x="448245" y="39977"/>
                </a:lnTo>
                <a:lnTo>
                  <a:pt x="447485" y="39527"/>
                </a:lnTo>
                <a:lnTo>
                  <a:pt x="446704" y="39099"/>
                </a:lnTo>
                <a:lnTo>
                  <a:pt x="445901" y="38693"/>
                </a:lnTo>
                <a:lnTo>
                  <a:pt x="445077" y="38309"/>
                </a:lnTo>
                <a:lnTo>
                  <a:pt x="444231" y="37947"/>
                </a:lnTo>
                <a:lnTo>
                  <a:pt x="443363" y="37607"/>
                </a:lnTo>
                <a:lnTo>
                  <a:pt x="442474" y="37289"/>
                </a:lnTo>
                <a:lnTo>
                  <a:pt x="441564" y="36992"/>
                </a:lnTo>
                <a:lnTo>
                  <a:pt x="440632" y="36718"/>
                </a:lnTo>
                <a:lnTo>
                  <a:pt x="439678" y="36466"/>
                </a:lnTo>
                <a:lnTo>
                  <a:pt x="438703" y="36235"/>
                </a:lnTo>
                <a:lnTo>
                  <a:pt x="437707" y="36027"/>
                </a:lnTo>
                <a:lnTo>
                  <a:pt x="436689" y="35840"/>
                </a:lnTo>
                <a:lnTo>
                  <a:pt x="435650" y="35676"/>
                </a:lnTo>
                <a:lnTo>
                  <a:pt x="434589" y="35533"/>
                </a:lnTo>
                <a:lnTo>
                  <a:pt x="433506" y="35412"/>
                </a:lnTo>
                <a:lnTo>
                  <a:pt x="432402" y="35314"/>
                </a:lnTo>
                <a:lnTo>
                  <a:pt x="431277" y="35237"/>
                </a:lnTo>
                <a:lnTo>
                  <a:pt x="430130" y="35182"/>
                </a:lnTo>
                <a:lnTo>
                  <a:pt x="428961" y="35149"/>
                </a:lnTo>
                <a:lnTo>
                  <a:pt x="427771" y="35138"/>
                </a:lnTo>
                <a:lnTo>
                  <a:pt x="426922" y="35144"/>
                </a:lnTo>
                <a:lnTo>
                  <a:pt x="426080" y="35163"/>
                </a:lnTo>
                <a:lnTo>
                  <a:pt x="425245" y="35194"/>
                </a:lnTo>
                <a:lnTo>
                  <a:pt x="424418" y="35238"/>
                </a:lnTo>
                <a:lnTo>
                  <a:pt x="423598" y="35294"/>
                </a:lnTo>
                <a:lnTo>
                  <a:pt x="422786" y="35363"/>
                </a:lnTo>
                <a:lnTo>
                  <a:pt x="421982" y="35445"/>
                </a:lnTo>
                <a:lnTo>
                  <a:pt x="421184" y="35538"/>
                </a:lnTo>
                <a:lnTo>
                  <a:pt x="420395" y="35645"/>
                </a:lnTo>
                <a:lnTo>
                  <a:pt x="419612" y="35763"/>
                </a:lnTo>
                <a:lnTo>
                  <a:pt x="418838" y="35895"/>
                </a:lnTo>
                <a:lnTo>
                  <a:pt x="418070" y="36039"/>
                </a:lnTo>
                <a:lnTo>
                  <a:pt x="417310" y="36195"/>
                </a:lnTo>
                <a:lnTo>
                  <a:pt x="416558" y="36364"/>
                </a:lnTo>
                <a:lnTo>
                  <a:pt x="415813" y="36545"/>
                </a:lnTo>
                <a:lnTo>
                  <a:pt x="415075" y="36739"/>
                </a:lnTo>
                <a:lnTo>
                  <a:pt x="414345" y="36945"/>
                </a:lnTo>
                <a:lnTo>
                  <a:pt x="413623" y="37164"/>
                </a:lnTo>
                <a:lnTo>
                  <a:pt x="412908" y="37396"/>
                </a:lnTo>
                <a:lnTo>
                  <a:pt x="412200" y="37640"/>
                </a:lnTo>
                <a:lnTo>
                  <a:pt x="411500" y="37896"/>
                </a:lnTo>
                <a:lnTo>
                  <a:pt x="410807" y="38165"/>
                </a:lnTo>
                <a:lnTo>
                  <a:pt x="410122" y="38446"/>
                </a:lnTo>
                <a:lnTo>
                  <a:pt x="409444" y="38740"/>
                </a:lnTo>
                <a:lnTo>
                  <a:pt x="408781" y="39045"/>
                </a:lnTo>
                <a:lnTo>
                  <a:pt x="408129" y="39360"/>
                </a:lnTo>
                <a:lnTo>
                  <a:pt x="407490" y="39683"/>
                </a:lnTo>
                <a:lnTo>
                  <a:pt x="406861" y="40017"/>
                </a:lnTo>
                <a:lnTo>
                  <a:pt x="406245" y="40359"/>
                </a:lnTo>
                <a:lnTo>
                  <a:pt x="405640" y="40711"/>
                </a:lnTo>
                <a:lnTo>
                  <a:pt x="405047" y="41073"/>
                </a:lnTo>
                <a:lnTo>
                  <a:pt x="404465" y="41444"/>
                </a:lnTo>
                <a:lnTo>
                  <a:pt x="403895" y="41824"/>
                </a:lnTo>
                <a:lnTo>
                  <a:pt x="403337" y="42214"/>
                </a:lnTo>
                <a:lnTo>
                  <a:pt x="402790" y="42613"/>
                </a:lnTo>
                <a:lnTo>
                  <a:pt x="402255" y="43022"/>
                </a:lnTo>
                <a:lnTo>
                  <a:pt x="401731" y="43440"/>
                </a:lnTo>
                <a:lnTo>
                  <a:pt x="401220" y="43868"/>
                </a:lnTo>
                <a:lnTo>
                  <a:pt x="400719" y="44305"/>
                </a:lnTo>
                <a:lnTo>
                  <a:pt x="400231" y="44751"/>
                </a:lnTo>
                <a:lnTo>
                  <a:pt x="399754" y="45207"/>
                </a:lnTo>
                <a:lnTo>
                  <a:pt x="399289" y="45672"/>
                </a:lnTo>
                <a:lnTo>
                  <a:pt x="398835" y="46147"/>
                </a:lnTo>
                <a:lnTo>
                  <a:pt x="398393" y="46631"/>
                </a:lnTo>
                <a:lnTo>
                  <a:pt x="397962" y="47125"/>
                </a:lnTo>
                <a:lnTo>
                  <a:pt x="397544" y="47628"/>
                </a:lnTo>
                <a:lnTo>
                  <a:pt x="397136" y="48140"/>
                </a:lnTo>
                <a:lnTo>
                  <a:pt x="396741" y="48662"/>
                </a:lnTo>
                <a:lnTo>
                  <a:pt x="396364" y="49192"/>
                </a:lnTo>
                <a:lnTo>
                  <a:pt x="396004" y="49729"/>
                </a:lnTo>
                <a:lnTo>
                  <a:pt x="395660" y="50272"/>
                </a:lnTo>
                <a:lnTo>
                  <a:pt x="395331" y="50822"/>
                </a:lnTo>
                <a:lnTo>
                  <a:pt x="395019" y="51378"/>
                </a:lnTo>
                <a:lnTo>
                  <a:pt x="394723" y="51941"/>
                </a:lnTo>
                <a:lnTo>
                  <a:pt x="394442" y="52510"/>
                </a:lnTo>
                <a:lnTo>
                  <a:pt x="394178" y="53086"/>
                </a:lnTo>
                <a:lnTo>
                  <a:pt x="393930" y="53669"/>
                </a:lnTo>
                <a:lnTo>
                  <a:pt x="393697" y="54258"/>
                </a:lnTo>
                <a:lnTo>
                  <a:pt x="393481" y="54854"/>
                </a:lnTo>
                <a:lnTo>
                  <a:pt x="393281" y="55456"/>
                </a:lnTo>
                <a:lnTo>
                  <a:pt x="393097" y="56065"/>
                </a:lnTo>
                <a:lnTo>
                  <a:pt x="392928" y="56681"/>
                </a:lnTo>
                <a:lnTo>
                  <a:pt x="392776" y="57303"/>
                </a:lnTo>
                <a:lnTo>
                  <a:pt x="392640" y="57931"/>
                </a:lnTo>
                <a:lnTo>
                  <a:pt x="392520" y="58567"/>
                </a:lnTo>
                <a:lnTo>
                  <a:pt x="392416" y="59209"/>
                </a:lnTo>
                <a:lnTo>
                  <a:pt x="392328" y="59857"/>
                </a:lnTo>
                <a:lnTo>
                  <a:pt x="392256" y="60512"/>
                </a:lnTo>
                <a:lnTo>
                  <a:pt x="392200" y="61174"/>
                </a:lnTo>
                <a:lnTo>
                  <a:pt x="392159" y="61842"/>
                </a:lnTo>
                <a:lnTo>
                  <a:pt x="392135" y="62517"/>
                </a:lnTo>
                <a:lnTo>
                  <a:pt x="392127" y="63198"/>
                </a:lnTo>
                <a:lnTo>
                  <a:pt x="392138" y="64029"/>
                </a:lnTo>
                <a:lnTo>
                  <a:pt x="392170" y="64849"/>
                </a:lnTo>
                <a:lnTo>
                  <a:pt x="392224" y="65658"/>
                </a:lnTo>
                <a:lnTo>
                  <a:pt x="392299" y="66454"/>
                </a:lnTo>
                <a:lnTo>
                  <a:pt x="392396" y="67239"/>
                </a:lnTo>
                <a:lnTo>
                  <a:pt x="392515" y="68013"/>
                </a:lnTo>
                <a:lnTo>
                  <a:pt x="392654" y="68775"/>
                </a:lnTo>
                <a:lnTo>
                  <a:pt x="392816" y="69525"/>
                </a:lnTo>
                <a:lnTo>
                  <a:pt x="392998" y="70263"/>
                </a:lnTo>
                <a:lnTo>
                  <a:pt x="393203" y="70990"/>
                </a:lnTo>
                <a:lnTo>
                  <a:pt x="393428" y="71705"/>
                </a:lnTo>
                <a:lnTo>
                  <a:pt x="393676" y="72409"/>
                </a:lnTo>
                <a:lnTo>
                  <a:pt x="393945" y="73101"/>
                </a:lnTo>
                <a:lnTo>
                  <a:pt x="394235" y="73781"/>
                </a:lnTo>
                <a:lnTo>
                  <a:pt x="394547" y="74450"/>
                </a:lnTo>
                <a:lnTo>
                  <a:pt x="394880" y="75107"/>
                </a:lnTo>
                <a:lnTo>
                  <a:pt x="395235" y="75753"/>
                </a:lnTo>
                <a:lnTo>
                  <a:pt x="395611" y="76387"/>
                </a:lnTo>
                <a:lnTo>
                  <a:pt x="396009" y="77009"/>
                </a:lnTo>
                <a:lnTo>
                  <a:pt x="396428" y="77619"/>
                </a:lnTo>
                <a:lnTo>
                  <a:pt x="396869" y="78218"/>
                </a:lnTo>
                <a:lnTo>
                  <a:pt x="397332" y="78806"/>
                </a:lnTo>
                <a:lnTo>
                  <a:pt x="397816" y="79381"/>
                </a:lnTo>
                <a:lnTo>
                  <a:pt x="398321" y="79945"/>
                </a:lnTo>
                <a:lnTo>
                  <a:pt x="398855" y="80492"/>
                </a:lnTo>
                <a:lnTo>
                  <a:pt x="399413" y="81027"/>
                </a:lnTo>
                <a:lnTo>
                  <a:pt x="399996" y="81550"/>
                </a:lnTo>
                <a:lnTo>
                  <a:pt x="400603" y="82061"/>
                </a:lnTo>
                <a:lnTo>
                  <a:pt x="401235" y="82559"/>
                </a:lnTo>
                <a:lnTo>
                  <a:pt x="401892" y="83046"/>
                </a:lnTo>
                <a:lnTo>
                  <a:pt x="402573" y="83521"/>
                </a:lnTo>
                <a:lnTo>
                  <a:pt x="403278" y="83983"/>
                </a:lnTo>
                <a:lnTo>
                  <a:pt x="404009" y="84433"/>
                </a:lnTo>
                <a:lnTo>
                  <a:pt x="404764" y="84872"/>
                </a:lnTo>
                <a:lnTo>
                  <a:pt x="405543" y="85298"/>
                </a:lnTo>
                <a:lnTo>
                  <a:pt x="406347" y="85712"/>
                </a:lnTo>
                <a:lnTo>
                  <a:pt x="407176" y="86114"/>
                </a:lnTo>
                <a:lnTo>
                  <a:pt x="408029" y="86504"/>
                </a:lnTo>
                <a:lnTo>
                  <a:pt x="408907" y="86882"/>
                </a:lnTo>
                <a:lnTo>
                  <a:pt x="409809" y="87248"/>
                </a:lnTo>
                <a:lnTo>
                  <a:pt x="410736" y="87602"/>
                </a:lnTo>
                <a:lnTo>
                  <a:pt x="411687" y="87944"/>
                </a:lnTo>
                <a:lnTo>
                  <a:pt x="412663" y="88274"/>
                </a:lnTo>
                <a:lnTo>
                  <a:pt x="413664" y="88591"/>
                </a:lnTo>
                <a:lnTo>
                  <a:pt x="414689" y="88897"/>
                </a:lnTo>
                <a:lnTo>
                  <a:pt x="415739" y="89190"/>
                </a:lnTo>
                <a:lnTo>
                  <a:pt x="416813" y="89472"/>
                </a:lnTo>
                <a:lnTo>
                  <a:pt x="417912" y="89741"/>
                </a:lnTo>
                <a:lnTo>
                  <a:pt x="434091" y="93533"/>
                </a:lnTo>
                <a:lnTo>
                  <a:pt x="434695" y="93678"/>
                </a:lnTo>
                <a:lnTo>
                  <a:pt x="435286" y="93830"/>
                </a:lnTo>
                <a:lnTo>
                  <a:pt x="435864" y="93987"/>
                </a:lnTo>
                <a:lnTo>
                  <a:pt x="436429" y="94151"/>
                </a:lnTo>
                <a:lnTo>
                  <a:pt x="436981" y="94321"/>
                </a:lnTo>
                <a:lnTo>
                  <a:pt x="437519" y="94497"/>
                </a:lnTo>
                <a:lnTo>
                  <a:pt x="438045" y="94679"/>
                </a:lnTo>
                <a:lnTo>
                  <a:pt x="438557" y="94867"/>
                </a:lnTo>
                <a:lnTo>
                  <a:pt x="439056" y="95062"/>
                </a:lnTo>
                <a:lnTo>
                  <a:pt x="439542" y="95262"/>
                </a:lnTo>
                <a:lnTo>
                  <a:pt x="440014" y="95469"/>
                </a:lnTo>
                <a:lnTo>
                  <a:pt x="440474" y="95682"/>
                </a:lnTo>
                <a:lnTo>
                  <a:pt x="440920" y="95901"/>
                </a:lnTo>
                <a:lnTo>
                  <a:pt x="441353" y="96126"/>
                </a:lnTo>
                <a:lnTo>
                  <a:pt x="441773" y="96357"/>
                </a:lnTo>
                <a:lnTo>
                  <a:pt x="442180" y="96595"/>
                </a:lnTo>
                <a:lnTo>
                  <a:pt x="442574" y="96838"/>
                </a:lnTo>
                <a:lnTo>
                  <a:pt x="442954" y="97088"/>
                </a:lnTo>
                <a:lnTo>
                  <a:pt x="443322" y="97344"/>
                </a:lnTo>
                <a:lnTo>
                  <a:pt x="443676" y="97606"/>
                </a:lnTo>
                <a:lnTo>
                  <a:pt x="444017" y="97874"/>
                </a:lnTo>
                <a:lnTo>
                  <a:pt x="444345" y="98148"/>
                </a:lnTo>
                <a:lnTo>
                  <a:pt x="444659" y="98429"/>
                </a:lnTo>
                <a:lnTo>
                  <a:pt x="444961" y="98715"/>
                </a:lnTo>
                <a:lnTo>
                  <a:pt x="445250" y="99002"/>
                </a:lnTo>
                <a:lnTo>
                  <a:pt x="445526" y="99295"/>
                </a:lnTo>
                <a:lnTo>
                  <a:pt x="445790" y="99594"/>
                </a:lnTo>
                <a:lnTo>
                  <a:pt x="446042" y="99898"/>
                </a:lnTo>
                <a:lnTo>
                  <a:pt x="446282" y="100208"/>
                </a:lnTo>
                <a:lnTo>
                  <a:pt x="446509" y="100524"/>
                </a:lnTo>
                <a:lnTo>
                  <a:pt x="446724" y="100846"/>
                </a:lnTo>
                <a:lnTo>
                  <a:pt x="446927" y="101173"/>
                </a:lnTo>
                <a:lnTo>
                  <a:pt x="447118" y="101506"/>
                </a:lnTo>
                <a:lnTo>
                  <a:pt x="447296" y="101844"/>
                </a:lnTo>
                <a:lnTo>
                  <a:pt x="447462" y="102189"/>
                </a:lnTo>
                <a:lnTo>
                  <a:pt x="447615" y="102539"/>
                </a:lnTo>
                <a:lnTo>
                  <a:pt x="447757" y="102894"/>
                </a:lnTo>
                <a:lnTo>
                  <a:pt x="447886" y="103256"/>
                </a:lnTo>
                <a:lnTo>
                  <a:pt x="448002" y="103623"/>
                </a:lnTo>
                <a:lnTo>
                  <a:pt x="448107" y="103996"/>
                </a:lnTo>
                <a:lnTo>
                  <a:pt x="448199" y="104374"/>
                </a:lnTo>
                <a:lnTo>
                  <a:pt x="448279" y="104758"/>
                </a:lnTo>
                <a:lnTo>
                  <a:pt x="448346" y="105148"/>
                </a:lnTo>
                <a:lnTo>
                  <a:pt x="448402" y="105544"/>
                </a:lnTo>
                <a:lnTo>
                  <a:pt x="448445" y="105945"/>
                </a:lnTo>
                <a:lnTo>
                  <a:pt x="448475" y="106352"/>
                </a:lnTo>
                <a:lnTo>
                  <a:pt x="448494" y="106765"/>
                </a:lnTo>
                <a:lnTo>
                  <a:pt x="448500" y="107184"/>
                </a:lnTo>
                <a:lnTo>
                  <a:pt x="448489" y="107702"/>
                </a:lnTo>
                <a:lnTo>
                  <a:pt x="448457" y="108214"/>
                </a:lnTo>
                <a:lnTo>
                  <a:pt x="448403" y="108720"/>
                </a:lnTo>
                <a:lnTo>
                  <a:pt x="448328" y="109220"/>
                </a:lnTo>
                <a:lnTo>
                  <a:pt x="448231" y="109714"/>
                </a:lnTo>
                <a:lnTo>
                  <a:pt x="448113" y="110201"/>
                </a:lnTo>
                <a:lnTo>
                  <a:pt x="447973" y="110683"/>
                </a:lnTo>
                <a:lnTo>
                  <a:pt x="447812" y="111158"/>
                </a:lnTo>
                <a:lnTo>
                  <a:pt x="447629" y="111627"/>
                </a:lnTo>
                <a:lnTo>
                  <a:pt x="447425" y="112090"/>
                </a:lnTo>
                <a:lnTo>
                  <a:pt x="447199" y="112547"/>
                </a:lnTo>
                <a:lnTo>
                  <a:pt x="446952" y="112998"/>
                </a:lnTo>
                <a:lnTo>
                  <a:pt x="446683" y="113443"/>
                </a:lnTo>
                <a:lnTo>
                  <a:pt x="446393" y="113881"/>
                </a:lnTo>
                <a:lnTo>
                  <a:pt x="446081" y="114313"/>
                </a:lnTo>
                <a:lnTo>
                  <a:pt x="445747" y="114739"/>
                </a:lnTo>
                <a:lnTo>
                  <a:pt x="445393" y="115159"/>
                </a:lnTo>
                <a:lnTo>
                  <a:pt x="445016" y="115573"/>
                </a:lnTo>
                <a:lnTo>
                  <a:pt x="444618" y="115981"/>
                </a:lnTo>
                <a:lnTo>
                  <a:pt x="444199" y="116383"/>
                </a:lnTo>
                <a:lnTo>
                  <a:pt x="443758" y="116778"/>
                </a:lnTo>
                <a:lnTo>
                  <a:pt x="443296" y="117167"/>
                </a:lnTo>
                <a:lnTo>
                  <a:pt x="442812" y="117550"/>
                </a:lnTo>
                <a:lnTo>
                  <a:pt x="442307" y="117927"/>
                </a:lnTo>
                <a:lnTo>
                  <a:pt x="441788" y="118288"/>
                </a:lnTo>
                <a:lnTo>
                  <a:pt x="441255" y="118634"/>
                </a:lnTo>
                <a:lnTo>
                  <a:pt x="440707" y="118964"/>
                </a:lnTo>
                <a:lnTo>
                  <a:pt x="440144" y="119279"/>
                </a:lnTo>
                <a:lnTo>
                  <a:pt x="439566" y="119579"/>
                </a:lnTo>
                <a:lnTo>
                  <a:pt x="438973" y="119863"/>
                </a:lnTo>
                <a:lnTo>
                  <a:pt x="438365" y="120132"/>
                </a:lnTo>
                <a:lnTo>
                  <a:pt x="437742" y="120385"/>
                </a:lnTo>
                <a:lnTo>
                  <a:pt x="437105" y="120623"/>
                </a:lnTo>
                <a:lnTo>
                  <a:pt x="436452" y="120846"/>
                </a:lnTo>
                <a:lnTo>
                  <a:pt x="435785" y="121053"/>
                </a:lnTo>
                <a:lnTo>
                  <a:pt x="435102" y="121245"/>
                </a:lnTo>
                <a:lnTo>
                  <a:pt x="434405" y="121422"/>
                </a:lnTo>
                <a:lnTo>
                  <a:pt x="433692" y="121583"/>
                </a:lnTo>
                <a:lnTo>
                  <a:pt x="432965" y="121729"/>
                </a:lnTo>
                <a:lnTo>
                  <a:pt x="432223" y="121860"/>
                </a:lnTo>
                <a:lnTo>
                  <a:pt x="431466" y="121975"/>
                </a:lnTo>
                <a:lnTo>
                  <a:pt x="430694" y="122075"/>
                </a:lnTo>
                <a:lnTo>
                  <a:pt x="429907" y="122159"/>
                </a:lnTo>
                <a:lnTo>
                  <a:pt x="429105" y="122228"/>
                </a:lnTo>
                <a:lnTo>
                  <a:pt x="428289" y="122282"/>
                </a:lnTo>
                <a:lnTo>
                  <a:pt x="427457" y="122321"/>
                </a:lnTo>
                <a:lnTo>
                  <a:pt x="426610" y="122344"/>
                </a:lnTo>
                <a:lnTo>
                  <a:pt x="425749" y="122351"/>
                </a:lnTo>
                <a:lnTo>
                  <a:pt x="424991" y="122344"/>
                </a:lnTo>
                <a:lnTo>
                  <a:pt x="424246" y="122324"/>
                </a:lnTo>
                <a:lnTo>
                  <a:pt x="423512" y="122290"/>
                </a:lnTo>
                <a:lnTo>
                  <a:pt x="422791" y="122242"/>
                </a:lnTo>
                <a:lnTo>
                  <a:pt x="422081" y="122181"/>
                </a:lnTo>
                <a:lnTo>
                  <a:pt x="421384" y="122106"/>
                </a:lnTo>
                <a:lnTo>
                  <a:pt x="420699" y="122018"/>
                </a:lnTo>
                <a:lnTo>
                  <a:pt x="420026" y="121916"/>
                </a:lnTo>
                <a:lnTo>
                  <a:pt x="419365" y="121800"/>
                </a:lnTo>
                <a:lnTo>
                  <a:pt x="418716" y="121671"/>
                </a:lnTo>
                <a:lnTo>
                  <a:pt x="418079" y="121528"/>
                </a:lnTo>
                <a:lnTo>
                  <a:pt x="417454" y="121372"/>
                </a:lnTo>
                <a:lnTo>
                  <a:pt x="416841" y="121202"/>
                </a:lnTo>
                <a:lnTo>
                  <a:pt x="416241" y="121018"/>
                </a:lnTo>
                <a:lnTo>
                  <a:pt x="415652" y="120821"/>
                </a:lnTo>
                <a:lnTo>
                  <a:pt x="415075" y="120610"/>
                </a:lnTo>
                <a:lnTo>
                  <a:pt x="414511" y="120385"/>
                </a:lnTo>
                <a:lnTo>
                  <a:pt x="413958" y="120147"/>
                </a:lnTo>
                <a:lnTo>
                  <a:pt x="413418" y="119896"/>
                </a:lnTo>
                <a:lnTo>
                  <a:pt x="412890" y="119630"/>
                </a:lnTo>
                <a:lnTo>
                  <a:pt x="412373" y="119351"/>
                </a:lnTo>
                <a:lnTo>
                  <a:pt x="411869" y="119059"/>
                </a:lnTo>
                <a:lnTo>
                  <a:pt x="411377" y="118753"/>
                </a:lnTo>
                <a:lnTo>
                  <a:pt x="410897" y="118433"/>
                </a:lnTo>
                <a:lnTo>
                  <a:pt x="410435" y="118100"/>
                </a:lnTo>
                <a:lnTo>
                  <a:pt x="409985" y="117753"/>
                </a:lnTo>
                <a:lnTo>
                  <a:pt x="409547" y="117392"/>
                </a:lnTo>
                <a:lnTo>
                  <a:pt x="409122" y="117018"/>
                </a:lnTo>
                <a:lnTo>
                  <a:pt x="408710" y="116630"/>
                </a:lnTo>
                <a:lnTo>
                  <a:pt x="408310" y="116229"/>
                </a:lnTo>
                <a:lnTo>
                  <a:pt x="407923" y="115814"/>
                </a:lnTo>
                <a:lnTo>
                  <a:pt x="407548" y="115385"/>
                </a:lnTo>
                <a:lnTo>
                  <a:pt x="407185" y="114943"/>
                </a:lnTo>
                <a:lnTo>
                  <a:pt x="406835" y="114487"/>
                </a:lnTo>
                <a:lnTo>
                  <a:pt x="406498" y="114018"/>
                </a:lnTo>
                <a:lnTo>
                  <a:pt x="406173" y="113535"/>
                </a:lnTo>
                <a:lnTo>
                  <a:pt x="405861" y="113039"/>
                </a:lnTo>
                <a:lnTo>
                  <a:pt x="405561" y="112528"/>
                </a:lnTo>
                <a:lnTo>
                  <a:pt x="405274" y="112005"/>
                </a:lnTo>
                <a:lnTo>
                  <a:pt x="404999" y="111467"/>
                </a:lnTo>
                <a:lnTo>
                  <a:pt x="404736" y="110916"/>
                </a:lnTo>
                <a:lnTo>
                  <a:pt x="404487" y="110352"/>
                </a:lnTo>
                <a:lnTo>
                  <a:pt x="404249" y="109773"/>
                </a:lnTo>
                <a:lnTo>
                  <a:pt x="404024" y="109181"/>
                </a:lnTo>
                <a:lnTo>
                  <a:pt x="403812" y="108576"/>
                </a:lnTo>
                <a:lnTo>
                  <a:pt x="403612" y="107957"/>
                </a:lnTo>
                <a:lnTo>
                  <a:pt x="403425" y="107324"/>
                </a:lnTo>
                <a:lnTo>
                  <a:pt x="403250" y="106678"/>
                </a:lnTo>
                <a:lnTo>
                  <a:pt x="389094" y="110217"/>
                </a:lnTo>
                <a:lnTo>
                  <a:pt x="389322" y="111239"/>
                </a:lnTo>
                <a:lnTo>
                  <a:pt x="389575" y="112240"/>
                </a:lnTo>
                <a:lnTo>
                  <a:pt x="389853" y="113221"/>
                </a:lnTo>
                <a:lnTo>
                  <a:pt x="390156" y="114181"/>
                </a:lnTo>
                <a:lnTo>
                  <a:pt x="390484" y="115121"/>
                </a:lnTo>
                <a:lnTo>
                  <a:pt x="390836" y="116039"/>
                </a:lnTo>
                <a:lnTo>
                  <a:pt x="391213" y="116937"/>
                </a:lnTo>
                <a:lnTo>
                  <a:pt x="391615" y="117815"/>
                </a:lnTo>
                <a:lnTo>
                  <a:pt x="392042" y="118672"/>
                </a:lnTo>
                <a:lnTo>
                  <a:pt x="392493" y="119508"/>
                </a:lnTo>
                <a:lnTo>
                  <a:pt x="392969" y="120324"/>
                </a:lnTo>
                <a:lnTo>
                  <a:pt x="393470" y="121119"/>
                </a:lnTo>
                <a:lnTo>
                  <a:pt x="393996" y="121893"/>
                </a:lnTo>
                <a:lnTo>
                  <a:pt x="394547" y="122647"/>
                </a:lnTo>
                <a:lnTo>
                  <a:pt x="395122" y="123380"/>
                </a:lnTo>
                <a:lnTo>
                  <a:pt x="395723" y="124093"/>
                </a:lnTo>
                <a:lnTo>
                  <a:pt x="396348" y="124785"/>
                </a:lnTo>
                <a:lnTo>
                  <a:pt x="396998" y="125456"/>
                </a:lnTo>
                <a:lnTo>
                  <a:pt x="397672" y="126106"/>
                </a:lnTo>
                <a:lnTo>
                  <a:pt x="398372" y="126736"/>
                </a:lnTo>
                <a:lnTo>
                  <a:pt x="399096" y="127346"/>
                </a:lnTo>
                <a:lnTo>
                  <a:pt x="399845" y="127935"/>
                </a:lnTo>
                <a:lnTo>
                  <a:pt x="400619" y="128503"/>
                </a:lnTo>
                <a:lnTo>
                  <a:pt x="401418" y="129050"/>
                </a:lnTo>
                <a:lnTo>
                  <a:pt x="402238" y="129576"/>
                </a:lnTo>
                <a:lnTo>
                  <a:pt x="403075" y="130080"/>
                </a:lnTo>
                <a:lnTo>
                  <a:pt x="403931" y="130561"/>
                </a:lnTo>
                <a:lnTo>
                  <a:pt x="404804" y="131020"/>
                </a:lnTo>
                <a:lnTo>
                  <a:pt x="405695" y="131456"/>
                </a:lnTo>
                <a:lnTo>
                  <a:pt x="406604" y="131870"/>
                </a:lnTo>
                <a:lnTo>
                  <a:pt x="407530" y="132262"/>
                </a:lnTo>
                <a:lnTo>
                  <a:pt x="408475" y="132631"/>
                </a:lnTo>
                <a:lnTo>
                  <a:pt x="409437" y="132978"/>
                </a:lnTo>
                <a:lnTo>
                  <a:pt x="410417" y="133303"/>
                </a:lnTo>
                <a:lnTo>
                  <a:pt x="411414" y="133605"/>
                </a:lnTo>
                <a:lnTo>
                  <a:pt x="412430" y="133885"/>
                </a:lnTo>
                <a:lnTo>
                  <a:pt x="413463" y="134142"/>
                </a:lnTo>
                <a:lnTo>
                  <a:pt x="414514" y="134377"/>
                </a:lnTo>
                <a:lnTo>
                  <a:pt x="415583" y="134590"/>
                </a:lnTo>
                <a:lnTo>
                  <a:pt x="416669" y="134780"/>
                </a:lnTo>
                <a:lnTo>
                  <a:pt x="417774" y="134948"/>
                </a:lnTo>
                <a:lnTo>
                  <a:pt x="418896" y="135094"/>
                </a:lnTo>
                <a:lnTo>
                  <a:pt x="420036" y="135217"/>
                </a:lnTo>
                <a:lnTo>
                  <a:pt x="421193" y="135317"/>
                </a:lnTo>
                <a:lnTo>
                  <a:pt x="422369" y="135396"/>
                </a:lnTo>
                <a:lnTo>
                  <a:pt x="423562" y="135452"/>
                </a:lnTo>
                <a:lnTo>
                  <a:pt x="424773" y="135485"/>
                </a:lnTo>
                <a:lnTo>
                  <a:pt x="426002" y="135496"/>
                </a:lnTo>
                <a:lnTo>
                  <a:pt x="426939" y="135490"/>
                </a:lnTo>
                <a:lnTo>
                  <a:pt x="427868" y="135470"/>
                </a:lnTo>
                <a:lnTo>
                  <a:pt x="428786" y="135437"/>
                </a:lnTo>
                <a:lnTo>
                  <a:pt x="429695" y="135391"/>
                </a:lnTo>
                <a:lnTo>
                  <a:pt x="430594" y="135332"/>
                </a:lnTo>
                <a:lnTo>
                  <a:pt x="431484" y="135259"/>
                </a:lnTo>
                <a:lnTo>
                  <a:pt x="432364" y="135174"/>
                </a:lnTo>
                <a:lnTo>
                  <a:pt x="433234" y="135075"/>
                </a:lnTo>
                <a:lnTo>
                  <a:pt x="434095" y="134963"/>
                </a:lnTo>
                <a:lnTo>
                  <a:pt x="434946" y="134838"/>
                </a:lnTo>
                <a:lnTo>
                  <a:pt x="435787" y="134700"/>
                </a:lnTo>
                <a:lnTo>
                  <a:pt x="436619" y="134548"/>
                </a:lnTo>
                <a:lnTo>
                  <a:pt x="437441" y="134384"/>
                </a:lnTo>
                <a:lnTo>
                  <a:pt x="438253" y="134206"/>
                </a:lnTo>
                <a:lnTo>
                  <a:pt x="439056" y="134015"/>
                </a:lnTo>
                <a:lnTo>
                  <a:pt x="439849" y="133811"/>
                </a:lnTo>
                <a:lnTo>
                  <a:pt x="440632" y="133594"/>
                </a:lnTo>
                <a:lnTo>
                  <a:pt x="441406" y="133363"/>
                </a:lnTo>
                <a:lnTo>
                  <a:pt x="442170" y="133120"/>
                </a:lnTo>
                <a:lnTo>
                  <a:pt x="442925" y="132863"/>
                </a:lnTo>
                <a:lnTo>
                  <a:pt x="443669" y="132593"/>
                </a:lnTo>
                <a:lnTo>
                  <a:pt x="444404" y="132310"/>
                </a:lnTo>
                <a:lnTo>
                  <a:pt x="445130" y="132014"/>
                </a:lnTo>
                <a:lnTo>
                  <a:pt x="445846" y="131705"/>
                </a:lnTo>
                <a:lnTo>
                  <a:pt x="446550" y="131384"/>
                </a:lnTo>
                <a:lnTo>
                  <a:pt x="447241" y="131053"/>
                </a:lnTo>
                <a:lnTo>
                  <a:pt x="447919" y="130713"/>
                </a:lnTo>
                <a:lnTo>
                  <a:pt x="448584" y="130363"/>
                </a:lnTo>
                <a:lnTo>
                  <a:pt x="449236" y="130004"/>
                </a:lnTo>
                <a:lnTo>
                  <a:pt x="449875" y="129635"/>
                </a:lnTo>
                <a:lnTo>
                  <a:pt x="450500" y="129256"/>
                </a:lnTo>
                <a:lnTo>
                  <a:pt x="451112" y="128868"/>
                </a:lnTo>
                <a:lnTo>
                  <a:pt x="451711" y="128470"/>
                </a:lnTo>
                <a:lnTo>
                  <a:pt x="452297" y="128062"/>
                </a:lnTo>
                <a:lnTo>
                  <a:pt x="452870" y="127644"/>
                </a:lnTo>
                <a:lnTo>
                  <a:pt x="453429" y="127217"/>
                </a:lnTo>
                <a:lnTo>
                  <a:pt x="453976" y="126781"/>
                </a:lnTo>
                <a:lnTo>
                  <a:pt x="454509" y="126334"/>
                </a:lnTo>
                <a:lnTo>
                  <a:pt x="455029" y="125878"/>
                </a:lnTo>
                <a:lnTo>
                  <a:pt x="455536" y="125413"/>
                </a:lnTo>
                <a:lnTo>
                  <a:pt x="456030" y="124938"/>
                </a:lnTo>
                <a:lnTo>
                  <a:pt x="456510" y="124453"/>
                </a:lnTo>
                <a:lnTo>
                  <a:pt x="456978" y="123958"/>
                </a:lnTo>
                <a:lnTo>
                  <a:pt x="457432" y="123454"/>
                </a:lnTo>
                <a:lnTo>
                  <a:pt x="457873" y="122940"/>
                </a:lnTo>
                <a:lnTo>
                  <a:pt x="458301" y="122416"/>
                </a:lnTo>
                <a:lnTo>
                  <a:pt x="458716" y="121883"/>
                </a:lnTo>
                <a:lnTo>
                  <a:pt x="459117" y="121340"/>
                </a:lnTo>
                <a:lnTo>
                  <a:pt x="459509" y="120789"/>
                </a:lnTo>
                <a:lnTo>
                  <a:pt x="459884" y="120232"/>
                </a:lnTo>
                <a:lnTo>
                  <a:pt x="460243" y="119669"/>
                </a:lnTo>
                <a:lnTo>
                  <a:pt x="460585" y="119100"/>
                </a:lnTo>
                <a:lnTo>
                  <a:pt x="460910" y="118525"/>
                </a:lnTo>
                <a:lnTo>
                  <a:pt x="461219" y="117943"/>
                </a:lnTo>
                <a:lnTo>
                  <a:pt x="461510" y="117356"/>
                </a:lnTo>
                <a:lnTo>
                  <a:pt x="461786" y="116762"/>
                </a:lnTo>
                <a:lnTo>
                  <a:pt x="462044" y="116162"/>
                </a:lnTo>
                <a:lnTo>
                  <a:pt x="462286" y="115556"/>
                </a:lnTo>
                <a:lnTo>
                  <a:pt x="462511" y="114943"/>
                </a:lnTo>
                <a:lnTo>
                  <a:pt x="462720" y="114325"/>
                </a:lnTo>
                <a:lnTo>
                  <a:pt x="462911" y="113701"/>
                </a:lnTo>
                <a:lnTo>
                  <a:pt x="463086" y="113070"/>
                </a:lnTo>
                <a:lnTo>
                  <a:pt x="463245" y="112433"/>
                </a:lnTo>
                <a:lnTo>
                  <a:pt x="463387" y="111790"/>
                </a:lnTo>
                <a:lnTo>
                  <a:pt x="463512" y="111141"/>
                </a:lnTo>
                <a:lnTo>
                  <a:pt x="463620" y="110486"/>
                </a:lnTo>
                <a:lnTo>
                  <a:pt x="463712" y="109824"/>
                </a:lnTo>
                <a:lnTo>
                  <a:pt x="463787" y="109157"/>
                </a:lnTo>
                <a:lnTo>
                  <a:pt x="463845" y="108483"/>
                </a:lnTo>
                <a:lnTo>
                  <a:pt x="463887" y="107803"/>
                </a:lnTo>
                <a:lnTo>
                  <a:pt x="463912" y="107117"/>
                </a:lnTo>
                <a:lnTo>
                  <a:pt x="463920" y="106425"/>
                </a:lnTo>
                <a:lnTo>
                  <a:pt x="463909" y="105584"/>
                </a:lnTo>
                <a:lnTo>
                  <a:pt x="463876" y="104755"/>
                </a:lnTo>
                <a:lnTo>
                  <a:pt x="463821" y="103940"/>
                </a:lnTo>
                <a:lnTo>
                  <a:pt x="463743" y="103137"/>
                </a:lnTo>
                <a:lnTo>
                  <a:pt x="463643" y="102348"/>
                </a:lnTo>
                <a:lnTo>
                  <a:pt x="463521" y="101571"/>
                </a:lnTo>
                <a:lnTo>
                  <a:pt x="463377" y="100807"/>
                </a:lnTo>
                <a:lnTo>
                  <a:pt x="463211" y="100056"/>
                </a:lnTo>
                <a:lnTo>
                  <a:pt x="463023" y="99319"/>
                </a:lnTo>
                <a:lnTo>
                  <a:pt x="462812" y="98594"/>
                </a:lnTo>
                <a:lnTo>
                  <a:pt x="462579" y="97882"/>
                </a:lnTo>
                <a:lnTo>
                  <a:pt x="462325" y="97183"/>
                </a:lnTo>
                <a:lnTo>
                  <a:pt x="462048" y="96497"/>
                </a:lnTo>
                <a:lnTo>
                  <a:pt x="461748" y="95823"/>
                </a:lnTo>
                <a:lnTo>
                  <a:pt x="461427" y="95163"/>
                </a:lnTo>
                <a:lnTo>
                  <a:pt x="461083" y="94516"/>
                </a:lnTo>
                <a:lnTo>
                  <a:pt x="460718" y="93882"/>
                </a:lnTo>
                <a:lnTo>
                  <a:pt x="460330" y="93260"/>
                </a:lnTo>
                <a:lnTo>
                  <a:pt x="459920" y="92652"/>
                </a:lnTo>
                <a:lnTo>
                  <a:pt x="459488" y="92057"/>
                </a:lnTo>
                <a:lnTo>
                  <a:pt x="459033" y="91474"/>
                </a:lnTo>
                <a:lnTo>
                  <a:pt x="458557" y="90905"/>
                </a:lnTo>
                <a:lnTo>
                  <a:pt x="458058" y="90348"/>
                </a:lnTo>
                <a:lnTo>
                  <a:pt x="457537" y="89804"/>
                </a:lnTo>
                <a:lnTo>
                  <a:pt x="456994" y="89268"/>
                </a:lnTo>
                <a:lnTo>
                  <a:pt x="456427" y="88743"/>
                </a:lnTo>
                <a:lnTo>
                  <a:pt x="455838" y="88229"/>
                </a:lnTo>
                <a:lnTo>
                  <a:pt x="455225" y="87728"/>
                </a:lnTo>
                <a:lnTo>
                  <a:pt x="454590" y="87237"/>
                </a:lnTo>
                <a:lnTo>
                  <a:pt x="453931" y="86759"/>
                </a:lnTo>
                <a:lnTo>
                  <a:pt x="453249" y="86292"/>
                </a:lnTo>
                <a:lnTo>
                  <a:pt x="452545" y="85837"/>
                </a:lnTo>
                <a:lnTo>
                  <a:pt x="451817" y="85393"/>
                </a:lnTo>
                <a:lnTo>
                  <a:pt x="451066" y="84961"/>
                </a:lnTo>
                <a:lnTo>
                  <a:pt x="450292" y="84541"/>
                </a:lnTo>
                <a:lnTo>
                  <a:pt x="449495" y="84132"/>
                </a:lnTo>
                <a:lnTo>
                  <a:pt x="448675" y="83735"/>
                </a:lnTo>
                <a:lnTo>
                  <a:pt x="447832" y="83350"/>
                </a:lnTo>
                <a:lnTo>
                  <a:pt x="446966" y="82976"/>
                </a:lnTo>
                <a:lnTo>
                  <a:pt x="446077" y="82614"/>
                </a:lnTo>
                <a:lnTo>
                  <a:pt x="445165" y="82263"/>
                </a:lnTo>
                <a:lnTo>
                  <a:pt x="444230" y="81924"/>
                </a:lnTo>
                <a:lnTo>
                  <a:pt x="443272" y="81597"/>
                </a:lnTo>
                <a:lnTo>
                  <a:pt x="442291" y="81281"/>
                </a:lnTo>
                <a:lnTo>
                  <a:pt x="441287" y="80977"/>
                </a:lnTo>
                <a:lnTo>
                  <a:pt x="440259" y="80685"/>
                </a:lnTo>
                <a:lnTo>
                  <a:pt x="439209" y="80404"/>
                </a:lnTo>
                <a:lnTo>
                  <a:pt x="438136" y="80135"/>
                </a:lnTo>
                <a:lnTo>
                  <a:pt x="423726" y="76596"/>
                </a:lnTo>
                <a:lnTo>
                  <a:pt x="423018" y="76415"/>
                </a:lnTo>
                <a:lnTo>
                  <a:pt x="422326" y="76230"/>
                </a:lnTo>
                <a:lnTo>
                  <a:pt x="421649" y="76042"/>
                </a:lnTo>
                <a:lnTo>
                  <a:pt x="420988" y="75850"/>
                </a:lnTo>
                <a:lnTo>
                  <a:pt x="420343" y="75654"/>
                </a:lnTo>
                <a:lnTo>
                  <a:pt x="419713" y="75454"/>
                </a:lnTo>
                <a:lnTo>
                  <a:pt x="419100" y="75251"/>
                </a:lnTo>
                <a:lnTo>
                  <a:pt x="418502" y="75044"/>
                </a:lnTo>
                <a:lnTo>
                  <a:pt x="417920" y="74833"/>
                </a:lnTo>
                <a:lnTo>
                  <a:pt x="417354" y="74619"/>
                </a:lnTo>
                <a:lnTo>
                  <a:pt x="416804" y="74401"/>
                </a:lnTo>
                <a:lnTo>
                  <a:pt x="416269" y="74179"/>
                </a:lnTo>
                <a:lnTo>
                  <a:pt x="415750" y="73953"/>
                </a:lnTo>
                <a:lnTo>
                  <a:pt x="415247" y="73723"/>
                </a:lnTo>
                <a:lnTo>
                  <a:pt x="414760" y="73490"/>
                </a:lnTo>
                <a:lnTo>
                  <a:pt x="414289" y="73253"/>
                </a:lnTo>
                <a:lnTo>
                  <a:pt x="413833" y="73013"/>
                </a:lnTo>
                <a:lnTo>
                  <a:pt x="413394" y="72768"/>
                </a:lnTo>
                <a:lnTo>
                  <a:pt x="412970" y="72520"/>
                </a:lnTo>
                <a:lnTo>
                  <a:pt x="412561" y="72269"/>
                </a:lnTo>
                <a:lnTo>
                  <a:pt x="412169" y="72013"/>
                </a:lnTo>
                <a:lnTo>
                  <a:pt x="411793" y="71754"/>
                </a:lnTo>
                <a:lnTo>
                  <a:pt x="411432" y="71491"/>
                </a:lnTo>
                <a:lnTo>
                  <a:pt x="411087" y="71224"/>
                </a:lnTo>
                <a:lnTo>
                  <a:pt x="410757" y="70951"/>
                </a:lnTo>
                <a:lnTo>
                  <a:pt x="410441" y="70671"/>
                </a:lnTo>
                <a:lnTo>
                  <a:pt x="410139" y="70382"/>
                </a:lnTo>
                <a:lnTo>
                  <a:pt x="409851" y="70085"/>
                </a:lnTo>
                <a:lnTo>
                  <a:pt x="409577" y="69780"/>
                </a:lnTo>
                <a:lnTo>
                  <a:pt x="409317" y="69466"/>
                </a:lnTo>
                <a:lnTo>
                  <a:pt x="409072" y="69145"/>
                </a:lnTo>
                <a:lnTo>
                  <a:pt x="408840" y="68816"/>
                </a:lnTo>
                <a:lnTo>
                  <a:pt x="408622" y="68478"/>
                </a:lnTo>
                <a:lnTo>
                  <a:pt x="408418" y="68132"/>
                </a:lnTo>
                <a:lnTo>
                  <a:pt x="408229" y="67778"/>
                </a:lnTo>
                <a:lnTo>
                  <a:pt x="408053" y="67416"/>
                </a:lnTo>
                <a:lnTo>
                  <a:pt x="407892" y="67046"/>
                </a:lnTo>
                <a:lnTo>
                  <a:pt x="407744" y="66668"/>
                </a:lnTo>
                <a:lnTo>
                  <a:pt x="407611" y="66282"/>
                </a:lnTo>
                <a:lnTo>
                  <a:pt x="407492" y="65887"/>
                </a:lnTo>
                <a:lnTo>
                  <a:pt x="407386" y="65485"/>
                </a:lnTo>
                <a:lnTo>
                  <a:pt x="407295" y="65074"/>
                </a:lnTo>
                <a:lnTo>
                  <a:pt x="407218" y="64655"/>
                </a:lnTo>
                <a:lnTo>
                  <a:pt x="407154" y="64228"/>
                </a:lnTo>
                <a:lnTo>
                  <a:pt x="407105" y="63793"/>
                </a:lnTo>
                <a:lnTo>
                  <a:pt x="407070" y="63350"/>
                </a:lnTo>
                <a:lnTo>
                  <a:pt x="407049" y="62899"/>
                </a:lnTo>
                <a:lnTo>
                  <a:pt x="407042" y="62440"/>
                </a:lnTo>
                <a:lnTo>
                  <a:pt x="407052" y="61922"/>
                </a:lnTo>
                <a:lnTo>
                  <a:pt x="407083" y="61412"/>
                </a:lnTo>
                <a:lnTo>
                  <a:pt x="407134" y="60910"/>
                </a:lnTo>
                <a:lnTo>
                  <a:pt x="407205" y="60415"/>
                </a:lnTo>
                <a:lnTo>
                  <a:pt x="407297" y="59929"/>
                </a:lnTo>
                <a:lnTo>
                  <a:pt x="407409" y="59450"/>
                </a:lnTo>
                <a:lnTo>
                  <a:pt x="407542" y="58978"/>
                </a:lnTo>
                <a:lnTo>
                  <a:pt x="407695" y="58514"/>
                </a:lnTo>
                <a:lnTo>
                  <a:pt x="407869" y="58058"/>
                </a:lnTo>
                <a:lnTo>
                  <a:pt x="408063" y="57610"/>
                </a:lnTo>
                <a:lnTo>
                  <a:pt x="408277" y="57169"/>
                </a:lnTo>
                <a:lnTo>
                  <a:pt x="408512" y="56736"/>
                </a:lnTo>
                <a:lnTo>
                  <a:pt x="408767" y="56311"/>
                </a:lnTo>
                <a:lnTo>
                  <a:pt x="409042" y="55893"/>
                </a:lnTo>
                <a:lnTo>
                  <a:pt x="409338" y="55483"/>
                </a:lnTo>
                <a:lnTo>
                  <a:pt x="409654" y="55081"/>
                </a:lnTo>
                <a:lnTo>
                  <a:pt x="409991" y="54686"/>
                </a:lnTo>
                <a:lnTo>
                  <a:pt x="410348" y="54299"/>
                </a:lnTo>
                <a:lnTo>
                  <a:pt x="410726" y="53920"/>
                </a:lnTo>
                <a:lnTo>
                  <a:pt x="411124" y="53548"/>
                </a:lnTo>
                <a:lnTo>
                  <a:pt x="411542" y="53184"/>
                </a:lnTo>
                <a:lnTo>
                  <a:pt x="411981" y="52828"/>
                </a:lnTo>
                <a:lnTo>
                  <a:pt x="412440" y="52479"/>
                </a:lnTo>
                <a:lnTo>
                  <a:pt x="412920" y="52138"/>
                </a:lnTo>
                <a:lnTo>
                  <a:pt x="413420" y="51803"/>
                </a:lnTo>
                <a:lnTo>
                  <a:pt x="413930" y="51482"/>
                </a:lnTo>
                <a:lnTo>
                  <a:pt x="414451" y="51176"/>
                </a:lnTo>
                <a:lnTo>
                  <a:pt x="414982" y="50883"/>
                </a:lnTo>
                <a:lnTo>
                  <a:pt x="415524" y="50605"/>
                </a:lnTo>
                <a:lnTo>
                  <a:pt x="416076" y="50341"/>
                </a:lnTo>
                <a:lnTo>
                  <a:pt x="416638" y="50091"/>
                </a:lnTo>
                <a:lnTo>
                  <a:pt x="417210" y="49856"/>
                </a:lnTo>
                <a:lnTo>
                  <a:pt x="417793" y="49635"/>
                </a:lnTo>
                <a:lnTo>
                  <a:pt x="418386" y="49428"/>
                </a:lnTo>
                <a:lnTo>
                  <a:pt x="418989" y="49236"/>
                </a:lnTo>
                <a:lnTo>
                  <a:pt x="419603" y="49057"/>
                </a:lnTo>
                <a:lnTo>
                  <a:pt x="420227" y="48893"/>
                </a:lnTo>
                <a:lnTo>
                  <a:pt x="420861" y="48744"/>
                </a:lnTo>
                <a:lnTo>
                  <a:pt x="421506" y="48608"/>
                </a:lnTo>
                <a:lnTo>
                  <a:pt x="422161" y="48487"/>
                </a:lnTo>
                <a:lnTo>
                  <a:pt x="422826" y="48380"/>
                </a:lnTo>
                <a:lnTo>
                  <a:pt x="423501" y="48287"/>
                </a:lnTo>
                <a:lnTo>
                  <a:pt x="424187" y="48209"/>
                </a:lnTo>
                <a:lnTo>
                  <a:pt x="424883" y="48145"/>
                </a:lnTo>
                <a:lnTo>
                  <a:pt x="425590" y="48095"/>
                </a:lnTo>
                <a:lnTo>
                  <a:pt x="426307" y="48059"/>
                </a:lnTo>
                <a:lnTo>
                  <a:pt x="427034" y="48038"/>
                </a:lnTo>
                <a:lnTo>
                  <a:pt x="427771" y="48030"/>
                </a:lnTo>
                <a:lnTo>
                  <a:pt x="428309" y="48034"/>
                </a:lnTo>
                <a:lnTo>
                  <a:pt x="428840" y="48045"/>
                </a:lnTo>
                <a:lnTo>
                  <a:pt x="429362" y="48063"/>
                </a:lnTo>
                <a:lnTo>
                  <a:pt x="429876" y="48088"/>
                </a:lnTo>
                <a:lnTo>
                  <a:pt x="430382" y="48121"/>
                </a:lnTo>
                <a:lnTo>
                  <a:pt x="430880" y="48161"/>
                </a:lnTo>
                <a:lnTo>
                  <a:pt x="431369" y="48208"/>
                </a:lnTo>
                <a:lnTo>
                  <a:pt x="431851" y="48262"/>
                </a:lnTo>
                <a:lnTo>
                  <a:pt x="432324" y="48324"/>
                </a:lnTo>
                <a:lnTo>
                  <a:pt x="432790" y="48393"/>
                </a:lnTo>
                <a:lnTo>
                  <a:pt x="433247" y="48469"/>
                </a:lnTo>
                <a:lnTo>
                  <a:pt x="433696" y="48552"/>
                </a:lnTo>
                <a:lnTo>
                  <a:pt x="434137" y="48642"/>
                </a:lnTo>
                <a:lnTo>
                  <a:pt x="434570" y="48740"/>
                </a:lnTo>
                <a:lnTo>
                  <a:pt x="434994" y="48845"/>
                </a:lnTo>
                <a:lnTo>
                  <a:pt x="435411" y="48957"/>
                </a:lnTo>
                <a:lnTo>
                  <a:pt x="435820" y="49077"/>
                </a:lnTo>
                <a:lnTo>
                  <a:pt x="436220" y="49204"/>
                </a:lnTo>
                <a:lnTo>
                  <a:pt x="436612" y="49338"/>
                </a:lnTo>
                <a:lnTo>
                  <a:pt x="436996" y="49479"/>
                </a:lnTo>
                <a:lnTo>
                  <a:pt x="437372" y="49627"/>
                </a:lnTo>
                <a:lnTo>
                  <a:pt x="437740" y="49783"/>
                </a:lnTo>
                <a:lnTo>
                  <a:pt x="438100" y="49946"/>
                </a:lnTo>
                <a:lnTo>
                  <a:pt x="438452" y="50116"/>
                </a:lnTo>
                <a:lnTo>
                  <a:pt x="438796" y="50292"/>
                </a:lnTo>
                <a:lnTo>
                  <a:pt x="439134" y="50471"/>
                </a:lnTo>
                <a:lnTo>
                  <a:pt x="439467" y="50655"/>
                </a:lnTo>
                <a:lnTo>
                  <a:pt x="439793" y="50843"/>
                </a:lnTo>
                <a:lnTo>
                  <a:pt x="440113" y="51034"/>
                </a:lnTo>
                <a:lnTo>
                  <a:pt x="440426" y="51230"/>
                </a:lnTo>
                <a:lnTo>
                  <a:pt x="440734" y="51429"/>
                </a:lnTo>
                <a:lnTo>
                  <a:pt x="441036" y="51633"/>
                </a:lnTo>
                <a:lnTo>
                  <a:pt x="441331" y="51840"/>
                </a:lnTo>
                <a:lnTo>
                  <a:pt x="441620" y="52051"/>
                </a:lnTo>
                <a:lnTo>
                  <a:pt x="441903" y="52267"/>
                </a:lnTo>
                <a:lnTo>
                  <a:pt x="442180" y="52486"/>
                </a:lnTo>
                <a:lnTo>
                  <a:pt x="442451" y="52709"/>
                </a:lnTo>
                <a:lnTo>
                  <a:pt x="442716" y="52936"/>
                </a:lnTo>
                <a:lnTo>
                  <a:pt x="442974" y="53167"/>
                </a:lnTo>
                <a:lnTo>
                  <a:pt x="443227" y="53402"/>
                </a:lnTo>
                <a:lnTo>
                  <a:pt x="443473" y="53641"/>
                </a:lnTo>
                <a:lnTo>
                  <a:pt x="443713" y="53884"/>
                </a:lnTo>
                <a:lnTo>
                  <a:pt x="443947" y="54131"/>
                </a:lnTo>
                <a:lnTo>
                  <a:pt x="444174" y="54382"/>
                </a:lnTo>
                <a:lnTo>
                  <a:pt x="444396" y="54637"/>
                </a:lnTo>
                <a:lnTo>
                  <a:pt x="444612" y="54895"/>
                </a:lnTo>
                <a:lnTo>
                  <a:pt x="444821" y="55158"/>
                </a:lnTo>
                <a:lnTo>
                  <a:pt x="445024" y="55425"/>
                </a:lnTo>
                <a:lnTo>
                  <a:pt x="445227" y="55688"/>
                </a:lnTo>
                <a:lnTo>
                  <a:pt x="445427" y="55953"/>
                </a:lnTo>
                <a:lnTo>
                  <a:pt x="445622" y="56218"/>
                </a:lnTo>
                <a:lnTo>
                  <a:pt x="445812" y="56483"/>
                </a:lnTo>
                <a:lnTo>
                  <a:pt x="445999" y="56749"/>
                </a:lnTo>
                <a:lnTo>
                  <a:pt x="446181" y="57016"/>
                </a:lnTo>
                <a:lnTo>
                  <a:pt x="446360" y="57284"/>
                </a:lnTo>
                <a:lnTo>
                  <a:pt x="446534" y="57552"/>
                </a:lnTo>
                <a:lnTo>
                  <a:pt x="446704" y="57821"/>
                </a:lnTo>
                <a:lnTo>
                  <a:pt x="446870" y="58091"/>
                </a:lnTo>
                <a:lnTo>
                  <a:pt x="447031" y="58361"/>
                </a:lnTo>
                <a:lnTo>
                  <a:pt x="447189" y="58632"/>
                </a:lnTo>
                <a:lnTo>
                  <a:pt x="447342" y="58903"/>
                </a:lnTo>
                <a:lnTo>
                  <a:pt x="447491" y="59176"/>
                </a:lnTo>
                <a:lnTo>
                  <a:pt x="447636" y="59449"/>
                </a:lnTo>
                <a:lnTo>
                  <a:pt x="447777" y="59722"/>
                </a:lnTo>
                <a:lnTo>
                  <a:pt x="447913" y="59996"/>
                </a:lnTo>
                <a:lnTo>
                  <a:pt x="448046" y="60271"/>
                </a:lnTo>
                <a:lnTo>
                  <a:pt x="448174" y="60547"/>
                </a:lnTo>
                <a:lnTo>
                  <a:pt x="448298" y="60823"/>
                </a:lnTo>
                <a:lnTo>
                  <a:pt x="448418" y="61100"/>
                </a:lnTo>
                <a:lnTo>
                  <a:pt x="448534" y="61377"/>
                </a:lnTo>
                <a:lnTo>
                  <a:pt x="448645" y="61655"/>
                </a:lnTo>
                <a:lnTo>
                  <a:pt x="448753" y="61934"/>
                </a:lnTo>
                <a:lnTo>
                  <a:pt x="462151" y="58142"/>
                </a:lnTo>
                <a:lnTo>
                  <a:pt x="461853" y="57285"/>
                </a:lnTo>
                <a:lnTo>
                  <a:pt x="461538" y="56443"/>
                </a:lnTo>
                <a:lnTo>
                  <a:pt x="461207" y="55614"/>
                </a:lnTo>
                <a:lnTo>
                  <a:pt x="460859" y="54800"/>
                </a:lnTo>
                <a:lnTo>
                  <a:pt x="460494" y="53999"/>
                </a:lnTo>
                <a:close/>
                <a:moveTo>
                  <a:pt x="518353" y="135639"/>
                </a:moveTo>
                <a:lnTo>
                  <a:pt x="519009" y="135591"/>
                </a:lnTo>
                <a:lnTo>
                  <a:pt x="519656" y="135534"/>
                </a:lnTo>
                <a:lnTo>
                  <a:pt x="520295" y="135468"/>
                </a:lnTo>
                <a:lnTo>
                  <a:pt x="520924" y="135394"/>
                </a:lnTo>
                <a:lnTo>
                  <a:pt x="521544" y="135310"/>
                </a:lnTo>
                <a:lnTo>
                  <a:pt x="522155" y="135218"/>
                </a:lnTo>
                <a:lnTo>
                  <a:pt x="522758" y="135117"/>
                </a:lnTo>
                <a:lnTo>
                  <a:pt x="523351" y="135007"/>
                </a:lnTo>
                <a:lnTo>
                  <a:pt x="523935" y="134889"/>
                </a:lnTo>
                <a:lnTo>
                  <a:pt x="524510" y="134762"/>
                </a:lnTo>
                <a:lnTo>
                  <a:pt x="525077" y="134626"/>
                </a:lnTo>
                <a:lnTo>
                  <a:pt x="525634" y="134481"/>
                </a:lnTo>
                <a:lnTo>
                  <a:pt x="526182" y="134327"/>
                </a:lnTo>
                <a:lnTo>
                  <a:pt x="526721" y="134165"/>
                </a:lnTo>
                <a:lnTo>
                  <a:pt x="527252" y="133994"/>
                </a:lnTo>
                <a:lnTo>
                  <a:pt x="527773" y="133814"/>
                </a:lnTo>
                <a:lnTo>
                  <a:pt x="528285" y="133625"/>
                </a:lnTo>
                <a:lnTo>
                  <a:pt x="528789" y="133428"/>
                </a:lnTo>
                <a:lnTo>
                  <a:pt x="529283" y="133221"/>
                </a:lnTo>
                <a:lnTo>
                  <a:pt x="529769" y="133009"/>
                </a:lnTo>
                <a:lnTo>
                  <a:pt x="530246" y="132792"/>
                </a:lnTo>
                <a:lnTo>
                  <a:pt x="530716" y="132572"/>
                </a:lnTo>
                <a:lnTo>
                  <a:pt x="531177" y="132349"/>
                </a:lnTo>
                <a:lnTo>
                  <a:pt x="531630" y="132121"/>
                </a:lnTo>
                <a:lnTo>
                  <a:pt x="532075" y="131890"/>
                </a:lnTo>
                <a:lnTo>
                  <a:pt x="532512" y="131655"/>
                </a:lnTo>
                <a:lnTo>
                  <a:pt x="532941" y="131417"/>
                </a:lnTo>
                <a:lnTo>
                  <a:pt x="533362" y="131174"/>
                </a:lnTo>
                <a:lnTo>
                  <a:pt x="533775" y="130928"/>
                </a:lnTo>
                <a:lnTo>
                  <a:pt x="534179" y="130678"/>
                </a:lnTo>
                <a:lnTo>
                  <a:pt x="534576" y="130425"/>
                </a:lnTo>
                <a:lnTo>
                  <a:pt x="534964" y="130167"/>
                </a:lnTo>
                <a:lnTo>
                  <a:pt x="535344" y="129906"/>
                </a:lnTo>
                <a:lnTo>
                  <a:pt x="535716" y="129642"/>
                </a:lnTo>
                <a:lnTo>
                  <a:pt x="536080" y="129373"/>
                </a:lnTo>
                <a:lnTo>
                  <a:pt x="536436" y="129101"/>
                </a:lnTo>
                <a:lnTo>
                  <a:pt x="536784" y="128825"/>
                </a:lnTo>
                <a:lnTo>
                  <a:pt x="537123" y="128545"/>
                </a:lnTo>
                <a:lnTo>
                  <a:pt x="537455" y="128262"/>
                </a:lnTo>
                <a:lnTo>
                  <a:pt x="537778" y="127975"/>
                </a:lnTo>
                <a:lnTo>
                  <a:pt x="538093" y="127684"/>
                </a:lnTo>
                <a:lnTo>
                  <a:pt x="538400" y="127389"/>
                </a:lnTo>
                <a:lnTo>
                  <a:pt x="538699" y="127091"/>
                </a:lnTo>
                <a:lnTo>
                  <a:pt x="538991" y="126792"/>
                </a:lnTo>
                <a:lnTo>
                  <a:pt x="539275" y="126494"/>
                </a:lnTo>
                <a:lnTo>
                  <a:pt x="539552" y="126197"/>
                </a:lnTo>
                <a:lnTo>
                  <a:pt x="539823" y="125903"/>
                </a:lnTo>
                <a:lnTo>
                  <a:pt x="540086" y="125609"/>
                </a:lnTo>
                <a:lnTo>
                  <a:pt x="540342" y="125318"/>
                </a:lnTo>
                <a:lnTo>
                  <a:pt x="540592" y="125027"/>
                </a:lnTo>
                <a:lnTo>
                  <a:pt x="540834" y="124739"/>
                </a:lnTo>
                <a:lnTo>
                  <a:pt x="541069" y="124452"/>
                </a:lnTo>
                <a:lnTo>
                  <a:pt x="541297" y="124166"/>
                </a:lnTo>
                <a:lnTo>
                  <a:pt x="541519" y="123882"/>
                </a:lnTo>
                <a:lnTo>
                  <a:pt x="541733" y="123599"/>
                </a:lnTo>
                <a:lnTo>
                  <a:pt x="541940" y="123318"/>
                </a:lnTo>
                <a:lnTo>
                  <a:pt x="542140" y="123039"/>
                </a:lnTo>
                <a:lnTo>
                  <a:pt x="542333" y="122761"/>
                </a:lnTo>
                <a:lnTo>
                  <a:pt x="542519" y="122485"/>
                </a:lnTo>
                <a:lnTo>
                  <a:pt x="542698" y="122210"/>
                </a:lnTo>
                <a:lnTo>
                  <a:pt x="542870" y="121936"/>
                </a:lnTo>
                <a:lnTo>
                  <a:pt x="543035" y="121665"/>
                </a:lnTo>
                <a:lnTo>
                  <a:pt x="543193" y="121394"/>
                </a:lnTo>
                <a:lnTo>
                  <a:pt x="543344" y="121126"/>
                </a:lnTo>
                <a:lnTo>
                  <a:pt x="543488" y="120859"/>
                </a:lnTo>
                <a:lnTo>
                  <a:pt x="543625" y="120593"/>
                </a:lnTo>
                <a:lnTo>
                  <a:pt x="543755" y="120329"/>
                </a:lnTo>
                <a:lnTo>
                  <a:pt x="544513" y="120329"/>
                </a:lnTo>
                <a:lnTo>
                  <a:pt x="544513" y="133474"/>
                </a:lnTo>
                <a:lnTo>
                  <a:pt x="559428" y="133474"/>
                </a:lnTo>
                <a:lnTo>
                  <a:pt x="559428" y="69518"/>
                </a:lnTo>
                <a:lnTo>
                  <a:pt x="559422" y="68562"/>
                </a:lnTo>
                <a:lnTo>
                  <a:pt x="559402" y="67623"/>
                </a:lnTo>
                <a:lnTo>
                  <a:pt x="559369" y="66700"/>
                </a:lnTo>
                <a:lnTo>
                  <a:pt x="559323" y="65793"/>
                </a:lnTo>
                <a:lnTo>
                  <a:pt x="559264" y="64902"/>
                </a:lnTo>
                <a:lnTo>
                  <a:pt x="559191" y="64027"/>
                </a:lnTo>
                <a:lnTo>
                  <a:pt x="559106" y="63169"/>
                </a:lnTo>
                <a:lnTo>
                  <a:pt x="559007" y="62327"/>
                </a:lnTo>
                <a:lnTo>
                  <a:pt x="558895" y="61501"/>
                </a:lnTo>
                <a:lnTo>
                  <a:pt x="558770" y="60692"/>
                </a:lnTo>
                <a:lnTo>
                  <a:pt x="558632" y="59899"/>
                </a:lnTo>
                <a:lnTo>
                  <a:pt x="558480" y="59122"/>
                </a:lnTo>
                <a:lnTo>
                  <a:pt x="558316" y="58361"/>
                </a:lnTo>
                <a:lnTo>
                  <a:pt x="558138" y="57616"/>
                </a:lnTo>
                <a:lnTo>
                  <a:pt x="557947" y="56888"/>
                </a:lnTo>
                <a:lnTo>
                  <a:pt x="557743" y="56176"/>
                </a:lnTo>
                <a:lnTo>
                  <a:pt x="557526" y="55480"/>
                </a:lnTo>
                <a:lnTo>
                  <a:pt x="557295" y="54801"/>
                </a:lnTo>
                <a:lnTo>
                  <a:pt x="557052" y="54137"/>
                </a:lnTo>
                <a:lnTo>
                  <a:pt x="556795" y="53490"/>
                </a:lnTo>
                <a:lnTo>
                  <a:pt x="556525" y="52859"/>
                </a:lnTo>
                <a:lnTo>
                  <a:pt x="556242" y="52245"/>
                </a:lnTo>
                <a:lnTo>
                  <a:pt x="555946" y="51646"/>
                </a:lnTo>
                <a:lnTo>
                  <a:pt x="555636" y="51064"/>
                </a:lnTo>
                <a:lnTo>
                  <a:pt x="555317" y="50496"/>
                </a:lnTo>
                <a:lnTo>
                  <a:pt x="554991" y="49940"/>
                </a:lnTo>
                <a:lnTo>
                  <a:pt x="554658" y="49396"/>
                </a:lnTo>
                <a:lnTo>
                  <a:pt x="554318" y="48864"/>
                </a:lnTo>
                <a:lnTo>
                  <a:pt x="553971" y="48345"/>
                </a:lnTo>
                <a:lnTo>
                  <a:pt x="553618" y="47837"/>
                </a:lnTo>
                <a:lnTo>
                  <a:pt x="553258" y="47341"/>
                </a:lnTo>
                <a:lnTo>
                  <a:pt x="552891" y="46858"/>
                </a:lnTo>
                <a:lnTo>
                  <a:pt x="552517" y="46386"/>
                </a:lnTo>
                <a:lnTo>
                  <a:pt x="552136" y="45927"/>
                </a:lnTo>
                <a:lnTo>
                  <a:pt x="551749" y="45480"/>
                </a:lnTo>
                <a:lnTo>
                  <a:pt x="551355" y="45044"/>
                </a:lnTo>
                <a:lnTo>
                  <a:pt x="550954" y="44621"/>
                </a:lnTo>
                <a:lnTo>
                  <a:pt x="550546" y="44210"/>
                </a:lnTo>
                <a:lnTo>
                  <a:pt x="550131" y="43811"/>
                </a:lnTo>
                <a:lnTo>
                  <a:pt x="549710" y="43424"/>
                </a:lnTo>
                <a:lnTo>
                  <a:pt x="549282" y="43049"/>
                </a:lnTo>
                <a:lnTo>
                  <a:pt x="548847" y="42686"/>
                </a:lnTo>
                <a:lnTo>
                  <a:pt x="548405" y="42335"/>
                </a:lnTo>
                <a:lnTo>
                  <a:pt x="547956" y="41997"/>
                </a:lnTo>
                <a:lnTo>
                  <a:pt x="547501" y="41670"/>
                </a:lnTo>
                <a:lnTo>
                  <a:pt x="547038" y="41356"/>
                </a:lnTo>
                <a:lnTo>
                  <a:pt x="546569" y="41053"/>
                </a:lnTo>
                <a:lnTo>
                  <a:pt x="546093" y="40763"/>
                </a:lnTo>
                <a:lnTo>
                  <a:pt x="545619" y="40482"/>
                </a:lnTo>
                <a:lnTo>
                  <a:pt x="545142" y="40210"/>
                </a:lnTo>
                <a:lnTo>
                  <a:pt x="544665" y="39946"/>
                </a:lnTo>
                <a:lnTo>
                  <a:pt x="544185" y="39690"/>
                </a:lnTo>
                <a:lnTo>
                  <a:pt x="543704" y="39442"/>
                </a:lnTo>
                <a:lnTo>
                  <a:pt x="543222" y="39202"/>
                </a:lnTo>
                <a:lnTo>
                  <a:pt x="542738" y="38971"/>
                </a:lnTo>
                <a:lnTo>
                  <a:pt x="542252" y="38747"/>
                </a:lnTo>
                <a:lnTo>
                  <a:pt x="541765" y="38532"/>
                </a:lnTo>
                <a:lnTo>
                  <a:pt x="541277" y="38325"/>
                </a:lnTo>
                <a:lnTo>
                  <a:pt x="540787" y="38126"/>
                </a:lnTo>
                <a:lnTo>
                  <a:pt x="540295" y="37935"/>
                </a:lnTo>
                <a:lnTo>
                  <a:pt x="539802" y="37752"/>
                </a:lnTo>
                <a:lnTo>
                  <a:pt x="539307" y="37577"/>
                </a:lnTo>
                <a:lnTo>
                  <a:pt x="538811" y="37410"/>
                </a:lnTo>
                <a:lnTo>
                  <a:pt x="538313" y="37252"/>
                </a:lnTo>
                <a:lnTo>
                  <a:pt x="537814" y="37101"/>
                </a:lnTo>
                <a:lnTo>
                  <a:pt x="537313" y="36959"/>
                </a:lnTo>
                <a:lnTo>
                  <a:pt x="536810" y="36825"/>
                </a:lnTo>
                <a:lnTo>
                  <a:pt x="536307" y="36699"/>
                </a:lnTo>
                <a:lnTo>
                  <a:pt x="535801" y="36581"/>
                </a:lnTo>
                <a:lnTo>
                  <a:pt x="535294" y="36471"/>
                </a:lnTo>
                <a:lnTo>
                  <a:pt x="534786" y="36369"/>
                </a:lnTo>
                <a:lnTo>
                  <a:pt x="534275" y="36276"/>
                </a:lnTo>
                <a:lnTo>
                  <a:pt x="533772" y="36183"/>
                </a:lnTo>
                <a:lnTo>
                  <a:pt x="533274" y="36094"/>
                </a:lnTo>
                <a:lnTo>
                  <a:pt x="532780" y="36009"/>
                </a:lnTo>
                <a:lnTo>
                  <a:pt x="532292" y="35928"/>
                </a:lnTo>
                <a:lnTo>
                  <a:pt x="531808" y="35851"/>
                </a:lnTo>
                <a:lnTo>
                  <a:pt x="531329" y="35778"/>
                </a:lnTo>
                <a:lnTo>
                  <a:pt x="530855" y="35709"/>
                </a:lnTo>
                <a:lnTo>
                  <a:pt x="530385" y="35644"/>
                </a:lnTo>
                <a:lnTo>
                  <a:pt x="529921" y="35582"/>
                </a:lnTo>
                <a:lnTo>
                  <a:pt x="529461" y="35525"/>
                </a:lnTo>
                <a:lnTo>
                  <a:pt x="529006" y="35472"/>
                </a:lnTo>
                <a:lnTo>
                  <a:pt x="528556" y="35422"/>
                </a:lnTo>
                <a:lnTo>
                  <a:pt x="528111" y="35377"/>
                </a:lnTo>
                <a:lnTo>
                  <a:pt x="527670" y="35336"/>
                </a:lnTo>
                <a:lnTo>
                  <a:pt x="527235" y="35298"/>
                </a:lnTo>
                <a:lnTo>
                  <a:pt x="526804" y="35264"/>
                </a:lnTo>
                <a:lnTo>
                  <a:pt x="526378" y="35235"/>
                </a:lnTo>
                <a:lnTo>
                  <a:pt x="525957" y="35209"/>
                </a:lnTo>
                <a:lnTo>
                  <a:pt x="525541" y="35187"/>
                </a:lnTo>
                <a:lnTo>
                  <a:pt x="525129" y="35170"/>
                </a:lnTo>
                <a:lnTo>
                  <a:pt x="524723" y="35156"/>
                </a:lnTo>
                <a:lnTo>
                  <a:pt x="524321" y="35146"/>
                </a:lnTo>
                <a:lnTo>
                  <a:pt x="523924" y="35140"/>
                </a:lnTo>
                <a:lnTo>
                  <a:pt x="523532" y="35138"/>
                </a:lnTo>
                <a:lnTo>
                  <a:pt x="522920" y="35142"/>
                </a:lnTo>
                <a:lnTo>
                  <a:pt x="522308" y="35152"/>
                </a:lnTo>
                <a:lnTo>
                  <a:pt x="521695" y="35170"/>
                </a:lnTo>
                <a:lnTo>
                  <a:pt x="521081" y="35194"/>
                </a:lnTo>
                <a:lnTo>
                  <a:pt x="520466" y="35226"/>
                </a:lnTo>
                <a:lnTo>
                  <a:pt x="519850" y="35264"/>
                </a:lnTo>
                <a:lnTo>
                  <a:pt x="519234" y="35310"/>
                </a:lnTo>
                <a:lnTo>
                  <a:pt x="518616" y="35363"/>
                </a:lnTo>
                <a:lnTo>
                  <a:pt x="517998" y="35422"/>
                </a:lnTo>
                <a:lnTo>
                  <a:pt x="517379" y="35489"/>
                </a:lnTo>
                <a:lnTo>
                  <a:pt x="516759" y="35563"/>
                </a:lnTo>
                <a:lnTo>
                  <a:pt x="516138" y="35644"/>
                </a:lnTo>
                <a:lnTo>
                  <a:pt x="515516" y="35731"/>
                </a:lnTo>
                <a:lnTo>
                  <a:pt x="514893" y="35826"/>
                </a:lnTo>
                <a:lnTo>
                  <a:pt x="514269" y="35928"/>
                </a:lnTo>
                <a:lnTo>
                  <a:pt x="513645" y="36037"/>
                </a:lnTo>
                <a:lnTo>
                  <a:pt x="513019" y="36153"/>
                </a:lnTo>
                <a:lnTo>
                  <a:pt x="512393" y="36276"/>
                </a:lnTo>
                <a:lnTo>
                  <a:pt x="511766" y="36406"/>
                </a:lnTo>
                <a:lnTo>
                  <a:pt x="511138" y="36542"/>
                </a:lnTo>
                <a:lnTo>
                  <a:pt x="510509" y="36686"/>
                </a:lnTo>
                <a:lnTo>
                  <a:pt x="509879" y="36837"/>
                </a:lnTo>
                <a:lnTo>
                  <a:pt x="509249" y="36995"/>
                </a:lnTo>
                <a:lnTo>
                  <a:pt x="508617" y="37160"/>
                </a:lnTo>
                <a:lnTo>
                  <a:pt x="507992" y="37329"/>
                </a:lnTo>
                <a:lnTo>
                  <a:pt x="507372" y="37508"/>
                </a:lnTo>
                <a:lnTo>
                  <a:pt x="506755" y="37698"/>
                </a:lnTo>
                <a:lnTo>
                  <a:pt x="506142" y="37898"/>
                </a:lnTo>
                <a:lnTo>
                  <a:pt x="505533" y="38108"/>
                </a:lnTo>
                <a:lnTo>
                  <a:pt x="504928" y="38330"/>
                </a:lnTo>
                <a:lnTo>
                  <a:pt x="504327" y="38561"/>
                </a:lnTo>
                <a:lnTo>
                  <a:pt x="503730" y="38804"/>
                </a:lnTo>
                <a:lnTo>
                  <a:pt x="503137" y="39056"/>
                </a:lnTo>
                <a:lnTo>
                  <a:pt x="502547" y="39320"/>
                </a:lnTo>
                <a:lnTo>
                  <a:pt x="501962" y="39594"/>
                </a:lnTo>
                <a:lnTo>
                  <a:pt x="501381" y="39878"/>
                </a:lnTo>
                <a:lnTo>
                  <a:pt x="500804" y="40173"/>
                </a:lnTo>
                <a:lnTo>
                  <a:pt x="500230" y="40478"/>
                </a:lnTo>
                <a:lnTo>
                  <a:pt x="499661" y="40794"/>
                </a:lnTo>
                <a:lnTo>
                  <a:pt x="499095" y="41121"/>
                </a:lnTo>
                <a:lnTo>
                  <a:pt x="498534" y="41458"/>
                </a:lnTo>
                <a:lnTo>
                  <a:pt x="497976" y="41805"/>
                </a:lnTo>
                <a:lnTo>
                  <a:pt x="497422" y="42164"/>
                </a:lnTo>
                <a:lnTo>
                  <a:pt x="496873" y="42532"/>
                </a:lnTo>
                <a:lnTo>
                  <a:pt x="496327" y="42911"/>
                </a:lnTo>
                <a:lnTo>
                  <a:pt x="495785" y="43301"/>
                </a:lnTo>
                <a:lnTo>
                  <a:pt x="495247" y="43701"/>
                </a:lnTo>
                <a:lnTo>
                  <a:pt x="494714" y="44112"/>
                </a:lnTo>
                <a:lnTo>
                  <a:pt x="494191" y="44530"/>
                </a:lnTo>
                <a:lnTo>
                  <a:pt x="493678" y="44961"/>
                </a:lnTo>
                <a:lnTo>
                  <a:pt x="493173" y="45406"/>
                </a:lnTo>
                <a:lnTo>
                  <a:pt x="492677" y="45864"/>
                </a:lnTo>
                <a:lnTo>
                  <a:pt x="492190" y="46336"/>
                </a:lnTo>
                <a:lnTo>
                  <a:pt x="491712" y="46822"/>
                </a:lnTo>
                <a:lnTo>
                  <a:pt x="491242" y="47321"/>
                </a:lnTo>
                <a:lnTo>
                  <a:pt x="490781" y="47834"/>
                </a:lnTo>
                <a:lnTo>
                  <a:pt x="490329" y="48360"/>
                </a:lnTo>
                <a:lnTo>
                  <a:pt x="489886" y="48900"/>
                </a:lnTo>
                <a:lnTo>
                  <a:pt x="489451" y="49454"/>
                </a:lnTo>
                <a:lnTo>
                  <a:pt x="489026" y="50021"/>
                </a:lnTo>
                <a:lnTo>
                  <a:pt x="488609" y="50602"/>
                </a:lnTo>
                <a:lnTo>
                  <a:pt x="488201" y="51196"/>
                </a:lnTo>
                <a:lnTo>
                  <a:pt x="487801" y="51805"/>
                </a:lnTo>
                <a:lnTo>
                  <a:pt x="487411" y="52426"/>
                </a:lnTo>
                <a:lnTo>
                  <a:pt x="487029" y="53061"/>
                </a:lnTo>
                <a:lnTo>
                  <a:pt x="486656" y="53710"/>
                </a:lnTo>
                <a:lnTo>
                  <a:pt x="486292" y="54373"/>
                </a:lnTo>
                <a:lnTo>
                  <a:pt x="485936" y="55049"/>
                </a:lnTo>
                <a:lnTo>
                  <a:pt x="485589" y="55739"/>
                </a:lnTo>
                <a:lnTo>
                  <a:pt x="485251" y="56442"/>
                </a:lnTo>
                <a:lnTo>
                  <a:pt x="484922" y="57159"/>
                </a:lnTo>
                <a:lnTo>
                  <a:pt x="484602" y="57889"/>
                </a:lnTo>
                <a:lnTo>
                  <a:pt x="498758" y="62945"/>
                </a:lnTo>
                <a:lnTo>
                  <a:pt x="498970" y="62504"/>
                </a:lnTo>
                <a:lnTo>
                  <a:pt x="499194" y="62065"/>
                </a:lnTo>
                <a:lnTo>
                  <a:pt x="499431" y="61628"/>
                </a:lnTo>
                <a:lnTo>
                  <a:pt x="499680" y="61193"/>
                </a:lnTo>
                <a:lnTo>
                  <a:pt x="499941" y="60761"/>
                </a:lnTo>
                <a:lnTo>
                  <a:pt x="500216" y="60330"/>
                </a:lnTo>
                <a:lnTo>
                  <a:pt x="500502" y="59902"/>
                </a:lnTo>
                <a:lnTo>
                  <a:pt x="500802" y="59476"/>
                </a:lnTo>
                <a:lnTo>
                  <a:pt x="501113" y="59053"/>
                </a:lnTo>
                <a:lnTo>
                  <a:pt x="501438" y="58631"/>
                </a:lnTo>
                <a:lnTo>
                  <a:pt x="501774" y="58212"/>
                </a:lnTo>
                <a:lnTo>
                  <a:pt x="502123" y="57795"/>
                </a:lnTo>
                <a:lnTo>
                  <a:pt x="502485" y="57380"/>
                </a:lnTo>
                <a:lnTo>
                  <a:pt x="502859" y="56967"/>
                </a:lnTo>
                <a:lnTo>
                  <a:pt x="503246" y="56556"/>
                </a:lnTo>
                <a:lnTo>
                  <a:pt x="503645" y="56148"/>
                </a:lnTo>
                <a:lnTo>
                  <a:pt x="504057" y="55742"/>
                </a:lnTo>
                <a:lnTo>
                  <a:pt x="504482" y="55338"/>
                </a:lnTo>
                <a:lnTo>
                  <a:pt x="504918" y="54936"/>
                </a:lnTo>
                <a:lnTo>
                  <a:pt x="505368" y="54536"/>
                </a:lnTo>
                <a:lnTo>
                  <a:pt x="505829" y="54139"/>
                </a:lnTo>
                <a:lnTo>
                  <a:pt x="506304" y="53744"/>
                </a:lnTo>
                <a:lnTo>
                  <a:pt x="506791" y="53351"/>
                </a:lnTo>
                <a:lnTo>
                  <a:pt x="507290" y="52960"/>
                </a:lnTo>
                <a:lnTo>
                  <a:pt x="507804" y="52578"/>
                </a:lnTo>
                <a:lnTo>
                  <a:pt x="508333" y="52213"/>
                </a:lnTo>
                <a:lnTo>
                  <a:pt x="508879" y="51864"/>
                </a:lnTo>
                <a:lnTo>
                  <a:pt x="509440" y="51531"/>
                </a:lnTo>
                <a:lnTo>
                  <a:pt x="510018" y="51214"/>
                </a:lnTo>
                <a:lnTo>
                  <a:pt x="510612" y="50914"/>
                </a:lnTo>
                <a:lnTo>
                  <a:pt x="511221" y="50630"/>
                </a:lnTo>
                <a:lnTo>
                  <a:pt x="511847" y="50362"/>
                </a:lnTo>
                <a:lnTo>
                  <a:pt x="512489" y="50110"/>
                </a:lnTo>
                <a:lnTo>
                  <a:pt x="513147" y="49875"/>
                </a:lnTo>
                <a:lnTo>
                  <a:pt x="513820" y="49655"/>
                </a:lnTo>
                <a:lnTo>
                  <a:pt x="514510" y="49452"/>
                </a:lnTo>
                <a:lnTo>
                  <a:pt x="515216" y="49266"/>
                </a:lnTo>
                <a:lnTo>
                  <a:pt x="515938" y="49095"/>
                </a:lnTo>
                <a:lnTo>
                  <a:pt x="516676" y="48941"/>
                </a:lnTo>
                <a:lnTo>
                  <a:pt x="517430" y="48803"/>
                </a:lnTo>
                <a:lnTo>
                  <a:pt x="518200" y="48681"/>
                </a:lnTo>
                <a:lnTo>
                  <a:pt x="518985" y="48576"/>
                </a:lnTo>
                <a:lnTo>
                  <a:pt x="519787" y="48486"/>
                </a:lnTo>
                <a:lnTo>
                  <a:pt x="520605" y="48413"/>
                </a:lnTo>
                <a:lnTo>
                  <a:pt x="521439" y="48356"/>
                </a:lnTo>
                <a:lnTo>
                  <a:pt x="522289" y="48316"/>
                </a:lnTo>
                <a:lnTo>
                  <a:pt x="523155" y="48291"/>
                </a:lnTo>
                <a:lnTo>
                  <a:pt x="524037" y="48283"/>
                </a:lnTo>
                <a:lnTo>
                  <a:pt x="524887" y="48292"/>
                </a:lnTo>
                <a:lnTo>
                  <a:pt x="525718" y="48319"/>
                </a:lnTo>
                <a:lnTo>
                  <a:pt x="526531" y="48364"/>
                </a:lnTo>
                <a:lnTo>
                  <a:pt x="527325" y="48427"/>
                </a:lnTo>
                <a:lnTo>
                  <a:pt x="528102" y="48508"/>
                </a:lnTo>
                <a:lnTo>
                  <a:pt x="528860" y="48607"/>
                </a:lnTo>
                <a:lnTo>
                  <a:pt x="529600" y="48724"/>
                </a:lnTo>
                <a:lnTo>
                  <a:pt x="530322" y="48859"/>
                </a:lnTo>
                <a:lnTo>
                  <a:pt x="531026" y="49012"/>
                </a:lnTo>
                <a:lnTo>
                  <a:pt x="531711" y="49183"/>
                </a:lnTo>
                <a:lnTo>
                  <a:pt x="532378" y="49372"/>
                </a:lnTo>
                <a:lnTo>
                  <a:pt x="533027" y="49579"/>
                </a:lnTo>
                <a:lnTo>
                  <a:pt x="533658" y="49804"/>
                </a:lnTo>
                <a:lnTo>
                  <a:pt x="534271" y="50047"/>
                </a:lnTo>
                <a:lnTo>
                  <a:pt x="534865" y="50308"/>
                </a:lnTo>
                <a:lnTo>
                  <a:pt x="535441" y="50586"/>
                </a:lnTo>
                <a:lnTo>
                  <a:pt x="535999" y="50883"/>
                </a:lnTo>
                <a:lnTo>
                  <a:pt x="536539" y="51198"/>
                </a:lnTo>
                <a:lnTo>
                  <a:pt x="537060" y="51531"/>
                </a:lnTo>
                <a:lnTo>
                  <a:pt x="537563" y="51882"/>
                </a:lnTo>
                <a:lnTo>
                  <a:pt x="538049" y="52251"/>
                </a:lnTo>
                <a:lnTo>
                  <a:pt x="538515" y="52638"/>
                </a:lnTo>
                <a:lnTo>
                  <a:pt x="538964" y="53043"/>
                </a:lnTo>
                <a:lnTo>
                  <a:pt x="539394" y="53465"/>
                </a:lnTo>
                <a:lnTo>
                  <a:pt x="539812" y="53905"/>
                </a:lnTo>
                <a:lnTo>
                  <a:pt x="540212" y="54358"/>
                </a:lnTo>
                <a:lnTo>
                  <a:pt x="540594" y="54826"/>
                </a:lnTo>
                <a:lnTo>
                  <a:pt x="540959" y="55309"/>
                </a:lnTo>
                <a:lnTo>
                  <a:pt x="541305" y="55806"/>
                </a:lnTo>
                <a:lnTo>
                  <a:pt x="541634" y="56317"/>
                </a:lnTo>
                <a:lnTo>
                  <a:pt x="541945" y="56843"/>
                </a:lnTo>
                <a:lnTo>
                  <a:pt x="542238" y="57384"/>
                </a:lnTo>
                <a:lnTo>
                  <a:pt x="542514" y="57939"/>
                </a:lnTo>
                <a:lnTo>
                  <a:pt x="542772" y="58508"/>
                </a:lnTo>
                <a:lnTo>
                  <a:pt x="543012" y="59092"/>
                </a:lnTo>
                <a:lnTo>
                  <a:pt x="543234" y="59690"/>
                </a:lnTo>
                <a:lnTo>
                  <a:pt x="543438" y="60303"/>
                </a:lnTo>
                <a:lnTo>
                  <a:pt x="543625" y="60931"/>
                </a:lnTo>
                <a:lnTo>
                  <a:pt x="543794" y="61573"/>
                </a:lnTo>
                <a:lnTo>
                  <a:pt x="543945" y="62229"/>
                </a:lnTo>
                <a:lnTo>
                  <a:pt x="544078" y="62900"/>
                </a:lnTo>
                <a:lnTo>
                  <a:pt x="544194" y="63585"/>
                </a:lnTo>
                <a:lnTo>
                  <a:pt x="544291" y="64285"/>
                </a:lnTo>
                <a:lnTo>
                  <a:pt x="544371" y="64999"/>
                </a:lnTo>
                <a:lnTo>
                  <a:pt x="544433" y="65728"/>
                </a:lnTo>
                <a:lnTo>
                  <a:pt x="544478" y="66471"/>
                </a:lnTo>
                <a:lnTo>
                  <a:pt x="544505" y="67229"/>
                </a:lnTo>
                <a:lnTo>
                  <a:pt x="544513" y="68001"/>
                </a:lnTo>
                <a:lnTo>
                  <a:pt x="544513" y="68507"/>
                </a:lnTo>
                <a:lnTo>
                  <a:pt x="544509" y="68803"/>
                </a:lnTo>
                <a:lnTo>
                  <a:pt x="544495" y="69092"/>
                </a:lnTo>
                <a:lnTo>
                  <a:pt x="544473" y="69374"/>
                </a:lnTo>
                <a:lnTo>
                  <a:pt x="544442" y="69648"/>
                </a:lnTo>
                <a:lnTo>
                  <a:pt x="544401" y="69914"/>
                </a:lnTo>
                <a:lnTo>
                  <a:pt x="544352" y="70173"/>
                </a:lnTo>
                <a:lnTo>
                  <a:pt x="544293" y="70425"/>
                </a:lnTo>
                <a:lnTo>
                  <a:pt x="544226" y="70669"/>
                </a:lnTo>
                <a:lnTo>
                  <a:pt x="544149" y="70906"/>
                </a:lnTo>
                <a:lnTo>
                  <a:pt x="544064" y="71135"/>
                </a:lnTo>
                <a:lnTo>
                  <a:pt x="543969" y="71357"/>
                </a:lnTo>
                <a:lnTo>
                  <a:pt x="543866" y="71572"/>
                </a:lnTo>
                <a:lnTo>
                  <a:pt x="543753" y="71779"/>
                </a:lnTo>
                <a:lnTo>
                  <a:pt x="543632" y="71978"/>
                </a:lnTo>
                <a:lnTo>
                  <a:pt x="543501" y="72170"/>
                </a:lnTo>
                <a:lnTo>
                  <a:pt x="543362" y="72355"/>
                </a:lnTo>
                <a:lnTo>
                  <a:pt x="543213" y="72532"/>
                </a:lnTo>
                <a:lnTo>
                  <a:pt x="543056" y="72701"/>
                </a:lnTo>
                <a:lnTo>
                  <a:pt x="542890" y="72863"/>
                </a:lnTo>
                <a:lnTo>
                  <a:pt x="542714" y="73018"/>
                </a:lnTo>
                <a:lnTo>
                  <a:pt x="542530" y="73165"/>
                </a:lnTo>
                <a:lnTo>
                  <a:pt x="542336" y="73305"/>
                </a:lnTo>
                <a:lnTo>
                  <a:pt x="542134" y="73438"/>
                </a:lnTo>
                <a:lnTo>
                  <a:pt x="541922" y="73562"/>
                </a:lnTo>
                <a:lnTo>
                  <a:pt x="541706" y="73682"/>
                </a:lnTo>
                <a:lnTo>
                  <a:pt x="541480" y="73799"/>
                </a:lnTo>
                <a:lnTo>
                  <a:pt x="541243" y="73913"/>
                </a:lnTo>
                <a:lnTo>
                  <a:pt x="540995" y="74024"/>
                </a:lnTo>
                <a:lnTo>
                  <a:pt x="540737" y="74132"/>
                </a:lnTo>
                <a:lnTo>
                  <a:pt x="540469" y="74238"/>
                </a:lnTo>
                <a:lnTo>
                  <a:pt x="540190" y="74340"/>
                </a:lnTo>
                <a:lnTo>
                  <a:pt x="539900" y="74440"/>
                </a:lnTo>
                <a:lnTo>
                  <a:pt x="539600" y="74537"/>
                </a:lnTo>
                <a:lnTo>
                  <a:pt x="539289" y="74631"/>
                </a:lnTo>
                <a:lnTo>
                  <a:pt x="538968" y="74722"/>
                </a:lnTo>
                <a:lnTo>
                  <a:pt x="538636" y="74811"/>
                </a:lnTo>
                <a:lnTo>
                  <a:pt x="538294" y="74896"/>
                </a:lnTo>
                <a:lnTo>
                  <a:pt x="537941" y="74979"/>
                </a:lnTo>
                <a:lnTo>
                  <a:pt x="537578" y="75058"/>
                </a:lnTo>
                <a:lnTo>
                  <a:pt x="537204" y="75135"/>
                </a:lnTo>
                <a:lnTo>
                  <a:pt x="536819" y="75209"/>
                </a:lnTo>
                <a:lnTo>
                  <a:pt x="536424" y="75281"/>
                </a:lnTo>
                <a:lnTo>
                  <a:pt x="536019" y="75349"/>
                </a:lnTo>
                <a:lnTo>
                  <a:pt x="535603" y="75414"/>
                </a:lnTo>
                <a:lnTo>
                  <a:pt x="535176" y="75477"/>
                </a:lnTo>
                <a:lnTo>
                  <a:pt x="534739" y="75537"/>
                </a:lnTo>
                <a:lnTo>
                  <a:pt x="534291" y="75594"/>
                </a:lnTo>
                <a:lnTo>
                  <a:pt x="533833" y="75648"/>
                </a:lnTo>
                <a:lnTo>
                  <a:pt x="533369" y="75696"/>
                </a:lnTo>
                <a:lnTo>
                  <a:pt x="532893" y="75747"/>
                </a:lnTo>
                <a:lnTo>
                  <a:pt x="532406" y="75799"/>
                </a:lnTo>
                <a:lnTo>
                  <a:pt x="531907" y="75853"/>
                </a:lnTo>
                <a:lnTo>
                  <a:pt x="531397" y="75910"/>
                </a:lnTo>
                <a:lnTo>
                  <a:pt x="530875" y="75968"/>
                </a:lnTo>
                <a:lnTo>
                  <a:pt x="530341" y="76028"/>
                </a:lnTo>
                <a:lnTo>
                  <a:pt x="529795" y="76090"/>
                </a:lnTo>
                <a:lnTo>
                  <a:pt x="529238" y="76155"/>
                </a:lnTo>
                <a:lnTo>
                  <a:pt x="528670" y="76221"/>
                </a:lnTo>
                <a:lnTo>
                  <a:pt x="528089" y="76289"/>
                </a:lnTo>
                <a:lnTo>
                  <a:pt x="527497" y="76359"/>
                </a:lnTo>
                <a:lnTo>
                  <a:pt x="526894" y="76431"/>
                </a:lnTo>
                <a:lnTo>
                  <a:pt x="526279" y="76505"/>
                </a:lnTo>
                <a:lnTo>
                  <a:pt x="525652" y="76581"/>
                </a:lnTo>
                <a:lnTo>
                  <a:pt x="525013" y="76659"/>
                </a:lnTo>
                <a:lnTo>
                  <a:pt x="524363" y="76739"/>
                </a:lnTo>
                <a:lnTo>
                  <a:pt x="523702" y="76821"/>
                </a:lnTo>
                <a:lnTo>
                  <a:pt x="523028" y="76905"/>
                </a:lnTo>
                <a:lnTo>
                  <a:pt x="522343" y="76991"/>
                </a:lnTo>
                <a:lnTo>
                  <a:pt x="521647" y="77079"/>
                </a:lnTo>
                <a:lnTo>
                  <a:pt x="520938" y="77169"/>
                </a:lnTo>
                <a:lnTo>
                  <a:pt x="520219" y="77260"/>
                </a:lnTo>
                <a:lnTo>
                  <a:pt x="519487" y="77354"/>
                </a:lnTo>
                <a:lnTo>
                  <a:pt x="518924" y="77429"/>
                </a:lnTo>
                <a:lnTo>
                  <a:pt x="518361" y="77506"/>
                </a:lnTo>
                <a:lnTo>
                  <a:pt x="517798" y="77585"/>
                </a:lnTo>
                <a:lnTo>
                  <a:pt x="517235" y="77667"/>
                </a:lnTo>
                <a:lnTo>
                  <a:pt x="516672" y="77750"/>
                </a:lnTo>
                <a:lnTo>
                  <a:pt x="516110" y="77836"/>
                </a:lnTo>
                <a:lnTo>
                  <a:pt x="515548" y="77924"/>
                </a:lnTo>
                <a:lnTo>
                  <a:pt x="514986" y="78014"/>
                </a:lnTo>
                <a:lnTo>
                  <a:pt x="514424" y="78107"/>
                </a:lnTo>
                <a:lnTo>
                  <a:pt x="513863" y="78201"/>
                </a:lnTo>
                <a:lnTo>
                  <a:pt x="513302" y="78298"/>
                </a:lnTo>
                <a:lnTo>
                  <a:pt x="512741" y="78397"/>
                </a:lnTo>
                <a:lnTo>
                  <a:pt x="512180" y="78498"/>
                </a:lnTo>
                <a:lnTo>
                  <a:pt x="511619" y="78602"/>
                </a:lnTo>
                <a:lnTo>
                  <a:pt x="511059" y="78707"/>
                </a:lnTo>
                <a:lnTo>
                  <a:pt x="510499" y="78815"/>
                </a:lnTo>
                <a:lnTo>
                  <a:pt x="509939" y="78925"/>
                </a:lnTo>
                <a:lnTo>
                  <a:pt x="509379" y="79037"/>
                </a:lnTo>
                <a:lnTo>
                  <a:pt x="508820" y="79151"/>
                </a:lnTo>
                <a:lnTo>
                  <a:pt x="508261" y="79268"/>
                </a:lnTo>
                <a:lnTo>
                  <a:pt x="507702" y="79386"/>
                </a:lnTo>
                <a:lnTo>
                  <a:pt x="507143" y="79507"/>
                </a:lnTo>
                <a:lnTo>
                  <a:pt x="506584" y="79631"/>
                </a:lnTo>
                <a:lnTo>
                  <a:pt x="506026" y="79756"/>
                </a:lnTo>
                <a:lnTo>
                  <a:pt x="505475" y="79880"/>
                </a:lnTo>
                <a:lnTo>
                  <a:pt x="504928" y="80009"/>
                </a:lnTo>
                <a:lnTo>
                  <a:pt x="504385" y="80143"/>
                </a:lnTo>
                <a:lnTo>
                  <a:pt x="503846" y="80282"/>
                </a:lnTo>
                <a:lnTo>
                  <a:pt x="503310" y="80427"/>
                </a:lnTo>
                <a:lnTo>
                  <a:pt x="502779" y="80577"/>
                </a:lnTo>
                <a:lnTo>
                  <a:pt x="502252" y="80733"/>
                </a:lnTo>
                <a:lnTo>
                  <a:pt x="501728" y="80893"/>
                </a:lnTo>
                <a:lnTo>
                  <a:pt x="501209" y="81059"/>
                </a:lnTo>
                <a:lnTo>
                  <a:pt x="500694" y="81230"/>
                </a:lnTo>
                <a:lnTo>
                  <a:pt x="500182" y="81407"/>
                </a:lnTo>
                <a:lnTo>
                  <a:pt x="499675" y="81589"/>
                </a:lnTo>
                <a:lnTo>
                  <a:pt x="499171" y="81775"/>
                </a:lnTo>
                <a:lnTo>
                  <a:pt x="498671" y="81968"/>
                </a:lnTo>
                <a:lnTo>
                  <a:pt x="498176" y="82165"/>
                </a:lnTo>
                <a:lnTo>
                  <a:pt x="497684" y="82368"/>
                </a:lnTo>
                <a:lnTo>
                  <a:pt x="497196" y="82576"/>
                </a:lnTo>
                <a:lnTo>
                  <a:pt x="496712" y="82789"/>
                </a:lnTo>
                <a:lnTo>
                  <a:pt x="496232" y="83008"/>
                </a:lnTo>
                <a:lnTo>
                  <a:pt x="495756" y="83232"/>
                </a:lnTo>
                <a:lnTo>
                  <a:pt x="495284" y="83461"/>
                </a:lnTo>
                <a:lnTo>
                  <a:pt x="494816" y="83695"/>
                </a:lnTo>
                <a:lnTo>
                  <a:pt x="494352" y="83935"/>
                </a:lnTo>
                <a:lnTo>
                  <a:pt x="493892" y="84180"/>
                </a:lnTo>
                <a:lnTo>
                  <a:pt x="493438" y="84431"/>
                </a:lnTo>
                <a:lnTo>
                  <a:pt x="492991" y="84691"/>
                </a:lnTo>
                <a:lnTo>
                  <a:pt x="492552" y="84958"/>
                </a:lnTo>
                <a:lnTo>
                  <a:pt x="492121" y="85233"/>
                </a:lnTo>
                <a:lnTo>
                  <a:pt x="491697" y="85516"/>
                </a:lnTo>
                <a:lnTo>
                  <a:pt x="491281" y="85807"/>
                </a:lnTo>
                <a:lnTo>
                  <a:pt x="490873" y="86106"/>
                </a:lnTo>
                <a:lnTo>
                  <a:pt x="490472" y="86413"/>
                </a:lnTo>
                <a:lnTo>
                  <a:pt x="490079" y="86727"/>
                </a:lnTo>
                <a:lnTo>
                  <a:pt x="489694" y="87050"/>
                </a:lnTo>
                <a:lnTo>
                  <a:pt x="489317" y="87380"/>
                </a:lnTo>
                <a:lnTo>
                  <a:pt x="488947" y="87719"/>
                </a:lnTo>
                <a:lnTo>
                  <a:pt x="488585" y="88065"/>
                </a:lnTo>
                <a:lnTo>
                  <a:pt x="488230" y="88419"/>
                </a:lnTo>
                <a:lnTo>
                  <a:pt x="487883" y="88781"/>
                </a:lnTo>
                <a:lnTo>
                  <a:pt x="487544" y="89151"/>
                </a:lnTo>
                <a:lnTo>
                  <a:pt x="487213" y="89529"/>
                </a:lnTo>
                <a:lnTo>
                  <a:pt x="486889" y="89915"/>
                </a:lnTo>
                <a:lnTo>
                  <a:pt x="486573" y="90309"/>
                </a:lnTo>
                <a:lnTo>
                  <a:pt x="486264" y="90710"/>
                </a:lnTo>
                <a:lnTo>
                  <a:pt x="485964" y="91120"/>
                </a:lnTo>
                <a:lnTo>
                  <a:pt x="485670" y="91537"/>
                </a:lnTo>
                <a:lnTo>
                  <a:pt x="485385" y="91962"/>
                </a:lnTo>
                <a:lnTo>
                  <a:pt x="485107" y="92395"/>
                </a:lnTo>
                <a:lnTo>
                  <a:pt x="484839" y="92833"/>
                </a:lnTo>
                <a:lnTo>
                  <a:pt x="484583" y="93281"/>
                </a:lnTo>
                <a:lnTo>
                  <a:pt x="484337" y="93740"/>
                </a:lnTo>
                <a:lnTo>
                  <a:pt x="484103" y="94211"/>
                </a:lnTo>
                <a:lnTo>
                  <a:pt x="483881" y="94692"/>
                </a:lnTo>
                <a:lnTo>
                  <a:pt x="483670" y="95184"/>
                </a:lnTo>
                <a:lnTo>
                  <a:pt x="483470" y="95687"/>
                </a:lnTo>
                <a:lnTo>
                  <a:pt x="483282" y="96201"/>
                </a:lnTo>
                <a:lnTo>
                  <a:pt x="483105" y="96726"/>
                </a:lnTo>
                <a:lnTo>
                  <a:pt x="482939" y="97263"/>
                </a:lnTo>
                <a:lnTo>
                  <a:pt x="482785" y="97810"/>
                </a:lnTo>
                <a:lnTo>
                  <a:pt x="482643" y="98368"/>
                </a:lnTo>
                <a:lnTo>
                  <a:pt x="482511" y="98937"/>
                </a:lnTo>
                <a:lnTo>
                  <a:pt x="482392" y="99517"/>
                </a:lnTo>
                <a:lnTo>
                  <a:pt x="482283" y="100108"/>
                </a:lnTo>
                <a:lnTo>
                  <a:pt x="482186" y="100709"/>
                </a:lnTo>
                <a:lnTo>
                  <a:pt x="482101" y="101322"/>
                </a:lnTo>
                <a:lnTo>
                  <a:pt x="482027" y="101946"/>
                </a:lnTo>
                <a:lnTo>
                  <a:pt x="481964" y="102581"/>
                </a:lnTo>
                <a:lnTo>
                  <a:pt x="481912" y="103227"/>
                </a:lnTo>
                <a:lnTo>
                  <a:pt x="481872" y="103884"/>
                </a:lnTo>
                <a:lnTo>
                  <a:pt x="481844" y="104551"/>
                </a:lnTo>
                <a:lnTo>
                  <a:pt x="481827" y="105230"/>
                </a:lnTo>
                <a:lnTo>
                  <a:pt x="481821" y="105920"/>
                </a:lnTo>
                <a:lnTo>
                  <a:pt x="481829" y="106705"/>
                </a:lnTo>
                <a:lnTo>
                  <a:pt x="481852" y="107480"/>
                </a:lnTo>
                <a:lnTo>
                  <a:pt x="481890" y="108246"/>
                </a:lnTo>
                <a:lnTo>
                  <a:pt x="481944" y="109002"/>
                </a:lnTo>
                <a:lnTo>
                  <a:pt x="482013" y="109749"/>
                </a:lnTo>
                <a:lnTo>
                  <a:pt x="482098" y="110486"/>
                </a:lnTo>
                <a:lnTo>
                  <a:pt x="482197" y="111213"/>
                </a:lnTo>
                <a:lnTo>
                  <a:pt x="482313" y="111931"/>
                </a:lnTo>
                <a:lnTo>
                  <a:pt x="482443" y="112638"/>
                </a:lnTo>
                <a:lnTo>
                  <a:pt x="482589" y="113337"/>
                </a:lnTo>
                <a:lnTo>
                  <a:pt x="482750" y="114025"/>
                </a:lnTo>
                <a:lnTo>
                  <a:pt x="482927" y="114704"/>
                </a:lnTo>
                <a:lnTo>
                  <a:pt x="483119" y="115374"/>
                </a:lnTo>
                <a:lnTo>
                  <a:pt x="483326" y="116033"/>
                </a:lnTo>
                <a:lnTo>
                  <a:pt x="483549" y="116683"/>
                </a:lnTo>
                <a:lnTo>
                  <a:pt x="483787" y="117323"/>
                </a:lnTo>
                <a:lnTo>
                  <a:pt x="484041" y="117954"/>
                </a:lnTo>
                <a:lnTo>
                  <a:pt x="484310" y="118575"/>
                </a:lnTo>
                <a:lnTo>
                  <a:pt x="484594" y="119186"/>
                </a:lnTo>
                <a:lnTo>
                  <a:pt x="484893" y="119788"/>
                </a:lnTo>
                <a:lnTo>
                  <a:pt x="485208" y="120380"/>
                </a:lnTo>
                <a:lnTo>
                  <a:pt x="485538" y="120963"/>
                </a:lnTo>
                <a:lnTo>
                  <a:pt x="485884" y="121535"/>
                </a:lnTo>
                <a:lnTo>
                  <a:pt x="486245" y="122098"/>
                </a:lnTo>
                <a:lnTo>
                  <a:pt x="486619" y="122646"/>
                </a:lnTo>
                <a:lnTo>
                  <a:pt x="487004" y="123183"/>
                </a:lnTo>
                <a:lnTo>
                  <a:pt x="487399" y="123709"/>
                </a:lnTo>
                <a:lnTo>
                  <a:pt x="487806" y="124224"/>
                </a:lnTo>
                <a:lnTo>
                  <a:pt x="488223" y="124729"/>
                </a:lnTo>
                <a:lnTo>
                  <a:pt x="488650" y="125223"/>
                </a:lnTo>
                <a:lnTo>
                  <a:pt x="489089" y="125706"/>
                </a:lnTo>
                <a:lnTo>
                  <a:pt x="489538" y="126178"/>
                </a:lnTo>
                <a:lnTo>
                  <a:pt x="489998" y="126640"/>
                </a:lnTo>
                <a:lnTo>
                  <a:pt x="490469" y="127091"/>
                </a:lnTo>
                <a:lnTo>
                  <a:pt x="490951" y="127531"/>
                </a:lnTo>
                <a:lnTo>
                  <a:pt x="491443" y="127960"/>
                </a:lnTo>
                <a:lnTo>
                  <a:pt x="491946" y="128379"/>
                </a:lnTo>
                <a:lnTo>
                  <a:pt x="492460" y="128786"/>
                </a:lnTo>
                <a:lnTo>
                  <a:pt x="492984" y="129184"/>
                </a:lnTo>
                <a:lnTo>
                  <a:pt x="493520" y="129570"/>
                </a:lnTo>
                <a:lnTo>
                  <a:pt x="494066" y="129945"/>
                </a:lnTo>
                <a:lnTo>
                  <a:pt x="494623" y="130310"/>
                </a:lnTo>
                <a:lnTo>
                  <a:pt x="495190" y="130664"/>
                </a:lnTo>
                <a:lnTo>
                  <a:pt x="495769" y="131008"/>
                </a:lnTo>
                <a:lnTo>
                  <a:pt x="496358" y="131340"/>
                </a:lnTo>
                <a:lnTo>
                  <a:pt x="496957" y="131662"/>
                </a:lnTo>
                <a:lnTo>
                  <a:pt x="497568" y="131973"/>
                </a:lnTo>
                <a:lnTo>
                  <a:pt x="498189" y="132273"/>
                </a:lnTo>
                <a:lnTo>
                  <a:pt x="498819" y="132557"/>
                </a:lnTo>
                <a:lnTo>
                  <a:pt x="499455" y="132828"/>
                </a:lnTo>
                <a:lnTo>
                  <a:pt x="500096" y="133088"/>
                </a:lnTo>
                <a:lnTo>
                  <a:pt x="500744" y="133335"/>
                </a:lnTo>
                <a:lnTo>
                  <a:pt x="501397" y="133571"/>
                </a:lnTo>
                <a:lnTo>
                  <a:pt x="502056" y="133794"/>
                </a:lnTo>
                <a:lnTo>
                  <a:pt x="502722" y="134005"/>
                </a:lnTo>
                <a:lnTo>
                  <a:pt x="503393" y="134204"/>
                </a:lnTo>
                <a:lnTo>
                  <a:pt x="504070" y="134391"/>
                </a:lnTo>
                <a:lnTo>
                  <a:pt x="504753" y="134566"/>
                </a:lnTo>
                <a:lnTo>
                  <a:pt x="505442" y="134729"/>
                </a:lnTo>
                <a:lnTo>
                  <a:pt x="506137" y="134880"/>
                </a:lnTo>
                <a:lnTo>
                  <a:pt x="506837" y="135019"/>
                </a:lnTo>
                <a:lnTo>
                  <a:pt x="507544" y="135146"/>
                </a:lnTo>
                <a:lnTo>
                  <a:pt x="508257" y="135260"/>
                </a:lnTo>
                <a:lnTo>
                  <a:pt x="508975" y="135363"/>
                </a:lnTo>
                <a:lnTo>
                  <a:pt x="509700" y="135453"/>
                </a:lnTo>
                <a:lnTo>
                  <a:pt x="510430" y="135532"/>
                </a:lnTo>
                <a:lnTo>
                  <a:pt x="511166" y="135598"/>
                </a:lnTo>
                <a:lnTo>
                  <a:pt x="511909" y="135653"/>
                </a:lnTo>
                <a:lnTo>
                  <a:pt x="512657" y="135695"/>
                </a:lnTo>
                <a:lnTo>
                  <a:pt x="513411" y="135725"/>
                </a:lnTo>
                <a:lnTo>
                  <a:pt x="514171" y="135743"/>
                </a:lnTo>
                <a:lnTo>
                  <a:pt x="514937" y="135749"/>
                </a:lnTo>
                <a:lnTo>
                  <a:pt x="515638" y="135745"/>
                </a:lnTo>
                <a:lnTo>
                  <a:pt x="516330" y="135732"/>
                </a:lnTo>
                <a:lnTo>
                  <a:pt x="517014" y="135710"/>
                </a:lnTo>
                <a:lnTo>
                  <a:pt x="517688" y="135679"/>
                </a:lnTo>
                <a:lnTo>
                  <a:pt x="518353" y="135639"/>
                </a:lnTo>
                <a:close/>
                <a:moveTo>
                  <a:pt x="513634" y="122181"/>
                </a:moveTo>
                <a:lnTo>
                  <a:pt x="512950" y="122106"/>
                </a:lnTo>
                <a:lnTo>
                  <a:pt x="512277" y="122018"/>
                </a:lnTo>
                <a:lnTo>
                  <a:pt x="511615" y="121916"/>
                </a:lnTo>
                <a:lnTo>
                  <a:pt x="510964" y="121800"/>
                </a:lnTo>
                <a:lnTo>
                  <a:pt x="510324" y="121671"/>
                </a:lnTo>
                <a:lnTo>
                  <a:pt x="509694" y="121528"/>
                </a:lnTo>
                <a:lnTo>
                  <a:pt x="509075" y="121372"/>
                </a:lnTo>
                <a:lnTo>
                  <a:pt x="508467" y="121202"/>
                </a:lnTo>
                <a:lnTo>
                  <a:pt x="507870" y="121018"/>
                </a:lnTo>
                <a:lnTo>
                  <a:pt x="507283" y="120821"/>
                </a:lnTo>
                <a:lnTo>
                  <a:pt x="506707" y="120610"/>
                </a:lnTo>
                <a:lnTo>
                  <a:pt x="506142" y="120385"/>
                </a:lnTo>
                <a:lnTo>
                  <a:pt x="505588" y="120147"/>
                </a:lnTo>
                <a:lnTo>
                  <a:pt x="505044" y="119896"/>
                </a:lnTo>
                <a:lnTo>
                  <a:pt x="504511" y="119630"/>
                </a:lnTo>
                <a:lnTo>
                  <a:pt x="503989" y="119351"/>
                </a:lnTo>
                <a:lnTo>
                  <a:pt x="503477" y="119059"/>
                </a:lnTo>
                <a:lnTo>
                  <a:pt x="502977" y="118753"/>
                </a:lnTo>
                <a:lnTo>
                  <a:pt x="502487" y="118433"/>
                </a:lnTo>
                <a:lnTo>
                  <a:pt x="502018" y="118095"/>
                </a:lnTo>
                <a:lnTo>
                  <a:pt x="501568" y="117743"/>
                </a:lnTo>
                <a:lnTo>
                  <a:pt x="501139" y="117378"/>
                </a:lnTo>
                <a:lnTo>
                  <a:pt x="500730" y="117000"/>
                </a:lnTo>
                <a:lnTo>
                  <a:pt x="500340" y="116609"/>
                </a:lnTo>
                <a:lnTo>
                  <a:pt x="499971" y="116205"/>
                </a:lnTo>
                <a:lnTo>
                  <a:pt x="499621" y="115788"/>
                </a:lnTo>
                <a:lnTo>
                  <a:pt x="499292" y="115357"/>
                </a:lnTo>
                <a:lnTo>
                  <a:pt x="498982" y="114914"/>
                </a:lnTo>
                <a:lnTo>
                  <a:pt x="498693" y="114457"/>
                </a:lnTo>
                <a:lnTo>
                  <a:pt x="498423" y="113987"/>
                </a:lnTo>
                <a:lnTo>
                  <a:pt x="498174" y="113504"/>
                </a:lnTo>
                <a:lnTo>
                  <a:pt x="497944" y="113007"/>
                </a:lnTo>
                <a:lnTo>
                  <a:pt x="497734" y="112498"/>
                </a:lnTo>
                <a:lnTo>
                  <a:pt x="497545" y="111975"/>
                </a:lnTo>
                <a:lnTo>
                  <a:pt x="497375" y="111439"/>
                </a:lnTo>
                <a:lnTo>
                  <a:pt x="497225" y="110890"/>
                </a:lnTo>
                <a:lnTo>
                  <a:pt x="497095" y="110328"/>
                </a:lnTo>
                <a:lnTo>
                  <a:pt x="496985" y="109752"/>
                </a:lnTo>
                <a:lnTo>
                  <a:pt x="496896" y="109164"/>
                </a:lnTo>
                <a:lnTo>
                  <a:pt x="496826" y="108562"/>
                </a:lnTo>
                <a:lnTo>
                  <a:pt x="496776" y="107947"/>
                </a:lnTo>
                <a:lnTo>
                  <a:pt x="496746" y="107319"/>
                </a:lnTo>
                <a:lnTo>
                  <a:pt x="496736" y="106678"/>
                </a:lnTo>
                <a:lnTo>
                  <a:pt x="496741" y="106208"/>
                </a:lnTo>
                <a:lnTo>
                  <a:pt x="496757" y="105747"/>
                </a:lnTo>
                <a:lnTo>
                  <a:pt x="496783" y="105294"/>
                </a:lnTo>
                <a:lnTo>
                  <a:pt x="496820" y="104849"/>
                </a:lnTo>
                <a:lnTo>
                  <a:pt x="496868" y="104412"/>
                </a:lnTo>
                <a:lnTo>
                  <a:pt x="496925" y="103984"/>
                </a:lnTo>
                <a:lnTo>
                  <a:pt x="496994" y="103565"/>
                </a:lnTo>
                <a:lnTo>
                  <a:pt x="497073" y="103153"/>
                </a:lnTo>
                <a:lnTo>
                  <a:pt x="497162" y="102750"/>
                </a:lnTo>
                <a:lnTo>
                  <a:pt x="497263" y="102355"/>
                </a:lnTo>
                <a:lnTo>
                  <a:pt x="497373" y="101969"/>
                </a:lnTo>
                <a:lnTo>
                  <a:pt x="497494" y="101591"/>
                </a:lnTo>
                <a:lnTo>
                  <a:pt x="497626" y="101221"/>
                </a:lnTo>
                <a:lnTo>
                  <a:pt x="497768" y="100860"/>
                </a:lnTo>
                <a:lnTo>
                  <a:pt x="497921" y="100506"/>
                </a:lnTo>
                <a:lnTo>
                  <a:pt x="498084" y="100162"/>
                </a:lnTo>
                <a:lnTo>
                  <a:pt x="498258" y="99825"/>
                </a:lnTo>
                <a:lnTo>
                  <a:pt x="498442" y="99497"/>
                </a:lnTo>
                <a:lnTo>
                  <a:pt x="498637" y="99178"/>
                </a:lnTo>
                <a:lnTo>
                  <a:pt x="498842" y="98866"/>
                </a:lnTo>
                <a:lnTo>
                  <a:pt x="499058" y="98563"/>
                </a:lnTo>
                <a:lnTo>
                  <a:pt x="499285" y="98268"/>
                </a:lnTo>
                <a:lnTo>
                  <a:pt x="499522" y="97982"/>
                </a:lnTo>
                <a:lnTo>
                  <a:pt x="499769" y="97704"/>
                </a:lnTo>
                <a:lnTo>
                  <a:pt x="500031" y="97428"/>
                </a:lnTo>
                <a:lnTo>
                  <a:pt x="500299" y="97158"/>
                </a:lnTo>
                <a:lnTo>
                  <a:pt x="500573" y="96893"/>
                </a:lnTo>
                <a:lnTo>
                  <a:pt x="500854" y="96635"/>
                </a:lnTo>
                <a:lnTo>
                  <a:pt x="501142" y="96382"/>
                </a:lnTo>
                <a:lnTo>
                  <a:pt x="501436" y="96136"/>
                </a:lnTo>
                <a:lnTo>
                  <a:pt x="501737" y="95895"/>
                </a:lnTo>
                <a:lnTo>
                  <a:pt x="502044" y="95661"/>
                </a:lnTo>
                <a:lnTo>
                  <a:pt x="502358" y="95432"/>
                </a:lnTo>
                <a:lnTo>
                  <a:pt x="502679" y="95209"/>
                </a:lnTo>
                <a:lnTo>
                  <a:pt x="503006" y="94992"/>
                </a:lnTo>
                <a:lnTo>
                  <a:pt x="503340" y="94781"/>
                </a:lnTo>
                <a:lnTo>
                  <a:pt x="503680" y="94576"/>
                </a:lnTo>
                <a:lnTo>
                  <a:pt x="504027" y="94377"/>
                </a:lnTo>
                <a:lnTo>
                  <a:pt x="504381" y="94184"/>
                </a:lnTo>
                <a:lnTo>
                  <a:pt x="504741" y="93996"/>
                </a:lnTo>
                <a:lnTo>
                  <a:pt x="505108" y="93815"/>
                </a:lnTo>
                <a:lnTo>
                  <a:pt x="505481" y="93640"/>
                </a:lnTo>
                <a:lnTo>
                  <a:pt x="505861" y="93470"/>
                </a:lnTo>
                <a:lnTo>
                  <a:pt x="506247" y="93306"/>
                </a:lnTo>
                <a:lnTo>
                  <a:pt x="506640" y="93149"/>
                </a:lnTo>
                <a:lnTo>
                  <a:pt x="507040" y="92997"/>
                </a:lnTo>
                <a:lnTo>
                  <a:pt x="507446" y="92851"/>
                </a:lnTo>
                <a:lnTo>
                  <a:pt x="507859" y="92711"/>
                </a:lnTo>
                <a:lnTo>
                  <a:pt x="508281" y="92571"/>
                </a:lnTo>
                <a:lnTo>
                  <a:pt x="508707" y="92434"/>
                </a:lnTo>
                <a:lnTo>
                  <a:pt x="509135" y="92300"/>
                </a:lnTo>
                <a:lnTo>
                  <a:pt x="509565" y="92169"/>
                </a:lnTo>
                <a:lnTo>
                  <a:pt x="509998" y="92042"/>
                </a:lnTo>
                <a:lnTo>
                  <a:pt x="510434" y="91917"/>
                </a:lnTo>
                <a:lnTo>
                  <a:pt x="510872" y="91797"/>
                </a:lnTo>
                <a:lnTo>
                  <a:pt x="511314" y="91679"/>
                </a:lnTo>
                <a:lnTo>
                  <a:pt x="511757" y="91565"/>
                </a:lnTo>
                <a:lnTo>
                  <a:pt x="512204" y="91454"/>
                </a:lnTo>
                <a:lnTo>
                  <a:pt x="512653" y="91346"/>
                </a:lnTo>
                <a:lnTo>
                  <a:pt x="513104" y="91242"/>
                </a:lnTo>
                <a:lnTo>
                  <a:pt x="513558" y="91141"/>
                </a:lnTo>
                <a:lnTo>
                  <a:pt x="514015" y="91043"/>
                </a:lnTo>
                <a:lnTo>
                  <a:pt x="514475" y="90949"/>
                </a:lnTo>
                <a:lnTo>
                  <a:pt x="514937" y="90858"/>
                </a:lnTo>
                <a:lnTo>
                  <a:pt x="515402" y="90770"/>
                </a:lnTo>
                <a:lnTo>
                  <a:pt x="515869" y="90685"/>
                </a:lnTo>
                <a:lnTo>
                  <a:pt x="516339" y="90604"/>
                </a:lnTo>
                <a:lnTo>
                  <a:pt x="516812" y="90526"/>
                </a:lnTo>
                <a:lnTo>
                  <a:pt x="517287" y="90451"/>
                </a:lnTo>
                <a:lnTo>
                  <a:pt x="517765" y="90380"/>
                </a:lnTo>
                <a:lnTo>
                  <a:pt x="518246" y="90312"/>
                </a:lnTo>
                <a:lnTo>
                  <a:pt x="518729" y="90247"/>
                </a:lnTo>
                <a:lnTo>
                  <a:pt x="518931" y="90220"/>
                </a:lnTo>
                <a:lnTo>
                  <a:pt x="519139" y="90193"/>
                </a:lnTo>
                <a:lnTo>
                  <a:pt x="519352" y="90166"/>
                </a:lnTo>
                <a:lnTo>
                  <a:pt x="519570" y="90138"/>
                </a:lnTo>
                <a:lnTo>
                  <a:pt x="519792" y="90110"/>
                </a:lnTo>
                <a:lnTo>
                  <a:pt x="520020" y="90081"/>
                </a:lnTo>
                <a:lnTo>
                  <a:pt x="520253" y="90052"/>
                </a:lnTo>
                <a:lnTo>
                  <a:pt x="520491" y="90022"/>
                </a:lnTo>
                <a:lnTo>
                  <a:pt x="520734" y="89992"/>
                </a:lnTo>
                <a:lnTo>
                  <a:pt x="520982" y="89961"/>
                </a:lnTo>
                <a:lnTo>
                  <a:pt x="521235" y="89930"/>
                </a:lnTo>
                <a:lnTo>
                  <a:pt x="521494" y="89899"/>
                </a:lnTo>
                <a:lnTo>
                  <a:pt x="521757" y="89867"/>
                </a:lnTo>
                <a:lnTo>
                  <a:pt x="522025" y="89835"/>
                </a:lnTo>
                <a:lnTo>
                  <a:pt x="522298" y="89802"/>
                </a:lnTo>
                <a:lnTo>
                  <a:pt x="522577" y="89769"/>
                </a:lnTo>
                <a:lnTo>
                  <a:pt x="522860" y="89736"/>
                </a:lnTo>
                <a:lnTo>
                  <a:pt x="523149" y="89702"/>
                </a:lnTo>
                <a:lnTo>
                  <a:pt x="523442" y="89667"/>
                </a:lnTo>
                <a:lnTo>
                  <a:pt x="523741" y="89632"/>
                </a:lnTo>
                <a:lnTo>
                  <a:pt x="524044" y="89597"/>
                </a:lnTo>
                <a:lnTo>
                  <a:pt x="524353" y="89561"/>
                </a:lnTo>
                <a:lnTo>
                  <a:pt x="524667" y="89525"/>
                </a:lnTo>
                <a:lnTo>
                  <a:pt x="524985" y="89488"/>
                </a:lnTo>
                <a:lnTo>
                  <a:pt x="525312" y="89446"/>
                </a:lnTo>
                <a:lnTo>
                  <a:pt x="525640" y="89403"/>
                </a:lnTo>
                <a:lnTo>
                  <a:pt x="525968" y="89360"/>
                </a:lnTo>
                <a:lnTo>
                  <a:pt x="526297" y="89316"/>
                </a:lnTo>
                <a:lnTo>
                  <a:pt x="526626" y="89272"/>
                </a:lnTo>
                <a:lnTo>
                  <a:pt x="526956" y="89228"/>
                </a:lnTo>
                <a:lnTo>
                  <a:pt x="527287" y="89183"/>
                </a:lnTo>
                <a:lnTo>
                  <a:pt x="527619" y="89137"/>
                </a:lnTo>
                <a:lnTo>
                  <a:pt x="527951" y="89091"/>
                </a:lnTo>
                <a:lnTo>
                  <a:pt x="528283" y="89045"/>
                </a:lnTo>
                <a:lnTo>
                  <a:pt x="528617" y="88998"/>
                </a:lnTo>
                <a:lnTo>
                  <a:pt x="528951" y="88951"/>
                </a:lnTo>
                <a:lnTo>
                  <a:pt x="529286" y="88903"/>
                </a:lnTo>
                <a:lnTo>
                  <a:pt x="529621" y="88855"/>
                </a:lnTo>
                <a:lnTo>
                  <a:pt x="529957" y="88807"/>
                </a:lnTo>
                <a:lnTo>
                  <a:pt x="530294" y="88758"/>
                </a:lnTo>
                <a:lnTo>
                  <a:pt x="530631" y="88709"/>
                </a:lnTo>
                <a:lnTo>
                  <a:pt x="530969" y="88659"/>
                </a:lnTo>
                <a:lnTo>
                  <a:pt x="531308" y="88609"/>
                </a:lnTo>
                <a:lnTo>
                  <a:pt x="531647" y="88558"/>
                </a:lnTo>
                <a:lnTo>
                  <a:pt x="531987" y="88507"/>
                </a:lnTo>
                <a:lnTo>
                  <a:pt x="532328" y="88455"/>
                </a:lnTo>
                <a:lnTo>
                  <a:pt x="532669" y="88403"/>
                </a:lnTo>
                <a:lnTo>
                  <a:pt x="533011" y="88351"/>
                </a:lnTo>
                <a:lnTo>
                  <a:pt x="533357" y="88292"/>
                </a:lnTo>
                <a:lnTo>
                  <a:pt x="533700" y="88234"/>
                </a:lnTo>
                <a:lnTo>
                  <a:pt x="534038" y="88174"/>
                </a:lnTo>
                <a:lnTo>
                  <a:pt x="534374" y="88114"/>
                </a:lnTo>
                <a:lnTo>
                  <a:pt x="534706" y="88053"/>
                </a:lnTo>
                <a:lnTo>
                  <a:pt x="535034" y="87991"/>
                </a:lnTo>
                <a:lnTo>
                  <a:pt x="535359" y="87929"/>
                </a:lnTo>
                <a:lnTo>
                  <a:pt x="535680" y="87866"/>
                </a:lnTo>
                <a:lnTo>
                  <a:pt x="535998" y="87803"/>
                </a:lnTo>
                <a:lnTo>
                  <a:pt x="536312" y="87738"/>
                </a:lnTo>
                <a:lnTo>
                  <a:pt x="536623" y="87674"/>
                </a:lnTo>
                <a:lnTo>
                  <a:pt x="536930" y="87608"/>
                </a:lnTo>
                <a:lnTo>
                  <a:pt x="537233" y="87542"/>
                </a:lnTo>
                <a:lnTo>
                  <a:pt x="537534" y="87475"/>
                </a:lnTo>
                <a:lnTo>
                  <a:pt x="537830" y="87408"/>
                </a:lnTo>
                <a:lnTo>
                  <a:pt x="538123" y="87340"/>
                </a:lnTo>
                <a:lnTo>
                  <a:pt x="538413" y="87271"/>
                </a:lnTo>
                <a:lnTo>
                  <a:pt x="538699" y="87201"/>
                </a:lnTo>
                <a:lnTo>
                  <a:pt x="538982" y="87131"/>
                </a:lnTo>
                <a:lnTo>
                  <a:pt x="539261" y="87060"/>
                </a:lnTo>
                <a:lnTo>
                  <a:pt x="539537" y="86989"/>
                </a:lnTo>
                <a:lnTo>
                  <a:pt x="539809" y="86917"/>
                </a:lnTo>
                <a:lnTo>
                  <a:pt x="540077" y="86844"/>
                </a:lnTo>
                <a:lnTo>
                  <a:pt x="540342" y="86771"/>
                </a:lnTo>
                <a:lnTo>
                  <a:pt x="540607" y="86691"/>
                </a:lnTo>
                <a:lnTo>
                  <a:pt x="540864" y="86611"/>
                </a:lnTo>
                <a:lnTo>
                  <a:pt x="541113" y="86531"/>
                </a:lnTo>
                <a:lnTo>
                  <a:pt x="541354" y="86450"/>
                </a:lnTo>
                <a:lnTo>
                  <a:pt x="541587" y="86368"/>
                </a:lnTo>
                <a:lnTo>
                  <a:pt x="541812" y="86285"/>
                </a:lnTo>
                <a:lnTo>
                  <a:pt x="542029" y="86202"/>
                </a:lnTo>
                <a:lnTo>
                  <a:pt x="542238" y="86118"/>
                </a:lnTo>
                <a:lnTo>
                  <a:pt x="542440" y="86033"/>
                </a:lnTo>
                <a:lnTo>
                  <a:pt x="542633" y="85948"/>
                </a:lnTo>
                <a:lnTo>
                  <a:pt x="542819" y="85862"/>
                </a:lnTo>
                <a:lnTo>
                  <a:pt x="542997" y="85775"/>
                </a:lnTo>
                <a:lnTo>
                  <a:pt x="543167" y="85688"/>
                </a:lnTo>
                <a:lnTo>
                  <a:pt x="543329" y="85600"/>
                </a:lnTo>
                <a:lnTo>
                  <a:pt x="543483" y="85512"/>
                </a:lnTo>
                <a:lnTo>
                  <a:pt x="543629" y="85423"/>
                </a:lnTo>
                <a:lnTo>
                  <a:pt x="543767" y="85333"/>
                </a:lnTo>
                <a:lnTo>
                  <a:pt x="543897" y="85242"/>
                </a:lnTo>
                <a:lnTo>
                  <a:pt x="544020" y="85151"/>
                </a:lnTo>
                <a:lnTo>
                  <a:pt x="544134" y="85059"/>
                </a:lnTo>
                <a:lnTo>
                  <a:pt x="544241" y="84967"/>
                </a:lnTo>
                <a:lnTo>
                  <a:pt x="544340" y="84874"/>
                </a:lnTo>
                <a:lnTo>
                  <a:pt x="544431" y="84780"/>
                </a:lnTo>
                <a:lnTo>
                  <a:pt x="544513" y="84685"/>
                </a:lnTo>
                <a:lnTo>
                  <a:pt x="544513" y="98336"/>
                </a:lnTo>
                <a:lnTo>
                  <a:pt x="544508" y="98841"/>
                </a:lnTo>
                <a:lnTo>
                  <a:pt x="544492" y="99343"/>
                </a:lnTo>
                <a:lnTo>
                  <a:pt x="544464" y="99844"/>
                </a:lnTo>
                <a:lnTo>
                  <a:pt x="544426" y="100343"/>
                </a:lnTo>
                <a:lnTo>
                  <a:pt x="544376" y="100839"/>
                </a:lnTo>
                <a:lnTo>
                  <a:pt x="544316" y="101334"/>
                </a:lnTo>
                <a:lnTo>
                  <a:pt x="544245" y="101827"/>
                </a:lnTo>
                <a:lnTo>
                  <a:pt x="544162" y="102317"/>
                </a:lnTo>
                <a:lnTo>
                  <a:pt x="544069" y="102806"/>
                </a:lnTo>
                <a:lnTo>
                  <a:pt x="543965" y="103293"/>
                </a:lnTo>
                <a:lnTo>
                  <a:pt x="543850" y="103778"/>
                </a:lnTo>
                <a:lnTo>
                  <a:pt x="543724" y="104261"/>
                </a:lnTo>
                <a:lnTo>
                  <a:pt x="543586" y="104742"/>
                </a:lnTo>
                <a:lnTo>
                  <a:pt x="543438" y="105221"/>
                </a:lnTo>
                <a:lnTo>
                  <a:pt x="543279" y="105698"/>
                </a:lnTo>
                <a:lnTo>
                  <a:pt x="543109" y="106173"/>
                </a:lnTo>
                <a:lnTo>
                  <a:pt x="542928" y="106646"/>
                </a:lnTo>
                <a:lnTo>
                  <a:pt x="542736" y="107117"/>
                </a:lnTo>
                <a:lnTo>
                  <a:pt x="542533" y="107586"/>
                </a:lnTo>
                <a:lnTo>
                  <a:pt x="542319" y="108053"/>
                </a:lnTo>
                <a:lnTo>
                  <a:pt x="542094" y="108518"/>
                </a:lnTo>
                <a:lnTo>
                  <a:pt x="541858" y="108981"/>
                </a:lnTo>
                <a:lnTo>
                  <a:pt x="541611" y="109442"/>
                </a:lnTo>
                <a:lnTo>
                  <a:pt x="541354" y="109901"/>
                </a:lnTo>
                <a:lnTo>
                  <a:pt x="541090" y="110356"/>
                </a:lnTo>
                <a:lnTo>
                  <a:pt x="540816" y="110804"/>
                </a:lnTo>
                <a:lnTo>
                  <a:pt x="540532" y="111244"/>
                </a:lnTo>
                <a:lnTo>
                  <a:pt x="540237" y="111678"/>
                </a:lnTo>
                <a:lnTo>
                  <a:pt x="539932" y="112104"/>
                </a:lnTo>
                <a:lnTo>
                  <a:pt x="539616" y="112524"/>
                </a:lnTo>
                <a:lnTo>
                  <a:pt x="539289" y="112936"/>
                </a:lnTo>
                <a:lnTo>
                  <a:pt x="538952" y="113342"/>
                </a:lnTo>
                <a:lnTo>
                  <a:pt x="538604" y="113741"/>
                </a:lnTo>
                <a:lnTo>
                  <a:pt x="538246" y="114132"/>
                </a:lnTo>
                <a:lnTo>
                  <a:pt x="537878" y="114516"/>
                </a:lnTo>
                <a:lnTo>
                  <a:pt x="537499" y="114894"/>
                </a:lnTo>
                <a:lnTo>
                  <a:pt x="537109" y="115264"/>
                </a:lnTo>
                <a:lnTo>
                  <a:pt x="536709" y="115628"/>
                </a:lnTo>
                <a:lnTo>
                  <a:pt x="536298" y="115984"/>
                </a:lnTo>
                <a:lnTo>
                  <a:pt x="535876" y="116333"/>
                </a:lnTo>
                <a:lnTo>
                  <a:pt x="535445" y="116676"/>
                </a:lnTo>
                <a:lnTo>
                  <a:pt x="535002" y="117011"/>
                </a:lnTo>
                <a:lnTo>
                  <a:pt x="534549" y="117339"/>
                </a:lnTo>
                <a:lnTo>
                  <a:pt x="534086" y="117661"/>
                </a:lnTo>
                <a:lnTo>
                  <a:pt x="533612" y="117975"/>
                </a:lnTo>
                <a:lnTo>
                  <a:pt x="533127" y="118282"/>
                </a:lnTo>
                <a:lnTo>
                  <a:pt x="532632" y="118582"/>
                </a:lnTo>
                <a:lnTo>
                  <a:pt x="532127" y="118875"/>
                </a:lnTo>
                <a:lnTo>
                  <a:pt x="531616" y="119159"/>
                </a:lnTo>
                <a:lnTo>
                  <a:pt x="531096" y="119431"/>
                </a:lnTo>
                <a:lnTo>
                  <a:pt x="530567" y="119690"/>
                </a:lnTo>
                <a:lnTo>
                  <a:pt x="530027" y="119937"/>
                </a:lnTo>
                <a:lnTo>
                  <a:pt x="529478" y="120173"/>
                </a:lnTo>
                <a:lnTo>
                  <a:pt x="528919" y="120396"/>
                </a:lnTo>
                <a:lnTo>
                  <a:pt x="528351" y="120607"/>
                </a:lnTo>
                <a:lnTo>
                  <a:pt x="527773" y="120806"/>
                </a:lnTo>
                <a:lnTo>
                  <a:pt x="527185" y="120993"/>
                </a:lnTo>
                <a:lnTo>
                  <a:pt x="526588" y="121168"/>
                </a:lnTo>
                <a:lnTo>
                  <a:pt x="525981" y="121331"/>
                </a:lnTo>
                <a:lnTo>
                  <a:pt x="525365" y="121482"/>
                </a:lnTo>
                <a:lnTo>
                  <a:pt x="524738" y="121621"/>
                </a:lnTo>
                <a:lnTo>
                  <a:pt x="524102" y="121748"/>
                </a:lnTo>
                <a:lnTo>
                  <a:pt x="523457" y="121862"/>
                </a:lnTo>
                <a:lnTo>
                  <a:pt x="522801" y="121965"/>
                </a:lnTo>
                <a:lnTo>
                  <a:pt x="522137" y="122056"/>
                </a:lnTo>
                <a:lnTo>
                  <a:pt x="521462" y="122134"/>
                </a:lnTo>
                <a:lnTo>
                  <a:pt x="520778" y="122200"/>
                </a:lnTo>
                <a:lnTo>
                  <a:pt x="520084" y="122255"/>
                </a:lnTo>
                <a:lnTo>
                  <a:pt x="519380" y="122297"/>
                </a:lnTo>
                <a:lnTo>
                  <a:pt x="518667" y="122327"/>
                </a:lnTo>
                <a:lnTo>
                  <a:pt x="517944" y="122345"/>
                </a:lnTo>
                <a:lnTo>
                  <a:pt x="517212" y="122351"/>
                </a:lnTo>
                <a:lnTo>
                  <a:pt x="516475" y="122344"/>
                </a:lnTo>
                <a:lnTo>
                  <a:pt x="515748" y="122324"/>
                </a:lnTo>
                <a:lnTo>
                  <a:pt x="515033" y="122290"/>
                </a:lnTo>
                <a:lnTo>
                  <a:pt x="514328" y="122242"/>
                </a:lnTo>
                <a:lnTo>
                  <a:pt x="513634" y="122181"/>
                </a:lnTo>
                <a:close/>
                <a:moveTo>
                  <a:pt x="1137930" y="135639"/>
                </a:moveTo>
                <a:lnTo>
                  <a:pt x="1138586" y="135591"/>
                </a:lnTo>
                <a:lnTo>
                  <a:pt x="1139233" y="135534"/>
                </a:lnTo>
                <a:lnTo>
                  <a:pt x="1139872" y="135468"/>
                </a:lnTo>
                <a:lnTo>
                  <a:pt x="1140501" y="135394"/>
                </a:lnTo>
                <a:lnTo>
                  <a:pt x="1141121" y="135310"/>
                </a:lnTo>
                <a:lnTo>
                  <a:pt x="1141732" y="135218"/>
                </a:lnTo>
                <a:lnTo>
                  <a:pt x="1142334" y="135117"/>
                </a:lnTo>
                <a:lnTo>
                  <a:pt x="1142928" y="135007"/>
                </a:lnTo>
                <a:lnTo>
                  <a:pt x="1143512" y="134889"/>
                </a:lnTo>
                <a:lnTo>
                  <a:pt x="1144087" y="134762"/>
                </a:lnTo>
                <a:lnTo>
                  <a:pt x="1144653" y="134626"/>
                </a:lnTo>
                <a:lnTo>
                  <a:pt x="1145211" y="134481"/>
                </a:lnTo>
                <a:lnTo>
                  <a:pt x="1145759" y="134327"/>
                </a:lnTo>
                <a:lnTo>
                  <a:pt x="1146298" y="134165"/>
                </a:lnTo>
                <a:lnTo>
                  <a:pt x="1146829" y="133994"/>
                </a:lnTo>
                <a:lnTo>
                  <a:pt x="1147350" y="133814"/>
                </a:lnTo>
                <a:lnTo>
                  <a:pt x="1147862" y="133625"/>
                </a:lnTo>
                <a:lnTo>
                  <a:pt x="1148365" y="133428"/>
                </a:lnTo>
                <a:lnTo>
                  <a:pt x="1148860" y="133221"/>
                </a:lnTo>
                <a:lnTo>
                  <a:pt x="1149345" y="133009"/>
                </a:lnTo>
                <a:lnTo>
                  <a:pt x="1149823" y="132792"/>
                </a:lnTo>
                <a:lnTo>
                  <a:pt x="1150292" y="132572"/>
                </a:lnTo>
                <a:lnTo>
                  <a:pt x="1150754" y="132349"/>
                </a:lnTo>
                <a:lnTo>
                  <a:pt x="1151207" y="132121"/>
                </a:lnTo>
                <a:lnTo>
                  <a:pt x="1151652" y="131890"/>
                </a:lnTo>
                <a:lnTo>
                  <a:pt x="1152089" y="131655"/>
                </a:lnTo>
                <a:lnTo>
                  <a:pt x="1152518" y="131417"/>
                </a:lnTo>
                <a:lnTo>
                  <a:pt x="1152939" y="131174"/>
                </a:lnTo>
                <a:lnTo>
                  <a:pt x="1153352" y="130928"/>
                </a:lnTo>
                <a:lnTo>
                  <a:pt x="1153756" y="130678"/>
                </a:lnTo>
                <a:lnTo>
                  <a:pt x="1154153" y="130425"/>
                </a:lnTo>
                <a:lnTo>
                  <a:pt x="1154541" y="130167"/>
                </a:lnTo>
                <a:lnTo>
                  <a:pt x="1154921" y="129906"/>
                </a:lnTo>
                <a:lnTo>
                  <a:pt x="1155293" y="129642"/>
                </a:lnTo>
                <a:lnTo>
                  <a:pt x="1155657" y="129373"/>
                </a:lnTo>
                <a:lnTo>
                  <a:pt x="1156013" y="129101"/>
                </a:lnTo>
                <a:lnTo>
                  <a:pt x="1156361" y="128825"/>
                </a:lnTo>
                <a:lnTo>
                  <a:pt x="1156700" y="128545"/>
                </a:lnTo>
                <a:lnTo>
                  <a:pt x="1157032" y="128262"/>
                </a:lnTo>
                <a:lnTo>
                  <a:pt x="1157355" y="127975"/>
                </a:lnTo>
                <a:lnTo>
                  <a:pt x="1157670" y="127684"/>
                </a:lnTo>
                <a:lnTo>
                  <a:pt x="1157977" y="127389"/>
                </a:lnTo>
                <a:lnTo>
                  <a:pt x="1158276" y="127091"/>
                </a:lnTo>
                <a:lnTo>
                  <a:pt x="1158568" y="126792"/>
                </a:lnTo>
                <a:lnTo>
                  <a:pt x="1158852" y="126494"/>
                </a:lnTo>
                <a:lnTo>
                  <a:pt x="1159129" y="126197"/>
                </a:lnTo>
                <a:lnTo>
                  <a:pt x="1159400" y="125903"/>
                </a:lnTo>
                <a:lnTo>
                  <a:pt x="1159663" y="125609"/>
                </a:lnTo>
                <a:lnTo>
                  <a:pt x="1159919" y="125318"/>
                </a:lnTo>
                <a:lnTo>
                  <a:pt x="1160169" y="125027"/>
                </a:lnTo>
                <a:lnTo>
                  <a:pt x="1160411" y="124739"/>
                </a:lnTo>
                <a:lnTo>
                  <a:pt x="1160646" y="124452"/>
                </a:lnTo>
                <a:lnTo>
                  <a:pt x="1160874" y="124166"/>
                </a:lnTo>
                <a:lnTo>
                  <a:pt x="1161096" y="123882"/>
                </a:lnTo>
                <a:lnTo>
                  <a:pt x="1161310" y="123599"/>
                </a:lnTo>
                <a:lnTo>
                  <a:pt x="1161517" y="123318"/>
                </a:lnTo>
                <a:lnTo>
                  <a:pt x="1161717" y="123039"/>
                </a:lnTo>
                <a:lnTo>
                  <a:pt x="1161910" y="122761"/>
                </a:lnTo>
                <a:lnTo>
                  <a:pt x="1162096" y="122485"/>
                </a:lnTo>
                <a:lnTo>
                  <a:pt x="1162275" y="122210"/>
                </a:lnTo>
                <a:lnTo>
                  <a:pt x="1162447" y="121936"/>
                </a:lnTo>
                <a:lnTo>
                  <a:pt x="1162612" y="121665"/>
                </a:lnTo>
                <a:lnTo>
                  <a:pt x="1162770" y="121394"/>
                </a:lnTo>
                <a:lnTo>
                  <a:pt x="1162921" y="121126"/>
                </a:lnTo>
                <a:lnTo>
                  <a:pt x="1163065" y="120859"/>
                </a:lnTo>
                <a:lnTo>
                  <a:pt x="1163202" y="120593"/>
                </a:lnTo>
                <a:lnTo>
                  <a:pt x="1163332" y="120329"/>
                </a:lnTo>
                <a:lnTo>
                  <a:pt x="1164090" y="120329"/>
                </a:lnTo>
                <a:lnTo>
                  <a:pt x="1164090" y="133474"/>
                </a:lnTo>
                <a:lnTo>
                  <a:pt x="1179005" y="133474"/>
                </a:lnTo>
                <a:lnTo>
                  <a:pt x="1179005" y="69518"/>
                </a:lnTo>
                <a:lnTo>
                  <a:pt x="1178999" y="68562"/>
                </a:lnTo>
                <a:lnTo>
                  <a:pt x="1178979" y="67623"/>
                </a:lnTo>
                <a:lnTo>
                  <a:pt x="1178946" y="66700"/>
                </a:lnTo>
                <a:lnTo>
                  <a:pt x="1178900" y="65793"/>
                </a:lnTo>
                <a:lnTo>
                  <a:pt x="1178841" y="64902"/>
                </a:lnTo>
                <a:lnTo>
                  <a:pt x="1178768" y="64027"/>
                </a:lnTo>
                <a:lnTo>
                  <a:pt x="1178683" y="63169"/>
                </a:lnTo>
                <a:lnTo>
                  <a:pt x="1178584" y="62327"/>
                </a:lnTo>
                <a:lnTo>
                  <a:pt x="1178472" y="61501"/>
                </a:lnTo>
                <a:lnTo>
                  <a:pt x="1178347" y="60692"/>
                </a:lnTo>
                <a:lnTo>
                  <a:pt x="1178209" y="59899"/>
                </a:lnTo>
                <a:lnTo>
                  <a:pt x="1178057" y="59122"/>
                </a:lnTo>
                <a:lnTo>
                  <a:pt x="1177893" y="58361"/>
                </a:lnTo>
                <a:lnTo>
                  <a:pt x="1177715" y="57616"/>
                </a:lnTo>
                <a:lnTo>
                  <a:pt x="1177524" y="56888"/>
                </a:lnTo>
                <a:lnTo>
                  <a:pt x="1177320" y="56176"/>
                </a:lnTo>
                <a:lnTo>
                  <a:pt x="1177103" y="55480"/>
                </a:lnTo>
                <a:lnTo>
                  <a:pt x="1176872" y="54801"/>
                </a:lnTo>
                <a:lnTo>
                  <a:pt x="1176629" y="54137"/>
                </a:lnTo>
                <a:lnTo>
                  <a:pt x="1176372" y="53490"/>
                </a:lnTo>
                <a:lnTo>
                  <a:pt x="1176102" y="52859"/>
                </a:lnTo>
                <a:lnTo>
                  <a:pt x="1175819" y="52245"/>
                </a:lnTo>
                <a:lnTo>
                  <a:pt x="1175523" y="51646"/>
                </a:lnTo>
                <a:lnTo>
                  <a:pt x="1175213" y="51064"/>
                </a:lnTo>
                <a:lnTo>
                  <a:pt x="1174894" y="50496"/>
                </a:lnTo>
                <a:lnTo>
                  <a:pt x="1174568" y="49940"/>
                </a:lnTo>
                <a:lnTo>
                  <a:pt x="1174235" y="49396"/>
                </a:lnTo>
                <a:lnTo>
                  <a:pt x="1173895" y="48864"/>
                </a:lnTo>
                <a:lnTo>
                  <a:pt x="1173548" y="48345"/>
                </a:lnTo>
                <a:lnTo>
                  <a:pt x="1173195" y="47837"/>
                </a:lnTo>
                <a:lnTo>
                  <a:pt x="1172835" y="47341"/>
                </a:lnTo>
                <a:lnTo>
                  <a:pt x="1172468" y="46858"/>
                </a:lnTo>
                <a:lnTo>
                  <a:pt x="1172094" y="46386"/>
                </a:lnTo>
                <a:lnTo>
                  <a:pt x="1171713" y="45927"/>
                </a:lnTo>
                <a:lnTo>
                  <a:pt x="1171326" y="45480"/>
                </a:lnTo>
                <a:lnTo>
                  <a:pt x="1170932" y="45044"/>
                </a:lnTo>
                <a:lnTo>
                  <a:pt x="1170531" y="44621"/>
                </a:lnTo>
                <a:lnTo>
                  <a:pt x="1170123" y="44210"/>
                </a:lnTo>
                <a:lnTo>
                  <a:pt x="1169708" y="43811"/>
                </a:lnTo>
                <a:lnTo>
                  <a:pt x="1169287" y="43424"/>
                </a:lnTo>
                <a:lnTo>
                  <a:pt x="1168858" y="43049"/>
                </a:lnTo>
                <a:lnTo>
                  <a:pt x="1168423" y="42686"/>
                </a:lnTo>
                <a:lnTo>
                  <a:pt x="1167982" y="42335"/>
                </a:lnTo>
                <a:lnTo>
                  <a:pt x="1167533" y="41997"/>
                </a:lnTo>
                <a:lnTo>
                  <a:pt x="1167078" y="41670"/>
                </a:lnTo>
                <a:lnTo>
                  <a:pt x="1166615" y="41356"/>
                </a:lnTo>
                <a:lnTo>
                  <a:pt x="1166146" y="41053"/>
                </a:lnTo>
                <a:lnTo>
                  <a:pt x="1165670" y="40763"/>
                </a:lnTo>
                <a:lnTo>
                  <a:pt x="1165196" y="40482"/>
                </a:lnTo>
                <a:lnTo>
                  <a:pt x="1164719" y="40210"/>
                </a:lnTo>
                <a:lnTo>
                  <a:pt x="1164242" y="39946"/>
                </a:lnTo>
                <a:lnTo>
                  <a:pt x="1163762" y="39690"/>
                </a:lnTo>
                <a:lnTo>
                  <a:pt x="1163281" y="39442"/>
                </a:lnTo>
                <a:lnTo>
                  <a:pt x="1162799" y="39202"/>
                </a:lnTo>
                <a:lnTo>
                  <a:pt x="1162315" y="38971"/>
                </a:lnTo>
                <a:lnTo>
                  <a:pt x="1161829" y="38747"/>
                </a:lnTo>
                <a:lnTo>
                  <a:pt x="1161342" y="38532"/>
                </a:lnTo>
                <a:lnTo>
                  <a:pt x="1160854" y="38325"/>
                </a:lnTo>
                <a:lnTo>
                  <a:pt x="1160364" y="38126"/>
                </a:lnTo>
                <a:lnTo>
                  <a:pt x="1159872" y="37935"/>
                </a:lnTo>
                <a:lnTo>
                  <a:pt x="1159379" y="37752"/>
                </a:lnTo>
                <a:lnTo>
                  <a:pt x="1158884" y="37577"/>
                </a:lnTo>
                <a:lnTo>
                  <a:pt x="1158388" y="37410"/>
                </a:lnTo>
                <a:lnTo>
                  <a:pt x="1157890" y="37252"/>
                </a:lnTo>
                <a:lnTo>
                  <a:pt x="1157391" y="37101"/>
                </a:lnTo>
                <a:lnTo>
                  <a:pt x="1156890" y="36959"/>
                </a:lnTo>
                <a:lnTo>
                  <a:pt x="1156387" y="36825"/>
                </a:lnTo>
                <a:lnTo>
                  <a:pt x="1155883" y="36699"/>
                </a:lnTo>
                <a:lnTo>
                  <a:pt x="1155378" y="36581"/>
                </a:lnTo>
                <a:lnTo>
                  <a:pt x="1154871" y="36471"/>
                </a:lnTo>
                <a:lnTo>
                  <a:pt x="1154362" y="36369"/>
                </a:lnTo>
                <a:lnTo>
                  <a:pt x="1153852" y="36276"/>
                </a:lnTo>
                <a:lnTo>
                  <a:pt x="1153349" y="36183"/>
                </a:lnTo>
                <a:lnTo>
                  <a:pt x="1152851" y="36094"/>
                </a:lnTo>
                <a:lnTo>
                  <a:pt x="1152357" y="36009"/>
                </a:lnTo>
                <a:lnTo>
                  <a:pt x="1151869" y="35928"/>
                </a:lnTo>
                <a:lnTo>
                  <a:pt x="1151385" y="35851"/>
                </a:lnTo>
                <a:lnTo>
                  <a:pt x="1150906" y="35778"/>
                </a:lnTo>
                <a:lnTo>
                  <a:pt x="1150432" y="35709"/>
                </a:lnTo>
                <a:lnTo>
                  <a:pt x="1149962" y="35644"/>
                </a:lnTo>
                <a:lnTo>
                  <a:pt x="1149498" y="35582"/>
                </a:lnTo>
                <a:lnTo>
                  <a:pt x="1149038" y="35525"/>
                </a:lnTo>
                <a:lnTo>
                  <a:pt x="1148583" y="35472"/>
                </a:lnTo>
                <a:lnTo>
                  <a:pt x="1148133" y="35422"/>
                </a:lnTo>
                <a:lnTo>
                  <a:pt x="1147688" y="35377"/>
                </a:lnTo>
                <a:lnTo>
                  <a:pt x="1147247" y="35336"/>
                </a:lnTo>
                <a:lnTo>
                  <a:pt x="1146812" y="35298"/>
                </a:lnTo>
                <a:lnTo>
                  <a:pt x="1146381" y="35264"/>
                </a:lnTo>
                <a:lnTo>
                  <a:pt x="1145955" y="35235"/>
                </a:lnTo>
                <a:lnTo>
                  <a:pt x="1145534" y="35209"/>
                </a:lnTo>
                <a:lnTo>
                  <a:pt x="1145118" y="35187"/>
                </a:lnTo>
                <a:lnTo>
                  <a:pt x="1144706" y="35170"/>
                </a:lnTo>
                <a:lnTo>
                  <a:pt x="1144299" y="35156"/>
                </a:lnTo>
                <a:lnTo>
                  <a:pt x="1143898" y="35146"/>
                </a:lnTo>
                <a:lnTo>
                  <a:pt x="1143501" y="35140"/>
                </a:lnTo>
                <a:lnTo>
                  <a:pt x="1143109" y="35138"/>
                </a:lnTo>
                <a:lnTo>
                  <a:pt x="1142497" y="35142"/>
                </a:lnTo>
                <a:lnTo>
                  <a:pt x="1141885" y="35152"/>
                </a:lnTo>
                <a:lnTo>
                  <a:pt x="1141272" y="35170"/>
                </a:lnTo>
                <a:lnTo>
                  <a:pt x="1140658" y="35194"/>
                </a:lnTo>
                <a:lnTo>
                  <a:pt x="1140043" y="35226"/>
                </a:lnTo>
                <a:lnTo>
                  <a:pt x="1139427" y="35264"/>
                </a:lnTo>
                <a:lnTo>
                  <a:pt x="1138811" y="35310"/>
                </a:lnTo>
                <a:lnTo>
                  <a:pt x="1138193" y="35363"/>
                </a:lnTo>
                <a:lnTo>
                  <a:pt x="1137575" y="35422"/>
                </a:lnTo>
                <a:lnTo>
                  <a:pt x="1136956" y="35489"/>
                </a:lnTo>
                <a:lnTo>
                  <a:pt x="1136335" y="35563"/>
                </a:lnTo>
                <a:lnTo>
                  <a:pt x="1135714" y="35644"/>
                </a:lnTo>
                <a:lnTo>
                  <a:pt x="1135093" y="35731"/>
                </a:lnTo>
                <a:lnTo>
                  <a:pt x="1134470" y="35826"/>
                </a:lnTo>
                <a:lnTo>
                  <a:pt x="1133846" y="35928"/>
                </a:lnTo>
                <a:lnTo>
                  <a:pt x="1133222" y="36037"/>
                </a:lnTo>
                <a:lnTo>
                  <a:pt x="1132596" y="36153"/>
                </a:lnTo>
                <a:lnTo>
                  <a:pt x="1131970" y="36276"/>
                </a:lnTo>
                <a:lnTo>
                  <a:pt x="1131343" y="36406"/>
                </a:lnTo>
                <a:lnTo>
                  <a:pt x="1130715" y="36542"/>
                </a:lnTo>
                <a:lnTo>
                  <a:pt x="1130086" y="36686"/>
                </a:lnTo>
                <a:lnTo>
                  <a:pt x="1129456" y="36837"/>
                </a:lnTo>
                <a:lnTo>
                  <a:pt x="1128825" y="36995"/>
                </a:lnTo>
                <a:lnTo>
                  <a:pt x="1128194" y="37160"/>
                </a:lnTo>
                <a:lnTo>
                  <a:pt x="1127569" y="37329"/>
                </a:lnTo>
                <a:lnTo>
                  <a:pt x="1126948" y="37508"/>
                </a:lnTo>
                <a:lnTo>
                  <a:pt x="1126332" y="37698"/>
                </a:lnTo>
                <a:lnTo>
                  <a:pt x="1125719" y="37898"/>
                </a:lnTo>
                <a:lnTo>
                  <a:pt x="1125110" y="38108"/>
                </a:lnTo>
                <a:lnTo>
                  <a:pt x="1124505" y="38330"/>
                </a:lnTo>
                <a:lnTo>
                  <a:pt x="1123904" y="38561"/>
                </a:lnTo>
                <a:lnTo>
                  <a:pt x="1123307" y="38804"/>
                </a:lnTo>
                <a:lnTo>
                  <a:pt x="1122713" y="39056"/>
                </a:lnTo>
                <a:lnTo>
                  <a:pt x="1122124" y="39320"/>
                </a:lnTo>
                <a:lnTo>
                  <a:pt x="1121539" y="39594"/>
                </a:lnTo>
                <a:lnTo>
                  <a:pt x="1120958" y="39878"/>
                </a:lnTo>
                <a:lnTo>
                  <a:pt x="1120380" y="40173"/>
                </a:lnTo>
                <a:lnTo>
                  <a:pt x="1119807" y="40478"/>
                </a:lnTo>
                <a:lnTo>
                  <a:pt x="1119238" y="40794"/>
                </a:lnTo>
                <a:lnTo>
                  <a:pt x="1118672" y="41121"/>
                </a:lnTo>
                <a:lnTo>
                  <a:pt x="1118111" y="41458"/>
                </a:lnTo>
                <a:lnTo>
                  <a:pt x="1117553" y="41805"/>
                </a:lnTo>
                <a:lnTo>
                  <a:pt x="1116999" y="42164"/>
                </a:lnTo>
                <a:lnTo>
                  <a:pt x="1116450" y="42532"/>
                </a:lnTo>
                <a:lnTo>
                  <a:pt x="1115904" y="42911"/>
                </a:lnTo>
                <a:lnTo>
                  <a:pt x="1115362" y="43301"/>
                </a:lnTo>
                <a:lnTo>
                  <a:pt x="1114824" y="43701"/>
                </a:lnTo>
                <a:lnTo>
                  <a:pt x="1114290" y="44112"/>
                </a:lnTo>
                <a:lnTo>
                  <a:pt x="1113768" y="44530"/>
                </a:lnTo>
                <a:lnTo>
                  <a:pt x="1113255" y="44961"/>
                </a:lnTo>
                <a:lnTo>
                  <a:pt x="1112750" y="45406"/>
                </a:lnTo>
                <a:lnTo>
                  <a:pt x="1112254" y="45864"/>
                </a:lnTo>
                <a:lnTo>
                  <a:pt x="1111767" y="46336"/>
                </a:lnTo>
                <a:lnTo>
                  <a:pt x="1111288" y="46822"/>
                </a:lnTo>
                <a:lnTo>
                  <a:pt x="1110819" y="47321"/>
                </a:lnTo>
                <a:lnTo>
                  <a:pt x="1110358" y="47834"/>
                </a:lnTo>
                <a:lnTo>
                  <a:pt x="1109906" y="48360"/>
                </a:lnTo>
                <a:lnTo>
                  <a:pt x="1109463" y="48900"/>
                </a:lnTo>
                <a:lnTo>
                  <a:pt x="1109028" y="49454"/>
                </a:lnTo>
                <a:lnTo>
                  <a:pt x="1108603" y="50021"/>
                </a:lnTo>
                <a:lnTo>
                  <a:pt x="1108186" y="50602"/>
                </a:lnTo>
                <a:lnTo>
                  <a:pt x="1107777" y="51196"/>
                </a:lnTo>
                <a:lnTo>
                  <a:pt x="1107378" y="51805"/>
                </a:lnTo>
                <a:lnTo>
                  <a:pt x="1106987" y="52426"/>
                </a:lnTo>
                <a:lnTo>
                  <a:pt x="1106606" y="53061"/>
                </a:lnTo>
                <a:lnTo>
                  <a:pt x="1106233" y="53710"/>
                </a:lnTo>
                <a:lnTo>
                  <a:pt x="1105868" y="54373"/>
                </a:lnTo>
                <a:lnTo>
                  <a:pt x="1105513" y="55049"/>
                </a:lnTo>
                <a:lnTo>
                  <a:pt x="1105166" y="55739"/>
                </a:lnTo>
                <a:lnTo>
                  <a:pt x="1104828" y="56442"/>
                </a:lnTo>
                <a:lnTo>
                  <a:pt x="1104499" y="57159"/>
                </a:lnTo>
                <a:lnTo>
                  <a:pt x="1104179" y="57889"/>
                </a:lnTo>
                <a:lnTo>
                  <a:pt x="1118335" y="62945"/>
                </a:lnTo>
                <a:lnTo>
                  <a:pt x="1118547" y="62504"/>
                </a:lnTo>
                <a:lnTo>
                  <a:pt x="1118771" y="62065"/>
                </a:lnTo>
                <a:lnTo>
                  <a:pt x="1119008" y="61628"/>
                </a:lnTo>
                <a:lnTo>
                  <a:pt x="1119257" y="61193"/>
                </a:lnTo>
                <a:lnTo>
                  <a:pt x="1119518" y="60761"/>
                </a:lnTo>
                <a:lnTo>
                  <a:pt x="1119793" y="60330"/>
                </a:lnTo>
                <a:lnTo>
                  <a:pt x="1120079" y="59902"/>
                </a:lnTo>
                <a:lnTo>
                  <a:pt x="1120378" y="59476"/>
                </a:lnTo>
                <a:lnTo>
                  <a:pt x="1120690" y="59053"/>
                </a:lnTo>
                <a:lnTo>
                  <a:pt x="1121014" y="58631"/>
                </a:lnTo>
                <a:lnTo>
                  <a:pt x="1121351" y="58212"/>
                </a:lnTo>
                <a:lnTo>
                  <a:pt x="1121700" y="57795"/>
                </a:lnTo>
                <a:lnTo>
                  <a:pt x="1122062" y="57380"/>
                </a:lnTo>
                <a:lnTo>
                  <a:pt x="1122436" y="56967"/>
                </a:lnTo>
                <a:lnTo>
                  <a:pt x="1122823" y="56556"/>
                </a:lnTo>
                <a:lnTo>
                  <a:pt x="1123222" y="56148"/>
                </a:lnTo>
                <a:lnTo>
                  <a:pt x="1123634" y="55742"/>
                </a:lnTo>
                <a:lnTo>
                  <a:pt x="1124058" y="55338"/>
                </a:lnTo>
                <a:lnTo>
                  <a:pt x="1124495" y="54936"/>
                </a:lnTo>
                <a:lnTo>
                  <a:pt x="1124944" y="54536"/>
                </a:lnTo>
                <a:lnTo>
                  <a:pt x="1125406" y="54139"/>
                </a:lnTo>
                <a:lnTo>
                  <a:pt x="1125881" y="53744"/>
                </a:lnTo>
                <a:lnTo>
                  <a:pt x="1126367" y="53351"/>
                </a:lnTo>
                <a:lnTo>
                  <a:pt x="1126867" y="52960"/>
                </a:lnTo>
                <a:lnTo>
                  <a:pt x="1127380" y="52578"/>
                </a:lnTo>
                <a:lnTo>
                  <a:pt x="1127910" y="52213"/>
                </a:lnTo>
                <a:lnTo>
                  <a:pt x="1128456" y="51864"/>
                </a:lnTo>
                <a:lnTo>
                  <a:pt x="1129017" y="51531"/>
                </a:lnTo>
                <a:lnTo>
                  <a:pt x="1129595" y="51214"/>
                </a:lnTo>
                <a:lnTo>
                  <a:pt x="1130189" y="50914"/>
                </a:lnTo>
                <a:lnTo>
                  <a:pt x="1130798" y="50630"/>
                </a:lnTo>
                <a:lnTo>
                  <a:pt x="1131424" y="50362"/>
                </a:lnTo>
                <a:lnTo>
                  <a:pt x="1132066" y="50110"/>
                </a:lnTo>
                <a:lnTo>
                  <a:pt x="1132724" y="49875"/>
                </a:lnTo>
                <a:lnTo>
                  <a:pt x="1133397" y="49655"/>
                </a:lnTo>
                <a:lnTo>
                  <a:pt x="1134087" y="49452"/>
                </a:lnTo>
                <a:lnTo>
                  <a:pt x="1134793" y="49266"/>
                </a:lnTo>
                <a:lnTo>
                  <a:pt x="1135515" y="49095"/>
                </a:lnTo>
                <a:lnTo>
                  <a:pt x="1136253" y="48941"/>
                </a:lnTo>
                <a:lnTo>
                  <a:pt x="1137007" y="48803"/>
                </a:lnTo>
                <a:lnTo>
                  <a:pt x="1137776" y="48681"/>
                </a:lnTo>
                <a:lnTo>
                  <a:pt x="1138562" y="48576"/>
                </a:lnTo>
                <a:lnTo>
                  <a:pt x="1139364" y="48486"/>
                </a:lnTo>
                <a:lnTo>
                  <a:pt x="1140182" y="48413"/>
                </a:lnTo>
                <a:lnTo>
                  <a:pt x="1141016" y="48356"/>
                </a:lnTo>
                <a:lnTo>
                  <a:pt x="1141866" y="48316"/>
                </a:lnTo>
                <a:lnTo>
                  <a:pt x="1142732" y="48291"/>
                </a:lnTo>
                <a:lnTo>
                  <a:pt x="1143614" y="48283"/>
                </a:lnTo>
                <a:lnTo>
                  <a:pt x="1144464" y="48292"/>
                </a:lnTo>
                <a:lnTo>
                  <a:pt x="1145295" y="48319"/>
                </a:lnTo>
                <a:lnTo>
                  <a:pt x="1146108" y="48364"/>
                </a:lnTo>
                <a:lnTo>
                  <a:pt x="1146902" y="48427"/>
                </a:lnTo>
                <a:lnTo>
                  <a:pt x="1147679" y="48508"/>
                </a:lnTo>
                <a:lnTo>
                  <a:pt x="1148437" y="48607"/>
                </a:lnTo>
                <a:lnTo>
                  <a:pt x="1149177" y="48724"/>
                </a:lnTo>
                <a:lnTo>
                  <a:pt x="1149899" y="48859"/>
                </a:lnTo>
                <a:lnTo>
                  <a:pt x="1150603" y="49012"/>
                </a:lnTo>
                <a:lnTo>
                  <a:pt x="1151288" y="49183"/>
                </a:lnTo>
                <a:lnTo>
                  <a:pt x="1151955" y="49372"/>
                </a:lnTo>
                <a:lnTo>
                  <a:pt x="1152604" y="49579"/>
                </a:lnTo>
                <a:lnTo>
                  <a:pt x="1153235" y="49804"/>
                </a:lnTo>
                <a:lnTo>
                  <a:pt x="1153847" y="50047"/>
                </a:lnTo>
                <a:lnTo>
                  <a:pt x="1154442" y="50308"/>
                </a:lnTo>
                <a:lnTo>
                  <a:pt x="1155018" y="50586"/>
                </a:lnTo>
                <a:lnTo>
                  <a:pt x="1155576" y="50883"/>
                </a:lnTo>
                <a:lnTo>
                  <a:pt x="1156116" y="51198"/>
                </a:lnTo>
                <a:lnTo>
                  <a:pt x="1156637" y="51531"/>
                </a:lnTo>
                <a:lnTo>
                  <a:pt x="1157140" y="51882"/>
                </a:lnTo>
                <a:lnTo>
                  <a:pt x="1157625" y="52251"/>
                </a:lnTo>
                <a:lnTo>
                  <a:pt x="1158092" y="52638"/>
                </a:lnTo>
                <a:lnTo>
                  <a:pt x="1158541" y="53043"/>
                </a:lnTo>
                <a:lnTo>
                  <a:pt x="1158971" y="53465"/>
                </a:lnTo>
                <a:lnTo>
                  <a:pt x="1159389" y="53905"/>
                </a:lnTo>
                <a:lnTo>
                  <a:pt x="1159789" y="54358"/>
                </a:lnTo>
                <a:lnTo>
                  <a:pt x="1160171" y="54826"/>
                </a:lnTo>
                <a:lnTo>
                  <a:pt x="1160536" y="55309"/>
                </a:lnTo>
                <a:lnTo>
                  <a:pt x="1160882" y="55806"/>
                </a:lnTo>
                <a:lnTo>
                  <a:pt x="1161211" y="56317"/>
                </a:lnTo>
                <a:lnTo>
                  <a:pt x="1161522" y="56843"/>
                </a:lnTo>
                <a:lnTo>
                  <a:pt x="1161815" y="57384"/>
                </a:lnTo>
                <a:lnTo>
                  <a:pt x="1162091" y="57939"/>
                </a:lnTo>
                <a:lnTo>
                  <a:pt x="1162348" y="58508"/>
                </a:lnTo>
                <a:lnTo>
                  <a:pt x="1162588" y="59092"/>
                </a:lnTo>
                <a:lnTo>
                  <a:pt x="1162811" y="59690"/>
                </a:lnTo>
                <a:lnTo>
                  <a:pt x="1163015" y="60303"/>
                </a:lnTo>
                <a:lnTo>
                  <a:pt x="1163202" y="60931"/>
                </a:lnTo>
                <a:lnTo>
                  <a:pt x="1163370" y="61573"/>
                </a:lnTo>
                <a:lnTo>
                  <a:pt x="1163522" y="62229"/>
                </a:lnTo>
                <a:lnTo>
                  <a:pt x="1163655" y="62900"/>
                </a:lnTo>
                <a:lnTo>
                  <a:pt x="1163770" y="63585"/>
                </a:lnTo>
                <a:lnTo>
                  <a:pt x="1163868" y="64285"/>
                </a:lnTo>
                <a:lnTo>
                  <a:pt x="1163948" y="64999"/>
                </a:lnTo>
                <a:lnTo>
                  <a:pt x="1164010" y="65728"/>
                </a:lnTo>
                <a:lnTo>
                  <a:pt x="1164055" y="66471"/>
                </a:lnTo>
                <a:lnTo>
                  <a:pt x="1164081" y="67229"/>
                </a:lnTo>
                <a:lnTo>
                  <a:pt x="1164090" y="68001"/>
                </a:lnTo>
                <a:lnTo>
                  <a:pt x="1164090" y="68507"/>
                </a:lnTo>
                <a:lnTo>
                  <a:pt x="1164086" y="68803"/>
                </a:lnTo>
                <a:lnTo>
                  <a:pt x="1164072" y="69092"/>
                </a:lnTo>
                <a:lnTo>
                  <a:pt x="1164050" y="69374"/>
                </a:lnTo>
                <a:lnTo>
                  <a:pt x="1164018" y="69648"/>
                </a:lnTo>
                <a:lnTo>
                  <a:pt x="1163978" y="69914"/>
                </a:lnTo>
                <a:lnTo>
                  <a:pt x="1163928" y="70173"/>
                </a:lnTo>
                <a:lnTo>
                  <a:pt x="1163870" y="70425"/>
                </a:lnTo>
                <a:lnTo>
                  <a:pt x="1163802" y="70669"/>
                </a:lnTo>
                <a:lnTo>
                  <a:pt x="1163726" y="70906"/>
                </a:lnTo>
                <a:lnTo>
                  <a:pt x="1163640" y="71135"/>
                </a:lnTo>
                <a:lnTo>
                  <a:pt x="1163546" y="71357"/>
                </a:lnTo>
                <a:lnTo>
                  <a:pt x="1163443" y="71572"/>
                </a:lnTo>
                <a:lnTo>
                  <a:pt x="1163330" y="71779"/>
                </a:lnTo>
                <a:lnTo>
                  <a:pt x="1163209" y="71978"/>
                </a:lnTo>
                <a:lnTo>
                  <a:pt x="1163078" y="72170"/>
                </a:lnTo>
                <a:lnTo>
                  <a:pt x="1162939" y="72355"/>
                </a:lnTo>
                <a:lnTo>
                  <a:pt x="1162790" y="72532"/>
                </a:lnTo>
                <a:lnTo>
                  <a:pt x="1162633" y="72701"/>
                </a:lnTo>
                <a:lnTo>
                  <a:pt x="1162466" y="72863"/>
                </a:lnTo>
                <a:lnTo>
                  <a:pt x="1162291" y="73018"/>
                </a:lnTo>
                <a:lnTo>
                  <a:pt x="1162107" y="73165"/>
                </a:lnTo>
                <a:lnTo>
                  <a:pt x="1161913" y="73305"/>
                </a:lnTo>
                <a:lnTo>
                  <a:pt x="1161711" y="73438"/>
                </a:lnTo>
                <a:lnTo>
                  <a:pt x="1161499" y="73562"/>
                </a:lnTo>
                <a:lnTo>
                  <a:pt x="1161283" y="73682"/>
                </a:lnTo>
                <a:lnTo>
                  <a:pt x="1161057" y="73799"/>
                </a:lnTo>
                <a:lnTo>
                  <a:pt x="1160820" y="73913"/>
                </a:lnTo>
                <a:lnTo>
                  <a:pt x="1160572" y="74024"/>
                </a:lnTo>
                <a:lnTo>
                  <a:pt x="1160314" y="74132"/>
                </a:lnTo>
                <a:lnTo>
                  <a:pt x="1160046" y="74238"/>
                </a:lnTo>
                <a:lnTo>
                  <a:pt x="1159767" y="74340"/>
                </a:lnTo>
                <a:lnTo>
                  <a:pt x="1159477" y="74440"/>
                </a:lnTo>
                <a:lnTo>
                  <a:pt x="1159177" y="74537"/>
                </a:lnTo>
                <a:lnTo>
                  <a:pt x="1158866" y="74631"/>
                </a:lnTo>
                <a:lnTo>
                  <a:pt x="1158545" y="74722"/>
                </a:lnTo>
                <a:lnTo>
                  <a:pt x="1158213" y="74811"/>
                </a:lnTo>
                <a:lnTo>
                  <a:pt x="1157871" y="74896"/>
                </a:lnTo>
                <a:lnTo>
                  <a:pt x="1157518" y="74979"/>
                </a:lnTo>
                <a:lnTo>
                  <a:pt x="1157154" y="75058"/>
                </a:lnTo>
                <a:lnTo>
                  <a:pt x="1156781" y="75135"/>
                </a:lnTo>
                <a:lnTo>
                  <a:pt x="1156396" y="75209"/>
                </a:lnTo>
                <a:lnTo>
                  <a:pt x="1156001" y="75281"/>
                </a:lnTo>
                <a:lnTo>
                  <a:pt x="1155596" y="75349"/>
                </a:lnTo>
                <a:lnTo>
                  <a:pt x="1155180" y="75414"/>
                </a:lnTo>
                <a:lnTo>
                  <a:pt x="1154753" y="75477"/>
                </a:lnTo>
                <a:lnTo>
                  <a:pt x="1154316" y="75537"/>
                </a:lnTo>
                <a:lnTo>
                  <a:pt x="1153868" y="75594"/>
                </a:lnTo>
                <a:lnTo>
                  <a:pt x="1153410" y="75648"/>
                </a:lnTo>
                <a:lnTo>
                  <a:pt x="1152946" y="75696"/>
                </a:lnTo>
                <a:lnTo>
                  <a:pt x="1152470" y="75747"/>
                </a:lnTo>
                <a:lnTo>
                  <a:pt x="1151983" y="75799"/>
                </a:lnTo>
                <a:lnTo>
                  <a:pt x="1151484" y="75853"/>
                </a:lnTo>
                <a:lnTo>
                  <a:pt x="1150974" y="75910"/>
                </a:lnTo>
                <a:lnTo>
                  <a:pt x="1150452" y="75968"/>
                </a:lnTo>
                <a:lnTo>
                  <a:pt x="1149918" y="76028"/>
                </a:lnTo>
                <a:lnTo>
                  <a:pt x="1149372" y="76090"/>
                </a:lnTo>
                <a:lnTo>
                  <a:pt x="1148815" y="76155"/>
                </a:lnTo>
                <a:lnTo>
                  <a:pt x="1148247" y="76221"/>
                </a:lnTo>
                <a:lnTo>
                  <a:pt x="1147666" y="76289"/>
                </a:lnTo>
                <a:lnTo>
                  <a:pt x="1147074" y="76359"/>
                </a:lnTo>
                <a:lnTo>
                  <a:pt x="1146471" y="76431"/>
                </a:lnTo>
                <a:lnTo>
                  <a:pt x="1145856" y="76505"/>
                </a:lnTo>
                <a:lnTo>
                  <a:pt x="1145229" y="76581"/>
                </a:lnTo>
                <a:lnTo>
                  <a:pt x="1144590" y="76659"/>
                </a:lnTo>
                <a:lnTo>
                  <a:pt x="1143940" y="76739"/>
                </a:lnTo>
                <a:lnTo>
                  <a:pt x="1143278" y="76821"/>
                </a:lnTo>
                <a:lnTo>
                  <a:pt x="1142605" y="76905"/>
                </a:lnTo>
                <a:lnTo>
                  <a:pt x="1141920" y="76991"/>
                </a:lnTo>
                <a:lnTo>
                  <a:pt x="1141224" y="77079"/>
                </a:lnTo>
                <a:lnTo>
                  <a:pt x="1140515" y="77169"/>
                </a:lnTo>
                <a:lnTo>
                  <a:pt x="1139795" y="77260"/>
                </a:lnTo>
                <a:lnTo>
                  <a:pt x="1139064" y="77354"/>
                </a:lnTo>
                <a:lnTo>
                  <a:pt x="1138500" y="77429"/>
                </a:lnTo>
                <a:lnTo>
                  <a:pt x="1137937" y="77506"/>
                </a:lnTo>
                <a:lnTo>
                  <a:pt x="1137374" y="77585"/>
                </a:lnTo>
                <a:lnTo>
                  <a:pt x="1136812" y="77667"/>
                </a:lnTo>
                <a:lnTo>
                  <a:pt x="1136249" y="77750"/>
                </a:lnTo>
                <a:lnTo>
                  <a:pt x="1135687" y="77836"/>
                </a:lnTo>
                <a:lnTo>
                  <a:pt x="1135125" y="77924"/>
                </a:lnTo>
                <a:lnTo>
                  <a:pt x="1134563" y="78014"/>
                </a:lnTo>
                <a:lnTo>
                  <a:pt x="1134001" y="78107"/>
                </a:lnTo>
                <a:lnTo>
                  <a:pt x="1133440" y="78201"/>
                </a:lnTo>
                <a:lnTo>
                  <a:pt x="1132879" y="78298"/>
                </a:lnTo>
                <a:lnTo>
                  <a:pt x="1132318" y="78397"/>
                </a:lnTo>
                <a:lnTo>
                  <a:pt x="1131757" y="78498"/>
                </a:lnTo>
                <a:lnTo>
                  <a:pt x="1131196" y="78602"/>
                </a:lnTo>
                <a:lnTo>
                  <a:pt x="1130636" y="78707"/>
                </a:lnTo>
                <a:lnTo>
                  <a:pt x="1130076" y="78815"/>
                </a:lnTo>
                <a:lnTo>
                  <a:pt x="1129516" y="78925"/>
                </a:lnTo>
                <a:lnTo>
                  <a:pt x="1128956" y="79037"/>
                </a:lnTo>
                <a:lnTo>
                  <a:pt x="1128397" y="79151"/>
                </a:lnTo>
                <a:lnTo>
                  <a:pt x="1127838" y="79268"/>
                </a:lnTo>
                <a:lnTo>
                  <a:pt x="1127279" y="79386"/>
                </a:lnTo>
                <a:lnTo>
                  <a:pt x="1126720" y="79507"/>
                </a:lnTo>
                <a:lnTo>
                  <a:pt x="1126161" y="79631"/>
                </a:lnTo>
                <a:lnTo>
                  <a:pt x="1125603" y="79756"/>
                </a:lnTo>
                <a:lnTo>
                  <a:pt x="1125052" y="79880"/>
                </a:lnTo>
                <a:lnTo>
                  <a:pt x="1124505" y="80009"/>
                </a:lnTo>
                <a:lnTo>
                  <a:pt x="1123962" y="80143"/>
                </a:lnTo>
                <a:lnTo>
                  <a:pt x="1123422" y="80282"/>
                </a:lnTo>
                <a:lnTo>
                  <a:pt x="1122887" y="80427"/>
                </a:lnTo>
                <a:lnTo>
                  <a:pt x="1122356" y="80577"/>
                </a:lnTo>
                <a:lnTo>
                  <a:pt x="1121829" y="80733"/>
                </a:lnTo>
                <a:lnTo>
                  <a:pt x="1121305" y="80893"/>
                </a:lnTo>
                <a:lnTo>
                  <a:pt x="1120786" y="81059"/>
                </a:lnTo>
                <a:lnTo>
                  <a:pt x="1120271" y="81230"/>
                </a:lnTo>
                <a:lnTo>
                  <a:pt x="1119759" y="81407"/>
                </a:lnTo>
                <a:lnTo>
                  <a:pt x="1119251" y="81589"/>
                </a:lnTo>
                <a:lnTo>
                  <a:pt x="1118748" y="81775"/>
                </a:lnTo>
                <a:lnTo>
                  <a:pt x="1118248" y="81968"/>
                </a:lnTo>
                <a:lnTo>
                  <a:pt x="1117752" y="82165"/>
                </a:lnTo>
                <a:lnTo>
                  <a:pt x="1117261" y="82368"/>
                </a:lnTo>
                <a:lnTo>
                  <a:pt x="1116773" y="82576"/>
                </a:lnTo>
                <a:lnTo>
                  <a:pt x="1116289" y="82789"/>
                </a:lnTo>
                <a:lnTo>
                  <a:pt x="1115809" y="83008"/>
                </a:lnTo>
                <a:lnTo>
                  <a:pt x="1115333" y="83232"/>
                </a:lnTo>
                <a:lnTo>
                  <a:pt x="1114861" y="83461"/>
                </a:lnTo>
                <a:lnTo>
                  <a:pt x="1114393" y="83695"/>
                </a:lnTo>
                <a:lnTo>
                  <a:pt x="1113929" y="83935"/>
                </a:lnTo>
                <a:lnTo>
                  <a:pt x="1113469" y="84180"/>
                </a:lnTo>
                <a:lnTo>
                  <a:pt x="1113015" y="84431"/>
                </a:lnTo>
                <a:lnTo>
                  <a:pt x="1112568" y="84691"/>
                </a:lnTo>
                <a:lnTo>
                  <a:pt x="1112129" y="84958"/>
                </a:lnTo>
                <a:lnTo>
                  <a:pt x="1111698" y="85233"/>
                </a:lnTo>
                <a:lnTo>
                  <a:pt x="1111274" y="85516"/>
                </a:lnTo>
                <a:lnTo>
                  <a:pt x="1110858" y="85807"/>
                </a:lnTo>
                <a:lnTo>
                  <a:pt x="1110450" y="86106"/>
                </a:lnTo>
                <a:lnTo>
                  <a:pt x="1110049" y="86413"/>
                </a:lnTo>
                <a:lnTo>
                  <a:pt x="1109656" y="86727"/>
                </a:lnTo>
                <a:lnTo>
                  <a:pt x="1109271" y="87050"/>
                </a:lnTo>
                <a:lnTo>
                  <a:pt x="1108893" y="87380"/>
                </a:lnTo>
                <a:lnTo>
                  <a:pt x="1108524" y="87719"/>
                </a:lnTo>
                <a:lnTo>
                  <a:pt x="1108161" y="88065"/>
                </a:lnTo>
                <a:lnTo>
                  <a:pt x="1107807" y="88419"/>
                </a:lnTo>
                <a:lnTo>
                  <a:pt x="1107460" y="88781"/>
                </a:lnTo>
                <a:lnTo>
                  <a:pt x="1107121" y="89151"/>
                </a:lnTo>
                <a:lnTo>
                  <a:pt x="1106789" y="89529"/>
                </a:lnTo>
                <a:lnTo>
                  <a:pt x="1106466" y="89915"/>
                </a:lnTo>
                <a:lnTo>
                  <a:pt x="1106150" y="90309"/>
                </a:lnTo>
                <a:lnTo>
                  <a:pt x="1105841" y="90710"/>
                </a:lnTo>
                <a:lnTo>
                  <a:pt x="1105540" y="91120"/>
                </a:lnTo>
                <a:lnTo>
                  <a:pt x="1105247" y="91537"/>
                </a:lnTo>
                <a:lnTo>
                  <a:pt x="1104962" y="91962"/>
                </a:lnTo>
                <a:lnTo>
                  <a:pt x="1104684" y="92395"/>
                </a:lnTo>
                <a:lnTo>
                  <a:pt x="1104416" y="92833"/>
                </a:lnTo>
                <a:lnTo>
                  <a:pt x="1104159" y="93281"/>
                </a:lnTo>
                <a:lnTo>
                  <a:pt x="1103914" y="93740"/>
                </a:lnTo>
                <a:lnTo>
                  <a:pt x="1103680" y="94211"/>
                </a:lnTo>
                <a:lnTo>
                  <a:pt x="1103458" y="94692"/>
                </a:lnTo>
                <a:lnTo>
                  <a:pt x="1103247" y="95184"/>
                </a:lnTo>
                <a:lnTo>
                  <a:pt x="1103047" y="95687"/>
                </a:lnTo>
                <a:lnTo>
                  <a:pt x="1102859" y="96201"/>
                </a:lnTo>
                <a:lnTo>
                  <a:pt x="1102682" y="96726"/>
                </a:lnTo>
                <a:lnTo>
                  <a:pt x="1102516" y="97263"/>
                </a:lnTo>
                <a:lnTo>
                  <a:pt x="1102362" y="97810"/>
                </a:lnTo>
                <a:lnTo>
                  <a:pt x="1102220" y="98368"/>
                </a:lnTo>
                <a:lnTo>
                  <a:pt x="1102088" y="98937"/>
                </a:lnTo>
                <a:lnTo>
                  <a:pt x="1101969" y="99517"/>
                </a:lnTo>
                <a:lnTo>
                  <a:pt x="1101860" y="100108"/>
                </a:lnTo>
                <a:lnTo>
                  <a:pt x="1101763" y="100709"/>
                </a:lnTo>
                <a:lnTo>
                  <a:pt x="1101678" y="101322"/>
                </a:lnTo>
                <a:lnTo>
                  <a:pt x="1101603" y="101946"/>
                </a:lnTo>
                <a:lnTo>
                  <a:pt x="1101541" y="102581"/>
                </a:lnTo>
                <a:lnTo>
                  <a:pt x="1101489" y="103227"/>
                </a:lnTo>
                <a:lnTo>
                  <a:pt x="1101449" y="103884"/>
                </a:lnTo>
                <a:lnTo>
                  <a:pt x="1101421" y="104551"/>
                </a:lnTo>
                <a:lnTo>
                  <a:pt x="1101404" y="105230"/>
                </a:lnTo>
                <a:lnTo>
                  <a:pt x="1101398" y="105920"/>
                </a:lnTo>
                <a:lnTo>
                  <a:pt x="1101406" y="106705"/>
                </a:lnTo>
                <a:lnTo>
                  <a:pt x="1101429" y="107480"/>
                </a:lnTo>
                <a:lnTo>
                  <a:pt x="1101467" y="108246"/>
                </a:lnTo>
                <a:lnTo>
                  <a:pt x="1101521" y="109002"/>
                </a:lnTo>
                <a:lnTo>
                  <a:pt x="1101590" y="109749"/>
                </a:lnTo>
                <a:lnTo>
                  <a:pt x="1101675" y="110486"/>
                </a:lnTo>
                <a:lnTo>
                  <a:pt x="1101774" y="111213"/>
                </a:lnTo>
                <a:lnTo>
                  <a:pt x="1101890" y="111931"/>
                </a:lnTo>
                <a:lnTo>
                  <a:pt x="1102020" y="112638"/>
                </a:lnTo>
                <a:lnTo>
                  <a:pt x="1102166" y="113337"/>
                </a:lnTo>
                <a:lnTo>
                  <a:pt x="1102327" y="114025"/>
                </a:lnTo>
                <a:lnTo>
                  <a:pt x="1102504" y="114704"/>
                </a:lnTo>
                <a:lnTo>
                  <a:pt x="1102696" y="115374"/>
                </a:lnTo>
                <a:lnTo>
                  <a:pt x="1102903" y="116033"/>
                </a:lnTo>
                <a:lnTo>
                  <a:pt x="1103126" y="116683"/>
                </a:lnTo>
                <a:lnTo>
                  <a:pt x="1103364" y="117323"/>
                </a:lnTo>
                <a:lnTo>
                  <a:pt x="1103618" y="117954"/>
                </a:lnTo>
                <a:lnTo>
                  <a:pt x="1103886" y="118575"/>
                </a:lnTo>
                <a:lnTo>
                  <a:pt x="1104171" y="119186"/>
                </a:lnTo>
                <a:lnTo>
                  <a:pt x="1104470" y="119788"/>
                </a:lnTo>
                <a:lnTo>
                  <a:pt x="1104785" y="120380"/>
                </a:lnTo>
                <a:lnTo>
                  <a:pt x="1105115" y="120963"/>
                </a:lnTo>
                <a:lnTo>
                  <a:pt x="1105461" y="121535"/>
                </a:lnTo>
                <a:lnTo>
                  <a:pt x="1105822" y="122098"/>
                </a:lnTo>
                <a:lnTo>
                  <a:pt x="1106196" y="122646"/>
                </a:lnTo>
                <a:lnTo>
                  <a:pt x="1106581" y="123183"/>
                </a:lnTo>
                <a:lnTo>
                  <a:pt x="1106976" y="123709"/>
                </a:lnTo>
                <a:lnTo>
                  <a:pt x="1107383" y="124224"/>
                </a:lnTo>
                <a:lnTo>
                  <a:pt x="1107800" y="124729"/>
                </a:lnTo>
                <a:lnTo>
                  <a:pt x="1108227" y="125223"/>
                </a:lnTo>
                <a:lnTo>
                  <a:pt x="1108666" y="125706"/>
                </a:lnTo>
                <a:lnTo>
                  <a:pt x="1109115" y="126178"/>
                </a:lnTo>
                <a:lnTo>
                  <a:pt x="1109575" y="126640"/>
                </a:lnTo>
                <a:lnTo>
                  <a:pt x="1110046" y="127091"/>
                </a:lnTo>
                <a:lnTo>
                  <a:pt x="1110528" y="127531"/>
                </a:lnTo>
                <a:lnTo>
                  <a:pt x="1111020" y="127960"/>
                </a:lnTo>
                <a:lnTo>
                  <a:pt x="1111523" y="128379"/>
                </a:lnTo>
                <a:lnTo>
                  <a:pt x="1112037" y="128786"/>
                </a:lnTo>
                <a:lnTo>
                  <a:pt x="1112561" y="129184"/>
                </a:lnTo>
                <a:lnTo>
                  <a:pt x="1113097" y="129570"/>
                </a:lnTo>
                <a:lnTo>
                  <a:pt x="1113643" y="129945"/>
                </a:lnTo>
                <a:lnTo>
                  <a:pt x="1114200" y="130310"/>
                </a:lnTo>
                <a:lnTo>
                  <a:pt x="1114767" y="130664"/>
                </a:lnTo>
                <a:lnTo>
                  <a:pt x="1115345" y="131008"/>
                </a:lnTo>
                <a:lnTo>
                  <a:pt x="1115934" y="131340"/>
                </a:lnTo>
                <a:lnTo>
                  <a:pt x="1116534" y="131662"/>
                </a:lnTo>
                <a:lnTo>
                  <a:pt x="1117145" y="131973"/>
                </a:lnTo>
                <a:lnTo>
                  <a:pt x="1117766" y="132273"/>
                </a:lnTo>
                <a:lnTo>
                  <a:pt x="1118396" y="132557"/>
                </a:lnTo>
                <a:lnTo>
                  <a:pt x="1119032" y="132828"/>
                </a:lnTo>
                <a:lnTo>
                  <a:pt x="1119673" y="133088"/>
                </a:lnTo>
                <a:lnTo>
                  <a:pt x="1120321" y="133335"/>
                </a:lnTo>
                <a:lnTo>
                  <a:pt x="1120974" y="133571"/>
                </a:lnTo>
                <a:lnTo>
                  <a:pt x="1121633" y="133794"/>
                </a:lnTo>
                <a:lnTo>
                  <a:pt x="1122298" y="134005"/>
                </a:lnTo>
                <a:lnTo>
                  <a:pt x="1122970" y="134204"/>
                </a:lnTo>
                <a:lnTo>
                  <a:pt x="1123647" y="134391"/>
                </a:lnTo>
                <a:lnTo>
                  <a:pt x="1124330" y="134566"/>
                </a:lnTo>
                <a:lnTo>
                  <a:pt x="1125019" y="134729"/>
                </a:lnTo>
                <a:lnTo>
                  <a:pt x="1125713" y="134880"/>
                </a:lnTo>
                <a:lnTo>
                  <a:pt x="1126414" y="135019"/>
                </a:lnTo>
                <a:lnTo>
                  <a:pt x="1127121" y="135146"/>
                </a:lnTo>
                <a:lnTo>
                  <a:pt x="1127834" y="135260"/>
                </a:lnTo>
                <a:lnTo>
                  <a:pt x="1128552" y="135363"/>
                </a:lnTo>
                <a:lnTo>
                  <a:pt x="1129277" y="135453"/>
                </a:lnTo>
                <a:lnTo>
                  <a:pt x="1130007" y="135532"/>
                </a:lnTo>
                <a:lnTo>
                  <a:pt x="1130743" y="135598"/>
                </a:lnTo>
                <a:lnTo>
                  <a:pt x="1131485" y="135653"/>
                </a:lnTo>
                <a:lnTo>
                  <a:pt x="1132234" y="135695"/>
                </a:lnTo>
                <a:lnTo>
                  <a:pt x="1132988" y="135725"/>
                </a:lnTo>
                <a:lnTo>
                  <a:pt x="1133748" y="135743"/>
                </a:lnTo>
                <a:lnTo>
                  <a:pt x="1134514" y="135749"/>
                </a:lnTo>
                <a:lnTo>
                  <a:pt x="1135215" y="135745"/>
                </a:lnTo>
                <a:lnTo>
                  <a:pt x="1135907" y="135732"/>
                </a:lnTo>
                <a:lnTo>
                  <a:pt x="1136590" y="135710"/>
                </a:lnTo>
                <a:lnTo>
                  <a:pt x="1137265" y="135679"/>
                </a:lnTo>
                <a:lnTo>
                  <a:pt x="1137930" y="135639"/>
                </a:lnTo>
                <a:close/>
                <a:moveTo>
                  <a:pt x="1133210" y="122181"/>
                </a:moveTo>
                <a:lnTo>
                  <a:pt x="1132527" y="122106"/>
                </a:lnTo>
                <a:lnTo>
                  <a:pt x="1131854" y="122018"/>
                </a:lnTo>
                <a:lnTo>
                  <a:pt x="1131192" y="121916"/>
                </a:lnTo>
                <a:lnTo>
                  <a:pt x="1130541" y="121800"/>
                </a:lnTo>
                <a:lnTo>
                  <a:pt x="1129901" y="121671"/>
                </a:lnTo>
                <a:lnTo>
                  <a:pt x="1129271" y="121528"/>
                </a:lnTo>
                <a:lnTo>
                  <a:pt x="1128652" y="121372"/>
                </a:lnTo>
                <a:lnTo>
                  <a:pt x="1128044" y="121202"/>
                </a:lnTo>
                <a:lnTo>
                  <a:pt x="1127447" y="121018"/>
                </a:lnTo>
                <a:lnTo>
                  <a:pt x="1126860" y="120821"/>
                </a:lnTo>
                <a:lnTo>
                  <a:pt x="1126284" y="120610"/>
                </a:lnTo>
                <a:lnTo>
                  <a:pt x="1125719" y="120385"/>
                </a:lnTo>
                <a:lnTo>
                  <a:pt x="1125164" y="120147"/>
                </a:lnTo>
                <a:lnTo>
                  <a:pt x="1124621" y="119896"/>
                </a:lnTo>
                <a:lnTo>
                  <a:pt x="1124088" y="119630"/>
                </a:lnTo>
                <a:lnTo>
                  <a:pt x="1123566" y="119351"/>
                </a:lnTo>
                <a:lnTo>
                  <a:pt x="1123054" y="119059"/>
                </a:lnTo>
                <a:lnTo>
                  <a:pt x="1122554" y="118753"/>
                </a:lnTo>
                <a:lnTo>
                  <a:pt x="1122064" y="118433"/>
                </a:lnTo>
                <a:lnTo>
                  <a:pt x="1121594" y="118095"/>
                </a:lnTo>
                <a:lnTo>
                  <a:pt x="1121145" y="117743"/>
                </a:lnTo>
                <a:lnTo>
                  <a:pt x="1120716" y="117378"/>
                </a:lnTo>
                <a:lnTo>
                  <a:pt x="1120306" y="117000"/>
                </a:lnTo>
                <a:lnTo>
                  <a:pt x="1119917" y="116609"/>
                </a:lnTo>
                <a:lnTo>
                  <a:pt x="1119548" y="116205"/>
                </a:lnTo>
                <a:lnTo>
                  <a:pt x="1119198" y="115788"/>
                </a:lnTo>
                <a:lnTo>
                  <a:pt x="1118869" y="115357"/>
                </a:lnTo>
                <a:lnTo>
                  <a:pt x="1118559" y="114914"/>
                </a:lnTo>
                <a:lnTo>
                  <a:pt x="1118270" y="114457"/>
                </a:lnTo>
                <a:lnTo>
                  <a:pt x="1118000" y="113987"/>
                </a:lnTo>
                <a:lnTo>
                  <a:pt x="1117750" y="113504"/>
                </a:lnTo>
                <a:lnTo>
                  <a:pt x="1117521" y="113007"/>
                </a:lnTo>
                <a:lnTo>
                  <a:pt x="1117311" y="112498"/>
                </a:lnTo>
                <a:lnTo>
                  <a:pt x="1117121" y="111975"/>
                </a:lnTo>
                <a:lnTo>
                  <a:pt x="1116952" y="111439"/>
                </a:lnTo>
                <a:lnTo>
                  <a:pt x="1116802" y="110890"/>
                </a:lnTo>
                <a:lnTo>
                  <a:pt x="1116672" y="110328"/>
                </a:lnTo>
                <a:lnTo>
                  <a:pt x="1116562" y="109752"/>
                </a:lnTo>
                <a:lnTo>
                  <a:pt x="1116472" y="109164"/>
                </a:lnTo>
                <a:lnTo>
                  <a:pt x="1116403" y="108562"/>
                </a:lnTo>
                <a:lnTo>
                  <a:pt x="1116353" y="107947"/>
                </a:lnTo>
                <a:lnTo>
                  <a:pt x="1116323" y="107319"/>
                </a:lnTo>
                <a:lnTo>
                  <a:pt x="1116313" y="106678"/>
                </a:lnTo>
                <a:lnTo>
                  <a:pt x="1116318" y="106208"/>
                </a:lnTo>
                <a:lnTo>
                  <a:pt x="1116334" y="105747"/>
                </a:lnTo>
                <a:lnTo>
                  <a:pt x="1116360" y="105294"/>
                </a:lnTo>
                <a:lnTo>
                  <a:pt x="1116397" y="104849"/>
                </a:lnTo>
                <a:lnTo>
                  <a:pt x="1116444" y="104412"/>
                </a:lnTo>
                <a:lnTo>
                  <a:pt x="1116502" y="103984"/>
                </a:lnTo>
                <a:lnTo>
                  <a:pt x="1116571" y="103565"/>
                </a:lnTo>
                <a:lnTo>
                  <a:pt x="1116650" y="103153"/>
                </a:lnTo>
                <a:lnTo>
                  <a:pt x="1116739" y="102750"/>
                </a:lnTo>
                <a:lnTo>
                  <a:pt x="1116839" y="102355"/>
                </a:lnTo>
                <a:lnTo>
                  <a:pt x="1116950" y="101969"/>
                </a:lnTo>
                <a:lnTo>
                  <a:pt x="1117071" y="101591"/>
                </a:lnTo>
                <a:lnTo>
                  <a:pt x="1117203" y="101221"/>
                </a:lnTo>
                <a:lnTo>
                  <a:pt x="1117345" y="100860"/>
                </a:lnTo>
                <a:lnTo>
                  <a:pt x="1117498" y="100506"/>
                </a:lnTo>
                <a:lnTo>
                  <a:pt x="1117661" y="100162"/>
                </a:lnTo>
                <a:lnTo>
                  <a:pt x="1117835" y="99825"/>
                </a:lnTo>
                <a:lnTo>
                  <a:pt x="1118019" y="99497"/>
                </a:lnTo>
                <a:lnTo>
                  <a:pt x="1118214" y="99178"/>
                </a:lnTo>
                <a:lnTo>
                  <a:pt x="1118419" y="98866"/>
                </a:lnTo>
                <a:lnTo>
                  <a:pt x="1118635" y="98563"/>
                </a:lnTo>
                <a:lnTo>
                  <a:pt x="1118862" y="98268"/>
                </a:lnTo>
                <a:lnTo>
                  <a:pt x="1119099" y="97982"/>
                </a:lnTo>
                <a:lnTo>
                  <a:pt x="1119346" y="97704"/>
                </a:lnTo>
                <a:lnTo>
                  <a:pt x="1119608" y="97428"/>
                </a:lnTo>
                <a:lnTo>
                  <a:pt x="1119876" y="97158"/>
                </a:lnTo>
                <a:lnTo>
                  <a:pt x="1120150" y="96893"/>
                </a:lnTo>
                <a:lnTo>
                  <a:pt x="1120431" y="96635"/>
                </a:lnTo>
                <a:lnTo>
                  <a:pt x="1120719" y="96382"/>
                </a:lnTo>
                <a:lnTo>
                  <a:pt x="1121013" y="96136"/>
                </a:lnTo>
                <a:lnTo>
                  <a:pt x="1121314" y="95895"/>
                </a:lnTo>
                <a:lnTo>
                  <a:pt x="1121621" y="95661"/>
                </a:lnTo>
                <a:lnTo>
                  <a:pt x="1121935" y="95432"/>
                </a:lnTo>
                <a:lnTo>
                  <a:pt x="1122256" y="95209"/>
                </a:lnTo>
                <a:lnTo>
                  <a:pt x="1122583" y="94992"/>
                </a:lnTo>
                <a:lnTo>
                  <a:pt x="1122917" y="94781"/>
                </a:lnTo>
                <a:lnTo>
                  <a:pt x="1123257" y="94576"/>
                </a:lnTo>
                <a:lnTo>
                  <a:pt x="1123604" y="94377"/>
                </a:lnTo>
                <a:lnTo>
                  <a:pt x="1123958" y="94184"/>
                </a:lnTo>
                <a:lnTo>
                  <a:pt x="1124318" y="93996"/>
                </a:lnTo>
                <a:lnTo>
                  <a:pt x="1124684" y="93815"/>
                </a:lnTo>
                <a:lnTo>
                  <a:pt x="1125058" y="93640"/>
                </a:lnTo>
                <a:lnTo>
                  <a:pt x="1125438" y="93470"/>
                </a:lnTo>
                <a:lnTo>
                  <a:pt x="1125824" y="93306"/>
                </a:lnTo>
                <a:lnTo>
                  <a:pt x="1126217" y="93149"/>
                </a:lnTo>
                <a:lnTo>
                  <a:pt x="1126617" y="92997"/>
                </a:lnTo>
                <a:lnTo>
                  <a:pt x="1127023" y="92851"/>
                </a:lnTo>
                <a:lnTo>
                  <a:pt x="1127436" y="92711"/>
                </a:lnTo>
                <a:lnTo>
                  <a:pt x="1127858" y="92571"/>
                </a:lnTo>
                <a:lnTo>
                  <a:pt x="1128283" y="92434"/>
                </a:lnTo>
                <a:lnTo>
                  <a:pt x="1128711" y="92300"/>
                </a:lnTo>
                <a:lnTo>
                  <a:pt x="1129142" y="92169"/>
                </a:lnTo>
                <a:lnTo>
                  <a:pt x="1129575" y="92042"/>
                </a:lnTo>
                <a:lnTo>
                  <a:pt x="1130011" y="91917"/>
                </a:lnTo>
                <a:lnTo>
                  <a:pt x="1130449" y="91797"/>
                </a:lnTo>
                <a:lnTo>
                  <a:pt x="1130890" y="91679"/>
                </a:lnTo>
                <a:lnTo>
                  <a:pt x="1131334" y="91565"/>
                </a:lnTo>
                <a:lnTo>
                  <a:pt x="1131780" y="91454"/>
                </a:lnTo>
                <a:lnTo>
                  <a:pt x="1132229" y="91346"/>
                </a:lnTo>
                <a:lnTo>
                  <a:pt x="1132681" y="91242"/>
                </a:lnTo>
                <a:lnTo>
                  <a:pt x="1133135" y="91141"/>
                </a:lnTo>
                <a:lnTo>
                  <a:pt x="1133592" y="91043"/>
                </a:lnTo>
                <a:lnTo>
                  <a:pt x="1134052" y="90949"/>
                </a:lnTo>
                <a:lnTo>
                  <a:pt x="1134514" y="90858"/>
                </a:lnTo>
                <a:lnTo>
                  <a:pt x="1134978" y="90770"/>
                </a:lnTo>
                <a:lnTo>
                  <a:pt x="1135446" y="90685"/>
                </a:lnTo>
                <a:lnTo>
                  <a:pt x="1135916" y="90604"/>
                </a:lnTo>
                <a:lnTo>
                  <a:pt x="1136389" y="90526"/>
                </a:lnTo>
                <a:lnTo>
                  <a:pt x="1136864" y="90451"/>
                </a:lnTo>
                <a:lnTo>
                  <a:pt x="1137342" y="90380"/>
                </a:lnTo>
                <a:lnTo>
                  <a:pt x="1137822" y="90312"/>
                </a:lnTo>
                <a:lnTo>
                  <a:pt x="1138306" y="90247"/>
                </a:lnTo>
                <a:lnTo>
                  <a:pt x="1138508" y="90220"/>
                </a:lnTo>
                <a:lnTo>
                  <a:pt x="1138716" y="90193"/>
                </a:lnTo>
                <a:lnTo>
                  <a:pt x="1138929" y="90166"/>
                </a:lnTo>
                <a:lnTo>
                  <a:pt x="1139146" y="90138"/>
                </a:lnTo>
                <a:lnTo>
                  <a:pt x="1139369" y="90110"/>
                </a:lnTo>
                <a:lnTo>
                  <a:pt x="1139597" y="90081"/>
                </a:lnTo>
                <a:lnTo>
                  <a:pt x="1139830" y="90052"/>
                </a:lnTo>
                <a:lnTo>
                  <a:pt x="1140068" y="90022"/>
                </a:lnTo>
                <a:lnTo>
                  <a:pt x="1140311" y="89992"/>
                </a:lnTo>
                <a:lnTo>
                  <a:pt x="1140559" y="89961"/>
                </a:lnTo>
                <a:lnTo>
                  <a:pt x="1140812" y="89930"/>
                </a:lnTo>
                <a:lnTo>
                  <a:pt x="1141070" y="89899"/>
                </a:lnTo>
                <a:lnTo>
                  <a:pt x="1141334" y="89867"/>
                </a:lnTo>
                <a:lnTo>
                  <a:pt x="1141602" y="89835"/>
                </a:lnTo>
                <a:lnTo>
                  <a:pt x="1141875" y="89802"/>
                </a:lnTo>
                <a:lnTo>
                  <a:pt x="1142154" y="89769"/>
                </a:lnTo>
                <a:lnTo>
                  <a:pt x="1142437" y="89736"/>
                </a:lnTo>
                <a:lnTo>
                  <a:pt x="1142725" y="89702"/>
                </a:lnTo>
                <a:lnTo>
                  <a:pt x="1143019" y="89667"/>
                </a:lnTo>
                <a:lnTo>
                  <a:pt x="1143318" y="89632"/>
                </a:lnTo>
                <a:lnTo>
                  <a:pt x="1143621" y="89597"/>
                </a:lnTo>
                <a:lnTo>
                  <a:pt x="1143930" y="89561"/>
                </a:lnTo>
                <a:lnTo>
                  <a:pt x="1144243" y="89525"/>
                </a:lnTo>
                <a:lnTo>
                  <a:pt x="1144562" y="89488"/>
                </a:lnTo>
                <a:lnTo>
                  <a:pt x="1144889" y="89446"/>
                </a:lnTo>
                <a:lnTo>
                  <a:pt x="1145217" y="89403"/>
                </a:lnTo>
                <a:lnTo>
                  <a:pt x="1145545" y="89360"/>
                </a:lnTo>
                <a:lnTo>
                  <a:pt x="1145874" y="89316"/>
                </a:lnTo>
                <a:lnTo>
                  <a:pt x="1146203" y="89272"/>
                </a:lnTo>
                <a:lnTo>
                  <a:pt x="1146533" y="89228"/>
                </a:lnTo>
                <a:lnTo>
                  <a:pt x="1146864" y="89183"/>
                </a:lnTo>
                <a:lnTo>
                  <a:pt x="1147195" y="89137"/>
                </a:lnTo>
                <a:lnTo>
                  <a:pt x="1147528" y="89091"/>
                </a:lnTo>
                <a:lnTo>
                  <a:pt x="1147860" y="89045"/>
                </a:lnTo>
                <a:lnTo>
                  <a:pt x="1148194" y="88998"/>
                </a:lnTo>
                <a:lnTo>
                  <a:pt x="1148528" y="88951"/>
                </a:lnTo>
                <a:lnTo>
                  <a:pt x="1148863" y="88903"/>
                </a:lnTo>
                <a:lnTo>
                  <a:pt x="1149198" y="88855"/>
                </a:lnTo>
                <a:lnTo>
                  <a:pt x="1149534" y="88807"/>
                </a:lnTo>
                <a:lnTo>
                  <a:pt x="1149871" y="88758"/>
                </a:lnTo>
                <a:lnTo>
                  <a:pt x="1150208" y="88709"/>
                </a:lnTo>
                <a:lnTo>
                  <a:pt x="1150546" y="88659"/>
                </a:lnTo>
                <a:lnTo>
                  <a:pt x="1150885" y="88609"/>
                </a:lnTo>
                <a:lnTo>
                  <a:pt x="1151224" y="88558"/>
                </a:lnTo>
                <a:lnTo>
                  <a:pt x="1151564" y="88507"/>
                </a:lnTo>
                <a:lnTo>
                  <a:pt x="1151905" y="88455"/>
                </a:lnTo>
                <a:lnTo>
                  <a:pt x="1152246" y="88403"/>
                </a:lnTo>
                <a:lnTo>
                  <a:pt x="1152588" y="88351"/>
                </a:lnTo>
                <a:lnTo>
                  <a:pt x="1152934" y="88292"/>
                </a:lnTo>
                <a:lnTo>
                  <a:pt x="1153277" y="88234"/>
                </a:lnTo>
                <a:lnTo>
                  <a:pt x="1153615" y="88174"/>
                </a:lnTo>
                <a:lnTo>
                  <a:pt x="1153951" y="88114"/>
                </a:lnTo>
                <a:lnTo>
                  <a:pt x="1154282" y="88053"/>
                </a:lnTo>
                <a:lnTo>
                  <a:pt x="1154611" y="87991"/>
                </a:lnTo>
                <a:lnTo>
                  <a:pt x="1154935" y="87929"/>
                </a:lnTo>
                <a:lnTo>
                  <a:pt x="1155257" y="87866"/>
                </a:lnTo>
                <a:lnTo>
                  <a:pt x="1155574" y="87803"/>
                </a:lnTo>
                <a:lnTo>
                  <a:pt x="1155889" y="87738"/>
                </a:lnTo>
                <a:lnTo>
                  <a:pt x="1156199" y="87674"/>
                </a:lnTo>
                <a:lnTo>
                  <a:pt x="1156507" y="87608"/>
                </a:lnTo>
                <a:lnTo>
                  <a:pt x="1156810" y="87542"/>
                </a:lnTo>
                <a:lnTo>
                  <a:pt x="1157111" y="87475"/>
                </a:lnTo>
                <a:lnTo>
                  <a:pt x="1157407" y="87408"/>
                </a:lnTo>
                <a:lnTo>
                  <a:pt x="1157700" y="87340"/>
                </a:lnTo>
                <a:lnTo>
                  <a:pt x="1157990" y="87271"/>
                </a:lnTo>
                <a:lnTo>
                  <a:pt x="1158276" y="87201"/>
                </a:lnTo>
                <a:lnTo>
                  <a:pt x="1158559" y="87131"/>
                </a:lnTo>
                <a:lnTo>
                  <a:pt x="1158838" y="87060"/>
                </a:lnTo>
                <a:lnTo>
                  <a:pt x="1159114" y="86989"/>
                </a:lnTo>
                <a:lnTo>
                  <a:pt x="1159386" y="86917"/>
                </a:lnTo>
                <a:lnTo>
                  <a:pt x="1159654" y="86844"/>
                </a:lnTo>
                <a:lnTo>
                  <a:pt x="1159919" y="86771"/>
                </a:lnTo>
                <a:lnTo>
                  <a:pt x="1160184" y="86691"/>
                </a:lnTo>
                <a:lnTo>
                  <a:pt x="1160441" y="86611"/>
                </a:lnTo>
                <a:lnTo>
                  <a:pt x="1160690" y="86531"/>
                </a:lnTo>
                <a:lnTo>
                  <a:pt x="1160930" y="86450"/>
                </a:lnTo>
                <a:lnTo>
                  <a:pt x="1161164" y="86368"/>
                </a:lnTo>
                <a:lnTo>
                  <a:pt x="1161389" y="86285"/>
                </a:lnTo>
                <a:lnTo>
                  <a:pt x="1161606" y="86202"/>
                </a:lnTo>
                <a:lnTo>
                  <a:pt x="1161815" y="86118"/>
                </a:lnTo>
                <a:lnTo>
                  <a:pt x="1162017" y="86033"/>
                </a:lnTo>
                <a:lnTo>
                  <a:pt x="1162210" y="85948"/>
                </a:lnTo>
                <a:lnTo>
                  <a:pt x="1162396" y="85862"/>
                </a:lnTo>
                <a:lnTo>
                  <a:pt x="1162574" y="85775"/>
                </a:lnTo>
                <a:lnTo>
                  <a:pt x="1162743" y="85688"/>
                </a:lnTo>
                <a:lnTo>
                  <a:pt x="1162905" y="85600"/>
                </a:lnTo>
                <a:lnTo>
                  <a:pt x="1163059" y="85512"/>
                </a:lnTo>
                <a:lnTo>
                  <a:pt x="1163206" y="85423"/>
                </a:lnTo>
                <a:lnTo>
                  <a:pt x="1163344" y="85333"/>
                </a:lnTo>
                <a:lnTo>
                  <a:pt x="1163474" y="85242"/>
                </a:lnTo>
                <a:lnTo>
                  <a:pt x="1163597" y="85151"/>
                </a:lnTo>
                <a:lnTo>
                  <a:pt x="1163711" y="85059"/>
                </a:lnTo>
                <a:lnTo>
                  <a:pt x="1163818" y="84967"/>
                </a:lnTo>
                <a:lnTo>
                  <a:pt x="1163917" y="84874"/>
                </a:lnTo>
                <a:lnTo>
                  <a:pt x="1164007" y="84780"/>
                </a:lnTo>
                <a:lnTo>
                  <a:pt x="1164090" y="84685"/>
                </a:lnTo>
                <a:lnTo>
                  <a:pt x="1164090" y="98336"/>
                </a:lnTo>
                <a:lnTo>
                  <a:pt x="1164085" y="98841"/>
                </a:lnTo>
                <a:lnTo>
                  <a:pt x="1164068" y="99343"/>
                </a:lnTo>
                <a:lnTo>
                  <a:pt x="1164041" y="99844"/>
                </a:lnTo>
                <a:lnTo>
                  <a:pt x="1164003" y="100343"/>
                </a:lnTo>
                <a:lnTo>
                  <a:pt x="1163953" y="100839"/>
                </a:lnTo>
                <a:lnTo>
                  <a:pt x="1163893" y="101334"/>
                </a:lnTo>
                <a:lnTo>
                  <a:pt x="1163821" y="101827"/>
                </a:lnTo>
                <a:lnTo>
                  <a:pt x="1163739" y="102317"/>
                </a:lnTo>
                <a:lnTo>
                  <a:pt x="1163646" y="102806"/>
                </a:lnTo>
                <a:lnTo>
                  <a:pt x="1163542" y="103293"/>
                </a:lnTo>
                <a:lnTo>
                  <a:pt x="1163427" y="103778"/>
                </a:lnTo>
                <a:lnTo>
                  <a:pt x="1163300" y="104261"/>
                </a:lnTo>
                <a:lnTo>
                  <a:pt x="1163163" y="104742"/>
                </a:lnTo>
                <a:lnTo>
                  <a:pt x="1163015" y="105221"/>
                </a:lnTo>
                <a:lnTo>
                  <a:pt x="1162856" y="105698"/>
                </a:lnTo>
                <a:lnTo>
                  <a:pt x="1162686" y="106173"/>
                </a:lnTo>
                <a:lnTo>
                  <a:pt x="1162505" y="106646"/>
                </a:lnTo>
                <a:lnTo>
                  <a:pt x="1162313" y="107117"/>
                </a:lnTo>
                <a:lnTo>
                  <a:pt x="1162110" y="107586"/>
                </a:lnTo>
                <a:lnTo>
                  <a:pt x="1161896" y="108053"/>
                </a:lnTo>
                <a:lnTo>
                  <a:pt x="1161671" y="108518"/>
                </a:lnTo>
                <a:lnTo>
                  <a:pt x="1161435" y="108981"/>
                </a:lnTo>
                <a:lnTo>
                  <a:pt x="1161188" y="109442"/>
                </a:lnTo>
                <a:lnTo>
                  <a:pt x="1160931" y="109901"/>
                </a:lnTo>
                <a:lnTo>
                  <a:pt x="1160667" y="110356"/>
                </a:lnTo>
                <a:lnTo>
                  <a:pt x="1160393" y="110804"/>
                </a:lnTo>
                <a:lnTo>
                  <a:pt x="1160109" y="111244"/>
                </a:lnTo>
                <a:lnTo>
                  <a:pt x="1159814" y="111678"/>
                </a:lnTo>
                <a:lnTo>
                  <a:pt x="1159509" y="112104"/>
                </a:lnTo>
                <a:lnTo>
                  <a:pt x="1159193" y="112524"/>
                </a:lnTo>
                <a:lnTo>
                  <a:pt x="1158866" y="112936"/>
                </a:lnTo>
                <a:lnTo>
                  <a:pt x="1158529" y="113342"/>
                </a:lnTo>
                <a:lnTo>
                  <a:pt x="1158181" y="113741"/>
                </a:lnTo>
                <a:lnTo>
                  <a:pt x="1157823" y="114132"/>
                </a:lnTo>
                <a:lnTo>
                  <a:pt x="1157455" y="114516"/>
                </a:lnTo>
                <a:lnTo>
                  <a:pt x="1157075" y="114894"/>
                </a:lnTo>
                <a:lnTo>
                  <a:pt x="1156686" y="115264"/>
                </a:lnTo>
                <a:lnTo>
                  <a:pt x="1156285" y="115628"/>
                </a:lnTo>
                <a:lnTo>
                  <a:pt x="1155875" y="115984"/>
                </a:lnTo>
                <a:lnTo>
                  <a:pt x="1155453" y="116333"/>
                </a:lnTo>
                <a:lnTo>
                  <a:pt x="1155021" y="116676"/>
                </a:lnTo>
                <a:lnTo>
                  <a:pt x="1154579" y="117011"/>
                </a:lnTo>
                <a:lnTo>
                  <a:pt x="1154126" y="117339"/>
                </a:lnTo>
                <a:lnTo>
                  <a:pt x="1153663" y="117661"/>
                </a:lnTo>
                <a:lnTo>
                  <a:pt x="1153189" y="117975"/>
                </a:lnTo>
                <a:lnTo>
                  <a:pt x="1152704" y="118282"/>
                </a:lnTo>
                <a:lnTo>
                  <a:pt x="1152209" y="118582"/>
                </a:lnTo>
                <a:lnTo>
                  <a:pt x="1151704" y="118875"/>
                </a:lnTo>
                <a:lnTo>
                  <a:pt x="1151193" y="119159"/>
                </a:lnTo>
                <a:lnTo>
                  <a:pt x="1150673" y="119431"/>
                </a:lnTo>
                <a:lnTo>
                  <a:pt x="1150143" y="119690"/>
                </a:lnTo>
                <a:lnTo>
                  <a:pt x="1149604" y="119937"/>
                </a:lnTo>
                <a:lnTo>
                  <a:pt x="1149055" y="120173"/>
                </a:lnTo>
                <a:lnTo>
                  <a:pt x="1148496" y="120396"/>
                </a:lnTo>
                <a:lnTo>
                  <a:pt x="1147928" y="120607"/>
                </a:lnTo>
                <a:lnTo>
                  <a:pt x="1147350" y="120806"/>
                </a:lnTo>
                <a:lnTo>
                  <a:pt x="1146762" y="120993"/>
                </a:lnTo>
                <a:lnTo>
                  <a:pt x="1146165" y="121168"/>
                </a:lnTo>
                <a:lnTo>
                  <a:pt x="1145558" y="121331"/>
                </a:lnTo>
                <a:lnTo>
                  <a:pt x="1144941" y="121482"/>
                </a:lnTo>
                <a:lnTo>
                  <a:pt x="1144315" y="121621"/>
                </a:lnTo>
                <a:lnTo>
                  <a:pt x="1143679" y="121748"/>
                </a:lnTo>
                <a:lnTo>
                  <a:pt x="1143034" y="121862"/>
                </a:lnTo>
                <a:lnTo>
                  <a:pt x="1142378" y="121965"/>
                </a:lnTo>
                <a:lnTo>
                  <a:pt x="1141714" y="122056"/>
                </a:lnTo>
                <a:lnTo>
                  <a:pt x="1141039" y="122134"/>
                </a:lnTo>
                <a:lnTo>
                  <a:pt x="1140355" y="122200"/>
                </a:lnTo>
                <a:lnTo>
                  <a:pt x="1139661" y="122255"/>
                </a:lnTo>
                <a:lnTo>
                  <a:pt x="1138957" y="122297"/>
                </a:lnTo>
                <a:lnTo>
                  <a:pt x="1138244" y="122327"/>
                </a:lnTo>
                <a:lnTo>
                  <a:pt x="1137521" y="122345"/>
                </a:lnTo>
                <a:lnTo>
                  <a:pt x="1136789" y="122351"/>
                </a:lnTo>
                <a:lnTo>
                  <a:pt x="1136052" y="122344"/>
                </a:lnTo>
                <a:lnTo>
                  <a:pt x="1135325" y="122324"/>
                </a:lnTo>
                <a:lnTo>
                  <a:pt x="1134610" y="122290"/>
                </a:lnTo>
                <a:lnTo>
                  <a:pt x="1133905" y="122242"/>
                </a:lnTo>
                <a:lnTo>
                  <a:pt x="1133210" y="122181"/>
                </a:lnTo>
                <a:close/>
                <a:moveTo>
                  <a:pt x="1063543" y="97438"/>
                </a:moveTo>
                <a:lnTo>
                  <a:pt x="1063467" y="98135"/>
                </a:lnTo>
                <a:lnTo>
                  <a:pt x="1063377" y="98820"/>
                </a:lnTo>
                <a:lnTo>
                  <a:pt x="1063274" y="99495"/>
                </a:lnTo>
                <a:lnTo>
                  <a:pt x="1063156" y="100158"/>
                </a:lnTo>
                <a:lnTo>
                  <a:pt x="1063025" y="100810"/>
                </a:lnTo>
                <a:lnTo>
                  <a:pt x="1062880" y="101451"/>
                </a:lnTo>
                <a:lnTo>
                  <a:pt x="1062721" y="102080"/>
                </a:lnTo>
                <a:lnTo>
                  <a:pt x="1062548" y="102699"/>
                </a:lnTo>
                <a:lnTo>
                  <a:pt x="1062361" y="103306"/>
                </a:lnTo>
                <a:lnTo>
                  <a:pt x="1062161" y="103902"/>
                </a:lnTo>
                <a:lnTo>
                  <a:pt x="1061947" y="104487"/>
                </a:lnTo>
                <a:lnTo>
                  <a:pt x="1061719" y="105061"/>
                </a:lnTo>
                <a:lnTo>
                  <a:pt x="1061477" y="105624"/>
                </a:lnTo>
                <a:lnTo>
                  <a:pt x="1061221" y="106175"/>
                </a:lnTo>
                <a:lnTo>
                  <a:pt x="1060951" y="106715"/>
                </a:lnTo>
                <a:lnTo>
                  <a:pt x="1060668" y="107244"/>
                </a:lnTo>
                <a:lnTo>
                  <a:pt x="1060371" y="107762"/>
                </a:lnTo>
                <a:lnTo>
                  <a:pt x="1060060" y="108268"/>
                </a:lnTo>
                <a:lnTo>
                  <a:pt x="1059735" y="108764"/>
                </a:lnTo>
                <a:lnTo>
                  <a:pt x="1059405" y="109248"/>
                </a:lnTo>
                <a:lnTo>
                  <a:pt x="1059069" y="109722"/>
                </a:lnTo>
                <a:lnTo>
                  <a:pt x="1058726" y="110186"/>
                </a:lnTo>
                <a:lnTo>
                  <a:pt x="1058376" y="110639"/>
                </a:lnTo>
                <a:lnTo>
                  <a:pt x="1058020" y="111081"/>
                </a:lnTo>
                <a:lnTo>
                  <a:pt x="1057657" y="111513"/>
                </a:lnTo>
                <a:lnTo>
                  <a:pt x="1057288" y="111934"/>
                </a:lnTo>
                <a:lnTo>
                  <a:pt x="1056912" y="112345"/>
                </a:lnTo>
                <a:lnTo>
                  <a:pt x="1056529" y="112745"/>
                </a:lnTo>
                <a:lnTo>
                  <a:pt x="1056140" y="113135"/>
                </a:lnTo>
                <a:lnTo>
                  <a:pt x="1055745" y="113514"/>
                </a:lnTo>
                <a:lnTo>
                  <a:pt x="1055343" y="113883"/>
                </a:lnTo>
                <a:lnTo>
                  <a:pt x="1054934" y="114241"/>
                </a:lnTo>
                <a:lnTo>
                  <a:pt x="1054518" y="114588"/>
                </a:lnTo>
                <a:lnTo>
                  <a:pt x="1054096" y="114925"/>
                </a:lnTo>
                <a:lnTo>
                  <a:pt x="1053668" y="115252"/>
                </a:lnTo>
                <a:lnTo>
                  <a:pt x="1053233" y="115568"/>
                </a:lnTo>
                <a:lnTo>
                  <a:pt x="1052791" y="115873"/>
                </a:lnTo>
                <a:lnTo>
                  <a:pt x="1052343" y="116168"/>
                </a:lnTo>
                <a:lnTo>
                  <a:pt x="1051888" y="116453"/>
                </a:lnTo>
                <a:lnTo>
                  <a:pt x="1051426" y="116727"/>
                </a:lnTo>
                <a:lnTo>
                  <a:pt x="1050958" y="116990"/>
                </a:lnTo>
                <a:lnTo>
                  <a:pt x="1050484" y="117243"/>
                </a:lnTo>
                <a:lnTo>
                  <a:pt x="1050002" y="117485"/>
                </a:lnTo>
                <a:lnTo>
                  <a:pt x="1049523" y="117717"/>
                </a:lnTo>
                <a:lnTo>
                  <a:pt x="1049045" y="117939"/>
                </a:lnTo>
                <a:lnTo>
                  <a:pt x="1048567" y="118152"/>
                </a:lnTo>
                <a:lnTo>
                  <a:pt x="1048091" y="118354"/>
                </a:lnTo>
                <a:lnTo>
                  <a:pt x="1047614" y="118547"/>
                </a:lnTo>
                <a:lnTo>
                  <a:pt x="1047139" y="118729"/>
                </a:lnTo>
                <a:lnTo>
                  <a:pt x="1046664" y="118902"/>
                </a:lnTo>
                <a:lnTo>
                  <a:pt x="1046189" y="119065"/>
                </a:lnTo>
                <a:lnTo>
                  <a:pt x="1045716" y="119218"/>
                </a:lnTo>
                <a:lnTo>
                  <a:pt x="1045243" y="119361"/>
                </a:lnTo>
                <a:lnTo>
                  <a:pt x="1044770" y="119494"/>
                </a:lnTo>
                <a:lnTo>
                  <a:pt x="1044299" y="119618"/>
                </a:lnTo>
                <a:lnTo>
                  <a:pt x="1043828" y="119731"/>
                </a:lnTo>
                <a:lnTo>
                  <a:pt x="1043357" y="119835"/>
                </a:lnTo>
                <a:lnTo>
                  <a:pt x="1042888" y="119929"/>
                </a:lnTo>
                <a:lnTo>
                  <a:pt x="1042418" y="120013"/>
                </a:lnTo>
                <a:lnTo>
                  <a:pt x="1041950" y="120087"/>
                </a:lnTo>
                <a:lnTo>
                  <a:pt x="1041482" y="120151"/>
                </a:lnTo>
                <a:lnTo>
                  <a:pt x="1041015" y="120205"/>
                </a:lnTo>
                <a:lnTo>
                  <a:pt x="1040549" y="120250"/>
                </a:lnTo>
                <a:lnTo>
                  <a:pt x="1040083" y="120284"/>
                </a:lnTo>
                <a:lnTo>
                  <a:pt x="1039618" y="120309"/>
                </a:lnTo>
                <a:lnTo>
                  <a:pt x="1039154" y="120324"/>
                </a:lnTo>
                <a:lnTo>
                  <a:pt x="1038690" y="120329"/>
                </a:lnTo>
                <a:lnTo>
                  <a:pt x="1037921" y="120318"/>
                </a:lnTo>
                <a:lnTo>
                  <a:pt x="1037164" y="120285"/>
                </a:lnTo>
                <a:lnTo>
                  <a:pt x="1036419" y="120230"/>
                </a:lnTo>
                <a:lnTo>
                  <a:pt x="1035684" y="120153"/>
                </a:lnTo>
                <a:lnTo>
                  <a:pt x="1034962" y="120055"/>
                </a:lnTo>
                <a:lnTo>
                  <a:pt x="1034250" y="119934"/>
                </a:lnTo>
                <a:lnTo>
                  <a:pt x="1033550" y="119791"/>
                </a:lnTo>
                <a:lnTo>
                  <a:pt x="1032862" y="119627"/>
                </a:lnTo>
                <a:lnTo>
                  <a:pt x="1032184" y="119440"/>
                </a:lnTo>
                <a:lnTo>
                  <a:pt x="1031519" y="119232"/>
                </a:lnTo>
                <a:lnTo>
                  <a:pt x="1030864" y="119001"/>
                </a:lnTo>
                <a:lnTo>
                  <a:pt x="1030221" y="118749"/>
                </a:lnTo>
                <a:lnTo>
                  <a:pt x="1029590" y="118475"/>
                </a:lnTo>
                <a:lnTo>
                  <a:pt x="1028970" y="118178"/>
                </a:lnTo>
                <a:lnTo>
                  <a:pt x="1028361" y="117860"/>
                </a:lnTo>
                <a:lnTo>
                  <a:pt x="1027764" y="117520"/>
                </a:lnTo>
                <a:lnTo>
                  <a:pt x="1027178" y="117158"/>
                </a:lnTo>
                <a:lnTo>
                  <a:pt x="1026603" y="116774"/>
                </a:lnTo>
                <a:lnTo>
                  <a:pt x="1026040" y="116368"/>
                </a:lnTo>
                <a:lnTo>
                  <a:pt x="1025488" y="115940"/>
                </a:lnTo>
                <a:lnTo>
                  <a:pt x="1024948" y="115490"/>
                </a:lnTo>
                <a:lnTo>
                  <a:pt x="1024419" y="115019"/>
                </a:lnTo>
                <a:lnTo>
                  <a:pt x="1023902" y="114525"/>
                </a:lnTo>
                <a:lnTo>
                  <a:pt x="1023396" y="114009"/>
                </a:lnTo>
                <a:lnTo>
                  <a:pt x="1022911" y="113475"/>
                </a:lnTo>
                <a:lnTo>
                  <a:pt x="1022447" y="112926"/>
                </a:lnTo>
                <a:lnTo>
                  <a:pt x="1022004" y="112362"/>
                </a:lnTo>
                <a:lnTo>
                  <a:pt x="1021581" y="111783"/>
                </a:lnTo>
                <a:lnTo>
                  <a:pt x="1021179" y="111189"/>
                </a:lnTo>
                <a:lnTo>
                  <a:pt x="1020797" y="110581"/>
                </a:lnTo>
                <a:lnTo>
                  <a:pt x="1020436" y="109957"/>
                </a:lnTo>
                <a:lnTo>
                  <a:pt x="1020096" y="109318"/>
                </a:lnTo>
                <a:lnTo>
                  <a:pt x="1019776" y="108665"/>
                </a:lnTo>
                <a:lnTo>
                  <a:pt x="1019477" y="107997"/>
                </a:lnTo>
                <a:lnTo>
                  <a:pt x="1019198" y="107313"/>
                </a:lnTo>
                <a:lnTo>
                  <a:pt x="1018940" y="106615"/>
                </a:lnTo>
                <a:lnTo>
                  <a:pt x="1018703" y="105902"/>
                </a:lnTo>
                <a:lnTo>
                  <a:pt x="1018487" y="105174"/>
                </a:lnTo>
                <a:lnTo>
                  <a:pt x="1018291" y="104431"/>
                </a:lnTo>
                <a:lnTo>
                  <a:pt x="1018115" y="103673"/>
                </a:lnTo>
                <a:lnTo>
                  <a:pt x="1017961" y="102900"/>
                </a:lnTo>
                <a:lnTo>
                  <a:pt x="1017827" y="102112"/>
                </a:lnTo>
                <a:lnTo>
                  <a:pt x="1017713" y="101309"/>
                </a:lnTo>
                <a:lnTo>
                  <a:pt x="1017620" y="100492"/>
                </a:lnTo>
                <a:lnTo>
                  <a:pt x="1017548" y="99659"/>
                </a:lnTo>
                <a:lnTo>
                  <a:pt x="1017497" y="98812"/>
                </a:lnTo>
                <a:lnTo>
                  <a:pt x="1017466" y="97949"/>
                </a:lnTo>
                <a:lnTo>
                  <a:pt x="1017455" y="97072"/>
                </a:lnTo>
                <a:lnTo>
                  <a:pt x="1017455" y="36402"/>
                </a:lnTo>
                <a:lnTo>
                  <a:pt x="1002541" y="36402"/>
                </a:lnTo>
                <a:lnTo>
                  <a:pt x="1002541" y="98083"/>
                </a:lnTo>
                <a:lnTo>
                  <a:pt x="1002548" y="99108"/>
                </a:lnTo>
                <a:lnTo>
                  <a:pt x="1002569" y="100118"/>
                </a:lnTo>
                <a:lnTo>
                  <a:pt x="1002604" y="101114"/>
                </a:lnTo>
                <a:lnTo>
                  <a:pt x="1002653" y="102095"/>
                </a:lnTo>
                <a:lnTo>
                  <a:pt x="1002716" y="103061"/>
                </a:lnTo>
                <a:lnTo>
                  <a:pt x="1002793" y="104012"/>
                </a:lnTo>
                <a:lnTo>
                  <a:pt x="1002885" y="104949"/>
                </a:lnTo>
                <a:lnTo>
                  <a:pt x="1002990" y="105871"/>
                </a:lnTo>
                <a:lnTo>
                  <a:pt x="1003109" y="106778"/>
                </a:lnTo>
                <a:lnTo>
                  <a:pt x="1003243" y="107670"/>
                </a:lnTo>
                <a:lnTo>
                  <a:pt x="1003390" y="108548"/>
                </a:lnTo>
                <a:lnTo>
                  <a:pt x="1003552" y="109411"/>
                </a:lnTo>
                <a:lnTo>
                  <a:pt x="1003727" y="110260"/>
                </a:lnTo>
                <a:lnTo>
                  <a:pt x="1003917" y="111094"/>
                </a:lnTo>
                <a:lnTo>
                  <a:pt x="1004121" y="111913"/>
                </a:lnTo>
                <a:lnTo>
                  <a:pt x="1004338" y="112717"/>
                </a:lnTo>
                <a:lnTo>
                  <a:pt x="1004570" y="113507"/>
                </a:lnTo>
                <a:lnTo>
                  <a:pt x="1004816" y="114282"/>
                </a:lnTo>
                <a:lnTo>
                  <a:pt x="1005076" y="115042"/>
                </a:lnTo>
                <a:lnTo>
                  <a:pt x="1005349" y="115787"/>
                </a:lnTo>
                <a:lnTo>
                  <a:pt x="1005637" y="116518"/>
                </a:lnTo>
                <a:lnTo>
                  <a:pt x="1005939" y="117234"/>
                </a:lnTo>
                <a:lnTo>
                  <a:pt x="1006255" y="117936"/>
                </a:lnTo>
                <a:lnTo>
                  <a:pt x="1006585" y="118623"/>
                </a:lnTo>
                <a:lnTo>
                  <a:pt x="1006928" y="119290"/>
                </a:lnTo>
                <a:lnTo>
                  <a:pt x="1007281" y="119943"/>
                </a:lnTo>
                <a:lnTo>
                  <a:pt x="1007644" y="120582"/>
                </a:lnTo>
                <a:lnTo>
                  <a:pt x="1008018" y="121207"/>
                </a:lnTo>
                <a:lnTo>
                  <a:pt x="1008402" y="121818"/>
                </a:lnTo>
                <a:lnTo>
                  <a:pt x="1008797" y="122414"/>
                </a:lnTo>
                <a:lnTo>
                  <a:pt x="1009203" y="122997"/>
                </a:lnTo>
                <a:lnTo>
                  <a:pt x="1009619" y="123566"/>
                </a:lnTo>
                <a:lnTo>
                  <a:pt x="1010045" y="124121"/>
                </a:lnTo>
                <a:lnTo>
                  <a:pt x="1010483" y="124661"/>
                </a:lnTo>
                <a:lnTo>
                  <a:pt x="1010930" y="125188"/>
                </a:lnTo>
                <a:lnTo>
                  <a:pt x="1011388" y="125701"/>
                </a:lnTo>
                <a:lnTo>
                  <a:pt x="1011857" y="126199"/>
                </a:lnTo>
                <a:lnTo>
                  <a:pt x="1012336" y="126684"/>
                </a:lnTo>
                <a:lnTo>
                  <a:pt x="1012826" y="127154"/>
                </a:lnTo>
                <a:lnTo>
                  <a:pt x="1013326" y="127611"/>
                </a:lnTo>
                <a:lnTo>
                  <a:pt x="1013837" y="128053"/>
                </a:lnTo>
                <a:lnTo>
                  <a:pt x="1014359" y="128481"/>
                </a:lnTo>
                <a:lnTo>
                  <a:pt x="1014891" y="128896"/>
                </a:lnTo>
                <a:lnTo>
                  <a:pt x="1015433" y="129296"/>
                </a:lnTo>
                <a:lnTo>
                  <a:pt x="1015986" y="129682"/>
                </a:lnTo>
                <a:lnTo>
                  <a:pt x="1016550" y="130054"/>
                </a:lnTo>
                <a:lnTo>
                  <a:pt x="1017124" y="130412"/>
                </a:lnTo>
                <a:lnTo>
                  <a:pt x="1017708" y="130757"/>
                </a:lnTo>
                <a:lnTo>
                  <a:pt x="1018302" y="131081"/>
                </a:lnTo>
                <a:lnTo>
                  <a:pt x="1018902" y="131392"/>
                </a:lnTo>
                <a:lnTo>
                  <a:pt x="1019509" y="131690"/>
                </a:lnTo>
                <a:lnTo>
                  <a:pt x="1020124" y="131973"/>
                </a:lnTo>
                <a:lnTo>
                  <a:pt x="1020745" y="132243"/>
                </a:lnTo>
                <a:lnTo>
                  <a:pt x="1021374" y="132498"/>
                </a:lnTo>
                <a:lnTo>
                  <a:pt x="1022009" y="132740"/>
                </a:lnTo>
                <a:lnTo>
                  <a:pt x="1022652" y="132968"/>
                </a:lnTo>
                <a:lnTo>
                  <a:pt x="1023301" y="133183"/>
                </a:lnTo>
                <a:lnTo>
                  <a:pt x="1023958" y="133383"/>
                </a:lnTo>
                <a:lnTo>
                  <a:pt x="1024621" y="133570"/>
                </a:lnTo>
                <a:lnTo>
                  <a:pt x="1025292" y="133743"/>
                </a:lnTo>
                <a:lnTo>
                  <a:pt x="1025970" y="133902"/>
                </a:lnTo>
                <a:lnTo>
                  <a:pt x="1026654" y="134047"/>
                </a:lnTo>
                <a:lnTo>
                  <a:pt x="1027346" y="134178"/>
                </a:lnTo>
                <a:lnTo>
                  <a:pt x="1028045" y="134296"/>
                </a:lnTo>
                <a:lnTo>
                  <a:pt x="1028750" y="134399"/>
                </a:lnTo>
                <a:lnTo>
                  <a:pt x="1029463" y="134489"/>
                </a:lnTo>
                <a:lnTo>
                  <a:pt x="1030183" y="134565"/>
                </a:lnTo>
                <a:lnTo>
                  <a:pt x="1030909" y="134627"/>
                </a:lnTo>
                <a:lnTo>
                  <a:pt x="1031643" y="134676"/>
                </a:lnTo>
                <a:lnTo>
                  <a:pt x="1032384" y="134710"/>
                </a:lnTo>
                <a:lnTo>
                  <a:pt x="1033132" y="134731"/>
                </a:lnTo>
                <a:lnTo>
                  <a:pt x="1033887" y="134738"/>
                </a:lnTo>
                <a:lnTo>
                  <a:pt x="1034797" y="134729"/>
                </a:lnTo>
                <a:lnTo>
                  <a:pt x="1035693" y="134702"/>
                </a:lnTo>
                <a:lnTo>
                  <a:pt x="1036577" y="134658"/>
                </a:lnTo>
                <a:lnTo>
                  <a:pt x="1037447" y="134596"/>
                </a:lnTo>
                <a:lnTo>
                  <a:pt x="1038304" y="134516"/>
                </a:lnTo>
                <a:lnTo>
                  <a:pt x="1039148" y="134418"/>
                </a:lnTo>
                <a:lnTo>
                  <a:pt x="1039979" y="134303"/>
                </a:lnTo>
                <a:lnTo>
                  <a:pt x="1040796" y="134169"/>
                </a:lnTo>
                <a:lnTo>
                  <a:pt x="1041601" y="134018"/>
                </a:lnTo>
                <a:lnTo>
                  <a:pt x="1042392" y="133849"/>
                </a:lnTo>
                <a:lnTo>
                  <a:pt x="1043170" y="133663"/>
                </a:lnTo>
                <a:lnTo>
                  <a:pt x="1043935" y="133458"/>
                </a:lnTo>
                <a:lnTo>
                  <a:pt x="1044687" y="133236"/>
                </a:lnTo>
                <a:lnTo>
                  <a:pt x="1045426" y="132996"/>
                </a:lnTo>
                <a:lnTo>
                  <a:pt x="1046151" y="132738"/>
                </a:lnTo>
                <a:lnTo>
                  <a:pt x="1046863" y="132463"/>
                </a:lnTo>
                <a:lnTo>
                  <a:pt x="1047563" y="132170"/>
                </a:lnTo>
                <a:lnTo>
                  <a:pt x="1048249" y="131859"/>
                </a:lnTo>
                <a:lnTo>
                  <a:pt x="1048921" y="131530"/>
                </a:lnTo>
                <a:lnTo>
                  <a:pt x="1049581" y="131183"/>
                </a:lnTo>
                <a:lnTo>
                  <a:pt x="1050227" y="130819"/>
                </a:lnTo>
                <a:lnTo>
                  <a:pt x="1050861" y="130437"/>
                </a:lnTo>
                <a:lnTo>
                  <a:pt x="1051481" y="130037"/>
                </a:lnTo>
                <a:lnTo>
                  <a:pt x="1052088" y="129619"/>
                </a:lnTo>
                <a:lnTo>
                  <a:pt x="1052682" y="129183"/>
                </a:lnTo>
                <a:lnTo>
                  <a:pt x="1053262" y="128740"/>
                </a:lnTo>
                <a:lnTo>
                  <a:pt x="1053830" y="128289"/>
                </a:lnTo>
                <a:lnTo>
                  <a:pt x="1054384" y="127830"/>
                </a:lnTo>
                <a:lnTo>
                  <a:pt x="1054925" y="127364"/>
                </a:lnTo>
                <a:lnTo>
                  <a:pt x="1055453" y="126890"/>
                </a:lnTo>
                <a:lnTo>
                  <a:pt x="1055968" y="126408"/>
                </a:lnTo>
                <a:lnTo>
                  <a:pt x="1056470" y="125918"/>
                </a:lnTo>
                <a:lnTo>
                  <a:pt x="1056958" y="125421"/>
                </a:lnTo>
                <a:lnTo>
                  <a:pt x="1057433" y="124916"/>
                </a:lnTo>
                <a:lnTo>
                  <a:pt x="1057895" y="124404"/>
                </a:lnTo>
                <a:lnTo>
                  <a:pt x="1058344" y="123884"/>
                </a:lnTo>
                <a:lnTo>
                  <a:pt x="1058780" y="123356"/>
                </a:lnTo>
                <a:lnTo>
                  <a:pt x="1059203" y="122820"/>
                </a:lnTo>
                <a:lnTo>
                  <a:pt x="1059612" y="122277"/>
                </a:lnTo>
                <a:lnTo>
                  <a:pt x="1060009" y="121726"/>
                </a:lnTo>
                <a:lnTo>
                  <a:pt x="1060392" y="121168"/>
                </a:lnTo>
                <a:lnTo>
                  <a:pt x="1060762" y="120601"/>
                </a:lnTo>
                <a:lnTo>
                  <a:pt x="1061119" y="120027"/>
                </a:lnTo>
                <a:lnTo>
                  <a:pt x="1061462" y="119446"/>
                </a:lnTo>
                <a:lnTo>
                  <a:pt x="1061793" y="118857"/>
                </a:lnTo>
                <a:lnTo>
                  <a:pt x="1062110" y="118260"/>
                </a:lnTo>
                <a:lnTo>
                  <a:pt x="1062414" y="117655"/>
                </a:lnTo>
                <a:lnTo>
                  <a:pt x="1062705" y="117043"/>
                </a:lnTo>
                <a:lnTo>
                  <a:pt x="1063716" y="117043"/>
                </a:lnTo>
                <a:lnTo>
                  <a:pt x="1063716" y="133474"/>
                </a:lnTo>
                <a:lnTo>
                  <a:pt x="1078631" y="133474"/>
                </a:lnTo>
                <a:lnTo>
                  <a:pt x="1078631" y="36402"/>
                </a:lnTo>
                <a:lnTo>
                  <a:pt x="1063716" y="36402"/>
                </a:lnTo>
                <a:lnTo>
                  <a:pt x="1063716" y="93786"/>
                </a:lnTo>
                <a:lnTo>
                  <a:pt x="1063709" y="94539"/>
                </a:lnTo>
                <a:lnTo>
                  <a:pt x="1063689" y="95280"/>
                </a:lnTo>
                <a:lnTo>
                  <a:pt x="1063654" y="96011"/>
                </a:lnTo>
                <a:lnTo>
                  <a:pt x="1063606" y="96730"/>
                </a:lnTo>
                <a:lnTo>
                  <a:pt x="1063543" y="97438"/>
                </a:lnTo>
                <a:close/>
                <a:moveTo>
                  <a:pt x="938956" y="171665"/>
                </a:moveTo>
                <a:lnTo>
                  <a:pt x="939876" y="171581"/>
                </a:lnTo>
                <a:lnTo>
                  <a:pt x="940789" y="171484"/>
                </a:lnTo>
                <a:lnTo>
                  <a:pt x="941695" y="171374"/>
                </a:lnTo>
                <a:lnTo>
                  <a:pt x="942593" y="171251"/>
                </a:lnTo>
                <a:lnTo>
                  <a:pt x="943484" y="171115"/>
                </a:lnTo>
                <a:lnTo>
                  <a:pt x="944367" y="170966"/>
                </a:lnTo>
                <a:lnTo>
                  <a:pt x="945243" y="170804"/>
                </a:lnTo>
                <a:lnTo>
                  <a:pt x="946111" y="170630"/>
                </a:lnTo>
                <a:lnTo>
                  <a:pt x="946972" y="170442"/>
                </a:lnTo>
                <a:lnTo>
                  <a:pt x="947825" y="170241"/>
                </a:lnTo>
                <a:lnTo>
                  <a:pt x="948671" y="170028"/>
                </a:lnTo>
                <a:lnTo>
                  <a:pt x="949510" y="169801"/>
                </a:lnTo>
                <a:lnTo>
                  <a:pt x="950341" y="169562"/>
                </a:lnTo>
                <a:lnTo>
                  <a:pt x="951164" y="169309"/>
                </a:lnTo>
                <a:lnTo>
                  <a:pt x="951980" y="169044"/>
                </a:lnTo>
                <a:lnTo>
                  <a:pt x="952789" y="168765"/>
                </a:lnTo>
                <a:lnTo>
                  <a:pt x="953590" y="168474"/>
                </a:lnTo>
                <a:lnTo>
                  <a:pt x="954384" y="168170"/>
                </a:lnTo>
                <a:lnTo>
                  <a:pt x="955172" y="167857"/>
                </a:lnTo>
                <a:lnTo>
                  <a:pt x="955947" y="167529"/>
                </a:lnTo>
                <a:lnTo>
                  <a:pt x="956708" y="167187"/>
                </a:lnTo>
                <a:lnTo>
                  <a:pt x="957456" y="166830"/>
                </a:lnTo>
                <a:lnTo>
                  <a:pt x="958190" y="166459"/>
                </a:lnTo>
                <a:lnTo>
                  <a:pt x="958910" y="166072"/>
                </a:lnTo>
                <a:lnTo>
                  <a:pt x="959617" y="165671"/>
                </a:lnTo>
                <a:lnTo>
                  <a:pt x="960310" y="165256"/>
                </a:lnTo>
                <a:lnTo>
                  <a:pt x="960990" y="164825"/>
                </a:lnTo>
                <a:lnTo>
                  <a:pt x="961656" y="164380"/>
                </a:lnTo>
                <a:lnTo>
                  <a:pt x="962308" y="163920"/>
                </a:lnTo>
                <a:lnTo>
                  <a:pt x="962947" y="163446"/>
                </a:lnTo>
                <a:lnTo>
                  <a:pt x="963572" y="162956"/>
                </a:lnTo>
                <a:lnTo>
                  <a:pt x="964184" y="162453"/>
                </a:lnTo>
                <a:lnTo>
                  <a:pt x="964782" y="161934"/>
                </a:lnTo>
                <a:lnTo>
                  <a:pt x="965366" y="161401"/>
                </a:lnTo>
                <a:lnTo>
                  <a:pt x="965937" y="160852"/>
                </a:lnTo>
                <a:lnTo>
                  <a:pt x="966494" y="160290"/>
                </a:lnTo>
                <a:lnTo>
                  <a:pt x="967038" y="159712"/>
                </a:lnTo>
                <a:lnTo>
                  <a:pt x="967568" y="159120"/>
                </a:lnTo>
                <a:lnTo>
                  <a:pt x="968084" y="158513"/>
                </a:lnTo>
                <a:lnTo>
                  <a:pt x="968587" y="157892"/>
                </a:lnTo>
                <a:lnTo>
                  <a:pt x="969076" y="157255"/>
                </a:lnTo>
                <a:lnTo>
                  <a:pt x="969551" y="156605"/>
                </a:lnTo>
                <a:lnTo>
                  <a:pt x="970015" y="155943"/>
                </a:lnTo>
                <a:lnTo>
                  <a:pt x="970460" y="155266"/>
                </a:lnTo>
                <a:lnTo>
                  <a:pt x="970884" y="154572"/>
                </a:lnTo>
                <a:lnTo>
                  <a:pt x="971289" y="153862"/>
                </a:lnTo>
                <a:lnTo>
                  <a:pt x="971674" y="153136"/>
                </a:lnTo>
                <a:lnTo>
                  <a:pt x="972040" y="152394"/>
                </a:lnTo>
                <a:lnTo>
                  <a:pt x="972385" y="151635"/>
                </a:lnTo>
                <a:lnTo>
                  <a:pt x="972711" y="150861"/>
                </a:lnTo>
                <a:lnTo>
                  <a:pt x="973017" y="150069"/>
                </a:lnTo>
                <a:lnTo>
                  <a:pt x="973304" y="149262"/>
                </a:lnTo>
                <a:lnTo>
                  <a:pt x="973570" y="148439"/>
                </a:lnTo>
                <a:lnTo>
                  <a:pt x="973817" y="147599"/>
                </a:lnTo>
                <a:lnTo>
                  <a:pt x="974044" y="146743"/>
                </a:lnTo>
                <a:lnTo>
                  <a:pt x="974252" y="145871"/>
                </a:lnTo>
                <a:lnTo>
                  <a:pt x="974439" y="144982"/>
                </a:lnTo>
                <a:lnTo>
                  <a:pt x="974607" y="144077"/>
                </a:lnTo>
                <a:lnTo>
                  <a:pt x="974755" y="143156"/>
                </a:lnTo>
                <a:lnTo>
                  <a:pt x="974884" y="142219"/>
                </a:lnTo>
                <a:lnTo>
                  <a:pt x="974992" y="141266"/>
                </a:lnTo>
                <a:lnTo>
                  <a:pt x="975081" y="140296"/>
                </a:lnTo>
                <a:lnTo>
                  <a:pt x="975150" y="139310"/>
                </a:lnTo>
                <a:lnTo>
                  <a:pt x="975200" y="138308"/>
                </a:lnTo>
                <a:lnTo>
                  <a:pt x="975229" y="137289"/>
                </a:lnTo>
                <a:lnTo>
                  <a:pt x="975239" y="136255"/>
                </a:lnTo>
                <a:lnTo>
                  <a:pt x="975239" y="36402"/>
                </a:lnTo>
                <a:lnTo>
                  <a:pt x="960830" y="36402"/>
                </a:lnTo>
                <a:lnTo>
                  <a:pt x="960830" y="51822"/>
                </a:lnTo>
                <a:lnTo>
                  <a:pt x="959313" y="51822"/>
                </a:lnTo>
                <a:lnTo>
                  <a:pt x="959174" y="51609"/>
                </a:lnTo>
                <a:lnTo>
                  <a:pt x="959030" y="51391"/>
                </a:lnTo>
                <a:lnTo>
                  <a:pt x="958881" y="51169"/>
                </a:lnTo>
                <a:lnTo>
                  <a:pt x="958727" y="50941"/>
                </a:lnTo>
                <a:lnTo>
                  <a:pt x="958568" y="50709"/>
                </a:lnTo>
                <a:lnTo>
                  <a:pt x="958405" y="50471"/>
                </a:lnTo>
                <a:lnTo>
                  <a:pt x="958236" y="50229"/>
                </a:lnTo>
                <a:lnTo>
                  <a:pt x="958063" y="49983"/>
                </a:lnTo>
                <a:lnTo>
                  <a:pt x="957885" y="49731"/>
                </a:lnTo>
                <a:lnTo>
                  <a:pt x="957703" y="49474"/>
                </a:lnTo>
                <a:lnTo>
                  <a:pt x="957515" y="49213"/>
                </a:lnTo>
                <a:lnTo>
                  <a:pt x="957323" y="48947"/>
                </a:lnTo>
                <a:lnTo>
                  <a:pt x="957125" y="48676"/>
                </a:lnTo>
                <a:lnTo>
                  <a:pt x="956923" y="48400"/>
                </a:lnTo>
                <a:lnTo>
                  <a:pt x="956716" y="48119"/>
                </a:lnTo>
                <a:lnTo>
                  <a:pt x="956504" y="47834"/>
                </a:lnTo>
                <a:lnTo>
                  <a:pt x="956288" y="47543"/>
                </a:lnTo>
                <a:lnTo>
                  <a:pt x="956066" y="47248"/>
                </a:lnTo>
                <a:lnTo>
                  <a:pt x="955840" y="46948"/>
                </a:lnTo>
                <a:lnTo>
                  <a:pt x="955609" y="46644"/>
                </a:lnTo>
                <a:lnTo>
                  <a:pt x="955373" y="46334"/>
                </a:lnTo>
                <a:lnTo>
                  <a:pt x="955132" y="46020"/>
                </a:lnTo>
                <a:lnTo>
                  <a:pt x="954887" y="45700"/>
                </a:lnTo>
                <a:lnTo>
                  <a:pt x="954637" y="45376"/>
                </a:lnTo>
                <a:lnTo>
                  <a:pt x="954384" y="45046"/>
                </a:lnTo>
                <a:lnTo>
                  <a:pt x="954123" y="44719"/>
                </a:lnTo>
                <a:lnTo>
                  <a:pt x="953853" y="44395"/>
                </a:lnTo>
                <a:lnTo>
                  <a:pt x="953573" y="44074"/>
                </a:lnTo>
                <a:lnTo>
                  <a:pt x="953284" y="43756"/>
                </a:lnTo>
                <a:lnTo>
                  <a:pt x="952986" y="43441"/>
                </a:lnTo>
                <a:lnTo>
                  <a:pt x="952678" y="43129"/>
                </a:lnTo>
                <a:lnTo>
                  <a:pt x="952361" y="42820"/>
                </a:lnTo>
                <a:lnTo>
                  <a:pt x="952036" y="42514"/>
                </a:lnTo>
                <a:lnTo>
                  <a:pt x="951701" y="42212"/>
                </a:lnTo>
                <a:lnTo>
                  <a:pt x="951356" y="41912"/>
                </a:lnTo>
                <a:lnTo>
                  <a:pt x="951003" y="41616"/>
                </a:lnTo>
                <a:lnTo>
                  <a:pt x="950640" y="41322"/>
                </a:lnTo>
                <a:lnTo>
                  <a:pt x="950268" y="41032"/>
                </a:lnTo>
                <a:lnTo>
                  <a:pt x="949887" y="40745"/>
                </a:lnTo>
                <a:lnTo>
                  <a:pt x="949497" y="40461"/>
                </a:lnTo>
                <a:lnTo>
                  <a:pt x="949097" y="40180"/>
                </a:lnTo>
                <a:lnTo>
                  <a:pt x="948688" y="39902"/>
                </a:lnTo>
                <a:lnTo>
                  <a:pt x="948270" y="39627"/>
                </a:lnTo>
                <a:lnTo>
                  <a:pt x="947843" y="39355"/>
                </a:lnTo>
                <a:lnTo>
                  <a:pt x="947406" y="39086"/>
                </a:lnTo>
                <a:lnTo>
                  <a:pt x="946961" y="38820"/>
                </a:lnTo>
                <a:lnTo>
                  <a:pt x="946506" y="38558"/>
                </a:lnTo>
                <a:lnTo>
                  <a:pt x="946042" y="38298"/>
                </a:lnTo>
                <a:lnTo>
                  <a:pt x="945571" y="38040"/>
                </a:lnTo>
                <a:lnTo>
                  <a:pt x="945088" y="37793"/>
                </a:lnTo>
                <a:lnTo>
                  <a:pt x="944590" y="37557"/>
                </a:lnTo>
                <a:lnTo>
                  <a:pt x="944079" y="37332"/>
                </a:lnTo>
                <a:lnTo>
                  <a:pt x="943554" y="37118"/>
                </a:lnTo>
                <a:lnTo>
                  <a:pt x="943016" y="36915"/>
                </a:lnTo>
                <a:lnTo>
                  <a:pt x="942464" y="36723"/>
                </a:lnTo>
                <a:lnTo>
                  <a:pt x="941899" y="36542"/>
                </a:lnTo>
                <a:lnTo>
                  <a:pt x="941320" y="36372"/>
                </a:lnTo>
                <a:lnTo>
                  <a:pt x="940727" y="36213"/>
                </a:lnTo>
                <a:lnTo>
                  <a:pt x="940121" y="36065"/>
                </a:lnTo>
                <a:lnTo>
                  <a:pt x="939501" y="35928"/>
                </a:lnTo>
                <a:lnTo>
                  <a:pt x="938867" y="35802"/>
                </a:lnTo>
                <a:lnTo>
                  <a:pt x="938220" y="35687"/>
                </a:lnTo>
                <a:lnTo>
                  <a:pt x="937559" y="35582"/>
                </a:lnTo>
                <a:lnTo>
                  <a:pt x="936885" y="35489"/>
                </a:lnTo>
                <a:lnTo>
                  <a:pt x="936197" y="35407"/>
                </a:lnTo>
                <a:lnTo>
                  <a:pt x="935496" y="35336"/>
                </a:lnTo>
                <a:lnTo>
                  <a:pt x="934780" y="35275"/>
                </a:lnTo>
                <a:lnTo>
                  <a:pt x="934052" y="35226"/>
                </a:lnTo>
                <a:lnTo>
                  <a:pt x="933309" y="35187"/>
                </a:lnTo>
                <a:lnTo>
                  <a:pt x="932553" y="35160"/>
                </a:lnTo>
                <a:lnTo>
                  <a:pt x="931784" y="35144"/>
                </a:lnTo>
                <a:lnTo>
                  <a:pt x="931001" y="35138"/>
                </a:lnTo>
                <a:lnTo>
                  <a:pt x="929984" y="35149"/>
                </a:lnTo>
                <a:lnTo>
                  <a:pt x="928977" y="35181"/>
                </a:lnTo>
                <a:lnTo>
                  <a:pt x="927981" y="35234"/>
                </a:lnTo>
                <a:lnTo>
                  <a:pt x="926995" y="35308"/>
                </a:lnTo>
                <a:lnTo>
                  <a:pt x="926018" y="35404"/>
                </a:lnTo>
                <a:lnTo>
                  <a:pt x="925052" y="35521"/>
                </a:lnTo>
                <a:lnTo>
                  <a:pt x="924096" y="35660"/>
                </a:lnTo>
                <a:lnTo>
                  <a:pt x="923150" y="35819"/>
                </a:lnTo>
                <a:lnTo>
                  <a:pt x="922214" y="36000"/>
                </a:lnTo>
                <a:lnTo>
                  <a:pt x="921288" y="36202"/>
                </a:lnTo>
                <a:lnTo>
                  <a:pt x="920373" y="36426"/>
                </a:lnTo>
                <a:lnTo>
                  <a:pt x="919467" y="36671"/>
                </a:lnTo>
                <a:lnTo>
                  <a:pt x="918571" y="36937"/>
                </a:lnTo>
                <a:lnTo>
                  <a:pt x="917686" y="37224"/>
                </a:lnTo>
                <a:lnTo>
                  <a:pt x="916811" y="37533"/>
                </a:lnTo>
                <a:lnTo>
                  <a:pt x="915945" y="37863"/>
                </a:lnTo>
                <a:lnTo>
                  <a:pt x="915090" y="38214"/>
                </a:lnTo>
                <a:lnTo>
                  <a:pt x="914245" y="38586"/>
                </a:lnTo>
                <a:lnTo>
                  <a:pt x="913410" y="38980"/>
                </a:lnTo>
                <a:lnTo>
                  <a:pt x="912585" y="39395"/>
                </a:lnTo>
                <a:lnTo>
                  <a:pt x="911771" y="39831"/>
                </a:lnTo>
                <a:lnTo>
                  <a:pt x="910966" y="40289"/>
                </a:lnTo>
                <a:lnTo>
                  <a:pt x="910171" y="40768"/>
                </a:lnTo>
                <a:lnTo>
                  <a:pt x="909387" y="41268"/>
                </a:lnTo>
                <a:lnTo>
                  <a:pt x="908615" y="41783"/>
                </a:lnTo>
                <a:lnTo>
                  <a:pt x="907856" y="42315"/>
                </a:lnTo>
                <a:lnTo>
                  <a:pt x="907113" y="42864"/>
                </a:lnTo>
                <a:lnTo>
                  <a:pt x="906383" y="43431"/>
                </a:lnTo>
                <a:lnTo>
                  <a:pt x="905668" y="44016"/>
                </a:lnTo>
                <a:lnTo>
                  <a:pt x="904967" y="44618"/>
                </a:lnTo>
                <a:lnTo>
                  <a:pt x="904280" y="45237"/>
                </a:lnTo>
                <a:lnTo>
                  <a:pt x="903608" y="45875"/>
                </a:lnTo>
                <a:lnTo>
                  <a:pt x="902950" y="46529"/>
                </a:lnTo>
                <a:lnTo>
                  <a:pt x="902306" y="47202"/>
                </a:lnTo>
                <a:lnTo>
                  <a:pt x="901676" y="47892"/>
                </a:lnTo>
                <a:lnTo>
                  <a:pt x="901061" y="48599"/>
                </a:lnTo>
                <a:lnTo>
                  <a:pt x="900459" y="49324"/>
                </a:lnTo>
                <a:lnTo>
                  <a:pt x="899872" y="50067"/>
                </a:lnTo>
                <a:lnTo>
                  <a:pt x="899300" y="50827"/>
                </a:lnTo>
                <a:lnTo>
                  <a:pt x="898741" y="51605"/>
                </a:lnTo>
                <a:lnTo>
                  <a:pt x="898197" y="52400"/>
                </a:lnTo>
                <a:lnTo>
                  <a:pt x="897668" y="53213"/>
                </a:lnTo>
                <a:lnTo>
                  <a:pt x="897152" y="54043"/>
                </a:lnTo>
                <a:lnTo>
                  <a:pt x="896651" y="54891"/>
                </a:lnTo>
                <a:lnTo>
                  <a:pt x="896164" y="55756"/>
                </a:lnTo>
                <a:lnTo>
                  <a:pt x="895691" y="56639"/>
                </a:lnTo>
                <a:lnTo>
                  <a:pt x="895232" y="57540"/>
                </a:lnTo>
                <a:lnTo>
                  <a:pt x="894788" y="58458"/>
                </a:lnTo>
                <a:lnTo>
                  <a:pt x="894360" y="59386"/>
                </a:lnTo>
                <a:lnTo>
                  <a:pt x="893950" y="60328"/>
                </a:lnTo>
                <a:lnTo>
                  <a:pt x="893559" y="61283"/>
                </a:lnTo>
                <a:lnTo>
                  <a:pt x="893185" y="62252"/>
                </a:lnTo>
                <a:lnTo>
                  <a:pt x="892830" y="63234"/>
                </a:lnTo>
                <a:lnTo>
                  <a:pt x="892493" y="64229"/>
                </a:lnTo>
                <a:lnTo>
                  <a:pt x="892175" y="65238"/>
                </a:lnTo>
                <a:lnTo>
                  <a:pt x="891874" y="66260"/>
                </a:lnTo>
                <a:lnTo>
                  <a:pt x="891592" y="67295"/>
                </a:lnTo>
                <a:lnTo>
                  <a:pt x="891328" y="68344"/>
                </a:lnTo>
                <a:lnTo>
                  <a:pt x="891082" y="69406"/>
                </a:lnTo>
                <a:lnTo>
                  <a:pt x="890854" y="70482"/>
                </a:lnTo>
                <a:lnTo>
                  <a:pt x="890645" y="71570"/>
                </a:lnTo>
                <a:lnTo>
                  <a:pt x="890453" y="72673"/>
                </a:lnTo>
                <a:lnTo>
                  <a:pt x="890280" y="73789"/>
                </a:lnTo>
                <a:lnTo>
                  <a:pt x="890126" y="74918"/>
                </a:lnTo>
                <a:lnTo>
                  <a:pt x="889989" y="76060"/>
                </a:lnTo>
                <a:lnTo>
                  <a:pt x="889871" y="77216"/>
                </a:lnTo>
                <a:lnTo>
                  <a:pt x="889770" y="78385"/>
                </a:lnTo>
                <a:lnTo>
                  <a:pt x="889688" y="79568"/>
                </a:lnTo>
                <a:lnTo>
                  <a:pt x="889625" y="80764"/>
                </a:lnTo>
                <a:lnTo>
                  <a:pt x="889579" y="81973"/>
                </a:lnTo>
                <a:lnTo>
                  <a:pt x="889552" y="83196"/>
                </a:lnTo>
                <a:lnTo>
                  <a:pt x="889543" y="84432"/>
                </a:lnTo>
                <a:lnTo>
                  <a:pt x="889552" y="85689"/>
                </a:lnTo>
                <a:lnTo>
                  <a:pt x="889580" y="86929"/>
                </a:lnTo>
                <a:lnTo>
                  <a:pt x="889627" y="88153"/>
                </a:lnTo>
                <a:lnTo>
                  <a:pt x="889692" y="89362"/>
                </a:lnTo>
                <a:lnTo>
                  <a:pt x="889776" y="90555"/>
                </a:lnTo>
                <a:lnTo>
                  <a:pt x="889878" y="91732"/>
                </a:lnTo>
                <a:lnTo>
                  <a:pt x="890000" y="92893"/>
                </a:lnTo>
                <a:lnTo>
                  <a:pt x="890140" y="94039"/>
                </a:lnTo>
                <a:lnTo>
                  <a:pt x="890298" y="95168"/>
                </a:lnTo>
                <a:lnTo>
                  <a:pt x="890475" y="96282"/>
                </a:lnTo>
                <a:lnTo>
                  <a:pt x="890671" y="97380"/>
                </a:lnTo>
                <a:lnTo>
                  <a:pt x="890886" y="98462"/>
                </a:lnTo>
                <a:lnTo>
                  <a:pt x="891119" y="99529"/>
                </a:lnTo>
                <a:lnTo>
                  <a:pt x="891371" y="100580"/>
                </a:lnTo>
                <a:lnTo>
                  <a:pt x="891641" y="101614"/>
                </a:lnTo>
                <a:lnTo>
                  <a:pt x="891930" y="102633"/>
                </a:lnTo>
                <a:lnTo>
                  <a:pt x="892238" y="103637"/>
                </a:lnTo>
                <a:lnTo>
                  <a:pt x="892564" y="104624"/>
                </a:lnTo>
                <a:lnTo>
                  <a:pt x="892909" y="105596"/>
                </a:lnTo>
                <a:lnTo>
                  <a:pt x="893273" y="106552"/>
                </a:lnTo>
                <a:lnTo>
                  <a:pt x="893656" y="107492"/>
                </a:lnTo>
                <a:lnTo>
                  <a:pt x="894057" y="108416"/>
                </a:lnTo>
                <a:lnTo>
                  <a:pt x="894476" y="109325"/>
                </a:lnTo>
                <a:lnTo>
                  <a:pt x="894915" y="110217"/>
                </a:lnTo>
                <a:lnTo>
                  <a:pt x="895374" y="111093"/>
                </a:lnTo>
                <a:lnTo>
                  <a:pt x="895847" y="111952"/>
                </a:lnTo>
                <a:lnTo>
                  <a:pt x="896334" y="112793"/>
                </a:lnTo>
                <a:lnTo>
                  <a:pt x="896833" y="113616"/>
                </a:lnTo>
                <a:lnTo>
                  <a:pt x="897346" y="114422"/>
                </a:lnTo>
                <a:lnTo>
                  <a:pt x="897873" y="115210"/>
                </a:lnTo>
                <a:lnTo>
                  <a:pt x="898413" y="115981"/>
                </a:lnTo>
                <a:lnTo>
                  <a:pt x="898966" y="116734"/>
                </a:lnTo>
                <a:lnTo>
                  <a:pt x="899533" y="117469"/>
                </a:lnTo>
                <a:lnTo>
                  <a:pt x="900113" y="118187"/>
                </a:lnTo>
                <a:lnTo>
                  <a:pt x="900706" y="118888"/>
                </a:lnTo>
                <a:lnTo>
                  <a:pt x="901313" y="119571"/>
                </a:lnTo>
                <a:lnTo>
                  <a:pt x="901934" y="120236"/>
                </a:lnTo>
                <a:lnTo>
                  <a:pt x="902567" y="120884"/>
                </a:lnTo>
                <a:lnTo>
                  <a:pt x="903214" y="121514"/>
                </a:lnTo>
                <a:lnTo>
                  <a:pt x="903875" y="122127"/>
                </a:lnTo>
                <a:lnTo>
                  <a:pt x="904548" y="122722"/>
                </a:lnTo>
                <a:lnTo>
                  <a:pt x="905236" y="123299"/>
                </a:lnTo>
                <a:lnTo>
                  <a:pt x="905936" y="123859"/>
                </a:lnTo>
                <a:lnTo>
                  <a:pt x="906650" y="124402"/>
                </a:lnTo>
                <a:lnTo>
                  <a:pt x="907377" y="124927"/>
                </a:lnTo>
                <a:lnTo>
                  <a:pt x="908118" y="125434"/>
                </a:lnTo>
                <a:lnTo>
                  <a:pt x="908872" y="125924"/>
                </a:lnTo>
                <a:lnTo>
                  <a:pt x="909640" y="126396"/>
                </a:lnTo>
                <a:lnTo>
                  <a:pt x="910423" y="126850"/>
                </a:lnTo>
                <a:lnTo>
                  <a:pt x="911215" y="127284"/>
                </a:lnTo>
                <a:lnTo>
                  <a:pt x="912015" y="127699"/>
                </a:lnTo>
                <a:lnTo>
                  <a:pt x="912824" y="128095"/>
                </a:lnTo>
                <a:lnTo>
                  <a:pt x="913641" y="128472"/>
                </a:lnTo>
                <a:lnTo>
                  <a:pt x="914466" y="128829"/>
                </a:lnTo>
                <a:lnTo>
                  <a:pt x="915300" y="129167"/>
                </a:lnTo>
                <a:lnTo>
                  <a:pt x="916142" y="129486"/>
                </a:lnTo>
                <a:lnTo>
                  <a:pt x="916992" y="129785"/>
                </a:lnTo>
                <a:lnTo>
                  <a:pt x="917851" y="130065"/>
                </a:lnTo>
                <a:lnTo>
                  <a:pt x="918718" y="130326"/>
                </a:lnTo>
                <a:lnTo>
                  <a:pt x="919593" y="130567"/>
                </a:lnTo>
                <a:lnTo>
                  <a:pt x="920477" y="130789"/>
                </a:lnTo>
                <a:lnTo>
                  <a:pt x="921369" y="130992"/>
                </a:lnTo>
                <a:lnTo>
                  <a:pt x="922269" y="131175"/>
                </a:lnTo>
                <a:lnTo>
                  <a:pt x="923178" y="131339"/>
                </a:lnTo>
                <a:lnTo>
                  <a:pt x="924095" y="131484"/>
                </a:lnTo>
                <a:lnTo>
                  <a:pt x="925020" y="131610"/>
                </a:lnTo>
                <a:lnTo>
                  <a:pt x="925954" y="131716"/>
                </a:lnTo>
                <a:lnTo>
                  <a:pt x="926896" y="131803"/>
                </a:lnTo>
                <a:lnTo>
                  <a:pt x="927847" y="131870"/>
                </a:lnTo>
                <a:lnTo>
                  <a:pt x="928805" y="131919"/>
                </a:lnTo>
                <a:lnTo>
                  <a:pt x="929772" y="131948"/>
                </a:lnTo>
                <a:lnTo>
                  <a:pt x="930748" y="131957"/>
                </a:lnTo>
                <a:lnTo>
                  <a:pt x="931531" y="131952"/>
                </a:lnTo>
                <a:lnTo>
                  <a:pt x="932301" y="131937"/>
                </a:lnTo>
                <a:lnTo>
                  <a:pt x="933056" y="131911"/>
                </a:lnTo>
                <a:lnTo>
                  <a:pt x="933799" y="131875"/>
                </a:lnTo>
                <a:lnTo>
                  <a:pt x="934528" y="131828"/>
                </a:lnTo>
                <a:lnTo>
                  <a:pt x="935243" y="131772"/>
                </a:lnTo>
                <a:lnTo>
                  <a:pt x="935944" y="131705"/>
                </a:lnTo>
                <a:lnTo>
                  <a:pt x="936632" y="131627"/>
                </a:lnTo>
                <a:lnTo>
                  <a:pt x="937307" y="131540"/>
                </a:lnTo>
                <a:lnTo>
                  <a:pt x="937967" y="131442"/>
                </a:lnTo>
                <a:lnTo>
                  <a:pt x="938614" y="131333"/>
                </a:lnTo>
                <a:lnTo>
                  <a:pt x="939248" y="131215"/>
                </a:lnTo>
                <a:lnTo>
                  <a:pt x="939868" y="131086"/>
                </a:lnTo>
                <a:lnTo>
                  <a:pt x="940474" y="130947"/>
                </a:lnTo>
                <a:lnTo>
                  <a:pt x="941067" y="130797"/>
                </a:lnTo>
                <a:lnTo>
                  <a:pt x="941646" y="130637"/>
                </a:lnTo>
                <a:lnTo>
                  <a:pt x="942211" y="130467"/>
                </a:lnTo>
                <a:lnTo>
                  <a:pt x="942763" y="130287"/>
                </a:lnTo>
                <a:lnTo>
                  <a:pt x="943302" y="130096"/>
                </a:lnTo>
                <a:lnTo>
                  <a:pt x="943826" y="129895"/>
                </a:lnTo>
                <a:lnTo>
                  <a:pt x="944337" y="129683"/>
                </a:lnTo>
                <a:lnTo>
                  <a:pt x="944835" y="129461"/>
                </a:lnTo>
                <a:lnTo>
                  <a:pt x="945319" y="129229"/>
                </a:lnTo>
                <a:lnTo>
                  <a:pt x="945789" y="128987"/>
                </a:lnTo>
                <a:lnTo>
                  <a:pt x="946253" y="128733"/>
                </a:lnTo>
                <a:lnTo>
                  <a:pt x="946708" y="128476"/>
                </a:lnTo>
                <a:lnTo>
                  <a:pt x="947154" y="128216"/>
                </a:lnTo>
                <a:lnTo>
                  <a:pt x="947590" y="127953"/>
                </a:lnTo>
                <a:lnTo>
                  <a:pt x="948017" y="127687"/>
                </a:lnTo>
                <a:lnTo>
                  <a:pt x="948435" y="127419"/>
                </a:lnTo>
                <a:lnTo>
                  <a:pt x="948844" y="127148"/>
                </a:lnTo>
                <a:lnTo>
                  <a:pt x="949244" y="126873"/>
                </a:lnTo>
                <a:lnTo>
                  <a:pt x="949634" y="126596"/>
                </a:lnTo>
                <a:lnTo>
                  <a:pt x="950015" y="126316"/>
                </a:lnTo>
                <a:lnTo>
                  <a:pt x="950387" y="126034"/>
                </a:lnTo>
                <a:lnTo>
                  <a:pt x="950750" y="125748"/>
                </a:lnTo>
                <a:lnTo>
                  <a:pt x="951103" y="125460"/>
                </a:lnTo>
                <a:lnTo>
                  <a:pt x="951448" y="125168"/>
                </a:lnTo>
                <a:lnTo>
                  <a:pt x="951783" y="124874"/>
                </a:lnTo>
                <a:lnTo>
                  <a:pt x="952109" y="124577"/>
                </a:lnTo>
                <a:lnTo>
                  <a:pt x="952425" y="124277"/>
                </a:lnTo>
                <a:lnTo>
                  <a:pt x="952733" y="123975"/>
                </a:lnTo>
                <a:lnTo>
                  <a:pt x="953031" y="123669"/>
                </a:lnTo>
                <a:lnTo>
                  <a:pt x="953320" y="123361"/>
                </a:lnTo>
                <a:lnTo>
                  <a:pt x="953600" y="123049"/>
                </a:lnTo>
                <a:lnTo>
                  <a:pt x="953870" y="122735"/>
                </a:lnTo>
                <a:lnTo>
                  <a:pt x="954132" y="122418"/>
                </a:lnTo>
                <a:lnTo>
                  <a:pt x="954384" y="122098"/>
                </a:lnTo>
                <a:lnTo>
                  <a:pt x="954634" y="121774"/>
                </a:lnTo>
                <a:lnTo>
                  <a:pt x="954880" y="121454"/>
                </a:lnTo>
                <a:lnTo>
                  <a:pt x="955120" y="121139"/>
                </a:lnTo>
                <a:lnTo>
                  <a:pt x="955356" y="120827"/>
                </a:lnTo>
                <a:lnTo>
                  <a:pt x="955587" y="120521"/>
                </a:lnTo>
                <a:lnTo>
                  <a:pt x="955814" y="120218"/>
                </a:lnTo>
                <a:lnTo>
                  <a:pt x="956035" y="119920"/>
                </a:lnTo>
                <a:lnTo>
                  <a:pt x="956252" y="119627"/>
                </a:lnTo>
                <a:lnTo>
                  <a:pt x="956463" y="119337"/>
                </a:lnTo>
                <a:lnTo>
                  <a:pt x="956670" y="119053"/>
                </a:lnTo>
                <a:lnTo>
                  <a:pt x="956872" y="118772"/>
                </a:lnTo>
                <a:lnTo>
                  <a:pt x="957070" y="118496"/>
                </a:lnTo>
                <a:lnTo>
                  <a:pt x="957262" y="118224"/>
                </a:lnTo>
                <a:lnTo>
                  <a:pt x="957450" y="117957"/>
                </a:lnTo>
                <a:lnTo>
                  <a:pt x="957633" y="117694"/>
                </a:lnTo>
                <a:lnTo>
                  <a:pt x="957811" y="117436"/>
                </a:lnTo>
                <a:lnTo>
                  <a:pt x="957984" y="117182"/>
                </a:lnTo>
                <a:lnTo>
                  <a:pt x="958152" y="116932"/>
                </a:lnTo>
                <a:lnTo>
                  <a:pt x="958315" y="116687"/>
                </a:lnTo>
                <a:lnTo>
                  <a:pt x="958474" y="116446"/>
                </a:lnTo>
                <a:lnTo>
                  <a:pt x="958628" y="116209"/>
                </a:lnTo>
                <a:lnTo>
                  <a:pt x="958777" y="115977"/>
                </a:lnTo>
                <a:lnTo>
                  <a:pt x="958921" y="115749"/>
                </a:lnTo>
                <a:lnTo>
                  <a:pt x="959060" y="115526"/>
                </a:lnTo>
                <a:lnTo>
                  <a:pt x="960324" y="115526"/>
                </a:lnTo>
                <a:lnTo>
                  <a:pt x="960324" y="135244"/>
                </a:lnTo>
                <a:lnTo>
                  <a:pt x="960311" y="136244"/>
                </a:lnTo>
                <a:lnTo>
                  <a:pt x="960271" y="137221"/>
                </a:lnTo>
                <a:lnTo>
                  <a:pt x="960205" y="138176"/>
                </a:lnTo>
                <a:lnTo>
                  <a:pt x="960112" y="139109"/>
                </a:lnTo>
                <a:lnTo>
                  <a:pt x="959992" y="140020"/>
                </a:lnTo>
                <a:lnTo>
                  <a:pt x="959846" y="140908"/>
                </a:lnTo>
                <a:lnTo>
                  <a:pt x="959674" y="141773"/>
                </a:lnTo>
                <a:lnTo>
                  <a:pt x="959475" y="142617"/>
                </a:lnTo>
                <a:lnTo>
                  <a:pt x="959249" y="143438"/>
                </a:lnTo>
                <a:lnTo>
                  <a:pt x="958997" y="144236"/>
                </a:lnTo>
                <a:lnTo>
                  <a:pt x="958718" y="145012"/>
                </a:lnTo>
                <a:lnTo>
                  <a:pt x="958413" y="145766"/>
                </a:lnTo>
                <a:lnTo>
                  <a:pt x="958081" y="146497"/>
                </a:lnTo>
                <a:lnTo>
                  <a:pt x="957722" y="147206"/>
                </a:lnTo>
                <a:lnTo>
                  <a:pt x="957337" y="147893"/>
                </a:lnTo>
                <a:lnTo>
                  <a:pt x="956926" y="148557"/>
                </a:lnTo>
                <a:lnTo>
                  <a:pt x="956488" y="149199"/>
                </a:lnTo>
                <a:lnTo>
                  <a:pt x="956023" y="149819"/>
                </a:lnTo>
                <a:lnTo>
                  <a:pt x="955532" y="150416"/>
                </a:lnTo>
                <a:lnTo>
                  <a:pt x="955014" y="150990"/>
                </a:lnTo>
                <a:lnTo>
                  <a:pt x="954470" y="151543"/>
                </a:lnTo>
                <a:lnTo>
                  <a:pt x="953899" y="152073"/>
                </a:lnTo>
                <a:lnTo>
                  <a:pt x="953301" y="152580"/>
                </a:lnTo>
                <a:lnTo>
                  <a:pt x="952677" y="153065"/>
                </a:lnTo>
                <a:lnTo>
                  <a:pt x="952033" y="153530"/>
                </a:lnTo>
                <a:lnTo>
                  <a:pt x="951374" y="153974"/>
                </a:lnTo>
                <a:lnTo>
                  <a:pt x="950702" y="154399"/>
                </a:lnTo>
                <a:lnTo>
                  <a:pt x="950014" y="154803"/>
                </a:lnTo>
                <a:lnTo>
                  <a:pt x="949313" y="155188"/>
                </a:lnTo>
                <a:lnTo>
                  <a:pt x="948597" y="155554"/>
                </a:lnTo>
                <a:lnTo>
                  <a:pt x="947867" y="155899"/>
                </a:lnTo>
                <a:lnTo>
                  <a:pt x="947123" y="156225"/>
                </a:lnTo>
                <a:lnTo>
                  <a:pt x="946365" y="156531"/>
                </a:lnTo>
                <a:lnTo>
                  <a:pt x="945592" y="156818"/>
                </a:lnTo>
                <a:lnTo>
                  <a:pt x="944805" y="157084"/>
                </a:lnTo>
                <a:lnTo>
                  <a:pt x="944004" y="157331"/>
                </a:lnTo>
                <a:lnTo>
                  <a:pt x="943188" y="157558"/>
                </a:lnTo>
                <a:lnTo>
                  <a:pt x="942358" y="157766"/>
                </a:lnTo>
                <a:lnTo>
                  <a:pt x="941514" y="157953"/>
                </a:lnTo>
                <a:lnTo>
                  <a:pt x="940656" y="158121"/>
                </a:lnTo>
                <a:lnTo>
                  <a:pt x="939783" y="158269"/>
                </a:lnTo>
                <a:lnTo>
                  <a:pt x="938896" y="158398"/>
                </a:lnTo>
                <a:lnTo>
                  <a:pt x="937995" y="158506"/>
                </a:lnTo>
                <a:lnTo>
                  <a:pt x="937080" y="158595"/>
                </a:lnTo>
                <a:lnTo>
                  <a:pt x="936150" y="158664"/>
                </a:lnTo>
                <a:lnTo>
                  <a:pt x="935206" y="158714"/>
                </a:lnTo>
                <a:lnTo>
                  <a:pt x="934248" y="158743"/>
                </a:lnTo>
                <a:lnTo>
                  <a:pt x="933276" y="158753"/>
                </a:lnTo>
                <a:lnTo>
                  <a:pt x="932549" y="158749"/>
                </a:lnTo>
                <a:lnTo>
                  <a:pt x="931835" y="158735"/>
                </a:lnTo>
                <a:lnTo>
                  <a:pt x="931132" y="158713"/>
                </a:lnTo>
                <a:lnTo>
                  <a:pt x="930441" y="158681"/>
                </a:lnTo>
                <a:lnTo>
                  <a:pt x="929761" y="158641"/>
                </a:lnTo>
                <a:lnTo>
                  <a:pt x="929093" y="158591"/>
                </a:lnTo>
                <a:lnTo>
                  <a:pt x="928436" y="158533"/>
                </a:lnTo>
                <a:lnTo>
                  <a:pt x="927792" y="158465"/>
                </a:lnTo>
                <a:lnTo>
                  <a:pt x="927158" y="158389"/>
                </a:lnTo>
                <a:lnTo>
                  <a:pt x="926537" y="158303"/>
                </a:lnTo>
                <a:lnTo>
                  <a:pt x="925927" y="158209"/>
                </a:lnTo>
                <a:lnTo>
                  <a:pt x="925329" y="158105"/>
                </a:lnTo>
                <a:lnTo>
                  <a:pt x="924742" y="157993"/>
                </a:lnTo>
                <a:lnTo>
                  <a:pt x="924167" y="157872"/>
                </a:lnTo>
                <a:lnTo>
                  <a:pt x="923603" y="157741"/>
                </a:lnTo>
                <a:lnTo>
                  <a:pt x="923052" y="157602"/>
                </a:lnTo>
                <a:lnTo>
                  <a:pt x="922512" y="157453"/>
                </a:lnTo>
                <a:lnTo>
                  <a:pt x="921983" y="157296"/>
                </a:lnTo>
                <a:lnTo>
                  <a:pt x="921466" y="157129"/>
                </a:lnTo>
                <a:lnTo>
                  <a:pt x="920961" y="156954"/>
                </a:lnTo>
                <a:lnTo>
                  <a:pt x="920467" y="156769"/>
                </a:lnTo>
                <a:lnTo>
                  <a:pt x="919985" y="156576"/>
                </a:lnTo>
                <a:lnTo>
                  <a:pt x="919515" y="156374"/>
                </a:lnTo>
                <a:lnTo>
                  <a:pt x="919056" y="156162"/>
                </a:lnTo>
                <a:lnTo>
                  <a:pt x="918612" y="155950"/>
                </a:lnTo>
                <a:lnTo>
                  <a:pt x="918177" y="155734"/>
                </a:lnTo>
                <a:lnTo>
                  <a:pt x="917749" y="155515"/>
                </a:lnTo>
                <a:lnTo>
                  <a:pt x="917329" y="155293"/>
                </a:lnTo>
                <a:lnTo>
                  <a:pt x="916917" y="155068"/>
                </a:lnTo>
                <a:lnTo>
                  <a:pt x="916512" y="154839"/>
                </a:lnTo>
                <a:lnTo>
                  <a:pt x="916116" y="154607"/>
                </a:lnTo>
                <a:lnTo>
                  <a:pt x="915728" y="154372"/>
                </a:lnTo>
                <a:lnTo>
                  <a:pt x="915347" y="154133"/>
                </a:lnTo>
                <a:lnTo>
                  <a:pt x="914975" y="153891"/>
                </a:lnTo>
                <a:lnTo>
                  <a:pt x="914610" y="153646"/>
                </a:lnTo>
                <a:lnTo>
                  <a:pt x="914253" y="153397"/>
                </a:lnTo>
                <a:lnTo>
                  <a:pt x="913904" y="153145"/>
                </a:lnTo>
                <a:lnTo>
                  <a:pt x="913563" y="152890"/>
                </a:lnTo>
                <a:lnTo>
                  <a:pt x="913230" y="152632"/>
                </a:lnTo>
                <a:lnTo>
                  <a:pt x="912905" y="152370"/>
                </a:lnTo>
                <a:lnTo>
                  <a:pt x="912588" y="152105"/>
                </a:lnTo>
                <a:lnTo>
                  <a:pt x="912278" y="151837"/>
                </a:lnTo>
                <a:lnTo>
                  <a:pt x="911977" y="151565"/>
                </a:lnTo>
                <a:lnTo>
                  <a:pt x="911683" y="151291"/>
                </a:lnTo>
                <a:lnTo>
                  <a:pt x="911397" y="151012"/>
                </a:lnTo>
                <a:lnTo>
                  <a:pt x="911120" y="150731"/>
                </a:lnTo>
                <a:lnTo>
                  <a:pt x="910850" y="150446"/>
                </a:lnTo>
                <a:lnTo>
                  <a:pt x="910588" y="150158"/>
                </a:lnTo>
                <a:lnTo>
                  <a:pt x="910331" y="149875"/>
                </a:lnTo>
                <a:lnTo>
                  <a:pt x="910079" y="149595"/>
                </a:lnTo>
                <a:lnTo>
                  <a:pt x="909830" y="149317"/>
                </a:lnTo>
                <a:lnTo>
                  <a:pt x="909585" y="149042"/>
                </a:lnTo>
                <a:lnTo>
                  <a:pt x="909344" y="148769"/>
                </a:lnTo>
                <a:lnTo>
                  <a:pt x="909106" y="148499"/>
                </a:lnTo>
                <a:lnTo>
                  <a:pt x="908873" y="148232"/>
                </a:lnTo>
                <a:lnTo>
                  <a:pt x="908643" y="147967"/>
                </a:lnTo>
                <a:lnTo>
                  <a:pt x="908416" y="147705"/>
                </a:lnTo>
                <a:lnTo>
                  <a:pt x="908194" y="147446"/>
                </a:lnTo>
                <a:lnTo>
                  <a:pt x="907975" y="147189"/>
                </a:lnTo>
                <a:lnTo>
                  <a:pt x="907760" y="146935"/>
                </a:lnTo>
                <a:lnTo>
                  <a:pt x="907548" y="146684"/>
                </a:lnTo>
                <a:lnTo>
                  <a:pt x="907340" y="146435"/>
                </a:lnTo>
                <a:lnTo>
                  <a:pt x="907136" y="146189"/>
                </a:lnTo>
                <a:lnTo>
                  <a:pt x="906936" y="145945"/>
                </a:lnTo>
                <a:lnTo>
                  <a:pt x="906740" y="145704"/>
                </a:lnTo>
                <a:lnTo>
                  <a:pt x="906547" y="145466"/>
                </a:lnTo>
                <a:lnTo>
                  <a:pt x="906358" y="145230"/>
                </a:lnTo>
                <a:lnTo>
                  <a:pt x="906173" y="144997"/>
                </a:lnTo>
                <a:lnTo>
                  <a:pt x="905991" y="144767"/>
                </a:lnTo>
                <a:lnTo>
                  <a:pt x="905813" y="144539"/>
                </a:lnTo>
                <a:lnTo>
                  <a:pt x="905639" y="144314"/>
                </a:lnTo>
                <a:lnTo>
                  <a:pt x="905469" y="144091"/>
                </a:lnTo>
                <a:lnTo>
                  <a:pt x="893587" y="152433"/>
                </a:lnTo>
                <a:lnTo>
                  <a:pt x="893844" y="152854"/>
                </a:lnTo>
                <a:lnTo>
                  <a:pt x="894107" y="153272"/>
                </a:lnTo>
                <a:lnTo>
                  <a:pt x="894378" y="153688"/>
                </a:lnTo>
                <a:lnTo>
                  <a:pt x="894656" y="154101"/>
                </a:lnTo>
                <a:lnTo>
                  <a:pt x="894942" y="154513"/>
                </a:lnTo>
                <a:lnTo>
                  <a:pt x="895234" y="154922"/>
                </a:lnTo>
                <a:lnTo>
                  <a:pt x="895534" y="155329"/>
                </a:lnTo>
                <a:lnTo>
                  <a:pt x="895841" y="155734"/>
                </a:lnTo>
                <a:lnTo>
                  <a:pt x="896156" y="156136"/>
                </a:lnTo>
                <a:lnTo>
                  <a:pt x="896477" y="156537"/>
                </a:lnTo>
                <a:lnTo>
                  <a:pt x="896806" y="156935"/>
                </a:lnTo>
                <a:lnTo>
                  <a:pt x="897142" y="157331"/>
                </a:lnTo>
                <a:lnTo>
                  <a:pt x="897486" y="157725"/>
                </a:lnTo>
                <a:lnTo>
                  <a:pt x="897836" y="158117"/>
                </a:lnTo>
                <a:lnTo>
                  <a:pt x="898194" y="158506"/>
                </a:lnTo>
                <a:lnTo>
                  <a:pt x="898559" y="158894"/>
                </a:lnTo>
                <a:lnTo>
                  <a:pt x="898931" y="159279"/>
                </a:lnTo>
                <a:lnTo>
                  <a:pt x="899311" y="159662"/>
                </a:lnTo>
                <a:lnTo>
                  <a:pt x="899697" y="160042"/>
                </a:lnTo>
                <a:lnTo>
                  <a:pt x="900091" y="160421"/>
                </a:lnTo>
                <a:lnTo>
                  <a:pt x="900493" y="160797"/>
                </a:lnTo>
                <a:lnTo>
                  <a:pt x="900901" y="161171"/>
                </a:lnTo>
                <a:lnTo>
                  <a:pt x="901317" y="161543"/>
                </a:lnTo>
                <a:lnTo>
                  <a:pt x="901740" y="161913"/>
                </a:lnTo>
                <a:lnTo>
                  <a:pt x="902176" y="162284"/>
                </a:lnTo>
                <a:lnTo>
                  <a:pt x="902622" y="162649"/>
                </a:lnTo>
                <a:lnTo>
                  <a:pt x="903076" y="163007"/>
                </a:lnTo>
                <a:lnTo>
                  <a:pt x="903539" y="163360"/>
                </a:lnTo>
                <a:lnTo>
                  <a:pt x="904012" y="163706"/>
                </a:lnTo>
                <a:lnTo>
                  <a:pt x="904493" y="164046"/>
                </a:lnTo>
                <a:lnTo>
                  <a:pt x="904983" y="164380"/>
                </a:lnTo>
                <a:lnTo>
                  <a:pt x="905483" y="164708"/>
                </a:lnTo>
                <a:lnTo>
                  <a:pt x="905991" y="165030"/>
                </a:lnTo>
                <a:lnTo>
                  <a:pt x="906508" y="165345"/>
                </a:lnTo>
                <a:lnTo>
                  <a:pt x="907035" y="165655"/>
                </a:lnTo>
                <a:lnTo>
                  <a:pt x="907570" y="165958"/>
                </a:lnTo>
                <a:lnTo>
                  <a:pt x="908114" y="166255"/>
                </a:lnTo>
                <a:lnTo>
                  <a:pt x="908668" y="166546"/>
                </a:lnTo>
                <a:lnTo>
                  <a:pt x="909230" y="166831"/>
                </a:lnTo>
                <a:lnTo>
                  <a:pt x="909801" y="167109"/>
                </a:lnTo>
                <a:lnTo>
                  <a:pt x="910381" y="167382"/>
                </a:lnTo>
                <a:lnTo>
                  <a:pt x="910971" y="167648"/>
                </a:lnTo>
                <a:lnTo>
                  <a:pt x="911569" y="167909"/>
                </a:lnTo>
                <a:lnTo>
                  <a:pt x="912176" y="168163"/>
                </a:lnTo>
                <a:lnTo>
                  <a:pt x="912793" y="168411"/>
                </a:lnTo>
                <a:lnTo>
                  <a:pt x="913418" y="168652"/>
                </a:lnTo>
                <a:lnTo>
                  <a:pt x="914052" y="168888"/>
                </a:lnTo>
                <a:lnTo>
                  <a:pt x="914696" y="169118"/>
                </a:lnTo>
                <a:lnTo>
                  <a:pt x="915349" y="169345"/>
                </a:lnTo>
                <a:lnTo>
                  <a:pt x="916012" y="169562"/>
                </a:lnTo>
                <a:lnTo>
                  <a:pt x="916686" y="169769"/>
                </a:lnTo>
                <a:lnTo>
                  <a:pt x="917371" y="169967"/>
                </a:lnTo>
                <a:lnTo>
                  <a:pt x="918066" y="170156"/>
                </a:lnTo>
                <a:lnTo>
                  <a:pt x="918772" y="170334"/>
                </a:lnTo>
                <a:lnTo>
                  <a:pt x="919488" y="170503"/>
                </a:lnTo>
                <a:lnTo>
                  <a:pt x="920215" y="170663"/>
                </a:lnTo>
                <a:lnTo>
                  <a:pt x="920952" y="170812"/>
                </a:lnTo>
                <a:lnTo>
                  <a:pt x="921700" y="170952"/>
                </a:lnTo>
                <a:lnTo>
                  <a:pt x="922458" y="171083"/>
                </a:lnTo>
                <a:lnTo>
                  <a:pt x="923227" y="171203"/>
                </a:lnTo>
                <a:lnTo>
                  <a:pt x="924007" y="171314"/>
                </a:lnTo>
                <a:lnTo>
                  <a:pt x="924797" y="171416"/>
                </a:lnTo>
                <a:lnTo>
                  <a:pt x="925597" y="171507"/>
                </a:lnTo>
                <a:lnTo>
                  <a:pt x="926408" y="171589"/>
                </a:lnTo>
                <a:lnTo>
                  <a:pt x="927230" y="171662"/>
                </a:lnTo>
                <a:lnTo>
                  <a:pt x="928062" y="171725"/>
                </a:lnTo>
                <a:lnTo>
                  <a:pt x="928905" y="171778"/>
                </a:lnTo>
                <a:lnTo>
                  <a:pt x="929758" y="171821"/>
                </a:lnTo>
                <a:lnTo>
                  <a:pt x="930621" y="171855"/>
                </a:lnTo>
                <a:lnTo>
                  <a:pt x="931496" y="171879"/>
                </a:lnTo>
                <a:lnTo>
                  <a:pt x="932380" y="171894"/>
                </a:lnTo>
                <a:lnTo>
                  <a:pt x="933276" y="171898"/>
                </a:lnTo>
                <a:lnTo>
                  <a:pt x="934241" y="171892"/>
                </a:lnTo>
                <a:lnTo>
                  <a:pt x="935199" y="171873"/>
                </a:lnTo>
                <a:lnTo>
                  <a:pt x="936149" y="171840"/>
                </a:lnTo>
                <a:lnTo>
                  <a:pt x="937092" y="171795"/>
                </a:lnTo>
                <a:lnTo>
                  <a:pt x="938028" y="171737"/>
                </a:lnTo>
                <a:lnTo>
                  <a:pt x="938956" y="171665"/>
                </a:lnTo>
                <a:close/>
                <a:moveTo>
                  <a:pt x="928283" y="118287"/>
                </a:moveTo>
                <a:lnTo>
                  <a:pt x="927572" y="118188"/>
                </a:lnTo>
                <a:lnTo>
                  <a:pt x="926872" y="118075"/>
                </a:lnTo>
                <a:lnTo>
                  <a:pt x="926182" y="117946"/>
                </a:lnTo>
                <a:lnTo>
                  <a:pt x="925502" y="117802"/>
                </a:lnTo>
                <a:lnTo>
                  <a:pt x="924834" y="117643"/>
                </a:lnTo>
                <a:lnTo>
                  <a:pt x="924175" y="117469"/>
                </a:lnTo>
                <a:lnTo>
                  <a:pt x="923527" y="117280"/>
                </a:lnTo>
                <a:lnTo>
                  <a:pt x="922890" y="117076"/>
                </a:lnTo>
                <a:lnTo>
                  <a:pt x="922263" y="116856"/>
                </a:lnTo>
                <a:lnTo>
                  <a:pt x="921647" y="116621"/>
                </a:lnTo>
                <a:lnTo>
                  <a:pt x="921042" y="116371"/>
                </a:lnTo>
                <a:lnTo>
                  <a:pt x="920447" y="116106"/>
                </a:lnTo>
                <a:lnTo>
                  <a:pt x="919862" y="115826"/>
                </a:lnTo>
                <a:lnTo>
                  <a:pt x="919288" y="115531"/>
                </a:lnTo>
                <a:lnTo>
                  <a:pt x="918724" y="115221"/>
                </a:lnTo>
                <a:lnTo>
                  <a:pt x="918171" y="114895"/>
                </a:lnTo>
                <a:lnTo>
                  <a:pt x="917629" y="114554"/>
                </a:lnTo>
                <a:lnTo>
                  <a:pt x="917097" y="114199"/>
                </a:lnTo>
                <a:lnTo>
                  <a:pt x="916581" y="113824"/>
                </a:lnTo>
                <a:lnTo>
                  <a:pt x="916075" y="113439"/>
                </a:lnTo>
                <a:lnTo>
                  <a:pt x="915580" y="113041"/>
                </a:lnTo>
                <a:lnTo>
                  <a:pt x="915096" y="112633"/>
                </a:lnTo>
                <a:lnTo>
                  <a:pt x="914622" y="112213"/>
                </a:lnTo>
                <a:lnTo>
                  <a:pt x="914158" y="111781"/>
                </a:lnTo>
                <a:lnTo>
                  <a:pt x="913705" y="111339"/>
                </a:lnTo>
                <a:lnTo>
                  <a:pt x="913263" y="110884"/>
                </a:lnTo>
                <a:lnTo>
                  <a:pt x="912831" y="110419"/>
                </a:lnTo>
                <a:lnTo>
                  <a:pt x="912410" y="109942"/>
                </a:lnTo>
                <a:lnTo>
                  <a:pt x="911999" y="109453"/>
                </a:lnTo>
                <a:lnTo>
                  <a:pt x="911599" y="108953"/>
                </a:lnTo>
                <a:lnTo>
                  <a:pt x="911209" y="108442"/>
                </a:lnTo>
                <a:lnTo>
                  <a:pt x="910830" y="107919"/>
                </a:lnTo>
                <a:lnTo>
                  <a:pt x="910461" y="107385"/>
                </a:lnTo>
                <a:lnTo>
                  <a:pt x="910103" y="106840"/>
                </a:lnTo>
                <a:lnTo>
                  <a:pt x="909756" y="106283"/>
                </a:lnTo>
                <a:lnTo>
                  <a:pt x="909418" y="105714"/>
                </a:lnTo>
                <a:lnTo>
                  <a:pt x="909092" y="105135"/>
                </a:lnTo>
                <a:lnTo>
                  <a:pt x="908776" y="104543"/>
                </a:lnTo>
                <a:lnTo>
                  <a:pt x="908471" y="103941"/>
                </a:lnTo>
                <a:lnTo>
                  <a:pt x="908176" y="103327"/>
                </a:lnTo>
                <a:lnTo>
                  <a:pt x="907891" y="102701"/>
                </a:lnTo>
                <a:lnTo>
                  <a:pt x="907617" y="102065"/>
                </a:lnTo>
                <a:lnTo>
                  <a:pt x="907359" y="101413"/>
                </a:lnTo>
                <a:lnTo>
                  <a:pt x="907113" y="100753"/>
                </a:lnTo>
                <a:lnTo>
                  <a:pt x="906877" y="100085"/>
                </a:lnTo>
                <a:lnTo>
                  <a:pt x="906652" y="99409"/>
                </a:lnTo>
                <a:lnTo>
                  <a:pt x="906438" y="98724"/>
                </a:lnTo>
                <a:lnTo>
                  <a:pt x="906235" y="98032"/>
                </a:lnTo>
                <a:lnTo>
                  <a:pt x="906043" y="97331"/>
                </a:lnTo>
                <a:lnTo>
                  <a:pt x="905862" y="96623"/>
                </a:lnTo>
                <a:lnTo>
                  <a:pt x="905692" y="95906"/>
                </a:lnTo>
                <a:lnTo>
                  <a:pt x="905533" y="95181"/>
                </a:lnTo>
                <a:lnTo>
                  <a:pt x="905384" y="94448"/>
                </a:lnTo>
                <a:lnTo>
                  <a:pt x="905247" y="93707"/>
                </a:lnTo>
                <a:lnTo>
                  <a:pt x="905121" y="92957"/>
                </a:lnTo>
                <a:lnTo>
                  <a:pt x="905006" y="92200"/>
                </a:lnTo>
                <a:lnTo>
                  <a:pt x="904902" y="91435"/>
                </a:lnTo>
                <a:lnTo>
                  <a:pt x="904808" y="90661"/>
                </a:lnTo>
                <a:lnTo>
                  <a:pt x="904726" y="89879"/>
                </a:lnTo>
                <a:lnTo>
                  <a:pt x="904655" y="89089"/>
                </a:lnTo>
                <a:lnTo>
                  <a:pt x="904595" y="88291"/>
                </a:lnTo>
                <a:lnTo>
                  <a:pt x="904545" y="87485"/>
                </a:lnTo>
                <a:lnTo>
                  <a:pt x="904507" y="86671"/>
                </a:lnTo>
                <a:lnTo>
                  <a:pt x="904479" y="85849"/>
                </a:lnTo>
                <a:lnTo>
                  <a:pt x="904463" y="85018"/>
                </a:lnTo>
                <a:lnTo>
                  <a:pt x="904457" y="84180"/>
                </a:lnTo>
                <a:lnTo>
                  <a:pt x="904463" y="83361"/>
                </a:lnTo>
                <a:lnTo>
                  <a:pt x="904479" y="82549"/>
                </a:lnTo>
                <a:lnTo>
                  <a:pt x="904506" y="81743"/>
                </a:lnTo>
                <a:lnTo>
                  <a:pt x="904543" y="80943"/>
                </a:lnTo>
                <a:lnTo>
                  <a:pt x="904592" y="80149"/>
                </a:lnTo>
                <a:lnTo>
                  <a:pt x="904651" y="79361"/>
                </a:lnTo>
                <a:lnTo>
                  <a:pt x="904721" y="78579"/>
                </a:lnTo>
                <a:lnTo>
                  <a:pt x="904801" y="77804"/>
                </a:lnTo>
                <a:lnTo>
                  <a:pt x="904893" y="77034"/>
                </a:lnTo>
                <a:lnTo>
                  <a:pt x="904995" y="76271"/>
                </a:lnTo>
                <a:lnTo>
                  <a:pt x="905108" y="75514"/>
                </a:lnTo>
                <a:lnTo>
                  <a:pt x="905232" y="74763"/>
                </a:lnTo>
                <a:lnTo>
                  <a:pt x="905366" y="74018"/>
                </a:lnTo>
                <a:lnTo>
                  <a:pt x="905511" y="73280"/>
                </a:lnTo>
                <a:lnTo>
                  <a:pt x="905667" y="72547"/>
                </a:lnTo>
                <a:lnTo>
                  <a:pt x="905834" y="71821"/>
                </a:lnTo>
                <a:lnTo>
                  <a:pt x="906011" y="71101"/>
                </a:lnTo>
                <a:lnTo>
                  <a:pt x="906199" y="70387"/>
                </a:lnTo>
                <a:lnTo>
                  <a:pt x="906398" y="69679"/>
                </a:lnTo>
                <a:lnTo>
                  <a:pt x="906608" y="68977"/>
                </a:lnTo>
                <a:lnTo>
                  <a:pt x="906828" y="68281"/>
                </a:lnTo>
                <a:lnTo>
                  <a:pt x="907060" y="67592"/>
                </a:lnTo>
                <a:lnTo>
                  <a:pt x="907301" y="66909"/>
                </a:lnTo>
                <a:lnTo>
                  <a:pt x="907554" y="66231"/>
                </a:lnTo>
                <a:lnTo>
                  <a:pt x="907823" y="65563"/>
                </a:lnTo>
                <a:lnTo>
                  <a:pt x="908102" y="64906"/>
                </a:lnTo>
                <a:lnTo>
                  <a:pt x="908392" y="64260"/>
                </a:lnTo>
                <a:lnTo>
                  <a:pt x="908693" y="63626"/>
                </a:lnTo>
                <a:lnTo>
                  <a:pt x="909005" y="63004"/>
                </a:lnTo>
                <a:lnTo>
                  <a:pt x="909328" y="62392"/>
                </a:lnTo>
                <a:lnTo>
                  <a:pt x="909661" y="61792"/>
                </a:lnTo>
                <a:lnTo>
                  <a:pt x="910005" y="61204"/>
                </a:lnTo>
                <a:lnTo>
                  <a:pt x="910359" y="60627"/>
                </a:lnTo>
                <a:lnTo>
                  <a:pt x="910725" y="60061"/>
                </a:lnTo>
                <a:lnTo>
                  <a:pt x="911101" y="59507"/>
                </a:lnTo>
                <a:lnTo>
                  <a:pt x="911488" y="58964"/>
                </a:lnTo>
                <a:lnTo>
                  <a:pt x="911886" y="58432"/>
                </a:lnTo>
                <a:lnTo>
                  <a:pt x="912294" y="57912"/>
                </a:lnTo>
                <a:lnTo>
                  <a:pt x="912714" y="57403"/>
                </a:lnTo>
                <a:lnTo>
                  <a:pt x="913144" y="56906"/>
                </a:lnTo>
                <a:lnTo>
                  <a:pt x="913584" y="56420"/>
                </a:lnTo>
                <a:lnTo>
                  <a:pt x="914036" y="55946"/>
                </a:lnTo>
                <a:lnTo>
                  <a:pt x="914498" y="55483"/>
                </a:lnTo>
                <a:lnTo>
                  <a:pt x="914971" y="55031"/>
                </a:lnTo>
                <a:lnTo>
                  <a:pt x="915455" y="54591"/>
                </a:lnTo>
                <a:lnTo>
                  <a:pt x="915949" y="54162"/>
                </a:lnTo>
                <a:lnTo>
                  <a:pt x="916455" y="53745"/>
                </a:lnTo>
                <a:lnTo>
                  <a:pt x="916971" y="53339"/>
                </a:lnTo>
                <a:lnTo>
                  <a:pt x="917503" y="52947"/>
                </a:lnTo>
                <a:lnTo>
                  <a:pt x="918046" y="52572"/>
                </a:lnTo>
                <a:lnTo>
                  <a:pt x="918600" y="52213"/>
                </a:lnTo>
                <a:lnTo>
                  <a:pt x="919165" y="51871"/>
                </a:lnTo>
                <a:lnTo>
                  <a:pt x="919741" y="51546"/>
                </a:lnTo>
                <a:lnTo>
                  <a:pt x="920328" y="51238"/>
                </a:lnTo>
                <a:lnTo>
                  <a:pt x="920926" y="50946"/>
                </a:lnTo>
                <a:lnTo>
                  <a:pt x="921535" y="50671"/>
                </a:lnTo>
                <a:lnTo>
                  <a:pt x="922155" y="50412"/>
                </a:lnTo>
                <a:lnTo>
                  <a:pt x="922786" y="50170"/>
                </a:lnTo>
                <a:lnTo>
                  <a:pt x="923428" y="49945"/>
                </a:lnTo>
                <a:lnTo>
                  <a:pt x="924080" y="49737"/>
                </a:lnTo>
                <a:lnTo>
                  <a:pt x="924744" y="49545"/>
                </a:lnTo>
                <a:lnTo>
                  <a:pt x="925419" y="49370"/>
                </a:lnTo>
                <a:lnTo>
                  <a:pt x="926105" y="49211"/>
                </a:lnTo>
                <a:lnTo>
                  <a:pt x="926801" y="49070"/>
                </a:lnTo>
                <a:lnTo>
                  <a:pt x="927509" y="48945"/>
                </a:lnTo>
                <a:lnTo>
                  <a:pt x="928228" y="48836"/>
                </a:lnTo>
                <a:lnTo>
                  <a:pt x="928957" y="48744"/>
                </a:lnTo>
                <a:lnTo>
                  <a:pt x="929698" y="48669"/>
                </a:lnTo>
                <a:lnTo>
                  <a:pt x="930450" y="48611"/>
                </a:lnTo>
                <a:lnTo>
                  <a:pt x="931212" y="48569"/>
                </a:lnTo>
                <a:lnTo>
                  <a:pt x="931986" y="48544"/>
                </a:lnTo>
                <a:lnTo>
                  <a:pt x="932770" y="48536"/>
                </a:lnTo>
                <a:lnTo>
                  <a:pt x="933523" y="48544"/>
                </a:lnTo>
                <a:lnTo>
                  <a:pt x="934267" y="48568"/>
                </a:lnTo>
                <a:lnTo>
                  <a:pt x="935000" y="48607"/>
                </a:lnTo>
                <a:lnTo>
                  <a:pt x="935723" y="48662"/>
                </a:lnTo>
                <a:lnTo>
                  <a:pt x="936436" y="48734"/>
                </a:lnTo>
                <a:lnTo>
                  <a:pt x="937139" y="48820"/>
                </a:lnTo>
                <a:lnTo>
                  <a:pt x="937831" y="48923"/>
                </a:lnTo>
                <a:lnTo>
                  <a:pt x="938514" y="49042"/>
                </a:lnTo>
                <a:lnTo>
                  <a:pt x="939187" y="49176"/>
                </a:lnTo>
                <a:lnTo>
                  <a:pt x="939849" y="49326"/>
                </a:lnTo>
                <a:lnTo>
                  <a:pt x="940502" y="49492"/>
                </a:lnTo>
                <a:lnTo>
                  <a:pt x="941144" y="49674"/>
                </a:lnTo>
                <a:lnTo>
                  <a:pt x="941776" y="49871"/>
                </a:lnTo>
                <a:lnTo>
                  <a:pt x="942398" y="50084"/>
                </a:lnTo>
                <a:lnTo>
                  <a:pt x="943010" y="50313"/>
                </a:lnTo>
                <a:lnTo>
                  <a:pt x="943612" y="50558"/>
                </a:lnTo>
                <a:lnTo>
                  <a:pt x="944204" y="50819"/>
                </a:lnTo>
                <a:lnTo>
                  <a:pt x="944786" y="51096"/>
                </a:lnTo>
                <a:lnTo>
                  <a:pt x="945357" y="51388"/>
                </a:lnTo>
                <a:lnTo>
                  <a:pt x="945919" y="51696"/>
                </a:lnTo>
                <a:lnTo>
                  <a:pt x="946470" y="52020"/>
                </a:lnTo>
                <a:lnTo>
                  <a:pt x="947012" y="52359"/>
                </a:lnTo>
                <a:lnTo>
                  <a:pt x="947543" y="52715"/>
                </a:lnTo>
                <a:lnTo>
                  <a:pt x="948064" y="53086"/>
                </a:lnTo>
                <a:lnTo>
                  <a:pt x="948575" y="53471"/>
                </a:lnTo>
                <a:lnTo>
                  <a:pt x="949075" y="53869"/>
                </a:lnTo>
                <a:lnTo>
                  <a:pt x="949565" y="54278"/>
                </a:lnTo>
                <a:lnTo>
                  <a:pt x="950044" y="54700"/>
                </a:lnTo>
                <a:lnTo>
                  <a:pt x="950513" y="55133"/>
                </a:lnTo>
                <a:lnTo>
                  <a:pt x="950971" y="55579"/>
                </a:lnTo>
                <a:lnTo>
                  <a:pt x="951419" y="56036"/>
                </a:lnTo>
                <a:lnTo>
                  <a:pt x="951856" y="56506"/>
                </a:lnTo>
                <a:lnTo>
                  <a:pt x="952282" y="56988"/>
                </a:lnTo>
                <a:lnTo>
                  <a:pt x="952699" y="57482"/>
                </a:lnTo>
                <a:lnTo>
                  <a:pt x="953104" y="57988"/>
                </a:lnTo>
                <a:lnTo>
                  <a:pt x="953499" y="58505"/>
                </a:lnTo>
                <a:lnTo>
                  <a:pt x="953883" y="59036"/>
                </a:lnTo>
                <a:lnTo>
                  <a:pt x="954257" y="59578"/>
                </a:lnTo>
                <a:lnTo>
                  <a:pt x="954621" y="60132"/>
                </a:lnTo>
                <a:lnTo>
                  <a:pt x="954974" y="60698"/>
                </a:lnTo>
                <a:lnTo>
                  <a:pt x="955316" y="61276"/>
                </a:lnTo>
                <a:lnTo>
                  <a:pt x="955648" y="61867"/>
                </a:lnTo>
                <a:lnTo>
                  <a:pt x="955969" y="62469"/>
                </a:lnTo>
                <a:lnTo>
                  <a:pt x="956280" y="63084"/>
                </a:lnTo>
                <a:lnTo>
                  <a:pt x="956580" y="63710"/>
                </a:lnTo>
                <a:lnTo>
                  <a:pt x="956870" y="64349"/>
                </a:lnTo>
                <a:lnTo>
                  <a:pt x="957149" y="65000"/>
                </a:lnTo>
                <a:lnTo>
                  <a:pt x="957417" y="65663"/>
                </a:lnTo>
                <a:lnTo>
                  <a:pt x="957675" y="66336"/>
                </a:lnTo>
                <a:lnTo>
                  <a:pt x="957922" y="67017"/>
                </a:lnTo>
                <a:lnTo>
                  <a:pt x="958158" y="67708"/>
                </a:lnTo>
                <a:lnTo>
                  <a:pt x="958383" y="68406"/>
                </a:lnTo>
                <a:lnTo>
                  <a:pt x="958597" y="69114"/>
                </a:lnTo>
                <a:lnTo>
                  <a:pt x="958800" y="69830"/>
                </a:lnTo>
                <a:lnTo>
                  <a:pt x="958992" y="70554"/>
                </a:lnTo>
                <a:lnTo>
                  <a:pt x="959173" y="71287"/>
                </a:lnTo>
                <a:lnTo>
                  <a:pt x="959343" y="72029"/>
                </a:lnTo>
                <a:lnTo>
                  <a:pt x="959502" y="72779"/>
                </a:lnTo>
                <a:lnTo>
                  <a:pt x="959650" y="73538"/>
                </a:lnTo>
                <a:lnTo>
                  <a:pt x="959787" y="74305"/>
                </a:lnTo>
                <a:lnTo>
                  <a:pt x="959913" y="75081"/>
                </a:lnTo>
                <a:lnTo>
                  <a:pt x="960029" y="75865"/>
                </a:lnTo>
                <a:lnTo>
                  <a:pt x="960133" y="76658"/>
                </a:lnTo>
                <a:lnTo>
                  <a:pt x="960226" y="77460"/>
                </a:lnTo>
                <a:lnTo>
                  <a:pt x="960308" y="78270"/>
                </a:lnTo>
                <a:lnTo>
                  <a:pt x="960380" y="79088"/>
                </a:lnTo>
                <a:lnTo>
                  <a:pt x="960440" y="79915"/>
                </a:lnTo>
                <a:lnTo>
                  <a:pt x="960489" y="80751"/>
                </a:lnTo>
                <a:lnTo>
                  <a:pt x="960528" y="81595"/>
                </a:lnTo>
                <a:lnTo>
                  <a:pt x="960555" y="82448"/>
                </a:lnTo>
                <a:lnTo>
                  <a:pt x="960572" y="83310"/>
                </a:lnTo>
                <a:lnTo>
                  <a:pt x="960577" y="84180"/>
                </a:lnTo>
                <a:lnTo>
                  <a:pt x="960572" y="85070"/>
                </a:lnTo>
                <a:lnTo>
                  <a:pt x="960555" y="85949"/>
                </a:lnTo>
                <a:lnTo>
                  <a:pt x="960527" y="86818"/>
                </a:lnTo>
                <a:lnTo>
                  <a:pt x="960488" y="87677"/>
                </a:lnTo>
                <a:lnTo>
                  <a:pt x="960437" y="88525"/>
                </a:lnTo>
                <a:lnTo>
                  <a:pt x="960376" y="89362"/>
                </a:lnTo>
                <a:lnTo>
                  <a:pt x="960303" y="90189"/>
                </a:lnTo>
                <a:lnTo>
                  <a:pt x="960219" y="91005"/>
                </a:lnTo>
                <a:lnTo>
                  <a:pt x="960124" y="91811"/>
                </a:lnTo>
                <a:lnTo>
                  <a:pt x="960018" y="92606"/>
                </a:lnTo>
                <a:lnTo>
                  <a:pt x="959900" y="93391"/>
                </a:lnTo>
                <a:lnTo>
                  <a:pt x="959771" y="94165"/>
                </a:lnTo>
                <a:lnTo>
                  <a:pt x="959632" y="94929"/>
                </a:lnTo>
                <a:lnTo>
                  <a:pt x="959480" y="95682"/>
                </a:lnTo>
                <a:lnTo>
                  <a:pt x="959318" y="96424"/>
                </a:lnTo>
                <a:lnTo>
                  <a:pt x="959145" y="97156"/>
                </a:lnTo>
                <a:lnTo>
                  <a:pt x="958960" y="97878"/>
                </a:lnTo>
                <a:lnTo>
                  <a:pt x="958764" y="98589"/>
                </a:lnTo>
                <a:lnTo>
                  <a:pt x="958557" y="99289"/>
                </a:lnTo>
                <a:lnTo>
                  <a:pt x="958339" y="99979"/>
                </a:lnTo>
                <a:lnTo>
                  <a:pt x="958109" y="100659"/>
                </a:lnTo>
                <a:lnTo>
                  <a:pt x="957869" y="101327"/>
                </a:lnTo>
                <a:lnTo>
                  <a:pt x="957617" y="101986"/>
                </a:lnTo>
                <a:lnTo>
                  <a:pt x="957354" y="102633"/>
                </a:lnTo>
                <a:lnTo>
                  <a:pt x="957080" y="103270"/>
                </a:lnTo>
                <a:lnTo>
                  <a:pt x="956796" y="103893"/>
                </a:lnTo>
                <a:lnTo>
                  <a:pt x="956502" y="104505"/>
                </a:lnTo>
                <a:lnTo>
                  <a:pt x="956197" y="105103"/>
                </a:lnTo>
                <a:lnTo>
                  <a:pt x="955882" y="105690"/>
                </a:lnTo>
                <a:lnTo>
                  <a:pt x="955557" y="106263"/>
                </a:lnTo>
                <a:lnTo>
                  <a:pt x="955221" y="106825"/>
                </a:lnTo>
                <a:lnTo>
                  <a:pt x="954875" y="107373"/>
                </a:lnTo>
                <a:lnTo>
                  <a:pt x="954519" y="107909"/>
                </a:lnTo>
                <a:lnTo>
                  <a:pt x="954152" y="108433"/>
                </a:lnTo>
                <a:lnTo>
                  <a:pt x="953776" y="108944"/>
                </a:lnTo>
                <a:lnTo>
                  <a:pt x="953388" y="109443"/>
                </a:lnTo>
                <a:lnTo>
                  <a:pt x="952991" y="109929"/>
                </a:lnTo>
                <a:lnTo>
                  <a:pt x="952583" y="110403"/>
                </a:lnTo>
                <a:lnTo>
                  <a:pt x="952165" y="110864"/>
                </a:lnTo>
                <a:lnTo>
                  <a:pt x="951736" y="111313"/>
                </a:lnTo>
                <a:lnTo>
                  <a:pt x="951298" y="111749"/>
                </a:lnTo>
                <a:lnTo>
                  <a:pt x="950849" y="112172"/>
                </a:lnTo>
                <a:lnTo>
                  <a:pt x="950389" y="112584"/>
                </a:lnTo>
                <a:lnTo>
                  <a:pt x="949920" y="112982"/>
                </a:lnTo>
                <a:lnTo>
                  <a:pt x="949440" y="113368"/>
                </a:lnTo>
                <a:lnTo>
                  <a:pt x="948949" y="113742"/>
                </a:lnTo>
                <a:lnTo>
                  <a:pt x="948449" y="114103"/>
                </a:lnTo>
                <a:lnTo>
                  <a:pt x="947938" y="114451"/>
                </a:lnTo>
                <a:lnTo>
                  <a:pt x="947417" y="114787"/>
                </a:lnTo>
                <a:lnTo>
                  <a:pt x="946886" y="115108"/>
                </a:lnTo>
                <a:lnTo>
                  <a:pt x="946346" y="115414"/>
                </a:lnTo>
                <a:lnTo>
                  <a:pt x="945796" y="115707"/>
                </a:lnTo>
                <a:lnTo>
                  <a:pt x="945236" y="115985"/>
                </a:lnTo>
                <a:lnTo>
                  <a:pt x="944667" y="116249"/>
                </a:lnTo>
                <a:lnTo>
                  <a:pt x="944088" y="116498"/>
                </a:lnTo>
                <a:lnTo>
                  <a:pt x="943500" y="116734"/>
                </a:lnTo>
                <a:lnTo>
                  <a:pt x="942902" y="116955"/>
                </a:lnTo>
                <a:lnTo>
                  <a:pt x="942294" y="117162"/>
                </a:lnTo>
                <a:lnTo>
                  <a:pt x="941676" y="117354"/>
                </a:lnTo>
                <a:lnTo>
                  <a:pt x="941049" y="117532"/>
                </a:lnTo>
                <a:lnTo>
                  <a:pt x="940412" y="117696"/>
                </a:lnTo>
                <a:lnTo>
                  <a:pt x="939766" y="117846"/>
                </a:lnTo>
                <a:lnTo>
                  <a:pt x="939110" y="117982"/>
                </a:lnTo>
                <a:lnTo>
                  <a:pt x="938444" y="118103"/>
                </a:lnTo>
                <a:lnTo>
                  <a:pt x="937768" y="118210"/>
                </a:lnTo>
                <a:lnTo>
                  <a:pt x="937083" y="118303"/>
                </a:lnTo>
                <a:lnTo>
                  <a:pt x="936389" y="118381"/>
                </a:lnTo>
                <a:lnTo>
                  <a:pt x="935684" y="118445"/>
                </a:lnTo>
                <a:lnTo>
                  <a:pt x="934970" y="118495"/>
                </a:lnTo>
                <a:lnTo>
                  <a:pt x="934246" y="118531"/>
                </a:lnTo>
                <a:lnTo>
                  <a:pt x="933513" y="118552"/>
                </a:lnTo>
                <a:lnTo>
                  <a:pt x="932770" y="118559"/>
                </a:lnTo>
                <a:lnTo>
                  <a:pt x="931996" y="118552"/>
                </a:lnTo>
                <a:lnTo>
                  <a:pt x="931232" y="118529"/>
                </a:lnTo>
                <a:lnTo>
                  <a:pt x="930479" y="118491"/>
                </a:lnTo>
                <a:lnTo>
                  <a:pt x="929737" y="118438"/>
                </a:lnTo>
                <a:lnTo>
                  <a:pt x="929005" y="118370"/>
                </a:lnTo>
                <a:lnTo>
                  <a:pt x="928283" y="118287"/>
                </a:lnTo>
                <a:close/>
                <a:moveTo>
                  <a:pt x="136594" y="134390"/>
                </a:moveTo>
                <a:lnTo>
                  <a:pt x="136844" y="134356"/>
                </a:lnTo>
                <a:lnTo>
                  <a:pt x="137090" y="134317"/>
                </a:lnTo>
                <a:lnTo>
                  <a:pt x="137335" y="134272"/>
                </a:lnTo>
                <a:lnTo>
                  <a:pt x="137578" y="134222"/>
                </a:lnTo>
                <a:lnTo>
                  <a:pt x="137818" y="134167"/>
                </a:lnTo>
                <a:lnTo>
                  <a:pt x="138056" y="134106"/>
                </a:lnTo>
                <a:lnTo>
                  <a:pt x="138292" y="134040"/>
                </a:lnTo>
                <a:lnTo>
                  <a:pt x="138526" y="133969"/>
                </a:lnTo>
                <a:lnTo>
                  <a:pt x="138757" y="133893"/>
                </a:lnTo>
                <a:lnTo>
                  <a:pt x="138986" y="133811"/>
                </a:lnTo>
                <a:lnTo>
                  <a:pt x="139213" y="133724"/>
                </a:lnTo>
                <a:lnTo>
                  <a:pt x="139438" y="133632"/>
                </a:lnTo>
                <a:lnTo>
                  <a:pt x="139661" y="133535"/>
                </a:lnTo>
                <a:lnTo>
                  <a:pt x="139882" y="133432"/>
                </a:lnTo>
                <a:lnTo>
                  <a:pt x="140100" y="133324"/>
                </a:lnTo>
                <a:lnTo>
                  <a:pt x="140316" y="133211"/>
                </a:lnTo>
                <a:lnTo>
                  <a:pt x="140530" y="133092"/>
                </a:lnTo>
                <a:lnTo>
                  <a:pt x="140742" y="132968"/>
                </a:lnTo>
                <a:lnTo>
                  <a:pt x="140956" y="132835"/>
                </a:lnTo>
                <a:lnTo>
                  <a:pt x="141166" y="132698"/>
                </a:lnTo>
                <a:lnTo>
                  <a:pt x="141373" y="132558"/>
                </a:lnTo>
                <a:lnTo>
                  <a:pt x="141576" y="132414"/>
                </a:lnTo>
                <a:lnTo>
                  <a:pt x="141775" y="132266"/>
                </a:lnTo>
                <a:lnTo>
                  <a:pt x="141970" y="132115"/>
                </a:lnTo>
                <a:lnTo>
                  <a:pt x="142162" y="131961"/>
                </a:lnTo>
                <a:lnTo>
                  <a:pt x="142350" y="131803"/>
                </a:lnTo>
                <a:lnTo>
                  <a:pt x="142534" y="131641"/>
                </a:lnTo>
                <a:lnTo>
                  <a:pt x="142715" y="131476"/>
                </a:lnTo>
                <a:lnTo>
                  <a:pt x="142891" y="131308"/>
                </a:lnTo>
                <a:lnTo>
                  <a:pt x="143064" y="131136"/>
                </a:lnTo>
                <a:lnTo>
                  <a:pt x="143234" y="130960"/>
                </a:lnTo>
                <a:lnTo>
                  <a:pt x="143399" y="130781"/>
                </a:lnTo>
                <a:lnTo>
                  <a:pt x="143561" y="130599"/>
                </a:lnTo>
                <a:lnTo>
                  <a:pt x="143719" y="130412"/>
                </a:lnTo>
                <a:lnTo>
                  <a:pt x="143874" y="130223"/>
                </a:lnTo>
                <a:lnTo>
                  <a:pt x="144024" y="130030"/>
                </a:lnTo>
                <a:lnTo>
                  <a:pt x="144171" y="129833"/>
                </a:lnTo>
                <a:lnTo>
                  <a:pt x="144314" y="129633"/>
                </a:lnTo>
                <a:lnTo>
                  <a:pt x="144454" y="129429"/>
                </a:lnTo>
                <a:lnTo>
                  <a:pt x="144589" y="129222"/>
                </a:lnTo>
                <a:lnTo>
                  <a:pt x="144721" y="129012"/>
                </a:lnTo>
                <a:lnTo>
                  <a:pt x="144850" y="128797"/>
                </a:lnTo>
                <a:lnTo>
                  <a:pt x="144979" y="128581"/>
                </a:lnTo>
                <a:lnTo>
                  <a:pt x="145102" y="128362"/>
                </a:lnTo>
                <a:lnTo>
                  <a:pt x="145220" y="128142"/>
                </a:lnTo>
                <a:lnTo>
                  <a:pt x="145332" y="127920"/>
                </a:lnTo>
                <a:lnTo>
                  <a:pt x="145439" y="127696"/>
                </a:lnTo>
                <a:lnTo>
                  <a:pt x="145541" y="127470"/>
                </a:lnTo>
                <a:lnTo>
                  <a:pt x="145637" y="127243"/>
                </a:lnTo>
                <a:lnTo>
                  <a:pt x="145727" y="127014"/>
                </a:lnTo>
                <a:lnTo>
                  <a:pt x="145812" y="126783"/>
                </a:lnTo>
                <a:lnTo>
                  <a:pt x="145892" y="126550"/>
                </a:lnTo>
                <a:lnTo>
                  <a:pt x="145966" y="126316"/>
                </a:lnTo>
                <a:lnTo>
                  <a:pt x="146035" y="126080"/>
                </a:lnTo>
                <a:lnTo>
                  <a:pt x="146098" y="125842"/>
                </a:lnTo>
                <a:lnTo>
                  <a:pt x="146155" y="125602"/>
                </a:lnTo>
                <a:lnTo>
                  <a:pt x="146207" y="125361"/>
                </a:lnTo>
                <a:lnTo>
                  <a:pt x="146254" y="125118"/>
                </a:lnTo>
                <a:lnTo>
                  <a:pt x="146295" y="124873"/>
                </a:lnTo>
                <a:lnTo>
                  <a:pt x="146331" y="124626"/>
                </a:lnTo>
                <a:lnTo>
                  <a:pt x="146361" y="124378"/>
                </a:lnTo>
                <a:lnTo>
                  <a:pt x="146386" y="124128"/>
                </a:lnTo>
                <a:lnTo>
                  <a:pt x="146405" y="123876"/>
                </a:lnTo>
                <a:lnTo>
                  <a:pt x="146419" y="123622"/>
                </a:lnTo>
                <a:lnTo>
                  <a:pt x="146427" y="123367"/>
                </a:lnTo>
                <a:lnTo>
                  <a:pt x="146430" y="123110"/>
                </a:lnTo>
                <a:lnTo>
                  <a:pt x="146424" y="122722"/>
                </a:lnTo>
                <a:lnTo>
                  <a:pt x="146406" y="122339"/>
                </a:lnTo>
                <a:lnTo>
                  <a:pt x="146377" y="121961"/>
                </a:lnTo>
                <a:lnTo>
                  <a:pt x="146337" y="121588"/>
                </a:lnTo>
                <a:lnTo>
                  <a:pt x="146284" y="121219"/>
                </a:lnTo>
                <a:lnTo>
                  <a:pt x="146220" y="120854"/>
                </a:lnTo>
                <a:lnTo>
                  <a:pt x="146145" y="120494"/>
                </a:lnTo>
                <a:lnTo>
                  <a:pt x="146057" y="120139"/>
                </a:lnTo>
                <a:lnTo>
                  <a:pt x="145959" y="119789"/>
                </a:lnTo>
                <a:lnTo>
                  <a:pt x="145848" y="119443"/>
                </a:lnTo>
                <a:lnTo>
                  <a:pt x="145726" y="119101"/>
                </a:lnTo>
                <a:lnTo>
                  <a:pt x="145592" y="118765"/>
                </a:lnTo>
                <a:lnTo>
                  <a:pt x="145447" y="118433"/>
                </a:lnTo>
                <a:lnTo>
                  <a:pt x="145290" y="118105"/>
                </a:lnTo>
                <a:lnTo>
                  <a:pt x="145121" y="117782"/>
                </a:lnTo>
                <a:lnTo>
                  <a:pt x="144941" y="117464"/>
                </a:lnTo>
                <a:lnTo>
                  <a:pt x="144749" y="117150"/>
                </a:lnTo>
                <a:lnTo>
                  <a:pt x="144546" y="116841"/>
                </a:lnTo>
                <a:lnTo>
                  <a:pt x="144330" y="116537"/>
                </a:lnTo>
                <a:lnTo>
                  <a:pt x="144104" y="116237"/>
                </a:lnTo>
                <a:lnTo>
                  <a:pt x="143865" y="115942"/>
                </a:lnTo>
                <a:lnTo>
                  <a:pt x="143615" y="115651"/>
                </a:lnTo>
                <a:lnTo>
                  <a:pt x="143353" y="115365"/>
                </a:lnTo>
                <a:lnTo>
                  <a:pt x="143080" y="115083"/>
                </a:lnTo>
                <a:lnTo>
                  <a:pt x="142799" y="114810"/>
                </a:lnTo>
                <a:lnTo>
                  <a:pt x="142513" y="114548"/>
                </a:lnTo>
                <a:lnTo>
                  <a:pt x="142222" y="114298"/>
                </a:lnTo>
                <a:lnTo>
                  <a:pt x="141927" y="114060"/>
                </a:lnTo>
                <a:lnTo>
                  <a:pt x="141627" y="113833"/>
                </a:lnTo>
                <a:lnTo>
                  <a:pt x="141322" y="113618"/>
                </a:lnTo>
                <a:lnTo>
                  <a:pt x="141013" y="113415"/>
                </a:lnTo>
                <a:lnTo>
                  <a:pt x="140700" y="113223"/>
                </a:lnTo>
                <a:lnTo>
                  <a:pt x="140381" y="113042"/>
                </a:lnTo>
                <a:lnTo>
                  <a:pt x="140058" y="112874"/>
                </a:lnTo>
                <a:lnTo>
                  <a:pt x="139731" y="112717"/>
                </a:lnTo>
                <a:lnTo>
                  <a:pt x="139399" y="112571"/>
                </a:lnTo>
                <a:lnTo>
                  <a:pt x="139062" y="112438"/>
                </a:lnTo>
                <a:lnTo>
                  <a:pt x="138721" y="112315"/>
                </a:lnTo>
                <a:lnTo>
                  <a:pt x="138375" y="112205"/>
                </a:lnTo>
                <a:lnTo>
                  <a:pt x="138024" y="112106"/>
                </a:lnTo>
                <a:lnTo>
                  <a:pt x="137669" y="112019"/>
                </a:lnTo>
                <a:lnTo>
                  <a:pt x="137309" y="111943"/>
                </a:lnTo>
                <a:lnTo>
                  <a:pt x="136945" y="111879"/>
                </a:lnTo>
                <a:lnTo>
                  <a:pt x="136576" y="111827"/>
                </a:lnTo>
                <a:lnTo>
                  <a:pt x="136202" y="111786"/>
                </a:lnTo>
                <a:lnTo>
                  <a:pt x="135824" y="111757"/>
                </a:lnTo>
                <a:lnTo>
                  <a:pt x="135441" y="111740"/>
                </a:lnTo>
                <a:lnTo>
                  <a:pt x="135054" y="111734"/>
                </a:lnTo>
                <a:lnTo>
                  <a:pt x="134667" y="111740"/>
                </a:lnTo>
                <a:lnTo>
                  <a:pt x="134284" y="111757"/>
                </a:lnTo>
                <a:lnTo>
                  <a:pt x="133906" y="111786"/>
                </a:lnTo>
                <a:lnTo>
                  <a:pt x="133532" y="111827"/>
                </a:lnTo>
                <a:lnTo>
                  <a:pt x="133163" y="111879"/>
                </a:lnTo>
                <a:lnTo>
                  <a:pt x="132799" y="111943"/>
                </a:lnTo>
                <a:lnTo>
                  <a:pt x="132439" y="112019"/>
                </a:lnTo>
                <a:lnTo>
                  <a:pt x="132084" y="112106"/>
                </a:lnTo>
                <a:lnTo>
                  <a:pt x="131733" y="112205"/>
                </a:lnTo>
                <a:lnTo>
                  <a:pt x="131387" y="112315"/>
                </a:lnTo>
                <a:lnTo>
                  <a:pt x="131046" y="112438"/>
                </a:lnTo>
                <a:lnTo>
                  <a:pt x="130709" y="112571"/>
                </a:lnTo>
                <a:lnTo>
                  <a:pt x="130377" y="112717"/>
                </a:lnTo>
                <a:lnTo>
                  <a:pt x="130050" y="112874"/>
                </a:lnTo>
                <a:lnTo>
                  <a:pt x="129727" y="113042"/>
                </a:lnTo>
                <a:lnTo>
                  <a:pt x="129408" y="113223"/>
                </a:lnTo>
                <a:lnTo>
                  <a:pt x="129095" y="113415"/>
                </a:lnTo>
                <a:lnTo>
                  <a:pt x="128786" y="113618"/>
                </a:lnTo>
                <a:lnTo>
                  <a:pt x="128481" y="113833"/>
                </a:lnTo>
                <a:lnTo>
                  <a:pt x="128181" y="114060"/>
                </a:lnTo>
                <a:lnTo>
                  <a:pt x="127886" y="114298"/>
                </a:lnTo>
                <a:lnTo>
                  <a:pt x="127595" y="114548"/>
                </a:lnTo>
                <a:lnTo>
                  <a:pt x="127309" y="114810"/>
                </a:lnTo>
                <a:lnTo>
                  <a:pt x="127028" y="115083"/>
                </a:lnTo>
                <a:lnTo>
                  <a:pt x="126755" y="115365"/>
                </a:lnTo>
                <a:lnTo>
                  <a:pt x="126493" y="115651"/>
                </a:lnTo>
                <a:lnTo>
                  <a:pt x="126243" y="115942"/>
                </a:lnTo>
                <a:lnTo>
                  <a:pt x="126004" y="116237"/>
                </a:lnTo>
                <a:lnTo>
                  <a:pt x="125778" y="116537"/>
                </a:lnTo>
                <a:lnTo>
                  <a:pt x="125562" y="116841"/>
                </a:lnTo>
                <a:lnTo>
                  <a:pt x="125359" y="117150"/>
                </a:lnTo>
                <a:lnTo>
                  <a:pt x="125167" y="117464"/>
                </a:lnTo>
                <a:lnTo>
                  <a:pt x="124987" y="117782"/>
                </a:lnTo>
                <a:lnTo>
                  <a:pt x="124818" y="118105"/>
                </a:lnTo>
                <a:lnTo>
                  <a:pt x="124661" y="118433"/>
                </a:lnTo>
                <a:lnTo>
                  <a:pt x="124516" y="118765"/>
                </a:lnTo>
                <a:lnTo>
                  <a:pt x="124382" y="119101"/>
                </a:lnTo>
                <a:lnTo>
                  <a:pt x="124260" y="119443"/>
                </a:lnTo>
                <a:lnTo>
                  <a:pt x="124149" y="119789"/>
                </a:lnTo>
                <a:lnTo>
                  <a:pt x="124051" y="120139"/>
                </a:lnTo>
                <a:lnTo>
                  <a:pt x="123963" y="120494"/>
                </a:lnTo>
                <a:lnTo>
                  <a:pt x="123888" y="120854"/>
                </a:lnTo>
                <a:lnTo>
                  <a:pt x="123824" y="121219"/>
                </a:lnTo>
                <a:lnTo>
                  <a:pt x="123771" y="121588"/>
                </a:lnTo>
                <a:lnTo>
                  <a:pt x="123731" y="121961"/>
                </a:lnTo>
                <a:lnTo>
                  <a:pt x="123702" y="122339"/>
                </a:lnTo>
                <a:lnTo>
                  <a:pt x="123684" y="122722"/>
                </a:lnTo>
                <a:lnTo>
                  <a:pt x="123678" y="123110"/>
                </a:lnTo>
                <a:lnTo>
                  <a:pt x="123684" y="123497"/>
                </a:lnTo>
                <a:lnTo>
                  <a:pt x="123702" y="123880"/>
                </a:lnTo>
                <a:lnTo>
                  <a:pt x="123731" y="124258"/>
                </a:lnTo>
                <a:lnTo>
                  <a:pt x="123771" y="124632"/>
                </a:lnTo>
                <a:lnTo>
                  <a:pt x="123824" y="125001"/>
                </a:lnTo>
                <a:lnTo>
                  <a:pt x="123888" y="125365"/>
                </a:lnTo>
                <a:lnTo>
                  <a:pt x="123963" y="125725"/>
                </a:lnTo>
                <a:lnTo>
                  <a:pt x="124051" y="126080"/>
                </a:lnTo>
                <a:lnTo>
                  <a:pt x="124149" y="126430"/>
                </a:lnTo>
                <a:lnTo>
                  <a:pt x="124260" y="126776"/>
                </a:lnTo>
                <a:lnTo>
                  <a:pt x="124382" y="127118"/>
                </a:lnTo>
                <a:lnTo>
                  <a:pt x="124516" y="127454"/>
                </a:lnTo>
                <a:lnTo>
                  <a:pt x="124661" y="127787"/>
                </a:lnTo>
                <a:lnTo>
                  <a:pt x="124818" y="128114"/>
                </a:lnTo>
                <a:lnTo>
                  <a:pt x="124987" y="128437"/>
                </a:lnTo>
                <a:lnTo>
                  <a:pt x="125167" y="128755"/>
                </a:lnTo>
                <a:lnTo>
                  <a:pt x="125359" y="129069"/>
                </a:lnTo>
                <a:lnTo>
                  <a:pt x="125562" y="129378"/>
                </a:lnTo>
                <a:lnTo>
                  <a:pt x="125778" y="129683"/>
                </a:lnTo>
                <a:lnTo>
                  <a:pt x="126004" y="129982"/>
                </a:lnTo>
                <a:lnTo>
                  <a:pt x="126243" y="130278"/>
                </a:lnTo>
                <a:lnTo>
                  <a:pt x="126493" y="130568"/>
                </a:lnTo>
                <a:lnTo>
                  <a:pt x="126755" y="130854"/>
                </a:lnTo>
                <a:lnTo>
                  <a:pt x="127028" y="131136"/>
                </a:lnTo>
                <a:lnTo>
                  <a:pt x="127309" y="131409"/>
                </a:lnTo>
                <a:lnTo>
                  <a:pt x="127595" y="131671"/>
                </a:lnTo>
                <a:lnTo>
                  <a:pt x="127886" y="131921"/>
                </a:lnTo>
                <a:lnTo>
                  <a:pt x="128181" y="132159"/>
                </a:lnTo>
                <a:lnTo>
                  <a:pt x="128481" y="132386"/>
                </a:lnTo>
                <a:lnTo>
                  <a:pt x="128786" y="132601"/>
                </a:lnTo>
                <a:lnTo>
                  <a:pt x="129095" y="132805"/>
                </a:lnTo>
                <a:lnTo>
                  <a:pt x="129408" y="132997"/>
                </a:lnTo>
                <a:lnTo>
                  <a:pt x="129727" y="133177"/>
                </a:lnTo>
                <a:lnTo>
                  <a:pt x="130050" y="133345"/>
                </a:lnTo>
                <a:lnTo>
                  <a:pt x="130377" y="133502"/>
                </a:lnTo>
                <a:lnTo>
                  <a:pt x="130709" y="133648"/>
                </a:lnTo>
                <a:lnTo>
                  <a:pt x="131046" y="133782"/>
                </a:lnTo>
                <a:lnTo>
                  <a:pt x="131387" y="133904"/>
                </a:lnTo>
                <a:lnTo>
                  <a:pt x="131733" y="134014"/>
                </a:lnTo>
                <a:lnTo>
                  <a:pt x="132084" y="134113"/>
                </a:lnTo>
                <a:lnTo>
                  <a:pt x="132439" y="134200"/>
                </a:lnTo>
                <a:lnTo>
                  <a:pt x="132799" y="134276"/>
                </a:lnTo>
                <a:lnTo>
                  <a:pt x="133163" y="134340"/>
                </a:lnTo>
                <a:lnTo>
                  <a:pt x="133532" y="134392"/>
                </a:lnTo>
                <a:lnTo>
                  <a:pt x="133906" y="134433"/>
                </a:lnTo>
                <a:lnTo>
                  <a:pt x="134284" y="134462"/>
                </a:lnTo>
                <a:lnTo>
                  <a:pt x="134667" y="134479"/>
                </a:lnTo>
                <a:lnTo>
                  <a:pt x="135054" y="134485"/>
                </a:lnTo>
                <a:lnTo>
                  <a:pt x="135316" y="134483"/>
                </a:lnTo>
                <a:lnTo>
                  <a:pt x="135576" y="134475"/>
                </a:lnTo>
                <a:lnTo>
                  <a:pt x="135834" y="134462"/>
                </a:lnTo>
                <a:lnTo>
                  <a:pt x="136090" y="134443"/>
                </a:lnTo>
                <a:lnTo>
                  <a:pt x="136343" y="134419"/>
                </a:lnTo>
                <a:lnTo>
                  <a:pt x="136594" y="134390"/>
                </a:lnTo>
                <a:close/>
                <a:moveTo>
                  <a:pt x="1566582" y="36402"/>
                </a:moveTo>
                <a:lnTo>
                  <a:pt x="1566582" y="49042"/>
                </a:lnTo>
                <a:lnTo>
                  <a:pt x="1581244" y="49042"/>
                </a:lnTo>
                <a:lnTo>
                  <a:pt x="1581244" y="109712"/>
                </a:lnTo>
                <a:lnTo>
                  <a:pt x="1581251" y="110412"/>
                </a:lnTo>
                <a:lnTo>
                  <a:pt x="1581271" y="111103"/>
                </a:lnTo>
                <a:lnTo>
                  <a:pt x="1581305" y="111783"/>
                </a:lnTo>
                <a:lnTo>
                  <a:pt x="1581353" y="112454"/>
                </a:lnTo>
                <a:lnTo>
                  <a:pt x="1581414" y="113114"/>
                </a:lnTo>
                <a:lnTo>
                  <a:pt x="1581489" y="113764"/>
                </a:lnTo>
                <a:lnTo>
                  <a:pt x="1581578" y="114404"/>
                </a:lnTo>
                <a:lnTo>
                  <a:pt x="1581680" y="115034"/>
                </a:lnTo>
                <a:lnTo>
                  <a:pt x="1581795" y="115654"/>
                </a:lnTo>
                <a:lnTo>
                  <a:pt x="1581924" y="116264"/>
                </a:lnTo>
                <a:lnTo>
                  <a:pt x="1582067" y="116864"/>
                </a:lnTo>
                <a:lnTo>
                  <a:pt x="1582224" y="117453"/>
                </a:lnTo>
                <a:lnTo>
                  <a:pt x="1582394" y="118033"/>
                </a:lnTo>
                <a:lnTo>
                  <a:pt x="1582578" y="118602"/>
                </a:lnTo>
                <a:lnTo>
                  <a:pt x="1582775" y="119162"/>
                </a:lnTo>
                <a:lnTo>
                  <a:pt x="1582986" y="119711"/>
                </a:lnTo>
                <a:lnTo>
                  <a:pt x="1583210" y="120250"/>
                </a:lnTo>
                <a:lnTo>
                  <a:pt x="1583448" y="120779"/>
                </a:lnTo>
                <a:lnTo>
                  <a:pt x="1583700" y="121298"/>
                </a:lnTo>
                <a:lnTo>
                  <a:pt x="1583965" y="121807"/>
                </a:lnTo>
                <a:lnTo>
                  <a:pt x="1584244" y="122306"/>
                </a:lnTo>
                <a:lnTo>
                  <a:pt x="1584537" y="122794"/>
                </a:lnTo>
                <a:lnTo>
                  <a:pt x="1584843" y="123273"/>
                </a:lnTo>
                <a:lnTo>
                  <a:pt x="1585163" y="123742"/>
                </a:lnTo>
                <a:lnTo>
                  <a:pt x="1585498" y="124200"/>
                </a:lnTo>
                <a:lnTo>
                  <a:pt x="1585840" y="124649"/>
                </a:lnTo>
                <a:lnTo>
                  <a:pt x="1586189" y="125087"/>
                </a:lnTo>
                <a:lnTo>
                  <a:pt x="1586546" y="125516"/>
                </a:lnTo>
                <a:lnTo>
                  <a:pt x="1586909" y="125935"/>
                </a:lnTo>
                <a:lnTo>
                  <a:pt x="1587280" y="126345"/>
                </a:lnTo>
                <a:lnTo>
                  <a:pt x="1587657" y="126744"/>
                </a:lnTo>
                <a:lnTo>
                  <a:pt x="1588042" y="127133"/>
                </a:lnTo>
                <a:lnTo>
                  <a:pt x="1588433" y="127513"/>
                </a:lnTo>
                <a:lnTo>
                  <a:pt x="1588831" y="127882"/>
                </a:lnTo>
                <a:lnTo>
                  <a:pt x="1589237" y="128242"/>
                </a:lnTo>
                <a:lnTo>
                  <a:pt x="1589650" y="128592"/>
                </a:lnTo>
                <a:lnTo>
                  <a:pt x="1590069" y="128932"/>
                </a:lnTo>
                <a:lnTo>
                  <a:pt x="1590496" y="129262"/>
                </a:lnTo>
                <a:lnTo>
                  <a:pt x="1590929" y="129582"/>
                </a:lnTo>
                <a:lnTo>
                  <a:pt x="1591370" y="129893"/>
                </a:lnTo>
                <a:lnTo>
                  <a:pt x="1591818" y="130193"/>
                </a:lnTo>
                <a:lnTo>
                  <a:pt x="1592272" y="130484"/>
                </a:lnTo>
                <a:lnTo>
                  <a:pt x="1592734" y="130765"/>
                </a:lnTo>
                <a:lnTo>
                  <a:pt x="1593203" y="131036"/>
                </a:lnTo>
                <a:lnTo>
                  <a:pt x="1593678" y="131297"/>
                </a:lnTo>
                <a:lnTo>
                  <a:pt x="1594161" y="131548"/>
                </a:lnTo>
                <a:lnTo>
                  <a:pt x="1594651" y="131789"/>
                </a:lnTo>
                <a:lnTo>
                  <a:pt x="1595148" y="132020"/>
                </a:lnTo>
                <a:lnTo>
                  <a:pt x="1595654" y="132242"/>
                </a:lnTo>
                <a:lnTo>
                  <a:pt x="1596161" y="132455"/>
                </a:lnTo>
                <a:lnTo>
                  <a:pt x="1596668" y="132657"/>
                </a:lnTo>
                <a:lnTo>
                  <a:pt x="1597177" y="132851"/>
                </a:lnTo>
                <a:lnTo>
                  <a:pt x="1597687" y="133035"/>
                </a:lnTo>
                <a:lnTo>
                  <a:pt x="1598197" y="133209"/>
                </a:lnTo>
                <a:lnTo>
                  <a:pt x="1598708" y="133375"/>
                </a:lnTo>
                <a:lnTo>
                  <a:pt x="1599220" y="133530"/>
                </a:lnTo>
                <a:lnTo>
                  <a:pt x="1599734" y="133676"/>
                </a:lnTo>
                <a:lnTo>
                  <a:pt x="1600247" y="133813"/>
                </a:lnTo>
                <a:lnTo>
                  <a:pt x="1600762" y="133941"/>
                </a:lnTo>
                <a:lnTo>
                  <a:pt x="1601278" y="134059"/>
                </a:lnTo>
                <a:lnTo>
                  <a:pt x="1601794" y="134167"/>
                </a:lnTo>
                <a:lnTo>
                  <a:pt x="1602312" y="134266"/>
                </a:lnTo>
                <a:lnTo>
                  <a:pt x="1602830" y="134356"/>
                </a:lnTo>
                <a:lnTo>
                  <a:pt x="1603349" y="134436"/>
                </a:lnTo>
                <a:lnTo>
                  <a:pt x="1603870" y="134507"/>
                </a:lnTo>
                <a:lnTo>
                  <a:pt x="1604390" y="134568"/>
                </a:lnTo>
                <a:lnTo>
                  <a:pt x="1604912" y="134620"/>
                </a:lnTo>
                <a:lnTo>
                  <a:pt x="1605435" y="134663"/>
                </a:lnTo>
                <a:lnTo>
                  <a:pt x="1605959" y="134696"/>
                </a:lnTo>
                <a:lnTo>
                  <a:pt x="1606483" y="134719"/>
                </a:lnTo>
                <a:lnTo>
                  <a:pt x="1607008" y="134733"/>
                </a:lnTo>
                <a:lnTo>
                  <a:pt x="1607535" y="134738"/>
                </a:lnTo>
                <a:lnTo>
                  <a:pt x="1607880" y="134737"/>
                </a:lnTo>
                <a:lnTo>
                  <a:pt x="1608220" y="134734"/>
                </a:lnTo>
                <a:lnTo>
                  <a:pt x="1608555" y="134728"/>
                </a:lnTo>
                <a:lnTo>
                  <a:pt x="1608885" y="134720"/>
                </a:lnTo>
                <a:lnTo>
                  <a:pt x="1609209" y="134711"/>
                </a:lnTo>
                <a:lnTo>
                  <a:pt x="1609529" y="134699"/>
                </a:lnTo>
                <a:lnTo>
                  <a:pt x="1609844" y="134684"/>
                </a:lnTo>
                <a:lnTo>
                  <a:pt x="1610154" y="134668"/>
                </a:lnTo>
                <a:lnTo>
                  <a:pt x="1610458" y="134649"/>
                </a:lnTo>
                <a:lnTo>
                  <a:pt x="1610758" y="134628"/>
                </a:lnTo>
                <a:lnTo>
                  <a:pt x="1611053" y="134605"/>
                </a:lnTo>
                <a:lnTo>
                  <a:pt x="1611342" y="134580"/>
                </a:lnTo>
                <a:lnTo>
                  <a:pt x="1611627" y="134553"/>
                </a:lnTo>
                <a:lnTo>
                  <a:pt x="1611906" y="134523"/>
                </a:lnTo>
                <a:lnTo>
                  <a:pt x="1612181" y="134491"/>
                </a:lnTo>
                <a:lnTo>
                  <a:pt x="1612450" y="134457"/>
                </a:lnTo>
                <a:lnTo>
                  <a:pt x="1612714" y="134421"/>
                </a:lnTo>
                <a:lnTo>
                  <a:pt x="1612974" y="134383"/>
                </a:lnTo>
                <a:lnTo>
                  <a:pt x="1613228" y="134342"/>
                </a:lnTo>
                <a:lnTo>
                  <a:pt x="1613477" y="134299"/>
                </a:lnTo>
                <a:lnTo>
                  <a:pt x="1613721" y="134254"/>
                </a:lnTo>
                <a:lnTo>
                  <a:pt x="1613960" y="134207"/>
                </a:lnTo>
                <a:lnTo>
                  <a:pt x="1614194" y="134158"/>
                </a:lnTo>
                <a:lnTo>
                  <a:pt x="1614423" y="134106"/>
                </a:lnTo>
                <a:lnTo>
                  <a:pt x="1614647" y="134059"/>
                </a:lnTo>
                <a:lnTo>
                  <a:pt x="1614868" y="134011"/>
                </a:lnTo>
                <a:lnTo>
                  <a:pt x="1615084" y="133964"/>
                </a:lnTo>
                <a:lnTo>
                  <a:pt x="1615296" y="133916"/>
                </a:lnTo>
                <a:lnTo>
                  <a:pt x="1615503" y="133869"/>
                </a:lnTo>
                <a:lnTo>
                  <a:pt x="1615707" y="133822"/>
                </a:lnTo>
                <a:lnTo>
                  <a:pt x="1615906" y="133774"/>
                </a:lnTo>
                <a:lnTo>
                  <a:pt x="1616101" y="133727"/>
                </a:lnTo>
                <a:lnTo>
                  <a:pt x="1616292" y="133679"/>
                </a:lnTo>
                <a:lnTo>
                  <a:pt x="1616479" y="133632"/>
                </a:lnTo>
                <a:lnTo>
                  <a:pt x="1616662" y="133585"/>
                </a:lnTo>
                <a:lnTo>
                  <a:pt x="1616840" y="133537"/>
                </a:lnTo>
                <a:lnTo>
                  <a:pt x="1617015" y="133490"/>
                </a:lnTo>
                <a:lnTo>
                  <a:pt x="1617185" y="133442"/>
                </a:lnTo>
                <a:lnTo>
                  <a:pt x="1617351" y="133395"/>
                </a:lnTo>
                <a:lnTo>
                  <a:pt x="1617513" y="133348"/>
                </a:lnTo>
                <a:lnTo>
                  <a:pt x="1617671" y="133300"/>
                </a:lnTo>
                <a:lnTo>
                  <a:pt x="1617824" y="133253"/>
                </a:lnTo>
                <a:lnTo>
                  <a:pt x="1617973" y="133205"/>
                </a:lnTo>
                <a:lnTo>
                  <a:pt x="1618118" y="133158"/>
                </a:lnTo>
                <a:lnTo>
                  <a:pt x="1618259" y="133111"/>
                </a:lnTo>
                <a:lnTo>
                  <a:pt x="1618396" y="133063"/>
                </a:lnTo>
                <a:lnTo>
                  <a:pt x="1618529" y="133016"/>
                </a:lnTo>
                <a:lnTo>
                  <a:pt x="1618657" y="132968"/>
                </a:lnTo>
                <a:lnTo>
                  <a:pt x="1615624" y="119571"/>
                </a:lnTo>
                <a:lnTo>
                  <a:pt x="1615544" y="119587"/>
                </a:lnTo>
                <a:lnTo>
                  <a:pt x="1615462" y="119603"/>
                </a:lnTo>
                <a:lnTo>
                  <a:pt x="1615377" y="119620"/>
                </a:lnTo>
                <a:lnTo>
                  <a:pt x="1615290" y="119637"/>
                </a:lnTo>
                <a:lnTo>
                  <a:pt x="1615201" y="119655"/>
                </a:lnTo>
                <a:lnTo>
                  <a:pt x="1615110" y="119673"/>
                </a:lnTo>
                <a:lnTo>
                  <a:pt x="1615017" y="119692"/>
                </a:lnTo>
                <a:lnTo>
                  <a:pt x="1614922" y="119711"/>
                </a:lnTo>
                <a:lnTo>
                  <a:pt x="1614824" y="119730"/>
                </a:lnTo>
                <a:lnTo>
                  <a:pt x="1614724" y="119750"/>
                </a:lnTo>
                <a:lnTo>
                  <a:pt x="1614622" y="119771"/>
                </a:lnTo>
                <a:lnTo>
                  <a:pt x="1614518" y="119792"/>
                </a:lnTo>
                <a:lnTo>
                  <a:pt x="1614411" y="119813"/>
                </a:lnTo>
                <a:lnTo>
                  <a:pt x="1614303" y="119835"/>
                </a:lnTo>
                <a:lnTo>
                  <a:pt x="1614192" y="119857"/>
                </a:lnTo>
                <a:lnTo>
                  <a:pt x="1614079" y="119879"/>
                </a:lnTo>
                <a:lnTo>
                  <a:pt x="1613964" y="119903"/>
                </a:lnTo>
                <a:lnTo>
                  <a:pt x="1613846" y="119926"/>
                </a:lnTo>
                <a:lnTo>
                  <a:pt x="1613727" y="119950"/>
                </a:lnTo>
                <a:lnTo>
                  <a:pt x="1613605" y="119974"/>
                </a:lnTo>
                <a:lnTo>
                  <a:pt x="1613481" y="119999"/>
                </a:lnTo>
                <a:lnTo>
                  <a:pt x="1613355" y="120024"/>
                </a:lnTo>
                <a:lnTo>
                  <a:pt x="1613227" y="120050"/>
                </a:lnTo>
                <a:lnTo>
                  <a:pt x="1613096" y="120076"/>
                </a:lnTo>
                <a:lnTo>
                  <a:pt x="1612963" y="120097"/>
                </a:lnTo>
                <a:lnTo>
                  <a:pt x="1612827" y="120116"/>
                </a:lnTo>
                <a:lnTo>
                  <a:pt x="1612687" y="120135"/>
                </a:lnTo>
                <a:lnTo>
                  <a:pt x="1612545" y="120153"/>
                </a:lnTo>
                <a:lnTo>
                  <a:pt x="1612399" y="120170"/>
                </a:lnTo>
                <a:lnTo>
                  <a:pt x="1612251" y="120187"/>
                </a:lnTo>
                <a:lnTo>
                  <a:pt x="1612099" y="120202"/>
                </a:lnTo>
                <a:lnTo>
                  <a:pt x="1611944" y="120217"/>
                </a:lnTo>
                <a:lnTo>
                  <a:pt x="1611787" y="120230"/>
                </a:lnTo>
                <a:lnTo>
                  <a:pt x="1611626" y="120243"/>
                </a:lnTo>
                <a:lnTo>
                  <a:pt x="1611462" y="120255"/>
                </a:lnTo>
                <a:lnTo>
                  <a:pt x="1611295" y="120266"/>
                </a:lnTo>
                <a:lnTo>
                  <a:pt x="1611125" y="120276"/>
                </a:lnTo>
                <a:lnTo>
                  <a:pt x="1610952" y="120285"/>
                </a:lnTo>
                <a:lnTo>
                  <a:pt x="1610775" y="120293"/>
                </a:lnTo>
                <a:lnTo>
                  <a:pt x="1610596" y="120301"/>
                </a:lnTo>
                <a:lnTo>
                  <a:pt x="1610414" y="120307"/>
                </a:lnTo>
                <a:lnTo>
                  <a:pt x="1610228" y="120313"/>
                </a:lnTo>
                <a:lnTo>
                  <a:pt x="1610040" y="120318"/>
                </a:lnTo>
                <a:lnTo>
                  <a:pt x="1609848" y="120322"/>
                </a:lnTo>
                <a:lnTo>
                  <a:pt x="1609654" y="120325"/>
                </a:lnTo>
                <a:lnTo>
                  <a:pt x="1609456" y="120327"/>
                </a:lnTo>
                <a:lnTo>
                  <a:pt x="1609255" y="120328"/>
                </a:lnTo>
                <a:lnTo>
                  <a:pt x="1609051" y="120329"/>
                </a:lnTo>
                <a:lnTo>
                  <a:pt x="1608778" y="120327"/>
                </a:lnTo>
                <a:lnTo>
                  <a:pt x="1608506" y="120322"/>
                </a:lnTo>
                <a:lnTo>
                  <a:pt x="1608235" y="120313"/>
                </a:lnTo>
                <a:lnTo>
                  <a:pt x="1607965" y="120301"/>
                </a:lnTo>
                <a:lnTo>
                  <a:pt x="1607696" y="120285"/>
                </a:lnTo>
                <a:lnTo>
                  <a:pt x="1607428" y="120266"/>
                </a:lnTo>
                <a:lnTo>
                  <a:pt x="1607161" y="120243"/>
                </a:lnTo>
                <a:lnTo>
                  <a:pt x="1606896" y="120217"/>
                </a:lnTo>
                <a:lnTo>
                  <a:pt x="1606631" y="120187"/>
                </a:lnTo>
                <a:lnTo>
                  <a:pt x="1606368" y="120153"/>
                </a:lnTo>
                <a:lnTo>
                  <a:pt x="1606105" y="120116"/>
                </a:lnTo>
                <a:lnTo>
                  <a:pt x="1605844" y="120076"/>
                </a:lnTo>
                <a:lnTo>
                  <a:pt x="1605584" y="120032"/>
                </a:lnTo>
                <a:lnTo>
                  <a:pt x="1605325" y="119985"/>
                </a:lnTo>
                <a:lnTo>
                  <a:pt x="1605067" y="119934"/>
                </a:lnTo>
                <a:lnTo>
                  <a:pt x="1604810" y="119879"/>
                </a:lnTo>
                <a:lnTo>
                  <a:pt x="1604554" y="119822"/>
                </a:lnTo>
                <a:lnTo>
                  <a:pt x="1604300" y="119760"/>
                </a:lnTo>
                <a:lnTo>
                  <a:pt x="1604046" y="119695"/>
                </a:lnTo>
                <a:lnTo>
                  <a:pt x="1603794" y="119627"/>
                </a:lnTo>
                <a:lnTo>
                  <a:pt x="1603542" y="119555"/>
                </a:lnTo>
                <a:lnTo>
                  <a:pt x="1603292" y="119479"/>
                </a:lnTo>
                <a:lnTo>
                  <a:pt x="1603043" y="119400"/>
                </a:lnTo>
                <a:lnTo>
                  <a:pt x="1602795" y="119318"/>
                </a:lnTo>
                <a:lnTo>
                  <a:pt x="1602554" y="119225"/>
                </a:lnTo>
                <a:lnTo>
                  <a:pt x="1602317" y="119125"/>
                </a:lnTo>
                <a:lnTo>
                  <a:pt x="1602084" y="119018"/>
                </a:lnTo>
                <a:lnTo>
                  <a:pt x="1601854" y="118903"/>
                </a:lnTo>
                <a:lnTo>
                  <a:pt x="1601627" y="118782"/>
                </a:lnTo>
                <a:lnTo>
                  <a:pt x="1601404" y="118654"/>
                </a:lnTo>
                <a:lnTo>
                  <a:pt x="1601185" y="118519"/>
                </a:lnTo>
                <a:lnTo>
                  <a:pt x="1600969" y="118377"/>
                </a:lnTo>
                <a:lnTo>
                  <a:pt x="1600757" y="118228"/>
                </a:lnTo>
                <a:lnTo>
                  <a:pt x="1600548" y="118071"/>
                </a:lnTo>
                <a:lnTo>
                  <a:pt x="1600342" y="117908"/>
                </a:lnTo>
                <a:lnTo>
                  <a:pt x="1600140" y="117738"/>
                </a:lnTo>
                <a:lnTo>
                  <a:pt x="1599942" y="117560"/>
                </a:lnTo>
                <a:lnTo>
                  <a:pt x="1599747" y="117376"/>
                </a:lnTo>
                <a:lnTo>
                  <a:pt x="1599556" y="117185"/>
                </a:lnTo>
                <a:lnTo>
                  <a:pt x="1599368" y="116986"/>
                </a:lnTo>
                <a:lnTo>
                  <a:pt x="1599184" y="116781"/>
                </a:lnTo>
                <a:lnTo>
                  <a:pt x="1599003" y="116569"/>
                </a:lnTo>
                <a:lnTo>
                  <a:pt x="1598826" y="116349"/>
                </a:lnTo>
                <a:lnTo>
                  <a:pt x="1598652" y="116123"/>
                </a:lnTo>
                <a:lnTo>
                  <a:pt x="1598481" y="115889"/>
                </a:lnTo>
                <a:lnTo>
                  <a:pt x="1598315" y="115649"/>
                </a:lnTo>
                <a:lnTo>
                  <a:pt x="1598151" y="115401"/>
                </a:lnTo>
                <a:lnTo>
                  <a:pt x="1597992" y="115147"/>
                </a:lnTo>
                <a:lnTo>
                  <a:pt x="1597842" y="114878"/>
                </a:lnTo>
                <a:lnTo>
                  <a:pt x="1597699" y="114598"/>
                </a:lnTo>
                <a:lnTo>
                  <a:pt x="1597562" y="114307"/>
                </a:lnTo>
                <a:lnTo>
                  <a:pt x="1597432" y="114006"/>
                </a:lnTo>
                <a:lnTo>
                  <a:pt x="1597308" y="113693"/>
                </a:lnTo>
                <a:lnTo>
                  <a:pt x="1597190" y="113369"/>
                </a:lnTo>
                <a:lnTo>
                  <a:pt x="1597078" y="113035"/>
                </a:lnTo>
                <a:lnTo>
                  <a:pt x="1596973" y="112689"/>
                </a:lnTo>
                <a:lnTo>
                  <a:pt x="1596875" y="112332"/>
                </a:lnTo>
                <a:lnTo>
                  <a:pt x="1596783" y="111965"/>
                </a:lnTo>
                <a:lnTo>
                  <a:pt x="1596697" y="111586"/>
                </a:lnTo>
                <a:lnTo>
                  <a:pt x="1596617" y="111197"/>
                </a:lnTo>
                <a:lnTo>
                  <a:pt x="1596544" y="110796"/>
                </a:lnTo>
                <a:lnTo>
                  <a:pt x="1596477" y="110385"/>
                </a:lnTo>
                <a:lnTo>
                  <a:pt x="1596417" y="109962"/>
                </a:lnTo>
                <a:lnTo>
                  <a:pt x="1596363" y="109529"/>
                </a:lnTo>
                <a:lnTo>
                  <a:pt x="1596315" y="109085"/>
                </a:lnTo>
                <a:lnTo>
                  <a:pt x="1596274" y="108629"/>
                </a:lnTo>
                <a:lnTo>
                  <a:pt x="1596239" y="108163"/>
                </a:lnTo>
                <a:lnTo>
                  <a:pt x="1596210" y="107686"/>
                </a:lnTo>
                <a:lnTo>
                  <a:pt x="1596188" y="107198"/>
                </a:lnTo>
                <a:lnTo>
                  <a:pt x="1596172" y="106698"/>
                </a:lnTo>
                <a:lnTo>
                  <a:pt x="1596162" y="106188"/>
                </a:lnTo>
                <a:lnTo>
                  <a:pt x="1596159" y="105667"/>
                </a:lnTo>
                <a:lnTo>
                  <a:pt x="1596159" y="49042"/>
                </a:lnTo>
                <a:lnTo>
                  <a:pt x="1616888" y="49042"/>
                </a:lnTo>
                <a:lnTo>
                  <a:pt x="1616888" y="36402"/>
                </a:lnTo>
                <a:lnTo>
                  <a:pt x="1596159" y="36402"/>
                </a:lnTo>
                <a:lnTo>
                  <a:pt x="1596159" y="13145"/>
                </a:lnTo>
                <a:lnTo>
                  <a:pt x="1581244" y="13145"/>
                </a:lnTo>
                <a:lnTo>
                  <a:pt x="1581244" y="36402"/>
                </a:lnTo>
                <a:lnTo>
                  <a:pt x="1566582" y="36402"/>
                </a:lnTo>
                <a:close/>
                <a:moveTo>
                  <a:pt x="1425493" y="4045"/>
                </a:moveTo>
                <a:lnTo>
                  <a:pt x="1425493" y="133474"/>
                </a:lnTo>
                <a:lnTo>
                  <a:pt x="1441166" y="133474"/>
                </a:lnTo>
                <a:lnTo>
                  <a:pt x="1441166" y="4045"/>
                </a:lnTo>
                <a:lnTo>
                  <a:pt x="1425493" y="4045"/>
                </a:lnTo>
                <a:close/>
                <a:moveTo>
                  <a:pt x="2012460" y="4045"/>
                </a:moveTo>
                <a:lnTo>
                  <a:pt x="2012460" y="133474"/>
                </a:lnTo>
                <a:lnTo>
                  <a:pt x="2027374" y="133474"/>
                </a:lnTo>
                <a:lnTo>
                  <a:pt x="2027374" y="4045"/>
                </a:lnTo>
                <a:lnTo>
                  <a:pt x="2012460" y="4045"/>
                </a:lnTo>
                <a:close/>
                <a:moveTo>
                  <a:pt x="2054692" y="133474"/>
                </a:moveTo>
                <a:lnTo>
                  <a:pt x="2069606" y="133474"/>
                </a:lnTo>
                <a:lnTo>
                  <a:pt x="2069606" y="4045"/>
                </a:lnTo>
                <a:lnTo>
                  <a:pt x="2054692" y="4045"/>
                </a:lnTo>
                <a:lnTo>
                  <a:pt x="2054692" y="133474"/>
                </a:lnTo>
                <a:close/>
                <a:moveTo>
                  <a:pt x="1756826" y="70425"/>
                </a:moveTo>
                <a:lnTo>
                  <a:pt x="1756864" y="69895"/>
                </a:lnTo>
                <a:lnTo>
                  <a:pt x="1756914" y="69370"/>
                </a:lnTo>
                <a:lnTo>
                  <a:pt x="1756974" y="68850"/>
                </a:lnTo>
                <a:lnTo>
                  <a:pt x="1757045" y="68335"/>
                </a:lnTo>
                <a:lnTo>
                  <a:pt x="1757128" y="67825"/>
                </a:lnTo>
                <a:lnTo>
                  <a:pt x="1757221" y="67321"/>
                </a:lnTo>
                <a:lnTo>
                  <a:pt x="1757325" y="66821"/>
                </a:lnTo>
                <a:lnTo>
                  <a:pt x="1757440" y="66326"/>
                </a:lnTo>
                <a:lnTo>
                  <a:pt x="1757566" y="65836"/>
                </a:lnTo>
                <a:lnTo>
                  <a:pt x="1757704" y="65352"/>
                </a:lnTo>
                <a:lnTo>
                  <a:pt x="1757852" y="64872"/>
                </a:lnTo>
                <a:lnTo>
                  <a:pt x="1758011" y="64398"/>
                </a:lnTo>
                <a:lnTo>
                  <a:pt x="1758181" y="63928"/>
                </a:lnTo>
                <a:lnTo>
                  <a:pt x="1758362" y="63464"/>
                </a:lnTo>
                <a:lnTo>
                  <a:pt x="1758554" y="63004"/>
                </a:lnTo>
                <a:lnTo>
                  <a:pt x="1758757" y="62550"/>
                </a:lnTo>
                <a:lnTo>
                  <a:pt x="1758971" y="62101"/>
                </a:lnTo>
                <a:lnTo>
                  <a:pt x="1759196" y="61657"/>
                </a:lnTo>
                <a:lnTo>
                  <a:pt x="1759432" y="61217"/>
                </a:lnTo>
                <a:lnTo>
                  <a:pt x="1759679" y="60783"/>
                </a:lnTo>
                <a:lnTo>
                  <a:pt x="1759936" y="60354"/>
                </a:lnTo>
                <a:lnTo>
                  <a:pt x="1760209" y="59926"/>
                </a:lnTo>
                <a:lnTo>
                  <a:pt x="1760489" y="59506"/>
                </a:lnTo>
                <a:lnTo>
                  <a:pt x="1760778" y="59094"/>
                </a:lnTo>
                <a:lnTo>
                  <a:pt x="1761074" y="58690"/>
                </a:lnTo>
                <a:lnTo>
                  <a:pt x="1761378" y="58294"/>
                </a:lnTo>
                <a:lnTo>
                  <a:pt x="1761690" y="57905"/>
                </a:lnTo>
                <a:lnTo>
                  <a:pt x="1762010" y="57525"/>
                </a:lnTo>
                <a:lnTo>
                  <a:pt x="1762338" y="57152"/>
                </a:lnTo>
                <a:lnTo>
                  <a:pt x="1762674" y="56787"/>
                </a:lnTo>
                <a:lnTo>
                  <a:pt x="1763017" y="56430"/>
                </a:lnTo>
                <a:lnTo>
                  <a:pt x="1763369" y="56082"/>
                </a:lnTo>
                <a:lnTo>
                  <a:pt x="1763728" y="55741"/>
                </a:lnTo>
                <a:lnTo>
                  <a:pt x="1764096" y="55407"/>
                </a:lnTo>
                <a:lnTo>
                  <a:pt x="1764471" y="55082"/>
                </a:lnTo>
                <a:lnTo>
                  <a:pt x="1764854" y="54765"/>
                </a:lnTo>
                <a:lnTo>
                  <a:pt x="1765245" y="54456"/>
                </a:lnTo>
                <a:lnTo>
                  <a:pt x="1765644" y="54154"/>
                </a:lnTo>
                <a:lnTo>
                  <a:pt x="1766051" y="53860"/>
                </a:lnTo>
                <a:lnTo>
                  <a:pt x="1766465" y="53575"/>
                </a:lnTo>
                <a:lnTo>
                  <a:pt x="1766888" y="53297"/>
                </a:lnTo>
                <a:lnTo>
                  <a:pt x="1767319" y="53027"/>
                </a:lnTo>
                <a:lnTo>
                  <a:pt x="1767757" y="52765"/>
                </a:lnTo>
                <a:lnTo>
                  <a:pt x="1768203" y="52511"/>
                </a:lnTo>
                <a:lnTo>
                  <a:pt x="1768658" y="52265"/>
                </a:lnTo>
                <a:lnTo>
                  <a:pt x="1769124" y="52022"/>
                </a:lnTo>
                <a:lnTo>
                  <a:pt x="1769595" y="51790"/>
                </a:lnTo>
                <a:lnTo>
                  <a:pt x="1770072" y="51569"/>
                </a:lnTo>
                <a:lnTo>
                  <a:pt x="1770554" y="51357"/>
                </a:lnTo>
                <a:lnTo>
                  <a:pt x="1771041" y="51156"/>
                </a:lnTo>
                <a:lnTo>
                  <a:pt x="1771533" y="50965"/>
                </a:lnTo>
                <a:lnTo>
                  <a:pt x="1772031" y="50785"/>
                </a:lnTo>
                <a:lnTo>
                  <a:pt x="1772534" y="50615"/>
                </a:lnTo>
                <a:lnTo>
                  <a:pt x="1773042" y="50455"/>
                </a:lnTo>
                <a:lnTo>
                  <a:pt x="1773556" y="50305"/>
                </a:lnTo>
                <a:lnTo>
                  <a:pt x="1774074" y="50166"/>
                </a:lnTo>
                <a:lnTo>
                  <a:pt x="1774598" y="50037"/>
                </a:lnTo>
                <a:lnTo>
                  <a:pt x="1775128" y="49918"/>
                </a:lnTo>
                <a:lnTo>
                  <a:pt x="1775662" y="49810"/>
                </a:lnTo>
                <a:lnTo>
                  <a:pt x="1776202" y="49712"/>
                </a:lnTo>
                <a:lnTo>
                  <a:pt x="1776747" y="49624"/>
                </a:lnTo>
                <a:lnTo>
                  <a:pt x="1777297" y="49547"/>
                </a:lnTo>
                <a:lnTo>
                  <a:pt x="1777853" y="49480"/>
                </a:lnTo>
                <a:lnTo>
                  <a:pt x="1778414" y="49423"/>
                </a:lnTo>
                <a:lnTo>
                  <a:pt x="1778980" y="49377"/>
                </a:lnTo>
                <a:lnTo>
                  <a:pt x="1779551" y="49341"/>
                </a:lnTo>
                <a:lnTo>
                  <a:pt x="1780128" y="49315"/>
                </a:lnTo>
                <a:lnTo>
                  <a:pt x="1780710" y="49300"/>
                </a:lnTo>
                <a:lnTo>
                  <a:pt x="1781297" y="49294"/>
                </a:lnTo>
                <a:lnTo>
                  <a:pt x="1781544" y="49295"/>
                </a:lnTo>
                <a:lnTo>
                  <a:pt x="1781790" y="49297"/>
                </a:lnTo>
                <a:lnTo>
                  <a:pt x="1782035" y="49301"/>
                </a:lnTo>
                <a:lnTo>
                  <a:pt x="1782279" y="49307"/>
                </a:lnTo>
                <a:lnTo>
                  <a:pt x="1782521" y="49314"/>
                </a:lnTo>
                <a:lnTo>
                  <a:pt x="1782763" y="49322"/>
                </a:lnTo>
                <a:lnTo>
                  <a:pt x="1783003" y="49332"/>
                </a:lnTo>
                <a:lnTo>
                  <a:pt x="1783242" y="49344"/>
                </a:lnTo>
                <a:lnTo>
                  <a:pt x="1783481" y="49357"/>
                </a:lnTo>
                <a:lnTo>
                  <a:pt x="1783718" y="49371"/>
                </a:lnTo>
                <a:lnTo>
                  <a:pt x="1783954" y="49387"/>
                </a:lnTo>
                <a:lnTo>
                  <a:pt x="1784189" y="49405"/>
                </a:lnTo>
                <a:lnTo>
                  <a:pt x="1784422" y="49424"/>
                </a:lnTo>
                <a:lnTo>
                  <a:pt x="1784655" y="49445"/>
                </a:lnTo>
                <a:lnTo>
                  <a:pt x="1784887" y="49467"/>
                </a:lnTo>
                <a:lnTo>
                  <a:pt x="1785117" y="49491"/>
                </a:lnTo>
                <a:lnTo>
                  <a:pt x="1785347" y="49516"/>
                </a:lnTo>
                <a:lnTo>
                  <a:pt x="1785575" y="49543"/>
                </a:lnTo>
                <a:lnTo>
                  <a:pt x="1785802" y="49572"/>
                </a:lnTo>
                <a:lnTo>
                  <a:pt x="1786028" y="49602"/>
                </a:lnTo>
                <a:lnTo>
                  <a:pt x="1786253" y="49633"/>
                </a:lnTo>
                <a:lnTo>
                  <a:pt x="1786477" y="49666"/>
                </a:lnTo>
                <a:lnTo>
                  <a:pt x="1786700" y="49701"/>
                </a:lnTo>
                <a:lnTo>
                  <a:pt x="1786922" y="49737"/>
                </a:lnTo>
                <a:lnTo>
                  <a:pt x="1787145" y="49768"/>
                </a:lnTo>
                <a:lnTo>
                  <a:pt x="1787361" y="49799"/>
                </a:lnTo>
                <a:lnTo>
                  <a:pt x="1787571" y="49829"/>
                </a:lnTo>
                <a:lnTo>
                  <a:pt x="1787773" y="49858"/>
                </a:lnTo>
                <a:lnTo>
                  <a:pt x="1787969" y="49887"/>
                </a:lnTo>
                <a:lnTo>
                  <a:pt x="1788158" y="49915"/>
                </a:lnTo>
                <a:lnTo>
                  <a:pt x="1788340" y="49942"/>
                </a:lnTo>
                <a:lnTo>
                  <a:pt x="1788516" y="49968"/>
                </a:lnTo>
                <a:lnTo>
                  <a:pt x="1788685" y="49995"/>
                </a:lnTo>
                <a:lnTo>
                  <a:pt x="1788846" y="50020"/>
                </a:lnTo>
                <a:lnTo>
                  <a:pt x="1789001" y="50045"/>
                </a:lnTo>
                <a:lnTo>
                  <a:pt x="1789150" y="50069"/>
                </a:lnTo>
                <a:lnTo>
                  <a:pt x="1789291" y="50092"/>
                </a:lnTo>
                <a:lnTo>
                  <a:pt x="1789426" y="50115"/>
                </a:lnTo>
                <a:lnTo>
                  <a:pt x="1789554" y="50137"/>
                </a:lnTo>
                <a:lnTo>
                  <a:pt x="1789675" y="50158"/>
                </a:lnTo>
                <a:lnTo>
                  <a:pt x="1789789" y="50179"/>
                </a:lnTo>
                <a:lnTo>
                  <a:pt x="1789896" y="50199"/>
                </a:lnTo>
                <a:lnTo>
                  <a:pt x="1789997" y="50218"/>
                </a:lnTo>
                <a:lnTo>
                  <a:pt x="1790091" y="50237"/>
                </a:lnTo>
                <a:lnTo>
                  <a:pt x="1790178" y="50255"/>
                </a:lnTo>
                <a:lnTo>
                  <a:pt x="1790258" y="50273"/>
                </a:lnTo>
                <a:lnTo>
                  <a:pt x="1790331" y="50289"/>
                </a:lnTo>
                <a:lnTo>
                  <a:pt x="1790398" y="50306"/>
                </a:lnTo>
                <a:lnTo>
                  <a:pt x="1790398" y="35138"/>
                </a:lnTo>
                <a:lnTo>
                  <a:pt x="1790290" y="35128"/>
                </a:lnTo>
                <a:lnTo>
                  <a:pt x="1790179" y="35117"/>
                </a:lnTo>
                <a:lnTo>
                  <a:pt x="1790063" y="35107"/>
                </a:lnTo>
                <a:lnTo>
                  <a:pt x="1789943" y="35098"/>
                </a:lnTo>
                <a:lnTo>
                  <a:pt x="1789819" y="35088"/>
                </a:lnTo>
                <a:lnTo>
                  <a:pt x="1789691" y="35079"/>
                </a:lnTo>
                <a:lnTo>
                  <a:pt x="1789558" y="35070"/>
                </a:lnTo>
                <a:lnTo>
                  <a:pt x="1789422" y="35061"/>
                </a:lnTo>
                <a:lnTo>
                  <a:pt x="1789281" y="35052"/>
                </a:lnTo>
                <a:lnTo>
                  <a:pt x="1789136" y="35044"/>
                </a:lnTo>
                <a:lnTo>
                  <a:pt x="1788987" y="35035"/>
                </a:lnTo>
                <a:lnTo>
                  <a:pt x="1788834" y="35027"/>
                </a:lnTo>
                <a:lnTo>
                  <a:pt x="1788676" y="35020"/>
                </a:lnTo>
                <a:lnTo>
                  <a:pt x="1788514" y="35012"/>
                </a:lnTo>
                <a:lnTo>
                  <a:pt x="1788349" y="35005"/>
                </a:lnTo>
                <a:lnTo>
                  <a:pt x="1788179" y="34998"/>
                </a:lnTo>
                <a:lnTo>
                  <a:pt x="1788005" y="34991"/>
                </a:lnTo>
                <a:lnTo>
                  <a:pt x="1787826" y="34984"/>
                </a:lnTo>
                <a:lnTo>
                  <a:pt x="1787644" y="34978"/>
                </a:lnTo>
                <a:lnTo>
                  <a:pt x="1787457" y="34971"/>
                </a:lnTo>
                <a:lnTo>
                  <a:pt x="1787266" y="34965"/>
                </a:lnTo>
                <a:lnTo>
                  <a:pt x="1787071" y="34959"/>
                </a:lnTo>
                <a:lnTo>
                  <a:pt x="1786872" y="34954"/>
                </a:lnTo>
                <a:lnTo>
                  <a:pt x="1786669" y="34948"/>
                </a:lnTo>
                <a:lnTo>
                  <a:pt x="1786465" y="34943"/>
                </a:lnTo>
                <a:lnTo>
                  <a:pt x="1786264" y="34938"/>
                </a:lnTo>
                <a:lnTo>
                  <a:pt x="1786066" y="34934"/>
                </a:lnTo>
                <a:lnTo>
                  <a:pt x="1785870" y="34929"/>
                </a:lnTo>
                <a:lnTo>
                  <a:pt x="1785678" y="34925"/>
                </a:lnTo>
                <a:lnTo>
                  <a:pt x="1785488" y="34921"/>
                </a:lnTo>
                <a:lnTo>
                  <a:pt x="1785301" y="34917"/>
                </a:lnTo>
                <a:lnTo>
                  <a:pt x="1785117" y="34913"/>
                </a:lnTo>
                <a:lnTo>
                  <a:pt x="1784936" y="34910"/>
                </a:lnTo>
                <a:lnTo>
                  <a:pt x="1784758" y="34907"/>
                </a:lnTo>
                <a:lnTo>
                  <a:pt x="1784582" y="34904"/>
                </a:lnTo>
                <a:lnTo>
                  <a:pt x="1784410" y="34901"/>
                </a:lnTo>
                <a:lnTo>
                  <a:pt x="1784240" y="34899"/>
                </a:lnTo>
                <a:lnTo>
                  <a:pt x="1784073" y="34896"/>
                </a:lnTo>
                <a:lnTo>
                  <a:pt x="1783909" y="34894"/>
                </a:lnTo>
                <a:lnTo>
                  <a:pt x="1783748" y="34892"/>
                </a:lnTo>
                <a:lnTo>
                  <a:pt x="1783590" y="34891"/>
                </a:lnTo>
                <a:lnTo>
                  <a:pt x="1783434" y="34889"/>
                </a:lnTo>
                <a:lnTo>
                  <a:pt x="1783282" y="34888"/>
                </a:lnTo>
                <a:lnTo>
                  <a:pt x="1783132" y="34887"/>
                </a:lnTo>
                <a:lnTo>
                  <a:pt x="1782985" y="34886"/>
                </a:lnTo>
                <a:lnTo>
                  <a:pt x="1782841" y="34886"/>
                </a:lnTo>
                <a:lnTo>
                  <a:pt x="1782700" y="34885"/>
                </a:lnTo>
                <a:lnTo>
                  <a:pt x="1782561" y="34885"/>
                </a:lnTo>
                <a:lnTo>
                  <a:pt x="1781838" y="34893"/>
                </a:lnTo>
                <a:lnTo>
                  <a:pt x="1781120" y="34916"/>
                </a:lnTo>
                <a:lnTo>
                  <a:pt x="1780409" y="34955"/>
                </a:lnTo>
                <a:lnTo>
                  <a:pt x="1779703" y="35010"/>
                </a:lnTo>
                <a:lnTo>
                  <a:pt x="1779004" y="35080"/>
                </a:lnTo>
                <a:lnTo>
                  <a:pt x="1778311" y="35166"/>
                </a:lnTo>
                <a:lnTo>
                  <a:pt x="1777624" y="35267"/>
                </a:lnTo>
                <a:lnTo>
                  <a:pt x="1776944" y="35384"/>
                </a:lnTo>
                <a:lnTo>
                  <a:pt x="1776269" y="35516"/>
                </a:lnTo>
                <a:lnTo>
                  <a:pt x="1775601" y="35664"/>
                </a:lnTo>
                <a:lnTo>
                  <a:pt x="1774938" y="35828"/>
                </a:lnTo>
                <a:lnTo>
                  <a:pt x="1774282" y="36007"/>
                </a:lnTo>
                <a:lnTo>
                  <a:pt x="1773632" y="36202"/>
                </a:lnTo>
                <a:lnTo>
                  <a:pt x="1772988" y="36412"/>
                </a:lnTo>
                <a:lnTo>
                  <a:pt x="1772351" y="36638"/>
                </a:lnTo>
                <a:lnTo>
                  <a:pt x="1771719" y="36879"/>
                </a:lnTo>
                <a:lnTo>
                  <a:pt x="1771094" y="37137"/>
                </a:lnTo>
                <a:lnTo>
                  <a:pt x="1770475" y="37409"/>
                </a:lnTo>
                <a:lnTo>
                  <a:pt x="1769861" y="37697"/>
                </a:lnTo>
                <a:lnTo>
                  <a:pt x="1769255" y="38001"/>
                </a:lnTo>
                <a:lnTo>
                  <a:pt x="1768654" y="38321"/>
                </a:lnTo>
                <a:lnTo>
                  <a:pt x="1768059" y="38656"/>
                </a:lnTo>
                <a:lnTo>
                  <a:pt x="1767471" y="39006"/>
                </a:lnTo>
                <a:lnTo>
                  <a:pt x="1766888" y="39372"/>
                </a:lnTo>
                <a:lnTo>
                  <a:pt x="1766316" y="39751"/>
                </a:lnTo>
                <a:lnTo>
                  <a:pt x="1765759" y="40139"/>
                </a:lnTo>
                <a:lnTo>
                  <a:pt x="1765217" y="40537"/>
                </a:lnTo>
                <a:lnTo>
                  <a:pt x="1764690" y="40943"/>
                </a:lnTo>
                <a:lnTo>
                  <a:pt x="1764178" y="41360"/>
                </a:lnTo>
                <a:lnTo>
                  <a:pt x="1763681" y="41786"/>
                </a:lnTo>
                <a:lnTo>
                  <a:pt x="1763199" y="42221"/>
                </a:lnTo>
                <a:lnTo>
                  <a:pt x="1762731" y="42666"/>
                </a:lnTo>
                <a:lnTo>
                  <a:pt x="1762279" y="43120"/>
                </a:lnTo>
                <a:lnTo>
                  <a:pt x="1761841" y="43583"/>
                </a:lnTo>
                <a:lnTo>
                  <a:pt x="1761418" y="44056"/>
                </a:lnTo>
                <a:lnTo>
                  <a:pt x="1761011" y="44539"/>
                </a:lnTo>
                <a:lnTo>
                  <a:pt x="1760618" y="45031"/>
                </a:lnTo>
                <a:lnTo>
                  <a:pt x="1760240" y="45532"/>
                </a:lnTo>
                <a:lnTo>
                  <a:pt x="1759877" y="46043"/>
                </a:lnTo>
                <a:lnTo>
                  <a:pt x="1759529" y="46563"/>
                </a:lnTo>
                <a:lnTo>
                  <a:pt x="1759196" y="47092"/>
                </a:lnTo>
                <a:lnTo>
                  <a:pt x="1758878" y="47632"/>
                </a:lnTo>
                <a:lnTo>
                  <a:pt x="1758575" y="48180"/>
                </a:lnTo>
                <a:lnTo>
                  <a:pt x="1758286" y="48738"/>
                </a:lnTo>
                <a:lnTo>
                  <a:pt x="1758013" y="49305"/>
                </a:lnTo>
                <a:lnTo>
                  <a:pt x="1757754" y="49882"/>
                </a:lnTo>
                <a:lnTo>
                  <a:pt x="1757511" y="50468"/>
                </a:lnTo>
                <a:lnTo>
                  <a:pt x="1757282" y="51064"/>
                </a:lnTo>
                <a:lnTo>
                  <a:pt x="1756271" y="51064"/>
                </a:lnTo>
                <a:lnTo>
                  <a:pt x="1756271" y="36402"/>
                </a:lnTo>
                <a:lnTo>
                  <a:pt x="1741862" y="36402"/>
                </a:lnTo>
                <a:lnTo>
                  <a:pt x="1741862" y="133474"/>
                </a:lnTo>
                <a:lnTo>
                  <a:pt x="1756776" y="133474"/>
                </a:lnTo>
                <a:lnTo>
                  <a:pt x="1756776" y="72046"/>
                </a:lnTo>
                <a:lnTo>
                  <a:pt x="1756782" y="71500"/>
                </a:lnTo>
                <a:lnTo>
                  <a:pt x="1756798" y="70960"/>
                </a:lnTo>
                <a:lnTo>
                  <a:pt x="1756826" y="70425"/>
                </a:lnTo>
                <a:close/>
                <a:moveTo>
                  <a:pt x="1485623" y="71660"/>
                </a:moveTo>
                <a:lnTo>
                  <a:pt x="1485685" y="71003"/>
                </a:lnTo>
                <a:lnTo>
                  <a:pt x="1485758" y="70354"/>
                </a:lnTo>
                <a:lnTo>
                  <a:pt x="1485842" y="69714"/>
                </a:lnTo>
                <a:lnTo>
                  <a:pt x="1485937" y="69083"/>
                </a:lnTo>
                <a:lnTo>
                  <a:pt x="1486043" y="68461"/>
                </a:lnTo>
                <a:lnTo>
                  <a:pt x="1486161" y="67847"/>
                </a:lnTo>
                <a:lnTo>
                  <a:pt x="1486289" y="67243"/>
                </a:lnTo>
                <a:lnTo>
                  <a:pt x="1486429" y="66647"/>
                </a:lnTo>
                <a:lnTo>
                  <a:pt x="1486580" y="66059"/>
                </a:lnTo>
                <a:lnTo>
                  <a:pt x="1486743" y="65481"/>
                </a:lnTo>
                <a:lnTo>
                  <a:pt x="1486916" y="64911"/>
                </a:lnTo>
                <a:lnTo>
                  <a:pt x="1487101" y="64350"/>
                </a:lnTo>
                <a:lnTo>
                  <a:pt x="1487297" y="63798"/>
                </a:lnTo>
                <a:lnTo>
                  <a:pt x="1487504" y="63255"/>
                </a:lnTo>
                <a:lnTo>
                  <a:pt x="1487722" y="62720"/>
                </a:lnTo>
                <a:lnTo>
                  <a:pt x="1487951" y="62195"/>
                </a:lnTo>
                <a:lnTo>
                  <a:pt x="1488192" y="61678"/>
                </a:lnTo>
                <a:lnTo>
                  <a:pt x="1488444" y="61169"/>
                </a:lnTo>
                <a:lnTo>
                  <a:pt x="1488707" y="60670"/>
                </a:lnTo>
                <a:lnTo>
                  <a:pt x="1488979" y="60180"/>
                </a:lnTo>
                <a:lnTo>
                  <a:pt x="1489260" y="59700"/>
                </a:lnTo>
                <a:lnTo>
                  <a:pt x="1489549" y="59229"/>
                </a:lnTo>
                <a:lnTo>
                  <a:pt x="1489846" y="58769"/>
                </a:lnTo>
                <a:lnTo>
                  <a:pt x="1490151" y="58318"/>
                </a:lnTo>
                <a:lnTo>
                  <a:pt x="1490464" y="57877"/>
                </a:lnTo>
                <a:lnTo>
                  <a:pt x="1490786" y="57447"/>
                </a:lnTo>
                <a:lnTo>
                  <a:pt x="1491115" y="57026"/>
                </a:lnTo>
                <a:lnTo>
                  <a:pt x="1491453" y="56614"/>
                </a:lnTo>
                <a:lnTo>
                  <a:pt x="1491799" y="56213"/>
                </a:lnTo>
                <a:lnTo>
                  <a:pt x="1492152" y="55822"/>
                </a:lnTo>
                <a:lnTo>
                  <a:pt x="1492514" y="55440"/>
                </a:lnTo>
                <a:lnTo>
                  <a:pt x="1492884" y="55069"/>
                </a:lnTo>
                <a:lnTo>
                  <a:pt x="1493263" y="54707"/>
                </a:lnTo>
                <a:lnTo>
                  <a:pt x="1493649" y="54355"/>
                </a:lnTo>
                <a:lnTo>
                  <a:pt x="1494043" y="54013"/>
                </a:lnTo>
                <a:lnTo>
                  <a:pt x="1494446" y="53681"/>
                </a:lnTo>
                <a:lnTo>
                  <a:pt x="1494857" y="53359"/>
                </a:lnTo>
                <a:lnTo>
                  <a:pt x="1495275" y="53046"/>
                </a:lnTo>
                <a:lnTo>
                  <a:pt x="1495702" y="52744"/>
                </a:lnTo>
                <a:lnTo>
                  <a:pt x="1496137" y="52451"/>
                </a:lnTo>
                <a:lnTo>
                  <a:pt x="1496581" y="52169"/>
                </a:lnTo>
                <a:lnTo>
                  <a:pt x="1497032" y="51896"/>
                </a:lnTo>
                <a:lnTo>
                  <a:pt x="1497491" y="51633"/>
                </a:lnTo>
                <a:lnTo>
                  <a:pt x="1497963" y="51380"/>
                </a:lnTo>
                <a:lnTo>
                  <a:pt x="1498439" y="51138"/>
                </a:lnTo>
                <a:lnTo>
                  <a:pt x="1498921" y="50907"/>
                </a:lnTo>
                <a:lnTo>
                  <a:pt x="1499408" y="50686"/>
                </a:lnTo>
                <a:lnTo>
                  <a:pt x="1499901" y="50477"/>
                </a:lnTo>
                <a:lnTo>
                  <a:pt x="1500398" y="50278"/>
                </a:lnTo>
                <a:lnTo>
                  <a:pt x="1500901" y="50090"/>
                </a:lnTo>
                <a:lnTo>
                  <a:pt x="1501409" y="49912"/>
                </a:lnTo>
                <a:lnTo>
                  <a:pt x="1501923" y="49746"/>
                </a:lnTo>
                <a:lnTo>
                  <a:pt x="1502442" y="49590"/>
                </a:lnTo>
                <a:lnTo>
                  <a:pt x="1502966" y="49445"/>
                </a:lnTo>
                <a:lnTo>
                  <a:pt x="1503495" y="49310"/>
                </a:lnTo>
                <a:lnTo>
                  <a:pt x="1504029" y="49187"/>
                </a:lnTo>
                <a:lnTo>
                  <a:pt x="1504569" y="49074"/>
                </a:lnTo>
                <a:lnTo>
                  <a:pt x="1505114" y="48971"/>
                </a:lnTo>
                <a:lnTo>
                  <a:pt x="1505665" y="48880"/>
                </a:lnTo>
                <a:lnTo>
                  <a:pt x="1506220" y="48799"/>
                </a:lnTo>
                <a:lnTo>
                  <a:pt x="1506781" y="48730"/>
                </a:lnTo>
                <a:lnTo>
                  <a:pt x="1507347" y="48670"/>
                </a:lnTo>
                <a:lnTo>
                  <a:pt x="1507919" y="48622"/>
                </a:lnTo>
                <a:lnTo>
                  <a:pt x="1508496" y="48584"/>
                </a:lnTo>
                <a:lnTo>
                  <a:pt x="1509077" y="48558"/>
                </a:lnTo>
                <a:lnTo>
                  <a:pt x="1509665" y="48541"/>
                </a:lnTo>
                <a:lnTo>
                  <a:pt x="1510257" y="48536"/>
                </a:lnTo>
                <a:lnTo>
                  <a:pt x="1511113" y="48547"/>
                </a:lnTo>
                <a:lnTo>
                  <a:pt x="1511954" y="48581"/>
                </a:lnTo>
                <a:lnTo>
                  <a:pt x="1512779" y="48637"/>
                </a:lnTo>
                <a:lnTo>
                  <a:pt x="1513589" y="48715"/>
                </a:lnTo>
                <a:lnTo>
                  <a:pt x="1514384" y="48816"/>
                </a:lnTo>
                <a:lnTo>
                  <a:pt x="1515163" y="48939"/>
                </a:lnTo>
                <a:lnTo>
                  <a:pt x="1515927" y="49084"/>
                </a:lnTo>
                <a:lnTo>
                  <a:pt x="1516675" y="49252"/>
                </a:lnTo>
                <a:lnTo>
                  <a:pt x="1517408" y="49443"/>
                </a:lnTo>
                <a:lnTo>
                  <a:pt x="1518126" y="49655"/>
                </a:lnTo>
                <a:lnTo>
                  <a:pt x="1518829" y="49890"/>
                </a:lnTo>
                <a:lnTo>
                  <a:pt x="1519516" y="50148"/>
                </a:lnTo>
                <a:lnTo>
                  <a:pt x="1520187" y="50427"/>
                </a:lnTo>
                <a:lnTo>
                  <a:pt x="1520844" y="50730"/>
                </a:lnTo>
                <a:lnTo>
                  <a:pt x="1521485" y="51054"/>
                </a:lnTo>
                <a:lnTo>
                  <a:pt x="1522110" y="51401"/>
                </a:lnTo>
                <a:lnTo>
                  <a:pt x="1522721" y="51770"/>
                </a:lnTo>
                <a:lnTo>
                  <a:pt x="1523315" y="52162"/>
                </a:lnTo>
                <a:lnTo>
                  <a:pt x="1523895" y="52576"/>
                </a:lnTo>
                <a:lnTo>
                  <a:pt x="1524459" y="53013"/>
                </a:lnTo>
                <a:lnTo>
                  <a:pt x="1525008" y="53471"/>
                </a:lnTo>
                <a:lnTo>
                  <a:pt x="1525541" y="53953"/>
                </a:lnTo>
                <a:lnTo>
                  <a:pt x="1526059" y="54456"/>
                </a:lnTo>
                <a:lnTo>
                  <a:pt x="1526562" y="54982"/>
                </a:lnTo>
                <a:lnTo>
                  <a:pt x="1527047" y="55523"/>
                </a:lnTo>
                <a:lnTo>
                  <a:pt x="1527511" y="56081"/>
                </a:lnTo>
                <a:lnTo>
                  <a:pt x="1527955" y="56657"/>
                </a:lnTo>
                <a:lnTo>
                  <a:pt x="1528377" y="57250"/>
                </a:lnTo>
                <a:lnTo>
                  <a:pt x="1528780" y="57861"/>
                </a:lnTo>
                <a:lnTo>
                  <a:pt x="1529161" y="58490"/>
                </a:lnTo>
                <a:lnTo>
                  <a:pt x="1529522" y="59136"/>
                </a:lnTo>
                <a:lnTo>
                  <a:pt x="1529863" y="59799"/>
                </a:lnTo>
                <a:lnTo>
                  <a:pt x="1530182" y="60480"/>
                </a:lnTo>
                <a:lnTo>
                  <a:pt x="1530481" y="61179"/>
                </a:lnTo>
                <a:lnTo>
                  <a:pt x="1530760" y="61895"/>
                </a:lnTo>
                <a:lnTo>
                  <a:pt x="1531018" y="62629"/>
                </a:lnTo>
                <a:lnTo>
                  <a:pt x="1531255" y="63381"/>
                </a:lnTo>
                <a:lnTo>
                  <a:pt x="1531472" y="64149"/>
                </a:lnTo>
                <a:lnTo>
                  <a:pt x="1531667" y="64936"/>
                </a:lnTo>
                <a:lnTo>
                  <a:pt x="1531843" y="65740"/>
                </a:lnTo>
                <a:lnTo>
                  <a:pt x="1531998" y="66561"/>
                </a:lnTo>
                <a:lnTo>
                  <a:pt x="1532132" y="67401"/>
                </a:lnTo>
                <a:lnTo>
                  <a:pt x="1532245" y="68257"/>
                </a:lnTo>
                <a:lnTo>
                  <a:pt x="1532338" y="69132"/>
                </a:lnTo>
                <a:lnTo>
                  <a:pt x="1532410" y="70023"/>
                </a:lnTo>
                <a:lnTo>
                  <a:pt x="1532462" y="70933"/>
                </a:lnTo>
                <a:lnTo>
                  <a:pt x="1532493" y="71860"/>
                </a:lnTo>
                <a:lnTo>
                  <a:pt x="1532503" y="72804"/>
                </a:lnTo>
                <a:lnTo>
                  <a:pt x="1532503" y="133474"/>
                </a:lnTo>
                <a:lnTo>
                  <a:pt x="1547417" y="133474"/>
                </a:lnTo>
                <a:lnTo>
                  <a:pt x="1547417" y="71793"/>
                </a:lnTo>
                <a:lnTo>
                  <a:pt x="1547410" y="70768"/>
                </a:lnTo>
                <a:lnTo>
                  <a:pt x="1547389" y="69758"/>
                </a:lnTo>
                <a:lnTo>
                  <a:pt x="1547353" y="68763"/>
                </a:lnTo>
                <a:lnTo>
                  <a:pt x="1547303" y="67783"/>
                </a:lnTo>
                <a:lnTo>
                  <a:pt x="1547239" y="66818"/>
                </a:lnTo>
                <a:lnTo>
                  <a:pt x="1547161" y="65868"/>
                </a:lnTo>
                <a:lnTo>
                  <a:pt x="1547068" y="64933"/>
                </a:lnTo>
                <a:lnTo>
                  <a:pt x="1546961" y="64012"/>
                </a:lnTo>
                <a:lnTo>
                  <a:pt x="1546840" y="63107"/>
                </a:lnTo>
                <a:lnTo>
                  <a:pt x="1546704" y="62217"/>
                </a:lnTo>
                <a:lnTo>
                  <a:pt x="1546555" y="61341"/>
                </a:lnTo>
                <a:lnTo>
                  <a:pt x="1546391" y="60480"/>
                </a:lnTo>
                <a:lnTo>
                  <a:pt x="1546212" y="59635"/>
                </a:lnTo>
                <a:lnTo>
                  <a:pt x="1546020" y="58804"/>
                </a:lnTo>
                <a:lnTo>
                  <a:pt x="1545813" y="57988"/>
                </a:lnTo>
                <a:lnTo>
                  <a:pt x="1545592" y="57187"/>
                </a:lnTo>
                <a:lnTo>
                  <a:pt x="1545356" y="56401"/>
                </a:lnTo>
                <a:lnTo>
                  <a:pt x="1545107" y="55630"/>
                </a:lnTo>
                <a:lnTo>
                  <a:pt x="1544843" y="54874"/>
                </a:lnTo>
                <a:lnTo>
                  <a:pt x="1544565" y="54133"/>
                </a:lnTo>
                <a:lnTo>
                  <a:pt x="1544272" y="53406"/>
                </a:lnTo>
                <a:lnTo>
                  <a:pt x="1543966" y="52695"/>
                </a:lnTo>
                <a:lnTo>
                  <a:pt x="1543645" y="51998"/>
                </a:lnTo>
                <a:lnTo>
                  <a:pt x="1543310" y="51317"/>
                </a:lnTo>
                <a:lnTo>
                  <a:pt x="1542962" y="50645"/>
                </a:lnTo>
                <a:lnTo>
                  <a:pt x="1542602" y="49987"/>
                </a:lnTo>
                <a:lnTo>
                  <a:pt x="1542231" y="49344"/>
                </a:lnTo>
                <a:lnTo>
                  <a:pt x="1541849" y="48715"/>
                </a:lnTo>
                <a:lnTo>
                  <a:pt x="1541455" y="48101"/>
                </a:lnTo>
                <a:lnTo>
                  <a:pt x="1541050" y="47501"/>
                </a:lnTo>
                <a:lnTo>
                  <a:pt x="1540634" y="46916"/>
                </a:lnTo>
                <a:lnTo>
                  <a:pt x="1540206" y="46345"/>
                </a:lnTo>
                <a:lnTo>
                  <a:pt x="1539767" y="45789"/>
                </a:lnTo>
                <a:lnTo>
                  <a:pt x="1539316" y="45247"/>
                </a:lnTo>
                <a:lnTo>
                  <a:pt x="1538854" y="44720"/>
                </a:lnTo>
                <a:lnTo>
                  <a:pt x="1538380" y="44207"/>
                </a:lnTo>
                <a:lnTo>
                  <a:pt x="1537895" y="43709"/>
                </a:lnTo>
                <a:lnTo>
                  <a:pt x="1537399" y="43225"/>
                </a:lnTo>
                <a:lnTo>
                  <a:pt x="1536891" y="42755"/>
                </a:lnTo>
                <a:lnTo>
                  <a:pt x="1536372" y="42300"/>
                </a:lnTo>
                <a:lnTo>
                  <a:pt x="1535841" y="41860"/>
                </a:lnTo>
                <a:lnTo>
                  <a:pt x="1535299" y="41434"/>
                </a:lnTo>
                <a:lnTo>
                  <a:pt x="1534746" y="41023"/>
                </a:lnTo>
                <a:lnTo>
                  <a:pt x="1534181" y="40626"/>
                </a:lnTo>
                <a:lnTo>
                  <a:pt x="1533605" y="40243"/>
                </a:lnTo>
                <a:lnTo>
                  <a:pt x="1533017" y="39875"/>
                </a:lnTo>
                <a:lnTo>
                  <a:pt x="1532418" y="39522"/>
                </a:lnTo>
                <a:lnTo>
                  <a:pt x="1531808" y="39183"/>
                </a:lnTo>
                <a:lnTo>
                  <a:pt x="1531187" y="38853"/>
                </a:lnTo>
                <a:lnTo>
                  <a:pt x="1530558" y="38537"/>
                </a:lnTo>
                <a:lnTo>
                  <a:pt x="1529921" y="38235"/>
                </a:lnTo>
                <a:lnTo>
                  <a:pt x="1529274" y="37947"/>
                </a:lnTo>
                <a:lnTo>
                  <a:pt x="1528620" y="37673"/>
                </a:lnTo>
                <a:lnTo>
                  <a:pt x="1527956" y="37413"/>
                </a:lnTo>
                <a:lnTo>
                  <a:pt x="1527285" y="37167"/>
                </a:lnTo>
                <a:lnTo>
                  <a:pt x="1526604" y="36936"/>
                </a:lnTo>
                <a:lnTo>
                  <a:pt x="1525915" y="36718"/>
                </a:lnTo>
                <a:lnTo>
                  <a:pt x="1525218" y="36514"/>
                </a:lnTo>
                <a:lnTo>
                  <a:pt x="1524512" y="36325"/>
                </a:lnTo>
                <a:lnTo>
                  <a:pt x="1523797" y="36149"/>
                </a:lnTo>
                <a:lnTo>
                  <a:pt x="1523074" y="35988"/>
                </a:lnTo>
                <a:lnTo>
                  <a:pt x="1522342" y="35840"/>
                </a:lnTo>
                <a:lnTo>
                  <a:pt x="1521602" y="35707"/>
                </a:lnTo>
                <a:lnTo>
                  <a:pt x="1520853" y="35587"/>
                </a:lnTo>
                <a:lnTo>
                  <a:pt x="1520096" y="35482"/>
                </a:lnTo>
                <a:lnTo>
                  <a:pt x="1519330" y="35391"/>
                </a:lnTo>
                <a:lnTo>
                  <a:pt x="1518556" y="35314"/>
                </a:lnTo>
                <a:lnTo>
                  <a:pt x="1517772" y="35250"/>
                </a:lnTo>
                <a:lnTo>
                  <a:pt x="1516981" y="35201"/>
                </a:lnTo>
                <a:lnTo>
                  <a:pt x="1516181" y="35166"/>
                </a:lnTo>
                <a:lnTo>
                  <a:pt x="1515372" y="35145"/>
                </a:lnTo>
                <a:lnTo>
                  <a:pt x="1514555" y="35138"/>
                </a:lnTo>
                <a:lnTo>
                  <a:pt x="1513645" y="35146"/>
                </a:lnTo>
                <a:lnTo>
                  <a:pt x="1512750" y="35170"/>
                </a:lnTo>
                <a:lnTo>
                  <a:pt x="1511869" y="35209"/>
                </a:lnTo>
                <a:lnTo>
                  <a:pt x="1511002" y="35264"/>
                </a:lnTo>
                <a:lnTo>
                  <a:pt x="1510148" y="35336"/>
                </a:lnTo>
                <a:lnTo>
                  <a:pt x="1509309" y="35422"/>
                </a:lnTo>
                <a:lnTo>
                  <a:pt x="1508484" y="35525"/>
                </a:lnTo>
                <a:lnTo>
                  <a:pt x="1507673" y="35644"/>
                </a:lnTo>
                <a:lnTo>
                  <a:pt x="1506876" y="35778"/>
                </a:lnTo>
                <a:lnTo>
                  <a:pt x="1506093" y="35928"/>
                </a:lnTo>
                <a:lnTo>
                  <a:pt x="1505324" y="36094"/>
                </a:lnTo>
                <a:lnTo>
                  <a:pt x="1504569" y="36276"/>
                </a:lnTo>
                <a:lnTo>
                  <a:pt x="1503828" y="36473"/>
                </a:lnTo>
                <a:lnTo>
                  <a:pt x="1503102" y="36686"/>
                </a:lnTo>
                <a:lnTo>
                  <a:pt x="1502389" y="36916"/>
                </a:lnTo>
                <a:lnTo>
                  <a:pt x="1501690" y="37160"/>
                </a:lnTo>
                <a:lnTo>
                  <a:pt x="1501006" y="37421"/>
                </a:lnTo>
                <a:lnTo>
                  <a:pt x="1500335" y="37698"/>
                </a:lnTo>
                <a:lnTo>
                  <a:pt x="1499678" y="37990"/>
                </a:lnTo>
                <a:lnTo>
                  <a:pt x="1499036" y="38298"/>
                </a:lnTo>
                <a:lnTo>
                  <a:pt x="1498407" y="38622"/>
                </a:lnTo>
                <a:lnTo>
                  <a:pt x="1497793" y="38962"/>
                </a:lnTo>
                <a:lnTo>
                  <a:pt x="1497193" y="39317"/>
                </a:lnTo>
                <a:lnTo>
                  <a:pt x="1496606" y="39688"/>
                </a:lnTo>
                <a:lnTo>
                  <a:pt x="1496033" y="40067"/>
                </a:lnTo>
                <a:lnTo>
                  <a:pt x="1495472" y="40456"/>
                </a:lnTo>
                <a:lnTo>
                  <a:pt x="1494924" y="40856"/>
                </a:lnTo>
                <a:lnTo>
                  <a:pt x="1494387" y="41265"/>
                </a:lnTo>
                <a:lnTo>
                  <a:pt x="1493863" y="41684"/>
                </a:lnTo>
                <a:lnTo>
                  <a:pt x="1493352" y="42114"/>
                </a:lnTo>
                <a:lnTo>
                  <a:pt x="1492852" y="42553"/>
                </a:lnTo>
                <a:lnTo>
                  <a:pt x="1492365" y="43003"/>
                </a:lnTo>
                <a:lnTo>
                  <a:pt x="1491890" y="43462"/>
                </a:lnTo>
                <a:lnTo>
                  <a:pt x="1491428" y="43932"/>
                </a:lnTo>
                <a:lnTo>
                  <a:pt x="1490977" y="44412"/>
                </a:lnTo>
                <a:lnTo>
                  <a:pt x="1490539" y="44902"/>
                </a:lnTo>
                <a:lnTo>
                  <a:pt x="1490114" y="45402"/>
                </a:lnTo>
                <a:lnTo>
                  <a:pt x="1489700" y="45912"/>
                </a:lnTo>
                <a:lnTo>
                  <a:pt x="1489299" y="46433"/>
                </a:lnTo>
                <a:lnTo>
                  <a:pt x="1488910" y="46963"/>
                </a:lnTo>
                <a:lnTo>
                  <a:pt x="1488534" y="47504"/>
                </a:lnTo>
                <a:lnTo>
                  <a:pt x="1488169" y="48054"/>
                </a:lnTo>
                <a:lnTo>
                  <a:pt x="1487817" y="48615"/>
                </a:lnTo>
                <a:lnTo>
                  <a:pt x="1487478" y="49186"/>
                </a:lnTo>
                <a:lnTo>
                  <a:pt x="1487150" y="49766"/>
                </a:lnTo>
                <a:lnTo>
                  <a:pt x="1486835" y="50357"/>
                </a:lnTo>
                <a:lnTo>
                  <a:pt x="1486532" y="50958"/>
                </a:lnTo>
                <a:lnTo>
                  <a:pt x="1486242" y="51570"/>
                </a:lnTo>
                <a:lnTo>
                  <a:pt x="1484978" y="51570"/>
                </a:lnTo>
                <a:lnTo>
                  <a:pt x="1484978" y="36402"/>
                </a:lnTo>
                <a:lnTo>
                  <a:pt x="1470569" y="36402"/>
                </a:lnTo>
                <a:lnTo>
                  <a:pt x="1470569" y="133474"/>
                </a:lnTo>
                <a:lnTo>
                  <a:pt x="1485484" y="133474"/>
                </a:lnTo>
                <a:lnTo>
                  <a:pt x="1485484" y="75079"/>
                </a:lnTo>
                <a:lnTo>
                  <a:pt x="1485489" y="74378"/>
                </a:lnTo>
                <a:lnTo>
                  <a:pt x="1485506" y="73685"/>
                </a:lnTo>
                <a:lnTo>
                  <a:pt x="1485534" y="73002"/>
                </a:lnTo>
                <a:lnTo>
                  <a:pt x="1485573" y="72327"/>
                </a:lnTo>
                <a:lnTo>
                  <a:pt x="1485623" y="71660"/>
                </a:lnTo>
                <a:close/>
                <a:moveTo>
                  <a:pt x="1823132" y="71660"/>
                </a:moveTo>
                <a:lnTo>
                  <a:pt x="1823194" y="71003"/>
                </a:lnTo>
                <a:lnTo>
                  <a:pt x="1823266" y="70354"/>
                </a:lnTo>
                <a:lnTo>
                  <a:pt x="1823350" y="69714"/>
                </a:lnTo>
                <a:lnTo>
                  <a:pt x="1823445" y="69083"/>
                </a:lnTo>
                <a:lnTo>
                  <a:pt x="1823552" y="68461"/>
                </a:lnTo>
                <a:lnTo>
                  <a:pt x="1823669" y="67847"/>
                </a:lnTo>
                <a:lnTo>
                  <a:pt x="1823798" y="67243"/>
                </a:lnTo>
                <a:lnTo>
                  <a:pt x="1823938" y="66647"/>
                </a:lnTo>
                <a:lnTo>
                  <a:pt x="1824089" y="66059"/>
                </a:lnTo>
                <a:lnTo>
                  <a:pt x="1824251" y="65481"/>
                </a:lnTo>
                <a:lnTo>
                  <a:pt x="1824425" y="64911"/>
                </a:lnTo>
                <a:lnTo>
                  <a:pt x="1824609" y="64350"/>
                </a:lnTo>
                <a:lnTo>
                  <a:pt x="1824805" y="63798"/>
                </a:lnTo>
                <a:lnTo>
                  <a:pt x="1825012" y="63255"/>
                </a:lnTo>
                <a:lnTo>
                  <a:pt x="1825230" y="62720"/>
                </a:lnTo>
                <a:lnTo>
                  <a:pt x="1825460" y="62195"/>
                </a:lnTo>
                <a:lnTo>
                  <a:pt x="1825700" y="61678"/>
                </a:lnTo>
                <a:lnTo>
                  <a:pt x="1825952" y="61169"/>
                </a:lnTo>
                <a:lnTo>
                  <a:pt x="1826215" y="60670"/>
                </a:lnTo>
                <a:lnTo>
                  <a:pt x="1826488" y="60180"/>
                </a:lnTo>
                <a:lnTo>
                  <a:pt x="1826769" y="59700"/>
                </a:lnTo>
                <a:lnTo>
                  <a:pt x="1827058" y="59229"/>
                </a:lnTo>
                <a:lnTo>
                  <a:pt x="1827355" y="58769"/>
                </a:lnTo>
                <a:lnTo>
                  <a:pt x="1827660" y="58318"/>
                </a:lnTo>
                <a:lnTo>
                  <a:pt x="1827973" y="57877"/>
                </a:lnTo>
                <a:lnTo>
                  <a:pt x="1828294" y="57447"/>
                </a:lnTo>
                <a:lnTo>
                  <a:pt x="1828624" y="57026"/>
                </a:lnTo>
                <a:lnTo>
                  <a:pt x="1828961" y="56614"/>
                </a:lnTo>
                <a:lnTo>
                  <a:pt x="1829307" y="56213"/>
                </a:lnTo>
                <a:lnTo>
                  <a:pt x="1829661" y="55822"/>
                </a:lnTo>
                <a:lnTo>
                  <a:pt x="1830023" y="55440"/>
                </a:lnTo>
                <a:lnTo>
                  <a:pt x="1830393" y="55069"/>
                </a:lnTo>
                <a:lnTo>
                  <a:pt x="1830771" y="54707"/>
                </a:lnTo>
                <a:lnTo>
                  <a:pt x="1831157" y="54355"/>
                </a:lnTo>
                <a:lnTo>
                  <a:pt x="1831552" y="54013"/>
                </a:lnTo>
                <a:lnTo>
                  <a:pt x="1831954" y="53681"/>
                </a:lnTo>
                <a:lnTo>
                  <a:pt x="1832365" y="53359"/>
                </a:lnTo>
                <a:lnTo>
                  <a:pt x="1832784" y="53046"/>
                </a:lnTo>
                <a:lnTo>
                  <a:pt x="1833211" y="52744"/>
                </a:lnTo>
                <a:lnTo>
                  <a:pt x="1833646" y="52451"/>
                </a:lnTo>
                <a:lnTo>
                  <a:pt x="1834089" y="52169"/>
                </a:lnTo>
                <a:lnTo>
                  <a:pt x="1834540" y="51896"/>
                </a:lnTo>
                <a:lnTo>
                  <a:pt x="1835000" y="51633"/>
                </a:lnTo>
                <a:lnTo>
                  <a:pt x="1835471" y="51380"/>
                </a:lnTo>
                <a:lnTo>
                  <a:pt x="1835948" y="51138"/>
                </a:lnTo>
                <a:lnTo>
                  <a:pt x="1836430" y="50907"/>
                </a:lnTo>
                <a:lnTo>
                  <a:pt x="1836917" y="50686"/>
                </a:lnTo>
                <a:lnTo>
                  <a:pt x="1837409" y="50477"/>
                </a:lnTo>
                <a:lnTo>
                  <a:pt x="1837907" y="50278"/>
                </a:lnTo>
                <a:lnTo>
                  <a:pt x="1838410" y="50090"/>
                </a:lnTo>
                <a:lnTo>
                  <a:pt x="1838918" y="49912"/>
                </a:lnTo>
                <a:lnTo>
                  <a:pt x="1839432" y="49746"/>
                </a:lnTo>
                <a:lnTo>
                  <a:pt x="1839950" y="49590"/>
                </a:lnTo>
                <a:lnTo>
                  <a:pt x="1840474" y="49445"/>
                </a:lnTo>
                <a:lnTo>
                  <a:pt x="1841004" y="49310"/>
                </a:lnTo>
                <a:lnTo>
                  <a:pt x="1841538" y="49187"/>
                </a:lnTo>
                <a:lnTo>
                  <a:pt x="1842078" y="49074"/>
                </a:lnTo>
                <a:lnTo>
                  <a:pt x="1842623" y="48971"/>
                </a:lnTo>
                <a:lnTo>
                  <a:pt x="1843173" y="48880"/>
                </a:lnTo>
                <a:lnTo>
                  <a:pt x="1843729" y="48799"/>
                </a:lnTo>
                <a:lnTo>
                  <a:pt x="1844290" y="48730"/>
                </a:lnTo>
                <a:lnTo>
                  <a:pt x="1844856" y="48670"/>
                </a:lnTo>
                <a:lnTo>
                  <a:pt x="1845427" y="48622"/>
                </a:lnTo>
                <a:lnTo>
                  <a:pt x="1846004" y="48584"/>
                </a:lnTo>
                <a:lnTo>
                  <a:pt x="1846586" y="48558"/>
                </a:lnTo>
                <a:lnTo>
                  <a:pt x="1847173" y="48541"/>
                </a:lnTo>
                <a:lnTo>
                  <a:pt x="1847766" y="48536"/>
                </a:lnTo>
                <a:lnTo>
                  <a:pt x="1848622" y="48547"/>
                </a:lnTo>
                <a:lnTo>
                  <a:pt x="1849462" y="48581"/>
                </a:lnTo>
                <a:lnTo>
                  <a:pt x="1850288" y="48637"/>
                </a:lnTo>
                <a:lnTo>
                  <a:pt x="1851098" y="48715"/>
                </a:lnTo>
                <a:lnTo>
                  <a:pt x="1851892" y="48816"/>
                </a:lnTo>
                <a:lnTo>
                  <a:pt x="1852671" y="48939"/>
                </a:lnTo>
                <a:lnTo>
                  <a:pt x="1853435" y="49084"/>
                </a:lnTo>
                <a:lnTo>
                  <a:pt x="1854184" y="49252"/>
                </a:lnTo>
                <a:lnTo>
                  <a:pt x="1854917" y="49443"/>
                </a:lnTo>
                <a:lnTo>
                  <a:pt x="1855635" y="49655"/>
                </a:lnTo>
                <a:lnTo>
                  <a:pt x="1856337" y="49890"/>
                </a:lnTo>
                <a:lnTo>
                  <a:pt x="1857024" y="50148"/>
                </a:lnTo>
                <a:lnTo>
                  <a:pt x="1857696" y="50427"/>
                </a:lnTo>
                <a:lnTo>
                  <a:pt x="1858352" y="50730"/>
                </a:lnTo>
                <a:lnTo>
                  <a:pt x="1858993" y="51054"/>
                </a:lnTo>
                <a:lnTo>
                  <a:pt x="1859619" y="51401"/>
                </a:lnTo>
                <a:lnTo>
                  <a:pt x="1860229" y="51770"/>
                </a:lnTo>
                <a:lnTo>
                  <a:pt x="1860824" y="52162"/>
                </a:lnTo>
                <a:lnTo>
                  <a:pt x="1861404" y="52576"/>
                </a:lnTo>
                <a:lnTo>
                  <a:pt x="1861968" y="53013"/>
                </a:lnTo>
                <a:lnTo>
                  <a:pt x="1862517" y="53471"/>
                </a:lnTo>
                <a:lnTo>
                  <a:pt x="1863050" y="53953"/>
                </a:lnTo>
                <a:lnTo>
                  <a:pt x="1863568" y="54456"/>
                </a:lnTo>
                <a:lnTo>
                  <a:pt x="1864071" y="54982"/>
                </a:lnTo>
                <a:lnTo>
                  <a:pt x="1864556" y="55523"/>
                </a:lnTo>
                <a:lnTo>
                  <a:pt x="1865020" y="56081"/>
                </a:lnTo>
                <a:lnTo>
                  <a:pt x="1865463" y="56657"/>
                </a:lnTo>
                <a:lnTo>
                  <a:pt x="1865886" y="57250"/>
                </a:lnTo>
                <a:lnTo>
                  <a:pt x="1866288" y="57861"/>
                </a:lnTo>
                <a:lnTo>
                  <a:pt x="1866670" y="58490"/>
                </a:lnTo>
                <a:lnTo>
                  <a:pt x="1867031" y="59136"/>
                </a:lnTo>
                <a:lnTo>
                  <a:pt x="1867371" y="59799"/>
                </a:lnTo>
                <a:lnTo>
                  <a:pt x="1867691" y="60480"/>
                </a:lnTo>
                <a:lnTo>
                  <a:pt x="1867990" y="61179"/>
                </a:lnTo>
                <a:lnTo>
                  <a:pt x="1868268" y="61895"/>
                </a:lnTo>
                <a:lnTo>
                  <a:pt x="1868526" y="62629"/>
                </a:lnTo>
                <a:lnTo>
                  <a:pt x="1868764" y="63381"/>
                </a:lnTo>
                <a:lnTo>
                  <a:pt x="1868980" y="64149"/>
                </a:lnTo>
                <a:lnTo>
                  <a:pt x="1869176" y="64936"/>
                </a:lnTo>
                <a:lnTo>
                  <a:pt x="1869351" y="65740"/>
                </a:lnTo>
                <a:lnTo>
                  <a:pt x="1869506" y="66561"/>
                </a:lnTo>
                <a:lnTo>
                  <a:pt x="1869640" y="67401"/>
                </a:lnTo>
                <a:lnTo>
                  <a:pt x="1869754" y="68257"/>
                </a:lnTo>
                <a:lnTo>
                  <a:pt x="1869846" y="69132"/>
                </a:lnTo>
                <a:lnTo>
                  <a:pt x="1869919" y="70023"/>
                </a:lnTo>
                <a:lnTo>
                  <a:pt x="1869970" y="70933"/>
                </a:lnTo>
                <a:lnTo>
                  <a:pt x="1870001" y="71860"/>
                </a:lnTo>
                <a:lnTo>
                  <a:pt x="1870011" y="72804"/>
                </a:lnTo>
                <a:lnTo>
                  <a:pt x="1870011" y="133474"/>
                </a:lnTo>
                <a:lnTo>
                  <a:pt x="1884926" y="133474"/>
                </a:lnTo>
                <a:lnTo>
                  <a:pt x="1884926" y="71793"/>
                </a:lnTo>
                <a:lnTo>
                  <a:pt x="1884919" y="70768"/>
                </a:lnTo>
                <a:lnTo>
                  <a:pt x="1884898" y="69758"/>
                </a:lnTo>
                <a:lnTo>
                  <a:pt x="1884862" y="68763"/>
                </a:lnTo>
                <a:lnTo>
                  <a:pt x="1884812" y="67783"/>
                </a:lnTo>
                <a:lnTo>
                  <a:pt x="1884748" y="66818"/>
                </a:lnTo>
                <a:lnTo>
                  <a:pt x="1884669" y="65868"/>
                </a:lnTo>
                <a:lnTo>
                  <a:pt x="1884577" y="64933"/>
                </a:lnTo>
                <a:lnTo>
                  <a:pt x="1884470" y="64012"/>
                </a:lnTo>
                <a:lnTo>
                  <a:pt x="1884348" y="63107"/>
                </a:lnTo>
                <a:lnTo>
                  <a:pt x="1884213" y="62217"/>
                </a:lnTo>
                <a:lnTo>
                  <a:pt x="1884063" y="61341"/>
                </a:lnTo>
                <a:lnTo>
                  <a:pt x="1883899" y="60480"/>
                </a:lnTo>
                <a:lnTo>
                  <a:pt x="1883721" y="59635"/>
                </a:lnTo>
                <a:lnTo>
                  <a:pt x="1883528" y="58804"/>
                </a:lnTo>
                <a:lnTo>
                  <a:pt x="1883321" y="57988"/>
                </a:lnTo>
                <a:lnTo>
                  <a:pt x="1883100" y="57187"/>
                </a:lnTo>
                <a:lnTo>
                  <a:pt x="1882865" y="56401"/>
                </a:lnTo>
                <a:lnTo>
                  <a:pt x="1882615" y="55630"/>
                </a:lnTo>
                <a:lnTo>
                  <a:pt x="1882352" y="54874"/>
                </a:lnTo>
                <a:lnTo>
                  <a:pt x="1882073" y="54133"/>
                </a:lnTo>
                <a:lnTo>
                  <a:pt x="1881781" y="53406"/>
                </a:lnTo>
                <a:lnTo>
                  <a:pt x="1881474" y="52695"/>
                </a:lnTo>
                <a:lnTo>
                  <a:pt x="1881153" y="51998"/>
                </a:lnTo>
                <a:lnTo>
                  <a:pt x="1880818" y="51317"/>
                </a:lnTo>
                <a:lnTo>
                  <a:pt x="1880470" y="50645"/>
                </a:lnTo>
                <a:lnTo>
                  <a:pt x="1880111" y="49987"/>
                </a:lnTo>
                <a:lnTo>
                  <a:pt x="1879740" y="49344"/>
                </a:lnTo>
                <a:lnTo>
                  <a:pt x="1879358" y="48715"/>
                </a:lnTo>
                <a:lnTo>
                  <a:pt x="1878964" y="48101"/>
                </a:lnTo>
                <a:lnTo>
                  <a:pt x="1878559" y="47501"/>
                </a:lnTo>
                <a:lnTo>
                  <a:pt x="1878142" y="46916"/>
                </a:lnTo>
                <a:lnTo>
                  <a:pt x="1877715" y="46345"/>
                </a:lnTo>
                <a:lnTo>
                  <a:pt x="1877275" y="45789"/>
                </a:lnTo>
                <a:lnTo>
                  <a:pt x="1876824" y="45247"/>
                </a:lnTo>
                <a:lnTo>
                  <a:pt x="1876362" y="44720"/>
                </a:lnTo>
                <a:lnTo>
                  <a:pt x="1875889" y="44207"/>
                </a:lnTo>
                <a:lnTo>
                  <a:pt x="1875404" y="43709"/>
                </a:lnTo>
                <a:lnTo>
                  <a:pt x="1874907" y="43225"/>
                </a:lnTo>
                <a:lnTo>
                  <a:pt x="1874400" y="42755"/>
                </a:lnTo>
                <a:lnTo>
                  <a:pt x="1873881" y="42300"/>
                </a:lnTo>
                <a:lnTo>
                  <a:pt x="1873350" y="41860"/>
                </a:lnTo>
                <a:lnTo>
                  <a:pt x="1872808" y="41434"/>
                </a:lnTo>
                <a:lnTo>
                  <a:pt x="1872255" y="41023"/>
                </a:lnTo>
                <a:lnTo>
                  <a:pt x="1871690" y="40626"/>
                </a:lnTo>
                <a:lnTo>
                  <a:pt x="1871113" y="40243"/>
                </a:lnTo>
                <a:lnTo>
                  <a:pt x="1870526" y="39875"/>
                </a:lnTo>
                <a:lnTo>
                  <a:pt x="1869927" y="39522"/>
                </a:lnTo>
                <a:lnTo>
                  <a:pt x="1869316" y="39183"/>
                </a:lnTo>
                <a:lnTo>
                  <a:pt x="1868696" y="38853"/>
                </a:lnTo>
                <a:lnTo>
                  <a:pt x="1868067" y="38537"/>
                </a:lnTo>
                <a:lnTo>
                  <a:pt x="1867429" y="38235"/>
                </a:lnTo>
                <a:lnTo>
                  <a:pt x="1866783" y="37947"/>
                </a:lnTo>
                <a:lnTo>
                  <a:pt x="1866128" y="37673"/>
                </a:lnTo>
                <a:lnTo>
                  <a:pt x="1865465" y="37413"/>
                </a:lnTo>
                <a:lnTo>
                  <a:pt x="1864793" y="37167"/>
                </a:lnTo>
                <a:lnTo>
                  <a:pt x="1864113" y="36936"/>
                </a:lnTo>
                <a:lnTo>
                  <a:pt x="1863424" y="36718"/>
                </a:lnTo>
                <a:lnTo>
                  <a:pt x="1862727" y="36514"/>
                </a:lnTo>
                <a:lnTo>
                  <a:pt x="1862021" y="36325"/>
                </a:lnTo>
                <a:lnTo>
                  <a:pt x="1861306" y="36149"/>
                </a:lnTo>
                <a:lnTo>
                  <a:pt x="1860583" y="35988"/>
                </a:lnTo>
                <a:lnTo>
                  <a:pt x="1859851" y="35840"/>
                </a:lnTo>
                <a:lnTo>
                  <a:pt x="1859111" y="35707"/>
                </a:lnTo>
                <a:lnTo>
                  <a:pt x="1858362" y="35587"/>
                </a:lnTo>
                <a:lnTo>
                  <a:pt x="1857605" y="35482"/>
                </a:lnTo>
                <a:lnTo>
                  <a:pt x="1856839" y="35391"/>
                </a:lnTo>
                <a:lnTo>
                  <a:pt x="1856064" y="35314"/>
                </a:lnTo>
                <a:lnTo>
                  <a:pt x="1855281" y="35250"/>
                </a:lnTo>
                <a:lnTo>
                  <a:pt x="1854489" y="35201"/>
                </a:lnTo>
                <a:lnTo>
                  <a:pt x="1853689" y="35166"/>
                </a:lnTo>
                <a:lnTo>
                  <a:pt x="1852881" y="35145"/>
                </a:lnTo>
                <a:lnTo>
                  <a:pt x="1852063" y="35138"/>
                </a:lnTo>
                <a:lnTo>
                  <a:pt x="1851154" y="35146"/>
                </a:lnTo>
                <a:lnTo>
                  <a:pt x="1850259" y="35170"/>
                </a:lnTo>
                <a:lnTo>
                  <a:pt x="1849377" y="35209"/>
                </a:lnTo>
                <a:lnTo>
                  <a:pt x="1848510" y="35264"/>
                </a:lnTo>
                <a:lnTo>
                  <a:pt x="1847657" y="35336"/>
                </a:lnTo>
                <a:lnTo>
                  <a:pt x="1846818" y="35422"/>
                </a:lnTo>
                <a:lnTo>
                  <a:pt x="1845993" y="35525"/>
                </a:lnTo>
                <a:lnTo>
                  <a:pt x="1845182" y="35644"/>
                </a:lnTo>
                <a:lnTo>
                  <a:pt x="1844385" y="35778"/>
                </a:lnTo>
                <a:lnTo>
                  <a:pt x="1843602" y="35928"/>
                </a:lnTo>
                <a:lnTo>
                  <a:pt x="1842833" y="36094"/>
                </a:lnTo>
                <a:lnTo>
                  <a:pt x="1842078" y="36276"/>
                </a:lnTo>
                <a:lnTo>
                  <a:pt x="1841337" y="36473"/>
                </a:lnTo>
                <a:lnTo>
                  <a:pt x="1840610" y="36686"/>
                </a:lnTo>
                <a:lnTo>
                  <a:pt x="1839898" y="36916"/>
                </a:lnTo>
                <a:lnTo>
                  <a:pt x="1839199" y="37160"/>
                </a:lnTo>
                <a:lnTo>
                  <a:pt x="1838514" y="37421"/>
                </a:lnTo>
                <a:lnTo>
                  <a:pt x="1837844" y="37698"/>
                </a:lnTo>
                <a:lnTo>
                  <a:pt x="1837187" y="37990"/>
                </a:lnTo>
                <a:lnTo>
                  <a:pt x="1836545" y="38298"/>
                </a:lnTo>
                <a:lnTo>
                  <a:pt x="1835916" y="38622"/>
                </a:lnTo>
                <a:lnTo>
                  <a:pt x="1835302" y="38962"/>
                </a:lnTo>
                <a:lnTo>
                  <a:pt x="1834701" y="39317"/>
                </a:lnTo>
                <a:lnTo>
                  <a:pt x="1834115" y="39688"/>
                </a:lnTo>
                <a:lnTo>
                  <a:pt x="1833542" y="40067"/>
                </a:lnTo>
                <a:lnTo>
                  <a:pt x="1832981" y="40456"/>
                </a:lnTo>
                <a:lnTo>
                  <a:pt x="1832432" y="40856"/>
                </a:lnTo>
                <a:lnTo>
                  <a:pt x="1831896" y="41265"/>
                </a:lnTo>
                <a:lnTo>
                  <a:pt x="1831372" y="41684"/>
                </a:lnTo>
                <a:lnTo>
                  <a:pt x="1830860" y="42114"/>
                </a:lnTo>
                <a:lnTo>
                  <a:pt x="1830361" y="42553"/>
                </a:lnTo>
                <a:lnTo>
                  <a:pt x="1829874" y="43003"/>
                </a:lnTo>
                <a:lnTo>
                  <a:pt x="1829399" y="43462"/>
                </a:lnTo>
                <a:lnTo>
                  <a:pt x="1828936" y="43932"/>
                </a:lnTo>
                <a:lnTo>
                  <a:pt x="1828486" y="44412"/>
                </a:lnTo>
                <a:lnTo>
                  <a:pt x="1828048" y="44902"/>
                </a:lnTo>
                <a:lnTo>
                  <a:pt x="1827622" y="45402"/>
                </a:lnTo>
                <a:lnTo>
                  <a:pt x="1827209" y="45912"/>
                </a:lnTo>
                <a:lnTo>
                  <a:pt x="1826808" y="46433"/>
                </a:lnTo>
                <a:lnTo>
                  <a:pt x="1826419" y="46963"/>
                </a:lnTo>
                <a:lnTo>
                  <a:pt x="1826042" y="47504"/>
                </a:lnTo>
                <a:lnTo>
                  <a:pt x="1825678" y="48054"/>
                </a:lnTo>
                <a:lnTo>
                  <a:pt x="1825326" y="48615"/>
                </a:lnTo>
                <a:lnTo>
                  <a:pt x="1824986" y="49186"/>
                </a:lnTo>
                <a:lnTo>
                  <a:pt x="1824659" y="49766"/>
                </a:lnTo>
                <a:lnTo>
                  <a:pt x="1824344" y="50357"/>
                </a:lnTo>
                <a:lnTo>
                  <a:pt x="1824041" y="50958"/>
                </a:lnTo>
                <a:lnTo>
                  <a:pt x="1823751" y="51570"/>
                </a:lnTo>
                <a:lnTo>
                  <a:pt x="1822487" y="51570"/>
                </a:lnTo>
                <a:lnTo>
                  <a:pt x="1822487" y="36402"/>
                </a:lnTo>
                <a:lnTo>
                  <a:pt x="1808077" y="36402"/>
                </a:lnTo>
                <a:lnTo>
                  <a:pt x="1808077" y="133474"/>
                </a:lnTo>
                <a:lnTo>
                  <a:pt x="1822992" y="133474"/>
                </a:lnTo>
                <a:lnTo>
                  <a:pt x="1822992" y="75079"/>
                </a:lnTo>
                <a:lnTo>
                  <a:pt x="1822998" y="74378"/>
                </a:lnTo>
                <a:lnTo>
                  <a:pt x="1823014" y="73685"/>
                </a:lnTo>
                <a:lnTo>
                  <a:pt x="1823042" y="73002"/>
                </a:lnTo>
                <a:lnTo>
                  <a:pt x="1823082" y="72327"/>
                </a:lnTo>
                <a:lnTo>
                  <a:pt x="1823132" y="71660"/>
                </a:lnTo>
                <a:close/>
                <a:moveTo>
                  <a:pt x="1350673" y="80344"/>
                </a:moveTo>
                <a:lnTo>
                  <a:pt x="1350630" y="79264"/>
                </a:lnTo>
                <a:lnTo>
                  <a:pt x="1350573" y="78199"/>
                </a:lnTo>
                <a:lnTo>
                  <a:pt x="1350505" y="77149"/>
                </a:lnTo>
                <a:lnTo>
                  <a:pt x="1350423" y="76114"/>
                </a:lnTo>
                <a:lnTo>
                  <a:pt x="1350329" y="75093"/>
                </a:lnTo>
                <a:lnTo>
                  <a:pt x="1350223" y="74088"/>
                </a:lnTo>
                <a:lnTo>
                  <a:pt x="1350104" y="73097"/>
                </a:lnTo>
                <a:lnTo>
                  <a:pt x="1349973" y="72122"/>
                </a:lnTo>
                <a:lnTo>
                  <a:pt x="1349829" y="71161"/>
                </a:lnTo>
                <a:lnTo>
                  <a:pt x="1349673" y="70215"/>
                </a:lnTo>
                <a:lnTo>
                  <a:pt x="1349504" y="69284"/>
                </a:lnTo>
                <a:lnTo>
                  <a:pt x="1349323" y="68368"/>
                </a:lnTo>
                <a:lnTo>
                  <a:pt x="1349129" y="67467"/>
                </a:lnTo>
                <a:lnTo>
                  <a:pt x="1348922" y="66581"/>
                </a:lnTo>
                <a:lnTo>
                  <a:pt x="1348703" y="65710"/>
                </a:lnTo>
                <a:lnTo>
                  <a:pt x="1348472" y="64854"/>
                </a:lnTo>
                <a:lnTo>
                  <a:pt x="1348228" y="64012"/>
                </a:lnTo>
                <a:lnTo>
                  <a:pt x="1347972" y="63186"/>
                </a:lnTo>
                <a:lnTo>
                  <a:pt x="1347703" y="62375"/>
                </a:lnTo>
                <a:lnTo>
                  <a:pt x="1347421" y="61578"/>
                </a:lnTo>
                <a:lnTo>
                  <a:pt x="1347127" y="60796"/>
                </a:lnTo>
                <a:lnTo>
                  <a:pt x="1346823" y="60029"/>
                </a:lnTo>
                <a:lnTo>
                  <a:pt x="1346510" y="59274"/>
                </a:lnTo>
                <a:lnTo>
                  <a:pt x="1346188" y="58531"/>
                </a:lnTo>
                <a:lnTo>
                  <a:pt x="1345858" y="57802"/>
                </a:lnTo>
                <a:lnTo>
                  <a:pt x="1345519" y="57085"/>
                </a:lnTo>
                <a:lnTo>
                  <a:pt x="1345172" y="56380"/>
                </a:lnTo>
                <a:lnTo>
                  <a:pt x="1344816" y="55689"/>
                </a:lnTo>
                <a:lnTo>
                  <a:pt x="1344452" y="55010"/>
                </a:lnTo>
                <a:lnTo>
                  <a:pt x="1344079" y="54344"/>
                </a:lnTo>
                <a:lnTo>
                  <a:pt x="1343698" y="53691"/>
                </a:lnTo>
                <a:lnTo>
                  <a:pt x="1343308" y="53050"/>
                </a:lnTo>
                <a:lnTo>
                  <a:pt x="1342909" y="52423"/>
                </a:lnTo>
                <a:lnTo>
                  <a:pt x="1342502" y="51808"/>
                </a:lnTo>
                <a:lnTo>
                  <a:pt x="1342086" y="51205"/>
                </a:lnTo>
                <a:lnTo>
                  <a:pt x="1341662" y="50616"/>
                </a:lnTo>
                <a:lnTo>
                  <a:pt x="1341229" y="50039"/>
                </a:lnTo>
                <a:lnTo>
                  <a:pt x="1340788" y="49475"/>
                </a:lnTo>
                <a:lnTo>
                  <a:pt x="1340338" y="48923"/>
                </a:lnTo>
                <a:lnTo>
                  <a:pt x="1339879" y="48384"/>
                </a:lnTo>
                <a:lnTo>
                  <a:pt x="1339412" y="47858"/>
                </a:lnTo>
                <a:lnTo>
                  <a:pt x="1338936" y="47345"/>
                </a:lnTo>
                <a:lnTo>
                  <a:pt x="1338452" y="46845"/>
                </a:lnTo>
                <a:lnTo>
                  <a:pt x="1337959" y="46357"/>
                </a:lnTo>
                <a:lnTo>
                  <a:pt x="1337458" y="45882"/>
                </a:lnTo>
                <a:lnTo>
                  <a:pt x="1336950" y="45413"/>
                </a:lnTo>
                <a:lnTo>
                  <a:pt x="1336438" y="44956"/>
                </a:lnTo>
                <a:lnTo>
                  <a:pt x="1335921" y="44509"/>
                </a:lnTo>
                <a:lnTo>
                  <a:pt x="1335399" y="44074"/>
                </a:lnTo>
                <a:lnTo>
                  <a:pt x="1334873" y="43649"/>
                </a:lnTo>
                <a:lnTo>
                  <a:pt x="1334342" y="43235"/>
                </a:lnTo>
                <a:lnTo>
                  <a:pt x="1333806" y="42833"/>
                </a:lnTo>
                <a:lnTo>
                  <a:pt x="1333266" y="42441"/>
                </a:lnTo>
                <a:lnTo>
                  <a:pt x="1332721" y="42060"/>
                </a:lnTo>
                <a:lnTo>
                  <a:pt x="1332172" y="41690"/>
                </a:lnTo>
                <a:lnTo>
                  <a:pt x="1331618" y="41332"/>
                </a:lnTo>
                <a:lnTo>
                  <a:pt x="1331059" y="40984"/>
                </a:lnTo>
                <a:lnTo>
                  <a:pt x="1330496" y="40647"/>
                </a:lnTo>
                <a:lnTo>
                  <a:pt x="1329928" y="40321"/>
                </a:lnTo>
                <a:lnTo>
                  <a:pt x="1329356" y="40006"/>
                </a:lnTo>
                <a:lnTo>
                  <a:pt x="1328779" y="39702"/>
                </a:lnTo>
                <a:lnTo>
                  <a:pt x="1328197" y="39409"/>
                </a:lnTo>
                <a:lnTo>
                  <a:pt x="1327611" y="39127"/>
                </a:lnTo>
                <a:lnTo>
                  <a:pt x="1327020" y="38856"/>
                </a:lnTo>
                <a:lnTo>
                  <a:pt x="1326425" y="38596"/>
                </a:lnTo>
                <a:lnTo>
                  <a:pt x="1325825" y="38347"/>
                </a:lnTo>
                <a:lnTo>
                  <a:pt x="1325220" y="38109"/>
                </a:lnTo>
                <a:lnTo>
                  <a:pt x="1324611" y="37882"/>
                </a:lnTo>
                <a:lnTo>
                  <a:pt x="1323997" y="37666"/>
                </a:lnTo>
                <a:lnTo>
                  <a:pt x="1323381" y="37460"/>
                </a:lnTo>
                <a:lnTo>
                  <a:pt x="1322763" y="37262"/>
                </a:lnTo>
                <a:lnTo>
                  <a:pt x="1322146" y="37073"/>
                </a:lnTo>
                <a:lnTo>
                  <a:pt x="1321527" y="36894"/>
                </a:lnTo>
                <a:lnTo>
                  <a:pt x="1320908" y="36722"/>
                </a:lnTo>
                <a:lnTo>
                  <a:pt x="1320288" y="36560"/>
                </a:lnTo>
                <a:lnTo>
                  <a:pt x="1319668" y="36406"/>
                </a:lnTo>
                <a:lnTo>
                  <a:pt x="1319046" y="36262"/>
                </a:lnTo>
                <a:lnTo>
                  <a:pt x="1318425" y="36126"/>
                </a:lnTo>
                <a:lnTo>
                  <a:pt x="1317802" y="35998"/>
                </a:lnTo>
                <a:lnTo>
                  <a:pt x="1317179" y="35880"/>
                </a:lnTo>
                <a:lnTo>
                  <a:pt x="1316555" y="35770"/>
                </a:lnTo>
                <a:lnTo>
                  <a:pt x="1315931" y="35669"/>
                </a:lnTo>
                <a:lnTo>
                  <a:pt x="1315306" y="35577"/>
                </a:lnTo>
                <a:lnTo>
                  <a:pt x="1314680" y="35494"/>
                </a:lnTo>
                <a:lnTo>
                  <a:pt x="1314054" y="35419"/>
                </a:lnTo>
                <a:lnTo>
                  <a:pt x="1313427" y="35353"/>
                </a:lnTo>
                <a:lnTo>
                  <a:pt x="1312799" y="35296"/>
                </a:lnTo>
                <a:lnTo>
                  <a:pt x="1312171" y="35248"/>
                </a:lnTo>
                <a:lnTo>
                  <a:pt x="1311542" y="35208"/>
                </a:lnTo>
                <a:lnTo>
                  <a:pt x="1310912" y="35178"/>
                </a:lnTo>
                <a:lnTo>
                  <a:pt x="1310282" y="35156"/>
                </a:lnTo>
                <a:lnTo>
                  <a:pt x="1309651" y="35142"/>
                </a:lnTo>
                <a:lnTo>
                  <a:pt x="1309019" y="35138"/>
                </a:lnTo>
                <a:lnTo>
                  <a:pt x="1307929" y="35149"/>
                </a:lnTo>
                <a:lnTo>
                  <a:pt x="1306851" y="35183"/>
                </a:lnTo>
                <a:lnTo>
                  <a:pt x="1305784" y="35239"/>
                </a:lnTo>
                <a:lnTo>
                  <a:pt x="1304729" y="35317"/>
                </a:lnTo>
                <a:lnTo>
                  <a:pt x="1303685" y="35418"/>
                </a:lnTo>
                <a:lnTo>
                  <a:pt x="1302652" y="35541"/>
                </a:lnTo>
                <a:lnTo>
                  <a:pt x="1301631" y="35686"/>
                </a:lnTo>
                <a:lnTo>
                  <a:pt x="1300621" y="35854"/>
                </a:lnTo>
                <a:lnTo>
                  <a:pt x="1299622" y="36045"/>
                </a:lnTo>
                <a:lnTo>
                  <a:pt x="1298635" y="36257"/>
                </a:lnTo>
                <a:lnTo>
                  <a:pt x="1297660" y="36492"/>
                </a:lnTo>
                <a:lnTo>
                  <a:pt x="1296695" y="36750"/>
                </a:lnTo>
                <a:lnTo>
                  <a:pt x="1295743" y="37029"/>
                </a:lnTo>
                <a:lnTo>
                  <a:pt x="1294801" y="37332"/>
                </a:lnTo>
                <a:lnTo>
                  <a:pt x="1293871" y="37656"/>
                </a:lnTo>
                <a:lnTo>
                  <a:pt x="1292953" y="38003"/>
                </a:lnTo>
                <a:lnTo>
                  <a:pt x="1292046" y="38372"/>
                </a:lnTo>
                <a:lnTo>
                  <a:pt x="1291150" y="38764"/>
                </a:lnTo>
                <a:lnTo>
                  <a:pt x="1290266" y="39178"/>
                </a:lnTo>
                <a:lnTo>
                  <a:pt x="1289393" y="39615"/>
                </a:lnTo>
                <a:lnTo>
                  <a:pt x="1288531" y="40073"/>
                </a:lnTo>
                <a:lnTo>
                  <a:pt x="1287681" y="40555"/>
                </a:lnTo>
                <a:lnTo>
                  <a:pt x="1286842" y="41058"/>
                </a:lnTo>
                <a:lnTo>
                  <a:pt x="1286015" y="41584"/>
                </a:lnTo>
                <a:lnTo>
                  <a:pt x="1285206" y="42125"/>
                </a:lnTo>
                <a:lnTo>
                  <a:pt x="1284412" y="42683"/>
                </a:lnTo>
                <a:lnTo>
                  <a:pt x="1283633" y="43259"/>
                </a:lnTo>
                <a:lnTo>
                  <a:pt x="1282869" y="43852"/>
                </a:lnTo>
                <a:lnTo>
                  <a:pt x="1282120" y="44463"/>
                </a:lnTo>
                <a:lnTo>
                  <a:pt x="1281386" y="45092"/>
                </a:lnTo>
                <a:lnTo>
                  <a:pt x="1280667" y="45738"/>
                </a:lnTo>
                <a:lnTo>
                  <a:pt x="1279962" y="46401"/>
                </a:lnTo>
                <a:lnTo>
                  <a:pt x="1279273" y="47082"/>
                </a:lnTo>
                <a:lnTo>
                  <a:pt x="1278598" y="47781"/>
                </a:lnTo>
                <a:lnTo>
                  <a:pt x="1277938" y="48497"/>
                </a:lnTo>
                <a:lnTo>
                  <a:pt x="1277294" y="49231"/>
                </a:lnTo>
                <a:lnTo>
                  <a:pt x="1276664" y="49983"/>
                </a:lnTo>
                <a:lnTo>
                  <a:pt x="1276049" y="50751"/>
                </a:lnTo>
                <a:lnTo>
                  <a:pt x="1275449" y="51538"/>
                </a:lnTo>
                <a:lnTo>
                  <a:pt x="1274864" y="52342"/>
                </a:lnTo>
                <a:lnTo>
                  <a:pt x="1274294" y="53164"/>
                </a:lnTo>
                <a:lnTo>
                  <a:pt x="1273739" y="54003"/>
                </a:lnTo>
                <a:lnTo>
                  <a:pt x="1273199" y="54859"/>
                </a:lnTo>
                <a:lnTo>
                  <a:pt x="1272673" y="55734"/>
                </a:lnTo>
                <a:lnTo>
                  <a:pt x="1272163" y="56625"/>
                </a:lnTo>
                <a:lnTo>
                  <a:pt x="1271667" y="57535"/>
                </a:lnTo>
                <a:lnTo>
                  <a:pt x="1271187" y="58462"/>
                </a:lnTo>
                <a:lnTo>
                  <a:pt x="1270721" y="59406"/>
                </a:lnTo>
                <a:lnTo>
                  <a:pt x="1270278" y="60360"/>
                </a:lnTo>
                <a:lnTo>
                  <a:pt x="1269853" y="61327"/>
                </a:lnTo>
                <a:lnTo>
                  <a:pt x="1269447" y="62305"/>
                </a:lnTo>
                <a:lnTo>
                  <a:pt x="1269060" y="63296"/>
                </a:lnTo>
                <a:lnTo>
                  <a:pt x="1268692" y="64300"/>
                </a:lnTo>
                <a:lnTo>
                  <a:pt x="1268343" y="65315"/>
                </a:lnTo>
                <a:lnTo>
                  <a:pt x="1268013" y="66343"/>
                </a:lnTo>
                <a:lnTo>
                  <a:pt x="1267702" y="67383"/>
                </a:lnTo>
                <a:lnTo>
                  <a:pt x="1267409" y="68435"/>
                </a:lnTo>
                <a:lnTo>
                  <a:pt x="1267135" y="69500"/>
                </a:lnTo>
                <a:lnTo>
                  <a:pt x="1266881" y="70577"/>
                </a:lnTo>
                <a:lnTo>
                  <a:pt x="1266645" y="71666"/>
                </a:lnTo>
                <a:lnTo>
                  <a:pt x="1266428" y="72768"/>
                </a:lnTo>
                <a:lnTo>
                  <a:pt x="1266230" y="73882"/>
                </a:lnTo>
                <a:lnTo>
                  <a:pt x="1266050" y="75008"/>
                </a:lnTo>
                <a:lnTo>
                  <a:pt x="1265890" y="76146"/>
                </a:lnTo>
                <a:lnTo>
                  <a:pt x="1265748" y="77297"/>
                </a:lnTo>
                <a:lnTo>
                  <a:pt x="1265626" y="78460"/>
                </a:lnTo>
                <a:lnTo>
                  <a:pt x="1265522" y="79636"/>
                </a:lnTo>
                <a:lnTo>
                  <a:pt x="1265437" y="80823"/>
                </a:lnTo>
                <a:lnTo>
                  <a:pt x="1265371" y="82023"/>
                </a:lnTo>
                <a:lnTo>
                  <a:pt x="1265324" y="83235"/>
                </a:lnTo>
                <a:lnTo>
                  <a:pt x="1265295" y="84460"/>
                </a:lnTo>
                <a:lnTo>
                  <a:pt x="1265286" y="85696"/>
                </a:lnTo>
                <a:lnTo>
                  <a:pt x="1265295" y="86933"/>
                </a:lnTo>
                <a:lnTo>
                  <a:pt x="1265324" y="88157"/>
                </a:lnTo>
                <a:lnTo>
                  <a:pt x="1265371" y="89368"/>
                </a:lnTo>
                <a:lnTo>
                  <a:pt x="1265437" y="90566"/>
                </a:lnTo>
                <a:lnTo>
                  <a:pt x="1265522" y="91752"/>
                </a:lnTo>
                <a:lnTo>
                  <a:pt x="1265626" y="92925"/>
                </a:lnTo>
                <a:lnTo>
                  <a:pt x="1265748" y="94085"/>
                </a:lnTo>
                <a:lnTo>
                  <a:pt x="1265890" y="95232"/>
                </a:lnTo>
                <a:lnTo>
                  <a:pt x="1266050" y="96367"/>
                </a:lnTo>
                <a:lnTo>
                  <a:pt x="1266230" y="97489"/>
                </a:lnTo>
                <a:lnTo>
                  <a:pt x="1266428" y="98598"/>
                </a:lnTo>
                <a:lnTo>
                  <a:pt x="1266645" y="99695"/>
                </a:lnTo>
                <a:lnTo>
                  <a:pt x="1266881" y="100779"/>
                </a:lnTo>
                <a:lnTo>
                  <a:pt x="1267135" y="101850"/>
                </a:lnTo>
                <a:lnTo>
                  <a:pt x="1267409" y="102908"/>
                </a:lnTo>
                <a:lnTo>
                  <a:pt x="1267702" y="103954"/>
                </a:lnTo>
                <a:lnTo>
                  <a:pt x="1268013" y="104986"/>
                </a:lnTo>
                <a:lnTo>
                  <a:pt x="1268343" y="106007"/>
                </a:lnTo>
                <a:lnTo>
                  <a:pt x="1268692" y="107014"/>
                </a:lnTo>
                <a:lnTo>
                  <a:pt x="1269060" y="108009"/>
                </a:lnTo>
                <a:lnTo>
                  <a:pt x="1269447" y="108991"/>
                </a:lnTo>
                <a:lnTo>
                  <a:pt x="1269853" y="109960"/>
                </a:lnTo>
                <a:lnTo>
                  <a:pt x="1270278" y="110917"/>
                </a:lnTo>
                <a:lnTo>
                  <a:pt x="1270721" y="111860"/>
                </a:lnTo>
                <a:lnTo>
                  <a:pt x="1271187" y="112784"/>
                </a:lnTo>
                <a:lnTo>
                  <a:pt x="1271670" y="113690"/>
                </a:lnTo>
                <a:lnTo>
                  <a:pt x="1272168" y="114580"/>
                </a:lnTo>
                <a:lnTo>
                  <a:pt x="1272682" y="115452"/>
                </a:lnTo>
                <a:lnTo>
                  <a:pt x="1273212" y="116307"/>
                </a:lnTo>
                <a:lnTo>
                  <a:pt x="1273759" y="117145"/>
                </a:lnTo>
                <a:lnTo>
                  <a:pt x="1274321" y="117966"/>
                </a:lnTo>
                <a:lnTo>
                  <a:pt x="1274899" y="118770"/>
                </a:lnTo>
                <a:lnTo>
                  <a:pt x="1275494" y="119557"/>
                </a:lnTo>
                <a:lnTo>
                  <a:pt x="1276104" y="120326"/>
                </a:lnTo>
                <a:lnTo>
                  <a:pt x="1276730" y="121079"/>
                </a:lnTo>
                <a:lnTo>
                  <a:pt x="1277373" y="121814"/>
                </a:lnTo>
                <a:lnTo>
                  <a:pt x="1278031" y="122532"/>
                </a:lnTo>
                <a:lnTo>
                  <a:pt x="1278706" y="123233"/>
                </a:lnTo>
                <a:lnTo>
                  <a:pt x="1279396" y="123917"/>
                </a:lnTo>
                <a:lnTo>
                  <a:pt x="1280102" y="124584"/>
                </a:lnTo>
                <a:lnTo>
                  <a:pt x="1280825" y="125234"/>
                </a:lnTo>
                <a:lnTo>
                  <a:pt x="1281563" y="125867"/>
                </a:lnTo>
                <a:lnTo>
                  <a:pt x="1282318" y="126482"/>
                </a:lnTo>
                <a:lnTo>
                  <a:pt x="1283089" y="127081"/>
                </a:lnTo>
                <a:lnTo>
                  <a:pt x="1283875" y="127662"/>
                </a:lnTo>
                <a:lnTo>
                  <a:pt x="1284678" y="128226"/>
                </a:lnTo>
                <a:lnTo>
                  <a:pt x="1285496" y="128773"/>
                </a:lnTo>
                <a:lnTo>
                  <a:pt x="1286331" y="129303"/>
                </a:lnTo>
                <a:lnTo>
                  <a:pt x="1287186" y="129808"/>
                </a:lnTo>
                <a:lnTo>
                  <a:pt x="1288054" y="130292"/>
                </a:lnTo>
                <a:lnTo>
                  <a:pt x="1288935" y="130755"/>
                </a:lnTo>
                <a:lnTo>
                  <a:pt x="1289830" y="131195"/>
                </a:lnTo>
                <a:lnTo>
                  <a:pt x="1290738" y="131615"/>
                </a:lnTo>
                <a:lnTo>
                  <a:pt x="1291659" y="132013"/>
                </a:lnTo>
                <a:lnTo>
                  <a:pt x="1292594" y="132389"/>
                </a:lnTo>
                <a:lnTo>
                  <a:pt x="1293543" y="132744"/>
                </a:lnTo>
                <a:lnTo>
                  <a:pt x="1294504" y="133077"/>
                </a:lnTo>
                <a:lnTo>
                  <a:pt x="1295479" y="133389"/>
                </a:lnTo>
                <a:lnTo>
                  <a:pt x="1296468" y="133679"/>
                </a:lnTo>
                <a:lnTo>
                  <a:pt x="1297470" y="133948"/>
                </a:lnTo>
                <a:lnTo>
                  <a:pt x="1298485" y="134195"/>
                </a:lnTo>
                <a:lnTo>
                  <a:pt x="1299514" y="134421"/>
                </a:lnTo>
                <a:lnTo>
                  <a:pt x="1300556" y="134625"/>
                </a:lnTo>
                <a:lnTo>
                  <a:pt x="1301611" y="134808"/>
                </a:lnTo>
                <a:lnTo>
                  <a:pt x="1302680" y="134970"/>
                </a:lnTo>
                <a:lnTo>
                  <a:pt x="1303762" y="135109"/>
                </a:lnTo>
                <a:lnTo>
                  <a:pt x="1304857" y="135228"/>
                </a:lnTo>
                <a:lnTo>
                  <a:pt x="1305966" y="135324"/>
                </a:lnTo>
                <a:lnTo>
                  <a:pt x="1307089" y="135400"/>
                </a:lnTo>
                <a:lnTo>
                  <a:pt x="1308224" y="135453"/>
                </a:lnTo>
                <a:lnTo>
                  <a:pt x="1309373" y="135486"/>
                </a:lnTo>
                <a:lnTo>
                  <a:pt x="1310536" y="135496"/>
                </a:lnTo>
                <a:lnTo>
                  <a:pt x="1311354" y="135491"/>
                </a:lnTo>
                <a:lnTo>
                  <a:pt x="1312165" y="135475"/>
                </a:lnTo>
                <a:lnTo>
                  <a:pt x="1312970" y="135449"/>
                </a:lnTo>
                <a:lnTo>
                  <a:pt x="1313768" y="135412"/>
                </a:lnTo>
                <a:lnTo>
                  <a:pt x="1314559" y="135365"/>
                </a:lnTo>
                <a:lnTo>
                  <a:pt x="1315343" y="135307"/>
                </a:lnTo>
                <a:lnTo>
                  <a:pt x="1316120" y="135238"/>
                </a:lnTo>
                <a:lnTo>
                  <a:pt x="1316891" y="135159"/>
                </a:lnTo>
                <a:lnTo>
                  <a:pt x="1317654" y="135070"/>
                </a:lnTo>
                <a:lnTo>
                  <a:pt x="1318411" y="134970"/>
                </a:lnTo>
                <a:lnTo>
                  <a:pt x="1319162" y="134859"/>
                </a:lnTo>
                <a:lnTo>
                  <a:pt x="1319905" y="134738"/>
                </a:lnTo>
                <a:lnTo>
                  <a:pt x="1320641" y="134606"/>
                </a:lnTo>
                <a:lnTo>
                  <a:pt x="1321371" y="134464"/>
                </a:lnTo>
                <a:lnTo>
                  <a:pt x="1322094" y="134311"/>
                </a:lnTo>
                <a:lnTo>
                  <a:pt x="1322810" y="134148"/>
                </a:lnTo>
                <a:lnTo>
                  <a:pt x="1323520" y="133974"/>
                </a:lnTo>
                <a:lnTo>
                  <a:pt x="1324222" y="133790"/>
                </a:lnTo>
                <a:lnTo>
                  <a:pt x="1324918" y="133595"/>
                </a:lnTo>
                <a:lnTo>
                  <a:pt x="1325607" y="133390"/>
                </a:lnTo>
                <a:lnTo>
                  <a:pt x="1326289" y="133174"/>
                </a:lnTo>
                <a:lnTo>
                  <a:pt x="1326964" y="132947"/>
                </a:lnTo>
                <a:lnTo>
                  <a:pt x="1327633" y="132710"/>
                </a:lnTo>
                <a:lnTo>
                  <a:pt x="1328295" y="132463"/>
                </a:lnTo>
                <a:lnTo>
                  <a:pt x="1328948" y="132201"/>
                </a:lnTo>
                <a:lnTo>
                  <a:pt x="1329594" y="131930"/>
                </a:lnTo>
                <a:lnTo>
                  <a:pt x="1330230" y="131651"/>
                </a:lnTo>
                <a:lnTo>
                  <a:pt x="1330857" y="131364"/>
                </a:lnTo>
                <a:lnTo>
                  <a:pt x="1331476" y="131068"/>
                </a:lnTo>
                <a:lnTo>
                  <a:pt x="1332086" y="130764"/>
                </a:lnTo>
                <a:lnTo>
                  <a:pt x="1332688" y="130452"/>
                </a:lnTo>
                <a:lnTo>
                  <a:pt x="1333280" y="130132"/>
                </a:lnTo>
                <a:lnTo>
                  <a:pt x="1333864" y="129803"/>
                </a:lnTo>
                <a:lnTo>
                  <a:pt x="1334439" y="129465"/>
                </a:lnTo>
                <a:lnTo>
                  <a:pt x="1335005" y="129120"/>
                </a:lnTo>
                <a:lnTo>
                  <a:pt x="1335562" y="128766"/>
                </a:lnTo>
                <a:lnTo>
                  <a:pt x="1336111" y="128404"/>
                </a:lnTo>
                <a:lnTo>
                  <a:pt x="1336651" y="128033"/>
                </a:lnTo>
                <a:lnTo>
                  <a:pt x="1337182" y="127654"/>
                </a:lnTo>
                <a:lnTo>
                  <a:pt x="1337704" y="127267"/>
                </a:lnTo>
                <a:lnTo>
                  <a:pt x="1338217" y="126871"/>
                </a:lnTo>
                <a:lnTo>
                  <a:pt x="1338722" y="126467"/>
                </a:lnTo>
                <a:lnTo>
                  <a:pt x="1339218" y="126055"/>
                </a:lnTo>
                <a:lnTo>
                  <a:pt x="1339705" y="125634"/>
                </a:lnTo>
                <a:lnTo>
                  <a:pt x="1340183" y="125205"/>
                </a:lnTo>
                <a:lnTo>
                  <a:pt x="1340653" y="124768"/>
                </a:lnTo>
                <a:lnTo>
                  <a:pt x="1341114" y="124322"/>
                </a:lnTo>
                <a:lnTo>
                  <a:pt x="1341566" y="123868"/>
                </a:lnTo>
                <a:lnTo>
                  <a:pt x="1342008" y="123401"/>
                </a:lnTo>
                <a:lnTo>
                  <a:pt x="1342440" y="122929"/>
                </a:lnTo>
                <a:lnTo>
                  <a:pt x="1342861" y="122450"/>
                </a:lnTo>
                <a:lnTo>
                  <a:pt x="1343271" y="121965"/>
                </a:lnTo>
                <a:lnTo>
                  <a:pt x="1343670" y="121474"/>
                </a:lnTo>
                <a:lnTo>
                  <a:pt x="1344058" y="120977"/>
                </a:lnTo>
                <a:lnTo>
                  <a:pt x="1344436" y="120473"/>
                </a:lnTo>
                <a:lnTo>
                  <a:pt x="1344803" y="119964"/>
                </a:lnTo>
                <a:lnTo>
                  <a:pt x="1345159" y="119448"/>
                </a:lnTo>
                <a:lnTo>
                  <a:pt x="1345505" y="118926"/>
                </a:lnTo>
                <a:lnTo>
                  <a:pt x="1345840" y="118398"/>
                </a:lnTo>
                <a:lnTo>
                  <a:pt x="1346164" y="117864"/>
                </a:lnTo>
                <a:lnTo>
                  <a:pt x="1346477" y="117324"/>
                </a:lnTo>
                <a:lnTo>
                  <a:pt x="1346779" y="116778"/>
                </a:lnTo>
                <a:lnTo>
                  <a:pt x="1347071" y="116225"/>
                </a:lnTo>
                <a:lnTo>
                  <a:pt x="1347352" y="115666"/>
                </a:lnTo>
                <a:lnTo>
                  <a:pt x="1347622" y="115101"/>
                </a:lnTo>
                <a:lnTo>
                  <a:pt x="1347882" y="114530"/>
                </a:lnTo>
                <a:lnTo>
                  <a:pt x="1348131" y="113953"/>
                </a:lnTo>
                <a:lnTo>
                  <a:pt x="1348369" y="113370"/>
                </a:lnTo>
                <a:lnTo>
                  <a:pt x="1348596" y="112781"/>
                </a:lnTo>
                <a:lnTo>
                  <a:pt x="1348812" y="112185"/>
                </a:lnTo>
                <a:lnTo>
                  <a:pt x="1349018" y="111583"/>
                </a:lnTo>
                <a:lnTo>
                  <a:pt x="1349213" y="110976"/>
                </a:lnTo>
                <a:lnTo>
                  <a:pt x="1334804" y="106931"/>
                </a:lnTo>
                <a:lnTo>
                  <a:pt x="1334643" y="107349"/>
                </a:lnTo>
                <a:lnTo>
                  <a:pt x="1334477" y="107762"/>
                </a:lnTo>
                <a:lnTo>
                  <a:pt x="1334305" y="108169"/>
                </a:lnTo>
                <a:lnTo>
                  <a:pt x="1334128" y="108571"/>
                </a:lnTo>
                <a:lnTo>
                  <a:pt x="1333945" y="108966"/>
                </a:lnTo>
                <a:lnTo>
                  <a:pt x="1333757" y="109356"/>
                </a:lnTo>
                <a:lnTo>
                  <a:pt x="1333563" y="109740"/>
                </a:lnTo>
                <a:lnTo>
                  <a:pt x="1333364" y="110119"/>
                </a:lnTo>
                <a:lnTo>
                  <a:pt x="1333160" y="110492"/>
                </a:lnTo>
                <a:lnTo>
                  <a:pt x="1332950" y="110859"/>
                </a:lnTo>
                <a:lnTo>
                  <a:pt x="1332734" y="111220"/>
                </a:lnTo>
                <a:lnTo>
                  <a:pt x="1332513" y="111576"/>
                </a:lnTo>
                <a:lnTo>
                  <a:pt x="1332286" y="111926"/>
                </a:lnTo>
                <a:lnTo>
                  <a:pt x="1332054" y="112270"/>
                </a:lnTo>
                <a:lnTo>
                  <a:pt x="1331817" y="112609"/>
                </a:lnTo>
                <a:lnTo>
                  <a:pt x="1331574" y="112942"/>
                </a:lnTo>
                <a:lnTo>
                  <a:pt x="1331325" y="113269"/>
                </a:lnTo>
                <a:lnTo>
                  <a:pt x="1331071" y="113590"/>
                </a:lnTo>
                <a:lnTo>
                  <a:pt x="1330812" y="113906"/>
                </a:lnTo>
                <a:lnTo>
                  <a:pt x="1330547" y="114216"/>
                </a:lnTo>
                <a:lnTo>
                  <a:pt x="1330276" y="114521"/>
                </a:lnTo>
                <a:lnTo>
                  <a:pt x="1330000" y="114819"/>
                </a:lnTo>
                <a:lnTo>
                  <a:pt x="1329719" y="115112"/>
                </a:lnTo>
                <a:lnTo>
                  <a:pt x="1329432" y="115399"/>
                </a:lnTo>
                <a:lnTo>
                  <a:pt x="1329140" y="115676"/>
                </a:lnTo>
                <a:lnTo>
                  <a:pt x="1328844" y="115946"/>
                </a:lnTo>
                <a:lnTo>
                  <a:pt x="1328542" y="116211"/>
                </a:lnTo>
                <a:lnTo>
                  <a:pt x="1328237" y="116470"/>
                </a:lnTo>
                <a:lnTo>
                  <a:pt x="1327926" y="116724"/>
                </a:lnTo>
                <a:lnTo>
                  <a:pt x="1327611" y="116972"/>
                </a:lnTo>
                <a:lnTo>
                  <a:pt x="1327292" y="117214"/>
                </a:lnTo>
                <a:lnTo>
                  <a:pt x="1326967" y="117450"/>
                </a:lnTo>
                <a:lnTo>
                  <a:pt x="1326638" y="117681"/>
                </a:lnTo>
                <a:lnTo>
                  <a:pt x="1326305" y="117905"/>
                </a:lnTo>
                <a:lnTo>
                  <a:pt x="1325967" y="118125"/>
                </a:lnTo>
                <a:lnTo>
                  <a:pt x="1325624" y="118338"/>
                </a:lnTo>
                <a:lnTo>
                  <a:pt x="1325277" y="118546"/>
                </a:lnTo>
                <a:lnTo>
                  <a:pt x="1324925" y="118748"/>
                </a:lnTo>
                <a:lnTo>
                  <a:pt x="1324569" y="118944"/>
                </a:lnTo>
                <a:lnTo>
                  <a:pt x="1324208" y="119135"/>
                </a:lnTo>
                <a:lnTo>
                  <a:pt x="1323842" y="119320"/>
                </a:lnTo>
                <a:lnTo>
                  <a:pt x="1323472" y="119499"/>
                </a:lnTo>
                <a:lnTo>
                  <a:pt x="1323097" y="119673"/>
                </a:lnTo>
                <a:lnTo>
                  <a:pt x="1322717" y="119841"/>
                </a:lnTo>
                <a:lnTo>
                  <a:pt x="1322333" y="120003"/>
                </a:lnTo>
                <a:lnTo>
                  <a:pt x="1321944" y="120159"/>
                </a:lnTo>
                <a:lnTo>
                  <a:pt x="1321551" y="120310"/>
                </a:lnTo>
                <a:lnTo>
                  <a:pt x="1321153" y="120455"/>
                </a:lnTo>
                <a:lnTo>
                  <a:pt x="1320756" y="120589"/>
                </a:lnTo>
                <a:lnTo>
                  <a:pt x="1320355" y="120718"/>
                </a:lnTo>
                <a:lnTo>
                  <a:pt x="1319950" y="120840"/>
                </a:lnTo>
                <a:lnTo>
                  <a:pt x="1319541" y="120957"/>
                </a:lnTo>
                <a:lnTo>
                  <a:pt x="1319129" y="121069"/>
                </a:lnTo>
                <a:lnTo>
                  <a:pt x="1318712" y="121174"/>
                </a:lnTo>
                <a:lnTo>
                  <a:pt x="1318291" y="121274"/>
                </a:lnTo>
                <a:lnTo>
                  <a:pt x="1317867" y="121368"/>
                </a:lnTo>
                <a:lnTo>
                  <a:pt x="1317438" y="121457"/>
                </a:lnTo>
                <a:lnTo>
                  <a:pt x="1317006" y="121539"/>
                </a:lnTo>
                <a:lnTo>
                  <a:pt x="1316569" y="121616"/>
                </a:lnTo>
                <a:lnTo>
                  <a:pt x="1316129" y="121688"/>
                </a:lnTo>
                <a:lnTo>
                  <a:pt x="1315684" y="121753"/>
                </a:lnTo>
                <a:lnTo>
                  <a:pt x="1315236" y="121813"/>
                </a:lnTo>
                <a:lnTo>
                  <a:pt x="1314784" y="121867"/>
                </a:lnTo>
                <a:lnTo>
                  <a:pt x="1314328" y="121916"/>
                </a:lnTo>
                <a:lnTo>
                  <a:pt x="1313868" y="121959"/>
                </a:lnTo>
                <a:lnTo>
                  <a:pt x="1313403" y="121996"/>
                </a:lnTo>
                <a:lnTo>
                  <a:pt x="1312935" y="122027"/>
                </a:lnTo>
                <a:lnTo>
                  <a:pt x="1312463" y="122053"/>
                </a:lnTo>
                <a:lnTo>
                  <a:pt x="1311987" y="122073"/>
                </a:lnTo>
                <a:lnTo>
                  <a:pt x="1311508" y="122087"/>
                </a:lnTo>
                <a:lnTo>
                  <a:pt x="1311024" y="122096"/>
                </a:lnTo>
                <a:lnTo>
                  <a:pt x="1310536" y="122098"/>
                </a:lnTo>
                <a:lnTo>
                  <a:pt x="1309787" y="122092"/>
                </a:lnTo>
                <a:lnTo>
                  <a:pt x="1309045" y="122071"/>
                </a:lnTo>
                <a:lnTo>
                  <a:pt x="1308311" y="122037"/>
                </a:lnTo>
                <a:lnTo>
                  <a:pt x="1307585" y="121990"/>
                </a:lnTo>
                <a:lnTo>
                  <a:pt x="1306866" y="121928"/>
                </a:lnTo>
                <a:lnTo>
                  <a:pt x="1306155" y="121854"/>
                </a:lnTo>
                <a:lnTo>
                  <a:pt x="1305452" y="121765"/>
                </a:lnTo>
                <a:lnTo>
                  <a:pt x="1304757" y="121663"/>
                </a:lnTo>
                <a:lnTo>
                  <a:pt x="1304069" y="121547"/>
                </a:lnTo>
                <a:lnTo>
                  <a:pt x="1303389" y="121418"/>
                </a:lnTo>
                <a:lnTo>
                  <a:pt x="1302716" y="121275"/>
                </a:lnTo>
                <a:lnTo>
                  <a:pt x="1302052" y="121119"/>
                </a:lnTo>
                <a:lnTo>
                  <a:pt x="1301394" y="120949"/>
                </a:lnTo>
                <a:lnTo>
                  <a:pt x="1300745" y="120765"/>
                </a:lnTo>
                <a:lnTo>
                  <a:pt x="1300103" y="120568"/>
                </a:lnTo>
                <a:lnTo>
                  <a:pt x="1299469" y="120357"/>
                </a:lnTo>
                <a:lnTo>
                  <a:pt x="1298843" y="120132"/>
                </a:lnTo>
                <a:lnTo>
                  <a:pt x="1298224" y="119894"/>
                </a:lnTo>
                <a:lnTo>
                  <a:pt x="1297613" y="119643"/>
                </a:lnTo>
                <a:lnTo>
                  <a:pt x="1297010" y="119377"/>
                </a:lnTo>
                <a:lnTo>
                  <a:pt x="1296414" y="119099"/>
                </a:lnTo>
                <a:lnTo>
                  <a:pt x="1295826" y="118806"/>
                </a:lnTo>
                <a:lnTo>
                  <a:pt x="1295246" y="118500"/>
                </a:lnTo>
                <a:lnTo>
                  <a:pt x="1294673" y="118180"/>
                </a:lnTo>
                <a:lnTo>
                  <a:pt x="1294109" y="117842"/>
                </a:lnTo>
                <a:lnTo>
                  <a:pt x="1293556" y="117492"/>
                </a:lnTo>
                <a:lnTo>
                  <a:pt x="1293013" y="117129"/>
                </a:lnTo>
                <a:lnTo>
                  <a:pt x="1292481" y="116753"/>
                </a:lnTo>
                <a:lnTo>
                  <a:pt x="1291958" y="116365"/>
                </a:lnTo>
                <a:lnTo>
                  <a:pt x="1291446" y="115964"/>
                </a:lnTo>
                <a:lnTo>
                  <a:pt x="1290944" y="115551"/>
                </a:lnTo>
                <a:lnTo>
                  <a:pt x="1290453" y="115126"/>
                </a:lnTo>
                <a:lnTo>
                  <a:pt x="1289972" y="114687"/>
                </a:lnTo>
                <a:lnTo>
                  <a:pt x="1289501" y="114237"/>
                </a:lnTo>
                <a:lnTo>
                  <a:pt x="1289041" y="113774"/>
                </a:lnTo>
                <a:lnTo>
                  <a:pt x="1288590" y="113298"/>
                </a:lnTo>
                <a:lnTo>
                  <a:pt x="1288151" y="112810"/>
                </a:lnTo>
                <a:lnTo>
                  <a:pt x="1287721" y="112309"/>
                </a:lnTo>
                <a:lnTo>
                  <a:pt x="1287302" y="111796"/>
                </a:lnTo>
                <a:lnTo>
                  <a:pt x="1286893" y="111271"/>
                </a:lnTo>
                <a:lnTo>
                  <a:pt x="1286494" y="110732"/>
                </a:lnTo>
                <a:lnTo>
                  <a:pt x="1286106" y="110182"/>
                </a:lnTo>
                <a:lnTo>
                  <a:pt x="1285728" y="109618"/>
                </a:lnTo>
                <a:lnTo>
                  <a:pt x="1285360" y="109043"/>
                </a:lnTo>
                <a:lnTo>
                  <a:pt x="1285003" y="108455"/>
                </a:lnTo>
                <a:lnTo>
                  <a:pt x="1284656" y="107854"/>
                </a:lnTo>
                <a:lnTo>
                  <a:pt x="1284319" y="107241"/>
                </a:lnTo>
                <a:lnTo>
                  <a:pt x="1283993" y="106615"/>
                </a:lnTo>
                <a:lnTo>
                  <a:pt x="1283683" y="105972"/>
                </a:lnTo>
                <a:lnTo>
                  <a:pt x="1283387" y="105317"/>
                </a:lnTo>
                <a:lnTo>
                  <a:pt x="1283104" y="104651"/>
                </a:lnTo>
                <a:lnTo>
                  <a:pt x="1282834" y="103973"/>
                </a:lnTo>
                <a:lnTo>
                  <a:pt x="1282577" y="103283"/>
                </a:lnTo>
                <a:lnTo>
                  <a:pt x="1282334" y="102582"/>
                </a:lnTo>
                <a:lnTo>
                  <a:pt x="1282103" y="101869"/>
                </a:lnTo>
                <a:lnTo>
                  <a:pt x="1281886" y="101145"/>
                </a:lnTo>
                <a:lnTo>
                  <a:pt x="1281682" y="100409"/>
                </a:lnTo>
                <a:lnTo>
                  <a:pt x="1281491" y="99661"/>
                </a:lnTo>
                <a:lnTo>
                  <a:pt x="1281313" y="98902"/>
                </a:lnTo>
                <a:lnTo>
                  <a:pt x="1281149" y="98131"/>
                </a:lnTo>
                <a:lnTo>
                  <a:pt x="1280997" y="97348"/>
                </a:lnTo>
                <a:lnTo>
                  <a:pt x="1280859" y="96554"/>
                </a:lnTo>
                <a:lnTo>
                  <a:pt x="1280734" y="95748"/>
                </a:lnTo>
                <a:lnTo>
                  <a:pt x="1280622" y="94930"/>
                </a:lnTo>
                <a:lnTo>
                  <a:pt x="1280523" y="94101"/>
                </a:lnTo>
                <a:lnTo>
                  <a:pt x="1280438" y="93260"/>
                </a:lnTo>
                <a:lnTo>
                  <a:pt x="1280365" y="92408"/>
                </a:lnTo>
                <a:lnTo>
                  <a:pt x="1280306" y="91544"/>
                </a:lnTo>
                <a:lnTo>
                  <a:pt x="1280260" y="90668"/>
                </a:lnTo>
                <a:lnTo>
                  <a:pt x="1280235" y="89994"/>
                </a:lnTo>
                <a:lnTo>
                  <a:pt x="1350730" y="89994"/>
                </a:lnTo>
                <a:lnTo>
                  <a:pt x="1350730" y="83674"/>
                </a:lnTo>
                <a:lnTo>
                  <a:pt x="1350723" y="82549"/>
                </a:lnTo>
                <a:lnTo>
                  <a:pt x="1350705" y="81439"/>
                </a:lnTo>
                <a:lnTo>
                  <a:pt x="1350673" y="80344"/>
                </a:lnTo>
                <a:close/>
                <a:moveTo>
                  <a:pt x="1280418" y="75427"/>
                </a:moveTo>
                <a:lnTo>
                  <a:pt x="1280496" y="74781"/>
                </a:lnTo>
                <a:lnTo>
                  <a:pt x="1280587" y="74138"/>
                </a:lnTo>
                <a:lnTo>
                  <a:pt x="1280690" y="73499"/>
                </a:lnTo>
                <a:lnTo>
                  <a:pt x="1280804" y="72864"/>
                </a:lnTo>
                <a:lnTo>
                  <a:pt x="1280931" y="72232"/>
                </a:lnTo>
                <a:lnTo>
                  <a:pt x="1281070" y="71603"/>
                </a:lnTo>
                <a:lnTo>
                  <a:pt x="1281221" y="70978"/>
                </a:lnTo>
                <a:lnTo>
                  <a:pt x="1281384" y="70357"/>
                </a:lnTo>
                <a:lnTo>
                  <a:pt x="1281559" y="69739"/>
                </a:lnTo>
                <a:lnTo>
                  <a:pt x="1281746" y="69125"/>
                </a:lnTo>
                <a:lnTo>
                  <a:pt x="1281945" y="68514"/>
                </a:lnTo>
                <a:lnTo>
                  <a:pt x="1282156" y="67906"/>
                </a:lnTo>
                <a:lnTo>
                  <a:pt x="1282379" y="67302"/>
                </a:lnTo>
                <a:lnTo>
                  <a:pt x="1282615" y="66702"/>
                </a:lnTo>
                <a:lnTo>
                  <a:pt x="1282862" y="66105"/>
                </a:lnTo>
                <a:lnTo>
                  <a:pt x="1283122" y="65512"/>
                </a:lnTo>
                <a:lnTo>
                  <a:pt x="1283393" y="64922"/>
                </a:lnTo>
                <a:lnTo>
                  <a:pt x="1283677" y="64335"/>
                </a:lnTo>
                <a:lnTo>
                  <a:pt x="1283972" y="63756"/>
                </a:lnTo>
                <a:lnTo>
                  <a:pt x="1284277" y="63185"/>
                </a:lnTo>
                <a:lnTo>
                  <a:pt x="1284592" y="62623"/>
                </a:lnTo>
                <a:lnTo>
                  <a:pt x="1284918" y="62071"/>
                </a:lnTo>
                <a:lnTo>
                  <a:pt x="1285254" y="61528"/>
                </a:lnTo>
                <a:lnTo>
                  <a:pt x="1285600" y="60994"/>
                </a:lnTo>
                <a:lnTo>
                  <a:pt x="1285957" y="60469"/>
                </a:lnTo>
                <a:lnTo>
                  <a:pt x="1286324" y="59954"/>
                </a:lnTo>
                <a:lnTo>
                  <a:pt x="1286701" y="59448"/>
                </a:lnTo>
                <a:lnTo>
                  <a:pt x="1287089" y="58951"/>
                </a:lnTo>
                <a:lnTo>
                  <a:pt x="1287487" y="58463"/>
                </a:lnTo>
                <a:lnTo>
                  <a:pt x="1287895" y="57984"/>
                </a:lnTo>
                <a:lnTo>
                  <a:pt x="1288314" y="57515"/>
                </a:lnTo>
                <a:lnTo>
                  <a:pt x="1288743" y="57055"/>
                </a:lnTo>
                <a:lnTo>
                  <a:pt x="1289182" y="56604"/>
                </a:lnTo>
                <a:lnTo>
                  <a:pt x="1289631" y="56162"/>
                </a:lnTo>
                <a:lnTo>
                  <a:pt x="1290091" y="55729"/>
                </a:lnTo>
                <a:lnTo>
                  <a:pt x="1290561" y="55306"/>
                </a:lnTo>
                <a:lnTo>
                  <a:pt x="1291042" y="54892"/>
                </a:lnTo>
                <a:lnTo>
                  <a:pt x="1291533" y="54487"/>
                </a:lnTo>
                <a:lnTo>
                  <a:pt x="1292034" y="54092"/>
                </a:lnTo>
                <a:lnTo>
                  <a:pt x="1292545" y="53705"/>
                </a:lnTo>
                <a:lnTo>
                  <a:pt x="1293067" y="53328"/>
                </a:lnTo>
                <a:lnTo>
                  <a:pt x="1293599" y="52960"/>
                </a:lnTo>
                <a:lnTo>
                  <a:pt x="1294145" y="52599"/>
                </a:lnTo>
                <a:lnTo>
                  <a:pt x="1294700" y="52253"/>
                </a:lnTo>
                <a:lnTo>
                  <a:pt x="1295264" y="51923"/>
                </a:lnTo>
                <a:lnTo>
                  <a:pt x="1295835" y="51608"/>
                </a:lnTo>
                <a:lnTo>
                  <a:pt x="1296415" y="51309"/>
                </a:lnTo>
                <a:lnTo>
                  <a:pt x="1297003" y="51024"/>
                </a:lnTo>
                <a:lnTo>
                  <a:pt x="1297600" y="50756"/>
                </a:lnTo>
                <a:lnTo>
                  <a:pt x="1298205" y="50502"/>
                </a:lnTo>
                <a:lnTo>
                  <a:pt x="1298818" y="50264"/>
                </a:lnTo>
                <a:lnTo>
                  <a:pt x="1299440" y="50041"/>
                </a:lnTo>
                <a:lnTo>
                  <a:pt x="1300070" y="49834"/>
                </a:lnTo>
                <a:lnTo>
                  <a:pt x="1300708" y="49642"/>
                </a:lnTo>
                <a:lnTo>
                  <a:pt x="1301355" y="49465"/>
                </a:lnTo>
                <a:lnTo>
                  <a:pt x="1302010" y="49304"/>
                </a:lnTo>
                <a:lnTo>
                  <a:pt x="1302674" y="49158"/>
                </a:lnTo>
                <a:lnTo>
                  <a:pt x="1303345" y="49028"/>
                </a:lnTo>
                <a:lnTo>
                  <a:pt x="1304025" y="48912"/>
                </a:lnTo>
                <a:lnTo>
                  <a:pt x="1304714" y="48813"/>
                </a:lnTo>
                <a:lnTo>
                  <a:pt x="1305410" y="48728"/>
                </a:lnTo>
                <a:lnTo>
                  <a:pt x="1306115" y="48659"/>
                </a:lnTo>
                <a:lnTo>
                  <a:pt x="1306829" y="48605"/>
                </a:lnTo>
                <a:lnTo>
                  <a:pt x="1307551" y="48567"/>
                </a:lnTo>
                <a:lnTo>
                  <a:pt x="1308281" y="48544"/>
                </a:lnTo>
                <a:lnTo>
                  <a:pt x="1309019" y="48536"/>
                </a:lnTo>
                <a:lnTo>
                  <a:pt x="1309689" y="48542"/>
                </a:lnTo>
                <a:lnTo>
                  <a:pt x="1310352" y="48562"/>
                </a:lnTo>
                <a:lnTo>
                  <a:pt x="1311008" y="48594"/>
                </a:lnTo>
                <a:lnTo>
                  <a:pt x="1311656" y="48640"/>
                </a:lnTo>
                <a:lnTo>
                  <a:pt x="1312296" y="48698"/>
                </a:lnTo>
                <a:lnTo>
                  <a:pt x="1312929" y="48769"/>
                </a:lnTo>
                <a:lnTo>
                  <a:pt x="1313555" y="48853"/>
                </a:lnTo>
                <a:lnTo>
                  <a:pt x="1314173" y="48950"/>
                </a:lnTo>
                <a:lnTo>
                  <a:pt x="1314784" y="49060"/>
                </a:lnTo>
                <a:lnTo>
                  <a:pt x="1315387" y="49183"/>
                </a:lnTo>
                <a:lnTo>
                  <a:pt x="1315983" y="49319"/>
                </a:lnTo>
                <a:lnTo>
                  <a:pt x="1316571" y="49468"/>
                </a:lnTo>
                <a:lnTo>
                  <a:pt x="1317152" y="49630"/>
                </a:lnTo>
                <a:lnTo>
                  <a:pt x="1317725" y="49805"/>
                </a:lnTo>
                <a:lnTo>
                  <a:pt x="1318291" y="49993"/>
                </a:lnTo>
                <a:lnTo>
                  <a:pt x="1318850" y="50193"/>
                </a:lnTo>
                <a:lnTo>
                  <a:pt x="1319401" y="50407"/>
                </a:lnTo>
                <a:lnTo>
                  <a:pt x="1319944" y="50633"/>
                </a:lnTo>
                <a:lnTo>
                  <a:pt x="1320480" y="50873"/>
                </a:lnTo>
                <a:lnTo>
                  <a:pt x="1321009" y="51125"/>
                </a:lnTo>
                <a:lnTo>
                  <a:pt x="1321530" y="51391"/>
                </a:lnTo>
                <a:lnTo>
                  <a:pt x="1322044" y="51669"/>
                </a:lnTo>
                <a:lnTo>
                  <a:pt x="1322550" y="51960"/>
                </a:lnTo>
                <a:lnTo>
                  <a:pt x="1323049" y="52265"/>
                </a:lnTo>
                <a:lnTo>
                  <a:pt x="1323544" y="52580"/>
                </a:lnTo>
                <a:lnTo>
                  <a:pt x="1324030" y="52905"/>
                </a:lnTo>
                <a:lnTo>
                  <a:pt x="1324507" y="53239"/>
                </a:lnTo>
                <a:lnTo>
                  <a:pt x="1324973" y="53583"/>
                </a:lnTo>
                <a:lnTo>
                  <a:pt x="1325430" y="53936"/>
                </a:lnTo>
                <a:lnTo>
                  <a:pt x="1325877" y="54299"/>
                </a:lnTo>
                <a:lnTo>
                  <a:pt x="1326315" y="54671"/>
                </a:lnTo>
                <a:lnTo>
                  <a:pt x="1326743" y="55052"/>
                </a:lnTo>
                <a:lnTo>
                  <a:pt x="1327161" y="55443"/>
                </a:lnTo>
                <a:lnTo>
                  <a:pt x="1327569" y="55844"/>
                </a:lnTo>
                <a:lnTo>
                  <a:pt x="1327968" y="56254"/>
                </a:lnTo>
                <a:lnTo>
                  <a:pt x="1328358" y="56673"/>
                </a:lnTo>
                <a:lnTo>
                  <a:pt x="1328737" y="57101"/>
                </a:lnTo>
                <a:lnTo>
                  <a:pt x="1329107" y="57540"/>
                </a:lnTo>
                <a:lnTo>
                  <a:pt x="1329468" y="57987"/>
                </a:lnTo>
                <a:lnTo>
                  <a:pt x="1329818" y="58444"/>
                </a:lnTo>
                <a:lnTo>
                  <a:pt x="1330159" y="58910"/>
                </a:lnTo>
                <a:lnTo>
                  <a:pt x="1330491" y="59386"/>
                </a:lnTo>
                <a:lnTo>
                  <a:pt x="1330812" y="59872"/>
                </a:lnTo>
                <a:lnTo>
                  <a:pt x="1331124" y="60366"/>
                </a:lnTo>
                <a:lnTo>
                  <a:pt x="1331427" y="60870"/>
                </a:lnTo>
                <a:lnTo>
                  <a:pt x="1331719" y="61384"/>
                </a:lnTo>
                <a:lnTo>
                  <a:pt x="1332002" y="61907"/>
                </a:lnTo>
                <a:lnTo>
                  <a:pt x="1332276" y="62440"/>
                </a:lnTo>
                <a:lnTo>
                  <a:pt x="1332544" y="62980"/>
                </a:lnTo>
                <a:lnTo>
                  <a:pt x="1332801" y="63526"/>
                </a:lnTo>
                <a:lnTo>
                  <a:pt x="1333046" y="64079"/>
                </a:lnTo>
                <a:lnTo>
                  <a:pt x="1333280" y="64637"/>
                </a:lnTo>
                <a:lnTo>
                  <a:pt x="1333502" y="65202"/>
                </a:lnTo>
                <a:lnTo>
                  <a:pt x="1333714" y="65773"/>
                </a:lnTo>
                <a:lnTo>
                  <a:pt x="1333913" y="66350"/>
                </a:lnTo>
                <a:lnTo>
                  <a:pt x="1334102" y="66934"/>
                </a:lnTo>
                <a:lnTo>
                  <a:pt x="1334278" y="67523"/>
                </a:lnTo>
                <a:lnTo>
                  <a:pt x="1334444" y="68119"/>
                </a:lnTo>
                <a:lnTo>
                  <a:pt x="1334598" y="68720"/>
                </a:lnTo>
                <a:lnTo>
                  <a:pt x="1334741" y="69328"/>
                </a:lnTo>
                <a:lnTo>
                  <a:pt x="1334872" y="69942"/>
                </a:lnTo>
                <a:lnTo>
                  <a:pt x="1334992" y="70562"/>
                </a:lnTo>
                <a:lnTo>
                  <a:pt x="1335100" y="71189"/>
                </a:lnTo>
                <a:lnTo>
                  <a:pt x="1335197" y="71821"/>
                </a:lnTo>
                <a:lnTo>
                  <a:pt x="1335283" y="72460"/>
                </a:lnTo>
                <a:lnTo>
                  <a:pt x="1335357" y="73104"/>
                </a:lnTo>
                <a:lnTo>
                  <a:pt x="1335420" y="73755"/>
                </a:lnTo>
                <a:lnTo>
                  <a:pt x="1335471" y="74412"/>
                </a:lnTo>
                <a:lnTo>
                  <a:pt x="1335511" y="75075"/>
                </a:lnTo>
                <a:lnTo>
                  <a:pt x="1335539" y="75744"/>
                </a:lnTo>
                <a:lnTo>
                  <a:pt x="1335557" y="76420"/>
                </a:lnTo>
                <a:lnTo>
                  <a:pt x="1335562" y="77101"/>
                </a:lnTo>
                <a:lnTo>
                  <a:pt x="1280273" y="77101"/>
                </a:lnTo>
                <a:lnTo>
                  <a:pt x="1280297" y="76729"/>
                </a:lnTo>
                <a:lnTo>
                  <a:pt x="1280352" y="76076"/>
                </a:lnTo>
                <a:lnTo>
                  <a:pt x="1280418" y="75427"/>
                </a:lnTo>
                <a:close/>
                <a:moveTo>
                  <a:pt x="1719117" y="80344"/>
                </a:moveTo>
                <a:lnTo>
                  <a:pt x="1719074" y="79264"/>
                </a:lnTo>
                <a:lnTo>
                  <a:pt x="1719017" y="78199"/>
                </a:lnTo>
                <a:lnTo>
                  <a:pt x="1718949" y="77149"/>
                </a:lnTo>
                <a:lnTo>
                  <a:pt x="1718867" y="76114"/>
                </a:lnTo>
                <a:lnTo>
                  <a:pt x="1718773" y="75093"/>
                </a:lnTo>
                <a:lnTo>
                  <a:pt x="1718667" y="74088"/>
                </a:lnTo>
                <a:lnTo>
                  <a:pt x="1718548" y="73097"/>
                </a:lnTo>
                <a:lnTo>
                  <a:pt x="1718417" y="72122"/>
                </a:lnTo>
                <a:lnTo>
                  <a:pt x="1718273" y="71161"/>
                </a:lnTo>
                <a:lnTo>
                  <a:pt x="1718117" y="70215"/>
                </a:lnTo>
                <a:lnTo>
                  <a:pt x="1717948" y="69284"/>
                </a:lnTo>
                <a:lnTo>
                  <a:pt x="1717767" y="68368"/>
                </a:lnTo>
                <a:lnTo>
                  <a:pt x="1717573" y="67467"/>
                </a:lnTo>
                <a:lnTo>
                  <a:pt x="1717366" y="66581"/>
                </a:lnTo>
                <a:lnTo>
                  <a:pt x="1717147" y="65710"/>
                </a:lnTo>
                <a:lnTo>
                  <a:pt x="1716916" y="64854"/>
                </a:lnTo>
                <a:lnTo>
                  <a:pt x="1716672" y="64012"/>
                </a:lnTo>
                <a:lnTo>
                  <a:pt x="1716416" y="63186"/>
                </a:lnTo>
                <a:lnTo>
                  <a:pt x="1716147" y="62375"/>
                </a:lnTo>
                <a:lnTo>
                  <a:pt x="1715865" y="61578"/>
                </a:lnTo>
                <a:lnTo>
                  <a:pt x="1715571" y="60796"/>
                </a:lnTo>
                <a:lnTo>
                  <a:pt x="1715267" y="60029"/>
                </a:lnTo>
                <a:lnTo>
                  <a:pt x="1714954" y="59274"/>
                </a:lnTo>
                <a:lnTo>
                  <a:pt x="1714632" y="58531"/>
                </a:lnTo>
                <a:lnTo>
                  <a:pt x="1714302" y="57802"/>
                </a:lnTo>
                <a:lnTo>
                  <a:pt x="1713964" y="57085"/>
                </a:lnTo>
                <a:lnTo>
                  <a:pt x="1713616" y="56380"/>
                </a:lnTo>
                <a:lnTo>
                  <a:pt x="1713260" y="55689"/>
                </a:lnTo>
                <a:lnTo>
                  <a:pt x="1712896" y="55010"/>
                </a:lnTo>
                <a:lnTo>
                  <a:pt x="1712523" y="54344"/>
                </a:lnTo>
                <a:lnTo>
                  <a:pt x="1712142" y="53691"/>
                </a:lnTo>
                <a:lnTo>
                  <a:pt x="1711752" y="53050"/>
                </a:lnTo>
                <a:lnTo>
                  <a:pt x="1711353" y="52423"/>
                </a:lnTo>
                <a:lnTo>
                  <a:pt x="1710946" y="51808"/>
                </a:lnTo>
                <a:lnTo>
                  <a:pt x="1710530" y="51205"/>
                </a:lnTo>
                <a:lnTo>
                  <a:pt x="1710106" y="50616"/>
                </a:lnTo>
                <a:lnTo>
                  <a:pt x="1709673" y="50039"/>
                </a:lnTo>
                <a:lnTo>
                  <a:pt x="1709232" y="49475"/>
                </a:lnTo>
                <a:lnTo>
                  <a:pt x="1708782" y="48923"/>
                </a:lnTo>
                <a:lnTo>
                  <a:pt x="1708323" y="48384"/>
                </a:lnTo>
                <a:lnTo>
                  <a:pt x="1707856" y="47858"/>
                </a:lnTo>
                <a:lnTo>
                  <a:pt x="1707380" y="47345"/>
                </a:lnTo>
                <a:lnTo>
                  <a:pt x="1706896" y="46845"/>
                </a:lnTo>
                <a:lnTo>
                  <a:pt x="1706404" y="46357"/>
                </a:lnTo>
                <a:lnTo>
                  <a:pt x="1705902" y="45882"/>
                </a:lnTo>
                <a:lnTo>
                  <a:pt x="1705394" y="45413"/>
                </a:lnTo>
                <a:lnTo>
                  <a:pt x="1704882" y="44956"/>
                </a:lnTo>
                <a:lnTo>
                  <a:pt x="1704365" y="44509"/>
                </a:lnTo>
                <a:lnTo>
                  <a:pt x="1703843" y="44074"/>
                </a:lnTo>
                <a:lnTo>
                  <a:pt x="1703317" y="43649"/>
                </a:lnTo>
                <a:lnTo>
                  <a:pt x="1702786" y="43235"/>
                </a:lnTo>
                <a:lnTo>
                  <a:pt x="1702250" y="42833"/>
                </a:lnTo>
                <a:lnTo>
                  <a:pt x="1701710" y="42441"/>
                </a:lnTo>
                <a:lnTo>
                  <a:pt x="1701165" y="42060"/>
                </a:lnTo>
                <a:lnTo>
                  <a:pt x="1700616" y="41690"/>
                </a:lnTo>
                <a:lnTo>
                  <a:pt x="1700062" y="41332"/>
                </a:lnTo>
                <a:lnTo>
                  <a:pt x="1699503" y="40984"/>
                </a:lnTo>
                <a:lnTo>
                  <a:pt x="1698940" y="40647"/>
                </a:lnTo>
                <a:lnTo>
                  <a:pt x="1698372" y="40321"/>
                </a:lnTo>
                <a:lnTo>
                  <a:pt x="1697800" y="40006"/>
                </a:lnTo>
                <a:lnTo>
                  <a:pt x="1697223" y="39702"/>
                </a:lnTo>
                <a:lnTo>
                  <a:pt x="1696641" y="39409"/>
                </a:lnTo>
                <a:lnTo>
                  <a:pt x="1696055" y="39127"/>
                </a:lnTo>
                <a:lnTo>
                  <a:pt x="1695464" y="38856"/>
                </a:lnTo>
                <a:lnTo>
                  <a:pt x="1694869" y="38596"/>
                </a:lnTo>
                <a:lnTo>
                  <a:pt x="1694269" y="38347"/>
                </a:lnTo>
                <a:lnTo>
                  <a:pt x="1693664" y="38109"/>
                </a:lnTo>
                <a:lnTo>
                  <a:pt x="1693055" y="37882"/>
                </a:lnTo>
                <a:lnTo>
                  <a:pt x="1692441" y="37666"/>
                </a:lnTo>
                <a:lnTo>
                  <a:pt x="1691825" y="37460"/>
                </a:lnTo>
                <a:lnTo>
                  <a:pt x="1691207" y="37262"/>
                </a:lnTo>
                <a:lnTo>
                  <a:pt x="1690590" y="37073"/>
                </a:lnTo>
                <a:lnTo>
                  <a:pt x="1689971" y="36894"/>
                </a:lnTo>
                <a:lnTo>
                  <a:pt x="1689352" y="36722"/>
                </a:lnTo>
                <a:lnTo>
                  <a:pt x="1688732" y="36560"/>
                </a:lnTo>
                <a:lnTo>
                  <a:pt x="1688112" y="36406"/>
                </a:lnTo>
                <a:lnTo>
                  <a:pt x="1687491" y="36262"/>
                </a:lnTo>
                <a:lnTo>
                  <a:pt x="1686869" y="36126"/>
                </a:lnTo>
                <a:lnTo>
                  <a:pt x="1686246" y="35998"/>
                </a:lnTo>
                <a:lnTo>
                  <a:pt x="1685623" y="35880"/>
                </a:lnTo>
                <a:lnTo>
                  <a:pt x="1685000" y="35770"/>
                </a:lnTo>
                <a:lnTo>
                  <a:pt x="1684375" y="35669"/>
                </a:lnTo>
                <a:lnTo>
                  <a:pt x="1683750" y="35577"/>
                </a:lnTo>
                <a:lnTo>
                  <a:pt x="1683124" y="35494"/>
                </a:lnTo>
                <a:lnTo>
                  <a:pt x="1682498" y="35419"/>
                </a:lnTo>
                <a:lnTo>
                  <a:pt x="1681871" y="35353"/>
                </a:lnTo>
                <a:lnTo>
                  <a:pt x="1681243" y="35296"/>
                </a:lnTo>
                <a:lnTo>
                  <a:pt x="1680615" y="35248"/>
                </a:lnTo>
                <a:lnTo>
                  <a:pt x="1679986" y="35208"/>
                </a:lnTo>
                <a:lnTo>
                  <a:pt x="1679356" y="35178"/>
                </a:lnTo>
                <a:lnTo>
                  <a:pt x="1678726" y="35156"/>
                </a:lnTo>
                <a:lnTo>
                  <a:pt x="1678095" y="35142"/>
                </a:lnTo>
                <a:lnTo>
                  <a:pt x="1677463" y="35138"/>
                </a:lnTo>
                <a:lnTo>
                  <a:pt x="1676373" y="35149"/>
                </a:lnTo>
                <a:lnTo>
                  <a:pt x="1675295" y="35183"/>
                </a:lnTo>
                <a:lnTo>
                  <a:pt x="1674228" y="35239"/>
                </a:lnTo>
                <a:lnTo>
                  <a:pt x="1673173" y="35317"/>
                </a:lnTo>
                <a:lnTo>
                  <a:pt x="1672129" y="35418"/>
                </a:lnTo>
                <a:lnTo>
                  <a:pt x="1671096" y="35541"/>
                </a:lnTo>
                <a:lnTo>
                  <a:pt x="1670075" y="35686"/>
                </a:lnTo>
                <a:lnTo>
                  <a:pt x="1669065" y="35854"/>
                </a:lnTo>
                <a:lnTo>
                  <a:pt x="1668066" y="36045"/>
                </a:lnTo>
                <a:lnTo>
                  <a:pt x="1667079" y="36257"/>
                </a:lnTo>
                <a:lnTo>
                  <a:pt x="1666104" y="36492"/>
                </a:lnTo>
                <a:lnTo>
                  <a:pt x="1665139" y="36750"/>
                </a:lnTo>
                <a:lnTo>
                  <a:pt x="1664187" y="37029"/>
                </a:lnTo>
                <a:lnTo>
                  <a:pt x="1663245" y="37332"/>
                </a:lnTo>
                <a:lnTo>
                  <a:pt x="1662315" y="37656"/>
                </a:lnTo>
                <a:lnTo>
                  <a:pt x="1661397" y="38003"/>
                </a:lnTo>
                <a:lnTo>
                  <a:pt x="1660490" y="38372"/>
                </a:lnTo>
                <a:lnTo>
                  <a:pt x="1659594" y="38764"/>
                </a:lnTo>
                <a:lnTo>
                  <a:pt x="1658710" y="39178"/>
                </a:lnTo>
                <a:lnTo>
                  <a:pt x="1657837" y="39615"/>
                </a:lnTo>
                <a:lnTo>
                  <a:pt x="1656975" y="40073"/>
                </a:lnTo>
                <a:lnTo>
                  <a:pt x="1656125" y="40555"/>
                </a:lnTo>
                <a:lnTo>
                  <a:pt x="1655286" y="41058"/>
                </a:lnTo>
                <a:lnTo>
                  <a:pt x="1654459" y="41584"/>
                </a:lnTo>
                <a:lnTo>
                  <a:pt x="1653650" y="42125"/>
                </a:lnTo>
                <a:lnTo>
                  <a:pt x="1652856" y="42683"/>
                </a:lnTo>
                <a:lnTo>
                  <a:pt x="1652077" y="43259"/>
                </a:lnTo>
                <a:lnTo>
                  <a:pt x="1651313" y="43852"/>
                </a:lnTo>
                <a:lnTo>
                  <a:pt x="1650564" y="44463"/>
                </a:lnTo>
                <a:lnTo>
                  <a:pt x="1649830" y="45092"/>
                </a:lnTo>
                <a:lnTo>
                  <a:pt x="1649110" y="45738"/>
                </a:lnTo>
                <a:lnTo>
                  <a:pt x="1648406" y="46401"/>
                </a:lnTo>
                <a:lnTo>
                  <a:pt x="1647717" y="47082"/>
                </a:lnTo>
                <a:lnTo>
                  <a:pt x="1647042" y="47781"/>
                </a:lnTo>
                <a:lnTo>
                  <a:pt x="1646382" y="48497"/>
                </a:lnTo>
                <a:lnTo>
                  <a:pt x="1645738" y="49231"/>
                </a:lnTo>
                <a:lnTo>
                  <a:pt x="1645108" y="49983"/>
                </a:lnTo>
                <a:lnTo>
                  <a:pt x="1644493" y="50751"/>
                </a:lnTo>
                <a:lnTo>
                  <a:pt x="1643893" y="51538"/>
                </a:lnTo>
                <a:lnTo>
                  <a:pt x="1643308" y="52342"/>
                </a:lnTo>
                <a:lnTo>
                  <a:pt x="1642738" y="53164"/>
                </a:lnTo>
                <a:lnTo>
                  <a:pt x="1642183" y="54003"/>
                </a:lnTo>
                <a:lnTo>
                  <a:pt x="1641643" y="54859"/>
                </a:lnTo>
                <a:lnTo>
                  <a:pt x="1641117" y="55734"/>
                </a:lnTo>
                <a:lnTo>
                  <a:pt x="1640607" y="56625"/>
                </a:lnTo>
                <a:lnTo>
                  <a:pt x="1640111" y="57535"/>
                </a:lnTo>
                <a:lnTo>
                  <a:pt x="1639631" y="58462"/>
                </a:lnTo>
                <a:lnTo>
                  <a:pt x="1639165" y="59406"/>
                </a:lnTo>
                <a:lnTo>
                  <a:pt x="1638722" y="60360"/>
                </a:lnTo>
                <a:lnTo>
                  <a:pt x="1638297" y="61327"/>
                </a:lnTo>
                <a:lnTo>
                  <a:pt x="1637891" y="62305"/>
                </a:lnTo>
                <a:lnTo>
                  <a:pt x="1637504" y="63296"/>
                </a:lnTo>
                <a:lnTo>
                  <a:pt x="1637136" y="64300"/>
                </a:lnTo>
                <a:lnTo>
                  <a:pt x="1636787" y="65315"/>
                </a:lnTo>
                <a:lnTo>
                  <a:pt x="1636457" y="66343"/>
                </a:lnTo>
                <a:lnTo>
                  <a:pt x="1636146" y="67383"/>
                </a:lnTo>
                <a:lnTo>
                  <a:pt x="1635853" y="68435"/>
                </a:lnTo>
                <a:lnTo>
                  <a:pt x="1635579" y="69500"/>
                </a:lnTo>
                <a:lnTo>
                  <a:pt x="1635325" y="70577"/>
                </a:lnTo>
                <a:lnTo>
                  <a:pt x="1635089" y="71666"/>
                </a:lnTo>
                <a:lnTo>
                  <a:pt x="1634872" y="72768"/>
                </a:lnTo>
                <a:lnTo>
                  <a:pt x="1634674" y="73882"/>
                </a:lnTo>
                <a:lnTo>
                  <a:pt x="1634494" y="75008"/>
                </a:lnTo>
                <a:lnTo>
                  <a:pt x="1634334" y="76146"/>
                </a:lnTo>
                <a:lnTo>
                  <a:pt x="1634192" y="77297"/>
                </a:lnTo>
                <a:lnTo>
                  <a:pt x="1634070" y="78460"/>
                </a:lnTo>
                <a:lnTo>
                  <a:pt x="1633966" y="79636"/>
                </a:lnTo>
                <a:lnTo>
                  <a:pt x="1633881" y="80823"/>
                </a:lnTo>
                <a:lnTo>
                  <a:pt x="1633815" y="82023"/>
                </a:lnTo>
                <a:lnTo>
                  <a:pt x="1633768" y="83235"/>
                </a:lnTo>
                <a:lnTo>
                  <a:pt x="1633739" y="84460"/>
                </a:lnTo>
                <a:lnTo>
                  <a:pt x="1633730" y="85696"/>
                </a:lnTo>
                <a:lnTo>
                  <a:pt x="1633739" y="86933"/>
                </a:lnTo>
                <a:lnTo>
                  <a:pt x="1633768" y="88157"/>
                </a:lnTo>
                <a:lnTo>
                  <a:pt x="1633815" y="89368"/>
                </a:lnTo>
                <a:lnTo>
                  <a:pt x="1633881" y="90566"/>
                </a:lnTo>
                <a:lnTo>
                  <a:pt x="1633966" y="91752"/>
                </a:lnTo>
                <a:lnTo>
                  <a:pt x="1634070" y="92925"/>
                </a:lnTo>
                <a:lnTo>
                  <a:pt x="1634192" y="94085"/>
                </a:lnTo>
                <a:lnTo>
                  <a:pt x="1634334" y="95232"/>
                </a:lnTo>
                <a:lnTo>
                  <a:pt x="1634494" y="96367"/>
                </a:lnTo>
                <a:lnTo>
                  <a:pt x="1634674" y="97489"/>
                </a:lnTo>
                <a:lnTo>
                  <a:pt x="1634872" y="98598"/>
                </a:lnTo>
                <a:lnTo>
                  <a:pt x="1635089" y="99695"/>
                </a:lnTo>
                <a:lnTo>
                  <a:pt x="1635325" y="100779"/>
                </a:lnTo>
                <a:lnTo>
                  <a:pt x="1635579" y="101850"/>
                </a:lnTo>
                <a:lnTo>
                  <a:pt x="1635853" y="102908"/>
                </a:lnTo>
                <a:lnTo>
                  <a:pt x="1636146" y="103954"/>
                </a:lnTo>
                <a:lnTo>
                  <a:pt x="1636457" y="104986"/>
                </a:lnTo>
                <a:lnTo>
                  <a:pt x="1636787" y="106007"/>
                </a:lnTo>
                <a:lnTo>
                  <a:pt x="1637136" y="107014"/>
                </a:lnTo>
                <a:lnTo>
                  <a:pt x="1637504" y="108009"/>
                </a:lnTo>
                <a:lnTo>
                  <a:pt x="1637891" y="108991"/>
                </a:lnTo>
                <a:lnTo>
                  <a:pt x="1638297" y="109960"/>
                </a:lnTo>
                <a:lnTo>
                  <a:pt x="1638722" y="110917"/>
                </a:lnTo>
                <a:lnTo>
                  <a:pt x="1639165" y="111860"/>
                </a:lnTo>
                <a:lnTo>
                  <a:pt x="1639631" y="112784"/>
                </a:lnTo>
                <a:lnTo>
                  <a:pt x="1640114" y="113690"/>
                </a:lnTo>
                <a:lnTo>
                  <a:pt x="1640612" y="114580"/>
                </a:lnTo>
                <a:lnTo>
                  <a:pt x="1641126" y="115452"/>
                </a:lnTo>
                <a:lnTo>
                  <a:pt x="1641656" y="116307"/>
                </a:lnTo>
                <a:lnTo>
                  <a:pt x="1642203" y="117145"/>
                </a:lnTo>
                <a:lnTo>
                  <a:pt x="1642765" y="117966"/>
                </a:lnTo>
                <a:lnTo>
                  <a:pt x="1643343" y="118770"/>
                </a:lnTo>
                <a:lnTo>
                  <a:pt x="1643938" y="119557"/>
                </a:lnTo>
                <a:lnTo>
                  <a:pt x="1644548" y="120326"/>
                </a:lnTo>
                <a:lnTo>
                  <a:pt x="1645174" y="121079"/>
                </a:lnTo>
                <a:lnTo>
                  <a:pt x="1645817" y="121814"/>
                </a:lnTo>
                <a:lnTo>
                  <a:pt x="1646475" y="122532"/>
                </a:lnTo>
                <a:lnTo>
                  <a:pt x="1647150" y="123233"/>
                </a:lnTo>
                <a:lnTo>
                  <a:pt x="1647840" y="123917"/>
                </a:lnTo>
                <a:lnTo>
                  <a:pt x="1648547" y="124584"/>
                </a:lnTo>
                <a:lnTo>
                  <a:pt x="1649269" y="125234"/>
                </a:lnTo>
                <a:lnTo>
                  <a:pt x="1650008" y="125867"/>
                </a:lnTo>
                <a:lnTo>
                  <a:pt x="1650762" y="126482"/>
                </a:lnTo>
                <a:lnTo>
                  <a:pt x="1651533" y="127081"/>
                </a:lnTo>
                <a:lnTo>
                  <a:pt x="1652319" y="127662"/>
                </a:lnTo>
                <a:lnTo>
                  <a:pt x="1653122" y="128226"/>
                </a:lnTo>
                <a:lnTo>
                  <a:pt x="1653940" y="128773"/>
                </a:lnTo>
                <a:lnTo>
                  <a:pt x="1654775" y="129303"/>
                </a:lnTo>
                <a:lnTo>
                  <a:pt x="1655630" y="129808"/>
                </a:lnTo>
                <a:lnTo>
                  <a:pt x="1656498" y="130292"/>
                </a:lnTo>
                <a:lnTo>
                  <a:pt x="1657379" y="130755"/>
                </a:lnTo>
                <a:lnTo>
                  <a:pt x="1658274" y="131195"/>
                </a:lnTo>
                <a:lnTo>
                  <a:pt x="1659182" y="131615"/>
                </a:lnTo>
                <a:lnTo>
                  <a:pt x="1660103" y="132013"/>
                </a:lnTo>
                <a:lnTo>
                  <a:pt x="1661038" y="132389"/>
                </a:lnTo>
                <a:lnTo>
                  <a:pt x="1661987" y="132744"/>
                </a:lnTo>
                <a:lnTo>
                  <a:pt x="1662948" y="133077"/>
                </a:lnTo>
                <a:lnTo>
                  <a:pt x="1663923" y="133389"/>
                </a:lnTo>
                <a:lnTo>
                  <a:pt x="1664912" y="133679"/>
                </a:lnTo>
                <a:lnTo>
                  <a:pt x="1665914" y="133948"/>
                </a:lnTo>
                <a:lnTo>
                  <a:pt x="1666929" y="134195"/>
                </a:lnTo>
                <a:lnTo>
                  <a:pt x="1667958" y="134421"/>
                </a:lnTo>
                <a:lnTo>
                  <a:pt x="1669000" y="134625"/>
                </a:lnTo>
                <a:lnTo>
                  <a:pt x="1670055" y="134808"/>
                </a:lnTo>
                <a:lnTo>
                  <a:pt x="1671124" y="134970"/>
                </a:lnTo>
                <a:lnTo>
                  <a:pt x="1672206" y="135109"/>
                </a:lnTo>
                <a:lnTo>
                  <a:pt x="1673301" y="135228"/>
                </a:lnTo>
                <a:lnTo>
                  <a:pt x="1674410" y="135324"/>
                </a:lnTo>
                <a:lnTo>
                  <a:pt x="1675533" y="135400"/>
                </a:lnTo>
                <a:lnTo>
                  <a:pt x="1676668" y="135453"/>
                </a:lnTo>
                <a:lnTo>
                  <a:pt x="1677817" y="135486"/>
                </a:lnTo>
                <a:lnTo>
                  <a:pt x="1678980" y="135496"/>
                </a:lnTo>
                <a:lnTo>
                  <a:pt x="1679798" y="135491"/>
                </a:lnTo>
                <a:lnTo>
                  <a:pt x="1680609" y="135475"/>
                </a:lnTo>
                <a:lnTo>
                  <a:pt x="1681414" y="135449"/>
                </a:lnTo>
                <a:lnTo>
                  <a:pt x="1682212" y="135412"/>
                </a:lnTo>
                <a:lnTo>
                  <a:pt x="1683003" y="135365"/>
                </a:lnTo>
                <a:lnTo>
                  <a:pt x="1683787" y="135307"/>
                </a:lnTo>
                <a:lnTo>
                  <a:pt x="1684564" y="135238"/>
                </a:lnTo>
                <a:lnTo>
                  <a:pt x="1685335" y="135159"/>
                </a:lnTo>
                <a:lnTo>
                  <a:pt x="1686098" y="135070"/>
                </a:lnTo>
                <a:lnTo>
                  <a:pt x="1686855" y="134970"/>
                </a:lnTo>
                <a:lnTo>
                  <a:pt x="1687606" y="134859"/>
                </a:lnTo>
                <a:lnTo>
                  <a:pt x="1688349" y="134738"/>
                </a:lnTo>
                <a:lnTo>
                  <a:pt x="1689085" y="134606"/>
                </a:lnTo>
                <a:lnTo>
                  <a:pt x="1689815" y="134464"/>
                </a:lnTo>
                <a:lnTo>
                  <a:pt x="1690538" y="134311"/>
                </a:lnTo>
                <a:lnTo>
                  <a:pt x="1691254" y="134148"/>
                </a:lnTo>
                <a:lnTo>
                  <a:pt x="1691964" y="133974"/>
                </a:lnTo>
                <a:lnTo>
                  <a:pt x="1692666" y="133790"/>
                </a:lnTo>
                <a:lnTo>
                  <a:pt x="1693362" y="133595"/>
                </a:lnTo>
                <a:lnTo>
                  <a:pt x="1694051" y="133390"/>
                </a:lnTo>
                <a:lnTo>
                  <a:pt x="1694733" y="133174"/>
                </a:lnTo>
                <a:lnTo>
                  <a:pt x="1695408" y="132947"/>
                </a:lnTo>
                <a:lnTo>
                  <a:pt x="1696077" y="132710"/>
                </a:lnTo>
                <a:lnTo>
                  <a:pt x="1696738" y="132463"/>
                </a:lnTo>
                <a:lnTo>
                  <a:pt x="1697392" y="132201"/>
                </a:lnTo>
                <a:lnTo>
                  <a:pt x="1698037" y="131930"/>
                </a:lnTo>
                <a:lnTo>
                  <a:pt x="1698674" y="131651"/>
                </a:lnTo>
                <a:lnTo>
                  <a:pt x="1699301" y="131364"/>
                </a:lnTo>
                <a:lnTo>
                  <a:pt x="1699920" y="131068"/>
                </a:lnTo>
                <a:lnTo>
                  <a:pt x="1700530" y="130764"/>
                </a:lnTo>
                <a:lnTo>
                  <a:pt x="1701132" y="130452"/>
                </a:lnTo>
                <a:lnTo>
                  <a:pt x="1701724" y="130132"/>
                </a:lnTo>
                <a:lnTo>
                  <a:pt x="1702308" y="129803"/>
                </a:lnTo>
                <a:lnTo>
                  <a:pt x="1702883" y="129465"/>
                </a:lnTo>
                <a:lnTo>
                  <a:pt x="1703449" y="129120"/>
                </a:lnTo>
                <a:lnTo>
                  <a:pt x="1704006" y="128766"/>
                </a:lnTo>
                <a:lnTo>
                  <a:pt x="1704555" y="128404"/>
                </a:lnTo>
                <a:lnTo>
                  <a:pt x="1705095" y="128033"/>
                </a:lnTo>
                <a:lnTo>
                  <a:pt x="1705626" y="127654"/>
                </a:lnTo>
                <a:lnTo>
                  <a:pt x="1706148" y="127267"/>
                </a:lnTo>
                <a:lnTo>
                  <a:pt x="1706661" y="126871"/>
                </a:lnTo>
                <a:lnTo>
                  <a:pt x="1707166" y="126467"/>
                </a:lnTo>
                <a:lnTo>
                  <a:pt x="1707662" y="126055"/>
                </a:lnTo>
                <a:lnTo>
                  <a:pt x="1708149" y="125634"/>
                </a:lnTo>
                <a:lnTo>
                  <a:pt x="1708628" y="125205"/>
                </a:lnTo>
                <a:lnTo>
                  <a:pt x="1709097" y="124768"/>
                </a:lnTo>
                <a:lnTo>
                  <a:pt x="1709558" y="124322"/>
                </a:lnTo>
                <a:lnTo>
                  <a:pt x="1710010" y="123868"/>
                </a:lnTo>
                <a:lnTo>
                  <a:pt x="1710452" y="123401"/>
                </a:lnTo>
                <a:lnTo>
                  <a:pt x="1710884" y="122929"/>
                </a:lnTo>
                <a:lnTo>
                  <a:pt x="1711305" y="122450"/>
                </a:lnTo>
                <a:lnTo>
                  <a:pt x="1711715" y="121965"/>
                </a:lnTo>
                <a:lnTo>
                  <a:pt x="1712114" y="121474"/>
                </a:lnTo>
                <a:lnTo>
                  <a:pt x="1712502" y="120977"/>
                </a:lnTo>
                <a:lnTo>
                  <a:pt x="1712880" y="120473"/>
                </a:lnTo>
                <a:lnTo>
                  <a:pt x="1713247" y="119964"/>
                </a:lnTo>
                <a:lnTo>
                  <a:pt x="1713603" y="119448"/>
                </a:lnTo>
                <a:lnTo>
                  <a:pt x="1713949" y="118926"/>
                </a:lnTo>
                <a:lnTo>
                  <a:pt x="1714284" y="118398"/>
                </a:lnTo>
                <a:lnTo>
                  <a:pt x="1714608" y="117864"/>
                </a:lnTo>
                <a:lnTo>
                  <a:pt x="1714921" y="117324"/>
                </a:lnTo>
                <a:lnTo>
                  <a:pt x="1715223" y="116778"/>
                </a:lnTo>
                <a:lnTo>
                  <a:pt x="1715515" y="116225"/>
                </a:lnTo>
                <a:lnTo>
                  <a:pt x="1715796" y="115666"/>
                </a:lnTo>
                <a:lnTo>
                  <a:pt x="1716066" y="115101"/>
                </a:lnTo>
                <a:lnTo>
                  <a:pt x="1716326" y="114530"/>
                </a:lnTo>
                <a:lnTo>
                  <a:pt x="1716575" y="113953"/>
                </a:lnTo>
                <a:lnTo>
                  <a:pt x="1716813" y="113370"/>
                </a:lnTo>
                <a:lnTo>
                  <a:pt x="1717040" y="112781"/>
                </a:lnTo>
                <a:lnTo>
                  <a:pt x="1717256" y="112185"/>
                </a:lnTo>
                <a:lnTo>
                  <a:pt x="1717462" y="111583"/>
                </a:lnTo>
                <a:lnTo>
                  <a:pt x="1717657" y="110976"/>
                </a:lnTo>
                <a:lnTo>
                  <a:pt x="1703248" y="106931"/>
                </a:lnTo>
                <a:lnTo>
                  <a:pt x="1703087" y="107349"/>
                </a:lnTo>
                <a:lnTo>
                  <a:pt x="1702921" y="107762"/>
                </a:lnTo>
                <a:lnTo>
                  <a:pt x="1702749" y="108169"/>
                </a:lnTo>
                <a:lnTo>
                  <a:pt x="1702572" y="108571"/>
                </a:lnTo>
                <a:lnTo>
                  <a:pt x="1702389" y="108966"/>
                </a:lnTo>
                <a:lnTo>
                  <a:pt x="1702201" y="109356"/>
                </a:lnTo>
                <a:lnTo>
                  <a:pt x="1702007" y="109740"/>
                </a:lnTo>
                <a:lnTo>
                  <a:pt x="1701808" y="110119"/>
                </a:lnTo>
                <a:lnTo>
                  <a:pt x="1701604" y="110492"/>
                </a:lnTo>
                <a:lnTo>
                  <a:pt x="1701394" y="110859"/>
                </a:lnTo>
                <a:lnTo>
                  <a:pt x="1701178" y="111220"/>
                </a:lnTo>
                <a:lnTo>
                  <a:pt x="1700957" y="111576"/>
                </a:lnTo>
                <a:lnTo>
                  <a:pt x="1700730" y="111926"/>
                </a:lnTo>
                <a:lnTo>
                  <a:pt x="1700498" y="112270"/>
                </a:lnTo>
                <a:lnTo>
                  <a:pt x="1700261" y="112609"/>
                </a:lnTo>
                <a:lnTo>
                  <a:pt x="1700018" y="112942"/>
                </a:lnTo>
                <a:lnTo>
                  <a:pt x="1699769" y="113269"/>
                </a:lnTo>
                <a:lnTo>
                  <a:pt x="1699515" y="113590"/>
                </a:lnTo>
                <a:lnTo>
                  <a:pt x="1699256" y="113906"/>
                </a:lnTo>
                <a:lnTo>
                  <a:pt x="1698991" y="114216"/>
                </a:lnTo>
                <a:lnTo>
                  <a:pt x="1698720" y="114521"/>
                </a:lnTo>
                <a:lnTo>
                  <a:pt x="1698444" y="114819"/>
                </a:lnTo>
                <a:lnTo>
                  <a:pt x="1698163" y="115112"/>
                </a:lnTo>
                <a:lnTo>
                  <a:pt x="1697876" y="115399"/>
                </a:lnTo>
                <a:lnTo>
                  <a:pt x="1697584" y="115676"/>
                </a:lnTo>
                <a:lnTo>
                  <a:pt x="1697287" y="115946"/>
                </a:lnTo>
                <a:lnTo>
                  <a:pt x="1696986" y="116211"/>
                </a:lnTo>
                <a:lnTo>
                  <a:pt x="1696680" y="116470"/>
                </a:lnTo>
                <a:lnTo>
                  <a:pt x="1696370" y="116724"/>
                </a:lnTo>
                <a:lnTo>
                  <a:pt x="1696055" y="116972"/>
                </a:lnTo>
                <a:lnTo>
                  <a:pt x="1695735" y="117214"/>
                </a:lnTo>
                <a:lnTo>
                  <a:pt x="1695411" y="117450"/>
                </a:lnTo>
                <a:lnTo>
                  <a:pt x="1695082" y="117681"/>
                </a:lnTo>
                <a:lnTo>
                  <a:pt x="1694749" y="117905"/>
                </a:lnTo>
                <a:lnTo>
                  <a:pt x="1694411" y="118125"/>
                </a:lnTo>
                <a:lnTo>
                  <a:pt x="1694068" y="118338"/>
                </a:lnTo>
                <a:lnTo>
                  <a:pt x="1693721" y="118546"/>
                </a:lnTo>
                <a:lnTo>
                  <a:pt x="1693369" y="118748"/>
                </a:lnTo>
                <a:lnTo>
                  <a:pt x="1693013" y="118944"/>
                </a:lnTo>
                <a:lnTo>
                  <a:pt x="1692652" y="119135"/>
                </a:lnTo>
                <a:lnTo>
                  <a:pt x="1692286" y="119320"/>
                </a:lnTo>
                <a:lnTo>
                  <a:pt x="1691916" y="119499"/>
                </a:lnTo>
                <a:lnTo>
                  <a:pt x="1691541" y="119673"/>
                </a:lnTo>
                <a:lnTo>
                  <a:pt x="1691161" y="119841"/>
                </a:lnTo>
                <a:lnTo>
                  <a:pt x="1690777" y="120003"/>
                </a:lnTo>
                <a:lnTo>
                  <a:pt x="1690388" y="120159"/>
                </a:lnTo>
                <a:lnTo>
                  <a:pt x="1689995" y="120310"/>
                </a:lnTo>
                <a:lnTo>
                  <a:pt x="1689597" y="120455"/>
                </a:lnTo>
                <a:lnTo>
                  <a:pt x="1689200" y="120589"/>
                </a:lnTo>
                <a:lnTo>
                  <a:pt x="1688799" y="120718"/>
                </a:lnTo>
                <a:lnTo>
                  <a:pt x="1688394" y="120840"/>
                </a:lnTo>
                <a:lnTo>
                  <a:pt x="1687985" y="120957"/>
                </a:lnTo>
                <a:lnTo>
                  <a:pt x="1687573" y="121069"/>
                </a:lnTo>
                <a:lnTo>
                  <a:pt x="1687156" y="121174"/>
                </a:lnTo>
                <a:lnTo>
                  <a:pt x="1686735" y="121274"/>
                </a:lnTo>
                <a:lnTo>
                  <a:pt x="1686311" y="121368"/>
                </a:lnTo>
                <a:lnTo>
                  <a:pt x="1685882" y="121457"/>
                </a:lnTo>
                <a:lnTo>
                  <a:pt x="1685450" y="121539"/>
                </a:lnTo>
                <a:lnTo>
                  <a:pt x="1685013" y="121616"/>
                </a:lnTo>
                <a:lnTo>
                  <a:pt x="1684573" y="121688"/>
                </a:lnTo>
                <a:lnTo>
                  <a:pt x="1684128" y="121753"/>
                </a:lnTo>
                <a:lnTo>
                  <a:pt x="1683680" y="121813"/>
                </a:lnTo>
                <a:lnTo>
                  <a:pt x="1683228" y="121867"/>
                </a:lnTo>
                <a:lnTo>
                  <a:pt x="1682772" y="121916"/>
                </a:lnTo>
                <a:lnTo>
                  <a:pt x="1682312" y="121959"/>
                </a:lnTo>
                <a:lnTo>
                  <a:pt x="1681847" y="121996"/>
                </a:lnTo>
                <a:lnTo>
                  <a:pt x="1681379" y="122027"/>
                </a:lnTo>
                <a:lnTo>
                  <a:pt x="1680907" y="122053"/>
                </a:lnTo>
                <a:lnTo>
                  <a:pt x="1680431" y="122073"/>
                </a:lnTo>
                <a:lnTo>
                  <a:pt x="1679951" y="122087"/>
                </a:lnTo>
                <a:lnTo>
                  <a:pt x="1679468" y="122096"/>
                </a:lnTo>
                <a:lnTo>
                  <a:pt x="1678980" y="122098"/>
                </a:lnTo>
                <a:lnTo>
                  <a:pt x="1678231" y="122092"/>
                </a:lnTo>
                <a:lnTo>
                  <a:pt x="1677489" y="122071"/>
                </a:lnTo>
                <a:lnTo>
                  <a:pt x="1676755" y="122037"/>
                </a:lnTo>
                <a:lnTo>
                  <a:pt x="1676029" y="121990"/>
                </a:lnTo>
                <a:lnTo>
                  <a:pt x="1675310" y="121928"/>
                </a:lnTo>
                <a:lnTo>
                  <a:pt x="1674599" y="121854"/>
                </a:lnTo>
                <a:lnTo>
                  <a:pt x="1673896" y="121765"/>
                </a:lnTo>
                <a:lnTo>
                  <a:pt x="1673201" y="121663"/>
                </a:lnTo>
                <a:lnTo>
                  <a:pt x="1672513" y="121547"/>
                </a:lnTo>
                <a:lnTo>
                  <a:pt x="1671833" y="121418"/>
                </a:lnTo>
                <a:lnTo>
                  <a:pt x="1671160" y="121275"/>
                </a:lnTo>
                <a:lnTo>
                  <a:pt x="1670496" y="121119"/>
                </a:lnTo>
                <a:lnTo>
                  <a:pt x="1669838" y="120949"/>
                </a:lnTo>
                <a:lnTo>
                  <a:pt x="1669189" y="120765"/>
                </a:lnTo>
                <a:lnTo>
                  <a:pt x="1668547" y="120568"/>
                </a:lnTo>
                <a:lnTo>
                  <a:pt x="1667913" y="120357"/>
                </a:lnTo>
                <a:lnTo>
                  <a:pt x="1667287" y="120132"/>
                </a:lnTo>
                <a:lnTo>
                  <a:pt x="1666668" y="119894"/>
                </a:lnTo>
                <a:lnTo>
                  <a:pt x="1666057" y="119643"/>
                </a:lnTo>
                <a:lnTo>
                  <a:pt x="1665454" y="119377"/>
                </a:lnTo>
                <a:lnTo>
                  <a:pt x="1664858" y="119099"/>
                </a:lnTo>
                <a:lnTo>
                  <a:pt x="1664270" y="118806"/>
                </a:lnTo>
                <a:lnTo>
                  <a:pt x="1663690" y="118500"/>
                </a:lnTo>
                <a:lnTo>
                  <a:pt x="1663117" y="118180"/>
                </a:lnTo>
                <a:lnTo>
                  <a:pt x="1662554" y="117842"/>
                </a:lnTo>
                <a:lnTo>
                  <a:pt x="1662000" y="117492"/>
                </a:lnTo>
                <a:lnTo>
                  <a:pt x="1661457" y="117129"/>
                </a:lnTo>
                <a:lnTo>
                  <a:pt x="1660925" y="116753"/>
                </a:lnTo>
                <a:lnTo>
                  <a:pt x="1660402" y="116365"/>
                </a:lnTo>
                <a:lnTo>
                  <a:pt x="1659890" y="115964"/>
                </a:lnTo>
                <a:lnTo>
                  <a:pt x="1659388" y="115551"/>
                </a:lnTo>
                <a:lnTo>
                  <a:pt x="1658897" y="115126"/>
                </a:lnTo>
                <a:lnTo>
                  <a:pt x="1658416" y="114687"/>
                </a:lnTo>
                <a:lnTo>
                  <a:pt x="1657945" y="114237"/>
                </a:lnTo>
                <a:lnTo>
                  <a:pt x="1657485" y="113774"/>
                </a:lnTo>
                <a:lnTo>
                  <a:pt x="1657034" y="113298"/>
                </a:lnTo>
                <a:lnTo>
                  <a:pt x="1656594" y="112810"/>
                </a:lnTo>
                <a:lnTo>
                  <a:pt x="1656165" y="112309"/>
                </a:lnTo>
                <a:lnTo>
                  <a:pt x="1655746" y="111796"/>
                </a:lnTo>
                <a:lnTo>
                  <a:pt x="1655337" y="111271"/>
                </a:lnTo>
                <a:lnTo>
                  <a:pt x="1654938" y="110732"/>
                </a:lnTo>
                <a:lnTo>
                  <a:pt x="1654550" y="110182"/>
                </a:lnTo>
                <a:lnTo>
                  <a:pt x="1654172" y="109618"/>
                </a:lnTo>
                <a:lnTo>
                  <a:pt x="1653804" y="109043"/>
                </a:lnTo>
                <a:lnTo>
                  <a:pt x="1653447" y="108455"/>
                </a:lnTo>
                <a:lnTo>
                  <a:pt x="1653100" y="107854"/>
                </a:lnTo>
                <a:lnTo>
                  <a:pt x="1652763" y="107241"/>
                </a:lnTo>
                <a:lnTo>
                  <a:pt x="1652437" y="106615"/>
                </a:lnTo>
                <a:lnTo>
                  <a:pt x="1652127" y="105972"/>
                </a:lnTo>
                <a:lnTo>
                  <a:pt x="1651831" y="105317"/>
                </a:lnTo>
                <a:lnTo>
                  <a:pt x="1651548" y="104651"/>
                </a:lnTo>
                <a:lnTo>
                  <a:pt x="1651278" y="103973"/>
                </a:lnTo>
                <a:lnTo>
                  <a:pt x="1651021" y="103283"/>
                </a:lnTo>
                <a:lnTo>
                  <a:pt x="1650778" y="102582"/>
                </a:lnTo>
                <a:lnTo>
                  <a:pt x="1650547" y="101869"/>
                </a:lnTo>
                <a:lnTo>
                  <a:pt x="1650330" y="101145"/>
                </a:lnTo>
                <a:lnTo>
                  <a:pt x="1650126" y="100409"/>
                </a:lnTo>
                <a:lnTo>
                  <a:pt x="1649935" y="99661"/>
                </a:lnTo>
                <a:lnTo>
                  <a:pt x="1649757" y="98902"/>
                </a:lnTo>
                <a:lnTo>
                  <a:pt x="1649593" y="98131"/>
                </a:lnTo>
                <a:lnTo>
                  <a:pt x="1649441" y="97348"/>
                </a:lnTo>
                <a:lnTo>
                  <a:pt x="1649303" y="96554"/>
                </a:lnTo>
                <a:lnTo>
                  <a:pt x="1649178" y="95748"/>
                </a:lnTo>
                <a:lnTo>
                  <a:pt x="1649066" y="94930"/>
                </a:lnTo>
                <a:lnTo>
                  <a:pt x="1648967" y="94101"/>
                </a:lnTo>
                <a:lnTo>
                  <a:pt x="1648882" y="93260"/>
                </a:lnTo>
                <a:lnTo>
                  <a:pt x="1648809" y="92408"/>
                </a:lnTo>
                <a:lnTo>
                  <a:pt x="1648750" y="91544"/>
                </a:lnTo>
                <a:lnTo>
                  <a:pt x="1648704" y="90668"/>
                </a:lnTo>
                <a:lnTo>
                  <a:pt x="1648679" y="89994"/>
                </a:lnTo>
                <a:lnTo>
                  <a:pt x="1719174" y="89994"/>
                </a:lnTo>
                <a:lnTo>
                  <a:pt x="1719174" y="83674"/>
                </a:lnTo>
                <a:lnTo>
                  <a:pt x="1719167" y="82549"/>
                </a:lnTo>
                <a:lnTo>
                  <a:pt x="1719149" y="81439"/>
                </a:lnTo>
                <a:lnTo>
                  <a:pt x="1719117" y="80344"/>
                </a:lnTo>
                <a:close/>
                <a:moveTo>
                  <a:pt x="1648941" y="74781"/>
                </a:moveTo>
                <a:lnTo>
                  <a:pt x="1649031" y="74138"/>
                </a:lnTo>
                <a:lnTo>
                  <a:pt x="1649134" y="73499"/>
                </a:lnTo>
                <a:lnTo>
                  <a:pt x="1649248" y="72864"/>
                </a:lnTo>
                <a:lnTo>
                  <a:pt x="1649375" y="72232"/>
                </a:lnTo>
                <a:lnTo>
                  <a:pt x="1649514" y="71603"/>
                </a:lnTo>
                <a:lnTo>
                  <a:pt x="1649665" y="70978"/>
                </a:lnTo>
                <a:lnTo>
                  <a:pt x="1649828" y="70357"/>
                </a:lnTo>
                <a:lnTo>
                  <a:pt x="1650003" y="69739"/>
                </a:lnTo>
                <a:lnTo>
                  <a:pt x="1650190" y="69125"/>
                </a:lnTo>
                <a:lnTo>
                  <a:pt x="1650389" y="68514"/>
                </a:lnTo>
                <a:lnTo>
                  <a:pt x="1650600" y="67906"/>
                </a:lnTo>
                <a:lnTo>
                  <a:pt x="1650823" y="67302"/>
                </a:lnTo>
                <a:lnTo>
                  <a:pt x="1651059" y="66702"/>
                </a:lnTo>
                <a:lnTo>
                  <a:pt x="1651306" y="66105"/>
                </a:lnTo>
                <a:lnTo>
                  <a:pt x="1651566" y="65512"/>
                </a:lnTo>
                <a:lnTo>
                  <a:pt x="1651837" y="64922"/>
                </a:lnTo>
                <a:lnTo>
                  <a:pt x="1652121" y="64335"/>
                </a:lnTo>
                <a:lnTo>
                  <a:pt x="1652416" y="63756"/>
                </a:lnTo>
                <a:lnTo>
                  <a:pt x="1652721" y="63185"/>
                </a:lnTo>
                <a:lnTo>
                  <a:pt x="1653036" y="62623"/>
                </a:lnTo>
                <a:lnTo>
                  <a:pt x="1653362" y="62071"/>
                </a:lnTo>
                <a:lnTo>
                  <a:pt x="1653698" y="61528"/>
                </a:lnTo>
                <a:lnTo>
                  <a:pt x="1654044" y="60994"/>
                </a:lnTo>
                <a:lnTo>
                  <a:pt x="1654401" y="60469"/>
                </a:lnTo>
                <a:lnTo>
                  <a:pt x="1654768" y="59954"/>
                </a:lnTo>
                <a:lnTo>
                  <a:pt x="1655145" y="59448"/>
                </a:lnTo>
                <a:lnTo>
                  <a:pt x="1655533" y="58951"/>
                </a:lnTo>
                <a:lnTo>
                  <a:pt x="1655931" y="58463"/>
                </a:lnTo>
                <a:lnTo>
                  <a:pt x="1656339" y="57984"/>
                </a:lnTo>
                <a:lnTo>
                  <a:pt x="1656758" y="57515"/>
                </a:lnTo>
                <a:lnTo>
                  <a:pt x="1657187" y="57055"/>
                </a:lnTo>
                <a:lnTo>
                  <a:pt x="1657626" y="56604"/>
                </a:lnTo>
                <a:lnTo>
                  <a:pt x="1658075" y="56162"/>
                </a:lnTo>
                <a:lnTo>
                  <a:pt x="1658535" y="55729"/>
                </a:lnTo>
                <a:lnTo>
                  <a:pt x="1659005" y="55306"/>
                </a:lnTo>
                <a:lnTo>
                  <a:pt x="1659486" y="54892"/>
                </a:lnTo>
                <a:lnTo>
                  <a:pt x="1659977" y="54487"/>
                </a:lnTo>
                <a:lnTo>
                  <a:pt x="1660478" y="54092"/>
                </a:lnTo>
                <a:lnTo>
                  <a:pt x="1660989" y="53705"/>
                </a:lnTo>
                <a:lnTo>
                  <a:pt x="1661511" y="53328"/>
                </a:lnTo>
                <a:lnTo>
                  <a:pt x="1662043" y="52960"/>
                </a:lnTo>
                <a:lnTo>
                  <a:pt x="1662589" y="52599"/>
                </a:lnTo>
                <a:lnTo>
                  <a:pt x="1663144" y="52253"/>
                </a:lnTo>
                <a:lnTo>
                  <a:pt x="1663708" y="51923"/>
                </a:lnTo>
                <a:lnTo>
                  <a:pt x="1664279" y="51608"/>
                </a:lnTo>
                <a:lnTo>
                  <a:pt x="1664859" y="51309"/>
                </a:lnTo>
                <a:lnTo>
                  <a:pt x="1665448" y="51024"/>
                </a:lnTo>
                <a:lnTo>
                  <a:pt x="1666044" y="50756"/>
                </a:lnTo>
                <a:lnTo>
                  <a:pt x="1666649" y="50502"/>
                </a:lnTo>
                <a:lnTo>
                  <a:pt x="1667263" y="50264"/>
                </a:lnTo>
                <a:lnTo>
                  <a:pt x="1667884" y="50041"/>
                </a:lnTo>
                <a:lnTo>
                  <a:pt x="1668514" y="49834"/>
                </a:lnTo>
                <a:lnTo>
                  <a:pt x="1669152" y="49642"/>
                </a:lnTo>
                <a:lnTo>
                  <a:pt x="1669799" y="49465"/>
                </a:lnTo>
                <a:lnTo>
                  <a:pt x="1670454" y="49304"/>
                </a:lnTo>
                <a:lnTo>
                  <a:pt x="1671118" y="49158"/>
                </a:lnTo>
                <a:lnTo>
                  <a:pt x="1671789" y="49028"/>
                </a:lnTo>
                <a:lnTo>
                  <a:pt x="1672469" y="48912"/>
                </a:lnTo>
                <a:lnTo>
                  <a:pt x="1673158" y="48813"/>
                </a:lnTo>
                <a:lnTo>
                  <a:pt x="1673854" y="48728"/>
                </a:lnTo>
                <a:lnTo>
                  <a:pt x="1674559" y="48659"/>
                </a:lnTo>
                <a:lnTo>
                  <a:pt x="1675273" y="48605"/>
                </a:lnTo>
                <a:lnTo>
                  <a:pt x="1675995" y="48567"/>
                </a:lnTo>
                <a:lnTo>
                  <a:pt x="1676725" y="48544"/>
                </a:lnTo>
                <a:lnTo>
                  <a:pt x="1677463" y="48536"/>
                </a:lnTo>
                <a:lnTo>
                  <a:pt x="1678133" y="48542"/>
                </a:lnTo>
                <a:lnTo>
                  <a:pt x="1678796" y="48562"/>
                </a:lnTo>
                <a:lnTo>
                  <a:pt x="1679452" y="48594"/>
                </a:lnTo>
                <a:lnTo>
                  <a:pt x="1680100" y="48640"/>
                </a:lnTo>
                <a:lnTo>
                  <a:pt x="1680740" y="48698"/>
                </a:lnTo>
                <a:lnTo>
                  <a:pt x="1681373" y="48769"/>
                </a:lnTo>
                <a:lnTo>
                  <a:pt x="1681999" y="48853"/>
                </a:lnTo>
                <a:lnTo>
                  <a:pt x="1682617" y="48950"/>
                </a:lnTo>
                <a:lnTo>
                  <a:pt x="1683228" y="49060"/>
                </a:lnTo>
                <a:lnTo>
                  <a:pt x="1683831" y="49183"/>
                </a:lnTo>
                <a:lnTo>
                  <a:pt x="1684427" y="49319"/>
                </a:lnTo>
                <a:lnTo>
                  <a:pt x="1685015" y="49468"/>
                </a:lnTo>
                <a:lnTo>
                  <a:pt x="1685596" y="49630"/>
                </a:lnTo>
                <a:lnTo>
                  <a:pt x="1686169" y="49805"/>
                </a:lnTo>
                <a:lnTo>
                  <a:pt x="1686735" y="49993"/>
                </a:lnTo>
                <a:lnTo>
                  <a:pt x="1687294" y="50193"/>
                </a:lnTo>
                <a:lnTo>
                  <a:pt x="1687845" y="50407"/>
                </a:lnTo>
                <a:lnTo>
                  <a:pt x="1688388" y="50633"/>
                </a:lnTo>
                <a:lnTo>
                  <a:pt x="1688924" y="50873"/>
                </a:lnTo>
                <a:lnTo>
                  <a:pt x="1689453" y="51125"/>
                </a:lnTo>
                <a:lnTo>
                  <a:pt x="1689974" y="51391"/>
                </a:lnTo>
                <a:lnTo>
                  <a:pt x="1690488" y="51669"/>
                </a:lnTo>
                <a:lnTo>
                  <a:pt x="1690994" y="51960"/>
                </a:lnTo>
                <a:lnTo>
                  <a:pt x="1691493" y="52265"/>
                </a:lnTo>
                <a:lnTo>
                  <a:pt x="1691989" y="52580"/>
                </a:lnTo>
                <a:lnTo>
                  <a:pt x="1692474" y="52905"/>
                </a:lnTo>
                <a:lnTo>
                  <a:pt x="1692951" y="53239"/>
                </a:lnTo>
                <a:lnTo>
                  <a:pt x="1693417" y="53583"/>
                </a:lnTo>
                <a:lnTo>
                  <a:pt x="1693874" y="53936"/>
                </a:lnTo>
                <a:lnTo>
                  <a:pt x="1694321" y="54299"/>
                </a:lnTo>
                <a:lnTo>
                  <a:pt x="1694759" y="54671"/>
                </a:lnTo>
                <a:lnTo>
                  <a:pt x="1695187" y="55052"/>
                </a:lnTo>
                <a:lnTo>
                  <a:pt x="1695605" y="55443"/>
                </a:lnTo>
                <a:lnTo>
                  <a:pt x="1696013" y="55844"/>
                </a:lnTo>
                <a:lnTo>
                  <a:pt x="1696412" y="56254"/>
                </a:lnTo>
                <a:lnTo>
                  <a:pt x="1696802" y="56673"/>
                </a:lnTo>
                <a:lnTo>
                  <a:pt x="1697181" y="57101"/>
                </a:lnTo>
                <a:lnTo>
                  <a:pt x="1697551" y="57540"/>
                </a:lnTo>
                <a:lnTo>
                  <a:pt x="1697912" y="57987"/>
                </a:lnTo>
                <a:lnTo>
                  <a:pt x="1698262" y="58444"/>
                </a:lnTo>
                <a:lnTo>
                  <a:pt x="1698603" y="58910"/>
                </a:lnTo>
                <a:lnTo>
                  <a:pt x="1698935" y="59386"/>
                </a:lnTo>
                <a:lnTo>
                  <a:pt x="1699256" y="59872"/>
                </a:lnTo>
                <a:lnTo>
                  <a:pt x="1699568" y="60366"/>
                </a:lnTo>
                <a:lnTo>
                  <a:pt x="1699871" y="60870"/>
                </a:lnTo>
                <a:lnTo>
                  <a:pt x="1700163" y="61384"/>
                </a:lnTo>
                <a:lnTo>
                  <a:pt x="1700446" y="61907"/>
                </a:lnTo>
                <a:lnTo>
                  <a:pt x="1700720" y="62440"/>
                </a:lnTo>
                <a:lnTo>
                  <a:pt x="1700988" y="62980"/>
                </a:lnTo>
                <a:lnTo>
                  <a:pt x="1701245" y="63526"/>
                </a:lnTo>
                <a:lnTo>
                  <a:pt x="1701490" y="64079"/>
                </a:lnTo>
                <a:lnTo>
                  <a:pt x="1701724" y="64637"/>
                </a:lnTo>
                <a:lnTo>
                  <a:pt x="1701947" y="65202"/>
                </a:lnTo>
                <a:lnTo>
                  <a:pt x="1702158" y="65773"/>
                </a:lnTo>
                <a:lnTo>
                  <a:pt x="1702357" y="66350"/>
                </a:lnTo>
                <a:lnTo>
                  <a:pt x="1702546" y="66934"/>
                </a:lnTo>
                <a:lnTo>
                  <a:pt x="1702723" y="67523"/>
                </a:lnTo>
                <a:lnTo>
                  <a:pt x="1702888" y="68119"/>
                </a:lnTo>
                <a:lnTo>
                  <a:pt x="1703042" y="68720"/>
                </a:lnTo>
                <a:lnTo>
                  <a:pt x="1703185" y="69328"/>
                </a:lnTo>
                <a:lnTo>
                  <a:pt x="1703316" y="69942"/>
                </a:lnTo>
                <a:lnTo>
                  <a:pt x="1703436" y="70562"/>
                </a:lnTo>
                <a:lnTo>
                  <a:pt x="1703544" y="71189"/>
                </a:lnTo>
                <a:lnTo>
                  <a:pt x="1703641" y="71821"/>
                </a:lnTo>
                <a:lnTo>
                  <a:pt x="1703727" y="72460"/>
                </a:lnTo>
                <a:lnTo>
                  <a:pt x="1703801" y="73104"/>
                </a:lnTo>
                <a:lnTo>
                  <a:pt x="1703864" y="73755"/>
                </a:lnTo>
                <a:lnTo>
                  <a:pt x="1703915" y="74412"/>
                </a:lnTo>
                <a:lnTo>
                  <a:pt x="1703955" y="75075"/>
                </a:lnTo>
                <a:lnTo>
                  <a:pt x="1703983" y="75744"/>
                </a:lnTo>
                <a:lnTo>
                  <a:pt x="1704001" y="76420"/>
                </a:lnTo>
                <a:lnTo>
                  <a:pt x="1704006" y="77101"/>
                </a:lnTo>
                <a:lnTo>
                  <a:pt x="1648718" y="77101"/>
                </a:lnTo>
                <a:lnTo>
                  <a:pt x="1648741" y="76729"/>
                </a:lnTo>
                <a:lnTo>
                  <a:pt x="1648796" y="76076"/>
                </a:lnTo>
                <a:lnTo>
                  <a:pt x="1648862" y="75427"/>
                </a:lnTo>
                <a:lnTo>
                  <a:pt x="1648941" y="74781"/>
                </a:lnTo>
                <a:close/>
                <a:moveTo>
                  <a:pt x="1944162" y="135639"/>
                </a:moveTo>
                <a:lnTo>
                  <a:pt x="1944818" y="135591"/>
                </a:lnTo>
                <a:lnTo>
                  <a:pt x="1945465" y="135534"/>
                </a:lnTo>
                <a:lnTo>
                  <a:pt x="1946104" y="135468"/>
                </a:lnTo>
                <a:lnTo>
                  <a:pt x="1946733" y="135394"/>
                </a:lnTo>
                <a:lnTo>
                  <a:pt x="1947353" y="135310"/>
                </a:lnTo>
                <a:lnTo>
                  <a:pt x="1947964" y="135218"/>
                </a:lnTo>
                <a:lnTo>
                  <a:pt x="1948567" y="135117"/>
                </a:lnTo>
                <a:lnTo>
                  <a:pt x="1949160" y="135007"/>
                </a:lnTo>
                <a:lnTo>
                  <a:pt x="1949744" y="134889"/>
                </a:lnTo>
                <a:lnTo>
                  <a:pt x="1950319" y="134762"/>
                </a:lnTo>
                <a:lnTo>
                  <a:pt x="1950886" y="134626"/>
                </a:lnTo>
                <a:lnTo>
                  <a:pt x="1951443" y="134481"/>
                </a:lnTo>
                <a:lnTo>
                  <a:pt x="1951991" y="134327"/>
                </a:lnTo>
                <a:lnTo>
                  <a:pt x="1952530" y="134165"/>
                </a:lnTo>
                <a:lnTo>
                  <a:pt x="1953061" y="133994"/>
                </a:lnTo>
                <a:lnTo>
                  <a:pt x="1953582" y="133814"/>
                </a:lnTo>
                <a:lnTo>
                  <a:pt x="1954094" y="133625"/>
                </a:lnTo>
                <a:lnTo>
                  <a:pt x="1954597" y="133428"/>
                </a:lnTo>
                <a:lnTo>
                  <a:pt x="1955092" y="133221"/>
                </a:lnTo>
                <a:lnTo>
                  <a:pt x="1955577" y="133009"/>
                </a:lnTo>
                <a:lnTo>
                  <a:pt x="1956055" y="132792"/>
                </a:lnTo>
                <a:lnTo>
                  <a:pt x="1956525" y="132572"/>
                </a:lnTo>
                <a:lnTo>
                  <a:pt x="1956986" y="132349"/>
                </a:lnTo>
                <a:lnTo>
                  <a:pt x="1957439" y="132121"/>
                </a:lnTo>
                <a:lnTo>
                  <a:pt x="1957884" y="131890"/>
                </a:lnTo>
                <a:lnTo>
                  <a:pt x="1958321" y="131655"/>
                </a:lnTo>
                <a:lnTo>
                  <a:pt x="1958750" y="131417"/>
                </a:lnTo>
                <a:lnTo>
                  <a:pt x="1959171" y="131174"/>
                </a:lnTo>
                <a:lnTo>
                  <a:pt x="1959584" y="130928"/>
                </a:lnTo>
                <a:lnTo>
                  <a:pt x="1959988" y="130678"/>
                </a:lnTo>
                <a:lnTo>
                  <a:pt x="1960385" y="130425"/>
                </a:lnTo>
                <a:lnTo>
                  <a:pt x="1960773" y="130167"/>
                </a:lnTo>
                <a:lnTo>
                  <a:pt x="1961153" y="129906"/>
                </a:lnTo>
                <a:lnTo>
                  <a:pt x="1961525" y="129642"/>
                </a:lnTo>
                <a:lnTo>
                  <a:pt x="1961889" y="129373"/>
                </a:lnTo>
                <a:lnTo>
                  <a:pt x="1962245" y="129101"/>
                </a:lnTo>
                <a:lnTo>
                  <a:pt x="1962593" y="128825"/>
                </a:lnTo>
                <a:lnTo>
                  <a:pt x="1962932" y="128545"/>
                </a:lnTo>
                <a:lnTo>
                  <a:pt x="1963264" y="128262"/>
                </a:lnTo>
                <a:lnTo>
                  <a:pt x="1963587" y="127975"/>
                </a:lnTo>
                <a:lnTo>
                  <a:pt x="1963902" y="127684"/>
                </a:lnTo>
                <a:lnTo>
                  <a:pt x="1964209" y="127389"/>
                </a:lnTo>
                <a:lnTo>
                  <a:pt x="1964508" y="127091"/>
                </a:lnTo>
                <a:lnTo>
                  <a:pt x="1964800" y="126792"/>
                </a:lnTo>
                <a:lnTo>
                  <a:pt x="1965084" y="126494"/>
                </a:lnTo>
                <a:lnTo>
                  <a:pt x="1965361" y="126197"/>
                </a:lnTo>
                <a:lnTo>
                  <a:pt x="1965632" y="125903"/>
                </a:lnTo>
                <a:lnTo>
                  <a:pt x="1965895" y="125609"/>
                </a:lnTo>
                <a:lnTo>
                  <a:pt x="1966151" y="125318"/>
                </a:lnTo>
                <a:lnTo>
                  <a:pt x="1966401" y="125027"/>
                </a:lnTo>
                <a:lnTo>
                  <a:pt x="1966643" y="124739"/>
                </a:lnTo>
                <a:lnTo>
                  <a:pt x="1966878" y="124452"/>
                </a:lnTo>
                <a:lnTo>
                  <a:pt x="1967106" y="124166"/>
                </a:lnTo>
                <a:lnTo>
                  <a:pt x="1967328" y="123882"/>
                </a:lnTo>
                <a:lnTo>
                  <a:pt x="1967542" y="123599"/>
                </a:lnTo>
                <a:lnTo>
                  <a:pt x="1967749" y="123318"/>
                </a:lnTo>
                <a:lnTo>
                  <a:pt x="1967949" y="123039"/>
                </a:lnTo>
                <a:lnTo>
                  <a:pt x="1968142" y="122761"/>
                </a:lnTo>
                <a:lnTo>
                  <a:pt x="1968328" y="122485"/>
                </a:lnTo>
                <a:lnTo>
                  <a:pt x="1968507" y="122210"/>
                </a:lnTo>
                <a:lnTo>
                  <a:pt x="1968679" y="121936"/>
                </a:lnTo>
                <a:lnTo>
                  <a:pt x="1968844" y="121665"/>
                </a:lnTo>
                <a:lnTo>
                  <a:pt x="1969002" y="121394"/>
                </a:lnTo>
                <a:lnTo>
                  <a:pt x="1969153" y="121126"/>
                </a:lnTo>
                <a:lnTo>
                  <a:pt x="1969297" y="120859"/>
                </a:lnTo>
                <a:lnTo>
                  <a:pt x="1969434" y="120593"/>
                </a:lnTo>
                <a:lnTo>
                  <a:pt x="1969564" y="120329"/>
                </a:lnTo>
                <a:lnTo>
                  <a:pt x="1970322" y="120329"/>
                </a:lnTo>
                <a:lnTo>
                  <a:pt x="1970322" y="133474"/>
                </a:lnTo>
                <a:lnTo>
                  <a:pt x="1985237" y="133474"/>
                </a:lnTo>
                <a:lnTo>
                  <a:pt x="1985237" y="69518"/>
                </a:lnTo>
                <a:lnTo>
                  <a:pt x="1985231" y="68562"/>
                </a:lnTo>
                <a:lnTo>
                  <a:pt x="1985211" y="67623"/>
                </a:lnTo>
                <a:lnTo>
                  <a:pt x="1985178" y="66700"/>
                </a:lnTo>
                <a:lnTo>
                  <a:pt x="1985132" y="65793"/>
                </a:lnTo>
                <a:lnTo>
                  <a:pt x="1985073" y="64902"/>
                </a:lnTo>
                <a:lnTo>
                  <a:pt x="1985000" y="64027"/>
                </a:lnTo>
                <a:lnTo>
                  <a:pt x="1984915" y="63169"/>
                </a:lnTo>
                <a:lnTo>
                  <a:pt x="1984816" y="62327"/>
                </a:lnTo>
                <a:lnTo>
                  <a:pt x="1984704" y="61501"/>
                </a:lnTo>
                <a:lnTo>
                  <a:pt x="1984579" y="60692"/>
                </a:lnTo>
                <a:lnTo>
                  <a:pt x="1984441" y="59899"/>
                </a:lnTo>
                <a:lnTo>
                  <a:pt x="1984289" y="59122"/>
                </a:lnTo>
                <a:lnTo>
                  <a:pt x="1984125" y="58361"/>
                </a:lnTo>
                <a:lnTo>
                  <a:pt x="1983947" y="57616"/>
                </a:lnTo>
                <a:lnTo>
                  <a:pt x="1983756" y="56888"/>
                </a:lnTo>
                <a:lnTo>
                  <a:pt x="1983552" y="56176"/>
                </a:lnTo>
                <a:lnTo>
                  <a:pt x="1983335" y="55480"/>
                </a:lnTo>
                <a:lnTo>
                  <a:pt x="1983104" y="54801"/>
                </a:lnTo>
                <a:lnTo>
                  <a:pt x="1982861" y="54137"/>
                </a:lnTo>
                <a:lnTo>
                  <a:pt x="1982604" y="53490"/>
                </a:lnTo>
                <a:lnTo>
                  <a:pt x="1982334" y="52859"/>
                </a:lnTo>
                <a:lnTo>
                  <a:pt x="1982051" y="52245"/>
                </a:lnTo>
                <a:lnTo>
                  <a:pt x="1981755" y="51646"/>
                </a:lnTo>
                <a:lnTo>
                  <a:pt x="1981445" y="51064"/>
                </a:lnTo>
                <a:lnTo>
                  <a:pt x="1981126" y="50496"/>
                </a:lnTo>
                <a:lnTo>
                  <a:pt x="1980800" y="49940"/>
                </a:lnTo>
                <a:lnTo>
                  <a:pt x="1980467" y="49396"/>
                </a:lnTo>
                <a:lnTo>
                  <a:pt x="1980127" y="48864"/>
                </a:lnTo>
                <a:lnTo>
                  <a:pt x="1979780" y="48345"/>
                </a:lnTo>
                <a:lnTo>
                  <a:pt x="1979427" y="47837"/>
                </a:lnTo>
                <a:lnTo>
                  <a:pt x="1979067" y="47341"/>
                </a:lnTo>
                <a:lnTo>
                  <a:pt x="1978700" y="46858"/>
                </a:lnTo>
                <a:lnTo>
                  <a:pt x="1978326" y="46386"/>
                </a:lnTo>
                <a:lnTo>
                  <a:pt x="1977945" y="45927"/>
                </a:lnTo>
                <a:lnTo>
                  <a:pt x="1977558" y="45480"/>
                </a:lnTo>
                <a:lnTo>
                  <a:pt x="1977163" y="45044"/>
                </a:lnTo>
                <a:lnTo>
                  <a:pt x="1976762" y="44621"/>
                </a:lnTo>
                <a:lnTo>
                  <a:pt x="1976355" y="44210"/>
                </a:lnTo>
                <a:lnTo>
                  <a:pt x="1975940" y="43811"/>
                </a:lnTo>
                <a:lnTo>
                  <a:pt x="1975519" y="43424"/>
                </a:lnTo>
                <a:lnTo>
                  <a:pt x="1975090" y="43049"/>
                </a:lnTo>
                <a:lnTo>
                  <a:pt x="1974655" y="42686"/>
                </a:lnTo>
                <a:lnTo>
                  <a:pt x="1974214" y="42335"/>
                </a:lnTo>
                <a:lnTo>
                  <a:pt x="1973765" y="41997"/>
                </a:lnTo>
                <a:lnTo>
                  <a:pt x="1973309" y="41670"/>
                </a:lnTo>
                <a:lnTo>
                  <a:pt x="1972847" y="41356"/>
                </a:lnTo>
                <a:lnTo>
                  <a:pt x="1972378" y="41053"/>
                </a:lnTo>
                <a:lnTo>
                  <a:pt x="1971902" y="40763"/>
                </a:lnTo>
                <a:lnTo>
                  <a:pt x="1971428" y="40482"/>
                </a:lnTo>
                <a:lnTo>
                  <a:pt x="1970951" y="40210"/>
                </a:lnTo>
                <a:lnTo>
                  <a:pt x="1970473" y="39946"/>
                </a:lnTo>
                <a:lnTo>
                  <a:pt x="1969994" y="39690"/>
                </a:lnTo>
                <a:lnTo>
                  <a:pt x="1969513" y="39442"/>
                </a:lnTo>
                <a:lnTo>
                  <a:pt x="1969031" y="39202"/>
                </a:lnTo>
                <a:lnTo>
                  <a:pt x="1968547" y="38971"/>
                </a:lnTo>
                <a:lnTo>
                  <a:pt x="1968061" y="38747"/>
                </a:lnTo>
                <a:lnTo>
                  <a:pt x="1967574" y="38532"/>
                </a:lnTo>
                <a:lnTo>
                  <a:pt x="1967086" y="38325"/>
                </a:lnTo>
                <a:lnTo>
                  <a:pt x="1966596" y="38126"/>
                </a:lnTo>
                <a:lnTo>
                  <a:pt x="1966104" y="37935"/>
                </a:lnTo>
                <a:lnTo>
                  <a:pt x="1965611" y="37752"/>
                </a:lnTo>
                <a:lnTo>
                  <a:pt x="1965116" y="37577"/>
                </a:lnTo>
                <a:lnTo>
                  <a:pt x="1964620" y="37410"/>
                </a:lnTo>
                <a:lnTo>
                  <a:pt x="1964122" y="37252"/>
                </a:lnTo>
                <a:lnTo>
                  <a:pt x="1963623" y="37101"/>
                </a:lnTo>
                <a:lnTo>
                  <a:pt x="1963122" y="36959"/>
                </a:lnTo>
                <a:lnTo>
                  <a:pt x="1962619" y="36825"/>
                </a:lnTo>
                <a:lnTo>
                  <a:pt x="1962115" y="36699"/>
                </a:lnTo>
                <a:lnTo>
                  <a:pt x="1961610" y="36581"/>
                </a:lnTo>
                <a:lnTo>
                  <a:pt x="1961103" y="36471"/>
                </a:lnTo>
                <a:lnTo>
                  <a:pt x="1960594" y="36369"/>
                </a:lnTo>
                <a:lnTo>
                  <a:pt x="1960084" y="36276"/>
                </a:lnTo>
                <a:lnTo>
                  <a:pt x="1959581" y="36183"/>
                </a:lnTo>
                <a:lnTo>
                  <a:pt x="1959083" y="36094"/>
                </a:lnTo>
                <a:lnTo>
                  <a:pt x="1958589" y="36009"/>
                </a:lnTo>
                <a:lnTo>
                  <a:pt x="1958101" y="35928"/>
                </a:lnTo>
                <a:lnTo>
                  <a:pt x="1957617" y="35851"/>
                </a:lnTo>
                <a:lnTo>
                  <a:pt x="1957138" y="35778"/>
                </a:lnTo>
                <a:lnTo>
                  <a:pt x="1956664" y="35709"/>
                </a:lnTo>
                <a:lnTo>
                  <a:pt x="1956194" y="35644"/>
                </a:lnTo>
                <a:lnTo>
                  <a:pt x="1955730" y="35582"/>
                </a:lnTo>
                <a:lnTo>
                  <a:pt x="1955270" y="35525"/>
                </a:lnTo>
                <a:lnTo>
                  <a:pt x="1954815" y="35472"/>
                </a:lnTo>
                <a:lnTo>
                  <a:pt x="1954365" y="35422"/>
                </a:lnTo>
                <a:lnTo>
                  <a:pt x="1953920" y="35377"/>
                </a:lnTo>
                <a:lnTo>
                  <a:pt x="1953479" y="35336"/>
                </a:lnTo>
                <a:lnTo>
                  <a:pt x="1953044" y="35298"/>
                </a:lnTo>
                <a:lnTo>
                  <a:pt x="1952613" y="35264"/>
                </a:lnTo>
                <a:lnTo>
                  <a:pt x="1952187" y="35235"/>
                </a:lnTo>
                <a:lnTo>
                  <a:pt x="1951766" y="35209"/>
                </a:lnTo>
                <a:lnTo>
                  <a:pt x="1951350" y="35187"/>
                </a:lnTo>
                <a:lnTo>
                  <a:pt x="1950938" y="35170"/>
                </a:lnTo>
                <a:lnTo>
                  <a:pt x="1950532" y="35156"/>
                </a:lnTo>
                <a:lnTo>
                  <a:pt x="1950130" y="35146"/>
                </a:lnTo>
                <a:lnTo>
                  <a:pt x="1949733" y="35140"/>
                </a:lnTo>
                <a:lnTo>
                  <a:pt x="1949341" y="35138"/>
                </a:lnTo>
                <a:lnTo>
                  <a:pt x="1948729" y="35142"/>
                </a:lnTo>
                <a:lnTo>
                  <a:pt x="1948117" y="35152"/>
                </a:lnTo>
                <a:lnTo>
                  <a:pt x="1947504" y="35170"/>
                </a:lnTo>
                <a:lnTo>
                  <a:pt x="1946890" y="35194"/>
                </a:lnTo>
                <a:lnTo>
                  <a:pt x="1946275" y="35226"/>
                </a:lnTo>
                <a:lnTo>
                  <a:pt x="1945659" y="35264"/>
                </a:lnTo>
                <a:lnTo>
                  <a:pt x="1945043" y="35310"/>
                </a:lnTo>
                <a:lnTo>
                  <a:pt x="1944425" y="35363"/>
                </a:lnTo>
                <a:lnTo>
                  <a:pt x="1943807" y="35422"/>
                </a:lnTo>
                <a:lnTo>
                  <a:pt x="1943188" y="35489"/>
                </a:lnTo>
                <a:lnTo>
                  <a:pt x="1942568" y="35563"/>
                </a:lnTo>
                <a:lnTo>
                  <a:pt x="1941946" y="35644"/>
                </a:lnTo>
                <a:lnTo>
                  <a:pt x="1941325" y="35731"/>
                </a:lnTo>
                <a:lnTo>
                  <a:pt x="1940702" y="35826"/>
                </a:lnTo>
                <a:lnTo>
                  <a:pt x="1940078" y="35928"/>
                </a:lnTo>
                <a:lnTo>
                  <a:pt x="1939454" y="36037"/>
                </a:lnTo>
                <a:lnTo>
                  <a:pt x="1938828" y="36153"/>
                </a:lnTo>
                <a:lnTo>
                  <a:pt x="1938202" y="36276"/>
                </a:lnTo>
                <a:lnTo>
                  <a:pt x="1937575" y="36406"/>
                </a:lnTo>
                <a:lnTo>
                  <a:pt x="1936947" y="36542"/>
                </a:lnTo>
                <a:lnTo>
                  <a:pt x="1936318" y="36686"/>
                </a:lnTo>
                <a:lnTo>
                  <a:pt x="1935688" y="36837"/>
                </a:lnTo>
                <a:lnTo>
                  <a:pt x="1935057" y="36995"/>
                </a:lnTo>
                <a:lnTo>
                  <a:pt x="1934426" y="37160"/>
                </a:lnTo>
                <a:lnTo>
                  <a:pt x="1933801" y="37329"/>
                </a:lnTo>
                <a:lnTo>
                  <a:pt x="1933180" y="37508"/>
                </a:lnTo>
                <a:lnTo>
                  <a:pt x="1932564" y="37698"/>
                </a:lnTo>
                <a:lnTo>
                  <a:pt x="1931951" y="37898"/>
                </a:lnTo>
                <a:lnTo>
                  <a:pt x="1931342" y="38108"/>
                </a:lnTo>
                <a:lnTo>
                  <a:pt x="1930737" y="38330"/>
                </a:lnTo>
                <a:lnTo>
                  <a:pt x="1930136" y="38561"/>
                </a:lnTo>
                <a:lnTo>
                  <a:pt x="1929539" y="38804"/>
                </a:lnTo>
                <a:lnTo>
                  <a:pt x="1928945" y="39056"/>
                </a:lnTo>
                <a:lnTo>
                  <a:pt x="1928356" y="39320"/>
                </a:lnTo>
                <a:lnTo>
                  <a:pt x="1927771" y="39594"/>
                </a:lnTo>
                <a:lnTo>
                  <a:pt x="1927190" y="39878"/>
                </a:lnTo>
                <a:lnTo>
                  <a:pt x="1926612" y="40173"/>
                </a:lnTo>
                <a:lnTo>
                  <a:pt x="1926039" y="40478"/>
                </a:lnTo>
                <a:lnTo>
                  <a:pt x="1925470" y="40794"/>
                </a:lnTo>
                <a:lnTo>
                  <a:pt x="1924904" y="41121"/>
                </a:lnTo>
                <a:lnTo>
                  <a:pt x="1924343" y="41458"/>
                </a:lnTo>
                <a:lnTo>
                  <a:pt x="1923785" y="41805"/>
                </a:lnTo>
                <a:lnTo>
                  <a:pt x="1923231" y="42164"/>
                </a:lnTo>
                <a:lnTo>
                  <a:pt x="1922682" y="42532"/>
                </a:lnTo>
                <a:lnTo>
                  <a:pt x="1922136" y="42911"/>
                </a:lnTo>
                <a:lnTo>
                  <a:pt x="1921594" y="43301"/>
                </a:lnTo>
                <a:lnTo>
                  <a:pt x="1921056" y="43701"/>
                </a:lnTo>
                <a:lnTo>
                  <a:pt x="1920522" y="44112"/>
                </a:lnTo>
                <a:lnTo>
                  <a:pt x="1920000" y="44530"/>
                </a:lnTo>
                <a:lnTo>
                  <a:pt x="1919487" y="44961"/>
                </a:lnTo>
                <a:lnTo>
                  <a:pt x="1918982" y="45406"/>
                </a:lnTo>
                <a:lnTo>
                  <a:pt x="1918486" y="45864"/>
                </a:lnTo>
                <a:lnTo>
                  <a:pt x="1917999" y="46336"/>
                </a:lnTo>
                <a:lnTo>
                  <a:pt x="1917520" y="46822"/>
                </a:lnTo>
                <a:lnTo>
                  <a:pt x="1917051" y="47321"/>
                </a:lnTo>
                <a:lnTo>
                  <a:pt x="1916590" y="47834"/>
                </a:lnTo>
                <a:lnTo>
                  <a:pt x="1916138" y="48360"/>
                </a:lnTo>
                <a:lnTo>
                  <a:pt x="1915695" y="48900"/>
                </a:lnTo>
                <a:lnTo>
                  <a:pt x="1915260" y="49454"/>
                </a:lnTo>
                <a:lnTo>
                  <a:pt x="1914835" y="50021"/>
                </a:lnTo>
                <a:lnTo>
                  <a:pt x="1914418" y="50602"/>
                </a:lnTo>
                <a:lnTo>
                  <a:pt x="1914009" y="51196"/>
                </a:lnTo>
                <a:lnTo>
                  <a:pt x="1913610" y="51805"/>
                </a:lnTo>
                <a:lnTo>
                  <a:pt x="1913220" y="52426"/>
                </a:lnTo>
                <a:lnTo>
                  <a:pt x="1912838" y="53061"/>
                </a:lnTo>
                <a:lnTo>
                  <a:pt x="1912465" y="53710"/>
                </a:lnTo>
                <a:lnTo>
                  <a:pt x="1912100" y="54373"/>
                </a:lnTo>
                <a:lnTo>
                  <a:pt x="1911745" y="55049"/>
                </a:lnTo>
                <a:lnTo>
                  <a:pt x="1911398" y="55739"/>
                </a:lnTo>
                <a:lnTo>
                  <a:pt x="1911060" y="56442"/>
                </a:lnTo>
                <a:lnTo>
                  <a:pt x="1910731" y="57159"/>
                </a:lnTo>
                <a:lnTo>
                  <a:pt x="1910411" y="57889"/>
                </a:lnTo>
                <a:lnTo>
                  <a:pt x="1924567" y="62945"/>
                </a:lnTo>
                <a:lnTo>
                  <a:pt x="1924779" y="62504"/>
                </a:lnTo>
                <a:lnTo>
                  <a:pt x="1925003" y="62065"/>
                </a:lnTo>
                <a:lnTo>
                  <a:pt x="1925239" y="61628"/>
                </a:lnTo>
                <a:lnTo>
                  <a:pt x="1925489" y="61193"/>
                </a:lnTo>
                <a:lnTo>
                  <a:pt x="1925750" y="60761"/>
                </a:lnTo>
                <a:lnTo>
                  <a:pt x="1926025" y="60330"/>
                </a:lnTo>
                <a:lnTo>
                  <a:pt x="1926311" y="59902"/>
                </a:lnTo>
                <a:lnTo>
                  <a:pt x="1926610" y="59476"/>
                </a:lnTo>
                <a:lnTo>
                  <a:pt x="1926922" y="59053"/>
                </a:lnTo>
                <a:lnTo>
                  <a:pt x="1927246" y="58631"/>
                </a:lnTo>
                <a:lnTo>
                  <a:pt x="1927583" y="58212"/>
                </a:lnTo>
                <a:lnTo>
                  <a:pt x="1927932" y="57795"/>
                </a:lnTo>
                <a:lnTo>
                  <a:pt x="1928294" y="57380"/>
                </a:lnTo>
                <a:lnTo>
                  <a:pt x="1928668" y="56967"/>
                </a:lnTo>
                <a:lnTo>
                  <a:pt x="1929055" y="56556"/>
                </a:lnTo>
                <a:lnTo>
                  <a:pt x="1929454" y="56148"/>
                </a:lnTo>
                <a:lnTo>
                  <a:pt x="1929866" y="55742"/>
                </a:lnTo>
                <a:lnTo>
                  <a:pt x="1930290" y="55338"/>
                </a:lnTo>
                <a:lnTo>
                  <a:pt x="1930727" y="54936"/>
                </a:lnTo>
                <a:lnTo>
                  <a:pt x="1931177" y="54536"/>
                </a:lnTo>
                <a:lnTo>
                  <a:pt x="1931638" y="54139"/>
                </a:lnTo>
                <a:lnTo>
                  <a:pt x="1932113" y="53744"/>
                </a:lnTo>
                <a:lnTo>
                  <a:pt x="1932599" y="53351"/>
                </a:lnTo>
                <a:lnTo>
                  <a:pt x="1933099" y="52960"/>
                </a:lnTo>
                <a:lnTo>
                  <a:pt x="1933612" y="52578"/>
                </a:lnTo>
                <a:lnTo>
                  <a:pt x="1934142" y="52213"/>
                </a:lnTo>
                <a:lnTo>
                  <a:pt x="1934688" y="51864"/>
                </a:lnTo>
                <a:lnTo>
                  <a:pt x="1935249" y="51531"/>
                </a:lnTo>
                <a:lnTo>
                  <a:pt x="1935827" y="51214"/>
                </a:lnTo>
                <a:lnTo>
                  <a:pt x="1936421" y="50914"/>
                </a:lnTo>
                <a:lnTo>
                  <a:pt x="1937030" y="50630"/>
                </a:lnTo>
                <a:lnTo>
                  <a:pt x="1937656" y="50362"/>
                </a:lnTo>
                <a:lnTo>
                  <a:pt x="1938298" y="50110"/>
                </a:lnTo>
                <a:lnTo>
                  <a:pt x="1938956" y="49875"/>
                </a:lnTo>
                <a:lnTo>
                  <a:pt x="1939629" y="49655"/>
                </a:lnTo>
                <a:lnTo>
                  <a:pt x="1940319" y="49452"/>
                </a:lnTo>
                <a:lnTo>
                  <a:pt x="1941025" y="49266"/>
                </a:lnTo>
                <a:lnTo>
                  <a:pt x="1941747" y="49095"/>
                </a:lnTo>
                <a:lnTo>
                  <a:pt x="1942485" y="48941"/>
                </a:lnTo>
                <a:lnTo>
                  <a:pt x="1943239" y="48803"/>
                </a:lnTo>
                <a:lnTo>
                  <a:pt x="1944008" y="48681"/>
                </a:lnTo>
                <a:lnTo>
                  <a:pt x="1944794" y="48576"/>
                </a:lnTo>
                <a:lnTo>
                  <a:pt x="1945596" y="48486"/>
                </a:lnTo>
                <a:lnTo>
                  <a:pt x="1946414" y="48413"/>
                </a:lnTo>
                <a:lnTo>
                  <a:pt x="1947248" y="48356"/>
                </a:lnTo>
                <a:lnTo>
                  <a:pt x="1948098" y="48316"/>
                </a:lnTo>
                <a:lnTo>
                  <a:pt x="1948964" y="48291"/>
                </a:lnTo>
                <a:lnTo>
                  <a:pt x="1949846" y="48283"/>
                </a:lnTo>
                <a:lnTo>
                  <a:pt x="1950696" y="48292"/>
                </a:lnTo>
                <a:lnTo>
                  <a:pt x="1951527" y="48319"/>
                </a:lnTo>
                <a:lnTo>
                  <a:pt x="1952340" y="48364"/>
                </a:lnTo>
                <a:lnTo>
                  <a:pt x="1953134" y="48427"/>
                </a:lnTo>
                <a:lnTo>
                  <a:pt x="1953911" y="48508"/>
                </a:lnTo>
                <a:lnTo>
                  <a:pt x="1954669" y="48607"/>
                </a:lnTo>
                <a:lnTo>
                  <a:pt x="1955409" y="48724"/>
                </a:lnTo>
                <a:lnTo>
                  <a:pt x="1956131" y="48859"/>
                </a:lnTo>
                <a:lnTo>
                  <a:pt x="1956835" y="49012"/>
                </a:lnTo>
                <a:lnTo>
                  <a:pt x="1957520" y="49183"/>
                </a:lnTo>
                <a:lnTo>
                  <a:pt x="1958187" y="49372"/>
                </a:lnTo>
                <a:lnTo>
                  <a:pt x="1958836" y="49579"/>
                </a:lnTo>
                <a:lnTo>
                  <a:pt x="1959467" y="49804"/>
                </a:lnTo>
                <a:lnTo>
                  <a:pt x="1960079" y="50047"/>
                </a:lnTo>
                <a:lnTo>
                  <a:pt x="1960674" y="50308"/>
                </a:lnTo>
                <a:lnTo>
                  <a:pt x="1961250" y="50586"/>
                </a:lnTo>
                <a:lnTo>
                  <a:pt x="1961808" y="50883"/>
                </a:lnTo>
                <a:lnTo>
                  <a:pt x="1962348" y="51198"/>
                </a:lnTo>
                <a:lnTo>
                  <a:pt x="1962869" y="51531"/>
                </a:lnTo>
                <a:lnTo>
                  <a:pt x="1963372" y="51882"/>
                </a:lnTo>
                <a:lnTo>
                  <a:pt x="1963857" y="52251"/>
                </a:lnTo>
                <a:lnTo>
                  <a:pt x="1964324" y="52638"/>
                </a:lnTo>
                <a:lnTo>
                  <a:pt x="1964773" y="53043"/>
                </a:lnTo>
                <a:lnTo>
                  <a:pt x="1965203" y="53465"/>
                </a:lnTo>
                <a:lnTo>
                  <a:pt x="1965621" y="53905"/>
                </a:lnTo>
                <a:lnTo>
                  <a:pt x="1966021" y="54358"/>
                </a:lnTo>
                <a:lnTo>
                  <a:pt x="1966403" y="54826"/>
                </a:lnTo>
                <a:lnTo>
                  <a:pt x="1966768" y="55309"/>
                </a:lnTo>
                <a:lnTo>
                  <a:pt x="1967114" y="55806"/>
                </a:lnTo>
                <a:lnTo>
                  <a:pt x="1967443" y="56317"/>
                </a:lnTo>
                <a:lnTo>
                  <a:pt x="1967754" y="56843"/>
                </a:lnTo>
                <a:lnTo>
                  <a:pt x="1968047" y="57384"/>
                </a:lnTo>
                <a:lnTo>
                  <a:pt x="1968323" y="57939"/>
                </a:lnTo>
                <a:lnTo>
                  <a:pt x="1968580" y="58508"/>
                </a:lnTo>
                <a:lnTo>
                  <a:pt x="1968820" y="59092"/>
                </a:lnTo>
                <a:lnTo>
                  <a:pt x="1969043" y="59690"/>
                </a:lnTo>
                <a:lnTo>
                  <a:pt x="1969247" y="60303"/>
                </a:lnTo>
                <a:lnTo>
                  <a:pt x="1969434" y="60931"/>
                </a:lnTo>
                <a:lnTo>
                  <a:pt x="1969603" y="61573"/>
                </a:lnTo>
                <a:lnTo>
                  <a:pt x="1969754" y="62229"/>
                </a:lnTo>
                <a:lnTo>
                  <a:pt x="1969887" y="62900"/>
                </a:lnTo>
                <a:lnTo>
                  <a:pt x="1970002" y="63585"/>
                </a:lnTo>
                <a:lnTo>
                  <a:pt x="1970100" y="64285"/>
                </a:lnTo>
                <a:lnTo>
                  <a:pt x="1970180" y="64999"/>
                </a:lnTo>
                <a:lnTo>
                  <a:pt x="1970242" y="65728"/>
                </a:lnTo>
                <a:lnTo>
                  <a:pt x="1970287" y="66471"/>
                </a:lnTo>
                <a:lnTo>
                  <a:pt x="1970313" y="67229"/>
                </a:lnTo>
                <a:lnTo>
                  <a:pt x="1970322" y="68001"/>
                </a:lnTo>
                <a:lnTo>
                  <a:pt x="1970322" y="68507"/>
                </a:lnTo>
                <a:lnTo>
                  <a:pt x="1970318" y="68803"/>
                </a:lnTo>
                <a:lnTo>
                  <a:pt x="1970304" y="69092"/>
                </a:lnTo>
                <a:lnTo>
                  <a:pt x="1970282" y="69374"/>
                </a:lnTo>
                <a:lnTo>
                  <a:pt x="1970250" y="69648"/>
                </a:lnTo>
                <a:lnTo>
                  <a:pt x="1970210" y="69914"/>
                </a:lnTo>
                <a:lnTo>
                  <a:pt x="1970160" y="70173"/>
                </a:lnTo>
                <a:lnTo>
                  <a:pt x="1970102" y="70425"/>
                </a:lnTo>
                <a:lnTo>
                  <a:pt x="1970034" y="70669"/>
                </a:lnTo>
                <a:lnTo>
                  <a:pt x="1969958" y="70906"/>
                </a:lnTo>
                <a:lnTo>
                  <a:pt x="1969873" y="71135"/>
                </a:lnTo>
                <a:lnTo>
                  <a:pt x="1969778" y="71357"/>
                </a:lnTo>
                <a:lnTo>
                  <a:pt x="1969675" y="71572"/>
                </a:lnTo>
                <a:lnTo>
                  <a:pt x="1969562" y="71779"/>
                </a:lnTo>
                <a:lnTo>
                  <a:pt x="1969441" y="71978"/>
                </a:lnTo>
                <a:lnTo>
                  <a:pt x="1969310" y="72170"/>
                </a:lnTo>
                <a:lnTo>
                  <a:pt x="1969171" y="72355"/>
                </a:lnTo>
                <a:lnTo>
                  <a:pt x="1969022" y="72532"/>
                </a:lnTo>
                <a:lnTo>
                  <a:pt x="1968865" y="72701"/>
                </a:lnTo>
                <a:lnTo>
                  <a:pt x="1968698" y="72863"/>
                </a:lnTo>
                <a:lnTo>
                  <a:pt x="1968523" y="73018"/>
                </a:lnTo>
                <a:lnTo>
                  <a:pt x="1968339" y="73165"/>
                </a:lnTo>
                <a:lnTo>
                  <a:pt x="1968145" y="73305"/>
                </a:lnTo>
                <a:lnTo>
                  <a:pt x="1967943" y="73438"/>
                </a:lnTo>
                <a:lnTo>
                  <a:pt x="1967731" y="73562"/>
                </a:lnTo>
                <a:lnTo>
                  <a:pt x="1967515" y="73682"/>
                </a:lnTo>
                <a:lnTo>
                  <a:pt x="1967289" y="73799"/>
                </a:lnTo>
                <a:lnTo>
                  <a:pt x="1967052" y="73913"/>
                </a:lnTo>
                <a:lnTo>
                  <a:pt x="1966804" y="74024"/>
                </a:lnTo>
                <a:lnTo>
                  <a:pt x="1966546" y="74132"/>
                </a:lnTo>
                <a:lnTo>
                  <a:pt x="1966278" y="74238"/>
                </a:lnTo>
                <a:lnTo>
                  <a:pt x="1965999" y="74340"/>
                </a:lnTo>
                <a:lnTo>
                  <a:pt x="1965709" y="74440"/>
                </a:lnTo>
                <a:lnTo>
                  <a:pt x="1965409" y="74537"/>
                </a:lnTo>
                <a:lnTo>
                  <a:pt x="1965098" y="74631"/>
                </a:lnTo>
                <a:lnTo>
                  <a:pt x="1964777" y="74722"/>
                </a:lnTo>
                <a:lnTo>
                  <a:pt x="1964445" y="74811"/>
                </a:lnTo>
                <a:lnTo>
                  <a:pt x="1964103" y="74896"/>
                </a:lnTo>
                <a:lnTo>
                  <a:pt x="1963750" y="74979"/>
                </a:lnTo>
                <a:lnTo>
                  <a:pt x="1963386" y="75058"/>
                </a:lnTo>
                <a:lnTo>
                  <a:pt x="1963013" y="75135"/>
                </a:lnTo>
                <a:lnTo>
                  <a:pt x="1962628" y="75209"/>
                </a:lnTo>
                <a:lnTo>
                  <a:pt x="1962233" y="75281"/>
                </a:lnTo>
                <a:lnTo>
                  <a:pt x="1961828" y="75349"/>
                </a:lnTo>
                <a:lnTo>
                  <a:pt x="1961412" y="75414"/>
                </a:lnTo>
                <a:lnTo>
                  <a:pt x="1960985" y="75477"/>
                </a:lnTo>
                <a:lnTo>
                  <a:pt x="1960548" y="75537"/>
                </a:lnTo>
                <a:lnTo>
                  <a:pt x="1960100" y="75594"/>
                </a:lnTo>
                <a:lnTo>
                  <a:pt x="1959642" y="75648"/>
                </a:lnTo>
                <a:lnTo>
                  <a:pt x="1959178" y="75696"/>
                </a:lnTo>
                <a:lnTo>
                  <a:pt x="1958702" y="75747"/>
                </a:lnTo>
                <a:lnTo>
                  <a:pt x="1958215" y="75799"/>
                </a:lnTo>
                <a:lnTo>
                  <a:pt x="1957716" y="75853"/>
                </a:lnTo>
                <a:lnTo>
                  <a:pt x="1957206" y="75910"/>
                </a:lnTo>
                <a:lnTo>
                  <a:pt x="1956683" y="75968"/>
                </a:lnTo>
                <a:lnTo>
                  <a:pt x="1956150" y="76028"/>
                </a:lnTo>
                <a:lnTo>
                  <a:pt x="1955604" y="76090"/>
                </a:lnTo>
                <a:lnTo>
                  <a:pt x="1955047" y="76155"/>
                </a:lnTo>
                <a:lnTo>
                  <a:pt x="1954479" y="76221"/>
                </a:lnTo>
                <a:lnTo>
                  <a:pt x="1953898" y="76289"/>
                </a:lnTo>
                <a:lnTo>
                  <a:pt x="1953306" y="76359"/>
                </a:lnTo>
                <a:lnTo>
                  <a:pt x="1952703" y="76431"/>
                </a:lnTo>
                <a:lnTo>
                  <a:pt x="1952088" y="76505"/>
                </a:lnTo>
                <a:lnTo>
                  <a:pt x="1951461" y="76581"/>
                </a:lnTo>
                <a:lnTo>
                  <a:pt x="1950822" y="76659"/>
                </a:lnTo>
                <a:lnTo>
                  <a:pt x="1950172" y="76739"/>
                </a:lnTo>
                <a:lnTo>
                  <a:pt x="1949510" y="76821"/>
                </a:lnTo>
                <a:lnTo>
                  <a:pt x="1948837" y="76905"/>
                </a:lnTo>
                <a:lnTo>
                  <a:pt x="1948152" y="76991"/>
                </a:lnTo>
                <a:lnTo>
                  <a:pt x="1947456" y="77079"/>
                </a:lnTo>
                <a:lnTo>
                  <a:pt x="1946747" y="77169"/>
                </a:lnTo>
                <a:lnTo>
                  <a:pt x="1946027" y="77260"/>
                </a:lnTo>
                <a:lnTo>
                  <a:pt x="1945296" y="77354"/>
                </a:lnTo>
                <a:lnTo>
                  <a:pt x="1944733" y="77429"/>
                </a:lnTo>
                <a:lnTo>
                  <a:pt x="1944169" y="77506"/>
                </a:lnTo>
                <a:lnTo>
                  <a:pt x="1943606" y="77585"/>
                </a:lnTo>
                <a:lnTo>
                  <a:pt x="1943044" y="77667"/>
                </a:lnTo>
                <a:lnTo>
                  <a:pt x="1942481" y="77750"/>
                </a:lnTo>
                <a:lnTo>
                  <a:pt x="1941919" y="77836"/>
                </a:lnTo>
                <a:lnTo>
                  <a:pt x="1941357" y="77924"/>
                </a:lnTo>
                <a:lnTo>
                  <a:pt x="1940795" y="78014"/>
                </a:lnTo>
                <a:lnTo>
                  <a:pt x="1940233" y="78107"/>
                </a:lnTo>
                <a:lnTo>
                  <a:pt x="1939672" y="78201"/>
                </a:lnTo>
                <a:lnTo>
                  <a:pt x="1939111" y="78298"/>
                </a:lnTo>
                <a:lnTo>
                  <a:pt x="1938550" y="78397"/>
                </a:lnTo>
                <a:lnTo>
                  <a:pt x="1937989" y="78498"/>
                </a:lnTo>
                <a:lnTo>
                  <a:pt x="1937428" y="78602"/>
                </a:lnTo>
                <a:lnTo>
                  <a:pt x="1936868" y="78707"/>
                </a:lnTo>
                <a:lnTo>
                  <a:pt x="1936308" y="78815"/>
                </a:lnTo>
                <a:lnTo>
                  <a:pt x="1935748" y="78925"/>
                </a:lnTo>
                <a:lnTo>
                  <a:pt x="1935188" y="79037"/>
                </a:lnTo>
                <a:lnTo>
                  <a:pt x="1934629" y="79151"/>
                </a:lnTo>
                <a:lnTo>
                  <a:pt x="1934070" y="79268"/>
                </a:lnTo>
                <a:lnTo>
                  <a:pt x="1933511" y="79386"/>
                </a:lnTo>
                <a:lnTo>
                  <a:pt x="1932952" y="79507"/>
                </a:lnTo>
                <a:lnTo>
                  <a:pt x="1932393" y="79631"/>
                </a:lnTo>
                <a:lnTo>
                  <a:pt x="1931835" y="79756"/>
                </a:lnTo>
                <a:lnTo>
                  <a:pt x="1931284" y="79880"/>
                </a:lnTo>
                <a:lnTo>
                  <a:pt x="1930737" y="80009"/>
                </a:lnTo>
                <a:lnTo>
                  <a:pt x="1930194" y="80143"/>
                </a:lnTo>
                <a:lnTo>
                  <a:pt x="1929655" y="80282"/>
                </a:lnTo>
                <a:lnTo>
                  <a:pt x="1929119" y="80427"/>
                </a:lnTo>
                <a:lnTo>
                  <a:pt x="1928588" y="80577"/>
                </a:lnTo>
                <a:lnTo>
                  <a:pt x="1928061" y="80733"/>
                </a:lnTo>
                <a:lnTo>
                  <a:pt x="1927537" y="80893"/>
                </a:lnTo>
                <a:lnTo>
                  <a:pt x="1927018" y="81059"/>
                </a:lnTo>
                <a:lnTo>
                  <a:pt x="1926503" y="81230"/>
                </a:lnTo>
                <a:lnTo>
                  <a:pt x="1925991" y="81407"/>
                </a:lnTo>
                <a:lnTo>
                  <a:pt x="1925483" y="81589"/>
                </a:lnTo>
                <a:lnTo>
                  <a:pt x="1924980" y="81775"/>
                </a:lnTo>
                <a:lnTo>
                  <a:pt x="1924480" y="81968"/>
                </a:lnTo>
                <a:lnTo>
                  <a:pt x="1923984" y="82165"/>
                </a:lnTo>
                <a:lnTo>
                  <a:pt x="1923493" y="82368"/>
                </a:lnTo>
                <a:lnTo>
                  <a:pt x="1923005" y="82576"/>
                </a:lnTo>
                <a:lnTo>
                  <a:pt x="1922521" y="82789"/>
                </a:lnTo>
                <a:lnTo>
                  <a:pt x="1922041" y="83008"/>
                </a:lnTo>
                <a:lnTo>
                  <a:pt x="1921565" y="83232"/>
                </a:lnTo>
                <a:lnTo>
                  <a:pt x="1921093" y="83461"/>
                </a:lnTo>
                <a:lnTo>
                  <a:pt x="1920625" y="83695"/>
                </a:lnTo>
                <a:lnTo>
                  <a:pt x="1920161" y="83935"/>
                </a:lnTo>
                <a:lnTo>
                  <a:pt x="1919701" y="84180"/>
                </a:lnTo>
                <a:lnTo>
                  <a:pt x="1919246" y="84431"/>
                </a:lnTo>
                <a:lnTo>
                  <a:pt x="1918800" y="84691"/>
                </a:lnTo>
                <a:lnTo>
                  <a:pt x="1918361" y="84958"/>
                </a:lnTo>
                <a:lnTo>
                  <a:pt x="1917929" y="85233"/>
                </a:lnTo>
                <a:lnTo>
                  <a:pt x="1917506" y="85516"/>
                </a:lnTo>
                <a:lnTo>
                  <a:pt x="1917090" y="85807"/>
                </a:lnTo>
                <a:lnTo>
                  <a:pt x="1916682" y="86106"/>
                </a:lnTo>
                <a:lnTo>
                  <a:pt x="1916281" y="86413"/>
                </a:lnTo>
                <a:lnTo>
                  <a:pt x="1915888" y="86727"/>
                </a:lnTo>
                <a:lnTo>
                  <a:pt x="1915503" y="87050"/>
                </a:lnTo>
                <a:lnTo>
                  <a:pt x="1915125" y="87380"/>
                </a:lnTo>
                <a:lnTo>
                  <a:pt x="1914756" y="87719"/>
                </a:lnTo>
                <a:lnTo>
                  <a:pt x="1914393" y="88065"/>
                </a:lnTo>
                <a:lnTo>
                  <a:pt x="1914039" y="88419"/>
                </a:lnTo>
                <a:lnTo>
                  <a:pt x="1913692" y="88781"/>
                </a:lnTo>
                <a:lnTo>
                  <a:pt x="1913353" y="89151"/>
                </a:lnTo>
                <a:lnTo>
                  <a:pt x="1913021" y="89529"/>
                </a:lnTo>
                <a:lnTo>
                  <a:pt x="1912698" y="89915"/>
                </a:lnTo>
                <a:lnTo>
                  <a:pt x="1912382" y="90309"/>
                </a:lnTo>
                <a:lnTo>
                  <a:pt x="1912073" y="90710"/>
                </a:lnTo>
                <a:lnTo>
                  <a:pt x="1911772" y="91120"/>
                </a:lnTo>
                <a:lnTo>
                  <a:pt x="1911479" y="91537"/>
                </a:lnTo>
                <a:lnTo>
                  <a:pt x="1911194" y="91962"/>
                </a:lnTo>
                <a:lnTo>
                  <a:pt x="1910916" y="92395"/>
                </a:lnTo>
                <a:lnTo>
                  <a:pt x="1910648" y="92833"/>
                </a:lnTo>
                <a:lnTo>
                  <a:pt x="1910391" y="93281"/>
                </a:lnTo>
                <a:lnTo>
                  <a:pt x="1910146" y="93740"/>
                </a:lnTo>
                <a:lnTo>
                  <a:pt x="1909912" y="94211"/>
                </a:lnTo>
                <a:lnTo>
                  <a:pt x="1909690" y="94692"/>
                </a:lnTo>
                <a:lnTo>
                  <a:pt x="1909478" y="95184"/>
                </a:lnTo>
                <a:lnTo>
                  <a:pt x="1909279" y="95687"/>
                </a:lnTo>
                <a:lnTo>
                  <a:pt x="1909091" y="96201"/>
                </a:lnTo>
                <a:lnTo>
                  <a:pt x="1908914" y="96726"/>
                </a:lnTo>
                <a:lnTo>
                  <a:pt x="1908748" y="97263"/>
                </a:lnTo>
                <a:lnTo>
                  <a:pt x="1908594" y="97810"/>
                </a:lnTo>
                <a:lnTo>
                  <a:pt x="1908452" y="98368"/>
                </a:lnTo>
                <a:lnTo>
                  <a:pt x="1908320" y="98937"/>
                </a:lnTo>
                <a:lnTo>
                  <a:pt x="1908200" y="99517"/>
                </a:lnTo>
                <a:lnTo>
                  <a:pt x="1908092" y="100108"/>
                </a:lnTo>
                <a:lnTo>
                  <a:pt x="1907995" y="100709"/>
                </a:lnTo>
                <a:lnTo>
                  <a:pt x="1907910" y="101322"/>
                </a:lnTo>
                <a:lnTo>
                  <a:pt x="1907835" y="101946"/>
                </a:lnTo>
                <a:lnTo>
                  <a:pt x="1907773" y="102581"/>
                </a:lnTo>
                <a:lnTo>
                  <a:pt x="1907721" y="103227"/>
                </a:lnTo>
                <a:lnTo>
                  <a:pt x="1907681" y="103884"/>
                </a:lnTo>
                <a:lnTo>
                  <a:pt x="1907653" y="104551"/>
                </a:lnTo>
                <a:lnTo>
                  <a:pt x="1907636" y="105230"/>
                </a:lnTo>
                <a:lnTo>
                  <a:pt x="1907630" y="105920"/>
                </a:lnTo>
                <a:lnTo>
                  <a:pt x="1907638" y="106705"/>
                </a:lnTo>
                <a:lnTo>
                  <a:pt x="1907661" y="107480"/>
                </a:lnTo>
                <a:lnTo>
                  <a:pt x="1907699" y="108246"/>
                </a:lnTo>
                <a:lnTo>
                  <a:pt x="1907753" y="109002"/>
                </a:lnTo>
                <a:lnTo>
                  <a:pt x="1907822" y="109749"/>
                </a:lnTo>
                <a:lnTo>
                  <a:pt x="1907906" y="110486"/>
                </a:lnTo>
                <a:lnTo>
                  <a:pt x="1908006" y="111213"/>
                </a:lnTo>
                <a:lnTo>
                  <a:pt x="1908122" y="111931"/>
                </a:lnTo>
                <a:lnTo>
                  <a:pt x="1908252" y="112638"/>
                </a:lnTo>
                <a:lnTo>
                  <a:pt x="1908398" y="113337"/>
                </a:lnTo>
                <a:lnTo>
                  <a:pt x="1908559" y="114025"/>
                </a:lnTo>
                <a:lnTo>
                  <a:pt x="1908736" y="114704"/>
                </a:lnTo>
                <a:lnTo>
                  <a:pt x="1908928" y="115374"/>
                </a:lnTo>
                <a:lnTo>
                  <a:pt x="1909135" y="116033"/>
                </a:lnTo>
                <a:lnTo>
                  <a:pt x="1909358" y="116683"/>
                </a:lnTo>
                <a:lnTo>
                  <a:pt x="1909596" y="117323"/>
                </a:lnTo>
                <a:lnTo>
                  <a:pt x="1909850" y="117954"/>
                </a:lnTo>
                <a:lnTo>
                  <a:pt x="1910118" y="118575"/>
                </a:lnTo>
                <a:lnTo>
                  <a:pt x="1910403" y="119186"/>
                </a:lnTo>
                <a:lnTo>
                  <a:pt x="1910702" y="119788"/>
                </a:lnTo>
                <a:lnTo>
                  <a:pt x="1911017" y="120380"/>
                </a:lnTo>
                <a:lnTo>
                  <a:pt x="1911347" y="120963"/>
                </a:lnTo>
                <a:lnTo>
                  <a:pt x="1911693" y="121535"/>
                </a:lnTo>
                <a:lnTo>
                  <a:pt x="1912054" y="122098"/>
                </a:lnTo>
                <a:lnTo>
                  <a:pt x="1912428" y="122646"/>
                </a:lnTo>
                <a:lnTo>
                  <a:pt x="1912813" y="123183"/>
                </a:lnTo>
                <a:lnTo>
                  <a:pt x="1913208" y="123709"/>
                </a:lnTo>
                <a:lnTo>
                  <a:pt x="1913614" y="124224"/>
                </a:lnTo>
                <a:lnTo>
                  <a:pt x="1914032" y="124729"/>
                </a:lnTo>
                <a:lnTo>
                  <a:pt x="1914459" y="125223"/>
                </a:lnTo>
                <a:lnTo>
                  <a:pt x="1914898" y="125706"/>
                </a:lnTo>
                <a:lnTo>
                  <a:pt x="1915347" y="126178"/>
                </a:lnTo>
                <a:lnTo>
                  <a:pt x="1915807" y="126640"/>
                </a:lnTo>
                <a:lnTo>
                  <a:pt x="1916278" y="127091"/>
                </a:lnTo>
                <a:lnTo>
                  <a:pt x="1916760" y="127531"/>
                </a:lnTo>
                <a:lnTo>
                  <a:pt x="1917252" y="127960"/>
                </a:lnTo>
                <a:lnTo>
                  <a:pt x="1917755" y="128379"/>
                </a:lnTo>
                <a:lnTo>
                  <a:pt x="1918269" y="128786"/>
                </a:lnTo>
                <a:lnTo>
                  <a:pt x="1918793" y="129184"/>
                </a:lnTo>
                <a:lnTo>
                  <a:pt x="1919329" y="129570"/>
                </a:lnTo>
                <a:lnTo>
                  <a:pt x="1919875" y="129945"/>
                </a:lnTo>
                <a:lnTo>
                  <a:pt x="1920432" y="130310"/>
                </a:lnTo>
                <a:lnTo>
                  <a:pt x="1920999" y="130664"/>
                </a:lnTo>
                <a:lnTo>
                  <a:pt x="1921577" y="131008"/>
                </a:lnTo>
                <a:lnTo>
                  <a:pt x="1922167" y="131340"/>
                </a:lnTo>
                <a:lnTo>
                  <a:pt x="1922766" y="131662"/>
                </a:lnTo>
                <a:lnTo>
                  <a:pt x="1923377" y="131973"/>
                </a:lnTo>
                <a:lnTo>
                  <a:pt x="1923998" y="132273"/>
                </a:lnTo>
                <a:lnTo>
                  <a:pt x="1924628" y="132557"/>
                </a:lnTo>
                <a:lnTo>
                  <a:pt x="1925264" y="132828"/>
                </a:lnTo>
                <a:lnTo>
                  <a:pt x="1925905" y="133088"/>
                </a:lnTo>
                <a:lnTo>
                  <a:pt x="1926553" y="133335"/>
                </a:lnTo>
                <a:lnTo>
                  <a:pt x="1927206" y="133571"/>
                </a:lnTo>
                <a:lnTo>
                  <a:pt x="1927865" y="133794"/>
                </a:lnTo>
                <a:lnTo>
                  <a:pt x="1928530" y="134005"/>
                </a:lnTo>
                <a:lnTo>
                  <a:pt x="1929202" y="134204"/>
                </a:lnTo>
                <a:lnTo>
                  <a:pt x="1929879" y="134391"/>
                </a:lnTo>
                <a:lnTo>
                  <a:pt x="1930562" y="134566"/>
                </a:lnTo>
                <a:lnTo>
                  <a:pt x="1931251" y="134729"/>
                </a:lnTo>
                <a:lnTo>
                  <a:pt x="1931945" y="134880"/>
                </a:lnTo>
                <a:lnTo>
                  <a:pt x="1932646" y="135019"/>
                </a:lnTo>
                <a:lnTo>
                  <a:pt x="1933353" y="135146"/>
                </a:lnTo>
                <a:lnTo>
                  <a:pt x="1934065" y="135260"/>
                </a:lnTo>
                <a:lnTo>
                  <a:pt x="1934784" y="135363"/>
                </a:lnTo>
                <a:lnTo>
                  <a:pt x="1935509" y="135453"/>
                </a:lnTo>
                <a:lnTo>
                  <a:pt x="1936239" y="135532"/>
                </a:lnTo>
                <a:lnTo>
                  <a:pt x="1936975" y="135598"/>
                </a:lnTo>
                <a:lnTo>
                  <a:pt x="1937717" y="135653"/>
                </a:lnTo>
                <a:lnTo>
                  <a:pt x="1938466" y="135695"/>
                </a:lnTo>
                <a:lnTo>
                  <a:pt x="1939220" y="135725"/>
                </a:lnTo>
                <a:lnTo>
                  <a:pt x="1939980" y="135743"/>
                </a:lnTo>
                <a:lnTo>
                  <a:pt x="1940746" y="135749"/>
                </a:lnTo>
                <a:lnTo>
                  <a:pt x="1941447" y="135745"/>
                </a:lnTo>
                <a:lnTo>
                  <a:pt x="1942139" y="135732"/>
                </a:lnTo>
                <a:lnTo>
                  <a:pt x="1942822" y="135710"/>
                </a:lnTo>
                <a:lnTo>
                  <a:pt x="1943497" y="135679"/>
                </a:lnTo>
                <a:lnTo>
                  <a:pt x="1944162" y="135639"/>
                </a:lnTo>
                <a:close/>
                <a:moveTo>
                  <a:pt x="1939442" y="122181"/>
                </a:moveTo>
                <a:lnTo>
                  <a:pt x="1938759" y="122106"/>
                </a:lnTo>
                <a:lnTo>
                  <a:pt x="1938086" y="122018"/>
                </a:lnTo>
                <a:lnTo>
                  <a:pt x="1937424" y="121916"/>
                </a:lnTo>
                <a:lnTo>
                  <a:pt x="1936773" y="121800"/>
                </a:lnTo>
                <a:lnTo>
                  <a:pt x="1936133" y="121671"/>
                </a:lnTo>
                <a:lnTo>
                  <a:pt x="1935503" y="121528"/>
                </a:lnTo>
                <a:lnTo>
                  <a:pt x="1934884" y="121372"/>
                </a:lnTo>
                <a:lnTo>
                  <a:pt x="1934276" y="121202"/>
                </a:lnTo>
                <a:lnTo>
                  <a:pt x="1933679" y="121018"/>
                </a:lnTo>
                <a:lnTo>
                  <a:pt x="1933092" y="120821"/>
                </a:lnTo>
                <a:lnTo>
                  <a:pt x="1932516" y="120610"/>
                </a:lnTo>
                <a:lnTo>
                  <a:pt x="1931951" y="120385"/>
                </a:lnTo>
                <a:lnTo>
                  <a:pt x="1931396" y="120147"/>
                </a:lnTo>
                <a:lnTo>
                  <a:pt x="1930853" y="119896"/>
                </a:lnTo>
                <a:lnTo>
                  <a:pt x="1930320" y="119630"/>
                </a:lnTo>
                <a:lnTo>
                  <a:pt x="1929798" y="119351"/>
                </a:lnTo>
                <a:lnTo>
                  <a:pt x="1929286" y="119059"/>
                </a:lnTo>
                <a:lnTo>
                  <a:pt x="1928786" y="118753"/>
                </a:lnTo>
                <a:lnTo>
                  <a:pt x="1928296" y="118433"/>
                </a:lnTo>
                <a:lnTo>
                  <a:pt x="1927826" y="118095"/>
                </a:lnTo>
                <a:lnTo>
                  <a:pt x="1927377" y="117743"/>
                </a:lnTo>
                <a:lnTo>
                  <a:pt x="1926948" y="117378"/>
                </a:lnTo>
                <a:lnTo>
                  <a:pt x="1926538" y="117000"/>
                </a:lnTo>
                <a:lnTo>
                  <a:pt x="1926149" y="116609"/>
                </a:lnTo>
                <a:lnTo>
                  <a:pt x="1925780" y="116205"/>
                </a:lnTo>
                <a:lnTo>
                  <a:pt x="1925430" y="115788"/>
                </a:lnTo>
                <a:lnTo>
                  <a:pt x="1925101" y="115357"/>
                </a:lnTo>
                <a:lnTo>
                  <a:pt x="1924791" y="114914"/>
                </a:lnTo>
                <a:lnTo>
                  <a:pt x="1924502" y="114457"/>
                </a:lnTo>
                <a:lnTo>
                  <a:pt x="1924232" y="113987"/>
                </a:lnTo>
                <a:lnTo>
                  <a:pt x="1923982" y="113504"/>
                </a:lnTo>
                <a:lnTo>
                  <a:pt x="1923753" y="113007"/>
                </a:lnTo>
                <a:lnTo>
                  <a:pt x="1923543" y="112498"/>
                </a:lnTo>
                <a:lnTo>
                  <a:pt x="1923353" y="111975"/>
                </a:lnTo>
                <a:lnTo>
                  <a:pt x="1923184" y="111439"/>
                </a:lnTo>
                <a:lnTo>
                  <a:pt x="1923034" y="110890"/>
                </a:lnTo>
                <a:lnTo>
                  <a:pt x="1922904" y="110328"/>
                </a:lnTo>
                <a:lnTo>
                  <a:pt x="1922794" y="109752"/>
                </a:lnTo>
                <a:lnTo>
                  <a:pt x="1922704" y="109164"/>
                </a:lnTo>
                <a:lnTo>
                  <a:pt x="1922635" y="108562"/>
                </a:lnTo>
                <a:lnTo>
                  <a:pt x="1922585" y="107947"/>
                </a:lnTo>
                <a:lnTo>
                  <a:pt x="1922555" y="107319"/>
                </a:lnTo>
                <a:lnTo>
                  <a:pt x="1922545" y="106678"/>
                </a:lnTo>
                <a:lnTo>
                  <a:pt x="1922550" y="106208"/>
                </a:lnTo>
                <a:lnTo>
                  <a:pt x="1922566" y="105747"/>
                </a:lnTo>
                <a:lnTo>
                  <a:pt x="1922592" y="105294"/>
                </a:lnTo>
                <a:lnTo>
                  <a:pt x="1922629" y="104849"/>
                </a:lnTo>
                <a:lnTo>
                  <a:pt x="1922676" y="104412"/>
                </a:lnTo>
                <a:lnTo>
                  <a:pt x="1922734" y="103984"/>
                </a:lnTo>
                <a:lnTo>
                  <a:pt x="1922803" y="103565"/>
                </a:lnTo>
                <a:lnTo>
                  <a:pt x="1922882" y="103153"/>
                </a:lnTo>
                <a:lnTo>
                  <a:pt x="1922971" y="102750"/>
                </a:lnTo>
                <a:lnTo>
                  <a:pt x="1923071" y="102355"/>
                </a:lnTo>
                <a:lnTo>
                  <a:pt x="1923182" y="101969"/>
                </a:lnTo>
                <a:lnTo>
                  <a:pt x="1923303" y="101591"/>
                </a:lnTo>
                <a:lnTo>
                  <a:pt x="1923435" y="101221"/>
                </a:lnTo>
                <a:lnTo>
                  <a:pt x="1923577" y="100860"/>
                </a:lnTo>
                <a:lnTo>
                  <a:pt x="1923730" y="100506"/>
                </a:lnTo>
                <a:lnTo>
                  <a:pt x="1923893" y="100162"/>
                </a:lnTo>
                <a:lnTo>
                  <a:pt x="1924067" y="99825"/>
                </a:lnTo>
                <a:lnTo>
                  <a:pt x="1924251" y="99497"/>
                </a:lnTo>
                <a:lnTo>
                  <a:pt x="1924446" y="99178"/>
                </a:lnTo>
                <a:lnTo>
                  <a:pt x="1924651" y="98866"/>
                </a:lnTo>
                <a:lnTo>
                  <a:pt x="1924867" y="98563"/>
                </a:lnTo>
                <a:lnTo>
                  <a:pt x="1925094" y="98268"/>
                </a:lnTo>
                <a:lnTo>
                  <a:pt x="1925331" y="97982"/>
                </a:lnTo>
                <a:lnTo>
                  <a:pt x="1925578" y="97704"/>
                </a:lnTo>
                <a:lnTo>
                  <a:pt x="1925840" y="97428"/>
                </a:lnTo>
                <a:lnTo>
                  <a:pt x="1926108" y="97158"/>
                </a:lnTo>
                <a:lnTo>
                  <a:pt x="1926382" y="96893"/>
                </a:lnTo>
                <a:lnTo>
                  <a:pt x="1926663" y="96635"/>
                </a:lnTo>
                <a:lnTo>
                  <a:pt x="1926951" y="96382"/>
                </a:lnTo>
                <a:lnTo>
                  <a:pt x="1927245" y="96136"/>
                </a:lnTo>
                <a:lnTo>
                  <a:pt x="1927546" y="95895"/>
                </a:lnTo>
                <a:lnTo>
                  <a:pt x="1927853" y="95661"/>
                </a:lnTo>
                <a:lnTo>
                  <a:pt x="1928167" y="95432"/>
                </a:lnTo>
                <a:lnTo>
                  <a:pt x="1928488" y="95209"/>
                </a:lnTo>
                <a:lnTo>
                  <a:pt x="1928815" y="94992"/>
                </a:lnTo>
                <a:lnTo>
                  <a:pt x="1929149" y="94781"/>
                </a:lnTo>
                <a:lnTo>
                  <a:pt x="1929489" y="94576"/>
                </a:lnTo>
                <a:lnTo>
                  <a:pt x="1929836" y="94377"/>
                </a:lnTo>
                <a:lnTo>
                  <a:pt x="1930190" y="94184"/>
                </a:lnTo>
                <a:lnTo>
                  <a:pt x="1930550" y="93996"/>
                </a:lnTo>
                <a:lnTo>
                  <a:pt x="1930917" y="93815"/>
                </a:lnTo>
                <a:lnTo>
                  <a:pt x="1931290" y="93640"/>
                </a:lnTo>
                <a:lnTo>
                  <a:pt x="1931670" y="93470"/>
                </a:lnTo>
                <a:lnTo>
                  <a:pt x="1932056" y="93306"/>
                </a:lnTo>
                <a:lnTo>
                  <a:pt x="1932449" y="93149"/>
                </a:lnTo>
                <a:lnTo>
                  <a:pt x="1932849" y="92997"/>
                </a:lnTo>
                <a:lnTo>
                  <a:pt x="1933255" y="92851"/>
                </a:lnTo>
                <a:lnTo>
                  <a:pt x="1933668" y="92711"/>
                </a:lnTo>
                <a:lnTo>
                  <a:pt x="1934090" y="92571"/>
                </a:lnTo>
                <a:lnTo>
                  <a:pt x="1934515" y="92434"/>
                </a:lnTo>
                <a:lnTo>
                  <a:pt x="1934943" y="92300"/>
                </a:lnTo>
                <a:lnTo>
                  <a:pt x="1935374" y="92169"/>
                </a:lnTo>
                <a:lnTo>
                  <a:pt x="1935807" y="92042"/>
                </a:lnTo>
                <a:lnTo>
                  <a:pt x="1936243" y="91917"/>
                </a:lnTo>
                <a:lnTo>
                  <a:pt x="1936681" y="91797"/>
                </a:lnTo>
                <a:lnTo>
                  <a:pt x="1937122" y="91679"/>
                </a:lnTo>
                <a:lnTo>
                  <a:pt x="1937566" y="91565"/>
                </a:lnTo>
                <a:lnTo>
                  <a:pt x="1938012" y="91454"/>
                </a:lnTo>
                <a:lnTo>
                  <a:pt x="1938461" y="91346"/>
                </a:lnTo>
                <a:lnTo>
                  <a:pt x="1938913" y="91242"/>
                </a:lnTo>
                <a:lnTo>
                  <a:pt x="1939367" y="91141"/>
                </a:lnTo>
                <a:lnTo>
                  <a:pt x="1939824" y="91043"/>
                </a:lnTo>
                <a:lnTo>
                  <a:pt x="1940284" y="90949"/>
                </a:lnTo>
                <a:lnTo>
                  <a:pt x="1940746" y="90858"/>
                </a:lnTo>
                <a:lnTo>
                  <a:pt x="1941210" y="90770"/>
                </a:lnTo>
                <a:lnTo>
                  <a:pt x="1941678" y="90685"/>
                </a:lnTo>
                <a:lnTo>
                  <a:pt x="1942148" y="90604"/>
                </a:lnTo>
                <a:lnTo>
                  <a:pt x="1942621" y="90526"/>
                </a:lnTo>
                <a:lnTo>
                  <a:pt x="1943096" y="90451"/>
                </a:lnTo>
                <a:lnTo>
                  <a:pt x="1943574" y="90380"/>
                </a:lnTo>
                <a:lnTo>
                  <a:pt x="1944054" y="90312"/>
                </a:lnTo>
                <a:lnTo>
                  <a:pt x="1944538" y="90247"/>
                </a:lnTo>
                <a:lnTo>
                  <a:pt x="1944740" y="90220"/>
                </a:lnTo>
                <a:lnTo>
                  <a:pt x="1944948" y="90193"/>
                </a:lnTo>
                <a:lnTo>
                  <a:pt x="1945161" y="90166"/>
                </a:lnTo>
                <a:lnTo>
                  <a:pt x="1945378" y="90138"/>
                </a:lnTo>
                <a:lnTo>
                  <a:pt x="1945601" y="90110"/>
                </a:lnTo>
                <a:lnTo>
                  <a:pt x="1945829" y="90081"/>
                </a:lnTo>
                <a:lnTo>
                  <a:pt x="1946062" y="90052"/>
                </a:lnTo>
                <a:lnTo>
                  <a:pt x="1946300" y="90022"/>
                </a:lnTo>
                <a:lnTo>
                  <a:pt x="1946543" y="89992"/>
                </a:lnTo>
                <a:lnTo>
                  <a:pt x="1946791" y="89961"/>
                </a:lnTo>
                <a:lnTo>
                  <a:pt x="1947044" y="89930"/>
                </a:lnTo>
                <a:lnTo>
                  <a:pt x="1947302" y="89899"/>
                </a:lnTo>
                <a:lnTo>
                  <a:pt x="1947566" y="89867"/>
                </a:lnTo>
                <a:lnTo>
                  <a:pt x="1947834" y="89835"/>
                </a:lnTo>
                <a:lnTo>
                  <a:pt x="1948107" y="89802"/>
                </a:lnTo>
                <a:lnTo>
                  <a:pt x="1948386" y="89769"/>
                </a:lnTo>
                <a:lnTo>
                  <a:pt x="1948669" y="89736"/>
                </a:lnTo>
                <a:lnTo>
                  <a:pt x="1948957" y="89702"/>
                </a:lnTo>
                <a:lnTo>
                  <a:pt x="1949251" y="89667"/>
                </a:lnTo>
                <a:lnTo>
                  <a:pt x="1949550" y="89632"/>
                </a:lnTo>
                <a:lnTo>
                  <a:pt x="1949853" y="89597"/>
                </a:lnTo>
                <a:lnTo>
                  <a:pt x="1950162" y="89561"/>
                </a:lnTo>
                <a:lnTo>
                  <a:pt x="1950475" y="89525"/>
                </a:lnTo>
                <a:lnTo>
                  <a:pt x="1950794" y="89488"/>
                </a:lnTo>
                <a:lnTo>
                  <a:pt x="1951121" y="89446"/>
                </a:lnTo>
                <a:lnTo>
                  <a:pt x="1951449" y="89403"/>
                </a:lnTo>
                <a:lnTo>
                  <a:pt x="1951777" y="89360"/>
                </a:lnTo>
                <a:lnTo>
                  <a:pt x="1952106" y="89316"/>
                </a:lnTo>
                <a:lnTo>
                  <a:pt x="1952435" y="89272"/>
                </a:lnTo>
                <a:lnTo>
                  <a:pt x="1952765" y="89228"/>
                </a:lnTo>
                <a:lnTo>
                  <a:pt x="1953096" y="89183"/>
                </a:lnTo>
                <a:lnTo>
                  <a:pt x="1953427" y="89137"/>
                </a:lnTo>
                <a:lnTo>
                  <a:pt x="1953760" y="89091"/>
                </a:lnTo>
                <a:lnTo>
                  <a:pt x="1954092" y="89045"/>
                </a:lnTo>
                <a:lnTo>
                  <a:pt x="1954426" y="88998"/>
                </a:lnTo>
                <a:lnTo>
                  <a:pt x="1954760" y="88951"/>
                </a:lnTo>
                <a:lnTo>
                  <a:pt x="1955095" y="88903"/>
                </a:lnTo>
                <a:lnTo>
                  <a:pt x="1955430" y="88855"/>
                </a:lnTo>
                <a:lnTo>
                  <a:pt x="1955766" y="88807"/>
                </a:lnTo>
                <a:lnTo>
                  <a:pt x="1956103" y="88758"/>
                </a:lnTo>
                <a:lnTo>
                  <a:pt x="1956440" y="88709"/>
                </a:lnTo>
                <a:lnTo>
                  <a:pt x="1956778" y="88659"/>
                </a:lnTo>
                <a:lnTo>
                  <a:pt x="1957117" y="88609"/>
                </a:lnTo>
                <a:lnTo>
                  <a:pt x="1957456" y="88558"/>
                </a:lnTo>
                <a:lnTo>
                  <a:pt x="1957796" y="88507"/>
                </a:lnTo>
                <a:lnTo>
                  <a:pt x="1958137" y="88455"/>
                </a:lnTo>
                <a:lnTo>
                  <a:pt x="1958478" y="88403"/>
                </a:lnTo>
                <a:lnTo>
                  <a:pt x="1958820" y="88351"/>
                </a:lnTo>
                <a:lnTo>
                  <a:pt x="1959166" y="88292"/>
                </a:lnTo>
                <a:lnTo>
                  <a:pt x="1959509" y="88234"/>
                </a:lnTo>
                <a:lnTo>
                  <a:pt x="1959847" y="88174"/>
                </a:lnTo>
                <a:lnTo>
                  <a:pt x="1960183" y="88114"/>
                </a:lnTo>
                <a:lnTo>
                  <a:pt x="1960514" y="88053"/>
                </a:lnTo>
                <a:lnTo>
                  <a:pt x="1960843" y="87991"/>
                </a:lnTo>
                <a:lnTo>
                  <a:pt x="1961168" y="87929"/>
                </a:lnTo>
                <a:lnTo>
                  <a:pt x="1961489" y="87866"/>
                </a:lnTo>
                <a:lnTo>
                  <a:pt x="1961806" y="87803"/>
                </a:lnTo>
                <a:lnTo>
                  <a:pt x="1962121" y="87738"/>
                </a:lnTo>
                <a:lnTo>
                  <a:pt x="1962431" y="87674"/>
                </a:lnTo>
                <a:lnTo>
                  <a:pt x="1962739" y="87608"/>
                </a:lnTo>
                <a:lnTo>
                  <a:pt x="1963042" y="87542"/>
                </a:lnTo>
                <a:lnTo>
                  <a:pt x="1963342" y="87475"/>
                </a:lnTo>
                <a:lnTo>
                  <a:pt x="1963639" y="87408"/>
                </a:lnTo>
                <a:lnTo>
                  <a:pt x="1963932" y="87340"/>
                </a:lnTo>
                <a:lnTo>
                  <a:pt x="1964222" y="87271"/>
                </a:lnTo>
                <a:lnTo>
                  <a:pt x="1964508" y="87201"/>
                </a:lnTo>
                <a:lnTo>
                  <a:pt x="1964791" y="87131"/>
                </a:lnTo>
                <a:lnTo>
                  <a:pt x="1965070" y="87060"/>
                </a:lnTo>
                <a:lnTo>
                  <a:pt x="1965345" y="86989"/>
                </a:lnTo>
                <a:lnTo>
                  <a:pt x="1965618" y="86917"/>
                </a:lnTo>
                <a:lnTo>
                  <a:pt x="1965886" y="86844"/>
                </a:lnTo>
                <a:lnTo>
                  <a:pt x="1966151" y="86771"/>
                </a:lnTo>
                <a:lnTo>
                  <a:pt x="1966416" y="86691"/>
                </a:lnTo>
                <a:lnTo>
                  <a:pt x="1966673" y="86611"/>
                </a:lnTo>
                <a:lnTo>
                  <a:pt x="1966921" y="86531"/>
                </a:lnTo>
                <a:lnTo>
                  <a:pt x="1967162" y="86450"/>
                </a:lnTo>
                <a:lnTo>
                  <a:pt x="1967395" y="86368"/>
                </a:lnTo>
                <a:lnTo>
                  <a:pt x="1967621" y="86285"/>
                </a:lnTo>
                <a:lnTo>
                  <a:pt x="1967838" y="86202"/>
                </a:lnTo>
                <a:lnTo>
                  <a:pt x="1968047" y="86118"/>
                </a:lnTo>
                <a:lnTo>
                  <a:pt x="1968249" y="86033"/>
                </a:lnTo>
                <a:lnTo>
                  <a:pt x="1968442" y="85948"/>
                </a:lnTo>
                <a:lnTo>
                  <a:pt x="1968628" y="85862"/>
                </a:lnTo>
                <a:lnTo>
                  <a:pt x="1968806" y="85775"/>
                </a:lnTo>
                <a:lnTo>
                  <a:pt x="1968975" y="85688"/>
                </a:lnTo>
                <a:lnTo>
                  <a:pt x="1969137" y="85600"/>
                </a:lnTo>
                <a:lnTo>
                  <a:pt x="1969291" y="85512"/>
                </a:lnTo>
                <a:lnTo>
                  <a:pt x="1969438" y="85423"/>
                </a:lnTo>
                <a:lnTo>
                  <a:pt x="1969576" y="85333"/>
                </a:lnTo>
                <a:lnTo>
                  <a:pt x="1969706" y="85242"/>
                </a:lnTo>
                <a:lnTo>
                  <a:pt x="1969829" y="85151"/>
                </a:lnTo>
                <a:lnTo>
                  <a:pt x="1969943" y="85059"/>
                </a:lnTo>
                <a:lnTo>
                  <a:pt x="1970050" y="84967"/>
                </a:lnTo>
                <a:lnTo>
                  <a:pt x="1970149" y="84874"/>
                </a:lnTo>
                <a:lnTo>
                  <a:pt x="1970239" y="84780"/>
                </a:lnTo>
                <a:lnTo>
                  <a:pt x="1970322" y="84685"/>
                </a:lnTo>
                <a:lnTo>
                  <a:pt x="1970322" y="98336"/>
                </a:lnTo>
                <a:lnTo>
                  <a:pt x="1970317" y="98841"/>
                </a:lnTo>
                <a:lnTo>
                  <a:pt x="1970300" y="99343"/>
                </a:lnTo>
                <a:lnTo>
                  <a:pt x="1970273" y="99844"/>
                </a:lnTo>
                <a:lnTo>
                  <a:pt x="1970235" y="100343"/>
                </a:lnTo>
                <a:lnTo>
                  <a:pt x="1970185" y="100839"/>
                </a:lnTo>
                <a:lnTo>
                  <a:pt x="1970125" y="101334"/>
                </a:lnTo>
                <a:lnTo>
                  <a:pt x="1970054" y="101827"/>
                </a:lnTo>
                <a:lnTo>
                  <a:pt x="1969971" y="102317"/>
                </a:lnTo>
                <a:lnTo>
                  <a:pt x="1969878" y="102806"/>
                </a:lnTo>
                <a:lnTo>
                  <a:pt x="1969774" y="103293"/>
                </a:lnTo>
                <a:lnTo>
                  <a:pt x="1969659" y="103778"/>
                </a:lnTo>
                <a:lnTo>
                  <a:pt x="1969532" y="104261"/>
                </a:lnTo>
                <a:lnTo>
                  <a:pt x="1969395" y="104742"/>
                </a:lnTo>
                <a:lnTo>
                  <a:pt x="1969247" y="105221"/>
                </a:lnTo>
                <a:lnTo>
                  <a:pt x="1969088" y="105698"/>
                </a:lnTo>
                <a:lnTo>
                  <a:pt x="1968918" y="106173"/>
                </a:lnTo>
                <a:lnTo>
                  <a:pt x="1968737" y="106646"/>
                </a:lnTo>
                <a:lnTo>
                  <a:pt x="1968545" y="107117"/>
                </a:lnTo>
                <a:lnTo>
                  <a:pt x="1968342" y="107586"/>
                </a:lnTo>
                <a:lnTo>
                  <a:pt x="1968128" y="108053"/>
                </a:lnTo>
                <a:lnTo>
                  <a:pt x="1967903" y="108518"/>
                </a:lnTo>
                <a:lnTo>
                  <a:pt x="1967667" y="108981"/>
                </a:lnTo>
                <a:lnTo>
                  <a:pt x="1967420" y="109442"/>
                </a:lnTo>
                <a:lnTo>
                  <a:pt x="1967163" y="109901"/>
                </a:lnTo>
                <a:lnTo>
                  <a:pt x="1966899" y="110356"/>
                </a:lnTo>
                <a:lnTo>
                  <a:pt x="1966625" y="110804"/>
                </a:lnTo>
                <a:lnTo>
                  <a:pt x="1966341" y="111244"/>
                </a:lnTo>
                <a:lnTo>
                  <a:pt x="1966046" y="111678"/>
                </a:lnTo>
                <a:lnTo>
                  <a:pt x="1965741" y="112104"/>
                </a:lnTo>
                <a:lnTo>
                  <a:pt x="1965425" y="112524"/>
                </a:lnTo>
                <a:lnTo>
                  <a:pt x="1965098" y="112936"/>
                </a:lnTo>
                <a:lnTo>
                  <a:pt x="1964761" y="113342"/>
                </a:lnTo>
                <a:lnTo>
                  <a:pt x="1964413" y="113741"/>
                </a:lnTo>
                <a:lnTo>
                  <a:pt x="1964055" y="114132"/>
                </a:lnTo>
                <a:lnTo>
                  <a:pt x="1963687" y="114516"/>
                </a:lnTo>
                <a:lnTo>
                  <a:pt x="1963307" y="114894"/>
                </a:lnTo>
                <a:lnTo>
                  <a:pt x="1962918" y="115264"/>
                </a:lnTo>
                <a:lnTo>
                  <a:pt x="1962517" y="115628"/>
                </a:lnTo>
                <a:lnTo>
                  <a:pt x="1962107" y="115984"/>
                </a:lnTo>
                <a:lnTo>
                  <a:pt x="1961685" y="116333"/>
                </a:lnTo>
                <a:lnTo>
                  <a:pt x="1961253" y="116676"/>
                </a:lnTo>
                <a:lnTo>
                  <a:pt x="1960811" y="117011"/>
                </a:lnTo>
                <a:lnTo>
                  <a:pt x="1960358" y="117339"/>
                </a:lnTo>
                <a:lnTo>
                  <a:pt x="1959895" y="117661"/>
                </a:lnTo>
                <a:lnTo>
                  <a:pt x="1959421" y="117975"/>
                </a:lnTo>
                <a:lnTo>
                  <a:pt x="1958936" y="118282"/>
                </a:lnTo>
                <a:lnTo>
                  <a:pt x="1958441" y="118582"/>
                </a:lnTo>
                <a:lnTo>
                  <a:pt x="1957935" y="118875"/>
                </a:lnTo>
                <a:lnTo>
                  <a:pt x="1957425" y="119159"/>
                </a:lnTo>
                <a:lnTo>
                  <a:pt x="1956905" y="119431"/>
                </a:lnTo>
                <a:lnTo>
                  <a:pt x="1956375" y="119690"/>
                </a:lnTo>
                <a:lnTo>
                  <a:pt x="1955836" y="119937"/>
                </a:lnTo>
                <a:lnTo>
                  <a:pt x="1955287" y="120173"/>
                </a:lnTo>
                <a:lnTo>
                  <a:pt x="1954728" y="120396"/>
                </a:lnTo>
                <a:lnTo>
                  <a:pt x="1954160" y="120607"/>
                </a:lnTo>
                <a:lnTo>
                  <a:pt x="1953582" y="120806"/>
                </a:lnTo>
                <a:lnTo>
                  <a:pt x="1952994" y="120993"/>
                </a:lnTo>
                <a:lnTo>
                  <a:pt x="1952397" y="121168"/>
                </a:lnTo>
                <a:lnTo>
                  <a:pt x="1951790" y="121331"/>
                </a:lnTo>
                <a:lnTo>
                  <a:pt x="1951173" y="121482"/>
                </a:lnTo>
                <a:lnTo>
                  <a:pt x="1950547" y="121621"/>
                </a:lnTo>
                <a:lnTo>
                  <a:pt x="1949911" y="121748"/>
                </a:lnTo>
                <a:lnTo>
                  <a:pt x="1949266" y="121862"/>
                </a:lnTo>
                <a:lnTo>
                  <a:pt x="1948610" y="121965"/>
                </a:lnTo>
                <a:lnTo>
                  <a:pt x="1947945" y="122056"/>
                </a:lnTo>
                <a:lnTo>
                  <a:pt x="1947271" y="122134"/>
                </a:lnTo>
                <a:lnTo>
                  <a:pt x="1946587" y="122200"/>
                </a:lnTo>
                <a:lnTo>
                  <a:pt x="1945893" y="122255"/>
                </a:lnTo>
                <a:lnTo>
                  <a:pt x="1945189" y="122297"/>
                </a:lnTo>
                <a:lnTo>
                  <a:pt x="1944476" y="122327"/>
                </a:lnTo>
                <a:lnTo>
                  <a:pt x="1943753" y="122345"/>
                </a:lnTo>
                <a:lnTo>
                  <a:pt x="1943021" y="122351"/>
                </a:lnTo>
                <a:lnTo>
                  <a:pt x="1942284" y="122344"/>
                </a:lnTo>
                <a:lnTo>
                  <a:pt x="1941557" y="122324"/>
                </a:lnTo>
                <a:lnTo>
                  <a:pt x="1940842" y="122290"/>
                </a:lnTo>
                <a:lnTo>
                  <a:pt x="1940137" y="122242"/>
                </a:lnTo>
                <a:lnTo>
                  <a:pt x="1939442" y="122181"/>
                </a:lnTo>
                <a:close/>
                <a:moveTo>
                  <a:pt x="2109824" y="169726"/>
                </a:moveTo>
                <a:lnTo>
                  <a:pt x="2110356" y="169672"/>
                </a:lnTo>
                <a:lnTo>
                  <a:pt x="2110883" y="169609"/>
                </a:lnTo>
                <a:lnTo>
                  <a:pt x="2111406" y="169538"/>
                </a:lnTo>
                <a:lnTo>
                  <a:pt x="2111923" y="169459"/>
                </a:lnTo>
                <a:lnTo>
                  <a:pt x="2112436" y="169372"/>
                </a:lnTo>
                <a:lnTo>
                  <a:pt x="2112944" y="169276"/>
                </a:lnTo>
                <a:lnTo>
                  <a:pt x="2113447" y="169171"/>
                </a:lnTo>
                <a:lnTo>
                  <a:pt x="2113946" y="169059"/>
                </a:lnTo>
                <a:lnTo>
                  <a:pt x="2114439" y="168938"/>
                </a:lnTo>
                <a:lnTo>
                  <a:pt x="2114928" y="168809"/>
                </a:lnTo>
                <a:lnTo>
                  <a:pt x="2115412" y="168671"/>
                </a:lnTo>
                <a:lnTo>
                  <a:pt x="2115891" y="168525"/>
                </a:lnTo>
                <a:lnTo>
                  <a:pt x="2116365" y="168371"/>
                </a:lnTo>
                <a:lnTo>
                  <a:pt x="2116835" y="168208"/>
                </a:lnTo>
                <a:lnTo>
                  <a:pt x="2117299" y="168037"/>
                </a:lnTo>
                <a:lnTo>
                  <a:pt x="2117759" y="167858"/>
                </a:lnTo>
                <a:lnTo>
                  <a:pt x="2118214" y="167671"/>
                </a:lnTo>
                <a:lnTo>
                  <a:pt x="2118664" y="167475"/>
                </a:lnTo>
                <a:lnTo>
                  <a:pt x="2119114" y="167270"/>
                </a:lnTo>
                <a:lnTo>
                  <a:pt x="2119560" y="167056"/>
                </a:lnTo>
                <a:lnTo>
                  <a:pt x="2120002" y="166834"/>
                </a:lnTo>
                <a:lnTo>
                  <a:pt x="2120439" y="166602"/>
                </a:lnTo>
                <a:lnTo>
                  <a:pt x="2120871" y="166361"/>
                </a:lnTo>
                <a:lnTo>
                  <a:pt x="2121298" y="166112"/>
                </a:lnTo>
                <a:lnTo>
                  <a:pt x="2121721" y="165853"/>
                </a:lnTo>
                <a:lnTo>
                  <a:pt x="2122140" y="165586"/>
                </a:lnTo>
                <a:lnTo>
                  <a:pt x="2122553" y="165309"/>
                </a:lnTo>
                <a:lnTo>
                  <a:pt x="2122963" y="165023"/>
                </a:lnTo>
                <a:lnTo>
                  <a:pt x="2123367" y="164729"/>
                </a:lnTo>
                <a:lnTo>
                  <a:pt x="2123767" y="164425"/>
                </a:lnTo>
                <a:lnTo>
                  <a:pt x="2124162" y="164113"/>
                </a:lnTo>
                <a:lnTo>
                  <a:pt x="2124553" y="163791"/>
                </a:lnTo>
                <a:lnTo>
                  <a:pt x="2124939" y="163460"/>
                </a:lnTo>
                <a:lnTo>
                  <a:pt x="2125321" y="163121"/>
                </a:lnTo>
                <a:lnTo>
                  <a:pt x="2125698" y="162772"/>
                </a:lnTo>
                <a:lnTo>
                  <a:pt x="2126070" y="162415"/>
                </a:lnTo>
                <a:lnTo>
                  <a:pt x="2126437" y="162048"/>
                </a:lnTo>
                <a:lnTo>
                  <a:pt x="2126800" y="161673"/>
                </a:lnTo>
                <a:lnTo>
                  <a:pt x="2127159" y="161288"/>
                </a:lnTo>
                <a:lnTo>
                  <a:pt x="2127513" y="160894"/>
                </a:lnTo>
                <a:lnTo>
                  <a:pt x="2127862" y="160492"/>
                </a:lnTo>
                <a:lnTo>
                  <a:pt x="2128207" y="160080"/>
                </a:lnTo>
                <a:lnTo>
                  <a:pt x="2128547" y="159665"/>
                </a:lnTo>
                <a:lnTo>
                  <a:pt x="2128882" y="159241"/>
                </a:lnTo>
                <a:lnTo>
                  <a:pt x="2129213" y="158808"/>
                </a:lnTo>
                <a:lnTo>
                  <a:pt x="2129539" y="158365"/>
                </a:lnTo>
                <a:lnTo>
                  <a:pt x="2129861" y="157914"/>
                </a:lnTo>
                <a:lnTo>
                  <a:pt x="2130178" y="157454"/>
                </a:lnTo>
                <a:lnTo>
                  <a:pt x="2130490" y="156984"/>
                </a:lnTo>
                <a:lnTo>
                  <a:pt x="2130798" y="156506"/>
                </a:lnTo>
                <a:lnTo>
                  <a:pt x="2131101" y="156019"/>
                </a:lnTo>
                <a:lnTo>
                  <a:pt x="2131399" y="155523"/>
                </a:lnTo>
                <a:lnTo>
                  <a:pt x="2131693" y="155017"/>
                </a:lnTo>
                <a:lnTo>
                  <a:pt x="2131983" y="154503"/>
                </a:lnTo>
                <a:lnTo>
                  <a:pt x="2132267" y="153980"/>
                </a:lnTo>
                <a:lnTo>
                  <a:pt x="2132548" y="153448"/>
                </a:lnTo>
                <a:lnTo>
                  <a:pt x="2132823" y="152906"/>
                </a:lnTo>
                <a:lnTo>
                  <a:pt x="2133094" y="152356"/>
                </a:lnTo>
                <a:lnTo>
                  <a:pt x="2133360" y="151797"/>
                </a:lnTo>
                <a:lnTo>
                  <a:pt x="2133622" y="151229"/>
                </a:lnTo>
                <a:lnTo>
                  <a:pt x="2133879" y="150652"/>
                </a:lnTo>
                <a:lnTo>
                  <a:pt x="2134131" y="150065"/>
                </a:lnTo>
                <a:lnTo>
                  <a:pt x="2134379" y="149470"/>
                </a:lnTo>
                <a:lnTo>
                  <a:pt x="2134623" y="148866"/>
                </a:lnTo>
                <a:lnTo>
                  <a:pt x="2134861" y="148253"/>
                </a:lnTo>
                <a:lnTo>
                  <a:pt x="2135095" y="147630"/>
                </a:lnTo>
                <a:lnTo>
                  <a:pt x="2176300" y="36402"/>
                </a:lnTo>
                <a:lnTo>
                  <a:pt x="2160122" y="36402"/>
                </a:lnTo>
                <a:lnTo>
                  <a:pt x="2133326" y="113756"/>
                </a:lnTo>
                <a:lnTo>
                  <a:pt x="2132315" y="113756"/>
                </a:lnTo>
                <a:lnTo>
                  <a:pt x="2105519" y="36402"/>
                </a:lnTo>
                <a:lnTo>
                  <a:pt x="2089340" y="36402"/>
                </a:lnTo>
                <a:lnTo>
                  <a:pt x="2125236" y="133980"/>
                </a:lnTo>
                <a:lnTo>
                  <a:pt x="2122456" y="141563"/>
                </a:lnTo>
                <a:lnTo>
                  <a:pt x="2122228" y="142172"/>
                </a:lnTo>
                <a:lnTo>
                  <a:pt x="2121999" y="142767"/>
                </a:lnTo>
                <a:lnTo>
                  <a:pt x="2121767" y="143348"/>
                </a:lnTo>
                <a:lnTo>
                  <a:pt x="2121534" y="143914"/>
                </a:lnTo>
                <a:lnTo>
                  <a:pt x="2121299" y="144466"/>
                </a:lnTo>
                <a:lnTo>
                  <a:pt x="2121061" y="145004"/>
                </a:lnTo>
                <a:lnTo>
                  <a:pt x="2120822" y="145527"/>
                </a:lnTo>
                <a:lnTo>
                  <a:pt x="2120581" y="146036"/>
                </a:lnTo>
                <a:lnTo>
                  <a:pt x="2120337" y="146531"/>
                </a:lnTo>
                <a:lnTo>
                  <a:pt x="2120092" y="147012"/>
                </a:lnTo>
                <a:lnTo>
                  <a:pt x="2119845" y="147478"/>
                </a:lnTo>
                <a:lnTo>
                  <a:pt x="2119596" y="147931"/>
                </a:lnTo>
                <a:lnTo>
                  <a:pt x="2119345" y="148368"/>
                </a:lnTo>
                <a:lnTo>
                  <a:pt x="2119092" y="148792"/>
                </a:lnTo>
                <a:lnTo>
                  <a:pt x="2118837" y="149201"/>
                </a:lnTo>
                <a:lnTo>
                  <a:pt x="2118579" y="149597"/>
                </a:lnTo>
                <a:lnTo>
                  <a:pt x="2118320" y="149977"/>
                </a:lnTo>
                <a:lnTo>
                  <a:pt x="2118059" y="150344"/>
                </a:lnTo>
                <a:lnTo>
                  <a:pt x="2117796" y="150696"/>
                </a:lnTo>
                <a:lnTo>
                  <a:pt x="2117531" y="151034"/>
                </a:lnTo>
                <a:lnTo>
                  <a:pt x="2117265" y="151358"/>
                </a:lnTo>
                <a:lnTo>
                  <a:pt x="2116996" y="151668"/>
                </a:lnTo>
                <a:lnTo>
                  <a:pt x="2116725" y="151963"/>
                </a:lnTo>
                <a:lnTo>
                  <a:pt x="2116452" y="152244"/>
                </a:lnTo>
                <a:lnTo>
                  <a:pt x="2116182" y="152518"/>
                </a:lnTo>
                <a:lnTo>
                  <a:pt x="2115908" y="152781"/>
                </a:lnTo>
                <a:lnTo>
                  <a:pt x="2115631" y="153035"/>
                </a:lnTo>
                <a:lnTo>
                  <a:pt x="2115351" y="153278"/>
                </a:lnTo>
                <a:lnTo>
                  <a:pt x="2115068" y="153511"/>
                </a:lnTo>
                <a:lnTo>
                  <a:pt x="2114781" y="153733"/>
                </a:lnTo>
                <a:lnTo>
                  <a:pt x="2114491" y="153945"/>
                </a:lnTo>
                <a:lnTo>
                  <a:pt x="2114198" y="154147"/>
                </a:lnTo>
                <a:lnTo>
                  <a:pt x="2113901" y="154338"/>
                </a:lnTo>
                <a:lnTo>
                  <a:pt x="2113601" y="154519"/>
                </a:lnTo>
                <a:lnTo>
                  <a:pt x="2113298" y="154690"/>
                </a:lnTo>
                <a:lnTo>
                  <a:pt x="2112992" y="154851"/>
                </a:lnTo>
                <a:lnTo>
                  <a:pt x="2112682" y="155001"/>
                </a:lnTo>
                <a:lnTo>
                  <a:pt x="2112369" y="155141"/>
                </a:lnTo>
                <a:lnTo>
                  <a:pt x="2112053" y="155270"/>
                </a:lnTo>
                <a:lnTo>
                  <a:pt x="2111733" y="155390"/>
                </a:lnTo>
                <a:lnTo>
                  <a:pt x="2111410" y="155499"/>
                </a:lnTo>
                <a:lnTo>
                  <a:pt x="2111084" y="155597"/>
                </a:lnTo>
                <a:lnTo>
                  <a:pt x="2110754" y="155686"/>
                </a:lnTo>
                <a:lnTo>
                  <a:pt x="2110422" y="155764"/>
                </a:lnTo>
                <a:lnTo>
                  <a:pt x="2110086" y="155831"/>
                </a:lnTo>
                <a:lnTo>
                  <a:pt x="2109746" y="155889"/>
                </a:lnTo>
                <a:lnTo>
                  <a:pt x="2109404" y="155936"/>
                </a:lnTo>
                <a:lnTo>
                  <a:pt x="2109058" y="155973"/>
                </a:lnTo>
                <a:lnTo>
                  <a:pt x="2108708" y="156001"/>
                </a:lnTo>
                <a:lnTo>
                  <a:pt x="2108354" y="156023"/>
                </a:lnTo>
                <a:lnTo>
                  <a:pt x="2107995" y="156040"/>
                </a:lnTo>
                <a:lnTo>
                  <a:pt x="2107632" y="156050"/>
                </a:lnTo>
                <a:lnTo>
                  <a:pt x="2107265" y="156054"/>
                </a:lnTo>
                <a:lnTo>
                  <a:pt x="2106893" y="156052"/>
                </a:lnTo>
                <a:lnTo>
                  <a:pt x="2106517" y="156043"/>
                </a:lnTo>
                <a:lnTo>
                  <a:pt x="2106136" y="156029"/>
                </a:lnTo>
                <a:lnTo>
                  <a:pt x="2105752" y="156008"/>
                </a:lnTo>
                <a:lnTo>
                  <a:pt x="2105362" y="155981"/>
                </a:lnTo>
                <a:lnTo>
                  <a:pt x="2104969" y="155948"/>
                </a:lnTo>
                <a:lnTo>
                  <a:pt x="2104571" y="155909"/>
                </a:lnTo>
                <a:lnTo>
                  <a:pt x="2104168" y="155864"/>
                </a:lnTo>
                <a:lnTo>
                  <a:pt x="2103761" y="155813"/>
                </a:lnTo>
                <a:lnTo>
                  <a:pt x="2103350" y="155755"/>
                </a:lnTo>
                <a:lnTo>
                  <a:pt x="2102934" y="155692"/>
                </a:lnTo>
                <a:lnTo>
                  <a:pt x="2102514" y="155622"/>
                </a:lnTo>
                <a:lnTo>
                  <a:pt x="2102090" y="155546"/>
                </a:lnTo>
                <a:lnTo>
                  <a:pt x="2101661" y="155464"/>
                </a:lnTo>
                <a:lnTo>
                  <a:pt x="2101228" y="155376"/>
                </a:lnTo>
                <a:lnTo>
                  <a:pt x="2100791" y="155281"/>
                </a:lnTo>
                <a:lnTo>
                  <a:pt x="2100349" y="155181"/>
                </a:lnTo>
                <a:lnTo>
                  <a:pt x="2099902" y="155074"/>
                </a:lnTo>
                <a:lnTo>
                  <a:pt x="2099452" y="154961"/>
                </a:lnTo>
                <a:lnTo>
                  <a:pt x="2095660" y="168107"/>
                </a:lnTo>
                <a:lnTo>
                  <a:pt x="2095758" y="168154"/>
                </a:lnTo>
                <a:lnTo>
                  <a:pt x="2095862" y="168201"/>
                </a:lnTo>
                <a:lnTo>
                  <a:pt x="2095973" y="168249"/>
                </a:lnTo>
                <a:lnTo>
                  <a:pt x="2096090" y="168296"/>
                </a:lnTo>
                <a:lnTo>
                  <a:pt x="2096213" y="168344"/>
                </a:lnTo>
                <a:lnTo>
                  <a:pt x="2096343" y="168391"/>
                </a:lnTo>
                <a:lnTo>
                  <a:pt x="2096479" y="168438"/>
                </a:lnTo>
                <a:lnTo>
                  <a:pt x="2096622" y="168486"/>
                </a:lnTo>
                <a:lnTo>
                  <a:pt x="2096771" y="168533"/>
                </a:lnTo>
                <a:lnTo>
                  <a:pt x="2096926" y="168581"/>
                </a:lnTo>
                <a:lnTo>
                  <a:pt x="2097087" y="168628"/>
                </a:lnTo>
                <a:lnTo>
                  <a:pt x="2097255" y="168675"/>
                </a:lnTo>
                <a:lnTo>
                  <a:pt x="2097430" y="168723"/>
                </a:lnTo>
                <a:lnTo>
                  <a:pt x="2097610" y="168770"/>
                </a:lnTo>
                <a:lnTo>
                  <a:pt x="2097798" y="168818"/>
                </a:lnTo>
                <a:lnTo>
                  <a:pt x="2097991" y="168865"/>
                </a:lnTo>
                <a:lnTo>
                  <a:pt x="2098191" y="168912"/>
                </a:lnTo>
                <a:lnTo>
                  <a:pt x="2098397" y="168960"/>
                </a:lnTo>
                <a:lnTo>
                  <a:pt x="2098609" y="169007"/>
                </a:lnTo>
                <a:lnTo>
                  <a:pt x="2098828" y="169054"/>
                </a:lnTo>
                <a:lnTo>
                  <a:pt x="2099054" y="169102"/>
                </a:lnTo>
                <a:lnTo>
                  <a:pt x="2099285" y="169149"/>
                </a:lnTo>
                <a:lnTo>
                  <a:pt x="2099523" y="169197"/>
                </a:lnTo>
                <a:lnTo>
                  <a:pt x="2099768" y="169244"/>
                </a:lnTo>
                <a:lnTo>
                  <a:pt x="2100017" y="169296"/>
                </a:lnTo>
                <a:lnTo>
                  <a:pt x="2100268" y="169345"/>
                </a:lnTo>
                <a:lnTo>
                  <a:pt x="2100523" y="169392"/>
                </a:lnTo>
                <a:lnTo>
                  <a:pt x="2100781" y="169437"/>
                </a:lnTo>
                <a:lnTo>
                  <a:pt x="2101041" y="169480"/>
                </a:lnTo>
                <a:lnTo>
                  <a:pt x="2101304" y="169521"/>
                </a:lnTo>
                <a:lnTo>
                  <a:pt x="2101570" y="169559"/>
                </a:lnTo>
                <a:lnTo>
                  <a:pt x="2101839" y="169595"/>
                </a:lnTo>
                <a:lnTo>
                  <a:pt x="2102111" y="169629"/>
                </a:lnTo>
                <a:lnTo>
                  <a:pt x="2102385" y="169661"/>
                </a:lnTo>
                <a:lnTo>
                  <a:pt x="2102663" y="169691"/>
                </a:lnTo>
                <a:lnTo>
                  <a:pt x="2102943" y="169718"/>
                </a:lnTo>
                <a:lnTo>
                  <a:pt x="2103226" y="169743"/>
                </a:lnTo>
                <a:lnTo>
                  <a:pt x="2103512" y="169766"/>
                </a:lnTo>
                <a:lnTo>
                  <a:pt x="2103801" y="169787"/>
                </a:lnTo>
                <a:lnTo>
                  <a:pt x="2104093" y="169806"/>
                </a:lnTo>
                <a:lnTo>
                  <a:pt x="2104388" y="169822"/>
                </a:lnTo>
                <a:lnTo>
                  <a:pt x="2104685" y="169837"/>
                </a:lnTo>
                <a:lnTo>
                  <a:pt x="2104985" y="169849"/>
                </a:lnTo>
                <a:lnTo>
                  <a:pt x="2105289" y="169859"/>
                </a:lnTo>
                <a:lnTo>
                  <a:pt x="2105595" y="169866"/>
                </a:lnTo>
                <a:lnTo>
                  <a:pt x="2105903" y="169872"/>
                </a:lnTo>
                <a:lnTo>
                  <a:pt x="2106215" y="169875"/>
                </a:lnTo>
                <a:lnTo>
                  <a:pt x="2106530" y="169876"/>
                </a:lnTo>
                <a:lnTo>
                  <a:pt x="2107091" y="169872"/>
                </a:lnTo>
                <a:lnTo>
                  <a:pt x="2107647" y="169859"/>
                </a:lnTo>
                <a:lnTo>
                  <a:pt x="2108198" y="169839"/>
                </a:lnTo>
                <a:lnTo>
                  <a:pt x="2108745" y="169809"/>
                </a:lnTo>
                <a:lnTo>
                  <a:pt x="2109287" y="169772"/>
                </a:lnTo>
                <a:lnTo>
                  <a:pt x="2109824" y="169726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5B7DB4-DB3C-4760-A48B-C3CA41B67A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43707" y="489042"/>
            <a:ext cx="2204723" cy="131705"/>
          </a:xfrm>
          <a:custGeom xmlns:a="http://schemas.openxmlformats.org/drawingml/2006/main">
            <a:pathLst>
              <a:path w="2204723" h="131705">
                <a:moveTo>
                  <a:pt x="293150" y="74286"/>
                </a:moveTo>
                <a:lnTo>
                  <a:pt x="293965" y="73878"/>
                </a:lnTo>
                <a:lnTo>
                  <a:pt x="294762" y="73450"/>
                </a:lnTo>
                <a:lnTo>
                  <a:pt x="295542" y="73009"/>
                </a:lnTo>
                <a:lnTo>
                  <a:pt x="296305" y="72555"/>
                </a:lnTo>
                <a:lnTo>
                  <a:pt x="297050" y="72088"/>
                </a:lnTo>
                <a:lnTo>
                  <a:pt x="297777" y="71607"/>
                </a:lnTo>
                <a:lnTo>
                  <a:pt x="298488" y="71113"/>
                </a:lnTo>
                <a:lnTo>
                  <a:pt x="299181" y="70607"/>
                </a:lnTo>
                <a:lnTo>
                  <a:pt x="299857" y="70087"/>
                </a:lnTo>
                <a:lnTo>
                  <a:pt x="300515" y="69553"/>
                </a:lnTo>
                <a:lnTo>
                  <a:pt x="301156" y="69007"/>
                </a:lnTo>
                <a:lnTo>
                  <a:pt x="301780" y="68447"/>
                </a:lnTo>
                <a:lnTo>
                  <a:pt x="302386" y="67875"/>
                </a:lnTo>
                <a:lnTo>
                  <a:pt x="302975" y="67289"/>
                </a:lnTo>
                <a:lnTo>
                  <a:pt x="303547" y="66690"/>
                </a:lnTo>
                <a:lnTo>
                  <a:pt x="304102" y="66077"/>
                </a:lnTo>
                <a:lnTo>
                  <a:pt x="304639" y="65452"/>
                </a:lnTo>
                <a:lnTo>
                  <a:pt x="305158" y="64813"/>
                </a:lnTo>
                <a:lnTo>
                  <a:pt x="305661" y="64162"/>
                </a:lnTo>
                <a:lnTo>
                  <a:pt x="306146" y="63497"/>
                </a:lnTo>
                <a:lnTo>
                  <a:pt x="306614" y="62819"/>
                </a:lnTo>
                <a:lnTo>
                  <a:pt x="307064" y="62128"/>
                </a:lnTo>
                <a:lnTo>
                  <a:pt x="307497" y="61423"/>
                </a:lnTo>
                <a:lnTo>
                  <a:pt x="307913" y="60706"/>
                </a:lnTo>
                <a:lnTo>
                  <a:pt x="308311" y="59975"/>
                </a:lnTo>
                <a:lnTo>
                  <a:pt x="308693" y="59233"/>
                </a:lnTo>
                <a:lnTo>
                  <a:pt x="309058" y="58482"/>
                </a:lnTo>
                <a:lnTo>
                  <a:pt x="309407" y="57722"/>
                </a:lnTo>
                <a:lnTo>
                  <a:pt x="309740" y="56954"/>
                </a:lnTo>
                <a:lnTo>
                  <a:pt x="310057" y="56176"/>
                </a:lnTo>
                <a:lnTo>
                  <a:pt x="310357" y="55389"/>
                </a:lnTo>
                <a:lnTo>
                  <a:pt x="310641" y="54593"/>
                </a:lnTo>
                <a:lnTo>
                  <a:pt x="310909" y="53788"/>
                </a:lnTo>
                <a:lnTo>
                  <a:pt x="311161" y="52975"/>
                </a:lnTo>
                <a:lnTo>
                  <a:pt x="311396" y="52152"/>
                </a:lnTo>
                <a:lnTo>
                  <a:pt x="311616" y="51320"/>
                </a:lnTo>
                <a:lnTo>
                  <a:pt x="311819" y="50479"/>
                </a:lnTo>
                <a:lnTo>
                  <a:pt x="312005" y="49630"/>
                </a:lnTo>
                <a:lnTo>
                  <a:pt x="312176" y="48771"/>
                </a:lnTo>
                <a:lnTo>
                  <a:pt x="312330" y="47903"/>
                </a:lnTo>
                <a:lnTo>
                  <a:pt x="312468" y="47026"/>
                </a:lnTo>
                <a:lnTo>
                  <a:pt x="312590" y="46141"/>
                </a:lnTo>
                <a:lnTo>
                  <a:pt x="312696" y="45246"/>
                </a:lnTo>
                <a:lnTo>
                  <a:pt x="312785" y="44342"/>
                </a:lnTo>
                <a:lnTo>
                  <a:pt x="312858" y="43429"/>
                </a:lnTo>
                <a:lnTo>
                  <a:pt x="312915" y="42508"/>
                </a:lnTo>
                <a:lnTo>
                  <a:pt x="312955" y="41577"/>
                </a:lnTo>
                <a:lnTo>
                  <a:pt x="312980" y="40637"/>
                </a:lnTo>
                <a:lnTo>
                  <a:pt x="312988" y="39688"/>
                </a:lnTo>
                <a:lnTo>
                  <a:pt x="312980" y="38739"/>
                </a:lnTo>
                <a:lnTo>
                  <a:pt x="312955" y="37799"/>
                </a:lnTo>
                <a:lnTo>
                  <a:pt x="312915" y="36867"/>
                </a:lnTo>
                <a:lnTo>
                  <a:pt x="312858" y="35944"/>
                </a:lnTo>
                <a:lnTo>
                  <a:pt x="312785" y="35029"/>
                </a:lnTo>
                <a:lnTo>
                  <a:pt x="312696" y="34123"/>
                </a:lnTo>
                <a:lnTo>
                  <a:pt x="312590" y="33225"/>
                </a:lnTo>
                <a:lnTo>
                  <a:pt x="312468" y="32336"/>
                </a:lnTo>
                <a:lnTo>
                  <a:pt x="312330" y="31456"/>
                </a:lnTo>
                <a:lnTo>
                  <a:pt x="312176" y="30584"/>
                </a:lnTo>
                <a:lnTo>
                  <a:pt x="312005" y="29720"/>
                </a:lnTo>
                <a:lnTo>
                  <a:pt x="311819" y="28866"/>
                </a:lnTo>
                <a:lnTo>
                  <a:pt x="311616" y="28019"/>
                </a:lnTo>
                <a:lnTo>
                  <a:pt x="311396" y="27182"/>
                </a:lnTo>
                <a:lnTo>
                  <a:pt x="311161" y="26353"/>
                </a:lnTo>
                <a:lnTo>
                  <a:pt x="310909" y="25532"/>
                </a:lnTo>
                <a:lnTo>
                  <a:pt x="310641" y="24720"/>
                </a:lnTo>
                <a:lnTo>
                  <a:pt x="310357" y="23916"/>
                </a:lnTo>
                <a:lnTo>
                  <a:pt x="310057" y="23122"/>
                </a:lnTo>
                <a:lnTo>
                  <a:pt x="309740" y="22335"/>
                </a:lnTo>
                <a:lnTo>
                  <a:pt x="309407" y="21557"/>
                </a:lnTo>
                <a:lnTo>
                  <a:pt x="309058" y="20788"/>
                </a:lnTo>
                <a:lnTo>
                  <a:pt x="308693" y="20028"/>
                </a:lnTo>
                <a:lnTo>
                  <a:pt x="308311" y="19275"/>
                </a:lnTo>
                <a:lnTo>
                  <a:pt x="307913" y="18534"/>
                </a:lnTo>
                <a:lnTo>
                  <a:pt x="307497" y="17806"/>
                </a:lnTo>
                <a:lnTo>
                  <a:pt x="307063" y="17092"/>
                </a:lnTo>
                <a:lnTo>
                  <a:pt x="306612" y="16391"/>
                </a:lnTo>
                <a:lnTo>
                  <a:pt x="306143" y="15703"/>
                </a:lnTo>
                <a:lnTo>
                  <a:pt x="305657" y="15029"/>
                </a:lnTo>
                <a:lnTo>
                  <a:pt x="305153" y="14368"/>
                </a:lnTo>
                <a:lnTo>
                  <a:pt x="304632" y="13721"/>
                </a:lnTo>
                <a:lnTo>
                  <a:pt x="304093" y="13087"/>
                </a:lnTo>
                <a:lnTo>
                  <a:pt x="303536" y="12466"/>
                </a:lnTo>
                <a:lnTo>
                  <a:pt x="302962" y="11859"/>
                </a:lnTo>
                <a:lnTo>
                  <a:pt x="302371" y="11265"/>
                </a:lnTo>
                <a:lnTo>
                  <a:pt x="301761" y="10685"/>
                </a:lnTo>
                <a:lnTo>
                  <a:pt x="301135" y="10117"/>
                </a:lnTo>
                <a:lnTo>
                  <a:pt x="300490" y="9564"/>
                </a:lnTo>
                <a:lnTo>
                  <a:pt x="299829" y="9023"/>
                </a:lnTo>
                <a:lnTo>
                  <a:pt x="299149" y="8496"/>
                </a:lnTo>
                <a:lnTo>
                  <a:pt x="298452" y="7983"/>
                </a:lnTo>
                <a:lnTo>
                  <a:pt x="297738" y="7482"/>
                </a:lnTo>
                <a:lnTo>
                  <a:pt x="297006" y="6996"/>
                </a:lnTo>
                <a:lnTo>
                  <a:pt x="296256" y="6522"/>
                </a:lnTo>
                <a:lnTo>
                  <a:pt x="295489" y="6062"/>
                </a:lnTo>
                <a:lnTo>
                  <a:pt x="294704" y="5616"/>
                </a:lnTo>
                <a:lnTo>
                  <a:pt x="293902" y="5182"/>
                </a:lnTo>
                <a:lnTo>
                  <a:pt x="293082" y="4759"/>
                </a:lnTo>
                <a:lnTo>
                  <a:pt x="292242" y="4355"/>
                </a:lnTo>
                <a:lnTo>
                  <a:pt x="291384" y="3968"/>
                </a:lnTo>
                <a:lnTo>
                  <a:pt x="290507" y="3599"/>
                </a:lnTo>
                <a:lnTo>
                  <a:pt x="289611" y="3248"/>
                </a:lnTo>
                <a:lnTo>
                  <a:pt x="288696" y="2915"/>
                </a:lnTo>
                <a:lnTo>
                  <a:pt x="287762" y="2600"/>
                </a:lnTo>
                <a:lnTo>
                  <a:pt x="286810" y="2303"/>
                </a:lnTo>
                <a:lnTo>
                  <a:pt x="285838" y="2024"/>
                </a:lnTo>
                <a:lnTo>
                  <a:pt x="284848" y="1763"/>
                </a:lnTo>
                <a:lnTo>
                  <a:pt x="283839" y="1520"/>
                </a:lnTo>
                <a:lnTo>
                  <a:pt x="282811" y="1296"/>
                </a:lnTo>
                <a:lnTo>
                  <a:pt x="281764" y="1089"/>
                </a:lnTo>
                <a:lnTo>
                  <a:pt x="280698" y="900"/>
                </a:lnTo>
                <a:lnTo>
                  <a:pt x="279613" y="729"/>
                </a:lnTo>
                <a:lnTo>
                  <a:pt x="278510" y="576"/>
                </a:lnTo>
                <a:lnTo>
                  <a:pt x="277387" y="441"/>
                </a:lnTo>
                <a:lnTo>
                  <a:pt x="276246" y="324"/>
                </a:lnTo>
                <a:lnTo>
                  <a:pt x="275086" y="225"/>
                </a:lnTo>
                <a:lnTo>
                  <a:pt x="273907" y="144"/>
                </a:lnTo>
                <a:lnTo>
                  <a:pt x="272709" y="81"/>
                </a:lnTo>
                <a:lnTo>
                  <a:pt x="271492" y="36"/>
                </a:lnTo>
                <a:lnTo>
                  <a:pt x="270257" y="9"/>
                </a:lnTo>
                <a:lnTo>
                  <a:pt x="269002" y="0"/>
                </a:lnTo>
                <a:lnTo>
                  <a:pt x="225269" y="0"/>
                </a:lnTo>
                <a:lnTo>
                  <a:pt x="225269" y="129429"/>
                </a:lnTo>
                <a:lnTo>
                  <a:pt x="240942" y="129429"/>
                </a:lnTo>
                <a:lnTo>
                  <a:pt x="240942" y="78871"/>
                </a:lnTo>
                <a:lnTo>
                  <a:pt x="269255" y="78871"/>
                </a:lnTo>
                <a:lnTo>
                  <a:pt x="270499" y="78862"/>
                </a:lnTo>
                <a:lnTo>
                  <a:pt x="271724" y="78836"/>
                </a:lnTo>
                <a:lnTo>
                  <a:pt x="272550" y="78807"/>
                </a:lnTo>
                <a:lnTo>
                  <a:pt x="299843" y="129429"/>
                </a:lnTo>
                <a:lnTo>
                  <a:pt x="318044" y="129429"/>
                </a:lnTo>
                <a:lnTo>
                  <a:pt x="288806" y="76059"/>
                </a:lnTo>
                <a:lnTo>
                  <a:pt x="289703" y="75742"/>
                </a:lnTo>
                <a:lnTo>
                  <a:pt x="290593" y="75404"/>
                </a:lnTo>
                <a:lnTo>
                  <a:pt x="291464" y="75049"/>
                </a:lnTo>
                <a:lnTo>
                  <a:pt x="292316" y="74676"/>
                </a:lnTo>
                <a:lnTo>
                  <a:pt x="293150" y="74286"/>
                </a:lnTo>
                <a:close/>
                <a:moveTo>
                  <a:pt x="270216" y="13926"/>
                </a:moveTo>
                <a:lnTo>
                  <a:pt x="271055" y="13954"/>
                </a:lnTo>
                <a:lnTo>
                  <a:pt x="271879" y="13993"/>
                </a:lnTo>
                <a:lnTo>
                  <a:pt x="272689" y="14043"/>
                </a:lnTo>
                <a:lnTo>
                  <a:pt x="273485" y="14105"/>
                </a:lnTo>
                <a:lnTo>
                  <a:pt x="274267" y="14178"/>
                </a:lnTo>
                <a:lnTo>
                  <a:pt x="275034" y="14262"/>
                </a:lnTo>
                <a:lnTo>
                  <a:pt x="275787" y="14357"/>
                </a:lnTo>
                <a:lnTo>
                  <a:pt x="276526" y="14463"/>
                </a:lnTo>
                <a:lnTo>
                  <a:pt x="277250" y="14581"/>
                </a:lnTo>
                <a:lnTo>
                  <a:pt x="277960" y="14709"/>
                </a:lnTo>
                <a:lnTo>
                  <a:pt x="278656" y="14849"/>
                </a:lnTo>
                <a:lnTo>
                  <a:pt x="279338" y="15000"/>
                </a:lnTo>
                <a:lnTo>
                  <a:pt x="280005" y="15163"/>
                </a:lnTo>
                <a:lnTo>
                  <a:pt x="280659" y="15336"/>
                </a:lnTo>
                <a:lnTo>
                  <a:pt x="281297" y="15521"/>
                </a:lnTo>
                <a:lnTo>
                  <a:pt x="281922" y="15717"/>
                </a:lnTo>
                <a:lnTo>
                  <a:pt x="282532" y="15924"/>
                </a:lnTo>
                <a:lnTo>
                  <a:pt x="283129" y="16142"/>
                </a:lnTo>
                <a:lnTo>
                  <a:pt x="283710" y="16371"/>
                </a:lnTo>
                <a:lnTo>
                  <a:pt x="284278" y="16612"/>
                </a:lnTo>
                <a:lnTo>
                  <a:pt x="284831" y="16864"/>
                </a:lnTo>
                <a:lnTo>
                  <a:pt x="285370" y="17127"/>
                </a:lnTo>
                <a:lnTo>
                  <a:pt x="285896" y="17395"/>
                </a:lnTo>
                <a:lnTo>
                  <a:pt x="286410" y="17672"/>
                </a:lnTo>
                <a:lnTo>
                  <a:pt x="286912" y="17958"/>
                </a:lnTo>
                <a:lnTo>
                  <a:pt x="287401" y="18254"/>
                </a:lnTo>
                <a:lnTo>
                  <a:pt x="287879" y="18558"/>
                </a:lnTo>
                <a:lnTo>
                  <a:pt x="288345" y="18872"/>
                </a:lnTo>
                <a:lnTo>
                  <a:pt x="288798" y="19196"/>
                </a:lnTo>
                <a:lnTo>
                  <a:pt x="289239" y="19528"/>
                </a:lnTo>
                <a:lnTo>
                  <a:pt x="289669" y="19870"/>
                </a:lnTo>
                <a:lnTo>
                  <a:pt x="290086" y="20221"/>
                </a:lnTo>
                <a:lnTo>
                  <a:pt x="290491" y="20581"/>
                </a:lnTo>
                <a:lnTo>
                  <a:pt x="290884" y="20950"/>
                </a:lnTo>
                <a:lnTo>
                  <a:pt x="291265" y="21329"/>
                </a:lnTo>
                <a:lnTo>
                  <a:pt x="291634" y="21716"/>
                </a:lnTo>
                <a:lnTo>
                  <a:pt x="291991" y="22113"/>
                </a:lnTo>
                <a:lnTo>
                  <a:pt x="292336" y="22520"/>
                </a:lnTo>
                <a:lnTo>
                  <a:pt x="292669" y="22935"/>
                </a:lnTo>
                <a:lnTo>
                  <a:pt x="292990" y="23360"/>
                </a:lnTo>
                <a:lnTo>
                  <a:pt x="293298" y="23793"/>
                </a:lnTo>
                <a:lnTo>
                  <a:pt x="293595" y="24236"/>
                </a:lnTo>
                <a:lnTo>
                  <a:pt x="293879" y="24689"/>
                </a:lnTo>
                <a:lnTo>
                  <a:pt x="294152" y="25150"/>
                </a:lnTo>
                <a:lnTo>
                  <a:pt x="294412" y="25621"/>
                </a:lnTo>
                <a:lnTo>
                  <a:pt x="294660" y="26101"/>
                </a:lnTo>
                <a:lnTo>
                  <a:pt x="294898" y="26589"/>
                </a:lnTo>
                <a:lnTo>
                  <a:pt x="295125" y="27083"/>
                </a:lnTo>
                <a:lnTo>
                  <a:pt x="295342" y="27585"/>
                </a:lnTo>
                <a:lnTo>
                  <a:pt x="295549" y="28093"/>
                </a:lnTo>
                <a:lnTo>
                  <a:pt x="295746" y="28608"/>
                </a:lnTo>
                <a:lnTo>
                  <a:pt x="295932" y="29130"/>
                </a:lnTo>
                <a:lnTo>
                  <a:pt x="296109" y="29659"/>
                </a:lnTo>
                <a:lnTo>
                  <a:pt x="296275" y="30195"/>
                </a:lnTo>
                <a:lnTo>
                  <a:pt x="296432" y="30737"/>
                </a:lnTo>
                <a:lnTo>
                  <a:pt x="296578" y="31286"/>
                </a:lnTo>
                <a:lnTo>
                  <a:pt x="296715" y="31842"/>
                </a:lnTo>
                <a:lnTo>
                  <a:pt x="296841" y="32405"/>
                </a:lnTo>
                <a:lnTo>
                  <a:pt x="296957" y="32974"/>
                </a:lnTo>
                <a:lnTo>
                  <a:pt x="297063" y="33551"/>
                </a:lnTo>
                <a:lnTo>
                  <a:pt x="297159" y="34134"/>
                </a:lnTo>
                <a:lnTo>
                  <a:pt x="297245" y="34724"/>
                </a:lnTo>
                <a:lnTo>
                  <a:pt x="297320" y="35321"/>
                </a:lnTo>
                <a:lnTo>
                  <a:pt x="297386" y="35924"/>
                </a:lnTo>
                <a:lnTo>
                  <a:pt x="297441" y="36534"/>
                </a:lnTo>
                <a:lnTo>
                  <a:pt x="297487" y="37152"/>
                </a:lnTo>
                <a:lnTo>
                  <a:pt x="297522" y="37776"/>
                </a:lnTo>
                <a:lnTo>
                  <a:pt x="297547" y="38406"/>
                </a:lnTo>
                <a:lnTo>
                  <a:pt x="297562" y="39044"/>
                </a:lnTo>
                <a:lnTo>
                  <a:pt x="297568" y="39688"/>
                </a:lnTo>
                <a:lnTo>
                  <a:pt x="297562" y="40332"/>
                </a:lnTo>
                <a:lnTo>
                  <a:pt x="297547" y="40969"/>
                </a:lnTo>
                <a:lnTo>
                  <a:pt x="297522" y="41598"/>
                </a:lnTo>
                <a:lnTo>
                  <a:pt x="297487" y="42220"/>
                </a:lnTo>
                <a:lnTo>
                  <a:pt x="297441" y="42834"/>
                </a:lnTo>
                <a:lnTo>
                  <a:pt x="297386" y="43441"/>
                </a:lnTo>
                <a:lnTo>
                  <a:pt x="297320" y="44040"/>
                </a:lnTo>
                <a:lnTo>
                  <a:pt x="297245" y="44632"/>
                </a:lnTo>
                <a:lnTo>
                  <a:pt x="297159" y="45216"/>
                </a:lnTo>
                <a:lnTo>
                  <a:pt x="297063" y="45793"/>
                </a:lnTo>
                <a:lnTo>
                  <a:pt x="296957" y="46362"/>
                </a:lnTo>
                <a:lnTo>
                  <a:pt x="296841" y="46924"/>
                </a:lnTo>
                <a:lnTo>
                  <a:pt x="296715" y="47479"/>
                </a:lnTo>
                <a:lnTo>
                  <a:pt x="296578" y="48026"/>
                </a:lnTo>
                <a:lnTo>
                  <a:pt x="296432" y="48566"/>
                </a:lnTo>
                <a:lnTo>
                  <a:pt x="296275" y="49098"/>
                </a:lnTo>
                <a:lnTo>
                  <a:pt x="296109" y="49622"/>
                </a:lnTo>
                <a:lnTo>
                  <a:pt x="295932" y="50140"/>
                </a:lnTo>
                <a:lnTo>
                  <a:pt x="295746" y="50649"/>
                </a:lnTo>
                <a:lnTo>
                  <a:pt x="295549" y="51152"/>
                </a:lnTo>
                <a:lnTo>
                  <a:pt x="295342" y="51647"/>
                </a:lnTo>
                <a:lnTo>
                  <a:pt x="295125" y="52134"/>
                </a:lnTo>
                <a:lnTo>
                  <a:pt x="294898" y="52614"/>
                </a:lnTo>
                <a:lnTo>
                  <a:pt x="294660" y="53086"/>
                </a:lnTo>
                <a:lnTo>
                  <a:pt x="294417" y="53545"/>
                </a:lnTo>
                <a:lnTo>
                  <a:pt x="294162" y="53996"/>
                </a:lnTo>
                <a:lnTo>
                  <a:pt x="293894" y="54437"/>
                </a:lnTo>
                <a:lnTo>
                  <a:pt x="293614" y="54870"/>
                </a:lnTo>
                <a:lnTo>
                  <a:pt x="293322" y="55294"/>
                </a:lnTo>
                <a:lnTo>
                  <a:pt x="293017" y="55709"/>
                </a:lnTo>
                <a:lnTo>
                  <a:pt x="292700" y="56115"/>
                </a:lnTo>
                <a:lnTo>
                  <a:pt x="292371" y="56513"/>
                </a:lnTo>
                <a:lnTo>
                  <a:pt x="292030" y="56902"/>
                </a:lnTo>
                <a:lnTo>
                  <a:pt x="291676" y="57282"/>
                </a:lnTo>
                <a:lnTo>
                  <a:pt x="291310" y="57653"/>
                </a:lnTo>
                <a:lnTo>
                  <a:pt x="290932" y="58016"/>
                </a:lnTo>
                <a:lnTo>
                  <a:pt x="290541" y="58369"/>
                </a:lnTo>
                <a:lnTo>
                  <a:pt x="290138" y="58714"/>
                </a:lnTo>
                <a:lnTo>
                  <a:pt x="289723" y="59051"/>
                </a:lnTo>
                <a:lnTo>
                  <a:pt x="289296" y="59378"/>
                </a:lnTo>
                <a:lnTo>
                  <a:pt x="288856" y="59697"/>
                </a:lnTo>
                <a:lnTo>
                  <a:pt x="288404" y="60006"/>
                </a:lnTo>
                <a:lnTo>
                  <a:pt x="287939" y="60308"/>
                </a:lnTo>
                <a:lnTo>
                  <a:pt x="287463" y="60600"/>
                </a:lnTo>
                <a:lnTo>
                  <a:pt x="286974" y="60883"/>
                </a:lnTo>
                <a:lnTo>
                  <a:pt x="286473" y="61158"/>
                </a:lnTo>
                <a:lnTo>
                  <a:pt x="285959" y="61424"/>
                </a:lnTo>
                <a:lnTo>
                  <a:pt x="285434" y="61681"/>
                </a:lnTo>
                <a:lnTo>
                  <a:pt x="284900" y="61929"/>
                </a:lnTo>
                <a:lnTo>
                  <a:pt x="284352" y="62166"/>
                </a:lnTo>
                <a:lnTo>
                  <a:pt x="283790" y="62392"/>
                </a:lnTo>
                <a:lnTo>
                  <a:pt x="283215" y="62608"/>
                </a:lnTo>
                <a:lnTo>
                  <a:pt x="282625" y="62813"/>
                </a:lnTo>
                <a:lnTo>
                  <a:pt x="282021" y="63008"/>
                </a:lnTo>
                <a:lnTo>
                  <a:pt x="281403" y="63193"/>
                </a:lnTo>
                <a:lnTo>
                  <a:pt x="280771" y="63366"/>
                </a:lnTo>
                <a:lnTo>
                  <a:pt x="280125" y="63530"/>
                </a:lnTo>
                <a:lnTo>
                  <a:pt x="279465" y="63682"/>
                </a:lnTo>
                <a:lnTo>
                  <a:pt x="278791" y="63825"/>
                </a:lnTo>
                <a:lnTo>
                  <a:pt x="278103" y="63956"/>
                </a:lnTo>
                <a:lnTo>
                  <a:pt x="277400" y="64077"/>
                </a:lnTo>
                <a:lnTo>
                  <a:pt x="276684" y="64188"/>
                </a:lnTo>
                <a:lnTo>
                  <a:pt x="275954" y="64288"/>
                </a:lnTo>
                <a:lnTo>
                  <a:pt x="275210" y="64378"/>
                </a:lnTo>
                <a:lnTo>
                  <a:pt x="274451" y="64457"/>
                </a:lnTo>
                <a:lnTo>
                  <a:pt x="273679" y="64525"/>
                </a:lnTo>
                <a:lnTo>
                  <a:pt x="272892" y="64583"/>
                </a:lnTo>
                <a:lnTo>
                  <a:pt x="272092" y="64630"/>
                </a:lnTo>
                <a:lnTo>
                  <a:pt x="271277" y="64667"/>
                </a:lnTo>
                <a:lnTo>
                  <a:pt x="270449" y="64694"/>
                </a:lnTo>
                <a:lnTo>
                  <a:pt x="269606" y="64709"/>
                </a:lnTo>
                <a:lnTo>
                  <a:pt x="268749" y="64715"/>
                </a:lnTo>
                <a:lnTo>
                  <a:pt x="240942" y="64715"/>
                </a:lnTo>
                <a:lnTo>
                  <a:pt x="240942" y="13904"/>
                </a:lnTo>
                <a:lnTo>
                  <a:pt x="268496" y="13904"/>
                </a:lnTo>
                <a:lnTo>
                  <a:pt x="269364" y="13909"/>
                </a:lnTo>
                <a:lnTo>
                  <a:pt x="270216" y="13926"/>
                </a:lnTo>
                <a:close/>
                <a:moveTo>
                  <a:pt x="1038247" y="13904"/>
                </a:moveTo>
                <a:lnTo>
                  <a:pt x="1038247" y="0"/>
                </a:lnTo>
                <a:lnTo>
                  <a:pt x="941175" y="0"/>
                </a:lnTo>
                <a:lnTo>
                  <a:pt x="941175" y="13904"/>
                </a:lnTo>
                <a:lnTo>
                  <a:pt x="981875" y="13904"/>
                </a:lnTo>
                <a:lnTo>
                  <a:pt x="981875" y="129429"/>
                </a:lnTo>
                <a:lnTo>
                  <a:pt x="997548" y="129429"/>
                </a:lnTo>
                <a:lnTo>
                  <a:pt x="997548" y="13904"/>
                </a:lnTo>
                <a:lnTo>
                  <a:pt x="1038247" y="13904"/>
                </a:lnTo>
                <a:close/>
                <a:moveTo>
                  <a:pt x="1258713" y="0"/>
                </a:moveTo>
                <a:lnTo>
                  <a:pt x="1258713" y="129429"/>
                </a:lnTo>
                <a:lnTo>
                  <a:pt x="1273628" y="129429"/>
                </a:lnTo>
                <a:lnTo>
                  <a:pt x="1273628" y="0"/>
                </a:lnTo>
                <a:lnTo>
                  <a:pt x="1258713" y="0"/>
                </a:lnTo>
                <a:close/>
                <a:moveTo>
                  <a:pt x="32135" y="114967"/>
                </a:moveTo>
                <a:lnTo>
                  <a:pt x="32284" y="115200"/>
                </a:lnTo>
                <a:lnTo>
                  <a:pt x="32438" y="115438"/>
                </a:lnTo>
                <a:lnTo>
                  <a:pt x="32597" y="115681"/>
                </a:lnTo>
                <a:lnTo>
                  <a:pt x="32760" y="115929"/>
                </a:lnTo>
                <a:lnTo>
                  <a:pt x="32929" y="116181"/>
                </a:lnTo>
                <a:lnTo>
                  <a:pt x="33102" y="116439"/>
                </a:lnTo>
                <a:lnTo>
                  <a:pt x="33280" y="116701"/>
                </a:lnTo>
                <a:lnTo>
                  <a:pt x="33462" y="116968"/>
                </a:lnTo>
                <a:lnTo>
                  <a:pt x="33650" y="117240"/>
                </a:lnTo>
                <a:lnTo>
                  <a:pt x="33843" y="117517"/>
                </a:lnTo>
                <a:lnTo>
                  <a:pt x="34040" y="117798"/>
                </a:lnTo>
                <a:lnTo>
                  <a:pt x="34242" y="118084"/>
                </a:lnTo>
                <a:lnTo>
                  <a:pt x="34449" y="118376"/>
                </a:lnTo>
                <a:lnTo>
                  <a:pt x="34661" y="118672"/>
                </a:lnTo>
                <a:lnTo>
                  <a:pt x="34877" y="118973"/>
                </a:lnTo>
                <a:lnTo>
                  <a:pt x="35099" y="119278"/>
                </a:lnTo>
                <a:lnTo>
                  <a:pt x="35325" y="119589"/>
                </a:lnTo>
                <a:lnTo>
                  <a:pt x="35556" y="119904"/>
                </a:lnTo>
                <a:lnTo>
                  <a:pt x="35792" y="120224"/>
                </a:lnTo>
                <a:lnTo>
                  <a:pt x="36032" y="120549"/>
                </a:lnTo>
                <a:lnTo>
                  <a:pt x="36278" y="120879"/>
                </a:lnTo>
                <a:lnTo>
                  <a:pt x="36528" y="121214"/>
                </a:lnTo>
                <a:lnTo>
                  <a:pt x="36786" y="121544"/>
                </a:lnTo>
                <a:lnTo>
                  <a:pt x="37052" y="121872"/>
                </a:lnTo>
                <a:lnTo>
                  <a:pt x="37327" y="122196"/>
                </a:lnTo>
                <a:lnTo>
                  <a:pt x="37612" y="122518"/>
                </a:lnTo>
                <a:lnTo>
                  <a:pt x="37905" y="122837"/>
                </a:lnTo>
                <a:lnTo>
                  <a:pt x="38207" y="123153"/>
                </a:lnTo>
                <a:lnTo>
                  <a:pt x="38518" y="123466"/>
                </a:lnTo>
                <a:lnTo>
                  <a:pt x="38839" y="123777"/>
                </a:lnTo>
                <a:lnTo>
                  <a:pt x="39168" y="124084"/>
                </a:lnTo>
                <a:lnTo>
                  <a:pt x="39506" y="124389"/>
                </a:lnTo>
                <a:lnTo>
                  <a:pt x="39853" y="124691"/>
                </a:lnTo>
                <a:lnTo>
                  <a:pt x="40210" y="124990"/>
                </a:lnTo>
                <a:lnTo>
                  <a:pt x="40575" y="125286"/>
                </a:lnTo>
                <a:lnTo>
                  <a:pt x="40949" y="125579"/>
                </a:lnTo>
                <a:lnTo>
                  <a:pt x="41332" y="125870"/>
                </a:lnTo>
                <a:lnTo>
                  <a:pt x="41725" y="126157"/>
                </a:lnTo>
                <a:lnTo>
                  <a:pt x="42126" y="126442"/>
                </a:lnTo>
                <a:lnTo>
                  <a:pt x="42536" y="126724"/>
                </a:lnTo>
                <a:lnTo>
                  <a:pt x="42955" y="127003"/>
                </a:lnTo>
                <a:lnTo>
                  <a:pt x="43384" y="127279"/>
                </a:lnTo>
                <a:lnTo>
                  <a:pt x="43821" y="127552"/>
                </a:lnTo>
                <a:lnTo>
                  <a:pt x="44267" y="127823"/>
                </a:lnTo>
                <a:lnTo>
                  <a:pt x="44722" y="128090"/>
                </a:lnTo>
                <a:lnTo>
                  <a:pt x="45187" y="128355"/>
                </a:lnTo>
                <a:lnTo>
                  <a:pt x="45662" y="128608"/>
                </a:lnTo>
                <a:lnTo>
                  <a:pt x="46150" y="128850"/>
                </a:lnTo>
                <a:lnTo>
                  <a:pt x="46651" y="129081"/>
                </a:lnTo>
                <a:lnTo>
                  <a:pt x="47165" y="129301"/>
                </a:lnTo>
                <a:lnTo>
                  <a:pt x="47692" y="129511"/>
                </a:lnTo>
                <a:lnTo>
                  <a:pt x="48232" y="129710"/>
                </a:lnTo>
                <a:lnTo>
                  <a:pt x="48785" y="129898"/>
                </a:lnTo>
                <a:lnTo>
                  <a:pt x="49351" y="130075"/>
                </a:lnTo>
                <a:lnTo>
                  <a:pt x="49929" y="130242"/>
                </a:lnTo>
                <a:lnTo>
                  <a:pt x="50521" y="130398"/>
                </a:lnTo>
                <a:lnTo>
                  <a:pt x="51126" y="130543"/>
                </a:lnTo>
                <a:lnTo>
                  <a:pt x="51743" y="130678"/>
                </a:lnTo>
                <a:lnTo>
                  <a:pt x="52374" y="130801"/>
                </a:lnTo>
                <a:lnTo>
                  <a:pt x="53017" y="130914"/>
                </a:lnTo>
                <a:lnTo>
                  <a:pt x="53674" y="131016"/>
                </a:lnTo>
                <a:lnTo>
                  <a:pt x="54343" y="131108"/>
                </a:lnTo>
                <a:lnTo>
                  <a:pt x="55026" y="131188"/>
                </a:lnTo>
                <a:lnTo>
                  <a:pt x="55721" y="131258"/>
                </a:lnTo>
                <a:lnTo>
                  <a:pt x="56429" y="131317"/>
                </a:lnTo>
                <a:lnTo>
                  <a:pt x="57150" y="131366"/>
                </a:lnTo>
                <a:lnTo>
                  <a:pt x="57884" y="131403"/>
                </a:lnTo>
                <a:lnTo>
                  <a:pt x="58631" y="131430"/>
                </a:lnTo>
                <a:lnTo>
                  <a:pt x="59391" y="131446"/>
                </a:lnTo>
                <a:lnTo>
                  <a:pt x="60164" y="131452"/>
                </a:lnTo>
                <a:lnTo>
                  <a:pt x="61171" y="131441"/>
                </a:lnTo>
                <a:lnTo>
                  <a:pt x="62167" y="131409"/>
                </a:lnTo>
                <a:lnTo>
                  <a:pt x="63154" y="131356"/>
                </a:lnTo>
                <a:lnTo>
                  <a:pt x="64130" y="131281"/>
                </a:lnTo>
                <a:lnTo>
                  <a:pt x="65097" y="131186"/>
                </a:lnTo>
                <a:lnTo>
                  <a:pt x="66054" y="131069"/>
                </a:lnTo>
                <a:lnTo>
                  <a:pt x="67001" y="130930"/>
                </a:lnTo>
                <a:lnTo>
                  <a:pt x="67938" y="130771"/>
                </a:lnTo>
                <a:lnTo>
                  <a:pt x="68865" y="130590"/>
                </a:lnTo>
                <a:lnTo>
                  <a:pt x="69782" y="130387"/>
                </a:lnTo>
                <a:lnTo>
                  <a:pt x="70690" y="130164"/>
                </a:lnTo>
                <a:lnTo>
                  <a:pt x="71587" y="129919"/>
                </a:lnTo>
                <a:lnTo>
                  <a:pt x="72475" y="129653"/>
                </a:lnTo>
                <a:lnTo>
                  <a:pt x="73353" y="129366"/>
                </a:lnTo>
                <a:lnTo>
                  <a:pt x="74221" y="129057"/>
                </a:lnTo>
                <a:lnTo>
                  <a:pt x="75079" y="128727"/>
                </a:lnTo>
                <a:lnTo>
                  <a:pt x="75927" y="128376"/>
                </a:lnTo>
                <a:lnTo>
                  <a:pt x="76766" y="128003"/>
                </a:lnTo>
                <a:lnTo>
                  <a:pt x="77594" y="127610"/>
                </a:lnTo>
                <a:lnTo>
                  <a:pt x="78413" y="127195"/>
                </a:lnTo>
                <a:lnTo>
                  <a:pt x="79222" y="126758"/>
                </a:lnTo>
                <a:lnTo>
                  <a:pt x="80020" y="126301"/>
                </a:lnTo>
                <a:lnTo>
                  <a:pt x="80809" y="125822"/>
                </a:lnTo>
                <a:lnTo>
                  <a:pt x="81589" y="125322"/>
                </a:lnTo>
                <a:lnTo>
                  <a:pt x="82356" y="124797"/>
                </a:lnTo>
                <a:lnTo>
                  <a:pt x="83109" y="124254"/>
                </a:lnTo>
                <a:lnTo>
                  <a:pt x="83848" y="123694"/>
                </a:lnTo>
                <a:lnTo>
                  <a:pt x="84573" y="123117"/>
                </a:lnTo>
                <a:lnTo>
                  <a:pt x="85284" y="122522"/>
                </a:lnTo>
                <a:lnTo>
                  <a:pt x="85981" y="121909"/>
                </a:lnTo>
                <a:lnTo>
                  <a:pt x="86664" y="121279"/>
                </a:lnTo>
                <a:lnTo>
                  <a:pt x="87333" y="120631"/>
                </a:lnTo>
                <a:lnTo>
                  <a:pt x="87987" y="119966"/>
                </a:lnTo>
                <a:lnTo>
                  <a:pt x="88628" y="119283"/>
                </a:lnTo>
                <a:lnTo>
                  <a:pt x="89255" y="118582"/>
                </a:lnTo>
                <a:lnTo>
                  <a:pt x="89867" y="117864"/>
                </a:lnTo>
                <a:lnTo>
                  <a:pt x="90466" y="117129"/>
                </a:lnTo>
                <a:lnTo>
                  <a:pt x="91051" y="116376"/>
                </a:lnTo>
                <a:lnTo>
                  <a:pt x="91621" y="115605"/>
                </a:lnTo>
                <a:lnTo>
                  <a:pt x="92178" y="114817"/>
                </a:lnTo>
                <a:lnTo>
                  <a:pt x="92720" y="114011"/>
                </a:lnTo>
                <a:lnTo>
                  <a:pt x="93249" y="113188"/>
                </a:lnTo>
                <a:lnTo>
                  <a:pt x="93763" y="112347"/>
                </a:lnTo>
                <a:lnTo>
                  <a:pt x="94263" y="111488"/>
                </a:lnTo>
                <a:lnTo>
                  <a:pt x="94750" y="110612"/>
                </a:lnTo>
                <a:lnTo>
                  <a:pt x="95222" y="109719"/>
                </a:lnTo>
                <a:lnTo>
                  <a:pt x="95680" y="108808"/>
                </a:lnTo>
                <a:lnTo>
                  <a:pt x="96124" y="107879"/>
                </a:lnTo>
                <a:lnTo>
                  <a:pt x="96552" y="106929"/>
                </a:lnTo>
                <a:lnTo>
                  <a:pt x="96962" y="105965"/>
                </a:lnTo>
                <a:lnTo>
                  <a:pt x="97353" y="104987"/>
                </a:lnTo>
                <a:lnTo>
                  <a:pt x="97727" y="103994"/>
                </a:lnTo>
                <a:lnTo>
                  <a:pt x="98082" y="102987"/>
                </a:lnTo>
                <a:lnTo>
                  <a:pt x="98419" y="101966"/>
                </a:lnTo>
                <a:lnTo>
                  <a:pt x="98738" y="100931"/>
                </a:lnTo>
                <a:lnTo>
                  <a:pt x="99038" y="99881"/>
                </a:lnTo>
                <a:lnTo>
                  <a:pt x="99321" y="98817"/>
                </a:lnTo>
                <a:lnTo>
                  <a:pt x="99585" y="97739"/>
                </a:lnTo>
                <a:lnTo>
                  <a:pt x="99830" y="96646"/>
                </a:lnTo>
                <a:lnTo>
                  <a:pt x="100058" y="95539"/>
                </a:lnTo>
                <a:lnTo>
                  <a:pt x="100268" y="94418"/>
                </a:lnTo>
                <a:lnTo>
                  <a:pt x="100459" y="93283"/>
                </a:lnTo>
                <a:lnTo>
                  <a:pt x="100632" y="92134"/>
                </a:lnTo>
                <a:lnTo>
                  <a:pt x="100787" y="90970"/>
                </a:lnTo>
                <a:lnTo>
                  <a:pt x="100923" y="89792"/>
                </a:lnTo>
                <a:lnTo>
                  <a:pt x="101042" y="88600"/>
                </a:lnTo>
                <a:lnTo>
                  <a:pt x="101142" y="87393"/>
                </a:lnTo>
                <a:lnTo>
                  <a:pt x="101224" y="86172"/>
                </a:lnTo>
                <a:lnTo>
                  <a:pt x="101288" y="84937"/>
                </a:lnTo>
                <a:lnTo>
                  <a:pt x="101333" y="83688"/>
                </a:lnTo>
                <a:lnTo>
                  <a:pt x="101360" y="82424"/>
                </a:lnTo>
                <a:lnTo>
                  <a:pt x="101370" y="81146"/>
                </a:lnTo>
                <a:lnTo>
                  <a:pt x="101360" y="79879"/>
                </a:lnTo>
                <a:lnTo>
                  <a:pt x="101333" y="78625"/>
                </a:lnTo>
                <a:lnTo>
                  <a:pt x="101288" y="77386"/>
                </a:lnTo>
                <a:lnTo>
                  <a:pt x="101224" y="76161"/>
                </a:lnTo>
                <a:lnTo>
                  <a:pt x="101142" y="74949"/>
                </a:lnTo>
                <a:lnTo>
                  <a:pt x="101042" y="73752"/>
                </a:lnTo>
                <a:lnTo>
                  <a:pt x="100923" y="72569"/>
                </a:lnTo>
                <a:lnTo>
                  <a:pt x="100787" y="71400"/>
                </a:lnTo>
                <a:lnTo>
                  <a:pt x="100632" y="70245"/>
                </a:lnTo>
                <a:lnTo>
                  <a:pt x="100459" y="69103"/>
                </a:lnTo>
                <a:lnTo>
                  <a:pt x="100268" y="67976"/>
                </a:lnTo>
                <a:lnTo>
                  <a:pt x="100058" y="66863"/>
                </a:lnTo>
                <a:lnTo>
                  <a:pt x="99830" y="65764"/>
                </a:lnTo>
                <a:lnTo>
                  <a:pt x="99585" y="64680"/>
                </a:lnTo>
                <a:lnTo>
                  <a:pt x="99321" y="63609"/>
                </a:lnTo>
                <a:lnTo>
                  <a:pt x="99038" y="62552"/>
                </a:lnTo>
                <a:lnTo>
                  <a:pt x="98738" y="61509"/>
                </a:lnTo>
                <a:lnTo>
                  <a:pt x="98419" y="60480"/>
                </a:lnTo>
                <a:lnTo>
                  <a:pt x="98082" y="59466"/>
                </a:lnTo>
                <a:lnTo>
                  <a:pt x="97727" y="58465"/>
                </a:lnTo>
                <a:lnTo>
                  <a:pt x="97353" y="57479"/>
                </a:lnTo>
                <a:lnTo>
                  <a:pt x="96962" y="56506"/>
                </a:lnTo>
                <a:lnTo>
                  <a:pt x="96552" y="55547"/>
                </a:lnTo>
                <a:lnTo>
                  <a:pt x="96124" y="54603"/>
                </a:lnTo>
                <a:lnTo>
                  <a:pt x="95680" y="53674"/>
                </a:lnTo>
                <a:lnTo>
                  <a:pt x="95221" y="52764"/>
                </a:lnTo>
                <a:lnTo>
                  <a:pt x="94749" y="51871"/>
                </a:lnTo>
                <a:lnTo>
                  <a:pt x="94261" y="50995"/>
                </a:lnTo>
                <a:lnTo>
                  <a:pt x="93760" y="50138"/>
                </a:lnTo>
                <a:lnTo>
                  <a:pt x="93245" y="49298"/>
                </a:lnTo>
                <a:lnTo>
                  <a:pt x="92715" y="48476"/>
                </a:lnTo>
                <a:lnTo>
                  <a:pt x="92171" y="47672"/>
                </a:lnTo>
                <a:lnTo>
                  <a:pt x="91612" y="46886"/>
                </a:lnTo>
                <a:lnTo>
                  <a:pt x="91040" y="46117"/>
                </a:lnTo>
                <a:lnTo>
                  <a:pt x="90453" y="45367"/>
                </a:lnTo>
                <a:lnTo>
                  <a:pt x="89852" y="44634"/>
                </a:lnTo>
                <a:lnTo>
                  <a:pt x="89236" y="43918"/>
                </a:lnTo>
                <a:lnTo>
                  <a:pt x="88607" y="43221"/>
                </a:lnTo>
                <a:lnTo>
                  <a:pt x="87963" y="42541"/>
                </a:lnTo>
                <a:lnTo>
                  <a:pt x="87304" y="41879"/>
                </a:lnTo>
                <a:lnTo>
                  <a:pt x="86632" y="41235"/>
                </a:lnTo>
                <a:lnTo>
                  <a:pt x="85945" y="40609"/>
                </a:lnTo>
                <a:lnTo>
                  <a:pt x="85244" y="40000"/>
                </a:lnTo>
                <a:lnTo>
                  <a:pt x="84529" y="39409"/>
                </a:lnTo>
                <a:lnTo>
                  <a:pt x="83799" y="38836"/>
                </a:lnTo>
                <a:lnTo>
                  <a:pt x="83056" y="38281"/>
                </a:lnTo>
                <a:lnTo>
                  <a:pt x="82298" y="37743"/>
                </a:lnTo>
                <a:lnTo>
                  <a:pt x="81525" y="37224"/>
                </a:lnTo>
                <a:lnTo>
                  <a:pt x="80741" y="36723"/>
                </a:lnTo>
                <a:lnTo>
                  <a:pt x="79946" y="36244"/>
                </a:lnTo>
                <a:lnTo>
                  <a:pt x="79142" y="35787"/>
                </a:lnTo>
                <a:lnTo>
                  <a:pt x="78327" y="35350"/>
                </a:lnTo>
                <a:lnTo>
                  <a:pt x="77502" y="34935"/>
                </a:lnTo>
                <a:lnTo>
                  <a:pt x="76667" y="34542"/>
                </a:lnTo>
                <a:lnTo>
                  <a:pt x="75822" y="34169"/>
                </a:lnTo>
                <a:lnTo>
                  <a:pt x="74967" y="33818"/>
                </a:lnTo>
                <a:lnTo>
                  <a:pt x="74102" y="33488"/>
                </a:lnTo>
                <a:lnTo>
                  <a:pt x="73226" y="33179"/>
                </a:lnTo>
                <a:lnTo>
                  <a:pt x="72341" y="32892"/>
                </a:lnTo>
                <a:lnTo>
                  <a:pt x="71445" y="32626"/>
                </a:lnTo>
                <a:lnTo>
                  <a:pt x="70540" y="32381"/>
                </a:lnTo>
                <a:lnTo>
                  <a:pt x="69624" y="32158"/>
                </a:lnTo>
                <a:lnTo>
                  <a:pt x="68698" y="31955"/>
                </a:lnTo>
                <a:lnTo>
                  <a:pt x="67762" y="31775"/>
                </a:lnTo>
                <a:lnTo>
                  <a:pt x="66816" y="31615"/>
                </a:lnTo>
                <a:lnTo>
                  <a:pt x="65860" y="31477"/>
                </a:lnTo>
                <a:lnTo>
                  <a:pt x="64894" y="31359"/>
                </a:lnTo>
                <a:lnTo>
                  <a:pt x="63918" y="31264"/>
                </a:lnTo>
                <a:lnTo>
                  <a:pt x="62931" y="31189"/>
                </a:lnTo>
                <a:lnTo>
                  <a:pt x="61935" y="31136"/>
                </a:lnTo>
                <a:lnTo>
                  <a:pt x="60928" y="31104"/>
                </a:lnTo>
                <a:lnTo>
                  <a:pt x="59912" y="31093"/>
                </a:lnTo>
                <a:lnTo>
                  <a:pt x="59128" y="31099"/>
                </a:lnTo>
                <a:lnTo>
                  <a:pt x="58359" y="31115"/>
                </a:lnTo>
                <a:lnTo>
                  <a:pt x="57603" y="31143"/>
                </a:lnTo>
                <a:lnTo>
                  <a:pt x="56861" y="31181"/>
                </a:lnTo>
                <a:lnTo>
                  <a:pt x="56132" y="31231"/>
                </a:lnTo>
                <a:lnTo>
                  <a:pt x="55417" y="31291"/>
                </a:lnTo>
                <a:lnTo>
                  <a:pt x="54715" y="31362"/>
                </a:lnTo>
                <a:lnTo>
                  <a:pt x="54027" y="31444"/>
                </a:lnTo>
                <a:lnTo>
                  <a:pt x="53353" y="31538"/>
                </a:lnTo>
                <a:lnTo>
                  <a:pt x="52692" y="31642"/>
                </a:lnTo>
                <a:lnTo>
                  <a:pt x="52045" y="31757"/>
                </a:lnTo>
                <a:lnTo>
                  <a:pt x="51412" y="31883"/>
                </a:lnTo>
                <a:lnTo>
                  <a:pt x="50792" y="32021"/>
                </a:lnTo>
                <a:lnTo>
                  <a:pt x="50185" y="32169"/>
                </a:lnTo>
                <a:lnTo>
                  <a:pt x="49593" y="32328"/>
                </a:lnTo>
                <a:lnTo>
                  <a:pt x="49014" y="32498"/>
                </a:lnTo>
                <a:lnTo>
                  <a:pt x="48448" y="32679"/>
                </a:lnTo>
                <a:lnTo>
                  <a:pt x="47896" y="32871"/>
                </a:lnTo>
                <a:lnTo>
                  <a:pt x="47358" y="33074"/>
                </a:lnTo>
                <a:lnTo>
                  <a:pt x="46833" y="33288"/>
                </a:lnTo>
                <a:lnTo>
                  <a:pt x="46322" y="33513"/>
                </a:lnTo>
                <a:lnTo>
                  <a:pt x="45825" y="33749"/>
                </a:lnTo>
                <a:lnTo>
                  <a:pt x="45341" y="33995"/>
                </a:lnTo>
                <a:lnTo>
                  <a:pt x="44871" y="34253"/>
                </a:lnTo>
                <a:lnTo>
                  <a:pt x="44417" y="34513"/>
                </a:lnTo>
                <a:lnTo>
                  <a:pt x="43972" y="34776"/>
                </a:lnTo>
                <a:lnTo>
                  <a:pt x="43535" y="35041"/>
                </a:lnTo>
                <a:lnTo>
                  <a:pt x="43108" y="35310"/>
                </a:lnTo>
                <a:lnTo>
                  <a:pt x="42689" y="35582"/>
                </a:lnTo>
                <a:lnTo>
                  <a:pt x="42279" y="35857"/>
                </a:lnTo>
                <a:lnTo>
                  <a:pt x="41878" y="36135"/>
                </a:lnTo>
                <a:lnTo>
                  <a:pt x="41486" y="36416"/>
                </a:lnTo>
                <a:lnTo>
                  <a:pt x="41102" y="36700"/>
                </a:lnTo>
                <a:lnTo>
                  <a:pt x="40728" y="36987"/>
                </a:lnTo>
                <a:lnTo>
                  <a:pt x="40362" y="37278"/>
                </a:lnTo>
                <a:lnTo>
                  <a:pt x="40004" y="37571"/>
                </a:lnTo>
                <a:lnTo>
                  <a:pt x="39656" y="37868"/>
                </a:lnTo>
                <a:lnTo>
                  <a:pt x="39316" y="38167"/>
                </a:lnTo>
                <a:lnTo>
                  <a:pt x="38985" y="38470"/>
                </a:lnTo>
                <a:lnTo>
                  <a:pt x="38663" y="38775"/>
                </a:lnTo>
                <a:lnTo>
                  <a:pt x="38350" y="39084"/>
                </a:lnTo>
                <a:lnTo>
                  <a:pt x="38045" y="39396"/>
                </a:lnTo>
                <a:lnTo>
                  <a:pt x="37749" y="39711"/>
                </a:lnTo>
                <a:lnTo>
                  <a:pt x="37462" y="40029"/>
                </a:lnTo>
                <a:lnTo>
                  <a:pt x="37184" y="40350"/>
                </a:lnTo>
                <a:lnTo>
                  <a:pt x="36915" y="40674"/>
                </a:lnTo>
                <a:lnTo>
                  <a:pt x="36654" y="41001"/>
                </a:lnTo>
                <a:lnTo>
                  <a:pt x="36402" y="41331"/>
                </a:lnTo>
                <a:lnTo>
                  <a:pt x="36162" y="41656"/>
                </a:lnTo>
                <a:lnTo>
                  <a:pt x="35926" y="41975"/>
                </a:lnTo>
                <a:lnTo>
                  <a:pt x="35695" y="42289"/>
                </a:lnTo>
                <a:lnTo>
                  <a:pt x="35468" y="42599"/>
                </a:lnTo>
                <a:lnTo>
                  <a:pt x="35246" y="42904"/>
                </a:lnTo>
                <a:lnTo>
                  <a:pt x="35027" y="43204"/>
                </a:lnTo>
                <a:lnTo>
                  <a:pt x="34814" y="43499"/>
                </a:lnTo>
                <a:lnTo>
                  <a:pt x="34604" y="43789"/>
                </a:lnTo>
                <a:lnTo>
                  <a:pt x="34399" y="44075"/>
                </a:lnTo>
                <a:lnTo>
                  <a:pt x="34199" y="44355"/>
                </a:lnTo>
                <a:lnTo>
                  <a:pt x="34003" y="44631"/>
                </a:lnTo>
                <a:lnTo>
                  <a:pt x="33811" y="44902"/>
                </a:lnTo>
                <a:lnTo>
                  <a:pt x="33624" y="45168"/>
                </a:lnTo>
                <a:lnTo>
                  <a:pt x="33440" y="45430"/>
                </a:lnTo>
                <a:lnTo>
                  <a:pt x="33262" y="45686"/>
                </a:lnTo>
                <a:lnTo>
                  <a:pt x="33088" y="45938"/>
                </a:lnTo>
                <a:lnTo>
                  <a:pt x="32918" y="46185"/>
                </a:lnTo>
                <a:lnTo>
                  <a:pt x="32752" y="46427"/>
                </a:lnTo>
                <a:lnTo>
                  <a:pt x="32591" y="46664"/>
                </a:lnTo>
                <a:lnTo>
                  <a:pt x="32435" y="46896"/>
                </a:lnTo>
                <a:lnTo>
                  <a:pt x="32282" y="47124"/>
                </a:lnTo>
                <a:lnTo>
                  <a:pt x="32134" y="47347"/>
                </a:lnTo>
                <a:lnTo>
                  <a:pt x="31991" y="47565"/>
                </a:lnTo>
                <a:lnTo>
                  <a:pt x="31852" y="47778"/>
                </a:lnTo>
                <a:lnTo>
                  <a:pt x="30588" y="47778"/>
                </a:lnTo>
                <a:lnTo>
                  <a:pt x="30588" y="0"/>
                </a:lnTo>
                <a:lnTo>
                  <a:pt x="15673" y="0"/>
                </a:lnTo>
                <a:lnTo>
                  <a:pt x="15673" y="129429"/>
                </a:lnTo>
                <a:lnTo>
                  <a:pt x="30082" y="129429"/>
                </a:lnTo>
                <a:lnTo>
                  <a:pt x="30082" y="114515"/>
                </a:lnTo>
                <a:lnTo>
                  <a:pt x="31852" y="114515"/>
                </a:lnTo>
                <a:lnTo>
                  <a:pt x="31991" y="114738"/>
                </a:lnTo>
                <a:lnTo>
                  <a:pt x="32135" y="114967"/>
                </a:lnTo>
                <a:close/>
                <a:moveTo>
                  <a:pt x="30472" y="76482"/>
                </a:moveTo>
                <a:lnTo>
                  <a:pt x="30533" y="75628"/>
                </a:lnTo>
                <a:lnTo>
                  <a:pt x="30604" y="74784"/>
                </a:lnTo>
                <a:lnTo>
                  <a:pt x="30686" y="73949"/>
                </a:lnTo>
                <a:lnTo>
                  <a:pt x="30779" y="73123"/>
                </a:lnTo>
                <a:lnTo>
                  <a:pt x="30884" y="72307"/>
                </a:lnTo>
                <a:lnTo>
                  <a:pt x="30999" y="71500"/>
                </a:lnTo>
                <a:lnTo>
                  <a:pt x="31125" y="70703"/>
                </a:lnTo>
                <a:lnTo>
                  <a:pt x="31262" y="69915"/>
                </a:lnTo>
                <a:lnTo>
                  <a:pt x="31410" y="69136"/>
                </a:lnTo>
                <a:lnTo>
                  <a:pt x="31569" y="68367"/>
                </a:lnTo>
                <a:lnTo>
                  <a:pt x="31739" y="67608"/>
                </a:lnTo>
                <a:lnTo>
                  <a:pt x="31920" y="66858"/>
                </a:lnTo>
                <a:lnTo>
                  <a:pt x="32112" y="66117"/>
                </a:lnTo>
                <a:lnTo>
                  <a:pt x="32315" y="65386"/>
                </a:lnTo>
                <a:lnTo>
                  <a:pt x="32529" y="64664"/>
                </a:lnTo>
                <a:lnTo>
                  <a:pt x="32754" y="63951"/>
                </a:lnTo>
                <a:lnTo>
                  <a:pt x="32990" y="63248"/>
                </a:lnTo>
                <a:lnTo>
                  <a:pt x="33237" y="62555"/>
                </a:lnTo>
                <a:lnTo>
                  <a:pt x="33495" y="61871"/>
                </a:lnTo>
                <a:lnTo>
                  <a:pt x="33763" y="61192"/>
                </a:lnTo>
                <a:lnTo>
                  <a:pt x="34043" y="60527"/>
                </a:lnTo>
                <a:lnTo>
                  <a:pt x="34332" y="59874"/>
                </a:lnTo>
                <a:lnTo>
                  <a:pt x="34632" y="59234"/>
                </a:lnTo>
                <a:lnTo>
                  <a:pt x="34943" y="58607"/>
                </a:lnTo>
                <a:lnTo>
                  <a:pt x="35264" y="57992"/>
                </a:lnTo>
                <a:lnTo>
                  <a:pt x="35596" y="57390"/>
                </a:lnTo>
                <a:lnTo>
                  <a:pt x="35939" y="56801"/>
                </a:lnTo>
                <a:lnTo>
                  <a:pt x="36291" y="56224"/>
                </a:lnTo>
                <a:lnTo>
                  <a:pt x="36655" y="55661"/>
                </a:lnTo>
                <a:lnTo>
                  <a:pt x="37029" y="55110"/>
                </a:lnTo>
                <a:lnTo>
                  <a:pt x="37413" y="54571"/>
                </a:lnTo>
                <a:lnTo>
                  <a:pt x="37808" y="54046"/>
                </a:lnTo>
                <a:lnTo>
                  <a:pt x="38214" y="53533"/>
                </a:lnTo>
                <a:lnTo>
                  <a:pt x="38630" y="53033"/>
                </a:lnTo>
                <a:lnTo>
                  <a:pt x="39056" y="52546"/>
                </a:lnTo>
                <a:lnTo>
                  <a:pt x="39493" y="52071"/>
                </a:lnTo>
                <a:lnTo>
                  <a:pt x="39941" y="51609"/>
                </a:lnTo>
                <a:lnTo>
                  <a:pt x="40399" y="51160"/>
                </a:lnTo>
                <a:lnTo>
                  <a:pt x="40868" y="50723"/>
                </a:lnTo>
                <a:lnTo>
                  <a:pt x="41347" y="50300"/>
                </a:lnTo>
                <a:lnTo>
                  <a:pt x="41837" y="49889"/>
                </a:lnTo>
                <a:lnTo>
                  <a:pt x="42337" y="49490"/>
                </a:lnTo>
                <a:lnTo>
                  <a:pt x="42848" y="49105"/>
                </a:lnTo>
                <a:lnTo>
                  <a:pt x="43369" y="48728"/>
                </a:lnTo>
                <a:lnTo>
                  <a:pt x="43901" y="48368"/>
                </a:lnTo>
                <a:lnTo>
                  <a:pt x="44442" y="48024"/>
                </a:lnTo>
                <a:lnTo>
                  <a:pt x="44993" y="47695"/>
                </a:lnTo>
                <a:lnTo>
                  <a:pt x="45555" y="47383"/>
                </a:lnTo>
                <a:lnTo>
                  <a:pt x="46127" y="47086"/>
                </a:lnTo>
                <a:lnTo>
                  <a:pt x="46708" y="46806"/>
                </a:lnTo>
                <a:lnTo>
                  <a:pt x="47300" y="46542"/>
                </a:lnTo>
                <a:lnTo>
                  <a:pt x="47902" y="46293"/>
                </a:lnTo>
                <a:lnTo>
                  <a:pt x="48514" y="46061"/>
                </a:lnTo>
                <a:lnTo>
                  <a:pt x="49136" y="45845"/>
                </a:lnTo>
                <a:lnTo>
                  <a:pt x="49768" y="45645"/>
                </a:lnTo>
                <a:lnTo>
                  <a:pt x="50411" y="45460"/>
                </a:lnTo>
                <a:lnTo>
                  <a:pt x="51063" y="45292"/>
                </a:lnTo>
                <a:lnTo>
                  <a:pt x="51726" y="45140"/>
                </a:lnTo>
                <a:lnTo>
                  <a:pt x="52398" y="45004"/>
                </a:lnTo>
                <a:lnTo>
                  <a:pt x="53081" y="44884"/>
                </a:lnTo>
                <a:lnTo>
                  <a:pt x="53774" y="44780"/>
                </a:lnTo>
                <a:lnTo>
                  <a:pt x="54476" y="44692"/>
                </a:lnTo>
                <a:lnTo>
                  <a:pt x="55189" y="44620"/>
                </a:lnTo>
                <a:lnTo>
                  <a:pt x="55912" y="44563"/>
                </a:lnTo>
                <a:lnTo>
                  <a:pt x="56646" y="44523"/>
                </a:lnTo>
                <a:lnTo>
                  <a:pt x="57389" y="44499"/>
                </a:lnTo>
                <a:lnTo>
                  <a:pt x="58142" y="44491"/>
                </a:lnTo>
                <a:lnTo>
                  <a:pt x="58926" y="44500"/>
                </a:lnTo>
                <a:lnTo>
                  <a:pt x="59700" y="44525"/>
                </a:lnTo>
                <a:lnTo>
                  <a:pt x="60462" y="44567"/>
                </a:lnTo>
                <a:lnTo>
                  <a:pt x="61212" y="44627"/>
                </a:lnTo>
                <a:lnTo>
                  <a:pt x="61952" y="44703"/>
                </a:lnTo>
                <a:lnTo>
                  <a:pt x="62681" y="44795"/>
                </a:lnTo>
                <a:lnTo>
                  <a:pt x="63398" y="44905"/>
                </a:lnTo>
                <a:lnTo>
                  <a:pt x="64104" y="45032"/>
                </a:lnTo>
                <a:lnTo>
                  <a:pt x="64799" y="45176"/>
                </a:lnTo>
                <a:lnTo>
                  <a:pt x="65482" y="45336"/>
                </a:lnTo>
                <a:lnTo>
                  <a:pt x="66155" y="45514"/>
                </a:lnTo>
                <a:lnTo>
                  <a:pt x="66816" y="45708"/>
                </a:lnTo>
                <a:lnTo>
                  <a:pt x="67466" y="45919"/>
                </a:lnTo>
                <a:lnTo>
                  <a:pt x="68105" y="46147"/>
                </a:lnTo>
                <a:lnTo>
                  <a:pt x="68733" y="46392"/>
                </a:lnTo>
                <a:lnTo>
                  <a:pt x="69349" y="46654"/>
                </a:lnTo>
                <a:lnTo>
                  <a:pt x="69955" y="46933"/>
                </a:lnTo>
                <a:lnTo>
                  <a:pt x="70549" y="47229"/>
                </a:lnTo>
                <a:lnTo>
                  <a:pt x="71132" y="47541"/>
                </a:lnTo>
                <a:lnTo>
                  <a:pt x="71703" y="47871"/>
                </a:lnTo>
                <a:lnTo>
                  <a:pt x="72264" y="48217"/>
                </a:lnTo>
                <a:lnTo>
                  <a:pt x="72813" y="48580"/>
                </a:lnTo>
                <a:lnTo>
                  <a:pt x="73351" y="48961"/>
                </a:lnTo>
                <a:lnTo>
                  <a:pt x="73878" y="49358"/>
                </a:lnTo>
                <a:lnTo>
                  <a:pt x="74399" y="49764"/>
                </a:lnTo>
                <a:lnTo>
                  <a:pt x="74909" y="50182"/>
                </a:lnTo>
                <a:lnTo>
                  <a:pt x="75408" y="50613"/>
                </a:lnTo>
                <a:lnTo>
                  <a:pt x="75895" y="51055"/>
                </a:lnTo>
                <a:lnTo>
                  <a:pt x="76372" y="51510"/>
                </a:lnTo>
                <a:lnTo>
                  <a:pt x="76837" y="51976"/>
                </a:lnTo>
                <a:lnTo>
                  <a:pt x="77291" y="52455"/>
                </a:lnTo>
                <a:lnTo>
                  <a:pt x="77733" y="52946"/>
                </a:lnTo>
                <a:lnTo>
                  <a:pt x="78165" y="53449"/>
                </a:lnTo>
                <a:lnTo>
                  <a:pt x="78585" y="53964"/>
                </a:lnTo>
                <a:lnTo>
                  <a:pt x="78994" y="54491"/>
                </a:lnTo>
                <a:lnTo>
                  <a:pt x="79392" y="55030"/>
                </a:lnTo>
                <a:lnTo>
                  <a:pt x="79779" y="55581"/>
                </a:lnTo>
                <a:lnTo>
                  <a:pt x="80155" y="56144"/>
                </a:lnTo>
                <a:lnTo>
                  <a:pt x="80519" y="56719"/>
                </a:lnTo>
                <a:lnTo>
                  <a:pt x="80872" y="57306"/>
                </a:lnTo>
                <a:lnTo>
                  <a:pt x="81214" y="57906"/>
                </a:lnTo>
                <a:lnTo>
                  <a:pt x="81545" y="58517"/>
                </a:lnTo>
                <a:lnTo>
                  <a:pt x="81865" y="59141"/>
                </a:lnTo>
                <a:lnTo>
                  <a:pt x="82173" y="59776"/>
                </a:lnTo>
                <a:lnTo>
                  <a:pt x="82470" y="60424"/>
                </a:lnTo>
                <a:lnTo>
                  <a:pt x="82756" y="61084"/>
                </a:lnTo>
                <a:lnTo>
                  <a:pt x="83031" y="61756"/>
                </a:lnTo>
                <a:lnTo>
                  <a:pt x="83295" y="62440"/>
                </a:lnTo>
                <a:lnTo>
                  <a:pt x="83553" y="63128"/>
                </a:lnTo>
                <a:lnTo>
                  <a:pt x="83800" y="63823"/>
                </a:lnTo>
                <a:lnTo>
                  <a:pt x="84035" y="64525"/>
                </a:lnTo>
                <a:lnTo>
                  <a:pt x="84260" y="65234"/>
                </a:lnTo>
                <a:lnTo>
                  <a:pt x="84474" y="65951"/>
                </a:lnTo>
                <a:lnTo>
                  <a:pt x="84677" y="66674"/>
                </a:lnTo>
                <a:lnTo>
                  <a:pt x="84869" y="67404"/>
                </a:lnTo>
                <a:lnTo>
                  <a:pt x="85050" y="68141"/>
                </a:lnTo>
                <a:lnTo>
                  <a:pt x="85220" y="68886"/>
                </a:lnTo>
                <a:lnTo>
                  <a:pt x="85380" y="69637"/>
                </a:lnTo>
                <a:lnTo>
                  <a:pt x="85528" y="70395"/>
                </a:lnTo>
                <a:lnTo>
                  <a:pt x="85665" y="71161"/>
                </a:lnTo>
                <a:lnTo>
                  <a:pt x="85791" y="71933"/>
                </a:lnTo>
                <a:lnTo>
                  <a:pt x="85906" y="72713"/>
                </a:lnTo>
                <a:lnTo>
                  <a:pt x="86010" y="73499"/>
                </a:lnTo>
                <a:lnTo>
                  <a:pt x="86104" y="74293"/>
                </a:lnTo>
                <a:lnTo>
                  <a:pt x="86186" y="75093"/>
                </a:lnTo>
                <a:lnTo>
                  <a:pt x="86257" y="75901"/>
                </a:lnTo>
                <a:lnTo>
                  <a:pt x="86318" y="76715"/>
                </a:lnTo>
                <a:lnTo>
                  <a:pt x="86367" y="77537"/>
                </a:lnTo>
                <a:lnTo>
                  <a:pt x="86405" y="78365"/>
                </a:lnTo>
                <a:lnTo>
                  <a:pt x="86433" y="79201"/>
                </a:lnTo>
                <a:lnTo>
                  <a:pt x="86449" y="80044"/>
                </a:lnTo>
                <a:lnTo>
                  <a:pt x="86455" y="80893"/>
                </a:lnTo>
                <a:lnTo>
                  <a:pt x="86449" y="81754"/>
                </a:lnTo>
                <a:lnTo>
                  <a:pt x="86432" y="82608"/>
                </a:lnTo>
                <a:lnTo>
                  <a:pt x="86404" y="83455"/>
                </a:lnTo>
                <a:lnTo>
                  <a:pt x="86365" y="84296"/>
                </a:lnTo>
                <a:lnTo>
                  <a:pt x="86315" y="85130"/>
                </a:lnTo>
                <a:lnTo>
                  <a:pt x="86253" y="85957"/>
                </a:lnTo>
                <a:lnTo>
                  <a:pt x="86181" y="86778"/>
                </a:lnTo>
                <a:lnTo>
                  <a:pt x="86097" y="87592"/>
                </a:lnTo>
                <a:lnTo>
                  <a:pt x="86002" y="88400"/>
                </a:lnTo>
                <a:lnTo>
                  <a:pt x="85895" y="89201"/>
                </a:lnTo>
                <a:lnTo>
                  <a:pt x="85778" y="89996"/>
                </a:lnTo>
                <a:lnTo>
                  <a:pt x="85649" y="90784"/>
                </a:lnTo>
                <a:lnTo>
                  <a:pt x="85509" y="91565"/>
                </a:lnTo>
                <a:lnTo>
                  <a:pt x="85358" y="92340"/>
                </a:lnTo>
                <a:lnTo>
                  <a:pt x="85196" y="93108"/>
                </a:lnTo>
                <a:lnTo>
                  <a:pt x="85022" y="93870"/>
                </a:lnTo>
                <a:lnTo>
                  <a:pt x="84838" y="94625"/>
                </a:lnTo>
                <a:lnTo>
                  <a:pt x="84642" y="95374"/>
                </a:lnTo>
                <a:lnTo>
                  <a:pt x="84435" y="96116"/>
                </a:lnTo>
                <a:lnTo>
                  <a:pt x="84217" y="96851"/>
                </a:lnTo>
                <a:lnTo>
                  <a:pt x="83987" y="97580"/>
                </a:lnTo>
                <a:lnTo>
                  <a:pt x="83746" y="98302"/>
                </a:lnTo>
                <a:lnTo>
                  <a:pt x="83495" y="99017"/>
                </a:lnTo>
                <a:lnTo>
                  <a:pt x="83232" y="99726"/>
                </a:lnTo>
                <a:lnTo>
                  <a:pt x="82963" y="100421"/>
                </a:lnTo>
                <a:lnTo>
                  <a:pt x="82683" y="101104"/>
                </a:lnTo>
                <a:lnTo>
                  <a:pt x="82392" y="101774"/>
                </a:lnTo>
                <a:lnTo>
                  <a:pt x="82091" y="102433"/>
                </a:lnTo>
                <a:lnTo>
                  <a:pt x="81778" y="103080"/>
                </a:lnTo>
                <a:lnTo>
                  <a:pt x="81454" y="103716"/>
                </a:lnTo>
                <a:lnTo>
                  <a:pt x="81120" y="104339"/>
                </a:lnTo>
                <a:lnTo>
                  <a:pt x="80774" y="104951"/>
                </a:lnTo>
                <a:lnTo>
                  <a:pt x="80417" y="105550"/>
                </a:lnTo>
                <a:lnTo>
                  <a:pt x="80050" y="106138"/>
                </a:lnTo>
                <a:lnTo>
                  <a:pt x="79671" y="106714"/>
                </a:lnTo>
                <a:lnTo>
                  <a:pt x="79282" y="107279"/>
                </a:lnTo>
                <a:lnTo>
                  <a:pt x="78881" y="107831"/>
                </a:lnTo>
                <a:lnTo>
                  <a:pt x="78470" y="108371"/>
                </a:lnTo>
                <a:lnTo>
                  <a:pt x="78047" y="108900"/>
                </a:lnTo>
                <a:lnTo>
                  <a:pt x="77614" y="109417"/>
                </a:lnTo>
                <a:lnTo>
                  <a:pt x="77170" y="109922"/>
                </a:lnTo>
                <a:lnTo>
                  <a:pt x="76714" y="110415"/>
                </a:lnTo>
                <a:lnTo>
                  <a:pt x="76248" y="110896"/>
                </a:lnTo>
                <a:lnTo>
                  <a:pt x="75771" y="111365"/>
                </a:lnTo>
                <a:lnTo>
                  <a:pt x="75283" y="111823"/>
                </a:lnTo>
                <a:lnTo>
                  <a:pt x="74783" y="112269"/>
                </a:lnTo>
                <a:lnTo>
                  <a:pt x="74273" y="112702"/>
                </a:lnTo>
                <a:lnTo>
                  <a:pt x="73752" y="113124"/>
                </a:lnTo>
                <a:lnTo>
                  <a:pt x="73225" y="113527"/>
                </a:lnTo>
                <a:lnTo>
                  <a:pt x="72688" y="113912"/>
                </a:lnTo>
                <a:lnTo>
                  <a:pt x="72139" y="114280"/>
                </a:lnTo>
                <a:lnTo>
                  <a:pt x="71580" y="114631"/>
                </a:lnTo>
                <a:lnTo>
                  <a:pt x="71011" y="114964"/>
                </a:lnTo>
                <a:lnTo>
                  <a:pt x="70430" y="115281"/>
                </a:lnTo>
                <a:lnTo>
                  <a:pt x="69839" y="115580"/>
                </a:lnTo>
                <a:lnTo>
                  <a:pt x="69237" y="115863"/>
                </a:lnTo>
                <a:lnTo>
                  <a:pt x="68624" y="116128"/>
                </a:lnTo>
                <a:lnTo>
                  <a:pt x="68001" y="116376"/>
                </a:lnTo>
                <a:lnTo>
                  <a:pt x="67366" y="116607"/>
                </a:lnTo>
                <a:lnTo>
                  <a:pt x="66721" y="116821"/>
                </a:lnTo>
                <a:lnTo>
                  <a:pt x="66065" y="117018"/>
                </a:lnTo>
                <a:lnTo>
                  <a:pt x="65399" y="117198"/>
                </a:lnTo>
                <a:lnTo>
                  <a:pt x="64722" y="117361"/>
                </a:lnTo>
                <a:lnTo>
                  <a:pt x="64034" y="117506"/>
                </a:lnTo>
                <a:lnTo>
                  <a:pt x="63335" y="117634"/>
                </a:lnTo>
                <a:lnTo>
                  <a:pt x="62625" y="117746"/>
                </a:lnTo>
                <a:lnTo>
                  <a:pt x="61905" y="117840"/>
                </a:lnTo>
                <a:lnTo>
                  <a:pt x="61174" y="117917"/>
                </a:lnTo>
                <a:lnTo>
                  <a:pt x="60432" y="117977"/>
                </a:lnTo>
                <a:lnTo>
                  <a:pt x="59679" y="118020"/>
                </a:lnTo>
                <a:lnTo>
                  <a:pt x="58916" y="118045"/>
                </a:lnTo>
                <a:lnTo>
                  <a:pt x="58142" y="118054"/>
                </a:lnTo>
                <a:lnTo>
                  <a:pt x="57399" y="118046"/>
                </a:lnTo>
                <a:lnTo>
                  <a:pt x="56666" y="118021"/>
                </a:lnTo>
                <a:lnTo>
                  <a:pt x="55942" y="117981"/>
                </a:lnTo>
                <a:lnTo>
                  <a:pt x="55228" y="117924"/>
                </a:lnTo>
                <a:lnTo>
                  <a:pt x="54524" y="117851"/>
                </a:lnTo>
                <a:lnTo>
                  <a:pt x="53829" y="117761"/>
                </a:lnTo>
                <a:lnTo>
                  <a:pt x="53144" y="117656"/>
                </a:lnTo>
                <a:lnTo>
                  <a:pt x="52468" y="117534"/>
                </a:lnTo>
                <a:lnTo>
                  <a:pt x="51803" y="117396"/>
                </a:lnTo>
                <a:lnTo>
                  <a:pt x="51146" y="117242"/>
                </a:lnTo>
                <a:lnTo>
                  <a:pt x="50500" y="117071"/>
                </a:lnTo>
                <a:lnTo>
                  <a:pt x="49863" y="116885"/>
                </a:lnTo>
                <a:lnTo>
                  <a:pt x="49236" y="116682"/>
                </a:lnTo>
                <a:lnTo>
                  <a:pt x="48619" y="116462"/>
                </a:lnTo>
                <a:lnTo>
                  <a:pt x="48011" y="116227"/>
                </a:lnTo>
                <a:lnTo>
                  <a:pt x="47413" y="115975"/>
                </a:lnTo>
                <a:lnTo>
                  <a:pt x="46824" y="115707"/>
                </a:lnTo>
                <a:lnTo>
                  <a:pt x="46245" y="115423"/>
                </a:lnTo>
                <a:lnTo>
                  <a:pt x="45676" y="115123"/>
                </a:lnTo>
                <a:lnTo>
                  <a:pt x="45116" y="114806"/>
                </a:lnTo>
                <a:lnTo>
                  <a:pt x="44566" y="114473"/>
                </a:lnTo>
                <a:lnTo>
                  <a:pt x="44026" y="114124"/>
                </a:lnTo>
                <a:lnTo>
                  <a:pt x="43496" y="113759"/>
                </a:lnTo>
                <a:lnTo>
                  <a:pt x="42975" y="113377"/>
                </a:lnTo>
                <a:lnTo>
                  <a:pt x="42464" y="112976"/>
                </a:lnTo>
                <a:lnTo>
                  <a:pt x="41963" y="112562"/>
                </a:lnTo>
                <a:lnTo>
                  <a:pt x="41473" y="112136"/>
                </a:lnTo>
                <a:lnTo>
                  <a:pt x="40993" y="111697"/>
                </a:lnTo>
                <a:lnTo>
                  <a:pt x="40523" y="111246"/>
                </a:lnTo>
                <a:lnTo>
                  <a:pt x="40064" y="110782"/>
                </a:lnTo>
                <a:lnTo>
                  <a:pt x="39614" y="110306"/>
                </a:lnTo>
                <a:lnTo>
                  <a:pt x="39176" y="109817"/>
                </a:lnTo>
                <a:lnTo>
                  <a:pt x="38747" y="109316"/>
                </a:lnTo>
                <a:lnTo>
                  <a:pt x="38329" y="108802"/>
                </a:lnTo>
                <a:lnTo>
                  <a:pt x="37921" y="108276"/>
                </a:lnTo>
                <a:lnTo>
                  <a:pt x="37524" y="107737"/>
                </a:lnTo>
                <a:lnTo>
                  <a:pt x="37137" y="107185"/>
                </a:lnTo>
                <a:lnTo>
                  <a:pt x="36760" y="106622"/>
                </a:lnTo>
                <a:lnTo>
                  <a:pt x="36393" y="106045"/>
                </a:lnTo>
                <a:lnTo>
                  <a:pt x="36037" y="105456"/>
                </a:lnTo>
                <a:lnTo>
                  <a:pt x="35691" y="104855"/>
                </a:lnTo>
                <a:lnTo>
                  <a:pt x="35355" y="104241"/>
                </a:lnTo>
                <a:lnTo>
                  <a:pt x="35030" y="103615"/>
                </a:lnTo>
                <a:lnTo>
                  <a:pt x="34715" y="102976"/>
                </a:lnTo>
                <a:lnTo>
                  <a:pt x="34410" y="102324"/>
                </a:lnTo>
                <a:lnTo>
                  <a:pt x="34116" y="101660"/>
                </a:lnTo>
                <a:lnTo>
                  <a:pt x="33832" y="100984"/>
                </a:lnTo>
                <a:lnTo>
                  <a:pt x="33558" y="100295"/>
                </a:lnTo>
                <a:lnTo>
                  <a:pt x="33295" y="99590"/>
                </a:lnTo>
                <a:lnTo>
                  <a:pt x="33043" y="98876"/>
                </a:lnTo>
                <a:lnTo>
                  <a:pt x="32803" y="98153"/>
                </a:lnTo>
                <a:lnTo>
                  <a:pt x="32573" y="97421"/>
                </a:lnTo>
                <a:lnTo>
                  <a:pt x="32355" y="96680"/>
                </a:lnTo>
                <a:lnTo>
                  <a:pt x="32148" y="95931"/>
                </a:lnTo>
                <a:lnTo>
                  <a:pt x="31952" y="95172"/>
                </a:lnTo>
                <a:lnTo>
                  <a:pt x="31767" y="94404"/>
                </a:lnTo>
                <a:lnTo>
                  <a:pt x="31594" y="93627"/>
                </a:lnTo>
                <a:lnTo>
                  <a:pt x="31432" y="92841"/>
                </a:lnTo>
                <a:lnTo>
                  <a:pt x="31281" y="92046"/>
                </a:lnTo>
                <a:lnTo>
                  <a:pt x="31141" y="91242"/>
                </a:lnTo>
                <a:lnTo>
                  <a:pt x="31012" y="90429"/>
                </a:lnTo>
                <a:lnTo>
                  <a:pt x="30895" y="89607"/>
                </a:lnTo>
                <a:lnTo>
                  <a:pt x="30788" y="88776"/>
                </a:lnTo>
                <a:lnTo>
                  <a:pt x="30693" y="87936"/>
                </a:lnTo>
                <a:lnTo>
                  <a:pt x="30609" y="87088"/>
                </a:lnTo>
                <a:lnTo>
                  <a:pt x="30536" y="86230"/>
                </a:lnTo>
                <a:lnTo>
                  <a:pt x="30475" y="85363"/>
                </a:lnTo>
                <a:lnTo>
                  <a:pt x="30425" y="84487"/>
                </a:lnTo>
                <a:lnTo>
                  <a:pt x="30385" y="83602"/>
                </a:lnTo>
                <a:lnTo>
                  <a:pt x="30357" y="82708"/>
                </a:lnTo>
                <a:lnTo>
                  <a:pt x="30341" y="81805"/>
                </a:lnTo>
                <a:lnTo>
                  <a:pt x="30335" y="80893"/>
                </a:lnTo>
                <a:lnTo>
                  <a:pt x="30340" y="79992"/>
                </a:lnTo>
                <a:lnTo>
                  <a:pt x="30357" y="79101"/>
                </a:lnTo>
                <a:lnTo>
                  <a:pt x="30384" y="78218"/>
                </a:lnTo>
                <a:lnTo>
                  <a:pt x="30423" y="77345"/>
                </a:lnTo>
                <a:lnTo>
                  <a:pt x="30472" y="76482"/>
                </a:lnTo>
                <a:close/>
                <a:moveTo>
                  <a:pt x="454583" y="67001"/>
                </a:moveTo>
                <a:lnTo>
                  <a:pt x="454620" y="66426"/>
                </a:lnTo>
                <a:lnTo>
                  <a:pt x="454667" y="65858"/>
                </a:lnTo>
                <a:lnTo>
                  <a:pt x="454725" y="65295"/>
                </a:lnTo>
                <a:lnTo>
                  <a:pt x="454793" y="64739"/>
                </a:lnTo>
                <a:lnTo>
                  <a:pt x="454872" y="64188"/>
                </a:lnTo>
                <a:lnTo>
                  <a:pt x="454962" y="63643"/>
                </a:lnTo>
                <a:lnTo>
                  <a:pt x="455062" y="63104"/>
                </a:lnTo>
                <a:lnTo>
                  <a:pt x="455173" y="62572"/>
                </a:lnTo>
                <a:lnTo>
                  <a:pt x="455294" y="62045"/>
                </a:lnTo>
                <a:lnTo>
                  <a:pt x="455425" y="61524"/>
                </a:lnTo>
                <a:lnTo>
                  <a:pt x="455568" y="61008"/>
                </a:lnTo>
                <a:lnTo>
                  <a:pt x="455720" y="60499"/>
                </a:lnTo>
                <a:lnTo>
                  <a:pt x="455884" y="59996"/>
                </a:lnTo>
                <a:lnTo>
                  <a:pt x="456057" y="59499"/>
                </a:lnTo>
                <a:lnTo>
                  <a:pt x="456242" y="59007"/>
                </a:lnTo>
                <a:lnTo>
                  <a:pt x="456437" y="58522"/>
                </a:lnTo>
                <a:lnTo>
                  <a:pt x="456642" y="58042"/>
                </a:lnTo>
                <a:lnTo>
                  <a:pt x="456858" y="57568"/>
                </a:lnTo>
                <a:lnTo>
                  <a:pt x="457084" y="57101"/>
                </a:lnTo>
                <a:lnTo>
                  <a:pt x="457321" y="56639"/>
                </a:lnTo>
                <a:lnTo>
                  <a:pt x="457569" y="56183"/>
                </a:lnTo>
                <a:lnTo>
                  <a:pt x="457830" y="55729"/>
                </a:lnTo>
                <a:lnTo>
                  <a:pt x="458098" y="55283"/>
                </a:lnTo>
                <a:lnTo>
                  <a:pt x="458373" y="54846"/>
                </a:lnTo>
                <a:lnTo>
                  <a:pt x="458654" y="54417"/>
                </a:lnTo>
                <a:lnTo>
                  <a:pt x="458941" y="53996"/>
                </a:lnTo>
                <a:lnTo>
                  <a:pt x="459236" y="53584"/>
                </a:lnTo>
                <a:lnTo>
                  <a:pt x="459537" y="53180"/>
                </a:lnTo>
                <a:lnTo>
                  <a:pt x="459844" y="52784"/>
                </a:lnTo>
                <a:lnTo>
                  <a:pt x="460158" y="52397"/>
                </a:lnTo>
                <a:lnTo>
                  <a:pt x="460479" y="52018"/>
                </a:lnTo>
                <a:lnTo>
                  <a:pt x="460806" y="51647"/>
                </a:lnTo>
                <a:lnTo>
                  <a:pt x="461140" y="51285"/>
                </a:lnTo>
                <a:lnTo>
                  <a:pt x="461480" y="50931"/>
                </a:lnTo>
                <a:lnTo>
                  <a:pt x="461827" y="50586"/>
                </a:lnTo>
                <a:lnTo>
                  <a:pt x="462180" y="50248"/>
                </a:lnTo>
                <a:lnTo>
                  <a:pt x="462540" y="49919"/>
                </a:lnTo>
                <a:lnTo>
                  <a:pt x="462907" y="49599"/>
                </a:lnTo>
                <a:lnTo>
                  <a:pt x="463280" y="49286"/>
                </a:lnTo>
                <a:lnTo>
                  <a:pt x="463660" y="48983"/>
                </a:lnTo>
                <a:lnTo>
                  <a:pt x="464047" y="48687"/>
                </a:lnTo>
                <a:lnTo>
                  <a:pt x="464440" y="48400"/>
                </a:lnTo>
                <a:lnTo>
                  <a:pt x="464839" y="48121"/>
                </a:lnTo>
                <a:lnTo>
                  <a:pt x="465245" y="47850"/>
                </a:lnTo>
                <a:lnTo>
                  <a:pt x="465658" y="47588"/>
                </a:lnTo>
                <a:lnTo>
                  <a:pt x="466081" y="47335"/>
                </a:lnTo>
                <a:lnTo>
                  <a:pt x="466506" y="47093"/>
                </a:lnTo>
                <a:lnTo>
                  <a:pt x="466934" y="46862"/>
                </a:lnTo>
                <a:lnTo>
                  <a:pt x="467365" y="46642"/>
                </a:lnTo>
                <a:lnTo>
                  <a:pt x="467798" y="46432"/>
                </a:lnTo>
                <a:lnTo>
                  <a:pt x="468234" y="46233"/>
                </a:lnTo>
                <a:lnTo>
                  <a:pt x="468672" y="46045"/>
                </a:lnTo>
                <a:lnTo>
                  <a:pt x="469113" y="45868"/>
                </a:lnTo>
                <a:lnTo>
                  <a:pt x="469557" y="45701"/>
                </a:lnTo>
                <a:lnTo>
                  <a:pt x="470003" y="45545"/>
                </a:lnTo>
                <a:lnTo>
                  <a:pt x="470452" y="45400"/>
                </a:lnTo>
                <a:lnTo>
                  <a:pt x="470904" y="45266"/>
                </a:lnTo>
                <a:lnTo>
                  <a:pt x="471358" y="45142"/>
                </a:lnTo>
                <a:lnTo>
                  <a:pt x="471815" y="45029"/>
                </a:lnTo>
                <a:lnTo>
                  <a:pt x="472274" y="44927"/>
                </a:lnTo>
                <a:lnTo>
                  <a:pt x="472736" y="44835"/>
                </a:lnTo>
                <a:lnTo>
                  <a:pt x="473201" y="44755"/>
                </a:lnTo>
                <a:lnTo>
                  <a:pt x="473669" y="44685"/>
                </a:lnTo>
                <a:lnTo>
                  <a:pt x="474139" y="44626"/>
                </a:lnTo>
                <a:lnTo>
                  <a:pt x="474611" y="44577"/>
                </a:lnTo>
                <a:lnTo>
                  <a:pt x="475087" y="44540"/>
                </a:lnTo>
                <a:lnTo>
                  <a:pt x="475565" y="44513"/>
                </a:lnTo>
                <a:lnTo>
                  <a:pt x="476045" y="44497"/>
                </a:lnTo>
                <a:lnTo>
                  <a:pt x="476528" y="44491"/>
                </a:lnTo>
                <a:lnTo>
                  <a:pt x="477229" y="44500"/>
                </a:lnTo>
                <a:lnTo>
                  <a:pt x="477918" y="44527"/>
                </a:lnTo>
                <a:lnTo>
                  <a:pt x="478597" y="44571"/>
                </a:lnTo>
                <a:lnTo>
                  <a:pt x="479265" y="44634"/>
                </a:lnTo>
                <a:lnTo>
                  <a:pt x="479922" y="44714"/>
                </a:lnTo>
                <a:lnTo>
                  <a:pt x="480569" y="44811"/>
                </a:lnTo>
                <a:lnTo>
                  <a:pt x="481205" y="44927"/>
                </a:lnTo>
                <a:lnTo>
                  <a:pt x="481830" y="45060"/>
                </a:lnTo>
                <a:lnTo>
                  <a:pt x="482444" y="45211"/>
                </a:lnTo>
                <a:lnTo>
                  <a:pt x="483048" y="45380"/>
                </a:lnTo>
                <a:lnTo>
                  <a:pt x="483641" y="45567"/>
                </a:lnTo>
                <a:lnTo>
                  <a:pt x="484223" y="45771"/>
                </a:lnTo>
                <a:lnTo>
                  <a:pt x="484794" y="45993"/>
                </a:lnTo>
                <a:lnTo>
                  <a:pt x="485355" y="46233"/>
                </a:lnTo>
                <a:lnTo>
                  <a:pt x="485904" y="46491"/>
                </a:lnTo>
                <a:lnTo>
                  <a:pt x="486443" y="46766"/>
                </a:lnTo>
                <a:lnTo>
                  <a:pt x="486972" y="47060"/>
                </a:lnTo>
                <a:lnTo>
                  <a:pt x="487489" y="47371"/>
                </a:lnTo>
                <a:lnTo>
                  <a:pt x="487996" y="47700"/>
                </a:lnTo>
                <a:lnTo>
                  <a:pt x="488492" y="48046"/>
                </a:lnTo>
                <a:lnTo>
                  <a:pt x="488977" y="48411"/>
                </a:lnTo>
                <a:lnTo>
                  <a:pt x="489452" y="48793"/>
                </a:lnTo>
                <a:lnTo>
                  <a:pt x="489916" y="49193"/>
                </a:lnTo>
                <a:lnTo>
                  <a:pt x="490369" y="49610"/>
                </a:lnTo>
                <a:lnTo>
                  <a:pt x="490807" y="50037"/>
                </a:lnTo>
                <a:lnTo>
                  <a:pt x="491227" y="50475"/>
                </a:lnTo>
                <a:lnTo>
                  <a:pt x="491628" y="50925"/>
                </a:lnTo>
                <a:lnTo>
                  <a:pt x="492010" y="51385"/>
                </a:lnTo>
                <a:lnTo>
                  <a:pt x="492374" y="51857"/>
                </a:lnTo>
                <a:lnTo>
                  <a:pt x="492719" y="52340"/>
                </a:lnTo>
                <a:lnTo>
                  <a:pt x="493045" y="52834"/>
                </a:lnTo>
                <a:lnTo>
                  <a:pt x="493353" y="53339"/>
                </a:lnTo>
                <a:lnTo>
                  <a:pt x="493642" y="53856"/>
                </a:lnTo>
                <a:lnTo>
                  <a:pt x="493913" y="54383"/>
                </a:lnTo>
                <a:lnTo>
                  <a:pt x="494164" y="54922"/>
                </a:lnTo>
                <a:lnTo>
                  <a:pt x="494398" y="55472"/>
                </a:lnTo>
                <a:lnTo>
                  <a:pt x="494612" y="56033"/>
                </a:lnTo>
                <a:lnTo>
                  <a:pt x="494808" y="56606"/>
                </a:lnTo>
                <a:lnTo>
                  <a:pt x="494985" y="57189"/>
                </a:lnTo>
                <a:lnTo>
                  <a:pt x="495144" y="57784"/>
                </a:lnTo>
                <a:lnTo>
                  <a:pt x="495283" y="58390"/>
                </a:lnTo>
                <a:lnTo>
                  <a:pt x="495405" y="59007"/>
                </a:lnTo>
                <a:lnTo>
                  <a:pt x="495507" y="59635"/>
                </a:lnTo>
                <a:lnTo>
                  <a:pt x="495591" y="60275"/>
                </a:lnTo>
                <a:lnTo>
                  <a:pt x="495657" y="60926"/>
                </a:lnTo>
                <a:lnTo>
                  <a:pt x="495703" y="61588"/>
                </a:lnTo>
                <a:lnTo>
                  <a:pt x="495731" y="62261"/>
                </a:lnTo>
                <a:lnTo>
                  <a:pt x="495740" y="62945"/>
                </a:lnTo>
                <a:lnTo>
                  <a:pt x="495740" y="129429"/>
                </a:lnTo>
                <a:lnTo>
                  <a:pt x="510908" y="129429"/>
                </a:lnTo>
                <a:lnTo>
                  <a:pt x="510908" y="66231"/>
                </a:lnTo>
                <a:lnTo>
                  <a:pt x="510918" y="65452"/>
                </a:lnTo>
                <a:lnTo>
                  <a:pt x="510947" y="64685"/>
                </a:lnTo>
                <a:lnTo>
                  <a:pt x="510996" y="63929"/>
                </a:lnTo>
                <a:lnTo>
                  <a:pt x="511064" y="63184"/>
                </a:lnTo>
                <a:lnTo>
                  <a:pt x="511152" y="62451"/>
                </a:lnTo>
                <a:lnTo>
                  <a:pt x="511260" y="61729"/>
                </a:lnTo>
                <a:lnTo>
                  <a:pt x="511386" y="61018"/>
                </a:lnTo>
                <a:lnTo>
                  <a:pt x="511533" y="60319"/>
                </a:lnTo>
                <a:lnTo>
                  <a:pt x="511699" y="59631"/>
                </a:lnTo>
                <a:lnTo>
                  <a:pt x="511885" y="58955"/>
                </a:lnTo>
                <a:lnTo>
                  <a:pt x="512090" y="58290"/>
                </a:lnTo>
                <a:lnTo>
                  <a:pt x="512314" y="57637"/>
                </a:lnTo>
                <a:lnTo>
                  <a:pt x="512558" y="56994"/>
                </a:lnTo>
                <a:lnTo>
                  <a:pt x="512822" y="56364"/>
                </a:lnTo>
                <a:lnTo>
                  <a:pt x="513105" y="55745"/>
                </a:lnTo>
                <a:lnTo>
                  <a:pt x="513408" y="55137"/>
                </a:lnTo>
                <a:lnTo>
                  <a:pt x="513730" y="54540"/>
                </a:lnTo>
                <a:lnTo>
                  <a:pt x="514072" y="53955"/>
                </a:lnTo>
                <a:lnTo>
                  <a:pt x="514433" y="53382"/>
                </a:lnTo>
                <a:lnTo>
                  <a:pt x="514814" y="52819"/>
                </a:lnTo>
                <a:lnTo>
                  <a:pt x="515214" y="52269"/>
                </a:lnTo>
                <a:lnTo>
                  <a:pt x="515634" y="51729"/>
                </a:lnTo>
                <a:lnTo>
                  <a:pt x="516074" y="51201"/>
                </a:lnTo>
                <a:lnTo>
                  <a:pt x="516533" y="50685"/>
                </a:lnTo>
                <a:lnTo>
                  <a:pt x="517009" y="50179"/>
                </a:lnTo>
                <a:lnTo>
                  <a:pt x="517502" y="49696"/>
                </a:lnTo>
                <a:lnTo>
                  <a:pt x="518011" y="49233"/>
                </a:lnTo>
                <a:lnTo>
                  <a:pt x="518536" y="48792"/>
                </a:lnTo>
                <a:lnTo>
                  <a:pt x="519076" y="48373"/>
                </a:lnTo>
                <a:lnTo>
                  <a:pt x="519633" y="47975"/>
                </a:lnTo>
                <a:lnTo>
                  <a:pt x="520206" y="47599"/>
                </a:lnTo>
                <a:lnTo>
                  <a:pt x="520795" y="47244"/>
                </a:lnTo>
                <a:lnTo>
                  <a:pt x="521400" y="46911"/>
                </a:lnTo>
                <a:lnTo>
                  <a:pt x="522021" y="46599"/>
                </a:lnTo>
                <a:lnTo>
                  <a:pt x="522658" y="46309"/>
                </a:lnTo>
                <a:lnTo>
                  <a:pt x="523311" y="46040"/>
                </a:lnTo>
                <a:lnTo>
                  <a:pt x="523980" y="45792"/>
                </a:lnTo>
                <a:lnTo>
                  <a:pt x="524665" y="45567"/>
                </a:lnTo>
                <a:lnTo>
                  <a:pt x="525366" y="45362"/>
                </a:lnTo>
                <a:lnTo>
                  <a:pt x="526083" y="45180"/>
                </a:lnTo>
                <a:lnTo>
                  <a:pt x="526816" y="45018"/>
                </a:lnTo>
                <a:lnTo>
                  <a:pt x="527565" y="44878"/>
                </a:lnTo>
                <a:lnTo>
                  <a:pt x="528330" y="44760"/>
                </a:lnTo>
                <a:lnTo>
                  <a:pt x="529111" y="44663"/>
                </a:lnTo>
                <a:lnTo>
                  <a:pt x="529908" y="44588"/>
                </a:lnTo>
                <a:lnTo>
                  <a:pt x="530721" y="44534"/>
                </a:lnTo>
                <a:lnTo>
                  <a:pt x="531550" y="44502"/>
                </a:lnTo>
                <a:lnTo>
                  <a:pt x="532395" y="44491"/>
                </a:lnTo>
                <a:lnTo>
                  <a:pt x="533055" y="44499"/>
                </a:lnTo>
                <a:lnTo>
                  <a:pt x="533708" y="44523"/>
                </a:lnTo>
                <a:lnTo>
                  <a:pt x="534353" y="44563"/>
                </a:lnTo>
                <a:lnTo>
                  <a:pt x="534992" y="44620"/>
                </a:lnTo>
                <a:lnTo>
                  <a:pt x="535623" y="44692"/>
                </a:lnTo>
                <a:lnTo>
                  <a:pt x="536246" y="44780"/>
                </a:lnTo>
                <a:lnTo>
                  <a:pt x="536863" y="44884"/>
                </a:lnTo>
                <a:lnTo>
                  <a:pt x="537472" y="45004"/>
                </a:lnTo>
                <a:lnTo>
                  <a:pt x="538074" y="45140"/>
                </a:lnTo>
                <a:lnTo>
                  <a:pt x="538669" y="45292"/>
                </a:lnTo>
                <a:lnTo>
                  <a:pt x="539257" y="45460"/>
                </a:lnTo>
                <a:lnTo>
                  <a:pt x="539837" y="45645"/>
                </a:lnTo>
                <a:lnTo>
                  <a:pt x="540410" y="45845"/>
                </a:lnTo>
                <a:lnTo>
                  <a:pt x="540976" y="46061"/>
                </a:lnTo>
                <a:lnTo>
                  <a:pt x="541534" y="46293"/>
                </a:lnTo>
                <a:lnTo>
                  <a:pt x="542086" y="46542"/>
                </a:lnTo>
                <a:lnTo>
                  <a:pt x="542630" y="46806"/>
                </a:lnTo>
                <a:lnTo>
                  <a:pt x="543167" y="47086"/>
                </a:lnTo>
                <a:lnTo>
                  <a:pt x="543696" y="47383"/>
                </a:lnTo>
                <a:lnTo>
                  <a:pt x="544219" y="47695"/>
                </a:lnTo>
                <a:lnTo>
                  <a:pt x="544734" y="48024"/>
                </a:lnTo>
                <a:lnTo>
                  <a:pt x="545242" y="48368"/>
                </a:lnTo>
                <a:lnTo>
                  <a:pt x="545742" y="48728"/>
                </a:lnTo>
                <a:lnTo>
                  <a:pt x="546236" y="49105"/>
                </a:lnTo>
                <a:lnTo>
                  <a:pt x="546715" y="49500"/>
                </a:lnTo>
                <a:lnTo>
                  <a:pt x="547174" y="49916"/>
                </a:lnTo>
                <a:lnTo>
                  <a:pt x="547613" y="50354"/>
                </a:lnTo>
                <a:lnTo>
                  <a:pt x="548032" y="50813"/>
                </a:lnTo>
                <a:lnTo>
                  <a:pt x="548429" y="51293"/>
                </a:lnTo>
                <a:lnTo>
                  <a:pt x="548807" y="51795"/>
                </a:lnTo>
                <a:lnTo>
                  <a:pt x="549164" y="52317"/>
                </a:lnTo>
                <a:lnTo>
                  <a:pt x="549501" y="52862"/>
                </a:lnTo>
                <a:lnTo>
                  <a:pt x="549817" y="53427"/>
                </a:lnTo>
                <a:lnTo>
                  <a:pt x="550113" y="54014"/>
                </a:lnTo>
                <a:lnTo>
                  <a:pt x="550389" y="54622"/>
                </a:lnTo>
                <a:lnTo>
                  <a:pt x="550644" y="55251"/>
                </a:lnTo>
                <a:lnTo>
                  <a:pt x="550878" y="55901"/>
                </a:lnTo>
                <a:lnTo>
                  <a:pt x="551093" y="56573"/>
                </a:lnTo>
                <a:lnTo>
                  <a:pt x="551287" y="57266"/>
                </a:lnTo>
                <a:lnTo>
                  <a:pt x="551460" y="57981"/>
                </a:lnTo>
                <a:lnTo>
                  <a:pt x="551613" y="58716"/>
                </a:lnTo>
                <a:lnTo>
                  <a:pt x="551746" y="59473"/>
                </a:lnTo>
                <a:lnTo>
                  <a:pt x="551858" y="60251"/>
                </a:lnTo>
                <a:lnTo>
                  <a:pt x="551950" y="61051"/>
                </a:lnTo>
                <a:lnTo>
                  <a:pt x="552021" y="61872"/>
                </a:lnTo>
                <a:lnTo>
                  <a:pt x="552072" y="62714"/>
                </a:lnTo>
                <a:lnTo>
                  <a:pt x="552103" y="63577"/>
                </a:lnTo>
                <a:lnTo>
                  <a:pt x="552113" y="64462"/>
                </a:lnTo>
                <a:lnTo>
                  <a:pt x="552113" y="129429"/>
                </a:lnTo>
                <a:lnTo>
                  <a:pt x="567028" y="129429"/>
                </a:lnTo>
                <a:lnTo>
                  <a:pt x="567028" y="64462"/>
                </a:lnTo>
                <a:lnTo>
                  <a:pt x="567013" y="63050"/>
                </a:lnTo>
                <a:lnTo>
                  <a:pt x="566970" y="61670"/>
                </a:lnTo>
                <a:lnTo>
                  <a:pt x="566898" y="60321"/>
                </a:lnTo>
                <a:lnTo>
                  <a:pt x="566798" y="59004"/>
                </a:lnTo>
                <a:lnTo>
                  <a:pt x="566668" y="57718"/>
                </a:lnTo>
                <a:lnTo>
                  <a:pt x="566510" y="56463"/>
                </a:lnTo>
                <a:lnTo>
                  <a:pt x="566323" y="55240"/>
                </a:lnTo>
                <a:lnTo>
                  <a:pt x="566108" y="54048"/>
                </a:lnTo>
                <a:lnTo>
                  <a:pt x="565864" y="52888"/>
                </a:lnTo>
                <a:lnTo>
                  <a:pt x="565590" y="51759"/>
                </a:lnTo>
                <a:lnTo>
                  <a:pt x="565289" y="50661"/>
                </a:lnTo>
                <a:lnTo>
                  <a:pt x="564958" y="49595"/>
                </a:lnTo>
                <a:lnTo>
                  <a:pt x="564599" y="48560"/>
                </a:lnTo>
                <a:lnTo>
                  <a:pt x="564211" y="47556"/>
                </a:lnTo>
                <a:lnTo>
                  <a:pt x="563794" y="46584"/>
                </a:lnTo>
                <a:lnTo>
                  <a:pt x="563348" y="45643"/>
                </a:lnTo>
                <a:lnTo>
                  <a:pt x="562874" y="44733"/>
                </a:lnTo>
                <a:lnTo>
                  <a:pt x="562371" y="43855"/>
                </a:lnTo>
                <a:lnTo>
                  <a:pt x="561839" y="43009"/>
                </a:lnTo>
                <a:lnTo>
                  <a:pt x="561279" y="42193"/>
                </a:lnTo>
                <a:lnTo>
                  <a:pt x="560689" y="41409"/>
                </a:lnTo>
                <a:lnTo>
                  <a:pt x="560071" y="40657"/>
                </a:lnTo>
                <a:lnTo>
                  <a:pt x="559424" y="39936"/>
                </a:lnTo>
                <a:lnTo>
                  <a:pt x="558749" y="39246"/>
                </a:lnTo>
                <a:lnTo>
                  <a:pt x="558051" y="38581"/>
                </a:lnTo>
                <a:lnTo>
                  <a:pt x="557336" y="37944"/>
                </a:lnTo>
                <a:lnTo>
                  <a:pt x="556605" y="37335"/>
                </a:lnTo>
                <a:lnTo>
                  <a:pt x="555858" y="36755"/>
                </a:lnTo>
                <a:lnTo>
                  <a:pt x="555094" y="36203"/>
                </a:lnTo>
                <a:lnTo>
                  <a:pt x="554313" y="35679"/>
                </a:lnTo>
                <a:lnTo>
                  <a:pt x="553516" y="35184"/>
                </a:lnTo>
                <a:lnTo>
                  <a:pt x="552703" y="34717"/>
                </a:lnTo>
                <a:lnTo>
                  <a:pt x="551873" y="34278"/>
                </a:lnTo>
                <a:lnTo>
                  <a:pt x="551027" y="33868"/>
                </a:lnTo>
                <a:lnTo>
                  <a:pt x="550164" y="33485"/>
                </a:lnTo>
                <a:lnTo>
                  <a:pt x="549285" y="33132"/>
                </a:lnTo>
                <a:lnTo>
                  <a:pt x="548389" y="32806"/>
                </a:lnTo>
                <a:lnTo>
                  <a:pt x="547477" y="32509"/>
                </a:lnTo>
                <a:lnTo>
                  <a:pt x="546549" y="32240"/>
                </a:lnTo>
                <a:lnTo>
                  <a:pt x="545604" y="31999"/>
                </a:lnTo>
                <a:lnTo>
                  <a:pt x="544642" y="31787"/>
                </a:lnTo>
                <a:lnTo>
                  <a:pt x="543664" y="31603"/>
                </a:lnTo>
                <a:lnTo>
                  <a:pt x="542670" y="31447"/>
                </a:lnTo>
                <a:lnTo>
                  <a:pt x="541659" y="31320"/>
                </a:lnTo>
                <a:lnTo>
                  <a:pt x="540632" y="31221"/>
                </a:lnTo>
                <a:lnTo>
                  <a:pt x="539588" y="31150"/>
                </a:lnTo>
                <a:lnTo>
                  <a:pt x="538528" y="31108"/>
                </a:lnTo>
                <a:lnTo>
                  <a:pt x="537451" y="31093"/>
                </a:lnTo>
                <a:lnTo>
                  <a:pt x="536587" y="31101"/>
                </a:lnTo>
                <a:lnTo>
                  <a:pt x="535734" y="31125"/>
                </a:lnTo>
                <a:lnTo>
                  <a:pt x="534891" y="31163"/>
                </a:lnTo>
                <a:lnTo>
                  <a:pt x="534058" y="31218"/>
                </a:lnTo>
                <a:lnTo>
                  <a:pt x="533235" y="31288"/>
                </a:lnTo>
                <a:lnTo>
                  <a:pt x="532423" y="31374"/>
                </a:lnTo>
                <a:lnTo>
                  <a:pt x="531621" y="31475"/>
                </a:lnTo>
                <a:lnTo>
                  <a:pt x="530829" y="31592"/>
                </a:lnTo>
                <a:lnTo>
                  <a:pt x="530048" y="31724"/>
                </a:lnTo>
                <a:lnTo>
                  <a:pt x="529277" y="31872"/>
                </a:lnTo>
                <a:lnTo>
                  <a:pt x="528516" y="32036"/>
                </a:lnTo>
                <a:lnTo>
                  <a:pt x="527766" y="32215"/>
                </a:lnTo>
                <a:lnTo>
                  <a:pt x="527026" y="32410"/>
                </a:lnTo>
                <a:lnTo>
                  <a:pt x="526296" y="32620"/>
                </a:lnTo>
                <a:lnTo>
                  <a:pt x="525577" y="32846"/>
                </a:lnTo>
                <a:lnTo>
                  <a:pt x="524868" y="33088"/>
                </a:lnTo>
                <a:lnTo>
                  <a:pt x="524169" y="33345"/>
                </a:lnTo>
                <a:lnTo>
                  <a:pt x="523480" y="33617"/>
                </a:lnTo>
                <a:lnTo>
                  <a:pt x="522802" y="33906"/>
                </a:lnTo>
                <a:lnTo>
                  <a:pt x="522134" y="34209"/>
                </a:lnTo>
                <a:lnTo>
                  <a:pt x="521477" y="34529"/>
                </a:lnTo>
                <a:lnTo>
                  <a:pt x="520830" y="34864"/>
                </a:lnTo>
                <a:lnTo>
                  <a:pt x="520193" y="35214"/>
                </a:lnTo>
                <a:lnTo>
                  <a:pt x="519566" y="35580"/>
                </a:lnTo>
                <a:lnTo>
                  <a:pt x="518951" y="35954"/>
                </a:lnTo>
                <a:lnTo>
                  <a:pt x="518349" y="36339"/>
                </a:lnTo>
                <a:lnTo>
                  <a:pt x="517760" y="36735"/>
                </a:lnTo>
                <a:lnTo>
                  <a:pt x="517184" y="37141"/>
                </a:lnTo>
                <a:lnTo>
                  <a:pt x="516621" y="37558"/>
                </a:lnTo>
                <a:lnTo>
                  <a:pt x="516070" y="37986"/>
                </a:lnTo>
                <a:lnTo>
                  <a:pt x="515533" y="38424"/>
                </a:lnTo>
                <a:lnTo>
                  <a:pt x="515009" y="38874"/>
                </a:lnTo>
                <a:lnTo>
                  <a:pt x="514497" y="39334"/>
                </a:lnTo>
                <a:lnTo>
                  <a:pt x="513999" y="39805"/>
                </a:lnTo>
                <a:lnTo>
                  <a:pt x="513513" y="40286"/>
                </a:lnTo>
                <a:lnTo>
                  <a:pt x="513041" y="40778"/>
                </a:lnTo>
                <a:lnTo>
                  <a:pt x="512581" y="41282"/>
                </a:lnTo>
                <a:lnTo>
                  <a:pt x="512135" y="41795"/>
                </a:lnTo>
                <a:lnTo>
                  <a:pt x="511701" y="42320"/>
                </a:lnTo>
                <a:lnTo>
                  <a:pt x="511280" y="42855"/>
                </a:lnTo>
                <a:lnTo>
                  <a:pt x="510872" y="43401"/>
                </a:lnTo>
                <a:lnTo>
                  <a:pt x="510477" y="43958"/>
                </a:lnTo>
                <a:lnTo>
                  <a:pt x="510096" y="44526"/>
                </a:lnTo>
                <a:lnTo>
                  <a:pt x="509727" y="45104"/>
                </a:lnTo>
                <a:lnTo>
                  <a:pt x="509371" y="45693"/>
                </a:lnTo>
                <a:lnTo>
                  <a:pt x="509027" y="46293"/>
                </a:lnTo>
                <a:lnTo>
                  <a:pt x="508697" y="46904"/>
                </a:lnTo>
                <a:lnTo>
                  <a:pt x="508380" y="47525"/>
                </a:lnTo>
                <a:lnTo>
                  <a:pt x="507369" y="47525"/>
                </a:lnTo>
                <a:lnTo>
                  <a:pt x="507064" y="46883"/>
                </a:lnTo>
                <a:lnTo>
                  <a:pt x="506749" y="46253"/>
                </a:lnTo>
                <a:lnTo>
                  <a:pt x="506424" y="45636"/>
                </a:lnTo>
                <a:lnTo>
                  <a:pt x="506089" y="45030"/>
                </a:lnTo>
                <a:lnTo>
                  <a:pt x="505745" y="44437"/>
                </a:lnTo>
                <a:lnTo>
                  <a:pt x="505390" y="43855"/>
                </a:lnTo>
                <a:lnTo>
                  <a:pt x="505026" y="43286"/>
                </a:lnTo>
                <a:lnTo>
                  <a:pt x="504651" y="42729"/>
                </a:lnTo>
                <a:lnTo>
                  <a:pt x="504267" y="42184"/>
                </a:lnTo>
                <a:lnTo>
                  <a:pt x="503873" y="41651"/>
                </a:lnTo>
                <a:lnTo>
                  <a:pt x="503469" y="41129"/>
                </a:lnTo>
                <a:lnTo>
                  <a:pt x="503056" y="40620"/>
                </a:lnTo>
                <a:lnTo>
                  <a:pt x="502632" y="40124"/>
                </a:lnTo>
                <a:lnTo>
                  <a:pt x="502199" y="39639"/>
                </a:lnTo>
                <a:lnTo>
                  <a:pt x="501755" y="39166"/>
                </a:lnTo>
                <a:lnTo>
                  <a:pt x="501302" y="38705"/>
                </a:lnTo>
                <a:lnTo>
                  <a:pt x="500839" y="38257"/>
                </a:lnTo>
                <a:lnTo>
                  <a:pt x="500366" y="37820"/>
                </a:lnTo>
                <a:lnTo>
                  <a:pt x="499883" y="37396"/>
                </a:lnTo>
                <a:lnTo>
                  <a:pt x="499390" y="36983"/>
                </a:lnTo>
                <a:lnTo>
                  <a:pt x="498888" y="36583"/>
                </a:lnTo>
                <a:lnTo>
                  <a:pt x="498375" y="36194"/>
                </a:lnTo>
                <a:lnTo>
                  <a:pt x="497853" y="35818"/>
                </a:lnTo>
                <a:lnTo>
                  <a:pt x="497320" y="35454"/>
                </a:lnTo>
                <a:lnTo>
                  <a:pt x="496783" y="35098"/>
                </a:lnTo>
                <a:lnTo>
                  <a:pt x="496234" y="34758"/>
                </a:lnTo>
                <a:lnTo>
                  <a:pt x="495674" y="34432"/>
                </a:lnTo>
                <a:lnTo>
                  <a:pt x="495103" y="34122"/>
                </a:lnTo>
                <a:lnTo>
                  <a:pt x="494521" y="33826"/>
                </a:lnTo>
                <a:lnTo>
                  <a:pt x="493927" y="33546"/>
                </a:lnTo>
                <a:lnTo>
                  <a:pt x="493323" y="33281"/>
                </a:lnTo>
                <a:lnTo>
                  <a:pt x="492707" y="33031"/>
                </a:lnTo>
                <a:lnTo>
                  <a:pt x="492080" y="32797"/>
                </a:lnTo>
                <a:lnTo>
                  <a:pt x="491442" y="32577"/>
                </a:lnTo>
                <a:lnTo>
                  <a:pt x="490792" y="32373"/>
                </a:lnTo>
                <a:lnTo>
                  <a:pt x="490132" y="32184"/>
                </a:lnTo>
                <a:lnTo>
                  <a:pt x="489460" y="32009"/>
                </a:lnTo>
                <a:lnTo>
                  <a:pt x="488777" y="31850"/>
                </a:lnTo>
                <a:lnTo>
                  <a:pt x="488083" y="31707"/>
                </a:lnTo>
                <a:lnTo>
                  <a:pt x="487377" y="31578"/>
                </a:lnTo>
                <a:lnTo>
                  <a:pt x="486661" y="31464"/>
                </a:lnTo>
                <a:lnTo>
                  <a:pt x="485933" y="31366"/>
                </a:lnTo>
                <a:lnTo>
                  <a:pt x="485194" y="31283"/>
                </a:lnTo>
                <a:lnTo>
                  <a:pt x="484444" y="31215"/>
                </a:lnTo>
                <a:lnTo>
                  <a:pt x="483683" y="31162"/>
                </a:lnTo>
                <a:lnTo>
                  <a:pt x="482910" y="31124"/>
                </a:lnTo>
                <a:lnTo>
                  <a:pt x="482126" y="31101"/>
                </a:lnTo>
                <a:lnTo>
                  <a:pt x="481331" y="31093"/>
                </a:lnTo>
                <a:lnTo>
                  <a:pt x="480546" y="31101"/>
                </a:lnTo>
                <a:lnTo>
                  <a:pt x="479770" y="31124"/>
                </a:lnTo>
                <a:lnTo>
                  <a:pt x="479004" y="31162"/>
                </a:lnTo>
                <a:lnTo>
                  <a:pt x="478247" y="31215"/>
                </a:lnTo>
                <a:lnTo>
                  <a:pt x="477499" y="31283"/>
                </a:lnTo>
                <a:lnTo>
                  <a:pt x="476761" y="31366"/>
                </a:lnTo>
                <a:lnTo>
                  <a:pt x="476033" y="31464"/>
                </a:lnTo>
                <a:lnTo>
                  <a:pt x="475314" y="31578"/>
                </a:lnTo>
                <a:lnTo>
                  <a:pt x="474604" y="31707"/>
                </a:lnTo>
                <a:lnTo>
                  <a:pt x="473903" y="31850"/>
                </a:lnTo>
                <a:lnTo>
                  <a:pt x="473213" y="32009"/>
                </a:lnTo>
                <a:lnTo>
                  <a:pt x="472531" y="32184"/>
                </a:lnTo>
                <a:lnTo>
                  <a:pt x="471859" y="32373"/>
                </a:lnTo>
                <a:lnTo>
                  <a:pt x="471196" y="32577"/>
                </a:lnTo>
                <a:lnTo>
                  <a:pt x="470543" y="32797"/>
                </a:lnTo>
                <a:lnTo>
                  <a:pt x="469900" y="33031"/>
                </a:lnTo>
                <a:lnTo>
                  <a:pt x="469265" y="33281"/>
                </a:lnTo>
                <a:lnTo>
                  <a:pt x="468640" y="33546"/>
                </a:lnTo>
                <a:lnTo>
                  <a:pt x="468025" y="33826"/>
                </a:lnTo>
                <a:lnTo>
                  <a:pt x="467419" y="34122"/>
                </a:lnTo>
                <a:lnTo>
                  <a:pt x="466822" y="34432"/>
                </a:lnTo>
                <a:lnTo>
                  <a:pt x="466235" y="34758"/>
                </a:lnTo>
                <a:lnTo>
                  <a:pt x="465658" y="35098"/>
                </a:lnTo>
                <a:lnTo>
                  <a:pt x="465089" y="35454"/>
                </a:lnTo>
                <a:lnTo>
                  <a:pt x="464532" y="35818"/>
                </a:lnTo>
                <a:lnTo>
                  <a:pt x="463988" y="36194"/>
                </a:lnTo>
                <a:lnTo>
                  <a:pt x="463457" y="36583"/>
                </a:lnTo>
                <a:lnTo>
                  <a:pt x="462939" y="36983"/>
                </a:lnTo>
                <a:lnTo>
                  <a:pt x="462434" y="37396"/>
                </a:lnTo>
                <a:lnTo>
                  <a:pt x="461941" y="37820"/>
                </a:lnTo>
                <a:lnTo>
                  <a:pt x="461462" y="38257"/>
                </a:lnTo>
                <a:lnTo>
                  <a:pt x="460996" y="38705"/>
                </a:lnTo>
                <a:lnTo>
                  <a:pt x="460542" y="39166"/>
                </a:lnTo>
                <a:lnTo>
                  <a:pt x="460102" y="39639"/>
                </a:lnTo>
                <a:lnTo>
                  <a:pt x="459674" y="40124"/>
                </a:lnTo>
                <a:lnTo>
                  <a:pt x="459259" y="40620"/>
                </a:lnTo>
                <a:lnTo>
                  <a:pt x="458858" y="41129"/>
                </a:lnTo>
                <a:lnTo>
                  <a:pt x="458469" y="41651"/>
                </a:lnTo>
                <a:lnTo>
                  <a:pt x="458093" y="42184"/>
                </a:lnTo>
                <a:lnTo>
                  <a:pt x="457730" y="42729"/>
                </a:lnTo>
                <a:lnTo>
                  <a:pt x="457381" y="43286"/>
                </a:lnTo>
                <a:lnTo>
                  <a:pt x="457044" y="43855"/>
                </a:lnTo>
                <a:lnTo>
                  <a:pt x="456720" y="44437"/>
                </a:lnTo>
                <a:lnTo>
                  <a:pt x="456409" y="45030"/>
                </a:lnTo>
                <a:lnTo>
                  <a:pt x="456110" y="45636"/>
                </a:lnTo>
                <a:lnTo>
                  <a:pt x="455825" y="46253"/>
                </a:lnTo>
                <a:lnTo>
                  <a:pt x="455553" y="46883"/>
                </a:lnTo>
                <a:lnTo>
                  <a:pt x="455294" y="47525"/>
                </a:lnTo>
                <a:lnTo>
                  <a:pt x="454030" y="47525"/>
                </a:lnTo>
                <a:lnTo>
                  <a:pt x="454030" y="32357"/>
                </a:lnTo>
                <a:lnTo>
                  <a:pt x="439621" y="32357"/>
                </a:lnTo>
                <a:lnTo>
                  <a:pt x="439621" y="129429"/>
                </a:lnTo>
                <a:lnTo>
                  <a:pt x="454535" y="129429"/>
                </a:lnTo>
                <a:lnTo>
                  <a:pt x="454535" y="68759"/>
                </a:lnTo>
                <a:lnTo>
                  <a:pt x="454541" y="68167"/>
                </a:lnTo>
                <a:lnTo>
                  <a:pt x="454556" y="67581"/>
                </a:lnTo>
                <a:lnTo>
                  <a:pt x="454583" y="67001"/>
                </a:lnTo>
                <a:close/>
                <a:moveTo>
                  <a:pt x="689426" y="32357"/>
                </a:moveTo>
                <a:lnTo>
                  <a:pt x="725323" y="129429"/>
                </a:lnTo>
                <a:lnTo>
                  <a:pt x="740490" y="129429"/>
                </a:lnTo>
                <a:lnTo>
                  <a:pt x="776387" y="32357"/>
                </a:lnTo>
                <a:lnTo>
                  <a:pt x="760208" y="32357"/>
                </a:lnTo>
                <a:lnTo>
                  <a:pt x="733412" y="109712"/>
                </a:lnTo>
                <a:lnTo>
                  <a:pt x="732401" y="109712"/>
                </a:lnTo>
                <a:lnTo>
                  <a:pt x="705605" y="32357"/>
                </a:lnTo>
                <a:lnTo>
                  <a:pt x="689426" y="32357"/>
                </a:lnTo>
                <a:close/>
                <a:moveTo>
                  <a:pt x="416876" y="76300"/>
                </a:moveTo>
                <a:lnTo>
                  <a:pt x="416833" y="75220"/>
                </a:lnTo>
                <a:lnTo>
                  <a:pt x="416776" y="74154"/>
                </a:lnTo>
                <a:lnTo>
                  <a:pt x="416708" y="73104"/>
                </a:lnTo>
                <a:lnTo>
                  <a:pt x="416626" y="72069"/>
                </a:lnTo>
                <a:lnTo>
                  <a:pt x="416532" y="71049"/>
                </a:lnTo>
                <a:lnTo>
                  <a:pt x="416426" y="70043"/>
                </a:lnTo>
                <a:lnTo>
                  <a:pt x="416307" y="69053"/>
                </a:lnTo>
                <a:lnTo>
                  <a:pt x="416176" y="68077"/>
                </a:lnTo>
                <a:lnTo>
                  <a:pt x="416032" y="67116"/>
                </a:lnTo>
                <a:lnTo>
                  <a:pt x="415876" y="66170"/>
                </a:lnTo>
                <a:lnTo>
                  <a:pt x="415707" y="65240"/>
                </a:lnTo>
                <a:lnTo>
                  <a:pt x="415526" y="64324"/>
                </a:lnTo>
                <a:lnTo>
                  <a:pt x="415332" y="63423"/>
                </a:lnTo>
                <a:lnTo>
                  <a:pt x="415125" y="62537"/>
                </a:lnTo>
                <a:lnTo>
                  <a:pt x="414906" y="61665"/>
                </a:lnTo>
                <a:lnTo>
                  <a:pt x="414675" y="60809"/>
                </a:lnTo>
                <a:lnTo>
                  <a:pt x="414431" y="59968"/>
                </a:lnTo>
                <a:lnTo>
                  <a:pt x="414175" y="59141"/>
                </a:lnTo>
                <a:lnTo>
                  <a:pt x="413906" y="58330"/>
                </a:lnTo>
                <a:lnTo>
                  <a:pt x="413624" y="57533"/>
                </a:lnTo>
                <a:lnTo>
                  <a:pt x="413330" y="56752"/>
                </a:lnTo>
                <a:lnTo>
                  <a:pt x="413026" y="55984"/>
                </a:lnTo>
                <a:lnTo>
                  <a:pt x="412713" y="55229"/>
                </a:lnTo>
                <a:lnTo>
                  <a:pt x="412391" y="54486"/>
                </a:lnTo>
                <a:lnTo>
                  <a:pt x="412061" y="53757"/>
                </a:lnTo>
                <a:lnTo>
                  <a:pt x="411722" y="53040"/>
                </a:lnTo>
                <a:lnTo>
                  <a:pt x="411375" y="52336"/>
                </a:lnTo>
                <a:lnTo>
                  <a:pt x="411019" y="51644"/>
                </a:lnTo>
                <a:lnTo>
                  <a:pt x="410655" y="50966"/>
                </a:lnTo>
                <a:lnTo>
                  <a:pt x="410282" y="50300"/>
                </a:lnTo>
                <a:lnTo>
                  <a:pt x="409901" y="49646"/>
                </a:lnTo>
                <a:lnTo>
                  <a:pt x="409511" y="49006"/>
                </a:lnTo>
                <a:lnTo>
                  <a:pt x="409112" y="48378"/>
                </a:lnTo>
                <a:lnTo>
                  <a:pt x="408705" y="47763"/>
                </a:lnTo>
                <a:lnTo>
                  <a:pt x="408289" y="47161"/>
                </a:lnTo>
                <a:lnTo>
                  <a:pt x="407865" y="46571"/>
                </a:lnTo>
                <a:lnTo>
                  <a:pt x="407432" y="45994"/>
                </a:lnTo>
                <a:lnTo>
                  <a:pt x="406991" y="45430"/>
                </a:lnTo>
                <a:lnTo>
                  <a:pt x="406541" y="44878"/>
                </a:lnTo>
                <a:lnTo>
                  <a:pt x="406082" y="44340"/>
                </a:lnTo>
                <a:lnTo>
                  <a:pt x="405615" y="43814"/>
                </a:lnTo>
                <a:lnTo>
                  <a:pt x="405139" y="43300"/>
                </a:lnTo>
                <a:lnTo>
                  <a:pt x="404655" y="42800"/>
                </a:lnTo>
                <a:lnTo>
                  <a:pt x="404162" y="42312"/>
                </a:lnTo>
                <a:lnTo>
                  <a:pt x="403661" y="41837"/>
                </a:lnTo>
                <a:lnTo>
                  <a:pt x="403153" y="41369"/>
                </a:lnTo>
                <a:lnTo>
                  <a:pt x="402641" y="40911"/>
                </a:lnTo>
                <a:lnTo>
                  <a:pt x="402124" y="40464"/>
                </a:lnTo>
                <a:lnTo>
                  <a:pt x="401602" y="40029"/>
                </a:lnTo>
                <a:lnTo>
                  <a:pt x="401076" y="39604"/>
                </a:lnTo>
                <a:lnTo>
                  <a:pt x="400545" y="39191"/>
                </a:lnTo>
                <a:lnTo>
                  <a:pt x="400009" y="38788"/>
                </a:lnTo>
                <a:lnTo>
                  <a:pt x="399469" y="38396"/>
                </a:lnTo>
                <a:lnTo>
                  <a:pt x="398924" y="38016"/>
                </a:lnTo>
                <a:lnTo>
                  <a:pt x="398375" y="37646"/>
                </a:lnTo>
                <a:lnTo>
                  <a:pt x="397821" y="37287"/>
                </a:lnTo>
                <a:lnTo>
                  <a:pt x="397262" y="36939"/>
                </a:lnTo>
                <a:lnTo>
                  <a:pt x="396699" y="36602"/>
                </a:lnTo>
                <a:lnTo>
                  <a:pt x="396131" y="36276"/>
                </a:lnTo>
                <a:lnTo>
                  <a:pt x="395559" y="35962"/>
                </a:lnTo>
                <a:lnTo>
                  <a:pt x="394982" y="35658"/>
                </a:lnTo>
                <a:lnTo>
                  <a:pt x="394400" y="35365"/>
                </a:lnTo>
                <a:lnTo>
                  <a:pt x="393814" y="35083"/>
                </a:lnTo>
                <a:lnTo>
                  <a:pt x="393223" y="34812"/>
                </a:lnTo>
                <a:lnTo>
                  <a:pt x="392628" y="34552"/>
                </a:lnTo>
                <a:lnTo>
                  <a:pt x="392028" y="34303"/>
                </a:lnTo>
                <a:lnTo>
                  <a:pt x="391423" y="34065"/>
                </a:lnTo>
                <a:lnTo>
                  <a:pt x="390814" y="33837"/>
                </a:lnTo>
                <a:lnTo>
                  <a:pt x="390200" y="33621"/>
                </a:lnTo>
                <a:lnTo>
                  <a:pt x="389583" y="33415"/>
                </a:lnTo>
                <a:lnTo>
                  <a:pt x="388966" y="33218"/>
                </a:lnTo>
                <a:lnTo>
                  <a:pt x="388348" y="33029"/>
                </a:lnTo>
                <a:lnTo>
                  <a:pt x="387730" y="32849"/>
                </a:lnTo>
                <a:lnTo>
                  <a:pt x="387111" y="32678"/>
                </a:lnTo>
                <a:lnTo>
                  <a:pt x="386491" y="32515"/>
                </a:lnTo>
                <a:lnTo>
                  <a:pt x="385871" y="32362"/>
                </a:lnTo>
                <a:lnTo>
                  <a:pt x="385249" y="32217"/>
                </a:lnTo>
                <a:lnTo>
                  <a:pt x="384628" y="32081"/>
                </a:lnTo>
                <a:lnTo>
                  <a:pt x="384005" y="31954"/>
                </a:lnTo>
                <a:lnTo>
                  <a:pt x="383382" y="31835"/>
                </a:lnTo>
                <a:lnTo>
                  <a:pt x="382758" y="31725"/>
                </a:lnTo>
                <a:lnTo>
                  <a:pt x="382134" y="31624"/>
                </a:lnTo>
                <a:lnTo>
                  <a:pt x="381509" y="31532"/>
                </a:lnTo>
                <a:lnTo>
                  <a:pt x="380883" y="31449"/>
                </a:lnTo>
                <a:lnTo>
                  <a:pt x="380257" y="31374"/>
                </a:lnTo>
                <a:lnTo>
                  <a:pt x="379630" y="31308"/>
                </a:lnTo>
                <a:lnTo>
                  <a:pt x="379002" y="31251"/>
                </a:lnTo>
                <a:lnTo>
                  <a:pt x="378374" y="31203"/>
                </a:lnTo>
                <a:lnTo>
                  <a:pt x="377745" y="31164"/>
                </a:lnTo>
                <a:lnTo>
                  <a:pt x="377115" y="31133"/>
                </a:lnTo>
                <a:lnTo>
                  <a:pt x="376485" y="31111"/>
                </a:lnTo>
                <a:lnTo>
                  <a:pt x="375854" y="31098"/>
                </a:lnTo>
                <a:lnTo>
                  <a:pt x="375222" y="31093"/>
                </a:lnTo>
                <a:lnTo>
                  <a:pt x="374132" y="31105"/>
                </a:lnTo>
                <a:lnTo>
                  <a:pt x="373054" y="31138"/>
                </a:lnTo>
                <a:lnTo>
                  <a:pt x="371987" y="31194"/>
                </a:lnTo>
                <a:lnTo>
                  <a:pt x="370932" y="31272"/>
                </a:lnTo>
                <a:lnTo>
                  <a:pt x="369887" y="31373"/>
                </a:lnTo>
                <a:lnTo>
                  <a:pt x="368855" y="31496"/>
                </a:lnTo>
                <a:lnTo>
                  <a:pt x="367834" y="31642"/>
                </a:lnTo>
                <a:lnTo>
                  <a:pt x="366824" y="31810"/>
                </a:lnTo>
                <a:lnTo>
                  <a:pt x="365825" y="32000"/>
                </a:lnTo>
                <a:lnTo>
                  <a:pt x="364838" y="32213"/>
                </a:lnTo>
                <a:lnTo>
                  <a:pt x="363863" y="32448"/>
                </a:lnTo>
                <a:lnTo>
                  <a:pt x="362898" y="32705"/>
                </a:lnTo>
                <a:lnTo>
                  <a:pt x="361946" y="32985"/>
                </a:lnTo>
                <a:lnTo>
                  <a:pt x="361004" y="33287"/>
                </a:lnTo>
                <a:lnTo>
                  <a:pt x="360074" y="33611"/>
                </a:lnTo>
                <a:lnTo>
                  <a:pt x="359156" y="33958"/>
                </a:lnTo>
                <a:lnTo>
                  <a:pt x="358249" y="34328"/>
                </a:lnTo>
                <a:lnTo>
                  <a:pt x="357353" y="34719"/>
                </a:lnTo>
                <a:lnTo>
                  <a:pt x="356468" y="35133"/>
                </a:lnTo>
                <a:lnTo>
                  <a:pt x="355596" y="35570"/>
                </a:lnTo>
                <a:lnTo>
                  <a:pt x="354734" y="36029"/>
                </a:lnTo>
                <a:lnTo>
                  <a:pt x="353884" y="36510"/>
                </a:lnTo>
                <a:lnTo>
                  <a:pt x="353045" y="37014"/>
                </a:lnTo>
                <a:lnTo>
                  <a:pt x="352218" y="37540"/>
                </a:lnTo>
                <a:lnTo>
                  <a:pt x="351409" y="38080"/>
                </a:lnTo>
                <a:lnTo>
                  <a:pt x="350615" y="38639"/>
                </a:lnTo>
                <a:lnTo>
                  <a:pt x="349836" y="39214"/>
                </a:lnTo>
                <a:lnTo>
                  <a:pt x="349072" y="39808"/>
                </a:lnTo>
                <a:lnTo>
                  <a:pt x="348323" y="40419"/>
                </a:lnTo>
                <a:lnTo>
                  <a:pt x="347589" y="41047"/>
                </a:lnTo>
                <a:lnTo>
                  <a:pt x="346869" y="41693"/>
                </a:lnTo>
                <a:lnTo>
                  <a:pt x="346165" y="42357"/>
                </a:lnTo>
                <a:lnTo>
                  <a:pt x="345476" y="43038"/>
                </a:lnTo>
                <a:lnTo>
                  <a:pt x="344801" y="43736"/>
                </a:lnTo>
                <a:lnTo>
                  <a:pt x="344141" y="44453"/>
                </a:lnTo>
                <a:lnTo>
                  <a:pt x="343497" y="45187"/>
                </a:lnTo>
                <a:lnTo>
                  <a:pt x="342867" y="45938"/>
                </a:lnTo>
                <a:lnTo>
                  <a:pt x="342252" y="46707"/>
                </a:lnTo>
                <a:lnTo>
                  <a:pt x="341652" y="47493"/>
                </a:lnTo>
                <a:lnTo>
                  <a:pt x="341067" y="48297"/>
                </a:lnTo>
                <a:lnTo>
                  <a:pt x="340497" y="49119"/>
                </a:lnTo>
                <a:lnTo>
                  <a:pt x="339942" y="49958"/>
                </a:lnTo>
                <a:lnTo>
                  <a:pt x="339401" y="50815"/>
                </a:lnTo>
                <a:lnTo>
                  <a:pt x="338876" y="51689"/>
                </a:lnTo>
                <a:lnTo>
                  <a:pt x="338366" y="52581"/>
                </a:lnTo>
                <a:lnTo>
                  <a:pt x="337870" y="53490"/>
                </a:lnTo>
                <a:lnTo>
                  <a:pt x="337390" y="54417"/>
                </a:lnTo>
                <a:lnTo>
                  <a:pt x="336924" y="55361"/>
                </a:lnTo>
                <a:lnTo>
                  <a:pt x="336481" y="56316"/>
                </a:lnTo>
                <a:lnTo>
                  <a:pt x="336056" y="57282"/>
                </a:lnTo>
                <a:lnTo>
                  <a:pt x="335650" y="58261"/>
                </a:lnTo>
                <a:lnTo>
                  <a:pt x="335263" y="59252"/>
                </a:lnTo>
                <a:lnTo>
                  <a:pt x="334895" y="60255"/>
                </a:lnTo>
                <a:lnTo>
                  <a:pt x="334546" y="61270"/>
                </a:lnTo>
                <a:lnTo>
                  <a:pt x="334216" y="62298"/>
                </a:lnTo>
                <a:lnTo>
                  <a:pt x="333905" y="63338"/>
                </a:lnTo>
                <a:lnTo>
                  <a:pt x="333612" y="64391"/>
                </a:lnTo>
                <a:lnTo>
                  <a:pt x="333338" y="65456"/>
                </a:lnTo>
                <a:lnTo>
                  <a:pt x="333084" y="66533"/>
                </a:lnTo>
                <a:lnTo>
                  <a:pt x="332848" y="67622"/>
                </a:lnTo>
                <a:lnTo>
                  <a:pt x="332631" y="68723"/>
                </a:lnTo>
                <a:lnTo>
                  <a:pt x="332433" y="69837"/>
                </a:lnTo>
                <a:lnTo>
                  <a:pt x="332253" y="70963"/>
                </a:lnTo>
                <a:lnTo>
                  <a:pt x="332093" y="72102"/>
                </a:lnTo>
                <a:lnTo>
                  <a:pt x="331951" y="73253"/>
                </a:lnTo>
                <a:lnTo>
                  <a:pt x="331829" y="74416"/>
                </a:lnTo>
                <a:lnTo>
                  <a:pt x="331725" y="75591"/>
                </a:lnTo>
                <a:lnTo>
                  <a:pt x="331640" y="76778"/>
                </a:lnTo>
                <a:lnTo>
                  <a:pt x="331574" y="77978"/>
                </a:lnTo>
                <a:lnTo>
                  <a:pt x="331527" y="79191"/>
                </a:lnTo>
                <a:lnTo>
                  <a:pt x="331498" y="80415"/>
                </a:lnTo>
                <a:lnTo>
                  <a:pt x="331489" y="81652"/>
                </a:lnTo>
                <a:lnTo>
                  <a:pt x="331498" y="82888"/>
                </a:lnTo>
                <a:lnTo>
                  <a:pt x="331527" y="84112"/>
                </a:lnTo>
                <a:lnTo>
                  <a:pt x="331574" y="85323"/>
                </a:lnTo>
                <a:lnTo>
                  <a:pt x="331640" y="86521"/>
                </a:lnTo>
                <a:lnTo>
                  <a:pt x="331725" y="87707"/>
                </a:lnTo>
                <a:lnTo>
                  <a:pt x="331829" y="88880"/>
                </a:lnTo>
                <a:lnTo>
                  <a:pt x="331951" y="90040"/>
                </a:lnTo>
                <a:lnTo>
                  <a:pt x="332093" y="91188"/>
                </a:lnTo>
                <a:lnTo>
                  <a:pt x="332253" y="92322"/>
                </a:lnTo>
                <a:lnTo>
                  <a:pt x="332433" y="93444"/>
                </a:lnTo>
                <a:lnTo>
                  <a:pt x="332631" y="94554"/>
                </a:lnTo>
                <a:lnTo>
                  <a:pt x="332848" y="95650"/>
                </a:lnTo>
                <a:lnTo>
                  <a:pt x="333084" y="96734"/>
                </a:lnTo>
                <a:lnTo>
                  <a:pt x="333338" y="97805"/>
                </a:lnTo>
                <a:lnTo>
                  <a:pt x="333612" y="98863"/>
                </a:lnTo>
                <a:lnTo>
                  <a:pt x="333905" y="99909"/>
                </a:lnTo>
                <a:lnTo>
                  <a:pt x="334216" y="100942"/>
                </a:lnTo>
                <a:lnTo>
                  <a:pt x="334546" y="101962"/>
                </a:lnTo>
                <a:lnTo>
                  <a:pt x="334895" y="102969"/>
                </a:lnTo>
                <a:lnTo>
                  <a:pt x="335263" y="103964"/>
                </a:lnTo>
                <a:lnTo>
                  <a:pt x="335650" y="104946"/>
                </a:lnTo>
                <a:lnTo>
                  <a:pt x="336056" y="105915"/>
                </a:lnTo>
                <a:lnTo>
                  <a:pt x="336481" y="106872"/>
                </a:lnTo>
                <a:lnTo>
                  <a:pt x="336924" y="107816"/>
                </a:lnTo>
                <a:lnTo>
                  <a:pt x="337390" y="108739"/>
                </a:lnTo>
                <a:lnTo>
                  <a:pt x="337872" y="109646"/>
                </a:lnTo>
                <a:lnTo>
                  <a:pt x="338371" y="110535"/>
                </a:lnTo>
                <a:lnTo>
                  <a:pt x="338885" y="111407"/>
                </a:lnTo>
                <a:lnTo>
                  <a:pt x="339415" y="112263"/>
                </a:lnTo>
                <a:lnTo>
                  <a:pt x="339961" y="113101"/>
                </a:lnTo>
                <a:lnTo>
                  <a:pt x="340524" y="113922"/>
                </a:lnTo>
                <a:lnTo>
                  <a:pt x="341102" y="114725"/>
                </a:lnTo>
                <a:lnTo>
                  <a:pt x="341696" y="115512"/>
                </a:lnTo>
                <a:lnTo>
                  <a:pt x="342307" y="116282"/>
                </a:lnTo>
                <a:lnTo>
                  <a:pt x="342933" y="117034"/>
                </a:lnTo>
                <a:lnTo>
                  <a:pt x="343576" y="117769"/>
                </a:lnTo>
                <a:lnTo>
                  <a:pt x="344234" y="118488"/>
                </a:lnTo>
                <a:lnTo>
                  <a:pt x="344908" y="119189"/>
                </a:lnTo>
                <a:lnTo>
                  <a:pt x="345599" y="119873"/>
                </a:lnTo>
                <a:lnTo>
                  <a:pt x="346305" y="120540"/>
                </a:lnTo>
                <a:lnTo>
                  <a:pt x="347028" y="121189"/>
                </a:lnTo>
                <a:lnTo>
                  <a:pt x="347766" y="121822"/>
                </a:lnTo>
                <a:lnTo>
                  <a:pt x="348521" y="122437"/>
                </a:lnTo>
                <a:lnTo>
                  <a:pt x="349292" y="123036"/>
                </a:lnTo>
                <a:lnTo>
                  <a:pt x="350078" y="123617"/>
                </a:lnTo>
                <a:lnTo>
                  <a:pt x="350881" y="124181"/>
                </a:lnTo>
                <a:lnTo>
                  <a:pt x="351699" y="124728"/>
                </a:lnTo>
                <a:lnTo>
                  <a:pt x="352534" y="125258"/>
                </a:lnTo>
                <a:lnTo>
                  <a:pt x="353389" y="125764"/>
                </a:lnTo>
                <a:lnTo>
                  <a:pt x="354257" y="126248"/>
                </a:lnTo>
                <a:lnTo>
                  <a:pt x="355138" y="126710"/>
                </a:lnTo>
                <a:lnTo>
                  <a:pt x="356033" y="127151"/>
                </a:lnTo>
                <a:lnTo>
                  <a:pt x="356941" y="127570"/>
                </a:lnTo>
                <a:lnTo>
                  <a:pt x="357862" y="127968"/>
                </a:lnTo>
                <a:lnTo>
                  <a:pt x="358797" y="128344"/>
                </a:lnTo>
                <a:lnTo>
                  <a:pt x="359746" y="128699"/>
                </a:lnTo>
                <a:lnTo>
                  <a:pt x="360707" y="129032"/>
                </a:lnTo>
                <a:lnTo>
                  <a:pt x="361682" y="129344"/>
                </a:lnTo>
                <a:lnTo>
                  <a:pt x="362671" y="129635"/>
                </a:lnTo>
                <a:lnTo>
                  <a:pt x="363673" y="129903"/>
                </a:lnTo>
                <a:lnTo>
                  <a:pt x="364688" y="130151"/>
                </a:lnTo>
                <a:lnTo>
                  <a:pt x="365716" y="130376"/>
                </a:lnTo>
                <a:lnTo>
                  <a:pt x="366758" y="130581"/>
                </a:lnTo>
                <a:lnTo>
                  <a:pt x="367814" y="130764"/>
                </a:lnTo>
                <a:lnTo>
                  <a:pt x="368883" y="130925"/>
                </a:lnTo>
                <a:lnTo>
                  <a:pt x="369965" y="131065"/>
                </a:lnTo>
                <a:lnTo>
                  <a:pt x="371060" y="131183"/>
                </a:lnTo>
                <a:lnTo>
                  <a:pt x="372169" y="131280"/>
                </a:lnTo>
                <a:lnTo>
                  <a:pt x="373292" y="131355"/>
                </a:lnTo>
                <a:lnTo>
                  <a:pt x="374427" y="131409"/>
                </a:lnTo>
                <a:lnTo>
                  <a:pt x="375576" y="131441"/>
                </a:lnTo>
                <a:lnTo>
                  <a:pt x="376739" y="131452"/>
                </a:lnTo>
                <a:lnTo>
                  <a:pt x="377557" y="131446"/>
                </a:lnTo>
                <a:lnTo>
                  <a:pt x="378368" y="131431"/>
                </a:lnTo>
                <a:lnTo>
                  <a:pt x="379173" y="131404"/>
                </a:lnTo>
                <a:lnTo>
                  <a:pt x="379971" y="131367"/>
                </a:lnTo>
                <a:lnTo>
                  <a:pt x="380762" y="131320"/>
                </a:lnTo>
                <a:lnTo>
                  <a:pt x="381546" y="131262"/>
                </a:lnTo>
                <a:lnTo>
                  <a:pt x="382323" y="131194"/>
                </a:lnTo>
                <a:lnTo>
                  <a:pt x="383094" y="131115"/>
                </a:lnTo>
                <a:lnTo>
                  <a:pt x="383857" y="131025"/>
                </a:lnTo>
                <a:lnTo>
                  <a:pt x="384614" y="130925"/>
                </a:lnTo>
                <a:lnTo>
                  <a:pt x="385365" y="130814"/>
                </a:lnTo>
                <a:lnTo>
                  <a:pt x="386108" y="130693"/>
                </a:lnTo>
                <a:lnTo>
                  <a:pt x="386844" y="130562"/>
                </a:lnTo>
                <a:lnTo>
                  <a:pt x="387574" y="130419"/>
                </a:lnTo>
                <a:lnTo>
                  <a:pt x="388297" y="130267"/>
                </a:lnTo>
                <a:lnTo>
                  <a:pt x="389013" y="130103"/>
                </a:lnTo>
                <a:lnTo>
                  <a:pt x="389723" y="129930"/>
                </a:lnTo>
                <a:lnTo>
                  <a:pt x="390425" y="129745"/>
                </a:lnTo>
                <a:lnTo>
                  <a:pt x="391121" y="129551"/>
                </a:lnTo>
                <a:lnTo>
                  <a:pt x="391810" y="129345"/>
                </a:lnTo>
                <a:lnTo>
                  <a:pt x="392492" y="129129"/>
                </a:lnTo>
                <a:lnTo>
                  <a:pt x="393167" y="128903"/>
                </a:lnTo>
                <a:lnTo>
                  <a:pt x="393836" y="128666"/>
                </a:lnTo>
                <a:lnTo>
                  <a:pt x="394497" y="128418"/>
                </a:lnTo>
                <a:lnTo>
                  <a:pt x="395151" y="128156"/>
                </a:lnTo>
                <a:lnTo>
                  <a:pt x="395796" y="127885"/>
                </a:lnTo>
                <a:lnTo>
                  <a:pt x="396433" y="127607"/>
                </a:lnTo>
                <a:lnTo>
                  <a:pt x="397060" y="127319"/>
                </a:lnTo>
                <a:lnTo>
                  <a:pt x="397679" y="127024"/>
                </a:lnTo>
                <a:lnTo>
                  <a:pt x="398289" y="126720"/>
                </a:lnTo>
                <a:lnTo>
                  <a:pt x="398891" y="126408"/>
                </a:lnTo>
                <a:lnTo>
                  <a:pt x="399483" y="126087"/>
                </a:lnTo>
                <a:lnTo>
                  <a:pt x="400067" y="125758"/>
                </a:lnTo>
                <a:lnTo>
                  <a:pt x="400642" y="125421"/>
                </a:lnTo>
                <a:lnTo>
                  <a:pt x="401208" y="125075"/>
                </a:lnTo>
                <a:lnTo>
                  <a:pt x="401765" y="124721"/>
                </a:lnTo>
                <a:lnTo>
                  <a:pt x="402314" y="124359"/>
                </a:lnTo>
                <a:lnTo>
                  <a:pt x="402854" y="123988"/>
                </a:lnTo>
                <a:lnTo>
                  <a:pt x="403385" y="123609"/>
                </a:lnTo>
                <a:lnTo>
                  <a:pt x="403907" y="123222"/>
                </a:lnTo>
                <a:lnTo>
                  <a:pt x="404420" y="122826"/>
                </a:lnTo>
                <a:lnTo>
                  <a:pt x="404925" y="122422"/>
                </a:lnTo>
                <a:lnTo>
                  <a:pt x="405421" y="122010"/>
                </a:lnTo>
                <a:lnTo>
                  <a:pt x="405908" y="121589"/>
                </a:lnTo>
                <a:lnTo>
                  <a:pt x="406386" y="121160"/>
                </a:lnTo>
                <a:lnTo>
                  <a:pt x="406856" y="120723"/>
                </a:lnTo>
                <a:lnTo>
                  <a:pt x="407317" y="120277"/>
                </a:lnTo>
                <a:lnTo>
                  <a:pt x="407769" y="119823"/>
                </a:lnTo>
                <a:lnTo>
                  <a:pt x="408211" y="119357"/>
                </a:lnTo>
                <a:lnTo>
                  <a:pt x="408643" y="118884"/>
                </a:lnTo>
                <a:lnTo>
                  <a:pt x="409064" y="118405"/>
                </a:lnTo>
                <a:lnTo>
                  <a:pt x="409474" y="117920"/>
                </a:lnTo>
                <a:lnTo>
                  <a:pt x="409873" y="117429"/>
                </a:lnTo>
                <a:lnTo>
                  <a:pt x="410261" y="116932"/>
                </a:lnTo>
                <a:lnTo>
                  <a:pt x="410639" y="116429"/>
                </a:lnTo>
                <a:lnTo>
                  <a:pt x="411006" y="115919"/>
                </a:lnTo>
                <a:lnTo>
                  <a:pt x="411362" y="115403"/>
                </a:lnTo>
                <a:lnTo>
                  <a:pt x="411708" y="114882"/>
                </a:lnTo>
                <a:lnTo>
                  <a:pt x="412043" y="114354"/>
                </a:lnTo>
                <a:lnTo>
                  <a:pt x="412367" y="113819"/>
                </a:lnTo>
                <a:lnTo>
                  <a:pt x="412680" y="113279"/>
                </a:lnTo>
                <a:lnTo>
                  <a:pt x="412982" y="112733"/>
                </a:lnTo>
                <a:lnTo>
                  <a:pt x="413274" y="112180"/>
                </a:lnTo>
                <a:lnTo>
                  <a:pt x="413555" y="111622"/>
                </a:lnTo>
                <a:lnTo>
                  <a:pt x="413825" y="111057"/>
                </a:lnTo>
                <a:lnTo>
                  <a:pt x="414085" y="110486"/>
                </a:lnTo>
                <a:lnTo>
                  <a:pt x="414334" y="109909"/>
                </a:lnTo>
                <a:lnTo>
                  <a:pt x="414572" y="109325"/>
                </a:lnTo>
                <a:lnTo>
                  <a:pt x="414799" y="108736"/>
                </a:lnTo>
                <a:lnTo>
                  <a:pt x="415015" y="108140"/>
                </a:lnTo>
                <a:lnTo>
                  <a:pt x="415221" y="107539"/>
                </a:lnTo>
                <a:lnTo>
                  <a:pt x="415416" y="106931"/>
                </a:lnTo>
                <a:lnTo>
                  <a:pt x="401007" y="102886"/>
                </a:lnTo>
                <a:lnTo>
                  <a:pt x="400846" y="103305"/>
                </a:lnTo>
                <a:lnTo>
                  <a:pt x="400680" y="103717"/>
                </a:lnTo>
                <a:lnTo>
                  <a:pt x="400508" y="104125"/>
                </a:lnTo>
                <a:lnTo>
                  <a:pt x="400331" y="104526"/>
                </a:lnTo>
                <a:lnTo>
                  <a:pt x="400148" y="104922"/>
                </a:lnTo>
                <a:lnTo>
                  <a:pt x="399960" y="105311"/>
                </a:lnTo>
                <a:lnTo>
                  <a:pt x="399766" y="105696"/>
                </a:lnTo>
                <a:lnTo>
                  <a:pt x="399567" y="106074"/>
                </a:lnTo>
                <a:lnTo>
                  <a:pt x="399363" y="106447"/>
                </a:lnTo>
                <a:lnTo>
                  <a:pt x="399153" y="106814"/>
                </a:lnTo>
                <a:lnTo>
                  <a:pt x="398937" y="107176"/>
                </a:lnTo>
                <a:lnTo>
                  <a:pt x="398716" y="107531"/>
                </a:lnTo>
                <a:lnTo>
                  <a:pt x="398489" y="107881"/>
                </a:lnTo>
                <a:lnTo>
                  <a:pt x="398257" y="108226"/>
                </a:lnTo>
                <a:lnTo>
                  <a:pt x="398020" y="108564"/>
                </a:lnTo>
                <a:lnTo>
                  <a:pt x="397777" y="108897"/>
                </a:lnTo>
                <a:lnTo>
                  <a:pt x="397528" y="109224"/>
                </a:lnTo>
                <a:lnTo>
                  <a:pt x="397274" y="109546"/>
                </a:lnTo>
                <a:lnTo>
                  <a:pt x="397015" y="109862"/>
                </a:lnTo>
                <a:lnTo>
                  <a:pt x="396750" y="110172"/>
                </a:lnTo>
                <a:lnTo>
                  <a:pt x="396479" y="110476"/>
                </a:lnTo>
                <a:lnTo>
                  <a:pt x="396203" y="110775"/>
                </a:lnTo>
                <a:lnTo>
                  <a:pt x="395922" y="111068"/>
                </a:lnTo>
                <a:lnTo>
                  <a:pt x="395635" y="111355"/>
                </a:lnTo>
                <a:lnTo>
                  <a:pt x="395343" y="111631"/>
                </a:lnTo>
                <a:lnTo>
                  <a:pt x="395046" y="111902"/>
                </a:lnTo>
                <a:lnTo>
                  <a:pt x="394745" y="112166"/>
                </a:lnTo>
                <a:lnTo>
                  <a:pt x="394439" y="112426"/>
                </a:lnTo>
                <a:lnTo>
                  <a:pt x="394129" y="112679"/>
                </a:lnTo>
                <a:lnTo>
                  <a:pt x="393814" y="112927"/>
                </a:lnTo>
                <a:lnTo>
                  <a:pt x="393494" y="113169"/>
                </a:lnTo>
                <a:lnTo>
                  <a:pt x="393170" y="113405"/>
                </a:lnTo>
                <a:lnTo>
                  <a:pt x="392841" y="113636"/>
                </a:lnTo>
                <a:lnTo>
                  <a:pt x="392508" y="113861"/>
                </a:lnTo>
                <a:lnTo>
                  <a:pt x="392170" y="114080"/>
                </a:lnTo>
                <a:lnTo>
                  <a:pt x="391827" y="114293"/>
                </a:lnTo>
                <a:lnTo>
                  <a:pt x="391480" y="114501"/>
                </a:lnTo>
                <a:lnTo>
                  <a:pt x="391128" y="114703"/>
                </a:lnTo>
                <a:lnTo>
                  <a:pt x="390772" y="114900"/>
                </a:lnTo>
                <a:lnTo>
                  <a:pt x="390411" y="115090"/>
                </a:lnTo>
                <a:lnTo>
                  <a:pt x="390045" y="115275"/>
                </a:lnTo>
                <a:lnTo>
                  <a:pt x="389675" y="115455"/>
                </a:lnTo>
                <a:lnTo>
                  <a:pt x="389300" y="115628"/>
                </a:lnTo>
                <a:lnTo>
                  <a:pt x="388920" y="115796"/>
                </a:lnTo>
                <a:lnTo>
                  <a:pt x="388536" y="115958"/>
                </a:lnTo>
                <a:lnTo>
                  <a:pt x="388147" y="116115"/>
                </a:lnTo>
                <a:lnTo>
                  <a:pt x="387754" y="116266"/>
                </a:lnTo>
                <a:lnTo>
                  <a:pt x="387356" y="116411"/>
                </a:lnTo>
                <a:lnTo>
                  <a:pt x="386959" y="116545"/>
                </a:lnTo>
                <a:lnTo>
                  <a:pt x="386558" y="116673"/>
                </a:lnTo>
                <a:lnTo>
                  <a:pt x="386153" y="116796"/>
                </a:lnTo>
                <a:lnTo>
                  <a:pt x="385744" y="116913"/>
                </a:lnTo>
                <a:lnTo>
                  <a:pt x="385332" y="117024"/>
                </a:lnTo>
                <a:lnTo>
                  <a:pt x="384915" y="117129"/>
                </a:lnTo>
                <a:lnTo>
                  <a:pt x="384494" y="117229"/>
                </a:lnTo>
                <a:lnTo>
                  <a:pt x="384070" y="117323"/>
                </a:lnTo>
                <a:lnTo>
                  <a:pt x="383641" y="117412"/>
                </a:lnTo>
                <a:lnTo>
                  <a:pt x="383209" y="117495"/>
                </a:lnTo>
                <a:lnTo>
                  <a:pt x="382772" y="117572"/>
                </a:lnTo>
                <a:lnTo>
                  <a:pt x="382332" y="117643"/>
                </a:lnTo>
                <a:lnTo>
                  <a:pt x="381887" y="117709"/>
                </a:lnTo>
                <a:lnTo>
                  <a:pt x="381439" y="117768"/>
                </a:lnTo>
                <a:lnTo>
                  <a:pt x="380987" y="117823"/>
                </a:lnTo>
                <a:lnTo>
                  <a:pt x="380531" y="117871"/>
                </a:lnTo>
                <a:lnTo>
                  <a:pt x="380070" y="117914"/>
                </a:lnTo>
                <a:lnTo>
                  <a:pt x="379606" y="117951"/>
                </a:lnTo>
                <a:lnTo>
                  <a:pt x="379138" y="117982"/>
                </a:lnTo>
                <a:lnTo>
                  <a:pt x="378666" y="118008"/>
                </a:lnTo>
                <a:lnTo>
                  <a:pt x="378190" y="118028"/>
                </a:lnTo>
                <a:lnTo>
                  <a:pt x="377710" y="118042"/>
                </a:lnTo>
                <a:lnTo>
                  <a:pt x="377227" y="118051"/>
                </a:lnTo>
                <a:lnTo>
                  <a:pt x="376739" y="118054"/>
                </a:lnTo>
                <a:lnTo>
                  <a:pt x="375990" y="118047"/>
                </a:lnTo>
                <a:lnTo>
                  <a:pt x="375248" y="118027"/>
                </a:lnTo>
                <a:lnTo>
                  <a:pt x="374514" y="117993"/>
                </a:lnTo>
                <a:lnTo>
                  <a:pt x="373788" y="117945"/>
                </a:lnTo>
                <a:lnTo>
                  <a:pt x="373069" y="117884"/>
                </a:lnTo>
                <a:lnTo>
                  <a:pt x="372358" y="117809"/>
                </a:lnTo>
                <a:lnTo>
                  <a:pt x="371655" y="117720"/>
                </a:lnTo>
                <a:lnTo>
                  <a:pt x="370960" y="117618"/>
                </a:lnTo>
                <a:lnTo>
                  <a:pt x="370272" y="117503"/>
                </a:lnTo>
                <a:lnTo>
                  <a:pt x="369592" y="117373"/>
                </a:lnTo>
                <a:lnTo>
                  <a:pt x="368919" y="117231"/>
                </a:lnTo>
                <a:lnTo>
                  <a:pt x="368254" y="117074"/>
                </a:lnTo>
                <a:lnTo>
                  <a:pt x="367597" y="116904"/>
                </a:lnTo>
                <a:lnTo>
                  <a:pt x="366948" y="116720"/>
                </a:lnTo>
                <a:lnTo>
                  <a:pt x="366306" y="116523"/>
                </a:lnTo>
                <a:lnTo>
                  <a:pt x="365672" y="116312"/>
                </a:lnTo>
                <a:lnTo>
                  <a:pt x="365046" y="116088"/>
                </a:lnTo>
                <a:lnTo>
                  <a:pt x="364427" y="115850"/>
                </a:lnTo>
                <a:lnTo>
                  <a:pt x="363816" y="115598"/>
                </a:lnTo>
                <a:lnTo>
                  <a:pt x="363213" y="115333"/>
                </a:lnTo>
                <a:lnTo>
                  <a:pt x="362617" y="115054"/>
                </a:lnTo>
                <a:lnTo>
                  <a:pt x="362029" y="114761"/>
                </a:lnTo>
                <a:lnTo>
                  <a:pt x="361449" y="114455"/>
                </a:lnTo>
                <a:lnTo>
                  <a:pt x="360876" y="114135"/>
                </a:lnTo>
                <a:lnTo>
                  <a:pt x="360312" y="113797"/>
                </a:lnTo>
                <a:lnTo>
                  <a:pt x="359759" y="113447"/>
                </a:lnTo>
                <a:lnTo>
                  <a:pt x="359216" y="113084"/>
                </a:lnTo>
                <a:lnTo>
                  <a:pt x="358683" y="112708"/>
                </a:lnTo>
                <a:lnTo>
                  <a:pt x="358161" y="112320"/>
                </a:lnTo>
                <a:lnTo>
                  <a:pt x="357649" y="111920"/>
                </a:lnTo>
                <a:lnTo>
                  <a:pt x="357147" y="111507"/>
                </a:lnTo>
                <a:lnTo>
                  <a:pt x="356656" y="111081"/>
                </a:lnTo>
                <a:lnTo>
                  <a:pt x="356175" y="110643"/>
                </a:lnTo>
                <a:lnTo>
                  <a:pt x="355704" y="110192"/>
                </a:lnTo>
                <a:lnTo>
                  <a:pt x="355243" y="109729"/>
                </a:lnTo>
                <a:lnTo>
                  <a:pt x="354793" y="109253"/>
                </a:lnTo>
                <a:lnTo>
                  <a:pt x="354353" y="108765"/>
                </a:lnTo>
                <a:lnTo>
                  <a:pt x="353924" y="108265"/>
                </a:lnTo>
                <a:lnTo>
                  <a:pt x="353505" y="107752"/>
                </a:lnTo>
                <a:lnTo>
                  <a:pt x="353096" y="107226"/>
                </a:lnTo>
                <a:lnTo>
                  <a:pt x="352697" y="106688"/>
                </a:lnTo>
                <a:lnTo>
                  <a:pt x="352309" y="106137"/>
                </a:lnTo>
                <a:lnTo>
                  <a:pt x="351931" y="105574"/>
                </a:lnTo>
                <a:lnTo>
                  <a:pt x="351563" y="104998"/>
                </a:lnTo>
                <a:lnTo>
                  <a:pt x="351206" y="104410"/>
                </a:lnTo>
                <a:lnTo>
                  <a:pt x="350859" y="103809"/>
                </a:lnTo>
                <a:lnTo>
                  <a:pt x="350522" y="103196"/>
                </a:lnTo>
                <a:lnTo>
                  <a:pt x="350196" y="102570"/>
                </a:lnTo>
                <a:lnTo>
                  <a:pt x="349886" y="101927"/>
                </a:lnTo>
                <a:lnTo>
                  <a:pt x="349590" y="101273"/>
                </a:lnTo>
                <a:lnTo>
                  <a:pt x="349307" y="100606"/>
                </a:lnTo>
                <a:lnTo>
                  <a:pt x="349037" y="99928"/>
                </a:lnTo>
                <a:lnTo>
                  <a:pt x="348780" y="99239"/>
                </a:lnTo>
                <a:lnTo>
                  <a:pt x="348537" y="98537"/>
                </a:lnTo>
                <a:lnTo>
                  <a:pt x="348306" y="97825"/>
                </a:lnTo>
                <a:lnTo>
                  <a:pt x="348089" y="97100"/>
                </a:lnTo>
                <a:lnTo>
                  <a:pt x="347885" y="96364"/>
                </a:lnTo>
                <a:lnTo>
                  <a:pt x="347694" y="95616"/>
                </a:lnTo>
                <a:lnTo>
                  <a:pt x="347516" y="94857"/>
                </a:lnTo>
                <a:lnTo>
                  <a:pt x="347352" y="94086"/>
                </a:lnTo>
                <a:lnTo>
                  <a:pt x="347200" y="93303"/>
                </a:lnTo>
                <a:lnTo>
                  <a:pt x="347062" y="92509"/>
                </a:lnTo>
                <a:lnTo>
                  <a:pt x="346937" y="91703"/>
                </a:lnTo>
                <a:lnTo>
                  <a:pt x="346825" y="90886"/>
                </a:lnTo>
                <a:lnTo>
                  <a:pt x="346726" y="90057"/>
                </a:lnTo>
                <a:lnTo>
                  <a:pt x="346641" y="89216"/>
                </a:lnTo>
                <a:lnTo>
                  <a:pt x="346568" y="88363"/>
                </a:lnTo>
                <a:lnTo>
                  <a:pt x="346509" y="87499"/>
                </a:lnTo>
                <a:lnTo>
                  <a:pt x="346463" y="86624"/>
                </a:lnTo>
                <a:lnTo>
                  <a:pt x="346438" y="85949"/>
                </a:lnTo>
                <a:lnTo>
                  <a:pt x="416933" y="85949"/>
                </a:lnTo>
                <a:lnTo>
                  <a:pt x="416933" y="79629"/>
                </a:lnTo>
                <a:lnTo>
                  <a:pt x="416926" y="78505"/>
                </a:lnTo>
                <a:lnTo>
                  <a:pt x="416908" y="77395"/>
                </a:lnTo>
                <a:lnTo>
                  <a:pt x="416876" y="76300"/>
                </a:lnTo>
                <a:close/>
                <a:moveTo>
                  <a:pt x="346621" y="71382"/>
                </a:moveTo>
                <a:lnTo>
                  <a:pt x="346699" y="70736"/>
                </a:lnTo>
                <a:lnTo>
                  <a:pt x="346790" y="70094"/>
                </a:lnTo>
                <a:lnTo>
                  <a:pt x="346893" y="69455"/>
                </a:lnTo>
                <a:lnTo>
                  <a:pt x="347007" y="68819"/>
                </a:lnTo>
                <a:lnTo>
                  <a:pt x="347134" y="68187"/>
                </a:lnTo>
                <a:lnTo>
                  <a:pt x="347273" y="67559"/>
                </a:lnTo>
                <a:lnTo>
                  <a:pt x="347424" y="66934"/>
                </a:lnTo>
                <a:lnTo>
                  <a:pt x="347587" y="66312"/>
                </a:lnTo>
                <a:lnTo>
                  <a:pt x="347762" y="65694"/>
                </a:lnTo>
                <a:lnTo>
                  <a:pt x="347949" y="65080"/>
                </a:lnTo>
                <a:lnTo>
                  <a:pt x="348148" y="64469"/>
                </a:lnTo>
                <a:lnTo>
                  <a:pt x="348359" y="63862"/>
                </a:lnTo>
                <a:lnTo>
                  <a:pt x="348582" y="63258"/>
                </a:lnTo>
                <a:lnTo>
                  <a:pt x="348818" y="62657"/>
                </a:lnTo>
                <a:lnTo>
                  <a:pt x="349065" y="62060"/>
                </a:lnTo>
                <a:lnTo>
                  <a:pt x="349324" y="61467"/>
                </a:lnTo>
                <a:lnTo>
                  <a:pt x="349596" y="60877"/>
                </a:lnTo>
                <a:lnTo>
                  <a:pt x="349880" y="60291"/>
                </a:lnTo>
                <a:lnTo>
                  <a:pt x="350174" y="59711"/>
                </a:lnTo>
                <a:lnTo>
                  <a:pt x="350480" y="59140"/>
                </a:lnTo>
                <a:lnTo>
                  <a:pt x="350795" y="58579"/>
                </a:lnTo>
                <a:lnTo>
                  <a:pt x="351121" y="58026"/>
                </a:lnTo>
                <a:lnTo>
                  <a:pt x="351457" y="57483"/>
                </a:lnTo>
                <a:lnTo>
                  <a:pt x="351803" y="56949"/>
                </a:lnTo>
                <a:lnTo>
                  <a:pt x="352160" y="56425"/>
                </a:lnTo>
                <a:lnTo>
                  <a:pt x="352527" y="55909"/>
                </a:lnTo>
                <a:lnTo>
                  <a:pt x="352904" y="55403"/>
                </a:lnTo>
                <a:lnTo>
                  <a:pt x="353292" y="54906"/>
                </a:lnTo>
                <a:lnTo>
                  <a:pt x="353690" y="54418"/>
                </a:lnTo>
                <a:lnTo>
                  <a:pt x="354098" y="53939"/>
                </a:lnTo>
                <a:lnTo>
                  <a:pt x="354517" y="53470"/>
                </a:lnTo>
                <a:lnTo>
                  <a:pt x="354946" y="53010"/>
                </a:lnTo>
                <a:lnTo>
                  <a:pt x="355385" y="52559"/>
                </a:lnTo>
                <a:lnTo>
                  <a:pt x="355834" y="52117"/>
                </a:lnTo>
                <a:lnTo>
                  <a:pt x="356294" y="51685"/>
                </a:lnTo>
                <a:lnTo>
                  <a:pt x="356764" y="51261"/>
                </a:lnTo>
                <a:lnTo>
                  <a:pt x="357245" y="50847"/>
                </a:lnTo>
                <a:lnTo>
                  <a:pt x="357735" y="50442"/>
                </a:lnTo>
                <a:lnTo>
                  <a:pt x="358237" y="50047"/>
                </a:lnTo>
                <a:lnTo>
                  <a:pt x="358748" y="49660"/>
                </a:lnTo>
                <a:lnTo>
                  <a:pt x="359270" y="49283"/>
                </a:lnTo>
                <a:lnTo>
                  <a:pt x="359802" y="48915"/>
                </a:lnTo>
                <a:lnTo>
                  <a:pt x="360348" y="48554"/>
                </a:lnTo>
                <a:lnTo>
                  <a:pt x="360903" y="48209"/>
                </a:lnTo>
                <a:lnTo>
                  <a:pt x="361467" y="47878"/>
                </a:lnTo>
                <a:lnTo>
                  <a:pt x="362038" y="47563"/>
                </a:lnTo>
                <a:lnTo>
                  <a:pt x="362618" y="47264"/>
                </a:lnTo>
                <a:lnTo>
                  <a:pt x="363206" y="46980"/>
                </a:lnTo>
                <a:lnTo>
                  <a:pt x="363803" y="46711"/>
                </a:lnTo>
                <a:lnTo>
                  <a:pt x="364408" y="46458"/>
                </a:lnTo>
                <a:lnTo>
                  <a:pt x="365021" y="46219"/>
                </a:lnTo>
                <a:lnTo>
                  <a:pt x="365643" y="45997"/>
                </a:lnTo>
                <a:lnTo>
                  <a:pt x="366273" y="45789"/>
                </a:lnTo>
                <a:lnTo>
                  <a:pt x="366911" y="45597"/>
                </a:lnTo>
                <a:lnTo>
                  <a:pt x="367558" y="45421"/>
                </a:lnTo>
                <a:lnTo>
                  <a:pt x="368213" y="45259"/>
                </a:lnTo>
                <a:lnTo>
                  <a:pt x="368877" y="45113"/>
                </a:lnTo>
                <a:lnTo>
                  <a:pt x="369548" y="44983"/>
                </a:lnTo>
                <a:lnTo>
                  <a:pt x="370228" y="44868"/>
                </a:lnTo>
                <a:lnTo>
                  <a:pt x="370917" y="44768"/>
                </a:lnTo>
                <a:lnTo>
                  <a:pt x="371613" y="44683"/>
                </a:lnTo>
                <a:lnTo>
                  <a:pt x="372318" y="44614"/>
                </a:lnTo>
                <a:lnTo>
                  <a:pt x="373032" y="44560"/>
                </a:lnTo>
                <a:lnTo>
                  <a:pt x="373754" y="44522"/>
                </a:lnTo>
                <a:lnTo>
                  <a:pt x="374484" y="44499"/>
                </a:lnTo>
                <a:lnTo>
                  <a:pt x="375222" y="44491"/>
                </a:lnTo>
                <a:lnTo>
                  <a:pt x="375892" y="44498"/>
                </a:lnTo>
                <a:lnTo>
                  <a:pt x="376555" y="44517"/>
                </a:lnTo>
                <a:lnTo>
                  <a:pt x="377211" y="44550"/>
                </a:lnTo>
                <a:lnTo>
                  <a:pt x="377859" y="44595"/>
                </a:lnTo>
                <a:lnTo>
                  <a:pt x="378499" y="44653"/>
                </a:lnTo>
                <a:lnTo>
                  <a:pt x="379132" y="44724"/>
                </a:lnTo>
                <a:lnTo>
                  <a:pt x="379758" y="44809"/>
                </a:lnTo>
                <a:lnTo>
                  <a:pt x="380376" y="44906"/>
                </a:lnTo>
                <a:lnTo>
                  <a:pt x="380987" y="45016"/>
                </a:lnTo>
                <a:lnTo>
                  <a:pt x="381590" y="45139"/>
                </a:lnTo>
                <a:lnTo>
                  <a:pt x="382186" y="45275"/>
                </a:lnTo>
                <a:lnTo>
                  <a:pt x="382774" y="45424"/>
                </a:lnTo>
                <a:lnTo>
                  <a:pt x="383355" y="45585"/>
                </a:lnTo>
                <a:lnTo>
                  <a:pt x="383928" y="45760"/>
                </a:lnTo>
                <a:lnTo>
                  <a:pt x="384494" y="45948"/>
                </a:lnTo>
                <a:lnTo>
                  <a:pt x="385053" y="46149"/>
                </a:lnTo>
                <a:lnTo>
                  <a:pt x="385604" y="46362"/>
                </a:lnTo>
                <a:lnTo>
                  <a:pt x="386147" y="46589"/>
                </a:lnTo>
                <a:lnTo>
                  <a:pt x="386683" y="46828"/>
                </a:lnTo>
                <a:lnTo>
                  <a:pt x="387212" y="47081"/>
                </a:lnTo>
                <a:lnTo>
                  <a:pt x="387733" y="47346"/>
                </a:lnTo>
                <a:lnTo>
                  <a:pt x="388247" y="47624"/>
                </a:lnTo>
                <a:lnTo>
                  <a:pt x="388753" y="47916"/>
                </a:lnTo>
                <a:lnTo>
                  <a:pt x="389252" y="48220"/>
                </a:lnTo>
                <a:lnTo>
                  <a:pt x="389747" y="48535"/>
                </a:lnTo>
                <a:lnTo>
                  <a:pt x="390233" y="48860"/>
                </a:lnTo>
                <a:lnTo>
                  <a:pt x="390709" y="49195"/>
                </a:lnTo>
                <a:lnTo>
                  <a:pt x="391176" y="49538"/>
                </a:lnTo>
                <a:lnTo>
                  <a:pt x="391633" y="49892"/>
                </a:lnTo>
                <a:lnTo>
                  <a:pt x="392080" y="50254"/>
                </a:lnTo>
                <a:lnTo>
                  <a:pt x="392518" y="50626"/>
                </a:lnTo>
                <a:lnTo>
                  <a:pt x="392946" y="51008"/>
                </a:lnTo>
                <a:lnTo>
                  <a:pt x="393364" y="51399"/>
                </a:lnTo>
                <a:lnTo>
                  <a:pt x="393772" y="51799"/>
                </a:lnTo>
                <a:lnTo>
                  <a:pt x="394171" y="52209"/>
                </a:lnTo>
                <a:lnTo>
                  <a:pt x="394561" y="52628"/>
                </a:lnTo>
                <a:lnTo>
                  <a:pt x="394940" y="53057"/>
                </a:lnTo>
                <a:lnTo>
                  <a:pt x="395310" y="53495"/>
                </a:lnTo>
                <a:lnTo>
                  <a:pt x="395670" y="53942"/>
                </a:lnTo>
                <a:lnTo>
                  <a:pt x="396021" y="54399"/>
                </a:lnTo>
                <a:lnTo>
                  <a:pt x="396362" y="54866"/>
                </a:lnTo>
                <a:lnTo>
                  <a:pt x="396694" y="55342"/>
                </a:lnTo>
                <a:lnTo>
                  <a:pt x="397015" y="55827"/>
                </a:lnTo>
                <a:lnTo>
                  <a:pt x="397327" y="56322"/>
                </a:lnTo>
                <a:lnTo>
                  <a:pt x="397630" y="56826"/>
                </a:lnTo>
                <a:lnTo>
                  <a:pt x="397922" y="57339"/>
                </a:lnTo>
                <a:lnTo>
                  <a:pt x="398205" y="57862"/>
                </a:lnTo>
                <a:lnTo>
                  <a:pt x="398479" y="58395"/>
                </a:lnTo>
                <a:lnTo>
                  <a:pt x="398747" y="58935"/>
                </a:lnTo>
                <a:lnTo>
                  <a:pt x="399004" y="59482"/>
                </a:lnTo>
                <a:lnTo>
                  <a:pt x="399249" y="60034"/>
                </a:lnTo>
                <a:lnTo>
                  <a:pt x="399483" y="60593"/>
                </a:lnTo>
                <a:lnTo>
                  <a:pt x="399706" y="61158"/>
                </a:lnTo>
                <a:lnTo>
                  <a:pt x="399917" y="61729"/>
                </a:lnTo>
                <a:lnTo>
                  <a:pt x="400116" y="62306"/>
                </a:lnTo>
                <a:lnTo>
                  <a:pt x="400305" y="62889"/>
                </a:lnTo>
                <a:lnTo>
                  <a:pt x="400481" y="63478"/>
                </a:lnTo>
                <a:lnTo>
                  <a:pt x="400647" y="64074"/>
                </a:lnTo>
                <a:lnTo>
                  <a:pt x="400801" y="64676"/>
                </a:lnTo>
                <a:lnTo>
                  <a:pt x="400944" y="65283"/>
                </a:lnTo>
                <a:lnTo>
                  <a:pt x="401075" y="65897"/>
                </a:lnTo>
                <a:lnTo>
                  <a:pt x="401195" y="66518"/>
                </a:lnTo>
                <a:lnTo>
                  <a:pt x="401303" y="67144"/>
                </a:lnTo>
                <a:lnTo>
                  <a:pt x="401400" y="67776"/>
                </a:lnTo>
                <a:lnTo>
                  <a:pt x="401486" y="68415"/>
                </a:lnTo>
                <a:lnTo>
                  <a:pt x="401560" y="69060"/>
                </a:lnTo>
                <a:lnTo>
                  <a:pt x="401623" y="69710"/>
                </a:lnTo>
                <a:lnTo>
                  <a:pt x="401674" y="70367"/>
                </a:lnTo>
                <a:lnTo>
                  <a:pt x="401714" y="71031"/>
                </a:lnTo>
                <a:lnTo>
                  <a:pt x="401742" y="71700"/>
                </a:lnTo>
                <a:lnTo>
                  <a:pt x="401759" y="72375"/>
                </a:lnTo>
                <a:lnTo>
                  <a:pt x="401765" y="73057"/>
                </a:lnTo>
                <a:lnTo>
                  <a:pt x="346476" y="73057"/>
                </a:lnTo>
                <a:lnTo>
                  <a:pt x="346500" y="72685"/>
                </a:lnTo>
                <a:lnTo>
                  <a:pt x="346555" y="72032"/>
                </a:lnTo>
                <a:lnTo>
                  <a:pt x="346621" y="71382"/>
                </a:lnTo>
                <a:close/>
                <a:moveTo>
                  <a:pt x="639068" y="131180"/>
                </a:moveTo>
                <a:lnTo>
                  <a:pt x="640100" y="131061"/>
                </a:lnTo>
                <a:lnTo>
                  <a:pt x="641122" y="130919"/>
                </a:lnTo>
                <a:lnTo>
                  <a:pt x="642132" y="130757"/>
                </a:lnTo>
                <a:lnTo>
                  <a:pt x="643130" y="130572"/>
                </a:lnTo>
                <a:lnTo>
                  <a:pt x="644117" y="130366"/>
                </a:lnTo>
                <a:lnTo>
                  <a:pt x="645093" y="130137"/>
                </a:lnTo>
                <a:lnTo>
                  <a:pt x="646057" y="129888"/>
                </a:lnTo>
                <a:lnTo>
                  <a:pt x="647010" y="129616"/>
                </a:lnTo>
                <a:lnTo>
                  <a:pt x="647951" y="129323"/>
                </a:lnTo>
                <a:lnTo>
                  <a:pt x="648881" y="129008"/>
                </a:lnTo>
                <a:lnTo>
                  <a:pt x="649800" y="128671"/>
                </a:lnTo>
                <a:lnTo>
                  <a:pt x="650707" y="128313"/>
                </a:lnTo>
                <a:lnTo>
                  <a:pt x="651602" y="127932"/>
                </a:lnTo>
                <a:lnTo>
                  <a:pt x="652487" y="127530"/>
                </a:lnTo>
                <a:lnTo>
                  <a:pt x="653360" y="127107"/>
                </a:lnTo>
                <a:lnTo>
                  <a:pt x="654221" y="126662"/>
                </a:lnTo>
                <a:lnTo>
                  <a:pt x="655071" y="126194"/>
                </a:lnTo>
                <a:lnTo>
                  <a:pt x="655910" y="125706"/>
                </a:lnTo>
                <a:lnTo>
                  <a:pt x="656737" y="125195"/>
                </a:lnTo>
                <a:lnTo>
                  <a:pt x="657556" y="124665"/>
                </a:lnTo>
                <a:lnTo>
                  <a:pt x="658360" y="124118"/>
                </a:lnTo>
                <a:lnTo>
                  <a:pt x="659149" y="123553"/>
                </a:lnTo>
                <a:lnTo>
                  <a:pt x="659922" y="122971"/>
                </a:lnTo>
                <a:lnTo>
                  <a:pt x="660679" y="122372"/>
                </a:lnTo>
                <a:lnTo>
                  <a:pt x="661422" y="121755"/>
                </a:lnTo>
                <a:lnTo>
                  <a:pt x="662149" y="121121"/>
                </a:lnTo>
                <a:lnTo>
                  <a:pt x="662860" y="120469"/>
                </a:lnTo>
                <a:lnTo>
                  <a:pt x="663557" y="119801"/>
                </a:lnTo>
                <a:lnTo>
                  <a:pt x="664238" y="119115"/>
                </a:lnTo>
                <a:lnTo>
                  <a:pt x="664903" y="118411"/>
                </a:lnTo>
                <a:lnTo>
                  <a:pt x="665553" y="117690"/>
                </a:lnTo>
                <a:lnTo>
                  <a:pt x="666188" y="116952"/>
                </a:lnTo>
                <a:lnTo>
                  <a:pt x="666808" y="116197"/>
                </a:lnTo>
                <a:lnTo>
                  <a:pt x="667412" y="115424"/>
                </a:lnTo>
                <a:lnTo>
                  <a:pt x="668001" y="114634"/>
                </a:lnTo>
                <a:lnTo>
                  <a:pt x="668574" y="113827"/>
                </a:lnTo>
                <a:lnTo>
                  <a:pt x="669132" y="113002"/>
                </a:lnTo>
                <a:lnTo>
                  <a:pt x="669675" y="112160"/>
                </a:lnTo>
                <a:lnTo>
                  <a:pt x="670202" y="111300"/>
                </a:lnTo>
                <a:lnTo>
                  <a:pt x="670714" y="110424"/>
                </a:lnTo>
                <a:lnTo>
                  <a:pt x="671210" y="109529"/>
                </a:lnTo>
                <a:lnTo>
                  <a:pt x="671692" y="108618"/>
                </a:lnTo>
                <a:lnTo>
                  <a:pt x="672158" y="107689"/>
                </a:lnTo>
                <a:lnTo>
                  <a:pt x="672611" y="106745"/>
                </a:lnTo>
                <a:lnTo>
                  <a:pt x="673046" y="105788"/>
                </a:lnTo>
                <a:lnTo>
                  <a:pt x="673461" y="104818"/>
                </a:lnTo>
                <a:lnTo>
                  <a:pt x="673857" y="103834"/>
                </a:lnTo>
                <a:lnTo>
                  <a:pt x="674233" y="102838"/>
                </a:lnTo>
                <a:lnTo>
                  <a:pt x="674591" y="101828"/>
                </a:lnTo>
                <a:lnTo>
                  <a:pt x="674929" y="100805"/>
                </a:lnTo>
                <a:lnTo>
                  <a:pt x="675247" y="99768"/>
                </a:lnTo>
                <a:lnTo>
                  <a:pt x="675547" y="98719"/>
                </a:lnTo>
                <a:lnTo>
                  <a:pt x="675827" y="97657"/>
                </a:lnTo>
                <a:lnTo>
                  <a:pt x="676087" y="96581"/>
                </a:lnTo>
                <a:lnTo>
                  <a:pt x="676329" y="95492"/>
                </a:lnTo>
                <a:lnTo>
                  <a:pt x="676551" y="94390"/>
                </a:lnTo>
                <a:lnTo>
                  <a:pt x="676753" y="93275"/>
                </a:lnTo>
                <a:lnTo>
                  <a:pt x="676937" y="92147"/>
                </a:lnTo>
                <a:lnTo>
                  <a:pt x="677101" y="91005"/>
                </a:lnTo>
                <a:lnTo>
                  <a:pt x="677246" y="89850"/>
                </a:lnTo>
                <a:lnTo>
                  <a:pt x="677371" y="88683"/>
                </a:lnTo>
                <a:lnTo>
                  <a:pt x="677478" y="87501"/>
                </a:lnTo>
                <a:lnTo>
                  <a:pt x="677564" y="86307"/>
                </a:lnTo>
                <a:lnTo>
                  <a:pt x="677632" y="85100"/>
                </a:lnTo>
                <a:lnTo>
                  <a:pt x="677680" y="83879"/>
                </a:lnTo>
                <a:lnTo>
                  <a:pt x="677709" y="82646"/>
                </a:lnTo>
                <a:lnTo>
                  <a:pt x="677719" y="81399"/>
                </a:lnTo>
                <a:lnTo>
                  <a:pt x="677709" y="80142"/>
                </a:lnTo>
                <a:lnTo>
                  <a:pt x="677680" y="78898"/>
                </a:lnTo>
                <a:lnTo>
                  <a:pt x="677632" y="77667"/>
                </a:lnTo>
                <a:lnTo>
                  <a:pt x="677564" y="76450"/>
                </a:lnTo>
                <a:lnTo>
                  <a:pt x="677478" y="75246"/>
                </a:lnTo>
                <a:lnTo>
                  <a:pt x="677371" y="74056"/>
                </a:lnTo>
                <a:lnTo>
                  <a:pt x="677246" y="72879"/>
                </a:lnTo>
                <a:lnTo>
                  <a:pt x="677101" y="71716"/>
                </a:lnTo>
                <a:lnTo>
                  <a:pt x="676937" y="70565"/>
                </a:lnTo>
                <a:lnTo>
                  <a:pt x="676753" y="69429"/>
                </a:lnTo>
                <a:lnTo>
                  <a:pt x="676551" y="68305"/>
                </a:lnTo>
                <a:lnTo>
                  <a:pt x="676329" y="67195"/>
                </a:lnTo>
                <a:lnTo>
                  <a:pt x="676087" y="66099"/>
                </a:lnTo>
                <a:lnTo>
                  <a:pt x="675827" y="65015"/>
                </a:lnTo>
                <a:lnTo>
                  <a:pt x="675547" y="63945"/>
                </a:lnTo>
                <a:lnTo>
                  <a:pt x="675247" y="62889"/>
                </a:lnTo>
                <a:lnTo>
                  <a:pt x="674929" y="61846"/>
                </a:lnTo>
                <a:lnTo>
                  <a:pt x="674591" y="60816"/>
                </a:lnTo>
                <a:lnTo>
                  <a:pt x="674233" y="59800"/>
                </a:lnTo>
                <a:lnTo>
                  <a:pt x="673857" y="58797"/>
                </a:lnTo>
                <a:lnTo>
                  <a:pt x="673461" y="57807"/>
                </a:lnTo>
                <a:lnTo>
                  <a:pt x="673046" y="56831"/>
                </a:lnTo>
                <a:lnTo>
                  <a:pt x="672611" y="55868"/>
                </a:lnTo>
                <a:lnTo>
                  <a:pt x="672158" y="54919"/>
                </a:lnTo>
                <a:lnTo>
                  <a:pt x="671692" y="53985"/>
                </a:lnTo>
                <a:lnTo>
                  <a:pt x="671210" y="53069"/>
                </a:lnTo>
                <a:lnTo>
                  <a:pt x="670714" y="52170"/>
                </a:lnTo>
                <a:lnTo>
                  <a:pt x="670202" y="51289"/>
                </a:lnTo>
                <a:lnTo>
                  <a:pt x="669675" y="50425"/>
                </a:lnTo>
                <a:lnTo>
                  <a:pt x="669132" y="49579"/>
                </a:lnTo>
                <a:lnTo>
                  <a:pt x="668574" y="48750"/>
                </a:lnTo>
                <a:lnTo>
                  <a:pt x="668001" y="47939"/>
                </a:lnTo>
                <a:lnTo>
                  <a:pt x="667412" y="47146"/>
                </a:lnTo>
                <a:lnTo>
                  <a:pt x="666808" y="46370"/>
                </a:lnTo>
                <a:lnTo>
                  <a:pt x="666188" y="45611"/>
                </a:lnTo>
                <a:lnTo>
                  <a:pt x="665553" y="44871"/>
                </a:lnTo>
                <a:lnTo>
                  <a:pt x="664903" y="44147"/>
                </a:lnTo>
                <a:lnTo>
                  <a:pt x="664238" y="43442"/>
                </a:lnTo>
                <a:lnTo>
                  <a:pt x="663557" y="42753"/>
                </a:lnTo>
                <a:lnTo>
                  <a:pt x="662860" y="42083"/>
                </a:lnTo>
                <a:lnTo>
                  <a:pt x="662149" y="41430"/>
                </a:lnTo>
                <a:lnTo>
                  <a:pt x="661422" y="40794"/>
                </a:lnTo>
                <a:lnTo>
                  <a:pt x="660679" y="40176"/>
                </a:lnTo>
                <a:lnTo>
                  <a:pt x="659922" y="39576"/>
                </a:lnTo>
                <a:lnTo>
                  <a:pt x="659149" y="38993"/>
                </a:lnTo>
                <a:lnTo>
                  <a:pt x="658360" y="38428"/>
                </a:lnTo>
                <a:lnTo>
                  <a:pt x="657556" y="37880"/>
                </a:lnTo>
                <a:lnTo>
                  <a:pt x="656737" y="37350"/>
                </a:lnTo>
                <a:lnTo>
                  <a:pt x="655910" y="36839"/>
                </a:lnTo>
                <a:lnTo>
                  <a:pt x="655071" y="36351"/>
                </a:lnTo>
                <a:lnTo>
                  <a:pt x="654221" y="35884"/>
                </a:lnTo>
                <a:lnTo>
                  <a:pt x="653360" y="35438"/>
                </a:lnTo>
                <a:lnTo>
                  <a:pt x="652487" y="35015"/>
                </a:lnTo>
                <a:lnTo>
                  <a:pt x="651602" y="34613"/>
                </a:lnTo>
                <a:lnTo>
                  <a:pt x="650707" y="34233"/>
                </a:lnTo>
                <a:lnTo>
                  <a:pt x="649800" y="33874"/>
                </a:lnTo>
                <a:lnTo>
                  <a:pt x="648881" y="33537"/>
                </a:lnTo>
                <a:lnTo>
                  <a:pt x="647951" y="33222"/>
                </a:lnTo>
                <a:lnTo>
                  <a:pt x="647010" y="32929"/>
                </a:lnTo>
                <a:lnTo>
                  <a:pt x="646057" y="32658"/>
                </a:lnTo>
                <a:lnTo>
                  <a:pt x="645093" y="32408"/>
                </a:lnTo>
                <a:lnTo>
                  <a:pt x="644117" y="32180"/>
                </a:lnTo>
                <a:lnTo>
                  <a:pt x="643130" y="31973"/>
                </a:lnTo>
                <a:lnTo>
                  <a:pt x="642132" y="31789"/>
                </a:lnTo>
                <a:lnTo>
                  <a:pt x="641122" y="31626"/>
                </a:lnTo>
                <a:lnTo>
                  <a:pt x="640100" y="31484"/>
                </a:lnTo>
                <a:lnTo>
                  <a:pt x="639068" y="31365"/>
                </a:lnTo>
                <a:lnTo>
                  <a:pt x="638024" y="31267"/>
                </a:lnTo>
                <a:lnTo>
                  <a:pt x="636968" y="31191"/>
                </a:lnTo>
                <a:lnTo>
                  <a:pt x="635901" y="31137"/>
                </a:lnTo>
                <a:lnTo>
                  <a:pt x="634823" y="31104"/>
                </a:lnTo>
                <a:lnTo>
                  <a:pt x="633733" y="31093"/>
                </a:lnTo>
                <a:lnTo>
                  <a:pt x="632643" y="31104"/>
                </a:lnTo>
                <a:lnTo>
                  <a:pt x="631565" y="31137"/>
                </a:lnTo>
                <a:lnTo>
                  <a:pt x="630497" y="31191"/>
                </a:lnTo>
                <a:lnTo>
                  <a:pt x="629441" y="31267"/>
                </a:lnTo>
                <a:lnTo>
                  <a:pt x="628396" y="31365"/>
                </a:lnTo>
                <a:lnTo>
                  <a:pt x="627362" y="31484"/>
                </a:lnTo>
                <a:lnTo>
                  <a:pt x="626339" y="31626"/>
                </a:lnTo>
                <a:lnTo>
                  <a:pt x="625328" y="31789"/>
                </a:lnTo>
                <a:lnTo>
                  <a:pt x="624328" y="31973"/>
                </a:lnTo>
                <a:lnTo>
                  <a:pt x="623338" y="32180"/>
                </a:lnTo>
                <a:lnTo>
                  <a:pt x="622361" y="32408"/>
                </a:lnTo>
                <a:lnTo>
                  <a:pt x="621394" y="32658"/>
                </a:lnTo>
                <a:lnTo>
                  <a:pt x="620438" y="32929"/>
                </a:lnTo>
                <a:lnTo>
                  <a:pt x="619494" y="33222"/>
                </a:lnTo>
                <a:lnTo>
                  <a:pt x="618561" y="33537"/>
                </a:lnTo>
                <a:lnTo>
                  <a:pt x="617639" y="33874"/>
                </a:lnTo>
                <a:lnTo>
                  <a:pt x="616728" y="34233"/>
                </a:lnTo>
                <a:lnTo>
                  <a:pt x="615828" y="34613"/>
                </a:lnTo>
                <a:lnTo>
                  <a:pt x="614940" y="35015"/>
                </a:lnTo>
                <a:lnTo>
                  <a:pt x="614063" y="35438"/>
                </a:lnTo>
                <a:lnTo>
                  <a:pt x="613197" y="35884"/>
                </a:lnTo>
                <a:lnTo>
                  <a:pt x="612342" y="36351"/>
                </a:lnTo>
                <a:lnTo>
                  <a:pt x="611498" y="36839"/>
                </a:lnTo>
                <a:lnTo>
                  <a:pt x="610666" y="37350"/>
                </a:lnTo>
                <a:lnTo>
                  <a:pt x="609852" y="37880"/>
                </a:lnTo>
                <a:lnTo>
                  <a:pt x="609053" y="38428"/>
                </a:lnTo>
                <a:lnTo>
                  <a:pt x="608268" y="38993"/>
                </a:lnTo>
                <a:lnTo>
                  <a:pt x="607499" y="39576"/>
                </a:lnTo>
                <a:lnTo>
                  <a:pt x="606745" y="40176"/>
                </a:lnTo>
                <a:lnTo>
                  <a:pt x="606005" y="40794"/>
                </a:lnTo>
                <a:lnTo>
                  <a:pt x="605281" y="41430"/>
                </a:lnTo>
                <a:lnTo>
                  <a:pt x="604571" y="42083"/>
                </a:lnTo>
                <a:lnTo>
                  <a:pt x="603876" y="42753"/>
                </a:lnTo>
                <a:lnTo>
                  <a:pt x="603196" y="43442"/>
                </a:lnTo>
                <a:lnTo>
                  <a:pt x="602531" y="44147"/>
                </a:lnTo>
                <a:lnTo>
                  <a:pt x="601881" y="44871"/>
                </a:lnTo>
                <a:lnTo>
                  <a:pt x="601246" y="45611"/>
                </a:lnTo>
                <a:lnTo>
                  <a:pt x="600626" y="46370"/>
                </a:lnTo>
                <a:lnTo>
                  <a:pt x="600021" y="47146"/>
                </a:lnTo>
                <a:lnTo>
                  <a:pt x="599431" y="47939"/>
                </a:lnTo>
                <a:lnTo>
                  <a:pt x="598855" y="48750"/>
                </a:lnTo>
                <a:lnTo>
                  <a:pt x="598295" y="49579"/>
                </a:lnTo>
                <a:lnTo>
                  <a:pt x="597749" y="50425"/>
                </a:lnTo>
                <a:lnTo>
                  <a:pt x="597219" y="51289"/>
                </a:lnTo>
                <a:lnTo>
                  <a:pt x="596703" y="52170"/>
                </a:lnTo>
                <a:lnTo>
                  <a:pt x="596202" y="53069"/>
                </a:lnTo>
                <a:lnTo>
                  <a:pt x="595717" y="53985"/>
                </a:lnTo>
                <a:lnTo>
                  <a:pt x="595246" y="54919"/>
                </a:lnTo>
                <a:lnTo>
                  <a:pt x="594797" y="55868"/>
                </a:lnTo>
                <a:lnTo>
                  <a:pt x="594367" y="56831"/>
                </a:lnTo>
                <a:lnTo>
                  <a:pt x="593957" y="57807"/>
                </a:lnTo>
                <a:lnTo>
                  <a:pt x="593566" y="58797"/>
                </a:lnTo>
                <a:lnTo>
                  <a:pt x="593193" y="59800"/>
                </a:lnTo>
                <a:lnTo>
                  <a:pt x="592840" y="60816"/>
                </a:lnTo>
                <a:lnTo>
                  <a:pt x="592506" y="61846"/>
                </a:lnTo>
                <a:lnTo>
                  <a:pt x="592191" y="62889"/>
                </a:lnTo>
                <a:lnTo>
                  <a:pt x="591895" y="63945"/>
                </a:lnTo>
                <a:lnTo>
                  <a:pt x="591618" y="65015"/>
                </a:lnTo>
                <a:lnTo>
                  <a:pt x="591361" y="66099"/>
                </a:lnTo>
                <a:lnTo>
                  <a:pt x="591122" y="67195"/>
                </a:lnTo>
                <a:lnTo>
                  <a:pt x="590902" y="68305"/>
                </a:lnTo>
                <a:lnTo>
                  <a:pt x="590702" y="69429"/>
                </a:lnTo>
                <a:lnTo>
                  <a:pt x="590521" y="70565"/>
                </a:lnTo>
                <a:lnTo>
                  <a:pt x="590358" y="71716"/>
                </a:lnTo>
                <a:lnTo>
                  <a:pt x="590215" y="72879"/>
                </a:lnTo>
                <a:lnTo>
                  <a:pt x="590091" y="74056"/>
                </a:lnTo>
                <a:lnTo>
                  <a:pt x="589986" y="75246"/>
                </a:lnTo>
                <a:lnTo>
                  <a:pt x="589900" y="76450"/>
                </a:lnTo>
                <a:lnTo>
                  <a:pt x="589833" y="77667"/>
                </a:lnTo>
                <a:lnTo>
                  <a:pt x="589786" y="78898"/>
                </a:lnTo>
                <a:lnTo>
                  <a:pt x="589757" y="80142"/>
                </a:lnTo>
                <a:lnTo>
                  <a:pt x="589747" y="81399"/>
                </a:lnTo>
                <a:lnTo>
                  <a:pt x="589757" y="82646"/>
                </a:lnTo>
                <a:lnTo>
                  <a:pt x="589786" y="83879"/>
                </a:lnTo>
                <a:lnTo>
                  <a:pt x="589833" y="85100"/>
                </a:lnTo>
                <a:lnTo>
                  <a:pt x="589900" y="86307"/>
                </a:lnTo>
                <a:lnTo>
                  <a:pt x="589986" y="87501"/>
                </a:lnTo>
                <a:lnTo>
                  <a:pt x="590091" y="88683"/>
                </a:lnTo>
                <a:lnTo>
                  <a:pt x="590215" y="89850"/>
                </a:lnTo>
                <a:lnTo>
                  <a:pt x="590358" y="91005"/>
                </a:lnTo>
                <a:lnTo>
                  <a:pt x="590521" y="92147"/>
                </a:lnTo>
                <a:lnTo>
                  <a:pt x="590702" y="93275"/>
                </a:lnTo>
                <a:lnTo>
                  <a:pt x="590902" y="94390"/>
                </a:lnTo>
                <a:lnTo>
                  <a:pt x="591122" y="95492"/>
                </a:lnTo>
                <a:lnTo>
                  <a:pt x="591361" y="96581"/>
                </a:lnTo>
                <a:lnTo>
                  <a:pt x="591618" y="97657"/>
                </a:lnTo>
                <a:lnTo>
                  <a:pt x="591895" y="98719"/>
                </a:lnTo>
                <a:lnTo>
                  <a:pt x="592191" y="99768"/>
                </a:lnTo>
                <a:lnTo>
                  <a:pt x="592506" y="100805"/>
                </a:lnTo>
                <a:lnTo>
                  <a:pt x="592840" y="101828"/>
                </a:lnTo>
                <a:lnTo>
                  <a:pt x="593193" y="102838"/>
                </a:lnTo>
                <a:lnTo>
                  <a:pt x="593566" y="103834"/>
                </a:lnTo>
                <a:lnTo>
                  <a:pt x="593957" y="104818"/>
                </a:lnTo>
                <a:lnTo>
                  <a:pt x="594367" y="105788"/>
                </a:lnTo>
                <a:lnTo>
                  <a:pt x="594797" y="106745"/>
                </a:lnTo>
                <a:lnTo>
                  <a:pt x="595246" y="107689"/>
                </a:lnTo>
                <a:lnTo>
                  <a:pt x="595717" y="108618"/>
                </a:lnTo>
                <a:lnTo>
                  <a:pt x="596202" y="109529"/>
                </a:lnTo>
                <a:lnTo>
                  <a:pt x="596703" y="110424"/>
                </a:lnTo>
                <a:lnTo>
                  <a:pt x="597219" y="111300"/>
                </a:lnTo>
                <a:lnTo>
                  <a:pt x="597749" y="112160"/>
                </a:lnTo>
                <a:lnTo>
                  <a:pt x="598295" y="113002"/>
                </a:lnTo>
                <a:lnTo>
                  <a:pt x="598855" y="113827"/>
                </a:lnTo>
                <a:lnTo>
                  <a:pt x="599431" y="114634"/>
                </a:lnTo>
                <a:lnTo>
                  <a:pt x="600021" y="115424"/>
                </a:lnTo>
                <a:lnTo>
                  <a:pt x="600626" y="116197"/>
                </a:lnTo>
                <a:lnTo>
                  <a:pt x="601246" y="116952"/>
                </a:lnTo>
                <a:lnTo>
                  <a:pt x="601881" y="117690"/>
                </a:lnTo>
                <a:lnTo>
                  <a:pt x="602531" y="118411"/>
                </a:lnTo>
                <a:lnTo>
                  <a:pt x="603196" y="119115"/>
                </a:lnTo>
                <a:lnTo>
                  <a:pt x="603876" y="119801"/>
                </a:lnTo>
                <a:lnTo>
                  <a:pt x="604571" y="120469"/>
                </a:lnTo>
                <a:lnTo>
                  <a:pt x="605281" y="121121"/>
                </a:lnTo>
                <a:lnTo>
                  <a:pt x="606005" y="121755"/>
                </a:lnTo>
                <a:lnTo>
                  <a:pt x="606745" y="122372"/>
                </a:lnTo>
                <a:lnTo>
                  <a:pt x="607499" y="122971"/>
                </a:lnTo>
                <a:lnTo>
                  <a:pt x="608268" y="123553"/>
                </a:lnTo>
                <a:lnTo>
                  <a:pt x="609053" y="124118"/>
                </a:lnTo>
                <a:lnTo>
                  <a:pt x="609852" y="124665"/>
                </a:lnTo>
                <a:lnTo>
                  <a:pt x="610666" y="125195"/>
                </a:lnTo>
                <a:lnTo>
                  <a:pt x="611498" y="125706"/>
                </a:lnTo>
                <a:lnTo>
                  <a:pt x="612342" y="126194"/>
                </a:lnTo>
                <a:lnTo>
                  <a:pt x="613197" y="126662"/>
                </a:lnTo>
                <a:lnTo>
                  <a:pt x="614063" y="127107"/>
                </a:lnTo>
                <a:lnTo>
                  <a:pt x="614940" y="127530"/>
                </a:lnTo>
                <a:lnTo>
                  <a:pt x="615828" y="127932"/>
                </a:lnTo>
                <a:lnTo>
                  <a:pt x="616728" y="128313"/>
                </a:lnTo>
                <a:lnTo>
                  <a:pt x="617639" y="128671"/>
                </a:lnTo>
                <a:lnTo>
                  <a:pt x="618561" y="129008"/>
                </a:lnTo>
                <a:lnTo>
                  <a:pt x="619494" y="129323"/>
                </a:lnTo>
                <a:lnTo>
                  <a:pt x="620438" y="129616"/>
                </a:lnTo>
                <a:lnTo>
                  <a:pt x="621394" y="129888"/>
                </a:lnTo>
                <a:lnTo>
                  <a:pt x="622361" y="130137"/>
                </a:lnTo>
                <a:lnTo>
                  <a:pt x="623338" y="130366"/>
                </a:lnTo>
                <a:lnTo>
                  <a:pt x="624328" y="130572"/>
                </a:lnTo>
                <a:lnTo>
                  <a:pt x="625328" y="130757"/>
                </a:lnTo>
                <a:lnTo>
                  <a:pt x="626339" y="130919"/>
                </a:lnTo>
                <a:lnTo>
                  <a:pt x="627362" y="131061"/>
                </a:lnTo>
                <a:lnTo>
                  <a:pt x="628396" y="131180"/>
                </a:lnTo>
                <a:lnTo>
                  <a:pt x="629441" y="131278"/>
                </a:lnTo>
                <a:lnTo>
                  <a:pt x="630497" y="131354"/>
                </a:lnTo>
                <a:lnTo>
                  <a:pt x="631565" y="131408"/>
                </a:lnTo>
                <a:lnTo>
                  <a:pt x="632643" y="131441"/>
                </a:lnTo>
                <a:lnTo>
                  <a:pt x="633733" y="131452"/>
                </a:lnTo>
                <a:lnTo>
                  <a:pt x="634823" y="131441"/>
                </a:lnTo>
                <a:lnTo>
                  <a:pt x="635901" y="131408"/>
                </a:lnTo>
                <a:lnTo>
                  <a:pt x="636968" y="131354"/>
                </a:lnTo>
                <a:lnTo>
                  <a:pt x="638024" y="131278"/>
                </a:lnTo>
                <a:lnTo>
                  <a:pt x="639068" y="131180"/>
                </a:lnTo>
                <a:close/>
                <a:moveTo>
                  <a:pt x="629726" y="117832"/>
                </a:moveTo>
                <a:lnTo>
                  <a:pt x="628962" y="117734"/>
                </a:lnTo>
                <a:lnTo>
                  <a:pt x="628210" y="117618"/>
                </a:lnTo>
                <a:lnTo>
                  <a:pt x="627470" y="117485"/>
                </a:lnTo>
                <a:lnTo>
                  <a:pt x="626742" y="117334"/>
                </a:lnTo>
                <a:lnTo>
                  <a:pt x="626027" y="117165"/>
                </a:lnTo>
                <a:lnTo>
                  <a:pt x="625324" y="116978"/>
                </a:lnTo>
                <a:lnTo>
                  <a:pt x="624633" y="116774"/>
                </a:lnTo>
                <a:lnTo>
                  <a:pt x="623954" y="116552"/>
                </a:lnTo>
                <a:lnTo>
                  <a:pt x="623288" y="116312"/>
                </a:lnTo>
                <a:lnTo>
                  <a:pt x="622634" y="116054"/>
                </a:lnTo>
                <a:lnTo>
                  <a:pt x="621992" y="115779"/>
                </a:lnTo>
                <a:lnTo>
                  <a:pt x="621363" y="115485"/>
                </a:lnTo>
                <a:lnTo>
                  <a:pt x="620746" y="115174"/>
                </a:lnTo>
                <a:lnTo>
                  <a:pt x="620141" y="114845"/>
                </a:lnTo>
                <a:lnTo>
                  <a:pt x="619549" y="114499"/>
                </a:lnTo>
                <a:lnTo>
                  <a:pt x="618969" y="114135"/>
                </a:lnTo>
                <a:lnTo>
                  <a:pt x="618401" y="113752"/>
                </a:lnTo>
                <a:lnTo>
                  <a:pt x="617845" y="113352"/>
                </a:lnTo>
                <a:lnTo>
                  <a:pt x="617302" y="112935"/>
                </a:lnTo>
                <a:lnTo>
                  <a:pt x="616770" y="112503"/>
                </a:lnTo>
                <a:lnTo>
                  <a:pt x="616251" y="112059"/>
                </a:lnTo>
                <a:lnTo>
                  <a:pt x="615743" y="111605"/>
                </a:lnTo>
                <a:lnTo>
                  <a:pt x="615246" y="111139"/>
                </a:lnTo>
                <a:lnTo>
                  <a:pt x="614761" y="110662"/>
                </a:lnTo>
                <a:lnTo>
                  <a:pt x="614288" y="110174"/>
                </a:lnTo>
                <a:lnTo>
                  <a:pt x="613826" y="109674"/>
                </a:lnTo>
                <a:lnTo>
                  <a:pt x="613376" y="109164"/>
                </a:lnTo>
                <a:lnTo>
                  <a:pt x="612938" y="108642"/>
                </a:lnTo>
                <a:lnTo>
                  <a:pt x="612511" y="108109"/>
                </a:lnTo>
                <a:lnTo>
                  <a:pt x="612096" y="107565"/>
                </a:lnTo>
                <a:lnTo>
                  <a:pt x="611693" y="107010"/>
                </a:lnTo>
                <a:lnTo>
                  <a:pt x="611301" y="106443"/>
                </a:lnTo>
                <a:lnTo>
                  <a:pt x="610921" y="105866"/>
                </a:lnTo>
                <a:lnTo>
                  <a:pt x="610552" y="105277"/>
                </a:lnTo>
                <a:lnTo>
                  <a:pt x="610196" y="104677"/>
                </a:lnTo>
                <a:lnTo>
                  <a:pt x="609850" y="104066"/>
                </a:lnTo>
                <a:lnTo>
                  <a:pt x="609517" y="103443"/>
                </a:lnTo>
                <a:lnTo>
                  <a:pt x="609195" y="102810"/>
                </a:lnTo>
                <a:lnTo>
                  <a:pt x="608884" y="102165"/>
                </a:lnTo>
                <a:lnTo>
                  <a:pt x="608585" y="101509"/>
                </a:lnTo>
                <a:lnTo>
                  <a:pt x="608298" y="100842"/>
                </a:lnTo>
                <a:lnTo>
                  <a:pt x="608023" y="100163"/>
                </a:lnTo>
                <a:lnTo>
                  <a:pt x="607759" y="99474"/>
                </a:lnTo>
                <a:lnTo>
                  <a:pt x="607506" y="98776"/>
                </a:lnTo>
                <a:lnTo>
                  <a:pt x="607264" y="98074"/>
                </a:lnTo>
                <a:lnTo>
                  <a:pt x="607033" y="97366"/>
                </a:lnTo>
                <a:lnTo>
                  <a:pt x="606813" y="96654"/>
                </a:lnTo>
                <a:lnTo>
                  <a:pt x="606603" y="95937"/>
                </a:lnTo>
                <a:lnTo>
                  <a:pt x="606404" y="95216"/>
                </a:lnTo>
                <a:lnTo>
                  <a:pt x="606216" y="94489"/>
                </a:lnTo>
                <a:lnTo>
                  <a:pt x="606038" y="93758"/>
                </a:lnTo>
                <a:lnTo>
                  <a:pt x="605872" y="93021"/>
                </a:lnTo>
                <a:lnTo>
                  <a:pt x="605716" y="92280"/>
                </a:lnTo>
                <a:lnTo>
                  <a:pt x="605571" y="91535"/>
                </a:lnTo>
                <a:lnTo>
                  <a:pt x="605436" y="90784"/>
                </a:lnTo>
                <a:lnTo>
                  <a:pt x="605313" y="90028"/>
                </a:lnTo>
                <a:lnTo>
                  <a:pt x="605200" y="89268"/>
                </a:lnTo>
                <a:lnTo>
                  <a:pt x="605098" y="88503"/>
                </a:lnTo>
                <a:lnTo>
                  <a:pt x="605006" y="87733"/>
                </a:lnTo>
                <a:lnTo>
                  <a:pt x="604926" y="86958"/>
                </a:lnTo>
                <a:lnTo>
                  <a:pt x="604856" y="86178"/>
                </a:lnTo>
                <a:lnTo>
                  <a:pt x="604797" y="85394"/>
                </a:lnTo>
                <a:lnTo>
                  <a:pt x="604748" y="84604"/>
                </a:lnTo>
                <a:lnTo>
                  <a:pt x="604711" y="83810"/>
                </a:lnTo>
                <a:lnTo>
                  <a:pt x="604684" y="83011"/>
                </a:lnTo>
                <a:lnTo>
                  <a:pt x="604668" y="82208"/>
                </a:lnTo>
                <a:lnTo>
                  <a:pt x="604662" y="81399"/>
                </a:lnTo>
                <a:lnTo>
                  <a:pt x="604668" y="80590"/>
                </a:lnTo>
                <a:lnTo>
                  <a:pt x="604684" y="79786"/>
                </a:lnTo>
                <a:lnTo>
                  <a:pt x="604711" y="78987"/>
                </a:lnTo>
                <a:lnTo>
                  <a:pt x="604748" y="78192"/>
                </a:lnTo>
                <a:lnTo>
                  <a:pt x="604797" y="77401"/>
                </a:lnTo>
                <a:lnTo>
                  <a:pt x="604856" y="76616"/>
                </a:lnTo>
                <a:lnTo>
                  <a:pt x="604926" y="75835"/>
                </a:lnTo>
                <a:lnTo>
                  <a:pt x="605006" y="75058"/>
                </a:lnTo>
                <a:lnTo>
                  <a:pt x="605098" y="74286"/>
                </a:lnTo>
                <a:lnTo>
                  <a:pt x="605200" y="73519"/>
                </a:lnTo>
                <a:lnTo>
                  <a:pt x="605313" y="72756"/>
                </a:lnTo>
                <a:lnTo>
                  <a:pt x="605436" y="71998"/>
                </a:lnTo>
                <a:lnTo>
                  <a:pt x="605571" y="71245"/>
                </a:lnTo>
                <a:lnTo>
                  <a:pt x="605716" y="70496"/>
                </a:lnTo>
                <a:lnTo>
                  <a:pt x="605872" y="69752"/>
                </a:lnTo>
                <a:lnTo>
                  <a:pt x="606038" y="69012"/>
                </a:lnTo>
                <a:lnTo>
                  <a:pt x="606216" y="68277"/>
                </a:lnTo>
                <a:lnTo>
                  <a:pt x="606404" y="67547"/>
                </a:lnTo>
                <a:lnTo>
                  <a:pt x="606603" y="66821"/>
                </a:lnTo>
                <a:lnTo>
                  <a:pt x="606813" y="66100"/>
                </a:lnTo>
                <a:lnTo>
                  <a:pt x="607033" y="65383"/>
                </a:lnTo>
                <a:lnTo>
                  <a:pt x="607264" y="64671"/>
                </a:lnTo>
                <a:lnTo>
                  <a:pt x="607506" y="63964"/>
                </a:lnTo>
                <a:lnTo>
                  <a:pt x="607759" y="63261"/>
                </a:lnTo>
                <a:lnTo>
                  <a:pt x="608023" y="62566"/>
                </a:lnTo>
                <a:lnTo>
                  <a:pt x="608298" y="61883"/>
                </a:lnTo>
                <a:lnTo>
                  <a:pt x="608585" y="61210"/>
                </a:lnTo>
                <a:lnTo>
                  <a:pt x="608884" y="60549"/>
                </a:lnTo>
                <a:lnTo>
                  <a:pt x="609195" y="59899"/>
                </a:lnTo>
                <a:lnTo>
                  <a:pt x="609517" y="59260"/>
                </a:lnTo>
                <a:lnTo>
                  <a:pt x="609850" y="58632"/>
                </a:lnTo>
                <a:lnTo>
                  <a:pt x="610196" y="58016"/>
                </a:lnTo>
                <a:lnTo>
                  <a:pt x="610552" y="57410"/>
                </a:lnTo>
                <a:lnTo>
                  <a:pt x="610921" y="56816"/>
                </a:lnTo>
                <a:lnTo>
                  <a:pt x="611301" y="56233"/>
                </a:lnTo>
                <a:lnTo>
                  <a:pt x="611693" y="55662"/>
                </a:lnTo>
                <a:lnTo>
                  <a:pt x="612096" y="55101"/>
                </a:lnTo>
                <a:lnTo>
                  <a:pt x="612511" y="54552"/>
                </a:lnTo>
                <a:lnTo>
                  <a:pt x="612938" y="54014"/>
                </a:lnTo>
                <a:lnTo>
                  <a:pt x="613376" y="53487"/>
                </a:lnTo>
                <a:lnTo>
                  <a:pt x="613826" y="52971"/>
                </a:lnTo>
                <a:lnTo>
                  <a:pt x="614288" y="52466"/>
                </a:lnTo>
                <a:lnTo>
                  <a:pt x="614761" y="51973"/>
                </a:lnTo>
                <a:lnTo>
                  <a:pt x="615246" y="51491"/>
                </a:lnTo>
                <a:lnTo>
                  <a:pt x="615743" y="51020"/>
                </a:lnTo>
                <a:lnTo>
                  <a:pt x="616251" y="50560"/>
                </a:lnTo>
                <a:lnTo>
                  <a:pt x="616770" y="50111"/>
                </a:lnTo>
                <a:lnTo>
                  <a:pt x="617302" y="49674"/>
                </a:lnTo>
                <a:lnTo>
                  <a:pt x="617845" y="49251"/>
                </a:lnTo>
                <a:lnTo>
                  <a:pt x="618401" y="48846"/>
                </a:lnTo>
                <a:lnTo>
                  <a:pt x="618969" y="48459"/>
                </a:lnTo>
                <a:lnTo>
                  <a:pt x="619549" y="48090"/>
                </a:lnTo>
                <a:lnTo>
                  <a:pt x="620141" y="47739"/>
                </a:lnTo>
                <a:lnTo>
                  <a:pt x="620746" y="47406"/>
                </a:lnTo>
                <a:lnTo>
                  <a:pt x="621363" y="47091"/>
                </a:lnTo>
                <a:lnTo>
                  <a:pt x="621992" y="46795"/>
                </a:lnTo>
                <a:lnTo>
                  <a:pt x="622634" y="46516"/>
                </a:lnTo>
                <a:lnTo>
                  <a:pt x="623288" y="46255"/>
                </a:lnTo>
                <a:lnTo>
                  <a:pt x="623954" y="46012"/>
                </a:lnTo>
                <a:lnTo>
                  <a:pt x="624633" y="45787"/>
                </a:lnTo>
                <a:lnTo>
                  <a:pt x="625324" y="45580"/>
                </a:lnTo>
                <a:lnTo>
                  <a:pt x="626027" y="45391"/>
                </a:lnTo>
                <a:lnTo>
                  <a:pt x="626742" y="45220"/>
                </a:lnTo>
                <a:lnTo>
                  <a:pt x="627470" y="45067"/>
                </a:lnTo>
                <a:lnTo>
                  <a:pt x="628210" y="44932"/>
                </a:lnTo>
                <a:lnTo>
                  <a:pt x="628962" y="44815"/>
                </a:lnTo>
                <a:lnTo>
                  <a:pt x="629726" y="44716"/>
                </a:lnTo>
                <a:lnTo>
                  <a:pt x="630503" y="44635"/>
                </a:lnTo>
                <a:lnTo>
                  <a:pt x="631292" y="44572"/>
                </a:lnTo>
                <a:lnTo>
                  <a:pt x="632094" y="44527"/>
                </a:lnTo>
                <a:lnTo>
                  <a:pt x="632907" y="44500"/>
                </a:lnTo>
                <a:lnTo>
                  <a:pt x="633733" y="44491"/>
                </a:lnTo>
                <a:lnTo>
                  <a:pt x="634559" y="44500"/>
                </a:lnTo>
                <a:lnTo>
                  <a:pt x="635373" y="44527"/>
                </a:lnTo>
                <a:lnTo>
                  <a:pt x="636174" y="44572"/>
                </a:lnTo>
                <a:lnTo>
                  <a:pt x="636963" y="44635"/>
                </a:lnTo>
                <a:lnTo>
                  <a:pt x="637740" y="44716"/>
                </a:lnTo>
                <a:lnTo>
                  <a:pt x="638505" y="44815"/>
                </a:lnTo>
                <a:lnTo>
                  <a:pt x="639257" y="44932"/>
                </a:lnTo>
                <a:lnTo>
                  <a:pt x="639997" y="45067"/>
                </a:lnTo>
                <a:lnTo>
                  <a:pt x="640724" y="45220"/>
                </a:lnTo>
                <a:lnTo>
                  <a:pt x="641440" y="45391"/>
                </a:lnTo>
                <a:lnTo>
                  <a:pt x="642143" y="45580"/>
                </a:lnTo>
                <a:lnTo>
                  <a:pt x="642834" y="45787"/>
                </a:lnTo>
                <a:lnTo>
                  <a:pt x="643512" y="46012"/>
                </a:lnTo>
                <a:lnTo>
                  <a:pt x="644178" y="46255"/>
                </a:lnTo>
                <a:lnTo>
                  <a:pt x="644832" y="46516"/>
                </a:lnTo>
                <a:lnTo>
                  <a:pt x="645474" y="46795"/>
                </a:lnTo>
                <a:lnTo>
                  <a:pt x="646103" y="47091"/>
                </a:lnTo>
                <a:lnTo>
                  <a:pt x="646720" y="47406"/>
                </a:lnTo>
                <a:lnTo>
                  <a:pt x="647325" y="47739"/>
                </a:lnTo>
                <a:lnTo>
                  <a:pt x="647918" y="48090"/>
                </a:lnTo>
                <a:lnTo>
                  <a:pt x="648498" y="48459"/>
                </a:lnTo>
                <a:lnTo>
                  <a:pt x="649066" y="48846"/>
                </a:lnTo>
                <a:lnTo>
                  <a:pt x="649621" y="49251"/>
                </a:lnTo>
                <a:lnTo>
                  <a:pt x="650165" y="49674"/>
                </a:lnTo>
                <a:lnTo>
                  <a:pt x="650696" y="50111"/>
                </a:lnTo>
                <a:lnTo>
                  <a:pt x="651216" y="50560"/>
                </a:lnTo>
                <a:lnTo>
                  <a:pt x="651724" y="51020"/>
                </a:lnTo>
                <a:lnTo>
                  <a:pt x="652220" y="51491"/>
                </a:lnTo>
                <a:lnTo>
                  <a:pt x="652705" y="51973"/>
                </a:lnTo>
                <a:lnTo>
                  <a:pt x="653178" y="52466"/>
                </a:lnTo>
                <a:lnTo>
                  <a:pt x="653640" y="52971"/>
                </a:lnTo>
                <a:lnTo>
                  <a:pt x="654090" y="53487"/>
                </a:lnTo>
                <a:lnTo>
                  <a:pt x="654528" y="54014"/>
                </a:lnTo>
                <a:lnTo>
                  <a:pt x="654955" y="54552"/>
                </a:lnTo>
                <a:lnTo>
                  <a:pt x="655370" y="55101"/>
                </a:lnTo>
                <a:lnTo>
                  <a:pt x="655774" y="55662"/>
                </a:lnTo>
                <a:lnTo>
                  <a:pt x="656165" y="56233"/>
                </a:lnTo>
                <a:lnTo>
                  <a:pt x="656545" y="56816"/>
                </a:lnTo>
                <a:lnTo>
                  <a:pt x="656914" y="57410"/>
                </a:lnTo>
                <a:lnTo>
                  <a:pt x="657271" y="58016"/>
                </a:lnTo>
                <a:lnTo>
                  <a:pt x="657616" y="58632"/>
                </a:lnTo>
                <a:lnTo>
                  <a:pt x="657950" y="59260"/>
                </a:lnTo>
                <a:lnTo>
                  <a:pt x="658272" y="59899"/>
                </a:lnTo>
                <a:lnTo>
                  <a:pt x="658582" y="60549"/>
                </a:lnTo>
                <a:lnTo>
                  <a:pt x="658881" y="61210"/>
                </a:lnTo>
                <a:lnTo>
                  <a:pt x="659168" y="61883"/>
                </a:lnTo>
                <a:lnTo>
                  <a:pt x="659444" y="62566"/>
                </a:lnTo>
                <a:lnTo>
                  <a:pt x="659708" y="63261"/>
                </a:lnTo>
                <a:lnTo>
                  <a:pt x="659960" y="63964"/>
                </a:lnTo>
                <a:lnTo>
                  <a:pt x="660202" y="64671"/>
                </a:lnTo>
                <a:lnTo>
                  <a:pt x="660433" y="65383"/>
                </a:lnTo>
                <a:lnTo>
                  <a:pt x="660654" y="66100"/>
                </a:lnTo>
                <a:lnTo>
                  <a:pt x="660863" y="66821"/>
                </a:lnTo>
                <a:lnTo>
                  <a:pt x="661062" y="67547"/>
                </a:lnTo>
                <a:lnTo>
                  <a:pt x="661251" y="68277"/>
                </a:lnTo>
                <a:lnTo>
                  <a:pt x="661428" y="69012"/>
                </a:lnTo>
                <a:lnTo>
                  <a:pt x="661595" y="69752"/>
                </a:lnTo>
                <a:lnTo>
                  <a:pt x="661751" y="70496"/>
                </a:lnTo>
                <a:lnTo>
                  <a:pt x="661896" y="71245"/>
                </a:lnTo>
                <a:lnTo>
                  <a:pt x="662030" y="71998"/>
                </a:lnTo>
                <a:lnTo>
                  <a:pt x="662154" y="72756"/>
                </a:lnTo>
                <a:lnTo>
                  <a:pt x="662267" y="73519"/>
                </a:lnTo>
                <a:lnTo>
                  <a:pt x="662369" y="74286"/>
                </a:lnTo>
                <a:lnTo>
                  <a:pt x="662460" y="75058"/>
                </a:lnTo>
                <a:lnTo>
                  <a:pt x="662541" y="75835"/>
                </a:lnTo>
                <a:lnTo>
                  <a:pt x="662611" y="76616"/>
                </a:lnTo>
                <a:lnTo>
                  <a:pt x="662670" y="77401"/>
                </a:lnTo>
                <a:lnTo>
                  <a:pt x="662718" y="78192"/>
                </a:lnTo>
                <a:lnTo>
                  <a:pt x="662756" y="78987"/>
                </a:lnTo>
                <a:lnTo>
                  <a:pt x="662783" y="79786"/>
                </a:lnTo>
                <a:lnTo>
                  <a:pt x="662799" y="80590"/>
                </a:lnTo>
                <a:lnTo>
                  <a:pt x="662804" y="81399"/>
                </a:lnTo>
                <a:lnTo>
                  <a:pt x="662799" y="82208"/>
                </a:lnTo>
                <a:lnTo>
                  <a:pt x="662783" y="83011"/>
                </a:lnTo>
                <a:lnTo>
                  <a:pt x="662756" y="83810"/>
                </a:lnTo>
                <a:lnTo>
                  <a:pt x="662718" y="84604"/>
                </a:lnTo>
                <a:lnTo>
                  <a:pt x="662670" y="85394"/>
                </a:lnTo>
                <a:lnTo>
                  <a:pt x="662611" y="86178"/>
                </a:lnTo>
                <a:lnTo>
                  <a:pt x="662541" y="86958"/>
                </a:lnTo>
                <a:lnTo>
                  <a:pt x="662460" y="87733"/>
                </a:lnTo>
                <a:lnTo>
                  <a:pt x="662369" y="88503"/>
                </a:lnTo>
                <a:lnTo>
                  <a:pt x="662267" y="89268"/>
                </a:lnTo>
                <a:lnTo>
                  <a:pt x="662154" y="90028"/>
                </a:lnTo>
                <a:lnTo>
                  <a:pt x="662030" y="90784"/>
                </a:lnTo>
                <a:lnTo>
                  <a:pt x="661896" y="91535"/>
                </a:lnTo>
                <a:lnTo>
                  <a:pt x="661751" y="92280"/>
                </a:lnTo>
                <a:lnTo>
                  <a:pt x="661595" y="93021"/>
                </a:lnTo>
                <a:lnTo>
                  <a:pt x="661428" y="93758"/>
                </a:lnTo>
                <a:lnTo>
                  <a:pt x="661251" y="94489"/>
                </a:lnTo>
                <a:lnTo>
                  <a:pt x="661062" y="95216"/>
                </a:lnTo>
                <a:lnTo>
                  <a:pt x="660863" y="95937"/>
                </a:lnTo>
                <a:lnTo>
                  <a:pt x="660654" y="96654"/>
                </a:lnTo>
                <a:lnTo>
                  <a:pt x="660433" y="97366"/>
                </a:lnTo>
                <a:lnTo>
                  <a:pt x="660202" y="98074"/>
                </a:lnTo>
                <a:lnTo>
                  <a:pt x="659960" y="98776"/>
                </a:lnTo>
                <a:lnTo>
                  <a:pt x="659708" y="99474"/>
                </a:lnTo>
                <a:lnTo>
                  <a:pt x="659444" y="100163"/>
                </a:lnTo>
                <a:lnTo>
                  <a:pt x="659168" y="100842"/>
                </a:lnTo>
                <a:lnTo>
                  <a:pt x="658881" y="101509"/>
                </a:lnTo>
                <a:lnTo>
                  <a:pt x="658582" y="102165"/>
                </a:lnTo>
                <a:lnTo>
                  <a:pt x="658272" y="102810"/>
                </a:lnTo>
                <a:lnTo>
                  <a:pt x="657950" y="103443"/>
                </a:lnTo>
                <a:lnTo>
                  <a:pt x="657616" y="104066"/>
                </a:lnTo>
                <a:lnTo>
                  <a:pt x="657271" y="104677"/>
                </a:lnTo>
                <a:lnTo>
                  <a:pt x="656914" y="105277"/>
                </a:lnTo>
                <a:lnTo>
                  <a:pt x="656545" y="105866"/>
                </a:lnTo>
                <a:lnTo>
                  <a:pt x="656165" y="106443"/>
                </a:lnTo>
                <a:lnTo>
                  <a:pt x="655774" y="107010"/>
                </a:lnTo>
                <a:lnTo>
                  <a:pt x="655370" y="107565"/>
                </a:lnTo>
                <a:lnTo>
                  <a:pt x="654955" y="108109"/>
                </a:lnTo>
                <a:lnTo>
                  <a:pt x="654528" y="108642"/>
                </a:lnTo>
                <a:lnTo>
                  <a:pt x="654090" y="109164"/>
                </a:lnTo>
                <a:lnTo>
                  <a:pt x="653640" y="109674"/>
                </a:lnTo>
                <a:lnTo>
                  <a:pt x="653178" y="110174"/>
                </a:lnTo>
                <a:lnTo>
                  <a:pt x="652705" y="110662"/>
                </a:lnTo>
                <a:lnTo>
                  <a:pt x="652220" y="111139"/>
                </a:lnTo>
                <a:lnTo>
                  <a:pt x="651724" y="111605"/>
                </a:lnTo>
                <a:lnTo>
                  <a:pt x="651216" y="112059"/>
                </a:lnTo>
                <a:lnTo>
                  <a:pt x="650696" y="112503"/>
                </a:lnTo>
                <a:lnTo>
                  <a:pt x="650165" y="112935"/>
                </a:lnTo>
                <a:lnTo>
                  <a:pt x="649621" y="113352"/>
                </a:lnTo>
                <a:lnTo>
                  <a:pt x="649066" y="113752"/>
                </a:lnTo>
                <a:lnTo>
                  <a:pt x="648498" y="114135"/>
                </a:lnTo>
                <a:lnTo>
                  <a:pt x="647918" y="114499"/>
                </a:lnTo>
                <a:lnTo>
                  <a:pt x="647325" y="114845"/>
                </a:lnTo>
                <a:lnTo>
                  <a:pt x="646720" y="115174"/>
                </a:lnTo>
                <a:lnTo>
                  <a:pt x="646103" y="115485"/>
                </a:lnTo>
                <a:lnTo>
                  <a:pt x="645474" y="115779"/>
                </a:lnTo>
                <a:lnTo>
                  <a:pt x="644832" y="116054"/>
                </a:lnTo>
                <a:lnTo>
                  <a:pt x="644178" y="116312"/>
                </a:lnTo>
                <a:lnTo>
                  <a:pt x="643512" y="116552"/>
                </a:lnTo>
                <a:lnTo>
                  <a:pt x="642834" y="116774"/>
                </a:lnTo>
                <a:lnTo>
                  <a:pt x="642143" y="116978"/>
                </a:lnTo>
                <a:lnTo>
                  <a:pt x="641440" y="117165"/>
                </a:lnTo>
                <a:lnTo>
                  <a:pt x="640724" y="117334"/>
                </a:lnTo>
                <a:lnTo>
                  <a:pt x="639997" y="117485"/>
                </a:lnTo>
                <a:lnTo>
                  <a:pt x="639257" y="117618"/>
                </a:lnTo>
                <a:lnTo>
                  <a:pt x="638505" y="117734"/>
                </a:lnTo>
                <a:lnTo>
                  <a:pt x="637740" y="117832"/>
                </a:lnTo>
                <a:lnTo>
                  <a:pt x="636963" y="117912"/>
                </a:lnTo>
                <a:lnTo>
                  <a:pt x="636174" y="117974"/>
                </a:lnTo>
                <a:lnTo>
                  <a:pt x="635373" y="118018"/>
                </a:lnTo>
                <a:lnTo>
                  <a:pt x="634559" y="118045"/>
                </a:lnTo>
                <a:lnTo>
                  <a:pt x="633733" y="118054"/>
                </a:lnTo>
                <a:lnTo>
                  <a:pt x="632907" y="118045"/>
                </a:lnTo>
                <a:lnTo>
                  <a:pt x="632094" y="118018"/>
                </a:lnTo>
                <a:lnTo>
                  <a:pt x="631292" y="117974"/>
                </a:lnTo>
                <a:lnTo>
                  <a:pt x="630503" y="117912"/>
                </a:lnTo>
                <a:lnTo>
                  <a:pt x="629726" y="117832"/>
                </a:lnTo>
                <a:close/>
                <a:moveTo>
                  <a:pt x="873434" y="76300"/>
                </a:moveTo>
                <a:lnTo>
                  <a:pt x="873390" y="75220"/>
                </a:lnTo>
                <a:lnTo>
                  <a:pt x="873334" y="74154"/>
                </a:lnTo>
                <a:lnTo>
                  <a:pt x="873265" y="73104"/>
                </a:lnTo>
                <a:lnTo>
                  <a:pt x="873184" y="72069"/>
                </a:lnTo>
                <a:lnTo>
                  <a:pt x="873090" y="71049"/>
                </a:lnTo>
                <a:lnTo>
                  <a:pt x="872984" y="70043"/>
                </a:lnTo>
                <a:lnTo>
                  <a:pt x="872865" y="69053"/>
                </a:lnTo>
                <a:lnTo>
                  <a:pt x="872734" y="68077"/>
                </a:lnTo>
                <a:lnTo>
                  <a:pt x="872590" y="67116"/>
                </a:lnTo>
                <a:lnTo>
                  <a:pt x="872433" y="66170"/>
                </a:lnTo>
                <a:lnTo>
                  <a:pt x="872265" y="65240"/>
                </a:lnTo>
                <a:lnTo>
                  <a:pt x="872083" y="64324"/>
                </a:lnTo>
                <a:lnTo>
                  <a:pt x="871889" y="63423"/>
                </a:lnTo>
                <a:lnTo>
                  <a:pt x="871683" y="62537"/>
                </a:lnTo>
                <a:lnTo>
                  <a:pt x="871464" y="61665"/>
                </a:lnTo>
                <a:lnTo>
                  <a:pt x="871233" y="60809"/>
                </a:lnTo>
                <a:lnTo>
                  <a:pt x="870989" y="59968"/>
                </a:lnTo>
                <a:lnTo>
                  <a:pt x="870732" y="59141"/>
                </a:lnTo>
                <a:lnTo>
                  <a:pt x="870463" y="58330"/>
                </a:lnTo>
                <a:lnTo>
                  <a:pt x="870182" y="57533"/>
                </a:lnTo>
                <a:lnTo>
                  <a:pt x="869888" y="56752"/>
                </a:lnTo>
                <a:lnTo>
                  <a:pt x="869584" y="55984"/>
                </a:lnTo>
                <a:lnTo>
                  <a:pt x="869271" y="55229"/>
                </a:lnTo>
                <a:lnTo>
                  <a:pt x="868949" y="54486"/>
                </a:lnTo>
                <a:lnTo>
                  <a:pt x="868619" y="53757"/>
                </a:lnTo>
                <a:lnTo>
                  <a:pt x="868280" y="53040"/>
                </a:lnTo>
                <a:lnTo>
                  <a:pt x="867933" y="52336"/>
                </a:lnTo>
                <a:lnTo>
                  <a:pt x="867577" y="51644"/>
                </a:lnTo>
                <a:lnTo>
                  <a:pt x="867213" y="50966"/>
                </a:lnTo>
                <a:lnTo>
                  <a:pt x="866840" y="50300"/>
                </a:lnTo>
                <a:lnTo>
                  <a:pt x="866458" y="49646"/>
                </a:lnTo>
                <a:lnTo>
                  <a:pt x="866068" y="49006"/>
                </a:lnTo>
                <a:lnTo>
                  <a:pt x="865670" y="48378"/>
                </a:lnTo>
                <a:lnTo>
                  <a:pt x="865262" y="47763"/>
                </a:lnTo>
                <a:lnTo>
                  <a:pt x="864847" y="47161"/>
                </a:lnTo>
                <a:lnTo>
                  <a:pt x="864422" y="46571"/>
                </a:lnTo>
                <a:lnTo>
                  <a:pt x="863990" y="45994"/>
                </a:lnTo>
                <a:lnTo>
                  <a:pt x="863548" y="45430"/>
                </a:lnTo>
                <a:lnTo>
                  <a:pt x="863098" y="44878"/>
                </a:lnTo>
                <a:lnTo>
                  <a:pt x="862640" y="44340"/>
                </a:lnTo>
                <a:lnTo>
                  <a:pt x="862173" y="43814"/>
                </a:lnTo>
                <a:lnTo>
                  <a:pt x="861697" y="43300"/>
                </a:lnTo>
                <a:lnTo>
                  <a:pt x="861213" y="42800"/>
                </a:lnTo>
                <a:lnTo>
                  <a:pt x="860720" y="42312"/>
                </a:lnTo>
                <a:lnTo>
                  <a:pt x="860219" y="41837"/>
                </a:lnTo>
                <a:lnTo>
                  <a:pt x="859711" y="41369"/>
                </a:lnTo>
                <a:lnTo>
                  <a:pt x="859198" y="40911"/>
                </a:lnTo>
                <a:lnTo>
                  <a:pt x="858681" y="40464"/>
                </a:lnTo>
                <a:lnTo>
                  <a:pt x="858160" y="40029"/>
                </a:lnTo>
                <a:lnTo>
                  <a:pt x="857633" y="39604"/>
                </a:lnTo>
                <a:lnTo>
                  <a:pt x="857102" y="39191"/>
                </a:lnTo>
                <a:lnTo>
                  <a:pt x="856567" y="38788"/>
                </a:lnTo>
                <a:lnTo>
                  <a:pt x="856027" y="38396"/>
                </a:lnTo>
                <a:lnTo>
                  <a:pt x="855482" y="38016"/>
                </a:lnTo>
                <a:lnTo>
                  <a:pt x="854933" y="37646"/>
                </a:lnTo>
                <a:lnTo>
                  <a:pt x="854379" y="37287"/>
                </a:lnTo>
                <a:lnTo>
                  <a:pt x="853820" y="36939"/>
                </a:lnTo>
                <a:lnTo>
                  <a:pt x="853257" y="36602"/>
                </a:lnTo>
                <a:lnTo>
                  <a:pt x="852689" y="36276"/>
                </a:lnTo>
                <a:lnTo>
                  <a:pt x="852117" y="35962"/>
                </a:lnTo>
                <a:lnTo>
                  <a:pt x="851540" y="35658"/>
                </a:lnTo>
                <a:lnTo>
                  <a:pt x="850958" y="35365"/>
                </a:lnTo>
                <a:lnTo>
                  <a:pt x="850372" y="35083"/>
                </a:lnTo>
                <a:lnTo>
                  <a:pt x="849781" y="34812"/>
                </a:lnTo>
                <a:lnTo>
                  <a:pt x="849186" y="34552"/>
                </a:lnTo>
                <a:lnTo>
                  <a:pt x="848585" y="34303"/>
                </a:lnTo>
                <a:lnTo>
                  <a:pt x="847981" y="34065"/>
                </a:lnTo>
                <a:lnTo>
                  <a:pt x="847372" y="33837"/>
                </a:lnTo>
                <a:lnTo>
                  <a:pt x="846758" y="33621"/>
                </a:lnTo>
                <a:lnTo>
                  <a:pt x="846141" y="33415"/>
                </a:lnTo>
                <a:lnTo>
                  <a:pt x="845524" y="33218"/>
                </a:lnTo>
                <a:lnTo>
                  <a:pt x="844906" y="33029"/>
                </a:lnTo>
                <a:lnTo>
                  <a:pt x="844288" y="32849"/>
                </a:lnTo>
                <a:lnTo>
                  <a:pt x="843669" y="32678"/>
                </a:lnTo>
                <a:lnTo>
                  <a:pt x="843049" y="32515"/>
                </a:lnTo>
                <a:lnTo>
                  <a:pt x="842428" y="32362"/>
                </a:lnTo>
                <a:lnTo>
                  <a:pt x="841807" y="32217"/>
                </a:lnTo>
                <a:lnTo>
                  <a:pt x="841185" y="32081"/>
                </a:lnTo>
                <a:lnTo>
                  <a:pt x="840563" y="31954"/>
                </a:lnTo>
                <a:lnTo>
                  <a:pt x="839940" y="31835"/>
                </a:lnTo>
                <a:lnTo>
                  <a:pt x="839316" y="31725"/>
                </a:lnTo>
                <a:lnTo>
                  <a:pt x="838692" y="31624"/>
                </a:lnTo>
                <a:lnTo>
                  <a:pt x="838067" y="31532"/>
                </a:lnTo>
                <a:lnTo>
                  <a:pt x="837441" y="31449"/>
                </a:lnTo>
                <a:lnTo>
                  <a:pt x="836815" y="31374"/>
                </a:lnTo>
                <a:lnTo>
                  <a:pt x="836187" y="31308"/>
                </a:lnTo>
                <a:lnTo>
                  <a:pt x="835560" y="31251"/>
                </a:lnTo>
                <a:lnTo>
                  <a:pt x="834931" y="31203"/>
                </a:lnTo>
                <a:lnTo>
                  <a:pt x="834302" y="31164"/>
                </a:lnTo>
                <a:lnTo>
                  <a:pt x="833673" y="31133"/>
                </a:lnTo>
                <a:lnTo>
                  <a:pt x="833042" y="31111"/>
                </a:lnTo>
                <a:lnTo>
                  <a:pt x="832411" y="31098"/>
                </a:lnTo>
                <a:lnTo>
                  <a:pt x="831780" y="31093"/>
                </a:lnTo>
                <a:lnTo>
                  <a:pt x="830690" y="31105"/>
                </a:lnTo>
                <a:lnTo>
                  <a:pt x="829612" y="31138"/>
                </a:lnTo>
                <a:lnTo>
                  <a:pt x="828545" y="31194"/>
                </a:lnTo>
                <a:lnTo>
                  <a:pt x="827489" y="31272"/>
                </a:lnTo>
                <a:lnTo>
                  <a:pt x="826445" y="31373"/>
                </a:lnTo>
                <a:lnTo>
                  <a:pt x="825413" y="31496"/>
                </a:lnTo>
                <a:lnTo>
                  <a:pt x="824391" y="31642"/>
                </a:lnTo>
                <a:lnTo>
                  <a:pt x="823381" y="31810"/>
                </a:lnTo>
                <a:lnTo>
                  <a:pt x="822383" y="32000"/>
                </a:lnTo>
                <a:lnTo>
                  <a:pt x="821396" y="32213"/>
                </a:lnTo>
                <a:lnTo>
                  <a:pt x="820420" y="32448"/>
                </a:lnTo>
                <a:lnTo>
                  <a:pt x="819456" y="32705"/>
                </a:lnTo>
                <a:lnTo>
                  <a:pt x="818503" y="32985"/>
                </a:lnTo>
                <a:lnTo>
                  <a:pt x="817562" y="33287"/>
                </a:lnTo>
                <a:lnTo>
                  <a:pt x="816632" y="33611"/>
                </a:lnTo>
                <a:lnTo>
                  <a:pt x="815713" y="33958"/>
                </a:lnTo>
                <a:lnTo>
                  <a:pt x="814806" y="34328"/>
                </a:lnTo>
                <a:lnTo>
                  <a:pt x="813911" y="34719"/>
                </a:lnTo>
                <a:lnTo>
                  <a:pt x="813026" y="35133"/>
                </a:lnTo>
                <a:lnTo>
                  <a:pt x="812153" y="35570"/>
                </a:lnTo>
                <a:lnTo>
                  <a:pt x="811292" y="36029"/>
                </a:lnTo>
                <a:lnTo>
                  <a:pt x="810442" y="36510"/>
                </a:lnTo>
                <a:lnTo>
                  <a:pt x="809603" y="37014"/>
                </a:lnTo>
                <a:lnTo>
                  <a:pt x="808776" y="37540"/>
                </a:lnTo>
                <a:lnTo>
                  <a:pt x="807967" y="38080"/>
                </a:lnTo>
                <a:lnTo>
                  <a:pt x="807173" y="38639"/>
                </a:lnTo>
                <a:lnTo>
                  <a:pt x="806394" y="39214"/>
                </a:lnTo>
                <a:lnTo>
                  <a:pt x="805630" y="39808"/>
                </a:lnTo>
                <a:lnTo>
                  <a:pt x="804881" y="40419"/>
                </a:lnTo>
                <a:lnTo>
                  <a:pt x="804146" y="41047"/>
                </a:lnTo>
                <a:lnTo>
                  <a:pt x="803427" y="41693"/>
                </a:lnTo>
                <a:lnTo>
                  <a:pt x="802723" y="42357"/>
                </a:lnTo>
                <a:lnTo>
                  <a:pt x="802033" y="43038"/>
                </a:lnTo>
                <a:lnTo>
                  <a:pt x="801359" y="43736"/>
                </a:lnTo>
                <a:lnTo>
                  <a:pt x="800699" y="44453"/>
                </a:lnTo>
                <a:lnTo>
                  <a:pt x="800054" y="45187"/>
                </a:lnTo>
                <a:lnTo>
                  <a:pt x="799425" y="45938"/>
                </a:lnTo>
                <a:lnTo>
                  <a:pt x="798810" y="46707"/>
                </a:lnTo>
                <a:lnTo>
                  <a:pt x="798210" y="47493"/>
                </a:lnTo>
                <a:lnTo>
                  <a:pt x="797625" y="48297"/>
                </a:lnTo>
                <a:lnTo>
                  <a:pt x="797055" y="49119"/>
                </a:lnTo>
                <a:lnTo>
                  <a:pt x="796500" y="49958"/>
                </a:lnTo>
                <a:lnTo>
                  <a:pt x="795959" y="50815"/>
                </a:lnTo>
                <a:lnTo>
                  <a:pt x="795434" y="51689"/>
                </a:lnTo>
                <a:lnTo>
                  <a:pt x="794924" y="52581"/>
                </a:lnTo>
                <a:lnTo>
                  <a:pt x="794428" y="53490"/>
                </a:lnTo>
                <a:lnTo>
                  <a:pt x="793947" y="54417"/>
                </a:lnTo>
                <a:lnTo>
                  <a:pt x="793482" y="55361"/>
                </a:lnTo>
                <a:lnTo>
                  <a:pt x="793038" y="56316"/>
                </a:lnTo>
                <a:lnTo>
                  <a:pt x="792614" y="57282"/>
                </a:lnTo>
                <a:lnTo>
                  <a:pt x="792208" y="58261"/>
                </a:lnTo>
                <a:lnTo>
                  <a:pt x="791821" y="59252"/>
                </a:lnTo>
                <a:lnTo>
                  <a:pt x="791453" y="60255"/>
                </a:lnTo>
                <a:lnTo>
                  <a:pt x="791104" y="61270"/>
                </a:lnTo>
                <a:lnTo>
                  <a:pt x="790774" y="62298"/>
                </a:lnTo>
                <a:lnTo>
                  <a:pt x="790462" y="63338"/>
                </a:lnTo>
                <a:lnTo>
                  <a:pt x="790170" y="64391"/>
                </a:lnTo>
                <a:lnTo>
                  <a:pt x="789896" y="65456"/>
                </a:lnTo>
                <a:lnTo>
                  <a:pt x="789641" y="66533"/>
                </a:lnTo>
                <a:lnTo>
                  <a:pt x="789406" y="67622"/>
                </a:lnTo>
                <a:lnTo>
                  <a:pt x="789189" y="68723"/>
                </a:lnTo>
                <a:lnTo>
                  <a:pt x="788990" y="69837"/>
                </a:lnTo>
                <a:lnTo>
                  <a:pt x="788811" y="70963"/>
                </a:lnTo>
                <a:lnTo>
                  <a:pt x="788651" y="72102"/>
                </a:lnTo>
                <a:lnTo>
                  <a:pt x="788509" y="73253"/>
                </a:lnTo>
                <a:lnTo>
                  <a:pt x="788387" y="74416"/>
                </a:lnTo>
                <a:lnTo>
                  <a:pt x="788283" y="75591"/>
                </a:lnTo>
                <a:lnTo>
                  <a:pt x="788198" y="76778"/>
                </a:lnTo>
                <a:lnTo>
                  <a:pt x="788132" y="77978"/>
                </a:lnTo>
                <a:lnTo>
                  <a:pt x="788085" y="79191"/>
                </a:lnTo>
                <a:lnTo>
                  <a:pt x="788056" y="80415"/>
                </a:lnTo>
                <a:lnTo>
                  <a:pt x="788047" y="81652"/>
                </a:lnTo>
                <a:lnTo>
                  <a:pt x="788056" y="82888"/>
                </a:lnTo>
                <a:lnTo>
                  <a:pt x="788085" y="84112"/>
                </a:lnTo>
                <a:lnTo>
                  <a:pt x="788132" y="85323"/>
                </a:lnTo>
                <a:lnTo>
                  <a:pt x="788198" y="86521"/>
                </a:lnTo>
                <a:lnTo>
                  <a:pt x="788283" y="87707"/>
                </a:lnTo>
                <a:lnTo>
                  <a:pt x="788387" y="88880"/>
                </a:lnTo>
                <a:lnTo>
                  <a:pt x="788509" y="90040"/>
                </a:lnTo>
                <a:lnTo>
                  <a:pt x="788651" y="91188"/>
                </a:lnTo>
                <a:lnTo>
                  <a:pt x="788811" y="92322"/>
                </a:lnTo>
                <a:lnTo>
                  <a:pt x="788990" y="93444"/>
                </a:lnTo>
                <a:lnTo>
                  <a:pt x="789189" y="94554"/>
                </a:lnTo>
                <a:lnTo>
                  <a:pt x="789406" y="95650"/>
                </a:lnTo>
                <a:lnTo>
                  <a:pt x="789641" y="96734"/>
                </a:lnTo>
                <a:lnTo>
                  <a:pt x="789896" y="97805"/>
                </a:lnTo>
                <a:lnTo>
                  <a:pt x="790170" y="98863"/>
                </a:lnTo>
                <a:lnTo>
                  <a:pt x="790462" y="99909"/>
                </a:lnTo>
                <a:lnTo>
                  <a:pt x="790774" y="100942"/>
                </a:lnTo>
                <a:lnTo>
                  <a:pt x="791104" y="101962"/>
                </a:lnTo>
                <a:lnTo>
                  <a:pt x="791453" y="102969"/>
                </a:lnTo>
                <a:lnTo>
                  <a:pt x="791821" y="103964"/>
                </a:lnTo>
                <a:lnTo>
                  <a:pt x="792208" y="104946"/>
                </a:lnTo>
                <a:lnTo>
                  <a:pt x="792614" y="105915"/>
                </a:lnTo>
                <a:lnTo>
                  <a:pt x="793038" y="106872"/>
                </a:lnTo>
                <a:lnTo>
                  <a:pt x="793482" y="107816"/>
                </a:lnTo>
                <a:lnTo>
                  <a:pt x="793948" y="108739"/>
                </a:lnTo>
                <a:lnTo>
                  <a:pt x="794430" y="109646"/>
                </a:lnTo>
                <a:lnTo>
                  <a:pt x="794928" y="110535"/>
                </a:lnTo>
                <a:lnTo>
                  <a:pt x="795443" y="111407"/>
                </a:lnTo>
                <a:lnTo>
                  <a:pt x="795973" y="112263"/>
                </a:lnTo>
                <a:lnTo>
                  <a:pt x="796519" y="113101"/>
                </a:lnTo>
                <a:lnTo>
                  <a:pt x="797082" y="113922"/>
                </a:lnTo>
                <a:lnTo>
                  <a:pt x="797660" y="114725"/>
                </a:lnTo>
                <a:lnTo>
                  <a:pt x="798254" y="115512"/>
                </a:lnTo>
                <a:lnTo>
                  <a:pt x="798865" y="116282"/>
                </a:lnTo>
                <a:lnTo>
                  <a:pt x="799491" y="117034"/>
                </a:lnTo>
                <a:lnTo>
                  <a:pt x="800133" y="117769"/>
                </a:lnTo>
                <a:lnTo>
                  <a:pt x="800792" y="118488"/>
                </a:lnTo>
                <a:lnTo>
                  <a:pt x="801466" y="119189"/>
                </a:lnTo>
                <a:lnTo>
                  <a:pt x="802157" y="119873"/>
                </a:lnTo>
                <a:lnTo>
                  <a:pt x="802863" y="120540"/>
                </a:lnTo>
                <a:lnTo>
                  <a:pt x="803586" y="121189"/>
                </a:lnTo>
                <a:lnTo>
                  <a:pt x="804324" y="121822"/>
                </a:lnTo>
                <a:lnTo>
                  <a:pt x="805079" y="122437"/>
                </a:lnTo>
                <a:lnTo>
                  <a:pt x="805849" y="123036"/>
                </a:lnTo>
                <a:lnTo>
                  <a:pt x="806636" y="123617"/>
                </a:lnTo>
                <a:lnTo>
                  <a:pt x="807439" y="124181"/>
                </a:lnTo>
                <a:lnTo>
                  <a:pt x="808257" y="124728"/>
                </a:lnTo>
                <a:lnTo>
                  <a:pt x="809092" y="125258"/>
                </a:lnTo>
                <a:lnTo>
                  <a:pt x="809946" y="125764"/>
                </a:lnTo>
                <a:lnTo>
                  <a:pt x="810814" y="126248"/>
                </a:lnTo>
                <a:lnTo>
                  <a:pt x="811696" y="126710"/>
                </a:lnTo>
                <a:lnTo>
                  <a:pt x="812590" y="127151"/>
                </a:lnTo>
                <a:lnTo>
                  <a:pt x="813499" y="127570"/>
                </a:lnTo>
                <a:lnTo>
                  <a:pt x="814420" y="127968"/>
                </a:lnTo>
                <a:lnTo>
                  <a:pt x="815355" y="128344"/>
                </a:lnTo>
                <a:lnTo>
                  <a:pt x="816303" y="128699"/>
                </a:lnTo>
                <a:lnTo>
                  <a:pt x="817265" y="129032"/>
                </a:lnTo>
                <a:lnTo>
                  <a:pt x="818240" y="129344"/>
                </a:lnTo>
                <a:lnTo>
                  <a:pt x="819229" y="129635"/>
                </a:lnTo>
                <a:lnTo>
                  <a:pt x="820230" y="129903"/>
                </a:lnTo>
                <a:lnTo>
                  <a:pt x="821246" y="130151"/>
                </a:lnTo>
                <a:lnTo>
                  <a:pt x="822274" y="130376"/>
                </a:lnTo>
                <a:lnTo>
                  <a:pt x="823316" y="130581"/>
                </a:lnTo>
                <a:lnTo>
                  <a:pt x="824372" y="130764"/>
                </a:lnTo>
                <a:lnTo>
                  <a:pt x="825440" y="130925"/>
                </a:lnTo>
                <a:lnTo>
                  <a:pt x="826522" y="131065"/>
                </a:lnTo>
                <a:lnTo>
                  <a:pt x="827618" y="131183"/>
                </a:lnTo>
                <a:lnTo>
                  <a:pt x="828727" y="131280"/>
                </a:lnTo>
                <a:lnTo>
                  <a:pt x="829849" y="131355"/>
                </a:lnTo>
                <a:lnTo>
                  <a:pt x="830985" y="131409"/>
                </a:lnTo>
                <a:lnTo>
                  <a:pt x="832134" y="131441"/>
                </a:lnTo>
                <a:lnTo>
                  <a:pt x="833297" y="131452"/>
                </a:lnTo>
                <a:lnTo>
                  <a:pt x="834115" y="131446"/>
                </a:lnTo>
                <a:lnTo>
                  <a:pt x="834926" y="131431"/>
                </a:lnTo>
                <a:lnTo>
                  <a:pt x="835731" y="131404"/>
                </a:lnTo>
                <a:lnTo>
                  <a:pt x="836528" y="131367"/>
                </a:lnTo>
                <a:lnTo>
                  <a:pt x="837319" y="131320"/>
                </a:lnTo>
                <a:lnTo>
                  <a:pt x="838104" y="131262"/>
                </a:lnTo>
                <a:lnTo>
                  <a:pt x="838881" y="131194"/>
                </a:lnTo>
                <a:lnTo>
                  <a:pt x="839651" y="131115"/>
                </a:lnTo>
                <a:lnTo>
                  <a:pt x="840415" y="131025"/>
                </a:lnTo>
                <a:lnTo>
                  <a:pt x="841172" y="130925"/>
                </a:lnTo>
                <a:lnTo>
                  <a:pt x="841922" y="130814"/>
                </a:lnTo>
                <a:lnTo>
                  <a:pt x="842666" y="130693"/>
                </a:lnTo>
                <a:lnTo>
                  <a:pt x="843402" y="130562"/>
                </a:lnTo>
                <a:lnTo>
                  <a:pt x="844132" y="130419"/>
                </a:lnTo>
                <a:lnTo>
                  <a:pt x="844855" y="130267"/>
                </a:lnTo>
                <a:lnTo>
                  <a:pt x="845571" y="130103"/>
                </a:lnTo>
                <a:lnTo>
                  <a:pt x="846280" y="129930"/>
                </a:lnTo>
                <a:lnTo>
                  <a:pt x="846983" y="129745"/>
                </a:lnTo>
                <a:lnTo>
                  <a:pt x="847679" y="129551"/>
                </a:lnTo>
                <a:lnTo>
                  <a:pt x="848367" y="129345"/>
                </a:lnTo>
                <a:lnTo>
                  <a:pt x="849050" y="129129"/>
                </a:lnTo>
                <a:lnTo>
                  <a:pt x="849725" y="128903"/>
                </a:lnTo>
                <a:lnTo>
                  <a:pt x="850393" y="128666"/>
                </a:lnTo>
                <a:lnTo>
                  <a:pt x="851055" y="128418"/>
                </a:lnTo>
                <a:lnTo>
                  <a:pt x="851709" y="128156"/>
                </a:lnTo>
                <a:lnTo>
                  <a:pt x="852354" y="127885"/>
                </a:lnTo>
                <a:lnTo>
                  <a:pt x="852991" y="127607"/>
                </a:lnTo>
                <a:lnTo>
                  <a:pt x="853618" y="127319"/>
                </a:lnTo>
                <a:lnTo>
                  <a:pt x="854237" y="127024"/>
                </a:lnTo>
                <a:lnTo>
                  <a:pt x="854847" y="126720"/>
                </a:lnTo>
                <a:lnTo>
                  <a:pt x="855448" y="126408"/>
                </a:lnTo>
                <a:lnTo>
                  <a:pt x="856041" y="126087"/>
                </a:lnTo>
                <a:lnTo>
                  <a:pt x="856624" y="125758"/>
                </a:lnTo>
                <a:lnTo>
                  <a:pt x="857199" y="125421"/>
                </a:lnTo>
                <a:lnTo>
                  <a:pt x="857766" y="125075"/>
                </a:lnTo>
                <a:lnTo>
                  <a:pt x="858323" y="124721"/>
                </a:lnTo>
                <a:lnTo>
                  <a:pt x="858872" y="124359"/>
                </a:lnTo>
                <a:lnTo>
                  <a:pt x="859411" y="123988"/>
                </a:lnTo>
                <a:lnTo>
                  <a:pt x="859942" y="123609"/>
                </a:lnTo>
                <a:lnTo>
                  <a:pt x="860465" y="123222"/>
                </a:lnTo>
                <a:lnTo>
                  <a:pt x="860978" y="122826"/>
                </a:lnTo>
                <a:lnTo>
                  <a:pt x="861483" y="122422"/>
                </a:lnTo>
                <a:lnTo>
                  <a:pt x="861979" y="122010"/>
                </a:lnTo>
                <a:lnTo>
                  <a:pt x="862466" y="121589"/>
                </a:lnTo>
                <a:lnTo>
                  <a:pt x="862944" y="121160"/>
                </a:lnTo>
                <a:lnTo>
                  <a:pt x="863414" y="120723"/>
                </a:lnTo>
                <a:lnTo>
                  <a:pt x="863875" y="120277"/>
                </a:lnTo>
                <a:lnTo>
                  <a:pt x="864327" y="119823"/>
                </a:lnTo>
                <a:lnTo>
                  <a:pt x="864769" y="119357"/>
                </a:lnTo>
                <a:lnTo>
                  <a:pt x="865201" y="118884"/>
                </a:lnTo>
                <a:lnTo>
                  <a:pt x="865621" y="118405"/>
                </a:lnTo>
                <a:lnTo>
                  <a:pt x="866031" y="117920"/>
                </a:lnTo>
                <a:lnTo>
                  <a:pt x="866431" y="117429"/>
                </a:lnTo>
                <a:lnTo>
                  <a:pt x="866819" y="116932"/>
                </a:lnTo>
                <a:lnTo>
                  <a:pt x="867197" y="116429"/>
                </a:lnTo>
                <a:lnTo>
                  <a:pt x="867564" y="115919"/>
                </a:lnTo>
                <a:lnTo>
                  <a:pt x="867920" y="115403"/>
                </a:lnTo>
                <a:lnTo>
                  <a:pt x="868266" y="114882"/>
                </a:lnTo>
                <a:lnTo>
                  <a:pt x="868600" y="114354"/>
                </a:lnTo>
                <a:lnTo>
                  <a:pt x="868924" y="113819"/>
                </a:lnTo>
                <a:lnTo>
                  <a:pt x="869238" y="113279"/>
                </a:lnTo>
                <a:lnTo>
                  <a:pt x="869540" y="112733"/>
                </a:lnTo>
                <a:lnTo>
                  <a:pt x="869832" y="112180"/>
                </a:lnTo>
                <a:lnTo>
                  <a:pt x="870113" y="111622"/>
                </a:lnTo>
                <a:lnTo>
                  <a:pt x="870383" y="111057"/>
                </a:lnTo>
                <a:lnTo>
                  <a:pt x="870643" y="110486"/>
                </a:lnTo>
                <a:lnTo>
                  <a:pt x="870891" y="109909"/>
                </a:lnTo>
                <a:lnTo>
                  <a:pt x="871129" y="109325"/>
                </a:lnTo>
                <a:lnTo>
                  <a:pt x="871356" y="108736"/>
                </a:lnTo>
                <a:lnTo>
                  <a:pt x="871573" y="108140"/>
                </a:lnTo>
                <a:lnTo>
                  <a:pt x="871779" y="107539"/>
                </a:lnTo>
                <a:lnTo>
                  <a:pt x="871974" y="106931"/>
                </a:lnTo>
                <a:lnTo>
                  <a:pt x="857565" y="102886"/>
                </a:lnTo>
                <a:lnTo>
                  <a:pt x="857404" y="103305"/>
                </a:lnTo>
                <a:lnTo>
                  <a:pt x="857238" y="103717"/>
                </a:lnTo>
                <a:lnTo>
                  <a:pt x="857066" y="104125"/>
                </a:lnTo>
                <a:lnTo>
                  <a:pt x="856889" y="104526"/>
                </a:lnTo>
                <a:lnTo>
                  <a:pt x="856706" y="104922"/>
                </a:lnTo>
                <a:lnTo>
                  <a:pt x="856518" y="105311"/>
                </a:lnTo>
                <a:lnTo>
                  <a:pt x="856324" y="105696"/>
                </a:lnTo>
                <a:lnTo>
                  <a:pt x="856125" y="106074"/>
                </a:lnTo>
                <a:lnTo>
                  <a:pt x="855920" y="106447"/>
                </a:lnTo>
                <a:lnTo>
                  <a:pt x="855710" y="106814"/>
                </a:lnTo>
                <a:lnTo>
                  <a:pt x="855495" y="107176"/>
                </a:lnTo>
                <a:lnTo>
                  <a:pt x="855274" y="107531"/>
                </a:lnTo>
                <a:lnTo>
                  <a:pt x="855047" y="107881"/>
                </a:lnTo>
                <a:lnTo>
                  <a:pt x="854815" y="108226"/>
                </a:lnTo>
                <a:lnTo>
                  <a:pt x="854577" y="108564"/>
                </a:lnTo>
                <a:lnTo>
                  <a:pt x="854334" y="108897"/>
                </a:lnTo>
                <a:lnTo>
                  <a:pt x="854086" y="109224"/>
                </a:lnTo>
                <a:lnTo>
                  <a:pt x="853832" y="109546"/>
                </a:lnTo>
                <a:lnTo>
                  <a:pt x="853572" y="109862"/>
                </a:lnTo>
                <a:lnTo>
                  <a:pt x="853307" y="110172"/>
                </a:lnTo>
                <a:lnTo>
                  <a:pt x="853037" y="110476"/>
                </a:lnTo>
                <a:lnTo>
                  <a:pt x="852761" y="110775"/>
                </a:lnTo>
                <a:lnTo>
                  <a:pt x="852480" y="111068"/>
                </a:lnTo>
                <a:lnTo>
                  <a:pt x="852193" y="111355"/>
                </a:lnTo>
                <a:lnTo>
                  <a:pt x="851901" y="111631"/>
                </a:lnTo>
                <a:lnTo>
                  <a:pt x="851604" y="111902"/>
                </a:lnTo>
                <a:lnTo>
                  <a:pt x="851303" y="112166"/>
                </a:lnTo>
                <a:lnTo>
                  <a:pt x="850997" y="112426"/>
                </a:lnTo>
                <a:lnTo>
                  <a:pt x="850687" y="112679"/>
                </a:lnTo>
                <a:lnTo>
                  <a:pt x="850372" y="112927"/>
                </a:lnTo>
                <a:lnTo>
                  <a:pt x="850052" y="113169"/>
                </a:lnTo>
                <a:lnTo>
                  <a:pt x="849728" y="113405"/>
                </a:lnTo>
                <a:lnTo>
                  <a:pt x="849399" y="113636"/>
                </a:lnTo>
                <a:lnTo>
                  <a:pt x="849066" y="113861"/>
                </a:lnTo>
                <a:lnTo>
                  <a:pt x="848728" y="114080"/>
                </a:lnTo>
                <a:lnTo>
                  <a:pt x="848385" y="114293"/>
                </a:lnTo>
                <a:lnTo>
                  <a:pt x="848038" y="114501"/>
                </a:lnTo>
                <a:lnTo>
                  <a:pt x="847686" y="114703"/>
                </a:lnTo>
                <a:lnTo>
                  <a:pt x="847329" y="114900"/>
                </a:lnTo>
                <a:lnTo>
                  <a:pt x="846968" y="115090"/>
                </a:lnTo>
                <a:lnTo>
                  <a:pt x="846603" y="115275"/>
                </a:lnTo>
                <a:lnTo>
                  <a:pt x="846232" y="115455"/>
                </a:lnTo>
                <a:lnTo>
                  <a:pt x="845857" y="115628"/>
                </a:lnTo>
                <a:lnTo>
                  <a:pt x="845478" y="115796"/>
                </a:lnTo>
                <a:lnTo>
                  <a:pt x="845094" y="115958"/>
                </a:lnTo>
                <a:lnTo>
                  <a:pt x="844705" y="116115"/>
                </a:lnTo>
                <a:lnTo>
                  <a:pt x="844312" y="116266"/>
                </a:lnTo>
                <a:lnTo>
                  <a:pt x="843914" y="116411"/>
                </a:lnTo>
                <a:lnTo>
                  <a:pt x="843517" y="116545"/>
                </a:lnTo>
                <a:lnTo>
                  <a:pt x="843116" y="116673"/>
                </a:lnTo>
                <a:lnTo>
                  <a:pt x="842711" y="116796"/>
                </a:lnTo>
                <a:lnTo>
                  <a:pt x="842302" y="116913"/>
                </a:lnTo>
                <a:lnTo>
                  <a:pt x="841889" y="117024"/>
                </a:lnTo>
                <a:lnTo>
                  <a:pt x="841473" y="117129"/>
                </a:lnTo>
                <a:lnTo>
                  <a:pt x="841052" y="117229"/>
                </a:lnTo>
                <a:lnTo>
                  <a:pt x="840627" y="117323"/>
                </a:lnTo>
                <a:lnTo>
                  <a:pt x="840199" y="117412"/>
                </a:lnTo>
                <a:lnTo>
                  <a:pt x="839766" y="117495"/>
                </a:lnTo>
                <a:lnTo>
                  <a:pt x="839330" y="117572"/>
                </a:lnTo>
                <a:lnTo>
                  <a:pt x="838890" y="117643"/>
                </a:lnTo>
                <a:lnTo>
                  <a:pt x="838445" y="117709"/>
                </a:lnTo>
                <a:lnTo>
                  <a:pt x="837997" y="117768"/>
                </a:lnTo>
                <a:lnTo>
                  <a:pt x="837545" y="117823"/>
                </a:lnTo>
                <a:lnTo>
                  <a:pt x="837088" y="117871"/>
                </a:lnTo>
                <a:lnTo>
                  <a:pt x="836628" y="117914"/>
                </a:lnTo>
                <a:lnTo>
                  <a:pt x="836164" y="117951"/>
                </a:lnTo>
                <a:lnTo>
                  <a:pt x="835696" y="117982"/>
                </a:lnTo>
                <a:lnTo>
                  <a:pt x="835224" y="118008"/>
                </a:lnTo>
                <a:lnTo>
                  <a:pt x="834748" y="118028"/>
                </a:lnTo>
                <a:lnTo>
                  <a:pt x="834268" y="118042"/>
                </a:lnTo>
                <a:lnTo>
                  <a:pt x="833784" y="118051"/>
                </a:lnTo>
                <a:lnTo>
                  <a:pt x="833297" y="118054"/>
                </a:lnTo>
                <a:lnTo>
                  <a:pt x="832547" y="118047"/>
                </a:lnTo>
                <a:lnTo>
                  <a:pt x="831806" y="118027"/>
                </a:lnTo>
                <a:lnTo>
                  <a:pt x="831072" y="117993"/>
                </a:lnTo>
                <a:lnTo>
                  <a:pt x="830346" y="117945"/>
                </a:lnTo>
                <a:lnTo>
                  <a:pt x="829627" y="117884"/>
                </a:lnTo>
                <a:lnTo>
                  <a:pt x="828916" y="117809"/>
                </a:lnTo>
                <a:lnTo>
                  <a:pt x="828213" y="117720"/>
                </a:lnTo>
                <a:lnTo>
                  <a:pt x="827517" y="117618"/>
                </a:lnTo>
                <a:lnTo>
                  <a:pt x="826830" y="117503"/>
                </a:lnTo>
                <a:lnTo>
                  <a:pt x="826149" y="117373"/>
                </a:lnTo>
                <a:lnTo>
                  <a:pt x="825477" y="117231"/>
                </a:lnTo>
                <a:lnTo>
                  <a:pt x="824812" y="117074"/>
                </a:lnTo>
                <a:lnTo>
                  <a:pt x="824155" y="116904"/>
                </a:lnTo>
                <a:lnTo>
                  <a:pt x="823506" y="116720"/>
                </a:lnTo>
                <a:lnTo>
                  <a:pt x="822864" y="116523"/>
                </a:lnTo>
                <a:lnTo>
                  <a:pt x="822230" y="116312"/>
                </a:lnTo>
                <a:lnTo>
                  <a:pt x="821603" y="116088"/>
                </a:lnTo>
                <a:lnTo>
                  <a:pt x="820985" y="115850"/>
                </a:lnTo>
                <a:lnTo>
                  <a:pt x="820374" y="115598"/>
                </a:lnTo>
                <a:lnTo>
                  <a:pt x="819770" y="115333"/>
                </a:lnTo>
                <a:lnTo>
                  <a:pt x="819175" y="115054"/>
                </a:lnTo>
                <a:lnTo>
                  <a:pt x="818587" y="114761"/>
                </a:lnTo>
                <a:lnTo>
                  <a:pt x="818006" y="114455"/>
                </a:lnTo>
                <a:lnTo>
                  <a:pt x="817434" y="114135"/>
                </a:lnTo>
                <a:lnTo>
                  <a:pt x="816870" y="113797"/>
                </a:lnTo>
                <a:lnTo>
                  <a:pt x="816317" y="113447"/>
                </a:lnTo>
                <a:lnTo>
                  <a:pt x="815774" y="113084"/>
                </a:lnTo>
                <a:lnTo>
                  <a:pt x="815241" y="112708"/>
                </a:lnTo>
                <a:lnTo>
                  <a:pt x="814719" y="112320"/>
                </a:lnTo>
                <a:lnTo>
                  <a:pt x="814207" y="111920"/>
                </a:lnTo>
                <a:lnTo>
                  <a:pt x="813705" y="111507"/>
                </a:lnTo>
                <a:lnTo>
                  <a:pt x="813214" y="111081"/>
                </a:lnTo>
                <a:lnTo>
                  <a:pt x="812732" y="110643"/>
                </a:lnTo>
                <a:lnTo>
                  <a:pt x="812262" y="110192"/>
                </a:lnTo>
                <a:lnTo>
                  <a:pt x="811801" y="109729"/>
                </a:lnTo>
                <a:lnTo>
                  <a:pt x="811351" y="109253"/>
                </a:lnTo>
                <a:lnTo>
                  <a:pt x="810911" y="108765"/>
                </a:lnTo>
                <a:lnTo>
                  <a:pt x="810482" y="108265"/>
                </a:lnTo>
                <a:lnTo>
                  <a:pt x="810062" y="107752"/>
                </a:lnTo>
                <a:lnTo>
                  <a:pt x="809653" y="107226"/>
                </a:lnTo>
                <a:lnTo>
                  <a:pt x="809255" y="106688"/>
                </a:lnTo>
                <a:lnTo>
                  <a:pt x="808867" y="106137"/>
                </a:lnTo>
                <a:lnTo>
                  <a:pt x="808489" y="105574"/>
                </a:lnTo>
                <a:lnTo>
                  <a:pt x="808121" y="104998"/>
                </a:lnTo>
                <a:lnTo>
                  <a:pt x="807764" y="104410"/>
                </a:lnTo>
                <a:lnTo>
                  <a:pt x="807417" y="103809"/>
                </a:lnTo>
                <a:lnTo>
                  <a:pt x="807080" y="103196"/>
                </a:lnTo>
                <a:lnTo>
                  <a:pt x="806753" y="102570"/>
                </a:lnTo>
                <a:lnTo>
                  <a:pt x="806444" y="101927"/>
                </a:lnTo>
                <a:lnTo>
                  <a:pt x="806148" y="101273"/>
                </a:lnTo>
                <a:lnTo>
                  <a:pt x="805865" y="100606"/>
                </a:lnTo>
                <a:lnTo>
                  <a:pt x="805595" y="99928"/>
                </a:lnTo>
                <a:lnTo>
                  <a:pt x="805338" y="99239"/>
                </a:lnTo>
                <a:lnTo>
                  <a:pt x="805094" y="98537"/>
                </a:lnTo>
                <a:lnTo>
                  <a:pt x="804864" y="97825"/>
                </a:lnTo>
                <a:lnTo>
                  <a:pt x="804647" y="97100"/>
                </a:lnTo>
                <a:lnTo>
                  <a:pt x="804443" y="96364"/>
                </a:lnTo>
                <a:lnTo>
                  <a:pt x="804252" y="95616"/>
                </a:lnTo>
                <a:lnTo>
                  <a:pt x="804074" y="94857"/>
                </a:lnTo>
                <a:lnTo>
                  <a:pt x="803909" y="94086"/>
                </a:lnTo>
                <a:lnTo>
                  <a:pt x="803758" y="93303"/>
                </a:lnTo>
                <a:lnTo>
                  <a:pt x="803620" y="92509"/>
                </a:lnTo>
                <a:lnTo>
                  <a:pt x="803495" y="91703"/>
                </a:lnTo>
                <a:lnTo>
                  <a:pt x="803383" y="90886"/>
                </a:lnTo>
                <a:lnTo>
                  <a:pt x="803284" y="90057"/>
                </a:lnTo>
                <a:lnTo>
                  <a:pt x="803198" y="89216"/>
                </a:lnTo>
                <a:lnTo>
                  <a:pt x="803126" y="88363"/>
                </a:lnTo>
                <a:lnTo>
                  <a:pt x="803067" y="87499"/>
                </a:lnTo>
                <a:lnTo>
                  <a:pt x="803021" y="86624"/>
                </a:lnTo>
                <a:lnTo>
                  <a:pt x="802996" y="85949"/>
                </a:lnTo>
                <a:lnTo>
                  <a:pt x="873490" y="85949"/>
                </a:lnTo>
                <a:lnTo>
                  <a:pt x="873490" y="79629"/>
                </a:lnTo>
                <a:lnTo>
                  <a:pt x="873484" y="78505"/>
                </a:lnTo>
                <a:lnTo>
                  <a:pt x="873465" y="77395"/>
                </a:lnTo>
                <a:lnTo>
                  <a:pt x="873434" y="76300"/>
                </a:lnTo>
                <a:close/>
                <a:moveTo>
                  <a:pt x="803179" y="71382"/>
                </a:moveTo>
                <a:lnTo>
                  <a:pt x="803257" y="70736"/>
                </a:lnTo>
                <a:lnTo>
                  <a:pt x="803348" y="70094"/>
                </a:lnTo>
                <a:lnTo>
                  <a:pt x="803450" y="69455"/>
                </a:lnTo>
                <a:lnTo>
                  <a:pt x="803565" y="68819"/>
                </a:lnTo>
                <a:lnTo>
                  <a:pt x="803692" y="68187"/>
                </a:lnTo>
                <a:lnTo>
                  <a:pt x="803830" y="67559"/>
                </a:lnTo>
                <a:lnTo>
                  <a:pt x="803981" y="66934"/>
                </a:lnTo>
                <a:lnTo>
                  <a:pt x="804144" y="66312"/>
                </a:lnTo>
                <a:lnTo>
                  <a:pt x="804319" y="65694"/>
                </a:lnTo>
                <a:lnTo>
                  <a:pt x="804506" y="65080"/>
                </a:lnTo>
                <a:lnTo>
                  <a:pt x="804705" y="64469"/>
                </a:lnTo>
                <a:lnTo>
                  <a:pt x="804917" y="63862"/>
                </a:lnTo>
                <a:lnTo>
                  <a:pt x="805140" y="63258"/>
                </a:lnTo>
                <a:lnTo>
                  <a:pt x="805375" y="62657"/>
                </a:lnTo>
                <a:lnTo>
                  <a:pt x="805623" y="62060"/>
                </a:lnTo>
                <a:lnTo>
                  <a:pt x="805882" y="61467"/>
                </a:lnTo>
                <a:lnTo>
                  <a:pt x="806154" y="60877"/>
                </a:lnTo>
                <a:lnTo>
                  <a:pt x="806437" y="60291"/>
                </a:lnTo>
                <a:lnTo>
                  <a:pt x="806732" y="59711"/>
                </a:lnTo>
                <a:lnTo>
                  <a:pt x="807037" y="59140"/>
                </a:lnTo>
                <a:lnTo>
                  <a:pt x="807353" y="58579"/>
                </a:lnTo>
                <a:lnTo>
                  <a:pt x="807678" y="58026"/>
                </a:lnTo>
                <a:lnTo>
                  <a:pt x="808015" y="57483"/>
                </a:lnTo>
                <a:lnTo>
                  <a:pt x="808361" y="56949"/>
                </a:lnTo>
                <a:lnTo>
                  <a:pt x="808718" y="56425"/>
                </a:lnTo>
                <a:lnTo>
                  <a:pt x="809085" y="55909"/>
                </a:lnTo>
                <a:lnTo>
                  <a:pt x="809462" y="55403"/>
                </a:lnTo>
                <a:lnTo>
                  <a:pt x="809850" y="54906"/>
                </a:lnTo>
                <a:lnTo>
                  <a:pt x="810248" y="54418"/>
                </a:lnTo>
                <a:lnTo>
                  <a:pt x="810656" y="53939"/>
                </a:lnTo>
                <a:lnTo>
                  <a:pt x="811074" y="53470"/>
                </a:lnTo>
                <a:lnTo>
                  <a:pt x="811503" y="53010"/>
                </a:lnTo>
                <a:lnTo>
                  <a:pt x="811943" y="52559"/>
                </a:lnTo>
                <a:lnTo>
                  <a:pt x="812392" y="52117"/>
                </a:lnTo>
                <a:lnTo>
                  <a:pt x="812852" y="51685"/>
                </a:lnTo>
                <a:lnTo>
                  <a:pt x="813322" y="51261"/>
                </a:lnTo>
                <a:lnTo>
                  <a:pt x="813802" y="50847"/>
                </a:lnTo>
                <a:lnTo>
                  <a:pt x="814293" y="50442"/>
                </a:lnTo>
                <a:lnTo>
                  <a:pt x="814794" y="50047"/>
                </a:lnTo>
                <a:lnTo>
                  <a:pt x="815306" y="49660"/>
                </a:lnTo>
                <a:lnTo>
                  <a:pt x="815827" y="49283"/>
                </a:lnTo>
                <a:lnTo>
                  <a:pt x="816359" y="48915"/>
                </a:lnTo>
                <a:lnTo>
                  <a:pt x="816906" y="48554"/>
                </a:lnTo>
                <a:lnTo>
                  <a:pt x="817461" y="48209"/>
                </a:lnTo>
                <a:lnTo>
                  <a:pt x="818024" y="47878"/>
                </a:lnTo>
                <a:lnTo>
                  <a:pt x="818596" y="47563"/>
                </a:lnTo>
                <a:lnTo>
                  <a:pt x="819176" y="47264"/>
                </a:lnTo>
                <a:lnTo>
                  <a:pt x="819764" y="46980"/>
                </a:lnTo>
                <a:lnTo>
                  <a:pt x="820361" y="46711"/>
                </a:lnTo>
                <a:lnTo>
                  <a:pt x="820966" y="46458"/>
                </a:lnTo>
                <a:lnTo>
                  <a:pt x="821579" y="46219"/>
                </a:lnTo>
                <a:lnTo>
                  <a:pt x="822201" y="45997"/>
                </a:lnTo>
                <a:lnTo>
                  <a:pt x="822831" y="45789"/>
                </a:lnTo>
                <a:lnTo>
                  <a:pt x="823469" y="45597"/>
                </a:lnTo>
                <a:lnTo>
                  <a:pt x="824116" y="45421"/>
                </a:lnTo>
                <a:lnTo>
                  <a:pt x="824771" y="45259"/>
                </a:lnTo>
                <a:lnTo>
                  <a:pt x="825434" y="45113"/>
                </a:lnTo>
                <a:lnTo>
                  <a:pt x="826106" y="44983"/>
                </a:lnTo>
                <a:lnTo>
                  <a:pt x="826786" y="44868"/>
                </a:lnTo>
                <a:lnTo>
                  <a:pt x="827474" y="44768"/>
                </a:lnTo>
                <a:lnTo>
                  <a:pt x="828171" y="44683"/>
                </a:lnTo>
                <a:lnTo>
                  <a:pt x="828876" y="44614"/>
                </a:lnTo>
                <a:lnTo>
                  <a:pt x="829590" y="44560"/>
                </a:lnTo>
                <a:lnTo>
                  <a:pt x="830311" y="44522"/>
                </a:lnTo>
                <a:lnTo>
                  <a:pt x="831041" y="44499"/>
                </a:lnTo>
                <a:lnTo>
                  <a:pt x="831780" y="44491"/>
                </a:lnTo>
                <a:lnTo>
                  <a:pt x="832450" y="44498"/>
                </a:lnTo>
                <a:lnTo>
                  <a:pt x="833113" y="44517"/>
                </a:lnTo>
                <a:lnTo>
                  <a:pt x="833768" y="44550"/>
                </a:lnTo>
                <a:lnTo>
                  <a:pt x="834416" y="44595"/>
                </a:lnTo>
                <a:lnTo>
                  <a:pt x="835057" y="44653"/>
                </a:lnTo>
                <a:lnTo>
                  <a:pt x="835690" y="44724"/>
                </a:lnTo>
                <a:lnTo>
                  <a:pt x="836316" y="44809"/>
                </a:lnTo>
                <a:lnTo>
                  <a:pt x="836934" y="44906"/>
                </a:lnTo>
                <a:lnTo>
                  <a:pt x="837545" y="45016"/>
                </a:lnTo>
                <a:lnTo>
                  <a:pt x="838148" y="45139"/>
                </a:lnTo>
                <a:lnTo>
                  <a:pt x="838744" y="45275"/>
                </a:lnTo>
                <a:lnTo>
                  <a:pt x="839332" y="45424"/>
                </a:lnTo>
                <a:lnTo>
                  <a:pt x="839913" y="45585"/>
                </a:lnTo>
                <a:lnTo>
                  <a:pt x="840486" y="45760"/>
                </a:lnTo>
                <a:lnTo>
                  <a:pt x="841052" y="45948"/>
                </a:lnTo>
                <a:lnTo>
                  <a:pt x="841611" y="46149"/>
                </a:lnTo>
                <a:lnTo>
                  <a:pt x="842162" y="46362"/>
                </a:lnTo>
                <a:lnTo>
                  <a:pt x="842705" y="46589"/>
                </a:lnTo>
                <a:lnTo>
                  <a:pt x="843241" y="46828"/>
                </a:lnTo>
                <a:lnTo>
                  <a:pt x="843770" y="47081"/>
                </a:lnTo>
                <a:lnTo>
                  <a:pt x="844291" y="47346"/>
                </a:lnTo>
                <a:lnTo>
                  <a:pt x="844805" y="47624"/>
                </a:lnTo>
                <a:lnTo>
                  <a:pt x="845311" y="47916"/>
                </a:lnTo>
                <a:lnTo>
                  <a:pt x="845810" y="48220"/>
                </a:lnTo>
                <a:lnTo>
                  <a:pt x="846305" y="48535"/>
                </a:lnTo>
                <a:lnTo>
                  <a:pt x="846791" y="48860"/>
                </a:lnTo>
                <a:lnTo>
                  <a:pt x="847267" y="49195"/>
                </a:lnTo>
                <a:lnTo>
                  <a:pt x="847734" y="49538"/>
                </a:lnTo>
                <a:lnTo>
                  <a:pt x="848191" y="49892"/>
                </a:lnTo>
                <a:lnTo>
                  <a:pt x="848638" y="50254"/>
                </a:lnTo>
                <a:lnTo>
                  <a:pt x="849075" y="50626"/>
                </a:lnTo>
                <a:lnTo>
                  <a:pt x="849503" y="51008"/>
                </a:lnTo>
                <a:lnTo>
                  <a:pt x="849922" y="51399"/>
                </a:lnTo>
                <a:lnTo>
                  <a:pt x="850330" y="51799"/>
                </a:lnTo>
                <a:lnTo>
                  <a:pt x="850729" y="52209"/>
                </a:lnTo>
                <a:lnTo>
                  <a:pt x="851118" y="52628"/>
                </a:lnTo>
                <a:lnTo>
                  <a:pt x="851498" y="53057"/>
                </a:lnTo>
                <a:lnTo>
                  <a:pt x="851868" y="53495"/>
                </a:lnTo>
                <a:lnTo>
                  <a:pt x="852228" y="53942"/>
                </a:lnTo>
                <a:lnTo>
                  <a:pt x="852579" y="54399"/>
                </a:lnTo>
                <a:lnTo>
                  <a:pt x="852920" y="54866"/>
                </a:lnTo>
                <a:lnTo>
                  <a:pt x="853251" y="55342"/>
                </a:lnTo>
                <a:lnTo>
                  <a:pt x="853573" y="55827"/>
                </a:lnTo>
                <a:lnTo>
                  <a:pt x="853885" y="56322"/>
                </a:lnTo>
                <a:lnTo>
                  <a:pt x="854187" y="56826"/>
                </a:lnTo>
                <a:lnTo>
                  <a:pt x="854480" y="57339"/>
                </a:lnTo>
                <a:lnTo>
                  <a:pt x="854763" y="57862"/>
                </a:lnTo>
                <a:lnTo>
                  <a:pt x="855037" y="58395"/>
                </a:lnTo>
                <a:lnTo>
                  <a:pt x="855305" y="58935"/>
                </a:lnTo>
                <a:lnTo>
                  <a:pt x="855562" y="59482"/>
                </a:lnTo>
                <a:lnTo>
                  <a:pt x="855807" y="60034"/>
                </a:lnTo>
                <a:lnTo>
                  <a:pt x="856041" y="60593"/>
                </a:lnTo>
                <a:lnTo>
                  <a:pt x="856263" y="61158"/>
                </a:lnTo>
                <a:lnTo>
                  <a:pt x="856474" y="61729"/>
                </a:lnTo>
                <a:lnTo>
                  <a:pt x="856674" y="62306"/>
                </a:lnTo>
                <a:lnTo>
                  <a:pt x="856862" y="62889"/>
                </a:lnTo>
                <a:lnTo>
                  <a:pt x="857039" y="63478"/>
                </a:lnTo>
                <a:lnTo>
                  <a:pt x="857205" y="64074"/>
                </a:lnTo>
                <a:lnTo>
                  <a:pt x="857359" y="64676"/>
                </a:lnTo>
                <a:lnTo>
                  <a:pt x="857501" y="65283"/>
                </a:lnTo>
                <a:lnTo>
                  <a:pt x="857633" y="65897"/>
                </a:lnTo>
                <a:lnTo>
                  <a:pt x="857752" y="66518"/>
                </a:lnTo>
                <a:lnTo>
                  <a:pt x="857861" y="67144"/>
                </a:lnTo>
                <a:lnTo>
                  <a:pt x="857958" y="67776"/>
                </a:lnTo>
                <a:lnTo>
                  <a:pt x="858043" y="68415"/>
                </a:lnTo>
                <a:lnTo>
                  <a:pt x="858118" y="69060"/>
                </a:lnTo>
                <a:lnTo>
                  <a:pt x="858180" y="69710"/>
                </a:lnTo>
                <a:lnTo>
                  <a:pt x="858232" y="70367"/>
                </a:lnTo>
                <a:lnTo>
                  <a:pt x="858272" y="71031"/>
                </a:lnTo>
                <a:lnTo>
                  <a:pt x="858300" y="71700"/>
                </a:lnTo>
                <a:lnTo>
                  <a:pt x="858317" y="72375"/>
                </a:lnTo>
                <a:lnTo>
                  <a:pt x="858323" y="73057"/>
                </a:lnTo>
                <a:lnTo>
                  <a:pt x="803034" y="73057"/>
                </a:lnTo>
                <a:lnTo>
                  <a:pt x="803058" y="72685"/>
                </a:lnTo>
                <a:lnTo>
                  <a:pt x="803112" y="72032"/>
                </a:lnTo>
                <a:lnTo>
                  <a:pt x="803179" y="71382"/>
                </a:lnTo>
                <a:close/>
                <a:moveTo>
                  <a:pt x="1091107" y="131180"/>
                </a:moveTo>
                <a:lnTo>
                  <a:pt x="1092140" y="131061"/>
                </a:lnTo>
                <a:lnTo>
                  <a:pt x="1093161" y="130919"/>
                </a:lnTo>
                <a:lnTo>
                  <a:pt x="1094171" y="130757"/>
                </a:lnTo>
                <a:lnTo>
                  <a:pt x="1095169" y="130572"/>
                </a:lnTo>
                <a:lnTo>
                  <a:pt x="1096156" y="130366"/>
                </a:lnTo>
                <a:lnTo>
                  <a:pt x="1097132" y="130137"/>
                </a:lnTo>
                <a:lnTo>
                  <a:pt x="1098096" y="129888"/>
                </a:lnTo>
                <a:lnTo>
                  <a:pt x="1099049" y="129616"/>
                </a:lnTo>
                <a:lnTo>
                  <a:pt x="1099990" y="129323"/>
                </a:lnTo>
                <a:lnTo>
                  <a:pt x="1100920" y="129008"/>
                </a:lnTo>
                <a:lnTo>
                  <a:pt x="1101839" y="128671"/>
                </a:lnTo>
                <a:lnTo>
                  <a:pt x="1102746" y="128313"/>
                </a:lnTo>
                <a:lnTo>
                  <a:pt x="1103642" y="127932"/>
                </a:lnTo>
                <a:lnTo>
                  <a:pt x="1104526" y="127530"/>
                </a:lnTo>
                <a:lnTo>
                  <a:pt x="1105399" y="127107"/>
                </a:lnTo>
                <a:lnTo>
                  <a:pt x="1106260" y="126662"/>
                </a:lnTo>
                <a:lnTo>
                  <a:pt x="1107110" y="126194"/>
                </a:lnTo>
                <a:lnTo>
                  <a:pt x="1107949" y="125706"/>
                </a:lnTo>
                <a:lnTo>
                  <a:pt x="1108776" y="125195"/>
                </a:lnTo>
                <a:lnTo>
                  <a:pt x="1109596" y="124665"/>
                </a:lnTo>
                <a:lnTo>
                  <a:pt x="1110399" y="124118"/>
                </a:lnTo>
                <a:lnTo>
                  <a:pt x="1111188" y="123553"/>
                </a:lnTo>
                <a:lnTo>
                  <a:pt x="1111961" y="122971"/>
                </a:lnTo>
                <a:lnTo>
                  <a:pt x="1112719" y="122372"/>
                </a:lnTo>
                <a:lnTo>
                  <a:pt x="1113461" y="121755"/>
                </a:lnTo>
                <a:lnTo>
                  <a:pt x="1114188" y="121121"/>
                </a:lnTo>
                <a:lnTo>
                  <a:pt x="1114900" y="120469"/>
                </a:lnTo>
                <a:lnTo>
                  <a:pt x="1115596" y="119801"/>
                </a:lnTo>
                <a:lnTo>
                  <a:pt x="1116277" y="119115"/>
                </a:lnTo>
                <a:lnTo>
                  <a:pt x="1116942" y="118411"/>
                </a:lnTo>
                <a:lnTo>
                  <a:pt x="1117592" y="117690"/>
                </a:lnTo>
                <a:lnTo>
                  <a:pt x="1118227" y="116952"/>
                </a:lnTo>
                <a:lnTo>
                  <a:pt x="1118847" y="116197"/>
                </a:lnTo>
                <a:lnTo>
                  <a:pt x="1119451" y="115424"/>
                </a:lnTo>
                <a:lnTo>
                  <a:pt x="1120040" y="114634"/>
                </a:lnTo>
                <a:lnTo>
                  <a:pt x="1120613" y="113827"/>
                </a:lnTo>
                <a:lnTo>
                  <a:pt x="1121171" y="113002"/>
                </a:lnTo>
                <a:lnTo>
                  <a:pt x="1121714" y="112160"/>
                </a:lnTo>
                <a:lnTo>
                  <a:pt x="1122241" y="111300"/>
                </a:lnTo>
                <a:lnTo>
                  <a:pt x="1122753" y="110424"/>
                </a:lnTo>
                <a:lnTo>
                  <a:pt x="1123250" y="109529"/>
                </a:lnTo>
                <a:lnTo>
                  <a:pt x="1123731" y="108618"/>
                </a:lnTo>
                <a:lnTo>
                  <a:pt x="1124197" y="107689"/>
                </a:lnTo>
                <a:lnTo>
                  <a:pt x="1124650" y="106745"/>
                </a:lnTo>
                <a:lnTo>
                  <a:pt x="1125085" y="105788"/>
                </a:lnTo>
                <a:lnTo>
                  <a:pt x="1125500" y="104818"/>
                </a:lnTo>
                <a:lnTo>
                  <a:pt x="1125896" y="103834"/>
                </a:lnTo>
                <a:lnTo>
                  <a:pt x="1126273" y="102838"/>
                </a:lnTo>
                <a:lnTo>
                  <a:pt x="1126630" y="101828"/>
                </a:lnTo>
                <a:lnTo>
                  <a:pt x="1126968" y="100805"/>
                </a:lnTo>
                <a:lnTo>
                  <a:pt x="1127286" y="99768"/>
                </a:lnTo>
                <a:lnTo>
                  <a:pt x="1127586" y="98719"/>
                </a:lnTo>
                <a:lnTo>
                  <a:pt x="1127866" y="97657"/>
                </a:lnTo>
                <a:lnTo>
                  <a:pt x="1128126" y="96581"/>
                </a:lnTo>
                <a:lnTo>
                  <a:pt x="1128368" y="95492"/>
                </a:lnTo>
                <a:lnTo>
                  <a:pt x="1128590" y="94390"/>
                </a:lnTo>
                <a:lnTo>
                  <a:pt x="1128793" y="93275"/>
                </a:lnTo>
                <a:lnTo>
                  <a:pt x="1128976" y="92147"/>
                </a:lnTo>
                <a:lnTo>
                  <a:pt x="1129140" y="91005"/>
                </a:lnTo>
                <a:lnTo>
                  <a:pt x="1129285" y="89850"/>
                </a:lnTo>
                <a:lnTo>
                  <a:pt x="1129410" y="88683"/>
                </a:lnTo>
                <a:lnTo>
                  <a:pt x="1129517" y="87501"/>
                </a:lnTo>
                <a:lnTo>
                  <a:pt x="1129604" y="86307"/>
                </a:lnTo>
                <a:lnTo>
                  <a:pt x="1129671" y="85100"/>
                </a:lnTo>
                <a:lnTo>
                  <a:pt x="1129719" y="83879"/>
                </a:lnTo>
                <a:lnTo>
                  <a:pt x="1129748" y="82646"/>
                </a:lnTo>
                <a:lnTo>
                  <a:pt x="1129758" y="81399"/>
                </a:lnTo>
                <a:lnTo>
                  <a:pt x="1129748" y="80142"/>
                </a:lnTo>
                <a:lnTo>
                  <a:pt x="1129719" y="78898"/>
                </a:lnTo>
                <a:lnTo>
                  <a:pt x="1129671" y="77667"/>
                </a:lnTo>
                <a:lnTo>
                  <a:pt x="1129604" y="76450"/>
                </a:lnTo>
                <a:lnTo>
                  <a:pt x="1129517" y="75246"/>
                </a:lnTo>
                <a:lnTo>
                  <a:pt x="1129410" y="74056"/>
                </a:lnTo>
                <a:lnTo>
                  <a:pt x="1129285" y="72879"/>
                </a:lnTo>
                <a:lnTo>
                  <a:pt x="1129140" y="71716"/>
                </a:lnTo>
                <a:lnTo>
                  <a:pt x="1128976" y="70565"/>
                </a:lnTo>
                <a:lnTo>
                  <a:pt x="1128793" y="69429"/>
                </a:lnTo>
                <a:lnTo>
                  <a:pt x="1128590" y="68305"/>
                </a:lnTo>
                <a:lnTo>
                  <a:pt x="1128368" y="67195"/>
                </a:lnTo>
                <a:lnTo>
                  <a:pt x="1128126" y="66099"/>
                </a:lnTo>
                <a:lnTo>
                  <a:pt x="1127866" y="65015"/>
                </a:lnTo>
                <a:lnTo>
                  <a:pt x="1127586" y="63945"/>
                </a:lnTo>
                <a:lnTo>
                  <a:pt x="1127286" y="62889"/>
                </a:lnTo>
                <a:lnTo>
                  <a:pt x="1126968" y="61846"/>
                </a:lnTo>
                <a:lnTo>
                  <a:pt x="1126630" y="60816"/>
                </a:lnTo>
                <a:lnTo>
                  <a:pt x="1126273" y="59800"/>
                </a:lnTo>
                <a:lnTo>
                  <a:pt x="1125896" y="58797"/>
                </a:lnTo>
                <a:lnTo>
                  <a:pt x="1125500" y="57807"/>
                </a:lnTo>
                <a:lnTo>
                  <a:pt x="1125085" y="56831"/>
                </a:lnTo>
                <a:lnTo>
                  <a:pt x="1124650" y="55868"/>
                </a:lnTo>
                <a:lnTo>
                  <a:pt x="1124197" y="54919"/>
                </a:lnTo>
                <a:lnTo>
                  <a:pt x="1123731" y="53985"/>
                </a:lnTo>
                <a:lnTo>
                  <a:pt x="1123250" y="53069"/>
                </a:lnTo>
                <a:lnTo>
                  <a:pt x="1122753" y="52170"/>
                </a:lnTo>
                <a:lnTo>
                  <a:pt x="1122241" y="51289"/>
                </a:lnTo>
                <a:lnTo>
                  <a:pt x="1121714" y="50425"/>
                </a:lnTo>
                <a:lnTo>
                  <a:pt x="1121171" y="49579"/>
                </a:lnTo>
                <a:lnTo>
                  <a:pt x="1120613" y="48750"/>
                </a:lnTo>
                <a:lnTo>
                  <a:pt x="1120040" y="47939"/>
                </a:lnTo>
                <a:lnTo>
                  <a:pt x="1119451" y="47146"/>
                </a:lnTo>
                <a:lnTo>
                  <a:pt x="1118847" y="46370"/>
                </a:lnTo>
                <a:lnTo>
                  <a:pt x="1118227" y="45611"/>
                </a:lnTo>
                <a:lnTo>
                  <a:pt x="1117592" y="44871"/>
                </a:lnTo>
                <a:lnTo>
                  <a:pt x="1116942" y="44147"/>
                </a:lnTo>
                <a:lnTo>
                  <a:pt x="1116277" y="43442"/>
                </a:lnTo>
                <a:lnTo>
                  <a:pt x="1115596" y="42753"/>
                </a:lnTo>
                <a:lnTo>
                  <a:pt x="1114900" y="42083"/>
                </a:lnTo>
                <a:lnTo>
                  <a:pt x="1114188" y="41430"/>
                </a:lnTo>
                <a:lnTo>
                  <a:pt x="1113461" y="40794"/>
                </a:lnTo>
                <a:lnTo>
                  <a:pt x="1112719" y="40176"/>
                </a:lnTo>
                <a:lnTo>
                  <a:pt x="1111961" y="39576"/>
                </a:lnTo>
                <a:lnTo>
                  <a:pt x="1111188" y="38993"/>
                </a:lnTo>
                <a:lnTo>
                  <a:pt x="1110399" y="38428"/>
                </a:lnTo>
                <a:lnTo>
                  <a:pt x="1109596" y="37880"/>
                </a:lnTo>
                <a:lnTo>
                  <a:pt x="1108776" y="37350"/>
                </a:lnTo>
                <a:lnTo>
                  <a:pt x="1107949" y="36839"/>
                </a:lnTo>
                <a:lnTo>
                  <a:pt x="1107110" y="36351"/>
                </a:lnTo>
                <a:lnTo>
                  <a:pt x="1106260" y="35884"/>
                </a:lnTo>
                <a:lnTo>
                  <a:pt x="1105399" y="35438"/>
                </a:lnTo>
                <a:lnTo>
                  <a:pt x="1104526" y="35015"/>
                </a:lnTo>
                <a:lnTo>
                  <a:pt x="1103642" y="34613"/>
                </a:lnTo>
                <a:lnTo>
                  <a:pt x="1102746" y="34233"/>
                </a:lnTo>
                <a:lnTo>
                  <a:pt x="1101839" y="33874"/>
                </a:lnTo>
                <a:lnTo>
                  <a:pt x="1100920" y="33537"/>
                </a:lnTo>
                <a:lnTo>
                  <a:pt x="1099990" y="33222"/>
                </a:lnTo>
                <a:lnTo>
                  <a:pt x="1099049" y="32929"/>
                </a:lnTo>
                <a:lnTo>
                  <a:pt x="1098096" y="32658"/>
                </a:lnTo>
                <a:lnTo>
                  <a:pt x="1097132" y="32408"/>
                </a:lnTo>
                <a:lnTo>
                  <a:pt x="1096156" y="32180"/>
                </a:lnTo>
                <a:lnTo>
                  <a:pt x="1095169" y="31973"/>
                </a:lnTo>
                <a:lnTo>
                  <a:pt x="1094171" y="31789"/>
                </a:lnTo>
                <a:lnTo>
                  <a:pt x="1093161" y="31626"/>
                </a:lnTo>
                <a:lnTo>
                  <a:pt x="1092140" y="31484"/>
                </a:lnTo>
                <a:lnTo>
                  <a:pt x="1091107" y="31365"/>
                </a:lnTo>
                <a:lnTo>
                  <a:pt x="1090063" y="31267"/>
                </a:lnTo>
                <a:lnTo>
                  <a:pt x="1089007" y="31191"/>
                </a:lnTo>
                <a:lnTo>
                  <a:pt x="1087940" y="31137"/>
                </a:lnTo>
                <a:lnTo>
                  <a:pt x="1086862" y="31104"/>
                </a:lnTo>
                <a:lnTo>
                  <a:pt x="1085772" y="31093"/>
                </a:lnTo>
                <a:lnTo>
                  <a:pt x="1084682" y="31104"/>
                </a:lnTo>
                <a:lnTo>
                  <a:pt x="1083604" y="31137"/>
                </a:lnTo>
                <a:lnTo>
                  <a:pt x="1082536" y="31191"/>
                </a:lnTo>
                <a:lnTo>
                  <a:pt x="1081480" y="31267"/>
                </a:lnTo>
                <a:lnTo>
                  <a:pt x="1080435" y="31365"/>
                </a:lnTo>
                <a:lnTo>
                  <a:pt x="1079401" y="31484"/>
                </a:lnTo>
                <a:lnTo>
                  <a:pt x="1078379" y="31626"/>
                </a:lnTo>
                <a:lnTo>
                  <a:pt x="1077367" y="31789"/>
                </a:lnTo>
                <a:lnTo>
                  <a:pt x="1076367" y="31973"/>
                </a:lnTo>
                <a:lnTo>
                  <a:pt x="1075378" y="32180"/>
                </a:lnTo>
                <a:lnTo>
                  <a:pt x="1074400" y="32408"/>
                </a:lnTo>
                <a:lnTo>
                  <a:pt x="1073433" y="32658"/>
                </a:lnTo>
                <a:lnTo>
                  <a:pt x="1072477" y="32929"/>
                </a:lnTo>
                <a:lnTo>
                  <a:pt x="1071533" y="33222"/>
                </a:lnTo>
                <a:lnTo>
                  <a:pt x="1070600" y="33537"/>
                </a:lnTo>
                <a:lnTo>
                  <a:pt x="1069678" y="33874"/>
                </a:lnTo>
                <a:lnTo>
                  <a:pt x="1068767" y="34233"/>
                </a:lnTo>
                <a:lnTo>
                  <a:pt x="1067868" y="34613"/>
                </a:lnTo>
                <a:lnTo>
                  <a:pt x="1066979" y="35015"/>
                </a:lnTo>
                <a:lnTo>
                  <a:pt x="1066102" y="35438"/>
                </a:lnTo>
                <a:lnTo>
                  <a:pt x="1065236" y="35884"/>
                </a:lnTo>
                <a:lnTo>
                  <a:pt x="1064381" y="36351"/>
                </a:lnTo>
                <a:lnTo>
                  <a:pt x="1063538" y="36839"/>
                </a:lnTo>
                <a:lnTo>
                  <a:pt x="1062705" y="37350"/>
                </a:lnTo>
                <a:lnTo>
                  <a:pt x="1061891" y="37880"/>
                </a:lnTo>
                <a:lnTo>
                  <a:pt x="1061092" y="38428"/>
                </a:lnTo>
                <a:lnTo>
                  <a:pt x="1060308" y="38993"/>
                </a:lnTo>
                <a:lnTo>
                  <a:pt x="1059538" y="39576"/>
                </a:lnTo>
                <a:lnTo>
                  <a:pt x="1058784" y="40176"/>
                </a:lnTo>
                <a:lnTo>
                  <a:pt x="1058044" y="40794"/>
                </a:lnTo>
                <a:lnTo>
                  <a:pt x="1057320" y="41430"/>
                </a:lnTo>
                <a:lnTo>
                  <a:pt x="1056610" y="42083"/>
                </a:lnTo>
                <a:lnTo>
                  <a:pt x="1055915" y="42753"/>
                </a:lnTo>
                <a:lnTo>
                  <a:pt x="1055235" y="43442"/>
                </a:lnTo>
                <a:lnTo>
                  <a:pt x="1054571" y="44147"/>
                </a:lnTo>
                <a:lnTo>
                  <a:pt x="1053921" y="44871"/>
                </a:lnTo>
                <a:lnTo>
                  <a:pt x="1053286" y="45611"/>
                </a:lnTo>
                <a:lnTo>
                  <a:pt x="1052665" y="46370"/>
                </a:lnTo>
                <a:lnTo>
                  <a:pt x="1052060" y="47146"/>
                </a:lnTo>
                <a:lnTo>
                  <a:pt x="1051470" y="47939"/>
                </a:lnTo>
                <a:lnTo>
                  <a:pt x="1050895" y="48750"/>
                </a:lnTo>
                <a:lnTo>
                  <a:pt x="1050334" y="49579"/>
                </a:lnTo>
                <a:lnTo>
                  <a:pt x="1049789" y="50425"/>
                </a:lnTo>
                <a:lnTo>
                  <a:pt x="1049258" y="51289"/>
                </a:lnTo>
                <a:lnTo>
                  <a:pt x="1048742" y="52170"/>
                </a:lnTo>
                <a:lnTo>
                  <a:pt x="1048242" y="53069"/>
                </a:lnTo>
                <a:lnTo>
                  <a:pt x="1047756" y="53985"/>
                </a:lnTo>
                <a:lnTo>
                  <a:pt x="1047285" y="54919"/>
                </a:lnTo>
                <a:lnTo>
                  <a:pt x="1046836" y="55868"/>
                </a:lnTo>
                <a:lnTo>
                  <a:pt x="1046407" y="56831"/>
                </a:lnTo>
                <a:lnTo>
                  <a:pt x="1045996" y="57807"/>
                </a:lnTo>
                <a:lnTo>
                  <a:pt x="1045605" y="58797"/>
                </a:lnTo>
                <a:lnTo>
                  <a:pt x="1045232" y="59800"/>
                </a:lnTo>
                <a:lnTo>
                  <a:pt x="1044879" y="60816"/>
                </a:lnTo>
                <a:lnTo>
                  <a:pt x="1044545" y="61846"/>
                </a:lnTo>
                <a:lnTo>
                  <a:pt x="1044230" y="62889"/>
                </a:lnTo>
                <a:lnTo>
                  <a:pt x="1043934" y="63945"/>
                </a:lnTo>
                <a:lnTo>
                  <a:pt x="1043657" y="65015"/>
                </a:lnTo>
                <a:lnTo>
                  <a:pt x="1043400" y="66099"/>
                </a:lnTo>
                <a:lnTo>
                  <a:pt x="1043161" y="67195"/>
                </a:lnTo>
                <a:lnTo>
                  <a:pt x="1042942" y="68305"/>
                </a:lnTo>
                <a:lnTo>
                  <a:pt x="1042741" y="69429"/>
                </a:lnTo>
                <a:lnTo>
                  <a:pt x="1042560" y="70565"/>
                </a:lnTo>
                <a:lnTo>
                  <a:pt x="1042397" y="71716"/>
                </a:lnTo>
                <a:lnTo>
                  <a:pt x="1042254" y="72879"/>
                </a:lnTo>
                <a:lnTo>
                  <a:pt x="1042130" y="74056"/>
                </a:lnTo>
                <a:lnTo>
                  <a:pt x="1042025" y="75246"/>
                </a:lnTo>
                <a:lnTo>
                  <a:pt x="1041939" y="76450"/>
                </a:lnTo>
                <a:lnTo>
                  <a:pt x="1041872" y="77667"/>
                </a:lnTo>
                <a:lnTo>
                  <a:pt x="1041825" y="78898"/>
                </a:lnTo>
                <a:lnTo>
                  <a:pt x="1041796" y="80142"/>
                </a:lnTo>
                <a:lnTo>
                  <a:pt x="1041787" y="81399"/>
                </a:lnTo>
                <a:lnTo>
                  <a:pt x="1041796" y="82646"/>
                </a:lnTo>
                <a:lnTo>
                  <a:pt x="1041825" y="83879"/>
                </a:lnTo>
                <a:lnTo>
                  <a:pt x="1041872" y="85100"/>
                </a:lnTo>
                <a:lnTo>
                  <a:pt x="1041939" y="86307"/>
                </a:lnTo>
                <a:lnTo>
                  <a:pt x="1042025" y="87501"/>
                </a:lnTo>
                <a:lnTo>
                  <a:pt x="1042130" y="88683"/>
                </a:lnTo>
                <a:lnTo>
                  <a:pt x="1042254" y="89850"/>
                </a:lnTo>
                <a:lnTo>
                  <a:pt x="1042397" y="91005"/>
                </a:lnTo>
                <a:lnTo>
                  <a:pt x="1042560" y="92147"/>
                </a:lnTo>
                <a:lnTo>
                  <a:pt x="1042741" y="93275"/>
                </a:lnTo>
                <a:lnTo>
                  <a:pt x="1042942" y="94390"/>
                </a:lnTo>
                <a:lnTo>
                  <a:pt x="1043161" y="95492"/>
                </a:lnTo>
                <a:lnTo>
                  <a:pt x="1043400" y="96581"/>
                </a:lnTo>
                <a:lnTo>
                  <a:pt x="1043657" y="97657"/>
                </a:lnTo>
                <a:lnTo>
                  <a:pt x="1043934" y="98719"/>
                </a:lnTo>
                <a:lnTo>
                  <a:pt x="1044230" y="99768"/>
                </a:lnTo>
                <a:lnTo>
                  <a:pt x="1044545" y="100805"/>
                </a:lnTo>
                <a:lnTo>
                  <a:pt x="1044879" y="101828"/>
                </a:lnTo>
                <a:lnTo>
                  <a:pt x="1045232" y="102838"/>
                </a:lnTo>
                <a:lnTo>
                  <a:pt x="1045605" y="103834"/>
                </a:lnTo>
                <a:lnTo>
                  <a:pt x="1045996" y="104818"/>
                </a:lnTo>
                <a:lnTo>
                  <a:pt x="1046407" y="105788"/>
                </a:lnTo>
                <a:lnTo>
                  <a:pt x="1046836" y="106745"/>
                </a:lnTo>
                <a:lnTo>
                  <a:pt x="1047285" y="107689"/>
                </a:lnTo>
                <a:lnTo>
                  <a:pt x="1047756" y="108618"/>
                </a:lnTo>
                <a:lnTo>
                  <a:pt x="1048242" y="109529"/>
                </a:lnTo>
                <a:lnTo>
                  <a:pt x="1048742" y="110424"/>
                </a:lnTo>
                <a:lnTo>
                  <a:pt x="1049258" y="111300"/>
                </a:lnTo>
                <a:lnTo>
                  <a:pt x="1049789" y="112160"/>
                </a:lnTo>
                <a:lnTo>
                  <a:pt x="1050334" y="113002"/>
                </a:lnTo>
                <a:lnTo>
                  <a:pt x="1050895" y="113827"/>
                </a:lnTo>
                <a:lnTo>
                  <a:pt x="1051470" y="114634"/>
                </a:lnTo>
                <a:lnTo>
                  <a:pt x="1052060" y="115424"/>
                </a:lnTo>
                <a:lnTo>
                  <a:pt x="1052665" y="116197"/>
                </a:lnTo>
                <a:lnTo>
                  <a:pt x="1053286" y="116952"/>
                </a:lnTo>
                <a:lnTo>
                  <a:pt x="1053921" y="117690"/>
                </a:lnTo>
                <a:lnTo>
                  <a:pt x="1054571" y="118411"/>
                </a:lnTo>
                <a:lnTo>
                  <a:pt x="1055235" y="119115"/>
                </a:lnTo>
                <a:lnTo>
                  <a:pt x="1055915" y="119801"/>
                </a:lnTo>
                <a:lnTo>
                  <a:pt x="1056610" y="120469"/>
                </a:lnTo>
                <a:lnTo>
                  <a:pt x="1057320" y="121121"/>
                </a:lnTo>
                <a:lnTo>
                  <a:pt x="1058044" y="121755"/>
                </a:lnTo>
                <a:lnTo>
                  <a:pt x="1058784" y="122372"/>
                </a:lnTo>
                <a:lnTo>
                  <a:pt x="1059538" y="122971"/>
                </a:lnTo>
                <a:lnTo>
                  <a:pt x="1060308" y="123553"/>
                </a:lnTo>
                <a:lnTo>
                  <a:pt x="1061092" y="124118"/>
                </a:lnTo>
                <a:lnTo>
                  <a:pt x="1061891" y="124665"/>
                </a:lnTo>
                <a:lnTo>
                  <a:pt x="1062705" y="125195"/>
                </a:lnTo>
                <a:lnTo>
                  <a:pt x="1063538" y="125706"/>
                </a:lnTo>
                <a:lnTo>
                  <a:pt x="1064381" y="126194"/>
                </a:lnTo>
                <a:lnTo>
                  <a:pt x="1065236" y="126662"/>
                </a:lnTo>
                <a:lnTo>
                  <a:pt x="1066102" y="127107"/>
                </a:lnTo>
                <a:lnTo>
                  <a:pt x="1066979" y="127530"/>
                </a:lnTo>
                <a:lnTo>
                  <a:pt x="1067868" y="127932"/>
                </a:lnTo>
                <a:lnTo>
                  <a:pt x="1068767" y="128313"/>
                </a:lnTo>
                <a:lnTo>
                  <a:pt x="1069678" y="128671"/>
                </a:lnTo>
                <a:lnTo>
                  <a:pt x="1070600" y="129008"/>
                </a:lnTo>
                <a:lnTo>
                  <a:pt x="1071533" y="129323"/>
                </a:lnTo>
                <a:lnTo>
                  <a:pt x="1072477" y="129616"/>
                </a:lnTo>
                <a:lnTo>
                  <a:pt x="1073433" y="129888"/>
                </a:lnTo>
                <a:lnTo>
                  <a:pt x="1074400" y="130137"/>
                </a:lnTo>
                <a:lnTo>
                  <a:pt x="1075378" y="130366"/>
                </a:lnTo>
                <a:lnTo>
                  <a:pt x="1076367" y="130572"/>
                </a:lnTo>
                <a:lnTo>
                  <a:pt x="1077367" y="130757"/>
                </a:lnTo>
                <a:lnTo>
                  <a:pt x="1078379" y="130919"/>
                </a:lnTo>
                <a:lnTo>
                  <a:pt x="1079401" y="131061"/>
                </a:lnTo>
                <a:lnTo>
                  <a:pt x="1080435" y="131180"/>
                </a:lnTo>
                <a:lnTo>
                  <a:pt x="1081480" y="131278"/>
                </a:lnTo>
                <a:lnTo>
                  <a:pt x="1082536" y="131354"/>
                </a:lnTo>
                <a:lnTo>
                  <a:pt x="1083604" y="131408"/>
                </a:lnTo>
                <a:lnTo>
                  <a:pt x="1084682" y="131441"/>
                </a:lnTo>
                <a:lnTo>
                  <a:pt x="1085772" y="131452"/>
                </a:lnTo>
                <a:lnTo>
                  <a:pt x="1086862" y="131441"/>
                </a:lnTo>
                <a:lnTo>
                  <a:pt x="1087940" y="131408"/>
                </a:lnTo>
                <a:lnTo>
                  <a:pt x="1089007" y="131354"/>
                </a:lnTo>
                <a:lnTo>
                  <a:pt x="1090063" y="131278"/>
                </a:lnTo>
                <a:lnTo>
                  <a:pt x="1091107" y="131180"/>
                </a:lnTo>
                <a:close/>
                <a:moveTo>
                  <a:pt x="1081765" y="117832"/>
                </a:moveTo>
                <a:lnTo>
                  <a:pt x="1081001" y="117734"/>
                </a:lnTo>
                <a:lnTo>
                  <a:pt x="1080249" y="117618"/>
                </a:lnTo>
                <a:lnTo>
                  <a:pt x="1079509" y="117485"/>
                </a:lnTo>
                <a:lnTo>
                  <a:pt x="1078781" y="117334"/>
                </a:lnTo>
                <a:lnTo>
                  <a:pt x="1078066" y="117165"/>
                </a:lnTo>
                <a:lnTo>
                  <a:pt x="1077363" y="116978"/>
                </a:lnTo>
                <a:lnTo>
                  <a:pt x="1076672" y="116774"/>
                </a:lnTo>
                <a:lnTo>
                  <a:pt x="1075993" y="116552"/>
                </a:lnTo>
                <a:lnTo>
                  <a:pt x="1075327" y="116312"/>
                </a:lnTo>
                <a:lnTo>
                  <a:pt x="1074673" y="116054"/>
                </a:lnTo>
                <a:lnTo>
                  <a:pt x="1074032" y="115779"/>
                </a:lnTo>
                <a:lnTo>
                  <a:pt x="1073402" y="115485"/>
                </a:lnTo>
                <a:lnTo>
                  <a:pt x="1072785" y="115174"/>
                </a:lnTo>
                <a:lnTo>
                  <a:pt x="1072180" y="114845"/>
                </a:lnTo>
                <a:lnTo>
                  <a:pt x="1071588" y="114499"/>
                </a:lnTo>
                <a:lnTo>
                  <a:pt x="1071008" y="114135"/>
                </a:lnTo>
                <a:lnTo>
                  <a:pt x="1070440" y="113752"/>
                </a:lnTo>
                <a:lnTo>
                  <a:pt x="1069884" y="113352"/>
                </a:lnTo>
                <a:lnTo>
                  <a:pt x="1069341" y="112935"/>
                </a:lnTo>
                <a:lnTo>
                  <a:pt x="1068809" y="112503"/>
                </a:lnTo>
                <a:lnTo>
                  <a:pt x="1068290" y="112059"/>
                </a:lnTo>
                <a:lnTo>
                  <a:pt x="1067782" y="111605"/>
                </a:lnTo>
                <a:lnTo>
                  <a:pt x="1067285" y="111139"/>
                </a:lnTo>
                <a:lnTo>
                  <a:pt x="1066800" y="110662"/>
                </a:lnTo>
                <a:lnTo>
                  <a:pt x="1066327" y="110174"/>
                </a:lnTo>
                <a:lnTo>
                  <a:pt x="1065866" y="109674"/>
                </a:lnTo>
                <a:lnTo>
                  <a:pt x="1065416" y="109164"/>
                </a:lnTo>
                <a:lnTo>
                  <a:pt x="1064977" y="108642"/>
                </a:lnTo>
                <a:lnTo>
                  <a:pt x="1064551" y="108109"/>
                </a:lnTo>
                <a:lnTo>
                  <a:pt x="1064135" y="107565"/>
                </a:lnTo>
                <a:lnTo>
                  <a:pt x="1063732" y="107010"/>
                </a:lnTo>
                <a:lnTo>
                  <a:pt x="1063340" y="106443"/>
                </a:lnTo>
                <a:lnTo>
                  <a:pt x="1062960" y="105866"/>
                </a:lnTo>
                <a:lnTo>
                  <a:pt x="1062592" y="105277"/>
                </a:lnTo>
                <a:lnTo>
                  <a:pt x="1062235" y="104677"/>
                </a:lnTo>
                <a:lnTo>
                  <a:pt x="1061889" y="104066"/>
                </a:lnTo>
                <a:lnTo>
                  <a:pt x="1061556" y="103443"/>
                </a:lnTo>
                <a:lnTo>
                  <a:pt x="1061234" y="102810"/>
                </a:lnTo>
                <a:lnTo>
                  <a:pt x="1060923" y="102165"/>
                </a:lnTo>
                <a:lnTo>
                  <a:pt x="1060624" y="101509"/>
                </a:lnTo>
                <a:lnTo>
                  <a:pt x="1060337" y="100842"/>
                </a:lnTo>
                <a:lnTo>
                  <a:pt x="1060062" y="100163"/>
                </a:lnTo>
                <a:lnTo>
                  <a:pt x="1059798" y="99474"/>
                </a:lnTo>
                <a:lnTo>
                  <a:pt x="1059545" y="98776"/>
                </a:lnTo>
                <a:lnTo>
                  <a:pt x="1059303" y="98074"/>
                </a:lnTo>
                <a:lnTo>
                  <a:pt x="1059072" y="97366"/>
                </a:lnTo>
                <a:lnTo>
                  <a:pt x="1058852" y="96654"/>
                </a:lnTo>
                <a:lnTo>
                  <a:pt x="1058642" y="95937"/>
                </a:lnTo>
                <a:lnTo>
                  <a:pt x="1058443" y="95216"/>
                </a:lnTo>
                <a:lnTo>
                  <a:pt x="1058255" y="94489"/>
                </a:lnTo>
                <a:lnTo>
                  <a:pt x="1058078" y="93758"/>
                </a:lnTo>
                <a:lnTo>
                  <a:pt x="1057911" y="93021"/>
                </a:lnTo>
                <a:lnTo>
                  <a:pt x="1057755" y="92280"/>
                </a:lnTo>
                <a:lnTo>
                  <a:pt x="1057610" y="91535"/>
                </a:lnTo>
                <a:lnTo>
                  <a:pt x="1057475" y="90784"/>
                </a:lnTo>
                <a:lnTo>
                  <a:pt x="1057352" y="90028"/>
                </a:lnTo>
                <a:lnTo>
                  <a:pt x="1057239" y="89268"/>
                </a:lnTo>
                <a:lnTo>
                  <a:pt x="1057137" y="88503"/>
                </a:lnTo>
                <a:lnTo>
                  <a:pt x="1057045" y="87733"/>
                </a:lnTo>
                <a:lnTo>
                  <a:pt x="1056965" y="86958"/>
                </a:lnTo>
                <a:lnTo>
                  <a:pt x="1056895" y="86178"/>
                </a:lnTo>
                <a:lnTo>
                  <a:pt x="1056836" y="85394"/>
                </a:lnTo>
                <a:lnTo>
                  <a:pt x="1056787" y="84604"/>
                </a:lnTo>
                <a:lnTo>
                  <a:pt x="1056750" y="83810"/>
                </a:lnTo>
                <a:lnTo>
                  <a:pt x="1056723" y="83011"/>
                </a:lnTo>
                <a:lnTo>
                  <a:pt x="1056707" y="82208"/>
                </a:lnTo>
                <a:lnTo>
                  <a:pt x="1056701" y="81399"/>
                </a:lnTo>
                <a:lnTo>
                  <a:pt x="1056707" y="80590"/>
                </a:lnTo>
                <a:lnTo>
                  <a:pt x="1056723" y="79786"/>
                </a:lnTo>
                <a:lnTo>
                  <a:pt x="1056750" y="78987"/>
                </a:lnTo>
                <a:lnTo>
                  <a:pt x="1056787" y="78192"/>
                </a:lnTo>
                <a:lnTo>
                  <a:pt x="1056836" y="77401"/>
                </a:lnTo>
                <a:lnTo>
                  <a:pt x="1056895" y="76616"/>
                </a:lnTo>
                <a:lnTo>
                  <a:pt x="1056965" y="75835"/>
                </a:lnTo>
                <a:lnTo>
                  <a:pt x="1057045" y="75058"/>
                </a:lnTo>
                <a:lnTo>
                  <a:pt x="1057137" y="74286"/>
                </a:lnTo>
                <a:lnTo>
                  <a:pt x="1057239" y="73519"/>
                </a:lnTo>
                <a:lnTo>
                  <a:pt x="1057352" y="72756"/>
                </a:lnTo>
                <a:lnTo>
                  <a:pt x="1057475" y="71998"/>
                </a:lnTo>
                <a:lnTo>
                  <a:pt x="1057610" y="71245"/>
                </a:lnTo>
                <a:lnTo>
                  <a:pt x="1057755" y="70496"/>
                </a:lnTo>
                <a:lnTo>
                  <a:pt x="1057911" y="69752"/>
                </a:lnTo>
                <a:lnTo>
                  <a:pt x="1058078" y="69012"/>
                </a:lnTo>
                <a:lnTo>
                  <a:pt x="1058255" y="68277"/>
                </a:lnTo>
                <a:lnTo>
                  <a:pt x="1058443" y="67547"/>
                </a:lnTo>
                <a:lnTo>
                  <a:pt x="1058642" y="66821"/>
                </a:lnTo>
                <a:lnTo>
                  <a:pt x="1058852" y="66100"/>
                </a:lnTo>
                <a:lnTo>
                  <a:pt x="1059072" y="65383"/>
                </a:lnTo>
                <a:lnTo>
                  <a:pt x="1059303" y="64671"/>
                </a:lnTo>
                <a:lnTo>
                  <a:pt x="1059545" y="63964"/>
                </a:lnTo>
                <a:lnTo>
                  <a:pt x="1059798" y="63261"/>
                </a:lnTo>
                <a:lnTo>
                  <a:pt x="1060062" y="62566"/>
                </a:lnTo>
                <a:lnTo>
                  <a:pt x="1060337" y="61883"/>
                </a:lnTo>
                <a:lnTo>
                  <a:pt x="1060624" y="61210"/>
                </a:lnTo>
                <a:lnTo>
                  <a:pt x="1060923" y="60549"/>
                </a:lnTo>
                <a:lnTo>
                  <a:pt x="1061234" y="59899"/>
                </a:lnTo>
                <a:lnTo>
                  <a:pt x="1061556" y="59260"/>
                </a:lnTo>
                <a:lnTo>
                  <a:pt x="1061889" y="58632"/>
                </a:lnTo>
                <a:lnTo>
                  <a:pt x="1062235" y="58016"/>
                </a:lnTo>
                <a:lnTo>
                  <a:pt x="1062592" y="57410"/>
                </a:lnTo>
                <a:lnTo>
                  <a:pt x="1062960" y="56816"/>
                </a:lnTo>
                <a:lnTo>
                  <a:pt x="1063340" y="56233"/>
                </a:lnTo>
                <a:lnTo>
                  <a:pt x="1063732" y="55662"/>
                </a:lnTo>
                <a:lnTo>
                  <a:pt x="1064135" y="55101"/>
                </a:lnTo>
                <a:lnTo>
                  <a:pt x="1064551" y="54552"/>
                </a:lnTo>
                <a:lnTo>
                  <a:pt x="1064977" y="54014"/>
                </a:lnTo>
                <a:lnTo>
                  <a:pt x="1065416" y="53487"/>
                </a:lnTo>
                <a:lnTo>
                  <a:pt x="1065866" y="52971"/>
                </a:lnTo>
                <a:lnTo>
                  <a:pt x="1066327" y="52466"/>
                </a:lnTo>
                <a:lnTo>
                  <a:pt x="1066800" y="51973"/>
                </a:lnTo>
                <a:lnTo>
                  <a:pt x="1067285" y="51491"/>
                </a:lnTo>
                <a:lnTo>
                  <a:pt x="1067782" y="51020"/>
                </a:lnTo>
                <a:lnTo>
                  <a:pt x="1068290" y="50560"/>
                </a:lnTo>
                <a:lnTo>
                  <a:pt x="1068809" y="50111"/>
                </a:lnTo>
                <a:lnTo>
                  <a:pt x="1069341" y="49674"/>
                </a:lnTo>
                <a:lnTo>
                  <a:pt x="1069884" y="49251"/>
                </a:lnTo>
                <a:lnTo>
                  <a:pt x="1070440" y="48846"/>
                </a:lnTo>
                <a:lnTo>
                  <a:pt x="1071008" y="48459"/>
                </a:lnTo>
                <a:lnTo>
                  <a:pt x="1071588" y="48090"/>
                </a:lnTo>
                <a:lnTo>
                  <a:pt x="1072180" y="47739"/>
                </a:lnTo>
                <a:lnTo>
                  <a:pt x="1072785" y="47406"/>
                </a:lnTo>
                <a:lnTo>
                  <a:pt x="1073402" y="47091"/>
                </a:lnTo>
                <a:lnTo>
                  <a:pt x="1074032" y="46795"/>
                </a:lnTo>
                <a:lnTo>
                  <a:pt x="1074673" y="46516"/>
                </a:lnTo>
                <a:lnTo>
                  <a:pt x="1075327" y="46255"/>
                </a:lnTo>
                <a:lnTo>
                  <a:pt x="1075993" y="46012"/>
                </a:lnTo>
                <a:lnTo>
                  <a:pt x="1076672" y="45787"/>
                </a:lnTo>
                <a:lnTo>
                  <a:pt x="1077363" y="45580"/>
                </a:lnTo>
                <a:lnTo>
                  <a:pt x="1078066" y="45391"/>
                </a:lnTo>
                <a:lnTo>
                  <a:pt x="1078781" y="45220"/>
                </a:lnTo>
                <a:lnTo>
                  <a:pt x="1079509" y="45067"/>
                </a:lnTo>
                <a:lnTo>
                  <a:pt x="1080249" y="44932"/>
                </a:lnTo>
                <a:lnTo>
                  <a:pt x="1081001" y="44815"/>
                </a:lnTo>
                <a:lnTo>
                  <a:pt x="1081765" y="44716"/>
                </a:lnTo>
                <a:lnTo>
                  <a:pt x="1082542" y="44635"/>
                </a:lnTo>
                <a:lnTo>
                  <a:pt x="1083331" y="44572"/>
                </a:lnTo>
                <a:lnTo>
                  <a:pt x="1084133" y="44527"/>
                </a:lnTo>
                <a:lnTo>
                  <a:pt x="1084946" y="44500"/>
                </a:lnTo>
                <a:lnTo>
                  <a:pt x="1085772" y="44491"/>
                </a:lnTo>
                <a:lnTo>
                  <a:pt x="1086598" y="44500"/>
                </a:lnTo>
                <a:lnTo>
                  <a:pt x="1087412" y="44527"/>
                </a:lnTo>
                <a:lnTo>
                  <a:pt x="1088213" y="44572"/>
                </a:lnTo>
                <a:lnTo>
                  <a:pt x="1089002" y="44635"/>
                </a:lnTo>
                <a:lnTo>
                  <a:pt x="1089779" y="44716"/>
                </a:lnTo>
                <a:lnTo>
                  <a:pt x="1090544" y="44815"/>
                </a:lnTo>
                <a:lnTo>
                  <a:pt x="1091296" y="44932"/>
                </a:lnTo>
                <a:lnTo>
                  <a:pt x="1092036" y="45067"/>
                </a:lnTo>
                <a:lnTo>
                  <a:pt x="1092764" y="45220"/>
                </a:lnTo>
                <a:lnTo>
                  <a:pt x="1093479" y="45391"/>
                </a:lnTo>
                <a:lnTo>
                  <a:pt x="1094182" y="45580"/>
                </a:lnTo>
                <a:lnTo>
                  <a:pt x="1094873" y="45787"/>
                </a:lnTo>
                <a:lnTo>
                  <a:pt x="1095551" y="46012"/>
                </a:lnTo>
                <a:lnTo>
                  <a:pt x="1096218" y="46255"/>
                </a:lnTo>
                <a:lnTo>
                  <a:pt x="1096871" y="46516"/>
                </a:lnTo>
                <a:lnTo>
                  <a:pt x="1097513" y="46795"/>
                </a:lnTo>
                <a:lnTo>
                  <a:pt x="1098142" y="47091"/>
                </a:lnTo>
                <a:lnTo>
                  <a:pt x="1098759" y="47406"/>
                </a:lnTo>
                <a:lnTo>
                  <a:pt x="1099364" y="47739"/>
                </a:lnTo>
                <a:lnTo>
                  <a:pt x="1099957" y="48090"/>
                </a:lnTo>
                <a:lnTo>
                  <a:pt x="1100537" y="48459"/>
                </a:lnTo>
                <a:lnTo>
                  <a:pt x="1101105" y="48846"/>
                </a:lnTo>
                <a:lnTo>
                  <a:pt x="1101660" y="49251"/>
                </a:lnTo>
                <a:lnTo>
                  <a:pt x="1102204" y="49674"/>
                </a:lnTo>
                <a:lnTo>
                  <a:pt x="1102735" y="50111"/>
                </a:lnTo>
                <a:lnTo>
                  <a:pt x="1103255" y="50560"/>
                </a:lnTo>
                <a:lnTo>
                  <a:pt x="1103763" y="51020"/>
                </a:lnTo>
                <a:lnTo>
                  <a:pt x="1104259" y="51491"/>
                </a:lnTo>
                <a:lnTo>
                  <a:pt x="1104744" y="51973"/>
                </a:lnTo>
                <a:lnTo>
                  <a:pt x="1105218" y="52466"/>
                </a:lnTo>
                <a:lnTo>
                  <a:pt x="1105679" y="52971"/>
                </a:lnTo>
                <a:lnTo>
                  <a:pt x="1106129" y="53487"/>
                </a:lnTo>
                <a:lnTo>
                  <a:pt x="1106567" y="54014"/>
                </a:lnTo>
                <a:lnTo>
                  <a:pt x="1106994" y="54552"/>
                </a:lnTo>
                <a:lnTo>
                  <a:pt x="1107409" y="55101"/>
                </a:lnTo>
                <a:lnTo>
                  <a:pt x="1107813" y="55662"/>
                </a:lnTo>
                <a:lnTo>
                  <a:pt x="1108204" y="56233"/>
                </a:lnTo>
                <a:lnTo>
                  <a:pt x="1108585" y="56816"/>
                </a:lnTo>
                <a:lnTo>
                  <a:pt x="1108953" y="57410"/>
                </a:lnTo>
                <a:lnTo>
                  <a:pt x="1109310" y="58016"/>
                </a:lnTo>
                <a:lnTo>
                  <a:pt x="1109655" y="58632"/>
                </a:lnTo>
                <a:lnTo>
                  <a:pt x="1109989" y="59260"/>
                </a:lnTo>
                <a:lnTo>
                  <a:pt x="1110311" y="59899"/>
                </a:lnTo>
                <a:lnTo>
                  <a:pt x="1110621" y="60549"/>
                </a:lnTo>
                <a:lnTo>
                  <a:pt x="1110920" y="61210"/>
                </a:lnTo>
                <a:lnTo>
                  <a:pt x="1111207" y="61883"/>
                </a:lnTo>
                <a:lnTo>
                  <a:pt x="1111483" y="62566"/>
                </a:lnTo>
                <a:lnTo>
                  <a:pt x="1111747" y="63261"/>
                </a:lnTo>
                <a:lnTo>
                  <a:pt x="1111999" y="63964"/>
                </a:lnTo>
                <a:lnTo>
                  <a:pt x="1112241" y="64671"/>
                </a:lnTo>
                <a:lnTo>
                  <a:pt x="1112472" y="65383"/>
                </a:lnTo>
                <a:lnTo>
                  <a:pt x="1112693" y="66100"/>
                </a:lnTo>
                <a:lnTo>
                  <a:pt x="1112903" y="66821"/>
                </a:lnTo>
                <a:lnTo>
                  <a:pt x="1113101" y="67547"/>
                </a:lnTo>
                <a:lnTo>
                  <a:pt x="1113290" y="68277"/>
                </a:lnTo>
                <a:lnTo>
                  <a:pt x="1113467" y="69012"/>
                </a:lnTo>
                <a:lnTo>
                  <a:pt x="1113634" y="69752"/>
                </a:lnTo>
                <a:lnTo>
                  <a:pt x="1113790" y="70496"/>
                </a:lnTo>
                <a:lnTo>
                  <a:pt x="1113935" y="71245"/>
                </a:lnTo>
                <a:lnTo>
                  <a:pt x="1114069" y="71998"/>
                </a:lnTo>
                <a:lnTo>
                  <a:pt x="1114193" y="72756"/>
                </a:lnTo>
                <a:lnTo>
                  <a:pt x="1114306" y="73519"/>
                </a:lnTo>
                <a:lnTo>
                  <a:pt x="1114408" y="74286"/>
                </a:lnTo>
                <a:lnTo>
                  <a:pt x="1114499" y="75058"/>
                </a:lnTo>
                <a:lnTo>
                  <a:pt x="1114580" y="75835"/>
                </a:lnTo>
                <a:lnTo>
                  <a:pt x="1114650" y="76616"/>
                </a:lnTo>
                <a:lnTo>
                  <a:pt x="1114709" y="77401"/>
                </a:lnTo>
                <a:lnTo>
                  <a:pt x="1114757" y="78192"/>
                </a:lnTo>
                <a:lnTo>
                  <a:pt x="1114795" y="78987"/>
                </a:lnTo>
                <a:lnTo>
                  <a:pt x="1114822" y="79786"/>
                </a:lnTo>
                <a:lnTo>
                  <a:pt x="1114838" y="80590"/>
                </a:lnTo>
                <a:lnTo>
                  <a:pt x="1114843" y="81399"/>
                </a:lnTo>
                <a:lnTo>
                  <a:pt x="1114838" y="82208"/>
                </a:lnTo>
                <a:lnTo>
                  <a:pt x="1114822" y="83011"/>
                </a:lnTo>
                <a:lnTo>
                  <a:pt x="1114795" y="83810"/>
                </a:lnTo>
                <a:lnTo>
                  <a:pt x="1114757" y="84604"/>
                </a:lnTo>
                <a:lnTo>
                  <a:pt x="1114709" y="85394"/>
                </a:lnTo>
                <a:lnTo>
                  <a:pt x="1114650" y="86178"/>
                </a:lnTo>
                <a:lnTo>
                  <a:pt x="1114580" y="86958"/>
                </a:lnTo>
                <a:lnTo>
                  <a:pt x="1114499" y="87733"/>
                </a:lnTo>
                <a:lnTo>
                  <a:pt x="1114408" y="88503"/>
                </a:lnTo>
                <a:lnTo>
                  <a:pt x="1114306" y="89268"/>
                </a:lnTo>
                <a:lnTo>
                  <a:pt x="1114193" y="90028"/>
                </a:lnTo>
                <a:lnTo>
                  <a:pt x="1114069" y="90784"/>
                </a:lnTo>
                <a:lnTo>
                  <a:pt x="1113935" y="91535"/>
                </a:lnTo>
                <a:lnTo>
                  <a:pt x="1113790" y="92280"/>
                </a:lnTo>
                <a:lnTo>
                  <a:pt x="1113634" y="93021"/>
                </a:lnTo>
                <a:lnTo>
                  <a:pt x="1113467" y="93758"/>
                </a:lnTo>
                <a:lnTo>
                  <a:pt x="1113290" y="94489"/>
                </a:lnTo>
                <a:lnTo>
                  <a:pt x="1113101" y="95216"/>
                </a:lnTo>
                <a:lnTo>
                  <a:pt x="1112903" y="95937"/>
                </a:lnTo>
                <a:lnTo>
                  <a:pt x="1112693" y="96654"/>
                </a:lnTo>
                <a:lnTo>
                  <a:pt x="1112472" y="97366"/>
                </a:lnTo>
                <a:lnTo>
                  <a:pt x="1112241" y="98074"/>
                </a:lnTo>
                <a:lnTo>
                  <a:pt x="1111999" y="98776"/>
                </a:lnTo>
                <a:lnTo>
                  <a:pt x="1111747" y="99474"/>
                </a:lnTo>
                <a:lnTo>
                  <a:pt x="1111483" y="100163"/>
                </a:lnTo>
                <a:lnTo>
                  <a:pt x="1111207" y="100842"/>
                </a:lnTo>
                <a:lnTo>
                  <a:pt x="1110920" y="101509"/>
                </a:lnTo>
                <a:lnTo>
                  <a:pt x="1110621" y="102165"/>
                </a:lnTo>
                <a:lnTo>
                  <a:pt x="1110311" y="102810"/>
                </a:lnTo>
                <a:lnTo>
                  <a:pt x="1109989" y="103443"/>
                </a:lnTo>
                <a:lnTo>
                  <a:pt x="1109655" y="104066"/>
                </a:lnTo>
                <a:lnTo>
                  <a:pt x="1109310" y="104677"/>
                </a:lnTo>
                <a:lnTo>
                  <a:pt x="1108953" y="105277"/>
                </a:lnTo>
                <a:lnTo>
                  <a:pt x="1108585" y="105866"/>
                </a:lnTo>
                <a:lnTo>
                  <a:pt x="1108204" y="106443"/>
                </a:lnTo>
                <a:lnTo>
                  <a:pt x="1107813" y="107010"/>
                </a:lnTo>
                <a:lnTo>
                  <a:pt x="1107409" y="107565"/>
                </a:lnTo>
                <a:lnTo>
                  <a:pt x="1106994" y="108109"/>
                </a:lnTo>
                <a:lnTo>
                  <a:pt x="1106567" y="108642"/>
                </a:lnTo>
                <a:lnTo>
                  <a:pt x="1106129" y="109164"/>
                </a:lnTo>
                <a:lnTo>
                  <a:pt x="1105679" y="109674"/>
                </a:lnTo>
                <a:lnTo>
                  <a:pt x="1105218" y="110174"/>
                </a:lnTo>
                <a:lnTo>
                  <a:pt x="1104744" y="110662"/>
                </a:lnTo>
                <a:lnTo>
                  <a:pt x="1104259" y="111139"/>
                </a:lnTo>
                <a:lnTo>
                  <a:pt x="1103763" y="111605"/>
                </a:lnTo>
                <a:lnTo>
                  <a:pt x="1103255" y="112059"/>
                </a:lnTo>
                <a:lnTo>
                  <a:pt x="1102735" y="112503"/>
                </a:lnTo>
                <a:lnTo>
                  <a:pt x="1102204" y="112935"/>
                </a:lnTo>
                <a:lnTo>
                  <a:pt x="1101660" y="113352"/>
                </a:lnTo>
                <a:lnTo>
                  <a:pt x="1101105" y="113752"/>
                </a:lnTo>
                <a:lnTo>
                  <a:pt x="1100537" y="114135"/>
                </a:lnTo>
                <a:lnTo>
                  <a:pt x="1099957" y="114499"/>
                </a:lnTo>
                <a:lnTo>
                  <a:pt x="1099364" y="114845"/>
                </a:lnTo>
                <a:lnTo>
                  <a:pt x="1098759" y="115174"/>
                </a:lnTo>
                <a:lnTo>
                  <a:pt x="1098142" y="115485"/>
                </a:lnTo>
                <a:lnTo>
                  <a:pt x="1097513" y="115779"/>
                </a:lnTo>
                <a:lnTo>
                  <a:pt x="1096871" y="116054"/>
                </a:lnTo>
                <a:lnTo>
                  <a:pt x="1096218" y="116312"/>
                </a:lnTo>
                <a:lnTo>
                  <a:pt x="1095551" y="116552"/>
                </a:lnTo>
                <a:lnTo>
                  <a:pt x="1094873" y="116774"/>
                </a:lnTo>
                <a:lnTo>
                  <a:pt x="1094182" y="116978"/>
                </a:lnTo>
                <a:lnTo>
                  <a:pt x="1093479" y="117165"/>
                </a:lnTo>
                <a:lnTo>
                  <a:pt x="1092764" y="117334"/>
                </a:lnTo>
                <a:lnTo>
                  <a:pt x="1092036" y="117485"/>
                </a:lnTo>
                <a:lnTo>
                  <a:pt x="1091296" y="117618"/>
                </a:lnTo>
                <a:lnTo>
                  <a:pt x="1090544" y="117734"/>
                </a:lnTo>
                <a:lnTo>
                  <a:pt x="1089779" y="117832"/>
                </a:lnTo>
                <a:lnTo>
                  <a:pt x="1089002" y="117912"/>
                </a:lnTo>
                <a:lnTo>
                  <a:pt x="1088213" y="117974"/>
                </a:lnTo>
                <a:lnTo>
                  <a:pt x="1087412" y="118018"/>
                </a:lnTo>
                <a:lnTo>
                  <a:pt x="1086598" y="118045"/>
                </a:lnTo>
                <a:lnTo>
                  <a:pt x="1085772" y="118054"/>
                </a:lnTo>
                <a:lnTo>
                  <a:pt x="1084946" y="118045"/>
                </a:lnTo>
                <a:lnTo>
                  <a:pt x="1084133" y="118018"/>
                </a:lnTo>
                <a:lnTo>
                  <a:pt x="1083331" y="117974"/>
                </a:lnTo>
                <a:lnTo>
                  <a:pt x="1082542" y="117912"/>
                </a:lnTo>
                <a:lnTo>
                  <a:pt x="1081765" y="117832"/>
                </a:lnTo>
                <a:close/>
                <a:moveTo>
                  <a:pt x="1197295" y="131180"/>
                </a:moveTo>
                <a:lnTo>
                  <a:pt x="1198328" y="131061"/>
                </a:lnTo>
                <a:lnTo>
                  <a:pt x="1199349" y="130919"/>
                </a:lnTo>
                <a:lnTo>
                  <a:pt x="1200359" y="130757"/>
                </a:lnTo>
                <a:lnTo>
                  <a:pt x="1201357" y="130572"/>
                </a:lnTo>
                <a:lnTo>
                  <a:pt x="1202344" y="130366"/>
                </a:lnTo>
                <a:lnTo>
                  <a:pt x="1203320" y="130137"/>
                </a:lnTo>
                <a:lnTo>
                  <a:pt x="1204284" y="129888"/>
                </a:lnTo>
                <a:lnTo>
                  <a:pt x="1205237" y="129616"/>
                </a:lnTo>
                <a:lnTo>
                  <a:pt x="1206178" y="129323"/>
                </a:lnTo>
                <a:lnTo>
                  <a:pt x="1207108" y="129008"/>
                </a:lnTo>
                <a:lnTo>
                  <a:pt x="1208027" y="128671"/>
                </a:lnTo>
                <a:lnTo>
                  <a:pt x="1208934" y="128313"/>
                </a:lnTo>
                <a:lnTo>
                  <a:pt x="1209830" y="127932"/>
                </a:lnTo>
                <a:lnTo>
                  <a:pt x="1210714" y="127530"/>
                </a:lnTo>
                <a:lnTo>
                  <a:pt x="1211587" y="127107"/>
                </a:lnTo>
                <a:lnTo>
                  <a:pt x="1212449" y="126662"/>
                </a:lnTo>
                <a:lnTo>
                  <a:pt x="1213299" y="126194"/>
                </a:lnTo>
                <a:lnTo>
                  <a:pt x="1214137" y="125706"/>
                </a:lnTo>
                <a:lnTo>
                  <a:pt x="1214965" y="125195"/>
                </a:lnTo>
                <a:lnTo>
                  <a:pt x="1215784" y="124665"/>
                </a:lnTo>
                <a:lnTo>
                  <a:pt x="1216588" y="124118"/>
                </a:lnTo>
                <a:lnTo>
                  <a:pt x="1217376" y="123553"/>
                </a:lnTo>
                <a:lnTo>
                  <a:pt x="1218149" y="122971"/>
                </a:lnTo>
                <a:lnTo>
                  <a:pt x="1218907" y="122372"/>
                </a:lnTo>
                <a:lnTo>
                  <a:pt x="1219649" y="121755"/>
                </a:lnTo>
                <a:lnTo>
                  <a:pt x="1220376" y="121121"/>
                </a:lnTo>
                <a:lnTo>
                  <a:pt x="1221088" y="120469"/>
                </a:lnTo>
                <a:lnTo>
                  <a:pt x="1221784" y="119801"/>
                </a:lnTo>
                <a:lnTo>
                  <a:pt x="1222465" y="119115"/>
                </a:lnTo>
                <a:lnTo>
                  <a:pt x="1223131" y="118411"/>
                </a:lnTo>
                <a:lnTo>
                  <a:pt x="1223781" y="117690"/>
                </a:lnTo>
                <a:lnTo>
                  <a:pt x="1224416" y="116952"/>
                </a:lnTo>
                <a:lnTo>
                  <a:pt x="1225035" y="116197"/>
                </a:lnTo>
                <a:lnTo>
                  <a:pt x="1225639" y="115424"/>
                </a:lnTo>
                <a:lnTo>
                  <a:pt x="1226228" y="114634"/>
                </a:lnTo>
                <a:lnTo>
                  <a:pt x="1226801" y="113827"/>
                </a:lnTo>
                <a:lnTo>
                  <a:pt x="1227359" y="113002"/>
                </a:lnTo>
                <a:lnTo>
                  <a:pt x="1227902" y="112160"/>
                </a:lnTo>
                <a:lnTo>
                  <a:pt x="1228429" y="111300"/>
                </a:lnTo>
                <a:lnTo>
                  <a:pt x="1228941" y="110424"/>
                </a:lnTo>
                <a:lnTo>
                  <a:pt x="1229438" y="109529"/>
                </a:lnTo>
                <a:lnTo>
                  <a:pt x="1229919" y="108618"/>
                </a:lnTo>
                <a:lnTo>
                  <a:pt x="1230385" y="107689"/>
                </a:lnTo>
                <a:lnTo>
                  <a:pt x="1230839" y="106745"/>
                </a:lnTo>
                <a:lnTo>
                  <a:pt x="1231273" y="105788"/>
                </a:lnTo>
                <a:lnTo>
                  <a:pt x="1231688" y="104818"/>
                </a:lnTo>
                <a:lnTo>
                  <a:pt x="1232084" y="103834"/>
                </a:lnTo>
                <a:lnTo>
                  <a:pt x="1232461" y="102838"/>
                </a:lnTo>
                <a:lnTo>
                  <a:pt x="1232818" y="101828"/>
                </a:lnTo>
                <a:lnTo>
                  <a:pt x="1233156" y="100805"/>
                </a:lnTo>
                <a:lnTo>
                  <a:pt x="1233475" y="99768"/>
                </a:lnTo>
                <a:lnTo>
                  <a:pt x="1233774" y="98719"/>
                </a:lnTo>
                <a:lnTo>
                  <a:pt x="1234054" y="97657"/>
                </a:lnTo>
                <a:lnTo>
                  <a:pt x="1234315" y="96581"/>
                </a:lnTo>
                <a:lnTo>
                  <a:pt x="1234556" y="95492"/>
                </a:lnTo>
                <a:lnTo>
                  <a:pt x="1234778" y="94390"/>
                </a:lnTo>
                <a:lnTo>
                  <a:pt x="1234981" y="93275"/>
                </a:lnTo>
                <a:lnTo>
                  <a:pt x="1235164" y="92147"/>
                </a:lnTo>
                <a:lnTo>
                  <a:pt x="1235329" y="91005"/>
                </a:lnTo>
                <a:lnTo>
                  <a:pt x="1235473" y="89850"/>
                </a:lnTo>
                <a:lnTo>
                  <a:pt x="1235599" y="88683"/>
                </a:lnTo>
                <a:lnTo>
                  <a:pt x="1235705" y="87501"/>
                </a:lnTo>
                <a:lnTo>
                  <a:pt x="1235792" y="86307"/>
                </a:lnTo>
                <a:lnTo>
                  <a:pt x="1235860" y="85100"/>
                </a:lnTo>
                <a:lnTo>
                  <a:pt x="1235908" y="83879"/>
                </a:lnTo>
                <a:lnTo>
                  <a:pt x="1235937" y="82646"/>
                </a:lnTo>
                <a:lnTo>
                  <a:pt x="1235946" y="81399"/>
                </a:lnTo>
                <a:lnTo>
                  <a:pt x="1235937" y="80142"/>
                </a:lnTo>
                <a:lnTo>
                  <a:pt x="1235908" y="78898"/>
                </a:lnTo>
                <a:lnTo>
                  <a:pt x="1235860" y="77667"/>
                </a:lnTo>
                <a:lnTo>
                  <a:pt x="1235792" y="76450"/>
                </a:lnTo>
                <a:lnTo>
                  <a:pt x="1235705" y="75246"/>
                </a:lnTo>
                <a:lnTo>
                  <a:pt x="1235599" y="74056"/>
                </a:lnTo>
                <a:lnTo>
                  <a:pt x="1235473" y="72879"/>
                </a:lnTo>
                <a:lnTo>
                  <a:pt x="1235329" y="71716"/>
                </a:lnTo>
                <a:lnTo>
                  <a:pt x="1235164" y="70565"/>
                </a:lnTo>
                <a:lnTo>
                  <a:pt x="1234981" y="69429"/>
                </a:lnTo>
                <a:lnTo>
                  <a:pt x="1234778" y="68305"/>
                </a:lnTo>
                <a:lnTo>
                  <a:pt x="1234556" y="67195"/>
                </a:lnTo>
                <a:lnTo>
                  <a:pt x="1234315" y="66099"/>
                </a:lnTo>
                <a:lnTo>
                  <a:pt x="1234054" y="65015"/>
                </a:lnTo>
                <a:lnTo>
                  <a:pt x="1233774" y="63945"/>
                </a:lnTo>
                <a:lnTo>
                  <a:pt x="1233475" y="62889"/>
                </a:lnTo>
                <a:lnTo>
                  <a:pt x="1233156" y="61846"/>
                </a:lnTo>
                <a:lnTo>
                  <a:pt x="1232818" y="60816"/>
                </a:lnTo>
                <a:lnTo>
                  <a:pt x="1232461" y="59800"/>
                </a:lnTo>
                <a:lnTo>
                  <a:pt x="1232084" y="58797"/>
                </a:lnTo>
                <a:lnTo>
                  <a:pt x="1231688" y="57807"/>
                </a:lnTo>
                <a:lnTo>
                  <a:pt x="1231273" y="56831"/>
                </a:lnTo>
                <a:lnTo>
                  <a:pt x="1230839" y="55868"/>
                </a:lnTo>
                <a:lnTo>
                  <a:pt x="1230385" y="54919"/>
                </a:lnTo>
                <a:lnTo>
                  <a:pt x="1229919" y="53985"/>
                </a:lnTo>
                <a:lnTo>
                  <a:pt x="1229438" y="53069"/>
                </a:lnTo>
                <a:lnTo>
                  <a:pt x="1228941" y="52170"/>
                </a:lnTo>
                <a:lnTo>
                  <a:pt x="1228429" y="51289"/>
                </a:lnTo>
                <a:lnTo>
                  <a:pt x="1227902" y="50425"/>
                </a:lnTo>
                <a:lnTo>
                  <a:pt x="1227359" y="49579"/>
                </a:lnTo>
                <a:lnTo>
                  <a:pt x="1226801" y="48750"/>
                </a:lnTo>
                <a:lnTo>
                  <a:pt x="1226228" y="47939"/>
                </a:lnTo>
                <a:lnTo>
                  <a:pt x="1225639" y="47146"/>
                </a:lnTo>
                <a:lnTo>
                  <a:pt x="1225035" y="46370"/>
                </a:lnTo>
                <a:lnTo>
                  <a:pt x="1224416" y="45611"/>
                </a:lnTo>
                <a:lnTo>
                  <a:pt x="1223781" y="44871"/>
                </a:lnTo>
                <a:lnTo>
                  <a:pt x="1223131" y="44147"/>
                </a:lnTo>
                <a:lnTo>
                  <a:pt x="1222465" y="43442"/>
                </a:lnTo>
                <a:lnTo>
                  <a:pt x="1221784" y="42753"/>
                </a:lnTo>
                <a:lnTo>
                  <a:pt x="1221088" y="42083"/>
                </a:lnTo>
                <a:lnTo>
                  <a:pt x="1220376" y="41430"/>
                </a:lnTo>
                <a:lnTo>
                  <a:pt x="1219649" y="40794"/>
                </a:lnTo>
                <a:lnTo>
                  <a:pt x="1218907" y="40176"/>
                </a:lnTo>
                <a:lnTo>
                  <a:pt x="1218149" y="39576"/>
                </a:lnTo>
                <a:lnTo>
                  <a:pt x="1217376" y="38993"/>
                </a:lnTo>
                <a:lnTo>
                  <a:pt x="1216588" y="38428"/>
                </a:lnTo>
                <a:lnTo>
                  <a:pt x="1215784" y="37880"/>
                </a:lnTo>
                <a:lnTo>
                  <a:pt x="1214965" y="37350"/>
                </a:lnTo>
                <a:lnTo>
                  <a:pt x="1214137" y="36839"/>
                </a:lnTo>
                <a:lnTo>
                  <a:pt x="1213299" y="36351"/>
                </a:lnTo>
                <a:lnTo>
                  <a:pt x="1212449" y="35884"/>
                </a:lnTo>
                <a:lnTo>
                  <a:pt x="1211587" y="35438"/>
                </a:lnTo>
                <a:lnTo>
                  <a:pt x="1210714" y="35015"/>
                </a:lnTo>
                <a:lnTo>
                  <a:pt x="1209830" y="34613"/>
                </a:lnTo>
                <a:lnTo>
                  <a:pt x="1208934" y="34233"/>
                </a:lnTo>
                <a:lnTo>
                  <a:pt x="1208027" y="33874"/>
                </a:lnTo>
                <a:lnTo>
                  <a:pt x="1207108" y="33537"/>
                </a:lnTo>
                <a:lnTo>
                  <a:pt x="1206178" y="33222"/>
                </a:lnTo>
                <a:lnTo>
                  <a:pt x="1205237" y="32929"/>
                </a:lnTo>
                <a:lnTo>
                  <a:pt x="1204284" y="32658"/>
                </a:lnTo>
                <a:lnTo>
                  <a:pt x="1203320" y="32408"/>
                </a:lnTo>
                <a:lnTo>
                  <a:pt x="1202344" y="32180"/>
                </a:lnTo>
                <a:lnTo>
                  <a:pt x="1201357" y="31973"/>
                </a:lnTo>
                <a:lnTo>
                  <a:pt x="1200359" y="31789"/>
                </a:lnTo>
                <a:lnTo>
                  <a:pt x="1199349" y="31626"/>
                </a:lnTo>
                <a:lnTo>
                  <a:pt x="1198328" y="31484"/>
                </a:lnTo>
                <a:lnTo>
                  <a:pt x="1197295" y="31365"/>
                </a:lnTo>
                <a:lnTo>
                  <a:pt x="1196251" y="31267"/>
                </a:lnTo>
                <a:lnTo>
                  <a:pt x="1195196" y="31191"/>
                </a:lnTo>
                <a:lnTo>
                  <a:pt x="1194129" y="31137"/>
                </a:lnTo>
                <a:lnTo>
                  <a:pt x="1193050" y="31104"/>
                </a:lnTo>
                <a:lnTo>
                  <a:pt x="1191961" y="31093"/>
                </a:lnTo>
                <a:lnTo>
                  <a:pt x="1190871" y="31104"/>
                </a:lnTo>
                <a:lnTo>
                  <a:pt x="1189792" y="31137"/>
                </a:lnTo>
                <a:lnTo>
                  <a:pt x="1188725" y="31191"/>
                </a:lnTo>
                <a:lnTo>
                  <a:pt x="1187668" y="31267"/>
                </a:lnTo>
                <a:lnTo>
                  <a:pt x="1186623" y="31365"/>
                </a:lnTo>
                <a:lnTo>
                  <a:pt x="1185590" y="31484"/>
                </a:lnTo>
                <a:lnTo>
                  <a:pt x="1184567" y="31626"/>
                </a:lnTo>
                <a:lnTo>
                  <a:pt x="1183555" y="31789"/>
                </a:lnTo>
                <a:lnTo>
                  <a:pt x="1182555" y="31973"/>
                </a:lnTo>
                <a:lnTo>
                  <a:pt x="1181566" y="32180"/>
                </a:lnTo>
                <a:lnTo>
                  <a:pt x="1180588" y="32408"/>
                </a:lnTo>
                <a:lnTo>
                  <a:pt x="1179621" y="32658"/>
                </a:lnTo>
                <a:lnTo>
                  <a:pt x="1178666" y="32929"/>
                </a:lnTo>
                <a:lnTo>
                  <a:pt x="1177721" y="33222"/>
                </a:lnTo>
                <a:lnTo>
                  <a:pt x="1176788" y="33537"/>
                </a:lnTo>
                <a:lnTo>
                  <a:pt x="1175866" y="33874"/>
                </a:lnTo>
                <a:lnTo>
                  <a:pt x="1174955" y="34233"/>
                </a:lnTo>
                <a:lnTo>
                  <a:pt x="1174056" y="34613"/>
                </a:lnTo>
                <a:lnTo>
                  <a:pt x="1173167" y="35015"/>
                </a:lnTo>
                <a:lnTo>
                  <a:pt x="1172290" y="35438"/>
                </a:lnTo>
                <a:lnTo>
                  <a:pt x="1171424" y="35884"/>
                </a:lnTo>
                <a:lnTo>
                  <a:pt x="1170569" y="36351"/>
                </a:lnTo>
                <a:lnTo>
                  <a:pt x="1169726" y="36839"/>
                </a:lnTo>
                <a:lnTo>
                  <a:pt x="1168893" y="37350"/>
                </a:lnTo>
                <a:lnTo>
                  <a:pt x="1168079" y="37880"/>
                </a:lnTo>
                <a:lnTo>
                  <a:pt x="1167280" y="38428"/>
                </a:lnTo>
                <a:lnTo>
                  <a:pt x="1166496" y="38993"/>
                </a:lnTo>
                <a:lnTo>
                  <a:pt x="1165727" y="39576"/>
                </a:lnTo>
                <a:lnTo>
                  <a:pt x="1164972" y="40176"/>
                </a:lnTo>
                <a:lnTo>
                  <a:pt x="1164233" y="40794"/>
                </a:lnTo>
                <a:lnTo>
                  <a:pt x="1163508" y="41430"/>
                </a:lnTo>
                <a:lnTo>
                  <a:pt x="1162798" y="42083"/>
                </a:lnTo>
                <a:lnTo>
                  <a:pt x="1162104" y="42753"/>
                </a:lnTo>
                <a:lnTo>
                  <a:pt x="1161424" y="43442"/>
                </a:lnTo>
                <a:lnTo>
                  <a:pt x="1160759" y="44147"/>
                </a:lnTo>
                <a:lnTo>
                  <a:pt x="1160109" y="44871"/>
                </a:lnTo>
                <a:lnTo>
                  <a:pt x="1159474" y="45611"/>
                </a:lnTo>
                <a:lnTo>
                  <a:pt x="1158854" y="46370"/>
                </a:lnTo>
                <a:lnTo>
                  <a:pt x="1158249" y="47146"/>
                </a:lnTo>
                <a:lnTo>
                  <a:pt x="1157658" y="47939"/>
                </a:lnTo>
                <a:lnTo>
                  <a:pt x="1157083" y="48750"/>
                </a:lnTo>
                <a:lnTo>
                  <a:pt x="1156522" y="49579"/>
                </a:lnTo>
                <a:lnTo>
                  <a:pt x="1155977" y="50425"/>
                </a:lnTo>
                <a:lnTo>
                  <a:pt x="1155446" y="51289"/>
                </a:lnTo>
                <a:lnTo>
                  <a:pt x="1154931" y="52170"/>
                </a:lnTo>
                <a:lnTo>
                  <a:pt x="1154430" y="53069"/>
                </a:lnTo>
                <a:lnTo>
                  <a:pt x="1153944" y="53985"/>
                </a:lnTo>
                <a:lnTo>
                  <a:pt x="1153473" y="54919"/>
                </a:lnTo>
                <a:lnTo>
                  <a:pt x="1153024" y="55868"/>
                </a:lnTo>
                <a:lnTo>
                  <a:pt x="1152595" y="56831"/>
                </a:lnTo>
                <a:lnTo>
                  <a:pt x="1152184" y="57807"/>
                </a:lnTo>
                <a:lnTo>
                  <a:pt x="1151793" y="58797"/>
                </a:lnTo>
                <a:lnTo>
                  <a:pt x="1151421" y="59800"/>
                </a:lnTo>
                <a:lnTo>
                  <a:pt x="1151068" y="60816"/>
                </a:lnTo>
                <a:lnTo>
                  <a:pt x="1150733" y="61846"/>
                </a:lnTo>
                <a:lnTo>
                  <a:pt x="1150418" y="62889"/>
                </a:lnTo>
                <a:lnTo>
                  <a:pt x="1150123" y="63945"/>
                </a:lnTo>
                <a:lnTo>
                  <a:pt x="1149846" y="65015"/>
                </a:lnTo>
                <a:lnTo>
                  <a:pt x="1149588" y="66099"/>
                </a:lnTo>
                <a:lnTo>
                  <a:pt x="1149349" y="67195"/>
                </a:lnTo>
                <a:lnTo>
                  <a:pt x="1149130" y="68305"/>
                </a:lnTo>
                <a:lnTo>
                  <a:pt x="1148929" y="69429"/>
                </a:lnTo>
                <a:lnTo>
                  <a:pt x="1148748" y="70565"/>
                </a:lnTo>
                <a:lnTo>
                  <a:pt x="1148586" y="71716"/>
                </a:lnTo>
                <a:lnTo>
                  <a:pt x="1148443" y="72879"/>
                </a:lnTo>
                <a:lnTo>
                  <a:pt x="1148318" y="74056"/>
                </a:lnTo>
                <a:lnTo>
                  <a:pt x="1148213" y="75246"/>
                </a:lnTo>
                <a:lnTo>
                  <a:pt x="1148128" y="76450"/>
                </a:lnTo>
                <a:lnTo>
                  <a:pt x="1148061" y="77667"/>
                </a:lnTo>
                <a:lnTo>
                  <a:pt x="1148013" y="78898"/>
                </a:lnTo>
                <a:lnTo>
                  <a:pt x="1147984" y="80142"/>
                </a:lnTo>
                <a:lnTo>
                  <a:pt x="1147975" y="81399"/>
                </a:lnTo>
                <a:lnTo>
                  <a:pt x="1147984" y="82646"/>
                </a:lnTo>
                <a:lnTo>
                  <a:pt x="1148013" y="83879"/>
                </a:lnTo>
                <a:lnTo>
                  <a:pt x="1148061" y="85100"/>
                </a:lnTo>
                <a:lnTo>
                  <a:pt x="1148128" y="86307"/>
                </a:lnTo>
                <a:lnTo>
                  <a:pt x="1148213" y="87501"/>
                </a:lnTo>
                <a:lnTo>
                  <a:pt x="1148318" y="88683"/>
                </a:lnTo>
                <a:lnTo>
                  <a:pt x="1148443" y="89850"/>
                </a:lnTo>
                <a:lnTo>
                  <a:pt x="1148586" y="91005"/>
                </a:lnTo>
                <a:lnTo>
                  <a:pt x="1148748" y="92147"/>
                </a:lnTo>
                <a:lnTo>
                  <a:pt x="1148929" y="93275"/>
                </a:lnTo>
                <a:lnTo>
                  <a:pt x="1149130" y="94390"/>
                </a:lnTo>
                <a:lnTo>
                  <a:pt x="1149349" y="95492"/>
                </a:lnTo>
                <a:lnTo>
                  <a:pt x="1149588" y="96581"/>
                </a:lnTo>
                <a:lnTo>
                  <a:pt x="1149846" y="97657"/>
                </a:lnTo>
                <a:lnTo>
                  <a:pt x="1150123" y="98719"/>
                </a:lnTo>
                <a:lnTo>
                  <a:pt x="1150418" y="99768"/>
                </a:lnTo>
                <a:lnTo>
                  <a:pt x="1150733" y="100805"/>
                </a:lnTo>
                <a:lnTo>
                  <a:pt x="1151068" y="101828"/>
                </a:lnTo>
                <a:lnTo>
                  <a:pt x="1151421" y="102838"/>
                </a:lnTo>
                <a:lnTo>
                  <a:pt x="1151793" y="103834"/>
                </a:lnTo>
                <a:lnTo>
                  <a:pt x="1152184" y="104818"/>
                </a:lnTo>
                <a:lnTo>
                  <a:pt x="1152595" y="105788"/>
                </a:lnTo>
                <a:lnTo>
                  <a:pt x="1153024" y="106745"/>
                </a:lnTo>
                <a:lnTo>
                  <a:pt x="1153473" y="107689"/>
                </a:lnTo>
                <a:lnTo>
                  <a:pt x="1153944" y="108618"/>
                </a:lnTo>
                <a:lnTo>
                  <a:pt x="1154430" y="109529"/>
                </a:lnTo>
                <a:lnTo>
                  <a:pt x="1154931" y="110424"/>
                </a:lnTo>
                <a:lnTo>
                  <a:pt x="1155446" y="111300"/>
                </a:lnTo>
                <a:lnTo>
                  <a:pt x="1155977" y="112160"/>
                </a:lnTo>
                <a:lnTo>
                  <a:pt x="1156522" y="113002"/>
                </a:lnTo>
                <a:lnTo>
                  <a:pt x="1157083" y="113827"/>
                </a:lnTo>
                <a:lnTo>
                  <a:pt x="1157658" y="114634"/>
                </a:lnTo>
                <a:lnTo>
                  <a:pt x="1158249" y="115424"/>
                </a:lnTo>
                <a:lnTo>
                  <a:pt x="1158854" y="116197"/>
                </a:lnTo>
                <a:lnTo>
                  <a:pt x="1159474" y="116952"/>
                </a:lnTo>
                <a:lnTo>
                  <a:pt x="1160109" y="117690"/>
                </a:lnTo>
                <a:lnTo>
                  <a:pt x="1160759" y="118411"/>
                </a:lnTo>
                <a:lnTo>
                  <a:pt x="1161424" y="119115"/>
                </a:lnTo>
                <a:lnTo>
                  <a:pt x="1162104" y="119801"/>
                </a:lnTo>
                <a:lnTo>
                  <a:pt x="1162798" y="120469"/>
                </a:lnTo>
                <a:lnTo>
                  <a:pt x="1163508" y="121121"/>
                </a:lnTo>
                <a:lnTo>
                  <a:pt x="1164233" y="121755"/>
                </a:lnTo>
                <a:lnTo>
                  <a:pt x="1164972" y="122372"/>
                </a:lnTo>
                <a:lnTo>
                  <a:pt x="1165727" y="122971"/>
                </a:lnTo>
                <a:lnTo>
                  <a:pt x="1166496" y="123553"/>
                </a:lnTo>
                <a:lnTo>
                  <a:pt x="1167280" y="124118"/>
                </a:lnTo>
                <a:lnTo>
                  <a:pt x="1168079" y="124665"/>
                </a:lnTo>
                <a:lnTo>
                  <a:pt x="1168893" y="125195"/>
                </a:lnTo>
                <a:lnTo>
                  <a:pt x="1169726" y="125706"/>
                </a:lnTo>
                <a:lnTo>
                  <a:pt x="1170569" y="126194"/>
                </a:lnTo>
                <a:lnTo>
                  <a:pt x="1171424" y="126662"/>
                </a:lnTo>
                <a:lnTo>
                  <a:pt x="1172290" y="127107"/>
                </a:lnTo>
                <a:lnTo>
                  <a:pt x="1173167" y="127530"/>
                </a:lnTo>
                <a:lnTo>
                  <a:pt x="1174056" y="127932"/>
                </a:lnTo>
                <a:lnTo>
                  <a:pt x="1174955" y="128313"/>
                </a:lnTo>
                <a:lnTo>
                  <a:pt x="1175866" y="128671"/>
                </a:lnTo>
                <a:lnTo>
                  <a:pt x="1176788" y="129008"/>
                </a:lnTo>
                <a:lnTo>
                  <a:pt x="1177721" y="129323"/>
                </a:lnTo>
                <a:lnTo>
                  <a:pt x="1178666" y="129616"/>
                </a:lnTo>
                <a:lnTo>
                  <a:pt x="1179621" y="129888"/>
                </a:lnTo>
                <a:lnTo>
                  <a:pt x="1180588" y="130137"/>
                </a:lnTo>
                <a:lnTo>
                  <a:pt x="1181566" y="130366"/>
                </a:lnTo>
                <a:lnTo>
                  <a:pt x="1182555" y="130572"/>
                </a:lnTo>
                <a:lnTo>
                  <a:pt x="1183555" y="130757"/>
                </a:lnTo>
                <a:lnTo>
                  <a:pt x="1184567" y="130919"/>
                </a:lnTo>
                <a:lnTo>
                  <a:pt x="1185590" y="131061"/>
                </a:lnTo>
                <a:lnTo>
                  <a:pt x="1186623" y="131180"/>
                </a:lnTo>
                <a:lnTo>
                  <a:pt x="1187668" y="131278"/>
                </a:lnTo>
                <a:lnTo>
                  <a:pt x="1188725" y="131354"/>
                </a:lnTo>
                <a:lnTo>
                  <a:pt x="1189792" y="131408"/>
                </a:lnTo>
                <a:lnTo>
                  <a:pt x="1190871" y="131441"/>
                </a:lnTo>
                <a:lnTo>
                  <a:pt x="1191961" y="131452"/>
                </a:lnTo>
                <a:lnTo>
                  <a:pt x="1193050" y="131441"/>
                </a:lnTo>
                <a:lnTo>
                  <a:pt x="1194129" y="131408"/>
                </a:lnTo>
                <a:lnTo>
                  <a:pt x="1195196" y="131354"/>
                </a:lnTo>
                <a:lnTo>
                  <a:pt x="1196251" y="131278"/>
                </a:lnTo>
                <a:lnTo>
                  <a:pt x="1197295" y="131180"/>
                </a:lnTo>
                <a:close/>
                <a:moveTo>
                  <a:pt x="1187954" y="117832"/>
                </a:moveTo>
                <a:lnTo>
                  <a:pt x="1187189" y="117734"/>
                </a:lnTo>
                <a:lnTo>
                  <a:pt x="1186437" y="117618"/>
                </a:lnTo>
                <a:lnTo>
                  <a:pt x="1185697" y="117485"/>
                </a:lnTo>
                <a:lnTo>
                  <a:pt x="1184969" y="117334"/>
                </a:lnTo>
                <a:lnTo>
                  <a:pt x="1184254" y="117165"/>
                </a:lnTo>
                <a:lnTo>
                  <a:pt x="1183551" y="116978"/>
                </a:lnTo>
                <a:lnTo>
                  <a:pt x="1182860" y="116774"/>
                </a:lnTo>
                <a:lnTo>
                  <a:pt x="1182182" y="116552"/>
                </a:lnTo>
                <a:lnTo>
                  <a:pt x="1181515" y="116312"/>
                </a:lnTo>
                <a:lnTo>
                  <a:pt x="1180862" y="116054"/>
                </a:lnTo>
                <a:lnTo>
                  <a:pt x="1180220" y="115779"/>
                </a:lnTo>
                <a:lnTo>
                  <a:pt x="1179591" y="115485"/>
                </a:lnTo>
                <a:lnTo>
                  <a:pt x="1178973" y="115174"/>
                </a:lnTo>
                <a:lnTo>
                  <a:pt x="1178369" y="114845"/>
                </a:lnTo>
                <a:lnTo>
                  <a:pt x="1177776" y="114499"/>
                </a:lnTo>
                <a:lnTo>
                  <a:pt x="1177196" y="114135"/>
                </a:lnTo>
                <a:lnTo>
                  <a:pt x="1176628" y="113752"/>
                </a:lnTo>
                <a:lnTo>
                  <a:pt x="1176073" y="113352"/>
                </a:lnTo>
                <a:lnTo>
                  <a:pt x="1175529" y="112935"/>
                </a:lnTo>
                <a:lnTo>
                  <a:pt x="1174998" y="112503"/>
                </a:lnTo>
                <a:lnTo>
                  <a:pt x="1174478" y="112059"/>
                </a:lnTo>
                <a:lnTo>
                  <a:pt x="1173970" y="111605"/>
                </a:lnTo>
                <a:lnTo>
                  <a:pt x="1173474" y="111139"/>
                </a:lnTo>
                <a:lnTo>
                  <a:pt x="1172989" y="110662"/>
                </a:lnTo>
                <a:lnTo>
                  <a:pt x="1172515" y="110174"/>
                </a:lnTo>
                <a:lnTo>
                  <a:pt x="1172054" y="109674"/>
                </a:lnTo>
                <a:lnTo>
                  <a:pt x="1171604" y="109164"/>
                </a:lnTo>
                <a:lnTo>
                  <a:pt x="1171166" y="108642"/>
                </a:lnTo>
                <a:lnTo>
                  <a:pt x="1170739" y="108109"/>
                </a:lnTo>
                <a:lnTo>
                  <a:pt x="1170324" y="107565"/>
                </a:lnTo>
                <a:lnTo>
                  <a:pt x="1169920" y="107010"/>
                </a:lnTo>
                <a:lnTo>
                  <a:pt x="1169529" y="106443"/>
                </a:lnTo>
                <a:lnTo>
                  <a:pt x="1169148" y="105866"/>
                </a:lnTo>
                <a:lnTo>
                  <a:pt x="1168780" y="105277"/>
                </a:lnTo>
                <a:lnTo>
                  <a:pt x="1168423" y="104677"/>
                </a:lnTo>
                <a:lnTo>
                  <a:pt x="1168078" y="104066"/>
                </a:lnTo>
                <a:lnTo>
                  <a:pt x="1167744" y="103443"/>
                </a:lnTo>
                <a:lnTo>
                  <a:pt x="1167422" y="102810"/>
                </a:lnTo>
                <a:lnTo>
                  <a:pt x="1167112" y="102165"/>
                </a:lnTo>
                <a:lnTo>
                  <a:pt x="1166813" y="101509"/>
                </a:lnTo>
                <a:lnTo>
                  <a:pt x="1166526" y="100842"/>
                </a:lnTo>
                <a:lnTo>
                  <a:pt x="1166250" y="100163"/>
                </a:lnTo>
                <a:lnTo>
                  <a:pt x="1165986" y="99474"/>
                </a:lnTo>
                <a:lnTo>
                  <a:pt x="1165734" y="98776"/>
                </a:lnTo>
                <a:lnTo>
                  <a:pt x="1165492" y="98074"/>
                </a:lnTo>
                <a:lnTo>
                  <a:pt x="1165261" y="97366"/>
                </a:lnTo>
                <a:lnTo>
                  <a:pt x="1165040" y="96654"/>
                </a:lnTo>
                <a:lnTo>
                  <a:pt x="1164830" y="95937"/>
                </a:lnTo>
                <a:lnTo>
                  <a:pt x="1164631" y="95216"/>
                </a:lnTo>
                <a:lnTo>
                  <a:pt x="1164443" y="94489"/>
                </a:lnTo>
                <a:lnTo>
                  <a:pt x="1164266" y="93758"/>
                </a:lnTo>
                <a:lnTo>
                  <a:pt x="1164099" y="93021"/>
                </a:lnTo>
                <a:lnTo>
                  <a:pt x="1163943" y="92280"/>
                </a:lnTo>
                <a:lnTo>
                  <a:pt x="1163798" y="91535"/>
                </a:lnTo>
                <a:lnTo>
                  <a:pt x="1163664" y="90784"/>
                </a:lnTo>
                <a:lnTo>
                  <a:pt x="1163540" y="90028"/>
                </a:lnTo>
                <a:lnTo>
                  <a:pt x="1163427" y="89268"/>
                </a:lnTo>
                <a:lnTo>
                  <a:pt x="1163325" y="88503"/>
                </a:lnTo>
                <a:lnTo>
                  <a:pt x="1163234" y="87733"/>
                </a:lnTo>
                <a:lnTo>
                  <a:pt x="1163153" y="86958"/>
                </a:lnTo>
                <a:lnTo>
                  <a:pt x="1163083" y="86178"/>
                </a:lnTo>
                <a:lnTo>
                  <a:pt x="1163024" y="85394"/>
                </a:lnTo>
                <a:lnTo>
                  <a:pt x="1162976" y="84604"/>
                </a:lnTo>
                <a:lnTo>
                  <a:pt x="1162938" y="83810"/>
                </a:lnTo>
                <a:lnTo>
                  <a:pt x="1162911" y="83011"/>
                </a:lnTo>
                <a:lnTo>
                  <a:pt x="1162895" y="82208"/>
                </a:lnTo>
                <a:lnTo>
                  <a:pt x="1162890" y="81399"/>
                </a:lnTo>
                <a:lnTo>
                  <a:pt x="1162895" y="80590"/>
                </a:lnTo>
                <a:lnTo>
                  <a:pt x="1162911" y="79786"/>
                </a:lnTo>
                <a:lnTo>
                  <a:pt x="1162938" y="78987"/>
                </a:lnTo>
                <a:lnTo>
                  <a:pt x="1162976" y="78192"/>
                </a:lnTo>
                <a:lnTo>
                  <a:pt x="1163024" y="77401"/>
                </a:lnTo>
                <a:lnTo>
                  <a:pt x="1163083" y="76616"/>
                </a:lnTo>
                <a:lnTo>
                  <a:pt x="1163153" y="75835"/>
                </a:lnTo>
                <a:lnTo>
                  <a:pt x="1163234" y="75058"/>
                </a:lnTo>
                <a:lnTo>
                  <a:pt x="1163325" y="74286"/>
                </a:lnTo>
                <a:lnTo>
                  <a:pt x="1163427" y="73519"/>
                </a:lnTo>
                <a:lnTo>
                  <a:pt x="1163540" y="72756"/>
                </a:lnTo>
                <a:lnTo>
                  <a:pt x="1163664" y="71998"/>
                </a:lnTo>
                <a:lnTo>
                  <a:pt x="1163798" y="71245"/>
                </a:lnTo>
                <a:lnTo>
                  <a:pt x="1163943" y="70496"/>
                </a:lnTo>
                <a:lnTo>
                  <a:pt x="1164099" y="69752"/>
                </a:lnTo>
                <a:lnTo>
                  <a:pt x="1164266" y="69012"/>
                </a:lnTo>
                <a:lnTo>
                  <a:pt x="1164443" y="68277"/>
                </a:lnTo>
                <a:lnTo>
                  <a:pt x="1164631" y="67547"/>
                </a:lnTo>
                <a:lnTo>
                  <a:pt x="1164830" y="66821"/>
                </a:lnTo>
                <a:lnTo>
                  <a:pt x="1165040" y="66100"/>
                </a:lnTo>
                <a:lnTo>
                  <a:pt x="1165261" y="65383"/>
                </a:lnTo>
                <a:lnTo>
                  <a:pt x="1165492" y="64671"/>
                </a:lnTo>
                <a:lnTo>
                  <a:pt x="1165734" y="63964"/>
                </a:lnTo>
                <a:lnTo>
                  <a:pt x="1165986" y="63261"/>
                </a:lnTo>
                <a:lnTo>
                  <a:pt x="1166250" y="62566"/>
                </a:lnTo>
                <a:lnTo>
                  <a:pt x="1166526" y="61883"/>
                </a:lnTo>
                <a:lnTo>
                  <a:pt x="1166813" y="61210"/>
                </a:lnTo>
                <a:lnTo>
                  <a:pt x="1167112" y="60549"/>
                </a:lnTo>
                <a:lnTo>
                  <a:pt x="1167422" y="59899"/>
                </a:lnTo>
                <a:lnTo>
                  <a:pt x="1167744" y="59260"/>
                </a:lnTo>
                <a:lnTo>
                  <a:pt x="1168078" y="58632"/>
                </a:lnTo>
                <a:lnTo>
                  <a:pt x="1168423" y="58016"/>
                </a:lnTo>
                <a:lnTo>
                  <a:pt x="1168780" y="57410"/>
                </a:lnTo>
                <a:lnTo>
                  <a:pt x="1169148" y="56816"/>
                </a:lnTo>
                <a:lnTo>
                  <a:pt x="1169529" y="56233"/>
                </a:lnTo>
                <a:lnTo>
                  <a:pt x="1169920" y="55662"/>
                </a:lnTo>
                <a:lnTo>
                  <a:pt x="1170324" y="55101"/>
                </a:lnTo>
                <a:lnTo>
                  <a:pt x="1170739" y="54552"/>
                </a:lnTo>
                <a:lnTo>
                  <a:pt x="1171166" y="54014"/>
                </a:lnTo>
                <a:lnTo>
                  <a:pt x="1171604" y="53487"/>
                </a:lnTo>
                <a:lnTo>
                  <a:pt x="1172054" y="52971"/>
                </a:lnTo>
                <a:lnTo>
                  <a:pt x="1172515" y="52466"/>
                </a:lnTo>
                <a:lnTo>
                  <a:pt x="1172989" y="51973"/>
                </a:lnTo>
                <a:lnTo>
                  <a:pt x="1173474" y="51491"/>
                </a:lnTo>
                <a:lnTo>
                  <a:pt x="1173970" y="51020"/>
                </a:lnTo>
                <a:lnTo>
                  <a:pt x="1174478" y="50560"/>
                </a:lnTo>
                <a:lnTo>
                  <a:pt x="1174998" y="50111"/>
                </a:lnTo>
                <a:lnTo>
                  <a:pt x="1175529" y="49674"/>
                </a:lnTo>
                <a:lnTo>
                  <a:pt x="1176073" y="49251"/>
                </a:lnTo>
                <a:lnTo>
                  <a:pt x="1176628" y="48846"/>
                </a:lnTo>
                <a:lnTo>
                  <a:pt x="1177196" y="48459"/>
                </a:lnTo>
                <a:lnTo>
                  <a:pt x="1177776" y="48090"/>
                </a:lnTo>
                <a:lnTo>
                  <a:pt x="1178369" y="47739"/>
                </a:lnTo>
                <a:lnTo>
                  <a:pt x="1178973" y="47406"/>
                </a:lnTo>
                <a:lnTo>
                  <a:pt x="1179591" y="47091"/>
                </a:lnTo>
                <a:lnTo>
                  <a:pt x="1180220" y="46795"/>
                </a:lnTo>
                <a:lnTo>
                  <a:pt x="1180862" y="46516"/>
                </a:lnTo>
                <a:lnTo>
                  <a:pt x="1181515" y="46255"/>
                </a:lnTo>
                <a:lnTo>
                  <a:pt x="1182182" y="46012"/>
                </a:lnTo>
                <a:lnTo>
                  <a:pt x="1182860" y="45787"/>
                </a:lnTo>
                <a:lnTo>
                  <a:pt x="1183551" y="45580"/>
                </a:lnTo>
                <a:lnTo>
                  <a:pt x="1184254" y="45391"/>
                </a:lnTo>
                <a:lnTo>
                  <a:pt x="1184969" y="45220"/>
                </a:lnTo>
                <a:lnTo>
                  <a:pt x="1185697" y="45067"/>
                </a:lnTo>
                <a:lnTo>
                  <a:pt x="1186437" y="44932"/>
                </a:lnTo>
                <a:lnTo>
                  <a:pt x="1187189" y="44815"/>
                </a:lnTo>
                <a:lnTo>
                  <a:pt x="1187954" y="44716"/>
                </a:lnTo>
                <a:lnTo>
                  <a:pt x="1188731" y="44635"/>
                </a:lnTo>
                <a:lnTo>
                  <a:pt x="1189520" y="44572"/>
                </a:lnTo>
                <a:lnTo>
                  <a:pt x="1190321" y="44527"/>
                </a:lnTo>
                <a:lnTo>
                  <a:pt x="1191135" y="44500"/>
                </a:lnTo>
                <a:lnTo>
                  <a:pt x="1191961" y="44491"/>
                </a:lnTo>
                <a:lnTo>
                  <a:pt x="1192787" y="44500"/>
                </a:lnTo>
                <a:lnTo>
                  <a:pt x="1193600" y="44527"/>
                </a:lnTo>
                <a:lnTo>
                  <a:pt x="1194402" y="44572"/>
                </a:lnTo>
                <a:lnTo>
                  <a:pt x="1195191" y="44635"/>
                </a:lnTo>
                <a:lnTo>
                  <a:pt x="1195968" y="44716"/>
                </a:lnTo>
                <a:lnTo>
                  <a:pt x="1196732" y="44815"/>
                </a:lnTo>
                <a:lnTo>
                  <a:pt x="1197484" y="44932"/>
                </a:lnTo>
                <a:lnTo>
                  <a:pt x="1198224" y="45067"/>
                </a:lnTo>
                <a:lnTo>
                  <a:pt x="1198952" y="45220"/>
                </a:lnTo>
                <a:lnTo>
                  <a:pt x="1199667" y="45391"/>
                </a:lnTo>
                <a:lnTo>
                  <a:pt x="1200370" y="45580"/>
                </a:lnTo>
                <a:lnTo>
                  <a:pt x="1201061" y="45787"/>
                </a:lnTo>
                <a:lnTo>
                  <a:pt x="1201740" y="46012"/>
                </a:lnTo>
                <a:lnTo>
                  <a:pt x="1202406" y="46255"/>
                </a:lnTo>
                <a:lnTo>
                  <a:pt x="1203060" y="46516"/>
                </a:lnTo>
                <a:lnTo>
                  <a:pt x="1203701" y="46795"/>
                </a:lnTo>
                <a:lnTo>
                  <a:pt x="1204331" y="47091"/>
                </a:lnTo>
                <a:lnTo>
                  <a:pt x="1204948" y="47406"/>
                </a:lnTo>
                <a:lnTo>
                  <a:pt x="1205553" y="47739"/>
                </a:lnTo>
                <a:lnTo>
                  <a:pt x="1206145" y="48090"/>
                </a:lnTo>
                <a:lnTo>
                  <a:pt x="1206725" y="48459"/>
                </a:lnTo>
                <a:lnTo>
                  <a:pt x="1207293" y="48846"/>
                </a:lnTo>
                <a:lnTo>
                  <a:pt x="1207849" y="49251"/>
                </a:lnTo>
                <a:lnTo>
                  <a:pt x="1208392" y="49674"/>
                </a:lnTo>
                <a:lnTo>
                  <a:pt x="1208923" y="50111"/>
                </a:lnTo>
                <a:lnTo>
                  <a:pt x="1209443" y="50560"/>
                </a:lnTo>
                <a:lnTo>
                  <a:pt x="1209951" y="51020"/>
                </a:lnTo>
                <a:lnTo>
                  <a:pt x="1210448" y="51491"/>
                </a:lnTo>
                <a:lnTo>
                  <a:pt x="1210933" y="51973"/>
                </a:lnTo>
                <a:lnTo>
                  <a:pt x="1211406" y="52466"/>
                </a:lnTo>
                <a:lnTo>
                  <a:pt x="1211867" y="52971"/>
                </a:lnTo>
                <a:lnTo>
                  <a:pt x="1212317" y="53487"/>
                </a:lnTo>
                <a:lnTo>
                  <a:pt x="1212756" y="54014"/>
                </a:lnTo>
                <a:lnTo>
                  <a:pt x="1213182" y="54552"/>
                </a:lnTo>
                <a:lnTo>
                  <a:pt x="1213598" y="55101"/>
                </a:lnTo>
                <a:lnTo>
                  <a:pt x="1214001" y="55662"/>
                </a:lnTo>
                <a:lnTo>
                  <a:pt x="1214393" y="56233"/>
                </a:lnTo>
                <a:lnTo>
                  <a:pt x="1214773" y="56816"/>
                </a:lnTo>
                <a:lnTo>
                  <a:pt x="1215142" y="57410"/>
                </a:lnTo>
                <a:lnTo>
                  <a:pt x="1215498" y="58016"/>
                </a:lnTo>
                <a:lnTo>
                  <a:pt x="1215844" y="58632"/>
                </a:lnTo>
                <a:lnTo>
                  <a:pt x="1216177" y="59260"/>
                </a:lnTo>
                <a:lnTo>
                  <a:pt x="1216499" y="59899"/>
                </a:lnTo>
                <a:lnTo>
                  <a:pt x="1216810" y="60549"/>
                </a:lnTo>
                <a:lnTo>
                  <a:pt x="1217109" y="61210"/>
                </a:lnTo>
                <a:lnTo>
                  <a:pt x="1217396" y="61883"/>
                </a:lnTo>
                <a:lnTo>
                  <a:pt x="1217671" y="62566"/>
                </a:lnTo>
                <a:lnTo>
                  <a:pt x="1217935" y="63261"/>
                </a:lnTo>
                <a:lnTo>
                  <a:pt x="1218188" y="63964"/>
                </a:lnTo>
                <a:lnTo>
                  <a:pt x="1218430" y="64671"/>
                </a:lnTo>
                <a:lnTo>
                  <a:pt x="1218661" y="65383"/>
                </a:lnTo>
                <a:lnTo>
                  <a:pt x="1218881" y="66100"/>
                </a:lnTo>
                <a:lnTo>
                  <a:pt x="1219091" y="66821"/>
                </a:lnTo>
                <a:lnTo>
                  <a:pt x="1219290" y="67547"/>
                </a:lnTo>
                <a:lnTo>
                  <a:pt x="1219478" y="68277"/>
                </a:lnTo>
                <a:lnTo>
                  <a:pt x="1219655" y="69012"/>
                </a:lnTo>
                <a:lnTo>
                  <a:pt x="1219822" y="69752"/>
                </a:lnTo>
                <a:lnTo>
                  <a:pt x="1219978" y="70496"/>
                </a:lnTo>
                <a:lnTo>
                  <a:pt x="1220123" y="71245"/>
                </a:lnTo>
                <a:lnTo>
                  <a:pt x="1220258" y="71998"/>
                </a:lnTo>
                <a:lnTo>
                  <a:pt x="1220381" y="72756"/>
                </a:lnTo>
                <a:lnTo>
                  <a:pt x="1220494" y="73519"/>
                </a:lnTo>
                <a:lnTo>
                  <a:pt x="1220596" y="74286"/>
                </a:lnTo>
                <a:lnTo>
                  <a:pt x="1220688" y="75058"/>
                </a:lnTo>
                <a:lnTo>
                  <a:pt x="1220768" y="75835"/>
                </a:lnTo>
                <a:lnTo>
                  <a:pt x="1220838" y="76616"/>
                </a:lnTo>
                <a:lnTo>
                  <a:pt x="1220897" y="77401"/>
                </a:lnTo>
                <a:lnTo>
                  <a:pt x="1220946" y="78192"/>
                </a:lnTo>
                <a:lnTo>
                  <a:pt x="1220983" y="78987"/>
                </a:lnTo>
                <a:lnTo>
                  <a:pt x="1221010" y="79786"/>
                </a:lnTo>
                <a:lnTo>
                  <a:pt x="1221026" y="80590"/>
                </a:lnTo>
                <a:lnTo>
                  <a:pt x="1221032" y="81399"/>
                </a:lnTo>
                <a:lnTo>
                  <a:pt x="1221026" y="82208"/>
                </a:lnTo>
                <a:lnTo>
                  <a:pt x="1221010" y="83011"/>
                </a:lnTo>
                <a:lnTo>
                  <a:pt x="1220983" y="83810"/>
                </a:lnTo>
                <a:lnTo>
                  <a:pt x="1220946" y="84604"/>
                </a:lnTo>
                <a:lnTo>
                  <a:pt x="1220897" y="85394"/>
                </a:lnTo>
                <a:lnTo>
                  <a:pt x="1220838" y="86178"/>
                </a:lnTo>
                <a:lnTo>
                  <a:pt x="1220768" y="86958"/>
                </a:lnTo>
                <a:lnTo>
                  <a:pt x="1220688" y="87733"/>
                </a:lnTo>
                <a:lnTo>
                  <a:pt x="1220596" y="88503"/>
                </a:lnTo>
                <a:lnTo>
                  <a:pt x="1220494" y="89268"/>
                </a:lnTo>
                <a:lnTo>
                  <a:pt x="1220381" y="90028"/>
                </a:lnTo>
                <a:lnTo>
                  <a:pt x="1220258" y="90784"/>
                </a:lnTo>
                <a:lnTo>
                  <a:pt x="1220123" y="91535"/>
                </a:lnTo>
                <a:lnTo>
                  <a:pt x="1219978" y="92280"/>
                </a:lnTo>
                <a:lnTo>
                  <a:pt x="1219822" y="93021"/>
                </a:lnTo>
                <a:lnTo>
                  <a:pt x="1219655" y="93758"/>
                </a:lnTo>
                <a:lnTo>
                  <a:pt x="1219478" y="94489"/>
                </a:lnTo>
                <a:lnTo>
                  <a:pt x="1219290" y="95216"/>
                </a:lnTo>
                <a:lnTo>
                  <a:pt x="1219091" y="95937"/>
                </a:lnTo>
                <a:lnTo>
                  <a:pt x="1218881" y="96654"/>
                </a:lnTo>
                <a:lnTo>
                  <a:pt x="1218661" y="97366"/>
                </a:lnTo>
                <a:lnTo>
                  <a:pt x="1218430" y="98074"/>
                </a:lnTo>
                <a:lnTo>
                  <a:pt x="1218188" y="98776"/>
                </a:lnTo>
                <a:lnTo>
                  <a:pt x="1217935" y="99474"/>
                </a:lnTo>
                <a:lnTo>
                  <a:pt x="1217671" y="100163"/>
                </a:lnTo>
                <a:lnTo>
                  <a:pt x="1217396" y="100842"/>
                </a:lnTo>
                <a:lnTo>
                  <a:pt x="1217109" y="101509"/>
                </a:lnTo>
                <a:lnTo>
                  <a:pt x="1216810" y="102165"/>
                </a:lnTo>
                <a:lnTo>
                  <a:pt x="1216499" y="102810"/>
                </a:lnTo>
                <a:lnTo>
                  <a:pt x="1216177" y="103443"/>
                </a:lnTo>
                <a:lnTo>
                  <a:pt x="1215844" y="104066"/>
                </a:lnTo>
                <a:lnTo>
                  <a:pt x="1215498" y="104677"/>
                </a:lnTo>
                <a:lnTo>
                  <a:pt x="1215142" y="105277"/>
                </a:lnTo>
                <a:lnTo>
                  <a:pt x="1214773" y="105866"/>
                </a:lnTo>
                <a:lnTo>
                  <a:pt x="1214393" y="106443"/>
                </a:lnTo>
                <a:lnTo>
                  <a:pt x="1214001" y="107010"/>
                </a:lnTo>
                <a:lnTo>
                  <a:pt x="1213598" y="107565"/>
                </a:lnTo>
                <a:lnTo>
                  <a:pt x="1213182" y="108109"/>
                </a:lnTo>
                <a:lnTo>
                  <a:pt x="1212756" y="108642"/>
                </a:lnTo>
                <a:lnTo>
                  <a:pt x="1212317" y="109164"/>
                </a:lnTo>
                <a:lnTo>
                  <a:pt x="1211867" y="109674"/>
                </a:lnTo>
                <a:lnTo>
                  <a:pt x="1211406" y="110174"/>
                </a:lnTo>
                <a:lnTo>
                  <a:pt x="1210933" y="110662"/>
                </a:lnTo>
                <a:lnTo>
                  <a:pt x="1210448" y="111139"/>
                </a:lnTo>
                <a:lnTo>
                  <a:pt x="1209951" y="111605"/>
                </a:lnTo>
                <a:lnTo>
                  <a:pt x="1209443" y="112059"/>
                </a:lnTo>
                <a:lnTo>
                  <a:pt x="1208923" y="112503"/>
                </a:lnTo>
                <a:lnTo>
                  <a:pt x="1208392" y="112935"/>
                </a:lnTo>
                <a:lnTo>
                  <a:pt x="1207849" y="113352"/>
                </a:lnTo>
                <a:lnTo>
                  <a:pt x="1207293" y="113752"/>
                </a:lnTo>
                <a:lnTo>
                  <a:pt x="1206725" y="114135"/>
                </a:lnTo>
                <a:lnTo>
                  <a:pt x="1206145" y="114499"/>
                </a:lnTo>
                <a:lnTo>
                  <a:pt x="1205553" y="114845"/>
                </a:lnTo>
                <a:lnTo>
                  <a:pt x="1204948" y="115174"/>
                </a:lnTo>
                <a:lnTo>
                  <a:pt x="1204331" y="115485"/>
                </a:lnTo>
                <a:lnTo>
                  <a:pt x="1203701" y="115779"/>
                </a:lnTo>
                <a:lnTo>
                  <a:pt x="1203060" y="116054"/>
                </a:lnTo>
                <a:lnTo>
                  <a:pt x="1202406" y="116312"/>
                </a:lnTo>
                <a:lnTo>
                  <a:pt x="1201740" y="116552"/>
                </a:lnTo>
                <a:lnTo>
                  <a:pt x="1201061" y="116774"/>
                </a:lnTo>
                <a:lnTo>
                  <a:pt x="1200370" y="116978"/>
                </a:lnTo>
                <a:lnTo>
                  <a:pt x="1199667" y="117165"/>
                </a:lnTo>
                <a:lnTo>
                  <a:pt x="1198952" y="117334"/>
                </a:lnTo>
                <a:lnTo>
                  <a:pt x="1198224" y="117485"/>
                </a:lnTo>
                <a:lnTo>
                  <a:pt x="1197484" y="117618"/>
                </a:lnTo>
                <a:lnTo>
                  <a:pt x="1196732" y="117734"/>
                </a:lnTo>
                <a:lnTo>
                  <a:pt x="1195968" y="117832"/>
                </a:lnTo>
                <a:lnTo>
                  <a:pt x="1195191" y="117912"/>
                </a:lnTo>
                <a:lnTo>
                  <a:pt x="1194402" y="117974"/>
                </a:lnTo>
                <a:lnTo>
                  <a:pt x="1193600" y="118018"/>
                </a:lnTo>
                <a:lnTo>
                  <a:pt x="1192787" y="118045"/>
                </a:lnTo>
                <a:lnTo>
                  <a:pt x="1191961" y="118054"/>
                </a:lnTo>
                <a:lnTo>
                  <a:pt x="1191135" y="118045"/>
                </a:lnTo>
                <a:lnTo>
                  <a:pt x="1190321" y="118018"/>
                </a:lnTo>
                <a:lnTo>
                  <a:pt x="1189520" y="117974"/>
                </a:lnTo>
                <a:lnTo>
                  <a:pt x="1188731" y="117912"/>
                </a:lnTo>
                <a:lnTo>
                  <a:pt x="1187954" y="117832"/>
                </a:lnTo>
                <a:close/>
                <a:moveTo>
                  <a:pt x="136343" y="130375"/>
                </a:moveTo>
                <a:lnTo>
                  <a:pt x="136594" y="130346"/>
                </a:lnTo>
                <a:lnTo>
                  <a:pt x="136844" y="130312"/>
                </a:lnTo>
                <a:lnTo>
                  <a:pt x="137090" y="130272"/>
                </a:lnTo>
                <a:lnTo>
                  <a:pt x="137335" y="130227"/>
                </a:lnTo>
                <a:lnTo>
                  <a:pt x="137578" y="130177"/>
                </a:lnTo>
                <a:lnTo>
                  <a:pt x="137818" y="130122"/>
                </a:lnTo>
                <a:lnTo>
                  <a:pt x="138056" y="130061"/>
                </a:lnTo>
                <a:lnTo>
                  <a:pt x="138292" y="129996"/>
                </a:lnTo>
                <a:lnTo>
                  <a:pt x="138526" y="129924"/>
                </a:lnTo>
                <a:lnTo>
                  <a:pt x="138757" y="129848"/>
                </a:lnTo>
                <a:lnTo>
                  <a:pt x="138986" y="129766"/>
                </a:lnTo>
                <a:lnTo>
                  <a:pt x="139213" y="129680"/>
                </a:lnTo>
                <a:lnTo>
                  <a:pt x="139438" y="129587"/>
                </a:lnTo>
                <a:lnTo>
                  <a:pt x="139661" y="129490"/>
                </a:lnTo>
                <a:lnTo>
                  <a:pt x="139882" y="129387"/>
                </a:lnTo>
                <a:lnTo>
                  <a:pt x="140100" y="129279"/>
                </a:lnTo>
                <a:lnTo>
                  <a:pt x="140316" y="129166"/>
                </a:lnTo>
                <a:lnTo>
                  <a:pt x="140530" y="129048"/>
                </a:lnTo>
                <a:lnTo>
                  <a:pt x="140742" y="128924"/>
                </a:lnTo>
                <a:lnTo>
                  <a:pt x="140956" y="128790"/>
                </a:lnTo>
                <a:lnTo>
                  <a:pt x="141166" y="128653"/>
                </a:lnTo>
                <a:lnTo>
                  <a:pt x="141373" y="128513"/>
                </a:lnTo>
                <a:lnTo>
                  <a:pt x="141576" y="128369"/>
                </a:lnTo>
                <a:lnTo>
                  <a:pt x="141775" y="128222"/>
                </a:lnTo>
                <a:lnTo>
                  <a:pt x="141970" y="128071"/>
                </a:lnTo>
                <a:lnTo>
                  <a:pt x="142162" y="127916"/>
                </a:lnTo>
                <a:lnTo>
                  <a:pt x="142350" y="127758"/>
                </a:lnTo>
                <a:lnTo>
                  <a:pt x="142534" y="127597"/>
                </a:lnTo>
                <a:lnTo>
                  <a:pt x="142715" y="127432"/>
                </a:lnTo>
                <a:lnTo>
                  <a:pt x="142891" y="127263"/>
                </a:lnTo>
                <a:lnTo>
                  <a:pt x="143064" y="127091"/>
                </a:lnTo>
                <a:lnTo>
                  <a:pt x="143234" y="126916"/>
                </a:lnTo>
                <a:lnTo>
                  <a:pt x="143399" y="126736"/>
                </a:lnTo>
                <a:lnTo>
                  <a:pt x="143561" y="126554"/>
                </a:lnTo>
                <a:lnTo>
                  <a:pt x="143719" y="126368"/>
                </a:lnTo>
                <a:lnTo>
                  <a:pt x="143874" y="126178"/>
                </a:lnTo>
                <a:lnTo>
                  <a:pt x="144024" y="125985"/>
                </a:lnTo>
                <a:lnTo>
                  <a:pt x="144171" y="125788"/>
                </a:lnTo>
                <a:lnTo>
                  <a:pt x="144314" y="125588"/>
                </a:lnTo>
                <a:lnTo>
                  <a:pt x="144454" y="125385"/>
                </a:lnTo>
                <a:lnTo>
                  <a:pt x="144589" y="125178"/>
                </a:lnTo>
                <a:lnTo>
                  <a:pt x="144721" y="124967"/>
                </a:lnTo>
                <a:lnTo>
                  <a:pt x="144850" y="124753"/>
                </a:lnTo>
                <a:lnTo>
                  <a:pt x="144979" y="124536"/>
                </a:lnTo>
                <a:lnTo>
                  <a:pt x="145102" y="124317"/>
                </a:lnTo>
                <a:lnTo>
                  <a:pt x="145220" y="124097"/>
                </a:lnTo>
                <a:lnTo>
                  <a:pt x="145332" y="123875"/>
                </a:lnTo>
                <a:lnTo>
                  <a:pt x="145439" y="123651"/>
                </a:lnTo>
                <a:lnTo>
                  <a:pt x="145541" y="123426"/>
                </a:lnTo>
                <a:lnTo>
                  <a:pt x="145637" y="123198"/>
                </a:lnTo>
                <a:lnTo>
                  <a:pt x="145727" y="122969"/>
                </a:lnTo>
                <a:lnTo>
                  <a:pt x="145812" y="122738"/>
                </a:lnTo>
                <a:lnTo>
                  <a:pt x="145892" y="122506"/>
                </a:lnTo>
                <a:lnTo>
                  <a:pt x="145966" y="122271"/>
                </a:lnTo>
                <a:lnTo>
                  <a:pt x="146035" y="122035"/>
                </a:lnTo>
                <a:lnTo>
                  <a:pt x="146098" y="121797"/>
                </a:lnTo>
                <a:lnTo>
                  <a:pt x="146155" y="121558"/>
                </a:lnTo>
                <a:lnTo>
                  <a:pt x="146207" y="121316"/>
                </a:lnTo>
                <a:lnTo>
                  <a:pt x="146254" y="121073"/>
                </a:lnTo>
                <a:lnTo>
                  <a:pt x="146295" y="120828"/>
                </a:lnTo>
                <a:lnTo>
                  <a:pt x="146331" y="120582"/>
                </a:lnTo>
                <a:lnTo>
                  <a:pt x="146361" y="120333"/>
                </a:lnTo>
                <a:lnTo>
                  <a:pt x="146386" y="120083"/>
                </a:lnTo>
                <a:lnTo>
                  <a:pt x="146405" y="119831"/>
                </a:lnTo>
                <a:lnTo>
                  <a:pt x="146419" y="119578"/>
                </a:lnTo>
                <a:lnTo>
                  <a:pt x="146427" y="119322"/>
                </a:lnTo>
                <a:lnTo>
                  <a:pt x="146430" y="119065"/>
                </a:lnTo>
                <a:lnTo>
                  <a:pt x="146424" y="118678"/>
                </a:lnTo>
                <a:lnTo>
                  <a:pt x="146406" y="118295"/>
                </a:lnTo>
                <a:lnTo>
                  <a:pt x="146377" y="117917"/>
                </a:lnTo>
                <a:lnTo>
                  <a:pt x="146337" y="117543"/>
                </a:lnTo>
                <a:lnTo>
                  <a:pt x="146284" y="117174"/>
                </a:lnTo>
                <a:lnTo>
                  <a:pt x="146220" y="116810"/>
                </a:lnTo>
                <a:lnTo>
                  <a:pt x="146145" y="116450"/>
                </a:lnTo>
                <a:lnTo>
                  <a:pt x="146057" y="116095"/>
                </a:lnTo>
                <a:lnTo>
                  <a:pt x="145959" y="115744"/>
                </a:lnTo>
                <a:lnTo>
                  <a:pt x="145848" y="115398"/>
                </a:lnTo>
                <a:lnTo>
                  <a:pt x="145726" y="115057"/>
                </a:lnTo>
                <a:lnTo>
                  <a:pt x="145592" y="114720"/>
                </a:lnTo>
                <a:lnTo>
                  <a:pt x="145447" y="114388"/>
                </a:lnTo>
                <a:lnTo>
                  <a:pt x="145290" y="114060"/>
                </a:lnTo>
                <a:lnTo>
                  <a:pt x="145121" y="113738"/>
                </a:lnTo>
                <a:lnTo>
                  <a:pt x="144941" y="113419"/>
                </a:lnTo>
                <a:lnTo>
                  <a:pt x="144749" y="113106"/>
                </a:lnTo>
                <a:lnTo>
                  <a:pt x="144546" y="112796"/>
                </a:lnTo>
                <a:lnTo>
                  <a:pt x="144330" y="112492"/>
                </a:lnTo>
                <a:lnTo>
                  <a:pt x="144104" y="112192"/>
                </a:lnTo>
                <a:lnTo>
                  <a:pt x="143865" y="111897"/>
                </a:lnTo>
                <a:lnTo>
                  <a:pt x="143615" y="111606"/>
                </a:lnTo>
                <a:lnTo>
                  <a:pt x="143353" y="111320"/>
                </a:lnTo>
                <a:lnTo>
                  <a:pt x="143080" y="111039"/>
                </a:lnTo>
                <a:lnTo>
                  <a:pt x="142799" y="110765"/>
                </a:lnTo>
                <a:lnTo>
                  <a:pt x="142513" y="110504"/>
                </a:lnTo>
                <a:lnTo>
                  <a:pt x="142222" y="110254"/>
                </a:lnTo>
                <a:lnTo>
                  <a:pt x="141927" y="110015"/>
                </a:lnTo>
                <a:lnTo>
                  <a:pt x="141627" y="109789"/>
                </a:lnTo>
                <a:lnTo>
                  <a:pt x="141322" y="109573"/>
                </a:lnTo>
                <a:lnTo>
                  <a:pt x="141013" y="109370"/>
                </a:lnTo>
                <a:lnTo>
                  <a:pt x="140700" y="109178"/>
                </a:lnTo>
                <a:lnTo>
                  <a:pt x="140381" y="108998"/>
                </a:lnTo>
                <a:lnTo>
                  <a:pt x="140058" y="108829"/>
                </a:lnTo>
                <a:lnTo>
                  <a:pt x="139731" y="108672"/>
                </a:lnTo>
                <a:lnTo>
                  <a:pt x="139399" y="108527"/>
                </a:lnTo>
                <a:lnTo>
                  <a:pt x="139062" y="108393"/>
                </a:lnTo>
                <a:lnTo>
                  <a:pt x="138721" y="108271"/>
                </a:lnTo>
                <a:lnTo>
                  <a:pt x="138375" y="108160"/>
                </a:lnTo>
                <a:lnTo>
                  <a:pt x="138024" y="108061"/>
                </a:lnTo>
                <a:lnTo>
                  <a:pt x="137669" y="107974"/>
                </a:lnTo>
                <a:lnTo>
                  <a:pt x="137309" y="107899"/>
                </a:lnTo>
                <a:lnTo>
                  <a:pt x="136945" y="107835"/>
                </a:lnTo>
                <a:lnTo>
                  <a:pt x="136576" y="107782"/>
                </a:lnTo>
                <a:lnTo>
                  <a:pt x="136202" y="107742"/>
                </a:lnTo>
                <a:lnTo>
                  <a:pt x="135824" y="107713"/>
                </a:lnTo>
                <a:lnTo>
                  <a:pt x="135441" y="107695"/>
                </a:lnTo>
                <a:lnTo>
                  <a:pt x="135054" y="107689"/>
                </a:lnTo>
                <a:lnTo>
                  <a:pt x="134667" y="107695"/>
                </a:lnTo>
                <a:lnTo>
                  <a:pt x="134284" y="107713"/>
                </a:lnTo>
                <a:lnTo>
                  <a:pt x="133906" y="107742"/>
                </a:lnTo>
                <a:lnTo>
                  <a:pt x="133532" y="107782"/>
                </a:lnTo>
                <a:lnTo>
                  <a:pt x="133163" y="107835"/>
                </a:lnTo>
                <a:lnTo>
                  <a:pt x="132799" y="107899"/>
                </a:lnTo>
                <a:lnTo>
                  <a:pt x="132439" y="107974"/>
                </a:lnTo>
                <a:lnTo>
                  <a:pt x="132084" y="108061"/>
                </a:lnTo>
                <a:lnTo>
                  <a:pt x="131733" y="108160"/>
                </a:lnTo>
                <a:lnTo>
                  <a:pt x="131387" y="108271"/>
                </a:lnTo>
                <a:lnTo>
                  <a:pt x="131046" y="108393"/>
                </a:lnTo>
                <a:lnTo>
                  <a:pt x="130709" y="108527"/>
                </a:lnTo>
                <a:lnTo>
                  <a:pt x="130377" y="108672"/>
                </a:lnTo>
                <a:lnTo>
                  <a:pt x="130050" y="108829"/>
                </a:lnTo>
                <a:lnTo>
                  <a:pt x="129727" y="108998"/>
                </a:lnTo>
                <a:lnTo>
                  <a:pt x="129408" y="109178"/>
                </a:lnTo>
                <a:lnTo>
                  <a:pt x="129095" y="109370"/>
                </a:lnTo>
                <a:lnTo>
                  <a:pt x="128786" y="109573"/>
                </a:lnTo>
                <a:lnTo>
                  <a:pt x="128481" y="109789"/>
                </a:lnTo>
                <a:lnTo>
                  <a:pt x="128181" y="110015"/>
                </a:lnTo>
                <a:lnTo>
                  <a:pt x="127886" y="110254"/>
                </a:lnTo>
                <a:lnTo>
                  <a:pt x="127595" y="110504"/>
                </a:lnTo>
                <a:lnTo>
                  <a:pt x="127309" y="110765"/>
                </a:lnTo>
                <a:lnTo>
                  <a:pt x="127028" y="111039"/>
                </a:lnTo>
                <a:lnTo>
                  <a:pt x="126755" y="111320"/>
                </a:lnTo>
                <a:lnTo>
                  <a:pt x="126493" y="111606"/>
                </a:lnTo>
                <a:lnTo>
                  <a:pt x="126243" y="111897"/>
                </a:lnTo>
                <a:lnTo>
                  <a:pt x="126004" y="112192"/>
                </a:lnTo>
                <a:lnTo>
                  <a:pt x="125778" y="112492"/>
                </a:lnTo>
                <a:lnTo>
                  <a:pt x="125562" y="112796"/>
                </a:lnTo>
                <a:lnTo>
                  <a:pt x="125359" y="113106"/>
                </a:lnTo>
                <a:lnTo>
                  <a:pt x="125167" y="113419"/>
                </a:lnTo>
                <a:lnTo>
                  <a:pt x="124987" y="113738"/>
                </a:lnTo>
                <a:lnTo>
                  <a:pt x="124818" y="114060"/>
                </a:lnTo>
                <a:lnTo>
                  <a:pt x="124661" y="114388"/>
                </a:lnTo>
                <a:lnTo>
                  <a:pt x="124516" y="114720"/>
                </a:lnTo>
                <a:lnTo>
                  <a:pt x="124382" y="115057"/>
                </a:lnTo>
                <a:lnTo>
                  <a:pt x="124260" y="115398"/>
                </a:lnTo>
                <a:lnTo>
                  <a:pt x="124149" y="115744"/>
                </a:lnTo>
                <a:lnTo>
                  <a:pt x="124051" y="116095"/>
                </a:lnTo>
                <a:lnTo>
                  <a:pt x="123963" y="116450"/>
                </a:lnTo>
                <a:lnTo>
                  <a:pt x="123888" y="116810"/>
                </a:lnTo>
                <a:lnTo>
                  <a:pt x="123824" y="117174"/>
                </a:lnTo>
                <a:lnTo>
                  <a:pt x="123771" y="117543"/>
                </a:lnTo>
                <a:lnTo>
                  <a:pt x="123731" y="117917"/>
                </a:lnTo>
                <a:lnTo>
                  <a:pt x="123702" y="118295"/>
                </a:lnTo>
                <a:lnTo>
                  <a:pt x="123684" y="118678"/>
                </a:lnTo>
                <a:lnTo>
                  <a:pt x="123678" y="119065"/>
                </a:lnTo>
                <a:lnTo>
                  <a:pt x="123684" y="119452"/>
                </a:lnTo>
                <a:lnTo>
                  <a:pt x="123702" y="119835"/>
                </a:lnTo>
                <a:lnTo>
                  <a:pt x="123731" y="120213"/>
                </a:lnTo>
                <a:lnTo>
                  <a:pt x="123771" y="120587"/>
                </a:lnTo>
                <a:lnTo>
                  <a:pt x="123824" y="120956"/>
                </a:lnTo>
                <a:lnTo>
                  <a:pt x="123888" y="121320"/>
                </a:lnTo>
                <a:lnTo>
                  <a:pt x="123963" y="121680"/>
                </a:lnTo>
                <a:lnTo>
                  <a:pt x="124051" y="122035"/>
                </a:lnTo>
                <a:lnTo>
                  <a:pt x="124149" y="122386"/>
                </a:lnTo>
                <a:lnTo>
                  <a:pt x="124260" y="122732"/>
                </a:lnTo>
                <a:lnTo>
                  <a:pt x="124382" y="123073"/>
                </a:lnTo>
                <a:lnTo>
                  <a:pt x="124516" y="123410"/>
                </a:lnTo>
                <a:lnTo>
                  <a:pt x="124661" y="123742"/>
                </a:lnTo>
                <a:lnTo>
                  <a:pt x="124818" y="124069"/>
                </a:lnTo>
                <a:lnTo>
                  <a:pt x="124987" y="124392"/>
                </a:lnTo>
                <a:lnTo>
                  <a:pt x="125167" y="124711"/>
                </a:lnTo>
                <a:lnTo>
                  <a:pt x="125359" y="125024"/>
                </a:lnTo>
                <a:lnTo>
                  <a:pt x="125562" y="125333"/>
                </a:lnTo>
                <a:lnTo>
                  <a:pt x="125778" y="125638"/>
                </a:lnTo>
                <a:lnTo>
                  <a:pt x="126004" y="125938"/>
                </a:lnTo>
                <a:lnTo>
                  <a:pt x="126243" y="126233"/>
                </a:lnTo>
                <a:lnTo>
                  <a:pt x="126493" y="126524"/>
                </a:lnTo>
                <a:lnTo>
                  <a:pt x="126755" y="126810"/>
                </a:lnTo>
                <a:lnTo>
                  <a:pt x="127028" y="127091"/>
                </a:lnTo>
                <a:lnTo>
                  <a:pt x="127309" y="127364"/>
                </a:lnTo>
                <a:lnTo>
                  <a:pt x="127595" y="127626"/>
                </a:lnTo>
                <a:lnTo>
                  <a:pt x="127886" y="127876"/>
                </a:lnTo>
                <a:lnTo>
                  <a:pt x="128181" y="128115"/>
                </a:lnTo>
                <a:lnTo>
                  <a:pt x="128481" y="128341"/>
                </a:lnTo>
                <a:lnTo>
                  <a:pt x="128786" y="128556"/>
                </a:lnTo>
                <a:lnTo>
                  <a:pt x="129095" y="128760"/>
                </a:lnTo>
                <a:lnTo>
                  <a:pt x="129408" y="128952"/>
                </a:lnTo>
                <a:lnTo>
                  <a:pt x="129727" y="129132"/>
                </a:lnTo>
                <a:lnTo>
                  <a:pt x="130050" y="129301"/>
                </a:lnTo>
                <a:lnTo>
                  <a:pt x="130377" y="129458"/>
                </a:lnTo>
                <a:lnTo>
                  <a:pt x="130709" y="129603"/>
                </a:lnTo>
                <a:lnTo>
                  <a:pt x="131046" y="129737"/>
                </a:lnTo>
                <a:lnTo>
                  <a:pt x="131387" y="129859"/>
                </a:lnTo>
                <a:lnTo>
                  <a:pt x="131733" y="129970"/>
                </a:lnTo>
                <a:lnTo>
                  <a:pt x="132084" y="130068"/>
                </a:lnTo>
                <a:lnTo>
                  <a:pt x="132439" y="130156"/>
                </a:lnTo>
                <a:lnTo>
                  <a:pt x="132799" y="130231"/>
                </a:lnTo>
                <a:lnTo>
                  <a:pt x="133163" y="130295"/>
                </a:lnTo>
                <a:lnTo>
                  <a:pt x="133532" y="130348"/>
                </a:lnTo>
                <a:lnTo>
                  <a:pt x="133906" y="130388"/>
                </a:lnTo>
                <a:lnTo>
                  <a:pt x="134284" y="130417"/>
                </a:lnTo>
                <a:lnTo>
                  <a:pt x="134667" y="130435"/>
                </a:lnTo>
                <a:lnTo>
                  <a:pt x="135054" y="130441"/>
                </a:lnTo>
                <a:lnTo>
                  <a:pt x="135316" y="130438"/>
                </a:lnTo>
                <a:lnTo>
                  <a:pt x="135576" y="130430"/>
                </a:lnTo>
                <a:lnTo>
                  <a:pt x="135834" y="130417"/>
                </a:lnTo>
                <a:lnTo>
                  <a:pt x="136090" y="130398"/>
                </a:lnTo>
                <a:lnTo>
                  <a:pt x="136343" y="130375"/>
                </a:lnTo>
                <a:close/>
                <a:moveTo>
                  <a:pt x="1980908" y="32357"/>
                </a:moveTo>
                <a:lnTo>
                  <a:pt x="1980908" y="44997"/>
                </a:lnTo>
                <a:lnTo>
                  <a:pt x="1995570" y="44997"/>
                </a:lnTo>
                <a:lnTo>
                  <a:pt x="1995570" y="105667"/>
                </a:lnTo>
                <a:lnTo>
                  <a:pt x="1995577" y="106368"/>
                </a:lnTo>
                <a:lnTo>
                  <a:pt x="1995597" y="107058"/>
                </a:lnTo>
                <a:lnTo>
                  <a:pt x="1995631" y="107739"/>
                </a:lnTo>
                <a:lnTo>
                  <a:pt x="1995679" y="108409"/>
                </a:lnTo>
                <a:lnTo>
                  <a:pt x="1995740" y="109069"/>
                </a:lnTo>
                <a:lnTo>
                  <a:pt x="1995815" y="109720"/>
                </a:lnTo>
                <a:lnTo>
                  <a:pt x="1995903" y="110360"/>
                </a:lnTo>
                <a:lnTo>
                  <a:pt x="1996005" y="110990"/>
                </a:lnTo>
                <a:lnTo>
                  <a:pt x="1996121" y="111610"/>
                </a:lnTo>
                <a:lnTo>
                  <a:pt x="1996250" y="112219"/>
                </a:lnTo>
                <a:lnTo>
                  <a:pt x="1996393" y="112819"/>
                </a:lnTo>
                <a:lnTo>
                  <a:pt x="1996550" y="113409"/>
                </a:lnTo>
                <a:lnTo>
                  <a:pt x="1996720" y="113988"/>
                </a:lnTo>
                <a:lnTo>
                  <a:pt x="1996903" y="114558"/>
                </a:lnTo>
                <a:lnTo>
                  <a:pt x="1997101" y="115117"/>
                </a:lnTo>
                <a:lnTo>
                  <a:pt x="1997311" y="115666"/>
                </a:lnTo>
                <a:lnTo>
                  <a:pt x="1997536" y="116205"/>
                </a:lnTo>
                <a:lnTo>
                  <a:pt x="1997774" y="116735"/>
                </a:lnTo>
                <a:lnTo>
                  <a:pt x="1998026" y="117253"/>
                </a:lnTo>
                <a:lnTo>
                  <a:pt x="1998291" y="117762"/>
                </a:lnTo>
                <a:lnTo>
                  <a:pt x="1998570" y="118261"/>
                </a:lnTo>
                <a:lnTo>
                  <a:pt x="1998862" y="118750"/>
                </a:lnTo>
                <a:lnTo>
                  <a:pt x="1999169" y="119228"/>
                </a:lnTo>
                <a:lnTo>
                  <a:pt x="1999488" y="119697"/>
                </a:lnTo>
                <a:lnTo>
                  <a:pt x="1999824" y="120155"/>
                </a:lnTo>
                <a:lnTo>
                  <a:pt x="2000166" y="120604"/>
                </a:lnTo>
                <a:lnTo>
                  <a:pt x="2000515" y="121043"/>
                </a:lnTo>
                <a:lnTo>
                  <a:pt x="2000872" y="121472"/>
                </a:lnTo>
                <a:lnTo>
                  <a:pt x="2001235" y="121891"/>
                </a:lnTo>
                <a:lnTo>
                  <a:pt x="2001605" y="122300"/>
                </a:lnTo>
                <a:lnTo>
                  <a:pt x="2001983" y="122699"/>
                </a:lnTo>
                <a:lnTo>
                  <a:pt x="2002367" y="123089"/>
                </a:lnTo>
                <a:lnTo>
                  <a:pt x="2002759" y="123468"/>
                </a:lnTo>
                <a:lnTo>
                  <a:pt x="2003157" y="123838"/>
                </a:lnTo>
                <a:lnTo>
                  <a:pt x="2003563" y="124197"/>
                </a:lnTo>
                <a:lnTo>
                  <a:pt x="2003975" y="124547"/>
                </a:lnTo>
                <a:lnTo>
                  <a:pt x="2004395" y="124887"/>
                </a:lnTo>
                <a:lnTo>
                  <a:pt x="2004821" y="125218"/>
                </a:lnTo>
                <a:lnTo>
                  <a:pt x="2005255" y="125538"/>
                </a:lnTo>
                <a:lnTo>
                  <a:pt x="2005696" y="125848"/>
                </a:lnTo>
                <a:lnTo>
                  <a:pt x="2006143" y="126149"/>
                </a:lnTo>
                <a:lnTo>
                  <a:pt x="2006598" y="126439"/>
                </a:lnTo>
                <a:lnTo>
                  <a:pt x="2007060" y="126720"/>
                </a:lnTo>
                <a:lnTo>
                  <a:pt x="2007528" y="126991"/>
                </a:lnTo>
                <a:lnTo>
                  <a:pt x="2008004" y="127252"/>
                </a:lnTo>
                <a:lnTo>
                  <a:pt x="2008487" y="127503"/>
                </a:lnTo>
                <a:lnTo>
                  <a:pt x="2008977" y="127744"/>
                </a:lnTo>
                <a:lnTo>
                  <a:pt x="2009473" y="127976"/>
                </a:lnTo>
                <a:lnTo>
                  <a:pt x="2009979" y="128198"/>
                </a:lnTo>
                <a:lnTo>
                  <a:pt x="2010486" y="128410"/>
                </a:lnTo>
                <a:lnTo>
                  <a:pt x="2010994" y="128613"/>
                </a:lnTo>
                <a:lnTo>
                  <a:pt x="2011503" y="128806"/>
                </a:lnTo>
                <a:lnTo>
                  <a:pt x="2012012" y="128990"/>
                </a:lnTo>
                <a:lnTo>
                  <a:pt x="2012523" y="129165"/>
                </a:lnTo>
                <a:lnTo>
                  <a:pt x="2013034" y="129330"/>
                </a:lnTo>
                <a:lnTo>
                  <a:pt x="2013546" y="129486"/>
                </a:lnTo>
                <a:lnTo>
                  <a:pt x="2014059" y="129632"/>
                </a:lnTo>
                <a:lnTo>
                  <a:pt x="2014573" y="129769"/>
                </a:lnTo>
                <a:lnTo>
                  <a:pt x="2015088" y="129896"/>
                </a:lnTo>
                <a:lnTo>
                  <a:pt x="2015604" y="130014"/>
                </a:lnTo>
                <a:lnTo>
                  <a:pt x="2016120" y="130122"/>
                </a:lnTo>
                <a:lnTo>
                  <a:pt x="2016638" y="130222"/>
                </a:lnTo>
                <a:lnTo>
                  <a:pt x="2017156" y="130311"/>
                </a:lnTo>
                <a:lnTo>
                  <a:pt x="2017675" y="130391"/>
                </a:lnTo>
                <a:lnTo>
                  <a:pt x="2018195" y="130462"/>
                </a:lnTo>
                <a:lnTo>
                  <a:pt x="2018716" y="130524"/>
                </a:lnTo>
                <a:lnTo>
                  <a:pt x="2019238" y="130575"/>
                </a:lnTo>
                <a:lnTo>
                  <a:pt x="2019761" y="130618"/>
                </a:lnTo>
                <a:lnTo>
                  <a:pt x="2020284" y="130651"/>
                </a:lnTo>
                <a:lnTo>
                  <a:pt x="2020809" y="130674"/>
                </a:lnTo>
                <a:lnTo>
                  <a:pt x="2021334" y="130689"/>
                </a:lnTo>
                <a:lnTo>
                  <a:pt x="2021860" y="130693"/>
                </a:lnTo>
                <a:lnTo>
                  <a:pt x="2022205" y="130692"/>
                </a:lnTo>
                <a:lnTo>
                  <a:pt x="2022545" y="130689"/>
                </a:lnTo>
                <a:lnTo>
                  <a:pt x="2022880" y="130683"/>
                </a:lnTo>
                <a:lnTo>
                  <a:pt x="2023210" y="130676"/>
                </a:lnTo>
                <a:lnTo>
                  <a:pt x="2023535" y="130666"/>
                </a:lnTo>
                <a:lnTo>
                  <a:pt x="2023855" y="130654"/>
                </a:lnTo>
                <a:lnTo>
                  <a:pt x="2024170" y="130640"/>
                </a:lnTo>
                <a:lnTo>
                  <a:pt x="2024479" y="130623"/>
                </a:lnTo>
                <a:lnTo>
                  <a:pt x="2024784" y="130604"/>
                </a:lnTo>
                <a:lnTo>
                  <a:pt x="2025084" y="130584"/>
                </a:lnTo>
                <a:lnTo>
                  <a:pt x="2025378" y="130561"/>
                </a:lnTo>
                <a:lnTo>
                  <a:pt x="2025668" y="130535"/>
                </a:lnTo>
                <a:lnTo>
                  <a:pt x="2025952" y="130508"/>
                </a:lnTo>
                <a:lnTo>
                  <a:pt x="2026232" y="130478"/>
                </a:lnTo>
                <a:lnTo>
                  <a:pt x="2026506" y="130446"/>
                </a:lnTo>
                <a:lnTo>
                  <a:pt x="2026776" y="130412"/>
                </a:lnTo>
                <a:lnTo>
                  <a:pt x="2027040" y="130376"/>
                </a:lnTo>
                <a:lnTo>
                  <a:pt x="2027299" y="130338"/>
                </a:lnTo>
                <a:lnTo>
                  <a:pt x="2027553" y="130297"/>
                </a:lnTo>
                <a:lnTo>
                  <a:pt x="2027803" y="130254"/>
                </a:lnTo>
                <a:lnTo>
                  <a:pt x="2028047" y="130209"/>
                </a:lnTo>
                <a:lnTo>
                  <a:pt x="2028286" y="130162"/>
                </a:lnTo>
                <a:lnTo>
                  <a:pt x="2028520" y="130113"/>
                </a:lnTo>
                <a:lnTo>
                  <a:pt x="2028749" y="130061"/>
                </a:lnTo>
                <a:lnTo>
                  <a:pt x="2028973" y="130014"/>
                </a:lnTo>
                <a:lnTo>
                  <a:pt x="2029193" y="129967"/>
                </a:lnTo>
                <a:lnTo>
                  <a:pt x="2029409" y="129919"/>
                </a:lnTo>
                <a:lnTo>
                  <a:pt x="2029621" y="129872"/>
                </a:lnTo>
                <a:lnTo>
                  <a:pt x="2029829" y="129824"/>
                </a:lnTo>
                <a:lnTo>
                  <a:pt x="2030033" y="129777"/>
                </a:lnTo>
                <a:lnTo>
                  <a:pt x="2030232" y="129730"/>
                </a:lnTo>
                <a:lnTo>
                  <a:pt x="2030427" y="129682"/>
                </a:lnTo>
                <a:lnTo>
                  <a:pt x="2030618" y="129635"/>
                </a:lnTo>
                <a:lnTo>
                  <a:pt x="2030805" y="129587"/>
                </a:lnTo>
                <a:lnTo>
                  <a:pt x="2030988" y="129540"/>
                </a:lnTo>
                <a:lnTo>
                  <a:pt x="2031166" y="129493"/>
                </a:lnTo>
                <a:lnTo>
                  <a:pt x="2031341" y="129445"/>
                </a:lnTo>
                <a:lnTo>
                  <a:pt x="2031511" y="129398"/>
                </a:lnTo>
                <a:lnTo>
                  <a:pt x="2031677" y="129350"/>
                </a:lnTo>
                <a:lnTo>
                  <a:pt x="2031839" y="129303"/>
                </a:lnTo>
                <a:lnTo>
                  <a:pt x="2031996" y="129256"/>
                </a:lnTo>
                <a:lnTo>
                  <a:pt x="2032150" y="129208"/>
                </a:lnTo>
                <a:lnTo>
                  <a:pt x="2032299" y="129161"/>
                </a:lnTo>
                <a:lnTo>
                  <a:pt x="2032444" y="129113"/>
                </a:lnTo>
                <a:lnTo>
                  <a:pt x="2032585" y="129066"/>
                </a:lnTo>
                <a:lnTo>
                  <a:pt x="2032722" y="129019"/>
                </a:lnTo>
                <a:lnTo>
                  <a:pt x="2032855" y="128971"/>
                </a:lnTo>
                <a:lnTo>
                  <a:pt x="2032983" y="128924"/>
                </a:lnTo>
                <a:lnTo>
                  <a:pt x="2029950" y="115526"/>
                </a:lnTo>
                <a:lnTo>
                  <a:pt x="2029870" y="115542"/>
                </a:lnTo>
                <a:lnTo>
                  <a:pt x="2029787" y="115558"/>
                </a:lnTo>
                <a:lnTo>
                  <a:pt x="2029703" y="115575"/>
                </a:lnTo>
                <a:lnTo>
                  <a:pt x="2029616" y="115593"/>
                </a:lnTo>
                <a:lnTo>
                  <a:pt x="2029527" y="115610"/>
                </a:lnTo>
                <a:lnTo>
                  <a:pt x="2029436" y="115629"/>
                </a:lnTo>
                <a:lnTo>
                  <a:pt x="2029343" y="115647"/>
                </a:lnTo>
                <a:lnTo>
                  <a:pt x="2029247" y="115666"/>
                </a:lnTo>
                <a:lnTo>
                  <a:pt x="2029150" y="115686"/>
                </a:lnTo>
                <a:lnTo>
                  <a:pt x="2029050" y="115706"/>
                </a:lnTo>
                <a:lnTo>
                  <a:pt x="2028948" y="115726"/>
                </a:lnTo>
                <a:lnTo>
                  <a:pt x="2028844" y="115747"/>
                </a:lnTo>
                <a:lnTo>
                  <a:pt x="2028737" y="115768"/>
                </a:lnTo>
                <a:lnTo>
                  <a:pt x="2028629" y="115790"/>
                </a:lnTo>
                <a:lnTo>
                  <a:pt x="2028518" y="115812"/>
                </a:lnTo>
                <a:lnTo>
                  <a:pt x="2028405" y="115835"/>
                </a:lnTo>
                <a:lnTo>
                  <a:pt x="2028290" y="115858"/>
                </a:lnTo>
                <a:lnTo>
                  <a:pt x="2028172" y="115881"/>
                </a:lnTo>
                <a:lnTo>
                  <a:pt x="2028053" y="115905"/>
                </a:lnTo>
                <a:lnTo>
                  <a:pt x="2027931" y="115930"/>
                </a:lnTo>
                <a:lnTo>
                  <a:pt x="2027807" y="115954"/>
                </a:lnTo>
                <a:lnTo>
                  <a:pt x="2027681" y="115980"/>
                </a:lnTo>
                <a:lnTo>
                  <a:pt x="2027552" y="116005"/>
                </a:lnTo>
                <a:lnTo>
                  <a:pt x="2027422" y="116031"/>
                </a:lnTo>
                <a:lnTo>
                  <a:pt x="2027288" y="116052"/>
                </a:lnTo>
                <a:lnTo>
                  <a:pt x="2027152" y="116072"/>
                </a:lnTo>
                <a:lnTo>
                  <a:pt x="2027013" y="116091"/>
                </a:lnTo>
                <a:lnTo>
                  <a:pt x="2026870" y="116109"/>
                </a:lnTo>
                <a:lnTo>
                  <a:pt x="2026725" y="116126"/>
                </a:lnTo>
                <a:lnTo>
                  <a:pt x="2026576" y="116142"/>
                </a:lnTo>
                <a:lnTo>
                  <a:pt x="2026425" y="116157"/>
                </a:lnTo>
                <a:lnTo>
                  <a:pt x="2026270" y="116172"/>
                </a:lnTo>
                <a:lnTo>
                  <a:pt x="2026112" y="116185"/>
                </a:lnTo>
                <a:lnTo>
                  <a:pt x="2025951" y="116198"/>
                </a:lnTo>
                <a:lnTo>
                  <a:pt x="2025788" y="116210"/>
                </a:lnTo>
                <a:lnTo>
                  <a:pt x="2025621" y="116221"/>
                </a:lnTo>
                <a:lnTo>
                  <a:pt x="2025451" y="116231"/>
                </a:lnTo>
                <a:lnTo>
                  <a:pt x="2025277" y="116240"/>
                </a:lnTo>
                <a:lnTo>
                  <a:pt x="2025101" y="116249"/>
                </a:lnTo>
                <a:lnTo>
                  <a:pt x="2024922" y="116256"/>
                </a:lnTo>
                <a:lnTo>
                  <a:pt x="2024740" y="116263"/>
                </a:lnTo>
                <a:lnTo>
                  <a:pt x="2024554" y="116268"/>
                </a:lnTo>
                <a:lnTo>
                  <a:pt x="2024366" y="116273"/>
                </a:lnTo>
                <a:lnTo>
                  <a:pt x="2024174" y="116277"/>
                </a:lnTo>
                <a:lnTo>
                  <a:pt x="2023979" y="116280"/>
                </a:lnTo>
                <a:lnTo>
                  <a:pt x="2023782" y="116282"/>
                </a:lnTo>
                <a:lnTo>
                  <a:pt x="2023581" y="116284"/>
                </a:lnTo>
                <a:lnTo>
                  <a:pt x="2023377" y="116284"/>
                </a:lnTo>
                <a:lnTo>
                  <a:pt x="2023104" y="116282"/>
                </a:lnTo>
                <a:lnTo>
                  <a:pt x="2022831" y="116277"/>
                </a:lnTo>
                <a:lnTo>
                  <a:pt x="2022560" y="116268"/>
                </a:lnTo>
                <a:lnTo>
                  <a:pt x="2022290" y="116256"/>
                </a:lnTo>
                <a:lnTo>
                  <a:pt x="2022021" y="116240"/>
                </a:lnTo>
                <a:lnTo>
                  <a:pt x="2021754" y="116221"/>
                </a:lnTo>
                <a:lnTo>
                  <a:pt x="2021487" y="116198"/>
                </a:lnTo>
                <a:lnTo>
                  <a:pt x="2021221" y="116172"/>
                </a:lnTo>
                <a:lnTo>
                  <a:pt x="2020957" y="116142"/>
                </a:lnTo>
                <a:lnTo>
                  <a:pt x="2020693" y="116109"/>
                </a:lnTo>
                <a:lnTo>
                  <a:pt x="2020431" y="116072"/>
                </a:lnTo>
                <a:lnTo>
                  <a:pt x="2020170" y="116031"/>
                </a:lnTo>
                <a:lnTo>
                  <a:pt x="2019910" y="115988"/>
                </a:lnTo>
                <a:lnTo>
                  <a:pt x="2019651" y="115940"/>
                </a:lnTo>
                <a:lnTo>
                  <a:pt x="2019393" y="115889"/>
                </a:lnTo>
                <a:lnTo>
                  <a:pt x="2019136" y="115835"/>
                </a:lnTo>
                <a:lnTo>
                  <a:pt x="2018880" y="115777"/>
                </a:lnTo>
                <a:lnTo>
                  <a:pt x="2018625" y="115715"/>
                </a:lnTo>
                <a:lnTo>
                  <a:pt x="2018372" y="115650"/>
                </a:lnTo>
                <a:lnTo>
                  <a:pt x="2018119" y="115582"/>
                </a:lnTo>
                <a:lnTo>
                  <a:pt x="2017868" y="115510"/>
                </a:lnTo>
                <a:lnTo>
                  <a:pt x="2017618" y="115435"/>
                </a:lnTo>
                <a:lnTo>
                  <a:pt x="2017368" y="115356"/>
                </a:lnTo>
                <a:lnTo>
                  <a:pt x="2017120" y="115273"/>
                </a:lnTo>
                <a:lnTo>
                  <a:pt x="2016880" y="115180"/>
                </a:lnTo>
                <a:lnTo>
                  <a:pt x="2016643" y="115080"/>
                </a:lnTo>
                <a:lnTo>
                  <a:pt x="2016409" y="114973"/>
                </a:lnTo>
                <a:lnTo>
                  <a:pt x="2016179" y="114859"/>
                </a:lnTo>
                <a:lnTo>
                  <a:pt x="2015953" y="114738"/>
                </a:lnTo>
                <a:lnTo>
                  <a:pt x="2015730" y="114609"/>
                </a:lnTo>
                <a:lnTo>
                  <a:pt x="2015511" y="114474"/>
                </a:lnTo>
                <a:lnTo>
                  <a:pt x="2015295" y="114332"/>
                </a:lnTo>
                <a:lnTo>
                  <a:pt x="2015082" y="114183"/>
                </a:lnTo>
                <a:lnTo>
                  <a:pt x="2014873" y="114027"/>
                </a:lnTo>
                <a:lnTo>
                  <a:pt x="2014668" y="113863"/>
                </a:lnTo>
                <a:lnTo>
                  <a:pt x="2014466" y="113693"/>
                </a:lnTo>
                <a:lnTo>
                  <a:pt x="2014268" y="113516"/>
                </a:lnTo>
                <a:lnTo>
                  <a:pt x="2014073" y="113331"/>
                </a:lnTo>
                <a:lnTo>
                  <a:pt x="2013882" y="113140"/>
                </a:lnTo>
                <a:lnTo>
                  <a:pt x="2013694" y="112942"/>
                </a:lnTo>
                <a:lnTo>
                  <a:pt x="2013509" y="112736"/>
                </a:lnTo>
                <a:lnTo>
                  <a:pt x="2013329" y="112524"/>
                </a:lnTo>
                <a:lnTo>
                  <a:pt x="2013151" y="112304"/>
                </a:lnTo>
                <a:lnTo>
                  <a:pt x="2012977" y="112078"/>
                </a:lnTo>
                <a:lnTo>
                  <a:pt x="2012807" y="111845"/>
                </a:lnTo>
                <a:lnTo>
                  <a:pt x="2012640" y="111604"/>
                </a:lnTo>
                <a:lnTo>
                  <a:pt x="2012477" y="111357"/>
                </a:lnTo>
                <a:lnTo>
                  <a:pt x="2012317" y="111102"/>
                </a:lnTo>
                <a:lnTo>
                  <a:pt x="2012168" y="110833"/>
                </a:lnTo>
                <a:lnTo>
                  <a:pt x="2012025" y="110553"/>
                </a:lnTo>
                <a:lnTo>
                  <a:pt x="2011888" y="110263"/>
                </a:lnTo>
                <a:lnTo>
                  <a:pt x="2011757" y="109961"/>
                </a:lnTo>
                <a:lnTo>
                  <a:pt x="2011633" y="109648"/>
                </a:lnTo>
                <a:lnTo>
                  <a:pt x="2011516" y="109325"/>
                </a:lnTo>
                <a:lnTo>
                  <a:pt x="2011404" y="108990"/>
                </a:lnTo>
                <a:lnTo>
                  <a:pt x="2011299" y="108644"/>
                </a:lnTo>
                <a:lnTo>
                  <a:pt x="2011201" y="108288"/>
                </a:lnTo>
                <a:lnTo>
                  <a:pt x="2011108" y="107920"/>
                </a:lnTo>
                <a:lnTo>
                  <a:pt x="2011022" y="107542"/>
                </a:lnTo>
                <a:lnTo>
                  <a:pt x="2010943" y="107152"/>
                </a:lnTo>
                <a:lnTo>
                  <a:pt x="2010870" y="106752"/>
                </a:lnTo>
                <a:lnTo>
                  <a:pt x="2010803" y="106340"/>
                </a:lnTo>
                <a:lnTo>
                  <a:pt x="2010742" y="105918"/>
                </a:lnTo>
                <a:lnTo>
                  <a:pt x="2010688" y="105484"/>
                </a:lnTo>
                <a:lnTo>
                  <a:pt x="2010641" y="105040"/>
                </a:lnTo>
                <a:lnTo>
                  <a:pt x="2010599" y="104585"/>
                </a:lnTo>
                <a:lnTo>
                  <a:pt x="2010564" y="104118"/>
                </a:lnTo>
                <a:lnTo>
                  <a:pt x="2010536" y="103641"/>
                </a:lnTo>
                <a:lnTo>
                  <a:pt x="2010513" y="103153"/>
                </a:lnTo>
                <a:lnTo>
                  <a:pt x="2010497" y="102654"/>
                </a:lnTo>
                <a:lnTo>
                  <a:pt x="2010488" y="102143"/>
                </a:lnTo>
                <a:lnTo>
                  <a:pt x="2010485" y="101622"/>
                </a:lnTo>
                <a:lnTo>
                  <a:pt x="2010485" y="44997"/>
                </a:lnTo>
                <a:lnTo>
                  <a:pt x="2031214" y="44997"/>
                </a:lnTo>
                <a:lnTo>
                  <a:pt x="2031214" y="32357"/>
                </a:lnTo>
                <a:lnTo>
                  <a:pt x="2010485" y="32357"/>
                </a:lnTo>
                <a:lnTo>
                  <a:pt x="2010485" y="9100"/>
                </a:lnTo>
                <a:lnTo>
                  <a:pt x="1995570" y="9100"/>
                </a:lnTo>
                <a:lnTo>
                  <a:pt x="1995570" y="32357"/>
                </a:lnTo>
                <a:lnTo>
                  <a:pt x="1980908" y="32357"/>
                </a:lnTo>
                <a:close/>
                <a:moveTo>
                  <a:pt x="1401890" y="82005"/>
                </a:moveTo>
                <a:lnTo>
                  <a:pt x="1403064" y="81919"/>
                </a:lnTo>
                <a:lnTo>
                  <a:pt x="1404219" y="81814"/>
                </a:lnTo>
                <a:lnTo>
                  <a:pt x="1405355" y="81690"/>
                </a:lnTo>
                <a:lnTo>
                  <a:pt x="1406472" y="81546"/>
                </a:lnTo>
                <a:lnTo>
                  <a:pt x="1407570" y="81384"/>
                </a:lnTo>
                <a:lnTo>
                  <a:pt x="1408650" y="81203"/>
                </a:lnTo>
                <a:lnTo>
                  <a:pt x="1409710" y="81002"/>
                </a:lnTo>
                <a:lnTo>
                  <a:pt x="1410752" y="80783"/>
                </a:lnTo>
                <a:lnTo>
                  <a:pt x="1411775" y="80544"/>
                </a:lnTo>
                <a:lnTo>
                  <a:pt x="1412779" y="80286"/>
                </a:lnTo>
                <a:lnTo>
                  <a:pt x="1413764" y="80010"/>
                </a:lnTo>
                <a:lnTo>
                  <a:pt x="1414730" y="79714"/>
                </a:lnTo>
                <a:lnTo>
                  <a:pt x="1415677" y="79399"/>
                </a:lnTo>
                <a:lnTo>
                  <a:pt x="1416606" y="79065"/>
                </a:lnTo>
                <a:lnTo>
                  <a:pt x="1417515" y="78711"/>
                </a:lnTo>
                <a:lnTo>
                  <a:pt x="1418406" y="78339"/>
                </a:lnTo>
                <a:lnTo>
                  <a:pt x="1419278" y="77948"/>
                </a:lnTo>
                <a:lnTo>
                  <a:pt x="1420131" y="77537"/>
                </a:lnTo>
                <a:lnTo>
                  <a:pt x="1420965" y="77108"/>
                </a:lnTo>
                <a:lnTo>
                  <a:pt x="1421780" y="76659"/>
                </a:lnTo>
                <a:lnTo>
                  <a:pt x="1422577" y="76189"/>
                </a:lnTo>
                <a:lnTo>
                  <a:pt x="1423356" y="75706"/>
                </a:lnTo>
                <a:lnTo>
                  <a:pt x="1424118" y="75209"/>
                </a:lnTo>
                <a:lnTo>
                  <a:pt x="1424863" y="74700"/>
                </a:lnTo>
                <a:lnTo>
                  <a:pt x="1425589" y="74177"/>
                </a:lnTo>
                <a:lnTo>
                  <a:pt x="1426299" y="73641"/>
                </a:lnTo>
                <a:lnTo>
                  <a:pt x="1426990" y="73092"/>
                </a:lnTo>
                <a:lnTo>
                  <a:pt x="1427664" y="72530"/>
                </a:lnTo>
                <a:lnTo>
                  <a:pt x="1428321" y="71955"/>
                </a:lnTo>
                <a:lnTo>
                  <a:pt x="1428960" y="71366"/>
                </a:lnTo>
                <a:lnTo>
                  <a:pt x="1429581" y="70765"/>
                </a:lnTo>
                <a:lnTo>
                  <a:pt x="1430185" y="70150"/>
                </a:lnTo>
                <a:lnTo>
                  <a:pt x="1430772" y="69522"/>
                </a:lnTo>
                <a:lnTo>
                  <a:pt x="1431340" y="68880"/>
                </a:lnTo>
                <a:lnTo>
                  <a:pt x="1431892" y="68226"/>
                </a:lnTo>
                <a:lnTo>
                  <a:pt x="1432425" y="67559"/>
                </a:lnTo>
                <a:lnTo>
                  <a:pt x="1432941" y="66878"/>
                </a:lnTo>
                <a:lnTo>
                  <a:pt x="1433440" y="66184"/>
                </a:lnTo>
                <a:lnTo>
                  <a:pt x="1433921" y="65477"/>
                </a:lnTo>
                <a:lnTo>
                  <a:pt x="1434384" y="64757"/>
                </a:lnTo>
                <a:lnTo>
                  <a:pt x="1434830" y="64023"/>
                </a:lnTo>
                <a:lnTo>
                  <a:pt x="1435259" y="63277"/>
                </a:lnTo>
                <a:lnTo>
                  <a:pt x="1435669" y="62517"/>
                </a:lnTo>
                <a:lnTo>
                  <a:pt x="1436063" y="61744"/>
                </a:lnTo>
                <a:lnTo>
                  <a:pt x="1436444" y="60961"/>
                </a:lnTo>
                <a:lnTo>
                  <a:pt x="1436810" y="60171"/>
                </a:lnTo>
                <a:lnTo>
                  <a:pt x="1437159" y="59373"/>
                </a:lnTo>
                <a:lnTo>
                  <a:pt x="1437492" y="58569"/>
                </a:lnTo>
                <a:lnTo>
                  <a:pt x="1437808" y="57757"/>
                </a:lnTo>
                <a:lnTo>
                  <a:pt x="1438109" y="56937"/>
                </a:lnTo>
                <a:lnTo>
                  <a:pt x="1438393" y="56111"/>
                </a:lnTo>
                <a:lnTo>
                  <a:pt x="1438661" y="55277"/>
                </a:lnTo>
                <a:lnTo>
                  <a:pt x="1438913" y="54436"/>
                </a:lnTo>
                <a:lnTo>
                  <a:pt x="1439148" y="53588"/>
                </a:lnTo>
                <a:lnTo>
                  <a:pt x="1439367" y="52732"/>
                </a:lnTo>
                <a:lnTo>
                  <a:pt x="1439570" y="51870"/>
                </a:lnTo>
                <a:lnTo>
                  <a:pt x="1439757" y="51000"/>
                </a:lnTo>
                <a:lnTo>
                  <a:pt x="1439928" y="50123"/>
                </a:lnTo>
                <a:lnTo>
                  <a:pt x="1440082" y="49238"/>
                </a:lnTo>
                <a:lnTo>
                  <a:pt x="1440220" y="48346"/>
                </a:lnTo>
                <a:lnTo>
                  <a:pt x="1440342" y="47447"/>
                </a:lnTo>
                <a:lnTo>
                  <a:pt x="1440447" y="46541"/>
                </a:lnTo>
                <a:lnTo>
                  <a:pt x="1440536" y="45628"/>
                </a:lnTo>
                <a:lnTo>
                  <a:pt x="1440610" y="44707"/>
                </a:lnTo>
                <a:lnTo>
                  <a:pt x="1440666" y="43779"/>
                </a:lnTo>
                <a:lnTo>
                  <a:pt x="1440707" y="42844"/>
                </a:lnTo>
                <a:lnTo>
                  <a:pt x="1440731" y="41902"/>
                </a:lnTo>
                <a:lnTo>
                  <a:pt x="1440739" y="40952"/>
                </a:lnTo>
                <a:lnTo>
                  <a:pt x="1440731" y="40003"/>
                </a:lnTo>
                <a:lnTo>
                  <a:pt x="1440707" y="39061"/>
                </a:lnTo>
                <a:lnTo>
                  <a:pt x="1440666" y="38126"/>
                </a:lnTo>
                <a:lnTo>
                  <a:pt x="1440610" y="37199"/>
                </a:lnTo>
                <a:lnTo>
                  <a:pt x="1440536" y="36279"/>
                </a:lnTo>
                <a:lnTo>
                  <a:pt x="1440447" y="35367"/>
                </a:lnTo>
                <a:lnTo>
                  <a:pt x="1440342" y="34462"/>
                </a:lnTo>
                <a:lnTo>
                  <a:pt x="1440220" y="33565"/>
                </a:lnTo>
                <a:lnTo>
                  <a:pt x="1440082" y="32675"/>
                </a:lnTo>
                <a:lnTo>
                  <a:pt x="1439928" y="31793"/>
                </a:lnTo>
                <a:lnTo>
                  <a:pt x="1439757" y="30918"/>
                </a:lnTo>
                <a:lnTo>
                  <a:pt x="1439570" y="30051"/>
                </a:lnTo>
                <a:lnTo>
                  <a:pt x="1439367" y="29191"/>
                </a:lnTo>
                <a:lnTo>
                  <a:pt x="1439148" y="28338"/>
                </a:lnTo>
                <a:lnTo>
                  <a:pt x="1438913" y="27493"/>
                </a:lnTo>
                <a:lnTo>
                  <a:pt x="1438661" y="26655"/>
                </a:lnTo>
                <a:lnTo>
                  <a:pt x="1438393" y="25825"/>
                </a:lnTo>
                <a:lnTo>
                  <a:pt x="1438109" y="25003"/>
                </a:lnTo>
                <a:lnTo>
                  <a:pt x="1437808" y="24187"/>
                </a:lnTo>
                <a:lnTo>
                  <a:pt x="1437492" y="23380"/>
                </a:lnTo>
                <a:lnTo>
                  <a:pt x="1437159" y="22579"/>
                </a:lnTo>
                <a:lnTo>
                  <a:pt x="1436810" y="21787"/>
                </a:lnTo>
                <a:lnTo>
                  <a:pt x="1436444" y="21001"/>
                </a:lnTo>
                <a:lnTo>
                  <a:pt x="1436063" y="20223"/>
                </a:lnTo>
                <a:lnTo>
                  <a:pt x="1435664" y="19456"/>
                </a:lnTo>
                <a:lnTo>
                  <a:pt x="1435248" y="18702"/>
                </a:lnTo>
                <a:lnTo>
                  <a:pt x="1434815" y="17961"/>
                </a:lnTo>
                <a:lnTo>
                  <a:pt x="1434363" y="17234"/>
                </a:lnTo>
                <a:lnTo>
                  <a:pt x="1433895" y="16520"/>
                </a:lnTo>
                <a:lnTo>
                  <a:pt x="1433408" y="15819"/>
                </a:lnTo>
                <a:lnTo>
                  <a:pt x="1432905" y="15132"/>
                </a:lnTo>
                <a:lnTo>
                  <a:pt x="1432383" y="14458"/>
                </a:lnTo>
                <a:lnTo>
                  <a:pt x="1431844" y="13798"/>
                </a:lnTo>
                <a:lnTo>
                  <a:pt x="1431288" y="13151"/>
                </a:lnTo>
                <a:lnTo>
                  <a:pt x="1430714" y="12517"/>
                </a:lnTo>
                <a:lnTo>
                  <a:pt x="1430122" y="11897"/>
                </a:lnTo>
                <a:lnTo>
                  <a:pt x="1429513" y="11290"/>
                </a:lnTo>
                <a:lnTo>
                  <a:pt x="1428886" y="10697"/>
                </a:lnTo>
                <a:lnTo>
                  <a:pt x="1428242" y="10117"/>
                </a:lnTo>
                <a:lnTo>
                  <a:pt x="1427580" y="9550"/>
                </a:lnTo>
                <a:lnTo>
                  <a:pt x="1426901" y="8997"/>
                </a:lnTo>
                <a:lnTo>
                  <a:pt x="1426204" y="8457"/>
                </a:lnTo>
                <a:lnTo>
                  <a:pt x="1425489" y="7930"/>
                </a:lnTo>
                <a:lnTo>
                  <a:pt x="1424757" y="7417"/>
                </a:lnTo>
                <a:lnTo>
                  <a:pt x="1424008" y="6917"/>
                </a:lnTo>
                <a:lnTo>
                  <a:pt x="1423241" y="6431"/>
                </a:lnTo>
                <a:lnTo>
                  <a:pt x="1422456" y="5958"/>
                </a:lnTo>
                <a:lnTo>
                  <a:pt x="1421654" y="5498"/>
                </a:lnTo>
                <a:lnTo>
                  <a:pt x="1420838" y="5050"/>
                </a:lnTo>
                <a:lnTo>
                  <a:pt x="1420003" y="4620"/>
                </a:lnTo>
                <a:lnTo>
                  <a:pt x="1419149" y="4210"/>
                </a:lnTo>
                <a:lnTo>
                  <a:pt x="1418276" y="3818"/>
                </a:lnTo>
                <a:lnTo>
                  <a:pt x="1417383" y="3446"/>
                </a:lnTo>
                <a:lnTo>
                  <a:pt x="1416471" y="3093"/>
                </a:lnTo>
                <a:lnTo>
                  <a:pt x="1415540" y="2759"/>
                </a:lnTo>
                <a:lnTo>
                  <a:pt x="1414589" y="2444"/>
                </a:lnTo>
                <a:lnTo>
                  <a:pt x="1413620" y="2148"/>
                </a:lnTo>
                <a:lnTo>
                  <a:pt x="1412630" y="1871"/>
                </a:lnTo>
                <a:lnTo>
                  <a:pt x="1411622" y="1613"/>
                </a:lnTo>
                <a:lnTo>
                  <a:pt x="1410594" y="1375"/>
                </a:lnTo>
                <a:lnTo>
                  <a:pt x="1409547" y="1155"/>
                </a:lnTo>
                <a:lnTo>
                  <a:pt x="1408480" y="955"/>
                </a:lnTo>
                <a:lnTo>
                  <a:pt x="1407395" y="773"/>
                </a:lnTo>
                <a:lnTo>
                  <a:pt x="1406289" y="611"/>
                </a:lnTo>
                <a:lnTo>
                  <a:pt x="1405165" y="468"/>
                </a:lnTo>
                <a:lnTo>
                  <a:pt x="1404021" y="344"/>
                </a:lnTo>
                <a:lnTo>
                  <a:pt x="1402858" y="239"/>
                </a:lnTo>
                <a:lnTo>
                  <a:pt x="1401676" y="153"/>
                </a:lnTo>
                <a:lnTo>
                  <a:pt x="1400474" y="86"/>
                </a:lnTo>
                <a:lnTo>
                  <a:pt x="1399253" y="38"/>
                </a:lnTo>
                <a:lnTo>
                  <a:pt x="1398013" y="10"/>
                </a:lnTo>
                <a:lnTo>
                  <a:pt x="1396754" y="0"/>
                </a:lnTo>
                <a:lnTo>
                  <a:pt x="1353021" y="0"/>
                </a:lnTo>
                <a:lnTo>
                  <a:pt x="1353021" y="129429"/>
                </a:lnTo>
                <a:lnTo>
                  <a:pt x="1368694" y="129429"/>
                </a:lnTo>
                <a:lnTo>
                  <a:pt x="1368694" y="82157"/>
                </a:lnTo>
                <a:lnTo>
                  <a:pt x="1397006" y="82157"/>
                </a:lnTo>
                <a:lnTo>
                  <a:pt x="1398256" y="82148"/>
                </a:lnTo>
                <a:lnTo>
                  <a:pt x="1399486" y="82119"/>
                </a:lnTo>
                <a:lnTo>
                  <a:pt x="1400698" y="82071"/>
                </a:lnTo>
                <a:lnTo>
                  <a:pt x="1401890" y="82005"/>
                </a:lnTo>
                <a:close/>
                <a:moveTo>
                  <a:pt x="1398821" y="13959"/>
                </a:moveTo>
                <a:lnTo>
                  <a:pt x="1399650" y="14002"/>
                </a:lnTo>
                <a:lnTo>
                  <a:pt x="1400465" y="14057"/>
                </a:lnTo>
                <a:lnTo>
                  <a:pt x="1401264" y="14125"/>
                </a:lnTo>
                <a:lnTo>
                  <a:pt x="1402050" y="14205"/>
                </a:lnTo>
                <a:lnTo>
                  <a:pt x="1402821" y="14297"/>
                </a:lnTo>
                <a:lnTo>
                  <a:pt x="1403577" y="14401"/>
                </a:lnTo>
                <a:lnTo>
                  <a:pt x="1404319" y="14518"/>
                </a:lnTo>
                <a:lnTo>
                  <a:pt x="1405046" y="14647"/>
                </a:lnTo>
                <a:lnTo>
                  <a:pt x="1405759" y="14788"/>
                </a:lnTo>
                <a:lnTo>
                  <a:pt x="1406458" y="14942"/>
                </a:lnTo>
                <a:lnTo>
                  <a:pt x="1407142" y="15108"/>
                </a:lnTo>
                <a:lnTo>
                  <a:pt x="1407811" y="15286"/>
                </a:lnTo>
                <a:lnTo>
                  <a:pt x="1408466" y="15476"/>
                </a:lnTo>
                <a:lnTo>
                  <a:pt x="1409107" y="15679"/>
                </a:lnTo>
                <a:lnTo>
                  <a:pt x="1409733" y="15894"/>
                </a:lnTo>
                <a:lnTo>
                  <a:pt x="1410344" y="16122"/>
                </a:lnTo>
                <a:lnTo>
                  <a:pt x="1410942" y="16361"/>
                </a:lnTo>
                <a:lnTo>
                  <a:pt x="1411524" y="16613"/>
                </a:lnTo>
                <a:lnTo>
                  <a:pt x="1412092" y="16877"/>
                </a:lnTo>
                <a:lnTo>
                  <a:pt x="1412646" y="17154"/>
                </a:lnTo>
                <a:lnTo>
                  <a:pt x="1413185" y="17443"/>
                </a:lnTo>
                <a:lnTo>
                  <a:pt x="1413711" y="17737"/>
                </a:lnTo>
                <a:lnTo>
                  <a:pt x="1414224" y="18040"/>
                </a:lnTo>
                <a:lnTo>
                  <a:pt x="1414726" y="18353"/>
                </a:lnTo>
                <a:lnTo>
                  <a:pt x="1415214" y="18675"/>
                </a:lnTo>
                <a:lnTo>
                  <a:pt x="1415691" y="19006"/>
                </a:lnTo>
                <a:lnTo>
                  <a:pt x="1416155" y="19346"/>
                </a:lnTo>
                <a:lnTo>
                  <a:pt x="1416607" y="19696"/>
                </a:lnTo>
                <a:lnTo>
                  <a:pt x="1417047" y="20055"/>
                </a:lnTo>
                <a:lnTo>
                  <a:pt x="1417475" y="20423"/>
                </a:lnTo>
                <a:lnTo>
                  <a:pt x="1417890" y="20800"/>
                </a:lnTo>
                <a:lnTo>
                  <a:pt x="1418293" y="21186"/>
                </a:lnTo>
                <a:lnTo>
                  <a:pt x="1418683" y="21582"/>
                </a:lnTo>
                <a:lnTo>
                  <a:pt x="1419062" y="21987"/>
                </a:lnTo>
                <a:lnTo>
                  <a:pt x="1419428" y="22401"/>
                </a:lnTo>
                <a:lnTo>
                  <a:pt x="1419781" y="22824"/>
                </a:lnTo>
                <a:lnTo>
                  <a:pt x="1420123" y="23257"/>
                </a:lnTo>
                <a:lnTo>
                  <a:pt x="1420452" y="23699"/>
                </a:lnTo>
                <a:lnTo>
                  <a:pt x="1420769" y="24150"/>
                </a:lnTo>
                <a:lnTo>
                  <a:pt x="1421073" y="24610"/>
                </a:lnTo>
                <a:lnTo>
                  <a:pt x="1421366" y="25079"/>
                </a:lnTo>
                <a:lnTo>
                  <a:pt x="1421646" y="25558"/>
                </a:lnTo>
                <a:lnTo>
                  <a:pt x="1421913" y="26045"/>
                </a:lnTo>
                <a:lnTo>
                  <a:pt x="1422169" y="26542"/>
                </a:lnTo>
                <a:lnTo>
                  <a:pt x="1422412" y="27049"/>
                </a:lnTo>
                <a:lnTo>
                  <a:pt x="1422649" y="27562"/>
                </a:lnTo>
                <a:lnTo>
                  <a:pt x="1422876" y="28082"/>
                </a:lnTo>
                <a:lnTo>
                  <a:pt x="1423093" y="28607"/>
                </a:lnTo>
                <a:lnTo>
                  <a:pt x="1423300" y="29138"/>
                </a:lnTo>
                <a:lnTo>
                  <a:pt x="1423497" y="29674"/>
                </a:lnTo>
                <a:lnTo>
                  <a:pt x="1423684" y="30217"/>
                </a:lnTo>
                <a:lnTo>
                  <a:pt x="1423861" y="30764"/>
                </a:lnTo>
                <a:lnTo>
                  <a:pt x="1424027" y="31318"/>
                </a:lnTo>
                <a:lnTo>
                  <a:pt x="1424184" y="31877"/>
                </a:lnTo>
                <a:lnTo>
                  <a:pt x="1424330" y="32442"/>
                </a:lnTo>
                <a:lnTo>
                  <a:pt x="1424466" y="33013"/>
                </a:lnTo>
                <a:lnTo>
                  <a:pt x="1424592" y="33590"/>
                </a:lnTo>
                <a:lnTo>
                  <a:pt x="1424708" y="34172"/>
                </a:lnTo>
                <a:lnTo>
                  <a:pt x="1424814" y="34760"/>
                </a:lnTo>
                <a:lnTo>
                  <a:pt x="1424910" y="35353"/>
                </a:lnTo>
                <a:lnTo>
                  <a:pt x="1424996" y="35953"/>
                </a:lnTo>
                <a:lnTo>
                  <a:pt x="1425072" y="36558"/>
                </a:lnTo>
                <a:lnTo>
                  <a:pt x="1425137" y="37168"/>
                </a:lnTo>
                <a:lnTo>
                  <a:pt x="1425193" y="37785"/>
                </a:lnTo>
                <a:lnTo>
                  <a:pt x="1425238" y="38407"/>
                </a:lnTo>
                <a:lnTo>
                  <a:pt x="1425274" y="39035"/>
                </a:lnTo>
                <a:lnTo>
                  <a:pt x="1425299" y="39668"/>
                </a:lnTo>
                <a:lnTo>
                  <a:pt x="1425314" y="40307"/>
                </a:lnTo>
                <a:lnTo>
                  <a:pt x="1425319" y="40952"/>
                </a:lnTo>
                <a:lnTo>
                  <a:pt x="1425314" y="41597"/>
                </a:lnTo>
                <a:lnTo>
                  <a:pt x="1425299" y="42237"/>
                </a:lnTo>
                <a:lnTo>
                  <a:pt x="1425274" y="42871"/>
                </a:lnTo>
                <a:lnTo>
                  <a:pt x="1425238" y="43499"/>
                </a:lnTo>
                <a:lnTo>
                  <a:pt x="1425193" y="44123"/>
                </a:lnTo>
                <a:lnTo>
                  <a:pt x="1425137" y="44740"/>
                </a:lnTo>
                <a:lnTo>
                  <a:pt x="1425072" y="45352"/>
                </a:lnTo>
                <a:lnTo>
                  <a:pt x="1424996" y="45959"/>
                </a:lnTo>
                <a:lnTo>
                  <a:pt x="1424910" y="46560"/>
                </a:lnTo>
                <a:lnTo>
                  <a:pt x="1424814" y="47156"/>
                </a:lnTo>
                <a:lnTo>
                  <a:pt x="1424708" y="47746"/>
                </a:lnTo>
                <a:lnTo>
                  <a:pt x="1424592" y="48331"/>
                </a:lnTo>
                <a:lnTo>
                  <a:pt x="1424466" y="48910"/>
                </a:lnTo>
                <a:lnTo>
                  <a:pt x="1424330" y="49484"/>
                </a:lnTo>
                <a:lnTo>
                  <a:pt x="1424184" y="50052"/>
                </a:lnTo>
                <a:lnTo>
                  <a:pt x="1424027" y="50615"/>
                </a:lnTo>
                <a:lnTo>
                  <a:pt x="1423861" y="51172"/>
                </a:lnTo>
                <a:lnTo>
                  <a:pt x="1423684" y="51724"/>
                </a:lnTo>
                <a:lnTo>
                  <a:pt x="1423497" y="52270"/>
                </a:lnTo>
                <a:lnTo>
                  <a:pt x="1423300" y="52811"/>
                </a:lnTo>
                <a:lnTo>
                  <a:pt x="1423093" y="53346"/>
                </a:lnTo>
                <a:lnTo>
                  <a:pt x="1422876" y="53876"/>
                </a:lnTo>
                <a:lnTo>
                  <a:pt x="1422649" y="54400"/>
                </a:lnTo>
                <a:lnTo>
                  <a:pt x="1422412" y="54919"/>
                </a:lnTo>
                <a:lnTo>
                  <a:pt x="1422169" y="55425"/>
                </a:lnTo>
                <a:lnTo>
                  <a:pt x="1421914" y="55923"/>
                </a:lnTo>
                <a:lnTo>
                  <a:pt x="1421647" y="56412"/>
                </a:lnTo>
                <a:lnTo>
                  <a:pt x="1421367" y="56892"/>
                </a:lnTo>
                <a:lnTo>
                  <a:pt x="1421076" y="57364"/>
                </a:lnTo>
                <a:lnTo>
                  <a:pt x="1420773" y="57826"/>
                </a:lnTo>
                <a:lnTo>
                  <a:pt x="1420457" y="58280"/>
                </a:lnTo>
                <a:lnTo>
                  <a:pt x="1420130" y="58725"/>
                </a:lnTo>
                <a:lnTo>
                  <a:pt x="1419790" y="59161"/>
                </a:lnTo>
                <a:lnTo>
                  <a:pt x="1419439" y="59589"/>
                </a:lnTo>
                <a:lnTo>
                  <a:pt x="1419075" y="60007"/>
                </a:lnTo>
                <a:lnTo>
                  <a:pt x="1418699" y="60417"/>
                </a:lnTo>
                <a:lnTo>
                  <a:pt x="1418311" y="60818"/>
                </a:lnTo>
                <a:lnTo>
                  <a:pt x="1417911" y="61211"/>
                </a:lnTo>
                <a:lnTo>
                  <a:pt x="1417499" y="61594"/>
                </a:lnTo>
                <a:lnTo>
                  <a:pt x="1417075" y="61969"/>
                </a:lnTo>
                <a:lnTo>
                  <a:pt x="1416639" y="62335"/>
                </a:lnTo>
                <a:lnTo>
                  <a:pt x="1416191" y="62692"/>
                </a:lnTo>
                <a:lnTo>
                  <a:pt x="1415731" y="63041"/>
                </a:lnTo>
                <a:lnTo>
                  <a:pt x="1415258" y="63381"/>
                </a:lnTo>
                <a:lnTo>
                  <a:pt x="1414774" y="63711"/>
                </a:lnTo>
                <a:lnTo>
                  <a:pt x="1414277" y="64034"/>
                </a:lnTo>
                <a:lnTo>
                  <a:pt x="1413769" y="64347"/>
                </a:lnTo>
                <a:lnTo>
                  <a:pt x="1413248" y="64651"/>
                </a:lnTo>
                <a:lnTo>
                  <a:pt x="1412714" y="64945"/>
                </a:lnTo>
                <a:lnTo>
                  <a:pt x="1412166" y="65227"/>
                </a:lnTo>
                <a:lnTo>
                  <a:pt x="1411604" y="65496"/>
                </a:lnTo>
                <a:lnTo>
                  <a:pt x="1411028" y="65752"/>
                </a:lnTo>
                <a:lnTo>
                  <a:pt x="1410437" y="65996"/>
                </a:lnTo>
                <a:lnTo>
                  <a:pt x="1409832" y="66227"/>
                </a:lnTo>
                <a:lnTo>
                  <a:pt x="1409212" y="66446"/>
                </a:lnTo>
                <a:lnTo>
                  <a:pt x="1408579" y="66653"/>
                </a:lnTo>
                <a:lnTo>
                  <a:pt x="1407931" y="66847"/>
                </a:lnTo>
                <a:lnTo>
                  <a:pt x="1407269" y="67028"/>
                </a:lnTo>
                <a:lnTo>
                  <a:pt x="1406592" y="67197"/>
                </a:lnTo>
                <a:lnTo>
                  <a:pt x="1405901" y="67353"/>
                </a:lnTo>
                <a:lnTo>
                  <a:pt x="1405196" y="67497"/>
                </a:lnTo>
                <a:lnTo>
                  <a:pt x="1404477" y="67628"/>
                </a:lnTo>
                <a:lnTo>
                  <a:pt x="1403744" y="67747"/>
                </a:lnTo>
                <a:lnTo>
                  <a:pt x="1402996" y="67854"/>
                </a:lnTo>
                <a:lnTo>
                  <a:pt x="1402234" y="67947"/>
                </a:lnTo>
                <a:lnTo>
                  <a:pt x="1401458" y="68029"/>
                </a:lnTo>
                <a:lnTo>
                  <a:pt x="1400667" y="68097"/>
                </a:lnTo>
                <a:lnTo>
                  <a:pt x="1399863" y="68154"/>
                </a:lnTo>
                <a:lnTo>
                  <a:pt x="1399044" y="68197"/>
                </a:lnTo>
                <a:lnTo>
                  <a:pt x="1398210" y="68229"/>
                </a:lnTo>
                <a:lnTo>
                  <a:pt x="1397363" y="68248"/>
                </a:lnTo>
                <a:lnTo>
                  <a:pt x="1396501" y="68254"/>
                </a:lnTo>
                <a:lnTo>
                  <a:pt x="1368694" y="68254"/>
                </a:lnTo>
                <a:lnTo>
                  <a:pt x="1368694" y="13904"/>
                </a:lnTo>
                <a:lnTo>
                  <a:pt x="1396248" y="13904"/>
                </a:lnTo>
                <a:lnTo>
                  <a:pt x="1397120" y="13910"/>
                </a:lnTo>
                <a:lnTo>
                  <a:pt x="1397978" y="13928"/>
                </a:lnTo>
                <a:lnTo>
                  <a:pt x="1398821" y="13959"/>
                </a:lnTo>
                <a:close/>
                <a:moveTo>
                  <a:pt x="1579208" y="66381"/>
                </a:moveTo>
                <a:lnTo>
                  <a:pt x="1579246" y="65851"/>
                </a:lnTo>
                <a:lnTo>
                  <a:pt x="1579296" y="65325"/>
                </a:lnTo>
                <a:lnTo>
                  <a:pt x="1579356" y="64806"/>
                </a:lnTo>
                <a:lnTo>
                  <a:pt x="1579427" y="64291"/>
                </a:lnTo>
                <a:lnTo>
                  <a:pt x="1579510" y="63781"/>
                </a:lnTo>
                <a:lnTo>
                  <a:pt x="1579603" y="63276"/>
                </a:lnTo>
                <a:lnTo>
                  <a:pt x="1579707" y="62776"/>
                </a:lnTo>
                <a:lnTo>
                  <a:pt x="1579822" y="62281"/>
                </a:lnTo>
                <a:lnTo>
                  <a:pt x="1579949" y="61792"/>
                </a:lnTo>
                <a:lnTo>
                  <a:pt x="1580086" y="61307"/>
                </a:lnTo>
                <a:lnTo>
                  <a:pt x="1580234" y="60828"/>
                </a:lnTo>
                <a:lnTo>
                  <a:pt x="1580393" y="60353"/>
                </a:lnTo>
                <a:lnTo>
                  <a:pt x="1580563" y="59884"/>
                </a:lnTo>
                <a:lnTo>
                  <a:pt x="1580744" y="59419"/>
                </a:lnTo>
                <a:lnTo>
                  <a:pt x="1580936" y="58960"/>
                </a:lnTo>
                <a:lnTo>
                  <a:pt x="1581139" y="58505"/>
                </a:lnTo>
                <a:lnTo>
                  <a:pt x="1581353" y="58056"/>
                </a:lnTo>
                <a:lnTo>
                  <a:pt x="1581578" y="57612"/>
                </a:lnTo>
                <a:lnTo>
                  <a:pt x="1581814" y="57173"/>
                </a:lnTo>
                <a:lnTo>
                  <a:pt x="1582061" y="56738"/>
                </a:lnTo>
                <a:lnTo>
                  <a:pt x="1582319" y="56309"/>
                </a:lnTo>
                <a:lnTo>
                  <a:pt x="1582591" y="55881"/>
                </a:lnTo>
                <a:lnTo>
                  <a:pt x="1582872" y="55461"/>
                </a:lnTo>
                <a:lnTo>
                  <a:pt x="1583160" y="55049"/>
                </a:lnTo>
                <a:lnTo>
                  <a:pt x="1583456" y="54645"/>
                </a:lnTo>
                <a:lnTo>
                  <a:pt x="1583760" y="54249"/>
                </a:lnTo>
                <a:lnTo>
                  <a:pt x="1584072" y="53860"/>
                </a:lnTo>
                <a:lnTo>
                  <a:pt x="1584392" y="53480"/>
                </a:lnTo>
                <a:lnTo>
                  <a:pt x="1584720" y="53107"/>
                </a:lnTo>
                <a:lnTo>
                  <a:pt x="1585056" y="52743"/>
                </a:lnTo>
                <a:lnTo>
                  <a:pt x="1585399" y="52386"/>
                </a:lnTo>
                <a:lnTo>
                  <a:pt x="1585751" y="52037"/>
                </a:lnTo>
                <a:lnTo>
                  <a:pt x="1586110" y="51696"/>
                </a:lnTo>
                <a:lnTo>
                  <a:pt x="1586478" y="51363"/>
                </a:lnTo>
                <a:lnTo>
                  <a:pt x="1586853" y="51038"/>
                </a:lnTo>
                <a:lnTo>
                  <a:pt x="1587236" y="50720"/>
                </a:lnTo>
                <a:lnTo>
                  <a:pt x="1587627" y="50411"/>
                </a:lnTo>
                <a:lnTo>
                  <a:pt x="1588026" y="50109"/>
                </a:lnTo>
                <a:lnTo>
                  <a:pt x="1588433" y="49816"/>
                </a:lnTo>
                <a:lnTo>
                  <a:pt x="1588848" y="49530"/>
                </a:lnTo>
                <a:lnTo>
                  <a:pt x="1589270" y="49252"/>
                </a:lnTo>
                <a:lnTo>
                  <a:pt x="1589701" y="48982"/>
                </a:lnTo>
                <a:lnTo>
                  <a:pt x="1590139" y="48720"/>
                </a:lnTo>
                <a:lnTo>
                  <a:pt x="1590586" y="48466"/>
                </a:lnTo>
                <a:lnTo>
                  <a:pt x="1591040" y="48220"/>
                </a:lnTo>
                <a:lnTo>
                  <a:pt x="1591506" y="47978"/>
                </a:lnTo>
                <a:lnTo>
                  <a:pt x="1591977" y="47746"/>
                </a:lnTo>
                <a:lnTo>
                  <a:pt x="1592454" y="47524"/>
                </a:lnTo>
                <a:lnTo>
                  <a:pt x="1592936" y="47312"/>
                </a:lnTo>
                <a:lnTo>
                  <a:pt x="1593423" y="47111"/>
                </a:lnTo>
                <a:lnTo>
                  <a:pt x="1593915" y="46921"/>
                </a:lnTo>
                <a:lnTo>
                  <a:pt x="1594413" y="46740"/>
                </a:lnTo>
                <a:lnTo>
                  <a:pt x="1594916" y="46570"/>
                </a:lnTo>
                <a:lnTo>
                  <a:pt x="1595424" y="46410"/>
                </a:lnTo>
                <a:lnTo>
                  <a:pt x="1595938" y="46260"/>
                </a:lnTo>
                <a:lnTo>
                  <a:pt x="1596457" y="46121"/>
                </a:lnTo>
                <a:lnTo>
                  <a:pt x="1596981" y="45992"/>
                </a:lnTo>
                <a:lnTo>
                  <a:pt x="1597510" y="45874"/>
                </a:lnTo>
                <a:lnTo>
                  <a:pt x="1598044" y="45765"/>
                </a:lnTo>
                <a:lnTo>
                  <a:pt x="1598584" y="45667"/>
                </a:lnTo>
                <a:lnTo>
                  <a:pt x="1599129" y="45580"/>
                </a:lnTo>
                <a:lnTo>
                  <a:pt x="1599680" y="45502"/>
                </a:lnTo>
                <a:lnTo>
                  <a:pt x="1600235" y="45435"/>
                </a:lnTo>
                <a:lnTo>
                  <a:pt x="1600796" y="45379"/>
                </a:lnTo>
                <a:lnTo>
                  <a:pt x="1601362" y="45332"/>
                </a:lnTo>
                <a:lnTo>
                  <a:pt x="1601934" y="45296"/>
                </a:lnTo>
                <a:lnTo>
                  <a:pt x="1602510" y="45270"/>
                </a:lnTo>
                <a:lnTo>
                  <a:pt x="1603092" y="45255"/>
                </a:lnTo>
                <a:lnTo>
                  <a:pt x="1603679" y="45250"/>
                </a:lnTo>
                <a:lnTo>
                  <a:pt x="1603926" y="45250"/>
                </a:lnTo>
                <a:lnTo>
                  <a:pt x="1604172" y="45253"/>
                </a:lnTo>
                <a:lnTo>
                  <a:pt x="1604417" y="45257"/>
                </a:lnTo>
                <a:lnTo>
                  <a:pt x="1604661" y="45262"/>
                </a:lnTo>
                <a:lnTo>
                  <a:pt x="1604903" y="45269"/>
                </a:lnTo>
                <a:lnTo>
                  <a:pt x="1605145" y="45277"/>
                </a:lnTo>
                <a:lnTo>
                  <a:pt x="1605385" y="45287"/>
                </a:lnTo>
                <a:lnTo>
                  <a:pt x="1605625" y="45299"/>
                </a:lnTo>
                <a:lnTo>
                  <a:pt x="1605863" y="45312"/>
                </a:lnTo>
                <a:lnTo>
                  <a:pt x="1606100" y="45327"/>
                </a:lnTo>
                <a:lnTo>
                  <a:pt x="1606336" y="45343"/>
                </a:lnTo>
                <a:lnTo>
                  <a:pt x="1606571" y="45360"/>
                </a:lnTo>
                <a:lnTo>
                  <a:pt x="1606805" y="45380"/>
                </a:lnTo>
                <a:lnTo>
                  <a:pt x="1607037" y="45400"/>
                </a:lnTo>
                <a:lnTo>
                  <a:pt x="1607269" y="45423"/>
                </a:lnTo>
                <a:lnTo>
                  <a:pt x="1607499" y="45446"/>
                </a:lnTo>
                <a:lnTo>
                  <a:pt x="1607729" y="45472"/>
                </a:lnTo>
                <a:lnTo>
                  <a:pt x="1607957" y="45499"/>
                </a:lnTo>
                <a:lnTo>
                  <a:pt x="1608184" y="45527"/>
                </a:lnTo>
                <a:lnTo>
                  <a:pt x="1608411" y="45557"/>
                </a:lnTo>
                <a:lnTo>
                  <a:pt x="1608636" y="45588"/>
                </a:lnTo>
                <a:lnTo>
                  <a:pt x="1608859" y="45621"/>
                </a:lnTo>
                <a:lnTo>
                  <a:pt x="1609082" y="45656"/>
                </a:lnTo>
                <a:lnTo>
                  <a:pt x="1609304" y="45692"/>
                </a:lnTo>
                <a:lnTo>
                  <a:pt x="1609527" y="45723"/>
                </a:lnTo>
                <a:lnTo>
                  <a:pt x="1609743" y="45754"/>
                </a:lnTo>
                <a:lnTo>
                  <a:pt x="1609953" y="45784"/>
                </a:lnTo>
                <a:lnTo>
                  <a:pt x="1610155" y="45813"/>
                </a:lnTo>
                <a:lnTo>
                  <a:pt x="1610351" y="45842"/>
                </a:lnTo>
                <a:lnTo>
                  <a:pt x="1610540" y="45870"/>
                </a:lnTo>
                <a:lnTo>
                  <a:pt x="1610723" y="45897"/>
                </a:lnTo>
                <a:lnTo>
                  <a:pt x="1610898" y="45924"/>
                </a:lnTo>
                <a:lnTo>
                  <a:pt x="1611067" y="45950"/>
                </a:lnTo>
                <a:lnTo>
                  <a:pt x="1611229" y="45975"/>
                </a:lnTo>
                <a:lnTo>
                  <a:pt x="1611384" y="46000"/>
                </a:lnTo>
                <a:lnTo>
                  <a:pt x="1611532" y="46024"/>
                </a:lnTo>
                <a:lnTo>
                  <a:pt x="1611673" y="46047"/>
                </a:lnTo>
                <a:lnTo>
                  <a:pt x="1611808" y="46070"/>
                </a:lnTo>
                <a:lnTo>
                  <a:pt x="1611936" y="46092"/>
                </a:lnTo>
                <a:lnTo>
                  <a:pt x="1612057" y="46113"/>
                </a:lnTo>
                <a:lnTo>
                  <a:pt x="1612171" y="46134"/>
                </a:lnTo>
                <a:lnTo>
                  <a:pt x="1612278" y="46154"/>
                </a:lnTo>
                <a:lnTo>
                  <a:pt x="1612379" y="46174"/>
                </a:lnTo>
                <a:lnTo>
                  <a:pt x="1612473" y="46192"/>
                </a:lnTo>
                <a:lnTo>
                  <a:pt x="1612560" y="46211"/>
                </a:lnTo>
                <a:lnTo>
                  <a:pt x="1612640" y="46228"/>
                </a:lnTo>
                <a:lnTo>
                  <a:pt x="1612713" y="46245"/>
                </a:lnTo>
                <a:lnTo>
                  <a:pt x="1612780" y="46261"/>
                </a:lnTo>
                <a:lnTo>
                  <a:pt x="1612780" y="31093"/>
                </a:lnTo>
                <a:lnTo>
                  <a:pt x="1612672" y="31083"/>
                </a:lnTo>
                <a:lnTo>
                  <a:pt x="1612561" y="31073"/>
                </a:lnTo>
                <a:lnTo>
                  <a:pt x="1612445" y="31063"/>
                </a:lnTo>
                <a:lnTo>
                  <a:pt x="1612325" y="31053"/>
                </a:lnTo>
                <a:lnTo>
                  <a:pt x="1612201" y="31043"/>
                </a:lnTo>
                <a:lnTo>
                  <a:pt x="1612073" y="31034"/>
                </a:lnTo>
                <a:lnTo>
                  <a:pt x="1611941" y="31025"/>
                </a:lnTo>
                <a:lnTo>
                  <a:pt x="1611804" y="31016"/>
                </a:lnTo>
                <a:lnTo>
                  <a:pt x="1611663" y="31007"/>
                </a:lnTo>
                <a:lnTo>
                  <a:pt x="1611518" y="30999"/>
                </a:lnTo>
                <a:lnTo>
                  <a:pt x="1611369" y="30991"/>
                </a:lnTo>
                <a:lnTo>
                  <a:pt x="1611216" y="30983"/>
                </a:lnTo>
                <a:lnTo>
                  <a:pt x="1611058" y="30975"/>
                </a:lnTo>
                <a:lnTo>
                  <a:pt x="1610897" y="30967"/>
                </a:lnTo>
                <a:lnTo>
                  <a:pt x="1610731" y="30960"/>
                </a:lnTo>
                <a:lnTo>
                  <a:pt x="1610561" y="30953"/>
                </a:lnTo>
                <a:lnTo>
                  <a:pt x="1610387" y="30946"/>
                </a:lnTo>
                <a:lnTo>
                  <a:pt x="1610209" y="30939"/>
                </a:lnTo>
                <a:lnTo>
                  <a:pt x="1610026" y="30933"/>
                </a:lnTo>
                <a:lnTo>
                  <a:pt x="1609840" y="30927"/>
                </a:lnTo>
                <a:lnTo>
                  <a:pt x="1609649" y="30921"/>
                </a:lnTo>
                <a:lnTo>
                  <a:pt x="1609454" y="30915"/>
                </a:lnTo>
                <a:lnTo>
                  <a:pt x="1609255" y="30909"/>
                </a:lnTo>
                <a:lnTo>
                  <a:pt x="1609051" y="30904"/>
                </a:lnTo>
                <a:lnTo>
                  <a:pt x="1608847" y="30899"/>
                </a:lnTo>
                <a:lnTo>
                  <a:pt x="1608646" y="30894"/>
                </a:lnTo>
                <a:lnTo>
                  <a:pt x="1608448" y="30889"/>
                </a:lnTo>
                <a:lnTo>
                  <a:pt x="1608253" y="30884"/>
                </a:lnTo>
                <a:lnTo>
                  <a:pt x="1608060" y="30880"/>
                </a:lnTo>
                <a:lnTo>
                  <a:pt x="1607870" y="30876"/>
                </a:lnTo>
                <a:lnTo>
                  <a:pt x="1607683" y="30872"/>
                </a:lnTo>
                <a:lnTo>
                  <a:pt x="1607499" y="30869"/>
                </a:lnTo>
                <a:lnTo>
                  <a:pt x="1607318" y="30865"/>
                </a:lnTo>
                <a:lnTo>
                  <a:pt x="1607140" y="30862"/>
                </a:lnTo>
                <a:lnTo>
                  <a:pt x="1606965" y="30859"/>
                </a:lnTo>
                <a:lnTo>
                  <a:pt x="1606792" y="30856"/>
                </a:lnTo>
                <a:lnTo>
                  <a:pt x="1606622" y="30854"/>
                </a:lnTo>
                <a:lnTo>
                  <a:pt x="1606455" y="30852"/>
                </a:lnTo>
                <a:lnTo>
                  <a:pt x="1606291" y="30849"/>
                </a:lnTo>
                <a:lnTo>
                  <a:pt x="1606130" y="30848"/>
                </a:lnTo>
                <a:lnTo>
                  <a:pt x="1605972" y="30846"/>
                </a:lnTo>
                <a:lnTo>
                  <a:pt x="1605816" y="30845"/>
                </a:lnTo>
                <a:lnTo>
                  <a:pt x="1605664" y="30843"/>
                </a:lnTo>
                <a:lnTo>
                  <a:pt x="1605514" y="30842"/>
                </a:lnTo>
                <a:lnTo>
                  <a:pt x="1605367" y="30842"/>
                </a:lnTo>
                <a:lnTo>
                  <a:pt x="1605223" y="30841"/>
                </a:lnTo>
                <a:lnTo>
                  <a:pt x="1605082" y="30841"/>
                </a:lnTo>
                <a:lnTo>
                  <a:pt x="1604944" y="30841"/>
                </a:lnTo>
                <a:lnTo>
                  <a:pt x="1604220" y="30848"/>
                </a:lnTo>
                <a:lnTo>
                  <a:pt x="1603502" y="30872"/>
                </a:lnTo>
                <a:lnTo>
                  <a:pt x="1602791" y="30911"/>
                </a:lnTo>
                <a:lnTo>
                  <a:pt x="1602086" y="30965"/>
                </a:lnTo>
                <a:lnTo>
                  <a:pt x="1601386" y="31035"/>
                </a:lnTo>
                <a:lnTo>
                  <a:pt x="1600693" y="31121"/>
                </a:lnTo>
                <a:lnTo>
                  <a:pt x="1600007" y="31222"/>
                </a:lnTo>
                <a:lnTo>
                  <a:pt x="1599326" y="31339"/>
                </a:lnTo>
                <a:lnTo>
                  <a:pt x="1598651" y="31472"/>
                </a:lnTo>
                <a:lnTo>
                  <a:pt x="1597983" y="31620"/>
                </a:lnTo>
                <a:lnTo>
                  <a:pt x="1597321" y="31783"/>
                </a:lnTo>
                <a:lnTo>
                  <a:pt x="1596665" y="31962"/>
                </a:lnTo>
                <a:lnTo>
                  <a:pt x="1596015" y="32157"/>
                </a:lnTo>
                <a:lnTo>
                  <a:pt x="1595371" y="32367"/>
                </a:lnTo>
                <a:lnTo>
                  <a:pt x="1594733" y="32593"/>
                </a:lnTo>
                <a:lnTo>
                  <a:pt x="1594101" y="32835"/>
                </a:lnTo>
                <a:lnTo>
                  <a:pt x="1593476" y="33092"/>
                </a:lnTo>
                <a:lnTo>
                  <a:pt x="1592857" y="33365"/>
                </a:lnTo>
                <a:lnTo>
                  <a:pt x="1592244" y="33653"/>
                </a:lnTo>
                <a:lnTo>
                  <a:pt x="1591637" y="33957"/>
                </a:lnTo>
                <a:lnTo>
                  <a:pt x="1591036" y="34276"/>
                </a:lnTo>
                <a:lnTo>
                  <a:pt x="1590441" y="34611"/>
                </a:lnTo>
                <a:lnTo>
                  <a:pt x="1589853" y="34962"/>
                </a:lnTo>
                <a:lnTo>
                  <a:pt x="1589270" y="35328"/>
                </a:lnTo>
                <a:lnTo>
                  <a:pt x="1588698" y="35706"/>
                </a:lnTo>
                <a:lnTo>
                  <a:pt x="1588142" y="36094"/>
                </a:lnTo>
                <a:lnTo>
                  <a:pt x="1587600" y="36492"/>
                </a:lnTo>
                <a:lnTo>
                  <a:pt x="1587072" y="36899"/>
                </a:lnTo>
                <a:lnTo>
                  <a:pt x="1586560" y="37315"/>
                </a:lnTo>
                <a:lnTo>
                  <a:pt x="1586063" y="37741"/>
                </a:lnTo>
                <a:lnTo>
                  <a:pt x="1585581" y="38176"/>
                </a:lnTo>
                <a:lnTo>
                  <a:pt x="1585113" y="38621"/>
                </a:lnTo>
                <a:lnTo>
                  <a:pt x="1584661" y="39075"/>
                </a:lnTo>
                <a:lnTo>
                  <a:pt x="1584223" y="39539"/>
                </a:lnTo>
                <a:lnTo>
                  <a:pt x="1583801" y="40012"/>
                </a:lnTo>
                <a:lnTo>
                  <a:pt x="1583393" y="40494"/>
                </a:lnTo>
                <a:lnTo>
                  <a:pt x="1583000" y="40986"/>
                </a:lnTo>
                <a:lnTo>
                  <a:pt x="1582622" y="41487"/>
                </a:lnTo>
                <a:lnTo>
                  <a:pt x="1582259" y="41998"/>
                </a:lnTo>
                <a:lnTo>
                  <a:pt x="1581911" y="42518"/>
                </a:lnTo>
                <a:lnTo>
                  <a:pt x="1581578" y="43048"/>
                </a:lnTo>
                <a:lnTo>
                  <a:pt x="1581260" y="43587"/>
                </a:lnTo>
                <a:lnTo>
                  <a:pt x="1580957" y="44135"/>
                </a:lnTo>
                <a:lnTo>
                  <a:pt x="1580668" y="44693"/>
                </a:lnTo>
                <a:lnTo>
                  <a:pt x="1580395" y="45261"/>
                </a:lnTo>
                <a:lnTo>
                  <a:pt x="1580136" y="45837"/>
                </a:lnTo>
                <a:lnTo>
                  <a:pt x="1579893" y="46424"/>
                </a:lnTo>
                <a:lnTo>
                  <a:pt x="1579664" y="47019"/>
                </a:lnTo>
                <a:lnTo>
                  <a:pt x="1578653" y="47019"/>
                </a:lnTo>
                <a:lnTo>
                  <a:pt x="1578653" y="32357"/>
                </a:lnTo>
                <a:lnTo>
                  <a:pt x="1564244" y="32357"/>
                </a:lnTo>
                <a:lnTo>
                  <a:pt x="1564244" y="129429"/>
                </a:lnTo>
                <a:lnTo>
                  <a:pt x="1579159" y="129429"/>
                </a:lnTo>
                <a:lnTo>
                  <a:pt x="1579159" y="68001"/>
                </a:lnTo>
                <a:lnTo>
                  <a:pt x="1579164" y="67456"/>
                </a:lnTo>
                <a:lnTo>
                  <a:pt x="1579181" y="66916"/>
                </a:lnTo>
                <a:lnTo>
                  <a:pt x="1579208" y="66381"/>
                </a:lnTo>
                <a:close/>
                <a:moveTo>
                  <a:pt x="2171152" y="66381"/>
                </a:moveTo>
                <a:lnTo>
                  <a:pt x="2171190" y="65851"/>
                </a:lnTo>
                <a:lnTo>
                  <a:pt x="2171239" y="65325"/>
                </a:lnTo>
                <a:lnTo>
                  <a:pt x="2171300" y="64806"/>
                </a:lnTo>
                <a:lnTo>
                  <a:pt x="2171371" y="64291"/>
                </a:lnTo>
                <a:lnTo>
                  <a:pt x="2171453" y="63781"/>
                </a:lnTo>
                <a:lnTo>
                  <a:pt x="2171547" y="63276"/>
                </a:lnTo>
                <a:lnTo>
                  <a:pt x="2171651" y="62776"/>
                </a:lnTo>
                <a:lnTo>
                  <a:pt x="2171766" y="62281"/>
                </a:lnTo>
                <a:lnTo>
                  <a:pt x="2171892" y="61792"/>
                </a:lnTo>
                <a:lnTo>
                  <a:pt x="2172029" y="61307"/>
                </a:lnTo>
                <a:lnTo>
                  <a:pt x="2172177" y="60828"/>
                </a:lnTo>
                <a:lnTo>
                  <a:pt x="2172337" y="60353"/>
                </a:lnTo>
                <a:lnTo>
                  <a:pt x="2172507" y="59884"/>
                </a:lnTo>
                <a:lnTo>
                  <a:pt x="2172688" y="59419"/>
                </a:lnTo>
                <a:lnTo>
                  <a:pt x="2172880" y="58960"/>
                </a:lnTo>
                <a:lnTo>
                  <a:pt x="2173083" y="58505"/>
                </a:lnTo>
                <a:lnTo>
                  <a:pt x="2173297" y="58056"/>
                </a:lnTo>
                <a:lnTo>
                  <a:pt x="2173522" y="57612"/>
                </a:lnTo>
                <a:lnTo>
                  <a:pt x="2173757" y="57173"/>
                </a:lnTo>
                <a:lnTo>
                  <a:pt x="2174004" y="56738"/>
                </a:lnTo>
                <a:lnTo>
                  <a:pt x="2174262" y="56309"/>
                </a:lnTo>
                <a:lnTo>
                  <a:pt x="2174535" y="55881"/>
                </a:lnTo>
                <a:lnTo>
                  <a:pt x="2174815" y="55461"/>
                </a:lnTo>
                <a:lnTo>
                  <a:pt x="2175103" y="55049"/>
                </a:lnTo>
                <a:lnTo>
                  <a:pt x="2175400" y="54645"/>
                </a:lnTo>
                <a:lnTo>
                  <a:pt x="2175704" y="54249"/>
                </a:lnTo>
                <a:lnTo>
                  <a:pt x="2176016" y="53860"/>
                </a:lnTo>
                <a:lnTo>
                  <a:pt x="2176336" y="53480"/>
                </a:lnTo>
                <a:lnTo>
                  <a:pt x="2176664" y="53107"/>
                </a:lnTo>
                <a:lnTo>
                  <a:pt x="2176999" y="52743"/>
                </a:lnTo>
                <a:lnTo>
                  <a:pt x="2177343" y="52386"/>
                </a:lnTo>
                <a:lnTo>
                  <a:pt x="2177694" y="52037"/>
                </a:lnTo>
                <a:lnTo>
                  <a:pt x="2178054" y="51696"/>
                </a:lnTo>
                <a:lnTo>
                  <a:pt x="2178421" y="51363"/>
                </a:lnTo>
                <a:lnTo>
                  <a:pt x="2178796" y="51038"/>
                </a:lnTo>
                <a:lnTo>
                  <a:pt x="2179180" y="50720"/>
                </a:lnTo>
                <a:lnTo>
                  <a:pt x="2179571" y="50411"/>
                </a:lnTo>
                <a:lnTo>
                  <a:pt x="2179970" y="50109"/>
                </a:lnTo>
                <a:lnTo>
                  <a:pt x="2180376" y="49816"/>
                </a:lnTo>
                <a:lnTo>
                  <a:pt x="2180791" y="49530"/>
                </a:lnTo>
                <a:lnTo>
                  <a:pt x="2181214" y="49252"/>
                </a:lnTo>
                <a:lnTo>
                  <a:pt x="2181644" y="48982"/>
                </a:lnTo>
                <a:lnTo>
                  <a:pt x="2182083" y="48720"/>
                </a:lnTo>
                <a:lnTo>
                  <a:pt x="2182529" y="48466"/>
                </a:lnTo>
                <a:lnTo>
                  <a:pt x="2182983" y="48220"/>
                </a:lnTo>
                <a:lnTo>
                  <a:pt x="2183449" y="47978"/>
                </a:lnTo>
                <a:lnTo>
                  <a:pt x="2183921" y="47746"/>
                </a:lnTo>
                <a:lnTo>
                  <a:pt x="2184397" y="47524"/>
                </a:lnTo>
                <a:lnTo>
                  <a:pt x="2184879" y="47312"/>
                </a:lnTo>
                <a:lnTo>
                  <a:pt x="2185367" y="47111"/>
                </a:lnTo>
                <a:lnTo>
                  <a:pt x="2185859" y="46921"/>
                </a:lnTo>
                <a:lnTo>
                  <a:pt x="2186357" y="46740"/>
                </a:lnTo>
                <a:lnTo>
                  <a:pt x="2186860" y="46570"/>
                </a:lnTo>
                <a:lnTo>
                  <a:pt x="2187368" y="46410"/>
                </a:lnTo>
                <a:lnTo>
                  <a:pt x="2187881" y="46260"/>
                </a:lnTo>
                <a:lnTo>
                  <a:pt x="2188400" y="46121"/>
                </a:lnTo>
                <a:lnTo>
                  <a:pt x="2188924" y="45992"/>
                </a:lnTo>
                <a:lnTo>
                  <a:pt x="2189453" y="45874"/>
                </a:lnTo>
                <a:lnTo>
                  <a:pt x="2189988" y="45765"/>
                </a:lnTo>
                <a:lnTo>
                  <a:pt x="2190528" y="45667"/>
                </a:lnTo>
                <a:lnTo>
                  <a:pt x="2191073" y="45580"/>
                </a:lnTo>
                <a:lnTo>
                  <a:pt x="2191623" y="45502"/>
                </a:lnTo>
                <a:lnTo>
                  <a:pt x="2192179" y="45435"/>
                </a:lnTo>
                <a:lnTo>
                  <a:pt x="2192740" y="45379"/>
                </a:lnTo>
                <a:lnTo>
                  <a:pt x="2193306" y="45332"/>
                </a:lnTo>
                <a:lnTo>
                  <a:pt x="2193877" y="45296"/>
                </a:lnTo>
                <a:lnTo>
                  <a:pt x="2194454" y="45270"/>
                </a:lnTo>
                <a:lnTo>
                  <a:pt x="2195036" y="45255"/>
                </a:lnTo>
                <a:lnTo>
                  <a:pt x="2195623" y="45250"/>
                </a:lnTo>
                <a:lnTo>
                  <a:pt x="2195870" y="45250"/>
                </a:lnTo>
                <a:lnTo>
                  <a:pt x="2196116" y="45253"/>
                </a:lnTo>
                <a:lnTo>
                  <a:pt x="2196361" y="45257"/>
                </a:lnTo>
                <a:lnTo>
                  <a:pt x="2196604" y="45262"/>
                </a:lnTo>
                <a:lnTo>
                  <a:pt x="2196847" y="45269"/>
                </a:lnTo>
                <a:lnTo>
                  <a:pt x="2197088" y="45277"/>
                </a:lnTo>
                <a:lnTo>
                  <a:pt x="2197329" y="45287"/>
                </a:lnTo>
                <a:lnTo>
                  <a:pt x="2197568" y="45299"/>
                </a:lnTo>
                <a:lnTo>
                  <a:pt x="2197806" y="45312"/>
                </a:lnTo>
                <a:lnTo>
                  <a:pt x="2198043" y="45327"/>
                </a:lnTo>
                <a:lnTo>
                  <a:pt x="2198279" y="45343"/>
                </a:lnTo>
                <a:lnTo>
                  <a:pt x="2198514" y="45360"/>
                </a:lnTo>
                <a:lnTo>
                  <a:pt x="2198748" y="45380"/>
                </a:lnTo>
                <a:lnTo>
                  <a:pt x="2198981" y="45400"/>
                </a:lnTo>
                <a:lnTo>
                  <a:pt x="2199212" y="45423"/>
                </a:lnTo>
                <a:lnTo>
                  <a:pt x="2199443" y="45446"/>
                </a:lnTo>
                <a:lnTo>
                  <a:pt x="2199672" y="45472"/>
                </a:lnTo>
                <a:lnTo>
                  <a:pt x="2199901" y="45499"/>
                </a:lnTo>
                <a:lnTo>
                  <a:pt x="2200128" y="45527"/>
                </a:lnTo>
                <a:lnTo>
                  <a:pt x="2200354" y="45557"/>
                </a:lnTo>
                <a:lnTo>
                  <a:pt x="2200579" y="45588"/>
                </a:lnTo>
                <a:lnTo>
                  <a:pt x="2200803" y="45621"/>
                </a:lnTo>
                <a:lnTo>
                  <a:pt x="2201026" y="45656"/>
                </a:lnTo>
                <a:lnTo>
                  <a:pt x="2201248" y="45692"/>
                </a:lnTo>
                <a:lnTo>
                  <a:pt x="2201471" y="45723"/>
                </a:lnTo>
                <a:lnTo>
                  <a:pt x="2201687" y="45754"/>
                </a:lnTo>
                <a:lnTo>
                  <a:pt x="2201896" y="45784"/>
                </a:lnTo>
                <a:lnTo>
                  <a:pt x="2202099" y="45813"/>
                </a:lnTo>
                <a:lnTo>
                  <a:pt x="2202295" y="45842"/>
                </a:lnTo>
                <a:lnTo>
                  <a:pt x="2202484" y="45870"/>
                </a:lnTo>
                <a:lnTo>
                  <a:pt x="2202666" y="45897"/>
                </a:lnTo>
                <a:lnTo>
                  <a:pt x="2202842" y="45924"/>
                </a:lnTo>
                <a:lnTo>
                  <a:pt x="2203010" y="45950"/>
                </a:lnTo>
                <a:lnTo>
                  <a:pt x="2203172" y="45975"/>
                </a:lnTo>
                <a:lnTo>
                  <a:pt x="2203327" y="46000"/>
                </a:lnTo>
                <a:lnTo>
                  <a:pt x="2203475" y="46024"/>
                </a:lnTo>
                <a:lnTo>
                  <a:pt x="2203617" y="46047"/>
                </a:lnTo>
                <a:lnTo>
                  <a:pt x="2203751" y="46070"/>
                </a:lnTo>
                <a:lnTo>
                  <a:pt x="2203879" y="46092"/>
                </a:lnTo>
                <a:lnTo>
                  <a:pt x="2204000" y="46113"/>
                </a:lnTo>
                <a:lnTo>
                  <a:pt x="2204115" y="46134"/>
                </a:lnTo>
                <a:lnTo>
                  <a:pt x="2204222" y="46154"/>
                </a:lnTo>
                <a:lnTo>
                  <a:pt x="2204323" y="46174"/>
                </a:lnTo>
                <a:lnTo>
                  <a:pt x="2204416" y="46192"/>
                </a:lnTo>
                <a:lnTo>
                  <a:pt x="2204503" y="46211"/>
                </a:lnTo>
                <a:lnTo>
                  <a:pt x="2204584" y="46228"/>
                </a:lnTo>
                <a:lnTo>
                  <a:pt x="2204657" y="46245"/>
                </a:lnTo>
                <a:lnTo>
                  <a:pt x="2204723" y="46261"/>
                </a:lnTo>
                <a:lnTo>
                  <a:pt x="2204723" y="31093"/>
                </a:lnTo>
                <a:lnTo>
                  <a:pt x="2204616" y="31083"/>
                </a:lnTo>
                <a:lnTo>
                  <a:pt x="2204504" y="31073"/>
                </a:lnTo>
                <a:lnTo>
                  <a:pt x="2204389" y="31063"/>
                </a:lnTo>
                <a:lnTo>
                  <a:pt x="2204269" y="31053"/>
                </a:lnTo>
                <a:lnTo>
                  <a:pt x="2204145" y="31043"/>
                </a:lnTo>
                <a:lnTo>
                  <a:pt x="2204016" y="31034"/>
                </a:lnTo>
                <a:lnTo>
                  <a:pt x="2203884" y="31025"/>
                </a:lnTo>
                <a:lnTo>
                  <a:pt x="2203747" y="31016"/>
                </a:lnTo>
                <a:lnTo>
                  <a:pt x="2203607" y="31007"/>
                </a:lnTo>
                <a:lnTo>
                  <a:pt x="2203462" y="30999"/>
                </a:lnTo>
                <a:lnTo>
                  <a:pt x="2203313" y="30991"/>
                </a:lnTo>
                <a:lnTo>
                  <a:pt x="2203159" y="30983"/>
                </a:lnTo>
                <a:lnTo>
                  <a:pt x="2203002" y="30975"/>
                </a:lnTo>
                <a:lnTo>
                  <a:pt x="2202840" y="30967"/>
                </a:lnTo>
                <a:lnTo>
                  <a:pt x="2202674" y="30960"/>
                </a:lnTo>
                <a:lnTo>
                  <a:pt x="2202504" y="30953"/>
                </a:lnTo>
                <a:lnTo>
                  <a:pt x="2202330" y="30946"/>
                </a:lnTo>
                <a:lnTo>
                  <a:pt x="2202152" y="30939"/>
                </a:lnTo>
                <a:lnTo>
                  <a:pt x="2201970" y="30933"/>
                </a:lnTo>
                <a:lnTo>
                  <a:pt x="2201783" y="30927"/>
                </a:lnTo>
                <a:lnTo>
                  <a:pt x="2201592" y="30921"/>
                </a:lnTo>
                <a:lnTo>
                  <a:pt x="2201397" y="30915"/>
                </a:lnTo>
                <a:lnTo>
                  <a:pt x="2201198" y="30909"/>
                </a:lnTo>
                <a:lnTo>
                  <a:pt x="2200995" y="30904"/>
                </a:lnTo>
                <a:lnTo>
                  <a:pt x="2200791" y="30899"/>
                </a:lnTo>
                <a:lnTo>
                  <a:pt x="2200590" y="30894"/>
                </a:lnTo>
                <a:lnTo>
                  <a:pt x="2200391" y="30889"/>
                </a:lnTo>
                <a:lnTo>
                  <a:pt x="2200196" y="30884"/>
                </a:lnTo>
                <a:lnTo>
                  <a:pt x="2200004" y="30880"/>
                </a:lnTo>
                <a:lnTo>
                  <a:pt x="2199814" y="30876"/>
                </a:lnTo>
                <a:lnTo>
                  <a:pt x="2199627" y="30872"/>
                </a:lnTo>
                <a:lnTo>
                  <a:pt x="2199443" y="30869"/>
                </a:lnTo>
                <a:lnTo>
                  <a:pt x="2199262" y="30865"/>
                </a:lnTo>
                <a:lnTo>
                  <a:pt x="2199084" y="30862"/>
                </a:lnTo>
                <a:lnTo>
                  <a:pt x="2198908" y="30859"/>
                </a:lnTo>
                <a:lnTo>
                  <a:pt x="2198736" y="30856"/>
                </a:lnTo>
                <a:lnTo>
                  <a:pt x="2198566" y="30854"/>
                </a:lnTo>
                <a:lnTo>
                  <a:pt x="2198399" y="30852"/>
                </a:lnTo>
                <a:lnTo>
                  <a:pt x="2198235" y="30849"/>
                </a:lnTo>
                <a:lnTo>
                  <a:pt x="2198074" y="30848"/>
                </a:lnTo>
                <a:lnTo>
                  <a:pt x="2197915" y="30846"/>
                </a:lnTo>
                <a:lnTo>
                  <a:pt x="2197760" y="30845"/>
                </a:lnTo>
                <a:lnTo>
                  <a:pt x="2197607" y="30843"/>
                </a:lnTo>
                <a:lnTo>
                  <a:pt x="2197458" y="30842"/>
                </a:lnTo>
                <a:lnTo>
                  <a:pt x="2197311" y="30842"/>
                </a:lnTo>
                <a:lnTo>
                  <a:pt x="2197167" y="30841"/>
                </a:lnTo>
                <a:lnTo>
                  <a:pt x="2197025" y="30841"/>
                </a:lnTo>
                <a:lnTo>
                  <a:pt x="2196887" y="30841"/>
                </a:lnTo>
                <a:lnTo>
                  <a:pt x="2196163" y="30848"/>
                </a:lnTo>
                <a:lnTo>
                  <a:pt x="2195446" y="30872"/>
                </a:lnTo>
                <a:lnTo>
                  <a:pt x="2194734" y="30911"/>
                </a:lnTo>
                <a:lnTo>
                  <a:pt x="2194029" y="30965"/>
                </a:lnTo>
                <a:lnTo>
                  <a:pt x="2193330" y="31035"/>
                </a:lnTo>
                <a:lnTo>
                  <a:pt x="2192637" y="31121"/>
                </a:lnTo>
                <a:lnTo>
                  <a:pt x="2191950" y="31222"/>
                </a:lnTo>
                <a:lnTo>
                  <a:pt x="2191269" y="31339"/>
                </a:lnTo>
                <a:lnTo>
                  <a:pt x="2190595" y="31472"/>
                </a:lnTo>
                <a:lnTo>
                  <a:pt x="2189926" y="31620"/>
                </a:lnTo>
                <a:lnTo>
                  <a:pt x="2189264" y="31783"/>
                </a:lnTo>
                <a:lnTo>
                  <a:pt x="2188608" y="31962"/>
                </a:lnTo>
                <a:lnTo>
                  <a:pt x="2187958" y="32157"/>
                </a:lnTo>
                <a:lnTo>
                  <a:pt x="2187314" y="32367"/>
                </a:lnTo>
                <a:lnTo>
                  <a:pt x="2186677" y="32593"/>
                </a:lnTo>
                <a:lnTo>
                  <a:pt x="2186045" y="32835"/>
                </a:lnTo>
                <a:lnTo>
                  <a:pt x="2185420" y="33092"/>
                </a:lnTo>
                <a:lnTo>
                  <a:pt x="2184800" y="33365"/>
                </a:lnTo>
                <a:lnTo>
                  <a:pt x="2184187" y="33653"/>
                </a:lnTo>
                <a:lnTo>
                  <a:pt x="2183580" y="33957"/>
                </a:lnTo>
                <a:lnTo>
                  <a:pt x="2182979" y="34276"/>
                </a:lnTo>
                <a:lnTo>
                  <a:pt x="2182385" y="34611"/>
                </a:lnTo>
                <a:lnTo>
                  <a:pt x="2181796" y="34962"/>
                </a:lnTo>
                <a:lnTo>
                  <a:pt x="2181214" y="35328"/>
                </a:lnTo>
                <a:lnTo>
                  <a:pt x="2180642" y="35706"/>
                </a:lnTo>
                <a:lnTo>
                  <a:pt x="2180085" y="36094"/>
                </a:lnTo>
                <a:lnTo>
                  <a:pt x="2179543" y="36492"/>
                </a:lnTo>
                <a:lnTo>
                  <a:pt x="2179016" y="36899"/>
                </a:lnTo>
                <a:lnTo>
                  <a:pt x="2178504" y="37315"/>
                </a:lnTo>
                <a:lnTo>
                  <a:pt x="2178007" y="37741"/>
                </a:lnTo>
                <a:lnTo>
                  <a:pt x="2177524" y="38176"/>
                </a:lnTo>
                <a:lnTo>
                  <a:pt x="2177057" y="38621"/>
                </a:lnTo>
                <a:lnTo>
                  <a:pt x="2176604" y="39075"/>
                </a:lnTo>
                <a:lnTo>
                  <a:pt x="2176167" y="39539"/>
                </a:lnTo>
                <a:lnTo>
                  <a:pt x="2175744" y="40012"/>
                </a:lnTo>
                <a:lnTo>
                  <a:pt x="2175337" y="40494"/>
                </a:lnTo>
                <a:lnTo>
                  <a:pt x="2174944" y="40986"/>
                </a:lnTo>
                <a:lnTo>
                  <a:pt x="2174566" y="41487"/>
                </a:lnTo>
                <a:lnTo>
                  <a:pt x="2174203" y="41998"/>
                </a:lnTo>
                <a:lnTo>
                  <a:pt x="2173855" y="42518"/>
                </a:lnTo>
                <a:lnTo>
                  <a:pt x="2173522" y="43048"/>
                </a:lnTo>
                <a:lnTo>
                  <a:pt x="2173204" y="43587"/>
                </a:lnTo>
                <a:lnTo>
                  <a:pt x="2172900" y="44135"/>
                </a:lnTo>
                <a:lnTo>
                  <a:pt x="2172612" y="44693"/>
                </a:lnTo>
                <a:lnTo>
                  <a:pt x="2172339" y="45261"/>
                </a:lnTo>
                <a:lnTo>
                  <a:pt x="2172080" y="45837"/>
                </a:lnTo>
                <a:lnTo>
                  <a:pt x="2171836" y="46424"/>
                </a:lnTo>
                <a:lnTo>
                  <a:pt x="2171608" y="47019"/>
                </a:lnTo>
                <a:lnTo>
                  <a:pt x="2170597" y="47019"/>
                </a:lnTo>
                <a:lnTo>
                  <a:pt x="2170597" y="32357"/>
                </a:lnTo>
                <a:lnTo>
                  <a:pt x="2156187" y="32357"/>
                </a:lnTo>
                <a:lnTo>
                  <a:pt x="2156187" y="129429"/>
                </a:lnTo>
                <a:lnTo>
                  <a:pt x="2171102" y="129429"/>
                </a:lnTo>
                <a:lnTo>
                  <a:pt x="2171102" y="68001"/>
                </a:lnTo>
                <a:lnTo>
                  <a:pt x="2171108" y="67456"/>
                </a:lnTo>
                <a:lnTo>
                  <a:pt x="2171124" y="66916"/>
                </a:lnTo>
                <a:lnTo>
                  <a:pt x="2171152" y="66381"/>
                </a:lnTo>
                <a:close/>
                <a:moveTo>
                  <a:pt x="1745701" y="67001"/>
                </a:moveTo>
                <a:lnTo>
                  <a:pt x="1745738" y="66426"/>
                </a:lnTo>
                <a:lnTo>
                  <a:pt x="1745785" y="65858"/>
                </a:lnTo>
                <a:lnTo>
                  <a:pt x="1745843" y="65295"/>
                </a:lnTo>
                <a:lnTo>
                  <a:pt x="1745912" y="64739"/>
                </a:lnTo>
                <a:lnTo>
                  <a:pt x="1745991" y="64188"/>
                </a:lnTo>
                <a:lnTo>
                  <a:pt x="1746080" y="63643"/>
                </a:lnTo>
                <a:lnTo>
                  <a:pt x="1746180" y="63104"/>
                </a:lnTo>
                <a:lnTo>
                  <a:pt x="1746291" y="62572"/>
                </a:lnTo>
                <a:lnTo>
                  <a:pt x="1746412" y="62045"/>
                </a:lnTo>
                <a:lnTo>
                  <a:pt x="1746544" y="61524"/>
                </a:lnTo>
                <a:lnTo>
                  <a:pt x="1746686" y="61008"/>
                </a:lnTo>
                <a:lnTo>
                  <a:pt x="1746839" y="60499"/>
                </a:lnTo>
                <a:lnTo>
                  <a:pt x="1747002" y="59996"/>
                </a:lnTo>
                <a:lnTo>
                  <a:pt x="1747176" y="59499"/>
                </a:lnTo>
                <a:lnTo>
                  <a:pt x="1747360" y="59007"/>
                </a:lnTo>
                <a:lnTo>
                  <a:pt x="1747555" y="58522"/>
                </a:lnTo>
                <a:lnTo>
                  <a:pt x="1747760" y="58042"/>
                </a:lnTo>
                <a:lnTo>
                  <a:pt x="1747976" y="57568"/>
                </a:lnTo>
                <a:lnTo>
                  <a:pt x="1748203" y="57101"/>
                </a:lnTo>
                <a:lnTo>
                  <a:pt x="1748440" y="56639"/>
                </a:lnTo>
                <a:lnTo>
                  <a:pt x="1748687" y="56183"/>
                </a:lnTo>
                <a:lnTo>
                  <a:pt x="1748948" y="55729"/>
                </a:lnTo>
                <a:lnTo>
                  <a:pt x="1749216" y="55283"/>
                </a:lnTo>
                <a:lnTo>
                  <a:pt x="1749491" y="54846"/>
                </a:lnTo>
                <a:lnTo>
                  <a:pt x="1749772" y="54417"/>
                </a:lnTo>
                <a:lnTo>
                  <a:pt x="1750060" y="53996"/>
                </a:lnTo>
                <a:lnTo>
                  <a:pt x="1750354" y="53584"/>
                </a:lnTo>
                <a:lnTo>
                  <a:pt x="1750655" y="53180"/>
                </a:lnTo>
                <a:lnTo>
                  <a:pt x="1750962" y="52784"/>
                </a:lnTo>
                <a:lnTo>
                  <a:pt x="1751276" y="52397"/>
                </a:lnTo>
                <a:lnTo>
                  <a:pt x="1751597" y="52018"/>
                </a:lnTo>
                <a:lnTo>
                  <a:pt x="1751924" y="51647"/>
                </a:lnTo>
                <a:lnTo>
                  <a:pt x="1752258" y="51285"/>
                </a:lnTo>
                <a:lnTo>
                  <a:pt x="1752598" y="50931"/>
                </a:lnTo>
                <a:lnTo>
                  <a:pt x="1752945" y="50586"/>
                </a:lnTo>
                <a:lnTo>
                  <a:pt x="1753299" y="50248"/>
                </a:lnTo>
                <a:lnTo>
                  <a:pt x="1753659" y="49919"/>
                </a:lnTo>
                <a:lnTo>
                  <a:pt x="1754025" y="49599"/>
                </a:lnTo>
                <a:lnTo>
                  <a:pt x="1754399" y="49286"/>
                </a:lnTo>
                <a:lnTo>
                  <a:pt x="1754779" y="48983"/>
                </a:lnTo>
                <a:lnTo>
                  <a:pt x="1755165" y="48687"/>
                </a:lnTo>
                <a:lnTo>
                  <a:pt x="1755558" y="48400"/>
                </a:lnTo>
                <a:lnTo>
                  <a:pt x="1755958" y="48121"/>
                </a:lnTo>
                <a:lnTo>
                  <a:pt x="1756364" y="47850"/>
                </a:lnTo>
                <a:lnTo>
                  <a:pt x="1756776" y="47588"/>
                </a:lnTo>
                <a:lnTo>
                  <a:pt x="1757199" y="47335"/>
                </a:lnTo>
                <a:lnTo>
                  <a:pt x="1757624" y="47093"/>
                </a:lnTo>
                <a:lnTo>
                  <a:pt x="1758052" y="46862"/>
                </a:lnTo>
                <a:lnTo>
                  <a:pt x="1758483" y="46642"/>
                </a:lnTo>
                <a:lnTo>
                  <a:pt x="1758916" y="46432"/>
                </a:lnTo>
                <a:lnTo>
                  <a:pt x="1759352" y="46233"/>
                </a:lnTo>
                <a:lnTo>
                  <a:pt x="1759790" y="46045"/>
                </a:lnTo>
                <a:lnTo>
                  <a:pt x="1760231" y="45868"/>
                </a:lnTo>
                <a:lnTo>
                  <a:pt x="1760675" y="45701"/>
                </a:lnTo>
                <a:lnTo>
                  <a:pt x="1761121" y="45545"/>
                </a:lnTo>
                <a:lnTo>
                  <a:pt x="1761570" y="45400"/>
                </a:lnTo>
                <a:lnTo>
                  <a:pt x="1762022" y="45266"/>
                </a:lnTo>
                <a:lnTo>
                  <a:pt x="1762476" y="45142"/>
                </a:lnTo>
                <a:lnTo>
                  <a:pt x="1762933" y="45029"/>
                </a:lnTo>
                <a:lnTo>
                  <a:pt x="1763393" y="44927"/>
                </a:lnTo>
                <a:lnTo>
                  <a:pt x="1763855" y="44835"/>
                </a:lnTo>
                <a:lnTo>
                  <a:pt x="1764319" y="44755"/>
                </a:lnTo>
                <a:lnTo>
                  <a:pt x="1764787" y="44685"/>
                </a:lnTo>
                <a:lnTo>
                  <a:pt x="1765257" y="44626"/>
                </a:lnTo>
                <a:lnTo>
                  <a:pt x="1765730" y="44577"/>
                </a:lnTo>
                <a:lnTo>
                  <a:pt x="1766205" y="44540"/>
                </a:lnTo>
                <a:lnTo>
                  <a:pt x="1766683" y="44513"/>
                </a:lnTo>
                <a:lnTo>
                  <a:pt x="1767163" y="44497"/>
                </a:lnTo>
                <a:lnTo>
                  <a:pt x="1767647" y="44491"/>
                </a:lnTo>
                <a:lnTo>
                  <a:pt x="1768347" y="44500"/>
                </a:lnTo>
                <a:lnTo>
                  <a:pt x="1769037" y="44527"/>
                </a:lnTo>
                <a:lnTo>
                  <a:pt x="1769715" y="44571"/>
                </a:lnTo>
                <a:lnTo>
                  <a:pt x="1770383" y="44634"/>
                </a:lnTo>
                <a:lnTo>
                  <a:pt x="1771041" y="44714"/>
                </a:lnTo>
                <a:lnTo>
                  <a:pt x="1771687" y="44811"/>
                </a:lnTo>
                <a:lnTo>
                  <a:pt x="1772323" y="44927"/>
                </a:lnTo>
                <a:lnTo>
                  <a:pt x="1772948" y="45060"/>
                </a:lnTo>
                <a:lnTo>
                  <a:pt x="1773563" y="45211"/>
                </a:lnTo>
                <a:lnTo>
                  <a:pt x="1774166" y="45380"/>
                </a:lnTo>
                <a:lnTo>
                  <a:pt x="1774759" y="45567"/>
                </a:lnTo>
                <a:lnTo>
                  <a:pt x="1775341" y="45771"/>
                </a:lnTo>
                <a:lnTo>
                  <a:pt x="1775912" y="45993"/>
                </a:lnTo>
                <a:lnTo>
                  <a:pt x="1776473" y="46233"/>
                </a:lnTo>
                <a:lnTo>
                  <a:pt x="1777023" y="46491"/>
                </a:lnTo>
                <a:lnTo>
                  <a:pt x="1777562" y="46766"/>
                </a:lnTo>
                <a:lnTo>
                  <a:pt x="1778090" y="47060"/>
                </a:lnTo>
                <a:lnTo>
                  <a:pt x="1778607" y="47371"/>
                </a:lnTo>
                <a:lnTo>
                  <a:pt x="1779114" y="47700"/>
                </a:lnTo>
                <a:lnTo>
                  <a:pt x="1779610" y="48046"/>
                </a:lnTo>
                <a:lnTo>
                  <a:pt x="1780096" y="48411"/>
                </a:lnTo>
                <a:lnTo>
                  <a:pt x="1780570" y="48793"/>
                </a:lnTo>
                <a:lnTo>
                  <a:pt x="1781034" y="49193"/>
                </a:lnTo>
                <a:lnTo>
                  <a:pt x="1781487" y="49610"/>
                </a:lnTo>
                <a:lnTo>
                  <a:pt x="1781925" y="50037"/>
                </a:lnTo>
                <a:lnTo>
                  <a:pt x="1782345" y="50475"/>
                </a:lnTo>
                <a:lnTo>
                  <a:pt x="1782746" y="50925"/>
                </a:lnTo>
                <a:lnTo>
                  <a:pt x="1783128" y="51385"/>
                </a:lnTo>
                <a:lnTo>
                  <a:pt x="1783492" y="51857"/>
                </a:lnTo>
                <a:lnTo>
                  <a:pt x="1783837" y="52340"/>
                </a:lnTo>
                <a:lnTo>
                  <a:pt x="1784163" y="52834"/>
                </a:lnTo>
                <a:lnTo>
                  <a:pt x="1784471" y="53339"/>
                </a:lnTo>
                <a:lnTo>
                  <a:pt x="1784760" y="53856"/>
                </a:lnTo>
                <a:lnTo>
                  <a:pt x="1785031" y="54383"/>
                </a:lnTo>
                <a:lnTo>
                  <a:pt x="1785283" y="54922"/>
                </a:lnTo>
                <a:lnTo>
                  <a:pt x="1785516" y="55472"/>
                </a:lnTo>
                <a:lnTo>
                  <a:pt x="1785730" y="56033"/>
                </a:lnTo>
                <a:lnTo>
                  <a:pt x="1785926" y="56606"/>
                </a:lnTo>
                <a:lnTo>
                  <a:pt x="1786103" y="57189"/>
                </a:lnTo>
                <a:lnTo>
                  <a:pt x="1786262" y="57784"/>
                </a:lnTo>
                <a:lnTo>
                  <a:pt x="1786402" y="58390"/>
                </a:lnTo>
                <a:lnTo>
                  <a:pt x="1786523" y="59007"/>
                </a:lnTo>
                <a:lnTo>
                  <a:pt x="1786626" y="59635"/>
                </a:lnTo>
                <a:lnTo>
                  <a:pt x="1786710" y="60275"/>
                </a:lnTo>
                <a:lnTo>
                  <a:pt x="1786775" y="60926"/>
                </a:lnTo>
                <a:lnTo>
                  <a:pt x="1786821" y="61588"/>
                </a:lnTo>
                <a:lnTo>
                  <a:pt x="1786849" y="62261"/>
                </a:lnTo>
                <a:lnTo>
                  <a:pt x="1786859" y="62945"/>
                </a:lnTo>
                <a:lnTo>
                  <a:pt x="1786859" y="129429"/>
                </a:lnTo>
                <a:lnTo>
                  <a:pt x="1802026" y="129429"/>
                </a:lnTo>
                <a:lnTo>
                  <a:pt x="1802026" y="66231"/>
                </a:lnTo>
                <a:lnTo>
                  <a:pt x="1802036" y="65452"/>
                </a:lnTo>
                <a:lnTo>
                  <a:pt x="1802065" y="64685"/>
                </a:lnTo>
                <a:lnTo>
                  <a:pt x="1802114" y="63929"/>
                </a:lnTo>
                <a:lnTo>
                  <a:pt x="1802182" y="63184"/>
                </a:lnTo>
                <a:lnTo>
                  <a:pt x="1802270" y="62451"/>
                </a:lnTo>
                <a:lnTo>
                  <a:pt x="1802378" y="61729"/>
                </a:lnTo>
                <a:lnTo>
                  <a:pt x="1802505" y="61018"/>
                </a:lnTo>
                <a:lnTo>
                  <a:pt x="1802651" y="60319"/>
                </a:lnTo>
                <a:lnTo>
                  <a:pt x="1802817" y="59631"/>
                </a:lnTo>
                <a:lnTo>
                  <a:pt x="1803003" y="58955"/>
                </a:lnTo>
                <a:lnTo>
                  <a:pt x="1803208" y="58290"/>
                </a:lnTo>
                <a:lnTo>
                  <a:pt x="1803432" y="57637"/>
                </a:lnTo>
                <a:lnTo>
                  <a:pt x="1803676" y="56994"/>
                </a:lnTo>
                <a:lnTo>
                  <a:pt x="1803940" y="56364"/>
                </a:lnTo>
                <a:lnTo>
                  <a:pt x="1804223" y="55745"/>
                </a:lnTo>
                <a:lnTo>
                  <a:pt x="1804526" y="55137"/>
                </a:lnTo>
                <a:lnTo>
                  <a:pt x="1804848" y="54540"/>
                </a:lnTo>
                <a:lnTo>
                  <a:pt x="1805190" y="53955"/>
                </a:lnTo>
                <a:lnTo>
                  <a:pt x="1805551" y="53382"/>
                </a:lnTo>
                <a:lnTo>
                  <a:pt x="1805932" y="52819"/>
                </a:lnTo>
                <a:lnTo>
                  <a:pt x="1806333" y="52269"/>
                </a:lnTo>
                <a:lnTo>
                  <a:pt x="1806752" y="51729"/>
                </a:lnTo>
                <a:lnTo>
                  <a:pt x="1807192" y="51201"/>
                </a:lnTo>
                <a:lnTo>
                  <a:pt x="1807651" y="50685"/>
                </a:lnTo>
                <a:lnTo>
                  <a:pt x="1808127" y="50179"/>
                </a:lnTo>
                <a:lnTo>
                  <a:pt x="1808620" y="49696"/>
                </a:lnTo>
                <a:lnTo>
                  <a:pt x="1809129" y="49233"/>
                </a:lnTo>
                <a:lnTo>
                  <a:pt x="1809654" y="48792"/>
                </a:lnTo>
                <a:lnTo>
                  <a:pt x="1810195" y="48373"/>
                </a:lnTo>
                <a:lnTo>
                  <a:pt x="1810751" y="47975"/>
                </a:lnTo>
                <a:lnTo>
                  <a:pt x="1811324" y="47599"/>
                </a:lnTo>
                <a:lnTo>
                  <a:pt x="1811913" y="47244"/>
                </a:lnTo>
                <a:lnTo>
                  <a:pt x="1812518" y="46911"/>
                </a:lnTo>
                <a:lnTo>
                  <a:pt x="1813139" y="46599"/>
                </a:lnTo>
                <a:lnTo>
                  <a:pt x="1813776" y="46309"/>
                </a:lnTo>
                <a:lnTo>
                  <a:pt x="1814429" y="46040"/>
                </a:lnTo>
                <a:lnTo>
                  <a:pt x="1815098" y="45792"/>
                </a:lnTo>
                <a:lnTo>
                  <a:pt x="1815783" y="45567"/>
                </a:lnTo>
                <a:lnTo>
                  <a:pt x="1816484" y="45362"/>
                </a:lnTo>
                <a:lnTo>
                  <a:pt x="1817201" y="45180"/>
                </a:lnTo>
                <a:lnTo>
                  <a:pt x="1817934" y="45018"/>
                </a:lnTo>
                <a:lnTo>
                  <a:pt x="1818683" y="44878"/>
                </a:lnTo>
                <a:lnTo>
                  <a:pt x="1819448" y="44760"/>
                </a:lnTo>
                <a:lnTo>
                  <a:pt x="1820229" y="44663"/>
                </a:lnTo>
                <a:lnTo>
                  <a:pt x="1821026" y="44588"/>
                </a:lnTo>
                <a:lnTo>
                  <a:pt x="1821839" y="44534"/>
                </a:lnTo>
                <a:lnTo>
                  <a:pt x="1822668" y="44502"/>
                </a:lnTo>
                <a:lnTo>
                  <a:pt x="1823514" y="44491"/>
                </a:lnTo>
                <a:lnTo>
                  <a:pt x="1824173" y="44499"/>
                </a:lnTo>
                <a:lnTo>
                  <a:pt x="1824826" y="44523"/>
                </a:lnTo>
                <a:lnTo>
                  <a:pt x="1825472" y="44563"/>
                </a:lnTo>
                <a:lnTo>
                  <a:pt x="1826110" y="44620"/>
                </a:lnTo>
                <a:lnTo>
                  <a:pt x="1826741" y="44692"/>
                </a:lnTo>
                <a:lnTo>
                  <a:pt x="1827365" y="44780"/>
                </a:lnTo>
                <a:lnTo>
                  <a:pt x="1827981" y="44884"/>
                </a:lnTo>
                <a:lnTo>
                  <a:pt x="1828590" y="45004"/>
                </a:lnTo>
                <a:lnTo>
                  <a:pt x="1829193" y="45140"/>
                </a:lnTo>
                <a:lnTo>
                  <a:pt x="1829787" y="45292"/>
                </a:lnTo>
                <a:lnTo>
                  <a:pt x="1830375" y="45460"/>
                </a:lnTo>
                <a:lnTo>
                  <a:pt x="1830955" y="45645"/>
                </a:lnTo>
                <a:lnTo>
                  <a:pt x="1831528" y="45845"/>
                </a:lnTo>
                <a:lnTo>
                  <a:pt x="1832094" y="46061"/>
                </a:lnTo>
                <a:lnTo>
                  <a:pt x="1832653" y="46293"/>
                </a:lnTo>
                <a:lnTo>
                  <a:pt x="1833204" y="46542"/>
                </a:lnTo>
                <a:lnTo>
                  <a:pt x="1833748" y="46806"/>
                </a:lnTo>
                <a:lnTo>
                  <a:pt x="1834285" y="47086"/>
                </a:lnTo>
                <a:lnTo>
                  <a:pt x="1834814" y="47383"/>
                </a:lnTo>
                <a:lnTo>
                  <a:pt x="1835337" y="47695"/>
                </a:lnTo>
                <a:lnTo>
                  <a:pt x="1835852" y="48024"/>
                </a:lnTo>
                <a:lnTo>
                  <a:pt x="1836360" y="48368"/>
                </a:lnTo>
                <a:lnTo>
                  <a:pt x="1836861" y="48728"/>
                </a:lnTo>
                <a:lnTo>
                  <a:pt x="1837354" y="49105"/>
                </a:lnTo>
                <a:lnTo>
                  <a:pt x="1837833" y="49500"/>
                </a:lnTo>
                <a:lnTo>
                  <a:pt x="1838293" y="49916"/>
                </a:lnTo>
                <a:lnTo>
                  <a:pt x="1838731" y="50354"/>
                </a:lnTo>
                <a:lnTo>
                  <a:pt x="1839150" y="50813"/>
                </a:lnTo>
                <a:lnTo>
                  <a:pt x="1839548" y="51293"/>
                </a:lnTo>
                <a:lnTo>
                  <a:pt x="1839925" y="51795"/>
                </a:lnTo>
                <a:lnTo>
                  <a:pt x="1840282" y="52317"/>
                </a:lnTo>
                <a:lnTo>
                  <a:pt x="1840619" y="52862"/>
                </a:lnTo>
                <a:lnTo>
                  <a:pt x="1840935" y="53427"/>
                </a:lnTo>
                <a:lnTo>
                  <a:pt x="1841231" y="54014"/>
                </a:lnTo>
                <a:lnTo>
                  <a:pt x="1841507" y="54622"/>
                </a:lnTo>
                <a:lnTo>
                  <a:pt x="1841762" y="55251"/>
                </a:lnTo>
                <a:lnTo>
                  <a:pt x="1841997" y="55901"/>
                </a:lnTo>
                <a:lnTo>
                  <a:pt x="1842211" y="56573"/>
                </a:lnTo>
                <a:lnTo>
                  <a:pt x="1842405" y="57266"/>
                </a:lnTo>
                <a:lnTo>
                  <a:pt x="1842578" y="57981"/>
                </a:lnTo>
                <a:lnTo>
                  <a:pt x="1842731" y="58716"/>
                </a:lnTo>
                <a:lnTo>
                  <a:pt x="1842864" y="59473"/>
                </a:lnTo>
                <a:lnTo>
                  <a:pt x="1842976" y="60251"/>
                </a:lnTo>
                <a:lnTo>
                  <a:pt x="1843068" y="61051"/>
                </a:lnTo>
                <a:lnTo>
                  <a:pt x="1843139" y="61872"/>
                </a:lnTo>
                <a:lnTo>
                  <a:pt x="1843190" y="62714"/>
                </a:lnTo>
                <a:lnTo>
                  <a:pt x="1843221" y="63577"/>
                </a:lnTo>
                <a:lnTo>
                  <a:pt x="1843231" y="64462"/>
                </a:lnTo>
                <a:lnTo>
                  <a:pt x="1843231" y="129429"/>
                </a:lnTo>
                <a:lnTo>
                  <a:pt x="1858146" y="129429"/>
                </a:lnTo>
                <a:lnTo>
                  <a:pt x="1858146" y="64462"/>
                </a:lnTo>
                <a:lnTo>
                  <a:pt x="1858132" y="63050"/>
                </a:lnTo>
                <a:lnTo>
                  <a:pt x="1858089" y="61670"/>
                </a:lnTo>
                <a:lnTo>
                  <a:pt x="1858017" y="60321"/>
                </a:lnTo>
                <a:lnTo>
                  <a:pt x="1857916" y="59004"/>
                </a:lnTo>
                <a:lnTo>
                  <a:pt x="1857787" y="57718"/>
                </a:lnTo>
                <a:lnTo>
                  <a:pt x="1857629" y="56463"/>
                </a:lnTo>
                <a:lnTo>
                  <a:pt x="1857442" y="55240"/>
                </a:lnTo>
                <a:lnTo>
                  <a:pt x="1857226" y="54048"/>
                </a:lnTo>
                <a:lnTo>
                  <a:pt x="1856982" y="52888"/>
                </a:lnTo>
                <a:lnTo>
                  <a:pt x="1856709" y="51759"/>
                </a:lnTo>
                <a:lnTo>
                  <a:pt x="1856407" y="50661"/>
                </a:lnTo>
                <a:lnTo>
                  <a:pt x="1856076" y="49595"/>
                </a:lnTo>
                <a:lnTo>
                  <a:pt x="1855717" y="48560"/>
                </a:lnTo>
                <a:lnTo>
                  <a:pt x="1855329" y="47556"/>
                </a:lnTo>
                <a:lnTo>
                  <a:pt x="1854912" y="46584"/>
                </a:lnTo>
                <a:lnTo>
                  <a:pt x="1854467" y="45643"/>
                </a:lnTo>
                <a:lnTo>
                  <a:pt x="1853992" y="44733"/>
                </a:lnTo>
                <a:lnTo>
                  <a:pt x="1853489" y="43855"/>
                </a:lnTo>
                <a:lnTo>
                  <a:pt x="1852957" y="43009"/>
                </a:lnTo>
                <a:lnTo>
                  <a:pt x="1852397" y="42193"/>
                </a:lnTo>
                <a:lnTo>
                  <a:pt x="1851807" y="41409"/>
                </a:lnTo>
                <a:lnTo>
                  <a:pt x="1851189" y="40657"/>
                </a:lnTo>
                <a:lnTo>
                  <a:pt x="1850543" y="39936"/>
                </a:lnTo>
                <a:lnTo>
                  <a:pt x="1849867" y="39246"/>
                </a:lnTo>
                <a:lnTo>
                  <a:pt x="1849169" y="38581"/>
                </a:lnTo>
                <a:lnTo>
                  <a:pt x="1848454" y="37944"/>
                </a:lnTo>
                <a:lnTo>
                  <a:pt x="1847723" y="37335"/>
                </a:lnTo>
                <a:lnTo>
                  <a:pt x="1846976" y="36755"/>
                </a:lnTo>
                <a:lnTo>
                  <a:pt x="1846212" y="36203"/>
                </a:lnTo>
                <a:lnTo>
                  <a:pt x="1845431" y="35679"/>
                </a:lnTo>
                <a:lnTo>
                  <a:pt x="1844634" y="35184"/>
                </a:lnTo>
                <a:lnTo>
                  <a:pt x="1843821" y="34717"/>
                </a:lnTo>
                <a:lnTo>
                  <a:pt x="1842991" y="34278"/>
                </a:lnTo>
                <a:lnTo>
                  <a:pt x="1842145" y="33868"/>
                </a:lnTo>
                <a:lnTo>
                  <a:pt x="1841282" y="33485"/>
                </a:lnTo>
                <a:lnTo>
                  <a:pt x="1840403" y="33132"/>
                </a:lnTo>
                <a:lnTo>
                  <a:pt x="1839508" y="32806"/>
                </a:lnTo>
                <a:lnTo>
                  <a:pt x="1838595" y="32509"/>
                </a:lnTo>
                <a:lnTo>
                  <a:pt x="1837667" y="32240"/>
                </a:lnTo>
                <a:lnTo>
                  <a:pt x="1836722" y="31999"/>
                </a:lnTo>
                <a:lnTo>
                  <a:pt x="1835760" y="31787"/>
                </a:lnTo>
                <a:lnTo>
                  <a:pt x="1834783" y="31603"/>
                </a:lnTo>
                <a:lnTo>
                  <a:pt x="1833788" y="31447"/>
                </a:lnTo>
                <a:lnTo>
                  <a:pt x="1832777" y="31320"/>
                </a:lnTo>
                <a:lnTo>
                  <a:pt x="1831750" y="31221"/>
                </a:lnTo>
                <a:lnTo>
                  <a:pt x="1830706" y="31150"/>
                </a:lnTo>
                <a:lnTo>
                  <a:pt x="1829646" y="31108"/>
                </a:lnTo>
                <a:lnTo>
                  <a:pt x="1828569" y="31093"/>
                </a:lnTo>
                <a:lnTo>
                  <a:pt x="1827706" y="31101"/>
                </a:lnTo>
                <a:lnTo>
                  <a:pt x="1826852" y="31125"/>
                </a:lnTo>
                <a:lnTo>
                  <a:pt x="1826009" y="31163"/>
                </a:lnTo>
                <a:lnTo>
                  <a:pt x="1825176" y="31218"/>
                </a:lnTo>
                <a:lnTo>
                  <a:pt x="1824353" y="31288"/>
                </a:lnTo>
                <a:lnTo>
                  <a:pt x="1823541" y="31374"/>
                </a:lnTo>
                <a:lnTo>
                  <a:pt x="1822739" y="31475"/>
                </a:lnTo>
                <a:lnTo>
                  <a:pt x="1821948" y="31592"/>
                </a:lnTo>
                <a:lnTo>
                  <a:pt x="1821166" y="31724"/>
                </a:lnTo>
                <a:lnTo>
                  <a:pt x="1820395" y="31872"/>
                </a:lnTo>
                <a:lnTo>
                  <a:pt x="1819635" y="32036"/>
                </a:lnTo>
                <a:lnTo>
                  <a:pt x="1818884" y="32215"/>
                </a:lnTo>
                <a:lnTo>
                  <a:pt x="1818144" y="32410"/>
                </a:lnTo>
                <a:lnTo>
                  <a:pt x="1817415" y="32620"/>
                </a:lnTo>
                <a:lnTo>
                  <a:pt x="1816695" y="32846"/>
                </a:lnTo>
                <a:lnTo>
                  <a:pt x="1815986" y="33088"/>
                </a:lnTo>
                <a:lnTo>
                  <a:pt x="1815287" y="33345"/>
                </a:lnTo>
                <a:lnTo>
                  <a:pt x="1814599" y="33617"/>
                </a:lnTo>
                <a:lnTo>
                  <a:pt x="1813921" y="33906"/>
                </a:lnTo>
                <a:lnTo>
                  <a:pt x="1813253" y="34209"/>
                </a:lnTo>
                <a:lnTo>
                  <a:pt x="1812595" y="34529"/>
                </a:lnTo>
                <a:lnTo>
                  <a:pt x="1811948" y="34864"/>
                </a:lnTo>
                <a:lnTo>
                  <a:pt x="1811311" y="35214"/>
                </a:lnTo>
                <a:lnTo>
                  <a:pt x="1810684" y="35580"/>
                </a:lnTo>
                <a:lnTo>
                  <a:pt x="1810069" y="35954"/>
                </a:lnTo>
                <a:lnTo>
                  <a:pt x="1809467" y="36339"/>
                </a:lnTo>
                <a:lnTo>
                  <a:pt x="1808878" y="36735"/>
                </a:lnTo>
                <a:lnTo>
                  <a:pt x="1808302" y="37141"/>
                </a:lnTo>
                <a:lnTo>
                  <a:pt x="1807739" y="37558"/>
                </a:lnTo>
                <a:lnTo>
                  <a:pt x="1807189" y="37986"/>
                </a:lnTo>
                <a:lnTo>
                  <a:pt x="1806652" y="38424"/>
                </a:lnTo>
                <a:lnTo>
                  <a:pt x="1806127" y="38874"/>
                </a:lnTo>
                <a:lnTo>
                  <a:pt x="1805616" y="39334"/>
                </a:lnTo>
                <a:lnTo>
                  <a:pt x="1805117" y="39805"/>
                </a:lnTo>
                <a:lnTo>
                  <a:pt x="1804632" y="40286"/>
                </a:lnTo>
                <a:lnTo>
                  <a:pt x="1804159" y="40778"/>
                </a:lnTo>
                <a:lnTo>
                  <a:pt x="1803700" y="41282"/>
                </a:lnTo>
                <a:lnTo>
                  <a:pt x="1803253" y="41795"/>
                </a:lnTo>
                <a:lnTo>
                  <a:pt x="1802819" y="42320"/>
                </a:lnTo>
                <a:lnTo>
                  <a:pt x="1802398" y="42855"/>
                </a:lnTo>
                <a:lnTo>
                  <a:pt x="1801991" y="43401"/>
                </a:lnTo>
                <a:lnTo>
                  <a:pt x="1801596" y="43958"/>
                </a:lnTo>
                <a:lnTo>
                  <a:pt x="1801214" y="44526"/>
                </a:lnTo>
                <a:lnTo>
                  <a:pt x="1800845" y="45104"/>
                </a:lnTo>
                <a:lnTo>
                  <a:pt x="1800489" y="45693"/>
                </a:lnTo>
                <a:lnTo>
                  <a:pt x="1800146" y="46293"/>
                </a:lnTo>
                <a:lnTo>
                  <a:pt x="1799816" y="46904"/>
                </a:lnTo>
                <a:lnTo>
                  <a:pt x="1799498" y="47525"/>
                </a:lnTo>
                <a:lnTo>
                  <a:pt x="1798487" y="47525"/>
                </a:lnTo>
                <a:lnTo>
                  <a:pt x="1798182" y="46883"/>
                </a:lnTo>
                <a:lnTo>
                  <a:pt x="1797867" y="46253"/>
                </a:lnTo>
                <a:lnTo>
                  <a:pt x="1797542" y="45636"/>
                </a:lnTo>
                <a:lnTo>
                  <a:pt x="1797207" y="45030"/>
                </a:lnTo>
                <a:lnTo>
                  <a:pt x="1796863" y="44437"/>
                </a:lnTo>
                <a:lnTo>
                  <a:pt x="1796508" y="43855"/>
                </a:lnTo>
                <a:lnTo>
                  <a:pt x="1796144" y="43286"/>
                </a:lnTo>
                <a:lnTo>
                  <a:pt x="1795770" y="42729"/>
                </a:lnTo>
                <a:lnTo>
                  <a:pt x="1795386" y="42184"/>
                </a:lnTo>
                <a:lnTo>
                  <a:pt x="1794992" y="41651"/>
                </a:lnTo>
                <a:lnTo>
                  <a:pt x="1794588" y="41129"/>
                </a:lnTo>
                <a:lnTo>
                  <a:pt x="1794174" y="40620"/>
                </a:lnTo>
                <a:lnTo>
                  <a:pt x="1793750" y="40124"/>
                </a:lnTo>
                <a:lnTo>
                  <a:pt x="1793317" y="39639"/>
                </a:lnTo>
                <a:lnTo>
                  <a:pt x="1792873" y="39166"/>
                </a:lnTo>
                <a:lnTo>
                  <a:pt x="1792420" y="38705"/>
                </a:lnTo>
                <a:lnTo>
                  <a:pt x="1791957" y="38257"/>
                </a:lnTo>
                <a:lnTo>
                  <a:pt x="1791484" y="37820"/>
                </a:lnTo>
                <a:lnTo>
                  <a:pt x="1791001" y="37396"/>
                </a:lnTo>
                <a:lnTo>
                  <a:pt x="1790508" y="36983"/>
                </a:lnTo>
                <a:lnTo>
                  <a:pt x="1790006" y="36583"/>
                </a:lnTo>
                <a:lnTo>
                  <a:pt x="1789493" y="36194"/>
                </a:lnTo>
                <a:lnTo>
                  <a:pt x="1788971" y="35818"/>
                </a:lnTo>
                <a:lnTo>
                  <a:pt x="1788439" y="35454"/>
                </a:lnTo>
                <a:lnTo>
                  <a:pt x="1787901" y="35098"/>
                </a:lnTo>
                <a:lnTo>
                  <a:pt x="1787352" y="34758"/>
                </a:lnTo>
                <a:lnTo>
                  <a:pt x="1786793" y="34432"/>
                </a:lnTo>
                <a:lnTo>
                  <a:pt x="1786221" y="34122"/>
                </a:lnTo>
                <a:lnTo>
                  <a:pt x="1785639" y="33826"/>
                </a:lnTo>
                <a:lnTo>
                  <a:pt x="1785046" y="33546"/>
                </a:lnTo>
                <a:lnTo>
                  <a:pt x="1784441" y="33281"/>
                </a:lnTo>
                <a:lnTo>
                  <a:pt x="1783825" y="33031"/>
                </a:lnTo>
                <a:lnTo>
                  <a:pt x="1783198" y="32797"/>
                </a:lnTo>
                <a:lnTo>
                  <a:pt x="1782560" y="32577"/>
                </a:lnTo>
                <a:lnTo>
                  <a:pt x="1781910" y="32373"/>
                </a:lnTo>
                <a:lnTo>
                  <a:pt x="1781250" y="32184"/>
                </a:lnTo>
                <a:lnTo>
                  <a:pt x="1780578" y="32009"/>
                </a:lnTo>
                <a:lnTo>
                  <a:pt x="1779895" y="31850"/>
                </a:lnTo>
                <a:lnTo>
                  <a:pt x="1779201" y="31707"/>
                </a:lnTo>
                <a:lnTo>
                  <a:pt x="1778495" y="31578"/>
                </a:lnTo>
                <a:lnTo>
                  <a:pt x="1777779" y="31464"/>
                </a:lnTo>
                <a:lnTo>
                  <a:pt x="1777051" y="31366"/>
                </a:lnTo>
                <a:lnTo>
                  <a:pt x="1776312" y="31283"/>
                </a:lnTo>
                <a:lnTo>
                  <a:pt x="1775562" y="31215"/>
                </a:lnTo>
                <a:lnTo>
                  <a:pt x="1774801" y="31162"/>
                </a:lnTo>
                <a:lnTo>
                  <a:pt x="1774028" y="31124"/>
                </a:lnTo>
                <a:lnTo>
                  <a:pt x="1773244" y="31101"/>
                </a:lnTo>
                <a:lnTo>
                  <a:pt x="1772450" y="31093"/>
                </a:lnTo>
                <a:lnTo>
                  <a:pt x="1771664" y="31101"/>
                </a:lnTo>
                <a:lnTo>
                  <a:pt x="1770889" y="31124"/>
                </a:lnTo>
                <a:lnTo>
                  <a:pt x="1770122" y="31162"/>
                </a:lnTo>
                <a:lnTo>
                  <a:pt x="1769365" y="31215"/>
                </a:lnTo>
                <a:lnTo>
                  <a:pt x="1768618" y="31283"/>
                </a:lnTo>
                <a:lnTo>
                  <a:pt x="1767880" y="31366"/>
                </a:lnTo>
                <a:lnTo>
                  <a:pt x="1767151" y="31464"/>
                </a:lnTo>
                <a:lnTo>
                  <a:pt x="1766432" y="31578"/>
                </a:lnTo>
                <a:lnTo>
                  <a:pt x="1765722" y="31707"/>
                </a:lnTo>
                <a:lnTo>
                  <a:pt x="1765022" y="31850"/>
                </a:lnTo>
                <a:lnTo>
                  <a:pt x="1764331" y="32009"/>
                </a:lnTo>
                <a:lnTo>
                  <a:pt x="1763649" y="32184"/>
                </a:lnTo>
                <a:lnTo>
                  <a:pt x="1762977" y="32373"/>
                </a:lnTo>
                <a:lnTo>
                  <a:pt x="1762315" y="32577"/>
                </a:lnTo>
                <a:lnTo>
                  <a:pt x="1761662" y="32797"/>
                </a:lnTo>
                <a:lnTo>
                  <a:pt x="1761018" y="33031"/>
                </a:lnTo>
                <a:lnTo>
                  <a:pt x="1760384" y="33281"/>
                </a:lnTo>
                <a:lnTo>
                  <a:pt x="1759759" y="33546"/>
                </a:lnTo>
                <a:lnTo>
                  <a:pt x="1759143" y="33826"/>
                </a:lnTo>
                <a:lnTo>
                  <a:pt x="1758537" y="34122"/>
                </a:lnTo>
                <a:lnTo>
                  <a:pt x="1757941" y="34432"/>
                </a:lnTo>
                <a:lnTo>
                  <a:pt x="1757354" y="34758"/>
                </a:lnTo>
                <a:lnTo>
                  <a:pt x="1756776" y="35098"/>
                </a:lnTo>
                <a:lnTo>
                  <a:pt x="1756208" y="35454"/>
                </a:lnTo>
                <a:lnTo>
                  <a:pt x="1755651" y="35818"/>
                </a:lnTo>
                <a:lnTo>
                  <a:pt x="1755107" y="36194"/>
                </a:lnTo>
                <a:lnTo>
                  <a:pt x="1754575" y="36583"/>
                </a:lnTo>
                <a:lnTo>
                  <a:pt x="1754057" y="36983"/>
                </a:lnTo>
                <a:lnTo>
                  <a:pt x="1753552" y="37396"/>
                </a:lnTo>
                <a:lnTo>
                  <a:pt x="1753060" y="37820"/>
                </a:lnTo>
                <a:lnTo>
                  <a:pt x="1752580" y="38257"/>
                </a:lnTo>
                <a:lnTo>
                  <a:pt x="1752114" y="38705"/>
                </a:lnTo>
                <a:lnTo>
                  <a:pt x="1751660" y="39166"/>
                </a:lnTo>
                <a:lnTo>
                  <a:pt x="1751220" y="39639"/>
                </a:lnTo>
                <a:lnTo>
                  <a:pt x="1750792" y="40124"/>
                </a:lnTo>
                <a:lnTo>
                  <a:pt x="1750378" y="40620"/>
                </a:lnTo>
                <a:lnTo>
                  <a:pt x="1749976" y="41129"/>
                </a:lnTo>
                <a:lnTo>
                  <a:pt x="1749587" y="41651"/>
                </a:lnTo>
                <a:lnTo>
                  <a:pt x="1749212" y="42184"/>
                </a:lnTo>
                <a:lnTo>
                  <a:pt x="1748849" y="42729"/>
                </a:lnTo>
                <a:lnTo>
                  <a:pt x="1748499" y="43286"/>
                </a:lnTo>
                <a:lnTo>
                  <a:pt x="1748162" y="43855"/>
                </a:lnTo>
                <a:lnTo>
                  <a:pt x="1747838" y="44437"/>
                </a:lnTo>
                <a:lnTo>
                  <a:pt x="1747527" y="45030"/>
                </a:lnTo>
                <a:lnTo>
                  <a:pt x="1747229" y="45636"/>
                </a:lnTo>
                <a:lnTo>
                  <a:pt x="1746943" y="46253"/>
                </a:lnTo>
                <a:lnTo>
                  <a:pt x="1746671" y="46883"/>
                </a:lnTo>
                <a:lnTo>
                  <a:pt x="1746412" y="47525"/>
                </a:lnTo>
                <a:lnTo>
                  <a:pt x="1745148" y="47525"/>
                </a:lnTo>
                <a:lnTo>
                  <a:pt x="1745148" y="32357"/>
                </a:lnTo>
                <a:lnTo>
                  <a:pt x="1730739" y="32357"/>
                </a:lnTo>
                <a:lnTo>
                  <a:pt x="1730739" y="129429"/>
                </a:lnTo>
                <a:lnTo>
                  <a:pt x="1745654" y="129429"/>
                </a:lnTo>
                <a:lnTo>
                  <a:pt x="1745654" y="68759"/>
                </a:lnTo>
                <a:lnTo>
                  <a:pt x="1745659" y="68167"/>
                </a:lnTo>
                <a:lnTo>
                  <a:pt x="1745675" y="67581"/>
                </a:lnTo>
                <a:lnTo>
                  <a:pt x="1745701" y="67001"/>
                </a:lnTo>
                <a:close/>
                <a:moveTo>
                  <a:pt x="1966253" y="76300"/>
                </a:moveTo>
                <a:lnTo>
                  <a:pt x="1966209" y="75220"/>
                </a:lnTo>
                <a:lnTo>
                  <a:pt x="1966153" y="74154"/>
                </a:lnTo>
                <a:lnTo>
                  <a:pt x="1966084" y="73104"/>
                </a:lnTo>
                <a:lnTo>
                  <a:pt x="1966003" y="72069"/>
                </a:lnTo>
                <a:lnTo>
                  <a:pt x="1965909" y="71049"/>
                </a:lnTo>
                <a:lnTo>
                  <a:pt x="1965803" y="70043"/>
                </a:lnTo>
                <a:lnTo>
                  <a:pt x="1965684" y="69053"/>
                </a:lnTo>
                <a:lnTo>
                  <a:pt x="1965553" y="68077"/>
                </a:lnTo>
                <a:lnTo>
                  <a:pt x="1965409" y="67116"/>
                </a:lnTo>
                <a:lnTo>
                  <a:pt x="1965252" y="66170"/>
                </a:lnTo>
                <a:lnTo>
                  <a:pt x="1965084" y="65240"/>
                </a:lnTo>
                <a:lnTo>
                  <a:pt x="1964902" y="64324"/>
                </a:lnTo>
                <a:lnTo>
                  <a:pt x="1964708" y="63423"/>
                </a:lnTo>
                <a:lnTo>
                  <a:pt x="1964502" y="62537"/>
                </a:lnTo>
                <a:lnTo>
                  <a:pt x="1964283" y="61665"/>
                </a:lnTo>
                <a:lnTo>
                  <a:pt x="1964052" y="60809"/>
                </a:lnTo>
                <a:lnTo>
                  <a:pt x="1963808" y="59968"/>
                </a:lnTo>
                <a:lnTo>
                  <a:pt x="1963551" y="59141"/>
                </a:lnTo>
                <a:lnTo>
                  <a:pt x="1963282" y="58330"/>
                </a:lnTo>
                <a:lnTo>
                  <a:pt x="1963001" y="57533"/>
                </a:lnTo>
                <a:lnTo>
                  <a:pt x="1962707" y="56752"/>
                </a:lnTo>
                <a:lnTo>
                  <a:pt x="1962403" y="55984"/>
                </a:lnTo>
                <a:lnTo>
                  <a:pt x="1962090" y="55229"/>
                </a:lnTo>
                <a:lnTo>
                  <a:pt x="1961768" y="54486"/>
                </a:lnTo>
                <a:lnTo>
                  <a:pt x="1961438" y="53757"/>
                </a:lnTo>
                <a:lnTo>
                  <a:pt x="1961099" y="53040"/>
                </a:lnTo>
                <a:lnTo>
                  <a:pt x="1960752" y="52336"/>
                </a:lnTo>
                <a:lnTo>
                  <a:pt x="1960396" y="51644"/>
                </a:lnTo>
                <a:lnTo>
                  <a:pt x="1960032" y="50966"/>
                </a:lnTo>
                <a:lnTo>
                  <a:pt x="1959659" y="50300"/>
                </a:lnTo>
                <a:lnTo>
                  <a:pt x="1959277" y="49646"/>
                </a:lnTo>
                <a:lnTo>
                  <a:pt x="1958887" y="49006"/>
                </a:lnTo>
                <a:lnTo>
                  <a:pt x="1958489" y="48378"/>
                </a:lnTo>
                <a:lnTo>
                  <a:pt x="1958081" y="47763"/>
                </a:lnTo>
                <a:lnTo>
                  <a:pt x="1957666" y="47161"/>
                </a:lnTo>
                <a:lnTo>
                  <a:pt x="1957241" y="46571"/>
                </a:lnTo>
                <a:lnTo>
                  <a:pt x="1956809" y="45994"/>
                </a:lnTo>
                <a:lnTo>
                  <a:pt x="1956367" y="45430"/>
                </a:lnTo>
                <a:lnTo>
                  <a:pt x="1955917" y="44878"/>
                </a:lnTo>
                <a:lnTo>
                  <a:pt x="1955459" y="44340"/>
                </a:lnTo>
                <a:lnTo>
                  <a:pt x="1954992" y="43814"/>
                </a:lnTo>
                <a:lnTo>
                  <a:pt x="1954516" y="43300"/>
                </a:lnTo>
                <a:lnTo>
                  <a:pt x="1954032" y="42800"/>
                </a:lnTo>
                <a:lnTo>
                  <a:pt x="1953539" y="42312"/>
                </a:lnTo>
                <a:lnTo>
                  <a:pt x="1953038" y="41837"/>
                </a:lnTo>
                <a:lnTo>
                  <a:pt x="1952530" y="41369"/>
                </a:lnTo>
                <a:lnTo>
                  <a:pt x="1952017" y="40911"/>
                </a:lnTo>
                <a:lnTo>
                  <a:pt x="1951500" y="40464"/>
                </a:lnTo>
                <a:lnTo>
                  <a:pt x="1950979" y="40029"/>
                </a:lnTo>
                <a:lnTo>
                  <a:pt x="1950452" y="39604"/>
                </a:lnTo>
                <a:lnTo>
                  <a:pt x="1949921" y="39191"/>
                </a:lnTo>
                <a:lnTo>
                  <a:pt x="1949386" y="38788"/>
                </a:lnTo>
                <a:lnTo>
                  <a:pt x="1948846" y="38396"/>
                </a:lnTo>
                <a:lnTo>
                  <a:pt x="1948301" y="38016"/>
                </a:lnTo>
                <a:lnTo>
                  <a:pt x="1947752" y="37646"/>
                </a:lnTo>
                <a:lnTo>
                  <a:pt x="1947198" y="37287"/>
                </a:lnTo>
                <a:lnTo>
                  <a:pt x="1946639" y="36939"/>
                </a:lnTo>
                <a:lnTo>
                  <a:pt x="1946076" y="36602"/>
                </a:lnTo>
                <a:lnTo>
                  <a:pt x="1945508" y="36276"/>
                </a:lnTo>
                <a:lnTo>
                  <a:pt x="1944936" y="35962"/>
                </a:lnTo>
                <a:lnTo>
                  <a:pt x="1944359" y="35658"/>
                </a:lnTo>
                <a:lnTo>
                  <a:pt x="1943777" y="35365"/>
                </a:lnTo>
                <a:lnTo>
                  <a:pt x="1943191" y="35083"/>
                </a:lnTo>
                <a:lnTo>
                  <a:pt x="1942600" y="34812"/>
                </a:lnTo>
                <a:lnTo>
                  <a:pt x="1942004" y="34552"/>
                </a:lnTo>
                <a:lnTo>
                  <a:pt x="1941404" y="34303"/>
                </a:lnTo>
                <a:lnTo>
                  <a:pt x="1940800" y="34065"/>
                </a:lnTo>
                <a:lnTo>
                  <a:pt x="1940190" y="33837"/>
                </a:lnTo>
                <a:lnTo>
                  <a:pt x="1939577" y="33621"/>
                </a:lnTo>
                <a:lnTo>
                  <a:pt x="1938960" y="33415"/>
                </a:lnTo>
                <a:lnTo>
                  <a:pt x="1938343" y="33218"/>
                </a:lnTo>
                <a:lnTo>
                  <a:pt x="1937725" y="33029"/>
                </a:lnTo>
                <a:lnTo>
                  <a:pt x="1937107" y="32849"/>
                </a:lnTo>
                <a:lnTo>
                  <a:pt x="1936487" y="32678"/>
                </a:lnTo>
                <a:lnTo>
                  <a:pt x="1935868" y="32515"/>
                </a:lnTo>
                <a:lnTo>
                  <a:pt x="1935247" y="32362"/>
                </a:lnTo>
                <a:lnTo>
                  <a:pt x="1934626" y="32217"/>
                </a:lnTo>
                <a:lnTo>
                  <a:pt x="1934004" y="32081"/>
                </a:lnTo>
                <a:lnTo>
                  <a:pt x="1933382" y="31954"/>
                </a:lnTo>
                <a:lnTo>
                  <a:pt x="1932759" y="31835"/>
                </a:lnTo>
                <a:lnTo>
                  <a:pt x="1932135" y="31725"/>
                </a:lnTo>
                <a:lnTo>
                  <a:pt x="1931511" y="31624"/>
                </a:lnTo>
                <a:lnTo>
                  <a:pt x="1930886" y="31532"/>
                </a:lnTo>
                <a:lnTo>
                  <a:pt x="1930260" y="31449"/>
                </a:lnTo>
                <a:lnTo>
                  <a:pt x="1929633" y="31374"/>
                </a:lnTo>
                <a:lnTo>
                  <a:pt x="1929006" y="31308"/>
                </a:lnTo>
                <a:lnTo>
                  <a:pt x="1928379" y="31251"/>
                </a:lnTo>
                <a:lnTo>
                  <a:pt x="1927750" y="31203"/>
                </a:lnTo>
                <a:lnTo>
                  <a:pt x="1927121" y="31164"/>
                </a:lnTo>
                <a:lnTo>
                  <a:pt x="1926492" y="31133"/>
                </a:lnTo>
                <a:lnTo>
                  <a:pt x="1925861" y="31111"/>
                </a:lnTo>
                <a:lnTo>
                  <a:pt x="1925230" y="31098"/>
                </a:lnTo>
                <a:lnTo>
                  <a:pt x="1924599" y="31093"/>
                </a:lnTo>
                <a:lnTo>
                  <a:pt x="1923509" y="31105"/>
                </a:lnTo>
                <a:lnTo>
                  <a:pt x="1922431" y="31138"/>
                </a:lnTo>
                <a:lnTo>
                  <a:pt x="1921364" y="31194"/>
                </a:lnTo>
                <a:lnTo>
                  <a:pt x="1920308" y="31272"/>
                </a:lnTo>
                <a:lnTo>
                  <a:pt x="1919264" y="31373"/>
                </a:lnTo>
                <a:lnTo>
                  <a:pt x="1918231" y="31496"/>
                </a:lnTo>
                <a:lnTo>
                  <a:pt x="1917210" y="31642"/>
                </a:lnTo>
                <a:lnTo>
                  <a:pt x="1916200" y="31810"/>
                </a:lnTo>
                <a:lnTo>
                  <a:pt x="1915202" y="32000"/>
                </a:lnTo>
                <a:lnTo>
                  <a:pt x="1914215" y="32213"/>
                </a:lnTo>
                <a:lnTo>
                  <a:pt x="1913239" y="32448"/>
                </a:lnTo>
                <a:lnTo>
                  <a:pt x="1912275" y="32705"/>
                </a:lnTo>
                <a:lnTo>
                  <a:pt x="1911322" y="32985"/>
                </a:lnTo>
                <a:lnTo>
                  <a:pt x="1910381" y="33287"/>
                </a:lnTo>
                <a:lnTo>
                  <a:pt x="1909451" y="33611"/>
                </a:lnTo>
                <a:lnTo>
                  <a:pt x="1908532" y="33958"/>
                </a:lnTo>
                <a:lnTo>
                  <a:pt x="1907625" y="34328"/>
                </a:lnTo>
                <a:lnTo>
                  <a:pt x="1906729" y="34719"/>
                </a:lnTo>
                <a:lnTo>
                  <a:pt x="1905845" y="35133"/>
                </a:lnTo>
                <a:lnTo>
                  <a:pt x="1904972" y="35570"/>
                </a:lnTo>
                <a:lnTo>
                  <a:pt x="1904111" y="36029"/>
                </a:lnTo>
                <a:lnTo>
                  <a:pt x="1903261" y="36510"/>
                </a:lnTo>
                <a:lnTo>
                  <a:pt x="1902422" y="37014"/>
                </a:lnTo>
                <a:lnTo>
                  <a:pt x="1901595" y="37540"/>
                </a:lnTo>
                <a:lnTo>
                  <a:pt x="1900786" y="38080"/>
                </a:lnTo>
                <a:lnTo>
                  <a:pt x="1899992" y="38639"/>
                </a:lnTo>
                <a:lnTo>
                  <a:pt x="1899213" y="39214"/>
                </a:lnTo>
                <a:lnTo>
                  <a:pt x="1898449" y="39808"/>
                </a:lnTo>
                <a:lnTo>
                  <a:pt x="1897700" y="40419"/>
                </a:lnTo>
                <a:lnTo>
                  <a:pt x="1896965" y="41047"/>
                </a:lnTo>
                <a:lnTo>
                  <a:pt x="1896246" y="41693"/>
                </a:lnTo>
                <a:lnTo>
                  <a:pt x="1895542" y="42357"/>
                </a:lnTo>
                <a:lnTo>
                  <a:pt x="1894852" y="43038"/>
                </a:lnTo>
                <a:lnTo>
                  <a:pt x="1894178" y="43736"/>
                </a:lnTo>
                <a:lnTo>
                  <a:pt x="1893518" y="44453"/>
                </a:lnTo>
                <a:lnTo>
                  <a:pt x="1892873" y="45187"/>
                </a:lnTo>
                <a:lnTo>
                  <a:pt x="1892244" y="45938"/>
                </a:lnTo>
                <a:lnTo>
                  <a:pt x="1891629" y="46707"/>
                </a:lnTo>
                <a:lnTo>
                  <a:pt x="1891029" y="47493"/>
                </a:lnTo>
                <a:lnTo>
                  <a:pt x="1890444" y="48297"/>
                </a:lnTo>
                <a:lnTo>
                  <a:pt x="1889874" y="49119"/>
                </a:lnTo>
                <a:lnTo>
                  <a:pt x="1889318" y="49958"/>
                </a:lnTo>
                <a:lnTo>
                  <a:pt x="1888778" y="50815"/>
                </a:lnTo>
                <a:lnTo>
                  <a:pt x="1888253" y="51689"/>
                </a:lnTo>
                <a:lnTo>
                  <a:pt x="1887742" y="52581"/>
                </a:lnTo>
                <a:lnTo>
                  <a:pt x="1887247" y="53490"/>
                </a:lnTo>
                <a:lnTo>
                  <a:pt x="1886766" y="54417"/>
                </a:lnTo>
                <a:lnTo>
                  <a:pt x="1886301" y="55361"/>
                </a:lnTo>
                <a:lnTo>
                  <a:pt x="1885857" y="56316"/>
                </a:lnTo>
                <a:lnTo>
                  <a:pt x="1885433" y="57282"/>
                </a:lnTo>
                <a:lnTo>
                  <a:pt x="1885027" y="58261"/>
                </a:lnTo>
                <a:lnTo>
                  <a:pt x="1884640" y="59252"/>
                </a:lnTo>
                <a:lnTo>
                  <a:pt x="1884272" y="60255"/>
                </a:lnTo>
                <a:lnTo>
                  <a:pt x="1883923" y="61270"/>
                </a:lnTo>
                <a:lnTo>
                  <a:pt x="1883593" y="62298"/>
                </a:lnTo>
                <a:lnTo>
                  <a:pt x="1883281" y="63338"/>
                </a:lnTo>
                <a:lnTo>
                  <a:pt x="1882989" y="64391"/>
                </a:lnTo>
                <a:lnTo>
                  <a:pt x="1882715" y="65456"/>
                </a:lnTo>
                <a:lnTo>
                  <a:pt x="1882460" y="66533"/>
                </a:lnTo>
                <a:lnTo>
                  <a:pt x="1882224" y="67622"/>
                </a:lnTo>
                <a:lnTo>
                  <a:pt x="1882007" y="68723"/>
                </a:lnTo>
                <a:lnTo>
                  <a:pt x="1881809" y="69837"/>
                </a:lnTo>
                <a:lnTo>
                  <a:pt x="1881630" y="70963"/>
                </a:lnTo>
                <a:lnTo>
                  <a:pt x="1881469" y="72102"/>
                </a:lnTo>
                <a:lnTo>
                  <a:pt x="1881328" y="73253"/>
                </a:lnTo>
                <a:lnTo>
                  <a:pt x="1881205" y="74416"/>
                </a:lnTo>
                <a:lnTo>
                  <a:pt x="1881101" y="75591"/>
                </a:lnTo>
                <a:lnTo>
                  <a:pt x="1881017" y="76778"/>
                </a:lnTo>
                <a:lnTo>
                  <a:pt x="1880950" y="77978"/>
                </a:lnTo>
                <a:lnTo>
                  <a:pt x="1880903" y="79191"/>
                </a:lnTo>
                <a:lnTo>
                  <a:pt x="1880875" y="80415"/>
                </a:lnTo>
                <a:lnTo>
                  <a:pt x="1880866" y="81652"/>
                </a:lnTo>
                <a:lnTo>
                  <a:pt x="1880875" y="82888"/>
                </a:lnTo>
                <a:lnTo>
                  <a:pt x="1880903" y="84112"/>
                </a:lnTo>
                <a:lnTo>
                  <a:pt x="1880950" y="85323"/>
                </a:lnTo>
                <a:lnTo>
                  <a:pt x="1881017" y="86521"/>
                </a:lnTo>
                <a:lnTo>
                  <a:pt x="1881101" y="87707"/>
                </a:lnTo>
                <a:lnTo>
                  <a:pt x="1881205" y="88880"/>
                </a:lnTo>
                <a:lnTo>
                  <a:pt x="1881328" y="90040"/>
                </a:lnTo>
                <a:lnTo>
                  <a:pt x="1881469" y="91188"/>
                </a:lnTo>
                <a:lnTo>
                  <a:pt x="1881630" y="92322"/>
                </a:lnTo>
                <a:lnTo>
                  <a:pt x="1881809" y="93444"/>
                </a:lnTo>
                <a:lnTo>
                  <a:pt x="1882007" y="94554"/>
                </a:lnTo>
                <a:lnTo>
                  <a:pt x="1882224" y="95650"/>
                </a:lnTo>
                <a:lnTo>
                  <a:pt x="1882460" y="96734"/>
                </a:lnTo>
                <a:lnTo>
                  <a:pt x="1882715" y="97805"/>
                </a:lnTo>
                <a:lnTo>
                  <a:pt x="1882989" y="98863"/>
                </a:lnTo>
                <a:lnTo>
                  <a:pt x="1883281" y="99909"/>
                </a:lnTo>
                <a:lnTo>
                  <a:pt x="1883593" y="100942"/>
                </a:lnTo>
                <a:lnTo>
                  <a:pt x="1883923" y="101962"/>
                </a:lnTo>
                <a:lnTo>
                  <a:pt x="1884272" y="102969"/>
                </a:lnTo>
                <a:lnTo>
                  <a:pt x="1884640" y="103964"/>
                </a:lnTo>
                <a:lnTo>
                  <a:pt x="1885027" y="104946"/>
                </a:lnTo>
                <a:lnTo>
                  <a:pt x="1885433" y="105915"/>
                </a:lnTo>
                <a:lnTo>
                  <a:pt x="1885857" y="106872"/>
                </a:lnTo>
                <a:lnTo>
                  <a:pt x="1886301" y="107816"/>
                </a:lnTo>
                <a:lnTo>
                  <a:pt x="1886767" y="108739"/>
                </a:lnTo>
                <a:lnTo>
                  <a:pt x="1887249" y="109646"/>
                </a:lnTo>
                <a:lnTo>
                  <a:pt x="1887747" y="110535"/>
                </a:lnTo>
                <a:lnTo>
                  <a:pt x="1888262" y="111407"/>
                </a:lnTo>
                <a:lnTo>
                  <a:pt x="1888792" y="112263"/>
                </a:lnTo>
                <a:lnTo>
                  <a:pt x="1889338" y="113101"/>
                </a:lnTo>
                <a:lnTo>
                  <a:pt x="1889900" y="113922"/>
                </a:lnTo>
                <a:lnTo>
                  <a:pt x="1890479" y="114725"/>
                </a:lnTo>
                <a:lnTo>
                  <a:pt x="1891073" y="115512"/>
                </a:lnTo>
                <a:lnTo>
                  <a:pt x="1891683" y="116282"/>
                </a:lnTo>
                <a:lnTo>
                  <a:pt x="1892310" y="117034"/>
                </a:lnTo>
                <a:lnTo>
                  <a:pt x="1892952" y="117769"/>
                </a:lnTo>
                <a:lnTo>
                  <a:pt x="1893611" y="118488"/>
                </a:lnTo>
                <a:lnTo>
                  <a:pt x="1894285" y="119189"/>
                </a:lnTo>
                <a:lnTo>
                  <a:pt x="1894976" y="119873"/>
                </a:lnTo>
                <a:lnTo>
                  <a:pt x="1895682" y="120540"/>
                </a:lnTo>
                <a:lnTo>
                  <a:pt x="1896405" y="121189"/>
                </a:lnTo>
                <a:lnTo>
                  <a:pt x="1897143" y="121822"/>
                </a:lnTo>
                <a:lnTo>
                  <a:pt x="1897898" y="122437"/>
                </a:lnTo>
                <a:lnTo>
                  <a:pt x="1898668" y="123036"/>
                </a:lnTo>
                <a:lnTo>
                  <a:pt x="1899455" y="123617"/>
                </a:lnTo>
                <a:lnTo>
                  <a:pt x="1900257" y="124181"/>
                </a:lnTo>
                <a:lnTo>
                  <a:pt x="1901076" y="124728"/>
                </a:lnTo>
                <a:lnTo>
                  <a:pt x="1901911" y="125258"/>
                </a:lnTo>
                <a:lnTo>
                  <a:pt x="1902765" y="125764"/>
                </a:lnTo>
                <a:lnTo>
                  <a:pt x="1903633" y="126248"/>
                </a:lnTo>
                <a:lnTo>
                  <a:pt x="1904515" y="126710"/>
                </a:lnTo>
                <a:lnTo>
                  <a:pt x="1905409" y="127151"/>
                </a:lnTo>
                <a:lnTo>
                  <a:pt x="1906317" y="127570"/>
                </a:lnTo>
                <a:lnTo>
                  <a:pt x="1907239" y="127968"/>
                </a:lnTo>
                <a:lnTo>
                  <a:pt x="1908174" y="128344"/>
                </a:lnTo>
                <a:lnTo>
                  <a:pt x="1909122" y="128699"/>
                </a:lnTo>
                <a:lnTo>
                  <a:pt x="1910084" y="129032"/>
                </a:lnTo>
                <a:lnTo>
                  <a:pt x="1911059" y="129344"/>
                </a:lnTo>
                <a:lnTo>
                  <a:pt x="1912047" y="129635"/>
                </a:lnTo>
                <a:lnTo>
                  <a:pt x="1913049" y="129903"/>
                </a:lnTo>
                <a:lnTo>
                  <a:pt x="1914064" y="130151"/>
                </a:lnTo>
                <a:lnTo>
                  <a:pt x="1915093" y="130376"/>
                </a:lnTo>
                <a:lnTo>
                  <a:pt x="1916135" y="130581"/>
                </a:lnTo>
                <a:lnTo>
                  <a:pt x="1917190" y="130764"/>
                </a:lnTo>
                <a:lnTo>
                  <a:pt x="1918259" y="130925"/>
                </a:lnTo>
                <a:lnTo>
                  <a:pt x="1919341" y="131065"/>
                </a:lnTo>
                <a:lnTo>
                  <a:pt x="1920437" y="131183"/>
                </a:lnTo>
                <a:lnTo>
                  <a:pt x="1921546" y="131280"/>
                </a:lnTo>
                <a:lnTo>
                  <a:pt x="1922668" y="131355"/>
                </a:lnTo>
                <a:lnTo>
                  <a:pt x="1923804" y="131409"/>
                </a:lnTo>
                <a:lnTo>
                  <a:pt x="1924953" y="131441"/>
                </a:lnTo>
                <a:lnTo>
                  <a:pt x="1926115" y="131452"/>
                </a:lnTo>
                <a:lnTo>
                  <a:pt x="1926934" y="131446"/>
                </a:lnTo>
                <a:lnTo>
                  <a:pt x="1927745" y="131431"/>
                </a:lnTo>
                <a:lnTo>
                  <a:pt x="1928550" y="131404"/>
                </a:lnTo>
                <a:lnTo>
                  <a:pt x="1929347" y="131367"/>
                </a:lnTo>
                <a:lnTo>
                  <a:pt x="1930138" y="131320"/>
                </a:lnTo>
                <a:lnTo>
                  <a:pt x="1930922" y="131262"/>
                </a:lnTo>
                <a:lnTo>
                  <a:pt x="1931700" y="131194"/>
                </a:lnTo>
                <a:lnTo>
                  <a:pt x="1932470" y="131115"/>
                </a:lnTo>
                <a:lnTo>
                  <a:pt x="1933234" y="131025"/>
                </a:lnTo>
                <a:lnTo>
                  <a:pt x="1933991" y="130925"/>
                </a:lnTo>
                <a:lnTo>
                  <a:pt x="1934741" y="130814"/>
                </a:lnTo>
                <a:lnTo>
                  <a:pt x="1935485" y="130693"/>
                </a:lnTo>
                <a:lnTo>
                  <a:pt x="1936221" y="130562"/>
                </a:lnTo>
                <a:lnTo>
                  <a:pt x="1936951" y="130419"/>
                </a:lnTo>
                <a:lnTo>
                  <a:pt x="1937674" y="130267"/>
                </a:lnTo>
                <a:lnTo>
                  <a:pt x="1938390" y="130103"/>
                </a:lnTo>
                <a:lnTo>
                  <a:pt x="1939099" y="129930"/>
                </a:lnTo>
                <a:lnTo>
                  <a:pt x="1939802" y="129745"/>
                </a:lnTo>
                <a:lnTo>
                  <a:pt x="1940497" y="129551"/>
                </a:lnTo>
                <a:lnTo>
                  <a:pt x="1941186" y="129345"/>
                </a:lnTo>
                <a:lnTo>
                  <a:pt x="1941868" y="129129"/>
                </a:lnTo>
                <a:lnTo>
                  <a:pt x="1942544" y="128903"/>
                </a:lnTo>
                <a:lnTo>
                  <a:pt x="1943212" y="128666"/>
                </a:lnTo>
                <a:lnTo>
                  <a:pt x="1943874" y="128418"/>
                </a:lnTo>
                <a:lnTo>
                  <a:pt x="1944528" y="128156"/>
                </a:lnTo>
                <a:lnTo>
                  <a:pt x="1945173" y="127885"/>
                </a:lnTo>
                <a:lnTo>
                  <a:pt x="1945809" y="127607"/>
                </a:lnTo>
                <a:lnTo>
                  <a:pt x="1946437" y="127319"/>
                </a:lnTo>
                <a:lnTo>
                  <a:pt x="1947056" y="127024"/>
                </a:lnTo>
                <a:lnTo>
                  <a:pt x="1947666" y="126720"/>
                </a:lnTo>
                <a:lnTo>
                  <a:pt x="1948267" y="126408"/>
                </a:lnTo>
                <a:lnTo>
                  <a:pt x="1948860" y="126087"/>
                </a:lnTo>
                <a:lnTo>
                  <a:pt x="1949443" y="125758"/>
                </a:lnTo>
                <a:lnTo>
                  <a:pt x="1950018" y="125421"/>
                </a:lnTo>
                <a:lnTo>
                  <a:pt x="1950584" y="125075"/>
                </a:lnTo>
                <a:lnTo>
                  <a:pt x="1951142" y="124721"/>
                </a:lnTo>
                <a:lnTo>
                  <a:pt x="1951690" y="124359"/>
                </a:lnTo>
                <a:lnTo>
                  <a:pt x="1952230" y="123988"/>
                </a:lnTo>
                <a:lnTo>
                  <a:pt x="1952761" y="123609"/>
                </a:lnTo>
                <a:lnTo>
                  <a:pt x="1953283" y="123222"/>
                </a:lnTo>
                <a:lnTo>
                  <a:pt x="1953797" y="122826"/>
                </a:lnTo>
                <a:lnTo>
                  <a:pt x="1954302" y="122422"/>
                </a:lnTo>
                <a:lnTo>
                  <a:pt x="1954798" y="122010"/>
                </a:lnTo>
                <a:lnTo>
                  <a:pt x="1955285" y="121589"/>
                </a:lnTo>
                <a:lnTo>
                  <a:pt x="1955763" y="121160"/>
                </a:lnTo>
                <a:lnTo>
                  <a:pt x="1956233" y="120723"/>
                </a:lnTo>
                <a:lnTo>
                  <a:pt x="1956694" y="120277"/>
                </a:lnTo>
                <a:lnTo>
                  <a:pt x="1957146" y="119823"/>
                </a:lnTo>
                <a:lnTo>
                  <a:pt x="1957588" y="119357"/>
                </a:lnTo>
                <a:lnTo>
                  <a:pt x="1958019" y="118884"/>
                </a:lnTo>
                <a:lnTo>
                  <a:pt x="1958440" y="118405"/>
                </a:lnTo>
                <a:lnTo>
                  <a:pt x="1958850" y="117920"/>
                </a:lnTo>
                <a:lnTo>
                  <a:pt x="1959249" y="117429"/>
                </a:lnTo>
                <a:lnTo>
                  <a:pt x="1959638" y="116932"/>
                </a:lnTo>
                <a:lnTo>
                  <a:pt x="1960016" y="116429"/>
                </a:lnTo>
                <a:lnTo>
                  <a:pt x="1960383" y="115919"/>
                </a:lnTo>
                <a:lnTo>
                  <a:pt x="1960739" y="115403"/>
                </a:lnTo>
                <a:lnTo>
                  <a:pt x="1961085" y="114882"/>
                </a:lnTo>
                <a:lnTo>
                  <a:pt x="1961419" y="114354"/>
                </a:lnTo>
                <a:lnTo>
                  <a:pt x="1961743" y="113819"/>
                </a:lnTo>
                <a:lnTo>
                  <a:pt x="1962056" y="113279"/>
                </a:lnTo>
                <a:lnTo>
                  <a:pt x="1962359" y="112733"/>
                </a:lnTo>
                <a:lnTo>
                  <a:pt x="1962651" y="112180"/>
                </a:lnTo>
                <a:lnTo>
                  <a:pt x="1962932" y="111622"/>
                </a:lnTo>
                <a:lnTo>
                  <a:pt x="1963202" y="111057"/>
                </a:lnTo>
                <a:lnTo>
                  <a:pt x="1963461" y="110486"/>
                </a:lnTo>
                <a:lnTo>
                  <a:pt x="1963710" y="109909"/>
                </a:lnTo>
                <a:lnTo>
                  <a:pt x="1963948" y="109325"/>
                </a:lnTo>
                <a:lnTo>
                  <a:pt x="1964175" y="108736"/>
                </a:lnTo>
                <a:lnTo>
                  <a:pt x="1964392" y="108140"/>
                </a:lnTo>
                <a:lnTo>
                  <a:pt x="1964597" y="107539"/>
                </a:lnTo>
                <a:lnTo>
                  <a:pt x="1964792" y="106931"/>
                </a:lnTo>
                <a:lnTo>
                  <a:pt x="1950383" y="102886"/>
                </a:lnTo>
                <a:lnTo>
                  <a:pt x="1950223" y="103305"/>
                </a:lnTo>
                <a:lnTo>
                  <a:pt x="1950056" y="103717"/>
                </a:lnTo>
                <a:lnTo>
                  <a:pt x="1949885" y="104125"/>
                </a:lnTo>
                <a:lnTo>
                  <a:pt x="1949707" y="104526"/>
                </a:lnTo>
                <a:lnTo>
                  <a:pt x="1949525" y="104922"/>
                </a:lnTo>
                <a:lnTo>
                  <a:pt x="1949337" y="105311"/>
                </a:lnTo>
                <a:lnTo>
                  <a:pt x="1949143" y="105696"/>
                </a:lnTo>
                <a:lnTo>
                  <a:pt x="1948944" y="106074"/>
                </a:lnTo>
                <a:lnTo>
                  <a:pt x="1948739" y="106447"/>
                </a:lnTo>
                <a:lnTo>
                  <a:pt x="1948529" y="106814"/>
                </a:lnTo>
                <a:lnTo>
                  <a:pt x="1948314" y="107176"/>
                </a:lnTo>
                <a:lnTo>
                  <a:pt x="1948092" y="107531"/>
                </a:lnTo>
                <a:lnTo>
                  <a:pt x="1947866" y="107881"/>
                </a:lnTo>
                <a:lnTo>
                  <a:pt x="1947634" y="108226"/>
                </a:lnTo>
                <a:lnTo>
                  <a:pt x="1947396" y="108564"/>
                </a:lnTo>
                <a:lnTo>
                  <a:pt x="1947153" y="108897"/>
                </a:lnTo>
                <a:lnTo>
                  <a:pt x="1946905" y="109224"/>
                </a:lnTo>
                <a:lnTo>
                  <a:pt x="1946651" y="109546"/>
                </a:lnTo>
                <a:lnTo>
                  <a:pt x="1946391" y="109862"/>
                </a:lnTo>
                <a:lnTo>
                  <a:pt x="1946126" y="110172"/>
                </a:lnTo>
                <a:lnTo>
                  <a:pt x="1945856" y="110476"/>
                </a:lnTo>
                <a:lnTo>
                  <a:pt x="1945580" y="110775"/>
                </a:lnTo>
                <a:lnTo>
                  <a:pt x="1945299" y="111068"/>
                </a:lnTo>
                <a:lnTo>
                  <a:pt x="1945012" y="111355"/>
                </a:lnTo>
                <a:lnTo>
                  <a:pt x="1944720" y="111631"/>
                </a:lnTo>
                <a:lnTo>
                  <a:pt x="1944423" y="111902"/>
                </a:lnTo>
                <a:lnTo>
                  <a:pt x="1944122" y="112166"/>
                </a:lnTo>
                <a:lnTo>
                  <a:pt x="1943816" y="112426"/>
                </a:lnTo>
                <a:lnTo>
                  <a:pt x="1943506" y="112679"/>
                </a:lnTo>
                <a:lnTo>
                  <a:pt x="1943191" y="112927"/>
                </a:lnTo>
                <a:lnTo>
                  <a:pt x="1942871" y="113169"/>
                </a:lnTo>
                <a:lnTo>
                  <a:pt x="1942547" y="113405"/>
                </a:lnTo>
                <a:lnTo>
                  <a:pt x="1942218" y="113636"/>
                </a:lnTo>
                <a:lnTo>
                  <a:pt x="1941885" y="113861"/>
                </a:lnTo>
                <a:lnTo>
                  <a:pt x="1941547" y="114080"/>
                </a:lnTo>
                <a:lnTo>
                  <a:pt x="1941204" y="114293"/>
                </a:lnTo>
                <a:lnTo>
                  <a:pt x="1940857" y="114501"/>
                </a:lnTo>
                <a:lnTo>
                  <a:pt x="1940505" y="114703"/>
                </a:lnTo>
                <a:lnTo>
                  <a:pt x="1940148" y="114900"/>
                </a:lnTo>
                <a:lnTo>
                  <a:pt x="1939787" y="115090"/>
                </a:lnTo>
                <a:lnTo>
                  <a:pt x="1939421" y="115275"/>
                </a:lnTo>
                <a:lnTo>
                  <a:pt x="1939051" y="115455"/>
                </a:lnTo>
                <a:lnTo>
                  <a:pt x="1938676" y="115628"/>
                </a:lnTo>
                <a:lnTo>
                  <a:pt x="1938297" y="115796"/>
                </a:lnTo>
                <a:lnTo>
                  <a:pt x="1937913" y="115958"/>
                </a:lnTo>
                <a:lnTo>
                  <a:pt x="1937524" y="116115"/>
                </a:lnTo>
                <a:lnTo>
                  <a:pt x="1937131" y="116266"/>
                </a:lnTo>
                <a:lnTo>
                  <a:pt x="1936733" y="116411"/>
                </a:lnTo>
                <a:lnTo>
                  <a:pt x="1936336" y="116545"/>
                </a:lnTo>
                <a:lnTo>
                  <a:pt x="1935935" y="116673"/>
                </a:lnTo>
                <a:lnTo>
                  <a:pt x="1935530" y="116796"/>
                </a:lnTo>
                <a:lnTo>
                  <a:pt x="1935121" y="116913"/>
                </a:lnTo>
                <a:lnTo>
                  <a:pt x="1934708" y="117024"/>
                </a:lnTo>
                <a:lnTo>
                  <a:pt x="1934292" y="117129"/>
                </a:lnTo>
                <a:lnTo>
                  <a:pt x="1933871" y="117229"/>
                </a:lnTo>
                <a:lnTo>
                  <a:pt x="1933446" y="117323"/>
                </a:lnTo>
                <a:lnTo>
                  <a:pt x="1933018" y="117412"/>
                </a:lnTo>
                <a:lnTo>
                  <a:pt x="1932585" y="117495"/>
                </a:lnTo>
                <a:lnTo>
                  <a:pt x="1932149" y="117572"/>
                </a:lnTo>
                <a:lnTo>
                  <a:pt x="1931708" y="117643"/>
                </a:lnTo>
                <a:lnTo>
                  <a:pt x="1931264" y="117709"/>
                </a:lnTo>
                <a:lnTo>
                  <a:pt x="1930816" y="117768"/>
                </a:lnTo>
                <a:lnTo>
                  <a:pt x="1930363" y="117823"/>
                </a:lnTo>
                <a:lnTo>
                  <a:pt x="1929907" y="117871"/>
                </a:lnTo>
                <a:lnTo>
                  <a:pt x="1929447" y="117914"/>
                </a:lnTo>
                <a:lnTo>
                  <a:pt x="1928983" y="117951"/>
                </a:lnTo>
                <a:lnTo>
                  <a:pt x="1928515" y="117982"/>
                </a:lnTo>
                <a:lnTo>
                  <a:pt x="1928043" y="118008"/>
                </a:lnTo>
                <a:lnTo>
                  <a:pt x="1927567" y="118028"/>
                </a:lnTo>
                <a:lnTo>
                  <a:pt x="1927087" y="118042"/>
                </a:lnTo>
                <a:lnTo>
                  <a:pt x="1926603" y="118051"/>
                </a:lnTo>
                <a:lnTo>
                  <a:pt x="1926115" y="118054"/>
                </a:lnTo>
                <a:lnTo>
                  <a:pt x="1925366" y="118047"/>
                </a:lnTo>
                <a:lnTo>
                  <a:pt x="1924625" y="118027"/>
                </a:lnTo>
                <a:lnTo>
                  <a:pt x="1923891" y="117993"/>
                </a:lnTo>
                <a:lnTo>
                  <a:pt x="1923164" y="117945"/>
                </a:lnTo>
                <a:lnTo>
                  <a:pt x="1922446" y="117884"/>
                </a:lnTo>
                <a:lnTo>
                  <a:pt x="1921735" y="117809"/>
                </a:lnTo>
                <a:lnTo>
                  <a:pt x="1921032" y="117720"/>
                </a:lnTo>
                <a:lnTo>
                  <a:pt x="1920336" y="117618"/>
                </a:lnTo>
                <a:lnTo>
                  <a:pt x="1919649" y="117503"/>
                </a:lnTo>
                <a:lnTo>
                  <a:pt x="1918968" y="117373"/>
                </a:lnTo>
                <a:lnTo>
                  <a:pt x="1918296" y="117231"/>
                </a:lnTo>
                <a:lnTo>
                  <a:pt x="1917631" y="117074"/>
                </a:lnTo>
                <a:lnTo>
                  <a:pt x="1916974" y="116904"/>
                </a:lnTo>
                <a:lnTo>
                  <a:pt x="1916325" y="116720"/>
                </a:lnTo>
                <a:lnTo>
                  <a:pt x="1915683" y="116523"/>
                </a:lnTo>
                <a:lnTo>
                  <a:pt x="1915049" y="116312"/>
                </a:lnTo>
                <a:lnTo>
                  <a:pt x="1914422" y="116088"/>
                </a:lnTo>
                <a:lnTo>
                  <a:pt x="1913804" y="115850"/>
                </a:lnTo>
                <a:lnTo>
                  <a:pt x="1913193" y="115598"/>
                </a:lnTo>
                <a:lnTo>
                  <a:pt x="1912589" y="115333"/>
                </a:lnTo>
                <a:lnTo>
                  <a:pt x="1911994" y="115054"/>
                </a:lnTo>
                <a:lnTo>
                  <a:pt x="1911406" y="114761"/>
                </a:lnTo>
                <a:lnTo>
                  <a:pt x="1910825" y="114455"/>
                </a:lnTo>
                <a:lnTo>
                  <a:pt x="1910253" y="114135"/>
                </a:lnTo>
                <a:lnTo>
                  <a:pt x="1909689" y="113797"/>
                </a:lnTo>
                <a:lnTo>
                  <a:pt x="1909136" y="113447"/>
                </a:lnTo>
                <a:lnTo>
                  <a:pt x="1908593" y="113084"/>
                </a:lnTo>
                <a:lnTo>
                  <a:pt x="1908060" y="112708"/>
                </a:lnTo>
                <a:lnTo>
                  <a:pt x="1907538" y="112320"/>
                </a:lnTo>
                <a:lnTo>
                  <a:pt x="1907026" y="111920"/>
                </a:lnTo>
                <a:lnTo>
                  <a:pt x="1906524" y="111507"/>
                </a:lnTo>
                <a:lnTo>
                  <a:pt x="1906033" y="111081"/>
                </a:lnTo>
                <a:lnTo>
                  <a:pt x="1905551" y="110643"/>
                </a:lnTo>
                <a:lnTo>
                  <a:pt x="1905081" y="110192"/>
                </a:lnTo>
                <a:lnTo>
                  <a:pt x="1904620" y="109729"/>
                </a:lnTo>
                <a:lnTo>
                  <a:pt x="1904170" y="109253"/>
                </a:lnTo>
                <a:lnTo>
                  <a:pt x="1903730" y="108765"/>
                </a:lnTo>
                <a:lnTo>
                  <a:pt x="1903301" y="108265"/>
                </a:lnTo>
                <a:lnTo>
                  <a:pt x="1902881" y="107752"/>
                </a:lnTo>
                <a:lnTo>
                  <a:pt x="1902472" y="107226"/>
                </a:lnTo>
                <a:lnTo>
                  <a:pt x="1902074" y="106688"/>
                </a:lnTo>
                <a:lnTo>
                  <a:pt x="1901685" y="106137"/>
                </a:lnTo>
                <a:lnTo>
                  <a:pt x="1901307" y="105574"/>
                </a:lnTo>
                <a:lnTo>
                  <a:pt x="1900940" y="104998"/>
                </a:lnTo>
                <a:lnTo>
                  <a:pt x="1900582" y="104410"/>
                </a:lnTo>
                <a:lnTo>
                  <a:pt x="1900235" y="103809"/>
                </a:lnTo>
                <a:lnTo>
                  <a:pt x="1899899" y="103196"/>
                </a:lnTo>
                <a:lnTo>
                  <a:pt x="1899572" y="102570"/>
                </a:lnTo>
                <a:lnTo>
                  <a:pt x="1899263" y="101927"/>
                </a:lnTo>
                <a:lnTo>
                  <a:pt x="1898967" y="101273"/>
                </a:lnTo>
                <a:lnTo>
                  <a:pt x="1898684" y="100606"/>
                </a:lnTo>
                <a:lnTo>
                  <a:pt x="1898414" y="99928"/>
                </a:lnTo>
                <a:lnTo>
                  <a:pt x="1898157" y="99239"/>
                </a:lnTo>
                <a:lnTo>
                  <a:pt x="1897913" y="98537"/>
                </a:lnTo>
                <a:lnTo>
                  <a:pt x="1897683" y="97825"/>
                </a:lnTo>
                <a:lnTo>
                  <a:pt x="1897466" y="97100"/>
                </a:lnTo>
                <a:lnTo>
                  <a:pt x="1897262" y="96364"/>
                </a:lnTo>
                <a:lnTo>
                  <a:pt x="1897071" y="95616"/>
                </a:lnTo>
                <a:lnTo>
                  <a:pt x="1896893" y="94857"/>
                </a:lnTo>
                <a:lnTo>
                  <a:pt x="1896728" y="94086"/>
                </a:lnTo>
                <a:lnTo>
                  <a:pt x="1896577" y="93303"/>
                </a:lnTo>
                <a:lnTo>
                  <a:pt x="1896439" y="92509"/>
                </a:lnTo>
                <a:lnTo>
                  <a:pt x="1896314" y="91703"/>
                </a:lnTo>
                <a:lnTo>
                  <a:pt x="1896202" y="90886"/>
                </a:lnTo>
                <a:lnTo>
                  <a:pt x="1896103" y="90057"/>
                </a:lnTo>
                <a:lnTo>
                  <a:pt x="1896017" y="89216"/>
                </a:lnTo>
                <a:lnTo>
                  <a:pt x="1895945" y="88363"/>
                </a:lnTo>
                <a:lnTo>
                  <a:pt x="1895886" y="87499"/>
                </a:lnTo>
                <a:lnTo>
                  <a:pt x="1895840" y="86624"/>
                </a:lnTo>
                <a:lnTo>
                  <a:pt x="1895815" y="85949"/>
                </a:lnTo>
                <a:lnTo>
                  <a:pt x="1966309" y="85949"/>
                </a:lnTo>
                <a:lnTo>
                  <a:pt x="1966309" y="79629"/>
                </a:lnTo>
                <a:lnTo>
                  <a:pt x="1966303" y="78505"/>
                </a:lnTo>
                <a:lnTo>
                  <a:pt x="1966284" y="77395"/>
                </a:lnTo>
                <a:lnTo>
                  <a:pt x="1966253" y="76300"/>
                </a:lnTo>
                <a:close/>
                <a:moveTo>
                  <a:pt x="1895998" y="71382"/>
                </a:moveTo>
                <a:lnTo>
                  <a:pt x="1896076" y="70736"/>
                </a:lnTo>
                <a:lnTo>
                  <a:pt x="1896167" y="70094"/>
                </a:lnTo>
                <a:lnTo>
                  <a:pt x="1896269" y="69455"/>
                </a:lnTo>
                <a:lnTo>
                  <a:pt x="1896384" y="68819"/>
                </a:lnTo>
                <a:lnTo>
                  <a:pt x="1896511" y="68187"/>
                </a:lnTo>
                <a:lnTo>
                  <a:pt x="1896649" y="67559"/>
                </a:lnTo>
                <a:lnTo>
                  <a:pt x="1896800" y="66934"/>
                </a:lnTo>
                <a:lnTo>
                  <a:pt x="1896963" y="66312"/>
                </a:lnTo>
                <a:lnTo>
                  <a:pt x="1897138" y="65694"/>
                </a:lnTo>
                <a:lnTo>
                  <a:pt x="1897325" y="65080"/>
                </a:lnTo>
                <a:lnTo>
                  <a:pt x="1897524" y="64469"/>
                </a:lnTo>
                <a:lnTo>
                  <a:pt x="1897736" y="63862"/>
                </a:lnTo>
                <a:lnTo>
                  <a:pt x="1897959" y="63258"/>
                </a:lnTo>
                <a:lnTo>
                  <a:pt x="1898194" y="62657"/>
                </a:lnTo>
                <a:lnTo>
                  <a:pt x="1898442" y="62060"/>
                </a:lnTo>
                <a:lnTo>
                  <a:pt x="1898701" y="61467"/>
                </a:lnTo>
                <a:lnTo>
                  <a:pt x="1898973" y="60877"/>
                </a:lnTo>
                <a:lnTo>
                  <a:pt x="1899256" y="60291"/>
                </a:lnTo>
                <a:lnTo>
                  <a:pt x="1899551" y="59711"/>
                </a:lnTo>
                <a:lnTo>
                  <a:pt x="1899856" y="59140"/>
                </a:lnTo>
                <a:lnTo>
                  <a:pt x="1900172" y="58579"/>
                </a:lnTo>
                <a:lnTo>
                  <a:pt x="1900497" y="58026"/>
                </a:lnTo>
                <a:lnTo>
                  <a:pt x="1900834" y="57483"/>
                </a:lnTo>
                <a:lnTo>
                  <a:pt x="1901180" y="56949"/>
                </a:lnTo>
                <a:lnTo>
                  <a:pt x="1901537" y="56425"/>
                </a:lnTo>
                <a:lnTo>
                  <a:pt x="1901904" y="55909"/>
                </a:lnTo>
                <a:lnTo>
                  <a:pt x="1902281" y="55403"/>
                </a:lnTo>
                <a:lnTo>
                  <a:pt x="1902669" y="54906"/>
                </a:lnTo>
                <a:lnTo>
                  <a:pt x="1903067" y="54418"/>
                </a:lnTo>
                <a:lnTo>
                  <a:pt x="1903475" y="53939"/>
                </a:lnTo>
                <a:lnTo>
                  <a:pt x="1903893" y="53470"/>
                </a:lnTo>
                <a:lnTo>
                  <a:pt x="1904322" y="53010"/>
                </a:lnTo>
                <a:lnTo>
                  <a:pt x="1904761" y="52559"/>
                </a:lnTo>
                <a:lnTo>
                  <a:pt x="1905211" y="52117"/>
                </a:lnTo>
                <a:lnTo>
                  <a:pt x="1905671" y="51685"/>
                </a:lnTo>
                <a:lnTo>
                  <a:pt x="1906141" y="51261"/>
                </a:lnTo>
                <a:lnTo>
                  <a:pt x="1906621" y="50847"/>
                </a:lnTo>
                <a:lnTo>
                  <a:pt x="1907112" y="50442"/>
                </a:lnTo>
                <a:lnTo>
                  <a:pt x="1907613" y="50047"/>
                </a:lnTo>
                <a:lnTo>
                  <a:pt x="1908125" y="49660"/>
                </a:lnTo>
                <a:lnTo>
                  <a:pt x="1908646" y="49283"/>
                </a:lnTo>
                <a:lnTo>
                  <a:pt x="1909178" y="48915"/>
                </a:lnTo>
                <a:lnTo>
                  <a:pt x="1909725" y="48554"/>
                </a:lnTo>
                <a:lnTo>
                  <a:pt x="1910280" y="48209"/>
                </a:lnTo>
                <a:lnTo>
                  <a:pt x="1910843" y="47878"/>
                </a:lnTo>
                <a:lnTo>
                  <a:pt x="1911415" y="47563"/>
                </a:lnTo>
                <a:lnTo>
                  <a:pt x="1911995" y="47264"/>
                </a:lnTo>
                <a:lnTo>
                  <a:pt x="1912583" y="46980"/>
                </a:lnTo>
                <a:lnTo>
                  <a:pt x="1913180" y="46711"/>
                </a:lnTo>
                <a:lnTo>
                  <a:pt x="1913785" y="46458"/>
                </a:lnTo>
                <a:lnTo>
                  <a:pt x="1914398" y="46219"/>
                </a:lnTo>
                <a:lnTo>
                  <a:pt x="1915020" y="45997"/>
                </a:lnTo>
                <a:lnTo>
                  <a:pt x="1915650" y="45789"/>
                </a:lnTo>
                <a:lnTo>
                  <a:pt x="1916288" y="45597"/>
                </a:lnTo>
                <a:lnTo>
                  <a:pt x="1916935" y="45421"/>
                </a:lnTo>
                <a:lnTo>
                  <a:pt x="1917590" y="45259"/>
                </a:lnTo>
                <a:lnTo>
                  <a:pt x="1918253" y="45113"/>
                </a:lnTo>
                <a:lnTo>
                  <a:pt x="1918925" y="44983"/>
                </a:lnTo>
                <a:lnTo>
                  <a:pt x="1919605" y="44868"/>
                </a:lnTo>
                <a:lnTo>
                  <a:pt x="1920293" y="44768"/>
                </a:lnTo>
                <a:lnTo>
                  <a:pt x="1920990" y="44683"/>
                </a:lnTo>
                <a:lnTo>
                  <a:pt x="1921695" y="44614"/>
                </a:lnTo>
                <a:lnTo>
                  <a:pt x="1922408" y="44560"/>
                </a:lnTo>
                <a:lnTo>
                  <a:pt x="1923130" y="44522"/>
                </a:lnTo>
                <a:lnTo>
                  <a:pt x="1923860" y="44499"/>
                </a:lnTo>
                <a:lnTo>
                  <a:pt x="1924599" y="44491"/>
                </a:lnTo>
                <a:lnTo>
                  <a:pt x="1925269" y="44498"/>
                </a:lnTo>
                <a:lnTo>
                  <a:pt x="1925932" y="44517"/>
                </a:lnTo>
                <a:lnTo>
                  <a:pt x="1926587" y="44550"/>
                </a:lnTo>
                <a:lnTo>
                  <a:pt x="1927235" y="44595"/>
                </a:lnTo>
                <a:lnTo>
                  <a:pt x="1927876" y="44653"/>
                </a:lnTo>
                <a:lnTo>
                  <a:pt x="1928509" y="44724"/>
                </a:lnTo>
                <a:lnTo>
                  <a:pt x="1929135" y="44809"/>
                </a:lnTo>
                <a:lnTo>
                  <a:pt x="1929753" y="44906"/>
                </a:lnTo>
                <a:lnTo>
                  <a:pt x="1930363" y="45016"/>
                </a:lnTo>
                <a:lnTo>
                  <a:pt x="1930967" y="45139"/>
                </a:lnTo>
                <a:lnTo>
                  <a:pt x="1931562" y="45275"/>
                </a:lnTo>
                <a:lnTo>
                  <a:pt x="1932151" y="45424"/>
                </a:lnTo>
                <a:lnTo>
                  <a:pt x="1932732" y="45585"/>
                </a:lnTo>
                <a:lnTo>
                  <a:pt x="1933305" y="45760"/>
                </a:lnTo>
                <a:lnTo>
                  <a:pt x="1933871" y="45948"/>
                </a:lnTo>
                <a:lnTo>
                  <a:pt x="1934429" y="46149"/>
                </a:lnTo>
                <a:lnTo>
                  <a:pt x="1934980" y="46362"/>
                </a:lnTo>
                <a:lnTo>
                  <a:pt x="1935524" y="46589"/>
                </a:lnTo>
                <a:lnTo>
                  <a:pt x="1936060" y="46828"/>
                </a:lnTo>
                <a:lnTo>
                  <a:pt x="1936589" y="47081"/>
                </a:lnTo>
                <a:lnTo>
                  <a:pt x="1937110" y="47346"/>
                </a:lnTo>
                <a:lnTo>
                  <a:pt x="1937624" y="47624"/>
                </a:lnTo>
                <a:lnTo>
                  <a:pt x="1938130" y="47916"/>
                </a:lnTo>
                <a:lnTo>
                  <a:pt x="1938629" y="48220"/>
                </a:lnTo>
                <a:lnTo>
                  <a:pt x="1939124" y="48535"/>
                </a:lnTo>
                <a:lnTo>
                  <a:pt x="1939610" y="48860"/>
                </a:lnTo>
                <a:lnTo>
                  <a:pt x="1940086" y="49195"/>
                </a:lnTo>
                <a:lnTo>
                  <a:pt x="1940553" y="49538"/>
                </a:lnTo>
                <a:lnTo>
                  <a:pt x="1941010" y="49892"/>
                </a:lnTo>
                <a:lnTo>
                  <a:pt x="1941457" y="50254"/>
                </a:lnTo>
                <a:lnTo>
                  <a:pt x="1941894" y="50626"/>
                </a:lnTo>
                <a:lnTo>
                  <a:pt x="1942322" y="51008"/>
                </a:lnTo>
                <a:lnTo>
                  <a:pt x="1942740" y="51399"/>
                </a:lnTo>
                <a:lnTo>
                  <a:pt x="1943149" y="51799"/>
                </a:lnTo>
                <a:lnTo>
                  <a:pt x="1943548" y="52209"/>
                </a:lnTo>
                <a:lnTo>
                  <a:pt x="1943937" y="52628"/>
                </a:lnTo>
                <a:lnTo>
                  <a:pt x="1944317" y="53057"/>
                </a:lnTo>
                <a:lnTo>
                  <a:pt x="1944687" y="53495"/>
                </a:lnTo>
                <a:lnTo>
                  <a:pt x="1945047" y="53942"/>
                </a:lnTo>
                <a:lnTo>
                  <a:pt x="1945398" y="54399"/>
                </a:lnTo>
                <a:lnTo>
                  <a:pt x="1945739" y="54866"/>
                </a:lnTo>
                <a:lnTo>
                  <a:pt x="1946070" y="55342"/>
                </a:lnTo>
                <a:lnTo>
                  <a:pt x="1946392" y="55827"/>
                </a:lnTo>
                <a:lnTo>
                  <a:pt x="1946704" y="56322"/>
                </a:lnTo>
                <a:lnTo>
                  <a:pt x="1947006" y="56826"/>
                </a:lnTo>
                <a:lnTo>
                  <a:pt x="1947299" y="57339"/>
                </a:lnTo>
                <a:lnTo>
                  <a:pt x="1947582" y="57862"/>
                </a:lnTo>
                <a:lnTo>
                  <a:pt x="1947855" y="58395"/>
                </a:lnTo>
                <a:lnTo>
                  <a:pt x="1948124" y="58935"/>
                </a:lnTo>
                <a:lnTo>
                  <a:pt x="1948380" y="59482"/>
                </a:lnTo>
                <a:lnTo>
                  <a:pt x="1948626" y="60034"/>
                </a:lnTo>
                <a:lnTo>
                  <a:pt x="1948860" y="60593"/>
                </a:lnTo>
                <a:lnTo>
                  <a:pt x="1949082" y="61158"/>
                </a:lnTo>
                <a:lnTo>
                  <a:pt x="1949293" y="61729"/>
                </a:lnTo>
                <a:lnTo>
                  <a:pt x="1949493" y="62306"/>
                </a:lnTo>
                <a:lnTo>
                  <a:pt x="1949681" y="62889"/>
                </a:lnTo>
                <a:lnTo>
                  <a:pt x="1949858" y="63478"/>
                </a:lnTo>
                <a:lnTo>
                  <a:pt x="1950024" y="64074"/>
                </a:lnTo>
                <a:lnTo>
                  <a:pt x="1950178" y="64676"/>
                </a:lnTo>
                <a:lnTo>
                  <a:pt x="1950320" y="65283"/>
                </a:lnTo>
                <a:lnTo>
                  <a:pt x="1950451" y="65897"/>
                </a:lnTo>
                <a:lnTo>
                  <a:pt x="1950571" y="66518"/>
                </a:lnTo>
                <a:lnTo>
                  <a:pt x="1950680" y="67144"/>
                </a:lnTo>
                <a:lnTo>
                  <a:pt x="1950777" y="67776"/>
                </a:lnTo>
                <a:lnTo>
                  <a:pt x="1950862" y="68415"/>
                </a:lnTo>
                <a:lnTo>
                  <a:pt x="1950936" y="69060"/>
                </a:lnTo>
                <a:lnTo>
                  <a:pt x="1950999" y="69710"/>
                </a:lnTo>
                <a:lnTo>
                  <a:pt x="1951051" y="70367"/>
                </a:lnTo>
                <a:lnTo>
                  <a:pt x="1951090" y="71031"/>
                </a:lnTo>
                <a:lnTo>
                  <a:pt x="1951119" y="71700"/>
                </a:lnTo>
                <a:lnTo>
                  <a:pt x="1951136" y="72375"/>
                </a:lnTo>
                <a:lnTo>
                  <a:pt x="1951142" y="73057"/>
                </a:lnTo>
                <a:lnTo>
                  <a:pt x="1895853" y="73057"/>
                </a:lnTo>
                <a:lnTo>
                  <a:pt x="1895877" y="72685"/>
                </a:lnTo>
                <a:lnTo>
                  <a:pt x="1895931" y="72032"/>
                </a:lnTo>
                <a:lnTo>
                  <a:pt x="1895998" y="71382"/>
                </a:lnTo>
                <a:close/>
                <a:moveTo>
                  <a:pt x="2133443" y="76300"/>
                </a:moveTo>
                <a:lnTo>
                  <a:pt x="2133399" y="75220"/>
                </a:lnTo>
                <a:lnTo>
                  <a:pt x="2133343" y="74154"/>
                </a:lnTo>
                <a:lnTo>
                  <a:pt x="2133274" y="73104"/>
                </a:lnTo>
                <a:lnTo>
                  <a:pt x="2133193" y="72069"/>
                </a:lnTo>
                <a:lnTo>
                  <a:pt x="2133099" y="71049"/>
                </a:lnTo>
                <a:lnTo>
                  <a:pt x="2132993" y="70043"/>
                </a:lnTo>
                <a:lnTo>
                  <a:pt x="2132874" y="69053"/>
                </a:lnTo>
                <a:lnTo>
                  <a:pt x="2132743" y="68077"/>
                </a:lnTo>
                <a:lnTo>
                  <a:pt x="2132599" y="67116"/>
                </a:lnTo>
                <a:lnTo>
                  <a:pt x="2132443" y="66170"/>
                </a:lnTo>
                <a:lnTo>
                  <a:pt x="2132274" y="65240"/>
                </a:lnTo>
                <a:lnTo>
                  <a:pt x="2132092" y="64324"/>
                </a:lnTo>
                <a:lnTo>
                  <a:pt x="2131898" y="63423"/>
                </a:lnTo>
                <a:lnTo>
                  <a:pt x="2131692" y="62537"/>
                </a:lnTo>
                <a:lnTo>
                  <a:pt x="2131473" y="61665"/>
                </a:lnTo>
                <a:lnTo>
                  <a:pt x="2131242" y="60809"/>
                </a:lnTo>
                <a:lnTo>
                  <a:pt x="2130998" y="59968"/>
                </a:lnTo>
                <a:lnTo>
                  <a:pt x="2130741" y="59141"/>
                </a:lnTo>
                <a:lnTo>
                  <a:pt x="2130473" y="58330"/>
                </a:lnTo>
                <a:lnTo>
                  <a:pt x="2130191" y="57533"/>
                </a:lnTo>
                <a:lnTo>
                  <a:pt x="2129897" y="56752"/>
                </a:lnTo>
                <a:lnTo>
                  <a:pt x="2129593" y="55984"/>
                </a:lnTo>
                <a:lnTo>
                  <a:pt x="2129280" y="55229"/>
                </a:lnTo>
                <a:lnTo>
                  <a:pt x="2128958" y="54486"/>
                </a:lnTo>
                <a:lnTo>
                  <a:pt x="2128628" y="53757"/>
                </a:lnTo>
                <a:lnTo>
                  <a:pt x="2128289" y="53040"/>
                </a:lnTo>
                <a:lnTo>
                  <a:pt x="2127942" y="52336"/>
                </a:lnTo>
                <a:lnTo>
                  <a:pt x="2127586" y="51644"/>
                </a:lnTo>
                <a:lnTo>
                  <a:pt x="2127222" y="50966"/>
                </a:lnTo>
                <a:lnTo>
                  <a:pt x="2126849" y="50300"/>
                </a:lnTo>
                <a:lnTo>
                  <a:pt x="2126467" y="49646"/>
                </a:lnTo>
                <a:lnTo>
                  <a:pt x="2126077" y="49006"/>
                </a:lnTo>
                <a:lnTo>
                  <a:pt x="2125679" y="48378"/>
                </a:lnTo>
                <a:lnTo>
                  <a:pt x="2125272" y="47763"/>
                </a:lnTo>
                <a:lnTo>
                  <a:pt x="2124856" y="47161"/>
                </a:lnTo>
                <a:lnTo>
                  <a:pt x="2124432" y="46571"/>
                </a:lnTo>
                <a:lnTo>
                  <a:pt x="2123999" y="45994"/>
                </a:lnTo>
                <a:lnTo>
                  <a:pt x="2123557" y="45430"/>
                </a:lnTo>
                <a:lnTo>
                  <a:pt x="2123107" y="44878"/>
                </a:lnTo>
                <a:lnTo>
                  <a:pt x="2122649" y="44340"/>
                </a:lnTo>
                <a:lnTo>
                  <a:pt x="2122182" y="43814"/>
                </a:lnTo>
                <a:lnTo>
                  <a:pt x="2121706" y="43300"/>
                </a:lnTo>
                <a:lnTo>
                  <a:pt x="2121222" y="42800"/>
                </a:lnTo>
                <a:lnTo>
                  <a:pt x="2120729" y="42312"/>
                </a:lnTo>
                <a:lnTo>
                  <a:pt x="2120228" y="41837"/>
                </a:lnTo>
                <a:lnTo>
                  <a:pt x="2119720" y="41369"/>
                </a:lnTo>
                <a:lnTo>
                  <a:pt x="2119208" y="40911"/>
                </a:lnTo>
                <a:lnTo>
                  <a:pt x="2118690" y="40464"/>
                </a:lnTo>
                <a:lnTo>
                  <a:pt x="2118169" y="40029"/>
                </a:lnTo>
                <a:lnTo>
                  <a:pt x="2117642" y="39604"/>
                </a:lnTo>
                <a:lnTo>
                  <a:pt x="2117112" y="39191"/>
                </a:lnTo>
                <a:lnTo>
                  <a:pt x="2116576" y="38788"/>
                </a:lnTo>
                <a:lnTo>
                  <a:pt x="2116036" y="38396"/>
                </a:lnTo>
                <a:lnTo>
                  <a:pt x="2115491" y="38016"/>
                </a:lnTo>
                <a:lnTo>
                  <a:pt x="2114942" y="37646"/>
                </a:lnTo>
                <a:lnTo>
                  <a:pt x="2114388" y="37287"/>
                </a:lnTo>
                <a:lnTo>
                  <a:pt x="2113829" y="36939"/>
                </a:lnTo>
                <a:lnTo>
                  <a:pt x="2113266" y="36602"/>
                </a:lnTo>
                <a:lnTo>
                  <a:pt x="2112698" y="36276"/>
                </a:lnTo>
                <a:lnTo>
                  <a:pt x="2112126" y="35962"/>
                </a:lnTo>
                <a:lnTo>
                  <a:pt x="2111549" y="35658"/>
                </a:lnTo>
                <a:lnTo>
                  <a:pt x="2110967" y="35365"/>
                </a:lnTo>
                <a:lnTo>
                  <a:pt x="2110381" y="35083"/>
                </a:lnTo>
                <a:lnTo>
                  <a:pt x="2109790" y="34812"/>
                </a:lnTo>
                <a:lnTo>
                  <a:pt x="2109195" y="34552"/>
                </a:lnTo>
                <a:lnTo>
                  <a:pt x="2108595" y="34303"/>
                </a:lnTo>
                <a:lnTo>
                  <a:pt x="2107990" y="34065"/>
                </a:lnTo>
                <a:lnTo>
                  <a:pt x="2107381" y="33837"/>
                </a:lnTo>
                <a:lnTo>
                  <a:pt x="2106767" y="33621"/>
                </a:lnTo>
                <a:lnTo>
                  <a:pt x="2106150" y="33415"/>
                </a:lnTo>
                <a:lnTo>
                  <a:pt x="2105533" y="33218"/>
                </a:lnTo>
                <a:lnTo>
                  <a:pt x="2104915" y="33029"/>
                </a:lnTo>
                <a:lnTo>
                  <a:pt x="2104297" y="32849"/>
                </a:lnTo>
                <a:lnTo>
                  <a:pt x="2103678" y="32678"/>
                </a:lnTo>
                <a:lnTo>
                  <a:pt x="2103058" y="32515"/>
                </a:lnTo>
                <a:lnTo>
                  <a:pt x="2102437" y="32362"/>
                </a:lnTo>
                <a:lnTo>
                  <a:pt x="2101816" y="32217"/>
                </a:lnTo>
                <a:lnTo>
                  <a:pt x="2101195" y="32081"/>
                </a:lnTo>
                <a:lnTo>
                  <a:pt x="2100572" y="31954"/>
                </a:lnTo>
                <a:lnTo>
                  <a:pt x="2099949" y="31835"/>
                </a:lnTo>
                <a:lnTo>
                  <a:pt x="2099325" y="31725"/>
                </a:lnTo>
                <a:lnTo>
                  <a:pt x="2098701" y="31624"/>
                </a:lnTo>
                <a:lnTo>
                  <a:pt x="2098076" y="31532"/>
                </a:lnTo>
                <a:lnTo>
                  <a:pt x="2097450" y="31449"/>
                </a:lnTo>
                <a:lnTo>
                  <a:pt x="2096824" y="31374"/>
                </a:lnTo>
                <a:lnTo>
                  <a:pt x="2096197" y="31308"/>
                </a:lnTo>
                <a:lnTo>
                  <a:pt x="2095569" y="31251"/>
                </a:lnTo>
                <a:lnTo>
                  <a:pt x="2094941" y="31203"/>
                </a:lnTo>
                <a:lnTo>
                  <a:pt x="2094311" y="31164"/>
                </a:lnTo>
                <a:lnTo>
                  <a:pt x="2093682" y="31133"/>
                </a:lnTo>
                <a:lnTo>
                  <a:pt x="2093051" y="31111"/>
                </a:lnTo>
                <a:lnTo>
                  <a:pt x="2092420" y="31098"/>
                </a:lnTo>
                <a:lnTo>
                  <a:pt x="2091789" y="31093"/>
                </a:lnTo>
                <a:lnTo>
                  <a:pt x="2090699" y="31105"/>
                </a:lnTo>
                <a:lnTo>
                  <a:pt x="2089621" y="31138"/>
                </a:lnTo>
                <a:lnTo>
                  <a:pt x="2088554" y="31194"/>
                </a:lnTo>
                <a:lnTo>
                  <a:pt x="2087498" y="31272"/>
                </a:lnTo>
                <a:lnTo>
                  <a:pt x="2086454" y="31373"/>
                </a:lnTo>
                <a:lnTo>
                  <a:pt x="2085422" y="31496"/>
                </a:lnTo>
                <a:lnTo>
                  <a:pt x="2084400" y="31642"/>
                </a:lnTo>
                <a:lnTo>
                  <a:pt x="2083391" y="31810"/>
                </a:lnTo>
                <a:lnTo>
                  <a:pt x="2082392" y="32000"/>
                </a:lnTo>
                <a:lnTo>
                  <a:pt x="2081405" y="32213"/>
                </a:lnTo>
                <a:lnTo>
                  <a:pt x="2080429" y="32448"/>
                </a:lnTo>
                <a:lnTo>
                  <a:pt x="2079465" y="32705"/>
                </a:lnTo>
                <a:lnTo>
                  <a:pt x="2078512" y="32985"/>
                </a:lnTo>
                <a:lnTo>
                  <a:pt x="2077571" y="33287"/>
                </a:lnTo>
                <a:lnTo>
                  <a:pt x="2076641" y="33611"/>
                </a:lnTo>
                <a:lnTo>
                  <a:pt x="2075723" y="33958"/>
                </a:lnTo>
                <a:lnTo>
                  <a:pt x="2074815" y="34328"/>
                </a:lnTo>
                <a:lnTo>
                  <a:pt x="2073920" y="34719"/>
                </a:lnTo>
                <a:lnTo>
                  <a:pt x="2073035" y="35133"/>
                </a:lnTo>
                <a:lnTo>
                  <a:pt x="2072162" y="35570"/>
                </a:lnTo>
                <a:lnTo>
                  <a:pt x="2071301" y="36029"/>
                </a:lnTo>
                <a:lnTo>
                  <a:pt x="2070451" y="36510"/>
                </a:lnTo>
                <a:lnTo>
                  <a:pt x="2069612" y="37014"/>
                </a:lnTo>
                <a:lnTo>
                  <a:pt x="2068785" y="37540"/>
                </a:lnTo>
                <a:lnTo>
                  <a:pt x="2067976" y="38080"/>
                </a:lnTo>
                <a:lnTo>
                  <a:pt x="2067182" y="38639"/>
                </a:lnTo>
                <a:lnTo>
                  <a:pt x="2066403" y="39214"/>
                </a:lnTo>
                <a:lnTo>
                  <a:pt x="2065639" y="39808"/>
                </a:lnTo>
                <a:lnTo>
                  <a:pt x="2064890" y="40419"/>
                </a:lnTo>
                <a:lnTo>
                  <a:pt x="2064156" y="41047"/>
                </a:lnTo>
                <a:lnTo>
                  <a:pt x="2063436" y="41693"/>
                </a:lnTo>
                <a:lnTo>
                  <a:pt x="2062732" y="42357"/>
                </a:lnTo>
                <a:lnTo>
                  <a:pt x="2062042" y="43038"/>
                </a:lnTo>
                <a:lnTo>
                  <a:pt x="2061368" y="43736"/>
                </a:lnTo>
                <a:lnTo>
                  <a:pt x="2060708" y="44453"/>
                </a:lnTo>
                <a:lnTo>
                  <a:pt x="2060063" y="45187"/>
                </a:lnTo>
                <a:lnTo>
                  <a:pt x="2059434" y="45938"/>
                </a:lnTo>
                <a:lnTo>
                  <a:pt x="2058819" y="46707"/>
                </a:lnTo>
                <a:lnTo>
                  <a:pt x="2058219" y="47493"/>
                </a:lnTo>
                <a:lnTo>
                  <a:pt x="2057634" y="48297"/>
                </a:lnTo>
                <a:lnTo>
                  <a:pt x="2057064" y="49119"/>
                </a:lnTo>
                <a:lnTo>
                  <a:pt x="2056509" y="49958"/>
                </a:lnTo>
                <a:lnTo>
                  <a:pt x="2055968" y="50815"/>
                </a:lnTo>
                <a:lnTo>
                  <a:pt x="2055443" y="51689"/>
                </a:lnTo>
                <a:lnTo>
                  <a:pt x="2054933" y="52581"/>
                </a:lnTo>
                <a:lnTo>
                  <a:pt x="2054437" y="53490"/>
                </a:lnTo>
                <a:lnTo>
                  <a:pt x="2053957" y="54417"/>
                </a:lnTo>
                <a:lnTo>
                  <a:pt x="2053491" y="55361"/>
                </a:lnTo>
                <a:lnTo>
                  <a:pt x="2053047" y="56316"/>
                </a:lnTo>
                <a:lnTo>
                  <a:pt x="2052623" y="57282"/>
                </a:lnTo>
                <a:lnTo>
                  <a:pt x="2052217" y="58261"/>
                </a:lnTo>
                <a:lnTo>
                  <a:pt x="2051830" y="59252"/>
                </a:lnTo>
                <a:lnTo>
                  <a:pt x="2051462" y="60255"/>
                </a:lnTo>
                <a:lnTo>
                  <a:pt x="2051113" y="61270"/>
                </a:lnTo>
                <a:lnTo>
                  <a:pt x="2050783" y="62298"/>
                </a:lnTo>
                <a:lnTo>
                  <a:pt x="2050471" y="63338"/>
                </a:lnTo>
                <a:lnTo>
                  <a:pt x="2050179" y="64391"/>
                </a:lnTo>
                <a:lnTo>
                  <a:pt x="2049905" y="65456"/>
                </a:lnTo>
                <a:lnTo>
                  <a:pt x="2049650" y="66533"/>
                </a:lnTo>
                <a:lnTo>
                  <a:pt x="2049414" y="67622"/>
                </a:lnTo>
                <a:lnTo>
                  <a:pt x="2049197" y="68723"/>
                </a:lnTo>
                <a:lnTo>
                  <a:pt x="2048999" y="69837"/>
                </a:lnTo>
                <a:lnTo>
                  <a:pt x="2048820" y="70963"/>
                </a:lnTo>
                <a:lnTo>
                  <a:pt x="2048660" y="72102"/>
                </a:lnTo>
                <a:lnTo>
                  <a:pt x="2048518" y="73253"/>
                </a:lnTo>
                <a:lnTo>
                  <a:pt x="2048395" y="74416"/>
                </a:lnTo>
                <a:lnTo>
                  <a:pt x="2048292" y="75591"/>
                </a:lnTo>
                <a:lnTo>
                  <a:pt x="2048207" y="76778"/>
                </a:lnTo>
                <a:lnTo>
                  <a:pt x="2048141" y="77978"/>
                </a:lnTo>
                <a:lnTo>
                  <a:pt x="2048093" y="79191"/>
                </a:lnTo>
                <a:lnTo>
                  <a:pt x="2048065" y="80415"/>
                </a:lnTo>
                <a:lnTo>
                  <a:pt x="2048056" y="81652"/>
                </a:lnTo>
                <a:lnTo>
                  <a:pt x="2048065" y="82888"/>
                </a:lnTo>
                <a:lnTo>
                  <a:pt x="2048093" y="84112"/>
                </a:lnTo>
                <a:lnTo>
                  <a:pt x="2048141" y="85323"/>
                </a:lnTo>
                <a:lnTo>
                  <a:pt x="2048207" y="86521"/>
                </a:lnTo>
                <a:lnTo>
                  <a:pt x="2048292" y="87707"/>
                </a:lnTo>
                <a:lnTo>
                  <a:pt x="2048395" y="88880"/>
                </a:lnTo>
                <a:lnTo>
                  <a:pt x="2048518" y="90040"/>
                </a:lnTo>
                <a:lnTo>
                  <a:pt x="2048660" y="91188"/>
                </a:lnTo>
                <a:lnTo>
                  <a:pt x="2048820" y="92322"/>
                </a:lnTo>
                <a:lnTo>
                  <a:pt x="2048999" y="93444"/>
                </a:lnTo>
                <a:lnTo>
                  <a:pt x="2049197" y="94554"/>
                </a:lnTo>
                <a:lnTo>
                  <a:pt x="2049414" y="95650"/>
                </a:lnTo>
                <a:lnTo>
                  <a:pt x="2049650" y="96734"/>
                </a:lnTo>
                <a:lnTo>
                  <a:pt x="2049905" y="97805"/>
                </a:lnTo>
                <a:lnTo>
                  <a:pt x="2050179" y="98863"/>
                </a:lnTo>
                <a:lnTo>
                  <a:pt x="2050471" y="99909"/>
                </a:lnTo>
                <a:lnTo>
                  <a:pt x="2050783" y="100942"/>
                </a:lnTo>
                <a:lnTo>
                  <a:pt x="2051113" y="101962"/>
                </a:lnTo>
                <a:lnTo>
                  <a:pt x="2051462" y="102969"/>
                </a:lnTo>
                <a:lnTo>
                  <a:pt x="2051830" y="103964"/>
                </a:lnTo>
                <a:lnTo>
                  <a:pt x="2052217" y="104946"/>
                </a:lnTo>
                <a:lnTo>
                  <a:pt x="2052623" y="105915"/>
                </a:lnTo>
                <a:lnTo>
                  <a:pt x="2053047" y="106872"/>
                </a:lnTo>
                <a:lnTo>
                  <a:pt x="2053491" y="107816"/>
                </a:lnTo>
                <a:lnTo>
                  <a:pt x="2053957" y="108739"/>
                </a:lnTo>
                <a:lnTo>
                  <a:pt x="2054439" y="109646"/>
                </a:lnTo>
                <a:lnTo>
                  <a:pt x="2054938" y="110535"/>
                </a:lnTo>
                <a:lnTo>
                  <a:pt x="2055452" y="111407"/>
                </a:lnTo>
                <a:lnTo>
                  <a:pt x="2055982" y="112263"/>
                </a:lnTo>
                <a:lnTo>
                  <a:pt x="2056528" y="113101"/>
                </a:lnTo>
                <a:lnTo>
                  <a:pt x="2057091" y="113922"/>
                </a:lnTo>
                <a:lnTo>
                  <a:pt x="2057669" y="114725"/>
                </a:lnTo>
                <a:lnTo>
                  <a:pt x="2058263" y="115512"/>
                </a:lnTo>
                <a:lnTo>
                  <a:pt x="2058874" y="116282"/>
                </a:lnTo>
                <a:lnTo>
                  <a:pt x="2059500" y="117034"/>
                </a:lnTo>
                <a:lnTo>
                  <a:pt x="2060142" y="117769"/>
                </a:lnTo>
                <a:lnTo>
                  <a:pt x="2060801" y="118488"/>
                </a:lnTo>
                <a:lnTo>
                  <a:pt x="2061475" y="119189"/>
                </a:lnTo>
                <a:lnTo>
                  <a:pt x="2062166" y="119873"/>
                </a:lnTo>
                <a:lnTo>
                  <a:pt x="2062872" y="120540"/>
                </a:lnTo>
                <a:lnTo>
                  <a:pt x="2063595" y="121189"/>
                </a:lnTo>
                <a:lnTo>
                  <a:pt x="2064333" y="121822"/>
                </a:lnTo>
                <a:lnTo>
                  <a:pt x="2065088" y="122437"/>
                </a:lnTo>
                <a:lnTo>
                  <a:pt x="2065858" y="123036"/>
                </a:lnTo>
                <a:lnTo>
                  <a:pt x="2066645" y="123617"/>
                </a:lnTo>
                <a:lnTo>
                  <a:pt x="2067448" y="124181"/>
                </a:lnTo>
                <a:lnTo>
                  <a:pt x="2068266" y="124728"/>
                </a:lnTo>
                <a:lnTo>
                  <a:pt x="2069101" y="125258"/>
                </a:lnTo>
                <a:lnTo>
                  <a:pt x="2069955" y="125764"/>
                </a:lnTo>
                <a:lnTo>
                  <a:pt x="2070823" y="126248"/>
                </a:lnTo>
                <a:lnTo>
                  <a:pt x="2071705" y="126710"/>
                </a:lnTo>
                <a:lnTo>
                  <a:pt x="2072599" y="127151"/>
                </a:lnTo>
                <a:lnTo>
                  <a:pt x="2073508" y="127570"/>
                </a:lnTo>
                <a:lnTo>
                  <a:pt x="2074429" y="127968"/>
                </a:lnTo>
                <a:lnTo>
                  <a:pt x="2075364" y="128344"/>
                </a:lnTo>
                <a:lnTo>
                  <a:pt x="2076312" y="128699"/>
                </a:lnTo>
                <a:lnTo>
                  <a:pt x="2077274" y="129032"/>
                </a:lnTo>
                <a:lnTo>
                  <a:pt x="2078249" y="129344"/>
                </a:lnTo>
                <a:lnTo>
                  <a:pt x="2079238" y="129635"/>
                </a:lnTo>
                <a:lnTo>
                  <a:pt x="2080239" y="129903"/>
                </a:lnTo>
                <a:lnTo>
                  <a:pt x="2081255" y="130151"/>
                </a:lnTo>
                <a:lnTo>
                  <a:pt x="2082283" y="130376"/>
                </a:lnTo>
                <a:lnTo>
                  <a:pt x="2083325" y="130581"/>
                </a:lnTo>
                <a:lnTo>
                  <a:pt x="2084381" y="130764"/>
                </a:lnTo>
                <a:lnTo>
                  <a:pt x="2085449" y="130925"/>
                </a:lnTo>
                <a:lnTo>
                  <a:pt x="2086532" y="131065"/>
                </a:lnTo>
                <a:lnTo>
                  <a:pt x="2087627" y="131183"/>
                </a:lnTo>
                <a:lnTo>
                  <a:pt x="2088736" y="131280"/>
                </a:lnTo>
                <a:lnTo>
                  <a:pt x="2089858" y="131355"/>
                </a:lnTo>
                <a:lnTo>
                  <a:pt x="2090994" y="131409"/>
                </a:lnTo>
                <a:lnTo>
                  <a:pt x="2092143" y="131441"/>
                </a:lnTo>
                <a:lnTo>
                  <a:pt x="2093306" y="131452"/>
                </a:lnTo>
                <a:lnTo>
                  <a:pt x="2094124" y="131446"/>
                </a:lnTo>
                <a:lnTo>
                  <a:pt x="2094935" y="131431"/>
                </a:lnTo>
                <a:lnTo>
                  <a:pt x="2095740" y="131404"/>
                </a:lnTo>
                <a:lnTo>
                  <a:pt x="2096537" y="131367"/>
                </a:lnTo>
                <a:lnTo>
                  <a:pt x="2097328" y="131320"/>
                </a:lnTo>
                <a:lnTo>
                  <a:pt x="2098113" y="131262"/>
                </a:lnTo>
                <a:lnTo>
                  <a:pt x="2098890" y="131194"/>
                </a:lnTo>
                <a:lnTo>
                  <a:pt x="2099660" y="131115"/>
                </a:lnTo>
                <a:lnTo>
                  <a:pt x="2100424" y="131025"/>
                </a:lnTo>
                <a:lnTo>
                  <a:pt x="2101181" y="130925"/>
                </a:lnTo>
                <a:lnTo>
                  <a:pt x="2101931" y="130814"/>
                </a:lnTo>
                <a:lnTo>
                  <a:pt x="2102675" y="130693"/>
                </a:lnTo>
                <a:lnTo>
                  <a:pt x="2103411" y="130562"/>
                </a:lnTo>
                <a:lnTo>
                  <a:pt x="2104141" y="130419"/>
                </a:lnTo>
                <a:lnTo>
                  <a:pt x="2104864" y="130267"/>
                </a:lnTo>
                <a:lnTo>
                  <a:pt x="2105580" y="130103"/>
                </a:lnTo>
                <a:lnTo>
                  <a:pt x="2106289" y="129930"/>
                </a:lnTo>
                <a:lnTo>
                  <a:pt x="2106992" y="129745"/>
                </a:lnTo>
                <a:lnTo>
                  <a:pt x="2107688" y="129551"/>
                </a:lnTo>
                <a:lnTo>
                  <a:pt x="2108377" y="129345"/>
                </a:lnTo>
                <a:lnTo>
                  <a:pt x="2109059" y="129129"/>
                </a:lnTo>
                <a:lnTo>
                  <a:pt x="2109734" y="128903"/>
                </a:lnTo>
                <a:lnTo>
                  <a:pt x="2110402" y="128666"/>
                </a:lnTo>
                <a:lnTo>
                  <a:pt x="2111064" y="128418"/>
                </a:lnTo>
                <a:lnTo>
                  <a:pt x="2111718" y="128156"/>
                </a:lnTo>
                <a:lnTo>
                  <a:pt x="2112363" y="127885"/>
                </a:lnTo>
                <a:lnTo>
                  <a:pt x="2113000" y="127607"/>
                </a:lnTo>
                <a:lnTo>
                  <a:pt x="2113627" y="127319"/>
                </a:lnTo>
                <a:lnTo>
                  <a:pt x="2114246" y="127024"/>
                </a:lnTo>
                <a:lnTo>
                  <a:pt x="2114856" y="126720"/>
                </a:lnTo>
                <a:lnTo>
                  <a:pt x="2115457" y="126408"/>
                </a:lnTo>
                <a:lnTo>
                  <a:pt x="2116050" y="126087"/>
                </a:lnTo>
                <a:lnTo>
                  <a:pt x="2116633" y="125758"/>
                </a:lnTo>
                <a:lnTo>
                  <a:pt x="2117208" y="125421"/>
                </a:lnTo>
                <a:lnTo>
                  <a:pt x="2117775" y="125075"/>
                </a:lnTo>
                <a:lnTo>
                  <a:pt x="2118332" y="124721"/>
                </a:lnTo>
                <a:lnTo>
                  <a:pt x="2118880" y="124359"/>
                </a:lnTo>
                <a:lnTo>
                  <a:pt x="2119420" y="123988"/>
                </a:lnTo>
                <a:lnTo>
                  <a:pt x="2119951" y="123609"/>
                </a:lnTo>
                <a:lnTo>
                  <a:pt x="2120474" y="123222"/>
                </a:lnTo>
                <a:lnTo>
                  <a:pt x="2120987" y="122826"/>
                </a:lnTo>
                <a:lnTo>
                  <a:pt x="2121492" y="122422"/>
                </a:lnTo>
                <a:lnTo>
                  <a:pt x="2121988" y="122010"/>
                </a:lnTo>
                <a:lnTo>
                  <a:pt x="2122475" y="121589"/>
                </a:lnTo>
                <a:lnTo>
                  <a:pt x="2122953" y="121160"/>
                </a:lnTo>
                <a:lnTo>
                  <a:pt x="2123423" y="120723"/>
                </a:lnTo>
                <a:lnTo>
                  <a:pt x="2123884" y="120277"/>
                </a:lnTo>
                <a:lnTo>
                  <a:pt x="2124336" y="119823"/>
                </a:lnTo>
                <a:lnTo>
                  <a:pt x="2124778" y="119357"/>
                </a:lnTo>
                <a:lnTo>
                  <a:pt x="2125210" y="118884"/>
                </a:lnTo>
                <a:lnTo>
                  <a:pt x="2125630" y="118405"/>
                </a:lnTo>
                <a:lnTo>
                  <a:pt x="2126040" y="117920"/>
                </a:lnTo>
                <a:lnTo>
                  <a:pt x="2126440" y="117429"/>
                </a:lnTo>
                <a:lnTo>
                  <a:pt x="2126828" y="116932"/>
                </a:lnTo>
                <a:lnTo>
                  <a:pt x="2127206" y="116429"/>
                </a:lnTo>
                <a:lnTo>
                  <a:pt x="2127573" y="115919"/>
                </a:lnTo>
                <a:lnTo>
                  <a:pt x="2127929" y="115403"/>
                </a:lnTo>
                <a:lnTo>
                  <a:pt x="2128275" y="114882"/>
                </a:lnTo>
                <a:lnTo>
                  <a:pt x="2128609" y="114354"/>
                </a:lnTo>
                <a:lnTo>
                  <a:pt x="2128933" y="113819"/>
                </a:lnTo>
                <a:lnTo>
                  <a:pt x="2129247" y="113279"/>
                </a:lnTo>
                <a:lnTo>
                  <a:pt x="2129549" y="112733"/>
                </a:lnTo>
                <a:lnTo>
                  <a:pt x="2129841" y="112180"/>
                </a:lnTo>
                <a:lnTo>
                  <a:pt x="2130122" y="111622"/>
                </a:lnTo>
                <a:lnTo>
                  <a:pt x="2130392" y="111057"/>
                </a:lnTo>
                <a:lnTo>
                  <a:pt x="2130652" y="110486"/>
                </a:lnTo>
                <a:lnTo>
                  <a:pt x="2130900" y="109909"/>
                </a:lnTo>
                <a:lnTo>
                  <a:pt x="2131138" y="109325"/>
                </a:lnTo>
                <a:lnTo>
                  <a:pt x="2131366" y="108736"/>
                </a:lnTo>
                <a:lnTo>
                  <a:pt x="2131582" y="108140"/>
                </a:lnTo>
                <a:lnTo>
                  <a:pt x="2131788" y="107539"/>
                </a:lnTo>
                <a:lnTo>
                  <a:pt x="2131983" y="106931"/>
                </a:lnTo>
                <a:lnTo>
                  <a:pt x="2117573" y="102886"/>
                </a:lnTo>
                <a:lnTo>
                  <a:pt x="2117413" y="103305"/>
                </a:lnTo>
                <a:lnTo>
                  <a:pt x="2117246" y="103717"/>
                </a:lnTo>
                <a:lnTo>
                  <a:pt x="2117075" y="104125"/>
                </a:lnTo>
                <a:lnTo>
                  <a:pt x="2116898" y="104526"/>
                </a:lnTo>
                <a:lnTo>
                  <a:pt x="2116715" y="104922"/>
                </a:lnTo>
                <a:lnTo>
                  <a:pt x="2116527" y="105311"/>
                </a:lnTo>
                <a:lnTo>
                  <a:pt x="2116333" y="105696"/>
                </a:lnTo>
                <a:lnTo>
                  <a:pt x="2116134" y="106074"/>
                </a:lnTo>
                <a:lnTo>
                  <a:pt x="2115929" y="106447"/>
                </a:lnTo>
                <a:lnTo>
                  <a:pt x="2115719" y="106814"/>
                </a:lnTo>
                <a:lnTo>
                  <a:pt x="2115504" y="107176"/>
                </a:lnTo>
                <a:lnTo>
                  <a:pt x="2115283" y="107531"/>
                </a:lnTo>
                <a:lnTo>
                  <a:pt x="2115056" y="107881"/>
                </a:lnTo>
                <a:lnTo>
                  <a:pt x="2114824" y="108226"/>
                </a:lnTo>
                <a:lnTo>
                  <a:pt x="2114586" y="108564"/>
                </a:lnTo>
                <a:lnTo>
                  <a:pt x="2114343" y="108897"/>
                </a:lnTo>
                <a:lnTo>
                  <a:pt x="2114095" y="109224"/>
                </a:lnTo>
                <a:lnTo>
                  <a:pt x="2113841" y="109546"/>
                </a:lnTo>
                <a:lnTo>
                  <a:pt x="2113581" y="109862"/>
                </a:lnTo>
                <a:lnTo>
                  <a:pt x="2113316" y="110172"/>
                </a:lnTo>
                <a:lnTo>
                  <a:pt x="2113046" y="110476"/>
                </a:lnTo>
                <a:lnTo>
                  <a:pt x="2112770" y="110775"/>
                </a:lnTo>
                <a:lnTo>
                  <a:pt x="2112489" y="111068"/>
                </a:lnTo>
                <a:lnTo>
                  <a:pt x="2112202" y="111355"/>
                </a:lnTo>
                <a:lnTo>
                  <a:pt x="2111910" y="111631"/>
                </a:lnTo>
                <a:lnTo>
                  <a:pt x="2111613" y="111902"/>
                </a:lnTo>
                <a:lnTo>
                  <a:pt x="2111312" y="112166"/>
                </a:lnTo>
                <a:lnTo>
                  <a:pt x="2111006" y="112426"/>
                </a:lnTo>
                <a:lnTo>
                  <a:pt x="2110696" y="112679"/>
                </a:lnTo>
                <a:lnTo>
                  <a:pt x="2110381" y="112927"/>
                </a:lnTo>
                <a:lnTo>
                  <a:pt x="2110061" y="113169"/>
                </a:lnTo>
                <a:lnTo>
                  <a:pt x="2109737" y="113405"/>
                </a:lnTo>
                <a:lnTo>
                  <a:pt x="2109408" y="113636"/>
                </a:lnTo>
                <a:lnTo>
                  <a:pt x="2109075" y="113861"/>
                </a:lnTo>
                <a:lnTo>
                  <a:pt x="2108737" y="114080"/>
                </a:lnTo>
                <a:lnTo>
                  <a:pt x="2108394" y="114293"/>
                </a:lnTo>
                <a:lnTo>
                  <a:pt x="2108047" y="114501"/>
                </a:lnTo>
                <a:lnTo>
                  <a:pt x="2107695" y="114703"/>
                </a:lnTo>
                <a:lnTo>
                  <a:pt x="2107338" y="114900"/>
                </a:lnTo>
                <a:lnTo>
                  <a:pt x="2106977" y="115090"/>
                </a:lnTo>
                <a:lnTo>
                  <a:pt x="2106612" y="115275"/>
                </a:lnTo>
                <a:lnTo>
                  <a:pt x="2106241" y="115455"/>
                </a:lnTo>
                <a:lnTo>
                  <a:pt x="2105866" y="115628"/>
                </a:lnTo>
                <a:lnTo>
                  <a:pt x="2105487" y="115796"/>
                </a:lnTo>
                <a:lnTo>
                  <a:pt x="2105103" y="115958"/>
                </a:lnTo>
                <a:lnTo>
                  <a:pt x="2104714" y="116115"/>
                </a:lnTo>
                <a:lnTo>
                  <a:pt x="2104321" y="116266"/>
                </a:lnTo>
                <a:lnTo>
                  <a:pt x="2103923" y="116411"/>
                </a:lnTo>
                <a:lnTo>
                  <a:pt x="2103526" y="116545"/>
                </a:lnTo>
                <a:lnTo>
                  <a:pt x="2103125" y="116673"/>
                </a:lnTo>
                <a:lnTo>
                  <a:pt x="2102720" y="116796"/>
                </a:lnTo>
                <a:lnTo>
                  <a:pt x="2102311" y="116913"/>
                </a:lnTo>
                <a:lnTo>
                  <a:pt x="2101898" y="117024"/>
                </a:lnTo>
                <a:lnTo>
                  <a:pt x="2101482" y="117129"/>
                </a:lnTo>
                <a:lnTo>
                  <a:pt x="2101061" y="117229"/>
                </a:lnTo>
                <a:lnTo>
                  <a:pt x="2100636" y="117323"/>
                </a:lnTo>
                <a:lnTo>
                  <a:pt x="2100208" y="117412"/>
                </a:lnTo>
                <a:lnTo>
                  <a:pt x="2099775" y="117495"/>
                </a:lnTo>
                <a:lnTo>
                  <a:pt x="2099339" y="117572"/>
                </a:lnTo>
                <a:lnTo>
                  <a:pt x="2098899" y="117643"/>
                </a:lnTo>
                <a:lnTo>
                  <a:pt x="2098454" y="117709"/>
                </a:lnTo>
                <a:lnTo>
                  <a:pt x="2098006" y="117768"/>
                </a:lnTo>
                <a:lnTo>
                  <a:pt x="2097554" y="117823"/>
                </a:lnTo>
                <a:lnTo>
                  <a:pt x="2097097" y="117871"/>
                </a:lnTo>
                <a:lnTo>
                  <a:pt x="2096637" y="117914"/>
                </a:lnTo>
                <a:lnTo>
                  <a:pt x="2096173" y="117951"/>
                </a:lnTo>
                <a:lnTo>
                  <a:pt x="2095705" y="117982"/>
                </a:lnTo>
                <a:lnTo>
                  <a:pt x="2095233" y="118008"/>
                </a:lnTo>
                <a:lnTo>
                  <a:pt x="2094757" y="118028"/>
                </a:lnTo>
                <a:lnTo>
                  <a:pt x="2094277" y="118042"/>
                </a:lnTo>
                <a:lnTo>
                  <a:pt x="2093793" y="118051"/>
                </a:lnTo>
                <a:lnTo>
                  <a:pt x="2093306" y="118054"/>
                </a:lnTo>
                <a:lnTo>
                  <a:pt x="2092556" y="118047"/>
                </a:lnTo>
                <a:lnTo>
                  <a:pt x="2091815" y="118027"/>
                </a:lnTo>
                <a:lnTo>
                  <a:pt x="2091081" y="117993"/>
                </a:lnTo>
                <a:lnTo>
                  <a:pt x="2090355" y="117945"/>
                </a:lnTo>
                <a:lnTo>
                  <a:pt x="2089636" y="117884"/>
                </a:lnTo>
                <a:lnTo>
                  <a:pt x="2088925" y="117809"/>
                </a:lnTo>
                <a:lnTo>
                  <a:pt x="2088222" y="117720"/>
                </a:lnTo>
                <a:lnTo>
                  <a:pt x="2087526" y="117618"/>
                </a:lnTo>
                <a:lnTo>
                  <a:pt x="2086839" y="117503"/>
                </a:lnTo>
                <a:lnTo>
                  <a:pt x="2086159" y="117373"/>
                </a:lnTo>
                <a:lnTo>
                  <a:pt x="2085486" y="117231"/>
                </a:lnTo>
                <a:lnTo>
                  <a:pt x="2084821" y="117074"/>
                </a:lnTo>
                <a:lnTo>
                  <a:pt x="2084164" y="116904"/>
                </a:lnTo>
                <a:lnTo>
                  <a:pt x="2083515" y="116720"/>
                </a:lnTo>
                <a:lnTo>
                  <a:pt x="2082873" y="116523"/>
                </a:lnTo>
                <a:lnTo>
                  <a:pt x="2082239" y="116312"/>
                </a:lnTo>
                <a:lnTo>
                  <a:pt x="2081613" y="116088"/>
                </a:lnTo>
                <a:lnTo>
                  <a:pt x="2080994" y="115850"/>
                </a:lnTo>
                <a:lnTo>
                  <a:pt x="2080383" y="115598"/>
                </a:lnTo>
                <a:lnTo>
                  <a:pt x="2079780" y="115333"/>
                </a:lnTo>
                <a:lnTo>
                  <a:pt x="2079184" y="115054"/>
                </a:lnTo>
                <a:lnTo>
                  <a:pt x="2078596" y="114761"/>
                </a:lnTo>
                <a:lnTo>
                  <a:pt x="2078016" y="114455"/>
                </a:lnTo>
                <a:lnTo>
                  <a:pt x="2077443" y="114135"/>
                </a:lnTo>
                <a:lnTo>
                  <a:pt x="2076879" y="113797"/>
                </a:lnTo>
                <a:lnTo>
                  <a:pt x="2076326" y="113447"/>
                </a:lnTo>
                <a:lnTo>
                  <a:pt x="2075783" y="113084"/>
                </a:lnTo>
                <a:lnTo>
                  <a:pt x="2075250" y="112708"/>
                </a:lnTo>
                <a:lnTo>
                  <a:pt x="2074728" y="112320"/>
                </a:lnTo>
                <a:lnTo>
                  <a:pt x="2074216" y="111920"/>
                </a:lnTo>
                <a:lnTo>
                  <a:pt x="2073714" y="111507"/>
                </a:lnTo>
                <a:lnTo>
                  <a:pt x="2073223" y="111081"/>
                </a:lnTo>
                <a:lnTo>
                  <a:pt x="2072742" y="110643"/>
                </a:lnTo>
                <a:lnTo>
                  <a:pt x="2072271" y="110192"/>
                </a:lnTo>
                <a:lnTo>
                  <a:pt x="2071810" y="109729"/>
                </a:lnTo>
                <a:lnTo>
                  <a:pt x="2071360" y="109253"/>
                </a:lnTo>
                <a:lnTo>
                  <a:pt x="2070920" y="108765"/>
                </a:lnTo>
                <a:lnTo>
                  <a:pt x="2070491" y="108265"/>
                </a:lnTo>
                <a:lnTo>
                  <a:pt x="2070071" y="107752"/>
                </a:lnTo>
                <a:lnTo>
                  <a:pt x="2069663" y="107226"/>
                </a:lnTo>
                <a:lnTo>
                  <a:pt x="2069264" y="106688"/>
                </a:lnTo>
                <a:lnTo>
                  <a:pt x="2068876" y="106137"/>
                </a:lnTo>
                <a:lnTo>
                  <a:pt x="2068498" y="105574"/>
                </a:lnTo>
                <a:lnTo>
                  <a:pt x="2068130" y="104998"/>
                </a:lnTo>
                <a:lnTo>
                  <a:pt x="2067773" y="104410"/>
                </a:lnTo>
                <a:lnTo>
                  <a:pt x="2067426" y="103809"/>
                </a:lnTo>
                <a:lnTo>
                  <a:pt x="2067089" y="103196"/>
                </a:lnTo>
                <a:lnTo>
                  <a:pt x="2066762" y="102570"/>
                </a:lnTo>
                <a:lnTo>
                  <a:pt x="2066453" y="101927"/>
                </a:lnTo>
                <a:lnTo>
                  <a:pt x="2066157" y="101273"/>
                </a:lnTo>
                <a:lnTo>
                  <a:pt x="2065874" y="100606"/>
                </a:lnTo>
                <a:lnTo>
                  <a:pt x="2065604" y="99928"/>
                </a:lnTo>
                <a:lnTo>
                  <a:pt x="2065347" y="99239"/>
                </a:lnTo>
                <a:lnTo>
                  <a:pt x="2065103" y="98537"/>
                </a:lnTo>
                <a:lnTo>
                  <a:pt x="2064873" y="97825"/>
                </a:lnTo>
                <a:lnTo>
                  <a:pt x="2064656" y="97100"/>
                </a:lnTo>
                <a:lnTo>
                  <a:pt x="2064452" y="96364"/>
                </a:lnTo>
                <a:lnTo>
                  <a:pt x="2064261" y="95616"/>
                </a:lnTo>
                <a:lnTo>
                  <a:pt x="2064083" y="94857"/>
                </a:lnTo>
                <a:lnTo>
                  <a:pt x="2063919" y="94086"/>
                </a:lnTo>
                <a:lnTo>
                  <a:pt x="2063767" y="93303"/>
                </a:lnTo>
                <a:lnTo>
                  <a:pt x="2063629" y="92509"/>
                </a:lnTo>
                <a:lnTo>
                  <a:pt x="2063504" y="91703"/>
                </a:lnTo>
                <a:lnTo>
                  <a:pt x="2063392" y="90886"/>
                </a:lnTo>
                <a:lnTo>
                  <a:pt x="2063293" y="90057"/>
                </a:lnTo>
                <a:lnTo>
                  <a:pt x="2063208" y="89216"/>
                </a:lnTo>
                <a:lnTo>
                  <a:pt x="2063135" y="88363"/>
                </a:lnTo>
                <a:lnTo>
                  <a:pt x="2063076" y="87499"/>
                </a:lnTo>
                <a:lnTo>
                  <a:pt x="2063030" y="86624"/>
                </a:lnTo>
                <a:lnTo>
                  <a:pt x="2063005" y="85949"/>
                </a:lnTo>
                <a:lnTo>
                  <a:pt x="2133499" y="85949"/>
                </a:lnTo>
                <a:lnTo>
                  <a:pt x="2133499" y="79629"/>
                </a:lnTo>
                <a:lnTo>
                  <a:pt x="2133493" y="78505"/>
                </a:lnTo>
                <a:lnTo>
                  <a:pt x="2133474" y="77395"/>
                </a:lnTo>
                <a:lnTo>
                  <a:pt x="2133443" y="76300"/>
                </a:lnTo>
                <a:close/>
                <a:moveTo>
                  <a:pt x="2063266" y="70736"/>
                </a:moveTo>
                <a:lnTo>
                  <a:pt x="2063357" y="70094"/>
                </a:lnTo>
                <a:lnTo>
                  <a:pt x="2063459" y="69455"/>
                </a:lnTo>
                <a:lnTo>
                  <a:pt x="2063574" y="68819"/>
                </a:lnTo>
                <a:lnTo>
                  <a:pt x="2063701" y="68187"/>
                </a:lnTo>
                <a:lnTo>
                  <a:pt x="2063840" y="67559"/>
                </a:lnTo>
                <a:lnTo>
                  <a:pt x="2063990" y="66934"/>
                </a:lnTo>
                <a:lnTo>
                  <a:pt x="2064153" y="66312"/>
                </a:lnTo>
                <a:lnTo>
                  <a:pt x="2064328" y="65694"/>
                </a:lnTo>
                <a:lnTo>
                  <a:pt x="2064515" y="65080"/>
                </a:lnTo>
                <a:lnTo>
                  <a:pt x="2064715" y="64469"/>
                </a:lnTo>
                <a:lnTo>
                  <a:pt x="2064926" y="63862"/>
                </a:lnTo>
                <a:lnTo>
                  <a:pt x="2065149" y="63258"/>
                </a:lnTo>
                <a:lnTo>
                  <a:pt x="2065384" y="62657"/>
                </a:lnTo>
                <a:lnTo>
                  <a:pt x="2065632" y="62060"/>
                </a:lnTo>
                <a:lnTo>
                  <a:pt x="2065891" y="61467"/>
                </a:lnTo>
                <a:lnTo>
                  <a:pt x="2066163" y="60877"/>
                </a:lnTo>
                <a:lnTo>
                  <a:pt x="2066446" y="60291"/>
                </a:lnTo>
                <a:lnTo>
                  <a:pt x="2066741" y="59711"/>
                </a:lnTo>
                <a:lnTo>
                  <a:pt x="2067046" y="59140"/>
                </a:lnTo>
                <a:lnTo>
                  <a:pt x="2067362" y="58579"/>
                </a:lnTo>
                <a:lnTo>
                  <a:pt x="2067688" y="58026"/>
                </a:lnTo>
                <a:lnTo>
                  <a:pt x="2068024" y="57483"/>
                </a:lnTo>
                <a:lnTo>
                  <a:pt x="2068370" y="56949"/>
                </a:lnTo>
                <a:lnTo>
                  <a:pt x="2068727" y="56425"/>
                </a:lnTo>
                <a:lnTo>
                  <a:pt x="2069094" y="55909"/>
                </a:lnTo>
                <a:lnTo>
                  <a:pt x="2069471" y="55403"/>
                </a:lnTo>
                <a:lnTo>
                  <a:pt x="2069859" y="54906"/>
                </a:lnTo>
                <a:lnTo>
                  <a:pt x="2070257" y="54418"/>
                </a:lnTo>
                <a:lnTo>
                  <a:pt x="2070665" y="53939"/>
                </a:lnTo>
                <a:lnTo>
                  <a:pt x="2071084" y="53470"/>
                </a:lnTo>
                <a:lnTo>
                  <a:pt x="2071512" y="53010"/>
                </a:lnTo>
                <a:lnTo>
                  <a:pt x="2071952" y="52559"/>
                </a:lnTo>
                <a:lnTo>
                  <a:pt x="2072401" y="52117"/>
                </a:lnTo>
                <a:lnTo>
                  <a:pt x="2072861" y="51685"/>
                </a:lnTo>
                <a:lnTo>
                  <a:pt x="2073331" y="51261"/>
                </a:lnTo>
                <a:lnTo>
                  <a:pt x="2073812" y="50847"/>
                </a:lnTo>
                <a:lnTo>
                  <a:pt x="2074302" y="50442"/>
                </a:lnTo>
                <a:lnTo>
                  <a:pt x="2074803" y="50047"/>
                </a:lnTo>
                <a:lnTo>
                  <a:pt x="2075315" y="49660"/>
                </a:lnTo>
                <a:lnTo>
                  <a:pt x="2075837" y="49283"/>
                </a:lnTo>
                <a:lnTo>
                  <a:pt x="2076369" y="48915"/>
                </a:lnTo>
                <a:lnTo>
                  <a:pt x="2076915" y="48554"/>
                </a:lnTo>
                <a:lnTo>
                  <a:pt x="2077470" y="48209"/>
                </a:lnTo>
                <a:lnTo>
                  <a:pt x="2078033" y="47878"/>
                </a:lnTo>
                <a:lnTo>
                  <a:pt x="2078605" y="47563"/>
                </a:lnTo>
                <a:lnTo>
                  <a:pt x="2079185" y="47264"/>
                </a:lnTo>
                <a:lnTo>
                  <a:pt x="2079773" y="46980"/>
                </a:lnTo>
                <a:lnTo>
                  <a:pt x="2080370" y="46711"/>
                </a:lnTo>
                <a:lnTo>
                  <a:pt x="2080975" y="46458"/>
                </a:lnTo>
                <a:lnTo>
                  <a:pt x="2081588" y="46219"/>
                </a:lnTo>
                <a:lnTo>
                  <a:pt x="2082210" y="45997"/>
                </a:lnTo>
                <a:lnTo>
                  <a:pt x="2082840" y="45789"/>
                </a:lnTo>
                <a:lnTo>
                  <a:pt x="2083478" y="45597"/>
                </a:lnTo>
                <a:lnTo>
                  <a:pt x="2084125" y="45421"/>
                </a:lnTo>
                <a:lnTo>
                  <a:pt x="2084780" y="45259"/>
                </a:lnTo>
                <a:lnTo>
                  <a:pt x="2085443" y="45113"/>
                </a:lnTo>
                <a:lnTo>
                  <a:pt x="2086115" y="44983"/>
                </a:lnTo>
                <a:lnTo>
                  <a:pt x="2086795" y="44868"/>
                </a:lnTo>
                <a:lnTo>
                  <a:pt x="2087483" y="44768"/>
                </a:lnTo>
                <a:lnTo>
                  <a:pt x="2088180" y="44683"/>
                </a:lnTo>
                <a:lnTo>
                  <a:pt x="2088885" y="44614"/>
                </a:lnTo>
                <a:lnTo>
                  <a:pt x="2089599" y="44560"/>
                </a:lnTo>
                <a:lnTo>
                  <a:pt x="2090320" y="44522"/>
                </a:lnTo>
                <a:lnTo>
                  <a:pt x="2091050" y="44499"/>
                </a:lnTo>
                <a:lnTo>
                  <a:pt x="2091789" y="44491"/>
                </a:lnTo>
                <a:lnTo>
                  <a:pt x="2092459" y="44498"/>
                </a:lnTo>
                <a:lnTo>
                  <a:pt x="2093122" y="44517"/>
                </a:lnTo>
                <a:lnTo>
                  <a:pt x="2093778" y="44550"/>
                </a:lnTo>
                <a:lnTo>
                  <a:pt x="2094426" y="44595"/>
                </a:lnTo>
                <a:lnTo>
                  <a:pt x="2095066" y="44653"/>
                </a:lnTo>
                <a:lnTo>
                  <a:pt x="2095699" y="44724"/>
                </a:lnTo>
                <a:lnTo>
                  <a:pt x="2096325" y="44809"/>
                </a:lnTo>
                <a:lnTo>
                  <a:pt x="2096943" y="44906"/>
                </a:lnTo>
                <a:lnTo>
                  <a:pt x="2097554" y="45016"/>
                </a:lnTo>
                <a:lnTo>
                  <a:pt x="2098157" y="45139"/>
                </a:lnTo>
                <a:lnTo>
                  <a:pt x="2098753" y="45275"/>
                </a:lnTo>
                <a:lnTo>
                  <a:pt x="2099341" y="45424"/>
                </a:lnTo>
                <a:lnTo>
                  <a:pt x="2099922" y="45585"/>
                </a:lnTo>
                <a:lnTo>
                  <a:pt x="2100495" y="45760"/>
                </a:lnTo>
                <a:lnTo>
                  <a:pt x="2101061" y="45948"/>
                </a:lnTo>
                <a:lnTo>
                  <a:pt x="2101620" y="46149"/>
                </a:lnTo>
                <a:lnTo>
                  <a:pt x="2102171" y="46362"/>
                </a:lnTo>
                <a:lnTo>
                  <a:pt x="2102714" y="46589"/>
                </a:lnTo>
                <a:lnTo>
                  <a:pt x="2103250" y="46828"/>
                </a:lnTo>
                <a:lnTo>
                  <a:pt x="2103779" y="47081"/>
                </a:lnTo>
                <a:lnTo>
                  <a:pt x="2104300" y="47346"/>
                </a:lnTo>
                <a:lnTo>
                  <a:pt x="2104814" y="47624"/>
                </a:lnTo>
                <a:lnTo>
                  <a:pt x="2105320" y="47916"/>
                </a:lnTo>
                <a:lnTo>
                  <a:pt x="2105819" y="48220"/>
                </a:lnTo>
                <a:lnTo>
                  <a:pt x="2106314" y="48535"/>
                </a:lnTo>
                <a:lnTo>
                  <a:pt x="2106800" y="48860"/>
                </a:lnTo>
                <a:lnTo>
                  <a:pt x="2107276" y="49195"/>
                </a:lnTo>
                <a:lnTo>
                  <a:pt x="2107743" y="49538"/>
                </a:lnTo>
                <a:lnTo>
                  <a:pt x="2108200" y="49892"/>
                </a:lnTo>
                <a:lnTo>
                  <a:pt x="2108647" y="50254"/>
                </a:lnTo>
                <a:lnTo>
                  <a:pt x="2109084" y="50626"/>
                </a:lnTo>
                <a:lnTo>
                  <a:pt x="2109512" y="51008"/>
                </a:lnTo>
                <a:lnTo>
                  <a:pt x="2109931" y="51399"/>
                </a:lnTo>
                <a:lnTo>
                  <a:pt x="2110339" y="51799"/>
                </a:lnTo>
                <a:lnTo>
                  <a:pt x="2110738" y="52209"/>
                </a:lnTo>
                <a:lnTo>
                  <a:pt x="2111127" y="52628"/>
                </a:lnTo>
                <a:lnTo>
                  <a:pt x="2111507" y="53057"/>
                </a:lnTo>
                <a:lnTo>
                  <a:pt x="2111877" y="53495"/>
                </a:lnTo>
                <a:lnTo>
                  <a:pt x="2112237" y="53942"/>
                </a:lnTo>
                <a:lnTo>
                  <a:pt x="2112588" y="54399"/>
                </a:lnTo>
                <a:lnTo>
                  <a:pt x="2112929" y="54866"/>
                </a:lnTo>
                <a:lnTo>
                  <a:pt x="2113260" y="55342"/>
                </a:lnTo>
                <a:lnTo>
                  <a:pt x="2113582" y="55827"/>
                </a:lnTo>
                <a:lnTo>
                  <a:pt x="2113894" y="56322"/>
                </a:lnTo>
                <a:lnTo>
                  <a:pt x="2114196" y="56826"/>
                </a:lnTo>
                <a:lnTo>
                  <a:pt x="2114489" y="57339"/>
                </a:lnTo>
                <a:lnTo>
                  <a:pt x="2114772" y="57862"/>
                </a:lnTo>
                <a:lnTo>
                  <a:pt x="2115046" y="58395"/>
                </a:lnTo>
                <a:lnTo>
                  <a:pt x="2115314" y="58935"/>
                </a:lnTo>
                <a:lnTo>
                  <a:pt x="2115571" y="59482"/>
                </a:lnTo>
                <a:lnTo>
                  <a:pt x="2115816" y="60034"/>
                </a:lnTo>
                <a:lnTo>
                  <a:pt x="2116050" y="60593"/>
                </a:lnTo>
                <a:lnTo>
                  <a:pt x="2116272" y="61158"/>
                </a:lnTo>
                <a:lnTo>
                  <a:pt x="2116483" y="61729"/>
                </a:lnTo>
                <a:lnTo>
                  <a:pt x="2116683" y="62306"/>
                </a:lnTo>
                <a:lnTo>
                  <a:pt x="2116871" y="62889"/>
                </a:lnTo>
                <a:lnTo>
                  <a:pt x="2117048" y="63478"/>
                </a:lnTo>
                <a:lnTo>
                  <a:pt x="2117214" y="64074"/>
                </a:lnTo>
                <a:lnTo>
                  <a:pt x="2117368" y="64676"/>
                </a:lnTo>
                <a:lnTo>
                  <a:pt x="2117510" y="65283"/>
                </a:lnTo>
                <a:lnTo>
                  <a:pt x="2117642" y="65897"/>
                </a:lnTo>
                <a:lnTo>
                  <a:pt x="2117761" y="66518"/>
                </a:lnTo>
                <a:lnTo>
                  <a:pt x="2117870" y="67144"/>
                </a:lnTo>
                <a:lnTo>
                  <a:pt x="2117967" y="67776"/>
                </a:lnTo>
                <a:lnTo>
                  <a:pt x="2118052" y="68415"/>
                </a:lnTo>
                <a:lnTo>
                  <a:pt x="2118127" y="69060"/>
                </a:lnTo>
                <a:lnTo>
                  <a:pt x="2118189" y="69710"/>
                </a:lnTo>
                <a:lnTo>
                  <a:pt x="2118241" y="70367"/>
                </a:lnTo>
                <a:lnTo>
                  <a:pt x="2118281" y="71031"/>
                </a:lnTo>
                <a:lnTo>
                  <a:pt x="2118309" y="71700"/>
                </a:lnTo>
                <a:lnTo>
                  <a:pt x="2118326" y="72375"/>
                </a:lnTo>
                <a:lnTo>
                  <a:pt x="2118332" y="73057"/>
                </a:lnTo>
                <a:lnTo>
                  <a:pt x="2063043" y="73057"/>
                </a:lnTo>
                <a:lnTo>
                  <a:pt x="2063067" y="72685"/>
                </a:lnTo>
                <a:lnTo>
                  <a:pt x="2063121" y="72032"/>
                </a:lnTo>
                <a:lnTo>
                  <a:pt x="2063188" y="71382"/>
                </a:lnTo>
                <a:lnTo>
                  <a:pt x="2063266" y="70736"/>
                </a:lnTo>
                <a:close/>
                <a:moveTo>
                  <a:pt x="1495946" y="131595"/>
                </a:moveTo>
                <a:lnTo>
                  <a:pt x="1496602" y="131547"/>
                </a:lnTo>
                <a:lnTo>
                  <a:pt x="1497250" y="131489"/>
                </a:lnTo>
                <a:lnTo>
                  <a:pt x="1497888" y="131424"/>
                </a:lnTo>
                <a:lnTo>
                  <a:pt x="1498517" y="131349"/>
                </a:lnTo>
                <a:lnTo>
                  <a:pt x="1499137" y="131266"/>
                </a:lnTo>
                <a:lnTo>
                  <a:pt x="1499749" y="131173"/>
                </a:lnTo>
                <a:lnTo>
                  <a:pt x="1500351" y="131073"/>
                </a:lnTo>
                <a:lnTo>
                  <a:pt x="1500944" y="130963"/>
                </a:lnTo>
                <a:lnTo>
                  <a:pt x="1501528" y="130844"/>
                </a:lnTo>
                <a:lnTo>
                  <a:pt x="1502104" y="130717"/>
                </a:lnTo>
                <a:lnTo>
                  <a:pt x="1502670" y="130581"/>
                </a:lnTo>
                <a:lnTo>
                  <a:pt x="1503227" y="130436"/>
                </a:lnTo>
                <a:lnTo>
                  <a:pt x="1503775" y="130283"/>
                </a:lnTo>
                <a:lnTo>
                  <a:pt x="1504315" y="130120"/>
                </a:lnTo>
                <a:lnTo>
                  <a:pt x="1504845" y="129949"/>
                </a:lnTo>
                <a:lnTo>
                  <a:pt x="1505366" y="129769"/>
                </a:lnTo>
                <a:lnTo>
                  <a:pt x="1505878" y="129580"/>
                </a:lnTo>
                <a:lnTo>
                  <a:pt x="1506382" y="129383"/>
                </a:lnTo>
                <a:lnTo>
                  <a:pt x="1506876" y="129177"/>
                </a:lnTo>
                <a:lnTo>
                  <a:pt x="1507362" y="128964"/>
                </a:lnTo>
                <a:lnTo>
                  <a:pt x="1507839" y="128748"/>
                </a:lnTo>
                <a:lnTo>
                  <a:pt x="1508309" y="128528"/>
                </a:lnTo>
                <a:lnTo>
                  <a:pt x="1508770" y="128304"/>
                </a:lnTo>
                <a:lnTo>
                  <a:pt x="1509223" y="128077"/>
                </a:lnTo>
                <a:lnTo>
                  <a:pt x="1509669" y="127845"/>
                </a:lnTo>
                <a:lnTo>
                  <a:pt x="1510106" y="127611"/>
                </a:lnTo>
                <a:lnTo>
                  <a:pt x="1510535" y="127372"/>
                </a:lnTo>
                <a:lnTo>
                  <a:pt x="1510955" y="127130"/>
                </a:lnTo>
                <a:lnTo>
                  <a:pt x="1511368" y="126883"/>
                </a:lnTo>
                <a:lnTo>
                  <a:pt x="1511772" y="126634"/>
                </a:lnTo>
                <a:lnTo>
                  <a:pt x="1512169" y="126380"/>
                </a:lnTo>
                <a:lnTo>
                  <a:pt x="1512557" y="126123"/>
                </a:lnTo>
                <a:lnTo>
                  <a:pt x="1512937" y="125862"/>
                </a:lnTo>
                <a:lnTo>
                  <a:pt x="1513309" y="125597"/>
                </a:lnTo>
                <a:lnTo>
                  <a:pt x="1513673" y="125329"/>
                </a:lnTo>
                <a:lnTo>
                  <a:pt x="1514029" y="125056"/>
                </a:lnTo>
                <a:lnTo>
                  <a:pt x="1514377" y="124780"/>
                </a:lnTo>
                <a:lnTo>
                  <a:pt x="1514716" y="124501"/>
                </a:lnTo>
                <a:lnTo>
                  <a:pt x="1515048" y="124217"/>
                </a:lnTo>
                <a:lnTo>
                  <a:pt x="1515371" y="123930"/>
                </a:lnTo>
                <a:lnTo>
                  <a:pt x="1515686" y="123639"/>
                </a:lnTo>
                <a:lnTo>
                  <a:pt x="1515994" y="123345"/>
                </a:lnTo>
                <a:lnTo>
                  <a:pt x="1516293" y="123046"/>
                </a:lnTo>
                <a:lnTo>
                  <a:pt x="1516584" y="122747"/>
                </a:lnTo>
                <a:lnTo>
                  <a:pt x="1516868" y="122449"/>
                </a:lnTo>
                <a:lnTo>
                  <a:pt x="1517146" y="122153"/>
                </a:lnTo>
                <a:lnTo>
                  <a:pt x="1517416" y="121858"/>
                </a:lnTo>
                <a:lnTo>
                  <a:pt x="1517679" y="121565"/>
                </a:lnTo>
                <a:lnTo>
                  <a:pt x="1517936" y="121273"/>
                </a:lnTo>
                <a:lnTo>
                  <a:pt x="1518185" y="120983"/>
                </a:lnTo>
                <a:lnTo>
                  <a:pt x="1518427" y="120694"/>
                </a:lnTo>
                <a:lnTo>
                  <a:pt x="1518663" y="120407"/>
                </a:lnTo>
                <a:lnTo>
                  <a:pt x="1518891" y="120121"/>
                </a:lnTo>
                <a:lnTo>
                  <a:pt x="1519112" y="119837"/>
                </a:lnTo>
                <a:lnTo>
                  <a:pt x="1519326" y="119555"/>
                </a:lnTo>
                <a:lnTo>
                  <a:pt x="1519533" y="119274"/>
                </a:lnTo>
                <a:lnTo>
                  <a:pt x="1519733" y="118994"/>
                </a:lnTo>
                <a:lnTo>
                  <a:pt x="1519926" y="118716"/>
                </a:lnTo>
                <a:lnTo>
                  <a:pt x="1520113" y="118440"/>
                </a:lnTo>
                <a:lnTo>
                  <a:pt x="1520292" y="118165"/>
                </a:lnTo>
                <a:lnTo>
                  <a:pt x="1520464" y="117892"/>
                </a:lnTo>
                <a:lnTo>
                  <a:pt x="1520629" y="117620"/>
                </a:lnTo>
                <a:lnTo>
                  <a:pt x="1520787" y="117350"/>
                </a:lnTo>
                <a:lnTo>
                  <a:pt x="1520938" y="117081"/>
                </a:lnTo>
                <a:lnTo>
                  <a:pt x="1521082" y="116814"/>
                </a:lnTo>
                <a:lnTo>
                  <a:pt x="1521218" y="116548"/>
                </a:lnTo>
                <a:lnTo>
                  <a:pt x="1521348" y="116284"/>
                </a:lnTo>
                <a:lnTo>
                  <a:pt x="1522107" y="116284"/>
                </a:lnTo>
                <a:lnTo>
                  <a:pt x="1522107" y="129429"/>
                </a:lnTo>
                <a:lnTo>
                  <a:pt x="1537021" y="129429"/>
                </a:lnTo>
                <a:lnTo>
                  <a:pt x="1537021" y="65473"/>
                </a:lnTo>
                <a:lnTo>
                  <a:pt x="1537015" y="64517"/>
                </a:lnTo>
                <a:lnTo>
                  <a:pt x="1536995" y="63578"/>
                </a:lnTo>
                <a:lnTo>
                  <a:pt x="1536962" y="62655"/>
                </a:lnTo>
                <a:lnTo>
                  <a:pt x="1536916" y="61748"/>
                </a:lnTo>
                <a:lnTo>
                  <a:pt x="1536857" y="60857"/>
                </a:lnTo>
                <a:lnTo>
                  <a:pt x="1536784" y="59983"/>
                </a:lnTo>
                <a:lnTo>
                  <a:pt x="1536699" y="59125"/>
                </a:lnTo>
                <a:lnTo>
                  <a:pt x="1536600" y="58283"/>
                </a:lnTo>
                <a:lnTo>
                  <a:pt x="1536488" y="57457"/>
                </a:lnTo>
                <a:lnTo>
                  <a:pt x="1536363" y="56647"/>
                </a:lnTo>
                <a:lnTo>
                  <a:pt x="1536225" y="55854"/>
                </a:lnTo>
                <a:lnTo>
                  <a:pt x="1536073" y="55077"/>
                </a:lnTo>
                <a:lnTo>
                  <a:pt x="1535909" y="54316"/>
                </a:lnTo>
                <a:lnTo>
                  <a:pt x="1535731" y="53572"/>
                </a:lnTo>
                <a:lnTo>
                  <a:pt x="1535540" y="52843"/>
                </a:lnTo>
                <a:lnTo>
                  <a:pt x="1535336" y="52131"/>
                </a:lnTo>
                <a:lnTo>
                  <a:pt x="1535119" y="51435"/>
                </a:lnTo>
                <a:lnTo>
                  <a:pt x="1534889" y="50756"/>
                </a:lnTo>
                <a:lnTo>
                  <a:pt x="1534645" y="50092"/>
                </a:lnTo>
                <a:lnTo>
                  <a:pt x="1534388" y="49445"/>
                </a:lnTo>
                <a:lnTo>
                  <a:pt x="1534118" y="48814"/>
                </a:lnTo>
                <a:lnTo>
                  <a:pt x="1533835" y="48200"/>
                </a:lnTo>
                <a:lnTo>
                  <a:pt x="1533539" y="47601"/>
                </a:lnTo>
                <a:lnTo>
                  <a:pt x="1533230" y="47019"/>
                </a:lnTo>
                <a:lnTo>
                  <a:pt x="1532910" y="46451"/>
                </a:lnTo>
                <a:lnTo>
                  <a:pt x="1532584" y="45895"/>
                </a:lnTo>
                <a:lnTo>
                  <a:pt x="1532251" y="45351"/>
                </a:lnTo>
                <a:lnTo>
                  <a:pt x="1531911" y="44820"/>
                </a:lnTo>
                <a:lnTo>
                  <a:pt x="1531565" y="44300"/>
                </a:lnTo>
                <a:lnTo>
                  <a:pt x="1531211" y="43792"/>
                </a:lnTo>
                <a:lnTo>
                  <a:pt x="1530851" y="43297"/>
                </a:lnTo>
                <a:lnTo>
                  <a:pt x="1530484" y="42813"/>
                </a:lnTo>
                <a:lnTo>
                  <a:pt x="1530110" y="42342"/>
                </a:lnTo>
                <a:lnTo>
                  <a:pt x="1529730" y="41882"/>
                </a:lnTo>
                <a:lnTo>
                  <a:pt x="1529342" y="41435"/>
                </a:lnTo>
                <a:lnTo>
                  <a:pt x="1528948" y="41000"/>
                </a:lnTo>
                <a:lnTo>
                  <a:pt x="1528547" y="40576"/>
                </a:lnTo>
                <a:lnTo>
                  <a:pt x="1528139" y="40165"/>
                </a:lnTo>
                <a:lnTo>
                  <a:pt x="1527724" y="39766"/>
                </a:lnTo>
                <a:lnTo>
                  <a:pt x="1527303" y="39379"/>
                </a:lnTo>
                <a:lnTo>
                  <a:pt x="1526875" y="39004"/>
                </a:lnTo>
                <a:lnTo>
                  <a:pt x="1526440" y="38642"/>
                </a:lnTo>
                <a:lnTo>
                  <a:pt x="1525998" y="38291"/>
                </a:lnTo>
                <a:lnTo>
                  <a:pt x="1525549" y="37952"/>
                </a:lnTo>
                <a:lnTo>
                  <a:pt x="1525094" y="37625"/>
                </a:lnTo>
                <a:lnTo>
                  <a:pt x="1524632" y="37311"/>
                </a:lnTo>
                <a:lnTo>
                  <a:pt x="1524163" y="37008"/>
                </a:lnTo>
                <a:lnTo>
                  <a:pt x="1523687" y="36718"/>
                </a:lnTo>
                <a:lnTo>
                  <a:pt x="1523212" y="36438"/>
                </a:lnTo>
                <a:lnTo>
                  <a:pt x="1522736" y="36165"/>
                </a:lnTo>
                <a:lnTo>
                  <a:pt x="1522258" y="35901"/>
                </a:lnTo>
                <a:lnTo>
                  <a:pt x="1521778" y="35645"/>
                </a:lnTo>
                <a:lnTo>
                  <a:pt x="1521298" y="35398"/>
                </a:lnTo>
                <a:lnTo>
                  <a:pt x="1520815" y="35158"/>
                </a:lnTo>
                <a:lnTo>
                  <a:pt x="1520331" y="34926"/>
                </a:lnTo>
                <a:lnTo>
                  <a:pt x="1519846" y="34703"/>
                </a:lnTo>
                <a:lnTo>
                  <a:pt x="1519359" y="34487"/>
                </a:lnTo>
                <a:lnTo>
                  <a:pt x="1518870" y="34280"/>
                </a:lnTo>
                <a:lnTo>
                  <a:pt x="1518380" y="34081"/>
                </a:lnTo>
                <a:lnTo>
                  <a:pt x="1517888" y="33890"/>
                </a:lnTo>
                <a:lnTo>
                  <a:pt x="1517395" y="33707"/>
                </a:lnTo>
                <a:lnTo>
                  <a:pt x="1516900" y="33532"/>
                </a:lnTo>
                <a:lnTo>
                  <a:pt x="1516404" y="33366"/>
                </a:lnTo>
                <a:lnTo>
                  <a:pt x="1515906" y="33207"/>
                </a:lnTo>
                <a:lnTo>
                  <a:pt x="1515407" y="33057"/>
                </a:lnTo>
                <a:lnTo>
                  <a:pt x="1514906" y="32914"/>
                </a:lnTo>
                <a:lnTo>
                  <a:pt x="1514404" y="32780"/>
                </a:lnTo>
                <a:lnTo>
                  <a:pt x="1513900" y="32654"/>
                </a:lnTo>
                <a:lnTo>
                  <a:pt x="1513394" y="32536"/>
                </a:lnTo>
                <a:lnTo>
                  <a:pt x="1512887" y="32426"/>
                </a:lnTo>
                <a:lnTo>
                  <a:pt x="1512379" y="32325"/>
                </a:lnTo>
                <a:lnTo>
                  <a:pt x="1511869" y="32231"/>
                </a:lnTo>
                <a:lnTo>
                  <a:pt x="1511366" y="32138"/>
                </a:lnTo>
                <a:lnTo>
                  <a:pt x="1510867" y="32049"/>
                </a:lnTo>
                <a:lnTo>
                  <a:pt x="1510374" y="31964"/>
                </a:lnTo>
                <a:lnTo>
                  <a:pt x="1509885" y="31883"/>
                </a:lnTo>
                <a:lnTo>
                  <a:pt x="1509401" y="31806"/>
                </a:lnTo>
                <a:lnTo>
                  <a:pt x="1508922" y="31733"/>
                </a:lnTo>
                <a:lnTo>
                  <a:pt x="1508448" y="31664"/>
                </a:lnTo>
                <a:lnTo>
                  <a:pt x="1507979" y="31599"/>
                </a:lnTo>
                <a:lnTo>
                  <a:pt x="1507514" y="31538"/>
                </a:lnTo>
                <a:lnTo>
                  <a:pt x="1507054" y="31480"/>
                </a:lnTo>
                <a:lnTo>
                  <a:pt x="1506599" y="31427"/>
                </a:lnTo>
                <a:lnTo>
                  <a:pt x="1506149" y="31378"/>
                </a:lnTo>
                <a:lnTo>
                  <a:pt x="1505704" y="31332"/>
                </a:lnTo>
                <a:lnTo>
                  <a:pt x="1505264" y="31291"/>
                </a:lnTo>
                <a:lnTo>
                  <a:pt x="1504828" y="31253"/>
                </a:lnTo>
                <a:lnTo>
                  <a:pt x="1504397" y="31220"/>
                </a:lnTo>
                <a:lnTo>
                  <a:pt x="1503971" y="31190"/>
                </a:lnTo>
                <a:lnTo>
                  <a:pt x="1503550" y="31164"/>
                </a:lnTo>
                <a:lnTo>
                  <a:pt x="1503134" y="31143"/>
                </a:lnTo>
                <a:lnTo>
                  <a:pt x="1502722" y="31125"/>
                </a:lnTo>
                <a:lnTo>
                  <a:pt x="1502316" y="31111"/>
                </a:lnTo>
                <a:lnTo>
                  <a:pt x="1501914" y="31101"/>
                </a:lnTo>
                <a:lnTo>
                  <a:pt x="1501517" y="31095"/>
                </a:lnTo>
                <a:lnTo>
                  <a:pt x="1501125" y="31093"/>
                </a:lnTo>
                <a:lnTo>
                  <a:pt x="1500514" y="31097"/>
                </a:lnTo>
                <a:lnTo>
                  <a:pt x="1499901" y="31107"/>
                </a:lnTo>
                <a:lnTo>
                  <a:pt x="1499288" y="31125"/>
                </a:lnTo>
                <a:lnTo>
                  <a:pt x="1498674" y="31150"/>
                </a:lnTo>
                <a:lnTo>
                  <a:pt x="1498059" y="31181"/>
                </a:lnTo>
                <a:lnTo>
                  <a:pt x="1497444" y="31220"/>
                </a:lnTo>
                <a:lnTo>
                  <a:pt x="1496827" y="31265"/>
                </a:lnTo>
                <a:lnTo>
                  <a:pt x="1496210" y="31318"/>
                </a:lnTo>
                <a:lnTo>
                  <a:pt x="1495591" y="31378"/>
                </a:lnTo>
                <a:lnTo>
                  <a:pt x="1494972" y="31444"/>
                </a:lnTo>
                <a:lnTo>
                  <a:pt x="1494352" y="31518"/>
                </a:lnTo>
                <a:lnTo>
                  <a:pt x="1493731" y="31599"/>
                </a:lnTo>
                <a:lnTo>
                  <a:pt x="1493109" y="31687"/>
                </a:lnTo>
                <a:lnTo>
                  <a:pt x="1492486" y="31782"/>
                </a:lnTo>
                <a:lnTo>
                  <a:pt x="1491863" y="31883"/>
                </a:lnTo>
                <a:lnTo>
                  <a:pt x="1491238" y="31992"/>
                </a:lnTo>
                <a:lnTo>
                  <a:pt x="1490613" y="32108"/>
                </a:lnTo>
                <a:lnTo>
                  <a:pt x="1489986" y="32231"/>
                </a:lnTo>
                <a:lnTo>
                  <a:pt x="1489359" y="32361"/>
                </a:lnTo>
                <a:lnTo>
                  <a:pt x="1488731" y="32498"/>
                </a:lnTo>
                <a:lnTo>
                  <a:pt x="1488102" y="32642"/>
                </a:lnTo>
                <a:lnTo>
                  <a:pt x="1487473" y="32793"/>
                </a:lnTo>
                <a:lnTo>
                  <a:pt x="1486842" y="32951"/>
                </a:lnTo>
                <a:lnTo>
                  <a:pt x="1486210" y="33116"/>
                </a:lnTo>
                <a:lnTo>
                  <a:pt x="1485586" y="33284"/>
                </a:lnTo>
                <a:lnTo>
                  <a:pt x="1484965" y="33463"/>
                </a:lnTo>
                <a:lnTo>
                  <a:pt x="1484348" y="33653"/>
                </a:lnTo>
                <a:lnTo>
                  <a:pt x="1483735" y="33853"/>
                </a:lnTo>
                <a:lnTo>
                  <a:pt x="1483126" y="34064"/>
                </a:lnTo>
                <a:lnTo>
                  <a:pt x="1482521" y="34285"/>
                </a:lnTo>
                <a:lnTo>
                  <a:pt x="1481920" y="34517"/>
                </a:lnTo>
                <a:lnTo>
                  <a:pt x="1481323" y="34759"/>
                </a:lnTo>
                <a:lnTo>
                  <a:pt x="1480730" y="35012"/>
                </a:lnTo>
                <a:lnTo>
                  <a:pt x="1480141" y="35275"/>
                </a:lnTo>
                <a:lnTo>
                  <a:pt x="1479555" y="35549"/>
                </a:lnTo>
                <a:lnTo>
                  <a:pt x="1478974" y="35833"/>
                </a:lnTo>
                <a:lnTo>
                  <a:pt x="1478397" y="36128"/>
                </a:lnTo>
                <a:lnTo>
                  <a:pt x="1477823" y="36434"/>
                </a:lnTo>
                <a:lnTo>
                  <a:pt x="1477254" y="36750"/>
                </a:lnTo>
                <a:lnTo>
                  <a:pt x="1476688" y="37076"/>
                </a:lnTo>
                <a:lnTo>
                  <a:pt x="1476127" y="37413"/>
                </a:lnTo>
                <a:lnTo>
                  <a:pt x="1475569" y="37761"/>
                </a:lnTo>
                <a:lnTo>
                  <a:pt x="1475016" y="38119"/>
                </a:lnTo>
                <a:lnTo>
                  <a:pt x="1474466" y="38488"/>
                </a:lnTo>
                <a:lnTo>
                  <a:pt x="1473920" y="38867"/>
                </a:lnTo>
                <a:lnTo>
                  <a:pt x="1473379" y="39256"/>
                </a:lnTo>
                <a:lnTo>
                  <a:pt x="1472841" y="39657"/>
                </a:lnTo>
                <a:lnTo>
                  <a:pt x="1472307" y="40067"/>
                </a:lnTo>
                <a:lnTo>
                  <a:pt x="1471785" y="40485"/>
                </a:lnTo>
                <a:lnTo>
                  <a:pt x="1471271" y="40916"/>
                </a:lnTo>
                <a:lnTo>
                  <a:pt x="1470766" y="41361"/>
                </a:lnTo>
                <a:lnTo>
                  <a:pt x="1470270" y="41819"/>
                </a:lnTo>
                <a:lnTo>
                  <a:pt x="1469783" y="42291"/>
                </a:lnTo>
                <a:lnTo>
                  <a:pt x="1469305" y="42777"/>
                </a:lnTo>
                <a:lnTo>
                  <a:pt x="1468835" y="43276"/>
                </a:lnTo>
                <a:lnTo>
                  <a:pt x="1468374" y="43789"/>
                </a:lnTo>
                <a:lnTo>
                  <a:pt x="1467922" y="44316"/>
                </a:lnTo>
                <a:lnTo>
                  <a:pt x="1467479" y="44856"/>
                </a:lnTo>
                <a:lnTo>
                  <a:pt x="1467045" y="45409"/>
                </a:lnTo>
                <a:lnTo>
                  <a:pt x="1466619" y="45976"/>
                </a:lnTo>
                <a:lnTo>
                  <a:pt x="1466202" y="46557"/>
                </a:lnTo>
                <a:lnTo>
                  <a:pt x="1465794" y="47152"/>
                </a:lnTo>
                <a:lnTo>
                  <a:pt x="1465394" y="47760"/>
                </a:lnTo>
                <a:lnTo>
                  <a:pt x="1465004" y="48382"/>
                </a:lnTo>
                <a:lnTo>
                  <a:pt x="1464622" y="49017"/>
                </a:lnTo>
                <a:lnTo>
                  <a:pt x="1464249" y="49666"/>
                </a:lnTo>
                <a:lnTo>
                  <a:pt x="1463885" y="50328"/>
                </a:lnTo>
                <a:lnTo>
                  <a:pt x="1463529" y="51004"/>
                </a:lnTo>
                <a:lnTo>
                  <a:pt x="1463182" y="51694"/>
                </a:lnTo>
                <a:lnTo>
                  <a:pt x="1462845" y="52397"/>
                </a:lnTo>
                <a:lnTo>
                  <a:pt x="1462515" y="53114"/>
                </a:lnTo>
                <a:lnTo>
                  <a:pt x="1462195" y="53845"/>
                </a:lnTo>
                <a:lnTo>
                  <a:pt x="1476351" y="58900"/>
                </a:lnTo>
                <a:lnTo>
                  <a:pt x="1476563" y="58459"/>
                </a:lnTo>
                <a:lnTo>
                  <a:pt x="1476787" y="58020"/>
                </a:lnTo>
                <a:lnTo>
                  <a:pt x="1477024" y="57583"/>
                </a:lnTo>
                <a:lnTo>
                  <a:pt x="1477273" y="57148"/>
                </a:lnTo>
                <a:lnTo>
                  <a:pt x="1477535" y="56716"/>
                </a:lnTo>
                <a:lnTo>
                  <a:pt x="1477809" y="56286"/>
                </a:lnTo>
                <a:lnTo>
                  <a:pt x="1478096" y="55858"/>
                </a:lnTo>
                <a:lnTo>
                  <a:pt x="1478395" y="55432"/>
                </a:lnTo>
                <a:lnTo>
                  <a:pt x="1478707" y="55008"/>
                </a:lnTo>
                <a:lnTo>
                  <a:pt x="1479031" y="54586"/>
                </a:lnTo>
                <a:lnTo>
                  <a:pt x="1479367" y="54167"/>
                </a:lnTo>
                <a:lnTo>
                  <a:pt x="1479717" y="53750"/>
                </a:lnTo>
                <a:lnTo>
                  <a:pt x="1480078" y="53335"/>
                </a:lnTo>
                <a:lnTo>
                  <a:pt x="1480453" y="52922"/>
                </a:lnTo>
                <a:lnTo>
                  <a:pt x="1480839" y="52512"/>
                </a:lnTo>
                <a:lnTo>
                  <a:pt x="1481239" y="52103"/>
                </a:lnTo>
                <a:lnTo>
                  <a:pt x="1481651" y="51697"/>
                </a:lnTo>
                <a:lnTo>
                  <a:pt x="1482075" y="51293"/>
                </a:lnTo>
                <a:lnTo>
                  <a:pt x="1482512" y="50891"/>
                </a:lnTo>
                <a:lnTo>
                  <a:pt x="1482961" y="50492"/>
                </a:lnTo>
                <a:lnTo>
                  <a:pt x="1483423" y="50094"/>
                </a:lnTo>
                <a:lnTo>
                  <a:pt x="1483897" y="49699"/>
                </a:lnTo>
                <a:lnTo>
                  <a:pt x="1484384" y="49306"/>
                </a:lnTo>
                <a:lnTo>
                  <a:pt x="1484883" y="48915"/>
                </a:lnTo>
                <a:lnTo>
                  <a:pt x="1485397" y="48534"/>
                </a:lnTo>
                <a:lnTo>
                  <a:pt x="1485926" y="48168"/>
                </a:lnTo>
                <a:lnTo>
                  <a:pt x="1486472" y="47819"/>
                </a:lnTo>
                <a:lnTo>
                  <a:pt x="1487034" y="47486"/>
                </a:lnTo>
                <a:lnTo>
                  <a:pt x="1487611" y="47170"/>
                </a:lnTo>
                <a:lnTo>
                  <a:pt x="1488205" y="46869"/>
                </a:lnTo>
                <a:lnTo>
                  <a:pt x="1488815" y="46585"/>
                </a:lnTo>
                <a:lnTo>
                  <a:pt x="1489440" y="46317"/>
                </a:lnTo>
                <a:lnTo>
                  <a:pt x="1490082" y="46065"/>
                </a:lnTo>
                <a:lnTo>
                  <a:pt x="1490740" y="45830"/>
                </a:lnTo>
                <a:lnTo>
                  <a:pt x="1491414" y="45611"/>
                </a:lnTo>
                <a:lnTo>
                  <a:pt x="1492104" y="45408"/>
                </a:lnTo>
                <a:lnTo>
                  <a:pt x="1492809" y="45221"/>
                </a:lnTo>
                <a:lnTo>
                  <a:pt x="1493531" y="45050"/>
                </a:lnTo>
                <a:lnTo>
                  <a:pt x="1494269" y="44896"/>
                </a:lnTo>
                <a:lnTo>
                  <a:pt x="1495023" y="44758"/>
                </a:lnTo>
                <a:lnTo>
                  <a:pt x="1495793" y="44636"/>
                </a:lnTo>
                <a:lnTo>
                  <a:pt x="1496579" y="44531"/>
                </a:lnTo>
                <a:lnTo>
                  <a:pt x="1497381" y="44442"/>
                </a:lnTo>
                <a:lnTo>
                  <a:pt x="1498199" y="44368"/>
                </a:lnTo>
                <a:lnTo>
                  <a:pt x="1499033" y="44312"/>
                </a:lnTo>
                <a:lnTo>
                  <a:pt x="1499883" y="44271"/>
                </a:lnTo>
                <a:lnTo>
                  <a:pt x="1500749" y="44247"/>
                </a:lnTo>
                <a:lnTo>
                  <a:pt x="1501631" y="44239"/>
                </a:lnTo>
                <a:lnTo>
                  <a:pt x="1502480" y="44248"/>
                </a:lnTo>
                <a:lnTo>
                  <a:pt x="1503311" y="44275"/>
                </a:lnTo>
                <a:lnTo>
                  <a:pt x="1504124" y="44320"/>
                </a:lnTo>
                <a:lnTo>
                  <a:pt x="1504919" y="44383"/>
                </a:lnTo>
                <a:lnTo>
                  <a:pt x="1505695" y="44463"/>
                </a:lnTo>
                <a:lnTo>
                  <a:pt x="1506453" y="44562"/>
                </a:lnTo>
                <a:lnTo>
                  <a:pt x="1507193" y="44679"/>
                </a:lnTo>
                <a:lnTo>
                  <a:pt x="1507915" y="44814"/>
                </a:lnTo>
                <a:lnTo>
                  <a:pt x="1508619" y="44967"/>
                </a:lnTo>
                <a:lnTo>
                  <a:pt x="1509304" y="45138"/>
                </a:lnTo>
                <a:lnTo>
                  <a:pt x="1509971" y="45327"/>
                </a:lnTo>
                <a:lnTo>
                  <a:pt x="1510620" y="45534"/>
                </a:lnTo>
                <a:lnTo>
                  <a:pt x="1511251" y="45759"/>
                </a:lnTo>
                <a:lnTo>
                  <a:pt x="1511864" y="46002"/>
                </a:lnTo>
                <a:lnTo>
                  <a:pt x="1512458" y="46263"/>
                </a:lnTo>
                <a:lnTo>
                  <a:pt x="1513034" y="46542"/>
                </a:lnTo>
                <a:lnTo>
                  <a:pt x="1513592" y="46839"/>
                </a:lnTo>
                <a:lnTo>
                  <a:pt x="1514132" y="47154"/>
                </a:lnTo>
                <a:lnTo>
                  <a:pt x="1514653" y="47486"/>
                </a:lnTo>
                <a:lnTo>
                  <a:pt x="1515157" y="47837"/>
                </a:lnTo>
                <a:lnTo>
                  <a:pt x="1515642" y="48206"/>
                </a:lnTo>
                <a:lnTo>
                  <a:pt x="1516109" y="48593"/>
                </a:lnTo>
                <a:lnTo>
                  <a:pt x="1516557" y="48998"/>
                </a:lnTo>
                <a:lnTo>
                  <a:pt x="1516988" y="49421"/>
                </a:lnTo>
                <a:lnTo>
                  <a:pt x="1517405" y="49860"/>
                </a:lnTo>
                <a:lnTo>
                  <a:pt x="1517805" y="50313"/>
                </a:lnTo>
                <a:lnTo>
                  <a:pt x="1518187" y="50782"/>
                </a:lnTo>
                <a:lnTo>
                  <a:pt x="1518552" y="51264"/>
                </a:lnTo>
                <a:lnTo>
                  <a:pt x="1518898" y="51761"/>
                </a:lnTo>
                <a:lnTo>
                  <a:pt x="1519227" y="52273"/>
                </a:lnTo>
                <a:lnTo>
                  <a:pt x="1519538" y="52799"/>
                </a:lnTo>
                <a:lnTo>
                  <a:pt x="1519832" y="53339"/>
                </a:lnTo>
                <a:lnTo>
                  <a:pt x="1520107" y="53894"/>
                </a:lnTo>
                <a:lnTo>
                  <a:pt x="1520365" y="54463"/>
                </a:lnTo>
                <a:lnTo>
                  <a:pt x="1520605" y="55047"/>
                </a:lnTo>
                <a:lnTo>
                  <a:pt x="1520827" y="55646"/>
                </a:lnTo>
                <a:lnTo>
                  <a:pt x="1521031" y="56259"/>
                </a:lnTo>
                <a:lnTo>
                  <a:pt x="1521218" y="56886"/>
                </a:lnTo>
                <a:lnTo>
                  <a:pt x="1521387" y="57528"/>
                </a:lnTo>
                <a:lnTo>
                  <a:pt x="1521538" y="58184"/>
                </a:lnTo>
                <a:lnTo>
                  <a:pt x="1521671" y="58855"/>
                </a:lnTo>
                <a:lnTo>
                  <a:pt x="1521787" y="59540"/>
                </a:lnTo>
                <a:lnTo>
                  <a:pt x="1521885" y="60240"/>
                </a:lnTo>
                <a:lnTo>
                  <a:pt x="1521964" y="60954"/>
                </a:lnTo>
                <a:lnTo>
                  <a:pt x="1522027" y="61683"/>
                </a:lnTo>
                <a:lnTo>
                  <a:pt x="1522071" y="62426"/>
                </a:lnTo>
                <a:lnTo>
                  <a:pt x="1522098" y="63184"/>
                </a:lnTo>
                <a:lnTo>
                  <a:pt x="1522107" y="63956"/>
                </a:lnTo>
                <a:lnTo>
                  <a:pt x="1522107" y="64462"/>
                </a:lnTo>
                <a:lnTo>
                  <a:pt x="1522102" y="64758"/>
                </a:lnTo>
                <a:lnTo>
                  <a:pt x="1522089" y="65047"/>
                </a:lnTo>
                <a:lnTo>
                  <a:pt x="1522066" y="65329"/>
                </a:lnTo>
                <a:lnTo>
                  <a:pt x="1522035" y="65603"/>
                </a:lnTo>
                <a:lnTo>
                  <a:pt x="1521994" y="65870"/>
                </a:lnTo>
                <a:lnTo>
                  <a:pt x="1521945" y="66129"/>
                </a:lnTo>
                <a:lnTo>
                  <a:pt x="1521886" y="66380"/>
                </a:lnTo>
                <a:lnTo>
                  <a:pt x="1521819" y="66625"/>
                </a:lnTo>
                <a:lnTo>
                  <a:pt x="1521742" y="66861"/>
                </a:lnTo>
                <a:lnTo>
                  <a:pt x="1521657" y="67091"/>
                </a:lnTo>
                <a:lnTo>
                  <a:pt x="1521562" y="67313"/>
                </a:lnTo>
                <a:lnTo>
                  <a:pt x="1521459" y="67527"/>
                </a:lnTo>
                <a:lnTo>
                  <a:pt x="1521346" y="67734"/>
                </a:lnTo>
                <a:lnTo>
                  <a:pt x="1521225" y="67933"/>
                </a:lnTo>
                <a:lnTo>
                  <a:pt x="1521095" y="68125"/>
                </a:lnTo>
                <a:lnTo>
                  <a:pt x="1520955" y="68310"/>
                </a:lnTo>
                <a:lnTo>
                  <a:pt x="1520807" y="68487"/>
                </a:lnTo>
                <a:lnTo>
                  <a:pt x="1520649" y="68657"/>
                </a:lnTo>
                <a:lnTo>
                  <a:pt x="1520483" y="68819"/>
                </a:lnTo>
                <a:lnTo>
                  <a:pt x="1520307" y="68974"/>
                </a:lnTo>
                <a:lnTo>
                  <a:pt x="1520123" y="69121"/>
                </a:lnTo>
                <a:lnTo>
                  <a:pt x="1519930" y="69261"/>
                </a:lnTo>
                <a:lnTo>
                  <a:pt x="1519727" y="69393"/>
                </a:lnTo>
                <a:lnTo>
                  <a:pt x="1519516" y="69518"/>
                </a:lnTo>
                <a:lnTo>
                  <a:pt x="1519300" y="69637"/>
                </a:lnTo>
                <a:lnTo>
                  <a:pt x="1519073" y="69754"/>
                </a:lnTo>
                <a:lnTo>
                  <a:pt x="1518836" y="69868"/>
                </a:lnTo>
                <a:lnTo>
                  <a:pt x="1518589" y="69979"/>
                </a:lnTo>
                <a:lnTo>
                  <a:pt x="1518331" y="70088"/>
                </a:lnTo>
                <a:lnTo>
                  <a:pt x="1518062" y="70193"/>
                </a:lnTo>
                <a:lnTo>
                  <a:pt x="1517783" y="70296"/>
                </a:lnTo>
                <a:lnTo>
                  <a:pt x="1517493" y="70395"/>
                </a:lnTo>
                <a:lnTo>
                  <a:pt x="1517193" y="70492"/>
                </a:lnTo>
                <a:lnTo>
                  <a:pt x="1516882" y="70586"/>
                </a:lnTo>
                <a:lnTo>
                  <a:pt x="1516561" y="70678"/>
                </a:lnTo>
                <a:lnTo>
                  <a:pt x="1516229" y="70766"/>
                </a:lnTo>
                <a:lnTo>
                  <a:pt x="1515887" y="70851"/>
                </a:lnTo>
                <a:lnTo>
                  <a:pt x="1515534" y="70934"/>
                </a:lnTo>
                <a:lnTo>
                  <a:pt x="1515171" y="71014"/>
                </a:lnTo>
                <a:lnTo>
                  <a:pt x="1514797" y="71091"/>
                </a:lnTo>
                <a:lnTo>
                  <a:pt x="1514412" y="71165"/>
                </a:lnTo>
                <a:lnTo>
                  <a:pt x="1514017" y="71236"/>
                </a:lnTo>
                <a:lnTo>
                  <a:pt x="1513612" y="71304"/>
                </a:lnTo>
                <a:lnTo>
                  <a:pt x="1513196" y="71370"/>
                </a:lnTo>
                <a:lnTo>
                  <a:pt x="1512769" y="71432"/>
                </a:lnTo>
                <a:lnTo>
                  <a:pt x="1512332" y="71492"/>
                </a:lnTo>
                <a:lnTo>
                  <a:pt x="1511884" y="71549"/>
                </a:lnTo>
                <a:lnTo>
                  <a:pt x="1511426" y="71603"/>
                </a:lnTo>
                <a:lnTo>
                  <a:pt x="1510962" y="71652"/>
                </a:lnTo>
                <a:lnTo>
                  <a:pt x="1510487" y="71702"/>
                </a:lnTo>
                <a:lnTo>
                  <a:pt x="1509999" y="71754"/>
                </a:lnTo>
                <a:lnTo>
                  <a:pt x="1509500" y="71809"/>
                </a:lnTo>
                <a:lnTo>
                  <a:pt x="1508990" y="71865"/>
                </a:lnTo>
                <a:lnTo>
                  <a:pt x="1508468" y="71923"/>
                </a:lnTo>
                <a:lnTo>
                  <a:pt x="1507934" y="71983"/>
                </a:lnTo>
                <a:lnTo>
                  <a:pt x="1507389" y="72046"/>
                </a:lnTo>
                <a:lnTo>
                  <a:pt x="1506832" y="72110"/>
                </a:lnTo>
                <a:lnTo>
                  <a:pt x="1506263" y="72176"/>
                </a:lnTo>
                <a:lnTo>
                  <a:pt x="1505683" y="72244"/>
                </a:lnTo>
                <a:lnTo>
                  <a:pt x="1505091" y="72314"/>
                </a:lnTo>
                <a:lnTo>
                  <a:pt x="1504487" y="72386"/>
                </a:lnTo>
                <a:lnTo>
                  <a:pt x="1503872" y="72460"/>
                </a:lnTo>
                <a:lnTo>
                  <a:pt x="1503245" y="72536"/>
                </a:lnTo>
                <a:lnTo>
                  <a:pt x="1502607" y="72614"/>
                </a:lnTo>
                <a:lnTo>
                  <a:pt x="1501957" y="72694"/>
                </a:lnTo>
                <a:lnTo>
                  <a:pt x="1501295" y="72776"/>
                </a:lnTo>
                <a:lnTo>
                  <a:pt x="1500621" y="72860"/>
                </a:lnTo>
                <a:lnTo>
                  <a:pt x="1499936" y="72946"/>
                </a:lnTo>
                <a:lnTo>
                  <a:pt x="1499240" y="73034"/>
                </a:lnTo>
                <a:lnTo>
                  <a:pt x="1498532" y="73124"/>
                </a:lnTo>
                <a:lnTo>
                  <a:pt x="1497812" y="73216"/>
                </a:lnTo>
                <a:lnTo>
                  <a:pt x="1497080" y="73310"/>
                </a:lnTo>
                <a:lnTo>
                  <a:pt x="1496517" y="73384"/>
                </a:lnTo>
                <a:lnTo>
                  <a:pt x="1495954" y="73461"/>
                </a:lnTo>
                <a:lnTo>
                  <a:pt x="1495391" y="73541"/>
                </a:lnTo>
                <a:lnTo>
                  <a:pt x="1494828" y="73622"/>
                </a:lnTo>
                <a:lnTo>
                  <a:pt x="1494266" y="73706"/>
                </a:lnTo>
                <a:lnTo>
                  <a:pt x="1493703" y="73791"/>
                </a:lnTo>
                <a:lnTo>
                  <a:pt x="1493141" y="73879"/>
                </a:lnTo>
                <a:lnTo>
                  <a:pt x="1492579" y="73970"/>
                </a:lnTo>
                <a:lnTo>
                  <a:pt x="1492018" y="74062"/>
                </a:lnTo>
                <a:lnTo>
                  <a:pt x="1491456" y="74157"/>
                </a:lnTo>
                <a:lnTo>
                  <a:pt x="1490895" y="74253"/>
                </a:lnTo>
                <a:lnTo>
                  <a:pt x="1490334" y="74352"/>
                </a:lnTo>
                <a:lnTo>
                  <a:pt x="1489773" y="74454"/>
                </a:lnTo>
                <a:lnTo>
                  <a:pt x="1489213" y="74557"/>
                </a:lnTo>
                <a:lnTo>
                  <a:pt x="1488652" y="74662"/>
                </a:lnTo>
                <a:lnTo>
                  <a:pt x="1488092" y="74770"/>
                </a:lnTo>
                <a:lnTo>
                  <a:pt x="1487532" y="74880"/>
                </a:lnTo>
                <a:lnTo>
                  <a:pt x="1486973" y="74992"/>
                </a:lnTo>
                <a:lnTo>
                  <a:pt x="1486413" y="75107"/>
                </a:lnTo>
                <a:lnTo>
                  <a:pt x="1485854" y="75223"/>
                </a:lnTo>
                <a:lnTo>
                  <a:pt x="1485295" y="75342"/>
                </a:lnTo>
                <a:lnTo>
                  <a:pt x="1484736" y="75463"/>
                </a:lnTo>
                <a:lnTo>
                  <a:pt x="1484178" y="75586"/>
                </a:lnTo>
                <a:lnTo>
                  <a:pt x="1483619" y="75711"/>
                </a:lnTo>
                <a:lnTo>
                  <a:pt x="1483068" y="75835"/>
                </a:lnTo>
                <a:lnTo>
                  <a:pt x="1482521" y="75964"/>
                </a:lnTo>
                <a:lnTo>
                  <a:pt x="1481978" y="76098"/>
                </a:lnTo>
                <a:lnTo>
                  <a:pt x="1481439" y="76238"/>
                </a:lnTo>
                <a:lnTo>
                  <a:pt x="1480904" y="76383"/>
                </a:lnTo>
                <a:lnTo>
                  <a:pt x="1480372" y="76533"/>
                </a:lnTo>
                <a:lnTo>
                  <a:pt x="1479845" y="76688"/>
                </a:lnTo>
                <a:lnTo>
                  <a:pt x="1479322" y="76849"/>
                </a:lnTo>
                <a:lnTo>
                  <a:pt x="1478802" y="77015"/>
                </a:lnTo>
                <a:lnTo>
                  <a:pt x="1478287" y="77186"/>
                </a:lnTo>
                <a:lnTo>
                  <a:pt x="1477775" y="77362"/>
                </a:lnTo>
                <a:lnTo>
                  <a:pt x="1477268" y="77544"/>
                </a:lnTo>
                <a:lnTo>
                  <a:pt x="1476764" y="77731"/>
                </a:lnTo>
                <a:lnTo>
                  <a:pt x="1476265" y="77923"/>
                </a:lnTo>
                <a:lnTo>
                  <a:pt x="1475769" y="78121"/>
                </a:lnTo>
                <a:lnTo>
                  <a:pt x="1475277" y="78323"/>
                </a:lnTo>
                <a:lnTo>
                  <a:pt x="1474789" y="78531"/>
                </a:lnTo>
                <a:lnTo>
                  <a:pt x="1474305" y="78745"/>
                </a:lnTo>
                <a:lnTo>
                  <a:pt x="1473825" y="78963"/>
                </a:lnTo>
                <a:lnTo>
                  <a:pt x="1473350" y="79187"/>
                </a:lnTo>
                <a:lnTo>
                  <a:pt x="1472877" y="79416"/>
                </a:lnTo>
                <a:lnTo>
                  <a:pt x="1472409" y="79650"/>
                </a:lnTo>
                <a:lnTo>
                  <a:pt x="1471945" y="79890"/>
                </a:lnTo>
                <a:lnTo>
                  <a:pt x="1471485" y="80135"/>
                </a:lnTo>
                <a:lnTo>
                  <a:pt x="1471031" y="80386"/>
                </a:lnTo>
                <a:lnTo>
                  <a:pt x="1470584" y="80646"/>
                </a:lnTo>
                <a:lnTo>
                  <a:pt x="1470145" y="80913"/>
                </a:lnTo>
                <a:lnTo>
                  <a:pt x="1469714" y="81188"/>
                </a:lnTo>
                <a:lnTo>
                  <a:pt x="1469290" y="81471"/>
                </a:lnTo>
                <a:lnTo>
                  <a:pt x="1468874" y="81762"/>
                </a:lnTo>
                <a:lnTo>
                  <a:pt x="1468466" y="82061"/>
                </a:lnTo>
                <a:lnTo>
                  <a:pt x="1468065" y="82368"/>
                </a:lnTo>
                <a:lnTo>
                  <a:pt x="1467673" y="82683"/>
                </a:lnTo>
                <a:lnTo>
                  <a:pt x="1467287" y="83005"/>
                </a:lnTo>
                <a:lnTo>
                  <a:pt x="1466910" y="83336"/>
                </a:lnTo>
                <a:lnTo>
                  <a:pt x="1466540" y="83674"/>
                </a:lnTo>
                <a:lnTo>
                  <a:pt x="1466178" y="84020"/>
                </a:lnTo>
                <a:lnTo>
                  <a:pt x="1465823" y="84375"/>
                </a:lnTo>
                <a:lnTo>
                  <a:pt x="1465476" y="84737"/>
                </a:lnTo>
                <a:lnTo>
                  <a:pt x="1465137" y="85107"/>
                </a:lnTo>
                <a:lnTo>
                  <a:pt x="1464806" y="85484"/>
                </a:lnTo>
                <a:lnTo>
                  <a:pt x="1464482" y="85870"/>
                </a:lnTo>
                <a:lnTo>
                  <a:pt x="1464166" y="86264"/>
                </a:lnTo>
                <a:lnTo>
                  <a:pt x="1463857" y="86665"/>
                </a:lnTo>
                <a:lnTo>
                  <a:pt x="1463557" y="87075"/>
                </a:lnTo>
                <a:lnTo>
                  <a:pt x="1463264" y="87492"/>
                </a:lnTo>
                <a:lnTo>
                  <a:pt x="1462978" y="87918"/>
                </a:lnTo>
                <a:lnTo>
                  <a:pt x="1462701" y="88351"/>
                </a:lnTo>
                <a:lnTo>
                  <a:pt x="1462432" y="88788"/>
                </a:lnTo>
                <a:lnTo>
                  <a:pt x="1462176" y="89236"/>
                </a:lnTo>
                <a:lnTo>
                  <a:pt x="1461930" y="89696"/>
                </a:lnTo>
                <a:lnTo>
                  <a:pt x="1461696" y="90166"/>
                </a:lnTo>
                <a:lnTo>
                  <a:pt x="1461474" y="90647"/>
                </a:lnTo>
                <a:lnTo>
                  <a:pt x="1461263" y="91139"/>
                </a:lnTo>
                <a:lnTo>
                  <a:pt x="1461063" y="91643"/>
                </a:lnTo>
                <a:lnTo>
                  <a:pt x="1460875" y="92157"/>
                </a:lnTo>
                <a:lnTo>
                  <a:pt x="1460698" y="92682"/>
                </a:lnTo>
                <a:lnTo>
                  <a:pt x="1460533" y="93218"/>
                </a:lnTo>
                <a:lnTo>
                  <a:pt x="1460379" y="93765"/>
                </a:lnTo>
                <a:lnTo>
                  <a:pt x="1460236" y="94323"/>
                </a:lnTo>
                <a:lnTo>
                  <a:pt x="1460105" y="94892"/>
                </a:lnTo>
                <a:lnTo>
                  <a:pt x="1459985" y="95472"/>
                </a:lnTo>
                <a:lnTo>
                  <a:pt x="1459876" y="96063"/>
                </a:lnTo>
                <a:lnTo>
                  <a:pt x="1459779" y="96665"/>
                </a:lnTo>
                <a:lnTo>
                  <a:pt x="1459694" y="97278"/>
                </a:lnTo>
                <a:lnTo>
                  <a:pt x="1459620" y="97902"/>
                </a:lnTo>
                <a:lnTo>
                  <a:pt x="1459557" y="98536"/>
                </a:lnTo>
                <a:lnTo>
                  <a:pt x="1459506" y="99182"/>
                </a:lnTo>
                <a:lnTo>
                  <a:pt x="1459466" y="99839"/>
                </a:lnTo>
                <a:lnTo>
                  <a:pt x="1459437" y="100507"/>
                </a:lnTo>
                <a:lnTo>
                  <a:pt x="1459420" y="101185"/>
                </a:lnTo>
                <a:lnTo>
                  <a:pt x="1459414" y="101875"/>
                </a:lnTo>
                <a:lnTo>
                  <a:pt x="1459422" y="102660"/>
                </a:lnTo>
                <a:lnTo>
                  <a:pt x="1459445" y="103436"/>
                </a:lnTo>
                <a:lnTo>
                  <a:pt x="1459483" y="104202"/>
                </a:lnTo>
                <a:lnTo>
                  <a:pt x="1459537" y="104958"/>
                </a:lnTo>
                <a:lnTo>
                  <a:pt x="1459606" y="105704"/>
                </a:lnTo>
                <a:lnTo>
                  <a:pt x="1459691" y="106441"/>
                </a:lnTo>
                <a:lnTo>
                  <a:pt x="1459791" y="107168"/>
                </a:lnTo>
                <a:lnTo>
                  <a:pt x="1459906" y="107886"/>
                </a:lnTo>
                <a:lnTo>
                  <a:pt x="1460036" y="108594"/>
                </a:lnTo>
                <a:lnTo>
                  <a:pt x="1460182" y="109292"/>
                </a:lnTo>
                <a:lnTo>
                  <a:pt x="1460344" y="109981"/>
                </a:lnTo>
                <a:lnTo>
                  <a:pt x="1460520" y="110660"/>
                </a:lnTo>
                <a:lnTo>
                  <a:pt x="1460712" y="111329"/>
                </a:lnTo>
                <a:lnTo>
                  <a:pt x="1460920" y="111989"/>
                </a:lnTo>
                <a:lnTo>
                  <a:pt x="1461142" y="112638"/>
                </a:lnTo>
                <a:lnTo>
                  <a:pt x="1461380" y="113279"/>
                </a:lnTo>
                <a:lnTo>
                  <a:pt x="1461634" y="113909"/>
                </a:lnTo>
                <a:lnTo>
                  <a:pt x="1461903" y="114530"/>
                </a:lnTo>
                <a:lnTo>
                  <a:pt x="1462187" y="115142"/>
                </a:lnTo>
                <a:lnTo>
                  <a:pt x="1462486" y="115744"/>
                </a:lnTo>
                <a:lnTo>
                  <a:pt x="1462801" y="116336"/>
                </a:lnTo>
                <a:lnTo>
                  <a:pt x="1463132" y="116918"/>
                </a:lnTo>
                <a:lnTo>
                  <a:pt x="1463477" y="117491"/>
                </a:lnTo>
                <a:lnTo>
                  <a:pt x="1463838" y="118054"/>
                </a:lnTo>
                <a:lnTo>
                  <a:pt x="1464212" y="118601"/>
                </a:lnTo>
                <a:lnTo>
                  <a:pt x="1464597" y="119138"/>
                </a:lnTo>
                <a:lnTo>
                  <a:pt x="1464992" y="119664"/>
                </a:lnTo>
                <a:lnTo>
                  <a:pt x="1465399" y="120180"/>
                </a:lnTo>
                <a:lnTo>
                  <a:pt x="1465816" y="120684"/>
                </a:lnTo>
                <a:lnTo>
                  <a:pt x="1466244" y="121178"/>
                </a:lnTo>
                <a:lnTo>
                  <a:pt x="1466682" y="121661"/>
                </a:lnTo>
                <a:lnTo>
                  <a:pt x="1467131" y="122134"/>
                </a:lnTo>
                <a:lnTo>
                  <a:pt x="1467592" y="122595"/>
                </a:lnTo>
                <a:lnTo>
                  <a:pt x="1468062" y="123046"/>
                </a:lnTo>
                <a:lnTo>
                  <a:pt x="1468544" y="123486"/>
                </a:lnTo>
                <a:lnTo>
                  <a:pt x="1469036" y="123915"/>
                </a:lnTo>
                <a:lnTo>
                  <a:pt x="1469539" y="124334"/>
                </a:lnTo>
                <a:lnTo>
                  <a:pt x="1470053" y="124742"/>
                </a:lnTo>
                <a:lnTo>
                  <a:pt x="1470578" y="125139"/>
                </a:lnTo>
                <a:lnTo>
                  <a:pt x="1471113" y="125525"/>
                </a:lnTo>
                <a:lnTo>
                  <a:pt x="1471659" y="125901"/>
                </a:lnTo>
                <a:lnTo>
                  <a:pt x="1472216" y="126266"/>
                </a:lnTo>
                <a:lnTo>
                  <a:pt x="1472783" y="126620"/>
                </a:lnTo>
                <a:lnTo>
                  <a:pt x="1473362" y="126963"/>
                </a:lnTo>
                <a:lnTo>
                  <a:pt x="1473951" y="127295"/>
                </a:lnTo>
                <a:lnTo>
                  <a:pt x="1474551" y="127617"/>
                </a:lnTo>
                <a:lnTo>
                  <a:pt x="1475161" y="127928"/>
                </a:lnTo>
                <a:lnTo>
                  <a:pt x="1475783" y="128229"/>
                </a:lnTo>
                <a:lnTo>
                  <a:pt x="1476412" y="128512"/>
                </a:lnTo>
                <a:lnTo>
                  <a:pt x="1477048" y="128784"/>
                </a:lnTo>
                <a:lnTo>
                  <a:pt x="1477689" y="129043"/>
                </a:lnTo>
                <a:lnTo>
                  <a:pt x="1478337" y="129291"/>
                </a:lnTo>
                <a:lnTo>
                  <a:pt x="1478990" y="129526"/>
                </a:lnTo>
                <a:lnTo>
                  <a:pt x="1479650" y="129749"/>
                </a:lnTo>
                <a:lnTo>
                  <a:pt x="1480315" y="129961"/>
                </a:lnTo>
                <a:lnTo>
                  <a:pt x="1480986" y="130160"/>
                </a:lnTo>
                <a:lnTo>
                  <a:pt x="1481663" y="130347"/>
                </a:lnTo>
                <a:lnTo>
                  <a:pt x="1482346" y="130522"/>
                </a:lnTo>
                <a:lnTo>
                  <a:pt x="1483035" y="130685"/>
                </a:lnTo>
                <a:lnTo>
                  <a:pt x="1483730" y="130836"/>
                </a:lnTo>
                <a:lnTo>
                  <a:pt x="1484430" y="130974"/>
                </a:lnTo>
                <a:lnTo>
                  <a:pt x="1485137" y="131101"/>
                </a:lnTo>
                <a:lnTo>
                  <a:pt x="1485850" y="131216"/>
                </a:lnTo>
                <a:lnTo>
                  <a:pt x="1486568" y="131318"/>
                </a:lnTo>
                <a:lnTo>
                  <a:pt x="1487293" y="131409"/>
                </a:lnTo>
                <a:lnTo>
                  <a:pt x="1488023" y="131487"/>
                </a:lnTo>
                <a:lnTo>
                  <a:pt x="1488760" y="131554"/>
                </a:lnTo>
                <a:lnTo>
                  <a:pt x="1489502" y="131608"/>
                </a:lnTo>
                <a:lnTo>
                  <a:pt x="1490250" y="131650"/>
                </a:lnTo>
                <a:lnTo>
                  <a:pt x="1491004" y="131680"/>
                </a:lnTo>
                <a:lnTo>
                  <a:pt x="1491764" y="131698"/>
                </a:lnTo>
                <a:lnTo>
                  <a:pt x="1492530" y="131705"/>
                </a:lnTo>
                <a:lnTo>
                  <a:pt x="1493231" y="131700"/>
                </a:lnTo>
                <a:lnTo>
                  <a:pt x="1493924" y="131687"/>
                </a:lnTo>
                <a:lnTo>
                  <a:pt x="1494607" y="131665"/>
                </a:lnTo>
                <a:lnTo>
                  <a:pt x="1495281" y="131634"/>
                </a:lnTo>
                <a:lnTo>
                  <a:pt x="1495946" y="131595"/>
                </a:lnTo>
                <a:close/>
                <a:moveTo>
                  <a:pt x="1491227" y="118136"/>
                </a:moveTo>
                <a:lnTo>
                  <a:pt x="1490543" y="118062"/>
                </a:lnTo>
                <a:lnTo>
                  <a:pt x="1489871" y="117973"/>
                </a:lnTo>
                <a:lnTo>
                  <a:pt x="1489209" y="117871"/>
                </a:lnTo>
                <a:lnTo>
                  <a:pt x="1488557" y="117756"/>
                </a:lnTo>
                <a:lnTo>
                  <a:pt x="1487917" y="117626"/>
                </a:lnTo>
                <a:lnTo>
                  <a:pt x="1487287" y="117483"/>
                </a:lnTo>
                <a:lnTo>
                  <a:pt x="1486668" y="117327"/>
                </a:lnTo>
                <a:lnTo>
                  <a:pt x="1486060" y="117157"/>
                </a:lnTo>
                <a:lnTo>
                  <a:pt x="1485463" y="116973"/>
                </a:lnTo>
                <a:lnTo>
                  <a:pt x="1484876" y="116776"/>
                </a:lnTo>
                <a:lnTo>
                  <a:pt x="1484300" y="116565"/>
                </a:lnTo>
                <a:lnTo>
                  <a:pt x="1483735" y="116341"/>
                </a:lnTo>
                <a:lnTo>
                  <a:pt x="1483181" y="116103"/>
                </a:lnTo>
                <a:lnTo>
                  <a:pt x="1482637" y="115851"/>
                </a:lnTo>
                <a:lnTo>
                  <a:pt x="1482104" y="115586"/>
                </a:lnTo>
                <a:lnTo>
                  <a:pt x="1481582" y="115307"/>
                </a:lnTo>
                <a:lnTo>
                  <a:pt x="1481071" y="115014"/>
                </a:lnTo>
                <a:lnTo>
                  <a:pt x="1480570" y="114708"/>
                </a:lnTo>
                <a:lnTo>
                  <a:pt x="1480080" y="114388"/>
                </a:lnTo>
                <a:lnTo>
                  <a:pt x="1479611" y="114050"/>
                </a:lnTo>
                <a:lnTo>
                  <a:pt x="1479162" y="113698"/>
                </a:lnTo>
                <a:lnTo>
                  <a:pt x="1478732" y="113334"/>
                </a:lnTo>
                <a:lnTo>
                  <a:pt x="1478323" y="112956"/>
                </a:lnTo>
                <a:lnTo>
                  <a:pt x="1477934" y="112565"/>
                </a:lnTo>
                <a:lnTo>
                  <a:pt x="1477564" y="112161"/>
                </a:lnTo>
                <a:lnTo>
                  <a:pt x="1477215" y="111743"/>
                </a:lnTo>
                <a:lnTo>
                  <a:pt x="1476885" y="111313"/>
                </a:lnTo>
                <a:lnTo>
                  <a:pt x="1476576" y="110869"/>
                </a:lnTo>
                <a:lnTo>
                  <a:pt x="1476286" y="110412"/>
                </a:lnTo>
                <a:lnTo>
                  <a:pt x="1476017" y="109942"/>
                </a:lnTo>
                <a:lnTo>
                  <a:pt x="1475767" y="109459"/>
                </a:lnTo>
                <a:lnTo>
                  <a:pt x="1475537" y="108962"/>
                </a:lnTo>
                <a:lnTo>
                  <a:pt x="1475328" y="108453"/>
                </a:lnTo>
                <a:lnTo>
                  <a:pt x="1475138" y="107930"/>
                </a:lnTo>
                <a:lnTo>
                  <a:pt x="1474968" y="107394"/>
                </a:lnTo>
                <a:lnTo>
                  <a:pt x="1474818" y="106845"/>
                </a:lnTo>
                <a:lnTo>
                  <a:pt x="1474689" y="106283"/>
                </a:lnTo>
                <a:lnTo>
                  <a:pt x="1474579" y="105708"/>
                </a:lnTo>
                <a:lnTo>
                  <a:pt x="1474489" y="105119"/>
                </a:lnTo>
                <a:lnTo>
                  <a:pt x="1474419" y="104518"/>
                </a:lnTo>
                <a:lnTo>
                  <a:pt x="1474369" y="103903"/>
                </a:lnTo>
                <a:lnTo>
                  <a:pt x="1474339" y="103275"/>
                </a:lnTo>
                <a:lnTo>
                  <a:pt x="1474329" y="102633"/>
                </a:lnTo>
                <a:lnTo>
                  <a:pt x="1474334" y="102164"/>
                </a:lnTo>
                <a:lnTo>
                  <a:pt x="1474350" y="101702"/>
                </a:lnTo>
                <a:lnTo>
                  <a:pt x="1474377" y="101249"/>
                </a:lnTo>
                <a:lnTo>
                  <a:pt x="1474413" y="100804"/>
                </a:lnTo>
                <a:lnTo>
                  <a:pt x="1474461" y="100368"/>
                </a:lnTo>
                <a:lnTo>
                  <a:pt x="1474519" y="99940"/>
                </a:lnTo>
                <a:lnTo>
                  <a:pt x="1474587" y="99520"/>
                </a:lnTo>
                <a:lnTo>
                  <a:pt x="1474666" y="99108"/>
                </a:lnTo>
                <a:lnTo>
                  <a:pt x="1474756" y="98705"/>
                </a:lnTo>
                <a:lnTo>
                  <a:pt x="1474856" y="98311"/>
                </a:lnTo>
                <a:lnTo>
                  <a:pt x="1474966" y="97924"/>
                </a:lnTo>
                <a:lnTo>
                  <a:pt x="1475087" y="97546"/>
                </a:lnTo>
                <a:lnTo>
                  <a:pt x="1475219" y="97176"/>
                </a:lnTo>
                <a:lnTo>
                  <a:pt x="1475361" y="96815"/>
                </a:lnTo>
                <a:lnTo>
                  <a:pt x="1475514" y="96462"/>
                </a:lnTo>
                <a:lnTo>
                  <a:pt x="1475677" y="96117"/>
                </a:lnTo>
                <a:lnTo>
                  <a:pt x="1475851" y="95781"/>
                </a:lnTo>
                <a:lnTo>
                  <a:pt x="1476035" y="95453"/>
                </a:lnTo>
                <a:lnTo>
                  <a:pt x="1476230" y="95133"/>
                </a:lnTo>
                <a:lnTo>
                  <a:pt x="1476436" y="94821"/>
                </a:lnTo>
                <a:lnTo>
                  <a:pt x="1476652" y="94518"/>
                </a:lnTo>
                <a:lnTo>
                  <a:pt x="1476878" y="94224"/>
                </a:lnTo>
                <a:lnTo>
                  <a:pt x="1477115" y="93937"/>
                </a:lnTo>
                <a:lnTo>
                  <a:pt x="1477363" y="93659"/>
                </a:lnTo>
                <a:lnTo>
                  <a:pt x="1477624" y="93383"/>
                </a:lnTo>
                <a:lnTo>
                  <a:pt x="1477892" y="93113"/>
                </a:lnTo>
                <a:lnTo>
                  <a:pt x="1478166" y="92849"/>
                </a:lnTo>
                <a:lnTo>
                  <a:pt x="1478448" y="92590"/>
                </a:lnTo>
                <a:lnTo>
                  <a:pt x="1478735" y="92338"/>
                </a:lnTo>
                <a:lnTo>
                  <a:pt x="1479030" y="92091"/>
                </a:lnTo>
                <a:lnTo>
                  <a:pt x="1479330" y="91851"/>
                </a:lnTo>
                <a:lnTo>
                  <a:pt x="1479638" y="91616"/>
                </a:lnTo>
                <a:lnTo>
                  <a:pt x="1479952" y="91387"/>
                </a:lnTo>
                <a:lnTo>
                  <a:pt x="1480272" y="91164"/>
                </a:lnTo>
                <a:lnTo>
                  <a:pt x="1480600" y="90947"/>
                </a:lnTo>
                <a:lnTo>
                  <a:pt x="1480933" y="90736"/>
                </a:lnTo>
                <a:lnTo>
                  <a:pt x="1481274" y="90531"/>
                </a:lnTo>
                <a:lnTo>
                  <a:pt x="1481621" y="90332"/>
                </a:lnTo>
                <a:lnTo>
                  <a:pt x="1481974" y="90139"/>
                </a:lnTo>
                <a:lnTo>
                  <a:pt x="1482334" y="89952"/>
                </a:lnTo>
                <a:lnTo>
                  <a:pt x="1482701" y="89770"/>
                </a:lnTo>
                <a:lnTo>
                  <a:pt x="1483074" y="89595"/>
                </a:lnTo>
                <a:lnTo>
                  <a:pt x="1483454" y="89425"/>
                </a:lnTo>
                <a:lnTo>
                  <a:pt x="1483840" y="89262"/>
                </a:lnTo>
                <a:lnTo>
                  <a:pt x="1484233" y="89104"/>
                </a:lnTo>
                <a:lnTo>
                  <a:pt x="1484633" y="88952"/>
                </a:lnTo>
                <a:lnTo>
                  <a:pt x="1485039" y="88807"/>
                </a:lnTo>
                <a:lnTo>
                  <a:pt x="1485452" y="88667"/>
                </a:lnTo>
                <a:lnTo>
                  <a:pt x="1485875" y="88526"/>
                </a:lnTo>
                <a:lnTo>
                  <a:pt x="1486300" y="88389"/>
                </a:lnTo>
                <a:lnTo>
                  <a:pt x="1486728" y="88255"/>
                </a:lnTo>
                <a:lnTo>
                  <a:pt x="1487158" y="88124"/>
                </a:lnTo>
                <a:lnTo>
                  <a:pt x="1487592" y="87997"/>
                </a:lnTo>
                <a:lnTo>
                  <a:pt x="1488027" y="87873"/>
                </a:lnTo>
                <a:lnTo>
                  <a:pt x="1488466" y="87752"/>
                </a:lnTo>
                <a:lnTo>
                  <a:pt x="1488907" y="87634"/>
                </a:lnTo>
                <a:lnTo>
                  <a:pt x="1489351" y="87520"/>
                </a:lnTo>
                <a:lnTo>
                  <a:pt x="1489797" y="87409"/>
                </a:lnTo>
                <a:lnTo>
                  <a:pt x="1490246" y="87302"/>
                </a:lnTo>
                <a:lnTo>
                  <a:pt x="1490697" y="87197"/>
                </a:lnTo>
                <a:lnTo>
                  <a:pt x="1491152" y="87096"/>
                </a:lnTo>
                <a:lnTo>
                  <a:pt x="1491608" y="86999"/>
                </a:lnTo>
                <a:lnTo>
                  <a:pt x="1492068" y="86904"/>
                </a:lnTo>
                <a:lnTo>
                  <a:pt x="1492530" y="86813"/>
                </a:lnTo>
                <a:lnTo>
                  <a:pt x="1492995" y="86725"/>
                </a:lnTo>
                <a:lnTo>
                  <a:pt x="1493462" y="86640"/>
                </a:lnTo>
                <a:lnTo>
                  <a:pt x="1493932" y="86559"/>
                </a:lnTo>
                <a:lnTo>
                  <a:pt x="1494405" y="86481"/>
                </a:lnTo>
                <a:lnTo>
                  <a:pt x="1494880" y="86406"/>
                </a:lnTo>
                <a:lnTo>
                  <a:pt x="1495358" y="86335"/>
                </a:lnTo>
                <a:lnTo>
                  <a:pt x="1495839" y="86267"/>
                </a:lnTo>
                <a:lnTo>
                  <a:pt x="1496322" y="86202"/>
                </a:lnTo>
                <a:lnTo>
                  <a:pt x="1496525" y="86175"/>
                </a:lnTo>
                <a:lnTo>
                  <a:pt x="1496732" y="86148"/>
                </a:lnTo>
                <a:lnTo>
                  <a:pt x="1496945" y="86121"/>
                </a:lnTo>
                <a:lnTo>
                  <a:pt x="1497163" y="86093"/>
                </a:lnTo>
                <a:lnTo>
                  <a:pt x="1497386" y="86065"/>
                </a:lnTo>
                <a:lnTo>
                  <a:pt x="1497614" y="86036"/>
                </a:lnTo>
                <a:lnTo>
                  <a:pt x="1497847" y="86007"/>
                </a:lnTo>
                <a:lnTo>
                  <a:pt x="1498084" y="85977"/>
                </a:lnTo>
                <a:lnTo>
                  <a:pt x="1498328" y="85947"/>
                </a:lnTo>
                <a:lnTo>
                  <a:pt x="1498576" y="85917"/>
                </a:lnTo>
                <a:lnTo>
                  <a:pt x="1498829" y="85886"/>
                </a:lnTo>
                <a:lnTo>
                  <a:pt x="1499087" y="85854"/>
                </a:lnTo>
                <a:lnTo>
                  <a:pt x="1499350" y="85823"/>
                </a:lnTo>
                <a:lnTo>
                  <a:pt x="1499618" y="85790"/>
                </a:lnTo>
                <a:lnTo>
                  <a:pt x="1499892" y="85758"/>
                </a:lnTo>
                <a:lnTo>
                  <a:pt x="1500170" y="85724"/>
                </a:lnTo>
                <a:lnTo>
                  <a:pt x="1500453" y="85691"/>
                </a:lnTo>
                <a:lnTo>
                  <a:pt x="1500742" y="85657"/>
                </a:lnTo>
                <a:lnTo>
                  <a:pt x="1501035" y="85622"/>
                </a:lnTo>
                <a:lnTo>
                  <a:pt x="1501334" y="85588"/>
                </a:lnTo>
                <a:lnTo>
                  <a:pt x="1501637" y="85552"/>
                </a:lnTo>
                <a:lnTo>
                  <a:pt x="1501946" y="85516"/>
                </a:lnTo>
                <a:lnTo>
                  <a:pt x="1502260" y="85480"/>
                </a:lnTo>
                <a:lnTo>
                  <a:pt x="1502579" y="85444"/>
                </a:lnTo>
                <a:lnTo>
                  <a:pt x="1502905" y="85401"/>
                </a:lnTo>
                <a:lnTo>
                  <a:pt x="1503233" y="85358"/>
                </a:lnTo>
                <a:lnTo>
                  <a:pt x="1503561" y="85315"/>
                </a:lnTo>
                <a:lnTo>
                  <a:pt x="1503890" y="85272"/>
                </a:lnTo>
                <a:lnTo>
                  <a:pt x="1504219" y="85227"/>
                </a:lnTo>
                <a:lnTo>
                  <a:pt x="1504550" y="85183"/>
                </a:lnTo>
                <a:lnTo>
                  <a:pt x="1504880" y="85138"/>
                </a:lnTo>
                <a:lnTo>
                  <a:pt x="1505212" y="85093"/>
                </a:lnTo>
                <a:lnTo>
                  <a:pt x="1505544" y="85047"/>
                </a:lnTo>
                <a:lnTo>
                  <a:pt x="1505877" y="85000"/>
                </a:lnTo>
                <a:lnTo>
                  <a:pt x="1506210" y="84954"/>
                </a:lnTo>
                <a:lnTo>
                  <a:pt x="1506544" y="84906"/>
                </a:lnTo>
                <a:lnTo>
                  <a:pt x="1506879" y="84859"/>
                </a:lnTo>
                <a:lnTo>
                  <a:pt x="1507214" y="84811"/>
                </a:lnTo>
                <a:lnTo>
                  <a:pt x="1507550" y="84762"/>
                </a:lnTo>
                <a:lnTo>
                  <a:pt x="1507887" y="84713"/>
                </a:lnTo>
                <a:lnTo>
                  <a:pt x="1508225" y="84664"/>
                </a:lnTo>
                <a:lnTo>
                  <a:pt x="1508563" y="84614"/>
                </a:lnTo>
                <a:lnTo>
                  <a:pt x="1508901" y="84564"/>
                </a:lnTo>
                <a:lnTo>
                  <a:pt x="1509241" y="84513"/>
                </a:lnTo>
                <a:lnTo>
                  <a:pt x="1509581" y="84462"/>
                </a:lnTo>
                <a:lnTo>
                  <a:pt x="1509921" y="84410"/>
                </a:lnTo>
                <a:lnTo>
                  <a:pt x="1510263" y="84358"/>
                </a:lnTo>
                <a:lnTo>
                  <a:pt x="1510605" y="84306"/>
                </a:lnTo>
                <a:lnTo>
                  <a:pt x="1510951" y="84248"/>
                </a:lnTo>
                <a:lnTo>
                  <a:pt x="1511293" y="84189"/>
                </a:lnTo>
                <a:lnTo>
                  <a:pt x="1511632" y="84129"/>
                </a:lnTo>
                <a:lnTo>
                  <a:pt x="1511967" y="84069"/>
                </a:lnTo>
                <a:lnTo>
                  <a:pt x="1512299" y="84008"/>
                </a:lnTo>
                <a:lnTo>
                  <a:pt x="1512627" y="83947"/>
                </a:lnTo>
                <a:lnTo>
                  <a:pt x="1512952" y="83884"/>
                </a:lnTo>
                <a:lnTo>
                  <a:pt x="1513273" y="83822"/>
                </a:lnTo>
                <a:lnTo>
                  <a:pt x="1513591" y="83758"/>
                </a:lnTo>
                <a:lnTo>
                  <a:pt x="1513905" y="83694"/>
                </a:lnTo>
                <a:lnTo>
                  <a:pt x="1514216" y="83629"/>
                </a:lnTo>
                <a:lnTo>
                  <a:pt x="1514523" y="83563"/>
                </a:lnTo>
                <a:lnTo>
                  <a:pt x="1514827" y="83497"/>
                </a:lnTo>
                <a:lnTo>
                  <a:pt x="1515127" y="83430"/>
                </a:lnTo>
                <a:lnTo>
                  <a:pt x="1515423" y="83363"/>
                </a:lnTo>
                <a:lnTo>
                  <a:pt x="1515717" y="83295"/>
                </a:lnTo>
                <a:lnTo>
                  <a:pt x="1516006" y="83226"/>
                </a:lnTo>
                <a:lnTo>
                  <a:pt x="1516292" y="83157"/>
                </a:lnTo>
                <a:lnTo>
                  <a:pt x="1516575" y="83087"/>
                </a:lnTo>
                <a:lnTo>
                  <a:pt x="1516854" y="83016"/>
                </a:lnTo>
                <a:lnTo>
                  <a:pt x="1517130" y="82944"/>
                </a:lnTo>
                <a:lnTo>
                  <a:pt x="1517402" y="82872"/>
                </a:lnTo>
                <a:lnTo>
                  <a:pt x="1517670" y="82800"/>
                </a:lnTo>
                <a:lnTo>
                  <a:pt x="1517936" y="82726"/>
                </a:lnTo>
                <a:lnTo>
                  <a:pt x="1518200" y="82647"/>
                </a:lnTo>
                <a:lnTo>
                  <a:pt x="1518457" y="82567"/>
                </a:lnTo>
                <a:lnTo>
                  <a:pt x="1518706" y="82486"/>
                </a:lnTo>
                <a:lnTo>
                  <a:pt x="1518947" y="82405"/>
                </a:lnTo>
                <a:lnTo>
                  <a:pt x="1519180" y="82323"/>
                </a:lnTo>
                <a:lnTo>
                  <a:pt x="1519405" y="82240"/>
                </a:lnTo>
                <a:lnTo>
                  <a:pt x="1519622" y="82157"/>
                </a:lnTo>
                <a:lnTo>
                  <a:pt x="1519832" y="82073"/>
                </a:lnTo>
                <a:lnTo>
                  <a:pt x="1520033" y="81988"/>
                </a:lnTo>
                <a:lnTo>
                  <a:pt x="1520227" y="81903"/>
                </a:lnTo>
                <a:lnTo>
                  <a:pt x="1520412" y="81817"/>
                </a:lnTo>
                <a:lnTo>
                  <a:pt x="1520590" y="81731"/>
                </a:lnTo>
                <a:lnTo>
                  <a:pt x="1520760" y="81644"/>
                </a:lnTo>
                <a:lnTo>
                  <a:pt x="1520922" y="81556"/>
                </a:lnTo>
                <a:lnTo>
                  <a:pt x="1521076" y="81467"/>
                </a:lnTo>
                <a:lnTo>
                  <a:pt x="1521222" y="81378"/>
                </a:lnTo>
                <a:lnTo>
                  <a:pt x="1521360" y="81288"/>
                </a:lnTo>
                <a:lnTo>
                  <a:pt x="1521491" y="81197"/>
                </a:lnTo>
                <a:lnTo>
                  <a:pt x="1521613" y="81106"/>
                </a:lnTo>
                <a:lnTo>
                  <a:pt x="1521728" y="81014"/>
                </a:lnTo>
                <a:lnTo>
                  <a:pt x="1521834" y="80922"/>
                </a:lnTo>
                <a:lnTo>
                  <a:pt x="1521933" y="80829"/>
                </a:lnTo>
                <a:lnTo>
                  <a:pt x="1522024" y="80735"/>
                </a:lnTo>
                <a:lnTo>
                  <a:pt x="1522107" y="80641"/>
                </a:lnTo>
                <a:lnTo>
                  <a:pt x="1522107" y="94291"/>
                </a:lnTo>
                <a:lnTo>
                  <a:pt x="1522101" y="94796"/>
                </a:lnTo>
                <a:lnTo>
                  <a:pt x="1522085" y="95299"/>
                </a:lnTo>
                <a:lnTo>
                  <a:pt x="1522057" y="95799"/>
                </a:lnTo>
                <a:lnTo>
                  <a:pt x="1522019" y="96298"/>
                </a:lnTo>
                <a:lnTo>
                  <a:pt x="1521970" y="96795"/>
                </a:lnTo>
                <a:lnTo>
                  <a:pt x="1521909" y="97289"/>
                </a:lnTo>
                <a:lnTo>
                  <a:pt x="1521838" y="97782"/>
                </a:lnTo>
                <a:lnTo>
                  <a:pt x="1521756" y="98273"/>
                </a:lnTo>
                <a:lnTo>
                  <a:pt x="1521662" y="98762"/>
                </a:lnTo>
                <a:lnTo>
                  <a:pt x="1521558" y="99248"/>
                </a:lnTo>
                <a:lnTo>
                  <a:pt x="1521443" y="99733"/>
                </a:lnTo>
                <a:lnTo>
                  <a:pt x="1521317" y="100216"/>
                </a:lnTo>
                <a:lnTo>
                  <a:pt x="1521180" y="100697"/>
                </a:lnTo>
                <a:lnTo>
                  <a:pt x="1521032" y="101176"/>
                </a:lnTo>
                <a:lnTo>
                  <a:pt x="1520872" y="101653"/>
                </a:lnTo>
                <a:lnTo>
                  <a:pt x="1520702" y="102128"/>
                </a:lnTo>
                <a:lnTo>
                  <a:pt x="1520521" y="102601"/>
                </a:lnTo>
                <a:lnTo>
                  <a:pt x="1520329" y="103072"/>
                </a:lnTo>
                <a:lnTo>
                  <a:pt x="1520126" y="103541"/>
                </a:lnTo>
                <a:lnTo>
                  <a:pt x="1519912" y="104008"/>
                </a:lnTo>
                <a:lnTo>
                  <a:pt x="1519688" y="104473"/>
                </a:lnTo>
                <a:lnTo>
                  <a:pt x="1519452" y="104936"/>
                </a:lnTo>
                <a:lnTo>
                  <a:pt x="1519205" y="105397"/>
                </a:lnTo>
                <a:lnTo>
                  <a:pt x="1518947" y="105857"/>
                </a:lnTo>
                <a:lnTo>
                  <a:pt x="1518684" y="106311"/>
                </a:lnTo>
                <a:lnTo>
                  <a:pt x="1518410" y="106759"/>
                </a:lnTo>
                <a:lnTo>
                  <a:pt x="1518125" y="107200"/>
                </a:lnTo>
                <a:lnTo>
                  <a:pt x="1517830" y="107633"/>
                </a:lnTo>
                <a:lnTo>
                  <a:pt x="1517525" y="108060"/>
                </a:lnTo>
                <a:lnTo>
                  <a:pt x="1517209" y="108479"/>
                </a:lnTo>
                <a:lnTo>
                  <a:pt x="1516882" y="108892"/>
                </a:lnTo>
                <a:lnTo>
                  <a:pt x="1516545" y="109297"/>
                </a:lnTo>
                <a:lnTo>
                  <a:pt x="1516198" y="109696"/>
                </a:lnTo>
                <a:lnTo>
                  <a:pt x="1515840" y="110087"/>
                </a:lnTo>
                <a:lnTo>
                  <a:pt x="1515471" y="110472"/>
                </a:lnTo>
                <a:lnTo>
                  <a:pt x="1515092" y="110849"/>
                </a:lnTo>
                <a:lnTo>
                  <a:pt x="1514702" y="111220"/>
                </a:lnTo>
                <a:lnTo>
                  <a:pt x="1514302" y="111583"/>
                </a:lnTo>
                <a:lnTo>
                  <a:pt x="1513891" y="111939"/>
                </a:lnTo>
                <a:lnTo>
                  <a:pt x="1513470" y="112289"/>
                </a:lnTo>
                <a:lnTo>
                  <a:pt x="1513038" y="112631"/>
                </a:lnTo>
                <a:lnTo>
                  <a:pt x="1512595" y="112966"/>
                </a:lnTo>
                <a:lnTo>
                  <a:pt x="1512143" y="113295"/>
                </a:lnTo>
                <a:lnTo>
                  <a:pt x="1511679" y="113616"/>
                </a:lnTo>
                <a:lnTo>
                  <a:pt x="1511205" y="113930"/>
                </a:lnTo>
                <a:lnTo>
                  <a:pt x="1510721" y="114237"/>
                </a:lnTo>
                <a:lnTo>
                  <a:pt x="1510226" y="114538"/>
                </a:lnTo>
                <a:lnTo>
                  <a:pt x="1509720" y="114831"/>
                </a:lnTo>
                <a:lnTo>
                  <a:pt x="1509210" y="115114"/>
                </a:lnTo>
                <a:lnTo>
                  <a:pt x="1508689" y="115386"/>
                </a:lnTo>
                <a:lnTo>
                  <a:pt x="1508160" y="115645"/>
                </a:lnTo>
                <a:lnTo>
                  <a:pt x="1507620" y="115893"/>
                </a:lnTo>
                <a:lnTo>
                  <a:pt x="1507071" y="116128"/>
                </a:lnTo>
                <a:lnTo>
                  <a:pt x="1506513" y="116351"/>
                </a:lnTo>
                <a:lnTo>
                  <a:pt x="1505944" y="116563"/>
                </a:lnTo>
                <a:lnTo>
                  <a:pt x="1505366" y="116762"/>
                </a:lnTo>
                <a:lnTo>
                  <a:pt x="1504779" y="116949"/>
                </a:lnTo>
                <a:lnTo>
                  <a:pt x="1504181" y="117124"/>
                </a:lnTo>
                <a:lnTo>
                  <a:pt x="1503574" y="117287"/>
                </a:lnTo>
                <a:lnTo>
                  <a:pt x="1502958" y="117438"/>
                </a:lnTo>
                <a:lnTo>
                  <a:pt x="1502332" y="117576"/>
                </a:lnTo>
                <a:lnTo>
                  <a:pt x="1501696" y="117703"/>
                </a:lnTo>
                <a:lnTo>
                  <a:pt x="1501050" y="117818"/>
                </a:lnTo>
                <a:lnTo>
                  <a:pt x="1500395" y="117920"/>
                </a:lnTo>
                <a:lnTo>
                  <a:pt x="1499730" y="118011"/>
                </a:lnTo>
                <a:lnTo>
                  <a:pt x="1499055" y="118089"/>
                </a:lnTo>
                <a:lnTo>
                  <a:pt x="1498371" y="118156"/>
                </a:lnTo>
                <a:lnTo>
                  <a:pt x="1497677" y="118210"/>
                </a:lnTo>
                <a:lnTo>
                  <a:pt x="1496974" y="118252"/>
                </a:lnTo>
                <a:lnTo>
                  <a:pt x="1496261" y="118282"/>
                </a:lnTo>
                <a:lnTo>
                  <a:pt x="1495538" y="118301"/>
                </a:lnTo>
                <a:lnTo>
                  <a:pt x="1494805" y="118307"/>
                </a:lnTo>
                <a:lnTo>
                  <a:pt x="1494068" y="118300"/>
                </a:lnTo>
                <a:lnTo>
                  <a:pt x="1493342" y="118279"/>
                </a:lnTo>
                <a:lnTo>
                  <a:pt x="1492626" y="118245"/>
                </a:lnTo>
                <a:lnTo>
                  <a:pt x="1491921" y="118198"/>
                </a:lnTo>
                <a:lnTo>
                  <a:pt x="1491227" y="118136"/>
                </a:lnTo>
                <a:close/>
                <a:moveTo>
                  <a:pt x="1663097" y="131547"/>
                </a:moveTo>
                <a:lnTo>
                  <a:pt x="1663745" y="131489"/>
                </a:lnTo>
                <a:lnTo>
                  <a:pt x="1664383" y="131424"/>
                </a:lnTo>
                <a:lnTo>
                  <a:pt x="1665012" y="131349"/>
                </a:lnTo>
                <a:lnTo>
                  <a:pt x="1665632" y="131266"/>
                </a:lnTo>
                <a:lnTo>
                  <a:pt x="1666244" y="131173"/>
                </a:lnTo>
                <a:lnTo>
                  <a:pt x="1666846" y="131073"/>
                </a:lnTo>
                <a:lnTo>
                  <a:pt x="1667439" y="130963"/>
                </a:lnTo>
                <a:lnTo>
                  <a:pt x="1668023" y="130844"/>
                </a:lnTo>
                <a:lnTo>
                  <a:pt x="1668599" y="130717"/>
                </a:lnTo>
                <a:lnTo>
                  <a:pt x="1669165" y="130581"/>
                </a:lnTo>
                <a:lnTo>
                  <a:pt x="1669722" y="130436"/>
                </a:lnTo>
                <a:lnTo>
                  <a:pt x="1670270" y="130283"/>
                </a:lnTo>
                <a:lnTo>
                  <a:pt x="1670810" y="130120"/>
                </a:lnTo>
                <a:lnTo>
                  <a:pt x="1671340" y="129949"/>
                </a:lnTo>
                <a:lnTo>
                  <a:pt x="1671861" y="129769"/>
                </a:lnTo>
                <a:lnTo>
                  <a:pt x="1672374" y="129580"/>
                </a:lnTo>
                <a:lnTo>
                  <a:pt x="1672877" y="129383"/>
                </a:lnTo>
                <a:lnTo>
                  <a:pt x="1673371" y="129177"/>
                </a:lnTo>
                <a:lnTo>
                  <a:pt x="1673857" y="128964"/>
                </a:lnTo>
                <a:lnTo>
                  <a:pt x="1674334" y="128748"/>
                </a:lnTo>
                <a:lnTo>
                  <a:pt x="1674804" y="128528"/>
                </a:lnTo>
                <a:lnTo>
                  <a:pt x="1675265" y="128304"/>
                </a:lnTo>
                <a:lnTo>
                  <a:pt x="1675718" y="128077"/>
                </a:lnTo>
                <a:lnTo>
                  <a:pt x="1676164" y="127845"/>
                </a:lnTo>
                <a:lnTo>
                  <a:pt x="1676601" y="127611"/>
                </a:lnTo>
                <a:lnTo>
                  <a:pt x="1677030" y="127372"/>
                </a:lnTo>
                <a:lnTo>
                  <a:pt x="1677450" y="127130"/>
                </a:lnTo>
                <a:lnTo>
                  <a:pt x="1677863" y="126883"/>
                </a:lnTo>
                <a:lnTo>
                  <a:pt x="1678267" y="126634"/>
                </a:lnTo>
                <a:lnTo>
                  <a:pt x="1678664" y="126380"/>
                </a:lnTo>
                <a:lnTo>
                  <a:pt x="1679052" y="126123"/>
                </a:lnTo>
                <a:lnTo>
                  <a:pt x="1679432" y="125862"/>
                </a:lnTo>
                <a:lnTo>
                  <a:pt x="1679804" y="125597"/>
                </a:lnTo>
                <a:lnTo>
                  <a:pt x="1680168" y="125329"/>
                </a:lnTo>
                <a:lnTo>
                  <a:pt x="1680524" y="125056"/>
                </a:lnTo>
                <a:lnTo>
                  <a:pt x="1680872" y="124780"/>
                </a:lnTo>
                <a:lnTo>
                  <a:pt x="1681211" y="124501"/>
                </a:lnTo>
                <a:lnTo>
                  <a:pt x="1681543" y="124217"/>
                </a:lnTo>
                <a:lnTo>
                  <a:pt x="1681866" y="123930"/>
                </a:lnTo>
                <a:lnTo>
                  <a:pt x="1682181" y="123639"/>
                </a:lnTo>
                <a:lnTo>
                  <a:pt x="1682489" y="123345"/>
                </a:lnTo>
                <a:lnTo>
                  <a:pt x="1682788" y="123046"/>
                </a:lnTo>
                <a:lnTo>
                  <a:pt x="1683079" y="122747"/>
                </a:lnTo>
                <a:lnTo>
                  <a:pt x="1683363" y="122449"/>
                </a:lnTo>
                <a:lnTo>
                  <a:pt x="1683641" y="122153"/>
                </a:lnTo>
                <a:lnTo>
                  <a:pt x="1683911" y="121858"/>
                </a:lnTo>
                <a:lnTo>
                  <a:pt x="1684174" y="121565"/>
                </a:lnTo>
                <a:lnTo>
                  <a:pt x="1684431" y="121273"/>
                </a:lnTo>
                <a:lnTo>
                  <a:pt x="1684680" y="120983"/>
                </a:lnTo>
                <a:lnTo>
                  <a:pt x="1684922" y="120694"/>
                </a:lnTo>
                <a:lnTo>
                  <a:pt x="1685158" y="120407"/>
                </a:lnTo>
                <a:lnTo>
                  <a:pt x="1685386" y="120121"/>
                </a:lnTo>
                <a:lnTo>
                  <a:pt x="1685607" y="119837"/>
                </a:lnTo>
                <a:lnTo>
                  <a:pt x="1685821" y="119555"/>
                </a:lnTo>
                <a:lnTo>
                  <a:pt x="1686028" y="119274"/>
                </a:lnTo>
                <a:lnTo>
                  <a:pt x="1686228" y="118994"/>
                </a:lnTo>
                <a:lnTo>
                  <a:pt x="1686421" y="118716"/>
                </a:lnTo>
                <a:lnTo>
                  <a:pt x="1686608" y="118440"/>
                </a:lnTo>
                <a:lnTo>
                  <a:pt x="1686787" y="118165"/>
                </a:lnTo>
                <a:lnTo>
                  <a:pt x="1686959" y="117892"/>
                </a:lnTo>
                <a:lnTo>
                  <a:pt x="1687124" y="117620"/>
                </a:lnTo>
                <a:lnTo>
                  <a:pt x="1687282" y="117350"/>
                </a:lnTo>
                <a:lnTo>
                  <a:pt x="1687433" y="117081"/>
                </a:lnTo>
                <a:lnTo>
                  <a:pt x="1687577" y="116814"/>
                </a:lnTo>
                <a:lnTo>
                  <a:pt x="1687713" y="116548"/>
                </a:lnTo>
                <a:lnTo>
                  <a:pt x="1687843" y="116284"/>
                </a:lnTo>
                <a:lnTo>
                  <a:pt x="1688602" y="116284"/>
                </a:lnTo>
                <a:lnTo>
                  <a:pt x="1688602" y="129429"/>
                </a:lnTo>
                <a:lnTo>
                  <a:pt x="1703516" y="129429"/>
                </a:lnTo>
                <a:lnTo>
                  <a:pt x="1703516" y="65473"/>
                </a:lnTo>
                <a:lnTo>
                  <a:pt x="1703510" y="64517"/>
                </a:lnTo>
                <a:lnTo>
                  <a:pt x="1703490" y="63578"/>
                </a:lnTo>
                <a:lnTo>
                  <a:pt x="1703457" y="62655"/>
                </a:lnTo>
                <a:lnTo>
                  <a:pt x="1703411" y="61748"/>
                </a:lnTo>
                <a:lnTo>
                  <a:pt x="1703352" y="60857"/>
                </a:lnTo>
                <a:lnTo>
                  <a:pt x="1703279" y="59983"/>
                </a:lnTo>
                <a:lnTo>
                  <a:pt x="1703194" y="59125"/>
                </a:lnTo>
                <a:lnTo>
                  <a:pt x="1703095" y="58283"/>
                </a:lnTo>
                <a:lnTo>
                  <a:pt x="1702983" y="57457"/>
                </a:lnTo>
                <a:lnTo>
                  <a:pt x="1702858" y="56647"/>
                </a:lnTo>
                <a:lnTo>
                  <a:pt x="1702720" y="55854"/>
                </a:lnTo>
                <a:lnTo>
                  <a:pt x="1702568" y="55077"/>
                </a:lnTo>
                <a:lnTo>
                  <a:pt x="1702404" y="54316"/>
                </a:lnTo>
                <a:lnTo>
                  <a:pt x="1702226" y="53572"/>
                </a:lnTo>
                <a:lnTo>
                  <a:pt x="1702035" y="52843"/>
                </a:lnTo>
                <a:lnTo>
                  <a:pt x="1701831" y="52131"/>
                </a:lnTo>
                <a:lnTo>
                  <a:pt x="1701614" y="51435"/>
                </a:lnTo>
                <a:lnTo>
                  <a:pt x="1701384" y="50756"/>
                </a:lnTo>
                <a:lnTo>
                  <a:pt x="1701140" y="50092"/>
                </a:lnTo>
                <a:lnTo>
                  <a:pt x="1700883" y="49445"/>
                </a:lnTo>
                <a:lnTo>
                  <a:pt x="1700613" y="48814"/>
                </a:lnTo>
                <a:lnTo>
                  <a:pt x="1700330" y="48200"/>
                </a:lnTo>
                <a:lnTo>
                  <a:pt x="1700034" y="47601"/>
                </a:lnTo>
                <a:lnTo>
                  <a:pt x="1699725" y="47019"/>
                </a:lnTo>
                <a:lnTo>
                  <a:pt x="1699405" y="46451"/>
                </a:lnTo>
                <a:lnTo>
                  <a:pt x="1699079" y="45895"/>
                </a:lnTo>
                <a:lnTo>
                  <a:pt x="1698746" y="45351"/>
                </a:lnTo>
                <a:lnTo>
                  <a:pt x="1698406" y="44820"/>
                </a:lnTo>
                <a:lnTo>
                  <a:pt x="1698060" y="44300"/>
                </a:lnTo>
                <a:lnTo>
                  <a:pt x="1697706" y="43792"/>
                </a:lnTo>
                <a:lnTo>
                  <a:pt x="1697346" y="43297"/>
                </a:lnTo>
                <a:lnTo>
                  <a:pt x="1696979" y="42813"/>
                </a:lnTo>
                <a:lnTo>
                  <a:pt x="1696605" y="42342"/>
                </a:lnTo>
                <a:lnTo>
                  <a:pt x="1696224" y="41882"/>
                </a:lnTo>
                <a:lnTo>
                  <a:pt x="1695837" y="41435"/>
                </a:lnTo>
                <a:lnTo>
                  <a:pt x="1695443" y="41000"/>
                </a:lnTo>
                <a:lnTo>
                  <a:pt x="1695042" y="40576"/>
                </a:lnTo>
                <a:lnTo>
                  <a:pt x="1694634" y="40165"/>
                </a:lnTo>
                <a:lnTo>
                  <a:pt x="1694219" y="39766"/>
                </a:lnTo>
                <a:lnTo>
                  <a:pt x="1693798" y="39379"/>
                </a:lnTo>
                <a:lnTo>
                  <a:pt x="1693370" y="39004"/>
                </a:lnTo>
                <a:lnTo>
                  <a:pt x="1692935" y="38642"/>
                </a:lnTo>
                <a:lnTo>
                  <a:pt x="1692493" y="38291"/>
                </a:lnTo>
                <a:lnTo>
                  <a:pt x="1692044" y="37952"/>
                </a:lnTo>
                <a:lnTo>
                  <a:pt x="1691589" y="37625"/>
                </a:lnTo>
                <a:lnTo>
                  <a:pt x="1691127" y="37311"/>
                </a:lnTo>
                <a:lnTo>
                  <a:pt x="1690658" y="37008"/>
                </a:lnTo>
                <a:lnTo>
                  <a:pt x="1690182" y="36718"/>
                </a:lnTo>
                <a:lnTo>
                  <a:pt x="1689707" y="36438"/>
                </a:lnTo>
                <a:lnTo>
                  <a:pt x="1689231" y="36165"/>
                </a:lnTo>
                <a:lnTo>
                  <a:pt x="1688753" y="35901"/>
                </a:lnTo>
                <a:lnTo>
                  <a:pt x="1688273" y="35645"/>
                </a:lnTo>
                <a:lnTo>
                  <a:pt x="1687793" y="35398"/>
                </a:lnTo>
                <a:lnTo>
                  <a:pt x="1687310" y="35158"/>
                </a:lnTo>
                <a:lnTo>
                  <a:pt x="1686826" y="34926"/>
                </a:lnTo>
                <a:lnTo>
                  <a:pt x="1686341" y="34703"/>
                </a:lnTo>
                <a:lnTo>
                  <a:pt x="1685854" y="34487"/>
                </a:lnTo>
                <a:lnTo>
                  <a:pt x="1685365" y="34280"/>
                </a:lnTo>
                <a:lnTo>
                  <a:pt x="1684875" y="34081"/>
                </a:lnTo>
                <a:lnTo>
                  <a:pt x="1684383" y="33890"/>
                </a:lnTo>
                <a:lnTo>
                  <a:pt x="1683890" y="33707"/>
                </a:lnTo>
                <a:lnTo>
                  <a:pt x="1683395" y="33532"/>
                </a:lnTo>
                <a:lnTo>
                  <a:pt x="1682899" y="33366"/>
                </a:lnTo>
                <a:lnTo>
                  <a:pt x="1682401" y="33207"/>
                </a:lnTo>
                <a:lnTo>
                  <a:pt x="1681902" y="33057"/>
                </a:lnTo>
                <a:lnTo>
                  <a:pt x="1681401" y="32914"/>
                </a:lnTo>
                <a:lnTo>
                  <a:pt x="1680899" y="32780"/>
                </a:lnTo>
                <a:lnTo>
                  <a:pt x="1680395" y="32654"/>
                </a:lnTo>
                <a:lnTo>
                  <a:pt x="1679889" y="32536"/>
                </a:lnTo>
                <a:lnTo>
                  <a:pt x="1679382" y="32426"/>
                </a:lnTo>
                <a:lnTo>
                  <a:pt x="1678874" y="32325"/>
                </a:lnTo>
                <a:lnTo>
                  <a:pt x="1678364" y="32231"/>
                </a:lnTo>
                <a:lnTo>
                  <a:pt x="1677861" y="32138"/>
                </a:lnTo>
                <a:lnTo>
                  <a:pt x="1677362" y="32049"/>
                </a:lnTo>
                <a:lnTo>
                  <a:pt x="1676869" y="31964"/>
                </a:lnTo>
                <a:lnTo>
                  <a:pt x="1676380" y="31883"/>
                </a:lnTo>
                <a:lnTo>
                  <a:pt x="1675896" y="31806"/>
                </a:lnTo>
                <a:lnTo>
                  <a:pt x="1675417" y="31733"/>
                </a:lnTo>
                <a:lnTo>
                  <a:pt x="1674943" y="31664"/>
                </a:lnTo>
                <a:lnTo>
                  <a:pt x="1674474" y="31599"/>
                </a:lnTo>
                <a:lnTo>
                  <a:pt x="1674009" y="31538"/>
                </a:lnTo>
                <a:lnTo>
                  <a:pt x="1673549" y="31480"/>
                </a:lnTo>
                <a:lnTo>
                  <a:pt x="1673094" y="31427"/>
                </a:lnTo>
                <a:lnTo>
                  <a:pt x="1672644" y="31378"/>
                </a:lnTo>
                <a:lnTo>
                  <a:pt x="1672199" y="31332"/>
                </a:lnTo>
                <a:lnTo>
                  <a:pt x="1671759" y="31291"/>
                </a:lnTo>
                <a:lnTo>
                  <a:pt x="1671323" y="31253"/>
                </a:lnTo>
                <a:lnTo>
                  <a:pt x="1670892" y="31220"/>
                </a:lnTo>
                <a:lnTo>
                  <a:pt x="1670466" y="31190"/>
                </a:lnTo>
                <a:lnTo>
                  <a:pt x="1670045" y="31164"/>
                </a:lnTo>
                <a:lnTo>
                  <a:pt x="1669629" y="31143"/>
                </a:lnTo>
                <a:lnTo>
                  <a:pt x="1669217" y="31125"/>
                </a:lnTo>
                <a:lnTo>
                  <a:pt x="1668811" y="31111"/>
                </a:lnTo>
                <a:lnTo>
                  <a:pt x="1668409" y="31101"/>
                </a:lnTo>
                <a:lnTo>
                  <a:pt x="1668012" y="31095"/>
                </a:lnTo>
                <a:lnTo>
                  <a:pt x="1667620" y="31093"/>
                </a:lnTo>
                <a:lnTo>
                  <a:pt x="1667009" y="31097"/>
                </a:lnTo>
                <a:lnTo>
                  <a:pt x="1666396" y="31107"/>
                </a:lnTo>
                <a:lnTo>
                  <a:pt x="1665783" y="31125"/>
                </a:lnTo>
                <a:lnTo>
                  <a:pt x="1665169" y="31150"/>
                </a:lnTo>
                <a:lnTo>
                  <a:pt x="1664554" y="31181"/>
                </a:lnTo>
                <a:lnTo>
                  <a:pt x="1663939" y="31220"/>
                </a:lnTo>
                <a:lnTo>
                  <a:pt x="1663322" y="31265"/>
                </a:lnTo>
                <a:lnTo>
                  <a:pt x="1662705" y="31318"/>
                </a:lnTo>
                <a:lnTo>
                  <a:pt x="1662086" y="31378"/>
                </a:lnTo>
                <a:lnTo>
                  <a:pt x="1661467" y="31444"/>
                </a:lnTo>
                <a:lnTo>
                  <a:pt x="1660847" y="31518"/>
                </a:lnTo>
                <a:lnTo>
                  <a:pt x="1660226" y="31599"/>
                </a:lnTo>
                <a:lnTo>
                  <a:pt x="1659604" y="31687"/>
                </a:lnTo>
                <a:lnTo>
                  <a:pt x="1658981" y="31782"/>
                </a:lnTo>
                <a:lnTo>
                  <a:pt x="1658358" y="31883"/>
                </a:lnTo>
                <a:lnTo>
                  <a:pt x="1657733" y="31992"/>
                </a:lnTo>
                <a:lnTo>
                  <a:pt x="1657108" y="32108"/>
                </a:lnTo>
                <a:lnTo>
                  <a:pt x="1656481" y="32231"/>
                </a:lnTo>
                <a:lnTo>
                  <a:pt x="1655854" y="32361"/>
                </a:lnTo>
                <a:lnTo>
                  <a:pt x="1655226" y="32498"/>
                </a:lnTo>
                <a:lnTo>
                  <a:pt x="1654597" y="32642"/>
                </a:lnTo>
                <a:lnTo>
                  <a:pt x="1653967" y="32793"/>
                </a:lnTo>
                <a:lnTo>
                  <a:pt x="1653337" y="32951"/>
                </a:lnTo>
                <a:lnTo>
                  <a:pt x="1652705" y="33116"/>
                </a:lnTo>
                <a:lnTo>
                  <a:pt x="1652080" y="33284"/>
                </a:lnTo>
                <a:lnTo>
                  <a:pt x="1651460" y="33463"/>
                </a:lnTo>
                <a:lnTo>
                  <a:pt x="1650843" y="33653"/>
                </a:lnTo>
                <a:lnTo>
                  <a:pt x="1650230" y="33853"/>
                </a:lnTo>
                <a:lnTo>
                  <a:pt x="1649621" y="34064"/>
                </a:lnTo>
                <a:lnTo>
                  <a:pt x="1649016" y="34285"/>
                </a:lnTo>
                <a:lnTo>
                  <a:pt x="1648415" y="34517"/>
                </a:lnTo>
                <a:lnTo>
                  <a:pt x="1647818" y="34759"/>
                </a:lnTo>
                <a:lnTo>
                  <a:pt x="1647225" y="35012"/>
                </a:lnTo>
                <a:lnTo>
                  <a:pt x="1646636" y="35275"/>
                </a:lnTo>
                <a:lnTo>
                  <a:pt x="1646050" y="35549"/>
                </a:lnTo>
                <a:lnTo>
                  <a:pt x="1645469" y="35833"/>
                </a:lnTo>
                <a:lnTo>
                  <a:pt x="1644892" y="36128"/>
                </a:lnTo>
                <a:lnTo>
                  <a:pt x="1644318" y="36434"/>
                </a:lnTo>
                <a:lnTo>
                  <a:pt x="1643749" y="36750"/>
                </a:lnTo>
                <a:lnTo>
                  <a:pt x="1643183" y="37076"/>
                </a:lnTo>
                <a:lnTo>
                  <a:pt x="1642622" y="37413"/>
                </a:lnTo>
                <a:lnTo>
                  <a:pt x="1642064" y="37761"/>
                </a:lnTo>
                <a:lnTo>
                  <a:pt x="1641511" y="38119"/>
                </a:lnTo>
                <a:lnTo>
                  <a:pt x="1640961" y="38488"/>
                </a:lnTo>
                <a:lnTo>
                  <a:pt x="1640415" y="38867"/>
                </a:lnTo>
                <a:lnTo>
                  <a:pt x="1639873" y="39256"/>
                </a:lnTo>
                <a:lnTo>
                  <a:pt x="1639336" y="39657"/>
                </a:lnTo>
                <a:lnTo>
                  <a:pt x="1638802" y="40067"/>
                </a:lnTo>
                <a:lnTo>
                  <a:pt x="1638279" y="40485"/>
                </a:lnTo>
                <a:lnTo>
                  <a:pt x="1637766" y="40916"/>
                </a:lnTo>
                <a:lnTo>
                  <a:pt x="1637261" y="41361"/>
                </a:lnTo>
                <a:lnTo>
                  <a:pt x="1636765" y="41819"/>
                </a:lnTo>
                <a:lnTo>
                  <a:pt x="1636278" y="42291"/>
                </a:lnTo>
                <a:lnTo>
                  <a:pt x="1635800" y="42777"/>
                </a:lnTo>
                <a:lnTo>
                  <a:pt x="1635330" y="43276"/>
                </a:lnTo>
                <a:lnTo>
                  <a:pt x="1634869" y="43789"/>
                </a:lnTo>
                <a:lnTo>
                  <a:pt x="1634417" y="44316"/>
                </a:lnTo>
                <a:lnTo>
                  <a:pt x="1633974" y="44856"/>
                </a:lnTo>
                <a:lnTo>
                  <a:pt x="1633540" y="45409"/>
                </a:lnTo>
                <a:lnTo>
                  <a:pt x="1633114" y="45976"/>
                </a:lnTo>
                <a:lnTo>
                  <a:pt x="1632697" y="46557"/>
                </a:lnTo>
                <a:lnTo>
                  <a:pt x="1632289" y="47152"/>
                </a:lnTo>
                <a:lnTo>
                  <a:pt x="1631889" y="47760"/>
                </a:lnTo>
                <a:lnTo>
                  <a:pt x="1631499" y="48382"/>
                </a:lnTo>
                <a:lnTo>
                  <a:pt x="1631117" y="49017"/>
                </a:lnTo>
                <a:lnTo>
                  <a:pt x="1630744" y="49666"/>
                </a:lnTo>
                <a:lnTo>
                  <a:pt x="1630380" y="50328"/>
                </a:lnTo>
                <a:lnTo>
                  <a:pt x="1630024" y="51004"/>
                </a:lnTo>
                <a:lnTo>
                  <a:pt x="1629677" y="51694"/>
                </a:lnTo>
                <a:lnTo>
                  <a:pt x="1629340" y="52397"/>
                </a:lnTo>
                <a:lnTo>
                  <a:pt x="1629010" y="53114"/>
                </a:lnTo>
                <a:lnTo>
                  <a:pt x="1628690" y="53845"/>
                </a:lnTo>
                <a:lnTo>
                  <a:pt x="1642846" y="58900"/>
                </a:lnTo>
                <a:lnTo>
                  <a:pt x="1643058" y="58459"/>
                </a:lnTo>
                <a:lnTo>
                  <a:pt x="1643282" y="58020"/>
                </a:lnTo>
                <a:lnTo>
                  <a:pt x="1643519" y="57583"/>
                </a:lnTo>
                <a:lnTo>
                  <a:pt x="1643768" y="57148"/>
                </a:lnTo>
                <a:lnTo>
                  <a:pt x="1644030" y="56716"/>
                </a:lnTo>
                <a:lnTo>
                  <a:pt x="1644304" y="56286"/>
                </a:lnTo>
                <a:lnTo>
                  <a:pt x="1644591" y="55858"/>
                </a:lnTo>
                <a:lnTo>
                  <a:pt x="1644890" y="55432"/>
                </a:lnTo>
                <a:lnTo>
                  <a:pt x="1645202" y="55008"/>
                </a:lnTo>
                <a:lnTo>
                  <a:pt x="1645526" y="54586"/>
                </a:lnTo>
                <a:lnTo>
                  <a:pt x="1645862" y="54167"/>
                </a:lnTo>
                <a:lnTo>
                  <a:pt x="1646212" y="53750"/>
                </a:lnTo>
                <a:lnTo>
                  <a:pt x="1646573" y="53335"/>
                </a:lnTo>
                <a:lnTo>
                  <a:pt x="1646948" y="52922"/>
                </a:lnTo>
                <a:lnTo>
                  <a:pt x="1647334" y="52512"/>
                </a:lnTo>
                <a:lnTo>
                  <a:pt x="1647734" y="52103"/>
                </a:lnTo>
                <a:lnTo>
                  <a:pt x="1648145" y="51697"/>
                </a:lnTo>
                <a:lnTo>
                  <a:pt x="1648570" y="51293"/>
                </a:lnTo>
                <a:lnTo>
                  <a:pt x="1649007" y="50891"/>
                </a:lnTo>
                <a:lnTo>
                  <a:pt x="1649456" y="50492"/>
                </a:lnTo>
                <a:lnTo>
                  <a:pt x="1649918" y="50094"/>
                </a:lnTo>
                <a:lnTo>
                  <a:pt x="1650392" y="49699"/>
                </a:lnTo>
                <a:lnTo>
                  <a:pt x="1650879" y="49306"/>
                </a:lnTo>
                <a:lnTo>
                  <a:pt x="1651378" y="48915"/>
                </a:lnTo>
                <a:lnTo>
                  <a:pt x="1651892" y="48534"/>
                </a:lnTo>
                <a:lnTo>
                  <a:pt x="1652421" y="48168"/>
                </a:lnTo>
                <a:lnTo>
                  <a:pt x="1652967" y="47819"/>
                </a:lnTo>
                <a:lnTo>
                  <a:pt x="1653529" y="47486"/>
                </a:lnTo>
                <a:lnTo>
                  <a:pt x="1654106" y="47170"/>
                </a:lnTo>
                <a:lnTo>
                  <a:pt x="1654700" y="46869"/>
                </a:lnTo>
                <a:lnTo>
                  <a:pt x="1655310" y="46585"/>
                </a:lnTo>
                <a:lnTo>
                  <a:pt x="1655935" y="46317"/>
                </a:lnTo>
                <a:lnTo>
                  <a:pt x="1656577" y="46065"/>
                </a:lnTo>
                <a:lnTo>
                  <a:pt x="1657235" y="45830"/>
                </a:lnTo>
                <a:lnTo>
                  <a:pt x="1657909" y="45611"/>
                </a:lnTo>
                <a:lnTo>
                  <a:pt x="1658599" y="45408"/>
                </a:lnTo>
                <a:lnTo>
                  <a:pt x="1659304" y="45221"/>
                </a:lnTo>
                <a:lnTo>
                  <a:pt x="1660026" y="45050"/>
                </a:lnTo>
                <a:lnTo>
                  <a:pt x="1660764" y="44896"/>
                </a:lnTo>
                <a:lnTo>
                  <a:pt x="1661518" y="44758"/>
                </a:lnTo>
                <a:lnTo>
                  <a:pt x="1662288" y="44636"/>
                </a:lnTo>
                <a:lnTo>
                  <a:pt x="1663074" y="44531"/>
                </a:lnTo>
                <a:lnTo>
                  <a:pt x="1663876" y="44442"/>
                </a:lnTo>
                <a:lnTo>
                  <a:pt x="1664694" y="44368"/>
                </a:lnTo>
                <a:lnTo>
                  <a:pt x="1665528" y="44312"/>
                </a:lnTo>
                <a:lnTo>
                  <a:pt x="1666378" y="44271"/>
                </a:lnTo>
                <a:lnTo>
                  <a:pt x="1667244" y="44247"/>
                </a:lnTo>
                <a:lnTo>
                  <a:pt x="1668126" y="44239"/>
                </a:lnTo>
                <a:lnTo>
                  <a:pt x="1668975" y="44248"/>
                </a:lnTo>
                <a:lnTo>
                  <a:pt x="1669806" y="44275"/>
                </a:lnTo>
                <a:lnTo>
                  <a:pt x="1670619" y="44320"/>
                </a:lnTo>
                <a:lnTo>
                  <a:pt x="1671414" y="44383"/>
                </a:lnTo>
                <a:lnTo>
                  <a:pt x="1672190" y="44463"/>
                </a:lnTo>
                <a:lnTo>
                  <a:pt x="1672948" y="44562"/>
                </a:lnTo>
                <a:lnTo>
                  <a:pt x="1673688" y="44679"/>
                </a:lnTo>
                <a:lnTo>
                  <a:pt x="1674410" y="44814"/>
                </a:lnTo>
                <a:lnTo>
                  <a:pt x="1675114" y="44967"/>
                </a:lnTo>
                <a:lnTo>
                  <a:pt x="1675799" y="45138"/>
                </a:lnTo>
                <a:lnTo>
                  <a:pt x="1676466" y="45327"/>
                </a:lnTo>
                <a:lnTo>
                  <a:pt x="1677115" y="45534"/>
                </a:lnTo>
                <a:lnTo>
                  <a:pt x="1677746" y="45759"/>
                </a:lnTo>
                <a:lnTo>
                  <a:pt x="1678359" y="46002"/>
                </a:lnTo>
                <a:lnTo>
                  <a:pt x="1678953" y="46263"/>
                </a:lnTo>
                <a:lnTo>
                  <a:pt x="1679529" y="46542"/>
                </a:lnTo>
                <a:lnTo>
                  <a:pt x="1680087" y="46839"/>
                </a:lnTo>
                <a:lnTo>
                  <a:pt x="1680627" y="47154"/>
                </a:lnTo>
                <a:lnTo>
                  <a:pt x="1681148" y="47486"/>
                </a:lnTo>
                <a:lnTo>
                  <a:pt x="1681652" y="47837"/>
                </a:lnTo>
                <a:lnTo>
                  <a:pt x="1682137" y="48206"/>
                </a:lnTo>
                <a:lnTo>
                  <a:pt x="1682604" y="48593"/>
                </a:lnTo>
                <a:lnTo>
                  <a:pt x="1683052" y="48998"/>
                </a:lnTo>
                <a:lnTo>
                  <a:pt x="1683483" y="49421"/>
                </a:lnTo>
                <a:lnTo>
                  <a:pt x="1683900" y="49860"/>
                </a:lnTo>
                <a:lnTo>
                  <a:pt x="1684300" y="50313"/>
                </a:lnTo>
                <a:lnTo>
                  <a:pt x="1684682" y="50782"/>
                </a:lnTo>
                <a:lnTo>
                  <a:pt x="1685047" y="51264"/>
                </a:lnTo>
                <a:lnTo>
                  <a:pt x="1685393" y="51761"/>
                </a:lnTo>
                <a:lnTo>
                  <a:pt x="1685722" y="52273"/>
                </a:lnTo>
                <a:lnTo>
                  <a:pt x="1686033" y="52799"/>
                </a:lnTo>
                <a:lnTo>
                  <a:pt x="1686327" y="53339"/>
                </a:lnTo>
                <a:lnTo>
                  <a:pt x="1686602" y="53894"/>
                </a:lnTo>
                <a:lnTo>
                  <a:pt x="1686860" y="54463"/>
                </a:lnTo>
                <a:lnTo>
                  <a:pt x="1687100" y="55047"/>
                </a:lnTo>
                <a:lnTo>
                  <a:pt x="1687322" y="55646"/>
                </a:lnTo>
                <a:lnTo>
                  <a:pt x="1687526" y="56259"/>
                </a:lnTo>
                <a:lnTo>
                  <a:pt x="1687713" y="56886"/>
                </a:lnTo>
                <a:lnTo>
                  <a:pt x="1687882" y="57528"/>
                </a:lnTo>
                <a:lnTo>
                  <a:pt x="1688033" y="58184"/>
                </a:lnTo>
                <a:lnTo>
                  <a:pt x="1688166" y="58855"/>
                </a:lnTo>
                <a:lnTo>
                  <a:pt x="1688282" y="59540"/>
                </a:lnTo>
                <a:lnTo>
                  <a:pt x="1688380" y="60240"/>
                </a:lnTo>
                <a:lnTo>
                  <a:pt x="1688460" y="60954"/>
                </a:lnTo>
                <a:lnTo>
                  <a:pt x="1688522" y="61683"/>
                </a:lnTo>
                <a:lnTo>
                  <a:pt x="1688566" y="62426"/>
                </a:lnTo>
                <a:lnTo>
                  <a:pt x="1688593" y="63184"/>
                </a:lnTo>
                <a:lnTo>
                  <a:pt x="1688602" y="63956"/>
                </a:lnTo>
                <a:lnTo>
                  <a:pt x="1688602" y="64462"/>
                </a:lnTo>
                <a:lnTo>
                  <a:pt x="1688597" y="64758"/>
                </a:lnTo>
                <a:lnTo>
                  <a:pt x="1688584" y="65047"/>
                </a:lnTo>
                <a:lnTo>
                  <a:pt x="1688561" y="65329"/>
                </a:lnTo>
                <a:lnTo>
                  <a:pt x="1688530" y="65603"/>
                </a:lnTo>
                <a:lnTo>
                  <a:pt x="1688489" y="65870"/>
                </a:lnTo>
                <a:lnTo>
                  <a:pt x="1688440" y="66129"/>
                </a:lnTo>
                <a:lnTo>
                  <a:pt x="1688381" y="66380"/>
                </a:lnTo>
                <a:lnTo>
                  <a:pt x="1688314" y="66625"/>
                </a:lnTo>
                <a:lnTo>
                  <a:pt x="1688237" y="66861"/>
                </a:lnTo>
                <a:lnTo>
                  <a:pt x="1688152" y="67091"/>
                </a:lnTo>
                <a:lnTo>
                  <a:pt x="1688057" y="67313"/>
                </a:lnTo>
                <a:lnTo>
                  <a:pt x="1687954" y="67527"/>
                </a:lnTo>
                <a:lnTo>
                  <a:pt x="1687841" y="67734"/>
                </a:lnTo>
                <a:lnTo>
                  <a:pt x="1687720" y="67933"/>
                </a:lnTo>
                <a:lnTo>
                  <a:pt x="1687590" y="68125"/>
                </a:lnTo>
                <a:lnTo>
                  <a:pt x="1687450" y="68310"/>
                </a:lnTo>
                <a:lnTo>
                  <a:pt x="1687302" y="68487"/>
                </a:lnTo>
                <a:lnTo>
                  <a:pt x="1687144" y="68657"/>
                </a:lnTo>
                <a:lnTo>
                  <a:pt x="1686978" y="68819"/>
                </a:lnTo>
                <a:lnTo>
                  <a:pt x="1686802" y="68974"/>
                </a:lnTo>
                <a:lnTo>
                  <a:pt x="1686618" y="69121"/>
                </a:lnTo>
                <a:lnTo>
                  <a:pt x="1686425" y="69261"/>
                </a:lnTo>
                <a:lnTo>
                  <a:pt x="1686222" y="69393"/>
                </a:lnTo>
                <a:lnTo>
                  <a:pt x="1686011" y="69518"/>
                </a:lnTo>
                <a:lnTo>
                  <a:pt x="1685795" y="69637"/>
                </a:lnTo>
                <a:lnTo>
                  <a:pt x="1685568" y="69754"/>
                </a:lnTo>
                <a:lnTo>
                  <a:pt x="1685331" y="69868"/>
                </a:lnTo>
                <a:lnTo>
                  <a:pt x="1685084" y="69979"/>
                </a:lnTo>
                <a:lnTo>
                  <a:pt x="1684826" y="70088"/>
                </a:lnTo>
                <a:lnTo>
                  <a:pt x="1684557" y="70193"/>
                </a:lnTo>
                <a:lnTo>
                  <a:pt x="1684278" y="70296"/>
                </a:lnTo>
                <a:lnTo>
                  <a:pt x="1683988" y="70395"/>
                </a:lnTo>
                <a:lnTo>
                  <a:pt x="1683688" y="70492"/>
                </a:lnTo>
                <a:lnTo>
                  <a:pt x="1683377" y="70586"/>
                </a:lnTo>
                <a:lnTo>
                  <a:pt x="1683056" y="70678"/>
                </a:lnTo>
                <a:lnTo>
                  <a:pt x="1682724" y="70766"/>
                </a:lnTo>
                <a:lnTo>
                  <a:pt x="1682382" y="70851"/>
                </a:lnTo>
                <a:lnTo>
                  <a:pt x="1682029" y="70934"/>
                </a:lnTo>
                <a:lnTo>
                  <a:pt x="1681666" y="71014"/>
                </a:lnTo>
                <a:lnTo>
                  <a:pt x="1681292" y="71091"/>
                </a:lnTo>
                <a:lnTo>
                  <a:pt x="1680907" y="71165"/>
                </a:lnTo>
                <a:lnTo>
                  <a:pt x="1680512" y="71236"/>
                </a:lnTo>
                <a:lnTo>
                  <a:pt x="1680107" y="71304"/>
                </a:lnTo>
                <a:lnTo>
                  <a:pt x="1679691" y="71370"/>
                </a:lnTo>
                <a:lnTo>
                  <a:pt x="1679264" y="71432"/>
                </a:lnTo>
                <a:lnTo>
                  <a:pt x="1678827" y="71492"/>
                </a:lnTo>
                <a:lnTo>
                  <a:pt x="1678379" y="71549"/>
                </a:lnTo>
                <a:lnTo>
                  <a:pt x="1677921" y="71603"/>
                </a:lnTo>
                <a:lnTo>
                  <a:pt x="1677457" y="71652"/>
                </a:lnTo>
                <a:lnTo>
                  <a:pt x="1676982" y="71702"/>
                </a:lnTo>
                <a:lnTo>
                  <a:pt x="1676494" y="71754"/>
                </a:lnTo>
                <a:lnTo>
                  <a:pt x="1675995" y="71809"/>
                </a:lnTo>
                <a:lnTo>
                  <a:pt x="1675485" y="71865"/>
                </a:lnTo>
                <a:lnTo>
                  <a:pt x="1674963" y="71923"/>
                </a:lnTo>
                <a:lnTo>
                  <a:pt x="1674429" y="71983"/>
                </a:lnTo>
                <a:lnTo>
                  <a:pt x="1673884" y="72046"/>
                </a:lnTo>
                <a:lnTo>
                  <a:pt x="1673327" y="72110"/>
                </a:lnTo>
                <a:lnTo>
                  <a:pt x="1672758" y="72176"/>
                </a:lnTo>
                <a:lnTo>
                  <a:pt x="1672178" y="72244"/>
                </a:lnTo>
                <a:lnTo>
                  <a:pt x="1671586" y="72314"/>
                </a:lnTo>
                <a:lnTo>
                  <a:pt x="1670982" y="72386"/>
                </a:lnTo>
                <a:lnTo>
                  <a:pt x="1670367" y="72460"/>
                </a:lnTo>
                <a:lnTo>
                  <a:pt x="1669740" y="72536"/>
                </a:lnTo>
                <a:lnTo>
                  <a:pt x="1669102" y="72614"/>
                </a:lnTo>
                <a:lnTo>
                  <a:pt x="1668452" y="72694"/>
                </a:lnTo>
                <a:lnTo>
                  <a:pt x="1667790" y="72776"/>
                </a:lnTo>
                <a:lnTo>
                  <a:pt x="1667116" y="72860"/>
                </a:lnTo>
                <a:lnTo>
                  <a:pt x="1666432" y="72946"/>
                </a:lnTo>
                <a:lnTo>
                  <a:pt x="1665735" y="73034"/>
                </a:lnTo>
                <a:lnTo>
                  <a:pt x="1665027" y="73124"/>
                </a:lnTo>
                <a:lnTo>
                  <a:pt x="1664307" y="73216"/>
                </a:lnTo>
                <a:lnTo>
                  <a:pt x="1663575" y="73310"/>
                </a:lnTo>
                <a:lnTo>
                  <a:pt x="1663012" y="73384"/>
                </a:lnTo>
                <a:lnTo>
                  <a:pt x="1662449" y="73461"/>
                </a:lnTo>
                <a:lnTo>
                  <a:pt x="1661886" y="73541"/>
                </a:lnTo>
                <a:lnTo>
                  <a:pt x="1661323" y="73622"/>
                </a:lnTo>
                <a:lnTo>
                  <a:pt x="1660761" y="73706"/>
                </a:lnTo>
                <a:lnTo>
                  <a:pt x="1660198" y="73791"/>
                </a:lnTo>
                <a:lnTo>
                  <a:pt x="1659636" y="73879"/>
                </a:lnTo>
                <a:lnTo>
                  <a:pt x="1659074" y="73970"/>
                </a:lnTo>
                <a:lnTo>
                  <a:pt x="1658513" y="74062"/>
                </a:lnTo>
                <a:lnTo>
                  <a:pt x="1657951" y="74157"/>
                </a:lnTo>
                <a:lnTo>
                  <a:pt x="1657390" y="74253"/>
                </a:lnTo>
                <a:lnTo>
                  <a:pt x="1656829" y="74352"/>
                </a:lnTo>
                <a:lnTo>
                  <a:pt x="1656268" y="74454"/>
                </a:lnTo>
                <a:lnTo>
                  <a:pt x="1655708" y="74557"/>
                </a:lnTo>
                <a:lnTo>
                  <a:pt x="1655147" y="74662"/>
                </a:lnTo>
                <a:lnTo>
                  <a:pt x="1654587" y="74770"/>
                </a:lnTo>
                <a:lnTo>
                  <a:pt x="1654027" y="74880"/>
                </a:lnTo>
                <a:lnTo>
                  <a:pt x="1653468" y="74992"/>
                </a:lnTo>
                <a:lnTo>
                  <a:pt x="1652908" y="75107"/>
                </a:lnTo>
                <a:lnTo>
                  <a:pt x="1652349" y="75223"/>
                </a:lnTo>
                <a:lnTo>
                  <a:pt x="1651790" y="75342"/>
                </a:lnTo>
                <a:lnTo>
                  <a:pt x="1651231" y="75463"/>
                </a:lnTo>
                <a:lnTo>
                  <a:pt x="1650673" y="75586"/>
                </a:lnTo>
                <a:lnTo>
                  <a:pt x="1650114" y="75711"/>
                </a:lnTo>
                <a:lnTo>
                  <a:pt x="1649563" y="75835"/>
                </a:lnTo>
                <a:lnTo>
                  <a:pt x="1649016" y="75964"/>
                </a:lnTo>
                <a:lnTo>
                  <a:pt x="1648473" y="76098"/>
                </a:lnTo>
                <a:lnTo>
                  <a:pt x="1647934" y="76238"/>
                </a:lnTo>
                <a:lnTo>
                  <a:pt x="1647399" y="76383"/>
                </a:lnTo>
                <a:lnTo>
                  <a:pt x="1646867" y="76533"/>
                </a:lnTo>
                <a:lnTo>
                  <a:pt x="1646340" y="76688"/>
                </a:lnTo>
                <a:lnTo>
                  <a:pt x="1645817" y="76849"/>
                </a:lnTo>
                <a:lnTo>
                  <a:pt x="1645297" y="77015"/>
                </a:lnTo>
                <a:lnTo>
                  <a:pt x="1644782" y="77186"/>
                </a:lnTo>
                <a:lnTo>
                  <a:pt x="1644270" y="77362"/>
                </a:lnTo>
                <a:lnTo>
                  <a:pt x="1643763" y="77544"/>
                </a:lnTo>
                <a:lnTo>
                  <a:pt x="1643259" y="77731"/>
                </a:lnTo>
                <a:lnTo>
                  <a:pt x="1642760" y="77923"/>
                </a:lnTo>
                <a:lnTo>
                  <a:pt x="1642264" y="78121"/>
                </a:lnTo>
                <a:lnTo>
                  <a:pt x="1641772" y="78323"/>
                </a:lnTo>
                <a:lnTo>
                  <a:pt x="1641284" y="78531"/>
                </a:lnTo>
                <a:lnTo>
                  <a:pt x="1640800" y="78745"/>
                </a:lnTo>
                <a:lnTo>
                  <a:pt x="1640320" y="78963"/>
                </a:lnTo>
                <a:lnTo>
                  <a:pt x="1639845" y="79187"/>
                </a:lnTo>
                <a:lnTo>
                  <a:pt x="1639372" y="79416"/>
                </a:lnTo>
                <a:lnTo>
                  <a:pt x="1638904" y="79650"/>
                </a:lnTo>
                <a:lnTo>
                  <a:pt x="1638440" y="79890"/>
                </a:lnTo>
                <a:lnTo>
                  <a:pt x="1637980" y="80135"/>
                </a:lnTo>
                <a:lnTo>
                  <a:pt x="1637526" y="80386"/>
                </a:lnTo>
                <a:lnTo>
                  <a:pt x="1637079" y="80646"/>
                </a:lnTo>
                <a:lnTo>
                  <a:pt x="1636640" y="80913"/>
                </a:lnTo>
                <a:lnTo>
                  <a:pt x="1636209" y="81188"/>
                </a:lnTo>
                <a:lnTo>
                  <a:pt x="1635785" y="81471"/>
                </a:lnTo>
                <a:lnTo>
                  <a:pt x="1635369" y="81762"/>
                </a:lnTo>
                <a:lnTo>
                  <a:pt x="1634961" y="82061"/>
                </a:lnTo>
                <a:lnTo>
                  <a:pt x="1634560" y="82368"/>
                </a:lnTo>
                <a:lnTo>
                  <a:pt x="1634168" y="82683"/>
                </a:lnTo>
                <a:lnTo>
                  <a:pt x="1633782" y="83005"/>
                </a:lnTo>
                <a:lnTo>
                  <a:pt x="1633405" y="83336"/>
                </a:lnTo>
                <a:lnTo>
                  <a:pt x="1633035" y="83674"/>
                </a:lnTo>
                <a:lnTo>
                  <a:pt x="1632673" y="84020"/>
                </a:lnTo>
                <a:lnTo>
                  <a:pt x="1632318" y="84375"/>
                </a:lnTo>
                <a:lnTo>
                  <a:pt x="1631971" y="84737"/>
                </a:lnTo>
                <a:lnTo>
                  <a:pt x="1631632" y="85107"/>
                </a:lnTo>
                <a:lnTo>
                  <a:pt x="1631301" y="85484"/>
                </a:lnTo>
                <a:lnTo>
                  <a:pt x="1630977" y="85870"/>
                </a:lnTo>
                <a:lnTo>
                  <a:pt x="1630661" y="86264"/>
                </a:lnTo>
                <a:lnTo>
                  <a:pt x="1630353" y="86665"/>
                </a:lnTo>
                <a:lnTo>
                  <a:pt x="1630052" y="87075"/>
                </a:lnTo>
                <a:lnTo>
                  <a:pt x="1629759" y="87492"/>
                </a:lnTo>
                <a:lnTo>
                  <a:pt x="1629473" y="87918"/>
                </a:lnTo>
                <a:lnTo>
                  <a:pt x="1629196" y="88351"/>
                </a:lnTo>
                <a:lnTo>
                  <a:pt x="1628927" y="88788"/>
                </a:lnTo>
                <a:lnTo>
                  <a:pt x="1628671" y="89236"/>
                </a:lnTo>
                <a:lnTo>
                  <a:pt x="1628425" y="89696"/>
                </a:lnTo>
                <a:lnTo>
                  <a:pt x="1628191" y="90166"/>
                </a:lnTo>
                <a:lnTo>
                  <a:pt x="1627969" y="90647"/>
                </a:lnTo>
                <a:lnTo>
                  <a:pt x="1627758" y="91139"/>
                </a:lnTo>
                <a:lnTo>
                  <a:pt x="1627558" y="91643"/>
                </a:lnTo>
                <a:lnTo>
                  <a:pt x="1627370" y="92157"/>
                </a:lnTo>
                <a:lnTo>
                  <a:pt x="1627193" y="92682"/>
                </a:lnTo>
                <a:lnTo>
                  <a:pt x="1627028" y="93218"/>
                </a:lnTo>
                <a:lnTo>
                  <a:pt x="1626873" y="93765"/>
                </a:lnTo>
                <a:lnTo>
                  <a:pt x="1626731" y="94323"/>
                </a:lnTo>
                <a:lnTo>
                  <a:pt x="1626600" y="94892"/>
                </a:lnTo>
                <a:lnTo>
                  <a:pt x="1626480" y="95472"/>
                </a:lnTo>
                <a:lnTo>
                  <a:pt x="1626371" y="96063"/>
                </a:lnTo>
                <a:lnTo>
                  <a:pt x="1626274" y="96665"/>
                </a:lnTo>
                <a:lnTo>
                  <a:pt x="1626189" y="97278"/>
                </a:lnTo>
                <a:lnTo>
                  <a:pt x="1626115" y="97902"/>
                </a:lnTo>
                <a:lnTo>
                  <a:pt x="1626052" y="98536"/>
                </a:lnTo>
                <a:lnTo>
                  <a:pt x="1626001" y="99182"/>
                </a:lnTo>
                <a:lnTo>
                  <a:pt x="1625961" y="99839"/>
                </a:lnTo>
                <a:lnTo>
                  <a:pt x="1625932" y="100507"/>
                </a:lnTo>
                <a:lnTo>
                  <a:pt x="1625915" y="101185"/>
                </a:lnTo>
                <a:lnTo>
                  <a:pt x="1625909" y="101875"/>
                </a:lnTo>
                <a:lnTo>
                  <a:pt x="1625917" y="102660"/>
                </a:lnTo>
                <a:lnTo>
                  <a:pt x="1625940" y="103436"/>
                </a:lnTo>
                <a:lnTo>
                  <a:pt x="1625978" y="104202"/>
                </a:lnTo>
                <a:lnTo>
                  <a:pt x="1626032" y="104958"/>
                </a:lnTo>
                <a:lnTo>
                  <a:pt x="1626101" y="105704"/>
                </a:lnTo>
                <a:lnTo>
                  <a:pt x="1626186" y="106441"/>
                </a:lnTo>
                <a:lnTo>
                  <a:pt x="1626286" y="107168"/>
                </a:lnTo>
                <a:lnTo>
                  <a:pt x="1626401" y="107886"/>
                </a:lnTo>
                <a:lnTo>
                  <a:pt x="1626531" y="108594"/>
                </a:lnTo>
                <a:lnTo>
                  <a:pt x="1626677" y="109292"/>
                </a:lnTo>
                <a:lnTo>
                  <a:pt x="1626839" y="109981"/>
                </a:lnTo>
                <a:lnTo>
                  <a:pt x="1627015" y="110660"/>
                </a:lnTo>
                <a:lnTo>
                  <a:pt x="1627207" y="111329"/>
                </a:lnTo>
                <a:lnTo>
                  <a:pt x="1627415" y="111989"/>
                </a:lnTo>
                <a:lnTo>
                  <a:pt x="1627637" y="112638"/>
                </a:lnTo>
                <a:lnTo>
                  <a:pt x="1627875" y="113279"/>
                </a:lnTo>
                <a:lnTo>
                  <a:pt x="1628129" y="113909"/>
                </a:lnTo>
                <a:lnTo>
                  <a:pt x="1628398" y="114530"/>
                </a:lnTo>
                <a:lnTo>
                  <a:pt x="1628682" y="115142"/>
                </a:lnTo>
                <a:lnTo>
                  <a:pt x="1628981" y="115744"/>
                </a:lnTo>
                <a:lnTo>
                  <a:pt x="1629296" y="116336"/>
                </a:lnTo>
                <a:lnTo>
                  <a:pt x="1629627" y="116918"/>
                </a:lnTo>
                <a:lnTo>
                  <a:pt x="1629972" y="117491"/>
                </a:lnTo>
                <a:lnTo>
                  <a:pt x="1630333" y="118054"/>
                </a:lnTo>
                <a:lnTo>
                  <a:pt x="1630707" y="118601"/>
                </a:lnTo>
                <a:lnTo>
                  <a:pt x="1631092" y="119138"/>
                </a:lnTo>
                <a:lnTo>
                  <a:pt x="1631488" y="119664"/>
                </a:lnTo>
                <a:lnTo>
                  <a:pt x="1631894" y="120180"/>
                </a:lnTo>
                <a:lnTo>
                  <a:pt x="1632311" y="120684"/>
                </a:lnTo>
                <a:lnTo>
                  <a:pt x="1632739" y="121178"/>
                </a:lnTo>
                <a:lnTo>
                  <a:pt x="1633177" y="121661"/>
                </a:lnTo>
                <a:lnTo>
                  <a:pt x="1633626" y="122134"/>
                </a:lnTo>
                <a:lnTo>
                  <a:pt x="1634087" y="122595"/>
                </a:lnTo>
                <a:lnTo>
                  <a:pt x="1634557" y="123046"/>
                </a:lnTo>
                <a:lnTo>
                  <a:pt x="1635039" y="123486"/>
                </a:lnTo>
                <a:lnTo>
                  <a:pt x="1635531" y="123915"/>
                </a:lnTo>
                <a:lnTo>
                  <a:pt x="1636034" y="124334"/>
                </a:lnTo>
                <a:lnTo>
                  <a:pt x="1636548" y="124742"/>
                </a:lnTo>
                <a:lnTo>
                  <a:pt x="1637073" y="125139"/>
                </a:lnTo>
                <a:lnTo>
                  <a:pt x="1637608" y="125525"/>
                </a:lnTo>
                <a:lnTo>
                  <a:pt x="1638154" y="125901"/>
                </a:lnTo>
                <a:lnTo>
                  <a:pt x="1638711" y="126266"/>
                </a:lnTo>
                <a:lnTo>
                  <a:pt x="1639278" y="126620"/>
                </a:lnTo>
                <a:lnTo>
                  <a:pt x="1639857" y="126963"/>
                </a:lnTo>
                <a:lnTo>
                  <a:pt x="1640446" y="127295"/>
                </a:lnTo>
                <a:lnTo>
                  <a:pt x="1641046" y="127617"/>
                </a:lnTo>
                <a:lnTo>
                  <a:pt x="1641656" y="127928"/>
                </a:lnTo>
                <a:lnTo>
                  <a:pt x="1642278" y="128229"/>
                </a:lnTo>
                <a:lnTo>
                  <a:pt x="1642907" y="128512"/>
                </a:lnTo>
                <a:lnTo>
                  <a:pt x="1643543" y="128784"/>
                </a:lnTo>
                <a:lnTo>
                  <a:pt x="1644184" y="129043"/>
                </a:lnTo>
                <a:lnTo>
                  <a:pt x="1644832" y="129291"/>
                </a:lnTo>
                <a:lnTo>
                  <a:pt x="1645485" y="129526"/>
                </a:lnTo>
                <a:lnTo>
                  <a:pt x="1646145" y="129749"/>
                </a:lnTo>
                <a:lnTo>
                  <a:pt x="1646810" y="129961"/>
                </a:lnTo>
                <a:lnTo>
                  <a:pt x="1647481" y="130160"/>
                </a:lnTo>
                <a:lnTo>
                  <a:pt x="1648158" y="130347"/>
                </a:lnTo>
                <a:lnTo>
                  <a:pt x="1648841" y="130522"/>
                </a:lnTo>
                <a:lnTo>
                  <a:pt x="1649530" y="130685"/>
                </a:lnTo>
                <a:lnTo>
                  <a:pt x="1650225" y="130836"/>
                </a:lnTo>
                <a:lnTo>
                  <a:pt x="1650925" y="130974"/>
                </a:lnTo>
                <a:lnTo>
                  <a:pt x="1651632" y="131101"/>
                </a:lnTo>
                <a:lnTo>
                  <a:pt x="1652345" y="131216"/>
                </a:lnTo>
                <a:lnTo>
                  <a:pt x="1653063" y="131318"/>
                </a:lnTo>
                <a:lnTo>
                  <a:pt x="1653788" y="131409"/>
                </a:lnTo>
                <a:lnTo>
                  <a:pt x="1654518" y="131487"/>
                </a:lnTo>
                <a:lnTo>
                  <a:pt x="1655255" y="131554"/>
                </a:lnTo>
                <a:lnTo>
                  <a:pt x="1655997" y="131608"/>
                </a:lnTo>
                <a:lnTo>
                  <a:pt x="1656745" y="131650"/>
                </a:lnTo>
                <a:lnTo>
                  <a:pt x="1657499" y="131680"/>
                </a:lnTo>
                <a:lnTo>
                  <a:pt x="1658259" y="131698"/>
                </a:lnTo>
                <a:lnTo>
                  <a:pt x="1659025" y="131705"/>
                </a:lnTo>
                <a:lnTo>
                  <a:pt x="1659726" y="131700"/>
                </a:lnTo>
                <a:lnTo>
                  <a:pt x="1660419" y="131687"/>
                </a:lnTo>
                <a:lnTo>
                  <a:pt x="1661102" y="131665"/>
                </a:lnTo>
                <a:lnTo>
                  <a:pt x="1661776" y="131634"/>
                </a:lnTo>
                <a:lnTo>
                  <a:pt x="1662441" y="131595"/>
                </a:lnTo>
                <a:lnTo>
                  <a:pt x="1663097" y="131547"/>
                </a:lnTo>
                <a:close/>
                <a:moveTo>
                  <a:pt x="1657038" y="118062"/>
                </a:moveTo>
                <a:lnTo>
                  <a:pt x="1656366" y="117973"/>
                </a:lnTo>
                <a:lnTo>
                  <a:pt x="1655704" y="117871"/>
                </a:lnTo>
                <a:lnTo>
                  <a:pt x="1655052" y="117756"/>
                </a:lnTo>
                <a:lnTo>
                  <a:pt x="1654412" y="117626"/>
                </a:lnTo>
                <a:lnTo>
                  <a:pt x="1653782" y="117483"/>
                </a:lnTo>
                <a:lnTo>
                  <a:pt x="1653163" y="117327"/>
                </a:lnTo>
                <a:lnTo>
                  <a:pt x="1652555" y="117157"/>
                </a:lnTo>
                <a:lnTo>
                  <a:pt x="1651958" y="116973"/>
                </a:lnTo>
                <a:lnTo>
                  <a:pt x="1651371" y="116776"/>
                </a:lnTo>
                <a:lnTo>
                  <a:pt x="1650795" y="116565"/>
                </a:lnTo>
                <a:lnTo>
                  <a:pt x="1650230" y="116341"/>
                </a:lnTo>
                <a:lnTo>
                  <a:pt x="1649676" y="116103"/>
                </a:lnTo>
                <a:lnTo>
                  <a:pt x="1649132" y="115851"/>
                </a:lnTo>
                <a:lnTo>
                  <a:pt x="1648599" y="115586"/>
                </a:lnTo>
                <a:lnTo>
                  <a:pt x="1648077" y="115307"/>
                </a:lnTo>
                <a:lnTo>
                  <a:pt x="1647566" y="115014"/>
                </a:lnTo>
                <a:lnTo>
                  <a:pt x="1647065" y="114708"/>
                </a:lnTo>
                <a:lnTo>
                  <a:pt x="1646575" y="114388"/>
                </a:lnTo>
                <a:lnTo>
                  <a:pt x="1646106" y="114050"/>
                </a:lnTo>
                <a:lnTo>
                  <a:pt x="1645657" y="113698"/>
                </a:lnTo>
                <a:lnTo>
                  <a:pt x="1645227" y="113334"/>
                </a:lnTo>
                <a:lnTo>
                  <a:pt x="1644818" y="112956"/>
                </a:lnTo>
                <a:lnTo>
                  <a:pt x="1644428" y="112565"/>
                </a:lnTo>
                <a:lnTo>
                  <a:pt x="1644059" y="112161"/>
                </a:lnTo>
                <a:lnTo>
                  <a:pt x="1643710" y="111743"/>
                </a:lnTo>
                <a:lnTo>
                  <a:pt x="1643380" y="111313"/>
                </a:lnTo>
                <a:lnTo>
                  <a:pt x="1643071" y="110869"/>
                </a:lnTo>
                <a:lnTo>
                  <a:pt x="1642781" y="110412"/>
                </a:lnTo>
                <a:lnTo>
                  <a:pt x="1642511" y="109942"/>
                </a:lnTo>
                <a:lnTo>
                  <a:pt x="1642262" y="109459"/>
                </a:lnTo>
                <a:lnTo>
                  <a:pt x="1642032" y="108962"/>
                </a:lnTo>
                <a:lnTo>
                  <a:pt x="1641822" y="108453"/>
                </a:lnTo>
                <a:lnTo>
                  <a:pt x="1641633" y="107930"/>
                </a:lnTo>
                <a:lnTo>
                  <a:pt x="1641463" y="107394"/>
                </a:lnTo>
                <a:lnTo>
                  <a:pt x="1641313" y="106845"/>
                </a:lnTo>
                <a:lnTo>
                  <a:pt x="1641183" y="106283"/>
                </a:lnTo>
                <a:lnTo>
                  <a:pt x="1641074" y="105708"/>
                </a:lnTo>
                <a:lnTo>
                  <a:pt x="1640984" y="105119"/>
                </a:lnTo>
                <a:lnTo>
                  <a:pt x="1640914" y="104518"/>
                </a:lnTo>
                <a:lnTo>
                  <a:pt x="1640864" y="103903"/>
                </a:lnTo>
                <a:lnTo>
                  <a:pt x="1640834" y="103275"/>
                </a:lnTo>
                <a:lnTo>
                  <a:pt x="1640824" y="102633"/>
                </a:lnTo>
                <a:lnTo>
                  <a:pt x="1640829" y="102164"/>
                </a:lnTo>
                <a:lnTo>
                  <a:pt x="1640845" y="101702"/>
                </a:lnTo>
                <a:lnTo>
                  <a:pt x="1640871" y="101249"/>
                </a:lnTo>
                <a:lnTo>
                  <a:pt x="1640908" y="100804"/>
                </a:lnTo>
                <a:lnTo>
                  <a:pt x="1640956" y="100368"/>
                </a:lnTo>
                <a:lnTo>
                  <a:pt x="1641014" y="99940"/>
                </a:lnTo>
                <a:lnTo>
                  <a:pt x="1641082" y="99520"/>
                </a:lnTo>
                <a:lnTo>
                  <a:pt x="1641161" y="99108"/>
                </a:lnTo>
                <a:lnTo>
                  <a:pt x="1641251" y="98705"/>
                </a:lnTo>
                <a:lnTo>
                  <a:pt x="1641351" y="98311"/>
                </a:lnTo>
                <a:lnTo>
                  <a:pt x="1641461" y="97924"/>
                </a:lnTo>
                <a:lnTo>
                  <a:pt x="1641582" y="97546"/>
                </a:lnTo>
                <a:lnTo>
                  <a:pt x="1641714" y="97176"/>
                </a:lnTo>
                <a:lnTo>
                  <a:pt x="1641856" y="96815"/>
                </a:lnTo>
                <a:lnTo>
                  <a:pt x="1642009" y="96462"/>
                </a:lnTo>
                <a:lnTo>
                  <a:pt x="1642172" y="96117"/>
                </a:lnTo>
                <a:lnTo>
                  <a:pt x="1642346" y="95781"/>
                </a:lnTo>
                <a:lnTo>
                  <a:pt x="1642530" y="95453"/>
                </a:lnTo>
                <a:lnTo>
                  <a:pt x="1642725" y="95133"/>
                </a:lnTo>
                <a:lnTo>
                  <a:pt x="1642931" y="94821"/>
                </a:lnTo>
                <a:lnTo>
                  <a:pt x="1643147" y="94518"/>
                </a:lnTo>
                <a:lnTo>
                  <a:pt x="1643373" y="94224"/>
                </a:lnTo>
                <a:lnTo>
                  <a:pt x="1643610" y="93937"/>
                </a:lnTo>
                <a:lnTo>
                  <a:pt x="1643858" y="93659"/>
                </a:lnTo>
                <a:lnTo>
                  <a:pt x="1644119" y="93383"/>
                </a:lnTo>
                <a:lnTo>
                  <a:pt x="1644387" y="93113"/>
                </a:lnTo>
                <a:lnTo>
                  <a:pt x="1644661" y="92849"/>
                </a:lnTo>
                <a:lnTo>
                  <a:pt x="1644943" y="92590"/>
                </a:lnTo>
                <a:lnTo>
                  <a:pt x="1645230" y="92338"/>
                </a:lnTo>
                <a:lnTo>
                  <a:pt x="1645525" y="92091"/>
                </a:lnTo>
                <a:lnTo>
                  <a:pt x="1645825" y="91851"/>
                </a:lnTo>
                <a:lnTo>
                  <a:pt x="1646133" y="91616"/>
                </a:lnTo>
                <a:lnTo>
                  <a:pt x="1646447" y="91387"/>
                </a:lnTo>
                <a:lnTo>
                  <a:pt x="1646767" y="91164"/>
                </a:lnTo>
                <a:lnTo>
                  <a:pt x="1647095" y="90947"/>
                </a:lnTo>
                <a:lnTo>
                  <a:pt x="1647428" y="90736"/>
                </a:lnTo>
                <a:lnTo>
                  <a:pt x="1647769" y="90531"/>
                </a:lnTo>
                <a:lnTo>
                  <a:pt x="1648116" y="90332"/>
                </a:lnTo>
                <a:lnTo>
                  <a:pt x="1648469" y="90139"/>
                </a:lnTo>
                <a:lnTo>
                  <a:pt x="1648829" y="89952"/>
                </a:lnTo>
                <a:lnTo>
                  <a:pt x="1649196" y="89770"/>
                </a:lnTo>
                <a:lnTo>
                  <a:pt x="1649569" y="89595"/>
                </a:lnTo>
                <a:lnTo>
                  <a:pt x="1649949" y="89425"/>
                </a:lnTo>
                <a:lnTo>
                  <a:pt x="1650335" y="89262"/>
                </a:lnTo>
                <a:lnTo>
                  <a:pt x="1650728" y="89104"/>
                </a:lnTo>
                <a:lnTo>
                  <a:pt x="1651128" y="88952"/>
                </a:lnTo>
                <a:lnTo>
                  <a:pt x="1651534" y="88807"/>
                </a:lnTo>
                <a:lnTo>
                  <a:pt x="1651947" y="88667"/>
                </a:lnTo>
                <a:lnTo>
                  <a:pt x="1652370" y="88526"/>
                </a:lnTo>
                <a:lnTo>
                  <a:pt x="1652795" y="88389"/>
                </a:lnTo>
                <a:lnTo>
                  <a:pt x="1653223" y="88255"/>
                </a:lnTo>
                <a:lnTo>
                  <a:pt x="1653653" y="88124"/>
                </a:lnTo>
                <a:lnTo>
                  <a:pt x="1654086" y="87997"/>
                </a:lnTo>
                <a:lnTo>
                  <a:pt x="1654522" y="87873"/>
                </a:lnTo>
                <a:lnTo>
                  <a:pt x="1654961" y="87752"/>
                </a:lnTo>
                <a:lnTo>
                  <a:pt x="1655402" y="87634"/>
                </a:lnTo>
                <a:lnTo>
                  <a:pt x="1655845" y="87520"/>
                </a:lnTo>
                <a:lnTo>
                  <a:pt x="1656292" y="87409"/>
                </a:lnTo>
                <a:lnTo>
                  <a:pt x="1656741" y="87302"/>
                </a:lnTo>
                <a:lnTo>
                  <a:pt x="1657192" y="87197"/>
                </a:lnTo>
                <a:lnTo>
                  <a:pt x="1657647" y="87096"/>
                </a:lnTo>
                <a:lnTo>
                  <a:pt x="1658103" y="86999"/>
                </a:lnTo>
                <a:lnTo>
                  <a:pt x="1658563" y="86904"/>
                </a:lnTo>
                <a:lnTo>
                  <a:pt x="1659025" y="86813"/>
                </a:lnTo>
                <a:lnTo>
                  <a:pt x="1659490" y="86725"/>
                </a:lnTo>
                <a:lnTo>
                  <a:pt x="1659957" y="86640"/>
                </a:lnTo>
                <a:lnTo>
                  <a:pt x="1660427" y="86559"/>
                </a:lnTo>
                <a:lnTo>
                  <a:pt x="1660900" y="86481"/>
                </a:lnTo>
                <a:lnTo>
                  <a:pt x="1661375" y="86406"/>
                </a:lnTo>
                <a:lnTo>
                  <a:pt x="1661853" y="86335"/>
                </a:lnTo>
                <a:lnTo>
                  <a:pt x="1662334" y="86267"/>
                </a:lnTo>
                <a:lnTo>
                  <a:pt x="1662817" y="86202"/>
                </a:lnTo>
                <a:lnTo>
                  <a:pt x="1663020" y="86175"/>
                </a:lnTo>
                <a:lnTo>
                  <a:pt x="1663227" y="86148"/>
                </a:lnTo>
                <a:lnTo>
                  <a:pt x="1663440" y="86121"/>
                </a:lnTo>
                <a:lnTo>
                  <a:pt x="1663658" y="86093"/>
                </a:lnTo>
                <a:lnTo>
                  <a:pt x="1663881" y="86065"/>
                </a:lnTo>
                <a:lnTo>
                  <a:pt x="1664109" y="86036"/>
                </a:lnTo>
                <a:lnTo>
                  <a:pt x="1664341" y="86007"/>
                </a:lnTo>
                <a:lnTo>
                  <a:pt x="1664579" y="85977"/>
                </a:lnTo>
                <a:lnTo>
                  <a:pt x="1664822" y="85947"/>
                </a:lnTo>
                <a:lnTo>
                  <a:pt x="1665071" y="85917"/>
                </a:lnTo>
                <a:lnTo>
                  <a:pt x="1665324" y="85886"/>
                </a:lnTo>
                <a:lnTo>
                  <a:pt x="1665582" y="85854"/>
                </a:lnTo>
                <a:lnTo>
                  <a:pt x="1665845" y="85823"/>
                </a:lnTo>
                <a:lnTo>
                  <a:pt x="1666113" y="85790"/>
                </a:lnTo>
                <a:lnTo>
                  <a:pt x="1666387" y="85758"/>
                </a:lnTo>
                <a:lnTo>
                  <a:pt x="1666665" y="85724"/>
                </a:lnTo>
                <a:lnTo>
                  <a:pt x="1666948" y="85691"/>
                </a:lnTo>
                <a:lnTo>
                  <a:pt x="1667237" y="85657"/>
                </a:lnTo>
                <a:lnTo>
                  <a:pt x="1667530" y="85622"/>
                </a:lnTo>
                <a:lnTo>
                  <a:pt x="1667829" y="85588"/>
                </a:lnTo>
                <a:lnTo>
                  <a:pt x="1668132" y="85552"/>
                </a:lnTo>
                <a:lnTo>
                  <a:pt x="1668441" y="85516"/>
                </a:lnTo>
                <a:lnTo>
                  <a:pt x="1668755" y="85480"/>
                </a:lnTo>
                <a:lnTo>
                  <a:pt x="1669074" y="85444"/>
                </a:lnTo>
                <a:lnTo>
                  <a:pt x="1669400" y="85401"/>
                </a:lnTo>
                <a:lnTo>
                  <a:pt x="1669728" y="85358"/>
                </a:lnTo>
                <a:lnTo>
                  <a:pt x="1670056" y="85315"/>
                </a:lnTo>
                <a:lnTo>
                  <a:pt x="1670385" y="85272"/>
                </a:lnTo>
                <a:lnTo>
                  <a:pt x="1670714" y="85227"/>
                </a:lnTo>
                <a:lnTo>
                  <a:pt x="1671045" y="85183"/>
                </a:lnTo>
                <a:lnTo>
                  <a:pt x="1671375" y="85138"/>
                </a:lnTo>
                <a:lnTo>
                  <a:pt x="1671707" y="85093"/>
                </a:lnTo>
                <a:lnTo>
                  <a:pt x="1672039" y="85047"/>
                </a:lnTo>
                <a:lnTo>
                  <a:pt x="1672372" y="85000"/>
                </a:lnTo>
                <a:lnTo>
                  <a:pt x="1672705" y="84954"/>
                </a:lnTo>
                <a:lnTo>
                  <a:pt x="1673039" y="84906"/>
                </a:lnTo>
                <a:lnTo>
                  <a:pt x="1673374" y="84859"/>
                </a:lnTo>
                <a:lnTo>
                  <a:pt x="1673709" y="84811"/>
                </a:lnTo>
                <a:lnTo>
                  <a:pt x="1674045" y="84762"/>
                </a:lnTo>
                <a:lnTo>
                  <a:pt x="1674382" y="84713"/>
                </a:lnTo>
                <a:lnTo>
                  <a:pt x="1674720" y="84664"/>
                </a:lnTo>
                <a:lnTo>
                  <a:pt x="1675058" y="84614"/>
                </a:lnTo>
                <a:lnTo>
                  <a:pt x="1675396" y="84564"/>
                </a:lnTo>
                <a:lnTo>
                  <a:pt x="1675736" y="84513"/>
                </a:lnTo>
                <a:lnTo>
                  <a:pt x="1676076" y="84462"/>
                </a:lnTo>
                <a:lnTo>
                  <a:pt x="1676416" y="84410"/>
                </a:lnTo>
                <a:lnTo>
                  <a:pt x="1676758" y="84358"/>
                </a:lnTo>
                <a:lnTo>
                  <a:pt x="1677100" y="84306"/>
                </a:lnTo>
                <a:lnTo>
                  <a:pt x="1677446" y="84248"/>
                </a:lnTo>
                <a:lnTo>
                  <a:pt x="1677788" y="84189"/>
                </a:lnTo>
                <a:lnTo>
                  <a:pt x="1678127" y="84129"/>
                </a:lnTo>
                <a:lnTo>
                  <a:pt x="1678462" y="84069"/>
                </a:lnTo>
                <a:lnTo>
                  <a:pt x="1678794" y="84008"/>
                </a:lnTo>
                <a:lnTo>
                  <a:pt x="1679122" y="83947"/>
                </a:lnTo>
                <a:lnTo>
                  <a:pt x="1679447" y="83884"/>
                </a:lnTo>
                <a:lnTo>
                  <a:pt x="1679768" y="83822"/>
                </a:lnTo>
                <a:lnTo>
                  <a:pt x="1680086" y="83758"/>
                </a:lnTo>
                <a:lnTo>
                  <a:pt x="1680400" y="83694"/>
                </a:lnTo>
                <a:lnTo>
                  <a:pt x="1680711" y="83629"/>
                </a:lnTo>
                <a:lnTo>
                  <a:pt x="1681018" y="83563"/>
                </a:lnTo>
                <a:lnTo>
                  <a:pt x="1681322" y="83497"/>
                </a:lnTo>
                <a:lnTo>
                  <a:pt x="1681622" y="83430"/>
                </a:lnTo>
                <a:lnTo>
                  <a:pt x="1681919" y="83363"/>
                </a:lnTo>
                <a:lnTo>
                  <a:pt x="1682212" y="83295"/>
                </a:lnTo>
                <a:lnTo>
                  <a:pt x="1682501" y="83226"/>
                </a:lnTo>
                <a:lnTo>
                  <a:pt x="1682787" y="83157"/>
                </a:lnTo>
                <a:lnTo>
                  <a:pt x="1683070" y="83087"/>
                </a:lnTo>
                <a:lnTo>
                  <a:pt x="1683349" y="83016"/>
                </a:lnTo>
                <a:lnTo>
                  <a:pt x="1683625" y="82944"/>
                </a:lnTo>
                <a:lnTo>
                  <a:pt x="1683897" y="82872"/>
                </a:lnTo>
                <a:lnTo>
                  <a:pt x="1684165" y="82800"/>
                </a:lnTo>
                <a:lnTo>
                  <a:pt x="1684431" y="82726"/>
                </a:lnTo>
                <a:lnTo>
                  <a:pt x="1684695" y="82647"/>
                </a:lnTo>
                <a:lnTo>
                  <a:pt x="1684952" y="82567"/>
                </a:lnTo>
                <a:lnTo>
                  <a:pt x="1685201" y="82486"/>
                </a:lnTo>
                <a:lnTo>
                  <a:pt x="1685442" y="82405"/>
                </a:lnTo>
                <a:lnTo>
                  <a:pt x="1685675" y="82323"/>
                </a:lnTo>
                <a:lnTo>
                  <a:pt x="1685900" y="82240"/>
                </a:lnTo>
                <a:lnTo>
                  <a:pt x="1686117" y="82157"/>
                </a:lnTo>
                <a:lnTo>
                  <a:pt x="1686327" y="82073"/>
                </a:lnTo>
                <a:lnTo>
                  <a:pt x="1686528" y="81988"/>
                </a:lnTo>
                <a:lnTo>
                  <a:pt x="1686722" y="81903"/>
                </a:lnTo>
                <a:lnTo>
                  <a:pt x="1686907" y="81817"/>
                </a:lnTo>
                <a:lnTo>
                  <a:pt x="1687085" y="81731"/>
                </a:lnTo>
                <a:lnTo>
                  <a:pt x="1687255" y="81644"/>
                </a:lnTo>
                <a:lnTo>
                  <a:pt x="1687417" y="81556"/>
                </a:lnTo>
                <a:lnTo>
                  <a:pt x="1687571" y="81467"/>
                </a:lnTo>
                <a:lnTo>
                  <a:pt x="1687717" y="81378"/>
                </a:lnTo>
                <a:lnTo>
                  <a:pt x="1687855" y="81288"/>
                </a:lnTo>
                <a:lnTo>
                  <a:pt x="1687986" y="81197"/>
                </a:lnTo>
                <a:lnTo>
                  <a:pt x="1688108" y="81106"/>
                </a:lnTo>
                <a:lnTo>
                  <a:pt x="1688223" y="81014"/>
                </a:lnTo>
                <a:lnTo>
                  <a:pt x="1688329" y="80922"/>
                </a:lnTo>
                <a:lnTo>
                  <a:pt x="1688428" y="80829"/>
                </a:lnTo>
                <a:lnTo>
                  <a:pt x="1688519" y="80735"/>
                </a:lnTo>
                <a:lnTo>
                  <a:pt x="1688602" y="80641"/>
                </a:lnTo>
                <a:lnTo>
                  <a:pt x="1688602" y="94291"/>
                </a:lnTo>
                <a:lnTo>
                  <a:pt x="1688596" y="94796"/>
                </a:lnTo>
                <a:lnTo>
                  <a:pt x="1688580" y="95299"/>
                </a:lnTo>
                <a:lnTo>
                  <a:pt x="1688552" y="95799"/>
                </a:lnTo>
                <a:lnTo>
                  <a:pt x="1688514" y="96298"/>
                </a:lnTo>
                <a:lnTo>
                  <a:pt x="1688465" y="96795"/>
                </a:lnTo>
                <a:lnTo>
                  <a:pt x="1688404" y="97289"/>
                </a:lnTo>
                <a:lnTo>
                  <a:pt x="1688333" y="97782"/>
                </a:lnTo>
                <a:lnTo>
                  <a:pt x="1688251" y="98273"/>
                </a:lnTo>
                <a:lnTo>
                  <a:pt x="1688157" y="98762"/>
                </a:lnTo>
                <a:lnTo>
                  <a:pt x="1688053" y="99248"/>
                </a:lnTo>
                <a:lnTo>
                  <a:pt x="1687938" y="99733"/>
                </a:lnTo>
                <a:lnTo>
                  <a:pt x="1687812" y="100216"/>
                </a:lnTo>
                <a:lnTo>
                  <a:pt x="1687675" y="100697"/>
                </a:lnTo>
                <a:lnTo>
                  <a:pt x="1687527" y="101176"/>
                </a:lnTo>
                <a:lnTo>
                  <a:pt x="1687367" y="101653"/>
                </a:lnTo>
                <a:lnTo>
                  <a:pt x="1687197" y="102128"/>
                </a:lnTo>
                <a:lnTo>
                  <a:pt x="1687016" y="102601"/>
                </a:lnTo>
                <a:lnTo>
                  <a:pt x="1686824" y="103072"/>
                </a:lnTo>
                <a:lnTo>
                  <a:pt x="1686621" y="103541"/>
                </a:lnTo>
                <a:lnTo>
                  <a:pt x="1686407" y="104008"/>
                </a:lnTo>
                <a:lnTo>
                  <a:pt x="1686183" y="104473"/>
                </a:lnTo>
                <a:lnTo>
                  <a:pt x="1685947" y="104936"/>
                </a:lnTo>
                <a:lnTo>
                  <a:pt x="1685700" y="105397"/>
                </a:lnTo>
                <a:lnTo>
                  <a:pt x="1685442" y="105857"/>
                </a:lnTo>
                <a:lnTo>
                  <a:pt x="1685179" y="106311"/>
                </a:lnTo>
                <a:lnTo>
                  <a:pt x="1684905" y="106759"/>
                </a:lnTo>
                <a:lnTo>
                  <a:pt x="1684620" y="107200"/>
                </a:lnTo>
                <a:lnTo>
                  <a:pt x="1684325" y="107633"/>
                </a:lnTo>
                <a:lnTo>
                  <a:pt x="1684020" y="108060"/>
                </a:lnTo>
                <a:lnTo>
                  <a:pt x="1683704" y="108479"/>
                </a:lnTo>
                <a:lnTo>
                  <a:pt x="1683377" y="108892"/>
                </a:lnTo>
                <a:lnTo>
                  <a:pt x="1683040" y="109297"/>
                </a:lnTo>
                <a:lnTo>
                  <a:pt x="1682693" y="109696"/>
                </a:lnTo>
                <a:lnTo>
                  <a:pt x="1682335" y="110087"/>
                </a:lnTo>
                <a:lnTo>
                  <a:pt x="1681966" y="110472"/>
                </a:lnTo>
                <a:lnTo>
                  <a:pt x="1681587" y="110849"/>
                </a:lnTo>
                <a:lnTo>
                  <a:pt x="1681197" y="111220"/>
                </a:lnTo>
                <a:lnTo>
                  <a:pt x="1680797" y="111583"/>
                </a:lnTo>
                <a:lnTo>
                  <a:pt x="1680386" y="111939"/>
                </a:lnTo>
                <a:lnTo>
                  <a:pt x="1679965" y="112289"/>
                </a:lnTo>
                <a:lnTo>
                  <a:pt x="1679533" y="112631"/>
                </a:lnTo>
                <a:lnTo>
                  <a:pt x="1679090" y="112966"/>
                </a:lnTo>
                <a:lnTo>
                  <a:pt x="1678637" y="113295"/>
                </a:lnTo>
                <a:lnTo>
                  <a:pt x="1678174" y="113616"/>
                </a:lnTo>
                <a:lnTo>
                  <a:pt x="1677700" y="113930"/>
                </a:lnTo>
                <a:lnTo>
                  <a:pt x="1677216" y="114237"/>
                </a:lnTo>
                <a:lnTo>
                  <a:pt x="1676720" y="114538"/>
                </a:lnTo>
                <a:lnTo>
                  <a:pt x="1676215" y="114831"/>
                </a:lnTo>
                <a:lnTo>
                  <a:pt x="1675705" y="115114"/>
                </a:lnTo>
                <a:lnTo>
                  <a:pt x="1675184" y="115386"/>
                </a:lnTo>
                <a:lnTo>
                  <a:pt x="1674655" y="115645"/>
                </a:lnTo>
                <a:lnTo>
                  <a:pt x="1674115" y="115893"/>
                </a:lnTo>
                <a:lnTo>
                  <a:pt x="1673566" y="116128"/>
                </a:lnTo>
                <a:lnTo>
                  <a:pt x="1673008" y="116351"/>
                </a:lnTo>
                <a:lnTo>
                  <a:pt x="1672439" y="116563"/>
                </a:lnTo>
                <a:lnTo>
                  <a:pt x="1671861" y="116762"/>
                </a:lnTo>
                <a:lnTo>
                  <a:pt x="1671274" y="116949"/>
                </a:lnTo>
                <a:lnTo>
                  <a:pt x="1670676" y="117124"/>
                </a:lnTo>
                <a:lnTo>
                  <a:pt x="1670069" y="117287"/>
                </a:lnTo>
                <a:lnTo>
                  <a:pt x="1669453" y="117438"/>
                </a:lnTo>
                <a:lnTo>
                  <a:pt x="1668826" y="117576"/>
                </a:lnTo>
                <a:lnTo>
                  <a:pt x="1668191" y="117703"/>
                </a:lnTo>
                <a:lnTo>
                  <a:pt x="1667545" y="117818"/>
                </a:lnTo>
                <a:lnTo>
                  <a:pt x="1666890" y="117920"/>
                </a:lnTo>
                <a:lnTo>
                  <a:pt x="1666225" y="118011"/>
                </a:lnTo>
                <a:lnTo>
                  <a:pt x="1665550" y="118089"/>
                </a:lnTo>
                <a:lnTo>
                  <a:pt x="1664866" y="118156"/>
                </a:lnTo>
                <a:lnTo>
                  <a:pt x="1664172" y="118210"/>
                </a:lnTo>
                <a:lnTo>
                  <a:pt x="1663469" y="118252"/>
                </a:lnTo>
                <a:lnTo>
                  <a:pt x="1662756" y="118282"/>
                </a:lnTo>
                <a:lnTo>
                  <a:pt x="1662033" y="118301"/>
                </a:lnTo>
                <a:lnTo>
                  <a:pt x="1661300" y="118307"/>
                </a:lnTo>
                <a:lnTo>
                  <a:pt x="1660563" y="118300"/>
                </a:lnTo>
                <a:lnTo>
                  <a:pt x="1659837" y="118279"/>
                </a:lnTo>
                <a:lnTo>
                  <a:pt x="1659121" y="118245"/>
                </a:lnTo>
                <a:lnTo>
                  <a:pt x="1658416" y="118198"/>
                </a:lnTo>
                <a:lnTo>
                  <a:pt x="1657722" y="118136"/>
                </a:lnTo>
                <a:lnTo>
                  <a:pt x="1657038" y="118062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6DF2A7-7635-4432-9222-1D8C1761CD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47086" y="489042"/>
            <a:ext cx="1838855" cy="131452"/>
          </a:xfrm>
          <a:custGeom xmlns:a="http://schemas.openxmlformats.org/drawingml/2006/main">
            <a:pathLst>
              <a:path w="1838855" h="131452">
                <a:moveTo>
                  <a:pt x="281194" y="74676"/>
                </a:moveTo>
                <a:lnTo>
                  <a:pt x="282027" y="74286"/>
                </a:lnTo>
                <a:lnTo>
                  <a:pt x="282842" y="73878"/>
                </a:lnTo>
                <a:lnTo>
                  <a:pt x="283640" y="73451"/>
                </a:lnTo>
                <a:lnTo>
                  <a:pt x="284419" y="73009"/>
                </a:lnTo>
                <a:lnTo>
                  <a:pt x="285182" y="72555"/>
                </a:lnTo>
                <a:lnTo>
                  <a:pt x="285927" y="72088"/>
                </a:lnTo>
                <a:lnTo>
                  <a:pt x="286655" y="71607"/>
                </a:lnTo>
                <a:lnTo>
                  <a:pt x="287365" y="71113"/>
                </a:lnTo>
                <a:lnTo>
                  <a:pt x="288058" y="70607"/>
                </a:lnTo>
                <a:lnTo>
                  <a:pt x="288734" y="70087"/>
                </a:lnTo>
                <a:lnTo>
                  <a:pt x="289392" y="69553"/>
                </a:lnTo>
                <a:lnTo>
                  <a:pt x="290033" y="69007"/>
                </a:lnTo>
                <a:lnTo>
                  <a:pt x="290657" y="68447"/>
                </a:lnTo>
                <a:lnTo>
                  <a:pt x="291264" y="67875"/>
                </a:lnTo>
                <a:lnTo>
                  <a:pt x="291853" y="67289"/>
                </a:lnTo>
                <a:lnTo>
                  <a:pt x="292424" y="66690"/>
                </a:lnTo>
                <a:lnTo>
                  <a:pt x="292979" y="66077"/>
                </a:lnTo>
                <a:lnTo>
                  <a:pt x="293516" y="65452"/>
                </a:lnTo>
                <a:lnTo>
                  <a:pt x="294036" y="64813"/>
                </a:lnTo>
                <a:lnTo>
                  <a:pt x="294538" y="64162"/>
                </a:lnTo>
                <a:lnTo>
                  <a:pt x="295023" y="63497"/>
                </a:lnTo>
                <a:lnTo>
                  <a:pt x="295491" y="62819"/>
                </a:lnTo>
                <a:lnTo>
                  <a:pt x="295941" y="62128"/>
                </a:lnTo>
                <a:lnTo>
                  <a:pt x="296374" y="61423"/>
                </a:lnTo>
                <a:lnTo>
                  <a:pt x="296790" y="60706"/>
                </a:lnTo>
                <a:lnTo>
                  <a:pt x="297188" y="59975"/>
                </a:lnTo>
                <a:lnTo>
                  <a:pt x="297570" y="59233"/>
                </a:lnTo>
                <a:lnTo>
                  <a:pt x="297935" y="58482"/>
                </a:lnTo>
                <a:lnTo>
                  <a:pt x="298284" y="57722"/>
                </a:lnTo>
                <a:lnTo>
                  <a:pt x="298617" y="56954"/>
                </a:lnTo>
                <a:lnTo>
                  <a:pt x="298934" y="56176"/>
                </a:lnTo>
                <a:lnTo>
                  <a:pt x="299234" y="55389"/>
                </a:lnTo>
                <a:lnTo>
                  <a:pt x="299519" y="54593"/>
                </a:lnTo>
                <a:lnTo>
                  <a:pt x="299786" y="53788"/>
                </a:lnTo>
                <a:lnTo>
                  <a:pt x="300038" y="52975"/>
                </a:lnTo>
                <a:lnTo>
                  <a:pt x="300274" y="52152"/>
                </a:lnTo>
                <a:lnTo>
                  <a:pt x="300493" y="51320"/>
                </a:lnTo>
                <a:lnTo>
                  <a:pt x="300696" y="50479"/>
                </a:lnTo>
                <a:lnTo>
                  <a:pt x="300883" y="49630"/>
                </a:lnTo>
                <a:lnTo>
                  <a:pt x="301053" y="48771"/>
                </a:lnTo>
                <a:lnTo>
                  <a:pt x="301207" y="47903"/>
                </a:lnTo>
                <a:lnTo>
                  <a:pt x="301345" y="47026"/>
                </a:lnTo>
                <a:lnTo>
                  <a:pt x="301467" y="46141"/>
                </a:lnTo>
                <a:lnTo>
                  <a:pt x="301573" y="45246"/>
                </a:lnTo>
                <a:lnTo>
                  <a:pt x="301662" y="44342"/>
                </a:lnTo>
                <a:lnTo>
                  <a:pt x="301735" y="43429"/>
                </a:lnTo>
                <a:lnTo>
                  <a:pt x="301792" y="42508"/>
                </a:lnTo>
                <a:lnTo>
                  <a:pt x="301833" y="41577"/>
                </a:lnTo>
                <a:lnTo>
                  <a:pt x="301857" y="40637"/>
                </a:lnTo>
                <a:lnTo>
                  <a:pt x="301865" y="39688"/>
                </a:lnTo>
                <a:lnTo>
                  <a:pt x="301857" y="38739"/>
                </a:lnTo>
                <a:lnTo>
                  <a:pt x="301833" y="37799"/>
                </a:lnTo>
                <a:lnTo>
                  <a:pt x="301792" y="36867"/>
                </a:lnTo>
                <a:lnTo>
                  <a:pt x="301735" y="35944"/>
                </a:lnTo>
                <a:lnTo>
                  <a:pt x="301662" y="35029"/>
                </a:lnTo>
                <a:lnTo>
                  <a:pt x="301573" y="34123"/>
                </a:lnTo>
                <a:lnTo>
                  <a:pt x="301467" y="33225"/>
                </a:lnTo>
                <a:lnTo>
                  <a:pt x="301345" y="32336"/>
                </a:lnTo>
                <a:lnTo>
                  <a:pt x="301207" y="31456"/>
                </a:lnTo>
                <a:lnTo>
                  <a:pt x="301053" y="30584"/>
                </a:lnTo>
                <a:lnTo>
                  <a:pt x="300883" y="29720"/>
                </a:lnTo>
                <a:lnTo>
                  <a:pt x="300696" y="28866"/>
                </a:lnTo>
                <a:lnTo>
                  <a:pt x="300493" y="28019"/>
                </a:lnTo>
                <a:lnTo>
                  <a:pt x="300274" y="27182"/>
                </a:lnTo>
                <a:lnTo>
                  <a:pt x="300038" y="26353"/>
                </a:lnTo>
                <a:lnTo>
                  <a:pt x="299786" y="25532"/>
                </a:lnTo>
                <a:lnTo>
                  <a:pt x="299519" y="24720"/>
                </a:lnTo>
                <a:lnTo>
                  <a:pt x="299234" y="23916"/>
                </a:lnTo>
                <a:lnTo>
                  <a:pt x="298934" y="23122"/>
                </a:lnTo>
                <a:lnTo>
                  <a:pt x="298617" y="22335"/>
                </a:lnTo>
                <a:lnTo>
                  <a:pt x="298284" y="21557"/>
                </a:lnTo>
                <a:lnTo>
                  <a:pt x="297935" y="20788"/>
                </a:lnTo>
                <a:lnTo>
                  <a:pt x="297570" y="20028"/>
                </a:lnTo>
                <a:lnTo>
                  <a:pt x="297188" y="19275"/>
                </a:lnTo>
                <a:lnTo>
                  <a:pt x="296790" y="18534"/>
                </a:lnTo>
                <a:lnTo>
                  <a:pt x="296374" y="17806"/>
                </a:lnTo>
                <a:lnTo>
                  <a:pt x="295940" y="17092"/>
                </a:lnTo>
                <a:lnTo>
                  <a:pt x="295489" y="16391"/>
                </a:lnTo>
                <a:lnTo>
                  <a:pt x="295020" y="15703"/>
                </a:lnTo>
                <a:lnTo>
                  <a:pt x="294534" y="15029"/>
                </a:lnTo>
                <a:lnTo>
                  <a:pt x="294030" y="14368"/>
                </a:lnTo>
                <a:lnTo>
                  <a:pt x="293509" y="13721"/>
                </a:lnTo>
                <a:lnTo>
                  <a:pt x="292970" y="13087"/>
                </a:lnTo>
                <a:lnTo>
                  <a:pt x="292413" y="12466"/>
                </a:lnTo>
                <a:lnTo>
                  <a:pt x="291839" y="11859"/>
                </a:lnTo>
                <a:lnTo>
                  <a:pt x="291248" y="11265"/>
                </a:lnTo>
                <a:lnTo>
                  <a:pt x="290639" y="10685"/>
                </a:lnTo>
                <a:lnTo>
                  <a:pt x="290012" y="10117"/>
                </a:lnTo>
                <a:lnTo>
                  <a:pt x="289368" y="9564"/>
                </a:lnTo>
                <a:lnTo>
                  <a:pt x="288706" y="9023"/>
                </a:lnTo>
                <a:lnTo>
                  <a:pt x="288026" y="8496"/>
                </a:lnTo>
                <a:lnTo>
                  <a:pt x="287329" y="7983"/>
                </a:lnTo>
                <a:lnTo>
                  <a:pt x="286615" y="7482"/>
                </a:lnTo>
                <a:lnTo>
                  <a:pt x="285883" y="6996"/>
                </a:lnTo>
                <a:lnTo>
                  <a:pt x="285133" y="6522"/>
                </a:lnTo>
                <a:lnTo>
                  <a:pt x="284366" y="6062"/>
                </a:lnTo>
                <a:lnTo>
                  <a:pt x="283581" y="5616"/>
                </a:lnTo>
                <a:lnTo>
                  <a:pt x="282779" y="5182"/>
                </a:lnTo>
                <a:lnTo>
                  <a:pt x="281959" y="4759"/>
                </a:lnTo>
                <a:lnTo>
                  <a:pt x="281119" y="4355"/>
                </a:lnTo>
                <a:lnTo>
                  <a:pt x="280261" y="3968"/>
                </a:lnTo>
                <a:lnTo>
                  <a:pt x="279384" y="3599"/>
                </a:lnTo>
                <a:lnTo>
                  <a:pt x="278488" y="3248"/>
                </a:lnTo>
                <a:lnTo>
                  <a:pt x="277573" y="2915"/>
                </a:lnTo>
                <a:lnTo>
                  <a:pt x="276640" y="2600"/>
                </a:lnTo>
                <a:lnTo>
                  <a:pt x="275687" y="2303"/>
                </a:lnTo>
                <a:lnTo>
                  <a:pt x="274716" y="2024"/>
                </a:lnTo>
                <a:lnTo>
                  <a:pt x="273725" y="1763"/>
                </a:lnTo>
                <a:lnTo>
                  <a:pt x="272716" y="1520"/>
                </a:lnTo>
                <a:lnTo>
                  <a:pt x="271688" y="1296"/>
                </a:lnTo>
                <a:lnTo>
                  <a:pt x="270641" y="1089"/>
                </a:lnTo>
                <a:lnTo>
                  <a:pt x="269575" y="900"/>
                </a:lnTo>
                <a:lnTo>
                  <a:pt x="268491" y="729"/>
                </a:lnTo>
                <a:lnTo>
                  <a:pt x="267387" y="576"/>
                </a:lnTo>
                <a:lnTo>
                  <a:pt x="266265" y="441"/>
                </a:lnTo>
                <a:lnTo>
                  <a:pt x="265123" y="324"/>
                </a:lnTo>
                <a:lnTo>
                  <a:pt x="263963" y="225"/>
                </a:lnTo>
                <a:lnTo>
                  <a:pt x="262784" y="144"/>
                </a:lnTo>
                <a:lnTo>
                  <a:pt x="261586" y="81"/>
                </a:lnTo>
                <a:lnTo>
                  <a:pt x="260369" y="36"/>
                </a:lnTo>
                <a:lnTo>
                  <a:pt x="259134" y="9"/>
                </a:lnTo>
                <a:lnTo>
                  <a:pt x="257879" y="0"/>
                </a:lnTo>
                <a:lnTo>
                  <a:pt x="214146" y="0"/>
                </a:lnTo>
                <a:lnTo>
                  <a:pt x="214146" y="129429"/>
                </a:lnTo>
                <a:lnTo>
                  <a:pt x="229819" y="129429"/>
                </a:lnTo>
                <a:lnTo>
                  <a:pt x="229819" y="78871"/>
                </a:lnTo>
                <a:lnTo>
                  <a:pt x="258132" y="78871"/>
                </a:lnTo>
                <a:lnTo>
                  <a:pt x="259376" y="78862"/>
                </a:lnTo>
                <a:lnTo>
                  <a:pt x="260602" y="78836"/>
                </a:lnTo>
                <a:lnTo>
                  <a:pt x="261428" y="78807"/>
                </a:lnTo>
                <a:lnTo>
                  <a:pt x="288720" y="129429"/>
                </a:lnTo>
                <a:lnTo>
                  <a:pt x="306921" y="129429"/>
                </a:lnTo>
                <a:lnTo>
                  <a:pt x="277683" y="76059"/>
                </a:lnTo>
                <a:lnTo>
                  <a:pt x="278580" y="75742"/>
                </a:lnTo>
                <a:lnTo>
                  <a:pt x="279470" y="75404"/>
                </a:lnTo>
                <a:lnTo>
                  <a:pt x="280341" y="75049"/>
                </a:lnTo>
                <a:lnTo>
                  <a:pt x="281194" y="74676"/>
                </a:lnTo>
                <a:close/>
                <a:moveTo>
                  <a:pt x="259094" y="13926"/>
                </a:moveTo>
                <a:lnTo>
                  <a:pt x="259932" y="13954"/>
                </a:lnTo>
                <a:lnTo>
                  <a:pt x="260756" y="13993"/>
                </a:lnTo>
                <a:lnTo>
                  <a:pt x="261567" y="14043"/>
                </a:lnTo>
                <a:lnTo>
                  <a:pt x="262362" y="14105"/>
                </a:lnTo>
                <a:lnTo>
                  <a:pt x="263144" y="14178"/>
                </a:lnTo>
                <a:lnTo>
                  <a:pt x="263911" y="14262"/>
                </a:lnTo>
                <a:lnTo>
                  <a:pt x="264664" y="14357"/>
                </a:lnTo>
                <a:lnTo>
                  <a:pt x="265403" y="14463"/>
                </a:lnTo>
                <a:lnTo>
                  <a:pt x="266127" y="14581"/>
                </a:lnTo>
                <a:lnTo>
                  <a:pt x="266838" y="14709"/>
                </a:lnTo>
                <a:lnTo>
                  <a:pt x="267533" y="14849"/>
                </a:lnTo>
                <a:lnTo>
                  <a:pt x="268215" y="15000"/>
                </a:lnTo>
                <a:lnTo>
                  <a:pt x="268883" y="15163"/>
                </a:lnTo>
                <a:lnTo>
                  <a:pt x="269536" y="15336"/>
                </a:lnTo>
                <a:lnTo>
                  <a:pt x="270175" y="15521"/>
                </a:lnTo>
                <a:lnTo>
                  <a:pt x="270799" y="15717"/>
                </a:lnTo>
                <a:lnTo>
                  <a:pt x="271410" y="15924"/>
                </a:lnTo>
                <a:lnTo>
                  <a:pt x="272006" y="16142"/>
                </a:lnTo>
                <a:lnTo>
                  <a:pt x="272588" y="16371"/>
                </a:lnTo>
                <a:lnTo>
                  <a:pt x="273155" y="16612"/>
                </a:lnTo>
                <a:lnTo>
                  <a:pt x="273708" y="16864"/>
                </a:lnTo>
                <a:lnTo>
                  <a:pt x="274247" y="17127"/>
                </a:lnTo>
                <a:lnTo>
                  <a:pt x="274773" y="17395"/>
                </a:lnTo>
                <a:lnTo>
                  <a:pt x="275287" y="17672"/>
                </a:lnTo>
                <a:lnTo>
                  <a:pt x="275789" y="17958"/>
                </a:lnTo>
                <a:lnTo>
                  <a:pt x="276279" y="18254"/>
                </a:lnTo>
                <a:lnTo>
                  <a:pt x="276756" y="18558"/>
                </a:lnTo>
                <a:lnTo>
                  <a:pt x="277222" y="18872"/>
                </a:lnTo>
                <a:lnTo>
                  <a:pt x="277675" y="19196"/>
                </a:lnTo>
                <a:lnTo>
                  <a:pt x="278117" y="19528"/>
                </a:lnTo>
                <a:lnTo>
                  <a:pt x="278546" y="19870"/>
                </a:lnTo>
                <a:lnTo>
                  <a:pt x="278963" y="20221"/>
                </a:lnTo>
                <a:lnTo>
                  <a:pt x="279368" y="20581"/>
                </a:lnTo>
                <a:lnTo>
                  <a:pt x="279762" y="20950"/>
                </a:lnTo>
                <a:lnTo>
                  <a:pt x="280143" y="21329"/>
                </a:lnTo>
                <a:lnTo>
                  <a:pt x="280512" y="21716"/>
                </a:lnTo>
                <a:lnTo>
                  <a:pt x="280868" y="22113"/>
                </a:lnTo>
                <a:lnTo>
                  <a:pt x="281213" y="22520"/>
                </a:lnTo>
                <a:lnTo>
                  <a:pt x="281546" y="22935"/>
                </a:lnTo>
                <a:lnTo>
                  <a:pt x="281867" y="23360"/>
                </a:lnTo>
                <a:lnTo>
                  <a:pt x="282175" y="23793"/>
                </a:lnTo>
                <a:lnTo>
                  <a:pt x="282472" y="24236"/>
                </a:lnTo>
                <a:lnTo>
                  <a:pt x="282757" y="24689"/>
                </a:lnTo>
                <a:lnTo>
                  <a:pt x="283029" y="25150"/>
                </a:lnTo>
                <a:lnTo>
                  <a:pt x="283289" y="25621"/>
                </a:lnTo>
                <a:lnTo>
                  <a:pt x="283538" y="26101"/>
                </a:lnTo>
                <a:lnTo>
                  <a:pt x="283775" y="26589"/>
                </a:lnTo>
                <a:lnTo>
                  <a:pt x="284002" y="27083"/>
                </a:lnTo>
                <a:lnTo>
                  <a:pt x="284219" y="27585"/>
                </a:lnTo>
                <a:lnTo>
                  <a:pt x="284426" y="28093"/>
                </a:lnTo>
                <a:lnTo>
                  <a:pt x="284623" y="28608"/>
                </a:lnTo>
                <a:lnTo>
                  <a:pt x="284809" y="29130"/>
                </a:lnTo>
                <a:lnTo>
                  <a:pt x="284986" y="29659"/>
                </a:lnTo>
                <a:lnTo>
                  <a:pt x="285153" y="30195"/>
                </a:lnTo>
                <a:lnTo>
                  <a:pt x="285309" y="30737"/>
                </a:lnTo>
                <a:lnTo>
                  <a:pt x="285455" y="31286"/>
                </a:lnTo>
                <a:lnTo>
                  <a:pt x="285592" y="31842"/>
                </a:lnTo>
                <a:lnTo>
                  <a:pt x="285718" y="32405"/>
                </a:lnTo>
                <a:lnTo>
                  <a:pt x="285834" y="32974"/>
                </a:lnTo>
                <a:lnTo>
                  <a:pt x="285940" y="33551"/>
                </a:lnTo>
                <a:lnTo>
                  <a:pt x="286036" y="34134"/>
                </a:lnTo>
                <a:lnTo>
                  <a:pt x="286122" y="34724"/>
                </a:lnTo>
                <a:lnTo>
                  <a:pt x="286197" y="35321"/>
                </a:lnTo>
                <a:lnTo>
                  <a:pt x="286263" y="35924"/>
                </a:lnTo>
                <a:lnTo>
                  <a:pt x="286319" y="36534"/>
                </a:lnTo>
                <a:lnTo>
                  <a:pt x="286364" y="37152"/>
                </a:lnTo>
                <a:lnTo>
                  <a:pt x="286399" y="37776"/>
                </a:lnTo>
                <a:lnTo>
                  <a:pt x="286425" y="38406"/>
                </a:lnTo>
                <a:lnTo>
                  <a:pt x="286440" y="39044"/>
                </a:lnTo>
                <a:lnTo>
                  <a:pt x="286445" y="39688"/>
                </a:lnTo>
                <a:lnTo>
                  <a:pt x="286440" y="40332"/>
                </a:lnTo>
                <a:lnTo>
                  <a:pt x="286425" y="40969"/>
                </a:lnTo>
                <a:lnTo>
                  <a:pt x="286399" y="41598"/>
                </a:lnTo>
                <a:lnTo>
                  <a:pt x="286364" y="42220"/>
                </a:lnTo>
                <a:lnTo>
                  <a:pt x="286319" y="42834"/>
                </a:lnTo>
                <a:lnTo>
                  <a:pt x="286263" y="43441"/>
                </a:lnTo>
                <a:lnTo>
                  <a:pt x="286197" y="44040"/>
                </a:lnTo>
                <a:lnTo>
                  <a:pt x="286122" y="44632"/>
                </a:lnTo>
                <a:lnTo>
                  <a:pt x="286036" y="45216"/>
                </a:lnTo>
                <a:lnTo>
                  <a:pt x="285940" y="45793"/>
                </a:lnTo>
                <a:lnTo>
                  <a:pt x="285834" y="46362"/>
                </a:lnTo>
                <a:lnTo>
                  <a:pt x="285718" y="46924"/>
                </a:lnTo>
                <a:lnTo>
                  <a:pt x="285592" y="47479"/>
                </a:lnTo>
                <a:lnTo>
                  <a:pt x="285455" y="48026"/>
                </a:lnTo>
                <a:lnTo>
                  <a:pt x="285309" y="48566"/>
                </a:lnTo>
                <a:lnTo>
                  <a:pt x="285153" y="49098"/>
                </a:lnTo>
                <a:lnTo>
                  <a:pt x="284986" y="49622"/>
                </a:lnTo>
                <a:lnTo>
                  <a:pt x="284809" y="50140"/>
                </a:lnTo>
                <a:lnTo>
                  <a:pt x="284623" y="50649"/>
                </a:lnTo>
                <a:lnTo>
                  <a:pt x="284426" y="51152"/>
                </a:lnTo>
                <a:lnTo>
                  <a:pt x="284219" y="51647"/>
                </a:lnTo>
                <a:lnTo>
                  <a:pt x="284002" y="52134"/>
                </a:lnTo>
                <a:lnTo>
                  <a:pt x="283775" y="52614"/>
                </a:lnTo>
                <a:lnTo>
                  <a:pt x="283538" y="53086"/>
                </a:lnTo>
                <a:lnTo>
                  <a:pt x="283294" y="53545"/>
                </a:lnTo>
                <a:lnTo>
                  <a:pt x="283039" y="53996"/>
                </a:lnTo>
                <a:lnTo>
                  <a:pt x="282771" y="54437"/>
                </a:lnTo>
                <a:lnTo>
                  <a:pt x="282491" y="54870"/>
                </a:lnTo>
                <a:lnTo>
                  <a:pt x="282199" y="55294"/>
                </a:lnTo>
                <a:lnTo>
                  <a:pt x="281894" y="55709"/>
                </a:lnTo>
                <a:lnTo>
                  <a:pt x="281578" y="56115"/>
                </a:lnTo>
                <a:lnTo>
                  <a:pt x="281248" y="56513"/>
                </a:lnTo>
                <a:lnTo>
                  <a:pt x="280907" y="56902"/>
                </a:lnTo>
                <a:lnTo>
                  <a:pt x="280553" y="57282"/>
                </a:lnTo>
                <a:lnTo>
                  <a:pt x="280187" y="57653"/>
                </a:lnTo>
                <a:lnTo>
                  <a:pt x="279809" y="58016"/>
                </a:lnTo>
                <a:lnTo>
                  <a:pt x="279418" y="58369"/>
                </a:lnTo>
                <a:lnTo>
                  <a:pt x="279015" y="58714"/>
                </a:lnTo>
                <a:lnTo>
                  <a:pt x="278600" y="59051"/>
                </a:lnTo>
                <a:lnTo>
                  <a:pt x="278173" y="59378"/>
                </a:lnTo>
                <a:lnTo>
                  <a:pt x="277733" y="59697"/>
                </a:lnTo>
                <a:lnTo>
                  <a:pt x="277281" y="60006"/>
                </a:lnTo>
                <a:lnTo>
                  <a:pt x="276817" y="60308"/>
                </a:lnTo>
                <a:lnTo>
                  <a:pt x="276340" y="60600"/>
                </a:lnTo>
                <a:lnTo>
                  <a:pt x="275851" y="60883"/>
                </a:lnTo>
                <a:lnTo>
                  <a:pt x="275350" y="61158"/>
                </a:lnTo>
                <a:lnTo>
                  <a:pt x="274836" y="61424"/>
                </a:lnTo>
                <a:lnTo>
                  <a:pt x="274311" y="61681"/>
                </a:lnTo>
                <a:lnTo>
                  <a:pt x="273777" y="61929"/>
                </a:lnTo>
                <a:lnTo>
                  <a:pt x="273229" y="62166"/>
                </a:lnTo>
                <a:lnTo>
                  <a:pt x="272668" y="62392"/>
                </a:lnTo>
                <a:lnTo>
                  <a:pt x="272092" y="62608"/>
                </a:lnTo>
                <a:lnTo>
                  <a:pt x="271502" y="62813"/>
                </a:lnTo>
                <a:lnTo>
                  <a:pt x="270898" y="63008"/>
                </a:lnTo>
                <a:lnTo>
                  <a:pt x="270280" y="63193"/>
                </a:lnTo>
                <a:lnTo>
                  <a:pt x="269648" y="63366"/>
                </a:lnTo>
                <a:lnTo>
                  <a:pt x="269002" y="63530"/>
                </a:lnTo>
                <a:lnTo>
                  <a:pt x="268342" y="63682"/>
                </a:lnTo>
                <a:lnTo>
                  <a:pt x="267668" y="63825"/>
                </a:lnTo>
                <a:lnTo>
                  <a:pt x="266980" y="63956"/>
                </a:lnTo>
                <a:lnTo>
                  <a:pt x="266278" y="64077"/>
                </a:lnTo>
                <a:lnTo>
                  <a:pt x="265561" y="64188"/>
                </a:lnTo>
                <a:lnTo>
                  <a:pt x="264831" y="64288"/>
                </a:lnTo>
                <a:lnTo>
                  <a:pt x="264087" y="64378"/>
                </a:lnTo>
                <a:lnTo>
                  <a:pt x="263328" y="64457"/>
                </a:lnTo>
                <a:lnTo>
                  <a:pt x="262556" y="64525"/>
                </a:lnTo>
                <a:lnTo>
                  <a:pt x="261769" y="64583"/>
                </a:lnTo>
                <a:lnTo>
                  <a:pt x="260969" y="64630"/>
                </a:lnTo>
                <a:lnTo>
                  <a:pt x="260154" y="64667"/>
                </a:lnTo>
                <a:lnTo>
                  <a:pt x="259326" y="64694"/>
                </a:lnTo>
                <a:lnTo>
                  <a:pt x="258483" y="64709"/>
                </a:lnTo>
                <a:lnTo>
                  <a:pt x="257626" y="64715"/>
                </a:lnTo>
                <a:lnTo>
                  <a:pt x="229819" y="64715"/>
                </a:lnTo>
                <a:lnTo>
                  <a:pt x="229819" y="13904"/>
                </a:lnTo>
                <a:lnTo>
                  <a:pt x="257374" y="13904"/>
                </a:lnTo>
                <a:lnTo>
                  <a:pt x="258241" y="13909"/>
                </a:lnTo>
                <a:lnTo>
                  <a:pt x="259094" y="13926"/>
                </a:lnTo>
                <a:close/>
                <a:moveTo>
                  <a:pt x="1027125" y="13904"/>
                </a:moveTo>
                <a:lnTo>
                  <a:pt x="1027125" y="0"/>
                </a:lnTo>
                <a:lnTo>
                  <a:pt x="930053" y="0"/>
                </a:lnTo>
                <a:lnTo>
                  <a:pt x="930053" y="13904"/>
                </a:lnTo>
                <a:lnTo>
                  <a:pt x="970752" y="13904"/>
                </a:lnTo>
                <a:lnTo>
                  <a:pt x="970752" y="129429"/>
                </a:lnTo>
                <a:lnTo>
                  <a:pt x="986425" y="129429"/>
                </a:lnTo>
                <a:lnTo>
                  <a:pt x="986425" y="13904"/>
                </a:lnTo>
                <a:lnTo>
                  <a:pt x="1027125" y="13904"/>
                </a:lnTo>
                <a:close/>
                <a:moveTo>
                  <a:pt x="443460" y="67001"/>
                </a:moveTo>
                <a:lnTo>
                  <a:pt x="443497" y="66426"/>
                </a:lnTo>
                <a:lnTo>
                  <a:pt x="443544" y="65858"/>
                </a:lnTo>
                <a:lnTo>
                  <a:pt x="443602" y="65295"/>
                </a:lnTo>
                <a:lnTo>
                  <a:pt x="443671" y="64739"/>
                </a:lnTo>
                <a:lnTo>
                  <a:pt x="443750" y="64188"/>
                </a:lnTo>
                <a:lnTo>
                  <a:pt x="443839" y="63643"/>
                </a:lnTo>
                <a:lnTo>
                  <a:pt x="443939" y="63104"/>
                </a:lnTo>
                <a:lnTo>
                  <a:pt x="444050" y="62572"/>
                </a:lnTo>
                <a:lnTo>
                  <a:pt x="444171" y="62045"/>
                </a:lnTo>
                <a:lnTo>
                  <a:pt x="444303" y="61524"/>
                </a:lnTo>
                <a:lnTo>
                  <a:pt x="444445" y="61008"/>
                </a:lnTo>
                <a:lnTo>
                  <a:pt x="444598" y="60499"/>
                </a:lnTo>
                <a:lnTo>
                  <a:pt x="444761" y="59996"/>
                </a:lnTo>
                <a:lnTo>
                  <a:pt x="444935" y="59499"/>
                </a:lnTo>
                <a:lnTo>
                  <a:pt x="445119" y="59007"/>
                </a:lnTo>
                <a:lnTo>
                  <a:pt x="445314" y="58522"/>
                </a:lnTo>
                <a:lnTo>
                  <a:pt x="445519" y="58042"/>
                </a:lnTo>
                <a:lnTo>
                  <a:pt x="445735" y="57568"/>
                </a:lnTo>
                <a:lnTo>
                  <a:pt x="445962" y="57101"/>
                </a:lnTo>
                <a:lnTo>
                  <a:pt x="446199" y="56639"/>
                </a:lnTo>
                <a:lnTo>
                  <a:pt x="446446" y="56183"/>
                </a:lnTo>
                <a:lnTo>
                  <a:pt x="446707" y="55729"/>
                </a:lnTo>
                <a:lnTo>
                  <a:pt x="446975" y="55283"/>
                </a:lnTo>
                <a:lnTo>
                  <a:pt x="447250" y="54846"/>
                </a:lnTo>
                <a:lnTo>
                  <a:pt x="447531" y="54417"/>
                </a:lnTo>
                <a:lnTo>
                  <a:pt x="447819" y="53996"/>
                </a:lnTo>
                <a:lnTo>
                  <a:pt x="448113" y="53584"/>
                </a:lnTo>
                <a:lnTo>
                  <a:pt x="448414" y="53180"/>
                </a:lnTo>
                <a:lnTo>
                  <a:pt x="448721" y="52784"/>
                </a:lnTo>
                <a:lnTo>
                  <a:pt x="449035" y="52397"/>
                </a:lnTo>
                <a:lnTo>
                  <a:pt x="449356" y="52018"/>
                </a:lnTo>
                <a:lnTo>
                  <a:pt x="449683" y="51647"/>
                </a:lnTo>
                <a:lnTo>
                  <a:pt x="450017" y="51285"/>
                </a:lnTo>
                <a:lnTo>
                  <a:pt x="450357" y="50931"/>
                </a:lnTo>
                <a:lnTo>
                  <a:pt x="450704" y="50586"/>
                </a:lnTo>
                <a:lnTo>
                  <a:pt x="451058" y="50248"/>
                </a:lnTo>
                <a:lnTo>
                  <a:pt x="451418" y="49919"/>
                </a:lnTo>
                <a:lnTo>
                  <a:pt x="451784" y="49599"/>
                </a:lnTo>
                <a:lnTo>
                  <a:pt x="452158" y="49287"/>
                </a:lnTo>
                <a:lnTo>
                  <a:pt x="452537" y="48983"/>
                </a:lnTo>
                <a:lnTo>
                  <a:pt x="452924" y="48687"/>
                </a:lnTo>
                <a:lnTo>
                  <a:pt x="453317" y="48400"/>
                </a:lnTo>
                <a:lnTo>
                  <a:pt x="453716" y="48121"/>
                </a:lnTo>
                <a:lnTo>
                  <a:pt x="454123" y="47850"/>
                </a:lnTo>
                <a:lnTo>
                  <a:pt x="454535" y="47588"/>
                </a:lnTo>
                <a:lnTo>
                  <a:pt x="454958" y="47335"/>
                </a:lnTo>
                <a:lnTo>
                  <a:pt x="455383" y="47093"/>
                </a:lnTo>
                <a:lnTo>
                  <a:pt x="455811" y="46862"/>
                </a:lnTo>
                <a:lnTo>
                  <a:pt x="456242" y="46642"/>
                </a:lnTo>
                <a:lnTo>
                  <a:pt x="456675" y="46432"/>
                </a:lnTo>
                <a:lnTo>
                  <a:pt x="457111" y="46233"/>
                </a:lnTo>
                <a:lnTo>
                  <a:pt x="457549" y="46045"/>
                </a:lnTo>
                <a:lnTo>
                  <a:pt x="457990" y="45868"/>
                </a:lnTo>
                <a:lnTo>
                  <a:pt x="458434" y="45701"/>
                </a:lnTo>
                <a:lnTo>
                  <a:pt x="458880" y="45545"/>
                </a:lnTo>
                <a:lnTo>
                  <a:pt x="459329" y="45400"/>
                </a:lnTo>
                <a:lnTo>
                  <a:pt x="459781" y="45266"/>
                </a:lnTo>
                <a:lnTo>
                  <a:pt x="460235" y="45142"/>
                </a:lnTo>
                <a:lnTo>
                  <a:pt x="460692" y="45029"/>
                </a:lnTo>
                <a:lnTo>
                  <a:pt x="461151" y="44927"/>
                </a:lnTo>
                <a:lnTo>
                  <a:pt x="461614" y="44835"/>
                </a:lnTo>
                <a:lnTo>
                  <a:pt x="462078" y="44755"/>
                </a:lnTo>
                <a:lnTo>
                  <a:pt x="462546" y="44685"/>
                </a:lnTo>
                <a:lnTo>
                  <a:pt x="463016" y="44626"/>
                </a:lnTo>
                <a:lnTo>
                  <a:pt x="463488" y="44577"/>
                </a:lnTo>
                <a:lnTo>
                  <a:pt x="463964" y="44540"/>
                </a:lnTo>
                <a:lnTo>
                  <a:pt x="464442" y="44513"/>
                </a:lnTo>
                <a:lnTo>
                  <a:pt x="464922" y="44497"/>
                </a:lnTo>
                <a:lnTo>
                  <a:pt x="465405" y="44491"/>
                </a:lnTo>
                <a:lnTo>
                  <a:pt x="466106" y="44500"/>
                </a:lnTo>
                <a:lnTo>
                  <a:pt x="466795" y="44527"/>
                </a:lnTo>
                <a:lnTo>
                  <a:pt x="467474" y="44571"/>
                </a:lnTo>
                <a:lnTo>
                  <a:pt x="468142" y="44634"/>
                </a:lnTo>
                <a:lnTo>
                  <a:pt x="468800" y="44714"/>
                </a:lnTo>
                <a:lnTo>
                  <a:pt x="469446" y="44811"/>
                </a:lnTo>
                <a:lnTo>
                  <a:pt x="470082" y="44927"/>
                </a:lnTo>
                <a:lnTo>
                  <a:pt x="470707" y="45060"/>
                </a:lnTo>
                <a:lnTo>
                  <a:pt x="471321" y="45211"/>
                </a:lnTo>
                <a:lnTo>
                  <a:pt x="471925" y="45380"/>
                </a:lnTo>
                <a:lnTo>
                  <a:pt x="472518" y="45567"/>
                </a:lnTo>
                <a:lnTo>
                  <a:pt x="473100" y="45771"/>
                </a:lnTo>
                <a:lnTo>
                  <a:pt x="473671" y="45993"/>
                </a:lnTo>
                <a:lnTo>
                  <a:pt x="474232" y="46233"/>
                </a:lnTo>
                <a:lnTo>
                  <a:pt x="474781" y="46491"/>
                </a:lnTo>
                <a:lnTo>
                  <a:pt x="475321" y="46766"/>
                </a:lnTo>
                <a:lnTo>
                  <a:pt x="475849" y="47060"/>
                </a:lnTo>
                <a:lnTo>
                  <a:pt x="476366" y="47371"/>
                </a:lnTo>
                <a:lnTo>
                  <a:pt x="476873" y="47700"/>
                </a:lnTo>
                <a:lnTo>
                  <a:pt x="477369" y="48046"/>
                </a:lnTo>
                <a:lnTo>
                  <a:pt x="477854" y="48411"/>
                </a:lnTo>
                <a:lnTo>
                  <a:pt x="478329" y="48793"/>
                </a:lnTo>
                <a:lnTo>
                  <a:pt x="478793" y="49193"/>
                </a:lnTo>
                <a:lnTo>
                  <a:pt x="479246" y="49610"/>
                </a:lnTo>
                <a:lnTo>
                  <a:pt x="479684" y="50037"/>
                </a:lnTo>
                <a:lnTo>
                  <a:pt x="480104" y="50475"/>
                </a:lnTo>
                <a:lnTo>
                  <a:pt x="480505" y="50925"/>
                </a:lnTo>
                <a:lnTo>
                  <a:pt x="480887" y="51385"/>
                </a:lnTo>
                <a:lnTo>
                  <a:pt x="481251" y="51857"/>
                </a:lnTo>
                <a:lnTo>
                  <a:pt x="481596" y="52340"/>
                </a:lnTo>
                <a:lnTo>
                  <a:pt x="481922" y="52834"/>
                </a:lnTo>
                <a:lnTo>
                  <a:pt x="482230" y="53339"/>
                </a:lnTo>
                <a:lnTo>
                  <a:pt x="482519" y="53856"/>
                </a:lnTo>
                <a:lnTo>
                  <a:pt x="482790" y="54383"/>
                </a:lnTo>
                <a:lnTo>
                  <a:pt x="483042" y="54922"/>
                </a:lnTo>
                <a:lnTo>
                  <a:pt x="483275" y="55472"/>
                </a:lnTo>
                <a:lnTo>
                  <a:pt x="483489" y="56033"/>
                </a:lnTo>
                <a:lnTo>
                  <a:pt x="483685" y="56606"/>
                </a:lnTo>
                <a:lnTo>
                  <a:pt x="483862" y="57189"/>
                </a:lnTo>
                <a:lnTo>
                  <a:pt x="484021" y="57784"/>
                </a:lnTo>
                <a:lnTo>
                  <a:pt x="484161" y="58390"/>
                </a:lnTo>
                <a:lnTo>
                  <a:pt x="484282" y="59007"/>
                </a:lnTo>
                <a:lnTo>
                  <a:pt x="484384" y="59635"/>
                </a:lnTo>
                <a:lnTo>
                  <a:pt x="484468" y="60275"/>
                </a:lnTo>
                <a:lnTo>
                  <a:pt x="484534" y="60926"/>
                </a:lnTo>
                <a:lnTo>
                  <a:pt x="484580" y="61588"/>
                </a:lnTo>
                <a:lnTo>
                  <a:pt x="484608" y="62261"/>
                </a:lnTo>
                <a:lnTo>
                  <a:pt x="484618" y="62945"/>
                </a:lnTo>
                <a:lnTo>
                  <a:pt x="484618" y="129429"/>
                </a:lnTo>
                <a:lnTo>
                  <a:pt x="499785" y="129429"/>
                </a:lnTo>
                <a:lnTo>
                  <a:pt x="499785" y="66231"/>
                </a:lnTo>
                <a:lnTo>
                  <a:pt x="499795" y="65452"/>
                </a:lnTo>
                <a:lnTo>
                  <a:pt x="499824" y="64685"/>
                </a:lnTo>
                <a:lnTo>
                  <a:pt x="499873" y="63929"/>
                </a:lnTo>
                <a:lnTo>
                  <a:pt x="499941" y="63184"/>
                </a:lnTo>
                <a:lnTo>
                  <a:pt x="500029" y="62451"/>
                </a:lnTo>
                <a:lnTo>
                  <a:pt x="500137" y="61729"/>
                </a:lnTo>
                <a:lnTo>
                  <a:pt x="500264" y="61018"/>
                </a:lnTo>
                <a:lnTo>
                  <a:pt x="500410" y="60319"/>
                </a:lnTo>
                <a:lnTo>
                  <a:pt x="500576" y="59631"/>
                </a:lnTo>
                <a:lnTo>
                  <a:pt x="500762" y="58955"/>
                </a:lnTo>
                <a:lnTo>
                  <a:pt x="500967" y="58290"/>
                </a:lnTo>
                <a:lnTo>
                  <a:pt x="501191" y="57637"/>
                </a:lnTo>
                <a:lnTo>
                  <a:pt x="501435" y="56994"/>
                </a:lnTo>
                <a:lnTo>
                  <a:pt x="501699" y="56364"/>
                </a:lnTo>
                <a:lnTo>
                  <a:pt x="501982" y="55745"/>
                </a:lnTo>
                <a:lnTo>
                  <a:pt x="502285" y="55137"/>
                </a:lnTo>
                <a:lnTo>
                  <a:pt x="502607" y="54540"/>
                </a:lnTo>
                <a:lnTo>
                  <a:pt x="502949" y="53955"/>
                </a:lnTo>
                <a:lnTo>
                  <a:pt x="503310" y="53382"/>
                </a:lnTo>
                <a:lnTo>
                  <a:pt x="503691" y="52819"/>
                </a:lnTo>
                <a:lnTo>
                  <a:pt x="504092" y="52269"/>
                </a:lnTo>
                <a:lnTo>
                  <a:pt x="504511" y="51729"/>
                </a:lnTo>
                <a:lnTo>
                  <a:pt x="504951" y="51201"/>
                </a:lnTo>
                <a:lnTo>
                  <a:pt x="505410" y="50685"/>
                </a:lnTo>
                <a:lnTo>
                  <a:pt x="505887" y="50179"/>
                </a:lnTo>
                <a:lnTo>
                  <a:pt x="506379" y="49696"/>
                </a:lnTo>
                <a:lnTo>
                  <a:pt x="506888" y="49233"/>
                </a:lnTo>
                <a:lnTo>
                  <a:pt x="507413" y="48792"/>
                </a:lnTo>
                <a:lnTo>
                  <a:pt x="507954" y="48373"/>
                </a:lnTo>
                <a:lnTo>
                  <a:pt x="508510" y="47975"/>
                </a:lnTo>
                <a:lnTo>
                  <a:pt x="509083" y="47599"/>
                </a:lnTo>
                <a:lnTo>
                  <a:pt x="509672" y="47244"/>
                </a:lnTo>
                <a:lnTo>
                  <a:pt x="510277" y="46911"/>
                </a:lnTo>
                <a:lnTo>
                  <a:pt x="510898" y="46599"/>
                </a:lnTo>
                <a:lnTo>
                  <a:pt x="511535" y="46309"/>
                </a:lnTo>
                <a:lnTo>
                  <a:pt x="512188" y="46040"/>
                </a:lnTo>
                <a:lnTo>
                  <a:pt x="512857" y="45792"/>
                </a:lnTo>
                <a:lnTo>
                  <a:pt x="513542" y="45567"/>
                </a:lnTo>
                <a:lnTo>
                  <a:pt x="514243" y="45362"/>
                </a:lnTo>
                <a:lnTo>
                  <a:pt x="514960" y="45180"/>
                </a:lnTo>
                <a:lnTo>
                  <a:pt x="515693" y="45018"/>
                </a:lnTo>
                <a:lnTo>
                  <a:pt x="516442" y="44878"/>
                </a:lnTo>
                <a:lnTo>
                  <a:pt x="517207" y="44760"/>
                </a:lnTo>
                <a:lnTo>
                  <a:pt x="517988" y="44663"/>
                </a:lnTo>
                <a:lnTo>
                  <a:pt x="518785" y="44588"/>
                </a:lnTo>
                <a:lnTo>
                  <a:pt x="519598" y="44534"/>
                </a:lnTo>
                <a:lnTo>
                  <a:pt x="520427" y="44502"/>
                </a:lnTo>
                <a:lnTo>
                  <a:pt x="521272" y="44491"/>
                </a:lnTo>
                <a:lnTo>
                  <a:pt x="521932" y="44499"/>
                </a:lnTo>
                <a:lnTo>
                  <a:pt x="522585" y="44523"/>
                </a:lnTo>
                <a:lnTo>
                  <a:pt x="523231" y="44563"/>
                </a:lnTo>
                <a:lnTo>
                  <a:pt x="523869" y="44620"/>
                </a:lnTo>
                <a:lnTo>
                  <a:pt x="524500" y="44692"/>
                </a:lnTo>
                <a:lnTo>
                  <a:pt x="525124" y="44780"/>
                </a:lnTo>
                <a:lnTo>
                  <a:pt x="525740" y="44884"/>
                </a:lnTo>
                <a:lnTo>
                  <a:pt x="526349" y="45004"/>
                </a:lnTo>
                <a:lnTo>
                  <a:pt x="526951" y="45140"/>
                </a:lnTo>
                <a:lnTo>
                  <a:pt x="527546" y="45292"/>
                </a:lnTo>
                <a:lnTo>
                  <a:pt x="528134" y="45460"/>
                </a:lnTo>
                <a:lnTo>
                  <a:pt x="528714" y="45645"/>
                </a:lnTo>
                <a:lnTo>
                  <a:pt x="529287" y="45845"/>
                </a:lnTo>
                <a:lnTo>
                  <a:pt x="529853" y="46061"/>
                </a:lnTo>
                <a:lnTo>
                  <a:pt x="530411" y="46293"/>
                </a:lnTo>
                <a:lnTo>
                  <a:pt x="530963" y="46542"/>
                </a:lnTo>
                <a:lnTo>
                  <a:pt x="531507" y="46806"/>
                </a:lnTo>
                <a:lnTo>
                  <a:pt x="532044" y="47086"/>
                </a:lnTo>
                <a:lnTo>
                  <a:pt x="532573" y="47383"/>
                </a:lnTo>
                <a:lnTo>
                  <a:pt x="533096" y="47695"/>
                </a:lnTo>
                <a:lnTo>
                  <a:pt x="533611" y="48024"/>
                </a:lnTo>
                <a:lnTo>
                  <a:pt x="534119" y="48368"/>
                </a:lnTo>
                <a:lnTo>
                  <a:pt x="534619" y="48728"/>
                </a:lnTo>
                <a:lnTo>
                  <a:pt x="535113" y="49105"/>
                </a:lnTo>
                <a:lnTo>
                  <a:pt x="535592" y="49500"/>
                </a:lnTo>
                <a:lnTo>
                  <a:pt x="536052" y="49916"/>
                </a:lnTo>
                <a:lnTo>
                  <a:pt x="536490" y="50354"/>
                </a:lnTo>
                <a:lnTo>
                  <a:pt x="536909" y="50813"/>
                </a:lnTo>
                <a:lnTo>
                  <a:pt x="537307" y="51293"/>
                </a:lnTo>
                <a:lnTo>
                  <a:pt x="537684" y="51795"/>
                </a:lnTo>
                <a:lnTo>
                  <a:pt x="538041" y="52317"/>
                </a:lnTo>
                <a:lnTo>
                  <a:pt x="538378" y="52862"/>
                </a:lnTo>
                <a:lnTo>
                  <a:pt x="538694" y="53427"/>
                </a:lnTo>
                <a:lnTo>
                  <a:pt x="538990" y="54014"/>
                </a:lnTo>
                <a:lnTo>
                  <a:pt x="539266" y="54622"/>
                </a:lnTo>
                <a:lnTo>
                  <a:pt x="539521" y="55251"/>
                </a:lnTo>
                <a:lnTo>
                  <a:pt x="539756" y="55901"/>
                </a:lnTo>
                <a:lnTo>
                  <a:pt x="539970" y="56573"/>
                </a:lnTo>
                <a:lnTo>
                  <a:pt x="540164" y="57266"/>
                </a:lnTo>
                <a:lnTo>
                  <a:pt x="540337" y="57981"/>
                </a:lnTo>
                <a:lnTo>
                  <a:pt x="540490" y="58716"/>
                </a:lnTo>
                <a:lnTo>
                  <a:pt x="540623" y="59473"/>
                </a:lnTo>
                <a:lnTo>
                  <a:pt x="540735" y="60251"/>
                </a:lnTo>
                <a:lnTo>
                  <a:pt x="540827" y="61051"/>
                </a:lnTo>
                <a:lnTo>
                  <a:pt x="540898" y="61872"/>
                </a:lnTo>
                <a:lnTo>
                  <a:pt x="540949" y="62714"/>
                </a:lnTo>
                <a:lnTo>
                  <a:pt x="540980" y="63577"/>
                </a:lnTo>
                <a:lnTo>
                  <a:pt x="540990" y="64462"/>
                </a:lnTo>
                <a:lnTo>
                  <a:pt x="540990" y="129429"/>
                </a:lnTo>
                <a:lnTo>
                  <a:pt x="555905" y="129429"/>
                </a:lnTo>
                <a:lnTo>
                  <a:pt x="555905" y="64462"/>
                </a:lnTo>
                <a:lnTo>
                  <a:pt x="555891" y="63050"/>
                </a:lnTo>
                <a:lnTo>
                  <a:pt x="555847" y="61670"/>
                </a:lnTo>
                <a:lnTo>
                  <a:pt x="555776" y="60321"/>
                </a:lnTo>
                <a:lnTo>
                  <a:pt x="555675" y="59004"/>
                </a:lnTo>
                <a:lnTo>
                  <a:pt x="555546" y="57718"/>
                </a:lnTo>
                <a:lnTo>
                  <a:pt x="555387" y="56463"/>
                </a:lnTo>
                <a:lnTo>
                  <a:pt x="555201" y="55240"/>
                </a:lnTo>
                <a:lnTo>
                  <a:pt x="554985" y="54048"/>
                </a:lnTo>
                <a:lnTo>
                  <a:pt x="554741" y="52888"/>
                </a:lnTo>
                <a:lnTo>
                  <a:pt x="554468" y="51759"/>
                </a:lnTo>
                <a:lnTo>
                  <a:pt x="554166" y="50661"/>
                </a:lnTo>
                <a:lnTo>
                  <a:pt x="553835" y="49595"/>
                </a:lnTo>
                <a:lnTo>
                  <a:pt x="553476" y="48560"/>
                </a:lnTo>
                <a:lnTo>
                  <a:pt x="553088" y="47556"/>
                </a:lnTo>
                <a:lnTo>
                  <a:pt x="552671" y="46584"/>
                </a:lnTo>
                <a:lnTo>
                  <a:pt x="552225" y="45643"/>
                </a:lnTo>
                <a:lnTo>
                  <a:pt x="551751" y="44734"/>
                </a:lnTo>
                <a:lnTo>
                  <a:pt x="551248" y="43855"/>
                </a:lnTo>
                <a:lnTo>
                  <a:pt x="550716" y="43009"/>
                </a:lnTo>
                <a:lnTo>
                  <a:pt x="550156" y="42193"/>
                </a:lnTo>
                <a:lnTo>
                  <a:pt x="549566" y="41409"/>
                </a:lnTo>
                <a:lnTo>
                  <a:pt x="548948" y="40657"/>
                </a:lnTo>
                <a:lnTo>
                  <a:pt x="548302" y="39936"/>
                </a:lnTo>
                <a:lnTo>
                  <a:pt x="547626" y="39246"/>
                </a:lnTo>
                <a:lnTo>
                  <a:pt x="546928" y="38581"/>
                </a:lnTo>
                <a:lnTo>
                  <a:pt x="546213" y="37944"/>
                </a:lnTo>
                <a:lnTo>
                  <a:pt x="545482" y="37335"/>
                </a:lnTo>
                <a:lnTo>
                  <a:pt x="544735" y="36755"/>
                </a:lnTo>
                <a:lnTo>
                  <a:pt x="543971" y="36203"/>
                </a:lnTo>
                <a:lnTo>
                  <a:pt x="543190" y="35679"/>
                </a:lnTo>
                <a:lnTo>
                  <a:pt x="542393" y="35184"/>
                </a:lnTo>
                <a:lnTo>
                  <a:pt x="541580" y="34717"/>
                </a:lnTo>
                <a:lnTo>
                  <a:pt x="540750" y="34278"/>
                </a:lnTo>
                <a:lnTo>
                  <a:pt x="539904" y="33868"/>
                </a:lnTo>
                <a:lnTo>
                  <a:pt x="539041" y="33485"/>
                </a:lnTo>
                <a:lnTo>
                  <a:pt x="538162" y="33132"/>
                </a:lnTo>
                <a:lnTo>
                  <a:pt x="537266" y="32806"/>
                </a:lnTo>
                <a:lnTo>
                  <a:pt x="536354" y="32509"/>
                </a:lnTo>
                <a:lnTo>
                  <a:pt x="535426" y="32240"/>
                </a:lnTo>
                <a:lnTo>
                  <a:pt x="534481" y="31999"/>
                </a:lnTo>
                <a:lnTo>
                  <a:pt x="533519" y="31787"/>
                </a:lnTo>
                <a:lnTo>
                  <a:pt x="532541" y="31603"/>
                </a:lnTo>
                <a:lnTo>
                  <a:pt x="531547" y="31447"/>
                </a:lnTo>
                <a:lnTo>
                  <a:pt x="530536" y="31320"/>
                </a:lnTo>
                <a:lnTo>
                  <a:pt x="529509" y="31221"/>
                </a:lnTo>
                <a:lnTo>
                  <a:pt x="528465" y="31150"/>
                </a:lnTo>
                <a:lnTo>
                  <a:pt x="527405" y="31108"/>
                </a:lnTo>
                <a:lnTo>
                  <a:pt x="526328" y="31093"/>
                </a:lnTo>
                <a:lnTo>
                  <a:pt x="525465" y="31101"/>
                </a:lnTo>
                <a:lnTo>
                  <a:pt x="524611" y="31125"/>
                </a:lnTo>
                <a:lnTo>
                  <a:pt x="523768" y="31164"/>
                </a:lnTo>
                <a:lnTo>
                  <a:pt x="522935" y="31218"/>
                </a:lnTo>
                <a:lnTo>
                  <a:pt x="522112" y="31288"/>
                </a:lnTo>
                <a:lnTo>
                  <a:pt x="521300" y="31374"/>
                </a:lnTo>
                <a:lnTo>
                  <a:pt x="520498" y="31475"/>
                </a:lnTo>
                <a:lnTo>
                  <a:pt x="519707" y="31592"/>
                </a:lnTo>
                <a:lnTo>
                  <a:pt x="518925" y="31724"/>
                </a:lnTo>
                <a:lnTo>
                  <a:pt x="518154" y="31872"/>
                </a:lnTo>
                <a:lnTo>
                  <a:pt x="517394" y="32036"/>
                </a:lnTo>
                <a:lnTo>
                  <a:pt x="516643" y="32215"/>
                </a:lnTo>
                <a:lnTo>
                  <a:pt x="515903" y="32410"/>
                </a:lnTo>
                <a:lnTo>
                  <a:pt x="515173" y="32620"/>
                </a:lnTo>
                <a:lnTo>
                  <a:pt x="514454" y="32846"/>
                </a:lnTo>
                <a:lnTo>
                  <a:pt x="513745" y="33088"/>
                </a:lnTo>
                <a:lnTo>
                  <a:pt x="513046" y="33345"/>
                </a:lnTo>
                <a:lnTo>
                  <a:pt x="512358" y="33617"/>
                </a:lnTo>
                <a:lnTo>
                  <a:pt x="511679" y="33906"/>
                </a:lnTo>
                <a:lnTo>
                  <a:pt x="511012" y="34209"/>
                </a:lnTo>
                <a:lnTo>
                  <a:pt x="510354" y="34529"/>
                </a:lnTo>
                <a:lnTo>
                  <a:pt x="509707" y="34864"/>
                </a:lnTo>
                <a:lnTo>
                  <a:pt x="509070" y="35214"/>
                </a:lnTo>
                <a:lnTo>
                  <a:pt x="508443" y="35580"/>
                </a:lnTo>
                <a:lnTo>
                  <a:pt x="507828" y="35954"/>
                </a:lnTo>
                <a:lnTo>
                  <a:pt x="507226" y="36339"/>
                </a:lnTo>
                <a:lnTo>
                  <a:pt x="506637" y="36735"/>
                </a:lnTo>
                <a:lnTo>
                  <a:pt x="506061" y="37141"/>
                </a:lnTo>
                <a:lnTo>
                  <a:pt x="505498" y="37558"/>
                </a:lnTo>
                <a:lnTo>
                  <a:pt x="504948" y="37986"/>
                </a:lnTo>
                <a:lnTo>
                  <a:pt x="504410" y="38424"/>
                </a:lnTo>
                <a:lnTo>
                  <a:pt x="503886" y="38874"/>
                </a:lnTo>
                <a:lnTo>
                  <a:pt x="503375" y="39334"/>
                </a:lnTo>
                <a:lnTo>
                  <a:pt x="502876" y="39805"/>
                </a:lnTo>
                <a:lnTo>
                  <a:pt x="502391" y="40286"/>
                </a:lnTo>
                <a:lnTo>
                  <a:pt x="501918" y="40778"/>
                </a:lnTo>
                <a:lnTo>
                  <a:pt x="501458" y="41282"/>
                </a:lnTo>
                <a:lnTo>
                  <a:pt x="501012" y="41795"/>
                </a:lnTo>
                <a:lnTo>
                  <a:pt x="500578" y="42320"/>
                </a:lnTo>
                <a:lnTo>
                  <a:pt x="500157" y="42855"/>
                </a:lnTo>
                <a:lnTo>
                  <a:pt x="499749" y="43401"/>
                </a:lnTo>
                <a:lnTo>
                  <a:pt x="499355" y="43958"/>
                </a:lnTo>
                <a:lnTo>
                  <a:pt x="498973" y="44526"/>
                </a:lnTo>
                <a:lnTo>
                  <a:pt x="498604" y="45104"/>
                </a:lnTo>
                <a:lnTo>
                  <a:pt x="498248" y="45693"/>
                </a:lnTo>
                <a:lnTo>
                  <a:pt x="497905" y="46293"/>
                </a:lnTo>
                <a:lnTo>
                  <a:pt x="497574" y="46904"/>
                </a:lnTo>
                <a:lnTo>
                  <a:pt x="497257" y="47525"/>
                </a:lnTo>
                <a:lnTo>
                  <a:pt x="496246" y="47525"/>
                </a:lnTo>
                <a:lnTo>
                  <a:pt x="495941" y="46883"/>
                </a:lnTo>
                <a:lnTo>
                  <a:pt x="495626" y="46253"/>
                </a:lnTo>
                <a:lnTo>
                  <a:pt x="495301" y="45636"/>
                </a:lnTo>
                <a:lnTo>
                  <a:pt x="494966" y="45030"/>
                </a:lnTo>
                <a:lnTo>
                  <a:pt x="494622" y="44437"/>
                </a:lnTo>
                <a:lnTo>
                  <a:pt x="494267" y="43855"/>
                </a:lnTo>
                <a:lnTo>
                  <a:pt x="493903" y="43286"/>
                </a:lnTo>
                <a:lnTo>
                  <a:pt x="493529" y="42729"/>
                </a:lnTo>
                <a:lnTo>
                  <a:pt x="493144" y="42184"/>
                </a:lnTo>
                <a:lnTo>
                  <a:pt x="492750" y="41651"/>
                </a:lnTo>
                <a:lnTo>
                  <a:pt x="492347" y="41129"/>
                </a:lnTo>
                <a:lnTo>
                  <a:pt x="491933" y="40620"/>
                </a:lnTo>
                <a:lnTo>
                  <a:pt x="491509" y="40124"/>
                </a:lnTo>
                <a:lnTo>
                  <a:pt x="491076" y="39639"/>
                </a:lnTo>
                <a:lnTo>
                  <a:pt x="490632" y="39166"/>
                </a:lnTo>
                <a:lnTo>
                  <a:pt x="490179" y="38705"/>
                </a:lnTo>
                <a:lnTo>
                  <a:pt x="489716" y="38257"/>
                </a:lnTo>
                <a:lnTo>
                  <a:pt x="489243" y="37820"/>
                </a:lnTo>
                <a:lnTo>
                  <a:pt x="488760" y="37396"/>
                </a:lnTo>
                <a:lnTo>
                  <a:pt x="488267" y="36983"/>
                </a:lnTo>
                <a:lnTo>
                  <a:pt x="487765" y="36583"/>
                </a:lnTo>
                <a:lnTo>
                  <a:pt x="487252" y="36194"/>
                </a:lnTo>
                <a:lnTo>
                  <a:pt x="486730" y="35818"/>
                </a:lnTo>
                <a:lnTo>
                  <a:pt x="486198" y="35454"/>
                </a:lnTo>
                <a:lnTo>
                  <a:pt x="485660" y="35098"/>
                </a:lnTo>
                <a:lnTo>
                  <a:pt x="485111" y="34758"/>
                </a:lnTo>
                <a:lnTo>
                  <a:pt x="484551" y="34432"/>
                </a:lnTo>
                <a:lnTo>
                  <a:pt x="483980" y="34122"/>
                </a:lnTo>
                <a:lnTo>
                  <a:pt x="483398" y="33826"/>
                </a:lnTo>
                <a:lnTo>
                  <a:pt x="482805" y="33546"/>
                </a:lnTo>
                <a:lnTo>
                  <a:pt x="482200" y="33281"/>
                </a:lnTo>
                <a:lnTo>
                  <a:pt x="481584" y="33031"/>
                </a:lnTo>
                <a:lnTo>
                  <a:pt x="480957" y="32797"/>
                </a:lnTo>
                <a:lnTo>
                  <a:pt x="480319" y="32577"/>
                </a:lnTo>
                <a:lnTo>
                  <a:pt x="479669" y="32373"/>
                </a:lnTo>
                <a:lnTo>
                  <a:pt x="479009" y="32184"/>
                </a:lnTo>
                <a:lnTo>
                  <a:pt x="478337" y="32009"/>
                </a:lnTo>
                <a:lnTo>
                  <a:pt x="477654" y="31850"/>
                </a:lnTo>
                <a:lnTo>
                  <a:pt x="476960" y="31707"/>
                </a:lnTo>
                <a:lnTo>
                  <a:pt x="476254" y="31578"/>
                </a:lnTo>
                <a:lnTo>
                  <a:pt x="475538" y="31464"/>
                </a:lnTo>
                <a:lnTo>
                  <a:pt x="474810" y="31366"/>
                </a:lnTo>
                <a:lnTo>
                  <a:pt x="474071" y="31283"/>
                </a:lnTo>
                <a:lnTo>
                  <a:pt x="473321" y="31215"/>
                </a:lnTo>
                <a:lnTo>
                  <a:pt x="472560" y="31162"/>
                </a:lnTo>
                <a:lnTo>
                  <a:pt x="471787" y="31124"/>
                </a:lnTo>
                <a:lnTo>
                  <a:pt x="471003" y="31101"/>
                </a:lnTo>
                <a:lnTo>
                  <a:pt x="470209" y="31093"/>
                </a:lnTo>
                <a:lnTo>
                  <a:pt x="469423" y="31101"/>
                </a:lnTo>
                <a:lnTo>
                  <a:pt x="468647" y="31124"/>
                </a:lnTo>
                <a:lnTo>
                  <a:pt x="467881" y="31162"/>
                </a:lnTo>
                <a:lnTo>
                  <a:pt x="467124" y="31215"/>
                </a:lnTo>
                <a:lnTo>
                  <a:pt x="466377" y="31283"/>
                </a:lnTo>
                <a:lnTo>
                  <a:pt x="465639" y="31366"/>
                </a:lnTo>
                <a:lnTo>
                  <a:pt x="464910" y="31464"/>
                </a:lnTo>
                <a:lnTo>
                  <a:pt x="464191" y="31578"/>
                </a:lnTo>
                <a:lnTo>
                  <a:pt x="463481" y="31707"/>
                </a:lnTo>
                <a:lnTo>
                  <a:pt x="462781" y="31850"/>
                </a:lnTo>
                <a:lnTo>
                  <a:pt x="462090" y="32009"/>
                </a:lnTo>
                <a:lnTo>
                  <a:pt x="461408" y="32184"/>
                </a:lnTo>
                <a:lnTo>
                  <a:pt x="460736" y="32373"/>
                </a:lnTo>
                <a:lnTo>
                  <a:pt x="460074" y="32577"/>
                </a:lnTo>
                <a:lnTo>
                  <a:pt x="459420" y="32797"/>
                </a:lnTo>
                <a:lnTo>
                  <a:pt x="458777" y="33031"/>
                </a:lnTo>
                <a:lnTo>
                  <a:pt x="458142" y="33281"/>
                </a:lnTo>
                <a:lnTo>
                  <a:pt x="457518" y="33546"/>
                </a:lnTo>
                <a:lnTo>
                  <a:pt x="456902" y="33826"/>
                </a:lnTo>
                <a:lnTo>
                  <a:pt x="456296" y="34122"/>
                </a:lnTo>
                <a:lnTo>
                  <a:pt x="455700" y="34432"/>
                </a:lnTo>
                <a:lnTo>
                  <a:pt x="455113" y="34758"/>
                </a:lnTo>
                <a:lnTo>
                  <a:pt x="454535" y="35098"/>
                </a:lnTo>
                <a:lnTo>
                  <a:pt x="453967" y="35454"/>
                </a:lnTo>
                <a:lnTo>
                  <a:pt x="453410" y="35818"/>
                </a:lnTo>
                <a:lnTo>
                  <a:pt x="452866" y="36194"/>
                </a:lnTo>
                <a:lnTo>
                  <a:pt x="452334" y="36583"/>
                </a:lnTo>
                <a:lnTo>
                  <a:pt x="451816" y="36983"/>
                </a:lnTo>
                <a:lnTo>
                  <a:pt x="451311" y="37396"/>
                </a:lnTo>
                <a:lnTo>
                  <a:pt x="450819" y="37820"/>
                </a:lnTo>
                <a:lnTo>
                  <a:pt x="450339" y="38257"/>
                </a:lnTo>
                <a:lnTo>
                  <a:pt x="449873" y="38705"/>
                </a:lnTo>
                <a:lnTo>
                  <a:pt x="449419" y="39166"/>
                </a:lnTo>
                <a:lnTo>
                  <a:pt x="448979" y="39639"/>
                </a:lnTo>
                <a:lnTo>
                  <a:pt x="448551" y="40124"/>
                </a:lnTo>
                <a:lnTo>
                  <a:pt x="448137" y="40620"/>
                </a:lnTo>
                <a:lnTo>
                  <a:pt x="447735" y="41129"/>
                </a:lnTo>
                <a:lnTo>
                  <a:pt x="447346" y="41651"/>
                </a:lnTo>
                <a:lnTo>
                  <a:pt x="446970" y="42184"/>
                </a:lnTo>
                <a:lnTo>
                  <a:pt x="446608" y="42729"/>
                </a:lnTo>
                <a:lnTo>
                  <a:pt x="446258" y="43286"/>
                </a:lnTo>
                <a:lnTo>
                  <a:pt x="445921" y="43855"/>
                </a:lnTo>
                <a:lnTo>
                  <a:pt x="445597" y="44437"/>
                </a:lnTo>
                <a:lnTo>
                  <a:pt x="445286" y="45030"/>
                </a:lnTo>
                <a:lnTo>
                  <a:pt x="444988" y="45636"/>
                </a:lnTo>
                <a:lnTo>
                  <a:pt x="444702" y="46253"/>
                </a:lnTo>
                <a:lnTo>
                  <a:pt x="444430" y="46883"/>
                </a:lnTo>
                <a:lnTo>
                  <a:pt x="444171" y="47525"/>
                </a:lnTo>
                <a:lnTo>
                  <a:pt x="442907" y="47525"/>
                </a:lnTo>
                <a:lnTo>
                  <a:pt x="442907" y="32357"/>
                </a:lnTo>
                <a:lnTo>
                  <a:pt x="428498" y="32357"/>
                </a:lnTo>
                <a:lnTo>
                  <a:pt x="428498" y="129429"/>
                </a:lnTo>
                <a:lnTo>
                  <a:pt x="443413" y="129429"/>
                </a:lnTo>
                <a:lnTo>
                  <a:pt x="443413" y="68759"/>
                </a:lnTo>
                <a:lnTo>
                  <a:pt x="443418" y="68167"/>
                </a:lnTo>
                <a:lnTo>
                  <a:pt x="443434" y="67581"/>
                </a:lnTo>
                <a:lnTo>
                  <a:pt x="443460" y="67001"/>
                </a:lnTo>
                <a:close/>
                <a:moveTo>
                  <a:pt x="678304" y="32357"/>
                </a:moveTo>
                <a:lnTo>
                  <a:pt x="714200" y="129429"/>
                </a:lnTo>
                <a:lnTo>
                  <a:pt x="729368" y="129429"/>
                </a:lnTo>
                <a:lnTo>
                  <a:pt x="765264" y="32357"/>
                </a:lnTo>
                <a:lnTo>
                  <a:pt x="749085" y="32357"/>
                </a:lnTo>
                <a:lnTo>
                  <a:pt x="722289" y="109712"/>
                </a:lnTo>
                <a:lnTo>
                  <a:pt x="721278" y="109712"/>
                </a:lnTo>
                <a:lnTo>
                  <a:pt x="694482" y="32357"/>
                </a:lnTo>
                <a:lnTo>
                  <a:pt x="678304" y="32357"/>
                </a:lnTo>
                <a:close/>
                <a:moveTo>
                  <a:pt x="57448" y="131279"/>
                </a:moveTo>
                <a:lnTo>
                  <a:pt x="58292" y="131203"/>
                </a:lnTo>
                <a:lnTo>
                  <a:pt x="59128" y="131113"/>
                </a:lnTo>
                <a:lnTo>
                  <a:pt x="59954" y="131009"/>
                </a:lnTo>
                <a:lnTo>
                  <a:pt x="60771" y="130892"/>
                </a:lnTo>
                <a:lnTo>
                  <a:pt x="61579" y="130761"/>
                </a:lnTo>
                <a:lnTo>
                  <a:pt x="62377" y="130615"/>
                </a:lnTo>
                <a:lnTo>
                  <a:pt x="63166" y="130456"/>
                </a:lnTo>
                <a:lnTo>
                  <a:pt x="63946" y="130284"/>
                </a:lnTo>
                <a:lnTo>
                  <a:pt x="64717" y="130097"/>
                </a:lnTo>
                <a:lnTo>
                  <a:pt x="65479" y="129896"/>
                </a:lnTo>
                <a:lnTo>
                  <a:pt x="66231" y="129682"/>
                </a:lnTo>
                <a:lnTo>
                  <a:pt x="66975" y="129454"/>
                </a:lnTo>
                <a:lnTo>
                  <a:pt x="67709" y="129212"/>
                </a:lnTo>
                <a:lnTo>
                  <a:pt x="68434" y="128956"/>
                </a:lnTo>
                <a:lnTo>
                  <a:pt x="69149" y="128687"/>
                </a:lnTo>
                <a:lnTo>
                  <a:pt x="69855" y="128403"/>
                </a:lnTo>
                <a:lnTo>
                  <a:pt x="70553" y="128106"/>
                </a:lnTo>
                <a:lnTo>
                  <a:pt x="71241" y="127795"/>
                </a:lnTo>
                <a:lnTo>
                  <a:pt x="71919" y="127470"/>
                </a:lnTo>
                <a:lnTo>
                  <a:pt x="72593" y="127128"/>
                </a:lnTo>
                <a:lnTo>
                  <a:pt x="73256" y="126777"/>
                </a:lnTo>
                <a:lnTo>
                  <a:pt x="73907" y="126416"/>
                </a:lnTo>
                <a:lnTo>
                  <a:pt x="74547" y="126045"/>
                </a:lnTo>
                <a:lnTo>
                  <a:pt x="75176" y="125664"/>
                </a:lnTo>
                <a:lnTo>
                  <a:pt x="75794" y="125274"/>
                </a:lnTo>
                <a:lnTo>
                  <a:pt x="76401" y="124874"/>
                </a:lnTo>
                <a:lnTo>
                  <a:pt x="76996" y="124465"/>
                </a:lnTo>
                <a:lnTo>
                  <a:pt x="77580" y="124046"/>
                </a:lnTo>
                <a:lnTo>
                  <a:pt x="78153" y="123617"/>
                </a:lnTo>
                <a:lnTo>
                  <a:pt x="78715" y="123179"/>
                </a:lnTo>
                <a:lnTo>
                  <a:pt x="79266" y="122730"/>
                </a:lnTo>
                <a:lnTo>
                  <a:pt x="79806" y="122273"/>
                </a:lnTo>
                <a:lnTo>
                  <a:pt x="80334" y="121805"/>
                </a:lnTo>
                <a:lnTo>
                  <a:pt x="80851" y="121328"/>
                </a:lnTo>
                <a:lnTo>
                  <a:pt x="81357" y="120842"/>
                </a:lnTo>
                <a:lnTo>
                  <a:pt x="81852" y="120345"/>
                </a:lnTo>
                <a:lnTo>
                  <a:pt x="82335" y="119839"/>
                </a:lnTo>
                <a:lnTo>
                  <a:pt x="82807" y="119323"/>
                </a:lnTo>
                <a:lnTo>
                  <a:pt x="83269" y="118798"/>
                </a:lnTo>
                <a:lnTo>
                  <a:pt x="83719" y="118263"/>
                </a:lnTo>
                <a:lnTo>
                  <a:pt x="84157" y="117718"/>
                </a:lnTo>
                <a:lnTo>
                  <a:pt x="84585" y="117164"/>
                </a:lnTo>
                <a:lnTo>
                  <a:pt x="85001" y="116600"/>
                </a:lnTo>
                <a:lnTo>
                  <a:pt x="85411" y="116023"/>
                </a:lnTo>
                <a:lnTo>
                  <a:pt x="85807" y="115440"/>
                </a:lnTo>
                <a:lnTo>
                  <a:pt x="86191" y="114851"/>
                </a:lnTo>
                <a:lnTo>
                  <a:pt x="86562" y="114257"/>
                </a:lnTo>
                <a:lnTo>
                  <a:pt x="86920" y="113656"/>
                </a:lnTo>
                <a:lnTo>
                  <a:pt x="87265" y="113049"/>
                </a:lnTo>
                <a:lnTo>
                  <a:pt x="87596" y="112437"/>
                </a:lnTo>
                <a:lnTo>
                  <a:pt x="87915" y="111818"/>
                </a:lnTo>
                <a:lnTo>
                  <a:pt x="88221" y="111194"/>
                </a:lnTo>
                <a:lnTo>
                  <a:pt x="88514" y="110563"/>
                </a:lnTo>
                <a:lnTo>
                  <a:pt x="88795" y="109927"/>
                </a:lnTo>
                <a:lnTo>
                  <a:pt x="89062" y="109285"/>
                </a:lnTo>
                <a:lnTo>
                  <a:pt x="89316" y="108637"/>
                </a:lnTo>
                <a:lnTo>
                  <a:pt x="89557" y="107983"/>
                </a:lnTo>
                <a:lnTo>
                  <a:pt x="89786" y="107323"/>
                </a:lnTo>
                <a:lnTo>
                  <a:pt x="90001" y="106657"/>
                </a:lnTo>
                <a:lnTo>
                  <a:pt x="90203" y="105985"/>
                </a:lnTo>
                <a:lnTo>
                  <a:pt x="90393" y="105308"/>
                </a:lnTo>
                <a:lnTo>
                  <a:pt x="90569" y="104624"/>
                </a:lnTo>
                <a:lnTo>
                  <a:pt x="90733" y="103934"/>
                </a:lnTo>
                <a:lnTo>
                  <a:pt x="90884" y="103239"/>
                </a:lnTo>
                <a:lnTo>
                  <a:pt x="91021" y="102537"/>
                </a:lnTo>
                <a:lnTo>
                  <a:pt x="91146" y="101830"/>
                </a:lnTo>
                <a:lnTo>
                  <a:pt x="91258" y="101117"/>
                </a:lnTo>
                <a:lnTo>
                  <a:pt x="76343" y="101117"/>
                </a:lnTo>
                <a:lnTo>
                  <a:pt x="76224" y="101556"/>
                </a:lnTo>
                <a:lnTo>
                  <a:pt x="76098" y="101991"/>
                </a:lnTo>
                <a:lnTo>
                  <a:pt x="75966" y="102420"/>
                </a:lnTo>
                <a:lnTo>
                  <a:pt x="75827" y="102844"/>
                </a:lnTo>
                <a:lnTo>
                  <a:pt x="75682" y="103263"/>
                </a:lnTo>
                <a:lnTo>
                  <a:pt x="75529" y="103676"/>
                </a:lnTo>
                <a:lnTo>
                  <a:pt x="75371" y="104084"/>
                </a:lnTo>
                <a:lnTo>
                  <a:pt x="75206" y="104487"/>
                </a:lnTo>
                <a:lnTo>
                  <a:pt x="75034" y="104885"/>
                </a:lnTo>
                <a:lnTo>
                  <a:pt x="74855" y="105277"/>
                </a:lnTo>
                <a:lnTo>
                  <a:pt x="74670" y="105664"/>
                </a:lnTo>
                <a:lnTo>
                  <a:pt x="74479" y="106046"/>
                </a:lnTo>
                <a:lnTo>
                  <a:pt x="74281" y="106423"/>
                </a:lnTo>
                <a:lnTo>
                  <a:pt x="74076" y="106794"/>
                </a:lnTo>
                <a:lnTo>
                  <a:pt x="73865" y="107160"/>
                </a:lnTo>
                <a:lnTo>
                  <a:pt x="73647" y="107521"/>
                </a:lnTo>
                <a:lnTo>
                  <a:pt x="73422" y="107876"/>
                </a:lnTo>
                <a:lnTo>
                  <a:pt x="73191" y="108226"/>
                </a:lnTo>
                <a:lnTo>
                  <a:pt x="72953" y="108571"/>
                </a:lnTo>
                <a:lnTo>
                  <a:pt x="72709" y="108911"/>
                </a:lnTo>
                <a:lnTo>
                  <a:pt x="72458" y="109246"/>
                </a:lnTo>
                <a:lnTo>
                  <a:pt x="72201" y="109575"/>
                </a:lnTo>
                <a:lnTo>
                  <a:pt x="71937" y="109899"/>
                </a:lnTo>
                <a:lnTo>
                  <a:pt x="71666" y="110217"/>
                </a:lnTo>
                <a:lnTo>
                  <a:pt x="71390" y="110530"/>
                </a:lnTo>
                <a:lnTo>
                  <a:pt x="71109" y="110837"/>
                </a:lnTo>
                <a:lnTo>
                  <a:pt x="70822" y="111138"/>
                </a:lnTo>
                <a:lnTo>
                  <a:pt x="70531" y="111432"/>
                </a:lnTo>
                <a:lnTo>
                  <a:pt x="70234" y="111720"/>
                </a:lnTo>
                <a:lnTo>
                  <a:pt x="69932" y="112003"/>
                </a:lnTo>
                <a:lnTo>
                  <a:pt x="69626" y="112279"/>
                </a:lnTo>
                <a:lnTo>
                  <a:pt x="69314" y="112549"/>
                </a:lnTo>
                <a:lnTo>
                  <a:pt x="68997" y="112812"/>
                </a:lnTo>
                <a:lnTo>
                  <a:pt x="68676" y="113070"/>
                </a:lnTo>
                <a:lnTo>
                  <a:pt x="68349" y="113321"/>
                </a:lnTo>
                <a:lnTo>
                  <a:pt x="68017" y="113567"/>
                </a:lnTo>
                <a:lnTo>
                  <a:pt x="67680" y="113806"/>
                </a:lnTo>
                <a:lnTo>
                  <a:pt x="67338" y="114039"/>
                </a:lnTo>
                <a:lnTo>
                  <a:pt x="66991" y="114266"/>
                </a:lnTo>
                <a:lnTo>
                  <a:pt x="66639" y="114487"/>
                </a:lnTo>
                <a:lnTo>
                  <a:pt x="66282" y="114701"/>
                </a:lnTo>
                <a:lnTo>
                  <a:pt x="65919" y="114910"/>
                </a:lnTo>
                <a:lnTo>
                  <a:pt x="65552" y="115112"/>
                </a:lnTo>
                <a:lnTo>
                  <a:pt x="65180" y="115308"/>
                </a:lnTo>
                <a:lnTo>
                  <a:pt x="64803" y="115498"/>
                </a:lnTo>
                <a:lnTo>
                  <a:pt x="64420" y="115682"/>
                </a:lnTo>
                <a:lnTo>
                  <a:pt x="64033" y="115860"/>
                </a:lnTo>
                <a:lnTo>
                  <a:pt x="63640" y="116031"/>
                </a:lnTo>
                <a:lnTo>
                  <a:pt x="63243" y="116196"/>
                </a:lnTo>
                <a:lnTo>
                  <a:pt x="62843" y="116354"/>
                </a:lnTo>
                <a:lnTo>
                  <a:pt x="62439" y="116505"/>
                </a:lnTo>
                <a:lnTo>
                  <a:pt x="62031" y="116649"/>
                </a:lnTo>
                <a:lnTo>
                  <a:pt x="61619" y="116786"/>
                </a:lnTo>
                <a:lnTo>
                  <a:pt x="61203" y="116916"/>
                </a:lnTo>
                <a:lnTo>
                  <a:pt x="60784" y="117039"/>
                </a:lnTo>
                <a:lnTo>
                  <a:pt x="60361" y="117155"/>
                </a:lnTo>
                <a:lnTo>
                  <a:pt x="59934" y="117264"/>
                </a:lnTo>
                <a:lnTo>
                  <a:pt x="59504" y="117366"/>
                </a:lnTo>
                <a:lnTo>
                  <a:pt x="59070" y="117460"/>
                </a:lnTo>
                <a:lnTo>
                  <a:pt x="58632" y="117548"/>
                </a:lnTo>
                <a:lnTo>
                  <a:pt x="58190" y="117629"/>
                </a:lnTo>
                <a:lnTo>
                  <a:pt x="57745" y="117703"/>
                </a:lnTo>
                <a:lnTo>
                  <a:pt x="57296" y="117769"/>
                </a:lnTo>
                <a:lnTo>
                  <a:pt x="56843" y="117829"/>
                </a:lnTo>
                <a:lnTo>
                  <a:pt x="56387" y="117882"/>
                </a:lnTo>
                <a:lnTo>
                  <a:pt x="55926" y="117927"/>
                </a:lnTo>
                <a:lnTo>
                  <a:pt x="55462" y="117966"/>
                </a:lnTo>
                <a:lnTo>
                  <a:pt x="54995" y="117998"/>
                </a:lnTo>
                <a:lnTo>
                  <a:pt x="54523" y="118022"/>
                </a:lnTo>
                <a:lnTo>
                  <a:pt x="54048" y="118040"/>
                </a:lnTo>
                <a:lnTo>
                  <a:pt x="53569" y="118050"/>
                </a:lnTo>
                <a:lnTo>
                  <a:pt x="53086" y="118054"/>
                </a:lnTo>
                <a:lnTo>
                  <a:pt x="52353" y="118046"/>
                </a:lnTo>
                <a:lnTo>
                  <a:pt x="51627" y="118022"/>
                </a:lnTo>
                <a:lnTo>
                  <a:pt x="50910" y="117982"/>
                </a:lnTo>
                <a:lnTo>
                  <a:pt x="50200" y="117926"/>
                </a:lnTo>
                <a:lnTo>
                  <a:pt x="49498" y="117854"/>
                </a:lnTo>
                <a:lnTo>
                  <a:pt x="48805" y="117765"/>
                </a:lnTo>
                <a:lnTo>
                  <a:pt x="48119" y="117661"/>
                </a:lnTo>
                <a:lnTo>
                  <a:pt x="47441" y="117541"/>
                </a:lnTo>
                <a:lnTo>
                  <a:pt x="46770" y="117405"/>
                </a:lnTo>
                <a:lnTo>
                  <a:pt x="46108" y="117253"/>
                </a:lnTo>
                <a:lnTo>
                  <a:pt x="45454" y="117085"/>
                </a:lnTo>
                <a:lnTo>
                  <a:pt x="44807" y="116900"/>
                </a:lnTo>
                <a:lnTo>
                  <a:pt x="44169" y="116700"/>
                </a:lnTo>
                <a:lnTo>
                  <a:pt x="43538" y="116484"/>
                </a:lnTo>
                <a:lnTo>
                  <a:pt x="42915" y="116252"/>
                </a:lnTo>
                <a:lnTo>
                  <a:pt x="42300" y="116003"/>
                </a:lnTo>
                <a:lnTo>
                  <a:pt x="41694" y="115739"/>
                </a:lnTo>
                <a:lnTo>
                  <a:pt x="41094" y="115459"/>
                </a:lnTo>
                <a:lnTo>
                  <a:pt x="40503" y="115162"/>
                </a:lnTo>
                <a:lnTo>
                  <a:pt x="39920" y="114850"/>
                </a:lnTo>
                <a:lnTo>
                  <a:pt x="39345" y="114522"/>
                </a:lnTo>
                <a:lnTo>
                  <a:pt x="38777" y="114177"/>
                </a:lnTo>
                <a:lnTo>
                  <a:pt x="38218" y="113817"/>
                </a:lnTo>
                <a:lnTo>
                  <a:pt x="37666" y="113440"/>
                </a:lnTo>
                <a:lnTo>
                  <a:pt x="37129" y="113049"/>
                </a:lnTo>
                <a:lnTo>
                  <a:pt x="36601" y="112646"/>
                </a:lnTo>
                <a:lnTo>
                  <a:pt x="36084" y="112229"/>
                </a:lnTo>
                <a:lnTo>
                  <a:pt x="35577" y="111799"/>
                </a:lnTo>
                <a:lnTo>
                  <a:pt x="35080" y="111356"/>
                </a:lnTo>
                <a:lnTo>
                  <a:pt x="34593" y="110901"/>
                </a:lnTo>
                <a:lnTo>
                  <a:pt x="34116" y="110432"/>
                </a:lnTo>
                <a:lnTo>
                  <a:pt x="33649" y="109950"/>
                </a:lnTo>
                <a:lnTo>
                  <a:pt x="33193" y="109456"/>
                </a:lnTo>
                <a:lnTo>
                  <a:pt x="32746" y="108948"/>
                </a:lnTo>
                <a:lnTo>
                  <a:pt x="32310" y="108428"/>
                </a:lnTo>
                <a:lnTo>
                  <a:pt x="31883" y="107895"/>
                </a:lnTo>
                <a:lnTo>
                  <a:pt x="31467" y="107348"/>
                </a:lnTo>
                <a:lnTo>
                  <a:pt x="31061" y="106789"/>
                </a:lnTo>
                <a:lnTo>
                  <a:pt x="30665" y="106217"/>
                </a:lnTo>
                <a:lnTo>
                  <a:pt x="30279" y="105632"/>
                </a:lnTo>
                <a:lnTo>
                  <a:pt x="29903" y="105034"/>
                </a:lnTo>
                <a:lnTo>
                  <a:pt x="29537" y="104423"/>
                </a:lnTo>
                <a:lnTo>
                  <a:pt x="29181" y="103799"/>
                </a:lnTo>
                <a:lnTo>
                  <a:pt x="28836" y="103162"/>
                </a:lnTo>
                <a:lnTo>
                  <a:pt x="28500" y="102512"/>
                </a:lnTo>
                <a:lnTo>
                  <a:pt x="28175" y="101849"/>
                </a:lnTo>
                <a:lnTo>
                  <a:pt x="27860" y="101173"/>
                </a:lnTo>
                <a:lnTo>
                  <a:pt x="27554" y="100485"/>
                </a:lnTo>
                <a:lnTo>
                  <a:pt x="27266" y="99785"/>
                </a:lnTo>
                <a:lnTo>
                  <a:pt x="26989" y="99074"/>
                </a:lnTo>
                <a:lnTo>
                  <a:pt x="26725" y="98354"/>
                </a:lnTo>
                <a:lnTo>
                  <a:pt x="26473" y="97623"/>
                </a:lnTo>
                <a:lnTo>
                  <a:pt x="26233" y="96883"/>
                </a:lnTo>
                <a:lnTo>
                  <a:pt x="26006" y="96132"/>
                </a:lnTo>
                <a:lnTo>
                  <a:pt x="25791" y="95371"/>
                </a:lnTo>
                <a:lnTo>
                  <a:pt x="25588" y="94600"/>
                </a:lnTo>
                <a:lnTo>
                  <a:pt x="25398" y="93819"/>
                </a:lnTo>
                <a:lnTo>
                  <a:pt x="25219" y="93028"/>
                </a:lnTo>
                <a:lnTo>
                  <a:pt x="25054" y="92227"/>
                </a:lnTo>
                <a:lnTo>
                  <a:pt x="24900" y="91416"/>
                </a:lnTo>
                <a:lnTo>
                  <a:pt x="24759" y="90594"/>
                </a:lnTo>
                <a:lnTo>
                  <a:pt x="24630" y="89763"/>
                </a:lnTo>
                <a:lnTo>
                  <a:pt x="24513" y="88922"/>
                </a:lnTo>
                <a:lnTo>
                  <a:pt x="24408" y="88070"/>
                </a:lnTo>
                <a:lnTo>
                  <a:pt x="24316" y="87208"/>
                </a:lnTo>
                <a:lnTo>
                  <a:pt x="24236" y="86336"/>
                </a:lnTo>
                <a:lnTo>
                  <a:pt x="24169" y="85454"/>
                </a:lnTo>
                <a:lnTo>
                  <a:pt x="24114" y="84562"/>
                </a:lnTo>
                <a:lnTo>
                  <a:pt x="24071" y="83660"/>
                </a:lnTo>
                <a:lnTo>
                  <a:pt x="24040" y="82748"/>
                </a:lnTo>
                <a:lnTo>
                  <a:pt x="24021" y="81826"/>
                </a:lnTo>
                <a:lnTo>
                  <a:pt x="24015" y="80893"/>
                </a:lnTo>
                <a:lnTo>
                  <a:pt x="24021" y="79982"/>
                </a:lnTo>
                <a:lnTo>
                  <a:pt x="24040" y="79080"/>
                </a:lnTo>
                <a:lnTo>
                  <a:pt x="24072" y="78189"/>
                </a:lnTo>
                <a:lnTo>
                  <a:pt x="24115" y="77307"/>
                </a:lnTo>
                <a:lnTo>
                  <a:pt x="24172" y="76435"/>
                </a:lnTo>
                <a:lnTo>
                  <a:pt x="24240" y="75573"/>
                </a:lnTo>
                <a:lnTo>
                  <a:pt x="24322" y="74721"/>
                </a:lnTo>
                <a:lnTo>
                  <a:pt x="24415" y="73878"/>
                </a:lnTo>
                <a:lnTo>
                  <a:pt x="24522" y="73046"/>
                </a:lnTo>
                <a:lnTo>
                  <a:pt x="24641" y="72223"/>
                </a:lnTo>
                <a:lnTo>
                  <a:pt x="24772" y="71411"/>
                </a:lnTo>
                <a:lnTo>
                  <a:pt x="24916" y="70608"/>
                </a:lnTo>
                <a:lnTo>
                  <a:pt x="25072" y="69815"/>
                </a:lnTo>
                <a:lnTo>
                  <a:pt x="25241" y="69032"/>
                </a:lnTo>
                <a:lnTo>
                  <a:pt x="25422" y="68259"/>
                </a:lnTo>
                <a:lnTo>
                  <a:pt x="25616" y="67495"/>
                </a:lnTo>
                <a:lnTo>
                  <a:pt x="25823" y="66742"/>
                </a:lnTo>
                <a:lnTo>
                  <a:pt x="26042" y="65998"/>
                </a:lnTo>
                <a:lnTo>
                  <a:pt x="26273" y="65265"/>
                </a:lnTo>
                <a:lnTo>
                  <a:pt x="26517" y="64541"/>
                </a:lnTo>
                <a:lnTo>
                  <a:pt x="26773" y="63827"/>
                </a:lnTo>
                <a:lnTo>
                  <a:pt x="27042" y="63123"/>
                </a:lnTo>
                <a:lnTo>
                  <a:pt x="27324" y="62429"/>
                </a:lnTo>
                <a:lnTo>
                  <a:pt x="27618" y="61744"/>
                </a:lnTo>
                <a:lnTo>
                  <a:pt x="27928" y="61066"/>
                </a:lnTo>
                <a:lnTo>
                  <a:pt x="28248" y="60401"/>
                </a:lnTo>
                <a:lnTo>
                  <a:pt x="28578" y="59749"/>
                </a:lnTo>
                <a:lnTo>
                  <a:pt x="28918" y="59109"/>
                </a:lnTo>
                <a:lnTo>
                  <a:pt x="29268" y="58483"/>
                </a:lnTo>
                <a:lnTo>
                  <a:pt x="29628" y="57870"/>
                </a:lnTo>
                <a:lnTo>
                  <a:pt x="29998" y="57269"/>
                </a:lnTo>
                <a:lnTo>
                  <a:pt x="30377" y="56682"/>
                </a:lnTo>
                <a:lnTo>
                  <a:pt x="30767" y="56107"/>
                </a:lnTo>
                <a:lnTo>
                  <a:pt x="31166" y="55545"/>
                </a:lnTo>
                <a:lnTo>
                  <a:pt x="31575" y="54997"/>
                </a:lnTo>
                <a:lnTo>
                  <a:pt x="31994" y="54461"/>
                </a:lnTo>
                <a:lnTo>
                  <a:pt x="32423" y="53938"/>
                </a:lnTo>
                <a:lnTo>
                  <a:pt x="32862" y="53428"/>
                </a:lnTo>
                <a:lnTo>
                  <a:pt x="33310" y="52931"/>
                </a:lnTo>
                <a:lnTo>
                  <a:pt x="33769" y="52447"/>
                </a:lnTo>
                <a:lnTo>
                  <a:pt x="34237" y="51976"/>
                </a:lnTo>
                <a:lnTo>
                  <a:pt x="34715" y="51518"/>
                </a:lnTo>
                <a:lnTo>
                  <a:pt x="35204" y="51073"/>
                </a:lnTo>
                <a:lnTo>
                  <a:pt x="35702" y="50641"/>
                </a:lnTo>
                <a:lnTo>
                  <a:pt x="36209" y="50222"/>
                </a:lnTo>
                <a:lnTo>
                  <a:pt x="36727" y="49815"/>
                </a:lnTo>
                <a:lnTo>
                  <a:pt x="37255" y="49422"/>
                </a:lnTo>
                <a:lnTo>
                  <a:pt x="37792" y="49042"/>
                </a:lnTo>
                <a:lnTo>
                  <a:pt x="38344" y="48670"/>
                </a:lnTo>
                <a:lnTo>
                  <a:pt x="38903" y="48315"/>
                </a:lnTo>
                <a:lnTo>
                  <a:pt x="39469" y="47975"/>
                </a:lnTo>
                <a:lnTo>
                  <a:pt x="40043" y="47651"/>
                </a:lnTo>
                <a:lnTo>
                  <a:pt x="40624" y="47343"/>
                </a:lnTo>
                <a:lnTo>
                  <a:pt x="41213" y="47051"/>
                </a:lnTo>
                <a:lnTo>
                  <a:pt x="41809" y="46774"/>
                </a:lnTo>
                <a:lnTo>
                  <a:pt x="42413" y="46514"/>
                </a:lnTo>
                <a:lnTo>
                  <a:pt x="43024" y="46269"/>
                </a:lnTo>
                <a:lnTo>
                  <a:pt x="43643" y="46040"/>
                </a:lnTo>
                <a:lnTo>
                  <a:pt x="44269" y="45826"/>
                </a:lnTo>
                <a:lnTo>
                  <a:pt x="44902" y="45629"/>
                </a:lnTo>
                <a:lnTo>
                  <a:pt x="45543" y="45447"/>
                </a:lnTo>
                <a:lnTo>
                  <a:pt x="46192" y="45281"/>
                </a:lnTo>
                <a:lnTo>
                  <a:pt x="46847" y="45131"/>
                </a:lnTo>
                <a:lnTo>
                  <a:pt x="47511" y="44997"/>
                </a:lnTo>
                <a:lnTo>
                  <a:pt x="48182" y="44878"/>
                </a:lnTo>
                <a:lnTo>
                  <a:pt x="48860" y="44776"/>
                </a:lnTo>
                <a:lnTo>
                  <a:pt x="49546" y="44689"/>
                </a:lnTo>
                <a:lnTo>
                  <a:pt x="50239" y="44618"/>
                </a:lnTo>
                <a:lnTo>
                  <a:pt x="50940" y="44562"/>
                </a:lnTo>
                <a:lnTo>
                  <a:pt x="51648" y="44523"/>
                </a:lnTo>
                <a:lnTo>
                  <a:pt x="52363" y="44499"/>
                </a:lnTo>
                <a:lnTo>
                  <a:pt x="53086" y="44491"/>
                </a:lnTo>
                <a:lnTo>
                  <a:pt x="53901" y="44500"/>
                </a:lnTo>
                <a:lnTo>
                  <a:pt x="54701" y="44527"/>
                </a:lnTo>
                <a:lnTo>
                  <a:pt x="55488" y="44572"/>
                </a:lnTo>
                <a:lnTo>
                  <a:pt x="56260" y="44635"/>
                </a:lnTo>
                <a:lnTo>
                  <a:pt x="57019" y="44716"/>
                </a:lnTo>
                <a:lnTo>
                  <a:pt x="57763" y="44815"/>
                </a:lnTo>
                <a:lnTo>
                  <a:pt x="58493" y="44932"/>
                </a:lnTo>
                <a:lnTo>
                  <a:pt x="59209" y="45067"/>
                </a:lnTo>
                <a:lnTo>
                  <a:pt x="59912" y="45220"/>
                </a:lnTo>
                <a:lnTo>
                  <a:pt x="60600" y="45391"/>
                </a:lnTo>
                <a:lnTo>
                  <a:pt x="61274" y="45580"/>
                </a:lnTo>
                <a:lnTo>
                  <a:pt x="61934" y="45787"/>
                </a:lnTo>
                <a:lnTo>
                  <a:pt x="62580" y="46012"/>
                </a:lnTo>
                <a:lnTo>
                  <a:pt x="63212" y="46255"/>
                </a:lnTo>
                <a:lnTo>
                  <a:pt x="63830" y="46516"/>
                </a:lnTo>
                <a:lnTo>
                  <a:pt x="64434" y="46795"/>
                </a:lnTo>
                <a:lnTo>
                  <a:pt x="65024" y="47091"/>
                </a:lnTo>
                <a:lnTo>
                  <a:pt x="65599" y="47406"/>
                </a:lnTo>
                <a:lnTo>
                  <a:pt x="66161" y="47739"/>
                </a:lnTo>
                <a:lnTo>
                  <a:pt x="66709" y="48090"/>
                </a:lnTo>
                <a:lnTo>
                  <a:pt x="67243" y="48459"/>
                </a:lnTo>
                <a:lnTo>
                  <a:pt x="67762" y="48846"/>
                </a:lnTo>
                <a:lnTo>
                  <a:pt x="68268" y="49251"/>
                </a:lnTo>
                <a:lnTo>
                  <a:pt x="68759" y="49674"/>
                </a:lnTo>
                <a:lnTo>
                  <a:pt x="69242" y="50103"/>
                </a:lnTo>
                <a:lnTo>
                  <a:pt x="69710" y="50537"/>
                </a:lnTo>
                <a:lnTo>
                  <a:pt x="70164" y="50977"/>
                </a:lnTo>
                <a:lnTo>
                  <a:pt x="70603" y="51422"/>
                </a:lnTo>
                <a:lnTo>
                  <a:pt x="71027" y="51872"/>
                </a:lnTo>
                <a:lnTo>
                  <a:pt x="71437" y="52328"/>
                </a:lnTo>
                <a:lnTo>
                  <a:pt x="71833" y="52789"/>
                </a:lnTo>
                <a:lnTo>
                  <a:pt x="72214" y="53255"/>
                </a:lnTo>
                <a:lnTo>
                  <a:pt x="72581" y="53726"/>
                </a:lnTo>
                <a:lnTo>
                  <a:pt x="72933" y="54203"/>
                </a:lnTo>
                <a:lnTo>
                  <a:pt x="73271" y="54685"/>
                </a:lnTo>
                <a:lnTo>
                  <a:pt x="73594" y="55172"/>
                </a:lnTo>
                <a:lnTo>
                  <a:pt x="73903" y="55664"/>
                </a:lnTo>
                <a:lnTo>
                  <a:pt x="74197" y="56162"/>
                </a:lnTo>
                <a:lnTo>
                  <a:pt x="74477" y="56665"/>
                </a:lnTo>
                <a:lnTo>
                  <a:pt x="74742" y="57173"/>
                </a:lnTo>
                <a:lnTo>
                  <a:pt x="74993" y="57687"/>
                </a:lnTo>
                <a:lnTo>
                  <a:pt x="75229" y="58205"/>
                </a:lnTo>
                <a:lnTo>
                  <a:pt x="75451" y="58729"/>
                </a:lnTo>
                <a:lnTo>
                  <a:pt x="75658" y="59259"/>
                </a:lnTo>
                <a:lnTo>
                  <a:pt x="75851" y="59793"/>
                </a:lnTo>
                <a:lnTo>
                  <a:pt x="76030" y="60333"/>
                </a:lnTo>
                <a:lnTo>
                  <a:pt x="76194" y="60878"/>
                </a:lnTo>
                <a:lnTo>
                  <a:pt x="76343" y="61428"/>
                </a:lnTo>
                <a:lnTo>
                  <a:pt x="91258" y="61428"/>
                </a:lnTo>
                <a:lnTo>
                  <a:pt x="91146" y="60674"/>
                </a:lnTo>
                <a:lnTo>
                  <a:pt x="91020" y="59927"/>
                </a:lnTo>
                <a:lnTo>
                  <a:pt x="90880" y="59189"/>
                </a:lnTo>
                <a:lnTo>
                  <a:pt x="90726" y="58458"/>
                </a:lnTo>
                <a:lnTo>
                  <a:pt x="90558" y="57735"/>
                </a:lnTo>
                <a:lnTo>
                  <a:pt x="90377" y="57020"/>
                </a:lnTo>
                <a:lnTo>
                  <a:pt x="90182" y="56313"/>
                </a:lnTo>
                <a:lnTo>
                  <a:pt x="89973" y="55614"/>
                </a:lnTo>
                <a:lnTo>
                  <a:pt x="89750" y="54923"/>
                </a:lnTo>
                <a:lnTo>
                  <a:pt x="89513" y="54240"/>
                </a:lnTo>
                <a:lnTo>
                  <a:pt x="89263" y="53564"/>
                </a:lnTo>
                <a:lnTo>
                  <a:pt x="88999" y="52897"/>
                </a:lnTo>
                <a:lnTo>
                  <a:pt x="88720" y="52237"/>
                </a:lnTo>
                <a:lnTo>
                  <a:pt x="88428" y="51585"/>
                </a:lnTo>
                <a:lnTo>
                  <a:pt x="88123" y="50941"/>
                </a:lnTo>
                <a:lnTo>
                  <a:pt x="87803" y="50306"/>
                </a:lnTo>
                <a:lnTo>
                  <a:pt x="87470" y="49678"/>
                </a:lnTo>
                <a:lnTo>
                  <a:pt x="87122" y="49057"/>
                </a:lnTo>
                <a:lnTo>
                  <a:pt x="86761" y="48445"/>
                </a:lnTo>
                <a:lnTo>
                  <a:pt x="86386" y="47841"/>
                </a:lnTo>
                <a:lnTo>
                  <a:pt x="85998" y="47244"/>
                </a:lnTo>
                <a:lnTo>
                  <a:pt x="85595" y="46656"/>
                </a:lnTo>
                <a:lnTo>
                  <a:pt x="85179" y="46075"/>
                </a:lnTo>
                <a:lnTo>
                  <a:pt x="84748" y="45503"/>
                </a:lnTo>
                <a:lnTo>
                  <a:pt x="84306" y="44939"/>
                </a:lnTo>
                <a:lnTo>
                  <a:pt x="83854" y="44386"/>
                </a:lnTo>
                <a:lnTo>
                  <a:pt x="83391" y="43844"/>
                </a:lnTo>
                <a:lnTo>
                  <a:pt x="82917" y="43312"/>
                </a:lnTo>
                <a:lnTo>
                  <a:pt x="82434" y="42790"/>
                </a:lnTo>
                <a:lnTo>
                  <a:pt x="81940" y="42279"/>
                </a:lnTo>
                <a:lnTo>
                  <a:pt x="81436" y="41779"/>
                </a:lnTo>
                <a:lnTo>
                  <a:pt x="80921" y="41289"/>
                </a:lnTo>
                <a:lnTo>
                  <a:pt x="80397" y="40810"/>
                </a:lnTo>
                <a:lnTo>
                  <a:pt x="79862" y="40341"/>
                </a:lnTo>
                <a:lnTo>
                  <a:pt x="79316" y="39883"/>
                </a:lnTo>
                <a:lnTo>
                  <a:pt x="78760" y="39436"/>
                </a:lnTo>
                <a:lnTo>
                  <a:pt x="78194" y="38998"/>
                </a:lnTo>
                <a:lnTo>
                  <a:pt x="77618" y="38572"/>
                </a:lnTo>
                <a:lnTo>
                  <a:pt x="77031" y="38156"/>
                </a:lnTo>
                <a:lnTo>
                  <a:pt x="76434" y="37750"/>
                </a:lnTo>
                <a:lnTo>
                  <a:pt x="75827" y="37355"/>
                </a:lnTo>
                <a:lnTo>
                  <a:pt x="75210" y="36971"/>
                </a:lnTo>
                <a:lnTo>
                  <a:pt x="74582" y="36597"/>
                </a:lnTo>
                <a:lnTo>
                  <a:pt x="73943" y="36233"/>
                </a:lnTo>
                <a:lnTo>
                  <a:pt x="73295" y="35881"/>
                </a:lnTo>
                <a:lnTo>
                  <a:pt x="72636" y="35538"/>
                </a:lnTo>
                <a:lnTo>
                  <a:pt x="71967" y="35207"/>
                </a:lnTo>
                <a:lnTo>
                  <a:pt x="71287" y="34885"/>
                </a:lnTo>
                <a:lnTo>
                  <a:pt x="70599" y="34576"/>
                </a:lnTo>
                <a:lnTo>
                  <a:pt x="69904" y="34280"/>
                </a:lnTo>
                <a:lnTo>
                  <a:pt x="69202" y="33997"/>
                </a:lnTo>
                <a:lnTo>
                  <a:pt x="68493" y="33727"/>
                </a:lnTo>
                <a:lnTo>
                  <a:pt x="67776" y="33470"/>
                </a:lnTo>
                <a:lnTo>
                  <a:pt x="67053" y="33226"/>
                </a:lnTo>
                <a:lnTo>
                  <a:pt x="66323" y="32996"/>
                </a:lnTo>
                <a:lnTo>
                  <a:pt x="65585" y="32779"/>
                </a:lnTo>
                <a:lnTo>
                  <a:pt x="64841" y="32575"/>
                </a:lnTo>
                <a:lnTo>
                  <a:pt x="64090" y="32384"/>
                </a:lnTo>
                <a:lnTo>
                  <a:pt x="63331" y="32206"/>
                </a:lnTo>
                <a:lnTo>
                  <a:pt x="62566" y="32041"/>
                </a:lnTo>
                <a:lnTo>
                  <a:pt x="61794" y="31890"/>
                </a:lnTo>
                <a:lnTo>
                  <a:pt x="61014" y="31752"/>
                </a:lnTo>
                <a:lnTo>
                  <a:pt x="60228" y="31627"/>
                </a:lnTo>
                <a:lnTo>
                  <a:pt x="59434" y="31515"/>
                </a:lnTo>
                <a:lnTo>
                  <a:pt x="58634" y="31416"/>
                </a:lnTo>
                <a:lnTo>
                  <a:pt x="57826" y="31330"/>
                </a:lnTo>
                <a:lnTo>
                  <a:pt x="57012" y="31258"/>
                </a:lnTo>
                <a:lnTo>
                  <a:pt x="56190" y="31199"/>
                </a:lnTo>
                <a:lnTo>
                  <a:pt x="55361" y="31153"/>
                </a:lnTo>
                <a:lnTo>
                  <a:pt x="54526" y="31120"/>
                </a:lnTo>
                <a:lnTo>
                  <a:pt x="53683" y="31100"/>
                </a:lnTo>
                <a:lnTo>
                  <a:pt x="52833" y="31093"/>
                </a:lnTo>
                <a:lnTo>
                  <a:pt x="51744" y="31105"/>
                </a:lnTo>
                <a:lnTo>
                  <a:pt x="50665" y="31138"/>
                </a:lnTo>
                <a:lnTo>
                  <a:pt x="49599" y="31194"/>
                </a:lnTo>
                <a:lnTo>
                  <a:pt x="48543" y="31272"/>
                </a:lnTo>
                <a:lnTo>
                  <a:pt x="47499" y="31373"/>
                </a:lnTo>
                <a:lnTo>
                  <a:pt x="46466" y="31496"/>
                </a:lnTo>
                <a:lnTo>
                  <a:pt x="45445" y="31642"/>
                </a:lnTo>
                <a:lnTo>
                  <a:pt x="44435" y="31810"/>
                </a:lnTo>
                <a:lnTo>
                  <a:pt x="43437" y="32000"/>
                </a:lnTo>
                <a:lnTo>
                  <a:pt x="42450" y="32213"/>
                </a:lnTo>
                <a:lnTo>
                  <a:pt x="41474" y="32448"/>
                </a:lnTo>
                <a:lnTo>
                  <a:pt x="40510" y="32705"/>
                </a:lnTo>
                <a:lnTo>
                  <a:pt x="39557" y="32985"/>
                </a:lnTo>
                <a:lnTo>
                  <a:pt x="38616" y="33287"/>
                </a:lnTo>
                <a:lnTo>
                  <a:pt x="37686" y="33611"/>
                </a:lnTo>
                <a:lnTo>
                  <a:pt x="36767" y="33958"/>
                </a:lnTo>
                <a:lnTo>
                  <a:pt x="35860" y="34328"/>
                </a:lnTo>
                <a:lnTo>
                  <a:pt x="34964" y="34719"/>
                </a:lnTo>
                <a:lnTo>
                  <a:pt x="34080" y="35133"/>
                </a:lnTo>
                <a:lnTo>
                  <a:pt x="33207" y="35570"/>
                </a:lnTo>
                <a:lnTo>
                  <a:pt x="32345" y="36029"/>
                </a:lnTo>
                <a:lnTo>
                  <a:pt x="31495" y="36510"/>
                </a:lnTo>
                <a:lnTo>
                  <a:pt x="30657" y="37014"/>
                </a:lnTo>
                <a:lnTo>
                  <a:pt x="29829" y="37540"/>
                </a:lnTo>
                <a:lnTo>
                  <a:pt x="29021" y="38080"/>
                </a:lnTo>
                <a:lnTo>
                  <a:pt x="28227" y="38638"/>
                </a:lnTo>
                <a:lnTo>
                  <a:pt x="27448" y="39213"/>
                </a:lnTo>
                <a:lnTo>
                  <a:pt x="26684" y="39806"/>
                </a:lnTo>
                <a:lnTo>
                  <a:pt x="25934" y="40416"/>
                </a:lnTo>
                <a:lnTo>
                  <a:pt x="25200" y="41043"/>
                </a:lnTo>
                <a:lnTo>
                  <a:pt x="24481" y="41688"/>
                </a:lnTo>
                <a:lnTo>
                  <a:pt x="23776" y="42350"/>
                </a:lnTo>
                <a:lnTo>
                  <a:pt x="23087" y="43029"/>
                </a:lnTo>
                <a:lnTo>
                  <a:pt x="22412" y="43726"/>
                </a:lnTo>
                <a:lnTo>
                  <a:pt x="21753" y="44439"/>
                </a:lnTo>
                <a:lnTo>
                  <a:pt x="21108" y="45171"/>
                </a:lnTo>
                <a:lnTo>
                  <a:pt x="20478" y="45919"/>
                </a:lnTo>
                <a:lnTo>
                  <a:pt x="19863" y="46685"/>
                </a:lnTo>
                <a:lnTo>
                  <a:pt x="19264" y="47469"/>
                </a:lnTo>
                <a:lnTo>
                  <a:pt x="18679" y="48269"/>
                </a:lnTo>
                <a:lnTo>
                  <a:pt x="18108" y="49087"/>
                </a:lnTo>
                <a:lnTo>
                  <a:pt x="17553" y="49922"/>
                </a:lnTo>
                <a:lnTo>
                  <a:pt x="17013" y="50775"/>
                </a:lnTo>
                <a:lnTo>
                  <a:pt x="16488" y="51645"/>
                </a:lnTo>
                <a:lnTo>
                  <a:pt x="15977" y="52532"/>
                </a:lnTo>
                <a:lnTo>
                  <a:pt x="15482" y="53437"/>
                </a:lnTo>
                <a:lnTo>
                  <a:pt x="15001" y="54359"/>
                </a:lnTo>
                <a:lnTo>
                  <a:pt x="14536" y="55298"/>
                </a:lnTo>
                <a:lnTo>
                  <a:pt x="14092" y="56247"/>
                </a:lnTo>
                <a:lnTo>
                  <a:pt x="13667" y="57208"/>
                </a:lnTo>
                <a:lnTo>
                  <a:pt x="13262" y="58181"/>
                </a:lnTo>
                <a:lnTo>
                  <a:pt x="12875" y="59166"/>
                </a:lnTo>
                <a:lnTo>
                  <a:pt x="12507" y="60163"/>
                </a:lnTo>
                <a:lnTo>
                  <a:pt x="12158" y="61172"/>
                </a:lnTo>
                <a:lnTo>
                  <a:pt x="11827" y="62193"/>
                </a:lnTo>
                <a:lnTo>
                  <a:pt x="11516" y="63226"/>
                </a:lnTo>
                <a:lnTo>
                  <a:pt x="11224" y="64271"/>
                </a:lnTo>
                <a:lnTo>
                  <a:pt x="10950" y="65329"/>
                </a:lnTo>
                <a:lnTo>
                  <a:pt x="10695" y="66398"/>
                </a:lnTo>
                <a:lnTo>
                  <a:pt x="10459" y="67480"/>
                </a:lnTo>
                <a:lnTo>
                  <a:pt x="10242" y="68573"/>
                </a:lnTo>
                <a:lnTo>
                  <a:pt x="10044" y="69679"/>
                </a:lnTo>
                <a:lnTo>
                  <a:pt x="9865" y="70797"/>
                </a:lnTo>
                <a:lnTo>
                  <a:pt x="9704" y="71926"/>
                </a:lnTo>
                <a:lnTo>
                  <a:pt x="9563" y="73068"/>
                </a:lnTo>
                <a:lnTo>
                  <a:pt x="9440" y="74222"/>
                </a:lnTo>
                <a:lnTo>
                  <a:pt x="9336" y="75388"/>
                </a:lnTo>
                <a:lnTo>
                  <a:pt x="9251" y="76566"/>
                </a:lnTo>
                <a:lnTo>
                  <a:pt x="9185" y="77756"/>
                </a:lnTo>
                <a:lnTo>
                  <a:pt x="9138" y="78958"/>
                </a:lnTo>
                <a:lnTo>
                  <a:pt x="9110" y="80173"/>
                </a:lnTo>
                <a:lnTo>
                  <a:pt x="9101" y="81399"/>
                </a:lnTo>
                <a:lnTo>
                  <a:pt x="9110" y="82605"/>
                </a:lnTo>
                <a:lnTo>
                  <a:pt x="9137" y="83799"/>
                </a:lnTo>
                <a:lnTo>
                  <a:pt x="9183" y="84982"/>
                </a:lnTo>
                <a:lnTo>
                  <a:pt x="9248" y="86155"/>
                </a:lnTo>
                <a:lnTo>
                  <a:pt x="9331" y="87316"/>
                </a:lnTo>
                <a:lnTo>
                  <a:pt x="9432" y="88465"/>
                </a:lnTo>
                <a:lnTo>
                  <a:pt x="9552" y="89604"/>
                </a:lnTo>
                <a:lnTo>
                  <a:pt x="9690" y="90731"/>
                </a:lnTo>
                <a:lnTo>
                  <a:pt x="9847" y="91847"/>
                </a:lnTo>
                <a:lnTo>
                  <a:pt x="10022" y="92952"/>
                </a:lnTo>
                <a:lnTo>
                  <a:pt x="10216" y="94046"/>
                </a:lnTo>
                <a:lnTo>
                  <a:pt x="10428" y="95129"/>
                </a:lnTo>
                <a:lnTo>
                  <a:pt x="10658" y="96200"/>
                </a:lnTo>
                <a:lnTo>
                  <a:pt x="10907" y="97260"/>
                </a:lnTo>
                <a:lnTo>
                  <a:pt x="11174" y="98309"/>
                </a:lnTo>
                <a:lnTo>
                  <a:pt x="11460" y="99347"/>
                </a:lnTo>
                <a:lnTo>
                  <a:pt x="11764" y="100374"/>
                </a:lnTo>
                <a:lnTo>
                  <a:pt x="12087" y="101389"/>
                </a:lnTo>
                <a:lnTo>
                  <a:pt x="12428" y="102394"/>
                </a:lnTo>
                <a:lnTo>
                  <a:pt x="12787" y="103387"/>
                </a:lnTo>
                <a:lnTo>
                  <a:pt x="13165" y="104368"/>
                </a:lnTo>
                <a:lnTo>
                  <a:pt x="13561" y="105339"/>
                </a:lnTo>
                <a:lnTo>
                  <a:pt x="13976" y="106299"/>
                </a:lnTo>
                <a:lnTo>
                  <a:pt x="14409" y="107247"/>
                </a:lnTo>
                <a:lnTo>
                  <a:pt x="14859" y="108181"/>
                </a:lnTo>
                <a:lnTo>
                  <a:pt x="15326" y="109099"/>
                </a:lnTo>
                <a:lnTo>
                  <a:pt x="15807" y="109999"/>
                </a:lnTo>
                <a:lnTo>
                  <a:pt x="16305" y="110883"/>
                </a:lnTo>
                <a:lnTo>
                  <a:pt x="16819" y="111749"/>
                </a:lnTo>
                <a:lnTo>
                  <a:pt x="17348" y="112599"/>
                </a:lnTo>
                <a:lnTo>
                  <a:pt x="17893" y="113432"/>
                </a:lnTo>
                <a:lnTo>
                  <a:pt x="18454" y="114248"/>
                </a:lnTo>
                <a:lnTo>
                  <a:pt x="19030" y="115047"/>
                </a:lnTo>
                <a:lnTo>
                  <a:pt x="19623" y="115829"/>
                </a:lnTo>
                <a:lnTo>
                  <a:pt x="20231" y="116594"/>
                </a:lnTo>
                <a:lnTo>
                  <a:pt x="20855" y="117343"/>
                </a:lnTo>
                <a:lnTo>
                  <a:pt x="21495" y="118074"/>
                </a:lnTo>
                <a:lnTo>
                  <a:pt x="22151" y="118789"/>
                </a:lnTo>
                <a:lnTo>
                  <a:pt x="22822" y="119487"/>
                </a:lnTo>
                <a:lnTo>
                  <a:pt x="23510" y="120167"/>
                </a:lnTo>
                <a:lnTo>
                  <a:pt x="24213" y="120831"/>
                </a:lnTo>
                <a:lnTo>
                  <a:pt x="24932" y="121478"/>
                </a:lnTo>
                <a:lnTo>
                  <a:pt x="25666" y="122108"/>
                </a:lnTo>
                <a:lnTo>
                  <a:pt x="26417" y="122722"/>
                </a:lnTo>
                <a:lnTo>
                  <a:pt x="27183" y="123318"/>
                </a:lnTo>
                <a:lnTo>
                  <a:pt x="27965" y="123897"/>
                </a:lnTo>
                <a:lnTo>
                  <a:pt x="28763" y="124460"/>
                </a:lnTo>
                <a:lnTo>
                  <a:pt x="29577" y="125006"/>
                </a:lnTo>
                <a:lnTo>
                  <a:pt x="30405" y="125532"/>
                </a:lnTo>
                <a:lnTo>
                  <a:pt x="31246" y="126035"/>
                </a:lnTo>
                <a:lnTo>
                  <a:pt x="32101" y="126516"/>
                </a:lnTo>
                <a:lnTo>
                  <a:pt x="32968" y="126975"/>
                </a:lnTo>
                <a:lnTo>
                  <a:pt x="33849" y="127412"/>
                </a:lnTo>
                <a:lnTo>
                  <a:pt x="34743" y="127826"/>
                </a:lnTo>
                <a:lnTo>
                  <a:pt x="35650" y="128217"/>
                </a:lnTo>
                <a:lnTo>
                  <a:pt x="36571" y="128587"/>
                </a:lnTo>
                <a:lnTo>
                  <a:pt x="37504" y="128934"/>
                </a:lnTo>
                <a:lnTo>
                  <a:pt x="38451" y="129258"/>
                </a:lnTo>
                <a:lnTo>
                  <a:pt x="39411" y="129560"/>
                </a:lnTo>
                <a:lnTo>
                  <a:pt x="40383" y="129840"/>
                </a:lnTo>
                <a:lnTo>
                  <a:pt x="41370" y="130098"/>
                </a:lnTo>
                <a:lnTo>
                  <a:pt x="42369" y="130333"/>
                </a:lnTo>
                <a:lnTo>
                  <a:pt x="43381" y="130545"/>
                </a:lnTo>
                <a:lnTo>
                  <a:pt x="44407" y="130735"/>
                </a:lnTo>
                <a:lnTo>
                  <a:pt x="45446" y="130903"/>
                </a:lnTo>
                <a:lnTo>
                  <a:pt x="46498" y="131049"/>
                </a:lnTo>
                <a:lnTo>
                  <a:pt x="47563" y="131172"/>
                </a:lnTo>
                <a:lnTo>
                  <a:pt x="48641" y="131273"/>
                </a:lnTo>
                <a:lnTo>
                  <a:pt x="49733" y="131351"/>
                </a:lnTo>
                <a:lnTo>
                  <a:pt x="50837" y="131407"/>
                </a:lnTo>
                <a:lnTo>
                  <a:pt x="51955" y="131441"/>
                </a:lnTo>
                <a:lnTo>
                  <a:pt x="53086" y="131452"/>
                </a:lnTo>
                <a:lnTo>
                  <a:pt x="53977" y="131445"/>
                </a:lnTo>
                <a:lnTo>
                  <a:pt x="54858" y="131424"/>
                </a:lnTo>
                <a:lnTo>
                  <a:pt x="55731" y="131390"/>
                </a:lnTo>
                <a:lnTo>
                  <a:pt x="56594" y="131341"/>
                </a:lnTo>
                <a:lnTo>
                  <a:pt x="57448" y="131279"/>
                </a:lnTo>
                <a:close/>
                <a:moveTo>
                  <a:pt x="405754" y="76300"/>
                </a:moveTo>
                <a:lnTo>
                  <a:pt x="405710" y="75220"/>
                </a:lnTo>
                <a:lnTo>
                  <a:pt x="405653" y="74154"/>
                </a:lnTo>
                <a:lnTo>
                  <a:pt x="405585" y="73104"/>
                </a:lnTo>
                <a:lnTo>
                  <a:pt x="405503" y="72069"/>
                </a:lnTo>
                <a:lnTo>
                  <a:pt x="405410" y="71049"/>
                </a:lnTo>
                <a:lnTo>
                  <a:pt x="405303" y="70043"/>
                </a:lnTo>
                <a:lnTo>
                  <a:pt x="405184" y="69053"/>
                </a:lnTo>
                <a:lnTo>
                  <a:pt x="405053" y="68077"/>
                </a:lnTo>
                <a:lnTo>
                  <a:pt x="404909" y="67116"/>
                </a:lnTo>
                <a:lnTo>
                  <a:pt x="404753" y="66170"/>
                </a:lnTo>
                <a:lnTo>
                  <a:pt x="404584" y="65240"/>
                </a:lnTo>
                <a:lnTo>
                  <a:pt x="404403" y="64324"/>
                </a:lnTo>
                <a:lnTo>
                  <a:pt x="404209" y="63423"/>
                </a:lnTo>
                <a:lnTo>
                  <a:pt x="404002" y="62537"/>
                </a:lnTo>
                <a:lnTo>
                  <a:pt x="403784" y="61665"/>
                </a:lnTo>
                <a:lnTo>
                  <a:pt x="403552" y="60809"/>
                </a:lnTo>
                <a:lnTo>
                  <a:pt x="403308" y="59968"/>
                </a:lnTo>
                <a:lnTo>
                  <a:pt x="403052" y="59141"/>
                </a:lnTo>
                <a:lnTo>
                  <a:pt x="402783" y="58330"/>
                </a:lnTo>
                <a:lnTo>
                  <a:pt x="402501" y="57533"/>
                </a:lnTo>
                <a:lnTo>
                  <a:pt x="402208" y="56752"/>
                </a:lnTo>
                <a:lnTo>
                  <a:pt x="401903" y="55984"/>
                </a:lnTo>
                <a:lnTo>
                  <a:pt x="401590" y="55229"/>
                </a:lnTo>
                <a:lnTo>
                  <a:pt x="401268" y="54487"/>
                </a:lnTo>
                <a:lnTo>
                  <a:pt x="400938" y="53757"/>
                </a:lnTo>
                <a:lnTo>
                  <a:pt x="400600" y="53040"/>
                </a:lnTo>
                <a:lnTo>
                  <a:pt x="400252" y="52336"/>
                </a:lnTo>
                <a:lnTo>
                  <a:pt x="399897" y="51644"/>
                </a:lnTo>
                <a:lnTo>
                  <a:pt x="399532" y="50966"/>
                </a:lnTo>
                <a:lnTo>
                  <a:pt x="399159" y="50300"/>
                </a:lnTo>
                <a:lnTo>
                  <a:pt x="398778" y="49646"/>
                </a:lnTo>
                <a:lnTo>
                  <a:pt x="398388" y="49006"/>
                </a:lnTo>
                <a:lnTo>
                  <a:pt x="397989" y="48378"/>
                </a:lnTo>
                <a:lnTo>
                  <a:pt x="397582" y="47763"/>
                </a:lnTo>
                <a:lnTo>
                  <a:pt x="397166" y="47161"/>
                </a:lnTo>
                <a:lnTo>
                  <a:pt x="396742" y="46571"/>
                </a:lnTo>
                <a:lnTo>
                  <a:pt x="396309" y="45994"/>
                </a:lnTo>
                <a:lnTo>
                  <a:pt x="395868" y="45430"/>
                </a:lnTo>
                <a:lnTo>
                  <a:pt x="395418" y="44878"/>
                </a:lnTo>
                <a:lnTo>
                  <a:pt x="394959" y="44340"/>
                </a:lnTo>
                <a:lnTo>
                  <a:pt x="394492" y="43814"/>
                </a:lnTo>
                <a:lnTo>
                  <a:pt x="394016" y="43300"/>
                </a:lnTo>
                <a:lnTo>
                  <a:pt x="393532" y="42800"/>
                </a:lnTo>
                <a:lnTo>
                  <a:pt x="393040" y="42312"/>
                </a:lnTo>
                <a:lnTo>
                  <a:pt x="392538" y="41837"/>
                </a:lnTo>
                <a:lnTo>
                  <a:pt x="392030" y="41369"/>
                </a:lnTo>
                <a:lnTo>
                  <a:pt x="391518" y="40911"/>
                </a:lnTo>
                <a:lnTo>
                  <a:pt x="391001" y="40464"/>
                </a:lnTo>
                <a:lnTo>
                  <a:pt x="390479" y="40029"/>
                </a:lnTo>
                <a:lnTo>
                  <a:pt x="389953" y="39604"/>
                </a:lnTo>
                <a:lnTo>
                  <a:pt x="389422" y="39191"/>
                </a:lnTo>
                <a:lnTo>
                  <a:pt x="388886" y="38788"/>
                </a:lnTo>
                <a:lnTo>
                  <a:pt x="388346" y="38396"/>
                </a:lnTo>
                <a:lnTo>
                  <a:pt x="387801" y="38016"/>
                </a:lnTo>
                <a:lnTo>
                  <a:pt x="387252" y="37646"/>
                </a:lnTo>
                <a:lnTo>
                  <a:pt x="386698" y="37287"/>
                </a:lnTo>
                <a:lnTo>
                  <a:pt x="386139" y="36939"/>
                </a:lnTo>
                <a:lnTo>
                  <a:pt x="385576" y="36602"/>
                </a:lnTo>
                <a:lnTo>
                  <a:pt x="385008" y="36277"/>
                </a:lnTo>
                <a:lnTo>
                  <a:pt x="384436" y="35962"/>
                </a:lnTo>
                <a:lnTo>
                  <a:pt x="383859" y="35658"/>
                </a:lnTo>
                <a:lnTo>
                  <a:pt x="383277" y="35365"/>
                </a:lnTo>
                <a:lnTo>
                  <a:pt x="382691" y="35083"/>
                </a:lnTo>
                <a:lnTo>
                  <a:pt x="382100" y="34812"/>
                </a:lnTo>
                <a:lnTo>
                  <a:pt x="381505" y="34552"/>
                </a:lnTo>
                <a:lnTo>
                  <a:pt x="380905" y="34303"/>
                </a:lnTo>
                <a:lnTo>
                  <a:pt x="380300" y="34065"/>
                </a:lnTo>
                <a:lnTo>
                  <a:pt x="379691" y="33837"/>
                </a:lnTo>
                <a:lnTo>
                  <a:pt x="379077" y="33621"/>
                </a:lnTo>
                <a:lnTo>
                  <a:pt x="378461" y="33415"/>
                </a:lnTo>
                <a:lnTo>
                  <a:pt x="377843" y="33218"/>
                </a:lnTo>
                <a:lnTo>
                  <a:pt x="377226" y="33029"/>
                </a:lnTo>
                <a:lnTo>
                  <a:pt x="376607" y="32849"/>
                </a:lnTo>
                <a:lnTo>
                  <a:pt x="375988" y="32678"/>
                </a:lnTo>
                <a:lnTo>
                  <a:pt x="375368" y="32515"/>
                </a:lnTo>
                <a:lnTo>
                  <a:pt x="374748" y="32362"/>
                </a:lnTo>
                <a:lnTo>
                  <a:pt x="374127" y="32217"/>
                </a:lnTo>
                <a:lnTo>
                  <a:pt x="373505" y="32081"/>
                </a:lnTo>
                <a:lnTo>
                  <a:pt x="372882" y="31954"/>
                </a:lnTo>
                <a:lnTo>
                  <a:pt x="372259" y="31835"/>
                </a:lnTo>
                <a:lnTo>
                  <a:pt x="371636" y="31725"/>
                </a:lnTo>
                <a:lnTo>
                  <a:pt x="371011" y="31624"/>
                </a:lnTo>
                <a:lnTo>
                  <a:pt x="370386" y="31532"/>
                </a:lnTo>
                <a:lnTo>
                  <a:pt x="369760" y="31449"/>
                </a:lnTo>
                <a:lnTo>
                  <a:pt x="369134" y="31374"/>
                </a:lnTo>
                <a:lnTo>
                  <a:pt x="368507" y="31308"/>
                </a:lnTo>
                <a:lnTo>
                  <a:pt x="367879" y="31251"/>
                </a:lnTo>
                <a:lnTo>
                  <a:pt x="367251" y="31203"/>
                </a:lnTo>
                <a:lnTo>
                  <a:pt x="366622" y="31164"/>
                </a:lnTo>
                <a:lnTo>
                  <a:pt x="365992" y="31133"/>
                </a:lnTo>
                <a:lnTo>
                  <a:pt x="365362" y="31111"/>
                </a:lnTo>
                <a:lnTo>
                  <a:pt x="364731" y="31098"/>
                </a:lnTo>
                <a:lnTo>
                  <a:pt x="364099" y="31093"/>
                </a:lnTo>
                <a:lnTo>
                  <a:pt x="363009" y="31105"/>
                </a:lnTo>
                <a:lnTo>
                  <a:pt x="361931" y="31138"/>
                </a:lnTo>
                <a:lnTo>
                  <a:pt x="360864" y="31194"/>
                </a:lnTo>
                <a:lnTo>
                  <a:pt x="359809" y="31272"/>
                </a:lnTo>
                <a:lnTo>
                  <a:pt x="358765" y="31373"/>
                </a:lnTo>
                <a:lnTo>
                  <a:pt x="357732" y="31496"/>
                </a:lnTo>
                <a:lnTo>
                  <a:pt x="356711" y="31642"/>
                </a:lnTo>
                <a:lnTo>
                  <a:pt x="355701" y="31810"/>
                </a:lnTo>
                <a:lnTo>
                  <a:pt x="354702" y="32000"/>
                </a:lnTo>
                <a:lnTo>
                  <a:pt x="353715" y="32213"/>
                </a:lnTo>
                <a:lnTo>
                  <a:pt x="352740" y="32448"/>
                </a:lnTo>
                <a:lnTo>
                  <a:pt x="351776" y="32705"/>
                </a:lnTo>
                <a:lnTo>
                  <a:pt x="350823" y="32985"/>
                </a:lnTo>
                <a:lnTo>
                  <a:pt x="349881" y="33287"/>
                </a:lnTo>
                <a:lnTo>
                  <a:pt x="348951" y="33611"/>
                </a:lnTo>
                <a:lnTo>
                  <a:pt x="348033" y="33958"/>
                </a:lnTo>
                <a:lnTo>
                  <a:pt x="347126" y="34328"/>
                </a:lnTo>
                <a:lnTo>
                  <a:pt x="346230" y="34719"/>
                </a:lnTo>
                <a:lnTo>
                  <a:pt x="345346" y="35133"/>
                </a:lnTo>
                <a:lnTo>
                  <a:pt x="344473" y="35570"/>
                </a:lnTo>
                <a:lnTo>
                  <a:pt x="343611" y="36029"/>
                </a:lnTo>
                <a:lnTo>
                  <a:pt x="342761" y="36510"/>
                </a:lnTo>
                <a:lnTo>
                  <a:pt x="341922" y="37014"/>
                </a:lnTo>
                <a:lnTo>
                  <a:pt x="341095" y="37540"/>
                </a:lnTo>
                <a:lnTo>
                  <a:pt x="340286" y="38080"/>
                </a:lnTo>
                <a:lnTo>
                  <a:pt x="339492" y="38639"/>
                </a:lnTo>
                <a:lnTo>
                  <a:pt x="338713" y="39214"/>
                </a:lnTo>
                <a:lnTo>
                  <a:pt x="337949" y="39808"/>
                </a:lnTo>
                <a:lnTo>
                  <a:pt x="337200" y="40419"/>
                </a:lnTo>
                <a:lnTo>
                  <a:pt x="336466" y="41047"/>
                </a:lnTo>
                <a:lnTo>
                  <a:pt x="335747" y="41693"/>
                </a:lnTo>
                <a:lnTo>
                  <a:pt x="335042" y="42357"/>
                </a:lnTo>
                <a:lnTo>
                  <a:pt x="334353" y="43038"/>
                </a:lnTo>
                <a:lnTo>
                  <a:pt x="333678" y="43736"/>
                </a:lnTo>
                <a:lnTo>
                  <a:pt x="333018" y="44453"/>
                </a:lnTo>
                <a:lnTo>
                  <a:pt x="332374" y="45187"/>
                </a:lnTo>
                <a:lnTo>
                  <a:pt x="331744" y="45938"/>
                </a:lnTo>
                <a:lnTo>
                  <a:pt x="331129" y="46707"/>
                </a:lnTo>
                <a:lnTo>
                  <a:pt x="330529" y="47493"/>
                </a:lnTo>
                <a:lnTo>
                  <a:pt x="329944" y="48297"/>
                </a:lnTo>
                <a:lnTo>
                  <a:pt x="329374" y="49119"/>
                </a:lnTo>
                <a:lnTo>
                  <a:pt x="328819" y="49958"/>
                </a:lnTo>
                <a:lnTo>
                  <a:pt x="328279" y="50815"/>
                </a:lnTo>
                <a:lnTo>
                  <a:pt x="327753" y="51689"/>
                </a:lnTo>
                <a:lnTo>
                  <a:pt x="327243" y="52581"/>
                </a:lnTo>
                <a:lnTo>
                  <a:pt x="326747" y="53490"/>
                </a:lnTo>
                <a:lnTo>
                  <a:pt x="326267" y="54417"/>
                </a:lnTo>
                <a:lnTo>
                  <a:pt x="325801" y="55361"/>
                </a:lnTo>
                <a:lnTo>
                  <a:pt x="325358" y="56316"/>
                </a:lnTo>
                <a:lnTo>
                  <a:pt x="324933" y="57282"/>
                </a:lnTo>
                <a:lnTo>
                  <a:pt x="324527" y="58261"/>
                </a:lnTo>
                <a:lnTo>
                  <a:pt x="324141" y="59252"/>
                </a:lnTo>
                <a:lnTo>
                  <a:pt x="323773" y="60255"/>
                </a:lnTo>
                <a:lnTo>
                  <a:pt x="323423" y="61270"/>
                </a:lnTo>
                <a:lnTo>
                  <a:pt x="323093" y="62298"/>
                </a:lnTo>
                <a:lnTo>
                  <a:pt x="322782" y="63338"/>
                </a:lnTo>
                <a:lnTo>
                  <a:pt x="322489" y="64391"/>
                </a:lnTo>
                <a:lnTo>
                  <a:pt x="322216" y="65456"/>
                </a:lnTo>
                <a:lnTo>
                  <a:pt x="321961" y="66533"/>
                </a:lnTo>
                <a:lnTo>
                  <a:pt x="321725" y="67622"/>
                </a:lnTo>
                <a:lnTo>
                  <a:pt x="321508" y="68723"/>
                </a:lnTo>
                <a:lnTo>
                  <a:pt x="321310" y="69837"/>
                </a:lnTo>
                <a:lnTo>
                  <a:pt x="321131" y="70963"/>
                </a:lnTo>
                <a:lnTo>
                  <a:pt x="320970" y="72102"/>
                </a:lnTo>
                <a:lnTo>
                  <a:pt x="320829" y="73253"/>
                </a:lnTo>
                <a:lnTo>
                  <a:pt x="320706" y="74416"/>
                </a:lnTo>
                <a:lnTo>
                  <a:pt x="320602" y="75591"/>
                </a:lnTo>
                <a:lnTo>
                  <a:pt x="320517" y="76778"/>
                </a:lnTo>
                <a:lnTo>
                  <a:pt x="320451" y="77978"/>
                </a:lnTo>
                <a:lnTo>
                  <a:pt x="320404" y="79191"/>
                </a:lnTo>
                <a:lnTo>
                  <a:pt x="320376" y="80415"/>
                </a:lnTo>
                <a:lnTo>
                  <a:pt x="320366" y="81652"/>
                </a:lnTo>
                <a:lnTo>
                  <a:pt x="320376" y="82888"/>
                </a:lnTo>
                <a:lnTo>
                  <a:pt x="320404" y="84112"/>
                </a:lnTo>
                <a:lnTo>
                  <a:pt x="320451" y="85323"/>
                </a:lnTo>
                <a:lnTo>
                  <a:pt x="320517" y="86522"/>
                </a:lnTo>
                <a:lnTo>
                  <a:pt x="320602" y="87707"/>
                </a:lnTo>
                <a:lnTo>
                  <a:pt x="320706" y="88880"/>
                </a:lnTo>
                <a:lnTo>
                  <a:pt x="320829" y="90040"/>
                </a:lnTo>
                <a:lnTo>
                  <a:pt x="320970" y="91188"/>
                </a:lnTo>
                <a:lnTo>
                  <a:pt x="321131" y="92322"/>
                </a:lnTo>
                <a:lnTo>
                  <a:pt x="321310" y="93444"/>
                </a:lnTo>
                <a:lnTo>
                  <a:pt x="321508" y="94554"/>
                </a:lnTo>
                <a:lnTo>
                  <a:pt x="321725" y="95650"/>
                </a:lnTo>
                <a:lnTo>
                  <a:pt x="321961" y="96734"/>
                </a:lnTo>
                <a:lnTo>
                  <a:pt x="322216" y="97805"/>
                </a:lnTo>
                <a:lnTo>
                  <a:pt x="322489" y="98863"/>
                </a:lnTo>
                <a:lnTo>
                  <a:pt x="322782" y="99909"/>
                </a:lnTo>
                <a:lnTo>
                  <a:pt x="323093" y="100942"/>
                </a:lnTo>
                <a:lnTo>
                  <a:pt x="323423" y="101962"/>
                </a:lnTo>
                <a:lnTo>
                  <a:pt x="323773" y="102969"/>
                </a:lnTo>
                <a:lnTo>
                  <a:pt x="324141" y="103964"/>
                </a:lnTo>
                <a:lnTo>
                  <a:pt x="324527" y="104946"/>
                </a:lnTo>
                <a:lnTo>
                  <a:pt x="324933" y="105915"/>
                </a:lnTo>
                <a:lnTo>
                  <a:pt x="325358" y="106872"/>
                </a:lnTo>
                <a:lnTo>
                  <a:pt x="325801" y="107816"/>
                </a:lnTo>
                <a:lnTo>
                  <a:pt x="326267" y="108739"/>
                </a:lnTo>
                <a:lnTo>
                  <a:pt x="326750" y="109646"/>
                </a:lnTo>
                <a:lnTo>
                  <a:pt x="327248" y="110535"/>
                </a:lnTo>
                <a:lnTo>
                  <a:pt x="327762" y="111407"/>
                </a:lnTo>
                <a:lnTo>
                  <a:pt x="328292" y="112263"/>
                </a:lnTo>
                <a:lnTo>
                  <a:pt x="328839" y="113101"/>
                </a:lnTo>
                <a:lnTo>
                  <a:pt x="329401" y="113922"/>
                </a:lnTo>
                <a:lnTo>
                  <a:pt x="329979" y="114725"/>
                </a:lnTo>
                <a:lnTo>
                  <a:pt x="330574" y="115512"/>
                </a:lnTo>
                <a:lnTo>
                  <a:pt x="331184" y="116282"/>
                </a:lnTo>
                <a:lnTo>
                  <a:pt x="331810" y="117034"/>
                </a:lnTo>
                <a:lnTo>
                  <a:pt x="332453" y="117769"/>
                </a:lnTo>
                <a:lnTo>
                  <a:pt x="333111" y="118488"/>
                </a:lnTo>
                <a:lnTo>
                  <a:pt x="333786" y="119189"/>
                </a:lnTo>
                <a:lnTo>
                  <a:pt x="334476" y="119873"/>
                </a:lnTo>
                <a:lnTo>
                  <a:pt x="335183" y="120540"/>
                </a:lnTo>
                <a:lnTo>
                  <a:pt x="335905" y="121189"/>
                </a:lnTo>
                <a:lnTo>
                  <a:pt x="336644" y="121822"/>
                </a:lnTo>
                <a:lnTo>
                  <a:pt x="337398" y="122437"/>
                </a:lnTo>
                <a:lnTo>
                  <a:pt x="338169" y="123036"/>
                </a:lnTo>
                <a:lnTo>
                  <a:pt x="338955" y="123617"/>
                </a:lnTo>
                <a:lnTo>
                  <a:pt x="339758" y="124181"/>
                </a:lnTo>
                <a:lnTo>
                  <a:pt x="340576" y="124728"/>
                </a:lnTo>
                <a:lnTo>
                  <a:pt x="341411" y="125258"/>
                </a:lnTo>
                <a:lnTo>
                  <a:pt x="342266" y="125764"/>
                </a:lnTo>
                <a:lnTo>
                  <a:pt x="343134" y="126248"/>
                </a:lnTo>
                <a:lnTo>
                  <a:pt x="344015" y="126710"/>
                </a:lnTo>
                <a:lnTo>
                  <a:pt x="344910" y="127151"/>
                </a:lnTo>
                <a:lnTo>
                  <a:pt x="345818" y="127570"/>
                </a:lnTo>
                <a:lnTo>
                  <a:pt x="346739" y="127968"/>
                </a:lnTo>
                <a:lnTo>
                  <a:pt x="347674" y="128344"/>
                </a:lnTo>
                <a:lnTo>
                  <a:pt x="348623" y="128699"/>
                </a:lnTo>
                <a:lnTo>
                  <a:pt x="349584" y="129032"/>
                </a:lnTo>
                <a:lnTo>
                  <a:pt x="350559" y="129344"/>
                </a:lnTo>
                <a:lnTo>
                  <a:pt x="351548" y="129635"/>
                </a:lnTo>
                <a:lnTo>
                  <a:pt x="352550" y="129903"/>
                </a:lnTo>
                <a:lnTo>
                  <a:pt x="353565" y="130151"/>
                </a:lnTo>
                <a:lnTo>
                  <a:pt x="354594" y="130376"/>
                </a:lnTo>
                <a:lnTo>
                  <a:pt x="355636" y="130581"/>
                </a:lnTo>
                <a:lnTo>
                  <a:pt x="356691" y="130764"/>
                </a:lnTo>
                <a:lnTo>
                  <a:pt x="357760" y="130925"/>
                </a:lnTo>
                <a:lnTo>
                  <a:pt x="358842" y="131065"/>
                </a:lnTo>
                <a:lnTo>
                  <a:pt x="359937" y="131183"/>
                </a:lnTo>
                <a:lnTo>
                  <a:pt x="361046" y="131280"/>
                </a:lnTo>
                <a:lnTo>
                  <a:pt x="362169" y="131355"/>
                </a:lnTo>
                <a:lnTo>
                  <a:pt x="363304" y="131409"/>
                </a:lnTo>
                <a:lnTo>
                  <a:pt x="364453" y="131441"/>
                </a:lnTo>
                <a:lnTo>
                  <a:pt x="365616" y="131452"/>
                </a:lnTo>
                <a:lnTo>
                  <a:pt x="366434" y="131446"/>
                </a:lnTo>
                <a:lnTo>
                  <a:pt x="367245" y="131431"/>
                </a:lnTo>
                <a:lnTo>
                  <a:pt x="368050" y="131404"/>
                </a:lnTo>
                <a:lnTo>
                  <a:pt x="368848" y="131367"/>
                </a:lnTo>
                <a:lnTo>
                  <a:pt x="369639" y="131320"/>
                </a:lnTo>
                <a:lnTo>
                  <a:pt x="370423" y="131262"/>
                </a:lnTo>
                <a:lnTo>
                  <a:pt x="371200" y="131194"/>
                </a:lnTo>
                <a:lnTo>
                  <a:pt x="371971" y="131115"/>
                </a:lnTo>
                <a:lnTo>
                  <a:pt x="372735" y="131025"/>
                </a:lnTo>
                <a:lnTo>
                  <a:pt x="373492" y="130925"/>
                </a:lnTo>
                <a:lnTo>
                  <a:pt x="374242" y="130814"/>
                </a:lnTo>
                <a:lnTo>
                  <a:pt x="374985" y="130693"/>
                </a:lnTo>
                <a:lnTo>
                  <a:pt x="375722" y="130562"/>
                </a:lnTo>
                <a:lnTo>
                  <a:pt x="376451" y="130420"/>
                </a:lnTo>
                <a:lnTo>
                  <a:pt x="377174" y="130267"/>
                </a:lnTo>
                <a:lnTo>
                  <a:pt x="377890" y="130104"/>
                </a:lnTo>
                <a:lnTo>
                  <a:pt x="378600" y="129930"/>
                </a:lnTo>
                <a:lnTo>
                  <a:pt x="379302" y="129745"/>
                </a:lnTo>
                <a:lnTo>
                  <a:pt x="379998" y="129551"/>
                </a:lnTo>
                <a:lnTo>
                  <a:pt x="380687" y="129345"/>
                </a:lnTo>
                <a:lnTo>
                  <a:pt x="381369" y="129129"/>
                </a:lnTo>
                <a:lnTo>
                  <a:pt x="382044" y="128903"/>
                </a:lnTo>
                <a:lnTo>
                  <a:pt x="382713" y="128666"/>
                </a:lnTo>
                <a:lnTo>
                  <a:pt x="383375" y="128418"/>
                </a:lnTo>
                <a:lnTo>
                  <a:pt x="384028" y="128156"/>
                </a:lnTo>
                <a:lnTo>
                  <a:pt x="384674" y="127885"/>
                </a:lnTo>
                <a:lnTo>
                  <a:pt x="385310" y="127607"/>
                </a:lnTo>
                <a:lnTo>
                  <a:pt x="385938" y="127319"/>
                </a:lnTo>
                <a:lnTo>
                  <a:pt x="386556" y="127024"/>
                </a:lnTo>
                <a:lnTo>
                  <a:pt x="387166" y="126720"/>
                </a:lnTo>
                <a:lnTo>
                  <a:pt x="387768" y="126408"/>
                </a:lnTo>
                <a:lnTo>
                  <a:pt x="388360" y="126087"/>
                </a:lnTo>
                <a:lnTo>
                  <a:pt x="388944" y="125758"/>
                </a:lnTo>
                <a:lnTo>
                  <a:pt x="389519" y="125421"/>
                </a:lnTo>
                <a:lnTo>
                  <a:pt x="390085" y="125075"/>
                </a:lnTo>
                <a:lnTo>
                  <a:pt x="390642" y="124721"/>
                </a:lnTo>
                <a:lnTo>
                  <a:pt x="391191" y="124359"/>
                </a:lnTo>
                <a:lnTo>
                  <a:pt x="391731" y="123988"/>
                </a:lnTo>
                <a:lnTo>
                  <a:pt x="392262" y="123609"/>
                </a:lnTo>
                <a:lnTo>
                  <a:pt x="392784" y="123222"/>
                </a:lnTo>
                <a:lnTo>
                  <a:pt x="393297" y="122826"/>
                </a:lnTo>
                <a:lnTo>
                  <a:pt x="393802" y="122422"/>
                </a:lnTo>
                <a:lnTo>
                  <a:pt x="394298" y="122010"/>
                </a:lnTo>
                <a:lnTo>
                  <a:pt x="394785" y="121589"/>
                </a:lnTo>
                <a:lnTo>
                  <a:pt x="395264" y="121160"/>
                </a:lnTo>
                <a:lnTo>
                  <a:pt x="395733" y="120723"/>
                </a:lnTo>
                <a:lnTo>
                  <a:pt x="396194" y="120277"/>
                </a:lnTo>
                <a:lnTo>
                  <a:pt x="396646" y="119823"/>
                </a:lnTo>
                <a:lnTo>
                  <a:pt x="397088" y="119357"/>
                </a:lnTo>
                <a:lnTo>
                  <a:pt x="397520" y="118884"/>
                </a:lnTo>
                <a:lnTo>
                  <a:pt x="397941" y="118405"/>
                </a:lnTo>
                <a:lnTo>
                  <a:pt x="398351" y="117920"/>
                </a:lnTo>
                <a:lnTo>
                  <a:pt x="398750" y="117429"/>
                </a:lnTo>
                <a:lnTo>
                  <a:pt x="399138" y="116932"/>
                </a:lnTo>
                <a:lnTo>
                  <a:pt x="399516" y="116429"/>
                </a:lnTo>
                <a:lnTo>
                  <a:pt x="399883" y="115919"/>
                </a:lnTo>
                <a:lnTo>
                  <a:pt x="400239" y="115403"/>
                </a:lnTo>
                <a:lnTo>
                  <a:pt x="400585" y="114882"/>
                </a:lnTo>
                <a:lnTo>
                  <a:pt x="400920" y="114354"/>
                </a:lnTo>
                <a:lnTo>
                  <a:pt x="401244" y="113820"/>
                </a:lnTo>
                <a:lnTo>
                  <a:pt x="401557" y="113279"/>
                </a:lnTo>
                <a:lnTo>
                  <a:pt x="401860" y="112733"/>
                </a:lnTo>
                <a:lnTo>
                  <a:pt x="402151" y="112180"/>
                </a:lnTo>
                <a:lnTo>
                  <a:pt x="402432" y="111622"/>
                </a:lnTo>
                <a:lnTo>
                  <a:pt x="402702" y="111057"/>
                </a:lnTo>
                <a:lnTo>
                  <a:pt x="402962" y="110486"/>
                </a:lnTo>
                <a:lnTo>
                  <a:pt x="403211" y="109909"/>
                </a:lnTo>
                <a:lnTo>
                  <a:pt x="403449" y="109325"/>
                </a:lnTo>
                <a:lnTo>
                  <a:pt x="403676" y="108736"/>
                </a:lnTo>
                <a:lnTo>
                  <a:pt x="403892" y="108140"/>
                </a:lnTo>
                <a:lnTo>
                  <a:pt x="404098" y="107539"/>
                </a:lnTo>
                <a:lnTo>
                  <a:pt x="404293" y="106931"/>
                </a:lnTo>
                <a:lnTo>
                  <a:pt x="389884" y="102886"/>
                </a:lnTo>
                <a:lnTo>
                  <a:pt x="389723" y="103305"/>
                </a:lnTo>
                <a:lnTo>
                  <a:pt x="389557" y="103718"/>
                </a:lnTo>
                <a:lnTo>
                  <a:pt x="389385" y="104125"/>
                </a:lnTo>
                <a:lnTo>
                  <a:pt x="389208" y="104526"/>
                </a:lnTo>
                <a:lnTo>
                  <a:pt x="389025" y="104922"/>
                </a:lnTo>
                <a:lnTo>
                  <a:pt x="388837" y="105311"/>
                </a:lnTo>
                <a:lnTo>
                  <a:pt x="388644" y="105696"/>
                </a:lnTo>
                <a:lnTo>
                  <a:pt x="388444" y="106074"/>
                </a:lnTo>
                <a:lnTo>
                  <a:pt x="388240" y="106447"/>
                </a:lnTo>
                <a:lnTo>
                  <a:pt x="388030" y="106814"/>
                </a:lnTo>
                <a:lnTo>
                  <a:pt x="387814" y="107176"/>
                </a:lnTo>
                <a:lnTo>
                  <a:pt x="387593" y="107531"/>
                </a:lnTo>
                <a:lnTo>
                  <a:pt x="387366" y="107881"/>
                </a:lnTo>
                <a:lnTo>
                  <a:pt x="387134" y="108226"/>
                </a:lnTo>
                <a:lnTo>
                  <a:pt x="386897" y="108564"/>
                </a:lnTo>
                <a:lnTo>
                  <a:pt x="386654" y="108897"/>
                </a:lnTo>
                <a:lnTo>
                  <a:pt x="386405" y="109224"/>
                </a:lnTo>
                <a:lnTo>
                  <a:pt x="386151" y="109546"/>
                </a:lnTo>
                <a:lnTo>
                  <a:pt x="385892" y="109862"/>
                </a:lnTo>
                <a:lnTo>
                  <a:pt x="385627" y="110172"/>
                </a:lnTo>
                <a:lnTo>
                  <a:pt x="385356" y="110476"/>
                </a:lnTo>
                <a:lnTo>
                  <a:pt x="385080" y="110775"/>
                </a:lnTo>
                <a:lnTo>
                  <a:pt x="384799" y="111068"/>
                </a:lnTo>
                <a:lnTo>
                  <a:pt x="384512" y="111355"/>
                </a:lnTo>
                <a:lnTo>
                  <a:pt x="384220" y="111631"/>
                </a:lnTo>
                <a:lnTo>
                  <a:pt x="383924" y="111902"/>
                </a:lnTo>
                <a:lnTo>
                  <a:pt x="383622" y="112166"/>
                </a:lnTo>
                <a:lnTo>
                  <a:pt x="383317" y="112426"/>
                </a:lnTo>
                <a:lnTo>
                  <a:pt x="383006" y="112679"/>
                </a:lnTo>
                <a:lnTo>
                  <a:pt x="382691" y="112927"/>
                </a:lnTo>
                <a:lnTo>
                  <a:pt x="382372" y="113169"/>
                </a:lnTo>
                <a:lnTo>
                  <a:pt x="382047" y="113405"/>
                </a:lnTo>
                <a:lnTo>
                  <a:pt x="381719" y="113636"/>
                </a:lnTo>
                <a:lnTo>
                  <a:pt x="381385" y="113861"/>
                </a:lnTo>
                <a:lnTo>
                  <a:pt x="381047" y="114080"/>
                </a:lnTo>
                <a:lnTo>
                  <a:pt x="380704" y="114294"/>
                </a:lnTo>
                <a:lnTo>
                  <a:pt x="380357" y="114501"/>
                </a:lnTo>
                <a:lnTo>
                  <a:pt x="380005" y="114703"/>
                </a:lnTo>
                <a:lnTo>
                  <a:pt x="379649" y="114900"/>
                </a:lnTo>
                <a:lnTo>
                  <a:pt x="379288" y="115091"/>
                </a:lnTo>
                <a:lnTo>
                  <a:pt x="378922" y="115275"/>
                </a:lnTo>
                <a:lnTo>
                  <a:pt x="378552" y="115455"/>
                </a:lnTo>
                <a:lnTo>
                  <a:pt x="378177" y="115628"/>
                </a:lnTo>
                <a:lnTo>
                  <a:pt x="377797" y="115796"/>
                </a:lnTo>
                <a:lnTo>
                  <a:pt x="377413" y="115958"/>
                </a:lnTo>
                <a:lnTo>
                  <a:pt x="377024" y="116115"/>
                </a:lnTo>
                <a:lnTo>
                  <a:pt x="376631" y="116266"/>
                </a:lnTo>
                <a:lnTo>
                  <a:pt x="376233" y="116411"/>
                </a:lnTo>
                <a:lnTo>
                  <a:pt x="375836" y="116545"/>
                </a:lnTo>
                <a:lnTo>
                  <a:pt x="375435" y="116673"/>
                </a:lnTo>
                <a:lnTo>
                  <a:pt x="375030" y="116796"/>
                </a:lnTo>
                <a:lnTo>
                  <a:pt x="374622" y="116913"/>
                </a:lnTo>
                <a:lnTo>
                  <a:pt x="374209" y="117024"/>
                </a:lnTo>
                <a:lnTo>
                  <a:pt x="373792" y="117130"/>
                </a:lnTo>
                <a:lnTo>
                  <a:pt x="373371" y="117229"/>
                </a:lnTo>
                <a:lnTo>
                  <a:pt x="372947" y="117323"/>
                </a:lnTo>
                <a:lnTo>
                  <a:pt x="372518" y="117412"/>
                </a:lnTo>
                <a:lnTo>
                  <a:pt x="372086" y="117495"/>
                </a:lnTo>
                <a:lnTo>
                  <a:pt x="371649" y="117572"/>
                </a:lnTo>
                <a:lnTo>
                  <a:pt x="371209" y="117643"/>
                </a:lnTo>
                <a:lnTo>
                  <a:pt x="370765" y="117709"/>
                </a:lnTo>
                <a:lnTo>
                  <a:pt x="370316" y="117769"/>
                </a:lnTo>
                <a:lnTo>
                  <a:pt x="369864" y="117823"/>
                </a:lnTo>
                <a:lnTo>
                  <a:pt x="369408" y="117871"/>
                </a:lnTo>
                <a:lnTo>
                  <a:pt x="368948" y="117914"/>
                </a:lnTo>
                <a:lnTo>
                  <a:pt x="368484" y="117951"/>
                </a:lnTo>
                <a:lnTo>
                  <a:pt x="368015" y="117982"/>
                </a:lnTo>
                <a:lnTo>
                  <a:pt x="367543" y="118008"/>
                </a:lnTo>
                <a:lnTo>
                  <a:pt x="367068" y="118028"/>
                </a:lnTo>
                <a:lnTo>
                  <a:pt x="366588" y="118042"/>
                </a:lnTo>
                <a:lnTo>
                  <a:pt x="366104" y="118051"/>
                </a:lnTo>
                <a:lnTo>
                  <a:pt x="365616" y="118054"/>
                </a:lnTo>
                <a:lnTo>
                  <a:pt x="364867" y="118047"/>
                </a:lnTo>
                <a:lnTo>
                  <a:pt x="364125" y="118027"/>
                </a:lnTo>
                <a:lnTo>
                  <a:pt x="363391" y="117993"/>
                </a:lnTo>
                <a:lnTo>
                  <a:pt x="362665" y="117945"/>
                </a:lnTo>
                <a:lnTo>
                  <a:pt x="361946" y="117884"/>
                </a:lnTo>
                <a:lnTo>
                  <a:pt x="361236" y="117809"/>
                </a:lnTo>
                <a:lnTo>
                  <a:pt x="360532" y="117720"/>
                </a:lnTo>
                <a:lnTo>
                  <a:pt x="359837" y="117618"/>
                </a:lnTo>
                <a:lnTo>
                  <a:pt x="359149" y="117503"/>
                </a:lnTo>
                <a:lnTo>
                  <a:pt x="358469" y="117374"/>
                </a:lnTo>
                <a:lnTo>
                  <a:pt x="357796" y="117231"/>
                </a:lnTo>
                <a:lnTo>
                  <a:pt x="357132" y="117074"/>
                </a:lnTo>
                <a:lnTo>
                  <a:pt x="356474" y="116904"/>
                </a:lnTo>
                <a:lnTo>
                  <a:pt x="355825" y="116720"/>
                </a:lnTo>
                <a:lnTo>
                  <a:pt x="355183" y="116523"/>
                </a:lnTo>
                <a:lnTo>
                  <a:pt x="354549" y="116312"/>
                </a:lnTo>
                <a:lnTo>
                  <a:pt x="353923" y="116088"/>
                </a:lnTo>
                <a:lnTo>
                  <a:pt x="353304" y="115850"/>
                </a:lnTo>
                <a:lnTo>
                  <a:pt x="352693" y="115598"/>
                </a:lnTo>
                <a:lnTo>
                  <a:pt x="352090" y="115333"/>
                </a:lnTo>
                <a:lnTo>
                  <a:pt x="351494" y="115054"/>
                </a:lnTo>
                <a:lnTo>
                  <a:pt x="350906" y="114761"/>
                </a:lnTo>
                <a:lnTo>
                  <a:pt x="350326" y="114455"/>
                </a:lnTo>
                <a:lnTo>
                  <a:pt x="349753" y="114136"/>
                </a:lnTo>
                <a:lnTo>
                  <a:pt x="349190" y="113797"/>
                </a:lnTo>
                <a:lnTo>
                  <a:pt x="348636" y="113447"/>
                </a:lnTo>
                <a:lnTo>
                  <a:pt x="348093" y="113084"/>
                </a:lnTo>
                <a:lnTo>
                  <a:pt x="347561" y="112708"/>
                </a:lnTo>
                <a:lnTo>
                  <a:pt x="347038" y="112320"/>
                </a:lnTo>
                <a:lnTo>
                  <a:pt x="346526" y="111920"/>
                </a:lnTo>
                <a:lnTo>
                  <a:pt x="346024" y="111507"/>
                </a:lnTo>
                <a:lnTo>
                  <a:pt x="345533" y="111081"/>
                </a:lnTo>
                <a:lnTo>
                  <a:pt x="345052" y="110643"/>
                </a:lnTo>
                <a:lnTo>
                  <a:pt x="344581" y="110192"/>
                </a:lnTo>
                <a:lnTo>
                  <a:pt x="344121" y="109729"/>
                </a:lnTo>
                <a:lnTo>
                  <a:pt x="343670" y="109253"/>
                </a:lnTo>
                <a:lnTo>
                  <a:pt x="343231" y="108765"/>
                </a:lnTo>
                <a:lnTo>
                  <a:pt x="342801" y="108265"/>
                </a:lnTo>
                <a:lnTo>
                  <a:pt x="342382" y="107752"/>
                </a:lnTo>
                <a:lnTo>
                  <a:pt x="341973" y="107226"/>
                </a:lnTo>
                <a:lnTo>
                  <a:pt x="341574" y="106688"/>
                </a:lnTo>
                <a:lnTo>
                  <a:pt x="341186" y="106137"/>
                </a:lnTo>
                <a:lnTo>
                  <a:pt x="340808" y="105574"/>
                </a:lnTo>
                <a:lnTo>
                  <a:pt x="340440" y="104998"/>
                </a:lnTo>
                <a:lnTo>
                  <a:pt x="340083" y="104410"/>
                </a:lnTo>
                <a:lnTo>
                  <a:pt x="339736" y="103809"/>
                </a:lnTo>
                <a:lnTo>
                  <a:pt x="339399" y="103196"/>
                </a:lnTo>
                <a:lnTo>
                  <a:pt x="339073" y="102570"/>
                </a:lnTo>
                <a:lnTo>
                  <a:pt x="338763" y="101927"/>
                </a:lnTo>
                <a:lnTo>
                  <a:pt x="338467" y="101273"/>
                </a:lnTo>
                <a:lnTo>
                  <a:pt x="338184" y="100606"/>
                </a:lnTo>
                <a:lnTo>
                  <a:pt x="337914" y="99928"/>
                </a:lnTo>
                <a:lnTo>
                  <a:pt x="337657" y="99239"/>
                </a:lnTo>
                <a:lnTo>
                  <a:pt x="337414" y="98537"/>
                </a:lnTo>
                <a:lnTo>
                  <a:pt x="337183" y="97825"/>
                </a:lnTo>
                <a:lnTo>
                  <a:pt x="336966" y="97100"/>
                </a:lnTo>
                <a:lnTo>
                  <a:pt x="336762" y="96364"/>
                </a:lnTo>
                <a:lnTo>
                  <a:pt x="336571" y="95616"/>
                </a:lnTo>
                <a:lnTo>
                  <a:pt x="336393" y="94857"/>
                </a:lnTo>
                <a:lnTo>
                  <a:pt x="336229" y="94086"/>
                </a:lnTo>
                <a:lnTo>
                  <a:pt x="336077" y="93303"/>
                </a:lnTo>
                <a:lnTo>
                  <a:pt x="335939" y="92509"/>
                </a:lnTo>
                <a:lnTo>
                  <a:pt x="335814" y="91703"/>
                </a:lnTo>
                <a:lnTo>
                  <a:pt x="335702" y="90886"/>
                </a:lnTo>
                <a:lnTo>
                  <a:pt x="335603" y="90057"/>
                </a:lnTo>
                <a:lnTo>
                  <a:pt x="335518" y="89216"/>
                </a:lnTo>
                <a:lnTo>
                  <a:pt x="335445" y="88363"/>
                </a:lnTo>
                <a:lnTo>
                  <a:pt x="335386" y="87499"/>
                </a:lnTo>
                <a:lnTo>
                  <a:pt x="335340" y="86624"/>
                </a:lnTo>
                <a:lnTo>
                  <a:pt x="335315" y="85949"/>
                </a:lnTo>
                <a:lnTo>
                  <a:pt x="405810" y="85949"/>
                </a:lnTo>
                <a:lnTo>
                  <a:pt x="405810" y="79629"/>
                </a:lnTo>
                <a:lnTo>
                  <a:pt x="405804" y="78505"/>
                </a:lnTo>
                <a:lnTo>
                  <a:pt x="405785" y="77395"/>
                </a:lnTo>
                <a:lnTo>
                  <a:pt x="405754" y="76300"/>
                </a:lnTo>
                <a:close/>
                <a:moveTo>
                  <a:pt x="335498" y="71382"/>
                </a:moveTo>
                <a:lnTo>
                  <a:pt x="335577" y="70736"/>
                </a:lnTo>
                <a:lnTo>
                  <a:pt x="335667" y="70094"/>
                </a:lnTo>
                <a:lnTo>
                  <a:pt x="335770" y="69455"/>
                </a:lnTo>
                <a:lnTo>
                  <a:pt x="335884" y="68819"/>
                </a:lnTo>
                <a:lnTo>
                  <a:pt x="336011" y="68187"/>
                </a:lnTo>
                <a:lnTo>
                  <a:pt x="336150" y="67559"/>
                </a:lnTo>
                <a:lnTo>
                  <a:pt x="336301" y="66934"/>
                </a:lnTo>
                <a:lnTo>
                  <a:pt x="336464" y="66312"/>
                </a:lnTo>
                <a:lnTo>
                  <a:pt x="336639" y="65694"/>
                </a:lnTo>
                <a:lnTo>
                  <a:pt x="336826" y="65080"/>
                </a:lnTo>
                <a:lnTo>
                  <a:pt x="337025" y="64469"/>
                </a:lnTo>
                <a:lnTo>
                  <a:pt x="337236" y="63862"/>
                </a:lnTo>
                <a:lnTo>
                  <a:pt x="337459" y="63258"/>
                </a:lnTo>
                <a:lnTo>
                  <a:pt x="337695" y="62657"/>
                </a:lnTo>
                <a:lnTo>
                  <a:pt x="337942" y="62060"/>
                </a:lnTo>
                <a:lnTo>
                  <a:pt x="338202" y="61467"/>
                </a:lnTo>
                <a:lnTo>
                  <a:pt x="338473" y="60877"/>
                </a:lnTo>
                <a:lnTo>
                  <a:pt x="338757" y="60291"/>
                </a:lnTo>
                <a:lnTo>
                  <a:pt x="339052" y="59711"/>
                </a:lnTo>
                <a:lnTo>
                  <a:pt x="339357" y="59140"/>
                </a:lnTo>
                <a:lnTo>
                  <a:pt x="339672" y="58579"/>
                </a:lnTo>
                <a:lnTo>
                  <a:pt x="339998" y="58026"/>
                </a:lnTo>
                <a:lnTo>
                  <a:pt x="340334" y="57483"/>
                </a:lnTo>
                <a:lnTo>
                  <a:pt x="340680" y="56949"/>
                </a:lnTo>
                <a:lnTo>
                  <a:pt x="341037" y="56425"/>
                </a:lnTo>
                <a:lnTo>
                  <a:pt x="341404" y="55909"/>
                </a:lnTo>
                <a:lnTo>
                  <a:pt x="341781" y="55403"/>
                </a:lnTo>
                <a:lnTo>
                  <a:pt x="342169" y="54906"/>
                </a:lnTo>
                <a:lnTo>
                  <a:pt x="342567" y="54418"/>
                </a:lnTo>
                <a:lnTo>
                  <a:pt x="342975" y="53939"/>
                </a:lnTo>
                <a:lnTo>
                  <a:pt x="343394" y="53470"/>
                </a:lnTo>
                <a:lnTo>
                  <a:pt x="343823" y="53010"/>
                </a:lnTo>
                <a:lnTo>
                  <a:pt x="344262" y="52559"/>
                </a:lnTo>
                <a:lnTo>
                  <a:pt x="344711" y="52117"/>
                </a:lnTo>
                <a:lnTo>
                  <a:pt x="345171" y="51685"/>
                </a:lnTo>
                <a:lnTo>
                  <a:pt x="345641" y="51261"/>
                </a:lnTo>
                <a:lnTo>
                  <a:pt x="346122" y="50847"/>
                </a:lnTo>
                <a:lnTo>
                  <a:pt x="346613" y="50442"/>
                </a:lnTo>
                <a:lnTo>
                  <a:pt x="347114" y="50047"/>
                </a:lnTo>
                <a:lnTo>
                  <a:pt x="347625" y="49660"/>
                </a:lnTo>
                <a:lnTo>
                  <a:pt x="348147" y="49283"/>
                </a:lnTo>
                <a:lnTo>
                  <a:pt x="348679" y="48915"/>
                </a:lnTo>
                <a:lnTo>
                  <a:pt x="349225" y="48554"/>
                </a:lnTo>
                <a:lnTo>
                  <a:pt x="349780" y="48209"/>
                </a:lnTo>
                <a:lnTo>
                  <a:pt x="350344" y="47878"/>
                </a:lnTo>
                <a:lnTo>
                  <a:pt x="350915" y="47563"/>
                </a:lnTo>
                <a:lnTo>
                  <a:pt x="351495" y="47264"/>
                </a:lnTo>
                <a:lnTo>
                  <a:pt x="352084" y="46980"/>
                </a:lnTo>
                <a:lnTo>
                  <a:pt x="352680" y="46711"/>
                </a:lnTo>
                <a:lnTo>
                  <a:pt x="353285" y="46458"/>
                </a:lnTo>
                <a:lnTo>
                  <a:pt x="353899" y="46219"/>
                </a:lnTo>
                <a:lnTo>
                  <a:pt x="354520" y="45997"/>
                </a:lnTo>
                <a:lnTo>
                  <a:pt x="355150" y="45789"/>
                </a:lnTo>
                <a:lnTo>
                  <a:pt x="355789" y="45597"/>
                </a:lnTo>
                <a:lnTo>
                  <a:pt x="356435" y="45421"/>
                </a:lnTo>
                <a:lnTo>
                  <a:pt x="357090" y="45259"/>
                </a:lnTo>
                <a:lnTo>
                  <a:pt x="357754" y="45113"/>
                </a:lnTo>
                <a:lnTo>
                  <a:pt x="358425" y="44983"/>
                </a:lnTo>
                <a:lnTo>
                  <a:pt x="359105" y="44868"/>
                </a:lnTo>
                <a:lnTo>
                  <a:pt x="359794" y="44768"/>
                </a:lnTo>
                <a:lnTo>
                  <a:pt x="360491" y="44683"/>
                </a:lnTo>
                <a:lnTo>
                  <a:pt x="361196" y="44614"/>
                </a:lnTo>
                <a:lnTo>
                  <a:pt x="361909" y="44560"/>
                </a:lnTo>
                <a:lnTo>
                  <a:pt x="362631" y="44522"/>
                </a:lnTo>
                <a:lnTo>
                  <a:pt x="363361" y="44499"/>
                </a:lnTo>
                <a:lnTo>
                  <a:pt x="364099" y="44491"/>
                </a:lnTo>
                <a:lnTo>
                  <a:pt x="364770" y="44498"/>
                </a:lnTo>
                <a:lnTo>
                  <a:pt x="365432" y="44517"/>
                </a:lnTo>
                <a:lnTo>
                  <a:pt x="366088" y="44550"/>
                </a:lnTo>
                <a:lnTo>
                  <a:pt x="366736" y="44595"/>
                </a:lnTo>
                <a:lnTo>
                  <a:pt x="367376" y="44653"/>
                </a:lnTo>
                <a:lnTo>
                  <a:pt x="368010" y="44724"/>
                </a:lnTo>
                <a:lnTo>
                  <a:pt x="368635" y="44809"/>
                </a:lnTo>
                <a:lnTo>
                  <a:pt x="369253" y="44906"/>
                </a:lnTo>
                <a:lnTo>
                  <a:pt x="369864" y="45016"/>
                </a:lnTo>
                <a:lnTo>
                  <a:pt x="370467" y="45139"/>
                </a:lnTo>
                <a:lnTo>
                  <a:pt x="371063" y="45275"/>
                </a:lnTo>
                <a:lnTo>
                  <a:pt x="371651" y="45424"/>
                </a:lnTo>
                <a:lnTo>
                  <a:pt x="372232" y="45585"/>
                </a:lnTo>
                <a:lnTo>
                  <a:pt x="372806" y="45760"/>
                </a:lnTo>
                <a:lnTo>
                  <a:pt x="373372" y="45948"/>
                </a:lnTo>
                <a:lnTo>
                  <a:pt x="373930" y="46149"/>
                </a:lnTo>
                <a:lnTo>
                  <a:pt x="374481" y="46362"/>
                </a:lnTo>
                <a:lnTo>
                  <a:pt x="375025" y="46589"/>
                </a:lnTo>
                <a:lnTo>
                  <a:pt x="375561" y="46828"/>
                </a:lnTo>
                <a:lnTo>
                  <a:pt x="376089" y="47081"/>
                </a:lnTo>
                <a:lnTo>
                  <a:pt x="376610" y="47346"/>
                </a:lnTo>
                <a:lnTo>
                  <a:pt x="377124" y="47624"/>
                </a:lnTo>
                <a:lnTo>
                  <a:pt x="377630" y="47916"/>
                </a:lnTo>
                <a:lnTo>
                  <a:pt x="378129" y="48220"/>
                </a:lnTo>
                <a:lnTo>
                  <a:pt x="378625" y="48535"/>
                </a:lnTo>
                <a:lnTo>
                  <a:pt x="379110" y="48860"/>
                </a:lnTo>
                <a:lnTo>
                  <a:pt x="379587" y="49195"/>
                </a:lnTo>
                <a:lnTo>
                  <a:pt x="380053" y="49538"/>
                </a:lnTo>
                <a:lnTo>
                  <a:pt x="380510" y="49892"/>
                </a:lnTo>
                <a:lnTo>
                  <a:pt x="380957" y="50254"/>
                </a:lnTo>
                <a:lnTo>
                  <a:pt x="381395" y="50626"/>
                </a:lnTo>
                <a:lnTo>
                  <a:pt x="381823" y="51008"/>
                </a:lnTo>
                <a:lnTo>
                  <a:pt x="382241" y="51399"/>
                </a:lnTo>
                <a:lnTo>
                  <a:pt x="382650" y="51799"/>
                </a:lnTo>
                <a:lnTo>
                  <a:pt x="383048" y="52209"/>
                </a:lnTo>
                <a:lnTo>
                  <a:pt x="383438" y="52628"/>
                </a:lnTo>
                <a:lnTo>
                  <a:pt x="383817" y="53057"/>
                </a:lnTo>
                <a:lnTo>
                  <a:pt x="384187" y="53495"/>
                </a:lnTo>
                <a:lnTo>
                  <a:pt x="384548" y="53942"/>
                </a:lnTo>
                <a:lnTo>
                  <a:pt x="384898" y="54399"/>
                </a:lnTo>
                <a:lnTo>
                  <a:pt x="385239" y="54866"/>
                </a:lnTo>
                <a:lnTo>
                  <a:pt x="385571" y="55342"/>
                </a:lnTo>
                <a:lnTo>
                  <a:pt x="385892" y="55827"/>
                </a:lnTo>
                <a:lnTo>
                  <a:pt x="386204" y="56322"/>
                </a:lnTo>
                <a:lnTo>
                  <a:pt x="386507" y="56826"/>
                </a:lnTo>
                <a:lnTo>
                  <a:pt x="386800" y="57339"/>
                </a:lnTo>
                <a:lnTo>
                  <a:pt x="387083" y="57862"/>
                </a:lnTo>
                <a:lnTo>
                  <a:pt x="387356" y="58395"/>
                </a:lnTo>
                <a:lnTo>
                  <a:pt x="387624" y="58935"/>
                </a:lnTo>
                <a:lnTo>
                  <a:pt x="387881" y="59482"/>
                </a:lnTo>
                <a:lnTo>
                  <a:pt x="388126" y="60034"/>
                </a:lnTo>
                <a:lnTo>
                  <a:pt x="388360" y="60593"/>
                </a:lnTo>
                <a:lnTo>
                  <a:pt x="388583" y="61158"/>
                </a:lnTo>
                <a:lnTo>
                  <a:pt x="388794" y="61729"/>
                </a:lnTo>
                <a:lnTo>
                  <a:pt x="388993" y="62306"/>
                </a:lnTo>
                <a:lnTo>
                  <a:pt x="389182" y="62889"/>
                </a:lnTo>
                <a:lnTo>
                  <a:pt x="389359" y="63478"/>
                </a:lnTo>
                <a:lnTo>
                  <a:pt x="389524" y="64074"/>
                </a:lnTo>
                <a:lnTo>
                  <a:pt x="389678" y="64676"/>
                </a:lnTo>
                <a:lnTo>
                  <a:pt x="389821" y="65283"/>
                </a:lnTo>
                <a:lnTo>
                  <a:pt x="389952" y="65897"/>
                </a:lnTo>
                <a:lnTo>
                  <a:pt x="390072" y="66518"/>
                </a:lnTo>
                <a:lnTo>
                  <a:pt x="390180" y="67144"/>
                </a:lnTo>
                <a:lnTo>
                  <a:pt x="390277" y="67776"/>
                </a:lnTo>
                <a:lnTo>
                  <a:pt x="390363" y="68415"/>
                </a:lnTo>
                <a:lnTo>
                  <a:pt x="390437" y="69060"/>
                </a:lnTo>
                <a:lnTo>
                  <a:pt x="390500" y="69710"/>
                </a:lnTo>
                <a:lnTo>
                  <a:pt x="390551" y="70367"/>
                </a:lnTo>
                <a:lnTo>
                  <a:pt x="390591" y="71031"/>
                </a:lnTo>
                <a:lnTo>
                  <a:pt x="390620" y="71700"/>
                </a:lnTo>
                <a:lnTo>
                  <a:pt x="390637" y="72375"/>
                </a:lnTo>
                <a:lnTo>
                  <a:pt x="390642" y="73057"/>
                </a:lnTo>
                <a:lnTo>
                  <a:pt x="335354" y="73057"/>
                </a:lnTo>
                <a:lnTo>
                  <a:pt x="335377" y="72685"/>
                </a:lnTo>
                <a:lnTo>
                  <a:pt x="335432" y="72032"/>
                </a:lnTo>
                <a:lnTo>
                  <a:pt x="335498" y="71382"/>
                </a:lnTo>
                <a:close/>
                <a:moveTo>
                  <a:pt x="627945" y="131180"/>
                </a:moveTo>
                <a:lnTo>
                  <a:pt x="628978" y="131061"/>
                </a:lnTo>
                <a:lnTo>
                  <a:pt x="629999" y="130919"/>
                </a:lnTo>
                <a:lnTo>
                  <a:pt x="631009" y="130757"/>
                </a:lnTo>
                <a:lnTo>
                  <a:pt x="632007" y="130572"/>
                </a:lnTo>
                <a:lnTo>
                  <a:pt x="632994" y="130366"/>
                </a:lnTo>
                <a:lnTo>
                  <a:pt x="633970" y="130137"/>
                </a:lnTo>
                <a:lnTo>
                  <a:pt x="634934" y="129888"/>
                </a:lnTo>
                <a:lnTo>
                  <a:pt x="635887" y="129616"/>
                </a:lnTo>
                <a:lnTo>
                  <a:pt x="636828" y="129323"/>
                </a:lnTo>
                <a:lnTo>
                  <a:pt x="637758" y="129008"/>
                </a:lnTo>
                <a:lnTo>
                  <a:pt x="638677" y="128671"/>
                </a:lnTo>
                <a:lnTo>
                  <a:pt x="639584" y="128313"/>
                </a:lnTo>
                <a:lnTo>
                  <a:pt x="640480" y="127932"/>
                </a:lnTo>
                <a:lnTo>
                  <a:pt x="641364" y="127530"/>
                </a:lnTo>
                <a:lnTo>
                  <a:pt x="642237" y="127107"/>
                </a:lnTo>
                <a:lnTo>
                  <a:pt x="643098" y="126662"/>
                </a:lnTo>
                <a:lnTo>
                  <a:pt x="643948" y="126194"/>
                </a:lnTo>
                <a:lnTo>
                  <a:pt x="644787" y="125706"/>
                </a:lnTo>
                <a:lnTo>
                  <a:pt x="645614" y="125195"/>
                </a:lnTo>
                <a:lnTo>
                  <a:pt x="646434" y="124665"/>
                </a:lnTo>
                <a:lnTo>
                  <a:pt x="647237" y="124118"/>
                </a:lnTo>
                <a:lnTo>
                  <a:pt x="648026" y="123553"/>
                </a:lnTo>
                <a:lnTo>
                  <a:pt x="648799" y="122971"/>
                </a:lnTo>
                <a:lnTo>
                  <a:pt x="649557" y="122372"/>
                </a:lnTo>
                <a:lnTo>
                  <a:pt x="650299" y="121755"/>
                </a:lnTo>
                <a:lnTo>
                  <a:pt x="651026" y="121121"/>
                </a:lnTo>
                <a:lnTo>
                  <a:pt x="651738" y="120469"/>
                </a:lnTo>
                <a:lnTo>
                  <a:pt x="652434" y="119801"/>
                </a:lnTo>
                <a:lnTo>
                  <a:pt x="653115" y="119115"/>
                </a:lnTo>
                <a:lnTo>
                  <a:pt x="653780" y="118411"/>
                </a:lnTo>
                <a:lnTo>
                  <a:pt x="654431" y="117690"/>
                </a:lnTo>
                <a:lnTo>
                  <a:pt x="655065" y="116952"/>
                </a:lnTo>
                <a:lnTo>
                  <a:pt x="655685" y="116197"/>
                </a:lnTo>
                <a:lnTo>
                  <a:pt x="656289" y="115424"/>
                </a:lnTo>
                <a:lnTo>
                  <a:pt x="656878" y="114634"/>
                </a:lnTo>
                <a:lnTo>
                  <a:pt x="657451" y="113827"/>
                </a:lnTo>
                <a:lnTo>
                  <a:pt x="658009" y="113002"/>
                </a:lnTo>
                <a:lnTo>
                  <a:pt x="658552" y="112160"/>
                </a:lnTo>
                <a:lnTo>
                  <a:pt x="659079" y="111300"/>
                </a:lnTo>
                <a:lnTo>
                  <a:pt x="659591" y="110424"/>
                </a:lnTo>
                <a:lnTo>
                  <a:pt x="660088" y="109530"/>
                </a:lnTo>
                <a:lnTo>
                  <a:pt x="660569" y="108618"/>
                </a:lnTo>
                <a:lnTo>
                  <a:pt x="661035" y="107689"/>
                </a:lnTo>
                <a:lnTo>
                  <a:pt x="661489" y="106745"/>
                </a:lnTo>
                <a:lnTo>
                  <a:pt x="661923" y="105788"/>
                </a:lnTo>
                <a:lnTo>
                  <a:pt x="662338" y="104818"/>
                </a:lnTo>
                <a:lnTo>
                  <a:pt x="662734" y="103834"/>
                </a:lnTo>
                <a:lnTo>
                  <a:pt x="663111" y="102838"/>
                </a:lnTo>
                <a:lnTo>
                  <a:pt x="663468" y="101828"/>
                </a:lnTo>
                <a:lnTo>
                  <a:pt x="663806" y="100805"/>
                </a:lnTo>
                <a:lnTo>
                  <a:pt x="664124" y="99769"/>
                </a:lnTo>
                <a:lnTo>
                  <a:pt x="664424" y="98719"/>
                </a:lnTo>
                <a:lnTo>
                  <a:pt x="664704" y="97657"/>
                </a:lnTo>
                <a:lnTo>
                  <a:pt x="664964" y="96581"/>
                </a:lnTo>
                <a:lnTo>
                  <a:pt x="665206" y="95492"/>
                </a:lnTo>
                <a:lnTo>
                  <a:pt x="665428" y="94390"/>
                </a:lnTo>
                <a:lnTo>
                  <a:pt x="665631" y="93275"/>
                </a:lnTo>
                <a:lnTo>
                  <a:pt x="665814" y="92147"/>
                </a:lnTo>
                <a:lnTo>
                  <a:pt x="665978" y="91005"/>
                </a:lnTo>
                <a:lnTo>
                  <a:pt x="666123" y="89850"/>
                </a:lnTo>
                <a:lnTo>
                  <a:pt x="666249" y="88683"/>
                </a:lnTo>
                <a:lnTo>
                  <a:pt x="666355" y="87502"/>
                </a:lnTo>
                <a:lnTo>
                  <a:pt x="666442" y="86307"/>
                </a:lnTo>
                <a:lnTo>
                  <a:pt x="666509" y="85100"/>
                </a:lnTo>
                <a:lnTo>
                  <a:pt x="666558" y="83879"/>
                </a:lnTo>
                <a:lnTo>
                  <a:pt x="666586" y="82646"/>
                </a:lnTo>
                <a:lnTo>
                  <a:pt x="666596" y="81399"/>
                </a:lnTo>
                <a:lnTo>
                  <a:pt x="666586" y="80142"/>
                </a:lnTo>
                <a:lnTo>
                  <a:pt x="666558" y="78898"/>
                </a:lnTo>
                <a:lnTo>
                  <a:pt x="666509" y="77667"/>
                </a:lnTo>
                <a:lnTo>
                  <a:pt x="666442" y="76450"/>
                </a:lnTo>
                <a:lnTo>
                  <a:pt x="666355" y="75246"/>
                </a:lnTo>
                <a:lnTo>
                  <a:pt x="666249" y="74056"/>
                </a:lnTo>
                <a:lnTo>
                  <a:pt x="666123" y="72879"/>
                </a:lnTo>
                <a:lnTo>
                  <a:pt x="665978" y="71716"/>
                </a:lnTo>
                <a:lnTo>
                  <a:pt x="665814" y="70565"/>
                </a:lnTo>
                <a:lnTo>
                  <a:pt x="665631" y="69429"/>
                </a:lnTo>
                <a:lnTo>
                  <a:pt x="665428" y="68305"/>
                </a:lnTo>
                <a:lnTo>
                  <a:pt x="665206" y="67195"/>
                </a:lnTo>
                <a:lnTo>
                  <a:pt x="664964" y="66099"/>
                </a:lnTo>
                <a:lnTo>
                  <a:pt x="664704" y="65015"/>
                </a:lnTo>
                <a:lnTo>
                  <a:pt x="664424" y="63945"/>
                </a:lnTo>
                <a:lnTo>
                  <a:pt x="664124" y="62889"/>
                </a:lnTo>
                <a:lnTo>
                  <a:pt x="663806" y="61846"/>
                </a:lnTo>
                <a:lnTo>
                  <a:pt x="663468" y="60816"/>
                </a:lnTo>
                <a:lnTo>
                  <a:pt x="663111" y="59800"/>
                </a:lnTo>
                <a:lnTo>
                  <a:pt x="662734" y="58797"/>
                </a:lnTo>
                <a:lnTo>
                  <a:pt x="662338" y="57807"/>
                </a:lnTo>
                <a:lnTo>
                  <a:pt x="661923" y="56831"/>
                </a:lnTo>
                <a:lnTo>
                  <a:pt x="661489" y="55868"/>
                </a:lnTo>
                <a:lnTo>
                  <a:pt x="661035" y="54919"/>
                </a:lnTo>
                <a:lnTo>
                  <a:pt x="660569" y="53985"/>
                </a:lnTo>
                <a:lnTo>
                  <a:pt x="660088" y="53069"/>
                </a:lnTo>
                <a:lnTo>
                  <a:pt x="659591" y="52170"/>
                </a:lnTo>
                <a:lnTo>
                  <a:pt x="659079" y="51289"/>
                </a:lnTo>
                <a:lnTo>
                  <a:pt x="658552" y="50425"/>
                </a:lnTo>
                <a:lnTo>
                  <a:pt x="658009" y="49579"/>
                </a:lnTo>
                <a:lnTo>
                  <a:pt x="657451" y="48750"/>
                </a:lnTo>
                <a:lnTo>
                  <a:pt x="656878" y="47939"/>
                </a:lnTo>
                <a:lnTo>
                  <a:pt x="656289" y="47146"/>
                </a:lnTo>
                <a:lnTo>
                  <a:pt x="655685" y="46370"/>
                </a:lnTo>
                <a:lnTo>
                  <a:pt x="655065" y="45611"/>
                </a:lnTo>
                <a:lnTo>
                  <a:pt x="654431" y="44871"/>
                </a:lnTo>
                <a:lnTo>
                  <a:pt x="653780" y="44147"/>
                </a:lnTo>
                <a:lnTo>
                  <a:pt x="653115" y="43442"/>
                </a:lnTo>
                <a:lnTo>
                  <a:pt x="652434" y="42753"/>
                </a:lnTo>
                <a:lnTo>
                  <a:pt x="651738" y="42083"/>
                </a:lnTo>
                <a:lnTo>
                  <a:pt x="651026" y="41430"/>
                </a:lnTo>
                <a:lnTo>
                  <a:pt x="650299" y="40794"/>
                </a:lnTo>
                <a:lnTo>
                  <a:pt x="649557" y="40176"/>
                </a:lnTo>
                <a:lnTo>
                  <a:pt x="648799" y="39576"/>
                </a:lnTo>
                <a:lnTo>
                  <a:pt x="648026" y="38993"/>
                </a:lnTo>
                <a:lnTo>
                  <a:pt x="647237" y="38428"/>
                </a:lnTo>
                <a:lnTo>
                  <a:pt x="646434" y="37880"/>
                </a:lnTo>
                <a:lnTo>
                  <a:pt x="645614" y="37350"/>
                </a:lnTo>
                <a:lnTo>
                  <a:pt x="644787" y="36839"/>
                </a:lnTo>
                <a:lnTo>
                  <a:pt x="643948" y="36351"/>
                </a:lnTo>
                <a:lnTo>
                  <a:pt x="643098" y="35884"/>
                </a:lnTo>
                <a:lnTo>
                  <a:pt x="642237" y="35438"/>
                </a:lnTo>
                <a:lnTo>
                  <a:pt x="641364" y="35015"/>
                </a:lnTo>
                <a:lnTo>
                  <a:pt x="640480" y="34613"/>
                </a:lnTo>
                <a:lnTo>
                  <a:pt x="639584" y="34233"/>
                </a:lnTo>
                <a:lnTo>
                  <a:pt x="638677" y="33874"/>
                </a:lnTo>
                <a:lnTo>
                  <a:pt x="637758" y="33537"/>
                </a:lnTo>
                <a:lnTo>
                  <a:pt x="636828" y="33222"/>
                </a:lnTo>
                <a:lnTo>
                  <a:pt x="635887" y="32929"/>
                </a:lnTo>
                <a:lnTo>
                  <a:pt x="634934" y="32658"/>
                </a:lnTo>
                <a:lnTo>
                  <a:pt x="633970" y="32408"/>
                </a:lnTo>
                <a:lnTo>
                  <a:pt x="632994" y="32180"/>
                </a:lnTo>
                <a:lnTo>
                  <a:pt x="632007" y="31973"/>
                </a:lnTo>
                <a:lnTo>
                  <a:pt x="631009" y="31789"/>
                </a:lnTo>
                <a:lnTo>
                  <a:pt x="629999" y="31626"/>
                </a:lnTo>
                <a:lnTo>
                  <a:pt x="628978" y="31484"/>
                </a:lnTo>
                <a:lnTo>
                  <a:pt x="627945" y="31365"/>
                </a:lnTo>
                <a:lnTo>
                  <a:pt x="626901" y="31267"/>
                </a:lnTo>
                <a:lnTo>
                  <a:pt x="625845" y="31191"/>
                </a:lnTo>
                <a:lnTo>
                  <a:pt x="624778" y="31137"/>
                </a:lnTo>
                <a:lnTo>
                  <a:pt x="623700" y="31104"/>
                </a:lnTo>
                <a:lnTo>
                  <a:pt x="622610" y="31093"/>
                </a:lnTo>
                <a:lnTo>
                  <a:pt x="621521" y="31104"/>
                </a:lnTo>
                <a:lnTo>
                  <a:pt x="620442" y="31137"/>
                </a:lnTo>
                <a:lnTo>
                  <a:pt x="619374" y="31191"/>
                </a:lnTo>
                <a:lnTo>
                  <a:pt x="618318" y="31267"/>
                </a:lnTo>
                <a:lnTo>
                  <a:pt x="617273" y="31365"/>
                </a:lnTo>
                <a:lnTo>
                  <a:pt x="616239" y="31484"/>
                </a:lnTo>
                <a:lnTo>
                  <a:pt x="615217" y="31626"/>
                </a:lnTo>
                <a:lnTo>
                  <a:pt x="614205" y="31789"/>
                </a:lnTo>
                <a:lnTo>
                  <a:pt x="613205" y="31973"/>
                </a:lnTo>
                <a:lnTo>
                  <a:pt x="612216" y="32180"/>
                </a:lnTo>
                <a:lnTo>
                  <a:pt x="611238" y="32408"/>
                </a:lnTo>
                <a:lnTo>
                  <a:pt x="610271" y="32658"/>
                </a:lnTo>
                <a:lnTo>
                  <a:pt x="609315" y="32929"/>
                </a:lnTo>
                <a:lnTo>
                  <a:pt x="608371" y="33222"/>
                </a:lnTo>
                <a:lnTo>
                  <a:pt x="607438" y="33537"/>
                </a:lnTo>
                <a:lnTo>
                  <a:pt x="606516" y="33874"/>
                </a:lnTo>
                <a:lnTo>
                  <a:pt x="605605" y="34233"/>
                </a:lnTo>
                <a:lnTo>
                  <a:pt x="604706" y="34613"/>
                </a:lnTo>
                <a:lnTo>
                  <a:pt x="603817" y="35015"/>
                </a:lnTo>
                <a:lnTo>
                  <a:pt x="602940" y="35438"/>
                </a:lnTo>
                <a:lnTo>
                  <a:pt x="602074" y="35884"/>
                </a:lnTo>
                <a:lnTo>
                  <a:pt x="601219" y="36351"/>
                </a:lnTo>
                <a:lnTo>
                  <a:pt x="600376" y="36839"/>
                </a:lnTo>
                <a:lnTo>
                  <a:pt x="599543" y="37350"/>
                </a:lnTo>
                <a:lnTo>
                  <a:pt x="598729" y="37880"/>
                </a:lnTo>
                <a:lnTo>
                  <a:pt x="597930" y="38428"/>
                </a:lnTo>
                <a:lnTo>
                  <a:pt x="597146" y="38993"/>
                </a:lnTo>
                <a:lnTo>
                  <a:pt x="596376" y="39576"/>
                </a:lnTo>
                <a:lnTo>
                  <a:pt x="595622" y="40176"/>
                </a:lnTo>
                <a:lnTo>
                  <a:pt x="594882" y="40794"/>
                </a:lnTo>
                <a:lnTo>
                  <a:pt x="594158" y="41430"/>
                </a:lnTo>
                <a:lnTo>
                  <a:pt x="593448" y="42083"/>
                </a:lnTo>
                <a:lnTo>
                  <a:pt x="592753" y="42753"/>
                </a:lnTo>
                <a:lnTo>
                  <a:pt x="592073" y="43442"/>
                </a:lnTo>
                <a:lnTo>
                  <a:pt x="591409" y="44147"/>
                </a:lnTo>
                <a:lnTo>
                  <a:pt x="590759" y="44871"/>
                </a:lnTo>
                <a:lnTo>
                  <a:pt x="590124" y="45611"/>
                </a:lnTo>
                <a:lnTo>
                  <a:pt x="589503" y="46370"/>
                </a:lnTo>
                <a:lnTo>
                  <a:pt x="588898" y="47146"/>
                </a:lnTo>
                <a:lnTo>
                  <a:pt x="588308" y="47939"/>
                </a:lnTo>
                <a:lnTo>
                  <a:pt x="587733" y="48750"/>
                </a:lnTo>
                <a:lnTo>
                  <a:pt x="587172" y="49579"/>
                </a:lnTo>
                <a:lnTo>
                  <a:pt x="586627" y="50425"/>
                </a:lnTo>
                <a:lnTo>
                  <a:pt x="586096" y="51289"/>
                </a:lnTo>
                <a:lnTo>
                  <a:pt x="585580" y="52170"/>
                </a:lnTo>
                <a:lnTo>
                  <a:pt x="585080" y="53069"/>
                </a:lnTo>
                <a:lnTo>
                  <a:pt x="584594" y="53985"/>
                </a:lnTo>
                <a:lnTo>
                  <a:pt x="584123" y="54919"/>
                </a:lnTo>
                <a:lnTo>
                  <a:pt x="583674" y="55868"/>
                </a:lnTo>
                <a:lnTo>
                  <a:pt x="583245" y="56831"/>
                </a:lnTo>
                <a:lnTo>
                  <a:pt x="582834" y="57807"/>
                </a:lnTo>
                <a:lnTo>
                  <a:pt x="582443" y="58797"/>
                </a:lnTo>
                <a:lnTo>
                  <a:pt x="582071" y="59800"/>
                </a:lnTo>
                <a:lnTo>
                  <a:pt x="581717" y="60816"/>
                </a:lnTo>
                <a:lnTo>
                  <a:pt x="581383" y="61846"/>
                </a:lnTo>
                <a:lnTo>
                  <a:pt x="581068" y="62889"/>
                </a:lnTo>
                <a:lnTo>
                  <a:pt x="580772" y="63945"/>
                </a:lnTo>
                <a:lnTo>
                  <a:pt x="580496" y="65015"/>
                </a:lnTo>
                <a:lnTo>
                  <a:pt x="580238" y="66099"/>
                </a:lnTo>
                <a:lnTo>
                  <a:pt x="579999" y="67195"/>
                </a:lnTo>
                <a:lnTo>
                  <a:pt x="579780" y="68305"/>
                </a:lnTo>
                <a:lnTo>
                  <a:pt x="579579" y="69429"/>
                </a:lnTo>
                <a:lnTo>
                  <a:pt x="579398" y="70565"/>
                </a:lnTo>
                <a:lnTo>
                  <a:pt x="579236" y="71716"/>
                </a:lnTo>
                <a:lnTo>
                  <a:pt x="579092" y="72879"/>
                </a:lnTo>
                <a:lnTo>
                  <a:pt x="578968" y="74056"/>
                </a:lnTo>
                <a:lnTo>
                  <a:pt x="578863" y="75246"/>
                </a:lnTo>
                <a:lnTo>
                  <a:pt x="578777" y="76450"/>
                </a:lnTo>
                <a:lnTo>
                  <a:pt x="578711" y="77667"/>
                </a:lnTo>
                <a:lnTo>
                  <a:pt x="578663" y="78898"/>
                </a:lnTo>
                <a:lnTo>
                  <a:pt x="578634" y="80142"/>
                </a:lnTo>
                <a:lnTo>
                  <a:pt x="578625" y="81399"/>
                </a:lnTo>
                <a:lnTo>
                  <a:pt x="578634" y="82646"/>
                </a:lnTo>
                <a:lnTo>
                  <a:pt x="578663" y="83879"/>
                </a:lnTo>
                <a:lnTo>
                  <a:pt x="578711" y="85100"/>
                </a:lnTo>
                <a:lnTo>
                  <a:pt x="578777" y="86307"/>
                </a:lnTo>
                <a:lnTo>
                  <a:pt x="578863" y="87502"/>
                </a:lnTo>
                <a:lnTo>
                  <a:pt x="578968" y="88683"/>
                </a:lnTo>
                <a:lnTo>
                  <a:pt x="579092" y="89850"/>
                </a:lnTo>
                <a:lnTo>
                  <a:pt x="579236" y="91005"/>
                </a:lnTo>
                <a:lnTo>
                  <a:pt x="579398" y="92147"/>
                </a:lnTo>
                <a:lnTo>
                  <a:pt x="579579" y="93275"/>
                </a:lnTo>
                <a:lnTo>
                  <a:pt x="579780" y="94390"/>
                </a:lnTo>
                <a:lnTo>
                  <a:pt x="579999" y="95492"/>
                </a:lnTo>
                <a:lnTo>
                  <a:pt x="580238" y="96581"/>
                </a:lnTo>
                <a:lnTo>
                  <a:pt x="580496" y="97657"/>
                </a:lnTo>
                <a:lnTo>
                  <a:pt x="580772" y="98719"/>
                </a:lnTo>
                <a:lnTo>
                  <a:pt x="581068" y="99769"/>
                </a:lnTo>
                <a:lnTo>
                  <a:pt x="581383" y="100805"/>
                </a:lnTo>
                <a:lnTo>
                  <a:pt x="581717" y="101828"/>
                </a:lnTo>
                <a:lnTo>
                  <a:pt x="582071" y="102838"/>
                </a:lnTo>
                <a:lnTo>
                  <a:pt x="582443" y="103834"/>
                </a:lnTo>
                <a:lnTo>
                  <a:pt x="582834" y="104818"/>
                </a:lnTo>
                <a:lnTo>
                  <a:pt x="583245" y="105788"/>
                </a:lnTo>
                <a:lnTo>
                  <a:pt x="583674" y="106745"/>
                </a:lnTo>
                <a:lnTo>
                  <a:pt x="584123" y="107689"/>
                </a:lnTo>
                <a:lnTo>
                  <a:pt x="584594" y="108618"/>
                </a:lnTo>
                <a:lnTo>
                  <a:pt x="585080" y="109530"/>
                </a:lnTo>
                <a:lnTo>
                  <a:pt x="585580" y="110424"/>
                </a:lnTo>
                <a:lnTo>
                  <a:pt x="586096" y="111300"/>
                </a:lnTo>
                <a:lnTo>
                  <a:pt x="586627" y="112160"/>
                </a:lnTo>
                <a:lnTo>
                  <a:pt x="587172" y="113002"/>
                </a:lnTo>
                <a:lnTo>
                  <a:pt x="587733" y="113827"/>
                </a:lnTo>
                <a:lnTo>
                  <a:pt x="588308" y="114634"/>
                </a:lnTo>
                <a:lnTo>
                  <a:pt x="588898" y="115424"/>
                </a:lnTo>
                <a:lnTo>
                  <a:pt x="589503" y="116197"/>
                </a:lnTo>
                <a:lnTo>
                  <a:pt x="590124" y="116952"/>
                </a:lnTo>
                <a:lnTo>
                  <a:pt x="590759" y="117690"/>
                </a:lnTo>
                <a:lnTo>
                  <a:pt x="591409" y="118411"/>
                </a:lnTo>
                <a:lnTo>
                  <a:pt x="592073" y="119115"/>
                </a:lnTo>
                <a:lnTo>
                  <a:pt x="592753" y="119801"/>
                </a:lnTo>
                <a:lnTo>
                  <a:pt x="593448" y="120469"/>
                </a:lnTo>
                <a:lnTo>
                  <a:pt x="594158" y="121121"/>
                </a:lnTo>
                <a:lnTo>
                  <a:pt x="594882" y="121755"/>
                </a:lnTo>
                <a:lnTo>
                  <a:pt x="595622" y="122372"/>
                </a:lnTo>
                <a:lnTo>
                  <a:pt x="596376" y="122971"/>
                </a:lnTo>
                <a:lnTo>
                  <a:pt x="597146" y="123553"/>
                </a:lnTo>
                <a:lnTo>
                  <a:pt x="597930" y="124118"/>
                </a:lnTo>
                <a:lnTo>
                  <a:pt x="598729" y="124665"/>
                </a:lnTo>
                <a:lnTo>
                  <a:pt x="599543" y="125195"/>
                </a:lnTo>
                <a:lnTo>
                  <a:pt x="600376" y="125706"/>
                </a:lnTo>
                <a:lnTo>
                  <a:pt x="601219" y="126194"/>
                </a:lnTo>
                <a:lnTo>
                  <a:pt x="602074" y="126662"/>
                </a:lnTo>
                <a:lnTo>
                  <a:pt x="602940" y="127107"/>
                </a:lnTo>
                <a:lnTo>
                  <a:pt x="603817" y="127530"/>
                </a:lnTo>
                <a:lnTo>
                  <a:pt x="604706" y="127932"/>
                </a:lnTo>
                <a:lnTo>
                  <a:pt x="605605" y="128313"/>
                </a:lnTo>
                <a:lnTo>
                  <a:pt x="606516" y="128671"/>
                </a:lnTo>
                <a:lnTo>
                  <a:pt x="607438" y="129008"/>
                </a:lnTo>
                <a:lnTo>
                  <a:pt x="608371" y="129323"/>
                </a:lnTo>
                <a:lnTo>
                  <a:pt x="609315" y="129616"/>
                </a:lnTo>
                <a:lnTo>
                  <a:pt x="610271" y="129888"/>
                </a:lnTo>
                <a:lnTo>
                  <a:pt x="611238" y="130137"/>
                </a:lnTo>
                <a:lnTo>
                  <a:pt x="612216" y="130366"/>
                </a:lnTo>
                <a:lnTo>
                  <a:pt x="613205" y="130572"/>
                </a:lnTo>
                <a:lnTo>
                  <a:pt x="614205" y="130757"/>
                </a:lnTo>
                <a:lnTo>
                  <a:pt x="615217" y="130919"/>
                </a:lnTo>
                <a:lnTo>
                  <a:pt x="616239" y="131061"/>
                </a:lnTo>
                <a:lnTo>
                  <a:pt x="617273" y="131180"/>
                </a:lnTo>
                <a:lnTo>
                  <a:pt x="618318" y="131278"/>
                </a:lnTo>
                <a:lnTo>
                  <a:pt x="619374" y="131354"/>
                </a:lnTo>
                <a:lnTo>
                  <a:pt x="620442" y="131408"/>
                </a:lnTo>
                <a:lnTo>
                  <a:pt x="621521" y="131441"/>
                </a:lnTo>
                <a:lnTo>
                  <a:pt x="622610" y="131452"/>
                </a:lnTo>
                <a:lnTo>
                  <a:pt x="623700" y="131441"/>
                </a:lnTo>
                <a:lnTo>
                  <a:pt x="624778" y="131408"/>
                </a:lnTo>
                <a:lnTo>
                  <a:pt x="625845" y="131354"/>
                </a:lnTo>
                <a:lnTo>
                  <a:pt x="626901" y="131278"/>
                </a:lnTo>
                <a:lnTo>
                  <a:pt x="627945" y="131180"/>
                </a:lnTo>
                <a:close/>
                <a:moveTo>
                  <a:pt x="618603" y="117832"/>
                </a:moveTo>
                <a:lnTo>
                  <a:pt x="617839" y="117734"/>
                </a:lnTo>
                <a:lnTo>
                  <a:pt x="617087" y="117618"/>
                </a:lnTo>
                <a:lnTo>
                  <a:pt x="616347" y="117485"/>
                </a:lnTo>
                <a:lnTo>
                  <a:pt x="615619" y="117334"/>
                </a:lnTo>
                <a:lnTo>
                  <a:pt x="614904" y="117165"/>
                </a:lnTo>
                <a:lnTo>
                  <a:pt x="614201" y="116978"/>
                </a:lnTo>
                <a:lnTo>
                  <a:pt x="613510" y="116774"/>
                </a:lnTo>
                <a:lnTo>
                  <a:pt x="612831" y="116552"/>
                </a:lnTo>
                <a:lnTo>
                  <a:pt x="612165" y="116312"/>
                </a:lnTo>
                <a:lnTo>
                  <a:pt x="611511" y="116054"/>
                </a:lnTo>
                <a:lnTo>
                  <a:pt x="610870" y="115779"/>
                </a:lnTo>
                <a:lnTo>
                  <a:pt x="610240" y="115485"/>
                </a:lnTo>
                <a:lnTo>
                  <a:pt x="609623" y="115174"/>
                </a:lnTo>
                <a:lnTo>
                  <a:pt x="609018" y="114845"/>
                </a:lnTo>
                <a:lnTo>
                  <a:pt x="608426" y="114499"/>
                </a:lnTo>
                <a:lnTo>
                  <a:pt x="607846" y="114135"/>
                </a:lnTo>
                <a:lnTo>
                  <a:pt x="607278" y="113752"/>
                </a:lnTo>
                <a:lnTo>
                  <a:pt x="606722" y="113352"/>
                </a:lnTo>
                <a:lnTo>
                  <a:pt x="606179" y="112935"/>
                </a:lnTo>
                <a:lnTo>
                  <a:pt x="605647" y="112503"/>
                </a:lnTo>
                <a:lnTo>
                  <a:pt x="605128" y="112059"/>
                </a:lnTo>
                <a:lnTo>
                  <a:pt x="604620" y="111605"/>
                </a:lnTo>
                <a:lnTo>
                  <a:pt x="604123" y="111139"/>
                </a:lnTo>
                <a:lnTo>
                  <a:pt x="603638" y="110662"/>
                </a:lnTo>
                <a:lnTo>
                  <a:pt x="603165" y="110174"/>
                </a:lnTo>
                <a:lnTo>
                  <a:pt x="602704" y="109674"/>
                </a:lnTo>
                <a:lnTo>
                  <a:pt x="602254" y="109164"/>
                </a:lnTo>
                <a:lnTo>
                  <a:pt x="601815" y="108642"/>
                </a:lnTo>
                <a:lnTo>
                  <a:pt x="601389" y="108109"/>
                </a:lnTo>
                <a:lnTo>
                  <a:pt x="600974" y="107565"/>
                </a:lnTo>
                <a:lnTo>
                  <a:pt x="600570" y="107010"/>
                </a:lnTo>
                <a:lnTo>
                  <a:pt x="600178" y="106443"/>
                </a:lnTo>
                <a:lnTo>
                  <a:pt x="599798" y="105866"/>
                </a:lnTo>
                <a:lnTo>
                  <a:pt x="599430" y="105277"/>
                </a:lnTo>
                <a:lnTo>
                  <a:pt x="599073" y="104677"/>
                </a:lnTo>
                <a:lnTo>
                  <a:pt x="598727" y="104066"/>
                </a:lnTo>
                <a:lnTo>
                  <a:pt x="598394" y="103443"/>
                </a:lnTo>
                <a:lnTo>
                  <a:pt x="598072" y="102810"/>
                </a:lnTo>
                <a:lnTo>
                  <a:pt x="597761" y="102165"/>
                </a:lnTo>
                <a:lnTo>
                  <a:pt x="597463" y="101509"/>
                </a:lnTo>
                <a:lnTo>
                  <a:pt x="597175" y="100842"/>
                </a:lnTo>
                <a:lnTo>
                  <a:pt x="596900" y="100163"/>
                </a:lnTo>
                <a:lnTo>
                  <a:pt x="596636" y="99474"/>
                </a:lnTo>
                <a:lnTo>
                  <a:pt x="596383" y="98776"/>
                </a:lnTo>
                <a:lnTo>
                  <a:pt x="596141" y="98074"/>
                </a:lnTo>
                <a:lnTo>
                  <a:pt x="595910" y="97366"/>
                </a:lnTo>
                <a:lnTo>
                  <a:pt x="595690" y="96654"/>
                </a:lnTo>
                <a:lnTo>
                  <a:pt x="595480" y="95937"/>
                </a:lnTo>
                <a:lnTo>
                  <a:pt x="595281" y="95216"/>
                </a:lnTo>
                <a:lnTo>
                  <a:pt x="595093" y="94489"/>
                </a:lnTo>
                <a:lnTo>
                  <a:pt x="594916" y="93758"/>
                </a:lnTo>
                <a:lnTo>
                  <a:pt x="594749" y="93021"/>
                </a:lnTo>
                <a:lnTo>
                  <a:pt x="594593" y="92280"/>
                </a:lnTo>
                <a:lnTo>
                  <a:pt x="594448" y="91535"/>
                </a:lnTo>
                <a:lnTo>
                  <a:pt x="594313" y="90784"/>
                </a:lnTo>
                <a:lnTo>
                  <a:pt x="594190" y="90028"/>
                </a:lnTo>
                <a:lnTo>
                  <a:pt x="594077" y="89268"/>
                </a:lnTo>
                <a:lnTo>
                  <a:pt x="593975" y="88503"/>
                </a:lnTo>
                <a:lnTo>
                  <a:pt x="593883" y="87733"/>
                </a:lnTo>
                <a:lnTo>
                  <a:pt x="593803" y="86958"/>
                </a:lnTo>
                <a:lnTo>
                  <a:pt x="593733" y="86178"/>
                </a:lnTo>
                <a:lnTo>
                  <a:pt x="593674" y="85394"/>
                </a:lnTo>
                <a:lnTo>
                  <a:pt x="593625" y="84604"/>
                </a:lnTo>
                <a:lnTo>
                  <a:pt x="593588" y="83810"/>
                </a:lnTo>
                <a:lnTo>
                  <a:pt x="593561" y="83011"/>
                </a:lnTo>
                <a:lnTo>
                  <a:pt x="593545" y="82208"/>
                </a:lnTo>
                <a:lnTo>
                  <a:pt x="593539" y="81399"/>
                </a:lnTo>
                <a:lnTo>
                  <a:pt x="593545" y="80590"/>
                </a:lnTo>
                <a:lnTo>
                  <a:pt x="593561" y="79786"/>
                </a:lnTo>
                <a:lnTo>
                  <a:pt x="593588" y="78987"/>
                </a:lnTo>
                <a:lnTo>
                  <a:pt x="593625" y="78192"/>
                </a:lnTo>
                <a:lnTo>
                  <a:pt x="593674" y="77401"/>
                </a:lnTo>
                <a:lnTo>
                  <a:pt x="593733" y="76616"/>
                </a:lnTo>
                <a:lnTo>
                  <a:pt x="593803" y="75835"/>
                </a:lnTo>
                <a:lnTo>
                  <a:pt x="593883" y="75058"/>
                </a:lnTo>
                <a:lnTo>
                  <a:pt x="593975" y="74286"/>
                </a:lnTo>
                <a:lnTo>
                  <a:pt x="594077" y="73519"/>
                </a:lnTo>
                <a:lnTo>
                  <a:pt x="594190" y="72756"/>
                </a:lnTo>
                <a:lnTo>
                  <a:pt x="594313" y="71998"/>
                </a:lnTo>
                <a:lnTo>
                  <a:pt x="594448" y="71245"/>
                </a:lnTo>
                <a:lnTo>
                  <a:pt x="594593" y="70496"/>
                </a:lnTo>
                <a:lnTo>
                  <a:pt x="594749" y="69752"/>
                </a:lnTo>
                <a:lnTo>
                  <a:pt x="594916" y="69012"/>
                </a:lnTo>
                <a:lnTo>
                  <a:pt x="595093" y="68277"/>
                </a:lnTo>
                <a:lnTo>
                  <a:pt x="595281" y="67547"/>
                </a:lnTo>
                <a:lnTo>
                  <a:pt x="595480" y="66821"/>
                </a:lnTo>
                <a:lnTo>
                  <a:pt x="595690" y="66100"/>
                </a:lnTo>
                <a:lnTo>
                  <a:pt x="595910" y="65383"/>
                </a:lnTo>
                <a:lnTo>
                  <a:pt x="596141" y="64671"/>
                </a:lnTo>
                <a:lnTo>
                  <a:pt x="596383" y="63964"/>
                </a:lnTo>
                <a:lnTo>
                  <a:pt x="596636" y="63261"/>
                </a:lnTo>
                <a:lnTo>
                  <a:pt x="596900" y="62566"/>
                </a:lnTo>
                <a:lnTo>
                  <a:pt x="597175" y="61883"/>
                </a:lnTo>
                <a:lnTo>
                  <a:pt x="597463" y="61210"/>
                </a:lnTo>
                <a:lnTo>
                  <a:pt x="597761" y="60549"/>
                </a:lnTo>
                <a:lnTo>
                  <a:pt x="598072" y="59899"/>
                </a:lnTo>
                <a:lnTo>
                  <a:pt x="598394" y="59260"/>
                </a:lnTo>
                <a:lnTo>
                  <a:pt x="598727" y="58632"/>
                </a:lnTo>
                <a:lnTo>
                  <a:pt x="599073" y="58016"/>
                </a:lnTo>
                <a:lnTo>
                  <a:pt x="599430" y="57410"/>
                </a:lnTo>
                <a:lnTo>
                  <a:pt x="599798" y="56816"/>
                </a:lnTo>
                <a:lnTo>
                  <a:pt x="600178" y="56233"/>
                </a:lnTo>
                <a:lnTo>
                  <a:pt x="600570" y="55662"/>
                </a:lnTo>
                <a:lnTo>
                  <a:pt x="600974" y="55101"/>
                </a:lnTo>
                <a:lnTo>
                  <a:pt x="601389" y="54552"/>
                </a:lnTo>
                <a:lnTo>
                  <a:pt x="601815" y="54014"/>
                </a:lnTo>
                <a:lnTo>
                  <a:pt x="602254" y="53487"/>
                </a:lnTo>
                <a:lnTo>
                  <a:pt x="602704" y="52971"/>
                </a:lnTo>
                <a:lnTo>
                  <a:pt x="603165" y="52466"/>
                </a:lnTo>
                <a:lnTo>
                  <a:pt x="603638" y="51973"/>
                </a:lnTo>
                <a:lnTo>
                  <a:pt x="604123" y="51491"/>
                </a:lnTo>
                <a:lnTo>
                  <a:pt x="604620" y="51020"/>
                </a:lnTo>
                <a:lnTo>
                  <a:pt x="605128" y="50560"/>
                </a:lnTo>
                <a:lnTo>
                  <a:pt x="605647" y="50111"/>
                </a:lnTo>
                <a:lnTo>
                  <a:pt x="606179" y="49674"/>
                </a:lnTo>
                <a:lnTo>
                  <a:pt x="606722" y="49251"/>
                </a:lnTo>
                <a:lnTo>
                  <a:pt x="607278" y="48846"/>
                </a:lnTo>
                <a:lnTo>
                  <a:pt x="607846" y="48459"/>
                </a:lnTo>
                <a:lnTo>
                  <a:pt x="608426" y="48090"/>
                </a:lnTo>
                <a:lnTo>
                  <a:pt x="609018" y="47739"/>
                </a:lnTo>
                <a:lnTo>
                  <a:pt x="609623" y="47406"/>
                </a:lnTo>
                <a:lnTo>
                  <a:pt x="610240" y="47091"/>
                </a:lnTo>
                <a:lnTo>
                  <a:pt x="610870" y="46795"/>
                </a:lnTo>
                <a:lnTo>
                  <a:pt x="611511" y="46516"/>
                </a:lnTo>
                <a:lnTo>
                  <a:pt x="612165" y="46255"/>
                </a:lnTo>
                <a:lnTo>
                  <a:pt x="612831" y="46012"/>
                </a:lnTo>
                <a:lnTo>
                  <a:pt x="613510" y="45787"/>
                </a:lnTo>
                <a:lnTo>
                  <a:pt x="614201" y="45580"/>
                </a:lnTo>
                <a:lnTo>
                  <a:pt x="614904" y="45391"/>
                </a:lnTo>
                <a:lnTo>
                  <a:pt x="615619" y="45220"/>
                </a:lnTo>
                <a:lnTo>
                  <a:pt x="616347" y="45067"/>
                </a:lnTo>
                <a:lnTo>
                  <a:pt x="617087" y="44932"/>
                </a:lnTo>
                <a:lnTo>
                  <a:pt x="617839" y="44815"/>
                </a:lnTo>
                <a:lnTo>
                  <a:pt x="618603" y="44716"/>
                </a:lnTo>
                <a:lnTo>
                  <a:pt x="619380" y="44635"/>
                </a:lnTo>
                <a:lnTo>
                  <a:pt x="620169" y="44572"/>
                </a:lnTo>
                <a:lnTo>
                  <a:pt x="620971" y="44527"/>
                </a:lnTo>
                <a:lnTo>
                  <a:pt x="621784" y="44500"/>
                </a:lnTo>
                <a:lnTo>
                  <a:pt x="622610" y="44491"/>
                </a:lnTo>
                <a:lnTo>
                  <a:pt x="623436" y="44500"/>
                </a:lnTo>
                <a:lnTo>
                  <a:pt x="624250" y="44527"/>
                </a:lnTo>
                <a:lnTo>
                  <a:pt x="625051" y="44572"/>
                </a:lnTo>
                <a:lnTo>
                  <a:pt x="625840" y="44635"/>
                </a:lnTo>
                <a:lnTo>
                  <a:pt x="626617" y="44716"/>
                </a:lnTo>
                <a:lnTo>
                  <a:pt x="627382" y="44815"/>
                </a:lnTo>
                <a:lnTo>
                  <a:pt x="628134" y="44932"/>
                </a:lnTo>
                <a:lnTo>
                  <a:pt x="628874" y="45067"/>
                </a:lnTo>
                <a:lnTo>
                  <a:pt x="629602" y="45220"/>
                </a:lnTo>
                <a:lnTo>
                  <a:pt x="630317" y="45391"/>
                </a:lnTo>
                <a:lnTo>
                  <a:pt x="631020" y="45580"/>
                </a:lnTo>
                <a:lnTo>
                  <a:pt x="631711" y="45787"/>
                </a:lnTo>
                <a:lnTo>
                  <a:pt x="632389" y="46012"/>
                </a:lnTo>
                <a:lnTo>
                  <a:pt x="633056" y="46255"/>
                </a:lnTo>
                <a:lnTo>
                  <a:pt x="633710" y="46516"/>
                </a:lnTo>
                <a:lnTo>
                  <a:pt x="634351" y="46795"/>
                </a:lnTo>
                <a:lnTo>
                  <a:pt x="634980" y="47091"/>
                </a:lnTo>
                <a:lnTo>
                  <a:pt x="635598" y="47406"/>
                </a:lnTo>
                <a:lnTo>
                  <a:pt x="636202" y="47739"/>
                </a:lnTo>
                <a:lnTo>
                  <a:pt x="636795" y="48090"/>
                </a:lnTo>
                <a:lnTo>
                  <a:pt x="637375" y="48459"/>
                </a:lnTo>
                <a:lnTo>
                  <a:pt x="637943" y="48846"/>
                </a:lnTo>
                <a:lnTo>
                  <a:pt x="638499" y="49251"/>
                </a:lnTo>
                <a:lnTo>
                  <a:pt x="639042" y="49674"/>
                </a:lnTo>
                <a:lnTo>
                  <a:pt x="639573" y="50111"/>
                </a:lnTo>
                <a:lnTo>
                  <a:pt x="640093" y="50560"/>
                </a:lnTo>
                <a:lnTo>
                  <a:pt x="640601" y="51020"/>
                </a:lnTo>
                <a:lnTo>
                  <a:pt x="641098" y="51491"/>
                </a:lnTo>
                <a:lnTo>
                  <a:pt x="641582" y="51973"/>
                </a:lnTo>
                <a:lnTo>
                  <a:pt x="642056" y="52466"/>
                </a:lnTo>
                <a:lnTo>
                  <a:pt x="642517" y="52971"/>
                </a:lnTo>
                <a:lnTo>
                  <a:pt x="642967" y="53487"/>
                </a:lnTo>
                <a:lnTo>
                  <a:pt x="643405" y="54014"/>
                </a:lnTo>
                <a:lnTo>
                  <a:pt x="643832" y="54552"/>
                </a:lnTo>
                <a:lnTo>
                  <a:pt x="644247" y="55101"/>
                </a:lnTo>
                <a:lnTo>
                  <a:pt x="644651" y="55662"/>
                </a:lnTo>
                <a:lnTo>
                  <a:pt x="645042" y="56233"/>
                </a:lnTo>
                <a:lnTo>
                  <a:pt x="645423" y="56816"/>
                </a:lnTo>
                <a:lnTo>
                  <a:pt x="645791" y="57410"/>
                </a:lnTo>
                <a:lnTo>
                  <a:pt x="646148" y="58016"/>
                </a:lnTo>
                <a:lnTo>
                  <a:pt x="646493" y="58632"/>
                </a:lnTo>
                <a:lnTo>
                  <a:pt x="646827" y="59260"/>
                </a:lnTo>
                <a:lnTo>
                  <a:pt x="647149" y="59899"/>
                </a:lnTo>
                <a:lnTo>
                  <a:pt x="647459" y="60549"/>
                </a:lnTo>
                <a:lnTo>
                  <a:pt x="647758" y="61210"/>
                </a:lnTo>
                <a:lnTo>
                  <a:pt x="648045" y="61883"/>
                </a:lnTo>
                <a:lnTo>
                  <a:pt x="648321" y="62566"/>
                </a:lnTo>
                <a:lnTo>
                  <a:pt x="648585" y="63261"/>
                </a:lnTo>
                <a:lnTo>
                  <a:pt x="648837" y="63964"/>
                </a:lnTo>
                <a:lnTo>
                  <a:pt x="649079" y="64671"/>
                </a:lnTo>
                <a:lnTo>
                  <a:pt x="649311" y="65383"/>
                </a:lnTo>
                <a:lnTo>
                  <a:pt x="649531" y="66100"/>
                </a:lnTo>
                <a:lnTo>
                  <a:pt x="649741" y="66821"/>
                </a:lnTo>
                <a:lnTo>
                  <a:pt x="649940" y="67547"/>
                </a:lnTo>
                <a:lnTo>
                  <a:pt x="650128" y="68277"/>
                </a:lnTo>
                <a:lnTo>
                  <a:pt x="650305" y="69012"/>
                </a:lnTo>
                <a:lnTo>
                  <a:pt x="650472" y="69752"/>
                </a:lnTo>
                <a:lnTo>
                  <a:pt x="650628" y="70496"/>
                </a:lnTo>
                <a:lnTo>
                  <a:pt x="650773" y="71245"/>
                </a:lnTo>
                <a:lnTo>
                  <a:pt x="650907" y="71998"/>
                </a:lnTo>
                <a:lnTo>
                  <a:pt x="651031" y="72756"/>
                </a:lnTo>
                <a:lnTo>
                  <a:pt x="651144" y="73519"/>
                </a:lnTo>
                <a:lnTo>
                  <a:pt x="651246" y="74286"/>
                </a:lnTo>
                <a:lnTo>
                  <a:pt x="651337" y="75058"/>
                </a:lnTo>
                <a:lnTo>
                  <a:pt x="651418" y="75835"/>
                </a:lnTo>
                <a:lnTo>
                  <a:pt x="651488" y="76616"/>
                </a:lnTo>
                <a:lnTo>
                  <a:pt x="651547" y="77401"/>
                </a:lnTo>
                <a:lnTo>
                  <a:pt x="651595" y="78192"/>
                </a:lnTo>
                <a:lnTo>
                  <a:pt x="651633" y="78987"/>
                </a:lnTo>
                <a:lnTo>
                  <a:pt x="651660" y="79786"/>
                </a:lnTo>
                <a:lnTo>
                  <a:pt x="651676" y="80590"/>
                </a:lnTo>
                <a:lnTo>
                  <a:pt x="651681" y="81399"/>
                </a:lnTo>
                <a:lnTo>
                  <a:pt x="651676" y="82208"/>
                </a:lnTo>
                <a:lnTo>
                  <a:pt x="651660" y="83011"/>
                </a:lnTo>
                <a:lnTo>
                  <a:pt x="651633" y="83810"/>
                </a:lnTo>
                <a:lnTo>
                  <a:pt x="651595" y="84604"/>
                </a:lnTo>
                <a:lnTo>
                  <a:pt x="651547" y="85394"/>
                </a:lnTo>
                <a:lnTo>
                  <a:pt x="651488" y="86178"/>
                </a:lnTo>
                <a:lnTo>
                  <a:pt x="651418" y="86958"/>
                </a:lnTo>
                <a:lnTo>
                  <a:pt x="651337" y="87733"/>
                </a:lnTo>
                <a:lnTo>
                  <a:pt x="651246" y="88503"/>
                </a:lnTo>
                <a:lnTo>
                  <a:pt x="651144" y="89268"/>
                </a:lnTo>
                <a:lnTo>
                  <a:pt x="651031" y="90028"/>
                </a:lnTo>
                <a:lnTo>
                  <a:pt x="650907" y="90784"/>
                </a:lnTo>
                <a:lnTo>
                  <a:pt x="650773" y="91535"/>
                </a:lnTo>
                <a:lnTo>
                  <a:pt x="650628" y="92280"/>
                </a:lnTo>
                <a:lnTo>
                  <a:pt x="650472" y="93021"/>
                </a:lnTo>
                <a:lnTo>
                  <a:pt x="650305" y="93758"/>
                </a:lnTo>
                <a:lnTo>
                  <a:pt x="650128" y="94489"/>
                </a:lnTo>
                <a:lnTo>
                  <a:pt x="649940" y="95216"/>
                </a:lnTo>
                <a:lnTo>
                  <a:pt x="649741" y="95937"/>
                </a:lnTo>
                <a:lnTo>
                  <a:pt x="649531" y="96654"/>
                </a:lnTo>
                <a:lnTo>
                  <a:pt x="649311" y="97366"/>
                </a:lnTo>
                <a:lnTo>
                  <a:pt x="649079" y="98074"/>
                </a:lnTo>
                <a:lnTo>
                  <a:pt x="648837" y="98776"/>
                </a:lnTo>
                <a:lnTo>
                  <a:pt x="648585" y="99474"/>
                </a:lnTo>
                <a:lnTo>
                  <a:pt x="648321" y="100163"/>
                </a:lnTo>
                <a:lnTo>
                  <a:pt x="648045" y="100842"/>
                </a:lnTo>
                <a:lnTo>
                  <a:pt x="647758" y="101509"/>
                </a:lnTo>
                <a:lnTo>
                  <a:pt x="647459" y="102165"/>
                </a:lnTo>
                <a:lnTo>
                  <a:pt x="647149" y="102810"/>
                </a:lnTo>
                <a:lnTo>
                  <a:pt x="646827" y="103443"/>
                </a:lnTo>
                <a:lnTo>
                  <a:pt x="646493" y="104066"/>
                </a:lnTo>
                <a:lnTo>
                  <a:pt x="646148" y="104677"/>
                </a:lnTo>
                <a:lnTo>
                  <a:pt x="645791" y="105277"/>
                </a:lnTo>
                <a:lnTo>
                  <a:pt x="645423" y="105866"/>
                </a:lnTo>
                <a:lnTo>
                  <a:pt x="645042" y="106443"/>
                </a:lnTo>
                <a:lnTo>
                  <a:pt x="644651" y="107010"/>
                </a:lnTo>
                <a:lnTo>
                  <a:pt x="644247" y="107565"/>
                </a:lnTo>
                <a:lnTo>
                  <a:pt x="643832" y="108109"/>
                </a:lnTo>
                <a:lnTo>
                  <a:pt x="643405" y="108642"/>
                </a:lnTo>
                <a:lnTo>
                  <a:pt x="642967" y="109164"/>
                </a:lnTo>
                <a:lnTo>
                  <a:pt x="642517" y="109674"/>
                </a:lnTo>
                <a:lnTo>
                  <a:pt x="642056" y="110174"/>
                </a:lnTo>
                <a:lnTo>
                  <a:pt x="641582" y="110662"/>
                </a:lnTo>
                <a:lnTo>
                  <a:pt x="641098" y="111139"/>
                </a:lnTo>
                <a:lnTo>
                  <a:pt x="640601" y="111605"/>
                </a:lnTo>
                <a:lnTo>
                  <a:pt x="640093" y="112059"/>
                </a:lnTo>
                <a:lnTo>
                  <a:pt x="639573" y="112503"/>
                </a:lnTo>
                <a:lnTo>
                  <a:pt x="639042" y="112935"/>
                </a:lnTo>
                <a:lnTo>
                  <a:pt x="638499" y="113352"/>
                </a:lnTo>
                <a:lnTo>
                  <a:pt x="637943" y="113752"/>
                </a:lnTo>
                <a:lnTo>
                  <a:pt x="637375" y="114135"/>
                </a:lnTo>
                <a:lnTo>
                  <a:pt x="636795" y="114499"/>
                </a:lnTo>
                <a:lnTo>
                  <a:pt x="636202" y="114845"/>
                </a:lnTo>
                <a:lnTo>
                  <a:pt x="635598" y="115174"/>
                </a:lnTo>
                <a:lnTo>
                  <a:pt x="634980" y="115485"/>
                </a:lnTo>
                <a:lnTo>
                  <a:pt x="634351" y="115779"/>
                </a:lnTo>
                <a:lnTo>
                  <a:pt x="633710" y="116054"/>
                </a:lnTo>
                <a:lnTo>
                  <a:pt x="633056" y="116312"/>
                </a:lnTo>
                <a:lnTo>
                  <a:pt x="632389" y="116552"/>
                </a:lnTo>
                <a:lnTo>
                  <a:pt x="631711" y="116774"/>
                </a:lnTo>
                <a:lnTo>
                  <a:pt x="631020" y="116978"/>
                </a:lnTo>
                <a:lnTo>
                  <a:pt x="630317" y="117165"/>
                </a:lnTo>
                <a:lnTo>
                  <a:pt x="629602" y="117334"/>
                </a:lnTo>
                <a:lnTo>
                  <a:pt x="628874" y="117485"/>
                </a:lnTo>
                <a:lnTo>
                  <a:pt x="628134" y="117618"/>
                </a:lnTo>
                <a:lnTo>
                  <a:pt x="627382" y="117734"/>
                </a:lnTo>
                <a:lnTo>
                  <a:pt x="626617" y="117832"/>
                </a:lnTo>
                <a:lnTo>
                  <a:pt x="625840" y="117912"/>
                </a:lnTo>
                <a:lnTo>
                  <a:pt x="625051" y="117974"/>
                </a:lnTo>
                <a:lnTo>
                  <a:pt x="624250" y="118018"/>
                </a:lnTo>
                <a:lnTo>
                  <a:pt x="623436" y="118045"/>
                </a:lnTo>
                <a:lnTo>
                  <a:pt x="622610" y="118054"/>
                </a:lnTo>
                <a:lnTo>
                  <a:pt x="621784" y="118045"/>
                </a:lnTo>
                <a:lnTo>
                  <a:pt x="620971" y="118018"/>
                </a:lnTo>
                <a:lnTo>
                  <a:pt x="620169" y="117974"/>
                </a:lnTo>
                <a:lnTo>
                  <a:pt x="619380" y="117912"/>
                </a:lnTo>
                <a:lnTo>
                  <a:pt x="618603" y="117832"/>
                </a:lnTo>
                <a:close/>
                <a:moveTo>
                  <a:pt x="862311" y="76300"/>
                </a:moveTo>
                <a:lnTo>
                  <a:pt x="862267" y="75220"/>
                </a:lnTo>
                <a:lnTo>
                  <a:pt x="862211" y="74154"/>
                </a:lnTo>
                <a:lnTo>
                  <a:pt x="862142" y="73104"/>
                </a:lnTo>
                <a:lnTo>
                  <a:pt x="862061" y="72069"/>
                </a:lnTo>
                <a:lnTo>
                  <a:pt x="861967" y="71049"/>
                </a:lnTo>
                <a:lnTo>
                  <a:pt x="861861" y="70043"/>
                </a:lnTo>
                <a:lnTo>
                  <a:pt x="861742" y="69053"/>
                </a:lnTo>
                <a:lnTo>
                  <a:pt x="861611" y="68077"/>
                </a:lnTo>
                <a:lnTo>
                  <a:pt x="861467" y="67116"/>
                </a:lnTo>
                <a:lnTo>
                  <a:pt x="861311" y="66170"/>
                </a:lnTo>
                <a:lnTo>
                  <a:pt x="861142" y="65240"/>
                </a:lnTo>
                <a:lnTo>
                  <a:pt x="860960" y="64324"/>
                </a:lnTo>
                <a:lnTo>
                  <a:pt x="860767" y="63423"/>
                </a:lnTo>
                <a:lnTo>
                  <a:pt x="860560" y="62537"/>
                </a:lnTo>
                <a:lnTo>
                  <a:pt x="860341" y="61665"/>
                </a:lnTo>
                <a:lnTo>
                  <a:pt x="860110" y="60809"/>
                </a:lnTo>
                <a:lnTo>
                  <a:pt x="859866" y="59968"/>
                </a:lnTo>
                <a:lnTo>
                  <a:pt x="859610" y="59141"/>
                </a:lnTo>
                <a:lnTo>
                  <a:pt x="859341" y="58330"/>
                </a:lnTo>
                <a:lnTo>
                  <a:pt x="859059" y="57533"/>
                </a:lnTo>
                <a:lnTo>
                  <a:pt x="858765" y="56752"/>
                </a:lnTo>
                <a:lnTo>
                  <a:pt x="858461" y="55984"/>
                </a:lnTo>
                <a:lnTo>
                  <a:pt x="858148" y="55229"/>
                </a:lnTo>
                <a:lnTo>
                  <a:pt x="857826" y="54487"/>
                </a:lnTo>
                <a:lnTo>
                  <a:pt x="857496" y="53757"/>
                </a:lnTo>
                <a:lnTo>
                  <a:pt x="857157" y="53040"/>
                </a:lnTo>
                <a:lnTo>
                  <a:pt x="856810" y="52336"/>
                </a:lnTo>
                <a:lnTo>
                  <a:pt x="856454" y="51644"/>
                </a:lnTo>
                <a:lnTo>
                  <a:pt x="856090" y="50966"/>
                </a:lnTo>
                <a:lnTo>
                  <a:pt x="855717" y="50300"/>
                </a:lnTo>
                <a:lnTo>
                  <a:pt x="855335" y="49646"/>
                </a:lnTo>
                <a:lnTo>
                  <a:pt x="854945" y="49006"/>
                </a:lnTo>
                <a:lnTo>
                  <a:pt x="854547" y="48378"/>
                </a:lnTo>
                <a:lnTo>
                  <a:pt x="854140" y="47763"/>
                </a:lnTo>
                <a:lnTo>
                  <a:pt x="853724" y="47161"/>
                </a:lnTo>
                <a:lnTo>
                  <a:pt x="853300" y="46571"/>
                </a:lnTo>
                <a:lnTo>
                  <a:pt x="852867" y="45994"/>
                </a:lnTo>
                <a:lnTo>
                  <a:pt x="852425" y="45430"/>
                </a:lnTo>
                <a:lnTo>
                  <a:pt x="851975" y="44878"/>
                </a:lnTo>
                <a:lnTo>
                  <a:pt x="851517" y="44340"/>
                </a:lnTo>
                <a:lnTo>
                  <a:pt x="851050" y="43814"/>
                </a:lnTo>
                <a:lnTo>
                  <a:pt x="850574" y="43300"/>
                </a:lnTo>
                <a:lnTo>
                  <a:pt x="850090" y="42800"/>
                </a:lnTo>
                <a:lnTo>
                  <a:pt x="849597" y="42312"/>
                </a:lnTo>
                <a:lnTo>
                  <a:pt x="849096" y="41837"/>
                </a:lnTo>
                <a:lnTo>
                  <a:pt x="848588" y="41369"/>
                </a:lnTo>
                <a:lnTo>
                  <a:pt x="848076" y="40911"/>
                </a:lnTo>
                <a:lnTo>
                  <a:pt x="847559" y="40464"/>
                </a:lnTo>
                <a:lnTo>
                  <a:pt x="847037" y="40029"/>
                </a:lnTo>
                <a:lnTo>
                  <a:pt x="846510" y="39604"/>
                </a:lnTo>
                <a:lnTo>
                  <a:pt x="845980" y="39191"/>
                </a:lnTo>
                <a:lnTo>
                  <a:pt x="845444" y="38788"/>
                </a:lnTo>
                <a:lnTo>
                  <a:pt x="844904" y="38396"/>
                </a:lnTo>
                <a:lnTo>
                  <a:pt x="844359" y="38016"/>
                </a:lnTo>
                <a:lnTo>
                  <a:pt x="843810" y="37646"/>
                </a:lnTo>
                <a:lnTo>
                  <a:pt x="843256" y="37287"/>
                </a:lnTo>
                <a:lnTo>
                  <a:pt x="842697" y="36939"/>
                </a:lnTo>
                <a:lnTo>
                  <a:pt x="842134" y="36602"/>
                </a:lnTo>
                <a:lnTo>
                  <a:pt x="841566" y="36277"/>
                </a:lnTo>
                <a:lnTo>
                  <a:pt x="840994" y="35962"/>
                </a:lnTo>
                <a:lnTo>
                  <a:pt x="840417" y="35658"/>
                </a:lnTo>
                <a:lnTo>
                  <a:pt x="839835" y="35365"/>
                </a:lnTo>
                <a:lnTo>
                  <a:pt x="839249" y="35083"/>
                </a:lnTo>
                <a:lnTo>
                  <a:pt x="838658" y="34812"/>
                </a:lnTo>
                <a:lnTo>
                  <a:pt x="838063" y="34552"/>
                </a:lnTo>
                <a:lnTo>
                  <a:pt x="837463" y="34303"/>
                </a:lnTo>
                <a:lnTo>
                  <a:pt x="836858" y="34065"/>
                </a:lnTo>
                <a:lnTo>
                  <a:pt x="836249" y="33837"/>
                </a:lnTo>
                <a:lnTo>
                  <a:pt x="835635" y="33621"/>
                </a:lnTo>
                <a:lnTo>
                  <a:pt x="835018" y="33415"/>
                </a:lnTo>
                <a:lnTo>
                  <a:pt x="834401" y="33218"/>
                </a:lnTo>
                <a:lnTo>
                  <a:pt x="833783" y="33029"/>
                </a:lnTo>
                <a:lnTo>
                  <a:pt x="833165" y="32849"/>
                </a:lnTo>
                <a:lnTo>
                  <a:pt x="832546" y="32678"/>
                </a:lnTo>
                <a:lnTo>
                  <a:pt x="831926" y="32515"/>
                </a:lnTo>
                <a:lnTo>
                  <a:pt x="831305" y="32362"/>
                </a:lnTo>
                <a:lnTo>
                  <a:pt x="830684" y="32217"/>
                </a:lnTo>
                <a:lnTo>
                  <a:pt x="830063" y="32081"/>
                </a:lnTo>
                <a:lnTo>
                  <a:pt x="829440" y="31954"/>
                </a:lnTo>
                <a:lnTo>
                  <a:pt x="828817" y="31835"/>
                </a:lnTo>
                <a:lnTo>
                  <a:pt x="828193" y="31725"/>
                </a:lnTo>
                <a:lnTo>
                  <a:pt x="827569" y="31624"/>
                </a:lnTo>
                <a:lnTo>
                  <a:pt x="826944" y="31532"/>
                </a:lnTo>
                <a:lnTo>
                  <a:pt x="826318" y="31449"/>
                </a:lnTo>
                <a:lnTo>
                  <a:pt x="825692" y="31374"/>
                </a:lnTo>
                <a:lnTo>
                  <a:pt x="825065" y="31308"/>
                </a:lnTo>
                <a:lnTo>
                  <a:pt x="824437" y="31251"/>
                </a:lnTo>
                <a:lnTo>
                  <a:pt x="823809" y="31203"/>
                </a:lnTo>
                <a:lnTo>
                  <a:pt x="823180" y="31164"/>
                </a:lnTo>
                <a:lnTo>
                  <a:pt x="822550" y="31133"/>
                </a:lnTo>
                <a:lnTo>
                  <a:pt x="821920" y="31111"/>
                </a:lnTo>
                <a:lnTo>
                  <a:pt x="821289" y="31098"/>
                </a:lnTo>
                <a:lnTo>
                  <a:pt x="820657" y="31093"/>
                </a:lnTo>
                <a:lnTo>
                  <a:pt x="819567" y="31105"/>
                </a:lnTo>
                <a:lnTo>
                  <a:pt x="818489" y="31138"/>
                </a:lnTo>
                <a:lnTo>
                  <a:pt x="817422" y="31194"/>
                </a:lnTo>
                <a:lnTo>
                  <a:pt x="816366" y="31272"/>
                </a:lnTo>
                <a:lnTo>
                  <a:pt x="815322" y="31373"/>
                </a:lnTo>
                <a:lnTo>
                  <a:pt x="814290" y="31496"/>
                </a:lnTo>
                <a:lnTo>
                  <a:pt x="813268" y="31642"/>
                </a:lnTo>
                <a:lnTo>
                  <a:pt x="812259" y="31810"/>
                </a:lnTo>
                <a:lnTo>
                  <a:pt x="811260" y="32000"/>
                </a:lnTo>
                <a:lnTo>
                  <a:pt x="810273" y="32213"/>
                </a:lnTo>
                <a:lnTo>
                  <a:pt x="809298" y="32448"/>
                </a:lnTo>
                <a:lnTo>
                  <a:pt x="808333" y="32705"/>
                </a:lnTo>
                <a:lnTo>
                  <a:pt x="807381" y="32985"/>
                </a:lnTo>
                <a:lnTo>
                  <a:pt x="806439" y="33287"/>
                </a:lnTo>
                <a:lnTo>
                  <a:pt x="805509" y="33611"/>
                </a:lnTo>
                <a:lnTo>
                  <a:pt x="804591" y="33958"/>
                </a:lnTo>
                <a:lnTo>
                  <a:pt x="803683" y="34328"/>
                </a:lnTo>
                <a:lnTo>
                  <a:pt x="802788" y="34719"/>
                </a:lnTo>
                <a:lnTo>
                  <a:pt x="801903" y="35133"/>
                </a:lnTo>
                <a:lnTo>
                  <a:pt x="801030" y="35570"/>
                </a:lnTo>
                <a:lnTo>
                  <a:pt x="800169" y="36029"/>
                </a:lnTo>
                <a:lnTo>
                  <a:pt x="799319" y="36510"/>
                </a:lnTo>
                <a:lnTo>
                  <a:pt x="798480" y="37014"/>
                </a:lnTo>
                <a:lnTo>
                  <a:pt x="797653" y="37540"/>
                </a:lnTo>
                <a:lnTo>
                  <a:pt x="796844" y="38080"/>
                </a:lnTo>
                <a:lnTo>
                  <a:pt x="796050" y="38639"/>
                </a:lnTo>
                <a:lnTo>
                  <a:pt x="795271" y="39214"/>
                </a:lnTo>
                <a:lnTo>
                  <a:pt x="794507" y="39808"/>
                </a:lnTo>
                <a:lnTo>
                  <a:pt x="793758" y="40419"/>
                </a:lnTo>
                <a:lnTo>
                  <a:pt x="793024" y="41047"/>
                </a:lnTo>
                <a:lnTo>
                  <a:pt x="792304" y="41693"/>
                </a:lnTo>
                <a:lnTo>
                  <a:pt x="791600" y="42357"/>
                </a:lnTo>
                <a:lnTo>
                  <a:pt x="790910" y="43038"/>
                </a:lnTo>
                <a:lnTo>
                  <a:pt x="790236" y="43736"/>
                </a:lnTo>
                <a:lnTo>
                  <a:pt x="789576" y="44453"/>
                </a:lnTo>
                <a:lnTo>
                  <a:pt x="788932" y="45187"/>
                </a:lnTo>
                <a:lnTo>
                  <a:pt x="788302" y="45938"/>
                </a:lnTo>
                <a:lnTo>
                  <a:pt x="787687" y="46707"/>
                </a:lnTo>
                <a:lnTo>
                  <a:pt x="787087" y="47493"/>
                </a:lnTo>
                <a:lnTo>
                  <a:pt x="786502" y="48297"/>
                </a:lnTo>
                <a:lnTo>
                  <a:pt x="785932" y="49119"/>
                </a:lnTo>
                <a:lnTo>
                  <a:pt x="785377" y="49958"/>
                </a:lnTo>
                <a:lnTo>
                  <a:pt x="784836" y="50815"/>
                </a:lnTo>
                <a:lnTo>
                  <a:pt x="784311" y="51689"/>
                </a:lnTo>
                <a:lnTo>
                  <a:pt x="783801" y="52581"/>
                </a:lnTo>
                <a:lnTo>
                  <a:pt x="783305" y="53490"/>
                </a:lnTo>
                <a:lnTo>
                  <a:pt x="782825" y="54417"/>
                </a:lnTo>
                <a:lnTo>
                  <a:pt x="782359" y="55361"/>
                </a:lnTo>
                <a:lnTo>
                  <a:pt x="781916" y="56316"/>
                </a:lnTo>
                <a:lnTo>
                  <a:pt x="781491" y="57282"/>
                </a:lnTo>
                <a:lnTo>
                  <a:pt x="781085" y="58261"/>
                </a:lnTo>
                <a:lnTo>
                  <a:pt x="780698" y="59252"/>
                </a:lnTo>
                <a:lnTo>
                  <a:pt x="780330" y="60255"/>
                </a:lnTo>
                <a:lnTo>
                  <a:pt x="779981" y="61270"/>
                </a:lnTo>
                <a:lnTo>
                  <a:pt x="779651" y="62298"/>
                </a:lnTo>
                <a:lnTo>
                  <a:pt x="779340" y="63338"/>
                </a:lnTo>
                <a:lnTo>
                  <a:pt x="779047" y="64391"/>
                </a:lnTo>
                <a:lnTo>
                  <a:pt x="778773" y="65456"/>
                </a:lnTo>
                <a:lnTo>
                  <a:pt x="778519" y="66533"/>
                </a:lnTo>
                <a:lnTo>
                  <a:pt x="778283" y="67622"/>
                </a:lnTo>
                <a:lnTo>
                  <a:pt x="778066" y="68723"/>
                </a:lnTo>
                <a:lnTo>
                  <a:pt x="777868" y="69837"/>
                </a:lnTo>
                <a:lnTo>
                  <a:pt x="777688" y="70963"/>
                </a:lnTo>
                <a:lnTo>
                  <a:pt x="777528" y="72102"/>
                </a:lnTo>
                <a:lnTo>
                  <a:pt x="777386" y="73253"/>
                </a:lnTo>
                <a:lnTo>
                  <a:pt x="777264" y="74416"/>
                </a:lnTo>
                <a:lnTo>
                  <a:pt x="777160" y="75591"/>
                </a:lnTo>
                <a:lnTo>
                  <a:pt x="777075" y="76778"/>
                </a:lnTo>
                <a:lnTo>
                  <a:pt x="777009" y="77978"/>
                </a:lnTo>
                <a:lnTo>
                  <a:pt x="776962" y="79191"/>
                </a:lnTo>
                <a:lnTo>
                  <a:pt x="776933" y="80415"/>
                </a:lnTo>
                <a:lnTo>
                  <a:pt x="776924" y="81652"/>
                </a:lnTo>
                <a:lnTo>
                  <a:pt x="776933" y="82888"/>
                </a:lnTo>
                <a:lnTo>
                  <a:pt x="776962" y="84112"/>
                </a:lnTo>
                <a:lnTo>
                  <a:pt x="777009" y="85323"/>
                </a:lnTo>
                <a:lnTo>
                  <a:pt x="777075" y="86522"/>
                </a:lnTo>
                <a:lnTo>
                  <a:pt x="777160" y="87707"/>
                </a:lnTo>
                <a:lnTo>
                  <a:pt x="777264" y="88880"/>
                </a:lnTo>
                <a:lnTo>
                  <a:pt x="777386" y="90040"/>
                </a:lnTo>
                <a:lnTo>
                  <a:pt x="777528" y="91188"/>
                </a:lnTo>
                <a:lnTo>
                  <a:pt x="777688" y="92322"/>
                </a:lnTo>
                <a:lnTo>
                  <a:pt x="777868" y="93444"/>
                </a:lnTo>
                <a:lnTo>
                  <a:pt x="778066" y="94554"/>
                </a:lnTo>
                <a:lnTo>
                  <a:pt x="778283" y="95650"/>
                </a:lnTo>
                <a:lnTo>
                  <a:pt x="778519" y="96734"/>
                </a:lnTo>
                <a:lnTo>
                  <a:pt x="778773" y="97805"/>
                </a:lnTo>
                <a:lnTo>
                  <a:pt x="779047" y="98863"/>
                </a:lnTo>
                <a:lnTo>
                  <a:pt x="779340" y="99909"/>
                </a:lnTo>
                <a:lnTo>
                  <a:pt x="779651" y="100942"/>
                </a:lnTo>
                <a:lnTo>
                  <a:pt x="779981" y="101962"/>
                </a:lnTo>
                <a:lnTo>
                  <a:pt x="780330" y="102969"/>
                </a:lnTo>
                <a:lnTo>
                  <a:pt x="780698" y="103964"/>
                </a:lnTo>
                <a:lnTo>
                  <a:pt x="781085" y="104946"/>
                </a:lnTo>
                <a:lnTo>
                  <a:pt x="781491" y="105915"/>
                </a:lnTo>
                <a:lnTo>
                  <a:pt x="781916" y="106872"/>
                </a:lnTo>
                <a:lnTo>
                  <a:pt x="782359" y="107816"/>
                </a:lnTo>
                <a:lnTo>
                  <a:pt x="782825" y="108739"/>
                </a:lnTo>
                <a:lnTo>
                  <a:pt x="783307" y="109646"/>
                </a:lnTo>
                <a:lnTo>
                  <a:pt x="783806" y="110535"/>
                </a:lnTo>
                <a:lnTo>
                  <a:pt x="784320" y="111407"/>
                </a:lnTo>
                <a:lnTo>
                  <a:pt x="784850" y="112263"/>
                </a:lnTo>
                <a:lnTo>
                  <a:pt x="785396" y="113101"/>
                </a:lnTo>
                <a:lnTo>
                  <a:pt x="785959" y="113922"/>
                </a:lnTo>
                <a:lnTo>
                  <a:pt x="786537" y="114725"/>
                </a:lnTo>
                <a:lnTo>
                  <a:pt x="787131" y="115512"/>
                </a:lnTo>
                <a:lnTo>
                  <a:pt x="787742" y="116282"/>
                </a:lnTo>
                <a:lnTo>
                  <a:pt x="788368" y="117034"/>
                </a:lnTo>
                <a:lnTo>
                  <a:pt x="789011" y="117769"/>
                </a:lnTo>
                <a:lnTo>
                  <a:pt x="789669" y="118488"/>
                </a:lnTo>
                <a:lnTo>
                  <a:pt x="790343" y="119189"/>
                </a:lnTo>
                <a:lnTo>
                  <a:pt x="791034" y="119873"/>
                </a:lnTo>
                <a:lnTo>
                  <a:pt x="791740" y="120540"/>
                </a:lnTo>
                <a:lnTo>
                  <a:pt x="792463" y="121189"/>
                </a:lnTo>
                <a:lnTo>
                  <a:pt x="793201" y="121822"/>
                </a:lnTo>
                <a:lnTo>
                  <a:pt x="793956" y="122437"/>
                </a:lnTo>
                <a:lnTo>
                  <a:pt x="794726" y="123036"/>
                </a:lnTo>
                <a:lnTo>
                  <a:pt x="795513" y="123617"/>
                </a:lnTo>
                <a:lnTo>
                  <a:pt x="796316" y="124181"/>
                </a:lnTo>
                <a:lnTo>
                  <a:pt x="797134" y="124728"/>
                </a:lnTo>
                <a:lnTo>
                  <a:pt x="797969" y="125258"/>
                </a:lnTo>
                <a:lnTo>
                  <a:pt x="798823" y="125764"/>
                </a:lnTo>
                <a:lnTo>
                  <a:pt x="799691" y="126248"/>
                </a:lnTo>
                <a:lnTo>
                  <a:pt x="800573" y="126710"/>
                </a:lnTo>
                <a:lnTo>
                  <a:pt x="801468" y="127151"/>
                </a:lnTo>
                <a:lnTo>
                  <a:pt x="802376" y="127570"/>
                </a:lnTo>
                <a:lnTo>
                  <a:pt x="803297" y="127968"/>
                </a:lnTo>
                <a:lnTo>
                  <a:pt x="804232" y="128344"/>
                </a:lnTo>
                <a:lnTo>
                  <a:pt x="805180" y="128699"/>
                </a:lnTo>
                <a:lnTo>
                  <a:pt x="806142" y="129032"/>
                </a:lnTo>
                <a:lnTo>
                  <a:pt x="807117" y="129344"/>
                </a:lnTo>
                <a:lnTo>
                  <a:pt x="808106" y="129635"/>
                </a:lnTo>
                <a:lnTo>
                  <a:pt x="809108" y="129903"/>
                </a:lnTo>
                <a:lnTo>
                  <a:pt x="810123" y="130151"/>
                </a:lnTo>
                <a:lnTo>
                  <a:pt x="811151" y="130376"/>
                </a:lnTo>
                <a:lnTo>
                  <a:pt x="812193" y="130581"/>
                </a:lnTo>
                <a:lnTo>
                  <a:pt x="813249" y="130764"/>
                </a:lnTo>
                <a:lnTo>
                  <a:pt x="814317" y="130925"/>
                </a:lnTo>
                <a:lnTo>
                  <a:pt x="815400" y="131065"/>
                </a:lnTo>
                <a:lnTo>
                  <a:pt x="816495" y="131183"/>
                </a:lnTo>
                <a:lnTo>
                  <a:pt x="817604" y="131280"/>
                </a:lnTo>
                <a:lnTo>
                  <a:pt x="818726" y="131355"/>
                </a:lnTo>
                <a:lnTo>
                  <a:pt x="819862" y="131409"/>
                </a:lnTo>
                <a:lnTo>
                  <a:pt x="821011" y="131441"/>
                </a:lnTo>
                <a:lnTo>
                  <a:pt x="822174" y="131452"/>
                </a:lnTo>
                <a:lnTo>
                  <a:pt x="822992" y="131446"/>
                </a:lnTo>
                <a:lnTo>
                  <a:pt x="823803" y="131431"/>
                </a:lnTo>
                <a:lnTo>
                  <a:pt x="824608" y="131404"/>
                </a:lnTo>
                <a:lnTo>
                  <a:pt x="825406" y="131367"/>
                </a:lnTo>
                <a:lnTo>
                  <a:pt x="826197" y="131320"/>
                </a:lnTo>
                <a:lnTo>
                  <a:pt x="826981" y="131262"/>
                </a:lnTo>
                <a:lnTo>
                  <a:pt x="827758" y="131194"/>
                </a:lnTo>
                <a:lnTo>
                  <a:pt x="828529" y="131115"/>
                </a:lnTo>
                <a:lnTo>
                  <a:pt x="829292" y="131025"/>
                </a:lnTo>
                <a:lnTo>
                  <a:pt x="830049" y="130925"/>
                </a:lnTo>
                <a:lnTo>
                  <a:pt x="830799" y="130814"/>
                </a:lnTo>
                <a:lnTo>
                  <a:pt x="831543" y="130693"/>
                </a:lnTo>
                <a:lnTo>
                  <a:pt x="832279" y="130562"/>
                </a:lnTo>
                <a:lnTo>
                  <a:pt x="833009" y="130420"/>
                </a:lnTo>
                <a:lnTo>
                  <a:pt x="833732" y="130267"/>
                </a:lnTo>
                <a:lnTo>
                  <a:pt x="834448" y="130104"/>
                </a:lnTo>
                <a:lnTo>
                  <a:pt x="835157" y="129930"/>
                </a:lnTo>
                <a:lnTo>
                  <a:pt x="835860" y="129745"/>
                </a:lnTo>
                <a:lnTo>
                  <a:pt x="836556" y="129551"/>
                </a:lnTo>
                <a:lnTo>
                  <a:pt x="837245" y="129345"/>
                </a:lnTo>
                <a:lnTo>
                  <a:pt x="837927" y="129129"/>
                </a:lnTo>
                <a:lnTo>
                  <a:pt x="838602" y="128903"/>
                </a:lnTo>
                <a:lnTo>
                  <a:pt x="839271" y="128666"/>
                </a:lnTo>
                <a:lnTo>
                  <a:pt x="839932" y="128418"/>
                </a:lnTo>
                <a:lnTo>
                  <a:pt x="840586" y="128156"/>
                </a:lnTo>
                <a:lnTo>
                  <a:pt x="841231" y="127885"/>
                </a:lnTo>
                <a:lnTo>
                  <a:pt x="841868" y="127607"/>
                </a:lnTo>
                <a:lnTo>
                  <a:pt x="842495" y="127319"/>
                </a:lnTo>
                <a:lnTo>
                  <a:pt x="843114" y="127024"/>
                </a:lnTo>
                <a:lnTo>
                  <a:pt x="843724" y="126720"/>
                </a:lnTo>
                <a:lnTo>
                  <a:pt x="844325" y="126408"/>
                </a:lnTo>
                <a:lnTo>
                  <a:pt x="844918" y="126087"/>
                </a:lnTo>
                <a:lnTo>
                  <a:pt x="845502" y="125758"/>
                </a:lnTo>
                <a:lnTo>
                  <a:pt x="846077" y="125421"/>
                </a:lnTo>
                <a:lnTo>
                  <a:pt x="846643" y="125075"/>
                </a:lnTo>
                <a:lnTo>
                  <a:pt x="847200" y="124721"/>
                </a:lnTo>
                <a:lnTo>
                  <a:pt x="847749" y="124359"/>
                </a:lnTo>
                <a:lnTo>
                  <a:pt x="848288" y="123988"/>
                </a:lnTo>
                <a:lnTo>
                  <a:pt x="848820" y="123609"/>
                </a:lnTo>
                <a:lnTo>
                  <a:pt x="849342" y="123222"/>
                </a:lnTo>
                <a:lnTo>
                  <a:pt x="849855" y="122826"/>
                </a:lnTo>
                <a:lnTo>
                  <a:pt x="850360" y="122422"/>
                </a:lnTo>
                <a:lnTo>
                  <a:pt x="850856" y="122010"/>
                </a:lnTo>
                <a:lnTo>
                  <a:pt x="851343" y="121589"/>
                </a:lnTo>
                <a:lnTo>
                  <a:pt x="851821" y="121160"/>
                </a:lnTo>
                <a:lnTo>
                  <a:pt x="852291" y="120723"/>
                </a:lnTo>
                <a:lnTo>
                  <a:pt x="852752" y="120277"/>
                </a:lnTo>
                <a:lnTo>
                  <a:pt x="853204" y="119823"/>
                </a:lnTo>
                <a:lnTo>
                  <a:pt x="853646" y="119357"/>
                </a:lnTo>
                <a:lnTo>
                  <a:pt x="854078" y="118884"/>
                </a:lnTo>
                <a:lnTo>
                  <a:pt x="854498" y="118405"/>
                </a:lnTo>
                <a:lnTo>
                  <a:pt x="854908" y="117920"/>
                </a:lnTo>
                <a:lnTo>
                  <a:pt x="855308" y="117429"/>
                </a:lnTo>
                <a:lnTo>
                  <a:pt x="855696" y="116932"/>
                </a:lnTo>
                <a:lnTo>
                  <a:pt x="856074" y="116429"/>
                </a:lnTo>
                <a:lnTo>
                  <a:pt x="856441" y="115919"/>
                </a:lnTo>
                <a:lnTo>
                  <a:pt x="856797" y="115403"/>
                </a:lnTo>
                <a:lnTo>
                  <a:pt x="857143" y="114882"/>
                </a:lnTo>
                <a:lnTo>
                  <a:pt x="857478" y="114354"/>
                </a:lnTo>
                <a:lnTo>
                  <a:pt x="857802" y="113820"/>
                </a:lnTo>
                <a:lnTo>
                  <a:pt x="858115" y="113279"/>
                </a:lnTo>
                <a:lnTo>
                  <a:pt x="858417" y="112733"/>
                </a:lnTo>
                <a:lnTo>
                  <a:pt x="858709" y="112180"/>
                </a:lnTo>
                <a:lnTo>
                  <a:pt x="858990" y="111622"/>
                </a:lnTo>
                <a:lnTo>
                  <a:pt x="859260" y="111057"/>
                </a:lnTo>
                <a:lnTo>
                  <a:pt x="859520" y="110486"/>
                </a:lnTo>
                <a:lnTo>
                  <a:pt x="859768" y="109909"/>
                </a:lnTo>
                <a:lnTo>
                  <a:pt x="860006" y="109325"/>
                </a:lnTo>
                <a:lnTo>
                  <a:pt x="860234" y="108736"/>
                </a:lnTo>
                <a:lnTo>
                  <a:pt x="860450" y="108140"/>
                </a:lnTo>
                <a:lnTo>
                  <a:pt x="860656" y="107539"/>
                </a:lnTo>
                <a:lnTo>
                  <a:pt x="860851" y="106931"/>
                </a:lnTo>
                <a:lnTo>
                  <a:pt x="846442" y="102886"/>
                </a:lnTo>
                <a:lnTo>
                  <a:pt x="846281" y="103305"/>
                </a:lnTo>
                <a:lnTo>
                  <a:pt x="846115" y="103718"/>
                </a:lnTo>
                <a:lnTo>
                  <a:pt x="845943" y="104125"/>
                </a:lnTo>
                <a:lnTo>
                  <a:pt x="845766" y="104526"/>
                </a:lnTo>
                <a:lnTo>
                  <a:pt x="845583" y="104922"/>
                </a:lnTo>
                <a:lnTo>
                  <a:pt x="845395" y="105311"/>
                </a:lnTo>
                <a:lnTo>
                  <a:pt x="845201" y="105696"/>
                </a:lnTo>
                <a:lnTo>
                  <a:pt x="845002" y="106074"/>
                </a:lnTo>
                <a:lnTo>
                  <a:pt x="844798" y="106447"/>
                </a:lnTo>
                <a:lnTo>
                  <a:pt x="844587" y="106814"/>
                </a:lnTo>
                <a:lnTo>
                  <a:pt x="844372" y="107176"/>
                </a:lnTo>
                <a:lnTo>
                  <a:pt x="844151" y="107531"/>
                </a:lnTo>
                <a:lnTo>
                  <a:pt x="843924" y="107881"/>
                </a:lnTo>
                <a:lnTo>
                  <a:pt x="843692" y="108226"/>
                </a:lnTo>
                <a:lnTo>
                  <a:pt x="843455" y="108564"/>
                </a:lnTo>
                <a:lnTo>
                  <a:pt x="843212" y="108897"/>
                </a:lnTo>
                <a:lnTo>
                  <a:pt x="842963" y="109224"/>
                </a:lnTo>
                <a:lnTo>
                  <a:pt x="842709" y="109546"/>
                </a:lnTo>
                <a:lnTo>
                  <a:pt x="842450" y="109862"/>
                </a:lnTo>
                <a:lnTo>
                  <a:pt x="842185" y="110172"/>
                </a:lnTo>
                <a:lnTo>
                  <a:pt x="841914" y="110476"/>
                </a:lnTo>
                <a:lnTo>
                  <a:pt x="841638" y="110775"/>
                </a:lnTo>
                <a:lnTo>
                  <a:pt x="841357" y="111068"/>
                </a:lnTo>
                <a:lnTo>
                  <a:pt x="841070" y="111355"/>
                </a:lnTo>
                <a:lnTo>
                  <a:pt x="840778" y="111631"/>
                </a:lnTo>
                <a:lnTo>
                  <a:pt x="840481" y="111902"/>
                </a:lnTo>
                <a:lnTo>
                  <a:pt x="840180" y="112166"/>
                </a:lnTo>
                <a:lnTo>
                  <a:pt x="839874" y="112426"/>
                </a:lnTo>
                <a:lnTo>
                  <a:pt x="839564" y="112679"/>
                </a:lnTo>
                <a:lnTo>
                  <a:pt x="839249" y="112927"/>
                </a:lnTo>
                <a:lnTo>
                  <a:pt x="838929" y="113169"/>
                </a:lnTo>
                <a:lnTo>
                  <a:pt x="838605" y="113405"/>
                </a:lnTo>
                <a:lnTo>
                  <a:pt x="838276" y="113636"/>
                </a:lnTo>
                <a:lnTo>
                  <a:pt x="837943" y="113861"/>
                </a:lnTo>
                <a:lnTo>
                  <a:pt x="837605" y="114080"/>
                </a:lnTo>
                <a:lnTo>
                  <a:pt x="837262" y="114294"/>
                </a:lnTo>
                <a:lnTo>
                  <a:pt x="836915" y="114501"/>
                </a:lnTo>
                <a:lnTo>
                  <a:pt x="836563" y="114703"/>
                </a:lnTo>
                <a:lnTo>
                  <a:pt x="836207" y="114900"/>
                </a:lnTo>
                <a:lnTo>
                  <a:pt x="835846" y="115091"/>
                </a:lnTo>
                <a:lnTo>
                  <a:pt x="835480" y="115275"/>
                </a:lnTo>
                <a:lnTo>
                  <a:pt x="835110" y="115455"/>
                </a:lnTo>
                <a:lnTo>
                  <a:pt x="834735" y="115628"/>
                </a:lnTo>
                <a:lnTo>
                  <a:pt x="834355" y="115796"/>
                </a:lnTo>
                <a:lnTo>
                  <a:pt x="833971" y="115958"/>
                </a:lnTo>
                <a:lnTo>
                  <a:pt x="833582" y="116115"/>
                </a:lnTo>
                <a:lnTo>
                  <a:pt x="833189" y="116266"/>
                </a:lnTo>
                <a:lnTo>
                  <a:pt x="832791" y="116411"/>
                </a:lnTo>
                <a:lnTo>
                  <a:pt x="832394" y="116545"/>
                </a:lnTo>
                <a:lnTo>
                  <a:pt x="831993" y="116673"/>
                </a:lnTo>
                <a:lnTo>
                  <a:pt x="831588" y="116796"/>
                </a:lnTo>
                <a:lnTo>
                  <a:pt x="831179" y="116913"/>
                </a:lnTo>
                <a:lnTo>
                  <a:pt x="830767" y="117024"/>
                </a:lnTo>
                <a:lnTo>
                  <a:pt x="830350" y="117130"/>
                </a:lnTo>
                <a:lnTo>
                  <a:pt x="829929" y="117229"/>
                </a:lnTo>
                <a:lnTo>
                  <a:pt x="829505" y="117323"/>
                </a:lnTo>
                <a:lnTo>
                  <a:pt x="829076" y="117412"/>
                </a:lnTo>
                <a:lnTo>
                  <a:pt x="828644" y="117495"/>
                </a:lnTo>
                <a:lnTo>
                  <a:pt x="828207" y="117572"/>
                </a:lnTo>
                <a:lnTo>
                  <a:pt x="827767" y="117643"/>
                </a:lnTo>
                <a:lnTo>
                  <a:pt x="827322" y="117709"/>
                </a:lnTo>
                <a:lnTo>
                  <a:pt x="826874" y="117769"/>
                </a:lnTo>
                <a:lnTo>
                  <a:pt x="826422" y="117823"/>
                </a:lnTo>
                <a:lnTo>
                  <a:pt x="825966" y="117871"/>
                </a:lnTo>
                <a:lnTo>
                  <a:pt x="825505" y="117914"/>
                </a:lnTo>
                <a:lnTo>
                  <a:pt x="825041" y="117951"/>
                </a:lnTo>
                <a:lnTo>
                  <a:pt x="824573" y="117982"/>
                </a:lnTo>
                <a:lnTo>
                  <a:pt x="824101" y="118008"/>
                </a:lnTo>
                <a:lnTo>
                  <a:pt x="823625" y="118028"/>
                </a:lnTo>
                <a:lnTo>
                  <a:pt x="823145" y="118042"/>
                </a:lnTo>
                <a:lnTo>
                  <a:pt x="822662" y="118051"/>
                </a:lnTo>
                <a:lnTo>
                  <a:pt x="822174" y="118054"/>
                </a:lnTo>
                <a:lnTo>
                  <a:pt x="821424" y="118047"/>
                </a:lnTo>
                <a:lnTo>
                  <a:pt x="820683" y="118027"/>
                </a:lnTo>
                <a:lnTo>
                  <a:pt x="819949" y="117993"/>
                </a:lnTo>
                <a:lnTo>
                  <a:pt x="819223" y="117945"/>
                </a:lnTo>
                <a:lnTo>
                  <a:pt x="818504" y="117884"/>
                </a:lnTo>
                <a:lnTo>
                  <a:pt x="817793" y="117809"/>
                </a:lnTo>
                <a:lnTo>
                  <a:pt x="817090" y="117720"/>
                </a:lnTo>
                <a:lnTo>
                  <a:pt x="816395" y="117618"/>
                </a:lnTo>
                <a:lnTo>
                  <a:pt x="815707" y="117503"/>
                </a:lnTo>
                <a:lnTo>
                  <a:pt x="815027" y="117374"/>
                </a:lnTo>
                <a:lnTo>
                  <a:pt x="814354" y="117231"/>
                </a:lnTo>
                <a:lnTo>
                  <a:pt x="813689" y="117074"/>
                </a:lnTo>
                <a:lnTo>
                  <a:pt x="813032" y="116904"/>
                </a:lnTo>
                <a:lnTo>
                  <a:pt x="812383" y="116720"/>
                </a:lnTo>
                <a:lnTo>
                  <a:pt x="811741" y="116523"/>
                </a:lnTo>
                <a:lnTo>
                  <a:pt x="811107" y="116312"/>
                </a:lnTo>
                <a:lnTo>
                  <a:pt x="810481" y="116088"/>
                </a:lnTo>
                <a:lnTo>
                  <a:pt x="809862" y="115850"/>
                </a:lnTo>
                <a:lnTo>
                  <a:pt x="809251" y="115598"/>
                </a:lnTo>
                <a:lnTo>
                  <a:pt x="808648" y="115333"/>
                </a:lnTo>
                <a:lnTo>
                  <a:pt x="808052" y="115054"/>
                </a:lnTo>
                <a:lnTo>
                  <a:pt x="807464" y="114761"/>
                </a:lnTo>
                <a:lnTo>
                  <a:pt x="806884" y="114455"/>
                </a:lnTo>
                <a:lnTo>
                  <a:pt x="806311" y="114136"/>
                </a:lnTo>
                <a:lnTo>
                  <a:pt x="805747" y="113797"/>
                </a:lnTo>
                <a:lnTo>
                  <a:pt x="805194" y="113447"/>
                </a:lnTo>
                <a:lnTo>
                  <a:pt x="804651" y="113084"/>
                </a:lnTo>
                <a:lnTo>
                  <a:pt x="804118" y="112708"/>
                </a:lnTo>
                <a:lnTo>
                  <a:pt x="803596" y="112320"/>
                </a:lnTo>
                <a:lnTo>
                  <a:pt x="803084" y="111920"/>
                </a:lnTo>
                <a:lnTo>
                  <a:pt x="802582" y="111507"/>
                </a:lnTo>
                <a:lnTo>
                  <a:pt x="802091" y="111081"/>
                </a:lnTo>
                <a:lnTo>
                  <a:pt x="801610" y="110643"/>
                </a:lnTo>
                <a:lnTo>
                  <a:pt x="801139" y="110192"/>
                </a:lnTo>
                <a:lnTo>
                  <a:pt x="800678" y="109729"/>
                </a:lnTo>
                <a:lnTo>
                  <a:pt x="800228" y="109253"/>
                </a:lnTo>
                <a:lnTo>
                  <a:pt x="799788" y="108765"/>
                </a:lnTo>
                <a:lnTo>
                  <a:pt x="799359" y="108265"/>
                </a:lnTo>
                <a:lnTo>
                  <a:pt x="798940" y="107752"/>
                </a:lnTo>
                <a:lnTo>
                  <a:pt x="798531" y="107226"/>
                </a:lnTo>
                <a:lnTo>
                  <a:pt x="798132" y="106688"/>
                </a:lnTo>
                <a:lnTo>
                  <a:pt x="797744" y="106137"/>
                </a:lnTo>
                <a:lnTo>
                  <a:pt x="797366" y="105574"/>
                </a:lnTo>
                <a:lnTo>
                  <a:pt x="796998" y="104998"/>
                </a:lnTo>
                <a:lnTo>
                  <a:pt x="796641" y="104410"/>
                </a:lnTo>
                <a:lnTo>
                  <a:pt x="796294" y="103809"/>
                </a:lnTo>
                <a:lnTo>
                  <a:pt x="795957" y="103196"/>
                </a:lnTo>
                <a:lnTo>
                  <a:pt x="795631" y="102570"/>
                </a:lnTo>
                <a:lnTo>
                  <a:pt x="795321" y="101927"/>
                </a:lnTo>
                <a:lnTo>
                  <a:pt x="795025" y="101273"/>
                </a:lnTo>
                <a:lnTo>
                  <a:pt x="794742" y="100606"/>
                </a:lnTo>
                <a:lnTo>
                  <a:pt x="794472" y="99928"/>
                </a:lnTo>
                <a:lnTo>
                  <a:pt x="794215" y="99239"/>
                </a:lnTo>
                <a:lnTo>
                  <a:pt x="793972" y="98537"/>
                </a:lnTo>
                <a:lnTo>
                  <a:pt x="793741" y="97825"/>
                </a:lnTo>
                <a:lnTo>
                  <a:pt x="793524" y="97100"/>
                </a:lnTo>
                <a:lnTo>
                  <a:pt x="793320" y="96364"/>
                </a:lnTo>
                <a:lnTo>
                  <a:pt x="793129" y="95616"/>
                </a:lnTo>
                <a:lnTo>
                  <a:pt x="792951" y="94857"/>
                </a:lnTo>
                <a:lnTo>
                  <a:pt x="792787" y="94086"/>
                </a:lnTo>
                <a:lnTo>
                  <a:pt x="792635" y="93303"/>
                </a:lnTo>
                <a:lnTo>
                  <a:pt x="792497" y="92509"/>
                </a:lnTo>
                <a:lnTo>
                  <a:pt x="792372" y="91703"/>
                </a:lnTo>
                <a:lnTo>
                  <a:pt x="792260" y="90886"/>
                </a:lnTo>
                <a:lnTo>
                  <a:pt x="792161" y="90057"/>
                </a:lnTo>
                <a:lnTo>
                  <a:pt x="792076" y="89216"/>
                </a:lnTo>
                <a:lnTo>
                  <a:pt x="792003" y="88363"/>
                </a:lnTo>
                <a:lnTo>
                  <a:pt x="791944" y="87499"/>
                </a:lnTo>
                <a:lnTo>
                  <a:pt x="791898" y="86624"/>
                </a:lnTo>
                <a:lnTo>
                  <a:pt x="791873" y="85949"/>
                </a:lnTo>
                <a:lnTo>
                  <a:pt x="862368" y="85949"/>
                </a:lnTo>
                <a:lnTo>
                  <a:pt x="862368" y="79629"/>
                </a:lnTo>
                <a:lnTo>
                  <a:pt x="862361" y="78505"/>
                </a:lnTo>
                <a:lnTo>
                  <a:pt x="862343" y="77395"/>
                </a:lnTo>
                <a:lnTo>
                  <a:pt x="862311" y="76300"/>
                </a:lnTo>
                <a:close/>
                <a:moveTo>
                  <a:pt x="792056" y="71382"/>
                </a:moveTo>
                <a:lnTo>
                  <a:pt x="792134" y="70736"/>
                </a:lnTo>
                <a:lnTo>
                  <a:pt x="792225" y="70094"/>
                </a:lnTo>
                <a:lnTo>
                  <a:pt x="792327" y="69455"/>
                </a:lnTo>
                <a:lnTo>
                  <a:pt x="792442" y="68819"/>
                </a:lnTo>
                <a:lnTo>
                  <a:pt x="792569" y="68187"/>
                </a:lnTo>
                <a:lnTo>
                  <a:pt x="792708" y="67559"/>
                </a:lnTo>
                <a:lnTo>
                  <a:pt x="792858" y="66934"/>
                </a:lnTo>
                <a:lnTo>
                  <a:pt x="793021" y="66312"/>
                </a:lnTo>
                <a:lnTo>
                  <a:pt x="793196" y="65694"/>
                </a:lnTo>
                <a:lnTo>
                  <a:pt x="793383" y="65080"/>
                </a:lnTo>
                <a:lnTo>
                  <a:pt x="793583" y="64469"/>
                </a:lnTo>
                <a:lnTo>
                  <a:pt x="793794" y="63862"/>
                </a:lnTo>
                <a:lnTo>
                  <a:pt x="794017" y="63258"/>
                </a:lnTo>
                <a:lnTo>
                  <a:pt x="794252" y="62657"/>
                </a:lnTo>
                <a:lnTo>
                  <a:pt x="794500" y="62060"/>
                </a:lnTo>
                <a:lnTo>
                  <a:pt x="794759" y="61467"/>
                </a:lnTo>
                <a:lnTo>
                  <a:pt x="795031" y="60877"/>
                </a:lnTo>
                <a:lnTo>
                  <a:pt x="795315" y="60291"/>
                </a:lnTo>
                <a:lnTo>
                  <a:pt x="795609" y="59711"/>
                </a:lnTo>
                <a:lnTo>
                  <a:pt x="795914" y="59140"/>
                </a:lnTo>
                <a:lnTo>
                  <a:pt x="796230" y="58579"/>
                </a:lnTo>
                <a:lnTo>
                  <a:pt x="796556" y="58026"/>
                </a:lnTo>
                <a:lnTo>
                  <a:pt x="796892" y="57483"/>
                </a:lnTo>
                <a:lnTo>
                  <a:pt x="797238" y="56949"/>
                </a:lnTo>
                <a:lnTo>
                  <a:pt x="797595" y="56425"/>
                </a:lnTo>
                <a:lnTo>
                  <a:pt x="797962" y="55909"/>
                </a:lnTo>
                <a:lnTo>
                  <a:pt x="798339" y="55403"/>
                </a:lnTo>
                <a:lnTo>
                  <a:pt x="798727" y="54906"/>
                </a:lnTo>
                <a:lnTo>
                  <a:pt x="799125" y="54418"/>
                </a:lnTo>
                <a:lnTo>
                  <a:pt x="799533" y="53939"/>
                </a:lnTo>
                <a:lnTo>
                  <a:pt x="799952" y="53470"/>
                </a:lnTo>
                <a:lnTo>
                  <a:pt x="800380" y="53010"/>
                </a:lnTo>
                <a:lnTo>
                  <a:pt x="800820" y="52559"/>
                </a:lnTo>
                <a:lnTo>
                  <a:pt x="801269" y="52117"/>
                </a:lnTo>
                <a:lnTo>
                  <a:pt x="801729" y="51685"/>
                </a:lnTo>
                <a:lnTo>
                  <a:pt x="802199" y="51261"/>
                </a:lnTo>
                <a:lnTo>
                  <a:pt x="802680" y="50847"/>
                </a:lnTo>
                <a:lnTo>
                  <a:pt x="803170" y="50442"/>
                </a:lnTo>
                <a:lnTo>
                  <a:pt x="803671" y="50047"/>
                </a:lnTo>
                <a:lnTo>
                  <a:pt x="804183" y="49660"/>
                </a:lnTo>
                <a:lnTo>
                  <a:pt x="804705" y="49283"/>
                </a:lnTo>
                <a:lnTo>
                  <a:pt x="805237" y="48915"/>
                </a:lnTo>
                <a:lnTo>
                  <a:pt x="805783" y="48554"/>
                </a:lnTo>
                <a:lnTo>
                  <a:pt x="806338" y="48209"/>
                </a:lnTo>
                <a:lnTo>
                  <a:pt x="806902" y="47878"/>
                </a:lnTo>
                <a:lnTo>
                  <a:pt x="807473" y="47563"/>
                </a:lnTo>
                <a:lnTo>
                  <a:pt x="808053" y="47264"/>
                </a:lnTo>
                <a:lnTo>
                  <a:pt x="808641" y="46980"/>
                </a:lnTo>
                <a:lnTo>
                  <a:pt x="809238" y="46711"/>
                </a:lnTo>
                <a:lnTo>
                  <a:pt x="809843" y="46458"/>
                </a:lnTo>
                <a:lnTo>
                  <a:pt x="810456" y="46219"/>
                </a:lnTo>
                <a:lnTo>
                  <a:pt x="811078" y="45997"/>
                </a:lnTo>
                <a:lnTo>
                  <a:pt x="811708" y="45789"/>
                </a:lnTo>
                <a:lnTo>
                  <a:pt x="812346" y="45597"/>
                </a:lnTo>
                <a:lnTo>
                  <a:pt x="812993" y="45421"/>
                </a:lnTo>
                <a:lnTo>
                  <a:pt x="813648" y="45259"/>
                </a:lnTo>
                <a:lnTo>
                  <a:pt x="814311" y="45113"/>
                </a:lnTo>
                <a:lnTo>
                  <a:pt x="814983" y="44983"/>
                </a:lnTo>
                <a:lnTo>
                  <a:pt x="815663" y="44868"/>
                </a:lnTo>
                <a:lnTo>
                  <a:pt x="816352" y="44768"/>
                </a:lnTo>
                <a:lnTo>
                  <a:pt x="817048" y="44683"/>
                </a:lnTo>
                <a:lnTo>
                  <a:pt x="817753" y="44614"/>
                </a:lnTo>
                <a:lnTo>
                  <a:pt x="818467" y="44560"/>
                </a:lnTo>
                <a:lnTo>
                  <a:pt x="819188" y="44522"/>
                </a:lnTo>
                <a:lnTo>
                  <a:pt x="819919" y="44499"/>
                </a:lnTo>
                <a:lnTo>
                  <a:pt x="820657" y="44491"/>
                </a:lnTo>
                <a:lnTo>
                  <a:pt x="821327" y="44498"/>
                </a:lnTo>
                <a:lnTo>
                  <a:pt x="821990" y="44517"/>
                </a:lnTo>
                <a:lnTo>
                  <a:pt x="822646" y="44550"/>
                </a:lnTo>
                <a:lnTo>
                  <a:pt x="823294" y="44595"/>
                </a:lnTo>
                <a:lnTo>
                  <a:pt x="823934" y="44653"/>
                </a:lnTo>
                <a:lnTo>
                  <a:pt x="824567" y="44724"/>
                </a:lnTo>
                <a:lnTo>
                  <a:pt x="825193" y="44809"/>
                </a:lnTo>
                <a:lnTo>
                  <a:pt x="825811" y="44906"/>
                </a:lnTo>
                <a:lnTo>
                  <a:pt x="826422" y="45016"/>
                </a:lnTo>
                <a:lnTo>
                  <a:pt x="827025" y="45139"/>
                </a:lnTo>
                <a:lnTo>
                  <a:pt x="827621" y="45275"/>
                </a:lnTo>
                <a:lnTo>
                  <a:pt x="828209" y="45424"/>
                </a:lnTo>
                <a:lnTo>
                  <a:pt x="828790" y="45585"/>
                </a:lnTo>
                <a:lnTo>
                  <a:pt x="829363" y="45760"/>
                </a:lnTo>
                <a:lnTo>
                  <a:pt x="829929" y="45948"/>
                </a:lnTo>
                <a:lnTo>
                  <a:pt x="830488" y="46149"/>
                </a:lnTo>
                <a:lnTo>
                  <a:pt x="831039" y="46362"/>
                </a:lnTo>
                <a:lnTo>
                  <a:pt x="831582" y="46589"/>
                </a:lnTo>
                <a:lnTo>
                  <a:pt x="832118" y="46828"/>
                </a:lnTo>
                <a:lnTo>
                  <a:pt x="832647" y="47081"/>
                </a:lnTo>
                <a:lnTo>
                  <a:pt x="833168" y="47346"/>
                </a:lnTo>
                <a:lnTo>
                  <a:pt x="833682" y="47624"/>
                </a:lnTo>
                <a:lnTo>
                  <a:pt x="834188" y="47916"/>
                </a:lnTo>
                <a:lnTo>
                  <a:pt x="834687" y="48220"/>
                </a:lnTo>
                <a:lnTo>
                  <a:pt x="835182" y="48535"/>
                </a:lnTo>
                <a:lnTo>
                  <a:pt x="835668" y="48860"/>
                </a:lnTo>
                <a:lnTo>
                  <a:pt x="836144" y="49195"/>
                </a:lnTo>
                <a:lnTo>
                  <a:pt x="836611" y="49538"/>
                </a:lnTo>
                <a:lnTo>
                  <a:pt x="837068" y="49892"/>
                </a:lnTo>
                <a:lnTo>
                  <a:pt x="837515" y="50254"/>
                </a:lnTo>
                <a:lnTo>
                  <a:pt x="837953" y="50626"/>
                </a:lnTo>
                <a:lnTo>
                  <a:pt x="838380" y="51008"/>
                </a:lnTo>
                <a:lnTo>
                  <a:pt x="838799" y="51399"/>
                </a:lnTo>
                <a:lnTo>
                  <a:pt x="839207" y="51799"/>
                </a:lnTo>
                <a:lnTo>
                  <a:pt x="839606" y="52209"/>
                </a:lnTo>
                <a:lnTo>
                  <a:pt x="839996" y="52628"/>
                </a:lnTo>
                <a:lnTo>
                  <a:pt x="840375" y="53057"/>
                </a:lnTo>
                <a:lnTo>
                  <a:pt x="840745" y="53495"/>
                </a:lnTo>
                <a:lnTo>
                  <a:pt x="841105" y="53942"/>
                </a:lnTo>
                <a:lnTo>
                  <a:pt x="841456" y="54399"/>
                </a:lnTo>
                <a:lnTo>
                  <a:pt x="841797" y="54866"/>
                </a:lnTo>
                <a:lnTo>
                  <a:pt x="842128" y="55342"/>
                </a:lnTo>
                <a:lnTo>
                  <a:pt x="842450" y="55827"/>
                </a:lnTo>
                <a:lnTo>
                  <a:pt x="842762" y="56322"/>
                </a:lnTo>
                <a:lnTo>
                  <a:pt x="843065" y="56826"/>
                </a:lnTo>
                <a:lnTo>
                  <a:pt x="843357" y="57339"/>
                </a:lnTo>
                <a:lnTo>
                  <a:pt x="843640" y="57862"/>
                </a:lnTo>
                <a:lnTo>
                  <a:pt x="843914" y="58395"/>
                </a:lnTo>
                <a:lnTo>
                  <a:pt x="844182" y="58935"/>
                </a:lnTo>
                <a:lnTo>
                  <a:pt x="844439" y="59482"/>
                </a:lnTo>
                <a:lnTo>
                  <a:pt x="844684" y="60034"/>
                </a:lnTo>
                <a:lnTo>
                  <a:pt x="844918" y="60593"/>
                </a:lnTo>
                <a:lnTo>
                  <a:pt x="845140" y="61158"/>
                </a:lnTo>
                <a:lnTo>
                  <a:pt x="845352" y="61729"/>
                </a:lnTo>
                <a:lnTo>
                  <a:pt x="845551" y="62306"/>
                </a:lnTo>
                <a:lnTo>
                  <a:pt x="845740" y="62889"/>
                </a:lnTo>
                <a:lnTo>
                  <a:pt x="845916" y="63478"/>
                </a:lnTo>
                <a:lnTo>
                  <a:pt x="846082" y="64074"/>
                </a:lnTo>
                <a:lnTo>
                  <a:pt x="846236" y="64676"/>
                </a:lnTo>
                <a:lnTo>
                  <a:pt x="846379" y="65283"/>
                </a:lnTo>
                <a:lnTo>
                  <a:pt x="846510" y="65897"/>
                </a:lnTo>
                <a:lnTo>
                  <a:pt x="846630" y="66518"/>
                </a:lnTo>
                <a:lnTo>
                  <a:pt x="846738" y="67144"/>
                </a:lnTo>
                <a:lnTo>
                  <a:pt x="846835" y="67776"/>
                </a:lnTo>
                <a:lnTo>
                  <a:pt x="846921" y="68415"/>
                </a:lnTo>
                <a:lnTo>
                  <a:pt x="846995" y="69060"/>
                </a:lnTo>
                <a:lnTo>
                  <a:pt x="847057" y="69710"/>
                </a:lnTo>
                <a:lnTo>
                  <a:pt x="847109" y="70367"/>
                </a:lnTo>
                <a:lnTo>
                  <a:pt x="847149" y="71031"/>
                </a:lnTo>
                <a:lnTo>
                  <a:pt x="847177" y="71700"/>
                </a:lnTo>
                <a:lnTo>
                  <a:pt x="847194" y="72375"/>
                </a:lnTo>
                <a:lnTo>
                  <a:pt x="847200" y="73057"/>
                </a:lnTo>
                <a:lnTo>
                  <a:pt x="791911" y="73057"/>
                </a:lnTo>
                <a:lnTo>
                  <a:pt x="791935" y="72685"/>
                </a:lnTo>
                <a:lnTo>
                  <a:pt x="791989" y="72032"/>
                </a:lnTo>
                <a:lnTo>
                  <a:pt x="792056" y="71382"/>
                </a:lnTo>
                <a:close/>
                <a:moveTo>
                  <a:pt x="1079984" y="131180"/>
                </a:moveTo>
                <a:lnTo>
                  <a:pt x="1081017" y="131061"/>
                </a:lnTo>
                <a:lnTo>
                  <a:pt x="1082038" y="130919"/>
                </a:lnTo>
                <a:lnTo>
                  <a:pt x="1083048" y="130757"/>
                </a:lnTo>
                <a:lnTo>
                  <a:pt x="1084046" y="130572"/>
                </a:lnTo>
                <a:lnTo>
                  <a:pt x="1085033" y="130366"/>
                </a:lnTo>
                <a:lnTo>
                  <a:pt x="1086009" y="130137"/>
                </a:lnTo>
                <a:lnTo>
                  <a:pt x="1086973" y="129888"/>
                </a:lnTo>
                <a:lnTo>
                  <a:pt x="1087926" y="129616"/>
                </a:lnTo>
                <a:lnTo>
                  <a:pt x="1088867" y="129323"/>
                </a:lnTo>
                <a:lnTo>
                  <a:pt x="1089797" y="129008"/>
                </a:lnTo>
                <a:lnTo>
                  <a:pt x="1090716" y="128671"/>
                </a:lnTo>
                <a:lnTo>
                  <a:pt x="1091623" y="128313"/>
                </a:lnTo>
                <a:lnTo>
                  <a:pt x="1092519" y="127932"/>
                </a:lnTo>
                <a:lnTo>
                  <a:pt x="1093403" y="127530"/>
                </a:lnTo>
                <a:lnTo>
                  <a:pt x="1094276" y="127107"/>
                </a:lnTo>
                <a:lnTo>
                  <a:pt x="1095137" y="126662"/>
                </a:lnTo>
                <a:lnTo>
                  <a:pt x="1095988" y="126194"/>
                </a:lnTo>
                <a:lnTo>
                  <a:pt x="1096826" y="125706"/>
                </a:lnTo>
                <a:lnTo>
                  <a:pt x="1097654" y="125195"/>
                </a:lnTo>
                <a:lnTo>
                  <a:pt x="1098473" y="124665"/>
                </a:lnTo>
                <a:lnTo>
                  <a:pt x="1099277" y="124118"/>
                </a:lnTo>
                <a:lnTo>
                  <a:pt x="1100065" y="123553"/>
                </a:lnTo>
                <a:lnTo>
                  <a:pt x="1100838" y="122971"/>
                </a:lnTo>
                <a:lnTo>
                  <a:pt x="1101596" y="122372"/>
                </a:lnTo>
                <a:lnTo>
                  <a:pt x="1102338" y="121755"/>
                </a:lnTo>
                <a:lnTo>
                  <a:pt x="1103065" y="121121"/>
                </a:lnTo>
                <a:lnTo>
                  <a:pt x="1103777" y="120469"/>
                </a:lnTo>
                <a:lnTo>
                  <a:pt x="1104473" y="119801"/>
                </a:lnTo>
                <a:lnTo>
                  <a:pt x="1105154" y="119115"/>
                </a:lnTo>
                <a:lnTo>
                  <a:pt x="1105819" y="118411"/>
                </a:lnTo>
                <a:lnTo>
                  <a:pt x="1106470" y="117690"/>
                </a:lnTo>
                <a:lnTo>
                  <a:pt x="1107104" y="116952"/>
                </a:lnTo>
                <a:lnTo>
                  <a:pt x="1107724" y="116197"/>
                </a:lnTo>
                <a:lnTo>
                  <a:pt x="1108328" y="115424"/>
                </a:lnTo>
                <a:lnTo>
                  <a:pt x="1108917" y="114634"/>
                </a:lnTo>
                <a:lnTo>
                  <a:pt x="1109490" y="113827"/>
                </a:lnTo>
                <a:lnTo>
                  <a:pt x="1110048" y="113002"/>
                </a:lnTo>
                <a:lnTo>
                  <a:pt x="1110591" y="112160"/>
                </a:lnTo>
                <a:lnTo>
                  <a:pt x="1111118" y="111300"/>
                </a:lnTo>
                <a:lnTo>
                  <a:pt x="1111630" y="110424"/>
                </a:lnTo>
                <a:lnTo>
                  <a:pt x="1112127" y="109530"/>
                </a:lnTo>
                <a:lnTo>
                  <a:pt x="1112608" y="108618"/>
                </a:lnTo>
                <a:lnTo>
                  <a:pt x="1113074" y="107689"/>
                </a:lnTo>
                <a:lnTo>
                  <a:pt x="1113528" y="106745"/>
                </a:lnTo>
                <a:lnTo>
                  <a:pt x="1113962" y="105788"/>
                </a:lnTo>
                <a:lnTo>
                  <a:pt x="1114377" y="104818"/>
                </a:lnTo>
                <a:lnTo>
                  <a:pt x="1114773" y="103834"/>
                </a:lnTo>
                <a:lnTo>
                  <a:pt x="1115150" y="102838"/>
                </a:lnTo>
                <a:lnTo>
                  <a:pt x="1115507" y="101828"/>
                </a:lnTo>
                <a:lnTo>
                  <a:pt x="1115845" y="100805"/>
                </a:lnTo>
                <a:lnTo>
                  <a:pt x="1116163" y="99769"/>
                </a:lnTo>
                <a:lnTo>
                  <a:pt x="1116463" y="98719"/>
                </a:lnTo>
                <a:lnTo>
                  <a:pt x="1116743" y="97657"/>
                </a:lnTo>
                <a:lnTo>
                  <a:pt x="1117003" y="96581"/>
                </a:lnTo>
                <a:lnTo>
                  <a:pt x="1117245" y="95492"/>
                </a:lnTo>
                <a:lnTo>
                  <a:pt x="1117467" y="94390"/>
                </a:lnTo>
                <a:lnTo>
                  <a:pt x="1117670" y="93275"/>
                </a:lnTo>
                <a:lnTo>
                  <a:pt x="1117853" y="92147"/>
                </a:lnTo>
                <a:lnTo>
                  <a:pt x="1118017" y="91005"/>
                </a:lnTo>
                <a:lnTo>
                  <a:pt x="1118162" y="89850"/>
                </a:lnTo>
                <a:lnTo>
                  <a:pt x="1118288" y="88683"/>
                </a:lnTo>
                <a:lnTo>
                  <a:pt x="1118394" y="87502"/>
                </a:lnTo>
                <a:lnTo>
                  <a:pt x="1118481" y="86307"/>
                </a:lnTo>
                <a:lnTo>
                  <a:pt x="1118548" y="85100"/>
                </a:lnTo>
                <a:lnTo>
                  <a:pt x="1118597" y="83879"/>
                </a:lnTo>
                <a:lnTo>
                  <a:pt x="1118626" y="82646"/>
                </a:lnTo>
                <a:lnTo>
                  <a:pt x="1118635" y="81399"/>
                </a:lnTo>
                <a:lnTo>
                  <a:pt x="1118626" y="80142"/>
                </a:lnTo>
                <a:lnTo>
                  <a:pt x="1118597" y="78898"/>
                </a:lnTo>
                <a:lnTo>
                  <a:pt x="1118548" y="77667"/>
                </a:lnTo>
                <a:lnTo>
                  <a:pt x="1118481" y="76450"/>
                </a:lnTo>
                <a:lnTo>
                  <a:pt x="1118394" y="75246"/>
                </a:lnTo>
                <a:lnTo>
                  <a:pt x="1118288" y="74056"/>
                </a:lnTo>
                <a:lnTo>
                  <a:pt x="1118162" y="72879"/>
                </a:lnTo>
                <a:lnTo>
                  <a:pt x="1118017" y="71716"/>
                </a:lnTo>
                <a:lnTo>
                  <a:pt x="1117853" y="70565"/>
                </a:lnTo>
                <a:lnTo>
                  <a:pt x="1117670" y="69429"/>
                </a:lnTo>
                <a:lnTo>
                  <a:pt x="1117467" y="68305"/>
                </a:lnTo>
                <a:lnTo>
                  <a:pt x="1117245" y="67195"/>
                </a:lnTo>
                <a:lnTo>
                  <a:pt x="1117003" y="66099"/>
                </a:lnTo>
                <a:lnTo>
                  <a:pt x="1116743" y="65015"/>
                </a:lnTo>
                <a:lnTo>
                  <a:pt x="1116463" y="63945"/>
                </a:lnTo>
                <a:lnTo>
                  <a:pt x="1116163" y="62889"/>
                </a:lnTo>
                <a:lnTo>
                  <a:pt x="1115845" y="61846"/>
                </a:lnTo>
                <a:lnTo>
                  <a:pt x="1115507" y="60816"/>
                </a:lnTo>
                <a:lnTo>
                  <a:pt x="1115150" y="59800"/>
                </a:lnTo>
                <a:lnTo>
                  <a:pt x="1114773" y="58797"/>
                </a:lnTo>
                <a:lnTo>
                  <a:pt x="1114377" y="57807"/>
                </a:lnTo>
                <a:lnTo>
                  <a:pt x="1113962" y="56831"/>
                </a:lnTo>
                <a:lnTo>
                  <a:pt x="1113528" y="55868"/>
                </a:lnTo>
                <a:lnTo>
                  <a:pt x="1113074" y="54919"/>
                </a:lnTo>
                <a:lnTo>
                  <a:pt x="1112608" y="53985"/>
                </a:lnTo>
                <a:lnTo>
                  <a:pt x="1112127" y="53069"/>
                </a:lnTo>
                <a:lnTo>
                  <a:pt x="1111630" y="52170"/>
                </a:lnTo>
                <a:lnTo>
                  <a:pt x="1111118" y="51289"/>
                </a:lnTo>
                <a:lnTo>
                  <a:pt x="1110591" y="50425"/>
                </a:lnTo>
                <a:lnTo>
                  <a:pt x="1110048" y="49579"/>
                </a:lnTo>
                <a:lnTo>
                  <a:pt x="1109490" y="48750"/>
                </a:lnTo>
                <a:lnTo>
                  <a:pt x="1108917" y="47939"/>
                </a:lnTo>
                <a:lnTo>
                  <a:pt x="1108328" y="47146"/>
                </a:lnTo>
                <a:lnTo>
                  <a:pt x="1107724" y="46370"/>
                </a:lnTo>
                <a:lnTo>
                  <a:pt x="1107104" y="45611"/>
                </a:lnTo>
                <a:lnTo>
                  <a:pt x="1106470" y="44871"/>
                </a:lnTo>
                <a:lnTo>
                  <a:pt x="1105819" y="44147"/>
                </a:lnTo>
                <a:lnTo>
                  <a:pt x="1105154" y="43442"/>
                </a:lnTo>
                <a:lnTo>
                  <a:pt x="1104473" y="42753"/>
                </a:lnTo>
                <a:lnTo>
                  <a:pt x="1103777" y="42083"/>
                </a:lnTo>
                <a:lnTo>
                  <a:pt x="1103065" y="41430"/>
                </a:lnTo>
                <a:lnTo>
                  <a:pt x="1102338" y="40794"/>
                </a:lnTo>
                <a:lnTo>
                  <a:pt x="1101596" y="40176"/>
                </a:lnTo>
                <a:lnTo>
                  <a:pt x="1100838" y="39576"/>
                </a:lnTo>
                <a:lnTo>
                  <a:pt x="1100065" y="38993"/>
                </a:lnTo>
                <a:lnTo>
                  <a:pt x="1099277" y="38428"/>
                </a:lnTo>
                <a:lnTo>
                  <a:pt x="1098473" y="37880"/>
                </a:lnTo>
                <a:lnTo>
                  <a:pt x="1097654" y="37350"/>
                </a:lnTo>
                <a:lnTo>
                  <a:pt x="1096826" y="36839"/>
                </a:lnTo>
                <a:lnTo>
                  <a:pt x="1095988" y="36351"/>
                </a:lnTo>
                <a:lnTo>
                  <a:pt x="1095137" y="35884"/>
                </a:lnTo>
                <a:lnTo>
                  <a:pt x="1094276" y="35438"/>
                </a:lnTo>
                <a:lnTo>
                  <a:pt x="1093403" y="35015"/>
                </a:lnTo>
                <a:lnTo>
                  <a:pt x="1092519" y="34613"/>
                </a:lnTo>
                <a:lnTo>
                  <a:pt x="1091623" y="34233"/>
                </a:lnTo>
                <a:lnTo>
                  <a:pt x="1090716" y="33874"/>
                </a:lnTo>
                <a:lnTo>
                  <a:pt x="1089797" y="33537"/>
                </a:lnTo>
                <a:lnTo>
                  <a:pt x="1088867" y="33222"/>
                </a:lnTo>
                <a:lnTo>
                  <a:pt x="1087926" y="32929"/>
                </a:lnTo>
                <a:lnTo>
                  <a:pt x="1086973" y="32658"/>
                </a:lnTo>
                <a:lnTo>
                  <a:pt x="1086009" y="32408"/>
                </a:lnTo>
                <a:lnTo>
                  <a:pt x="1085033" y="32180"/>
                </a:lnTo>
                <a:lnTo>
                  <a:pt x="1084046" y="31973"/>
                </a:lnTo>
                <a:lnTo>
                  <a:pt x="1083048" y="31789"/>
                </a:lnTo>
                <a:lnTo>
                  <a:pt x="1082038" y="31626"/>
                </a:lnTo>
                <a:lnTo>
                  <a:pt x="1081017" y="31484"/>
                </a:lnTo>
                <a:lnTo>
                  <a:pt x="1079984" y="31365"/>
                </a:lnTo>
                <a:lnTo>
                  <a:pt x="1078940" y="31267"/>
                </a:lnTo>
                <a:lnTo>
                  <a:pt x="1077884" y="31191"/>
                </a:lnTo>
                <a:lnTo>
                  <a:pt x="1076818" y="31137"/>
                </a:lnTo>
                <a:lnTo>
                  <a:pt x="1075739" y="31104"/>
                </a:lnTo>
                <a:lnTo>
                  <a:pt x="1074649" y="31093"/>
                </a:lnTo>
                <a:lnTo>
                  <a:pt x="1073560" y="31104"/>
                </a:lnTo>
                <a:lnTo>
                  <a:pt x="1072481" y="31137"/>
                </a:lnTo>
                <a:lnTo>
                  <a:pt x="1071414" y="31191"/>
                </a:lnTo>
                <a:lnTo>
                  <a:pt x="1070357" y="31267"/>
                </a:lnTo>
                <a:lnTo>
                  <a:pt x="1069312" y="31365"/>
                </a:lnTo>
                <a:lnTo>
                  <a:pt x="1068278" y="31484"/>
                </a:lnTo>
                <a:lnTo>
                  <a:pt x="1067256" y="31626"/>
                </a:lnTo>
                <a:lnTo>
                  <a:pt x="1066244" y="31789"/>
                </a:lnTo>
                <a:lnTo>
                  <a:pt x="1065244" y="31973"/>
                </a:lnTo>
                <a:lnTo>
                  <a:pt x="1064255" y="32180"/>
                </a:lnTo>
                <a:lnTo>
                  <a:pt x="1063277" y="32408"/>
                </a:lnTo>
                <a:lnTo>
                  <a:pt x="1062310" y="32658"/>
                </a:lnTo>
                <a:lnTo>
                  <a:pt x="1061355" y="32929"/>
                </a:lnTo>
                <a:lnTo>
                  <a:pt x="1060410" y="33222"/>
                </a:lnTo>
                <a:lnTo>
                  <a:pt x="1059477" y="33537"/>
                </a:lnTo>
                <a:lnTo>
                  <a:pt x="1058555" y="33874"/>
                </a:lnTo>
                <a:lnTo>
                  <a:pt x="1057644" y="34233"/>
                </a:lnTo>
                <a:lnTo>
                  <a:pt x="1056745" y="34613"/>
                </a:lnTo>
                <a:lnTo>
                  <a:pt x="1055856" y="35015"/>
                </a:lnTo>
                <a:lnTo>
                  <a:pt x="1054979" y="35438"/>
                </a:lnTo>
                <a:lnTo>
                  <a:pt x="1054113" y="35884"/>
                </a:lnTo>
                <a:lnTo>
                  <a:pt x="1053258" y="36351"/>
                </a:lnTo>
                <a:lnTo>
                  <a:pt x="1052415" y="36839"/>
                </a:lnTo>
                <a:lnTo>
                  <a:pt x="1051582" y="37350"/>
                </a:lnTo>
                <a:lnTo>
                  <a:pt x="1050768" y="37880"/>
                </a:lnTo>
                <a:lnTo>
                  <a:pt x="1049969" y="38428"/>
                </a:lnTo>
                <a:lnTo>
                  <a:pt x="1049185" y="38993"/>
                </a:lnTo>
                <a:lnTo>
                  <a:pt x="1048415" y="39576"/>
                </a:lnTo>
                <a:lnTo>
                  <a:pt x="1047661" y="40176"/>
                </a:lnTo>
                <a:lnTo>
                  <a:pt x="1046921" y="40794"/>
                </a:lnTo>
                <a:lnTo>
                  <a:pt x="1046197" y="41430"/>
                </a:lnTo>
                <a:lnTo>
                  <a:pt x="1045487" y="42083"/>
                </a:lnTo>
                <a:lnTo>
                  <a:pt x="1044792" y="42753"/>
                </a:lnTo>
                <a:lnTo>
                  <a:pt x="1044113" y="43442"/>
                </a:lnTo>
                <a:lnTo>
                  <a:pt x="1043448" y="44147"/>
                </a:lnTo>
                <a:lnTo>
                  <a:pt x="1042798" y="44871"/>
                </a:lnTo>
                <a:lnTo>
                  <a:pt x="1042163" y="45611"/>
                </a:lnTo>
                <a:lnTo>
                  <a:pt x="1041543" y="46370"/>
                </a:lnTo>
                <a:lnTo>
                  <a:pt x="1040937" y="47146"/>
                </a:lnTo>
                <a:lnTo>
                  <a:pt x="1040347" y="47939"/>
                </a:lnTo>
                <a:lnTo>
                  <a:pt x="1039772" y="48750"/>
                </a:lnTo>
                <a:lnTo>
                  <a:pt x="1039211" y="49579"/>
                </a:lnTo>
                <a:lnTo>
                  <a:pt x="1038666" y="50425"/>
                </a:lnTo>
                <a:lnTo>
                  <a:pt x="1038135" y="51289"/>
                </a:lnTo>
                <a:lnTo>
                  <a:pt x="1037619" y="52170"/>
                </a:lnTo>
                <a:lnTo>
                  <a:pt x="1037119" y="53069"/>
                </a:lnTo>
                <a:lnTo>
                  <a:pt x="1036633" y="53985"/>
                </a:lnTo>
                <a:lnTo>
                  <a:pt x="1036162" y="54919"/>
                </a:lnTo>
                <a:lnTo>
                  <a:pt x="1035713" y="55868"/>
                </a:lnTo>
                <a:lnTo>
                  <a:pt x="1035284" y="56831"/>
                </a:lnTo>
                <a:lnTo>
                  <a:pt x="1034873" y="57807"/>
                </a:lnTo>
                <a:lnTo>
                  <a:pt x="1034482" y="58797"/>
                </a:lnTo>
                <a:lnTo>
                  <a:pt x="1034110" y="59800"/>
                </a:lnTo>
                <a:lnTo>
                  <a:pt x="1033756" y="60816"/>
                </a:lnTo>
                <a:lnTo>
                  <a:pt x="1033422" y="61846"/>
                </a:lnTo>
                <a:lnTo>
                  <a:pt x="1033107" y="62889"/>
                </a:lnTo>
                <a:lnTo>
                  <a:pt x="1032811" y="63945"/>
                </a:lnTo>
                <a:lnTo>
                  <a:pt x="1032535" y="65015"/>
                </a:lnTo>
                <a:lnTo>
                  <a:pt x="1032277" y="66099"/>
                </a:lnTo>
                <a:lnTo>
                  <a:pt x="1032038" y="67195"/>
                </a:lnTo>
                <a:lnTo>
                  <a:pt x="1031819" y="68305"/>
                </a:lnTo>
                <a:lnTo>
                  <a:pt x="1031618" y="69429"/>
                </a:lnTo>
                <a:lnTo>
                  <a:pt x="1031437" y="70565"/>
                </a:lnTo>
                <a:lnTo>
                  <a:pt x="1031275" y="71716"/>
                </a:lnTo>
                <a:lnTo>
                  <a:pt x="1031131" y="72879"/>
                </a:lnTo>
                <a:lnTo>
                  <a:pt x="1031007" y="74056"/>
                </a:lnTo>
                <a:lnTo>
                  <a:pt x="1030902" y="75246"/>
                </a:lnTo>
                <a:lnTo>
                  <a:pt x="1030816" y="76450"/>
                </a:lnTo>
                <a:lnTo>
                  <a:pt x="1030750" y="77667"/>
                </a:lnTo>
                <a:lnTo>
                  <a:pt x="1030702" y="78898"/>
                </a:lnTo>
                <a:lnTo>
                  <a:pt x="1030673" y="80142"/>
                </a:lnTo>
                <a:lnTo>
                  <a:pt x="1030664" y="81399"/>
                </a:lnTo>
                <a:lnTo>
                  <a:pt x="1030673" y="82646"/>
                </a:lnTo>
                <a:lnTo>
                  <a:pt x="1030702" y="83879"/>
                </a:lnTo>
                <a:lnTo>
                  <a:pt x="1030750" y="85100"/>
                </a:lnTo>
                <a:lnTo>
                  <a:pt x="1030816" y="86307"/>
                </a:lnTo>
                <a:lnTo>
                  <a:pt x="1030902" y="87502"/>
                </a:lnTo>
                <a:lnTo>
                  <a:pt x="1031007" y="88683"/>
                </a:lnTo>
                <a:lnTo>
                  <a:pt x="1031131" y="89850"/>
                </a:lnTo>
                <a:lnTo>
                  <a:pt x="1031275" y="91005"/>
                </a:lnTo>
                <a:lnTo>
                  <a:pt x="1031437" y="92147"/>
                </a:lnTo>
                <a:lnTo>
                  <a:pt x="1031618" y="93275"/>
                </a:lnTo>
                <a:lnTo>
                  <a:pt x="1031819" y="94390"/>
                </a:lnTo>
                <a:lnTo>
                  <a:pt x="1032038" y="95492"/>
                </a:lnTo>
                <a:lnTo>
                  <a:pt x="1032277" y="96581"/>
                </a:lnTo>
                <a:lnTo>
                  <a:pt x="1032535" y="97657"/>
                </a:lnTo>
                <a:lnTo>
                  <a:pt x="1032811" y="98719"/>
                </a:lnTo>
                <a:lnTo>
                  <a:pt x="1033107" y="99769"/>
                </a:lnTo>
                <a:lnTo>
                  <a:pt x="1033422" y="100805"/>
                </a:lnTo>
                <a:lnTo>
                  <a:pt x="1033756" y="101828"/>
                </a:lnTo>
                <a:lnTo>
                  <a:pt x="1034110" y="102838"/>
                </a:lnTo>
                <a:lnTo>
                  <a:pt x="1034482" y="103834"/>
                </a:lnTo>
                <a:lnTo>
                  <a:pt x="1034873" y="104818"/>
                </a:lnTo>
                <a:lnTo>
                  <a:pt x="1035284" y="105788"/>
                </a:lnTo>
                <a:lnTo>
                  <a:pt x="1035713" y="106745"/>
                </a:lnTo>
                <a:lnTo>
                  <a:pt x="1036162" y="107689"/>
                </a:lnTo>
                <a:lnTo>
                  <a:pt x="1036633" y="108618"/>
                </a:lnTo>
                <a:lnTo>
                  <a:pt x="1037119" y="109530"/>
                </a:lnTo>
                <a:lnTo>
                  <a:pt x="1037619" y="110424"/>
                </a:lnTo>
                <a:lnTo>
                  <a:pt x="1038135" y="111300"/>
                </a:lnTo>
                <a:lnTo>
                  <a:pt x="1038666" y="112160"/>
                </a:lnTo>
                <a:lnTo>
                  <a:pt x="1039211" y="113002"/>
                </a:lnTo>
                <a:lnTo>
                  <a:pt x="1039772" y="113827"/>
                </a:lnTo>
                <a:lnTo>
                  <a:pt x="1040347" y="114634"/>
                </a:lnTo>
                <a:lnTo>
                  <a:pt x="1040937" y="115424"/>
                </a:lnTo>
                <a:lnTo>
                  <a:pt x="1041543" y="116197"/>
                </a:lnTo>
                <a:lnTo>
                  <a:pt x="1042163" y="116952"/>
                </a:lnTo>
                <a:lnTo>
                  <a:pt x="1042798" y="117690"/>
                </a:lnTo>
                <a:lnTo>
                  <a:pt x="1043448" y="118411"/>
                </a:lnTo>
                <a:lnTo>
                  <a:pt x="1044113" y="119115"/>
                </a:lnTo>
                <a:lnTo>
                  <a:pt x="1044792" y="119801"/>
                </a:lnTo>
                <a:lnTo>
                  <a:pt x="1045487" y="120469"/>
                </a:lnTo>
                <a:lnTo>
                  <a:pt x="1046197" y="121121"/>
                </a:lnTo>
                <a:lnTo>
                  <a:pt x="1046921" y="121755"/>
                </a:lnTo>
                <a:lnTo>
                  <a:pt x="1047661" y="122372"/>
                </a:lnTo>
                <a:lnTo>
                  <a:pt x="1048415" y="122971"/>
                </a:lnTo>
                <a:lnTo>
                  <a:pt x="1049185" y="123553"/>
                </a:lnTo>
                <a:lnTo>
                  <a:pt x="1049969" y="124118"/>
                </a:lnTo>
                <a:lnTo>
                  <a:pt x="1050768" y="124665"/>
                </a:lnTo>
                <a:lnTo>
                  <a:pt x="1051582" y="125195"/>
                </a:lnTo>
                <a:lnTo>
                  <a:pt x="1052415" y="125706"/>
                </a:lnTo>
                <a:lnTo>
                  <a:pt x="1053258" y="126194"/>
                </a:lnTo>
                <a:lnTo>
                  <a:pt x="1054113" y="126662"/>
                </a:lnTo>
                <a:lnTo>
                  <a:pt x="1054979" y="127107"/>
                </a:lnTo>
                <a:lnTo>
                  <a:pt x="1055856" y="127530"/>
                </a:lnTo>
                <a:lnTo>
                  <a:pt x="1056745" y="127932"/>
                </a:lnTo>
                <a:lnTo>
                  <a:pt x="1057644" y="128313"/>
                </a:lnTo>
                <a:lnTo>
                  <a:pt x="1058555" y="128671"/>
                </a:lnTo>
                <a:lnTo>
                  <a:pt x="1059477" y="129008"/>
                </a:lnTo>
                <a:lnTo>
                  <a:pt x="1060410" y="129323"/>
                </a:lnTo>
                <a:lnTo>
                  <a:pt x="1061355" y="129616"/>
                </a:lnTo>
                <a:lnTo>
                  <a:pt x="1062310" y="129888"/>
                </a:lnTo>
                <a:lnTo>
                  <a:pt x="1063277" y="130137"/>
                </a:lnTo>
                <a:lnTo>
                  <a:pt x="1064255" y="130366"/>
                </a:lnTo>
                <a:lnTo>
                  <a:pt x="1065244" y="130572"/>
                </a:lnTo>
                <a:lnTo>
                  <a:pt x="1066244" y="130757"/>
                </a:lnTo>
                <a:lnTo>
                  <a:pt x="1067256" y="130919"/>
                </a:lnTo>
                <a:lnTo>
                  <a:pt x="1068278" y="131061"/>
                </a:lnTo>
                <a:lnTo>
                  <a:pt x="1069312" y="131180"/>
                </a:lnTo>
                <a:lnTo>
                  <a:pt x="1070357" y="131278"/>
                </a:lnTo>
                <a:lnTo>
                  <a:pt x="1071414" y="131354"/>
                </a:lnTo>
                <a:lnTo>
                  <a:pt x="1072481" y="131408"/>
                </a:lnTo>
                <a:lnTo>
                  <a:pt x="1073560" y="131441"/>
                </a:lnTo>
                <a:lnTo>
                  <a:pt x="1074649" y="131452"/>
                </a:lnTo>
                <a:lnTo>
                  <a:pt x="1075739" y="131441"/>
                </a:lnTo>
                <a:lnTo>
                  <a:pt x="1076818" y="131408"/>
                </a:lnTo>
                <a:lnTo>
                  <a:pt x="1077884" y="131354"/>
                </a:lnTo>
                <a:lnTo>
                  <a:pt x="1078940" y="131278"/>
                </a:lnTo>
                <a:lnTo>
                  <a:pt x="1079984" y="131180"/>
                </a:lnTo>
                <a:close/>
                <a:moveTo>
                  <a:pt x="1070643" y="117832"/>
                </a:moveTo>
                <a:lnTo>
                  <a:pt x="1069878" y="117734"/>
                </a:lnTo>
                <a:lnTo>
                  <a:pt x="1069126" y="117618"/>
                </a:lnTo>
                <a:lnTo>
                  <a:pt x="1068386" y="117485"/>
                </a:lnTo>
                <a:lnTo>
                  <a:pt x="1067658" y="117334"/>
                </a:lnTo>
                <a:lnTo>
                  <a:pt x="1066943" y="117165"/>
                </a:lnTo>
                <a:lnTo>
                  <a:pt x="1066240" y="116978"/>
                </a:lnTo>
                <a:lnTo>
                  <a:pt x="1065549" y="116774"/>
                </a:lnTo>
                <a:lnTo>
                  <a:pt x="1064870" y="116552"/>
                </a:lnTo>
                <a:lnTo>
                  <a:pt x="1064204" y="116312"/>
                </a:lnTo>
                <a:lnTo>
                  <a:pt x="1063550" y="116054"/>
                </a:lnTo>
                <a:lnTo>
                  <a:pt x="1062909" y="115779"/>
                </a:lnTo>
                <a:lnTo>
                  <a:pt x="1062279" y="115485"/>
                </a:lnTo>
                <a:lnTo>
                  <a:pt x="1061662" y="115174"/>
                </a:lnTo>
                <a:lnTo>
                  <a:pt x="1061057" y="114845"/>
                </a:lnTo>
                <a:lnTo>
                  <a:pt x="1060465" y="114499"/>
                </a:lnTo>
                <a:lnTo>
                  <a:pt x="1059885" y="114135"/>
                </a:lnTo>
                <a:lnTo>
                  <a:pt x="1059317" y="113752"/>
                </a:lnTo>
                <a:lnTo>
                  <a:pt x="1058761" y="113352"/>
                </a:lnTo>
                <a:lnTo>
                  <a:pt x="1058218" y="112935"/>
                </a:lnTo>
                <a:lnTo>
                  <a:pt x="1057687" y="112503"/>
                </a:lnTo>
                <a:lnTo>
                  <a:pt x="1057167" y="112059"/>
                </a:lnTo>
                <a:lnTo>
                  <a:pt x="1056659" y="111605"/>
                </a:lnTo>
                <a:lnTo>
                  <a:pt x="1056162" y="111139"/>
                </a:lnTo>
                <a:lnTo>
                  <a:pt x="1055677" y="110662"/>
                </a:lnTo>
                <a:lnTo>
                  <a:pt x="1055204" y="110174"/>
                </a:lnTo>
                <a:lnTo>
                  <a:pt x="1054743" y="109674"/>
                </a:lnTo>
                <a:lnTo>
                  <a:pt x="1054293" y="109164"/>
                </a:lnTo>
                <a:lnTo>
                  <a:pt x="1053854" y="108642"/>
                </a:lnTo>
                <a:lnTo>
                  <a:pt x="1053428" y="108109"/>
                </a:lnTo>
                <a:lnTo>
                  <a:pt x="1053013" y="107565"/>
                </a:lnTo>
                <a:lnTo>
                  <a:pt x="1052609" y="107010"/>
                </a:lnTo>
                <a:lnTo>
                  <a:pt x="1052217" y="106443"/>
                </a:lnTo>
                <a:lnTo>
                  <a:pt x="1051837" y="105866"/>
                </a:lnTo>
                <a:lnTo>
                  <a:pt x="1051469" y="105277"/>
                </a:lnTo>
                <a:lnTo>
                  <a:pt x="1051112" y="104677"/>
                </a:lnTo>
                <a:lnTo>
                  <a:pt x="1050766" y="104066"/>
                </a:lnTo>
                <a:lnTo>
                  <a:pt x="1050433" y="103443"/>
                </a:lnTo>
                <a:lnTo>
                  <a:pt x="1050111" y="102810"/>
                </a:lnTo>
                <a:lnTo>
                  <a:pt x="1049800" y="102165"/>
                </a:lnTo>
                <a:lnTo>
                  <a:pt x="1049502" y="101509"/>
                </a:lnTo>
                <a:lnTo>
                  <a:pt x="1049214" y="100842"/>
                </a:lnTo>
                <a:lnTo>
                  <a:pt x="1048939" y="100163"/>
                </a:lnTo>
                <a:lnTo>
                  <a:pt x="1048675" y="99474"/>
                </a:lnTo>
                <a:lnTo>
                  <a:pt x="1048422" y="98776"/>
                </a:lnTo>
                <a:lnTo>
                  <a:pt x="1048180" y="98074"/>
                </a:lnTo>
                <a:lnTo>
                  <a:pt x="1047949" y="97366"/>
                </a:lnTo>
                <a:lnTo>
                  <a:pt x="1047729" y="96654"/>
                </a:lnTo>
                <a:lnTo>
                  <a:pt x="1047519" y="95937"/>
                </a:lnTo>
                <a:lnTo>
                  <a:pt x="1047320" y="95216"/>
                </a:lnTo>
                <a:lnTo>
                  <a:pt x="1047132" y="94489"/>
                </a:lnTo>
                <a:lnTo>
                  <a:pt x="1046955" y="93758"/>
                </a:lnTo>
                <a:lnTo>
                  <a:pt x="1046788" y="93021"/>
                </a:lnTo>
                <a:lnTo>
                  <a:pt x="1046632" y="92280"/>
                </a:lnTo>
                <a:lnTo>
                  <a:pt x="1046487" y="91535"/>
                </a:lnTo>
                <a:lnTo>
                  <a:pt x="1046353" y="90784"/>
                </a:lnTo>
                <a:lnTo>
                  <a:pt x="1046229" y="90028"/>
                </a:lnTo>
                <a:lnTo>
                  <a:pt x="1046116" y="89268"/>
                </a:lnTo>
                <a:lnTo>
                  <a:pt x="1046014" y="88503"/>
                </a:lnTo>
                <a:lnTo>
                  <a:pt x="1045922" y="87733"/>
                </a:lnTo>
                <a:lnTo>
                  <a:pt x="1045842" y="86958"/>
                </a:lnTo>
                <a:lnTo>
                  <a:pt x="1045772" y="86178"/>
                </a:lnTo>
                <a:lnTo>
                  <a:pt x="1045713" y="85394"/>
                </a:lnTo>
                <a:lnTo>
                  <a:pt x="1045664" y="84604"/>
                </a:lnTo>
                <a:lnTo>
                  <a:pt x="1045627" y="83810"/>
                </a:lnTo>
                <a:lnTo>
                  <a:pt x="1045600" y="83011"/>
                </a:lnTo>
                <a:lnTo>
                  <a:pt x="1045584" y="82208"/>
                </a:lnTo>
                <a:lnTo>
                  <a:pt x="1045578" y="81399"/>
                </a:lnTo>
                <a:lnTo>
                  <a:pt x="1045584" y="80590"/>
                </a:lnTo>
                <a:lnTo>
                  <a:pt x="1045600" y="79786"/>
                </a:lnTo>
                <a:lnTo>
                  <a:pt x="1045627" y="78987"/>
                </a:lnTo>
                <a:lnTo>
                  <a:pt x="1045664" y="78192"/>
                </a:lnTo>
                <a:lnTo>
                  <a:pt x="1045713" y="77401"/>
                </a:lnTo>
                <a:lnTo>
                  <a:pt x="1045772" y="76616"/>
                </a:lnTo>
                <a:lnTo>
                  <a:pt x="1045842" y="75835"/>
                </a:lnTo>
                <a:lnTo>
                  <a:pt x="1045922" y="75058"/>
                </a:lnTo>
                <a:lnTo>
                  <a:pt x="1046014" y="74286"/>
                </a:lnTo>
                <a:lnTo>
                  <a:pt x="1046116" y="73519"/>
                </a:lnTo>
                <a:lnTo>
                  <a:pt x="1046229" y="72756"/>
                </a:lnTo>
                <a:lnTo>
                  <a:pt x="1046353" y="71998"/>
                </a:lnTo>
                <a:lnTo>
                  <a:pt x="1046487" y="71245"/>
                </a:lnTo>
                <a:lnTo>
                  <a:pt x="1046632" y="70496"/>
                </a:lnTo>
                <a:lnTo>
                  <a:pt x="1046788" y="69752"/>
                </a:lnTo>
                <a:lnTo>
                  <a:pt x="1046955" y="69012"/>
                </a:lnTo>
                <a:lnTo>
                  <a:pt x="1047132" y="68277"/>
                </a:lnTo>
                <a:lnTo>
                  <a:pt x="1047320" y="67547"/>
                </a:lnTo>
                <a:lnTo>
                  <a:pt x="1047519" y="66821"/>
                </a:lnTo>
                <a:lnTo>
                  <a:pt x="1047729" y="66100"/>
                </a:lnTo>
                <a:lnTo>
                  <a:pt x="1047949" y="65383"/>
                </a:lnTo>
                <a:lnTo>
                  <a:pt x="1048180" y="64671"/>
                </a:lnTo>
                <a:lnTo>
                  <a:pt x="1048422" y="63964"/>
                </a:lnTo>
                <a:lnTo>
                  <a:pt x="1048675" y="63261"/>
                </a:lnTo>
                <a:lnTo>
                  <a:pt x="1048939" y="62566"/>
                </a:lnTo>
                <a:lnTo>
                  <a:pt x="1049214" y="61883"/>
                </a:lnTo>
                <a:lnTo>
                  <a:pt x="1049502" y="61210"/>
                </a:lnTo>
                <a:lnTo>
                  <a:pt x="1049800" y="60549"/>
                </a:lnTo>
                <a:lnTo>
                  <a:pt x="1050111" y="59899"/>
                </a:lnTo>
                <a:lnTo>
                  <a:pt x="1050433" y="59260"/>
                </a:lnTo>
                <a:lnTo>
                  <a:pt x="1050766" y="58632"/>
                </a:lnTo>
                <a:lnTo>
                  <a:pt x="1051112" y="58016"/>
                </a:lnTo>
                <a:lnTo>
                  <a:pt x="1051469" y="57410"/>
                </a:lnTo>
                <a:lnTo>
                  <a:pt x="1051837" y="56816"/>
                </a:lnTo>
                <a:lnTo>
                  <a:pt x="1052217" y="56233"/>
                </a:lnTo>
                <a:lnTo>
                  <a:pt x="1052609" y="55662"/>
                </a:lnTo>
                <a:lnTo>
                  <a:pt x="1053013" y="55101"/>
                </a:lnTo>
                <a:lnTo>
                  <a:pt x="1053428" y="54552"/>
                </a:lnTo>
                <a:lnTo>
                  <a:pt x="1053854" y="54014"/>
                </a:lnTo>
                <a:lnTo>
                  <a:pt x="1054293" y="53487"/>
                </a:lnTo>
                <a:lnTo>
                  <a:pt x="1054743" y="52971"/>
                </a:lnTo>
                <a:lnTo>
                  <a:pt x="1055204" y="52466"/>
                </a:lnTo>
                <a:lnTo>
                  <a:pt x="1055677" y="51973"/>
                </a:lnTo>
                <a:lnTo>
                  <a:pt x="1056162" y="51491"/>
                </a:lnTo>
                <a:lnTo>
                  <a:pt x="1056659" y="51020"/>
                </a:lnTo>
                <a:lnTo>
                  <a:pt x="1057167" y="50560"/>
                </a:lnTo>
                <a:lnTo>
                  <a:pt x="1057687" y="50111"/>
                </a:lnTo>
                <a:lnTo>
                  <a:pt x="1058218" y="49674"/>
                </a:lnTo>
                <a:lnTo>
                  <a:pt x="1058761" y="49251"/>
                </a:lnTo>
                <a:lnTo>
                  <a:pt x="1059317" y="48846"/>
                </a:lnTo>
                <a:lnTo>
                  <a:pt x="1059885" y="48459"/>
                </a:lnTo>
                <a:lnTo>
                  <a:pt x="1060465" y="48090"/>
                </a:lnTo>
                <a:lnTo>
                  <a:pt x="1061057" y="47739"/>
                </a:lnTo>
                <a:lnTo>
                  <a:pt x="1061662" y="47406"/>
                </a:lnTo>
                <a:lnTo>
                  <a:pt x="1062279" y="47091"/>
                </a:lnTo>
                <a:lnTo>
                  <a:pt x="1062909" y="46795"/>
                </a:lnTo>
                <a:lnTo>
                  <a:pt x="1063550" y="46516"/>
                </a:lnTo>
                <a:lnTo>
                  <a:pt x="1064204" y="46255"/>
                </a:lnTo>
                <a:lnTo>
                  <a:pt x="1064870" y="46012"/>
                </a:lnTo>
                <a:lnTo>
                  <a:pt x="1065549" y="45787"/>
                </a:lnTo>
                <a:lnTo>
                  <a:pt x="1066240" y="45580"/>
                </a:lnTo>
                <a:lnTo>
                  <a:pt x="1066943" y="45391"/>
                </a:lnTo>
                <a:lnTo>
                  <a:pt x="1067658" y="45220"/>
                </a:lnTo>
                <a:lnTo>
                  <a:pt x="1068386" y="45067"/>
                </a:lnTo>
                <a:lnTo>
                  <a:pt x="1069126" y="44932"/>
                </a:lnTo>
                <a:lnTo>
                  <a:pt x="1069878" y="44815"/>
                </a:lnTo>
                <a:lnTo>
                  <a:pt x="1070643" y="44716"/>
                </a:lnTo>
                <a:lnTo>
                  <a:pt x="1071419" y="44635"/>
                </a:lnTo>
                <a:lnTo>
                  <a:pt x="1072208" y="44572"/>
                </a:lnTo>
                <a:lnTo>
                  <a:pt x="1073010" y="44527"/>
                </a:lnTo>
                <a:lnTo>
                  <a:pt x="1073824" y="44500"/>
                </a:lnTo>
                <a:lnTo>
                  <a:pt x="1074649" y="44491"/>
                </a:lnTo>
                <a:lnTo>
                  <a:pt x="1075475" y="44500"/>
                </a:lnTo>
                <a:lnTo>
                  <a:pt x="1076289" y="44527"/>
                </a:lnTo>
                <a:lnTo>
                  <a:pt x="1077090" y="44572"/>
                </a:lnTo>
                <a:lnTo>
                  <a:pt x="1077880" y="44635"/>
                </a:lnTo>
                <a:lnTo>
                  <a:pt x="1078656" y="44716"/>
                </a:lnTo>
                <a:lnTo>
                  <a:pt x="1079421" y="44815"/>
                </a:lnTo>
                <a:lnTo>
                  <a:pt x="1080173" y="44932"/>
                </a:lnTo>
                <a:lnTo>
                  <a:pt x="1080913" y="45067"/>
                </a:lnTo>
                <a:lnTo>
                  <a:pt x="1081641" y="45220"/>
                </a:lnTo>
                <a:lnTo>
                  <a:pt x="1082356" y="45391"/>
                </a:lnTo>
                <a:lnTo>
                  <a:pt x="1083059" y="45580"/>
                </a:lnTo>
                <a:lnTo>
                  <a:pt x="1083750" y="45787"/>
                </a:lnTo>
                <a:lnTo>
                  <a:pt x="1084428" y="46012"/>
                </a:lnTo>
                <a:lnTo>
                  <a:pt x="1085095" y="46255"/>
                </a:lnTo>
                <a:lnTo>
                  <a:pt x="1085749" y="46516"/>
                </a:lnTo>
                <a:lnTo>
                  <a:pt x="1086390" y="46795"/>
                </a:lnTo>
                <a:lnTo>
                  <a:pt x="1087020" y="47091"/>
                </a:lnTo>
                <a:lnTo>
                  <a:pt x="1087637" y="47406"/>
                </a:lnTo>
                <a:lnTo>
                  <a:pt x="1088241" y="47739"/>
                </a:lnTo>
                <a:lnTo>
                  <a:pt x="1088834" y="48090"/>
                </a:lnTo>
                <a:lnTo>
                  <a:pt x="1089414" y="48459"/>
                </a:lnTo>
                <a:lnTo>
                  <a:pt x="1089982" y="48846"/>
                </a:lnTo>
                <a:lnTo>
                  <a:pt x="1090538" y="49251"/>
                </a:lnTo>
                <a:lnTo>
                  <a:pt x="1091081" y="49674"/>
                </a:lnTo>
                <a:lnTo>
                  <a:pt x="1091612" y="50111"/>
                </a:lnTo>
                <a:lnTo>
                  <a:pt x="1092132" y="50560"/>
                </a:lnTo>
                <a:lnTo>
                  <a:pt x="1092640" y="51020"/>
                </a:lnTo>
                <a:lnTo>
                  <a:pt x="1093137" y="51491"/>
                </a:lnTo>
                <a:lnTo>
                  <a:pt x="1093621" y="51973"/>
                </a:lnTo>
                <a:lnTo>
                  <a:pt x="1094095" y="52466"/>
                </a:lnTo>
                <a:lnTo>
                  <a:pt x="1094556" y="52971"/>
                </a:lnTo>
                <a:lnTo>
                  <a:pt x="1095006" y="53487"/>
                </a:lnTo>
                <a:lnTo>
                  <a:pt x="1095445" y="54014"/>
                </a:lnTo>
                <a:lnTo>
                  <a:pt x="1095871" y="54552"/>
                </a:lnTo>
                <a:lnTo>
                  <a:pt x="1096286" y="55101"/>
                </a:lnTo>
                <a:lnTo>
                  <a:pt x="1096690" y="55662"/>
                </a:lnTo>
                <a:lnTo>
                  <a:pt x="1097082" y="56233"/>
                </a:lnTo>
                <a:lnTo>
                  <a:pt x="1097462" y="56816"/>
                </a:lnTo>
                <a:lnTo>
                  <a:pt x="1097830" y="57410"/>
                </a:lnTo>
                <a:lnTo>
                  <a:pt x="1098187" y="58016"/>
                </a:lnTo>
                <a:lnTo>
                  <a:pt x="1098532" y="58632"/>
                </a:lnTo>
                <a:lnTo>
                  <a:pt x="1098866" y="59260"/>
                </a:lnTo>
                <a:lnTo>
                  <a:pt x="1099188" y="59899"/>
                </a:lnTo>
                <a:lnTo>
                  <a:pt x="1099499" y="60549"/>
                </a:lnTo>
                <a:lnTo>
                  <a:pt x="1099797" y="61210"/>
                </a:lnTo>
                <a:lnTo>
                  <a:pt x="1100084" y="61883"/>
                </a:lnTo>
                <a:lnTo>
                  <a:pt x="1100360" y="62566"/>
                </a:lnTo>
                <a:lnTo>
                  <a:pt x="1100624" y="63261"/>
                </a:lnTo>
                <a:lnTo>
                  <a:pt x="1100877" y="63964"/>
                </a:lnTo>
                <a:lnTo>
                  <a:pt x="1101118" y="64671"/>
                </a:lnTo>
                <a:lnTo>
                  <a:pt x="1101350" y="65383"/>
                </a:lnTo>
                <a:lnTo>
                  <a:pt x="1101570" y="66100"/>
                </a:lnTo>
                <a:lnTo>
                  <a:pt x="1101780" y="66821"/>
                </a:lnTo>
                <a:lnTo>
                  <a:pt x="1101979" y="67547"/>
                </a:lnTo>
                <a:lnTo>
                  <a:pt x="1102167" y="68277"/>
                </a:lnTo>
                <a:lnTo>
                  <a:pt x="1102344" y="69012"/>
                </a:lnTo>
                <a:lnTo>
                  <a:pt x="1102511" y="69752"/>
                </a:lnTo>
                <a:lnTo>
                  <a:pt x="1102667" y="70496"/>
                </a:lnTo>
                <a:lnTo>
                  <a:pt x="1102812" y="71245"/>
                </a:lnTo>
                <a:lnTo>
                  <a:pt x="1102946" y="71998"/>
                </a:lnTo>
                <a:lnTo>
                  <a:pt x="1103070" y="72756"/>
                </a:lnTo>
                <a:lnTo>
                  <a:pt x="1103183" y="73519"/>
                </a:lnTo>
                <a:lnTo>
                  <a:pt x="1103285" y="74286"/>
                </a:lnTo>
                <a:lnTo>
                  <a:pt x="1103376" y="75058"/>
                </a:lnTo>
                <a:lnTo>
                  <a:pt x="1103457" y="75835"/>
                </a:lnTo>
                <a:lnTo>
                  <a:pt x="1103527" y="76616"/>
                </a:lnTo>
                <a:lnTo>
                  <a:pt x="1103586" y="77401"/>
                </a:lnTo>
                <a:lnTo>
                  <a:pt x="1103634" y="78192"/>
                </a:lnTo>
                <a:lnTo>
                  <a:pt x="1103672" y="78987"/>
                </a:lnTo>
                <a:lnTo>
                  <a:pt x="1103699" y="79786"/>
                </a:lnTo>
                <a:lnTo>
                  <a:pt x="1103715" y="80590"/>
                </a:lnTo>
                <a:lnTo>
                  <a:pt x="1103720" y="81399"/>
                </a:lnTo>
                <a:lnTo>
                  <a:pt x="1103715" y="82208"/>
                </a:lnTo>
                <a:lnTo>
                  <a:pt x="1103699" y="83011"/>
                </a:lnTo>
                <a:lnTo>
                  <a:pt x="1103672" y="83810"/>
                </a:lnTo>
                <a:lnTo>
                  <a:pt x="1103634" y="84604"/>
                </a:lnTo>
                <a:lnTo>
                  <a:pt x="1103586" y="85394"/>
                </a:lnTo>
                <a:lnTo>
                  <a:pt x="1103527" y="86178"/>
                </a:lnTo>
                <a:lnTo>
                  <a:pt x="1103457" y="86958"/>
                </a:lnTo>
                <a:lnTo>
                  <a:pt x="1103376" y="87733"/>
                </a:lnTo>
                <a:lnTo>
                  <a:pt x="1103285" y="88503"/>
                </a:lnTo>
                <a:lnTo>
                  <a:pt x="1103183" y="89268"/>
                </a:lnTo>
                <a:lnTo>
                  <a:pt x="1103070" y="90028"/>
                </a:lnTo>
                <a:lnTo>
                  <a:pt x="1102946" y="90784"/>
                </a:lnTo>
                <a:lnTo>
                  <a:pt x="1102812" y="91535"/>
                </a:lnTo>
                <a:lnTo>
                  <a:pt x="1102667" y="92280"/>
                </a:lnTo>
                <a:lnTo>
                  <a:pt x="1102511" y="93021"/>
                </a:lnTo>
                <a:lnTo>
                  <a:pt x="1102344" y="93758"/>
                </a:lnTo>
                <a:lnTo>
                  <a:pt x="1102167" y="94489"/>
                </a:lnTo>
                <a:lnTo>
                  <a:pt x="1101979" y="95216"/>
                </a:lnTo>
                <a:lnTo>
                  <a:pt x="1101780" y="95937"/>
                </a:lnTo>
                <a:lnTo>
                  <a:pt x="1101570" y="96654"/>
                </a:lnTo>
                <a:lnTo>
                  <a:pt x="1101350" y="97366"/>
                </a:lnTo>
                <a:lnTo>
                  <a:pt x="1101118" y="98074"/>
                </a:lnTo>
                <a:lnTo>
                  <a:pt x="1100877" y="98776"/>
                </a:lnTo>
                <a:lnTo>
                  <a:pt x="1100624" y="99474"/>
                </a:lnTo>
                <a:lnTo>
                  <a:pt x="1100360" y="100163"/>
                </a:lnTo>
                <a:lnTo>
                  <a:pt x="1100084" y="100842"/>
                </a:lnTo>
                <a:lnTo>
                  <a:pt x="1099797" y="101509"/>
                </a:lnTo>
                <a:lnTo>
                  <a:pt x="1099499" y="102165"/>
                </a:lnTo>
                <a:lnTo>
                  <a:pt x="1099188" y="102810"/>
                </a:lnTo>
                <a:lnTo>
                  <a:pt x="1098866" y="103443"/>
                </a:lnTo>
                <a:lnTo>
                  <a:pt x="1098532" y="104066"/>
                </a:lnTo>
                <a:lnTo>
                  <a:pt x="1098187" y="104677"/>
                </a:lnTo>
                <a:lnTo>
                  <a:pt x="1097830" y="105277"/>
                </a:lnTo>
                <a:lnTo>
                  <a:pt x="1097462" y="105866"/>
                </a:lnTo>
                <a:lnTo>
                  <a:pt x="1097082" y="106443"/>
                </a:lnTo>
                <a:lnTo>
                  <a:pt x="1096690" y="107010"/>
                </a:lnTo>
                <a:lnTo>
                  <a:pt x="1096286" y="107565"/>
                </a:lnTo>
                <a:lnTo>
                  <a:pt x="1095871" y="108109"/>
                </a:lnTo>
                <a:lnTo>
                  <a:pt x="1095445" y="108642"/>
                </a:lnTo>
                <a:lnTo>
                  <a:pt x="1095006" y="109164"/>
                </a:lnTo>
                <a:lnTo>
                  <a:pt x="1094556" y="109674"/>
                </a:lnTo>
                <a:lnTo>
                  <a:pt x="1094095" y="110174"/>
                </a:lnTo>
                <a:lnTo>
                  <a:pt x="1093621" y="110662"/>
                </a:lnTo>
                <a:lnTo>
                  <a:pt x="1093137" y="111139"/>
                </a:lnTo>
                <a:lnTo>
                  <a:pt x="1092640" y="111605"/>
                </a:lnTo>
                <a:lnTo>
                  <a:pt x="1092132" y="112059"/>
                </a:lnTo>
                <a:lnTo>
                  <a:pt x="1091612" y="112503"/>
                </a:lnTo>
                <a:lnTo>
                  <a:pt x="1091081" y="112935"/>
                </a:lnTo>
                <a:lnTo>
                  <a:pt x="1090538" y="113352"/>
                </a:lnTo>
                <a:lnTo>
                  <a:pt x="1089982" y="113752"/>
                </a:lnTo>
                <a:lnTo>
                  <a:pt x="1089414" y="114135"/>
                </a:lnTo>
                <a:lnTo>
                  <a:pt x="1088834" y="114499"/>
                </a:lnTo>
                <a:lnTo>
                  <a:pt x="1088241" y="114845"/>
                </a:lnTo>
                <a:lnTo>
                  <a:pt x="1087637" y="115174"/>
                </a:lnTo>
                <a:lnTo>
                  <a:pt x="1087020" y="115485"/>
                </a:lnTo>
                <a:lnTo>
                  <a:pt x="1086390" y="115779"/>
                </a:lnTo>
                <a:lnTo>
                  <a:pt x="1085749" y="116054"/>
                </a:lnTo>
                <a:lnTo>
                  <a:pt x="1085095" y="116312"/>
                </a:lnTo>
                <a:lnTo>
                  <a:pt x="1084428" y="116552"/>
                </a:lnTo>
                <a:lnTo>
                  <a:pt x="1083750" y="116774"/>
                </a:lnTo>
                <a:lnTo>
                  <a:pt x="1083059" y="116978"/>
                </a:lnTo>
                <a:lnTo>
                  <a:pt x="1082356" y="117165"/>
                </a:lnTo>
                <a:lnTo>
                  <a:pt x="1081641" y="117334"/>
                </a:lnTo>
                <a:lnTo>
                  <a:pt x="1080913" y="117485"/>
                </a:lnTo>
                <a:lnTo>
                  <a:pt x="1080173" y="117618"/>
                </a:lnTo>
                <a:lnTo>
                  <a:pt x="1079421" y="117734"/>
                </a:lnTo>
                <a:lnTo>
                  <a:pt x="1078656" y="117832"/>
                </a:lnTo>
                <a:lnTo>
                  <a:pt x="1077880" y="117912"/>
                </a:lnTo>
                <a:lnTo>
                  <a:pt x="1077090" y="117974"/>
                </a:lnTo>
                <a:lnTo>
                  <a:pt x="1076289" y="118018"/>
                </a:lnTo>
                <a:lnTo>
                  <a:pt x="1075475" y="118045"/>
                </a:lnTo>
                <a:lnTo>
                  <a:pt x="1074649" y="118054"/>
                </a:lnTo>
                <a:lnTo>
                  <a:pt x="1073824" y="118045"/>
                </a:lnTo>
                <a:lnTo>
                  <a:pt x="1073010" y="118018"/>
                </a:lnTo>
                <a:lnTo>
                  <a:pt x="1072208" y="117974"/>
                </a:lnTo>
                <a:lnTo>
                  <a:pt x="1071419" y="117912"/>
                </a:lnTo>
                <a:lnTo>
                  <a:pt x="1070643" y="117832"/>
                </a:lnTo>
                <a:close/>
                <a:moveTo>
                  <a:pt x="1186172" y="131180"/>
                </a:moveTo>
                <a:lnTo>
                  <a:pt x="1187205" y="131061"/>
                </a:lnTo>
                <a:lnTo>
                  <a:pt x="1188226" y="130919"/>
                </a:lnTo>
                <a:lnTo>
                  <a:pt x="1189236" y="130757"/>
                </a:lnTo>
                <a:lnTo>
                  <a:pt x="1190235" y="130572"/>
                </a:lnTo>
                <a:lnTo>
                  <a:pt x="1191222" y="130366"/>
                </a:lnTo>
                <a:lnTo>
                  <a:pt x="1192197" y="130137"/>
                </a:lnTo>
                <a:lnTo>
                  <a:pt x="1193161" y="129888"/>
                </a:lnTo>
                <a:lnTo>
                  <a:pt x="1194114" y="129616"/>
                </a:lnTo>
                <a:lnTo>
                  <a:pt x="1195056" y="129323"/>
                </a:lnTo>
                <a:lnTo>
                  <a:pt x="1195986" y="129008"/>
                </a:lnTo>
                <a:lnTo>
                  <a:pt x="1196904" y="128671"/>
                </a:lnTo>
                <a:lnTo>
                  <a:pt x="1197811" y="128313"/>
                </a:lnTo>
                <a:lnTo>
                  <a:pt x="1198707" y="127932"/>
                </a:lnTo>
                <a:lnTo>
                  <a:pt x="1199591" y="127530"/>
                </a:lnTo>
                <a:lnTo>
                  <a:pt x="1200464" y="127107"/>
                </a:lnTo>
                <a:lnTo>
                  <a:pt x="1201326" y="126662"/>
                </a:lnTo>
                <a:lnTo>
                  <a:pt x="1202176" y="126194"/>
                </a:lnTo>
                <a:lnTo>
                  <a:pt x="1203015" y="125706"/>
                </a:lnTo>
                <a:lnTo>
                  <a:pt x="1203842" y="125195"/>
                </a:lnTo>
                <a:lnTo>
                  <a:pt x="1204661" y="124665"/>
                </a:lnTo>
                <a:lnTo>
                  <a:pt x="1205465" y="124118"/>
                </a:lnTo>
                <a:lnTo>
                  <a:pt x="1206253" y="123553"/>
                </a:lnTo>
                <a:lnTo>
                  <a:pt x="1207026" y="122971"/>
                </a:lnTo>
                <a:lnTo>
                  <a:pt x="1207784" y="122372"/>
                </a:lnTo>
                <a:lnTo>
                  <a:pt x="1208526" y="121755"/>
                </a:lnTo>
                <a:lnTo>
                  <a:pt x="1209253" y="121121"/>
                </a:lnTo>
                <a:lnTo>
                  <a:pt x="1209965" y="120469"/>
                </a:lnTo>
                <a:lnTo>
                  <a:pt x="1210661" y="119801"/>
                </a:lnTo>
                <a:lnTo>
                  <a:pt x="1211342" y="119115"/>
                </a:lnTo>
                <a:lnTo>
                  <a:pt x="1212008" y="118411"/>
                </a:lnTo>
                <a:lnTo>
                  <a:pt x="1212658" y="117690"/>
                </a:lnTo>
                <a:lnTo>
                  <a:pt x="1213293" y="116952"/>
                </a:lnTo>
                <a:lnTo>
                  <a:pt x="1213912" y="116197"/>
                </a:lnTo>
                <a:lnTo>
                  <a:pt x="1214516" y="115424"/>
                </a:lnTo>
                <a:lnTo>
                  <a:pt x="1215105" y="114634"/>
                </a:lnTo>
                <a:lnTo>
                  <a:pt x="1215679" y="113827"/>
                </a:lnTo>
                <a:lnTo>
                  <a:pt x="1216237" y="113002"/>
                </a:lnTo>
                <a:lnTo>
                  <a:pt x="1216779" y="112160"/>
                </a:lnTo>
                <a:lnTo>
                  <a:pt x="1217307" y="111300"/>
                </a:lnTo>
                <a:lnTo>
                  <a:pt x="1217819" y="110424"/>
                </a:lnTo>
                <a:lnTo>
                  <a:pt x="1218315" y="109530"/>
                </a:lnTo>
                <a:lnTo>
                  <a:pt x="1218796" y="108618"/>
                </a:lnTo>
                <a:lnTo>
                  <a:pt x="1219262" y="107689"/>
                </a:lnTo>
                <a:lnTo>
                  <a:pt x="1219716" y="106745"/>
                </a:lnTo>
                <a:lnTo>
                  <a:pt x="1220150" y="105788"/>
                </a:lnTo>
                <a:lnTo>
                  <a:pt x="1220566" y="104818"/>
                </a:lnTo>
                <a:lnTo>
                  <a:pt x="1220962" y="103834"/>
                </a:lnTo>
                <a:lnTo>
                  <a:pt x="1221338" y="102838"/>
                </a:lnTo>
                <a:lnTo>
                  <a:pt x="1221695" y="101828"/>
                </a:lnTo>
                <a:lnTo>
                  <a:pt x="1222033" y="100805"/>
                </a:lnTo>
                <a:lnTo>
                  <a:pt x="1222352" y="99769"/>
                </a:lnTo>
                <a:lnTo>
                  <a:pt x="1222651" y="98719"/>
                </a:lnTo>
                <a:lnTo>
                  <a:pt x="1222931" y="97657"/>
                </a:lnTo>
                <a:lnTo>
                  <a:pt x="1223192" y="96581"/>
                </a:lnTo>
                <a:lnTo>
                  <a:pt x="1223433" y="95492"/>
                </a:lnTo>
                <a:lnTo>
                  <a:pt x="1223655" y="94390"/>
                </a:lnTo>
                <a:lnTo>
                  <a:pt x="1223858" y="93275"/>
                </a:lnTo>
                <a:lnTo>
                  <a:pt x="1224042" y="92147"/>
                </a:lnTo>
                <a:lnTo>
                  <a:pt x="1224206" y="91005"/>
                </a:lnTo>
                <a:lnTo>
                  <a:pt x="1224351" y="89850"/>
                </a:lnTo>
                <a:lnTo>
                  <a:pt x="1224476" y="88683"/>
                </a:lnTo>
                <a:lnTo>
                  <a:pt x="1224582" y="87502"/>
                </a:lnTo>
                <a:lnTo>
                  <a:pt x="1224669" y="86307"/>
                </a:lnTo>
                <a:lnTo>
                  <a:pt x="1224737" y="85100"/>
                </a:lnTo>
                <a:lnTo>
                  <a:pt x="1224785" y="83879"/>
                </a:lnTo>
                <a:lnTo>
                  <a:pt x="1224814" y="82646"/>
                </a:lnTo>
                <a:lnTo>
                  <a:pt x="1224824" y="81399"/>
                </a:lnTo>
                <a:lnTo>
                  <a:pt x="1224814" y="80142"/>
                </a:lnTo>
                <a:lnTo>
                  <a:pt x="1224785" y="78898"/>
                </a:lnTo>
                <a:lnTo>
                  <a:pt x="1224737" y="77667"/>
                </a:lnTo>
                <a:lnTo>
                  <a:pt x="1224669" y="76450"/>
                </a:lnTo>
                <a:lnTo>
                  <a:pt x="1224582" y="75246"/>
                </a:lnTo>
                <a:lnTo>
                  <a:pt x="1224476" y="74056"/>
                </a:lnTo>
                <a:lnTo>
                  <a:pt x="1224351" y="72879"/>
                </a:lnTo>
                <a:lnTo>
                  <a:pt x="1224206" y="71716"/>
                </a:lnTo>
                <a:lnTo>
                  <a:pt x="1224042" y="70565"/>
                </a:lnTo>
                <a:lnTo>
                  <a:pt x="1223858" y="69429"/>
                </a:lnTo>
                <a:lnTo>
                  <a:pt x="1223655" y="68305"/>
                </a:lnTo>
                <a:lnTo>
                  <a:pt x="1223433" y="67195"/>
                </a:lnTo>
                <a:lnTo>
                  <a:pt x="1223192" y="66099"/>
                </a:lnTo>
                <a:lnTo>
                  <a:pt x="1222931" y="65015"/>
                </a:lnTo>
                <a:lnTo>
                  <a:pt x="1222651" y="63945"/>
                </a:lnTo>
                <a:lnTo>
                  <a:pt x="1222352" y="62889"/>
                </a:lnTo>
                <a:lnTo>
                  <a:pt x="1222033" y="61846"/>
                </a:lnTo>
                <a:lnTo>
                  <a:pt x="1221695" y="60816"/>
                </a:lnTo>
                <a:lnTo>
                  <a:pt x="1221338" y="59800"/>
                </a:lnTo>
                <a:lnTo>
                  <a:pt x="1220962" y="58797"/>
                </a:lnTo>
                <a:lnTo>
                  <a:pt x="1220566" y="57807"/>
                </a:lnTo>
                <a:lnTo>
                  <a:pt x="1220150" y="56831"/>
                </a:lnTo>
                <a:lnTo>
                  <a:pt x="1219716" y="55868"/>
                </a:lnTo>
                <a:lnTo>
                  <a:pt x="1219262" y="54919"/>
                </a:lnTo>
                <a:lnTo>
                  <a:pt x="1218796" y="53985"/>
                </a:lnTo>
                <a:lnTo>
                  <a:pt x="1218315" y="53069"/>
                </a:lnTo>
                <a:lnTo>
                  <a:pt x="1217819" y="52170"/>
                </a:lnTo>
                <a:lnTo>
                  <a:pt x="1217307" y="51289"/>
                </a:lnTo>
                <a:lnTo>
                  <a:pt x="1216779" y="50425"/>
                </a:lnTo>
                <a:lnTo>
                  <a:pt x="1216237" y="49579"/>
                </a:lnTo>
                <a:lnTo>
                  <a:pt x="1215679" y="48750"/>
                </a:lnTo>
                <a:lnTo>
                  <a:pt x="1215105" y="47939"/>
                </a:lnTo>
                <a:lnTo>
                  <a:pt x="1214516" y="47146"/>
                </a:lnTo>
                <a:lnTo>
                  <a:pt x="1213912" y="46370"/>
                </a:lnTo>
                <a:lnTo>
                  <a:pt x="1213293" y="45611"/>
                </a:lnTo>
                <a:lnTo>
                  <a:pt x="1212658" y="44871"/>
                </a:lnTo>
                <a:lnTo>
                  <a:pt x="1212008" y="44147"/>
                </a:lnTo>
                <a:lnTo>
                  <a:pt x="1211342" y="43442"/>
                </a:lnTo>
                <a:lnTo>
                  <a:pt x="1210661" y="42753"/>
                </a:lnTo>
                <a:lnTo>
                  <a:pt x="1209965" y="42083"/>
                </a:lnTo>
                <a:lnTo>
                  <a:pt x="1209253" y="41430"/>
                </a:lnTo>
                <a:lnTo>
                  <a:pt x="1208526" y="40794"/>
                </a:lnTo>
                <a:lnTo>
                  <a:pt x="1207784" y="40176"/>
                </a:lnTo>
                <a:lnTo>
                  <a:pt x="1207026" y="39576"/>
                </a:lnTo>
                <a:lnTo>
                  <a:pt x="1206253" y="38993"/>
                </a:lnTo>
                <a:lnTo>
                  <a:pt x="1205465" y="38428"/>
                </a:lnTo>
                <a:lnTo>
                  <a:pt x="1204661" y="37880"/>
                </a:lnTo>
                <a:lnTo>
                  <a:pt x="1203842" y="37350"/>
                </a:lnTo>
                <a:lnTo>
                  <a:pt x="1203015" y="36839"/>
                </a:lnTo>
                <a:lnTo>
                  <a:pt x="1202176" y="36351"/>
                </a:lnTo>
                <a:lnTo>
                  <a:pt x="1201326" y="35884"/>
                </a:lnTo>
                <a:lnTo>
                  <a:pt x="1200464" y="35438"/>
                </a:lnTo>
                <a:lnTo>
                  <a:pt x="1199591" y="35015"/>
                </a:lnTo>
                <a:lnTo>
                  <a:pt x="1198707" y="34613"/>
                </a:lnTo>
                <a:lnTo>
                  <a:pt x="1197811" y="34233"/>
                </a:lnTo>
                <a:lnTo>
                  <a:pt x="1196904" y="33874"/>
                </a:lnTo>
                <a:lnTo>
                  <a:pt x="1195986" y="33537"/>
                </a:lnTo>
                <a:lnTo>
                  <a:pt x="1195056" y="33222"/>
                </a:lnTo>
                <a:lnTo>
                  <a:pt x="1194114" y="32929"/>
                </a:lnTo>
                <a:lnTo>
                  <a:pt x="1193161" y="32658"/>
                </a:lnTo>
                <a:lnTo>
                  <a:pt x="1192197" y="32408"/>
                </a:lnTo>
                <a:lnTo>
                  <a:pt x="1191222" y="32180"/>
                </a:lnTo>
                <a:lnTo>
                  <a:pt x="1190235" y="31973"/>
                </a:lnTo>
                <a:lnTo>
                  <a:pt x="1189236" y="31789"/>
                </a:lnTo>
                <a:lnTo>
                  <a:pt x="1188226" y="31626"/>
                </a:lnTo>
                <a:lnTo>
                  <a:pt x="1187205" y="31484"/>
                </a:lnTo>
                <a:lnTo>
                  <a:pt x="1186172" y="31365"/>
                </a:lnTo>
                <a:lnTo>
                  <a:pt x="1185128" y="31267"/>
                </a:lnTo>
                <a:lnTo>
                  <a:pt x="1184073" y="31191"/>
                </a:lnTo>
                <a:lnTo>
                  <a:pt x="1183006" y="31137"/>
                </a:lnTo>
                <a:lnTo>
                  <a:pt x="1181928" y="31104"/>
                </a:lnTo>
                <a:lnTo>
                  <a:pt x="1180838" y="31093"/>
                </a:lnTo>
                <a:lnTo>
                  <a:pt x="1179748" y="31104"/>
                </a:lnTo>
                <a:lnTo>
                  <a:pt x="1178669" y="31137"/>
                </a:lnTo>
                <a:lnTo>
                  <a:pt x="1177602" y="31191"/>
                </a:lnTo>
                <a:lnTo>
                  <a:pt x="1176546" y="31267"/>
                </a:lnTo>
                <a:lnTo>
                  <a:pt x="1175501" y="31365"/>
                </a:lnTo>
                <a:lnTo>
                  <a:pt x="1174467" y="31484"/>
                </a:lnTo>
                <a:lnTo>
                  <a:pt x="1173444" y="31626"/>
                </a:lnTo>
                <a:lnTo>
                  <a:pt x="1172432" y="31789"/>
                </a:lnTo>
                <a:lnTo>
                  <a:pt x="1171432" y="31973"/>
                </a:lnTo>
                <a:lnTo>
                  <a:pt x="1170443" y="32180"/>
                </a:lnTo>
                <a:lnTo>
                  <a:pt x="1169465" y="32408"/>
                </a:lnTo>
                <a:lnTo>
                  <a:pt x="1168498" y="32658"/>
                </a:lnTo>
                <a:lnTo>
                  <a:pt x="1167543" y="32929"/>
                </a:lnTo>
                <a:lnTo>
                  <a:pt x="1166598" y="33222"/>
                </a:lnTo>
                <a:lnTo>
                  <a:pt x="1165665" y="33537"/>
                </a:lnTo>
                <a:lnTo>
                  <a:pt x="1164743" y="33874"/>
                </a:lnTo>
                <a:lnTo>
                  <a:pt x="1163833" y="34233"/>
                </a:lnTo>
                <a:lnTo>
                  <a:pt x="1162933" y="34613"/>
                </a:lnTo>
                <a:lnTo>
                  <a:pt x="1162045" y="35015"/>
                </a:lnTo>
                <a:lnTo>
                  <a:pt x="1161167" y="35438"/>
                </a:lnTo>
                <a:lnTo>
                  <a:pt x="1160301" y="35884"/>
                </a:lnTo>
                <a:lnTo>
                  <a:pt x="1159447" y="36351"/>
                </a:lnTo>
                <a:lnTo>
                  <a:pt x="1158603" y="36839"/>
                </a:lnTo>
                <a:lnTo>
                  <a:pt x="1157771" y="37350"/>
                </a:lnTo>
                <a:lnTo>
                  <a:pt x="1156956" y="37880"/>
                </a:lnTo>
                <a:lnTo>
                  <a:pt x="1156157" y="38428"/>
                </a:lnTo>
                <a:lnTo>
                  <a:pt x="1155373" y="38993"/>
                </a:lnTo>
                <a:lnTo>
                  <a:pt x="1154604" y="39576"/>
                </a:lnTo>
                <a:lnTo>
                  <a:pt x="1153849" y="40176"/>
                </a:lnTo>
                <a:lnTo>
                  <a:pt x="1153110" y="40794"/>
                </a:lnTo>
                <a:lnTo>
                  <a:pt x="1152385" y="41430"/>
                </a:lnTo>
                <a:lnTo>
                  <a:pt x="1151676" y="42083"/>
                </a:lnTo>
                <a:lnTo>
                  <a:pt x="1150981" y="42753"/>
                </a:lnTo>
                <a:lnTo>
                  <a:pt x="1150301" y="43442"/>
                </a:lnTo>
                <a:lnTo>
                  <a:pt x="1149636" y="44147"/>
                </a:lnTo>
                <a:lnTo>
                  <a:pt x="1148986" y="44871"/>
                </a:lnTo>
                <a:lnTo>
                  <a:pt x="1148351" y="45611"/>
                </a:lnTo>
                <a:lnTo>
                  <a:pt x="1147731" y="46370"/>
                </a:lnTo>
                <a:lnTo>
                  <a:pt x="1147126" y="47146"/>
                </a:lnTo>
                <a:lnTo>
                  <a:pt x="1146535" y="47939"/>
                </a:lnTo>
                <a:lnTo>
                  <a:pt x="1145960" y="48750"/>
                </a:lnTo>
                <a:lnTo>
                  <a:pt x="1145400" y="49579"/>
                </a:lnTo>
                <a:lnTo>
                  <a:pt x="1144854" y="50425"/>
                </a:lnTo>
                <a:lnTo>
                  <a:pt x="1144323" y="51289"/>
                </a:lnTo>
                <a:lnTo>
                  <a:pt x="1143808" y="52170"/>
                </a:lnTo>
                <a:lnTo>
                  <a:pt x="1143307" y="53069"/>
                </a:lnTo>
                <a:lnTo>
                  <a:pt x="1142821" y="53985"/>
                </a:lnTo>
                <a:lnTo>
                  <a:pt x="1142350" y="54919"/>
                </a:lnTo>
                <a:lnTo>
                  <a:pt x="1141902" y="55868"/>
                </a:lnTo>
                <a:lnTo>
                  <a:pt x="1141472" y="56831"/>
                </a:lnTo>
                <a:lnTo>
                  <a:pt x="1141062" y="57807"/>
                </a:lnTo>
                <a:lnTo>
                  <a:pt x="1140670" y="58797"/>
                </a:lnTo>
                <a:lnTo>
                  <a:pt x="1140298" y="59800"/>
                </a:lnTo>
                <a:lnTo>
                  <a:pt x="1139945" y="60816"/>
                </a:lnTo>
                <a:lnTo>
                  <a:pt x="1139611" y="61846"/>
                </a:lnTo>
                <a:lnTo>
                  <a:pt x="1139296" y="62889"/>
                </a:lnTo>
                <a:lnTo>
                  <a:pt x="1139000" y="63945"/>
                </a:lnTo>
                <a:lnTo>
                  <a:pt x="1138723" y="65015"/>
                </a:lnTo>
                <a:lnTo>
                  <a:pt x="1138465" y="66099"/>
                </a:lnTo>
                <a:lnTo>
                  <a:pt x="1138227" y="67195"/>
                </a:lnTo>
                <a:lnTo>
                  <a:pt x="1138007" y="68305"/>
                </a:lnTo>
                <a:lnTo>
                  <a:pt x="1137807" y="69429"/>
                </a:lnTo>
                <a:lnTo>
                  <a:pt x="1137625" y="70565"/>
                </a:lnTo>
                <a:lnTo>
                  <a:pt x="1137463" y="71716"/>
                </a:lnTo>
                <a:lnTo>
                  <a:pt x="1137320" y="72879"/>
                </a:lnTo>
                <a:lnTo>
                  <a:pt x="1137196" y="74056"/>
                </a:lnTo>
                <a:lnTo>
                  <a:pt x="1137091" y="75246"/>
                </a:lnTo>
                <a:lnTo>
                  <a:pt x="1137005" y="76450"/>
                </a:lnTo>
                <a:lnTo>
                  <a:pt x="1136938" y="77667"/>
                </a:lnTo>
                <a:lnTo>
                  <a:pt x="1136890" y="78898"/>
                </a:lnTo>
                <a:lnTo>
                  <a:pt x="1136862" y="80142"/>
                </a:lnTo>
                <a:lnTo>
                  <a:pt x="1136852" y="81399"/>
                </a:lnTo>
                <a:lnTo>
                  <a:pt x="1136862" y="82646"/>
                </a:lnTo>
                <a:lnTo>
                  <a:pt x="1136890" y="83879"/>
                </a:lnTo>
                <a:lnTo>
                  <a:pt x="1136938" y="85100"/>
                </a:lnTo>
                <a:lnTo>
                  <a:pt x="1137005" y="86307"/>
                </a:lnTo>
                <a:lnTo>
                  <a:pt x="1137091" y="87502"/>
                </a:lnTo>
                <a:lnTo>
                  <a:pt x="1137196" y="88683"/>
                </a:lnTo>
                <a:lnTo>
                  <a:pt x="1137320" y="89850"/>
                </a:lnTo>
                <a:lnTo>
                  <a:pt x="1137463" y="91005"/>
                </a:lnTo>
                <a:lnTo>
                  <a:pt x="1137625" y="92147"/>
                </a:lnTo>
                <a:lnTo>
                  <a:pt x="1137807" y="93275"/>
                </a:lnTo>
                <a:lnTo>
                  <a:pt x="1138007" y="94390"/>
                </a:lnTo>
                <a:lnTo>
                  <a:pt x="1138227" y="95492"/>
                </a:lnTo>
                <a:lnTo>
                  <a:pt x="1138465" y="96581"/>
                </a:lnTo>
                <a:lnTo>
                  <a:pt x="1138723" y="97657"/>
                </a:lnTo>
                <a:lnTo>
                  <a:pt x="1139000" y="98719"/>
                </a:lnTo>
                <a:lnTo>
                  <a:pt x="1139296" y="99769"/>
                </a:lnTo>
                <a:lnTo>
                  <a:pt x="1139611" y="100805"/>
                </a:lnTo>
                <a:lnTo>
                  <a:pt x="1139945" y="101828"/>
                </a:lnTo>
                <a:lnTo>
                  <a:pt x="1140298" y="102838"/>
                </a:lnTo>
                <a:lnTo>
                  <a:pt x="1140670" y="103834"/>
                </a:lnTo>
                <a:lnTo>
                  <a:pt x="1141062" y="104818"/>
                </a:lnTo>
                <a:lnTo>
                  <a:pt x="1141472" y="105788"/>
                </a:lnTo>
                <a:lnTo>
                  <a:pt x="1141902" y="106745"/>
                </a:lnTo>
                <a:lnTo>
                  <a:pt x="1142350" y="107689"/>
                </a:lnTo>
                <a:lnTo>
                  <a:pt x="1142821" y="108618"/>
                </a:lnTo>
                <a:lnTo>
                  <a:pt x="1143307" y="109530"/>
                </a:lnTo>
                <a:lnTo>
                  <a:pt x="1143808" y="110424"/>
                </a:lnTo>
                <a:lnTo>
                  <a:pt x="1144323" y="111300"/>
                </a:lnTo>
                <a:lnTo>
                  <a:pt x="1144854" y="112160"/>
                </a:lnTo>
                <a:lnTo>
                  <a:pt x="1145400" y="113002"/>
                </a:lnTo>
                <a:lnTo>
                  <a:pt x="1145960" y="113827"/>
                </a:lnTo>
                <a:lnTo>
                  <a:pt x="1146535" y="114634"/>
                </a:lnTo>
                <a:lnTo>
                  <a:pt x="1147126" y="115424"/>
                </a:lnTo>
                <a:lnTo>
                  <a:pt x="1147731" y="116197"/>
                </a:lnTo>
                <a:lnTo>
                  <a:pt x="1148351" y="116952"/>
                </a:lnTo>
                <a:lnTo>
                  <a:pt x="1148986" y="117690"/>
                </a:lnTo>
                <a:lnTo>
                  <a:pt x="1149636" y="118411"/>
                </a:lnTo>
                <a:lnTo>
                  <a:pt x="1150301" y="119115"/>
                </a:lnTo>
                <a:lnTo>
                  <a:pt x="1150981" y="119801"/>
                </a:lnTo>
                <a:lnTo>
                  <a:pt x="1151676" y="120469"/>
                </a:lnTo>
                <a:lnTo>
                  <a:pt x="1152385" y="121121"/>
                </a:lnTo>
                <a:lnTo>
                  <a:pt x="1153110" y="121755"/>
                </a:lnTo>
                <a:lnTo>
                  <a:pt x="1153849" y="122372"/>
                </a:lnTo>
                <a:lnTo>
                  <a:pt x="1154604" y="122971"/>
                </a:lnTo>
                <a:lnTo>
                  <a:pt x="1155373" y="123553"/>
                </a:lnTo>
                <a:lnTo>
                  <a:pt x="1156157" y="124118"/>
                </a:lnTo>
                <a:lnTo>
                  <a:pt x="1156956" y="124665"/>
                </a:lnTo>
                <a:lnTo>
                  <a:pt x="1157771" y="125195"/>
                </a:lnTo>
                <a:lnTo>
                  <a:pt x="1158603" y="125706"/>
                </a:lnTo>
                <a:lnTo>
                  <a:pt x="1159447" y="126194"/>
                </a:lnTo>
                <a:lnTo>
                  <a:pt x="1160301" y="126662"/>
                </a:lnTo>
                <a:lnTo>
                  <a:pt x="1161167" y="127107"/>
                </a:lnTo>
                <a:lnTo>
                  <a:pt x="1162045" y="127530"/>
                </a:lnTo>
                <a:lnTo>
                  <a:pt x="1162933" y="127932"/>
                </a:lnTo>
                <a:lnTo>
                  <a:pt x="1163833" y="128313"/>
                </a:lnTo>
                <a:lnTo>
                  <a:pt x="1164743" y="128671"/>
                </a:lnTo>
                <a:lnTo>
                  <a:pt x="1165665" y="129008"/>
                </a:lnTo>
                <a:lnTo>
                  <a:pt x="1166598" y="129323"/>
                </a:lnTo>
                <a:lnTo>
                  <a:pt x="1167543" y="129616"/>
                </a:lnTo>
                <a:lnTo>
                  <a:pt x="1168498" y="129888"/>
                </a:lnTo>
                <a:lnTo>
                  <a:pt x="1169465" y="130137"/>
                </a:lnTo>
                <a:lnTo>
                  <a:pt x="1170443" y="130366"/>
                </a:lnTo>
                <a:lnTo>
                  <a:pt x="1171432" y="130572"/>
                </a:lnTo>
                <a:lnTo>
                  <a:pt x="1172432" y="130757"/>
                </a:lnTo>
                <a:lnTo>
                  <a:pt x="1173444" y="130919"/>
                </a:lnTo>
                <a:lnTo>
                  <a:pt x="1174467" y="131061"/>
                </a:lnTo>
                <a:lnTo>
                  <a:pt x="1175501" y="131180"/>
                </a:lnTo>
                <a:lnTo>
                  <a:pt x="1176546" y="131278"/>
                </a:lnTo>
                <a:lnTo>
                  <a:pt x="1177602" y="131354"/>
                </a:lnTo>
                <a:lnTo>
                  <a:pt x="1178669" y="131408"/>
                </a:lnTo>
                <a:lnTo>
                  <a:pt x="1179748" y="131441"/>
                </a:lnTo>
                <a:lnTo>
                  <a:pt x="1180838" y="131452"/>
                </a:lnTo>
                <a:lnTo>
                  <a:pt x="1181928" y="131441"/>
                </a:lnTo>
                <a:lnTo>
                  <a:pt x="1183006" y="131408"/>
                </a:lnTo>
                <a:lnTo>
                  <a:pt x="1184073" y="131354"/>
                </a:lnTo>
                <a:lnTo>
                  <a:pt x="1185128" y="131278"/>
                </a:lnTo>
                <a:lnTo>
                  <a:pt x="1186172" y="131180"/>
                </a:lnTo>
                <a:close/>
                <a:moveTo>
                  <a:pt x="1176831" y="117832"/>
                </a:moveTo>
                <a:lnTo>
                  <a:pt x="1176066" y="117734"/>
                </a:lnTo>
                <a:lnTo>
                  <a:pt x="1175314" y="117618"/>
                </a:lnTo>
                <a:lnTo>
                  <a:pt x="1174574" y="117485"/>
                </a:lnTo>
                <a:lnTo>
                  <a:pt x="1173847" y="117334"/>
                </a:lnTo>
                <a:lnTo>
                  <a:pt x="1173131" y="117165"/>
                </a:lnTo>
                <a:lnTo>
                  <a:pt x="1172428" y="116978"/>
                </a:lnTo>
                <a:lnTo>
                  <a:pt x="1171737" y="116774"/>
                </a:lnTo>
                <a:lnTo>
                  <a:pt x="1171059" y="116552"/>
                </a:lnTo>
                <a:lnTo>
                  <a:pt x="1170393" y="116312"/>
                </a:lnTo>
                <a:lnTo>
                  <a:pt x="1169739" y="116054"/>
                </a:lnTo>
                <a:lnTo>
                  <a:pt x="1169097" y="115779"/>
                </a:lnTo>
                <a:lnTo>
                  <a:pt x="1168468" y="115485"/>
                </a:lnTo>
                <a:lnTo>
                  <a:pt x="1167851" y="115174"/>
                </a:lnTo>
                <a:lnTo>
                  <a:pt x="1167246" y="114845"/>
                </a:lnTo>
                <a:lnTo>
                  <a:pt x="1166653" y="114499"/>
                </a:lnTo>
                <a:lnTo>
                  <a:pt x="1166073" y="114135"/>
                </a:lnTo>
                <a:lnTo>
                  <a:pt x="1165505" y="113752"/>
                </a:lnTo>
                <a:lnTo>
                  <a:pt x="1164950" y="113352"/>
                </a:lnTo>
                <a:lnTo>
                  <a:pt x="1164406" y="112935"/>
                </a:lnTo>
                <a:lnTo>
                  <a:pt x="1163875" y="112503"/>
                </a:lnTo>
                <a:lnTo>
                  <a:pt x="1163355" y="112059"/>
                </a:lnTo>
                <a:lnTo>
                  <a:pt x="1162847" y="111605"/>
                </a:lnTo>
                <a:lnTo>
                  <a:pt x="1162351" y="111139"/>
                </a:lnTo>
                <a:lnTo>
                  <a:pt x="1161866" y="110662"/>
                </a:lnTo>
                <a:lnTo>
                  <a:pt x="1161393" y="110174"/>
                </a:lnTo>
                <a:lnTo>
                  <a:pt x="1160931" y="109674"/>
                </a:lnTo>
                <a:lnTo>
                  <a:pt x="1160481" y="109164"/>
                </a:lnTo>
                <a:lnTo>
                  <a:pt x="1160043" y="108642"/>
                </a:lnTo>
                <a:lnTo>
                  <a:pt x="1159616" y="108109"/>
                </a:lnTo>
                <a:lnTo>
                  <a:pt x="1159201" y="107565"/>
                </a:lnTo>
                <a:lnTo>
                  <a:pt x="1158798" y="107010"/>
                </a:lnTo>
                <a:lnTo>
                  <a:pt x="1158406" y="106443"/>
                </a:lnTo>
                <a:lnTo>
                  <a:pt x="1158026" y="105866"/>
                </a:lnTo>
                <a:lnTo>
                  <a:pt x="1157657" y="105277"/>
                </a:lnTo>
                <a:lnTo>
                  <a:pt x="1157300" y="104677"/>
                </a:lnTo>
                <a:lnTo>
                  <a:pt x="1156955" y="104066"/>
                </a:lnTo>
                <a:lnTo>
                  <a:pt x="1156621" y="103443"/>
                </a:lnTo>
                <a:lnTo>
                  <a:pt x="1156299" y="102810"/>
                </a:lnTo>
                <a:lnTo>
                  <a:pt x="1155989" y="102165"/>
                </a:lnTo>
                <a:lnTo>
                  <a:pt x="1155690" y="101509"/>
                </a:lnTo>
                <a:lnTo>
                  <a:pt x="1155403" y="100842"/>
                </a:lnTo>
                <a:lnTo>
                  <a:pt x="1155127" y="100163"/>
                </a:lnTo>
                <a:lnTo>
                  <a:pt x="1154863" y="99474"/>
                </a:lnTo>
                <a:lnTo>
                  <a:pt x="1154611" y="98776"/>
                </a:lnTo>
                <a:lnTo>
                  <a:pt x="1154369" y="98074"/>
                </a:lnTo>
                <a:lnTo>
                  <a:pt x="1154138" y="97366"/>
                </a:lnTo>
                <a:lnTo>
                  <a:pt x="1153917" y="96654"/>
                </a:lnTo>
                <a:lnTo>
                  <a:pt x="1153708" y="95937"/>
                </a:lnTo>
                <a:lnTo>
                  <a:pt x="1153509" y="95216"/>
                </a:lnTo>
                <a:lnTo>
                  <a:pt x="1153320" y="94489"/>
                </a:lnTo>
                <a:lnTo>
                  <a:pt x="1153143" y="93758"/>
                </a:lnTo>
                <a:lnTo>
                  <a:pt x="1152976" y="93021"/>
                </a:lnTo>
                <a:lnTo>
                  <a:pt x="1152821" y="92280"/>
                </a:lnTo>
                <a:lnTo>
                  <a:pt x="1152675" y="91535"/>
                </a:lnTo>
                <a:lnTo>
                  <a:pt x="1152541" y="90784"/>
                </a:lnTo>
                <a:lnTo>
                  <a:pt x="1152417" y="90028"/>
                </a:lnTo>
                <a:lnTo>
                  <a:pt x="1152304" y="89268"/>
                </a:lnTo>
                <a:lnTo>
                  <a:pt x="1152202" y="88503"/>
                </a:lnTo>
                <a:lnTo>
                  <a:pt x="1152111" y="87733"/>
                </a:lnTo>
                <a:lnTo>
                  <a:pt x="1152030" y="86958"/>
                </a:lnTo>
                <a:lnTo>
                  <a:pt x="1151960" y="86178"/>
                </a:lnTo>
                <a:lnTo>
                  <a:pt x="1151901" y="85394"/>
                </a:lnTo>
                <a:lnTo>
                  <a:pt x="1151853" y="84604"/>
                </a:lnTo>
                <a:lnTo>
                  <a:pt x="1151815" y="83810"/>
                </a:lnTo>
                <a:lnTo>
                  <a:pt x="1151788" y="83011"/>
                </a:lnTo>
                <a:lnTo>
                  <a:pt x="1151772" y="82208"/>
                </a:lnTo>
                <a:lnTo>
                  <a:pt x="1151767" y="81399"/>
                </a:lnTo>
                <a:lnTo>
                  <a:pt x="1151772" y="80590"/>
                </a:lnTo>
                <a:lnTo>
                  <a:pt x="1151788" y="79786"/>
                </a:lnTo>
                <a:lnTo>
                  <a:pt x="1151815" y="78987"/>
                </a:lnTo>
                <a:lnTo>
                  <a:pt x="1151853" y="78192"/>
                </a:lnTo>
                <a:lnTo>
                  <a:pt x="1151901" y="77401"/>
                </a:lnTo>
                <a:lnTo>
                  <a:pt x="1151960" y="76616"/>
                </a:lnTo>
                <a:lnTo>
                  <a:pt x="1152030" y="75835"/>
                </a:lnTo>
                <a:lnTo>
                  <a:pt x="1152111" y="75058"/>
                </a:lnTo>
                <a:lnTo>
                  <a:pt x="1152202" y="74286"/>
                </a:lnTo>
                <a:lnTo>
                  <a:pt x="1152304" y="73519"/>
                </a:lnTo>
                <a:lnTo>
                  <a:pt x="1152417" y="72756"/>
                </a:lnTo>
                <a:lnTo>
                  <a:pt x="1152541" y="71998"/>
                </a:lnTo>
                <a:lnTo>
                  <a:pt x="1152675" y="71245"/>
                </a:lnTo>
                <a:lnTo>
                  <a:pt x="1152821" y="70496"/>
                </a:lnTo>
                <a:lnTo>
                  <a:pt x="1152976" y="69752"/>
                </a:lnTo>
                <a:lnTo>
                  <a:pt x="1153143" y="69012"/>
                </a:lnTo>
                <a:lnTo>
                  <a:pt x="1153320" y="68277"/>
                </a:lnTo>
                <a:lnTo>
                  <a:pt x="1153509" y="67547"/>
                </a:lnTo>
                <a:lnTo>
                  <a:pt x="1153708" y="66821"/>
                </a:lnTo>
                <a:lnTo>
                  <a:pt x="1153917" y="66100"/>
                </a:lnTo>
                <a:lnTo>
                  <a:pt x="1154138" y="65383"/>
                </a:lnTo>
                <a:lnTo>
                  <a:pt x="1154369" y="64671"/>
                </a:lnTo>
                <a:lnTo>
                  <a:pt x="1154611" y="63964"/>
                </a:lnTo>
                <a:lnTo>
                  <a:pt x="1154863" y="63261"/>
                </a:lnTo>
                <a:lnTo>
                  <a:pt x="1155127" y="62566"/>
                </a:lnTo>
                <a:lnTo>
                  <a:pt x="1155403" y="61883"/>
                </a:lnTo>
                <a:lnTo>
                  <a:pt x="1155690" y="61210"/>
                </a:lnTo>
                <a:lnTo>
                  <a:pt x="1155989" y="60549"/>
                </a:lnTo>
                <a:lnTo>
                  <a:pt x="1156299" y="59899"/>
                </a:lnTo>
                <a:lnTo>
                  <a:pt x="1156621" y="59260"/>
                </a:lnTo>
                <a:lnTo>
                  <a:pt x="1156955" y="58632"/>
                </a:lnTo>
                <a:lnTo>
                  <a:pt x="1157300" y="58016"/>
                </a:lnTo>
                <a:lnTo>
                  <a:pt x="1157657" y="57410"/>
                </a:lnTo>
                <a:lnTo>
                  <a:pt x="1158026" y="56816"/>
                </a:lnTo>
                <a:lnTo>
                  <a:pt x="1158406" y="56233"/>
                </a:lnTo>
                <a:lnTo>
                  <a:pt x="1158798" y="55662"/>
                </a:lnTo>
                <a:lnTo>
                  <a:pt x="1159201" y="55101"/>
                </a:lnTo>
                <a:lnTo>
                  <a:pt x="1159616" y="54552"/>
                </a:lnTo>
                <a:lnTo>
                  <a:pt x="1160043" y="54014"/>
                </a:lnTo>
                <a:lnTo>
                  <a:pt x="1160481" y="53487"/>
                </a:lnTo>
                <a:lnTo>
                  <a:pt x="1160931" y="52971"/>
                </a:lnTo>
                <a:lnTo>
                  <a:pt x="1161393" y="52466"/>
                </a:lnTo>
                <a:lnTo>
                  <a:pt x="1161866" y="51973"/>
                </a:lnTo>
                <a:lnTo>
                  <a:pt x="1162351" y="51491"/>
                </a:lnTo>
                <a:lnTo>
                  <a:pt x="1162847" y="51020"/>
                </a:lnTo>
                <a:lnTo>
                  <a:pt x="1163355" y="50560"/>
                </a:lnTo>
                <a:lnTo>
                  <a:pt x="1163875" y="50111"/>
                </a:lnTo>
                <a:lnTo>
                  <a:pt x="1164406" y="49674"/>
                </a:lnTo>
                <a:lnTo>
                  <a:pt x="1164950" y="49251"/>
                </a:lnTo>
                <a:lnTo>
                  <a:pt x="1165505" y="48846"/>
                </a:lnTo>
                <a:lnTo>
                  <a:pt x="1166073" y="48459"/>
                </a:lnTo>
                <a:lnTo>
                  <a:pt x="1166653" y="48090"/>
                </a:lnTo>
                <a:lnTo>
                  <a:pt x="1167246" y="47739"/>
                </a:lnTo>
                <a:lnTo>
                  <a:pt x="1167851" y="47406"/>
                </a:lnTo>
                <a:lnTo>
                  <a:pt x="1168468" y="47091"/>
                </a:lnTo>
                <a:lnTo>
                  <a:pt x="1169097" y="46795"/>
                </a:lnTo>
                <a:lnTo>
                  <a:pt x="1169739" y="46516"/>
                </a:lnTo>
                <a:lnTo>
                  <a:pt x="1170393" y="46255"/>
                </a:lnTo>
                <a:lnTo>
                  <a:pt x="1171059" y="46012"/>
                </a:lnTo>
                <a:lnTo>
                  <a:pt x="1171737" y="45787"/>
                </a:lnTo>
                <a:lnTo>
                  <a:pt x="1172428" y="45580"/>
                </a:lnTo>
                <a:lnTo>
                  <a:pt x="1173131" y="45391"/>
                </a:lnTo>
                <a:lnTo>
                  <a:pt x="1173847" y="45220"/>
                </a:lnTo>
                <a:lnTo>
                  <a:pt x="1174574" y="45067"/>
                </a:lnTo>
                <a:lnTo>
                  <a:pt x="1175314" y="44932"/>
                </a:lnTo>
                <a:lnTo>
                  <a:pt x="1176066" y="44815"/>
                </a:lnTo>
                <a:lnTo>
                  <a:pt x="1176831" y="44716"/>
                </a:lnTo>
                <a:lnTo>
                  <a:pt x="1177608" y="44635"/>
                </a:lnTo>
                <a:lnTo>
                  <a:pt x="1178397" y="44572"/>
                </a:lnTo>
                <a:lnTo>
                  <a:pt x="1179198" y="44527"/>
                </a:lnTo>
                <a:lnTo>
                  <a:pt x="1180012" y="44500"/>
                </a:lnTo>
                <a:lnTo>
                  <a:pt x="1180838" y="44491"/>
                </a:lnTo>
                <a:lnTo>
                  <a:pt x="1181664" y="44500"/>
                </a:lnTo>
                <a:lnTo>
                  <a:pt x="1182478" y="44527"/>
                </a:lnTo>
                <a:lnTo>
                  <a:pt x="1183279" y="44572"/>
                </a:lnTo>
                <a:lnTo>
                  <a:pt x="1184068" y="44635"/>
                </a:lnTo>
                <a:lnTo>
                  <a:pt x="1184845" y="44716"/>
                </a:lnTo>
                <a:lnTo>
                  <a:pt x="1185609" y="44815"/>
                </a:lnTo>
                <a:lnTo>
                  <a:pt x="1186362" y="44932"/>
                </a:lnTo>
                <a:lnTo>
                  <a:pt x="1187101" y="45067"/>
                </a:lnTo>
                <a:lnTo>
                  <a:pt x="1187829" y="45220"/>
                </a:lnTo>
                <a:lnTo>
                  <a:pt x="1188544" y="45391"/>
                </a:lnTo>
                <a:lnTo>
                  <a:pt x="1189248" y="45580"/>
                </a:lnTo>
                <a:lnTo>
                  <a:pt x="1189938" y="45787"/>
                </a:lnTo>
                <a:lnTo>
                  <a:pt x="1190617" y="46012"/>
                </a:lnTo>
                <a:lnTo>
                  <a:pt x="1191283" y="46255"/>
                </a:lnTo>
                <a:lnTo>
                  <a:pt x="1191937" y="46516"/>
                </a:lnTo>
                <a:lnTo>
                  <a:pt x="1192579" y="46795"/>
                </a:lnTo>
                <a:lnTo>
                  <a:pt x="1193208" y="47091"/>
                </a:lnTo>
                <a:lnTo>
                  <a:pt x="1193825" y="47406"/>
                </a:lnTo>
                <a:lnTo>
                  <a:pt x="1194430" y="47739"/>
                </a:lnTo>
                <a:lnTo>
                  <a:pt x="1195022" y="48090"/>
                </a:lnTo>
                <a:lnTo>
                  <a:pt x="1195602" y="48459"/>
                </a:lnTo>
                <a:lnTo>
                  <a:pt x="1196170" y="48846"/>
                </a:lnTo>
                <a:lnTo>
                  <a:pt x="1196726" y="49251"/>
                </a:lnTo>
                <a:lnTo>
                  <a:pt x="1197269" y="49674"/>
                </a:lnTo>
                <a:lnTo>
                  <a:pt x="1197801" y="50111"/>
                </a:lnTo>
                <a:lnTo>
                  <a:pt x="1198320" y="50560"/>
                </a:lnTo>
                <a:lnTo>
                  <a:pt x="1198828" y="51020"/>
                </a:lnTo>
                <a:lnTo>
                  <a:pt x="1199325" y="51491"/>
                </a:lnTo>
                <a:lnTo>
                  <a:pt x="1199810" y="51973"/>
                </a:lnTo>
                <a:lnTo>
                  <a:pt x="1200283" y="52466"/>
                </a:lnTo>
                <a:lnTo>
                  <a:pt x="1200745" y="52971"/>
                </a:lnTo>
                <a:lnTo>
                  <a:pt x="1201195" y="53487"/>
                </a:lnTo>
                <a:lnTo>
                  <a:pt x="1201633" y="54014"/>
                </a:lnTo>
                <a:lnTo>
                  <a:pt x="1202060" y="54552"/>
                </a:lnTo>
                <a:lnTo>
                  <a:pt x="1202475" y="55101"/>
                </a:lnTo>
                <a:lnTo>
                  <a:pt x="1202878" y="55662"/>
                </a:lnTo>
                <a:lnTo>
                  <a:pt x="1203270" y="56233"/>
                </a:lnTo>
                <a:lnTo>
                  <a:pt x="1203650" y="56816"/>
                </a:lnTo>
                <a:lnTo>
                  <a:pt x="1204019" y="57410"/>
                </a:lnTo>
                <a:lnTo>
                  <a:pt x="1204376" y="58016"/>
                </a:lnTo>
                <a:lnTo>
                  <a:pt x="1204721" y="58632"/>
                </a:lnTo>
                <a:lnTo>
                  <a:pt x="1205055" y="59260"/>
                </a:lnTo>
                <a:lnTo>
                  <a:pt x="1205377" y="59899"/>
                </a:lnTo>
                <a:lnTo>
                  <a:pt x="1205687" y="60549"/>
                </a:lnTo>
                <a:lnTo>
                  <a:pt x="1205986" y="61210"/>
                </a:lnTo>
                <a:lnTo>
                  <a:pt x="1206273" y="61883"/>
                </a:lnTo>
                <a:lnTo>
                  <a:pt x="1206548" y="62566"/>
                </a:lnTo>
                <a:lnTo>
                  <a:pt x="1206812" y="63261"/>
                </a:lnTo>
                <a:lnTo>
                  <a:pt x="1207065" y="63964"/>
                </a:lnTo>
                <a:lnTo>
                  <a:pt x="1207307" y="64671"/>
                </a:lnTo>
                <a:lnTo>
                  <a:pt x="1207538" y="65383"/>
                </a:lnTo>
                <a:lnTo>
                  <a:pt x="1207758" y="66100"/>
                </a:lnTo>
                <a:lnTo>
                  <a:pt x="1207968" y="66821"/>
                </a:lnTo>
                <a:lnTo>
                  <a:pt x="1208167" y="67547"/>
                </a:lnTo>
                <a:lnTo>
                  <a:pt x="1208355" y="68277"/>
                </a:lnTo>
                <a:lnTo>
                  <a:pt x="1208533" y="69012"/>
                </a:lnTo>
                <a:lnTo>
                  <a:pt x="1208699" y="69752"/>
                </a:lnTo>
                <a:lnTo>
                  <a:pt x="1208855" y="70496"/>
                </a:lnTo>
                <a:lnTo>
                  <a:pt x="1209000" y="71245"/>
                </a:lnTo>
                <a:lnTo>
                  <a:pt x="1209135" y="71998"/>
                </a:lnTo>
                <a:lnTo>
                  <a:pt x="1209258" y="72756"/>
                </a:lnTo>
                <a:lnTo>
                  <a:pt x="1209371" y="73519"/>
                </a:lnTo>
                <a:lnTo>
                  <a:pt x="1209473" y="74286"/>
                </a:lnTo>
                <a:lnTo>
                  <a:pt x="1209565" y="75058"/>
                </a:lnTo>
                <a:lnTo>
                  <a:pt x="1209645" y="75835"/>
                </a:lnTo>
                <a:lnTo>
                  <a:pt x="1209715" y="76616"/>
                </a:lnTo>
                <a:lnTo>
                  <a:pt x="1209775" y="77401"/>
                </a:lnTo>
                <a:lnTo>
                  <a:pt x="1209823" y="78192"/>
                </a:lnTo>
                <a:lnTo>
                  <a:pt x="1209861" y="78987"/>
                </a:lnTo>
                <a:lnTo>
                  <a:pt x="1209887" y="79786"/>
                </a:lnTo>
                <a:lnTo>
                  <a:pt x="1209904" y="80590"/>
                </a:lnTo>
                <a:lnTo>
                  <a:pt x="1209909" y="81399"/>
                </a:lnTo>
                <a:lnTo>
                  <a:pt x="1209904" y="82208"/>
                </a:lnTo>
                <a:lnTo>
                  <a:pt x="1209887" y="83011"/>
                </a:lnTo>
                <a:lnTo>
                  <a:pt x="1209861" y="83810"/>
                </a:lnTo>
                <a:lnTo>
                  <a:pt x="1209823" y="84604"/>
                </a:lnTo>
                <a:lnTo>
                  <a:pt x="1209775" y="85394"/>
                </a:lnTo>
                <a:lnTo>
                  <a:pt x="1209715" y="86178"/>
                </a:lnTo>
                <a:lnTo>
                  <a:pt x="1209645" y="86958"/>
                </a:lnTo>
                <a:lnTo>
                  <a:pt x="1209565" y="87733"/>
                </a:lnTo>
                <a:lnTo>
                  <a:pt x="1209473" y="88503"/>
                </a:lnTo>
                <a:lnTo>
                  <a:pt x="1209371" y="89268"/>
                </a:lnTo>
                <a:lnTo>
                  <a:pt x="1209258" y="90028"/>
                </a:lnTo>
                <a:lnTo>
                  <a:pt x="1209135" y="90784"/>
                </a:lnTo>
                <a:lnTo>
                  <a:pt x="1209000" y="91535"/>
                </a:lnTo>
                <a:lnTo>
                  <a:pt x="1208855" y="92280"/>
                </a:lnTo>
                <a:lnTo>
                  <a:pt x="1208699" y="93021"/>
                </a:lnTo>
                <a:lnTo>
                  <a:pt x="1208533" y="93758"/>
                </a:lnTo>
                <a:lnTo>
                  <a:pt x="1208355" y="94489"/>
                </a:lnTo>
                <a:lnTo>
                  <a:pt x="1208167" y="95216"/>
                </a:lnTo>
                <a:lnTo>
                  <a:pt x="1207968" y="95937"/>
                </a:lnTo>
                <a:lnTo>
                  <a:pt x="1207758" y="96654"/>
                </a:lnTo>
                <a:lnTo>
                  <a:pt x="1207538" y="97366"/>
                </a:lnTo>
                <a:lnTo>
                  <a:pt x="1207307" y="98074"/>
                </a:lnTo>
                <a:lnTo>
                  <a:pt x="1207065" y="98776"/>
                </a:lnTo>
                <a:lnTo>
                  <a:pt x="1206812" y="99474"/>
                </a:lnTo>
                <a:lnTo>
                  <a:pt x="1206548" y="100163"/>
                </a:lnTo>
                <a:lnTo>
                  <a:pt x="1206273" y="100842"/>
                </a:lnTo>
                <a:lnTo>
                  <a:pt x="1205986" y="101509"/>
                </a:lnTo>
                <a:lnTo>
                  <a:pt x="1205687" y="102165"/>
                </a:lnTo>
                <a:lnTo>
                  <a:pt x="1205377" y="102810"/>
                </a:lnTo>
                <a:lnTo>
                  <a:pt x="1205055" y="103443"/>
                </a:lnTo>
                <a:lnTo>
                  <a:pt x="1204721" y="104066"/>
                </a:lnTo>
                <a:lnTo>
                  <a:pt x="1204376" y="104677"/>
                </a:lnTo>
                <a:lnTo>
                  <a:pt x="1204019" y="105277"/>
                </a:lnTo>
                <a:lnTo>
                  <a:pt x="1203650" y="105866"/>
                </a:lnTo>
                <a:lnTo>
                  <a:pt x="1203270" y="106443"/>
                </a:lnTo>
                <a:lnTo>
                  <a:pt x="1202878" y="107010"/>
                </a:lnTo>
                <a:lnTo>
                  <a:pt x="1202475" y="107565"/>
                </a:lnTo>
                <a:lnTo>
                  <a:pt x="1202060" y="108109"/>
                </a:lnTo>
                <a:lnTo>
                  <a:pt x="1201633" y="108642"/>
                </a:lnTo>
                <a:lnTo>
                  <a:pt x="1201195" y="109164"/>
                </a:lnTo>
                <a:lnTo>
                  <a:pt x="1200745" y="109674"/>
                </a:lnTo>
                <a:lnTo>
                  <a:pt x="1200283" y="110174"/>
                </a:lnTo>
                <a:lnTo>
                  <a:pt x="1199810" y="110662"/>
                </a:lnTo>
                <a:lnTo>
                  <a:pt x="1199325" y="111139"/>
                </a:lnTo>
                <a:lnTo>
                  <a:pt x="1198828" y="111605"/>
                </a:lnTo>
                <a:lnTo>
                  <a:pt x="1198320" y="112059"/>
                </a:lnTo>
                <a:lnTo>
                  <a:pt x="1197801" y="112503"/>
                </a:lnTo>
                <a:lnTo>
                  <a:pt x="1197269" y="112935"/>
                </a:lnTo>
                <a:lnTo>
                  <a:pt x="1196726" y="113352"/>
                </a:lnTo>
                <a:lnTo>
                  <a:pt x="1196170" y="113752"/>
                </a:lnTo>
                <a:lnTo>
                  <a:pt x="1195602" y="114135"/>
                </a:lnTo>
                <a:lnTo>
                  <a:pt x="1195022" y="114499"/>
                </a:lnTo>
                <a:lnTo>
                  <a:pt x="1194430" y="114845"/>
                </a:lnTo>
                <a:lnTo>
                  <a:pt x="1193825" y="115174"/>
                </a:lnTo>
                <a:lnTo>
                  <a:pt x="1193208" y="115485"/>
                </a:lnTo>
                <a:lnTo>
                  <a:pt x="1192579" y="115779"/>
                </a:lnTo>
                <a:lnTo>
                  <a:pt x="1191937" y="116054"/>
                </a:lnTo>
                <a:lnTo>
                  <a:pt x="1191283" y="116312"/>
                </a:lnTo>
                <a:lnTo>
                  <a:pt x="1190617" y="116552"/>
                </a:lnTo>
                <a:lnTo>
                  <a:pt x="1189938" y="116774"/>
                </a:lnTo>
                <a:lnTo>
                  <a:pt x="1189248" y="116978"/>
                </a:lnTo>
                <a:lnTo>
                  <a:pt x="1188544" y="117165"/>
                </a:lnTo>
                <a:lnTo>
                  <a:pt x="1187829" y="117334"/>
                </a:lnTo>
                <a:lnTo>
                  <a:pt x="1187101" y="117485"/>
                </a:lnTo>
                <a:lnTo>
                  <a:pt x="1186362" y="117618"/>
                </a:lnTo>
                <a:lnTo>
                  <a:pt x="1185609" y="117734"/>
                </a:lnTo>
                <a:lnTo>
                  <a:pt x="1184845" y="117832"/>
                </a:lnTo>
                <a:lnTo>
                  <a:pt x="1184068" y="117912"/>
                </a:lnTo>
                <a:lnTo>
                  <a:pt x="1183279" y="117974"/>
                </a:lnTo>
                <a:lnTo>
                  <a:pt x="1182478" y="118018"/>
                </a:lnTo>
                <a:lnTo>
                  <a:pt x="1181664" y="118045"/>
                </a:lnTo>
                <a:lnTo>
                  <a:pt x="1180838" y="118054"/>
                </a:lnTo>
                <a:lnTo>
                  <a:pt x="1180012" y="118045"/>
                </a:lnTo>
                <a:lnTo>
                  <a:pt x="1179198" y="118018"/>
                </a:lnTo>
                <a:lnTo>
                  <a:pt x="1178397" y="117974"/>
                </a:lnTo>
                <a:lnTo>
                  <a:pt x="1177608" y="117912"/>
                </a:lnTo>
                <a:lnTo>
                  <a:pt x="1176831" y="117832"/>
                </a:lnTo>
                <a:close/>
                <a:moveTo>
                  <a:pt x="125220" y="130375"/>
                </a:moveTo>
                <a:lnTo>
                  <a:pt x="125472" y="130346"/>
                </a:lnTo>
                <a:lnTo>
                  <a:pt x="125721" y="130312"/>
                </a:lnTo>
                <a:lnTo>
                  <a:pt x="125968" y="130272"/>
                </a:lnTo>
                <a:lnTo>
                  <a:pt x="126212" y="130227"/>
                </a:lnTo>
                <a:lnTo>
                  <a:pt x="126455" y="130177"/>
                </a:lnTo>
                <a:lnTo>
                  <a:pt x="126695" y="130122"/>
                </a:lnTo>
                <a:lnTo>
                  <a:pt x="126933" y="130061"/>
                </a:lnTo>
                <a:lnTo>
                  <a:pt x="127169" y="129996"/>
                </a:lnTo>
                <a:lnTo>
                  <a:pt x="127403" y="129924"/>
                </a:lnTo>
                <a:lnTo>
                  <a:pt x="127634" y="129848"/>
                </a:lnTo>
                <a:lnTo>
                  <a:pt x="127863" y="129766"/>
                </a:lnTo>
                <a:lnTo>
                  <a:pt x="128091" y="129680"/>
                </a:lnTo>
                <a:lnTo>
                  <a:pt x="128316" y="129587"/>
                </a:lnTo>
                <a:lnTo>
                  <a:pt x="128538" y="129490"/>
                </a:lnTo>
                <a:lnTo>
                  <a:pt x="128759" y="129387"/>
                </a:lnTo>
                <a:lnTo>
                  <a:pt x="128977" y="129279"/>
                </a:lnTo>
                <a:lnTo>
                  <a:pt x="129193" y="129166"/>
                </a:lnTo>
                <a:lnTo>
                  <a:pt x="129407" y="129048"/>
                </a:lnTo>
                <a:lnTo>
                  <a:pt x="129619" y="128924"/>
                </a:lnTo>
                <a:lnTo>
                  <a:pt x="129833" y="128790"/>
                </a:lnTo>
                <a:lnTo>
                  <a:pt x="130043" y="128653"/>
                </a:lnTo>
                <a:lnTo>
                  <a:pt x="130250" y="128513"/>
                </a:lnTo>
                <a:lnTo>
                  <a:pt x="130453" y="128369"/>
                </a:lnTo>
                <a:lnTo>
                  <a:pt x="130652" y="128222"/>
                </a:lnTo>
                <a:lnTo>
                  <a:pt x="130847" y="128071"/>
                </a:lnTo>
                <a:lnTo>
                  <a:pt x="131039" y="127916"/>
                </a:lnTo>
                <a:lnTo>
                  <a:pt x="131227" y="127758"/>
                </a:lnTo>
                <a:lnTo>
                  <a:pt x="131411" y="127597"/>
                </a:lnTo>
                <a:lnTo>
                  <a:pt x="131592" y="127432"/>
                </a:lnTo>
                <a:lnTo>
                  <a:pt x="131768" y="127263"/>
                </a:lnTo>
                <a:lnTo>
                  <a:pt x="131942" y="127091"/>
                </a:lnTo>
                <a:lnTo>
                  <a:pt x="132111" y="126916"/>
                </a:lnTo>
                <a:lnTo>
                  <a:pt x="132276" y="126736"/>
                </a:lnTo>
                <a:lnTo>
                  <a:pt x="132438" y="126554"/>
                </a:lnTo>
                <a:lnTo>
                  <a:pt x="132596" y="126368"/>
                </a:lnTo>
                <a:lnTo>
                  <a:pt x="132751" y="126178"/>
                </a:lnTo>
                <a:lnTo>
                  <a:pt x="132901" y="125985"/>
                </a:lnTo>
                <a:lnTo>
                  <a:pt x="133048" y="125788"/>
                </a:lnTo>
                <a:lnTo>
                  <a:pt x="133191" y="125588"/>
                </a:lnTo>
                <a:lnTo>
                  <a:pt x="133331" y="125385"/>
                </a:lnTo>
                <a:lnTo>
                  <a:pt x="133467" y="125178"/>
                </a:lnTo>
                <a:lnTo>
                  <a:pt x="133599" y="124967"/>
                </a:lnTo>
                <a:lnTo>
                  <a:pt x="133727" y="124753"/>
                </a:lnTo>
                <a:lnTo>
                  <a:pt x="133856" y="124536"/>
                </a:lnTo>
                <a:lnTo>
                  <a:pt x="133979" y="124317"/>
                </a:lnTo>
                <a:lnTo>
                  <a:pt x="134097" y="124097"/>
                </a:lnTo>
                <a:lnTo>
                  <a:pt x="134210" y="123875"/>
                </a:lnTo>
                <a:lnTo>
                  <a:pt x="134317" y="123651"/>
                </a:lnTo>
                <a:lnTo>
                  <a:pt x="134418" y="123426"/>
                </a:lnTo>
                <a:lnTo>
                  <a:pt x="134514" y="123198"/>
                </a:lnTo>
                <a:lnTo>
                  <a:pt x="134605" y="122969"/>
                </a:lnTo>
                <a:lnTo>
                  <a:pt x="134690" y="122738"/>
                </a:lnTo>
                <a:lnTo>
                  <a:pt x="134769" y="122506"/>
                </a:lnTo>
                <a:lnTo>
                  <a:pt x="134843" y="122271"/>
                </a:lnTo>
                <a:lnTo>
                  <a:pt x="134912" y="122035"/>
                </a:lnTo>
                <a:lnTo>
                  <a:pt x="134975" y="121797"/>
                </a:lnTo>
                <a:lnTo>
                  <a:pt x="135033" y="121558"/>
                </a:lnTo>
                <a:lnTo>
                  <a:pt x="135085" y="121316"/>
                </a:lnTo>
                <a:lnTo>
                  <a:pt x="135131" y="121073"/>
                </a:lnTo>
                <a:lnTo>
                  <a:pt x="135172" y="120828"/>
                </a:lnTo>
                <a:lnTo>
                  <a:pt x="135208" y="120582"/>
                </a:lnTo>
                <a:lnTo>
                  <a:pt x="135238" y="120333"/>
                </a:lnTo>
                <a:lnTo>
                  <a:pt x="135263" y="120083"/>
                </a:lnTo>
                <a:lnTo>
                  <a:pt x="135282" y="119831"/>
                </a:lnTo>
                <a:lnTo>
                  <a:pt x="135296" y="119578"/>
                </a:lnTo>
                <a:lnTo>
                  <a:pt x="135304" y="119322"/>
                </a:lnTo>
                <a:lnTo>
                  <a:pt x="135307" y="119065"/>
                </a:lnTo>
                <a:lnTo>
                  <a:pt x="135301" y="118678"/>
                </a:lnTo>
                <a:lnTo>
                  <a:pt x="135284" y="118295"/>
                </a:lnTo>
                <a:lnTo>
                  <a:pt x="135254" y="117917"/>
                </a:lnTo>
                <a:lnTo>
                  <a:pt x="135214" y="117543"/>
                </a:lnTo>
                <a:lnTo>
                  <a:pt x="135161" y="117174"/>
                </a:lnTo>
                <a:lnTo>
                  <a:pt x="135097" y="116810"/>
                </a:lnTo>
                <a:lnTo>
                  <a:pt x="135022" y="116450"/>
                </a:lnTo>
                <a:lnTo>
                  <a:pt x="134935" y="116095"/>
                </a:lnTo>
                <a:lnTo>
                  <a:pt x="134836" y="115744"/>
                </a:lnTo>
                <a:lnTo>
                  <a:pt x="134725" y="115398"/>
                </a:lnTo>
                <a:lnTo>
                  <a:pt x="134603" y="115057"/>
                </a:lnTo>
                <a:lnTo>
                  <a:pt x="134469" y="114720"/>
                </a:lnTo>
                <a:lnTo>
                  <a:pt x="134324" y="114388"/>
                </a:lnTo>
                <a:lnTo>
                  <a:pt x="134167" y="114060"/>
                </a:lnTo>
                <a:lnTo>
                  <a:pt x="133998" y="113738"/>
                </a:lnTo>
                <a:lnTo>
                  <a:pt x="133818" y="113419"/>
                </a:lnTo>
                <a:lnTo>
                  <a:pt x="133626" y="113106"/>
                </a:lnTo>
                <a:lnTo>
                  <a:pt x="133423" y="112796"/>
                </a:lnTo>
                <a:lnTo>
                  <a:pt x="133208" y="112492"/>
                </a:lnTo>
                <a:lnTo>
                  <a:pt x="132981" y="112192"/>
                </a:lnTo>
                <a:lnTo>
                  <a:pt x="132742" y="111897"/>
                </a:lnTo>
                <a:lnTo>
                  <a:pt x="132492" y="111606"/>
                </a:lnTo>
                <a:lnTo>
                  <a:pt x="132231" y="111320"/>
                </a:lnTo>
                <a:lnTo>
                  <a:pt x="131957" y="111039"/>
                </a:lnTo>
                <a:lnTo>
                  <a:pt x="131676" y="110765"/>
                </a:lnTo>
                <a:lnTo>
                  <a:pt x="131390" y="110504"/>
                </a:lnTo>
                <a:lnTo>
                  <a:pt x="131099" y="110254"/>
                </a:lnTo>
                <a:lnTo>
                  <a:pt x="130804" y="110015"/>
                </a:lnTo>
                <a:lnTo>
                  <a:pt x="130504" y="109789"/>
                </a:lnTo>
                <a:lnTo>
                  <a:pt x="130200" y="109573"/>
                </a:lnTo>
                <a:lnTo>
                  <a:pt x="129891" y="109370"/>
                </a:lnTo>
                <a:lnTo>
                  <a:pt x="129577" y="109178"/>
                </a:lnTo>
                <a:lnTo>
                  <a:pt x="129259" y="108998"/>
                </a:lnTo>
                <a:lnTo>
                  <a:pt x="128936" y="108829"/>
                </a:lnTo>
                <a:lnTo>
                  <a:pt x="128608" y="108672"/>
                </a:lnTo>
                <a:lnTo>
                  <a:pt x="128276" y="108527"/>
                </a:lnTo>
                <a:lnTo>
                  <a:pt x="127939" y="108393"/>
                </a:lnTo>
                <a:lnTo>
                  <a:pt x="127598" y="108271"/>
                </a:lnTo>
                <a:lnTo>
                  <a:pt x="127252" y="108160"/>
                </a:lnTo>
                <a:lnTo>
                  <a:pt x="126901" y="108061"/>
                </a:lnTo>
                <a:lnTo>
                  <a:pt x="126546" y="107974"/>
                </a:lnTo>
                <a:lnTo>
                  <a:pt x="126187" y="107899"/>
                </a:lnTo>
                <a:lnTo>
                  <a:pt x="125822" y="107835"/>
                </a:lnTo>
                <a:lnTo>
                  <a:pt x="125453" y="107782"/>
                </a:lnTo>
                <a:lnTo>
                  <a:pt x="125080" y="107742"/>
                </a:lnTo>
                <a:lnTo>
                  <a:pt x="124701" y="107713"/>
                </a:lnTo>
                <a:lnTo>
                  <a:pt x="124319" y="107695"/>
                </a:lnTo>
                <a:lnTo>
                  <a:pt x="123931" y="107689"/>
                </a:lnTo>
                <a:lnTo>
                  <a:pt x="123544" y="107695"/>
                </a:lnTo>
                <a:lnTo>
                  <a:pt x="123161" y="107713"/>
                </a:lnTo>
                <a:lnTo>
                  <a:pt x="122783" y="107742"/>
                </a:lnTo>
                <a:lnTo>
                  <a:pt x="122409" y="107782"/>
                </a:lnTo>
                <a:lnTo>
                  <a:pt x="122040" y="107835"/>
                </a:lnTo>
                <a:lnTo>
                  <a:pt x="121676" y="107899"/>
                </a:lnTo>
                <a:lnTo>
                  <a:pt x="121316" y="107974"/>
                </a:lnTo>
                <a:lnTo>
                  <a:pt x="120961" y="108061"/>
                </a:lnTo>
                <a:lnTo>
                  <a:pt x="120610" y="108160"/>
                </a:lnTo>
                <a:lnTo>
                  <a:pt x="120264" y="108271"/>
                </a:lnTo>
                <a:lnTo>
                  <a:pt x="119923" y="108393"/>
                </a:lnTo>
                <a:lnTo>
                  <a:pt x="119586" y="108527"/>
                </a:lnTo>
                <a:lnTo>
                  <a:pt x="119254" y="108672"/>
                </a:lnTo>
                <a:lnTo>
                  <a:pt x="118927" y="108829"/>
                </a:lnTo>
                <a:lnTo>
                  <a:pt x="118604" y="108998"/>
                </a:lnTo>
                <a:lnTo>
                  <a:pt x="118285" y="109178"/>
                </a:lnTo>
                <a:lnTo>
                  <a:pt x="117972" y="109370"/>
                </a:lnTo>
                <a:lnTo>
                  <a:pt x="117663" y="109573"/>
                </a:lnTo>
                <a:lnTo>
                  <a:pt x="117358" y="109789"/>
                </a:lnTo>
                <a:lnTo>
                  <a:pt x="117058" y="110015"/>
                </a:lnTo>
                <a:lnTo>
                  <a:pt x="116763" y="110254"/>
                </a:lnTo>
                <a:lnTo>
                  <a:pt x="116472" y="110504"/>
                </a:lnTo>
                <a:lnTo>
                  <a:pt x="116186" y="110765"/>
                </a:lnTo>
                <a:lnTo>
                  <a:pt x="115905" y="111039"/>
                </a:lnTo>
                <a:lnTo>
                  <a:pt x="115632" y="111320"/>
                </a:lnTo>
                <a:lnTo>
                  <a:pt x="115370" y="111606"/>
                </a:lnTo>
                <a:lnTo>
                  <a:pt x="115120" y="111897"/>
                </a:lnTo>
                <a:lnTo>
                  <a:pt x="114882" y="112192"/>
                </a:lnTo>
                <a:lnTo>
                  <a:pt x="114655" y="112492"/>
                </a:lnTo>
                <a:lnTo>
                  <a:pt x="114440" y="112796"/>
                </a:lnTo>
                <a:lnTo>
                  <a:pt x="114236" y="113106"/>
                </a:lnTo>
                <a:lnTo>
                  <a:pt x="114044" y="113419"/>
                </a:lnTo>
                <a:lnTo>
                  <a:pt x="113864" y="113738"/>
                </a:lnTo>
                <a:lnTo>
                  <a:pt x="113695" y="114060"/>
                </a:lnTo>
                <a:lnTo>
                  <a:pt x="113538" y="114388"/>
                </a:lnTo>
                <a:lnTo>
                  <a:pt x="113393" y="114720"/>
                </a:lnTo>
                <a:lnTo>
                  <a:pt x="113259" y="115057"/>
                </a:lnTo>
                <a:lnTo>
                  <a:pt x="113137" y="115398"/>
                </a:lnTo>
                <a:lnTo>
                  <a:pt x="113027" y="115744"/>
                </a:lnTo>
                <a:lnTo>
                  <a:pt x="112928" y="116095"/>
                </a:lnTo>
                <a:lnTo>
                  <a:pt x="112840" y="116450"/>
                </a:lnTo>
                <a:lnTo>
                  <a:pt x="112765" y="116810"/>
                </a:lnTo>
                <a:lnTo>
                  <a:pt x="112701" y="117174"/>
                </a:lnTo>
                <a:lnTo>
                  <a:pt x="112649" y="117543"/>
                </a:lnTo>
                <a:lnTo>
                  <a:pt x="112608" y="117917"/>
                </a:lnTo>
                <a:lnTo>
                  <a:pt x="112579" y="118295"/>
                </a:lnTo>
                <a:lnTo>
                  <a:pt x="112561" y="118678"/>
                </a:lnTo>
                <a:lnTo>
                  <a:pt x="112556" y="119065"/>
                </a:lnTo>
                <a:lnTo>
                  <a:pt x="112561" y="119452"/>
                </a:lnTo>
                <a:lnTo>
                  <a:pt x="112579" y="119835"/>
                </a:lnTo>
                <a:lnTo>
                  <a:pt x="112608" y="120213"/>
                </a:lnTo>
                <a:lnTo>
                  <a:pt x="112649" y="120587"/>
                </a:lnTo>
                <a:lnTo>
                  <a:pt x="112701" y="120956"/>
                </a:lnTo>
                <a:lnTo>
                  <a:pt x="112765" y="121320"/>
                </a:lnTo>
                <a:lnTo>
                  <a:pt x="112840" y="121680"/>
                </a:lnTo>
                <a:lnTo>
                  <a:pt x="112928" y="122035"/>
                </a:lnTo>
                <a:lnTo>
                  <a:pt x="113027" y="122386"/>
                </a:lnTo>
                <a:lnTo>
                  <a:pt x="113137" y="122732"/>
                </a:lnTo>
                <a:lnTo>
                  <a:pt x="113259" y="123073"/>
                </a:lnTo>
                <a:lnTo>
                  <a:pt x="113393" y="123410"/>
                </a:lnTo>
                <a:lnTo>
                  <a:pt x="113538" y="123742"/>
                </a:lnTo>
                <a:lnTo>
                  <a:pt x="113695" y="124069"/>
                </a:lnTo>
                <a:lnTo>
                  <a:pt x="113864" y="124392"/>
                </a:lnTo>
                <a:lnTo>
                  <a:pt x="114044" y="124711"/>
                </a:lnTo>
                <a:lnTo>
                  <a:pt x="114236" y="125024"/>
                </a:lnTo>
                <a:lnTo>
                  <a:pt x="114440" y="125333"/>
                </a:lnTo>
                <a:lnTo>
                  <a:pt x="114655" y="125638"/>
                </a:lnTo>
                <a:lnTo>
                  <a:pt x="114882" y="125938"/>
                </a:lnTo>
                <a:lnTo>
                  <a:pt x="115120" y="126233"/>
                </a:lnTo>
                <a:lnTo>
                  <a:pt x="115370" y="126524"/>
                </a:lnTo>
                <a:lnTo>
                  <a:pt x="115632" y="126810"/>
                </a:lnTo>
                <a:lnTo>
                  <a:pt x="115905" y="127091"/>
                </a:lnTo>
                <a:lnTo>
                  <a:pt x="116186" y="127364"/>
                </a:lnTo>
                <a:lnTo>
                  <a:pt x="116472" y="127626"/>
                </a:lnTo>
                <a:lnTo>
                  <a:pt x="116763" y="127876"/>
                </a:lnTo>
                <a:lnTo>
                  <a:pt x="117058" y="128115"/>
                </a:lnTo>
                <a:lnTo>
                  <a:pt x="117358" y="128341"/>
                </a:lnTo>
                <a:lnTo>
                  <a:pt x="117663" y="128556"/>
                </a:lnTo>
                <a:lnTo>
                  <a:pt x="117972" y="128760"/>
                </a:lnTo>
                <a:lnTo>
                  <a:pt x="118285" y="128952"/>
                </a:lnTo>
                <a:lnTo>
                  <a:pt x="118604" y="129132"/>
                </a:lnTo>
                <a:lnTo>
                  <a:pt x="118927" y="129301"/>
                </a:lnTo>
                <a:lnTo>
                  <a:pt x="119254" y="129458"/>
                </a:lnTo>
                <a:lnTo>
                  <a:pt x="119586" y="129603"/>
                </a:lnTo>
                <a:lnTo>
                  <a:pt x="119923" y="129737"/>
                </a:lnTo>
                <a:lnTo>
                  <a:pt x="120264" y="129859"/>
                </a:lnTo>
                <a:lnTo>
                  <a:pt x="120610" y="129970"/>
                </a:lnTo>
                <a:lnTo>
                  <a:pt x="120961" y="130068"/>
                </a:lnTo>
                <a:lnTo>
                  <a:pt x="121316" y="130156"/>
                </a:lnTo>
                <a:lnTo>
                  <a:pt x="121676" y="130231"/>
                </a:lnTo>
                <a:lnTo>
                  <a:pt x="122040" y="130295"/>
                </a:lnTo>
                <a:lnTo>
                  <a:pt x="122409" y="130348"/>
                </a:lnTo>
                <a:lnTo>
                  <a:pt x="122783" y="130388"/>
                </a:lnTo>
                <a:lnTo>
                  <a:pt x="123161" y="130417"/>
                </a:lnTo>
                <a:lnTo>
                  <a:pt x="123544" y="130435"/>
                </a:lnTo>
                <a:lnTo>
                  <a:pt x="123931" y="130441"/>
                </a:lnTo>
                <a:lnTo>
                  <a:pt x="124193" y="130438"/>
                </a:lnTo>
                <a:lnTo>
                  <a:pt x="124453" y="130430"/>
                </a:lnTo>
                <a:lnTo>
                  <a:pt x="124711" y="130417"/>
                </a:lnTo>
                <a:lnTo>
                  <a:pt x="124967" y="130398"/>
                </a:lnTo>
                <a:lnTo>
                  <a:pt x="125220" y="130375"/>
                </a:lnTo>
                <a:close/>
                <a:moveTo>
                  <a:pt x="1786780" y="32357"/>
                </a:moveTo>
                <a:lnTo>
                  <a:pt x="1786780" y="44997"/>
                </a:lnTo>
                <a:lnTo>
                  <a:pt x="1801442" y="44997"/>
                </a:lnTo>
                <a:lnTo>
                  <a:pt x="1801442" y="105667"/>
                </a:lnTo>
                <a:lnTo>
                  <a:pt x="1801448" y="106368"/>
                </a:lnTo>
                <a:lnTo>
                  <a:pt x="1801469" y="107058"/>
                </a:lnTo>
                <a:lnTo>
                  <a:pt x="1801503" y="107739"/>
                </a:lnTo>
                <a:lnTo>
                  <a:pt x="1801550" y="108409"/>
                </a:lnTo>
                <a:lnTo>
                  <a:pt x="1801612" y="109069"/>
                </a:lnTo>
                <a:lnTo>
                  <a:pt x="1801686" y="109720"/>
                </a:lnTo>
                <a:lnTo>
                  <a:pt x="1801775" y="110360"/>
                </a:lnTo>
                <a:lnTo>
                  <a:pt x="1801877" y="110990"/>
                </a:lnTo>
                <a:lnTo>
                  <a:pt x="1801993" y="111610"/>
                </a:lnTo>
                <a:lnTo>
                  <a:pt x="1802122" y="112219"/>
                </a:lnTo>
                <a:lnTo>
                  <a:pt x="1802265" y="112819"/>
                </a:lnTo>
                <a:lnTo>
                  <a:pt x="1802421" y="113409"/>
                </a:lnTo>
                <a:lnTo>
                  <a:pt x="1802591" y="113988"/>
                </a:lnTo>
                <a:lnTo>
                  <a:pt x="1802775" y="114558"/>
                </a:lnTo>
                <a:lnTo>
                  <a:pt x="1802972" y="115117"/>
                </a:lnTo>
                <a:lnTo>
                  <a:pt x="1803183" y="115666"/>
                </a:lnTo>
                <a:lnTo>
                  <a:pt x="1803408" y="116205"/>
                </a:lnTo>
                <a:lnTo>
                  <a:pt x="1803646" y="116735"/>
                </a:lnTo>
                <a:lnTo>
                  <a:pt x="1803897" y="117253"/>
                </a:lnTo>
                <a:lnTo>
                  <a:pt x="1804163" y="117762"/>
                </a:lnTo>
                <a:lnTo>
                  <a:pt x="1804442" y="118261"/>
                </a:lnTo>
                <a:lnTo>
                  <a:pt x="1804734" y="118750"/>
                </a:lnTo>
                <a:lnTo>
                  <a:pt x="1805040" y="119228"/>
                </a:lnTo>
                <a:lnTo>
                  <a:pt x="1805360" y="119697"/>
                </a:lnTo>
                <a:lnTo>
                  <a:pt x="1805695" y="120155"/>
                </a:lnTo>
                <a:lnTo>
                  <a:pt x="1806038" y="120604"/>
                </a:lnTo>
                <a:lnTo>
                  <a:pt x="1806387" y="121043"/>
                </a:lnTo>
                <a:lnTo>
                  <a:pt x="1806743" y="121472"/>
                </a:lnTo>
                <a:lnTo>
                  <a:pt x="1807107" y="121891"/>
                </a:lnTo>
                <a:lnTo>
                  <a:pt x="1807477" y="122300"/>
                </a:lnTo>
                <a:lnTo>
                  <a:pt x="1807855" y="122699"/>
                </a:lnTo>
                <a:lnTo>
                  <a:pt x="1808239" y="123089"/>
                </a:lnTo>
                <a:lnTo>
                  <a:pt x="1808630" y="123468"/>
                </a:lnTo>
                <a:lnTo>
                  <a:pt x="1809029" y="123838"/>
                </a:lnTo>
                <a:lnTo>
                  <a:pt x="1809434" y="124197"/>
                </a:lnTo>
                <a:lnTo>
                  <a:pt x="1809847" y="124547"/>
                </a:lnTo>
                <a:lnTo>
                  <a:pt x="1810267" y="124887"/>
                </a:lnTo>
                <a:lnTo>
                  <a:pt x="1810693" y="125218"/>
                </a:lnTo>
                <a:lnTo>
                  <a:pt x="1811127" y="125538"/>
                </a:lnTo>
                <a:lnTo>
                  <a:pt x="1811567" y="125848"/>
                </a:lnTo>
                <a:lnTo>
                  <a:pt x="1812015" y="126149"/>
                </a:lnTo>
                <a:lnTo>
                  <a:pt x="1812470" y="126439"/>
                </a:lnTo>
                <a:lnTo>
                  <a:pt x="1812931" y="126720"/>
                </a:lnTo>
                <a:lnTo>
                  <a:pt x="1813400" y="126991"/>
                </a:lnTo>
                <a:lnTo>
                  <a:pt x="1813876" y="127252"/>
                </a:lnTo>
                <a:lnTo>
                  <a:pt x="1814359" y="127503"/>
                </a:lnTo>
                <a:lnTo>
                  <a:pt x="1814848" y="127744"/>
                </a:lnTo>
                <a:lnTo>
                  <a:pt x="1815345" y="127976"/>
                </a:lnTo>
                <a:lnTo>
                  <a:pt x="1815851" y="128198"/>
                </a:lnTo>
                <a:lnTo>
                  <a:pt x="1816358" y="128410"/>
                </a:lnTo>
                <a:lnTo>
                  <a:pt x="1816866" y="128613"/>
                </a:lnTo>
                <a:lnTo>
                  <a:pt x="1817374" y="128806"/>
                </a:lnTo>
                <a:lnTo>
                  <a:pt x="1817884" y="128990"/>
                </a:lnTo>
                <a:lnTo>
                  <a:pt x="1818394" y="129165"/>
                </a:lnTo>
                <a:lnTo>
                  <a:pt x="1818906" y="129330"/>
                </a:lnTo>
                <a:lnTo>
                  <a:pt x="1819418" y="129486"/>
                </a:lnTo>
                <a:lnTo>
                  <a:pt x="1819931" y="129632"/>
                </a:lnTo>
                <a:lnTo>
                  <a:pt x="1820445" y="129769"/>
                </a:lnTo>
                <a:lnTo>
                  <a:pt x="1820960" y="129896"/>
                </a:lnTo>
                <a:lnTo>
                  <a:pt x="1821475" y="130014"/>
                </a:lnTo>
                <a:lnTo>
                  <a:pt x="1821992" y="130122"/>
                </a:lnTo>
                <a:lnTo>
                  <a:pt x="1822509" y="130222"/>
                </a:lnTo>
                <a:lnTo>
                  <a:pt x="1823028" y="130311"/>
                </a:lnTo>
                <a:lnTo>
                  <a:pt x="1823547" y="130391"/>
                </a:lnTo>
                <a:lnTo>
                  <a:pt x="1824067" y="130462"/>
                </a:lnTo>
                <a:lnTo>
                  <a:pt x="1824588" y="130524"/>
                </a:lnTo>
                <a:lnTo>
                  <a:pt x="1825110" y="130575"/>
                </a:lnTo>
                <a:lnTo>
                  <a:pt x="1825632" y="130618"/>
                </a:lnTo>
                <a:lnTo>
                  <a:pt x="1826156" y="130651"/>
                </a:lnTo>
                <a:lnTo>
                  <a:pt x="1826680" y="130674"/>
                </a:lnTo>
                <a:lnTo>
                  <a:pt x="1827206" y="130689"/>
                </a:lnTo>
                <a:lnTo>
                  <a:pt x="1827732" y="130693"/>
                </a:lnTo>
                <a:lnTo>
                  <a:pt x="1828077" y="130692"/>
                </a:lnTo>
                <a:lnTo>
                  <a:pt x="1828417" y="130689"/>
                </a:lnTo>
                <a:lnTo>
                  <a:pt x="1828752" y="130683"/>
                </a:lnTo>
                <a:lnTo>
                  <a:pt x="1829082" y="130676"/>
                </a:lnTo>
                <a:lnTo>
                  <a:pt x="1829407" y="130666"/>
                </a:lnTo>
                <a:lnTo>
                  <a:pt x="1829727" y="130654"/>
                </a:lnTo>
                <a:lnTo>
                  <a:pt x="1830041" y="130640"/>
                </a:lnTo>
                <a:lnTo>
                  <a:pt x="1830351" y="130623"/>
                </a:lnTo>
                <a:lnTo>
                  <a:pt x="1830656" y="130604"/>
                </a:lnTo>
                <a:lnTo>
                  <a:pt x="1830956" y="130584"/>
                </a:lnTo>
                <a:lnTo>
                  <a:pt x="1831250" y="130561"/>
                </a:lnTo>
                <a:lnTo>
                  <a:pt x="1831540" y="130535"/>
                </a:lnTo>
                <a:lnTo>
                  <a:pt x="1831824" y="130508"/>
                </a:lnTo>
                <a:lnTo>
                  <a:pt x="1832104" y="130478"/>
                </a:lnTo>
                <a:lnTo>
                  <a:pt x="1832378" y="130447"/>
                </a:lnTo>
                <a:lnTo>
                  <a:pt x="1832647" y="130412"/>
                </a:lnTo>
                <a:lnTo>
                  <a:pt x="1832912" y="130376"/>
                </a:lnTo>
                <a:lnTo>
                  <a:pt x="1833171" y="130338"/>
                </a:lnTo>
                <a:lnTo>
                  <a:pt x="1833425" y="130297"/>
                </a:lnTo>
                <a:lnTo>
                  <a:pt x="1833674" y="130254"/>
                </a:lnTo>
                <a:lnTo>
                  <a:pt x="1833918" y="130210"/>
                </a:lnTo>
                <a:lnTo>
                  <a:pt x="1834158" y="130162"/>
                </a:lnTo>
                <a:lnTo>
                  <a:pt x="1834392" y="130113"/>
                </a:lnTo>
                <a:lnTo>
                  <a:pt x="1834621" y="130061"/>
                </a:lnTo>
                <a:lnTo>
                  <a:pt x="1834845" y="130014"/>
                </a:lnTo>
                <a:lnTo>
                  <a:pt x="1835065" y="129967"/>
                </a:lnTo>
                <a:lnTo>
                  <a:pt x="1835281" y="129919"/>
                </a:lnTo>
                <a:lnTo>
                  <a:pt x="1835493" y="129872"/>
                </a:lnTo>
                <a:lnTo>
                  <a:pt x="1835701" y="129824"/>
                </a:lnTo>
                <a:lnTo>
                  <a:pt x="1835904" y="129777"/>
                </a:lnTo>
                <a:lnTo>
                  <a:pt x="1836104" y="129730"/>
                </a:lnTo>
                <a:lnTo>
                  <a:pt x="1836299" y="129682"/>
                </a:lnTo>
                <a:lnTo>
                  <a:pt x="1836490" y="129635"/>
                </a:lnTo>
                <a:lnTo>
                  <a:pt x="1836677" y="129587"/>
                </a:lnTo>
                <a:lnTo>
                  <a:pt x="1836859" y="129540"/>
                </a:lnTo>
                <a:lnTo>
                  <a:pt x="1837038" y="129493"/>
                </a:lnTo>
                <a:lnTo>
                  <a:pt x="1837212" y="129445"/>
                </a:lnTo>
                <a:lnTo>
                  <a:pt x="1837382" y="129398"/>
                </a:lnTo>
                <a:lnTo>
                  <a:pt x="1837548" y="129350"/>
                </a:lnTo>
                <a:lnTo>
                  <a:pt x="1837710" y="129303"/>
                </a:lnTo>
                <a:lnTo>
                  <a:pt x="1837868" y="129256"/>
                </a:lnTo>
                <a:lnTo>
                  <a:pt x="1838021" y="129208"/>
                </a:lnTo>
                <a:lnTo>
                  <a:pt x="1838171" y="129161"/>
                </a:lnTo>
                <a:lnTo>
                  <a:pt x="1838316" y="129113"/>
                </a:lnTo>
                <a:lnTo>
                  <a:pt x="1838457" y="129066"/>
                </a:lnTo>
                <a:lnTo>
                  <a:pt x="1838594" y="129019"/>
                </a:lnTo>
                <a:lnTo>
                  <a:pt x="1838726" y="128971"/>
                </a:lnTo>
                <a:lnTo>
                  <a:pt x="1838855" y="128924"/>
                </a:lnTo>
                <a:lnTo>
                  <a:pt x="1835821" y="115526"/>
                </a:lnTo>
                <a:lnTo>
                  <a:pt x="1835741" y="115542"/>
                </a:lnTo>
                <a:lnTo>
                  <a:pt x="1835659" y="115558"/>
                </a:lnTo>
                <a:lnTo>
                  <a:pt x="1835575" y="115575"/>
                </a:lnTo>
                <a:lnTo>
                  <a:pt x="1835488" y="115593"/>
                </a:lnTo>
                <a:lnTo>
                  <a:pt x="1835399" y="115610"/>
                </a:lnTo>
                <a:lnTo>
                  <a:pt x="1835308" y="115629"/>
                </a:lnTo>
                <a:lnTo>
                  <a:pt x="1835215" y="115647"/>
                </a:lnTo>
                <a:lnTo>
                  <a:pt x="1835119" y="115666"/>
                </a:lnTo>
                <a:lnTo>
                  <a:pt x="1835021" y="115686"/>
                </a:lnTo>
                <a:lnTo>
                  <a:pt x="1834922" y="115706"/>
                </a:lnTo>
                <a:lnTo>
                  <a:pt x="1834820" y="115726"/>
                </a:lnTo>
                <a:lnTo>
                  <a:pt x="1834715" y="115747"/>
                </a:lnTo>
                <a:lnTo>
                  <a:pt x="1834609" y="115768"/>
                </a:lnTo>
                <a:lnTo>
                  <a:pt x="1834500" y="115790"/>
                </a:lnTo>
                <a:lnTo>
                  <a:pt x="1834389" y="115812"/>
                </a:lnTo>
                <a:lnTo>
                  <a:pt x="1834276" y="115835"/>
                </a:lnTo>
                <a:lnTo>
                  <a:pt x="1834161" y="115858"/>
                </a:lnTo>
                <a:lnTo>
                  <a:pt x="1834044" y="115881"/>
                </a:lnTo>
                <a:lnTo>
                  <a:pt x="1833924" y="115905"/>
                </a:lnTo>
                <a:lnTo>
                  <a:pt x="1833803" y="115930"/>
                </a:lnTo>
                <a:lnTo>
                  <a:pt x="1833679" y="115954"/>
                </a:lnTo>
                <a:lnTo>
                  <a:pt x="1833552" y="115980"/>
                </a:lnTo>
                <a:lnTo>
                  <a:pt x="1833424" y="116005"/>
                </a:lnTo>
                <a:lnTo>
                  <a:pt x="1833293" y="116031"/>
                </a:lnTo>
                <a:lnTo>
                  <a:pt x="1833160" y="116052"/>
                </a:lnTo>
                <a:lnTo>
                  <a:pt x="1833024" y="116072"/>
                </a:lnTo>
                <a:lnTo>
                  <a:pt x="1832885" y="116091"/>
                </a:lnTo>
                <a:lnTo>
                  <a:pt x="1832742" y="116109"/>
                </a:lnTo>
                <a:lnTo>
                  <a:pt x="1832597" y="116126"/>
                </a:lnTo>
                <a:lnTo>
                  <a:pt x="1832448" y="116142"/>
                </a:lnTo>
                <a:lnTo>
                  <a:pt x="1832296" y="116157"/>
                </a:lnTo>
                <a:lnTo>
                  <a:pt x="1832142" y="116172"/>
                </a:lnTo>
                <a:lnTo>
                  <a:pt x="1831984" y="116185"/>
                </a:lnTo>
                <a:lnTo>
                  <a:pt x="1831823" y="116198"/>
                </a:lnTo>
                <a:lnTo>
                  <a:pt x="1831659" y="116210"/>
                </a:lnTo>
                <a:lnTo>
                  <a:pt x="1831492" y="116221"/>
                </a:lnTo>
                <a:lnTo>
                  <a:pt x="1831322" y="116231"/>
                </a:lnTo>
                <a:lnTo>
                  <a:pt x="1831149" y="116240"/>
                </a:lnTo>
                <a:lnTo>
                  <a:pt x="1830973" y="116249"/>
                </a:lnTo>
                <a:lnTo>
                  <a:pt x="1830794" y="116256"/>
                </a:lnTo>
                <a:lnTo>
                  <a:pt x="1830611" y="116263"/>
                </a:lnTo>
                <a:lnTo>
                  <a:pt x="1830426" y="116268"/>
                </a:lnTo>
                <a:lnTo>
                  <a:pt x="1830237" y="116273"/>
                </a:lnTo>
                <a:lnTo>
                  <a:pt x="1830046" y="116277"/>
                </a:lnTo>
                <a:lnTo>
                  <a:pt x="1829851" y="116280"/>
                </a:lnTo>
                <a:lnTo>
                  <a:pt x="1829653" y="116282"/>
                </a:lnTo>
                <a:lnTo>
                  <a:pt x="1829453" y="116284"/>
                </a:lnTo>
                <a:lnTo>
                  <a:pt x="1829249" y="116284"/>
                </a:lnTo>
                <a:lnTo>
                  <a:pt x="1828975" y="116282"/>
                </a:lnTo>
                <a:lnTo>
                  <a:pt x="1828703" y="116277"/>
                </a:lnTo>
                <a:lnTo>
                  <a:pt x="1828432" y="116268"/>
                </a:lnTo>
                <a:lnTo>
                  <a:pt x="1828162" y="116256"/>
                </a:lnTo>
                <a:lnTo>
                  <a:pt x="1827893" y="116240"/>
                </a:lnTo>
                <a:lnTo>
                  <a:pt x="1827625" y="116221"/>
                </a:lnTo>
                <a:lnTo>
                  <a:pt x="1827359" y="116198"/>
                </a:lnTo>
                <a:lnTo>
                  <a:pt x="1827093" y="116172"/>
                </a:lnTo>
                <a:lnTo>
                  <a:pt x="1826828" y="116142"/>
                </a:lnTo>
                <a:lnTo>
                  <a:pt x="1826565" y="116109"/>
                </a:lnTo>
                <a:lnTo>
                  <a:pt x="1826303" y="116072"/>
                </a:lnTo>
                <a:lnTo>
                  <a:pt x="1826041" y="116031"/>
                </a:lnTo>
                <a:lnTo>
                  <a:pt x="1825781" y="115988"/>
                </a:lnTo>
                <a:lnTo>
                  <a:pt x="1825522" y="115940"/>
                </a:lnTo>
                <a:lnTo>
                  <a:pt x="1825264" y="115889"/>
                </a:lnTo>
                <a:lnTo>
                  <a:pt x="1825007" y="115835"/>
                </a:lnTo>
                <a:lnTo>
                  <a:pt x="1824752" y="115777"/>
                </a:lnTo>
                <a:lnTo>
                  <a:pt x="1824497" y="115715"/>
                </a:lnTo>
                <a:lnTo>
                  <a:pt x="1824243" y="115650"/>
                </a:lnTo>
                <a:lnTo>
                  <a:pt x="1823991" y="115582"/>
                </a:lnTo>
                <a:lnTo>
                  <a:pt x="1823740" y="115510"/>
                </a:lnTo>
                <a:lnTo>
                  <a:pt x="1823489" y="115435"/>
                </a:lnTo>
                <a:lnTo>
                  <a:pt x="1823240" y="115356"/>
                </a:lnTo>
                <a:lnTo>
                  <a:pt x="1822992" y="115273"/>
                </a:lnTo>
                <a:lnTo>
                  <a:pt x="1822752" y="115180"/>
                </a:lnTo>
                <a:lnTo>
                  <a:pt x="1822515" y="115080"/>
                </a:lnTo>
                <a:lnTo>
                  <a:pt x="1822281" y="114973"/>
                </a:lnTo>
                <a:lnTo>
                  <a:pt x="1822051" y="114859"/>
                </a:lnTo>
                <a:lnTo>
                  <a:pt x="1821825" y="114738"/>
                </a:lnTo>
                <a:lnTo>
                  <a:pt x="1821602" y="114609"/>
                </a:lnTo>
                <a:lnTo>
                  <a:pt x="1821382" y="114474"/>
                </a:lnTo>
                <a:lnTo>
                  <a:pt x="1821166" y="114332"/>
                </a:lnTo>
                <a:lnTo>
                  <a:pt x="1820954" y="114183"/>
                </a:lnTo>
                <a:lnTo>
                  <a:pt x="1820745" y="114027"/>
                </a:lnTo>
                <a:lnTo>
                  <a:pt x="1820540" y="113863"/>
                </a:lnTo>
                <a:lnTo>
                  <a:pt x="1820338" y="113693"/>
                </a:lnTo>
                <a:lnTo>
                  <a:pt x="1820140" y="113516"/>
                </a:lnTo>
                <a:lnTo>
                  <a:pt x="1819945" y="113331"/>
                </a:lnTo>
                <a:lnTo>
                  <a:pt x="1819753" y="113140"/>
                </a:lnTo>
                <a:lnTo>
                  <a:pt x="1819565" y="112942"/>
                </a:lnTo>
                <a:lnTo>
                  <a:pt x="1819381" y="112736"/>
                </a:lnTo>
                <a:lnTo>
                  <a:pt x="1819200" y="112524"/>
                </a:lnTo>
                <a:lnTo>
                  <a:pt x="1819023" y="112305"/>
                </a:lnTo>
                <a:lnTo>
                  <a:pt x="1818849" y="112078"/>
                </a:lnTo>
                <a:lnTo>
                  <a:pt x="1818679" y="111845"/>
                </a:lnTo>
                <a:lnTo>
                  <a:pt x="1818512" y="111604"/>
                </a:lnTo>
                <a:lnTo>
                  <a:pt x="1818349" y="111357"/>
                </a:lnTo>
                <a:lnTo>
                  <a:pt x="1818189" y="111102"/>
                </a:lnTo>
                <a:lnTo>
                  <a:pt x="1818040" y="110833"/>
                </a:lnTo>
                <a:lnTo>
                  <a:pt x="1817896" y="110553"/>
                </a:lnTo>
                <a:lnTo>
                  <a:pt x="1817760" y="110263"/>
                </a:lnTo>
                <a:lnTo>
                  <a:pt x="1817629" y="109961"/>
                </a:lnTo>
                <a:lnTo>
                  <a:pt x="1817505" y="109648"/>
                </a:lnTo>
                <a:lnTo>
                  <a:pt x="1817387" y="109325"/>
                </a:lnTo>
                <a:lnTo>
                  <a:pt x="1817276" y="108990"/>
                </a:lnTo>
                <a:lnTo>
                  <a:pt x="1817171" y="108644"/>
                </a:lnTo>
                <a:lnTo>
                  <a:pt x="1817072" y="108288"/>
                </a:lnTo>
                <a:lnTo>
                  <a:pt x="1816980" y="107920"/>
                </a:lnTo>
                <a:lnTo>
                  <a:pt x="1816894" y="107542"/>
                </a:lnTo>
                <a:lnTo>
                  <a:pt x="1816815" y="107152"/>
                </a:lnTo>
                <a:lnTo>
                  <a:pt x="1816741" y="106752"/>
                </a:lnTo>
                <a:lnTo>
                  <a:pt x="1816675" y="106340"/>
                </a:lnTo>
                <a:lnTo>
                  <a:pt x="1816614" y="105918"/>
                </a:lnTo>
                <a:lnTo>
                  <a:pt x="1816560" y="105484"/>
                </a:lnTo>
                <a:lnTo>
                  <a:pt x="1816512" y="105040"/>
                </a:lnTo>
                <a:lnTo>
                  <a:pt x="1816471" y="104585"/>
                </a:lnTo>
                <a:lnTo>
                  <a:pt x="1816436" y="104118"/>
                </a:lnTo>
                <a:lnTo>
                  <a:pt x="1816407" y="103641"/>
                </a:lnTo>
                <a:lnTo>
                  <a:pt x="1816385" y="103153"/>
                </a:lnTo>
                <a:lnTo>
                  <a:pt x="1816369" y="102654"/>
                </a:lnTo>
                <a:lnTo>
                  <a:pt x="1816360" y="102143"/>
                </a:lnTo>
                <a:lnTo>
                  <a:pt x="1816356" y="101622"/>
                </a:lnTo>
                <a:lnTo>
                  <a:pt x="1816356" y="44997"/>
                </a:lnTo>
                <a:lnTo>
                  <a:pt x="1837085" y="44997"/>
                </a:lnTo>
                <a:lnTo>
                  <a:pt x="1837085" y="32357"/>
                </a:lnTo>
                <a:lnTo>
                  <a:pt x="1816356" y="32357"/>
                </a:lnTo>
                <a:lnTo>
                  <a:pt x="1816356" y="9101"/>
                </a:lnTo>
                <a:lnTo>
                  <a:pt x="1801442" y="9101"/>
                </a:lnTo>
                <a:lnTo>
                  <a:pt x="1801442" y="32357"/>
                </a:lnTo>
                <a:lnTo>
                  <a:pt x="1786780" y="32357"/>
                </a:lnTo>
                <a:close/>
                <a:moveTo>
                  <a:pt x="1247591" y="0"/>
                </a:moveTo>
                <a:lnTo>
                  <a:pt x="1247591" y="129429"/>
                </a:lnTo>
                <a:lnTo>
                  <a:pt x="1262505" y="129429"/>
                </a:lnTo>
                <a:lnTo>
                  <a:pt x="1262505" y="0"/>
                </a:lnTo>
                <a:lnTo>
                  <a:pt x="1247591" y="0"/>
                </a:lnTo>
                <a:close/>
                <a:moveTo>
                  <a:pt x="1409779" y="74286"/>
                </a:moveTo>
                <a:lnTo>
                  <a:pt x="1410594" y="73878"/>
                </a:lnTo>
                <a:lnTo>
                  <a:pt x="1411391" y="73451"/>
                </a:lnTo>
                <a:lnTo>
                  <a:pt x="1412171" y="73009"/>
                </a:lnTo>
                <a:lnTo>
                  <a:pt x="1412933" y="72555"/>
                </a:lnTo>
                <a:lnTo>
                  <a:pt x="1413678" y="72088"/>
                </a:lnTo>
                <a:lnTo>
                  <a:pt x="1414406" y="71607"/>
                </a:lnTo>
                <a:lnTo>
                  <a:pt x="1415117" y="71113"/>
                </a:lnTo>
                <a:lnTo>
                  <a:pt x="1415810" y="70607"/>
                </a:lnTo>
                <a:lnTo>
                  <a:pt x="1416485" y="70087"/>
                </a:lnTo>
                <a:lnTo>
                  <a:pt x="1417144" y="69553"/>
                </a:lnTo>
                <a:lnTo>
                  <a:pt x="1417785" y="69007"/>
                </a:lnTo>
                <a:lnTo>
                  <a:pt x="1418409" y="68447"/>
                </a:lnTo>
                <a:lnTo>
                  <a:pt x="1419015" y="67875"/>
                </a:lnTo>
                <a:lnTo>
                  <a:pt x="1419604" y="67289"/>
                </a:lnTo>
                <a:lnTo>
                  <a:pt x="1420176" y="66690"/>
                </a:lnTo>
                <a:lnTo>
                  <a:pt x="1420730" y="66077"/>
                </a:lnTo>
                <a:lnTo>
                  <a:pt x="1421267" y="65452"/>
                </a:lnTo>
                <a:lnTo>
                  <a:pt x="1421787" y="64813"/>
                </a:lnTo>
                <a:lnTo>
                  <a:pt x="1422290" y="64162"/>
                </a:lnTo>
                <a:lnTo>
                  <a:pt x="1422775" y="63497"/>
                </a:lnTo>
                <a:lnTo>
                  <a:pt x="1423242" y="62819"/>
                </a:lnTo>
                <a:lnTo>
                  <a:pt x="1423693" y="62128"/>
                </a:lnTo>
                <a:lnTo>
                  <a:pt x="1424126" y="61423"/>
                </a:lnTo>
                <a:lnTo>
                  <a:pt x="1424541" y="60706"/>
                </a:lnTo>
                <a:lnTo>
                  <a:pt x="1424940" y="59975"/>
                </a:lnTo>
                <a:lnTo>
                  <a:pt x="1425321" y="59233"/>
                </a:lnTo>
                <a:lnTo>
                  <a:pt x="1425687" y="58482"/>
                </a:lnTo>
                <a:lnTo>
                  <a:pt x="1426036" y="57722"/>
                </a:lnTo>
                <a:lnTo>
                  <a:pt x="1426369" y="56954"/>
                </a:lnTo>
                <a:lnTo>
                  <a:pt x="1426686" y="56176"/>
                </a:lnTo>
                <a:lnTo>
                  <a:pt x="1426986" y="55389"/>
                </a:lnTo>
                <a:lnTo>
                  <a:pt x="1427270" y="54593"/>
                </a:lnTo>
                <a:lnTo>
                  <a:pt x="1427538" y="53788"/>
                </a:lnTo>
                <a:lnTo>
                  <a:pt x="1427790" y="52975"/>
                </a:lnTo>
                <a:lnTo>
                  <a:pt x="1428025" y="52152"/>
                </a:lnTo>
                <a:lnTo>
                  <a:pt x="1428244" y="51320"/>
                </a:lnTo>
                <a:lnTo>
                  <a:pt x="1428447" y="50479"/>
                </a:lnTo>
                <a:lnTo>
                  <a:pt x="1428634" y="49630"/>
                </a:lnTo>
                <a:lnTo>
                  <a:pt x="1428805" y="48771"/>
                </a:lnTo>
                <a:lnTo>
                  <a:pt x="1428959" y="47903"/>
                </a:lnTo>
                <a:lnTo>
                  <a:pt x="1429097" y="47026"/>
                </a:lnTo>
                <a:lnTo>
                  <a:pt x="1429219" y="46141"/>
                </a:lnTo>
                <a:lnTo>
                  <a:pt x="1429324" y="45246"/>
                </a:lnTo>
                <a:lnTo>
                  <a:pt x="1429414" y="44342"/>
                </a:lnTo>
                <a:lnTo>
                  <a:pt x="1429487" y="43429"/>
                </a:lnTo>
                <a:lnTo>
                  <a:pt x="1429544" y="42508"/>
                </a:lnTo>
                <a:lnTo>
                  <a:pt x="1429584" y="41577"/>
                </a:lnTo>
                <a:lnTo>
                  <a:pt x="1429609" y="40637"/>
                </a:lnTo>
                <a:lnTo>
                  <a:pt x="1429617" y="39688"/>
                </a:lnTo>
                <a:lnTo>
                  <a:pt x="1429609" y="38739"/>
                </a:lnTo>
                <a:lnTo>
                  <a:pt x="1429584" y="37799"/>
                </a:lnTo>
                <a:lnTo>
                  <a:pt x="1429544" y="36867"/>
                </a:lnTo>
                <a:lnTo>
                  <a:pt x="1429487" y="35944"/>
                </a:lnTo>
                <a:lnTo>
                  <a:pt x="1429414" y="35029"/>
                </a:lnTo>
                <a:lnTo>
                  <a:pt x="1429324" y="34123"/>
                </a:lnTo>
                <a:lnTo>
                  <a:pt x="1429219" y="33225"/>
                </a:lnTo>
                <a:lnTo>
                  <a:pt x="1429097" y="32336"/>
                </a:lnTo>
                <a:lnTo>
                  <a:pt x="1428959" y="31456"/>
                </a:lnTo>
                <a:lnTo>
                  <a:pt x="1428805" y="30584"/>
                </a:lnTo>
                <a:lnTo>
                  <a:pt x="1428634" y="29720"/>
                </a:lnTo>
                <a:lnTo>
                  <a:pt x="1428447" y="28866"/>
                </a:lnTo>
                <a:lnTo>
                  <a:pt x="1428244" y="28019"/>
                </a:lnTo>
                <a:lnTo>
                  <a:pt x="1428025" y="27182"/>
                </a:lnTo>
                <a:lnTo>
                  <a:pt x="1427790" y="26353"/>
                </a:lnTo>
                <a:lnTo>
                  <a:pt x="1427538" y="25532"/>
                </a:lnTo>
                <a:lnTo>
                  <a:pt x="1427270" y="24720"/>
                </a:lnTo>
                <a:lnTo>
                  <a:pt x="1426986" y="23916"/>
                </a:lnTo>
                <a:lnTo>
                  <a:pt x="1426686" y="23122"/>
                </a:lnTo>
                <a:lnTo>
                  <a:pt x="1426369" y="22335"/>
                </a:lnTo>
                <a:lnTo>
                  <a:pt x="1426036" y="21557"/>
                </a:lnTo>
                <a:lnTo>
                  <a:pt x="1425687" y="20788"/>
                </a:lnTo>
                <a:lnTo>
                  <a:pt x="1425321" y="20028"/>
                </a:lnTo>
                <a:lnTo>
                  <a:pt x="1424940" y="19275"/>
                </a:lnTo>
                <a:lnTo>
                  <a:pt x="1424541" y="18534"/>
                </a:lnTo>
                <a:lnTo>
                  <a:pt x="1424125" y="17806"/>
                </a:lnTo>
                <a:lnTo>
                  <a:pt x="1423692" y="17092"/>
                </a:lnTo>
                <a:lnTo>
                  <a:pt x="1423241" y="16391"/>
                </a:lnTo>
                <a:lnTo>
                  <a:pt x="1422772" y="15703"/>
                </a:lnTo>
                <a:lnTo>
                  <a:pt x="1422286" y="15029"/>
                </a:lnTo>
                <a:lnTo>
                  <a:pt x="1421782" y="14368"/>
                </a:lnTo>
                <a:lnTo>
                  <a:pt x="1421260" y="13721"/>
                </a:lnTo>
                <a:lnTo>
                  <a:pt x="1420721" y="13087"/>
                </a:lnTo>
                <a:lnTo>
                  <a:pt x="1420165" y="12466"/>
                </a:lnTo>
                <a:lnTo>
                  <a:pt x="1419591" y="11859"/>
                </a:lnTo>
                <a:lnTo>
                  <a:pt x="1418999" y="11265"/>
                </a:lnTo>
                <a:lnTo>
                  <a:pt x="1418390" y="10685"/>
                </a:lnTo>
                <a:lnTo>
                  <a:pt x="1417763" y="10117"/>
                </a:lnTo>
                <a:lnTo>
                  <a:pt x="1417119" y="9564"/>
                </a:lnTo>
                <a:lnTo>
                  <a:pt x="1416457" y="9023"/>
                </a:lnTo>
                <a:lnTo>
                  <a:pt x="1415778" y="8496"/>
                </a:lnTo>
                <a:lnTo>
                  <a:pt x="1415081" y="7983"/>
                </a:lnTo>
                <a:lnTo>
                  <a:pt x="1414366" y="7482"/>
                </a:lnTo>
                <a:lnTo>
                  <a:pt x="1413634" y="6996"/>
                </a:lnTo>
                <a:lnTo>
                  <a:pt x="1412885" y="6522"/>
                </a:lnTo>
                <a:lnTo>
                  <a:pt x="1412118" y="6062"/>
                </a:lnTo>
                <a:lnTo>
                  <a:pt x="1411333" y="5616"/>
                </a:lnTo>
                <a:lnTo>
                  <a:pt x="1410531" y="5182"/>
                </a:lnTo>
                <a:lnTo>
                  <a:pt x="1409710" y="4759"/>
                </a:lnTo>
                <a:lnTo>
                  <a:pt x="1408871" y="4355"/>
                </a:lnTo>
                <a:lnTo>
                  <a:pt x="1408013" y="3968"/>
                </a:lnTo>
                <a:lnTo>
                  <a:pt x="1407136" y="3599"/>
                </a:lnTo>
                <a:lnTo>
                  <a:pt x="1406240" y="3248"/>
                </a:lnTo>
                <a:lnTo>
                  <a:pt x="1405325" y="2915"/>
                </a:lnTo>
                <a:lnTo>
                  <a:pt x="1404391" y="2600"/>
                </a:lnTo>
                <a:lnTo>
                  <a:pt x="1403438" y="2303"/>
                </a:lnTo>
                <a:lnTo>
                  <a:pt x="1402467" y="2024"/>
                </a:lnTo>
                <a:lnTo>
                  <a:pt x="1401477" y="1763"/>
                </a:lnTo>
                <a:lnTo>
                  <a:pt x="1400468" y="1520"/>
                </a:lnTo>
                <a:lnTo>
                  <a:pt x="1399439" y="1296"/>
                </a:lnTo>
                <a:lnTo>
                  <a:pt x="1398393" y="1089"/>
                </a:lnTo>
                <a:lnTo>
                  <a:pt x="1397327" y="900"/>
                </a:lnTo>
                <a:lnTo>
                  <a:pt x="1396242" y="729"/>
                </a:lnTo>
                <a:lnTo>
                  <a:pt x="1395139" y="576"/>
                </a:lnTo>
                <a:lnTo>
                  <a:pt x="1394016" y="441"/>
                </a:lnTo>
                <a:lnTo>
                  <a:pt x="1392875" y="324"/>
                </a:lnTo>
                <a:lnTo>
                  <a:pt x="1391715" y="225"/>
                </a:lnTo>
                <a:lnTo>
                  <a:pt x="1390536" y="144"/>
                </a:lnTo>
                <a:lnTo>
                  <a:pt x="1389338" y="81"/>
                </a:lnTo>
                <a:lnTo>
                  <a:pt x="1388121" y="36"/>
                </a:lnTo>
                <a:lnTo>
                  <a:pt x="1386885" y="9"/>
                </a:lnTo>
                <a:lnTo>
                  <a:pt x="1385631" y="0"/>
                </a:lnTo>
                <a:lnTo>
                  <a:pt x="1341898" y="0"/>
                </a:lnTo>
                <a:lnTo>
                  <a:pt x="1341898" y="129429"/>
                </a:lnTo>
                <a:lnTo>
                  <a:pt x="1357571" y="129429"/>
                </a:lnTo>
                <a:lnTo>
                  <a:pt x="1357571" y="78871"/>
                </a:lnTo>
                <a:lnTo>
                  <a:pt x="1385884" y="78871"/>
                </a:lnTo>
                <a:lnTo>
                  <a:pt x="1387128" y="78862"/>
                </a:lnTo>
                <a:lnTo>
                  <a:pt x="1388353" y="78836"/>
                </a:lnTo>
                <a:lnTo>
                  <a:pt x="1389179" y="78807"/>
                </a:lnTo>
                <a:lnTo>
                  <a:pt x="1416471" y="129429"/>
                </a:lnTo>
                <a:lnTo>
                  <a:pt x="1434672" y="129429"/>
                </a:lnTo>
                <a:lnTo>
                  <a:pt x="1405435" y="76059"/>
                </a:lnTo>
                <a:lnTo>
                  <a:pt x="1406332" y="75742"/>
                </a:lnTo>
                <a:lnTo>
                  <a:pt x="1407222" y="75404"/>
                </a:lnTo>
                <a:lnTo>
                  <a:pt x="1408093" y="75049"/>
                </a:lnTo>
                <a:lnTo>
                  <a:pt x="1408945" y="74676"/>
                </a:lnTo>
                <a:lnTo>
                  <a:pt x="1409779" y="74286"/>
                </a:lnTo>
                <a:close/>
                <a:moveTo>
                  <a:pt x="1385992" y="13909"/>
                </a:moveTo>
                <a:lnTo>
                  <a:pt x="1386845" y="13926"/>
                </a:lnTo>
                <a:lnTo>
                  <a:pt x="1387684" y="13954"/>
                </a:lnTo>
                <a:lnTo>
                  <a:pt x="1388508" y="13993"/>
                </a:lnTo>
                <a:lnTo>
                  <a:pt x="1389318" y="14043"/>
                </a:lnTo>
                <a:lnTo>
                  <a:pt x="1390114" y="14105"/>
                </a:lnTo>
                <a:lnTo>
                  <a:pt x="1390895" y="14178"/>
                </a:lnTo>
                <a:lnTo>
                  <a:pt x="1391663" y="14262"/>
                </a:lnTo>
                <a:lnTo>
                  <a:pt x="1392416" y="14357"/>
                </a:lnTo>
                <a:lnTo>
                  <a:pt x="1393154" y="14463"/>
                </a:lnTo>
                <a:lnTo>
                  <a:pt x="1393879" y="14581"/>
                </a:lnTo>
                <a:lnTo>
                  <a:pt x="1394589" y="14709"/>
                </a:lnTo>
                <a:lnTo>
                  <a:pt x="1395285" y="14849"/>
                </a:lnTo>
                <a:lnTo>
                  <a:pt x="1395967" y="15000"/>
                </a:lnTo>
                <a:lnTo>
                  <a:pt x="1396634" y="15163"/>
                </a:lnTo>
                <a:lnTo>
                  <a:pt x="1397287" y="15336"/>
                </a:lnTo>
                <a:lnTo>
                  <a:pt x="1397926" y="15521"/>
                </a:lnTo>
                <a:lnTo>
                  <a:pt x="1398551" y="15717"/>
                </a:lnTo>
                <a:lnTo>
                  <a:pt x="1399161" y="15924"/>
                </a:lnTo>
                <a:lnTo>
                  <a:pt x="1399757" y="16142"/>
                </a:lnTo>
                <a:lnTo>
                  <a:pt x="1400339" y="16371"/>
                </a:lnTo>
                <a:lnTo>
                  <a:pt x="1400907" y="16612"/>
                </a:lnTo>
                <a:lnTo>
                  <a:pt x="1401460" y="16864"/>
                </a:lnTo>
                <a:lnTo>
                  <a:pt x="1401999" y="17127"/>
                </a:lnTo>
                <a:lnTo>
                  <a:pt x="1402525" y="17395"/>
                </a:lnTo>
                <a:lnTo>
                  <a:pt x="1403039" y="17672"/>
                </a:lnTo>
                <a:lnTo>
                  <a:pt x="1403541" y="17958"/>
                </a:lnTo>
                <a:lnTo>
                  <a:pt x="1404030" y="18254"/>
                </a:lnTo>
                <a:lnTo>
                  <a:pt x="1404508" y="18558"/>
                </a:lnTo>
                <a:lnTo>
                  <a:pt x="1404973" y="18872"/>
                </a:lnTo>
                <a:lnTo>
                  <a:pt x="1405427" y="19196"/>
                </a:lnTo>
                <a:lnTo>
                  <a:pt x="1405868" y="19528"/>
                </a:lnTo>
                <a:lnTo>
                  <a:pt x="1406298" y="19870"/>
                </a:lnTo>
                <a:lnTo>
                  <a:pt x="1406715" y="20221"/>
                </a:lnTo>
                <a:lnTo>
                  <a:pt x="1407120" y="20581"/>
                </a:lnTo>
                <a:lnTo>
                  <a:pt x="1407513" y="20950"/>
                </a:lnTo>
                <a:lnTo>
                  <a:pt x="1407894" y="21329"/>
                </a:lnTo>
                <a:lnTo>
                  <a:pt x="1408263" y="21716"/>
                </a:lnTo>
                <a:lnTo>
                  <a:pt x="1408620" y="22113"/>
                </a:lnTo>
                <a:lnTo>
                  <a:pt x="1408965" y="22520"/>
                </a:lnTo>
                <a:lnTo>
                  <a:pt x="1409298" y="22935"/>
                </a:lnTo>
                <a:lnTo>
                  <a:pt x="1409618" y="23360"/>
                </a:lnTo>
                <a:lnTo>
                  <a:pt x="1409927" y="23793"/>
                </a:lnTo>
                <a:lnTo>
                  <a:pt x="1410224" y="24236"/>
                </a:lnTo>
                <a:lnTo>
                  <a:pt x="1410508" y="24689"/>
                </a:lnTo>
                <a:lnTo>
                  <a:pt x="1410781" y="25150"/>
                </a:lnTo>
                <a:lnTo>
                  <a:pt x="1411041" y="25621"/>
                </a:lnTo>
                <a:lnTo>
                  <a:pt x="1411289" y="26101"/>
                </a:lnTo>
                <a:lnTo>
                  <a:pt x="1411526" y="26589"/>
                </a:lnTo>
                <a:lnTo>
                  <a:pt x="1411754" y="27083"/>
                </a:lnTo>
                <a:lnTo>
                  <a:pt x="1411971" y="27585"/>
                </a:lnTo>
                <a:lnTo>
                  <a:pt x="1412177" y="28093"/>
                </a:lnTo>
                <a:lnTo>
                  <a:pt x="1412374" y="28608"/>
                </a:lnTo>
                <a:lnTo>
                  <a:pt x="1412561" y="29130"/>
                </a:lnTo>
                <a:lnTo>
                  <a:pt x="1412738" y="29659"/>
                </a:lnTo>
                <a:lnTo>
                  <a:pt x="1412904" y="30195"/>
                </a:lnTo>
                <a:lnTo>
                  <a:pt x="1413061" y="30737"/>
                </a:lnTo>
                <a:lnTo>
                  <a:pt x="1413207" y="31286"/>
                </a:lnTo>
                <a:lnTo>
                  <a:pt x="1413343" y="31842"/>
                </a:lnTo>
                <a:lnTo>
                  <a:pt x="1413470" y="32405"/>
                </a:lnTo>
                <a:lnTo>
                  <a:pt x="1413586" y="32974"/>
                </a:lnTo>
                <a:lnTo>
                  <a:pt x="1413692" y="33551"/>
                </a:lnTo>
                <a:lnTo>
                  <a:pt x="1413787" y="34134"/>
                </a:lnTo>
                <a:lnTo>
                  <a:pt x="1413873" y="34724"/>
                </a:lnTo>
                <a:lnTo>
                  <a:pt x="1413949" y="35321"/>
                </a:lnTo>
                <a:lnTo>
                  <a:pt x="1414015" y="35924"/>
                </a:lnTo>
                <a:lnTo>
                  <a:pt x="1414070" y="36534"/>
                </a:lnTo>
                <a:lnTo>
                  <a:pt x="1414116" y="37152"/>
                </a:lnTo>
                <a:lnTo>
                  <a:pt x="1414151" y="37776"/>
                </a:lnTo>
                <a:lnTo>
                  <a:pt x="1414176" y="38406"/>
                </a:lnTo>
                <a:lnTo>
                  <a:pt x="1414191" y="39044"/>
                </a:lnTo>
                <a:lnTo>
                  <a:pt x="1414196" y="39688"/>
                </a:lnTo>
                <a:lnTo>
                  <a:pt x="1414191" y="40332"/>
                </a:lnTo>
                <a:lnTo>
                  <a:pt x="1414176" y="40969"/>
                </a:lnTo>
                <a:lnTo>
                  <a:pt x="1414151" y="41598"/>
                </a:lnTo>
                <a:lnTo>
                  <a:pt x="1414116" y="42220"/>
                </a:lnTo>
                <a:lnTo>
                  <a:pt x="1414070" y="42834"/>
                </a:lnTo>
                <a:lnTo>
                  <a:pt x="1414015" y="43441"/>
                </a:lnTo>
                <a:lnTo>
                  <a:pt x="1413949" y="44040"/>
                </a:lnTo>
                <a:lnTo>
                  <a:pt x="1413873" y="44632"/>
                </a:lnTo>
                <a:lnTo>
                  <a:pt x="1413787" y="45216"/>
                </a:lnTo>
                <a:lnTo>
                  <a:pt x="1413692" y="45793"/>
                </a:lnTo>
                <a:lnTo>
                  <a:pt x="1413586" y="46362"/>
                </a:lnTo>
                <a:lnTo>
                  <a:pt x="1413470" y="46924"/>
                </a:lnTo>
                <a:lnTo>
                  <a:pt x="1413343" y="47479"/>
                </a:lnTo>
                <a:lnTo>
                  <a:pt x="1413207" y="48026"/>
                </a:lnTo>
                <a:lnTo>
                  <a:pt x="1413061" y="48566"/>
                </a:lnTo>
                <a:lnTo>
                  <a:pt x="1412904" y="49098"/>
                </a:lnTo>
                <a:lnTo>
                  <a:pt x="1412738" y="49622"/>
                </a:lnTo>
                <a:lnTo>
                  <a:pt x="1412561" y="50140"/>
                </a:lnTo>
                <a:lnTo>
                  <a:pt x="1412374" y="50649"/>
                </a:lnTo>
                <a:lnTo>
                  <a:pt x="1412177" y="51152"/>
                </a:lnTo>
                <a:lnTo>
                  <a:pt x="1411971" y="51647"/>
                </a:lnTo>
                <a:lnTo>
                  <a:pt x="1411754" y="52134"/>
                </a:lnTo>
                <a:lnTo>
                  <a:pt x="1411526" y="52614"/>
                </a:lnTo>
                <a:lnTo>
                  <a:pt x="1411289" y="53086"/>
                </a:lnTo>
                <a:lnTo>
                  <a:pt x="1411046" y="53545"/>
                </a:lnTo>
                <a:lnTo>
                  <a:pt x="1410791" y="53996"/>
                </a:lnTo>
                <a:lnTo>
                  <a:pt x="1410523" y="54437"/>
                </a:lnTo>
                <a:lnTo>
                  <a:pt x="1410243" y="54870"/>
                </a:lnTo>
                <a:lnTo>
                  <a:pt x="1409951" y="55294"/>
                </a:lnTo>
                <a:lnTo>
                  <a:pt x="1409646" y="55709"/>
                </a:lnTo>
                <a:lnTo>
                  <a:pt x="1409329" y="56115"/>
                </a:lnTo>
                <a:lnTo>
                  <a:pt x="1409000" y="56513"/>
                </a:lnTo>
                <a:lnTo>
                  <a:pt x="1408659" y="56902"/>
                </a:lnTo>
                <a:lnTo>
                  <a:pt x="1408305" y="57282"/>
                </a:lnTo>
                <a:lnTo>
                  <a:pt x="1407939" y="57653"/>
                </a:lnTo>
                <a:lnTo>
                  <a:pt x="1407560" y="58016"/>
                </a:lnTo>
                <a:lnTo>
                  <a:pt x="1407170" y="58369"/>
                </a:lnTo>
                <a:lnTo>
                  <a:pt x="1406767" y="58714"/>
                </a:lnTo>
                <a:lnTo>
                  <a:pt x="1406352" y="59051"/>
                </a:lnTo>
                <a:lnTo>
                  <a:pt x="1405924" y="59378"/>
                </a:lnTo>
                <a:lnTo>
                  <a:pt x="1405485" y="59697"/>
                </a:lnTo>
                <a:lnTo>
                  <a:pt x="1405033" y="60006"/>
                </a:lnTo>
                <a:lnTo>
                  <a:pt x="1404568" y="60308"/>
                </a:lnTo>
                <a:lnTo>
                  <a:pt x="1404092" y="60600"/>
                </a:lnTo>
                <a:lnTo>
                  <a:pt x="1403603" y="60883"/>
                </a:lnTo>
                <a:lnTo>
                  <a:pt x="1403101" y="61158"/>
                </a:lnTo>
                <a:lnTo>
                  <a:pt x="1402588" y="61424"/>
                </a:lnTo>
                <a:lnTo>
                  <a:pt x="1402062" y="61681"/>
                </a:lnTo>
                <a:lnTo>
                  <a:pt x="1401529" y="61929"/>
                </a:lnTo>
                <a:lnTo>
                  <a:pt x="1400981" y="62166"/>
                </a:lnTo>
                <a:lnTo>
                  <a:pt x="1400419" y="62392"/>
                </a:lnTo>
                <a:lnTo>
                  <a:pt x="1399843" y="62608"/>
                </a:lnTo>
                <a:lnTo>
                  <a:pt x="1399253" y="62813"/>
                </a:lnTo>
                <a:lnTo>
                  <a:pt x="1398650" y="63008"/>
                </a:lnTo>
                <a:lnTo>
                  <a:pt x="1398032" y="63193"/>
                </a:lnTo>
                <a:lnTo>
                  <a:pt x="1397400" y="63366"/>
                </a:lnTo>
                <a:lnTo>
                  <a:pt x="1396754" y="63530"/>
                </a:lnTo>
                <a:lnTo>
                  <a:pt x="1396094" y="63682"/>
                </a:lnTo>
                <a:lnTo>
                  <a:pt x="1395419" y="63825"/>
                </a:lnTo>
                <a:lnTo>
                  <a:pt x="1394731" y="63956"/>
                </a:lnTo>
                <a:lnTo>
                  <a:pt x="1394029" y="64077"/>
                </a:lnTo>
                <a:lnTo>
                  <a:pt x="1393313" y="64188"/>
                </a:lnTo>
                <a:lnTo>
                  <a:pt x="1392583" y="64288"/>
                </a:lnTo>
                <a:lnTo>
                  <a:pt x="1391838" y="64378"/>
                </a:lnTo>
                <a:lnTo>
                  <a:pt x="1391080" y="64457"/>
                </a:lnTo>
                <a:lnTo>
                  <a:pt x="1390307" y="64525"/>
                </a:lnTo>
                <a:lnTo>
                  <a:pt x="1389521" y="64583"/>
                </a:lnTo>
                <a:lnTo>
                  <a:pt x="1388720" y="64630"/>
                </a:lnTo>
                <a:lnTo>
                  <a:pt x="1387906" y="64667"/>
                </a:lnTo>
                <a:lnTo>
                  <a:pt x="1387077" y="64694"/>
                </a:lnTo>
                <a:lnTo>
                  <a:pt x="1386235" y="64709"/>
                </a:lnTo>
                <a:lnTo>
                  <a:pt x="1385378" y="64715"/>
                </a:lnTo>
                <a:lnTo>
                  <a:pt x="1357571" y="64715"/>
                </a:lnTo>
                <a:lnTo>
                  <a:pt x="1357571" y="13904"/>
                </a:lnTo>
                <a:lnTo>
                  <a:pt x="1385125" y="13904"/>
                </a:lnTo>
                <a:lnTo>
                  <a:pt x="1385992" y="13909"/>
                </a:lnTo>
                <a:close/>
                <a:moveTo>
                  <a:pt x="1752637" y="0"/>
                </a:moveTo>
                <a:lnTo>
                  <a:pt x="1752637" y="129429"/>
                </a:lnTo>
                <a:lnTo>
                  <a:pt x="1767552" y="129429"/>
                </a:lnTo>
                <a:lnTo>
                  <a:pt x="1767552" y="0"/>
                </a:lnTo>
                <a:lnTo>
                  <a:pt x="1752637" y="0"/>
                </a:lnTo>
                <a:close/>
                <a:moveTo>
                  <a:pt x="1533505" y="76300"/>
                </a:moveTo>
                <a:lnTo>
                  <a:pt x="1533461" y="75220"/>
                </a:lnTo>
                <a:lnTo>
                  <a:pt x="1533405" y="74154"/>
                </a:lnTo>
                <a:lnTo>
                  <a:pt x="1533336" y="73104"/>
                </a:lnTo>
                <a:lnTo>
                  <a:pt x="1533255" y="72069"/>
                </a:lnTo>
                <a:lnTo>
                  <a:pt x="1533161" y="71049"/>
                </a:lnTo>
                <a:lnTo>
                  <a:pt x="1533055" y="70043"/>
                </a:lnTo>
                <a:lnTo>
                  <a:pt x="1532936" y="69053"/>
                </a:lnTo>
                <a:lnTo>
                  <a:pt x="1532805" y="68077"/>
                </a:lnTo>
                <a:lnTo>
                  <a:pt x="1532661" y="67116"/>
                </a:lnTo>
                <a:lnTo>
                  <a:pt x="1532504" y="66170"/>
                </a:lnTo>
                <a:lnTo>
                  <a:pt x="1532336" y="65240"/>
                </a:lnTo>
                <a:lnTo>
                  <a:pt x="1532154" y="64324"/>
                </a:lnTo>
                <a:lnTo>
                  <a:pt x="1531960" y="63423"/>
                </a:lnTo>
                <a:lnTo>
                  <a:pt x="1531754" y="62537"/>
                </a:lnTo>
                <a:lnTo>
                  <a:pt x="1531535" y="61665"/>
                </a:lnTo>
                <a:lnTo>
                  <a:pt x="1531304" y="60809"/>
                </a:lnTo>
                <a:lnTo>
                  <a:pt x="1531060" y="59968"/>
                </a:lnTo>
                <a:lnTo>
                  <a:pt x="1530803" y="59141"/>
                </a:lnTo>
                <a:lnTo>
                  <a:pt x="1530534" y="58330"/>
                </a:lnTo>
                <a:lnTo>
                  <a:pt x="1530253" y="57533"/>
                </a:lnTo>
                <a:lnTo>
                  <a:pt x="1529959" y="56752"/>
                </a:lnTo>
                <a:lnTo>
                  <a:pt x="1529655" y="55984"/>
                </a:lnTo>
                <a:lnTo>
                  <a:pt x="1529342" y="55229"/>
                </a:lnTo>
                <a:lnTo>
                  <a:pt x="1529020" y="54487"/>
                </a:lnTo>
                <a:lnTo>
                  <a:pt x="1528690" y="53757"/>
                </a:lnTo>
                <a:lnTo>
                  <a:pt x="1528351" y="53040"/>
                </a:lnTo>
                <a:lnTo>
                  <a:pt x="1528004" y="52336"/>
                </a:lnTo>
                <a:lnTo>
                  <a:pt x="1527648" y="51644"/>
                </a:lnTo>
                <a:lnTo>
                  <a:pt x="1527284" y="50966"/>
                </a:lnTo>
                <a:lnTo>
                  <a:pt x="1526911" y="50300"/>
                </a:lnTo>
                <a:lnTo>
                  <a:pt x="1526529" y="49646"/>
                </a:lnTo>
                <a:lnTo>
                  <a:pt x="1526139" y="49006"/>
                </a:lnTo>
                <a:lnTo>
                  <a:pt x="1525741" y="48378"/>
                </a:lnTo>
                <a:lnTo>
                  <a:pt x="1525333" y="47763"/>
                </a:lnTo>
                <a:lnTo>
                  <a:pt x="1524918" y="47161"/>
                </a:lnTo>
                <a:lnTo>
                  <a:pt x="1524493" y="46571"/>
                </a:lnTo>
                <a:lnTo>
                  <a:pt x="1524061" y="45994"/>
                </a:lnTo>
                <a:lnTo>
                  <a:pt x="1523619" y="45430"/>
                </a:lnTo>
                <a:lnTo>
                  <a:pt x="1523169" y="44878"/>
                </a:lnTo>
                <a:lnTo>
                  <a:pt x="1522711" y="44340"/>
                </a:lnTo>
                <a:lnTo>
                  <a:pt x="1522244" y="43814"/>
                </a:lnTo>
                <a:lnTo>
                  <a:pt x="1521768" y="43300"/>
                </a:lnTo>
                <a:lnTo>
                  <a:pt x="1521284" y="42800"/>
                </a:lnTo>
                <a:lnTo>
                  <a:pt x="1520791" y="42312"/>
                </a:lnTo>
                <a:lnTo>
                  <a:pt x="1520290" y="41837"/>
                </a:lnTo>
                <a:lnTo>
                  <a:pt x="1519782" y="41369"/>
                </a:lnTo>
                <a:lnTo>
                  <a:pt x="1519269" y="40911"/>
                </a:lnTo>
                <a:lnTo>
                  <a:pt x="1518752" y="40464"/>
                </a:lnTo>
                <a:lnTo>
                  <a:pt x="1518231" y="40029"/>
                </a:lnTo>
                <a:lnTo>
                  <a:pt x="1517704" y="39604"/>
                </a:lnTo>
                <a:lnTo>
                  <a:pt x="1517173" y="39191"/>
                </a:lnTo>
                <a:lnTo>
                  <a:pt x="1516638" y="38788"/>
                </a:lnTo>
                <a:lnTo>
                  <a:pt x="1516098" y="38396"/>
                </a:lnTo>
                <a:lnTo>
                  <a:pt x="1515553" y="38016"/>
                </a:lnTo>
                <a:lnTo>
                  <a:pt x="1515004" y="37646"/>
                </a:lnTo>
                <a:lnTo>
                  <a:pt x="1514450" y="37287"/>
                </a:lnTo>
                <a:lnTo>
                  <a:pt x="1513891" y="36939"/>
                </a:lnTo>
                <a:lnTo>
                  <a:pt x="1513328" y="36602"/>
                </a:lnTo>
                <a:lnTo>
                  <a:pt x="1512760" y="36277"/>
                </a:lnTo>
                <a:lnTo>
                  <a:pt x="1512188" y="35962"/>
                </a:lnTo>
                <a:lnTo>
                  <a:pt x="1511611" y="35658"/>
                </a:lnTo>
                <a:lnTo>
                  <a:pt x="1511029" y="35365"/>
                </a:lnTo>
                <a:lnTo>
                  <a:pt x="1510443" y="35083"/>
                </a:lnTo>
                <a:lnTo>
                  <a:pt x="1509852" y="34812"/>
                </a:lnTo>
                <a:lnTo>
                  <a:pt x="1509257" y="34552"/>
                </a:lnTo>
                <a:lnTo>
                  <a:pt x="1508656" y="34303"/>
                </a:lnTo>
                <a:lnTo>
                  <a:pt x="1508052" y="34065"/>
                </a:lnTo>
                <a:lnTo>
                  <a:pt x="1507443" y="33837"/>
                </a:lnTo>
                <a:lnTo>
                  <a:pt x="1506829" y="33621"/>
                </a:lnTo>
                <a:lnTo>
                  <a:pt x="1506212" y="33415"/>
                </a:lnTo>
                <a:lnTo>
                  <a:pt x="1505595" y="33218"/>
                </a:lnTo>
                <a:lnTo>
                  <a:pt x="1504977" y="33029"/>
                </a:lnTo>
                <a:lnTo>
                  <a:pt x="1504359" y="32849"/>
                </a:lnTo>
                <a:lnTo>
                  <a:pt x="1503740" y="32678"/>
                </a:lnTo>
                <a:lnTo>
                  <a:pt x="1503120" y="32515"/>
                </a:lnTo>
                <a:lnTo>
                  <a:pt x="1502499" y="32362"/>
                </a:lnTo>
                <a:lnTo>
                  <a:pt x="1501878" y="32217"/>
                </a:lnTo>
                <a:lnTo>
                  <a:pt x="1501256" y="32081"/>
                </a:lnTo>
                <a:lnTo>
                  <a:pt x="1500634" y="31954"/>
                </a:lnTo>
                <a:lnTo>
                  <a:pt x="1500011" y="31835"/>
                </a:lnTo>
                <a:lnTo>
                  <a:pt x="1499387" y="31725"/>
                </a:lnTo>
                <a:lnTo>
                  <a:pt x="1498763" y="31624"/>
                </a:lnTo>
                <a:lnTo>
                  <a:pt x="1498138" y="31532"/>
                </a:lnTo>
                <a:lnTo>
                  <a:pt x="1497512" y="31449"/>
                </a:lnTo>
                <a:lnTo>
                  <a:pt x="1496886" y="31374"/>
                </a:lnTo>
                <a:lnTo>
                  <a:pt x="1496258" y="31308"/>
                </a:lnTo>
                <a:lnTo>
                  <a:pt x="1495631" y="31251"/>
                </a:lnTo>
                <a:lnTo>
                  <a:pt x="1495002" y="31203"/>
                </a:lnTo>
                <a:lnTo>
                  <a:pt x="1494373" y="31164"/>
                </a:lnTo>
                <a:lnTo>
                  <a:pt x="1493744" y="31133"/>
                </a:lnTo>
                <a:lnTo>
                  <a:pt x="1493113" y="31111"/>
                </a:lnTo>
                <a:lnTo>
                  <a:pt x="1492482" y="31098"/>
                </a:lnTo>
                <a:lnTo>
                  <a:pt x="1491851" y="31093"/>
                </a:lnTo>
                <a:lnTo>
                  <a:pt x="1490761" y="31105"/>
                </a:lnTo>
                <a:lnTo>
                  <a:pt x="1489683" y="31138"/>
                </a:lnTo>
                <a:lnTo>
                  <a:pt x="1488616" y="31194"/>
                </a:lnTo>
                <a:lnTo>
                  <a:pt x="1487560" y="31272"/>
                </a:lnTo>
                <a:lnTo>
                  <a:pt x="1486516" y="31373"/>
                </a:lnTo>
                <a:lnTo>
                  <a:pt x="1485484" y="31496"/>
                </a:lnTo>
                <a:lnTo>
                  <a:pt x="1484462" y="31642"/>
                </a:lnTo>
                <a:lnTo>
                  <a:pt x="1483452" y="31810"/>
                </a:lnTo>
                <a:lnTo>
                  <a:pt x="1482454" y="32000"/>
                </a:lnTo>
                <a:lnTo>
                  <a:pt x="1481467" y="32213"/>
                </a:lnTo>
                <a:lnTo>
                  <a:pt x="1480491" y="32448"/>
                </a:lnTo>
                <a:lnTo>
                  <a:pt x="1479527" y="32705"/>
                </a:lnTo>
                <a:lnTo>
                  <a:pt x="1478574" y="32985"/>
                </a:lnTo>
                <a:lnTo>
                  <a:pt x="1477633" y="33287"/>
                </a:lnTo>
                <a:lnTo>
                  <a:pt x="1476703" y="33611"/>
                </a:lnTo>
                <a:lnTo>
                  <a:pt x="1475784" y="33958"/>
                </a:lnTo>
                <a:lnTo>
                  <a:pt x="1474877" y="34328"/>
                </a:lnTo>
                <a:lnTo>
                  <a:pt x="1473982" y="34719"/>
                </a:lnTo>
                <a:lnTo>
                  <a:pt x="1473097" y="35133"/>
                </a:lnTo>
                <a:lnTo>
                  <a:pt x="1472224" y="35570"/>
                </a:lnTo>
                <a:lnTo>
                  <a:pt x="1471363" y="36029"/>
                </a:lnTo>
                <a:lnTo>
                  <a:pt x="1470513" y="36510"/>
                </a:lnTo>
                <a:lnTo>
                  <a:pt x="1469674" y="37014"/>
                </a:lnTo>
                <a:lnTo>
                  <a:pt x="1468847" y="37540"/>
                </a:lnTo>
                <a:lnTo>
                  <a:pt x="1468038" y="38080"/>
                </a:lnTo>
                <a:lnTo>
                  <a:pt x="1467244" y="38639"/>
                </a:lnTo>
                <a:lnTo>
                  <a:pt x="1466465" y="39214"/>
                </a:lnTo>
                <a:lnTo>
                  <a:pt x="1465701" y="39808"/>
                </a:lnTo>
                <a:lnTo>
                  <a:pt x="1464952" y="40419"/>
                </a:lnTo>
                <a:lnTo>
                  <a:pt x="1464217" y="41047"/>
                </a:lnTo>
                <a:lnTo>
                  <a:pt x="1463498" y="41693"/>
                </a:lnTo>
                <a:lnTo>
                  <a:pt x="1462794" y="42357"/>
                </a:lnTo>
                <a:lnTo>
                  <a:pt x="1462104" y="43038"/>
                </a:lnTo>
                <a:lnTo>
                  <a:pt x="1461430" y="43736"/>
                </a:lnTo>
                <a:lnTo>
                  <a:pt x="1460770" y="44453"/>
                </a:lnTo>
                <a:lnTo>
                  <a:pt x="1460125" y="45187"/>
                </a:lnTo>
                <a:lnTo>
                  <a:pt x="1459496" y="45938"/>
                </a:lnTo>
                <a:lnTo>
                  <a:pt x="1458881" y="46707"/>
                </a:lnTo>
                <a:lnTo>
                  <a:pt x="1458281" y="47493"/>
                </a:lnTo>
                <a:lnTo>
                  <a:pt x="1457696" y="48297"/>
                </a:lnTo>
                <a:lnTo>
                  <a:pt x="1457126" y="49119"/>
                </a:lnTo>
                <a:lnTo>
                  <a:pt x="1456570" y="49958"/>
                </a:lnTo>
                <a:lnTo>
                  <a:pt x="1456030" y="50815"/>
                </a:lnTo>
                <a:lnTo>
                  <a:pt x="1455505" y="51689"/>
                </a:lnTo>
                <a:lnTo>
                  <a:pt x="1454994" y="52581"/>
                </a:lnTo>
                <a:lnTo>
                  <a:pt x="1454499" y="53490"/>
                </a:lnTo>
                <a:lnTo>
                  <a:pt x="1454018" y="54417"/>
                </a:lnTo>
                <a:lnTo>
                  <a:pt x="1453553" y="55361"/>
                </a:lnTo>
                <a:lnTo>
                  <a:pt x="1453109" y="56316"/>
                </a:lnTo>
                <a:lnTo>
                  <a:pt x="1452685" y="57282"/>
                </a:lnTo>
                <a:lnTo>
                  <a:pt x="1452279" y="58261"/>
                </a:lnTo>
                <a:lnTo>
                  <a:pt x="1451892" y="59252"/>
                </a:lnTo>
                <a:lnTo>
                  <a:pt x="1451524" y="60255"/>
                </a:lnTo>
                <a:lnTo>
                  <a:pt x="1451175" y="61270"/>
                </a:lnTo>
                <a:lnTo>
                  <a:pt x="1450845" y="62298"/>
                </a:lnTo>
                <a:lnTo>
                  <a:pt x="1450533" y="63338"/>
                </a:lnTo>
                <a:lnTo>
                  <a:pt x="1450241" y="64391"/>
                </a:lnTo>
                <a:lnTo>
                  <a:pt x="1449967" y="65456"/>
                </a:lnTo>
                <a:lnTo>
                  <a:pt x="1449712" y="66533"/>
                </a:lnTo>
                <a:lnTo>
                  <a:pt x="1449476" y="67622"/>
                </a:lnTo>
                <a:lnTo>
                  <a:pt x="1449259" y="68723"/>
                </a:lnTo>
                <a:lnTo>
                  <a:pt x="1449061" y="69837"/>
                </a:lnTo>
                <a:lnTo>
                  <a:pt x="1448882" y="70963"/>
                </a:lnTo>
                <a:lnTo>
                  <a:pt x="1448722" y="72102"/>
                </a:lnTo>
                <a:lnTo>
                  <a:pt x="1448580" y="73253"/>
                </a:lnTo>
                <a:lnTo>
                  <a:pt x="1448457" y="74416"/>
                </a:lnTo>
                <a:lnTo>
                  <a:pt x="1448354" y="75591"/>
                </a:lnTo>
                <a:lnTo>
                  <a:pt x="1448269" y="76778"/>
                </a:lnTo>
                <a:lnTo>
                  <a:pt x="1448203" y="77978"/>
                </a:lnTo>
                <a:lnTo>
                  <a:pt x="1448155" y="79191"/>
                </a:lnTo>
                <a:lnTo>
                  <a:pt x="1448127" y="80415"/>
                </a:lnTo>
                <a:lnTo>
                  <a:pt x="1448118" y="81652"/>
                </a:lnTo>
                <a:lnTo>
                  <a:pt x="1448127" y="82888"/>
                </a:lnTo>
                <a:lnTo>
                  <a:pt x="1448155" y="84112"/>
                </a:lnTo>
                <a:lnTo>
                  <a:pt x="1448203" y="85323"/>
                </a:lnTo>
                <a:lnTo>
                  <a:pt x="1448269" y="86522"/>
                </a:lnTo>
                <a:lnTo>
                  <a:pt x="1448354" y="87707"/>
                </a:lnTo>
                <a:lnTo>
                  <a:pt x="1448457" y="88880"/>
                </a:lnTo>
                <a:lnTo>
                  <a:pt x="1448580" y="90040"/>
                </a:lnTo>
                <a:lnTo>
                  <a:pt x="1448722" y="91188"/>
                </a:lnTo>
                <a:lnTo>
                  <a:pt x="1448882" y="92322"/>
                </a:lnTo>
                <a:lnTo>
                  <a:pt x="1449061" y="93444"/>
                </a:lnTo>
                <a:lnTo>
                  <a:pt x="1449259" y="94554"/>
                </a:lnTo>
                <a:lnTo>
                  <a:pt x="1449476" y="95650"/>
                </a:lnTo>
                <a:lnTo>
                  <a:pt x="1449712" y="96734"/>
                </a:lnTo>
                <a:lnTo>
                  <a:pt x="1449967" y="97805"/>
                </a:lnTo>
                <a:lnTo>
                  <a:pt x="1450241" y="98863"/>
                </a:lnTo>
                <a:lnTo>
                  <a:pt x="1450533" y="99909"/>
                </a:lnTo>
                <a:lnTo>
                  <a:pt x="1450845" y="100942"/>
                </a:lnTo>
                <a:lnTo>
                  <a:pt x="1451175" y="101962"/>
                </a:lnTo>
                <a:lnTo>
                  <a:pt x="1451524" y="102969"/>
                </a:lnTo>
                <a:lnTo>
                  <a:pt x="1451892" y="103964"/>
                </a:lnTo>
                <a:lnTo>
                  <a:pt x="1452279" y="104946"/>
                </a:lnTo>
                <a:lnTo>
                  <a:pt x="1452685" y="105915"/>
                </a:lnTo>
                <a:lnTo>
                  <a:pt x="1453109" y="106872"/>
                </a:lnTo>
                <a:lnTo>
                  <a:pt x="1453553" y="107816"/>
                </a:lnTo>
                <a:lnTo>
                  <a:pt x="1454019" y="108739"/>
                </a:lnTo>
                <a:lnTo>
                  <a:pt x="1454501" y="109646"/>
                </a:lnTo>
                <a:lnTo>
                  <a:pt x="1454999" y="110535"/>
                </a:lnTo>
                <a:lnTo>
                  <a:pt x="1455514" y="111407"/>
                </a:lnTo>
                <a:lnTo>
                  <a:pt x="1456044" y="112263"/>
                </a:lnTo>
                <a:lnTo>
                  <a:pt x="1456590" y="113101"/>
                </a:lnTo>
                <a:lnTo>
                  <a:pt x="1457153" y="113922"/>
                </a:lnTo>
                <a:lnTo>
                  <a:pt x="1457731" y="114725"/>
                </a:lnTo>
                <a:lnTo>
                  <a:pt x="1458325" y="115512"/>
                </a:lnTo>
                <a:lnTo>
                  <a:pt x="1458936" y="116282"/>
                </a:lnTo>
                <a:lnTo>
                  <a:pt x="1459562" y="117034"/>
                </a:lnTo>
                <a:lnTo>
                  <a:pt x="1460204" y="117769"/>
                </a:lnTo>
                <a:lnTo>
                  <a:pt x="1460863" y="118488"/>
                </a:lnTo>
                <a:lnTo>
                  <a:pt x="1461537" y="119189"/>
                </a:lnTo>
                <a:lnTo>
                  <a:pt x="1462228" y="119873"/>
                </a:lnTo>
                <a:lnTo>
                  <a:pt x="1462934" y="120540"/>
                </a:lnTo>
                <a:lnTo>
                  <a:pt x="1463657" y="121189"/>
                </a:lnTo>
                <a:lnTo>
                  <a:pt x="1464395" y="121822"/>
                </a:lnTo>
                <a:lnTo>
                  <a:pt x="1465150" y="122437"/>
                </a:lnTo>
                <a:lnTo>
                  <a:pt x="1465920" y="123036"/>
                </a:lnTo>
                <a:lnTo>
                  <a:pt x="1466707" y="123617"/>
                </a:lnTo>
                <a:lnTo>
                  <a:pt x="1467509" y="124181"/>
                </a:lnTo>
                <a:lnTo>
                  <a:pt x="1468328" y="124728"/>
                </a:lnTo>
                <a:lnTo>
                  <a:pt x="1469163" y="125258"/>
                </a:lnTo>
                <a:lnTo>
                  <a:pt x="1470017" y="125764"/>
                </a:lnTo>
                <a:lnTo>
                  <a:pt x="1470885" y="126248"/>
                </a:lnTo>
                <a:lnTo>
                  <a:pt x="1471767" y="126710"/>
                </a:lnTo>
                <a:lnTo>
                  <a:pt x="1472661" y="127151"/>
                </a:lnTo>
                <a:lnTo>
                  <a:pt x="1473570" y="127570"/>
                </a:lnTo>
                <a:lnTo>
                  <a:pt x="1474491" y="127968"/>
                </a:lnTo>
                <a:lnTo>
                  <a:pt x="1475426" y="128344"/>
                </a:lnTo>
                <a:lnTo>
                  <a:pt x="1476374" y="128699"/>
                </a:lnTo>
                <a:lnTo>
                  <a:pt x="1477336" y="129032"/>
                </a:lnTo>
                <a:lnTo>
                  <a:pt x="1478311" y="129344"/>
                </a:lnTo>
                <a:lnTo>
                  <a:pt x="1479300" y="129635"/>
                </a:lnTo>
                <a:lnTo>
                  <a:pt x="1480301" y="129903"/>
                </a:lnTo>
                <a:lnTo>
                  <a:pt x="1481317" y="130151"/>
                </a:lnTo>
                <a:lnTo>
                  <a:pt x="1482345" y="130376"/>
                </a:lnTo>
                <a:lnTo>
                  <a:pt x="1483387" y="130581"/>
                </a:lnTo>
                <a:lnTo>
                  <a:pt x="1484443" y="130764"/>
                </a:lnTo>
                <a:lnTo>
                  <a:pt x="1485511" y="130925"/>
                </a:lnTo>
                <a:lnTo>
                  <a:pt x="1486593" y="131065"/>
                </a:lnTo>
                <a:lnTo>
                  <a:pt x="1487689" y="131183"/>
                </a:lnTo>
                <a:lnTo>
                  <a:pt x="1488798" y="131280"/>
                </a:lnTo>
                <a:lnTo>
                  <a:pt x="1489920" y="131355"/>
                </a:lnTo>
                <a:lnTo>
                  <a:pt x="1491056" y="131409"/>
                </a:lnTo>
                <a:lnTo>
                  <a:pt x="1492205" y="131441"/>
                </a:lnTo>
                <a:lnTo>
                  <a:pt x="1493367" y="131452"/>
                </a:lnTo>
                <a:lnTo>
                  <a:pt x="1494186" y="131446"/>
                </a:lnTo>
                <a:lnTo>
                  <a:pt x="1494997" y="131431"/>
                </a:lnTo>
                <a:lnTo>
                  <a:pt x="1495802" y="131404"/>
                </a:lnTo>
                <a:lnTo>
                  <a:pt x="1496599" y="131367"/>
                </a:lnTo>
                <a:lnTo>
                  <a:pt x="1497390" y="131320"/>
                </a:lnTo>
                <a:lnTo>
                  <a:pt x="1498174" y="131262"/>
                </a:lnTo>
                <a:lnTo>
                  <a:pt x="1498952" y="131194"/>
                </a:lnTo>
                <a:lnTo>
                  <a:pt x="1499722" y="131115"/>
                </a:lnTo>
                <a:lnTo>
                  <a:pt x="1500486" y="131025"/>
                </a:lnTo>
                <a:lnTo>
                  <a:pt x="1501243" y="130925"/>
                </a:lnTo>
                <a:lnTo>
                  <a:pt x="1501993" y="130814"/>
                </a:lnTo>
                <a:lnTo>
                  <a:pt x="1502737" y="130693"/>
                </a:lnTo>
                <a:lnTo>
                  <a:pt x="1503473" y="130562"/>
                </a:lnTo>
                <a:lnTo>
                  <a:pt x="1504203" y="130420"/>
                </a:lnTo>
                <a:lnTo>
                  <a:pt x="1504926" y="130267"/>
                </a:lnTo>
                <a:lnTo>
                  <a:pt x="1505642" y="130104"/>
                </a:lnTo>
                <a:lnTo>
                  <a:pt x="1506351" y="129930"/>
                </a:lnTo>
                <a:lnTo>
                  <a:pt x="1507054" y="129745"/>
                </a:lnTo>
                <a:lnTo>
                  <a:pt x="1507750" y="129551"/>
                </a:lnTo>
                <a:lnTo>
                  <a:pt x="1508439" y="129345"/>
                </a:lnTo>
                <a:lnTo>
                  <a:pt x="1509121" y="129129"/>
                </a:lnTo>
                <a:lnTo>
                  <a:pt x="1509796" y="128903"/>
                </a:lnTo>
                <a:lnTo>
                  <a:pt x="1510464" y="128666"/>
                </a:lnTo>
                <a:lnTo>
                  <a:pt x="1511126" y="128418"/>
                </a:lnTo>
                <a:lnTo>
                  <a:pt x="1511780" y="128156"/>
                </a:lnTo>
                <a:lnTo>
                  <a:pt x="1512425" y="127885"/>
                </a:lnTo>
                <a:lnTo>
                  <a:pt x="1513062" y="127607"/>
                </a:lnTo>
                <a:lnTo>
                  <a:pt x="1513689" y="127319"/>
                </a:lnTo>
                <a:lnTo>
                  <a:pt x="1514308" y="127024"/>
                </a:lnTo>
                <a:lnTo>
                  <a:pt x="1514918" y="126720"/>
                </a:lnTo>
                <a:lnTo>
                  <a:pt x="1515519" y="126408"/>
                </a:lnTo>
                <a:lnTo>
                  <a:pt x="1516112" y="126087"/>
                </a:lnTo>
                <a:lnTo>
                  <a:pt x="1516695" y="125758"/>
                </a:lnTo>
                <a:lnTo>
                  <a:pt x="1517270" y="125421"/>
                </a:lnTo>
                <a:lnTo>
                  <a:pt x="1517836" y="125075"/>
                </a:lnTo>
                <a:lnTo>
                  <a:pt x="1518394" y="124721"/>
                </a:lnTo>
                <a:lnTo>
                  <a:pt x="1518942" y="124359"/>
                </a:lnTo>
                <a:lnTo>
                  <a:pt x="1519482" y="123988"/>
                </a:lnTo>
                <a:lnTo>
                  <a:pt x="1520013" y="123609"/>
                </a:lnTo>
                <a:lnTo>
                  <a:pt x="1520536" y="123222"/>
                </a:lnTo>
                <a:lnTo>
                  <a:pt x="1521049" y="122826"/>
                </a:lnTo>
                <a:lnTo>
                  <a:pt x="1521554" y="122422"/>
                </a:lnTo>
                <a:lnTo>
                  <a:pt x="1522050" y="122010"/>
                </a:lnTo>
                <a:lnTo>
                  <a:pt x="1522537" y="121589"/>
                </a:lnTo>
                <a:lnTo>
                  <a:pt x="1523015" y="121160"/>
                </a:lnTo>
                <a:lnTo>
                  <a:pt x="1523485" y="120723"/>
                </a:lnTo>
                <a:lnTo>
                  <a:pt x="1523946" y="120277"/>
                </a:lnTo>
                <a:lnTo>
                  <a:pt x="1524398" y="119823"/>
                </a:lnTo>
                <a:lnTo>
                  <a:pt x="1524840" y="119357"/>
                </a:lnTo>
                <a:lnTo>
                  <a:pt x="1525271" y="118884"/>
                </a:lnTo>
                <a:lnTo>
                  <a:pt x="1525692" y="118405"/>
                </a:lnTo>
                <a:lnTo>
                  <a:pt x="1526102" y="117920"/>
                </a:lnTo>
                <a:lnTo>
                  <a:pt x="1526501" y="117429"/>
                </a:lnTo>
                <a:lnTo>
                  <a:pt x="1526890" y="116932"/>
                </a:lnTo>
                <a:lnTo>
                  <a:pt x="1527268" y="116429"/>
                </a:lnTo>
                <a:lnTo>
                  <a:pt x="1527635" y="115919"/>
                </a:lnTo>
                <a:lnTo>
                  <a:pt x="1527991" y="115403"/>
                </a:lnTo>
                <a:lnTo>
                  <a:pt x="1528337" y="114882"/>
                </a:lnTo>
                <a:lnTo>
                  <a:pt x="1528671" y="114354"/>
                </a:lnTo>
                <a:lnTo>
                  <a:pt x="1528995" y="113820"/>
                </a:lnTo>
                <a:lnTo>
                  <a:pt x="1529309" y="113279"/>
                </a:lnTo>
                <a:lnTo>
                  <a:pt x="1529611" y="112733"/>
                </a:lnTo>
                <a:lnTo>
                  <a:pt x="1529903" y="112180"/>
                </a:lnTo>
                <a:lnTo>
                  <a:pt x="1530184" y="111622"/>
                </a:lnTo>
                <a:lnTo>
                  <a:pt x="1530454" y="111057"/>
                </a:lnTo>
                <a:lnTo>
                  <a:pt x="1530713" y="110486"/>
                </a:lnTo>
                <a:lnTo>
                  <a:pt x="1530962" y="109909"/>
                </a:lnTo>
                <a:lnTo>
                  <a:pt x="1531200" y="109325"/>
                </a:lnTo>
                <a:lnTo>
                  <a:pt x="1531427" y="108736"/>
                </a:lnTo>
                <a:lnTo>
                  <a:pt x="1531644" y="108140"/>
                </a:lnTo>
                <a:lnTo>
                  <a:pt x="1531850" y="107539"/>
                </a:lnTo>
                <a:lnTo>
                  <a:pt x="1532045" y="106931"/>
                </a:lnTo>
                <a:lnTo>
                  <a:pt x="1517635" y="102886"/>
                </a:lnTo>
                <a:lnTo>
                  <a:pt x="1517475" y="103305"/>
                </a:lnTo>
                <a:lnTo>
                  <a:pt x="1517308" y="103718"/>
                </a:lnTo>
                <a:lnTo>
                  <a:pt x="1517137" y="104125"/>
                </a:lnTo>
                <a:lnTo>
                  <a:pt x="1516960" y="104526"/>
                </a:lnTo>
                <a:lnTo>
                  <a:pt x="1516777" y="104922"/>
                </a:lnTo>
                <a:lnTo>
                  <a:pt x="1516589" y="105311"/>
                </a:lnTo>
                <a:lnTo>
                  <a:pt x="1516395" y="105696"/>
                </a:lnTo>
                <a:lnTo>
                  <a:pt x="1516196" y="106074"/>
                </a:lnTo>
                <a:lnTo>
                  <a:pt x="1515991" y="106447"/>
                </a:lnTo>
                <a:lnTo>
                  <a:pt x="1515781" y="106814"/>
                </a:lnTo>
                <a:lnTo>
                  <a:pt x="1515566" y="107176"/>
                </a:lnTo>
                <a:lnTo>
                  <a:pt x="1515345" y="107531"/>
                </a:lnTo>
                <a:lnTo>
                  <a:pt x="1515118" y="107881"/>
                </a:lnTo>
                <a:lnTo>
                  <a:pt x="1514886" y="108226"/>
                </a:lnTo>
                <a:lnTo>
                  <a:pt x="1514648" y="108564"/>
                </a:lnTo>
                <a:lnTo>
                  <a:pt x="1514405" y="108897"/>
                </a:lnTo>
                <a:lnTo>
                  <a:pt x="1514157" y="109224"/>
                </a:lnTo>
                <a:lnTo>
                  <a:pt x="1513903" y="109546"/>
                </a:lnTo>
                <a:lnTo>
                  <a:pt x="1513643" y="109862"/>
                </a:lnTo>
                <a:lnTo>
                  <a:pt x="1513378" y="110172"/>
                </a:lnTo>
                <a:lnTo>
                  <a:pt x="1513108" y="110476"/>
                </a:lnTo>
                <a:lnTo>
                  <a:pt x="1512832" y="110775"/>
                </a:lnTo>
                <a:lnTo>
                  <a:pt x="1512551" y="111068"/>
                </a:lnTo>
                <a:lnTo>
                  <a:pt x="1512264" y="111355"/>
                </a:lnTo>
                <a:lnTo>
                  <a:pt x="1511972" y="111631"/>
                </a:lnTo>
                <a:lnTo>
                  <a:pt x="1511675" y="111902"/>
                </a:lnTo>
                <a:lnTo>
                  <a:pt x="1511374" y="112166"/>
                </a:lnTo>
                <a:lnTo>
                  <a:pt x="1511068" y="112426"/>
                </a:lnTo>
                <a:lnTo>
                  <a:pt x="1510758" y="112679"/>
                </a:lnTo>
                <a:lnTo>
                  <a:pt x="1510443" y="112927"/>
                </a:lnTo>
                <a:lnTo>
                  <a:pt x="1510123" y="113169"/>
                </a:lnTo>
                <a:lnTo>
                  <a:pt x="1509799" y="113405"/>
                </a:lnTo>
                <a:lnTo>
                  <a:pt x="1509470" y="113636"/>
                </a:lnTo>
                <a:lnTo>
                  <a:pt x="1509137" y="113861"/>
                </a:lnTo>
                <a:lnTo>
                  <a:pt x="1508799" y="114080"/>
                </a:lnTo>
                <a:lnTo>
                  <a:pt x="1508456" y="114294"/>
                </a:lnTo>
                <a:lnTo>
                  <a:pt x="1508109" y="114501"/>
                </a:lnTo>
                <a:lnTo>
                  <a:pt x="1507757" y="114703"/>
                </a:lnTo>
                <a:lnTo>
                  <a:pt x="1507400" y="114900"/>
                </a:lnTo>
                <a:lnTo>
                  <a:pt x="1507039" y="115091"/>
                </a:lnTo>
                <a:lnTo>
                  <a:pt x="1506674" y="115275"/>
                </a:lnTo>
                <a:lnTo>
                  <a:pt x="1506303" y="115455"/>
                </a:lnTo>
                <a:lnTo>
                  <a:pt x="1505928" y="115628"/>
                </a:lnTo>
                <a:lnTo>
                  <a:pt x="1505549" y="115796"/>
                </a:lnTo>
                <a:lnTo>
                  <a:pt x="1505165" y="115958"/>
                </a:lnTo>
                <a:lnTo>
                  <a:pt x="1504776" y="116115"/>
                </a:lnTo>
                <a:lnTo>
                  <a:pt x="1504383" y="116266"/>
                </a:lnTo>
                <a:lnTo>
                  <a:pt x="1503985" y="116411"/>
                </a:lnTo>
                <a:lnTo>
                  <a:pt x="1503588" y="116545"/>
                </a:lnTo>
                <a:lnTo>
                  <a:pt x="1503187" y="116673"/>
                </a:lnTo>
                <a:lnTo>
                  <a:pt x="1502782" y="116796"/>
                </a:lnTo>
                <a:lnTo>
                  <a:pt x="1502373" y="116913"/>
                </a:lnTo>
                <a:lnTo>
                  <a:pt x="1501960" y="117024"/>
                </a:lnTo>
                <a:lnTo>
                  <a:pt x="1501544" y="117130"/>
                </a:lnTo>
                <a:lnTo>
                  <a:pt x="1501123" y="117229"/>
                </a:lnTo>
                <a:lnTo>
                  <a:pt x="1500698" y="117323"/>
                </a:lnTo>
                <a:lnTo>
                  <a:pt x="1500270" y="117412"/>
                </a:lnTo>
                <a:lnTo>
                  <a:pt x="1499837" y="117495"/>
                </a:lnTo>
                <a:lnTo>
                  <a:pt x="1499401" y="117572"/>
                </a:lnTo>
                <a:lnTo>
                  <a:pt x="1498960" y="117643"/>
                </a:lnTo>
                <a:lnTo>
                  <a:pt x="1498516" y="117709"/>
                </a:lnTo>
                <a:lnTo>
                  <a:pt x="1498068" y="117769"/>
                </a:lnTo>
                <a:lnTo>
                  <a:pt x="1497615" y="117823"/>
                </a:lnTo>
                <a:lnTo>
                  <a:pt x="1497159" y="117871"/>
                </a:lnTo>
                <a:lnTo>
                  <a:pt x="1496699" y="117914"/>
                </a:lnTo>
                <a:lnTo>
                  <a:pt x="1496235" y="117951"/>
                </a:lnTo>
                <a:lnTo>
                  <a:pt x="1495767" y="117982"/>
                </a:lnTo>
                <a:lnTo>
                  <a:pt x="1495295" y="118008"/>
                </a:lnTo>
                <a:lnTo>
                  <a:pt x="1494819" y="118028"/>
                </a:lnTo>
                <a:lnTo>
                  <a:pt x="1494339" y="118042"/>
                </a:lnTo>
                <a:lnTo>
                  <a:pt x="1493855" y="118051"/>
                </a:lnTo>
                <a:lnTo>
                  <a:pt x="1493367" y="118054"/>
                </a:lnTo>
                <a:lnTo>
                  <a:pt x="1492618" y="118047"/>
                </a:lnTo>
                <a:lnTo>
                  <a:pt x="1491877" y="118027"/>
                </a:lnTo>
                <a:lnTo>
                  <a:pt x="1491143" y="117993"/>
                </a:lnTo>
                <a:lnTo>
                  <a:pt x="1490416" y="117945"/>
                </a:lnTo>
                <a:lnTo>
                  <a:pt x="1489698" y="117884"/>
                </a:lnTo>
                <a:lnTo>
                  <a:pt x="1488987" y="117809"/>
                </a:lnTo>
                <a:lnTo>
                  <a:pt x="1488284" y="117720"/>
                </a:lnTo>
                <a:lnTo>
                  <a:pt x="1487588" y="117618"/>
                </a:lnTo>
                <a:lnTo>
                  <a:pt x="1486901" y="117503"/>
                </a:lnTo>
                <a:lnTo>
                  <a:pt x="1486220" y="117374"/>
                </a:lnTo>
                <a:lnTo>
                  <a:pt x="1485548" y="117231"/>
                </a:lnTo>
                <a:lnTo>
                  <a:pt x="1484883" y="117074"/>
                </a:lnTo>
                <a:lnTo>
                  <a:pt x="1484226" y="116904"/>
                </a:lnTo>
                <a:lnTo>
                  <a:pt x="1483577" y="116720"/>
                </a:lnTo>
                <a:lnTo>
                  <a:pt x="1482935" y="116523"/>
                </a:lnTo>
                <a:lnTo>
                  <a:pt x="1482301" y="116312"/>
                </a:lnTo>
                <a:lnTo>
                  <a:pt x="1481674" y="116088"/>
                </a:lnTo>
                <a:lnTo>
                  <a:pt x="1481056" y="115850"/>
                </a:lnTo>
                <a:lnTo>
                  <a:pt x="1480445" y="115598"/>
                </a:lnTo>
                <a:lnTo>
                  <a:pt x="1479841" y="115333"/>
                </a:lnTo>
                <a:lnTo>
                  <a:pt x="1479246" y="115054"/>
                </a:lnTo>
                <a:lnTo>
                  <a:pt x="1478658" y="114761"/>
                </a:lnTo>
                <a:lnTo>
                  <a:pt x="1478077" y="114455"/>
                </a:lnTo>
                <a:lnTo>
                  <a:pt x="1477505" y="114136"/>
                </a:lnTo>
                <a:lnTo>
                  <a:pt x="1476941" y="113797"/>
                </a:lnTo>
                <a:lnTo>
                  <a:pt x="1476388" y="113447"/>
                </a:lnTo>
                <a:lnTo>
                  <a:pt x="1475845" y="113084"/>
                </a:lnTo>
                <a:lnTo>
                  <a:pt x="1475312" y="112708"/>
                </a:lnTo>
                <a:lnTo>
                  <a:pt x="1474790" y="112320"/>
                </a:lnTo>
                <a:lnTo>
                  <a:pt x="1474278" y="111920"/>
                </a:lnTo>
                <a:lnTo>
                  <a:pt x="1473776" y="111507"/>
                </a:lnTo>
                <a:lnTo>
                  <a:pt x="1473285" y="111081"/>
                </a:lnTo>
                <a:lnTo>
                  <a:pt x="1472803" y="110643"/>
                </a:lnTo>
                <a:lnTo>
                  <a:pt x="1472333" y="110192"/>
                </a:lnTo>
                <a:lnTo>
                  <a:pt x="1471872" y="109729"/>
                </a:lnTo>
                <a:lnTo>
                  <a:pt x="1471422" y="109253"/>
                </a:lnTo>
                <a:lnTo>
                  <a:pt x="1470982" y="108765"/>
                </a:lnTo>
                <a:lnTo>
                  <a:pt x="1470553" y="108265"/>
                </a:lnTo>
                <a:lnTo>
                  <a:pt x="1470133" y="107752"/>
                </a:lnTo>
                <a:lnTo>
                  <a:pt x="1469724" y="107226"/>
                </a:lnTo>
                <a:lnTo>
                  <a:pt x="1469326" y="106688"/>
                </a:lnTo>
                <a:lnTo>
                  <a:pt x="1468938" y="106137"/>
                </a:lnTo>
                <a:lnTo>
                  <a:pt x="1468560" y="105574"/>
                </a:lnTo>
                <a:lnTo>
                  <a:pt x="1468192" y="104998"/>
                </a:lnTo>
                <a:lnTo>
                  <a:pt x="1467835" y="104410"/>
                </a:lnTo>
                <a:lnTo>
                  <a:pt x="1467488" y="103809"/>
                </a:lnTo>
                <a:lnTo>
                  <a:pt x="1467151" y="103196"/>
                </a:lnTo>
                <a:lnTo>
                  <a:pt x="1466824" y="102570"/>
                </a:lnTo>
                <a:lnTo>
                  <a:pt x="1466515" y="101927"/>
                </a:lnTo>
                <a:lnTo>
                  <a:pt x="1466219" y="101273"/>
                </a:lnTo>
                <a:lnTo>
                  <a:pt x="1465936" y="100606"/>
                </a:lnTo>
                <a:lnTo>
                  <a:pt x="1465666" y="99928"/>
                </a:lnTo>
                <a:lnTo>
                  <a:pt x="1465409" y="99239"/>
                </a:lnTo>
                <a:lnTo>
                  <a:pt x="1465165" y="98537"/>
                </a:lnTo>
                <a:lnTo>
                  <a:pt x="1464935" y="97825"/>
                </a:lnTo>
                <a:lnTo>
                  <a:pt x="1464718" y="97100"/>
                </a:lnTo>
                <a:lnTo>
                  <a:pt x="1464514" y="96364"/>
                </a:lnTo>
                <a:lnTo>
                  <a:pt x="1464323" y="95616"/>
                </a:lnTo>
                <a:lnTo>
                  <a:pt x="1464145" y="94857"/>
                </a:lnTo>
                <a:lnTo>
                  <a:pt x="1463980" y="94086"/>
                </a:lnTo>
                <a:lnTo>
                  <a:pt x="1463829" y="93303"/>
                </a:lnTo>
                <a:lnTo>
                  <a:pt x="1463691" y="92509"/>
                </a:lnTo>
                <a:lnTo>
                  <a:pt x="1463566" y="91703"/>
                </a:lnTo>
                <a:lnTo>
                  <a:pt x="1463454" y="90886"/>
                </a:lnTo>
                <a:lnTo>
                  <a:pt x="1463355" y="90057"/>
                </a:lnTo>
                <a:lnTo>
                  <a:pt x="1463269" y="89216"/>
                </a:lnTo>
                <a:lnTo>
                  <a:pt x="1463197" y="88363"/>
                </a:lnTo>
                <a:lnTo>
                  <a:pt x="1463138" y="87499"/>
                </a:lnTo>
                <a:lnTo>
                  <a:pt x="1463092" y="86624"/>
                </a:lnTo>
                <a:lnTo>
                  <a:pt x="1463067" y="85949"/>
                </a:lnTo>
                <a:lnTo>
                  <a:pt x="1533561" y="85949"/>
                </a:lnTo>
                <a:lnTo>
                  <a:pt x="1533561" y="79629"/>
                </a:lnTo>
                <a:lnTo>
                  <a:pt x="1533555" y="78505"/>
                </a:lnTo>
                <a:lnTo>
                  <a:pt x="1533536" y="77395"/>
                </a:lnTo>
                <a:lnTo>
                  <a:pt x="1533505" y="76300"/>
                </a:lnTo>
                <a:close/>
                <a:moveTo>
                  <a:pt x="1463419" y="70094"/>
                </a:moveTo>
                <a:lnTo>
                  <a:pt x="1463521" y="69455"/>
                </a:lnTo>
                <a:lnTo>
                  <a:pt x="1463636" y="68819"/>
                </a:lnTo>
                <a:lnTo>
                  <a:pt x="1463763" y="68187"/>
                </a:lnTo>
                <a:lnTo>
                  <a:pt x="1463901" y="67559"/>
                </a:lnTo>
                <a:lnTo>
                  <a:pt x="1464052" y="66934"/>
                </a:lnTo>
                <a:lnTo>
                  <a:pt x="1464215" y="66312"/>
                </a:lnTo>
                <a:lnTo>
                  <a:pt x="1464390" y="65694"/>
                </a:lnTo>
                <a:lnTo>
                  <a:pt x="1464577" y="65080"/>
                </a:lnTo>
                <a:lnTo>
                  <a:pt x="1464776" y="64469"/>
                </a:lnTo>
                <a:lnTo>
                  <a:pt x="1464988" y="63862"/>
                </a:lnTo>
                <a:lnTo>
                  <a:pt x="1465211" y="63258"/>
                </a:lnTo>
                <a:lnTo>
                  <a:pt x="1465446" y="62657"/>
                </a:lnTo>
                <a:lnTo>
                  <a:pt x="1465694" y="62060"/>
                </a:lnTo>
                <a:lnTo>
                  <a:pt x="1465953" y="61467"/>
                </a:lnTo>
                <a:lnTo>
                  <a:pt x="1466225" y="60877"/>
                </a:lnTo>
                <a:lnTo>
                  <a:pt x="1466508" y="60291"/>
                </a:lnTo>
                <a:lnTo>
                  <a:pt x="1466803" y="59711"/>
                </a:lnTo>
                <a:lnTo>
                  <a:pt x="1467108" y="59140"/>
                </a:lnTo>
                <a:lnTo>
                  <a:pt x="1467424" y="58579"/>
                </a:lnTo>
                <a:lnTo>
                  <a:pt x="1467749" y="58026"/>
                </a:lnTo>
                <a:lnTo>
                  <a:pt x="1468086" y="57483"/>
                </a:lnTo>
                <a:lnTo>
                  <a:pt x="1468432" y="56949"/>
                </a:lnTo>
                <a:lnTo>
                  <a:pt x="1468789" y="56425"/>
                </a:lnTo>
                <a:lnTo>
                  <a:pt x="1469156" y="55909"/>
                </a:lnTo>
                <a:lnTo>
                  <a:pt x="1469533" y="55403"/>
                </a:lnTo>
                <a:lnTo>
                  <a:pt x="1469921" y="54906"/>
                </a:lnTo>
                <a:lnTo>
                  <a:pt x="1470319" y="54418"/>
                </a:lnTo>
                <a:lnTo>
                  <a:pt x="1470727" y="53939"/>
                </a:lnTo>
                <a:lnTo>
                  <a:pt x="1471145" y="53470"/>
                </a:lnTo>
                <a:lnTo>
                  <a:pt x="1471574" y="53010"/>
                </a:lnTo>
                <a:lnTo>
                  <a:pt x="1472013" y="52559"/>
                </a:lnTo>
                <a:lnTo>
                  <a:pt x="1472463" y="52117"/>
                </a:lnTo>
                <a:lnTo>
                  <a:pt x="1472923" y="51685"/>
                </a:lnTo>
                <a:lnTo>
                  <a:pt x="1473393" y="51261"/>
                </a:lnTo>
                <a:lnTo>
                  <a:pt x="1473873" y="50847"/>
                </a:lnTo>
                <a:lnTo>
                  <a:pt x="1474364" y="50442"/>
                </a:lnTo>
                <a:lnTo>
                  <a:pt x="1474865" y="50047"/>
                </a:lnTo>
                <a:lnTo>
                  <a:pt x="1475377" y="49660"/>
                </a:lnTo>
                <a:lnTo>
                  <a:pt x="1475898" y="49283"/>
                </a:lnTo>
                <a:lnTo>
                  <a:pt x="1476430" y="48915"/>
                </a:lnTo>
                <a:lnTo>
                  <a:pt x="1476977" y="48554"/>
                </a:lnTo>
                <a:lnTo>
                  <a:pt x="1477532" y="48209"/>
                </a:lnTo>
                <a:lnTo>
                  <a:pt x="1478095" y="47878"/>
                </a:lnTo>
                <a:lnTo>
                  <a:pt x="1478667" y="47563"/>
                </a:lnTo>
                <a:lnTo>
                  <a:pt x="1479247" y="47264"/>
                </a:lnTo>
                <a:lnTo>
                  <a:pt x="1479835" y="46980"/>
                </a:lnTo>
                <a:lnTo>
                  <a:pt x="1480432" y="46711"/>
                </a:lnTo>
                <a:lnTo>
                  <a:pt x="1481037" y="46458"/>
                </a:lnTo>
                <a:lnTo>
                  <a:pt x="1481650" y="46219"/>
                </a:lnTo>
                <a:lnTo>
                  <a:pt x="1482272" y="45997"/>
                </a:lnTo>
                <a:lnTo>
                  <a:pt x="1482902" y="45789"/>
                </a:lnTo>
                <a:lnTo>
                  <a:pt x="1483540" y="45597"/>
                </a:lnTo>
                <a:lnTo>
                  <a:pt x="1484187" y="45421"/>
                </a:lnTo>
                <a:lnTo>
                  <a:pt x="1484842" y="45259"/>
                </a:lnTo>
                <a:lnTo>
                  <a:pt x="1485505" y="45113"/>
                </a:lnTo>
                <a:lnTo>
                  <a:pt x="1486177" y="44983"/>
                </a:lnTo>
                <a:lnTo>
                  <a:pt x="1486857" y="44868"/>
                </a:lnTo>
                <a:lnTo>
                  <a:pt x="1487545" y="44768"/>
                </a:lnTo>
                <a:lnTo>
                  <a:pt x="1488242" y="44683"/>
                </a:lnTo>
                <a:lnTo>
                  <a:pt x="1488947" y="44614"/>
                </a:lnTo>
                <a:lnTo>
                  <a:pt x="1489661" y="44560"/>
                </a:lnTo>
                <a:lnTo>
                  <a:pt x="1490382" y="44522"/>
                </a:lnTo>
                <a:lnTo>
                  <a:pt x="1491112" y="44499"/>
                </a:lnTo>
                <a:lnTo>
                  <a:pt x="1491851" y="44491"/>
                </a:lnTo>
                <a:lnTo>
                  <a:pt x="1492521" y="44498"/>
                </a:lnTo>
                <a:lnTo>
                  <a:pt x="1493184" y="44517"/>
                </a:lnTo>
                <a:lnTo>
                  <a:pt x="1493840" y="44550"/>
                </a:lnTo>
                <a:lnTo>
                  <a:pt x="1494488" y="44595"/>
                </a:lnTo>
                <a:lnTo>
                  <a:pt x="1495128" y="44653"/>
                </a:lnTo>
                <a:lnTo>
                  <a:pt x="1495761" y="44724"/>
                </a:lnTo>
                <a:lnTo>
                  <a:pt x="1496387" y="44809"/>
                </a:lnTo>
                <a:lnTo>
                  <a:pt x="1497005" y="44906"/>
                </a:lnTo>
                <a:lnTo>
                  <a:pt x="1497616" y="45016"/>
                </a:lnTo>
                <a:lnTo>
                  <a:pt x="1498219" y="45139"/>
                </a:lnTo>
                <a:lnTo>
                  <a:pt x="1498815" y="45275"/>
                </a:lnTo>
                <a:lnTo>
                  <a:pt x="1499403" y="45424"/>
                </a:lnTo>
                <a:lnTo>
                  <a:pt x="1499984" y="45585"/>
                </a:lnTo>
                <a:lnTo>
                  <a:pt x="1500557" y="45760"/>
                </a:lnTo>
                <a:lnTo>
                  <a:pt x="1501123" y="45948"/>
                </a:lnTo>
                <a:lnTo>
                  <a:pt x="1501682" y="46149"/>
                </a:lnTo>
                <a:lnTo>
                  <a:pt x="1502233" y="46362"/>
                </a:lnTo>
                <a:lnTo>
                  <a:pt x="1502776" y="46589"/>
                </a:lnTo>
                <a:lnTo>
                  <a:pt x="1503312" y="46828"/>
                </a:lnTo>
                <a:lnTo>
                  <a:pt x="1503841" y="47081"/>
                </a:lnTo>
                <a:lnTo>
                  <a:pt x="1504362" y="47346"/>
                </a:lnTo>
                <a:lnTo>
                  <a:pt x="1504876" y="47624"/>
                </a:lnTo>
                <a:lnTo>
                  <a:pt x="1505382" y="47916"/>
                </a:lnTo>
                <a:lnTo>
                  <a:pt x="1505881" y="48220"/>
                </a:lnTo>
                <a:lnTo>
                  <a:pt x="1506376" y="48535"/>
                </a:lnTo>
                <a:lnTo>
                  <a:pt x="1506862" y="48860"/>
                </a:lnTo>
                <a:lnTo>
                  <a:pt x="1507338" y="49195"/>
                </a:lnTo>
                <a:lnTo>
                  <a:pt x="1507805" y="49538"/>
                </a:lnTo>
                <a:lnTo>
                  <a:pt x="1508262" y="49892"/>
                </a:lnTo>
                <a:lnTo>
                  <a:pt x="1508709" y="50254"/>
                </a:lnTo>
                <a:lnTo>
                  <a:pt x="1509146" y="50626"/>
                </a:lnTo>
                <a:lnTo>
                  <a:pt x="1509574" y="51008"/>
                </a:lnTo>
                <a:lnTo>
                  <a:pt x="1509993" y="51399"/>
                </a:lnTo>
                <a:lnTo>
                  <a:pt x="1510401" y="51799"/>
                </a:lnTo>
                <a:lnTo>
                  <a:pt x="1510800" y="52209"/>
                </a:lnTo>
                <a:lnTo>
                  <a:pt x="1511189" y="52628"/>
                </a:lnTo>
                <a:lnTo>
                  <a:pt x="1511569" y="53057"/>
                </a:lnTo>
                <a:lnTo>
                  <a:pt x="1511939" y="53495"/>
                </a:lnTo>
                <a:lnTo>
                  <a:pt x="1512299" y="53942"/>
                </a:lnTo>
                <a:lnTo>
                  <a:pt x="1512650" y="54399"/>
                </a:lnTo>
                <a:lnTo>
                  <a:pt x="1512991" y="54866"/>
                </a:lnTo>
                <a:lnTo>
                  <a:pt x="1513322" y="55342"/>
                </a:lnTo>
                <a:lnTo>
                  <a:pt x="1513644" y="55827"/>
                </a:lnTo>
                <a:lnTo>
                  <a:pt x="1513956" y="56322"/>
                </a:lnTo>
                <a:lnTo>
                  <a:pt x="1514258" y="56826"/>
                </a:lnTo>
                <a:lnTo>
                  <a:pt x="1514551" y="57339"/>
                </a:lnTo>
                <a:lnTo>
                  <a:pt x="1514834" y="57862"/>
                </a:lnTo>
                <a:lnTo>
                  <a:pt x="1515107" y="58395"/>
                </a:lnTo>
                <a:lnTo>
                  <a:pt x="1515376" y="58935"/>
                </a:lnTo>
                <a:lnTo>
                  <a:pt x="1515632" y="59482"/>
                </a:lnTo>
                <a:lnTo>
                  <a:pt x="1515878" y="60034"/>
                </a:lnTo>
                <a:lnTo>
                  <a:pt x="1516112" y="60593"/>
                </a:lnTo>
                <a:lnTo>
                  <a:pt x="1516334" y="61158"/>
                </a:lnTo>
                <a:lnTo>
                  <a:pt x="1516545" y="61729"/>
                </a:lnTo>
                <a:lnTo>
                  <a:pt x="1516745" y="62306"/>
                </a:lnTo>
                <a:lnTo>
                  <a:pt x="1516933" y="62889"/>
                </a:lnTo>
                <a:lnTo>
                  <a:pt x="1517110" y="63478"/>
                </a:lnTo>
                <a:lnTo>
                  <a:pt x="1517276" y="64074"/>
                </a:lnTo>
                <a:lnTo>
                  <a:pt x="1517430" y="64676"/>
                </a:lnTo>
                <a:lnTo>
                  <a:pt x="1517572" y="65283"/>
                </a:lnTo>
                <a:lnTo>
                  <a:pt x="1517703" y="65897"/>
                </a:lnTo>
                <a:lnTo>
                  <a:pt x="1517823" y="66518"/>
                </a:lnTo>
                <a:lnTo>
                  <a:pt x="1517932" y="67144"/>
                </a:lnTo>
                <a:lnTo>
                  <a:pt x="1518029" y="67776"/>
                </a:lnTo>
                <a:lnTo>
                  <a:pt x="1518114" y="68415"/>
                </a:lnTo>
                <a:lnTo>
                  <a:pt x="1518188" y="69060"/>
                </a:lnTo>
                <a:lnTo>
                  <a:pt x="1518251" y="69710"/>
                </a:lnTo>
                <a:lnTo>
                  <a:pt x="1518303" y="70367"/>
                </a:lnTo>
                <a:lnTo>
                  <a:pt x="1518342" y="71031"/>
                </a:lnTo>
                <a:lnTo>
                  <a:pt x="1518371" y="71700"/>
                </a:lnTo>
                <a:lnTo>
                  <a:pt x="1518388" y="72375"/>
                </a:lnTo>
                <a:lnTo>
                  <a:pt x="1518394" y="73057"/>
                </a:lnTo>
                <a:lnTo>
                  <a:pt x="1463105" y="73057"/>
                </a:lnTo>
                <a:lnTo>
                  <a:pt x="1463129" y="72685"/>
                </a:lnTo>
                <a:lnTo>
                  <a:pt x="1463183" y="72032"/>
                </a:lnTo>
                <a:lnTo>
                  <a:pt x="1463250" y="71382"/>
                </a:lnTo>
                <a:lnTo>
                  <a:pt x="1463328" y="70736"/>
                </a:lnTo>
                <a:lnTo>
                  <a:pt x="1463419" y="70094"/>
                </a:lnTo>
                <a:close/>
                <a:moveTo>
                  <a:pt x="1623352" y="49954"/>
                </a:moveTo>
                <a:lnTo>
                  <a:pt x="1622971" y="49168"/>
                </a:lnTo>
                <a:lnTo>
                  <a:pt x="1622573" y="48396"/>
                </a:lnTo>
                <a:lnTo>
                  <a:pt x="1622158" y="47637"/>
                </a:lnTo>
                <a:lnTo>
                  <a:pt x="1621726" y="46893"/>
                </a:lnTo>
                <a:lnTo>
                  <a:pt x="1621278" y="46163"/>
                </a:lnTo>
                <a:lnTo>
                  <a:pt x="1620814" y="45446"/>
                </a:lnTo>
                <a:lnTo>
                  <a:pt x="1620332" y="44744"/>
                </a:lnTo>
                <a:lnTo>
                  <a:pt x="1619834" y="44056"/>
                </a:lnTo>
                <a:lnTo>
                  <a:pt x="1619319" y="43382"/>
                </a:lnTo>
                <a:lnTo>
                  <a:pt x="1618788" y="42722"/>
                </a:lnTo>
                <a:lnTo>
                  <a:pt x="1618240" y="42076"/>
                </a:lnTo>
                <a:lnTo>
                  <a:pt x="1617675" y="41444"/>
                </a:lnTo>
                <a:lnTo>
                  <a:pt x="1617093" y="40826"/>
                </a:lnTo>
                <a:lnTo>
                  <a:pt x="1616495" y="40222"/>
                </a:lnTo>
                <a:lnTo>
                  <a:pt x="1615880" y="39632"/>
                </a:lnTo>
                <a:lnTo>
                  <a:pt x="1615249" y="39056"/>
                </a:lnTo>
                <a:lnTo>
                  <a:pt x="1614600" y="38495"/>
                </a:lnTo>
                <a:lnTo>
                  <a:pt x="1613936" y="37947"/>
                </a:lnTo>
                <a:lnTo>
                  <a:pt x="1613254" y="37413"/>
                </a:lnTo>
                <a:lnTo>
                  <a:pt x="1612559" y="36898"/>
                </a:lnTo>
                <a:lnTo>
                  <a:pt x="1611842" y="36404"/>
                </a:lnTo>
                <a:lnTo>
                  <a:pt x="1611103" y="35932"/>
                </a:lnTo>
                <a:lnTo>
                  <a:pt x="1610343" y="35482"/>
                </a:lnTo>
                <a:lnTo>
                  <a:pt x="1609562" y="35054"/>
                </a:lnTo>
                <a:lnTo>
                  <a:pt x="1608759" y="34648"/>
                </a:lnTo>
                <a:lnTo>
                  <a:pt x="1607935" y="34264"/>
                </a:lnTo>
                <a:lnTo>
                  <a:pt x="1607089" y="33902"/>
                </a:lnTo>
                <a:lnTo>
                  <a:pt x="1606221" y="33562"/>
                </a:lnTo>
                <a:lnTo>
                  <a:pt x="1605332" y="33244"/>
                </a:lnTo>
                <a:lnTo>
                  <a:pt x="1604422" y="32948"/>
                </a:lnTo>
                <a:lnTo>
                  <a:pt x="1603490" y="32673"/>
                </a:lnTo>
                <a:lnTo>
                  <a:pt x="1602536" y="32421"/>
                </a:lnTo>
                <a:lnTo>
                  <a:pt x="1601561" y="32191"/>
                </a:lnTo>
                <a:lnTo>
                  <a:pt x="1600565" y="31982"/>
                </a:lnTo>
                <a:lnTo>
                  <a:pt x="1599547" y="31796"/>
                </a:lnTo>
                <a:lnTo>
                  <a:pt x="1598508" y="31631"/>
                </a:lnTo>
                <a:lnTo>
                  <a:pt x="1597447" y="31488"/>
                </a:lnTo>
                <a:lnTo>
                  <a:pt x="1596364" y="31368"/>
                </a:lnTo>
                <a:lnTo>
                  <a:pt x="1595260" y="31269"/>
                </a:lnTo>
                <a:lnTo>
                  <a:pt x="1594135" y="31192"/>
                </a:lnTo>
                <a:lnTo>
                  <a:pt x="1592988" y="31137"/>
                </a:lnTo>
                <a:lnTo>
                  <a:pt x="1591819" y="31104"/>
                </a:lnTo>
                <a:lnTo>
                  <a:pt x="1590629" y="31093"/>
                </a:lnTo>
                <a:lnTo>
                  <a:pt x="1589780" y="31100"/>
                </a:lnTo>
                <a:lnTo>
                  <a:pt x="1588938" y="31118"/>
                </a:lnTo>
                <a:lnTo>
                  <a:pt x="1588103" y="31150"/>
                </a:lnTo>
                <a:lnTo>
                  <a:pt x="1587276" y="31193"/>
                </a:lnTo>
                <a:lnTo>
                  <a:pt x="1586456" y="31250"/>
                </a:lnTo>
                <a:lnTo>
                  <a:pt x="1585644" y="31319"/>
                </a:lnTo>
                <a:lnTo>
                  <a:pt x="1584840" y="31400"/>
                </a:lnTo>
                <a:lnTo>
                  <a:pt x="1584042" y="31494"/>
                </a:lnTo>
                <a:lnTo>
                  <a:pt x="1583253" y="31600"/>
                </a:lnTo>
                <a:lnTo>
                  <a:pt x="1582470" y="31719"/>
                </a:lnTo>
                <a:lnTo>
                  <a:pt x="1581696" y="31850"/>
                </a:lnTo>
                <a:lnTo>
                  <a:pt x="1580928" y="31994"/>
                </a:lnTo>
                <a:lnTo>
                  <a:pt x="1580168" y="32150"/>
                </a:lnTo>
                <a:lnTo>
                  <a:pt x="1579416" y="32319"/>
                </a:lnTo>
                <a:lnTo>
                  <a:pt x="1578671" y="32501"/>
                </a:lnTo>
                <a:lnTo>
                  <a:pt x="1577933" y="32694"/>
                </a:lnTo>
                <a:lnTo>
                  <a:pt x="1577203" y="32901"/>
                </a:lnTo>
                <a:lnTo>
                  <a:pt x="1576481" y="33120"/>
                </a:lnTo>
                <a:lnTo>
                  <a:pt x="1575766" y="33351"/>
                </a:lnTo>
                <a:lnTo>
                  <a:pt x="1575058" y="33595"/>
                </a:lnTo>
                <a:lnTo>
                  <a:pt x="1574358" y="33851"/>
                </a:lnTo>
                <a:lnTo>
                  <a:pt x="1573665" y="34120"/>
                </a:lnTo>
                <a:lnTo>
                  <a:pt x="1572980" y="34402"/>
                </a:lnTo>
                <a:lnTo>
                  <a:pt x="1572302" y="34696"/>
                </a:lnTo>
                <a:lnTo>
                  <a:pt x="1571639" y="35001"/>
                </a:lnTo>
                <a:lnTo>
                  <a:pt x="1570987" y="35315"/>
                </a:lnTo>
                <a:lnTo>
                  <a:pt x="1570348" y="35639"/>
                </a:lnTo>
                <a:lnTo>
                  <a:pt x="1569719" y="35972"/>
                </a:lnTo>
                <a:lnTo>
                  <a:pt x="1569103" y="36315"/>
                </a:lnTo>
                <a:lnTo>
                  <a:pt x="1568498" y="36667"/>
                </a:lnTo>
                <a:lnTo>
                  <a:pt x="1567905" y="37028"/>
                </a:lnTo>
                <a:lnTo>
                  <a:pt x="1567323" y="37399"/>
                </a:lnTo>
                <a:lnTo>
                  <a:pt x="1566753" y="37780"/>
                </a:lnTo>
                <a:lnTo>
                  <a:pt x="1566195" y="38169"/>
                </a:lnTo>
                <a:lnTo>
                  <a:pt x="1565648" y="38569"/>
                </a:lnTo>
                <a:lnTo>
                  <a:pt x="1565113" y="38977"/>
                </a:lnTo>
                <a:lnTo>
                  <a:pt x="1564589" y="39395"/>
                </a:lnTo>
                <a:lnTo>
                  <a:pt x="1564078" y="39823"/>
                </a:lnTo>
                <a:lnTo>
                  <a:pt x="1563577" y="40260"/>
                </a:lnTo>
                <a:lnTo>
                  <a:pt x="1563089" y="40707"/>
                </a:lnTo>
                <a:lnTo>
                  <a:pt x="1562612" y="41162"/>
                </a:lnTo>
                <a:lnTo>
                  <a:pt x="1562147" y="41628"/>
                </a:lnTo>
                <a:lnTo>
                  <a:pt x="1561693" y="42102"/>
                </a:lnTo>
                <a:lnTo>
                  <a:pt x="1561251" y="42587"/>
                </a:lnTo>
                <a:lnTo>
                  <a:pt x="1560820" y="43080"/>
                </a:lnTo>
                <a:lnTo>
                  <a:pt x="1560402" y="43583"/>
                </a:lnTo>
                <a:lnTo>
                  <a:pt x="1559994" y="44096"/>
                </a:lnTo>
                <a:lnTo>
                  <a:pt x="1559599" y="44618"/>
                </a:lnTo>
                <a:lnTo>
                  <a:pt x="1559222" y="45148"/>
                </a:lnTo>
                <a:lnTo>
                  <a:pt x="1558862" y="45684"/>
                </a:lnTo>
                <a:lnTo>
                  <a:pt x="1558518" y="46227"/>
                </a:lnTo>
                <a:lnTo>
                  <a:pt x="1558189" y="46777"/>
                </a:lnTo>
                <a:lnTo>
                  <a:pt x="1557877" y="47333"/>
                </a:lnTo>
                <a:lnTo>
                  <a:pt x="1557580" y="47896"/>
                </a:lnTo>
                <a:lnTo>
                  <a:pt x="1557300" y="48466"/>
                </a:lnTo>
                <a:lnTo>
                  <a:pt x="1557036" y="49042"/>
                </a:lnTo>
                <a:lnTo>
                  <a:pt x="1556788" y="49624"/>
                </a:lnTo>
                <a:lnTo>
                  <a:pt x="1556555" y="50213"/>
                </a:lnTo>
                <a:lnTo>
                  <a:pt x="1556339" y="50809"/>
                </a:lnTo>
                <a:lnTo>
                  <a:pt x="1556139" y="51412"/>
                </a:lnTo>
                <a:lnTo>
                  <a:pt x="1555955" y="52020"/>
                </a:lnTo>
                <a:lnTo>
                  <a:pt x="1555786" y="52636"/>
                </a:lnTo>
                <a:lnTo>
                  <a:pt x="1555634" y="53258"/>
                </a:lnTo>
                <a:lnTo>
                  <a:pt x="1555498" y="53887"/>
                </a:lnTo>
                <a:lnTo>
                  <a:pt x="1555378" y="54522"/>
                </a:lnTo>
                <a:lnTo>
                  <a:pt x="1555274" y="55164"/>
                </a:lnTo>
                <a:lnTo>
                  <a:pt x="1555186" y="55812"/>
                </a:lnTo>
                <a:lnTo>
                  <a:pt x="1555114" y="56467"/>
                </a:lnTo>
                <a:lnTo>
                  <a:pt x="1555058" y="57129"/>
                </a:lnTo>
                <a:lnTo>
                  <a:pt x="1555017" y="57797"/>
                </a:lnTo>
                <a:lnTo>
                  <a:pt x="1554993" y="58472"/>
                </a:lnTo>
                <a:lnTo>
                  <a:pt x="1554985" y="59153"/>
                </a:lnTo>
                <a:lnTo>
                  <a:pt x="1554996" y="59985"/>
                </a:lnTo>
                <a:lnTo>
                  <a:pt x="1555028" y="60805"/>
                </a:lnTo>
                <a:lnTo>
                  <a:pt x="1555082" y="61613"/>
                </a:lnTo>
                <a:lnTo>
                  <a:pt x="1555157" y="62410"/>
                </a:lnTo>
                <a:lnTo>
                  <a:pt x="1555254" y="63195"/>
                </a:lnTo>
                <a:lnTo>
                  <a:pt x="1555373" y="63968"/>
                </a:lnTo>
                <a:lnTo>
                  <a:pt x="1555512" y="64730"/>
                </a:lnTo>
                <a:lnTo>
                  <a:pt x="1555674" y="65480"/>
                </a:lnTo>
                <a:lnTo>
                  <a:pt x="1555856" y="66219"/>
                </a:lnTo>
                <a:lnTo>
                  <a:pt x="1556061" y="66945"/>
                </a:lnTo>
                <a:lnTo>
                  <a:pt x="1556287" y="67661"/>
                </a:lnTo>
                <a:lnTo>
                  <a:pt x="1556534" y="68364"/>
                </a:lnTo>
                <a:lnTo>
                  <a:pt x="1556803" y="69056"/>
                </a:lnTo>
                <a:lnTo>
                  <a:pt x="1557093" y="69737"/>
                </a:lnTo>
                <a:lnTo>
                  <a:pt x="1557405" y="70405"/>
                </a:lnTo>
                <a:lnTo>
                  <a:pt x="1557738" y="71063"/>
                </a:lnTo>
                <a:lnTo>
                  <a:pt x="1558093" y="71708"/>
                </a:lnTo>
                <a:lnTo>
                  <a:pt x="1558469" y="72342"/>
                </a:lnTo>
                <a:lnTo>
                  <a:pt x="1558867" y="72964"/>
                </a:lnTo>
                <a:lnTo>
                  <a:pt x="1559287" y="73575"/>
                </a:lnTo>
                <a:lnTo>
                  <a:pt x="1559727" y="74174"/>
                </a:lnTo>
                <a:lnTo>
                  <a:pt x="1560190" y="74761"/>
                </a:lnTo>
                <a:lnTo>
                  <a:pt x="1560674" y="75337"/>
                </a:lnTo>
                <a:lnTo>
                  <a:pt x="1561179" y="75901"/>
                </a:lnTo>
                <a:lnTo>
                  <a:pt x="1561713" y="76448"/>
                </a:lnTo>
                <a:lnTo>
                  <a:pt x="1562271" y="76983"/>
                </a:lnTo>
                <a:lnTo>
                  <a:pt x="1562854" y="77505"/>
                </a:lnTo>
                <a:lnTo>
                  <a:pt x="1563461" y="78016"/>
                </a:lnTo>
                <a:lnTo>
                  <a:pt x="1564093" y="78515"/>
                </a:lnTo>
                <a:lnTo>
                  <a:pt x="1564750" y="79001"/>
                </a:lnTo>
                <a:lnTo>
                  <a:pt x="1565431" y="79476"/>
                </a:lnTo>
                <a:lnTo>
                  <a:pt x="1566136" y="79938"/>
                </a:lnTo>
                <a:lnTo>
                  <a:pt x="1566867" y="80389"/>
                </a:lnTo>
                <a:lnTo>
                  <a:pt x="1567622" y="80827"/>
                </a:lnTo>
                <a:lnTo>
                  <a:pt x="1568401" y="81253"/>
                </a:lnTo>
                <a:lnTo>
                  <a:pt x="1569205" y="81668"/>
                </a:lnTo>
                <a:lnTo>
                  <a:pt x="1570034" y="82070"/>
                </a:lnTo>
                <a:lnTo>
                  <a:pt x="1570887" y="82460"/>
                </a:lnTo>
                <a:lnTo>
                  <a:pt x="1571765" y="82838"/>
                </a:lnTo>
                <a:lnTo>
                  <a:pt x="1572667" y="83204"/>
                </a:lnTo>
                <a:lnTo>
                  <a:pt x="1573594" y="83557"/>
                </a:lnTo>
                <a:lnTo>
                  <a:pt x="1574545" y="83899"/>
                </a:lnTo>
                <a:lnTo>
                  <a:pt x="1575521" y="84229"/>
                </a:lnTo>
                <a:lnTo>
                  <a:pt x="1576522" y="84547"/>
                </a:lnTo>
                <a:lnTo>
                  <a:pt x="1577547" y="84852"/>
                </a:lnTo>
                <a:lnTo>
                  <a:pt x="1578597" y="85146"/>
                </a:lnTo>
                <a:lnTo>
                  <a:pt x="1579671" y="85427"/>
                </a:lnTo>
                <a:lnTo>
                  <a:pt x="1580770" y="85696"/>
                </a:lnTo>
                <a:lnTo>
                  <a:pt x="1596949" y="89488"/>
                </a:lnTo>
                <a:lnTo>
                  <a:pt x="1597553" y="89634"/>
                </a:lnTo>
                <a:lnTo>
                  <a:pt x="1598144" y="89785"/>
                </a:lnTo>
                <a:lnTo>
                  <a:pt x="1598722" y="89943"/>
                </a:lnTo>
                <a:lnTo>
                  <a:pt x="1599287" y="90106"/>
                </a:lnTo>
                <a:lnTo>
                  <a:pt x="1599839" y="90276"/>
                </a:lnTo>
                <a:lnTo>
                  <a:pt x="1600377" y="90452"/>
                </a:lnTo>
                <a:lnTo>
                  <a:pt x="1600903" y="90634"/>
                </a:lnTo>
                <a:lnTo>
                  <a:pt x="1601415" y="90822"/>
                </a:lnTo>
                <a:lnTo>
                  <a:pt x="1601914" y="91017"/>
                </a:lnTo>
                <a:lnTo>
                  <a:pt x="1602400" y="91217"/>
                </a:lnTo>
                <a:lnTo>
                  <a:pt x="1602872" y="91424"/>
                </a:lnTo>
                <a:lnTo>
                  <a:pt x="1603332" y="91637"/>
                </a:lnTo>
                <a:lnTo>
                  <a:pt x="1603778" y="91856"/>
                </a:lnTo>
                <a:lnTo>
                  <a:pt x="1604211" y="92081"/>
                </a:lnTo>
                <a:lnTo>
                  <a:pt x="1604631" y="92312"/>
                </a:lnTo>
                <a:lnTo>
                  <a:pt x="1605038" y="92550"/>
                </a:lnTo>
                <a:lnTo>
                  <a:pt x="1605432" y="92793"/>
                </a:lnTo>
                <a:lnTo>
                  <a:pt x="1605812" y="93043"/>
                </a:lnTo>
                <a:lnTo>
                  <a:pt x="1606180" y="93299"/>
                </a:lnTo>
                <a:lnTo>
                  <a:pt x="1606534" y="93561"/>
                </a:lnTo>
                <a:lnTo>
                  <a:pt x="1606875" y="93829"/>
                </a:lnTo>
                <a:lnTo>
                  <a:pt x="1607203" y="94104"/>
                </a:lnTo>
                <a:lnTo>
                  <a:pt x="1607517" y="94384"/>
                </a:lnTo>
                <a:lnTo>
                  <a:pt x="1607819" y="94671"/>
                </a:lnTo>
                <a:lnTo>
                  <a:pt x="1608108" y="94958"/>
                </a:lnTo>
                <a:lnTo>
                  <a:pt x="1608384" y="95251"/>
                </a:lnTo>
                <a:lnTo>
                  <a:pt x="1608648" y="95549"/>
                </a:lnTo>
                <a:lnTo>
                  <a:pt x="1608900" y="95854"/>
                </a:lnTo>
                <a:lnTo>
                  <a:pt x="1609140" y="96164"/>
                </a:lnTo>
                <a:lnTo>
                  <a:pt x="1609367" y="96480"/>
                </a:lnTo>
                <a:lnTo>
                  <a:pt x="1609582" y="96801"/>
                </a:lnTo>
                <a:lnTo>
                  <a:pt x="1609785" y="97128"/>
                </a:lnTo>
                <a:lnTo>
                  <a:pt x="1609976" y="97461"/>
                </a:lnTo>
                <a:lnTo>
                  <a:pt x="1610154" y="97800"/>
                </a:lnTo>
                <a:lnTo>
                  <a:pt x="1610320" y="98144"/>
                </a:lnTo>
                <a:lnTo>
                  <a:pt x="1610473" y="98494"/>
                </a:lnTo>
                <a:lnTo>
                  <a:pt x="1610615" y="98850"/>
                </a:lnTo>
                <a:lnTo>
                  <a:pt x="1610744" y="99211"/>
                </a:lnTo>
                <a:lnTo>
                  <a:pt x="1610860" y="99578"/>
                </a:lnTo>
                <a:lnTo>
                  <a:pt x="1610965" y="99951"/>
                </a:lnTo>
                <a:lnTo>
                  <a:pt x="1611057" y="100330"/>
                </a:lnTo>
                <a:lnTo>
                  <a:pt x="1611137" y="100714"/>
                </a:lnTo>
                <a:lnTo>
                  <a:pt x="1611205" y="101104"/>
                </a:lnTo>
                <a:lnTo>
                  <a:pt x="1611260" y="101499"/>
                </a:lnTo>
                <a:lnTo>
                  <a:pt x="1611303" y="101901"/>
                </a:lnTo>
                <a:lnTo>
                  <a:pt x="1611334" y="102308"/>
                </a:lnTo>
                <a:lnTo>
                  <a:pt x="1611352" y="102721"/>
                </a:lnTo>
                <a:lnTo>
                  <a:pt x="1611358" y="103139"/>
                </a:lnTo>
                <a:lnTo>
                  <a:pt x="1611347" y="103657"/>
                </a:lnTo>
                <a:lnTo>
                  <a:pt x="1611315" y="104170"/>
                </a:lnTo>
                <a:lnTo>
                  <a:pt x="1611261" y="104676"/>
                </a:lnTo>
                <a:lnTo>
                  <a:pt x="1611186" y="105175"/>
                </a:lnTo>
                <a:lnTo>
                  <a:pt x="1611089" y="105669"/>
                </a:lnTo>
                <a:lnTo>
                  <a:pt x="1610971" y="106157"/>
                </a:lnTo>
                <a:lnTo>
                  <a:pt x="1610831" y="106638"/>
                </a:lnTo>
                <a:lnTo>
                  <a:pt x="1610670" y="107114"/>
                </a:lnTo>
                <a:lnTo>
                  <a:pt x="1610487" y="107583"/>
                </a:lnTo>
                <a:lnTo>
                  <a:pt x="1610283" y="108046"/>
                </a:lnTo>
                <a:lnTo>
                  <a:pt x="1610057" y="108503"/>
                </a:lnTo>
                <a:lnTo>
                  <a:pt x="1609810" y="108953"/>
                </a:lnTo>
                <a:lnTo>
                  <a:pt x="1609541" y="109398"/>
                </a:lnTo>
                <a:lnTo>
                  <a:pt x="1609251" y="109836"/>
                </a:lnTo>
                <a:lnTo>
                  <a:pt x="1608939" y="110269"/>
                </a:lnTo>
                <a:lnTo>
                  <a:pt x="1608605" y="110695"/>
                </a:lnTo>
                <a:lnTo>
                  <a:pt x="1608251" y="111115"/>
                </a:lnTo>
                <a:lnTo>
                  <a:pt x="1607874" y="111529"/>
                </a:lnTo>
                <a:lnTo>
                  <a:pt x="1607476" y="111936"/>
                </a:lnTo>
                <a:lnTo>
                  <a:pt x="1607057" y="112338"/>
                </a:lnTo>
                <a:lnTo>
                  <a:pt x="1606616" y="112733"/>
                </a:lnTo>
                <a:lnTo>
                  <a:pt x="1606154" y="113123"/>
                </a:lnTo>
                <a:lnTo>
                  <a:pt x="1605670" y="113506"/>
                </a:lnTo>
                <a:lnTo>
                  <a:pt x="1605165" y="113883"/>
                </a:lnTo>
                <a:lnTo>
                  <a:pt x="1604646" y="114244"/>
                </a:lnTo>
                <a:lnTo>
                  <a:pt x="1604113" y="114589"/>
                </a:lnTo>
                <a:lnTo>
                  <a:pt x="1603565" y="114920"/>
                </a:lnTo>
                <a:lnTo>
                  <a:pt x="1603002" y="115234"/>
                </a:lnTo>
                <a:lnTo>
                  <a:pt x="1602424" y="115534"/>
                </a:lnTo>
                <a:lnTo>
                  <a:pt x="1601831" y="115818"/>
                </a:lnTo>
                <a:lnTo>
                  <a:pt x="1601223" y="116087"/>
                </a:lnTo>
                <a:lnTo>
                  <a:pt x="1600600" y="116340"/>
                </a:lnTo>
                <a:lnTo>
                  <a:pt x="1599963" y="116578"/>
                </a:lnTo>
                <a:lnTo>
                  <a:pt x="1599310" y="116801"/>
                </a:lnTo>
                <a:lnTo>
                  <a:pt x="1598643" y="117009"/>
                </a:lnTo>
                <a:lnTo>
                  <a:pt x="1597960" y="117201"/>
                </a:lnTo>
                <a:lnTo>
                  <a:pt x="1597263" y="117377"/>
                </a:lnTo>
                <a:lnTo>
                  <a:pt x="1596550" y="117539"/>
                </a:lnTo>
                <a:lnTo>
                  <a:pt x="1595823" y="117684"/>
                </a:lnTo>
                <a:lnTo>
                  <a:pt x="1595081" y="117815"/>
                </a:lnTo>
                <a:lnTo>
                  <a:pt x="1594324" y="117930"/>
                </a:lnTo>
                <a:lnTo>
                  <a:pt x="1593552" y="118030"/>
                </a:lnTo>
                <a:lnTo>
                  <a:pt x="1592765" y="118115"/>
                </a:lnTo>
                <a:lnTo>
                  <a:pt x="1591963" y="118184"/>
                </a:lnTo>
                <a:lnTo>
                  <a:pt x="1591147" y="118237"/>
                </a:lnTo>
                <a:lnTo>
                  <a:pt x="1590315" y="118276"/>
                </a:lnTo>
                <a:lnTo>
                  <a:pt x="1589468" y="118299"/>
                </a:lnTo>
                <a:lnTo>
                  <a:pt x="1588607" y="118307"/>
                </a:lnTo>
                <a:lnTo>
                  <a:pt x="1587849" y="118300"/>
                </a:lnTo>
                <a:lnTo>
                  <a:pt x="1587104" y="118279"/>
                </a:lnTo>
                <a:lnTo>
                  <a:pt x="1586370" y="118245"/>
                </a:lnTo>
                <a:lnTo>
                  <a:pt x="1585649" y="118198"/>
                </a:lnTo>
                <a:lnTo>
                  <a:pt x="1584939" y="118137"/>
                </a:lnTo>
                <a:lnTo>
                  <a:pt x="1584242" y="118062"/>
                </a:lnTo>
                <a:lnTo>
                  <a:pt x="1583557" y="117973"/>
                </a:lnTo>
                <a:lnTo>
                  <a:pt x="1582884" y="117871"/>
                </a:lnTo>
                <a:lnTo>
                  <a:pt x="1582223" y="117756"/>
                </a:lnTo>
                <a:lnTo>
                  <a:pt x="1581574" y="117626"/>
                </a:lnTo>
                <a:lnTo>
                  <a:pt x="1580937" y="117483"/>
                </a:lnTo>
                <a:lnTo>
                  <a:pt x="1580312" y="117327"/>
                </a:lnTo>
                <a:lnTo>
                  <a:pt x="1579699" y="117157"/>
                </a:lnTo>
                <a:lnTo>
                  <a:pt x="1579099" y="116973"/>
                </a:lnTo>
                <a:lnTo>
                  <a:pt x="1578510" y="116776"/>
                </a:lnTo>
                <a:lnTo>
                  <a:pt x="1577933" y="116565"/>
                </a:lnTo>
                <a:lnTo>
                  <a:pt x="1577369" y="116341"/>
                </a:lnTo>
                <a:lnTo>
                  <a:pt x="1576816" y="116103"/>
                </a:lnTo>
                <a:lnTo>
                  <a:pt x="1576276" y="115851"/>
                </a:lnTo>
                <a:lnTo>
                  <a:pt x="1575748" y="115586"/>
                </a:lnTo>
                <a:lnTo>
                  <a:pt x="1575231" y="115307"/>
                </a:lnTo>
                <a:lnTo>
                  <a:pt x="1574727" y="115014"/>
                </a:lnTo>
                <a:lnTo>
                  <a:pt x="1574235" y="114708"/>
                </a:lnTo>
                <a:lnTo>
                  <a:pt x="1573755" y="114388"/>
                </a:lnTo>
                <a:lnTo>
                  <a:pt x="1573293" y="114055"/>
                </a:lnTo>
                <a:lnTo>
                  <a:pt x="1572843" y="113708"/>
                </a:lnTo>
                <a:lnTo>
                  <a:pt x="1572405" y="113348"/>
                </a:lnTo>
                <a:lnTo>
                  <a:pt x="1571980" y="112973"/>
                </a:lnTo>
                <a:lnTo>
                  <a:pt x="1571568" y="112586"/>
                </a:lnTo>
                <a:lnTo>
                  <a:pt x="1571168" y="112184"/>
                </a:lnTo>
                <a:lnTo>
                  <a:pt x="1570781" y="111769"/>
                </a:lnTo>
                <a:lnTo>
                  <a:pt x="1570406" y="111341"/>
                </a:lnTo>
                <a:lnTo>
                  <a:pt x="1570043" y="110899"/>
                </a:lnTo>
                <a:lnTo>
                  <a:pt x="1569693" y="110443"/>
                </a:lnTo>
                <a:lnTo>
                  <a:pt x="1569356" y="109973"/>
                </a:lnTo>
                <a:lnTo>
                  <a:pt x="1569031" y="109490"/>
                </a:lnTo>
                <a:lnTo>
                  <a:pt x="1568719" y="108994"/>
                </a:lnTo>
                <a:lnTo>
                  <a:pt x="1568419" y="108484"/>
                </a:lnTo>
                <a:lnTo>
                  <a:pt x="1568132" y="107960"/>
                </a:lnTo>
                <a:lnTo>
                  <a:pt x="1567857" y="107422"/>
                </a:lnTo>
                <a:lnTo>
                  <a:pt x="1567594" y="106871"/>
                </a:lnTo>
                <a:lnTo>
                  <a:pt x="1567345" y="106307"/>
                </a:lnTo>
                <a:lnTo>
                  <a:pt x="1567107" y="105729"/>
                </a:lnTo>
                <a:lnTo>
                  <a:pt x="1566882" y="105137"/>
                </a:lnTo>
                <a:lnTo>
                  <a:pt x="1566670" y="104531"/>
                </a:lnTo>
                <a:lnTo>
                  <a:pt x="1566470" y="103912"/>
                </a:lnTo>
                <a:lnTo>
                  <a:pt x="1566283" y="103280"/>
                </a:lnTo>
                <a:lnTo>
                  <a:pt x="1566108" y="102633"/>
                </a:lnTo>
                <a:lnTo>
                  <a:pt x="1551952" y="106173"/>
                </a:lnTo>
                <a:lnTo>
                  <a:pt x="1552180" y="107194"/>
                </a:lnTo>
                <a:lnTo>
                  <a:pt x="1552433" y="108196"/>
                </a:lnTo>
                <a:lnTo>
                  <a:pt x="1552711" y="109176"/>
                </a:lnTo>
                <a:lnTo>
                  <a:pt x="1553014" y="110136"/>
                </a:lnTo>
                <a:lnTo>
                  <a:pt x="1553341" y="111076"/>
                </a:lnTo>
                <a:lnTo>
                  <a:pt x="1553694" y="111995"/>
                </a:lnTo>
                <a:lnTo>
                  <a:pt x="1554071" y="112893"/>
                </a:lnTo>
                <a:lnTo>
                  <a:pt x="1554473" y="113770"/>
                </a:lnTo>
                <a:lnTo>
                  <a:pt x="1554899" y="114627"/>
                </a:lnTo>
                <a:lnTo>
                  <a:pt x="1555351" y="115464"/>
                </a:lnTo>
                <a:lnTo>
                  <a:pt x="1555827" y="116279"/>
                </a:lnTo>
                <a:lnTo>
                  <a:pt x="1556328" y="117074"/>
                </a:lnTo>
                <a:lnTo>
                  <a:pt x="1556854" y="117849"/>
                </a:lnTo>
                <a:lnTo>
                  <a:pt x="1557405" y="118602"/>
                </a:lnTo>
                <a:lnTo>
                  <a:pt x="1557980" y="119336"/>
                </a:lnTo>
                <a:lnTo>
                  <a:pt x="1558581" y="120048"/>
                </a:lnTo>
                <a:lnTo>
                  <a:pt x="1559206" y="120740"/>
                </a:lnTo>
                <a:lnTo>
                  <a:pt x="1559856" y="121411"/>
                </a:lnTo>
                <a:lnTo>
                  <a:pt x="1560530" y="122062"/>
                </a:lnTo>
                <a:lnTo>
                  <a:pt x="1561230" y="122692"/>
                </a:lnTo>
                <a:lnTo>
                  <a:pt x="1561954" y="123301"/>
                </a:lnTo>
                <a:lnTo>
                  <a:pt x="1562703" y="123890"/>
                </a:lnTo>
                <a:lnTo>
                  <a:pt x="1563477" y="124458"/>
                </a:lnTo>
                <a:lnTo>
                  <a:pt x="1564276" y="125006"/>
                </a:lnTo>
                <a:lnTo>
                  <a:pt x="1565096" y="125532"/>
                </a:lnTo>
                <a:lnTo>
                  <a:pt x="1565933" y="126035"/>
                </a:lnTo>
                <a:lnTo>
                  <a:pt x="1566789" y="126516"/>
                </a:lnTo>
                <a:lnTo>
                  <a:pt x="1567662" y="126975"/>
                </a:lnTo>
                <a:lnTo>
                  <a:pt x="1568553" y="127412"/>
                </a:lnTo>
                <a:lnTo>
                  <a:pt x="1569462" y="127826"/>
                </a:lnTo>
                <a:lnTo>
                  <a:pt x="1570388" y="128217"/>
                </a:lnTo>
                <a:lnTo>
                  <a:pt x="1571333" y="128587"/>
                </a:lnTo>
                <a:lnTo>
                  <a:pt x="1572295" y="128934"/>
                </a:lnTo>
                <a:lnTo>
                  <a:pt x="1573275" y="129258"/>
                </a:lnTo>
                <a:lnTo>
                  <a:pt x="1574272" y="129560"/>
                </a:lnTo>
                <a:lnTo>
                  <a:pt x="1575288" y="129840"/>
                </a:lnTo>
                <a:lnTo>
                  <a:pt x="1576321" y="130098"/>
                </a:lnTo>
                <a:lnTo>
                  <a:pt x="1577372" y="130333"/>
                </a:lnTo>
                <a:lnTo>
                  <a:pt x="1578441" y="130545"/>
                </a:lnTo>
                <a:lnTo>
                  <a:pt x="1579527" y="130735"/>
                </a:lnTo>
                <a:lnTo>
                  <a:pt x="1580632" y="130903"/>
                </a:lnTo>
                <a:lnTo>
                  <a:pt x="1581754" y="131049"/>
                </a:lnTo>
                <a:lnTo>
                  <a:pt x="1582894" y="131172"/>
                </a:lnTo>
                <a:lnTo>
                  <a:pt x="1584051" y="131273"/>
                </a:lnTo>
                <a:lnTo>
                  <a:pt x="1585227" y="131351"/>
                </a:lnTo>
                <a:lnTo>
                  <a:pt x="1586420" y="131407"/>
                </a:lnTo>
                <a:lnTo>
                  <a:pt x="1587631" y="131441"/>
                </a:lnTo>
                <a:lnTo>
                  <a:pt x="1588860" y="131452"/>
                </a:lnTo>
                <a:lnTo>
                  <a:pt x="1589797" y="131445"/>
                </a:lnTo>
                <a:lnTo>
                  <a:pt x="1590726" y="131425"/>
                </a:lnTo>
                <a:lnTo>
                  <a:pt x="1591644" y="131392"/>
                </a:lnTo>
                <a:lnTo>
                  <a:pt x="1592553" y="131346"/>
                </a:lnTo>
                <a:lnTo>
                  <a:pt x="1593452" y="131287"/>
                </a:lnTo>
                <a:lnTo>
                  <a:pt x="1594342" y="131215"/>
                </a:lnTo>
                <a:lnTo>
                  <a:pt x="1595222" y="131129"/>
                </a:lnTo>
                <a:lnTo>
                  <a:pt x="1596092" y="131030"/>
                </a:lnTo>
                <a:lnTo>
                  <a:pt x="1596953" y="130918"/>
                </a:lnTo>
                <a:lnTo>
                  <a:pt x="1597804" y="130793"/>
                </a:lnTo>
                <a:lnTo>
                  <a:pt x="1598645" y="130655"/>
                </a:lnTo>
                <a:lnTo>
                  <a:pt x="1599477" y="130504"/>
                </a:lnTo>
                <a:lnTo>
                  <a:pt x="1600299" y="130339"/>
                </a:lnTo>
                <a:lnTo>
                  <a:pt x="1601111" y="130161"/>
                </a:lnTo>
                <a:lnTo>
                  <a:pt x="1601914" y="129971"/>
                </a:lnTo>
                <a:lnTo>
                  <a:pt x="1602707" y="129766"/>
                </a:lnTo>
                <a:lnTo>
                  <a:pt x="1603490" y="129549"/>
                </a:lnTo>
                <a:lnTo>
                  <a:pt x="1604264" y="129319"/>
                </a:lnTo>
                <a:lnTo>
                  <a:pt x="1605028" y="129075"/>
                </a:lnTo>
                <a:lnTo>
                  <a:pt x="1605782" y="128818"/>
                </a:lnTo>
                <a:lnTo>
                  <a:pt x="1606527" y="128549"/>
                </a:lnTo>
                <a:lnTo>
                  <a:pt x="1607262" y="128266"/>
                </a:lnTo>
                <a:lnTo>
                  <a:pt x="1607988" y="127969"/>
                </a:lnTo>
                <a:lnTo>
                  <a:pt x="1608704" y="127660"/>
                </a:lnTo>
                <a:lnTo>
                  <a:pt x="1609408" y="127339"/>
                </a:lnTo>
                <a:lnTo>
                  <a:pt x="1610099" y="127009"/>
                </a:lnTo>
                <a:lnTo>
                  <a:pt x="1610777" y="126668"/>
                </a:lnTo>
                <a:lnTo>
                  <a:pt x="1611442" y="126319"/>
                </a:lnTo>
                <a:lnTo>
                  <a:pt x="1612094" y="125959"/>
                </a:lnTo>
                <a:lnTo>
                  <a:pt x="1612733" y="125590"/>
                </a:lnTo>
                <a:lnTo>
                  <a:pt x="1613358" y="125211"/>
                </a:lnTo>
                <a:lnTo>
                  <a:pt x="1613970" y="124823"/>
                </a:lnTo>
                <a:lnTo>
                  <a:pt x="1614569" y="124425"/>
                </a:lnTo>
                <a:lnTo>
                  <a:pt x="1615155" y="124017"/>
                </a:lnTo>
                <a:lnTo>
                  <a:pt x="1615728" y="123600"/>
                </a:lnTo>
                <a:lnTo>
                  <a:pt x="1616287" y="123173"/>
                </a:lnTo>
                <a:lnTo>
                  <a:pt x="1616834" y="122736"/>
                </a:lnTo>
                <a:lnTo>
                  <a:pt x="1617367" y="122290"/>
                </a:lnTo>
                <a:lnTo>
                  <a:pt x="1617887" y="121834"/>
                </a:lnTo>
                <a:lnTo>
                  <a:pt x="1618394" y="121368"/>
                </a:lnTo>
                <a:lnTo>
                  <a:pt x="1618888" y="120893"/>
                </a:lnTo>
                <a:lnTo>
                  <a:pt x="1619368" y="120408"/>
                </a:lnTo>
                <a:lnTo>
                  <a:pt x="1619836" y="119913"/>
                </a:lnTo>
                <a:lnTo>
                  <a:pt x="1620290" y="119409"/>
                </a:lnTo>
                <a:lnTo>
                  <a:pt x="1620731" y="118895"/>
                </a:lnTo>
                <a:lnTo>
                  <a:pt x="1621159" y="118372"/>
                </a:lnTo>
                <a:lnTo>
                  <a:pt x="1621574" y="117838"/>
                </a:lnTo>
                <a:lnTo>
                  <a:pt x="1621975" y="117295"/>
                </a:lnTo>
                <a:lnTo>
                  <a:pt x="1622367" y="116745"/>
                </a:lnTo>
                <a:lnTo>
                  <a:pt x="1622742" y="116188"/>
                </a:lnTo>
                <a:lnTo>
                  <a:pt x="1623101" y="115625"/>
                </a:lnTo>
                <a:lnTo>
                  <a:pt x="1623443" y="115055"/>
                </a:lnTo>
                <a:lnTo>
                  <a:pt x="1623768" y="114480"/>
                </a:lnTo>
                <a:lnTo>
                  <a:pt x="1624077" y="113899"/>
                </a:lnTo>
                <a:lnTo>
                  <a:pt x="1624368" y="113311"/>
                </a:lnTo>
                <a:lnTo>
                  <a:pt x="1624644" y="112717"/>
                </a:lnTo>
                <a:lnTo>
                  <a:pt x="1624902" y="112117"/>
                </a:lnTo>
                <a:lnTo>
                  <a:pt x="1625144" y="111511"/>
                </a:lnTo>
                <a:lnTo>
                  <a:pt x="1625369" y="110899"/>
                </a:lnTo>
                <a:lnTo>
                  <a:pt x="1625578" y="110280"/>
                </a:lnTo>
                <a:lnTo>
                  <a:pt x="1625769" y="109656"/>
                </a:lnTo>
                <a:lnTo>
                  <a:pt x="1625944" y="109025"/>
                </a:lnTo>
                <a:lnTo>
                  <a:pt x="1626103" y="108388"/>
                </a:lnTo>
                <a:lnTo>
                  <a:pt x="1626245" y="107745"/>
                </a:lnTo>
                <a:lnTo>
                  <a:pt x="1626370" y="107096"/>
                </a:lnTo>
                <a:lnTo>
                  <a:pt x="1626478" y="106441"/>
                </a:lnTo>
                <a:lnTo>
                  <a:pt x="1626570" y="105780"/>
                </a:lnTo>
                <a:lnTo>
                  <a:pt x="1626645" y="105112"/>
                </a:lnTo>
                <a:lnTo>
                  <a:pt x="1626703" y="104439"/>
                </a:lnTo>
                <a:lnTo>
                  <a:pt x="1626745" y="103759"/>
                </a:lnTo>
                <a:lnTo>
                  <a:pt x="1626770" y="103073"/>
                </a:lnTo>
                <a:lnTo>
                  <a:pt x="1626778" y="102381"/>
                </a:lnTo>
                <a:lnTo>
                  <a:pt x="1626767" y="101539"/>
                </a:lnTo>
                <a:lnTo>
                  <a:pt x="1626734" y="100711"/>
                </a:lnTo>
                <a:lnTo>
                  <a:pt x="1626679" y="99895"/>
                </a:lnTo>
                <a:lnTo>
                  <a:pt x="1626601" y="99093"/>
                </a:lnTo>
                <a:lnTo>
                  <a:pt x="1626501" y="98303"/>
                </a:lnTo>
                <a:lnTo>
                  <a:pt x="1626379" y="97526"/>
                </a:lnTo>
                <a:lnTo>
                  <a:pt x="1626235" y="96763"/>
                </a:lnTo>
                <a:lnTo>
                  <a:pt x="1626069" y="96012"/>
                </a:lnTo>
                <a:lnTo>
                  <a:pt x="1625881" y="95274"/>
                </a:lnTo>
                <a:lnTo>
                  <a:pt x="1625670" y="94549"/>
                </a:lnTo>
                <a:lnTo>
                  <a:pt x="1625437" y="93837"/>
                </a:lnTo>
                <a:lnTo>
                  <a:pt x="1625183" y="93138"/>
                </a:lnTo>
                <a:lnTo>
                  <a:pt x="1624906" y="92452"/>
                </a:lnTo>
                <a:lnTo>
                  <a:pt x="1624606" y="91779"/>
                </a:lnTo>
                <a:lnTo>
                  <a:pt x="1624285" y="91119"/>
                </a:lnTo>
                <a:lnTo>
                  <a:pt x="1623941" y="90471"/>
                </a:lnTo>
                <a:lnTo>
                  <a:pt x="1623576" y="89837"/>
                </a:lnTo>
                <a:lnTo>
                  <a:pt x="1623188" y="89216"/>
                </a:lnTo>
                <a:lnTo>
                  <a:pt x="1622778" y="88607"/>
                </a:lnTo>
                <a:lnTo>
                  <a:pt x="1622346" y="88012"/>
                </a:lnTo>
                <a:lnTo>
                  <a:pt x="1621891" y="87429"/>
                </a:lnTo>
                <a:lnTo>
                  <a:pt x="1621415" y="86860"/>
                </a:lnTo>
                <a:lnTo>
                  <a:pt x="1620916" y="86303"/>
                </a:lnTo>
                <a:lnTo>
                  <a:pt x="1620395" y="85760"/>
                </a:lnTo>
                <a:lnTo>
                  <a:pt x="1619852" y="85223"/>
                </a:lnTo>
                <a:lnTo>
                  <a:pt x="1619285" y="84698"/>
                </a:lnTo>
                <a:lnTo>
                  <a:pt x="1618696" y="84185"/>
                </a:lnTo>
                <a:lnTo>
                  <a:pt x="1618083" y="83683"/>
                </a:lnTo>
                <a:lnTo>
                  <a:pt x="1617448" y="83193"/>
                </a:lnTo>
                <a:lnTo>
                  <a:pt x="1616789" y="82714"/>
                </a:lnTo>
                <a:lnTo>
                  <a:pt x="1616107" y="82247"/>
                </a:lnTo>
                <a:lnTo>
                  <a:pt x="1615403" y="81792"/>
                </a:lnTo>
                <a:lnTo>
                  <a:pt x="1614675" y="81349"/>
                </a:lnTo>
                <a:lnTo>
                  <a:pt x="1613924" y="80917"/>
                </a:lnTo>
                <a:lnTo>
                  <a:pt x="1613150" y="80496"/>
                </a:lnTo>
                <a:lnTo>
                  <a:pt x="1612353" y="80088"/>
                </a:lnTo>
                <a:lnTo>
                  <a:pt x="1611534" y="79691"/>
                </a:lnTo>
                <a:lnTo>
                  <a:pt x="1610691" y="79305"/>
                </a:lnTo>
                <a:lnTo>
                  <a:pt x="1609825" y="78931"/>
                </a:lnTo>
                <a:lnTo>
                  <a:pt x="1608935" y="78569"/>
                </a:lnTo>
                <a:lnTo>
                  <a:pt x="1608023" y="78219"/>
                </a:lnTo>
                <a:lnTo>
                  <a:pt x="1607088" y="77880"/>
                </a:lnTo>
                <a:lnTo>
                  <a:pt x="1606130" y="77552"/>
                </a:lnTo>
                <a:lnTo>
                  <a:pt x="1605149" y="77237"/>
                </a:lnTo>
                <a:lnTo>
                  <a:pt x="1604145" y="76933"/>
                </a:lnTo>
                <a:lnTo>
                  <a:pt x="1603117" y="76640"/>
                </a:lnTo>
                <a:lnTo>
                  <a:pt x="1602067" y="76359"/>
                </a:lnTo>
                <a:lnTo>
                  <a:pt x="1600994" y="76090"/>
                </a:lnTo>
                <a:lnTo>
                  <a:pt x="1586584" y="72551"/>
                </a:lnTo>
                <a:lnTo>
                  <a:pt x="1585876" y="72370"/>
                </a:lnTo>
                <a:lnTo>
                  <a:pt x="1585184" y="72186"/>
                </a:lnTo>
                <a:lnTo>
                  <a:pt x="1584507" y="71997"/>
                </a:lnTo>
                <a:lnTo>
                  <a:pt x="1583846" y="71805"/>
                </a:lnTo>
                <a:lnTo>
                  <a:pt x="1583201" y="71609"/>
                </a:lnTo>
                <a:lnTo>
                  <a:pt x="1582571" y="71410"/>
                </a:lnTo>
                <a:lnTo>
                  <a:pt x="1581958" y="71206"/>
                </a:lnTo>
                <a:lnTo>
                  <a:pt x="1581360" y="70999"/>
                </a:lnTo>
                <a:lnTo>
                  <a:pt x="1580778" y="70789"/>
                </a:lnTo>
                <a:lnTo>
                  <a:pt x="1580212" y="70574"/>
                </a:lnTo>
                <a:lnTo>
                  <a:pt x="1579662" y="70356"/>
                </a:lnTo>
                <a:lnTo>
                  <a:pt x="1579127" y="70134"/>
                </a:lnTo>
                <a:lnTo>
                  <a:pt x="1578608" y="69908"/>
                </a:lnTo>
                <a:lnTo>
                  <a:pt x="1578105" y="69679"/>
                </a:lnTo>
                <a:lnTo>
                  <a:pt x="1577618" y="69446"/>
                </a:lnTo>
                <a:lnTo>
                  <a:pt x="1577147" y="69209"/>
                </a:lnTo>
                <a:lnTo>
                  <a:pt x="1576691" y="68968"/>
                </a:lnTo>
                <a:lnTo>
                  <a:pt x="1576252" y="68724"/>
                </a:lnTo>
                <a:lnTo>
                  <a:pt x="1575828" y="68476"/>
                </a:lnTo>
                <a:lnTo>
                  <a:pt x="1575419" y="68224"/>
                </a:lnTo>
                <a:lnTo>
                  <a:pt x="1575027" y="67968"/>
                </a:lnTo>
                <a:lnTo>
                  <a:pt x="1574651" y="67709"/>
                </a:lnTo>
                <a:lnTo>
                  <a:pt x="1574290" y="67446"/>
                </a:lnTo>
                <a:lnTo>
                  <a:pt x="1573945" y="67179"/>
                </a:lnTo>
                <a:lnTo>
                  <a:pt x="1573615" y="66907"/>
                </a:lnTo>
                <a:lnTo>
                  <a:pt x="1573299" y="66626"/>
                </a:lnTo>
                <a:lnTo>
                  <a:pt x="1572997" y="66337"/>
                </a:lnTo>
                <a:lnTo>
                  <a:pt x="1572709" y="66040"/>
                </a:lnTo>
                <a:lnTo>
                  <a:pt x="1572435" y="65735"/>
                </a:lnTo>
                <a:lnTo>
                  <a:pt x="1572175" y="65422"/>
                </a:lnTo>
                <a:lnTo>
                  <a:pt x="1571930" y="65100"/>
                </a:lnTo>
                <a:lnTo>
                  <a:pt x="1571698" y="64771"/>
                </a:lnTo>
                <a:lnTo>
                  <a:pt x="1571480" y="64433"/>
                </a:lnTo>
                <a:lnTo>
                  <a:pt x="1571276" y="64088"/>
                </a:lnTo>
                <a:lnTo>
                  <a:pt x="1571087" y="63734"/>
                </a:lnTo>
                <a:lnTo>
                  <a:pt x="1570911" y="63372"/>
                </a:lnTo>
                <a:lnTo>
                  <a:pt x="1570750" y="63002"/>
                </a:lnTo>
                <a:lnTo>
                  <a:pt x="1570602" y="62623"/>
                </a:lnTo>
                <a:lnTo>
                  <a:pt x="1570469" y="62237"/>
                </a:lnTo>
                <a:lnTo>
                  <a:pt x="1570350" y="61843"/>
                </a:lnTo>
                <a:lnTo>
                  <a:pt x="1570244" y="61440"/>
                </a:lnTo>
                <a:lnTo>
                  <a:pt x="1570153" y="61029"/>
                </a:lnTo>
                <a:lnTo>
                  <a:pt x="1570076" y="60611"/>
                </a:lnTo>
                <a:lnTo>
                  <a:pt x="1570013" y="60184"/>
                </a:lnTo>
                <a:lnTo>
                  <a:pt x="1569963" y="59749"/>
                </a:lnTo>
                <a:lnTo>
                  <a:pt x="1569928" y="59306"/>
                </a:lnTo>
                <a:lnTo>
                  <a:pt x="1569907" y="58854"/>
                </a:lnTo>
                <a:lnTo>
                  <a:pt x="1569900" y="58395"/>
                </a:lnTo>
                <a:lnTo>
                  <a:pt x="1569910" y="57877"/>
                </a:lnTo>
                <a:lnTo>
                  <a:pt x="1569941" y="57367"/>
                </a:lnTo>
                <a:lnTo>
                  <a:pt x="1569992" y="56865"/>
                </a:lnTo>
                <a:lnTo>
                  <a:pt x="1570063" y="56371"/>
                </a:lnTo>
                <a:lnTo>
                  <a:pt x="1570155" y="55884"/>
                </a:lnTo>
                <a:lnTo>
                  <a:pt x="1570268" y="55405"/>
                </a:lnTo>
                <a:lnTo>
                  <a:pt x="1570400" y="54933"/>
                </a:lnTo>
                <a:lnTo>
                  <a:pt x="1570553" y="54470"/>
                </a:lnTo>
                <a:lnTo>
                  <a:pt x="1570727" y="54014"/>
                </a:lnTo>
                <a:lnTo>
                  <a:pt x="1570921" y="53565"/>
                </a:lnTo>
                <a:lnTo>
                  <a:pt x="1571135" y="53124"/>
                </a:lnTo>
                <a:lnTo>
                  <a:pt x="1571370" y="52691"/>
                </a:lnTo>
                <a:lnTo>
                  <a:pt x="1571625" y="52266"/>
                </a:lnTo>
                <a:lnTo>
                  <a:pt x="1571900" y="51848"/>
                </a:lnTo>
                <a:lnTo>
                  <a:pt x="1572196" y="51438"/>
                </a:lnTo>
                <a:lnTo>
                  <a:pt x="1572512" y="51036"/>
                </a:lnTo>
                <a:lnTo>
                  <a:pt x="1572849" y="50641"/>
                </a:lnTo>
                <a:lnTo>
                  <a:pt x="1573206" y="50254"/>
                </a:lnTo>
                <a:lnTo>
                  <a:pt x="1573584" y="49875"/>
                </a:lnTo>
                <a:lnTo>
                  <a:pt x="1573982" y="49503"/>
                </a:lnTo>
                <a:lnTo>
                  <a:pt x="1574400" y="49139"/>
                </a:lnTo>
                <a:lnTo>
                  <a:pt x="1574839" y="48783"/>
                </a:lnTo>
                <a:lnTo>
                  <a:pt x="1575298" y="48435"/>
                </a:lnTo>
                <a:lnTo>
                  <a:pt x="1575778" y="48094"/>
                </a:lnTo>
                <a:lnTo>
                  <a:pt x="1576278" y="47758"/>
                </a:lnTo>
                <a:lnTo>
                  <a:pt x="1576788" y="47438"/>
                </a:lnTo>
                <a:lnTo>
                  <a:pt x="1577309" y="47131"/>
                </a:lnTo>
                <a:lnTo>
                  <a:pt x="1577840" y="46838"/>
                </a:lnTo>
                <a:lnTo>
                  <a:pt x="1578382" y="46560"/>
                </a:lnTo>
                <a:lnTo>
                  <a:pt x="1578934" y="46296"/>
                </a:lnTo>
                <a:lnTo>
                  <a:pt x="1579496" y="46047"/>
                </a:lnTo>
                <a:lnTo>
                  <a:pt x="1580068" y="45811"/>
                </a:lnTo>
                <a:lnTo>
                  <a:pt x="1580651" y="45590"/>
                </a:lnTo>
                <a:lnTo>
                  <a:pt x="1581244" y="45384"/>
                </a:lnTo>
                <a:lnTo>
                  <a:pt x="1581847" y="45191"/>
                </a:lnTo>
                <a:lnTo>
                  <a:pt x="1582461" y="45013"/>
                </a:lnTo>
                <a:lnTo>
                  <a:pt x="1583085" y="44849"/>
                </a:lnTo>
                <a:lnTo>
                  <a:pt x="1583719" y="44699"/>
                </a:lnTo>
                <a:lnTo>
                  <a:pt x="1584364" y="44563"/>
                </a:lnTo>
                <a:lnTo>
                  <a:pt x="1585018" y="44442"/>
                </a:lnTo>
                <a:lnTo>
                  <a:pt x="1585684" y="44335"/>
                </a:lnTo>
                <a:lnTo>
                  <a:pt x="1586359" y="44243"/>
                </a:lnTo>
                <a:lnTo>
                  <a:pt x="1587045" y="44164"/>
                </a:lnTo>
                <a:lnTo>
                  <a:pt x="1587741" y="44100"/>
                </a:lnTo>
                <a:lnTo>
                  <a:pt x="1588448" y="44050"/>
                </a:lnTo>
                <a:lnTo>
                  <a:pt x="1589165" y="44014"/>
                </a:lnTo>
                <a:lnTo>
                  <a:pt x="1589892" y="43993"/>
                </a:lnTo>
                <a:lnTo>
                  <a:pt x="1590629" y="43986"/>
                </a:lnTo>
                <a:lnTo>
                  <a:pt x="1591167" y="43989"/>
                </a:lnTo>
                <a:lnTo>
                  <a:pt x="1591698" y="44000"/>
                </a:lnTo>
                <a:lnTo>
                  <a:pt x="1592220" y="44018"/>
                </a:lnTo>
                <a:lnTo>
                  <a:pt x="1592734" y="44044"/>
                </a:lnTo>
                <a:lnTo>
                  <a:pt x="1593240" y="44076"/>
                </a:lnTo>
                <a:lnTo>
                  <a:pt x="1593738" y="44116"/>
                </a:lnTo>
                <a:lnTo>
                  <a:pt x="1594227" y="44163"/>
                </a:lnTo>
                <a:lnTo>
                  <a:pt x="1594709" y="44217"/>
                </a:lnTo>
                <a:lnTo>
                  <a:pt x="1595182" y="44279"/>
                </a:lnTo>
                <a:lnTo>
                  <a:pt x="1595648" y="44348"/>
                </a:lnTo>
                <a:lnTo>
                  <a:pt x="1596105" y="44424"/>
                </a:lnTo>
                <a:lnTo>
                  <a:pt x="1596554" y="44507"/>
                </a:lnTo>
                <a:lnTo>
                  <a:pt x="1596995" y="44598"/>
                </a:lnTo>
                <a:lnTo>
                  <a:pt x="1597428" y="44695"/>
                </a:lnTo>
                <a:lnTo>
                  <a:pt x="1597852" y="44800"/>
                </a:lnTo>
                <a:lnTo>
                  <a:pt x="1598269" y="44913"/>
                </a:lnTo>
                <a:lnTo>
                  <a:pt x="1598677" y="45032"/>
                </a:lnTo>
                <a:lnTo>
                  <a:pt x="1599078" y="45159"/>
                </a:lnTo>
                <a:lnTo>
                  <a:pt x="1599470" y="45293"/>
                </a:lnTo>
                <a:lnTo>
                  <a:pt x="1599854" y="45434"/>
                </a:lnTo>
                <a:lnTo>
                  <a:pt x="1600230" y="45583"/>
                </a:lnTo>
                <a:lnTo>
                  <a:pt x="1600598" y="45738"/>
                </a:lnTo>
                <a:lnTo>
                  <a:pt x="1600958" y="45901"/>
                </a:lnTo>
                <a:lnTo>
                  <a:pt x="1601309" y="46071"/>
                </a:lnTo>
                <a:lnTo>
                  <a:pt x="1601654" y="46247"/>
                </a:lnTo>
                <a:lnTo>
                  <a:pt x="1601992" y="46427"/>
                </a:lnTo>
                <a:lnTo>
                  <a:pt x="1602325" y="46610"/>
                </a:lnTo>
                <a:lnTo>
                  <a:pt x="1602651" y="46798"/>
                </a:lnTo>
                <a:lnTo>
                  <a:pt x="1602971" y="46990"/>
                </a:lnTo>
                <a:lnTo>
                  <a:pt x="1603284" y="47185"/>
                </a:lnTo>
                <a:lnTo>
                  <a:pt x="1603592" y="47385"/>
                </a:lnTo>
                <a:lnTo>
                  <a:pt x="1603894" y="47588"/>
                </a:lnTo>
                <a:lnTo>
                  <a:pt x="1604189" y="47795"/>
                </a:lnTo>
                <a:lnTo>
                  <a:pt x="1604478" y="48007"/>
                </a:lnTo>
                <a:lnTo>
                  <a:pt x="1604761" y="48222"/>
                </a:lnTo>
                <a:lnTo>
                  <a:pt x="1605038" y="48441"/>
                </a:lnTo>
                <a:lnTo>
                  <a:pt x="1605309" y="48664"/>
                </a:lnTo>
                <a:lnTo>
                  <a:pt x="1605574" y="48892"/>
                </a:lnTo>
                <a:lnTo>
                  <a:pt x="1605832" y="49123"/>
                </a:lnTo>
                <a:lnTo>
                  <a:pt x="1606085" y="49358"/>
                </a:lnTo>
                <a:lnTo>
                  <a:pt x="1606331" y="49597"/>
                </a:lnTo>
                <a:lnTo>
                  <a:pt x="1606571" y="49839"/>
                </a:lnTo>
                <a:lnTo>
                  <a:pt x="1606805" y="50086"/>
                </a:lnTo>
                <a:lnTo>
                  <a:pt x="1607033" y="50337"/>
                </a:lnTo>
                <a:lnTo>
                  <a:pt x="1607254" y="50592"/>
                </a:lnTo>
                <a:lnTo>
                  <a:pt x="1607470" y="50851"/>
                </a:lnTo>
                <a:lnTo>
                  <a:pt x="1607679" y="51113"/>
                </a:lnTo>
                <a:lnTo>
                  <a:pt x="1607882" y="51380"/>
                </a:lnTo>
                <a:lnTo>
                  <a:pt x="1608086" y="51644"/>
                </a:lnTo>
                <a:lnTo>
                  <a:pt x="1608285" y="51908"/>
                </a:lnTo>
                <a:lnTo>
                  <a:pt x="1608480" y="52173"/>
                </a:lnTo>
                <a:lnTo>
                  <a:pt x="1608670" y="52438"/>
                </a:lnTo>
                <a:lnTo>
                  <a:pt x="1608857" y="52705"/>
                </a:lnTo>
                <a:lnTo>
                  <a:pt x="1609039" y="52972"/>
                </a:lnTo>
                <a:lnTo>
                  <a:pt x="1609218" y="53239"/>
                </a:lnTo>
                <a:lnTo>
                  <a:pt x="1609392" y="53508"/>
                </a:lnTo>
                <a:lnTo>
                  <a:pt x="1609562" y="53777"/>
                </a:lnTo>
                <a:lnTo>
                  <a:pt x="1609728" y="54046"/>
                </a:lnTo>
                <a:lnTo>
                  <a:pt x="1609889" y="54316"/>
                </a:lnTo>
                <a:lnTo>
                  <a:pt x="1610047" y="54587"/>
                </a:lnTo>
                <a:lnTo>
                  <a:pt x="1610200" y="54859"/>
                </a:lnTo>
                <a:lnTo>
                  <a:pt x="1610349" y="55131"/>
                </a:lnTo>
                <a:lnTo>
                  <a:pt x="1610494" y="55404"/>
                </a:lnTo>
                <a:lnTo>
                  <a:pt x="1610635" y="55677"/>
                </a:lnTo>
                <a:lnTo>
                  <a:pt x="1610771" y="55952"/>
                </a:lnTo>
                <a:lnTo>
                  <a:pt x="1610904" y="56226"/>
                </a:lnTo>
                <a:lnTo>
                  <a:pt x="1611032" y="56502"/>
                </a:lnTo>
                <a:lnTo>
                  <a:pt x="1611156" y="56778"/>
                </a:lnTo>
                <a:lnTo>
                  <a:pt x="1611276" y="57055"/>
                </a:lnTo>
                <a:lnTo>
                  <a:pt x="1611392" y="57332"/>
                </a:lnTo>
                <a:lnTo>
                  <a:pt x="1611503" y="57611"/>
                </a:lnTo>
                <a:lnTo>
                  <a:pt x="1611611" y="57889"/>
                </a:lnTo>
                <a:lnTo>
                  <a:pt x="1625009" y="54097"/>
                </a:lnTo>
                <a:lnTo>
                  <a:pt x="1624711" y="53241"/>
                </a:lnTo>
                <a:lnTo>
                  <a:pt x="1624396" y="52398"/>
                </a:lnTo>
                <a:lnTo>
                  <a:pt x="1624065" y="51570"/>
                </a:lnTo>
                <a:lnTo>
                  <a:pt x="1623717" y="50755"/>
                </a:lnTo>
                <a:lnTo>
                  <a:pt x="1623352" y="49954"/>
                </a:lnTo>
                <a:close/>
                <a:moveTo>
                  <a:pt x="1710232" y="93393"/>
                </a:moveTo>
                <a:lnTo>
                  <a:pt x="1710156" y="94090"/>
                </a:lnTo>
                <a:lnTo>
                  <a:pt x="1710066" y="94776"/>
                </a:lnTo>
                <a:lnTo>
                  <a:pt x="1709963" y="95450"/>
                </a:lnTo>
                <a:lnTo>
                  <a:pt x="1709845" y="96113"/>
                </a:lnTo>
                <a:lnTo>
                  <a:pt x="1709714" y="96765"/>
                </a:lnTo>
                <a:lnTo>
                  <a:pt x="1709569" y="97406"/>
                </a:lnTo>
                <a:lnTo>
                  <a:pt x="1709410" y="98036"/>
                </a:lnTo>
                <a:lnTo>
                  <a:pt x="1709237" y="98654"/>
                </a:lnTo>
                <a:lnTo>
                  <a:pt x="1709050" y="99262"/>
                </a:lnTo>
                <a:lnTo>
                  <a:pt x="1708850" y="99858"/>
                </a:lnTo>
                <a:lnTo>
                  <a:pt x="1708635" y="100443"/>
                </a:lnTo>
                <a:lnTo>
                  <a:pt x="1708407" y="101016"/>
                </a:lnTo>
                <a:lnTo>
                  <a:pt x="1708165" y="101579"/>
                </a:lnTo>
                <a:lnTo>
                  <a:pt x="1707910" y="102130"/>
                </a:lnTo>
                <a:lnTo>
                  <a:pt x="1707640" y="102670"/>
                </a:lnTo>
                <a:lnTo>
                  <a:pt x="1707357" y="103199"/>
                </a:lnTo>
                <a:lnTo>
                  <a:pt x="1707060" y="103717"/>
                </a:lnTo>
                <a:lnTo>
                  <a:pt x="1706749" y="104224"/>
                </a:lnTo>
                <a:lnTo>
                  <a:pt x="1706424" y="104719"/>
                </a:lnTo>
                <a:lnTo>
                  <a:pt x="1706094" y="105204"/>
                </a:lnTo>
                <a:lnTo>
                  <a:pt x="1705757" y="105677"/>
                </a:lnTo>
                <a:lnTo>
                  <a:pt x="1705414" y="106141"/>
                </a:lnTo>
                <a:lnTo>
                  <a:pt x="1705065" y="106594"/>
                </a:lnTo>
                <a:lnTo>
                  <a:pt x="1704709" y="107036"/>
                </a:lnTo>
                <a:lnTo>
                  <a:pt x="1704346" y="107468"/>
                </a:lnTo>
                <a:lnTo>
                  <a:pt x="1703977" y="107889"/>
                </a:lnTo>
                <a:lnTo>
                  <a:pt x="1703601" y="108300"/>
                </a:lnTo>
                <a:lnTo>
                  <a:pt x="1703218" y="108700"/>
                </a:lnTo>
                <a:lnTo>
                  <a:pt x="1702829" y="109090"/>
                </a:lnTo>
                <a:lnTo>
                  <a:pt x="1702434" y="109469"/>
                </a:lnTo>
                <a:lnTo>
                  <a:pt x="1702031" y="109838"/>
                </a:lnTo>
                <a:lnTo>
                  <a:pt x="1701622" y="110196"/>
                </a:lnTo>
                <a:lnTo>
                  <a:pt x="1701207" y="110544"/>
                </a:lnTo>
                <a:lnTo>
                  <a:pt x="1700785" y="110881"/>
                </a:lnTo>
                <a:lnTo>
                  <a:pt x="1700357" y="111207"/>
                </a:lnTo>
                <a:lnTo>
                  <a:pt x="1699921" y="111523"/>
                </a:lnTo>
                <a:lnTo>
                  <a:pt x="1699480" y="111829"/>
                </a:lnTo>
                <a:lnTo>
                  <a:pt x="1699031" y="112124"/>
                </a:lnTo>
                <a:lnTo>
                  <a:pt x="1698576" y="112408"/>
                </a:lnTo>
                <a:lnTo>
                  <a:pt x="1698115" y="112682"/>
                </a:lnTo>
                <a:lnTo>
                  <a:pt x="1697647" y="112945"/>
                </a:lnTo>
                <a:lnTo>
                  <a:pt x="1697172" y="113198"/>
                </a:lnTo>
                <a:lnTo>
                  <a:pt x="1696691" y="113440"/>
                </a:lnTo>
                <a:lnTo>
                  <a:pt x="1696212" y="113672"/>
                </a:lnTo>
                <a:lnTo>
                  <a:pt x="1695734" y="113895"/>
                </a:lnTo>
                <a:lnTo>
                  <a:pt x="1695256" y="114107"/>
                </a:lnTo>
                <a:lnTo>
                  <a:pt x="1694779" y="114309"/>
                </a:lnTo>
                <a:lnTo>
                  <a:pt x="1694303" y="114502"/>
                </a:lnTo>
                <a:lnTo>
                  <a:pt x="1693827" y="114685"/>
                </a:lnTo>
                <a:lnTo>
                  <a:pt x="1693352" y="114857"/>
                </a:lnTo>
                <a:lnTo>
                  <a:pt x="1692878" y="115020"/>
                </a:lnTo>
                <a:lnTo>
                  <a:pt x="1692404" y="115173"/>
                </a:lnTo>
                <a:lnTo>
                  <a:pt x="1691931" y="115317"/>
                </a:lnTo>
                <a:lnTo>
                  <a:pt x="1691459" y="115450"/>
                </a:lnTo>
                <a:lnTo>
                  <a:pt x="1690987" y="115573"/>
                </a:lnTo>
                <a:lnTo>
                  <a:pt x="1690516" y="115687"/>
                </a:lnTo>
                <a:lnTo>
                  <a:pt x="1690046" y="115790"/>
                </a:lnTo>
                <a:lnTo>
                  <a:pt x="1689576" y="115884"/>
                </a:lnTo>
                <a:lnTo>
                  <a:pt x="1689107" y="115968"/>
                </a:lnTo>
                <a:lnTo>
                  <a:pt x="1688639" y="116042"/>
                </a:lnTo>
                <a:lnTo>
                  <a:pt x="1688171" y="116106"/>
                </a:lnTo>
                <a:lnTo>
                  <a:pt x="1687704" y="116161"/>
                </a:lnTo>
                <a:lnTo>
                  <a:pt x="1687238" y="116205"/>
                </a:lnTo>
                <a:lnTo>
                  <a:pt x="1686772" y="116240"/>
                </a:lnTo>
                <a:lnTo>
                  <a:pt x="1686307" y="116264"/>
                </a:lnTo>
                <a:lnTo>
                  <a:pt x="1685842" y="116279"/>
                </a:lnTo>
                <a:lnTo>
                  <a:pt x="1685379" y="116284"/>
                </a:lnTo>
                <a:lnTo>
                  <a:pt x="1684610" y="116273"/>
                </a:lnTo>
                <a:lnTo>
                  <a:pt x="1683853" y="116240"/>
                </a:lnTo>
                <a:lnTo>
                  <a:pt x="1683107" y="116185"/>
                </a:lnTo>
                <a:lnTo>
                  <a:pt x="1682373" y="116109"/>
                </a:lnTo>
                <a:lnTo>
                  <a:pt x="1681650" y="116010"/>
                </a:lnTo>
                <a:lnTo>
                  <a:pt x="1680939" y="115889"/>
                </a:lnTo>
                <a:lnTo>
                  <a:pt x="1680239" y="115747"/>
                </a:lnTo>
                <a:lnTo>
                  <a:pt x="1679550" y="115582"/>
                </a:lnTo>
                <a:lnTo>
                  <a:pt x="1678873" y="115396"/>
                </a:lnTo>
                <a:lnTo>
                  <a:pt x="1678207" y="115187"/>
                </a:lnTo>
                <a:lnTo>
                  <a:pt x="1677553" y="114957"/>
                </a:lnTo>
                <a:lnTo>
                  <a:pt x="1676910" y="114704"/>
                </a:lnTo>
                <a:lnTo>
                  <a:pt x="1676279" y="114430"/>
                </a:lnTo>
                <a:lnTo>
                  <a:pt x="1675658" y="114134"/>
                </a:lnTo>
                <a:lnTo>
                  <a:pt x="1675050" y="113816"/>
                </a:lnTo>
                <a:lnTo>
                  <a:pt x="1674452" y="113475"/>
                </a:lnTo>
                <a:lnTo>
                  <a:pt x="1673866" y="113113"/>
                </a:lnTo>
                <a:lnTo>
                  <a:pt x="1673292" y="112729"/>
                </a:lnTo>
                <a:lnTo>
                  <a:pt x="1672729" y="112323"/>
                </a:lnTo>
                <a:lnTo>
                  <a:pt x="1672177" y="111895"/>
                </a:lnTo>
                <a:lnTo>
                  <a:pt x="1671637" y="111446"/>
                </a:lnTo>
                <a:lnTo>
                  <a:pt x="1671108" y="110974"/>
                </a:lnTo>
                <a:lnTo>
                  <a:pt x="1670591" y="110480"/>
                </a:lnTo>
                <a:lnTo>
                  <a:pt x="1670085" y="109964"/>
                </a:lnTo>
                <a:lnTo>
                  <a:pt x="1669600" y="109430"/>
                </a:lnTo>
                <a:lnTo>
                  <a:pt x="1669136" y="108881"/>
                </a:lnTo>
                <a:lnTo>
                  <a:pt x="1668692" y="108317"/>
                </a:lnTo>
                <a:lnTo>
                  <a:pt x="1668270" y="107738"/>
                </a:lnTo>
                <a:lnTo>
                  <a:pt x="1667867" y="107145"/>
                </a:lnTo>
                <a:lnTo>
                  <a:pt x="1667486" y="106536"/>
                </a:lnTo>
                <a:lnTo>
                  <a:pt x="1667125" y="105912"/>
                </a:lnTo>
                <a:lnTo>
                  <a:pt x="1666784" y="105274"/>
                </a:lnTo>
                <a:lnTo>
                  <a:pt x="1666465" y="104620"/>
                </a:lnTo>
                <a:lnTo>
                  <a:pt x="1666166" y="103952"/>
                </a:lnTo>
                <a:lnTo>
                  <a:pt x="1665887" y="103269"/>
                </a:lnTo>
                <a:lnTo>
                  <a:pt x="1665629" y="102570"/>
                </a:lnTo>
                <a:lnTo>
                  <a:pt x="1665392" y="101857"/>
                </a:lnTo>
                <a:lnTo>
                  <a:pt x="1665175" y="101129"/>
                </a:lnTo>
                <a:lnTo>
                  <a:pt x="1664979" y="100386"/>
                </a:lnTo>
                <a:lnTo>
                  <a:pt x="1664804" y="99628"/>
                </a:lnTo>
                <a:lnTo>
                  <a:pt x="1664649" y="98855"/>
                </a:lnTo>
                <a:lnTo>
                  <a:pt x="1664515" y="98067"/>
                </a:lnTo>
                <a:lnTo>
                  <a:pt x="1664402" y="97265"/>
                </a:lnTo>
                <a:lnTo>
                  <a:pt x="1664309" y="96447"/>
                </a:lnTo>
                <a:lnTo>
                  <a:pt x="1664237" y="95615"/>
                </a:lnTo>
                <a:lnTo>
                  <a:pt x="1664185" y="94767"/>
                </a:lnTo>
                <a:lnTo>
                  <a:pt x="1664154" y="93905"/>
                </a:lnTo>
                <a:lnTo>
                  <a:pt x="1664144" y="93027"/>
                </a:lnTo>
                <a:lnTo>
                  <a:pt x="1664144" y="32357"/>
                </a:lnTo>
                <a:lnTo>
                  <a:pt x="1649229" y="32357"/>
                </a:lnTo>
                <a:lnTo>
                  <a:pt x="1649229" y="94039"/>
                </a:lnTo>
                <a:lnTo>
                  <a:pt x="1649236" y="95063"/>
                </a:lnTo>
                <a:lnTo>
                  <a:pt x="1649257" y="96074"/>
                </a:lnTo>
                <a:lnTo>
                  <a:pt x="1649293" y="97069"/>
                </a:lnTo>
                <a:lnTo>
                  <a:pt x="1649342" y="98050"/>
                </a:lnTo>
                <a:lnTo>
                  <a:pt x="1649405" y="99016"/>
                </a:lnTo>
                <a:lnTo>
                  <a:pt x="1649482" y="99967"/>
                </a:lnTo>
                <a:lnTo>
                  <a:pt x="1649573" y="100904"/>
                </a:lnTo>
                <a:lnTo>
                  <a:pt x="1649679" y="101826"/>
                </a:lnTo>
                <a:lnTo>
                  <a:pt x="1649798" y="102733"/>
                </a:lnTo>
                <a:lnTo>
                  <a:pt x="1649932" y="103626"/>
                </a:lnTo>
                <a:lnTo>
                  <a:pt x="1650079" y="104504"/>
                </a:lnTo>
                <a:lnTo>
                  <a:pt x="1650241" y="105367"/>
                </a:lnTo>
                <a:lnTo>
                  <a:pt x="1650416" y="106215"/>
                </a:lnTo>
                <a:lnTo>
                  <a:pt x="1650606" y="107049"/>
                </a:lnTo>
                <a:lnTo>
                  <a:pt x="1650809" y="107868"/>
                </a:lnTo>
                <a:lnTo>
                  <a:pt x="1651027" y="108672"/>
                </a:lnTo>
                <a:lnTo>
                  <a:pt x="1651259" y="109462"/>
                </a:lnTo>
                <a:lnTo>
                  <a:pt x="1651504" y="110237"/>
                </a:lnTo>
                <a:lnTo>
                  <a:pt x="1651764" y="110997"/>
                </a:lnTo>
                <a:lnTo>
                  <a:pt x="1652038" y="111743"/>
                </a:lnTo>
                <a:lnTo>
                  <a:pt x="1652326" y="112474"/>
                </a:lnTo>
                <a:lnTo>
                  <a:pt x="1652628" y="113190"/>
                </a:lnTo>
                <a:lnTo>
                  <a:pt x="1652944" y="113891"/>
                </a:lnTo>
                <a:lnTo>
                  <a:pt x="1653274" y="114578"/>
                </a:lnTo>
                <a:lnTo>
                  <a:pt x="1653616" y="115245"/>
                </a:lnTo>
                <a:lnTo>
                  <a:pt x="1653969" y="115898"/>
                </a:lnTo>
                <a:lnTo>
                  <a:pt x="1654333" y="116537"/>
                </a:lnTo>
                <a:lnTo>
                  <a:pt x="1654706" y="117162"/>
                </a:lnTo>
                <a:lnTo>
                  <a:pt x="1655091" y="117773"/>
                </a:lnTo>
                <a:lnTo>
                  <a:pt x="1655486" y="118370"/>
                </a:lnTo>
                <a:lnTo>
                  <a:pt x="1655891" y="118953"/>
                </a:lnTo>
                <a:lnTo>
                  <a:pt x="1656307" y="119521"/>
                </a:lnTo>
                <a:lnTo>
                  <a:pt x="1656734" y="120076"/>
                </a:lnTo>
                <a:lnTo>
                  <a:pt x="1657171" y="120617"/>
                </a:lnTo>
                <a:lnTo>
                  <a:pt x="1657619" y="121143"/>
                </a:lnTo>
                <a:lnTo>
                  <a:pt x="1658077" y="121656"/>
                </a:lnTo>
                <a:lnTo>
                  <a:pt x="1658546" y="122155"/>
                </a:lnTo>
                <a:lnTo>
                  <a:pt x="1659025" y="122639"/>
                </a:lnTo>
                <a:lnTo>
                  <a:pt x="1659515" y="123110"/>
                </a:lnTo>
                <a:lnTo>
                  <a:pt x="1660015" y="123566"/>
                </a:lnTo>
                <a:lnTo>
                  <a:pt x="1660526" y="124008"/>
                </a:lnTo>
                <a:lnTo>
                  <a:pt x="1661047" y="124437"/>
                </a:lnTo>
                <a:lnTo>
                  <a:pt x="1661579" y="124851"/>
                </a:lnTo>
                <a:lnTo>
                  <a:pt x="1662122" y="125251"/>
                </a:lnTo>
                <a:lnTo>
                  <a:pt x="1662675" y="125638"/>
                </a:lnTo>
                <a:lnTo>
                  <a:pt x="1663238" y="126010"/>
                </a:lnTo>
                <a:lnTo>
                  <a:pt x="1663812" y="126368"/>
                </a:lnTo>
                <a:lnTo>
                  <a:pt x="1664397" y="126712"/>
                </a:lnTo>
                <a:lnTo>
                  <a:pt x="1664990" y="127037"/>
                </a:lnTo>
                <a:lnTo>
                  <a:pt x="1665591" y="127348"/>
                </a:lnTo>
                <a:lnTo>
                  <a:pt x="1666198" y="127645"/>
                </a:lnTo>
                <a:lnTo>
                  <a:pt x="1666812" y="127928"/>
                </a:lnTo>
                <a:lnTo>
                  <a:pt x="1667434" y="128198"/>
                </a:lnTo>
                <a:lnTo>
                  <a:pt x="1668062" y="128454"/>
                </a:lnTo>
                <a:lnTo>
                  <a:pt x="1668698" y="128696"/>
                </a:lnTo>
                <a:lnTo>
                  <a:pt x="1669340" y="128924"/>
                </a:lnTo>
                <a:lnTo>
                  <a:pt x="1669990" y="129138"/>
                </a:lnTo>
                <a:lnTo>
                  <a:pt x="1670646" y="129339"/>
                </a:lnTo>
                <a:lnTo>
                  <a:pt x="1671310" y="129525"/>
                </a:lnTo>
                <a:lnTo>
                  <a:pt x="1671981" y="129698"/>
                </a:lnTo>
                <a:lnTo>
                  <a:pt x="1672658" y="129857"/>
                </a:lnTo>
                <a:lnTo>
                  <a:pt x="1673343" y="130002"/>
                </a:lnTo>
                <a:lnTo>
                  <a:pt x="1674035" y="130133"/>
                </a:lnTo>
                <a:lnTo>
                  <a:pt x="1674733" y="130251"/>
                </a:lnTo>
                <a:lnTo>
                  <a:pt x="1675439" y="130355"/>
                </a:lnTo>
                <a:lnTo>
                  <a:pt x="1676152" y="130445"/>
                </a:lnTo>
                <a:lnTo>
                  <a:pt x="1676872" y="130521"/>
                </a:lnTo>
                <a:lnTo>
                  <a:pt x="1677598" y="130583"/>
                </a:lnTo>
                <a:lnTo>
                  <a:pt x="1678332" y="130631"/>
                </a:lnTo>
                <a:lnTo>
                  <a:pt x="1679073" y="130666"/>
                </a:lnTo>
                <a:lnTo>
                  <a:pt x="1679821" y="130686"/>
                </a:lnTo>
                <a:lnTo>
                  <a:pt x="1680576" y="130693"/>
                </a:lnTo>
                <a:lnTo>
                  <a:pt x="1681485" y="130684"/>
                </a:lnTo>
                <a:lnTo>
                  <a:pt x="1682382" y="130658"/>
                </a:lnTo>
                <a:lnTo>
                  <a:pt x="1683265" y="130613"/>
                </a:lnTo>
                <a:lnTo>
                  <a:pt x="1684136" y="130551"/>
                </a:lnTo>
                <a:lnTo>
                  <a:pt x="1684993" y="130471"/>
                </a:lnTo>
                <a:lnTo>
                  <a:pt x="1685837" y="130373"/>
                </a:lnTo>
                <a:lnTo>
                  <a:pt x="1686668" y="130258"/>
                </a:lnTo>
                <a:lnTo>
                  <a:pt x="1687485" y="130125"/>
                </a:lnTo>
                <a:lnTo>
                  <a:pt x="1688290" y="129974"/>
                </a:lnTo>
                <a:lnTo>
                  <a:pt x="1689081" y="129805"/>
                </a:lnTo>
                <a:lnTo>
                  <a:pt x="1689859" y="129618"/>
                </a:lnTo>
                <a:lnTo>
                  <a:pt x="1690624" y="129414"/>
                </a:lnTo>
                <a:lnTo>
                  <a:pt x="1691376" y="129191"/>
                </a:lnTo>
                <a:lnTo>
                  <a:pt x="1692115" y="128951"/>
                </a:lnTo>
                <a:lnTo>
                  <a:pt x="1692840" y="128694"/>
                </a:lnTo>
                <a:lnTo>
                  <a:pt x="1693552" y="128418"/>
                </a:lnTo>
                <a:lnTo>
                  <a:pt x="1694251" y="128125"/>
                </a:lnTo>
                <a:lnTo>
                  <a:pt x="1694937" y="127814"/>
                </a:lnTo>
                <a:lnTo>
                  <a:pt x="1695610" y="127485"/>
                </a:lnTo>
                <a:lnTo>
                  <a:pt x="1696270" y="127138"/>
                </a:lnTo>
                <a:lnTo>
                  <a:pt x="1696916" y="126774"/>
                </a:lnTo>
                <a:lnTo>
                  <a:pt x="1697550" y="126392"/>
                </a:lnTo>
                <a:lnTo>
                  <a:pt x="1698170" y="125992"/>
                </a:lnTo>
                <a:lnTo>
                  <a:pt x="1698777" y="125574"/>
                </a:lnTo>
                <a:lnTo>
                  <a:pt x="1699370" y="125139"/>
                </a:lnTo>
                <a:lnTo>
                  <a:pt x="1699951" y="124695"/>
                </a:lnTo>
                <a:lnTo>
                  <a:pt x="1700519" y="124244"/>
                </a:lnTo>
                <a:lnTo>
                  <a:pt x="1701073" y="123785"/>
                </a:lnTo>
                <a:lnTo>
                  <a:pt x="1701614" y="123319"/>
                </a:lnTo>
                <a:lnTo>
                  <a:pt x="1702142" y="122845"/>
                </a:lnTo>
                <a:lnTo>
                  <a:pt x="1702657" y="122363"/>
                </a:lnTo>
                <a:lnTo>
                  <a:pt x="1703158" y="121874"/>
                </a:lnTo>
                <a:lnTo>
                  <a:pt x="1703647" y="121377"/>
                </a:lnTo>
                <a:lnTo>
                  <a:pt x="1704122" y="120872"/>
                </a:lnTo>
                <a:lnTo>
                  <a:pt x="1704584" y="120359"/>
                </a:lnTo>
                <a:lnTo>
                  <a:pt x="1705033" y="119839"/>
                </a:lnTo>
                <a:lnTo>
                  <a:pt x="1705469" y="119311"/>
                </a:lnTo>
                <a:lnTo>
                  <a:pt x="1705892" y="118776"/>
                </a:lnTo>
                <a:lnTo>
                  <a:pt x="1706301" y="118233"/>
                </a:lnTo>
                <a:lnTo>
                  <a:pt x="1706697" y="117682"/>
                </a:lnTo>
                <a:lnTo>
                  <a:pt x="1707081" y="117123"/>
                </a:lnTo>
                <a:lnTo>
                  <a:pt x="1707450" y="116557"/>
                </a:lnTo>
                <a:lnTo>
                  <a:pt x="1707807" y="115983"/>
                </a:lnTo>
                <a:lnTo>
                  <a:pt x="1708151" y="115401"/>
                </a:lnTo>
                <a:lnTo>
                  <a:pt x="1708481" y="114812"/>
                </a:lnTo>
                <a:lnTo>
                  <a:pt x="1708799" y="114215"/>
                </a:lnTo>
                <a:lnTo>
                  <a:pt x="1709103" y="113610"/>
                </a:lnTo>
                <a:lnTo>
                  <a:pt x="1709394" y="112998"/>
                </a:lnTo>
                <a:lnTo>
                  <a:pt x="1710405" y="112998"/>
                </a:lnTo>
                <a:lnTo>
                  <a:pt x="1710405" y="129429"/>
                </a:lnTo>
                <a:lnTo>
                  <a:pt x="1725320" y="129429"/>
                </a:lnTo>
                <a:lnTo>
                  <a:pt x="1725320" y="32357"/>
                </a:lnTo>
                <a:lnTo>
                  <a:pt x="1710405" y="32357"/>
                </a:lnTo>
                <a:lnTo>
                  <a:pt x="1710405" y="89741"/>
                </a:lnTo>
                <a:lnTo>
                  <a:pt x="1710398" y="90494"/>
                </a:lnTo>
                <a:lnTo>
                  <a:pt x="1710377" y="91235"/>
                </a:lnTo>
                <a:lnTo>
                  <a:pt x="1710343" y="91966"/>
                </a:lnTo>
                <a:lnTo>
                  <a:pt x="1710294" y="92685"/>
                </a:lnTo>
                <a:lnTo>
                  <a:pt x="1710232" y="93393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C58320-B605-424A-9D82-BF4A765B80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52825" y="480189"/>
            <a:ext cx="200211" cy="1433340"/>
          </a:xfrm>
          <a:custGeom xmlns:a="http://schemas.openxmlformats.org/drawingml/2006/main">
            <a:pathLst>
              <a:path w="200211" h="1433340">
                <a:moveTo>
                  <a:pt x="200211" y="716670"/>
                </a:moveTo>
                <a:lnTo>
                  <a:pt x="0" y="1433340"/>
                </a:lnTo>
                <a:lnTo>
                  <a:pt x="0" y="0"/>
                </a:lnTo>
                <a:lnTo>
                  <a:pt x="200211" y="716670"/>
                </a:lnTo>
                <a:close/>
              </a:path>
            </a:pathLst>
          </a:custGeom>
          <a:solidFill xmlns:a="http://schemas.openxmlformats.org/drawingml/2006/main">
            <a:srgbClr val="999999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72CBCC-44C9-4904-BF33-0F2D76C643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52824" y="543895"/>
            <a:ext cx="200211" cy="1369634"/>
          </a:xfrm>
          <a:custGeom xmlns:a="http://schemas.openxmlformats.org/drawingml/2006/main">
            <a:pathLst>
              <a:path w="200211" h="1369634">
                <a:moveTo>
                  <a:pt x="200211" y="652964"/>
                </a:moveTo>
                <a:lnTo>
                  <a:pt x="17797" y="0"/>
                </a:lnTo>
                <a:lnTo>
                  <a:pt x="17797" y="66141"/>
                </a:lnTo>
                <a:lnTo>
                  <a:pt x="181734" y="652964"/>
                </a:lnTo>
                <a:lnTo>
                  <a:pt x="183071" y="648175"/>
                </a:lnTo>
                <a:lnTo>
                  <a:pt x="200211" y="652964"/>
                </a:lnTo>
                <a:close/>
                <a:moveTo>
                  <a:pt x="183071" y="657752"/>
                </a:moveTo>
                <a:lnTo>
                  <a:pt x="181734" y="652964"/>
                </a:lnTo>
                <a:lnTo>
                  <a:pt x="17797" y="1239787"/>
                </a:lnTo>
                <a:lnTo>
                  <a:pt x="17797" y="1305928"/>
                </a:lnTo>
                <a:lnTo>
                  <a:pt x="200211" y="652964"/>
                </a:lnTo>
                <a:lnTo>
                  <a:pt x="200211" y="652964"/>
                </a:lnTo>
                <a:lnTo>
                  <a:pt x="183071" y="657752"/>
                </a:lnTo>
                <a:close/>
                <a:moveTo>
                  <a:pt x="17797" y="66141"/>
                </a:moveTo>
                <a:lnTo>
                  <a:pt x="0" y="2435"/>
                </a:lnTo>
                <a:lnTo>
                  <a:pt x="0" y="1303492"/>
                </a:lnTo>
                <a:lnTo>
                  <a:pt x="17797" y="1239787"/>
                </a:lnTo>
                <a:lnTo>
                  <a:pt x="17797" y="66141"/>
                </a:lnTo>
                <a:close/>
                <a:moveTo>
                  <a:pt x="0" y="1369634"/>
                </a:moveTo>
                <a:lnTo>
                  <a:pt x="0" y="1369634"/>
                </a:lnTo>
                <a:lnTo>
                  <a:pt x="0" y="1369634"/>
                </a:lnTo>
                <a:lnTo>
                  <a:pt x="0" y="1369634"/>
                </a:lnTo>
                <a:close/>
              </a:path>
            </a:pathLst>
          </a:custGeom>
          <a:solidFill xmlns:a="http://schemas.openxmlformats.org/drawingml/2006/main">
            <a:srgbClr val="828282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0D3A66-012B-414D-B092-3E88A4DA56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52825" y="3256449"/>
            <a:ext cx="200211" cy="1433340"/>
          </a:xfrm>
          <a:custGeom xmlns:a="http://schemas.openxmlformats.org/drawingml/2006/main">
            <a:pathLst>
              <a:path w="200211" h="1433340">
                <a:moveTo>
                  <a:pt x="200211" y="716670"/>
                </a:moveTo>
                <a:lnTo>
                  <a:pt x="0" y="1433340"/>
                </a:lnTo>
                <a:lnTo>
                  <a:pt x="0" y="0"/>
                </a:lnTo>
                <a:lnTo>
                  <a:pt x="200211" y="716670"/>
                </a:lnTo>
                <a:close/>
              </a:path>
            </a:pathLst>
          </a:custGeom>
          <a:solidFill xmlns:a="http://schemas.openxmlformats.org/drawingml/2006/main">
            <a:srgbClr val="D9D9D9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BFA300-43DB-4C20-86B9-F9E542A691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52824" y="3320155"/>
            <a:ext cx="200211" cy="1369634"/>
          </a:xfrm>
          <a:custGeom xmlns:a="http://schemas.openxmlformats.org/drawingml/2006/main">
            <a:pathLst>
              <a:path w="200211" h="1369634">
                <a:moveTo>
                  <a:pt x="200211" y="652964"/>
                </a:moveTo>
                <a:lnTo>
                  <a:pt x="17797" y="0"/>
                </a:lnTo>
                <a:lnTo>
                  <a:pt x="17797" y="66141"/>
                </a:lnTo>
                <a:lnTo>
                  <a:pt x="181734" y="652964"/>
                </a:lnTo>
                <a:lnTo>
                  <a:pt x="183071" y="648175"/>
                </a:lnTo>
                <a:lnTo>
                  <a:pt x="200211" y="652964"/>
                </a:lnTo>
                <a:close/>
                <a:moveTo>
                  <a:pt x="183071" y="657752"/>
                </a:moveTo>
                <a:lnTo>
                  <a:pt x="181734" y="652964"/>
                </a:lnTo>
                <a:lnTo>
                  <a:pt x="17797" y="1239787"/>
                </a:lnTo>
                <a:lnTo>
                  <a:pt x="17797" y="1305928"/>
                </a:lnTo>
                <a:lnTo>
                  <a:pt x="200211" y="652964"/>
                </a:lnTo>
                <a:lnTo>
                  <a:pt x="200211" y="652964"/>
                </a:lnTo>
                <a:lnTo>
                  <a:pt x="183071" y="657752"/>
                </a:lnTo>
                <a:close/>
                <a:moveTo>
                  <a:pt x="17797" y="66141"/>
                </a:moveTo>
                <a:lnTo>
                  <a:pt x="0" y="2435"/>
                </a:lnTo>
                <a:lnTo>
                  <a:pt x="0" y="1303492"/>
                </a:lnTo>
                <a:lnTo>
                  <a:pt x="17797" y="1239787"/>
                </a:lnTo>
                <a:lnTo>
                  <a:pt x="17797" y="66141"/>
                </a:lnTo>
                <a:close/>
                <a:moveTo>
                  <a:pt x="0" y="1369633"/>
                </a:moveTo>
                <a:lnTo>
                  <a:pt x="0" y="1369634"/>
                </a:lnTo>
                <a:lnTo>
                  <a:pt x="0" y="1369633"/>
                </a:lnTo>
                <a:lnTo>
                  <a:pt x="0" y="1369633"/>
                </a:lnTo>
                <a:close/>
              </a:path>
            </a:pathLst>
          </a:custGeom>
          <a:solidFill xmlns:a="http://schemas.openxmlformats.org/drawingml/2006/main">
            <a:srgbClr val="BBBBBB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D7264D-74A8-487E-8F53-292D0664FF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77628" y="0"/>
            <a:ext cx="2384737" cy="565081"/>
          </a:xfrm>
          <a:custGeom xmlns:a="http://schemas.openxmlformats.org/drawingml/2006/main">
            <a:pathLst>
              <a:path w="2384737" h="565081">
                <a:moveTo>
                  <a:pt x="2384737" y="565081"/>
                </a:moveTo>
                <a:lnTo>
                  <a:pt x="2384737" y="0"/>
                </a:lnTo>
                <a:lnTo>
                  <a:pt x="0" y="0"/>
                </a:lnTo>
                <a:lnTo>
                  <a:pt x="0" y="565081"/>
                </a:lnTo>
                <a:lnTo>
                  <a:pt x="2384737" y="565081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DF911F-F371-42BE-BF05-97BC27407E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30993" y="2024398"/>
            <a:ext cx="3577105" cy="391524"/>
          </a:xfrm>
          <a:custGeom xmlns:a="http://schemas.openxmlformats.org/drawingml/2006/main">
            <a:pathLst>
              <a:path w="3577105" h="391524">
                <a:moveTo>
                  <a:pt x="0" y="0"/>
                </a:moveTo>
                <a:lnTo>
                  <a:pt x="3577105" y="0"/>
                </a:lnTo>
                <a:lnTo>
                  <a:pt x="3577105" y="391524"/>
                </a:lnTo>
                <a:lnTo>
                  <a:pt x="0" y="39152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2D927C-AA42-4C38-B5AE-F607461CF7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64045" y="48982"/>
            <a:ext cx="3541512" cy="391524"/>
          </a:xfrm>
          <a:custGeom xmlns:a="http://schemas.openxmlformats.org/drawingml/2006/main">
            <a:pathLst>
              <a:path w="3541512" h="391524">
                <a:moveTo>
                  <a:pt x="0" y="0"/>
                </a:moveTo>
                <a:lnTo>
                  <a:pt x="3541512" y="0"/>
                </a:lnTo>
                <a:lnTo>
                  <a:pt x="3541512" y="391524"/>
                </a:lnTo>
                <a:lnTo>
                  <a:pt x="0" y="39152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B768F3-0B46-4CCE-8510-E6AC141938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13204" y="1632874"/>
            <a:ext cx="7207599" cy="302541"/>
          </a:xfrm>
          <a:custGeom xmlns:a="http://schemas.openxmlformats.org/drawingml/2006/main">
            <a:pathLst>
              <a:path w="7207599" h="302541">
                <a:moveTo>
                  <a:pt x="0" y="124576"/>
                </a:moveTo>
                <a:cubicBezTo>
                  <a:pt x="0" y="55774"/>
                  <a:pt x="55774" y="0"/>
                  <a:pt x="124576" y="0"/>
                </a:cubicBezTo>
                <a:lnTo>
                  <a:pt x="7083023" y="0"/>
                </a:lnTo>
                <a:cubicBezTo>
                  <a:pt x="7151825" y="0"/>
                  <a:pt x="7207599" y="55774"/>
                  <a:pt x="7207599" y="124576"/>
                </a:cubicBezTo>
                <a:lnTo>
                  <a:pt x="7207599" y="177965"/>
                </a:lnTo>
                <a:cubicBezTo>
                  <a:pt x="7207599" y="246767"/>
                  <a:pt x="7151825" y="302541"/>
                  <a:pt x="7083023" y="302541"/>
                </a:cubicBezTo>
                <a:lnTo>
                  <a:pt x="124576" y="302541"/>
                </a:lnTo>
                <a:cubicBezTo>
                  <a:pt x="55775" y="302541"/>
                  <a:pt x="0" y="246767"/>
                  <a:pt x="0" y="177965"/>
                </a:cubicBezTo>
                <a:lnTo>
                  <a:pt x="0" y="124576"/>
                </a:lnTo>
                <a:close/>
              </a:path>
            </a:pathLst>
          </a:custGeom>
          <a:solidFill xmlns:a="http://schemas.openxmlformats.org/drawingml/2006/main">
            <a:srgbClr val="D8ED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F7A5C3-FC61-4762-9047-811512B254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08967" y="4391338"/>
            <a:ext cx="2829650" cy="676269"/>
          </a:xfrm>
          <a:custGeom xmlns:a="http://schemas.openxmlformats.org/drawingml/2006/main">
            <a:pathLst>
              <a:path w="2829650" h="676269">
                <a:moveTo>
                  <a:pt x="0" y="124576"/>
                </a:moveTo>
                <a:cubicBezTo>
                  <a:pt x="0" y="55774"/>
                  <a:pt x="55774" y="0"/>
                  <a:pt x="124576" y="0"/>
                </a:cubicBezTo>
                <a:lnTo>
                  <a:pt x="2705074" y="0"/>
                </a:lnTo>
                <a:cubicBezTo>
                  <a:pt x="2773875" y="0"/>
                  <a:pt x="2829650" y="55774"/>
                  <a:pt x="2829650" y="124576"/>
                </a:cubicBezTo>
                <a:lnTo>
                  <a:pt x="2829650" y="551693"/>
                </a:lnTo>
                <a:cubicBezTo>
                  <a:pt x="2829650" y="620494"/>
                  <a:pt x="2773876" y="676269"/>
                  <a:pt x="2705074" y="676269"/>
                </a:cubicBezTo>
                <a:lnTo>
                  <a:pt x="124576" y="676269"/>
                </a:lnTo>
                <a:cubicBezTo>
                  <a:pt x="55775" y="676269"/>
                  <a:pt x="0" y="620494"/>
                  <a:pt x="0" y="551693"/>
                </a:cubicBezTo>
                <a:lnTo>
                  <a:pt x="0" y="124576"/>
                </a:lnTo>
                <a:close/>
              </a:path>
            </a:pathLst>
          </a:custGeom>
          <a:solidFill xmlns:a="http://schemas.openxmlformats.org/drawingml/2006/main">
            <a:srgbClr val="D8ED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8C38B3-7EDE-45D7-98CC-48285B3C7A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34378" y="4391338"/>
            <a:ext cx="3790663" cy="676269"/>
          </a:xfrm>
          <a:custGeom xmlns:a="http://schemas.openxmlformats.org/drawingml/2006/main">
            <a:pathLst>
              <a:path w="3790663" h="676269">
                <a:moveTo>
                  <a:pt x="0" y="124576"/>
                </a:moveTo>
                <a:cubicBezTo>
                  <a:pt x="0" y="55774"/>
                  <a:pt x="55774" y="0"/>
                  <a:pt x="124576" y="0"/>
                </a:cubicBezTo>
                <a:lnTo>
                  <a:pt x="3666088" y="0"/>
                </a:lnTo>
                <a:cubicBezTo>
                  <a:pt x="3734889" y="0"/>
                  <a:pt x="3790663" y="55774"/>
                  <a:pt x="3790663" y="124576"/>
                </a:cubicBezTo>
                <a:lnTo>
                  <a:pt x="3790663" y="551693"/>
                </a:lnTo>
                <a:cubicBezTo>
                  <a:pt x="3790663" y="620494"/>
                  <a:pt x="3734889" y="676269"/>
                  <a:pt x="3666088" y="676269"/>
                </a:cubicBezTo>
                <a:lnTo>
                  <a:pt x="124576" y="676269"/>
                </a:lnTo>
                <a:cubicBezTo>
                  <a:pt x="55775" y="676269"/>
                  <a:pt x="0" y="620494"/>
                  <a:pt x="0" y="551693"/>
                </a:cubicBezTo>
                <a:lnTo>
                  <a:pt x="0" y="124576"/>
                </a:lnTo>
                <a:close/>
              </a:path>
            </a:pathLst>
          </a:custGeom>
          <a:solidFill xmlns:a="http://schemas.openxmlformats.org/drawingml/2006/main">
            <a:srgbClr val="D8ED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59F970-6742-4499-865E-511475F165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87776" y="1710936"/>
            <a:ext cx="4670786" cy="171898"/>
          </a:xfrm>
          <a:custGeom xmlns:a="http://schemas.openxmlformats.org/drawingml/2006/main">
            <a:pathLst>
              <a:path w="4670786" h="171898">
                <a:moveTo>
                  <a:pt x="22832" y="32572"/>
                </a:moveTo>
                <a:lnTo>
                  <a:pt x="22877" y="32001"/>
                </a:lnTo>
                <a:lnTo>
                  <a:pt x="22933" y="31433"/>
                </a:lnTo>
                <a:lnTo>
                  <a:pt x="22999" y="30868"/>
                </a:lnTo>
                <a:lnTo>
                  <a:pt x="23074" y="30307"/>
                </a:lnTo>
                <a:lnTo>
                  <a:pt x="23160" y="29748"/>
                </a:lnTo>
                <a:lnTo>
                  <a:pt x="23256" y="29193"/>
                </a:lnTo>
                <a:lnTo>
                  <a:pt x="23362" y="28641"/>
                </a:lnTo>
                <a:lnTo>
                  <a:pt x="23478" y="28091"/>
                </a:lnTo>
                <a:lnTo>
                  <a:pt x="23604" y="27545"/>
                </a:lnTo>
                <a:lnTo>
                  <a:pt x="23740" y="27002"/>
                </a:lnTo>
                <a:lnTo>
                  <a:pt x="23887" y="26462"/>
                </a:lnTo>
                <a:lnTo>
                  <a:pt x="24043" y="25925"/>
                </a:lnTo>
                <a:lnTo>
                  <a:pt x="24210" y="25391"/>
                </a:lnTo>
                <a:lnTo>
                  <a:pt x="24387" y="24860"/>
                </a:lnTo>
                <a:lnTo>
                  <a:pt x="24573" y="24333"/>
                </a:lnTo>
                <a:lnTo>
                  <a:pt x="24770" y="23808"/>
                </a:lnTo>
                <a:lnTo>
                  <a:pt x="24977" y="23286"/>
                </a:lnTo>
                <a:lnTo>
                  <a:pt x="25194" y="22768"/>
                </a:lnTo>
                <a:lnTo>
                  <a:pt x="25421" y="22252"/>
                </a:lnTo>
                <a:lnTo>
                  <a:pt x="25658" y="21740"/>
                </a:lnTo>
                <a:lnTo>
                  <a:pt x="25908" y="21225"/>
                </a:lnTo>
                <a:lnTo>
                  <a:pt x="26160" y="20711"/>
                </a:lnTo>
                <a:lnTo>
                  <a:pt x="26417" y="20200"/>
                </a:lnTo>
                <a:lnTo>
                  <a:pt x="26677" y="19690"/>
                </a:lnTo>
                <a:lnTo>
                  <a:pt x="26940" y="19181"/>
                </a:lnTo>
                <a:lnTo>
                  <a:pt x="27207" y="18675"/>
                </a:lnTo>
                <a:lnTo>
                  <a:pt x="27477" y="18170"/>
                </a:lnTo>
                <a:lnTo>
                  <a:pt x="27751" y="17667"/>
                </a:lnTo>
                <a:lnTo>
                  <a:pt x="28028" y="17166"/>
                </a:lnTo>
                <a:lnTo>
                  <a:pt x="28309" y="16667"/>
                </a:lnTo>
                <a:lnTo>
                  <a:pt x="28594" y="16169"/>
                </a:lnTo>
                <a:lnTo>
                  <a:pt x="28881" y="15673"/>
                </a:lnTo>
                <a:lnTo>
                  <a:pt x="29173" y="15179"/>
                </a:lnTo>
                <a:lnTo>
                  <a:pt x="29468" y="14687"/>
                </a:lnTo>
                <a:lnTo>
                  <a:pt x="29766" y="14196"/>
                </a:lnTo>
                <a:lnTo>
                  <a:pt x="30068" y="13707"/>
                </a:lnTo>
                <a:lnTo>
                  <a:pt x="30374" y="13220"/>
                </a:lnTo>
                <a:lnTo>
                  <a:pt x="30683" y="12734"/>
                </a:lnTo>
                <a:lnTo>
                  <a:pt x="30995" y="12251"/>
                </a:lnTo>
                <a:lnTo>
                  <a:pt x="31311" y="11769"/>
                </a:lnTo>
                <a:lnTo>
                  <a:pt x="31631" y="11289"/>
                </a:lnTo>
                <a:lnTo>
                  <a:pt x="31954" y="10810"/>
                </a:lnTo>
                <a:lnTo>
                  <a:pt x="32280" y="10334"/>
                </a:lnTo>
                <a:lnTo>
                  <a:pt x="32610" y="9859"/>
                </a:lnTo>
                <a:lnTo>
                  <a:pt x="24521" y="3286"/>
                </a:lnTo>
                <a:lnTo>
                  <a:pt x="24102" y="3626"/>
                </a:lnTo>
                <a:lnTo>
                  <a:pt x="23688" y="3970"/>
                </a:lnTo>
                <a:lnTo>
                  <a:pt x="23280" y="4320"/>
                </a:lnTo>
                <a:lnTo>
                  <a:pt x="22876" y="4675"/>
                </a:lnTo>
                <a:lnTo>
                  <a:pt x="22477" y="5035"/>
                </a:lnTo>
                <a:lnTo>
                  <a:pt x="22084" y="5399"/>
                </a:lnTo>
                <a:lnTo>
                  <a:pt x="21695" y="5769"/>
                </a:lnTo>
                <a:lnTo>
                  <a:pt x="21312" y="6144"/>
                </a:lnTo>
                <a:lnTo>
                  <a:pt x="20933" y="6524"/>
                </a:lnTo>
                <a:lnTo>
                  <a:pt x="20560" y="6909"/>
                </a:lnTo>
                <a:lnTo>
                  <a:pt x="20192" y="7299"/>
                </a:lnTo>
                <a:lnTo>
                  <a:pt x="19828" y="7694"/>
                </a:lnTo>
                <a:lnTo>
                  <a:pt x="19470" y="8094"/>
                </a:lnTo>
                <a:lnTo>
                  <a:pt x="19117" y="8500"/>
                </a:lnTo>
                <a:lnTo>
                  <a:pt x="18769" y="8910"/>
                </a:lnTo>
                <a:lnTo>
                  <a:pt x="18426" y="9325"/>
                </a:lnTo>
                <a:lnTo>
                  <a:pt x="18088" y="9746"/>
                </a:lnTo>
                <a:lnTo>
                  <a:pt x="17755" y="10171"/>
                </a:lnTo>
                <a:lnTo>
                  <a:pt x="17427" y="10601"/>
                </a:lnTo>
                <a:lnTo>
                  <a:pt x="17104" y="11037"/>
                </a:lnTo>
                <a:lnTo>
                  <a:pt x="16786" y="11477"/>
                </a:lnTo>
                <a:lnTo>
                  <a:pt x="16473" y="11923"/>
                </a:lnTo>
                <a:lnTo>
                  <a:pt x="16165" y="12374"/>
                </a:lnTo>
                <a:lnTo>
                  <a:pt x="15863" y="12829"/>
                </a:lnTo>
                <a:lnTo>
                  <a:pt x="15571" y="13283"/>
                </a:lnTo>
                <a:lnTo>
                  <a:pt x="15284" y="13738"/>
                </a:lnTo>
                <a:lnTo>
                  <a:pt x="15004" y="14195"/>
                </a:lnTo>
                <a:lnTo>
                  <a:pt x="14729" y="14653"/>
                </a:lnTo>
                <a:lnTo>
                  <a:pt x="14459" y="15113"/>
                </a:lnTo>
                <a:lnTo>
                  <a:pt x="14196" y="15574"/>
                </a:lnTo>
                <a:lnTo>
                  <a:pt x="13938" y="16037"/>
                </a:lnTo>
                <a:lnTo>
                  <a:pt x="13686" y="16502"/>
                </a:lnTo>
                <a:lnTo>
                  <a:pt x="13439" y="16968"/>
                </a:lnTo>
                <a:lnTo>
                  <a:pt x="13199" y="17435"/>
                </a:lnTo>
                <a:lnTo>
                  <a:pt x="12964" y="17904"/>
                </a:lnTo>
                <a:lnTo>
                  <a:pt x="12734" y="18375"/>
                </a:lnTo>
                <a:lnTo>
                  <a:pt x="12511" y="18847"/>
                </a:lnTo>
                <a:lnTo>
                  <a:pt x="12293" y="19321"/>
                </a:lnTo>
                <a:lnTo>
                  <a:pt x="12081" y="19796"/>
                </a:lnTo>
                <a:lnTo>
                  <a:pt x="11874" y="20272"/>
                </a:lnTo>
                <a:lnTo>
                  <a:pt x="11673" y="20751"/>
                </a:lnTo>
                <a:lnTo>
                  <a:pt x="11478" y="21231"/>
                </a:lnTo>
                <a:lnTo>
                  <a:pt x="11289" y="21712"/>
                </a:lnTo>
                <a:lnTo>
                  <a:pt x="11105" y="22195"/>
                </a:lnTo>
                <a:lnTo>
                  <a:pt x="10927" y="22679"/>
                </a:lnTo>
                <a:lnTo>
                  <a:pt x="10755" y="23165"/>
                </a:lnTo>
                <a:lnTo>
                  <a:pt x="10589" y="23653"/>
                </a:lnTo>
                <a:lnTo>
                  <a:pt x="10428" y="24142"/>
                </a:lnTo>
                <a:lnTo>
                  <a:pt x="10278" y="24625"/>
                </a:lnTo>
                <a:lnTo>
                  <a:pt x="10135" y="25106"/>
                </a:lnTo>
                <a:lnTo>
                  <a:pt x="9998" y="25585"/>
                </a:lnTo>
                <a:lnTo>
                  <a:pt x="9868" y="26062"/>
                </a:lnTo>
                <a:lnTo>
                  <a:pt x="9744" y="26537"/>
                </a:lnTo>
                <a:lnTo>
                  <a:pt x="9626" y="27009"/>
                </a:lnTo>
                <a:lnTo>
                  <a:pt x="9514" y="27479"/>
                </a:lnTo>
                <a:lnTo>
                  <a:pt x="9409" y="27948"/>
                </a:lnTo>
                <a:lnTo>
                  <a:pt x="9311" y="28413"/>
                </a:lnTo>
                <a:lnTo>
                  <a:pt x="9219" y="28877"/>
                </a:lnTo>
                <a:lnTo>
                  <a:pt x="9133" y="29339"/>
                </a:lnTo>
                <a:lnTo>
                  <a:pt x="9053" y="29798"/>
                </a:lnTo>
                <a:lnTo>
                  <a:pt x="8980" y="30255"/>
                </a:lnTo>
                <a:lnTo>
                  <a:pt x="8913" y="30710"/>
                </a:lnTo>
                <a:lnTo>
                  <a:pt x="8853" y="31163"/>
                </a:lnTo>
                <a:lnTo>
                  <a:pt x="8799" y="31613"/>
                </a:lnTo>
                <a:lnTo>
                  <a:pt x="8751" y="32061"/>
                </a:lnTo>
                <a:lnTo>
                  <a:pt x="8709" y="32507"/>
                </a:lnTo>
                <a:lnTo>
                  <a:pt x="8674" y="32951"/>
                </a:lnTo>
                <a:lnTo>
                  <a:pt x="8646" y="33393"/>
                </a:lnTo>
                <a:lnTo>
                  <a:pt x="8624" y="33833"/>
                </a:lnTo>
                <a:lnTo>
                  <a:pt x="8608" y="34270"/>
                </a:lnTo>
                <a:lnTo>
                  <a:pt x="8598" y="34705"/>
                </a:lnTo>
                <a:lnTo>
                  <a:pt x="8595" y="35138"/>
                </a:lnTo>
                <a:lnTo>
                  <a:pt x="8595" y="46514"/>
                </a:lnTo>
                <a:lnTo>
                  <a:pt x="22751" y="46514"/>
                </a:lnTo>
                <a:lnTo>
                  <a:pt x="22751" y="34885"/>
                </a:lnTo>
                <a:lnTo>
                  <a:pt x="22756" y="34302"/>
                </a:lnTo>
                <a:lnTo>
                  <a:pt x="22771" y="33722"/>
                </a:lnTo>
                <a:lnTo>
                  <a:pt x="22797" y="33145"/>
                </a:lnTo>
                <a:lnTo>
                  <a:pt x="22832" y="32572"/>
                </a:lnTo>
                <a:close/>
                <a:moveTo>
                  <a:pt x="55189" y="32572"/>
                </a:moveTo>
                <a:lnTo>
                  <a:pt x="55235" y="32001"/>
                </a:lnTo>
                <a:lnTo>
                  <a:pt x="55290" y="31433"/>
                </a:lnTo>
                <a:lnTo>
                  <a:pt x="55356" y="30868"/>
                </a:lnTo>
                <a:lnTo>
                  <a:pt x="55432" y="30307"/>
                </a:lnTo>
                <a:lnTo>
                  <a:pt x="55517" y="29748"/>
                </a:lnTo>
                <a:lnTo>
                  <a:pt x="55613" y="29193"/>
                </a:lnTo>
                <a:lnTo>
                  <a:pt x="55719" y="28641"/>
                </a:lnTo>
                <a:lnTo>
                  <a:pt x="55835" y="28091"/>
                </a:lnTo>
                <a:lnTo>
                  <a:pt x="55962" y="27545"/>
                </a:lnTo>
                <a:lnTo>
                  <a:pt x="56098" y="27002"/>
                </a:lnTo>
                <a:lnTo>
                  <a:pt x="56244" y="26462"/>
                </a:lnTo>
                <a:lnTo>
                  <a:pt x="56401" y="25925"/>
                </a:lnTo>
                <a:lnTo>
                  <a:pt x="56567" y="25391"/>
                </a:lnTo>
                <a:lnTo>
                  <a:pt x="56744" y="24860"/>
                </a:lnTo>
                <a:lnTo>
                  <a:pt x="56931" y="24333"/>
                </a:lnTo>
                <a:lnTo>
                  <a:pt x="57127" y="23808"/>
                </a:lnTo>
                <a:lnTo>
                  <a:pt x="57334" y="23286"/>
                </a:lnTo>
                <a:lnTo>
                  <a:pt x="57551" y="22768"/>
                </a:lnTo>
                <a:lnTo>
                  <a:pt x="57779" y="22252"/>
                </a:lnTo>
                <a:lnTo>
                  <a:pt x="58016" y="21740"/>
                </a:lnTo>
                <a:lnTo>
                  <a:pt x="58265" y="21225"/>
                </a:lnTo>
                <a:lnTo>
                  <a:pt x="58518" y="20711"/>
                </a:lnTo>
                <a:lnTo>
                  <a:pt x="58774" y="20200"/>
                </a:lnTo>
                <a:lnTo>
                  <a:pt x="59034" y="19690"/>
                </a:lnTo>
                <a:lnTo>
                  <a:pt x="59297" y="19181"/>
                </a:lnTo>
                <a:lnTo>
                  <a:pt x="59564" y="18675"/>
                </a:lnTo>
                <a:lnTo>
                  <a:pt x="59834" y="18170"/>
                </a:lnTo>
                <a:lnTo>
                  <a:pt x="60108" y="17667"/>
                </a:lnTo>
                <a:lnTo>
                  <a:pt x="60386" y="17166"/>
                </a:lnTo>
                <a:lnTo>
                  <a:pt x="60667" y="16667"/>
                </a:lnTo>
                <a:lnTo>
                  <a:pt x="60951" y="16169"/>
                </a:lnTo>
                <a:lnTo>
                  <a:pt x="61239" y="15673"/>
                </a:lnTo>
                <a:lnTo>
                  <a:pt x="61530" y="15179"/>
                </a:lnTo>
                <a:lnTo>
                  <a:pt x="61825" y="14687"/>
                </a:lnTo>
                <a:lnTo>
                  <a:pt x="62124" y="14196"/>
                </a:lnTo>
                <a:lnTo>
                  <a:pt x="62426" y="13707"/>
                </a:lnTo>
                <a:lnTo>
                  <a:pt x="62731" y="13220"/>
                </a:lnTo>
                <a:lnTo>
                  <a:pt x="63040" y="12734"/>
                </a:lnTo>
                <a:lnTo>
                  <a:pt x="63352" y="12251"/>
                </a:lnTo>
                <a:lnTo>
                  <a:pt x="63668" y="11769"/>
                </a:lnTo>
                <a:lnTo>
                  <a:pt x="63988" y="11289"/>
                </a:lnTo>
                <a:lnTo>
                  <a:pt x="64311" y="10810"/>
                </a:lnTo>
                <a:lnTo>
                  <a:pt x="64637" y="10334"/>
                </a:lnTo>
                <a:lnTo>
                  <a:pt x="64967" y="9859"/>
                </a:lnTo>
                <a:lnTo>
                  <a:pt x="56878" y="3286"/>
                </a:lnTo>
                <a:lnTo>
                  <a:pt x="56459" y="3626"/>
                </a:lnTo>
                <a:lnTo>
                  <a:pt x="56046" y="3970"/>
                </a:lnTo>
                <a:lnTo>
                  <a:pt x="55637" y="4320"/>
                </a:lnTo>
                <a:lnTo>
                  <a:pt x="55233" y="4675"/>
                </a:lnTo>
                <a:lnTo>
                  <a:pt x="54835" y="5035"/>
                </a:lnTo>
                <a:lnTo>
                  <a:pt x="54441" y="5399"/>
                </a:lnTo>
                <a:lnTo>
                  <a:pt x="54053" y="5769"/>
                </a:lnTo>
                <a:lnTo>
                  <a:pt x="53669" y="6144"/>
                </a:lnTo>
                <a:lnTo>
                  <a:pt x="53291" y="6524"/>
                </a:lnTo>
                <a:lnTo>
                  <a:pt x="52917" y="6909"/>
                </a:lnTo>
                <a:lnTo>
                  <a:pt x="52549" y="7299"/>
                </a:lnTo>
                <a:lnTo>
                  <a:pt x="52186" y="7694"/>
                </a:lnTo>
                <a:lnTo>
                  <a:pt x="51827" y="8094"/>
                </a:lnTo>
                <a:lnTo>
                  <a:pt x="51474" y="8500"/>
                </a:lnTo>
                <a:lnTo>
                  <a:pt x="51126" y="8910"/>
                </a:lnTo>
                <a:lnTo>
                  <a:pt x="50783" y="9325"/>
                </a:lnTo>
                <a:lnTo>
                  <a:pt x="50445" y="9746"/>
                </a:lnTo>
                <a:lnTo>
                  <a:pt x="50112" y="10171"/>
                </a:lnTo>
                <a:lnTo>
                  <a:pt x="49784" y="10601"/>
                </a:lnTo>
                <a:lnTo>
                  <a:pt x="49461" y="11037"/>
                </a:lnTo>
                <a:lnTo>
                  <a:pt x="49143" y="11477"/>
                </a:lnTo>
                <a:lnTo>
                  <a:pt x="48831" y="11923"/>
                </a:lnTo>
                <a:lnTo>
                  <a:pt x="48523" y="12374"/>
                </a:lnTo>
                <a:lnTo>
                  <a:pt x="48220" y="12829"/>
                </a:lnTo>
                <a:lnTo>
                  <a:pt x="47928" y="13283"/>
                </a:lnTo>
                <a:lnTo>
                  <a:pt x="47642" y="13738"/>
                </a:lnTo>
                <a:lnTo>
                  <a:pt x="47361" y="14195"/>
                </a:lnTo>
                <a:lnTo>
                  <a:pt x="47086" y="14653"/>
                </a:lnTo>
                <a:lnTo>
                  <a:pt x="46817" y="15113"/>
                </a:lnTo>
                <a:lnTo>
                  <a:pt x="46553" y="15574"/>
                </a:lnTo>
                <a:lnTo>
                  <a:pt x="46295" y="16037"/>
                </a:lnTo>
                <a:lnTo>
                  <a:pt x="46043" y="16502"/>
                </a:lnTo>
                <a:lnTo>
                  <a:pt x="45797" y="16968"/>
                </a:lnTo>
                <a:lnTo>
                  <a:pt x="45556" y="17435"/>
                </a:lnTo>
                <a:lnTo>
                  <a:pt x="45321" y="17904"/>
                </a:lnTo>
                <a:lnTo>
                  <a:pt x="45092" y="18375"/>
                </a:lnTo>
                <a:lnTo>
                  <a:pt x="44868" y="18847"/>
                </a:lnTo>
                <a:lnTo>
                  <a:pt x="44650" y="19321"/>
                </a:lnTo>
                <a:lnTo>
                  <a:pt x="44438" y="19796"/>
                </a:lnTo>
                <a:lnTo>
                  <a:pt x="44232" y="20272"/>
                </a:lnTo>
                <a:lnTo>
                  <a:pt x="44031" y="20751"/>
                </a:lnTo>
                <a:lnTo>
                  <a:pt x="43836" y="21231"/>
                </a:lnTo>
                <a:lnTo>
                  <a:pt x="43646" y="21712"/>
                </a:lnTo>
                <a:lnTo>
                  <a:pt x="43463" y="22195"/>
                </a:lnTo>
                <a:lnTo>
                  <a:pt x="43285" y="22679"/>
                </a:lnTo>
                <a:lnTo>
                  <a:pt x="43112" y="23165"/>
                </a:lnTo>
                <a:lnTo>
                  <a:pt x="42946" y="23653"/>
                </a:lnTo>
                <a:lnTo>
                  <a:pt x="42785" y="24142"/>
                </a:lnTo>
                <a:lnTo>
                  <a:pt x="42635" y="24625"/>
                </a:lnTo>
                <a:lnTo>
                  <a:pt x="42492" y="25106"/>
                </a:lnTo>
                <a:lnTo>
                  <a:pt x="42355" y="25585"/>
                </a:lnTo>
                <a:lnTo>
                  <a:pt x="42225" y="26062"/>
                </a:lnTo>
                <a:lnTo>
                  <a:pt x="42101" y="26537"/>
                </a:lnTo>
                <a:lnTo>
                  <a:pt x="41983" y="27009"/>
                </a:lnTo>
                <a:lnTo>
                  <a:pt x="41872" y="27479"/>
                </a:lnTo>
                <a:lnTo>
                  <a:pt x="41767" y="27948"/>
                </a:lnTo>
                <a:lnTo>
                  <a:pt x="41668" y="28413"/>
                </a:lnTo>
                <a:lnTo>
                  <a:pt x="41576" y="28877"/>
                </a:lnTo>
                <a:lnTo>
                  <a:pt x="41490" y="29339"/>
                </a:lnTo>
                <a:lnTo>
                  <a:pt x="41410" y="29798"/>
                </a:lnTo>
                <a:lnTo>
                  <a:pt x="41337" y="30255"/>
                </a:lnTo>
                <a:lnTo>
                  <a:pt x="41270" y="30710"/>
                </a:lnTo>
                <a:lnTo>
                  <a:pt x="41210" y="31163"/>
                </a:lnTo>
                <a:lnTo>
                  <a:pt x="41156" y="31613"/>
                </a:lnTo>
                <a:lnTo>
                  <a:pt x="41108" y="32061"/>
                </a:lnTo>
                <a:lnTo>
                  <a:pt x="41067" y="32507"/>
                </a:lnTo>
                <a:lnTo>
                  <a:pt x="41032" y="32951"/>
                </a:lnTo>
                <a:lnTo>
                  <a:pt x="41003" y="33393"/>
                </a:lnTo>
                <a:lnTo>
                  <a:pt x="40981" y="33833"/>
                </a:lnTo>
                <a:lnTo>
                  <a:pt x="40965" y="34270"/>
                </a:lnTo>
                <a:lnTo>
                  <a:pt x="40955" y="34705"/>
                </a:lnTo>
                <a:lnTo>
                  <a:pt x="40952" y="35138"/>
                </a:lnTo>
                <a:lnTo>
                  <a:pt x="40952" y="46514"/>
                </a:lnTo>
                <a:lnTo>
                  <a:pt x="55109" y="46514"/>
                </a:lnTo>
                <a:lnTo>
                  <a:pt x="55109" y="34885"/>
                </a:lnTo>
                <a:lnTo>
                  <a:pt x="55114" y="34302"/>
                </a:lnTo>
                <a:lnTo>
                  <a:pt x="55129" y="33722"/>
                </a:lnTo>
                <a:lnTo>
                  <a:pt x="55154" y="33145"/>
                </a:lnTo>
                <a:lnTo>
                  <a:pt x="55189" y="32572"/>
                </a:lnTo>
                <a:close/>
                <a:moveTo>
                  <a:pt x="1258445" y="51064"/>
                </a:moveTo>
                <a:lnTo>
                  <a:pt x="1273107" y="51064"/>
                </a:lnTo>
                <a:lnTo>
                  <a:pt x="1273107" y="111734"/>
                </a:lnTo>
                <a:lnTo>
                  <a:pt x="1273114" y="112435"/>
                </a:lnTo>
                <a:lnTo>
                  <a:pt x="1273134" y="113125"/>
                </a:lnTo>
                <a:lnTo>
                  <a:pt x="1273168" y="113806"/>
                </a:lnTo>
                <a:lnTo>
                  <a:pt x="1273216" y="114476"/>
                </a:lnTo>
                <a:lnTo>
                  <a:pt x="1273277" y="115136"/>
                </a:lnTo>
                <a:lnTo>
                  <a:pt x="1273352" y="115787"/>
                </a:lnTo>
                <a:lnTo>
                  <a:pt x="1273440" y="116427"/>
                </a:lnTo>
                <a:lnTo>
                  <a:pt x="1273542" y="117057"/>
                </a:lnTo>
                <a:lnTo>
                  <a:pt x="1273658" y="117677"/>
                </a:lnTo>
                <a:lnTo>
                  <a:pt x="1273787" y="118286"/>
                </a:lnTo>
                <a:lnTo>
                  <a:pt x="1273930" y="118886"/>
                </a:lnTo>
                <a:lnTo>
                  <a:pt x="1274086" y="119476"/>
                </a:lnTo>
                <a:lnTo>
                  <a:pt x="1274256" y="120055"/>
                </a:lnTo>
                <a:lnTo>
                  <a:pt x="1274440" y="120625"/>
                </a:lnTo>
                <a:lnTo>
                  <a:pt x="1274637" y="121184"/>
                </a:lnTo>
                <a:lnTo>
                  <a:pt x="1274848" y="121733"/>
                </a:lnTo>
                <a:lnTo>
                  <a:pt x="1275073" y="122272"/>
                </a:lnTo>
                <a:lnTo>
                  <a:pt x="1275311" y="122802"/>
                </a:lnTo>
                <a:lnTo>
                  <a:pt x="1275563" y="123320"/>
                </a:lnTo>
                <a:lnTo>
                  <a:pt x="1275828" y="123829"/>
                </a:lnTo>
                <a:lnTo>
                  <a:pt x="1276107" y="124328"/>
                </a:lnTo>
                <a:lnTo>
                  <a:pt x="1276399" y="124817"/>
                </a:lnTo>
                <a:lnTo>
                  <a:pt x="1276705" y="125295"/>
                </a:lnTo>
                <a:lnTo>
                  <a:pt x="1277025" y="125764"/>
                </a:lnTo>
                <a:lnTo>
                  <a:pt x="1277360" y="126222"/>
                </a:lnTo>
                <a:lnTo>
                  <a:pt x="1277703" y="126671"/>
                </a:lnTo>
                <a:lnTo>
                  <a:pt x="1278052" y="127110"/>
                </a:lnTo>
                <a:lnTo>
                  <a:pt x="1278409" y="127539"/>
                </a:lnTo>
                <a:lnTo>
                  <a:pt x="1278772" y="127958"/>
                </a:lnTo>
                <a:lnTo>
                  <a:pt x="1279142" y="128367"/>
                </a:lnTo>
                <a:lnTo>
                  <a:pt x="1279520" y="128766"/>
                </a:lnTo>
                <a:lnTo>
                  <a:pt x="1279904" y="129156"/>
                </a:lnTo>
                <a:lnTo>
                  <a:pt x="1280296" y="129535"/>
                </a:lnTo>
                <a:lnTo>
                  <a:pt x="1280694" y="129905"/>
                </a:lnTo>
                <a:lnTo>
                  <a:pt x="1281100" y="130264"/>
                </a:lnTo>
                <a:lnTo>
                  <a:pt x="1281512" y="130614"/>
                </a:lnTo>
                <a:lnTo>
                  <a:pt x="1281932" y="130954"/>
                </a:lnTo>
                <a:lnTo>
                  <a:pt x="1282358" y="131285"/>
                </a:lnTo>
                <a:lnTo>
                  <a:pt x="1282792" y="131605"/>
                </a:lnTo>
                <a:lnTo>
                  <a:pt x="1283233" y="131915"/>
                </a:lnTo>
                <a:lnTo>
                  <a:pt x="1283680" y="132216"/>
                </a:lnTo>
                <a:lnTo>
                  <a:pt x="1284135" y="132506"/>
                </a:lnTo>
                <a:lnTo>
                  <a:pt x="1284597" y="132787"/>
                </a:lnTo>
                <a:lnTo>
                  <a:pt x="1285065" y="133058"/>
                </a:lnTo>
                <a:lnTo>
                  <a:pt x="1285541" y="133319"/>
                </a:lnTo>
                <a:lnTo>
                  <a:pt x="1286024" y="133570"/>
                </a:lnTo>
                <a:lnTo>
                  <a:pt x="1286513" y="133811"/>
                </a:lnTo>
                <a:lnTo>
                  <a:pt x="1287010" y="134043"/>
                </a:lnTo>
                <a:lnTo>
                  <a:pt x="1287516" y="134265"/>
                </a:lnTo>
                <a:lnTo>
                  <a:pt x="1288023" y="134477"/>
                </a:lnTo>
                <a:lnTo>
                  <a:pt x="1288531" y="134680"/>
                </a:lnTo>
                <a:lnTo>
                  <a:pt x="1289040" y="134873"/>
                </a:lnTo>
                <a:lnTo>
                  <a:pt x="1289549" y="135057"/>
                </a:lnTo>
                <a:lnTo>
                  <a:pt x="1290060" y="135232"/>
                </a:lnTo>
                <a:lnTo>
                  <a:pt x="1290571" y="135397"/>
                </a:lnTo>
                <a:lnTo>
                  <a:pt x="1291083" y="135553"/>
                </a:lnTo>
                <a:lnTo>
                  <a:pt x="1291596" y="135699"/>
                </a:lnTo>
                <a:lnTo>
                  <a:pt x="1292110" y="135836"/>
                </a:lnTo>
                <a:lnTo>
                  <a:pt x="1292625" y="135963"/>
                </a:lnTo>
                <a:lnTo>
                  <a:pt x="1293140" y="136081"/>
                </a:lnTo>
                <a:lnTo>
                  <a:pt x="1293657" y="136189"/>
                </a:lnTo>
                <a:lnTo>
                  <a:pt x="1294174" y="136289"/>
                </a:lnTo>
                <a:lnTo>
                  <a:pt x="1294693" y="136378"/>
                </a:lnTo>
                <a:lnTo>
                  <a:pt x="1295212" y="136458"/>
                </a:lnTo>
                <a:lnTo>
                  <a:pt x="1295732" y="136529"/>
                </a:lnTo>
                <a:lnTo>
                  <a:pt x="1296253" y="136591"/>
                </a:lnTo>
                <a:lnTo>
                  <a:pt x="1296775" y="136642"/>
                </a:lnTo>
                <a:lnTo>
                  <a:pt x="1297298" y="136685"/>
                </a:lnTo>
                <a:lnTo>
                  <a:pt x="1297821" y="136718"/>
                </a:lnTo>
                <a:lnTo>
                  <a:pt x="1298346" y="136741"/>
                </a:lnTo>
                <a:lnTo>
                  <a:pt x="1298871" y="136756"/>
                </a:lnTo>
                <a:lnTo>
                  <a:pt x="1299397" y="136760"/>
                </a:lnTo>
                <a:lnTo>
                  <a:pt x="1299742" y="136759"/>
                </a:lnTo>
                <a:lnTo>
                  <a:pt x="1300082" y="136756"/>
                </a:lnTo>
                <a:lnTo>
                  <a:pt x="1300417" y="136750"/>
                </a:lnTo>
                <a:lnTo>
                  <a:pt x="1300747" y="136743"/>
                </a:lnTo>
                <a:lnTo>
                  <a:pt x="1301072" y="136733"/>
                </a:lnTo>
                <a:lnTo>
                  <a:pt x="1301392" y="136721"/>
                </a:lnTo>
                <a:lnTo>
                  <a:pt x="1301707" y="136707"/>
                </a:lnTo>
                <a:lnTo>
                  <a:pt x="1302016" y="136690"/>
                </a:lnTo>
                <a:lnTo>
                  <a:pt x="1302321" y="136671"/>
                </a:lnTo>
                <a:lnTo>
                  <a:pt x="1302621" y="136651"/>
                </a:lnTo>
                <a:lnTo>
                  <a:pt x="1302915" y="136628"/>
                </a:lnTo>
                <a:lnTo>
                  <a:pt x="1303205" y="136602"/>
                </a:lnTo>
                <a:lnTo>
                  <a:pt x="1303489" y="136575"/>
                </a:lnTo>
                <a:lnTo>
                  <a:pt x="1303769" y="136545"/>
                </a:lnTo>
                <a:lnTo>
                  <a:pt x="1304043" y="136514"/>
                </a:lnTo>
                <a:lnTo>
                  <a:pt x="1304313" y="136479"/>
                </a:lnTo>
                <a:lnTo>
                  <a:pt x="1304577" y="136443"/>
                </a:lnTo>
                <a:lnTo>
                  <a:pt x="1304836" y="136405"/>
                </a:lnTo>
                <a:lnTo>
                  <a:pt x="1305090" y="136364"/>
                </a:lnTo>
                <a:lnTo>
                  <a:pt x="1305340" y="136321"/>
                </a:lnTo>
                <a:lnTo>
                  <a:pt x="1305584" y="136277"/>
                </a:lnTo>
                <a:lnTo>
                  <a:pt x="1305823" y="136229"/>
                </a:lnTo>
                <a:lnTo>
                  <a:pt x="1306057" y="136180"/>
                </a:lnTo>
                <a:lnTo>
                  <a:pt x="1306286" y="136128"/>
                </a:lnTo>
                <a:lnTo>
                  <a:pt x="1306510" y="136081"/>
                </a:lnTo>
                <a:lnTo>
                  <a:pt x="1306730" y="136034"/>
                </a:lnTo>
                <a:lnTo>
                  <a:pt x="1306946" y="135986"/>
                </a:lnTo>
                <a:lnTo>
                  <a:pt x="1307158" y="135939"/>
                </a:lnTo>
                <a:lnTo>
                  <a:pt x="1307366" y="135891"/>
                </a:lnTo>
                <a:lnTo>
                  <a:pt x="1307569" y="135844"/>
                </a:lnTo>
                <a:lnTo>
                  <a:pt x="1307769" y="135797"/>
                </a:lnTo>
                <a:lnTo>
                  <a:pt x="1307964" y="135749"/>
                </a:lnTo>
                <a:lnTo>
                  <a:pt x="1308155" y="135702"/>
                </a:lnTo>
                <a:lnTo>
                  <a:pt x="1308342" y="135654"/>
                </a:lnTo>
                <a:lnTo>
                  <a:pt x="1308525" y="135607"/>
                </a:lnTo>
                <a:lnTo>
                  <a:pt x="1308703" y="135560"/>
                </a:lnTo>
                <a:lnTo>
                  <a:pt x="1308877" y="135512"/>
                </a:lnTo>
                <a:lnTo>
                  <a:pt x="1309048" y="135465"/>
                </a:lnTo>
                <a:lnTo>
                  <a:pt x="1309214" y="135417"/>
                </a:lnTo>
                <a:lnTo>
                  <a:pt x="1309375" y="135370"/>
                </a:lnTo>
                <a:lnTo>
                  <a:pt x="1309533" y="135323"/>
                </a:lnTo>
                <a:lnTo>
                  <a:pt x="1309687" y="135275"/>
                </a:lnTo>
                <a:lnTo>
                  <a:pt x="1309836" y="135228"/>
                </a:lnTo>
                <a:lnTo>
                  <a:pt x="1309981" y="135180"/>
                </a:lnTo>
                <a:lnTo>
                  <a:pt x="1310122" y="135133"/>
                </a:lnTo>
                <a:lnTo>
                  <a:pt x="1310259" y="135086"/>
                </a:lnTo>
                <a:lnTo>
                  <a:pt x="1310392" y="135038"/>
                </a:lnTo>
                <a:lnTo>
                  <a:pt x="1310520" y="134991"/>
                </a:lnTo>
                <a:lnTo>
                  <a:pt x="1307487" y="121593"/>
                </a:lnTo>
                <a:lnTo>
                  <a:pt x="1307406" y="121609"/>
                </a:lnTo>
                <a:lnTo>
                  <a:pt x="1307324" y="121625"/>
                </a:lnTo>
                <a:lnTo>
                  <a:pt x="1307240" y="121642"/>
                </a:lnTo>
                <a:lnTo>
                  <a:pt x="1307153" y="121660"/>
                </a:lnTo>
                <a:lnTo>
                  <a:pt x="1307064" y="121677"/>
                </a:lnTo>
                <a:lnTo>
                  <a:pt x="1306973" y="121696"/>
                </a:lnTo>
                <a:lnTo>
                  <a:pt x="1306880" y="121714"/>
                </a:lnTo>
                <a:lnTo>
                  <a:pt x="1306784" y="121733"/>
                </a:lnTo>
                <a:lnTo>
                  <a:pt x="1306687" y="121753"/>
                </a:lnTo>
                <a:lnTo>
                  <a:pt x="1306587" y="121773"/>
                </a:lnTo>
                <a:lnTo>
                  <a:pt x="1306485" y="121793"/>
                </a:lnTo>
                <a:lnTo>
                  <a:pt x="1306381" y="121814"/>
                </a:lnTo>
                <a:lnTo>
                  <a:pt x="1306274" y="121835"/>
                </a:lnTo>
                <a:lnTo>
                  <a:pt x="1306165" y="121857"/>
                </a:lnTo>
                <a:lnTo>
                  <a:pt x="1306055" y="121879"/>
                </a:lnTo>
                <a:lnTo>
                  <a:pt x="1305942" y="121902"/>
                </a:lnTo>
                <a:lnTo>
                  <a:pt x="1305826" y="121925"/>
                </a:lnTo>
                <a:lnTo>
                  <a:pt x="1305709" y="121948"/>
                </a:lnTo>
                <a:lnTo>
                  <a:pt x="1305589" y="121972"/>
                </a:lnTo>
                <a:lnTo>
                  <a:pt x="1305468" y="121997"/>
                </a:lnTo>
                <a:lnTo>
                  <a:pt x="1305344" y="122021"/>
                </a:lnTo>
                <a:lnTo>
                  <a:pt x="1305218" y="122047"/>
                </a:lnTo>
                <a:lnTo>
                  <a:pt x="1305089" y="122072"/>
                </a:lnTo>
                <a:lnTo>
                  <a:pt x="1304959" y="122098"/>
                </a:lnTo>
                <a:lnTo>
                  <a:pt x="1304825" y="122119"/>
                </a:lnTo>
                <a:lnTo>
                  <a:pt x="1304689" y="122139"/>
                </a:lnTo>
                <a:lnTo>
                  <a:pt x="1304550" y="122158"/>
                </a:lnTo>
                <a:lnTo>
                  <a:pt x="1304407" y="122176"/>
                </a:lnTo>
                <a:lnTo>
                  <a:pt x="1304262" y="122193"/>
                </a:lnTo>
                <a:lnTo>
                  <a:pt x="1304113" y="122209"/>
                </a:lnTo>
                <a:lnTo>
                  <a:pt x="1303962" y="122224"/>
                </a:lnTo>
                <a:lnTo>
                  <a:pt x="1303807" y="122239"/>
                </a:lnTo>
                <a:lnTo>
                  <a:pt x="1303649" y="122252"/>
                </a:lnTo>
                <a:lnTo>
                  <a:pt x="1303488" y="122265"/>
                </a:lnTo>
                <a:lnTo>
                  <a:pt x="1303324" y="122277"/>
                </a:lnTo>
                <a:lnTo>
                  <a:pt x="1303157" y="122288"/>
                </a:lnTo>
                <a:lnTo>
                  <a:pt x="1302987" y="122298"/>
                </a:lnTo>
                <a:lnTo>
                  <a:pt x="1302814" y="122307"/>
                </a:lnTo>
                <a:lnTo>
                  <a:pt x="1302638" y="122316"/>
                </a:lnTo>
                <a:lnTo>
                  <a:pt x="1302459" y="122323"/>
                </a:lnTo>
                <a:lnTo>
                  <a:pt x="1302276" y="122330"/>
                </a:lnTo>
                <a:lnTo>
                  <a:pt x="1302091" y="122335"/>
                </a:lnTo>
                <a:lnTo>
                  <a:pt x="1301902" y="122340"/>
                </a:lnTo>
                <a:lnTo>
                  <a:pt x="1301711" y="122344"/>
                </a:lnTo>
                <a:lnTo>
                  <a:pt x="1301516" y="122347"/>
                </a:lnTo>
                <a:lnTo>
                  <a:pt x="1301318" y="122349"/>
                </a:lnTo>
                <a:lnTo>
                  <a:pt x="1301118" y="122351"/>
                </a:lnTo>
                <a:lnTo>
                  <a:pt x="1300914" y="122351"/>
                </a:lnTo>
                <a:lnTo>
                  <a:pt x="1300641" y="122349"/>
                </a:lnTo>
                <a:lnTo>
                  <a:pt x="1300368" y="122344"/>
                </a:lnTo>
                <a:lnTo>
                  <a:pt x="1300097" y="122335"/>
                </a:lnTo>
                <a:lnTo>
                  <a:pt x="1299827" y="122323"/>
                </a:lnTo>
                <a:lnTo>
                  <a:pt x="1299558" y="122307"/>
                </a:lnTo>
                <a:lnTo>
                  <a:pt x="1299290" y="122288"/>
                </a:lnTo>
                <a:lnTo>
                  <a:pt x="1299024" y="122265"/>
                </a:lnTo>
                <a:lnTo>
                  <a:pt x="1298758" y="122239"/>
                </a:lnTo>
                <a:lnTo>
                  <a:pt x="1298494" y="122209"/>
                </a:lnTo>
                <a:lnTo>
                  <a:pt x="1298230" y="122176"/>
                </a:lnTo>
                <a:lnTo>
                  <a:pt x="1297968" y="122139"/>
                </a:lnTo>
                <a:lnTo>
                  <a:pt x="1297707" y="122098"/>
                </a:lnTo>
                <a:lnTo>
                  <a:pt x="1297446" y="122055"/>
                </a:lnTo>
                <a:lnTo>
                  <a:pt x="1297187" y="122007"/>
                </a:lnTo>
                <a:lnTo>
                  <a:pt x="1296929" y="121956"/>
                </a:lnTo>
                <a:lnTo>
                  <a:pt x="1296673" y="121902"/>
                </a:lnTo>
                <a:lnTo>
                  <a:pt x="1296417" y="121844"/>
                </a:lnTo>
                <a:lnTo>
                  <a:pt x="1296162" y="121782"/>
                </a:lnTo>
                <a:lnTo>
                  <a:pt x="1295909" y="121717"/>
                </a:lnTo>
                <a:lnTo>
                  <a:pt x="1295656" y="121649"/>
                </a:lnTo>
                <a:lnTo>
                  <a:pt x="1295405" y="121577"/>
                </a:lnTo>
                <a:lnTo>
                  <a:pt x="1295155" y="121502"/>
                </a:lnTo>
                <a:lnTo>
                  <a:pt x="1294905" y="121423"/>
                </a:lnTo>
                <a:lnTo>
                  <a:pt x="1294657" y="121340"/>
                </a:lnTo>
                <a:lnTo>
                  <a:pt x="1294417" y="121247"/>
                </a:lnTo>
                <a:lnTo>
                  <a:pt x="1294180" y="121147"/>
                </a:lnTo>
                <a:lnTo>
                  <a:pt x="1293946" y="121040"/>
                </a:lnTo>
                <a:lnTo>
                  <a:pt x="1293716" y="120926"/>
                </a:lnTo>
                <a:lnTo>
                  <a:pt x="1293490" y="120805"/>
                </a:lnTo>
                <a:lnTo>
                  <a:pt x="1293267" y="120676"/>
                </a:lnTo>
                <a:lnTo>
                  <a:pt x="1293048" y="120541"/>
                </a:lnTo>
                <a:lnTo>
                  <a:pt x="1292832" y="120399"/>
                </a:lnTo>
                <a:lnTo>
                  <a:pt x="1292619" y="120250"/>
                </a:lnTo>
                <a:lnTo>
                  <a:pt x="1292410" y="120094"/>
                </a:lnTo>
                <a:lnTo>
                  <a:pt x="1292205" y="119930"/>
                </a:lnTo>
                <a:lnTo>
                  <a:pt x="1292003" y="119760"/>
                </a:lnTo>
                <a:lnTo>
                  <a:pt x="1291805" y="119583"/>
                </a:lnTo>
                <a:lnTo>
                  <a:pt x="1291610" y="119398"/>
                </a:lnTo>
                <a:lnTo>
                  <a:pt x="1291418" y="119207"/>
                </a:lnTo>
                <a:lnTo>
                  <a:pt x="1291231" y="119009"/>
                </a:lnTo>
                <a:lnTo>
                  <a:pt x="1291046" y="118803"/>
                </a:lnTo>
                <a:lnTo>
                  <a:pt x="1290865" y="118591"/>
                </a:lnTo>
                <a:lnTo>
                  <a:pt x="1290688" y="118372"/>
                </a:lnTo>
                <a:lnTo>
                  <a:pt x="1290514" y="118145"/>
                </a:lnTo>
                <a:lnTo>
                  <a:pt x="1290344" y="117912"/>
                </a:lnTo>
                <a:lnTo>
                  <a:pt x="1290177" y="117671"/>
                </a:lnTo>
                <a:lnTo>
                  <a:pt x="1290014" y="117424"/>
                </a:lnTo>
                <a:lnTo>
                  <a:pt x="1289854" y="117169"/>
                </a:lnTo>
                <a:lnTo>
                  <a:pt x="1289705" y="116900"/>
                </a:lnTo>
                <a:lnTo>
                  <a:pt x="1289562" y="116620"/>
                </a:lnTo>
                <a:lnTo>
                  <a:pt x="1289425" y="116330"/>
                </a:lnTo>
                <a:lnTo>
                  <a:pt x="1289294" y="116028"/>
                </a:lnTo>
                <a:lnTo>
                  <a:pt x="1289170" y="115715"/>
                </a:lnTo>
                <a:lnTo>
                  <a:pt x="1289052" y="115392"/>
                </a:lnTo>
                <a:lnTo>
                  <a:pt x="1288941" y="115057"/>
                </a:lnTo>
                <a:lnTo>
                  <a:pt x="1288836" y="114711"/>
                </a:lnTo>
                <a:lnTo>
                  <a:pt x="1288737" y="114355"/>
                </a:lnTo>
                <a:lnTo>
                  <a:pt x="1288645" y="113987"/>
                </a:lnTo>
                <a:lnTo>
                  <a:pt x="1288559" y="113609"/>
                </a:lnTo>
                <a:lnTo>
                  <a:pt x="1288480" y="113219"/>
                </a:lnTo>
                <a:lnTo>
                  <a:pt x="1288407" y="112819"/>
                </a:lnTo>
                <a:lnTo>
                  <a:pt x="1288340" y="112407"/>
                </a:lnTo>
                <a:lnTo>
                  <a:pt x="1288279" y="111985"/>
                </a:lnTo>
                <a:lnTo>
                  <a:pt x="1288225" y="111551"/>
                </a:lnTo>
                <a:lnTo>
                  <a:pt x="1288178" y="111107"/>
                </a:lnTo>
                <a:lnTo>
                  <a:pt x="1288136" y="110652"/>
                </a:lnTo>
                <a:lnTo>
                  <a:pt x="1288101" y="110185"/>
                </a:lnTo>
                <a:lnTo>
                  <a:pt x="1288073" y="109708"/>
                </a:lnTo>
                <a:lnTo>
                  <a:pt x="1288050" y="109220"/>
                </a:lnTo>
                <a:lnTo>
                  <a:pt x="1288034" y="108721"/>
                </a:lnTo>
                <a:lnTo>
                  <a:pt x="1288025" y="108210"/>
                </a:lnTo>
                <a:lnTo>
                  <a:pt x="1288022" y="107689"/>
                </a:lnTo>
                <a:lnTo>
                  <a:pt x="1288022" y="51064"/>
                </a:lnTo>
                <a:lnTo>
                  <a:pt x="1308751" y="51064"/>
                </a:lnTo>
                <a:lnTo>
                  <a:pt x="1308751" y="38424"/>
                </a:lnTo>
                <a:lnTo>
                  <a:pt x="1288022" y="38424"/>
                </a:lnTo>
                <a:lnTo>
                  <a:pt x="1288022" y="15168"/>
                </a:lnTo>
                <a:lnTo>
                  <a:pt x="1273107" y="15168"/>
                </a:lnTo>
                <a:lnTo>
                  <a:pt x="1273107" y="38424"/>
                </a:lnTo>
                <a:lnTo>
                  <a:pt x="1258445" y="38424"/>
                </a:lnTo>
                <a:lnTo>
                  <a:pt x="1258445" y="51064"/>
                </a:lnTo>
                <a:close/>
                <a:moveTo>
                  <a:pt x="2045275" y="51064"/>
                </a:moveTo>
                <a:lnTo>
                  <a:pt x="2045275" y="111734"/>
                </a:lnTo>
                <a:lnTo>
                  <a:pt x="2045282" y="112435"/>
                </a:lnTo>
                <a:lnTo>
                  <a:pt x="2045302" y="113125"/>
                </a:lnTo>
                <a:lnTo>
                  <a:pt x="2045336" y="113806"/>
                </a:lnTo>
                <a:lnTo>
                  <a:pt x="2045384" y="114476"/>
                </a:lnTo>
                <a:lnTo>
                  <a:pt x="2045445" y="115136"/>
                </a:lnTo>
                <a:lnTo>
                  <a:pt x="2045520" y="115787"/>
                </a:lnTo>
                <a:lnTo>
                  <a:pt x="2045608" y="116427"/>
                </a:lnTo>
                <a:lnTo>
                  <a:pt x="2045710" y="117057"/>
                </a:lnTo>
                <a:lnTo>
                  <a:pt x="2045826" y="117677"/>
                </a:lnTo>
                <a:lnTo>
                  <a:pt x="2045955" y="118286"/>
                </a:lnTo>
                <a:lnTo>
                  <a:pt x="2046098" y="118886"/>
                </a:lnTo>
                <a:lnTo>
                  <a:pt x="2046255" y="119476"/>
                </a:lnTo>
                <a:lnTo>
                  <a:pt x="2046425" y="120055"/>
                </a:lnTo>
                <a:lnTo>
                  <a:pt x="2046608" y="120625"/>
                </a:lnTo>
                <a:lnTo>
                  <a:pt x="2046806" y="121184"/>
                </a:lnTo>
                <a:lnTo>
                  <a:pt x="2047017" y="121733"/>
                </a:lnTo>
                <a:lnTo>
                  <a:pt x="2047241" y="122272"/>
                </a:lnTo>
                <a:lnTo>
                  <a:pt x="2047479" y="122802"/>
                </a:lnTo>
                <a:lnTo>
                  <a:pt x="2047731" y="123320"/>
                </a:lnTo>
                <a:lnTo>
                  <a:pt x="2047996" y="123829"/>
                </a:lnTo>
                <a:lnTo>
                  <a:pt x="2048275" y="124328"/>
                </a:lnTo>
                <a:lnTo>
                  <a:pt x="2048568" y="124817"/>
                </a:lnTo>
                <a:lnTo>
                  <a:pt x="2048874" y="125295"/>
                </a:lnTo>
                <a:lnTo>
                  <a:pt x="2049193" y="125764"/>
                </a:lnTo>
                <a:lnTo>
                  <a:pt x="2049529" y="126222"/>
                </a:lnTo>
                <a:lnTo>
                  <a:pt x="2049871" y="126671"/>
                </a:lnTo>
                <a:lnTo>
                  <a:pt x="2050220" y="127110"/>
                </a:lnTo>
                <a:lnTo>
                  <a:pt x="2050577" y="127539"/>
                </a:lnTo>
                <a:lnTo>
                  <a:pt x="2050940" y="127958"/>
                </a:lnTo>
                <a:lnTo>
                  <a:pt x="2051311" y="128367"/>
                </a:lnTo>
                <a:lnTo>
                  <a:pt x="2051688" y="128766"/>
                </a:lnTo>
                <a:lnTo>
                  <a:pt x="2052072" y="129156"/>
                </a:lnTo>
                <a:lnTo>
                  <a:pt x="2052464" y="129535"/>
                </a:lnTo>
                <a:lnTo>
                  <a:pt x="2052862" y="129905"/>
                </a:lnTo>
                <a:lnTo>
                  <a:pt x="2053268" y="130264"/>
                </a:lnTo>
                <a:lnTo>
                  <a:pt x="2053680" y="130614"/>
                </a:lnTo>
                <a:lnTo>
                  <a:pt x="2054100" y="130954"/>
                </a:lnTo>
                <a:lnTo>
                  <a:pt x="2054527" y="131285"/>
                </a:lnTo>
                <a:lnTo>
                  <a:pt x="2054960" y="131605"/>
                </a:lnTo>
                <a:lnTo>
                  <a:pt x="2055401" y="131915"/>
                </a:lnTo>
                <a:lnTo>
                  <a:pt x="2055848" y="132216"/>
                </a:lnTo>
                <a:lnTo>
                  <a:pt x="2056303" y="132506"/>
                </a:lnTo>
                <a:lnTo>
                  <a:pt x="2056765" y="132787"/>
                </a:lnTo>
                <a:lnTo>
                  <a:pt x="2057233" y="133058"/>
                </a:lnTo>
                <a:lnTo>
                  <a:pt x="2057709" y="133319"/>
                </a:lnTo>
                <a:lnTo>
                  <a:pt x="2058192" y="133570"/>
                </a:lnTo>
                <a:lnTo>
                  <a:pt x="2058682" y="133811"/>
                </a:lnTo>
                <a:lnTo>
                  <a:pt x="2059179" y="134043"/>
                </a:lnTo>
                <a:lnTo>
                  <a:pt x="2059685" y="134265"/>
                </a:lnTo>
                <a:lnTo>
                  <a:pt x="2060191" y="134477"/>
                </a:lnTo>
                <a:lnTo>
                  <a:pt x="2060699" y="134680"/>
                </a:lnTo>
                <a:lnTo>
                  <a:pt x="2061208" y="134873"/>
                </a:lnTo>
                <a:lnTo>
                  <a:pt x="2061717" y="135057"/>
                </a:lnTo>
                <a:lnTo>
                  <a:pt x="2062228" y="135232"/>
                </a:lnTo>
                <a:lnTo>
                  <a:pt x="2062739" y="135397"/>
                </a:lnTo>
                <a:lnTo>
                  <a:pt x="2063251" y="135553"/>
                </a:lnTo>
                <a:lnTo>
                  <a:pt x="2063764" y="135699"/>
                </a:lnTo>
                <a:lnTo>
                  <a:pt x="2064278" y="135836"/>
                </a:lnTo>
                <a:lnTo>
                  <a:pt x="2064793" y="135963"/>
                </a:lnTo>
                <a:lnTo>
                  <a:pt x="2065309" y="136081"/>
                </a:lnTo>
                <a:lnTo>
                  <a:pt x="2065825" y="136189"/>
                </a:lnTo>
                <a:lnTo>
                  <a:pt x="2066343" y="136289"/>
                </a:lnTo>
                <a:lnTo>
                  <a:pt x="2066861" y="136378"/>
                </a:lnTo>
                <a:lnTo>
                  <a:pt x="2067380" y="136458"/>
                </a:lnTo>
                <a:lnTo>
                  <a:pt x="2067900" y="136529"/>
                </a:lnTo>
                <a:lnTo>
                  <a:pt x="2068421" y="136591"/>
                </a:lnTo>
                <a:lnTo>
                  <a:pt x="2068943" y="136642"/>
                </a:lnTo>
                <a:lnTo>
                  <a:pt x="2069466" y="136685"/>
                </a:lnTo>
                <a:lnTo>
                  <a:pt x="2069989" y="136718"/>
                </a:lnTo>
                <a:lnTo>
                  <a:pt x="2070514" y="136741"/>
                </a:lnTo>
                <a:lnTo>
                  <a:pt x="2071039" y="136756"/>
                </a:lnTo>
                <a:lnTo>
                  <a:pt x="2071565" y="136760"/>
                </a:lnTo>
                <a:lnTo>
                  <a:pt x="2071911" y="136759"/>
                </a:lnTo>
                <a:lnTo>
                  <a:pt x="2072251" y="136756"/>
                </a:lnTo>
                <a:lnTo>
                  <a:pt x="2072586" y="136750"/>
                </a:lnTo>
                <a:lnTo>
                  <a:pt x="2072915" y="136743"/>
                </a:lnTo>
                <a:lnTo>
                  <a:pt x="2073240" y="136733"/>
                </a:lnTo>
                <a:lnTo>
                  <a:pt x="2073560" y="136721"/>
                </a:lnTo>
                <a:lnTo>
                  <a:pt x="2073875" y="136707"/>
                </a:lnTo>
                <a:lnTo>
                  <a:pt x="2074185" y="136690"/>
                </a:lnTo>
                <a:lnTo>
                  <a:pt x="2074489" y="136671"/>
                </a:lnTo>
                <a:lnTo>
                  <a:pt x="2074789" y="136651"/>
                </a:lnTo>
                <a:lnTo>
                  <a:pt x="2075084" y="136628"/>
                </a:lnTo>
                <a:lnTo>
                  <a:pt x="2075373" y="136602"/>
                </a:lnTo>
                <a:lnTo>
                  <a:pt x="2075658" y="136575"/>
                </a:lnTo>
                <a:lnTo>
                  <a:pt x="2075937" y="136545"/>
                </a:lnTo>
                <a:lnTo>
                  <a:pt x="2076211" y="136514"/>
                </a:lnTo>
                <a:lnTo>
                  <a:pt x="2076481" y="136479"/>
                </a:lnTo>
                <a:lnTo>
                  <a:pt x="2076745" y="136443"/>
                </a:lnTo>
                <a:lnTo>
                  <a:pt x="2077004" y="136405"/>
                </a:lnTo>
                <a:lnTo>
                  <a:pt x="2077259" y="136364"/>
                </a:lnTo>
                <a:lnTo>
                  <a:pt x="2077508" y="136321"/>
                </a:lnTo>
                <a:lnTo>
                  <a:pt x="2077752" y="136277"/>
                </a:lnTo>
                <a:lnTo>
                  <a:pt x="2077991" y="136229"/>
                </a:lnTo>
                <a:lnTo>
                  <a:pt x="2078225" y="136180"/>
                </a:lnTo>
                <a:lnTo>
                  <a:pt x="2078454" y="136128"/>
                </a:lnTo>
                <a:lnTo>
                  <a:pt x="2078678" y="136081"/>
                </a:lnTo>
                <a:lnTo>
                  <a:pt x="2078899" y="136034"/>
                </a:lnTo>
                <a:lnTo>
                  <a:pt x="2079115" y="135986"/>
                </a:lnTo>
                <a:lnTo>
                  <a:pt x="2079326" y="135939"/>
                </a:lnTo>
                <a:lnTo>
                  <a:pt x="2079534" y="135891"/>
                </a:lnTo>
                <a:lnTo>
                  <a:pt x="2079738" y="135844"/>
                </a:lnTo>
                <a:lnTo>
                  <a:pt x="2079937" y="135797"/>
                </a:lnTo>
                <a:lnTo>
                  <a:pt x="2080132" y="135749"/>
                </a:lnTo>
                <a:lnTo>
                  <a:pt x="2080323" y="135702"/>
                </a:lnTo>
                <a:lnTo>
                  <a:pt x="2080510" y="135654"/>
                </a:lnTo>
                <a:lnTo>
                  <a:pt x="2080693" y="135607"/>
                </a:lnTo>
                <a:lnTo>
                  <a:pt x="2080871" y="135560"/>
                </a:lnTo>
                <a:lnTo>
                  <a:pt x="2081046" y="135512"/>
                </a:lnTo>
                <a:lnTo>
                  <a:pt x="2081216" y="135465"/>
                </a:lnTo>
                <a:lnTo>
                  <a:pt x="2081382" y="135417"/>
                </a:lnTo>
                <a:lnTo>
                  <a:pt x="2081544" y="135370"/>
                </a:lnTo>
                <a:lnTo>
                  <a:pt x="2081701" y="135323"/>
                </a:lnTo>
                <a:lnTo>
                  <a:pt x="2081855" y="135275"/>
                </a:lnTo>
                <a:lnTo>
                  <a:pt x="2082004" y="135228"/>
                </a:lnTo>
                <a:lnTo>
                  <a:pt x="2082149" y="135180"/>
                </a:lnTo>
                <a:lnTo>
                  <a:pt x="2082290" y="135133"/>
                </a:lnTo>
                <a:lnTo>
                  <a:pt x="2082427" y="135086"/>
                </a:lnTo>
                <a:lnTo>
                  <a:pt x="2082560" y="135038"/>
                </a:lnTo>
                <a:lnTo>
                  <a:pt x="2082688" y="134991"/>
                </a:lnTo>
                <a:lnTo>
                  <a:pt x="2079655" y="121593"/>
                </a:lnTo>
                <a:lnTo>
                  <a:pt x="2079575" y="121609"/>
                </a:lnTo>
                <a:lnTo>
                  <a:pt x="2079492" y="121625"/>
                </a:lnTo>
                <a:lnTo>
                  <a:pt x="2079408" y="121642"/>
                </a:lnTo>
                <a:lnTo>
                  <a:pt x="2079321" y="121660"/>
                </a:lnTo>
                <a:lnTo>
                  <a:pt x="2079232" y="121677"/>
                </a:lnTo>
                <a:lnTo>
                  <a:pt x="2079141" y="121696"/>
                </a:lnTo>
                <a:lnTo>
                  <a:pt x="2079048" y="121714"/>
                </a:lnTo>
                <a:lnTo>
                  <a:pt x="2078953" y="121733"/>
                </a:lnTo>
                <a:lnTo>
                  <a:pt x="2078855" y="121753"/>
                </a:lnTo>
                <a:lnTo>
                  <a:pt x="2078755" y="121773"/>
                </a:lnTo>
                <a:lnTo>
                  <a:pt x="2078653" y="121793"/>
                </a:lnTo>
                <a:lnTo>
                  <a:pt x="2078549" y="121814"/>
                </a:lnTo>
                <a:lnTo>
                  <a:pt x="2078442" y="121835"/>
                </a:lnTo>
                <a:lnTo>
                  <a:pt x="2078334" y="121857"/>
                </a:lnTo>
                <a:lnTo>
                  <a:pt x="2078223" y="121879"/>
                </a:lnTo>
                <a:lnTo>
                  <a:pt x="2078110" y="121902"/>
                </a:lnTo>
                <a:lnTo>
                  <a:pt x="2077995" y="121925"/>
                </a:lnTo>
                <a:lnTo>
                  <a:pt x="2077877" y="121948"/>
                </a:lnTo>
                <a:lnTo>
                  <a:pt x="2077758" y="121972"/>
                </a:lnTo>
                <a:lnTo>
                  <a:pt x="2077636" y="121997"/>
                </a:lnTo>
                <a:lnTo>
                  <a:pt x="2077512" y="122021"/>
                </a:lnTo>
                <a:lnTo>
                  <a:pt x="2077386" y="122047"/>
                </a:lnTo>
                <a:lnTo>
                  <a:pt x="2077257" y="122072"/>
                </a:lnTo>
                <a:lnTo>
                  <a:pt x="2077127" y="122098"/>
                </a:lnTo>
                <a:lnTo>
                  <a:pt x="2076994" y="122119"/>
                </a:lnTo>
                <a:lnTo>
                  <a:pt x="2076857" y="122139"/>
                </a:lnTo>
                <a:lnTo>
                  <a:pt x="2076718" y="122158"/>
                </a:lnTo>
                <a:lnTo>
                  <a:pt x="2076576" y="122176"/>
                </a:lnTo>
                <a:lnTo>
                  <a:pt x="2076430" y="122193"/>
                </a:lnTo>
                <a:lnTo>
                  <a:pt x="2076282" y="122209"/>
                </a:lnTo>
                <a:lnTo>
                  <a:pt x="2076130" y="122224"/>
                </a:lnTo>
                <a:lnTo>
                  <a:pt x="2075975" y="122239"/>
                </a:lnTo>
                <a:lnTo>
                  <a:pt x="2075817" y="122252"/>
                </a:lnTo>
                <a:lnTo>
                  <a:pt x="2075657" y="122265"/>
                </a:lnTo>
                <a:lnTo>
                  <a:pt x="2075493" y="122277"/>
                </a:lnTo>
                <a:lnTo>
                  <a:pt x="2075326" y="122288"/>
                </a:lnTo>
                <a:lnTo>
                  <a:pt x="2075156" y="122298"/>
                </a:lnTo>
                <a:lnTo>
                  <a:pt x="2074982" y="122307"/>
                </a:lnTo>
                <a:lnTo>
                  <a:pt x="2074806" y="122316"/>
                </a:lnTo>
                <a:lnTo>
                  <a:pt x="2074627" y="122323"/>
                </a:lnTo>
                <a:lnTo>
                  <a:pt x="2074445" y="122330"/>
                </a:lnTo>
                <a:lnTo>
                  <a:pt x="2074259" y="122335"/>
                </a:lnTo>
                <a:lnTo>
                  <a:pt x="2074071" y="122340"/>
                </a:lnTo>
                <a:lnTo>
                  <a:pt x="2073879" y="122344"/>
                </a:lnTo>
                <a:lnTo>
                  <a:pt x="2073684" y="122347"/>
                </a:lnTo>
                <a:lnTo>
                  <a:pt x="2073487" y="122349"/>
                </a:lnTo>
                <a:lnTo>
                  <a:pt x="2073286" y="122351"/>
                </a:lnTo>
                <a:lnTo>
                  <a:pt x="2073082" y="122351"/>
                </a:lnTo>
                <a:lnTo>
                  <a:pt x="2072809" y="122349"/>
                </a:lnTo>
                <a:lnTo>
                  <a:pt x="2072537" y="122344"/>
                </a:lnTo>
                <a:lnTo>
                  <a:pt x="2072265" y="122335"/>
                </a:lnTo>
                <a:lnTo>
                  <a:pt x="2071995" y="122323"/>
                </a:lnTo>
                <a:lnTo>
                  <a:pt x="2071727" y="122307"/>
                </a:lnTo>
                <a:lnTo>
                  <a:pt x="2071459" y="122288"/>
                </a:lnTo>
                <a:lnTo>
                  <a:pt x="2071192" y="122265"/>
                </a:lnTo>
                <a:lnTo>
                  <a:pt x="2070926" y="122239"/>
                </a:lnTo>
                <a:lnTo>
                  <a:pt x="2070662" y="122209"/>
                </a:lnTo>
                <a:lnTo>
                  <a:pt x="2070398" y="122176"/>
                </a:lnTo>
                <a:lnTo>
                  <a:pt x="2070136" y="122139"/>
                </a:lnTo>
                <a:lnTo>
                  <a:pt x="2069875" y="122098"/>
                </a:lnTo>
                <a:lnTo>
                  <a:pt x="2069615" y="122055"/>
                </a:lnTo>
                <a:lnTo>
                  <a:pt x="2069356" y="122007"/>
                </a:lnTo>
                <a:lnTo>
                  <a:pt x="2069098" y="121956"/>
                </a:lnTo>
                <a:lnTo>
                  <a:pt x="2068841" y="121902"/>
                </a:lnTo>
                <a:lnTo>
                  <a:pt x="2068585" y="121844"/>
                </a:lnTo>
                <a:lnTo>
                  <a:pt x="2068331" y="121782"/>
                </a:lnTo>
                <a:lnTo>
                  <a:pt x="2068077" y="121717"/>
                </a:lnTo>
                <a:lnTo>
                  <a:pt x="2067824" y="121649"/>
                </a:lnTo>
                <a:lnTo>
                  <a:pt x="2067573" y="121577"/>
                </a:lnTo>
                <a:lnTo>
                  <a:pt x="2067323" y="121502"/>
                </a:lnTo>
                <a:lnTo>
                  <a:pt x="2067074" y="121423"/>
                </a:lnTo>
                <a:lnTo>
                  <a:pt x="2066826" y="121340"/>
                </a:lnTo>
                <a:lnTo>
                  <a:pt x="2066585" y="121247"/>
                </a:lnTo>
                <a:lnTo>
                  <a:pt x="2066348" y="121147"/>
                </a:lnTo>
                <a:lnTo>
                  <a:pt x="2066115" y="121040"/>
                </a:lnTo>
                <a:lnTo>
                  <a:pt x="2065885" y="120926"/>
                </a:lnTo>
                <a:lnTo>
                  <a:pt x="2065658" y="120805"/>
                </a:lnTo>
                <a:lnTo>
                  <a:pt x="2065435" y="120676"/>
                </a:lnTo>
                <a:lnTo>
                  <a:pt x="2065216" y="120541"/>
                </a:lnTo>
                <a:lnTo>
                  <a:pt x="2065000" y="120399"/>
                </a:lnTo>
                <a:lnTo>
                  <a:pt x="2064788" y="120250"/>
                </a:lnTo>
                <a:lnTo>
                  <a:pt x="2064579" y="120094"/>
                </a:lnTo>
                <a:lnTo>
                  <a:pt x="2064373" y="119930"/>
                </a:lnTo>
                <a:lnTo>
                  <a:pt x="2064171" y="119760"/>
                </a:lnTo>
                <a:lnTo>
                  <a:pt x="2063973" y="119583"/>
                </a:lnTo>
                <a:lnTo>
                  <a:pt x="2063778" y="119398"/>
                </a:lnTo>
                <a:lnTo>
                  <a:pt x="2063587" y="119207"/>
                </a:lnTo>
                <a:lnTo>
                  <a:pt x="2063399" y="119009"/>
                </a:lnTo>
                <a:lnTo>
                  <a:pt x="2063215" y="118803"/>
                </a:lnTo>
                <a:lnTo>
                  <a:pt x="2063034" y="118591"/>
                </a:lnTo>
                <a:lnTo>
                  <a:pt x="2062856" y="118372"/>
                </a:lnTo>
                <a:lnTo>
                  <a:pt x="2062683" y="118145"/>
                </a:lnTo>
                <a:lnTo>
                  <a:pt x="2062512" y="117912"/>
                </a:lnTo>
                <a:lnTo>
                  <a:pt x="2062346" y="117671"/>
                </a:lnTo>
                <a:lnTo>
                  <a:pt x="2062182" y="117424"/>
                </a:lnTo>
                <a:lnTo>
                  <a:pt x="2062023" y="117169"/>
                </a:lnTo>
                <a:lnTo>
                  <a:pt x="2061873" y="116900"/>
                </a:lnTo>
                <a:lnTo>
                  <a:pt x="2061730" y="116620"/>
                </a:lnTo>
                <a:lnTo>
                  <a:pt x="2061593" y="116330"/>
                </a:lnTo>
                <a:lnTo>
                  <a:pt x="2061463" y="116028"/>
                </a:lnTo>
                <a:lnTo>
                  <a:pt x="2061338" y="115715"/>
                </a:lnTo>
                <a:lnTo>
                  <a:pt x="2061221" y="115392"/>
                </a:lnTo>
                <a:lnTo>
                  <a:pt x="2061109" y="115057"/>
                </a:lnTo>
                <a:lnTo>
                  <a:pt x="2061004" y="114711"/>
                </a:lnTo>
                <a:lnTo>
                  <a:pt x="2060906" y="114355"/>
                </a:lnTo>
                <a:lnTo>
                  <a:pt x="2060813" y="113987"/>
                </a:lnTo>
                <a:lnTo>
                  <a:pt x="2060728" y="113609"/>
                </a:lnTo>
                <a:lnTo>
                  <a:pt x="2060648" y="113219"/>
                </a:lnTo>
                <a:lnTo>
                  <a:pt x="2060575" y="112819"/>
                </a:lnTo>
                <a:lnTo>
                  <a:pt x="2060508" y="112407"/>
                </a:lnTo>
                <a:lnTo>
                  <a:pt x="2060448" y="111985"/>
                </a:lnTo>
                <a:lnTo>
                  <a:pt x="2060394" y="111551"/>
                </a:lnTo>
                <a:lnTo>
                  <a:pt x="2060346" y="111107"/>
                </a:lnTo>
                <a:lnTo>
                  <a:pt x="2060304" y="110652"/>
                </a:lnTo>
                <a:lnTo>
                  <a:pt x="2060269" y="110185"/>
                </a:lnTo>
                <a:lnTo>
                  <a:pt x="2060241" y="109708"/>
                </a:lnTo>
                <a:lnTo>
                  <a:pt x="2060219" y="109220"/>
                </a:lnTo>
                <a:lnTo>
                  <a:pt x="2060203" y="108721"/>
                </a:lnTo>
                <a:lnTo>
                  <a:pt x="2060193" y="108210"/>
                </a:lnTo>
                <a:lnTo>
                  <a:pt x="2060190" y="107689"/>
                </a:lnTo>
                <a:lnTo>
                  <a:pt x="2060190" y="51064"/>
                </a:lnTo>
                <a:lnTo>
                  <a:pt x="2080919" y="51064"/>
                </a:lnTo>
                <a:lnTo>
                  <a:pt x="2080919" y="38424"/>
                </a:lnTo>
                <a:lnTo>
                  <a:pt x="2060190" y="38424"/>
                </a:lnTo>
                <a:lnTo>
                  <a:pt x="2060190" y="15168"/>
                </a:lnTo>
                <a:lnTo>
                  <a:pt x="2045275" y="15168"/>
                </a:lnTo>
                <a:lnTo>
                  <a:pt x="2045275" y="38424"/>
                </a:lnTo>
                <a:lnTo>
                  <a:pt x="2030613" y="38424"/>
                </a:lnTo>
                <a:lnTo>
                  <a:pt x="2030613" y="51064"/>
                </a:lnTo>
                <a:lnTo>
                  <a:pt x="2045275" y="51064"/>
                </a:lnTo>
                <a:close/>
                <a:moveTo>
                  <a:pt x="1333271" y="135496"/>
                </a:moveTo>
                <a:lnTo>
                  <a:pt x="1348186" y="135496"/>
                </a:lnTo>
                <a:lnTo>
                  <a:pt x="1348186" y="6067"/>
                </a:lnTo>
                <a:lnTo>
                  <a:pt x="1333271" y="6067"/>
                </a:lnTo>
                <a:lnTo>
                  <a:pt x="1333271" y="135496"/>
                </a:lnTo>
                <a:close/>
                <a:moveTo>
                  <a:pt x="647100" y="135496"/>
                </a:moveTo>
                <a:lnTo>
                  <a:pt x="647100" y="6067"/>
                </a:lnTo>
                <a:lnTo>
                  <a:pt x="631426" y="6067"/>
                </a:lnTo>
                <a:lnTo>
                  <a:pt x="631426" y="135496"/>
                </a:lnTo>
                <a:lnTo>
                  <a:pt x="647100" y="135496"/>
                </a:lnTo>
                <a:close/>
                <a:moveTo>
                  <a:pt x="168904" y="33657"/>
                </a:moveTo>
                <a:lnTo>
                  <a:pt x="168755" y="32888"/>
                </a:lnTo>
                <a:lnTo>
                  <a:pt x="168588" y="32126"/>
                </a:lnTo>
                <a:lnTo>
                  <a:pt x="168401" y="31371"/>
                </a:lnTo>
                <a:lnTo>
                  <a:pt x="168195" y="30623"/>
                </a:lnTo>
                <a:lnTo>
                  <a:pt x="167971" y="29883"/>
                </a:lnTo>
                <a:lnTo>
                  <a:pt x="167727" y="29150"/>
                </a:lnTo>
                <a:lnTo>
                  <a:pt x="167465" y="28424"/>
                </a:lnTo>
                <a:lnTo>
                  <a:pt x="167184" y="27706"/>
                </a:lnTo>
                <a:lnTo>
                  <a:pt x="166884" y="26994"/>
                </a:lnTo>
                <a:lnTo>
                  <a:pt x="166565" y="26290"/>
                </a:lnTo>
                <a:lnTo>
                  <a:pt x="166227" y="25594"/>
                </a:lnTo>
                <a:lnTo>
                  <a:pt x="165871" y="24904"/>
                </a:lnTo>
                <a:lnTo>
                  <a:pt x="165495" y="24222"/>
                </a:lnTo>
                <a:lnTo>
                  <a:pt x="165101" y="23547"/>
                </a:lnTo>
                <a:lnTo>
                  <a:pt x="164688" y="22879"/>
                </a:lnTo>
                <a:lnTo>
                  <a:pt x="164256" y="22218"/>
                </a:lnTo>
                <a:lnTo>
                  <a:pt x="163805" y="21565"/>
                </a:lnTo>
                <a:lnTo>
                  <a:pt x="163335" y="20919"/>
                </a:lnTo>
                <a:lnTo>
                  <a:pt x="162854" y="20282"/>
                </a:lnTo>
                <a:lnTo>
                  <a:pt x="162359" y="19656"/>
                </a:lnTo>
                <a:lnTo>
                  <a:pt x="161850" y="19042"/>
                </a:lnTo>
                <a:lnTo>
                  <a:pt x="161327" y="18440"/>
                </a:lnTo>
                <a:lnTo>
                  <a:pt x="160790" y="17849"/>
                </a:lnTo>
                <a:lnTo>
                  <a:pt x="160238" y="17269"/>
                </a:lnTo>
                <a:lnTo>
                  <a:pt x="159673" y="16700"/>
                </a:lnTo>
                <a:lnTo>
                  <a:pt x="159094" y="16144"/>
                </a:lnTo>
                <a:lnTo>
                  <a:pt x="158500" y="15598"/>
                </a:lnTo>
                <a:lnTo>
                  <a:pt x="157893" y="15064"/>
                </a:lnTo>
                <a:lnTo>
                  <a:pt x="157272" y="14541"/>
                </a:lnTo>
                <a:lnTo>
                  <a:pt x="156636" y="14030"/>
                </a:lnTo>
                <a:lnTo>
                  <a:pt x="155987" y="13530"/>
                </a:lnTo>
                <a:lnTo>
                  <a:pt x="155323" y="13042"/>
                </a:lnTo>
                <a:lnTo>
                  <a:pt x="154645" y="12565"/>
                </a:lnTo>
                <a:lnTo>
                  <a:pt x="153954" y="12099"/>
                </a:lnTo>
                <a:lnTo>
                  <a:pt x="153248" y="11645"/>
                </a:lnTo>
                <a:lnTo>
                  <a:pt x="152528" y="11202"/>
                </a:lnTo>
                <a:lnTo>
                  <a:pt x="151794" y="10770"/>
                </a:lnTo>
                <a:lnTo>
                  <a:pt x="151047" y="10350"/>
                </a:lnTo>
                <a:lnTo>
                  <a:pt x="150285" y="9942"/>
                </a:lnTo>
                <a:lnTo>
                  <a:pt x="149509" y="9545"/>
                </a:lnTo>
                <a:lnTo>
                  <a:pt x="148719" y="9159"/>
                </a:lnTo>
                <a:lnTo>
                  <a:pt x="147915" y="8785"/>
                </a:lnTo>
                <a:lnTo>
                  <a:pt x="147099" y="8418"/>
                </a:lnTo>
                <a:lnTo>
                  <a:pt x="146273" y="8068"/>
                </a:lnTo>
                <a:lnTo>
                  <a:pt x="145438" y="7733"/>
                </a:lnTo>
                <a:lnTo>
                  <a:pt x="144593" y="7413"/>
                </a:lnTo>
                <a:lnTo>
                  <a:pt x="143739" y="7110"/>
                </a:lnTo>
                <a:lnTo>
                  <a:pt x="142875" y="6821"/>
                </a:lnTo>
                <a:lnTo>
                  <a:pt x="142001" y="6549"/>
                </a:lnTo>
                <a:lnTo>
                  <a:pt x="141118" y="6292"/>
                </a:lnTo>
                <a:lnTo>
                  <a:pt x="140224" y="6050"/>
                </a:lnTo>
                <a:lnTo>
                  <a:pt x="139322" y="5824"/>
                </a:lnTo>
                <a:lnTo>
                  <a:pt x="138409" y="5614"/>
                </a:lnTo>
                <a:lnTo>
                  <a:pt x="137487" y="5419"/>
                </a:lnTo>
                <a:lnTo>
                  <a:pt x="136555" y="5240"/>
                </a:lnTo>
                <a:lnTo>
                  <a:pt x="135614" y="5076"/>
                </a:lnTo>
                <a:lnTo>
                  <a:pt x="134663" y="4928"/>
                </a:lnTo>
                <a:lnTo>
                  <a:pt x="133702" y="4796"/>
                </a:lnTo>
                <a:lnTo>
                  <a:pt x="132732" y="4679"/>
                </a:lnTo>
                <a:lnTo>
                  <a:pt x="131752" y="4578"/>
                </a:lnTo>
                <a:lnTo>
                  <a:pt x="130762" y="4492"/>
                </a:lnTo>
                <a:lnTo>
                  <a:pt x="129763" y="4422"/>
                </a:lnTo>
                <a:lnTo>
                  <a:pt x="128754" y="4368"/>
                </a:lnTo>
                <a:lnTo>
                  <a:pt x="127735" y="4329"/>
                </a:lnTo>
                <a:lnTo>
                  <a:pt x="126707" y="4305"/>
                </a:lnTo>
                <a:lnTo>
                  <a:pt x="125669" y="4297"/>
                </a:lnTo>
                <a:lnTo>
                  <a:pt x="124641" y="4305"/>
                </a:lnTo>
                <a:lnTo>
                  <a:pt x="123621" y="4329"/>
                </a:lnTo>
                <a:lnTo>
                  <a:pt x="122609" y="4369"/>
                </a:lnTo>
                <a:lnTo>
                  <a:pt x="121605" y="4424"/>
                </a:lnTo>
                <a:lnTo>
                  <a:pt x="120609" y="4495"/>
                </a:lnTo>
                <a:lnTo>
                  <a:pt x="119622" y="4582"/>
                </a:lnTo>
                <a:lnTo>
                  <a:pt x="118642" y="4685"/>
                </a:lnTo>
                <a:lnTo>
                  <a:pt x="117671" y="4803"/>
                </a:lnTo>
                <a:lnTo>
                  <a:pt x="116708" y="4937"/>
                </a:lnTo>
                <a:lnTo>
                  <a:pt x="115753" y="5087"/>
                </a:lnTo>
                <a:lnTo>
                  <a:pt x="114806" y="5253"/>
                </a:lnTo>
                <a:lnTo>
                  <a:pt x="113867" y="5435"/>
                </a:lnTo>
                <a:lnTo>
                  <a:pt x="112936" y="5633"/>
                </a:lnTo>
                <a:lnTo>
                  <a:pt x="112014" y="5846"/>
                </a:lnTo>
                <a:lnTo>
                  <a:pt x="111099" y="6075"/>
                </a:lnTo>
                <a:lnTo>
                  <a:pt x="110193" y="6320"/>
                </a:lnTo>
                <a:lnTo>
                  <a:pt x="109294" y="6580"/>
                </a:lnTo>
                <a:lnTo>
                  <a:pt x="108404" y="6857"/>
                </a:lnTo>
                <a:lnTo>
                  <a:pt x="107522" y="7149"/>
                </a:lnTo>
                <a:lnTo>
                  <a:pt x="106648" y="7457"/>
                </a:lnTo>
                <a:lnTo>
                  <a:pt x="105782" y="7781"/>
                </a:lnTo>
                <a:lnTo>
                  <a:pt x="104925" y="8121"/>
                </a:lnTo>
                <a:lnTo>
                  <a:pt x="104075" y="8476"/>
                </a:lnTo>
                <a:lnTo>
                  <a:pt x="103234" y="8848"/>
                </a:lnTo>
                <a:lnTo>
                  <a:pt x="102409" y="9228"/>
                </a:lnTo>
                <a:lnTo>
                  <a:pt x="101598" y="9621"/>
                </a:lnTo>
                <a:lnTo>
                  <a:pt x="100801" y="10027"/>
                </a:lnTo>
                <a:lnTo>
                  <a:pt x="100018" y="10445"/>
                </a:lnTo>
                <a:lnTo>
                  <a:pt x="99249" y="10876"/>
                </a:lnTo>
                <a:lnTo>
                  <a:pt x="98494" y="11320"/>
                </a:lnTo>
                <a:lnTo>
                  <a:pt x="97753" y="11777"/>
                </a:lnTo>
                <a:lnTo>
                  <a:pt x="97026" y="12246"/>
                </a:lnTo>
                <a:lnTo>
                  <a:pt x="96314" y="12728"/>
                </a:lnTo>
                <a:lnTo>
                  <a:pt x="95615" y="13223"/>
                </a:lnTo>
                <a:lnTo>
                  <a:pt x="94930" y="13731"/>
                </a:lnTo>
                <a:lnTo>
                  <a:pt x="94260" y="14251"/>
                </a:lnTo>
                <a:lnTo>
                  <a:pt x="93603" y="14784"/>
                </a:lnTo>
                <a:lnTo>
                  <a:pt x="92961" y="15330"/>
                </a:lnTo>
                <a:lnTo>
                  <a:pt x="92332" y="15888"/>
                </a:lnTo>
                <a:lnTo>
                  <a:pt x="91718" y="16460"/>
                </a:lnTo>
                <a:lnTo>
                  <a:pt x="91117" y="17043"/>
                </a:lnTo>
                <a:lnTo>
                  <a:pt x="90531" y="17640"/>
                </a:lnTo>
                <a:lnTo>
                  <a:pt x="89959" y="18250"/>
                </a:lnTo>
                <a:lnTo>
                  <a:pt x="89401" y="18872"/>
                </a:lnTo>
                <a:lnTo>
                  <a:pt x="88856" y="19506"/>
                </a:lnTo>
                <a:lnTo>
                  <a:pt x="88326" y="20154"/>
                </a:lnTo>
                <a:lnTo>
                  <a:pt x="87810" y="20814"/>
                </a:lnTo>
                <a:lnTo>
                  <a:pt x="87308" y="21487"/>
                </a:lnTo>
                <a:lnTo>
                  <a:pt x="86828" y="22166"/>
                </a:lnTo>
                <a:lnTo>
                  <a:pt x="86369" y="22855"/>
                </a:lnTo>
                <a:lnTo>
                  <a:pt x="85930" y="23553"/>
                </a:lnTo>
                <a:lnTo>
                  <a:pt x="85512" y="24261"/>
                </a:lnTo>
                <a:lnTo>
                  <a:pt x="85114" y="24979"/>
                </a:lnTo>
                <a:lnTo>
                  <a:pt x="84737" y="25706"/>
                </a:lnTo>
                <a:lnTo>
                  <a:pt x="84379" y="26443"/>
                </a:lnTo>
                <a:lnTo>
                  <a:pt x="84043" y="27189"/>
                </a:lnTo>
                <a:lnTo>
                  <a:pt x="83726" y="27945"/>
                </a:lnTo>
                <a:lnTo>
                  <a:pt x="83431" y="28711"/>
                </a:lnTo>
                <a:lnTo>
                  <a:pt x="83155" y="29487"/>
                </a:lnTo>
                <a:lnTo>
                  <a:pt x="82900" y="30272"/>
                </a:lnTo>
                <a:lnTo>
                  <a:pt x="82665" y="31067"/>
                </a:lnTo>
                <a:lnTo>
                  <a:pt x="82451" y="31871"/>
                </a:lnTo>
                <a:lnTo>
                  <a:pt x="82257" y="32685"/>
                </a:lnTo>
                <a:lnTo>
                  <a:pt x="82084" y="33509"/>
                </a:lnTo>
                <a:lnTo>
                  <a:pt x="81931" y="34342"/>
                </a:lnTo>
                <a:lnTo>
                  <a:pt x="81798" y="35185"/>
                </a:lnTo>
                <a:lnTo>
                  <a:pt x="81686" y="36038"/>
                </a:lnTo>
                <a:lnTo>
                  <a:pt x="81594" y="36901"/>
                </a:lnTo>
                <a:lnTo>
                  <a:pt x="81522" y="37773"/>
                </a:lnTo>
                <a:lnTo>
                  <a:pt x="81471" y="38654"/>
                </a:lnTo>
                <a:lnTo>
                  <a:pt x="81441" y="39546"/>
                </a:lnTo>
                <a:lnTo>
                  <a:pt x="81431" y="40447"/>
                </a:lnTo>
                <a:lnTo>
                  <a:pt x="81446" y="41528"/>
                </a:lnTo>
                <a:lnTo>
                  <a:pt x="81492" y="42592"/>
                </a:lnTo>
                <a:lnTo>
                  <a:pt x="81569" y="43639"/>
                </a:lnTo>
                <a:lnTo>
                  <a:pt x="81676" y="44669"/>
                </a:lnTo>
                <a:lnTo>
                  <a:pt x="81815" y="45681"/>
                </a:lnTo>
                <a:lnTo>
                  <a:pt x="81984" y="46676"/>
                </a:lnTo>
                <a:lnTo>
                  <a:pt x="82183" y="47653"/>
                </a:lnTo>
                <a:lnTo>
                  <a:pt x="82414" y="48613"/>
                </a:lnTo>
                <a:lnTo>
                  <a:pt x="82675" y="49556"/>
                </a:lnTo>
                <a:lnTo>
                  <a:pt x="82967" y="50482"/>
                </a:lnTo>
                <a:lnTo>
                  <a:pt x="83289" y="51390"/>
                </a:lnTo>
                <a:lnTo>
                  <a:pt x="83642" y="52281"/>
                </a:lnTo>
                <a:lnTo>
                  <a:pt x="84026" y="53154"/>
                </a:lnTo>
                <a:lnTo>
                  <a:pt x="84441" y="54010"/>
                </a:lnTo>
                <a:lnTo>
                  <a:pt x="84887" y="54849"/>
                </a:lnTo>
                <a:lnTo>
                  <a:pt x="85363" y="55670"/>
                </a:lnTo>
                <a:lnTo>
                  <a:pt x="85870" y="56474"/>
                </a:lnTo>
                <a:lnTo>
                  <a:pt x="86407" y="57261"/>
                </a:lnTo>
                <a:lnTo>
                  <a:pt x="86976" y="58031"/>
                </a:lnTo>
                <a:lnTo>
                  <a:pt x="87575" y="58783"/>
                </a:lnTo>
                <a:lnTo>
                  <a:pt x="88205" y="59518"/>
                </a:lnTo>
                <a:lnTo>
                  <a:pt x="88865" y="60235"/>
                </a:lnTo>
                <a:lnTo>
                  <a:pt x="89556" y="60935"/>
                </a:lnTo>
                <a:lnTo>
                  <a:pt x="90278" y="61618"/>
                </a:lnTo>
                <a:lnTo>
                  <a:pt x="91027" y="62286"/>
                </a:lnTo>
                <a:lnTo>
                  <a:pt x="91797" y="62940"/>
                </a:lnTo>
                <a:lnTo>
                  <a:pt x="92589" y="63582"/>
                </a:lnTo>
                <a:lnTo>
                  <a:pt x="93403" y="64211"/>
                </a:lnTo>
                <a:lnTo>
                  <a:pt x="94239" y="64827"/>
                </a:lnTo>
                <a:lnTo>
                  <a:pt x="95097" y="65430"/>
                </a:lnTo>
                <a:lnTo>
                  <a:pt x="95977" y="66020"/>
                </a:lnTo>
                <a:lnTo>
                  <a:pt x="96879" y="66597"/>
                </a:lnTo>
                <a:lnTo>
                  <a:pt x="97803" y="67161"/>
                </a:lnTo>
                <a:lnTo>
                  <a:pt x="98749" y="67712"/>
                </a:lnTo>
                <a:lnTo>
                  <a:pt x="99716" y="68250"/>
                </a:lnTo>
                <a:lnTo>
                  <a:pt x="100706" y="68775"/>
                </a:lnTo>
                <a:lnTo>
                  <a:pt x="101718" y="69287"/>
                </a:lnTo>
                <a:lnTo>
                  <a:pt x="102751" y="69787"/>
                </a:lnTo>
                <a:lnTo>
                  <a:pt x="103807" y="70273"/>
                </a:lnTo>
                <a:lnTo>
                  <a:pt x="104884" y="70747"/>
                </a:lnTo>
                <a:lnTo>
                  <a:pt x="105983" y="71207"/>
                </a:lnTo>
                <a:lnTo>
                  <a:pt x="107105" y="71655"/>
                </a:lnTo>
                <a:lnTo>
                  <a:pt x="108248" y="72089"/>
                </a:lnTo>
                <a:lnTo>
                  <a:pt x="109413" y="72511"/>
                </a:lnTo>
                <a:lnTo>
                  <a:pt x="110600" y="72920"/>
                </a:lnTo>
                <a:lnTo>
                  <a:pt x="111809" y="73315"/>
                </a:lnTo>
                <a:lnTo>
                  <a:pt x="113040" y="73698"/>
                </a:lnTo>
                <a:lnTo>
                  <a:pt x="114293" y="74068"/>
                </a:lnTo>
                <a:lnTo>
                  <a:pt x="130219" y="78618"/>
                </a:lnTo>
                <a:lnTo>
                  <a:pt x="130787" y="78777"/>
                </a:lnTo>
                <a:lnTo>
                  <a:pt x="131350" y="78939"/>
                </a:lnTo>
                <a:lnTo>
                  <a:pt x="131911" y="79102"/>
                </a:lnTo>
                <a:lnTo>
                  <a:pt x="132468" y="79268"/>
                </a:lnTo>
                <a:lnTo>
                  <a:pt x="133022" y="79436"/>
                </a:lnTo>
                <a:lnTo>
                  <a:pt x="133573" y="79606"/>
                </a:lnTo>
                <a:lnTo>
                  <a:pt x="134120" y="79778"/>
                </a:lnTo>
                <a:lnTo>
                  <a:pt x="134664" y="79952"/>
                </a:lnTo>
                <a:lnTo>
                  <a:pt x="135205" y="80129"/>
                </a:lnTo>
                <a:lnTo>
                  <a:pt x="135743" y="80308"/>
                </a:lnTo>
                <a:lnTo>
                  <a:pt x="136277" y="80489"/>
                </a:lnTo>
                <a:lnTo>
                  <a:pt x="136808" y="80672"/>
                </a:lnTo>
                <a:lnTo>
                  <a:pt x="137335" y="80858"/>
                </a:lnTo>
                <a:lnTo>
                  <a:pt x="137860" y="81045"/>
                </a:lnTo>
                <a:lnTo>
                  <a:pt x="138381" y="81235"/>
                </a:lnTo>
                <a:lnTo>
                  <a:pt x="138899" y="81427"/>
                </a:lnTo>
                <a:lnTo>
                  <a:pt x="139413" y="81621"/>
                </a:lnTo>
                <a:lnTo>
                  <a:pt x="139924" y="81818"/>
                </a:lnTo>
                <a:lnTo>
                  <a:pt x="140432" y="82016"/>
                </a:lnTo>
                <a:lnTo>
                  <a:pt x="140937" y="82217"/>
                </a:lnTo>
                <a:lnTo>
                  <a:pt x="141438" y="82420"/>
                </a:lnTo>
                <a:lnTo>
                  <a:pt x="141936" y="82625"/>
                </a:lnTo>
                <a:lnTo>
                  <a:pt x="142431" y="82833"/>
                </a:lnTo>
                <a:lnTo>
                  <a:pt x="142922" y="83042"/>
                </a:lnTo>
                <a:lnTo>
                  <a:pt x="143408" y="83255"/>
                </a:lnTo>
                <a:lnTo>
                  <a:pt x="143886" y="83474"/>
                </a:lnTo>
                <a:lnTo>
                  <a:pt x="144356" y="83698"/>
                </a:lnTo>
                <a:lnTo>
                  <a:pt x="144818" y="83927"/>
                </a:lnTo>
                <a:lnTo>
                  <a:pt x="145272" y="84161"/>
                </a:lnTo>
                <a:lnTo>
                  <a:pt x="145719" y="84401"/>
                </a:lnTo>
                <a:lnTo>
                  <a:pt x="146157" y="84646"/>
                </a:lnTo>
                <a:lnTo>
                  <a:pt x="146588" y="84896"/>
                </a:lnTo>
                <a:lnTo>
                  <a:pt x="147010" y="85151"/>
                </a:lnTo>
                <a:lnTo>
                  <a:pt x="147425" y="85412"/>
                </a:lnTo>
                <a:lnTo>
                  <a:pt x="147832" y="85678"/>
                </a:lnTo>
                <a:lnTo>
                  <a:pt x="148231" y="85949"/>
                </a:lnTo>
                <a:lnTo>
                  <a:pt x="148622" y="86226"/>
                </a:lnTo>
                <a:lnTo>
                  <a:pt x="149005" y="86507"/>
                </a:lnTo>
                <a:lnTo>
                  <a:pt x="149380" y="86794"/>
                </a:lnTo>
                <a:lnTo>
                  <a:pt x="149748" y="87087"/>
                </a:lnTo>
                <a:lnTo>
                  <a:pt x="150107" y="87384"/>
                </a:lnTo>
                <a:lnTo>
                  <a:pt x="150459" y="87687"/>
                </a:lnTo>
                <a:lnTo>
                  <a:pt x="150802" y="87995"/>
                </a:lnTo>
                <a:lnTo>
                  <a:pt x="151138" y="88309"/>
                </a:lnTo>
                <a:lnTo>
                  <a:pt x="151466" y="88627"/>
                </a:lnTo>
                <a:lnTo>
                  <a:pt x="151786" y="88951"/>
                </a:lnTo>
                <a:lnTo>
                  <a:pt x="152098" y="89280"/>
                </a:lnTo>
                <a:lnTo>
                  <a:pt x="152402" y="89615"/>
                </a:lnTo>
                <a:lnTo>
                  <a:pt x="152696" y="89956"/>
                </a:lnTo>
                <a:lnTo>
                  <a:pt x="152977" y="90305"/>
                </a:lnTo>
                <a:lnTo>
                  <a:pt x="153246" y="90663"/>
                </a:lnTo>
                <a:lnTo>
                  <a:pt x="153503" y="91030"/>
                </a:lnTo>
                <a:lnTo>
                  <a:pt x="153746" y="91404"/>
                </a:lnTo>
                <a:lnTo>
                  <a:pt x="153978" y="91787"/>
                </a:lnTo>
                <a:lnTo>
                  <a:pt x="154197" y="92178"/>
                </a:lnTo>
                <a:lnTo>
                  <a:pt x="154403" y="92578"/>
                </a:lnTo>
                <a:lnTo>
                  <a:pt x="154597" y="92986"/>
                </a:lnTo>
                <a:lnTo>
                  <a:pt x="154778" y="93402"/>
                </a:lnTo>
                <a:lnTo>
                  <a:pt x="154947" y="93827"/>
                </a:lnTo>
                <a:lnTo>
                  <a:pt x="155104" y="94260"/>
                </a:lnTo>
                <a:lnTo>
                  <a:pt x="155247" y="94701"/>
                </a:lnTo>
                <a:lnTo>
                  <a:pt x="155379" y="95151"/>
                </a:lnTo>
                <a:lnTo>
                  <a:pt x="155498" y="95609"/>
                </a:lnTo>
                <a:lnTo>
                  <a:pt x="155604" y="96075"/>
                </a:lnTo>
                <a:lnTo>
                  <a:pt x="155698" y="96550"/>
                </a:lnTo>
                <a:lnTo>
                  <a:pt x="155779" y="97033"/>
                </a:lnTo>
                <a:lnTo>
                  <a:pt x="155848" y="97524"/>
                </a:lnTo>
                <a:lnTo>
                  <a:pt x="155904" y="98024"/>
                </a:lnTo>
                <a:lnTo>
                  <a:pt x="155948" y="98532"/>
                </a:lnTo>
                <a:lnTo>
                  <a:pt x="155979" y="99048"/>
                </a:lnTo>
                <a:lnTo>
                  <a:pt x="155998" y="99573"/>
                </a:lnTo>
                <a:lnTo>
                  <a:pt x="156004" y="100106"/>
                </a:lnTo>
                <a:lnTo>
                  <a:pt x="155997" y="100692"/>
                </a:lnTo>
                <a:lnTo>
                  <a:pt x="155975" y="101273"/>
                </a:lnTo>
                <a:lnTo>
                  <a:pt x="155939" y="101847"/>
                </a:lnTo>
                <a:lnTo>
                  <a:pt x="155888" y="102416"/>
                </a:lnTo>
                <a:lnTo>
                  <a:pt x="155823" y="102978"/>
                </a:lnTo>
                <a:lnTo>
                  <a:pt x="155743" y="103534"/>
                </a:lnTo>
                <a:lnTo>
                  <a:pt x="155649" y="104084"/>
                </a:lnTo>
                <a:lnTo>
                  <a:pt x="155541" y="104628"/>
                </a:lnTo>
                <a:lnTo>
                  <a:pt x="155418" y="105165"/>
                </a:lnTo>
                <a:lnTo>
                  <a:pt x="155280" y="105697"/>
                </a:lnTo>
                <a:lnTo>
                  <a:pt x="155128" y="106222"/>
                </a:lnTo>
                <a:lnTo>
                  <a:pt x="154961" y="106741"/>
                </a:lnTo>
                <a:lnTo>
                  <a:pt x="154780" y="107254"/>
                </a:lnTo>
                <a:lnTo>
                  <a:pt x="154585" y="107761"/>
                </a:lnTo>
                <a:lnTo>
                  <a:pt x="154375" y="108262"/>
                </a:lnTo>
                <a:lnTo>
                  <a:pt x="154150" y="108757"/>
                </a:lnTo>
                <a:lnTo>
                  <a:pt x="153911" y="109245"/>
                </a:lnTo>
                <a:lnTo>
                  <a:pt x="153658" y="109727"/>
                </a:lnTo>
                <a:lnTo>
                  <a:pt x="153390" y="110204"/>
                </a:lnTo>
                <a:lnTo>
                  <a:pt x="153108" y="110674"/>
                </a:lnTo>
                <a:lnTo>
                  <a:pt x="152811" y="111138"/>
                </a:lnTo>
                <a:lnTo>
                  <a:pt x="152499" y="111595"/>
                </a:lnTo>
                <a:lnTo>
                  <a:pt x="152173" y="112047"/>
                </a:lnTo>
                <a:lnTo>
                  <a:pt x="151833" y="112492"/>
                </a:lnTo>
                <a:lnTo>
                  <a:pt x="151480" y="112926"/>
                </a:lnTo>
                <a:lnTo>
                  <a:pt x="151117" y="113351"/>
                </a:lnTo>
                <a:lnTo>
                  <a:pt x="150744" y="113768"/>
                </a:lnTo>
                <a:lnTo>
                  <a:pt x="150360" y="114178"/>
                </a:lnTo>
                <a:lnTo>
                  <a:pt x="149966" y="114579"/>
                </a:lnTo>
                <a:lnTo>
                  <a:pt x="149562" y="114973"/>
                </a:lnTo>
                <a:lnTo>
                  <a:pt x="149147" y="115359"/>
                </a:lnTo>
                <a:lnTo>
                  <a:pt x="148722" y="115737"/>
                </a:lnTo>
                <a:lnTo>
                  <a:pt x="148287" y="116106"/>
                </a:lnTo>
                <a:lnTo>
                  <a:pt x="147842" y="116469"/>
                </a:lnTo>
                <a:lnTo>
                  <a:pt x="147386" y="116823"/>
                </a:lnTo>
                <a:lnTo>
                  <a:pt x="146919" y="117169"/>
                </a:lnTo>
                <a:lnTo>
                  <a:pt x="146443" y="117507"/>
                </a:lnTo>
                <a:lnTo>
                  <a:pt x="145956" y="117838"/>
                </a:lnTo>
                <a:lnTo>
                  <a:pt x="145459" y="118160"/>
                </a:lnTo>
                <a:lnTo>
                  <a:pt x="144952" y="118475"/>
                </a:lnTo>
                <a:lnTo>
                  <a:pt x="144434" y="118782"/>
                </a:lnTo>
                <a:lnTo>
                  <a:pt x="143906" y="119081"/>
                </a:lnTo>
                <a:lnTo>
                  <a:pt x="143367" y="119372"/>
                </a:lnTo>
                <a:lnTo>
                  <a:pt x="142819" y="119655"/>
                </a:lnTo>
                <a:lnTo>
                  <a:pt x="142260" y="119930"/>
                </a:lnTo>
                <a:lnTo>
                  <a:pt x="141690" y="120197"/>
                </a:lnTo>
                <a:lnTo>
                  <a:pt x="141111" y="120457"/>
                </a:lnTo>
                <a:lnTo>
                  <a:pt x="140521" y="120708"/>
                </a:lnTo>
                <a:lnTo>
                  <a:pt x="139922" y="120945"/>
                </a:lnTo>
                <a:lnTo>
                  <a:pt x="139318" y="121172"/>
                </a:lnTo>
                <a:lnTo>
                  <a:pt x="138707" y="121389"/>
                </a:lnTo>
                <a:lnTo>
                  <a:pt x="138089" y="121596"/>
                </a:lnTo>
                <a:lnTo>
                  <a:pt x="137466" y="121793"/>
                </a:lnTo>
                <a:lnTo>
                  <a:pt x="136835" y="121980"/>
                </a:lnTo>
                <a:lnTo>
                  <a:pt x="136199" y="122157"/>
                </a:lnTo>
                <a:lnTo>
                  <a:pt x="135556" y="122323"/>
                </a:lnTo>
                <a:lnTo>
                  <a:pt x="134907" y="122480"/>
                </a:lnTo>
                <a:lnTo>
                  <a:pt x="134251" y="122626"/>
                </a:lnTo>
                <a:lnTo>
                  <a:pt x="133589" y="122762"/>
                </a:lnTo>
                <a:lnTo>
                  <a:pt x="132921" y="122888"/>
                </a:lnTo>
                <a:lnTo>
                  <a:pt x="132246" y="123004"/>
                </a:lnTo>
                <a:lnTo>
                  <a:pt x="131565" y="123110"/>
                </a:lnTo>
                <a:lnTo>
                  <a:pt x="130878" y="123206"/>
                </a:lnTo>
                <a:lnTo>
                  <a:pt x="130184" y="123292"/>
                </a:lnTo>
                <a:lnTo>
                  <a:pt x="129484" y="123368"/>
                </a:lnTo>
                <a:lnTo>
                  <a:pt x="128778" y="123433"/>
                </a:lnTo>
                <a:lnTo>
                  <a:pt x="128065" y="123489"/>
                </a:lnTo>
                <a:lnTo>
                  <a:pt x="127346" y="123534"/>
                </a:lnTo>
                <a:lnTo>
                  <a:pt x="126620" y="123570"/>
                </a:lnTo>
                <a:lnTo>
                  <a:pt x="125888" y="123595"/>
                </a:lnTo>
                <a:lnTo>
                  <a:pt x="125150" y="123610"/>
                </a:lnTo>
                <a:lnTo>
                  <a:pt x="124405" y="123615"/>
                </a:lnTo>
                <a:lnTo>
                  <a:pt x="123764" y="123611"/>
                </a:lnTo>
                <a:lnTo>
                  <a:pt x="123127" y="123599"/>
                </a:lnTo>
                <a:lnTo>
                  <a:pt x="122493" y="123580"/>
                </a:lnTo>
                <a:lnTo>
                  <a:pt x="121863" y="123552"/>
                </a:lnTo>
                <a:lnTo>
                  <a:pt x="121236" y="123516"/>
                </a:lnTo>
                <a:lnTo>
                  <a:pt x="120613" y="123473"/>
                </a:lnTo>
                <a:lnTo>
                  <a:pt x="119994" y="123422"/>
                </a:lnTo>
                <a:lnTo>
                  <a:pt x="119377" y="123362"/>
                </a:lnTo>
                <a:lnTo>
                  <a:pt x="118765" y="123295"/>
                </a:lnTo>
                <a:lnTo>
                  <a:pt x="118156" y="123220"/>
                </a:lnTo>
                <a:lnTo>
                  <a:pt x="117550" y="123137"/>
                </a:lnTo>
                <a:lnTo>
                  <a:pt x="116948" y="123046"/>
                </a:lnTo>
                <a:lnTo>
                  <a:pt x="116349" y="122948"/>
                </a:lnTo>
                <a:lnTo>
                  <a:pt x="115754" y="122841"/>
                </a:lnTo>
                <a:lnTo>
                  <a:pt x="115162" y="122726"/>
                </a:lnTo>
                <a:lnTo>
                  <a:pt x="114574" y="122604"/>
                </a:lnTo>
                <a:lnTo>
                  <a:pt x="113990" y="122474"/>
                </a:lnTo>
                <a:lnTo>
                  <a:pt x="113409" y="122335"/>
                </a:lnTo>
                <a:lnTo>
                  <a:pt x="112831" y="122189"/>
                </a:lnTo>
                <a:lnTo>
                  <a:pt x="112257" y="122035"/>
                </a:lnTo>
                <a:lnTo>
                  <a:pt x="111687" y="121873"/>
                </a:lnTo>
                <a:lnTo>
                  <a:pt x="111120" y="121703"/>
                </a:lnTo>
                <a:lnTo>
                  <a:pt x="110556" y="121526"/>
                </a:lnTo>
                <a:lnTo>
                  <a:pt x="109996" y="121340"/>
                </a:lnTo>
                <a:lnTo>
                  <a:pt x="109447" y="121141"/>
                </a:lnTo>
                <a:lnTo>
                  <a:pt x="108906" y="120934"/>
                </a:lnTo>
                <a:lnTo>
                  <a:pt x="108373" y="120718"/>
                </a:lnTo>
                <a:lnTo>
                  <a:pt x="107847" y="120494"/>
                </a:lnTo>
                <a:lnTo>
                  <a:pt x="107330" y="120262"/>
                </a:lnTo>
                <a:lnTo>
                  <a:pt x="106820" y="120021"/>
                </a:lnTo>
                <a:lnTo>
                  <a:pt x="106319" y="119772"/>
                </a:lnTo>
                <a:lnTo>
                  <a:pt x="105825" y="119514"/>
                </a:lnTo>
                <a:lnTo>
                  <a:pt x="105339" y="119249"/>
                </a:lnTo>
                <a:lnTo>
                  <a:pt x="104861" y="118975"/>
                </a:lnTo>
                <a:lnTo>
                  <a:pt x="104391" y="118692"/>
                </a:lnTo>
                <a:lnTo>
                  <a:pt x="103929" y="118401"/>
                </a:lnTo>
                <a:lnTo>
                  <a:pt x="103475" y="118102"/>
                </a:lnTo>
                <a:lnTo>
                  <a:pt x="103028" y="117795"/>
                </a:lnTo>
                <a:lnTo>
                  <a:pt x="102590" y="117479"/>
                </a:lnTo>
                <a:lnTo>
                  <a:pt x="102159" y="117155"/>
                </a:lnTo>
                <a:lnTo>
                  <a:pt x="101737" y="116823"/>
                </a:lnTo>
                <a:lnTo>
                  <a:pt x="101322" y="116482"/>
                </a:lnTo>
                <a:lnTo>
                  <a:pt x="100915" y="116133"/>
                </a:lnTo>
                <a:lnTo>
                  <a:pt x="100516" y="115775"/>
                </a:lnTo>
                <a:lnTo>
                  <a:pt x="100125" y="115409"/>
                </a:lnTo>
                <a:lnTo>
                  <a:pt x="99742" y="115035"/>
                </a:lnTo>
                <a:lnTo>
                  <a:pt x="99367" y="114653"/>
                </a:lnTo>
                <a:lnTo>
                  <a:pt x="99000" y="114262"/>
                </a:lnTo>
                <a:lnTo>
                  <a:pt x="98648" y="113857"/>
                </a:lnTo>
                <a:lnTo>
                  <a:pt x="98309" y="113444"/>
                </a:lnTo>
                <a:lnTo>
                  <a:pt x="97982" y="113022"/>
                </a:lnTo>
                <a:lnTo>
                  <a:pt x="97669" y="112591"/>
                </a:lnTo>
                <a:lnTo>
                  <a:pt x="97368" y="112151"/>
                </a:lnTo>
                <a:lnTo>
                  <a:pt x="97080" y="111702"/>
                </a:lnTo>
                <a:lnTo>
                  <a:pt x="96805" y="111245"/>
                </a:lnTo>
                <a:lnTo>
                  <a:pt x="96542" y="110779"/>
                </a:lnTo>
                <a:lnTo>
                  <a:pt x="96292" y="110304"/>
                </a:lnTo>
                <a:lnTo>
                  <a:pt x="96055" y="109820"/>
                </a:lnTo>
                <a:lnTo>
                  <a:pt x="95830" y="109328"/>
                </a:lnTo>
                <a:lnTo>
                  <a:pt x="95618" y="108827"/>
                </a:lnTo>
                <a:lnTo>
                  <a:pt x="95419" y="108317"/>
                </a:lnTo>
                <a:lnTo>
                  <a:pt x="95233" y="107798"/>
                </a:lnTo>
                <a:lnTo>
                  <a:pt x="95060" y="107271"/>
                </a:lnTo>
                <a:lnTo>
                  <a:pt x="94899" y="106734"/>
                </a:lnTo>
                <a:lnTo>
                  <a:pt x="94751" y="106189"/>
                </a:lnTo>
                <a:lnTo>
                  <a:pt x="94615" y="105635"/>
                </a:lnTo>
                <a:lnTo>
                  <a:pt x="94493" y="105073"/>
                </a:lnTo>
                <a:lnTo>
                  <a:pt x="94383" y="104501"/>
                </a:lnTo>
                <a:lnTo>
                  <a:pt x="94285" y="103921"/>
                </a:lnTo>
                <a:lnTo>
                  <a:pt x="94201" y="103332"/>
                </a:lnTo>
                <a:lnTo>
                  <a:pt x="94129" y="102734"/>
                </a:lnTo>
                <a:lnTo>
                  <a:pt x="94070" y="102128"/>
                </a:lnTo>
                <a:lnTo>
                  <a:pt x="77891" y="102128"/>
                </a:lnTo>
                <a:lnTo>
                  <a:pt x="77963" y="103008"/>
                </a:lnTo>
                <a:lnTo>
                  <a:pt x="78053" y="103879"/>
                </a:lnTo>
                <a:lnTo>
                  <a:pt x="78159" y="104742"/>
                </a:lnTo>
                <a:lnTo>
                  <a:pt x="78283" y="105595"/>
                </a:lnTo>
                <a:lnTo>
                  <a:pt x="78424" y="106439"/>
                </a:lnTo>
                <a:lnTo>
                  <a:pt x="78583" y="107275"/>
                </a:lnTo>
                <a:lnTo>
                  <a:pt x="78759" y="108101"/>
                </a:lnTo>
                <a:lnTo>
                  <a:pt x="78952" y="108918"/>
                </a:lnTo>
                <a:lnTo>
                  <a:pt x="79162" y="109726"/>
                </a:lnTo>
                <a:lnTo>
                  <a:pt x="79390" y="110526"/>
                </a:lnTo>
                <a:lnTo>
                  <a:pt x="79635" y="111316"/>
                </a:lnTo>
                <a:lnTo>
                  <a:pt x="79898" y="112097"/>
                </a:lnTo>
                <a:lnTo>
                  <a:pt x="80178" y="112870"/>
                </a:lnTo>
                <a:lnTo>
                  <a:pt x="80475" y="113633"/>
                </a:lnTo>
                <a:lnTo>
                  <a:pt x="80790" y="114387"/>
                </a:lnTo>
                <a:lnTo>
                  <a:pt x="81122" y="115133"/>
                </a:lnTo>
                <a:lnTo>
                  <a:pt x="81471" y="115869"/>
                </a:lnTo>
                <a:lnTo>
                  <a:pt x="81837" y="116596"/>
                </a:lnTo>
                <a:lnTo>
                  <a:pt x="82221" y="117315"/>
                </a:lnTo>
                <a:lnTo>
                  <a:pt x="82623" y="118024"/>
                </a:lnTo>
                <a:lnTo>
                  <a:pt x="83041" y="118724"/>
                </a:lnTo>
                <a:lnTo>
                  <a:pt x="83477" y="119416"/>
                </a:lnTo>
                <a:lnTo>
                  <a:pt x="83930" y="120098"/>
                </a:lnTo>
                <a:lnTo>
                  <a:pt x="84401" y="120771"/>
                </a:lnTo>
                <a:lnTo>
                  <a:pt x="84893" y="121434"/>
                </a:lnTo>
                <a:lnTo>
                  <a:pt x="85400" y="122084"/>
                </a:lnTo>
                <a:lnTo>
                  <a:pt x="85922" y="122723"/>
                </a:lnTo>
                <a:lnTo>
                  <a:pt x="86458" y="123348"/>
                </a:lnTo>
                <a:lnTo>
                  <a:pt x="87010" y="123962"/>
                </a:lnTo>
                <a:lnTo>
                  <a:pt x="87577" y="124563"/>
                </a:lnTo>
                <a:lnTo>
                  <a:pt x="88158" y="125152"/>
                </a:lnTo>
                <a:lnTo>
                  <a:pt x="88754" y="125729"/>
                </a:lnTo>
                <a:lnTo>
                  <a:pt x="89366" y="126293"/>
                </a:lnTo>
                <a:lnTo>
                  <a:pt x="89992" y="126845"/>
                </a:lnTo>
                <a:lnTo>
                  <a:pt x="90633" y="127385"/>
                </a:lnTo>
                <a:lnTo>
                  <a:pt x="91289" y="127913"/>
                </a:lnTo>
                <a:lnTo>
                  <a:pt x="91960" y="128428"/>
                </a:lnTo>
                <a:lnTo>
                  <a:pt x="92646" y="128931"/>
                </a:lnTo>
                <a:lnTo>
                  <a:pt x="93347" y="129422"/>
                </a:lnTo>
                <a:lnTo>
                  <a:pt x="94063" y="129900"/>
                </a:lnTo>
                <a:lnTo>
                  <a:pt x="94794" y="130366"/>
                </a:lnTo>
                <a:lnTo>
                  <a:pt x="95539" y="130820"/>
                </a:lnTo>
                <a:lnTo>
                  <a:pt x="96300" y="131261"/>
                </a:lnTo>
                <a:lnTo>
                  <a:pt x="97076" y="131690"/>
                </a:lnTo>
                <a:lnTo>
                  <a:pt x="97866" y="132107"/>
                </a:lnTo>
                <a:lnTo>
                  <a:pt x="98671" y="132512"/>
                </a:lnTo>
                <a:lnTo>
                  <a:pt x="99492" y="132904"/>
                </a:lnTo>
                <a:lnTo>
                  <a:pt x="100327" y="133284"/>
                </a:lnTo>
                <a:lnTo>
                  <a:pt x="101181" y="133651"/>
                </a:lnTo>
                <a:lnTo>
                  <a:pt x="102048" y="134001"/>
                </a:lnTo>
                <a:lnTo>
                  <a:pt x="102929" y="134336"/>
                </a:lnTo>
                <a:lnTo>
                  <a:pt x="103822" y="134656"/>
                </a:lnTo>
                <a:lnTo>
                  <a:pt x="104728" y="134959"/>
                </a:lnTo>
                <a:lnTo>
                  <a:pt x="105647" y="135248"/>
                </a:lnTo>
                <a:lnTo>
                  <a:pt x="106579" y="135520"/>
                </a:lnTo>
                <a:lnTo>
                  <a:pt x="107524" y="135777"/>
                </a:lnTo>
                <a:lnTo>
                  <a:pt x="108482" y="136019"/>
                </a:lnTo>
                <a:lnTo>
                  <a:pt x="109453" y="136245"/>
                </a:lnTo>
                <a:lnTo>
                  <a:pt x="110437" y="136455"/>
                </a:lnTo>
                <a:lnTo>
                  <a:pt x="111434" y="136650"/>
                </a:lnTo>
                <a:lnTo>
                  <a:pt x="112444" y="136829"/>
                </a:lnTo>
                <a:lnTo>
                  <a:pt x="113466" y="136993"/>
                </a:lnTo>
                <a:lnTo>
                  <a:pt x="114502" y="137141"/>
                </a:lnTo>
                <a:lnTo>
                  <a:pt x="115550" y="137273"/>
                </a:lnTo>
                <a:lnTo>
                  <a:pt x="116612" y="137390"/>
                </a:lnTo>
                <a:lnTo>
                  <a:pt x="117686" y="137491"/>
                </a:lnTo>
                <a:lnTo>
                  <a:pt x="118774" y="137577"/>
                </a:lnTo>
                <a:lnTo>
                  <a:pt x="119874" y="137647"/>
                </a:lnTo>
                <a:lnTo>
                  <a:pt x="120988" y="137701"/>
                </a:lnTo>
                <a:lnTo>
                  <a:pt x="122114" y="137740"/>
                </a:lnTo>
                <a:lnTo>
                  <a:pt x="123253" y="137764"/>
                </a:lnTo>
                <a:lnTo>
                  <a:pt x="124405" y="137772"/>
                </a:lnTo>
                <a:lnTo>
                  <a:pt x="125640" y="137763"/>
                </a:lnTo>
                <a:lnTo>
                  <a:pt x="126860" y="137737"/>
                </a:lnTo>
                <a:lnTo>
                  <a:pt x="128064" y="137694"/>
                </a:lnTo>
                <a:lnTo>
                  <a:pt x="129252" y="137633"/>
                </a:lnTo>
                <a:lnTo>
                  <a:pt x="130425" y="137555"/>
                </a:lnTo>
                <a:lnTo>
                  <a:pt x="131582" y="137459"/>
                </a:lnTo>
                <a:lnTo>
                  <a:pt x="132724" y="137347"/>
                </a:lnTo>
                <a:lnTo>
                  <a:pt x="133850" y="137217"/>
                </a:lnTo>
                <a:lnTo>
                  <a:pt x="134960" y="137069"/>
                </a:lnTo>
                <a:lnTo>
                  <a:pt x="136055" y="136905"/>
                </a:lnTo>
                <a:lnTo>
                  <a:pt x="137134" y="136723"/>
                </a:lnTo>
                <a:lnTo>
                  <a:pt x="138198" y="136523"/>
                </a:lnTo>
                <a:lnTo>
                  <a:pt x="139246" y="136307"/>
                </a:lnTo>
                <a:lnTo>
                  <a:pt x="140279" y="136073"/>
                </a:lnTo>
                <a:lnTo>
                  <a:pt x="141296" y="135821"/>
                </a:lnTo>
                <a:lnTo>
                  <a:pt x="142297" y="135553"/>
                </a:lnTo>
                <a:lnTo>
                  <a:pt x="143283" y="135267"/>
                </a:lnTo>
                <a:lnTo>
                  <a:pt x="144253" y="134963"/>
                </a:lnTo>
                <a:lnTo>
                  <a:pt x="145208" y="134642"/>
                </a:lnTo>
                <a:lnTo>
                  <a:pt x="146147" y="134304"/>
                </a:lnTo>
                <a:lnTo>
                  <a:pt x="147071" y="133949"/>
                </a:lnTo>
                <a:lnTo>
                  <a:pt x="147978" y="133576"/>
                </a:lnTo>
                <a:lnTo>
                  <a:pt x="148871" y="133186"/>
                </a:lnTo>
                <a:lnTo>
                  <a:pt x="149748" y="132779"/>
                </a:lnTo>
                <a:lnTo>
                  <a:pt x="150613" y="132357"/>
                </a:lnTo>
                <a:lnTo>
                  <a:pt x="151461" y="131923"/>
                </a:lnTo>
                <a:lnTo>
                  <a:pt x="152291" y="131476"/>
                </a:lnTo>
                <a:lnTo>
                  <a:pt x="153104" y="131018"/>
                </a:lnTo>
                <a:lnTo>
                  <a:pt x="153899" y="130548"/>
                </a:lnTo>
                <a:lnTo>
                  <a:pt x="154677" y="130065"/>
                </a:lnTo>
                <a:lnTo>
                  <a:pt x="155437" y="129571"/>
                </a:lnTo>
                <a:lnTo>
                  <a:pt x="156180" y="129064"/>
                </a:lnTo>
                <a:lnTo>
                  <a:pt x="156905" y="128546"/>
                </a:lnTo>
                <a:lnTo>
                  <a:pt x="157612" y="128015"/>
                </a:lnTo>
                <a:lnTo>
                  <a:pt x="158302" y="127472"/>
                </a:lnTo>
                <a:lnTo>
                  <a:pt x="158974" y="126917"/>
                </a:lnTo>
                <a:lnTo>
                  <a:pt x="159629" y="126350"/>
                </a:lnTo>
                <a:lnTo>
                  <a:pt x="160266" y="125771"/>
                </a:lnTo>
                <a:lnTo>
                  <a:pt x="160886" y="125180"/>
                </a:lnTo>
                <a:lnTo>
                  <a:pt x="161488" y="124577"/>
                </a:lnTo>
                <a:lnTo>
                  <a:pt x="162073" y="123962"/>
                </a:lnTo>
                <a:lnTo>
                  <a:pt x="162640" y="123335"/>
                </a:lnTo>
                <a:lnTo>
                  <a:pt x="163189" y="122695"/>
                </a:lnTo>
                <a:lnTo>
                  <a:pt x="163721" y="122044"/>
                </a:lnTo>
                <a:lnTo>
                  <a:pt x="164236" y="121381"/>
                </a:lnTo>
                <a:lnTo>
                  <a:pt x="164732" y="120705"/>
                </a:lnTo>
                <a:lnTo>
                  <a:pt x="165212" y="120017"/>
                </a:lnTo>
                <a:lnTo>
                  <a:pt x="165673" y="119318"/>
                </a:lnTo>
                <a:lnTo>
                  <a:pt x="166122" y="118609"/>
                </a:lnTo>
                <a:lnTo>
                  <a:pt x="166552" y="117892"/>
                </a:lnTo>
                <a:lnTo>
                  <a:pt x="166962" y="117169"/>
                </a:lnTo>
                <a:lnTo>
                  <a:pt x="167353" y="116439"/>
                </a:lnTo>
                <a:lnTo>
                  <a:pt x="167726" y="115701"/>
                </a:lnTo>
                <a:lnTo>
                  <a:pt x="168079" y="114957"/>
                </a:lnTo>
                <a:lnTo>
                  <a:pt x="168413" y="114206"/>
                </a:lnTo>
                <a:lnTo>
                  <a:pt x="168728" y="113447"/>
                </a:lnTo>
                <a:lnTo>
                  <a:pt x="169024" y="112682"/>
                </a:lnTo>
                <a:lnTo>
                  <a:pt x="169301" y="111910"/>
                </a:lnTo>
                <a:lnTo>
                  <a:pt x="169558" y="111130"/>
                </a:lnTo>
                <a:lnTo>
                  <a:pt x="169797" y="110344"/>
                </a:lnTo>
                <a:lnTo>
                  <a:pt x="170017" y="109550"/>
                </a:lnTo>
                <a:lnTo>
                  <a:pt x="170217" y="108750"/>
                </a:lnTo>
                <a:lnTo>
                  <a:pt x="170398" y="107942"/>
                </a:lnTo>
                <a:lnTo>
                  <a:pt x="170561" y="107128"/>
                </a:lnTo>
                <a:lnTo>
                  <a:pt x="170704" y="106306"/>
                </a:lnTo>
                <a:lnTo>
                  <a:pt x="170828" y="105477"/>
                </a:lnTo>
                <a:lnTo>
                  <a:pt x="170933" y="104642"/>
                </a:lnTo>
                <a:lnTo>
                  <a:pt x="171019" y="103799"/>
                </a:lnTo>
                <a:lnTo>
                  <a:pt x="171086" y="102949"/>
                </a:lnTo>
                <a:lnTo>
                  <a:pt x="171133" y="102093"/>
                </a:lnTo>
                <a:lnTo>
                  <a:pt x="171162" y="101229"/>
                </a:lnTo>
                <a:lnTo>
                  <a:pt x="171172" y="100358"/>
                </a:lnTo>
                <a:lnTo>
                  <a:pt x="171165" y="99605"/>
                </a:lnTo>
                <a:lnTo>
                  <a:pt x="171146" y="98861"/>
                </a:lnTo>
                <a:lnTo>
                  <a:pt x="171113" y="98128"/>
                </a:lnTo>
                <a:lnTo>
                  <a:pt x="171068" y="97404"/>
                </a:lnTo>
                <a:lnTo>
                  <a:pt x="171010" y="96690"/>
                </a:lnTo>
                <a:lnTo>
                  <a:pt x="170939" y="95986"/>
                </a:lnTo>
                <a:lnTo>
                  <a:pt x="170854" y="95292"/>
                </a:lnTo>
                <a:lnTo>
                  <a:pt x="170757" y="94607"/>
                </a:lnTo>
                <a:lnTo>
                  <a:pt x="170647" y="93933"/>
                </a:lnTo>
                <a:lnTo>
                  <a:pt x="170524" y="93268"/>
                </a:lnTo>
                <a:lnTo>
                  <a:pt x="170388" y="92614"/>
                </a:lnTo>
                <a:lnTo>
                  <a:pt x="170239" y="91969"/>
                </a:lnTo>
                <a:lnTo>
                  <a:pt x="170078" y="91334"/>
                </a:lnTo>
                <a:lnTo>
                  <a:pt x="169903" y="90709"/>
                </a:lnTo>
                <a:lnTo>
                  <a:pt x="169715" y="90094"/>
                </a:lnTo>
                <a:lnTo>
                  <a:pt x="169514" y="89488"/>
                </a:lnTo>
                <a:lnTo>
                  <a:pt x="169301" y="88893"/>
                </a:lnTo>
                <a:lnTo>
                  <a:pt x="169074" y="88307"/>
                </a:lnTo>
                <a:lnTo>
                  <a:pt x="168835" y="87732"/>
                </a:lnTo>
                <a:lnTo>
                  <a:pt x="168582" y="87166"/>
                </a:lnTo>
                <a:lnTo>
                  <a:pt x="168317" y="86610"/>
                </a:lnTo>
                <a:lnTo>
                  <a:pt x="168039" y="86064"/>
                </a:lnTo>
                <a:lnTo>
                  <a:pt x="167747" y="85528"/>
                </a:lnTo>
                <a:lnTo>
                  <a:pt x="167443" y="85001"/>
                </a:lnTo>
                <a:lnTo>
                  <a:pt x="167129" y="84484"/>
                </a:lnTo>
                <a:lnTo>
                  <a:pt x="166807" y="83974"/>
                </a:lnTo>
                <a:lnTo>
                  <a:pt x="166479" y="83473"/>
                </a:lnTo>
                <a:lnTo>
                  <a:pt x="166144" y="82979"/>
                </a:lnTo>
                <a:lnTo>
                  <a:pt x="165802" y="82493"/>
                </a:lnTo>
                <a:lnTo>
                  <a:pt x="165452" y="82015"/>
                </a:lnTo>
                <a:lnTo>
                  <a:pt x="165096" y="81545"/>
                </a:lnTo>
                <a:lnTo>
                  <a:pt x="164732" y="81083"/>
                </a:lnTo>
                <a:lnTo>
                  <a:pt x="164362" y="80629"/>
                </a:lnTo>
                <a:lnTo>
                  <a:pt x="163985" y="80182"/>
                </a:lnTo>
                <a:lnTo>
                  <a:pt x="163600" y="79744"/>
                </a:lnTo>
                <a:lnTo>
                  <a:pt x="163209" y="79313"/>
                </a:lnTo>
                <a:lnTo>
                  <a:pt x="162810" y="78891"/>
                </a:lnTo>
                <a:lnTo>
                  <a:pt x="162405" y="78476"/>
                </a:lnTo>
                <a:lnTo>
                  <a:pt x="161992" y="78069"/>
                </a:lnTo>
                <a:lnTo>
                  <a:pt x="161573" y="77670"/>
                </a:lnTo>
                <a:lnTo>
                  <a:pt x="161146" y="77279"/>
                </a:lnTo>
                <a:lnTo>
                  <a:pt x="160712" y="76896"/>
                </a:lnTo>
                <a:lnTo>
                  <a:pt x="160272" y="76521"/>
                </a:lnTo>
                <a:lnTo>
                  <a:pt x="159824" y="76154"/>
                </a:lnTo>
                <a:lnTo>
                  <a:pt x="159369" y="75794"/>
                </a:lnTo>
                <a:lnTo>
                  <a:pt x="158908" y="75443"/>
                </a:lnTo>
                <a:lnTo>
                  <a:pt x="158439" y="75099"/>
                </a:lnTo>
                <a:lnTo>
                  <a:pt x="157963" y="74763"/>
                </a:lnTo>
                <a:lnTo>
                  <a:pt x="157488" y="74429"/>
                </a:lnTo>
                <a:lnTo>
                  <a:pt x="157011" y="74101"/>
                </a:lnTo>
                <a:lnTo>
                  <a:pt x="156532" y="73779"/>
                </a:lnTo>
                <a:lnTo>
                  <a:pt x="156052" y="73462"/>
                </a:lnTo>
                <a:lnTo>
                  <a:pt x="155569" y="73152"/>
                </a:lnTo>
                <a:lnTo>
                  <a:pt x="155084" y="72847"/>
                </a:lnTo>
                <a:lnTo>
                  <a:pt x="154597" y="72549"/>
                </a:lnTo>
                <a:lnTo>
                  <a:pt x="154108" y="72256"/>
                </a:lnTo>
                <a:lnTo>
                  <a:pt x="153617" y="71970"/>
                </a:lnTo>
                <a:lnTo>
                  <a:pt x="153125" y="71689"/>
                </a:lnTo>
                <a:lnTo>
                  <a:pt x="152630" y="71414"/>
                </a:lnTo>
                <a:lnTo>
                  <a:pt x="152133" y="71145"/>
                </a:lnTo>
                <a:lnTo>
                  <a:pt x="151635" y="70882"/>
                </a:lnTo>
                <a:lnTo>
                  <a:pt x="151134" y="70625"/>
                </a:lnTo>
                <a:lnTo>
                  <a:pt x="150631" y="70374"/>
                </a:lnTo>
                <a:lnTo>
                  <a:pt x="150127" y="70129"/>
                </a:lnTo>
                <a:lnTo>
                  <a:pt x="149620" y="69889"/>
                </a:lnTo>
                <a:lnTo>
                  <a:pt x="149112" y="69656"/>
                </a:lnTo>
                <a:lnTo>
                  <a:pt x="148601" y="69429"/>
                </a:lnTo>
                <a:lnTo>
                  <a:pt x="148089" y="69207"/>
                </a:lnTo>
                <a:lnTo>
                  <a:pt x="147574" y="68991"/>
                </a:lnTo>
                <a:lnTo>
                  <a:pt x="147058" y="68782"/>
                </a:lnTo>
                <a:lnTo>
                  <a:pt x="146539" y="68578"/>
                </a:lnTo>
                <a:lnTo>
                  <a:pt x="146019" y="68380"/>
                </a:lnTo>
                <a:lnTo>
                  <a:pt x="145505" y="68187"/>
                </a:lnTo>
                <a:lnTo>
                  <a:pt x="144995" y="67997"/>
                </a:lnTo>
                <a:lnTo>
                  <a:pt x="144488" y="67811"/>
                </a:lnTo>
                <a:lnTo>
                  <a:pt x="143986" y="67629"/>
                </a:lnTo>
                <a:lnTo>
                  <a:pt x="143488" y="67450"/>
                </a:lnTo>
                <a:lnTo>
                  <a:pt x="142993" y="67274"/>
                </a:lnTo>
                <a:lnTo>
                  <a:pt x="142503" y="67102"/>
                </a:lnTo>
                <a:lnTo>
                  <a:pt x="142016" y="66934"/>
                </a:lnTo>
                <a:lnTo>
                  <a:pt x="141534" y="66769"/>
                </a:lnTo>
                <a:lnTo>
                  <a:pt x="141055" y="66607"/>
                </a:lnTo>
                <a:lnTo>
                  <a:pt x="140581" y="66449"/>
                </a:lnTo>
                <a:lnTo>
                  <a:pt x="140110" y="66295"/>
                </a:lnTo>
                <a:lnTo>
                  <a:pt x="139643" y="66144"/>
                </a:lnTo>
                <a:lnTo>
                  <a:pt x="139180" y="65996"/>
                </a:lnTo>
                <a:lnTo>
                  <a:pt x="138721" y="65852"/>
                </a:lnTo>
                <a:lnTo>
                  <a:pt x="138267" y="65712"/>
                </a:lnTo>
                <a:lnTo>
                  <a:pt x="137816" y="65575"/>
                </a:lnTo>
                <a:lnTo>
                  <a:pt x="137369" y="65441"/>
                </a:lnTo>
                <a:lnTo>
                  <a:pt x="136926" y="65312"/>
                </a:lnTo>
                <a:lnTo>
                  <a:pt x="136486" y="65185"/>
                </a:lnTo>
                <a:lnTo>
                  <a:pt x="136051" y="65062"/>
                </a:lnTo>
                <a:lnTo>
                  <a:pt x="135620" y="64943"/>
                </a:lnTo>
                <a:lnTo>
                  <a:pt x="135193" y="64827"/>
                </a:lnTo>
                <a:lnTo>
                  <a:pt x="134770" y="64715"/>
                </a:lnTo>
                <a:lnTo>
                  <a:pt x="121624" y="61176"/>
                </a:lnTo>
                <a:lnTo>
                  <a:pt x="121323" y="61096"/>
                </a:lnTo>
                <a:lnTo>
                  <a:pt x="121019" y="61014"/>
                </a:lnTo>
                <a:lnTo>
                  <a:pt x="120713" y="60930"/>
                </a:lnTo>
                <a:lnTo>
                  <a:pt x="120404" y="60844"/>
                </a:lnTo>
                <a:lnTo>
                  <a:pt x="120093" y="60756"/>
                </a:lnTo>
                <a:lnTo>
                  <a:pt x="119780" y="60666"/>
                </a:lnTo>
                <a:lnTo>
                  <a:pt x="119464" y="60574"/>
                </a:lnTo>
                <a:lnTo>
                  <a:pt x="119146" y="60480"/>
                </a:lnTo>
                <a:lnTo>
                  <a:pt x="118825" y="60385"/>
                </a:lnTo>
                <a:lnTo>
                  <a:pt x="118502" y="60287"/>
                </a:lnTo>
                <a:lnTo>
                  <a:pt x="118176" y="60187"/>
                </a:lnTo>
                <a:lnTo>
                  <a:pt x="117848" y="60085"/>
                </a:lnTo>
                <a:lnTo>
                  <a:pt x="117518" y="59982"/>
                </a:lnTo>
                <a:lnTo>
                  <a:pt x="117185" y="59876"/>
                </a:lnTo>
                <a:lnTo>
                  <a:pt x="116850" y="59768"/>
                </a:lnTo>
                <a:lnTo>
                  <a:pt x="116512" y="59659"/>
                </a:lnTo>
                <a:lnTo>
                  <a:pt x="116172" y="59547"/>
                </a:lnTo>
                <a:lnTo>
                  <a:pt x="115830" y="59434"/>
                </a:lnTo>
                <a:lnTo>
                  <a:pt x="115485" y="59318"/>
                </a:lnTo>
                <a:lnTo>
                  <a:pt x="115138" y="59201"/>
                </a:lnTo>
                <a:lnTo>
                  <a:pt x="114788" y="59081"/>
                </a:lnTo>
                <a:lnTo>
                  <a:pt x="114436" y="58960"/>
                </a:lnTo>
                <a:lnTo>
                  <a:pt x="114082" y="58836"/>
                </a:lnTo>
                <a:lnTo>
                  <a:pt x="113725" y="58711"/>
                </a:lnTo>
                <a:lnTo>
                  <a:pt x="113367" y="58578"/>
                </a:lnTo>
                <a:lnTo>
                  <a:pt x="113011" y="58442"/>
                </a:lnTo>
                <a:lnTo>
                  <a:pt x="112656" y="58303"/>
                </a:lnTo>
                <a:lnTo>
                  <a:pt x="112303" y="58161"/>
                </a:lnTo>
                <a:lnTo>
                  <a:pt x="111951" y="58017"/>
                </a:lnTo>
                <a:lnTo>
                  <a:pt x="111600" y="57870"/>
                </a:lnTo>
                <a:lnTo>
                  <a:pt x="111250" y="57719"/>
                </a:lnTo>
                <a:lnTo>
                  <a:pt x="110902" y="57566"/>
                </a:lnTo>
                <a:lnTo>
                  <a:pt x="110555" y="57410"/>
                </a:lnTo>
                <a:lnTo>
                  <a:pt x="110209" y="57252"/>
                </a:lnTo>
                <a:lnTo>
                  <a:pt x="109865" y="57090"/>
                </a:lnTo>
                <a:lnTo>
                  <a:pt x="109522" y="56926"/>
                </a:lnTo>
                <a:lnTo>
                  <a:pt x="109180" y="56758"/>
                </a:lnTo>
                <a:lnTo>
                  <a:pt x="108840" y="56588"/>
                </a:lnTo>
                <a:lnTo>
                  <a:pt x="108501" y="56415"/>
                </a:lnTo>
                <a:lnTo>
                  <a:pt x="108163" y="56239"/>
                </a:lnTo>
                <a:lnTo>
                  <a:pt x="107827" y="56060"/>
                </a:lnTo>
                <a:lnTo>
                  <a:pt x="107492" y="55879"/>
                </a:lnTo>
                <a:lnTo>
                  <a:pt x="107158" y="55694"/>
                </a:lnTo>
                <a:lnTo>
                  <a:pt x="106826" y="55507"/>
                </a:lnTo>
                <a:lnTo>
                  <a:pt x="106494" y="55317"/>
                </a:lnTo>
                <a:lnTo>
                  <a:pt x="106165" y="55124"/>
                </a:lnTo>
                <a:lnTo>
                  <a:pt x="105836" y="54928"/>
                </a:lnTo>
                <a:lnTo>
                  <a:pt x="105509" y="54729"/>
                </a:lnTo>
                <a:lnTo>
                  <a:pt x="105185" y="54522"/>
                </a:lnTo>
                <a:lnTo>
                  <a:pt x="104866" y="54310"/>
                </a:lnTo>
                <a:lnTo>
                  <a:pt x="104551" y="54094"/>
                </a:lnTo>
                <a:lnTo>
                  <a:pt x="104241" y="53874"/>
                </a:lnTo>
                <a:lnTo>
                  <a:pt x="103937" y="53650"/>
                </a:lnTo>
                <a:lnTo>
                  <a:pt x="103637" y="53422"/>
                </a:lnTo>
                <a:lnTo>
                  <a:pt x="103342" y="53190"/>
                </a:lnTo>
                <a:lnTo>
                  <a:pt x="103051" y="52953"/>
                </a:lnTo>
                <a:lnTo>
                  <a:pt x="102766" y="52712"/>
                </a:lnTo>
                <a:lnTo>
                  <a:pt x="102485" y="52467"/>
                </a:lnTo>
                <a:lnTo>
                  <a:pt x="102209" y="52218"/>
                </a:lnTo>
                <a:lnTo>
                  <a:pt x="101938" y="51965"/>
                </a:lnTo>
                <a:lnTo>
                  <a:pt x="101672" y="51707"/>
                </a:lnTo>
                <a:lnTo>
                  <a:pt x="101411" y="51445"/>
                </a:lnTo>
                <a:lnTo>
                  <a:pt x="101154" y="51179"/>
                </a:lnTo>
                <a:lnTo>
                  <a:pt x="100903" y="50909"/>
                </a:lnTo>
                <a:lnTo>
                  <a:pt x="100656" y="50635"/>
                </a:lnTo>
                <a:lnTo>
                  <a:pt x="100414" y="50357"/>
                </a:lnTo>
                <a:lnTo>
                  <a:pt x="100176" y="50074"/>
                </a:lnTo>
                <a:lnTo>
                  <a:pt x="99944" y="49788"/>
                </a:lnTo>
                <a:lnTo>
                  <a:pt x="99716" y="49497"/>
                </a:lnTo>
                <a:lnTo>
                  <a:pt x="99494" y="49202"/>
                </a:lnTo>
                <a:lnTo>
                  <a:pt x="99276" y="48903"/>
                </a:lnTo>
                <a:lnTo>
                  <a:pt x="99063" y="48599"/>
                </a:lnTo>
                <a:lnTo>
                  <a:pt x="98862" y="48286"/>
                </a:lnTo>
                <a:lnTo>
                  <a:pt x="98669" y="47968"/>
                </a:lnTo>
                <a:lnTo>
                  <a:pt x="98485" y="47644"/>
                </a:lnTo>
                <a:lnTo>
                  <a:pt x="98310" y="47316"/>
                </a:lnTo>
                <a:lnTo>
                  <a:pt x="98143" y="46983"/>
                </a:lnTo>
                <a:lnTo>
                  <a:pt x="97984" y="46644"/>
                </a:lnTo>
                <a:lnTo>
                  <a:pt x="97835" y="46301"/>
                </a:lnTo>
                <a:lnTo>
                  <a:pt x="97693" y="45952"/>
                </a:lnTo>
                <a:lnTo>
                  <a:pt x="97561" y="45598"/>
                </a:lnTo>
                <a:lnTo>
                  <a:pt x="97437" y="45240"/>
                </a:lnTo>
                <a:lnTo>
                  <a:pt x="97321" y="44876"/>
                </a:lnTo>
                <a:lnTo>
                  <a:pt x="97214" y="44507"/>
                </a:lnTo>
                <a:lnTo>
                  <a:pt x="97116" y="44133"/>
                </a:lnTo>
                <a:lnTo>
                  <a:pt x="97026" y="43754"/>
                </a:lnTo>
                <a:lnTo>
                  <a:pt x="96945" y="43371"/>
                </a:lnTo>
                <a:lnTo>
                  <a:pt x="96872" y="42982"/>
                </a:lnTo>
                <a:lnTo>
                  <a:pt x="96808" y="42588"/>
                </a:lnTo>
                <a:lnTo>
                  <a:pt x="96752" y="42189"/>
                </a:lnTo>
                <a:lnTo>
                  <a:pt x="96705" y="41784"/>
                </a:lnTo>
                <a:lnTo>
                  <a:pt x="96667" y="41375"/>
                </a:lnTo>
                <a:lnTo>
                  <a:pt x="96637" y="40961"/>
                </a:lnTo>
                <a:lnTo>
                  <a:pt x="96615" y="40542"/>
                </a:lnTo>
                <a:lnTo>
                  <a:pt x="96602" y="40118"/>
                </a:lnTo>
                <a:lnTo>
                  <a:pt x="96598" y="39688"/>
                </a:lnTo>
                <a:lnTo>
                  <a:pt x="96604" y="39175"/>
                </a:lnTo>
                <a:lnTo>
                  <a:pt x="96623" y="38665"/>
                </a:lnTo>
                <a:lnTo>
                  <a:pt x="96653" y="38161"/>
                </a:lnTo>
                <a:lnTo>
                  <a:pt x="96696" y="37661"/>
                </a:lnTo>
                <a:lnTo>
                  <a:pt x="96752" y="37165"/>
                </a:lnTo>
                <a:lnTo>
                  <a:pt x="96819" y="36675"/>
                </a:lnTo>
                <a:lnTo>
                  <a:pt x="96899" y="36188"/>
                </a:lnTo>
                <a:lnTo>
                  <a:pt x="96991" y="35707"/>
                </a:lnTo>
                <a:lnTo>
                  <a:pt x="97096" y="35230"/>
                </a:lnTo>
                <a:lnTo>
                  <a:pt x="97212" y="34758"/>
                </a:lnTo>
                <a:lnTo>
                  <a:pt x="97342" y="34290"/>
                </a:lnTo>
                <a:lnTo>
                  <a:pt x="97483" y="33827"/>
                </a:lnTo>
                <a:lnTo>
                  <a:pt x="97636" y="33368"/>
                </a:lnTo>
                <a:lnTo>
                  <a:pt x="97802" y="32914"/>
                </a:lnTo>
                <a:lnTo>
                  <a:pt x="97981" y="32465"/>
                </a:lnTo>
                <a:lnTo>
                  <a:pt x="98171" y="32020"/>
                </a:lnTo>
                <a:lnTo>
                  <a:pt x="98374" y="31580"/>
                </a:lnTo>
                <a:lnTo>
                  <a:pt x="98589" y="31145"/>
                </a:lnTo>
                <a:lnTo>
                  <a:pt x="98816" y="30714"/>
                </a:lnTo>
                <a:lnTo>
                  <a:pt x="99056" y="30288"/>
                </a:lnTo>
                <a:lnTo>
                  <a:pt x="99308" y="29866"/>
                </a:lnTo>
                <a:lnTo>
                  <a:pt x="99572" y="29449"/>
                </a:lnTo>
                <a:lnTo>
                  <a:pt x="99848" y="29036"/>
                </a:lnTo>
                <a:lnTo>
                  <a:pt x="100137" y="28629"/>
                </a:lnTo>
                <a:lnTo>
                  <a:pt x="100442" y="28227"/>
                </a:lnTo>
                <a:lnTo>
                  <a:pt x="100757" y="27832"/>
                </a:lnTo>
                <a:lnTo>
                  <a:pt x="101081" y="27445"/>
                </a:lnTo>
                <a:lnTo>
                  <a:pt x="101415" y="27065"/>
                </a:lnTo>
                <a:lnTo>
                  <a:pt x="101759" y="26692"/>
                </a:lnTo>
                <a:lnTo>
                  <a:pt x="102112" y="26326"/>
                </a:lnTo>
                <a:lnTo>
                  <a:pt x="102475" y="25967"/>
                </a:lnTo>
                <a:lnTo>
                  <a:pt x="102848" y="25616"/>
                </a:lnTo>
                <a:lnTo>
                  <a:pt x="103230" y="25272"/>
                </a:lnTo>
                <a:lnTo>
                  <a:pt x="103622" y="24936"/>
                </a:lnTo>
                <a:lnTo>
                  <a:pt x="104023" y="24606"/>
                </a:lnTo>
                <a:lnTo>
                  <a:pt x="104435" y="24284"/>
                </a:lnTo>
                <a:lnTo>
                  <a:pt x="104855" y="23969"/>
                </a:lnTo>
                <a:lnTo>
                  <a:pt x="105286" y="23661"/>
                </a:lnTo>
                <a:lnTo>
                  <a:pt x="105726" y="23361"/>
                </a:lnTo>
                <a:lnTo>
                  <a:pt x="106176" y="23067"/>
                </a:lnTo>
                <a:lnTo>
                  <a:pt x="106636" y="22781"/>
                </a:lnTo>
                <a:lnTo>
                  <a:pt x="107105" y="22502"/>
                </a:lnTo>
                <a:lnTo>
                  <a:pt x="107584" y="22231"/>
                </a:lnTo>
                <a:lnTo>
                  <a:pt x="108072" y="21967"/>
                </a:lnTo>
                <a:lnTo>
                  <a:pt x="108570" y="21709"/>
                </a:lnTo>
                <a:lnTo>
                  <a:pt x="109078" y="21460"/>
                </a:lnTo>
                <a:lnTo>
                  <a:pt x="109595" y="21217"/>
                </a:lnTo>
                <a:lnTo>
                  <a:pt x="110122" y="20982"/>
                </a:lnTo>
                <a:lnTo>
                  <a:pt x="110663" y="20755"/>
                </a:lnTo>
                <a:lnTo>
                  <a:pt x="111212" y="20538"/>
                </a:lnTo>
                <a:lnTo>
                  <a:pt x="111768" y="20330"/>
                </a:lnTo>
                <a:lnTo>
                  <a:pt x="112331" y="20132"/>
                </a:lnTo>
                <a:lnTo>
                  <a:pt x="112902" y="19944"/>
                </a:lnTo>
                <a:lnTo>
                  <a:pt x="113480" y="19765"/>
                </a:lnTo>
                <a:lnTo>
                  <a:pt x="114065" y="19596"/>
                </a:lnTo>
                <a:lnTo>
                  <a:pt x="114659" y="19437"/>
                </a:lnTo>
                <a:lnTo>
                  <a:pt x="115259" y="19287"/>
                </a:lnTo>
                <a:lnTo>
                  <a:pt x="115867" y="19147"/>
                </a:lnTo>
                <a:lnTo>
                  <a:pt x="116483" y="19017"/>
                </a:lnTo>
                <a:lnTo>
                  <a:pt x="117106" y="18896"/>
                </a:lnTo>
                <a:lnTo>
                  <a:pt x="117736" y="18785"/>
                </a:lnTo>
                <a:lnTo>
                  <a:pt x="118374" y="18684"/>
                </a:lnTo>
                <a:lnTo>
                  <a:pt x="119020" y="18592"/>
                </a:lnTo>
                <a:lnTo>
                  <a:pt x="119672" y="18510"/>
                </a:lnTo>
                <a:lnTo>
                  <a:pt x="120333" y="18438"/>
                </a:lnTo>
                <a:lnTo>
                  <a:pt x="121000" y="18375"/>
                </a:lnTo>
                <a:lnTo>
                  <a:pt x="121676" y="18322"/>
                </a:lnTo>
                <a:lnTo>
                  <a:pt x="122358" y="18278"/>
                </a:lnTo>
                <a:lnTo>
                  <a:pt x="123048" y="18244"/>
                </a:lnTo>
                <a:lnTo>
                  <a:pt x="123746" y="18220"/>
                </a:lnTo>
                <a:lnTo>
                  <a:pt x="124451" y="18206"/>
                </a:lnTo>
                <a:lnTo>
                  <a:pt x="125164" y="18201"/>
                </a:lnTo>
                <a:lnTo>
                  <a:pt x="126137" y="18210"/>
                </a:lnTo>
                <a:lnTo>
                  <a:pt x="127097" y="18238"/>
                </a:lnTo>
                <a:lnTo>
                  <a:pt x="128045" y="18284"/>
                </a:lnTo>
                <a:lnTo>
                  <a:pt x="128980" y="18348"/>
                </a:lnTo>
                <a:lnTo>
                  <a:pt x="129902" y="18431"/>
                </a:lnTo>
                <a:lnTo>
                  <a:pt x="130812" y="18533"/>
                </a:lnTo>
                <a:lnTo>
                  <a:pt x="131709" y="18653"/>
                </a:lnTo>
                <a:lnTo>
                  <a:pt x="132593" y="18791"/>
                </a:lnTo>
                <a:lnTo>
                  <a:pt x="133464" y="18948"/>
                </a:lnTo>
                <a:lnTo>
                  <a:pt x="134323" y="19123"/>
                </a:lnTo>
                <a:lnTo>
                  <a:pt x="135169" y="19316"/>
                </a:lnTo>
                <a:lnTo>
                  <a:pt x="136002" y="19528"/>
                </a:lnTo>
                <a:lnTo>
                  <a:pt x="136822" y="19759"/>
                </a:lnTo>
                <a:lnTo>
                  <a:pt x="137630" y="20007"/>
                </a:lnTo>
                <a:lnTo>
                  <a:pt x="138425" y="20275"/>
                </a:lnTo>
                <a:lnTo>
                  <a:pt x="139208" y="20560"/>
                </a:lnTo>
                <a:lnTo>
                  <a:pt x="139977" y="20865"/>
                </a:lnTo>
                <a:lnTo>
                  <a:pt x="140734" y="21187"/>
                </a:lnTo>
                <a:lnTo>
                  <a:pt x="141478" y="21528"/>
                </a:lnTo>
                <a:lnTo>
                  <a:pt x="142209" y="21888"/>
                </a:lnTo>
                <a:lnTo>
                  <a:pt x="142928" y="22265"/>
                </a:lnTo>
                <a:lnTo>
                  <a:pt x="143634" y="22662"/>
                </a:lnTo>
                <a:lnTo>
                  <a:pt x="144327" y="23076"/>
                </a:lnTo>
                <a:lnTo>
                  <a:pt x="145008" y="23510"/>
                </a:lnTo>
                <a:lnTo>
                  <a:pt x="145670" y="23959"/>
                </a:lnTo>
                <a:lnTo>
                  <a:pt x="146308" y="24424"/>
                </a:lnTo>
                <a:lnTo>
                  <a:pt x="146921" y="24904"/>
                </a:lnTo>
                <a:lnTo>
                  <a:pt x="147511" y="25399"/>
                </a:lnTo>
                <a:lnTo>
                  <a:pt x="148077" y="25908"/>
                </a:lnTo>
                <a:lnTo>
                  <a:pt x="148618" y="26433"/>
                </a:lnTo>
                <a:lnTo>
                  <a:pt x="149135" y="26972"/>
                </a:lnTo>
                <a:lnTo>
                  <a:pt x="149628" y="27526"/>
                </a:lnTo>
                <a:lnTo>
                  <a:pt x="150097" y="28095"/>
                </a:lnTo>
                <a:lnTo>
                  <a:pt x="150542" y="28680"/>
                </a:lnTo>
                <a:lnTo>
                  <a:pt x="150963" y="29279"/>
                </a:lnTo>
                <a:lnTo>
                  <a:pt x="151359" y="29893"/>
                </a:lnTo>
                <a:lnTo>
                  <a:pt x="151731" y="30522"/>
                </a:lnTo>
                <a:lnTo>
                  <a:pt x="152080" y="31165"/>
                </a:lnTo>
                <a:lnTo>
                  <a:pt x="152404" y="31824"/>
                </a:lnTo>
                <a:lnTo>
                  <a:pt x="152704" y="32498"/>
                </a:lnTo>
                <a:lnTo>
                  <a:pt x="152980" y="33186"/>
                </a:lnTo>
                <a:lnTo>
                  <a:pt x="153231" y="33890"/>
                </a:lnTo>
                <a:lnTo>
                  <a:pt x="153459" y="34608"/>
                </a:lnTo>
                <a:lnTo>
                  <a:pt x="153662" y="35342"/>
                </a:lnTo>
                <a:lnTo>
                  <a:pt x="153842" y="36090"/>
                </a:lnTo>
                <a:lnTo>
                  <a:pt x="153997" y="36853"/>
                </a:lnTo>
                <a:lnTo>
                  <a:pt x="154128" y="37631"/>
                </a:lnTo>
                <a:lnTo>
                  <a:pt x="154235" y="38424"/>
                </a:lnTo>
                <a:lnTo>
                  <a:pt x="169402" y="38424"/>
                </a:lnTo>
                <a:lnTo>
                  <a:pt x="169366" y="37612"/>
                </a:lnTo>
                <a:lnTo>
                  <a:pt x="169312" y="36806"/>
                </a:lnTo>
                <a:lnTo>
                  <a:pt x="169238" y="36008"/>
                </a:lnTo>
                <a:lnTo>
                  <a:pt x="169146" y="35217"/>
                </a:lnTo>
                <a:lnTo>
                  <a:pt x="169035" y="34433"/>
                </a:lnTo>
                <a:lnTo>
                  <a:pt x="168904" y="33657"/>
                </a:lnTo>
                <a:close/>
                <a:moveTo>
                  <a:pt x="316109" y="71918"/>
                </a:moveTo>
                <a:lnTo>
                  <a:pt x="316158" y="71393"/>
                </a:lnTo>
                <a:lnTo>
                  <a:pt x="316219" y="70873"/>
                </a:lnTo>
                <a:lnTo>
                  <a:pt x="316290" y="70358"/>
                </a:lnTo>
                <a:lnTo>
                  <a:pt x="316372" y="69848"/>
                </a:lnTo>
                <a:lnTo>
                  <a:pt x="316466" y="69343"/>
                </a:lnTo>
                <a:lnTo>
                  <a:pt x="316570" y="68843"/>
                </a:lnTo>
                <a:lnTo>
                  <a:pt x="316685" y="68348"/>
                </a:lnTo>
                <a:lnTo>
                  <a:pt x="316811" y="67859"/>
                </a:lnTo>
                <a:lnTo>
                  <a:pt x="316948" y="67374"/>
                </a:lnTo>
                <a:lnTo>
                  <a:pt x="317097" y="66895"/>
                </a:lnTo>
                <a:lnTo>
                  <a:pt x="317256" y="66420"/>
                </a:lnTo>
                <a:lnTo>
                  <a:pt x="317426" y="65951"/>
                </a:lnTo>
                <a:lnTo>
                  <a:pt x="317607" y="65486"/>
                </a:lnTo>
                <a:lnTo>
                  <a:pt x="317799" y="65027"/>
                </a:lnTo>
                <a:lnTo>
                  <a:pt x="318002" y="64572"/>
                </a:lnTo>
                <a:lnTo>
                  <a:pt x="318216" y="64123"/>
                </a:lnTo>
                <a:lnTo>
                  <a:pt x="318441" y="63679"/>
                </a:lnTo>
                <a:lnTo>
                  <a:pt x="318677" y="63240"/>
                </a:lnTo>
                <a:lnTo>
                  <a:pt x="318923" y="62805"/>
                </a:lnTo>
                <a:lnTo>
                  <a:pt x="319181" y="62376"/>
                </a:lnTo>
                <a:lnTo>
                  <a:pt x="319454" y="61948"/>
                </a:lnTo>
                <a:lnTo>
                  <a:pt x="319734" y="61528"/>
                </a:lnTo>
                <a:lnTo>
                  <a:pt x="320023" y="61116"/>
                </a:lnTo>
                <a:lnTo>
                  <a:pt x="320319" y="60712"/>
                </a:lnTo>
                <a:lnTo>
                  <a:pt x="320623" y="60316"/>
                </a:lnTo>
                <a:lnTo>
                  <a:pt x="320935" y="59927"/>
                </a:lnTo>
                <a:lnTo>
                  <a:pt x="321255" y="59547"/>
                </a:lnTo>
                <a:lnTo>
                  <a:pt x="321583" y="59174"/>
                </a:lnTo>
                <a:lnTo>
                  <a:pt x="321918" y="58810"/>
                </a:lnTo>
                <a:lnTo>
                  <a:pt x="322262" y="58453"/>
                </a:lnTo>
                <a:lnTo>
                  <a:pt x="322614" y="58104"/>
                </a:lnTo>
                <a:lnTo>
                  <a:pt x="322973" y="57763"/>
                </a:lnTo>
                <a:lnTo>
                  <a:pt x="323340" y="57430"/>
                </a:lnTo>
                <a:lnTo>
                  <a:pt x="323716" y="57105"/>
                </a:lnTo>
                <a:lnTo>
                  <a:pt x="324099" y="56787"/>
                </a:lnTo>
                <a:lnTo>
                  <a:pt x="324490" y="56478"/>
                </a:lnTo>
                <a:lnTo>
                  <a:pt x="324889" y="56176"/>
                </a:lnTo>
                <a:lnTo>
                  <a:pt x="325296" y="55883"/>
                </a:lnTo>
                <a:lnTo>
                  <a:pt x="325710" y="55597"/>
                </a:lnTo>
                <a:lnTo>
                  <a:pt x="326133" y="55319"/>
                </a:lnTo>
                <a:lnTo>
                  <a:pt x="326564" y="55049"/>
                </a:lnTo>
                <a:lnTo>
                  <a:pt x="327002" y="54787"/>
                </a:lnTo>
                <a:lnTo>
                  <a:pt x="327448" y="54533"/>
                </a:lnTo>
                <a:lnTo>
                  <a:pt x="327903" y="54287"/>
                </a:lnTo>
                <a:lnTo>
                  <a:pt x="328369" y="54045"/>
                </a:lnTo>
                <a:lnTo>
                  <a:pt x="328840" y="53813"/>
                </a:lnTo>
                <a:lnTo>
                  <a:pt x="329317" y="53591"/>
                </a:lnTo>
                <a:lnTo>
                  <a:pt x="329798" y="53379"/>
                </a:lnTo>
                <a:lnTo>
                  <a:pt x="330286" y="53178"/>
                </a:lnTo>
                <a:lnTo>
                  <a:pt x="330778" y="52988"/>
                </a:lnTo>
                <a:lnTo>
                  <a:pt x="331276" y="52807"/>
                </a:lnTo>
                <a:lnTo>
                  <a:pt x="331779" y="52637"/>
                </a:lnTo>
                <a:lnTo>
                  <a:pt x="332287" y="52477"/>
                </a:lnTo>
                <a:lnTo>
                  <a:pt x="332800" y="52327"/>
                </a:lnTo>
                <a:lnTo>
                  <a:pt x="333319" y="52188"/>
                </a:lnTo>
                <a:lnTo>
                  <a:pt x="333843" y="52059"/>
                </a:lnTo>
                <a:lnTo>
                  <a:pt x="334372" y="51941"/>
                </a:lnTo>
                <a:lnTo>
                  <a:pt x="334907" y="51832"/>
                </a:lnTo>
                <a:lnTo>
                  <a:pt x="335447" y="51734"/>
                </a:lnTo>
                <a:lnTo>
                  <a:pt x="335992" y="51647"/>
                </a:lnTo>
                <a:lnTo>
                  <a:pt x="336542" y="51569"/>
                </a:lnTo>
                <a:lnTo>
                  <a:pt x="337098" y="51502"/>
                </a:lnTo>
                <a:lnTo>
                  <a:pt x="337659" y="51446"/>
                </a:lnTo>
                <a:lnTo>
                  <a:pt x="338225" y="51399"/>
                </a:lnTo>
                <a:lnTo>
                  <a:pt x="338796" y="51363"/>
                </a:lnTo>
                <a:lnTo>
                  <a:pt x="339373" y="51337"/>
                </a:lnTo>
                <a:lnTo>
                  <a:pt x="339955" y="51322"/>
                </a:lnTo>
                <a:lnTo>
                  <a:pt x="340542" y="51317"/>
                </a:lnTo>
                <a:lnTo>
                  <a:pt x="340789" y="51318"/>
                </a:lnTo>
                <a:lnTo>
                  <a:pt x="341035" y="51320"/>
                </a:lnTo>
                <a:lnTo>
                  <a:pt x="341280" y="51324"/>
                </a:lnTo>
                <a:lnTo>
                  <a:pt x="341523" y="51329"/>
                </a:lnTo>
                <a:lnTo>
                  <a:pt x="341766" y="51336"/>
                </a:lnTo>
                <a:lnTo>
                  <a:pt x="342008" y="51344"/>
                </a:lnTo>
                <a:lnTo>
                  <a:pt x="342248" y="51354"/>
                </a:lnTo>
                <a:lnTo>
                  <a:pt x="342487" y="51366"/>
                </a:lnTo>
                <a:lnTo>
                  <a:pt x="342725" y="51379"/>
                </a:lnTo>
                <a:lnTo>
                  <a:pt x="342963" y="51394"/>
                </a:lnTo>
                <a:lnTo>
                  <a:pt x="343199" y="51410"/>
                </a:lnTo>
                <a:lnTo>
                  <a:pt x="343433" y="51427"/>
                </a:lnTo>
                <a:lnTo>
                  <a:pt x="343667" y="51447"/>
                </a:lnTo>
                <a:lnTo>
                  <a:pt x="343900" y="51467"/>
                </a:lnTo>
                <a:lnTo>
                  <a:pt x="344132" y="51490"/>
                </a:lnTo>
                <a:lnTo>
                  <a:pt x="344362" y="51513"/>
                </a:lnTo>
                <a:lnTo>
                  <a:pt x="344592" y="51539"/>
                </a:lnTo>
                <a:lnTo>
                  <a:pt x="344820" y="51566"/>
                </a:lnTo>
                <a:lnTo>
                  <a:pt x="345047" y="51594"/>
                </a:lnTo>
                <a:lnTo>
                  <a:pt x="345273" y="51624"/>
                </a:lnTo>
                <a:lnTo>
                  <a:pt x="345498" y="51655"/>
                </a:lnTo>
                <a:lnTo>
                  <a:pt x="345722" y="51688"/>
                </a:lnTo>
                <a:lnTo>
                  <a:pt x="345945" y="51723"/>
                </a:lnTo>
                <a:lnTo>
                  <a:pt x="346167" y="51759"/>
                </a:lnTo>
                <a:lnTo>
                  <a:pt x="346390" y="51790"/>
                </a:lnTo>
                <a:lnTo>
                  <a:pt x="346606" y="51821"/>
                </a:lnTo>
                <a:lnTo>
                  <a:pt x="346816" y="51851"/>
                </a:lnTo>
                <a:lnTo>
                  <a:pt x="347018" y="51880"/>
                </a:lnTo>
                <a:lnTo>
                  <a:pt x="347214" y="51909"/>
                </a:lnTo>
                <a:lnTo>
                  <a:pt x="347403" y="51937"/>
                </a:lnTo>
                <a:lnTo>
                  <a:pt x="347585" y="51964"/>
                </a:lnTo>
                <a:lnTo>
                  <a:pt x="347761" y="51991"/>
                </a:lnTo>
                <a:lnTo>
                  <a:pt x="347929" y="52017"/>
                </a:lnTo>
                <a:lnTo>
                  <a:pt x="348091" y="52042"/>
                </a:lnTo>
                <a:lnTo>
                  <a:pt x="348246" y="52067"/>
                </a:lnTo>
                <a:lnTo>
                  <a:pt x="348394" y="52091"/>
                </a:lnTo>
                <a:lnTo>
                  <a:pt x="348536" y="52114"/>
                </a:lnTo>
                <a:lnTo>
                  <a:pt x="348671" y="52137"/>
                </a:lnTo>
                <a:lnTo>
                  <a:pt x="348798" y="52159"/>
                </a:lnTo>
                <a:lnTo>
                  <a:pt x="348919" y="52180"/>
                </a:lnTo>
                <a:lnTo>
                  <a:pt x="349034" y="52201"/>
                </a:lnTo>
                <a:lnTo>
                  <a:pt x="349141" y="52221"/>
                </a:lnTo>
                <a:lnTo>
                  <a:pt x="349242" y="52241"/>
                </a:lnTo>
                <a:lnTo>
                  <a:pt x="349335" y="52259"/>
                </a:lnTo>
                <a:lnTo>
                  <a:pt x="349422" y="52278"/>
                </a:lnTo>
                <a:lnTo>
                  <a:pt x="349503" y="52295"/>
                </a:lnTo>
                <a:lnTo>
                  <a:pt x="349576" y="52312"/>
                </a:lnTo>
                <a:lnTo>
                  <a:pt x="349643" y="52328"/>
                </a:lnTo>
                <a:lnTo>
                  <a:pt x="349643" y="37160"/>
                </a:lnTo>
                <a:lnTo>
                  <a:pt x="349535" y="37150"/>
                </a:lnTo>
                <a:lnTo>
                  <a:pt x="349424" y="37140"/>
                </a:lnTo>
                <a:lnTo>
                  <a:pt x="349308" y="37130"/>
                </a:lnTo>
                <a:lnTo>
                  <a:pt x="349188" y="37120"/>
                </a:lnTo>
                <a:lnTo>
                  <a:pt x="349064" y="37110"/>
                </a:lnTo>
                <a:lnTo>
                  <a:pt x="348936" y="37101"/>
                </a:lnTo>
                <a:lnTo>
                  <a:pt x="348803" y="37092"/>
                </a:lnTo>
                <a:lnTo>
                  <a:pt x="348667" y="37083"/>
                </a:lnTo>
                <a:lnTo>
                  <a:pt x="348526" y="37074"/>
                </a:lnTo>
                <a:lnTo>
                  <a:pt x="348381" y="37066"/>
                </a:lnTo>
                <a:lnTo>
                  <a:pt x="348232" y="37058"/>
                </a:lnTo>
                <a:lnTo>
                  <a:pt x="348078" y="37050"/>
                </a:lnTo>
                <a:lnTo>
                  <a:pt x="347921" y="37042"/>
                </a:lnTo>
                <a:lnTo>
                  <a:pt x="347759" y="37034"/>
                </a:lnTo>
                <a:lnTo>
                  <a:pt x="347594" y="37027"/>
                </a:lnTo>
                <a:lnTo>
                  <a:pt x="347424" y="37020"/>
                </a:lnTo>
                <a:lnTo>
                  <a:pt x="347250" y="37013"/>
                </a:lnTo>
                <a:lnTo>
                  <a:pt x="347071" y="37006"/>
                </a:lnTo>
                <a:lnTo>
                  <a:pt x="346889" y="37000"/>
                </a:lnTo>
                <a:lnTo>
                  <a:pt x="346702" y="36994"/>
                </a:lnTo>
                <a:lnTo>
                  <a:pt x="346511" y="36988"/>
                </a:lnTo>
                <a:lnTo>
                  <a:pt x="346316" y="36982"/>
                </a:lnTo>
                <a:lnTo>
                  <a:pt x="346117" y="36976"/>
                </a:lnTo>
                <a:lnTo>
                  <a:pt x="345914" y="36971"/>
                </a:lnTo>
                <a:lnTo>
                  <a:pt x="345710" y="36966"/>
                </a:lnTo>
                <a:lnTo>
                  <a:pt x="345509" y="36961"/>
                </a:lnTo>
                <a:lnTo>
                  <a:pt x="345311" y="36956"/>
                </a:lnTo>
                <a:lnTo>
                  <a:pt x="345115" y="36951"/>
                </a:lnTo>
                <a:lnTo>
                  <a:pt x="344923" y="36947"/>
                </a:lnTo>
                <a:lnTo>
                  <a:pt x="344733" y="36943"/>
                </a:lnTo>
                <a:lnTo>
                  <a:pt x="344546" y="36939"/>
                </a:lnTo>
                <a:lnTo>
                  <a:pt x="344362" y="36936"/>
                </a:lnTo>
                <a:lnTo>
                  <a:pt x="344181" y="36932"/>
                </a:lnTo>
                <a:lnTo>
                  <a:pt x="344003" y="36929"/>
                </a:lnTo>
                <a:lnTo>
                  <a:pt x="343827" y="36926"/>
                </a:lnTo>
                <a:lnTo>
                  <a:pt x="343655" y="36923"/>
                </a:lnTo>
                <a:lnTo>
                  <a:pt x="343485" y="36921"/>
                </a:lnTo>
                <a:lnTo>
                  <a:pt x="343318" y="36919"/>
                </a:lnTo>
                <a:lnTo>
                  <a:pt x="343154" y="36916"/>
                </a:lnTo>
                <a:lnTo>
                  <a:pt x="342993" y="36915"/>
                </a:lnTo>
                <a:lnTo>
                  <a:pt x="342834" y="36913"/>
                </a:lnTo>
                <a:lnTo>
                  <a:pt x="342679" y="36912"/>
                </a:lnTo>
                <a:lnTo>
                  <a:pt x="342526" y="36910"/>
                </a:lnTo>
                <a:lnTo>
                  <a:pt x="342377" y="36909"/>
                </a:lnTo>
                <a:lnTo>
                  <a:pt x="342230" y="36909"/>
                </a:lnTo>
                <a:lnTo>
                  <a:pt x="342086" y="36908"/>
                </a:lnTo>
                <a:lnTo>
                  <a:pt x="341944" y="36908"/>
                </a:lnTo>
                <a:lnTo>
                  <a:pt x="341806" y="36908"/>
                </a:lnTo>
                <a:lnTo>
                  <a:pt x="341082" y="36915"/>
                </a:lnTo>
                <a:lnTo>
                  <a:pt x="340365" y="36939"/>
                </a:lnTo>
                <a:lnTo>
                  <a:pt x="339653" y="36978"/>
                </a:lnTo>
                <a:lnTo>
                  <a:pt x="338948" y="37032"/>
                </a:lnTo>
                <a:lnTo>
                  <a:pt x="338249" y="37102"/>
                </a:lnTo>
                <a:lnTo>
                  <a:pt x="337556" y="37188"/>
                </a:lnTo>
                <a:lnTo>
                  <a:pt x="336869" y="37289"/>
                </a:lnTo>
                <a:lnTo>
                  <a:pt x="336189" y="37406"/>
                </a:lnTo>
                <a:lnTo>
                  <a:pt x="335514" y="37539"/>
                </a:lnTo>
                <a:lnTo>
                  <a:pt x="334846" y="37687"/>
                </a:lnTo>
                <a:lnTo>
                  <a:pt x="334183" y="37850"/>
                </a:lnTo>
                <a:lnTo>
                  <a:pt x="333527" y="38029"/>
                </a:lnTo>
                <a:lnTo>
                  <a:pt x="332877" y="38224"/>
                </a:lnTo>
                <a:lnTo>
                  <a:pt x="332233" y="38434"/>
                </a:lnTo>
                <a:lnTo>
                  <a:pt x="331596" y="38660"/>
                </a:lnTo>
                <a:lnTo>
                  <a:pt x="330964" y="38902"/>
                </a:lnTo>
                <a:lnTo>
                  <a:pt x="330339" y="39159"/>
                </a:lnTo>
                <a:lnTo>
                  <a:pt x="329719" y="39432"/>
                </a:lnTo>
                <a:lnTo>
                  <a:pt x="329106" y="39720"/>
                </a:lnTo>
                <a:lnTo>
                  <a:pt x="328499" y="40024"/>
                </a:lnTo>
                <a:lnTo>
                  <a:pt x="327899" y="40343"/>
                </a:lnTo>
                <a:lnTo>
                  <a:pt x="327304" y="40678"/>
                </a:lnTo>
                <a:lnTo>
                  <a:pt x="326715" y="41029"/>
                </a:lnTo>
                <a:lnTo>
                  <a:pt x="326133" y="41395"/>
                </a:lnTo>
                <a:lnTo>
                  <a:pt x="325561" y="41773"/>
                </a:lnTo>
                <a:lnTo>
                  <a:pt x="325004" y="42161"/>
                </a:lnTo>
                <a:lnTo>
                  <a:pt x="324462" y="42559"/>
                </a:lnTo>
                <a:lnTo>
                  <a:pt x="323935" y="42966"/>
                </a:lnTo>
                <a:lnTo>
                  <a:pt x="323423" y="43382"/>
                </a:lnTo>
                <a:lnTo>
                  <a:pt x="322926" y="43808"/>
                </a:lnTo>
                <a:lnTo>
                  <a:pt x="322443" y="44243"/>
                </a:lnTo>
                <a:lnTo>
                  <a:pt x="321976" y="44688"/>
                </a:lnTo>
                <a:lnTo>
                  <a:pt x="321524" y="45142"/>
                </a:lnTo>
                <a:lnTo>
                  <a:pt x="321086" y="45606"/>
                </a:lnTo>
                <a:lnTo>
                  <a:pt x="320663" y="46079"/>
                </a:lnTo>
                <a:lnTo>
                  <a:pt x="320256" y="46561"/>
                </a:lnTo>
                <a:lnTo>
                  <a:pt x="319863" y="47053"/>
                </a:lnTo>
                <a:lnTo>
                  <a:pt x="319485" y="47554"/>
                </a:lnTo>
                <a:lnTo>
                  <a:pt x="319122" y="48065"/>
                </a:lnTo>
                <a:lnTo>
                  <a:pt x="318774" y="48585"/>
                </a:lnTo>
                <a:lnTo>
                  <a:pt x="318441" y="49115"/>
                </a:lnTo>
                <a:lnTo>
                  <a:pt x="318123" y="49654"/>
                </a:lnTo>
                <a:lnTo>
                  <a:pt x="317819" y="50202"/>
                </a:lnTo>
                <a:lnTo>
                  <a:pt x="317531" y="50760"/>
                </a:lnTo>
                <a:lnTo>
                  <a:pt x="317258" y="51328"/>
                </a:lnTo>
                <a:lnTo>
                  <a:pt x="316999" y="51904"/>
                </a:lnTo>
                <a:lnTo>
                  <a:pt x="316756" y="52491"/>
                </a:lnTo>
                <a:lnTo>
                  <a:pt x="316527" y="53086"/>
                </a:lnTo>
                <a:lnTo>
                  <a:pt x="315516" y="53086"/>
                </a:lnTo>
                <a:lnTo>
                  <a:pt x="315516" y="38424"/>
                </a:lnTo>
                <a:lnTo>
                  <a:pt x="301107" y="38424"/>
                </a:lnTo>
                <a:lnTo>
                  <a:pt x="301107" y="135496"/>
                </a:lnTo>
                <a:lnTo>
                  <a:pt x="316021" y="135496"/>
                </a:lnTo>
                <a:lnTo>
                  <a:pt x="316021" y="74068"/>
                </a:lnTo>
                <a:lnTo>
                  <a:pt x="316027" y="73523"/>
                </a:lnTo>
                <a:lnTo>
                  <a:pt x="316043" y="72983"/>
                </a:lnTo>
                <a:lnTo>
                  <a:pt x="316071" y="72448"/>
                </a:lnTo>
                <a:lnTo>
                  <a:pt x="316109" y="71918"/>
                </a:lnTo>
                <a:close/>
                <a:moveTo>
                  <a:pt x="1010591" y="71918"/>
                </a:moveTo>
                <a:lnTo>
                  <a:pt x="1010641" y="71393"/>
                </a:lnTo>
                <a:lnTo>
                  <a:pt x="1010701" y="70873"/>
                </a:lnTo>
                <a:lnTo>
                  <a:pt x="1010772" y="70358"/>
                </a:lnTo>
                <a:lnTo>
                  <a:pt x="1010855" y="69848"/>
                </a:lnTo>
                <a:lnTo>
                  <a:pt x="1010948" y="69343"/>
                </a:lnTo>
                <a:lnTo>
                  <a:pt x="1011052" y="68843"/>
                </a:lnTo>
                <a:lnTo>
                  <a:pt x="1011167" y="68348"/>
                </a:lnTo>
                <a:lnTo>
                  <a:pt x="1011294" y="67859"/>
                </a:lnTo>
                <a:lnTo>
                  <a:pt x="1011431" y="67374"/>
                </a:lnTo>
                <a:lnTo>
                  <a:pt x="1011579" y="66895"/>
                </a:lnTo>
                <a:lnTo>
                  <a:pt x="1011738" y="66420"/>
                </a:lnTo>
                <a:lnTo>
                  <a:pt x="1011908" y="65951"/>
                </a:lnTo>
                <a:lnTo>
                  <a:pt x="1012089" y="65486"/>
                </a:lnTo>
                <a:lnTo>
                  <a:pt x="1012281" y="65027"/>
                </a:lnTo>
                <a:lnTo>
                  <a:pt x="1012484" y="64572"/>
                </a:lnTo>
                <a:lnTo>
                  <a:pt x="1012698" y="64123"/>
                </a:lnTo>
                <a:lnTo>
                  <a:pt x="1012923" y="63679"/>
                </a:lnTo>
                <a:lnTo>
                  <a:pt x="1013159" y="63240"/>
                </a:lnTo>
                <a:lnTo>
                  <a:pt x="1013406" y="62805"/>
                </a:lnTo>
                <a:lnTo>
                  <a:pt x="1013663" y="62376"/>
                </a:lnTo>
                <a:lnTo>
                  <a:pt x="1013936" y="61948"/>
                </a:lnTo>
                <a:lnTo>
                  <a:pt x="1014216" y="61528"/>
                </a:lnTo>
                <a:lnTo>
                  <a:pt x="1014505" y="61116"/>
                </a:lnTo>
                <a:lnTo>
                  <a:pt x="1014801" y="60712"/>
                </a:lnTo>
                <a:lnTo>
                  <a:pt x="1015105" y="60316"/>
                </a:lnTo>
                <a:lnTo>
                  <a:pt x="1015417" y="59927"/>
                </a:lnTo>
                <a:lnTo>
                  <a:pt x="1015737" y="59547"/>
                </a:lnTo>
                <a:lnTo>
                  <a:pt x="1016065" y="59174"/>
                </a:lnTo>
                <a:lnTo>
                  <a:pt x="1016401" y="58810"/>
                </a:lnTo>
                <a:lnTo>
                  <a:pt x="1016744" y="58453"/>
                </a:lnTo>
                <a:lnTo>
                  <a:pt x="1017096" y="58104"/>
                </a:lnTo>
                <a:lnTo>
                  <a:pt x="1017455" y="57763"/>
                </a:lnTo>
                <a:lnTo>
                  <a:pt x="1017823" y="57430"/>
                </a:lnTo>
                <a:lnTo>
                  <a:pt x="1018198" y="57105"/>
                </a:lnTo>
                <a:lnTo>
                  <a:pt x="1018581" y="56787"/>
                </a:lnTo>
                <a:lnTo>
                  <a:pt x="1018972" y="56478"/>
                </a:lnTo>
                <a:lnTo>
                  <a:pt x="1019371" y="56176"/>
                </a:lnTo>
                <a:lnTo>
                  <a:pt x="1019778" y="55883"/>
                </a:lnTo>
                <a:lnTo>
                  <a:pt x="1020193" y="55597"/>
                </a:lnTo>
                <a:lnTo>
                  <a:pt x="1020615" y="55319"/>
                </a:lnTo>
                <a:lnTo>
                  <a:pt x="1021046" y="55049"/>
                </a:lnTo>
                <a:lnTo>
                  <a:pt x="1021484" y="54787"/>
                </a:lnTo>
                <a:lnTo>
                  <a:pt x="1021931" y="54533"/>
                </a:lnTo>
                <a:lnTo>
                  <a:pt x="1022385" y="54287"/>
                </a:lnTo>
                <a:lnTo>
                  <a:pt x="1022851" y="54045"/>
                </a:lnTo>
                <a:lnTo>
                  <a:pt x="1023322" y="53813"/>
                </a:lnTo>
                <a:lnTo>
                  <a:pt x="1023799" y="53591"/>
                </a:lnTo>
                <a:lnTo>
                  <a:pt x="1024281" y="53379"/>
                </a:lnTo>
                <a:lnTo>
                  <a:pt x="1024768" y="53178"/>
                </a:lnTo>
                <a:lnTo>
                  <a:pt x="1025260" y="52988"/>
                </a:lnTo>
                <a:lnTo>
                  <a:pt x="1025758" y="52807"/>
                </a:lnTo>
                <a:lnTo>
                  <a:pt x="1026261" y="52637"/>
                </a:lnTo>
                <a:lnTo>
                  <a:pt x="1026769" y="52477"/>
                </a:lnTo>
                <a:lnTo>
                  <a:pt x="1027283" y="52327"/>
                </a:lnTo>
                <a:lnTo>
                  <a:pt x="1027801" y="52188"/>
                </a:lnTo>
                <a:lnTo>
                  <a:pt x="1028325" y="52059"/>
                </a:lnTo>
                <a:lnTo>
                  <a:pt x="1028855" y="51941"/>
                </a:lnTo>
                <a:lnTo>
                  <a:pt x="1029389" y="51832"/>
                </a:lnTo>
                <a:lnTo>
                  <a:pt x="1029929" y="51734"/>
                </a:lnTo>
                <a:lnTo>
                  <a:pt x="1030474" y="51647"/>
                </a:lnTo>
                <a:lnTo>
                  <a:pt x="1031024" y="51569"/>
                </a:lnTo>
                <a:lnTo>
                  <a:pt x="1031580" y="51502"/>
                </a:lnTo>
                <a:lnTo>
                  <a:pt x="1032141" y="51446"/>
                </a:lnTo>
                <a:lnTo>
                  <a:pt x="1032707" y="51399"/>
                </a:lnTo>
                <a:lnTo>
                  <a:pt x="1033279" y="51363"/>
                </a:lnTo>
                <a:lnTo>
                  <a:pt x="1033855" y="51337"/>
                </a:lnTo>
                <a:lnTo>
                  <a:pt x="1034437" y="51322"/>
                </a:lnTo>
                <a:lnTo>
                  <a:pt x="1035024" y="51317"/>
                </a:lnTo>
                <a:lnTo>
                  <a:pt x="1035271" y="51318"/>
                </a:lnTo>
                <a:lnTo>
                  <a:pt x="1035517" y="51320"/>
                </a:lnTo>
                <a:lnTo>
                  <a:pt x="1035762" y="51324"/>
                </a:lnTo>
                <a:lnTo>
                  <a:pt x="1036006" y="51329"/>
                </a:lnTo>
                <a:lnTo>
                  <a:pt x="1036248" y="51336"/>
                </a:lnTo>
                <a:lnTo>
                  <a:pt x="1036490" y="51344"/>
                </a:lnTo>
                <a:lnTo>
                  <a:pt x="1036730" y="51354"/>
                </a:lnTo>
                <a:lnTo>
                  <a:pt x="1036969" y="51366"/>
                </a:lnTo>
                <a:lnTo>
                  <a:pt x="1037208" y="51379"/>
                </a:lnTo>
                <a:lnTo>
                  <a:pt x="1037445" y="51394"/>
                </a:lnTo>
                <a:lnTo>
                  <a:pt x="1037681" y="51410"/>
                </a:lnTo>
                <a:lnTo>
                  <a:pt x="1037916" y="51427"/>
                </a:lnTo>
                <a:lnTo>
                  <a:pt x="1038149" y="51447"/>
                </a:lnTo>
                <a:lnTo>
                  <a:pt x="1038382" y="51467"/>
                </a:lnTo>
                <a:lnTo>
                  <a:pt x="1038614" y="51490"/>
                </a:lnTo>
                <a:lnTo>
                  <a:pt x="1038844" y="51513"/>
                </a:lnTo>
                <a:lnTo>
                  <a:pt x="1039074" y="51539"/>
                </a:lnTo>
                <a:lnTo>
                  <a:pt x="1039302" y="51566"/>
                </a:lnTo>
                <a:lnTo>
                  <a:pt x="1039529" y="51594"/>
                </a:lnTo>
                <a:lnTo>
                  <a:pt x="1039755" y="51624"/>
                </a:lnTo>
                <a:lnTo>
                  <a:pt x="1039980" y="51655"/>
                </a:lnTo>
                <a:lnTo>
                  <a:pt x="1040204" y="51688"/>
                </a:lnTo>
                <a:lnTo>
                  <a:pt x="1040427" y="51723"/>
                </a:lnTo>
                <a:lnTo>
                  <a:pt x="1040649" y="51759"/>
                </a:lnTo>
                <a:lnTo>
                  <a:pt x="1040872" y="51790"/>
                </a:lnTo>
                <a:lnTo>
                  <a:pt x="1041088" y="51821"/>
                </a:lnTo>
                <a:lnTo>
                  <a:pt x="1041298" y="51851"/>
                </a:lnTo>
                <a:lnTo>
                  <a:pt x="1041500" y="51880"/>
                </a:lnTo>
                <a:lnTo>
                  <a:pt x="1041696" y="51909"/>
                </a:lnTo>
                <a:lnTo>
                  <a:pt x="1041885" y="51937"/>
                </a:lnTo>
                <a:lnTo>
                  <a:pt x="1042068" y="51964"/>
                </a:lnTo>
                <a:lnTo>
                  <a:pt x="1042243" y="51991"/>
                </a:lnTo>
                <a:lnTo>
                  <a:pt x="1042412" y="52017"/>
                </a:lnTo>
                <a:lnTo>
                  <a:pt x="1042573" y="52042"/>
                </a:lnTo>
                <a:lnTo>
                  <a:pt x="1042729" y="52067"/>
                </a:lnTo>
                <a:lnTo>
                  <a:pt x="1042877" y="52091"/>
                </a:lnTo>
                <a:lnTo>
                  <a:pt x="1043018" y="52114"/>
                </a:lnTo>
                <a:lnTo>
                  <a:pt x="1043153" y="52137"/>
                </a:lnTo>
                <a:lnTo>
                  <a:pt x="1043281" y="52159"/>
                </a:lnTo>
                <a:lnTo>
                  <a:pt x="1043402" y="52180"/>
                </a:lnTo>
                <a:lnTo>
                  <a:pt x="1043516" y="52201"/>
                </a:lnTo>
                <a:lnTo>
                  <a:pt x="1043623" y="52221"/>
                </a:lnTo>
                <a:lnTo>
                  <a:pt x="1043724" y="52241"/>
                </a:lnTo>
                <a:lnTo>
                  <a:pt x="1043818" y="52259"/>
                </a:lnTo>
                <a:lnTo>
                  <a:pt x="1043905" y="52278"/>
                </a:lnTo>
                <a:lnTo>
                  <a:pt x="1043985" y="52295"/>
                </a:lnTo>
                <a:lnTo>
                  <a:pt x="1044058" y="52312"/>
                </a:lnTo>
                <a:lnTo>
                  <a:pt x="1044125" y="52328"/>
                </a:lnTo>
                <a:lnTo>
                  <a:pt x="1044125" y="37160"/>
                </a:lnTo>
                <a:lnTo>
                  <a:pt x="1044017" y="37150"/>
                </a:lnTo>
                <a:lnTo>
                  <a:pt x="1043906" y="37140"/>
                </a:lnTo>
                <a:lnTo>
                  <a:pt x="1043790" y="37130"/>
                </a:lnTo>
                <a:lnTo>
                  <a:pt x="1043670" y="37120"/>
                </a:lnTo>
                <a:lnTo>
                  <a:pt x="1043546" y="37110"/>
                </a:lnTo>
                <a:lnTo>
                  <a:pt x="1043418" y="37101"/>
                </a:lnTo>
                <a:lnTo>
                  <a:pt x="1043285" y="37092"/>
                </a:lnTo>
                <a:lnTo>
                  <a:pt x="1043149" y="37083"/>
                </a:lnTo>
                <a:lnTo>
                  <a:pt x="1043008" y="37074"/>
                </a:lnTo>
                <a:lnTo>
                  <a:pt x="1042863" y="37066"/>
                </a:lnTo>
                <a:lnTo>
                  <a:pt x="1042714" y="37058"/>
                </a:lnTo>
                <a:lnTo>
                  <a:pt x="1042561" y="37050"/>
                </a:lnTo>
                <a:lnTo>
                  <a:pt x="1042403" y="37042"/>
                </a:lnTo>
                <a:lnTo>
                  <a:pt x="1042242" y="37034"/>
                </a:lnTo>
                <a:lnTo>
                  <a:pt x="1042076" y="37027"/>
                </a:lnTo>
                <a:lnTo>
                  <a:pt x="1041906" y="37020"/>
                </a:lnTo>
                <a:lnTo>
                  <a:pt x="1041732" y="37013"/>
                </a:lnTo>
                <a:lnTo>
                  <a:pt x="1041553" y="37006"/>
                </a:lnTo>
                <a:lnTo>
                  <a:pt x="1041371" y="37000"/>
                </a:lnTo>
                <a:lnTo>
                  <a:pt x="1041184" y="36994"/>
                </a:lnTo>
                <a:lnTo>
                  <a:pt x="1040994" y="36988"/>
                </a:lnTo>
                <a:lnTo>
                  <a:pt x="1040799" y="36982"/>
                </a:lnTo>
                <a:lnTo>
                  <a:pt x="1040600" y="36976"/>
                </a:lnTo>
                <a:lnTo>
                  <a:pt x="1040396" y="36971"/>
                </a:lnTo>
                <a:lnTo>
                  <a:pt x="1040192" y="36966"/>
                </a:lnTo>
                <a:lnTo>
                  <a:pt x="1039991" y="36961"/>
                </a:lnTo>
                <a:lnTo>
                  <a:pt x="1039793" y="36956"/>
                </a:lnTo>
                <a:lnTo>
                  <a:pt x="1039597" y="36951"/>
                </a:lnTo>
                <a:lnTo>
                  <a:pt x="1039405" y="36947"/>
                </a:lnTo>
                <a:lnTo>
                  <a:pt x="1039215" y="36943"/>
                </a:lnTo>
                <a:lnTo>
                  <a:pt x="1039028" y="36939"/>
                </a:lnTo>
                <a:lnTo>
                  <a:pt x="1038844" y="36936"/>
                </a:lnTo>
                <a:lnTo>
                  <a:pt x="1038663" y="36932"/>
                </a:lnTo>
                <a:lnTo>
                  <a:pt x="1038485" y="36929"/>
                </a:lnTo>
                <a:lnTo>
                  <a:pt x="1038309" y="36926"/>
                </a:lnTo>
                <a:lnTo>
                  <a:pt x="1038137" y="36923"/>
                </a:lnTo>
                <a:lnTo>
                  <a:pt x="1037967" y="36921"/>
                </a:lnTo>
                <a:lnTo>
                  <a:pt x="1037800" y="36919"/>
                </a:lnTo>
                <a:lnTo>
                  <a:pt x="1037636" y="36916"/>
                </a:lnTo>
                <a:lnTo>
                  <a:pt x="1037475" y="36915"/>
                </a:lnTo>
                <a:lnTo>
                  <a:pt x="1037317" y="36913"/>
                </a:lnTo>
                <a:lnTo>
                  <a:pt x="1037161" y="36912"/>
                </a:lnTo>
                <a:lnTo>
                  <a:pt x="1037009" y="36910"/>
                </a:lnTo>
                <a:lnTo>
                  <a:pt x="1036859" y="36909"/>
                </a:lnTo>
                <a:lnTo>
                  <a:pt x="1036712" y="36909"/>
                </a:lnTo>
                <a:lnTo>
                  <a:pt x="1036568" y="36908"/>
                </a:lnTo>
                <a:lnTo>
                  <a:pt x="1036427" y="36908"/>
                </a:lnTo>
                <a:lnTo>
                  <a:pt x="1036288" y="36908"/>
                </a:lnTo>
                <a:lnTo>
                  <a:pt x="1035565" y="36915"/>
                </a:lnTo>
                <a:lnTo>
                  <a:pt x="1034847" y="36939"/>
                </a:lnTo>
                <a:lnTo>
                  <a:pt x="1034136" y="36978"/>
                </a:lnTo>
                <a:lnTo>
                  <a:pt x="1033430" y="37032"/>
                </a:lnTo>
                <a:lnTo>
                  <a:pt x="1032731" y="37102"/>
                </a:lnTo>
                <a:lnTo>
                  <a:pt x="1032038" y="37188"/>
                </a:lnTo>
                <a:lnTo>
                  <a:pt x="1031351" y="37289"/>
                </a:lnTo>
                <a:lnTo>
                  <a:pt x="1030671" y="37406"/>
                </a:lnTo>
                <a:lnTo>
                  <a:pt x="1029996" y="37539"/>
                </a:lnTo>
                <a:lnTo>
                  <a:pt x="1029328" y="37687"/>
                </a:lnTo>
                <a:lnTo>
                  <a:pt x="1028666" y="37850"/>
                </a:lnTo>
                <a:lnTo>
                  <a:pt x="1028009" y="38029"/>
                </a:lnTo>
                <a:lnTo>
                  <a:pt x="1027359" y="38224"/>
                </a:lnTo>
                <a:lnTo>
                  <a:pt x="1026716" y="38434"/>
                </a:lnTo>
                <a:lnTo>
                  <a:pt x="1026078" y="38660"/>
                </a:lnTo>
                <a:lnTo>
                  <a:pt x="1025446" y="38902"/>
                </a:lnTo>
                <a:lnTo>
                  <a:pt x="1024821" y="39159"/>
                </a:lnTo>
                <a:lnTo>
                  <a:pt x="1024202" y="39432"/>
                </a:lnTo>
                <a:lnTo>
                  <a:pt x="1023589" y="39720"/>
                </a:lnTo>
                <a:lnTo>
                  <a:pt x="1022982" y="40024"/>
                </a:lnTo>
                <a:lnTo>
                  <a:pt x="1022381" y="40343"/>
                </a:lnTo>
                <a:lnTo>
                  <a:pt x="1021786" y="40678"/>
                </a:lnTo>
                <a:lnTo>
                  <a:pt x="1021198" y="41029"/>
                </a:lnTo>
                <a:lnTo>
                  <a:pt x="1020615" y="41395"/>
                </a:lnTo>
                <a:lnTo>
                  <a:pt x="1020043" y="41773"/>
                </a:lnTo>
                <a:lnTo>
                  <a:pt x="1019486" y="42161"/>
                </a:lnTo>
                <a:lnTo>
                  <a:pt x="1018944" y="42559"/>
                </a:lnTo>
                <a:lnTo>
                  <a:pt x="1018417" y="42966"/>
                </a:lnTo>
                <a:lnTo>
                  <a:pt x="1017905" y="43382"/>
                </a:lnTo>
                <a:lnTo>
                  <a:pt x="1017408" y="43808"/>
                </a:lnTo>
                <a:lnTo>
                  <a:pt x="1016926" y="44243"/>
                </a:lnTo>
                <a:lnTo>
                  <a:pt x="1016458" y="44688"/>
                </a:lnTo>
                <a:lnTo>
                  <a:pt x="1016006" y="45142"/>
                </a:lnTo>
                <a:lnTo>
                  <a:pt x="1015568" y="45606"/>
                </a:lnTo>
                <a:lnTo>
                  <a:pt x="1015146" y="46079"/>
                </a:lnTo>
                <a:lnTo>
                  <a:pt x="1014738" y="46561"/>
                </a:lnTo>
                <a:lnTo>
                  <a:pt x="1014345" y="47053"/>
                </a:lnTo>
                <a:lnTo>
                  <a:pt x="1013967" y="47554"/>
                </a:lnTo>
                <a:lnTo>
                  <a:pt x="1013604" y="48065"/>
                </a:lnTo>
                <a:lnTo>
                  <a:pt x="1013256" y="48585"/>
                </a:lnTo>
                <a:lnTo>
                  <a:pt x="1012923" y="49115"/>
                </a:lnTo>
                <a:lnTo>
                  <a:pt x="1012605" y="49654"/>
                </a:lnTo>
                <a:lnTo>
                  <a:pt x="1012302" y="50202"/>
                </a:lnTo>
                <a:lnTo>
                  <a:pt x="1012013" y="50760"/>
                </a:lnTo>
                <a:lnTo>
                  <a:pt x="1011740" y="51328"/>
                </a:lnTo>
                <a:lnTo>
                  <a:pt x="1011481" y="51904"/>
                </a:lnTo>
                <a:lnTo>
                  <a:pt x="1011238" y="52491"/>
                </a:lnTo>
                <a:lnTo>
                  <a:pt x="1011009" y="53086"/>
                </a:lnTo>
                <a:lnTo>
                  <a:pt x="1009998" y="53086"/>
                </a:lnTo>
                <a:lnTo>
                  <a:pt x="1009998" y="38424"/>
                </a:lnTo>
                <a:lnTo>
                  <a:pt x="995589" y="38424"/>
                </a:lnTo>
                <a:lnTo>
                  <a:pt x="995589" y="135496"/>
                </a:lnTo>
                <a:lnTo>
                  <a:pt x="1010504" y="135496"/>
                </a:lnTo>
                <a:lnTo>
                  <a:pt x="1010504" y="74068"/>
                </a:lnTo>
                <a:lnTo>
                  <a:pt x="1010509" y="73523"/>
                </a:lnTo>
                <a:lnTo>
                  <a:pt x="1010526" y="72983"/>
                </a:lnTo>
                <a:lnTo>
                  <a:pt x="1010553" y="72448"/>
                </a:lnTo>
                <a:lnTo>
                  <a:pt x="1010591" y="71918"/>
                </a:lnTo>
                <a:close/>
                <a:moveTo>
                  <a:pt x="944425" y="71393"/>
                </a:moveTo>
                <a:lnTo>
                  <a:pt x="944485" y="70873"/>
                </a:lnTo>
                <a:lnTo>
                  <a:pt x="944557" y="70358"/>
                </a:lnTo>
                <a:lnTo>
                  <a:pt x="944639" y="69848"/>
                </a:lnTo>
                <a:lnTo>
                  <a:pt x="944732" y="69343"/>
                </a:lnTo>
                <a:lnTo>
                  <a:pt x="944837" y="68843"/>
                </a:lnTo>
                <a:lnTo>
                  <a:pt x="944952" y="68348"/>
                </a:lnTo>
                <a:lnTo>
                  <a:pt x="945078" y="67859"/>
                </a:lnTo>
                <a:lnTo>
                  <a:pt x="945215" y="67374"/>
                </a:lnTo>
                <a:lnTo>
                  <a:pt x="945363" y="66895"/>
                </a:lnTo>
                <a:lnTo>
                  <a:pt x="945522" y="66420"/>
                </a:lnTo>
                <a:lnTo>
                  <a:pt x="945692" y="65951"/>
                </a:lnTo>
                <a:lnTo>
                  <a:pt x="945873" y="65486"/>
                </a:lnTo>
                <a:lnTo>
                  <a:pt x="946065" y="65027"/>
                </a:lnTo>
                <a:lnTo>
                  <a:pt x="946268" y="64572"/>
                </a:lnTo>
                <a:lnTo>
                  <a:pt x="946482" y="64123"/>
                </a:lnTo>
                <a:lnTo>
                  <a:pt x="946707" y="63679"/>
                </a:lnTo>
                <a:lnTo>
                  <a:pt x="946943" y="63240"/>
                </a:lnTo>
                <a:lnTo>
                  <a:pt x="947190" y="62805"/>
                </a:lnTo>
                <a:lnTo>
                  <a:pt x="947448" y="62376"/>
                </a:lnTo>
                <a:lnTo>
                  <a:pt x="947720" y="61948"/>
                </a:lnTo>
                <a:lnTo>
                  <a:pt x="948001" y="61528"/>
                </a:lnTo>
                <a:lnTo>
                  <a:pt x="948289" y="61116"/>
                </a:lnTo>
                <a:lnTo>
                  <a:pt x="948585" y="60712"/>
                </a:lnTo>
                <a:lnTo>
                  <a:pt x="948890" y="60316"/>
                </a:lnTo>
                <a:lnTo>
                  <a:pt x="949202" y="59927"/>
                </a:lnTo>
                <a:lnTo>
                  <a:pt x="949521" y="59547"/>
                </a:lnTo>
                <a:lnTo>
                  <a:pt x="949849" y="59174"/>
                </a:lnTo>
                <a:lnTo>
                  <a:pt x="950185" y="58810"/>
                </a:lnTo>
                <a:lnTo>
                  <a:pt x="950529" y="58453"/>
                </a:lnTo>
                <a:lnTo>
                  <a:pt x="950880" y="58104"/>
                </a:lnTo>
                <a:lnTo>
                  <a:pt x="951240" y="57763"/>
                </a:lnTo>
                <a:lnTo>
                  <a:pt x="951607" y="57430"/>
                </a:lnTo>
                <a:lnTo>
                  <a:pt x="951982" y="57105"/>
                </a:lnTo>
                <a:lnTo>
                  <a:pt x="952365" y="56787"/>
                </a:lnTo>
                <a:lnTo>
                  <a:pt x="952756" y="56478"/>
                </a:lnTo>
                <a:lnTo>
                  <a:pt x="953155" y="56176"/>
                </a:lnTo>
                <a:lnTo>
                  <a:pt x="953562" y="55883"/>
                </a:lnTo>
                <a:lnTo>
                  <a:pt x="953977" y="55597"/>
                </a:lnTo>
                <a:lnTo>
                  <a:pt x="954400" y="55319"/>
                </a:lnTo>
                <a:lnTo>
                  <a:pt x="954830" y="55049"/>
                </a:lnTo>
                <a:lnTo>
                  <a:pt x="955269" y="54787"/>
                </a:lnTo>
                <a:lnTo>
                  <a:pt x="955715" y="54533"/>
                </a:lnTo>
                <a:lnTo>
                  <a:pt x="956169" y="54287"/>
                </a:lnTo>
                <a:lnTo>
                  <a:pt x="956635" y="54045"/>
                </a:lnTo>
                <a:lnTo>
                  <a:pt x="957107" y="53813"/>
                </a:lnTo>
                <a:lnTo>
                  <a:pt x="957583" y="53591"/>
                </a:lnTo>
                <a:lnTo>
                  <a:pt x="958065" y="53379"/>
                </a:lnTo>
                <a:lnTo>
                  <a:pt x="958552" y="53178"/>
                </a:lnTo>
                <a:lnTo>
                  <a:pt x="959045" y="52988"/>
                </a:lnTo>
                <a:lnTo>
                  <a:pt x="959542" y="52807"/>
                </a:lnTo>
                <a:lnTo>
                  <a:pt x="960045" y="52637"/>
                </a:lnTo>
                <a:lnTo>
                  <a:pt x="960554" y="52477"/>
                </a:lnTo>
                <a:lnTo>
                  <a:pt x="961067" y="52327"/>
                </a:lnTo>
                <a:lnTo>
                  <a:pt x="961586" y="52188"/>
                </a:lnTo>
                <a:lnTo>
                  <a:pt x="962110" y="52059"/>
                </a:lnTo>
                <a:lnTo>
                  <a:pt x="962639" y="51941"/>
                </a:lnTo>
                <a:lnTo>
                  <a:pt x="963174" y="51832"/>
                </a:lnTo>
                <a:lnTo>
                  <a:pt x="963713" y="51734"/>
                </a:lnTo>
                <a:lnTo>
                  <a:pt x="964258" y="51647"/>
                </a:lnTo>
                <a:lnTo>
                  <a:pt x="964809" y="51569"/>
                </a:lnTo>
                <a:lnTo>
                  <a:pt x="965364" y="51502"/>
                </a:lnTo>
                <a:lnTo>
                  <a:pt x="965925" y="51446"/>
                </a:lnTo>
                <a:lnTo>
                  <a:pt x="966491" y="51399"/>
                </a:lnTo>
                <a:lnTo>
                  <a:pt x="967063" y="51363"/>
                </a:lnTo>
                <a:lnTo>
                  <a:pt x="967640" y="51337"/>
                </a:lnTo>
                <a:lnTo>
                  <a:pt x="968222" y="51322"/>
                </a:lnTo>
                <a:lnTo>
                  <a:pt x="968809" y="51317"/>
                </a:lnTo>
                <a:lnTo>
                  <a:pt x="969056" y="51318"/>
                </a:lnTo>
                <a:lnTo>
                  <a:pt x="969302" y="51320"/>
                </a:lnTo>
                <a:lnTo>
                  <a:pt x="969546" y="51324"/>
                </a:lnTo>
                <a:lnTo>
                  <a:pt x="969790" y="51329"/>
                </a:lnTo>
                <a:lnTo>
                  <a:pt x="970033" y="51336"/>
                </a:lnTo>
                <a:lnTo>
                  <a:pt x="970274" y="51344"/>
                </a:lnTo>
                <a:lnTo>
                  <a:pt x="970514" y="51354"/>
                </a:lnTo>
                <a:lnTo>
                  <a:pt x="970754" y="51366"/>
                </a:lnTo>
                <a:lnTo>
                  <a:pt x="970992" y="51379"/>
                </a:lnTo>
                <a:lnTo>
                  <a:pt x="971229" y="51394"/>
                </a:lnTo>
                <a:lnTo>
                  <a:pt x="971465" y="51410"/>
                </a:lnTo>
                <a:lnTo>
                  <a:pt x="971700" y="51427"/>
                </a:lnTo>
                <a:lnTo>
                  <a:pt x="971934" y="51447"/>
                </a:lnTo>
                <a:lnTo>
                  <a:pt x="972167" y="51467"/>
                </a:lnTo>
                <a:lnTo>
                  <a:pt x="972398" y="51490"/>
                </a:lnTo>
                <a:lnTo>
                  <a:pt x="972629" y="51513"/>
                </a:lnTo>
                <a:lnTo>
                  <a:pt x="972858" y="51539"/>
                </a:lnTo>
                <a:lnTo>
                  <a:pt x="973086" y="51566"/>
                </a:lnTo>
                <a:lnTo>
                  <a:pt x="973314" y="51594"/>
                </a:lnTo>
                <a:lnTo>
                  <a:pt x="973540" y="51624"/>
                </a:lnTo>
                <a:lnTo>
                  <a:pt x="973765" y="51655"/>
                </a:lnTo>
                <a:lnTo>
                  <a:pt x="973989" y="51688"/>
                </a:lnTo>
                <a:lnTo>
                  <a:pt x="974212" y="51723"/>
                </a:lnTo>
                <a:lnTo>
                  <a:pt x="974433" y="51759"/>
                </a:lnTo>
                <a:lnTo>
                  <a:pt x="974656" y="51790"/>
                </a:lnTo>
                <a:lnTo>
                  <a:pt x="974873" y="51821"/>
                </a:lnTo>
                <a:lnTo>
                  <a:pt x="975082" y="51851"/>
                </a:lnTo>
                <a:lnTo>
                  <a:pt x="975285" y="51880"/>
                </a:lnTo>
                <a:lnTo>
                  <a:pt x="975481" y="51909"/>
                </a:lnTo>
                <a:lnTo>
                  <a:pt x="975670" y="51937"/>
                </a:lnTo>
                <a:lnTo>
                  <a:pt x="975852" y="51964"/>
                </a:lnTo>
                <a:lnTo>
                  <a:pt x="976027" y="51991"/>
                </a:lnTo>
                <a:lnTo>
                  <a:pt x="976196" y="52017"/>
                </a:lnTo>
                <a:lnTo>
                  <a:pt x="976358" y="52042"/>
                </a:lnTo>
                <a:lnTo>
                  <a:pt x="976513" y="52067"/>
                </a:lnTo>
                <a:lnTo>
                  <a:pt x="976661" y="52091"/>
                </a:lnTo>
                <a:lnTo>
                  <a:pt x="976803" y="52114"/>
                </a:lnTo>
                <a:lnTo>
                  <a:pt x="976937" y="52137"/>
                </a:lnTo>
                <a:lnTo>
                  <a:pt x="977065" y="52159"/>
                </a:lnTo>
                <a:lnTo>
                  <a:pt x="977186" y="52180"/>
                </a:lnTo>
                <a:lnTo>
                  <a:pt x="977300" y="52201"/>
                </a:lnTo>
                <a:lnTo>
                  <a:pt x="977408" y="52221"/>
                </a:lnTo>
                <a:lnTo>
                  <a:pt x="977508" y="52241"/>
                </a:lnTo>
                <a:lnTo>
                  <a:pt x="977602" y="52259"/>
                </a:lnTo>
                <a:lnTo>
                  <a:pt x="977689" y="52278"/>
                </a:lnTo>
                <a:lnTo>
                  <a:pt x="977769" y="52295"/>
                </a:lnTo>
                <a:lnTo>
                  <a:pt x="977843" y="52312"/>
                </a:lnTo>
                <a:lnTo>
                  <a:pt x="977909" y="52328"/>
                </a:lnTo>
                <a:lnTo>
                  <a:pt x="977909" y="37160"/>
                </a:lnTo>
                <a:lnTo>
                  <a:pt x="977802" y="37150"/>
                </a:lnTo>
                <a:lnTo>
                  <a:pt x="977690" y="37140"/>
                </a:lnTo>
                <a:lnTo>
                  <a:pt x="977574" y="37130"/>
                </a:lnTo>
                <a:lnTo>
                  <a:pt x="977455" y="37120"/>
                </a:lnTo>
                <a:lnTo>
                  <a:pt x="977330" y="37110"/>
                </a:lnTo>
                <a:lnTo>
                  <a:pt x="977202" y="37101"/>
                </a:lnTo>
                <a:lnTo>
                  <a:pt x="977070" y="37092"/>
                </a:lnTo>
                <a:lnTo>
                  <a:pt x="976933" y="37083"/>
                </a:lnTo>
                <a:lnTo>
                  <a:pt x="976792" y="37074"/>
                </a:lnTo>
                <a:lnTo>
                  <a:pt x="976647" y="37066"/>
                </a:lnTo>
                <a:lnTo>
                  <a:pt x="976498" y="37058"/>
                </a:lnTo>
                <a:lnTo>
                  <a:pt x="976345" y="37050"/>
                </a:lnTo>
                <a:lnTo>
                  <a:pt x="976188" y="37042"/>
                </a:lnTo>
                <a:lnTo>
                  <a:pt x="976026" y="37034"/>
                </a:lnTo>
                <a:lnTo>
                  <a:pt x="975860" y="37027"/>
                </a:lnTo>
                <a:lnTo>
                  <a:pt x="975690" y="37020"/>
                </a:lnTo>
                <a:lnTo>
                  <a:pt x="975516" y="37013"/>
                </a:lnTo>
                <a:lnTo>
                  <a:pt x="975338" y="37006"/>
                </a:lnTo>
                <a:lnTo>
                  <a:pt x="975155" y="37000"/>
                </a:lnTo>
                <a:lnTo>
                  <a:pt x="974969" y="36994"/>
                </a:lnTo>
                <a:lnTo>
                  <a:pt x="974778" y="36988"/>
                </a:lnTo>
                <a:lnTo>
                  <a:pt x="974583" y="36982"/>
                </a:lnTo>
                <a:lnTo>
                  <a:pt x="974384" y="36976"/>
                </a:lnTo>
                <a:lnTo>
                  <a:pt x="974181" y="36971"/>
                </a:lnTo>
                <a:lnTo>
                  <a:pt x="973977" y="36966"/>
                </a:lnTo>
                <a:lnTo>
                  <a:pt x="973775" y="36961"/>
                </a:lnTo>
                <a:lnTo>
                  <a:pt x="973577" y="36956"/>
                </a:lnTo>
                <a:lnTo>
                  <a:pt x="973382" y="36951"/>
                </a:lnTo>
                <a:lnTo>
                  <a:pt x="973189" y="36947"/>
                </a:lnTo>
                <a:lnTo>
                  <a:pt x="973000" y="36943"/>
                </a:lnTo>
                <a:lnTo>
                  <a:pt x="972813" y="36939"/>
                </a:lnTo>
                <a:lnTo>
                  <a:pt x="972629" y="36936"/>
                </a:lnTo>
                <a:lnTo>
                  <a:pt x="972448" y="36932"/>
                </a:lnTo>
                <a:lnTo>
                  <a:pt x="972269" y="36929"/>
                </a:lnTo>
                <a:lnTo>
                  <a:pt x="972094" y="36926"/>
                </a:lnTo>
                <a:lnTo>
                  <a:pt x="971921" y="36923"/>
                </a:lnTo>
                <a:lnTo>
                  <a:pt x="971751" y="36921"/>
                </a:lnTo>
                <a:lnTo>
                  <a:pt x="971585" y="36919"/>
                </a:lnTo>
                <a:lnTo>
                  <a:pt x="971421" y="36916"/>
                </a:lnTo>
                <a:lnTo>
                  <a:pt x="971259" y="36915"/>
                </a:lnTo>
                <a:lnTo>
                  <a:pt x="971101" y="36913"/>
                </a:lnTo>
                <a:lnTo>
                  <a:pt x="970946" y="36912"/>
                </a:lnTo>
                <a:lnTo>
                  <a:pt x="970793" y="36910"/>
                </a:lnTo>
                <a:lnTo>
                  <a:pt x="970643" y="36909"/>
                </a:lnTo>
                <a:lnTo>
                  <a:pt x="970496" y="36909"/>
                </a:lnTo>
                <a:lnTo>
                  <a:pt x="970352" y="36908"/>
                </a:lnTo>
                <a:lnTo>
                  <a:pt x="970211" y="36908"/>
                </a:lnTo>
                <a:lnTo>
                  <a:pt x="970073" y="36908"/>
                </a:lnTo>
                <a:lnTo>
                  <a:pt x="969349" y="36915"/>
                </a:lnTo>
                <a:lnTo>
                  <a:pt x="968631" y="36939"/>
                </a:lnTo>
                <a:lnTo>
                  <a:pt x="967920" y="36978"/>
                </a:lnTo>
                <a:lnTo>
                  <a:pt x="967215" y="37032"/>
                </a:lnTo>
                <a:lnTo>
                  <a:pt x="966516" y="37102"/>
                </a:lnTo>
                <a:lnTo>
                  <a:pt x="965823" y="37188"/>
                </a:lnTo>
                <a:lnTo>
                  <a:pt x="965136" y="37289"/>
                </a:lnTo>
                <a:lnTo>
                  <a:pt x="964455" y="37406"/>
                </a:lnTo>
                <a:lnTo>
                  <a:pt x="963781" y="37539"/>
                </a:lnTo>
                <a:lnTo>
                  <a:pt x="963112" y="37687"/>
                </a:lnTo>
                <a:lnTo>
                  <a:pt x="962450" y="37850"/>
                </a:lnTo>
                <a:lnTo>
                  <a:pt x="961794" y="38029"/>
                </a:lnTo>
                <a:lnTo>
                  <a:pt x="961144" y="38224"/>
                </a:lnTo>
                <a:lnTo>
                  <a:pt x="960500" y="38434"/>
                </a:lnTo>
                <a:lnTo>
                  <a:pt x="959862" y="38660"/>
                </a:lnTo>
                <a:lnTo>
                  <a:pt x="959231" y="38902"/>
                </a:lnTo>
                <a:lnTo>
                  <a:pt x="958605" y="39159"/>
                </a:lnTo>
                <a:lnTo>
                  <a:pt x="957986" y="39432"/>
                </a:lnTo>
                <a:lnTo>
                  <a:pt x="957373" y="39720"/>
                </a:lnTo>
                <a:lnTo>
                  <a:pt x="956766" y="40024"/>
                </a:lnTo>
                <a:lnTo>
                  <a:pt x="956165" y="40343"/>
                </a:lnTo>
                <a:lnTo>
                  <a:pt x="955570" y="40678"/>
                </a:lnTo>
                <a:lnTo>
                  <a:pt x="954982" y="41029"/>
                </a:lnTo>
                <a:lnTo>
                  <a:pt x="954400" y="41395"/>
                </a:lnTo>
                <a:lnTo>
                  <a:pt x="953828" y="41773"/>
                </a:lnTo>
                <a:lnTo>
                  <a:pt x="953271" y="42161"/>
                </a:lnTo>
                <a:lnTo>
                  <a:pt x="952729" y="42559"/>
                </a:lnTo>
                <a:lnTo>
                  <a:pt x="952202" y="42966"/>
                </a:lnTo>
                <a:lnTo>
                  <a:pt x="951690" y="43382"/>
                </a:lnTo>
                <a:lnTo>
                  <a:pt x="951192" y="43808"/>
                </a:lnTo>
                <a:lnTo>
                  <a:pt x="950710" y="44243"/>
                </a:lnTo>
                <a:lnTo>
                  <a:pt x="950243" y="44688"/>
                </a:lnTo>
                <a:lnTo>
                  <a:pt x="949790" y="45142"/>
                </a:lnTo>
                <a:lnTo>
                  <a:pt x="949352" y="45606"/>
                </a:lnTo>
                <a:lnTo>
                  <a:pt x="948930" y="46079"/>
                </a:lnTo>
                <a:lnTo>
                  <a:pt x="948522" y="46561"/>
                </a:lnTo>
                <a:lnTo>
                  <a:pt x="948129" y="47053"/>
                </a:lnTo>
                <a:lnTo>
                  <a:pt x="947751" y="47554"/>
                </a:lnTo>
                <a:lnTo>
                  <a:pt x="947389" y="48065"/>
                </a:lnTo>
                <a:lnTo>
                  <a:pt x="947040" y="48585"/>
                </a:lnTo>
                <a:lnTo>
                  <a:pt x="946707" y="49115"/>
                </a:lnTo>
                <a:lnTo>
                  <a:pt x="946389" y="49654"/>
                </a:lnTo>
                <a:lnTo>
                  <a:pt x="946086" y="50202"/>
                </a:lnTo>
                <a:lnTo>
                  <a:pt x="945798" y="50760"/>
                </a:lnTo>
                <a:lnTo>
                  <a:pt x="945524" y="51328"/>
                </a:lnTo>
                <a:lnTo>
                  <a:pt x="945266" y="51904"/>
                </a:lnTo>
                <a:lnTo>
                  <a:pt x="945022" y="52491"/>
                </a:lnTo>
                <a:lnTo>
                  <a:pt x="944793" y="53086"/>
                </a:lnTo>
                <a:lnTo>
                  <a:pt x="943782" y="53086"/>
                </a:lnTo>
                <a:lnTo>
                  <a:pt x="943782" y="38424"/>
                </a:lnTo>
                <a:lnTo>
                  <a:pt x="929373" y="38424"/>
                </a:lnTo>
                <a:lnTo>
                  <a:pt x="929373" y="135496"/>
                </a:lnTo>
                <a:lnTo>
                  <a:pt x="944288" y="135496"/>
                </a:lnTo>
                <a:lnTo>
                  <a:pt x="944288" y="74068"/>
                </a:lnTo>
                <a:lnTo>
                  <a:pt x="944293" y="73523"/>
                </a:lnTo>
                <a:lnTo>
                  <a:pt x="944310" y="72983"/>
                </a:lnTo>
                <a:lnTo>
                  <a:pt x="944337" y="72448"/>
                </a:lnTo>
                <a:lnTo>
                  <a:pt x="944376" y="71918"/>
                </a:lnTo>
                <a:lnTo>
                  <a:pt x="944425" y="71393"/>
                </a:lnTo>
                <a:close/>
                <a:moveTo>
                  <a:pt x="382374" y="71393"/>
                </a:moveTo>
                <a:lnTo>
                  <a:pt x="382434" y="70873"/>
                </a:lnTo>
                <a:lnTo>
                  <a:pt x="382506" y="70358"/>
                </a:lnTo>
                <a:lnTo>
                  <a:pt x="382588" y="69848"/>
                </a:lnTo>
                <a:lnTo>
                  <a:pt x="382681" y="69343"/>
                </a:lnTo>
                <a:lnTo>
                  <a:pt x="382786" y="68843"/>
                </a:lnTo>
                <a:lnTo>
                  <a:pt x="382901" y="68348"/>
                </a:lnTo>
                <a:lnTo>
                  <a:pt x="383027" y="67859"/>
                </a:lnTo>
                <a:lnTo>
                  <a:pt x="383164" y="67374"/>
                </a:lnTo>
                <a:lnTo>
                  <a:pt x="383312" y="66895"/>
                </a:lnTo>
                <a:lnTo>
                  <a:pt x="383471" y="66420"/>
                </a:lnTo>
                <a:lnTo>
                  <a:pt x="383641" y="65951"/>
                </a:lnTo>
                <a:lnTo>
                  <a:pt x="383822" y="65486"/>
                </a:lnTo>
                <a:lnTo>
                  <a:pt x="384014" y="65027"/>
                </a:lnTo>
                <a:lnTo>
                  <a:pt x="384217" y="64572"/>
                </a:lnTo>
                <a:lnTo>
                  <a:pt x="384431" y="64123"/>
                </a:lnTo>
                <a:lnTo>
                  <a:pt x="384656" y="63679"/>
                </a:lnTo>
                <a:lnTo>
                  <a:pt x="384892" y="63240"/>
                </a:lnTo>
                <a:lnTo>
                  <a:pt x="385139" y="62805"/>
                </a:lnTo>
                <a:lnTo>
                  <a:pt x="385397" y="62376"/>
                </a:lnTo>
                <a:lnTo>
                  <a:pt x="385669" y="61948"/>
                </a:lnTo>
                <a:lnTo>
                  <a:pt x="385950" y="61528"/>
                </a:lnTo>
                <a:lnTo>
                  <a:pt x="386238" y="61116"/>
                </a:lnTo>
                <a:lnTo>
                  <a:pt x="386534" y="60712"/>
                </a:lnTo>
                <a:lnTo>
                  <a:pt x="386839" y="60316"/>
                </a:lnTo>
                <a:lnTo>
                  <a:pt x="387151" y="59927"/>
                </a:lnTo>
                <a:lnTo>
                  <a:pt x="387471" y="59547"/>
                </a:lnTo>
                <a:lnTo>
                  <a:pt x="387798" y="59174"/>
                </a:lnTo>
                <a:lnTo>
                  <a:pt x="388134" y="58810"/>
                </a:lnTo>
                <a:lnTo>
                  <a:pt x="388478" y="58453"/>
                </a:lnTo>
                <a:lnTo>
                  <a:pt x="388829" y="58104"/>
                </a:lnTo>
                <a:lnTo>
                  <a:pt x="389189" y="57763"/>
                </a:lnTo>
                <a:lnTo>
                  <a:pt x="389556" y="57430"/>
                </a:lnTo>
                <a:lnTo>
                  <a:pt x="389931" y="57105"/>
                </a:lnTo>
                <a:lnTo>
                  <a:pt x="390314" y="56787"/>
                </a:lnTo>
                <a:lnTo>
                  <a:pt x="390705" y="56478"/>
                </a:lnTo>
                <a:lnTo>
                  <a:pt x="391104" y="56176"/>
                </a:lnTo>
                <a:lnTo>
                  <a:pt x="391511" y="55883"/>
                </a:lnTo>
                <a:lnTo>
                  <a:pt x="391926" y="55597"/>
                </a:lnTo>
                <a:lnTo>
                  <a:pt x="392349" y="55319"/>
                </a:lnTo>
                <a:lnTo>
                  <a:pt x="392779" y="55049"/>
                </a:lnTo>
                <a:lnTo>
                  <a:pt x="393218" y="54787"/>
                </a:lnTo>
                <a:lnTo>
                  <a:pt x="393664" y="54533"/>
                </a:lnTo>
                <a:lnTo>
                  <a:pt x="394118" y="54287"/>
                </a:lnTo>
                <a:lnTo>
                  <a:pt x="394584" y="54045"/>
                </a:lnTo>
                <a:lnTo>
                  <a:pt x="395056" y="53813"/>
                </a:lnTo>
                <a:lnTo>
                  <a:pt x="395532" y="53591"/>
                </a:lnTo>
                <a:lnTo>
                  <a:pt x="396014" y="53379"/>
                </a:lnTo>
                <a:lnTo>
                  <a:pt x="396501" y="53178"/>
                </a:lnTo>
                <a:lnTo>
                  <a:pt x="396994" y="52988"/>
                </a:lnTo>
                <a:lnTo>
                  <a:pt x="397491" y="52807"/>
                </a:lnTo>
                <a:lnTo>
                  <a:pt x="397994" y="52637"/>
                </a:lnTo>
                <a:lnTo>
                  <a:pt x="398503" y="52477"/>
                </a:lnTo>
                <a:lnTo>
                  <a:pt x="399016" y="52327"/>
                </a:lnTo>
                <a:lnTo>
                  <a:pt x="399535" y="52188"/>
                </a:lnTo>
                <a:lnTo>
                  <a:pt x="400059" y="52059"/>
                </a:lnTo>
                <a:lnTo>
                  <a:pt x="400588" y="51941"/>
                </a:lnTo>
                <a:lnTo>
                  <a:pt x="401123" y="51832"/>
                </a:lnTo>
                <a:lnTo>
                  <a:pt x="401662" y="51734"/>
                </a:lnTo>
                <a:lnTo>
                  <a:pt x="402208" y="51647"/>
                </a:lnTo>
                <a:lnTo>
                  <a:pt x="402758" y="51569"/>
                </a:lnTo>
                <a:lnTo>
                  <a:pt x="403313" y="51502"/>
                </a:lnTo>
                <a:lnTo>
                  <a:pt x="403874" y="51446"/>
                </a:lnTo>
                <a:lnTo>
                  <a:pt x="404441" y="51399"/>
                </a:lnTo>
                <a:lnTo>
                  <a:pt x="405012" y="51363"/>
                </a:lnTo>
                <a:lnTo>
                  <a:pt x="405589" y="51337"/>
                </a:lnTo>
                <a:lnTo>
                  <a:pt x="406171" y="51322"/>
                </a:lnTo>
                <a:lnTo>
                  <a:pt x="406758" y="51317"/>
                </a:lnTo>
                <a:lnTo>
                  <a:pt x="407005" y="51318"/>
                </a:lnTo>
                <a:lnTo>
                  <a:pt x="407251" y="51320"/>
                </a:lnTo>
                <a:lnTo>
                  <a:pt x="407495" y="51324"/>
                </a:lnTo>
                <a:lnTo>
                  <a:pt x="407739" y="51329"/>
                </a:lnTo>
                <a:lnTo>
                  <a:pt x="407982" y="51336"/>
                </a:lnTo>
                <a:lnTo>
                  <a:pt x="408223" y="51344"/>
                </a:lnTo>
                <a:lnTo>
                  <a:pt x="408464" y="51354"/>
                </a:lnTo>
                <a:lnTo>
                  <a:pt x="408703" y="51366"/>
                </a:lnTo>
                <a:lnTo>
                  <a:pt x="408941" y="51379"/>
                </a:lnTo>
                <a:lnTo>
                  <a:pt x="409178" y="51394"/>
                </a:lnTo>
                <a:lnTo>
                  <a:pt x="409414" y="51410"/>
                </a:lnTo>
                <a:lnTo>
                  <a:pt x="409649" y="51427"/>
                </a:lnTo>
                <a:lnTo>
                  <a:pt x="409883" y="51447"/>
                </a:lnTo>
                <a:lnTo>
                  <a:pt x="410116" y="51467"/>
                </a:lnTo>
                <a:lnTo>
                  <a:pt x="410347" y="51490"/>
                </a:lnTo>
                <a:lnTo>
                  <a:pt x="410578" y="51513"/>
                </a:lnTo>
                <a:lnTo>
                  <a:pt x="410807" y="51539"/>
                </a:lnTo>
                <a:lnTo>
                  <a:pt x="411035" y="51566"/>
                </a:lnTo>
                <a:lnTo>
                  <a:pt x="411263" y="51594"/>
                </a:lnTo>
                <a:lnTo>
                  <a:pt x="411489" y="51624"/>
                </a:lnTo>
                <a:lnTo>
                  <a:pt x="411714" y="51655"/>
                </a:lnTo>
                <a:lnTo>
                  <a:pt x="411938" y="51688"/>
                </a:lnTo>
                <a:lnTo>
                  <a:pt x="412161" y="51723"/>
                </a:lnTo>
                <a:lnTo>
                  <a:pt x="412382" y="51759"/>
                </a:lnTo>
                <a:lnTo>
                  <a:pt x="412605" y="51790"/>
                </a:lnTo>
                <a:lnTo>
                  <a:pt x="412822" y="51821"/>
                </a:lnTo>
                <a:lnTo>
                  <a:pt x="413031" y="51851"/>
                </a:lnTo>
                <a:lnTo>
                  <a:pt x="413234" y="51880"/>
                </a:lnTo>
                <a:lnTo>
                  <a:pt x="413430" y="51909"/>
                </a:lnTo>
                <a:lnTo>
                  <a:pt x="413619" y="51937"/>
                </a:lnTo>
                <a:lnTo>
                  <a:pt x="413801" y="51964"/>
                </a:lnTo>
                <a:lnTo>
                  <a:pt x="413976" y="51991"/>
                </a:lnTo>
                <a:lnTo>
                  <a:pt x="414145" y="52017"/>
                </a:lnTo>
                <a:lnTo>
                  <a:pt x="414307" y="52042"/>
                </a:lnTo>
                <a:lnTo>
                  <a:pt x="414462" y="52067"/>
                </a:lnTo>
                <a:lnTo>
                  <a:pt x="414610" y="52091"/>
                </a:lnTo>
                <a:lnTo>
                  <a:pt x="414752" y="52114"/>
                </a:lnTo>
                <a:lnTo>
                  <a:pt x="414886" y="52137"/>
                </a:lnTo>
                <a:lnTo>
                  <a:pt x="415014" y="52159"/>
                </a:lnTo>
                <a:lnTo>
                  <a:pt x="415135" y="52180"/>
                </a:lnTo>
                <a:lnTo>
                  <a:pt x="415249" y="52201"/>
                </a:lnTo>
                <a:lnTo>
                  <a:pt x="415357" y="52221"/>
                </a:lnTo>
                <a:lnTo>
                  <a:pt x="415457" y="52241"/>
                </a:lnTo>
                <a:lnTo>
                  <a:pt x="415551" y="52259"/>
                </a:lnTo>
                <a:lnTo>
                  <a:pt x="415638" y="52278"/>
                </a:lnTo>
                <a:lnTo>
                  <a:pt x="415718" y="52295"/>
                </a:lnTo>
                <a:lnTo>
                  <a:pt x="415792" y="52312"/>
                </a:lnTo>
                <a:lnTo>
                  <a:pt x="415858" y="52328"/>
                </a:lnTo>
                <a:lnTo>
                  <a:pt x="415858" y="37160"/>
                </a:lnTo>
                <a:lnTo>
                  <a:pt x="415751" y="37150"/>
                </a:lnTo>
                <a:lnTo>
                  <a:pt x="415639" y="37140"/>
                </a:lnTo>
                <a:lnTo>
                  <a:pt x="415524" y="37130"/>
                </a:lnTo>
                <a:lnTo>
                  <a:pt x="415404" y="37120"/>
                </a:lnTo>
                <a:lnTo>
                  <a:pt x="415280" y="37110"/>
                </a:lnTo>
                <a:lnTo>
                  <a:pt x="415151" y="37101"/>
                </a:lnTo>
                <a:lnTo>
                  <a:pt x="415019" y="37092"/>
                </a:lnTo>
                <a:lnTo>
                  <a:pt x="414882" y="37083"/>
                </a:lnTo>
                <a:lnTo>
                  <a:pt x="414741" y="37074"/>
                </a:lnTo>
                <a:lnTo>
                  <a:pt x="414597" y="37066"/>
                </a:lnTo>
                <a:lnTo>
                  <a:pt x="414447" y="37058"/>
                </a:lnTo>
                <a:lnTo>
                  <a:pt x="414294" y="37050"/>
                </a:lnTo>
                <a:lnTo>
                  <a:pt x="414137" y="37042"/>
                </a:lnTo>
                <a:lnTo>
                  <a:pt x="413975" y="37034"/>
                </a:lnTo>
                <a:lnTo>
                  <a:pt x="413809" y="37027"/>
                </a:lnTo>
                <a:lnTo>
                  <a:pt x="413639" y="37020"/>
                </a:lnTo>
                <a:lnTo>
                  <a:pt x="413465" y="37013"/>
                </a:lnTo>
                <a:lnTo>
                  <a:pt x="413287" y="37006"/>
                </a:lnTo>
                <a:lnTo>
                  <a:pt x="413104" y="37000"/>
                </a:lnTo>
                <a:lnTo>
                  <a:pt x="412918" y="36994"/>
                </a:lnTo>
                <a:lnTo>
                  <a:pt x="412727" y="36988"/>
                </a:lnTo>
                <a:lnTo>
                  <a:pt x="412532" y="36982"/>
                </a:lnTo>
                <a:lnTo>
                  <a:pt x="412333" y="36976"/>
                </a:lnTo>
                <a:lnTo>
                  <a:pt x="412130" y="36971"/>
                </a:lnTo>
                <a:lnTo>
                  <a:pt x="411926" y="36966"/>
                </a:lnTo>
                <a:lnTo>
                  <a:pt x="411725" y="36961"/>
                </a:lnTo>
                <a:lnTo>
                  <a:pt x="411526" y="36956"/>
                </a:lnTo>
                <a:lnTo>
                  <a:pt x="411331" y="36951"/>
                </a:lnTo>
                <a:lnTo>
                  <a:pt x="411138" y="36947"/>
                </a:lnTo>
                <a:lnTo>
                  <a:pt x="410949" y="36943"/>
                </a:lnTo>
                <a:lnTo>
                  <a:pt x="410762" y="36939"/>
                </a:lnTo>
                <a:lnTo>
                  <a:pt x="410578" y="36936"/>
                </a:lnTo>
                <a:lnTo>
                  <a:pt x="410397" y="36932"/>
                </a:lnTo>
                <a:lnTo>
                  <a:pt x="410218" y="36929"/>
                </a:lnTo>
                <a:lnTo>
                  <a:pt x="410043" y="36926"/>
                </a:lnTo>
                <a:lnTo>
                  <a:pt x="409870" y="36923"/>
                </a:lnTo>
                <a:lnTo>
                  <a:pt x="409701" y="36921"/>
                </a:lnTo>
                <a:lnTo>
                  <a:pt x="409534" y="36919"/>
                </a:lnTo>
                <a:lnTo>
                  <a:pt x="409370" y="36916"/>
                </a:lnTo>
                <a:lnTo>
                  <a:pt x="409208" y="36915"/>
                </a:lnTo>
                <a:lnTo>
                  <a:pt x="409050" y="36913"/>
                </a:lnTo>
                <a:lnTo>
                  <a:pt x="408895" y="36912"/>
                </a:lnTo>
                <a:lnTo>
                  <a:pt x="408742" y="36910"/>
                </a:lnTo>
                <a:lnTo>
                  <a:pt x="408592" y="36909"/>
                </a:lnTo>
                <a:lnTo>
                  <a:pt x="408445" y="36909"/>
                </a:lnTo>
                <a:lnTo>
                  <a:pt x="408301" y="36908"/>
                </a:lnTo>
                <a:lnTo>
                  <a:pt x="408160" y="36908"/>
                </a:lnTo>
                <a:lnTo>
                  <a:pt x="408022" y="36908"/>
                </a:lnTo>
                <a:lnTo>
                  <a:pt x="407298" y="36915"/>
                </a:lnTo>
                <a:lnTo>
                  <a:pt x="406580" y="36939"/>
                </a:lnTo>
                <a:lnTo>
                  <a:pt x="405869" y="36978"/>
                </a:lnTo>
                <a:lnTo>
                  <a:pt x="405164" y="37032"/>
                </a:lnTo>
                <a:lnTo>
                  <a:pt x="404465" y="37102"/>
                </a:lnTo>
                <a:lnTo>
                  <a:pt x="403772" y="37188"/>
                </a:lnTo>
                <a:lnTo>
                  <a:pt x="403085" y="37289"/>
                </a:lnTo>
                <a:lnTo>
                  <a:pt x="402404" y="37406"/>
                </a:lnTo>
                <a:lnTo>
                  <a:pt x="401730" y="37539"/>
                </a:lnTo>
                <a:lnTo>
                  <a:pt x="401061" y="37687"/>
                </a:lnTo>
                <a:lnTo>
                  <a:pt x="400399" y="37850"/>
                </a:lnTo>
                <a:lnTo>
                  <a:pt x="399743" y="38029"/>
                </a:lnTo>
                <a:lnTo>
                  <a:pt x="399093" y="38224"/>
                </a:lnTo>
                <a:lnTo>
                  <a:pt x="398449" y="38434"/>
                </a:lnTo>
                <a:lnTo>
                  <a:pt x="397811" y="38660"/>
                </a:lnTo>
                <a:lnTo>
                  <a:pt x="397180" y="38902"/>
                </a:lnTo>
                <a:lnTo>
                  <a:pt x="396554" y="39159"/>
                </a:lnTo>
                <a:lnTo>
                  <a:pt x="395935" y="39432"/>
                </a:lnTo>
                <a:lnTo>
                  <a:pt x="395322" y="39720"/>
                </a:lnTo>
                <a:lnTo>
                  <a:pt x="394715" y="40024"/>
                </a:lnTo>
                <a:lnTo>
                  <a:pt x="394114" y="40343"/>
                </a:lnTo>
                <a:lnTo>
                  <a:pt x="393520" y="40678"/>
                </a:lnTo>
                <a:lnTo>
                  <a:pt x="392931" y="41029"/>
                </a:lnTo>
                <a:lnTo>
                  <a:pt x="392349" y="41395"/>
                </a:lnTo>
                <a:lnTo>
                  <a:pt x="391777" y="41773"/>
                </a:lnTo>
                <a:lnTo>
                  <a:pt x="391220" y="42161"/>
                </a:lnTo>
                <a:lnTo>
                  <a:pt x="390678" y="42559"/>
                </a:lnTo>
                <a:lnTo>
                  <a:pt x="390151" y="42966"/>
                </a:lnTo>
                <a:lnTo>
                  <a:pt x="389639" y="43382"/>
                </a:lnTo>
                <a:lnTo>
                  <a:pt x="389141" y="43808"/>
                </a:lnTo>
                <a:lnTo>
                  <a:pt x="388659" y="44243"/>
                </a:lnTo>
                <a:lnTo>
                  <a:pt x="388192" y="44688"/>
                </a:lnTo>
                <a:lnTo>
                  <a:pt x="387739" y="45142"/>
                </a:lnTo>
                <a:lnTo>
                  <a:pt x="387302" y="45606"/>
                </a:lnTo>
                <a:lnTo>
                  <a:pt x="386879" y="46079"/>
                </a:lnTo>
                <a:lnTo>
                  <a:pt x="386471" y="46561"/>
                </a:lnTo>
                <a:lnTo>
                  <a:pt x="386078" y="47053"/>
                </a:lnTo>
                <a:lnTo>
                  <a:pt x="385701" y="47554"/>
                </a:lnTo>
                <a:lnTo>
                  <a:pt x="385338" y="48065"/>
                </a:lnTo>
                <a:lnTo>
                  <a:pt x="384990" y="48585"/>
                </a:lnTo>
                <a:lnTo>
                  <a:pt x="384656" y="49115"/>
                </a:lnTo>
                <a:lnTo>
                  <a:pt x="384338" y="49654"/>
                </a:lnTo>
                <a:lnTo>
                  <a:pt x="384035" y="50202"/>
                </a:lnTo>
                <a:lnTo>
                  <a:pt x="383747" y="50760"/>
                </a:lnTo>
                <a:lnTo>
                  <a:pt x="383473" y="51328"/>
                </a:lnTo>
                <a:lnTo>
                  <a:pt x="383215" y="51904"/>
                </a:lnTo>
                <a:lnTo>
                  <a:pt x="382971" y="52491"/>
                </a:lnTo>
                <a:lnTo>
                  <a:pt x="382743" y="53086"/>
                </a:lnTo>
                <a:lnTo>
                  <a:pt x="381731" y="53086"/>
                </a:lnTo>
                <a:lnTo>
                  <a:pt x="381731" y="38424"/>
                </a:lnTo>
                <a:lnTo>
                  <a:pt x="367322" y="38424"/>
                </a:lnTo>
                <a:lnTo>
                  <a:pt x="367322" y="135496"/>
                </a:lnTo>
                <a:lnTo>
                  <a:pt x="382237" y="135496"/>
                </a:lnTo>
                <a:lnTo>
                  <a:pt x="382237" y="74068"/>
                </a:lnTo>
                <a:lnTo>
                  <a:pt x="382242" y="73523"/>
                </a:lnTo>
                <a:lnTo>
                  <a:pt x="382259" y="72983"/>
                </a:lnTo>
                <a:lnTo>
                  <a:pt x="382286" y="72448"/>
                </a:lnTo>
                <a:lnTo>
                  <a:pt x="382325" y="71918"/>
                </a:lnTo>
                <a:lnTo>
                  <a:pt x="382374" y="71393"/>
                </a:lnTo>
                <a:close/>
                <a:moveTo>
                  <a:pt x="1177547" y="73025"/>
                </a:moveTo>
                <a:lnTo>
                  <a:pt x="1177620" y="72377"/>
                </a:lnTo>
                <a:lnTo>
                  <a:pt x="1177704" y="71737"/>
                </a:lnTo>
                <a:lnTo>
                  <a:pt x="1177799" y="71106"/>
                </a:lnTo>
                <a:lnTo>
                  <a:pt x="1177906" y="70483"/>
                </a:lnTo>
                <a:lnTo>
                  <a:pt x="1178023" y="69870"/>
                </a:lnTo>
                <a:lnTo>
                  <a:pt x="1178152" y="69265"/>
                </a:lnTo>
                <a:lnTo>
                  <a:pt x="1178292" y="68669"/>
                </a:lnTo>
                <a:lnTo>
                  <a:pt x="1178443" y="68082"/>
                </a:lnTo>
                <a:lnTo>
                  <a:pt x="1178605" y="67503"/>
                </a:lnTo>
                <a:lnTo>
                  <a:pt x="1178779" y="66934"/>
                </a:lnTo>
                <a:lnTo>
                  <a:pt x="1178963" y="66373"/>
                </a:lnTo>
                <a:lnTo>
                  <a:pt x="1179159" y="65821"/>
                </a:lnTo>
                <a:lnTo>
                  <a:pt x="1179366" y="65277"/>
                </a:lnTo>
                <a:lnTo>
                  <a:pt x="1179584" y="64743"/>
                </a:lnTo>
                <a:lnTo>
                  <a:pt x="1179814" y="64217"/>
                </a:lnTo>
                <a:lnTo>
                  <a:pt x="1180054" y="63700"/>
                </a:lnTo>
                <a:lnTo>
                  <a:pt x="1180306" y="63192"/>
                </a:lnTo>
                <a:lnTo>
                  <a:pt x="1180569" y="62692"/>
                </a:lnTo>
                <a:lnTo>
                  <a:pt x="1180842" y="62202"/>
                </a:lnTo>
                <a:lnTo>
                  <a:pt x="1181123" y="61722"/>
                </a:lnTo>
                <a:lnTo>
                  <a:pt x="1181412" y="61252"/>
                </a:lnTo>
                <a:lnTo>
                  <a:pt x="1181709" y="60791"/>
                </a:lnTo>
                <a:lnTo>
                  <a:pt x="1182014" y="60341"/>
                </a:lnTo>
                <a:lnTo>
                  <a:pt x="1182327" y="59900"/>
                </a:lnTo>
                <a:lnTo>
                  <a:pt x="1182648" y="59469"/>
                </a:lnTo>
                <a:lnTo>
                  <a:pt x="1182978" y="59048"/>
                </a:lnTo>
                <a:lnTo>
                  <a:pt x="1183315" y="58637"/>
                </a:lnTo>
                <a:lnTo>
                  <a:pt x="1183661" y="58236"/>
                </a:lnTo>
                <a:lnTo>
                  <a:pt x="1184015" y="57844"/>
                </a:lnTo>
                <a:lnTo>
                  <a:pt x="1184377" y="57463"/>
                </a:lnTo>
                <a:lnTo>
                  <a:pt x="1184747" y="57091"/>
                </a:lnTo>
                <a:lnTo>
                  <a:pt x="1185125" y="56729"/>
                </a:lnTo>
                <a:lnTo>
                  <a:pt x="1185512" y="56378"/>
                </a:lnTo>
                <a:lnTo>
                  <a:pt x="1185906" y="56036"/>
                </a:lnTo>
                <a:lnTo>
                  <a:pt x="1186309" y="55703"/>
                </a:lnTo>
                <a:lnTo>
                  <a:pt x="1186719" y="55381"/>
                </a:lnTo>
                <a:lnTo>
                  <a:pt x="1187138" y="55069"/>
                </a:lnTo>
                <a:lnTo>
                  <a:pt x="1187565" y="54766"/>
                </a:lnTo>
                <a:lnTo>
                  <a:pt x="1188000" y="54474"/>
                </a:lnTo>
                <a:lnTo>
                  <a:pt x="1188443" y="54191"/>
                </a:lnTo>
                <a:lnTo>
                  <a:pt x="1188894" y="53918"/>
                </a:lnTo>
                <a:lnTo>
                  <a:pt x="1189354" y="53655"/>
                </a:lnTo>
                <a:lnTo>
                  <a:pt x="1189825" y="53402"/>
                </a:lnTo>
                <a:lnTo>
                  <a:pt x="1190302" y="53160"/>
                </a:lnTo>
                <a:lnTo>
                  <a:pt x="1190784" y="52929"/>
                </a:lnTo>
                <a:lnTo>
                  <a:pt x="1191271" y="52709"/>
                </a:lnTo>
                <a:lnTo>
                  <a:pt x="1191763" y="52499"/>
                </a:lnTo>
                <a:lnTo>
                  <a:pt x="1192261" y="52300"/>
                </a:lnTo>
                <a:lnTo>
                  <a:pt x="1192764" y="52112"/>
                </a:lnTo>
                <a:lnTo>
                  <a:pt x="1193272" y="51935"/>
                </a:lnTo>
                <a:lnTo>
                  <a:pt x="1193785" y="51768"/>
                </a:lnTo>
                <a:lnTo>
                  <a:pt x="1194304" y="51612"/>
                </a:lnTo>
                <a:lnTo>
                  <a:pt x="1194828" y="51467"/>
                </a:lnTo>
                <a:lnTo>
                  <a:pt x="1195358" y="51333"/>
                </a:lnTo>
                <a:lnTo>
                  <a:pt x="1195892" y="51209"/>
                </a:lnTo>
                <a:lnTo>
                  <a:pt x="1196432" y="51096"/>
                </a:lnTo>
                <a:lnTo>
                  <a:pt x="1196977" y="50994"/>
                </a:lnTo>
                <a:lnTo>
                  <a:pt x="1197527" y="50902"/>
                </a:lnTo>
                <a:lnTo>
                  <a:pt x="1198083" y="50822"/>
                </a:lnTo>
                <a:lnTo>
                  <a:pt x="1198644" y="50752"/>
                </a:lnTo>
                <a:lnTo>
                  <a:pt x="1199210" y="50693"/>
                </a:lnTo>
                <a:lnTo>
                  <a:pt x="1199781" y="50644"/>
                </a:lnTo>
                <a:lnTo>
                  <a:pt x="1200358" y="50607"/>
                </a:lnTo>
                <a:lnTo>
                  <a:pt x="1200940" y="50580"/>
                </a:lnTo>
                <a:lnTo>
                  <a:pt x="1201527" y="50564"/>
                </a:lnTo>
                <a:lnTo>
                  <a:pt x="1202120" y="50558"/>
                </a:lnTo>
                <a:lnTo>
                  <a:pt x="1202976" y="50570"/>
                </a:lnTo>
                <a:lnTo>
                  <a:pt x="1203816" y="50603"/>
                </a:lnTo>
                <a:lnTo>
                  <a:pt x="1204642" y="50659"/>
                </a:lnTo>
                <a:lnTo>
                  <a:pt x="1205452" y="50737"/>
                </a:lnTo>
                <a:lnTo>
                  <a:pt x="1206246" y="50838"/>
                </a:lnTo>
                <a:lnTo>
                  <a:pt x="1207025" y="50961"/>
                </a:lnTo>
                <a:lnTo>
                  <a:pt x="1207789" y="51107"/>
                </a:lnTo>
                <a:lnTo>
                  <a:pt x="1208538" y="51275"/>
                </a:lnTo>
                <a:lnTo>
                  <a:pt x="1209271" y="51465"/>
                </a:lnTo>
                <a:lnTo>
                  <a:pt x="1209989" y="51677"/>
                </a:lnTo>
                <a:lnTo>
                  <a:pt x="1210691" y="51913"/>
                </a:lnTo>
                <a:lnTo>
                  <a:pt x="1211378" y="52170"/>
                </a:lnTo>
                <a:lnTo>
                  <a:pt x="1212050" y="52450"/>
                </a:lnTo>
                <a:lnTo>
                  <a:pt x="1212706" y="52752"/>
                </a:lnTo>
                <a:lnTo>
                  <a:pt x="1213347" y="53076"/>
                </a:lnTo>
                <a:lnTo>
                  <a:pt x="1213973" y="53423"/>
                </a:lnTo>
                <a:lnTo>
                  <a:pt x="1214583" y="53793"/>
                </a:lnTo>
                <a:lnTo>
                  <a:pt x="1215178" y="54184"/>
                </a:lnTo>
                <a:lnTo>
                  <a:pt x="1215758" y="54598"/>
                </a:lnTo>
                <a:lnTo>
                  <a:pt x="1216322" y="55035"/>
                </a:lnTo>
                <a:lnTo>
                  <a:pt x="1216871" y="55494"/>
                </a:lnTo>
                <a:lnTo>
                  <a:pt x="1217404" y="55975"/>
                </a:lnTo>
                <a:lnTo>
                  <a:pt x="1217922" y="56479"/>
                </a:lnTo>
                <a:lnTo>
                  <a:pt x="1218425" y="57005"/>
                </a:lnTo>
                <a:lnTo>
                  <a:pt x="1218910" y="57545"/>
                </a:lnTo>
                <a:lnTo>
                  <a:pt x="1219374" y="58103"/>
                </a:lnTo>
                <a:lnTo>
                  <a:pt x="1219817" y="58679"/>
                </a:lnTo>
                <a:lnTo>
                  <a:pt x="1220240" y="59273"/>
                </a:lnTo>
                <a:lnTo>
                  <a:pt x="1220642" y="59884"/>
                </a:lnTo>
                <a:lnTo>
                  <a:pt x="1221024" y="60512"/>
                </a:lnTo>
                <a:lnTo>
                  <a:pt x="1221385" y="61158"/>
                </a:lnTo>
                <a:lnTo>
                  <a:pt x="1221725" y="61822"/>
                </a:lnTo>
                <a:lnTo>
                  <a:pt x="1222045" y="62503"/>
                </a:lnTo>
                <a:lnTo>
                  <a:pt x="1222344" y="63201"/>
                </a:lnTo>
                <a:lnTo>
                  <a:pt x="1222622" y="63918"/>
                </a:lnTo>
                <a:lnTo>
                  <a:pt x="1222880" y="64652"/>
                </a:lnTo>
                <a:lnTo>
                  <a:pt x="1223118" y="65403"/>
                </a:lnTo>
                <a:lnTo>
                  <a:pt x="1223334" y="66172"/>
                </a:lnTo>
                <a:lnTo>
                  <a:pt x="1223530" y="66958"/>
                </a:lnTo>
                <a:lnTo>
                  <a:pt x="1223705" y="67762"/>
                </a:lnTo>
                <a:lnTo>
                  <a:pt x="1223860" y="68584"/>
                </a:lnTo>
                <a:lnTo>
                  <a:pt x="1223994" y="69423"/>
                </a:lnTo>
                <a:lnTo>
                  <a:pt x="1224108" y="70280"/>
                </a:lnTo>
                <a:lnTo>
                  <a:pt x="1224200" y="71154"/>
                </a:lnTo>
                <a:lnTo>
                  <a:pt x="1224273" y="72046"/>
                </a:lnTo>
                <a:lnTo>
                  <a:pt x="1224324" y="72955"/>
                </a:lnTo>
                <a:lnTo>
                  <a:pt x="1224355" y="73882"/>
                </a:lnTo>
                <a:lnTo>
                  <a:pt x="1224365" y="74826"/>
                </a:lnTo>
                <a:lnTo>
                  <a:pt x="1224365" y="135496"/>
                </a:lnTo>
                <a:lnTo>
                  <a:pt x="1239280" y="135496"/>
                </a:lnTo>
                <a:lnTo>
                  <a:pt x="1239280" y="73815"/>
                </a:lnTo>
                <a:lnTo>
                  <a:pt x="1239273" y="72790"/>
                </a:lnTo>
                <a:lnTo>
                  <a:pt x="1239252" y="71781"/>
                </a:lnTo>
                <a:lnTo>
                  <a:pt x="1239216" y="70786"/>
                </a:lnTo>
                <a:lnTo>
                  <a:pt x="1239166" y="69806"/>
                </a:lnTo>
                <a:lnTo>
                  <a:pt x="1239102" y="68841"/>
                </a:lnTo>
                <a:lnTo>
                  <a:pt x="1239023" y="67890"/>
                </a:lnTo>
                <a:lnTo>
                  <a:pt x="1238931" y="66955"/>
                </a:lnTo>
                <a:lnTo>
                  <a:pt x="1238824" y="66035"/>
                </a:lnTo>
                <a:lnTo>
                  <a:pt x="1238702" y="65129"/>
                </a:lnTo>
                <a:lnTo>
                  <a:pt x="1238567" y="64239"/>
                </a:lnTo>
                <a:lnTo>
                  <a:pt x="1238417" y="63363"/>
                </a:lnTo>
                <a:lnTo>
                  <a:pt x="1238253" y="62503"/>
                </a:lnTo>
                <a:lnTo>
                  <a:pt x="1238075" y="61657"/>
                </a:lnTo>
                <a:lnTo>
                  <a:pt x="1237882" y="60826"/>
                </a:lnTo>
                <a:lnTo>
                  <a:pt x="1237675" y="60010"/>
                </a:lnTo>
                <a:lnTo>
                  <a:pt x="1237454" y="59209"/>
                </a:lnTo>
                <a:lnTo>
                  <a:pt x="1237219" y="58423"/>
                </a:lnTo>
                <a:lnTo>
                  <a:pt x="1236969" y="57652"/>
                </a:lnTo>
                <a:lnTo>
                  <a:pt x="1236706" y="56896"/>
                </a:lnTo>
                <a:lnTo>
                  <a:pt x="1236427" y="56155"/>
                </a:lnTo>
                <a:lnTo>
                  <a:pt x="1236135" y="55429"/>
                </a:lnTo>
                <a:lnTo>
                  <a:pt x="1235828" y="54717"/>
                </a:lnTo>
                <a:lnTo>
                  <a:pt x="1235507" y="54021"/>
                </a:lnTo>
                <a:lnTo>
                  <a:pt x="1235172" y="53339"/>
                </a:lnTo>
                <a:lnTo>
                  <a:pt x="1234824" y="52667"/>
                </a:lnTo>
                <a:lnTo>
                  <a:pt x="1234465" y="52009"/>
                </a:lnTo>
                <a:lnTo>
                  <a:pt x="1234094" y="51366"/>
                </a:lnTo>
                <a:lnTo>
                  <a:pt x="1233712" y="50737"/>
                </a:lnTo>
                <a:lnTo>
                  <a:pt x="1233318" y="50123"/>
                </a:lnTo>
                <a:lnTo>
                  <a:pt x="1232913" y="49523"/>
                </a:lnTo>
                <a:lnTo>
                  <a:pt x="1232496" y="48938"/>
                </a:lnTo>
                <a:lnTo>
                  <a:pt x="1232069" y="48368"/>
                </a:lnTo>
                <a:lnTo>
                  <a:pt x="1231629" y="47811"/>
                </a:lnTo>
                <a:lnTo>
                  <a:pt x="1231179" y="47269"/>
                </a:lnTo>
                <a:lnTo>
                  <a:pt x="1230716" y="46742"/>
                </a:lnTo>
                <a:lnTo>
                  <a:pt x="1230243" y="46229"/>
                </a:lnTo>
                <a:lnTo>
                  <a:pt x="1229758" y="45731"/>
                </a:lnTo>
                <a:lnTo>
                  <a:pt x="1229262" y="45247"/>
                </a:lnTo>
                <a:lnTo>
                  <a:pt x="1228754" y="44778"/>
                </a:lnTo>
                <a:lnTo>
                  <a:pt x="1228235" y="44323"/>
                </a:lnTo>
                <a:lnTo>
                  <a:pt x="1227704" y="43882"/>
                </a:lnTo>
                <a:lnTo>
                  <a:pt x="1227162" y="43456"/>
                </a:lnTo>
                <a:lnTo>
                  <a:pt x="1226609" y="43045"/>
                </a:lnTo>
                <a:lnTo>
                  <a:pt x="1226044" y="42648"/>
                </a:lnTo>
                <a:lnTo>
                  <a:pt x="1225467" y="42266"/>
                </a:lnTo>
                <a:lnTo>
                  <a:pt x="1224880" y="41898"/>
                </a:lnTo>
                <a:lnTo>
                  <a:pt x="1224281" y="41544"/>
                </a:lnTo>
                <a:lnTo>
                  <a:pt x="1223670" y="41205"/>
                </a:lnTo>
                <a:lnTo>
                  <a:pt x="1223050" y="40875"/>
                </a:lnTo>
                <a:lnTo>
                  <a:pt x="1222421" y="40559"/>
                </a:lnTo>
                <a:lnTo>
                  <a:pt x="1221783" y="40257"/>
                </a:lnTo>
                <a:lnTo>
                  <a:pt x="1221137" y="39969"/>
                </a:lnTo>
                <a:lnTo>
                  <a:pt x="1220482" y="39695"/>
                </a:lnTo>
                <a:lnTo>
                  <a:pt x="1219819" y="39436"/>
                </a:lnTo>
                <a:lnTo>
                  <a:pt x="1219147" y="39190"/>
                </a:lnTo>
                <a:lnTo>
                  <a:pt x="1218467" y="38958"/>
                </a:lnTo>
                <a:lnTo>
                  <a:pt x="1217778" y="38740"/>
                </a:lnTo>
                <a:lnTo>
                  <a:pt x="1217081" y="38537"/>
                </a:lnTo>
                <a:lnTo>
                  <a:pt x="1216375" y="38347"/>
                </a:lnTo>
                <a:lnTo>
                  <a:pt x="1215660" y="38172"/>
                </a:lnTo>
                <a:lnTo>
                  <a:pt x="1214937" y="38010"/>
                </a:lnTo>
                <a:lnTo>
                  <a:pt x="1214205" y="37863"/>
                </a:lnTo>
                <a:lnTo>
                  <a:pt x="1213465" y="37729"/>
                </a:lnTo>
                <a:lnTo>
                  <a:pt x="1212716" y="37610"/>
                </a:lnTo>
                <a:lnTo>
                  <a:pt x="1211959" y="37504"/>
                </a:lnTo>
                <a:lnTo>
                  <a:pt x="1211193" y="37413"/>
                </a:lnTo>
                <a:lnTo>
                  <a:pt x="1210418" y="37336"/>
                </a:lnTo>
                <a:lnTo>
                  <a:pt x="1209635" y="37273"/>
                </a:lnTo>
                <a:lnTo>
                  <a:pt x="1208843" y="37224"/>
                </a:lnTo>
                <a:lnTo>
                  <a:pt x="1208043" y="37188"/>
                </a:lnTo>
                <a:lnTo>
                  <a:pt x="1207235" y="37167"/>
                </a:lnTo>
                <a:lnTo>
                  <a:pt x="1206417" y="37160"/>
                </a:lnTo>
                <a:lnTo>
                  <a:pt x="1205508" y="37168"/>
                </a:lnTo>
                <a:lnTo>
                  <a:pt x="1204613" y="37192"/>
                </a:lnTo>
                <a:lnTo>
                  <a:pt x="1203731" y="37232"/>
                </a:lnTo>
                <a:lnTo>
                  <a:pt x="1202864" y="37287"/>
                </a:lnTo>
                <a:lnTo>
                  <a:pt x="1202011" y="37358"/>
                </a:lnTo>
                <a:lnTo>
                  <a:pt x="1201172" y="37445"/>
                </a:lnTo>
                <a:lnTo>
                  <a:pt x="1200347" y="37547"/>
                </a:lnTo>
                <a:lnTo>
                  <a:pt x="1199536" y="37666"/>
                </a:lnTo>
                <a:lnTo>
                  <a:pt x="1198739" y="37800"/>
                </a:lnTo>
                <a:lnTo>
                  <a:pt x="1197956" y="37950"/>
                </a:lnTo>
                <a:lnTo>
                  <a:pt x="1197187" y="38116"/>
                </a:lnTo>
                <a:lnTo>
                  <a:pt x="1196432" y="38298"/>
                </a:lnTo>
                <a:lnTo>
                  <a:pt x="1195691" y="38495"/>
                </a:lnTo>
                <a:lnTo>
                  <a:pt x="1194964" y="38709"/>
                </a:lnTo>
                <a:lnTo>
                  <a:pt x="1194252" y="38938"/>
                </a:lnTo>
                <a:lnTo>
                  <a:pt x="1193553" y="39183"/>
                </a:lnTo>
                <a:lnTo>
                  <a:pt x="1192868" y="39443"/>
                </a:lnTo>
                <a:lnTo>
                  <a:pt x="1192198" y="39720"/>
                </a:lnTo>
                <a:lnTo>
                  <a:pt x="1191541" y="40012"/>
                </a:lnTo>
                <a:lnTo>
                  <a:pt x="1190899" y="40320"/>
                </a:lnTo>
                <a:lnTo>
                  <a:pt x="1190270" y="40644"/>
                </a:lnTo>
                <a:lnTo>
                  <a:pt x="1189656" y="40984"/>
                </a:lnTo>
                <a:lnTo>
                  <a:pt x="1189055" y="41339"/>
                </a:lnTo>
                <a:lnTo>
                  <a:pt x="1188469" y="41711"/>
                </a:lnTo>
                <a:lnTo>
                  <a:pt x="1187896" y="42090"/>
                </a:lnTo>
                <a:lnTo>
                  <a:pt x="1187335" y="42479"/>
                </a:lnTo>
                <a:lnTo>
                  <a:pt x="1186786" y="42878"/>
                </a:lnTo>
                <a:lnTo>
                  <a:pt x="1186250" y="43287"/>
                </a:lnTo>
                <a:lnTo>
                  <a:pt x="1185726" y="43706"/>
                </a:lnTo>
                <a:lnTo>
                  <a:pt x="1185214" y="44136"/>
                </a:lnTo>
                <a:lnTo>
                  <a:pt x="1184715" y="44575"/>
                </a:lnTo>
                <a:lnTo>
                  <a:pt x="1184228" y="45025"/>
                </a:lnTo>
                <a:lnTo>
                  <a:pt x="1183753" y="45485"/>
                </a:lnTo>
                <a:lnTo>
                  <a:pt x="1183290" y="45955"/>
                </a:lnTo>
                <a:lnTo>
                  <a:pt x="1182840" y="46434"/>
                </a:lnTo>
                <a:lnTo>
                  <a:pt x="1182402" y="46924"/>
                </a:lnTo>
                <a:lnTo>
                  <a:pt x="1181976" y="47425"/>
                </a:lnTo>
                <a:lnTo>
                  <a:pt x="1181563" y="47935"/>
                </a:lnTo>
                <a:lnTo>
                  <a:pt x="1181162" y="48455"/>
                </a:lnTo>
                <a:lnTo>
                  <a:pt x="1180773" y="48985"/>
                </a:lnTo>
                <a:lnTo>
                  <a:pt x="1180396" y="49526"/>
                </a:lnTo>
                <a:lnTo>
                  <a:pt x="1180032" y="50076"/>
                </a:lnTo>
                <a:lnTo>
                  <a:pt x="1179680" y="50637"/>
                </a:lnTo>
                <a:lnTo>
                  <a:pt x="1179340" y="51208"/>
                </a:lnTo>
                <a:lnTo>
                  <a:pt x="1179013" y="51789"/>
                </a:lnTo>
                <a:lnTo>
                  <a:pt x="1178698" y="52380"/>
                </a:lnTo>
                <a:lnTo>
                  <a:pt x="1178395" y="52981"/>
                </a:lnTo>
                <a:lnTo>
                  <a:pt x="1178105" y="53592"/>
                </a:lnTo>
                <a:lnTo>
                  <a:pt x="1176841" y="53592"/>
                </a:lnTo>
                <a:lnTo>
                  <a:pt x="1176841" y="38424"/>
                </a:lnTo>
                <a:lnTo>
                  <a:pt x="1162431" y="38424"/>
                </a:lnTo>
                <a:lnTo>
                  <a:pt x="1162431" y="135496"/>
                </a:lnTo>
                <a:lnTo>
                  <a:pt x="1177346" y="135496"/>
                </a:lnTo>
                <a:lnTo>
                  <a:pt x="1177346" y="77102"/>
                </a:lnTo>
                <a:lnTo>
                  <a:pt x="1177352" y="76400"/>
                </a:lnTo>
                <a:lnTo>
                  <a:pt x="1177368" y="75708"/>
                </a:lnTo>
                <a:lnTo>
                  <a:pt x="1177396" y="75024"/>
                </a:lnTo>
                <a:lnTo>
                  <a:pt x="1177436" y="74349"/>
                </a:lnTo>
                <a:lnTo>
                  <a:pt x="1177486" y="73683"/>
                </a:lnTo>
                <a:lnTo>
                  <a:pt x="1177547" y="73025"/>
                </a:lnTo>
                <a:close/>
                <a:moveTo>
                  <a:pt x="1739497" y="72377"/>
                </a:moveTo>
                <a:lnTo>
                  <a:pt x="1739581" y="71737"/>
                </a:lnTo>
                <a:lnTo>
                  <a:pt x="1739677" y="71106"/>
                </a:lnTo>
                <a:lnTo>
                  <a:pt x="1739783" y="70483"/>
                </a:lnTo>
                <a:lnTo>
                  <a:pt x="1739900" y="69870"/>
                </a:lnTo>
                <a:lnTo>
                  <a:pt x="1740029" y="69265"/>
                </a:lnTo>
                <a:lnTo>
                  <a:pt x="1740169" y="68669"/>
                </a:lnTo>
                <a:lnTo>
                  <a:pt x="1740320" y="68082"/>
                </a:lnTo>
                <a:lnTo>
                  <a:pt x="1740482" y="67503"/>
                </a:lnTo>
                <a:lnTo>
                  <a:pt x="1740656" y="66934"/>
                </a:lnTo>
                <a:lnTo>
                  <a:pt x="1740840" y="66373"/>
                </a:lnTo>
                <a:lnTo>
                  <a:pt x="1741036" y="65821"/>
                </a:lnTo>
                <a:lnTo>
                  <a:pt x="1741243" y="65277"/>
                </a:lnTo>
                <a:lnTo>
                  <a:pt x="1741462" y="64743"/>
                </a:lnTo>
                <a:lnTo>
                  <a:pt x="1741691" y="64217"/>
                </a:lnTo>
                <a:lnTo>
                  <a:pt x="1741932" y="63700"/>
                </a:lnTo>
                <a:lnTo>
                  <a:pt x="1742183" y="63192"/>
                </a:lnTo>
                <a:lnTo>
                  <a:pt x="1742446" y="62692"/>
                </a:lnTo>
                <a:lnTo>
                  <a:pt x="1742719" y="62202"/>
                </a:lnTo>
                <a:lnTo>
                  <a:pt x="1743000" y="61722"/>
                </a:lnTo>
                <a:lnTo>
                  <a:pt x="1743289" y="61252"/>
                </a:lnTo>
                <a:lnTo>
                  <a:pt x="1743586" y="60791"/>
                </a:lnTo>
                <a:lnTo>
                  <a:pt x="1743891" y="60341"/>
                </a:lnTo>
                <a:lnTo>
                  <a:pt x="1744204" y="59900"/>
                </a:lnTo>
                <a:lnTo>
                  <a:pt x="1744525" y="59469"/>
                </a:lnTo>
                <a:lnTo>
                  <a:pt x="1744855" y="59048"/>
                </a:lnTo>
                <a:lnTo>
                  <a:pt x="1745193" y="58637"/>
                </a:lnTo>
                <a:lnTo>
                  <a:pt x="1745538" y="58236"/>
                </a:lnTo>
                <a:lnTo>
                  <a:pt x="1745892" y="57844"/>
                </a:lnTo>
                <a:lnTo>
                  <a:pt x="1746254" y="57463"/>
                </a:lnTo>
                <a:lnTo>
                  <a:pt x="1746624" y="57091"/>
                </a:lnTo>
                <a:lnTo>
                  <a:pt x="1747002" y="56729"/>
                </a:lnTo>
                <a:lnTo>
                  <a:pt x="1747389" y="56378"/>
                </a:lnTo>
                <a:lnTo>
                  <a:pt x="1747783" y="56036"/>
                </a:lnTo>
                <a:lnTo>
                  <a:pt x="1748186" y="55703"/>
                </a:lnTo>
                <a:lnTo>
                  <a:pt x="1748596" y="55381"/>
                </a:lnTo>
                <a:lnTo>
                  <a:pt x="1749015" y="55069"/>
                </a:lnTo>
                <a:lnTo>
                  <a:pt x="1749442" y="54766"/>
                </a:lnTo>
                <a:lnTo>
                  <a:pt x="1749877" y="54474"/>
                </a:lnTo>
                <a:lnTo>
                  <a:pt x="1750320" y="54191"/>
                </a:lnTo>
                <a:lnTo>
                  <a:pt x="1750772" y="53918"/>
                </a:lnTo>
                <a:lnTo>
                  <a:pt x="1751231" y="53655"/>
                </a:lnTo>
                <a:lnTo>
                  <a:pt x="1751702" y="53402"/>
                </a:lnTo>
                <a:lnTo>
                  <a:pt x="1752179" y="53160"/>
                </a:lnTo>
                <a:lnTo>
                  <a:pt x="1752661" y="52929"/>
                </a:lnTo>
                <a:lnTo>
                  <a:pt x="1753148" y="52709"/>
                </a:lnTo>
                <a:lnTo>
                  <a:pt x="1753640" y="52499"/>
                </a:lnTo>
                <a:lnTo>
                  <a:pt x="1754138" y="52300"/>
                </a:lnTo>
                <a:lnTo>
                  <a:pt x="1754641" y="52112"/>
                </a:lnTo>
                <a:lnTo>
                  <a:pt x="1755149" y="51935"/>
                </a:lnTo>
                <a:lnTo>
                  <a:pt x="1755663" y="51768"/>
                </a:lnTo>
                <a:lnTo>
                  <a:pt x="1756181" y="51612"/>
                </a:lnTo>
                <a:lnTo>
                  <a:pt x="1756705" y="51467"/>
                </a:lnTo>
                <a:lnTo>
                  <a:pt x="1757235" y="51333"/>
                </a:lnTo>
                <a:lnTo>
                  <a:pt x="1757769" y="51209"/>
                </a:lnTo>
                <a:lnTo>
                  <a:pt x="1758309" y="51096"/>
                </a:lnTo>
                <a:lnTo>
                  <a:pt x="1758854" y="50994"/>
                </a:lnTo>
                <a:lnTo>
                  <a:pt x="1759405" y="50902"/>
                </a:lnTo>
                <a:lnTo>
                  <a:pt x="1759960" y="50822"/>
                </a:lnTo>
                <a:lnTo>
                  <a:pt x="1760521" y="50752"/>
                </a:lnTo>
                <a:lnTo>
                  <a:pt x="1761087" y="50693"/>
                </a:lnTo>
                <a:lnTo>
                  <a:pt x="1761659" y="50644"/>
                </a:lnTo>
                <a:lnTo>
                  <a:pt x="1762235" y="50607"/>
                </a:lnTo>
                <a:lnTo>
                  <a:pt x="1762817" y="50580"/>
                </a:lnTo>
                <a:lnTo>
                  <a:pt x="1763404" y="50564"/>
                </a:lnTo>
                <a:lnTo>
                  <a:pt x="1763997" y="50558"/>
                </a:lnTo>
                <a:lnTo>
                  <a:pt x="1764853" y="50570"/>
                </a:lnTo>
                <a:lnTo>
                  <a:pt x="1765694" y="50603"/>
                </a:lnTo>
                <a:lnTo>
                  <a:pt x="1766519" y="50659"/>
                </a:lnTo>
                <a:lnTo>
                  <a:pt x="1767329" y="50737"/>
                </a:lnTo>
                <a:lnTo>
                  <a:pt x="1768123" y="50838"/>
                </a:lnTo>
                <a:lnTo>
                  <a:pt x="1768903" y="50961"/>
                </a:lnTo>
                <a:lnTo>
                  <a:pt x="1769666" y="51107"/>
                </a:lnTo>
                <a:lnTo>
                  <a:pt x="1770415" y="51275"/>
                </a:lnTo>
                <a:lnTo>
                  <a:pt x="1771148" y="51465"/>
                </a:lnTo>
                <a:lnTo>
                  <a:pt x="1771866" y="51677"/>
                </a:lnTo>
                <a:lnTo>
                  <a:pt x="1772568" y="51913"/>
                </a:lnTo>
                <a:lnTo>
                  <a:pt x="1773255" y="52170"/>
                </a:lnTo>
                <a:lnTo>
                  <a:pt x="1773927" y="52450"/>
                </a:lnTo>
                <a:lnTo>
                  <a:pt x="1774583" y="52752"/>
                </a:lnTo>
                <a:lnTo>
                  <a:pt x="1775224" y="53076"/>
                </a:lnTo>
                <a:lnTo>
                  <a:pt x="1775850" y="53423"/>
                </a:lnTo>
                <a:lnTo>
                  <a:pt x="1776460" y="53793"/>
                </a:lnTo>
                <a:lnTo>
                  <a:pt x="1777055" y="54184"/>
                </a:lnTo>
                <a:lnTo>
                  <a:pt x="1777635" y="54598"/>
                </a:lnTo>
                <a:lnTo>
                  <a:pt x="1778199" y="55035"/>
                </a:lnTo>
                <a:lnTo>
                  <a:pt x="1778748" y="55494"/>
                </a:lnTo>
                <a:lnTo>
                  <a:pt x="1779281" y="55975"/>
                </a:lnTo>
                <a:lnTo>
                  <a:pt x="1779799" y="56479"/>
                </a:lnTo>
                <a:lnTo>
                  <a:pt x="1780302" y="57005"/>
                </a:lnTo>
                <a:lnTo>
                  <a:pt x="1780787" y="57545"/>
                </a:lnTo>
                <a:lnTo>
                  <a:pt x="1781251" y="58103"/>
                </a:lnTo>
                <a:lnTo>
                  <a:pt x="1781694" y="58679"/>
                </a:lnTo>
                <a:lnTo>
                  <a:pt x="1782117" y="59273"/>
                </a:lnTo>
                <a:lnTo>
                  <a:pt x="1782519" y="59884"/>
                </a:lnTo>
                <a:lnTo>
                  <a:pt x="1782901" y="60512"/>
                </a:lnTo>
                <a:lnTo>
                  <a:pt x="1783262" y="61158"/>
                </a:lnTo>
                <a:lnTo>
                  <a:pt x="1783602" y="61822"/>
                </a:lnTo>
                <a:lnTo>
                  <a:pt x="1783922" y="62503"/>
                </a:lnTo>
                <a:lnTo>
                  <a:pt x="1784221" y="63201"/>
                </a:lnTo>
                <a:lnTo>
                  <a:pt x="1784500" y="63918"/>
                </a:lnTo>
                <a:lnTo>
                  <a:pt x="1784757" y="64652"/>
                </a:lnTo>
                <a:lnTo>
                  <a:pt x="1784995" y="65403"/>
                </a:lnTo>
                <a:lnTo>
                  <a:pt x="1785211" y="66172"/>
                </a:lnTo>
                <a:lnTo>
                  <a:pt x="1785407" y="66958"/>
                </a:lnTo>
                <a:lnTo>
                  <a:pt x="1785583" y="67762"/>
                </a:lnTo>
                <a:lnTo>
                  <a:pt x="1785737" y="68584"/>
                </a:lnTo>
                <a:lnTo>
                  <a:pt x="1785871" y="69423"/>
                </a:lnTo>
                <a:lnTo>
                  <a:pt x="1785985" y="70280"/>
                </a:lnTo>
                <a:lnTo>
                  <a:pt x="1786078" y="71154"/>
                </a:lnTo>
                <a:lnTo>
                  <a:pt x="1786150" y="72046"/>
                </a:lnTo>
                <a:lnTo>
                  <a:pt x="1786201" y="72955"/>
                </a:lnTo>
                <a:lnTo>
                  <a:pt x="1786232" y="73882"/>
                </a:lnTo>
                <a:lnTo>
                  <a:pt x="1786243" y="74826"/>
                </a:lnTo>
                <a:lnTo>
                  <a:pt x="1786243" y="135496"/>
                </a:lnTo>
                <a:lnTo>
                  <a:pt x="1801157" y="135496"/>
                </a:lnTo>
                <a:lnTo>
                  <a:pt x="1801157" y="73815"/>
                </a:lnTo>
                <a:lnTo>
                  <a:pt x="1801150" y="72790"/>
                </a:lnTo>
                <a:lnTo>
                  <a:pt x="1801129" y="71781"/>
                </a:lnTo>
                <a:lnTo>
                  <a:pt x="1801093" y="70786"/>
                </a:lnTo>
                <a:lnTo>
                  <a:pt x="1801043" y="69806"/>
                </a:lnTo>
                <a:lnTo>
                  <a:pt x="1800979" y="68841"/>
                </a:lnTo>
                <a:lnTo>
                  <a:pt x="1800901" y="67890"/>
                </a:lnTo>
                <a:lnTo>
                  <a:pt x="1800808" y="66955"/>
                </a:lnTo>
                <a:lnTo>
                  <a:pt x="1800701" y="66035"/>
                </a:lnTo>
                <a:lnTo>
                  <a:pt x="1800580" y="65129"/>
                </a:lnTo>
                <a:lnTo>
                  <a:pt x="1800444" y="64239"/>
                </a:lnTo>
                <a:lnTo>
                  <a:pt x="1800294" y="63363"/>
                </a:lnTo>
                <a:lnTo>
                  <a:pt x="1800130" y="62503"/>
                </a:lnTo>
                <a:lnTo>
                  <a:pt x="1799952" y="61657"/>
                </a:lnTo>
                <a:lnTo>
                  <a:pt x="1799759" y="60826"/>
                </a:lnTo>
                <a:lnTo>
                  <a:pt x="1799553" y="60010"/>
                </a:lnTo>
                <a:lnTo>
                  <a:pt x="1799332" y="59209"/>
                </a:lnTo>
                <a:lnTo>
                  <a:pt x="1799096" y="58423"/>
                </a:lnTo>
                <a:lnTo>
                  <a:pt x="1798847" y="57652"/>
                </a:lnTo>
                <a:lnTo>
                  <a:pt x="1798583" y="56896"/>
                </a:lnTo>
                <a:lnTo>
                  <a:pt x="1798305" y="56155"/>
                </a:lnTo>
                <a:lnTo>
                  <a:pt x="1798012" y="55429"/>
                </a:lnTo>
                <a:lnTo>
                  <a:pt x="1797705" y="54717"/>
                </a:lnTo>
                <a:lnTo>
                  <a:pt x="1797385" y="54021"/>
                </a:lnTo>
                <a:lnTo>
                  <a:pt x="1797049" y="53339"/>
                </a:lnTo>
                <a:lnTo>
                  <a:pt x="1796701" y="52667"/>
                </a:lnTo>
                <a:lnTo>
                  <a:pt x="1796342" y="52009"/>
                </a:lnTo>
                <a:lnTo>
                  <a:pt x="1795971" y="51366"/>
                </a:lnTo>
                <a:lnTo>
                  <a:pt x="1795589" y="50737"/>
                </a:lnTo>
                <a:lnTo>
                  <a:pt x="1795195" y="50123"/>
                </a:lnTo>
                <a:lnTo>
                  <a:pt x="1794790" y="49523"/>
                </a:lnTo>
                <a:lnTo>
                  <a:pt x="1794374" y="48938"/>
                </a:lnTo>
                <a:lnTo>
                  <a:pt x="1793946" y="48368"/>
                </a:lnTo>
                <a:lnTo>
                  <a:pt x="1793506" y="47811"/>
                </a:lnTo>
                <a:lnTo>
                  <a:pt x="1793056" y="47269"/>
                </a:lnTo>
                <a:lnTo>
                  <a:pt x="1792593" y="46742"/>
                </a:lnTo>
                <a:lnTo>
                  <a:pt x="1792120" y="46229"/>
                </a:lnTo>
                <a:lnTo>
                  <a:pt x="1791635" y="45731"/>
                </a:lnTo>
                <a:lnTo>
                  <a:pt x="1791139" y="45247"/>
                </a:lnTo>
                <a:lnTo>
                  <a:pt x="1790631" y="44778"/>
                </a:lnTo>
                <a:lnTo>
                  <a:pt x="1790112" y="44323"/>
                </a:lnTo>
                <a:lnTo>
                  <a:pt x="1789581" y="43882"/>
                </a:lnTo>
                <a:lnTo>
                  <a:pt x="1789039" y="43456"/>
                </a:lnTo>
                <a:lnTo>
                  <a:pt x="1788486" y="43045"/>
                </a:lnTo>
                <a:lnTo>
                  <a:pt x="1787921" y="42648"/>
                </a:lnTo>
                <a:lnTo>
                  <a:pt x="1787345" y="42266"/>
                </a:lnTo>
                <a:lnTo>
                  <a:pt x="1786757" y="41898"/>
                </a:lnTo>
                <a:lnTo>
                  <a:pt x="1786158" y="41544"/>
                </a:lnTo>
                <a:lnTo>
                  <a:pt x="1785547" y="41205"/>
                </a:lnTo>
                <a:lnTo>
                  <a:pt x="1784927" y="40875"/>
                </a:lnTo>
                <a:lnTo>
                  <a:pt x="1784298" y="40559"/>
                </a:lnTo>
                <a:lnTo>
                  <a:pt x="1783660" y="40257"/>
                </a:lnTo>
                <a:lnTo>
                  <a:pt x="1783014" y="39969"/>
                </a:lnTo>
                <a:lnTo>
                  <a:pt x="1782359" y="39695"/>
                </a:lnTo>
                <a:lnTo>
                  <a:pt x="1781696" y="39436"/>
                </a:lnTo>
                <a:lnTo>
                  <a:pt x="1781024" y="39190"/>
                </a:lnTo>
                <a:lnTo>
                  <a:pt x="1780344" y="38958"/>
                </a:lnTo>
                <a:lnTo>
                  <a:pt x="1779655" y="38740"/>
                </a:lnTo>
                <a:lnTo>
                  <a:pt x="1778958" y="38537"/>
                </a:lnTo>
                <a:lnTo>
                  <a:pt x="1778252" y="38347"/>
                </a:lnTo>
                <a:lnTo>
                  <a:pt x="1777537" y="38172"/>
                </a:lnTo>
                <a:lnTo>
                  <a:pt x="1776814" y="38010"/>
                </a:lnTo>
                <a:lnTo>
                  <a:pt x="1776082" y="37863"/>
                </a:lnTo>
                <a:lnTo>
                  <a:pt x="1775342" y="37729"/>
                </a:lnTo>
                <a:lnTo>
                  <a:pt x="1774593" y="37610"/>
                </a:lnTo>
                <a:lnTo>
                  <a:pt x="1773836" y="37504"/>
                </a:lnTo>
                <a:lnTo>
                  <a:pt x="1773070" y="37413"/>
                </a:lnTo>
                <a:lnTo>
                  <a:pt x="1772295" y="37336"/>
                </a:lnTo>
                <a:lnTo>
                  <a:pt x="1771512" y="37273"/>
                </a:lnTo>
                <a:lnTo>
                  <a:pt x="1770721" y="37224"/>
                </a:lnTo>
                <a:lnTo>
                  <a:pt x="1769920" y="37188"/>
                </a:lnTo>
                <a:lnTo>
                  <a:pt x="1769112" y="37167"/>
                </a:lnTo>
                <a:lnTo>
                  <a:pt x="1768294" y="37160"/>
                </a:lnTo>
                <a:lnTo>
                  <a:pt x="1767385" y="37168"/>
                </a:lnTo>
                <a:lnTo>
                  <a:pt x="1766490" y="37192"/>
                </a:lnTo>
                <a:lnTo>
                  <a:pt x="1765608" y="37232"/>
                </a:lnTo>
                <a:lnTo>
                  <a:pt x="1764741" y="37287"/>
                </a:lnTo>
                <a:lnTo>
                  <a:pt x="1763888" y="37358"/>
                </a:lnTo>
                <a:lnTo>
                  <a:pt x="1763049" y="37445"/>
                </a:lnTo>
                <a:lnTo>
                  <a:pt x="1762224" y="37547"/>
                </a:lnTo>
                <a:lnTo>
                  <a:pt x="1761413" y="37666"/>
                </a:lnTo>
                <a:lnTo>
                  <a:pt x="1760616" y="37800"/>
                </a:lnTo>
                <a:lnTo>
                  <a:pt x="1759833" y="37950"/>
                </a:lnTo>
                <a:lnTo>
                  <a:pt x="1759064" y="38116"/>
                </a:lnTo>
                <a:lnTo>
                  <a:pt x="1758309" y="38298"/>
                </a:lnTo>
                <a:lnTo>
                  <a:pt x="1757568" y="38495"/>
                </a:lnTo>
                <a:lnTo>
                  <a:pt x="1756841" y="38709"/>
                </a:lnTo>
                <a:lnTo>
                  <a:pt x="1756129" y="38938"/>
                </a:lnTo>
                <a:lnTo>
                  <a:pt x="1755430" y="39183"/>
                </a:lnTo>
                <a:lnTo>
                  <a:pt x="1754745" y="39443"/>
                </a:lnTo>
                <a:lnTo>
                  <a:pt x="1754075" y="39720"/>
                </a:lnTo>
                <a:lnTo>
                  <a:pt x="1753418" y="40012"/>
                </a:lnTo>
                <a:lnTo>
                  <a:pt x="1752776" y="40320"/>
                </a:lnTo>
                <a:lnTo>
                  <a:pt x="1752147" y="40644"/>
                </a:lnTo>
                <a:lnTo>
                  <a:pt x="1751533" y="40984"/>
                </a:lnTo>
                <a:lnTo>
                  <a:pt x="1750932" y="41339"/>
                </a:lnTo>
                <a:lnTo>
                  <a:pt x="1750346" y="41711"/>
                </a:lnTo>
                <a:lnTo>
                  <a:pt x="1749773" y="42090"/>
                </a:lnTo>
                <a:lnTo>
                  <a:pt x="1749212" y="42479"/>
                </a:lnTo>
                <a:lnTo>
                  <a:pt x="1748663" y="42878"/>
                </a:lnTo>
                <a:lnTo>
                  <a:pt x="1748127" y="43287"/>
                </a:lnTo>
                <a:lnTo>
                  <a:pt x="1747603" y="43706"/>
                </a:lnTo>
                <a:lnTo>
                  <a:pt x="1747091" y="44136"/>
                </a:lnTo>
                <a:lnTo>
                  <a:pt x="1746592" y="44575"/>
                </a:lnTo>
                <a:lnTo>
                  <a:pt x="1746105" y="45025"/>
                </a:lnTo>
                <a:lnTo>
                  <a:pt x="1745630" y="45485"/>
                </a:lnTo>
                <a:lnTo>
                  <a:pt x="1745167" y="45955"/>
                </a:lnTo>
                <a:lnTo>
                  <a:pt x="1744717" y="46434"/>
                </a:lnTo>
                <a:lnTo>
                  <a:pt x="1744279" y="46924"/>
                </a:lnTo>
                <a:lnTo>
                  <a:pt x="1743853" y="47425"/>
                </a:lnTo>
                <a:lnTo>
                  <a:pt x="1743440" y="47935"/>
                </a:lnTo>
                <a:lnTo>
                  <a:pt x="1743039" y="48455"/>
                </a:lnTo>
                <a:lnTo>
                  <a:pt x="1742650" y="48985"/>
                </a:lnTo>
                <a:lnTo>
                  <a:pt x="1742273" y="49526"/>
                </a:lnTo>
                <a:lnTo>
                  <a:pt x="1741909" y="50076"/>
                </a:lnTo>
                <a:lnTo>
                  <a:pt x="1741557" y="50637"/>
                </a:lnTo>
                <a:lnTo>
                  <a:pt x="1741218" y="51208"/>
                </a:lnTo>
                <a:lnTo>
                  <a:pt x="1740890" y="51789"/>
                </a:lnTo>
                <a:lnTo>
                  <a:pt x="1740575" y="52380"/>
                </a:lnTo>
                <a:lnTo>
                  <a:pt x="1740272" y="52981"/>
                </a:lnTo>
                <a:lnTo>
                  <a:pt x="1739982" y="53592"/>
                </a:lnTo>
                <a:lnTo>
                  <a:pt x="1738718" y="53592"/>
                </a:lnTo>
                <a:lnTo>
                  <a:pt x="1738718" y="38424"/>
                </a:lnTo>
                <a:lnTo>
                  <a:pt x="1724309" y="38424"/>
                </a:lnTo>
                <a:lnTo>
                  <a:pt x="1724309" y="135496"/>
                </a:lnTo>
                <a:lnTo>
                  <a:pt x="1739223" y="135496"/>
                </a:lnTo>
                <a:lnTo>
                  <a:pt x="1739223" y="77102"/>
                </a:lnTo>
                <a:lnTo>
                  <a:pt x="1739229" y="76400"/>
                </a:lnTo>
                <a:lnTo>
                  <a:pt x="1739246" y="75708"/>
                </a:lnTo>
                <a:lnTo>
                  <a:pt x="1739274" y="75024"/>
                </a:lnTo>
                <a:lnTo>
                  <a:pt x="1739313" y="74349"/>
                </a:lnTo>
                <a:lnTo>
                  <a:pt x="1739363" y="73683"/>
                </a:lnTo>
                <a:lnTo>
                  <a:pt x="1739425" y="73025"/>
                </a:lnTo>
                <a:lnTo>
                  <a:pt x="1739497" y="72377"/>
                </a:lnTo>
                <a:close/>
                <a:moveTo>
                  <a:pt x="1843600" y="72377"/>
                </a:moveTo>
                <a:lnTo>
                  <a:pt x="1843684" y="71737"/>
                </a:lnTo>
                <a:lnTo>
                  <a:pt x="1843779" y="71106"/>
                </a:lnTo>
                <a:lnTo>
                  <a:pt x="1843886" y="70483"/>
                </a:lnTo>
                <a:lnTo>
                  <a:pt x="1844003" y="69870"/>
                </a:lnTo>
                <a:lnTo>
                  <a:pt x="1844132" y="69265"/>
                </a:lnTo>
                <a:lnTo>
                  <a:pt x="1844272" y="68669"/>
                </a:lnTo>
                <a:lnTo>
                  <a:pt x="1844423" y="68082"/>
                </a:lnTo>
                <a:lnTo>
                  <a:pt x="1844585" y="67503"/>
                </a:lnTo>
                <a:lnTo>
                  <a:pt x="1844759" y="66934"/>
                </a:lnTo>
                <a:lnTo>
                  <a:pt x="1844943" y="66373"/>
                </a:lnTo>
                <a:lnTo>
                  <a:pt x="1845139" y="65821"/>
                </a:lnTo>
                <a:lnTo>
                  <a:pt x="1845346" y="65277"/>
                </a:lnTo>
                <a:lnTo>
                  <a:pt x="1845564" y="64743"/>
                </a:lnTo>
                <a:lnTo>
                  <a:pt x="1845794" y="64217"/>
                </a:lnTo>
                <a:lnTo>
                  <a:pt x="1846034" y="63700"/>
                </a:lnTo>
                <a:lnTo>
                  <a:pt x="1846286" y="63192"/>
                </a:lnTo>
                <a:lnTo>
                  <a:pt x="1846549" y="62692"/>
                </a:lnTo>
                <a:lnTo>
                  <a:pt x="1846822" y="62202"/>
                </a:lnTo>
                <a:lnTo>
                  <a:pt x="1847103" y="61722"/>
                </a:lnTo>
                <a:lnTo>
                  <a:pt x="1847392" y="61252"/>
                </a:lnTo>
                <a:lnTo>
                  <a:pt x="1847689" y="60791"/>
                </a:lnTo>
                <a:lnTo>
                  <a:pt x="1847994" y="60341"/>
                </a:lnTo>
                <a:lnTo>
                  <a:pt x="1848307" y="59900"/>
                </a:lnTo>
                <a:lnTo>
                  <a:pt x="1848628" y="59469"/>
                </a:lnTo>
                <a:lnTo>
                  <a:pt x="1848958" y="59048"/>
                </a:lnTo>
                <a:lnTo>
                  <a:pt x="1849295" y="58637"/>
                </a:lnTo>
                <a:lnTo>
                  <a:pt x="1849641" y="58236"/>
                </a:lnTo>
                <a:lnTo>
                  <a:pt x="1849995" y="57844"/>
                </a:lnTo>
                <a:lnTo>
                  <a:pt x="1850357" y="57463"/>
                </a:lnTo>
                <a:lnTo>
                  <a:pt x="1850727" y="57091"/>
                </a:lnTo>
                <a:lnTo>
                  <a:pt x="1851105" y="56729"/>
                </a:lnTo>
                <a:lnTo>
                  <a:pt x="1851491" y="56378"/>
                </a:lnTo>
                <a:lnTo>
                  <a:pt x="1851886" y="56036"/>
                </a:lnTo>
                <a:lnTo>
                  <a:pt x="1852288" y="55703"/>
                </a:lnTo>
                <a:lnTo>
                  <a:pt x="1852699" y="55381"/>
                </a:lnTo>
                <a:lnTo>
                  <a:pt x="1853118" y="55069"/>
                </a:lnTo>
                <a:lnTo>
                  <a:pt x="1853545" y="54766"/>
                </a:lnTo>
                <a:lnTo>
                  <a:pt x="1853980" y="54474"/>
                </a:lnTo>
                <a:lnTo>
                  <a:pt x="1854423" y="54191"/>
                </a:lnTo>
                <a:lnTo>
                  <a:pt x="1854874" y="53918"/>
                </a:lnTo>
                <a:lnTo>
                  <a:pt x="1855334" y="53655"/>
                </a:lnTo>
                <a:lnTo>
                  <a:pt x="1855805" y="53402"/>
                </a:lnTo>
                <a:lnTo>
                  <a:pt x="1856282" y="53160"/>
                </a:lnTo>
                <a:lnTo>
                  <a:pt x="1856764" y="52929"/>
                </a:lnTo>
                <a:lnTo>
                  <a:pt x="1857251" y="52709"/>
                </a:lnTo>
                <a:lnTo>
                  <a:pt x="1857743" y="52499"/>
                </a:lnTo>
                <a:lnTo>
                  <a:pt x="1858241" y="52300"/>
                </a:lnTo>
                <a:lnTo>
                  <a:pt x="1858744" y="52112"/>
                </a:lnTo>
                <a:lnTo>
                  <a:pt x="1859252" y="51935"/>
                </a:lnTo>
                <a:lnTo>
                  <a:pt x="1859765" y="51768"/>
                </a:lnTo>
                <a:lnTo>
                  <a:pt x="1860284" y="51612"/>
                </a:lnTo>
                <a:lnTo>
                  <a:pt x="1860808" y="51467"/>
                </a:lnTo>
                <a:lnTo>
                  <a:pt x="1861337" y="51333"/>
                </a:lnTo>
                <a:lnTo>
                  <a:pt x="1861872" y="51209"/>
                </a:lnTo>
                <a:lnTo>
                  <a:pt x="1862412" y="51096"/>
                </a:lnTo>
                <a:lnTo>
                  <a:pt x="1862957" y="50994"/>
                </a:lnTo>
                <a:lnTo>
                  <a:pt x="1863507" y="50902"/>
                </a:lnTo>
                <a:lnTo>
                  <a:pt x="1864063" y="50822"/>
                </a:lnTo>
                <a:lnTo>
                  <a:pt x="1864624" y="50752"/>
                </a:lnTo>
                <a:lnTo>
                  <a:pt x="1865190" y="50693"/>
                </a:lnTo>
                <a:lnTo>
                  <a:pt x="1865761" y="50644"/>
                </a:lnTo>
                <a:lnTo>
                  <a:pt x="1866338" y="50607"/>
                </a:lnTo>
                <a:lnTo>
                  <a:pt x="1866920" y="50580"/>
                </a:lnTo>
                <a:lnTo>
                  <a:pt x="1867507" y="50564"/>
                </a:lnTo>
                <a:lnTo>
                  <a:pt x="1868100" y="50558"/>
                </a:lnTo>
                <a:lnTo>
                  <a:pt x="1868956" y="50570"/>
                </a:lnTo>
                <a:lnTo>
                  <a:pt x="1869796" y="50603"/>
                </a:lnTo>
                <a:lnTo>
                  <a:pt x="1870622" y="50659"/>
                </a:lnTo>
                <a:lnTo>
                  <a:pt x="1871432" y="50737"/>
                </a:lnTo>
                <a:lnTo>
                  <a:pt x="1872226" y="50838"/>
                </a:lnTo>
                <a:lnTo>
                  <a:pt x="1873005" y="50961"/>
                </a:lnTo>
                <a:lnTo>
                  <a:pt x="1873769" y="51107"/>
                </a:lnTo>
                <a:lnTo>
                  <a:pt x="1874518" y="51275"/>
                </a:lnTo>
                <a:lnTo>
                  <a:pt x="1875251" y="51465"/>
                </a:lnTo>
                <a:lnTo>
                  <a:pt x="1875969" y="51677"/>
                </a:lnTo>
                <a:lnTo>
                  <a:pt x="1876671" y="51913"/>
                </a:lnTo>
                <a:lnTo>
                  <a:pt x="1877358" y="52170"/>
                </a:lnTo>
                <a:lnTo>
                  <a:pt x="1878030" y="52450"/>
                </a:lnTo>
                <a:lnTo>
                  <a:pt x="1878686" y="52752"/>
                </a:lnTo>
                <a:lnTo>
                  <a:pt x="1879327" y="53076"/>
                </a:lnTo>
                <a:lnTo>
                  <a:pt x="1879953" y="53423"/>
                </a:lnTo>
                <a:lnTo>
                  <a:pt x="1880563" y="53793"/>
                </a:lnTo>
                <a:lnTo>
                  <a:pt x="1881158" y="54184"/>
                </a:lnTo>
                <a:lnTo>
                  <a:pt x="1881737" y="54598"/>
                </a:lnTo>
                <a:lnTo>
                  <a:pt x="1882302" y="55035"/>
                </a:lnTo>
                <a:lnTo>
                  <a:pt x="1882850" y="55494"/>
                </a:lnTo>
                <a:lnTo>
                  <a:pt x="1883384" y="55975"/>
                </a:lnTo>
                <a:lnTo>
                  <a:pt x="1883902" y="56479"/>
                </a:lnTo>
                <a:lnTo>
                  <a:pt x="1884405" y="57005"/>
                </a:lnTo>
                <a:lnTo>
                  <a:pt x="1884890" y="57545"/>
                </a:lnTo>
                <a:lnTo>
                  <a:pt x="1885354" y="58103"/>
                </a:lnTo>
                <a:lnTo>
                  <a:pt x="1885797" y="58679"/>
                </a:lnTo>
                <a:lnTo>
                  <a:pt x="1886220" y="59273"/>
                </a:lnTo>
                <a:lnTo>
                  <a:pt x="1886622" y="59884"/>
                </a:lnTo>
                <a:lnTo>
                  <a:pt x="1887004" y="60512"/>
                </a:lnTo>
                <a:lnTo>
                  <a:pt x="1887365" y="61158"/>
                </a:lnTo>
                <a:lnTo>
                  <a:pt x="1887705" y="61822"/>
                </a:lnTo>
                <a:lnTo>
                  <a:pt x="1888025" y="62503"/>
                </a:lnTo>
                <a:lnTo>
                  <a:pt x="1888324" y="63201"/>
                </a:lnTo>
                <a:lnTo>
                  <a:pt x="1888602" y="63918"/>
                </a:lnTo>
                <a:lnTo>
                  <a:pt x="1888860" y="64652"/>
                </a:lnTo>
                <a:lnTo>
                  <a:pt x="1889097" y="65403"/>
                </a:lnTo>
                <a:lnTo>
                  <a:pt x="1889314" y="66172"/>
                </a:lnTo>
                <a:lnTo>
                  <a:pt x="1889510" y="66958"/>
                </a:lnTo>
                <a:lnTo>
                  <a:pt x="1889685" y="67762"/>
                </a:lnTo>
                <a:lnTo>
                  <a:pt x="1889840" y="68584"/>
                </a:lnTo>
                <a:lnTo>
                  <a:pt x="1889974" y="69423"/>
                </a:lnTo>
                <a:lnTo>
                  <a:pt x="1890088" y="70280"/>
                </a:lnTo>
                <a:lnTo>
                  <a:pt x="1890180" y="71154"/>
                </a:lnTo>
                <a:lnTo>
                  <a:pt x="1890253" y="72046"/>
                </a:lnTo>
                <a:lnTo>
                  <a:pt x="1890304" y="72955"/>
                </a:lnTo>
                <a:lnTo>
                  <a:pt x="1890335" y="73882"/>
                </a:lnTo>
                <a:lnTo>
                  <a:pt x="1890345" y="74826"/>
                </a:lnTo>
                <a:lnTo>
                  <a:pt x="1890345" y="135496"/>
                </a:lnTo>
                <a:lnTo>
                  <a:pt x="1905260" y="135496"/>
                </a:lnTo>
                <a:lnTo>
                  <a:pt x="1905260" y="73815"/>
                </a:lnTo>
                <a:lnTo>
                  <a:pt x="1905253" y="72790"/>
                </a:lnTo>
                <a:lnTo>
                  <a:pt x="1905232" y="71781"/>
                </a:lnTo>
                <a:lnTo>
                  <a:pt x="1905196" y="70786"/>
                </a:lnTo>
                <a:lnTo>
                  <a:pt x="1905146" y="69806"/>
                </a:lnTo>
                <a:lnTo>
                  <a:pt x="1905082" y="68841"/>
                </a:lnTo>
                <a:lnTo>
                  <a:pt x="1905003" y="67890"/>
                </a:lnTo>
                <a:lnTo>
                  <a:pt x="1904911" y="66955"/>
                </a:lnTo>
                <a:lnTo>
                  <a:pt x="1904804" y="66035"/>
                </a:lnTo>
                <a:lnTo>
                  <a:pt x="1904682" y="65129"/>
                </a:lnTo>
                <a:lnTo>
                  <a:pt x="1904547" y="64239"/>
                </a:lnTo>
                <a:lnTo>
                  <a:pt x="1904397" y="63363"/>
                </a:lnTo>
                <a:lnTo>
                  <a:pt x="1904233" y="62503"/>
                </a:lnTo>
                <a:lnTo>
                  <a:pt x="1904055" y="61657"/>
                </a:lnTo>
                <a:lnTo>
                  <a:pt x="1903862" y="60826"/>
                </a:lnTo>
                <a:lnTo>
                  <a:pt x="1903655" y="60010"/>
                </a:lnTo>
                <a:lnTo>
                  <a:pt x="1903434" y="59209"/>
                </a:lnTo>
                <a:lnTo>
                  <a:pt x="1903199" y="58423"/>
                </a:lnTo>
                <a:lnTo>
                  <a:pt x="1902949" y="57652"/>
                </a:lnTo>
                <a:lnTo>
                  <a:pt x="1902686" y="56896"/>
                </a:lnTo>
                <a:lnTo>
                  <a:pt x="1902407" y="56155"/>
                </a:lnTo>
                <a:lnTo>
                  <a:pt x="1902115" y="55429"/>
                </a:lnTo>
                <a:lnTo>
                  <a:pt x="1901808" y="54717"/>
                </a:lnTo>
                <a:lnTo>
                  <a:pt x="1901487" y="54021"/>
                </a:lnTo>
                <a:lnTo>
                  <a:pt x="1901152" y="53339"/>
                </a:lnTo>
                <a:lnTo>
                  <a:pt x="1900804" y="52667"/>
                </a:lnTo>
                <a:lnTo>
                  <a:pt x="1900445" y="52009"/>
                </a:lnTo>
                <a:lnTo>
                  <a:pt x="1900074" y="51366"/>
                </a:lnTo>
                <a:lnTo>
                  <a:pt x="1899692" y="50737"/>
                </a:lnTo>
                <a:lnTo>
                  <a:pt x="1899298" y="50123"/>
                </a:lnTo>
                <a:lnTo>
                  <a:pt x="1898893" y="49523"/>
                </a:lnTo>
                <a:lnTo>
                  <a:pt x="1898476" y="48938"/>
                </a:lnTo>
                <a:lnTo>
                  <a:pt x="1898048" y="48368"/>
                </a:lnTo>
                <a:lnTo>
                  <a:pt x="1897609" y="47811"/>
                </a:lnTo>
                <a:lnTo>
                  <a:pt x="1897158" y="47269"/>
                </a:lnTo>
                <a:lnTo>
                  <a:pt x="1896696" y="46742"/>
                </a:lnTo>
                <a:lnTo>
                  <a:pt x="1896223" y="46229"/>
                </a:lnTo>
                <a:lnTo>
                  <a:pt x="1895738" y="45731"/>
                </a:lnTo>
                <a:lnTo>
                  <a:pt x="1895241" y="45247"/>
                </a:lnTo>
                <a:lnTo>
                  <a:pt x="1894734" y="44778"/>
                </a:lnTo>
                <a:lnTo>
                  <a:pt x="1894214" y="44323"/>
                </a:lnTo>
                <a:lnTo>
                  <a:pt x="1893684" y="43882"/>
                </a:lnTo>
                <a:lnTo>
                  <a:pt x="1893142" y="43456"/>
                </a:lnTo>
                <a:lnTo>
                  <a:pt x="1892588" y="43045"/>
                </a:lnTo>
                <a:lnTo>
                  <a:pt x="1892024" y="42648"/>
                </a:lnTo>
                <a:lnTo>
                  <a:pt x="1891447" y="42266"/>
                </a:lnTo>
                <a:lnTo>
                  <a:pt x="1890860" y="41898"/>
                </a:lnTo>
                <a:lnTo>
                  <a:pt x="1890261" y="41544"/>
                </a:lnTo>
                <a:lnTo>
                  <a:pt x="1889650" y="41205"/>
                </a:lnTo>
                <a:lnTo>
                  <a:pt x="1889030" y="40875"/>
                </a:lnTo>
                <a:lnTo>
                  <a:pt x="1888401" y="40559"/>
                </a:lnTo>
                <a:lnTo>
                  <a:pt x="1887763" y="40257"/>
                </a:lnTo>
                <a:lnTo>
                  <a:pt x="1887117" y="39969"/>
                </a:lnTo>
                <a:lnTo>
                  <a:pt x="1886462" y="39695"/>
                </a:lnTo>
                <a:lnTo>
                  <a:pt x="1885799" y="39436"/>
                </a:lnTo>
                <a:lnTo>
                  <a:pt x="1885127" y="39190"/>
                </a:lnTo>
                <a:lnTo>
                  <a:pt x="1884447" y="38958"/>
                </a:lnTo>
                <a:lnTo>
                  <a:pt x="1883758" y="38740"/>
                </a:lnTo>
                <a:lnTo>
                  <a:pt x="1883060" y="38537"/>
                </a:lnTo>
                <a:lnTo>
                  <a:pt x="1882354" y="38347"/>
                </a:lnTo>
                <a:lnTo>
                  <a:pt x="1881640" y="38172"/>
                </a:lnTo>
                <a:lnTo>
                  <a:pt x="1880917" y="38010"/>
                </a:lnTo>
                <a:lnTo>
                  <a:pt x="1880185" y="37863"/>
                </a:lnTo>
                <a:lnTo>
                  <a:pt x="1879445" y="37729"/>
                </a:lnTo>
                <a:lnTo>
                  <a:pt x="1878696" y="37610"/>
                </a:lnTo>
                <a:lnTo>
                  <a:pt x="1877938" y="37504"/>
                </a:lnTo>
                <a:lnTo>
                  <a:pt x="1877173" y="37413"/>
                </a:lnTo>
                <a:lnTo>
                  <a:pt x="1876398" y="37336"/>
                </a:lnTo>
                <a:lnTo>
                  <a:pt x="1875615" y="37273"/>
                </a:lnTo>
                <a:lnTo>
                  <a:pt x="1874823" y="37224"/>
                </a:lnTo>
                <a:lnTo>
                  <a:pt x="1874023" y="37188"/>
                </a:lnTo>
                <a:lnTo>
                  <a:pt x="1873215" y="37167"/>
                </a:lnTo>
                <a:lnTo>
                  <a:pt x="1872397" y="37160"/>
                </a:lnTo>
                <a:lnTo>
                  <a:pt x="1871488" y="37168"/>
                </a:lnTo>
                <a:lnTo>
                  <a:pt x="1870593" y="37192"/>
                </a:lnTo>
                <a:lnTo>
                  <a:pt x="1869711" y="37232"/>
                </a:lnTo>
                <a:lnTo>
                  <a:pt x="1868844" y="37287"/>
                </a:lnTo>
                <a:lnTo>
                  <a:pt x="1867991" y="37358"/>
                </a:lnTo>
                <a:lnTo>
                  <a:pt x="1867152" y="37445"/>
                </a:lnTo>
                <a:lnTo>
                  <a:pt x="1866327" y="37547"/>
                </a:lnTo>
                <a:lnTo>
                  <a:pt x="1865516" y="37666"/>
                </a:lnTo>
                <a:lnTo>
                  <a:pt x="1864719" y="37800"/>
                </a:lnTo>
                <a:lnTo>
                  <a:pt x="1863936" y="37950"/>
                </a:lnTo>
                <a:lnTo>
                  <a:pt x="1863167" y="38116"/>
                </a:lnTo>
                <a:lnTo>
                  <a:pt x="1862412" y="38298"/>
                </a:lnTo>
                <a:lnTo>
                  <a:pt x="1861671" y="38495"/>
                </a:lnTo>
                <a:lnTo>
                  <a:pt x="1860944" y="38709"/>
                </a:lnTo>
                <a:lnTo>
                  <a:pt x="1860231" y="38938"/>
                </a:lnTo>
                <a:lnTo>
                  <a:pt x="1859533" y="39183"/>
                </a:lnTo>
                <a:lnTo>
                  <a:pt x="1858848" y="39443"/>
                </a:lnTo>
                <a:lnTo>
                  <a:pt x="1858178" y="39720"/>
                </a:lnTo>
                <a:lnTo>
                  <a:pt x="1857521" y="40012"/>
                </a:lnTo>
                <a:lnTo>
                  <a:pt x="1856878" y="40320"/>
                </a:lnTo>
                <a:lnTo>
                  <a:pt x="1856250" y="40644"/>
                </a:lnTo>
                <a:lnTo>
                  <a:pt x="1855636" y="40984"/>
                </a:lnTo>
                <a:lnTo>
                  <a:pt x="1855035" y="41339"/>
                </a:lnTo>
                <a:lnTo>
                  <a:pt x="1854449" y="41711"/>
                </a:lnTo>
                <a:lnTo>
                  <a:pt x="1853876" y="42090"/>
                </a:lnTo>
                <a:lnTo>
                  <a:pt x="1853315" y="42479"/>
                </a:lnTo>
                <a:lnTo>
                  <a:pt x="1852766" y="42878"/>
                </a:lnTo>
                <a:lnTo>
                  <a:pt x="1852230" y="43287"/>
                </a:lnTo>
                <a:lnTo>
                  <a:pt x="1851706" y="43706"/>
                </a:lnTo>
                <a:lnTo>
                  <a:pt x="1851194" y="44136"/>
                </a:lnTo>
                <a:lnTo>
                  <a:pt x="1850695" y="44575"/>
                </a:lnTo>
                <a:lnTo>
                  <a:pt x="1850208" y="45025"/>
                </a:lnTo>
                <a:lnTo>
                  <a:pt x="1849733" y="45485"/>
                </a:lnTo>
                <a:lnTo>
                  <a:pt x="1849270" y="45955"/>
                </a:lnTo>
                <a:lnTo>
                  <a:pt x="1848820" y="46434"/>
                </a:lnTo>
                <a:lnTo>
                  <a:pt x="1848382" y="46924"/>
                </a:lnTo>
                <a:lnTo>
                  <a:pt x="1847956" y="47425"/>
                </a:lnTo>
                <a:lnTo>
                  <a:pt x="1847543" y="47935"/>
                </a:lnTo>
                <a:lnTo>
                  <a:pt x="1847142" y="48455"/>
                </a:lnTo>
                <a:lnTo>
                  <a:pt x="1846753" y="48985"/>
                </a:lnTo>
                <a:lnTo>
                  <a:pt x="1846376" y="49526"/>
                </a:lnTo>
                <a:lnTo>
                  <a:pt x="1846012" y="50076"/>
                </a:lnTo>
                <a:lnTo>
                  <a:pt x="1845660" y="50637"/>
                </a:lnTo>
                <a:lnTo>
                  <a:pt x="1845320" y="51208"/>
                </a:lnTo>
                <a:lnTo>
                  <a:pt x="1844993" y="51789"/>
                </a:lnTo>
                <a:lnTo>
                  <a:pt x="1844678" y="52380"/>
                </a:lnTo>
                <a:lnTo>
                  <a:pt x="1844375" y="52981"/>
                </a:lnTo>
                <a:lnTo>
                  <a:pt x="1844085" y="53592"/>
                </a:lnTo>
                <a:lnTo>
                  <a:pt x="1842820" y="53592"/>
                </a:lnTo>
                <a:lnTo>
                  <a:pt x="1842820" y="38424"/>
                </a:lnTo>
                <a:lnTo>
                  <a:pt x="1828411" y="38424"/>
                </a:lnTo>
                <a:lnTo>
                  <a:pt x="1828411" y="135496"/>
                </a:lnTo>
                <a:lnTo>
                  <a:pt x="1843326" y="135496"/>
                </a:lnTo>
                <a:lnTo>
                  <a:pt x="1843326" y="77102"/>
                </a:lnTo>
                <a:lnTo>
                  <a:pt x="1843332" y="76400"/>
                </a:lnTo>
                <a:lnTo>
                  <a:pt x="1843348" y="75708"/>
                </a:lnTo>
                <a:lnTo>
                  <a:pt x="1843376" y="75024"/>
                </a:lnTo>
                <a:lnTo>
                  <a:pt x="1843416" y="74349"/>
                </a:lnTo>
                <a:lnTo>
                  <a:pt x="1843466" y="73683"/>
                </a:lnTo>
                <a:lnTo>
                  <a:pt x="1843528" y="73025"/>
                </a:lnTo>
                <a:lnTo>
                  <a:pt x="1843600" y="72377"/>
                </a:lnTo>
                <a:close/>
                <a:moveTo>
                  <a:pt x="240721" y="137128"/>
                </a:moveTo>
                <a:lnTo>
                  <a:pt x="241742" y="136986"/>
                </a:lnTo>
                <a:lnTo>
                  <a:pt x="242752" y="136824"/>
                </a:lnTo>
                <a:lnTo>
                  <a:pt x="243751" y="136639"/>
                </a:lnTo>
                <a:lnTo>
                  <a:pt x="244738" y="136433"/>
                </a:lnTo>
                <a:lnTo>
                  <a:pt x="245713" y="136204"/>
                </a:lnTo>
                <a:lnTo>
                  <a:pt x="246677" y="135955"/>
                </a:lnTo>
                <a:lnTo>
                  <a:pt x="247630" y="135683"/>
                </a:lnTo>
                <a:lnTo>
                  <a:pt x="248572" y="135390"/>
                </a:lnTo>
                <a:lnTo>
                  <a:pt x="249502" y="135075"/>
                </a:lnTo>
                <a:lnTo>
                  <a:pt x="250420" y="134738"/>
                </a:lnTo>
                <a:lnTo>
                  <a:pt x="251327" y="134380"/>
                </a:lnTo>
                <a:lnTo>
                  <a:pt x="252223" y="133999"/>
                </a:lnTo>
                <a:lnTo>
                  <a:pt x="253107" y="133597"/>
                </a:lnTo>
                <a:lnTo>
                  <a:pt x="253980" y="133174"/>
                </a:lnTo>
                <a:lnTo>
                  <a:pt x="254842" y="132729"/>
                </a:lnTo>
                <a:lnTo>
                  <a:pt x="255692" y="132261"/>
                </a:lnTo>
                <a:lnTo>
                  <a:pt x="256531" y="131773"/>
                </a:lnTo>
                <a:lnTo>
                  <a:pt x="257358" y="131262"/>
                </a:lnTo>
                <a:lnTo>
                  <a:pt x="258177" y="130732"/>
                </a:lnTo>
                <a:lnTo>
                  <a:pt x="258981" y="130185"/>
                </a:lnTo>
                <a:lnTo>
                  <a:pt x="259769" y="129620"/>
                </a:lnTo>
                <a:lnTo>
                  <a:pt x="260542" y="129038"/>
                </a:lnTo>
                <a:lnTo>
                  <a:pt x="261300" y="128439"/>
                </a:lnTo>
                <a:lnTo>
                  <a:pt x="262042" y="127822"/>
                </a:lnTo>
                <a:lnTo>
                  <a:pt x="262769" y="127188"/>
                </a:lnTo>
                <a:lnTo>
                  <a:pt x="263481" y="126536"/>
                </a:lnTo>
                <a:lnTo>
                  <a:pt x="264177" y="125868"/>
                </a:lnTo>
                <a:lnTo>
                  <a:pt x="264858" y="125182"/>
                </a:lnTo>
                <a:lnTo>
                  <a:pt x="265524" y="124478"/>
                </a:lnTo>
                <a:lnTo>
                  <a:pt x="266174" y="123757"/>
                </a:lnTo>
                <a:lnTo>
                  <a:pt x="266809" y="123019"/>
                </a:lnTo>
                <a:lnTo>
                  <a:pt x="267428" y="122264"/>
                </a:lnTo>
                <a:lnTo>
                  <a:pt x="268032" y="121491"/>
                </a:lnTo>
                <a:lnTo>
                  <a:pt x="268621" y="120701"/>
                </a:lnTo>
                <a:lnTo>
                  <a:pt x="269195" y="119894"/>
                </a:lnTo>
                <a:lnTo>
                  <a:pt x="269753" y="119069"/>
                </a:lnTo>
                <a:lnTo>
                  <a:pt x="270295" y="118227"/>
                </a:lnTo>
                <a:lnTo>
                  <a:pt x="270823" y="117367"/>
                </a:lnTo>
                <a:lnTo>
                  <a:pt x="271334" y="116491"/>
                </a:lnTo>
                <a:lnTo>
                  <a:pt x="271831" y="115597"/>
                </a:lnTo>
                <a:lnTo>
                  <a:pt x="272312" y="114685"/>
                </a:lnTo>
                <a:lnTo>
                  <a:pt x="272778" y="113756"/>
                </a:lnTo>
                <a:lnTo>
                  <a:pt x="273232" y="112812"/>
                </a:lnTo>
                <a:lnTo>
                  <a:pt x="273666" y="111855"/>
                </a:lnTo>
                <a:lnTo>
                  <a:pt x="274082" y="110885"/>
                </a:lnTo>
                <a:lnTo>
                  <a:pt x="274477" y="109901"/>
                </a:lnTo>
                <a:lnTo>
                  <a:pt x="274854" y="108905"/>
                </a:lnTo>
                <a:lnTo>
                  <a:pt x="275211" y="107895"/>
                </a:lnTo>
                <a:lnTo>
                  <a:pt x="275549" y="106872"/>
                </a:lnTo>
                <a:lnTo>
                  <a:pt x="275868" y="105836"/>
                </a:lnTo>
                <a:lnTo>
                  <a:pt x="276167" y="104786"/>
                </a:lnTo>
                <a:lnTo>
                  <a:pt x="276447" y="103724"/>
                </a:lnTo>
                <a:lnTo>
                  <a:pt x="276708" y="102648"/>
                </a:lnTo>
                <a:lnTo>
                  <a:pt x="276949" y="101559"/>
                </a:lnTo>
                <a:lnTo>
                  <a:pt x="277171" y="100457"/>
                </a:lnTo>
                <a:lnTo>
                  <a:pt x="277374" y="99342"/>
                </a:lnTo>
                <a:lnTo>
                  <a:pt x="277557" y="98214"/>
                </a:lnTo>
                <a:lnTo>
                  <a:pt x="277722" y="97072"/>
                </a:lnTo>
                <a:lnTo>
                  <a:pt x="277866" y="95917"/>
                </a:lnTo>
                <a:lnTo>
                  <a:pt x="277992" y="94750"/>
                </a:lnTo>
                <a:lnTo>
                  <a:pt x="278098" y="93569"/>
                </a:lnTo>
                <a:lnTo>
                  <a:pt x="278185" y="92374"/>
                </a:lnTo>
                <a:lnTo>
                  <a:pt x="278253" y="91167"/>
                </a:lnTo>
                <a:lnTo>
                  <a:pt x="278301" y="89946"/>
                </a:lnTo>
                <a:lnTo>
                  <a:pt x="278330" y="88713"/>
                </a:lnTo>
                <a:lnTo>
                  <a:pt x="278340" y="87466"/>
                </a:lnTo>
                <a:lnTo>
                  <a:pt x="278330" y="86209"/>
                </a:lnTo>
                <a:lnTo>
                  <a:pt x="278301" y="84965"/>
                </a:lnTo>
                <a:lnTo>
                  <a:pt x="278253" y="83734"/>
                </a:lnTo>
                <a:lnTo>
                  <a:pt x="278185" y="82517"/>
                </a:lnTo>
                <a:lnTo>
                  <a:pt x="278098" y="81313"/>
                </a:lnTo>
                <a:lnTo>
                  <a:pt x="277992" y="80123"/>
                </a:lnTo>
                <a:lnTo>
                  <a:pt x="277866" y="78946"/>
                </a:lnTo>
                <a:lnTo>
                  <a:pt x="277722" y="77783"/>
                </a:lnTo>
                <a:lnTo>
                  <a:pt x="277557" y="76632"/>
                </a:lnTo>
                <a:lnTo>
                  <a:pt x="277374" y="75496"/>
                </a:lnTo>
                <a:lnTo>
                  <a:pt x="277171" y="74372"/>
                </a:lnTo>
                <a:lnTo>
                  <a:pt x="276949" y="73262"/>
                </a:lnTo>
                <a:lnTo>
                  <a:pt x="276708" y="72166"/>
                </a:lnTo>
                <a:lnTo>
                  <a:pt x="276447" y="71082"/>
                </a:lnTo>
                <a:lnTo>
                  <a:pt x="276167" y="70012"/>
                </a:lnTo>
                <a:lnTo>
                  <a:pt x="275868" y="68956"/>
                </a:lnTo>
                <a:lnTo>
                  <a:pt x="275549" y="67913"/>
                </a:lnTo>
                <a:lnTo>
                  <a:pt x="275211" y="66883"/>
                </a:lnTo>
                <a:lnTo>
                  <a:pt x="274854" y="65867"/>
                </a:lnTo>
                <a:lnTo>
                  <a:pt x="274477" y="64864"/>
                </a:lnTo>
                <a:lnTo>
                  <a:pt x="274082" y="63874"/>
                </a:lnTo>
                <a:lnTo>
                  <a:pt x="273666" y="62898"/>
                </a:lnTo>
                <a:lnTo>
                  <a:pt x="273232" y="61935"/>
                </a:lnTo>
                <a:lnTo>
                  <a:pt x="272778" y="60986"/>
                </a:lnTo>
                <a:lnTo>
                  <a:pt x="272312" y="60052"/>
                </a:lnTo>
                <a:lnTo>
                  <a:pt x="271831" y="59136"/>
                </a:lnTo>
                <a:lnTo>
                  <a:pt x="271334" y="58237"/>
                </a:lnTo>
                <a:lnTo>
                  <a:pt x="270823" y="57356"/>
                </a:lnTo>
                <a:lnTo>
                  <a:pt x="270295" y="56492"/>
                </a:lnTo>
                <a:lnTo>
                  <a:pt x="269753" y="55646"/>
                </a:lnTo>
                <a:lnTo>
                  <a:pt x="269195" y="54817"/>
                </a:lnTo>
                <a:lnTo>
                  <a:pt x="268621" y="54006"/>
                </a:lnTo>
                <a:lnTo>
                  <a:pt x="268032" y="53213"/>
                </a:lnTo>
                <a:lnTo>
                  <a:pt x="267428" y="52437"/>
                </a:lnTo>
                <a:lnTo>
                  <a:pt x="266809" y="51678"/>
                </a:lnTo>
                <a:lnTo>
                  <a:pt x="266174" y="50938"/>
                </a:lnTo>
                <a:lnTo>
                  <a:pt x="265524" y="50214"/>
                </a:lnTo>
                <a:lnTo>
                  <a:pt x="264858" y="49509"/>
                </a:lnTo>
                <a:lnTo>
                  <a:pt x="264177" y="48820"/>
                </a:lnTo>
                <a:lnTo>
                  <a:pt x="263481" y="48150"/>
                </a:lnTo>
                <a:lnTo>
                  <a:pt x="262769" y="47497"/>
                </a:lnTo>
                <a:lnTo>
                  <a:pt x="262042" y="46861"/>
                </a:lnTo>
                <a:lnTo>
                  <a:pt x="261300" y="46243"/>
                </a:lnTo>
                <a:lnTo>
                  <a:pt x="260542" y="45643"/>
                </a:lnTo>
                <a:lnTo>
                  <a:pt x="259769" y="45060"/>
                </a:lnTo>
                <a:lnTo>
                  <a:pt x="258981" y="44495"/>
                </a:lnTo>
                <a:lnTo>
                  <a:pt x="258177" y="43947"/>
                </a:lnTo>
                <a:lnTo>
                  <a:pt x="257358" y="43417"/>
                </a:lnTo>
                <a:lnTo>
                  <a:pt x="256531" y="42906"/>
                </a:lnTo>
                <a:lnTo>
                  <a:pt x="255692" y="42418"/>
                </a:lnTo>
                <a:lnTo>
                  <a:pt x="254842" y="41951"/>
                </a:lnTo>
                <a:lnTo>
                  <a:pt x="253980" y="41505"/>
                </a:lnTo>
                <a:lnTo>
                  <a:pt x="253107" y="41082"/>
                </a:lnTo>
                <a:lnTo>
                  <a:pt x="252223" y="40680"/>
                </a:lnTo>
                <a:lnTo>
                  <a:pt x="251327" y="40300"/>
                </a:lnTo>
                <a:lnTo>
                  <a:pt x="250420" y="39941"/>
                </a:lnTo>
                <a:lnTo>
                  <a:pt x="249502" y="39604"/>
                </a:lnTo>
                <a:lnTo>
                  <a:pt x="248572" y="39289"/>
                </a:lnTo>
                <a:lnTo>
                  <a:pt x="247630" y="38996"/>
                </a:lnTo>
                <a:lnTo>
                  <a:pt x="246677" y="38725"/>
                </a:lnTo>
                <a:lnTo>
                  <a:pt x="245713" y="38475"/>
                </a:lnTo>
                <a:lnTo>
                  <a:pt x="244738" y="38247"/>
                </a:lnTo>
                <a:lnTo>
                  <a:pt x="243751" y="38040"/>
                </a:lnTo>
                <a:lnTo>
                  <a:pt x="242752" y="37856"/>
                </a:lnTo>
                <a:lnTo>
                  <a:pt x="241742" y="37693"/>
                </a:lnTo>
                <a:lnTo>
                  <a:pt x="240721" y="37551"/>
                </a:lnTo>
                <a:lnTo>
                  <a:pt x="239688" y="37432"/>
                </a:lnTo>
                <a:lnTo>
                  <a:pt x="238644" y="37334"/>
                </a:lnTo>
                <a:lnTo>
                  <a:pt x="237589" y="37258"/>
                </a:lnTo>
                <a:lnTo>
                  <a:pt x="236522" y="37204"/>
                </a:lnTo>
                <a:lnTo>
                  <a:pt x="235444" y="37171"/>
                </a:lnTo>
                <a:lnTo>
                  <a:pt x="234354" y="37160"/>
                </a:lnTo>
                <a:lnTo>
                  <a:pt x="233264" y="37171"/>
                </a:lnTo>
                <a:lnTo>
                  <a:pt x="232185" y="37204"/>
                </a:lnTo>
                <a:lnTo>
                  <a:pt x="231118" y="37258"/>
                </a:lnTo>
                <a:lnTo>
                  <a:pt x="230062" y="37334"/>
                </a:lnTo>
                <a:lnTo>
                  <a:pt x="229017" y="37432"/>
                </a:lnTo>
                <a:lnTo>
                  <a:pt x="227983" y="37551"/>
                </a:lnTo>
                <a:lnTo>
                  <a:pt x="226960" y="37693"/>
                </a:lnTo>
                <a:lnTo>
                  <a:pt x="225948" y="37856"/>
                </a:lnTo>
                <a:lnTo>
                  <a:pt x="224948" y="38040"/>
                </a:lnTo>
                <a:lnTo>
                  <a:pt x="223959" y="38247"/>
                </a:lnTo>
                <a:lnTo>
                  <a:pt x="222981" y="38475"/>
                </a:lnTo>
                <a:lnTo>
                  <a:pt x="222014" y="38725"/>
                </a:lnTo>
                <a:lnTo>
                  <a:pt x="221059" y="38996"/>
                </a:lnTo>
                <a:lnTo>
                  <a:pt x="220114" y="39289"/>
                </a:lnTo>
                <a:lnTo>
                  <a:pt x="219181" y="39604"/>
                </a:lnTo>
                <a:lnTo>
                  <a:pt x="218259" y="39941"/>
                </a:lnTo>
                <a:lnTo>
                  <a:pt x="217349" y="40300"/>
                </a:lnTo>
                <a:lnTo>
                  <a:pt x="216449" y="40680"/>
                </a:lnTo>
                <a:lnTo>
                  <a:pt x="215561" y="41082"/>
                </a:lnTo>
                <a:lnTo>
                  <a:pt x="214683" y="41505"/>
                </a:lnTo>
                <a:lnTo>
                  <a:pt x="213817" y="41951"/>
                </a:lnTo>
                <a:lnTo>
                  <a:pt x="212963" y="42418"/>
                </a:lnTo>
                <a:lnTo>
                  <a:pt x="212119" y="42906"/>
                </a:lnTo>
                <a:lnTo>
                  <a:pt x="211287" y="43417"/>
                </a:lnTo>
                <a:lnTo>
                  <a:pt x="210472" y="43947"/>
                </a:lnTo>
                <a:lnTo>
                  <a:pt x="209673" y="44495"/>
                </a:lnTo>
                <a:lnTo>
                  <a:pt x="208889" y="45060"/>
                </a:lnTo>
                <a:lnTo>
                  <a:pt x="208120" y="45643"/>
                </a:lnTo>
                <a:lnTo>
                  <a:pt x="207365" y="46243"/>
                </a:lnTo>
                <a:lnTo>
                  <a:pt x="206626" y="46861"/>
                </a:lnTo>
                <a:lnTo>
                  <a:pt x="205901" y="47497"/>
                </a:lnTo>
                <a:lnTo>
                  <a:pt x="205191" y="48150"/>
                </a:lnTo>
                <a:lnTo>
                  <a:pt x="204497" y="48820"/>
                </a:lnTo>
                <a:lnTo>
                  <a:pt x="203817" y="49509"/>
                </a:lnTo>
                <a:lnTo>
                  <a:pt x="203152" y="50214"/>
                </a:lnTo>
                <a:lnTo>
                  <a:pt x="202502" y="50938"/>
                </a:lnTo>
                <a:lnTo>
                  <a:pt x="201867" y="51678"/>
                </a:lnTo>
                <a:lnTo>
                  <a:pt x="201247" y="52437"/>
                </a:lnTo>
                <a:lnTo>
                  <a:pt x="200642" y="53213"/>
                </a:lnTo>
                <a:lnTo>
                  <a:pt x="200051" y="54006"/>
                </a:lnTo>
                <a:lnTo>
                  <a:pt x="199476" y="54817"/>
                </a:lnTo>
                <a:lnTo>
                  <a:pt x="198916" y="55646"/>
                </a:lnTo>
                <a:lnTo>
                  <a:pt x="198370" y="56492"/>
                </a:lnTo>
                <a:lnTo>
                  <a:pt x="197839" y="57356"/>
                </a:lnTo>
                <a:lnTo>
                  <a:pt x="197324" y="58237"/>
                </a:lnTo>
                <a:lnTo>
                  <a:pt x="196823" y="59136"/>
                </a:lnTo>
                <a:lnTo>
                  <a:pt x="196337" y="60052"/>
                </a:lnTo>
                <a:lnTo>
                  <a:pt x="195866" y="60986"/>
                </a:lnTo>
                <a:lnTo>
                  <a:pt x="195418" y="61935"/>
                </a:lnTo>
                <a:lnTo>
                  <a:pt x="194988" y="62898"/>
                </a:lnTo>
                <a:lnTo>
                  <a:pt x="194578" y="63874"/>
                </a:lnTo>
                <a:lnTo>
                  <a:pt x="194186" y="64864"/>
                </a:lnTo>
                <a:lnTo>
                  <a:pt x="193814" y="65867"/>
                </a:lnTo>
                <a:lnTo>
                  <a:pt x="193461" y="66883"/>
                </a:lnTo>
                <a:lnTo>
                  <a:pt x="193127" y="67913"/>
                </a:lnTo>
                <a:lnTo>
                  <a:pt x="192812" y="68956"/>
                </a:lnTo>
                <a:lnTo>
                  <a:pt x="192516" y="70012"/>
                </a:lnTo>
                <a:lnTo>
                  <a:pt x="192239" y="71082"/>
                </a:lnTo>
                <a:lnTo>
                  <a:pt x="191981" y="72166"/>
                </a:lnTo>
                <a:lnTo>
                  <a:pt x="191743" y="73262"/>
                </a:lnTo>
                <a:lnTo>
                  <a:pt x="191523" y="74372"/>
                </a:lnTo>
                <a:lnTo>
                  <a:pt x="191323" y="75496"/>
                </a:lnTo>
                <a:lnTo>
                  <a:pt x="191141" y="76632"/>
                </a:lnTo>
                <a:lnTo>
                  <a:pt x="190979" y="77783"/>
                </a:lnTo>
                <a:lnTo>
                  <a:pt x="190836" y="78946"/>
                </a:lnTo>
                <a:lnTo>
                  <a:pt x="190712" y="80123"/>
                </a:lnTo>
                <a:lnTo>
                  <a:pt x="190607" y="81313"/>
                </a:lnTo>
                <a:lnTo>
                  <a:pt x="190521" y="82517"/>
                </a:lnTo>
                <a:lnTo>
                  <a:pt x="190454" y="83734"/>
                </a:lnTo>
                <a:lnTo>
                  <a:pt x="190406" y="84965"/>
                </a:lnTo>
                <a:lnTo>
                  <a:pt x="190378" y="86209"/>
                </a:lnTo>
                <a:lnTo>
                  <a:pt x="190368" y="87466"/>
                </a:lnTo>
                <a:lnTo>
                  <a:pt x="190378" y="88713"/>
                </a:lnTo>
                <a:lnTo>
                  <a:pt x="190406" y="89946"/>
                </a:lnTo>
                <a:lnTo>
                  <a:pt x="190454" y="91167"/>
                </a:lnTo>
                <a:lnTo>
                  <a:pt x="190521" y="92374"/>
                </a:lnTo>
                <a:lnTo>
                  <a:pt x="190607" y="93569"/>
                </a:lnTo>
                <a:lnTo>
                  <a:pt x="190712" y="94750"/>
                </a:lnTo>
                <a:lnTo>
                  <a:pt x="190836" y="95917"/>
                </a:lnTo>
                <a:lnTo>
                  <a:pt x="190979" y="97072"/>
                </a:lnTo>
                <a:lnTo>
                  <a:pt x="191141" y="98214"/>
                </a:lnTo>
                <a:lnTo>
                  <a:pt x="191323" y="99342"/>
                </a:lnTo>
                <a:lnTo>
                  <a:pt x="191523" y="100457"/>
                </a:lnTo>
                <a:lnTo>
                  <a:pt x="191743" y="101559"/>
                </a:lnTo>
                <a:lnTo>
                  <a:pt x="191981" y="102648"/>
                </a:lnTo>
                <a:lnTo>
                  <a:pt x="192239" y="103724"/>
                </a:lnTo>
                <a:lnTo>
                  <a:pt x="192516" y="104786"/>
                </a:lnTo>
                <a:lnTo>
                  <a:pt x="192812" y="105836"/>
                </a:lnTo>
                <a:lnTo>
                  <a:pt x="193127" y="106872"/>
                </a:lnTo>
                <a:lnTo>
                  <a:pt x="193461" y="107895"/>
                </a:lnTo>
                <a:lnTo>
                  <a:pt x="193814" y="108905"/>
                </a:lnTo>
                <a:lnTo>
                  <a:pt x="194186" y="109901"/>
                </a:lnTo>
                <a:lnTo>
                  <a:pt x="194578" y="110885"/>
                </a:lnTo>
                <a:lnTo>
                  <a:pt x="194988" y="111855"/>
                </a:lnTo>
                <a:lnTo>
                  <a:pt x="195418" y="112812"/>
                </a:lnTo>
                <a:lnTo>
                  <a:pt x="195866" y="113756"/>
                </a:lnTo>
                <a:lnTo>
                  <a:pt x="196337" y="114685"/>
                </a:lnTo>
                <a:lnTo>
                  <a:pt x="196823" y="115597"/>
                </a:lnTo>
                <a:lnTo>
                  <a:pt x="197324" y="116491"/>
                </a:lnTo>
                <a:lnTo>
                  <a:pt x="197839" y="117367"/>
                </a:lnTo>
                <a:lnTo>
                  <a:pt x="198370" y="118227"/>
                </a:lnTo>
                <a:lnTo>
                  <a:pt x="198916" y="119069"/>
                </a:lnTo>
                <a:lnTo>
                  <a:pt x="199476" y="119894"/>
                </a:lnTo>
                <a:lnTo>
                  <a:pt x="200051" y="120701"/>
                </a:lnTo>
                <a:lnTo>
                  <a:pt x="200642" y="121491"/>
                </a:lnTo>
                <a:lnTo>
                  <a:pt x="201247" y="122264"/>
                </a:lnTo>
                <a:lnTo>
                  <a:pt x="201867" y="123019"/>
                </a:lnTo>
                <a:lnTo>
                  <a:pt x="202502" y="123757"/>
                </a:lnTo>
                <a:lnTo>
                  <a:pt x="203152" y="124478"/>
                </a:lnTo>
                <a:lnTo>
                  <a:pt x="203817" y="125182"/>
                </a:lnTo>
                <a:lnTo>
                  <a:pt x="204497" y="125868"/>
                </a:lnTo>
                <a:lnTo>
                  <a:pt x="205191" y="126536"/>
                </a:lnTo>
                <a:lnTo>
                  <a:pt x="205901" y="127188"/>
                </a:lnTo>
                <a:lnTo>
                  <a:pt x="206626" y="127822"/>
                </a:lnTo>
                <a:lnTo>
                  <a:pt x="207365" y="128439"/>
                </a:lnTo>
                <a:lnTo>
                  <a:pt x="208120" y="129038"/>
                </a:lnTo>
                <a:lnTo>
                  <a:pt x="208889" y="129620"/>
                </a:lnTo>
                <a:lnTo>
                  <a:pt x="209673" y="130185"/>
                </a:lnTo>
                <a:lnTo>
                  <a:pt x="210472" y="130732"/>
                </a:lnTo>
                <a:lnTo>
                  <a:pt x="211287" y="131262"/>
                </a:lnTo>
                <a:lnTo>
                  <a:pt x="212119" y="131773"/>
                </a:lnTo>
                <a:lnTo>
                  <a:pt x="212963" y="132261"/>
                </a:lnTo>
                <a:lnTo>
                  <a:pt x="213817" y="132729"/>
                </a:lnTo>
                <a:lnTo>
                  <a:pt x="214683" y="133174"/>
                </a:lnTo>
                <a:lnTo>
                  <a:pt x="215561" y="133597"/>
                </a:lnTo>
                <a:lnTo>
                  <a:pt x="216449" y="133999"/>
                </a:lnTo>
                <a:lnTo>
                  <a:pt x="217349" y="134380"/>
                </a:lnTo>
                <a:lnTo>
                  <a:pt x="218259" y="134738"/>
                </a:lnTo>
                <a:lnTo>
                  <a:pt x="219181" y="135075"/>
                </a:lnTo>
                <a:lnTo>
                  <a:pt x="220114" y="135390"/>
                </a:lnTo>
                <a:lnTo>
                  <a:pt x="221059" y="135683"/>
                </a:lnTo>
                <a:lnTo>
                  <a:pt x="222014" y="135955"/>
                </a:lnTo>
                <a:lnTo>
                  <a:pt x="222981" y="136204"/>
                </a:lnTo>
                <a:lnTo>
                  <a:pt x="223959" y="136433"/>
                </a:lnTo>
                <a:lnTo>
                  <a:pt x="224948" y="136639"/>
                </a:lnTo>
                <a:lnTo>
                  <a:pt x="225948" y="136824"/>
                </a:lnTo>
                <a:lnTo>
                  <a:pt x="226960" y="136986"/>
                </a:lnTo>
                <a:lnTo>
                  <a:pt x="227983" y="137128"/>
                </a:lnTo>
                <a:lnTo>
                  <a:pt x="229017" y="137247"/>
                </a:lnTo>
                <a:lnTo>
                  <a:pt x="230062" y="137345"/>
                </a:lnTo>
                <a:lnTo>
                  <a:pt x="231118" y="137421"/>
                </a:lnTo>
                <a:lnTo>
                  <a:pt x="232185" y="137475"/>
                </a:lnTo>
                <a:lnTo>
                  <a:pt x="233264" y="137508"/>
                </a:lnTo>
                <a:lnTo>
                  <a:pt x="234354" y="137519"/>
                </a:lnTo>
                <a:lnTo>
                  <a:pt x="235444" y="137508"/>
                </a:lnTo>
                <a:lnTo>
                  <a:pt x="236522" y="137475"/>
                </a:lnTo>
                <a:lnTo>
                  <a:pt x="237589" y="137421"/>
                </a:lnTo>
                <a:lnTo>
                  <a:pt x="238644" y="137345"/>
                </a:lnTo>
                <a:lnTo>
                  <a:pt x="239688" y="137247"/>
                </a:lnTo>
                <a:lnTo>
                  <a:pt x="240721" y="137128"/>
                </a:lnTo>
                <a:close/>
                <a:moveTo>
                  <a:pt x="229582" y="123801"/>
                </a:moveTo>
                <a:lnTo>
                  <a:pt x="228830" y="123685"/>
                </a:lnTo>
                <a:lnTo>
                  <a:pt x="228090" y="123552"/>
                </a:lnTo>
                <a:lnTo>
                  <a:pt x="227363" y="123401"/>
                </a:lnTo>
                <a:lnTo>
                  <a:pt x="226647" y="123232"/>
                </a:lnTo>
                <a:lnTo>
                  <a:pt x="225944" y="123045"/>
                </a:lnTo>
                <a:lnTo>
                  <a:pt x="225253" y="122841"/>
                </a:lnTo>
                <a:lnTo>
                  <a:pt x="224575" y="122619"/>
                </a:lnTo>
                <a:lnTo>
                  <a:pt x="223909" y="122379"/>
                </a:lnTo>
                <a:lnTo>
                  <a:pt x="223255" y="122121"/>
                </a:lnTo>
                <a:lnTo>
                  <a:pt x="222613" y="121846"/>
                </a:lnTo>
                <a:lnTo>
                  <a:pt x="221984" y="121552"/>
                </a:lnTo>
                <a:lnTo>
                  <a:pt x="221367" y="121241"/>
                </a:lnTo>
                <a:lnTo>
                  <a:pt x="220762" y="120912"/>
                </a:lnTo>
                <a:lnTo>
                  <a:pt x="220169" y="120566"/>
                </a:lnTo>
                <a:lnTo>
                  <a:pt x="219589" y="120202"/>
                </a:lnTo>
                <a:lnTo>
                  <a:pt x="219021" y="119819"/>
                </a:lnTo>
                <a:lnTo>
                  <a:pt x="218466" y="119419"/>
                </a:lnTo>
                <a:lnTo>
                  <a:pt x="217922" y="119002"/>
                </a:lnTo>
                <a:lnTo>
                  <a:pt x="217391" y="118570"/>
                </a:lnTo>
                <a:lnTo>
                  <a:pt x="216871" y="118126"/>
                </a:lnTo>
                <a:lnTo>
                  <a:pt x="216363" y="117672"/>
                </a:lnTo>
                <a:lnTo>
                  <a:pt x="215867" y="117206"/>
                </a:lnTo>
                <a:lnTo>
                  <a:pt x="215382" y="116729"/>
                </a:lnTo>
                <a:lnTo>
                  <a:pt x="214909" y="116241"/>
                </a:lnTo>
                <a:lnTo>
                  <a:pt x="214447" y="115741"/>
                </a:lnTo>
                <a:lnTo>
                  <a:pt x="213997" y="115231"/>
                </a:lnTo>
                <a:lnTo>
                  <a:pt x="213559" y="114709"/>
                </a:lnTo>
                <a:lnTo>
                  <a:pt x="213132" y="114176"/>
                </a:lnTo>
                <a:lnTo>
                  <a:pt x="212717" y="113632"/>
                </a:lnTo>
                <a:lnTo>
                  <a:pt x="212313" y="113077"/>
                </a:lnTo>
                <a:lnTo>
                  <a:pt x="211922" y="112510"/>
                </a:lnTo>
                <a:lnTo>
                  <a:pt x="211542" y="111933"/>
                </a:lnTo>
                <a:lnTo>
                  <a:pt x="211173" y="111344"/>
                </a:lnTo>
                <a:lnTo>
                  <a:pt x="210816" y="110744"/>
                </a:lnTo>
                <a:lnTo>
                  <a:pt x="210471" y="110133"/>
                </a:lnTo>
                <a:lnTo>
                  <a:pt x="210137" y="109510"/>
                </a:lnTo>
                <a:lnTo>
                  <a:pt x="209815" y="108877"/>
                </a:lnTo>
                <a:lnTo>
                  <a:pt x="209505" y="108232"/>
                </a:lnTo>
                <a:lnTo>
                  <a:pt x="209206" y="107576"/>
                </a:lnTo>
                <a:lnTo>
                  <a:pt x="208919" y="106909"/>
                </a:lnTo>
                <a:lnTo>
                  <a:pt x="208643" y="106230"/>
                </a:lnTo>
                <a:lnTo>
                  <a:pt x="208379" y="105541"/>
                </a:lnTo>
                <a:lnTo>
                  <a:pt x="208127" y="104843"/>
                </a:lnTo>
                <a:lnTo>
                  <a:pt x="207885" y="104141"/>
                </a:lnTo>
                <a:lnTo>
                  <a:pt x="207654" y="103433"/>
                </a:lnTo>
                <a:lnTo>
                  <a:pt x="207433" y="102721"/>
                </a:lnTo>
                <a:lnTo>
                  <a:pt x="207224" y="102004"/>
                </a:lnTo>
                <a:lnTo>
                  <a:pt x="207025" y="101283"/>
                </a:lnTo>
                <a:lnTo>
                  <a:pt x="206836" y="100556"/>
                </a:lnTo>
                <a:lnTo>
                  <a:pt x="206659" y="99825"/>
                </a:lnTo>
                <a:lnTo>
                  <a:pt x="206492" y="99088"/>
                </a:lnTo>
                <a:lnTo>
                  <a:pt x="206336" y="98347"/>
                </a:lnTo>
                <a:lnTo>
                  <a:pt x="206191" y="97602"/>
                </a:lnTo>
                <a:lnTo>
                  <a:pt x="206057" y="96851"/>
                </a:lnTo>
                <a:lnTo>
                  <a:pt x="205933" y="96095"/>
                </a:lnTo>
                <a:lnTo>
                  <a:pt x="205820" y="95335"/>
                </a:lnTo>
                <a:lnTo>
                  <a:pt x="205718" y="94570"/>
                </a:lnTo>
                <a:lnTo>
                  <a:pt x="205627" y="93800"/>
                </a:lnTo>
                <a:lnTo>
                  <a:pt x="205546" y="93025"/>
                </a:lnTo>
                <a:lnTo>
                  <a:pt x="205476" y="92245"/>
                </a:lnTo>
                <a:lnTo>
                  <a:pt x="205417" y="91461"/>
                </a:lnTo>
                <a:lnTo>
                  <a:pt x="205369" y="90671"/>
                </a:lnTo>
                <a:lnTo>
                  <a:pt x="205331" y="89877"/>
                </a:lnTo>
                <a:lnTo>
                  <a:pt x="205304" y="89078"/>
                </a:lnTo>
                <a:lnTo>
                  <a:pt x="205288" y="88275"/>
                </a:lnTo>
                <a:lnTo>
                  <a:pt x="205283" y="87466"/>
                </a:lnTo>
                <a:lnTo>
                  <a:pt x="205288" y="86657"/>
                </a:lnTo>
                <a:lnTo>
                  <a:pt x="205304" y="85853"/>
                </a:lnTo>
                <a:lnTo>
                  <a:pt x="205331" y="85054"/>
                </a:lnTo>
                <a:lnTo>
                  <a:pt x="205369" y="84259"/>
                </a:lnTo>
                <a:lnTo>
                  <a:pt x="205417" y="83468"/>
                </a:lnTo>
                <a:lnTo>
                  <a:pt x="205476" y="82683"/>
                </a:lnTo>
                <a:lnTo>
                  <a:pt x="205546" y="81902"/>
                </a:lnTo>
                <a:lnTo>
                  <a:pt x="205627" y="81125"/>
                </a:lnTo>
                <a:lnTo>
                  <a:pt x="205718" y="80353"/>
                </a:lnTo>
                <a:lnTo>
                  <a:pt x="205820" y="79586"/>
                </a:lnTo>
                <a:lnTo>
                  <a:pt x="205933" y="78823"/>
                </a:lnTo>
                <a:lnTo>
                  <a:pt x="206057" y="78065"/>
                </a:lnTo>
                <a:lnTo>
                  <a:pt x="206191" y="77312"/>
                </a:lnTo>
                <a:lnTo>
                  <a:pt x="206336" y="76563"/>
                </a:lnTo>
                <a:lnTo>
                  <a:pt x="206492" y="75819"/>
                </a:lnTo>
                <a:lnTo>
                  <a:pt x="206659" y="75079"/>
                </a:lnTo>
                <a:lnTo>
                  <a:pt x="206836" y="74344"/>
                </a:lnTo>
                <a:lnTo>
                  <a:pt x="207025" y="73614"/>
                </a:lnTo>
                <a:lnTo>
                  <a:pt x="207224" y="72888"/>
                </a:lnTo>
                <a:lnTo>
                  <a:pt x="207433" y="72167"/>
                </a:lnTo>
                <a:lnTo>
                  <a:pt x="207654" y="71450"/>
                </a:lnTo>
                <a:lnTo>
                  <a:pt x="207885" y="70738"/>
                </a:lnTo>
                <a:lnTo>
                  <a:pt x="208127" y="70031"/>
                </a:lnTo>
                <a:lnTo>
                  <a:pt x="208379" y="69328"/>
                </a:lnTo>
                <a:lnTo>
                  <a:pt x="208643" y="68633"/>
                </a:lnTo>
                <a:lnTo>
                  <a:pt x="208919" y="67950"/>
                </a:lnTo>
                <a:lnTo>
                  <a:pt x="209206" y="67277"/>
                </a:lnTo>
                <a:lnTo>
                  <a:pt x="209505" y="66616"/>
                </a:lnTo>
                <a:lnTo>
                  <a:pt x="209815" y="65966"/>
                </a:lnTo>
                <a:lnTo>
                  <a:pt x="210137" y="65327"/>
                </a:lnTo>
                <a:lnTo>
                  <a:pt x="210471" y="64699"/>
                </a:lnTo>
                <a:lnTo>
                  <a:pt x="210816" y="64083"/>
                </a:lnTo>
                <a:lnTo>
                  <a:pt x="211173" y="63477"/>
                </a:lnTo>
                <a:lnTo>
                  <a:pt x="211542" y="62883"/>
                </a:lnTo>
                <a:lnTo>
                  <a:pt x="211922" y="62300"/>
                </a:lnTo>
                <a:lnTo>
                  <a:pt x="212313" y="61729"/>
                </a:lnTo>
                <a:lnTo>
                  <a:pt x="212717" y="61168"/>
                </a:lnTo>
                <a:lnTo>
                  <a:pt x="213132" y="60619"/>
                </a:lnTo>
                <a:lnTo>
                  <a:pt x="213559" y="60081"/>
                </a:lnTo>
                <a:lnTo>
                  <a:pt x="213997" y="59554"/>
                </a:lnTo>
                <a:lnTo>
                  <a:pt x="214447" y="59038"/>
                </a:lnTo>
                <a:lnTo>
                  <a:pt x="214909" y="58533"/>
                </a:lnTo>
                <a:lnTo>
                  <a:pt x="215382" y="58040"/>
                </a:lnTo>
                <a:lnTo>
                  <a:pt x="215867" y="57558"/>
                </a:lnTo>
                <a:lnTo>
                  <a:pt x="216363" y="57087"/>
                </a:lnTo>
                <a:lnTo>
                  <a:pt x="216871" y="56627"/>
                </a:lnTo>
                <a:lnTo>
                  <a:pt x="217391" y="56178"/>
                </a:lnTo>
                <a:lnTo>
                  <a:pt x="217922" y="55741"/>
                </a:lnTo>
                <a:lnTo>
                  <a:pt x="218466" y="55318"/>
                </a:lnTo>
                <a:lnTo>
                  <a:pt x="219021" y="54913"/>
                </a:lnTo>
                <a:lnTo>
                  <a:pt x="219589" y="54526"/>
                </a:lnTo>
                <a:lnTo>
                  <a:pt x="220169" y="54157"/>
                </a:lnTo>
                <a:lnTo>
                  <a:pt x="220762" y="53806"/>
                </a:lnTo>
                <a:lnTo>
                  <a:pt x="221367" y="53473"/>
                </a:lnTo>
                <a:lnTo>
                  <a:pt x="221984" y="53158"/>
                </a:lnTo>
                <a:lnTo>
                  <a:pt x="222613" y="52862"/>
                </a:lnTo>
                <a:lnTo>
                  <a:pt x="223255" y="52583"/>
                </a:lnTo>
                <a:lnTo>
                  <a:pt x="223909" y="52322"/>
                </a:lnTo>
                <a:lnTo>
                  <a:pt x="224575" y="52079"/>
                </a:lnTo>
                <a:lnTo>
                  <a:pt x="225253" y="51854"/>
                </a:lnTo>
                <a:lnTo>
                  <a:pt x="225944" y="51647"/>
                </a:lnTo>
                <a:lnTo>
                  <a:pt x="226647" y="51458"/>
                </a:lnTo>
                <a:lnTo>
                  <a:pt x="227363" y="51287"/>
                </a:lnTo>
                <a:lnTo>
                  <a:pt x="228090" y="51134"/>
                </a:lnTo>
                <a:lnTo>
                  <a:pt x="228830" y="50999"/>
                </a:lnTo>
                <a:lnTo>
                  <a:pt x="229582" y="50882"/>
                </a:lnTo>
                <a:lnTo>
                  <a:pt x="230347" y="50783"/>
                </a:lnTo>
                <a:lnTo>
                  <a:pt x="231124" y="50702"/>
                </a:lnTo>
                <a:lnTo>
                  <a:pt x="231913" y="50639"/>
                </a:lnTo>
                <a:lnTo>
                  <a:pt x="232714" y="50594"/>
                </a:lnTo>
                <a:lnTo>
                  <a:pt x="233528" y="50567"/>
                </a:lnTo>
                <a:lnTo>
                  <a:pt x="234354" y="50558"/>
                </a:lnTo>
                <a:lnTo>
                  <a:pt x="235180" y="50567"/>
                </a:lnTo>
                <a:lnTo>
                  <a:pt x="235993" y="50594"/>
                </a:lnTo>
                <a:lnTo>
                  <a:pt x="236795" y="50639"/>
                </a:lnTo>
                <a:lnTo>
                  <a:pt x="237584" y="50702"/>
                </a:lnTo>
                <a:lnTo>
                  <a:pt x="238361" y="50783"/>
                </a:lnTo>
                <a:lnTo>
                  <a:pt x="239125" y="50882"/>
                </a:lnTo>
                <a:lnTo>
                  <a:pt x="239877" y="50999"/>
                </a:lnTo>
                <a:lnTo>
                  <a:pt x="240617" y="51134"/>
                </a:lnTo>
                <a:lnTo>
                  <a:pt x="241345" y="51287"/>
                </a:lnTo>
                <a:lnTo>
                  <a:pt x="242060" y="51458"/>
                </a:lnTo>
                <a:lnTo>
                  <a:pt x="242764" y="51647"/>
                </a:lnTo>
                <a:lnTo>
                  <a:pt x="243454" y="51854"/>
                </a:lnTo>
                <a:lnTo>
                  <a:pt x="244133" y="52079"/>
                </a:lnTo>
                <a:lnTo>
                  <a:pt x="244799" y="52322"/>
                </a:lnTo>
                <a:lnTo>
                  <a:pt x="245453" y="52583"/>
                </a:lnTo>
                <a:lnTo>
                  <a:pt x="246095" y="52862"/>
                </a:lnTo>
                <a:lnTo>
                  <a:pt x="246724" y="53158"/>
                </a:lnTo>
                <a:lnTo>
                  <a:pt x="247341" y="53473"/>
                </a:lnTo>
                <a:lnTo>
                  <a:pt x="247946" y="53806"/>
                </a:lnTo>
                <a:lnTo>
                  <a:pt x="248538" y="54157"/>
                </a:lnTo>
                <a:lnTo>
                  <a:pt x="249118" y="54526"/>
                </a:lnTo>
                <a:lnTo>
                  <a:pt x="249686" y="54913"/>
                </a:lnTo>
                <a:lnTo>
                  <a:pt x="250242" y="55318"/>
                </a:lnTo>
                <a:lnTo>
                  <a:pt x="250785" y="55741"/>
                </a:lnTo>
                <a:lnTo>
                  <a:pt x="251317" y="56178"/>
                </a:lnTo>
                <a:lnTo>
                  <a:pt x="251836" y="56627"/>
                </a:lnTo>
                <a:lnTo>
                  <a:pt x="252344" y="57087"/>
                </a:lnTo>
                <a:lnTo>
                  <a:pt x="252841" y="57558"/>
                </a:lnTo>
                <a:lnTo>
                  <a:pt x="253326" y="58040"/>
                </a:lnTo>
                <a:lnTo>
                  <a:pt x="253799" y="58533"/>
                </a:lnTo>
                <a:lnTo>
                  <a:pt x="254261" y="59038"/>
                </a:lnTo>
                <a:lnTo>
                  <a:pt x="254711" y="59554"/>
                </a:lnTo>
                <a:lnTo>
                  <a:pt x="255149" y="60081"/>
                </a:lnTo>
                <a:lnTo>
                  <a:pt x="255576" y="60619"/>
                </a:lnTo>
                <a:lnTo>
                  <a:pt x="255991" y="61168"/>
                </a:lnTo>
                <a:lnTo>
                  <a:pt x="256394" y="61729"/>
                </a:lnTo>
                <a:lnTo>
                  <a:pt x="256786" y="62300"/>
                </a:lnTo>
                <a:lnTo>
                  <a:pt x="257166" y="62883"/>
                </a:lnTo>
                <a:lnTo>
                  <a:pt x="257535" y="63477"/>
                </a:lnTo>
                <a:lnTo>
                  <a:pt x="257891" y="64083"/>
                </a:lnTo>
                <a:lnTo>
                  <a:pt x="258237" y="64699"/>
                </a:lnTo>
                <a:lnTo>
                  <a:pt x="258570" y="65327"/>
                </a:lnTo>
                <a:lnTo>
                  <a:pt x="258892" y="65966"/>
                </a:lnTo>
                <a:lnTo>
                  <a:pt x="259203" y="66616"/>
                </a:lnTo>
                <a:lnTo>
                  <a:pt x="259502" y="67277"/>
                </a:lnTo>
                <a:lnTo>
                  <a:pt x="259789" y="67950"/>
                </a:lnTo>
                <a:lnTo>
                  <a:pt x="260064" y="68633"/>
                </a:lnTo>
                <a:lnTo>
                  <a:pt x="260328" y="69328"/>
                </a:lnTo>
                <a:lnTo>
                  <a:pt x="260581" y="70031"/>
                </a:lnTo>
                <a:lnTo>
                  <a:pt x="260823" y="70738"/>
                </a:lnTo>
                <a:lnTo>
                  <a:pt x="261054" y="71450"/>
                </a:lnTo>
                <a:lnTo>
                  <a:pt x="261274" y="72167"/>
                </a:lnTo>
                <a:lnTo>
                  <a:pt x="261484" y="72888"/>
                </a:lnTo>
                <a:lnTo>
                  <a:pt x="261683" y="73614"/>
                </a:lnTo>
                <a:lnTo>
                  <a:pt x="261871" y="74344"/>
                </a:lnTo>
                <a:lnTo>
                  <a:pt x="262049" y="75079"/>
                </a:lnTo>
                <a:lnTo>
                  <a:pt x="262215" y="75819"/>
                </a:lnTo>
                <a:lnTo>
                  <a:pt x="262371" y="76563"/>
                </a:lnTo>
                <a:lnTo>
                  <a:pt x="262516" y="77312"/>
                </a:lnTo>
                <a:lnTo>
                  <a:pt x="262651" y="78065"/>
                </a:lnTo>
                <a:lnTo>
                  <a:pt x="262774" y="78823"/>
                </a:lnTo>
                <a:lnTo>
                  <a:pt x="262887" y="79586"/>
                </a:lnTo>
                <a:lnTo>
                  <a:pt x="262989" y="80353"/>
                </a:lnTo>
                <a:lnTo>
                  <a:pt x="263081" y="81125"/>
                </a:lnTo>
                <a:lnTo>
                  <a:pt x="263161" y="81902"/>
                </a:lnTo>
                <a:lnTo>
                  <a:pt x="263231" y="82683"/>
                </a:lnTo>
                <a:lnTo>
                  <a:pt x="263290" y="83468"/>
                </a:lnTo>
                <a:lnTo>
                  <a:pt x="263339" y="84259"/>
                </a:lnTo>
                <a:lnTo>
                  <a:pt x="263376" y="85054"/>
                </a:lnTo>
                <a:lnTo>
                  <a:pt x="263403" y="85853"/>
                </a:lnTo>
                <a:lnTo>
                  <a:pt x="263419" y="86657"/>
                </a:lnTo>
                <a:lnTo>
                  <a:pt x="263425" y="87466"/>
                </a:lnTo>
                <a:lnTo>
                  <a:pt x="263419" y="88275"/>
                </a:lnTo>
                <a:lnTo>
                  <a:pt x="263403" y="89078"/>
                </a:lnTo>
                <a:lnTo>
                  <a:pt x="263376" y="89877"/>
                </a:lnTo>
                <a:lnTo>
                  <a:pt x="263339" y="90671"/>
                </a:lnTo>
                <a:lnTo>
                  <a:pt x="263290" y="91461"/>
                </a:lnTo>
                <a:lnTo>
                  <a:pt x="263231" y="92245"/>
                </a:lnTo>
                <a:lnTo>
                  <a:pt x="263161" y="93025"/>
                </a:lnTo>
                <a:lnTo>
                  <a:pt x="263081" y="93800"/>
                </a:lnTo>
                <a:lnTo>
                  <a:pt x="262989" y="94570"/>
                </a:lnTo>
                <a:lnTo>
                  <a:pt x="262887" y="95335"/>
                </a:lnTo>
                <a:lnTo>
                  <a:pt x="262774" y="96095"/>
                </a:lnTo>
                <a:lnTo>
                  <a:pt x="262651" y="96851"/>
                </a:lnTo>
                <a:lnTo>
                  <a:pt x="262516" y="97602"/>
                </a:lnTo>
                <a:lnTo>
                  <a:pt x="262371" y="98347"/>
                </a:lnTo>
                <a:lnTo>
                  <a:pt x="262215" y="99088"/>
                </a:lnTo>
                <a:lnTo>
                  <a:pt x="262049" y="99825"/>
                </a:lnTo>
                <a:lnTo>
                  <a:pt x="261871" y="100556"/>
                </a:lnTo>
                <a:lnTo>
                  <a:pt x="261683" y="101283"/>
                </a:lnTo>
                <a:lnTo>
                  <a:pt x="261484" y="102004"/>
                </a:lnTo>
                <a:lnTo>
                  <a:pt x="261274" y="102721"/>
                </a:lnTo>
                <a:lnTo>
                  <a:pt x="261054" y="103433"/>
                </a:lnTo>
                <a:lnTo>
                  <a:pt x="260823" y="104141"/>
                </a:lnTo>
                <a:lnTo>
                  <a:pt x="260581" y="104843"/>
                </a:lnTo>
                <a:lnTo>
                  <a:pt x="260328" y="105541"/>
                </a:lnTo>
                <a:lnTo>
                  <a:pt x="260064" y="106230"/>
                </a:lnTo>
                <a:lnTo>
                  <a:pt x="259789" y="106909"/>
                </a:lnTo>
                <a:lnTo>
                  <a:pt x="259502" y="107576"/>
                </a:lnTo>
                <a:lnTo>
                  <a:pt x="259203" y="108232"/>
                </a:lnTo>
                <a:lnTo>
                  <a:pt x="258892" y="108877"/>
                </a:lnTo>
                <a:lnTo>
                  <a:pt x="258570" y="109510"/>
                </a:lnTo>
                <a:lnTo>
                  <a:pt x="258237" y="110133"/>
                </a:lnTo>
                <a:lnTo>
                  <a:pt x="257891" y="110744"/>
                </a:lnTo>
                <a:lnTo>
                  <a:pt x="257535" y="111344"/>
                </a:lnTo>
                <a:lnTo>
                  <a:pt x="257166" y="111933"/>
                </a:lnTo>
                <a:lnTo>
                  <a:pt x="256786" y="112510"/>
                </a:lnTo>
                <a:lnTo>
                  <a:pt x="256394" y="113077"/>
                </a:lnTo>
                <a:lnTo>
                  <a:pt x="255991" y="113632"/>
                </a:lnTo>
                <a:lnTo>
                  <a:pt x="255576" y="114176"/>
                </a:lnTo>
                <a:lnTo>
                  <a:pt x="255149" y="114709"/>
                </a:lnTo>
                <a:lnTo>
                  <a:pt x="254711" y="115231"/>
                </a:lnTo>
                <a:lnTo>
                  <a:pt x="254261" y="115741"/>
                </a:lnTo>
                <a:lnTo>
                  <a:pt x="253799" y="116241"/>
                </a:lnTo>
                <a:lnTo>
                  <a:pt x="253326" y="116729"/>
                </a:lnTo>
                <a:lnTo>
                  <a:pt x="252841" y="117206"/>
                </a:lnTo>
                <a:lnTo>
                  <a:pt x="252344" y="117672"/>
                </a:lnTo>
                <a:lnTo>
                  <a:pt x="251836" y="118126"/>
                </a:lnTo>
                <a:lnTo>
                  <a:pt x="251317" y="118570"/>
                </a:lnTo>
                <a:lnTo>
                  <a:pt x="250785" y="119002"/>
                </a:lnTo>
                <a:lnTo>
                  <a:pt x="250242" y="119419"/>
                </a:lnTo>
                <a:lnTo>
                  <a:pt x="249686" y="119819"/>
                </a:lnTo>
                <a:lnTo>
                  <a:pt x="249118" y="120202"/>
                </a:lnTo>
                <a:lnTo>
                  <a:pt x="248538" y="120566"/>
                </a:lnTo>
                <a:lnTo>
                  <a:pt x="247946" y="120912"/>
                </a:lnTo>
                <a:lnTo>
                  <a:pt x="247341" y="121241"/>
                </a:lnTo>
                <a:lnTo>
                  <a:pt x="246724" y="121552"/>
                </a:lnTo>
                <a:lnTo>
                  <a:pt x="246095" y="121846"/>
                </a:lnTo>
                <a:lnTo>
                  <a:pt x="245453" y="122121"/>
                </a:lnTo>
                <a:lnTo>
                  <a:pt x="244799" y="122379"/>
                </a:lnTo>
                <a:lnTo>
                  <a:pt x="244133" y="122619"/>
                </a:lnTo>
                <a:lnTo>
                  <a:pt x="243454" y="122841"/>
                </a:lnTo>
                <a:lnTo>
                  <a:pt x="242764" y="123045"/>
                </a:lnTo>
                <a:lnTo>
                  <a:pt x="242060" y="123232"/>
                </a:lnTo>
                <a:lnTo>
                  <a:pt x="241345" y="123401"/>
                </a:lnTo>
                <a:lnTo>
                  <a:pt x="240617" y="123552"/>
                </a:lnTo>
                <a:lnTo>
                  <a:pt x="239877" y="123685"/>
                </a:lnTo>
                <a:lnTo>
                  <a:pt x="239125" y="123801"/>
                </a:lnTo>
                <a:lnTo>
                  <a:pt x="238361" y="123899"/>
                </a:lnTo>
                <a:lnTo>
                  <a:pt x="237584" y="123979"/>
                </a:lnTo>
                <a:lnTo>
                  <a:pt x="236795" y="124041"/>
                </a:lnTo>
                <a:lnTo>
                  <a:pt x="235993" y="124085"/>
                </a:lnTo>
                <a:lnTo>
                  <a:pt x="235180" y="124112"/>
                </a:lnTo>
                <a:lnTo>
                  <a:pt x="234354" y="124121"/>
                </a:lnTo>
                <a:lnTo>
                  <a:pt x="233528" y="124112"/>
                </a:lnTo>
                <a:lnTo>
                  <a:pt x="232714" y="124085"/>
                </a:lnTo>
                <a:lnTo>
                  <a:pt x="231913" y="124041"/>
                </a:lnTo>
                <a:lnTo>
                  <a:pt x="231124" y="123979"/>
                </a:lnTo>
                <a:lnTo>
                  <a:pt x="230347" y="123899"/>
                </a:lnTo>
                <a:lnTo>
                  <a:pt x="229582" y="123801"/>
                </a:lnTo>
                <a:close/>
                <a:moveTo>
                  <a:pt x="772032" y="137180"/>
                </a:moveTo>
                <a:lnTo>
                  <a:pt x="772858" y="137076"/>
                </a:lnTo>
                <a:lnTo>
                  <a:pt x="773675" y="136959"/>
                </a:lnTo>
                <a:lnTo>
                  <a:pt x="774483" y="136828"/>
                </a:lnTo>
                <a:lnTo>
                  <a:pt x="775281" y="136682"/>
                </a:lnTo>
                <a:lnTo>
                  <a:pt x="776071" y="136523"/>
                </a:lnTo>
                <a:lnTo>
                  <a:pt x="776851" y="136351"/>
                </a:lnTo>
                <a:lnTo>
                  <a:pt x="777622" y="136164"/>
                </a:lnTo>
                <a:lnTo>
                  <a:pt x="778383" y="135963"/>
                </a:lnTo>
                <a:lnTo>
                  <a:pt x="779136" y="135749"/>
                </a:lnTo>
                <a:lnTo>
                  <a:pt x="779879" y="135521"/>
                </a:lnTo>
                <a:lnTo>
                  <a:pt x="780613" y="135279"/>
                </a:lnTo>
                <a:lnTo>
                  <a:pt x="781338" y="135023"/>
                </a:lnTo>
                <a:lnTo>
                  <a:pt x="782054" y="134754"/>
                </a:lnTo>
                <a:lnTo>
                  <a:pt x="782760" y="134470"/>
                </a:lnTo>
                <a:lnTo>
                  <a:pt x="783457" y="134173"/>
                </a:lnTo>
                <a:lnTo>
                  <a:pt x="784145" y="133862"/>
                </a:lnTo>
                <a:lnTo>
                  <a:pt x="784824" y="133537"/>
                </a:lnTo>
                <a:lnTo>
                  <a:pt x="785498" y="133195"/>
                </a:lnTo>
                <a:lnTo>
                  <a:pt x="786160" y="132844"/>
                </a:lnTo>
                <a:lnTo>
                  <a:pt x="786812" y="132483"/>
                </a:lnTo>
                <a:lnTo>
                  <a:pt x="787452" y="132112"/>
                </a:lnTo>
                <a:lnTo>
                  <a:pt x="788081" y="131731"/>
                </a:lnTo>
                <a:lnTo>
                  <a:pt x="788699" y="131341"/>
                </a:lnTo>
                <a:lnTo>
                  <a:pt x="789305" y="130941"/>
                </a:lnTo>
                <a:lnTo>
                  <a:pt x="789901" y="130532"/>
                </a:lnTo>
                <a:lnTo>
                  <a:pt x="790485" y="130113"/>
                </a:lnTo>
                <a:lnTo>
                  <a:pt x="791058" y="129684"/>
                </a:lnTo>
                <a:lnTo>
                  <a:pt x="791620" y="129246"/>
                </a:lnTo>
                <a:lnTo>
                  <a:pt x="792171" y="128797"/>
                </a:lnTo>
                <a:lnTo>
                  <a:pt x="792710" y="128340"/>
                </a:lnTo>
                <a:lnTo>
                  <a:pt x="793238" y="127872"/>
                </a:lnTo>
                <a:lnTo>
                  <a:pt x="793755" y="127395"/>
                </a:lnTo>
                <a:lnTo>
                  <a:pt x="794261" y="126909"/>
                </a:lnTo>
                <a:lnTo>
                  <a:pt x="794756" y="126412"/>
                </a:lnTo>
                <a:lnTo>
                  <a:pt x="795240" y="125906"/>
                </a:lnTo>
                <a:lnTo>
                  <a:pt x="795712" y="125390"/>
                </a:lnTo>
                <a:lnTo>
                  <a:pt x="796173" y="124865"/>
                </a:lnTo>
                <a:lnTo>
                  <a:pt x="796623" y="124330"/>
                </a:lnTo>
                <a:lnTo>
                  <a:pt x="797062" y="123785"/>
                </a:lnTo>
                <a:lnTo>
                  <a:pt x="797489" y="123231"/>
                </a:lnTo>
                <a:lnTo>
                  <a:pt x="797906" y="122667"/>
                </a:lnTo>
                <a:lnTo>
                  <a:pt x="798315" y="122090"/>
                </a:lnTo>
                <a:lnTo>
                  <a:pt x="798712" y="121507"/>
                </a:lnTo>
                <a:lnTo>
                  <a:pt x="799096" y="120918"/>
                </a:lnTo>
                <a:lnTo>
                  <a:pt x="799466" y="120324"/>
                </a:lnTo>
                <a:lnTo>
                  <a:pt x="799824" y="119723"/>
                </a:lnTo>
                <a:lnTo>
                  <a:pt x="800169" y="119116"/>
                </a:lnTo>
                <a:lnTo>
                  <a:pt x="800501" y="118504"/>
                </a:lnTo>
                <a:lnTo>
                  <a:pt x="800820" y="117885"/>
                </a:lnTo>
                <a:lnTo>
                  <a:pt x="801126" y="117261"/>
                </a:lnTo>
                <a:lnTo>
                  <a:pt x="801419" y="116630"/>
                </a:lnTo>
                <a:lnTo>
                  <a:pt x="801699" y="115994"/>
                </a:lnTo>
                <a:lnTo>
                  <a:pt x="801966" y="115352"/>
                </a:lnTo>
                <a:lnTo>
                  <a:pt x="802220" y="114704"/>
                </a:lnTo>
                <a:lnTo>
                  <a:pt x="802462" y="114050"/>
                </a:lnTo>
                <a:lnTo>
                  <a:pt x="802690" y="113390"/>
                </a:lnTo>
                <a:lnTo>
                  <a:pt x="802905" y="112724"/>
                </a:lnTo>
                <a:lnTo>
                  <a:pt x="803108" y="112052"/>
                </a:lnTo>
                <a:lnTo>
                  <a:pt x="803297" y="111375"/>
                </a:lnTo>
                <a:lnTo>
                  <a:pt x="803474" y="110691"/>
                </a:lnTo>
                <a:lnTo>
                  <a:pt x="803637" y="110001"/>
                </a:lnTo>
                <a:lnTo>
                  <a:pt x="803788" y="109306"/>
                </a:lnTo>
                <a:lnTo>
                  <a:pt x="803926" y="108604"/>
                </a:lnTo>
                <a:lnTo>
                  <a:pt x="804050" y="107897"/>
                </a:lnTo>
                <a:lnTo>
                  <a:pt x="804162" y="107184"/>
                </a:lnTo>
                <a:lnTo>
                  <a:pt x="789248" y="107184"/>
                </a:lnTo>
                <a:lnTo>
                  <a:pt x="789128" y="107623"/>
                </a:lnTo>
                <a:lnTo>
                  <a:pt x="789003" y="108058"/>
                </a:lnTo>
                <a:lnTo>
                  <a:pt x="788870" y="108487"/>
                </a:lnTo>
                <a:lnTo>
                  <a:pt x="788731" y="108911"/>
                </a:lnTo>
                <a:lnTo>
                  <a:pt x="788586" y="109330"/>
                </a:lnTo>
                <a:lnTo>
                  <a:pt x="788434" y="109743"/>
                </a:lnTo>
                <a:lnTo>
                  <a:pt x="788275" y="110151"/>
                </a:lnTo>
                <a:lnTo>
                  <a:pt x="788110" y="110554"/>
                </a:lnTo>
                <a:lnTo>
                  <a:pt x="787938" y="110952"/>
                </a:lnTo>
                <a:lnTo>
                  <a:pt x="787760" y="111344"/>
                </a:lnTo>
                <a:lnTo>
                  <a:pt x="787575" y="111731"/>
                </a:lnTo>
                <a:lnTo>
                  <a:pt x="787383" y="112113"/>
                </a:lnTo>
                <a:lnTo>
                  <a:pt x="787185" y="112490"/>
                </a:lnTo>
                <a:lnTo>
                  <a:pt x="786980" y="112861"/>
                </a:lnTo>
                <a:lnTo>
                  <a:pt x="786769" y="113227"/>
                </a:lnTo>
                <a:lnTo>
                  <a:pt x="786551" y="113588"/>
                </a:lnTo>
                <a:lnTo>
                  <a:pt x="786327" y="113943"/>
                </a:lnTo>
                <a:lnTo>
                  <a:pt x="786096" y="114293"/>
                </a:lnTo>
                <a:lnTo>
                  <a:pt x="785858" y="114638"/>
                </a:lnTo>
                <a:lnTo>
                  <a:pt x="785614" y="114978"/>
                </a:lnTo>
                <a:lnTo>
                  <a:pt x="785363" y="115313"/>
                </a:lnTo>
                <a:lnTo>
                  <a:pt x="785105" y="115642"/>
                </a:lnTo>
                <a:lnTo>
                  <a:pt x="784841" y="115966"/>
                </a:lnTo>
                <a:lnTo>
                  <a:pt x="784571" y="116284"/>
                </a:lnTo>
                <a:lnTo>
                  <a:pt x="784295" y="116597"/>
                </a:lnTo>
                <a:lnTo>
                  <a:pt x="784013" y="116904"/>
                </a:lnTo>
                <a:lnTo>
                  <a:pt x="783727" y="117205"/>
                </a:lnTo>
                <a:lnTo>
                  <a:pt x="783435" y="117499"/>
                </a:lnTo>
                <a:lnTo>
                  <a:pt x="783139" y="117787"/>
                </a:lnTo>
                <a:lnTo>
                  <a:pt x="782837" y="118070"/>
                </a:lnTo>
                <a:lnTo>
                  <a:pt x="782530" y="118346"/>
                </a:lnTo>
                <a:lnTo>
                  <a:pt x="782219" y="118616"/>
                </a:lnTo>
                <a:lnTo>
                  <a:pt x="781902" y="118879"/>
                </a:lnTo>
                <a:lnTo>
                  <a:pt x="781580" y="119137"/>
                </a:lnTo>
                <a:lnTo>
                  <a:pt x="781253" y="119388"/>
                </a:lnTo>
                <a:lnTo>
                  <a:pt x="780921" y="119634"/>
                </a:lnTo>
                <a:lnTo>
                  <a:pt x="780584" y="119873"/>
                </a:lnTo>
                <a:lnTo>
                  <a:pt x="780242" y="120106"/>
                </a:lnTo>
                <a:lnTo>
                  <a:pt x="779895" y="120333"/>
                </a:lnTo>
                <a:lnTo>
                  <a:pt x="779543" y="120554"/>
                </a:lnTo>
                <a:lnTo>
                  <a:pt x="779186" y="120768"/>
                </a:lnTo>
                <a:lnTo>
                  <a:pt x="778824" y="120977"/>
                </a:lnTo>
                <a:lnTo>
                  <a:pt x="778457" y="121179"/>
                </a:lnTo>
                <a:lnTo>
                  <a:pt x="778084" y="121375"/>
                </a:lnTo>
                <a:lnTo>
                  <a:pt x="777707" y="121565"/>
                </a:lnTo>
                <a:lnTo>
                  <a:pt x="777325" y="121749"/>
                </a:lnTo>
                <a:lnTo>
                  <a:pt x="776937" y="121927"/>
                </a:lnTo>
                <a:lnTo>
                  <a:pt x="776545" y="122098"/>
                </a:lnTo>
                <a:lnTo>
                  <a:pt x="776148" y="122263"/>
                </a:lnTo>
                <a:lnTo>
                  <a:pt x="775747" y="122421"/>
                </a:lnTo>
                <a:lnTo>
                  <a:pt x="775343" y="122572"/>
                </a:lnTo>
                <a:lnTo>
                  <a:pt x="774935" y="122716"/>
                </a:lnTo>
                <a:lnTo>
                  <a:pt x="774523" y="122853"/>
                </a:lnTo>
                <a:lnTo>
                  <a:pt x="774108" y="122983"/>
                </a:lnTo>
                <a:lnTo>
                  <a:pt x="773688" y="123106"/>
                </a:lnTo>
                <a:lnTo>
                  <a:pt x="773265" y="123222"/>
                </a:lnTo>
                <a:lnTo>
                  <a:pt x="772839" y="123331"/>
                </a:lnTo>
                <a:lnTo>
                  <a:pt x="772408" y="123433"/>
                </a:lnTo>
                <a:lnTo>
                  <a:pt x="771974" y="123527"/>
                </a:lnTo>
                <a:lnTo>
                  <a:pt x="771536" y="123615"/>
                </a:lnTo>
                <a:lnTo>
                  <a:pt x="771095" y="123696"/>
                </a:lnTo>
                <a:lnTo>
                  <a:pt x="770649" y="123770"/>
                </a:lnTo>
                <a:lnTo>
                  <a:pt x="770200" y="123836"/>
                </a:lnTo>
                <a:lnTo>
                  <a:pt x="769747" y="123896"/>
                </a:lnTo>
                <a:lnTo>
                  <a:pt x="769291" y="123949"/>
                </a:lnTo>
                <a:lnTo>
                  <a:pt x="768831" y="123994"/>
                </a:lnTo>
                <a:lnTo>
                  <a:pt x="768367" y="124033"/>
                </a:lnTo>
                <a:lnTo>
                  <a:pt x="767899" y="124065"/>
                </a:lnTo>
                <a:lnTo>
                  <a:pt x="767427" y="124089"/>
                </a:lnTo>
                <a:lnTo>
                  <a:pt x="766952" y="124107"/>
                </a:lnTo>
                <a:lnTo>
                  <a:pt x="766473" y="124117"/>
                </a:lnTo>
                <a:lnTo>
                  <a:pt x="765991" y="124121"/>
                </a:lnTo>
                <a:lnTo>
                  <a:pt x="765257" y="124113"/>
                </a:lnTo>
                <a:lnTo>
                  <a:pt x="764532" y="124089"/>
                </a:lnTo>
                <a:lnTo>
                  <a:pt x="763814" y="124049"/>
                </a:lnTo>
                <a:lnTo>
                  <a:pt x="763105" y="123993"/>
                </a:lnTo>
                <a:lnTo>
                  <a:pt x="762403" y="123921"/>
                </a:lnTo>
                <a:lnTo>
                  <a:pt x="761709" y="123832"/>
                </a:lnTo>
                <a:lnTo>
                  <a:pt x="761023" y="123728"/>
                </a:lnTo>
                <a:lnTo>
                  <a:pt x="760345" y="123608"/>
                </a:lnTo>
                <a:lnTo>
                  <a:pt x="759675" y="123472"/>
                </a:lnTo>
                <a:lnTo>
                  <a:pt x="759013" y="123320"/>
                </a:lnTo>
                <a:lnTo>
                  <a:pt x="758358" y="123152"/>
                </a:lnTo>
                <a:lnTo>
                  <a:pt x="757712" y="122967"/>
                </a:lnTo>
                <a:lnTo>
                  <a:pt x="757073" y="122767"/>
                </a:lnTo>
                <a:lnTo>
                  <a:pt x="756443" y="122551"/>
                </a:lnTo>
                <a:lnTo>
                  <a:pt x="755820" y="122319"/>
                </a:lnTo>
                <a:lnTo>
                  <a:pt x="755205" y="122070"/>
                </a:lnTo>
                <a:lnTo>
                  <a:pt x="754598" y="121806"/>
                </a:lnTo>
                <a:lnTo>
                  <a:pt x="753999" y="121526"/>
                </a:lnTo>
                <a:lnTo>
                  <a:pt x="753408" y="121229"/>
                </a:lnTo>
                <a:lnTo>
                  <a:pt x="752824" y="120917"/>
                </a:lnTo>
                <a:lnTo>
                  <a:pt x="752249" y="120589"/>
                </a:lnTo>
                <a:lnTo>
                  <a:pt x="751682" y="120244"/>
                </a:lnTo>
                <a:lnTo>
                  <a:pt x="751122" y="119884"/>
                </a:lnTo>
                <a:lnTo>
                  <a:pt x="750570" y="119507"/>
                </a:lnTo>
                <a:lnTo>
                  <a:pt x="750033" y="119116"/>
                </a:lnTo>
                <a:lnTo>
                  <a:pt x="749506" y="118713"/>
                </a:lnTo>
                <a:lnTo>
                  <a:pt x="748988" y="118296"/>
                </a:lnTo>
                <a:lnTo>
                  <a:pt x="748481" y="117866"/>
                </a:lnTo>
                <a:lnTo>
                  <a:pt x="747984" y="117423"/>
                </a:lnTo>
                <a:lnTo>
                  <a:pt x="747497" y="116968"/>
                </a:lnTo>
                <a:lnTo>
                  <a:pt x="747021" y="116499"/>
                </a:lnTo>
                <a:lnTo>
                  <a:pt x="746554" y="116017"/>
                </a:lnTo>
                <a:lnTo>
                  <a:pt x="746097" y="115523"/>
                </a:lnTo>
                <a:lnTo>
                  <a:pt x="745651" y="115015"/>
                </a:lnTo>
                <a:lnTo>
                  <a:pt x="745214" y="114495"/>
                </a:lnTo>
                <a:lnTo>
                  <a:pt x="744788" y="113962"/>
                </a:lnTo>
                <a:lnTo>
                  <a:pt x="744372" y="113415"/>
                </a:lnTo>
                <a:lnTo>
                  <a:pt x="743965" y="112856"/>
                </a:lnTo>
                <a:lnTo>
                  <a:pt x="743569" y="112284"/>
                </a:lnTo>
                <a:lnTo>
                  <a:pt x="743183" y="111699"/>
                </a:lnTo>
                <a:lnTo>
                  <a:pt x="742807" y="111101"/>
                </a:lnTo>
                <a:lnTo>
                  <a:pt x="742442" y="110490"/>
                </a:lnTo>
                <a:lnTo>
                  <a:pt x="742086" y="109866"/>
                </a:lnTo>
                <a:lnTo>
                  <a:pt x="741740" y="109229"/>
                </a:lnTo>
                <a:lnTo>
                  <a:pt x="741405" y="108579"/>
                </a:lnTo>
                <a:lnTo>
                  <a:pt x="741079" y="107916"/>
                </a:lnTo>
                <a:lnTo>
                  <a:pt x="740764" y="107240"/>
                </a:lnTo>
                <a:lnTo>
                  <a:pt x="740459" y="106552"/>
                </a:lnTo>
                <a:lnTo>
                  <a:pt x="740170" y="105852"/>
                </a:lnTo>
                <a:lnTo>
                  <a:pt x="739893" y="105141"/>
                </a:lnTo>
                <a:lnTo>
                  <a:pt x="739629" y="104421"/>
                </a:lnTo>
                <a:lnTo>
                  <a:pt x="739377" y="103690"/>
                </a:lnTo>
                <a:lnTo>
                  <a:pt x="739138" y="102950"/>
                </a:lnTo>
                <a:lnTo>
                  <a:pt x="738910" y="102199"/>
                </a:lnTo>
                <a:lnTo>
                  <a:pt x="738695" y="101438"/>
                </a:lnTo>
                <a:lnTo>
                  <a:pt x="738493" y="100667"/>
                </a:lnTo>
                <a:lnTo>
                  <a:pt x="738302" y="99886"/>
                </a:lnTo>
                <a:lnTo>
                  <a:pt x="738124" y="99095"/>
                </a:lnTo>
                <a:lnTo>
                  <a:pt x="737958" y="98294"/>
                </a:lnTo>
                <a:lnTo>
                  <a:pt x="737804" y="97483"/>
                </a:lnTo>
                <a:lnTo>
                  <a:pt x="737663" y="96661"/>
                </a:lnTo>
                <a:lnTo>
                  <a:pt x="737534" y="95830"/>
                </a:lnTo>
                <a:lnTo>
                  <a:pt x="737417" y="94988"/>
                </a:lnTo>
                <a:lnTo>
                  <a:pt x="737313" y="94137"/>
                </a:lnTo>
                <a:lnTo>
                  <a:pt x="737221" y="93275"/>
                </a:lnTo>
                <a:lnTo>
                  <a:pt x="737141" y="92403"/>
                </a:lnTo>
                <a:lnTo>
                  <a:pt x="737073" y="91521"/>
                </a:lnTo>
                <a:lnTo>
                  <a:pt x="737018" y="90629"/>
                </a:lnTo>
                <a:lnTo>
                  <a:pt x="736975" y="89727"/>
                </a:lnTo>
                <a:lnTo>
                  <a:pt x="736944" y="88815"/>
                </a:lnTo>
                <a:lnTo>
                  <a:pt x="736926" y="87893"/>
                </a:lnTo>
                <a:lnTo>
                  <a:pt x="736920" y="86960"/>
                </a:lnTo>
                <a:lnTo>
                  <a:pt x="736926" y="86049"/>
                </a:lnTo>
                <a:lnTo>
                  <a:pt x="736945" y="85147"/>
                </a:lnTo>
                <a:lnTo>
                  <a:pt x="736976" y="84256"/>
                </a:lnTo>
                <a:lnTo>
                  <a:pt x="737020" y="83374"/>
                </a:lnTo>
                <a:lnTo>
                  <a:pt x="737076" y="82502"/>
                </a:lnTo>
                <a:lnTo>
                  <a:pt x="737145" y="81640"/>
                </a:lnTo>
                <a:lnTo>
                  <a:pt x="737226" y="80788"/>
                </a:lnTo>
                <a:lnTo>
                  <a:pt x="737320" y="79945"/>
                </a:lnTo>
                <a:lnTo>
                  <a:pt x="737426" y="79113"/>
                </a:lnTo>
                <a:lnTo>
                  <a:pt x="737545" y="78290"/>
                </a:lnTo>
                <a:lnTo>
                  <a:pt x="737676" y="77478"/>
                </a:lnTo>
                <a:lnTo>
                  <a:pt x="737820" y="76675"/>
                </a:lnTo>
                <a:lnTo>
                  <a:pt x="737977" y="75882"/>
                </a:lnTo>
                <a:lnTo>
                  <a:pt x="738145" y="75099"/>
                </a:lnTo>
                <a:lnTo>
                  <a:pt x="738327" y="74326"/>
                </a:lnTo>
                <a:lnTo>
                  <a:pt x="738521" y="73562"/>
                </a:lnTo>
                <a:lnTo>
                  <a:pt x="738727" y="72809"/>
                </a:lnTo>
                <a:lnTo>
                  <a:pt x="738946" y="72065"/>
                </a:lnTo>
                <a:lnTo>
                  <a:pt x="739177" y="71332"/>
                </a:lnTo>
                <a:lnTo>
                  <a:pt x="739421" y="70608"/>
                </a:lnTo>
                <a:lnTo>
                  <a:pt x="739678" y="69894"/>
                </a:lnTo>
                <a:lnTo>
                  <a:pt x="739947" y="69190"/>
                </a:lnTo>
                <a:lnTo>
                  <a:pt x="740228" y="68496"/>
                </a:lnTo>
                <a:lnTo>
                  <a:pt x="740522" y="67811"/>
                </a:lnTo>
                <a:lnTo>
                  <a:pt x="740832" y="67133"/>
                </a:lnTo>
                <a:lnTo>
                  <a:pt x="741153" y="66468"/>
                </a:lnTo>
                <a:lnTo>
                  <a:pt x="741483" y="65816"/>
                </a:lnTo>
                <a:lnTo>
                  <a:pt x="741823" y="65176"/>
                </a:lnTo>
                <a:lnTo>
                  <a:pt x="742173" y="64550"/>
                </a:lnTo>
                <a:lnTo>
                  <a:pt x="742532" y="63937"/>
                </a:lnTo>
                <a:lnTo>
                  <a:pt x="742902" y="63336"/>
                </a:lnTo>
                <a:lnTo>
                  <a:pt x="743282" y="62749"/>
                </a:lnTo>
                <a:lnTo>
                  <a:pt x="743671" y="62174"/>
                </a:lnTo>
                <a:lnTo>
                  <a:pt x="744070" y="61612"/>
                </a:lnTo>
                <a:lnTo>
                  <a:pt x="744479" y="61064"/>
                </a:lnTo>
                <a:lnTo>
                  <a:pt x="744898" y="60528"/>
                </a:lnTo>
                <a:lnTo>
                  <a:pt x="745327" y="60005"/>
                </a:lnTo>
                <a:lnTo>
                  <a:pt x="745766" y="59495"/>
                </a:lnTo>
                <a:lnTo>
                  <a:pt x="746215" y="58998"/>
                </a:lnTo>
                <a:lnTo>
                  <a:pt x="746673" y="58514"/>
                </a:lnTo>
                <a:lnTo>
                  <a:pt x="747142" y="58043"/>
                </a:lnTo>
                <a:lnTo>
                  <a:pt x="747620" y="57585"/>
                </a:lnTo>
                <a:lnTo>
                  <a:pt x="748108" y="57140"/>
                </a:lnTo>
                <a:lnTo>
                  <a:pt x="748606" y="56708"/>
                </a:lnTo>
                <a:lnTo>
                  <a:pt x="749114" y="56289"/>
                </a:lnTo>
                <a:lnTo>
                  <a:pt x="749632" y="55882"/>
                </a:lnTo>
                <a:lnTo>
                  <a:pt x="750159" y="55489"/>
                </a:lnTo>
                <a:lnTo>
                  <a:pt x="750697" y="55109"/>
                </a:lnTo>
                <a:lnTo>
                  <a:pt x="751248" y="54737"/>
                </a:lnTo>
                <a:lnTo>
                  <a:pt x="751807" y="54382"/>
                </a:lnTo>
                <a:lnTo>
                  <a:pt x="752374" y="54042"/>
                </a:lnTo>
                <a:lnTo>
                  <a:pt x="752947" y="53718"/>
                </a:lnTo>
                <a:lnTo>
                  <a:pt x="753529" y="53410"/>
                </a:lnTo>
                <a:lnTo>
                  <a:pt x="754117" y="53118"/>
                </a:lnTo>
                <a:lnTo>
                  <a:pt x="754714" y="52841"/>
                </a:lnTo>
                <a:lnTo>
                  <a:pt x="755317" y="52581"/>
                </a:lnTo>
                <a:lnTo>
                  <a:pt x="755928" y="52336"/>
                </a:lnTo>
                <a:lnTo>
                  <a:pt x="756547" y="52107"/>
                </a:lnTo>
                <a:lnTo>
                  <a:pt x="757173" y="51893"/>
                </a:lnTo>
                <a:lnTo>
                  <a:pt x="757807" y="51696"/>
                </a:lnTo>
                <a:lnTo>
                  <a:pt x="758448" y="51514"/>
                </a:lnTo>
                <a:lnTo>
                  <a:pt x="759096" y="51348"/>
                </a:lnTo>
                <a:lnTo>
                  <a:pt x="759752" y="51198"/>
                </a:lnTo>
                <a:lnTo>
                  <a:pt x="760415" y="51064"/>
                </a:lnTo>
                <a:lnTo>
                  <a:pt x="761086" y="50945"/>
                </a:lnTo>
                <a:lnTo>
                  <a:pt x="761764" y="50843"/>
                </a:lnTo>
                <a:lnTo>
                  <a:pt x="762450" y="50756"/>
                </a:lnTo>
                <a:lnTo>
                  <a:pt x="763143" y="50685"/>
                </a:lnTo>
                <a:lnTo>
                  <a:pt x="763844" y="50629"/>
                </a:lnTo>
                <a:lnTo>
                  <a:pt x="764552" y="50590"/>
                </a:lnTo>
                <a:lnTo>
                  <a:pt x="765268" y="50566"/>
                </a:lnTo>
                <a:lnTo>
                  <a:pt x="765991" y="50558"/>
                </a:lnTo>
                <a:lnTo>
                  <a:pt x="766805" y="50567"/>
                </a:lnTo>
                <a:lnTo>
                  <a:pt x="767606" y="50594"/>
                </a:lnTo>
                <a:lnTo>
                  <a:pt x="768392" y="50639"/>
                </a:lnTo>
                <a:lnTo>
                  <a:pt x="769165" y="50702"/>
                </a:lnTo>
                <a:lnTo>
                  <a:pt x="769923" y="50783"/>
                </a:lnTo>
                <a:lnTo>
                  <a:pt x="770667" y="50882"/>
                </a:lnTo>
                <a:lnTo>
                  <a:pt x="771398" y="50999"/>
                </a:lnTo>
                <a:lnTo>
                  <a:pt x="772114" y="51134"/>
                </a:lnTo>
                <a:lnTo>
                  <a:pt x="772816" y="51287"/>
                </a:lnTo>
                <a:lnTo>
                  <a:pt x="773504" y="51458"/>
                </a:lnTo>
                <a:lnTo>
                  <a:pt x="774178" y="51647"/>
                </a:lnTo>
                <a:lnTo>
                  <a:pt x="774838" y="51854"/>
                </a:lnTo>
                <a:lnTo>
                  <a:pt x="775484" y="52079"/>
                </a:lnTo>
                <a:lnTo>
                  <a:pt x="776116" y="52322"/>
                </a:lnTo>
                <a:lnTo>
                  <a:pt x="776734" y="52583"/>
                </a:lnTo>
                <a:lnTo>
                  <a:pt x="777338" y="52862"/>
                </a:lnTo>
                <a:lnTo>
                  <a:pt x="777928" y="53158"/>
                </a:lnTo>
                <a:lnTo>
                  <a:pt x="778504" y="53473"/>
                </a:lnTo>
                <a:lnTo>
                  <a:pt x="779066" y="53806"/>
                </a:lnTo>
                <a:lnTo>
                  <a:pt x="779613" y="54157"/>
                </a:lnTo>
                <a:lnTo>
                  <a:pt x="780147" y="54526"/>
                </a:lnTo>
                <a:lnTo>
                  <a:pt x="780667" y="54913"/>
                </a:lnTo>
                <a:lnTo>
                  <a:pt x="781172" y="55318"/>
                </a:lnTo>
                <a:lnTo>
                  <a:pt x="781664" y="55741"/>
                </a:lnTo>
                <a:lnTo>
                  <a:pt x="782146" y="56170"/>
                </a:lnTo>
                <a:lnTo>
                  <a:pt x="782614" y="56604"/>
                </a:lnTo>
                <a:lnTo>
                  <a:pt x="783068" y="57044"/>
                </a:lnTo>
                <a:lnTo>
                  <a:pt x="783507" y="57489"/>
                </a:lnTo>
                <a:lnTo>
                  <a:pt x="783932" y="57939"/>
                </a:lnTo>
                <a:lnTo>
                  <a:pt x="784342" y="58395"/>
                </a:lnTo>
                <a:lnTo>
                  <a:pt x="784737" y="58856"/>
                </a:lnTo>
                <a:lnTo>
                  <a:pt x="785119" y="59322"/>
                </a:lnTo>
                <a:lnTo>
                  <a:pt x="785485" y="59793"/>
                </a:lnTo>
                <a:lnTo>
                  <a:pt x="785838" y="60270"/>
                </a:lnTo>
                <a:lnTo>
                  <a:pt x="786175" y="60752"/>
                </a:lnTo>
                <a:lnTo>
                  <a:pt x="786498" y="61239"/>
                </a:lnTo>
                <a:lnTo>
                  <a:pt x="786807" y="61731"/>
                </a:lnTo>
                <a:lnTo>
                  <a:pt x="787101" y="62229"/>
                </a:lnTo>
                <a:lnTo>
                  <a:pt x="787381" y="62732"/>
                </a:lnTo>
                <a:lnTo>
                  <a:pt x="787647" y="63240"/>
                </a:lnTo>
                <a:lnTo>
                  <a:pt x="787897" y="63754"/>
                </a:lnTo>
                <a:lnTo>
                  <a:pt x="788134" y="64272"/>
                </a:lnTo>
                <a:lnTo>
                  <a:pt x="788356" y="64796"/>
                </a:lnTo>
                <a:lnTo>
                  <a:pt x="788563" y="65326"/>
                </a:lnTo>
                <a:lnTo>
                  <a:pt x="788756" y="65860"/>
                </a:lnTo>
                <a:lnTo>
                  <a:pt x="788934" y="66400"/>
                </a:lnTo>
                <a:lnTo>
                  <a:pt x="789098" y="66945"/>
                </a:lnTo>
                <a:lnTo>
                  <a:pt x="789248" y="67495"/>
                </a:lnTo>
                <a:lnTo>
                  <a:pt x="804162" y="67495"/>
                </a:lnTo>
                <a:lnTo>
                  <a:pt x="804050" y="66741"/>
                </a:lnTo>
                <a:lnTo>
                  <a:pt x="803924" y="65994"/>
                </a:lnTo>
                <a:lnTo>
                  <a:pt x="803784" y="65256"/>
                </a:lnTo>
                <a:lnTo>
                  <a:pt x="803630" y="64525"/>
                </a:lnTo>
                <a:lnTo>
                  <a:pt x="803463" y="63802"/>
                </a:lnTo>
                <a:lnTo>
                  <a:pt x="803281" y="63087"/>
                </a:lnTo>
                <a:lnTo>
                  <a:pt x="803086" y="62380"/>
                </a:lnTo>
                <a:lnTo>
                  <a:pt x="802877" y="61681"/>
                </a:lnTo>
                <a:lnTo>
                  <a:pt x="802654" y="60990"/>
                </a:lnTo>
                <a:lnTo>
                  <a:pt x="802418" y="60307"/>
                </a:lnTo>
                <a:lnTo>
                  <a:pt x="802167" y="59631"/>
                </a:lnTo>
                <a:lnTo>
                  <a:pt x="801903" y="58964"/>
                </a:lnTo>
                <a:lnTo>
                  <a:pt x="801625" y="58304"/>
                </a:lnTo>
                <a:lnTo>
                  <a:pt x="801333" y="57652"/>
                </a:lnTo>
                <a:lnTo>
                  <a:pt x="801027" y="57008"/>
                </a:lnTo>
                <a:lnTo>
                  <a:pt x="800707" y="56373"/>
                </a:lnTo>
                <a:lnTo>
                  <a:pt x="800374" y="55745"/>
                </a:lnTo>
                <a:lnTo>
                  <a:pt x="800027" y="55124"/>
                </a:lnTo>
                <a:lnTo>
                  <a:pt x="799666" y="54512"/>
                </a:lnTo>
                <a:lnTo>
                  <a:pt x="799291" y="53908"/>
                </a:lnTo>
                <a:lnTo>
                  <a:pt x="798902" y="53311"/>
                </a:lnTo>
                <a:lnTo>
                  <a:pt x="798499" y="52723"/>
                </a:lnTo>
                <a:lnTo>
                  <a:pt x="798083" y="52142"/>
                </a:lnTo>
                <a:lnTo>
                  <a:pt x="797653" y="51570"/>
                </a:lnTo>
                <a:lnTo>
                  <a:pt x="797211" y="51006"/>
                </a:lnTo>
                <a:lnTo>
                  <a:pt x="796758" y="50453"/>
                </a:lnTo>
                <a:lnTo>
                  <a:pt x="796295" y="49911"/>
                </a:lnTo>
                <a:lnTo>
                  <a:pt x="795822" y="49379"/>
                </a:lnTo>
                <a:lnTo>
                  <a:pt x="795338" y="48857"/>
                </a:lnTo>
                <a:lnTo>
                  <a:pt x="794845" y="48346"/>
                </a:lnTo>
                <a:lnTo>
                  <a:pt x="794340" y="47846"/>
                </a:lnTo>
                <a:lnTo>
                  <a:pt x="793826" y="47356"/>
                </a:lnTo>
                <a:lnTo>
                  <a:pt x="793301" y="46877"/>
                </a:lnTo>
                <a:lnTo>
                  <a:pt x="792766" y="46408"/>
                </a:lnTo>
                <a:lnTo>
                  <a:pt x="792221" y="45950"/>
                </a:lnTo>
                <a:lnTo>
                  <a:pt x="791665" y="45503"/>
                </a:lnTo>
                <a:lnTo>
                  <a:pt x="791099" y="45065"/>
                </a:lnTo>
                <a:lnTo>
                  <a:pt x="790522" y="44639"/>
                </a:lnTo>
                <a:lnTo>
                  <a:pt x="789936" y="44223"/>
                </a:lnTo>
                <a:lnTo>
                  <a:pt x="789339" y="43817"/>
                </a:lnTo>
                <a:lnTo>
                  <a:pt x="788732" y="43422"/>
                </a:lnTo>
                <a:lnTo>
                  <a:pt x="788114" y="43038"/>
                </a:lnTo>
                <a:lnTo>
                  <a:pt x="787486" y="42664"/>
                </a:lnTo>
                <a:lnTo>
                  <a:pt x="786848" y="42300"/>
                </a:lnTo>
                <a:lnTo>
                  <a:pt x="786199" y="41948"/>
                </a:lnTo>
                <a:lnTo>
                  <a:pt x="785540" y="41605"/>
                </a:lnTo>
                <a:lnTo>
                  <a:pt x="784871" y="41274"/>
                </a:lnTo>
                <a:lnTo>
                  <a:pt x="784192" y="40952"/>
                </a:lnTo>
                <a:lnTo>
                  <a:pt x="783504" y="40643"/>
                </a:lnTo>
                <a:lnTo>
                  <a:pt x="782808" y="40347"/>
                </a:lnTo>
                <a:lnTo>
                  <a:pt x="782106" y="40064"/>
                </a:lnTo>
                <a:lnTo>
                  <a:pt x="781397" y="39794"/>
                </a:lnTo>
                <a:lnTo>
                  <a:pt x="780681" y="39537"/>
                </a:lnTo>
                <a:lnTo>
                  <a:pt x="779957" y="39293"/>
                </a:lnTo>
                <a:lnTo>
                  <a:pt x="779227" y="39063"/>
                </a:lnTo>
                <a:lnTo>
                  <a:pt x="778490" y="38846"/>
                </a:lnTo>
                <a:lnTo>
                  <a:pt x="777746" y="38642"/>
                </a:lnTo>
                <a:lnTo>
                  <a:pt x="776994" y="38451"/>
                </a:lnTo>
                <a:lnTo>
                  <a:pt x="776236" y="38273"/>
                </a:lnTo>
                <a:lnTo>
                  <a:pt x="775470" y="38108"/>
                </a:lnTo>
                <a:lnTo>
                  <a:pt x="774698" y="37957"/>
                </a:lnTo>
                <a:lnTo>
                  <a:pt x="773919" y="37819"/>
                </a:lnTo>
                <a:lnTo>
                  <a:pt x="773132" y="37694"/>
                </a:lnTo>
                <a:lnTo>
                  <a:pt x="772339" y="37582"/>
                </a:lnTo>
                <a:lnTo>
                  <a:pt x="771538" y="37483"/>
                </a:lnTo>
                <a:lnTo>
                  <a:pt x="770731" y="37397"/>
                </a:lnTo>
                <a:lnTo>
                  <a:pt x="769916" y="37325"/>
                </a:lnTo>
                <a:lnTo>
                  <a:pt x="769094" y="37266"/>
                </a:lnTo>
                <a:lnTo>
                  <a:pt x="768266" y="37220"/>
                </a:lnTo>
                <a:lnTo>
                  <a:pt x="767430" y="37187"/>
                </a:lnTo>
                <a:lnTo>
                  <a:pt x="766588" y="37167"/>
                </a:lnTo>
                <a:lnTo>
                  <a:pt x="765738" y="37160"/>
                </a:lnTo>
                <a:lnTo>
                  <a:pt x="764648" y="37172"/>
                </a:lnTo>
                <a:lnTo>
                  <a:pt x="763570" y="37205"/>
                </a:lnTo>
                <a:lnTo>
                  <a:pt x="762503" y="37261"/>
                </a:lnTo>
                <a:lnTo>
                  <a:pt x="761447" y="37339"/>
                </a:lnTo>
                <a:lnTo>
                  <a:pt x="760403" y="37440"/>
                </a:lnTo>
                <a:lnTo>
                  <a:pt x="759371" y="37563"/>
                </a:lnTo>
                <a:lnTo>
                  <a:pt x="758349" y="37709"/>
                </a:lnTo>
                <a:lnTo>
                  <a:pt x="757340" y="37877"/>
                </a:lnTo>
                <a:lnTo>
                  <a:pt x="756341" y="38067"/>
                </a:lnTo>
                <a:lnTo>
                  <a:pt x="755354" y="38280"/>
                </a:lnTo>
                <a:lnTo>
                  <a:pt x="754379" y="38515"/>
                </a:lnTo>
                <a:lnTo>
                  <a:pt x="753414" y="38772"/>
                </a:lnTo>
                <a:lnTo>
                  <a:pt x="752462" y="39052"/>
                </a:lnTo>
                <a:lnTo>
                  <a:pt x="751520" y="39354"/>
                </a:lnTo>
                <a:lnTo>
                  <a:pt x="750590" y="39678"/>
                </a:lnTo>
                <a:lnTo>
                  <a:pt x="749672" y="40025"/>
                </a:lnTo>
                <a:lnTo>
                  <a:pt x="748764" y="40395"/>
                </a:lnTo>
                <a:lnTo>
                  <a:pt x="747869" y="40786"/>
                </a:lnTo>
                <a:lnTo>
                  <a:pt x="746984" y="41200"/>
                </a:lnTo>
                <a:lnTo>
                  <a:pt x="746111" y="41637"/>
                </a:lnTo>
                <a:lnTo>
                  <a:pt x="745250" y="42096"/>
                </a:lnTo>
                <a:lnTo>
                  <a:pt x="744400" y="42577"/>
                </a:lnTo>
                <a:lnTo>
                  <a:pt x="743561" y="43081"/>
                </a:lnTo>
                <a:lnTo>
                  <a:pt x="742734" y="43607"/>
                </a:lnTo>
                <a:lnTo>
                  <a:pt x="741925" y="44147"/>
                </a:lnTo>
                <a:lnTo>
                  <a:pt x="741131" y="44705"/>
                </a:lnTo>
                <a:lnTo>
                  <a:pt x="740352" y="45280"/>
                </a:lnTo>
                <a:lnTo>
                  <a:pt x="739588" y="45873"/>
                </a:lnTo>
                <a:lnTo>
                  <a:pt x="738839" y="46483"/>
                </a:lnTo>
                <a:lnTo>
                  <a:pt x="738105" y="47110"/>
                </a:lnTo>
                <a:lnTo>
                  <a:pt x="737385" y="47755"/>
                </a:lnTo>
                <a:lnTo>
                  <a:pt x="736681" y="48417"/>
                </a:lnTo>
                <a:lnTo>
                  <a:pt x="735991" y="49096"/>
                </a:lnTo>
                <a:lnTo>
                  <a:pt x="735317" y="49793"/>
                </a:lnTo>
                <a:lnTo>
                  <a:pt x="734657" y="50506"/>
                </a:lnTo>
                <a:lnTo>
                  <a:pt x="734013" y="51238"/>
                </a:lnTo>
                <a:lnTo>
                  <a:pt x="733383" y="51986"/>
                </a:lnTo>
                <a:lnTo>
                  <a:pt x="732768" y="52752"/>
                </a:lnTo>
                <a:lnTo>
                  <a:pt x="732168" y="53536"/>
                </a:lnTo>
                <a:lnTo>
                  <a:pt x="731583" y="54336"/>
                </a:lnTo>
                <a:lnTo>
                  <a:pt x="731013" y="55154"/>
                </a:lnTo>
                <a:lnTo>
                  <a:pt x="730458" y="55989"/>
                </a:lnTo>
                <a:lnTo>
                  <a:pt x="729917" y="56842"/>
                </a:lnTo>
                <a:lnTo>
                  <a:pt x="729392" y="57712"/>
                </a:lnTo>
                <a:lnTo>
                  <a:pt x="728882" y="58599"/>
                </a:lnTo>
                <a:lnTo>
                  <a:pt x="728386" y="59504"/>
                </a:lnTo>
                <a:lnTo>
                  <a:pt x="727906" y="60426"/>
                </a:lnTo>
                <a:lnTo>
                  <a:pt x="727440" y="61365"/>
                </a:lnTo>
                <a:lnTo>
                  <a:pt x="726996" y="62314"/>
                </a:lnTo>
                <a:lnTo>
                  <a:pt x="726572" y="63275"/>
                </a:lnTo>
                <a:lnTo>
                  <a:pt x="726166" y="64248"/>
                </a:lnTo>
                <a:lnTo>
                  <a:pt x="725779" y="65233"/>
                </a:lnTo>
                <a:lnTo>
                  <a:pt x="725411" y="66230"/>
                </a:lnTo>
                <a:lnTo>
                  <a:pt x="725062" y="67239"/>
                </a:lnTo>
                <a:lnTo>
                  <a:pt x="724732" y="68260"/>
                </a:lnTo>
                <a:lnTo>
                  <a:pt x="724421" y="69293"/>
                </a:lnTo>
                <a:lnTo>
                  <a:pt x="724128" y="70338"/>
                </a:lnTo>
                <a:lnTo>
                  <a:pt x="723854" y="71396"/>
                </a:lnTo>
                <a:lnTo>
                  <a:pt x="723600" y="72465"/>
                </a:lnTo>
                <a:lnTo>
                  <a:pt x="723364" y="73547"/>
                </a:lnTo>
                <a:lnTo>
                  <a:pt x="723147" y="74640"/>
                </a:lnTo>
                <a:lnTo>
                  <a:pt x="722949" y="75746"/>
                </a:lnTo>
                <a:lnTo>
                  <a:pt x="722769" y="76864"/>
                </a:lnTo>
                <a:lnTo>
                  <a:pt x="722609" y="77993"/>
                </a:lnTo>
                <a:lnTo>
                  <a:pt x="722467" y="79135"/>
                </a:lnTo>
                <a:lnTo>
                  <a:pt x="722345" y="80289"/>
                </a:lnTo>
                <a:lnTo>
                  <a:pt x="722241" y="81455"/>
                </a:lnTo>
                <a:lnTo>
                  <a:pt x="722156" y="82633"/>
                </a:lnTo>
                <a:lnTo>
                  <a:pt x="722090" y="83823"/>
                </a:lnTo>
                <a:lnTo>
                  <a:pt x="722043" y="85025"/>
                </a:lnTo>
                <a:lnTo>
                  <a:pt x="722014" y="86240"/>
                </a:lnTo>
                <a:lnTo>
                  <a:pt x="722005" y="87466"/>
                </a:lnTo>
                <a:lnTo>
                  <a:pt x="722014" y="88672"/>
                </a:lnTo>
                <a:lnTo>
                  <a:pt x="722042" y="89866"/>
                </a:lnTo>
                <a:lnTo>
                  <a:pt x="722088" y="91049"/>
                </a:lnTo>
                <a:lnTo>
                  <a:pt x="722152" y="92222"/>
                </a:lnTo>
                <a:lnTo>
                  <a:pt x="722235" y="93383"/>
                </a:lnTo>
                <a:lnTo>
                  <a:pt x="722337" y="94532"/>
                </a:lnTo>
                <a:lnTo>
                  <a:pt x="722457" y="95671"/>
                </a:lnTo>
                <a:lnTo>
                  <a:pt x="722595" y="96798"/>
                </a:lnTo>
                <a:lnTo>
                  <a:pt x="722751" y="97914"/>
                </a:lnTo>
                <a:lnTo>
                  <a:pt x="722927" y="99019"/>
                </a:lnTo>
                <a:lnTo>
                  <a:pt x="723120" y="100113"/>
                </a:lnTo>
                <a:lnTo>
                  <a:pt x="723332" y="101196"/>
                </a:lnTo>
                <a:lnTo>
                  <a:pt x="723562" y="102267"/>
                </a:lnTo>
                <a:lnTo>
                  <a:pt x="723811" y="103327"/>
                </a:lnTo>
                <a:lnTo>
                  <a:pt x="724079" y="104376"/>
                </a:lnTo>
                <a:lnTo>
                  <a:pt x="724364" y="105414"/>
                </a:lnTo>
                <a:lnTo>
                  <a:pt x="724668" y="106441"/>
                </a:lnTo>
                <a:lnTo>
                  <a:pt x="724991" y="107456"/>
                </a:lnTo>
                <a:lnTo>
                  <a:pt x="725332" y="108461"/>
                </a:lnTo>
                <a:lnTo>
                  <a:pt x="725691" y="109454"/>
                </a:lnTo>
                <a:lnTo>
                  <a:pt x="726069" y="110435"/>
                </a:lnTo>
                <a:lnTo>
                  <a:pt x="726466" y="111406"/>
                </a:lnTo>
                <a:lnTo>
                  <a:pt x="726880" y="112366"/>
                </a:lnTo>
                <a:lnTo>
                  <a:pt x="727314" y="113314"/>
                </a:lnTo>
                <a:lnTo>
                  <a:pt x="727764" y="114248"/>
                </a:lnTo>
                <a:lnTo>
                  <a:pt x="728230" y="115166"/>
                </a:lnTo>
                <a:lnTo>
                  <a:pt x="728712" y="116066"/>
                </a:lnTo>
                <a:lnTo>
                  <a:pt x="729209" y="116950"/>
                </a:lnTo>
                <a:lnTo>
                  <a:pt x="729723" y="117816"/>
                </a:lnTo>
                <a:lnTo>
                  <a:pt x="730252" y="118666"/>
                </a:lnTo>
                <a:lnTo>
                  <a:pt x="730797" y="119499"/>
                </a:lnTo>
                <a:lnTo>
                  <a:pt x="731358" y="120315"/>
                </a:lnTo>
                <a:lnTo>
                  <a:pt x="731935" y="121114"/>
                </a:lnTo>
                <a:lnTo>
                  <a:pt x="732527" y="121896"/>
                </a:lnTo>
                <a:lnTo>
                  <a:pt x="733136" y="122661"/>
                </a:lnTo>
                <a:lnTo>
                  <a:pt x="733760" y="123410"/>
                </a:lnTo>
                <a:lnTo>
                  <a:pt x="734400" y="124141"/>
                </a:lnTo>
                <a:lnTo>
                  <a:pt x="735055" y="124856"/>
                </a:lnTo>
                <a:lnTo>
                  <a:pt x="735727" y="125554"/>
                </a:lnTo>
                <a:lnTo>
                  <a:pt x="736414" y="126234"/>
                </a:lnTo>
                <a:lnTo>
                  <a:pt x="737117" y="126898"/>
                </a:lnTo>
                <a:lnTo>
                  <a:pt x="737836" y="127545"/>
                </a:lnTo>
                <a:lnTo>
                  <a:pt x="738571" y="128175"/>
                </a:lnTo>
                <a:lnTo>
                  <a:pt x="739321" y="128789"/>
                </a:lnTo>
                <a:lnTo>
                  <a:pt x="740087" y="129385"/>
                </a:lnTo>
                <a:lnTo>
                  <a:pt x="740870" y="129964"/>
                </a:lnTo>
                <a:lnTo>
                  <a:pt x="741667" y="130527"/>
                </a:lnTo>
                <a:lnTo>
                  <a:pt x="742481" y="131073"/>
                </a:lnTo>
                <a:lnTo>
                  <a:pt x="743309" y="131599"/>
                </a:lnTo>
                <a:lnTo>
                  <a:pt x="744151" y="132102"/>
                </a:lnTo>
                <a:lnTo>
                  <a:pt x="745005" y="132583"/>
                </a:lnTo>
                <a:lnTo>
                  <a:pt x="745873" y="133042"/>
                </a:lnTo>
                <a:lnTo>
                  <a:pt x="746754" y="133479"/>
                </a:lnTo>
                <a:lnTo>
                  <a:pt x="747648" y="133893"/>
                </a:lnTo>
                <a:lnTo>
                  <a:pt x="748555" y="134284"/>
                </a:lnTo>
                <a:lnTo>
                  <a:pt x="749475" y="134654"/>
                </a:lnTo>
                <a:lnTo>
                  <a:pt x="750408" y="135001"/>
                </a:lnTo>
                <a:lnTo>
                  <a:pt x="751355" y="135325"/>
                </a:lnTo>
                <a:lnTo>
                  <a:pt x="752315" y="135627"/>
                </a:lnTo>
                <a:lnTo>
                  <a:pt x="753288" y="135907"/>
                </a:lnTo>
                <a:lnTo>
                  <a:pt x="754274" y="136165"/>
                </a:lnTo>
                <a:lnTo>
                  <a:pt x="755273" y="136400"/>
                </a:lnTo>
                <a:lnTo>
                  <a:pt x="756286" y="136612"/>
                </a:lnTo>
                <a:lnTo>
                  <a:pt x="757312" y="136802"/>
                </a:lnTo>
                <a:lnTo>
                  <a:pt x="758350" y="136970"/>
                </a:lnTo>
                <a:lnTo>
                  <a:pt x="759402" y="137116"/>
                </a:lnTo>
                <a:lnTo>
                  <a:pt x="760467" y="137239"/>
                </a:lnTo>
                <a:lnTo>
                  <a:pt x="761546" y="137340"/>
                </a:lnTo>
                <a:lnTo>
                  <a:pt x="762637" y="137418"/>
                </a:lnTo>
                <a:lnTo>
                  <a:pt x="763742" y="137474"/>
                </a:lnTo>
                <a:lnTo>
                  <a:pt x="764860" y="137508"/>
                </a:lnTo>
                <a:lnTo>
                  <a:pt x="765991" y="137519"/>
                </a:lnTo>
                <a:lnTo>
                  <a:pt x="766881" y="137512"/>
                </a:lnTo>
                <a:lnTo>
                  <a:pt x="767763" y="137491"/>
                </a:lnTo>
                <a:lnTo>
                  <a:pt x="768635" y="137457"/>
                </a:lnTo>
                <a:lnTo>
                  <a:pt x="769498" y="137408"/>
                </a:lnTo>
                <a:lnTo>
                  <a:pt x="770352" y="137346"/>
                </a:lnTo>
                <a:lnTo>
                  <a:pt x="771197" y="137270"/>
                </a:lnTo>
                <a:lnTo>
                  <a:pt x="772032" y="137180"/>
                </a:lnTo>
                <a:close/>
                <a:moveTo>
                  <a:pt x="1570096" y="137180"/>
                </a:moveTo>
                <a:lnTo>
                  <a:pt x="1570922" y="137076"/>
                </a:lnTo>
                <a:lnTo>
                  <a:pt x="1571739" y="136959"/>
                </a:lnTo>
                <a:lnTo>
                  <a:pt x="1572547" y="136828"/>
                </a:lnTo>
                <a:lnTo>
                  <a:pt x="1573345" y="136682"/>
                </a:lnTo>
                <a:lnTo>
                  <a:pt x="1574134" y="136523"/>
                </a:lnTo>
                <a:lnTo>
                  <a:pt x="1574914" y="136351"/>
                </a:lnTo>
                <a:lnTo>
                  <a:pt x="1575685" y="136164"/>
                </a:lnTo>
                <a:lnTo>
                  <a:pt x="1576447" y="135963"/>
                </a:lnTo>
                <a:lnTo>
                  <a:pt x="1577199" y="135749"/>
                </a:lnTo>
                <a:lnTo>
                  <a:pt x="1577943" y="135521"/>
                </a:lnTo>
                <a:lnTo>
                  <a:pt x="1578677" y="135279"/>
                </a:lnTo>
                <a:lnTo>
                  <a:pt x="1579402" y="135023"/>
                </a:lnTo>
                <a:lnTo>
                  <a:pt x="1580117" y="134754"/>
                </a:lnTo>
                <a:lnTo>
                  <a:pt x="1580824" y="134470"/>
                </a:lnTo>
                <a:lnTo>
                  <a:pt x="1581521" y="134173"/>
                </a:lnTo>
                <a:lnTo>
                  <a:pt x="1582209" y="133862"/>
                </a:lnTo>
                <a:lnTo>
                  <a:pt x="1582887" y="133537"/>
                </a:lnTo>
                <a:lnTo>
                  <a:pt x="1583561" y="133195"/>
                </a:lnTo>
                <a:lnTo>
                  <a:pt x="1584224" y="132844"/>
                </a:lnTo>
                <a:lnTo>
                  <a:pt x="1584875" y="132483"/>
                </a:lnTo>
                <a:lnTo>
                  <a:pt x="1585515" y="132112"/>
                </a:lnTo>
                <a:lnTo>
                  <a:pt x="1586144" y="131731"/>
                </a:lnTo>
                <a:lnTo>
                  <a:pt x="1586762" y="131341"/>
                </a:lnTo>
                <a:lnTo>
                  <a:pt x="1587369" y="130941"/>
                </a:lnTo>
                <a:lnTo>
                  <a:pt x="1587964" y="130532"/>
                </a:lnTo>
                <a:lnTo>
                  <a:pt x="1588548" y="130113"/>
                </a:lnTo>
                <a:lnTo>
                  <a:pt x="1589122" y="129684"/>
                </a:lnTo>
                <a:lnTo>
                  <a:pt x="1589683" y="129246"/>
                </a:lnTo>
                <a:lnTo>
                  <a:pt x="1590234" y="128797"/>
                </a:lnTo>
                <a:lnTo>
                  <a:pt x="1590774" y="128340"/>
                </a:lnTo>
                <a:lnTo>
                  <a:pt x="1591302" y="127872"/>
                </a:lnTo>
                <a:lnTo>
                  <a:pt x="1591819" y="127395"/>
                </a:lnTo>
                <a:lnTo>
                  <a:pt x="1592325" y="126909"/>
                </a:lnTo>
                <a:lnTo>
                  <a:pt x="1592820" y="126412"/>
                </a:lnTo>
                <a:lnTo>
                  <a:pt x="1593303" y="125906"/>
                </a:lnTo>
                <a:lnTo>
                  <a:pt x="1593775" y="125390"/>
                </a:lnTo>
                <a:lnTo>
                  <a:pt x="1594237" y="124865"/>
                </a:lnTo>
                <a:lnTo>
                  <a:pt x="1594687" y="124330"/>
                </a:lnTo>
                <a:lnTo>
                  <a:pt x="1595125" y="123785"/>
                </a:lnTo>
                <a:lnTo>
                  <a:pt x="1595553" y="123231"/>
                </a:lnTo>
                <a:lnTo>
                  <a:pt x="1595969" y="122667"/>
                </a:lnTo>
                <a:lnTo>
                  <a:pt x="1596379" y="122090"/>
                </a:lnTo>
                <a:lnTo>
                  <a:pt x="1596776" y="121507"/>
                </a:lnTo>
                <a:lnTo>
                  <a:pt x="1597159" y="120918"/>
                </a:lnTo>
                <a:lnTo>
                  <a:pt x="1597530" y="120324"/>
                </a:lnTo>
                <a:lnTo>
                  <a:pt x="1597888" y="119723"/>
                </a:lnTo>
                <a:lnTo>
                  <a:pt x="1598233" y="119116"/>
                </a:lnTo>
                <a:lnTo>
                  <a:pt x="1598564" y="118504"/>
                </a:lnTo>
                <a:lnTo>
                  <a:pt x="1598883" y="117885"/>
                </a:lnTo>
                <a:lnTo>
                  <a:pt x="1599189" y="117261"/>
                </a:lnTo>
                <a:lnTo>
                  <a:pt x="1599483" y="116630"/>
                </a:lnTo>
                <a:lnTo>
                  <a:pt x="1599763" y="115994"/>
                </a:lnTo>
                <a:lnTo>
                  <a:pt x="1600030" y="115352"/>
                </a:lnTo>
                <a:lnTo>
                  <a:pt x="1600284" y="114704"/>
                </a:lnTo>
                <a:lnTo>
                  <a:pt x="1600525" y="114050"/>
                </a:lnTo>
                <a:lnTo>
                  <a:pt x="1600754" y="113390"/>
                </a:lnTo>
                <a:lnTo>
                  <a:pt x="1600969" y="112724"/>
                </a:lnTo>
                <a:lnTo>
                  <a:pt x="1601171" y="112052"/>
                </a:lnTo>
                <a:lnTo>
                  <a:pt x="1601361" y="111375"/>
                </a:lnTo>
                <a:lnTo>
                  <a:pt x="1601537" y="110691"/>
                </a:lnTo>
                <a:lnTo>
                  <a:pt x="1601701" y="110001"/>
                </a:lnTo>
                <a:lnTo>
                  <a:pt x="1601852" y="109306"/>
                </a:lnTo>
                <a:lnTo>
                  <a:pt x="1601989" y="108604"/>
                </a:lnTo>
                <a:lnTo>
                  <a:pt x="1602114" y="107897"/>
                </a:lnTo>
                <a:lnTo>
                  <a:pt x="1602226" y="107184"/>
                </a:lnTo>
                <a:lnTo>
                  <a:pt x="1587311" y="107184"/>
                </a:lnTo>
                <a:lnTo>
                  <a:pt x="1587192" y="107623"/>
                </a:lnTo>
                <a:lnTo>
                  <a:pt x="1587066" y="108058"/>
                </a:lnTo>
                <a:lnTo>
                  <a:pt x="1586934" y="108487"/>
                </a:lnTo>
                <a:lnTo>
                  <a:pt x="1586795" y="108911"/>
                </a:lnTo>
                <a:lnTo>
                  <a:pt x="1586650" y="109330"/>
                </a:lnTo>
                <a:lnTo>
                  <a:pt x="1586498" y="109743"/>
                </a:lnTo>
                <a:lnTo>
                  <a:pt x="1586339" y="110151"/>
                </a:lnTo>
                <a:lnTo>
                  <a:pt x="1586174" y="110554"/>
                </a:lnTo>
                <a:lnTo>
                  <a:pt x="1586002" y="110952"/>
                </a:lnTo>
                <a:lnTo>
                  <a:pt x="1585823" y="111344"/>
                </a:lnTo>
                <a:lnTo>
                  <a:pt x="1585638" y="111731"/>
                </a:lnTo>
                <a:lnTo>
                  <a:pt x="1585447" y="112113"/>
                </a:lnTo>
                <a:lnTo>
                  <a:pt x="1585249" y="112490"/>
                </a:lnTo>
                <a:lnTo>
                  <a:pt x="1585044" y="112861"/>
                </a:lnTo>
                <a:lnTo>
                  <a:pt x="1584833" y="113227"/>
                </a:lnTo>
                <a:lnTo>
                  <a:pt x="1584615" y="113588"/>
                </a:lnTo>
                <a:lnTo>
                  <a:pt x="1584390" y="113943"/>
                </a:lnTo>
                <a:lnTo>
                  <a:pt x="1584159" y="114293"/>
                </a:lnTo>
                <a:lnTo>
                  <a:pt x="1583922" y="114638"/>
                </a:lnTo>
                <a:lnTo>
                  <a:pt x="1583677" y="114978"/>
                </a:lnTo>
                <a:lnTo>
                  <a:pt x="1583426" y="115313"/>
                </a:lnTo>
                <a:lnTo>
                  <a:pt x="1583169" y="115642"/>
                </a:lnTo>
                <a:lnTo>
                  <a:pt x="1582905" y="115966"/>
                </a:lnTo>
                <a:lnTo>
                  <a:pt x="1582635" y="116284"/>
                </a:lnTo>
                <a:lnTo>
                  <a:pt x="1582358" y="116597"/>
                </a:lnTo>
                <a:lnTo>
                  <a:pt x="1582077" y="116904"/>
                </a:lnTo>
                <a:lnTo>
                  <a:pt x="1581790" y="117205"/>
                </a:lnTo>
                <a:lnTo>
                  <a:pt x="1581499" y="117499"/>
                </a:lnTo>
                <a:lnTo>
                  <a:pt x="1581202" y="117787"/>
                </a:lnTo>
                <a:lnTo>
                  <a:pt x="1580901" y="118070"/>
                </a:lnTo>
                <a:lnTo>
                  <a:pt x="1580594" y="118346"/>
                </a:lnTo>
                <a:lnTo>
                  <a:pt x="1580282" y="118616"/>
                </a:lnTo>
                <a:lnTo>
                  <a:pt x="1579965" y="118879"/>
                </a:lnTo>
                <a:lnTo>
                  <a:pt x="1579644" y="119137"/>
                </a:lnTo>
                <a:lnTo>
                  <a:pt x="1579317" y="119388"/>
                </a:lnTo>
                <a:lnTo>
                  <a:pt x="1578985" y="119634"/>
                </a:lnTo>
                <a:lnTo>
                  <a:pt x="1578648" y="119873"/>
                </a:lnTo>
                <a:lnTo>
                  <a:pt x="1578306" y="120106"/>
                </a:lnTo>
                <a:lnTo>
                  <a:pt x="1577959" y="120333"/>
                </a:lnTo>
                <a:lnTo>
                  <a:pt x="1577607" y="120554"/>
                </a:lnTo>
                <a:lnTo>
                  <a:pt x="1577250" y="120768"/>
                </a:lnTo>
                <a:lnTo>
                  <a:pt x="1576888" y="120977"/>
                </a:lnTo>
                <a:lnTo>
                  <a:pt x="1576520" y="121179"/>
                </a:lnTo>
                <a:lnTo>
                  <a:pt x="1576148" y="121375"/>
                </a:lnTo>
                <a:lnTo>
                  <a:pt x="1575771" y="121565"/>
                </a:lnTo>
                <a:lnTo>
                  <a:pt x="1575388" y="121749"/>
                </a:lnTo>
                <a:lnTo>
                  <a:pt x="1575001" y="121927"/>
                </a:lnTo>
                <a:lnTo>
                  <a:pt x="1574608" y="122098"/>
                </a:lnTo>
                <a:lnTo>
                  <a:pt x="1574212" y="122263"/>
                </a:lnTo>
                <a:lnTo>
                  <a:pt x="1573811" y="122421"/>
                </a:lnTo>
                <a:lnTo>
                  <a:pt x="1573407" y="122572"/>
                </a:lnTo>
                <a:lnTo>
                  <a:pt x="1572999" y="122716"/>
                </a:lnTo>
                <a:lnTo>
                  <a:pt x="1572587" y="122853"/>
                </a:lnTo>
                <a:lnTo>
                  <a:pt x="1572171" y="122983"/>
                </a:lnTo>
                <a:lnTo>
                  <a:pt x="1571752" y="123106"/>
                </a:lnTo>
                <a:lnTo>
                  <a:pt x="1571329" y="123222"/>
                </a:lnTo>
                <a:lnTo>
                  <a:pt x="1570902" y="123331"/>
                </a:lnTo>
                <a:lnTo>
                  <a:pt x="1570472" y="123433"/>
                </a:lnTo>
                <a:lnTo>
                  <a:pt x="1570038" y="123527"/>
                </a:lnTo>
                <a:lnTo>
                  <a:pt x="1569600" y="123615"/>
                </a:lnTo>
                <a:lnTo>
                  <a:pt x="1569158" y="123696"/>
                </a:lnTo>
                <a:lnTo>
                  <a:pt x="1568713" y="123770"/>
                </a:lnTo>
                <a:lnTo>
                  <a:pt x="1568264" y="123836"/>
                </a:lnTo>
                <a:lnTo>
                  <a:pt x="1567811" y="123896"/>
                </a:lnTo>
                <a:lnTo>
                  <a:pt x="1567355" y="123949"/>
                </a:lnTo>
                <a:lnTo>
                  <a:pt x="1566894" y="123994"/>
                </a:lnTo>
                <a:lnTo>
                  <a:pt x="1566430" y="124033"/>
                </a:lnTo>
                <a:lnTo>
                  <a:pt x="1565963" y="124065"/>
                </a:lnTo>
                <a:lnTo>
                  <a:pt x="1565491" y="124089"/>
                </a:lnTo>
                <a:lnTo>
                  <a:pt x="1565016" y="124107"/>
                </a:lnTo>
                <a:lnTo>
                  <a:pt x="1564537" y="124117"/>
                </a:lnTo>
                <a:lnTo>
                  <a:pt x="1564054" y="124121"/>
                </a:lnTo>
                <a:lnTo>
                  <a:pt x="1563321" y="124113"/>
                </a:lnTo>
                <a:lnTo>
                  <a:pt x="1562596" y="124089"/>
                </a:lnTo>
                <a:lnTo>
                  <a:pt x="1561878" y="124049"/>
                </a:lnTo>
                <a:lnTo>
                  <a:pt x="1561168" y="123993"/>
                </a:lnTo>
                <a:lnTo>
                  <a:pt x="1560467" y="123921"/>
                </a:lnTo>
                <a:lnTo>
                  <a:pt x="1559773" y="123832"/>
                </a:lnTo>
                <a:lnTo>
                  <a:pt x="1559087" y="123728"/>
                </a:lnTo>
                <a:lnTo>
                  <a:pt x="1558409" y="123608"/>
                </a:lnTo>
                <a:lnTo>
                  <a:pt x="1557739" y="123472"/>
                </a:lnTo>
                <a:lnTo>
                  <a:pt x="1557076" y="123320"/>
                </a:lnTo>
                <a:lnTo>
                  <a:pt x="1556422" y="123152"/>
                </a:lnTo>
                <a:lnTo>
                  <a:pt x="1555775" y="122967"/>
                </a:lnTo>
                <a:lnTo>
                  <a:pt x="1555137" y="122767"/>
                </a:lnTo>
                <a:lnTo>
                  <a:pt x="1554506" y="122551"/>
                </a:lnTo>
                <a:lnTo>
                  <a:pt x="1553883" y="122319"/>
                </a:lnTo>
                <a:lnTo>
                  <a:pt x="1553269" y="122070"/>
                </a:lnTo>
                <a:lnTo>
                  <a:pt x="1552662" y="121806"/>
                </a:lnTo>
                <a:lnTo>
                  <a:pt x="1552063" y="121526"/>
                </a:lnTo>
                <a:lnTo>
                  <a:pt x="1551471" y="121229"/>
                </a:lnTo>
                <a:lnTo>
                  <a:pt x="1550888" y="120917"/>
                </a:lnTo>
                <a:lnTo>
                  <a:pt x="1550313" y="120589"/>
                </a:lnTo>
                <a:lnTo>
                  <a:pt x="1549745" y="120244"/>
                </a:lnTo>
                <a:lnTo>
                  <a:pt x="1549186" y="119884"/>
                </a:lnTo>
                <a:lnTo>
                  <a:pt x="1548634" y="119507"/>
                </a:lnTo>
                <a:lnTo>
                  <a:pt x="1548097" y="119116"/>
                </a:lnTo>
                <a:lnTo>
                  <a:pt x="1547569" y="118713"/>
                </a:lnTo>
                <a:lnTo>
                  <a:pt x="1547052" y="118296"/>
                </a:lnTo>
                <a:lnTo>
                  <a:pt x="1546545" y="117866"/>
                </a:lnTo>
                <a:lnTo>
                  <a:pt x="1546048" y="117423"/>
                </a:lnTo>
                <a:lnTo>
                  <a:pt x="1545561" y="116968"/>
                </a:lnTo>
                <a:lnTo>
                  <a:pt x="1545084" y="116499"/>
                </a:lnTo>
                <a:lnTo>
                  <a:pt x="1544617" y="116017"/>
                </a:lnTo>
                <a:lnTo>
                  <a:pt x="1544161" y="115523"/>
                </a:lnTo>
                <a:lnTo>
                  <a:pt x="1543714" y="115015"/>
                </a:lnTo>
                <a:lnTo>
                  <a:pt x="1543278" y="114495"/>
                </a:lnTo>
                <a:lnTo>
                  <a:pt x="1542851" y="113962"/>
                </a:lnTo>
                <a:lnTo>
                  <a:pt x="1542435" y="113415"/>
                </a:lnTo>
                <a:lnTo>
                  <a:pt x="1542029" y="112856"/>
                </a:lnTo>
                <a:lnTo>
                  <a:pt x="1541633" y="112284"/>
                </a:lnTo>
                <a:lnTo>
                  <a:pt x="1541247" y="111699"/>
                </a:lnTo>
                <a:lnTo>
                  <a:pt x="1540871" y="111101"/>
                </a:lnTo>
                <a:lnTo>
                  <a:pt x="1540505" y="110490"/>
                </a:lnTo>
                <a:lnTo>
                  <a:pt x="1540150" y="109866"/>
                </a:lnTo>
                <a:lnTo>
                  <a:pt x="1539804" y="109229"/>
                </a:lnTo>
                <a:lnTo>
                  <a:pt x="1539468" y="108579"/>
                </a:lnTo>
                <a:lnTo>
                  <a:pt x="1539143" y="107916"/>
                </a:lnTo>
                <a:lnTo>
                  <a:pt x="1538828" y="107240"/>
                </a:lnTo>
                <a:lnTo>
                  <a:pt x="1538522" y="106552"/>
                </a:lnTo>
                <a:lnTo>
                  <a:pt x="1538234" y="105852"/>
                </a:lnTo>
                <a:lnTo>
                  <a:pt x="1537957" y="105141"/>
                </a:lnTo>
                <a:lnTo>
                  <a:pt x="1537693" y="104421"/>
                </a:lnTo>
                <a:lnTo>
                  <a:pt x="1537441" y="103690"/>
                </a:lnTo>
                <a:lnTo>
                  <a:pt x="1537201" y="102950"/>
                </a:lnTo>
                <a:lnTo>
                  <a:pt x="1536974" y="102199"/>
                </a:lnTo>
                <a:lnTo>
                  <a:pt x="1536759" y="101438"/>
                </a:lnTo>
                <a:lnTo>
                  <a:pt x="1536556" y="100667"/>
                </a:lnTo>
                <a:lnTo>
                  <a:pt x="1536366" y="99886"/>
                </a:lnTo>
                <a:lnTo>
                  <a:pt x="1536188" y="99095"/>
                </a:lnTo>
                <a:lnTo>
                  <a:pt x="1536022" y="98294"/>
                </a:lnTo>
                <a:lnTo>
                  <a:pt x="1535868" y="97483"/>
                </a:lnTo>
                <a:lnTo>
                  <a:pt x="1535727" y="96661"/>
                </a:lnTo>
                <a:lnTo>
                  <a:pt x="1535598" y="95830"/>
                </a:lnTo>
                <a:lnTo>
                  <a:pt x="1535481" y="94988"/>
                </a:lnTo>
                <a:lnTo>
                  <a:pt x="1535377" y="94137"/>
                </a:lnTo>
                <a:lnTo>
                  <a:pt x="1535284" y="93275"/>
                </a:lnTo>
                <a:lnTo>
                  <a:pt x="1535205" y="92403"/>
                </a:lnTo>
                <a:lnTo>
                  <a:pt x="1535137" y="91521"/>
                </a:lnTo>
                <a:lnTo>
                  <a:pt x="1535082" y="90629"/>
                </a:lnTo>
                <a:lnTo>
                  <a:pt x="1535039" y="89727"/>
                </a:lnTo>
                <a:lnTo>
                  <a:pt x="1535008" y="88815"/>
                </a:lnTo>
                <a:lnTo>
                  <a:pt x="1534990" y="87893"/>
                </a:lnTo>
                <a:lnTo>
                  <a:pt x="1534983" y="86960"/>
                </a:lnTo>
                <a:lnTo>
                  <a:pt x="1534990" y="86049"/>
                </a:lnTo>
                <a:lnTo>
                  <a:pt x="1535008" y="85147"/>
                </a:lnTo>
                <a:lnTo>
                  <a:pt x="1535040" y="84256"/>
                </a:lnTo>
                <a:lnTo>
                  <a:pt x="1535083" y="83374"/>
                </a:lnTo>
                <a:lnTo>
                  <a:pt x="1535140" y="82502"/>
                </a:lnTo>
                <a:lnTo>
                  <a:pt x="1535209" y="81640"/>
                </a:lnTo>
                <a:lnTo>
                  <a:pt x="1535290" y="80788"/>
                </a:lnTo>
                <a:lnTo>
                  <a:pt x="1535384" y="79945"/>
                </a:lnTo>
                <a:lnTo>
                  <a:pt x="1535490" y="79113"/>
                </a:lnTo>
                <a:lnTo>
                  <a:pt x="1535609" y="78290"/>
                </a:lnTo>
                <a:lnTo>
                  <a:pt x="1535740" y="77478"/>
                </a:lnTo>
                <a:lnTo>
                  <a:pt x="1535884" y="76675"/>
                </a:lnTo>
                <a:lnTo>
                  <a:pt x="1536040" y="75882"/>
                </a:lnTo>
                <a:lnTo>
                  <a:pt x="1536209" y="75099"/>
                </a:lnTo>
                <a:lnTo>
                  <a:pt x="1536390" y="74326"/>
                </a:lnTo>
                <a:lnTo>
                  <a:pt x="1536584" y="73562"/>
                </a:lnTo>
                <a:lnTo>
                  <a:pt x="1536791" y="72809"/>
                </a:lnTo>
                <a:lnTo>
                  <a:pt x="1537010" y="72065"/>
                </a:lnTo>
                <a:lnTo>
                  <a:pt x="1537241" y="71332"/>
                </a:lnTo>
                <a:lnTo>
                  <a:pt x="1537485" y="70608"/>
                </a:lnTo>
                <a:lnTo>
                  <a:pt x="1537741" y="69894"/>
                </a:lnTo>
                <a:lnTo>
                  <a:pt x="1538010" y="69190"/>
                </a:lnTo>
                <a:lnTo>
                  <a:pt x="1538292" y="68496"/>
                </a:lnTo>
                <a:lnTo>
                  <a:pt x="1538586" y="67811"/>
                </a:lnTo>
                <a:lnTo>
                  <a:pt x="1538896" y="67133"/>
                </a:lnTo>
                <a:lnTo>
                  <a:pt x="1539216" y="66468"/>
                </a:lnTo>
                <a:lnTo>
                  <a:pt x="1539546" y="65816"/>
                </a:lnTo>
                <a:lnTo>
                  <a:pt x="1539886" y="65176"/>
                </a:lnTo>
                <a:lnTo>
                  <a:pt x="1540236" y="64550"/>
                </a:lnTo>
                <a:lnTo>
                  <a:pt x="1540596" y="63937"/>
                </a:lnTo>
                <a:lnTo>
                  <a:pt x="1540966" y="63336"/>
                </a:lnTo>
                <a:lnTo>
                  <a:pt x="1541345" y="62749"/>
                </a:lnTo>
                <a:lnTo>
                  <a:pt x="1541735" y="62174"/>
                </a:lnTo>
                <a:lnTo>
                  <a:pt x="1542134" y="61612"/>
                </a:lnTo>
                <a:lnTo>
                  <a:pt x="1542543" y="61064"/>
                </a:lnTo>
                <a:lnTo>
                  <a:pt x="1542962" y="60528"/>
                </a:lnTo>
                <a:lnTo>
                  <a:pt x="1543391" y="60005"/>
                </a:lnTo>
                <a:lnTo>
                  <a:pt x="1543830" y="59495"/>
                </a:lnTo>
                <a:lnTo>
                  <a:pt x="1544278" y="58998"/>
                </a:lnTo>
                <a:lnTo>
                  <a:pt x="1544737" y="58514"/>
                </a:lnTo>
                <a:lnTo>
                  <a:pt x="1545205" y="58043"/>
                </a:lnTo>
                <a:lnTo>
                  <a:pt x="1545684" y="57585"/>
                </a:lnTo>
                <a:lnTo>
                  <a:pt x="1546172" y="57140"/>
                </a:lnTo>
                <a:lnTo>
                  <a:pt x="1546670" y="56708"/>
                </a:lnTo>
                <a:lnTo>
                  <a:pt x="1547178" y="56289"/>
                </a:lnTo>
                <a:lnTo>
                  <a:pt x="1547695" y="55882"/>
                </a:lnTo>
                <a:lnTo>
                  <a:pt x="1548223" y="55489"/>
                </a:lnTo>
                <a:lnTo>
                  <a:pt x="1548761" y="55109"/>
                </a:lnTo>
                <a:lnTo>
                  <a:pt x="1549312" y="54737"/>
                </a:lnTo>
                <a:lnTo>
                  <a:pt x="1549871" y="54382"/>
                </a:lnTo>
                <a:lnTo>
                  <a:pt x="1550437" y="54042"/>
                </a:lnTo>
                <a:lnTo>
                  <a:pt x="1551011" y="53718"/>
                </a:lnTo>
                <a:lnTo>
                  <a:pt x="1551592" y="53410"/>
                </a:lnTo>
                <a:lnTo>
                  <a:pt x="1552181" y="53118"/>
                </a:lnTo>
                <a:lnTo>
                  <a:pt x="1552777" y="52841"/>
                </a:lnTo>
                <a:lnTo>
                  <a:pt x="1553381" y="52581"/>
                </a:lnTo>
                <a:lnTo>
                  <a:pt x="1553992" y="52336"/>
                </a:lnTo>
                <a:lnTo>
                  <a:pt x="1554611" y="52107"/>
                </a:lnTo>
                <a:lnTo>
                  <a:pt x="1555237" y="51893"/>
                </a:lnTo>
                <a:lnTo>
                  <a:pt x="1555870" y="51696"/>
                </a:lnTo>
                <a:lnTo>
                  <a:pt x="1556511" y="51514"/>
                </a:lnTo>
                <a:lnTo>
                  <a:pt x="1557160" y="51348"/>
                </a:lnTo>
                <a:lnTo>
                  <a:pt x="1557815" y="51198"/>
                </a:lnTo>
                <a:lnTo>
                  <a:pt x="1558479" y="51064"/>
                </a:lnTo>
                <a:lnTo>
                  <a:pt x="1559150" y="50945"/>
                </a:lnTo>
                <a:lnTo>
                  <a:pt x="1559828" y="50843"/>
                </a:lnTo>
                <a:lnTo>
                  <a:pt x="1560514" y="50756"/>
                </a:lnTo>
                <a:lnTo>
                  <a:pt x="1561207" y="50685"/>
                </a:lnTo>
                <a:lnTo>
                  <a:pt x="1561908" y="50629"/>
                </a:lnTo>
                <a:lnTo>
                  <a:pt x="1562616" y="50590"/>
                </a:lnTo>
                <a:lnTo>
                  <a:pt x="1563331" y="50566"/>
                </a:lnTo>
                <a:lnTo>
                  <a:pt x="1564054" y="50558"/>
                </a:lnTo>
                <a:lnTo>
                  <a:pt x="1564869" y="50567"/>
                </a:lnTo>
                <a:lnTo>
                  <a:pt x="1565669" y="50594"/>
                </a:lnTo>
                <a:lnTo>
                  <a:pt x="1566456" y="50639"/>
                </a:lnTo>
                <a:lnTo>
                  <a:pt x="1567228" y="50702"/>
                </a:lnTo>
                <a:lnTo>
                  <a:pt x="1567987" y="50783"/>
                </a:lnTo>
                <a:lnTo>
                  <a:pt x="1568731" y="50882"/>
                </a:lnTo>
                <a:lnTo>
                  <a:pt x="1569461" y="50999"/>
                </a:lnTo>
                <a:lnTo>
                  <a:pt x="1570178" y="51134"/>
                </a:lnTo>
                <a:lnTo>
                  <a:pt x="1570880" y="51287"/>
                </a:lnTo>
                <a:lnTo>
                  <a:pt x="1571568" y="51458"/>
                </a:lnTo>
                <a:lnTo>
                  <a:pt x="1572242" y="51647"/>
                </a:lnTo>
                <a:lnTo>
                  <a:pt x="1572902" y="51854"/>
                </a:lnTo>
                <a:lnTo>
                  <a:pt x="1573548" y="52079"/>
                </a:lnTo>
                <a:lnTo>
                  <a:pt x="1574180" y="52322"/>
                </a:lnTo>
                <a:lnTo>
                  <a:pt x="1574798" y="52583"/>
                </a:lnTo>
                <a:lnTo>
                  <a:pt x="1575402" y="52862"/>
                </a:lnTo>
                <a:lnTo>
                  <a:pt x="1575992" y="53158"/>
                </a:lnTo>
                <a:lnTo>
                  <a:pt x="1576568" y="53473"/>
                </a:lnTo>
                <a:lnTo>
                  <a:pt x="1577129" y="53806"/>
                </a:lnTo>
                <a:lnTo>
                  <a:pt x="1577677" y="54157"/>
                </a:lnTo>
                <a:lnTo>
                  <a:pt x="1578211" y="54526"/>
                </a:lnTo>
                <a:lnTo>
                  <a:pt x="1578730" y="54913"/>
                </a:lnTo>
                <a:lnTo>
                  <a:pt x="1579236" y="55318"/>
                </a:lnTo>
                <a:lnTo>
                  <a:pt x="1579727" y="55741"/>
                </a:lnTo>
                <a:lnTo>
                  <a:pt x="1580210" y="56170"/>
                </a:lnTo>
                <a:lnTo>
                  <a:pt x="1580678" y="56604"/>
                </a:lnTo>
                <a:lnTo>
                  <a:pt x="1581132" y="57044"/>
                </a:lnTo>
                <a:lnTo>
                  <a:pt x="1581571" y="57489"/>
                </a:lnTo>
                <a:lnTo>
                  <a:pt x="1581995" y="57939"/>
                </a:lnTo>
                <a:lnTo>
                  <a:pt x="1582405" y="58395"/>
                </a:lnTo>
                <a:lnTo>
                  <a:pt x="1582801" y="58856"/>
                </a:lnTo>
                <a:lnTo>
                  <a:pt x="1583182" y="59322"/>
                </a:lnTo>
                <a:lnTo>
                  <a:pt x="1583549" y="59793"/>
                </a:lnTo>
                <a:lnTo>
                  <a:pt x="1583901" y="60270"/>
                </a:lnTo>
                <a:lnTo>
                  <a:pt x="1584239" y="60752"/>
                </a:lnTo>
                <a:lnTo>
                  <a:pt x="1584562" y="61239"/>
                </a:lnTo>
                <a:lnTo>
                  <a:pt x="1584871" y="61731"/>
                </a:lnTo>
                <a:lnTo>
                  <a:pt x="1585165" y="62229"/>
                </a:lnTo>
                <a:lnTo>
                  <a:pt x="1585445" y="62732"/>
                </a:lnTo>
                <a:lnTo>
                  <a:pt x="1585710" y="63240"/>
                </a:lnTo>
                <a:lnTo>
                  <a:pt x="1585961" y="63754"/>
                </a:lnTo>
                <a:lnTo>
                  <a:pt x="1586197" y="64272"/>
                </a:lnTo>
                <a:lnTo>
                  <a:pt x="1586419" y="64796"/>
                </a:lnTo>
                <a:lnTo>
                  <a:pt x="1586627" y="65326"/>
                </a:lnTo>
                <a:lnTo>
                  <a:pt x="1586819" y="65860"/>
                </a:lnTo>
                <a:lnTo>
                  <a:pt x="1586998" y="66400"/>
                </a:lnTo>
                <a:lnTo>
                  <a:pt x="1587162" y="66945"/>
                </a:lnTo>
                <a:lnTo>
                  <a:pt x="1587311" y="67495"/>
                </a:lnTo>
                <a:lnTo>
                  <a:pt x="1602226" y="67495"/>
                </a:lnTo>
                <a:lnTo>
                  <a:pt x="1602114" y="66741"/>
                </a:lnTo>
                <a:lnTo>
                  <a:pt x="1601988" y="65994"/>
                </a:lnTo>
                <a:lnTo>
                  <a:pt x="1601848" y="65256"/>
                </a:lnTo>
                <a:lnTo>
                  <a:pt x="1601694" y="64525"/>
                </a:lnTo>
                <a:lnTo>
                  <a:pt x="1601526" y="63802"/>
                </a:lnTo>
                <a:lnTo>
                  <a:pt x="1601345" y="63087"/>
                </a:lnTo>
                <a:lnTo>
                  <a:pt x="1601150" y="62380"/>
                </a:lnTo>
                <a:lnTo>
                  <a:pt x="1600941" y="61681"/>
                </a:lnTo>
                <a:lnTo>
                  <a:pt x="1600718" y="60990"/>
                </a:lnTo>
                <a:lnTo>
                  <a:pt x="1600481" y="60307"/>
                </a:lnTo>
                <a:lnTo>
                  <a:pt x="1600231" y="59631"/>
                </a:lnTo>
                <a:lnTo>
                  <a:pt x="1599967" y="58964"/>
                </a:lnTo>
                <a:lnTo>
                  <a:pt x="1599688" y="58304"/>
                </a:lnTo>
                <a:lnTo>
                  <a:pt x="1599397" y="57652"/>
                </a:lnTo>
                <a:lnTo>
                  <a:pt x="1599091" y="57008"/>
                </a:lnTo>
                <a:lnTo>
                  <a:pt x="1598771" y="56373"/>
                </a:lnTo>
                <a:lnTo>
                  <a:pt x="1598438" y="55745"/>
                </a:lnTo>
                <a:lnTo>
                  <a:pt x="1598090" y="55124"/>
                </a:lnTo>
                <a:lnTo>
                  <a:pt x="1597729" y="54512"/>
                </a:lnTo>
                <a:lnTo>
                  <a:pt x="1597354" y="53908"/>
                </a:lnTo>
                <a:lnTo>
                  <a:pt x="1596966" y="53311"/>
                </a:lnTo>
                <a:lnTo>
                  <a:pt x="1596563" y="52723"/>
                </a:lnTo>
                <a:lnTo>
                  <a:pt x="1596147" y="52142"/>
                </a:lnTo>
                <a:lnTo>
                  <a:pt x="1595717" y="51570"/>
                </a:lnTo>
                <a:lnTo>
                  <a:pt x="1595274" y="51006"/>
                </a:lnTo>
                <a:lnTo>
                  <a:pt x="1594822" y="50453"/>
                </a:lnTo>
                <a:lnTo>
                  <a:pt x="1594359" y="49911"/>
                </a:lnTo>
                <a:lnTo>
                  <a:pt x="1593886" y="49379"/>
                </a:lnTo>
                <a:lnTo>
                  <a:pt x="1593402" y="48857"/>
                </a:lnTo>
                <a:lnTo>
                  <a:pt x="1592908" y="48346"/>
                </a:lnTo>
                <a:lnTo>
                  <a:pt x="1592404" y="47846"/>
                </a:lnTo>
                <a:lnTo>
                  <a:pt x="1591890" y="47356"/>
                </a:lnTo>
                <a:lnTo>
                  <a:pt x="1591365" y="46877"/>
                </a:lnTo>
                <a:lnTo>
                  <a:pt x="1590830" y="46408"/>
                </a:lnTo>
                <a:lnTo>
                  <a:pt x="1590284" y="45950"/>
                </a:lnTo>
                <a:lnTo>
                  <a:pt x="1589729" y="45503"/>
                </a:lnTo>
                <a:lnTo>
                  <a:pt x="1589163" y="45065"/>
                </a:lnTo>
                <a:lnTo>
                  <a:pt x="1588586" y="44639"/>
                </a:lnTo>
                <a:lnTo>
                  <a:pt x="1588000" y="44223"/>
                </a:lnTo>
                <a:lnTo>
                  <a:pt x="1587403" y="43817"/>
                </a:lnTo>
                <a:lnTo>
                  <a:pt x="1586795" y="43422"/>
                </a:lnTo>
                <a:lnTo>
                  <a:pt x="1586178" y="43038"/>
                </a:lnTo>
                <a:lnTo>
                  <a:pt x="1585550" y="42664"/>
                </a:lnTo>
                <a:lnTo>
                  <a:pt x="1584911" y="42300"/>
                </a:lnTo>
                <a:lnTo>
                  <a:pt x="1584263" y="41948"/>
                </a:lnTo>
                <a:lnTo>
                  <a:pt x="1583604" y="41605"/>
                </a:lnTo>
                <a:lnTo>
                  <a:pt x="1582935" y="41274"/>
                </a:lnTo>
                <a:lnTo>
                  <a:pt x="1582255" y="40952"/>
                </a:lnTo>
                <a:lnTo>
                  <a:pt x="1581567" y="40643"/>
                </a:lnTo>
                <a:lnTo>
                  <a:pt x="1580872" y="40347"/>
                </a:lnTo>
                <a:lnTo>
                  <a:pt x="1580170" y="40064"/>
                </a:lnTo>
                <a:lnTo>
                  <a:pt x="1579461" y="39794"/>
                </a:lnTo>
                <a:lnTo>
                  <a:pt x="1578744" y="39537"/>
                </a:lnTo>
                <a:lnTo>
                  <a:pt x="1578021" y="39293"/>
                </a:lnTo>
                <a:lnTo>
                  <a:pt x="1577291" y="39063"/>
                </a:lnTo>
                <a:lnTo>
                  <a:pt x="1576554" y="38846"/>
                </a:lnTo>
                <a:lnTo>
                  <a:pt x="1575809" y="38642"/>
                </a:lnTo>
                <a:lnTo>
                  <a:pt x="1575058" y="38451"/>
                </a:lnTo>
                <a:lnTo>
                  <a:pt x="1574300" y="38273"/>
                </a:lnTo>
                <a:lnTo>
                  <a:pt x="1573534" y="38108"/>
                </a:lnTo>
                <a:lnTo>
                  <a:pt x="1572762" y="37957"/>
                </a:lnTo>
                <a:lnTo>
                  <a:pt x="1571982" y="37819"/>
                </a:lnTo>
                <a:lnTo>
                  <a:pt x="1571196" y="37694"/>
                </a:lnTo>
                <a:lnTo>
                  <a:pt x="1570402" y="37582"/>
                </a:lnTo>
                <a:lnTo>
                  <a:pt x="1569602" y="37483"/>
                </a:lnTo>
                <a:lnTo>
                  <a:pt x="1568794" y="37397"/>
                </a:lnTo>
                <a:lnTo>
                  <a:pt x="1567980" y="37325"/>
                </a:lnTo>
                <a:lnTo>
                  <a:pt x="1567158" y="37266"/>
                </a:lnTo>
                <a:lnTo>
                  <a:pt x="1566329" y="37220"/>
                </a:lnTo>
                <a:lnTo>
                  <a:pt x="1565494" y="37187"/>
                </a:lnTo>
                <a:lnTo>
                  <a:pt x="1564651" y="37167"/>
                </a:lnTo>
                <a:lnTo>
                  <a:pt x="1563801" y="37160"/>
                </a:lnTo>
                <a:lnTo>
                  <a:pt x="1562712" y="37172"/>
                </a:lnTo>
                <a:lnTo>
                  <a:pt x="1561633" y="37205"/>
                </a:lnTo>
                <a:lnTo>
                  <a:pt x="1560567" y="37261"/>
                </a:lnTo>
                <a:lnTo>
                  <a:pt x="1559511" y="37339"/>
                </a:lnTo>
                <a:lnTo>
                  <a:pt x="1558467" y="37440"/>
                </a:lnTo>
                <a:lnTo>
                  <a:pt x="1557434" y="37563"/>
                </a:lnTo>
                <a:lnTo>
                  <a:pt x="1556413" y="37709"/>
                </a:lnTo>
                <a:lnTo>
                  <a:pt x="1555403" y="37877"/>
                </a:lnTo>
                <a:lnTo>
                  <a:pt x="1554405" y="38067"/>
                </a:lnTo>
                <a:lnTo>
                  <a:pt x="1553418" y="38280"/>
                </a:lnTo>
                <a:lnTo>
                  <a:pt x="1552442" y="38515"/>
                </a:lnTo>
                <a:lnTo>
                  <a:pt x="1551478" y="38772"/>
                </a:lnTo>
                <a:lnTo>
                  <a:pt x="1550525" y="39052"/>
                </a:lnTo>
                <a:lnTo>
                  <a:pt x="1549584" y="39354"/>
                </a:lnTo>
                <a:lnTo>
                  <a:pt x="1548654" y="39678"/>
                </a:lnTo>
                <a:lnTo>
                  <a:pt x="1547735" y="40025"/>
                </a:lnTo>
                <a:lnTo>
                  <a:pt x="1546828" y="40395"/>
                </a:lnTo>
                <a:lnTo>
                  <a:pt x="1545932" y="40786"/>
                </a:lnTo>
                <a:lnTo>
                  <a:pt x="1545048" y="41200"/>
                </a:lnTo>
                <a:lnTo>
                  <a:pt x="1544175" y="41637"/>
                </a:lnTo>
                <a:lnTo>
                  <a:pt x="1543314" y="42096"/>
                </a:lnTo>
                <a:lnTo>
                  <a:pt x="1542463" y="42577"/>
                </a:lnTo>
                <a:lnTo>
                  <a:pt x="1541625" y="43081"/>
                </a:lnTo>
                <a:lnTo>
                  <a:pt x="1540798" y="43607"/>
                </a:lnTo>
                <a:lnTo>
                  <a:pt x="1539989" y="44147"/>
                </a:lnTo>
                <a:lnTo>
                  <a:pt x="1539195" y="44705"/>
                </a:lnTo>
                <a:lnTo>
                  <a:pt x="1538416" y="45280"/>
                </a:lnTo>
                <a:lnTo>
                  <a:pt x="1537652" y="45873"/>
                </a:lnTo>
                <a:lnTo>
                  <a:pt x="1536902" y="46483"/>
                </a:lnTo>
                <a:lnTo>
                  <a:pt x="1536168" y="47110"/>
                </a:lnTo>
                <a:lnTo>
                  <a:pt x="1535449" y="47755"/>
                </a:lnTo>
                <a:lnTo>
                  <a:pt x="1534745" y="48417"/>
                </a:lnTo>
                <a:lnTo>
                  <a:pt x="1534055" y="49096"/>
                </a:lnTo>
                <a:lnTo>
                  <a:pt x="1533381" y="49793"/>
                </a:lnTo>
                <a:lnTo>
                  <a:pt x="1532721" y="50506"/>
                </a:lnTo>
                <a:lnTo>
                  <a:pt x="1532076" y="51238"/>
                </a:lnTo>
                <a:lnTo>
                  <a:pt x="1531446" y="51986"/>
                </a:lnTo>
                <a:lnTo>
                  <a:pt x="1530832" y="52752"/>
                </a:lnTo>
                <a:lnTo>
                  <a:pt x="1530232" y="53536"/>
                </a:lnTo>
                <a:lnTo>
                  <a:pt x="1529647" y="54336"/>
                </a:lnTo>
                <a:lnTo>
                  <a:pt x="1529077" y="55154"/>
                </a:lnTo>
                <a:lnTo>
                  <a:pt x="1528521" y="55989"/>
                </a:lnTo>
                <a:lnTo>
                  <a:pt x="1527981" y="56842"/>
                </a:lnTo>
                <a:lnTo>
                  <a:pt x="1527456" y="57712"/>
                </a:lnTo>
                <a:lnTo>
                  <a:pt x="1526945" y="58599"/>
                </a:lnTo>
                <a:lnTo>
                  <a:pt x="1526450" y="59504"/>
                </a:lnTo>
                <a:lnTo>
                  <a:pt x="1525969" y="60426"/>
                </a:lnTo>
                <a:lnTo>
                  <a:pt x="1525504" y="61365"/>
                </a:lnTo>
                <a:lnTo>
                  <a:pt x="1525060" y="62314"/>
                </a:lnTo>
                <a:lnTo>
                  <a:pt x="1524636" y="63275"/>
                </a:lnTo>
                <a:lnTo>
                  <a:pt x="1524230" y="64248"/>
                </a:lnTo>
                <a:lnTo>
                  <a:pt x="1523843" y="65233"/>
                </a:lnTo>
                <a:lnTo>
                  <a:pt x="1523475" y="66230"/>
                </a:lnTo>
                <a:lnTo>
                  <a:pt x="1523126" y="67239"/>
                </a:lnTo>
                <a:lnTo>
                  <a:pt x="1522796" y="68260"/>
                </a:lnTo>
                <a:lnTo>
                  <a:pt x="1522484" y="69293"/>
                </a:lnTo>
                <a:lnTo>
                  <a:pt x="1522192" y="70338"/>
                </a:lnTo>
                <a:lnTo>
                  <a:pt x="1521918" y="71396"/>
                </a:lnTo>
                <a:lnTo>
                  <a:pt x="1521663" y="72465"/>
                </a:lnTo>
                <a:lnTo>
                  <a:pt x="1521427" y="73547"/>
                </a:lnTo>
                <a:lnTo>
                  <a:pt x="1521210" y="74640"/>
                </a:lnTo>
                <a:lnTo>
                  <a:pt x="1521012" y="75746"/>
                </a:lnTo>
                <a:lnTo>
                  <a:pt x="1520833" y="76864"/>
                </a:lnTo>
                <a:lnTo>
                  <a:pt x="1520672" y="77993"/>
                </a:lnTo>
                <a:lnTo>
                  <a:pt x="1520531" y="79135"/>
                </a:lnTo>
                <a:lnTo>
                  <a:pt x="1520408" y="80289"/>
                </a:lnTo>
                <a:lnTo>
                  <a:pt x="1520304" y="81455"/>
                </a:lnTo>
                <a:lnTo>
                  <a:pt x="1520220" y="82633"/>
                </a:lnTo>
                <a:lnTo>
                  <a:pt x="1520153" y="83823"/>
                </a:lnTo>
                <a:lnTo>
                  <a:pt x="1520106" y="85025"/>
                </a:lnTo>
                <a:lnTo>
                  <a:pt x="1520078" y="86240"/>
                </a:lnTo>
                <a:lnTo>
                  <a:pt x="1520069" y="87466"/>
                </a:lnTo>
                <a:lnTo>
                  <a:pt x="1520078" y="88672"/>
                </a:lnTo>
                <a:lnTo>
                  <a:pt x="1520105" y="89866"/>
                </a:lnTo>
                <a:lnTo>
                  <a:pt x="1520152" y="91049"/>
                </a:lnTo>
                <a:lnTo>
                  <a:pt x="1520216" y="92222"/>
                </a:lnTo>
                <a:lnTo>
                  <a:pt x="1520299" y="93383"/>
                </a:lnTo>
                <a:lnTo>
                  <a:pt x="1520400" y="94532"/>
                </a:lnTo>
                <a:lnTo>
                  <a:pt x="1520520" y="95671"/>
                </a:lnTo>
                <a:lnTo>
                  <a:pt x="1520658" y="96798"/>
                </a:lnTo>
                <a:lnTo>
                  <a:pt x="1520815" y="97914"/>
                </a:lnTo>
                <a:lnTo>
                  <a:pt x="1520990" y="99019"/>
                </a:lnTo>
                <a:lnTo>
                  <a:pt x="1521184" y="100113"/>
                </a:lnTo>
                <a:lnTo>
                  <a:pt x="1521396" y="101196"/>
                </a:lnTo>
                <a:lnTo>
                  <a:pt x="1521626" y="102267"/>
                </a:lnTo>
                <a:lnTo>
                  <a:pt x="1521875" y="103327"/>
                </a:lnTo>
                <a:lnTo>
                  <a:pt x="1522142" y="104376"/>
                </a:lnTo>
                <a:lnTo>
                  <a:pt x="1522428" y="105414"/>
                </a:lnTo>
                <a:lnTo>
                  <a:pt x="1522732" y="106441"/>
                </a:lnTo>
                <a:lnTo>
                  <a:pt x="1523055" y="107456"/>
                </a:lnTo>
                <a:lnTo>
                  <a:pt x="1523396" y="108461"/>
                </a:lnTo>
                <a:lnTo>
                  <a:pt x="1523755" y="109454"/>
                </a:lnTo>
                <a:lnTo>
                  <a:pt x="1524133" y="110435"/>
                </a:lnTo>
                <a:lnTo>
                  <a:pt x="1524529" y="111406"/>
                </a:lnTo>
                <a:lnTo>
                  <a:pt x="1524944" y="112366"/>
                </a:lnTo>
                <a:lnTo>
                  <a:pt x="1525377" y="113314"/>
                </a:lnTo>
                <a:lnTo>
                  <a:pt x="1525828" y="114248"/>
                </a:lnTo>
                <a:lnTo>
                  <a:pt x="1526294" y="115166"/>
                </a:lnTo>
                <a:lnTo>
                  <a:pt x="1526776" y="116066"/>
                </a:lnTo>
                <a:lnTo>
                  <a:pt x="1527273" y="116950"/>
                </a:lnTo>
                <a:lnTo>
                  <a:pt x="1527787" y="117816"/>
                </a:lnTo>
                <a:lnTo>
                  <a:pt x="1528316" y="118666"/>
                </a:lnTo>
                <a:lnTo>
                  <a:pt x="1528861" y="119499"/>
                </a:lnTo>
                <a:lnTo>
                  <a:pt x="1529422" y="120315"/>
                </a:lnTo>
                <a:lnTo>
                  <a:pt x="1529999" y="121114"/>
                </a:lnTo>
                <a:lnTo>
                  <a:pt x="1530591" y="121896"/>
                </a:lnTo>
                <a:lnTo>
                  <a:pt x="1531199" y="122661"/>
                </a:lnTo>
                <a:lnTo>
                  <a:pt x="1531823" y="123410"/>
                </a:lnTo>
                <a:lnTo>
                  <a:pt x="1532463" y="124141"/>
                </a:lnTo>
                <a:lnTo>
                  <a:pt x="1533119" y="124856"/>
                </a:lnTo>
                <a:lnTo>
                  <a:pt x="1533790" y="125554"/>
                </a:lnTo>
                <a:lnTo>
                  <a:pt x="1534478" y="126234"/>
                </a:lnTo>
                <a:lnTo>
                  <a:pt x="1535181" y="126898"/>
                </a:lnTo>
                <a:lnTo>
                  <a:pt x="1535900" y="127545"/>
                </a:lnTo>
                <a:lnTo>
                  <a:pt x="1536634" y="128175"/>
                </a:lnTo>
                <a:lnTo>
                  <a:pt x="1537385" y="128789"/>
                </a:lnTo>
                <a:lnTo>
                  <a:pt x="1538151" y="129385"/>
                </a:lnTo>
                <a:lnTo>
                  <a:pt x="1538933" y="129964"/>
                </a:lnTo>
                <a:lnTo>
                  <a:pt x="1539731" y="130527"/>
                </a:lnTo>
                <a:lnTo>
                  <a:pt x="1540545" y="131073"/>
                </a:lnTo>
                <a:lnTo>
                  <a:pt x="1541373" y="131599"/>
                </a:lnTo>
                <a:lnTo>
                  <a:pt x="1542214" y="132102"/>
                </a:lnTo>
                <a:lnTo>
                  <a:pt x="1543069" y="132583"/>
                </a:lnTo>
                <a:lnTo>
                  <a:pt x="1543936" y="133042"/>
                </a:lnTo>
                <a:lnTo>
                  <a:pt x="1544817" y="133479"/>
                </a:lnTo>
                <a:lnTo>
                  <a:pt x="1545711" y="133893"/>
                </a:lnTo>
                <a:lnTo>
                  <a:pt x="1546618" y="134284"/>
                </a:lnTo>
                <a:lnTo>
                  <a:pt x="1547539" y="134654"/>
                </a:lnTo>
                <a:lnTo>
                  <a:pt x="1548472" y="135001"/>
                </a:lnTo>
                <a:lnTo>
                  <a:pt x="1549419" y="135325"/>
                </a:lnTo>
                <a:lnTo>
                  <a:pt x="1550379" y="135627"/>
                </a:lnTo>
                <a:lnTo>
                  <a:pt x="1551352" y="135907"/>
                </a:lnTo>
                <a:lnTo>
                  <a:pt x="1552338" y="136165"/>
                </a:lnTo>
                <a:lnTo>
                  <a:pt x="1553337" y="136400"/>
                </a:lnTo>
                <a:lnTo>
                  <a:pt x="1554350" y="136612"/>
                </a:lnTo>
                <a:lnTo>
                  <a:pt x="1555375" y="136802"/>
                </a:lnTo>
                <a:lnTo>
                  <a:pt x="1556414" y="136970"/>
                </a:lnTo>
                <a:lnTo>
                  <a:pt x="1557466" y="137116"/>
                </a:lnTo>
                <a:lnTo>
                  <a:pt x="1558531" y="137239"/>
                </a:lnTo>
                <a:lnTo>
                  <a:pt x="1559609" y="137340"/>
                </a:lnTo>
                <a:lnTo>
                  <a:pt x="1560701" y="137418"/>
                </a:lnTo>
                <a:lnTo>
                  <a:pt x="1561806" y="137474"/>
                </a:lnTo>
                <a:lnTo>
                  <a:pt x="1562923" y="137508"/>
                </a:lnTo>
                <a:lnTo>
                  <a:pt x="1564054" y="137519"/>
                </a:lnTo>
                <a:lnTo>
                  <a:pt x="1564945" y="137512"/>
                </a:lnTo>
                <a:lnTo>
                  <a:pt x="1565827" y="137491"/>
                </a:lnTo>
                <a:lnTo>
                  <a:pt x="1566699" y="137457"/>
                </a:lnTo>
                <a:lnTo>
                  <a:pt x="1567562" y="137408"/>
                </a:lnTo>
                <a:lnTo>
                  <a:pt x="1568416" y="137346"/>
                </a:lnTo>
                <a:lnTo>
                  <a:pt x="1569260" y="137270"/>
                </a:lnTo>
                <a:lnTo>
                  <a:pt x="1570096" y="137180"/>
                </a:lnTo>
                <a:close/>
                <a:moveTo>
                  <a:pt x="1978317" y="137128"/>
                </a:moveTo>
                <a:lnTo>
                  <a:pt x="1979338" y="136986"/>
                </a:lnTo>
                <a:lnTo>
                  <a:pt x="1980348" y="136824"/>
                </a:lnTo>
                <a:lnTo>
                  <a:pt x="1981346" y="136639"/>
                </a:lnTo>
                <a:lnTo>
                  <a:pt x="1982334" y="136433"/>
                </a:lnTo>
                <a:lnTo>
                  <a:pt x="1983309" y="136204"/>
                </a:lnTo>
                <a:lnTo>
                  <a:pt x="1984273" y="135955"/>
                </a:lnTo>
                <a:lnTo>
                  <a:pt x="1985226" y="135683"/>
                </a:lnTo>
                <a:lnTo>
                  <a:pt x="1986168" y="135390"/>
                </a:lnTo>
                <a:lnTo>
                  <a:pt x="1987097" y="135075"/>
                </a:lnTo>
                <a:lnTo>
                  <a:pt x="1988016" y="134738"/>
                </a:lnTo>
                <a:lnTo>
                  <a:pt x="1988923" y="134380"/>
                </a:lnTo>
                <a:lnTo>
                  <a:pt x="1989819" y="133999"/>
                </a:lnTo>
                <a:lnTo>
                  <a:pt x="1990703" y="133597"/>
                </a:lnTo>
                <a:lnTo>
                  <a:pt x="1991576" y="133174"/>
                </a:lnTo>
                <a:lnTo>
                  <a:pt x="1992438" y="132729"/>
                </a:lnTo>
                <a:lnTo>
                  <a:pt x="1993288" y="132261"/>
                </a:lnTo>
                <a:lnTo>
                  <a:pt x="1994126" y="131773"/>
                </a:lnTo>
                <a:lnTo>
                  <a:pt x="1994954" y="131262"/>
                </a:lnTo>
                <a:lnTo>
                  <a:pt x="1995773" y="130732"/>
                </a:lnTo>
                <a:lnTo>
                  <a:pt x="1996577" y="130185"/>
                </a:lnTo>
                <a:lnTo>
                  <a:pt x="1997365" y="129620"/>
                </a:lnTo>
                <a:lnTo>
                  <a:pt x="1998138" y="129038"/>
                </a:lnTo>
                <a:lnTo>
                  <a:pt x="1998896" y="128439"/>
                </a:lnTo>
                <a:lnTo>
                  <a:pt x="1999638" y="127822"/>
                </a:lnTo>
                <a:lnTo>
                  <a:pt x="2000365" y="127188"/>
                </a:lnTo>
                <a:lnTo>
                  <a:pt x="2001077" y="126536"/>
                </a:lnTo>
                <a:lnTo>
                  <a:pt x="2001773" y="125868"/>
                </a:lnTo>
                <a:lnTo>
                  <a:pt x="2002454" y="125182"/>
                </a:lnTo>
                <a:lnTo>
                  <a:pt x="2003120" y="124478"/>
                </a:lnTo>
                <a:lnTo>
                  <a:pt x="2003770" y="123757"/>
                </a:lnTo>
                <a:lnTo>
                  <a:pt x="2004405" y="123019"/>
                </a:lnTo>
                <a:lnTo>
                  <a:pt x="2005024" y="122264"/>
                </a:lnTo>
                <a:lnTo>
                  <a:pt x="2005628" y="121491"/>
                </a:lnTo>
                <a:lnTo>
                  <a:pt x="2006217" y="120701"/>
                </a:lnTo>
                <a:lnTo>
                  <a:pt x="2006790" y="119894"/>
                </a:lnTo>
                <a:lnTo>
                  <a:pt x="2007348" y="119069"/>
                </a:lnTo>
                <a:lnTo>
                  <a:pt x="2007891" y="118227"/>
                </a:lnTo>
                <a:lnTo>
                  <a:pt x="2008418" y="117367"/>
                </a:lnTo>
                <a:lnTo>
                  <a:pt x="2008930" y="116491"/>
                </a:lnTo>
                <a:lnTo>
                  <a:pt x="2009427" y="115597"/>
                </a:lnTo>
                <a:lnTo>
                  <a:pt x="2009908" y="114685"/>
                </a:lnTo>
                <a:lnTo>
                  <a:pt x="2010374" y="113756"/>
                </a:lnTo>
                <a:lnTo>
                  <a:pt x="2010828" y="112812"/>
                </a:lnTo>
                <a:lnTo>
                  <a:pt x="2011262" y="111855"/>
                </a:lnTo>
                <a:lnTo>
                  <a:pt x="2011678" y="110885"/>
                </a:lnTo>
                <a:lnTo>
                  <a:pt x="2012073" y="109901"/>
                </a:lnTo>
                <a:lnTo>
                  <a:pt x="2012450" y="108905"/>
                </a:lnTo>
                <a:lnTo>
                  <a:pt x="2012807" y="107895"/>
                </a:lnTo>
                <a:lnTo>
                  <a:pt x="2013145" y="106872"/>
                </a:lnTo>
                <a:lnTo>
                  <a:pt x="2013464" y="105836"/>
                </a:lnTo>
                <a:lnTo>
                  <a:pt x="2013763" y="104786"/>
                </a:lnTo>
                <a:lnTo>
                  <a:pt x="2014043" y="103724"/>
                </a:lnTo>
                <a:lnTo>
                  <a:pt x="2014304" y="102648"/>
                </a:lnTo>
                <a:lnTo>
                  <a:pt x="2014545" y="101559"/>
                </a:lnTo>
                <a:lnTo>
                  <a:pt x="2014767" y="100457"/>
                </a:lnTo>
                <a:lnTo>
                  <a:pt x="2014970" y="99342"/>
                </a:lnTo>
                <a:lnTo>
                  <a:pt x="2015153" y="98214"/>
                </a:lnTo>
                <a:lnTo>
                  <a:pt x="2015318" y="97072"/>
                </a:lnTo>
                <a:lnTo>
                  <a:pt x="2015462" y="95917"/>
                </a:lnTo>
                <a:lnTo>
                  <a:pt x="2015588" y="94750"/>
                </a:lnTo>
                <a:lnTo>
                  <a:pt x="2015694" y="93569"/>
                </a:lnTo>
                <a:lnTo>
                  <a:pt x="2015781" y="92374"/>
                </a:lnTo>
                <a:lnTo>
                  <a:pt x="2015849" y="91167"/>
                </a:lnTo>
                <a:lnTo>
                  <a:pt x="2015897" y="89946"/>
                </a:lnTo>
                <a:lnTo>
                  <a:pt x="2015926" y="88713"/>
                </a:lnTo>
                <a:lnTo>
                  <a:pt x="2015935" y="87466"/>
                </a:lnTo>
                <a:lnTo>
                  <a:pt x="2015926" y="86209"/>
                </a:lnTo>
                <a:lnTo>
                  <a:pt x="2015897" y="84965"/>
                </a:lnTo>
                <a:lnTo>
                  <a:pt x="2015849" y="83734"/>
                </a:lnTo>
                <a:lnTo>
                  <a:pt x="2015781" y="82517"/>
                </a:lnTo>
                <a:lnTo>
                  <a:pt x="2015694" y="81313"/>
                </a:lnTo>
                <a:lnTo>
                  <a:pt x="2015588" y="80123"/>
                </a:lnTo>
                <a:lnTo>
                  <a:pt x="2015462" y="78946"/>
                </a:lnTo>
                <a:lnTo>
                  <a:pt x="2015318" y="77783"/>
                </a:lnTo>
                <a:lnTo>
                  <a:pt x="2015153" y="76632"/>
                </a:lnTo>
                <a:lnTo>
                  <a:pt x="2014970" y="75496"/>
                </a:lnTo>
                <a:lnTo>
                  <a:pt x="2014767" y="74372"/>
                </a:lnTo>
                <a:lnTo>
                  <a:pt x="2014545" y="73262"/>
                </a:lnTo>
                <a:lnTo>
                  <a:pt x="2014304" y="72166"/>
                </a:lnTo>
                <a:lnTo>
                  <a:pt x="2014043" y="71082"/>
                </a:lnTo>
                <a:lnTo>
                  <a:pt x="2013763" y="70012"/>
                </a:lnTo>
                <a:lnTo>
                  <a:pt x="2013464" y="68956"/>
                </a:lnTo>
                <a:lnTo>
                  <a:pt x="2013145" y="67913"/>
                </a:lnTo>
                <a:lnTo>
                  <a:pt x="2012807" y="66883"/>
                </a:lnTo>
                <a:lnTo>
                  <a:pt x="2012450" y="65867"/>
                </a:lnTo>
                <a:lnTo>
                  <a:pt x="2012073" y="64864"/>
                </a:lnTo>
                <a:lnTo>
                  <a:pt x="2011678" y="63874"/>
                </a:lnTo>
                <a:lnTo>
                  <a:pt x="2011262" y="62898"/>
                </a:lnTo>
                <a:lnTo>
                  <a:pt x="2010828" y="61935"/>
                </a:lnTo>
                <a:lnTo>
                  <a:pt x="2010374" y="60986"/>
                </a:lnTo>
                <a:lnTo>
                  <a:pt x="2009908" y="60052"/>
                </a:lnTo>
                <a:lnTo>
                  <a:pt x="2009427" y="59136"/>
                </a:lnTo>
                <a:lnTo>
                  <a:pt x="2008930" y="58237"/>
                </a:lnTo>
                <a:lnTo>
                  <a:pt x="2008418" y="57356"/>
                </a:lnTo>
                <a:lnTo>
                  <a:pt x="2007891" y="56492"/>
                </a:lnTo>
                <a:lnTo>
                  <a:pt x="2007348" y="55646"/>
                </a:lnTo>
                <a:lnTo>
                  <a:pt x="2006790" y="54817"/>
                </a:lnTo>
                <a:lnTo>
                  <a:pt x="2006217" y="54006"/>
                </a:lnTo>
                <a:lnTo>
                  <a:pt x="2005628" y="53213"/>
                </a:lnTo>
                <a:lnTo>
                  <a:pt x="2005024" y="52437"/>
                </a:lnTo>
                <a:lnTo>
                  <a:pt x="2004405" y="51678"/>
                </a:lnTo>
                <a:lnTo>
                  <a:pt x="2003770" y="50938"/>
                </a:lnTo>
                <a:lnTo>
                  <a:pt x="2003120" y="50214"/>
                </a:lnTo>
                <a:lnTo>
                  <a:pt x="2002454" y="49509"/>
                </a:lnTo>
                <a:lnTo>
                  <a:pt x="2001773" y="48820"/>
                </a:lnTo>
                <a:lnTo>
                  <a:pt x="2001077" y="48150"/>
                </a:lnTo>
                <a:lnTo>
                  <a:pt x="2000365" y="47497"/>
                </a:lnTo>
                <a:lnTo>
                  <a:pt x="1999638" y="46861"/>
                </a:lnTo>
                <a:lnTo>
                  <a:pt x="1998896" y="46243"/>
                </a:lnTo>
                <a:lnTo>
                  <a:pt x="1998138" y="45643"/>
                </a:lnTo>
                <a:lnTo>
                  <a:pt x="1997365" y="45060"/>
                </a:lnTo>
                <a:lnTo>
                  <a:pt x="1996577" y="44495"/>
                </a:lnTo>
                <a:lnTo>
                  <a:pt x="1995773" y="43947"/>
                </a:lnTo>
                <a:lnTo>
                  <a:pt x="1994954" y="43417"/>
                </a:lnTo>
                <a:lnTo>
                  <a:pt x="1994126" y="42906"/>
                </a:lnTo>
                <a:lnTo>
                  <a:pt x="1993288" y="42418"/>
                </a:lnTo>
                <a:lnTo>
                  <a:pt x="1992438" y="41951"/>
                </a:lnTo>
                <a:lnTo>
                  <a:pt x="1991576" y="41505"/>
                </a:lnTo>
                <a:lnTo>
                  <a:pt x="1990703" y="41082"/>
                </a:lnTo>
                <a:lnTo>
                  <a:pt x="1989819" y="40680"/>
                </a:lnTo>
                <a:lnTo>
                  <a:pt x="1988923" y="40300"/>
                </a:lnTo>
                <a:lnTo>
                  <a:pt x="1988016" y="39941"/>
                </a:lnTo>
                <a:lnTo>
                  <a:pt x="1987097" y="39604"/>
                </a:lnTo>
                <a:lnTo>
                  <a:pt x="1986168" y="39289"/>
                </a:lnTo>
                <a:lnTo>
                  <a:pt x="1985226" y="38996"/>
                </a:lnTo>
                <a:lnTo>
                  <a:pt x="1984273" y="38725"/>
                </a:lnTo>
                <a:lnTo>
                  <a:pt x="1983309" y="38475"/>
                </a:lnTo>
                <a:lnTo>
                  <a:pt x="1982334" y="38247"/>
                </a:lnTo>
                <a:lnTo>
                  <a:pt x="1981346" y="38040"/>
                </a:lnTo>
                <a:lnTo>
                  <a:pt x="1980348" y="37856"/>
                </a:lnTo>
                <a:lnTo>
                  <a:pt x="1979338" y="37693"/>
                </a:lnTo>
                <a:lnTo>
                  <a:pt x="1978317" y="37551"/>
                </a:lnTo>
                <a:lnTo>
                  <a:pt x="1977284" y="37432"/>
                </a:lnTo>
                <a:lnTo>
                  <a:pt x="1976240" y="37334"/>
                </a:lnTo>
                <a:lnTo>
                  <a:pt x="1975185" y="37258"/>
                </a:lnTo>
                <a:lnTo>
                  <a:pt x="1974118" y="37204"/>
                </a:lnTo>
                <a:lnTo>
                  <a:pt x="1973039" y="37171"/>
                </a:lnTo>
                <a:lnTo>
                  <a:pt x="1971950" y="37160"/>
                </a:lnTo>
                <a:lnTo>
                  <a:pt x="1970860" y="37171"/>
                </a:lnTo>
                <a:lnTo>
                  <a:pt x="1969781" y="37204"/>
                </a:lnTo>
                <a:lnTo>
                  <a:pt x="1968714" y="37258"/>
                </a:lnTo>
                <a:lnTo>
                  <a:pt x="1967658" y="37334"/>
                </a:lnTo>
                <a:lnTo>
                  <a:pt x="1966612" y="37432"/>
                </a:lnTo>
                <a:lnTo>
                  <a:pt x="1965579" y="37551"/>
                </a:lnTo>
                <a:lnTo>
                  <a:pt x="1964556" y="37693"/>
                </a:lnTo>
                <a:lnTo>
                  <a:pt x="1963544" y="37856"/>
                </a:lnTo>
                <a:lnTo>
                  <a:pt x="1962544" y="38040"/>
                </a:lnTo>
                <a:lnTo>
                  <a:pt x="1961555" y="38247"/>
                </a:lnTo>
                <a:lnTo>
                  <a:pt x="1960577" y="38475"/>
                </a:lnTo>
                <a:lnTo>
                  <a:pt x="1959610" y="38725"/>
                </a:lnTo>
                <a:lnTo>
                  <a:pt x="1958655" y="38996"/>
                </a:lnTo>
                <a:lnTo>
                  <a:pt x="1957710" y="39289"/>
                </a:lnTo>
                <a:lnTo>
                  <a:pt x="1956777" y="39604"/>
                </a:lnTo>
                <a:lnTo>
                  <a:pt x="1955855" y="39941"/>
                </a:lnTo>
                <a:lnTo>
                  <a:pt x="1954945" y="40300"/>
                </a:lnTo>
                <a:lnTo>
                  <a:pt x="1954045" y="40680"/>
                </a:lnTo>
                <a:lnTo>
                  <a:pt x="1953157" y="41082"/>
                </a:lnTo>
                <a:lnTo>
                  <a:pt x="1952279" y="41505"/>
                </a:lnTo>
                <a:lnTo>
                  <a:pt x="1951413" y="41951"/>
                </a:lnTo>
                <a:lnTo>
                  <a:pt x="1950559" y="42418"/>
                </a:lnTo>
                <a:lnTo>
                  <a:pt x="1949715" y="42906"/>
                </a:lnTo>
                <a:lnTo>
                  <a:pt x="1948883" y="43417"/>
                </a:lnTo>
                <a:lnTo>
                  <a:pt x="1948068" y="43947"/>
                </a:lnTo>
                <a:lnTo>
                  <a:pt x="1947269" y="44495"/>
                </a:lnTo>
                <a:lnTo>
                  <a:pt x="1946485" y="45060"/>
                </a:lnTo>
                <a:lnTo>
                  <a:pt x="1945716" y="45643"/>
                </a:lnTo>
                <a:lnTo>
                  <a:pt x="1944961" y="46243"/>
                </a:lnTo>
                <a:lnTo>
                  <a:pt x="1944222" y="46861"/>
                </a:lnTo>
                <a:lnTo>
                  <a:pt x="1943497" y="47497"/>
                </a:lnTo>
                <a:lnTo>
                  <a:pt x="1942787" y="48150"/>
                </a:lnTo>
                <a:lnTo>
                  <a:pt x="1942093" y="48820"/>
                </a:lnTo>
                <a:lnTo>
                  <a:pt x="1941413" y="49509"/>
                </a:lnTo>
                <a:lnTo>
                  <a:pt x="1940748" y="50214"/>
                </a:lnTo>
                <a:lnTo>
                  <a:pt x="1940098" y="50938"/>
                </a:lnTo>
                <a:lnTo>
                  <a:pt x="1939463" y="51678"/>
                </a:lnTo>
                <a:lnTo>
                  <a:pt x="1938843" y="52437"/>
                </a:lnTo>
                <a:lnTo>
                  <a:pt x="1938238" y="53213"/>
                </a:lnTo>
                <a:lnTo>
                  <a:pt x="1937647" y="54006"/>
                </a:lnTo>
                <a:lnTo>
                  <a:pt x="1937072" y="54817"/>
                </a:lnTo>
                <a:lnTo>
                  <a:pt x="1936512" y="55646"/>
                </a:lnTo>
                <a:lnTo>
                  <a:pt x="1935966" y="56492"/>
                </a:lnTo>
                <a:lnTo>
                  <a:pt x="1935435" y="57356"/>
                </a:lnTo>
                <a:lnTo>
                  <a:pt x="1934920" y="58237"/>
                </a:lnTo>
                <a:lnTo>
                  <a:pt x="1934419" y="59136"/>
                </a:lnTo>
                <a:lnTo>
                  <a:pt x="1933933" y="60052"/>
                </a:lnTo>
                <a:lnTo>
                  <a:pt x="1933462" y="60986"/>
                </a:lnTo>
                <a:lnTo>
                  <a:pt x="1933014" y="61935"/>
                </a:lnTo>
                <a:lnTo>
                  <a:pt x="1932584" y="62898"/>
                </a:lnTo>
                <a:lnTo>
                  <a:pt x="1932174" y="63874"/>
                </a:lnTo>
                <a:lnTo>
                  <a:pt x="1931782" y="64864"/>
                </a:lnTo>
                <a:lnTo>
                  <a:pt x="1931410" y="65867"/>
                </a:lnTo>
                <a:lnTo>
                  <a:pt x="1931057" y="66883"/>
                </a:lnTo>
                <a:lnTo>
                  <a:pt x="1930723" y="67913"/>
                </a:lnTo>
                <a:lnTo>
                  <a:pt x="1930408" y="68956"/>
                </a:lnTo>
                <a:lnTo>
                  <a:pt x="1930112" y="70012"/>
                </a:lnTo>
                <a:lnTo>
                  <a:pt x="1929835" y="71082"/>
                </a:lnTo>
                <a:lnTo>
                  <a:pt x="1929577" y="72166"/>
                </a:lnTo>
                <a:lnTo>
                  <a:pt x="1929338" y="73262"/>
                </a:lnTo>
                <a:lnTo>
                  <a:pt x="1929119" y="74372"/>
                </a:lnTo>
                <a:lnTo>
                  <a:pt x="1928918" y="75496"/>
                </a:lnTo>
                <a:lnTo>
                  <a:pt x="1928737" y="76632"/>
                </a:lnTo>
                <a:lnTo>
                  <a:pt x="1928575" y="77783"/>
                </a:lnTo>
                <a:lnTo>
                  <a:pt x="1928432" y="78946"/>
                </a:lnTo>
                <a:lnTo>
                  <a:pt x="1928308" y="80123"/>
                </a:lnTo>
                <a:lnTo>
                  <a:pt x="1928203" y="81313"/>
                </a:lnTo>
                <a:lnTo>
                  <a:pt x="1928117" y="82517"/>
                </a:lnTo>
                <a:lnTo>
                  <a:pt x="1928050" y="83734"/>
                </a:lnTo>
                <a:lnTo>
                  <a:pt x="1928002" y="84965"/>
                </a:lnTo>
                <a:lnTo>
                  <a:pt x="1927973" y="86209"/>
                </a:lnTo>
                <a:lnTo>
                  <a:pt x="1927964" y="87466"/>
                </a:lnTo>
                <a:lnTo>
                  <a:pt x="1927973" y="88713"/>
                </a:lnTo>
                <a:lnTo>
                  <a:pt x="1928002" y="89946"/>
                </a:lnTo>
                <a:lnTo>
                  <a:pt x="1928050" y="91167"/>
                </a:lnTo>
                <a:lnTo>
                  <a:pt x="1928117" y="92374"/>
                </a:lnTo>
                <a:lnTo>
                  <a:pt x="1928203" y="93569"/>
                </a:lnTo>
                <a:lnTo>
                  <a:pt x="1928308" y="94750"/>
                </a:lnTo>
                <a:lnTo>
                  <a:pt x="1928432" y="95917"/>
                </a:lnTo>
                <a:lnTo>
                  <a:pt x="1928575" y="97072"/>
                </a:lnTo>
                <a:lnTo>
                  <a:pt x="1928737" y="98214"/>
                </a:lnTo>
                <a:lnTo>
                  <a:pt x="1928918" y="99342"/>
                </a:lnTo>
                <a:lnTo>
                  <a:pt x="1929119" y="100457"/>
                </a:lnTo>
                <a:lnTo>
                  <a:pt x="1929338" y="101559"/>
                </a:lnTo>
                <a:lnTo>
                  <a:pt x="1929577" y="102648"/>
                </a:lnTo>
                <a:lnTo>
                  <a:pt x="1929835" y="103724"/>
                </a:lnTo>
                <a:lnTo>
                  <a:pt x="1930112" y="104786"/>
                </a:lnTo>
                <a:lnTo>
                  <a:pt x="1930408" y="105836"/>
                </a:lnTo>
                <a:lnTo>
                  <a:pt x="1930723" y="106872"/>
                </a:lnTo>
                <a:lnTo>
                  <a:pt x="1931057" y="107895"/>
                </a:lnTo>
                <a:lnTo>
                  <a:pt x="1931410" y="108905"/>
                </a:lnTo>
                <a:lnTo>
                  <a:pt x="1931782" y="109901"/>
                </a:lnTo>
                <a:lnTo>
                  <a:pt x="1932174" y="110885"/>
                </a:lnTo>
                <a:lnTo>
                  <a:pt x="1932584" y="111855"/>
                </a:lnTo>
                <a:lnTo>
                  <a:pt x="1933014" y="112812"/>
                </a:lnTo>
                <a:lnTo>
                  <a:pt x="1933462" y="113756"/>
                </a:lnTo>
                <a:lnTo>
                  <a:pt x="1933933" y="114685"/>
                </a:lnTo>
                <a:lnTo>
                  <a:pt x="1934419" y="115597"/>
                </a:lnTo>
                <a:lnTo>
                  <a:pt x="1934920" y="116491"/>
                </a:lnTo>
                <a:lnTo>
                  <a:pt x="1935435" y="117367"/>
                </a:lnTo>
                <a:lnTo>
                  <a:pt x="1935966" y="118227"/>
                </a:lnTo>
                <a:lnTo>
                  <a:pt x="1936512" y="119069"/>
                </a:lnTo>
                <a:lnTo>
                  <a:pt x="1937072" y="119894"/>
                </a:lnTo>
                <a:lnTo>
                  <a:pt x="1937647" y="120701"/>
                </a:lnTo>
                <a:lnTo>
                  <a:pt x="1938238" y="121491"/>
                </a:lnTo>
                <a:lnTo>
                  <a:pt x="1938843" y="122264"/>
                </a:lnTo>
                <a:lnTo>
                  <a:pt x="1939463" y="123019"/>
                </a:lnTo>
                <a:lnTo>
                  <a:pt x="1940098" y="123757"/>
                </a:lnTo>
                <a:lnTo>
                  <a:pt x="1940748" y="124478"/>
                </a:lnTo>
                <a:lnTo>
                  <a:pt x="1941413" y="125182"/>
                </a:lnTo>
                <a:lnTo>
                  <a:pt x="1942093" y="125868"/>
                </a:lnTo>
                <a:lnTo>
                  <a:pt x="1942787" y="126536"/>
                </a:lnTo>
                <a:lnTo>
                  <a:pt x="1943497" y="127188"/>
                </a:lnTo>
                <a:lnTo>
                  <a:pt x="1944222" y="127822"/>
                </a:lnTo>
                <a:lnTo>
                  <a:pt x="1944961" y="128439"/>
                </a:lnTo>
                <a:lnTo>
                  <a:pt x="1945716" y="129038"/>
                </a:lnTo>
                <a:lnTo>
                  <a:pt x="1946485" y="129620"/>
                </a:lnTo>
                <a:lnTo>
                  <a:pt x="1947269" y="130185"/>
                </a:lnTo>
                <a:lnTo>
                  <a:pt x="1948068" y="130732"/>
                </a:lnTo>
                <a:lnTo>
                  <a:pt x="1948883" y="131262"/>
                </a:lnTo>
                <a:lnTo>
                  <a:pt x="1949715" y="131773"/>
                </a:lnTo>
                <a:lnTo>
                  <a:pt x="1950559" y="132261"/>
                </a:lnTo>
                <a:lnTo>
                  <a:pt x="1951413" y="132729"/>
                </a:lnTo>
                <a:lnTo>
                  <a:pt x="1952279" y="133174"/>
                </a:lnTo>
                <a:lnTo>
                  <a:pt x="1953157" y="133597"/>
                </a:lnTo>
                <a:lnTo>
                  <a:pt x="1954045" y="133999"/>
                </a:lnTo>
                <a:lnTo>
                  <a:pt x="1954945" y="134380"/>
                </a:lnTo>
                <a:lnTo>
                  <a:pt x="1955855" y="134738"/>
                </a:lnTo>
                <a:lnTo>
                  <a:pt x="1956777" y="135075"/>
                </a:lnTo>
                <a:lnTo>
                  <a:pt x="1957710" y="135390"/>
                </a:lnTo>
                <a:lnTo>
                  <a:pt x="1958655" y="135683"/>
                </a:lnTo>
                <a:lnTo>
                  <a:pt x="1959610" y="135955"/>
                </a:lnTo>
                <a:lnTo>
                  <a:pt x="1960577" y="136204"/>
                </a:lnTo>
                <a:lnTo>
                  <a:pt x="1961555" y="136433"/>
                </a:lnTo>
                <a:lnTo>
                  <a:pt x="1962544" y="136639"/>
                </a:lnTo>
                <a:lnTo>
                  <a:pt x="1963544" y="136824"/>
                </a:lnTo>
                <a:lnTo>
                  <a:pt x="1964556" y="136986"/>
                </a:lnTo>
                <a:lnTo>
                  <a:pt x="1965579" y="137128"/>
                </a:lnTo>
                <a:lnTo>
                  <a:pt x="1966612" y="137247"/>
                </a:lnTo>
                <a:lnTo>
                  <a:pt x="1967658" y="137345"/>
                </a:lnTo>
                <a:lnTo>
                  <a:pt x="1968714" y="137421"/>
                </a:lnTo>
                <a:lnTo>
                  <a:pt x="1969781" y="137475"/>
                </a:lnTo>
                <a:lnTo>
                  <a:pt x="1970860" y="137508"/>
                </a:lnTo>
                <a:lnTo>
                  <a:pt x="1971950" y="137519"/>
                </a:lnTo>
                <a:lnTo>
                  <a:pt x="1973039" y="137508"/>
                </a:lnTo>
                <a:lnTo>
                  <a:pt x="1974118" y="137475"/>
                </a:lnTo>
                <a:lnTo>
                  <a:pt x="1975185" y="137421"/>
                </a:lnTo>
                <a:lnTo>
                  <a:pt x="1976240" y="137345"/>
                </a:lnTo>
                <a:lnTo>
                  <a:pt x="1977284" y="137247"/>
                </a:lnTo>
                <a:lnTo>
                  <a:pt x="1978317" y="137128"/>
                </a:lnTo>
                <a:close/>
                <a:moveTo>
                  <a:pt x="1967178" y="123801"/>
                </a:moveTo>
                <a:lnTo>
                  <a:pt x="1966426" y="123685"/>
                </a:lnTo>
                <a:lnTo>
                  <a:pt x="1965686" y="123552"/>
                </a:lnTo>
                <a:lnTo>
                  <a:pt x="1964958" y="123401"/>
                </a:lnTo>
                <a:lnTo>
                  <a:pt x="1964243" y="123232"/>
                </a:lnTo>
                <a:lnTo>
                  <a:pt x="1963540" y="123045"/>
                </a:lnTo>
                <a:lnTo>
                  <a:pt x="1962849" y="122841"/>
                </a:lnTo>
                <a:lnTo>
                  <a:pt x="1962171" y="122619"/>
                </a:lnTo>
                <a:lnTo>
                  <a:pt x="1961505" y="122379"/>
                </a:lnTo>
                <a:lnTo>
                  <a:pt x="1960851" y="122121"/>
                </a:lnTo>
                <a:lnTo>
                  <a:pt x="1960209" y="121846"/>
                </a:lnTo>
                <a:lnTo>
                  <a:pt x="1959580" y="121552"/>
                </a:lnTo>
                <a:lnTo>
                  <a:pt x="1958963" y="121241"/>
                </a:lnTo>
                <a:lnTo>
                  <a:pt x="1958358" y="120912"/>
                </a:lnTo>
                <a:lnTo>
                  <a:pt x="1957765" y="120566"/>
                </a:lnTo>
                <a:lnTo>
                  <a:pt x="1957185" y="120202"/>
                </a:lnTo>
                <a:lnTo>
                  <a:pt x="1956617" y="119819"/>
                </a:lnTo>
                <a:lnTo>
                  <a:pt x="1956062" y="119419"/>
                </a:lnTo>
                <a:lnTo>
                  <a:pt x="1955518" y="119002"/>
                </a:lnTo>
                <a:lnTo>
                  <a:pt x="1954987" y="118570"/>
                </a:lnTo>
                <a:lnTo>
                  <a:pt x="1954467" y="118126"/>
                </a:lnTo>
                <a:lnTo>
                  <a:pt x="1953959" y="117672"/>
                </a:lnTo>
                <a:lnTo>
                  <a:pt x="1953463" y="117206"/>
                </a:lnTo>
                <a:lnTo>
                  <a:pt x="1952978" y="116729"/>
                </a:lnTo>
                <a:lnTo>
                  <a:pt x="1952505" y="116241"/>
                </a:lnTo>
                <a:lnTo>
                  <a:pt x="1952043" y="115741"/>
                </a:lnTo>
                <a:lnTo>
                  <a:pt x="1951593" y="115231"/>
                </a:lnTo>
                <a:lnTo>
                  <a:pt x="1951155" y="114709"/>
                </a:lnTo>
                <a:lnTo>
                  <a:pt x="1950728" y="114176"/>
                </a:lnTo>
                <a:lnTo>
                  <a:pt x="1950313" y="113632"/>
                </a:lnTo>
                <a:lnTo>
                  <a:pt x="1949909" y="113077"/>
                </a:lnTo>
                <a:lnTo>
                  <a:pt x="1949518" y="112510"/>
                </a:lnTo>
                <a:lnTo>
                  <a:pt x="1949137" y="111933"/>
                </a:lnTo>
                <a:lnTo>
                  <a:pt x="1948769" y="111344"/>
                </a:lnTo>
                <a:lnTo>
                  <a:pt x="1948412" y="110744"/>
                </a:lnTo>
                <a:lnTo>
                  <a:pt x="1948067" y="110133"/>
                </a:lnTo>
                <a:lnTo>
                  <a:pt x="1947733" y="109510"/>
                </a:lnTo>
                <a:lnTo>
                  <a:pt x="1947411" y="108877"/>
                </a:lnTo>
                <a:lnTo>
                  <a:pt x="1947101" y="108232"/>
                </a:lnTo>
                <a:lnTo>
                  <a:pt x="1946802" y="107576"/>
                </a:lnTo>
                <a:lnTo>
                  <a:pt x="1946515" y="106909"/>
                </a:lnTo>
                <a:lnTo>
                  <a:pt x="1946239" y="106230"/>
                </a:lnTo>
                <a:lnTo>
                  <a:pt x="1945975" y="105541"/>
                </a:lnTo>
                <a:lnTo>
                  <a:pt x="1945723" y="104843"/>
                </a:lnTo>
                <a:lnTo>
                  <a:pt x="1945481" y="104141"/>
                </a:lnTo>
                <a:lnTo>
                  <a:pt x="1945250" y="103433"/>
                </a:lnTo>
                <a:lnTo>
                  <a:pt x="1945029" y="102721"/>
                </a:lnTo>
                <a:lnTo>
                  <a:pt x="1944819" y="102004"/>
                </a:lnTo>
                <a:lnTo>
                  <a:pt x="1944621" y="101283"/>
                </a:lnTo>
                <a:lnTo>
                  <a:pt x="1944432" y="100556"/>
                </a:lnTo>
                <a:lnTo>
                  <a:pt x="1944255" y="99825"/>
                </a:lnTo>
                <a:lnTo>
                  <a:pt x="1944088" y="99088"/>
                </a:lnTo>
                <a:lnTo>
                  <a:pt x="1943932" y="98347"/>
                </a:lnTo>
                <a:lnTo>
                  <a:pt x="1943787" y="97602"/>
                </a:lnTo>
                <a:lnTo>
                  <a:pt x="1943653" y="96851"/>
                </a:lnTo>
                <a:lnTo>
                  <a:pt x="1943529" y="96095"/>
                </a:lnTo>
                <a:lnTo>
                  <a:pt x="1943416" y="95335"/>
                </a:lnTo>
                <a:lnTo>
                  <a:pt x="1943314" y="94570"/>
                </a:lnTo>
                <a:lnTo>
                  <a:pt x="1943223" y="93800"/>
                </a:lnTo>
                <a:lnTo>
                  <a:pt x="1943142" y="93025"/>
                </a:lnTo>
                <a:lnTo>
                  <a:pt x="1943072" y="92245"/>
                </a:lnTo>
                <a:lnTo>
                  <a:pt x="1943013" y="91461"/>
                </a:lnTo>
                <a:lnTo>
                  <a:pt x="1942965" y="90671"/>
                </a:lnTo>
                <a:lnTo>
                  <a:pt x="1942927" y="89877"/>
                </a:lnTo>
                <a:lnTo>
                  <a:pt x="1942900" y="89078"/>
                </a:lnTo>
                <a:lnTo>
                  <a:pt x="1942884" y="88275"/>
                </a:lnTo>
                <a:lnTo>
                  <a:pt x="1942879" y="87466"/>
                </a:lnTo>
                <a:lnTo>
                  <a:pt x="1942884" y="86657"/>
                </a:lnTo>
                <a:lnTo>
                  <a:pt x="1942900" y="85853"/>
                </a:lnTo>
                <a:lnTo>
                  <a:pt x="1942927" y="85054"/>
                </a:lnTo>
                <a:lnTo>
                  <a:pt x="1942965" y="84259"/>
                </a:lnTo>
                <a:lnTo>
                  <a:pt x="1943013" y="83468"/>
                </a:lnTo>
                <a:lnTo>
                  <a:pt x="1943072" y="82683"/>
                </a:lnTo>
                <a:lnTo>
                  <a:pt x="1943142" y="81902"/>
                </a:lnTo>
                <a:lnTo>
                  <a:pt x="1943223" y="81125"/>
                </a:lnTo>
                <a:lnTo>
                  <a:pt x="1943314" y="80353"/>
                </a:lnTo>
                <a:lnTo>
                  <a:pt x="1943416" y="79586"/>
                </a:lnTo>
                <a:lnTo>
                  <a:pt x="1943529" y="78823"/>
                </a:lnTo>
                <a:lnTo>
                  <a:pt x="1943653" y="78065"/>
                </a:lnTo>
                <a:lnTo>
                  <a:pt x="1943787" y="77312"/>
                </a:lnTo>
                <a:lnTo>
                  <a:pt x="1943932" y="76563"/>
                </a:lnTo>
                <a:lnTo>
                  <a:pt x="1944088" y="75819"/>
                </a:lnTo>
                <a:lnTo>
                  <a:pt x="1944255" y="75079"/>
                </a:lnTo>
                <a:lnTo>
                  <a:pt x="1944432" y="74344"/>
                </a:lnTo>
                <a:lnTo>
                  <a:pt x="1944621" y="73614"/>
                </a:lnTo>
                <a:lnTo>
                  <a:pt x="1944819" y="72888"/>
                </a:lnTo>
                <a:lnTo>
                  <a:pt x="1945029" y="72167"/>
                </a:lnTo>
                <a:lnTo>
                  <a:pt x="1945250" y="71450"/>
                </a:lnTo>
                <a:lnTo>
                  <a:pt x="1945481" y="70738"/>
                </a:lnTo>
                <a:lnTo>
                  <a:pt x="1945723" y="70031"/>
                </a:lnTo>
                <a:lnTo>
                  <a:pt x="1945975" y="69328"/>
                </a:lnTo>
                <a:lnTo>
                  <a:pt x="1946239" y="68633"/>
                </a:lnTo>
                <a:lnTo>
                  <a:pt x="1946515" y="67950"/>
                </a:lnTo>
                <a:lnTo>
                  <a:pt x="1946802" y="67277"/>
                </a:lnTo>
                <a:lnTo>
                  <a:pt x="1947101" y="66616"/>
                </a:lnTo>
                <a:lnTo>
                  <a:pt x="1947411" y="65966"/>
                </a:lnTo>
                <a:lnTo>
                  <a:pt x="1947733" y="65327"/>
                </a:lnTo>
                <a:lnTo>
                  <a:pt x="1948067" y="64699"/>
                </a:lnTo>
                <a:lnTo>
                  <a:pt x="1948412" y="64083"/>
                </a:lnTo>
                <a:lnTo>
                  <a:pt x="1948769" y="63477"/>
                </a:lnTo>
                <a:lnTo>
                  <a:pt x="1949137" y="62883"/>
                </a:lnTo>
                <a:lnTo>
                  <a:pt x="1949518" y="62300"/>
                </a:lnTo>
                <a:lnTo>
                  <a:pt x="1949909" y="61729"/>
                </a:lnTo>
                <a:lnTo>
                  <a:pt x="1950313" y="61168"/>
                </a:lnTo>
                <a:lnTo>
                  <a:pt x="1950728" y="60619"/>
                </a:lnTo>
                <a:lnTo>
                  <a:pt x="1951155" y="60081"/>
                </a:lnTo>
                <a:lnTo>
                  <a:pt x="1951593" y="59554"/>
                </a:lnTo>
                <a:lnTo>
                  <a:pt x="1952043" y="59038"/>
                </a:lnTo>
                <a:lnTo>
                  <a:pt x="1952505" y="58533"/>
                </a:lnTo>
                <a:lnTo>
                  <a:pt x="1952978" y="58040"/>
                </a:lnTo>
                <a:lnTo>
                  <a:pt x="1953463" y="57558"/>
                </a:lnTo>
                <a:lnTo>
                  <a:pt x="1953959" y="57087"/>
                </a:lnTo>
                <a:lnTo>
                  <a:pt x="1954467" y="56627"/>
                </a:lnTo>
                <a:lnTo>
                  <a:pt x="1954987" y="56178"/>
                </a:lnTo>
                <a:lnTo>
                  <a:pt x="1955518" y="55741"/>
                </a:lnTo>
                <a:lnTo>
                  <a:pt x="1956062" y="55318"/>
                </a:lnTo>
                <a:lnTo>
                  <a:pt x="1956617" y="54913"/>
                </a:lnTo>
                <a:lnTo>
                  <a:pt x="1957185" y="54526"/>
                </a:lnTo>
                <a:lnTo>
                  <a:pt x="1957765" y="54157"/>
                </a:lnTo>
                <a:lnTo>
                  <a:pt x="1958358" y="53806"/>
                </a:lnTo>
                <a:lnTo>
                  <a:pt x="1958963" y="53473"/>
                </a:lnTo>
                <a:lnTo>
                  <a:pt x="1959580" y="53158"/>
                </a:lnTo>
                <a:lnTo>
                  <a:pt x="1960209" y="52862"/>
                </a:lnTo>
                <a:lnTo>
                  <a:pt x="1960851" y="52583"/>
                </a:lnTo>
                <a:lnTo>
                  <a:pt x="1961505" y="52322"/>
                </a:lnTo>
                <a:lnTo>
                  <a:pt x="1962171" y="52079"/>
                </a:lnTo>
                <a:lnTo>
                  <a:pt x="1962849" y="51854"/>
                </a:lnTo>
                <a:lnTo>
                  <a:pt x="1963540" y="51647"/>
                </a:lnTo>
                <a:lnTo>
                  <a:pt x="1964243" y="51458"/>
                </a:lnTo>
                <a:lnTo>
                  <a:pt x="1964958" y="51287"/>
                </a:lnTo>
                <a:lnTo>
                  <a:pt x="1965686" y="51134"/>
                </a:lnTo>
                <a:lnTo>
                  <a:pt x="1966426" y="50999"/>
                </a:lnTo>
                <a:lnTo>
                  <a:pt x="1967178" y="50882"/>
                </a:lnTo>
                <a:lnTo>
                  <a:pt x="1967943" y="50783"/>
                </a:lnTo>
                <a:lnTo>
                  <a:pt x="1968720" y="50702"/>
                </a:lnTo>
                <a:lnTo>
                  <a:pt x="1969509" y="50639"/>
                </a:lnTo>
                <a:lnTo>
                  <a:pt x="1970310" y="50594"/>
                </a:lnTo>
                <a:lnTo>
                  <a:pt x="1971124" y="50567"/>
                </a:lnTo>
                <a:lnTo>
                  <a:pt x="1971950" y="50558"/>
                </a:lnTo>
                <a:lnTo>
                  <a:pt x="1972776" y="50567"/>
                </a:lnTo>
                <a:lnTo>
                  <a:pt x="1973589" y="50594"/>
                </a:lnTo>
                <a:lnTo>
                  <a:pt x="1974391" y="50639"/>
                </a:lnTo>
                <a:lnTo>
                  <a:pt x="1975180" y="50702"/>
                </a:lnTo>
                <a:lnTo>
                  <a:pt x="1975957" y="50783"/>
                </a:lnTo>
                <a:lnTo>
                  <a:pt x="1976721" y="50882"/>
                </a:lnTo>
                <a:lnTo>
                  <a:pt x="1977473" y="50999"/>
                </a:lnTo>
                <a:lnTo>
                  <a:pt x="1978213" y="51134"/>
                </a:lnTo>
                <a:lnTo>
                  <a:pt x="1978941" y="51287"/>
                </a:lnTo>
                <a:lnTo>
                  <a:pt x="1979656" y="51458"/>
                </a:lnTo>
                <a:lnTo>
                  <a:pt x="1980359" y="51647"/>
                </a:lnTo>
                <a:lnTo>
                  <a:pt x="1981050" y="51854"/>
                </a:lnTo>
                <a:lnTo>
                  <a:pt x="1981729" y="52079"/>
                </a:lnTo>
                <a:lnTo>
                  <a:pt x="1982395" y="52322"/>
                </a:lnTo>
                <a:lnTo>
                  <a:pt x="1983049" y="52583"/>
                </a:lnTo>
                <a:lnTo>
                  <a:pt x="1983691" y="52862"/>
                </a:lnTo>
                <a:lnTo>
                  <a:pt x="1984320" y="53158"/>
                </a:lnTo>
                <a:lnTo>
                  <a:pt x="1984937" y="53473"/>
                </a:lnTo>
                <a:lnTo>
                  <a:pt x="1985542" y="53806"/>
                </a:lnTo>
                <a:lnTo>
                  <a:pt x="1986134" y="54157"/>
                </a:lnTo>
                <a:lnTo>
                  <a:pt x="1986714" y="54526"/>
                </a:lnTo>
                <a:lnTo>
                  <a:pt x="1987282" y="54913"/>
                </a:lnTo>
                <a:lnTo>
                  <a:pt x="1987838" y="55318"/>
                </a:lnTo>
                <a:lnTo>
                  <a:pt x="1988381" y="55741"/>
                </a:lnTo>
                <a:lnTo>
                  <a:pt x="1988913" y="56178"/>
                </a:lnTo>
                <a:lnTo>
                  <a:pt x="1989432" y="56627"/>
                </a:lnTo>
                <a:lnTo>
                  <a:pt x="1989940" y="57087"/>
                </a:lnTo>
                <a:lnTo>
                  <a:pt x="1990437" y="57558"/>
                </a:lnTo>
                <a:lnTo>
                  <a:pt x="1990922" y="58040"/>
                </a:lnTo>
                <a:lnTo>
                  <a:pt x="1991395" y="58533"/>
                </a:lnTo>
                <a:lnTo>
                  <a:pt x="1991857" y="59038"/>
                </a:lnTo>
                <a:lnTo>
                  <a:pt x="1992306" y="59554"/>
                </a:lnTo>
                <a:lnTo>
                  <a:pt x="1992745" y="60081"/>
                </a:lnTo>
                <a:lnTo>
                  <a:pt x="1993171" y="60619"/>
                </a:lnTo>
                <a:lnTo>
                  <a:pt x="1993587" y="61168"/>
                </a:lnTo>
                <a:lnTo>
                  <a:pt x="1993990" y="61729"/>
                </a:lnTo>
                <a:lnTo>
                  <a:pt x="1994382" y="62300"/>
                </a:lnTo>
                <a:lnTo>
                  <a:pt x="1994762" y="62883"/>
                </a:lnTo>
                <a:lnTo>
                  <a:pt x="1995131" y="63477"/>
                </a:lnTo>
                <a:lnTo>
                  <a:pt x="1995487" y="64083"/>
                </a:lnTo>
                <a:lnTo>
                  <a:pt x="1995833" y="64699"/>
                </a:lnTo>
                <a:lnTo>
                  <a:pt x="1996166" y="65327"/>
                </a:lnTo>
                <a:lnTo>
                  <a:pt x="1996488" y="65966"/>
                </a:lnTo>
                <a:lnTo>
                  <a:pt x="1996799" y="66616"/>
                </a:lnTo>
                <a:lnTo>
                  <a:pt x="1997098" y="67277"/>
                </a:lnTo>
                <a:lnTo>
                  <a:pt x="1997385" y="67950"/>
                </a:lnTo>
                <a:lnTo>
                  <a:pt x="1997660" y="68633"/>
                </a:lnTo>
                <a:lnTo>
                  <a:pt x="1997924" y="69328"/>
                </a:lnTo>
                <a:lnTo>
                  <a:pt x="1998177" y="70031"/>
                </a:lnTo>
                <a:lnTo>
                  <a:pt x="1998419" y="70738"/>
                </a:lnTo>
                <a:lnTo>
                  <a:pt x="1998650" y="71450"/>
                </a:lnTo>
                <a:lnTo>
                  <a:pt x="1998870" y="72167"/>
                </a:lnTo>
                <a:lnTo>
                  <a:pt x="1999080" y="72888"/>
                </a:lnTo>
                <a:lnTo>
                  <a:pt x="1999279" y="73614"/>
                </a:lnTo>
                <a:lnTo>
                  <a:pt x="1999467" y="74344"/>
                </a:lnTo>
                <a:lnTo>
                  <a:pt x="1999644" y="75079"/>
                </a:lnTo>
                <a:lnTo>
                  <a:pt x="1999811" y="75819"/>
                </a:lnTo>
                <a:lnTo>
                  <a:pt x="1999967" y="76563"/>
                </a:lnTo>
                <a:lnTo>
                  <a:pt x="2000112" y="77312"/>
                </a:lnTo>
                <a:lnTo>
                  <a:pt x="2000247" y="78065"/>
                </a:lnTo>
                <a:lnTo>
                  <a:pt x="2000370" y="78823"/>
                </a:lnTo>
                <a:lnTo>
                  <a:pt x="2000483" y="79586"/>
                </a:lnTo>
                <a:lnTo>
                  <a:pt x="2000585" y="80353"/>
                </a:lnTo>
                <a:lnTo>
                  <a:pt x="2000677" y="81125"/>
                </a:lnTo>
                <a:lnTo>
                  <a:pt x="2000757" y="81902"/>
                </a:lnTo>
                <a:lnTo>
                  <a:pt x="2000827" y="82683"/>
                </a:lnTo>
                <a:lnTo>
                  <a:pt x="2000886" y="83468"/>
                </a:lnTo>
                <a:lnTo>
                  <a:pt x="2000935" y="84259"/>
                </a:lnTo>
                <a:lnTo>
                  <a:pt x="2000972" y="85054"/>
                </a:lnTo>
                <a:lnTo>
                  <a:pt x="2000999" y="85853"/>
                </a:lnTo>
                <a:lnTo>
                  <a:pt x="2001015" y="86657"/>
                </a:lnTo>
                <a:lnTo>
                  <a:pt x="2001021" y="87466"/>
                </a:lnTo>
                <a:lnTo>
                  <a:pt x="2001015" y="88275"/>
                </a:lnTo>
                <a:lnTo>
                  <a:pt x="2000999" y="89078"/>
                </a:lnTo>
                <a:lnTo>
                  <a:pt x="2000972" y="89877"/>
                </a:lnTo>
                <a:lnTo>
                  <a:pt x="2000935" y="90671"/>
                </a:lnTo>
                <a:lnTo>
                  <a:pt x="2000886" y="91461"/>
                </a:lnTo>
                <a:lnTo>
                  <a:pt x="2000827" y="92245"/>
                </a:lnTo>
                <a:lnTo>
                  <a:pt x="2000757" y="93025"/>
                </a:lnTo>
                <a:lnTo>
                  <a:pt x="2000677" y="93800"/>
                </a:lnTo>
                <a:lnTo>
                  <a:pt x="2000585" y="94570"/>
                </a:lnTo>
                <a:lnTo>
                  <a:pt x="2000483" y="95335"/>
                </a:lnTo>
                <a:lnTo>
                  <a:pt x="2000370" y="96095"/>
                </a:lnTo>
                <a:lnTo>
                  <a:pt x="2000247" y="96851"/>
                </a:lnTo>
                <a:lnTo>
                  <a:pt x="2000112" y="97602"/>
                </a:lnTo>
                <a:lnTo>
                  <a:pt x="1999967" y="98347"/>
                </a:lnTo>
                <a:lnTo>
                  <a:pt x="1999811" y="99088"/>
                </a:lnTo>
                <a:lnTo>
                  <a:pt x="1999644" y="99825"/>
                </a:lnTo>
                <a:lnTo>
                  <a:pt x="1999467" y="100556"/>
                </a:lnTo>
                <a:lnTo>
                  <a:pt x="1999279" y="101283"/>
                </a:lnTo>
                <a:lnTo>
                  <a:pt x="1999080" y="102004"/>
                </a:lnTo>
                <a:lnTo>
                  <a:pt x="1998870" y="102721"/>
                </a:lnTo>
                <a:lnTo>
                  <a:pt x="1998650" y="103433"/>
                </a:lnTo>
                <a:lnTo>
                  <a:pt x="1998419" y="104141"/>
                </a:lnTo>
                <a:lnTo>
                  <a:pt x="1998177" y="104843"/>
                </a:lnTo>
                <a:lnTo>
                  <a:pt x="1997924" y="105541"/>
                </a:lnTo>
                <a:lnTo>
                  <a:pt x="1997660" y="106230"/>
                </a:lnTo>
                <a:lnTo>
                  <a:pt x="1997385" y="106909"/>
                </a:lnTo>
                <a:lnTo>
                  <a:pt x="1997098" y="107576"/>
                </a:lnTo>
                <a:lnTo>
                  <a:pt x="1996799" y="108232"/>
                </a:lnTo>
                <a:lnTo>
                  <a:pt x="1996488" y="108877"/>
                </a:lnTo>
                <a:lnTo>
                  <a:pt x="1996166" y="109510"/>
                </a:lnTo>
                <a:lnTo>
                  <a:pt x="1995833" y="110133"/>
                </a:lnTo>
                <a:lnTo>
                  <a:pt x="1995487" y="110744"/>
                </a:lnTo>
                <a:lnTo>
                  <a:pt x="1995131" y="111344"/>
                </a:lnTo>
                <a:lnTo>
                  <a:pt x="1994762" y="111933"/>
                </a:lnTo>
                <a:lnTo>
                  <a:pt x="1994382" y="112510"/>
                </a:lnTo>
                <a:lnTo>
                  <a:pt x="1993990" y="113077"/>
                </a:lnTo>
                <a:lnTo>
                  <a:pt x="1993587" y="113632"/>
                </a:lnTo>
                <a:lnTo>
                  <a:pt x="1993171" y="114176"/>
                </a:lnTo>
                <a:lnTo>
                  <a:pt x="1992745" y="114709"/>
                </a:lnTo>
                <a:lnTo>
                  <a:pt x="1992306" y="115231"/>
                </a:lnTo>
                <a:lnTo>
                  <a:pt x="1991857" y="115741"/>
                </a:lnTo>
                <a:lnTo>
                  <a:pt x="1991395" y="116241"/>
                </a:lnTo>
                <a:lnTo>
                  <a:pt x="1990922" y="116729"/>
                </a:lnTo>
                <a:lnTo>
                  <a:pt x="1990437" y="117206"/>
                </a:lnTo>
                <a:lnTo>
                  <a:pt x="1989940" y="117672"/>
                </a:lnTo>
                <a:lnTo>
                  <a:pt x="1989432" y="118126"/>
                </a:lnTo>
                <a:lnTo>
                  <a:pt x="1988913" y="118570"/>
                </a:lnTo>
                <a:lnTo>
                  <a:pt x="1988381" y="119002"/>
                </a:lnTo>
                <a:lnTo>
                  <a:pt x="1987838" y="119419"/>
                </a:lnTo>
                <a:lnTo>
                  <a:pt x="1987282" y="119819"/>
                </a:lnTo>
                <a:lnTo>
                  <a:pt x="1986714" y="120202"/>
                </a:lnTo>
                <a:lnTo>
                  <a:pt x="1986134" y="120566"/>
                </a:lnTo>
                <a:lnTo>
                  <a:pt x="1985542" y="120912"/>
                </a:lnTo>
                <a:lnTo>
                  <a:pt x="1984937" y="121241"/>
                </a:lnTo>
                <a:lnTo>
                  <a:pt x="1984320" y="121552"/>
                </a:lnTo>
                <a:lnTo>
                  <a:pt x="1983691" y="121846"/>
                </a:lnTo>
                <a:lnTo>
                  <a:pt x="1983049" y="122121"/>
                </a:lnTo>
                <a:lnTo>
                  <a:pt x="1982395" y="122379"/>
                </a:lnTo>
                <a:lnTo>
                  <a:pt x="1981729" y="122619"/>
                </a:lnTo>
                <a:lnTo>
                  <a:pt x="1981050" y="122841"/>
                </a:lnTo>
                <a:lnTo>
                  <a:pt x="1980359" y="123045"/>
                </a:lnTo>
                <a:lnTo>
                  <a:pt x="1979656" y="123232"/>
                </a:lnTo>
                <a:lnTo>
                  <a:pt x="1978941" y="123401"/>
                </a:lnTo>
                <a:lnTo>
                  <a:pt x="1978213" y="123552"/>
                </a:lnTo>
                <a:lnTo>
                  <a:pt x="1977473" y="123685"/>
                </a:lnTo>
                <a:lnTo>
                  <a:pt x="1976721" y="123801"/>
                </a:lnTo>
                <a:lnTo>
                  <a:pt x="1975957" y="123899"/>
                </a:lnTo>
                <a:lnTo>
                  <a:pt x="1975180" y="123979"/>
                </a:lnTo>
                <a:lnTo>
                  <a:pt x="1974391" y="124041"/>
                </a:lnTo>
                <a:lnTo>
                  <a:pt x="1973589" y="124085"/>
                </a:lnTo>
                <a:lnTo>
                  <a:pt x="1972776" y="124112"/>
                </a:lnTo>
                <a:lnTo>
                  <a:pt x="1971950" y="124121"/>
                </a:lnTo>
                <a:lnTo>
                  <a:pt x="1971124" y="124112"/>
                </a:lnTo>
                <a:lnTo>
                  <a:pt x="1970310" y="124085"/>
                </a:lnTo>
                <a:lnTo>
                  <a:pt x="1969509" y="124041"/>
                </a:lnTo>
                <a:lnTo>
                  <a:pt x="1968720" y="123979"/>
                </a:lnTo>
                <a:lnTo>
                  <a:pt x="1967943" y="123899"/>
                </a:lnTo>
                <a:lnTo>
                  <a:pt x="1967178" y="123801"/>
                </a:lnTo>
                <a:close/>
                <a:moveTo>
                  <a:pt x="1139643" y="81287"/>
                </a:moveTo>
                <a:lnTo>
                  <a:pt x="1139587" y="80221"/>
                </a:lnTo>
                <a:lnTo>
                  <a:pt x="1139518" y="79171"/>
                </a:lnTo>
                <a:lnTo>
                  <a:pt x="1139437" y="78136"/>
                </a:lnTo>
                <a:lnTo>
                  <a:pt x="1139343" y="77116"/>
                </a:lnTo>
                <a:lnTo>
                  <a:pt x="1139237" y="76110"/>
                </a:lnTo>
                <a:lnTo>
                  <a:pt x="1139118" y="75120"/>
                </a:lnTo>
                <a:lnTo>
                  <a:pt x="1138987" y="74144"/>
                </a:lnTo>
                <a:lnTo>
                  <a:pt x="1138843" y="73183"/>
                </a:lnTo>
                <a:lnTo>
                  <a:pt x="1138686" y="72237"/>
                </a:lnTo>
                <a:lnTo>
                  <a:pt x="1138518" y="71307"/>
                </a:lnTo>
                <a:lnTo>
                  <a:pt x="1138336" y="70391"/>
                </a:lnTo>
                <a:lnTo>
                  <a:pt x="1138142" y="69490"/>
                </a:lnTo>
                <a:lnTo>
                  <a:pt x="1137936" y="68604"/>
                </a:lnTo>
                <a:lnTo>
                  <a:pt x="1137717" y="67732"/>
                </a:lnTo>
                <a:lnTo>
                  <a:pt x="1137486" y="66876"/>
                </a:lnTo>
                <a:lnTo>
                  <a:pt x="1137242" y="66035"/>
                </a:lnTo>
                <a:lnTo>
                  <a:pt x="1136985" y="65208"/>
                </a:lnTo>
                <a:lnTo>
                  <a:pt x="1136716" y="64397"/>
                </a:lnTo>
                <a:lnTo>
                  <a:pt x="1136435" y="63600"/>
                </a:lnTo>
                <a:lnTo>
                  <a:pt x="1136141" y="62819"/>
                </a:lnTo>
                <a:lnTo>
                  <a:pt x="1135837" y="62051"/>
                </a:lnTo>
                <a:lnTo>
                  <a:pt x="1135524" y="61296"/>
                </a:lnTo>
                <a:lnTo>
                  <a:pt x="1135202" y="60554"/>
                </a:lnTo>
                <a:lnTo>
                  <a:pt x="1134872" y="59824"/>
                </a:lnTo>
                <a:lnTo>
                  <a:pt x="1134533" y="59107"/>
                </a:lnTo>
                <a:lnTo>
                  <a:pt x="1134186" y="58403"/>
                </a:lnTo>
                <a:lnTo>
                  <a:pt x="1133830" y="57711"/>
                </a:lnTo>
                <a:lnTo>
                  <a:pt x="1133466" y="57033"/>
                </a:lnTo>
                <a:lnTo>
                  <a:pt x="1133093" y="56367"/>
                </a:lnTo>
                <a:lnTo>
                  <a:pt x="1132711" y="55713"/>
                </a:lnTo>
                <a:lnTo>
                  <a:pt x="1132321" y="55073"/>
                </a:lnTo>
                <a:lnTo>
                  <a:pt x="1131923" y="54445"/>
                </a:lnTo>
                <a:lnTo>
                  <a:pt x="1131515" y="53830"/>
                </a:lnTo>
                <a:lnTo>
                  <a:pt x="1131100" y="53228"/>
                </a:lnTo>
                <a:lnTo>
                  <a:pt x="1130675" y="52638"/>
                </a:lnTo>
                <a:lnTo>
                  <a:pt x="1130243" y="52061"/>
                </a:lnTo>
                <a:lnTo>
                  <a:pt x="1129801" y="51497"/>
                </a:lnTo>
                <a:lnTo>
                  <a:pt x="1129351" y="50945"/>
                </a:lnTo>
                <a:lnTo>
                  <a:pt x="1128893" y="50407"/>
                </a:lnTo>
                <a:lnTo>
                  <a:pt x="1128426" y="49881"/>
                </a:lnTo>
                <a:lnTo>
                  <a:pt x="1127950" y="49367"/>
                </a:lnTo>
                <a:lnTo>
                  <a:pt x="1127466" y="48867"/>
                </a:lnTo>
                <a:lnTo>
                  <a:pt x="1126973" y="48379"/>
                </a:lnTo>
                <a:lnTo>
                  <a:pt x="1126472" y="47904"/>
                </a:lnTo>
                <a:lnTo>
                  <a:pt x="1125964" y="47436"/>
                </a:lnTo>
                <a:lnTo>
                  <a:pt x="1125451" y="46978"/>
                </a:lnTo>
                <a:lnTo>
                  <a:pt x="1124934" y="46531"/>
                </a:lnTo>
                <a:lnTo>
                  <a:pt x="1124413" y="46096"/>
                </a:lnTo>
                <a:lnTo>
                  <a:pt x="1123886" y="45671"/>
                </a:lnTo>
                <a:lnTo>
                  <a:pt x="1123355" y="45258"/>
                </a:lnTo>
                <a:lnTo>
                  <a:pt x="1122820" y="44855"/>
                </a:lnTo>
                <a:lnTo>
                  <a:pt x="1122280" y="44463"/>
                </a:lnTo>
                <a:lnTo>
                  <a:pt x="1121735" y="44083"/>
                </a:lnTo>
                <a:lnTo>
                  <a:pt x="1121186" y="43713"/>
                </a:lnTo>
                <a:lnTo>
                  <a:pt x="1120632" y="43354"/>
                </a:lnTo>
                <a:lnTo>
                  <a:pt x="1120073" y="43006"/>
                </a:lnTo>
                <a:lnTo>
                  <a:pt x="1119510" y="42669"/>
                </a:lnTo>
                <a:lnTo>
                  <a:pt x="1118942" y="42344"/>
                </a:lnTo>
                <a:lnTo>
                  <a:pt x="1118370" y="42029"/>
                </a:lnTo>
                <a:lnTo>
                  <a:pt x="1117793" y="41725"/>
                </a:lnTo>
                <a:lnTo>
                  <a:pt x="1117211" y="41432"/>
                </a:lnTo>
                <a:lnTo>
                  <a:pt x="1116625" y="41150"/>
                </a:lnTo>
                <a:lnTo>
                  <a:pt x="1116034" y="40879"/>
                </a:lnTo>
                <a:lnTo>
                  <a:pt x="1115438" y="40619"/>
                </a:lnTo>
                <a:lnTo>
                  <a:pt x="1114838" y="40370"/>
                </a:lnTo>
                <a:lnTo>
                  <a:pt x="1114234" y="40132"/>
                </a:lnTo>
                <a:lnTo>
                  <a:pt x="1113624" y="39904"/>
                </a:lnTo>
                <a:lnTo>
                  <a:pt x="1113011" y="39688"/>
                </a:lnTo>
                <a:lnTo>
                  <a:pt x="1112394" y="39482"/>
                </a:lnTo>
                <a:lnTo>
                  <a:pt x="1111777" y="39285"/>
                </a:lnTo>
                <a:lnTo>
                  <a:pt x="1111159" y="39096"/>
                </a:lnTo>
                <a:lnTo>
                  <a:pt x="1110541" y="38916"/>
                </a:lnTo>
                <a:lnTo>
                  <a:pt x="1109921" y="38745"/>
                </a:lnTo>
                <a:lnTo>
                  <a:pt x="1109302" y="38582"/>
                </a:lnTo>
                <a:lnTo>
                  <a:pt x="1108681" y="38429"/>
                </a:lnTo>
                <a:lnTo>
                  <a:pt x="1108060" y="38284"/>
                </a:lnTo>
                <a:lnTo>
                  <a:pt x="1107438" y="38148"/>
                </a:lnTo>
                <a:lnTo>
                  <a:pt x="1106816" y="38021"/>
                </a:lnTo>
                <a:lnTo>
                  <a:pt x="1106193" y="37902"/>
                </a:lnTo>
                <a:lnTo>
                  <a:pt x="1105569" y="37792"/>
                </a:lnTo>
                <a:lnTo>
                  <a:pt x="1104945" y="37691"/>
                </a:lnTo>
                <a:lnTo>
                  <a:pt x="1104320" y="37599"/>
                </a:lnTo>
                <a:lnTo>
                  <a:pt x="1103694" y="37516"/>
                </a:lnTo>
                <a:lnTo>
                  <a:pt x="1103067" y="37441"/>
                </a:lnTo>
                <a:lnTo>
                  <a:pt x="1102440" y="37375"/>
                </a:lnTo>
                <a:lnTo>
                  <a:pt x="1101813" y="37318"/>
                </a:lnTo>
                <a:lnTo>
                  <a:pt x="1101184" y="37270"/>
                </a:lnTo>
                <a:lnTo>
                  <a:pt x="1100555" y="37231"/>
                </a:lnTo>
                <a:lnTo>
                  <a:pt x="1099926" y="37200"/>
                </a:lnTo>
                <a:lnTo>
                  <a:pt x="1099295" y="37178"/>
                </a:lnTo>
                <a:lnTo>
                  <a:pt x="1098664" y="37165"/>
                </a:lnTo>
                <a:lnTo>
                  <a:pt x="1098033" y="37160"/>
                </a:lnTo>
                <a:lnTo>
                  <a:pt x="1096943" y="37172"/>
                </a:lnTo>
                <a:lnTo>
                  <a:pt x="1095865" y="37205"/>
                </a:lnTo>
                <a:lnTo>
                  <a:pt x="1094798" y="37261"/>
                </a:lnTo>
                <a:lnTo>
                  <a:pt x="1093742" y="37339"/>
                </a:lnTo>
                <a:lnTo>
                  <a:pt x="1092698" y="37440"/>
                </a:lnTo>
                <a:lnTo>
                  <a:pt x="1091666" y="37563"/>
                </a:lnTo>
                <a:lnTo>
                  <a:pt x="1090644" y="37709"/>
                </a:lnTo>
                <a:lnTo>
                  <a:pt x="1089634" y="37877"/>
                </a:lnTo>
                <a:lnTo>
                  <a:pt x="1088636" y="38067"/>
                </a:lnTo>
                <a:lnTo>
                  <a:pt x="1087649" y="38280"/>
                </a:lnTo>
                <a:lnTo>
                  <a:pt x="1086673" y="38515"/>
                </a:lnTo>
                <a:lnTo>
                  <a:pt x="1085709" y="38772"/>
                </a:lnTo>
                <a:lnTo>
                  <a:pt x="1084756" y="39052"/>
                </a:lnTo>
                <a:lnTo>
                  <a:pt x="1083815" y="39354"/>
                </a:lnTo>
                <a:lnTo>
                  <a:pt x="1082885" y="39678"/>
                </a:lnTo>
                <a:lnTo>
                  <a:pt x="1081966" y="40025"/>
                </a:lnTo>
                <a:lnTo>
                  <a:pt x="1081059" y="40395"/>
                </a:lnTo>
                <a:lnTo>
                  <a:pt x="1080164" y="40786"/>
                </a:lnTo>
                <a:lnTo>
                  <a:pt x="1079279" y="41200"/>
                </a:lnTo>
                <a:lnTo>
                  <a:pt x="1078406" y="41637"/>
                </a:lnTo>
                <a:lnTo>
                  <a:pt x="1077545" y="42096"/>
                </a:lnTo>
                <a:lnTo>
                  <a:pt x="1076695" y="42577"/>
                </a:lnTo>
                <a:lnTo>
                  <a:pt x="1075856" y="43081"/>
                </a:lnTo>
                <a:lnTo>
                  <a:pt x="1075029" y="43607"/>
                </a:lnTo>
                <a:lnTo>
                  <a:pt x="1074220" y="44147"/>
                </a:lnTo>
                <a:lnTo>
                  <a:pt x="1073426" y="44706"/>
                </a:lnTo>
                <a:lnTo>
                  <a:pt x="1072647" y="45281"/>
                </a:lnTo>
                <a:lnTo>
                  <a:pt x="1071883" y="45875"/>
                </a:lnTo>
                <a:lnTo>
                  <a:pt x="1071134" y="46486"/>
                </a:lnTo>
                <a:lnTo>
                  <a:pt x="1070399" y="47114"/>
                </a:lnTo>
                <a:lnTo>
                  <a:pt x="1069680" y="47760"/>
                </a:lnTo>
                <a:lnTo>
                  <a:pt x="1068976" y="48424"/>
                </a:lnTo>
                <a:lnTo>
                  <a:pt x="1068286" y="49105"/>
                </a:lnTo>
                <a:lnTo>
                  <a:pt x="1067612" y="49803"/>
                </a:lnTo>
                <a:lnTo>
                  <a:pt x="1066952" y="50520"/>
                </a:lnTo>
                <a:lnTo>
                  <a:pt x="1066307" y="51254"/>
                </a:lnTo>
                <a:lnTo>
                  <a:pt x="1065678" y="52005"/>
                </a:lnTo>
                <a:lnTo>
                  <a:pt x="1065063" y="52774"/>
                </a:lnTo>
                <a:lnTo>
                  <a:pt x="1064463" y="53560"/>
                </a:lnTo>
                <a:lnTo>
                  <a:pt x="1063878" y="54364"/>
                </a:lnTo>
                <a:lnTo>
                  <a:pt x="1063308" y="55186"/>
                </a:lnTo>
                <a:lnTo>
                  <a:pt x="1062752" y="56025"/>
                </a:lnTo>
                <a:lnTo>
                  <a:pt x="1062212" y="56882"/>
                </a:lnTo>
                <a:lnTo>
                  <a:pt x="1061687" y="57756"/>
                </a:lnTo>
                <a:lnTo>
                  <a:pt x="1061176" y="58648"/>
                </a:lnTo>
                <a:lnTo>
                  <a:pt x="1060681" y="59557"/>
                </a:lnTo>
                <a:lnTo>
                  <a:pt x="1060200" y="60484"/>
                </a:lnTo>
                <a:lnTo>
                  <a:pt x="1059735" y="61428"/>
                </a:lnTo>
                <a:lnTo>
                  <a:pt x="1059291" y="62383"/>
                </a:lnTo>
                <a:lnTo>
                  <a:pt x="1058867" y="63349"/>
                </a:lnTo>
                <a:lnTo>
                  <a:pt x="1058461" y="64328"/>
                </a:lnTo>
                <a:lnTo>
                  <a:pt x="1058074" y="65319"/>
                </a:lnTo>
                <a:lnTo>
                  <a:pt x="1057706" y="66322"/>
                </a:lnTo>
                <a:lnTo>
                  <a:pt x="1057357" y="67337"/>
                </a:lnTo>
                <a:lnTo>
                  <a:pt x="1057027" y="68365"/>
                </a:lnTo>
                <a:lnTo>
                  <a:pt x="1056715" y="69405"/>
                </a:lnTo>
                <a:lnTo>
                  <a:pt x="1056423" y="70458"/>
                </a:lnTo>
                <a:lnTo>
                  <a:pt x="1056149" y="71523"/>
                </a:lnTo>
                <a:lnTo>
                  <a:pt x="1055894" y="72600"/>
                </a:lnTo>
                <a:lnTo>
                  <a:pt x="1055658" y="73689"/>
                </a:lnTo>
                <a:lnTo>
                  <a:pt x="1055441" y="74790"/>
                </a:lnTo>
                <a:lnTo>
                  <a:pt x="1055243" y="75904"/>
                </a:lnTo>
                <a:lnTo>
                  <a:pt x="1055064" y="77030"/>
                </a:lnTo>
                <a:lnTo>
                  <a:pt x="1054904" y="78169"/>
                </a:lnTo>
                <a:lnTo>
                  <a:pt x="1054762" y="79320"/>
                </a:lnTo>
                <a:lnTo>
                  <a:pt x="1054639" y="80483"/>
                </a:lnTo>
                <a:lnTo>
                  <a:pt x="1054536" y="81658"/>
                </a:lnTo>
                <a:lnTo>
                  <a:pt x="1054451" y="82845"/>
                </a:lnTo>
                <a:lnTo>
                  <a:pt x="1054385" y="84045"/>
                </a:lnTo>
                <a:lnTo>
                  <a:pt x="1054337" y="85258"/>
                </a:lnTo>
                <a:lnTo>
                  <a:pt x="1054309" y="86482"/>
                </a:lnTo>
                <a:lnTo>
                  <a:pt x="1054300" y="87719"/>
                </a:lnTo>
                <a:lnTo>
                  <a:pt x="1054309" y="88955"/>
                </a:lnTo>
                <a:lnTo>
                  <a:pt x="1054337" y="90179"/>
                </a:lnTo>
                <a:lnTo>
                  <a:pt x="1054385" y="91390"/>
                </a:lnTo>
                <a:lnTo>
                  <a:pt x="1054451" y="92589"/>
                </a:lnTo>
                <a:lnTo>
                  <a:pt x="1054536" y="93774"/>
                </a:lnTo>
                <a:lnTo>
                  <a:pt x="1054639" y="94947"/>
                </a:lnTo>
                <a:lnTo>
                  <a:pt x="1054762" y="96107"/>
                </a:lnTo>
                <a:lnTo>
                  <a:pt x="1054904" y="97255"/>
                </a:lnTo>
                <a:lnTo>
                  <a:pt x="1055064" y="98389"/>
                </a:lnTo>
                <a:lnTo>
                  <a:pt x="1055243" y="99511"/>
                </a:lnTo>
                <a:lnTo>
                  <a:pt x="1055441" y="100621"/>
                </a:lnTo>
                <a:lnTo>
                  <a:pt x="1055658" y="101717"/>
                </a:lnTo>
                <a:lnTo>
                  <a:pt x="1055894" y="102801"/>
                </a:lnTo>
                <a:lnTo>
                  <a:pt x="1056149" y="103872"/>
                </a:lnTo>
                <a:lnTo>
                  <a:pt x="1056423" y="104930"/>
                </a:lnTo>
                <a:lnTo>
                  <a:pt x="1056715" y="105976"/>
                </a:lnTo>
                <a:lnTo>
                  <a:pt x="1057027" y="107009"/>
                </a:lnTo>
                <a:lnTo>
                  <a:pt x="1057357" y="108029"/>
                </a:lnTo>
                <a:lnTo>
                  <a:pt x="1057706" y="109036"/>
                </a:lnTo>
                <a:lnTo>
                  <a:pt x="1058074" y="110031"/>
                </a:lnTo>
                <a:lnTo>
                  <a:pt x="1058461" y="111013"/>
                </a:lnTo>
                <a:lnTo>
                  <a:pt x="1058867" y="111982"/>
                </a:lnTo>
                <a:lnTo>
                  <a:pt x="1059291" y="112939"/>
                </a:lnTo>
                <a:lnTo>
                  <a:pt x="1059735" y="113883"/>
                </a:lnTo>
                <a:lnTo>
                  <a:pt x="1060201" y="114806"/>
                </a:lnTo>
                <a:lnTo>
                  <a:pt x="1060683" y="115713"/>
                </a:lnTo>
                <a:lnTo>
                  <a:pt x="1061181" y="116602"/>
                </a:lnTo>
                <a:lnTo>
                  <a:pt x="1061696" y="117474"/>
                </a:lnTo>
                <a:lnTo>
                  <a:pt x="1062226" y="118330"/>
                </a:lnTo>
                <a:lnTo>
                  <a:pt x="1062772" y="119168"/>
                </a:lnTo>
                <a:lnTo>
                  <a:pt x="1063335" y="119989"/>
                </a:lnTo>
                <a:lnTo>
                  <a:pt x="1063913" y="120792"/>
                </a:lnTo>
                <a:lnTo>
                  <a:pt x="1064507" y="121579"/>
                </a:lnTo>
                <a:lnTo>
                  <a:pt x="1065118" y="122349"/>
                </a:lnTo>
                <a:lnTo>
                  <a:pt x="1065744" y="123101"/>
                </a:lnTo>
                <a:lnTo>
                  <a:pt x="1066386" y="123836"/>
                </a:lnTo>
                <a:lnTo>
                  <a:pt x="1067045" y="124555"/>
                </a:lnTo>
                <a:lnTo>
                  <a:pt x="1067719" y="125256"/>
                </a:lnTo>
                <a:lnTo>
                  <a:pt x="1068410" y="125940"/>
                </a:lnTo>
                <a:lnTo>
                  <a:pt x="1069116" y="126607"/>
                </a:lnTo>
                <a:lnTo>
                  <a:pt x="1069839" y="127256"/>
                </a:lnTo>
                <a:lnTo>
                  <a:pt x="1070577" y="127889"/>
                </a:lnTo>
                <a:lnTo>
                  <a:pt x="1071332" y="128504"/>
                </a:lnTo>
                <a:lnTo>
                  <a:pt x="1072102" y="129103"/>
                </a:lnTo>
                <a:lnTo>
                  <a:pt x="1072889" y="129684"/>
                </a:lnTo>
                <a:lnTo>
                  <a:pt x="1073691" y="130248"/>
                </a:lnTo>
                <a:lnTo>
                  <a:pt x="1074510" y="130795"/>
                </a:lnTo>
                <a:lnTo>
                  <a:pt x="1075345" y="131325"/>
                </a:lnTo>
                <a:lnTo>
                  <a:pt x="1076199" y="131831"/>
                </a:lnTo>
                <a:lnTo>
                  <a:pt x="1077067" y="132315"/>
                </a:lnTo>
                <a:lnTo>
                  <a:pt x="1077949" y="132777"/>
                </a:lnTo>
                <a:lnTo>
                  <a:pt x="1078843" y="133218"/>
                </a:lnTo>
                <a:lnTo>
                  <a:pt x="1079752" y="133637"/>
                </a:lnTo>
                <a:lnTo>
                  <a:pt x="1080673" y="134035"/>
                </a:lnTo>
                <a:lnTo>
                  <a:pt x="1081608" y="134411"/>
                </a:lnTo>
                <a:lnTo>
                  <a:pt x="1082556" y="134766"/>
                </a:lnTo>
                <a:lnTo>
                  <a:pt x="1083518" y="135099"/>
                </a:lnTo>
                <a:lnTo>
                  <a:pt x="1084493" y="135411"/>
                </a:lnTo>
                <a:lnTo>
                  <a:pt x="1085481" y="135702"/>
                </a:lnTo>
                <a:lnTo>
                  <a:pt x="1086483" y="135970"/>
                </a:lnTo>
                <a:lnTo>
                  <a:pt x="1087499" y="136218"/>
                </a:lnTo>
                <a:lnTo>
                  <a:pt x="1088527" y="136443"/>
                </a:lnTo>
                <a:lnTo>
                  <a:pt x="1089569" y="136648"/>
                </a:lnTo>
                <a:lnTo>
                  <a:pt x="1090625" y="136831"/>
                </a:lnTo>
                <a:lnTo>
                  <a:pt x="1091693" y="136992"/>
                </a:lnTo>
                <a:lnTo>
                  <a:pt x="1092775" y="137132"/>
                </a:lnTo>
                <a:lnTo>
                  <a:pt x="1093871" y="137250"/>
                </a:lnTo>
                <a:lnTo>
                  <a:pt x="1094980" y="137347"/>
                </a:lnTo>
                <a:lnTo>
                  <a:pt x="1096102" y="137422"/>
                </a:lnTo>
                <a:lnTo>
                  <a:pt x="1097238" y="137476"/>
                </a:lnTo>
                <a:lnTo>
                  <a:pt x="1098387" y="137508"/>
                </a:lnTo>
                <a:lnTo>
                  <a:pt x="1099549" y="137519"/>
                </a:lnTo>
                <a:lnTo>
                  <a:pt x="1100368" y="137513"/>
                </a:lnTo>
                <a:lnTo>
                  <a:pt x="1101179" y="137498"/>
                </a:lnTo>
                <a:lnTo>
                  <a:pt x="1101984" y="137471"/>
                </a:lnTo>
                <a:lnTo>
                  <a:pt x="1102781" y="137434"/>
                </a:lnTo>
                <a:lnTo>
                  <a:pt x="1103572" y="137387"/>
                </a:lnTo>
                <a:lnTo>
                  <a:pt x="1104356" y="137329"/>
                </a:lnTo>
                <a:lnTo>
                  <a:pt x="1105134" y="137261"/>
                </a:lnTo>
                <a:lnTo>
                  <a:pt x="1105904" y="137182"/>
                </a:lnTo>
                <a:lnTo>
                  <a:pt x="1106668" y="137092"/>
                </a:lnTo>
                <a:lnTo>
                  <a:pt x="1107425" y="136992"/>
                </a:lnTo>
                <a:lnTo>
                  <a:pt x="1108175" y="136881"/>
                </a:lnTo>
                <a:lnTo>
                  <a:pt x="1108919" y="136760"/>
                </a:lnTo>
                <a:lnTo>
                  <a:pt x="1109655" y="136629"/>
                </a:lnTo>
                <a:lnTo>
                  <a:pt x="1110385" y="136487"/>
                </a:lnTo>
                <a:lnTo>
                  <a:pt x="1111108" y="136334"/>
                </a:lnTo>
                <a:lnTo>
                  <a:pt x="1111824" y="136171"/>
                </a:lnTo>
                <a:lnTo>
                  <a:pt x="1112533" y="135997"/>
                </a:lnTo>
                <a:lnTo>
                  <a:pt x="1113236" y="135812"/>
                </a:lnTo>
                <a:lnTo>
                  <a:pt x="1113932" y="135618"/>
                </a:lnTo>
                <a:lnTo>
                  <a:pt x="1114620" y="135412"/>
                </a:lnTo>
                <a:lnTo>
                  <a:pt x="1115303" y="135196"/>
                </a:lnTo>
                <a:lnTo>
                  <a:pt x="1115978" y="134970"/>
                </a:lnTo>
                <a:lnTo>
                  <a:pt x="1116646" y="134733"/>
                </a:lnTo>
                <a:lnTo>
                  <a:pt x="1117308" y="134485"/>
                </a:lnTo>
                <a:lnTo>
                  <a:pt x="1117962" y="134223"/>
                </a:lnTo>
                <a:lnTo>
                  <a:pt x="1118607" y="133952"/>
                </a:lnTo>
                <a:lnTo>
                  <a:pt x="1119244" y="133674"/>
                </a:lnTo>
                <a:lnTo>
                  <a:pt x="1119871" y="133386"/>
                </a:lnTo>
                <a:lnTo>
                  <a:pt x="1120490" y="133091"/>
                </a:lnTo>
                <a:lnTo>
                  <a:pt x="1121100" y="132787"/>
                </a:lnTo>
                <a:lnTo>
                  <a:pt x="1121701" y="132475"/>
                </a:lnTo>
                <a:lnTo>
                  <a:pt x="1122294" y="132154"/>
                </a:lnTo>
                <a:lnTo>
                  <a:pt x="1122877" y="131825"/>
                </a:lnTo>
                <a:lnTo>
                  <a:pt x="1123452" y="131488"/>
                </a:lnTo>
                <a:lnTo>
                  <a:pt x="1124019" y="131142"/>
                </a:lnTo>
                <a:lnTo>
                  <a:pt x="1124576" y="130788"/>
                </a:lnTo>
                <a:lnTo>
                  <a:pt x="1125124" y="130426"/>
                </a:lnTo>
                <a:lnTo>
                  <a:pt x="1125664" y="130055"/>
                </a:lnTo>
                <a:lnTo>
                  <a:pt x="1126195" y="129676"/>
                </a:lnTo>
                <a:lnTo>
                  <a:pt x="1126718" y="129289"/>
                </a:lnTo>
                <a:lnTo>
                  <a:pt x="1127231" y="128893"/>
                </a:lnTo>
                <a:lnTo>
                  <a:pt x="1127736" y="128489"/>
                </a:lnTo>
                <a:lnTo>
                  <a:pt x="1128232" y="128077"/>
                </a:lnTo>
                <a:lnTo>
                  <a:pt x="1128719" y="127656"/>
                </a:lnTo>
                <a:lnTo>
                  <a:pt x="1129197" y="127227"/>
                </a:lnTo>
                <a:lnTo>
                  <a:pt x="1129667" y="126790"/>
                </a:lnTo>
                <a:lnTo>
                  <a:pt x="1130128" y="126344"/>
                </a:lnTo>
                <a:lnTo>
                  <a:pt x="1130580" y="125890"/>
                </a:lnTo>
                <a:lnTo>
                  <a:pt x="1131022" y="125424"/>
                </a:lnTo>
                <a:lnTo>
                  <a:pt x="1131453" y="124951"/>
                </a:lnTo>
                <a:lnTo>
                  <a:pt x="1131874" y="124472"/>
                </a:lnTo>
                <a:lnTo>
                  <a:pt x="1132284" y="123987"/>
                </a:lnTo>
                <a:lnTo>
                  <a:pt x="1132684" y="123496"/>
                </a:lnTo>
                <a:lnTo>
                  <a:pt x="1133072" y="122999"/>
                </a:lnTo>
                <a:lnTo>
                  <a:pt x="1133450" y="122496"/>
                </a:lnTo>
                <a:lnTo>
                  <a:pt x="1133817" y="121986"/>
                </a:lnTo>
                <a:lnTo>
                  <a:pt x="1134173" y="121470"/>
                </a:lnTo>
                <a:lnTo>
                  <a:pt x="1134519" y="120949"/>
                </a:lnTo>
                <a:lnTo>
                  <a:pt x="1134853" y="120421"/>
                </a:lnTo>
                <a:lnTo>
                  <a:pt x="1135177" y="119887"/>
                </a:lnTo>
                <a:lnTo>
                  <a:pt x="1135491" y="119346"/>
                </a:lnTo>
                <a:lnTo>
                  <a:pt x="1135793" y="118800"/>
                </a:lnTo>
                <a:lnTo>
                  <a:pt x="1136085" y="118247"/>
                </a:lnTo>
                <a:lnTo>
                  <a:pt x="1136366" y="117689"/>
                </a:lnTo>
                <a:lnTo>
                  <a:pt x="1136636" y="117124"/>
                </a:lnTo>
                <a:lnTo>
                  <a:pt x="1136895" y="116553"/>
                </a:lnTo>
                <a:lnTo>
                  <a:pt x="1137144" y="115976"/>
                </a:lnTo>
                <a:lnTo>
                  <a:pt x="1137382" y="115392"/>
                </a:lnTo>
                <a:lnTo>
                  <a:pt x="1137609" y="114803"/>
                </a:lnTo>
                <a:lnTo>
                  <a:pt x="1137826" y="114207"/>
                </a:lnTo>
                <a:lnTo>
                  <a:pt x="1138032" y="113606"/>
                </a:lnTo>
                <a:lnTo>
                  <a:pt x="1138227" y="112998"/>
                </a:lnTo>
                <a:lnTo>
                  <a:pt x="1123817" y="108953"/>
                </a:lnTo>
                <a:lnTo>
                  <a:pt x="1123657" y="109372"/>
                </a:lnTo>
                <a:lnTo>
                  <a:pt x="1123491" y="109785"/>
                </a:lnTo>
                <a:lnTo>
                  <a:pt x="1123319" y="110192"/>
                </a:lnTo>
                <a:lnTo>
                  <a:pt x="1123142" y="110593"/>
                </a:lnTo>
                <a:lnTo>
                  <a:pt x="1122959" y="110989"/>
                </a:lnTo>
                <a:lnTo>
                  <a:pt x="1122771" y="111378"/>
                </a:lnTo>
                <a:lnTo>
                  <a:pt x="1122577" y="111763"/>
                </a:lnTo>
                <a:lnTo>
                  <a:pt x="1122378" y="112141"/>
                </a:lnTo>
                <a:lnTo>
                  <a:pt x="1122173" y="112514"/>
                </a:lnTo>
                <a:lnTo>
                  <a:pt x="1121963" y="112881"/>
                </a:lnTo>
                <a:lnTo>
                  <a:pt x="1121748" y="113243"/>
                </a:lnTo>
                <a:lnTo>
                  <a:pt x="1121527" y="113598"/>
                </a:lnTo>
                <a:lnTo>
                  <a:pt x="1121300" y="113948"/>
                </a:lnTo>
                <a:lnTo>
                  <a:pt x="1121068" y="114293"/>
                </a:lnTo>
                <a:lnTo>
                  <a:pt x="1120830" y="114631"/>
                </a:lnTo>
                <a:lnTo>
                  <a:pt x="1120587" y="114964"/>
                </a:lnTo>
                <a:lnTo>
                  <a:pt x="1120339" y="115291"/>
                </a:lnTo>
                <a:lnTo>
                  <a:pt x="1120085" y="115613"/>
                </a:lnTo>
                <a:lnTo>
                  <a:pt x="1119825" y="115929"/>
                </a:lnTo>
                <a:lnTo>
                  <a:pt x="1119560" y="116239"/>
                </a:lnTo>
                <a:lnTo>
                  <a:pt x="1119290" y="116543"/>
                </a:lnTo>
                <a:lnTo>
                  <a:pt x="1119014" y="116842"/>
                </a:lnTo>
                <a:lnTo>
                  <a:pt x="1118733" y="117135"/>
                </a:lnTo>
                <a:lnTo>
                  <a:pt x="1118446" y="117422"/>
                </a:lnTo>
                <a:lnTo>
                  <a:pt x="1118154" y="117698"/>
                </a:lnTo>
                <a:lnTo>
                  <a:pt x="1117857" y="117969"/>
                </a:lnTo>
                <a:lnTo>
                  <a:pt x="1117556" y="118233"/>
                </a:lnTo>
                <a:lnTo>
                  <a:pt x="1117250" y="118493"/>
                </a:lnTo>
                <a:lnTo>
                  <a:pt x="1116940" y="118746"/>
                </a:lnTo>
                <a:lnTo>
                  <a:pt x="1116625" y="118994"/>
                </a:lnTo>
                <a:lnTo>
                  <a:pt x="1116305" y="119236"/>
                </a:lnTo>
                <a:lnTo>
                  <a:pt x="1115981" y="119472"/>
                </a:lnTo>
                <a:lnTo>
                  <a:pt x="1115652" y="119703"/>
                </a:lnTo>
                <a:lnTo>
                  <a:pt x="1115319" y="119928"/>
                </a:lnTo>
                <a:lnTo>
                  <a:pt x="1114981" y="120147"/>
                </a:lnTo>
                <a:lnTo>
                  <a:pt x="1114638" y="120361"/>
                </a:lnTo>
                <a:lnTo>
                  <a:pt x="1114291" y="120568"/>
                </a:lnTo>
                <a:lnTo>
                  <a:pt x="1113939" y="120770"/>
                </a:lnTo>
                <a:lnTo>
                  <a:pt x="1113582" y="120967"/>
                </a:lnTo>
                <a:lnTo>
                  <a:pt x="1113221" y="121158"/>
                </a:lnTo>
                <a:lnTo>
                  <a:pt x="1112856" y="121342"/>
                </a:lnTo>
                <a:lnTo>
                  <a:pt x="1112485" y="121522"/>
                </a:lnTo>
                <a:lnTo>
                  <a:pt x="1112110" y="121695"/>
                </a:lnTo>
                <a:lnTo>
                  <a:pt x="1111731" y="121863"/>
                </a:lnTo>
                <a:lnTo>
                  <a:pt x="1111347" y="122025"/>
                </a:lnTo>
                <a:lnTo>
                  <a:pt x="1110958" y="122182"/>
                </a:lnTo>
                <a:lnTo>
                  <a:pt x="1110565" y="122333"/>
                </a:lnTo>
                <a:lnTo>
                  <a:pt x="1110167" y="122478"/>
                </a:lnTo>
                <a:lnTo>
                  <a:pt x="1109770" y="122612"/>
                </a:lnTo>
                <a:lnTo>
                  <a:pt x="1109369" y="122740"/>
                </a:lnTo>
                <a:lnTo>
                  <a:pt x="1108964" y="122863"/>
                </a:lnTo>
                <a:lnTo>
                  <a:pt x="1108555" y="122980"/>
                </a:lnTo>
                <a:lnTo>
                  <a:pt x="1108142" y="123091"/>
                </a:lnTo>
                <a:lnTo>
                  <a:pt x="1107726" y="123197"/>
                </a:lnTo>
                <a:lnTo>
                  <a:pt x="1107305" y="123296"/>
                </a:lnTo>
                <a:lnTo>
                  <a:pt x="1106880" y="123390"/>
                </a:lnTo>
                <a:lnTo>
                  <a:pt x="1106452" y="123479"/>
                </a:lnTo>
                <a:lnTo>
                  <a:pt x="1106019" y="123562"/>
                </a:lnTo>
                <a:lnTo>
                  <a:pt x="1105583" y="123639"/>
                </a:lnTo>
                <a:lnTo>
                  <a:pt x="1105142" y="123710"/>
                </a:lnTo>
                <a:lnTo>
                  <a:pt x="1104698" y="123776"/>
                </a:lnTo>
                <a:lnTo>
                  <a:pt x="1104250" y="123836"/>
                </a:lnTo>
                <a:lnTo>
                  <a:pt x="1103798" y="123890"/>
                </a:lnTo>
                <a:lnTo>
                  <a:pt x="1103341" y="123938"/>
                </a:lnTo>
                <a:lnTo>
                  <a:pt x="1102881" y="123981"/>
                </a:lnTo>
                <a:lnTo>
                  <a:pt x="1102417" y="124018"/>
                </a:lnTo>
                <a:lnTo>
                  <a:pt x="1101949" y="124049"/>
                </a:lnTo>
                <a:lnTo>
                  <a:pt x="1101477" y="124075"/>
                </a:lnTo>
                <a:lnTo>
                  <a:pt x="1101001" y="124095"/>
                </a:lnTo>
                <a:lnTo>
                  <a:pt x="1100521" y="124109"/>
                </a:lnTo>
                <a:lnTo>
                  <a:pt x="1100037" y="124118"/>
                </a:lnTo>
                <a:lnTo>
                  <a:pt x="1099549" y="124121"/>
                </a:lnTo>
                <a:lnTo>
                  <a:pt x="1098800" y="124114"/>
                </a:lnTo>
                <a:lnTo>
                  <a:pt x="1098059" y="124094"/>
                </a:lnTo>
                <a:lnTo>
                  <a:pt x="1097325" y="124060"/>
                </a:lnTo>
                <a:lnTo>
                  <a:pt x="1096598" y="124012"/>
                </a:lnTo>
                <a:lnTo>
                  <a:pt x="1095880" y="123951"/>
                </a:lnTo>
                <a:lnTo>
                  <a:pt x="1095169" y="123876"/>
                </a:lnTo>
                <a:lnTo>
                  <a:pt x="1094466" y="123787"/>
                </a:lnTo>
                <a:lnTo>
                  <a:pt x="1093770" y="123685"/>
                </a:lnTo>
                <a:lnTo>
                  <a:pt x="1093083" y="123570"/>
                </a:lnTo>
                <a:lnTo>
                  <a:pt x="1092402" y="123441"/>
                </a:lnTo>
                <a:lnTo>
                  <a:pt x="1091730" y="123298"/>
                </a:lnTo>
                <a:lnTo>
                  <a:pt x="1091065" y="123141"/>
                </a:lnTo>
                <a:lnTo>
                  <a:pt x="1090408" y="122971"/>
                </a:lnTo>
                <a:lnTo>
                  <a:pt x="1089759" y="122787"/>
                </a:lnTo>
                <a:lnTo>
                  <a:pt x="1089117" y="122590"/>
                </a:lnTo>
                <a:lnTo>
                  <a:pt x="1088483" y="122379"/>
                </a:lnTo>
                <a:lnTo>
                  <a:pt x="1087856" y="122155"/>
                </a:lnTo>
                <a:lnTo>
                  <a:pt x="1087238" y="121917"/>
                </a:lnTo>
                <a:lnTo>
                  <a:pt x="1086627" y="121665"/>
                </a:lnTo>
                <a:lnTo>
                  <a:pt x="1086023" y="121400"/>
                </a:lnTo>
                <a:lnTo>
                  <a:pt x="1085428" y="121121"/>
                </a:lnTo>
                <a:lnTo>
                  <a:pt x="1084840" y="120828"/>
                </a:lnTo>
                <a:lnTo>
                  <a:pt x="1084259" y="120522"/>
                </a:lnTo>
                <a:lnTo>
                  <a:pt x="1083687" y="120203"/>
                </a:lnTo>
                <a:lnTo>
                  <a:pt x="1083123" y="119864"/>
                </a:lnTo>
                <a:lnTo>
                  <a:pt x="1082570" y="119514"/>
                </a:lnTo>
                <a:lnTo>
                  <a:pt x="1082027" y="119151"/>
                </a:lnTo>
                <a:lnTo>
                  <a:pt x="1081494" y="118775"/>
                </a:lnTo>
                <a:lnTo>
                  <a:pt x="1080972" y="118387"/>
                </a:lnTo>
                <a:lnTo>
                  <a:pt x="1080460" y="117987"/>
                </a:lnTo>
                <a:lnTo>
                  <a:pt x="1079958" y="117574"/>
                </a:lnTo>
                <a:lnTo>
                  <a:pt x="1079467" y="117148"/>
                </a:lnTo>
                <a:lnTo>
                  <a:pt x="1078985" y="116710"/>
                </a:lnTo>
                <a:lnTo>
                  <a:pt x="1078515" y="116259"/>
                </a:lnTo>
                <a:lnTo>
                  <a:pt x="1078054" y="115796"/>
                </a:lnTo>
                <a:lnTo>
                  <a:pt x="1077604" y="115320"/>
                </a:lnTo>
                <a:lnTo>
                  <a:pt x="1077164" y="114832"/>
                </a:lnTo>
                <a:lnTo>
                  <a:pt x="1076735" y="114332"/>
                </a:lnTo>
                <a:lnTo>
                  <a:pt x="1076315" y="113819"/>
                </a:lnTo>
                <a:lnTo>
                  <a:pt x="1075906" y="113293"/>
                </a:lnTo>
                <a:lnTo>
                  <a:pt x="1075508" y="112755"/>
                </a:lnTo>
                <a:lnTo>
                  <a:pt x="1075119" y="112204"/>
                </a:lnTo>
                <a:lnTo>
                  <a:pt x="1074742" y="111641"/>
                </a:lnTo>
                <a:lnTo>
                  <a:pt x="1074374" y="111065"/>
                </a:lnTo>
                <a:lnTo>
                  <a:pt x="1074017" y="110477"/>
                </a:lnTo>
                <a:lnTo>
                  <a:pt x="1073669" y="109876"/>
                </a:lnTo>
                <a:lnTo>
                  <a:pt x="1073333" y="109263"/>
                </a:lnTo>
                <a:lnTo>
                  <a:pt x="1073006" y="108637"/>
                </a:lnTo>
                <a:lnTo>
                  <a:pt x="1072697" y="107994"/>
                </a:lnTo>
                <a:lnTo>
                  <a:pt x="1072401" y="107340"/>
                </a:lnTo>
                <a:lnTo>
                  <a:pt x="1072118" y="106673"/>
                </a:lnTo>
                <a:lnTo>
                  <a:pt x="1071848" y="105995"/>
                </a:lnTo>
                <a:lnTo>
                  <a:pt x="1071591" y="105306"/>
                </a:lnTo>
                <a:lnTo>
                  <a:pt x="1071347" y="104604"/>
                </a:lnTo>
                <a:lnTo>
                  <a:pt x="1071117" y="103892"/>
                </a:lnTo>
                <a:lnTo>
                  <a:pt x="1070900" y="103167"/>
                </a:lnTo>
                <a:lnTo>
                  <a:pt x="1070696" y="102431"/>
                </a:lnTo>
                <a:lnTo>
                  <a:pt x="1070505" y="101683"/>
                </a:lnTo>
                <a:lnTo>
                  <a:pt x="1070327" y="100924"/>
                </a:lnTo>
                <a:lnTo>
                  <a:pt x="1070162" y="100153"/>
                </a:lnTo>
                <a:lnTo>
                  <a:pt x="1070011" y="99370"/>
                </a:lnTo>
                <a:lnTo>
                  <a:pt x="1069873" y="98576"/>
                </a:lnTo>
                <a:lnTo>
                  <a:pt x="1069748" y="97770"/>
                </a:lnTo>
                <a:lnTo>
                  <a:pt x="1069636" y="96953"/>
                </a:lnTo>
                <a:lnTo>
                  <a:pt x="1069537" y="96124"/>
                </a:lnTo>
                <a:lnTo>
                  <a:pt x="1069451" y="95283"/>
                </a:lnTo>
                <a:lnTo>
                  <a:pt x="1069379" y="94430"/>
                </a:lnTo>
                <a:lnTo>
                  <a:pt x="1069320" y="93566"/>
                </a:lnTo>
                <a:lnTo>
                  <a:pt x="1069274" y="92691"/>
                </a:lnTo>
                <a:lnTo>
                  <a:pt x="1069249" y="92016"/>
                </a:lnTo>
                <a:lnTo>
                  <a:pt x="1139743" y="92016"/>
                </a:lnTo>
                <a:lnTo>
                  <a:pt x="1139743" y="85696"/>
                </a:lnTo>
                <a:lnTo>
                  <a:pt x="1139737" y="84572"/>
                </a:lnTo>
                <a:lnTo>
                  <a:pt x="1139718" y="83462"/>
                </a:lnTo>
                <a:lnTo>
                  <a:pt x="1139687" y="82367"/>
                </a:lnTo>
                <a:lnTo>
                  <a:pt x="1139643" y="81287"/>
                </a:lnTo>
                <a:close/>
                <a:moveTo>
                  <a:pt x="1069432" y="77449"/>
                </a:moveTo>
                <a:lnTo>
                  <a:pt x="1069510" y="76803"/>
                </a:lnTo>
                <a:lnTo>
                  <a:pt x="1069601" y="76161"/>
                </a:lnTo>
                <a:lnTo>
                  <a:pt x="1069703" y="75522"/>
                </a:lnTo>
                <a:lnTo>
                  <a:pt x="1069818" y="74886"/>
                </a:lnTo>
                <a:lnTo>
                  <a:pt x="1069945" y="74254"/>
                </a:lnTo>
                <a:lnTo>
                  <a:pt x="1070083" y="73626"/>
                </a:lnTo>
                <a:lnTo>
                  <a:pt x="1070234" y="73001"/>
                </a:lnTo>
                <a:lnTo>
                  <a:pt x="1070397" y="72379"/>
                </a:lnTo>
                <a:lnTo>
                  <a:pt x="1070572" y="71761"/>
                </a:lnTo>
                <a:lnTo>
                  <a:pt x="1070759" y="71147"/>
                </a:lnTo>
                <a:lnTo>
                  <a:pt x="1070958" y="70536"/>
                </a:lnTo>
                <a:lnTo>
                  <a:pt x="1071170" y="69929"/>
                </a:lnTo>
                <a:lnTo>
                  <a:pt x="1071393" y="69325"/>
                </a:lnTo>
                <a:lnTo>
                  <a:pt x="1071628" y="68724"/>
                </a:lnTo>
                <a:lnTo>
                  <a:pt x="1071876" y="68127"/>
                </a:lnTo>
                <a:lnTo>
                  <a:pt x="1072135" y="67534"/>
                </a:lnTo>
                <a:lnTo>
                  <a:pt x="1072407" y="66944"/>
                </a:lnTo>
                <a:lnTo>
                  <a:pt x="1072690" y="66358"/>
                </a:lnTo>
                <a:lnTo>
                  <a:pt x="1072985" y="65778"/>
                </a:lnTo>
                <a:lnTo>
                  <a:pt x="1073290" y="65207"/>
                </a:lnTo>
                <a:lnTo>
                  <a:pt x="1073606" y="64646"/>
                </a:lnTo>
                <a:lnTo>
                  <a:pt x="1073931" y="64093"/>
                </a:lnTo>
                <a:lnTo>
                  <a:pt x="1074267" y="63550"/>
                </a:lnTo>
                <a:lnTo>
                  <a:pt x="1074614" y="63016"/>
                </a:lnTo>
                <a:lnTo>
                  <a:pt x="1074971" y="62492"/>
                </a:lnTo>
                <a:lnTo>
                  <a:pt x="1075338" y="61976"/>
                </a:lnTo>
                <a:lnTo>
                  <a:pt x="1075715" y="61470"/>
                </a:lnTo>
                <a:lnTo>
                  <a:pt x="1076103" y="60973"/>
                </a:lnTo>
                <a:lnTo>
                  <a:pt x="1076501" y="60485"/>
                </a:lnTo>
                <a:lnTo>
                  <a:pt x="1076909" y="60006"/>
                </a:lnTo>
                <a:lnTo>
                  <a:pt x="1077327" y="59537"/>
                </a:lnTo>
                <a:lnTo>
                  <a:pt x="1077756" y="59077"/>
                </a:lnTo>
                <a:lnTo>
                  <a:pt x="1078195" y="58626"/>
                </a:lnTo>
                <a:lnTo>
                  <a:pt x="1078645" y="58184"/>
                </a:lnTo>
                <a:lnTo>
                  <a:pt x="1079105" y="57752"/>
                </a:lnTo>
                <a:lnTo>
                  <a:pt x="1079575" y="57328"/>
                </a:lnTo>
                <a:lnTo>
                  <a:pt x="1080055" y="56914"/>
                </a:lnTo>
                <a:lnTo>
                  <a:pt x="1080546" y="56510"/>
                </a:lnTo>
                <a:lnTo>
                  <a:pt x="1081047" y="56114"/>
                </a:lnTo>
                <a:lnTo>
                  <a:pt x="1081559" y="55727"/>
                </a:lnTo>
                <a:lnTo>
                  <a:pt x="1082080" y="55350"/>
                </a:lnTo>
                <a:lnTo>
                  <a:pt x="1082612" y="54982"/>
                </a:lnTo>
                <a:lnTo>
                  <a:pt x="1083159" y="54621"/>
                </a:lnTo>
                <a:lnTo>
                  <a:pt x="1083714" y="54276"/>
                </a:lnTo>
                <a:lnTo>
                  <a:pt x="1084277" y="53945"/>
                </a:lnTo>
                <a:lnTo>
                  <a:pt x="1084849" y="53630"/>
                </a:lnTo>
                <a:lnTo>
                  <a:pt x="1085429" y="53331"/>
                </a:lnTo>
                <a:lnTo>
                  <a:pt x="1086017" y="53047"/>
                </a:lnTo>
                <a:lnTo>
                  <a:pt x="1086614" y="52778"/>
                </a:lnTo>
                <a:lnTo>
                  <a:pt x="1087219" y="52525"/>
                </a:lnTo>
                <a:lnTo>
                  <a:pt x="1087832" y="52286"/>
                </a:lnTo>
                <a:lnTo>
                  <a:pt x="1088454" y="52064"/>
                </a:lnTo>
                <a:lnTo>
                  <a:pt x="1089084" y="51856"/>
                </a:lnTo>
                <a:lnTo>
                  <a:pt x="1089722" y="51664"/>
                </a:lnTo>
                <a:lnTo>
                  <a:pt x="1090369" y="51488"/>
                </a:lnTo>
                <a:lnTo>
                  <a:pt x="1091024" y="51326"/>
                </a:lnTo>
                <a:lnTo>
                  <a:pt x="1091687" y="51180"/>
                </a:lnTo>
                <a:lnTo>
                  <a:pt x="1092359" y="51050"/>
                </a:lnTo>
                <a:lnTo>
                  <a:pt x="1093039" y="50935"/>
                </a:lnTo>
                <a:lnTo>
                  <a:pt x="1093727" y="50835"/>
                </a:lnTo>
                <a:lnTo>
                  <a:pt x="1094424" y="50750"/>
                </a:lnTo>
                <a:lnTo>
                  <a:pt x="1095129" y="50681"/>
                </a:lnTo>
                <a:lnTo>
                  <a:pt x="1095843" y="50627"/>
                </a:lnTo>
                <a:lnTo>
                  <a:pt x="1096564" y="50589"/>
                </a:lnTo>
                <a:lnTo>
                  <a:pt x="1097294" y="50566"/>
                </a:lnTo>
                <a:lnTo>
                  <a:pt x="1098033" y="50558"/>
                </a:lnTo>
                <a:lnTo>
                  <a:pt x="1098703" y="50565"/>
                </a:lnTo>
                <a:lnTo>
                  <a:pt x="1099366" y="50584"/>
                </a:lnTo>
                <a:lnTo>
                  <a:pt x="1100021" y="50617"/>
                </a:lnTo>
                <a:lnTo>
                  <a:pt x="1100669" y="50662"/>
                </a:lnTo>
                <a:lnTo>
                  <a:pt x="1101310" y="50720"/>
                </a:lnTo>
                <a:lnTo>
                  <a:pt x="1101943" y="50791"/>
                </a:lnTo>
                <a:lnTo>
                  <a:pt x="1102569" y="50876"/>
                </a:lnTo>
                <a:lnTo>
                  <a:pt x="1103187" y="50973"/>
                </a:lnTo>
                <a:lnTo>
                  <a:pt x="1103798" y="51083"/>
                </a:lnTo>
                <a:lnTo>
                  <a:pt x="1104401" y="51206"/>
                </a:lnTo>
                <a:lnTo>
                  <a:pt x="1104997" y="51342"/>
                </a:lnTo>
                <a:lnTo>
                  <a:pt x="1105585" y="51491"/>
                </a:lnTo>
                <a:lnTo>
                  <a:pt x="1106166" y="51652"/>
                </a:lnTo>
                <a:lnTo>
                  <a:pt x="1106739" y="51827"/>
                </a:lnTo>
                <a:lnTo>
                  <a:pt x="1107305" y="52015"/>
                </a:lnTo>
                <a:lnTo>
                  <a:pt x="1107864" y="52216"/>
                </a:lnTo>
                <a:lnTo>
                  <a:pt x="1108415" y="52429"/>
                </a:lnTo>
                <a:lnTo>
                  <a:pt x="1108958" y="52656"/>
                </a:lnTo>
                <a:lnTo>
                  <a:pt x="1109494" y="52895"/>
                </a:lnTo>
                <a:lnTo>
                  <a:pt x="1110023" y="53148"/>
                </a:lnTo>
                <a:lnTo>
                  <a:pt x="1110544" y="53413"/>
                </a:lnTo>
                <a:lnTo>
                  <a:pt x="1111058" y="53691"/>
                </a:lnTo>
                <a:lnTo>
                  <a:pt x="1111564" y="53983"/>
                </a:lnTo>
                <a:lnTo>
                  <a:pt x="1112063" y="54287"/>
                </a:lnTo>
                <a:lnTo>
                  <a:pt x="1112558" y="54602"/>
                </a:lnTo>
                <a:lnTo>
                  <a:pt x="1113044" y="54927"/>
                </a:lnTo>
                <a:lnTo>
                  <a:pt x="1113520" y="55262"/>
                </a:lnTo>
                <a:lnTo>
                  <a:pt x="1113987" y="55605"/>
                </a:lnTo>
                <a:lnTo>
                  <a:pt x="1114444" y="55959"/>
                </a:lnTo>
                <a:lnTo>
                  <a:pt x="1114891" y="56321"/>
                </a:lnTo>
                <a:lnTo>
                  <a:pt x="1115328" y="56693"/>
                </a:lnTo>
                <a:lnTo>
                  <a:pt x="1115756" y="57075"/>
                </a:lnTo>
                <a:lnTo>
                  <a:pt x="1116174" y="57466"/>
                </a:lnTo>
                <a:lnTo>
                  <a:pt x="1116583" y="57866"/>
                </a:lnTo>
                <a:lnTo>
                  <a:pt x="1116982" y="58276"/>
                </a:lnTo>
                <a:lnTo>
                  <a:pt x="1117371" y="58695"/>
                </a:lnTo>
                <a:lnTo>
                  <a:pt x="1117751" y="59124"/>
                </a:lnTo>
                <a:lnTo>
                  <a:pt x="1118121" y="59562"/>
                </a:lnTo>
                <a:lnTo>
                  <a:pt x="1118481" y="60009"/>
                </a:lnTo>
                <a:lnTo>
                  <a:pt x="1118832" y="60466"/>
                </a:lnTo>
                <a:lnTo>
                  <a:pt x="1119173" y="60933"/>
                </a:lnTo>
                <a:lnTo>
                  <a:pt x="1119504" y="61409"/>
                </a:lnTo>
                <a:lnTo>
                  <a:pt x="1119826" y="61894"/>
                </a:lnTo>
                <a:lnTo>
                  <a:pt x="1120138" y="62389"/>
                </a:lnTo>
                <a:lnTo>
                  <a:pt x="1120440" y="62893"/>
                </a:lnTo>
                <a:lnTo>
                  <a:pt x="1120733" y="63406"/>
                </a:lnTo>
                <a:lnTo>
                  <a:pt x="1121016" y="63929"/>
                </a:lnTo>
                <a:lnTo>
                  <a:pt x="1121290" y="64462"/>
                </a:lnTo>
                <a:lnTo>
                  <a:pt x="1121558" y="65002"/>
                </a:lnTo>
                <a:lnTo>
                  <a:pt x="1121814" y="65549"/>
                </a:lnTo>
                <a:lnTo>
                  <a:pt x="1122060" y="66101"/>
                </a:lnTo>
                <a:lnTo>
                  <a:pt x="1122294" y="66660"/>
                </a:lnTo>
                <a:lnTo>
                  <a:pt x="1122516" y="67225"/>
                </a:lnTo>
                <a:lnTo>
                  <a:pt x="1122727" y="67796"/>
                </a:lnTo>
                <a:lnTo>
                  <a:pt x="1122927" y="68373"/>
                </a:lnTo>
                <a:lnTo>
                  <a:pt x="1123115" y="68956"/>
                </a:lnTo>
                <a:lnTo>
                  <a:pt x="1123292" y="69545"/>
                </a:lnTo>
                <a:lnTo>
                  <a:pt x="1123458" y="70141"/>
                </a:lnTo>
                <a:lnTo>
                  <a:pt x="1123612" y="70743"/>
                </a:lnTo>
                <a:lnTo>
                  <a:pt x="1123754" y="71350"/>
                </a:lnTo>
                <a:lnTo>
                  <a:pt x="1123886" y="71964"/>
                </a:lnTo>
                <a:lnTo>
                  <a:pt x="1124005" y="72585"/>
                </a:lnTo>
                <a:lnTo>
                  <a:pt x="1124114" y="73211"/>
                </a:lnTo>
                <a:lnTo>
                  <a:pt x="1124211" y="73843"/>
                </a:lnTo>
                <a:lnTo>
                  <a:pt x="1124296" y="74482"/>
                </a:lnTo>
                <a:lnTo>
                  <a:pt x="1124370" y="75127"/>
                </a:lnTo>
                <a:lnTo>
                  <a:pt x="1124433" y="75777"/>
                </a:lnTo>
                <a:lnTo>
                  <a:pt x="1124485" y="76434"/>
                </a:lnTo>
                <a:lnTo>
                  <a:pt x="1124525" y="77098"/>
                </a:lnTo>
                <a:lnTo>
                  <a:pt x="1124553" y="77767"/>
                </a:lnTo>
                <a:lnTo>
                  <a:pt x="1124570" y="78442"/>
                </a:lnTo>
                <a:lnTo>
                  <a:pt x="1124576" y="79124"/>
                </a:lnTo>
                <a:lnTo>
                  <a:pt x="1069287" y="79124"/>
                </a:lnTo>
                <a:lnTo>
                  <a:pt x="1069311" y="78752"/>
                </a:lnTo>
                <a:lnTo>
                  <a:pt x="1069365" y="78099"/>
                </a:lnTo>
                <a:lnTo>
                  <a:pt x="1069432" y="77449"/>
                </a:lnTo>
                <a:close/>
                <a:moveTo>
                  <a:pt x="1656667" y="137614"/>
                </a:moveTo>
                <a:lnTo>
                  <a:pt x="1657314" y="137556"/>
                </a:lnTo>
                <a:lnTo>
                  <a:pt x="1657953" y="137491"/>
                </a:lnTo>
                <a:lnTo>
                  <a:pt x="1658582" y="137416"/>
                </a:lnTo>
                <a:lnTo>
                  <a:pt x="1659202" y="137333"/>
                </a:lnTo>
                <a:lnTo>
                  <a:pt x="1659813" y="137240"/>
                </a:lnTo>
                <a:lnTo>
                  <a:pt x="1660415" y="137140"/>
                </a:lnTo>
                <a:lnTo>
                  <a:pt x="1661009" y="137030"/>
                </a:lnTo>
                <a:lnTo>
                  <a:pt x="1661593" y="136911"/>
                </a:lnTo>
                <a:lnTo>
                  <a:pt x="1662168" y="136784"/>
                </a:lnTo>
                <a:lnTo>
                  <a:pt x="1662734" y="136648"/>
                </a:lnTo>
                <a:lnTo>
                  <a:pt x="1663292" y="136503"/>
                </a:lnTo>
                <a:lnTo>
                  <a:pt x="1663840" y="136350"/>
                </a:lnTo>
                <a:lnTo>
                  <a:pt x="1664379" y="136187"/>
                </a:lnTo>
                <a:lnTo>
                  <a:pt x="1664910" y="136016"/>
                </a:lnTo>
                <a:lnTo>
                  <a:pt x="1665431" y="135836"/>
                </a:lnTo>
                <a:lnTo>
                  <a:pt x="1665943" y="135647"/>
                </a:lnTo>
                <a:lnTo>
                  <a:pt x="1666446" y="135450"/>
                </a:lnTo>
                <a:lnTo>
                  <a:pt x="1666941" y="135244"/>
                </a:lnTo>
                <a:lnTo>
                  <a:pt x="1667426" y="135031"/>
                </a:lnTo>
                <a:lnTo>
                  <a:pt x="1667904" y="134815"/>
                </a:lnTo>
                <a:lnTo>
                  <a:pt x="1668373" y="134595"/>
                </a:lnTo>
                <a:lnTo>
                  <a:pt x="1668835" y="134371"/>
                </a:lnTo>
                <a:lnTo>
                  <a:pt x="1669288" y="134144"/>
                </a:lnTo>
                <a:lnTo>
                  <a:pt x="1669733" y="133912"/>
                </a:lnTo>
                <a:lnTo>
                  <a:pt x="1670170" y="133678"/>
                </a:lnTo>
                <a:lnTo>
                  <a:pt x="1670599" y="133439"/>
                </a:lnTo>
                <a:lnTo>
                  <a:pt x="1671020" y="133197"/>
                </a:lnTo>
                <a:lnTo>
                  <a:pt x="1671433" y="132950"/>
                </a:lnTo>
                <a:lnTo>
                  <a:pt x="1671837" y="132701"/>
                </a:lnTo>
                <a:lnTo>
                  <a:pt x="1672233" y="132447"/>
                </a:lnTo>
                <a:lnTo>
                  <a:pt x="1672622" y="132190"/>
                </a:lnTo>
                <a:lnTo>
                  <a:pt x="1673002" y="131929"/>
                </a:lnTo>
                <a:lnTo>
                  <a:pt x="1673374" y="131664"/>
                </a:lnTo>
                <a:lnTo>
                  <a:pt x="1673738" y="131396"/>
                </a:lnTo>
                <a:lnTo>
                  <a:pt x="1674094" y="131123"/>
                </a:lnTo>
                <a:lnTo>
                  <a:pt x="1674441" y="130847"/>
                </a:lnTo>
                <a:lnTo>
                  <a:pt x="1674781" y="130568"/>
                </a:lnTo>
                <a:lnTo>
                  <a:pt x="1675113" y="130284"/>
                </a:lnTo>
                <a:lnTo>
                  <a:pt x="1675436" y="129997"/>
                </a:lnTo>
                <a:lnTo>
                  <a:pt x="1675751" y="129706"/>
                </a:lnTo>
                <a:lnTo>
                  <a:pt x="1676058" y="129412"/>
                </a:lnTo>
                <a:lnTo>
                  <a:pt x="1676357" y="129113"/>
                </a:lnTo>
                <a:lnTo>
                  <a:pt x="1676649" y="128814"/>
                </a:lnTo>
                <a:lnTo>
                  <a:pt x="1676933" y="128516"/>
                </a:lnTo>
                <a:lnTo>
                  <a:pt x="1677210" y="128220"/>
                </a:lnTo>
                <a:lnTo>
                  <a:pt x="1677481" y="127925"/>
                </a:lnTo>
                <a:lnTo>
                  <a:pt x="1677744" y="127632"/>
                </a:lnTo>
                <a:lnTo>
                  <a:pt x="1678000" y="127340"/>
                </a:lnTo>
                <a:lnTo>
                  <a:pt x="1678250" y="127050"/>
                </a:lnTo>
                <a:lnTo>
                  <a:pt x="1678492" y="126761"/>
                </a:lnTo>
                <a:lnTo>
                  <a:pt x="1678727" y="126474"/>
                </a:lnTo>
                <a:lnTo>
                  <a:pt x="1678955" y="126188"/>
                </a:lnTo>
                <a:lnTo>
                  <a:pt x="1679176" y="125904"/>
                </a:lnTo>
                <a:lnTo>
                  <a:pt x="1679391" y="125622"/>
                </a:lnTo>
                <a:lnTo>
                  <a:pt x="1679598" y="125341"/>
                </a:lnTo>
                <a:lnTo>
                  <a:pt x="1679798" y="125061"/>
                </a:lnTo>
                <a:lnTo>
                  <a:pt x="1679991" y="124783"/>
                </a:lnTo>
                <a:lnTo>
                  <a:pt x="1680177" y="124507"/>
                </a:lnTo>
                <a:lnTo>
                  <a:pt x="1680356" y="124232"/>
                </a:lnTo>
                <a:lnTo>
                  <a:pt x="1680528" y="123959"/>
                </a:lnTo>
                <a:lnTo>
                  <a:pt x="1680693" y="123687"/>
                </a:lnTo>
                <a:lnTo>
                  <a:pt x="1680851" y="123417"/>
                </a:lnTo>
                <a:lnTo>
                  <a:pt x="1681002" y="123148"/>
                </a:lnTo>
                <a:lnTo>
                  <a:pt x="1681146" y="122881"/>
                </a:lnTo>
                <a:lnTo>
                  <a:pt x="1681283" y="122615"/>
                </a:lnTo>
                <a:lnTo>
                  <a:pt x="1681413" y="122351"/>
                </a:lnTo>
                <a:lnTo>
                  <a:pt x="1682171" y="122351"/>
                </a:lnTo>
                <a:lnTo>
                  <a:pt x="1682171" y="135496"/>
                </a:lnTo>
                <a:lnTo>
                  <a:pt x="1697086" y="135496"/>
                </a:lnTo>
                <a:lnTo>
                  <a:pt x="1697086" y="71540"/>
                </a:lnTo>
                <a:lnTo>
                  <a:pt x="1697079" y="70584"/>
                </a:lnTo>
                <a:lnTo>
                  <a:pt x="1697060" y="69645"/>
                </a:lnTo>
                <a:lnTo>
                  <a:pt x="1697027" y="68722"/>
                </a:lnTo>
                <a:lnTo>
                  <a:pt x="1696981" y="67815"/>
                </a:lnTo>
                <a:lnTo>
                  <a:pt x="1696921" y="66924"/>
                </a:lnTo>
                <a:lnTo>
                  <a:pt x="1696849" y="66050"/>
                </a:lnTo>
                <a:lnTo>
                  <a:pt x="1696763" y="65192"/>
                </a:lnTo>
                <a:lnTo>
                  <a:pt x="1696665" y="64350"/>
                </a:lnTo>
                <a:lnTo>
                  <a:pt x="1696553" y="63524"/>
                </a:lnTo>
                <a:lnTo>
                  <a:pt x="1696428" y="62714"/>
                </a:lnTo>
                <a:lnTo>
                  <a:pt x="1696289" y="61921"/>
                </a:lnTo>
                <a:lnTo>
                  <a:pt x="1696138" y="61144"/>
                </a:lnTo>
                <a:lnTo>
                  <a:pt x="1695973" y="60383"/>
                </a:lnTo>
                <a:lnTo>
                  <a:pt x="1695796" y="59639"/>
                </a:lnTo>
                <a:lnTo>
                  <a:pt x="1695605" y="58910"/>
                </a:lnTo>
                <a:lnTo>
                  <a:pt x="1695401" y="58198"/>
                </a:lnTo>
                <a:lnTo>
                  <a:pt x="1695184" y="57502"/>
                </a:lnTo>
                <a:lnTo>
                  <a:pt x="1694953" y="56823"/>
                </a:lnTo>
                <a:lnTo>
                  <a:pt x="1694710" y="56159"/>
                </a:lnTo>
                <a:lnTo>
                  <a:pt x="1694453" y="55512"/>
                </a:lnTo>
                <a:lnTo>
                  <a:pt x="1694183" y="54881"/>
                </a:lnTo>
                <a:lnTo>
                  <a:pt x="1693900" y="54267"/>
                </a:lnTo>
                <a:lnTo>
                  <a:pt x="1693604" y="53668"/>
                </a:lnTo>
                <a:lnTo>
                  <a:pt x="1693294" y="53086"/>
                </a:lnTo>
                <a:lnTo>
                  <a:pt x="1692975" y="52518"/>
                </a:lnTo>
                <a:lnTo>
                  <a:pt x="1692649" y="51962"/>
                </a:lnTo>
                <a:lnTo>
                  <a:pt x="1692316" y="51418"/>
                </a:lnTo>
                <a:lnTo>
                  <a:pt x="1691976" y="50887"/>
                </a:lnTo>
                <a:lnTo>
                  <a:pt x="1691629" y="50367"/>
                </a:lnTo>
                <a:lnTo>
                  <a:pt x="1691276" y="49859"/>
                </a:lnTo>
                <a:lnTo>
                  <a:pt x="1690916" y="49364"/>
                </a:lnTo>
                <a:lnTo>
                  <a:pt x="1690549" y="48880"/>
                </a:lnTo>
                <a:lnTo>
                  <a:pt x="1690175" y="48409"/>
                </a:lnTo>
                <a:lnTo>
                  <a:pt x="1689794" y="47949"/>
                </a:lnTo>
                <a:lnTo>
                  <a:pt x="1689407" y="47502"/>
                </a:lnTo>
                <a:lnTo>
                  <a:pt x="1689013" y="47067"/>
                </a:lnTo>
                <a:lnTo>
                  <a:pt x="1688611" y="46643"/>
                </a:lnTo>
                <a:lnTo>
                  <a:pt x="1688204" y="46232"/>
                </a:lnTo>
                <a:lnTo>
                  <a:pt x="1687789" y="45833"/>
                </a:lnTo>
                <a:lnTo>
                  <a:pt x="1687368" y="45446"/>
                </a:lnTo>
                <a:lnTo>
                  <a:pt x="1686939" y="45071"/>
                </a:lnTo>
                <a:lnTo>
                  <a:pt x="1686504" y="44709"/>
                </a:lnTo>
                <a:lnTo>
                  <a:pt x="1686062" y="44358"/>
                </a:lnTo>
                <a:lnTo>
                  <a:pt x="1685614" y="44019"/>
                </a:lnTo>
                <a:lnTo>
                  <a:pt x="1685158" y="43692"/>
                </a:lnTo>
                <a:lnTo>
                  <a:pt x="1684696" y="43378"/>
                </a:lnTo>
                <a:lnTo>
                  <a:pt x="1684227" y="43075"/>
                </a:lnTo>
                <a:lnTo>
                  <a:pt x="1683751" y="42785"/>
                </a:lnTo>
                <a:lnTo>
                  <a:pt x="1683277" y="42505"/>
                </a:lnTo>
                <a:lnTo>
                  <a:pt x="1682800" y="42232"/>
                </a:lnTo>
                <a:lnTo>
                  <a:pt x="1682322" y="41968"/>
                </a:lnTo>
                <a:lnTo>
                  <a:pt x="1681843" y="41712"/>
                </a:lnTo>
                <a:lnTo>
                  <a:pt x="1681362" y="41465"/>
                </a:lnTo>
                <a:lnTo>
                  <a:pt x="1680880" y="41225"/>
                </a:lnTo>
                <a:lnTo>
                  <a:pt x="1680396" y="40993"/>
                </a:lnTo>
                <a:lnTo>
                  <a:pt x="1679910" y="40770"/>
                </a:lnTo>
                <a:lnTo>
                  <a:pt x="1679423" y="40554"/>
                </a:lnTo>
                <a:lnTo>
                  <a:pt x="1678935" y="40347"/>
                </a:lnTo>
                <a:lnTo>
                  <a:pt x="1678445" y="40148"/>
                </a:lnTo>
                <a:lnTo>
                  <a:pt x="1677953" y="39957"/>
                </a:lnTo>
                <a:lnTo>
                  <a:pt x="1677460" y="39774"/>
                </a:lnTo>
                <a:lnTo>
                  <a:pt x="1676965" y="39599"/>
                </a:lnTo>
                <a:lnTo>
                  <a:pt x="1676469" y="39433"/>
                </a:lnTo>
                <a:lnTo>
                  <a:pt x="1675971" y="39274"/>
                </a:lnTo>
                <a:lnTo>
                  <a:pt x="1675472" y="39124"/>
                </a:lnTo>
                <a:lnTo>
                  <a:pt x="1674971" y="38981"/>
                </a:lnTo>
                <a:lnTo>
                  <a:pt x="1674468" y="38847"/>
                </a:lnTo>
                <a:lnTo>
                  <a:pt x="1673964" y="38721"/>
                </a:lnTo>
                <a:lnTo>
                  <a:pt x="1673459" y="38603"/>
                </a:lnTo>
                <a:lnTo>
                  <a:pt x="1672952" y="38493"/>
                </a:lnTo>
                <a:lnTo>
                  <a:pt x="1672443" y="38392"/>
                </a:lnTo>
                <a:lnTo>
                  <a:pt x="1671933" y="38298"/>
                </a:lnTo>
                <a:lnTo>
                  <a:pt x="1671430" y="38205"/>
                </a:lnTo>
                <a:lnTo>
                  <a:pt x="1670932" y="38116"/>
                </a:lnTo>
                <a:lnTo>
                  <a:pt x="1670438" y="38031"/>
                </a:lnTo>
                <a:lnTo>
                  <a:pt x="1669950" y="37950"/>
                </a:lnTo>
                <a:lnTo>
                  <a:pt x="1669466" y="37873"/>
                </a:lnTo>
                <a:lnTo>
                  <a:pt x="1668987" y="37800"/>
                </a:lnTo>
                <a:lnTo>
                  <a:pt x="1668512" y="37731"/>
                </a:lnTo>
                <a:lnTo>
                  <a:pt x="1668043" y="37666"/>
                </a:lnTo>
                <a:lnTo>
                  <a:pt x="1667579" y="37605"/>
                </a:lnTo>
                <a:lnTo>
                  <a:pt x="1667119" y="37547"/>
                </a:lnTo>
                <a:lnTo>
                  <a:pt x="1666664" y="37494"/>
                </a:lnTo>
                <a:lnTo>
                  <a:pt x="1666214" y="37445"/>
                </a:lnTo>
                <a:lnTo>
                  <a:pt x="1665769" y="37399"/>
                </a:lnTo>
                <a:lnTo>
                  <a:pt x="1665328" y="37358"/>
                </a:lnTo>
                <a:lnTo>
                  <a:pt x="1664893" y="37320"/>
                </a:lnTo>
                <a:lnTo>
                  <a:pt x="1664462" y="37287"/>
                </a:lnTo>
                <a:lnTo>
                  <a:pt x="1664036" y="37257"/>
                </a:lnTo>
                <a:lnTo>
                  <a:pt x="1663615" y="37232"/>
                </a:lnTo>
                <a:lnTo>
                  <a:pt x="1663199" y="37210"/>
                </a:lnTo>
                <a:lnTo>
                  <a:pt x="1662787" y="37192"/>
                </a:lnTo>
                <a:lnTo>
                  <a:pt x="1662380" y="37178"/>
                </a:lnTo>
                <a:lnTo>
                  <a:pt x="1661979" y="37168"/>
                </a:lnTo>
                <a:lnTo>
                  <a:pt x="1661582" y="37162"/>
                </a:lnTo>
                <a:lnTo>
                  <a:pt x="1661190" y="37160"/>
                </a:lnTo>
                <a:lnTo>
                  <a:pt x="1660578" y="37164"/>
                </a:lnTo>
                <a:lnTo>
                  <a:pt x="1659966" y="37174"/>
                </a:lnTo>
                <a:lnTo>
                  <a:pt x="1659353" y="37192"/>
                </a:lnTo>
                <a:lnTo>
                  <a:pt x="1658739" y="37217"/>
                </a:lnTo>
                <a:lnTo>
                  <a:pt x="1658124" y="37248"/>
                </a:lnTo>
                <a:lnTo>
                  <a:pt x="1657508" y="37287"/>
                </a:lnTo>
                <a:lnTo>
                  <a:pt x="1656892" y="37332"/>
                </a:lnTo>
                <a:lnTo>
                  <a:pt x="1656274" y="37385"/>
                </a:lnTo>
                <a:lnTo>
                  <a:pt x="1655656" y="37445"/>
                </a:lnTo>
                <a:lnTo>
                  <a:pt x="1655037" y="37512"/>
                </a:lnTo>
                <a:lnTo>
                  <a:pt x="1654416" y="37585"/>
                </a:lnTo>
                <a:lnTo>
                  <a:pt x="1653795" y="37666"/>
                </a:lnTo>
                <a:lnTo>
                  <a:pt x="1653174" y="37754"/>
                </a:lnTo>
                <a:lnTo>
                  <a:pt x="1652551" y="37849"/>
                </a:lnTo>
                <a:lnTo>
                  <a:pt x="1651927" y="37950"/>
                </a:lnTo>
                <a:lnTo>
                  <a:pt x="1651303" y="38059"/>
                </a:lnTo>
                <a:lnTo>
                  <a:pt x="1650677" y="38175"/>
                </a:lnTo>
                <a:lnTo>
                  <a:pt x="1650051" y="38298"/>
                </a:lnTo>
                <a:lnTo>
                  <a:pt x="1649424" y="38428"/>
                </a:lnTo>
                <a:lnTo>
                  <a:pt x="1648796" y="38565"/>
                </a:lnTo>
                <a:lnTo>
                  <a:pt x="1648167" y="38709"/>
                </a:lnTo>
                <a:lnTo>
                  <a:pt x="1647537" y="38860"/>
                </a:lnTo>
                <a:lnTo>
                  <a:pt x="1646906" y="39018"/>
                </a:lnTo>
                <a:lnTo>
                  <a:pt x="1646275" y="39183"/>
                </a:lnTo>
                <a:lnTo>
                  <a:pt x="1645650" y="39351"/>
                </a:lnTo>
                <a:lnTo>
                  <a:pt x="1645029" y="39530"/>
                </a:lnTo>
                <a:lnTo>
                  <a:pt x="1644413" y="39720"/>
                </a:lnTo>
                <a:lnTo>
                  <a:pt x="1643800" y="39920"/>
                </a:lnTo>
                <a:lnTo>
                  <a:pt x="1643191" y="40131"/>
                </a:lnTo>
                <a:lnTo>
                  <a:pt x="1642586" y="40352"/>
                </a:lnTo>
                <a:lnTo>
                  <a:pt x="1641985" y="40584"/>
                </a:lnTo>
                <a:lnTo>
                  <a:pt x="1641388" y="40826"/>
                </a:lnTo>
                <a:lnTo>
                  <a:pt x="1640794" y="41079"/>
                </a:lnTo>
                <a:lnTo>
                  <a:pt x="1640205" y="41342"/>
                </a:lnTo>
                <a:lnTo>
                  <a:pt x="1639620" y="41616"/>
                </a:lnTo>
                <a:lnTo>
                  <a:pt x="1639039" y="41900"/>
                </a:lnTo>
                <a:lnTo>
                  <a:pt x="1638461" y="42195"/>
                </a:lnTo>
                <a:lnTo>
                  <a:pt x="1637888" y="42501"/>
                </a:lnTo>
                <a:lnTo>
                  <a:pt x="1637319" y="42817"/>
                </a:lnTo>
                <a:lnTo>
                  <a:pt x="1636753" y="43143"/>
                </a:lnTo>
                <a:lnTo>
                  <a:pt x="1636192" y="43480"/>
                </a:lnTo>
                <a:lnTo>
                  <a:pt x="1635634" y="43828"/>
                </a:lnTo>
                <a:lnTo>
                  <a:pt x="1635080" y="44186"/>
                </a:lnTo>
                <a:lnTo>
                  <a:pt x="1634531" y="44555"/>
                </a:lnTo>
                <a:lnTo>
                  <a:pt x="1633985" y="44934"/>
                </a:lnTo>
                <a:lnTo>
                  <a:pt x="1633443" y="45323"/>
                </a:lnTo>
                <a:lnTo>
                  <a:pt x="1632905" y="45724"/>
                </a:lnTo>
                <a:lnTo>
                  <a:pt x="1632371" y="46135"/>
                </a:lnTo>
                <a:lnTo>
                  <a:pt x="1631849" y="46552"/>
                </a:lnTo>
                <a:lnTo>
                  <a:pt x="1631336" y="46983"/>
                </a:lnTo>
                <a:lnTo>
                  <a:pt x="1630831" y="47428"/>
                </a:lnTo>
                <a:lnTo>
                  <a:pt x="1630335" y="47886"/>
                </a:lnTo>
                <a:lnTo>
                  <a:pt x="1629848" y="48359"/>
                </a:lnTo>
                <a:lnTo>
                  <a:pt x="1629369" y="48844"/>
                </a:lnTo>
                <a:lnTo>
                  <a:pt x="1628900" y="49343"/>
                </a:lnTo>
                <a:lnTo>
                  <a:pt x="1628439" y="49856"/>
                </a:lnTo>
                <a:lnTo>
                  <a:pt x="1627987" y="50383"/>
                </a:lnTo>
                <a:lnTo>
                  <a:pt x="1627544" y="50923"/>
                </a:lnTo>
                <a:lnTo>
                  <a:pt x="1627109" y="51476"/>
                </a:lnTo>
                <a:lnTo>
                  <a:pt x="1626684" y="52044"/>
                </a:lnTo>
                <a:lnTo>
                  <a:pt x="1626267" y="52624"/>
                </a:lnTo>
                <a:lnTo>
                  <a:pt x="1625858" y="53219"/>
                </a:lnTo>
                <a:lnTo>
                  <a:pt x="1625459" y="53827"/>
                </a:lnTo>
                <a:lnTo>
                  <a:pt x="1625068" y="54449"/>
                </a:lnTo>
                <a:lnTo>
                  <a:pt x="1624687" y="55084"/>
                </a:lnTo>
                <a:lnTo>
                  <a:pt x="1624314" y="55733"/>
                </a:lnTo>
                <a:lnTo>
                  <a:pt x="1623949" y="56395"/>
                </a:lnTo>
                <a:lnTo>
                  <a:pt x="1623594" y="57071"/>
                </a:lnTo>
                <a:lnTo>
                  <a:pt x="1623247" y="57761"/>
                </a:lnTo>
                <a:lnTo>
                  <a:pt x="1622909" y="58464"/>
                </a:lnTo>
                <a:lnTo>
                  <a:pt x="1622580" y="59181"/>
                </a:lnTo>
                <a:lnTo>
                  <a:pt x="1622260" y="59912"/>
                </a:lnTo>
                <a:lnTo>
                  <a:pt x="1636416" y="64967"/>
                </a:lnTo>
                <a:lnTo>
                  <a:pt x="1636628" y="64526"/>
                </a:lnTo>
                <a:lnTo>
                  <a:pt x="1636852" y="64087"/>
                </a:lnTo>
                <a:lnTo>
                  <a:pt x="1637088" y="63650"/>
                </a:lnTo>
                <a:lnTo>
                  <a:pt x="1637338" y="63216"/>
                </a:lnTo>
                <a:lnTo>
                  <a:pt x="1637599" y="62783"/>
                </a:lnTo>
                <a:lnTo>
                  <a:pt x="1637874" y="62353"/>
                </a:lnTo>
                <a:lnTo>
                  <a:pt x="1638160" y="61925"/>
                </a:lnTo>
                <a:lnTo>
                  <a:pt x="1638459" y="61499"/>
                </a:lnTo>
                <a:lnTo>
                  <a:pt x="1638771" y="61075"/>
                </a:lnTo>
                <a:lnTo>
                  <a:pt x="1639095" y="60653"/>
                </a:lnTo>
                <a:lnTo>
                  <a:pt x="1639432" y="60234"/>
                </a:lnTo>
                <a:lnTo>
                  <a:pt x="1639781" y="59817"/>
                </a:lnTo>
                <a:lnTo>
                  <a:pt x="1640143" y="59402"/>
                </a:lnTo>
                <a:lnTo>
                  <a:pt x="1640517" y="58989"/>
                </a:lnTo>
                <a:lnTo>
                  <a:pt x="1640904" y="58579"/>
                </a:lnTo>
                <a:lnTo>
                  <a:pt x="1641303" y="58170"/>
                </a:lnTo>
                <a:lnTo>
                  <a:pt x="1641715" y="57764"/>
                </a:lnTo>
                <a:lnTo>
                  <a:pt x="1642139" y="57360"/>
                </a:lnTo>
                <a:lnTo>
                  <a:pt x="1642576" y="56958"/>
                </a:lnTo>
                <a:lnTo>
                  <a:pt x="1643026" y="56559"/>
                </a:lnTo>
                <a:lnTo>
                  <a:pt x="1643487" y="56161"/>
                </a:lnTo>
                <a:lnTo>
                  <a:pt x="1643962" y="55766"/>
                </a:lnTo>
                <a:lnTo>
                  <a:pt x="1644448" y="55373"/>
                </a:lnTo>
                <a:lnTo>
                  <a:pt x="1644948" y="54982"/>
                </a:lnTo>
                <a:lnTo>
                  <a:pt x="1645461" y="54601"/>
                </a:lnTo>
                <a:lnTo>
                  <a:pt x="1645991" y="54235"/>
                </a:lnTo>
                <a:lnTo>
                  <a:pt x="1646537" y="53886"/>
                </a:lnTo>
                <a:lnTo>
                  <a:pt x="1647098" y="53553"/>
                </a:lnTo>
                <a:lnTo>
                  <a:pt x="1647676" y="53237"/>
                </a:lnTo>
                <a:lnTo>
                  <a:pt x="1648270" y="52936"/>
                </a:lnTo>
                <a:lnTo>
                  <a:pt x="1648879" y="52652"/>
                </a:lnTo>
                <a:lnTo>
                  <a:pt x="1649505" y="52384"/>
                </a:lnTo>
                <a:lnTo>
                  <a:pt x="1650147" y="52132"/>
                </a:lnTo>
                <a:lnTo>
                  <a:pt x="1650805" y="51897"/>
                </a:lnTo>
                <a:lnTo>
                  <a:pt x="1651478" y="51678"/>
                </a:lnTo>
                <a:lnTo>
                  <a:pt x="1652168" y="51475"/>
                </a:lnTo>
                <a:lnTo>
                  <a:pt x="1652874" y="51288"/>
                </a:lnTo>
                <a:lnTo>
                  <a:pt x="1653596" y="51117"/>
                </a:lnTo>
                <a:lnTo>
                  <a:pt x="1654334" y="50963"/>
                </a:lnTo>
                <a:lnTo>
                  <a:pt x="1655087" y="50825"/>
                </a:lnTo>
                <a:lnTo>
                  <a:pt x="1655857" y="50703"/>
                </a:lnTo>
                <a:lnTo>
                  <a:pt x="1656643" y="50598"/>
                </a:lnTo>
                <a:lnTo>
                  <a:pt x="1657445" y="50509"/>
                </a:lnTo>
                <a:lnTo>
                  <a:pt x="1658263" y="50435"/>
                </a:lnTo>
                <a:lnTo>
                  <a:pt x="1659097" y="50379"/>
                </a:lnTo>
                <a:lnTo>
                  <a:pt x="1659947" y="50338"/>
                </a:lnTo>
                <a:lnTo>
                  <a:pt x="1660813" y="50314"/>
                </a:lnTo>
                <a:lnTo>
                  <a:pt x="1661695" y="50306"/>
                </a:lnTo>
                <a:lnTo>
                  <a:pt x="1662544" y="50315"/>
                </a:lnTo>
                <a:lnTo>
                  <a:pt x="1663376" y="50342"/>
                </a:lnTo>
                <a:lnTo>
                  <a:pt x="1664188" y="50387"/>
                </a:lnTo>
                <a:lnTo>
                  <a:pt x="1664983" y="50450"/>
                </a:lnTo>
                <a:lnTo>
                  <a:pt x="1665760" y="50530"/>
                </a:lnTo>
                <a:lnTo>
                  <a:pt x="1666518" y="50629"/>
                </a:lnTo>
                <a:lnTo>
                  <a:pt x="1667258" y="50746"/>
                </a:lnTo>
                <a:lnTo>
                  <a:pt x="1667980" y="50881"/>
                </a:lnTo>
                <a:lnTo>
                  <a:pt x="1668683" y="51034"/>
                </a:lnTo>
                <a:lnTo>
                  <a:pt x="1669369" y="51205"/>
                </a:lnTo>
                <a:lnTo>
                  <a:pt x="1670036" y="51394"/>
                </a:lnTo>
                <a:lnTo>
                  <a:pt x="1670685" y="51601"/>
                </a:lnTo>
                <a:lnTo>
                  <a:pt x="1671316" y="51826"/>
                </a:lnTo>
                <a:lnTo>
                  <a:pt x="1671928" y="52069"/>
                </a:lnTo>
                <a:lnTo>
                  <a:pt x="1672523" y="52330"/>
                </a:lnTo>
                <a:lnTo>
                  <a:pt x="1673099" y="52609"/>
                </a:lnTo>
                <a:lnTo>
                  <a:pt x="1673657" y="52906"/>
                </a:lnTo>
                <a:lnTo>
                  <a:pt x="1674197" y="53221"/>
                </a:lnTo>
                <a:lnTo>
                  <a:pt x="1674718" y="53553"/>
                </a:lnTo>
                <a:lnTo>
                  <a:pt x="1675221" y="53904"/>
                </a:lnTo>
                <a:lnTo>
                  <a:pt x="1675706" y="54273"/>
                </a:lnTo>
                <a:lnTo>
                  <a:pt x="1676173" y="54660"/>
                </a:lnTo>
                <a:lnTo>
                  <a:pt x="1676622" y="55065"/>
                </a:lnTo>
                <a:lnTo>
                  <a:pt x="1677052" y="55488"/>
                </a:lnTo>
                <a:lnTo>
                  <a:pt x="1677470" y="55927"/>
                </a:lnTo>
                <a:lnTo>
                  <a:pt x="1677870" y="56380"/>
                </a:lnTo>
                <a:lnTo>
                  <a:pt x="1678252" y="56849"/>
                </a:lnTo>
                <a:lnTo>
                  <a:pt x="1678616" y="57331"/>
                </a:lnTo>
                <a:lnTo>
                  <a:pt x="1678963" y="57828"/>
                </a:lnTo>
                <a:lnTo>
                  <a:pt x="1679292" y="58340"/>
                </a:lnTo>
                <a:lnTo>
                  <a:pt x="1679603" y="58866"/>
                </a:lnTo>
                <a:lnTo>
                  <a:pt x="1679896" y="59406"/>
                </a:lnTo>
                <a:lnTo>
                  <a:pt x="1680172" y="59961"/>
                </a:lnTo>
                <a:lnTo>
                  <a:pt x="1680429" y="60530"/>
                </a:lnTo>
                <a:lnTo>
                  <a:pt x="1680669" y="61114"/>
                </a:lnTo>
                <a:lnTo>
                  <a:pt x="1680892" y="61713"/>
                </a:lnTo>
                <a:lnTo>
                  <a:pt x="1681096" y="62326"/>
                </a:lnTo>
                <a:lnTo>
                  <a:pt x="1681283" y="62953"/>
                </a:lnTo>
                <a:lnTo>
                  <a:pt x="1681451" y="63595"/>
                </a:lnTo>
                <a:lnTo>
                  <a:pt x="1681602" y="64251"/>
                </a:lnTo>
                <a:lnTo>
                  <a:pt x="1681736" y="64922"/>
                </a:lnTo>
                <a:lnTo>
                  <a:pt x="1681851" y="65607"/>
                </a:lnTo>
                <a:lnTo>
                  <a:pt x="1681949" y="66307"/>
                </a:lnTo>
                <a:lnTo>
                  <a:pt x="1682029" y="67021"/>
                </a:lnTo>
                <a:lnTo>
                  <a:pt x="1682091" y="67750"/>
                </a:lnTo>
                <a:lnTo>
                  <a:pt x="1682136" y="68493"/>
                </a:lnTo>
                <a:lnTo>
                  <a:pt x="1682162" y="69251"/>
                </a:lnTo>
                <a:lnTo>
                  <a:pt x="1682171" y="70023"/>
                </a:lnTo>
                <a:lnTo>
                  <a:pt x="1682171" y="70529"/>
                </a:lnTo>
                <a:lnTo>
                  <a:pt x="1682167" y="70825"/>
                </a:lnTo>
                <a:lnTo>
                  <a:pt x="1682153" y="71114"/>
                </a:lnTo>
                <a:lnTo>
                  <a:pt x="1682131" y="71396"/>
                </a:lnTo>
                <a:lnTo>
                  <a:pt x="1682099" y="71670"/>
                </a:lnTo>
                <a:lnTo>
                  <a:pt x="1682059" y="71937"/>
                </a:lnTo>
                <a:lnTo>
                  <a:pt x="1682009" y="72196"/>
                </a:lnTo>
                <a:lnTo>
                  <a:pt x="1681951" y="72447"/>
                </a:lnTo>
                <a:lnTo>
                  <a:pt x="1681883" y="72692"/>
                </a:lnTo>
                <a:lnTo>
                  <a:pt x="1681807" y="72928"/>
                </a:lnTo>
                <a:lnTo>
                  <a:pt x="1681721" y="73158"/>
                </a:lnTo>
                <a:lnTo>
                  <a:pt x="1681627" y="73380"/>
                </a:lnTo>
                <a:lnTo>
                  <a:pt x="1681524" y="73594"/>
                </a:lnTo>
                <a:lnTo>
                  <a:pt x="1681411" y="73801"/>
                </a:lnTo>
                <a:lnTo>
                  <a:pt x="1681290" y="74000"/>
                </a:lnTo>
                <a:lnTo>
                  <a:pt x="1681159" y="74192"/>
                </a:lnTo>
                <a:lnTo>
                  <a:pt x="1681020" y="74377"/>
                </a:lnTo>
                <a:lnTo>
                  <a:pt x="1680871" y="74554"/>
                </a:lnTo>
                <a:lnTo>
                  <a:pt x="1680714" y="74724"/>
                </a:lnTo>
                <a:lnTo>
                  <a:pt x="1680547" y="74886"/>
                </a:lnTo>
                <a:lnTo>
                  <a:pt x="1680372" y="75041"/>
                </a:lnTo>
                <a:lnTo>
                  <a:pt x="1680188" y="75188"/>
                </a:lnTo>
                <a:lnTo>
                  <a:pt x="1679994" y="75328"/>
                </a:lnTo>
                <a:lnTo>
                  <a:pt x="1679792" y="75460"/>
                </a:lnTo>
                <a:lnTo>
                  <a:pt x="1679580" y="75585"/>
                </a:lnTo>
                <a:lnTo>
                  <a:pt x="1679364" y="75704"/>
                </a:lnTo>
                <a:lnTo>
                  <a:pt x="1679138" y="75821"/>
                </a:lnTo>
                <a:lnTo>
                  <a:pt x="1678901" y="75935"/>
                </a:lnTo>
                <a:lnTo>
                  <a:pt x="1678653" y="76046"/>
                </a:lnTo>
                <a:lnTo>
                  <a:pt x="1678395" y="76155"/>
                </a:lnTo>
                <a:lnTo>
                  <a:pt x="1678127" y="76260"/>
                </a:lnTo>
                <a:lnTo>
                  <a:pt x="1677848" y="76363"/>
                </a:lnTo>
                <a:lnTo>
                  <a:pt x="1677558" y="76462"/>
                </a:lnTo>
                <a:lnTo>
                  <a:pt x="1677258" y="76559"/>
                </a:lnTo>
                <a:lnTo>
                  <a:pt x="1676947" y="76653"/>
                </a:lnTo>
                <a:lnTo>
                  <a:pt x="1676626" y="76745"/>
                </a:lnTo>
                <a:lnTo>
                  <a:pt x="1676294" y="76833"/>
                </a:lnTo>
                <a:lnTo>
                  <a:pt x="1675952" y="76918"/>
                </a:lnTo>
                <a:lnTo>
                  <a:pt x="1675599" y="77001"/>
                </a:lnTo>
                <a:lnTo>
                  <a:pt x="1675235" y="77081"/>
                </a:lnTo>
                <a:lnTo>
                  <a:pt x="1674861" y="77158"/>
                </a:lnTo>
                <a:lnTo>
                  <a:pt x="1674477" y="77232"/>
                </a:lnTo>
                <a:lnTo>
                  <a:pt x="1674082" y="77303"/>
                </a:lnTo>
                <a:lnTo>
                  <a:pt x="1673677" y="77371"/>
                </a:lnTo>
                <a:lnTo>
                  <a:pt x="1673260" y="77437"/>
                </a:lnTo>
                <a:lnTo>
                  <a:pt x="1672834" y="77499"/>
                </a:lnTo>
                <a:lnTo>
                  <a:pt x="1672397" y="77559"/>
                </a:lnTo>
                <a:lnTo>
                  <a:pt x="1671949" y="77616"/>
                </a:lnTo>
                <a:lnTo>
                  <a:pt x="1671491" y="77670"/>
                </a:lnTo>
                <a:lnTo>
                  <a:pt x="1671027" y="77719"/>
                </a:lnTo>
                <a:lnTo>
                  <a:pt x="1670551" y="77769"/>
                </a:lnTo>
                <a:lnTo>
                  <a:pt x="1670064" y="77821"/>
                </a:lnTo>
                <a:lnTo>
                  <a:pt x="1669565" y="77876"/>
                </a:lnTo>
                <a:lnTo>
                  <a:pt x="1669055" y="77932"/>
                </a:lnTo>
                <a:lnTo>
                  <a:pt x="1668532" y="77990"/>
                </a:lnTo>
                <a:lnTo>
                  <a:pt x="1667999" y="78050"/>
                </a:lnTo>
                <a:lnTo>
                  <a:pt x="1667453" y="78113"/>
                </a:lnTo>
                <a:lnTo>
                  <a:pt x="1666896" y="78177"/>
                </a:lnTo>
                <a:lnTo>
                  <a:pt x="1666327" y="78243"/>
                </a:lnTo>
                <a:lnTo>
                  <a:pt x="1665747" y="78311"/>
                </a:lnTo>
                <a:lnTo>
                  <a:pt x="1665155" y="78381"/>
                </a:lnTo>
                <a:lnTo>
                  <a:pt x="1664552" y="78453"/>
                </a:lnTo>
                <a:lnTo>
                  <a:pt x="1663936" y="78527"/>
                </a:lnTo>
                <a:lnTo>
                  <a:pt x="1663310" y="78603"/>
                </a:lnTo>
                <a:lnTo>
                  <a:pt x="1662671" y="78681"/>
                </a:lnTo>
                <a:lnTo>
                  <a:pt x="1662021" y="78761"/>
                </a:lnTo>
                <a:lnTo>
                  <a:pt x="1661359" y="78843"/>
                </a:lnTo>
                <a:lnTo>
                  <a:pt x="1660686" y="78927"/>
                </a:lnTo>
                <a:lnTo>
                  <a:pt x="1660001" y="79013"/>
                </a:lnTo>
                <a:lnTo>
                  <a:pt x="1659304" y="79101"/>
                </a:lnTo>
                <a:lnTo>
                  <a:pt x="1658596" y="79191"/>
                </a:lnTo>
                <a:lnTo>
                  <a:pt x="1657876" y="79283"/>
                </a:lnTo>
                <a:lnTo>
                  <a:pt x="1657145" y="79377"/>
                </a:lnTo>
                <a:lnTo>
                  <a:pt x="1656581" y="79451"/>
                </a:lnTo>
                <a:lnTo>
                  <a:pt x="1656018" y="79528"/>
                </a:lnTo>
                <a:lnTo>
                  <a:pt x="1655455" y="79608"/>
                </a:lnTo>
                <a:lnTo>
                  <a:pt x="1654893" y="79689"/>
                </a:lnTo>
                <a:lnTo>
                  <a:pt x="1654330" y="79773"/>
                </a:lnTo>
                <a:lnTo>
                  <a:pt x="1653768" y="79859"/>
                </a:lnTo>
                <a:lnTo>
                  <a:pt x="1653206" y="79947"/>
                </a:lnTo>
                <a:lnTo>
                  <a:pt x="1652644" y="80037"/>
                </a:lnTo>
                <a:lnTo>
                  <a:pt x="1652082" y="80129"/>
                </a:lnTo>
                <a:lnTo>
                  <a:pt x="1651521" y="80224"/>
                </a:lnTo>
                <a:lnTo>
                  <a:pt x="1650960" y="80320"/>
                </a:lnTo>
                <a:lnTo>
                  <a:pt x="1650399" y="80419"/>
                </a:lnTo>
                <a:lnTo>
                  <a:pt x="1649838" y="80521"/>
                </a:lnTo>
                <a:lnTo>
                  <a:pt x="1649277" y="80624"/>
                </a:lnTo>
                <a:lnTo>
                  <a:pt x="1648717" y="80729"/>
                </a:lnTo>
                <a:lnTo>
                  <a:pt x="1648157" y="80837"/>
                </a:lnTo>
                <a:lnTo>
                  <a:pt x="1647597" y="80947"/>
                </a:lnTo>
                <a:lnTo>
                  <a:pt x="1647037" y="81059"/>
                </a:lnTo>
                <a:lnTo>
                  <a:pt x="1646478" y="81174"/>
                </a:lnTo>
                <a:lnTo>
                  <a:pt x="1645919" y="81290"/>
                </a:lnTo>
                <a:lnTo>
                  <a:pt x="1645360" y="81409"/>
                </a:lnTo>
                <a:lnTo>
                  <a:pt x="1644801" y="81530"/>
                </a:lnTo>
                <a:lnTo>
                  <a:pt x="1644242" y="81653"/>
                </a:lnTo>
                <a:lnTo>
                  <a:pt x="1643684" y="81778"/>
                </a:lnTo>
                <a:lnTo>
                  <a:pt x="1643133" y="81902"/>
                </a:lnTo>
                <a:lnTo>
                  <a:pt x="1642586" y="82031"/>
                </a:lnTo>
                <a:lnTo>
                  <a:pt x="1642043" y="82165"/>
                </a:lnTo>
                <a:lnTo>
                  <a:pt x="1641503" y="82305"/>
                </a:lnTo>
                <a:lnTo>
                  <a:pt x="1640968" y="82450"/>
                </a:lnTo>
                <a:lnTo>
                  <a:pt x="1640437" y="82600"/>
                </a:lnTo>
                <a:lnTo>
                  <a:pt x="1639910" y="82755"/>
                </a:lnTo>
                <a:lnTo>
                  <a:pt x="1639386" y="82916"/>
                </a:lnTo>
                <a:lnTo>
                  <a:pt x="1638867" y="83082"/>
                </a:lnTo>
                <a:lnTo>
                  <a:pt x="1638351" y="83253"/>
                </a:lnTo>
                <a:lnTo>
                  <a:pt x="1637840" y="83429"/>
                </a:lnTo>
                <a:lnTo>
                  <a:pt x="1637332" y="83611"/>
                </a:lnTo>
                <a:lnTo>
                  <a:pt x="1636829" y="83798"/>
                </a:lnTo>
                <a:lnTo>
                  <a:pt x="1636329" y="83990"/>
                </a:lnTo>
                <a:lnTo>
                  <a:pt x="1635833" y="84188"/>
                </a:lnTo>
                <a:lnTo>
                  <a:pt x="1635342" y="84390"/>
                </a:lnTo>
                <a:lnTo>
                  <a:pt x="1634854" y="84598"/>
                </a:lnTo>
                <a:lnTo>
                  <a:pt x="1634370" y="84812"/>
                </a:lnTo>
                <a:lnTo>
                  <a:pt x="1633890" y="85030"/>
                </a:lnTo>
                <a:lnTo>
                  <a:pt x="1633414" y="85254"/>
                </a:lnTo>
                <a:lnTo>
                  <a:pt x="1632942" y="85483"/>
                </a:lnTo>
                <a:lnTo>
                  <a:pt x="1632474" y="85717"/>
                </a:lnTo>
                <a:lnTo>
                  <a:pt x="1632010" y="85957"/>
                </a:lnTo>
                <a:lnTo>
                  <a:pt x="1631550" y="86202"/>
                </a:lnTo>
                <a:lnTo>
                  <a:pt x="1631095" y="86453"/>
                </a:lnTo>
                <a:lnTo>
                  <a:pt x="1630649" y="86713"/>
                </a:lnTo>
                <a:lnTo>
                  <a:pt x="1630210" y="86980"/>
                </a:lnTo>
                <a:lnTo>
                  <a:pt x="1629778" y="87255"/>
                </a:lnTo>
                <a:lnTo>
                  <a:pt x="1629355" y="87538"/>
                </a:lnTo>
                <a:lnTo>
                  <a:pt x="1628939" y="87829"/>
                </a:lnTo>
                <a:lnTo>
                  <a:pt x="1628531" y="88128"/>
                </a:lnTo>
                <a:lnTo>
                  <a:pt x="1628130" y="88435"/>
                </a:lnTo>
                <a:lnTo>
                  <a:pt x="1627737" y="88750"/>
                </a:lnTo>
                <a:lnTo>
                  <a:pt x="1627352" y="89072"/>
                </a:lnTo>
                <a:lnTo>
                  <a:pt x="1626974" y="89403"/>
                </a:lnTo>
                <a:lnTo>
                  <a:pt x="1626605" y="89741"/>
                </a:lnTo>
                <a:lnTo>
                  <a:pt x="1626242" y="90087"/>
                </a:lnTo>
                <a:lnTo>
                  <a:pt x="1625888" y="90442"/>
                </a:lnTo>
                <a:lnTo>
                  <a:pt x="1625541" y="90804"/>
                </a:lnTo>
                <a:lnTo>
                  <a:pt x="1625202" y="91174"/>
                </a:lnTo>
                <a:lnTo>
                  <a:pt x="1624870" y="91551"/>
                </a:lnTo>
                <a:lnTo>
                  <a:pt x="1624547" y="91937"/>
                </a:lnTo>
                <a:lnTo>
                  <a:pt x="1624231" y="92331"/>
                </a:lnTo>
                <a:lnTo>
                  <a:pt x="1623922" y="92732"/>
                </a:lnTo>
                <a:lnTo>
                  <a:pt x="1623621" y="93142"/>
                </a:lnTo>
                <a:lnTo>
                  <a:pt x="1623328" y="93559"/>
                </a:lnTo>
                <a:lnTo>
                  <a:pt x="1623043" y="93985"/>
                </a:lnTo>
                <a:lnTo>
                  <a:pt x="1622765" y="94418"/>
                </a:lnTo>
                <a:lnTo>
                  <a:pt x="1622497" y="94855"/>
                </a:lnTo>
                <a:lnTo>
                  <a:pt x="1622240" y="95303"/>
                </a:lnTo>
                <a:lnTo>
                  <a:pt x="1621995" y="95763"/>
                </a:lnTo>
                <a:lnTo>
                  <a:pt x="1621761" y="96233"/>
                </a:lnTo>
                <a:lnTo>
                  <a:pt x="1621539" y="96714"/>
                </a:lnTo>
                <a:lnTo>
                  <a:pt x="1621327" y="97206"/>
                </a:lnTo>
                <a:lnTo>
                  <a:pt x="1621128" y="97710"/>
                </a:lnTo>
                <a:lnTo>
                  <a:pt x="1620939" y="98224"/>
                </a:lnTo>
                <a:lnTo>
                  <a:pt x="1620763" y="98749"/>
                </a:lnTo>
                <a:lnTo>
                  <a:pt x="1620597" y="99285"/>
                </a:lnTo>
                <a:lnTo>
                  <a:pt x="1620443" y="99832"/>
                </a:lnTo>
                <a:lnTo>
                  <a:pt x="1620300" y="100390"/>
                </a:lnTo>
                <a:lnTo>
                  <a:pt x="1620169" y="100959"/>
                </a:lnTo>
                <a:lnTo>
                  <a:pt x="1620049" y="101539"/>
                </a:lnTo>
                <a:lnTo>
                  <a:pt x="1619941" y="102130"/>
                </a:lnTo>
                <a:lnTo>
                  <a:pt x="1619844" y="102732"/>
                </a:lnTo>
                <a:lnTo>
                  <a:pt x="1619758" y="103345"/>
                </a:lnTo>
                <a:lnTo>
                  <a:pt x="1619684" y="103969"/>
                </a:lnTo>
                <a:lnTo>
                  <a:pt x="1619622" y="104603"/>
                </a:lnTo>
                <a:lnTo>
                  <a:pt x="1619570" y="105249"/>
                </a:lnTo>
                <a:lnTo>
                  <a:pt x="1619530" y="105906"/>
                </a:lnTo>
                <a:lnTo>
                  <a:pt x="1619502" y="106574"/>
                </a:lnTo>
                <a:lnTo>
                  <a:pt x="1619485" y="107252"/>
                </a:lnTo>
                <a:lnTo>
                  <a:pt x="1619479" y="107942"/>
                </a:lnTo>
                <a:lnTo>
                  <a:pt x="1619487" y="108727"/>
                </a:lnTo>
                <a:lnTo>
                  <a:pt x="1619510" y="109503"/>
                </a:lnTo>
                <a:lnTo>
                  <a:pt x="1619548" y="110269"/>
                </a:lnTo>
                <a:lnTo>
                  <a:pt x="1619602" y="111025"/>
                </a:lnTo>
                <a:lnTo>
                  <a:pt x="1619671" y="111771"/>
                </a:lnTo>
                <a:lnTo>
                  <a:pt x="1619755" y="112508"/>
                </a:lnTo>
                <a:lnTo>
                  <a:pt x="1619855" y="113235"/>
                </a:lnTo>
                <a:lnTo>
                  <a:pt x="1619970" y="113953"/>
                </a:lnTo>
                <a:lnTo>
                  <a:pt x="1620101" y="114661"/>
                </a:lnTo>
                <a:lnTo>
                  <a:pt x="1620247" y="115359"/>
                </a:lnTo>
                <a:lnTo>
                  <a:pt x="1620408" y="116048"/>
                </a:lnTo>
                <a:lnTo>
                  <a:pt x="1620585" y="116727"/>
                </a:lnTo>
                <a:lnTo>
                  <a:pt x="1620777" y="117396"/>
                </a:lnTo>
                <a:lnTo>
                  <a:pt x="1620984" y="118056"/>
                </a:lnTo>
                <a:lnTo>
                  <a:pt x="1621207" y="118705"/>
                </a:lnTo>
                <a:lnTo>
                  <a:pt x="1621445" y="119346"/>
                </a:lnTo>
                <a:lnTo>
                  <a:pt x="1621699" y="119976"/>
                </a:lnTo>
                <a:lnTo>
                  <a:pt x="1621967" y="120597"/>
                </a:lnTo>
                <a:lnTo>
                  <a:pt x="1622252" y="121209"/>
                </a:lnTo>
                <a:lnTo>
                  <a:pt x="1622551" y="121811"/>
                </a:lnTo>
                <a:lnTo>
                  <a:pt x="1622866" y="122403"/>
                </a:lnTo>
                <a:lnTo>
                  <a:pt x="1623196" y="122985"/>
                </a:lnTo>
                <a:lnTo>
                  <a:pt x="1623542" y="123558"/>
                </a:lnTo>
                <a:lnTo>
                  <a:pt x="1623903" y="124121"/>
                </a:lnTo>
                <a:lnTo>
                  <a:pt x="1624277" y="124668"/>
                </a:lnTo>
                <a:lnTo>
                  <a:pt x="1624662" y="125205"/>
                </a:lnTo>
                <a:lnTo>
                  <a:pt x="1625057" y="125731"/>
                </a:lnTo>
                <a:lnTo>
                  <a:pt x="1625463" y="126247"/>
                </a:lnTo>
                <a:lnTo>
                  <a:pt x="1625880" y="126751"/>
                </a:lnTo>
                <a:lnTo>
                  <a:pt x="1626308" y="127245"/>
                </a:lnTo>
                <a:lnTo>
                  <a:pt x="1626747" y="127728"/>
                </a:lnTo>
                <a:lnTo>
                  <a:pt x="1627196" y="128201"/>
                </a:lnTo>
                <a:lnTo>
                  <a:pt x="1627656" y="128662"/>
                </a:lnTo>
                <a:lnTo>
                  <a:pt x="1628127" y="129113"/>
                </a:lnTo>
                <a:lnTo>
                  <a:pt x="1628609" y="129553"/>
                </a:lnTo>
                <a:lnTo>
                  <a:pt x="1629101" y="129982"/>
                </a:lnTo>
                <a:lnTo>
                  <a:pt x="1629604" y="130401"/>
                </a:lnTo>
                <a:lnTo>
                  <a:pt x="1630118" y="130809"/>
                </a:lnTo>
                <a:lnTo>
                  <a:pt x="1630642" y="131206"/>
                </a:lnTo>
                <a:lnTo>
                  <a:pt x="1631178" y="131592"/>
                </a:lnTo>
                <a:lnTo>
                  <a:pt x="1631724" y="131968"/>
                </a:lnTo>
                <a:lnTo>
                  <a:pt x="1632280" y="132333"/>
                </a:lnTo>
                <a:lnTo>
                  <a:pt x="1632848" y="132687"/>
                </a:lnTo>
                <a:lnTo>
                  <a:pt x="1633426" y="133030"/>
                </a:lnTo>
                <a:lnTo>
                  <a:pt x="1634015" y="133362"/>
                </a:lnTo>
                <a:lnTo>
                  <a:pt x="1634615" y="133684"/>
                </a:lnTo>
                <a:lnTo>
                  <a:pt x="1635226" y="133995"/>
                </a:lnTo>
                <a:lnTo>
                  <a:pt x="1635847" y="134296"/>
                </a:lnTo>
                <a:lnTo>
                  <a:pt x="1636477" y="134579"/>
                </a:lnTo>
                <a:lnTo>
                  <a:pt x="1637112" y="134851"/>
                </a:lnTo>
                <a:lnTo>
                  <a:pt x="1637754" y="135110"/>
                </a:lnTo>
                <a:lnTo>
                  <a:pt x="1638401" y="135358"/>
                </a:lnTo>
                <a:lnTo>
                  <a:pt x="1639055" y="135593"/>
                </a:lnTo>
                <a:lnTo>
                  <a:pt x="1639714" y="135816"/>
                </a:lnTo>
                <a:lnTo>
                  <a:pt x="1640379" y="136028"/>
                </a:lnTo>
                <a:lnTo>
                  <a:pt x="1641050" y="136227"/>
                </a:lnTo>
                <a:lnTo>
                  <a:pt x="1641728" y="136414"/>
                </a:lnTo>
                <a:lnTo>
                  <a:pt x="1642411" y="136589"/>
                </a:lnTo>
                <a:lnTo>
                  <a:pt x="1643099" y="136752"/>
                </a:lnTo>
                <a:lnTo>
                  <a:pt x="1643794" y="136903"/>
                </a:lnTo>
                <a:lnTo>
                  <a:pt x="1644495" y="137041"/>
                </a:lnTo>
                <a:lnTo>
                  <a:pt x="1645202" y="137168"/>
                </a:lnTo>
                <a:lnTo>
                  <a:pt x="1645914" y="137283"/>
                </a:lnTo>
                <a:lnTo>
                  <a:pt x="1646633" y="137385"/>
                </a:lnTo>
                <a:lnTo>
                  <a:pt x="1647357" y="137476"/>
                </a:lnTo>
                <a:lnTo>
                  <a:pt x="1648088" y="137554"/>
                </a:lnTo>
                <a:lnTo>
                  <a:pt x="1648824" y="137621"/>
                </a:lnTo>
                <a:lnTo>
                  <a:pt x="1649566" y="137675"/>
                </a:lnTo>
                <a:lnTo>
                  <a:pt x="1650315" y="137717"/>
                </a:lnTo>
                <a:lnTo>
                  <a:pt x="1651069" y="137747"/>
                </a:lnTo>
                <a:lnTo>
                  <a:pt x="1651829" y="137765"/>
                </a:lnTo>
                <a:lnTo>
                  <a:pt x="1652595" y="137772"/>
                </a:lnTo>
                <a:lnTo>
                  <a:pt x="1653296" y="137767"/>
                </a:lnTo>
                <a:lnTo>
                  <a:pt x="1653988" y="137754"/>
                </a:lnTo>
                <a:lnTo>
                  <a:pt x="1654671" y="137732"/>
                </a:lnTo>
                <a:lnTo>
                  <a:pt x="1655346" y="137701"/>
                </a:lnTo>
                <a:lnTo>
                  <a:pt x="1656011" y="137662"/>
                </a:lnTo>
                <a:lnTo>
                  <a:pt x="1656667" y="137614"/>
                </a:lnTo>
                <a:close/>
                <a:moveTo>
                  <a:pt x="1650608" y="124129"/>
                </a:moveTo>
                <a:lnTo>
                  <a:pt x="1649935" y="124040"/>
                </a:lnTo>
                <a:lnTo>
                  <a:pt x="1649273" y="123938"/>
                </a:lnTo>
                <a:lnTo>
                  <a:pt x="1648622" y="123823"/>
                </a:lnTo>
                <a:lnTo>
                  <a:pt x="1647982" y="123693"/>
                </a:lnTo>
                <a:lnTo>
                  <a:pt x="1647352" y="123550"/>
                </a:lnTo>
                <a:lnTo>
                  <a:pt x="1646733" y="123394"/>
                </a:lnTo>
                <a:lnTo>
                  <a:pt x="1646125" y="123224"/>
                </a:lnTo>
                <a:lnTo>
                  <a:pt x="1645527" y="123040"/>
                </a:lnTo>
                <a:lnTo>
                  <a:pt x="1644941" y="122843"/>
                </a:lnTo>
                <a:lnTo>
                  <a:pt x="1644365" y="122632"/>
                </a:lnTo>
                <a:lnTo>
                  <a:pt x="1643800" y="122408"/>
                </a:lnTo>
                <a:lnTo>
                  <a:pt x="1643245" y="122170"/>
                </a:lnTo>
                <a:lnTo>
                  <a:pt x="1642702" y="121918"/>
                </a:lnTo>
                <a:lnTo>
                  <a:pt x="1642169" y="121653"/>
                </a:lnTo>
                <a:lnTo>
                  <a:pt x="1641647" y="121374"/>
                </a:lnTo>
                <a:lnTo>
                  <a:pt x="1641135" y="121081"/>
                </a:lnTo>
                <a:lnTo>
                  <a:pt x="1640635" y="120775"/>
                </a:lnTo>
                <a:lnTo>
                  <a:pt x="1640145" y="120455"/>
                </a:lnTo>
                <a:lnTo>
                  <a:pt x="1639675" y="120117"/>
                </a:lnTo>
                <a:lnTo>
                  <a:pt x="1639226" y="119765"/>
                </a:lnTo>
                <a:lnTo>
                  <a:pt x="1638797" y="119401"/>
                </a:lnTo>
                <a:lnTo>
                  <a:pt x="1638388" y="119023"/>
                </a:lnTo>
                <a:lnTo>
                  <a:pt x="1637998" y="118632"/>
                </a:lnTo>
                <a:lnTo>
                  <a:pt x="1637629" y="118228"/>
                </a:lnTo>
                <a:lnTo>
                  <a:pt x="1637279" y="117810"/>
                </a:lnTo>
                <a:lnTo>
                  <a:pt x="1636950" y="117380"/>
                </a:lnTo>
                <a:lnTo>
                  <a:pt x="1636640" y="116936"/>
                </a:lnTo>
                <a:lnTo>
                  <a:pt x="1636351" y="116479"/>
                </a:lnTo>
                <a:lnTo>
                  <a:pt x="1636081" y="116009"/>
                </a:lnTo>
                <a:lnTo>
                  <a:pt x="1635832" y="115526"/>
                </a:lnTo>
                <a:lnTo>
                  <a:pt x="1635602" y="115029"/>
                </a:lnTo>
                <a:lnTo>
                  <a:pt x="1635392" y="114520"/>
                </a:lnTo>
                <a:lnTo>
                  <a:pt x="1635202" y="113997"/>
                </a:lnTo>
                <a:lnTo>
                  <a:pt x="1635033" y="113461"/>
                </a:lnTo>
                <a:lnTo>
                  <a:pt x="1634883" y="112912"/>
                </a:lnTo>
                <a:lnTo>
                  <a:pt x="1634753" y="112350"/>
                </a:lnTo>
                <a:lnTo>
                  <a:pt x="1634643" y="111775"/>
                </a:lnTo>
                <a:lnTo>
                  <a:pt x="1634554" y="111186"/>
                </a:lnTo>
                <a:lnTo>
                  <a:pt x="1634484" y="110585"/>
                </a:lnTo>
                <a:lnTo>
                  <a:pt x="1634434" y="109970"/>
                </a:lnTo>
                <a:lnTo>
                  <a:pt x="1634404" y="109342"/>
                </a:lnTo>
                <a:lnTo>
                  <a:pt x="1634394" y="108700"/>
                </a:lnTo>
                <a:lnTo>
                  <a:pt x="1634399" y="108231"/>
                </a:lnTo>
                <a:lnTo>
                  <a:pt x="1634415" y="107769"/>
                </a:lnTo>
                <a:lnTo>
                  <a:pt x="1634441" y="107316"/>
                </a:lnTo>
                <a:lnTo>
                  <a:pt x="1634478" y="106871"/>
                </a:lnTo>
                <a:lnTo>
                  <a:pt x="1634525" y="106435"/>
                </a:lnTo>
                <a:lnTo>
                  <a:pt x="1634583" y="106007"/>
                </a:lnTo>
                <a:lnTo>
                  <a:pt x="1634652" y="105587"/>
                </a:lnTo>
                <a:lnTo>
                  <a:pt x="1634731" y="105175"/>
                </a:lnTo>
                <a:lnTo>
                  <a:pt x="1634820" y="104772"/>
                </a:lnTo>
                <a:lnTo>
                  <a:pt x="1634920" y="104378"/>
                </a:lnTo>
                <a:lnTo>
                  <a:pt x="1635031" y="103991"/>
                </a:lnTo>
                <a:lnTo>
                  <a:pt x="1635152" y="103613"/>
                </a:lnTo>
                <a:lnTo>
                  <a:pt x="1635284" y="103243"/>
                </a:lnTo>
                <a:lnTo>
                  <a:pt x="1635426" y="102882"/>
                </a:lnTo>
                <a:lnTo>
                  <a:pt x="1635579" y="102529"/>
                </a:lnTo>
                <a:lnTo>
                  <a:pt x="1635742" y="102184"/>
                </a:lnTo>
                <a:lnTo>
                  <a:pt x="1635916" y="101848"/>
                </a:lnTo>
                <a:lnTo>
                  <a:pt x="1636100" y="101520"/>
                </a:lnTo>
                <a:lnTo>
                  <a:pt x="1636295" y="101200"/>
                </a:lnTo>
                <a:lnTo>
                  <a:pt x="1636500" y="100889"/>
                </a:lnTo>
                <a:lnTo>
                  <a:pt x="1636716" y="100585"/>
                </a:lnTo>
                <a:lnTo>
                  <a:pt x="1636943" y="100291"/>
                </a:lnTo>
                <a:lnTo>
                  <a:pt x="1637180" y="100004"/>
                </a:lnTo>
                <a:lnTo>
                  <a:pt x="1637427" y="99726"/>
                </a:lnTo>
                <a:lnTo>
                  <a:pt x="1637689" y="99450"/>
                </a:lnTo>
                <a:lnTo>
                  <a:pt x="1637957" y="99180"/>
                </a:lnTo>
                <a:lnTo>
                  <a:pt x="1638231" y="98916"/>
                </a:lnTo>
                <a:lnTo>
                  <a:pt x="1638512" y="98657"/>
                </a:lnTo>
                <a:lnTo>
                  <a:pt x="1638800" y="98405"/>
                </a:lnTo>
                <a:lnTo>
                  <a:pt x="1639094" y="98158"/>
                </a:lnTo>
                <a:lnTo>
                  <a:pt x="1639395" y="97918"/>
                </a:lnTo>
                <a:lnTo>
                  <a:pt x="1639702" y="97683"/>
                </a:lnTo>
                <a:lnTo>
                  <a:pt x="1640016" y="97454"/>
                </a:lnTo>
                <a:lnTo>
                  <a:pt x="1640337" y="97231"/>
                </a:lnTo>
                <a:lnTo>
                  <a:pt x="1640664" y="97014"/>
                </a:lnTo>
                <a:lnTo>
                  <a:pt x="1640998" y="96803"/>
                </a:lnTo>
                <a:lnTo>
                  <a:pt x="1641338" y="96598"/>
                </a:lnTo>
                <a:lnTo>
                  <a:pt x="1641685" y="96399"/>
                </a:lnTo>
                <a:lnTo>
                  <a:pt x="1642039" y="96206"/>
                </a:lnTo>
                <a:lnTo>
                  <a:pt x="1642399" y="96019"/>
                </a:lnTo>
                <a:lnTo>
                  <a:pt x="1642766" y="95837"/>
                </a:lnTo>
                <a:lnTo>
                  <a:pt x="1643139" y="95662"/>
                </a:lnTo>
                <a:lnTo>
                  <a:pt x="1643519" y="95492"/>
                </a:lnTo>
                <a:lnTo>
                  <a:pt x="1643905" y="95329"/>
                </a:lnTo>
                <a:lnTo>
                  <a:pt x="1644298" y="95171"/>
                </a:lnTo>
                <a:lnTo>
                  <a:pt x="1644698" y="95019"/>
                </a:lnTo>
                <a:lnTo>
                  <a:pt x="1645104" y="94874"/>
                </a:lnTo>
                <a:lnTo>
                  <a:pt x="1645517" y="94734"/>
                </a:lnTo>
                <a:lnTo>
                  <a:pt x="1645939" y="94593"/>
                </a:lnTo>
                <a:lnTo>
                  <a:pt x="1646364" y="94456"/>
                </a:lnTo>
                <a:lnTo>
                  <a:pt x="1646792" y="94322"/>
                </a:lnTo>
                <a:lnTo>
                  <a:pt x="1647223" y="94191"/>
                </a:lnTo>
                <a:lnTo>
                  <a:pt x="1647656" y="94064"/>
                </a:lnTo>
                <a:lnTo>
                  <a:pt x="1648092" y="93940"/>
                </a:lnTo>
                <a:lnTo>
                  <a:pt x="1648530" y="93819"/>
                </a:lnTo>
                <a:lnTo>
                  <a:pt x="1648971" y="93701"/>
                </a:lnTo>
                <a:lnTo>
                  <a:pt x="1649415" y="93587"/>
                </a:lnTo>
                <a:lnTo>
                  <a:pt x="1649861" y="93476"/>
                </a:lnTo>
                <a:lnTo>
                  <a:pt x="1650310" y="93369"/>
                </a:lnTo>
                <a:lnTo>
                  <a:pt x="1650762" y="93264"/>
                </a:lnTo>
                <a:lnTo>
                  <a:pt x="1651216" y="93163"/>
                </a:lnTo>
                <a:lnTo>
                  <a:pt x="1651673" y="93066"/>
                </a:lnTo>
                <a:lnTo>
                  <a:pt x="1652133" y="92971"/>
                </a:lnTo>
                <a:lnTo>
                  <a:pt x="1652595" y="92880"/>
                </a:lnTo>
                <a:lnTo>
                  <a:pt x="1653059" y="92792"/>
                </a:lnTo>
                <a:lnTo>
                  <a:pt x="1653527" y="92707"/>
                </a:lnTo>
                <a:lnTo>
                  <a:pt x="1653997" y="92626"/>
                </a:lnTo>
                <a:lnTo>
                  <a:pt x="1654470" y="92548"/>
                </a:lnTo>
                <a:lnTo>
                  <a:pt x="1654945" y="92473"/>
                </a:lnTo>
                <a:lnTo>
                  <a:pt x="1655423" y="92402"/>
                </a:lnTo>
                <a:lnTo>
                  <a:pt x="1655903" y="92334"/>
                </a:lnTo>
                <a:lnTo>
                  <a:pt x="1656387" y="92269"/>
                </a:lnTo>
                <a:lnTo>
                  <a:pt x="1656589" y="92242"/>
                </a:lnTo>
                <a:lnTo>
                  <a:pt x="1656797" y="92215"/>
                </a:lnTo>
                <a:lnTo>
                  <a:pt x="1657010" y="92188"/>
                </a:lnTo>
                <a:lnTo>
                  <a:pt x="1657227" y="92160"/>
                </a:lnTo>
                <a:lnTo>
                  <a:pt x="1657450" y="92132"/>
                </a:lnTo>
                <a:lnTo>
                  <a:pt x="1657678" y="92103"/>
                </a:lnTo>
                <a:lnTo>
                  <a:pt x="1657911" y="92074"/>
                </a:lnTo>
                <a:lnTo>
                  <a:pt x="1658149" y="92044"/>
                </a:lnTo>
                <a:lnTo>
                  <a:pt x="1658392" y="92014"/>
                </a:lnTo>
                <a:lnTo>
                  <a:pt x="1658640" y="91984"/>
                </a:lnTo>
                <a:lnTo>
                  <a:pt x="1658893" y="91953"/>
                </a:lnTo>
                <a:lnTo>
                  <a:pt x="1659151" y="91921"/>
                </a:lnTo>
                <a:lnTo>
                  <a:pt x="1659415" y="91890"/>
                </a:lnTo>
                <a:lnTo>
                  <a:pt x="1659683" y="91857"/>
                </a:lnTo>
                <a:lnTo>
                  <a:pt x="1659956" y="91825"/>
                </a:lnTo>
                <a:lnTo>
                  <a:pt x="1660235" y="91792"/>
                </a:lnTo>
                <a:lnTo>
                  <a:pt x="1660518" y="91758"/>
                </a:lnTo>
                <a:lnTo>
                  <a:pt x="1660806" y="91724"/>
                </a:lnTo>
                <a:lnTo>
                  <a:pt x="1661100" y="91689"/>
                </a:lnTo>
                <a:lnTo>
                  <a:pt x="1661398" y="91655"/>
                </a:lnTo>
                <a:lnTo>
                  <a:pt x="1661702" y="91619"/>
                </a:lnTo>
                <a:lnTo>
                  <a:pt x="1662011" y="91583"/>
                </a:lnTo>
                <a:lnTo>
                  <a:pt x="1662324" y="91547"/>
                </a:lnTo>
                <a:lnTo>
                  <a:pt x="1662643" y="91511"/>
                </a:lnTo>
                <a:lnTo>
                  <a:pt x="1662970" y="91468"/>
                </a:lnTo>
                <a:lnTo>
                  <a:pt x="1663297" y="91425"/>
                </a:lnTo>
                <a:lnTo>
                  <a:pt x="1663626" y="91382"/>
                </a:lnTo>
                <a:lnTo>
                  <a:pt x="1663954" y="91339"/>
                </a:lnTo>
                <a:lnTo>
                  <a:pt x="1664284" y="91294"/>
                </a:lnTo>
                <a:lnTo>
                  <a:pt x="1664614" y="91250"/>
                </a:lnTo>
                <a:lnTo>
                  <a:pt x="1664945" y="91205"/>
                </a:lnTo>
                <a:lnTo>
                  <a:pt x="1665276" y="91160"/>
                </a:lnTo>
                <a:lnTo>
                  <a:pt x="1665608" y="91114"/>
                </a:lnTo>
                <a:lnTo>
                  <a:pt x="1665941" y="91067"/>
                </a:lnTo>
                <a:lnTo>
                  <a:pt x="1666275" y="91021"/>
                </a:lnTo>
                <a:lnTo>
                  <a:pt x="1666609" y="90973"/>
                </a:lnTo>
                <a:lnTo>
                  <a:pt x="1666944" y="90926"/>
                </a:lnTo>
                <a:lnTo>
                  <a:pt x="1667279" y="90878"/>
                </a:lnTo>
                <a:lnTo>
                  <a:pt x="1667615" y="90829"/>
                </a:lnTo>
                <a:lnTo>
                  <a:pt x="1667952" y="90780"/>
                </a:lnTo>
                <a:lnTo>
                  <a:pt x="1668289" y="90731"/>
                </a:lnTo>
                <a:lnTo>
                  <a:pt x="1668627" y="90681"/>
                </a:lnTo>
                <a:lnTo>
                  <a:pt x="1668966" y="90631"/>
                </a:lnTo>
                <a:lnTo>
                  <a:pt x="1669305" y="90580"/>
                </a:lnTo>
                <a:lnTo>
                  <a:pt x="1669645" y="90529"/>
                </a:lnTo>
                <a:lnTo>
                  <a:pt x="1669986" y="90478"/>
                </a:lnTo>
                <a:lnTo>
                  <a:pt x="1670327" y="90426"/>
                </a:lnTo>
                <a:lnTo>
                  <a:pt x="1670669" y="90373"/>
                </a:lnTo>
                <a:lnTo>
                  <a:pt x="1671015" y="90315"/>
                </a:lnTo>
                <a:lnTo>
                  <a:pt x="1671358" y="90256"/>
                </a:lnTo>
                <a:lnTo>
                  <a:pt x="1671696" y="90196"/>
                </a:lnTo>
                <a:lnTo>
                  <a:pt x="1672032" y="90136"/>
                </a:lnTo>
                <a:lnTo>
                  <a:pt x="1672363" y="90075"/>
                </a:lnTo>
                <a:lnTo>
                  <a:pt x="1672692" y="90014"/>
                </a:lnTo>
                <a:lnTo>
                  <a:pt x="1673016" y="89951"/>
                </a:lnTo>
                <a:lnTo>
                  <a:pt x="1673338" y="89889"/>
                </a:lnTo>
                <a:lnTo>
                  <a:pt x="1673655" y="89825"/>
                </a:lnTo>
                <a:lnTo>
                  <a:pt x="1673970" y="89761"/>
                </a:lnTo>
                <a:lnTo>
                  <a:pt x="1674280" y="89696"/>
                </a:lnTo>
                <a:lnTo>
                  <a:pt x="1674588" y="89630"/>
                </a:lnTo>
                <a:lnTo>
                  <a:pt x="1674891" y="89564"/>
                </a:lnTo>
                <a:lnTo>
                  <a:pt x="1675192" y="89498"/>
                </a:lnTo>
                <a:lnTo>
                  <a:pt x="1675488" y="89430"/>
                </a:lnTo>
                <a:lnTo>
                  <a:pt x="1675781" y="89362"/>
                </a:lnTo>
                <a:lnTo>
                  <a:pt x="1676071" y="89293"/>
                </a:lnTo>
                <a:lnTo>
                  <a:pt x="1676357" y="89224"/>
                </a:lnTo>
                <a:lnTo>
                  <a:pt x="1676640" y="89154"/>
                </a:lnTo>
                <a:lnTo>
                  <a:pt x="1676919" y="89083"/>
                </a:lnTo>
                <a:lnTo>
                  <a:pt x="1677194" y="89011"/>
                </a:lnTo>
                <a:lnTo>
                  <a:pt x="1677467" y="88939"/>
                </a:lnTo>
                <a:lnTo>
                  <a:pt x="1677735" y="88867"/>
                </a:lnTo>
                <a:lnTo>
                  <a:pt x="1678000" y="88793"/>
                </a:lnTo>
                <a:lnTo>
                  <a:pt x="1678265" y="88714"/>
                </a:lnTo>
                <a:lnTo>
                  <a:pt x="1678522" y="88634"/>
                </a:lnTo>
                <a:lnTo>
                  <a:pt x="1678771" y="88553"/>
                </a:lnTo>
                <a:lnTo>
                  <a:pt x="1679011" y="88472"/>
                </a:lnTo>
                <a:lnTo>
                  <a:pt x="1679244" y="88390"/>
                </a:lnTo>
                <a:lnTo>
                  <a:pt x="1679470" y="88307"/>
                </a:lnTo>
                <a:lnTo>
                  <a:pt x="1679687" y="88224"/>
                </a:lnTo>
                <a:lnTo>
                  <a:pt x="1679896" y="88140"/>
                </a:lnTo>
                <a:lnTo>
                  <a:pt x="1680098" y="88055"/>
                </a:lnTo>
                <a:lnTo>
                  <a:pt x="1680291" y="87970"/>
                </a:lnTo>
                <a:lnTo>
                  <a:pt x="1680477" y="87884"/>
                </a:lnTo>
                <a:lnTo>
                  <a:pt x="1680655" y="87798"/>
                </a:lnTo>
                <a:lnTo>
                  <a:pt x="1680824" y="87711"/>
                </a:lnTo>
                <a:lnTo>
                  <a:pt x="1680986" y="87623"/>
                </a:lnTo>
                <a:lnTo>
                  <a:pt x="1681140" y="87534"/>
                </a:lnTo>
                <a:lnTo>
                  <a:pt x="1681287" y="87445"/>
                </a:lnTo>
                <a:lnTo>
                  <a:pt x="1681425" y="87355"/>
                </a:lnTo>
                <a:lnTo>
                  <a:pt x="1681555" y="87265"/>
                </a:lnTo>
                <a:lnTo>
                  <a:pt x="1681678" y="87173"/>
                </a:lnTo>
                <a:lnTo>
                  <a:pt x="1681792" y="87082"/>
                </a:lnTo>
                <a:lnTo>
                  <a:pt x="1681899" y="86989"/>
                </a:lnTo>
                <a:lnTo>
                  <a:pt x="1681997" y="86896"/>
                </a:lnTo>
                <a:lnTo>
                  <a:pt x="1682088" y="86802"/>
                </a:lnTo>
                <a:lnTo>
                  <a:pt x="1682171" y="86708"/>
                </a:lnTo>
                <a:lnTo>
                  <a:pt x="1682171" y="100358"/>
                </a:lnTo>
                <a:lnTo>
                  <a:pt x="1682166" y="100863"/>
                </a:lnTo>
                <a:lnTo>
                  <a:pt x="1682149" y="101366"/>
                </a:lnTo>
                <a:lnTo>
                  <a:pt x="1682122" y="101866"/>
                </a:lnTo>
                <a:lnTo>
                  <a:pt x="1682084" y="102365"/>
                </a:lnTo>
                <a:lnTo>
                  <a:pt x="1682034" y="102862"/>
                </a:lnTo>
                <a:lnTo>
                  <a:pt x="1681974" y="103356"/>
                </a:lnTo>
                <a:lnTo>
                  <a:pt x="1681902" y="103849"/>
                </a:lnTo>
                <a:lnTo>
                  <a:pt x="1681820" y="104340"/>
                </a:lnTo>
                <a:lnTo>
                  <a:pt x="1681727" y="104829"/>
                </a:lnTo>
                <a:lnTo>
                  <a:pt x="1681623" y="105315"/>
                </a:lnTo>
                <a:lnTo>
                  <a:pt x="1681508" y="105800"/>
                </a:lnTo>
                <a:lnTo>
                  <a:pt x="1681381" y="106283"/>
                </a:lnTo>
                <a:lnTo>
                  <a:pt x="1681244" y="106764"/>
                </a:lnTo>
                <a:lnTo>
                  <a:pt x="1681096" y="107243"/>
                </a:lnTo>
                <a:lnTo>
                  <a:pt x="1680937" y="107720"/>
                </a:lnTo>
                <a:lnTo>
                  <a:pt x="1680767" y="108195"/>
                </a:lnTo>
                <a:lnTo>
                  <a:pt x="1680586" y="108668"/>
                </a:lnTo>
                <a:lnTo>
                  <a:pt x="1680394" y="109139"/>
                </a:lnTo>
                <a:lnTo>
                  <a:pt x="1680191" y="109608"/>
                </a:lnTo>
                <a:lnTo>
                  <a:pt x="1679977" y="110075"/>
                </a:lnTo>
                <a:lnTo>
                  <a:pt x="1679752" y="110540"/>
                </a:lnTo>
                <a:lnTo>
                  <a:pt x="1679516" y="111003"/>
                </a:lnTo>
                <a:lnTo>
                  <a:pt x="1679269" y="111464"/>
                </a:lnTo>
                <a:lnTo>
                  <a:pt x="1679011" y="111924"/>
                </a:lnTo>
                <a:lnTo>
                  <a:pt x="1678748" y="112378"/>
                </a:lnTo>
                <a:lnTo>
                  <a:pt x="1678474" y="112826"/>
                </a:lnTo>
                <a:lnTo>
                  <a:pt x="1678190" y="113267"/>
                </a:lnTo>
                <a:lnTo>
                  <a:pt x="1677895" y="113700"/>
                </a:lnTo>
                <a:lnTo>
                  <a:pt x="1677589" y="114127"/>
                </a:lnTo>
                <a:lnTo>
                  <a:pt x="1677273" y="114546"/>
                </a:lnTo>
                <a:lnTo>
                  <a:pt x="1676947" y="114959"/>
                </a:lnTo>
                <a:lnTo>
                  <a:pt x="1676610" y="115364"/>
                </a:lnTo>
                <a:lnTo>
                  <a:pt x="1676262" y="115763"/>
                </a:lnTo>
                <a:lnTo>
                  <a:pt x="1675904" y="116154"/>
                </a:lnTo>
                <a:lnTo>
                  <a:pt x="1675536" y="116539"/>
                </a:lnTo>
                <a:lnTo>
                  <a:pt x="1675156" y="116916"/>
                </a:lnTo>
                <a:lnTo>
                  <a:pt x="1674767" y="117287"/>
                </a:lnTo>
                <a:lnTo>
                  <a:pt x="1674366" y="117650"/>
                </a:lnTo>
                <a:lnTo>
                  <a:pt x="1673956" y="118006"/>
                </a:lnTo>
                <a:lnTo>
                  <a:pt x="1673534" y="118356"/>
                </a:lnTo>
                <a:lnTo>
                  <a:pt x="1673102" y="118698"/>
                </a:lnTo>
                <a:lnTo>
                  <a:pt x="1672660" y="119033"/>
                </a:lnTo>
                <a:lnTo>
                  <a:pt x="1672207" y="119362"/>
                </a:lnTo>
                <a:lnTo>
                  <a:pt x="1671744" y="119683"/>
                </a:lnTo>
                <a:lnTo>
                  <a:pt x="1671270" y="119997"/>
                </a:lnTo>
                <a:lnTo>
                  <a:pt x="1670785" y="120304"/>
                </a:lnTo>
                <a:lnTo>
                  <a:pt x="1670290" y="120605"/>
                </a:lnTo>
                <a:lnTo>
                  <a:pt x="1669785" y="120898"/>
                </a:lnTo>
                <a:lnTo>
                  <a:pt x="1669274" y="121181"/>
                </a:lnTo>
                <a:lnTo>
                  <a:pt x="1668754" y="121453"/>
                </a:lnTo>
                <a:lnTo>
                  <a:pt x="1668224" y="121712"/>
                </a:lnTo>
                <a:lnTo>
                  <a:pt x="1667685" y="121960"/>
                </a:lnTo>
                <a:lnTo>
                  <a:pt x="1667136" y="122195"/>
                </a:lnTo>
                <a:lnTo>
                  <a:pt x="1666577" y="122418"/>
                </a:lnTo>
                <a:lnTo>
                  <a:pt x="1666009" y="122630"/>
                </a:lnTo>
                <a:lnTo>
                  <a:pt x="1665431" y="122829"/>
                </a:lnTo>
                <a:lnTo>
                  <a:pt x="1664843" y="123016"/>
                </a:lnTo>
                <a:lnTo>
                  <a:pt x="1664246" y="123191"/>
                </a:lnTo>
                <a:lnTo>
                  <a:pt x="1663639" y="123354"/>
                </a:lnTo>
                <a:lnTo>
                  <a:pt x="1663022" y="123505"/>
                </a:lnTo>
                <a:lnTo>
                  <a:pt x="1662396" y="123643"/>
                </a:lnTo>
                <a:lnTo>
                  <a:pt x="1661760" y="123770"/>
                </a:lnTo>
                <a:lnTo>
                  <a:pt x="1661115" y="123885"/>
                </a:lnTo>
                <a:lnTo>
                  <a:pt x="1660459" y="123987"/>
                </a:lnTo>
                <a:lnTo>
                  <a:pt x="1659794" y="124078"/>
                </a:lnTo>
                <a:lnTo>
                  <a:pt x="1659120" y="124156"/>
                </a:lnTo>
                <a:lnTo>
                  <a:pt x="1658436" y="124223"/>
                </a:lnTo>
                <a:lnTo>
                  <a:pt x="1657742" y="124277"/>
                </a:lnTo>
                <a:lnTo>
                  <a:pt x="1657038" y="124319"/>
                </a:lnTo>
                <a:lnTo>
                  <a:pt x="1656325" y="124349"/>
                </a:lnTo>
                <a:lnTo>
                  <a:pt x="1655602" y="124368"/>
                </a:lnTo>
                <a:lnTo>
                  <a:pt x="1654870" y="124374"/>
                </a:lnTo>
                <a:lnTo>
                  <a:pt x="1654133" y="124367"/>
                </a:lnTo>
                <a:lnTo>
                  <a:pt x="1653406" y="124346"/>
                </a:lnTo>
                <a:lnTo>
                  <a:pt x="1652690" y="124312"/>
                </a:lnTo>
                <a:lnTo>
                  <a:pt x="1651985" y="124265"/>
                </a:lnTo>
                <a:lnTo>
                  <a:pt x="1651291" y="124204"/>
                </a:lnTo>
                <a:lnTo>
                  <a:pt x="1650608" y="124129"/>
                </a:lnTo>
                <a:close/>
                <a:moveTo>
                  <a:pt x="886802" y="100843"/>
                </a:moveTo>
                <a:lnTo>
                  <a:pt x="886699" y="101517"/>
                </a:lnTo>
                <a:lnTo>
                  <a:pt x="886581" y="102180"/>
                </a:lnTo>
                <a:lnTo>
                  <a:pt x="886450" y="102832"/>
                </a:lnTo>
                <a:lnTo>
                  <a:pt x="886305" y="103473"/>
                </a:lnTo>
                <a:lnTo>
                  <a:pt x="886146" y="104103"/>
                </a:lnTo>
                <a:lnTo>
                  <a:pt x="885973" y="104721"/>
                </a:lnTo>
                <a:lnTo>
                  <a:pt x="885786" y="105329"/>
                </a:lnTo>
                <a:lnTo>
                  <a:pt x="885586" y="105925"/>
                </a:lnTo>
                <a:lnTo>
                  <a:pt x="885372" y="106510"/>
                </a:lnTo>
                <a:lnTo>
                  <a:pt x="885143" y="107083"/>
                </a:lnTo>
                <a:lnTo>
                  <a:pt x="884902" y="107646"/>
                </a:lnTo>
                <a:lnTo>
                  <a:pt x="884646" y="108197"/>
                </a:lnTo>
                <a:lnTo>
                  <a:pt x="884376" y="108737"/>
                </a:lnTo>
                <a:lnTo>
                  <a:pt x="884093" y="109266"/>
                </a:lnTo>
                <a:lnTo>
                  <a:pt x="883796" y="109784"/>
                </a:lnTo>
                <a:lnTo>
                  <a:pt x="883485" y="110291"/>
                </a:lnTo>
                <a:lnTo>
                  <a:pt x="883160" y="110786"/>
                </a:lnTo>
                <a:lnTo>
                  <a:pt x="882830" y="111271"/>
                </a:lnTo>
                <a:lnTo>
                  <a:pt x="882494" y="111744"/>
                </a:lnTo>
                <a:lnTo>
                  <a:pt x="882151" y="112208"/>
                </a:lnTo>
                <a:lnTo>
                  <a:pt x="881801" y="112661"/>
                </a:lnTo>
                <a:lnTo>
                  <a:pt x="881445" y="113103"/>
                </a:lnTo>
                <a:lnTo>
                  <a:pt x="881082" y="113535"/>
                </a:lnTo>
                <a:lnTo>
                  <a:pt x="880713" y="113956"/>
                </a:lnTo>
                <a:lnTo>
                  <a:pt x="880337" y="114367"/>
                </a:lnTo>
                <a:lnTo>
                  <a:pt x="879954" y="114767"/>
                </a:lnTo>
                <a:lnTo>
                  <a:pt x="879565" y="115157"/>
                </a:lnTo>
                <a:lnTo>
                  <a:pt x="879170" y="115536"/>
                </a:lnTo>
                <a:lnTo>
                  <a:pt x="878767" y="115905"/>
                </a:lnTo>
                <a:lnTo>
                  <a:pt x="878359" y="116263"/>
                </a:lnTo>
                <a:lnTo>
                  <a:pt x="877943" y="116611"/>
                </a:lnTo>
                <a:lnTo>
                  <a:pt x="877521" y="116948"/>
                </a:lnTo>
                <a:lnTo>
                  <a:pt x="877093" y="117274"/>
                </a:lnTo>
                <a:lnTo>
                  <a:pt x="876658" y="117590"/>
                </a:lnTo>
                <a:lnTo>
                  <a:pt x="876216" y="117896"/>
                </a:lnTo>
                <a:lnTo>
                  <a:pt x="875768" y="118191"/>
                </a:lnTo>
                <a:lnTo>
                  <a:pt x="875313" y="118475"/>
                </a:lnTo>
                <a:lnTo>
                  <a:pt x="874851" y="118749"/>
                </a:lnTo>
                <a:lnTo>
                  <a:pt x="874383" y="119012"/>
                </a:lnTo>
                <a:lnTo>
                  <a:pt x="873908" y="119265"/>
                </a:lnTo>
                <a:lnTo>
                  <a:pt x="873427" y="119507"/>
                </a:lnTo>
                <a:lnTo>
                  <a:pt x="872948" y="119739"/>
                </a:lnTo>
                <a:lnTo>
                  <a:pt x="872470" y="119962"/>
                </a:lnTo>
                <a:lnTo>
                  <a:pt x="871992" y="120174"/>
                </a:lnTo>
                <a:lnTo>
                  <a:pt x="871515" y="120376"/>
                </a:lnTo>
                <a:lnTo>
                  <a:pt x="871039" y="120569"/>
                </a:lnTo>
                <a:lnTo>
                  <a:pt x="870564" y="120752"/>
                </a:lnTo>
                <a:lnTo>
                  <a:pt x="870089" y="120924"/>
                </a:lnTo>
                <a:lnTo>
                  <a:pt x="869614" y="121087"/>
                </a:lnTo>
                <a:lnTo>
                  <a:pt x="869141" y="121240"/>
                </a:lnTo>
                <a:lnTo>
                  <a:pt x="868668" y="121384"/>
                </a:lnTo>
                <a:lnTo>
                  <a:pt x="868195" y="121517"/>
                </a:lnTo>
                <a:lnTo>
                  <a:pt x="867724" y="121640"/>
                </a:lnTo>
                <a:lnTo>
                  <a:pt x="867253" y="121754"/>
                </a:lnTo>
                <a:lnTo>
                  <a:pt x="866782" y="121857"/>
                </a:lnTo>
                <a:lnTo>
                  <a:pt x="866312" y="121951"/>
                </a:lnTo>
                <a:lnTo>
                  <a:pt x="865843" y="122035"/>
                </a:lnTo>
                <a:lnTo>
                  <a:pt x="865375" y="122109"/>
                </a:lnTo>
                <a:lnTo>
                  <a:pt x="864907" y="122173"/>
                </a:lnTo>
                <a:lnTo>
                  <a:pt x="864440" y="122228"/>
                </a:lnTo>
                <a:lnTo>
                  <a:pt x="863974" y="122272"/>
                </a:lnTo>
                <a:lnTo>
                  <a:pt x="863508" y="122307"/>
                </a:lnTo>
                <a:lnTo>
                  <a:pt x="863043" y="122331"/>
                </a:lnTo>
                <a:lnTo>
                  <a:pt x="862579" y="122346"/>
                </a:lnTo>
                <a:lnTo>
                  <a:pt x="862115" y="122351"/>
                </a:lnTo>
                <a:lnTo>
                  <a:pt x="861346" y="122340"/>
                </a:lnTo>
                <a:lnTo>
                  <a:pt x="860589" y="122307"/>
                </a:lnTo>
                <a:lnTo>
                  <a:pt x="859844" y="122252"/>
                </a:lnTo>
                <a:lnTo>
                  <a:pt x="859109" y="122176"/>
                </a:lnTo>
                <a:lnTo>
                  <a:pt x="858387" y="122077"/>
                </a:lnTo>
                <a:lnTo>
                  <a:pt x="857675" y="121956"/>
                </a:lnTo>
                <a:lnTo>
                  <a:pt x="856975" y="121814"/>
                </a:lnTo>
                <a:lnTo>
                  <a:pt x="856287" y="121649"/>
                </a:lnTo>
                <a:lnTo>
                  <a:pt x="855609" y="121463"/>
                </a:lnTo>
                <a:lnTo>
                  <a:pt x="854944" y="121254"/>
                </a:lnTo>
                <a:lnTo>
                  <a:pt x="854289" y="121024"/>
                </a:lnTo>
                <a:lnTo>
                  <a:pt x="853646" y="120771"/>
                </a:lnTo>
                <a:lnTo>
                  <a:pt x="853015" y="120497"/>
                </a:lnTo>
                <a:lnTo>
                  <a:pt x="852395" y="120201"/>
                </a:lnTo>
                <a:lnTo>
                  <a:pt x="851786" y="119883"/>
                </a:lnTo>
                <a:lnTo>
                  <a:pt x="851189" y="119542"/>
                </a:lnTo>
                <a:lnTo>
                  <a:pt x="850603" y="119180"/>
                </a:lnTo>
                <a:lnTo>
                  <a:pt x="850028" y="118796"/>
                </a:lnTo>
                <a:lnTo>
                  <a:pt x="849465" y="118390"/>
                </a:lnTo>
                <a:lnTo>
                  <a:pt x="848913" y="117962"/>
                </a:lnTo>
                <a:lnTo>
                  <a:pt x="848373" y="117513"/>
                </a:lnTo>
                <a:lnTo>
                  <a:pt x="847844" y="117041"/>
                </a:lnTo>
                <a:lnTo>
                  <a:pt x="847327" y="116547"/>
                </a:lnTo>
                <a:lnTo>
                  <a:pt x="846821" y="116031"/>
                </a:lnTo>
                <a:lnTo>
                  <a:pt x="846336" y="115497"/>
                </a:lnTo>
                <a:lnTo>
                  <a:pt x="845872" y="114948"/>
                </a:lnTo>
                <a:lnTo>
                  <a:pt x="845429" y="114384"/>
                </a:lnTo>
                <a:lnTo>
                  <a:pt x="845006" y="113805"/>
                </a:lnTo>
                <a:lnTo>
                  <a:pt x="844603" y="113212"/>
                </a:lnTo>
                <a:lnTo>
                  <a:pt x="844222" y="112603"/>
                </a:lnTo>
                <a:lnTo>
                  <a:pt x="843861" y="111979"/>
                </a:lnTo>
                <a:lnTo>
                  <a:pt x="843521" y="111341"/>
                </a:lnTo>
                <a:lnTo>
                  <a:pt x="843201" y="110687"/>
                </a:lnTo>
                <a:lnTo>
                  <a:pt x="842902" y="110019"/>
                </a:lnTo>
                <a:lnTo>
                  <a:pt x="842623" y="109336"/>
                </a:lnTo>
                <a:lnTo>
                  <a:pt x="842365" y="108637"/>
                </a:lnTo>
                <a:lnTo>
                  <a:pt x="842128" y="107924"/>
                </a:lnTo>
                <a:lnTo>
                  <a:pt x="841912" y="107196"/>
                </a:lnTo>
                <a:lnTo>
                  <a:pt x="841716" y="106453"/>
                </a:lnTo>
                <a:lnTo>
                  <a:pt x="841540" y="105695"/>
                </a:lnTo>
                <a:lnTo>
                  <a:pt x="841386" y="104922"/>
                </a:lnTo>
                <a:lnTo>
                  <a:pt x="841252" y="104134"/>
                </a:lnTo>
                <a:lnTo>
                  <a:pt x="841138" y="103332"/>
                </a:lnTo>
                <a:lnTo>
                  <a:pt x="841045" y="102514"/>
                </a:lnTo>
                <a:lnTo>
                  <a:pt x="840973" y="101682"/>
                </a:lnTo>
                <a:lnTo>
                  <a:pt x="840922" y="100834"/>
                </a:lnTo>
                <a:lnTo>
                  <a:pt x="840891" y="99972"/>
                </a:lnTo>
                <a:lnTo>
                  <a:pt x="840880" y="99094"/>
                </a:lnTo>
                <a:lnTo>
                  <a:pt x="840880" y="38424"/>
                </a:lnTo>
                <a:lnTo>
                  <a:pt x="825966" y="38424"/>
                </a:lnTo>
                <a:lnTo>
                  <a:pt x="825966" y="100106"/>
                </a:lnTo>
                <a:lnTo>
                  <a:pt x="825973" y="101130"/>
                </a:lnTo>
                <a:lnTo>
                  <a:pt x="825994" y="102141"/>
                </a:lnTo>
                <a:lnTo>
                  <a:pt x="826029" y="103136"/>
                </a:lnTo>
                <a:lnTo>
                  <a:pt x="826078" y="104117"/>
                </a:lnTo>
                <a:lnTo>
                  <a:pt x="826141" y="105083"/>
                </a:lnTo>
                <a:lnTo>
                  <a:pt x="826218" y="106034"/>
                </a:lnTo>
                <a:lnTo>
                  <a:pt x="826310" y="106971"/>
                </a:lnTo>
                <a:lnTo>
                  <a:pt x="826415" y="107893"/>
                </a:lnTo>
                <a:lnTo>
                  <a:pt x="826534" y="108800"/>
                </a:lnTo>
                <a:lnTo>
                  <a:pt x="826668" y="109693"/>
                </a:lnTo>
                <a:lnTo>
                  <a:pt x="826815" y="110571"/>
                </a:lnTo>
                <a:lnTo>
                  <a:pt x="826977" y="111434"/>
                </a:lnTo>
                <a:lnTo>
                  <a:pt x="827152" y="112282"/>
                </a:lnTo>
                <a:lnTo>
                  <a:pt x="827342" y="113116"/>
                </a:lnTo>
                <a:lnTo>
                  <a:pt x="827546" y="113935"/>
                </a:lnTo>
                <a:lnTo>
                  <a:pt x="827763" y="114739"/>
                </a:lnTo>
                <a:lnTo>
                  <a:pt x="827995" y="115529"/>
                </a:lnTo>
                <a:lnTo>
                  <a:pt x="828241" y="116304"/>
                </a:lnTo>
                <a:lnTo>
                  <a:pt x="828501" y="117064"/>
                </a:lnTo>
                <a:lnTo>
                  <a:pt x="828774" y="117810"/>
                </a:lnTo>
                <a:lnTo>
                  <a:pt x="829062" y="118541"/>
                </a:lnTo>
                <a:lnTo>
                  <a:pt x="829364" y="119257"/>
                </a:lnTo>
                <a:lnTo>
                  <a:pt x="829680" y="119958"/>
                </a:lnTo>
                <a:lnTo>
                  <a:pt x="830010" y="120645"/>
                </a:lnTo>
                <a:lnTo>
                  <a:pt x="830353" y="121312"/>
                </a:lnTo>
                <a:lnTo>
                  <a:pt x="830705" y="121965"/>
                </a:lnTo>
                <a:lnTo>
                  <a:pt x="831069" y="122604"/>
                </a:lnTo>
                <a:lnTo>
                  <a:pt x="831443" y="123229"/>
                </a:lnTo>
                <a:lnTo>
                  <a:pt x="831827" y="123840"/>
                </a:lnTo>
                <a:lnTo>
                  <a:pt x="832222" y="124437"/>
                </a:lnTo>
                <a:lnTo>
                  <a:pt x="832628" y="125020"/>
                </a:lnTo>
                <a:lnTo>
                  <a:pt x="833044" y="125588"/>
                </a:lnTo>
                <a:lnTo>
                  <a:pt x="833470" y="126143"/>
                </a:lnTo>
                <a:lnTo>
                  <a:pt x="833907" y="126684"/>
                </a:lnTo>
                <a:lnTo>
                  <a:pt x="834355" y="127210"/>
                </a:lnTo>
                <a:lnTo>
                  <a:pt x="834813" y="127723"/>
                </a:lnTo>
                <a:lnTo>
                  <a:pt x="835282" y="128222"/>
                </a:lnTo>
                <a:lnTo>
                  <a:pt x="835761" y="128706"/>
                </a:lnTo>
                <a:lnTo>
                  <a:pt x="836251" y="129177"/>
                </a:lnTo>
                <a:lnTo>
                  <a:pt x="836751" y="129633"/>
                </a:lnTo>
                <a:lnTo>
                  <a:pt x="837262" y="130075"/>
                </a:lnTo>
                <a:lnTo>
                  <a:pt x="837784" y="130504"/>
                </a:lnTo>
                <a:lnTo>
                  <a:pt x="838316" y="130918"/>
                </a:lnTo>
                <a:lnTo>
                  <a:pt x="838858" y="131318"/>
                </a:lnTo>
                <a:lnTo>
                  <a:pt x="839411" y="131705"/>
                </a:lnTo>
                <a:lnTo>
                  <a:pt x="839974" y="132077"/>
                </a:lnTo>
                <a:lnTo>
                  <a:pt x="840548" y="132435"/>
                </a:lnTo>
                <a:lnTo>
                  <a:pt x="841133" y="132779"/>
                </a:lnTo>
                <a:lnTo>
                  <a:pt x="841726" y="133104"/>
                </a:lnTo>
                <a:lnTo>
                  <a:pt x="842327" y="133415"/>
                </a:lnTo>
                <a:lnTo>
                  <a:pt x="842934" y="133712"/>
                </a:lnTo>
                <a:lnTo>
                  <a:pt x="843549" y="133995"/>
                </a:lnTo>
                <a:lnTo>
                  <a:pt x="844170" y="134265"/>
                </a:lnTo>
                <a:lnTo>
                  <a:pt x="844799" y="134521"/>
                </a:lnTo>
                <a:lnTo>
                  <a:pt x="845434" y="134763"/>
                </a:lnTo>
                <a:lnTo>
                  <a:pt x="846077" y="134991"/>
                </a:lnTo>
                <a:lnTo>
                  <a:pt x="846726" y="135205"/>
                </a:lnTo>
                <a:lnTo>
                  <a:pt x="847383" y="135406"/>
                </a:lnTo>
                <a:lnTo>
                  <a:pt x="848046" y="135592"/>
                </a:lnTo>
                <a:lnTo>
                  <a:pt x="848717" y="135765"/>
                </a:lnTo>
                <a:lnTo>
                  <a:pt x="849394" y="135924"/>
                </a:lnTo>
                <a:lnTo>
                  <a:pt x="850079" y="136069"/>
                </a:lnTo>
                <a:lnTo>
                  <a:pt x="850771" y="136200"/>
                </a:lnTo>
                <a:lnTo>
                  <a:pt x="851469" y="136318"/>
                </a:lnTo>
                <a:lnTo>
                  <a:pt x="852175" y="136422"/>
                </a:lnTo>
                <a:lnTo>
                  <a:pt x="852888" y="136512"/>
                </a:lnTo>
                <a:lnTo>
                  <a:pt x="853608" y="136588"/>
                </a:lnTo>
                <a:lnTo>
                  <a:pt x="854334" y="136650"/>
                </a:lnTo>
                <a:lnTo>
                  <a:pt x="855068" y="136698"/>
                </a:lnTo>
                <a:lnTo>
                  <a:pt x="855809" y="136733"/>
                </a:lnTo>
                <a:lnTo>
                  <a:pt x="856557" y="136753"/>
                </a:lnTo>
                <a:lnTo>
                  <a:pt x="857312" y="136760"/>
                </a:lnTo>
                <a:lnTo>
                  <a:pt x="858222" y="136751"/>
                </a:lnTo>
                <a:lnTo>
                  <a:pt x="859118" y="136725"/>
                </a:lnTo>
                <a:lnTo>
                  <a:pt x="860002" y="136680"/>
                </a:lnTo>
                <a:lnTo>
                  <a:pt x="860872" y="136618"/>
                </a:lnTo>
                <a:lnTo>
                  <a:pt x="861729" y="136538"/>
                </a:lnTo>
                <a:lnTo>
                  <a:pt x="862573" y="136440"/>
                </a:lnTo>
                <a:lnTo>
                  <a:pt x="863404" y="136325"/>
                </a:lnTo>
                <a:lnTo>
                  <a:pt x="864221" y="136192"/>
                </a:lnTo>
                <a:lnTo>
                  <a:pt x="865026" y="136041"/>
                </a:lnTo>
                <a:lnTo>
                  <a:pt x="865817" y="135872"/>
                </a:lnTo>
                <a:lnTo>
                  <a:pt x="866595" y="135685"/>
                </a:lnTo>
                <a:lnTo>
                  <a:pt x="867360" y="135481"/>
                </a:lnTo>
                <a:lnTo>
                  <a:pt x="868112" y="135258"/>
                </a:lnTo>
                <a:lnTo>
                  <a:pt x="868851" y="135018"/>
                </a:lnTo>
                <a:lnTo>
                  <a:pt x="869576" y="134761"/>
                </a:lnTo>
                <a:lnTo>
                  <a:pt x="870288" y="134485"/>
                </a:lnTo>
                <a:lnTo>
                  <a:pt x="870987" y="134192"/>
                </a:lnTo>
                <a:lnTo>
                  <a:pt x="871673" y="133881"/>
                </a:lnTo>
                <a:lnTo>
                  <a:pt x="872346" y="133552"/>
                </a:lnTo>
                <a:lnTo>
                  <a:pt x="873006" y="133205"/>
                </a:lnTo>
                <a:lnTo>
                  <a:pt x="873652" y="132841"/>
                </a:lnTo>
                <a:lnTo>
                  <a:pt x="874286" y="132459"/>
                </a:lnTo>
                <a:lnTo>
                  <a:pt x="874906" y="132059"/>
                </a:lnTo>
                <a:lnTo>
                  <a:pt x="875513" y="131641"/>
                </a:lnTo>
                <a:lnTo>
                  <a:pt x="876107" y="131206"/>
                </a:lnTo>
                <a:lnTo>
                  <a:pt x="876687" y="130762"/>
                </a:lnTo>
                <a:lnTo>
                  <a:pt x="877255" y="130311"/>
                </a:lnTo>
                <a:lnTo>
                  <a:pt x="877809" y="129852"/>
                </a:lnTo>
                <a:lnTo>
                  <a:pt x="878350" y="129386"/>
                </a:lnTo>
                <a:lnTo>
                  <a:pt x="878878" y="128912"/>
                </a:lnTo>
                <a:lnTo>
                  <a:pt x="879393" y="128430"/>
                </a:lnTo>
                <a:lnTo>
                  <a:pt x="879894" y="127941"/>
                </a:lnTo>
                <a:lnTo>
                  <a:pt x="880383" y="127444"/>
                </a:lnTo>
                <a:lnTo>
                  <a:pt x="880858" y="126939"/>
                </a:lnTo>
                <a:lnTo>
                  <a:pt x="881320" y="126426"/>
                </a:lnTo>
                <a:lnTo>
                  <a:pt x="881769" y="125906"/>
                </a:lnTo>
                <a:lnTo>
                  <a:pt x="882205" y="125378"/>
                </a:lnTo>
                <a:lnTo>
                  <a:pt x="882628" y="124843"/>
                </a:lnTo>
                <a:lnTo>
                  <a:pt x="883037" y="124300"/>
                </a:lnTo>
                <a:lnTo>
                  <a:pt x="883434" y="123749"/>
                </a:lnTo>
                <a:lnTo>
                  <a:pt x="883817" y="123190"/>
                </a:lnTo>
                <a:lnTo>
                  <a:pt x="884187" y="122624"/>
                </a:lnTo>
                <a:lnTo>
                  <a:pt x="884543" y="122050"/>
                </a:lnTo>
                <a:lnTo>
                  <a:pt x="884887" y="121468"/>
                </a:lnTo>
                <a:lnTo>
                  <a:pt x="885218" y="120879"/>
                </a:lnTo>
                <a:lnTo>
                  <a:pt x="885535" y="120282"/>
                </a:lnTo>
                <a:lnTo>
                  <a:pt x="885839" y="119677"/>
                </a:lnTo>
                <a:lnTo>
                  <a:pt x="886130" y="119065"/>
                </a:lnTo>
                <a:lnTo>
                  <a:pt x="887141" y="119065"/>
                </a:lnTo>
                <a:lnTo>
                  <a:pt x="887141" y="135496"/>
                </a:lnTo>
                <a:lnTo>
                  <a:pt x="902056" y="135496"/>
                </a:lnTo>
                <a:lnTo>
                  <a:pt x="902056" y="38424"/>
                </a:lnTo>
                <a:lnTo>
                  <a:pt x="887141" y="38424"/>
                </a:lnTo>
                <a:lnTo>
                  <a:pt x="887141" y="95808"/>
                </a:lnTo>
                <a:lnTo>
                  <a:pt x="887134" y="96561"/>
                </a:lnTo>
                <a:lnTo>
                  <a:pt x="887114" y="97302"/>
                </a:lnTo>
                <a:lnTo>
                  <a:pt x="887079" y="98033"/>
                </a:lnTo>
                <a:lnTo>
                  <a:pt x="887031" y="98752"/>
                </a:lnTo>
                <a:lnTo>
                  <a:pt x="886968" y="99460"/>
                </a:lnTo>
                <a:lnTo>
                  <a:pt x="886892" y="100157"/>
                </a:lnTo>
                <a:lnTo>
                  <a:pt x="886802" y="100843"/>
                </a:lnTo>
                <a:close/>
                <a:moveTo>
                  <a:pt x="449393" y="171748"/>
                </a:moveTo>
                <a:lnTo>
                  <a:pt x="449925" y="171694"/>
                </a:lnTo>
                <a:lnTo>
                  <a:pt x="450452" y="171632"/>
                </a:lnTo>
                <a:lnTo>
                  <a:pt x="450975" y="171561"/>
                </a:lnTo>
                <a:lnTo>
                  <a:pt x="451492" y="171481"/>
                </a:lnTo>
                <a:lnTo>
                  <a:pt x="452005" y="171394"/>
                </a:lnTo>
                <a:lnTo>
                  <a:pt x="452513" y="171298"/>
                </a:lnTo>
                <a:lnTo>
                  <a:pt x="453016" y="171194"/>
                </a:lnTo>
                <a:lnTo>
                  <a:pt x="453515" y="171081"/>
                </a:lnTo>
                <a:lnTo>
                  <a:pt x="454008" y="170960"/>
                </a:lnTo>
                <a:lnTo>
                  <a:pt x="454497" y="170831"/>
                </a:lnTo>
                <a:lnTo>
                  <a:pt x="454981" y="170693"/>
                </a:lnTo>
                <a:lnTo>
                  <a:pt x="455460" y="170548"/>
                </a:lnTo>
                <a:lnTo>
                  <a:pt x="455934" y="170393"/>
                </a:lnTo>
                <a:lnTo>
                  <a:pt x="456403" y="170231"/>
                </a:lnTo>
                <a:lnTo>
                  <a:pt x="456868" y="170060"/>
                </a:lnTo>
                <a:lnTo>
                  <a:pt x="457328" y="169880"/>
                </a:lnTo>
                <a:lnTo>
                  <a:pt x="457782" y="169693"/>
                </a:lnTo>
                <a:lnTo>
                  <a:pt x="458233" y="169497"/>
                </a:lnTo>
                <a:lnTo>
                  <a:pt x="458683" y="169292"/>
                </a:lnTo>
                <a:lnTo>
                  <a:pt x="459129" y="169079"/>
                </a:lnTo>
                <a:lnTo>
                  <a:pt x="459571" y="168856"/>
                </a:lnTo>
                <a:lnTo>
                  <a:pt x="460007" y="168624"/>
                </a:lnTo>
                <a:lnTo>
                  <a:pt x="460440" y="168384"/>
                </a:lnTo>
                <a:lnTo>
                  <a:pt x="460867" y="168134"/>
                </a:lnTo>
                <a:lnTo>
                  <a:pt x="461290" y="167876"/>
                </a:lnTo>
                <a:lnTo>
                  <a:pt x="461708" y="167608"/>
                </a:lnTo>
                <a:lnTo>
                  <a:pt x="462122" y="167331"/>
                </a:lnTo>
                <a:lnTo>
                  <a:pt x="462531" y="167046"/>
                </a:lnTo>
                <a:lnTo>
                  <a:pt x="462936" y="166751"/>
                </a:lnTo>
                <a:lnTo>
                  <a:pt x="463336" y="166448"/>
                </a:lnTo>
                <a:lnTo>
                  <a:pt x="463731" y="166135"/>
                </a:lnTo>
                <a:lnTo>
                  <a:pt x="464122" y="165813"/>
                </a:lnTo>
                <a:lnTo>
                  <a:pt x="464508" y="165483"/>
                </a:lnTo>
                <a:lnTo>
                  <a:pt x="464889" y="165143"/>
                </a:lnTo>
                <a:lnTo>
                  <a:pt x="465266" y="164795"/>
                </a:lnTo>
                <a:lnTo>
                  <a:pt x="465639" y="164437"/>
                </a:lnTo>
                <a:lnTo>
                  <a:pt x="466006" y="164071"/>
                </a:lnTo>
                <a:lnTo>
                  <a:pt x="466369" y="163695"/>
                </a:lnTo>
                <a:lnTo>
                  <a:pt x="466728" y="163310"/>
                </a:lnTo>
                <a:lnTo>
                  <a:pt x="467082" y="162917"/>
                </a:lnTo>
                <a:lnTo>
                  <a:pt x="467431" y="162514"/>
                </a:lnTo>
                <a:lnTo>
                  <a:pt x="467775" y="162103"/>
                </a:lnTo>
                <a:lnTo>
                  <a:pt x="468115" y="161687"/>
                </a:lnTo>
                <a:lnTo>
                  <a:pt x="468451" y="161263"/>
                </a:lnTo>
                <a:lnTo>
                  <a:pt x="468782" y="160830"/>
                </a:lnTo>
                <a:lnTo>
                  <a:pt x="469108" y="160388"/>
                </a:lnTo>
                <a:lnTo>
                  <a:pt x="469429" y="159936"/>
                </a:lnTo>
                <a:lnTo>
                  <a:pt x="469746" y="159476"/>
                </a:lnTo>
                <a:lnTo>
                  <a:pt x="470059" y="159007"/>
                </a:lnTo>
                <a:lnTo>
                  <a:pt x="470367" y="158529"/>
                </a:lnTo>
                <a:lnTo>
                  <a:pt x="470670" y="158041"/>
                </a:lnTo>
                <a:lnTo>
                  <a:pt x="470968" y="157545"/>
                </a:lnTo>
                <a:lnTo>
                  <a:pt x="471262" y="157040"/>
                </a:lnTo>
                <a:lnTo>
                  <a:pt x="471551" y="156526"/>
                </a:lnTo>
                <a:lnTo>
                  <a:pt x="471836" y="156002"/>
                </a:lnTo>
                <a:lnTo>
                  <a:pt x="472116" y="155470"/>
                </a:lnTo>
                <a:lnTo>
                  <a:pt x="472392" y="154929"/>
                </a:lnTo>
                <a:lnTo>
                  <a:pt x="472663" y="154379"/>
                </a:lnTo>
                <a:lnTo>
                  <a:pt x="472929" y="153819"/>
                </a:lnTo>
                <a:lnTo>
                  <a:pt x="473191" y="153251"/>
                </a:lnTo>
                <a:lnTo>
                  <a:pt x="473448" y="152674"/>
                </a:lnTo>
                <a:lnTo>
                  <a:pt x="473700" y="152088"/>
                </a:lnTo>
                <a:lnTo>
                  <a:pt x="473948" y="151492"/>
                </a:lnTo>
                <a:lnTo>
                  <a:pt x="474191" y="150888"/>
                </a:lnTo>
                <a:lnTo>
                  <a:pt x="474430" y="150275"/>
                </a:lnTo>
                <a:lnTo>
                  <a:pt x="474664" y="149653"/>
                </a:lnTo>
                <a:lnTo>
                  <a:pt x="515869" y="38424"/>
                </a:lnTo>
                <a:lnTo>
                  <a:pt x="499690" y="38424"/>
                </a:lnTo>
                <a:lnTo>
                  <a:pt x="472894" y="115779"/>
                </a:lnTo>
                <a:lnTo>
                  <a:pt x="471883" y="115779"/>
                </a:lnTo>
                <a:lnTo>
                  <a:pt x="445087" y="38424"/>
                </a:lnTo>
                <a:lnTo>
                  <a:pt x="428909" y="38424"/>
                </a:lnTo>
                <a:lnTo>
                  <a:pt x="464805" y="136002"/>
                </a:lnTo>
                <a:lnTo>
                  <a:pt x="462024" y="143586"/>
                </a:lnTo>
                <a:lnTo>
                  <a:pt x="461797" y="144195"/>
                </a:lnTo>
                <a:lnTo>
                  <a:pt x="461568" y="144790"/>
                </a:lnTo>
                <a:lnTo>
                  <a:pt x="461336" y="145370"/>
                </a:lnTo>
                <a:lnTo>
                  <a:pt x="461103" y="145936"/>
                </a:lnTo>
                <a:lnTo>
                  <a:pt x="460867" y="146488"/>
                </a:lnTo>
                <a:lnTo>
                  <a:pt x="460630" y="147026"/>
                </a:lnTo>
                <a:lnTo>
                  <a:pt x="460391" y="147550"/>
                </a:lnTo>
                <a:lnTo>
                  <a:pt x="460150" y="148059"/>
                </a:lnTo>
                <a:lnTo>
                  <a:pt x="459906" y="148554"/>
                </a:lnTo>
                <a:lnTo>
                  <a:pt x="459661" y="149034"/>
                </a:lnTo>
                <a:lnTo>
                  <a:pt x="459414" y="149501"/>
                </a:lnTo>
                <a:lnTo>
                  <a:pt x="459165" y="149953"/>
                </a:lnTo>
                <a:lnTo>
                  <a:pt x="458914" y="150391"/>
                </a:lnTo>
                <a:lnTo>
                  <a:pt x="458660" y="150814"/>
                </a:lnTo>
                <a:lnTo>
                  <a:pt x="458405" y="151224"/>
                </a:lnTo>
                <a:lnTo>
                  <a:pt x="458148" y="151619"/>
                </a:lnTo>
                <a:lnTo>
                  <a:pt x="457889" y="152000"/>
                </a:lnTo>
                <a:lnTo>
                  <a:pt x="457628" y="152366"/>
                </a:lnTo>
                <a:lnTo>
                  <a:pt x="457365" y="152719"/>
                </a:lnTo>
                <a:lnTo>
                  <a:pt x="457100" y="153057"/>
                </a:lnTo>
                <a:lnTo>
                  <a:pt x="456833" y="153380"/>
                </a:lnTo>
                <a:lnTo>
                  <a:pt x="456564" y="153690"/>
                </a:lnTo>
                <a:lnTo>
                  <a:pt x="456293" y="153985"/>
                </a:lnTo>
                <a:lnTo>
                  <a:pt x="456021" y="154266"/>
                </a:lnTo>
                <a:lnTo>
                  <a:pt x="455750" y="154540"/>
                </a:lnTo>
                <a:lnTo>
                  <a:pt x="455477" y="154804"/>
                </a:lnTo>
                <a:lnTo>
                  <a:pt x="455200" y="155057"/>
                </a:lnTo>
                <a:lnTo>
                  <a:pt x="454920" y="155300"/>
                </a:lnTo>
                <a:lnTo>
                  <a:pt x="454637" y="155533"/>
                </a:lnTo>
                <a:lnTo>
                  <a:pt x="454350" y="155755"/>
                </a:lnTo>
                <a:lnTo>
                  <a:pt x="454060" y="155967"/>
                </a:lnTo>
                <a:lnTo>
                  <a:pt x="453767" y="156169"/>
                </a:lnTo>
                <a:lnTo>
                  <a:pt x="453470" y="156361"/>
                </a:lnTo>
                <a:lnTo>
                  <a:pt x="453170" y="156542"/>
                </a:lnTo>
                <a:lnTo>
                  <a:pt x="452867" y="156713"/>
                </a:lnTo>
                <a:lnTo>
                  <a:pt x="452561" y="156873"/>
                </a:lnTo>
                <a:lnTo>
                  <a:pt x="452251" y="157023"/>
                </a:lnTo>
                <a:lnTo>
                  <a:pt x="451938" y="157163"/>
                </a:lnTo>
                <a:lnTo>
                  <a:pt x="451621" y="157293"/>
                </a:lnTo>
                <a:lnTo>
                  <a:pt x="451302" y="157412"/>
                </a:lnTo>
                <a:lnTo>
                  <a:pt x="450979" y="157521"/>
                </a:lnTo>
                <a:lnTo>
                  <a:pt x="450653" y="157620"/>
                </a:lnTo>
                <a:lnTo>
                  <a:pt x="450323" y="157708"/>
                </a:lnTo>
                <a:lnTo>
                  <a:pt x="449990" y="157786"/>
                </a:lnTo>
                <a:lnTo>
                  <a:pt x="449654" y="157854"/>
                </a:lnTo>
                <a:lnTo>
                  <a:pt x="449315" y="157911"/>
                </a:lnTo>
                <a:lnTo>
                  <a:pt x="448972" y="157958"/>
                </a:lnTo>
                <a:lnTo>
                  <a:pt x="448626" y="157995"/>
                </a:lnTo>
                <a:lnTo>
                  <a:pt x="448277" y="158023"/>
                </a:lnTo>
                <a:lnTo>
                  <a:pt x="447922" y="158046"/>
                </a:lnTo>
                <a:lnTo>
                  <a:pt x="447564" y="158062"/>
                </a:lnTo>
                <a:lnTo>
                  <a:pt x="447201" y="158072"/>
                </a:lnTo>
                <a:lnTo>
                  <a:pt x="446834" y="158076"/>
                </a:lnTo>
                <a:lnTo>
                  <a:pt x="446462" y="158074"/>
                </a:lnTo>
                <a:lnTo>
                  <a:pt x="446086" y="158066"/>
                </a:lnTo>
                <a:lnTo>
                  <a:pt x="445705" y="158051"/>
                </a:lnTo>
                <a:lnTo>
                  <a:pt x="445320" y="158030"/>
                </a:lnTo>
                <a:lnTo>
                  <a:pt x="444931" y="158004"/>
                </a:lnTo>
                <a:lnTo>
                  <a:pt x="444537" y="157971"/>
                </a:lnTo>
                <a:lnTo>
                  <a:pt x="444139" y="157932"/>
                </a:lnTo>
                <a:lnTo>
                  <a:pt x="443737" y="157886"/>
                </a:lnTo>
                <a:lnTo>
                  <a:pt x="443330" y="157835"/>
                </a:lnTo>
                <a:lnTo>
                  <a:pt x="442919" y="157778"/>
                </a:lnTo>
                <a:lnTo>
                  <a:pt x="442503" y="157714"/>
                </a:lnTo>
                <a:lnTo>
                  <a:pt x="442083" y="157644"/>
                </a:lnTo>
                <a:lnTo>
                  <a:pt x="441659" y="157568"/>
                </a:lnTo>
                <a:lnTo>
                  <a:pt x="441230" y="157486"/>
                </a:lnTo>
                <a:lnTo>
                  <a:pt x="440797" y="157398"/>
                </a:lnTo>
                <a:lnTo>
                  <a:pt x="440359" y="157304"/>
                </a:lnTo>
                <a:lnTo>
                  <a:pt x="439917" y="157203"/>
                </a:lnTo>
                <a:lnTo>
                  <a:pt x="439471" y="157096"/>
                </a:lnTo>
                <a:lnTo>
                  <a:pt x="439020" y="156984"/>
                </a:lnTo>
                <a:lnTo>
                  <a:pt x="435228" y="170129"/>
                </a:lnTo>
                <a:lnTo>
                  <a:pt x="435326" y="170176"/>
                </a:lnTo>
                <a:lnTo>
                  <a:pt x="435431" y="170224"/>
                </a:lnTo>
                <a:lnTo>
                  <a:pt x="435541" y="170271"/>
                </a:lnTo>
                <a:lnTo>
                  <a:pt x="435659" y="170318"/>
                </a:lnTo>
                <a:lnTo>
                  <a:pt x="435782" y="170366"/>
                </a:lnTo>
                <a:lnTo>
                  <a:pt x="435912" y="170413"/>
                </a:lnTo>
                <a:lnTo>
                  <a:pt x="436048" y="170461"/>
                </a:lnTo>
                <a:lnTo>
                  <a:pt x="436190" y="170508"/>
                </a:lnTo>
                <a:lnTo>
                  <a:pt x="436339" y="170555"/>
                </a:lnTo>
                <a:lnTo>
                  <a:pt x="436495" y="170603"/>
                </a:lnTo>
                <a:lnTo>
                  <a:pt x="436656" y="170650"/>
                </a:lnTo>
                <a:lnTo>
                  <a:pt x="436824" y="170698"/>
                </a:lnTo>
                <a:lnTo>
                  <a:pt x="436999" y="170745"/>
                </a:lnTo>
                <a:lnTo>
                  <a:pt x="437179" y="170792"/>
                </a:lnTo>
                <a:lnTo>
                  <a:pt x="437366" y="170840"/>
                </a:lnTo>
                <a:lnTo>
                  <a:pt x="437560" y="170887"/>
                </a:lnTo>
                <a:lnTo>
                  <a:pt x="437760" y="170935"/>
                </a:lnTo>
                <a:lnTo>
                  <a:pt x="437966" y="170982"/>
                </a:lnTo>
                <a:lnTo>
                  <a:pt x="438178" y="171029"/>
                </a:lnTo>
                <a:lnTo>
                  <a:pt x="438397" y="171077"/>
                </a:lnTo>
                <a:lnTo>
                  <a:pt x="438622" y="171124"/>
                </a:lnTo>
                <a:lnTo>
                  <a:pt x="438854" y="171172"/>
                </a:lnTo>
                <a:lnTo>
                  <a:pt x="439092" y="171219"/>
                </a:lnTo>
                <a:lnTo>
                  <a:pt x="439336" y="171266"/>
                </a:lnTo>
                <a:lnTo>
                  <a:pt x="439585" y="171318"/>
                </a:lnTo>
                <a:lnTo>
                  <a:pt x="439837" y="171367"/>
                </a:lnTo>
                <a:lnTo>
                  <a:pt x="440092" y="171415"/>
                </a:lnTo>
                <a:lnTo>
                  <a:pt x="440349" y="171460"/>
                </a:lnTo>
                <a:lnTo>
                  <a:pt x="440610" y="171502"/>
                </a:lnTo>
                <a:lnTo>
                  <a:pt x="440873" y="171543"/>
                </a:lnTo>
                <a:lnTo>
                  <a:pt x="441139" y="171581"/>
                </a:lnTo>
                <a:lnTo>
                  <a:pt x="441408" y="171618"/>
                </a:lnTo>
                <a:lnTo>
                  <a:pt x="441680" y="171652"/>
                </a:lnTo>
                <a:lnTo>
                  <a:pt x="441954" y="171683"/>
                </a:lnTo>
                <a:lnTo>
                  <a:pt x="442232" y="171713"/>
                </a:lnTo>
                <a:lnTo>
                  <a:pt x="442512" y="171740"/>
                </a:lnTo>
                <a:lnTo>
                  <a:pt x="442795" y="171766"/>
                </a:lnTo>
                <a:lnTo>
                  <a:pt x="443081" y="171789"/>
                </a:lnTo>
                <a:lnTo>
                  <a:pt x="443370" y="171810"/>
                </a:lnTo>
                <a:lnTo>
                  <a:pt x="443662" y="171828"/>
                </a:lnTo>
                <a:lnTo>
                  <a:pt x="443956" y="171845"/>
                </a:lnTo>
                <a:lnTo>
                  <a:pt x="444254" y="171859"/>
                </a:lnTo>
                <a:lnTo>
                  <a:pt x="444554" y="171871"/>
                </a:lnTo>
                <a:lnTo>
                  <a:pt x="444857" y="171881"/>
                </a:lnTo>
                <a:lnTo>
                  <a:pt x="445163" y="171889"/>
                </a:lnTo>
                <a:lnTo>
                  <a:pt x="445472" y="171894"/>
                </a:lnTo>
                <a:lnTo>
                  <a:pt x="445784" y="171897"/>
                </a:lnTo>
                <a:lnTo>
                  <a:pt x="446099" y="171898"/>
                </a:lnTo>
                <a:lnTo>
                  <a:pt x="446660" y="171894"/>
                </a:lnTo>
                <a:lnTo>
                  <a:pt x="447216" y="171882"/>
                </a:lnTo>
                <a:lnTo>
                  <a:pt x="447767" y="171861"/>
                </a:lnTo>
                <a:lnTo>
                  <a:pt x="448314" y="171832"/>
                </a:lnTo>
                <a:lnTo>
                  <a:pt x="448856" y="171794"/>
                </a:lnTo>
                <a:lnTo>
                  <a:pt x="449393" y="171748"/>
                </a:lnTo>
                <a:close/>
                <a:moveTo>
                  <a:pt x="1388936" y="171694"/>
                </a:moveTo>
                <a:lnTo>
                  <a:pt x="1389463" y="171632"/>
                </a:lnTo>
                <a:lnTo>
                  <a:pt x="1389985" y="171561"/>
                </a:lnTo>
                <a:lnTo>
                  <a:pt x="1390503" y="171481"/>
                </a:lnTo>
                <a:lnTo>
                  <a:pt x="1391016" y="171394"/>
                </a:lnTo>
                <a:lnTo>
                  <a:pt x="1391524" y="171298"/>
                </a:lnTo>
                <a:lnTo>
                  <a:pt x="1392027" y="171194"/>
                </a:lnTo>
                <a:lnTo>
                  <a:pt x="1392526" y="171081"/>
                </a:lnTo>
                <a:lnTo>
                  <a:pt x="1393019" y="170960"/>
                </a:lnTo>
                <a:lnTo>
                  <a:pt x="1393508" y="170831"/>
                </a:lnTo>
                <a:lnTo>
                  <a:pt x="1393992" y="170693"/>
                </a:lnTo>
                <a:lnTo>
                  <a:pt x="1394471" y="170548"/>
                </a:lnTo>
                <a:lnTo>
                  <a:pt x="1394945" y="170393"/>
                </a:lnTo>
                <a:lnTo>
                  <a:pt x="1395414" y="170231"/>
                </a:lnTo>
                <a:lnTo>
                  <a:pt x="1395879" y="170060"/>
                </a:lnTo>
                <a:lnTo>
                  <a:pt x="1396339" y="169880"/>
                </a:lnTo>
                <a:lnTo>
                  <a:pt x="1396793" y="169693"/>
                </a:lnTo>
                <a:lnTo>
                  <a:pt x="1397243" y="169497"/>
                </a:lnTo>
                <a:lnTo>
                  <a:pt x="1397694" y="169292"/>
                </a:lnTo>
                <a:lnTo>
                  <a:pt x="1398140" y="169079"/>
                </a:lnTo>
                <a:lnTo>
                  <a:pt x="1398582" y="168856"/>
                </a:lnTo>
                <a:lnTo>
                  <a:pt x="1399018" y="168624"/>
                </a:lnTo>
                <a:lnTo>
                  <a:pt x="1399450" y="168384"/>
                </a:lnTo>
                <a:lnTo>
                  <a:pt x="1399878" y="168134"/>
                </a:lnTo>
                <a:lnTo>
                  <a:pt x="1400301" y="167876"/>
                </a:lnTo>
                <a:lnTo>
                  <a:pt x="1400719" y="167608"/>
                </a:lnTo>
                <a:lnTo>
                  <a:pt x="1401133" y="167331"/>
                </a:lnTo>
                <a:lnTo>
                  <a:pt x="1401542" y="167046"/>
                </a:lnTo>
                <a:lnTo>
                  <a:pt x="1401947" y="166751"/>
                </a:lnTo>
                <a:lnTo>
                  <a:pt x="1402347" y="166448"/>
                </a:lnTo>
                <a:lnTo>
                  <a:pt x="1402742" y="166135"/>
                </a:lnTo>
                <a:lnTo>
                  <a:pt x="1403133" y="165813"/>
                </a:lnTo>
                <a:lnTo>
                  <a:pt x="1403519" y="165483"/>
                </a:lnTo>
                <a:lnTo>
                  <a:pt x="1403900" y="165143"/>
                </a:lnTo>
                <a:lnTo>
                  <a:pt x="1404277" y="164795"/>
                </a:lnTo>
                <a:lnTo>
                  <a:pt x="1404649" y="164437"/>
                </a:lnTo>
                <a:lnTo>
                  <a:pt x="1405017" y="164071"/>
                </a:lnTo>
                <a:lnTo>
                  <a:pt x="1405380" y="163695"/>
                </a:lnTo>
                <a:lnTo>
                  <a:pt x="1405739" y="163310"/>
                </a:lnTo>
                <a:lnTo>
                  <a:pt x="1406092" y="162917"/>
                </a:lnTo>
                <a:lnTo>
                  <a:pt x="1406442" y="162514"/>
                </a:lnTo>
                <a:lnTo>
                  <a:pt x="1406786" y="162103"/>
                </a:lnTo>
                <a:lnTo>
                  <a:pt x="1407126" y="161687"/>
                </a:lnTo>
                <a:lnTo>
                  <a:pt x="1407462" y="161263"/>
                </a:lnTo>
                <a:lnTo>
                  <a:pt x="1407793" y="160830"/>
                </a:lnTo>
                <a:lnTo>
                  <a:pt x="1408119" y="160388"/>
                </a:lnTo>
                <a:lnTo>
                  <a:pt x="1408440" y="159936"/>
                </a:lnTo>
                <a:lnTo>
                  <a:pt x="1408757" y="159476"/>
                </a:lnTo>
                <a:lnTo>
                  <a:pt x="1409070" y="159007"/>
                </a:lnTo>
                <a:lnTo>
                  <a:pt x="1409377" y="158529"/>
                </a:lnTo>
                <a:lnTo>
                  <a:pt x="1409681" y="158041"/>
                </a:lnTo>
                <a:lnTo>
                  <a:pt x="1409979" y="157545"/>
                </a:lnTo>
                <a:lnTo>
                  <a:pt x="1410273" y="157040"/>
                </a:lnTo>
                <a:lnTo>
                  <a:pt x="1410562" y="156526"/>
                </a:lnTo>
                <a:lnTo>
                  <a:pt x="1410847" y="156002"/>
                </a:lnTo>
                <a:lnTo>
                  <a:pt x="1411127" y="155470"/>
                </a:lnTo>
                <a:lnTo>
                  <a:pt x="1411403" y="154929"/>
                </a:lnTo>
                <a:lnTo>
                  <a:pt x="1411674" y="154379"/>
                </a:lnTo>
                <a:lnTo>
                  <a:pt x="1411940" y="153819"/>
                </a:lnTo>
                <a:lnTo>
                  <a:pt x="1412202" y="153251"/>
                </a:lnTo>
                <a:lnTo>
                  <a:pt x="1412459" y="152674"/>
                </a:lnTo>
                <a:lnTo>
                  <a:pt x="1412711" y="152088"/>
                </a:lnTo>
                <a:lnTo>
                  <a:pt x="1412959" y="151492"/>
                </a:lnTo>
                <a:lnTo>
                  <a:pt x="1413202" y="150888"/>
                </a:lnTo>
                <a:lnTo>
                  <a:pt x="1413441" y="150275"/>
                </a:lnTo>
                <a:lnTo>
                  <a:pt x="1413675" y="149653"/>
                </a:lnTo>
                <a:lnTo>
                  <a:pt x="1454880" y="38424"/>
                </a:lnTo>
                <a:lnTo>
                  <a:pt x="1438701" y="38424"/>
                </a:lnTo>
                <a:lnTo>
                  <a:pt x="1411905" y="115779"/>
                </a:lnTo>
                <a:lnTo>
                  <a:pt x="1410894" y="115779"/>
                </a:lnTo>
                <a:lnTo>
                  <a:pt x="1384098" y="38424"/>
                </a:lnTo>
                <a:lnTo>
                  <a:pt x="1367920" y="38424"/>
                </a:lnTo>
                <a:lnTo>
                  <a:pt x="1403816" y="136002"/>
                </a:lnTo>
                <a:lnTo>
                  <a:pt x="1401035" y="143586"/>
                </a:lnTo>
                <a:lnTo>
                  <a:pt x="1400808" y="144195"/>
                </a:lnTo>
                <a:lnTo>
                  <a:pt x="1400578" y="144790"/>
                </a:lnTo>
                <a:lnTo>
                  <a:pt x="1400347" y="145370"/>
                </a:lnTo>
                <a:lnTo>
                  <a:pt x="1400114" y="145936"/>
                </a:lnTo>
                <a:lnTo>
                  <a:pt x="1399878" y="146488"/>
                </a:lnTo>
                <a:lnTo>
                  <a:pt x="1399641" y="147026"/>
                </a:lnTo>
                <a:lnTo>
                  <a:pt x="1399402" y="147550"/>
                </a:lnTo>
                <a:lnTo>
                  <a:pt x="1399160" y="148059"/>
                </a:lnTo>
                <a:lnTo>
                  <a:pt x="1398917" y="148554"/>
                </a:lnTo>
                <a:lnTo>
                  <a:pt x="1398672" y="149034"/>
                </a:lnTo>
                <a:lnTo>
                  <a:pt x="1398425" y="149501"/>
                </a:lnTo>
                <a:lnTo>
                  <a:pt x="1398176" y="149953"/>
                </a:lnTo>
                <a:lnTo>
                  <a:pt x="1397924" y="150391"/>
                </a:lnTo>
                <a:lnTo>
                  <a:pt x="1397671" y="150814"/>
                </a:lnTo>
                <a:lnTo>
                  <a:pt x="1397416" y="151224"/>
                </a:lnTo>
                <a:lnTo>
                  <a:pt x="1397159" y="151619"/>
                </a:lnTo>
                <a:lnTo>
                  <a:pt x="1396900" y="152000"/>
                </a:lnTo>
                <a:lnTo>
                  <a:pt x="1396639" y="152366"/>
                </a:lnTo>
                <a:lnTo>
                  <a:pt x="1396376" y="152719"/>
                </a:lnTo>
                <a:lnTo>
                  <a:pt x="1396111" y="153057"/>
                </a:lnTo>
                <a:lnTo>
                  <a:pt x="1395844" y="153380"/>
                </a:lnTo>
                <a:lnTo>
                  <a:pt x="1395575" y="153690"/>
                </a:lnTo>
                <a:lnTo>
                  <a:pt x="1395304" y="153985"/>
                </a:lnTo>
                <a:lnTo>
                  <a:pt x="1395032" y="154266"/>
                </a:lnTo>
                <a:lnTo>
                  <a:pt x="1394761" y="154540"/>
                </a:lnTo>
                <a:lnTo>
                  <a:pt x="1394488" y="154804"/>
                </a:lnTo>
                <a:lnTo>
                  <a:pt x="1394211" y="155057"/>
                </a:lnTo>
                <a:lnTo>
                  <a:pt x="1393931" y="155300"/>
                </a:lnTo>
                <a:lnTo>
                  <a:pt x="1393647" y="155533"/>
                </a:lnTo>
                <a:lnTo>
                  <a:pt x="1393361" y="155755"/>
                </a:lnTo>
                <a:lnTo>
                  <a:pt x="1393071" y="155967"/>
                </a:lnTo>
                <a:lnTo>
                  <a:pt x="1392777" y="156169"/>
                </a:lnTo>
                <a:lnTo>
                  <a:pt x="1392481" y="156361"/>
                </a:lnTo>
                <a:lnTo>
                  <a:pt x="1392181" y="156542"/>
                </a:lnTo>
                <a:lnTo>
                  <a:pt x="1391878" y="156713"/>
                </a:lnTo>
                <a:lnTo>
                  <a:pt x="1391571" y="156873"/>
                </a:lnTo>
                <a:lnTo>
                  <a:pt x="1391262" y="157023"/>
                </a:lnTo>
                <a:lnTo>
                  <a:pt x="1390949" y="157163"/>
                </a:lnTo>
                <a:lnTo>
                  <a:pt x="1390632" y="157293"/>
                </a:lnTo>
                <a:lnTo>
                  <a:pt x="1390313" y="157412"/>
                </a:lnTo>
                <a:lnTo>
                  <a:pt x="1389990" y="157521"/>
                </a:lnTo>
                <a:lnTo>
                  <a:pt x="1389664" y="157620"/>
                </a:lnTo>
                <a:lnTo>
                  <a:pt x="1389334" y="157708"/>
                </a:lnTo>
                <a:lnTo>
                  <a:pt x="1389001" y="157786"/>
                </a:lnTo>
                <a:lnTo>
                  <a:pt x="1388665" y="157854"/>
                </a:lnTo>
                <a:lnTo>
                  <a:pt x="1388326" y="157911"/>
                </a:lnTo>
                <a:lnTo>
                  <a:pt x="1387983" y="157958"/>
                </a:lnTo>
                <a:lnTo>
                  <a:pt x="1387637" y="157995"/>
                </a:lnTo>
                <a:lnTo>
                  <a:pt x="1387287" y="158023"/>
                </a:lnTo>
                <a:lnTo>
                  <a:pt x="1386933" y="158046"/>
                </a:lnTo>
                <a:lnTo>
                  <a:pt x="1386575" y="158062"/>
                </a:lnTo>
                <a:lnTo>
                  <a:pt x="1386212" y="158072"/>
                </a:lnTo>
                <a:lnTo>
                  <a:pt x="1385844" y="158076"/>
                </a:lnTo>
                <a:lnTo>
                  <a:pt x="1385473" y="158074"/>
                </a:lnTo>
                <a:lnTo>
                  <a:pt x="1385097" y="158066"/>
                </a:lnTo>
                <a:lnTo>
                  <a:pt x="1384716" y="158051"/>
                </a:lnTo>
                <a:lnTo>
                  <a:pt x="1384331" y="158030"/>
                </a:lnTo>
                <a:lnTo>
                  <a:pt x="1383942" y="158004"/>
                </a:lnTo>
                <a:lnTo>
                  <a:pt x="1383548" y="157971"/>
                </a:lnTo>
                <a:lnTo>
                  <a:pt x="1383150" y="157932"/>
                </a:lnTo>
                <a:lnTo>
                  <a:pt x="1382748" y="157886"/>
                </a:lnTo>
                <a:lnTo>
                  <a:pt x="1382341" y="157835"/>
                </a:lnTo>
                <a:lnTo>
                  <a:pt x="1381930" y="157778"/>
                </a:lnTo>
                <a:lnTo>
                  <a:pt x="1381514" y="157714"/>
                </a:lnTo>
                <a:lnTo>
                  <a:pt x="1381094" y="157644"/>
                </a:lnTo>
                <a:lnTo>
                  <a:pt x="1380670" y="157568"/>
                </a:lnTo>
                <a:lnTo>
                  <a:pt x="1380241" y="157486"/>
                </a:lnTo>
                <a:lnTo>
                  <a:pt x="1379808" y="157398"/>
                </a:lnTo>
                <a:lnTo>
                  <a:pt x="1379370" y="157304"/>
                </a:lnTo>
                <a:lnTo>
                  <a:pt x="1378928" y="157203"/>
                </a:lnTo>
                <a:lnTo>
                  <a:pt x="1378482" y="157096"/>
                </a:lnTo>
                <a:lnTo>
                  <a:pt x="1378031" y="156984"/>
                </a:lnTo>
                <a:lnTo>
                  <a:pt x="1374239" y="170129"/>
                </a:lnTo>
                <a:lnTo>
                  <a:pt x="1374337" y="170176"/>
                </a:lnTo>
                <a:lnTo>
                  <a:pt x="1374442" y="170224"/>
                </a:lnTo>
                <a:lnTo>
                  <a:pt x="1374552" y="170271"/>
                </a:lnTo>
                <a:lnTo>
                  <a:pt x="1374669" y="170318"/>
                </a:lnTo>
                <a:lnTo>
                  <a:pt x="1374793" y="170366"/>
                </a:lnTo>
                <a:lnTo>
                  <a:pt x="1374923" y="170413"/>
                </a:lnTo>
                <a:lnTo>
                  <a:pt x="1375059" y="170461"/>
                </a:lnTo>
                <a:lnTo>
                  <a:pt x="1375201" y="170508"/>
                </a:lnTo>
                <a:lnTo>
                  <a:pt x="1375350" y="170555"/>
                </a:lnTo>
                <a:lnTo>
                  <a:pt x="1375505" y="170603"/>
                </a:lnTo>
                <a:lnTo>
                  <a:pt x="1375667" y="170650"/>
                </a:lnTo>
                <a:lnTo>
                  <a:pt x="1375835" y="170698"/>
                </a:lnTo>
                <a:lnTo>
                  <a:pt x="1376009" y="170745"/>
                </a:lnTo>
                <a:lnTo>
                  <a:pt x="1376190" y="170792"/>
                </a:lnTo>
                <a:lnTo>
                  <a:pt x="1376377" y="170840"/>
                </a:lnTo>
                <a:lnTo>
                  <a:pt x="1376571" y="170887"/>
                </a:lnTo>
                <a:lnTo>
                  <a:pt x="1376770" y="170935"/>
                </a:lnTo>
                <a:lnTo>
                  <a:pt x="1376977" y="170982"/>
                </a:lnTo>
                <a:lnTo>
                  <a:pt x="1377189" y="171029"/>
                </a:lnTo>
                <a:lnTo>
                  <a:pt x="1377408" y="171077"/>
                </a:lnTo>
                <a:lnTo>
                  <a:pt x="1377633" y="171124"/>
                </a:lnTo>
                <a:lnTo>
                  <a:pt x="1377865" y="171172"/>
                </a:lnTo>
                <a:lnTo>
                  <a:pt x="1378103" y="171219"/>
                </a:lnTo>
                <a:lnTo>
                  <a:pt x="1378347" y="171266"/>
                </a:lnTo>
                <a:lnTo>
                  <a:pt x="1378596" y="171318"/>
                </a:lnTo>
                <a:lnTo>
                  <a:pt x="1378848" y="171367"/>
                </a:lnTo>
                <a:lnTo>
                  <a:pt x="1379103" y="171415"/>
                </a:lnTo>
                <a:lnTo>
                  <a:pt x="1379360" y="171460"/>
                </a:lnTo>
                <a:lnTo>
                  <a:pt x="1379621" y="171502"/>
                </a:lnTo>
                <a:lnTo>
                  <a:pt x="1379884" y="171543"/>
                </a:lnTo>
                <a:lnTo>
                  <a:pt x="1380150" y="171581"/>
                </a:lnTo>
                <a:lnTo>
                  <a:pt x="1380419" y="171618"/>
                </a:lnTo>
                <a:lnTo>
                  <a:pt x="1380691" y="171652"/>
                </a:lnTo>
                <a:lnTo>
                  <a:pt x="1380965" y="171683"/>
                </a:lnTo>
                <a:lnTo>
                  <a:pt x="1381243" y="171713"/>
                </a:lnTo>
                <a:lnTo>
                  <a:pt x="1381523" y="171740"/>
                </a:lnTo>
                <a:lnTo>
                  <a:pt x="1381806" y="171766"/>
                </a:lnTo>
                <a:lnTo>
                  <a:pt x="1382092" y="171789"/>
                </a:lnTo>
                <a:lnTo>
                  <a:pt x="1382381" y="171810"/>
                </a:lnTo>
                <a:lnTo>
                  <a:pt x="1382673" y="171828"/>
                </a:lnTo>
                <a:lnTo>
                  <a:pt x="1382967" y="171845"/>
                </a:lnTo>
                <a:lnTo>
                  <a:pt x="1383265" y="171859"/>
                </a:lnTo>
                <a:lnTo>
                  <a:pt x="1383565" y="171871"/>
                </a:lnTo>
                <a:lnTo>
                  <a:pt x="1383868" y="171881"/>
                </a:lnTo>
                <a:lnTo>
                  <a:pt x="1384174" y="171889"/>
                </a:lnTo>
                <a:lnTo>
                  <a:pt x="1384483" y="171894"/>
                </a:lnTo>
                <a:lnTo>
                  <a:pt x="1384795" y="171897"/>
                </a:lnTo>
                <a:lnTo>
                  <a:pt x="1385109" y="171898"/>
                </a:lnTo>
                <a:lnTo>
                  <a:pt x="1385670" y="171894"/>
                </a:lnTo>
                <a:lnTo>
                  <a:pt x="1386227" y="171882"/>
                </a:lnTo>
                <a:lnTo>
                  <a:pt x="1386778" y="171861"/>
                </a:lnTo>
                <a:lnTo>
                  <a:pt x="1387325" y="171832"/>
                </a:lnTo>
                <a:lnTo>
                  <a:pt x="1387867" y="171794"/>
                </a:lnTo>
                <a:lnTo>
                  <a:pt x="1388404" y="171748"/>
                </a:lnTo>
                <a:lnTo>
                  <a:pt x="1388936" y="171694"/>
                </a:lnTo>
                <a:close/>
                <a:moveTo>
                  <a:pt x="534390" y="128418"/>
                </a:moveTo>
                <a:lnTo>
                  <a:pt x="534307" y="129121"/>
                </a:lnTo>
                <a:lnTo>
                  <a:pt x="534222" y="129824"/>
                </a:lnTo>
                <a:lnTo>
                  <a:pt x="534135" y="130525"/>
                </a:lnTo>
                <a:lnTo>
                  <a:pt x="534046" y="131225"/>
                </a:lnTo>
                <a:lnTo>
                  <a:pt x="533956" y="131923"/>
                </a:lnTo>
                <a:lnTo>
                  <a:pt x="533864" y="132620"/>
                </a:lnTo>
                <a:lnTo>
                  <a:pt x="533770" y="133316"/>
                </a:lnTo>
                <a:lnTo>
                  <a:pt x="533674" y="134011"/>
                </a:lnTo>
                <a:lnTo>
                  <a:pt x="533577" y="134704"/>
                </a:lnTo>
                <a:lnTo>
                  <a:pt x="533478" y="135396"/>
                </a:lnTo>
                <a:lnTo>
                  <a:pt x="533377" y="136086"/>
                </a:lnTo>
                <a:lnTo>
                  <a:pt x="533274" y="136776"/>
                </a:lnTo>
                <a:lnTo>
                  <a:pt x="533169" y="137463"/>
                </a:lnTo>
                <a:lnTo>
                  <a:pt x="533063" y="138150"/>
                </a:lnTo>
                <a:lnTo>
                  <a:pt x="532955" y="138835"/>
                </a:lnTo>
                <a:lnTo>
                  <a:pt x="532846" y="139519"/>
                </a:lnTo>
                <a:lnTo>
                  <a:pt x="532734" y="140202"/>
                </a:lnTo>
                <a:lnTo>
                  <a:pt x="532621" y="140883"/>
                </a:lnTo>
                <a:lnTo>
                  <a:pt x="532506" y="141563"/>
                </a:lnTo>
                <a:lnTo>
                  <a:pt x="532395" y="142245"/>
                </a:lnTo>
                <a:lnTo>
                  <a:pt x="532285" y="142922"/>
                </a:lnTo>
                <a:lnTo>
                  <a:pt x="532174" y="143593"/>
                </a:lnTo>
                <a:lnTo>
                  <a:pt x="532064" y="144258"/>
                </a:lnTo>
                <a:lnTo>
                  <a:pt x="531953" y="144918"/>
                </a:lnTo>
                <a:lnTo>
                  <a:pt x="531842" y="145573"/>
                </a:lnTo>
                <a:lnTo>
                  <a:pt x="531732" y="146222"/>
                </a:lnTo>
                <a:lnTo>
                  <a:pt x="531621" y="146865"/>
                </a:lnTo>
                <a:lnTo>
                  <a:pt x="531511" y="147503"/>
                </a:lnTo>
                <a:lnTo>
                  <a:pt x="531400" y="148136"/>
                </a:lnTo>
                <a:lnTo>
                  <a:pt x="531289" y="148763"/>
                </a:lnTo>
                <a:lnTo>
                  <a:pt x="531179" y="149384"/>
                </a:lnTo>
                <a:lnTo>
                  <a:pt x="531068" y="150000"/>
                </a:lnTo>
                <a:lnTo>
                  <a:pt x="530958" y="150611"/>
                </a:lnTo>
                <a:lnTo>
                  <a:pt x="530847" y="151216"/>
                </a:lnTo>
                <a:lnTo>
                  <a:pt x="530736" y="151816"/>
                </a:lnTo>
                <a:lnTo>
                  <a:pt x="530626" y="152410"/>
                </a:lnTo>
                <a:lnTo>
                  <a:pt x="530515" y="152998"/>
                </a:lnTo>
                <a:lnTo>
                  <a:pt x="530405" y="153581"/>
                </a:lnTo>
                <a:lnTo>
                  <a:pt x="530294" y="154159"/>
                </a:lnTo>
                <a:lnTo>
                  <a:pt x="530183" y="154731"/>
                </a:lnTo>
                <a:lnTo>
                  <a:pt x="530073" y="155298"/>
                </a:lnTo>
                <a:lnTo>
                  <a:pt x="529962" y="155859"/>
                </a:lnTo>
                <a:lnTo>
                  <a:pt x="529852" y="156415"/>
                </a:lnTo>
                <a:lnTo>
                  <a:pt x="529742" y="156963"/>
                </a:lnTo>
                <a:lnTo>
                  <a:pt x="529634" y="157503"/>
                </a:lnTo>
                <a:lnTo>
                  <a:pt x="529528" y="158033"/>
                </a:lnTo>
                <a:lnTo>
                  <a:pt x="529423" y="158555"/>
                </a:lnTo>
                <a:lnTo>
                  <a:pt x="529321" y="159067"/>
                </a:lnTo>
                <a:lnTo>
                  <a:pt x="529220" y="159571"/>
                </a:lnTo>
                <a:lnTo>
                  <a:pt x="529120" y="160065"/>
                </a:lnTo>
                <a:lnTo>
                  <a:pt x="529023" y="160551"/>
                </a:lnTo>
                <a:lnTo>
                  <a:pt x="528927" y="161027"/>
                </a:lnTo>
                <a:lnTo>
                  <a:pt x="528833" y="161495"/>
                </a:lnTo>
                <a:lnTo>
                  <a:pt x="528741" y="161953"/>
                </a:lnTo>
                <a:lnTo>
                  <a:pt x="528651" y="162403"/>
                </a:lnTo>
                <a:lnTo>
                  <a:pt x="528562" y="162843"/>
                </a:lnTo>
                <a:lnTo>
                  <a:pt x="528475" y="163275"/>
                </a:lnTo>
                <a:lnTo>
                  <a:pt x="528390" y="163697"/>
                </a:lnTo>
                <a:lnTo>
                  <a:pt x="528307" y="164111"/>
                </a:lnTo>
                <a:lnTo>
                  <a:pt x="528225" y="164516"/>
                </a:lnTo>
                <a:lnTo>
                  <a:pt x="528145" y="164911"/>
                </a:lnTo>
                <a:lnTo>
                  <a:pt x="528067" y="165298"/>
                </a:lnTo>
                <a:lnTo>
                  <a:pt x="527991" y="165675"/>
                </a:lnTo>
                <a:lnTo>
                  <a:pt x="527916" y="166044"/>
                </a:lnTo>
                <a:lnTo>
                  <a:pt x="527843" y="166403"/>
                </a:lnTo>
                <a:lnTo>
                  <a:pt x="527772" y="166754"/>
                </a:lnTo>
                <a:lnTo>
                  <a:pt x="527703" y="167095"/>
                </a:lnTo>
                <a:lnTo>
                  <a:pt x="539078" y="167095"/>
                </a:lnTo>
                <a:lnTo>
                  <a:pt x="539206" y="166732"/>
                </a:lnTo>
                <a:lnTo>
                  <a:pt x="539337" y="166359"/>
                </a:lnTo>
                <a:lnTo>
                  <a:pt x="539470" y="165975"/>
                </a:lnTo>
                <a:lnTo>
                  <a:pt x="539607" y="165580"/>
                </a:lnTo>
                <a:lnTo>
                  <a:pt x="539746" y="165176"/>
                </a:lnTo>
                <a:lnTo>
                  <a:pt x="539888" y="164761"/>
                </a:lnTo>
                <a:lnTo>
                  <a:pt x="540033" y="164336"/>
                </a:lnTo>
                <a:lnTo>
                  <a:pt x="540181" y="163900"/>
                </a:lnTo>
                <a:lnTo>
                  <a:pt x="540332" y="163455"/>
                </a:lnTo>
                <a:lnTo>
                  <a:pt x="540485" y="162998"/>
                </a:lnTo>
                <a:lnTo>
                  <a:pt x="540641" y="162532"/>
                </a:lnTo>
                <a:lnTo>
                  <a:pt x="540801" y="162055"/>
                </a:lnTo>
                <a:lnTo>
                  <a:pt x="540963" y="161568"/>
                </a:lnTo>
                <a:lnTo>
                  <a:pt x="541128" y="161071"/>
                </a:lnTo>
                <a:lnTo>
                  <a:pt x="541295" y="160563"/>
                </a:lnTo>
                <a:lnTo>
                  <a:pt x="541466" y="160045"/>
                </a:lnTo>
                <a:lnTo>
                  <a:pt x="541639" y="159517"/>
                </a:lnTo>
                <a:lnTo>
                  <a:pt x="541816" y="158978"/>
                </a:lnTo>
                <a:lnTo>
                  <a:pt x="541995" y="158429"/>
                </a:lnTo>
                <a:lnTo>
                  <a:pt x="542177" y="157870"/>
                </a:lnTo>
                <a:lnTo>
                  <a:pt x="542362" y="157301"/>
                </a:lnTo>
                <a:lnTo>
                  <a:pt x="542550" y="156721"/>
                </a:lnTo>
                <a:lnTo>
                  <a:pt x="542740" y="156131"/>
                </a:lnTo>
                <a:lnTo>
                  <a:pt x="542934" y="155530"/>
                </a:lnTo>
                <a:lnTo>
                  <a:pt x="543128" y="154923"/>
                </a:lnTo>
                <a:lnTo>
                  <a:pt x="543322" y="154312"/>
                </a:lnTo>
                <a:lnTo>
                  <a:pt x="543515" y="153698"/>
                </a:lnTo>
                <a:lnTo>
                  <a:pt x="543708" y="153081"/>
                </a:lnTo>
                <a:lnTo>
                  <a:pt x="543900" y="152461"/>
                </a:lnTo>
                <a:lnTo>
                  <a:pt x="544091" y="151837"/>
                </a:lnTo>
                <a:lnTo>
                  <a:pt x="544281" y="151210"/>
                </a:lnTo>
                <a:lnTo>
                  <a:pt x="544471" y="150580"/>
                </a:lnTo>
                <a:lnTo>
                  <a:pt x="544661" y="149946"/>
                </a:lnTo>
                <a:lnTo>
                  <a:pt x="544849" y="149309"/>
                </a:lnTo>
                <a:lnTo>
                  <a:pt x="545037" y="148669"/>
                </a:lnTo>
                <a:lnTo>
                  <a:pt x="545224" y="148025"/>
                </a:lnTo>
                <a:lnTo>
                  <a:pt x="545411" y="147379"/>
                </a:lnTo>
                <a:lnTo>
                  <a:pt x="545597" y="146729"/>
                </a:lnTo>
                <a:lnTo>
                  <a:pt x="545782" y="146075"/>
                </a:lnTo>
                <a:lnTo>
                  <a:pt x="545967" y="145418"/>
                </a:lnTo>
                <a:lnTo>
                  <a:pt x="546151" y="144759"/>
                </a:lnTo>
                <a:lnTo>
                  <a:pt x="546334" y="144095"/>
                </a:lnTo>
                <a:lnTo>
                  <a:pt x="546517" y="143429"/>
                </a:lnTo>
                <a:lnTo>
                  <a:pt x="546699" y="142759"/>
                </a:lnTo>
                <a:lnTo>
                  <a:pt x="546880" y="142086"/>
                </a:lnTo>
                <a:lnTo>
                  <a:pt x="547061" y="141409"/>
                </a:lnTo>
                <a:lnTo>
                  <a:pt x="547241" y="140730"/>
                </a:lnTo>
                <a:lnTo>
                  <a:pt x="547421" y="140047"/>
                </a:lnTo>
                <a:lnTo>
                  <a:pt x="547603" y="139364"/>
                </a:lnTo>
                <a:lnTo>
                  <a:pt x="547781" y="138684"/>
                </a:lnTo>
                <a:lnTo>
                  <a:pt x="547956" y="138009"/>
                </a:lnTo>
                <a:lnTo>
                  <a:pt x="548126" y="137336"/>
                </a:lnTo>
                <a:lnTo>
                  <a:pt x="548293" y="136667"/>
                </a:lnTo>
                <a:lnTo>
                  <a:pt x="548455" y="136002"/>
                </a:lnTo>
                <a:lnTo>
                  <a:pt x="548614" y="135340"/>
                </a:lnTo>
                <a:lnTo>
                  <a:pt x="548769" y="134682"/>
                </a:lnTo>
                <a:lnTo>
                  <a:pt x="548920" y="134027"/>
                </a:lnTo>
                <a:lnTo>
                  <a:pt x="549066" y="133376"/>
                </a:lnTo>
                <a:lnTo>
                  <a:pt x="549209" y="132728"/>
                </a:lnTo>
                <a:lnTo>
                  <a:pt x="549348" y="132084"/>
                </a:lnTo>
                <a:lnTo>
                  <a:pt x="549483" y="131443"/>
                </a:lnTo>
                <a:lnTo>
                  <a:pt x="549614" y="130806"/>
                </a:lnTo>
                <a:lnTo>
                  <a:pt x="549741" y="130172"/>
                </a:lnTo>
                <a:lnTo>
                  <a:pt x="549864" y="129542"/>
                </a:lnTo>
                <a:lnTo>
                  <a:pt x="549983" y="128915"/>
                </a:lnTo>
                <a:lnTo>
                  <a:pt x="550099" y="128292"/>
                </a:lnTo>
                <a:lnTo>
                  <a:pt x="550210" y="127672"/>
                </a:lnTo>
                <a:lnTo>
                  <a:pt x="550317" y="127056"/>
                </a:lnTo>
                <a:lnTo>
                  <a:pt x="550421" y="126443"/>
                </a:lnTo>
                <a:lnTo>
                  <a:pt x="550520" y="125834"/>
                </a:lnTo>
                <a:lnTo>
                  <a:pt x="550615" y="125229"/>
                </a:lnTo>
                <a:lnTo>
                  <a:pt x="550707" y="124626"/>
                </a:lnTo>
                <a:lnTo>
                  <a:pt x="551718" y="117801"/>
                </a:lnTo>
                <a:lnTo>
                  <a:pt x="535539" y="117801"/>
                </a:lnTo>
                <a:lnTo>
                  <a:pt x="534781" y="124879"/>
                </a:lnTo>
                <a:lnTo>
                  <a:pt x="534706" y="125589"/>
                </a:lnTo>
                <a:lnTo>
                  <a:pt x="534630" y="126298"/>
                </a:lnTo>
                <a:lnTo>
                  <a:pt x="534552" y="127006"/>
                </a:lnTo>
                <a:lnTo>
                  <a:pt x="534472" y="127713"/>
                </a:lnTo>
                <a:lnTo>
                  <a:pt x="534390" y="128418"/>
                </a:lnTo>
                <a:close/>
                <a:moveTo>
                  <a:pt x="3071515" y="22060"/>
                </a:moveTo>
                <a:lnTo>
                  <a:pt x="3071850" y="21993"/>
                </a:lnTo>
                <a:lnTo>
                  <a:pt x="3072180" y="21916"/>
                </a:lnTo>
                <a:lnTo>
                  <a:pt x="3072506" y="21828"/>
                </a:lnTo>
                <a:lnTo>
                  <a:pt x="3072828" y="21730"/>
                </a:lnTo>
                <a:lnTo>
                  <a:pt x="3073145" y="21622"/>
                </a:lnTo>
                <a:lnTo>
                  <a:pt x="3073458" y="21503"/>
                </a:lnTo>
                <a:lnTo>
                  <a:pt x="3073767" y="21374"/>
                </a:lnTo>
                <a:lnTo>
                  <a:pt x="3074071" y="21235"/>
                </a:lnTo>
                <a:lnTo>
                  <a:pt x="3074371" y="21085"/>
                </a:lnTo>
                <a:lnTo>
                  <a:pt x="3074666" y="20926"/>
                </a:lnTo>
                <a:lnTo>
                  <a:pt x="3074957" y="20755"/>
                </a:lnTo>
                <a:lnTo>
                  <a:pt x="3075244" y="20575"/>
                </a:lnTo>
                <a:lnTo>
                  <a:pt x="3075526" y="20384"/>
                </a:lnTo>
                <a:lnTo>
                  <a:pt x="3075804" y="20183"/>
                </a:lnTo>
                <a:lnTo>
                  <a:pt x="3076077" y="19972"/>
                </a:lnTo>
                <a:lnTo>
                  <a:pt x="3076346" y="19750"/>
                </a:lnTo>
                <a:lnTo>
                  <a:pt x="3076611" y="19518"/>
                </a:lnTo>
                <a:lnTo>
                  <a:pt x="3076871" y="19275"/>
                </a:lnTo>
                <a:lnTo>
                  <a:pt x="3077129" y="19026"/>
                </a:lnTo>
                <a:lnTo>
                  <a:pt x="3077376" y="18772"/>
                </a:lnTo>
                <a:lnTo>
                  <a:pt x="3077612" y="18514"/>
                </a:lnTo>
                <a:lnTo>
                  <a:pt x="3077837" y="18252"/>
                </a:lnTo>
                <a:lnTo>
                  <a:pt x="3078050" y="17986"/>
                </a:lnTo>
                <a:lnTo>
                  <a:pt x="3078253" y="17715"/>
                </a:lnTo>
                <a:lnTo>
                  <a:pt x="3078446" y="17441"/>
                </a:lnTo>
                <a:lnTo>
                  <a:pt x="3078627" y="17162"/>
                </a:lnTo>
                <a:lnTo>
                  <a:pt x="3078797" y="16879"/>
                </a:lnTo>
                <a:lnTo>
                  <a:pt x="3078956" y="16592"/>
                </a:lnTo>
                <a:lnTo>
                  <a:pt x="3079104" y="16300"/>
                </a:lnTo>
                <a:lnTo>
                  <a:pt x="3079241" y="16005"/>
                </a:lnTo>
                <a:lnTo>
                  <a:pt x="3079367" y="15705"/>
                </a:lnTo>
                <a:lnTo>
                  <a:pt x="3079482" y="15401"/>
                </a:lnTo>
                <a:lnTo>
                  <a:pt x="3079587" y="15093"/>
                </a:lnTo>
                <a:lnTo>
                  <a:pt x="3079680" y="14781"/>
                </a:lnTo>
                <a:lnTo>
                  <a:pt x="3079762" y="14465"/>
                </a:lnTo>
                <a:lnTo>
                  <a:pt x="3079834" y="14145"/>
                </a:lnTo>
                <a:lnTo>
                  <a:pt x="3079894" y="13820"/>
                </a:lnTo>
                <a:lnTo>
                  <a:pt x="3079943" y="13491"/>
                </a:lnTo>
                <a:lnTo>
                  <a:pt x="3079982" y="13158"/>
                </a:lnTo>
                <a:lnTo>
                  <a:pt x="3080009" y="12821"/>
                </a:lnTo>
                <a:lnTo>
                  <a:pt x="3080026" y="12480"/>
                </a:lnTo>
                <a:lnTo>
                  <a:pt x="3080031" y="12134"/>
                </a:lnTo>
                <a:lnTo>
                  <a:pt x="3080026" y="11789"/>
                </a:lnTo>
                <a:lnTo>
                  <a:pt x="3080009" y="11447"/>
                </a:lnTo>
                <a:lnTo>
                  <a:pt x="3079982" y="11110"/>
                </a:lnTo>
                <a:lnTo>
                  <a:pt x="3079943" y="10777"/>
                </a:lnTo>
                <a:lnTo>
                  <a:pt x="3079894" y="10448"/>
                </a:lnTo>
                <a:lnTo>
                  <a:pt x="3079834" y="10124"/>
                </a:lnTo>
                <a:lnTo>
                  <a:pt x="3079762" y="9803"/>
                </a:lnTo>
                <a:lnTo>
                  <a:pt x="3079680" y="9487"/>
                </a:lnTo>
                <a:lnTo>
                  <a:pt x="3079587" y="9175"/>
                </a:lnTo>
                <a:lnTo>
                  <a:pt x="3079482" y="8867"/>
                </a:lnTo>
                <a:lnTo>
                  <a:pt x="3079367" y="8563"/>
                </a:lnTo>
                <a:lnTo>
                  <a:pt x="3079241" y="8263"/>
                </a:lnTo>
                <a:lnTo>
                  <a:pt x="3079104" y="7968"/>
                </a:lnTo>
                <a:lnTo>
                  <a:pt x="3078956" y="7676"/>
                </a:lnTo>
                <a:lnTo>
                  <a:pt x="3078797" y="7389"/>
                </a:lnTo>
                <a:lnTo>
                  <a:pt x="3078627" y="7106"/>
                </a:lnTo>
                <a:lnTo>
                  <a:pt x="3078446" y="6827"/>
                </a:lnTo>
                <a:lnTo>
                  <a:pt x="3078253" y="6553"/>
                </a:lnTo>
                <a:lnTo>
                  <a:pt x="3078050" y="6282"/>
                </a:lnTo>
                <a:lnTo>
                  <a:pt x="3077837" y="6016"/>
                </a:lnTo>
                <a:lnTo>
                  <a:pt x="3077612" y="5754"/>
                </a:lnTo>
                <a:lnTo>
                  <a:pt x="3077376" y="5496"/>
                </a:lnTo>
                <a:lnTo>
                  <a:pt x="3077129" y="5242"/>
                </a:lnTo>
                <a:lnTo>
                  <a:pt x="3076871" y="4993"/>
                </a:lnTo>
                <a:lnTo>
                  <a:pt x="3076611" y="4750"/>
                </a:lnTo>
                <a:lnTo>
                  <a:pt x="3076346" y="4518"/>
                </a:lnTo>
                <a:lnTo>
                  <a:pt x="3076077" y="4296"/>
                </a:lnTo>
                <a:lnTo>
                  <a:pt x="3075804" y="4085"/>
                </a:lnTo>
                <a:lnTo>
                  <a:pt x="3075526" y="3884"/>
                </a:lnTo>
                <a:lnTo>
                  <a:pt x="3075244" y="3693"/>
                </a:lnTo>
                <a:lnTo>
                  <a:pt x="3074957" y="3513"/>
                </a:lnTo>
                <a:lnTo>
                  <a:pt x="3074666" y="3342"/>
                </a:lnTo>
                <a:lnTo>
                  <a:pt x="3074371" y="3183"/>
                </a:lnTo>
                <a:lnTo>
                  <a:pt x="3074071" y="3033"/>
                </a:lnTo>
                <a:lnTo>
                  <a:pt x="3073767" y="2894"/>
                </a:lnTo>
                <a:lnTo>
                  <a:pt x="3073458" y="2765"/>
                </a:lnTo>
                <a:lnTo>
                  <a:pt x="3073145" y="2646"/>
                </a:lnTo>
                <a:lnTo>
                  <a:pt x="3072828" y="2538"/>
                </a:lnTo>
                <a:lnTo>
                  <a:pt x="3072506" y="2440"/>
                </a:lnTo>
                <a:lnTo>
                  <a:pt x="3072180" y="2352"/>
                </a:lnTo>
                <a:lnTo>
                  <a:pt x="3071850" y="2275"/>
                </a:lnTo>
                <a:lnTo>
                  <a:pt x="3071515" y="2208"/>
                </a:lnTo>
                <a:lnTo>
                  <a:pt x="3071176" y="2151"/>
                </a:lnTo>
                <a:lnTo>
                  <a:pt x="3070832" y="2105"/>
                </a:lnTo>
                <a:lnTo>
                  <a:pt x="3070484" y="2069"/>
                </a:lnTo>
                <a:lnTo>
                  <a:pt x="3070132" y="2043"/>
                </a:lnTo>
                <a:lnTo>
                  <a:pt x="3069775" y="2028"/>
                </a:lnTo>
                <a:lnTo>
                  <a:pt x="3069414" y="2022"/>
                </a:lnTo>
                <a:lnTo>
                  <a:pt x="3069052" y="2028"/>
                </a:lnTo>
                <a:lnTo>
                  <a:pt x="3068695" y="2043"/>
                </a:lnTo>
                <a:lnTo>
                  <a:pt x="3068342" y="2069"/>
                </a:lnTo>
                <a:lnTo>
                  <a:pt x="3067993" y="2105"/>
                </a:lnTo>
                <a:lnTo>
                  <a:pt x="3067649" y="2151"/>
                </a:lnTo>
                <a:lnTo>
                  <a:pt x="3067308" y="2208"/>
                </a:lnTo>
                <a:lnTo>
                  <a:pt x="3066972" y="2275"/>
                </a:lnTo>
                <a:lnTo>
                  <a:pt x="3066640" y="2352"/>
                </a:lnTo>
                <a:lnTo>
                  <a:pt x="3066312" y="2440"/>
                </a:lnTo>
                <a:lnTo>
                  <a:pt x="3065988" y="2538"/>
                </a:lnTo>
                <a:lnTo>
                  <a:pt x="3065669" y="2646"/>
                </a:lnTo>
                <a:lnTo>
                  <a:pt x="3065353" y="2765"/>
                </a:lnTo>
                <a:lnTo>
                  <a:pt x="3065042" y="2894"/>
                </a:lnTo>
                <a:lnTo>
                  <a:pt x="3064735" y="3033"/>
                </a:lnTo>
                <a:lnTo>
                  <a:pt x="3064432" y="3183"/>
                </a:lnTo>
                <a:lnTo>
                  <a:pt x="3064133" y="3342"/>
                </a:lnTo>
                <a:lnTo>
                  <a:pt x="3063838" y="3513"/>
                </a:lnTo>
                <a:lnTo>
                  <a:pt x="3063548" y="3693"/>
                </a:lnTo>
                <a:lnTo>
                  <a:pt x="3063262" y="3884"/>
                </a:lnTo>
                <a:lnTo>
                  <a:pt x="3062980" y="4085"/>
                </a:lnTo>
                <a:lnTo>
                  <a:pt x="3062702" y="4296"/>
                </a:lnTo>
                <a:lnTo>
                  <a:pt x="3062428" y="4518"/>
                </a:lnTo>
                <a:lnTo>
                  <a:pt x="3062159" y="4750"/>
                </a:lnTo>
                <a:lnTo>
                  <a:pt x="3061893" y="4993"/>
                </a:lnTo>
                <a:lnTo>
                  <a:pt x="3061640" y="5242"/>
                </a:lnTo>
                <a:lnTo>
                  <a:pt x="3061399" y="5496"/>
                </a:lnTo>
                <a:lnTo>
                  <a:pt x="3061167" y="5754"/>
                </a:lnTo>
                <a:lnTo>
                  <a:pt x="3060947" y="6016"/>
                </a:lnTo>
                <a:lnTo>
                  <a:pt x="3060737" y="6282"/>
                </a:lnTo>
                <a:lnTo>
                  <a:pt x="3060538" y="6553"/>
                </a:lnTo>
                <a:lnTo>
                  <a:pt x="3060350" y="6827"/>
                </a:lnTo>
                <a:lnTo>
                  <a:pt x="3060173" y="7106"/>
                </a:lnTo>
                <a:lnTo>
                  <a:pt x="3060006" y="7389"/>
                </a:lnTo>
                <a:lnTo>
                  <a:pt x="3059850" y="7676"/>
                </a:lnTo>
                <a:lnTo>
                  <a:pt x="3059705" y="7968"/>
                </a:lnTo>
                <a:lnTo>
                  <a:pt x="3059571" y="8263"/>
                </a:lnTo>
                <a:lnTo>
                  <a:pt x="3059447" y="8563"/>
                </a:lnTo>
                <a:lnTo>
                  <a:pt x="3059334" y="8867"/>
                </a:lnTo>
                <a:lnTo>
                  <a:pt x="3059232" y="9175"/>
                </a:lnTo>
                <a:lnTo>
                  <a:pt x="3059140" y="9487"/>
                </a:lnTo>
                <a:lnTo>
                  <a:pt x="3059060" y="9803"/>
                </a:lnTo>
                <a:lnTo>
                  <a:pt x="3058990" y="10124"/>
                </a:lnTo>
                <a:lnTo>
                  <a:pt x="3058931" y="10448"/>
                </a:lnTo>
                <a:lnTo>
                  <a:pt x="3058882" y="10777"/>
                </a:lnTo>
                <a:lnTo>
                  <a:pt x="3058845" y="11110"/>
                </a:lnTo>
                <a:lnTo>
                  <a:pt x="3058818" y="11447"/>
                </a:lnTo>
                <a:lnTo>
                  <a:pt x="3058802" y="11789"/>
                </a:lnTo>
                <a:lnTo>
                  <a:pt x="3058796" y="12134"/>
                </a:lnTo>
                <a:lnTo>
                  <a:pt x="3058802" y="12480"/>
                </a:lnTo>
                <a:lnTo>
                  <a:pt x="3058818" y="12821"/>
                </a:lnTo>
                <a:lnTo>
                  <a:pt x="3058845" y="13158"/>
                </a:lnTo>
                <a:lnTo>
                  <a:pt x="3058882" y="13491"/>
                </a:lnTo>
                <a:lnTo>
                  <a:pt x="3058931" y="13820"/>
                </a:lnTo>
                <a:lnTo>
                  <a:pt x="3058990" y="14145"/>
                </a:lnTo>
                <a:lnTo>
                  <a:pt x="3059060" y="14465"/>
                </a:lnTo>
                <a:lnTo>
                  <a:pt x="3059140" y="14781"/>
                </a:lnTo>
                <a:lnTo>
                  <a:pt x="3059232" y="15093"/>
                </a:lnTo>
                <a:lnTo>
                  <a:pt x="3059334" y="15401"/>
                </a:lnTo>
                <a:lnTo>
                  <a:pt x="3059447" y="15705"/>
                </a:lnTo>
                <a:lnTo>
                  <a:pt x="3059571" y="16005"/>
                </a:lnTo>
                <a:lnTo>
                  <a:pt x="3059705" y="16300"/>
                </a:lnTo>
                <a:lnTo>
                  <a:pt x="3059850" y="16592"/>
                </a:lnTo>
                <a:lnTo>
                  <a:pt x="3060006" y="16879"/>
                </a:lnTo>
                <a:lnTo>
                  <a:pt x="3060173" y="17162"/>
                </a:lnTo>
                <a:lnTo>
                  <a:pt x="3060350" y="17441"/>
                </a:lnTo>
                <a:lnTo>
                  <a:pt x="3060538" y="17715"/>
                </a:lnTo>
                <a:lnTo>
                  <a:pt x="3060737" y="17986"/>
                </a:lnTo>
                <a:lnTo>
                  <a:pt x="3060947" y="18252"/>
                </a:lnTo>
                <a:lnTo>
                  <a:pt x="3061167" y="18514"/>
                </a:lnTo>
                <a:lnTo>
                  <a:pt x="3061399" y="18772"/>
                </a:lnTo>
                <a:lnTo>
                  <a:pt x="3061640" y="19026"/>
                </a:lnTo>
                <a:lnTo>
                  <a:pt x="3061893" y="19275"/>
                </a:lnTo>
                <a:lnTo>
                  <a:pt x="3062159" y="19518"/>
                </a:lnTo>
                <a:lnTo>
                  <a:pt x="3062428" y="19750"/>
                </a:lnTo>
                <a:lnTo>
                  <a:pt x="3062702" y="19972"/>
                </a:lnTo>
                <a:lnTo>
                  <a:pt x="3062980" y="20183"/>
                </a:lnTo>
                <a:lnTo>
                  <a:pt x="3063262" y="20384"/>
                </a:lnTo>
                <a:lnTo>
                  <a:pt x="3063548" y="20575"/>
                </a:lnTo>
                <a:lnTo>
                  <a:pt x="3063838" y="20755"/>
                </a:lnTo>
                <a:lnTo>
                  <a:pt x="3064133" y="20926"/>
                </a:lnTo>
                <a:lnTo>
                  <a:pt x="3064432" y="21085"/>
                </a:lnTo>
                <a:lnTo>
                  <a:pt x="3064735" y="21235"/>
                </a:lnTo>
                <a:lnTo>
                  <a:pt x="3065042" y="21374"/>
                </a:lnTo>
                <a:lnTo>
                  <a:pt x="3065353" y="21503"/>
                </a:lnTo>
                <a:lnTo>
                  <a:pt x="3065669" y="21622"/>
                </a:lnTo>
                <a:lnTo>
                  <a:pt x="3065988" y="21730"/>
                </a:lnTo>
                <a:lnTo>
                  <a:pt x="3066312" y="21828"/>
                </a:lnTo>
                <a:lnTo>
                  <a:pt x="3066640" y="21916"/>
                </a:lnTo>
                <a:lnTo>
                  <a:pt x="3066972" y="21993"/>
                </a:lnTo>
                <a:lnTo>
                  <a:pt x="3067308" y="22060"/>
                </a:lnTo>
                <a:lnTo>
                  <a:pt x="3067649" y="22117"/>
                </a:lnTo>
                <a:lnTo>
                  <a:pt x="3067993" y="22163"/>
                </a:lnTo>
                <a:lnTo>
                  <a:pt x="3068342" y="22199"/>
                </a:lnTo>
                <a:lnTo>
                  <a:pt x="3068695" y="22225"/>
                </a:lnTo>
                <a:lnTo>
                  <a:pt x="3069052" y="22241"/>
                </a:lnTo>
                <a:lnTo>
                  <a:pt x="3069414" y="22246"/>
                </a:lnTo>
                <a:lnTo>
                  <a:pt x="3069775" y="22241"/>
                </a:lnTo>
                <a:lnTo>
                  <a:pt x="3070132" y="22225"/>
                </a:lnTo>
                <a:lnTo>
                  <a:pt x="3070484" y="22199"/>
                </a:lnTo>
                <a:lnTo>
                  <a:pt x="3070832" y="22163"/>
                </a:lnTo>
                <a:lnTo>
                  <a:pt x="3071176" y="22117"/>
                </a:lnTo>
                <a:lnTo>
                  <a:pt x="3071515" y="22060"/>
                </a:lnTo>
                <a:close/>
                <a:moveTo>
                  <a:pt x="3019327" y="25714"/>
                </a:moveTo>
                <a:lnTo>
                  <a:pt x="3019388" y="25180"/>
                </a:lnTo>
                <a:lnTo>
                  <a:pt x="3019461" y="24659"/>
                </a:lnTo>
                <a:lnTo>
                  <a:pt x="3019545" y="24149"/>
                </a:lnTo>
                <a:lnTo>
                  <a:pt x="3019640" y="23651"/>
                </a:lnTo>
                <a:lnTo>
                  <a:pt x="3019746" y="23165"/>
                </a:lnTo>
                <a:lnTo>
                  <a:pt x="3019864" y="22691"/>
                </a:lnTo>
                <a:lnTo>
                  <a:pt x="3019993" y="22230"/>
                </a:lnTo>
                <a:lnTo>
                  <a:pt x="3020133" y="21780"/>
                </a:lnTo>
                <a:lnTo>
                  <a:pt x="3020284" y="21343"/>
                </a:lnTo>
                <a:lnTo>
                  <a:pt x="3020446" y="20918"/>
                </a:lnTo>
                <a:lnTo>
                  <a:pt x="3020619" y="20504"/>
                </a:lnTo>
                <a:lnTo>
                  <a:pt x="3020804" y="20103"/>
                </a:lnTo>
                <a:lnTo>
                  <a:pt x="3021000" y="19714"/>
                </a:lnTo>
                <a:lnTo>
                  <a:pt x="3021207" y="19337"/>
                </a:lnTo>
                <a:lnTo>
                  <a:pt x="3021425" y="18972"/>
                </a:lnTo>
                <a:lnTo>
                  <a:pt x="3021655" y="18619"/>
                </a:lnTo>
                <a:lnTo>
                  <a:pt x="3021895" y="18278"/>
                </a:lnTo>
                <a:lnTo>
                  <a:pt x="3022147" y="17949"/>
                </a:lnTo>
                <a:lnTo>
                  <a:pt x="3022410" y="17632"/>
                </a:lnTo>
                <a:lnTo>
                  <a:pt x="3022691" y="17328"/>
                </a:lnTo>
                <a:lnTo>
                  <a:pt x="3022986" y="17037"/>
                </a:lnTo>
                <a:lnTo>
                  <a:pt x="3023296" y="16758"/>
                </a:lnTo>
                <a:lnTo>
                  <a:pt x="3023620" y="16493"/>
                </a:lnTo>
                <a:lnTo>
                  <a:pt x="3023958" y="16240"/>
                </a:lnTo>
                <a:lnTo>
                  <a:pt x="3024310" y="16001"/>
                </a:lnTo>
                <a:lnTo>
                  <a:pt x="3024677" y="15774"/>
                </a:lnTo>
                <a:lnTo>
                  <a:pt x="3025057" y="15561"/>
                </a:lnTo>
                <a:lnTo>
                  <a:pt x="3025452" y="15360"/>
                </a:lnTo>
                <a:lnTo>
                  <a:pt x="3025862" y="15172"/>
                </a:lnTo>
                <a:lnTo>
                  <a:pt x="3026285" y="14998"/>
                </a:lnTo>
                <a:lnTo>
                  <a:pt x="3026723" y="14836"/>
                </a:lnTo>
                <a:lnTo>
                  <a:pt x="3027175" y="14687"/>
                </a:lnTo>
                <a:lnTo>
                  <a:pt x="3027642" y="14551"/>
                </a:lnTo>
                <a:lnTo>
                  <a:pt x="3028123" y="14428"/>
                </a:lnTo>
                <a:lnTo>
                  <a:pt x="3028618" y="14318"/>
                </a:lnTo>
                <a:lnTo>
                  <a:pt x="3029127" y="14221"/>
                </a:lnTo>
                <a:lnTo>
                  <a:pt x="3029650" y="14137"/>
                </a:lnTo>
                <a:lnTo>
                  <a:pt x="3030188" y="14065"/>
                </a:lnTo>
                <a:lnTo>
                  <a:pt x="3030740" y="14007"/>
                </a:lnTo>
                <a:lnTo>
                  <a:pt x="3031306" y="13962"/>
                </a:lnTo>
                <a:lnTo>
                  <a:pt x="3031887" y="13929"/>
                </a:lnTo>
                <a:lnTo>
                  <a:pt x="3032481" y="13910"/>
                </a:lnTo>
                <a:lnTo>
                  <a:pt x="3033091" y="13904"/>
                </a:lnTo>
                <a:lnTo>
                  <a:pt x="3033357" y="13905"/>
                </a:lnTo>
                <a:lnTo>
                  <a:pt x="3033619" y="13907"/>
                </a:lnTo>
                <a:lnTo>
                  <a:pt x="3033877" y="13912"/>
                </a:lnTo>
                <a:lnTo>
                  <a:pt x="3034130" y="13919"/>
                </a:lnTo>
                <a:lnTo>
                  <a:pt x="3034379" y="13928"/>
                </a:lnTo>
                <a:lnTo>
                  <a:pt x="3034623" y="13939"/>
                </a:lnTo>
                <a:lnTo>
                  <a:pt x="3034863" y="13952"/>
                </a:lnTo>
                <a:lnTo>
                  <a:pt x="3035099" y="13967"/>
                </a:lnTo>
                <a:lnTo>
                  <a:pt x="3035330" y="13984"/>
                </a:lnTo>
                <a:lnTo>
                  <a:pt x="3035557" y="14002"/>
                </a:lnTo>
                <a:lnTo>
                  <a:pt x="3035780" y="14023"/>
                </a:lnTo>
                <a:lnTo>
                  <a:pt x="3035998" y="14046"/>
                </a:lnTo>
                <a:lnTo>
                  <a:pt x="3036211" y="14070"/>
                </a:lnTo>
                <a:lnTo>
                  <a:pt x="3036421" y="14097"/>
                </a:lnTo>
                <a:lnTo>
                  <a:pt x="3036626" y="14126"/>
                </a:lnTo>
                <a:lnTo>
                  <a:pt x="3036826" y="14156"/>
                </a:lnTo>
                <a:lnTo>
                  <a:pt x="3037022" y="14189"/>
                </a:lnTo>
                <a:lnTo>
                  <a:pt x="3037214" y="14223"/>
                </a:lnTo>
                <a:lnTo>
                  <a:pt x="3037402" y="14260"/>
                </a:lnTo>
                <a:lnTo>
                  <a:pt x="3037585" y="14299"/>
                </a:lnTo>
                <a:lnTo>
                  <a:pt x="3037763" y="14339"/>
                </a:lnTo>
                <a:lnTo>
                  <a:pt x="3037938" y="14381"/>
                </a:lnTo>
                <a:lnTo>
                  <a:pt x="3038107" y="14426"/>
                </a:lnTo>
                <a:lnTo>
                  <a:pt x="3038273" y="14472"/>
                </a:lnTo>
                <a:lnTo>
                  <a:pt x="3038440" y="14519"/>
                </a:lnTo>
                <a:lnTo>
                  <a:pt x="3038604" y="14566"/>
                </a:lnTo>
                <a:lnTo>
                  <a:pt x="3038765" y="14612"/>
                </a:lnTo>
                <a:lnTo>
                  <a:pt x="3038922" y="14657"/>
                </a:lnTo>
                <a:lnTo>
                  <a:pt x="3039077" y="14701"/>
                </a:lnTo>
                <a:lnTo>
                  <a:pt x="3039229" y="14745"/>
                </a:lnTo>
                <a:lnTo>
                  <a:pt x="3039377" y="14788"/>
                </a:lnTo>
                <a:lnTo>
                  <a:pt x="3039523" y="14830"/>
                </a:lnTo>
                <a:lnTo>
                  <a:pt x="3039665" y="14872"/>
                </a:lnTo>
                <a:lnTo>
                  <a:pt x="3039804" y="14913"/>
                </a:lnTo>
                <a:lnTo>
                  <a:pt x="3039941" y="14954"/>
                </a:lnTo>
                <a:lnTo>
                  <a:pt x="3040074" y="14994"/>
                </a:lnTo>
                <a:lnTo>
                  <a:pt x="3040204" y="15033"/>
                </a:lnTo>
                <a:lnTo>
                  <a:pt x="3040331" y="15071"/>
                </a:lnTo>
                <a:lnTo>
                  <a:pt x="3040455" y="15109"/>
                </a:lnTo>
                <a:lnTo>
                  <a:pt x="3040576" y="15146"/>
                </a:lnTo>
                <a:lnTo>
                  <a:pt x="3040694" y="15183"/>
                </a:lnTo>
                <a:lnTo>
                  <a:pt x="3040808" y="15219"/>
                </a:lnTo>
                <a:lnTo>
                  <a:pt x="3040920" y="15254"/>
                </a:lnTo>
                <a:lnTo>
                  <a:pt x="3041029" y="15289"/>
                </a:lnTo>
                <a:lnTo>
                  <a:pt x="3041134" y="15323"/>
                </a:lnTo>
                <a:lnTo>
                  <a:pt x="3041237" y="15356"/>
                </a:lnTo>
                <a:lnTo>
                  <a:pt x="3041336" y="15388"/>
                </a:lnTo>
                <a:lnTo>
                  <a:pt x="3041432" y="15420"/>
                </a:lnTo>
                <a:lnTo>
                  <a:pt x="3045730" y="2528"/>
                </a:lnTo>
                <a:lnTo>
                  <a:pt x="3045585" y="2465"/>
                </a:lnTo>
                <a:lnTo>
                  <a:pt x="3045434" y="2401"/>
                </a:lnTo>
                <a:lnTo>
                  <a:pt x="3045276" y="2336"/>
                </a:lnTo>
                <a:lnTo>
                  <a:pt x="3045112" y="2272"/>
                </a:lnTo>
                <a:lnTo>
                  <a:pt x="3044943" y="2206"/>
                </a:lnTo>
                <a:lnTo>
                  <a:pt x="3044767" y="2141"/>
                </a:lnTo>
                <a:lnTo>
                  <a:pt x="3044584" y="2075"/>
                </a:lnTo>
                <a:lnTo>
                  <a:pt x="3044396" y="2008"/>
                </a:lnTo>
                <a:lnTo>
                  <a:pt x="3044202" y="1941"/>
                </a:lnTo>
                <a:lnTo>
                  <a:pt x="3044001" y="1874"/>
                </a:lnTo>
                <a:lnTo>
                  <a:pt x="3043794" y="1806"/>
                </a:lnTo>
                <a:lnTo>
                  <a:pt x="3043582" y="1738"/>
                </a:lnTo>
                <a:lnTo>
                  <a:pt x="3043363" y="1669"/>
                </a:lnTo>
                <a:lnTo>
                  <a:pt x="3043137" y="1600"/>
                </a:lnTo>
                <a:lnTo>
                  <a:pt x="3042906" y="1531"/>
                </a:lnTo>
                <a:lnTo>
                  <a:pt x="3042669" y="1461"/>
                </a:lnTo>
                <a:lnTo>
                  <a:pt x="3042425" y="1390"/>
                </a:lnTo>
                <a:lnTo>
                  <a:pt x="3042175" y="1319"/>
                </a:lnTo>
                <a:lnTo>
                  <a:pt x="3041919" y="1248"/>
                </a:lnTo>
                <a:lnTo>
                  <a:pt x="3041657" y="1176"/>
                </a:lnTo>
                <a:lnTo>
                  <a:pt x="3041389" y="1104"/>
                </a:lnTo>
                <a:lnTo>
                  <a:pt x="3041115" y="1031"/>
                </a:lnTo>
                <a:lnTo>
                  <a:pt x="3040835" y="958"/>
                </a:lnTo>
                <a:lnTo>
                  <a:pt x="3040548" y="885"/>
                </a:lnTo>
                <a:lnTo>
                  <a:pt x="3040255" y="813"/>
                </a:lnTo>
                <a:lnTo>
                  <a:pt x="3039955" y="743"/>
                </a:lnTo>
                <a:lnTo>
                  <a:pt x="3039647" y="677"/>
                </a:lnTo>
                <a:lnTo>
                  <a:pt x="3039333" y="614"/>
                </a:lnTo>
                <a:lnTo>
                  <a:pt x="3039012" y="555"/>
                </a:lnTo>
                <a:lnTo>
                  <a:pt x="3038684" y="498"/>
                </a:lnTo>
                <a:lnTo>
                  <a:pt x="3038348" y="444"/>
                </a:lnTo>
                <a:lnTo>
                  <a:pt x="3038006" y="393"/>
                </a:lnTo>
                <a:lnTo>
                  <a:pt x="3037657" y="346"/>
                </a:lnTo>
                <a:lnTo>
                  <a:pt x="3037300" y="301"/>
                </a:lnTo>
                <a:lnTo>
                  <a:pt x="3036937" y="260"/>
                </a:lnTo>
                <a:lnTo>
                  <a:pt x="3036566" y="221"/>
                </a:lnTo>
                <a:lnTo>
                  <a:pt x="3036189" y="186"/>
                </a:lnTo>
                <a:lnTo>
                  <a:pt x="3035805" y="154"/>
                </a:lnTo>
                <a:lnTo>
                  <a:pt x="3035413" y="124"/>
                </a:lnTo>
                <a:lnTo>
                  <a:pt x="3035015" y="98"/>
                </a:lnTo>
                <a:lnTo>
                  <a:pt x="3034609" y="75"/>
                </a:lnTo>
                <a:lnTo>
                  <a:pt x="3034197" y="55"/>
                </a:lnTo>
                <a:lnTo>
                  <a:pt x="3033777" y="38"/>
                </a:lnTo>
                <a:lnTo>
                  <a:pt x="3033350" y="25"/>
                </a:lnTo>
                <a:lnTo>
                  <a:pt x="3032917" y="14"/>
                </a:lnTo>
                <a:lnTo>
                  <a:pt x="3032476" y="6"/>
                </a:lnTo>
                <a:lnTo>
                  <a:pt x="3032029" y="2"/>
                </a:lnTo>
                <a:lnTo>
                  <a:pt x="3031574" y="0"/>
                </a:lnTo>
                <a:lnTo>
                  <a:pt x="3030996" y="5"/>
                </a:lnTo>
                <a:lnTo>
                  <a:pt x="3030420" y="19"/>
                </a:lnTo>
                <a:lnTo>
                  <a:pt x="3029847" y="43"/>
                </a:lnTo>
                <a:lnTo>
                  <a:pt x="3029276" y="77"/>
                </a:lnTo>
                <a:lnTo>
                  <a:pt x="3028707" y="121"/>
                </a:lnTo>
                <a:lnTo>
                  <a:pt x="3028141" y="174"/>
                </a:lnTo>
                <a:lnTo>
                  <a:pt x="3027578" y="237"/>
                </a:lnTo>
                <a:lnTo>
                  <a:pt x="3027017" y="309"/>
                </a:lnTo>
                <a:lnTo>
                  <a:pt x="3026458" y="391"/>
                </a:lnTo>
                <a:lnTo>
                  <a:pt x="3025901" y="483"/>
                </a:lnTo>
                <a:lnTo>
                  <a:pt x="3025347" y="584"/>
                </a:lnTo>
                <a:lnTo>
                  <a:pt x="3024796" y="695"/>
                </a:lnTo>
                <a:lnTo>
                  <a:pt x="3024247" y="816"/>
                </a:lnTo>
                <a:lnTo>
                  <a:pt x="3023700" y="946"/>
                </a:lnTo>
                <a:lnTo>
                  <a:pt x="3023156" y="1086"/>
                </a:lnTo>
                <a:lnTo>
                  <a:pt x="3022614" y="1236"/>
                </a:lnTo>
                <a:lnTo>
                  <a:pt x="3022074" y="1395"/>
                </a:lnTo>
                <a:lnTo>
                  <a:pt x="3021537" y="1564"/>
                </a:lnTo>
                <a:lnTo>
                  <a:pt x="3021003" y="1743"/>
                </a:lnTo>
                <a:lnTo>
                  <a:pt x="3020470" y="1931"/>
                </a:lnTo>
                <a:lnTo>
                  <a:pt x="3019941" y="2129"/>
                </a:lnTo>
                <a:lnTo>
                  <a:pt x="3019413" y="2337"/>
                </a:lnTo>
                <a:lnTo>
                  <a:pt x="3018888" y="2554"/>
                </a:lnTo>
                <a:lnTo>
                  <a:pt x="3018366" y="2781"/>
                </a:lnTo>
                <a:lnTo>
                  <a:pt x="3017848" y="3017"/>
                </a:lnTo>
                <a:lnTo>
                  <a:pt x="3017339" y="3263"/>
                </a:lnTo>
                <a:lnTo>
                  <a:pt x="3016838" y="3519"/>
                </a:lnTo>
                <a:lnTo>
                  <a:pt x="3016345" y="3785"/>
                </a:lnTo>
                <a:lnTo>
                  <a:pt x="3015860" y="4060"/>
                </a:lnTo>
                <a:lnTo>
                  <a:pt x="3015383" y="4345"/>
                </a:lnTo>
                <a:lnTo>
                  <a:pt x="3014915" y="4639"/>
                </a:lnTo>
                <a:lnTo>
                  <a:pt x="3014454" y="4943"/>
                </a:lnTo>
                <a:lnTo>
                  <a:pt x="3014002" y="5257"/>
                </a:lnTo>
                <a:lnTo>
                  <a:pt x="3013558" y="5581"/>
                </a:lnTo>
                <a:lnTo>
                  <a:pt x="3013122" y="5914"/>
                </a:lnTo>
                <a:lnTo>
                  <a:pt x="3012694" y="6257"/>
                </a:lnTo>
                <a:lnTo>
                  <a:pt x="3012274" y="6609"/>
                </a:lnTo>
                <a:lnTo>
                  <a:pt x="3011862" y="6971"/>
                </a:lnTo>
                <a:lnTo>
                  <a:pt x="3011458" y="7343"/>
                </a:lnTo>
                <a:lnTo>
                  <a:pt x="3011063" y="7724"/>
                </a:lnTo>
                <a:lnTo>
                  <a:pt x="3010675" y="8115"/>
                </a:lnTo>
                <a:lnTo>
                  <a:pt x="3010296" y="8516"/>
                </a:lnTo>
                <a:lnTo>
                  <a:pt x="3009925" y="8926"/>
                </a:lnTo>
                <a:lnTo>
                  <a:pt x="3009562" y="9346"/>
                </a:lnTo>
                <a:lnTo>
                  <a:pt x="3009207" y="9776"/>
                </a:lnTo>
                <a:lnTo>
                  <a:pt x="3008860" y="10215"/>
                </a:lnTo>
                <a:lnTo>
                  <a:pt x="3008521" y="10664"/>
                </a:lnTo>
                <a:lnTo>
                  <a:pt x="3008191" y="11123"/>
                </a:lnTo>
                <a:lnTo>
                  <a:pt x="3007871" y="11591"/>
                </a:lnTo>
                <a:lnTo>
                  <a:pt x="3007565" y="12069"/>
                </a:lnTo>
                <a:lnTo>
                  <a:pt x="3007272" y="12557"/>
                </a:lnTo>
                <a:lnTo>
                  <a:pt x="3006994" y="13054"/>
                </a:lnTo>
                <a:lnTo>
                  <a:pt x="3006728" y="13561"/>
                </a:lnTo>
                <a:lnTo>
                  <a:pt x="3006477" y="14077"/>
                </a:lnTo>
                <a:lnTo>
                  <a:pt x="3006238" y="14604"/>
                </a:lnTo>
                <a:lnTo>
                  <a:pt x="3006014" y="15139"/>
                </a:lnTo>
                <a:lnTo>
                  <a:pt x="3005803" y="15685"/>
                </a:lnTo>
                <a:lnTo>
                  <a:pt x="3005606" y="16240"/>
                </a:lnTo>
                <a:lnTo>
                  <a:pt x="3005422" y="16805"/>
                </a:lnTo>
                <a:lnTo>
                  <a:pt x="3005252" y="17379"/>
                </a:lnTo>
                <a:lnTo>
                  <a:pt x="3005096" y="17964"/>
                </a:lnTo>
                <a:lnTo>
                  <a:pt x="3004953" y="18557"/>
                </a:lnTo>
                <a:lnTo>
                  <a:pt x="3004823" y="19161"/>
                </a:lnTo>
                <a:lnTo>
                  <a:pt x="3004708" y="19774"/>
                </a:lnTo>
                <a:lnTo>
                  <a:pt x="3004606" y="20397"/>
                </a:lnTo>
                <a:lnTo>
                  <a:pt x="3004517" y="21029"/>
                </a:lnTo>
                <a:lnTo>
                  <a:pt x="3004443" y="21671"/>
                </a:lnTo>
                <a:lnTo>
                  <a:pt x="3004381" y="22323"/>
                </a:lnTo>
                <a:lnTo>
                  <a:pt x="3004334" y="22984"/>
                </a:lnTo>
                <a:lnTo>
                  <a:pt x="3004300" y="23655"/>
                </a:lnTo>
                <a:lnTo>
                  <a:pt x="3004279" y="24336"/>
                </a:lnTo>
                <a:lnTo>
                  <a:pt x="3004272" y="25026"/>
                </a:lnTo>
                <a:lnTo>
                  <a:pt x="3004272" y="38424"/>
                </a:lnTo>
                <a:lnTo>
                  <a:pt x="2988599" y="38424"/>
                </a:lnTo>
                <a:lnTo>
                  <a:pt x="2988599" y="51064"/>
                </a:lnTo>
                <a:lnTo>
                  <a:pt x="3004272" y="51064"/>
                </a:lnTo>
                <a:lnTo>
                  <a:pt x="3004272" y="135496"/>
                </a:lnTo>
                <a:lnTo>
                  <a:pt x="3019187" y="135496"/>
                </a:lnTo>
                <a:lnTo>
                  <a:pt x="3019187" y="51064"/>
                </a:lnTo>
                <a:lnTo>
                  <a:pt x="3040927" y="51064"/>
                </a:lnTo>
                <a:lnTo>
                  <a:pt x="3040927" y="38424"/>
                </a:lnTo>
                <a:lnTo>
                  <a:pt x="3019187" y="38424"/>
                </a:lnTo>
                <a:lnTo>
                  <a:pt x="3019187" y="28565"/>
                </a:lnTo>
                <a:lnTo>
                  <a:pt x="3019192" y="27971"/>
                </a:lnTo>
                <a:lnTo>
                  <a:pt x="3019209" y="27389"/>
                </a:lnTo>
                <a:lnTo>
                  <a:pt x="3019237" y="26819"/>
                </a:lnTo>
                <a:lnTo>
                  <a:pt x="3019276" y="26261"/>
                </a:lnTo>
                <a:lnTo>
                  <a:pt x="3019327" y="25714"/>
                </a:lnTo>
                <a:close/>
                <a:moveTo>
                  <a:pt x="2729438" y="25714"/>
                </a:moveTo>
                <a:lnTo>
                  <a:pt x="2729499" y="25180"/>
                </a:lnTo>
                <a:lnTo>
                  <a:pt x="2729572" y="24659"/>
                </a:lnTo>
                <a:lnTo>
                  <a:pt x="2729656" y="24149"/>
                </a:lnTo>
                <a:lnTo>
                  <a:pt x="2729751" y="23651"/>
                </a:lnTo>
                <a:lnTo>
                  <a:pt x="2729858" y="23165"/>
                </a:lnTo>
                <a:lnTo>
                  <a:pt x="2729975" y="22691"/>
                </a:lnTo>
                <a:lnTo>
                  <a:pt x="2730104" y="22230"/>
                </a:lnTo>
                <a:lnTo>
                  <a:pt x="2730244" y="21780"/>
                </a:lnTo>
                <a:lnTo>
                  <a:pt x="2730395" y="21343"/>
                </a:lnTo>
                <a:lnTo>
                  <a:pt x="2730557" y="20918"/>
                </a:lnTo>
                <a:lnTo>
                  <a:pt x="2730730" y="20504"/>
                </a:lnTo>
                <a:lnTo>
                  <a:pt x="2730915" y="20103"/>
                </a:lnTo>
                <a:lnTo>
                  <a:pt x="2731111" y="19714"/>
                </a:lnTo>
                <a:lnTo>
                  <a:pt x="2731318" y="19337"/>
                </a:lnTo>
                <a:lnTo>
                  <a:pt x="2731536" y="18972"/>
                </a:lnTo>
                <a:lnTo>
                  <a:pt x="2731766" y="18619"/>
                </a:lnTo>
                <a:lnTo>
                  <a:pt x="2732006" y="18278"/>
                </a:lnTo>
                <a:lnTo>
                  <a:pt x="2732258" y="17949"/>
                </a:lnTo>
                <a:lnTo>
                  <a:pt x="2732521" y="17632"/>
                </a:lnTo>
                <a:lnTo>
                  <a:pt x="2732802" y="17328"/>
                </a:lnTo>
                <a:lnTo>
                  <a:pt x="2733097" y="17037"/>
                </a:lnTo>
                <a:lnTo>
                  <a:pt x="2733407" y="16758"/>
                </a:lnTo>
                <a:lnTo>
                  <a:pt x="2733731" y="16493"/>
                </a:lnTo>
                <a:lnTo>
                  <a:pt x="2734069" y="16240"/>
                </a:lnTo>
                <a:lnTo>
                  <a:pt x="2734421" y="16001"/>
                </a:lnTo>
                <a:lnTo>
                  <a:pt x="2734787" y="15774"/>
                </a:lnTo>
                <a:lnTo>
                  <a:pt x="2735168" y="15561"/>
                </a:lnTo>
                <a:lnTo>
                  <a:pt x="2735563" y="15360"/>
                </a:lnTo>
                <a:lnTo>
                  <a:pt x="2735973" y="15172"/>
                </a:lnTo>
                <a:lnTo>
                  <a:pt x="2736396" y="14998"/>
                </a:lnTo>
                <a:lnTo>
                  <a:pt x="2736834" y="14836"/>
                </a:lnTo>
                <a:lnTo>
                  <a:pt x="2737286" y="14687"/>
                </a:lnTo>
                <a:lnTo>
                  <a:pt x="2737753" y="14551"/>
                </a:lnTo>
                <a:lnTo>
                  <a:pt x="2738234" y="14428"/>
                </a:lnTo>
                <a:lnTo>
                  <a:pt x="2738728" y="14318"/>
                </a:lnTo>
                <a:lnTo>
                  <a:pt x="2739238" y="14221"/>
                </a:lnTo>
                <a:lnTo>
                  <a:pt x="2739761" y="14137"/>
                </a:lnTo>
                <a:lnTo>
                  <a:pt x="2740299" y="14065"/>
                </a:lnTo>
                <a:lnTo>
                  <a:pt x="2740851" y="14007"/>
                </a:lnTo>
                <a:lnTo>
                  <a:pt x="2741417" y="13962"/>
                </a:lnTo>
                <a:lnTo>
                  <a:pt x="2741998" y="13929"/>
                </a:lnTo>
                <a:lnTo>
                  <a:pt x="2742593" y="13910"/>
                </a:lnTo>
                <a:lnTo>
                  <a:pt x="2743202" y="13904"/>
                </a:lnTo>
                <a:lnTo>
                  <a:pt x="2743468" y="13905"/>
                </a:lnTo>
                <a:lnTo>
                  <a:pt x="2743730" y="13907"/>
                </a:lnTo>
                <a:lnTo>
                  <a:pt x="2743988" y="13912"/>
                </a:lnTo>
                <a:lnTo>
                  <a:pt x="2744241" y="13919"/>
                </a:lnTo>
                <a:lnTo>
                  <a:pt x="2744490" y="13928"/>
                </a:lnTo>
                <a:lnTo>
                  <a:pt x="2744734" y="13939"/>
                </a:lnTo>
                <a:lnTo>
                  <a:pt x="2744974" y="13952"/>
                </a:lnTo>
                <a:lnTo>
                  <a:pt x="2745210" y="13967"/>
                </a:lnTo>
                <a:lnTo>
                  <a:pt x="2745441" y="13984"/>
                </a:lnTo>
                <a:lnTo>
                  <a:pt x="2745668" y="14002"/>
                </a:lnTo>
                <a:lnTo>
                  <a:pt x="2745891" y="14023"/>
                </a:lnTo>
                <a:lnTo>
                  <a:pt x="2746109" y="14046"/>
                </a:lnTo>
                <a:lnTo>
                  <a:pt x="2746322" y="14070"/>
                </a:lnTo>
                <a:lnTo>
                  <a:pt x="2746532" y="14097"/>
                </a:lnTo>
                <a:lnTo>
                  <a:pt x="2746737" y="14126"/>
                </a:lnTo>
                <a:lnTo>
                  <a:pt x="2746937" y="14156"/>
                </a:lnTo>
                <a:lnTo>
                  <a:pt x="2747134" y="14189"/>
                </a:lnTo>
                <a:lnTo>
                  <a:pt x="2747325" y="14223"/>
                </a:lnTo>
                <a:lnTo>
                  <a:pt x="2747513" y="14260"/>
                </a:lnTo>
                <a:lnTo>
                  <a:pt x="2747696" y="14299"/>
                </a:lnTo>
                <a:lnTo>
                  <a:pt x="2747874" y="14339"/>
                </a:lnTo>
                <a:lnTo>
                  <a:pt x="2748049" y="14381"/>
                </a:lnTo>
                <a:lnTo>
                  <a:pt x="2748218" y="14426"/>
                </a:lnTo>
                <a:lnTo>
                  <a:pt x="2748384" y="14472"/>
                </a:lnTo>
                <a:lnTo>
                  <a:pt x="2748551" y="14519"/>
                </a:lnTo>
                <a:lnTo>
                  <a:pt x="2748715" y="14566"/>
                </a:lnTo>
                <a:lnTo>
                  <a:pt x="2748876" y="14612"/>
                </a:lnTo>
                <a:lnTo>
                  <a:pt x="2749033" y="14657"/>
                </a:lnTo>
                <a:lnTo>
                  <a:pt x="2749188" y="14701"/>
                </a:lnTo>
                <a:lnTo>
                  <a:pt x="2749340" y="14745"/>
                </a:lnTo>
                <a:lnTo>
                  <a:pt x="2749488" y="14788"/>
                </a:lnTo>
                <a:lnTo>
                  <a:pt x="2749634" y="14830"/>
                </a:lnTo>
                <a:lnTo>
                  <a:pt x="2749776" y="14872"/>
                </a:lnTo>
                <a:lnTo>
                  <a:pt x="2749916" y="14913"/>
                </a:lnTo>
                <a:lnTo>
                  <a:pt x="2750052" y="14954"/>
                </a:lnTo>
                <a:lnTo>
                  <a:pt x="2750185" y="14994"/>
                </a:lnTo>
                <a:lnTo>
                  <a:pt x="2750315" y="15033"/>
                </a:lnTo>
                <a:lnTo>
                  <a:pt x="2750442" y="15071"/>
                </a:lnTo>
                <a:lnTo>
                  <a:pt x="2750566" y="15109"/>
                </a:lnTo>
                <a:lnTo>
                  <a:pt x="2750687" y="15146"/>
                </a:lnTo>
                <a:lnTo>
                  <a:pt x="2750805" y="15183"/>
                </a:lnTo>
                <a:lnTo>
                  <a:pt x="2750920" y="15219"/>
                </a:lnTo>
                <a:lnTo>
                  <a:pt x="2751031" y="15254"/>
                </a:lnTo>
                <a:lnTo>
                  <a:pt x="2751140" y="15289"/>
                </a:lnTo>
                <a:lnTo>
                  <a:pt x="2751245" y="15323"/>
                </a:lnTo>
                <a:lnTo>
                  <a:pt x="2751348" y="15356"/>
                </a:lnTo>
                <a:lnTo>
                  <a:pt x="2751447" y="15388"/>
                </a:lnTo>
                <a:lnTo>
                  <a:pt x="2751544" y="15420"/>
                </a:lnTo>
                <a:lnTo>
                  <a:pt x="2755841" y="2528"/>
                </a:lnTo>
                <a:lnTo>
                  <a:pt x="2755696" y="2465"/>
                </a:lnTo>
                <a:lnTo>
                  <a:pt x="2755545" y="2401"/>
                </a:lnTo>
                <a:lnTo>
                  <a:pt x="2755387" y="2336"/>
                </a:lnTo>
                <a:lnTo>
                  <a:pt x="2755223" y="2272"/>
                </a:lnTo>
                <a:lnTo>
                  <a:pt x="2755053" y="2206"/>
                </a:lnTo>
                <a:lnTo>
                  <a:pt x="2754877" y="2141"/>
                </a:lnTo>
                <a:lnTo>
                  <a:pt x="2754695" y="2075"/>
                </a:lnTo>
                <a:lnTo>
                  <a:pt x="2754507" y="2008"/>
                </a:lnTo>
                <a:lnTo>
                  <a:pt x="2754313" y="1941"/>
                </a:lnTo>
                <a:lnTo>
                  <a:pt x="2754112" y="1874"/>
                </a:lnTo>
                <a:lnTo>
                  <a:pt x="2753905" y="1806"/>
                </a:lnTo>
                <a:lnTo>
                  <a:pt x="2753692" y="1738"/>
                </a:lnTo>
                <a:lnTo>
                  <a:pt x="2753473" y="1669"/>
                </a:lnTo>
                <a:lnTo>
                  <a:pt x="2753248" y="1600"/>
                </a:lnTo>
                <a:lnTo>
                  <a:pt x="2753017" y="1531"/>
                </a:lnTo>
                <a:lnTo>
                  <a:pt x="2752780" y="1461"/>
                </a:lnTo>
                <a:lnTo>
                  <a:pt x="2752536" y="1390"/>
                </a:lnTo>
                <a:lnTo>
                  <a:pt x="2752286" y="1319"/>
                </a:lnTo>
                <a:lnTo>
                  <a:pt x="2752030" y="1248"/>
                </a:lnTo>
                <a:lnTo>
                  <a:pt x="2751768" y="1176"/>
                </a:lnTo>
                <a:lnTo>
                  <a:pt x="2751500" y="1104"/>
                </a:lnTo>
                <a:lnTo>
                  <a:pt x="2751226" y="1031"/>
                </a:lnTo>
                <a:lnTo>
                  <a:pt x="2750945" y="958"/>
                </a:lnTo>
                <a:lnTo>
                  <a:pt x="2750659" y="885"/>
                </a:lnTo>
                <a:lnTo>
                  <a:pt x="2750366" y="813"/>
                </a:lnTo>
                <a:lnTo>
                  <a:pt x="2750066" y="743"/>
                </a:lnTo>
                <a:lnTo>
                  <a:pt x="2749758" y="677"/>
                </a:lnTo>
                <a:lnTo>
                  <a:pt x="2749444" y="614"/>
                </a:lnTo>
                <a:lnTo>
                  <a:pt x="2749123" y="555"/>
                </a:lnTo>
                <a:lnTo>
                  <a:pt x="2748795" y="498"/>
                </a:lnTo>
                <a:lnTo>
                  <a:pt x="2748459" y="444"/>
                </a:lnTo>
                <a:lnTo>
                  <a:pt x="2748117" y="393"/>
                </a:lnTo>
                <a:lnTo>
                  <a:pt x="2747768" y="346"/>
                </a:lnTo>
                <a:lnTo>
                  <a:pt x="2747411" y="301"/>
                </a:lnTo>
                <a:lnTo>
                  <a:pt x="2747048" y="260"/>
                </a:lnTo>
                <a:lnTo>
                  <a:pt x="2746678" y="221"/>
                </a:lnTo>
                <a:lnTo>
                  <a:pt x="2746300" y="186"/>
                </a:lnTo>
                <a:lnTo>
                  <a:pt x="2745916" y="154"/>
                </a:lnTo>
                <a:lnTo>
                  <a:pt x="2745524" y="124"/>
                </a:lnTo>
                <a:lnTo>
                  <a:pt x="2745126" y="98"/>
                </a:lnTo>
                <a:lnTo>
                  <a:pt x="2744720" y="75"/>
                </a:lnTo>
                <a:lnTo>
                  <a:pt x="2744308" y="55"/>
                </a:lnTo>
                <a:lnTo>
                  <a:pt x="2743888" y="38"/>
                </a:lnTo>
                <a:lnTo>
                  <a:pt x="2743462" y="25"/>
                </a:lnTo>
                <a:lnTo>
                  <a:pt x="2743028" y="14"/>
                </a:lnTo>
                <a:lnTo>
                  <a:pt x="2742587" y="6"/>
                </a:lnTo>
                <a:lnTo>
                  <a:pt x="2742140" y="2"/>
                </a:lnTo>
                <a:lnTo>
                  <a:pt x="2741685" y="0"/>
                </a:lnTo>
                <a:lnTo>
                  <a:pt x="2741107" y="5"/>
                </a:lnTo>
                <a:lnTo>
                  <a:pt x="2740531" y="19"/>
                </a:lnTo>
                <a:lnTo>
                  <a:pt x="2739958" y="43"/>
                </a:lnTo>
                <a:lnTo>
                  <a:pt x="2739387" y="77"/>
                </a:lnTo>
                <a:lnTo>
                  <a:pt x="2738819" y="121"/>
                </a:lnTo>
                <a:lnTo>
                  <a:pt x="2738253" y="174"/>
                </a:lnTo>
                <a:lnTo>
                  <a:pt x="2737689" y="237"/>
                </a:lnTo>
                <a:lnTo>
                  <a:pt x="2737128" y="309"/>
                </a:lnTo>
                <a:lnTo>
                  <a:pt x="2736569" y="391"/>
                </a:lnTo>
                <a:lnTo>
                  <a:pt x="2736012" y="483"/>
                </a:lnTo>
                <a:lnTo>
                  <a:pt x="2735458" y="584"/>
                </a:lnTo>
                <a:lnTo>
                  <a:pt x="2734907" y="695"/>
                </a:lnTo>
                <a:lnTo>
                  <a:pt x="2734358" y="816"/>
                </a:lnTo>
                <a:lnTo>
                  <a:pt x="2733811" y="946"/>
                </a:lnTo>
                <a:lnTo>
                  <a:pt x="2733267" y="1086"/>
                </a:lnTo>
                <a:lnTo>
                  <a:pt x="2732725" y="1236"/>
                </a:lnTo>
                <a:lnTo>
                  <a:pt x="2732185" y="1395"/>
                </a:lnTo>
                <a:lnTo>
                  <a:pt x="2731648" y="1564"/>
                </a:lnTo>
                <a:lnTo>
                  <a:pt x="2731114" y="1743"/>
                </a:lnTo>
                <a:lnTo>
                  <a:pt x="2730581" y="1931"/>
                </a:lnTo>
                <a:lnTo>
                  <a:pt x="2730052" y="2129"/>
                </a:lnTo>
                <a:lnTo>
                  <a:pt x="2729524" y="2337"/>
                </a:lnTo>
                <a:lnTo>
                  <a:pt x="2728999" y="2554"/>
                </a:lnTo>
                <a:lnTo>
                  <a:pt x="2728477" y="2781"/>
                </a:lnTo>
                <a:lnTo>
                  <a:pt x="2727959" y="3017"/>
                </a:lnTo>
                <a:lnTo>
                  <a:pt x="2727450" y="3263"/>
                </a:lnTo>
                <a:lnTo>
                  <a:pt x="2726949" y="3519"/>
                </a:lnTo>
                <a:lnTo>
                  <a:pt x="2726456" y="3785"/>
                </a:lnTo>
                <a:lnTo>
                  <a:pt x="2725971" y="4060"/>
                </a:lnTo>
                <a:lnTo>
                  <a:pt x="2725494" y="4345"/>
                </a:lnTo>
                <a:lnTo>
                  <a:pt x="2725026" y="4639"/>
                </a:lnTo>
                <a:lnTo>
                  <a:pt x="2724565" y="4943"/>
                </a:lnTo>
                <a:lnTo>
                  <a:pt x="2724113" y="5257"/>
                </a:lnTo>
                <a:lnTo>
                  <a:pt x="2723669" y="5581"/>
                </a:lnTo>
                <a:lnTo>
                  <a:pt x="2723232" y="5914"/>
                </a:lnTo>
                <a:lnTo>
                  <a:pt x="2722804" y="6257"/>
                </a:lnTo>
                <a:lnTo>
                  <a:pt x="2722385" y="6609"/>
                </a:lnTo>
                <a:lnTo>
                  <a:pt x="2721973" y="6971"/>
                </a:lnTo>
                <a:lnTo>
                  <a:pt x="2721569" y="7343"/>
                </a:lnTo>
                <a:lnTo>
                  <a:pt x="2721174" y="7724"/>
                </a:lnTo>
                <a:lnTo>
                  <a:pt x="2720786" y="8115"/>
                </a:lnTo>
                <a:lnTo>
                  <a:pt x="2720407" y="8516"/>
                </a:lnTo>
                <a:lnTo>
                  <a:pt x="2720036" y="8926"/>
                </a:lnTo>
                <a:lnTo>
                  <a:pt x="2719673" y="9346"/>
                </a:lnTo>
                <a:lnTo>
                  <a:pt x="2719318" y="9776"/>
                </a:lnTo>
                <a:lnTo>
                  <a:pt x="2718971" y="10215"/>
                </a:lnTo>
                <a:lnTo>
                  <a:pt x="2718632" y="10664"/>
                </a:lnTo>
                <a:lnTo>
                  <a:pt x="2718302" y="11123"/>
                </a:lnTo>
                <a:lnTo>
                  <a:pt x="2717982" y="11591"/>
                </a:lnTo>
                <a:lnTo>
                  <a:pt x="2717676" y="12069"/>
                </a:lnTo>
                <a:lnTo>
                  <a:pt x="2717383" y="12557"/>
                </a:lnTo>
                <a:lnTo>
                  <a:pt x="2717105" y="13054"/>
                </a:lnTo>
                <a:lnTo>
                  <a:pt x="2716839" y="13561"/>
                </a:lnTo>
                <a:lnTo>
                  <a:pt x="2716588" y="14077"/>
                </a:lnTo>
                <a:lnTo>
                  <a:pt x="2716349" y="14604"/>
                </a:lnTo>
                <a:lnTo>
                  <a:pt x="2716125" y="15139"/>
                </a:lnTo>
                <a:lnTo>
                  <a:pt x="2715914" y="15685"/>
                </a:lnTo>
                <a:lnTo>
                  <a:pt x="2715717" y="16240"/>
                </a:lnTo>
                <a:lnTo>
                  <a:pt x="2715533" y="16805"/>
                </a:lnTo>
                <a:lnTo>
                  <a:pt x="2715363" y="17379"/>
                </a:lnTo>
                <a:lnTo>
                  <a:pt x="2715207" y="17964"/>
                </a:lnTo>
                <a:lnTo>
                  <a:pt x="2715064" y="18557"/>
                </a:lnTo>
                <a:lnTo>
                  <a:pt x="2714934" y="19161"/>
                </a:lnTo>
                <a:lnTo>
                  <a:pt x="2714819" y="19774"/>
                </a:lnTo>
                <a:lnTo>
                  <a:pt x="2714717" y="20397"/>
                </a:lnTo>
                <a:lnTo>
                  <a:pt x="2714628" y="21029"/>
                </a:lnTo>
                <a:lnTo>
                  <a:pt x="2714554" y="21671"/>
                </a:lnTo>
                <a:lnTo>
                  <a:pt x="2714492" y="22323"/>
                </a:lnTo>
                <a:lnTo>
                  <a:pt x="2714445" y="22984"/>
                </a:lnTo>
                <a:lnTo>
                  <a:pt x="2714411" y="23655"/>
                </a:lnTo>
                <a:lnTo>
                  <a:pt x="2714390" y="24336"/>
                </a:lnTo>
                <a:lnTo>
                  <a:pt x="2714383" y="25026"/>
                </a:lnTo>
                <a:lnTo>
                  <a:pt x="2714383" y="38424"/>
                </a:lnTo>
                <a:lnTo>
                  <a:pt x="2698710" y="38424"/>
                </a:lnTo>
                <a:lnTo>
                  <a:pt x="2698710" y="51064"/>
                </a:lnTo>
                <a:lnTo>
                  <a:pt x="2714383" y="51064"/>
                </a:lnTo>
                <a:lnTo>
                  <a:pt x="2714383" y="135496"/>
                </a:lnTo>
                <a:lnTo>
                  <a:pt x="2729298" y="135496"/>
                </a:lnTo>
                <a:lnTo>
                  <a:pt x="2729298" y="51064"/>
                </a:lnTo>
                <a:lnTo>
                  <a:pt x="2751038" y="51064"/>
                </a:lnTo>
                <a:lnTo>
                  <a:pt x="2751038" y="38424"/>
                </a:lnTo>
                <a:lnTo>
                  <a:pt x="2729298" y="38424"/>
                </a:lnTo>
                <a:lnTo>
                  <a:pt x="2729298" y="28565"/>
                </a:lnTo>
                <a:lnTo>
                  <a:pt x="2729304" y="27971"/>
                </a:lnTo>
                <a:lnTo>
                  <a:pt x="2729320" y="27389"/>
                </a:lnTo>
                <a:lnTo>
                  <a:pt x="2729348" y="26819"/>
                </a:lnTo>
                <a:lnTo>
                  <a:pt x="2729388" y="26261"/>
                </a:lnTo>
                <a:lnTo>
                  <a:pt x="2729438" y="25714"/>
                </a:lnTo>
                <a:close/>
                <a:moveTo>
                  <a:pt x="2638562" y="38424"/>
                </a:moveTo>
                <a:lnTo>
                  <a:pt x="2620108" y="38424"/>
                </a:lnTo>
                <a:lnTo>
                  <a:pt x="2577639" y="81652"/>
                </a:lnTo>
                <a:lnTo>
                  <a:pt x="2575869" y="81652"/>
                </a:lnTo>
                <a:lnTo>
                  <a:pt x="2575869" y="6067"/>
                </a:lnTo>
                <a:lnTo>
                  <a:pt x="2560955" y="6067"/>
                </a:lnTo>
                <a:lnTo>
                  <a:pt x="2560955" y="135496"/>
                </a:lnTo>
                <a:lnTo>
                  <a:pt x="2575869" y="135496"/>
                </a:lnTo>
                <a:lnTo>
                  <a:pt x="2575869" y="99169"/>
                </a:lnTo>
                <a:lnTo>
                  <a:pt x="2586316" y="89491"/>
                </a:lnTo>
                <a:lnTo>
                  <a:pt x="2622636" y="135496"/>
                </a:lnTo>
                <a:lnTo>
                  <a:pt x="2641595" y="135496"/>
                </a:lnTo>
                <a:lnTo>
                  <a:pt x="2597548" y="79896"/>
                </a:lnTo>
                <a:lnTo>
                  <a:pt x="2638562" y="38424"/>
                </a:lnTo>
                <a:close/>
                <a:moveTo>
                  <a:pt x="2267937" y="73025"/>
                </a:moveTo>
                <a:lnTo>
                  <a:pt x="2268011" y="72377"/>
                </a:lnTo>
                <a:lnTo>
                  <a:pt x="2268097" y="71737"/>
                </a:lnTo>
                <a:lnTo>
                  <a:pt x="2268194" y="71106"/>
                </a:lnTo>
                <a:lnTo>
                  <a:pt x="2268302" y="70483"/>
                </a:lnTo>
                <a:lnTo>
                  <a:pt x="2268422" y="69870"/>
                </a:lnTo>
                <a:lnTo>
                  <a:pt x="2268553" y="69265"/>
                </a:lnTo>
                <a:lnTo>
                  <a:pt x="2268696" y="68669"/>
                </a:lnTo>
                <a:lnTo>
                  <a:pt x="2268850" y="68082"/>
                </a:lnTo>
                <a:lnTo>
                  <a:pt x="2269016" y="67503"/>
                </a:lnTo>
                <a:lnTo>
                  <a:pt x="2269192" y="66934"/>
                </a:lnTo>
                <a:lnTo>
                  <a:pt x="2269381" y="66373"/>
                </a:lnTo>
                <a:lnTo>
                  <a:pt x="2269580" y="65821"/>
                </a:lnTo>
                <a:lnTo>
                  <a:pt x="2269792" y="65277"/>
                </a:lnTo>
                <a:lnTo>
                  <a:pt x="2270014" y="64743"/>
                </a:lnTo>
                <a:lnTo>
                  <a:pt x="2270248" y="64217"/>
                </a:lnTo>
                <a:lnTo>
                  <a:pt x="2270493" y="63700"/>
                </a:lnTo>
                <a:lnTo>
                  <a:pt x="2270750" y="63192"/>
                </a:lnTo>
                <a:lnTo>
                  <a:pt x="2271018" y="62692"/>
                </a:lnTo>
                <a:lnTo>
                  <a:pt x="2271302" y="62202"/>
                </a:lnTo>
                <a:lnTo>
                  <a:pt x="2271593" y="61722"/>
                </a:lnTo>
                <a:lnTo>
                  <a:pt x="2271893" y="61252"/>
                </a:lnTo>
                <a:lnTo>
                  <a:pt x="2272201" y="60791"/>
                </a:lnTo>
                <a:lnTo>
                  <a:pt x="2272518" y="60341"/>
                </a:lnTo>
                <a:lnTo>
                  <a:pt x="2272843" y="59900"/>
                </a:lnTo>
                <a:lnTo>
                  <a:pt x="2273176" y="59469"/>
                </a:lnTo>
                <a:lnTo>
                  <a:pt x="2273518" y="59048"/>
                </a:lnTo>
                <a:lnTo>
                  <a:pt x="2273868" y="58637"/>
                </a:lnTo>
                <a:lnTo>
                  <a:pt x="2274226" y="58236"/>
                </a:lnTo>
                <a:lnTo>
                  <a:pt x="2274593" y="57844"/>
                </a:lnTo>
                <a:lnTo>
                  <a:pt x="2274968" y="57463"/>
                </a:lnTo>
                <a:lnTo>
                  <a:pt x="2275351" y="57091"/>
                </a:lnTo>
                <a:lnTo>
                  <a:pt x="2275743" y="56729"/>
                </a:lnTo>
                <a:lnTo>
                  <a:pt x="2276143" y="56378"/>
                </a:lnTo>
                <a:lnTo>
                  <a:pt x="2276551" y="56036"/>
                </a:lnTo>
                <a:lnTo>
                  <a:pt x="2276968" y="55703"/>
                </a:lnTo>
                <a:lnTo>
                  <a:pt x="2277393" y="55381"/>
                </a:lnTo>
                <a:lnTo>
                  <a:pt x="2277827" y="55069"/>
                </a:lnTo>
                <a:lnTo>
                  <a:pt x="2278268" y="54766"/>
                </a:lnTo>
                <a:lnTo>
                  <a:pt x="2278718" y="54474"/>
                </a:lnTo>
                <a:lnTo>
                  <a:pt x="2279177" y="54191"/>
                </a:lnTo>
                <a:lnTo>
                  <a:pt x="2279644" y="53918"/>
                </a:lnTo>
                <a:lnTo>
                  <a:pt x="2280119" y="53655"/>
                </a:lnTo>
                <a:lnTo>
                  <a:pt x="2280606" y="53402"/>
                </a:lnTo>
                <a:lnTo>
                  <a:pt x="2281098" y="53160"/>
                </a:lnTo>
                <a:lnTo>
                  <a:pt x="2281596" y="52929"/>
                </a:lnTo>
                <a:lnTo>
                  <a:pt x="2282099" y="52709"/>
                </a:lnTo>
                <a:lnTo>
                  <a:pt x="2282607" y="52499"/>
                </a:lnTo>
                <a:lnTo>
                  <a:pt x="2283121" y="52300"/>
                </a:lnTo>
                <a:lnTo>
                  <a:pt x="2283639" y="52112"/>
                </a:lnTo>
                <a:lnTo>
                  <a:pt x="2284163" y="51935"/>
                </a:lnTo>
                <a:lnTo>
                  <a:pt x="2284693" y="51768"/>
                </a:lnTo>
                <a:lnTo>
                  <a:pt x="2285227" y="51612"/>
                </a:lnTo>
                <a:lnTo>
                  <a:pt x="2285767" y="51467"/>
                </a:lnTo>
                <a:lnTo>
                  <a:pt x="2286312" y="51333"/>
                </a:lnTo>
                <a:lnTo>
                  <a:pt x="2286862" y="51209"/>
                </a:lnTo>
                <a:lnTo>
                  <a:pt x="2287418" y="51096"/>
                </a:lnTo>
                <a:lnTo>
                  <a:pt x="2287979" y="50994"/>
                </a:lnTo>
                <a:lnTo>
                  <a:pt x="2288545" y="50902"/>
                </a:lnTo>
                <a:lnTo>
                  <a:pt x="2289117" y="50822"/>
                </a:lnTo>
                <a:lnTo>
                  <a:pt x="2289693" y="50752"/>
                </a:lnTo>
                <a:lnTo>
                  <a:pt x="2290275" y="50693"/>
                </a:lnTo>
                <a:lnTo>
                  <a:pt x="2290862" y="50644"/>
                </a:lnTo>
                <a:lnTo>
                  <a:pt x="2291455" y="50607"/>
                </a:lnTo>
                <a:lnTo>
                  <a:pt x="2292053" y="50580"/>
                </a:lnTo>
                <a:lnTo>
                  <a:pt x="2292656" y="50564"/>
                </a:lnTo>
                <a:lnTo>
                  <a:pt x="2293264" y="50558"/>
                </a:lnTo>
                <a:lnTo>
                  <a:pt x="2294135" y="50569"/>
                </a:lnTo>
                <a:lnTo>
                  <a:pt x="2294991" y="50603"/>
                </a:lnTo>
                <a:lnTo>
                  <a:pt x="2295830" y="50658"/>
                </a:lnTo>
                <a:lnTo>
                  <a:pt x="2296654" y="50736"/>
                </a:lnTo>
                <a:lnTo>
                  <a:pt x="2297461" y="50835"/>
                </a:lnTo>
                <a:lnTo>
                  <a:pt x="2298253" y="50957"/>
                </a:lnTo>
                <a:lnTo>
                  <a:pt x="2299028" y="51101"/>
                </a:lnTo>
                <a:lnTo>
                  <a:pt x="2299787" y="51268"/>
                </a:lnTo>
                <a:lnTo>
                  <a:pt x="2300531" y="51456"/>
                </a:lnTo>
                <a:lnTo>
                  <a:pt x="2301258" y="51667"/>
                </a:lnTo>
                <a:lnTo>
                  <a:pt x="2301969" y="51899"/>
                </a:lnTo>
                <a:lnTo>
                  <a:pt x="2302665" y="52154"/>
                </a:lnTo>
                <a:lnTo>
                  <a:pt x="2303344" y="52431"/>
                </a:lnTo>
                <a:lnTo>
                  <a:pt x="2304007" y="52730"/>
                </a:lnTo>
                <a:lnTo>
                  <a:pt x="2304654" y="53052"/>
                </a:lnTo>
                <a:lnTo>
                  <a:pt x="2305285" y="53395"/>
                </a:lnTo>
                <a:lnTo>
                  <a:pt x="2305901" y="53761"/>
                </a:lnTo>
                <a:lnTo>
                  <a:pt x="2306500" y="54149"/>
                </a:lnTo>
                <a:lnTo>
                  <a:pt x="2307083" y="54559"/>
                </a:lnTo>
                <a:lnTo>
                  <a:pt x="2307650" y="54991"/>
                </a:lnTo>
                <a:lnTo>
                  <a:pt x="2308201" y="55445"/>
                </a:lnTo>
                <a:lnTo>
                  <a:pt x="2308736" y="55922"/>
                </a:lnTo>
                <a:lnTo>
                  <a:pt x="2309255" y="56421"/>
                </a:lnTo>
                <a:lnTo>
                  <a:pt x="2309758" y="56941"/>
                </a:lnTo>
                <a:lnTo>
                  <a:pt x="2310248" y="57477"/>
                </a:lnTo>
                <a:lnTo>
                  <a:pt x="2310717" y="58031"/>
                </a:lnTo>
                <a:lnTo>
                  <a:pt x="2311166" y="58603"/>
                </a:lnTo>
                <a:lnTo>
                  <a:pt x="2311593" y="59194"/>
                </a:lnTo>
                <a:lnTo>
                  <a:pt x="2311999" y="59802"/>
                </a:lnTo>
                <a:lnTo>
                  <a:pt x="2312385" y="60429"/>
                </a:lnTo>
                <a:lnTo>
                  <a:pt x="2312750" y="61074"/>
                </a:lnTo>
                <a:lnTo>
                  <a:pt x="2313094" y="61737"/>
                </a:lnTo>
                <a:lnTo>
                  <a:pt x="2313417" y="62419"/>
                </a:lnTo>
                <a:lnTo>
                  <a:pt x="2313719" y="63119"/>
                </a:lnTo>
                <a:lnTo>
                  <a:pt x="2314001" y="63836"/>
                </a:lnTo>
                <a:lnTo>
                  <a:pt x="2314261" y="64573"/>
                </a:lnTo>
                <a:lnTo>
                  <a:pt x="2314501" y="65327"/>
                </a:lnTo>
                <a:lnTo>
                  <a:pt x="2314720" y="66099"/>
                </a:lnTo>
                <a:lnTo>
                  <a:pt x="2314918" y="66890"/>
                </a:lnTo>
                <a:lnTo>
                  <a:pt x="2315095" y="67699"/>
                </a:lnTo>
                <a:lnTo>
                  <a:pt x="2315252" y="68526"/>
                </a:lnTo>
                <a:lnTo>
                  <a:pt x="2315387" y="69372"/>
                </a:lnTo>
                <a:lnTo>
                  <a:pt x="2315502" y="70235"/>
                </a:lnTo>
                <a:lnTo>
                  <a:pt x="2315596" y="71117"/>
                </a:lnTo>
                <a:lnTo>
                  <a:pt x="2315669" y="72017"/>
                </a:lnTo>
                <a:lnTo>
                  <a:pt x="2315721" y="72935"/>
                </a:lnTo>
                <a:lnTo>
                  <a:pt x="2315752" y="73872"/>
                </a:lnTo>
                <a:lnTo>
                  <a:pt x="2315762" y="74826"/>
                </a:lnTo>
                <a:lnTo>
                  <a:pt x="2315762" y="135496"/>
                </a:lnTo>
                <a:lnTo>
                  <a:pt x="2330677" y="135496"/>
                </a:lnTo>
                <a:lnTo>
                  <a:pt x="2330677" y="73815"/>
                </a:lnTo>
                <a:lnTo>
                  <a:pt x="2330670" y="72780"/>
                </a:lnTo>
                <a:lnTo>
                  <a:pt x="2330648" y="71760"/>
                </a:lnTo>
                <a:lnTo>
                  <a:pt x="2330612" y="70756"/>
                </a:lnTo>
                <a:lnTo>
                  <a:pt x="2330561" y="69767"/>
                </a:lnTo>
                <a:lnTo>
                  <a:pt x="2330496" y="68793"/>
                </a:lnTo>
                <a:lnTo>
                  <a:pt x="2330416" y="67835"/>
                </a:lnTo>
                <a:lnTo>
                  <a:pt x="2330322" y="66892"/>
                </a:lnTo>
                <a:lnTo>
                  <a:pt x="2330214" y="65965"/>
                </a:lnTo>
                <a:lnTo>
                  <a:pt x="2330090" y="65052"/>
                </a:lnTo>
                <a:lnTo>
                  <a:pt x="2329953" y="64156"/>
                </a:lnTo>
                <a:lnTo>
                  <a:pt x="2329801" y="63274"/>
                </a:lnTo>
                <a:lnTo>
                  <a:pt x="2329634" y="62408"/>
                </a:lnTo>
                <a:lnTo>
                  <a:pt x="2329453" y="61557"/>
                </a:lnTo>
                <a:lnTo>
                  <a:pt x="2329258" y="60722"/>
                </a:lnTo>
                <a:lnTo>
                  <a:pt x="2329048" y="59902"/>
                </a:lnTo>
                <a:lnTo>
                  <a:pt x="2328823" y="59097"/>
                </a:lnTo>
                <a:lnTo>
                  <a:pt x="2328584" y="58308"/>
                </a:lnTo>
                <a:lnTo>
                  <a:pt x="2328331" y="57534"/>
                </a:lnTo>
                <a:lnTo>
                  <a:pt x="2328063" y="56775"/>
                </a:lnTo>
                <a:lnTo>
                  <a:pt x="2327780" y="56032"/>
                </a:lnTo>
                <a:lnTo>
                  <a:pt x="2327484" y="55304"/>
                </a:lnTo>
                <a:lnTo>
                  <a:pt x="2327172" y="54592"/>
                </a:lnTo>
                <a:lnTo>
                  <a:pt x="2326846" y="53894"/>
                </a:lnTo>
                <a:lnTo>
                  <a:pt x="2326506" y="53213"/>
                </a:lnTo>
                <a:lnTo>
                  <a:pt x="2326158" y="52541"/>
                </a:lnTo>
                <a:lnTo>
                  <a:pt x="2325798" y="51883"/>
                </a:lnTo>
                <a:lnTo>
                  <a:pt x="2325427" y="51241"/>
                </a:lnTo>
                <a:lnTo>
                  <a:pt x="2325044" y="50613"/>
                </a:lnTo>
                <a:lnTo>
                  <a:pt x="2324649" y="50000"/>
                </a:lnTo>
                <a:lnTo>
                  <a:pt x="2324243" y="49401"/>
                </a:lnTo>
                <a:lnTo>
                  <a:pt x="2323825" y="48817"/>
                </a:lnTo>
                <a:lnTo>
                  <a:pt x="2323395" y="48248"/>
                </a:lnTo>
                <a:lnTo>
                  <a:pt x="2322954" y="47694"/>
                </a:lnTo>
                <a:lnTo>
                  <a:pt x="2322501" y="47154"/>
                </a:lnTo>
                <a:lnTo>
                  <a:pt x="2322037" y="46629"/>
                </a:lnTo>
                <a:lnTo>
                  <a:pt x="2321561" y="46119"/>
                </a:lnTo>
                <a:lnTo>
                  <a:pt x="2321073" y="45623"/>
                </a:lnTo>
                <a:lnTo>
                  <a:pt x="2320574" y="45142"/>
                </a:lnTo>
                <a:lnTo>
                  <a:pt x="2320063" y="44676"/>
                </a:lnTo>
                <a:lnTo>
                  <a:pt x="2319540" y="44225"/>
                </a:lnTo>
                <a:lnTo>
                  <a:pt x="2319006" y="43788"/>
                </a:lnTo>
                <a:lnTo>
                  <a:pt x="2318460" y="43366"/>
                </a:lnTo>
                <a:lnTo>
                  <a:pt x="2317903" y="42958"/>
                </a:lnTo>
                <a:lnTo>
                  <a:pt x="2317334" y="42566"/>
                </a:lnTo>
                <a:lnTo>
                  <a:pt x="2316753" y="42188"/>
                </a:lnTo>
                <a:lnTo>
                  <a:pt x="2316160" y="41824"/>
                </a:lnTo>
                <a:lnTo>
                  <a:pt x="2315556" y="41476"/>
                </a:lnTo>
                <a:lnTo>
                  <a:pt x="2314941" y="41142"/>
                </a:lnTo>
                <a:lnTo>
                  <a:pt x="2314315" y="40817"/>
                </a:lnTo>
                <a:lnTo>
                  <a:pt x="2313681" y="40506"/>
                </a:lnTo>
                <a:lnTo>
                  <a:pt x="2313038" y="40209"/>
                </a:lnTo>
                <a:lnTo>
                  <a:pt x="2312387" y="39925"/>
                </a:lnTo>
                <a:lnTo>
                  <a:pt x="2311727" y="39656"/>
                </a:lnTo>
                <a:lnTo>
                  <a:pt x="2311058" y="39400"/>
                </a:lnTo>
                <a:lnTo>
                  <a:pt x="2310381" y="39158"/>
                </a:lnTo>
                <a:lnTo>
                  <a:pt x="2309695" y="38930"/>
                </a:lnTo>
                <a:lnTo>
                  <a:pt x="2309001" y="38716"/>
                </a:lnTo>
                <a:lnTo>
                  <a:pt x="2308298" y="38515"/>
                </a:lnTo>
                <a:lnTo>
                  <a:pt x="2307587" y="38329"/>
                </a:lnTo>
                <a:lnTo>
                  <a:pt x="2306867" y="38156"/>
                </a:lnTo>
                <a:lnTo>
                  <a:pt x="2306139" y="37997"/>
                </a:lnTo>
                <a:lnTo>
                  <a:pt x="2305402" y="37852"/>
                </a:lnTo>
                <a:lnTo>
                  <a:pt x="2304656" y="37720"/>
                </a:lnTo>
                <a:lnTo>
                  <a:pt x="2303902" y="37603"/>
                </a:lnTo>
                <a:lnTo>
                  <a:pt x="2303140" y="37499"/>
                </a:lnTo>
                <a:lnTo>
                  <a:pt x="2302368" y="37409"/>
                </a:lnTo>
                <a:lnTo>
                  <a:pt x="2301589" y="37333"/>
                </a:lnTo>
                <a:lnTo>
                  <a:pt x="2300800" y="37271"/>
                </a:lnTo>
                <a:lnTo>
                  <a:pt x="2300003" y="37223"/>
                </a:lnTo>
                <a:lnTo>
                  <a:pt x="2299198" y="37188"/>
                </a:lnTo>
                <a:lnTo>
                  <a:pt x="2298384" y="37167"/>
                </a:lnTo>
                <a:lnTo>
                  <a:pt x="2297561" y="37160"/>
                </a:lnTo>
                <a:lnTo>
                  <a:pt x="2296616" y="37168"/>
                </a:lnTo>
                <a:lnTo>
                  <a:pt x="2295687" y="37192"/>
                </a:lnTo>
                <a:lnTo>
                  <a:pt x="2294773" y="37231"/>
                </a:lnTo>
                <a:lnTo>
                  <a:pt x="2293875" y="37285"/>
                </a:lnTo>
                <a:lnTo>
                  <a:pt x="2292993" y="37355"/>
                </a:lnTo>
                <a:lnTo>
                  <a:pt x="2292126" y="37441"/>
                </a:lnTo>
                <a:lnTo>
                  <a:pt x="2291276" y="37542"/>
                </a:lnTo>
                <a:lnTo>
                  <a:pt x="2290441" y="37659"/>
                </a:lnTo>
                <a:lnTo>
                  <a:pt x="2289622" y="37791"/>
                </a:lnTo>
                <a:lnTo>
                  <a:pt x="2288819" y="37939"/>
                </a:lnTo>
                <a:lnTo>
                  <a:pt x="2288032" y="38103"/>
                </a:lnTo>
                <a:lnTo>
                  <a:pt x="2287260" y="38282"/>
                </a:lnTo>
                <a:lnTo>
                  <a:pt x="2286504" y="38477"/>
                </a:lnTo>
                <a:lnTo>
                  <a:pt x="2285764" y="38687"/>
                </a:lnTo>
                <a:lnTo>
                  <a:pt x="2285040" y="38913"/>
                </a:lnTo>
                <a:lnTo>
                  <a:pt x="2284332" y="39155"/>
                </a:lnTo>
                <a:lnTo>
                  <a:pt x="2283639" y="39412"/>
                </a:lnTo>
                <a:lnTo>
                  <a:pt x="2282963" y="39684"/>
                </a:lnTo>
                <a:lnTo>
                  <a:pt x="2282302" y="39973"/>
                </a:lnTo>
                <a:lnTo>
                  <a:pt x="2281656" y="40276"/>
                </a:lnTo>
                <a:lnTo>
                  <a:pt x="2281027" y="40596"/>
                </a:lnTo>
                <a:lnTo>
                  <a:pt x="2280414" y="40931"/>
                </a:lnTo>
                <a:lnTo>
                  <a:pt x="2279816" y="41281"/>
                </a:lnTo>
                <a:lnTo>
                  <a:pt x="2279234" y="41647"/>
                </a:lnTo>
                <a:lnTo>
                  <a:pt x="2278671" y="42021"/>
                </a:lnTo>
                <a:lnTo>
                  <a:pt x="2278120" y="42406"/>
                </a:lnTo>
                <a:lnTo>
                  <a:pt x="2277581" y="42802"/>
                </a:lnTo>
                <a:lnTo>
                  <a:pt x="2277054" y="43208"/>
                </a:lnTo>
                <a:lnTo>
                  <a:pt x="2276538" y="43625"/>
                </a:lnTo>
                <a:lnTo>
                  <a:pt x="2276034" y="44053"/>
                </a:lnTo>
                <a:lnTo>
                  <a:pt x="2275543" y="44491"/>
                </a:lnTo>
                <a:lnTo>
                  <a:pt x="2275063" y="44941"/>
                </a:lnTo>
                <a:lnTo>
                  <a:pt x="2274595" y="45401"/>
                </a:lnTo>
                <a:lnTo>
                  <a:pt x="2274139" y="45872"/>
                </a:lnTo>
                <a:lnTo>
                  <a:pt x="2273694" y="46353"/>
                </a:lnTo>
                <a:lnTo>
                  <a:pt x="2273262" y="46845"/>
                </a:lnTo>
                <a:lnTo>
                  <a:pt x="2272841" y="47349"/>
                </a:lnTo>
                <a:lnTo>
                  <a:pt x="2272432" y="47862"/>
                </a:lnTo>
                <a:lnTo>
                  <a:pt x="2272035" y="48387"/>
                </a:lnTo>
                <a:lnTo>
                  <a:pt x="2271650" y="48922"/>
                </a:lnTo>
                <a:lnTo>
                  <a:pt x="2271277" y="49468"/>
                </a:lnTo>
                <a:lnTo>
                  <a:pt x="2270915" y="50025"/>
                </a:lnTo>
                <a:lnTo>
                  <a:pt x="2270566" y="50593"/>
                </a:lnTo>
                <a:lnTo>
                  <a:pt x="2270228" y="51171"/>
                </a:lnTo>
                <a:lnTo>
                  <a:pt x="2269902" y="51760"/>
                </a:lnTo>
                <a:lnTo>
                  <a:pt x="2269588" y="52360"/>
                </a:lnTo>
                <a:lnTo>
                  <a:pt x="2269286" y="52971"/>
                </a:lnTo>
                <a:lnTo>
                  <a:pt x="2268996" y="53592"/>
                </a:lnTo>
                <a:lnTo>
                  <a:pt x="2267732" y="53592"/>
                </a:lnTo>
                <a:lnTo>
                  <a:pt x="2267732" y="6067"/>
                </a:lnTo>
                <a:lnTo>
                  <a:pt x="2252817" y="6067"/>
                </a:lnTo>
                <a:lnTo>
                  <a:pt x="2252817" y="135496"/>
                </a:lnTo>
                <a:lnTo>
                  <a:pt x="2267732" y="135496"/>
                </a:lnTo>
                <a:lnTo>
                  <a:pt x="2267732" y="77102"/>
                </a:lnTo>
                <a:lnTo>
                  <a:pt x="2267737" y="76400"/>
                </a:lnTo>
                <a:lnTo>
                  <a:pt x="2267755" y="75708"/>
                </a:lnTo>
                <a:lnTo>
                  <a:pt x="2267783" y="75024"/>
                </a:lnTo>
                <a:lnTo>
                  <a:pt x="2267823" y="74349"/>
                </a:lnTo>
                <a:lnTo>
                  <a:pt x="2267874" y="73683"/>
                </a:lnTo>
                <a:lnTo>
                  <a:pt x="2267937" y="73025"/>
                </a:lnTo>
                <a:close/>
                <a:moveTo>
                  <a:pt x="2924659" y="154961"/>
                </a:moveTo>
                <a:lnTo>
                  <a:pt x="2938310" y="154961"/>
                </a:lnTo>
                <a:lnTo>
                  <a:pt x="2980020" y="0"/>
                </a:lnTo>
                <a:lnTo>
                  <a:pt x="2966370" y="0"/>
                </a:lnTo>
                <a:lnTo>
                  <a:pt x="2924659" y="154961"/>
                </a:lnTo>
                <a:close/>
                <a:moveTo>
                  <a:pt x="2889184" y="71393"/>
                </a:moveTo>
                <a:lnTo>
                  <a:pt x="2889244" y="70873"/>
                </a:lnTo>
                <a:lnTo>
                  <a:pt x="2889316" y="70358"/>
                </a:lnTo>
                <a:lnTo>
                  <a:pt x="2889398" y="69848"/>
                </a:lnTo>
                <a:lnTo>
                  <a:pt x="2889491" y="69343"/>
                </a:lnTo>
                <a:lnTo>
                  <a:pt x="2889595" y="68843"/>
                </a:lnTo>
                <a:lnTo>
                  <a:pt x="2889711" y="68348"/>
                </a:lnTo>
                <a:lnTo>
                  <a:pt x="2889837" y="67859"/>
                </a:lnTo>
                <a:lnTo>
                  <a:pt x="2889974" y="67374"/>
                </a:lnTo>
                <a:lnTo>
                  <a:pt x="2890122" y="66895"/>
                </a:lnTo>
                <a:lnTo>
                  <a:pt x="2890281" y="66420"/>
                </a:lnTo>
                <a:lnTo>
                  <a:pt x="2890451" y="65951"/>
                </a:lnTo>
                <a:lnTo>
                  <a:pt x="2890632" y="65486"/>
                </a:lnTo>
                <a:lnTo>
                  <a:pt x="2890824" y="65027"/>
                </a:lnTo>
                <a:lnTo>
                  <a:pt x="2891027" y="64572"/>
                </a:lnTo>
                <a:lnTo>
                  <a:pt x="2891241" y="64123"/>
                </a:lnTo>
                <a:lnTo>
                  <a:pt x="2891466" y="63679"/>
                </a:lnTo>
                <a:lnTo>
                  <a:pt x="2891702" y="63240"/>
                </a:lnTo>
                <a:lnTo>
                  <a:pt x="2891949" y="62805"/>
                </a:lnTo>
                <a:lnTo>
                  <a:pt x="2892207" y="62376"/>
                </a:lnTo>
                <a:lnTo>
                  <a:pt x="2892479" y="61948"/>
                </a:lnTo>
                <a:lnTo>
                  <a:pt x="2892760" y="61528"/>
                </a:lnTo>
                <a:lnTo>
                  <a:pt x="2893048" y="61116"/>
                </a:lnTo>
                <a:lnTo>
                  <a:pt x="2893344" y="60712"/>
                </a:lnTo>
                <a:lnTo>
                  <a:pt x="2893648" y="60316"/>
                </a:lnTo>
                <a:lnTo>
                  <a:pt x="2893960" y="59927"/>
                </a:lnTo>
                <a:lnTo>
                  <a:pt x="2894280" y="59547"/>
                </a:lnTo>
                <a:lnTo>
                  <a:pt x="2894608" y="59174"/>
                </a:lnTo>
                <a:lnTo>
                  <a:pt x="2894944" y="58810"/>
                </a:lnTo>
                <a:lnTo>
                  <a:pt x="2895288" y="58453"/>
                </a:lnTo>
                <a:lnTo>
                  <a:pt x="2895639" y="58104"/>
                </a:lnTo>
                <a:lnTo>
                  <a:pt x="2895998" y="57763"/>
                </a:lnTo>
                <a:lnTo>
                  <a:pt x="2896366" y="57430"/>
                </a:lnTo>
                <a:lnTo>
                  <a:pt x="2896741" y="57105"/>
                </a:lnTo>
                <a:lnTo>
                  <a:pt x="2897124" y="56787"/>
                </a:lnTo>
                <a:lnTo>
                  <a:pt x="2897515" y="56478"/>
                </a:lnTo>
                <a:lnTo>
                  <a:pt x="2897914" y="56176"/>
                </a:lnTo>
                <a:lnTo>
                  <a:pt x="2898321" y="55883"/>
                </a:lnTo>
                <a:lnTo>
                  <a:pt x="2898736" y="55597"/>
                </a:lnTo>
                <a:lnTo>
                  <a:pt x="2899158" y="55319"/>
                </a:lnTo>
                <a:lnTo>
                  <a:pt x="2899589" y="55049"/>
                </a:lnTo>
                <a:lnTo>
                  <a:pt x="2900027" y="54787"/>
                </a:lnTo>
                <a:lnTo>
                  <a:pt x="2900474" y="54533"/>
                </a:lnTo>
                <a:lnTo>
                  <a:pt x="2900928" y="54287"/>
                </a:lnTo>
                <a:lnTo>
                  <a:pt x="2901394" y="54045"/>
                </a:lnTo>
                <a:lnTo>
                  <a:pt x="2901865" y="53813"/>
                </a:lnTo>
                <a:lnTo>
                  <a:pt x="2902342" y="53591"/>
                </a:lnTo>
                <a:lnTo>
                  <a:pt x="2902824" y="53379"/>
                </a:lnTo>
                <a:lnTo>
                  <a:pt x="2903311" y="53178"/>
                </a:lnTo>
                <a:lnTo>
                  <a:pt x="2903803" y="52988"/>
                </a:lnTo>
                <a:lnTo>
                  <a:pt x="2904301" y="52807"/>
                </a:lnTo>
                <a:lnTo>
                  <a:pt x="2904804" y="52637"/>
                </a:lnTo>
                <a:lnTo>
                  <a:pt x="2905312" y="52477"/>
                </a:lnTo>
                <a:lnTo>
                  <a:pt x="2905826" y="52327"/>
                </a:lnTo>
                <a:lnTo>
                  <a:pt x="2906344" y="52188"/>
                </a:lnTo>
                <a:lnTo>
                  <a:pt x="2906868" y="52059"/>
                </a:lnTo>
                <a:lnTo>
                  <a:pt x="2907398" y="51941"/>
                </a:lnTo>
                <a:lnTo>
                  <a:pt x="2907932" y="51832"/>
                </a:lnTo>
                <a:lnTo>
                  <a:pt x="2908472" y="51734"/>
                </a:lnTo>
                <a:lnTo>
                  <a:pt x="2909017" y="51647"/>
                </a:lnTo>
                <a:lnTo>
                  <a:pt x="2909568" y="51569"/>
                </a:lnTo>
                <a:lnTo>
                  <a:pt x="2910123" y="51502"/>
                </a:lnTo>
                <a:lnTo>
                  <a:pt x="2910684" y="51446"/>
                </a:lnTo>
                <a:lnTo>
                  <a:pt x="2911250" y="51399"/>
                </a:lnTo>
                <a:lnTo>
                  <a:pt x="2911822" y="51363"/>
                </a:lnTo>
                <a:lnTo>
                  <a:pt x="2912398" y="51337"/>
                </a:lnTo>
                <a:lnTo>
                  <a:pt x="2912980" y="51322"/>
                </a:lnTo>
                <a:lnTo>
                  <a:pt x="2913568" y="51317"/>
                </a:lnTo>
                <a:lnTo>
                  <a:pt x="2913815" y="51318"/>
                </a:lnTo>
                <a:lnTo>
                  <a:pt x="2914060" y="51320"/>
                </a:lnTo>
                <a:lnTo>
                  <a:pt x="2914305" y="51324"/>
                </a:lnTo>
                <a:lnTo>
                  <a:pt x="2914549" y="51329"/>
                </a:lnTo>
                <a:lnTo>
                  <a:pt x="2914791" y="51336"/>
                </a:lnTo>
                <a:lnTo>
                  <a:pt x="2915033" y="51344"/>
                </a:lnTo>
                <a:lnTo>
                  <a:pt x="2915273" y="51354"/>
                </a:lnTo>
                <a:lnTo>
                  <a:pt x="2915513" y="51366"/>
                </a:lnTo>
                <a:lnTo>
                  <a:pt x="2915751" y="51379"/>
                </a:lnTo>
                <a:lnTo>
                  <a:pt x="2915988" y="51394"/>
                </a:lnTo>
                <a:lnTo>
                  <a:pt x="2916224" y="51410"/>
                </a:lnTo>
                <a:lnTo>
                  <a:pt x="2916459" y="51427"/>
                </a:lnTo>
                <a:lnTo>
                  <a:pt x="2916693" y="51447"/>
                </a:lnTo>
                <a:lnTo>
                  <a:pt x="2916925" y="51467"/>
                </a:lnTo>
                <a:lnTo>
                  <a:pt x="2917157" y="51490"/>
                </a:lnTo>
                <a:lnTo>
                  <a:pt x="2917387" y="51513"/>
                </a:lnTo>
                <a:lnTo>
                  <a:pt x="2917617" y="51539"/>
                </a:lnTo>
                <a:lnTo>
                  <a:pt x="2917845" y="51566"/>
                </a:lnTo>
                <a:lnTo>
                  <a:pt x="2918072" y="51594"/>
                </a:lnTo>
                <a:lnTo>
                  <a:pt x="2918299" y="51624"/>
                </a:lnTo>
                <a:lnTo>
                  <a:pt x="2918524" y="51655"/>
                </a:lnTo>
                <a:lnTo>
                  <a:pt x="2918748" y="51688"/>
                </a:lnTo>
                <a:lnTo>
                  <a:pt x="2918971" y="51723"/>
                </a:lnTo>
                <a:lnTo>
                  <a:pt x="2919192" y="51759"/>
                </a:lnTo>
                <a:lnTo>
                  <a:pt x="2919415" y="51790"/>
                </a:lnTo>
                <a:lnTo>
                  <a:pt x="2919632" y="51821"/>
                </a:lnTo>
                <a:lnTo>
                  <a:pt x="2919841" y="51851"/>
                </a:lnTo>
                <a:lnTo>
                  <a:pt x="2920044" y="51880"/>
                </a:lnTo>
                <a:lnTo>
                  <a:pt x="2920240" y="51909"/>
                </a:lnTo>
                <a:lnTo>
                  <a:pt x="2920429" y="51937"/>
                </a:lnTo>
                <a:lnTo>
                  <a:pt x="2920611" y="51964"/>
                </a:lnTo>
                <a:lnTo>
                  <a:pt x="2920786" y="51991"/>
                </a:lnTo>
                <a:lnTo>
                  <a:pt x="2920955" y="52017"/>
                </a:lnTo>
                <a:lnTo>
                  <a:pt x="2921117" y="52042"/>
                </a:lnTo>
                <a:lnTo>
                  <a:pt x="2921272" y="52067"/>
                </a:lnTo>
                <a:lnTo>
                  <a:pt x="2921420" y="52091"/>
                </a:lnTo>
                <a:lnTo>
                  <a:pt x="2921561" y="52114"/>
                </a:lnTo>
                <a:lnTo>
                  <a:pt x="2921696" y="52137"/>
                </a:lnTo>
                <a:lnTo>
                  <a:pt x="2921824" y="52159"/>
                </a:lnTo>
                <a:lnTo>
                  <a:pt x="2921945" y="52180"/>
                </a:lnTo>
                <a:lnTo>
                  <a:pt x="2922059" y="52201"/>
                </a:lnTo>
                <a:lnTo>
                  <a:pt x="2922167" y="52221"/>
                </a:lnTo>
                <a:lnTo>
                  <a:pt x="2922267" y="52241"/>
                </a:lnTo>
                <a:lnTo>
                  <a:pt x="2922361" y="52259"/>
                </a:lnTo>
                <a:lnTo>
                  <a:pt x="2922448" y="52278"/>
                </a:lnTo>
                <a:lnTo>
                  <a:pt x="2922528" y="52295"/>
                </a:lnTo>
                <a:lnTo>
                  <a:pt x="2922602" y="52312"/>
                </a:lnTo>
                <a:lnTo>
                  <a:pt x="2922668" y="52328"/>
                </a:lnTo>
                <a:lnTo>
                  <a:pt x="2922668" y="37160"/>
                </a:lnTo>
                <a:lnTo>
                  <a:pt x="2922561" y="37150"/>
                </a:lnTo>
                <a:lnTo>
                  <a:pt x="2922449" y="37140"/>
                </a:lnTo>
                <a:lnTo>
                  <a:pt x="2922333" y="37130"/>
                </a:lnTo>
                <a:lnTo>
                  <a:pt x="2922213" y="37120"/>
                </a:lnTo>
                <a:lnTo>
                  <a:pt x="2922089" y="37110"/>
                </a:lnTo>
                <a:lnTo>
                  <a:pt x="2921961" y="37101"/>
                </a:lnTo>
                <a:lnTo>
                  <a:pt x="2921829" y="37092"/>
                </a:lnTo>
                <a:lnTo>
                  <a:pt x="2921692" y="37083"/>
                </a:lnTo>
                <a:lnTo>
                  <a:pt x="2921551" y="37074"/>
                </a:lnTo>
                <a:lnTo>
                  <a:pt x="2921406" y="37066"/>
                </a:lnTo>
                <a:lnTo>
                  <a:pt x="2921257" y="37058"/>
                </a:lnTo>
                <a:lnTo>
                  <a:pt x="2921104" y="37050"/>
                </a:lnTo>
                <a:lnTo>
                  <a:pt x="2920947" y="37042"/>
                </a:lnTo>
                <a:lnTo>
                  <a:pt x="2920785" y="37034"/>
                </a:lnTo>
                <a:lnTo>
                  <a:pt x="2920619" y="37027"/>
                </a:lnTo>
                <a:lnTo>
                  <a:pt x="2920449" y="37020"/>
                </a:lnTo>
                <a:lnTo>
                  <a:pt x="2920275" y="37013"/>
                </a:lnTo>
                <a:lnTo>
                  <a:pt x="2920097" y="37006"/>
                </a:lnTo>
                <a:lnTo>
                  <a:pt x="2919914" y="37000"/>
                </a:lnTo>
                <a:lnTo>
                  <a:pt x="2919728" y="36994"/>
                </a:lnTo>
                <a:lnTo>
                  <a:pt x="2919537" y="36988"/>
                </a:lnTo>
                <a:lnTo>
                  <a:pt x="2919342" y="36982"/>
                </a:lnTo>
                <a:lnTo>
                  <a:pt x="2919143" y="36976"/>
                </a:lnTo>
                <a:lnTo>
                  <a:pt x="2918939" y="36971"/>
                </a:lnTo>
                <a:lnTo>
                  <a:pt x="2918735" y="36966"/>
                </a:lnTo>
                <a:lnTo>
                  <a:pt x="2918534" y="36961"/>
                </a:lnTo>
                <a:lnTo>
                  <a:pt x="2918336" y="36956"/>
                </a:lnTo>
                <a:lnTo>
                  <a:pt x="2918141" y="36951"/>
                </a:lnTo>
                <a:lnTo>
                  <a:pt x="2917948" y="36947"/>
                </a:lnTo>
                <a:lnTo>
                  <a:pt x="2917758" y="36943"/>
                </a:lnTo>
                <a:lnTo>
                  <a:pt x="2917572" y="36939"/>
                </a:lnTo>
                <a:lnTo>
                  <a:pt x="2917388" y="36936"/>
                </a:lnTo>
                <a:lnTo>
                  <a:pt x="2917206" y="36932"/>
                </a:lnTo>
                <a:lnTo>
                  <a:pt x="2917028" y="36929"/>
                </a:lnTo>
                <a:lnTo>
                  <a:pt x="2916853" y="36926"/>
                </a:lnTo>
                <a:lnTo>
                  <a:pt x="2916680" y="36923"/>
                </a:lnTo>
                <a:lnTo>
                  <a:pt x="2916510" y="36921"/>
                </a:lnTo>
                <a:lnTo>
                  <a:pt x="2916343" y="36919"/>
                </a:lnTo>
                <a:lnTo>
                  <a:pt x="2916179" y="36916"/>
                </a:lnTo>
                <a:lnTo>
                  <a:pt x="2916018" y="36915"/>
                </a:lnTo>
                <a:lnTo>
                  <a:pt x="2915860" y="36913"/>
                </a:lnTo>
                <a:lnTo>
                  <a:pt x="2915704" y="36912"/>
                </a:lnTo>
                <a:lnTo>
                  <a:pt x="2915552" y="36910"/>
                </a:lnTo>
                <a:lnTo>
                  <a:pt x="2915402" y="36909"/>
                </a:lnTo>
                <a:lnTo>
                  <a:pt x="2915255" y="36909"/>
                </a:lnTo>
                <a:lnTo>
                  <a:pt x="2915111" y="36908"/>
                </a:lnTo>
                <a:lnTo>
                  <a:pt x="2914970" y="36908"/>
                </a:lnTo>
                <a:lnTo>
                  <a:pt x="2914831" y="36908"/>
                </a:lnTo>
                <a:lnTo>
                  <a:pt x="2914108" y="36915"/>
                </a:lnTo>
                <a:lnTo>
                  <a:pt x="2913390" y="36939"/>
                </a:lnTo>
                <a:lnTo>
                  <a:pt x="2912679" y="36978"/>
                </a:lnTo>
                <a:lnTo>
                  <a:pt x="2911973" y="37032"/>
                </a:lnTo>
                <a:lnTo>
                  <a:pt x="2911274" y="37102"/>
                </a:lnTo>
                <a:lnTo>
                  <a:pt x="2910581" y="37188"/>
                </a:lnTo>
                <a:lnTo>
                  <a:pt x="2909894" y="37289"/>
                </a:lnTo>
                <a:lnTo>
                  <a:pt x="2909214" y="37406"/>
                </a:lnTo>
                <a:lnTo>
                  <a:pt x="2908539" y="37539"/>
                </a:lnTo>
                <a:lnTo>
                  <a:pt x="2907871" y="37687"/>
                </a:lnTo>
                <a:lnTo>
                  <a:pt x="2907209" y="37850"/>
                </a:lnTo>
                <a:lnTo>
                  <a:pt x="2906553" y="38029"/>
                </a:lnTo>
                <a:lnTo>
                  <a:pt x="2905903" y="38224"/>
                </a:lnTo>
                <a:lnTo>
                  <a:pt x="2905259" y="38434"/>
                </a:lnTo>
                <a:lnTo>
                  <a:pt x="2904621" y="38660"/>
                </a:lnTo>
                <a:lnTo>
                  <a:pt x="2903990" y="38902"/>
                </a:lnTo>
                <a:lnTo>
                  <a:pt x="2903364" y="39159"/>
                </a:lnTo>
                <a:lnTo>
                  <a:pt x="2902745" y="39432"/>
                </a:lnTo>
                <a:lnTo>
                  <a:pt x="2902132" y="39720"/>
                </a:lnTo>
                <a:lnTo>
                  <a:pt x="2901525" y="40024"/>
                </a:lnTo>
                <a:lnTo>
                  <a:pt x="2900924" y="40343"/>
                </a:lnTo>
                <a:lnTo>
                  <a:pt x="2900329" y="40678"/>
                </a:lnTo>
                <a:lnTo>
                  <a:pt x="2899741" y="41029"/>
                </a:lnTo>
                <a:lnTo>
                  <a:pt x="2899158" y="41395"/>
                </a:lnTo>
                <a:lnTo>
                  <a:pt x="2898587" y="41773"/>
                </a:lnTo>
                <a:lnTo>
                  <a:pt x="2898030" y="42161"/>
                </a:lnTo>
                <a:lnTo>
                  <a:pt x="2897488" y="42559"/>
                </a:lnTo>
                <a:lnTo>
                  <a:pt x="2896960" y="42966"/>
                </a:lnTo>
                <a:lnTo>
                  <a:pt x="2896448" y="43382"/>
                </a:lnTo>
                <a:lnTo>
                  <a:pt x="2895951" y="43808"/>
                </a:lnTo>
                <a:lnTo>
                  <a:pt x="2895469" y="44243"/>
                </a:lnTo>
                <a:lnTo>
                  <a:pt x="2895001" y="44688"/>
                </a:lnTo>
                <a:lnTo>
                  <a:pt x="2894549" y="45142"/>
                </a:lnTo>
                <a:lnTo>
                  <a:pt x="2894111" y="45606"/>
                </a:lnTo>
                <a:lnTo>
                  <a:pt x="2893689" y="46079"/>
                </a:lnTo>
                <a:lnTo>
                  <a:pt x="2893281" y="46561"/>
                </a:lnTo>
                <a:lnTo>
                  <a:pt x="2892888" y="47053"/>
                </a:lnTo>
                <a:lnTo>
                  <a:pt x="2892510" y="47554"/>
                </a:lnTo>
                <a:lnTo>
                  <a:pt x="2892147" y="48065"/>
                </a:lnTo>
                <a:lnTo>
                  <a:pt x="2891799" y="48585"/>
                </a:lnTo>
                <a:lnTo>
                  <a:pt x="2891466" y="49115"/>
                </a:lnTo>
                <a:lnTo>
                  <a:pt x="2891148" y="49654"/>
                </a:lnTo>
                <a:lnTo>
                  <a:pt x="2890845" y="50202"/>
                </a:lnTo>
                <a:lnTo>
                  <a:pt x="2890556" y="50760"/>
                </a:lnTo>
                <a:lnTo>
                  <a:pt x="2890283" y="51328"/>
                </a:lnTo>
                <a:lnTo>
                  <a:pt x="2890025" y="51904"/>
                </a:lnTo>
                <a:lnTo>
                  <a:pt x="2889781" y="52491"/>
                </a:lnTo>
                <a:lnTo>
                  <a:pt x="2889552" y="53086"/>
                </a:lnTo>
                <a:lnTo>
                  <a:pt x="2888541" y="53086"/>
                </a:lnTo>
                <a:lnTo>
                  <a:pt x="2888541" y="38424"/>
                </a:lnTo>
                <a:lnTo>
                  <a:pt x="2874132" y="38424"/>
                </a:lnTo>
                <a:lnTo>
                  <a:pt x="2874132" y="135496"/>
                </a:lnTo>
                <a:lnTo>
                  <a:pt x="2889047" y="135496"/>
                </a:lnTo>
                <a:lnTo>
                  <a:pt x="2889047" y="74068"/>
                </a:lnTo>
                <a:lnTo>
                  <a:pt x="2889052" y="73523"/>
                </a:lnTo>
                <a:lnTo>
                  <a:pt x="2889069" y="72983"/>
                </a:lnTo>
                <a:lnTo>
                  <a:pt x="2889096" y="72448"/>
                </a:lnTo>
                <a:lnTo>
                  <a:pt x="2889135" y="71918"/>
                </a:lnTo>
                <a:lnTo>
                  <a:pt x="2889184" y="71393"/>
                </a:lnTo>
                <a:close/>
                <a:moveTo>
                  <a:pt x="3076745" y="38424"/>
                </a:moveTo>
                <a:lnTo>
                  <a:pt x="3061830" y="38424"/>
                </a:lnTo>
                <a:lnTo>
                  <a:pt x="3061830" y="135496"/>
                </a:lnTo>
                <a:lnTo>
                  <a:pt x="3076745" y="135496"/>
                </a:lnTo>
                <a:lnTo>
                  <a:pt x="3076745" y="38424"/>
                </a:lnTo>
                <a:close/>
                <a:moveTo>
                  <a:pt x="2198884" y="137180"/>
                </a:moveTo>
                <a:lnTo>
                  <a:pt x="2199710" y="137076"/>
                </a:lnTo>
                <a:lnTo>
                  <a:pt x="2200527" y="136959"/>
                </a:lnTo>
                <a:lnTo>
                  <a:pt x="2201335" y="136828"/>
                </a:lnTo>
                <a:lnTo>
                  <a:pt x="2202133" y="136682"/>
                </a:lnTo>
                <a:lnTo>
                  <a:pt x="2202922" y="136523"/>
                </a:lnTo>
                <a:lnTo>
                  <a:pt x="2203702" y="136351"/>
                </a:lnTo>
                <a:lnTo>
                  <a:pt x="2204473" y="136164"/>
                </a:lnTo>
                <a:lnTo>
                  <a:pt x="2205235" y="135963"/>
                </a:lnTo>
                <a:lnTo>
                  <a:pt x="2205987" y="135749"/>
                </a:lnTo>
                <a:lnTo>
                  <a:pt x="2206731" y="135521"/>
                </a:lnTo>
                <a:lnTo>
                  <a:pt x="2207465" y="135279"/>
                </a:lnTo>
                <a:lnTo>
                  <a:pt x="2208190" y="135023"/>
                </a:lnTo>
                <a:lnTo>
                  <a:pt x="2208905" y="134754"/>
                </a:lnTo>
                <a:lnTo>
                  <a:pt x="2209611" y="134470"/>
                </a:lnTo>
                <a:lnTo>
                  <a:pt x="2210309" y="134173"/>
                </a:lnTo>
                <a:lnTo>
                  <a:pt x="2210997" y="133862"/>
                </a:lnTo>
                <a:lnTo>
                  <a:pt x="2211675" y="133537"/>
                </a:lnTo>
                <a:lnTo>
                  <a:pt x="2212349" y="133195"/>
                </a:lnTo>
                <a:lnTo>
                  <a:pt x="2213012" y="132844"/>
                </a:lnTo>
                <a:lnTo>
                  <a:pt x="2213663" y="132483"/>
                </a:lnTo>
                <a:lnTo>
                  <a:pt x="2214303" y="132112"/>
                </a:lnTo>
                <a:lnTo>
                  <a:pt x="2214932" y="131731"/>
                </a:lnTo>
                <a:lnTo>
                  <a:pt x="2215550" y="131341"/>
                </a:lnTo>
                <a:lnTo>
                  <a:pt x="2216157" y="130941"/>
                </a:lnTo>
                <a:lnTo>
                  <a:pt x="2216752" y="130532"/>
                </a:lnTo>
                <a:lnTo>
                  <a:pt x="2217336" y="130113"/>
                </a:lnTo>
                <a:lnTo>
                  <a:pt x="2217909" y="129684"/>
                </a:lnTo>
                <a:lnTo>
                  <a:pt x="2218471" y="129246"/>
                </a:lnTo>
                <a:lnTo>
                  <a:pt x="2219022" y="128797"/>
                </a:lnTo>
                <a:lnTo>
                  <a:pt x="2219562" y="128340"/>
                </a:lnTo>
                <a:lnTo>
                  <a:pt x="2220090" y="127872"/>
                </a:lnTo>
                <a:lnTo>
                  <a:pt x="2220607" y="127395"/>
                </a:lnTo>
                <a:lnTo>
                  <a:pt x="2221113" y="126909"/>
                </a:lnTo>
                <a:lnTo>
                  <a:pt x="2221608" y="126412"/>
                </a:lnTo>
                <a:lnTo>
                  <a:pt x="2222091" y="125906"/>
                </a:lnTo>
                <a:lnTo>
                  <a:pt x="2222563" y="125390"/>
                </a:lnTo>
                <a:lnTo>
                  <a:pt x="2223025" y="124865"/>
                </a:lnTo>
                <a:lnTo>
                  <a:pt x="2223475" y="124330"/>
                </a:lnTo>
                <a:lnTo>
                  <a:pt x="2223913" y="123785"/>
                </a:lnTo>
                <a:lnTo>
                  <a:pt x="2224341" y="123231"/>
                </a:lnTo>
                <a:lnTo>
                  <a:pt x="2224757" y="122667"/>
                </a:lnTo>
                <a:lnTo>
                  <a:pt x="2225167" y="122090"/>
                </a:lnTo>
                <a:lnTo>
                  <a:pt x="2225563" y="121507"/>
                </a:lnTo>
                <a:lnTo>
                  <a:pt x="2225947" y="120918"/>
                </a:lnTo>
                <a:lnTo>
                  <a:pt x="2226318" y="120324"/>
                </a:lnTo>
                <a:lnTo>
                  <a:pt x="2226676" y="119723"/>
                </a:lnTo>
                <a:lnTo>
                  <a:pt x="2227021" y="119116"/>
                </a:lnTo>
                <a:lnTo>
                  <a:pt x="2227352" y="118504"/>
                </a:lnTo>
                <a:lnTo>
                  <a:pt x="2227671" y="117885"/>
                </a:lnTo>
                <a:lnTo>
                  <a:pt x="2227977" y="117261"/>
                </a:lnTo>
                <a:lnTo>
                  <a:pt x="2228270" y="116630"/>
                </a:lnTo>
                <a:lnTo>
                  <a:pt x="2228551" y="115994"/>
                </a:lnTo>
                <a:lnTo>
                  <a:pt x="2228818" y="115352"/>
                </a:lnTo>
                <a:lnTo>
                  <a:pt x="2229072" y="114704"/>
                </a:lnTo>
                <a:lnTo>
                  <a:pt x="2229313" y="114050"/>
                </a:lnTo>
                <a:lnTo>
                  <a:pt x="2229542" y="113390"/>
                </a:lnTo>
                <a:lnTo>
                  <a:pt x="2229757" y="112724"/>
                </a:lnTo>
                <a:lnTo>
                  <a:pt x="2229959" y="112052"/>
                </a:lnTo>
                <a:lnTo>
                  <a:pt x="2230149" y="111375"/>
                </a:lnTo>
                <a:lnTo>
                  <a:pt x="2230325" y="110691"/>
                </a:lnTo>
                <a:lnTo>
                  <a:pt x="2230489" y="110001"/>
                </a:lnTo>
                <a:lnTo>
                  <a:pt x="2230640" y="109306"/>
                </a:lnTo>
                <a:lnTo>
                  <a:pt x="2230777" y="108604"/>
                </a:lnTo>
                <a:lnTo>
                  <a:pt x="2230902" y="107897"/>
                </a:lnTo>
                <a:lnTo>
                  <a:pt x="2231014" y="107184"/>
                </a:lnTo>
                <a:lnTo>
                  <a:pt x="2216099" y="107184"/>
                </a:lnTo>
                <a:lnTo>
                  <a:pt x="2215980" y="107623"/>
                </a:lnTo>
                <a:lnTo>
                  <a:pt x="2215854" y="108058"/>
                </a:lnTo>
                <a:lnTo>
                  <a:pt x="2215722" y="108487"/>
                </a:lnTo>
                <a:lnTo>
                  <a:pt x="2215583" y="108911"/>
                </a:lnTo>
                <a:lnTo>
                  <a:pt x="2215438" y="109330"/>
                </a:lnTo>
                <a:lnTo>
                  <a:pt x="2215285" y="109743"/>
                </a:lnTo>
                <a:lnTo>
                  <a:pt x="2215127" y="110151"/>
                </a:lnTo>
                <a:lnTo>
                  <a:pt x="2214962" y="110554"/>
                </a:lnTo>
                <a:lnTo>
                  <a:pt x="2214790" y="110952"/>
                </a:lnTo>
                <a:lnTo>
                  <a:pt x="2214611" y="111344"/>
                </a:lnTo>
                <a:lnTo>
                  <a:pt x="2214426" y="111731"/>
                </a:lnTo>
                <a:lnTo>
                  <a:pt x="2214235" y="112113"/>
                </a:lnTo>
                <a:lnTo>
                  <a:pt x="2214037" y="112490"/>
                </a:lnTo>
                <a:lnTo>
                  <a:pt x="2213832" y="112861"/>
                </a:lnTo>
                <a:lnTo>
                  <a:pt x="2213621" y="113227"/>
                </a:lnTo>
                <a:lnTo>
                  <a:pt x="2213403" y="113588"/>
                </a:lnTo>
                <a:lnTo>
                  <a:pt x="2213178" y="113943"/>
                </a:lnTo>
                <a:lnTo>
                  <a:pt x="2212947" y="114293"/>
                </a:lnTo>
                <a:lnTo>
                  <a:pt x="2212709" y="114638"/>
                </a:lnTo>
                <a:lnTo>
                  <a:pt x="2212465" y="114978"/>
                </a:lnTo>
                <a:lnTo>
                  <a:pt x="2212214" y="115313"/>
                </a:lnTo>
                <a:lnTo>
                  <a:pt x="2211957" y="115642"/>
                </a:lnTo>
                <a:lnTo>
                  <a:pt x="2211693" y="115966"/>
                </a:lnTo>
                <a:lnTo>
                  <a:pt x="2211422" y="116284"/>
                </a:lnTo>
                <a:lnTo>
                  <a:pt x="2211146" y="116597"/>
                </a:lnTo>
                <a:lnTo>
                  <a:pt x="2210865" y="116904"/>
                </a:lnTo>
                <a:lnTo>
                  <a:pt x="2210578" y="117205"/>
                </a:lnTo>
                <a:lnTo>
                  <a:pt x="2210287" y="117499"/>
                </a:lnTo>
                <a:lnTo>
                  <a:pt x="2209990" y="117787"/>
                </a:lnTo>
                <a:lnTo>
                  <a:pt x="2209689" y="118070"/>
                </a:lnTo>
                <a:lnTo>
                  <a:pt x="2209382" y="118346"/>
                </a:lnTo>
                <a:lnTo>
                  <a:pt x="2209070" y="118616"/>
                </a:lnTo>
                <a:lnTo>
                  <a:pt x="2208753" y="118879"/>
                </a:lnTo>
                <a:lnTo>
                  <a:pt x="2208432" y="119137"/>
                </a:lnTo>
                <a:lnTo>
                  <a:pt x="2208105" y="119388"/>
                </a:lnTo>
                <a:lnTo>
                  <a:pt x="2207773" y="119634"/>
                </a:lnTo>
                <a:lnTo>
                  <a:pt x="2207436" y="119873"/>
                </a:lnTo>
                <a:lnTo>
                  <a:pt x="2207094" y="120106"/>
                </a:lnTo>
                <a:lnTo>
                  <a:pt x="2206747" y="120333"/>
                </a:lnTo>
                <a:lnTo>
                  <a:pt x="2206395" y="120554"/>
                </a:lnTo>
                <a:lnTo>
                  <a:pt x="2206038" y="120768"/>
                </a:lnTo>
                <a:lnTo>
                  <a:pt x="2205675" y="120977"/>
                </a:lnTo>
                <a:lnTo>
                  <a:pt x="2205308" y="121179"/>
                </a:lnTo>
                <a:lnTo>
                  <a:pt x="2204936" y="121375"/>
                </a:lnTo>
                <a:lnTo>
                  <a:pt x="2204559" y="121565"/>
                </a:lnTo>
                <a:lnTo>
                  <a:pt x="2204176" y="121749"/>
                </a:lnTo>
                <a:lnTo>
                  <a:pt x="2203789" y="121927"/>
                </a:lnTo>
                <a:lnTo>
                  <a:pt x="2203396" y="122098"/>
                </a:lnTo>
                <a:lnTo>
                  <a:pt x="2203000" y="122263"/>
                </a:lnTo>
                <a:lnTo>
                  <a:pt x="2202599" y="122421"/>
                </a:lnTo>
                <a:lnTo>
                  <a:pt x="2202195" y="122572"/>
                </a:lnTo>
                <a:lnTo>
                  <a:pt x="2201787" y="122716"/>
                </a:lnTo>
                <a:lnTo>
                  <a:pt x="2201375" y="122853"/>
                </a:lnTo>
                <a:lnTo>
                  <a:pt x="2200959" y="122983"/>
                </a:lnTo>
                <a:lnTo>
                  <a:pt x="2200540" y="123106"/>
                </a:lnTo>
                <a:lnTo>
                  <a:pt x="2200117" y="123222"/>
                </a:lnTo>
                <a:lnTo>
                  <a:pt x="2199690" y="123331"/>
                </a:lnTo>
                <a:lnTo>
                  <a:pt x="2199260" y="123433"/>
                </a:lnTo>
                <a:lnTo>
                  <a:pt x="2198826" y="123527"/>
                </a:lnTo>
                <a:lnTo>
                  <a:pt x="2198388" y="123615"/>
                </a:lnTo>
                <a:lnTo>
                  <a:pt x="2197946" y="123696"/>
                </a:lnTo>
                <a:lnTo>
                  <a:pt x="2197501" y="123770"/>
                </a:lnTo>
                <a:lnTo>
                  <a:pt x="2197052" y="123836"/>
                </a:lnTo>
                <a:lnTo>
                  <a:pt x="2196599" y="123896"/>
                </a:lnTo>
                <a:lnTo>
                  <a:pt x="2196143" y="123949"/>
                </a:lnTo>
                <a:lnTo>
                  <a:pt x="2195682" y="123994"/>
                </a:lnTo>
                <a:lnTo>
                  <a:pt x="2195218" y="124033"/>
                </a:lnTo>
                <a:lnTo>
                  <a:pt x="2194751" y="124065"/>
                </a:lnTo>
                <a:lnTo>
                  <a:pt x="2194279" y="124089"/>
                </a:lnTo>
                <a:lnTo>
                  <a:pt x="2193804" y="124107"/>
                </a:lnTo>
                <a:lnTo>
                  <a:pt x="2193325" y="124117"/>
                </a:lnTo>
                <a:lnTo>
                  <a:pt x="2192842" y="124121"/>
                </a:lnTo>
                <a:lnTo>
                  <a:pt x="2192109" y="124113"/>
                </a:lnTo>
                <a:lnTo>
                  <a:pt x="2191383" y="124089"/>
                </a:lnTo>
                <a:lnTo>
                  <a:pt x="2190666" y="124049"/>
                </a:lnTo>
                <a:lnTo>
                  <a:pt x="2189956" y="123993"/>
                </a:lnTo>
                <a:lnTo>
                  <a:pt x="2189255" y="123921"/>
                </a:lnTo>
                <a:lnTo>
                  <a:pt x="2188561" y="123832"/>
                </a:lnTo>
                <a:lnTo>
                  <a:pt x="2187875" y="123728"/>
                </a:lnTo>
                <a:lnTo>
                  <a:pt x="2187197" y="123608"/>
                </a:lnTo>
                <a:lnTo>
                  <a:pt x="2186526" y="123472"/>
                </a:lnTo>
                <a:lnTo>
                  <a:pt x="2185864" y="123320"/>
                </a:lnTo>
                <a:lnTo>
                  <a:pt x="2185210" y="123152"/>
                </a:lnTo>
                <a:lnTo>
                  <a:pt x="2184563" y="122967"/>
                </a:lnTo>
                <a:lnTo>
                  <a:pt x="2183925" y="122767"/>
                </a:lnTo>
                <a:lnTo>
                  <a:pt x="2183294" y="122551"/>
                </a:lnTo>
                <a:lnTo>
                  <a:pt x="2182671" y="122319"/>
                </a:lnTo>
                <a:lnTo>
                  <a:pt x="2182056" y="122070"/>
                </a:lnTo>
                <a:lnTo>
                  <a:pt x="2181450" y="121806"/>
                </a:lnTo>
                <a:lnTo>
                  <a:pt x="2180850" y="121526"/>
                </a:lnTo>
                <a:lnTo>
                  <a:pt x="2180259" y="121229"/>
                </a:lnTo>
                <a:lnTo>
                  <a:pt x="2179676" y="120917"/>
                </a:lnTo>
                <a:lnTo>
                  <a:pt x="2179101" y="120589"/>
                </a:lnTo>
                <a:lnTo>
                  <a:pt x="2178533" y="120244"/>
                </a:lnTo>
                <a:lnTo>
                  <a:pt x="2177974" y="119884"/>
                </a:lnTo>
                <a:lnTo>
                  <a:pt x="2177422" y="119507"/>
                </a:lnTo>
                <a:lnTo>
                  <a:pt x="2176885" y="119116"/>
                </a:lnTo>
                <a:lnTo>
                  <a:pt x="2176357" y="118713"/>
                </a:lnTo>
                <a:lnTo>
                  <a:pt x="2175840" y="118296"/>
                </a:lnTo>
                <a:lnTo>
                  <a:pt x="2175333" y="117866"/>
                </a:lnTo>
                <a:lnTo>
                  <a:pt x="2174836" y="117423"/>
                </a:lnTo>
                <a:lnTo>
                  <a:pt x="2174349" y="116968"/>
                </a:lnTo>
                <a:lnTo>
                  <a:pt x="2173872" y="116499"/>
                </a:lnTo>
                <a:lnTo>
                  <a:pt x="2173405" y="116017"/>
                </a:lnTo>
                <a:lnTo>
                  <a:pt x="2172949" y="115523"/>
                </a:lnTo>
                <a:lnTo>
                  <a:pt x="2172502" y="115015"/>
                </a:lnTo>
                <a:lnTo>
                  <a:pt x="2172066" y="114495"/>
                </a:lnTo>
                <a:lnTo>
                  <a:pt x="2171639" y="113962"/>
                </a:lnTo>
                <a:lnTo>
                  <a:pt x="2171223" y="113415"/>
                </a:lnTo>
                <a:lnTo>
                  <a:pt x="2170817" y="112856"/>
                </a:lnTo>
                <a:lnTo>
                  <a:pt x="2170421" y="112284"/>
                </a:lnTo>
                <a:lnTo>
                  <a:pt x="2170035" y="111699"/>
                </a:lnTo>
                <a:lnTo>
                  <a:pt x="2169659" y="111101"/>
                </a:lnTo>
                <a:lnTo>
                  <a:pt x="2169293" y="110490"/>
                </a:lnTo>
                <a:lnTo>
                  <a:pt x="2168937" y="109866"/>
                </a:lnTo>
                <a:lnTo>
                  <a:pt x="2168592" y="109229"/>
                </a:lnTo>
                <a:lnTo>
                  <a:pt x="2168256" y="108579"/>
                </a:lnTo>
                <a:lnTo>
                  <a:pt x="2167931" y="107916"/>
                </a:lnTo>
                <a:lnTo>
                  <a:pt x="2167616" y="107240"/>
                </a:lnTo>
                <a:lnTo>
                  <a:pt x="2167310" y="106552"/>
                </a:lnTo>
                <a:lnTo>
                  <a:pt x="2167022" y="105852"/>
                </a:lnTo>
                <a:lnTo>
                  <a:pt x="2166745" y="105141"/>
                </a:lnTo>
                <a:lnTo>
                  <a:pt x="2166481" y="104421"/>
                </a:lnTo>
                <a:lnTo>
                  <a:pt x="2166229" y="103690"/>
                </a:lnTo>
                <a:lnTo>
                  <a:pt x="2165989" y="102950"/>
                </a:lnTo>
                <a:lnTo>
                  <a:pt x="2165762" y="102199"/>
                </a:lnTo>
                <a:lnTo>
                  <a:pt x="2165547" y="101438"/>
                </a:lnTo>
                <a:lnTo>
                  <a:pt x="2165344" y="100667"/>
                </a:lnTo>
                <a:lnTo>
                  <a:pt x="2165154" y="99886"/>
                </a:lnTo>
                <a:lnTo>
                  <a:pt x="2164976" y="99095"/>
                </a:lnTo>
                <a:lnTo>
                  <a:pt x="2164810" y="98294"/>
                </a:lnTo>
                <a:lnTo>
                  <a:pt x="2164656" y="97483"/>
                </a:lnTo>
                <a:lnTo>
                  <a:pt x="2164515" y="96661"/>
                </a:lnTo>
                <a:lnTo>
                  <a:pt x="2164386" y="95830"/>
                </a:lnTo>
                <a:lnTo>
                  <a:pt x="2164269" y="94988"/>
                </a:lnTo>
                <a:lnTo>
                  <a:pt x="2164165" y="94137"/>
                </a:lnTo>
                <a:lnTo>
                  <a:pt x="2164072" y="93275"/>
                </a:lnTo>
                <a:lnTo>
                  <a:pt x="2163992" y="92403"/>
                </a:lnTo>
                <a:lnTo>
                  <a:pt x="2163925" y="91521"/>
                </a:lnTo>
                <a:lnTo>
                  <a:pt x="2163870" y="90629"/>
                </a:lnTo>
                <a:lnTo>
                  <a:pt x="2163827" y="89727"/>
                </a:lnTo>
                <a:lnTo>
                  <a:pt x="2163796" y="88815"/>
                </a:lnTo>
                <a:lnTo>
                  <a:pt x="2163777" y="87893"/>
                </a:lnTo>
                <a:lnTo>
                  <a:pt x="2163771" y="86960"/>
                </a:lnTo>
                <a:lnTo>
                  <a:pt x="2163778" y="86049"/>
                </a:lnTo>
                <a:lnTo>
                  <a:pt x="2163796" y="85147"/>
                </a:lnTo>
                <a:lnTo>
                  <a:pt x="2163828" y="84256"/>
                </a:lnTo>
                <a:lnTo>
                  <a:pt x="2163871" y="83374"/>
                </a:lnTo>
                <a:lnTo>
                  <a:pt x="2163928" y="82502"/>
                </a:lnTo>
                <a:lnTo>
                  <a:pt x="2163996" y="81640"/>
                </a:lnTo>
                <a:lnTo>
                  <a:pt x="2164078" y="80788"/>
                </a:lnTo>
                <a:lnTo>
                  <a:pt x="2164172" y="79945"/>
                </a:lnTo>
                <a:lnTo>
                  <a:pt x="2164278" y="79113"/>
                </a:lnTo>
                <a:lnTo>
                  <a:pt x="2164397" y="78290"/>
                </a:lnTo>
                <a:lnTo>
                  <a:pt x="2164528" y="77478"/>
                </a:lnTo>
                <a:lnTo>
                  <a:pt x="2164672" y="76675"/>
                </a:lnTo>
                <a:lnTo>
                  <a:pt x="2164828" y="75882"/>
                </a:lnTo>
                <a:lnTo>
                  <a:pt x="2164997" y="75099"/>
                </a:lnTo>
                <a:lnTo>
                  <a:pt x="2165178" y="74326"/>
                </a:lnTo>
                <a:lnTo>
                  <a:pt x="2165372" y="73562"/>
                </a:lnTo>
                <a:lnTo>
                  <a:pt x="2165579" y="72809"/>
                </a:lnTo>
                <a:lnTo>
                  <a:pt x="2165798" y="72065"/>
                </a:lnTo>
                <a:lnTo>
                  <a:pt x="2166029" y="71332"/>
                </a:lnTo>
                <a:lnTo>
                  <a:pt x="2166273" y="70608"/>
                </a:lnTo>
                <a:lnTo>
                  <a:pt x="2166529" y="69894"/>
                </a:lnTo>
                <a:lnTo>
                  <a:pt x="2166798" y="69190"/>
                </a:lnTo>
                <a:lnTo>
                  <a:pt x="2167080" y="68496"/>
                </a:lnTo>
                <a:lnTo>
                  <a:pt x="2167374" y="67811"/>
                </a:lnTo>
                <a:lnTo>
                  <a:pt x="2167684" y="67133"/>
                </a:lnTo>
                <a:lnTo>
                  <a:pt x="2168004" y="66468"/>
                </a:lnTo>
                <a:lnTo>
                  <a:pt x="2168334" y="65816"/>
                </a:lnTo>
                <a:lnTo>
                  <a:pt x="2168674" y="65176"/>
                </a:lnTo>
                <a:lnTo>
                  <a:pt x="2169024" y="64550"/>
                </a:lnTo>
                <a:lnTo>
                  <a:pt x="2169384" y="63937"/>
                </a:lnTo>
                <a:lnTo>
                  <a:pt x="2169754" y="63336"/>
                </a:lnTo>
                <a:lnTo>
                  <a:pt x="2170133" y="62749"/>
                </a:lnTo>
                <a:lnTo>
                  <a:pt x="2170523" y="62174"/>
                </a:lnTo>
                <a:lnTo>
                  <a:pt x="2170922" y="61612"/>
                </a:lnTo>
                <a:lnTo>
                  <a:pt x="2171331" y="61064"/>
                </a:lnTo>
                <a:lnTo>
                  <a:pt x="2171750" y="60528"/>
                </a:lnTo>
                <a:lnTo>
                  <a:pt x="2172179" y="60005"/>
                </a:lnTo>
                <a:lnTo>
                  <a:pt x="2172618" y="59495"/>
                </a:lnTo>
                <a:lnTo>
                  <a:pt x="2173066" y="58998"/>
                </a:lnTo>
                <a:lnTo>
                  <a:pt x="2173525" y="58514"/>
                </a:lnTo>
                <a:lnTo>
                  <a:pt x="2173993" y="58043"/>
                </a:lnTo>
                <a:lnTo>
                  <a:pt x="2174471" y="57585"/>
                </a:lnTo>
                <a:lnTo>
                  <a:pt x="2174960" y="57140"/>
                </a:lnTo>
                <a:lnTo>
                  <a:pt x="2175458" y="56708"/>
                </a:lnTo>
                <a:lnTo>
                  <a:pt x="2175966" y="56289"/>
                </a:lnTo>
                <a:lnTo>
                  <a:pt x="2176483" y="55882"/>
                </a:lnTo>
                <a:lnTo>
                  <a:pt x="2177011" y="55489"/>
                </a:lnTo>
                <a:lnTo>
                  <a:pt x="2177548" y="55109"/>
                </a:lnTo>
                <a:lnTo>
                  <a:pt x="2178100" y="54737"/>
                </a:lnTo>
                <a:lnTo>
                  <a:pt x="2178659" y="54382"/>
                </a:lnTo>
                <a:lnTo>
                  <a:pt x="2179225" y="54042"/>
                </a:lnTo>
                <a:lnTo>
                  <a:pt x="2179799" y="53718"/>
                </a:lnTo>
                <a:lnTo>
                  <a:pt x="2180380" y="53410"/>
                </a:lnTo>
                <a:lnTo>
                  <a:pt x="2180969" y="53118"/>
                </a:lnTo>
                <a:lnTo>
                  <a:pt x="2181565" y="52841"/>
                </a:lnTo>
                <a:lnTo>
                  <a:pt x="2182169" y="52581"/>
                </a:lnTo>
                <a:lnTo>
                  <a:pt x="2182780" y="52336"/>
                </a:lnTo>
                <a:lnTo>
                  <a:pt x="2183399" y="52107"/>
                </a:lnTo>
                <a:lnTo>
                  <a:pt x="2184025" y="51893"/>
                </a:lnTo>
                <a:lnTo>
                  <a:pt x="2184658" y="51696"/>
                </a:lnTo>
                <a:lnTo>
                  <a:pt x="2185299" y="51514"/>
                </a:lnTo>
                <a:lnTo>
                  <a:pt x="2185948" y="51348"/>
                </a:lnTo>
                <a:lnTo>
                  <a:pt x="2186604" y="51198"/>
                </a:lnTo>
                <a:lnTo>
                  <a:pt x="2187267" y="51064"/>
                </a:lnTo>
                <a:lnTo>
                  <a:pt x="2187938" y="50945"/>
                </a:lnTo>
                <a:lnTo>
                  <a:pt x="2188616" y="50843"/>
                </a:lnTo>
                <a:lnTo>
                  <a:pt x="2189302" y="50756"/>
                </a:lnTo>
                <a:lnTo>
                  <a:pt x="2189995" y="50685"/>
                </a:lnTo>
                <a:lnTo>
                  <a:pt x="2190696" y="50629"/>
                </a:lnTo>
                <a:lnTo>
                  <a:pt x="2191404" y="50590"/>
                </a:lnTo>
                <a:lnTo>
                  <a:pt x="2192119" y="50566"/>
                </a:lnTo>
                <a:lnTo>
                  <a:pt x="2192842" y="50558"/>
                </a:lnTo>
                <a:lnTo>
                  <a:pt x="2193657" y="50567"/>
                </a:lnTo>
                <a:lnTo>
                  <a:pt x="2194457" y="50594"/>
                </a:lnTo>
                <a:lnTo>
                  <a:pt x="2195244" y="50639"/>
                </a:lnTo>
                <a:lnTo>
                  <a:pt x="2196016" y="50702"/>
                </a:lnTo>
                <a:lnTo>
                  <a:pt x="2196775" y="50783"/>
                </a:lnTo>
                <a:lnTo>
                  <a:pt x="2197519" y="50882"/>
                </a:lnTo>
                <a:lnTo>
                  <a:pt x="2198249" y="50999"/>
                </a:lnTo>
                <a:lnTo>
                  <a:pt x="2198966" y="51134"/>
                </a:lnTo>
                <a:lnTo>
                  <a:pt x="2199668" y="51287"/>
                </a:lnTo>
                <a:lnTo>
                  <a:pt x="2200356" y="51458"/>
                </a:lnTo>
                <a:lnTo>
                  <a:pt x="2201030" y="51647"/>
                </a:lnTo>
                <a:lnTo>
                  <a:pt x="2201690" y="51854"/>
                </a:lnTo>
                <a:lnTo>
                  <a:pt x="2202336" y="52079"/>
                </a:lnTo>
                <a:lnTo>
                  <a:pt x="2202968" y="52322"/>
                </a:lnTo>
                <a:lnTo>
                  <a:pt x="2203586" y="52583"/>
                </a:lnTo>
                <a:lnTo>
                  <a:pt x="2204190" y="52862"/>
                </a:lnTo>
                <a:lnTo>
                  <a:pt x="2204780" y="53158"/>
                </a:lnTo>
                <a:lnTo>
                  <a:pt x="2205356" y="53473"/>
                </a:lnTo>
                <a:lnTo>
                  <a:pt x="2205917" y="53806"/>
                </a:lnTo>
                <a:lnTo>
                  <a:pt x="2206465" y="54157"/>
                </a:lnTo>
                <a:lnTo>
                  <a:pt x="2206999" y="54526"/>
                </a:lnTo>
                <a:lnTo>
                  <a:pt x="2207518" y="54913"/>
                </a:lnTo>
                <a:lnTo>
                  <a:pt x="2208024" y="55318"/>
                </a:lnTo>
                <a:lnTo>
                  <a:pt x="2208516" y="55741"/>
                </a:lnTo>
                <a:lnTo>
                  <a:pt x="2208998" y="56170"/>
                </a:lnTo>
                <a:lnTo>
                  <a:pt x="2209466" y="56604"/>
                </a:lnTo>
                <a:lnTo>
                  <a:pt x="2209920" y="57044"/>
                </a:lnTo>
                <a:lnTo>
                  <a:pt x="2210359" y="57489"/>
                </a:lnTo>
                <a:lnTo>
                  <a:pt x="2210783" y="57939"/>
                </a:lnTo>
                <a:lnTo>
                  <a:pt x="2211194" y="58395"/>
                </a:lnTo>
                <a:lnTo>
                  <a:pt x="2211589" y="58856"/>
                </a:lnTo>
                <a:lnTo>
                  <a:pt x="2211970" y="59322"/>
                </a:lnTo>
                <a:lnTo>
                  <a:pt x="2212337" y="59793"/>
                </a:lnTo>
                <a:lnTo>
                  <a:pt x="2212689" y="60270"/>
                </a:lnTo>
                <a:lnTo>
                  <a:pt x="2213027" y="60752"/>
                </a:lnTo>
                <a:lnTo>
                  <a:pt x="2213350" y="61239"/>
                </a:lnTo>
                <a:lnTo>
                  <a:pt x="2213659" y="61731"/>
                </a:lnTo>
                <a:lnTo>
                  <a:pt x="2213953" y="62229"/>
                </a:lnTo>
                <a:lnTo>
                  <a:pt x="2214233" y="62732"/>
                </a:lnTo>
                <a:lnTo>
                  <a:pt x="2214498" y="63240"/>
                </a:lnTo>
                <a:lnTo>
                  <a:pt x="2214749" y="63754"/>
                </a:lnTo>
                <a:lnTo>
                  <a:pt x="2214985" y="64272"/>
                </a:lnTo>
                <a:lnTo>
                  <a:pt x="2215207" y="64796"/>
                </a:lnTo>
                <a:lnTo>
                  <a:pt x="2215415" y="65326"/>
                </a:lnTo>
                <a:lnTo>
                  <a:pt x="2215607" y="65860"/>
                </a:lnTo>
                <a:lnTo>
                  <a:pt x="2215786" y="66400"/>
                </a:lnTo>
                <a:lnTo>
                  <a:pt x="2215950" y="66945"/>
                </a:lnTo>
                <a:lnTo>
                  <a:pt x="2216099" y="67495"/>
                </a:lnTo>
                <a:lnTo>
                  <a:pt x="2231014" y="67495"/>
                </a:lnTo>
                <a:lnTo>
                  <a:pt x="2230902" y="66741"/>
                </a:lnTo>
                <a:lnTo>
                  <a:pt x="2230775" y="65994"/>
                </a:lnTo>
                <a:lnTo>
                  <a:pt x="2230636" y="65256"/>
                </a:lnTo>
                <a:lnTo>
                  <a:pt x="2230482" y="64525"/>
                </a:lnTo>
                <a:lnTo>
                  <a:pt x="2230314" y="63802"/>
                </a:lnTo>
                <a:lnTo>
                  <a:pt x="2230133" y="63087"/>
                </a:lnTo>
                <a:lnTo>
                  <a:pt x="2229938" y="62380"/>
                </a:lnTo>
                <a:lnTo>
                  <a:pt x="2229729" y="61681"/>
                </a:lnTo>
                <a:lnTo>
                  <a:pt x="2229506" y="60990"/>
                </a:lnTo>
                <a:lnTo>
                  <a:pt x="2229269" y="60307"/>
                </a:lnTo>
                <a:lnTo>
                  <a:pt x="2229019" y="59631"/>
                </a:lnTo>
                <a:lnTo>
                  <a:pt x="2228755" y="58964"/>
                </a:lnTo>
                <a:lnTo>
                  <a:pt x="2228476" y="58304"/>
                </a:lnTo>
                <a:lnTo>
                  <a:pt x="2228184" y="57652"/>
                </a:lnTo>
                <a:lnTo>
                  <a:pt x="2227879" y="57008"/>
                </a:lnTo>
                <a:lnTo>
                  <a:pt x="2227559" y="56373"/>
                </a:lnTo>
                <a:lnTo>
                  <a:pt x="2227226" y="55745"/>
                </a:lnTo>
                <a:lnTo>
                  <a:pt x="2226878" y="55124"/>
                </a:lnTo>
                <a:lnTo>
                  <a:pt x="2226517" y="54512"/>
                </a:lnTo>
                <a:lnTo>
                  <a:pt x="2226142" y="53908"/>
                </a:lnTo>
                <a:lnTo>
                  <a:pt x="2225754" y="53311"/>
                </a:lnTo>
                <a:lnTo>
                  <a:pt x="2225351" y="52723"/>
                </a:lnTo>
                <a:lnTo>
                  <a:pt x="2224935" y="52142"/>
                </a:lnTo>
                <a:lnTo>
                  <a:pt x="2224505" y="51570"/>
                </a:lnTo>
                <a:lnTo>
                  <a:pt x="2224062" y="51006"/>
                </a:lnTo>
                <a:lnTo>
                  <a:pt x="2223610" y="50453"/>
                </a:lnTo>
                <a:lnTo>
                  <a:pt x="2223147" y="49911"/>
                </a:lnTo>
                <a:lnTo>
                  <a:pt x="2222674" y="49379"/>
                </a:lnTo>
                <a:lnTo>
                  <a:pt x="2222190" y="48857"/>
                </a:lnTo>
                <a:lnTo>
                  <a:pt x="2221696" y="48346"/>
                </a:lnTo>
                <a:lnTo>
                  <a:pt x="2221192" y="47846"/>
                </a:lnTo>
                <a:lnTo>
                  <a:pt x="2220678" y="47356"/>
                </a:lnTo>
                <a:lnTo>
                  <a:pt x="2220153" y="46877"/>
                </a:lnTo>
                <a:lnTo>
                  <a:pt x="2219618" y="46408"/>
                </a:lnTo>
                <a:lnTo>
                  <a:pt x="2219072" y="45950"/>
                </a:lnTo>
                <a:lnTo>
                  <a:pt x="2218517" y="45503"/>
                </a:lnTo>
                <a:lnTo>
                  <a:pt x="2217950" y="45065"/>
                </a:lnTo>
                <a:lnTo>
                  <a:pt x="2217374" y="44639"/>
                </a:lnTo>
                <a:lnTo>
                  <a:pt x="2216787" y="44223"/>
                </a:lnTo>
                <a:lnTo>
                  <a:pt x="2216190" y="43817"/>
                </a:lnTo>
                <a:lnTo>
                  <a:pt x="2215583" y="43422"/>
                </a:lnTo>
                <a:lnTo>
                  <a:pt x="2214966" y="43038"/>
                </a:lnTo>
                <a:lnTo>
                  <a:pt x="2214338" y="42664"/>
                </a:lnTo>
                <a:lnTo>
                  <a:pt x="2213699" y="42300"/>
                </a:lnTo>
                <a:lnTo>
                  <a:pt x="2213051" y="41948"/>
                </a:lnTo>
                <a:lnTo>
                  <a:pt x="2212392" y="41605"/>
                </a:lnTo>
                <a:lnTo>
                  <a:pt x="2211723" y="41274"/>
                </a:lnTo>
                <a:lnTo>
                  <a:pt x="2211043" y="40952"/>
                </a:lnTo>
                <a:lnTo>
                  <a:pt x="2210355" y="40643"/>
                </a:lnTo>
                <a:lnTo>
                  <a:pt x="2209660" y="40347"/>
                </a:lnTo>
                <a:lnTo>
                  <a:pt x="2208958" y="40064"/>
                </a:lnTo>
                <a:lnTo>
                  <a:pt x="2208249" y="39794"/>
                </a:lnTo>
                <a:lnTo>
                  <a:pt x="2207532" y="39537"/>
                </a:lnTo>
                <a:lnTo>
                  <a:pt x="2206809" y="39293"/>
                </a:lnTo>
                <a:lnTo>
                  <a:pt x="2206079" y="39063"/>
                </a:lnTo>
                <a:lnTo>
                  <a:pt x="2205342" y="38846"/>
                </a:lnTo>
                <a:lnTo>
                  <a:pt x="2204597" y="38642"/>
                </a:lnTo>
                <a:lnTo>
                  <a:pt x="2203846" y="38451"/>
                </a:lnTo>
                <a:lnTo>
                  <a:pt x="2203087" y="38273"/>
                </a:lnTo>
                <a:lnTo>
                  <a:pt x="2202322" y="38108"/>
                </a:lnTo>
                <a:lnTo>
                  <a:pt x="2201550" y="37957"/>
                </a:lnTo>
                <a:lnTo>
                  <a:pt x="2200770" y="37819"/>
                </a:lnTo>
                <a:lnTo>
                  <a:pt x="2199984" y="37694"/>
                </a:lnTo>
                <a:lnTo>
                  <a:pt x="2199190" y="37582"/>
                </a:lnTo>
                <a:lnTo>
                  <a:pt x="2198390" y="37483"/>
                </a:lnTo>
                <a:lnTo>
                  <a:pt x="2197582" y="37397"/>
                </a:lnTo>
                <a:lnTo>
                  <a:pt x="2196768" y="37325"/>
                </a:lnTo>
                <a:lnTo>
                  <a:pt x="2195946" y="37266"/>
                </a:lnTo>
                <a:lnTo>
                  <a:pt x="2195117" y="37220"/>
                </a:lnTo>
                <a:lnTo>
                  <a:pt x="2194282" y="37187"/>
                </a:lnTo>
                <a:lnTo>
                  <a:pt x="2193439" y="37167"/>
                </a:lnTo>
                <a:lnTo>
                  <a:pt x="2192590" y="37160"/>
                </a:lnTo>
                <a:lnTo>
                  <a:pt x="2191500" y="37172"/>
                </a:lnTo>
                <a:lnTo>
                  <a:pt x="2190422" y="37205"/>
                </a:lnTo>
                <a:lnTo>
                  <a:pt x="2189355" y="37261"/>
                </a:lnTo>
                <a:lnTo>
                  <a:pt x="2188299" y="37339"/>
                </a:lnTo>
                <a:lnTo>
                  <a:pt x="2187255" y="37440"/>
                </a:lnTo>
                <a:lnTo>
                  <a:pt x="2186222" y="37563"/>
                </a:lnTo>
                <a:lnTo>
                  <a:pt x="2185201" y="37709"/>
                </a:lnTo>
                <a:lnTo>
                  <a:pt x="2184191" y="37877"/>
                </a:lnTo>
                <a:lnTo>
                  <a:pt x="2183193" y="38067"/>
                </a:lnTo>
                <a:lnTo>
                  <a:pt x="2182206" y="38280"/>
                </a:lnTo>
                <a:lnTo>
                  <a:pt x="2181230" y="38515"/>
                </a:lnTo>
                <a:lnTo>
                  <a:pt x="2180266" y="38772"/>
                </a:lnTo>
                <a:lnTo>
                  <a:pt x="2179313" y="39052"/>
                </a:lnTo>
                <a:lnTo>
                  <a:pt x="2178372" y="39354"/>
                </a:lnTo>
                <a:lnTo>
                  <a:pt x="2177442" y="39678"/>
                </a:lnTo>
                <a:lnTo>
                  <a:pt x="2176523" y="40025"/>
                </a:lnTo>
                <a:lnTo>
                  <a:pt x="2175616" y="40395"/>
                </a:lnTo>
                <a:lnTo>
                  <a:pt x="2174720" y="40786"/>
                </a:lnTo>
                <a:lnTo>
                  <a:pt x="2173836" y="41200"/>
                </a:lnTo>
                <a:lnTo>
                  <a:pt x="2172963" y="41637"/>
                </a:lnTo>
                <a:lnTo>
                  <a:pt x="2172102" y="42096"/>
                </a:lnTo>
                <a:lnTo>
                  <a:pt x="2171252" y="42577"/>
                </a:lnTo>
                <a:lnTo>
                  <a:pt x="2170413" y="43081"/>
                </a:lnTo>
                <a:lnTo>
                  <a:pt x="2169586" y="43607"/>
                </a:lnTo>
                <a:lnTo>
                  <a:pt x="2168777" y="44147"/>
                </a:lnTo>
                <a:lnTo>
                  <a:pt x="2167983" y="44705"/>
                </a:lnTo>
                <a:lnTo>
                  <a:pt x="2167204" y="45280"/>
                </a:lnTo>
                <a:lnTo>
                  <a:pt x="2166440" y="45873"/>
                </a:lnTo>
                <a:lnTo>
                  <a:pt x="2165691" y="46483"/>
                </a:lnTo>
                <a:lnTo>
                  <a:pt x="2164956" y="47110"/>
                </a:lnTo>
                <a:lnTo>
                  <a:pt x="2164237" y="47755"/>
                </a:lnTo>
                <a:lnTo>
                  <a:pt x="2163533" y="48417"/>
                </a:lnTo>
                <a:lnTo>
                  <a:pt x="2162843" y="49096"/>
                </a:lnTo>
                <a:lnTo>
                  <a:pt x="2162169" y="49793"/>
                </a:lnTo>
                <a:lnTo>
                  <a:pt x="2161509" y="50506"/>
                </a:lnTo>
                <a:lnTo>
                  <a:pt x="2160864" y="51238"/>
                </a:lnTo>
                <a:lnTo>
                  <a:pt x="2160234" y="51986"/>
                </a:lnTo>
                <a:lnTo>
                  <a:pt x="2159620" y="52752"/>
                </a:lnTo>
                <a:lnTo>
                  <a:pt x="2159020" y="53536"/>
                </a:lnTo>
                <a:lnTo>
                  <a:pt x="2158435" y="54336"/>
                </a:lnTo>
                <a:lnTo>
                  <a:pt x="2157864" y="55154"/>
                </a:lnTo>
                <a:lnTo>
                  <a:pt x="2157309" y="55989"/>
                </a:lnTo>
                <a:lnTo>
                  <a:pt x="2156769" y="56842"/>
                </a:lnTo>
                <a:lnTo>
                  <a:pt x="2156244" y="57712"/>
                </a:lnTo>
                <a:lnTo>
                  <a:pt x="2155733" y="58599"/>
                </a:lnTo>
                <a:lnTo>
                  <a:pt x="2155238" y="59504"/>
                </a:lnTo>
                <a:lnTo>
                  <a:pt x="2154757" y="60426"/>
                </a:lnTo>
                <a:lnTo>
                  <a:pt x="2154292" y="61365"/>
                </a:lnTo>
                <a:lnTo>
                  <a:pt x="2153848" y="62314"/>
                </a:lnTo>
                <a:lnTo>
                  <a:pt x="2153424" y="63275"/>
                </a:lnTo>
                <a:lnTo>
                  <a:pt x="2153018" y="64248"/>
                </a:lnTo>
                <a:lnTo>
                  <a:pt x="2152631" y="65233"/>
                </a:lnTo>
                <a:lnTo>
                  <a:pt x="2152263" y="66230"/>
                </a:lnTo>
                <a:lnTo>
                  <a:pt x="2151914" y="67239"/>
                </a:lnTo>
                <a:lnTo>
                  <a:pt x="2151584" y="68260"/>
                </a:lnTo>
                <a:lnTo>
                  <a:pt x="2151272" y="69293"/>
                </a:lnTo>
                <a:lnTo>
                  <a:pt x="2150980" y="70338"/>
                </a:lnTo>
                <a:lnTo>
                  <a:pt x="2150706" y="71396"/>
                </a:lnTo>
                <a:lnTo>
                  <a:pt x="2150451" y="72465"/>
                </a:lnTo>
                <a:lnTo>
                  <a:pt x="2150215" y="73547"/>
                </a:lnTo>
                <a:lnTo>
                  <a:pt x="2149998" y="74640"/>
                </a:lnTo>
                <a:lnTo>
                  <a:pt x="2149800" y="75746"/>
                </a:lnTo>
                <a:lnTo>
                  <a:pt x="2149621" y="76864"/>
                </a:lnTo>
                <a:lnTo>
                  <a:pt x="2149460" y="77993"/>
                </a:lnTo>
                <a:lnTo>
                  <a:pt x="2149319" y="79135"/>
                </a:lnTo>
                <a:lnTo>
                  <a:pt x="2149196" y="80289"/>
                </a:lnTo>
                <a:lnTo>
                  <a:pt x="2149092" y="81455"/>
                </a:lnTo>
                <a:lnTo>
                  <a:pt x="2149008" y="82633"/>
                </a:lnTo>
                <a:lnTo>
                  <a:pt x="2148941" y="83823"/>
                </a:lnTo>
                <a:lnTo>
                  <a:pt x="2148894" y="85025"/>
                </a:lnTo>
                <a:lnTo>
                  <a:pt x="2148866" y="86240"/>
                </a:lnTo>
                <a:lnTo>
                  <a:pt x="2148857" y="87466"/>
                </a:lnTo>
                <a:lnTo>
                  <a:pt x="2148866" y="88672"/>
                </a:lnTo>
                <a:lnTo>
                  <a:pt x="2148893" y="89866"/>
                </a:lnTo>
                <a:lnTo>
                  <a:pt x="2148939" y="91049"/>
                </a:lnTo>
                <a:lnTo>
                  <a:pt x="2149004" y="92222"/>
                </a:lnTo>
                <a:lnTo>
                  <a:pt x="2149087" y="93383"/>
                </a:lnTo>
                <a:lnTo>
                  <a:pt x="2149188" y="94532"/>
                </a:lnTo>
                <a:lnTo>
                  <a:pt x="2149308" y="95671"/>
                </a:lnTo>
                <a:lnTo>
                  <a:pt x="2149446" y="96798"/>
                </a:lnTo>
                <a:lnTo>
                  <a:pt x="2149603" y="97914"/>
                </a:lnTo>
                <a:lnTo>
                  <a:pt x="2149778" y="99019"/>
                </a:lnTo>
                <a:lnTo>
                  <a:pt x="2149972" y="100113"/>
                </a:lnTo>
                <a:lnTo>
                  <a:pt x="2150184" y="101196"/>
                </a:lnTo>
                <a:lnTo>
                  <a:pt x="2150414" y="102267"/>
                </a:lnTo>
                <a:lnTo>
                  <a:pt x="2150663" y="103327"/>
                </a:lnTo>
                <a:lnTo>
                  <a:pt x="2150930" y="104376"/>
                </a:lnTo>
                <a:lnTo>
                  <a:pt x="2151216" y="105414"/>
                </a:lnTo>
                <a:lnTo>
                  <a:pt x="2151520" y="106441"/>
                </a:lnTo>
                <a:lnTo>
                  <a:pt x="2151843" y="107456"/>
                </a:lnTo>
                <a:lnTo>
                  <a:pt x="2152184" y="108461"/>
                </a:lnTo>
                <a:lnTo>
                  <a:pt x="2152543" y="109454"/>
                </a:lnTo>
                <a:lnTo>
                  <a:pt x="2152921" y="110435"/>
                </a:lnTo>
                <a:lnTo>
                  <a:pt x="2153317" y="111406"/>
                </a:lnTo>
                <a:lnTo>
                  <a:pt x="2153732" y="112366"/>
                </a:lnTo>
                <a:lnTo>
                  <a:pt x="2154165" y="113314"/>
                </a:lnTo>
                <a:lnTo>
                  <a:pt x="2154616" y="114248"/>
                </a:lnTo>
                <a:lnTo>
                  <a:pt x="2155082" y="115166"/>
                </a:lnTo>
                <a:lnTo>
                  <a:pt x="2155564" y="116066"/>
                </a:lnTo>
                <a:lnTo>
                  <a:pt x="2156061" y="116950"/>
                </a:lnTo>
                <a:lnTo>
                  <a:pt x="2156575" y="117816"/>
                </a:lnTo>
                <a:lnTo>
                  <a:pt x="2157104" y="118666"/>
                </a:lnTo>
                <a:lnTo>
                  <a:pt x="2157649" y="119499"/>
                </a:lnTo>
                <a:lnTo>
                  <a:pt x="2158210" y="120315"/>
                </a:lnTo>
                <a:lnTo>
                  <a:pt x="2158787" y="121114"/>
                </a:lnTo>
                <a:lnTo>
                  <a:pt x="2159379" y="121896"/>
                </a:lnTo>
                <a:lnTo>
                  <a:pt x="2159987" y="122661"/>
                </a:lnTo>
                <a:lnTo>
                  <a:pt x="2160611" y="123410"/>
                </a:lnTo>
                <a:lnTo>
                  <a:pt x="2161251" y="124141"/>
                </a:lnTo>
                <a:lnTo>
                  <a:pt x="2161907" y="124856"/>
                </a:lnTo>
                <a:lnTo>
                  <a:pt x="2162578" y="125554"/>
                </a:lnTo>
                <a:lnTo>
                  <a:pt x="2163266" y="126234"/>
                </a:lnTo>
                <a:lnTo>
                  <a:pt x="2163969" y="126898"/>
                </a:lnTo>
                <a:lnTo>
                  <a:pt x="2164688" y="127545"/>
                </a:lnTo>
                <a:lnTo>
                  <a:pt x="2165422" y="128175"/>
                </a:lnTo>
                <a:lnTo>
                  <a:pt x="2166173" y="128789"/>
                </a:lnTo>
                <a:lnTo>
                  <a:pt x="2166939" y="129385"/>
                </a:lnTo>
                <a:lnTo>
                  <a:pt x="2167721" y="129964"/>
                </a:lnTo>
                <a:lnTo>
                  <a:pt x="2168519" y="130527"/>
                </a:lnTo>
                <a:lnTo>
                  <a:pt x="2169333" y="131073"/>
                </a:lnTo>
                <a:lnTo>
                  <a:pt x="2170161" y="131599"/>
                </a:lnTo>
                <a:lnTo>
                  <a:pt x="2171002" y="132102"/>
                </a:lnTo>
                <a:lnTo>
                  <a:pt x="2171857" y="132583"/>
                </a:lnTo>
                <a:lnTo>
                  <a:pt x="2172724" y="133042"/>
                </a:lnTo>
                <a:lnTo>
                  <a:pt x="2173605" y="133479"/>
                </a:lnTo>
                <a:lnTo>
                  <a:pt x="2174499" y="133893"/>
                </a:lnTo>
                <a:lnTo>
                  <a:pt x="2175406" y="134284"/>
                </a:lnTo>
                <a:lnTo>
                  <a:pt x="2176327" y="134654"/>
                </a:lnTo>
                <a:lnTo>
                  <a:pt x="2177260" y="135001"/>
                </a:lnTo>
                <a:lnTo>
                  <a:pt x="2178207" y="135325"/>
                </a:lnTo>
                <a:lnTo>
                  <a:pt x="2179167" y="135627"/>
                </a:lnTo>
                <a:lnTo>
                  <a:pt x="2180140" y="135907"/>
                </a:lnTo>
                <a:lnTo>
                  <a:pt x="2181126" y="136165"/>
                </a:lnTo>
                <a:lnTo>
                  <a:pt x="2182125" y="136400"/>
                </a:lnTo>
                <a:lnTo>
                  <a:pt x="2183138" y="136612"/>
                </a:lnTo>
                <a:lnTo>
                  <a:pt x="2184163" y="136802"/>
                </a:lnTo>
                <a:lnTo>
                  <a:pt x="2185202" y="136970"/>
                </a:lnTo>
                <a:lnTo>
                  <a:pt x="2186254" y="137116"/>
                </a:lnTo>
                <a:lnTo>
                  <a:pt x="2187319" y="137239"/>
                </a:lnTo>
                <a:lnTo>
                  <a:pt x="2188397" y="137340"/>
                </a:lnTo>
                <a:lnTo>
                  <a:pt x="2189489" y="137418"/>
                </a:lnTo>
                <a:lnTo>
                  <a:pt x="2190594" y="137474"/>
                </a:lnTo>
                <a:lnTo>
                  <a:pt x="2191711" y="137508"/>
                </a:lnTo>
                <a:lnTo>
                  <a:pt x="2192842" y="137519"/>
                </a:lnTo>
                <a:lnTo>
                  <a:pt x="2193733" y="137512"/>
                </a:lnTo>
                <a:lnTo>
                  <a:pt x="2194614" y="137491"/>
                </a:lnTo>
                <a:lnTo>
                  <a:pt x="2195487" y="137457"/>
                </a:lnTo>
                <a:lnTo>
                  <a:pt x="2196350" y="137408"/>
                </a:lnTo>
                <a:lnTo>
                  <a:pt x="2197204" y="137346"/>
                </a:lnTo>
                <a:lnTo>
                  <a:pt x="2198048" y="137270"/>
                </a:lnTo>
                <a:lnTo>
                  <a:pt x="2198884" y="137180"/>
                </a:lnTo>
                <a:close/>
                <a:moveTo>
                  <a:pt x="2814768" y="136986"/>
                </a:moveTo>
                <a:lnTo>
                  <a:pt x="2815777" y="136824"/>
                </a:lnTo>
                <a:lnTo>
                  <a:pt x="2816776" y="136639"/>
                </a:lnTo>
                <a:lnTo>
                  <a:pt x="2817763" y="136433"/>
                </a:lnTo>
                <a:lnTo>
                  <a:pt x="2818739" y="136204"/>
                </a:lnTo>
                <a:lnTo>
                  <a:pt x="2819703" y="135955"/>
                </a:lnTo>
                <a:lnTo>
                  <a:pt x="2820656" y="135683"/>
                </a:lnTo>
                <a:lnTo>
                  <a:pt x="2821597" y="135390"/>
                </a:lnTo>
                <a:lnTo>
                  <a:pt x="2822527" y="135075"/>
                </a:lnTo>
                <a:lnTo>
                  <a:pt x="2823446" y="134738"/>
                </a:lnTo>
                <a:lnTo>
                  <a:pt x="2824353" y="134380"/>
                </a:lnTo>
                <a:lnTo>
                  <a:pt x="2825248" y="133999"/>
                </a:lnTo>
                <a:lnTo>
                  <a:pt x="2826133" y="133597"/>
                </a:lnTo>
                <a:lnTo>
                  <a:pt x="2827006" y="133174"/>
                </a:lnTo>
                <a:lnTo>
                  <a:pt x="2827867" y="132729"/>
                </a:lnTo>
                <a:lnTo>
                  <a:pt x="2828717" y="132261"/>
                </a:lnTo>
                <a:lnTo>
                  <a:pt x="2829556" y="131773"/>
                </a:lnTo>
                <a:lnTo>
                  <a:pt x="2830383" y="131262"/>
                </a:lnTo>
                <a:lnTo>
                  <a:pt x="2831202" y="130732"/>
                </a:lnTo>
                <a:lnTo>
                  <a:pt x="2832006" y="130185"/>
                </a:lnTo>
                <a:lnTo>
                  <a:pt x="2832795" y="129620"/>
                </a:lnTo>
                <a:lnTo>
                  <a:pt x="2833568" y="129038"/>
                </a:lnTo>
                <a:lnTo>
                  <a:pt x="2834326" y="128439"/>
                </a:lnTo>
                <a:lnTo>
                  <a:pt x="2835068" y="127822"/>
                </a:lnTo>
                <a:lnTo>
                  <a:pt x="2835795" y="127188"/>
                </a:lnTo>
                <a:lnTo>
                  <a:pt x="2836506" y="126536"/>
                </a:lnTo>
                <a:lnTo>
                  <a:pt x="2837203" y="125868"/>
                </a:lnTo>
                <a:lnTo>
                  <a:pt x="2837884" y="125182"/>
                </a:lnTo>
                <a:lnTo>
                  <a:pt x="2838549" y="124478"/>
                </a:lnTo>
                <a:lnTo>
                  <a:pt x="2839199" y="123757"/>
                </a:lnTo>
                <a:lnTo>
                  <a:pt x="2839834" y="123019"/>
                </a:lnTo>
                <a:lnTo>
                  <a:pt x="2840454" y="122264"/>
                </a:lnTo>
                <a:lnTo>
                  <a:pt x="2841058" y="121491"/>
                </a:lnTo>
                <a:lnTo>
                  <a:pt x="2841646" y="120701"/>
                </a:lnTo>
                <a:lnTo>
                  <a:pt x="2842220" y="119894"/>
                </a:lnTo>
                <a:lnTo>
                  <a:pt x="2842778" y="119069"/>
                </a:lnTo>
                <a:lnTo>
                  <a:pt x="2843321" y="118227"/>
                </a:lnTo>
                <a:lnTo>
                  <a:pt x="2843848" y="117367"/>
                </a:lnTo>
                <a:lnTo>
                  <a:pt x="2844360" y="116491"/>
                </a:lnTo>
                <a:lnTo>
                  <a:pt x="2844856" y="115597"/>
                </a:lnTo>
                <a:lnTo>
                  <a:pt x="2845338" y="114685"/>
                </a:lnTo>
                <a:lnTo>
                  <a:pt x="2845803" y="113756"/>
                </a:lnTo>
                <a:lnTo>
                  <a:pt x="2846257" y="112812"/>
                </a:lnTo>
                <a:lnTo>
                  <a:pt x="2846692" y="111855"/>
                </a:lnTo>
                <a:lnTo>
                  <a:pt x="2847107" y="110885"/>
                </a:lnTo>
                <a:lnTo>
                  <a:pt x="2847503" y="109901"/>
                </a:lnTo>
                <a:lnTo>
                  <a:pt x="2847879" y="108905"/>
                </a:lnTo>
                <a:lnTo>
                  <a:pt x="2848237" y="107895"/>
                </a:lnTo>
                <a:lnTo>
                  <a:pt x="2848575" y="106872"/>
                </a:lnTo>
                <a:lnTo>
                  <a:pt x="2848893" y="105836"/>
                </a:lnTo>
                <a:lnTo>
                  <a:pt x="2849192" y="104786"/>
                </a:lnTo>
                <a:lnTo>
                  <a:pt x="2849472" y="103724"/>
                </a:lnTo>
                <a:lnTo>
                  <a:pt x="2849733" y="102648"/>
                </a:lnTo>
                <a:lnTo>
                  <a:pt x="2849975" y="101559"/>
                </a:lnTo>
                <a:lnTo>
                  <a:pt x="2850197" y="100457"/>
                </a:lnTo>
                <a:lnTo>
                  <a:pt x="2850399" y="99342"/>
                </a:lnTo>
                <a:lnTo>
                  <a:pt x="2850583" y="98214"/>
                </a:lnTo>
                <a:lnTo>
                  <a:pt x="2850747" y="97072"/>
                </a:lnTo>
                <a:lnTo>
                  <a:pt x="2850892" y="95917"/>
                </a:lnTo>
                <a:lnTo>
                  <a:pt x="2851017" y="94750"/>
                </a:lnTo>
                <a:lnTo>
                  <a:pt x="2851124" y="93569"/>
                </a:lnTo>
                <a:lnTo>
                  <a:pt x="2851210" y="92374"/>
                </a:lnTo>
                <a:lnTo>
                  <a:pt x="2851278" y="91167"/>
                </a:lnTo>
                <a:lnTo>
                  <a:pt x="2851326" y="89946"/>
                </a:lnTo>
                <a:lnTo>
                  <a:pt x="2851355" y="88713"/>
                </a:lnTo>
                <a:lnTo>
                  <a:pt x="2851365" y="87466"/>
                </a:lnTo>
                <a:lnTo>
                  <a:pt x="2851355" y="86209"/>
                </a:lnTo>
                <a:lnTo>
                  <a:pt x="2851326" y="84965"/>
                </a:lnTo>
                <a:lnTo>
                  <a:pt x="2851278" y="83734"/>
                </a:lnTo>
                <a:lnTo>
                  <a:pt x="2851210" y="82517"/>
                </a:lnTo>
                <a:lnTo>
                  <a:pt x="2851124" y="81313"/>
                </a:lnTo>
                <a:lnTo>
                  <a:pt x="2851017" y="80123"/>
                </a:lnTo>
                <a:lnTo>
                  <a:pt x="2850892" y="78946"/>
                </a:lnTo>
                <a:lnTo>
                  <a:pt x="2850747" y="77783"/>
                </a:lnTo>
                <a:lnTo>
                  <a:pt x="2850583" y="76632"/>
                </a:lnTo>
                <a:lnTo>
                  <a:pt x="2850399" y="75496"/>
                </a:lnTo>
                <a:lnTo>
                  <a:pt x="2850197" y="74372"/>
                </a:lnTo>
                <a:lnTo>
                  <a:pt x="2849975" y="73262"/>
                </a:lnTo>
                <a:lnTo>
                  <a:pt x="2849733" y="72166"/>
                </a:lnTo>
                <a:lnTo>
                  <a:pt x="2849472" y="71082"/>
                </a:lnTo>
                <a:lnTo>
                  <a:pt x="2849192" y="70012"/>
                </a:lnTo>
                <a:lnTo>
                  <a:pt x="2848893" y="68956"/>
                </a:lnTo>
                <a:lnTo>
                  <a:pt x="2848575" y="67913"/>
                </a:lnTo>
                <a:lnTo>
                  <a:pt x="2848237" y="66883"/>
                </a:lnTo>
                <a:lnTo>
                  <a:pt x="2847879" y="65867"/>
                </a:lnTo>
                <a:lnTo>
                  <a:pt x="2847503" y="64864"/>
                </a:lnTo>
                <a:lnTo>
                  <a:pt x="2847107" y="63874"/>
                </a:lnTo>
                <a:lnTo>
                  <a:pt x="2846692" y="62898"/>
                </a:lnTo>
                <a:lnTo>
                  <a:pt x="2846257" y="61935"/>
                </a:lnTo>
                <a:lnTo>
                  <a:pt x="2845803" y="60986"/>
                </a:lnTo>
                <a:lnTo>
                  <a:pt x="2845338" y="60052"/>
                </a:lnTo>
                <a:lnTo>
                  <a:pt x="2844856" y="59136"/>
                </a:lnTo>
                <a:lnTo>
                  <a:pt x="2844360" y="58237"/>
                </a:lnTo>
                <a:lnTo>
                  <a:pt x="2843848" y="57356"/>
                </a:lnTo>
                <a:lnTo>
                  <a:pt x="2843321" y="56492"/>
                </a:lnTo>
                <a:lnTo>
                  <a:pt x="2842778" y="55646"/>
                </a:lnTo>
                <a:lnTo>
                  <a:pt x="2842220" y="54817"/>
                </a:lnTo>
                <a:lnTo>
                  <a:pt x="2841646" y="54006"/>
                </a:lnTo>
                <a:lnTo>
                  <a:pt x="2841058" y="53213"/>
                </a:lnTo>
                <a:lnTo>
                  <a:pt x="2840454" y="52437"/>
                </a:lnTo>
                <a:lnTo>
                  <a:pt x="2839834" y="51678"/>
                </a:lnTo>
                <a:lnTo>
                  <a:pt x="2839199" y="50938"/>
                </a:lnTo>
                <a:lnTo>
                  <a:pt x="2838549" y="50214"/>
                </a:lnTo>
                <a:lnTo>
                  <a:pt x="2837884" y="49509"/>
                </a:lnTo>
                <a:lnTo>
                  <a:pt x="2837203" y="48820"/>
                </a:lnTo>
                <a:lnTo>
                  <a:pt x="2836506" y="48150"/>
                </a:lnTo>
                <a:lnTo>
                  <a:pt x="2835795" y="47497"/>
                </a:lnTo>
                <a:lnTo>
                  <a:pt x="2835068" y="46861"/>
                </a:lnTo>
                <a:lnTo>
                  <a:pt x="2834326" y="46243"/>
                </a:lnTo>
                <a:lnTo>
                  <a:pt x="2833568" y="45643"/>
                </a:lnTo>
                <a:lnTo>
                  <a:pt x="2832795" y="45060"/>
                </a:lnTo>
                <a:lnTo>
                  <a:pt x="2832006" y="44495"/>
                </a:lnTo>
                <a:lnTo>
                  <a:pt x="2831202" y="43947"/>
                </a:lnTo>
                <a:lnTo>
                  <a:pt x="2830383" y="43417"/>
                </a:lnTo>
                <a:lnTo>
                  <a:pt x="2829556" y="42906"/>
                </a:lnTo>
                <a:lnTo>
                  <a:pt x="2828717" y="42418"/>
                </a:lnTo>
                <a:lnTo>
                  <a:pt x="2827867" y="41951"/>
                </a:lnTo>
                <a:lnTo>
                  <a:pt x="2827006" y="41505"/>
                </a:lnTo>
                <a:lnTo>
                  <a:pt x="2826133" y="41082"/>
                </a:lnTo>
                <a:lnTo>
                  <a:pt x="2825248" y="40680"/>
                </a:lnTo>
                <a:lnTo>
                  <a:pt x="2824353" y="40300"/>
                </a:lnTo>
                <a:lnTo>
                  <a:pt x="2823446" y="39941"/>
                </a:lnTo>
                <a:lnTo>
                  <a:pt x="2822527" y="39604"/>
                </a:lnTo>
                <a:lnTo>
                  <a:pt x="2821597" y="39289"/>
                </a:lnTo>
                <a:lnTo>
                  <a:pt x="2820656" y="38996"/>
                </a:lnTo>
                <a:lnTo>
                  <a:pt x="2819703" y="38725"/>
                </a:lnTo>
                <a:lnTo>
                  <a:pt x="2818739" y="38475"/>
                </a:lnTo>
                <a:lnTo>
                  <a:pt x="2817763" y="38247"/>
                </a:lnTo>
                <a:lnTo>
                  <a:pt x="2816776" y="38040"/>
                </a:lnTo>
                <a:lnTo>
                  <a:pt x="2815777" y="37856"/>
                </a:lnTo>
                <a:lnTo>
                  <a:pt x="2814768" y="37693"/>
                </a:lnTo>
                <a:lnTo>
                  <a:pt x="2813746" y="37551"/>
                </a:lnTo>
                <a:lnTo>
                  <a:pt x="2812714" y="37432"/>
                </a:lnTo>
                <a:lnTo>
                  <a:pt x="2811670" y="37334"/>
                </a:lnTo>
                <a:lnTo>
                  <a:pt x="2810614" y="37258"/>
                </a:lnTo>
                <a:lnTo>
                  <a:pt x="2809547" y="37204"/>
                </a:lnTo>
                <a:lnTo>
                  <a:pt x="2808469" y="37171"/>
                </a:lnTo>
                <a:lnTo>
                  <a:pt x="2807379" y="37160"/>
                </a:lnTo>
                <a:lnTo>
                  <a:pt x="2806289" y="37171"/>
                </a:lnTo>
                <a:lnTo>
                  <a:pt x="2805211" y="37204"/>
                </a:lnTo>
                <a:lnTo>
                  <a:pt x="2804143" y="37258"/>
                </a:lnTo>
                <a:lnTo>
                  <a:pt x="2803087" y="37334"/>
                </a:lnTo>
                <a:lnTo>
                  <a:pt x="2802042" y="37432"/>
                </a:lnTo>
                <a:lnTo>
                  <a:pt x="2801008" y="37551"/>
                </a:lnTo>
                <a:lnTo>
                  <a:pt x="2799985" y="37693"/>
                </a:lnTo>
                <a:lnTo>
                  <a:pt x="2798974" y="37856"/>
                </a:lnTo>
                <a:lnTo>
                  <a:pt x="2797974" y="38040"/>
                </a:lnTo>
                <a:lnTo>
                  <a:pt x="2796984" y="38247"/>
                </a:lnTo>
                <a:lnTo>
                  <a:pt x="2796007" y="38475"/>
                </a:lnTo>
                <a:lnTo>
                  <a:pt x="2795040" y="38725"/>
                </a:lnTo>
                <a:lnTo>
                  <a:pt x="2794084" y="38996"/>
                </a:lnTo>
                <a:lnTo>
                  <a:pt x="2793140" y="39289"/>
                </a:lnTo>
                <a:lnTo>
                  <a:pt x="2792207" y="39604"/>
                </a:lnTo>
                <a:lnTo>
                  <a:pt x="2791285" y="39941"/>
                </a:lnTo>
                <a:lnTo>
                  <a:pt x="2790374" y="40300"/>
                </a:lnTo>
                <a:lnTo>
                  <a:pt x="2789474" y="40680"/>
                </a:lnTo>
                <a:lnTo>
                  <a:pt x="2788586" y="41082"/>
                </a:lnTo>
                <a:lnTo>
                  <a:pt x="2787709" y="41505"/>
                </a:lnTo>
                <a:lnTo>
                  <a:pt x="2786843" y="41951"/>
                </a:lnTo>
                <a:lnTo>
                  <a:pt x="2785988" y="42418"/>
                </a:lnTo>
                <a:lnTo>
                  <a:pt x="2785144" y="42906"/>
                </a:lnTo>
                <a:lnTo>
                  <a:pt x="2784312" y="43417"/>
                </a:lnTo>
                <a:lnTo>
                  <a:pt x="2783498" y="43947"/>
                </a:lnTo>
                <a:lnTo>
                  <a:pt x="2782699" y="44495"/>
                </a:lnTo>
                <a:lnTo>
                  <a:pt x="2781914" y="45060"/>
                </a:lnTo>
                <a:lnTo>
                  <a:pt x="2781145" y="45643"/>
                </a:lnTo>
                <a:lnTo>
                  <a:pt x="2780391" y="46243"/>
                </a:lnTo>
                <a:lnTo>
                  <a:pt x="2779651" y="46861"/>
                </a:lnTo>
                <a:lnTo>
                  <a:pt x="2778926" y="47497"/>
                </a:lnTo>
                <a:lnTo>
                  <a:pt x="2778217" y="48150"/>
                </a:lnTo>
                <a:lnTo>
                  <a:pt x="2777522" y="48820"/>
                </a:lnTo>
                <a:lnTo>
                  <a:pt x="2776842" y="49509"/>
                </a:lnTo>
                <a:lnTo>
                  <a:pt x="2776177" y="50214"/>
                </a:lnTo>
                <a:lnTo>
                  <a:pt x="2775527" y="50938"/>
                </a:lnTo>
                <a:lnTo>
                  <a:pt x="2774892" y="51678"/>
                </a:lnTo>
                <a:lnTo>
                  <a:pt x="2774272" y="52437"/>
                </a:lnTo>
                <a:lnTo>
                  <a:pt x="2773667" y="53213"/>
                </a:lnTo>
                <a:lnTo>
                  <a:pt x="2773077" y="54006"/>
                </a:lnTo>
                <a:lnTo>
                  <a:pt x="2772501" y="54817"/>
                </a:lnTo>
                <a:lnTo>
                  <a:pt x="2771941" y="55646"/>
                </a:lnTo>
                <a:lnTo>
                  <a:pt x="2771395" y="56492"/>
                </a:lnTo>
                <a:lnTo>
                  <a:pt x="2770865" y="57356"/>
                </a:lnTo>
                <a:lnTo>
                  <a:pt x="2770349" y="58237"/>
                </a:lnTo>
                <a:lnTo>
                  <a:pt x="2769848" y="59136"/>
                </a:lnTo>
                <a:lnTo>
                  <a:pt x="2769363" y="60052"/>
                </a:lnTo>
                <a:lnTo>
                  <a:pt x="2768892" y="60986"/>
                </a:lnTo>
                <a:lnTo>
                  <a:pt x="2768443" y="61935"/>
                </a:lnTo>
                <a:lnTo>
                  <a:pt x="2768013" y="62898"/>
                </a:lnTo>
                <a:lnTo>
                  <a:pt x="2767603" y="63874"/>
                </a:lnTo>
                <a:lnTo>
                  <a:pt x="2767212" y="64864"/>
                </a:lnTo>
                <a:lnTo>
                  <a:pt x="2766839" y="65867"/>
                </a:lnTo>
                <a:lnTo>
                  <a:pt x="2766486" y="66883"/>
                </a:lnTo>
                <a:lnTo>
                  <a:pt x="2766152" y="67913"/>
                </a:lnTo>
                <a:lnTo>
                  <a:pt x="2765837" y="68956"/>
                </a:lnTo>
                <a:lnTo>
                  <a:pt x="2765541" y="70012"/>
                </a:lnTo>
                <a:lnTo>
                  <a:pt x="2765264" y="71082"/>
                </a:lnTo>
                <a:lnTo>
                  <a:pt x="2765007" y="72166"/>
                </a:lnTo>
                <a:lnTo>
                  <a:pt x="2764768" y="73262"/>
                </a:lnTo>
                <a:lnTo>
                  <a:pt x="2764549" y="74372"/>
                </a:lnTo>
                <a:lnTo>
                  <a:pt x="2764348" y="75496"/>
                </a:lnTo>
                <a:lnTo>
                  <a:pt x="2764167" y="76632"/>
                </a:lnTo>
                <a:lnTo>
                  <a:pt x="2764004" y="77783"/>
                </a:lnTo>
                <a:lnTo>
                  <a:pt x="2763861" y="78946"/>
                </a:lnTo>
                <a:lnTo>
                  <a:pt x="2763737" y="80123"/>
                </a:lnTo>
                <a:lnTo>
                  <a:pt x="2763632" y="81313"/>
                </a:lnTo>
                <a:lnTo>
                  <a:pt x="2763546" y="82517"/>
                </a:lnTo>
                <a:lnTo>
                  <a:pt x="2763479" y="83734"/>
                </a:lnTo>
                <a:lnTo>
                  <a:pt x="2763432" y="84965"/>
                </a:lnTo>
                <a:lnTo>
                  <a:pt x="2763403" y="86209"/>
                </a:lnTo>
                <a:lnTo>
                  <a:pt x="2763394" y="87466"/>
                </a:lnTo>
                <a:lnTo>
                  <a:pt x="2763403" y="88713"/>
                </a:lnTo>
                <a:lnTo>
                  <a:pt x="2763432" y="89946"/>
                </a:lnTo>
                <a:lnTo>
                  <a:pt x="2763479" y="91167"/>
                </a:lnTo>
                <a:lnTo>
                  <a:pt x="2763546" y="92374"/>
                </a:lnTo>
                <a:lnTo>
                  <a:pt x="2763632" y="93569"/>
                </a:lnTo>
                <a:lnTo>
                  <a:pt x="2763737" y="94750"/>
                </a:lnTo>
                <a:lnTo>
                  <a:pt x="2763861" y="95917"/>
                </a:lnTo>
                <a:lnTo>
                  <a:pt x="2764004" y="97072"/>
                </a:lnTo>
                <a:lnTo>
                  <a:pt x="2764167" y="98214"/>
                </a:lnTo>
                <a:lnTo>
                  <a:pt x="2764348" y="99342"/>
                </a:lnTo>
                <a:lnTo>
                  <a:pt x="2764549" y="100457"/>
                </a:lnTo>
                <a:lnTo>
                  <a:pt x="2764768" y="101559"/>
                </a:lnTo>
                <a:lnTo>
                  <a:pt x="2765007" y="102648"/>
                </a:lnTo>
                <a:lnTo>
                  <a:pt x="2765264" y="103724"/>
                </a:lnTo>
                <a:lnTo>
                  <a:pt x="2765541" y="104786"/>
                </a:lnTo>
                <a:lnTo>
                  <a:pt x="2765837" y="105836"/>
                </a:lnTo>
                <a:lnTo>
                  <a:pt x="2766152" y="106872"/>
                </a:lnTo>
                <a:lnTo>
                  <a:pt x="2766486" y="107895"/>
                </a:lnTo>
                <a:lnTo>
                  <a:pt x="2766839" y="108905"/>
                </a:lnTo>
                <a:lnTo>
                  <a:pt x="2767212" y="109901"/>
                </a:lnTo>
                <a:lnTo>
                  <a:pt x="2767603" y="110885"/>
                </a:lnTo>
                <a:lnTo>
                  <a:pt x="2768013" y="111855"/>
                </a:lnTo>
                <a:lnTo>
                  <a:pt x="2768443" y="112812"/>
                </a:lnTo>
                <a:lnTo>
                  <a:pt x="2768892" y="113756"/>
                </a:lnTo>
                <a:lnTo>
                  <a:pt x="2769363" y="114685"/>
                </a:lnTo>
                <a:lnTo>
                  <a:pt x="2769848" y="115597"/>
                </a:lnTo>
                <a:lnTo>
                  <a:pt x="2770349" y="116491"/>
                </a:lnTo>
                <a:lnTo>
                  <a:pt x="2770865" y="117367"/>
                </a:lnTo>
                <a:lnTo>
                  <a:pt x="2771395" y="118227"/>
                </a:lnTo>
                <a:lnTo>
                  <a:pt x="2771941" y="119069"/>
                </a:lnTo>
                <a:lnTo>
                  <a:pt x="2772501" y="119894"/>
                </a:lnTo>
                <a:lnTo>
                  <a:pt x="2773077" y="120701"/>
                </a:lnTo>
                <a:lnTo>
                  <a:pt x="2773667" y="121491"/>
                </a:lnTo>
                <a:lnTo>
                  <a:pt x="2774272" y="122264"/>
                </a:lnTo>
                <a:lnTo>
                  <a:pt x="2774892" y="123019"/>
                </a:lnTo>
                <a:lnTo>
                  <a:pt x="2775527" y="123757"/>
                </a:lnTo>
                <a:lnTo>
                  <a:pt x="2776177" y="124478"/>
                </a:lnTo>
                <a:lnTo>
                  <a:pt x="2776842" y="125182"/>
                </a:lnTo>
                <a:lnTo>
                  <a:pt x="2777522" y="125868"/>
                </a:lnTo>
                <a:lnTo>
                  <a:pt x="2778217" y="126536"/>
                </a:lnTo>
                <a:lnTo>
                  <a:pt x="2778926" y="127188"/>
                </a:lnTo>
                <a:lnTo>
                  <a:pt x="2779651" y="127822"/>
                </a:lnTo>
                <a:lnTo>
                  <a:pt x="2780391" y="128439"/>
                </a:lnTo>
                <a:lnTo>
                  <a:pt x="2781145" y="129038"/>
                </a:lnTo>
                <a:lnTo>
                  <a:pt x="2781914" y="129620"/>
                </a:lnTo>
                <a:lnTo>
                  <a:pt x="2782699" y="130185"/>
                </a:lnTo>
                <a:lnTo>
                  <a:pt x="2783498" y="130732"/>
                </a:lnTo>
                <a:lnTo>
                  <a:pt x="2784312" y="131262"/>
                </a:lnTo>
                <a:lnTo>
                  <a:pt x="2785144" y="131773"/>
                </a:lnTo>
                <a:lnTo>
                  <a:pt x="2785988" y="132261"/>
                </a:lnTo>
                <a:lnTo>
                  <a:pt x="2786843" y="132729"/>
                </a:lnTo>
                <a:lnTo>
                  <a:pt x="2787709" y="133174"/>
                </a:lnTo>
                <a:lnTo>
                  <a:pt x="2788586" y="133597"/>
                </a:lnTo>
                <a:lnTo>
                  <a:pt x="2789474" y="133999"/>
                </a:lnTo>
                <a:lnTo>
                  <a:pt x="2790374" y="134380"/>
                </a:lnTo>
                <a:lnTo>
                  <a:pt x="2791285" y="134738"/>
                </a:lnTo>
                <a:lnTo>
                  <a:pt x="2792207" y="135075"/>
                </a:lnTo>
                <a:lnTo>
                  <a:pt x="2793140" y="135390"/>
                </a:lnTo>
                <a:lnTo>
                  <a:pt x="2794084" y="135683"/>
                </a:lnTo>
                <a:lnTo>
                  <a:pt x="2795040" y="135955"/>
                </a:lnTo>
                <a:lnTo>
                  <a:pt x="2796007" y="136204"/>
                </a:lnTo>
                <a:lnTo>
                  <a:pt x="2796984" y="136433"/>
                </a:lnTo>
                <a:lnTo>
                  <a:pt x="2797974" y="136639"/>
                </a:lnTo>
                <a:lnTo>
                  <a:pt x="2798974" y="136824"/>
                </a:lnTo>
                <a:lnTo>
                  <a:pt x="2799985" y="136986"/>
                </a:lnTo>
                <a:lnTo>
                  <a:pt x="2801008" y="137128"/>
                </a:lnTo>
                <a:lnTo>
                  <a:pt x="2802042" y="137247"/>
                </a:lnTo>
                <a:lnTo>
                  <a:pt x="2803087" y="137345"/>
                </a:lnTo>
                <a:lnTo>
                  <a:pt x="2804143" y="137421"/>
                </a:lnTo>
                <a:lnTo>
                  <a:pt x="2805211" y="137475"/>
                </a:lnTo>
                <a:lnTo>
                  <a:pt x="2806289" y="137508"/>
                </a:lnTo>
                <a:lnTo>
                  <a:pt x="2807379" y="137519"/>
                </a:lnTo>
                <a:lnTo>
                  <a:pt x="2808469" y="137508"/>
                </a:lnTo>
                <a:lnTo>
                  <a:pt x="2809547" y="137475"/>
                </a:lnTo>
                <a:lnTo>
                  <a:pt x="2810614" y="137421"/>
                </a:lnTo>
                <a:lnTo>
                  <a:pt x="2811670" y="137345"/>
                </a:lnTo>
                <a:lnTo>
                  <a:pt x="2812714" y="137247"/>
                </a:lnTo>
                <a:lnTo>
                  <a:pt x="2813746" y="137128"/>
                </a:lnTo>
                <a:lnTo>
                  <a:pt x="2814768" y="136986"/>
                </a:lnTo>
                <a:close/>
                <a:moveTo>
                  <a:pt x="2801855" y="123685"/>
                </a:moveTo>
                <a:lnTo>
                  <a:pt x="2801116" y="123552"/>
                </a:lnTo>
                <a:lnTo>
                  <a:pt x="2800388" y="123401"/>
                </a:lnTo>
                <a:lnTo>
                  <a:pt x="2799673" y="123232"/>
                </a:lnTo>
                <a:lnTo>
                  <a:pt x="2798969" y="123045"/>
                </a:lnTo>
                <a:lnTo>
                  <a:pt x="2798279" y="122841"/>
                </a:lnTo>
                <a:lnTo>
                  <a:pt x="2797600" y="122619"/>
                </a:lnTo>
                <a:lnTo>
                  <a:pt x="2796934" y="122379"/>
                </a:lnTo>
                <a:lnTo>
                  <a:pt x="2796280" y="122121"/>
                </a:lnTo>
                <a:lnTo>
                  <a:pt x="2795638" y="121846"/>
                </a:lnTo>
                <a:lnTo>
                  <a:pt x="2795009" y="121552"/>
                </a:lnTo>
                <a:lnTo>
                  <a:pt x="2794392" y="121241"/>
                </a:lnTo>
                <a:lnTo>
                  <a:pt x="2793787" y="120912"/>
                </a:lnTo>
                <a:lnTo>
                  <a:pt x="2793195" y="120566"/>
                </a:lnTo>
                <a:lnTo>
                  <a:pt x="2792615" y="120202"/>
                </a:lnTo>
                <a:lnTo>
                  <a:pt x="2792047" y="119819"/>
                </a:lnTo>
                <a:lnTo>
                  <a:pt x="2791491" y="119419"/>
                </a:lnTo>
                <a:lnTo>
                  <a:pt x="2790948" y="119002"/>
                </a:lnTo>
                <a:lnTo>
                  <a:pt x="2790416" y="118570"/>
                </a:lnTo>
                <a:lnTo>
                  <a:pt x="2789897" y="118126"/>
                </a:lnTo>
                <a:lnTo>
                  <a:pt x="2789389" y="117672"/>
                </a:lnTo>
                <a:lnTo>
                  <a:pt x="2788892" y="117206"/>
                </a:lnTo>
                <a:lnTo>
                  <a:pt x="2788407" y="116729"/>
                </a:lnTo>
                <a:lnTo>
                  <a:pt x="2787934" y="116241"/>
                </a:lnTo>
                <a:lnTo>
                  <a:pt x="2787473" y="115741"/>
                </a:lnTo>
                <a:lnTo>
                  <a:pt x="2787023" y="115231"/>
                </a:lnTo>
                <a:lnTo>
                  <a:pt x="2786584" y="114709"/>
                </a:lnTo>
                <a:lnTo>
                  <a:pt x="2786158" y="114176"/>
                </a:lnTo>
                <a:lnTo>
                  <a:pt x="2785742" y="113632"/>
                </a:lnTo>
                <a:lnTo>
                  <a:pt x="2785339" y="113077"/>
                </a:lnTo>
                <a:lnTo>
                  <a:pt x="2784947" y="112510"/>
                </a:lnTo>
                <a:lnTo>
                  <a:pt x="2784567" y="111933"/>
                </a:lnTo>
                <a:lnTo>
                  <a:pt x="2784199" y="111344"/>
                </a:lnTo>
                <a:lnTo>
                  <a:pt x="2783842" y="110744"/>
                </a:lnTo>
                <a:lnTo>
                  <a:pt x="2783496" y="110133"/>
                </a:lnTo>
                <a:lnTo>
                  <a:pt x="2783163" y="109510"/>
                </a:lnTo>
                <a:lnTo>
                  <a:pt x="2782841" y="108877"/>
                </a:lnTo>
                <a:lnTo>
                  <a:pt x="2782530" y="108232"/>
                </a:lnTo>
                <a:lnTo>
                  <a:pt x="2782231" y="107576"/>
                </a:lnTo>
                <a:lnTo>
                  <a:pt x="2781944" y="106909"/>
                </a:lnTo>
                <a:lnTo>
                  <a:pt x="2781669" y="106230"/>
                </a:lnTo>
                <a:lnTo>
                  <a:pt x="2781405" y="105541"/>
                </a:lnTo>
                <a:lnTo>
                  <a:pt x="2781152" y="104843"/>
                </a:lnTo>
                <a:lnTo>
                  <a:pt x="2780910" y="104141"/>
                </a:lnTo>
                <a:lnTo>
                  <a:pt x="2780679" y="103433"/>
                </a:lnTo>
                <a:lnTo>
                  <a:pt x="2780459" y="102721"/>
                </a:lnTo>
                <a:lnTo>
                  <a:pt x="2780249" y="102004"/>
                </a:lnTo>
                <a:lnTo>
                  <a:pt x="2780050" y="101283"/>
                </a:lnTo>
                <a:lnTo>
                  <a:pt x="2779862" y="100556"/>
                </a:lnTo>
                <a:lnTo>
                  <a:pt x="2779684" y="99825"/>
                </a:lnTo>
                <a:lnTo>
                  <a:pt x="2779518" y="99088"/>
                </a:lnTo>
                <a:lnTo>
                  <a:pt x="2779362" y="98347"/>
                </a:lnTo>
                <a:lnTo>
                  <a:pt x="2779217" y="97602"/>
                </a:lnTo>
                <a:lnTo>
                  <a:pt x="2779082" y="96851"/>
                </a:lnTo>
                <a:lnTo>
                  <a:pt x="2778958" y="96095"/>
                </a:lnTo>
                <a:lnTo>
                  <a:pt x="2778846" y="95335"/>
                </a:lnTo>
                <a:lnTo>
                  <a:pt x="2778743" y="94570"/>
                </a:lnTo>
                <a:lnTo>
                  <a:pt x="2778652" y="93800"/>
                </a:lnTo>
                <a:lnTo>
                  <a:pt x="2778571" y="93025"/>
                </a:lnTo>
                <a:lnTo>
                  <a:pt x="2778501" y="92245"/>
                </a:lnTo>
                <a:lnTo>
                  <a:pt x="2778442" y="91461"/>
                </a:lnTo>
                <a:lnTo>
                  <a:pt x="2778394" y="90671"/>
                </a:lnTo>
                <a:lnTo>
                  <a:pt x="2778356" y="89877"/>
                </a:lnTo>
                <a:lnTo>
                  <a:pt x="2778329" y="89078"/>
                </a:lnTo>
                <a:lnTo>
                  <a:pt x="2778313" y="88275"/>
                </a:lnTo>
                <a:lnTo>
                  <a:pt x="2778308" y="87466"/>
                </a:lnTo>
                <a:lnTo>
                  <a:pt x="2778313" y="86657"/>
                </a:lnTo>
                <a:lnTo>
                  <a:pt x="2778329" y="85853"/>
                </a:lnTo>
                <a:lnTo>
                  <a:pt x="2778356" y="85054"/>
                </a:lnTo>
                <a:lnTo>
                  <a:pt x="2778394" y="84259"/>
                </a:lnTo>
                <a:lnTo>
                  <a:pt x="2778442" y="83468"/>
                </a:lnTo>
                <a:lnTo>
                  <a:pt x="2778501" y="82683"/>
                </a:lnTo>
                <a:lnTo>
                  <a:pt x="2778571" y="81902"/>
                </a:lnTo>
                <a:lnTo>
                  <a:pt x="2778652" y="81125"/>
                </a:lnTo>
                <a:lnTo>
                  <a:pt x="2778743" y="80353"/>
                </a:lnTo>
                <a:lnTo>
                  <a:pt x="2778846" y="79586"/>
                </a:lnTo>
                <a:lnTo>
                  <a:pt x="2778958" y="78823"/>
                </a:lnTo>
                <a:lnTo>
                  <a:pt x="2779082" y="78065"/>
                </a:lnTo>
                <a:lnTo>
                  <a:pt x="2779217" y="77312"/>
                </a:lnTo>
                <a:lnTo>
                  <a:pt x="2779362" y="76563"/>
                </a:lnTo>
                <a:lnTo>
                  <a:pt x="2779518" y="75819"/>
                </a:lnTo>
                <a:lnTo>
                  <a:pt x="2779684" y="75079"/>
                </a:lnTo>
                <a:lnTo>
                  <a:pt x="2779862" y="74344"/>
                </a:lnTo>
                <a:lnTo>
                  <a:pt x="2780050" y="73614"/>
                </a:lnTo>
                <a:lnTo>
                  <a:pt x="2780249" y="72888"/>
                </a:lnTo>
                <a:lnTo>
                  <a:pt x="2780459" y="72167"/>
                </a:lnTo>
                <a:lnTo>
                  <a:pt x="2780679" y="71450"/>
                </a:lnTo>
                <a:lnTo>
                  <a:pt x="2780910" y="70738"/>
                </a:lnTo>
                <a:lnTo>
                  <a:pt x="2781152" y="70031"/>
                </a:lnTo>
                <a:lnTo>
                  <a:pt x="2781405" y="69328"/>
                </a:lnTo>
                <a:lnTo>
                  <a:pt x="2781669" y="68633"/>
                </a:lnTo>
                <a:lnTo>
                  <a:pt x="2781944" y="67950"/>
                </a:lnTo>
                <a:lnTo>
                  <a:pt x="2782231" y="67277"/>
                </a:lnTo>
                <a:lnTo>
                  <a:pt x="2782530" y="66616"/>
                </a:lnTo>
                <a:lnTo>
                  <a:pt x="2782841" y="65966"/>
                </a:lnTo>
                <a:lnTo>
                  <a:pt x="2783163" y="65327"/>
                </a:lnTo>
                <a:lnTo>
                  <a:pt x="2783496" y="64699"/>
                </a:lnTo>
                <a:lnTo>
                  <a:pt x="2783842" y="64083"/>
                </a:lnTo>
                <a:lnTo>
                  <a:pt x="2784199" y="63477"/>
                </a:lnTo>
                <a:lnTo>
                  <a:pt x="2784567" y="62883"/>
                </a:lnTo>
                <a:lnTo>
                  <a:pt x="2784947" y="62300"/>
                </a:lnTo>
                <a:lnTo>
                  <a:pt x="2785339" y="61729"/>
                </a:lnTo>
                <a:lnTo>
                  <a:pt x="2785742" y="61168"/>
                </a:lnTo>
                <a:lnTo>
                  <a:pt x="2786158" y="60619"/>
                </a:lnTo>
                <a:lnTo>
                  <a:pt x="2786584" y="60081"/>
                </a:lnTo>
                <a:lnTo>
                  <a:pt x="2787023" y="59554"/>
                </a:lnTo>
                <a:lnTo>
                  <a:pt x="2787473" y="59038"/>
                </a:lnTo>
                <a:lnTo>
                  <a:pt x="2787934" y="58533"/>
                </a:lnTo>
                <a:lnTo>
                  <a:pt x="2788407" y="58040"/>
                </a:lnTo>
                <a:lnTo>
                  <a:pt x="2788892" y="57558"/>
                </a:lnTo>
                <a:lnTo>
                  <a:pt x="2789389" y="57087"/>
                </a:lnTo>
                <a:lnTo>
                  <a:pt x="2789897" y="56627"/>
                </a:lnTo>
                <a:lnTo>
                  <a:pt x="2790416" y="56178"/>
                </a:lnTo>
                <a:lnTo>
                  <a:pt x="2790948" y="55741"/>
                </a:lnTo>
                <a:lnTo>
                  <a:pt x="2791491" y="55318"/>
                </a:lnTo>
                <a:lnTo>
                  <a:pt x="2792047" y="54913"/>
                </a:lnTo>
                <a:lnTo>
                  <a:pt x="2792615" y="54526"/>
                </a:lnTo>
                <a:lnTo>
                  <a:pt x="2793195" y="54157"/>
                </a:lnTo>
                <a:lnTo>
                  <a:pt x="2793787" y="53806"/>
                </a:lnTo>
                <a:lnTo>
                  <a:pt x="2794392" y="53473"/>
                </a:lnTo>
                <a:lnTo>
                  <a:pt x="2795009" y="53158"/>
                </a:lnTo>
                <a:lnTo>
                  <a:pt x="2795638" y="52862"/>
                </a:lnTo>
                <a:lnTo>
                  <a:pt x="2796280" y="52583"/>
                </a:lnTo>
                <a:lnTo>
                  <a:pt x="2796934" y="52322"/>
                </a:lnTo>
                <a:lnTo>
                  <a:pt x="2797600" y="52079"/>
                </a:lnTo>
                <a:lnTo>
                  <a:pt x="2798279" y="51854"/>
                </a:lnTo>
                <a:lnTo>
                  <a:pt x="2798969" y="51647"/>
                </a:lnTo>
                <a:lnTo>
                  <a:pt x="2799673" y="51458"/>
                </a:lnTo>
                <a:lnTo>
                  <a:pt x="2800388" y="51287"/>
                </a:lnTo>
                <a:lnTo>
                  <a:pt x="2801116" y="51134"/>
                </a:lnTo>
                <a:lnTo>
                  <a:pt x="2801855" y="50999"/>
                </a:lnTo>
                <a:lnTo>
                  <a:pt x="2802608" y="50882"/>
                </a:lnTo>
                <a:lnTo>
                  <a:pt x="2803372" y="50783"/>
                </a:lnTo>
                <a:lnTo>
                  <a:pt x="2804149" y="50702"/>
                </a:lnTo>
                <a:lnTo>
                  <a:pt x="2804938" y="50639"/>
                </a:lnTo>
                <a:lnTo>
                  <a:pt x="2805740" y="50594"/>
                </a:lnTo>
                <a:lnTo>
                  <a:pt x="2806553" y="50567"/>
                </a:lnTo>
                <a:lnTo>
                  <a:pt x="2807379" y="50558"/>
                </a:lnTo>
                <a:lnTo>
                  <a:pt x="2808205" y="50567"/>
                </a:lnTo>
                <a:lnTo>
                  <a:pt x="2809019" y="50594"/>
                </a:lnTo>
                <a:lnTo>
                  <a:pt x="2809820" y="50639"/>
                </a:lnTo>
                <a:lnTo>
                  <a:pt x="2810609" y="50702"/>
                </a:lnTo>
                <a:lnTo>
                  <a:pt x="2811386" y="50783"/>
                </a:lnTo>
                <a:lnTo>
                  <a:pt x="2812151" y="50882"/>
                </a:lnTo>
                <a:lnTo>
                  <a:pt x="2812903" y="50999"/>
                </a:lnTo>
                <a:lnTo>
                  <a:pt x="2813643" y="51134"/>
                </a:lnTo>
                <a:lnTo>
                  <a:pt x="2814370" y="51287"/>
                </a:lnTo>
                <a:lnTo>
                  <a:pt x="2815086" y="51458"/>
                </a:lnTo>
                <a:lnTo>
                  <a:pt x="2815789" y="51647"/>
                </a:lnTo>
                <a:lnTo>
                  <a:pt x="2816480" y="51854"/>
                </a:lnTo>
                <a:lnTo>
                  <a:pt x="2817158" y="52079"/>
                </a:lnTo>
                <a:lnTo>
                  <a:pt x="2817824" y="52322"/>
                </a:lnTo>
                <a:lnTo>
                  <a:pt x="2818478" y="52583"/>
                </a:lnTo>
                <a:lnTo>
                  <a:pt x="2819120" y="52862"/>
                </a:lnTo>
                <a:lnTo>
                  <a:pt x="2819749" y="53158"/>
                </a:lnTo>
                <a:lnTo>
                  <a:pt x="2820366" y="53473"/>
                </a:lnTo>
                <a:lnTo>
                  <a:pt x="2820971" y="53806"/>
                </a:lnTo>
                <a:lnTo>
                  <a:pt x="2821564" y="54157"/>
                </a:lnTo>
                <a:lnTo>
                  <a:pt x="2822144" y="54526"/>
                </a:lnTo>
                <a:lnTo>
                  <a:pt x="2822712" y="54913"/>
                </a:lnTo>
                <a:lnTo>
                  <a:pt x="2823267" y="55318"/>
                </a:lnTo>
                <a:lnTo>
                  <a:pt x="2823811" y="55741"/>
                </a:lnTo>
                <a:lnTo>
                  <a:pt x="2824342" y="56178"/>
                </a:lnTo>
                <a:lnTo>
                  <a:pt x="2824862" y="56627"/>
                </a:lnTo>
                <a:lnTo>
                  <a:pt x="2825370" y="57087"/>
                </a:lnTo>
                <a:lnTo>
                  <a:pt x="2825866" y="57558"/>
                </a:lnTo>
                <a:lnTo>
                  <a:pt x="2826351" y="58040"/>
                </a:lnTo>
                <a:lnTo>
                  <a:pt x="2826824" y="58533"/>
                </a:lnTo>
                <a:lnTo>
                  <a:pt x="2827286" y="59038"/>
                </a:lnTo>
                <a:lnTo>
                  <a:pt x="2827736" y="59554"/>
                </a:lnTo>
                <a:lnTo>
                  <a:pt x="2828174" y="60081"/>
                </a:lnTo>
                <a:lnTo>
                  <a:pt x="2828601" y="60619"/>
                </a:lnTo>
                <a:lnTo>
                  <a:pt x="2829016" y="61168"/>
                </a:lnTo>
                <a:lnTo>
                  <a:pt x="2829419" y="61729"/>
                </a:lnTo>
                <a:lnTo>
                  <a:pt x="2829811" y="62300"/>
                </a:lnTo>
                <a:lnTo>
                  <a:pt x="2830191" y="62883"/>
                </a:lnTo>
                <a:lnTo>
                  <a:pt x="2830560" y="63477"/>
                </a:lnTo>
                <a:lnTo>
                  <a:pt x="2830917" y="64083"/>
                </a:lnTo>
                <a:lnTo>
                  <a:pt x="2831262" y="64699"/>
                </a:lnTo>
                <a:lnTo>
                  <a:pt x="2831596" y="65327"/>
                </a:lnTo>
                <a:lnTo>
                  <a:pt x="2831918" y="65966"/>
                </a:lnTo>
                <a:lnTo>
                  <a:pt x="2832228" y="66616"/>
                </a:lnTo>
                <a:lnTo>
                  <a:pt x="2832527" y="67277"/>
                </a:lnTo>
                <a:lnTo>
                  <a:pt x="2832814" y="67950"/>
                </a:lnTo>
                <a:lnTo>
                  <a:pt x="2833090" y="68633"/>
                </a:lnTo>
                <a:lnTo>
                  <a:pt x="2833354" y="69328"/>
                </a:lnTo>
                <a:lnTo>
                  <a:pt x="2833606" y="70031"/>
                </a:lnTo>
                <a:lnTo>
                  <a:pt x="2833848" y="70738"/>
                </a:lnTo>
                <a:lnTo>
                  <a:pt x="2834079" y="71450"/>
                </a:lnTo>
                <a:lnTo>
                  <a:pt x="2834300" y="72167"/>
                </a:lnTo>
                <a:lnTo>
                  <a:pt x="2834509" y="72888"/>
                </a:lnTo>
                <a:lnTo>
                  <a:pt x="2834708" y="73614"/>
                </a:lnTo>
                <a:lnTo>
                  <a:pt x="2834896" y="74344"/>
                </a:lnTo>
                <a:lnTo>
                  <a:pt x="2835074" y="75079"/>
                </a:lnTo>
                <a:lnTo>
                  <a:pt x="2835241" y="75819"/>
                </a:lnTo>
                <a:lnTo>
                  <a:pt x="2835396" y="76563"/>
                </a:lnTo>
                <a:lnTo>
                  <a:pt x="2835542" y="77312"/>
                </a:lnTo>
                <a:lnTo>
                  <a:pt x="2835676" y="78065"/>
                </a:lnTo>
                <a:lnTo>
                  <a:pt x="2835800" y="78823"/>
                </a:lnTo>
                <a:lnTo>
                  <a:pt x="2835913" y="79586"/>
                </a:lnTo>
                <a:lnTo>
                  <a:pt x="2836015" y="80353"/>
                </a:lnTo>
                <a:lnTo>
                  <a:pt x="2836106" y="81125"/>
                </a:lnTo>
                <a:lnTo>
                  <a:pt x="2836187" y="81902"/>
                </a:lnTo>
                <a:lnTo>
                  <a:pt x="2836257" y="82683"/>
                </a:lnTo>
                <a:lnTo>
                  <a:pt x="2836316" y="83468"/>
                </a:lnTo>
                <a:lnTo>
                  <a:pt x="2836364" y="84259"/>
                </a:lnTo>
                <a:lnTo>
                  <a:pt x="2836402" y="85054"/>
                </a:lnTo>
                <a:lnTo>
                  <a:pt x="2836429" y="85853"/>
                </a:lnTo>
                <a:lnTo>
                  <a:pt x="2836445" y="86657"/>
                </a:lnTo>
                <a:lnTo>
                  <a:pt x="2836450" y="87466"/>
                </a:lnTo>
                <a:lnTo>
                  <a:pt x="2836445" y="88275"/>
                </a:lnTo>
                <a:lnTo>
                  <a:pt x="2836429" y="89078"/>
                </a:lnTo>
                <a:lnTo>
                  <a:pt x="2836402" y="89877"/>
                </a:lnTo>
                <a:lnTo>
                  <a:pt x="2836364" y="90671"/>
                </a:lnTo>
                <a:lnTo>
                  <a:pt x="2836316" y="91461"/>
                </a:lnTo>
                <a:lnTo>
                  <a:pt x="2836257" y="92245"/>
                </a:lnTo>
                <a:lnTo>
                  <a:pt x="2836187" y="93025"/>
                </a:lnTo>
                <a:lnTo>
                  <a:pt x="2836106" y="93800"/>
                </a:lnTo>
                <a:lnTo>
                  <a:pt x="2836015" y="94570"/>
                </a:lnTo>
                <a:lnTo>
                  <a:pt x="2835913" y="95335"/>
                </a:lnTo>
                <a:lnTo>
                  <a:pt x="2835800" y="96095"/>
                </a:lnTo>
                <a:lnTo>
                  <a:pt x="2835676" y="96851"/>
                </a:lnTo>
                <a:lnTo>
                  <a:pt x="2835542" y="97602"/>
                </a:lnTo>
                <a:lnTo>
                  <a:pt x="2835396" y="98347"/>
                </a:lnTo>
                <a:lnTo>
                  <a:pt x="2835241" y="99088"/>
                </a:lnTo>
                <a:lnTo>
                  <a:pt x="2835074" y="99825"/>
                </a:lnTo>
                <a:lnTo>
                  <a:pt x="2834896" y="100556"/>
                </a:lnTo>
                <a:lnTo>
                  <a:pt x="2834708" y="101283"/>
                </a:lnTo>
                <a:lnTo>
                  <a:pt x="2834509" y="102004"/>
                </a:lnTo>
                <a:lnTo>
                  <a:pt x="2834300" y="102721"/>
                </a:lnTo>
                <a:lnTo>
                  <a:pt x="2834079" y="103433"/>
                </a:lnTo>
                <a:lnTo>
                  <a:pt x="2833848" y="104141"/>
                </a:lnTo>
                <a:lnTo>
                  <a:pt x="2833606" y="104843"/>
                </a:lnTo>
                <a:lnTo>
                  <a:pt x="2833354" y="105541"/>
                </a:lnTo>
                <a:lnTo>
                  <a:pt x="2833090" y="106230"/>
                </a:lnTo>
                <a:lnTo>
                  <a:pt x="2832814" y="106909"/>
                </a:lnTo>
                <a:lnTo>
                  <a:pt x="2832527" y="107576"/>
                </a:lnTo>
                <a:lnTo>
                  <a:pt x="2832228" y="108232"/>
                </a:lnTo>
                <a:lnTo>
                  <a:pt x="2831918" y="108877"/>
                </a:lnTo>
                <a:lnTo>
                  <a:pt x="2831596" y="109510"/>
                </a:lnTo>
                <a:lnTo>
                  <a:pt x="2831262" y="110133"/>
                </a:lnTo>
                <a:lnTo>
                  <a:pt x="2830917" y="110744"/>
                </a:lnTo>
                <a:lnTo>
                  <a:pt x="2830560" y="111344"/>
                </a:lnTo>
                <a:lnTo>
                  <a:pt x="2830191" y="111933"/>
                </a:lnTo>
                <a:lnTo>
                  <a:pt x="2829811" y="112510"/>
                </a:lnTo>
                <a:lnTo>
                  <a:pt x="2829419" y="113077"/>
                </a:lnTo>
                <a:lnTo>
                  <a:pt x="2829016" y="113632"/>
                </a:lnTo>
                <a:lnTo>
                  <a:pt x="2828601" y="114176"/>
                </a:lnTo>
                <a:lnTo>
                  <a:pt x="2828174" y="114709"/>
                </a:lnTo>
                <a:lnTo>
                  <a:pt x="2827736" y="115231"/>
                </a:lnTo>
                <a:lnTo>
                  <a:pt x="2827286" y="115741"/>
                </a:lnTo>
                <a:lnTo>
                  <a:pt x="2826824" y="116241"/>
                </a:lnTo>
                <a:lnTo>
                  <a:pt x="2826351" y="116729"/>
                </a:lnTo>
                <a:lnTo>
                  <a:pt x="2825866" y="117206"/>
                </a:lnTo>
                <a:lnTo>
                  <a:pt x="2825370" y="117672"/>
                </a:lnTo>
                <a:lnTo>
                  <a:pt x="2824862" y="118126"/>
                </a:lnTo>
                <a:lnTo>
                  <a:pt x="2824342" y="118570"/>
                </a:lnTo>
                <a:lnTo>
                  <a:pt x="2823811" y="119002"/>
                </a:lnTo>
                <a:lnTo>
                  <a:pt x="2823267" y="119419"/>
                </a:lnTo>
                <a:lnTo>
                  <a:pt x="2822712" y="119819"/>
                </a:lnTo>
                <a:lnTo>
                  <a:pt x="2822144" y="120202"/>
                </a:lnTo>
                <a:lnTo>
                  <a:pt x="2821564" y="120566"/>
                </a:lnTo>
                <a:lnTo>
                  <a:pt x="2820971" y="120912"/>
                </a:lnTo>
                <a:lnTo>
                  <a:pt x="2820366" y="121241"/>
                </a:lnTo>
                <a:lnTo>
                  <a:pt x="2819749" y="121552"/>
                </a:lnTo>
                <a:lnTo>
                  <a:pt x="2819120" y="121846"/>
                </a:lnTo>
                <a:lnTo>
                  <a:pt x="2818478" y="122121"/>
                </a:lnTo>
                <a:lnTo>
                  <a:pt x="2817824" y="122379"/>
                </a:lnTo>
                <a:lnTo>
                  <a:pt x="2817158" y="122619"/>
                </a:lnTo>
                <a:lnTo>
                  <a:pt x="2816480" y="122841"/>
                </a:lnTo>
                <a:lnTo>
                  <a:pt x="2815789" y="123045"/>
                </a:lnTo>
                <a:lnTo>
                  <a:pt x="2815086" y="123232"/>
                </a:lnTo>
                <a:lnTo>
                  <a:pt x="2814370" y="123401"/>
                </a:lnTo>
                <a:lnTo>
                  <a:pt x="2813643" y="123552"/>
                </a:lnTo>
                <a:lnTo>
                  <a:pt x="2812903" y="123685"/>
                </a:lnTo>
                <a:lnTo>
                  <a:pt x="2812151" y="123801"/>
                </a:lnTo>
                <a:lnTo>
                  <a:pt x="2811386" y="123899"/>
                </a:lnTo>
                <a:lnTo>
                  <a:pt x="2810609" y="123979"/>
                </a:lnTo>
                <a:lnTo>
                  <a:pt x="2809820" y="124041"/>
                </a:lnTo>
                <a:lnTo>
                  <a:pt x="2809019" y="124085"/>
                </a:lnTo>
                <a:lnTo>
                  <a:pt x="2808205" y="124112"/>
                </a:lnTo>
                <a:lnTo>
                  <a:pt x="2807379" y="124121"/>
                </a:lnTo>
                <a:lnTo>
                  <a:pt x="2806553" y="124112"/>
                </a:lnTo>
                <a:lnTo>
                  <a:pt x="2805740" y="124085"/>
                </a:lnTo>
                <a:lnTo>
                  <a:pt x="2804938" y="124041"/>
                </a:lnTo>
                <a:lnTo>
                  <a:pt x="2804149" y="123979"/>
                </a:lnTo>
                <a:lnTo>
                  <a:pt x="2803372" y="123899"/>
                </a:lnTo>
                <a:lnTo>
                  <a:pt x="2802608" y="123801"/>
                </a:lnTo>
                <a:lnTo>
                  <a:pt x="2801855" y="123685"/>
                </a:lnTo>
                <a:close/>
                <a:moveTo>
                  <a:pt x="2506186" y="137270"/>
                </a:moveTo>
                <a:lnTo>
                  <a:pt x="2507021" y="137180"/>
                </a:lnTo>
                <a:lnTo>
                  <a:pt x="2507847" y="137076"/>
                </a:lnTo>
                <a:lnTo>
                  <a:pt x="2508664" y="136959"/>
                </a:lnTo>
                <a:lnTo>
                  <a:pt x="2509472" y="136828"/>
                </a:lnTo>
                <a:lnTo>
                  <a:pt x="2510271" y="136682"/>
                </a:lnTo>
                <a:lnTo>
                  <a:pt x="2511060" y="136523"/>
                </a:lnTo>
                <a:lnTo>
                  <a:pt x="2511840" y="136351"/>
                </a:lnTo>
                <a:lnTo>
                  <a:pt x="2512611" y="136164"/>
                </a:lnTo>
                <a:lnTo>
                  <a:pt x="2513373" y="135963"/>
                </a:lnTo>
                <a:lnTo>
                  <a:pt x="2514125" y="135749"/>
                </a:lnTo>
                <a:lnTo>
                  <a:pt x="2514868" y="135521"/>
                </a:lnTo>
                <a:lnTo>
                  <a:pt x="2515602" y="135279"/>
                </a:lnTo>
                <a:lnTo>
                  <a:pt x="2516327" y="135023"/>
                </a:lnTo>
                <a:lnTo>
                  <a:pt x="2517043" y="134754"/>
                </a:lnTo>
                <a:lnTo>
                  <a:pt x="2517749" y="134470"/>
                </a:lnTo>
                <a:lnTo>
                  <a:pt x="2518446" y="134173"/>
                </a:lnTo>
                <a:lnTo>
                  <a:pt x="2519134" y="133862"/>
                </a:lnTo>
                <a:lnTo>
                  <a:pt x="2519813" y="133537"/>
                </a:lnTo>
                <a:lnTo>
                  <a:pt x="2520487" y="133195"/>
                </a:lnTo>
                <a:lnTo>
                  <a:pt x="2521149" y="132844"/>
                </a:lnTo>
                <a:lnTo>
                  <a:pt x="2521801" y="132483"/>
                </a:lnTo>
                <a:lnTo>
                  <a:pt x="2522441" y="132112"/>
                </a:lnTo>
                <a:lnTo>
                  <a:pt x="2523070" y="131731"/>
                </a:lnTo>
                <a:lnTo>
                  <a:pt x="2523688" y="131341"/>
                </a:lnTo>
                <a:lnTo>
                  <a:pt x="2524294" y="130941"/>
                </a:lnTo>
                <a:lnTo>
                  <a:pt x="2524890" y="130532"/>
                </a:lnTo>
                <a:lnTo>
                  <a:pt x="2525474" y="130113"/>
                </a:lnTo>
                <a:lnTo>
                  <a:pt x="2526047" y="129684"/>
                </a:lnTo>
                <a:lnTo>
                  <a:pt x="2526609" y="129246"/>
                </a:lnTo>
                <a:lnTo>
                  <a:pt x="2527159" y="128797"/>
                </a:lnTo>
                <a:lnTo>
                  <a:pt x="2527699" y="128340"/>
                </a:lnTo>
                <a:lnTo>
                  <a:pt x="2528227" y="127872"/>
                </a:lnTo>
                <a:lnTo>
                  <a:pt x="2528744" y="127395"/>
                </a:lnTo>
                <a:lnTo>
                  <a:pt x="2529250" y="126909"/>
                </a:lnTo>
                <a:lnTo>
                  <a:pt x="2529745" y="126412"/>
                </a:lnTo>
                <a:lnTo>
                  <a:pt x="2530228" y="125906"/>
                </a:lnTo>
                <a:lnTo>
                  <a:pt x="2530701" y="125390"/>
                </a:lnTo>
                <a:lnTo>
                  <a:pt x="2531162" y="124865"/>
                </a:lnTo>
                <a:lnTo>
                  <a:pt x="2531612" y="124330"/>
                </a:lnTo>
                <a:lnTo>
                  <a:pt x="2532051" y="123785"/>
                </a:lnTo>
                <a:lnTo>
                  <a:pt x="2532478" y="123231"/>
                </a:lnTo>
                <a:lnTo>
                  <a:pt x="2532895" y="122667"/>
                </a:lnTo>
                <a:lnTo>
                  <a:pt x="2533304" y="122090"/>
                </a:lnTo>
                <a:lnTo>
                  <a:pt x="2533701" y="121507"/>
                </a:lnTo>
                <a:lnTo>
                  <a:pt x="2534084" y="120918"/>
                </a:lnTo>
                <a:lnTo>
                  <a:pt x="2534455" y="120324"/>
                </a:lnTo>
                <a:lnTo>
                  <a:pt x="2534813" y="119723"/>
                </a:lnTo>
                <a:lnTo>
                  <a:pt x="2535158" y="119116"/>
                </a:lnTo>
                <a:lnTo>
                  <a:pt x="2535490" y="118504"/>
                </a:lnTo>
                <a:lnTo>
                  <a:pt x="2535809" y="117885"/>
                </a:lnTo>
                <a:lnTo>
                  <a:pt x="2536115" y="117261"/>
                </a:lnTo>
                <a:lnTo>
                  <a:pt x="2536408" y="116630"/>
                </a:lnTo>
                <a:lnTo>
                  <a:pt x="2536688" y="115994"/>
                </a:lnTo>
                <a:lnTo>
                  <a:pt x="2536955" y="115352"/>
                </a:lnTo>
                <a:lnTo>
                  <a:pt x="2537209" y="114704"/>
                </a:lnTo>
                <a:lnTo>
                  <a:pt x="2537451" y="114050"/>
                </a:lnTo>
                <a:lnTo>
                  <a:pt x="2537679" y="113390"/>
                </a:lnTo>
                <a:lnTo>
                  <a:pt x="2537894" y="112724"/>
                </a:lnTo>
                <a:lnTo>
                  <a:pt x="2538097" y="112052"/>
                </a:lnTo>
                <a:lnTo>
                  <a:pt x="2538286" y="111375"/>
                </a:lnTo>
                <a:lnTo>
                  <a:pt x="2538463" y="110691"/>
                </a:lnTo>
                <a:lnTo>
                  <a:pt x="2538626" y="110001"/>
                </a:lnTo>
                <a:lnTo>
                  <a:pt x="2538777" y="109306"/>
                </a:lnTo>
                <a:lnTo>
                  <a:pt x="2538915" y="108604"/>
                </a:lnTo>
                <a:lnTo>
                  <a:pt x="2539039" y="107897"/>
                </a:lnTo>
                <a:lnTo>
                  <a:pt x="2539151" y="107184"/>
                </a:lnTo>
                <a:lnTo>
                  <a:pt x="2524237" y="107184"/>
                </a:lnTo>
                <a:lnTo>
                  <a:pt x="2524118" y="107623"/>
                </a:lnTo>
                <a:lnTo>
                  <a:pt x="2523992" y="108058"/>
                </a:lnTo>
                <a:lnTo>
                  <a:pt x="2523860" y="108487"/>
                </a:lnTo>
                <a:lnTo>
                  <a:pt x="2523721" y="108911"/>
                </a:lnTo>
                <a:lnTo>
                  <a:pt x="2523575" y="109330"/>
                </a:lnTo>
                <a:lnTo>
                  <a:pt x="2523423" y="109743"/>
                </a:lnTo>
                <a:lnTo>
                  <a:pt x="2523264" y="110151"/>
                </a:lnTo>
                <a:lnTo>
                  <a:pt x="2523099" y="110554"/>
                </a:lnTo>
                <a:lnTo>
                  <a:pt x="2522927" y="110952"/>
                </a:lnTo>
                <a:lnTo>
                  <a:pt x="2522749" y="111344"/>
                </a:lnTo>
                <a:lnTo>
                  <a:pt x="2522564" y="111731"/>
                </a:lnTo>
                <a:lnTo>
                  <a:pt x="2522372" y="112113"/>
                </a:lnTo>
                <a:lnTo>
                  <a:pt x="2522174" y="112490"/>
                </a:lnTo>
                <a:lnTo>
                  <a:pt x="2521969" y="112861"/>
                </a:lnTo>
                <a:lnTo>
                  <a:pt x="2521758" y="113227"/>
                </a:lnTo>
                <a:lnTo>
                  <a:pt x="2521540" y="113588"/>
                </a:lnTo>
                <a:lnTo>
                  <a:pt x="2521316" y="113943"/>
                </a:lnTo>
                <a:lnTo>
                  <a:pt x="2521085" y="114293"/>
                </a:lnTo>
                <a:lnTo>
                  <a:pt x="2520847" y="114638"/>
                </a:lnTo>
                <a:lnTo>
                  <a:pt x="2520603" y="114978"/>
                </a:lnTo>
                <a:lnTo>
                  <a:pt x="2520352" y="115313"/>
                </a:lnTo>
                <a:lnTo>
                  <a:pt x="2520095" y="115642"/>
                </a:lnTo>
                <a:lnTo>
                  <a:pt x="2519831" y="115966"/>
                </a:lnTo>
                <a:lnTo>
                  <a:pt x="2519560" y="116284"/>
                </a:lnTo>
                <a:lnTo>
                  <a:pt x="2519284" y="116597"/>
                </a:lnTo>
                <a:lnTo>
                  <a:pt x="2519002" y="116904"/>
                </a:lnTo>
                <a:lnTo>
                  <a:pt x="2518716" y="117205"/>
                </a:lnTo>
                <a:lnTo>
                  <a:pt x="2518424" y="117499"/>
                </a:lnTo>
                <a:lnTo>
                  <a:pt x="2518128" y="117787"/>
                </a:lnTo>
                <a:lnTo>
                  <a:pt x="2517826" y="118070"/>
                </a:lnTo>
                <a:lnTo>
                  <a:pt x="2517519" y="118346"/>
                </a:lnTo>
                <a:lnTo>
                  <a:pt x="2517208" y="118616"/>
                </a:lnTo>
                <a:lnTo>
                  <a:pt x="2516891" y="118879"/>
                </a:lnTo>
                <a:lnTo>
                  <a:pt x="2516569" y="119137"/>
                </a:lnTo>
                <a:lnTo>
                  <a:pt x="2516242" y="119388"/>
                </a:lnTo>
                <a:lnTo>
                  <a:pt x="2515910" y="119634"/>
                </a:lnTo>
                <a:lnTo>
                  <a:pt x="2515573" y="119873"/>
                </a:lnTo>
                <a:lnTo>
                  <a:pt x="2515231" y="120106"/>
                </a:lnTo>
                <a:lnTo>
                  <a:pt x="2514884" y="120333"/>
                </a:lnTo>
                <a:lnTo>
                  <a:pt x="2514532" y="120554"/>
                </a:lnTo>
                <a:lnTo>
                  <a:pt x="2514175" y="120768"/>
                </a:lnTo>
                <a:lnTo>
                  <a:pt x="2513813" y="120977"/>
                </a:lnTo>
                <a:lnTo>
                  <a:pt x="2513446" y="121179"/>
                </a:lnTo>
                <a:lnTo>
                  <a:pt x="2513073" y="121375"/>
                </a:lnTo>
                <a:lnTo>
                  <a:pt x="2512696" y="121565"/>
                </a:lnTo>
                <a:lnTo>
                  <a:pt x="2512314" y="121749"/>
                </a:lnTo>
                <a:lnTo>
                  <a:pt x="2511926" y="121927"/>
                </a:lnTo>
                <a:lnTo>
                  <a:pt x="2511534" y="122098"/>
                </a:lnTo>
                <a:lnTo>
                  <a:pt x="2511137" y="122263"/>
                </a:lnTo>
                <a:lnTo>
                  <a:pt x="2510736" y="122421"/>
                </a:lnTo>
                <a:lnTo>
                  <a:pt x="2510332" y="122572"/>
                </a:lnTo>
                <a:lnTo>
                  <a:pt x="2509924" y="122716"/>
                </a:lnTo>
                <a:lnTo>
                  <a:pt x="2509512" y="122853"/>
                </a:lnTo>
                <a:lnTo>
                  <a:pt x="2509097" y="122983"/>
                </a:lnTo>
                <a:lnTo>
                  <a:pt x="2508677" y="123106"/>
                </a:lnTo>
                <a:lnTo>
                  <a:pt x="2508255" y="123222"/>
                </a:lnTo>
                <a:lnTo>
                  <a:pt x="2507828" y="123331"/>
                </a:lnTo>
                <a:lnTo>
                  <a:pt x="2507397" y="123433"/>
                </a:lnTo>
                <a:lnTo>
                  <a:pt x="2506963" y="123527"/>
                </a:lnTo>
                <a:lnTo>
                  <a:pt x="2506525" y="123615"/>
                </a:lnTo>
                <a:lnTo>
                  <a:pt x="2506084" y="123696"/>
                </a:lnTo>
                <a:lnTo>
                  <a:pt x="2505638" y="123770"/>
                </a:lnTo>
                <a:lnTo>
                  <a:pt x="2505189" y="123836"/>
                </a:lnTo>
                <a:lnTo>
                  <a:pt x="2504737" y="123896"/>
                </a:lnTo>
                <a:lnTo>
                  <a:pt x="2504280" y="123949"/>
                </a:lnTo>
                <a:lnTo>
                  <a:pt x="2503820" y="123994"/>
                </a:lnTo>
                <a:lnTo>
                  <a:pt x="2503356" y="124033"/>
                </a:lnTo>
                <a:lnTo>
                  <a:pt x="2502888" y="124065"/>
                </a:lnTo>
                <a:lnTo>
                  <a:pt x="2502417" y="124089"/>
                </a:lnTo>
                <a:lnTo>
                  <a:pt x="2501941" y="124107"/>
                </a:lnTo>
                <a:lnTo>
                  <a:pt x="2501462" y="124117"/>
                </a:lnTo>
                <a:lnTo>
                  <a:pt x="2500980" y="124121"/>
                </a:lnTo>
                <a:lnTo>
                  <a:pt x="2500246" y="124113"/>
                </a:lnTo>
                <a:lnTo>
                  <a:pt x="2499521" y="124089"/>
                </a:lnTo>
                <a:lnTo>
                  <a:pt x="2498803" y="124049"/>
                </a:lnTo>
                <a:lnTo>
                  <a:pt x="2498094" y="123993"/>
                </a:lnTo>
                <a:lnTo>
                  <a:pt x="2497392" y="123921"/>
                </a:lnTo>
                <a:lnTo>
                  <a:pt x="2496698" y="123832"/>
                </a:lnTo>
                <a:lnTo>
                  <a:pt x="2496012" y="123728"/>
                </a:lnTo>
                <a:lnTo>
                  <a:pt x="2495334" y="123608"/>
                </a:lnTo>
                <a:lnTo>
                  <a:pt x="2494664" y="123472"/>
                </a:lnTo>
                <a:lnTo>
                  <a:pt x="2494002" y="123320"/>
                </a:lnTo>
                <a:lnTo>
                  <a:pt x="2493347" y="123152"/>
                </a:lnTo>
                <a:lnTo>
                  <a:pt x="2492701" y="122967"/>
                </a:lnTo>
                <a:lnTo>
                  <a:pt x="2492062" y="122767"/>
                </a:lnTo>
                <a:lnTo>
                  <a:pt x="2491432" y="122551"/>
                </a:lnTo>
                <a:lnTo>
                  <a:pt x="2490809" y="122319"/>
                </a:lnTo>
                <a:lnTo>
                  <a:pt x="2490194" y="122070"/>
                </a:lnTo>
                <a:lnTo>
                  <a:pt x="2489587" y="121806"/>
                </a:lnTo>
                <a:lnTo>
                  <a:pt x="2488988" y="121526"/>
                </a:lnTo>
                <a:lnTo>
                  <a:pt x="2488397" y="121229"/>
                </a:lnTo>
                <a:lnTo>
                  <a:pt x="2487813" y="120917"/>
                </a:lnTo>
                <a:lnTo>
                  <a:pt x="2487238" y="120589"/>
                </a:lnTo>
                <a:lnTo>
                  <a:pt x="2486671" y="120244"/>
                </a:lnTo>
                <a:lnTo>
                  <a:pt x="2486111" y="119884"/>
                </a:lnTo>
                <a:lnTo>
                  <a:pt x="2485559" y="119507"/>
                </a:lnTo>
                <a:lnTo>
                  <a:pt x="2485022" y="119116"/>
                </a:lnTo>
                <a:lnTo>
                  <a:pt x="2484495" y="118713"/>
                </a:lnTo>
                <a:lnTo>
                  <a:pt x="2483977" y="118296"/>
                </a:lnTo>
                <a:lnTo>
                  <a:pt x="2483470" y="117866"/>
                </a:lnTo>
                <a:lnTo>
                  <a:pt x="2482973" y="117423"/>
                </a:lnTo>
                <a:lnTo>
                  <a:pt x="2482486" y="116968"/>
                </a:lnTo>
                <a:lnTo>
                  <a:pt x="2482010" y="116499"/>
                </a:lnTo>
                <a:lnTo>
                  <a:pt x="2481543" y="116017"/>
                </a:lnTo>
                <a:lnTo>
                  <a:pt x="2481086" y="115523"/>
                </a:lnTo>
                <a:lnTo>
                  <a:pt x="2480640" y="115015"/>
                </a:lnTo>
                <a:lnTo>
                  <a:pt x="2480203" y="114495"/>
                </a:lnTo>
                <a:lnTo>
                  <a:pt x="2479777" y="113962"/>
                </a:lnTo>
                <a:lnTo>
                  <a:pt x="2479361" y="113415"/>
                </a:lnTo>
                <a:lnTo>
                  <a:pt x="2478954" y="112856"/>
                </a:lnTo>
                <a:lnTo>
                  <a:pt x="2478558" y="112284"/>
                </a:lnTo>
                <a:lnTo>
                  <a:pt x="2478172" y="111699"/>
                </a:lnTo>
                <a:lnTo>
                  <a:pt x="2477796" y="111101"/>
                </a:lnTo>
                <a:lnTo>
                  <a:pt x="2477431" y="110490"/>
                </a:lnTo>
                <a:lnTo>
                  <a:pt x="2477075" y="109866"/>
                </a:lnTo>
                <a:lnTo>
                  <a:pt x="2476729" y="109229"/>
                </a:lnTo>
                <a:lnTo>
                  <a:pt x="2476394" y="108579"/>
                </a:lnTo>
                <a:lnTo>
                  <a:pt x="2476068" y="107916"/>
                </a:lnTo>
                <a:lnTo>
                  <a:pt x="2475753" y="107240"/>
                </a:lnTo>
                <a:lnTo>
                  <a:pt x="2475448" y="106552"/>
                </a:lnTo>
                <a:lnTo>
                  <a:pt x="2475159" y="105852"/>
                </a:lnTo>
                <a:lnTo>
                  <a:pt x="2474882" y="105141"/>
                </a:lnTo>
                <a:lnTo>
                  <a:pt x="2474618" y="104421"/>
                </a:lnTo>
                <a:lnTo>
                  <a:pt x="2474366" y="103690"/>
                </a:lnTo>
                <a:lnTo>
                  <a:pt x="2474127" y="102950"/>
                </a:lnTo>
                <a:lnTo>
                  <a:pt x="2473899" y="102199"/>
                </a:lnTo>
                <a:lnTo>
                  <a:pt x="2473684" y="101438"/>
                </a:lnTo>
                <a:lnTo>
                  <a:pt x="2473481" y="100667"/>
                </a:lnTo>
                <a:lnTo>
                  <a:pt x="2473291" y="99886"/>
                </a:lnTo>
                <a:lnTo>
                  <a:pt x="2473113" y="99095"/>
                </a:lnTo>
                <a:lnTo>
                  <a:pt x="2472947" y="98294"/>
                </a:lnTo>
                <a:lnTo>
                  <a:pt x="2472793" y="97483"/>
                </a:lnTo>
                <a:lnTo>
                  <a:pt x="2472652" y="96661"/>
                </a:lnTo>
                <a:lnTo>
                  <a:pt x="2472523" y="95830"/>
                </a:lnTo>
                <a:lnTo>
                  <a:pt x="2472406" y="94988"/>
                </a:lnTo>
                <a:lnTo>
                  <a:pt x="2472302" y="94137"/>
                </a:lnTo>
                <a:lnTo>
                  <a:pt x="2472210" y="93275"/>
                </a:lnTo>
                <a:lnTo>
                  <a:pt x="2472130" y="92403"/>
                </a:lnTo>
                <a:lnTo>
                  <a:pt x="2472062" y="91521"/>
                </a:lnTo>
                <a:lnTo>
                  <a:pt x="2472007" y="90629"/>
                </a:lnTo>
                <a:lnTo>
                  <a:pt x="2471964" y="89727"/>
                </a:lnTo>
                <a:lnTo>
                  <a:pt x="2471933" y="88815"/>
                </a:lnTo>
                <a:lnTo>
                  <a:pt x="2471915" y="87893"/>
                </a:lnTo>
                <a:lnTo>
                  <a:pt x="2471909" y="86960"/>
                </a:lnTo>
                <a:lnTo>
                  <a:pt x="2471915" y="86049"/>
                </a:lnTo>
                <a:lnTo>
                  <a:pt x="2471934" y="85147"/>
                </a:lnTo>
                <a:lnTo>
                  <a:pt x="2471965" y="84256"/>
                </a:lnTo>
                <a:lnTo>
                  <a:pt x="2472009" y="83374"/>
                </a:lnTo>
                <a:lnTo>
                  <a:pt x="2472065" y="82502"/>
                </a:lnTo>
                <a:lnTo>
                  <a:pt x="2472134" y="81640"/>
                </a:lnTo>
                <a:lnTo>
                  <a:pt x="2472215" y="80788"/>
                </a:lnTo>
                <a:lnTo>
                  <a:pt x="2472309" y="79945"/>
                </a:lnTo>
                <a:lnTo>
                  <a:pt x="2472415" y="79113"/>
                </a:lnTo>
                <a:lnTo>
                  <a:pt x="2472534" y="78290"/>
                </a:lnTo>
                <a:lnTo>
                  <a:pt x="2472665" y="77478"/>
                </a:lnTo>
                <a:lnTo>
                  <a:pt x="2472809" y="76675"/>
                </a:lnTo>
                <a:lnTo>
                  <a:pt x="2472966" y="75882"/>
                </a:lnTo>
                <a:lnTo>
                  <a:pt x="2473134" y="75099"/>
                </a:lnTo>
                <a:lnTo>
                  <a:pt x="2473316" y="74326"/>
                </a:lnTo>
                <a:lnTo>
                  <a:pt x="2473510" y="73562"/>
                </a:lnTo>
                <a:lnTo>
                  <a:pt x="2473716" y="72809"/>
                </a:lnTo>
                <a:lnTo>
                  <a:pt x="2473935" y="72065"/>
                </a:lnTo>
                <a:lnTo>
                  <a:pt x="2474166" y="71332"/>
                </a:lnTo>
                <a:lnTo>
                  <a:pt x="2474410" y="70608"/>
                </a:lnTo>
                <a:lnTo>
                  <a:pt x="2474667" y="69894"/>
                </a:lnTo>
                <a:lnTo>
                  <a:pt x="2474936" y="69190"/>
                </a:lnTo>
                <a:lnTo>
                  <a:pt x="2475217" y="68496"/>
                </a:lnTo>
                <a:lnTo>
                  <a:pt x="2475511" y="67811"/>
                </a:lnTo>
                <a:lnTo>
                  <a:pt x="2475821" y="67133"/>
                </a:lnTo>
                <a:lnTo>
                  <a:pt x="2476142" y="66468"/>
                </a:lnTo>
                <a:lnTo>
                  <a:pt x="2476472" y="65816"/>
                </a:lnTo>
                <a:lnTo>
                  <a:pt x="2476812" y="65176"/>
                </a:lnTo>
                <a:lnTo>
                  <a:pt x="2477162" y="64550"/>
                </a:lnTo>
                <a:lnTo>
                  <a:pt x="2477521" y="63937"/>
                </a:lnTo>
                <a:lnTo>
                  <a:pt x="2477891" y="63336"/>
                </a:lnTo>
                <a:lnTo>
                  <a:pt x="2478271" y="62749"/>
                </a:lnTo>
                <a:lnTo>
                  <a:pt x="2478660" y="62174"/>
                </a:lnTo>
                <a:lnTo>
                  <a:pt x="2479059" y="61612"/>
                </a:lnTo>
                <a:lnTo>
                  <a:pt x="2479468" y="61064"/>
                </a:lnTo>
                <a:lnTo>
                  <a:pt x="2479887" y="60528"/>
                </a:lnTo>
                <a:lnTo>
                  <a:pt x="2480316" y="60005"/>
                </a:lnTo>
                <a:lnTo>
                  <a:pt x="2480755" y="59495"/>
                </a:lnTo>
                <a:lnTo>
                  <a:pt x="2481204" y="58998"/>
                </a:lnTo>
                <a:lnTo>
                  <a:pt x="2481662" y="58514"/>
                </a:lnTo>
                <a:lnTo>
                  <a:pt x="2482131" y="58043"/>
                </a:lnTo>
                <a:lnTo>
                  <a:pt x="2482609" y="57585"/>
                </a:lnTo>
                <a:lnTo>
                  <a:pt x="2483097" y="57140"/>
                </a:lnTo>
                <a:lnTo>
                  <a:pt x="2483595" y="56708"/>
                </a:lnTo>
                <a:lnTo>
                  <a:pt x="2484103" y="56289"/>
                </a:lnTo>
                <a:lnTo>
                  <a:pt x="2484621" y="55882"/>
                </a:lnTo>
                <a:lnTo>
                  <a:pt x="2485148" y="55489"/>
                </a:lnTo>
                <a:lnTo>
                  <a:pt x="2485686" y="55109"/>
                </a:lnTo>
                <a:lnTo>
                  <a:pt x="2486237" y="54737"/>
                </a:lnTo>
                <a:lnTo>
                  <a:pt x="2486796" y="54382"/>
                </a:lnTo>
                <a:lnTo>
                  <a:pt x="2487363" y="54042"/>
                </a:lnTo>
                <a:lnTo>
                  <a:pt x="2487936" y="53718"/>
                </a:lnTo>
                <a:lnTo>
                  <a:pt x="2488518" y="53410"/>
                </a:lnTo>
                <a:lnTo>
                  <a:pt x="2489106" y="53118"/>
                </a:lnTo>
                <a:lnTo>
                  <a:pt x="2489703" y="52841"/>
                </a:lnTo>
                <a:lnTo>
                  <a:pt x="2490306" y="52581"/>
                </a:lnTo>
                <a:lnTo>
                  <a:pt x="2490918" y="52336"/>
                </a:lnTo>
                <a:lnTo>
                  <a:pt x="2491536" y="52107"/>
                </a:lnTo>
                <a:lnTo>
                  <a:pt x="2492162" y="51893"/>
                </a:lnTo>
                <a:lnTo>
                  <a:pt x="2492796" y="51696"/>
                </a:lnTo>
                <a:lnTo>
                  <a:pt x="2493437" y="51514"/>
                </a:lnTo>
                <a:lnTo>
                  <a:pt x="2494085" y="51348"/>
                </a:lnTo>
                <a:lnTo>
                  <a:pt x="2494741" y="51198"/>
                </a:lnTo>
                <a:lnTo>
                  <a:pt x="2495404" y="51064"/>
                </a:lnTo>
                <a:lnTo>
                  <a:pt x="2496075" y="50945"/>
                </a:lnTo>
                <a:lnTo>
                  <a:pt x="2496753" y="50843"/>
                </a:lnTo>
                <a:lnTo>
                  <a:pt x="2497439" y="50756"/>
                </a:lnTo>
                <a:lnTo>
                  <a:pt x="2498132" y="50685"/>
                </a:lnTo>
                <a:lnTo>
                  <a:pt x="2498833" y="50629"/>
                </a:lnTo>
                <a:lnTo>
                  <a:pt x="2499541" y="50590"/>
                </a:lnTo>
                <a:lnTo>
                  <a:pt x="2500257" y="50566"/>
                </a:lnTo>
                <a:lnTo>
                  <a:pt x="2500980" y="50558"/>
                </a:lnTo>
                <a:lnTo>
                  <a:pt x="2501794" y="50567"/>
                </a:lnTo>
                <a:lnTo>
                  <a:pt x="2502595" y="50594"/>
                </a:lnTo>
                <a:lnTo>
                  <a:pt x="2503381" y="50639"/>
                </a:lnTo>
                <a:lnTo>
                  <a:pt x="2504154" y="50702"/>
                </a:lnTo>
                <a:lnTo>
                  <a:pt x="2504912" y="50783"/>
                </a:lnTo>
                <a:lnTo>
                  <a:pt x="2505656" y="50882"/>
                </a:lnTo>
                <a:lnTo>
                  <a:pt x="2506387" y="50999"/>
                </a:lnTo>
                <a:lnTo>
                  <a:pt x="2507103" y="51134"/>
                </a:lnTo>
                <a:lnTo>
                  <a:pt x="2507805" y="51287"/>
                </a:lnTo>
                <a:lnTo>
                  <a:pt x="2508493" y="51458"/>
                </a:lnTo>
                <a:lnTo>
                  <a:pt x="2509167" y="51647"/>
                </a:lnTo>
                <a:lnTo>
                  <a:pt x="2509827" y="51854"/>
                </a:lnTo>
                <a:lnTo>
                  <a:pt x="2510473" y="52079"/>
                </a:lnTo>
                <a:lnTo>
                  <a:pt x="2511105" y="52322"/>
                </a:lnTo>
                <a:lnTo>
                  <a:pt x="2511723" y="52583"/>
                </a:lnTo>
                <a:lnTo>
                  <a:pt x="2512327" y="52862"/>
                </a:lnTo>
                <a:lnTo>
                  <a:pt x="2512917" y="53158"/>
                </a:lnTo>
                <a:lnTo>
                  <a:pt x="2513493" y="53473"/>
                </a:lnTo>
                <a:lnTo>
                  <a:pt x="2514055" y="53806"/>
                </a:lnTo>
                <a:lnTo>
                  <a:pt x="2514602" y="54157"/>
                </a:lnTo>
                <a:lnTo>
                  <a:pt x="2515136" y="54526"/>
                </a:lnTo>
                <a:lnTo>
                  <a:pt x="2515656" y="54913"/>
                </a:lnTo>
                <a:lnTo>
                  <a:pt x="2516161" y="55318"/>
                </a:lnTo>
                <a:lnTo>
                  <a:pt x="2516653" y="55741"/>
                </a:lnTo>
                <a:lnTo>
                  <a:pt x="2517135" y="56170"/>
                </a:lnTo>
                <a:lnTo>
                  <a:pt x="2517603" y="56604"/>
                </a:lnTo>
                <a:lnTo>
                  <a:pt x="2518057" y="57044"/>
                </a:lnTo>
                <a:lnTo>
                  <a:pt x="2518496" y="57489"/>
                </a:lnTo>
                <a:lnTo>
                  <a:pt x="2518921" y="57939"/>
                </a:lnTo>
                <a:lnTo>
                  <a:pt x="2519331" y="58395"/>
                </a:lnTo>
                <a:lnTo>
                  <a:pt x="2519726" y="58856"/>
                </a:lnTo>
                <a:lnTo>
                  <a:pt x="2520108" y="59322"/>
                </a:lnTo>
                <a:lnTo>
                  <a:pt x="2520474" y="59793"/>
                </a:lnTo>
                <a:lnTo>
                  <a:pt x="2520826" y="60270"/>
                </a:lnTo>
                <a:lnTo>
                  <a:pt x="2521164" y="60752"/>
                </a:lnTo>
                <a:lnTo>
                  <a:pt x="2521487" y="61239"/>
                </a:lnTo>
                <a:lnTo>
                  <a:pt x="2521796" y="61731"/>
                </a:lnTo>
                <a:lnTo>
                  <a:pt x="2522091" y="62229"/>
                </a:lnTo>
                <a:lnTo>
                  <a:pt x="2522370" y="62732"/>
                </a:lnTo>
                <a:lnTo>
                  <a:pt x="2522636" y="63240"/>
                </a:lnTo>
                <a:lnTo>
                  <a:pt x="2522886" y="63754"/>
                </a:lnTo>
                <a:lnTo>
                  <a:pt x="2523123" y="64272"/>
                </a:lnTo>
                <a:lnTo>
                  <a:pt x="2523345" y="64796"/>
                </a:lnTo>
                <a:lnTo>
                  <a:pt x="2523552" y="65326"/>
                </a:lnTo>
                <a:lnTo>
                  <a:pt x="2523745" y="65860"/>
                </a:lnTo>
                <a:lnTo>
                  <a:pt x="2523923" y="66400"/>
                </a:lnTo>
                <a:lnTo>
                  <a:pt x="2524087" y="66945"/>
                </a:lnTo>
                <a:lnTo>
                  <a:pt x="2524237" y="67495"/>
                </a:lnTo>
                <a:lnTo>
                  <a:pt x="2539151" y="67495"/>
                </a:lnTo>
                <a:lnTo>
                  <a:pt x="2539039" y="66741"/>
                </a:lnTo>
                <a:lnTo>
                  <a:pt x="2538913" y="65994"/>
                </a:lnTo>
                <a:lnTo>
                  <a:pt x="2538773" y="65256"/>
                </a:lnTo>
                <a:lnTo>
                  <a:pt x="2538619" y="64525"/>
                </a:lnTo>
                <a:lnTo>
                  <a:pt x="2538452" y="63802"/>
                </a:lnTo>
                <a:lnTo>
                  <a:pt x="2538270" y="63087"/>
                </a:lnTo>
                <a:lnTo>
                  <a:pt x="2538075" y="62380"/>
                </a:lnTo>
                <a:lnTo>
                  <a:pt x="2537866" y="61681"/>
                </a:lnTo>
                <a:lnTo>
                  <a:pt x="2537643" y="60990"/>
                </a:lnTo>
                <a:lnTo>
                  <a:pt x="2537407" y="60307"/>
                </a:lnTo>
                <a:lnTo>
                  <a:pt x="2537156" y="59631"/>
                </a:lnTo>
                <a:lnTo>
                  <a:pt x="2536892" y="58964"/>
                </a:lnTo>
                <a:lnTo>
                  <a:pt x="2536614" y="58304"/>
                </a:lnTo>
                <a:lnTo>
                  <a:pt x="2536322" y="57652"/>
                </a:lnTo>
                <a:lnTo>
                  <a:pt x="2536016" y="57008"/>
                </a:lnTo>
                <a:lnTo>
                  <a:pt x="2535696" y="56373"/>
                </a:lnTo>
                <a:lnTo>
                  <a:pt x="2535363" y="55745"/>
                </a:lnTo>
                <a:lnTo>
                  <a:pt x="2535016" y="55124"/>
                </a:lnTo>
                <a:lnTo>
                  <a:pt x="2534655" y="54512"/>
                </a:lnTo>
                <a:lnTo>
                  <a:pt x="2534280" y="53908"/>
                </a:lnTo>
                <a:lnTo>
                  <a:pt x="2533891" y="53311"/>
                </a:lnTo>
                <a:lnTo>
                  <a:pt x="2533488" y="52723"/>
                </a:lnTo>
                <a:lnTo>
                  <a:pt x="2533072" y="52142"/>
                </a:lnTo>
                <a:lnTo>
                  <a:pt x="2532642" y="51570"/>
                </a:lnTo>
                <a:lnTo>
                  <a:pt x="2532200" y="51006"/>
                </a:lnTo>
                <a:lnTo>
                  <a:pt x="2531747" y="50453"/>
                </a:lnTo>
                <a:lnTo>
                  <a:pt x="2531284" y="49911"/>
                </a:lnTo>
                <a:lnTo>
                  <a:pt x="2530811" y="49379"/>
                </a:lnTo>
                <a:lnTo>
                  <a:pt x="2530327" y="48857"/>
                </a:lnTo>
                <a:lnTo>
                  <a:pt x="2529834" y="48346"/>
                </a:lnTo>
                <a:lnTo>
                  <a:pt x="2529329" y="47846"/>
                </a:lnTo>
                <a:lnTo>
                  <a:pt x="2528815" y="47356"/>
                </a:lnTo>
                <a:lnTo>
                  <a:pt x="2528290" y="46877"/>
                </a:lnTo>
                <a:lnTo>
                  <a:pt x="2527755" y="46408"/>
                </a:lnTo>
                <a:lnTo>
                  <a:pt x="2527210" y="45950"/>
                </a:lnTo>
                <a:lnTo>
                  <a:pt x="2526654" y="45503"/>
                </a:lnTo>
                <a:lnTo>
                  <a:pt x="2526088" y="45065"/>
                </a:lnTo>
                <a:lnTo>
                  <a:pt x="2525511" y="44639"/>
                </a:lnTo>
                <a:lnTo>
                  <a:pt x="2524925" y="44223"/>
                </a:lnTo>
                <a:lnTo>
                  <a:pt x="2524328" y="43817"/>
                </a:lnTo>
                <a:lnTo>
                  <a:pt x="2523721" y="43422"/>
                </a:lnTo>
                <a:lnTo>
                  <a:pt x="2523103" y="43038"/>
                </a:lnTo>
                <a:lnTo>
                  <a:pt x="2522475" y="42664"/>
                </a:lnTo>
                <a:lnTo>
                  <a:pt x="2521837" y="42300"/>
                </a:lnTo>
                <a:lnTo>
                  <a:pt x="2521188" y="41948"/>
                </a:lnTo>
                <a:lnTo>
                  <a:pt x="2520529" y="41605"/>
                </a:lnTo>
                <a:lnTo>
                  <a:pt x="2519860" y="41274"/>
                </a:lnTo>
                <a:lnTo>
                  <a:pt x="2519181" y="40952"/>
                </a:lnTo>
                <a:lnTo>
                  <a:pt x="2518492" y="40643"/>
                </a:lnTo>
                <a:lnTo>
                  <a:pt x="2517797" y="40347"/>
                </a:lnTo>
                <a:lnTo>
                  <a:pt x="2517095" y="40064"/>
                </a:lnTo>
                <a:lnTo>
                  <a:pt x="2516386" y="39794"/>
                </a:lnTo>
                <a:lnTo>
                  <a:pt x="2515670" y="39537"/>
                </a:lnTo>
                <a:lnTo>
                  <a:pt x="2514946" y="39293"/>
                </a:lnTo>
                <a:lnTo>
                  <a:pt x="2514216" y="39063"/>
                </a:lnTo>
                <a:lnTo>
                  <a:pt x="2513479" y="38846"/>
                </a:lnTo>
                <a:lnTo>
                  <a:pt x="2512735" y="38642"/>
                </a:lnTo>
                <a:lnTo>
                  <a:pt x="2511983" y="38451"/>
                </a:lnTo>
                <a:lnTo>
                  <a:pt x="2511225" y="38273"/>
                </a:lnTo>
                <a:lnTo>
                  <a:pt x="2510459" y="38108"/>
                </a:lnTo>
                <a:lnTo>
                  <a:pt x="2509687" y="37957"/>
                </a:lnTo>
                <a:lnTo>
                  <a:pt x="2508908" y="37819"/>
                </a:lnTo>
                <a:lnTo>
                  <a:pt x="2508121" y="37694"/>
                </a:lnTo>
                <a:lnTo>
                  <a:pt x="2507328" y="37582"/>
                </a:lnTo>
                <a:lnTo>
                  <a:pt x="2506527" y="37483"/>
                </a:lnTo>
                <a:lnTo>
                  <a:pt x="2505720" y="37397"/>
                </a:lnTo>
                <a:lnTo>
                  <a:pt x="2504905" y="37325"/>
                </a:lnTo>
                <a:lnTo>
                  <a:pt x="2504083" y="37266"/>
                </a:lnTo>
                <a:lnTo>
                  <a:pt x="2503255" y="37220"/>
                </a:lnTo>
                <a:lnTo>
                  <a:pt x="2502419" y="37187"/>
                </a:lnTo>
                <a:lnTo>
                  <a:pt x="2501577" y="37167"/>
                </a:lnTo>
                <a:lnTo>
                  <a:pt x="2500727" y="37160"/>
                </a:lnTo>
                <a:lnTo>
                  <a:pt x="2499637" y="37172"/>
                </a:lnTo>
                <a:lnTo>
                  <a:pt x="2498559" y="37205"/>
                </a:lnTo>
                <a:lnTo>
                  <a:pt x="2497492" y="37261"/>
                </a:lnTo>
                <a:lnTo>
                  <a:pt x="2496437" y="37339"/>
                </a:lnTo>
                <a:lnTo>
                  <a:pt x="2495392" y="37440"/>
                </a:lnTo>
                <a:lnTo>
                  <a:pt x="2494360" y="37563"/>
                </a:lnTo>
                <a:lnTo>
                  <a:pt x="2493339" y="37709"/>
                </a:lnTo>
                <a:lnTo>
                  <a:pt x="2492329" y="37877"/>
                </a:lnTo>
                <a:lnTo>
                  <a:pt x="2491330" y="38067"/>
                </a:lnTo>
                <a:lnTo>
                  <a:pt x="2490343" y="38280"/>
                </a:lnTo>
                <a:lnTo>
                  <a:pt x="2489368" y="38515"/>
                </a:lnTo>
                <a:lnTo>
                  <a:pt x="2488403" y="38772"/>
                </a:lnTo>
                <a:lnTo>
                  <a:pt x="2487451" y="39052"/>
                </a:lnTo>
                <a:lnTo>
                  <a:pt x="2486509" y="39354"/>
                </a:lnTo>
                <a:lnTo>
                  <a:pt x="2485579" y="39678"/>
                </a:lnTo>
                <a:lnTo>
                  <a:pt x="2484661" y="40025"/>
                </a:lnTo>
                <a:lnTo>
                  <a:pt x="2483753" y="40395"/>
                </a:lnTo>
                <a:lnTo>
                  <a:pt x="2482858" y="40786"/>
                </a:lnTo>
                <a:lnTo>
                  <a:pt x="2481973" y="41200"/>
                </a:lnTo>
                <a:lnTo>
                  <a:pt x="2481100" y="41637"/>
                </a:lnTo>
                <a:lnTo>
                  <a:pt x="2480239" y="42096"/>
                </a:lnTo>
                <a:lnTo>
                  <a:pt x="2479389" y="42577"/>
                </a:lnTo>
                <a:lnTo>
                  <a:pt x="2478550" y="43081"/>
                </a:lnTo>
                <a:lnTo>
                  <a:pt x="2477723" y="43607"/>
                </a:lnTo>
                <a:lnTo>
                  <a:pt x="2476914" y="44147"/>
                </a:lnTo>
                <a:lnTo>
                  <a:pt x="2476120" y="44705"/>
                </a:lnTo>
                <a:lnTo>
                  <a:pt x="2475341" y="45280"/>
                </a:lnTo>
                <a:lnTo>
                  <a:pt x="2474577" y="45873"/>
                </a:lnTo>
                <a:lnTo>
                  <a:pt x="2473828" y="46483"/>
                </a:lnTo>
                <a:lnTo>
                  <a:pt x="2473094" y="47110"/>
                </a:lnTo>
                <a:lnTo>
                  <a:pt x="2472374" y="47755"/>
                </a:lnTo>
                <a:lnTo>
                  <a:pt x="2471670" y="48417"/>
                </a:lnTo>
                <a:lnTo>
                  <a:pt x="2470981" y="49096"/>
                </a:lnTo>
                <a:lnTo>
                  <a:pt x="2470306" y="49793"/>
                </a:lnTo>
                <a:lnTo>
                  <a:pt x="2469646" y="50506"/>
                </a:lnTo>
                <a:lnTo>
                  <a:pt x="2469002" y="51238"/>
                </a:lnTo>
                <a:lnTo>
                  <a:pt x="2468372" y="51986"/>
                </a:lnTo>
                <a:lnTo>
                  <a:pt x="2467757" y="52752"/>
                </a:lnTo>
                <a:lnTo>
                  <a:pt x="2467157" y="53536"/>
                </a:lnTo>
                <a:lnTo>
                  <a:pt x="2466572" y="54336"/>
                </a:lnTo>
                <a:lnTo>
                  <a:pt x="2466002" y="55154"/>
                </a:lnTo>
                <a:lnTo>
                  <a:pt x="2465447" y="55989"/>
                </a:lnTo>
                <a:lnTo>
                  <a:pt x="2464907" y="56842"/>
                </a:lnTo>
                <a:lnTo>
                  <a:pt x="2464381" y="57712"/>
                </a:lnTo>
                <a:lnTo>
                  <a:pt x="2463871" y="58599"/>
                </a:lnTo>
                <a:lnTo>
                  <a:pt x="2463375" y="59504"/>
                </a:lnTo>
                <a:lnTo>
                  <a:pt x="2462895" y="60426"/>
                </a:lnTo>
                <a:lnTo>
                  <a:pt x="2462429" y="61365"/>
                </a:lnTo>
                <a:lnTo>
                  <a:pt x="2461985" y="62314"/>
                </a:lnTo>
                <a:lnTo>
                  <a:pt x="2461561" y="63275"/>
                </a:lnTo>
                <a:lnTo>
                  <a:pt x="2461155" y="64248"/>
                </a:lnTo>
                <a:lnTo>
                  <a:pt x="2460768" y="65233"/>
                </a:lnTo>
                <a:lnTo>
                  <a:pt x="2460400" y="66230"/>
                </a:lnTo>
                <a:lnTo>
                  <a:pt x="2460051" y="67239"/>
                </a:lnTo>
                <a:lnTo>
                  <a:pt x="2459721" y="68260"/>
                </a:lnTo>
                <a:lnTo>
                  <a:pt x="2459410" y="69293"/>
                </a:lnTo>
                <a:lnTo>
                  <a:pt x="2459117" y="70338"/>
                </a:lnTo>
                <a:lnTo>
                  <a:pt x="2458843" y="71396"/>
                </a:lnTo>
                <a:lnTo>
                  <a:pt x="2458589" y="72465"/>
                </a:lnTo>
                <a:lnTo>
                  <a:pt x="2458353" y="73547"/>
                </a:lnTo>
                <a:lnTo>
                  <a:pt x="2458136" y="74640"/>
                </a:lnTo>
                <a:lnTo>
                  <a:pt x="2457938" y="75746"/>
                </a:lnTo>
                <a:lnTo>
                  <a:pt x="2457758" y="76864"/>
                </a:lnTo>
                <a:lnTo>
                  <a:pt x="2457598" y="77993"/>
                </a:lnTo>
                <a:lnTo>
                  <a:pt x="2457456" y="79135"/>
                </a:lnTo>
                <a:lnTo>
                  <a:pt x="2457334" y="80289"/>
                </a:lnTo>
                <a:lnTo>
                  <a:pt x="2457230" y="81455"/>
                </a:lnTo>
                <a:lnTo>
                  <a:pt x="2457145" y="82633"/>
                </a:lnTo>
                <a:lnTo>
                  <a:pt x="2457079" y="83823"/>
                </a:lnTo>
                <a:lnTo>
                  <a:pt x="2457032" y="85025"/>
                </a:lnTo>
                <a:lnTo>
                  <a:pt x="2457004" y="86240"/>
                </a:lnTo>
                <a:lnTo>
                  <a:pt x="2456994" y="87466"/>
                </a:lnTo>
                <a:lnTo>
                  <a:pt x="2457003" y="88672"/>
                </a:lnTo>
                <a:lnTo>
                  <a:pt x="2457031" y="89866"/>
                </a:lnTo>
                <a:lnTo>
                  <a:pt x="2457077" y="91049"/>
                </a:lnTo>
                <a:lnTo>
                  <a:pt x="2457142" y="92222"/>
                </a:lnTo>
                <a:lnTo>
                  <a:pt x="2457224" y="93383"/>
                </a:lnTo>
                <a:lnTo>
                  <a:pt x="2457326" y="94532"/>
                </a:lnTo>
                <a:lnTo>
                  <a:pt x="2457446" y="95671"/>
                </a:lnTo>
                <a:lnTo>
                  <a:pt x="2457584" y="96798"/>
                </a:lnTo>
                <a:lnTo>
                  <a:pt x="2457741" y="97914"/>
                </a:lnTo>
                <a:lnTo>
                  <a:pt x="2457916" y="99019"/>
                </a:lnTo>
                <a:lnTo>
                  <a:pt x="2458109" y="100113"/>
                </a:lnTo>
                <a:lnTo>
                  <a:pt x="2458321" y="101196"/>
                </a:lnTo>
                <a:lnTo>
                  <a:pt x="2458552" y="102267"/>
                </a:lnTo>
                <a:lnTo>
                  <a:pt x="2458800" y="103327"/>
                </a:lnTo>
                <a:lnTo>
                  <a:pt x="2459068" y="104376"/>
                </a:lnTo>
                <a:lnTo>
                  <a:pt x="2459353" y="105414"/>
                </a:lnTo>
                <a:lnTo>
                  <a:pt x="2459657" y="106441"/>
                </a:lnTo>
                <a:lnTo>
                  <a:pt x="2459980" y="107456"/>
                </a:lnTo>
                <a:lnTo>
                  <a:pt x="2460321" y="108461"/>
                </a:lnTo>
                <a:lnTo>
                  <a:pt x="2460680" y="109454"/>
                </a:lnTo>
                <a:lnTo>
                  <a:pt x="2461058" y="110435"/>
                </a:lnTo>
                <a:lnTo>
                  <a:pt x="2461455" y="111406"/>
                </a:lnTo>
                <a:lnTo>
                  <a:pt x="2461869" y="112366"/>
                </a:lnTo>
                <a:lnTo>
                  <a:pt x="2462303" y="113314"/>
                </a:lnTo>
                <a:lnTo>
                  <a:pt x="2462753" y="114248"/>
                </a:lnTo>
                <a:lnTo>
                  <a:pt x="2463219" y="115166"/>
                </a:lnTo>
                <a:lnTo>
                  <a:pt x="2463701" y="116066"/>
                </a:lnTo>
                <a:lnTo>
                  <a:pt x="2464199" y="116950"/>
                </a:lnTo>
                <a:lnTo>
                  <a:pt x="2464712" y="117816"/>
                </a:lnTo>
                <a:lnTo>
                  <a:pt x="2465241" y="118666"/>
                </a:lnTo>
                <a:lnTo>
                  <a:pt x="2465786" y="119499"/>
                </a:lnTo>
                <a:lnTo>
                  <a:pt x="2466347" y="120315"/>
                </a:lnTo>
                <a:lnTo>
                  <a:pt x="2466924" y="121114"/>
                </a:lnTo>
                <a:lnTo>
                  <a:pt x="2467517" y="121896"/>
                </a:lnTo>
                <a:lnTo>
                  <a:pt x="2468125" y="122661"/>
                </a:lnTo>
                <a:lnTo>
                  <a:pt x="2468749" y="123410"/>
                </a:lnTo>
                <a:lnTo>
                  <a:pt x="2469389" y="124141"/>
                </a:lnTo>
                <a:lnTo>
                  <a:pt x="2470044" y="124856"/>
                </a:lnTo>
                <a:lnTo>
                  <a:pt x="2470716" y="125554"/>
                </a:lnTo>
                <a:lnTo>
                  <a:pt x="2471403" y="126234"/>
                </a:lnTo>
                <a:lnTo>
                  <a:pt x="2472106" y="126898"/>
                </a:lnTo>
                <a:lnTo>
                  <a:pt x="2472825" y="127545"/>
                </a:lnTo>
                <a:lnTo>
                  <a:pt x="2473560" y="128175"/>
                </a:lnTo>
                <a:lnTo>
                  <a:pt x="2474310" y="128789"/>
                </a:lnTo>
                <a:lnTo>
                  <a:pt x="2475076" y="129385"/>
                </a:lnTo>
                <a:lnTo>
                  <a:pt x="2475859" y="129964"/>
                </a:lnTo>
                <a:lnTo>
                  <a:pt x="2476656" y="130527"/>
                </a:lnTo>
                <a:lnTo>
                  <a:pt x="2477470" y="131073"/>
                </a:lnTo>
                <a:lnTo>
                  <a:pt x="2478298" y="131599"/>
                </a:lnTo>
                <a:lnTo>
                  <a:pt x="2479140" y="132102"/>
                </a:lnTo>
                <a:lnTo>
                  <a:pt x="2479994" y="132583"/>
                </a:lnTo>
                <a:lnTo>
                  <a:pt x="2480862" y="133042"/>
                </a:lnTo>
                <a:lnTo>
                  <a:pt x="2481743" y="133479"/>
                </a:lnTo>
                <a:lnTo>
                  <a:pt x="2482637" y="133893"/>
                </a:lnTo>
                <a:lnTo>
                  <a:pt x="2483544" y="134284"/>
                </a:lnTo>
                <a:lnTo>
                  <a:pt x="2484464" y="134654"/>
                </a:lnTo>
                <a:lnTo>
                  <a:pt x="2485397" y="135001"/>
                </a:lnTo>
                <a:lnTo>
                  <a:pt x="2486344" y="135325"/>
                </a:lnTo>
                <a:lnTo>
                  <a:pt x="2487304" y="135627"/>
                </a:lnTo>
                <a:lnTo>
                  <a:pt x="2488277" y="135907"/>
                </a:lnTo>
                <a:lnTo>
                  <a:pt x="2489263" y="136165"/>
                </a:lnTo>
                <a:lnTo>
                  <a:pt x="2490262" y="136400"/>
                </a:lnTo>
                <a:lnTo>
                  <a:pt x="2491275" y="136612"/>
                </a:lnTo>
                <a:lnTo>
                  <a:pt x="2492301" y="136802"/>
                </a:lnTo>
                <a:lnTo>
                  <a:pt x="2493339" y="136970"/>
                </a:lnTo>
                <a:lnTo>
                  <a:pt x="2494391" y="137116"/>
                </a:lnTo>
                <a:lnTo>
                  <a:pt x="2495457" y="137239"/>
                </a:lnTo>
                <a:lnTo>
                  <a:pt x="2496535" y="137340"/>
                </a:lnTo>
                <a:lnTo>
                  <a:pt x="2497626" y="137418"/>
                </a:lnTo>
                <a:lnTo>
                  <a:pt x="2498731" y="137474"/>
                </a:lnTo>
                <a:lnTo>
                  <a:pt x="2499849" y="137508"/>
                </a:lnTo>
                <a:lnTo>
                  <a:pt x="2500980" y="137519"/>
                </a:lnTo>
                <a:lnTo>
                  <a:pt x="2501871" y="137512"/>
                </a:lnTo>
                <a:lnTo>
                  <a:pt x="2502752" y="137491"/>
                </a:lnTo>
                <a:lnTo>
                  <a:pt x="2503624" y="137457"/>
                </a:lnTo>
                <a:lnTo>
                  <a:pt x="2504487" y="137408"/>
                </a:lnTo>
                <a:lnTo>
                  <a:pt x="2505341" y="137346"/>
                </a:lnTo>
                <a:lnTo>
                  <a:pt x="2506186" y="137270"/>
                </a:lnTo>
                <a:close/>
                <a:moveTo>
                  <a:pt x="2438700" y="80221"/>
                </a:moveTo>
                <a:lnTo>
                  <a:pt x="2438631" y="79171"/>
                </a:lnTo>
                <a:lnTo>
                  <a:pt x="2438550" y="78136"/>
                </a:lnTo>
                <a:lnTo>
                  <a:pt x="2438456" y="77116"/>
                </a:lnTo>
                <a:lnTo>
                  <a:pt x="2438350" y="76110"/>
                </a:lnTo>
                <a:lnTo>
                  <a:pt x="2438231" y="75120"/>
                </a:lnTo>
                <a:lnTo>
                  <a:pt x="2438099" y="74144"/>
                </a:lnTo>
                <a:lnTo>
                  <a:pt x="2437956" y="73183"/>
                </a:lnTo>
                <a:lnTo>
                  <a:pt x="2437799" y="72237"/>
                </a:lnTo>
                <a:lnTo>
                  <a:pt x="2437630" y="71307"/>
                </a:lnTo>
                <a:lnTo>
                  <a:pt x="2437449" y="70391"/>
                </a:lnTo>
                <a:lnTo>
                  <a:pt x="2437255" y="69490"/>
                </a:lnTo>
                <a:lnTo>
                  <a:pt x="2437049" y="68604"/>
                </a:lnTo>
                <a:lnTo>
                  <a:pt x="2436830" y="67732"/>
                </a:lnTo>
                <a:lnTo>
                  <a:pt x="2436598" y="66876"/>
                </a:lnTo>
                <a:lnTo>
                  <a:pt x="2436355" y="66035"/>
                </a:lnTo>
                <a:lnTo>
                  <a:pt x="2436098" y="65208"/>
                </a:lnTo>
                <a:lnTo>
                  <a:pt x="2435829" y="64397"/>
                </a:lnTo>
                <a:lnTo>
                  <a:pt x="2435548" y="63600"/>
                </a:lnTo>
                <a:lnTo>
                  <a:pt x="2435254" y="62819"/>
                </a:lnTo>
                <a:lnTo>
                  <a:pt x="2434950" y="62051"/>
                </a:lnTo>
                <a:lnTo>
                  <a:pt x="2434636" y="61296"/>
                </a:lnTo>
                <a:lnTo>
                  <a:pt x="2434315" y="60554"/>
                </a:lnTo>
                <a:lnTo>
                  <a:pt x="2433985" y="59824"/>
                </a:lnTo>
                <a:lnTo>
                  <a:pt x="2433646" y="59107"/>
                </a:lnTo>
                <a:lnTo>
                  <a:pt x="2433299" y="58403"/>
                </a:lnTo>
                <a:lnTo>
                  <a:pt x="2432943" y="57711"/>
                </a:lnTo>
                <a:lnTo>
                  <a:pt x="2432579" y="57033"/>
                </a:lnTo>
                <a:lnTo>
                  <a:pt x="2432206" y="56367"/>
                </a:lnTo>
                <a:lnTo>
                  <a:pt x="2431824" y="55713"/>
                </a:lnTo>
                <a:lnTo>
                  <a:pt x="2431434" y="55073"/>
                </a:lnTo>
                <a:lnTo>
                  <a:pt x="2431035" y="54445"/>
                </a:lnTo>
                <a:lnTo>
                  <a:pt x="2430628" y="53830"/>
                </a:lnTo>
                <a:lnTo>
                  <a:pt x="2430213" y="53228"/>
                </a:lnTo>
                <a:lnTo>
                  <a:pt x="2429788" y="52638"/>
                </a:lnTo>
                <a:lnTo>
                  <a:pt x="2429355" y="52061"/>
                </a:lnTo>
                <a:lnTo>
                  <a:pt x="2428914" y="51497"/>
                </a:lnTo>
                <a:lnTo>
                  <a:pt x="2428464" y="50945"/>
                </a:lnTo>
                <a:lnTo>
                  <a:pt x="2428006" y="50407"/>
                </a:lnTo>
                <a:lnTo>
                  <a:pt x="2427539" y="49881"/>
                </a:lnTo>
                <a:lnTo>
                  <a:pt x="2427063" y="49367"/>
                </a:lnTo>
                <a:lnTo>
                  <a:pt x="2426579" y="48867"/>
                </a:lnTo>
                <a:lnTo>
                  <a:pt x="2426086" y="48379"/>
                </a:lnTo>
                <a:lnTo>
                  <a:pt x="2425585" y="47904"/>
                </a:lnTo>
                <a:lnTo>
                  <a:pt x="2425077" y="47436"/>
                </a:lnTo>
                <a:lnTo>
                  <a:pt x="2424564" y="46978"/>
                </a:lnTo>
                <a:lnTo>
                  <a:pt x="2424047" y="46531"/>
                </a:lnTo>
                <a:lnTo>
                  <a:pt x="2423525" y="46096"/>
                </a:lnTo>
                <a:lnTo>
                  <a:pt x="2422999" y="45671"/>
                </a:lnTo>
                <a:lnTo>
                  <a:pt x="2422468" y="45258"/>
                </a:lnTo>
                <a:lnTo>
                  <a:pt x="2421933" y="44855"/>
                </a:lnTo>
                <a:lnTo>
                  <a:pt x="2421392" y="44463"/>
                </a:lnTo>
                <a:lnTo>
                  <a:pt x="2420848" y="44083"/>
                </a:lnTo>
                <a:lnTo>
                  <a:pt x="2420298" y="43713"/>
                </a:lnTo>
                <a:lnTo>
                  <a:pt x="2419744" y="43354"/>
                </a:lnTo>
                <a:lnTo>
                  <a:pt x="2419186" y="43006"/>
                </a:lnTo>
                <a:lnTo>
                  <a:pt x="2418623" y="42669"/>
                </a:lnTo>
                <a:lnTo>
                  <a:pt x="2418055" y="42344"/>
                </a:lnTo>
                <a:lnTo>
                  <a:pt x="2417482" y="42029"/>
                </a:lnTo>
                <a:lnTo>
                  <a:pt x="2416905" y="41725"/>
                </a:lnTo>
                <a:lnTo>
                  <a:pt x="2416324" y="41432"/>
                </a:lnTo>
                <a:lnTo>
                  <a:pt x="2415737" y="41150"/>
                </a:lnTo>
                <a:lnTo>
                  <a:pt x="2415147" y="40879"/>
                </a:lnTo>
                <a:lnTo>
                  <a:pt x="2414551" y="40619"/>
                </a:lnTo>
                <a:lnTo>
                  <a:pt x="2413951" y="40370"/>
                </a:lnTo>
                <a:lnTo>
                  <a:pt x="2413346" y="40132"/>
                </a:lnTo>
                <a:lnTo>
                  <a:pt x="2412737" y="39904"/>
                </a:lnTo>
                <a:lnTo>
                  <a:pt x="2412123" y="39688"/>
                </a:lnTo>
                <a:lnTo>
                  <a:pt x="2411507" y="39482"/>
                </a:lnTo>
                <a:lnTo>
                  <a:pt x="2410890" y="39285"/>
                </a:lnTo>
                <a:lnTo>
                  <a:pt x="2410272" y="39096"/>
                </a:lnTo>
                <a:lnTo>
                  <a:pt x="2409653" y="38916"/>
                </a:lnTo>
                <a:lnTo>
                  <a:pt x="2409034" y="38745"/>
                </a:lnTo>
                <a:lnTo>
                  <a:pt x="2408414" y="38582"/>
                </a:lnTo>
                <a:lnTo>
                  <a:pt x="2407794" y="38429"/>
                </a:lnTo>
                <a:lnTo>
                  <a:pt x="2407173" y="38284"/>
                </a:lnTo>
                <a:lnTo>
                  <a:pt x="2406551" y="38148"/>
                </a:lnTo>
                <a:lnTo>
                  <a:pt x="2405929" y="38021"/>
                </a:lnTo>
                <a:lnTo>
                  <a:pt x="2405306" y="37902"/>
                </a:lnTo>
                <a:lnTo>
                  <a:pt x="2404682" y="37792"/>
                </a:lnTo>
                <a:lnTo>
                  <a:pt x="2404057" y="37691"/>
                </a:lnTo>
                <a:lnTo>
                  <a:pt x="2403432" y="37599"/>
                </a:lnTo>
                <a:lnTo>
                  <a:pt x="2402807" y="37516"/>
                </a:lnTo>
                <a:lnTo>
                  <a:pt x="2402180" y="37441"/>
                </a:lnTo>
                <a:lnTo>
                  <a:pt x="2401553" y="37375"/>
                </a:lnTo>
                <a:lnTo>
                  <a:pt x="2400926" y="37318"/>
                </a:lnTo>
                <a:lnTo>
                  <a:pt x="2400297" y="37270"/>
                </a:lnTo>
                <a:lnTo>
                  <a:pt x="2399668" y="37231"/>
                </a:lnTo>
                <a:lnTo>
                  <a:pt x="2399039" y="37200"/>
                </a:lnTo>
                <a:lnTo>
                  <a:pt x="2398408" y="37178"/>
                </a:lnTo>
                <a:lnTo>
                  <a:pt x="2397777" y="37165"/>
                </a:lnTo>
                <a:lnTo>
                  <a:pt x="2397146" y="37160"/>
                </a:lnTo>
                <a:lnTo>
                  <a:pt x="2396056" y="37172"/>
                </a:lnTo>
                <a:lnTo>
                  <a:pt x="2394978" y="37205"/>
                </a:lnTo>
                <a:lnTo>
                  <a:pt x="2393911" y="37261"/>
                </a:lnTo>
                <a:lnTo>
                  <a:pt x="2392855" y="37339"/>
                </a:lnTo>
                <a:lnTo>
                  <a:pt x="2391811" y="37440"/>
                </a:lnTo>
                <a:lnTo>
                  <a:pt x="2390778" y="37563"/>
                </a:lnTo>
                <a:lnTo>
                  <a:pt x="2389757" y="37709"/>
                </a:lnTo>
                <a:lnTo>
                  <a:pt x="2388747" y="37877"/>
                </a:lnTo>
                <a:lnTo>
                  <a:pt x="2387749" y="38067"/>
                </a:lnTo>
                <a:lnTo>
                  <a:pt x="2386762" y="38280"/>
                </a:lnTo>
                <a:lnTo>
                  <a:pt x="2385786" y="38515"/>
                </a:lnTo>
                <a:lnTo>
                  <a:pt x="2384822" y="38772"/>
                </a:lnTo>
                <a:lnTo>
                  <a:pt x="2383869" y="39052"/>
                </a:lnTo>
                <a:lnTo>
                  <a:pt x="2382928" y="39354"/>
                </a:lnTo>
                <a:lnTo>
                  <a:pt x="2381998" y="39678"/>
                </a:lnTo>
                <a:lnTo>
                  <a:pt x="2381079" y="40025"/>
                </a:lnTo>
                <a:lnTo>
                  <a:pt x="2380172" y="40395"/>
                </a:lnTo>
                <a:lnTo>
                  <a:pt x="2379276" y="40786"/>
                </a:lnTo>
                <a:lnTo>
                  <a:pt x="2378392" y="41200"/>
                </a:lnTo>
                <a:lnTo>
                  <a:pt x="2377519" y="41637"/>
                </a:lnTo>
                <a:lnTo>
                  <a:pt x="2376657" y="42096"/>
                </a:lnTo>
                <a:lnTo>
                  <a:pt x="2375807" y="42577"/>
                </a:lnTo>
                <a:lnTo>
                  <a:pt x="2374969" y="43081"/>
                </a:lnTo>
                <a:lnTo>
                  <a:pt x="2374141" y="43607"/>
                </a:lnTo>
                <a:lnTo>
                  <a:pt x="2373333" y="44147"/>
                </a:lnTo>
                <a:lnTo>
                  <a:pt x="2372539" y="44706"/>
                </a:lnTo>
                <a:lnTo>
                  <a:pt x="2371760" y="45281"/>
                </a:lnTo>
                <a:lnTo>
                  <a:pt x="2370996" y="45875"/>
                </a:lnTo>
                <a:lnTo>
                  <a:pt x="2370246" y="46486"/>
                </a:lnTo>
                <a:lnTo>
                  <a:pt x="2369512" y="47114"/>
                </a:lnTo>
                <a:lnTo>
                  <a:pt x="2368793" y="47760"/>
                </a:lnTo>
                <a:lnTo>
                  <a:pt x="2368088" y="48424"/>
                </a:lnTo>
                <a:lnTo>
                  <a:pt x="2367399" y="49105"/>
                </a:lnTo>
                <a:lnTo>
                  <a:pt x="2366724" y="49803"/>
                </a:lnTo>
                <a:lnTo>
                  <a:pt x="2366065" y="50520"/>
                </a:lnTo>
                <a:lnTo>
                  <a:pt x="2365420" y="51254"/>
                </a:lnTo>
                <a:lnTo>
                  <a:pt x="2364790" y="52005"/>
                </a:lnTo>
                <a:lnTo>
                  <a:pt x="2364176" y="52774"/>
                </a:lnTo>
                <a:lnTo>
                  <a:pt x="2363576" y="53560"/>
                </a:lnTo>
                <a:lnTo>
                  <a:pt x="2362991" y="54364"/>
                </a:lnTo>
                <a:lnTo>
                  <a:pt x="2362420" y="55186"/>
                </a:lnTo>
                <a:lnTo>
                  <a:pt x="2361865" y="56025"/>
                </a:lnTo>
                <a:lnTo>
                  <a:pt x="2361325" y="56882"/>
                </a:lnTo>
                <a:lnTo>
                  <a:pt x="2360800" y="57756"/>
                </a:lnTo>
                <a:lnTo>
                  <a:pt x="2360289" y="58648"/>
                </a:lnTo>
                <a:lnTo>
                  <a:pt x="2359794" y="59557"/>
                </a:lnTo>
                <a:lnTo>
                  <a:pt x="2359313" y="60484"/>
                </a:lnTo>
                <a:lnTo>
                  <a:pt x="2358848" y="61428"/>
                </a:lnTo>
                <a:lnTo>
                  <a:pt x="2358404" y="62383"/>
                </a:lnTo>
                <a:lnTo>
                  <a:pt x="2357979" y="63349"/>
                </a:lnTo>
                <a:lnTo>
                  <a:pt x="2357574" y="64328"/>
                </a:lnTo>
                <a:lnTo>
                  <a:pt x="2357187" y="65319"/>
                </a:lnTo>
                <a:lnTo>
                  <a:pt x="2356819" y="66322"/>
                </a:lnTo>
                <a:lnTo>
                  <a:pt x="2356470" y="67337"/>
                </a:lnTo>
                <a:lnTo>
                  <a:pt x="2356140" y="68365"/>
                </a:lnTo>
                <a:lnTo>
                  <a:pt x="2355828" y="69405"/>
                </a:lnTo>
                <a:lnTo>
                  <a:pt x="2355536" y="70458"/>
                </a:lnTo>
                <a:lnTo>
                  <a:pt x="2355262" y="71523"/>
                </a:lnTo>
                <a:lnTo>
                  <a:pt x="2355007" y="72600"/>
                </a:lnTo>
                <a:lnTo>
                  <a:pt x="2354771" y="73689"/>
                </a:lnTo>
                <a:lnTo>
                  <a:pt x="2354554" y="74790"/>
                </a:lnTo>
                <a:lnTo>
                  <a:pt x="2354356" y="75904"/>
                </a:lnTo>
                <a:lnTo>
                  <a:pt x="2354177" y="77030"/>
                </a:lnTo>
                <a:lnTo>
                  <a:pt x="2354017" y="78169"/>
                </a:lnTo>
                <a:lnTo>
                  <a:pt x="2353875" y="79320"/>
                </a:lnTo>
                <a:lnTo>
                  <a:pt x="2353752" y="80483"/>
                </a:lnTo>
                <a:lnTo>
                  <a:pt x="2353649" y="81658"/>
                </a:lnTo>
                <a:lnTo>
                  <a:pt x="2353564" y="82845"/>
                </a:lnTo>
                <a:lnTo>
                  <a:pt x="2353498" y="84045"/>
                </a:lnTo>
                <a:lnTo>
                  <a:pt x="2353450" y="85258"/>
                </a:lnTo>
                <a:lnTo>
                  <a:pt x="2353422" y="86482"/>
                </a:lnTo>
                <a:lnTo>
                  <a:pt x="2353413" y="87719"/>
                </a:lnTo>
                <a:lnTo>
                  <a:pt x="2353422" y="88955"/>
                </a:lnTo>
                <a:lnTo>
                  <a:pt x="2353450" y="90179"/>
                </a:lnTo>
                <a:lnTo>
                  <a:pt x="2353498" y="91390"/>
                </a:lnTo>
                <a:lnTo>
                  <a:pt x="2353564" y="92589"/>
                </a:lnTo>
                <a:lnTo>
                  <a:pt x="2353649" y="93774"/>
                </a:lnTo>
                <a:lnTo>
                  <a:pt x="2353752" y="94947"/>
                </a:lnTo>
                <a:lnTo>
                  <a:pt x="2353875" y="96107"/>
                </a:lnTo>
                <a:lnTo>
                  <a:pt x="2354017" y="97255"/>
                </a:lnTo>
                <a:lnTo>
                  <a:pt x="2354177" y="98389"/>
                </a:lnTo>
                <a:lnTo>
                  <a:pt x="2354356" y="99511"/>
                </a:lnTo>
                <a:lnTo>
                  <a:pt x="2354554" y="100621"/>
                </a:lnTo>
                <a:lnTo>
                  <a:pt x="2354771" y="101717"/>
                </a:lnTo>
                <a:lnTo>
                  <a:pt x="2355007" y="102801"/>
                </a:lnTo>
                <a:lnTo>
                  <a:pt x="2355262" y="103872"/>
                </a:lnTo>
                <a:lnTo>
                  <a:pt x="2355536" y="104930"/>
                </a:lnTo>
                <a:lnTo>
                  <a:pt x="2355828" y="105976"/>
                </a:lnTo>
                <a:lnTo>
                  <a:pt x="2356140" y="107009"/>
                </a:lnTo>
                <a:lnTo>
                  <a:pt x="2356470" y="108029"/>
                </a:lnTo>
                <a:lnTo>
                  <a:pt x="2356819" y="109036"/>
                </a:lnTo>
                <a:lnTo>
                  <a:pt x="2357187" y="110031"/>
                </a:lnTo>
                <a:lnTo>
                  <a:pt x="2357574" y="111013"/>
                </a:lnTo>
                <a:lnTo>
                  <a:pt x="2357979" y="111982"/>
                </a:lnTo>
                <a:lnTo>
                  <a:pt x="2358404" y="112939"/>
                </a:lnTo>
                <a:lnTo>
                  <a:pt x="2358848" y="113883"/>
                </a:lnTo>
                <a:lnTo>
                  <a:pt x="2359314" y="114806"/>
                </a:lnTo>
                <a:lnTo>
                  <a:pt x="2359796" y="115713"/>
                </a:lnTo>
                <a:lnTo>
                  <a:pt x="2360294" y="116602"/>
                </a:lnTo>
                <a:lnTo>
                  <a:pt x="2360808" y="117474"/>
                </a:lnTo>
                <a:lnTo>
                  <a:pt x="2361339" y="118330"/>
                </a:lnTo>
                <a:lnTo>
                  <a:pt x="2361885" y="119168"/>
                </a:lnTo>
                <a:lnTo>
                  <a:pt x="2362447" y="119989"/>
                </a:lnTo>
                <a:lnTo>
                  <a:pt x="2363026" y="120792"/>
                </a:lnTo>
                <a:lnTo>
                  <a:pt x="2363620" y="121579"/>
                </a:lnTo>
                <a:lnTo>
                  <a:pt x="2364230" y="122349"/>
                </a:lnTo>
                <a:lnTo>
                  <a:pt x="2364857" y="123101"/>
                </a:lnTo>
                <a:lnTo>
                  <a:pt x="2365499" y="123836"/>
                </a:lnTo>
                <a:lnTo>
                  <a:pt x="2366158" y="124555"/>
                </a:lnTo>
                <a:lnTo>
                  <a:pt x="2366832" y="125256"/>
                </a:lnTo>
                <a:lnTo>
                  <a:pt x="2367523" y="125940"/>
                </a:lnTo>
                <a:lnTo>
                  <a:pt x="2368229" y="126607"/>
                </a:lnTo>
                <a:lnTo>
                  <a:pt x="2368952" y="127256"/>
                </a:lnTo>
                <a:lnTo>
                  <a:pt x="2369690" y="127889"/>
                </a:lnTo>
                <a:lnTo>
                  <a:pt x="2370445" y="128504"/>
                </a:lnTo>
                <a:lnTo>
                  <a:pt x="2371215" y="129103"/>
                </a:lnTo>
                <a:lnTo>
                  <a:pt x="2372002" y="129684"/>
                </a:lnTo>
                <a:lnTo>
                  <a:pt x="2372804" y="130248"/>
                </a:lnTo>
                <a:lnTo>
                  <a:pt x="2373623" y="130795"/>
                </a:lnTo>
                <a:lnTo>
                  <a:pt x="2374457" y="131325"/>
                </a:lnTo>
                <a:lnTo>
                  <a:pt x="2375312" y="131831"/>
                </a:lnTo>
                <a:lnTo>
                  <a:pt x="2376180" y="132315"/>
                </a:lnTo>
                <a:lnTo>
                  <a:pt x="2377061" y="132777"/>
                </a:lnTo>
                <a:lnTo>
                  <a:pt x="2377956" y="133218"/>
                </a:lnTo>
                <a:lnTo>
                  <a:pt x="2378864" y="133637"/>
                </a:lnTo>
                <a:lnTo>
                  <a:pt x="2379786" y="134035"/>
                </a:lnTo>
                <a:lnTo>
                  <a:pt x="2380721" y="134411"/>
                </a:lnTo>
                <a:lnTo>
                  <a:pt x="2381669" y="134766"/>
                </a:lnTo>
                <a:lnTo>
                  <a:pt x="2382631" y="135099"/>
                </a:lnTo>
                <a:lnTo>
                  <a:pt x="2383606" y="135411"/>
                </a:lnTo>
                <a:lnTo>
                  <a:pt x="2384594" y="135702"/>
                </a:lnTo>
                <a:lnTo>
                  <a:pt x="2385596" y="135970"/>
                </a:lnTo>
                <a:lnTo>
                  <a:pt x="2386611" y="136218"/>
                </a:lnTo>
                <a:lnTo>
                  <a:pt x="2387640" y="136443"/>
                </a:lnTo>
                <a:lnTo>
                  <a:pt x="2388682" y="136648"/>
                </a:lnTo>
                <a:lnTo>
                  <a:pt x="2389737" y="136831"/>
                </a:lnTo>
                <a:lnTo>
                  <a:pt x="2390806" y="136992"/>
                </a:lnTo>
                <a:lnTo>
                  <a:pt x="2391888" y="137132"/>
                </a:lnTo>
                <a:lnTo>
                  <a:pt x="2392984" y="137250"/>
                </a:lnTo>
                <a:lnTo>
                  <a:pt x="2394093" y="137347"/>
                </a:lnTo>
                <a:lnTo>
                  <a:pt x="2395215" y="137422"/>
                </a:lnTo>
                <a:lnTo>
                  <a:pt x="2396351" y="137476"/>
                </a:lnTo>
                <a:lnTo>
                  <a:pt x="2397500" y="137508"/>
                </a:lnTo>
                <a:lnTo>
                  <a:pt x="2398662" y="137519"/>
                </a:lnTo>
                <a:lnTo>
                  <a:pt x="2399480" y="137513"/>
                </a:lnTo>
                <a:lnTo>
                  <a:pt x="2400292" y="137498"/>
                </a:lnTo>
                <a:lnTo>
                  <a:pt x="2401096" y="137471"/>
                </a:lnTo>
                <a:lnTo>
                  <a:pt x="2401894" y="137434"/>
                </a:lnTo>
                <a:lnTo>
                  <a:pt x="2402685" y="137387"/>
                </a:lnTo>
                <a:lnTo>
                  <a:pt x="2403469" y="137329"/>
                </a:lnTo>
                <a:lnTo>
                  <a:pt x="2404247" y="137261"/>
                </a:lnTo>
                <a:lnTo>
                  <a:pt x="2405017" y="137182"/>
                </a:lnTo>
                <a:lnTo>
                  <a:pt x="2405781" y="137092"/>
                </a:lnTo>
                <a:lnTo>
                  <a:pt x="2406538" y="136992"/>
                </a:lnTo>
                <a:lnTo>
                  <a:pt x="2407288" y="136881"/>
                </a:lnTo>
                <a:lnTo>
                  <a:pt x="2408031" y="136760"/>
                </a:lnTo>
                <a:lnTo>
                  <a:pt x="2408768" y="136629"/>
                </a:lnTo>
                <a:lnTo>
                  <a:pt x="2409498" y="136487"/>
                </a:lnTo>
                <a:lnTo>
                  <a:pt x="2410221" y="136334"/>
                </a:lnTo>
                <a:lnTo>
                  <a:pt x="2410937" y="136171"/>
                </a:lnTo>
                <a:lnTo>
                  <a:pt x="2411646" y="135997"/>
                </a:lnTo>
                <a:lnTo>
                  <a:pt x="2412349" y="135812"/>
                </a:lnTo>
                <a:lnTo>
                  <a:pt x="2413044" y="135618"/>
                </a:lnTo>
                <a:lnTo>
                  <a:pt x="2413733" y="135412"/>
                </a:lnTo>
                <a:lnTo>
                  <a:pt x="2414415" y="135196"/>
                </a:lnTo>
                <a:lnTo>
                  <a:pt x="2415091" y="134970"/>
                </a:lnTo>
                <a:lnTo>
                  <a:pt x="2415759" y="134733"/>
                </a:lnTo>
                <a:lnTo>
                  <a:pt x="2416421" y="134485"/>
                </a:lnTo>
                <a:lnTo>
                  <a:pt x="2417075" y="134223"/>
                </a:lnTo>
                <a:lnTo>
                  <a:pt x="2417720" y="133952"/>
                </a:lnTo>
                <a:lnTo>
                  <a:pt x="2418356" y="133674"/>
                </a:lnTo>
                <a:lnTo>
                  <a:pt x="2418984" y="133386"/>
                </a:lnTo>
                <a:lnTo>
                  <a:pt x="2419603" y="133091"/>
                </a:lnTo>
                <a:lnTo>
                  <a:pt x="2420213" y="132787"/>
                </a:lnTo>
                <a:lnTo>
                  <a:pt x="2420814" y="132475"/>
                </a:lnTo>
                <a:lnTo>
                  <a:pt x="2421407" y="132154"/>
                </a:lnTo>
                <a:lnTo>
                  <a:pt x="2421990" y="131825"/>
                </a:lnTo>
                <a:lnTo>
                  <a:pt x="2422565" y="131488"/>
                </a:lnTo>
                <a:lnTo>
                  <a:pt x="2423131" y="131142"/>
                </a:lnTo>
                <a:lnTo>
                  <a:pt x="2423689" y="130788"/>
                </a:lnTo>
                <a:lnTo>
                  <a:pt x="2424237" y="130426"/>
                </a:lnTo>
                <a:lnTo>
                  <a:pt x="2424777" y="130055"/>
                </a:lnTo>
                <a:lnTo>
                  <a:pt x="2425308" y="129676"/>
                </a:lnTo>
                <a:lnTo>
                  <a:pt x="2425830" y="129289"/>
                </a:lnTo>
                <a:lnTo>
                  <a:pt x="2426344" y="128893"/>
                </a:lnTo>
                <a:lnTo>
                  <a:pt x="2426849" y="128489"/>
                </a:lnTo>
                <a:lnTo>
                  <a:pt x="2427345" y="128077"/>
                </a:lnTo>
                <a:lnTo>
                  <a:pt x="2427832" y="127656"/>
                </a:lnTo>
                <a:lnTo>
                  <a:pt x="2428310" y="127227"/>
                </a:lnTo>
                <a:lnTo>
                  <a:pt x="2428780" y="126790"/>
                </a:lnTo>
                <a:lnTo>
                  <a:pt x="2429241" y="126344"/>
                </a:lnTo>
                <a:lnTo>
                  <a:pt x="2429693" y="125890"/>
                </a:lnTo>
                <a:lnTo>
                  <a:pt x="2430135" y="125424"/>
                </a:lnTo>
                <a:lnTo>
                  <a:pt x="2430566" y="124951"/>
                </a:lnTo>
                <a:lnTo>
                  <a:pt x="2430987" y="124472"/>
                </a:lnTo>
                <a:lnTo>
                  <a:pt x="2431397" y="123987"/>
                </a:lnTo>
                <a:lnTo>
                  <a:pt x="2431796" y="123496"/>
                </a:lnTo>
                <a:lnTo>
                  <a:pt x="2432185" y="122999"/>
                </a:lnTo>
                <a:lnTo>
                  <a:pt x="2432563" y="122496"/>
                </a:lnTo>
                <a:lnTo>
                  <a:pt x="2432930" y="121986"/>
                </a:lnTo>
                <a:lnTo>
                  <a:pt x="2433286" y="121470"/>
                </a:lnTo>
                <a:lnTo>
                  <a:pt x="2433631" y="120949"/>
                </a:lnTo>
                <a:lnTo>
                  <a:pt x="2433966" y="120421"/>
                </a:lnTo>
                <a:lnTo>
                  <a:pt x="2434290" y="119887"/>
                </a:lnTo>
                <a:lnTo>
                  <a:pt x="2434603" y="119346"/>
                </a:lnTo>
                <a:lnTo>
                  <a:pt x="2434906" y="118800"/>
                </a:lnTo>
                <a:lnTo>
                  <a:pt x="2435198" y="118247"/>
                </a:lnTo>
                <a:lnTo>
                  <a:pt x="2435479" y="117689"/>
                </a:lnTo>
                <a:lnTo>
                  <a:pt x="2435749" y="117124"/>
                </a:lnTo>
                <a:lnTo>
                  <a:pt x="2436008" y="116553"/>
                </a:lnTo>
                <a:lnTo>
                  <a:pt x="2436257" y="115976"/>
                </a:lnTo>
                <a:lnTo>
                  <a:pt x="2436495" y="115392"/>
                </a:lnTo>
                <a:lnTo>
                  <a:pt x="2436722" y="114803"/>
                </a:lnTo>
                <a:lnTo>
                  <a:pt x="2436939" y="114207"/>
                </a:lnTo>
                <a:lnTo>
                  <a:pt x="2437145" y="113606"/>
                </a:lnTo>
                <a:lnTo>
                  <a:pt x="2437340" y="112998"/>
                </a:lnTo>
                <a:lnTo>
                  <a:pt x="2422930" y="108953"/>
                </a:lnTo>
                <a:lnTo>
                  <a:pt x="2422770" y="109372"/>
                </a:lnTo>
                <a:lnTo>
                  <a:pt x="2422603" y="109785"/>
                </a:lnTo>
                <a:lnTo>
                  <a:pt x="2422432" y="110192"/>
                </a:lnTo>
                <a:lnTo>
                  <a:pt x="2422254" y="110593"/>
                </a:lnTo>
                <a:lnTo>
                  <a:pt x="2422072" y="110989"/>
                </a:lnTo>
                <a:lnTo>
                  <a:pt x="2421884" y="111378"/>
                </a:lnTo>
                <a:lnTo>
                  <a:pt x="2421690" y="111763"/>
                </a:lnTo>
                <a:lnTo>
                  <a:pt x="2421491" y="112141"/>
                </a:lnTo>
                <a:lnTo>
                  <a:pt x="2421286" y="112514"/>
                </a:lnTo>
                <a:lnTo>
                  <a:pt x="2421076" y="112881"/>
                </a:lnTo>
                <a:lnTo>
                  <a:pt x="2420860" y="113243"/>
                </a:lnTo>
                <a:lnTo>
                  <a:pt x="2420639" y="113598"/>
                </a:lnTo>
                <a:lnTo>
                  <a:pt x="2420413" y="113948"/>
                </a:lnTo>
                <a:lnTo>
                  <a:pt x="2420181" y="114293"/>
                </a:lnTo>
                <a:lnTo>
                  <a:pt x="2419943" y="114631"/>
                </a:lnTo>
                <a:lnTo>
                  <a:pt x="2419700" y="114964"/>
                </a:lnTo>
                <a:lnTo>
                  <a:pt x="2419452" y="115291"/>
                </a:lnTo>
                <a:lnTo>
                  <a:pt x="2419198" y="115613"/>
                </a:lnTo>
                <a:lnTo>
                  <a:pt x="2418938" y="115929"/>
                </a:lnTo>
                <a:lnTo>
                  <a:pt x="2418673" y="116239"/>
                </a:lnTo>
                <a:lnTo>
                  <a:pt x="2418403" y="116543"/>
                </a:lnTo>
                <a:lnTo>
                  <a:pt x="2418127" y="116842"/>
                </a:lnTo>
                <a:lnTo>
                  <a:pt x="2417845" y="117135"/>
                </a:lnTo>
                <a:lnTo>
                  <a:pt x="2417559" y="117422"/>
                </a:lnTo>
                <a:lnTo>
                  <a:pt x="2417267" y="117698"/>
                </a:lnTo>
                <a:lnTo>
                  <a:pt x="2416970" y="117969"/>
                </a:lnTo>
                <a:lnTo>
                  <a:pt x="2416669" y="118233"/>
                </a:lnTo>
                <a:lnTo>
                  <a:pt x="2416363" y="118493"/>
                </a:lnTo>
                <a:lnTo>
                  <a:pt x="2416053" y="118746"/>
                </a:lnTo>
                <a:lnTo>
                  <a:pt x="2415738" y="118994"/>
                </a:lnTo>
                <a:lnTo>
                  <a:pt x="2415418" y="119236"/>
                </a:lnTo>
                <a:lnTo>
                  <a:pt x="2415094" y="119472"/>
                </a:lnTo>
                <a:lnTo>
                  <a:pt x="2414765" y="119703"/>
                </a:lnTo>
                <a:lnTo>
                  <a:pt x="2414431" y="119928"/>
                </a:lnTo>
                <a:lnTo>
                  <a:pt x="2414093" y="120147"/>
                </a:lnTo>
                <a:lnTo>
                  <a:pt x="2413751" y="120361"/>
                </a:lnTo>
                <a:lnTo>
                  <a:pt x="2413403" y="120568"/>
                </a:lnTo>
                <a:lnTo>
                  <a:pt x="2413052" y="120770"/>
                </a:lnTo>
                <a:lnTo>
                  <a:pt x="2412695" y="120967"/>
                </a:lnTo>
                <a:lnTo>
                  <a:pt x="2412334" y="121158"/>
                </a:lnTo>
                <a:lnTo>
                  <a:pt x="2411968" y="121342"/>
                </a:lnTo>
                <a:lnTo>
                  <a:pt x="2411598" y="121522"/>
                </a:lnTo>
                <a:lnTo>
                  <a:pt x="2411223" y="121695"/>
                </a:lnTo>
                <a:lnTo>
                  <a:pt x="2410844" y="121863"/>
                </a:lnTo>
                <a:lnTo>
                  <a:pt x="2410460" y="122025"/>
                </a:lnTo>
                <a:lnTo>
                  <a:pt x="2410071" y="122182"/>
                </a:lnTo>
                <a:lnTo>
                  <a:pt x="2409678" y="122333"/>
                </a:lnTo>
                <a:lnTo>
                  <a:pt x="2409280" y="122478"/>
                </a:lnTo>
                <a:lnTo>
                  <a:pt x="2408883" y="122612"/>
                </a:lnTo>
                <a:lnTo>
                  <a:pt x="2408482" y="122740"/>
                </a:lnTo>
                <a:lnTo>
                  <a:pt x="2408077" y="122863"/>
                </a:lnTo>
                <a:lnTo>
                  <a:pt x="2407668" y="122980"/>
                </a:lnTo>
                <a:lnTo>
                  <a:pt x="2407255" y="123091"/>
                </a:lnTo>
                <a:lnTo>
                  <a:pt x="2406839" y="123197"/>
                </a:lnTo>
                <a:lnTo>
                  <a:pt x="2406418" y="123296"/>
                </a:lnTo>
                <a:lnTo>
                  <a:pt x="2405993" y="123390"/>
                </a:lnTo>
                <a:lnTo>
                  <a:pt x="2405565" y="123479"/>
                </a:lnTo>
                <a:lnTo>
                  <a:pt x="2405132" y="123562"/>
                </a:lnTo>
                <a:lnTo>
                  <a:pt x="2404696" y="123639"/>
                </a:lnTo>
                <a:lnTo>
                  <a:pt x="2404255" y="123710"/>
                </a:lnTo>
                <a:lnTo>
                  <a:pt x="2403811" y="123776"/>
                </a:lnTo>
                <a:lnTo>
                  <a:pt x="2403363" y="123836"/>
                </a:lnTo>
                <a:lnTo>
                  <a:pt x="2402910" y="123890"/>
                </a:lnTo>
                <a:lnTo>
                  <a:pt x="2402454" y="123938"/>
                </a:lnTo>
                <a:lnTo>
                  <a:pt x="2401994" y="123981"/>
                </a:lnTo>
                <a:lnTo>
                  <a:pt x="2401530" y="124018"/>
                </a:lnTo>
                <a:lnTo>
                  <a:pt x="2401062" y="124049"/>
                </a:lnTo>
                <a:lnTo>
                  <a:pt x="2400590" y="124075"/>
                </a:lnTo>
                <a:lnTo>
                  <a:pt x="2400114" y="124095"/>
                </a:lnTo>
                <a:lnTo>
                  <a:pt x="2399634" y="124109"/>
                </a:lnTo>
                <a:lnTo>
                  <a:pt x="2399150" y="124118"/>
                </a:lnTo>
                <a:lnTo>
                  <a:pt x="2398662" y="124121"/>
                </a:lnTo>
                <a:lnTo>
                  <a:pt x="2397913" y="124114"/>
                </a:lnTo>
                <a:lnTo>
                  <a:pt x="2397171" y="124094"/>
                </a:lnTo>
                <a:lnTo>
                  <a:pt x="2396437" y="124060"/>
                </a:lnTo>
                <a:lnTo>
                  <a:pt x="2395711" y="124012"/>
                </a:lnTo>
                <a:lnTo>
                  <a:pt x="2394993" y="123951"/>
                </a:lnTo>
                <a:lnTo>
                  <a:pt x="2394282" y="123876"/>
                </a:lnTo>
                <a:lnTo>
                  <a:pt x="2393579" y="123787"/>
                </a:lnTo>
                <a:lnTo>
                  <a:pt x="2392883" y="123685"/>
                </a:lnTo>
                <a:lnTo>
                  <a:pt x="2392195" y="123570"/>
                </a:lnTo>
                <a:lnTo>
                  <a:pt x="2391515" y="123441"/>
                </a:lnTo>
                <a:lnTo>
                  <a:pt x="2390843" y="123298"/>
                </a:lnTo>
                <a:lnTo>
                  <a:pt x="2390178" y="123141"/>
                </a:lnTo>
                <a:lnTo>
                  <a:pt x="2389521" y="122971"/>
                </a:lnTo>
                <a:lnTo>
                  <a:pt x="2388871" y="122787"/>
                </a:lnTo>
                <a:lnTo>
                  <a:pt x="2388230" y="122590"/>
                </a:lnTo>
                <a:lnTo>
                  <a:pt x="2387596" y="122379"/>
                </a:lnTo>
                <a:lnTo>
                  <a:pt x="2386969" y="122155"/>
                </a:lnTo>
                <a:lnTo>
                  <a:pt x="2386350" y="121917"/>
                </a:lnTo>
                <a:lnTo>
                  <a:pt x="2385739" y="121665"/>
                </a:lnTo>
                <a:lnTo>
                  <a:pt x="2385136" y="121400"/>
                </a:lnTo>
                <a:lnTo>
                  <a:pt x="2384540" y="121121"/>
                </a:lnTo>
                <a:lnTo>
                  <a:pt x="2383952" y="120828"/>
                </a:lnTo>
                <a:lnTo>
                  <a:pt x="2383372" y="120522"/>
                </a:lnTo>
                <a:lnTo>
                  <a:pt x="2382800" y="120203"/>
                </a:lnTo>
                <a:lnTo>
                  <a:pt x="2382236" y="119864"/>
                </a:lnTo>
                <a:lnTo>
                  <a:pt x="2381683" y="119514"/>
                </a:lnTo>
                <a:lnTo>
                  <a:pt x="2381140" y="119151"/>
                </a:lnTo>
                <a:lnTo>
                  <a:pt x="2380607" y="118775"/>
                </a:lnTo>
                <a:lnTo>
                  <a:pt x="2380085" y="118387"/>
                </a:lnTo>
                <a:lnTo>
                  <a:pt x="2379572" y="117987"/>
                </a:lnTo>
                <a:lnTo>
                  <a:pt x="2379071" y="117574"/>
                </a:lnTo>
                <a:lnTo>
                  <a:pt x="2378579" y="117148"/>
                </a:lnTo>
                <a:lnTo>
                  <a:pt x="2378098" y="116710"/>
                </a:lnTo>
                <a:lnTo>
                  <a:pt x="2377627" y="116259"/>
                </a:lnTo>
                <a:lnTo>
                  <a:pt x="2377167" y="115796"/>
                </a:lnTo>
                <a:lnTo>
                  <a:pt x="2376717" y="115320"/>
                </a:lnTo>
                <a:lnTo>
                  <a:pt x="2376277" y="114832"/>
                </a:lnTo>
                <a:lnTo>
                  <a:pt x="2375847" y="114332"/>
                </a:lnTo>
                <a:lnTo>
                  <a:pt x="2375428" y="113819"/>
                </a:lnTo>
                <a:lnTo>
                  <a:pt x="2375019" y="113293"/>
                </a:lnTo>
                <a:lnTo>
                  <a:pt x="2374621" y="112755"/>
                </a:lnTo>
                <a:lnTo>
                  <a:pt x="2374232" y="112204"/>
                </a:lnTo>
                <a:lnTo>
                  <a:pt x="2373854" y="111641"/>
                </a:lnTo>
                <a:lnTo>
                  <a:pt x="2373487" y="111065"/>
                </a:lnTo>
                <a:lnTo>
                  <a:pt x="2373129" y="110477"/>
                </a:lnTo>
                <a:lnTo>
                  <a:pt x="2372782" y="109876"/>
                </a:lnTo>
                <a:lnTo>
                  <a:pt x="2372446" y="109263"/>
                </a:lnTo>
                <a:lnTo>
                  <a:pt x="2372119" y="108637"/>
                </a:lnTo>
                <a:lnTo>
                  <a:pt x="2371810" y="107994"/>
                </a:lnTo>
                <a:lnTo>
                  <a:pt x="2371513" y="107340"/>
                </a:lnTo>
                <a:lnTo>
                  <a:pt x="2371230" y="106673"/>
                </a:lnTo>
                <a:lnTo>
                  <a:pt x="2370960" y="105995"/>
                </a:lnTo>
                <a:lnTo>
                  <a:pt x="2370704" y="105306"/>
                </a:lnTo>
                <a:lnTo>
                  <a:pt x="2370460" y="104604"/>
                </a:lnTo>
                <a:lnTo>
                  <a:pt x="2370230" y="103892"/>
                </a:lnTo>
                <a:lnTo>
                  <a:pt x="2370012" y="103167"/>
                </a:lnTo>
                <a:lnTo>
                  <a:pt x="2369808" y="102431"/>
                </a:lnTo>
                <a:lnTo>
                  <a:pt x="2369617" y="101683"/>
                </a:lnTo>
                <a:lnTo>
                  <a:pt x="2369440" y="100924"/>
                </a:lnTo>
                <a:lnTo>
                  <a:pt x="2369275" y="100153"/>
                </a:lnTo>
                <a:lnTo>
                  <a:pt x="2369124" y="99370"/>
                </a:lnTo>
                <a:lnTo>
                  <a:pt x="2368985" y="98576"/>
                </a:lnTo>
                <a:lnTo>
                  <a:pt x="2368860" y="97770"/>
                </a:lnTo>
                <a:lnTo>
                  <a:pt x="2368748" y="96953"/>
                </a:lnTo>
                <a:lnTo>
                  <a:pt x="2368650" y="96124"/>
                </a:lnTo>
                <a:lnTo>
                  <a:pt x="2368564" y="95283"/>
                </a:lnTo>
                <a:lnTo>
                  <a:pt x="2368492" y="94430"/>
                </a:lnTo>
                <a:lnTo>
                  <a:pt x="2368432" y="93566"/>
                </a:lnTo>
                <a:lnTo>
                  <a:pt x="2368386" y="92691"/>
                </a:lnTo>
                <a:lnTo>
                  <a:pt x="2368361" y="92016"/>
                </a:lnTo>
                <a:lnTo>
                  <a:pt x="2438856" y="92016"/>
                </a:lnTo>
                <a:lnTo>
                  <a:pt x="2438856" y="85696"/>
                </a:lnTo>
                <a:lnTo>
                  <a:pt x="2438850" y="84572"/>
                </a:lnTo>
                <a:lnTo>
                  <a:pt x="2438831" y="83462"/>
                </a:lnTo>
                <a:lnTo>
                  <a:pt x="2438800" y="82367"/>
                </a:lnTo>
                <a:lnTo>
                  <a:pt x="2438756" y="81287"/>
                </a:lnTo>
                <a:lnTo>
                  <a:pt x="2438700" y="80221"/>
                </a:lnTo>
                <a:close/>
                <a:moveTo>
                  <a:pt x="2368713" y="76161"/>
                </a:moveTo>
                <a:lnTo>
                  <a:pt x="2368816" y="75522"/>
                </a:lnTo>
                <a:lnTo>
                  <a:pt x="2368931" y="74886"/>
                </a:lnTo>
                <a:lnTo>
                  <a:pt x="2369057" y="74254"/>
                </a:lnTo>
                <a:lnTo>
                  <a:pt x="2369196" y="73626"/>
                </a:lnTo>
                <a:lnTo>
                  <a:pt x="2369347" y="73001"/>
                </a:lnTo>
                <a:lnTo>
                  <a:pt x="2369510" y="72379"/>
                </a:lnTo>
                <a:lnTo>
                  <a:pt x="2369685" y="71761"/>
                </a:lnTo>
                <a:lnTo>
                  <a:pt x="2369872" y="71147"/>
                </a:lnTo>
                <a:lnTo>
                  <a:pt x="2370071" y="70536"/>
                </a:lnTo>
                <a:lnTo>
                  <a:pt x="2370282" y="69929"/>
                </a:lnTo>
                <a:lnTo>
                  <a:pt x="2370506" y="69325"/>
                </a:lnTo>
                <a:lnTo>
                  <a:pt x="2370741" y="68724"/>
                </a:lnTo>
                <a:lnTo>
                  <a:pt x="2370988" y="68127"/>
                </a:lnTo>
                <a:lnTo>
                  <a:pt x="2371248" y="67534"/>
                </a:lnTo>
                <a:lnTo>
                  <a:pt x="2371519" y="66944"/>
                </a:lnTo>
                <a:lnTo>
                  <a:pt x="2371803" y="66358"/>
                </a:lnTo>
                <a:lnTo>
                  <a:pt x="2372098" y="65778"/>
                </a:lnTo>
                <a:lnTo>
                  <a:pt x="2372403" y="65207"/>
                </a:lnTo>
                <a:lnTo>
                  <a:pt x="2372718" y="64646"/>
                </a:lnTo>
                <a:lnTo>
                  <a:pt x="2373044" y="64093"/>
                </a:lnTo>
                <a:lnTo>
                  <a:pt x="2373380" y="63550"/>
                </a:lnTo>
                <a:lnTo>
                  <a:pt x="2373727" y="63016"/>
                </a:lnTo>
                <a:lnTo>
                  <a:pt x="2374083" y="62492"/>
                </a:lnTo>
                <a:lnTo>
                  <a:pt x="2374450" y="61976"/>
                </a:lnTo>
                <a:lnTo>
                  <a:pt x="2374828" y="61470"/>
                </a:lnTo>
                <a:lnTo>
                  <a:pt x="2375215" y="60973"/>
                </a:lnTo>
                <a:lnTo>
                  <a:pt x="2375613" y="60485"/>
                </a:lnTo>
                <a:lnTo>
                  <a:pt x="2376022" y="60006"/>
                </a:lnTo>
                <a:lnTo>
                  <a:pt x="2376440" y="59537"/>
                </a:lnTo>
                <a:lnTo>
                  <a:pt x="2376869" y="59077"/>
                </a:lnTo>
                <a:lnTo>
                  <a:pt x="2377308" y="58626"/>
                </a:lnTo>
                <a:lnTo>
                  <a:pt x="2377758" y="58184"/>
                </a:lnTo>
                <a:lnTo>
                  <a:pt x="2378218" y="57752"/>
                </a:lnTo>
                <a:lnTo>
                  <a:pt x="2378688" y="57328"/>
                </a:lnTo>
                <a:lnTo>
                  <a:pt x="2379168" y="56914"/>
                </a:lnTo>
                <a:lnTo>
                  <a:pt x="2379659" y="56510"/>
                </a:lnTo>
                <a:lnTo>
                  <a:pt x="2380160" y="56114"/>
                </a:lnTo>
                <a:lnTo>
                  <a:pt x="2380672" y="55727"/>
                </a:lnTo>
                <a:lnTo>
                  <a:pt x="2381193" y="55350"/>
                </a:lnTo>
                <a:lnTo>
                  <a:pt x="2381725" y="54982"/>
                </a:lnTo>
                <a:lnTo>
                  <a:pt x="2382272" y="54621"/>
                </a:lnTo>
                <a:lnTo>
                  <a:pt x="2382827" y="54276"/>
                </a:lnTo>
                <a:lnTo>
                  <a:pt x="2383390" y="53945"/>
                </a:lnTo>
                <a:lnTo>
                  <a:pt x="2383962" y="53630"/>
                </a:lnTo>
                <a:lnTo>
                  <a:pt x="2384542" y="53331"/>
                </a:lnTo>
                <a:lnTo>
                  <a:pt x="2385130" y="53047"/>
                </a:lnTo>
                <a:lnTo>
                  <a:pt x="2385727" y="52778"/>
                </a:lnTo>
                <a:lnTo>
                  <a:pt x="2386332" y="52525"/>
                </a:lnTo>
                <a:lnTo>
                  <a:pt x="2386945" y="52286"/>
                </a:lnTo>
                <a:lnTo>
                  <a:pt x="2387567" y="52064"/>
                </a:lnTo>
                <a:lnTo>
                  <a:pt x="2388197" y="51856"/>
                </a:lnTo>
                <a:lnTo>
                  <a:pt x="2388835" y="51664"/>
                </a:lnTo>
                <a:lnTo>
                  <a:pt x="2389482" y="51488"/>
                </a:lnTo>
                <a:lnTo>
                  <a:pt x="2390137" y="51326"/>
                </a:lnTo>
                <a:lnTo>
                  <a:pt x="2390800" y="51180"/>
                </a:lnTo>
                <a:lnTo>
                  <a:pt x="2391472" y="51050"/>
                </a:lnTo>
                <a:lnTo>
                  <a:pt x="2392152" y="50935"/>
                </a:lnTo>
                <a:lnTo>
                  <a:pt x="2392840" y="50835"/>
                </a:lnTo>
                <a:lnTo>
                  <a:pt x="2393537" y="50750"/>
                </a:lnTo>
                <a:lnTo>
                  <a:pt x="2394242" y="50681"/>
                </a:lnTo>
                <a:lnTo>
                  <a:pt x="2394955" y="50627"/>
                </a:lnTo>
                <a:lnTo>
                  <a:pt x="2395677" y="50589"/>
                </a:lnTo>
                <a:lnTo>
                  <a:pt x="2396407" y="50566"/>
                </a:lnTo>
                <a:lnTo>
                  <a:pt x="2397146" y="50558"/>
                </a:lnTo>
                <a:lnTo>
                  <a:pt x="2397816" y="50565"/>
                </a:lnTo>
                <a:lnTo>
                  <a:pt x="2398479" y="50584"/>
                </a:lnTo>
                <a:lnTo>
                  <a:pt x="2399134" y="50617"/>
                </a:lnTo>
                <a:lnTo>
                  <a:pt x="2399782" y="50662"/>
                </a:lnTo>
                <a:lnTo>
                  <a:pt x="2400423" y="50720"/>
                </a:lnTo>
                <a:lnTo>
                  <a:pt x="2401056" y="50791"/>
                </a:lnTo>
                <a:lnTo>
                  <a:pt x="2401681" y="50876"/>
                </a:lnTo>
                <a:lnTo>
                  <a:pt x="2402300" y="50973"/>
                </a:lnTo>
                <a:lnTo>
                  <a:pt x="2402910" y="51083"/>
                </a:lnTo>
                <a:lnTo>
                  <a:pt x="2403513" y="51206"/>
                </a:lnTo>
                <a:lnTo>
                  <a:pt x="2404109" y="51342"/>
                </a:lnTo>
                <a:lnTo>
                  <a:pt x="2404698" y="51491"/>
                </a:lnTo>
                <a:lnTo>
                  <a:pt x="2405278" y="51652"/>
                </a:lnTo>
                <a:lnTo>
                  <a:pt x="2405852" y="51827"/>
                </a:lnTo>
                <a:lnTo>
                  <a:pt x="2406418" y="52015"/>
                </a:lnTo>
                <a:lnTo>
                  <a:pt x="2406976" y="52216"/>
                </a:lnTo>
                <a:lnTo>
                  <a:pt x="2407527" y="52429"/>
                </a:lnTo>
                <a:lnTo>
                  <a:pt x="2408071" y="52656"/>
                </a:lnTo>
                <a:lnTo>
                  <a:pt x="2408607" y="52895"/>
                </a:lnTo>
                <a:lnTo>
                  <a:pt x="2409135" y="53148"/>
                </a:lnTo>
                <a:lnTo>
                  <a:pt x="2409657" y="53413"/>
                </a:lnTo>
                <a:lnTo>
                  <a:pt x="2410170" y="53691"/>
                </a:lnTo>
                <a:lnTo>
                  <a:pt x="2410677" y="53983"/>
                </a:lnTo>
                <a:lnTo>
                  <a:pt x="2411175" y="54287"/>
                </a:lnTo>
                <a:lnTo>
                  <a:pt x="2411671" y="54602"/>
                </a:lnTo>
                <a:lnTo>
                  <a:pt x="2412157" y="54927"/>
                </a:lnTo>
                <a:lnTo>
                  <a:pt x="2412633" y="55262"/>
                </a:lnTo>
                <a:lnTo>
                  <a:pt x="2413099" y="55605"/>
                </a:lnTo>
                <a:lnTo>
                  <a:pt x="2413556" y="55959"/>
                </a:lnTo>
                <a:lnTo>
                  <a:pt x="2414004" y="56321"/>
                </a:lnTo>
                <a:lnTo>
                  <a:pt x="2414441" y="56693"/>
                </a:lnTo>
                <a:lnTo>
                  <a:pt x="2414869" y="57075"/>
                </a:lnTo>
                <a:lnTo>
                  <a:pt x="2415287" y="57466"/>
                </a:lnTo>
                <a:lnTo>
                  <a:pt x="2415696" y="57866"/>
                </a:lnTo>
                <a:lnTo>
                  <a:pt x="2416095" y="58276"/>
                </a:lnTo>
                <a:lnTo>
                  <a:pt x="2416484" y="58695"/>
                </a:lnTo>
                <a:lnTo>
                  <a:pt x="2416864" y="59124"/>
                </a:lnTo>
                <a:lnTo>
                  <a:pt x="2417234" y="59562"/>
                </a:lnTo>
                <a:lnTo>
                  <a:pt x="2417594" y="60009"/>
                </a:lnTo>
                <a:lnTo>
                  <a:pt x="2417945" y="60466"/>
                </a:lnTo>
                <a:lnTo>
                  <a:pt x="2418286" y="60933"/>
                </a:lnTo>
                <a:lnTo>
                  <a:pt x="2418617" y="61409"/>
                </a:lnTo>
                <a:lnTo>
                  <a:pt x="2418939" y="61894"/>
                </a:lnTo>
                <a:lnTo>
                  <a:pt x="2419251" y="62389"/>
                </a:lnTo>
                <a:lnTo>
                  <a:pt x="2419553" y="62893"/>
                </a:lnTo>
                <a:lnTo>
                  <a:pt x="2419846" y="63406"/>
                </a:lnTo>
                <a:lnTo>
                  <a:pt x="2420129" y="63929"/>
                </a:lnTo>
                <a:lnTo>
                  <a:pt x="2420402" y="64462"/>
                </a:lnTo>
                <a:lnTo>
                  <a:pt x="2420671" y="65002"/>
                </a:lnTo>
                <a:lnTo>
                  <a:pt x="2420927" y="65549"/>
                </a:lnTo>
                <a:lnTo>
                  <a:pt x="2421173" y="66101"/>
                </a:lnTo>
                <a:lnTo>
                  <a:pt x="2421406" y="66660"/>
                </a:lnTo>
                <a:lnTo>
                  <a:pt x="2421629" y="67225"/>
                </a:lnTo>
                <a:lnTo>
                  <a:pt x="2421840" y="67796"/>
                </a:lnTo>
                <a:lnTo>
                  <a:pt x="2422040" y="68373"/>
                </a:lnTo>
                <a:lnTo>
                  <a:pt x="2422228" y="68956"/>
                </a:lnTo>
                <a:lnTo>
                  <a:pt x="2422405" y="69545"/>
                </a:lnTo>
                <a:lnTo>
                  <a:pt x="2422570" y="70141"/>
                </a:lnTo>
                <a:lnTo>
                  <a:pt x="2422724" y="70743"/>
                </a:lnTo>
                <a:lnTo>
                  <a:pt x="2422867" y="71350"/>
                </a:lnTo>
                <a:lnTo>
                  <a:pt x="2422998" y="71964"/>
                </a:lnTo>
                <a:lnTo>
                  <a:pt x="2423118" y="72585"/>
                </a:lnTo>
                <a:lnTo>
                  <a:pt x="2423226" y="73211"/>
                </a:lnTo>
                <a:lnTo>
                  <a:pt x="2423323" y="73843"/>
                </a:lnTo>
                <a:lnTo>
                  <a:pt x="2423409" y="74482"/>
                </a:lnTo>
                <a:lnTo>
                  <a:pt x="2423483" y="75127"/>
                </a:lnTo>
                <a:lnTo>
                  <a:pt x="2423546" y="75777"/>
                </a:lnTo>
                <a:lnTo>
                  <a:pt x="2423597" y="76434"/>
                </a:lnTo>
                <a:lnTo>
                  <a:pt x="2423637" y="77098"/>
                </a:lnTo>
                <a:lnTo>
                  <a:pt x="2423666" y="77767"/>
                </a:lnTo>
                <a:lnTo>
                  <a:pt x="2423683" y="78442"/>
                </a:lnTo>
                <a:lnTo>
                  <a:pt x="2423689" y="79124"/>
                </a:lnTo>
                <a:lnTo>
                  <a:pt x="2368400" y="79124"/>
                </a:lnTo>
                <a:lnTo>
                  <a:pt x="2368424" y="78752"/>
                </a:lnTo>
                <a:lnTo>
                  <a:pt x="2368478" y="78099"/>
                </a:lnTo>
                <a:lnTo>
                  <a:pt x="2368544" y="77449"/>
                </a:lnTo>
                <a:lnTo>
                  <a:pt x="2368623" y="76803"/>
                </a:lnTo>
                <a:lnTo>
                  <a:pt x="2368713" y="76161"/>
                </a:lnTo>
                <a:close/>
                <a:moveTo>
                  <a:pt x="4461162" y="21993"/>
                </a:moveTo>
                <a:lnTo>
                  <a:pt x="4461492" y="21916"/>
                </a:lnTo>
                <a:lnTo>
                  <a:pt x="4461818" y="21828"/>
                </a:lnTo>
                <a:lnTo>
                  <a:pt x="4462140" y="21730"/>
                </a:lnTo>
                <a:lnTo>
                  <a:pt x="4462457" y="21622"/>
                </a:lnTo>
                <a:lnTo>
                  <a:pt x="4462770" y="21503"/>
                </a:lnTo>
                <a:lnTo>
                  <a:pt x="4463079" y="21374"/>
                </a:lnTo>
                <a:lnTo>
                  <a:pt x="4463383" y="21235"/>
                </a:lnTo>
                <a:lnTo>
                  <a:pt x="4463683" y="21085"/>
                </a:lnTo>
                <a:lnTo>
                  <a:pt x="4463978" y="20926"/>
                </a:lnTo>
                <a:lnTo>
                  <a:pt x="4464269" y="20755"/>
                </a:lnTo>
                <a:lnTo>
                  <a:pt x="4464556" y="20575"/>
                </a:lnTo>
                <a:lnTo>
                  <a:pt x="4464838" y="20384"/>
                </a:lnTo>
                <a:lnTo>
                  <a:pt x="4465116" y="20183"/>
                </a:lnTo>
                <a:lnTo>
                  <a:pt x="4465389" y="19972"/>
                </a:lnTo>
                <a:lnTo>
                  <a:pt x="4465658" y="19750"/>
                </a:lnTo>
                <a:lnTo>
                  <a:pt x="4465923" y="19518"/>
                </a:lnTo>
                <a:lnTo>
                  <a:pt x="4466183" y="19275"/>
                </a:lnTo>
                <a:lnTo>
                  <a:pt x="4466441" y="19026"/>
                </a:lnTo>
                <a:lnTo>
                  <a:pt x="4466688" y="18772"/>
                </a:lnTo>
                <a:lnTo>
                  <a:pt x="4466924" y="18514"/>
                </a:lnTo>
                <a:lnTo>
                  <a:pt x="4467149" y="18252"/>
                </a:lnTo>
                <a:lnTo>
                  <a:pt x="4467363" y="17986"/>
                </a:lnTo>
                <a:lnTo>
                  <a:pt x="4467566" y="17715"/>
                </a:lnTo>
                <a:lnTo>
                  <a:pt x="4467758" y="17441"/>
                </a:lnTo>
                <a:lnTo>
                  <a:pt x="4467939" y="17162"/>
                </a:lnTo>
                <a:lnTo>
                  <a:pt x="4468109" y="16879"/>
                </a:lnTo>
                <a:lnTo>
                  <a:pt x="4468268" y="16592"/>
                </a:lnTo>
                <a:lnTo>
                  <a:pt x="4468416" y="16300"/>
                </a:lnTo>
                <a:lnTo>
                  <a:pt x="4468553" y="16005"/>
                </a:lnTo>
                <a:lnTo>
                  <a:pt x="4468679" y="15705"/>
                </a:lnTo>
                <a:lnTo>
                  <a:pt x="4468795" y="15401"/>
                </a:lnTo>
                <a:lnTo>
                  <a:pt x="4468899" y="15093"/>
                </a:lnTo>
                <a:lnTo>
                  <a:pt x="4468992" y="14781"/>
                </a:lnTo>
                <a:lnTo>
                  <a:pt x="4469074" y="14465"/>
                </a:lnTo>
                <a:lnTo>
                  <a:pt x="4469146" y="14145"/>
                </a:lnTo>
                <a:lnTo>
                  <a:pt x="4469206" y="13820"/>
                </a:lnTo>
                <a:lnTo>
                  <a:pt x="4469255" y="13491"/>
                </a:lnTo>
                <a:lnTo>
                  <a:pt x="4469294" y="13158"/>
                </a:lnTo>
                <a:lnTo>
                  <a:pt x="4469321" y="12821"/>
                </a:lnTo>
                <a:lnTo>
                  <a:pt x="4469338" y="12480"/>
                </a:lnTo>
                <a:lnTo>
                  <a:pt x="4469343" y="12134"/>
                </a:lnTo>
                <a:lnTo>
                  <a:pt x="4469338" y="11789"/>
                </a:lnTo>
                <a:lnTo>
                  <a:pt x="4469321" y="11447"/>
                </a:lnTo>
                <a:lnTo>
                  <a:pt x="4469294" y="11110"/>
                </a:lnTo>
                <a:lnTo>
                  <a:pt x="4469255" y="10777"/>
                </a:lnTo>
                <a:lnTo>
                  <a:pt x="4469206" y="10448"/>
                </a:lnTo>
                <a:lnTo>
                  <a:pt x="4469146" y="10124"/>
                </a:lnTo>
                <a:lnTo>
                  <a:pt x="4469074" y="9803"/>
                </a:lnTo>
                <a:lnTo>
                  <a:pt x="4468992" y="9487"/>
                </a:lnTo>
                <a:lnTo>
                  <a:pt x="4468899" y="9175"/>
                </a:lnTo>
                <a:lnTo>
                  <a:pt x="4468795" y="8867"/>
                </a:lnTo>
                <a:lnTo>
                  <a:pt x="4468679" y="8563"/>
                </a:lnTo>
                <a:lnTo>
                  <a:pt x="4468553" y="8263"/>
                </a:lnTo>
                <a:lnTo>
                  <a:pt x="4468416" y="7968"/>
                </a:lnTo>
                <a:lnTo>
                  <a:pt x="4468268" y="7676"/>
                </a:lnTo>
                <a:lnTo>
                  <a:pt x="4468109" y="7389"/>
                </a:lnTo>
                <a:lnTo>
                  <a:pt x="4467939" y="7106"/>
                </a:lnTo>
                <a:lnTo>
                  <a:pt x="4467758" y="6827"/>
                </a:lnTo>
                <a:lnTo>
                  <a:pt x="4467566" y="6553"/>
                </a:lnTo>
                <a:lnTo>
                  <a:pt x="4467363" y="6282"/>
                </a:lnTo>
                <a:lnTo>
                  <a:pt x="4467149" y="6016"/>
                </a:lnTo>
                <a:lnTo>
                  <a:pt x="4466924" y="5754"/>
                </a:lnTo>
                <a:lnTo>
                  <a:pt x="4466688" y="5496"/>
                </a:lnTo>
                <a:lnTo>
                  <a:pt x="4466441" y="5242"/>
                </a:lnTo>
                <a:lnTo>
                  <a:pt x="4466183" y="4993"/>
                </a:lnTo>
                <a:lnTo>
                  <a:pt x="4465923" y="4750"/>
                </a:lnTo>
                <a:lnTo>
                  <a:pt x="4465658" y="4518"/>
                </a:lnTo>
                <a:lnTo>
                  <a:pt x="4465389" y="4296"/>
                </a:lnTo>
                <a:lnTo>
                  <a:pt x="4465116" y="4085"/>
                </a:lnTo>
                <a:lnTo>
                  <a:pt x="4464838" y="3884"/>
                </a:lnTo>
                <a:lnTo>
                  <a:pt x="4464556" y="3693"/>
                </a:lnTo>
                <a:lnTo>
                  <a:pt x="4464269" y="3513"/>
                </a:lnTo>
                <a:lnTo>
                  <a:pt x="4463978" y="3342"/>
                </a:lnTo>
                <a:lnTo>
                  <a:pt x="4463683" y="3183"/>
                </a:lnTo>
                <a:lnTo>
                  <a:pt x="4463383" y="3033"/>
                </a:lnTo>
                <a:lnTo>
                  <a:pt x="4463079" y="2894"/>
                </a:lnTo>
                <a:lnTo>
                  <a:pt x="4462770" y="2765"/>
                </a:lnTo>
                <a:lnTo>
                  <a:pt x="4462457" y="2646"/>
                </a:lnTo>
                <a:lnTo>
                  <a:pt x="4462140" y="2538"/>
                </a:lnTo>
                <a:lnTo>
                  <a:pt x="4461818" y="2440"/>
                </a:lnTo>
                <a:lnTo>
                  <a:pt x="4461492" y="2352"/>
                </a:lnTo>
                <a:lnTo>
                  <a:pt x="4461162" y="2275"/>
                </a:lnTo>
                <a:lnTo>
                  <a:pt x="4460827" y="2208"/>
                </a:lnTo>
                <a:lnTo>
                  <a:pt x="4460488" y="2151"/>
                </a:lnTo>
                <a:lnTo>
                  <a:pt x="4460144" y="2105"/>
                </a:lnTo>
                <a:lnTo>
                  <a:pt x="4459796" y="2069"/>
                </a:lnTo>
                <a:lnTo>
                  <a:pt x="4459444" y="2043"/>
                </a:lnTo>
                <a:lnTo>
                  <a:pt x="4459087" y="2028"/>
                </a:lnTo>
                <a:lnTo>
                  <a:pt x="4458726" y="2022"/>
                </a:lnTo>
                <a:lnTo>
                  <a:pt x="4458364" y="2028"/>
                </a:lnTo>
                <a:lnTo>
                  <a:pt x="4458007" y="2043"/>
                </a:lnTo>
                <a:lnTo>
                  <a:pt x="4457654" y="2069"/>
                </a:lnTo>
                <a:lnTo>
                  <a:pt x="4457305" y="2105"/>
                </a:lnTo>
                <a:lnTo>
                  <a:pt x="4456961" y="2151"/>
                </a:lnTo>
                <a:lnTo>
                  <a:pt x="4456620" y="2208"/>
                </a:lnTo>
                <a:lnTo>
                  <a:pt x="4456284" y="2275"/>
                </a:lnTo>
                <a:lnTo>
                  <a:pt x="4455952" y="2352"/>
                </a:lnTo>
                <a:lnTo>
                  <a:pt x="4455624" y="2440"/>
                </a:lnTo>
                <a:lnTo>
                  <a:pt x="4455300" y="2538"/>
                </a:lnTo>
                <a:lnTo>
                  <a:pt x="4454981" y="2646"/>
                </a:lnTo>
                <a:lnTo>
                  <a:pt x="4454665" y="2765"/>
                </a:lnTo>
                <a:lnTo>
                  <a:pt x="4454354" y="2894"/>
                </a:lnTo>
                <a:lnTo>
                  <a:pt x="4454047" y="3033"/>
                </a:lnTo>
                <a:lnTo>
                  <a:pt x="4453744" y="3183"/>
                </a:lnTo>
                <a:lnTo>
                  <a:pt x="4453445" y="3342"/>
                </a:lnTo>
                <a:lnTo>
                  <a:pt x="4453151" y="3513"/>
                </a:lnTo>
                <a:lnTo>
                  <a:pt x="4452860" y="3693"/>
                </a:lnTo>
                <a:lnTo>
                  <a:pt x="4452574" y="3884"/>
                </a:lnTo>
                <a:lnTo>
                  <a:pt x="4452292" y="4085"/>
                </a:lnTo>
                <a:lnTo>
                  <a:pt x="4452014" y="4296"/>
                </a:lnTo>
                <a:lnTo>
                  <a:pt x="4451740" y="4518"/>
                </a:lnTo>
                <a:lnTo>
                  <a:pt x="4451471" y="4750"/>
                </a:lnTo>
                <a:lnTo>
                  <a:pt x="4451205" y="4993"/>
                </a:lnTo>
                <a:lnTo>
                  <a:pt x="4450952" y="5242"/>
                </a:lnTo>
                <a:lnTo>
                  <a:pt x="4450710" y="5496"/>
                </a:lnTo>
                <a:lnTo>
                  <a:pt x="4450479" y="5754"/>
                </a:lnTo>
                <a:lnTo>
                  <a:pt x="4450259" y="6016"/>
                </a:lnTo>
                <a:lnTo>
                  <a:pt x="4450049" y="6282"/>
                </a:lnTo>
                <a:lnTo>
                  <a:pt x="4449850" y="6553"/>
                </a:lnTo>
                <a:lnTo>
                  <a:pt x="4449662" y="6827"/>
                </a:lnTo>
                <a:lnTo>
                  <a:pt x="4449485" y="7106"/>
                </a:lnTo>
                <a:lnTo>
                  <a:pt x="4449318" y="7389"/>
                </a:lnTo>
                <a:lnTo>
                  <a:pt x="4449162" y="7676"/>
                </a:lnTo>
                <a:lnTo>
                  <a:pt x="4449017" y="7968"/>
                </a:lnTo>
                <a:lnTo>
                  <a:pt x="4448882" y="8263"/>
                </a:lnTo>
                <a:lnTo>
                  <a:pt x="4448759" y="8563"/>
                </a:lnTo>
                <a:lnTo>
                  <a:pt x="4448646" y="8867"/>
                </a:lnTo>
                <a:lnTo>
                  <a:pt x="4448544" y="9175"/>
                </a:lnTo>
                <a:lnTo>
                  <a:pt x="4448452" y="9487"/>
                </a:lnTo>
                <a:lnTo>
                  <a:pt x="4448372" y="9803"/>
                </a:lnTo>
                <a:lnTo>
                  <a:pt x="4448302" y="10124"/>
                </a:lnTo>
                <a:lnTo>
                  <a:pt x="4448243" y="10448"/>
                </a:lnTo>
                <a:lnTo>
                  <a:pt x="4448194" y="10777"/>
                </a:lnTo>
                <a:lnTo>
                  <a:pt x="4448157" y="11110"/>
                </a:lnTo>
                <a:lnTo>
                  <a:pt x="4448130" y="11447"/>
                </a:lnTo>
                <a:lnTo>
                  <a:pt x="4448114" y="11789"/>
                </a:lnTo>
                <a:lnTo>
                  <a:pt x="4448108" y="12134"/>
                </a:lnTo>
                <a:lnTo>
                  <a:pt x="4448114" y="12480"/>
                </a:lnTo>
                <a:lnTo>
                  <a:pt x="4448130" y="12821"/>
                </a:lnTo>
                <a:lnTo>
                  <a:pt x="4448157" y="13158"/>
                </a:lnTo>
                <a:lnTo>
                  <a:pt x="4448194" y="13491"/>
                </a:lnTo>
                <a:lnTo>
                  <a:pt x="4448243" y="13820"/>
                </a:lnTo>
                <a:lnTo>
                  <a:pt x="4448302" y="14145"/>
                </a:lnTo>
                <a:lnTo>
                  <a:pt x="4448372" y="14465"/>
                </a:lnTo>
                <a:lnTo>
                  <a:pt x="4448452" y="14781"/>
                </a:lnTo>
                <a:lnTo>
                  <a:pt x="4448544" y="15093"/>
                </a:lnTo>
                <a:lnTo>
                  <a:pt x="4448646" y="15401"/>
                </a:lnTo>
                <a:lnTo>
                  <a:pt x="4448759" y="15705"/>
                </a:lnTo>
                <a:lnTo>
                  <a:pt x="4448882" y="16005"/>
                </a:lnTo>
                <a:lnTo>
                  <a:pt x="4449017" y="16300"/>
                </a:lnTo>
                <a:lnTo>
                  <a:pt x="4449162" y="16592"/>
                </a:lnTo>
                <a:lnTo>
                  <a:pt x="4449318" y="16879"/>
                </a:lnTo>
                <a:lnTo>
                  <a:pt x="4449485" y="17162"/>
                </a:lnTo>
                <a:lnTo>
                  <a:pt x="4449662" y="17441"/>
                </a:lnTo>
                <a:lnTo>
                  <a:pt x="4449850" y="17715"/>
                </a:lnTo>
                <a:lnTo>
                  <a:pt x="4450049" y="17986"/>
                </a:lnTo>
                <a:lnTo>
                  <a:pt x="4450259" y="18252"/>
                </a:lnTo>
                <a:lnTo>
                  <a:pt x="4450479" y="18514"/>
                </a:lnTo>
                <a:lnTo>
                  <a:pt x="4450710" y="18772"/>
                </a:lnTo>
                <a:lnTo>
                  <a:pt x="4450952" y="19026"/>
                </a:lnTo>
                <a:lnTo>
                  <a:pt x="4451205" y="19275"/>
                </a:lnTo>
                <a:lnTo>
                  <a:pt x="4451471" y="19518"/>
                </a:lnTo>
                <a:lnTo>
                  <a:pt x="4451740" y="19750"/>
                </a:lnTo>
                <a:lnTo>
                  <a:pt x="4452014" y="19972"/>
                </a:lnTo>
                <a:lnTo>
                  <a:pt x="4452292" y="20183"/>
                </a:lnTo>
                <a:lnTo>
                  <a:pt x="4452574" y="20384"/>
                </a:lnTo>
                <a:lnTo>
                  <a:pt x="4452860" y="20575"/>
                </a:lnTo>
                <a:lnTo>
                  <a:pt x="4453151" y="20755"/>
                </a:lnTo>
                <a:lnTo>
                  <a:pt x="4453445" y="20926"/>
                </a:lnTo>
                <a:lnTo>
                  <a:pt x="4453744" y="21085"/>
                </a:lnTo>
                <a:lnTo>
                  <a:pt x="4454047" y="21235"/>
                </a:lnTo>
                <a:lnTo>
                  <a:pt x="4454354" y="21374"/>
                </a:lnTo>
                <a:lnTo>
                  <a:pt x="4454665" y="21503"/>
                </a:lnTo>
                <a:lnTo>
                  <a:pt x="4454981" y="21622"/>
                </a:lnTo>
                <a:lnTo>
                  <a:pt x="4455300" y="21730"/>
                </a:lnTo>
                <a:lnTo>
                  <a:pt x="4455624" y="21828"/>
                </a:lnTo>
                <a:lnTo>
                  <a:pt x="4455952" y="21916"/>
                </a:lnTo>
                <a:lnTo>
                  <a:pt x="4456284" y="21993"/>
                </a:lnTo>
                <a:lnTo>
                  <a:pt x="4456620" y="22060"/>
                </a:lnTo>
                <a:lnTo>
                  <a:pt x="4456961" y="22117"/>
                </a:lnTo>
                <a:lnTo>
                  <a:pt x="4457305" y="22163"/>
                </a:lnTo>
                <a:lnTo>
                  <a:pt x="4457654" y="22199"/>
                </a:lnTo>
                <a:lnTo>
                  <a:pt x="4458007" y="22225"/>
                </a:lnTo>
                <a:lnTo>
                  <a:pt x="4458364" y="22241"/>
                </a:lnTo>
                <a:lnTo>
                  <a:pt x="4458726" y="22246"/>
                </a:lnTo>
                <a:lnTo>
                  <a:pt x="4459087" y="22241"/>
                </a:lnTo>
                <a:lnTo>
                  <a:pt x="4459444" y="22225"/>
                </a:lnTo>
                <a:lnTo>
                  <a:pt x="4459796" y="22199"/>
                </a:lnTo>
                <a:lnTo>
                  <a:pt x="4460144" y="22163"/>
                </a:lnTo>
                <a:lnTo>
                  <a:pt x="4460488" y="22117"/>
                </a:lnTo>
                <a:lnTo>
                  <a:pt x="4460827" y="22060"/>
                </a:lnTo>
                <a:lnTo>
                  <a:pt x="4461162" y="21993"/>
                </a:lnTo>
                <a:close/>
                <a:moveTo>
                  <a:pt x="3648180" y="15168"/>
                </a:moveTo>
                <a:lnTo>
                  <a:pt x="3648180" y="38424"/>
                </a:lnTo>
                <a:lnTo>
                  <a:pt x="3633518" y="38424"/>
                </a:lnTo>
                <a:lnTo>
                  <a:pt x="3633518" y="51064"/>
                </a:lnTo>
                <a:lnTo>
                  <a:pt x="3648180" y="51064"/>
                </a:lnTo>
                <a:lnTo>
                  <a:pt x="3648180" y="111734"/>
                </a:lnTo>
                <a:lnTo>
                  <a:pt x="3648187" y="112435"/>
                </a:lnTo>
                <a:lnTo>
                  <a:pt x="3648208" y="113125"/>
                </a:lnTo>
                <a:lnTo>
                  <a:pt x="3648242" y="113806"/>
                </a:lnTo>
                <a:lnTo>
                  <a:pt x="3648289" y="114476"/>
                </a:lnTo>
                <a:lnTo>
                  <a:pt x="3648351" y="115136"/>
                </a:lnTo>
                <a:lnTo>
                  <a:pt x="3648425" y="115787"/>
                </a:lnTo>
                <a:lnTo>
                  <a:pt x="3648514" y="116427"/>
                </a:lnTo>
                <a:lnTo>
                  <a:pt x="3648616" y="117057"/>
                </a:lnTo>
                <a:lnTo>
                  <a:pt x="3648732" y="117677"/>
                </a:lnTo>
                <a:lnTo>
                  <a:pt x="3648861" y="118286"/>
                </a:lnTo>
                <a:lnTo>
                  <a:pt x="3649004" y="118886"/>
                </a:lnTo>
                <a:lnTo>
                  <a:pt x="3649160" y="119476"/>
                </a:lnTo>
                <a:lnTo>
                  <a:pt x="3649330" y="120055"/>
                </a:lnTo>
                <a:lnTo>
                  <a:pt x="3649514" y="120625"/>
                </a:lnTo>
                <a:lnTo>
                  <a:pt x="3649711" y="121184"/>
                </a:lnTo>
                <a:lnTo>
                  <a:pt x="3649922" y="121733"/>
                </a:lnTo>
                <a:lnTo>
                  <a:pt x="3650146" y="122272"/>
                </a:lnTo>
                <a:lnTo>
                  <a:pt x="3650385" y="122802"/>
                </a:lnTo>
                <a:lnTo>
                  <a:pt x="3650636" y="123320"/>
                </a:lnTo>
                <a:lnTo>
                  <a:pt x="3650902" y="123829"/>
                </a:lnTo>
                <a:lnTo>
                  <a:pt x="3651180" y="124328"/>
                </a:lnTo>
                <a:lnTo>
                  <a:pt x="3651473" y="124817"/>
                </a:lnTo>
                <a:lnTo>
                  <a:pt x="3651779" y="125295"/>
                </a:lnTo>
                <a:lnTo>
                  <a:pt x="3652099" y="125764"/>
                </a:lnTo>
                <a:lnTo>
                  <a:pt x="3652434" y="126222"/>
                </a:lnTo>
                <a:lnTo>
                  <a:pt x="3652776" y="126671"/>
                </a:lnTo>
                <a:lnTo>
                  <a:pt x="3653126" y="127110"/>
                </a:lnTo>
                <a:lnTo>
                  <a:pt x="3653482" y="127539"/>
                </a:lnTo>
                <a:lnTo>
                  <a:pt x="3653846" y="127958"/>
                </a:lnTo>
                <a:lnTo>
                  <a:pt x="3654216" y="128367"/>
                </a:lnTo>
                <a:lnTo>
                  <a:pt x="3654593" y="128766"/>
                </a:lnTo>
                <a:lnTo>
                  <a:pt x="3654978" y="129156"/>
                </a:lnTo>
                <a:lnTo>
                  <a:pt x="3655369" y="129535"/>
                </a:lnTo>
                <a:lnTo>
                  <a:pt x="3655768" y="129905"/>
                </a:lnTo>
                <a:lnTo>
                  <a:pt x="3656173" y="130264"/>
                </a:lnTo>
                <a:lnTo>
                  <a:pt x="3656586" y="130614"/>
                </a:lnTo>
                <a:lnTo>
                  <a:pt x="3657005" y="130954"/>
                </a:lnTo>
                <a:lnTo>
                  <a:pt x="3657432" y="131285"/>
                </a:lnTo>
                <a:lnTo>
                  <a:pt x="3657866" y="131605"/>
                </a:lnTo>
                <a:lnTo>
                  <a:pt x="3658306" y="131915"/>
                </a:lnTo>
                <a:lnTo>
                  <a:pt x="3658754" y="132216"/>
                </a:lnTo>
                <a:lnTo>
                  <a:pt x="3659209" y="132506"/>
                </a:lnTo>
                <a:lnTo>
                  <a:pt x="3659670" y="132787"/>
                </a:lnTo>
                <a:lnTo>
                  <a:pt x="3660139" y="133058"/>
                </a:lnTo>
                <a:lnTo>
                  <a:pt x="3660615" y="133319"/>
                </a:lnTo>
                <a:lnTo>
                  <a:pt x="3661097" y="133570"/>
                </a:lnTo>
                <a:lnTo>
                  <a:pt x="3661587" y="133811"/>
                </a:lnTo>
                <a:lnTo>
                  <a:pt x="3662084" y="134043"/>
                </a:lnTo>
                <a:lnTo>
                  <a:pt x="3662590" y="134265"/>
                </a:lnTo>
                <a:lnTo>
                  <a:pt x="3663097" y="134477"/>
                </a:lnTo>
                <a:lnTo>
                  <a:pt x="3663605" y="134680"/>
                </a:lnTo>
                <a:lnTo>
                  <a:pt x="3664113" y="134873"/>
                </a:lnTo>
                <a:lnTo>
                  <a:pt x="3664623" y="135057"/>
                </a:lnTo>
                <a:lnTo>
                  <a:pt x="3665133" y="135232"/>
                </a:lnTo>
                <a:lnTo>
                  <a:pt x="3665645" y="135397"/>
                </a:lnTo>
                <a:lnTo>
                  <a:pt x="3666157" y="135553"/>
                </a:lnTo>
                <a:lnTo>
                  <a:pt x="3666670" y="135699"/>
                </a:lnTo>
                <a:lnTo>
                  <a:pt x="3667184" y="135836"/>
                </a:lnTo>
                <a:lnTo>
                  <a:pt x="3667699" y="135963"/>
                </a:lnTo>
                <a:lnTo>
                  <a:pt x="3668214" y="136081"/>
                </a:lnTo>
                <a:lnTo>
                  <a:pt x="3668731" y="136189"/>
                </a:lnTo>
                <a:lnTo>
                  <a:pt x="3669248" y="136289"/>
                </a:lnTo>
                <a:lnTo>
                  <a:pt x="3669767" y="136378"/>
                </a:lnTo>
                <a:lnTo>
                  <a:pt x="3670286" y="136458"/>
                </a:lnTo>
                <a:lnTo>
                  <a:pt x="3670806" y="136529"/>
                </a:lnTo>
                <a:lnTo>
                  <a:pt x="3671327" y="136591"/>
                </a:lnTo>
                <a:lnTo>
                  <a:pt x="3671849" y="136642"/>
                </a:lnTo>
                <a:lnTo>
                  <a:pt x="3672371" y="136685"/>
                </a:lnTo>
                <a:lnTo>
                  <a:pt x="3672895" y="136718"/>
                </a:lnTo>
                <a:lnTo>
                  <a:pt x="3673419" y="136741"/>
                </a:lnTo>
                <a:lnTo>
                  <a:pt x="3673945" y="136756"/>
                </a:lnTo>
                <a:lnTo>
                  <a:pt x="3674471" y="136760"/>
                </a:lnTo>
                <a:lnTo>
                  <a:pt x="3674816" y="136759"/>
                </a:lnTo>
                <a:lnTo>
                  <a:pt x="3675156" y="136756"/>
                </a:lnTo>
                <a:lnTo>
                  <a:pt x="3675491" y="136750"/>
                </a:lnTo>
                <a:lnTo>
                  <a:pt x="3675821" y="136743"/>
                </a:lnTo>
                <a:lnTo>
                  <a:pt x="3676146" y="136733"/>
                </a:lnTo>
                <a:lnTo>
                  <a:pt x="3676465" y="136721"/>
                </a:lnTo>
                <a:lnTo>
                  <a:pt x="3676780" y="136707"/>
                </a:lnTo>
                <a:lnTo>
                  <a:pt x="3677090" y="136690"/>
                </a:lnTo>
                <a:lnTo>
                  <a:pt x="3677395" y="136671"/>
                </a:lnTo>
                <a:lnTo>
                  <a:pt x="3677694" y="136651"/>
                </a:lnTo>
                <a:lnTo>
                  <a:pt x="3677989" y="136628"/>
                </a:lnTo>
                <a:lnTo>
                  <a:pt x="3678278" y="136602"/>
                </a:lnTo>
                <a:lnTo>
                  <a:pt x="3678563" y="136575"/>
                </a:lnTo>
                <a:lnTo>
                  <a:pt x="3678842" y="136545"/>
                </a:lnTo>
                <a:lnTo>
                  <a:pt x="3679117" y="136514"/>
                </a:lnTo>
                <a:lnTo>
                  <a:pt x="3679386" y="136479"/>
                </a:lnTo>
                <a:lnTo>
                  <a:pt x="3679651" y="136443"/>
                </a:lnTo>
                <a:lnTo>
                  <a:pt x="3679910" y="136405"/>
                </a:lnTo>
                <a:lnTo>
                  <a:pt x="3680164" y="136364"/>
                </a:lnTo>
                <a:lnTo>
                  <a:pt x="3680413" y="136321"/>
                </a:lnTo>
                <a:lnTo>
                  <a:pt x="3680657" y="136277"/>
                </a:lnTo>
                <a:lnTo>
                  <a:pt x="3680896" y="136229"/>
                </a:lnTo>
                <a:lnTo>
                  <a:pt x="3681130" y="136180"/>
                </a:lnTo>
                <a:lnTo>
                  <a:pt x="3681359" y="136128"/>
                </a:lnTo>
                <a:lnTo>
                  <a:pt x="3681584" y="136081"/>
                </a:lnTo>
                <a:lnTo>
                  <a:pt x="3681804" y="136034"/>
                </a:lnTo>
                <a:lnTo>
                  <a:pt x="3682020" y="135986"/>
                </a:lnTo>
                <a:lnTo>
                  <a:pt x="3682232" y="135939"/>
                </a:lnTo>
                <a:lnTo>
                  <a:pt x="3682440" y="135891"/>
                </a:lnTo>
                <a:lnTo>
                  <a:pt x="3682643" y="135844"/>
                </a:lnTo>
                <a:lnTo>
                  <a:pt x="3682842" y="135797"/>
                </a:lnTo>
                <a:lnTo>
                  <a:pt x="3683038" y="135749"/>
                </a:lnTo>
                <a:lnTo>
                  <a:pt x="3683229" y="135702"/>
                </a:lnTo>
                <a:lnTo>
                  <a:pt x="3683416" y="135654"/>
                </a:lnTo>
                <a:lnTo>
                  <a:pt x="3683598" y="135607"/>
                </a:lnTo>
                <a:lnTo>
                  <a:pt x="3683777" y="135560"/>
                </a:lnTo>
                <a:lnTo>
                  <a:pt x="3683951" y="135512"/>
                </a:lnTo>
                <a:lnTo>
                  <a:pt x="3684121" y="135465"/>
                </a:lnTo>
                <a:lnTo>
                  <a:pt x="3684287" y="135417"/>
                </a:lnTo>
                <a:lnTo>
                  <a:pt x="3684449" y="135370"/>
                </a:lnTo>
                <a:lnTo>
                  <a:pt x="3684607" y="135323"/>
                </a:lnTo>
                <a:lnTo>
                  <a:pt x="3684760" y="135275"/>
                </a:lnTo>
                <a:lnTo>
                  <a:pt x="3684910" y="135228"/>
                </a:lnTo>
                <a:lnTo>
                  <a:pt x="3685055" y="135180"/>
                </a:lnTo>
                <a:lnTo>
                  <a:pt x="3685196" y="135133"/>
                </a:lnTo>
                <a:lnTo>
                  <a:pt x="3685333" y="135086"/>
                </a:lnTo>
                <a:lnTo>
                  <a:pt x="3685465" y="135038"/>
                </a:lnTo>
                <a:lnTo>
                  <a:pt x="3685594" y="134991"/>
                </a:lnTo>
                <a:lnTo>
                  <a:pt x="3682560" y="121593"/>
                </a:lnTo>
                <a:lnTo>
                  <a:pt x="3682480" y="121609"/>
                </a:lnTo>
                <a:lnTo>
                  <a:pt x="3682398" y="121625"/>
                </a:lnTo>
                <a:lnTo>
                  <a:pt x="3682313" y="121642"/>
                </a:lnTo>
                <a:lnTo>
                  <a:pt x="3682226" y="121660"/>
                </a:lnTo>
                <a:lnTo>
                  <a:pt x="3682138" y="121677"/>
                </a:lnTo>
                <a:lnTo>
                  <a:pt x="3682047" y="121696"/>
                </a:lnTo>
                <a:lnTo>
                  <a:pt x="3681953" y="121714"/>
                </a:lnTo>
                <a:lnTo>
                  <a:pt x="3681858" y="121733"/>
                </a:lnTo>
                <a:lnTo>
                  <a:pt x="3681760" y="121753"/>
                </a:lnTo>
                <a:lnTo>
                  <a:pt x="3681660" y="121773"/>
                </a:lnTo>
                <a:lnTo>
                  <a:pt x="3681558" y="121793"/>
                </a:lnTo>
                <a:lnTo>
                  <a:pt x="3681454" y="121814"/>
                </a:lnTo>
                <a:lnTo>
                  <a:pt x="3681348" y="121835"/>
                </a:lnTo>
                <a:lnTo>
                  <a:pt x="3681239" y="121857"/>
                </a:lnTo>
                <a:lnTo>
                  <a:pt x="3681128" y="121879"/>
                </a:lnTo>
                <a:lnTo>
                  <a:pt x="3681015" y="121902"/>
                </a:lnTo>
                <a:lnTo>
                  <a:pt x="3680900" y="121925"/>
                </a:lnTo>
                <a:lnTo>
                  <a:pt x="3680783" y="121948"/>
                </a:lnTo>
                <a:lnTo>
                  <a:pt x="3680663" y="121972"/>
                </a:lnTo>
                <a:lnTo>
                  <a:pt x="3680541" y="121997"/>
                </a:lnTo>
                <a:lnTo>
                  <a:pt x="3680417" y="122021"/>
                </a:lnTo>
                <a:lnTo>
                  <a:pt x="3680291" y="122047"/>
                </a:lnTo>
                <a:lnTo>
                  <a:pt x="3680163" y="122072"/>
                </a:lnTo>
                <a:lnTo>
                  <a:pt x="3680032" y="122098"/>
                </a:lnTo>
                <a:lnTo>
                  <a:pt x="3679899" y="122119"/>
                </a:lnTo>
                <a:lnTo>
                  <a:pt x="3679763" y="122139"/>
                </a:lnTo>
                <a:lnTo>
                  <a:pt x="3679623" y="122158"/>
                </a:lnTo>
                <a:lnTo>
                  <a:pt x="3679481" y="122176"/>
                </a:lnTo>
                <a:lnTo>
                  <a:pt x="3679335" y="122193"/>
                </a:lnTo>
                <a:lnTo>
                  <a:pt x="3679187" y="122209"/>
                </a:lnTo>
                <a:lnTo>
                  <a:pt x="3679035" y="122224"/>
                </a:lnTo>
                <a:lnTo>
                  <a:pt x="3678881" y="122239"/>
                </a:lnTo>
                <a:lnTo>
                  <a:pt x="3678723" y="122252"/>
                </a:lnTo>
                <a:lnTo>
                  <a:pt x="3678562" y="122265"/>
                </a:lnTo>
                <a:lnTo>
                  <a:pt x="3678398" y="122277"/>
                </a:lnTo>
                <a:lnTo>
                  <a:pt x="3678231" y="122288"/>
                </a:lnTo>
                <a:lnTo>
                  <a:pt x="3678061" y="122298"/>
                </a:lnTo>
                <a:lnTo>
                  <a:pt x="3677888" y="122307"/>
                </a:lnTo>
                <a:lnTo>
                  <a:pt x="3677712" y="122316"/>
                </a:lnTo>
                <a:lnTo>
                  <a:pt x="3677532" y="122323"/>
                </a:lnTo>
                <a:lnTo>
                  <a:pt x="3677350" y="122330"/>
                </a:lnTo>
                <a:lnTo>
                  <a:pt x="3677165" y="122335"/>
                </a:lnTo>
                <a:lnTo>
                  <a:pt x="3676976" y="122340"/>
                </a:lnTo>
                <a:lnTo>
                  <a:pt x="3676785" y="122344"/>
                </a:lnTo>
                <a:lnTo>
                  <a:pt x="3676590" y="122347"/>
                </a:lnTo>
                <a:lnTo>
                  <a:pt x="3676392" y="122349"/>
                </a:lnTo>
                <a:lnTo>
                  <a:pt x="3676191" y="122351"/>
                </a:lnTo>
                <a:lnTo>
                  <a:pt x="3675988" y="122351"/>
                </a:lnTo>
                <a:lnTo>
                  <a:pt x="3675714" y="122349"/>
                </a:lnTo>
                <a:lnTo>
                  <a:pt x="3675442" y="122344"/>
                </a:lnTo>
                <a:lnTo>
                  <a:pt x="3675171" y="122335"/>
                </a:lnTo>
                <a:lnTo>
                  <a:pt x="3674901" y="122323"/>
                </a:lnTo>
                <a:lnTo>
                  <a:pt x="3674632" y="122307"/>
                </a:lnTo>
                <a:lnTo>
                  <a:pt x="3674364" y="122288"/>
                </a:lnTo>
                <a:lnTo>
                  <a:pt x="3674097" y="122265"/>
                </a:lnTo>
                <a:lnTo>
                  <a:pt x="3673832" y="122239"/>
                </a:lnTo>
                <a:lnTo>
                  <a:pt x="3673567" y="122209"/>
                </a:lnTo>
                <a:lnTo>
                  <a:pt x="3673304" y="122176"/>
                </a:lnTo>
                <a:lnTo>
                  <a:pt x="3673042" y="122139"/>
                </a:lnTo>
                <a:lnTo>
                  <a:pt x="3672780" y="122098"/>
                </a:lnTo>
                <a:lnTo>
                  <a:pt x="3672520" y="122055"/>
                </a:lnTo>
                <a:lnTo>
                  <a:pt x="3672261" y="122007"/>
                </a:lnTo>
                <a:lnTo>
                  <a:pt x="3672003" y="121956"/>
                </a:lnTo>
                <a:lnTo>
                  <a:pt x="3671746" y="121902"/>
                </a:lnTo>
                <a:lnTo>
                  <a:pt x="3671491" y="121844"/>
                </a:lnTo>
                <a:lnTo>
                  <a:pt x="3671236" y="121782"/>
                </a:lnTo>
                <a:lnTo>
                  <a:pt x="3670982" y="121717"/>
                </a:lnTo>
                <a:lnTo>
                  <a:pt x="3670730" y="121649"/>
                </a:lnTo>
                <a:lnTo>
                  <a:pt x="3670479" y="121577"/>
                </a:lnTo>
                <a:lnTo>
                  <a:pt x="3670228" y="121502"/>
                </a:lnTo>
                <a:lnTo>
                  <a:pt x="3669979" y="121423"/>
                </a:lnTo>
                <a:lnTo>
                  <a:pt x="3669731" y="121340"/>
                </a:lnTo>
                <a:lnTo>
                  <a:pt x="3669491" y="121247"/>
                </a:lnTo>
                <a:lnTo>
                  <a:pt x="3669254" y="121147"/>
                </a:lnTo>
                <a:lnTo>
                  <a:pt x="3669020" y="121040"/>
                </a:lnTo>
                <a:lnTo>
                  <a:pt x="3668790" y="120926"/>
                </a:lnTo>
                <a:lnTo>
                  <a:pt x="3668564" y="120805"/>
                </a:lnTo>
                <a:lnTo>
                  <a:pt x="3668341" y="120676"/>
                </a:lnTo>
                <a:lnTo>
                  <a:pt x="3668121" y="120541"/>
                </a:lnTo>
                <a:lnTo>
                  <a:pt x="3667905" y="120399"/>
                </a:lnTo>
                <a:lnTo>
                  <a:pt x="3667693" y="120250"/>
                </a:lnTo>
                <a:lnTo>
                  <a:pt x="3667484" y="120094"/>
                </a:lnTo>
                <a:lnTo>
                  <a:pt x="3667279" y="119930"/>
                </a:lnTo>
                <a:lnTo>
                  <a:pt x="3667077" y="119760"/>
                </a:lnTo>
                <a:lnTo>
                  <a:pt x="3666878" y="119583"/>
                </a:lnTo>
                <a:lnTo>
                  <a:pt x="3666683" y="119398"/>
                </a:lnTo>
                <a:lnTo>
                  <a:pt x="3666492" y="119207"/>
                </a:lnTo>
                <a:lnTo>
                  <a:pt x="3666304" y="119009"/>
                </a:lnTo>
                <a:lnTo>
                  <a:pt x="3666120" y="118803"/>
                </a:lnTo>
                <a:lnTo>
                  <a:pt x="3665939" y="118591"/>
                </a:lnTo>
                <a:lnTo>
                  <a:pt x="3665762" y="118372"/>
                </a:lnTo>
                <a:lnTo>
                  <a:pt x="3665588" y="118145"/>
                </a:lnTo>
                <a:lnTo>
                  <a:pt x="3665418" y="117912"/>
                </a:lnTo>
                <a:lnTo>
                  <a:pt x="3665251" y="117671"/>
                </a:lnTo>
                <a:lnTo>
                  <a:pt x="3665088" y="117424"/>
                </a:lnTo>
                <a:lnTo>
                  <a:pt x="3664928" y="117169"/>
                </a:lnTo>
                <a:lnTo>
                  <a:pt x="3664778" y="116900"/>
                </a:lnTo>
                <a:lnTo>
                  <a:pt x="3664635" y="116620"/>
                </a:lnTo>
                <a:lnTo>
                  <a:pt x="3664498" y="116330"/>
                </a:lnTo>
                <a:lnTo>
                  <a:pt x="3664368" y="116028"/>
                </a:lnTo>
                <a:lnTo>
                  <a:pt x="3664244" y="115715"/>
                </a:lnTo>
                <a:lnTo>
                  <a:pt x="3664126" y="115392"/>
                </a:lnTo>
                <a:lnTo>
                  <a:pt x="3664015" y="115057"/>
                </a:lnTo>
                <a:lnTo>
                  <a:pt x="3663910" y="114711"/>
                </a:lnTo>
                <a:lnTo>
                  <a:pt x="3663811" y="114355"/>
                </a:lnTo>
                <a:lnTo>
                  <a:pt x="3663719" y="113987"/>
                </a:lnTo>
                <a:lnTo>
                  <a:pt x="3663633" y="113609"/>
                </a:lnTo>
                <a:lnTo>
                  <a:pt x="3663553" y="113219"/>
                </a:lnTo>
                <a:lnTo>
                  <a:pt x="3663480" y="112819"/>
                </a:lnTo>
                <a:lnTo>
                  <a:pt x="3663413" y="112407"/>
                </a:lnTo>
                <a:lnTo>
                  <a:pt x="3663353" y="111985"/>
                </a:lnTo>
                <a:lnTo>
                  <a:pt x="3663299" y="111551"/>
                </a:lnTo>
                <a:lnTo>
                  <a:pt x="3663251" y="111107"/>
                </a:lnTo>
                <a:lnTo>
                  <a:pt x="3663210" y="110652"/>
                </a:lnTo>
                <a:lnTo>
                  <a:pt x="3663175" y="110185"/>
                </a:lnTo>
                <a:lnTo>
                  <a:pt x="3663146" y="109708"/>
                </a:lnTo>
                <a:lnTo>
                  <a:pt x="3663124" y="109220"/>
                </a:lnTo>
                <a:lnTo>
                  <a:pt x="3663108" y="108721"/>
                </a:lnTo>
                <a:lnTo>
                  <a:pt x="3663098" y="108210"/>
                </a:lnTo>
                <a:lnTo>
                  <a:pt x="3663095" y="107689"/>
                </a:lnTo>
                <a:lnTo>
                  <a:pt x="3663095" y="51064"/>
                </a:lnTo>
                <a:lnTo>
                  <a:pt x="3683824" y="51064"/>
                </a:lnTo>
                <a:lnTo>
                  <a:pt x="3683824" y="38424"/>
                </a:lnTo>
                <a:lnTo>
                  <a:pt x="3663095" y="38424"/>
                </a:lnTo>
                <a:lnTo>
                  <a:pt x="3663095" y="15168"/>
                </a:lnTo>
                <a:lnTo>
                  <a:pt x="3648180" y="15168"/>
                </a:lnTo>
                <a:close/>
                <a:moveTo>
                  <a:pt x="3958403" y="15168"/>
                </a:moveTo>
                <a:lnTo>
                  <a:pt x="3958403" y="38424"/>
                </a:lnTo>
                <a:lnTo>
                  <a:pt x="3943742" y="38424"/>
                </a:lnTo>
                <a:lnTo>
                  <a:pt x="3943742" y="51064"/>
                </a:lnTo>
                <a:lnTo>
                  <a:pt x="3958403" y="51064"/>
                </a:lnTo>
                <a:lnTo>
                  <a:pt x="3958403" y="111734"/>
                </a:lnTo>
                <a:lnTo>
                  <a:pt x="3958410" y="112435"/>
                </a:lnTo>
                <a:lnTo>
                  <a:pt x="3958431" y="113125"/>
                </a:lnTo>
                <a:lnTo>
                  <a:pt x="3958465" y="113806"/>
                </a:lnTo>
                <a:lnTo>
                  <a:pt x="3958512" y="114476"/>
                </a:lnTo>
                <a:lnTo>
                  <a:pt x="3958573" y="115136"/>
                </a:lnTo>
                <a:lnTo>
                  <a:pt x="3958648" y="115787"/>
                </a:lnTo>
                <a:lnTo>
                  <a:pt x="3958737" y="116427"/>
                </a:lnTo>
                <a:lnTo>
                  <a:pt x="3958839" y="117057"/>
                </a:lnTo>
                <a:lnTo>
                  <a:pt x="3958954" y="117677"/>
                </a:lnTo>
                <a:lnTo>
                  <a:pt x="3959084" y="118286"/>
                </a:lnTo>
                <a:lnTo>
                  <a:pt x="3959227" y="118886"/>
                </a:lnTo>
                <a:lnTo>
                  <a:pt x="3959383" y="119476"/>
                </a:lnTo>
                <a:lnTo>
                  <a:pt x="3959553" y="120055"/>
                </a:lnTo>
                <a:lnTo>
                  <a:pt x="3959737" y="120625"/>
                </a:lnTo>
                <a:lnTo>
                  <a:pt x="3959934" y="121184"/>
                </a:lnTo>
                <a:lnTo>
                  <a:pt x="3960145" y="121733"/>
                </a:lnTo>
                <a:lnTo>
                  <a:pt x="3960369" y="122272"/>
                </a:lnTo>
                <a:lnTo>
                  <a:pt x="3960607" y="122802"/>
                </a:lnTo>
                <a:lnTo>
                  <a:pt x="3960859" y="123320"/>
                </a:lnTo>
                <a:lnTo>
                  <a:pt x="3961124" y="123829"/>
                </a:lnTo>
                <a:lnTo>
                  <a:pt x="3961403" y="124328"/>
                </a:lnTo>
                <a:lnTo>
                  <a:pt x="3961696" y="124817"/>
                </a:lnTo>
                <a:lnTo>
                  <a:pt x="3962002" y="125295"/>
                </a:lnTo>
                <a:lnTo>
                  <a:pt x="3962322" y="125764"/>
                </a:lnTo>
                <a:lnTo>
                  <a:pt x="3962657" y="126222"/>
                </a:lnTo>
                <a:lnTo>
                  <a:pt x="3962999" y="126671"/>
                </a:lnTo>
                <a:lnTo>
                  <a:pt x="3963349" y="127110"/>
                </a:lnTo>
                <a:lnTo>
                  <a:pt x="3963705" y="127539"/>
                </a:lnTo>
                <a:lnTo>
                  <a:pt x="3964068" y="127958"/>
                </a:lnTo>
                <a:lnTo>
                  <a:pt x="3964439" y="128367"/>
                </a:lnTo>
                <a:lnTo>
                  <a:pt x="3964816" y="128766"/>
                </a:lnTo>
                <a:lnTo>
                  <a:pt x="3965201" y="129156"/>
                </a:lnTo>
                <a:lnTo>
                  <a:pt x="3965592" y="129535"/>
                </a:lnTo>
                <a:lnTo>
                  <a:pt x="3965991" y="129905"/>
                </a:lnTo>
                <a:lnTo>
                  <a:pt x="3966396" y="130264"/>
                </a:lnTo>
                <a:lnTo>
                  <a:pt x="3966809" y="130614"/>
                </a:lnTo>
                <a:lnTo>
                  <a:pt x="3967228" y="130954"/>
                </a:lnTo>
                <a:lnTo>
                  <a:pt x="3967655" y="131285"/>
                </a:lnTo>
                <a:lnTo>
                  <a:pt x="3968089" y="131605"/>
                </a:lnTo>
                <a:lnTo>
                  <a:pt x="3968529" y="131915"/>
                </a:lnTo>
                <a:lnTo>
                  <a:pt x="3968977" y="132216"/>
                </a:lnTo>
                <a:lnTo>
                  <a:pt x="3969431" y="132506"/>
                </a:lnTo>
                <a:lnTo>
                  <a:pt x="3969893" y="132787"/>
                </a:lnTo>
                <a:lnTo>
                  <a:pt x="3970362" y="133058"/>
                </a:lnTo>
                <a:lnTo>
                  <a:pt x="3970838" y="133319"/>
                </a:lnTo>
                <a:lnTo>
                  <a:pt x="3971320" y="133570"/>
                </a:lnTo>
                <a:lnTo>
                  <a:pt x="3971810" y="133811"/>
                </a:lnTo>
                <a:lnTo>
                  <a:pt x="3972307" y="134043"/>
                </a:lnTo>
                <a:lnTo>
                  <a:pt x="3972813" y="134265"/>
                </a:lnTo>
                <a:lnTo>
                  <a:pt x="3973320" y="134477"/>
                </a:lnTo>
                <a:lnTo>
                  <a:pt x="3973828" y="134680"/>
                </a:lnTo>
                <a:lnTo>
                  <a:pt x="3974336" y="134873"/>
                </a:lnTo>
                <a:lnTo>
                  <a:pt x="3974846" y="135057"/>
                </a:lnTo>
                <a:lnTo>
                  <a:pt x="3975356" y="135232"/>
                </a:lnTo>
                <a:lnTo>
                  <a:pt x="3975868" y="135397"/>
                </a:lnTo>
                <a:lnTo>
                  <a:pt x="3976380" y="135553"/>
                </a:lnTo>
                <a:lnTo>
                  <a:pt x="3976893" y="135699"/>
                </a:lnTo>
                <a:lnTo>
                  <a:pt x="3977407" y="135836"/>
                </a:lnTo>
                <a:lnTo>
                  <a:pt x="3977921" y="135963"/>
                </a:lnTo>
                <a:lnTo>
                  <a:pt x="3978437" y="136081"/>
                </a:lnTo>
                <a:lnTo>
                  <a:pt x="3978954" y="136189"/>
                </a:lnTo>
                <a:lnTo>
                  <a:pt x="3979471" y="136289"/>
                </a:lnTo>
                <a:lnTo>
                  <a:pt x="3979989" y="136378"/>
                </a:lnTo>
                <a:lnTo>
                  <a:pt x="3980509" y="136458"/>
                </a:lnTo>
                <a:lnTo>
                  <a:pt x="3981029" y="136529"/>
                </a:lnTo>
                <a:lnTo>
                  <a:pt x="3981550" y="136591"/>
                </a:lnTo>
                <a:lnTo>
                  <a:pt x="3982071" y="136642"/>
                </a:lnTo>
                <a:lnTo>
                  <a:pt x="3982594" y="136685"/>
                </a:lnTo>
                <a:lnTo>
                  <a:pt x="3983118" y="136718"/>
                </a:lnTo>
                <a:lnTo>
                  <a:pt x="3983642" y="136741"/>
                </a:lnTo>
                <a:lnTo>
                  <a:pt x="3984167" y="136756"/>
                </a:lnTo>
                <a:lnTo>
                  <a:pt x="3984694" y="136760"/>
                </a:lnTo>
                <a:lnTo>
                  <a:pt x="3985039" y="136759"/>
                </a:lnTo>
                <a:lnTo>
                  <a:pt x="3985379" y="136756"/>
                </a:lnTo>
                <a:lnTo>
                  <a:pt x="3985714" y="136750"/>
                </a:lnTo>
                <a:lnTo>
                  <a:pt x="3986044" y="136743"/>
                </a:lnTo>
                <a:lnTo>
                  <a:pt x="3986369" y="136733"/>
                </a:lnTo>
                <a:lnTo>
                  <a:pt x="3986688" y="136721"/>
                </a:lnTo>
                <a:lnTo>
                  <a:pt x="3987003" y="136707"/>
                </a:lnTo>
                <a:lnTo>
                  <a:pt x="3987313" y="136690"/>
                </a:lnTo>
                <a:lnTo>
                  <a:pt x="3987618" y="136671"/>
                </a:lnTo>
                <a:lnTo>
                  <a:pt x="3987917" y="136651"/>
                </a:lnTo>
                <a:lnTo>
                  <a:pt x="3988212" y="136628"/>
                </a:lnTo>
                <a:lnTo>
                  <a:pt x="3988501" y="136602"/>
                </a:lnTo>
                <a:lnTo>
                  <a:pt x="3988786" y="136575"/>
                </a:lnTo>
                <a:lnTo>
                  <a:pt x="3989065" y="136545"/>
                </a:lnTo>
                <a:lnTo>
                  <a:pt x="3989340" y="136514"/>
                </a:lnTo>
                <a:lnTo>
                  <a:pt x="3989609" y="136479"/>
                </a:lnTo>
                <a:lnTo>
                  <a:pt x="3989873" y="136443"/>
                </a:lnTo>
                <a:lnTo>
                  <a:pt x="3990133" y="136405"/>
                </a:lnTo>
                <a:lnTo>
                  <a:pt x="3990387" y="136364"/>
                </a:lnTo>
                <a:lnTo>
                  <a:pt x="3990636" y="136321"/>
                </a:lnTo>
                <a:lnTo>
                  <a:pt x="3990880" y="136277"/>
                </a:lnTo>
                <a:lnTo>
                  <a:pt x="3991119" y="136229"/>
                </a:lnTo>
                <a:lnTo>
                  <a:pt x="3991353" y="136180"/>
                </a:lnTo>
                <a:lnTo>
                  <a:pt x="3991582" y="136128"/>
                </a:lnTo>
                <a:lnTo>
                  <a:pt x="3991807" y="136081"/>
                </a:lnTo>
                <a:lnTo>
                  <a:pt x="3992027" y="136034"/>
                </a:lnTo>
                <a:lnTo>
                  <a:pt x="3992243" y="135986"/>
                </a:lnTo>
                <a:lnTo>
                  <a:pt x="3992455" y="135939"/>
                </a:lnTo>
                <a:lnTo>
                  <a:pt x="3992662" y="135891"/>
                </a:lnTo>
                <a:lnTo>
                  <a:pt x="3992866" y="135844"/>
                </a:lnTo>
                <a:lnTo>
                  <a:pt x="3993065" y="135797"/>
                </a:lnTo>
                <a:lnTo>
                  <a:pt x="3993261" y="135749"/>
                </a:lnTo>
                <a:lnTo>
                  <a:pt x="3993452" y="135702"/>
                </a:lnTo>
                <a:lnTo>
                  <a:pt x="3993638" y="135654"/>
                </a:lnTo>
                <a:lnTo>
                  <a:pt x="3993821" y="135607"/>
                </a:lnTo>
                <a:lnTo>
                  <a:pt x="3994000" y="135560"/>
                </a:lnTo>
                <a:lnTo>
                  <a:pt x="3994174" y="135512"/>
                </a:lnTo>
                <a:lnTo>
                  <a:pt x="3994344" y="135465"/>
                </a:lnTo>
                <a:lnTo>
                  <a:pt x="3994510" y="135417"/>
                </a:lnTo>
                <a:lnTo>
                  <a:pt x="3994672" y="135370"/>
                </a:lnTo>
                <a:lnTo>
                  <a:pt x="3994830" y="135323"/>
                </a:lnTo>
                <a:lnTo>
                  <a:pt x="3994983" y="135275"/>
                </a:lnTo>
                <a:lnTo>
                  <a:pt x="3995132" y="135228"/>
                </a:lnTo>
                <a:lnTo>
                  <a:pt x="3995278" y="135180"/>
                </a:lnTo>
                <a:lnTo>
                  <a:pt x="3995419" y="135133"/>
                </a:lnTo>
                <a:lnTo>
                  <a:pt x="3995555" y="135086"/>
                </a:lnTo>
                <a:lnTo>
                  <a:pt x="3995688" y="135038"/>
                </a:lnTo>
                <a:lnTo>
                  <a:pt x="3995817" y="134991"/>
                </a:lnTo>
                <a:lnTo>
                  <a:pt x="3992783" y="121593"/>
                </a:lnTo>
                <a:lnTo>
                  <a:pt x="3992703" y="121609"/>
                </a:lnTo>
                <a:lnTo>
                  <a:pt x="3992621" y="121625"/>
                </a:lnTo>
                <a:lnTo>
                  <a:pt x="3992536" y="121642"/>
                </a:lnTo>
                <a:lnTo>
                  <a:pt x="3992449" y="121660"/>
                </a:lnTo>
                <a:lnTo>
                  <a:pt x="3992361" y="121677"/>
                </a:lnTo>
                <a:lnTo>
                  <a:pt x="3992269" y="121696"/>
                </a:lnTo>
                <a:lnTo>
                  <a:pt x="3992176" y="121714"/>
                </a:lnTo>
                <a:lnTo>
                  <a:pt x="3992081" y="121733"/>
                </a:lnTo>
                <a:lnTo>
                  <a:pt x="3991983" y="121753"/>
                </a:lnTo>
                <a:lnTo>
                  <a:pt x="3991883" y="121773"/>
                </a:lnTo>
                <a:lnTo>
                  <a:pt x="3991781" y="121793"/>
                </a:lnTo>
                <a:lnTo>
                  <a:pt x="3991677" y="121814"/>
                </a:lnTo>
                <a:lnTo>
                  <a:pt x="3991571" y="121835"/>
                </a:lnTo>
                <a:lnTo>
                  <a:pt x="3991462" y="121857"/>
                </a:lnTo>
                <a:lnTo>
                  <a:pt x="3991351" y="121879"/>
                </a:lnTo>
                <a:lnTo>
                  <a:pt x="3991238" y="121902"/>
                </a:lnTo>
                <a:lnTo>
                  <a:pt x="3991123" y="121925"/>
                </a:lnTo>
                <a:lnTo>
                  <a:pt x="3991006" y="121948"/>
                </a:lnTo>
                <a:lnTo>
                  <a:pt x="3990886" y="121972"/>
                </a:lnTo>
                <a:lnTo>
                  <a:pt x="3990764" y="121997"/>
                </a:lnTo>
                <a:lnTo>
                  <a:pt x="3990640" y="122021"/>
                </a:lnTo>
                <a:lnTo>
                  <a:pt x="3990514" y="122047"/>
                </a:lnTo>
                <a:lnTo>
                  <a:pt x="3990386" y="122072"/>
                </a:lnTo>
                <a:lnTo>
                  <a:pt x="3990255" y="122098"/>
                </a:lnTo>
                <a:lnTo>
                  <a:pt x="3990122" y="122119"/>
                </a:lnTo>
                <a:lnTo>
                  <a:pt x="3989986" y="122139"/>
                </a:lnTo>
                <a:lnTo>
                  <a:pt x="3989846" y="122158"/>
                </a:lnTo>
                <a:lnTo>
                  <a:pt x="3989704" y="122176"/>
                </a:lnTo>
                <a:lnTo>
                  <a:pt x="3989558" y="122193"/>
                </a:lnTo>
                <a:lnTo>
                  <a:pt x="3989410" y="122209"/>
                </a:lnTo>
                <a:lnTo>
                  <a:pt x="3989258" y="122224"/>
                </a:lnTo>
                <a:lnTo>
                  <a:pt x="3989103" y="122239"/>
                </a:lnTo>
                <a:lnTo>
                  <a:pt x="3988946" y="122252"/>
                </a:lnTo>
                <a:lnTo>
                  <a:pt x="3988785" y="122265"/>
                </a:lnTo>
                <a:lnTo>
                  <a:pt x="3988621" y="122277"/>
                </a:lnTo>
                <a:lnTo>
                  <a:pt x="3988454" y="122288"/>
                </a:lnTo>
                <a:lnTo>
                  <a:pt x="3988284" y="122298"/>
                </a:lnTo>
                <a:lnTo>
                  <a:pt x="3988111" y="122307"/>
                </a:lnTo>
                <a:lnTo>
                  <a:pt x="3987935" y="122316"/>
                </a:lnTo>
                <a:lnTo>
                  <a:pt x="3987755" y="122323"/>
                </a:lnTo>
                <a:lnTo>
                  <a:pt x="3987573" y="122330"/>
                </a:lnTo>
                <a:lnTo>
                  <a:pt x="3987387" y="122335"/>
                </a:lnTo>
                <a:lnTo>
                  <a:pt x="3987199" y="122340"/>
                </a:lnTo>
                <a:lnTo>
                  <a:pt x="3987007" y="122344"/>
                </a:lnTo>
                <a:lnTo>
                  <a:pt x="3986813" y="122347"/>
                </a:lnTo>
                <a:lnTo>
                  <a:pt x="3986615" y="122349"/>
                </a:lnTo>
                <a:lnTo>
                  <a:pt x="3986414" y="122351"/>
                </a:lnTo>
                <a:lnTo>
                  <a:pt x="3986210" y="122351"/>
                </a:lnTo>
                <a:lnTo>
                  <a:pt x="3985937" y="122349"/>
                </a:lnTo>
                <a:lnTo>
                  <a:pt x="3985665" y="122344"/>
                </a:lnTo>
                <a:lnTo>
                  <a:pt x="3985394" y="122335"/>
                </a:lnTo>
                <a:lnTo>
                  <a:pt x="3985124" y="122323"/>
                </a:lnTo>
                <a:lnTo>
                  <a:pt x="3984855" y="122307"/>
                </a:lnTo>
                <a:lnTo>
                  <a:pt x="3984587" y="122288"/>
                </a:lnTo>
                <a:lnTo>
                  <a:pt x="3984320" y="122265"/>
                </a:lnTo>
                <a:lnTo>
                  <a:pt x="3984055" y="122239"/>
                </a:lnTo>
                <a:lnTo>
                  <a:pt x="3983790" y="122209"/>
                </a:lnTo>
                <a:lnTo>
                  <a:pt x="3983527" y="122176"/>
                </a:lnTo>
                <a:lnTo>
                  <a:pt x="3983264" y="122139"/>
                </a:lnTo>
                <a:lnTo>
                  <a:pt x="3983003" y="122098"/>
                </a:lnTo>
                <a:lnTo>
                  <a:pt x="3982743" y="122055"/>
                </a:lnTo>
                <a:lnTo>
                  <a:pt x="3982484" y="122007"/>
                </a:lnTo>
                <a:lnTo>
                  <a:pt x="3982226" y="121956"/>
                </a:lnTo>
                <a:lnTo>
                  <a:pt x="3981969" y="121902"/>
                </a:lnTo>
                <a:lnTo>
                  <a:pt x="3981714" y="121844"/>
                </a:lnTo>
                <a:lnTo>
                  <a:pt x="3981459" y="121782"/>
                </a:lnTo>
                <a:lnTo>
                  <a:pt x="3981205" y="121717"/>
                </a:lnTo>
                <a:lnTo>
                  <a:pt x="3980953" y="121649"/>
                </a:lnTo>
                <a:lnTo>
                  <a:pt x="3980701" y="121577"/>
                </a:lnTo>
                <a:lnTo>
                  <a:pt x="3980451" y="121502"/>
                </a:lnTo>
                <a:lnTo>
                  <a:pt x="3980202" y="121423"/>
                </a:lnTo>
                <a:lnTo>
                  <a:pt x="3979954" y="121340"/>
                </a:lnTo>
                <a:lnTo>
                  <a:pt x="3979713" y="121247"/>
                </a:lnTo>
                <a:lnTo>
                  <a:pt x="3979476" y="121147"/>
                </a:lnTo>
                <a:lnTo>
                  <a:pt x="3979243" y="121040"/>
                </a:lnTo>
                <a:lnTo>
                  <a:pt x="3979013" y="120926"/>
                </a:lnTo>
                <a:lnTo>
                  <a:pt x="3978787" y="120805"/>
                </a:lnTo>
                <a:lnTo>
                  <a:pt x="3978564" y="120676"/>
                </a:lnTo>
                <a:lnTo>
                  <a:pt x="3978344" y="120541"/>
                </a:lnTo>
                <a:lnTo>
                  <a:pt x="3978128" y="120399"/>
                </a:lnTo>
                <a:lnTo>
                  <a:pt x="3977916" y="120250"/>
                </a:lnTo>
                <a:lnTo>
                  <a:pt x="3977707" y="120094"/>
                </a:lnTo>
                <a:lnTo>
                  <a:pt x="3977501" y="119930"/>
                </a:lnTo>
                <a:lnTo>
                  <a:pt x="3977300" y="119760"/>
                </a:lnTo>
                <a:lnTo>
                  <a:pt x="3977101" y="119583"/>
                </a:lnTo>
                <a:lnTo>
                  <a:pt x="3976906" y="119398"/>
                </a:lnTo>
                <a:lnTo>
                  <a:pt x="3976715" y="119207"/>
                </a:lnTo>
                <a:lnTo>
                  <a:pt x="3976527" y="119009"/>
                </a:lnTo>
                <a:lnTo>
                  <a:pt x="3976343" y="118803"/>
                </a:lnTo>
                <a:lnTo>
                  <a:pt x="3976162" y="118591"/>
                </a:lnTo>
                <a:lnTo>
                  <a:pt x="3975985" y="118372"/>
                </a:lnTo>
                <a:lnTo>
                  <a:pt x="3975811" y="118145"/>
                </a:lnTo>
                <a:lnTo>
                  <a:pt x="3975640" y="117912"/>
                </a:lnTo>
                <a:lnTo>
                  <a:pt x="3975474" y="117671"/>
                </a:lnTo>
                <a:lnTo>
                  <a:pt x="3975310" y="117424"/>
                </a:lnTo>
                <a:lnTo>
                  <a:pt x="3975151" y="117169"/>
                </a:lnTo>
                <a:lnTo>
                  <a:pt x="3975001" y="116900"/>
                </a:lnTo>
                <a:lnTo>
                  <a:pt x="3974858" y="116620"/>
                </a:lnTo>
                <a:lnTo>
                  <a:pt x="3974721" y="116330"/>
                </a:lnTo>
                <a:lnTo>
                  <a:pt x="3974591" y="116028"/>
                </a:lnTo>
                <a:lnTo>
                  <a:pt x="3974467" y="115715"/>
                </a:lnTo>
                <a:lnTo>
                  <a:pt x="3974349" y="115392"/>
                </a:lnTo>
                <a:lnTo>
                  <a:pt x="3974238" y="115057"/>
                </a:lnTo>
                <a:lnTo>
                  <a:pt x="3974133" y="114711"/>
                </a:lnTo>
                <a:lnTo>
                  <a:pt x="3974034" y="114355"/>
                </a:lnTo>
                <a:lnTo>
                  <a:pt x="3973942" y="113987"/>
                </a:lnTo>
                <a:lnTo>
                  <a:pt x="3973856" y="113609"/>
                </a:lnTo>
                <a:lnTo>
                  <a:pt x="3973776" y="113219"/>
                </a:lnTo>
                <a:lnTo>
                  <a:pt x="3973703" y="112819"/>
                </a:lnTo>
                <a:lnTo>
                  <a:pt x="3973636" y="112407"/>
                </a:lnTo>
                <a:lnTo>
                  <a:pt x="3973576" y="111985"/>
                </a:lnTo>
                <a:lnTo>
                  <a:pt x="3973522" y="111551"/>
                </a:lnTo>
                <a:lnTo>
                  <a:pt x="3973474" y="111107"/>
                </a:lnTo>
                <a:lnTo>
                  <a:pt x="3973433" y="110652"/>
                </a:lnTo>
                <a:lnTo>
                  <a:pt x="3973398" y="110185"/>
                </a:lnTo>
                <a:lnTo>
                  <a:pt x="3973369" y="109708"/>
                </a:lnTo>
                <a:lnTo>
                  <a:pt x="3973347" y="109220"/>
                </a:lnTo>
                <a:lnTo>
                  <a:pt x="3973331" y="108721"/>
                </a:lnTo>
                <a:lnTo>
                  <a:pt x="3973321" y="108210"/>
                </a:lnTo>
                <a:lnTo>
                  <a:pt x="3973318" y="107689"/>
                </a:lnTo>
                <a:lnTo>
                  <a:pt x="3973318" y="51064"/>
                </a:lnTo>
                <a:lnTo>
                  <a:pt x="3994047" y="51064"/>
                </a:lnTo>
                <a:lnTo>
                  <a:pt x="3994047" y="38424"/>
                </a:lnTo>
                <a:lnTo>
                  <a:pt x="3973318" y="38424"/>
                </a:lnTo>
                <a:lnTo>
                  <a:pt x="3973318" y="15168"/>
                </a:lnTo>
                <a:lnTo>
                  <a:pt x="3958403" y="15168"/>
                </a:lnTo>
                <a:close/>
                <a:moveTo>
                  <a:pt x="4624144" y="20583"/>
                </a:moveTo>
                <a:lnTo>
                  <a:pt x="4624087" y="21152"/>
                </a:lnTo>
                <a:lnTo>
                  <a:pt x="4624020" y="21718"/>
                </a:lnTo>
                <a:lnTo>
                  <a:pt x="4623943" y="22281"/>
                </a:lnTo>
                <a:lnTo>
                  <a:pt x="4623855" y="22841"/>
                </a:lnTo>
                <a:lnTo>
                  <a:pt x="4623757" y="23399"/>
                </a:lnTo>
                <a:lnTo>
                  <a:pt x="4623649" y="23953"/>
                </a:lnTo>
                <a:lnTo>
                  <a:pt x="4623530" y="24505"/>
                </a:lnTo>
                <a:lnTo>
                  <a:pt x="4623401" y="25054"/>
                </a:lnTo>
                <a:lnTo>
                  <a:pt x="4623262" y="25600"/>
                </a:lnTo>
                <a:lnTo>
                  <a:pt x="4623113" y="26143"/>
                </a:lnTo>
                <a:lnTo>
                  <a:pt x="4622953" y="26684"/>
                </a:lnTo>
                <a:lnTo>
                  <a:pt x="4622783" y="27221"/>
                </a:lnTo>
                <a:lnTo>
                  <a:pt x="4622602" y="27756"/>
                </a:lnTo>
                <a:lnTo>
                  <a:pt x="4622411" y="28288"/>
                </a:lnTo>
                <a:lnTo>
                  <a:pt x="4622210" y="28817"/>
                </a:lnTo>
                <a:lnTo>
                  <a:pt x="4621999" y="29343"/>
                </a:lnTo>
                <a:lnTo>
                  <a:pt x="4621777" y="29866"/>
                </a:lnTo>
                <a:lnTo>
                  <a:pt x="4621545" y="30386"/>
                </a:lnTo>
                <a:lnTo>
                  <a:pt x="4621303" y="30904"/>
                </a:lnTo>
                <a:lnTo>
                  <a:pt x="4621059" y="31414"/>
                </a:lnTo>
                <a:lnTo>
                  <a:pt x="4620811" y="31922"/>
                </a:lnTo>
                <a:lnTo>
                  <a:pt x="4620559" y="32429"/>
                </a:lnTo>
                <a:lnTo>
                  <a:pt x="4620304" y="32935"/>
                </a:lnTo>
                <a:lnTo>
                  <a:pt x="4620045" y="33439"/>
                </a:lnTo>
                <a:lnTo>
                  <a:pt x="4619782" y="33941"/>
                </a:lnTo>
                <a:lnTo>
                  <a:pt x="4619515" y="34442"/>
                </a:lnTo>
                <a:lnTo>
                  <a:pt x="4619245" y="34941"/>
                </a:lnTo>
                <a:lnTo>
                  <a:pt x="4618971" y="35439"/>
                </a:lnTo>
                <a:lnTo>
                  <a:pt x="4618693" y="35935"/>
                </a:lnTo>
                <a:lnTo>
                  <a:pt x="4618412" y="36430"/>
                </a:lnTo>
                <a:lnTo>
                  <a:pt x="4618127" y="36923"/>
                </a:lnTo>
                <a:lnTo>
                  <a:pt x="4617838" y="37415"/>
                </a:lnTo>
                <a:lnTo>
                  <a:pt x="4617545" y="37905"/>
                </a:lnTo>
                <a:lnTo>
                  <a:pt x="4617249" y="38394"/>
                </a:lnTo>
                <a:lnTo>
                  <a:pt x="4616949" y="38881"/>
                </a:lnTo>
                <a:lnTo>
                  <a:pt x="4616645" y="39366"/>
                </a:lnTo>
                <a:lnTo>
                  <a:pt x="4616337" y="39850"/>
                </a:lnTo>
                <a:lnTo>
                  <a:pt x="4616026" y="40333"/>
                </a:lnTo>
                <a:lnTo>
                  <a:pt x="4615711" y="40814"/>
                </a:lnTo>
                <a:lnTo>
                  <a:pt x="4615392" y="41293"/>
                </a:lnTo>
                <a:lnTo>
                  <a:pt x="4615070" y="41771"/>
                </a:lnTo>
                <a:lnTo>
                  <a:pt x="4614744" y="42247"/>
                </a:lnTo>
                <a:lnTo>
                  <a:pt x="4614414" y="42722"/>
                </a:lnTo>
                <a:lnTo>
                  <a:pt x="4622504" y="49294"/>
                </a:lnTo>
                <a:lnTo>
                  <a:pt x="4622922" y="48955"/>
                </a:lnTo>
                <a:lnTo>
                  <a:pt x="4623336" y="48611"/>
                </a:lnTo>
                <a:lnTo>
                  <a:pt x="4623744" y="48262"/>
                </a:lnTo>
                <a:lnTo>
                  <a:pt x="4624147" y="47908"/>
                </a:lnTo>
                <a:lnTo>
                  <a:pt x="4624544" y="47549"/>
                </a:lnTo>
                <a:lnTo>
                  <a:pt x="4624937" y="47185"/>
                </a:lnTo>
                <a:lnTo>
                  <a:pt x="4625324" y="46817"/>
                </a:lnTo>
                <a:lnTo>
                  <a:pt x="4625706" y="46443"/>
                </a:lnTo>
                <a:lnTo>
                  <a:pt x="4626082" y="46065"/>
                </a:lnTo>
                <a:lnTo>
                  <a:pt x="4626453" y="45682"/>
                </a:lnTo>
                <a:lnTo>
                  <a:pt x="4626819" y="45295"/>
                </a:lnTo>
                <a:lnTo>
                  <a:pt x="4627180" y="44902"/>
                </a:lnTo>
                <a:lnTo>
                  <a:pt x="4627536" y="44505"/>
                </a:lnTo>
                <a:lnTo>
                  <a:pt x="4627886" y="44103"/>
                </a:lnTo>
                <a:lnTo>
                  <a:pt x="4628231" y="43695"/>
                </a:lnTo>
                <a:lnTo>
                  <a:pt x="4628570" y="43284"/>
                </a:lnTo>
                <a:lnTo>
                  <a:pt x="4628905" y="42867"/>
                </a:lnTo>
                <a:lnTo>
                  <a:pt x="4629234" y="42445"/>
                </a:lnTo>
                <a:lnTo>
                  <a:pt x="4629558" y="42019"/>
                </a:lnTo>
                <a:lnTo>
                  <a:pt x="4629876" y="41588"/>
                </a:lnTo>
                <a:lnTo>
                  <a:pt x="4630190" y="41152"/>
                </a:lnTo>
                <a:lnTo>
                  <a:pt x="4630498" y="40711"/>
                </a:lnTo>
                <a:lnTo>
                  <a:pt x="4630800" y="40265"/>
                </a:lnTo>
                <a:lnTo>
                  <a:pt x="4631098" y="39815"/>
                </a:lnTo>
                <a:lnTo>
                  <a:pt x="4631395" y="39356"/>
                </a:lnTo>
                <a:lnTo>
                  <a:pt x="4631686" y="38896"/>
                </a:lnTo>
                <a:lnTo>
                  <a:pt x="4631971" y="38435"/>
                </a:lnTo>
                <a:lnTo>
                  <a:pt x="4632250" y="37973"/>
                </a:lnTo>
                <a:lnTo>
                  <a:pt x="4632522" y="37510"/>
                </a:lnTo>
                <a:lnTo>
                  <a:pt x="4632789" y="37046"/>
                </a:lnTo>
                <a:lnTo>
                  <a:pt x="4633049" y="36581"/>
                </a:lnTo>
                <a:lnTo>
                  <a:pt x="4633303" y="36114"/>
                </a:lnTo>
                <a:lnTo>
                  <a:pt x="4633551" y="35647"/>
                </a:lnTo>
                <a:lnTo>
                  <a:pt x="4633793" y="35178"/>
                </a:lnTo>
                <a:lnTo>
                  <a:pt x="4634029" y="34708"/>
                </a:lnTo>
                <a:lnTo>
                  <a:pt x="4634258" y="34237"/>
                </a:lnTo>
                <a:lnTo>
                  <a:pt x="4634482" y="33766"/>
                </a:lnTo>
                <a:lnTo>
                  <a:pt x="4634699" y="33293"/>
                </a:lnTo>
                <a:lnTo>
                  <a:pt x="4634910" y="32819"/>
                </a:lnTo>
                <a:lnTo>
                  <a:pt x="4635115" y="32343"/>
                </a:lnTo>
                <a:lnTo>
                  <a:pt x="4635314" y="31867"/>
                </a:lnTo>
                <a:lnTo>
                  <a:pt x="4635506" y="31390"/>
                </a:lnTo>
                <a:lnTo>
                  <a:pt x="4635693" y="30911"/>
                </a:lnTo>
                <a:lnTo>
                  <a:pt x="4635873" y="30432"/>
                </a:lnTo>
                <a:lnTo>
                  <a:pt x="4636047" y="29951"/>
                </a:lnTo>
                <a:lnTo>
                  <a:pt x="4636215" y="29469"/>
                </a:lnTo>
                <a:lnTo>
                  <a:pt x="4636377" y="28986"/>
                </a:lnTo>
                <a:lnTo>
                  <a:pt x="4636533" y="28502"/>
                </a:lnTo>
                <a:lnTo>
                  <a:pt x="4636688" y="28014"/>
                </a:lnTo>
                <a:lnTo>
                  <a:pt x="4636836" y="27528"/>
                </a:lnTo>
                <a:lnTo>
                  <a:pt x="4636977" y="27044"/>
                </a:lnTo>
                <a:lnTo>
                  <a:pt x="4637112" y="26562"/>
                </a:lnTo>
                <a:lnTo>
                  <a:pt x="4637240" y="26084"/>
                </a:lnTo>
                <a:lnTo>
                  <a:pt x="4637362" y="25607"/>
                </a:lnTo>
                <a:lnTo>
                  <a:pt x="4637477" y="25133"/>
                </a:lnTo>
                <a:lnTo>
                  <a:pt x="4637586" y="24661"/>
                </a:lnTo>
                <a:lnTo>
                  <a:pt x="4637688" y="24192"/>
                </a:lnTo>
                <a:lnTo>
                  <a:pt x="4637784" y="23725"/>
                </a:lnTo>
                <a:lnTo>
                  <a:pt x="4637873" y="23261"/>
                </a:lnTo>
                <a:lnTo>
                  <a:pt x="4637955" y="22799"/>
                </a:lnTo>
                <a:lnTo>
                  <a:pt x="4638031" y="22339"/>
                </a:lnTo>
                <a:lnTo>
                  <a:pt x="4638100" y="21882"/>
                </a:lnTo>
                <a:lnTo>
                  <a:pt x="4638162" y="21427"/>
                </a:lnTo>
                <a:lnTo>
                  <a:pt x="4638218" y="20975"/>
                </a:lnTo>
                <a:lnTo>
                  <a:pt x="4638268" y="20525"/>
                </a:lnTo>
                <a:lnTo>
                  <a:pt x="4638311" y="20077"/>
                </a:lnTo>
                <a:lnTo>
                  <a:pt x="4638347" y="19632"/>
                </a:lnTo>
                <a:lnTo>
                  <a:pt x="4638376" y="19189"/>
                </a:lnTo>
                <a:lnTo>
                  <a:pt x="4638400" y="18749"/>
                </a:lnTo>
                <a:lnTo>
                  <a:pt x="4638416" y="18311"/>
                </a:lnTo>
                <a:lnTo>
                  <a:pt x="4638426" y="17876"/>
                </a:lnTo>
                <a:lnTo>
                  <a:pt x="4638429" y="17443"/>
                </a:lnTo>
                <a:lnTo>
                  <a:pt x="4638429" y="6067"/>
                </a:lnTo>
                <a:lnTo>
                  <a:pt x="4624273" y="6067"/>
                </a:lnTo>
                <a:lnTo>
                  <a:pt x="4624273" y="17695"/>
                </a:lnTo>
                <a:lnTo>
                  <a:pt x="4624268" y="18279"/>
                </a:lnTo>
                <a:lnTo>
                  <a:pt x="4624252" y="18859"/>
                </a:lnTo>
                <a:lnTo>
                  <a:pt x="4624226" y="19436"/>
                </a:lnTo>
                <a:lnTo>
                  <a:pt x="4624190" y="20011"/>
                </a:lnTo>
                <a:lnTo>
                  <a:pt x="4624144" y="20583"/>
                </a:lnTo>
                <a:close/>
                <a:moveTo>
                  <a:pt x="4656548" y="20011"/>
                </a:moveTo>
                <a:lnTo>
                  <a:pt x="4656501" y="20583"/>
                </a:lnTo>
                <a:lnTo>
                  <a:pt x="4656445" y="21152"/>
                </a:lnTo>
                <a:lnTo>
                  <a:pt x="4656378" y="21718"/>
                </a:lnTo>
                <a:lnTo>
                  <a:pt x="4656300" y="22281"/>
                </a:lnTo>
                <a:lnTo>
                  <a:pt x="4656213" y="22841"/>
                </a:lnTo>
                <a:lnTo>
                  <a:pt x="4656115" y="23399"/>
                </a:lnTo>
                <a:lnTo>
                  <a:pt x="4656006" y="23953"/>
                </a:lnTo>
                <a:lnTo>
                  <a:pt x="4655888" y="24505"/>
                </a:lnTo>
                <a:lnTo>
                  <a:pt x="4655759" y="25054"/>
                </a:lnTo>
                <a:lnTo>
                  <a:pt x="4655620" y="25600"/>
                </a:lnTo>
                <a:lnTo>
                  <a:pt x="4655470" y="26143"/>
                </a:lnTo>
                <a:lnTo>
                  <a:pt x="4655310" y="26684"/>
                </a:lnTo>
                <a:lnTo>
                  <a:pt x="4655140" y="27221"/>
                </a:lnTo>
                <a:lnTo>
                  <a:pt x="4654959" y="27756"/>
                </a:lnTo>
                <a:lnTo>
                  <a:pt x="4654769" y="28288"/>
                </a:lnTo>
                <a:lnTo>
                  <a:pt x="4654568" y="28817"/>
                </a:lnTo>
                <a:lnTo>
                  <a:pt x="4654356" y="29343"/>
                </a:lnTo>
                <a:lnTo>
                  <a:pt x="4654134" y="29866"/>
                </a:lnTo>
                <a:lnTo>
                  <a:pt x="4653902" y="30386"/>
                </a:lnTo>
                <a:lnTo>
                  <a:pt x="4653660" y="30904"/>
                </a:lnTo>
                <a:lnTo>
                  <a:pt x="4653416" y="31414"/>
                </a:lnTo>
                <a:lnTo>
                  <a:pt x="4653168" y="31922"/>
                </a:lnTo>
                <a:lnTo>
                  <a:pt x="4652916" y="32429"/>
                </a:lnTo>
                <a:lnTo>
                  <a:pt x="4652661" y="32935"/>
                </a:lnTo>
                <a:lnTo>
                  <a:pt x="4652402" y="33439"/>
                </a:lnTo>
                <a:lnTo>
                  <a:pt x="4652139" y="33941"/>
                </a:lnTo>
                <a:lnTo>
                  <a:pt x="4651873" y="34442"/>
                </a:lnTo>
                <a:lnTo>
                  <a:pt x="4651602" y="34941"/>
                </a:lnTo>
                <a:lnTo>
                  <a:pt x="4651328" y="35439"/>
                </a:lnTo>
                <a:lnTo>
                  <a:pt x="4651051" y="35935"/>
                </a:lnTo>
                <a:lnTo>
                  <a:pt x="4650769" y="36430"/>
                </a:lnTo>
                <a:lnTo>
                  <a:pt x="4650484" y="36923"/>
                </a:lnTo>
                <a:lnTo>
                  <a:pt x="4650195" y="37415"/>
                </a:lnTo>
                <a:lnTo>
                  <a:pt x="4649903" y="37905"/>
                </a:lnTo>
                <a:lnTo>
                  <a:pt x="4649606" y="38394"/>
                </a:lnTo>
                <a:lnTo>
                  <a:pt x="4649306" y="38881"/>
                </a:lnTo>
                <a:lnTo>
                  <a:pt x="4649002" y="39366"/>
                </a:lnTo>
                <a:lnTo>
                  <a:pt x="4648695" y="39850"/>
                </a:lnTo>
                <a:lnTo>
                  <a:pt x="4648384" y="40333"/>
                </a:lnTo>
                <a:lnTo>
                  <a:pt x="4648069" y="40814"/>
                </a:lnTo>
                <a:lnTo>
                  <a:pt x="4647750" y="41293"/>
                </a:lnTo>
                <a:lnTo>
                  <a:pt x="4647427" y="41771"/>
                </a:lnTo>
                <a:lnTo>
                  <a:pt x="4647101" y="42247"/>
                </a:lnTo>
                <a:lnTo>
                  <a:pt x="4646771" y="42722"/>
                </a:lnTo>
                <a:lnTo>
                  <a:pt x="4654861" y="49294"/>
                </a:lnTo>
                <a:lnTo>
                  <a:pt x="4655280" y="48955"/>
                </a:lnTo>
                <a:lnTo>
                  <a:pt x="4655693" y="48611"/>
                </a:lnTo>
                <a:lnTo>
                  <a:pt x="4656101" y="48262"/>
                </a:lnTo>
                <a:lnTo>
                  <a:pt x="4656504" y="47908"/>
                </a:lnTo>
                <a:lnTo>
                  <a:pt x="4656902" y="47549"/>
                </a:lnTo>
                <a:lnTo>
                  <a:pt x="4657294" y="47185"/>
                </a:lnTo>
                <a:lnTo>
                  <a:pt x="4657681" y="46817"/>
                </a:lnTo>
                <a:lnTo>
                  <a:pt x="4658063" y="46443"/>
                </a:lnTo>
                <a:lnTo>
                  <a:pt x="4658439" y="46065"/>
                </a:lnTo>
                <a:lnTo>
                  <a:pt x="4658811" y="45682"/>
                </a:lnTo>
                <a:lnTo>
                  <a:pt x="4659177" y="45295"/>
                </a:lnTo>
                <a:lnTo>
                  <a:pt x="4659537" y="44902"/>
                </a:lnTo>
                <a:lnTo>
                  <a:pt x="4659893" y="44505"/>
                </a:lnTo>
                <a:lnTo>
                  <a:pt x="4660243" y="44103"/>
                </a:lnTo>
                <a:lnTo>
                  <a:pt x="4660588" y="43695"/>
                </a:lnTo>
                <a:lnTo>
                  <a:pt x="4660928" y="43284"/>
                </a:lnTo>
                <a:lnTo>
                  <a:pt x="4661262" y="42867"/>
                </a:lnTo>
                <a:lnTo>
                  <a:pt x="4661591" y="42445"/>
                </a:lnTo>
                <a:lnTo>
                  <a:pt x="4661915" y="42019"/>
                </a:lnTo>
                <a:lnTo>
                  <a:pt x="4662234" y="41588"/>
                </a:lnTo>
                <a:lnTo>
                  <a:pt x="4662547" y="41152"/>
                </a:lnTo>
                <a:lnTo>
                  <a:pt x="4662855" y="40711"/>
                </a:lnTo>
                <a:lnTo>
                  <a:pt x="4663158" y="40265"/>
                </a:lnTo>
                <a:lnTo>
                  <a:pt x="4663456" y="39815"/>
                </a:lnTo>
                <a:lnTo>
                  <a:pt x="4663753" y="39356"/>
                </a:lnTo>
                <a:lnTo>
                  <a:pt x="4664044" y="38896"/>
                </a:lnTo>
                <a:lnTo>
                  <a:pt x="4664328" y="38435"/>
                </a:lnTo>
                <a:lnTo>
                  <a:pt x="4664607" y="37973"/>
                </a:lnTo>
                <a:lnTo>
                  <a:pt x="4664880" y="37510"/>
                </a:lnTo>
                <a:lnTo>
                  <a:pt x="4665146" y="37046"/>
                </a:lnTo>
                <a:lnTo>
                  <a:pt x="4665406" y="36581"/>
                </a:lnTo>
                <a:lnTo>
                  <a:pt x="4665660" y="36114"/>
                </a:lnTo>
                <a:lnTo>
                  <a:pt x="4665908" y="35647"/>
                </a:lnTo>
                <a:lnTo>
                  <a:pt x="4666150" y="35178"/>
                </a:lnTo>
                <a:lnTo>
                  <a:pt x="4666386" y="34708"/>
                </a:lnTo>
                <a:lnTo>
                  <a:pt x="4666615" y="34237"/>
                </a:lnTo>
                <a:lnTo>
                  <a:pt x="4666839" y="33766"/>
                </a:lnTo>
                <a:lnTo>
                  <a:pt x="4667056" y="33293"/>
                </a:lnTo>
                <a:lnTo>
                  <a:pt x="4667267" y="32819"/>
                </a:lnTo>
                <a:lnTo>
                  <a:pt x="4667472" y="32343"/>
                </a:lnTo>
                <a:lnTo>
                  <a:pt x="4667671" y="31867"/>
                </a:lnTo>
                <a:lnTo>
                  <a:pt x="4667864" y="31390"/>
                </a:lnTo>
                <a:lnTo>
                  <a:pt x="4668050" y="30911"/>
                </a:lnTo>
                <a:lnTo>
                  <a:pt x="4668230" y="30432"/>
                </a:lnTo>
                <a:lnTo>
                  <a:pt x="4668405" y="29951"/>
                </a:lnTo>
                <a:lnTo>
                  <a:pt x="4668573" y="29469"/>
                </a:lnTo>
                <a:lnTo>
                  <a:pt x="4668735" y="28986"/>
                </a:lnTo>
                <a:lnTo>
                  <a:pt x="4668890" y="28502"/>
                </a:lnTo>
                <a:lnTo>
                  <a:pt x="4669045" y="28014"/>
                </a:lnTo>
                <a:lnTo>
                  <a:pt x="4669193" y="27528"/>
                </a:lnTo>
                <a:lnTo>
                  <a:pt x="4669335" y="27044"/>
                </a:lnTo>
                <a:lnTo>
                  <a:pt x="4669470" y="26562"/>
                </a:lnTo>
                <a:lnTo>
                  <a:pt x="4669598" y="26084"/>
                </a:lnTo>
                <a:lnTo>
                  <a:pt x="4669720" y="25607"/>
                </a:lnTo>
                <a:lnTo>
                  <a:pt x="4669835" y="25133"/>
                </a:lnTo>
                <a:lnTo>
                  <a:pt x="4669944" y="24661"/>
                </a:lnTo>
                <a:lnTo>
                  <a:pt x="4670046" y="24192"/>
                </a:lnTo>
                <a:lnTo>
                  <a:pt x="4670141" y="23725"/>
                </a:lnTo>
                <a:lnTo>
                  <a:pt x="4670230" y="23261"/>
                </a:lnTo>
                <a:lnTo>
                  <a:pt x="4670312" y="22799"/>
                </a:lnTo>
                <a:lnTo>
                  <a:pt x="4670388" y="22339"/>
                </a:lnTo>
                <a:lnTo>
                  <a:pt x="4670457" y="21882"/>
                </a:lnTo>
                <a:lnTo>
                  <a:pt x="4670519" y="21427"/>
                </a:lnTo>
                <a:lnTo>
                  <a:pt x="4670575" y="20975"/>
                </a:lnTo>
                <a:lnTo>
                  <a:pt x="4670625" y="20525"/>
                </a:lnTo>
                <a:lnTo>
                  <a:pt x="4670667" y="20077"/>
                </a:lnTo>
                <a:lnTo>
                  <a:pt x="4670704" y="19632"/>
                </a:lnTo>
                <a:lnTo>
                  <a:pt x="4670733" y="19189"/>
                </a:lnTo>
                <a:lnTo>
                  <a:pt x="4670756" y="18749"/>
                </a:lnTo>
                <a:lnTo>
                  <a:pt x="4670773" y="18311"/>
                </a:lnTo>
                <a:lnTo>
                  <a:pt x="4670783" y="17876"/>
                </a:lnTo>
                <a:lnTo>
                  <a:pt x="4670786" y="17443"/>
                </a:lnTo>
                <a:lnTo>
                  <a:pt x="4670786" y="6067"/>
                </a:lnTo>
                <a:lnTo>
                  <a:pt x="4656630" y="6067"/>
                </a:lnTo>
                <a:lnTo>
                  <a:pt x="4656630" y="17695"/>
                </a:lnTo>
                <a:lnTo>
                  <a:pt x="4656625" y="18279"/>
                </a:lnTo>
                <a:lnTo>
                  <a:pt x="4656610" y="18859"/>
                </a:lnTo>
                <a:lnTo>
                  <a:pt x="4656584" y="19436"/>
                </a:lnTo>
                <a:lnTo>
                  <a:pt x="4656548" y="20011"/>
                </a:lnTo>
                <a:close/>
                <a:moveTo>
                  <a:pt x="4224901" y="87881"/>
                </a:moveTo>
                <a:lnTo>
                  <a:pt x="4226037" y="87757"/>
                </a:lnTo>
                <a:lnTo>
                  <a:pt x="4227154" y="87613"/>
                </a:lnTo>
                <a:lnTo>
                  <a:pt x="4228253" y="87451"/>
                </a:lnTo>
                <a:lnTo>
                  <a:pt x="4229332" y="87270"/>
                </a:lnTo>
                <a:lnTo>
                  <a:pt x="4230393" y="87069"/>
                </a:lnTo>
                <a:lnTo>
                  <a:pt x="4231434" y="86850"/>
                </a:lnTo>
                <a:lnTo>
                  <a:pt x="4232457" y="86611"/>
                </a:lnTo>
                <a:lnTo>
                  <a:pt x="4233461" y="86353"/>
                </a:lnTo>
                <a:lnTo>
                  <a:pt x="4234446" y="86077"/>
                </a:lnTo>
                <a:lnTo>
                  <a:pt x="4235412" y="85781"/>
                </a:lnTo>
                <a:lnTo>
                  <a:pt x="4236360" y="85466"/>
                </a:lnTo>
                <a:lnTo>
                  <a:pt x="4237288" y="85132"/>
                </a:lnTo>
                <a:lnTo>
                  <a:pt x="4238198" y="84778"/>
                </a:lnTo>
                <a:lnTo>
                  <a:pt x="4239088" y="84406"/>
                </a:lnTo>
                <a:lnTo>
                  <a:pt x="4239960" y="84015"/>
                </a:lnTo>
                <a:lnTo>
                  <a:pt x="4240813" y="83604"/>
                </a:lnTo>
                <a:lnTo>
                  <a:pt x="4241647" y="83175"/>
                </a:lnTo>
                <a:lnTo>
                  <a:pt x="4242462" y="82726"/>
                </a:lnTo>
                <a:lnTo>
                  <a:pt x="4243259" y="82256"/>
                </a:lnTo>
                <a:lnTo>
                  <a:pt x="4244039" y="81773"/>
                </a:lnTo>
                <a:lnTo>
                  <a:pt x="4244801" y="81277"/>
                </a:lnTo>
                <a:lnTo>
                  <a:pt x="4245545" y="80767"/>
                </a:lnTo>
                <a:lnTo>
                  <a:pt x="4246272" y="80244"/>
                </a:lnTo>
                <a:lnTo>
                  <a:pt x="4246981" y="79708"/>
                </a:lnTo>
                <a:lnTo>
                  <a:pt x="4247673" y="79159"/>
                </a:lnTo>
                <a:lnTo>
                  <a:pt x="4248347" y="78597"/>
                </a:lnTo>
                <a:lnTo>
                  <a:pt x="4249003" y="78022"/>
                </a:lnTo>
                <a:lnTo>
                  <a:pt x="4249642" y="77433"/>
                </a:lnTo>
                <a:lnTo>
                  <a:pt x="4250264" y="76832"/>
                </a:lnTo>
                <a:lnTo>
                  <a:pt x="4250868" y="76217"/>
                </a:lnTo>
                <a:lnTo>
                  <a:pt x="4251454" y="75589"/>
                </a:lnTo>
                <a:lnTo>
                  <a:pt x="4252023" y="74947"/>
                </a:lnTo>
                <a:lnTo>
                  <a:pt x="4252574" y="74293"/>
                </a:lnTo>
                <a:lnTo>
                  <a:pt x="4253108" y="73626"/>
                </a:lnTo>
                <a:lnTo>
                  <a:pt x="4253624" y="72945"/>
                </a:lnTo>
                <a:lnTo>
                  <a:pt x="4254122" y="72251"/>
                </a:lnTo>
                <a:lnTo>
                  <a:pt x="4254603" y="71544"/>
                </a:lnTo>
                <a:lnTo>
                  <a:pt x="4255067" y="70824"/>
                </a:lnTo>
                <a:lnTo>
                  <a:pt x="4255513" y="70090"/>
                </a:lnTo>
                <a:lnTo>
                  <a:pt x="4255941" y="69344"/>
                </a:lnTo>
                <a:lnTo>
                  <a:pt x="4256352" y="68584"/>
                </a:lnTo>
                <a:lnTo>
                  <a:pt x="4256745" y="67811"/>
                </a:lnTo>
                <a:lnTo>
                  <a:pt x="4257127" y="67028"/>
                </a:lnTo>
                <a:lnTo>
                  <a:pt x="4257492" y="66238"/>
                </a:lnTo>
                <a:lnTo>
                  <a:pt x="4257841" y="65440"/>
                </a:lnTo>
                <a:lnTo>
                  <a:pt x="4258174" y="64636"/>
                </a:lnTo>
                <a:lnTo>
                  <a:pt x="4258491" y="63824"/>
                </a:lnTo>
                <a:lnTo>
                  <a:pt x="4258791" y="63004"/>
                </a:lnTo>
                <a:lnTo>
                  <a:pt x="4259075" y="62178"/>
                </a:lnTo>
                <a:lnTo>
                  <a:pt x="4259343" y="61344"/>
                </a:lnTo>
                <a:lnTo>
                  <a:pt x="4259595" y="60503"/>
                </a:lnTo>
                <a:lnTo>
                  <a:pt x="4259830" y="59655"/>
                </a:lnTo>
                <a:lnTo>
                  <a:pt x="4260050" y="58799"/>
                </a:lnTo>
                <a:lnTo>
                  <a:pt x="4260253" y="57937"/>
                </a:lnTo>
                <a:lnTo>
                  <a:pt x="4260439" y="57067"/>
                </a:lnTo>
                <a:lnTo>
                  <a:pt x="4260610" y="56190"/>
                </a:lnTo>
                <a:lnTo>
                  <a:pt x="4260764" y="55305"/>
                </a:lnTo>
                <a:lnTo>
                  <a:pt x="4260902" y="54413"/>
                </a:lnTo>
                <a:lnTo>
                  <a:pt x="4261024" y="53515"/>
                </a:lnTo>
                <a:lnTo>
                  <a:pt x="4261129" y="52608"/>
                </a:lnTo>
                <a:lnTo>
                  <a:pt x="4261219" y="51695"/>
                </a:lnTo>
                <a:lnTo>
                  <a:pt x="4261292" y="50774"/>
                </a:lnTo>
                <a:lnTo>
                  <a:pt x="4261349" y="49846"/>
                </a:lnTo>
                <a:lnTo>
                  <a:pt x="4261389" y="48911"/>
                </a:lnTo>
                <a:lnTo>
                  <a:pt x="4261414" y="47969"/>
                </a:lnTo>
                <a:lnTo>
                  <a:pt x="4261422" y="47019"/>
                </a:lnTo>
                <a:lnTo>
                  <a:pt x="4261414" y="46070"/>
                </a:lnTo>
                <a:lnTo>
                  <a:pt x="4261389" y="45128"/>
                </a:lnTo>
                <a:lnTo>
                  <a:pt x="4261349" y="44193"/>
                </a:lnTo>
                <a:lnTo>
                  <a:pt x="4261292" y="43266"/>
                </a:lnTo>
                <a:lnTo>
                  <a:pt x="4261219" y="42346"/>
                </a:lnTo>
                <a:lnTo>
                  <a:pt x="4261129" y="41434"/>
                </a:lnTo>
                <a:lnTo>
                  <a:pt x="4261024" y="40529"/>
                </a:lnTo>
                <a:lnTo>
                  <a:pt x="4260902" y="39632"/>
                </a:lnTo>
                <a:lnTo>
                  <a:pt x="4260764" y="38742"/>
                </a:lnTo>
                <a:lnTo>
                  <a:pt x="4260610" y="37860"/>
                </a:lnTo>
                <a:lnTo>
                  <a:pt x="4260439" y="36985"/>
                </a:lnTo>
                <a:lnTo>
                  <a:pt x="4260253" y="36118"/>
                </a:lnTo>
                <a:lnTo>
                  <a:pt x="4260050" y="35258"/>
                </a:lnTo>
                <a:lnTo>
                  <a:pt x="4259830" y="34405"/>
                </a:lnTo>
                <a:lnTo>
                  <a:pt x="4259595" y="33560"/>
                </a:lnTo>
                <a:lnTo>
                  <a:pt x="4259343" y="32722"/>
                </a:lnTo>
                <a:lnTo>
                  <a:pt x="4259075" y="31892"/>
                </a:lnTo>
                <a:lnTo>
                  <a:pt x="4258791" y="31070"/>
                </a:lnTo>
                <a:lnTo>
                  <a:pt x="4258491" y="30254"/>
                </a:lnTo>
                <a:lnTo>
                  <a:pt x="4258174" y="29447"/>
                </a:lnTo>
                <a:lnTo>
                  <a:pt x="4257841" y="28646"/>
                </a:lnTo>
                <a:lnTo>
                  <a:pt x="4257492" y="27854"/>
                </a:lnTo>
                <a:lnTo>
                  <a:pt x="4257127" y="27068"/>
                </a:lnTo>
                <a:lnTo>
                  <a:pt x="4256745" y="26290"/>
                </a:lnTo>
                <a:lnTo>
                  <a:pt x="4256347" y="25523"/>
                </a:lnTo>
                <a:lnTo>
                  <a:pt x="4255931" y="24769"/>
                </a:lnTo>
                <a:lnTo>
                  <a:pt x="4255497" y="24028"/>
                </a:lnTo>
                <a:lnTo>
                  <a:pt x="4255046" y="23301"/>
                </a:lnTo>
                <a:lnTo>
                  <a:pt x="4254577" y="22587"/>
                </a:lnTo>
                <a:lnTo>
                  <a:pt x="4254091" y="21886"/>
                </a:lnTo>
                <a:lnTo>
                  <a:pt x="4253587" y="21199"/>
                </a:lnTo>
                <a:lnTo>
                  <a:pt x="4253066" y="20525"/>
                </a:lnTo>
                <a:lnTo>
                  <a:pt x="4252527" y="19865"/>
                </a:lnTo>
                <a:lnTo>
                  <a:pt x="4251970" y="19218"/>
                </a:lnTo>
                <a:lnTo>
                  <a:pt x="4251396" y="18584"/>
                </a:lnTo>
                <a:lnTo>
                  <a:pt x="4250804" y="17964"/>
                </a:lnTo>
                <a:lnTo>
                  <a:pt x="4250195" y="17357"/>
                </a:lnTo>
                <a:lnTo>
                  <a:pt x="4249569" y="16764"/>
                </a:lnTo>
                <a:lnTo>
                  <a:pt x="4248924" y="16184"/>
                </a:lnTo>
                <a:lnTo>
                  <a:pt x="4248262" y="15617"/>
                </a:lnTo>
                <a:lnTo>
                  <a:pt x="4247583" y="15064"/>
                </a:lnTo>
                <a:lnTo>
                  <a:pt x="4246886" y="14524"/>
                </a:lnTo>
                <a:lnTo>
                  <a:pt x="4246172" y="13997"/>
                </a:lnTo>
                <a:lnTo>
                  <a:pt x="4245440" y="13484"/>
                </a:lnTo>
                <a:lnTo>
                  <a:pt x="4244690" y="12984"/>
                </a:lnTo>
                <a:lnTo>
                  <a:pt x="4243923" y="12498"/>
                </a:lnTo>
                <a:lnTo>
                  <a:pt x="4243138" y="12025"/>
                </a:lnTo>
                <a:lnTo>
                  <a:pt x="4242336" y="11565"/>
                </a:lnTo>
                <a:lnTo>
                  <a:pt x="4241520" y="11117"/>
                </a:lnTo>
                <a:lnTo>
                  <a:pt x="4240686" y="10687"/>
                </a:lnTo>
                <a:lnTo>
                  <a:pt x="4239832" y="10277"/>
                </a:lnTo>
                <a:lnTo>
                  <a:pt x="4238958" y="9885"/>
                </a:lnTo>
                <a:lnTo>
                  <a:pt x="4238066" y="9513"/>
                </a:lnTo>
                <a:lnTo>
                  <a:pt x="4237154" y="9160"/>
                </a:lnTo>
                <a:lnTo>
                  <a:pt x="4236222" y="8826"/>
                </a:lnTo>
                <a:lnTo>
                  <a:pt x="4235272" y="8511"/>
                </a:lnTo>
                <a:lnTo>
                  <a:pt x="4234302" y="8215"/>
                </a:lnTo>
                <a:lnTo>
                  <a:pt x="4233313" y="7938"/>
                </a:lnTo>
                <a:lnTo>
                  <a:pt x="4232304" y="7680"/>
                </a:lnTo>
                <a:lnTo>
                  <a:pt x="4231276" y="7442"/>
                </a:lnTo>
                <a:lnTo>
                  <a:pt x="4230229" y="7222"/>
                </a:lnTo>
                <a:lnTo>
                  <a:pt x="4229163" y="7022"/>
                </a:lnTo>
                <a:lnTo>
                  <a:pt x="4228077" y="6840"/>
                </a:lnTo>
                <a:lnTo>
                  <a:pt x="4226972" y="6678"/>
                </a:lnTo>
                <a:lnTo>
                  <a:pt x="4225847" y="6535"/>
                </a:lnTo>
                <a:lnTo>
                  <a:pt x="4224704" y="6411"/>
                </a:lnTo>
                <a:lnTo>
                  <a:pt x="4223541" y="6306"/>
                </a:lnTo>
                <a:lnTo>
                  <a:pt x="4222358" y="6220"/>
                </a:lnTo>
                <a:lnTo>
                  <a:pt x="4221157" y="6153"/>
                </a:lnTo>
                <a:lnTo>
                  <a:pt x="4219936" y="6105"/>
                </a:lnTo>
                <a:lnTo>
                  <a:pt x="4218696" y="6077"/>
                </a:lnTo>
                <a:lnTo>
                  <a:pt x="4217436" y="6067"/>
                </a:lnTo>
                <a:lnTo>
                  <a:pt x="4173703" y="6067"/>
                </a:lnTo>
                <a:lnTo>
                  <a:pt x="4173703" y="135496"/>
                </a:lnTo>
                <a:lnTo>
                  <a:pt x="4189376" y="135496"/>
                </a:lnTo>
                <a:lnTo>
                  <a:pt x="4189376" y="88224"/>
                </a:lnTo>
                <a:lnTo>
                  <a:pt x="4217689" y="88224"/>
                </a:lnTo>
                <a:lnTo>
                  <a:pt x="4218938" y="88215"/>
                </a:lnTo>
                <a:lnTo>
                  <a:pt x="4220168" y="88186"/>
                </a:lnTo>
                <a:lnTo>
                  <a:pt x="4221380" y="88138"/>
                </a:lnTo>
                <a:lnTo>
                  <a:pt x="4222573" y="88072"/>
                </a:lnTo>
                <a:lnTo>
                  <a:pt x="4223746" y="87986"/>
                </a:lnTo>
                <a:lnTo>
                  <a:pt x="4224901" y="87881"/>
                </a:lnTo>
                <a:close/>
                <a:moveTo>
                  <a:pt x="4219504" y="20026"/>
                </a:moveTo>
                <a:lnTo>
                  <a:pt x="4220333" y="20069"/>
                </a:lnTo>
                <a:lnTo>
                  <a:pt x="4221147" y="20124"/>
                </a:lnTo>
                <a:lnTo>
                  <a:pt x="4221947" y="20192"/>
                </a:lnTo>
                <a:lnTo>
                  <a:pt x="4222732" y="20272"/>
                </a:lnTo>
                <a:lnTo>
                  <a:pt x="4223503" y="20364"/>
                </a:lnTo>
                <a:lnTo>
                  <a:pt x="4224259" y="20468"/>
                </a:lnTo>
                <a:lnTo>
                  <a:pt x="4225001" y="20585"/>
                </a:lnTo>
                <a:lnTo>
                  <a:pt x="4225729" y="20714"/>
                </a:lnTo>
                <a:lnTo>
                  <a:pt x="4226442" y="20855"/>
                </a:lnTo>
                <a:lnTo>
                  <a:pt x="4227140" y="21009"/>
                </a:lnTo>
                <a:lnTo>
                  <a:pt x="4227824" y="21175"/>
                </a:lnTo>
                <a:lnTo>
                  <a:pt x="4228494" y="21353"/>
                </a:lnTo>
                <a:lnTo>
                  <a:pt x="4229149" y="21543"/>
                </a:lnTo>
                <a:lnTo>
                  <a:pt x="4229789" y="21746"/>
                </a:lnTo>
                <a:lnTo>
                  <a:pt x="4230415" y="21961"/>
                </a:lnTo>
                <a:lnTo>
                  <a:pt x="4231027" y="22189"/>
                </a:lnTo>
                <a:lnTo>
                  <a:pt x="4231624" y="22428"/>
                </a:lnTo>
                <a:lnTo>
                  <a:pt x="4232207" y="22680"/>
                </a:lnTo>
                <a:lnTo>
                  <a:pt x="4232775" y="22944"/>
                </a:lnTo>
                <a:lnTo>
                  <a:pt x="4233328" y="23221"/>
                </a:lnTo>
                <a:lnTo>
                  <a:pt x="4233868" y="23510"/>
                </a:lnTo>
                <a:lnTo>
                  <a:pt x="4234393" y="23804"/>
                </a:lnTo>
                <a:lnTo>
                  <a:pt x="4234907" y="24107"/>
                </a:lnTo>
                <a:lnTo>
                  <a:pt x="4235408" y="24420"/>
                </a:lnTo>
                <a:lnTo>
                  <a:pt x="4235897" y="24742"/>
                </a:lnTo>
                <a:lnTo>
                  <a:pt x="4236373" y="25073"/>
                </a:lnTo>
                <a:lnTo>
                  <a:pt x="4236838" y="25413"/>
                </a:lnTo>
                <a:lnTo>
                  <a:pt x="4237290" y="25763"/>
                </a:lnTo>
                <a:lnTo>
                  <a:pt x="4237729" y="26122"/>
                </a:lnTo>
                <a:lnTo>
                  <a:pt x="4238157" y="26490"/>
                </a:lnTo>
                <a:lnTo>
                  <a:pt x="4238572" y="26867"/>
                </a:lnTo>
                <a:lnTo>
                  <a:pt x="4238975" y="27253"/>
                </a:lnTo>
                <a:lnTo>
                  <a:pt x="4239366" y="27649"/>
                </a:lnTo>
                <a:lnTo>
                  <a:pt x="4239744" y="28054"/>
                </a:lnTo>
                <a:lnTo>
                  <a:pt x="4240110" y="28468"/>
                </a:lnTo>
                <a:lnTo>
                  <a:pt x="4240464" y="28891"/>
                </a:lnTo>
                <a:lnTo>
                  <a:pt x="4240805" y="29324"/>
                </a:lnTo>
                <a:lnTo>
                  <a:pt x="4241134" y="29766"/>
                </a:lnTo>
                <a:lnTo>
                  <a:pt x="4241451" y="30217"/>
                </a:lnTo>
                <a:lnTo>
                  <a:pt x="4241756" y="30677"/>
                </a:lnTo>
                <a:lnTo>
                  <a:pt x="4242048" y="31146"/>
                </a:lnTo>
                <a:lnTo>
                  <a:pt x="4242328" y="31625"/>
                </a:lnTo>
                <a:lnTo>
                  <a:pt x="4242596" y="32112"/>
                </a:lnTo>
                <a:lnTo>
                  <a:pt x="4242851" y="32609"/>
                </a:lnTo>
                <a:lnTo>
                  <a:pt x="4243094" y="33116"/>
                </a:lnTo>
                <a:lnTo>
                  <a:pt x="4243332" y="33629"/>
                </a:lnTo>
                <a:lnTo>
                  <a:pt x="4243559" y="34149"/>
                </a:lnTo>
                <a:lnTo>
                  <a:pt x="4243776" y="34674"/>
                </a:lnTo>
                <a:lnTo>
                  <a:pt x="4243983" y="35205"/>
                </a:lnTo>
                <a:lnTo>
                  <a:pt x="4244179" y="35741"/>
                </a:lnTo>
                <a:lnTo>
                  <a:pt x="4244366" y="36284"/>
                </a:lnTo>
                <a:lnTo>
                  <a:pt x="4244543" y="36831"/>
                </a:lnTo>
                <a:lnTo>
                  <a:pt x="4244709" y="37385"/>
                </a:lnTo>
                <a:lnTo>
                  <a:pt x="4244866" y="37944"/>
                </a:lnTo>
                <a:lnTo>
                  <a:pt x="4245012" y="38510"/>
                </a:lnTo>
                <a:lnTo>
                  <a:pt x="4245148" y="39080"/>
                </a:lnTo>
                <a:lnTo>
                  <a:pt x="4245275" y="39657"/>
                </a:lnTo>
                <a:lnTo>
                  <a:pt x="4245391" y="40239"/>
                </a:lnTo>
                <a:lnTo>
                  <a:pt x="4245497" y="40827"/>
                </a:lnTo>
                <a:lnTo>
                  <a:pt x="4245593" y="41420"/>
                </a:lnTo>
                <a:lnTo>
                  <a:pt x="4245678" y="42020"/>
                </a:lnTo>
                <a:lnTo>
                  <a:pt x="4245754" y="42625"/>
                </a:lnTo>
                <a:lnTo>
                  <a:pt x="4245820" y="43235"/>
                </a:lnTo>
                <a:lnTo>
                  <a:pt x="4245875" y="43852"/>
                </a:lnTo>
                <a:lnTo>
                  <a:pt x="4245921" y="44474"/>
                </a:lnTo>
                <a:lnTo>
                  <a:pt x="4245956" y="45102"/>
                </a:lnTo>
                <a:lnTo>
                  <a:pt x="4245981" y="45735"/>
                </a:lnTo>
                <a:lnTo>
                  <a:pt x="4245996" y="46374"/>
                </a:lnTo>
                <a:lnTo>
                  <a:pt x="4246001" y="47019"/>
                </a:lnTo>
                <a:lnTo>
                  <a:pt x="4245996" y="47664"/>
                </a:lnTo>
                <a:lnTo>
                  <a:pt x="4245981" y="48304"/>
                </a:lnTo>
                <a:lnTo>
                  <a:pt x="4245956" y="48938"/>
                </a:lnTo>
                <a:lnTo>
                  <a:pt x="4245921" y="49567"/>
                </a:lnTo>
                <a:lnTo>
                  <a:pt x="4245875" y="50190"/>
                </a:lnTo>
                <a:lnTo>
                  <a:pt x="4245820" y="50807"/>
                </a:lnTo>
                <a:lnTo>
                  <a:pt x="4245754" y="51419"/>
                </a:lnTo>
                <a:lnTo>
                  <a:pt x="4245678" y="52026"/>
                </a:lnTo>
                <a:lnTo>
                  <a:pt x="4245593" y="52627"/>
                </a:lnTo>
                <a:lnTo>
                  <a:pt x="4245497" y="53223"/>
                </a:lnTo>
                <a:lnTo>
                  <a:pt x="4245391" y="53813"/>
                </a:lnTo>
                <a:lnTo>
                  <a:pt x="4245275" y="54398"/>
                </a:lnTo>
                <a:lnTo>
                  <a:pt x="4245148" y="54977"/>
                </a:lnTo>
                <a:lnTo>
                  <a:pt x="4245012" y="55551"/>
                </a:lnTo>
                <a:lnTo>
                  <a:pt x="4244866" y="56119"/>
                </a:lnTo>
                <a:lnTo>
                  <a:pt x="4244709" y="56682"/>
                </a:lnTo>
                <a:lnTo>
                  <a:pt x="4244543" y="57239"/>
                </a:lnTo>
                <a:lnTo>
                  <a:pt x="4244366" y="57791"/>
                </a:lnTo>
                <a:lnTo>
                  <a:pt x="4244179" y="58337"/>
                </a:lnTo>
                <a:lnTo>
                  <a:pt x="4243983" y="58878"/>
                </a:lnTo>
                <a:lnTo>
                  <a:pt x="4243776" y="59413"/>
                </a:lnTo>
                <a:lnTo>
                  <a:pt x="4243559" y="59943"/>
                </a:lnTo>
                <a:lnTo>
                  <a:pt x="4243332" y="60467"/>
                </a:lnTo>
                <a:lnTo>
                  <a:pt x="4243094" y="60986"/>
                </a:lnTo>
                <a:lnTo>
                  <a:pt x="4242851" y="61492"/>
                </a:lnTo>
                <a:lnTo>
                  <a:pt x="4242596" y="61990"/>
                </a:lnTo>
                <a:lnTo>
                  <a:pt x="4242329" y="62479"/>
                </a:lnTo>
                <a:lnTo>
                  <a:pt x="4242050" y="62959"/>
                </a:lnTo>
                <a:lnTo>
                  <a:pt x="4241758" y="63431"/>
                </a:lnTo>
                <a:lnTo>
                  <a:pt x="4241455" y="63893"/>
                </a:lnTo>
                <a:lnTo>
                  <a:pt x="4241140" y="64347"/>
                </a:lnTo>
                <a:lnTo>
                  <a:pt x="4240812" y="64792"/>
                </a:lnTo>
                <a:lnTo>
                  <a:pt x="4240472" y="65228"/>
                </a:lnTo>
                <a:lnTo>
                  <a:pt x="4240121" y="65656"/>
                </a:lnTo>
                <a:lnTo>
                  <a:pt x="4239757" y="66074"/>
                </a:lnTo>
                <a:lnTo>
                  <a:pt x="4239381" y="66484"/>
                </a:lnTo>
                <a:lnTo>
                  <a:pt x="4238993" y="66885"/>
                </a:lnTo>
                <a:lnTo>
                  <a:pt x="4238594" y="67278"/>
                </a:lnTo>
                <a:lnTo>
                  <a:pt x="4238182" y="67661"/>
                </a:lnTo>
                <a:lnTo>
                  <a:pt x="4237757" y="68036"/>
                </a:lnTo>
                <a:lnTo>
                  <a:pt x="4237321" y="68402"/>
                </a:lnTo>
                <a:lnTo>
                  <a:pt x="4236873" y="68759"/>
                </a:lnTo>
                <a:lnTo>
                  <a:pt x="4236413" y="69108"/>
                </a:lnTo>
                <a:lnTo>
                  <a:pt x="4235941" y="69448"/>
                </a:lnTo>
                <a:lnTo>
                  <a:pt x="4235456" y="69778"/>
                </a:lnTo>
                <a:lnTo>
                  <a:pt x="4234960" y="70101"/>
                </a:lnTo>
                <a:lnTo>
                  <a:pt x="4234451" y="70414"/>
                </a:lnTo>
                <a:lnTo>
                  <a:pt x="4233931" y="70719"/>
                </a:lnTo>
                <a:lnTo>
                  <a:pt x="4233397" y="71012"/>
                </a:lnTo>
                <a:lnTo>
                  <a:pt x="4232849" y="71294"/>
                </a:lnTo>
                <a:lnTo>
                  <a:pt x="4232286" y="71563"/>
                </a:lnTo>
                <a:lnTo>
                  <a:pt x="4231710" y="71819"/>
                </a:lnTo>
                <a:lnTo>
                  <a:pt x="4231119" y="72063"/>
                </a:lnTo>
                <a:lnTo>
                  <a:pt x="4230514" y="72295"/>
                </a:lnTo>
                <a:lnTo>
                  <a:pt x="4229895" y="72513"/>
                </a:lnTo>
                <a:lnTo>
                  <a:pt x="4229261" y="72720"/>
                </a:lnTo>
                <a:lnTo>
                  <a:pt x="4228613" y="72914"/>
                </a:lnTo>
                <a:lnTo>
                  <a:pt x="4227951" y="73095"/>
                </a:lnTo>
                <a:lnTo>
                  <a:pt x="4227274" y="73264"/>
                </a:lnTo>
                <a:lnTo>
                  <a:pt x="4226584" y="73420"/>
                </a:lnTo>
                <a:lnTo>
                  <a:pt x="4225879" y="73564"/>
                </a:lnTo>
                <a:lnTo>
                  <a:pt x="4225160" y="73695"/>
                </a:lnTo>
                <a:lnTo>
                  <a:pt x="4224426" y="73814"/>
                </a:lnTo>
                <a:lnTo>
                  <a:pt x="4223679" y="73921"/>
                </a:lnTo>
                <a:lnTo>
                  <a:pt x="4222917" y="74014"/>
                </a:lnTo>
                <a:lnTo>
                  <a:pt x="4222140" y="74096"/>
                </a:lnTo>
                <a:lnTo>
                  <a:pt x="4221350" y="74164"/>
                </a:lnTo>
                <a:lnTo>
                  <a:pt x="4220545" y="74221"/>
                </a:lnTo>
                <a:lnTo>
                  <a:pt x="4219726" y="74265"/>
                </a:lnTo>
                <a:lnTo>
                  <a:pt x="4218893" y="74296"/>
                </a:lnTo>
                <a:lnTo>
                  <a:pt x="4218045" y="74315"/>
                </a:lnTo>
                <a:lnTo>
                  <a:pt x="4217183" y="74321"/>
                </a:lnTo>
                <a:lnTo>
                  <a:pt x="4189376" y="74321"/>
                </a:lnTo>
                <a:lnTo>
                  <a:pt x="4189376" y="19971"/>
                </a:lnTo>
                <a:lnTo>
                  <a:pt x="4216930" y="19971"/>
                </a:lnTo>
                <a:lnTo>
                  <a:pt x="4217803" y="19977"/>
                </a:lnTo>
                <a:lnTo>
                  <a:pt x="4218660" y="19995"/>
                </a:lnTo>
                <a:lnTo>
                  <a:pt x="4219504" y="20026"/>
                </a:lnTo>
                <a:close/>
                <a:moveTo>
                  <a:pt x="3249263" y="137325"/>
                </a:moveTo>
                <a:lnTo>
                  <a:pt x="3249959" y="137255"/>
                </a:lnTo>
                <a:lnTo>
                  <a:pt x="3250641" y="137175"/>
                </a:lnTo>
                <a:lnTo>
                  <a:pt x="3251310" y="137083"/>
                </a:lnTo>
                <a:lnTo>
                  <a:pt x="3251967" y="136981"/>
                </a:lnTo>
                <a:lnTo>
                  <a:pt x="3252610" y="136868"/>
                </a:lnTo>
                <a:lnTo>
                  <a:pt x="3253241" y="136745"/>
                </a:lnTo>
                <a:lnTo>
                  <a:pt x="3253858" y="136610"/>
                </a:lnTo>
                <a:lnTo>
                  <a:pt x="3254463" y="136465"/>
                </a:lnTo>
                <a:lnTo>
                  <a:pt x="3255055" y="136309"/>
                </a:lnTo>
                <a:lnTo>
                  <a:pt x="3255633" y="136142"/>
                </a:lnTo>
                <a:lnTo>
                  <a:pt x="3256199" y="135965"/>
                </a:lnTo>
                <a:lnTo>
                  <a:pt x="3256752" y="135777"/>
                </a:lnTo>
                <a:lnTo>
                  <a:pt x="3257292" y="135578"/>
                </a:lnTo>
                <a:lnTo>
                  <a:pt x="3257819" y="135368"/>
                </a:lnTo>
                <a:lnTo>
                  <a:pt x="3258333" y="135148"/>
                </a:lnTo>
                <a:lnTo>
                  <a:pt x="3258834" y="134917"/>
                </a:lnTo>
                <a:lnTo>
                  <a:pt x="3259322" y="134675"/>
                </a:lnTo>
                <a:lnTo>
                  <a:pt x="3259797" y="134422"/>
                </a:lnTo>
                <a:lnTo>
                  <a:pt x="3260262" y="134157"/>
                </a:lnTo>
                <a:lnTo>
                  <a:pt x="3260717" y="133890"/>
                </a:lnTo>
                <a:lnTo>
                  <a:pt x="3261163" y="133619"/>
                </a:lnTo>
                <a:lnTo>
                  <a:pt x="3261600" y="133346"/>
                </a:lnTo>
                <a:lnTo>
                  <a:pt x="3262029" y="133070"/>
                </a:lnTo>
                <a:lnTo>
                  <a:pt x="3262448" y="132791"/>
                </a:lnTo>
                <a:lnTo>
                  <a:pt x="3262858" y="132509"/>
                </a:lnTo>
                <a:lnTo>
                  <a:pt x="3263259" y="132224"/>
                </a:lnTo>
                <a:lnTo>
                  <a:pt x="3263652" y="131937"/>
                </a:lnTo>
                <a:lnTo>
                  <a:pt x="3264035" y="131646"/>
                </a:lnTo>
                <a:lnTo>
                  <a:pt x="3264409" y="131353"/>
                </a:lnTo>
                <a:lnTo>
                  <a:pt x="3264774" y="131057"/>
                </a:lnTo>
                <a:lnTo>
                  <a:pt x="3265131" y="130758"/>
                </a:lnTo>
                <a:lnTo>
                  <a:pt x="3265478" y="130456"/>
                </a:lnTo>
                <a:lnTo>
                  <a:pt x="3265816" y="130151"/>
                </a:lnTo>
                <a:lnTo>
                  <a:pt x="3266145" y="129844"/>
                </a:lnTo>
                <a:lnTo>
                  <a:pt x="3266466" y="129533"/>
                </a:lnTo>
                <a:lnTo>
                  <a:pt x="3266777" y="129220"/>
                </a:lnTo>
                <a:lnTo>
                  <a:pt x="3267079" y="128904"/>
                </a:lnTo>
                <a:lnTo>
                  <a:pt x="3267373" y="128585"/>
                </a:lnTo>
                <a:lnTo>
                  <a:pt x="3267657" y="128263"/>
                </a:lnTo>
                <a:lnTo>
                  <a:pt x="3267932" y="127939"/>
                </a:lnTo>
                <a:lnTo>
                  <a:pt x="3268198" y="127611"/>
                </a:lnTo>
                <a:lnTo>
                  <a:pt x="3268456" y="127281"/>
                </a:lnTo>
                <a:lnTo>
                  <a:pt x="3268706" y="126946"/>
                </a:lnTo>
                <a:lnTo>
                  <a:pt x="3268952" y="126616"/>
                </a:lnTo>
                <a:lnTo>
                  <a:pt x="3269192" y="126291"/>
                </a:lnTo>
                <a:lnTo>
                  <a:pt x="3269428" y="125971"/>
                </a:lnTo>
                <a:lnTo>
                  <a:pt x="3269659" y="125656"/>
                </a:lnTo>
                <a:lnTo>
                  <a:pt x="3269885" y="125345"/>
                </a:lnTo>
                <a:lnTo>
                  <a:pt x="3270107" y="125040"/>
                </a:lnTo>
                <a:lnTo>
                  <a:pt x="3270323" y="124739"/>
                </a:lnTo>
                <a:lnTo>
                  <a:pt x="3270535" y="124443"/>
                </a:lnTo>
                <a:lnTo>
                  <a:pt x="3270742" y="124151"/>
                </a:lnTo>
                <a:lnTo>
                  <a:pt x="3270944" y="123865"/>
                </a:lnTo>
                <a:lnTo>
                  <a:pt x="3271142" y="123584"/>
                </a:lnTo>
                <a:lnTo>
                  <a:pt x="3271334" y="123307"/>
                </a:lnTo>
                <a:lnTo>
                  <a:pt x="3271522" y="123035"/>
                </a:lnTo>
                <a:lnTo>
                  <a:pt x="3271704" y="122768"/>
                </a:lnTo>
                <a:lnTo>
                  <a:pt x="3271882" y="122506"/>
                </a:lnTo>
                <a:lnTo>
                  <a:pt x="3272055" y="122248"/>
                </a:lnTo>
                <a:lnTo>
                  <a:pt x="3272224" y="121996"/>
                </a:lnTo>
                <a:lnTo>
                  <a:pt x="3272387" y="121748"/>
                </a:lnTo>
                <a:lnTo>
                  <a:pt x="3272546" y="121505"/>
                </a:lnTo>
                <a:lnTo>
                  <a:pt x="3272700" y="121267"/>
                </a:lnTo>
                <a:lnTo>
                  <a:pt x="3272849" y="121034"/>
                </a:lnTo>
                <a:lnTo>
                  <a:pt x="3272993" y="120805"/>
                </a:lnTo>
                <a:lnTo>
                  <a:pt x="3273132" y="120582"/>
                </a:lnTo>
                <a:lnTo>
                  <a:pt x="3274902" y="120582"/>
                </a:lnTo>
                <a:lnTo>
                  <a:pt x="3274902" y="135496"/>
                </a:lnTo>
                <a:lnTo>
                  <a:pt x="3289311" y="135496"/>
                </a:lnTo>
                <a:lnTo>
                  <a:pt x="3289311" y="6067"/>
                </a:lnTo>
                <a:lnTo>
                  <a:pt x="3274396" y="6067"/>
                </a:lnTo>
                <a:lnTo>
                  <a:pt x="3274396" y="53845"/>
                </a:lnTo>
                <a:lnTo>
                  <a:pt x="3273132" y="53845"/>
                </a:lnTo>
                <a:lnTo>
                  <a:pt x="3272993" y="53632"/>
                </a:lnTo>
                <a:lnTo>
                  <a:pt x="3272849" y="53414"/>
                </a:lnTo>
                <a:lnTo>
                  <a:pt x="3272701" y="53191"/>
                </a:lnTo>
                <a:lnTo>
                  <a:pt x="3272548" y="52963"/>
                </a:lnTo>
                <a:lnTo>
                  <a:pt x="3272390" y="52731"/>
                </a:lnTo>
                <a:lnTo>
                  <a:pt x="3272228" y="52494"/>
                </a:lnTo>
                <a:lnTo>
                  <a:pt x="3272061" y="52252"/>
                </a:lnTo>
                <a:lnTo>
                  <a:pt x="3271889" y="52005"/>
                </a:lnTo>
                <a:lnTo>
                  <a:pt x="3271713" y="51753"/>
                </a:lnTo>
                <a:lnTo>
                  <a:pt x="3271533" y="51497"/>
                </a:lnTo>
                <a:lnTo>
                  <a:pt x="3271347" y="51235"/>
                </a:lnTo>
                <a:lnTo>
                  <a:pt x="3271157" y="50969"/>
                </a:lnTo>
                <a:lnTo>
                  <a:pt x="3270963" y="50698"/>
                </a:lnTo>
                <a:lnTo>
                  <a:pt x="3270764" y="50422"/>
                </a:lnTo>
                <a:lnTo>
                  <a:pt x="3270560" y="50142"/>
                </a:lnTo>
                <a:lnTo>
                  <a:pt x="3270352" y="49856"/>
                </a:lnTo>
                <a:lnTo>
                  <a:pt x="3270139" y="49566"/>
                </a:lnTo>
                <a:lnTo>
                  <a:pt x="3269921" y="49271"/>
                </a:lnTo>
                <a:lnTo>
                  <a:pt x="3269699" y="48971"/>
                </a:lnTo>
                <a:lnTo>
                  <a:pt x="3269472" y="48666"/>
                </a:lnTo>
                <a:lnTo>
                  <a:pt x="3269241" y="48356"/>
                </a:lnTo>
                <a:lnTo>
                  <a:pt x="3269005" y="48042"/>
                </a:lnTo>
                <a:lnTo>
                  <a:pt x="3268764" y="47723"/>
                </a:lnTo>
                <a:lnTo>
                  <a:pt x="3268519" y="47398"/>
                </a:lnTo>
                <a:lnTo>
                  <a:pt x="3268272" y="47068"/>
                </a:lnTo>
                <a:lnTo>
                  <a:pt x="3268016" y="46741"/>
                </a:lnTo>
                <a:lnTo>
                  <a:pt x="3267751" y="46417"/>
                </a:lnTo>
                <a:lnTo>
                  <a:pt x="3267476" y="46096"/>
                </a:lnTo>
                <a:lnTo>
                  <a:pt x="3267192" y="45778"/>
                </a:lnTo>
                <a:lnTo>
                  <a:pt x="3266899" y="45463"/>
                </a:lnTo>
                <a:lnTo>
                  <a:pt x="3266597" y="45151"/>
                </a:lnTo>
                <a:lnTo>
                  <a:pt x="3266286" y="44842"/>
                </a:lnTo>
                <a:lnTo>
                  <a:pt x="3265965" y="44537"/>
                </a:lnTo>
                <a:lnTo>
                  <a:pt x="3265635" y="44234"/>
                </a:lnTo>
                <a:lnTo>
                  <a:pt x="3265296" y="43935"/>
                </a:lnTo>
                <a:lnTo>
                  <a:pt x="3264948" y="43638"/>
                </a:lnTo>
                <a:lnTo>
                  <a:pt x="3264591" y="43345"/>
                </a:lnTo>
                <a:lnTo>
                  <a:pt x="3264224" y="43054"/>
                </a:lnTo>
                <a:lnTo>
                  <a:pt x="3263848" y="42767"/>
                </a:lnTo>
                <a:lnTo>
                  <a:pt x="3263463" y="42483"/>
                </a:lnTo>
                <a:lnTo>
                  <a:pt x="3263068" y="42202"/>
                </a:lnTo>
                <a:lnTo>
                  <a:pt x="3262665" y="41924"/>
                </a:lnTo>
                <a:lnTo>
                  <a:pt x="3262252" y="41649"/>
                </a:lnTo>
                <a:lnTo>
                  <a:pt x="3261830" y="41377"/>
                </a:lnTo>
                <a:lnTo>
                  <a:pt x="3261399" y="41108"/>
                </a:lnTo>
                <a:lnTo>
                  <a:pt x="3260959" y="40843"/>
                </a:lnTo>
                <a:lnTo>
                  <a:pt x="3260509" y="40580"/>
                </a:lnTo>
                <a:lnTo>
                  <a:pt x="3260050" y="40320"/>
                </a:lnTo>
                <a:lnTo>
                  <a:pt x="3259585" y="40062"/>
                </a:lnTo>
                <a:lnTo>
                  <a:pt x="3259106" y="39816"/>
                </a:lnTo>
                <a:lnTo>
                  <a:pt x="3258613" y="39580"/>
                </a:lnTo>
                <a:lnTo>
                  <a:pt x="3258107" y="39355"/>
                </a:lnTo>
                <a:lnTo>
                  <a:pt x="3257587" y="39141"/>
                </a:lnTo>
                <a:lnTo>
                  <a:pt x="3257052" y="38938"/>
                </a:lnTo>
                <a:lnTo>
                  <a:pt x="3256504" y="38746"/>
                </a:lnTo>
                <a:lnTo>
                  <a:pt x="3255942" y="38565"/>
                </a:lnTo>
                <a:lnTo>
                  <a:pt x="3255367" y="38395"/>
                </a:lnTo>
                <a:lnTo>
                  <a:pt x="3254777" y="38236"/>
                </a:lnTo>
                <a:lnTo>
                  <a:pt x="3254174" y="38088"/>
                </a:lnTo>
                <a:lnTo>
                  <a:pt x="3253557" y="37950"/>
                </a:lnTo>
                <a:lnTo>
                  <a:pt x="3252926" y="37824"/>
                </a:lnTo>
                <a:lnTo>
                  <a:pt x="3252281" y="37709"/>
                </a:lnTo>
                <a:lnTo>
                  <a:pt x="3251622" y="37605"/>
                </a:lnTo>
                <a:lnTo>
                  <a:pt x="3250950" y="37512"/>
                </a:lnTo>
                <a:lnTo>
                  <a:pt x="3250264" y="37429"/>
                </a:lnTo>
                <a:lnTo>
                  <a:pt x="3249563" y="37358"/>
                </a:lnTo>
                <a:lnTo>
                  <a:pt x="3248850" y="37298"/>
                </a:lnTo>
                <a:lnTo>
                  <a:pt x="3248122" y="37248"/>
                </a:lnTo>
                <a:lnTo>
                  <a:pt x="3247380" y="37210"/>
                </a:lnTo>
                <a:lnTo>
                  <a:pt x="3246625" y="37182"/>
                </a:lnTo>
                <a:lnTo>
                  <a:pt x="3245856" y="37166"/>
                </a:lnTo>
                <a:lnTo>
                  <a:pt x="3245072" y="37160"/>
                </a:lnTo>
                <a:lnTo>
                  <a:pt x="3244056" y="37171"/>
                </a:lnTo>
                <a:lnTo>
                  <a:pt x="3243049" y="37203"/>
                </a:lnTo>
                <a:lnTo>
                  <a:pt x="3242053" y="37256"/>
                </a:lnTo>
                <a:lnTo>
                  <a:pt x="3241066" y="37331"/>
                </a:lnTo>
                <a:lnTo>
                  <a:pt x="3240090" y="37426"/>
                </a:lnTo>
                <a:lnTo>
                  <a:pt x="3239124" y="37544"/>
                </a:lnTo>
                <a:lnTo>
                  <a:pt x="3238168" y="37682"/>
                </a:lnTo>
                <a:lnTo>
                  <a:pt x="3237222" y="37842"/>
                </a:lnTo>
                <a:lnTo>
                  <a:pt x="3236286" y="38022"/>
                </a:lnTo>
                <a:lnTo>
                  <a:pt x="3235360" y="38225"/>
                </a:lnTo>
                <a:lnTo>
                  <a:pt x="3234444" y="38448"/>
                </a:lnTo>
                <a:lnTo>
                  <a:pt x="3233539" y="38693"/>
                </a:lnTo>
                <a:lnTo>
                  <a:pt x="3232643" y="38959"/>
                </a:lnTo>
                <a:lnTo>
                  <a:pt x="3231758" y="39246"/>
                </a:lnTo>
                <a:lnTo>
                  <a:pt x="3230882" y="39555"/>
                </a:lnTo>
                <a:lnTo>
                  <a:pt x="3230017" y="39885"/>
                </a:lnTo>
                <a:lnTo>
                  <a:pt x="3229162" y="40236"/>
                </a:lnTo>
                <a:lnTo>
                  <a:pt x="3228317" y="40609"/>
                </a:lnTo>
                <a:lnTo>
                  <a:pt x="3227482" y="41002"/>
                </a:lnTo>
                <a:lnTo>
                  <a:pt x="3226657" y="41417"/>
                </a:lnTo>
                <a:lnTo>
                  <a:pt x="3225842" y="41854"/>
                </a:lnTo>
                <a:lnTo>
                  <a:pt x="3225038" y="42311"/>
                </a:lnTo>
                <a:lnTo>
                  <a:pt x="3224243" y="42790"/>
                </a:lnTo>
                <a:lnTo>
                  <a:pt x="3223459" y="43291"/>
                </a:lnTo>
                <a:lnTo>
                  <a:pt x="3222686" y="43810"/>
                </a:lnTo>
                <a:lnTo>
                  <a:pt x="3221928" y="44348"/>
                </a:lnTo>
                <a:lnTo>
                  <a:pt x="3221184" y="44903"/>
                </a:lnTo>
                <a:lnTo>
                  <a:pt x="3220455" y="45476"/>
                </a:lnTo>
                <a:lnTo>
                  <a:pt x="3219740" y="46067"/>
                </a:lnTo>
                <a:lnTo>
                  <a:pt x="3219039" y="46676"/>
                </a:lnTo>
                <a:lnTo>
                  <a:pt x="3218352" y="47302"/>
                </a:lnTo>
                <a:lnTo>
                  <a:pt x="3217679" y="47946"/>
                </a:lnTo>
                <a:lnTo>
                  <a:pt x="3217021" y="48608"/>
                </a:lnTo>
                <a:lnTo>
                  <a:pt x="3216377" y="49288"/>
                </a:lnTo>
                <a:lnTo>
                  <a:pt x="3215748" y="49985"/>
                </a:lnTo>
                <a:lnTo>
                  <a:pt x="3215132" y="50701"/>
                </a:lnTo>
                <a:lnTo>
                  <a:pt x="3214531" y="51434"/>
                </a:lnTo>
                <a:lnTo>
                  <a:pt x="3213944" y="52184"/>
                </a:lnTo>
                <a:lnTo>
                  <a:pt x="3213372" y="52953"/>
                </a:lnTo>
                <a:lnTo>
                  <a:pt x="3212813" y="53739"/>
                </a:lnTo>
                <a:lnTo>
                  <a:pt x="3212269" y="54543"/>
                </a:lnTo>
                <a:lnTo>
                  <a:pt x="3211739" y="55365"/>
                </a:lnTo>
                <a:lnTo>
                  <a:pt x="3211224" y="56205"/>
                </a:lnTo>
                <a:lnTo>
                  <a:pt x="3210722" y="57062"/>
                </a:lnTo>
                <a:lnTo>
                  <a:pt x="3210235" y="57938"/>
                </a:lnTo>
                <a:lnTo>
                  <a:pt x="3209763" y="58831"/>
                </a:lnTo>
                <a:lnTo>
                  <a:pt x="3209304" y="59741"/>
                </a:lnTo>
                <a:lnTo>
                  <a:pt x="3208860" y="60670"/>
                </a:lnTo>
                <a:lnTo>
                  <a:pt x="3208432" y="61614"/>
                </a:lnTo>
                <a:lnTo>
                  <a:pt x="3208022" y="62573"/>
                </a:lnTo>
                <a:lnTo>
                  <a:pt x="3207630" y="63546"/>
                </a:lnTo>
                <a:lnTo>
                  <a:pt x="3207257" y="64532"/>
                </a:lnTo>
                <a:lnTo>
                  <a:pt x="3206902" y="65533"/>
                </a:lnTo>
                <a:lnTo>
                  <a:pt x="3206565" y="66547"/>
                </a:lnTo>
                <a:lnTo>
                  <a:pt x="3206246" y="67576"/>
                </a:lnTo>
                <a:lnTo>
                  <a:pt x="3205946" y="68619"/>
                </a:lnTo>
                <a:lnTo>
                  <a:pt x="3205663" y="69676"/>
                </a:lnTo>
                <a:lnTo>
                  <a:pt x="3205399" y="70747"/>
                </a:lnTo>
                <a:lnTo>
                  <a:pt x="3205154" y="71831"/>
                </a:lnTo>
                <a:lnTo>
                  <a:pt x="3204926" y="72930"/>
                </a:lnTo>
                <a:lnTo>
                  <a:pt x="3204716" y="74043"/>
                </a:lnTo>
                <a:lnTo>
                  <a:pt x="3204525" y="75170"/>
                </a:lnTo>
                <a:lnTo>
                  <a:pt x="3204352" y="76312"/>
                </a:lnTo>
                <a:lnTo>
                  <a:pt x="3204197" y="77467"/>
                </a:lnTo>
                <a:lnTo>
                  <a:pt x="3204061" y="78636"/>
                </a:lnTo>
                <a:lnTo>
                  <a:pt x="3203942" y="79819"/>
                </a:lnTo>
                <a:lnTo>
                  <a:pt x="3203842" y="81016"/>
                </a:lnTo>
                <a:lnTo>
                  <a:pt x="3203760" y="82228"/>
                </a:lnTo>
                <a:lnTo>
                  <a:pt x="3203696" y="83453"/>
                </a:lnTo>
                <a:lnTo>
                  <a:pt x="3203651" y="84692"/>
                </a:lnTo>
                <a:lnTo>
                  <a:pt x="3203624" y="85946"/>
                </a:lnTo>
                <a:lnTo>
                  <a:pt x="3203615" y="87213"/>
                </a:lnTo>
                <a:lnTo>
                  <a:pt x="3203624" y="88491"/>
                </a:lnTo>
                <a:lnTo>
                  <a:pt x="3203651" y="89755"/>
                </a:lnTo>
                <a:lnTo>
                  <a:pt x="3203696" y="91004"/>
                </a:lnTo>
                <a:lnTo>
                  <a:pt x="3203760" y="92239"/>
                </a:lnTo>
                <a:lnTo>
                  <a:pt x="3203842" y="93460"/>
                </a:lnTo>
                <a:lnTo>
                  <a:pt x="3203942" y="94667"/>
                </a:lnTo>
                <a:lnTo>
                  <a:pt x="3204061" y="95859"/>
                </a:lnTo>
                <a:lnTo>
                  <a:pt x="3204197" y="97037"/>
                </a:lnTo>
                <a:lnTo>
                  <a:pt x="3204352" y="98201"/>
                </a:lnTo>
                <a:lnTo>
                  <a:pt x="3204525" y="99350"/>
                </a:lnTo>
                <a:lnTo>
                  <a:pt x="3204716" y="100486"/>
                </a:lnTo>
                <a:lnTo>
                  <a:pt x="3204926" y="101607"/>
                </a:lnTo>
                <a:lnTo>
                  <a:pt x="3205154" y="102713"/>
                </a:lnTo>
                <a:lnTo>
                  <a:pt x="3205399" y="103806"/>
                </a:lnTo>
                <a:lnTo>
                  <a:pt x="3205663" y="104884"/>
                </a:lnTo>
                <a:lnTo>
                  <a:pt x="3205946" y="105948"/>
                </a:lnTo>
                <a:lnTo>
                  <a:pt x="3206246" y="106998"/>
                </a:lnTo>
                <a:lnTo>
                  <a:pt x="3206565" y="108033"/>
                </a:lnTo>
                <a:lnTo>
                  <a:pt x="3206902" y="109054"/>
                </a:lnTo>
                <a:lnTo>
                  <a:pt x="3207257" y="110061"/>
                </a:lnTo>
                <a:lnTo>
                  <a:pt x="3207630" y="111054"/>
                </a:lnTo>
                <a:lnTo>
                  <a:pt x="3208022" y="112032"/>
                </a:lnTo>
                <a:lnTo>
                  <a:pt x="3208432" y="112996"/>
                </a:lnTo>
                <a:lnTo>
                  <a:pt x="3208860" y="113946"/>
                </a:lnTo>
                <a:lnTo>
                  <a:pt x="3209304" y="114875"/>
                </a:lnTo>
                <a:lnTo>
                  <a:pt x="3209762" y="115786"/>
                </a:lnTo>
                <a:lnTo>
                  <a:pt x="3210234" y="116679"/>
                </a:lnTo>
                <a:lnTo>
                  <a:pt x="3210721" y="117555"/>
                </a:lnTo>
                <a:lnTo>
                  <a:pt x="3211221" y="118414"/>
                </a:lnTo>
                <a:lnTo>
                  <a:pt x="3211735" y="119255"/>
                </a:lnTo>
                <a:lnTo>
                  <a:pt x="3212264" y="120078"/>
                </a:lnTo>
                <a:lnTo>
                  <a:pt x="3212806" y="120884"/>
                </a:lnTo>
                <a:lnTo>
                  <a:pt x="3213363" y="121672"/>
                </a:lnTo>
                <a:lnTo>
                  <a:pt x="3213933" y="122443"/>
                </a:lnTo>
                <a:lnTo>
                  <a:pt x="3214518" y="123196"/>
                </a:lnTo>
                <a:lnTo>
                  <a:pt x="3215116" y="123931"/>
                </a:lnTo>
                <a:lnTo>
                  <a:pt x="3215729" y="124649"/>
                </a:lnTo>
                <a:lnTo>
                  <a:pt x="3216356" y="125350"/>
                </a:lnTo>
                <a:lnTo>
                  <a:pt x="3216997" y="126033"/>
                </a:lnTo>
                <a:lnTo>
                  <a:pt x="3217651" y="126698"/>
                </a:lnTo>
                <a:lnTo>
                  <a:pt x="3218320" y="127346"/>
                </a:lnTo>
                <a:lnTo>
                  <a:pt x="3219003" y="127976"/>
                </a:lnTo>
                <a:lnTo>
                  <a:pt x="3219700" y="128589"/>
                </a:lnTo>
                <a:lnTo>
                  <a:pt x="3220411" y="129184"/>
                </a:lnTo>
                <a:lnTo>
                  <a:pt x="3221136" y="129761"/>
                </a:lnTo>
                <a:lnTo>
                  <a:pt x="3221875" y="130321"/>
                </a:lnTo>
                <a:lnTo>
                  <a:pt x="3222628" y="130864"/>
                </a:lnTo>
                <a:lnTo>
                  <a:pt x="3223395" y="131389"/>
                </a:lnTo>
                <a:lnTo>
                  <a:pt x="3224174" y="131889"/>
                </a:lnTo>
                <a:lnTo>
                  <a:pt x="3224963" y="132368"/>
                </a:lnTo>
                <a:lnTo>
                  <a:pt x="3225762" y="132825"/>
                </a:lnTo>
                <a:lnTo>
                  <a:pt x="3226571" y="133262"/>
                </a:lnTo>
                <a:lnTo>
                  <a:pt x="3227390" y="133677"/>
                </a:lnTo>
                <a:lnTo>
                  <a:pt x="3228218" y="134070"/>
                </a:lnTo>
                <a:lnTo>
                  <a:pt x="3229057" y="134443"/>
                </a:lnTo>
                <a:lnTo>
                  <a:pt x="3229905" y="134794"/>
                </a:lnTo>
                <a:lnTo>
                  <a:pt x="3230763" y="135124"/>
                </a:lnTo>
                <a:lnTo>
                  <a:pt x="3231631" y="135433"/>
                </a:lnTo>
                <a:lnTo>
                  <a:pt x="3232509" y="135720"/>
                </a:lnTo>
                <a:lnTo>
                  <a:pt x="3233397" y="135986"/>
                </a:lnTo>
                <a:lnTo>
                  <a:pt x="3234294" y="136231"/>
                </a:lnTo>
                <a:lnTo>
                  <a:pt x="3235202" y="136454"/>
                </a:lnTo>
                <a:lnTo>
                  <a:pt x="3236119" y="136657"/>
                </a:lnTo>
                <a:lnTo>
                  <a:pt x="3237046" y="136838"/>
                </a:lnTo>
                <a:lnTo>
                  <a:pt x="3237983" y="136997"/>
                </a:lnTo>
                <a:lnTo>
                  <a:pt x="3238930" y="137136"/>
                </a:lnTo>
                <a:lnTo>
                  <a:pt x="3239887" y="137253"/>
                </a:lnTo>
                <a:lnTo>
                  <a:pt x="3240854" y="137348"/>
                </a:lnTo>
                <a:lnTo>
                  <a:pt x="3241831" y="137423"/>
                </a:lnTo>
                <a:lnTo>
                  <a:pt x="3242817" y="137476"/>
                </a:lnTo>
                <a:lnTo>
                  <a:pt x="3243813" y="137508"/>
                </a:lnTo>
                <a:lnTo>
                  <a:pt x="3244820" y="137519"/>
                </a:lnTo>
                <a:lnTo>
                  <a:pt x="3245593" y="137513"/>
                </a:lnTo>
                <a:lnTo>
                  <a:pt x="3246353" y="137497"/>
                </a:lnTo>
                <a:lnTo>
                  <a:pt x="3247100" y="137470"/>
                </a:lnTo>
                <a:lnTo>
                  <a:pt x="3247834" y="137433"/>
                </a:lnTo>
                <a:lnTo>
                  <a:pt x="3248555" y="137384"/>
                </a:lnTo>
                <a:lnTo>
                  <a:pt x="3249263" y="137325"/>
                </a:lnTo>
                <a:close/>
                <a:moveTo>
                  <a:pt x="3242355" y="123813"/>
                </a:moveTo>
                <a:lnTo>
                  <a:pt x="3241644" y="123701"/>
                </a:lnTo>
                <a:lnTo>
                  <a:pt x="3240943" y="123573"/>
                </a:lnTo>
                <a:lnTo>
                  <a:pt x="3240254" y="123428"/>
                </a:lnTo>
                <a:lnTo>
                  <a:pt x="3239574" y="123265"/>
                </a:lnTo>
                <a:lnTo>
                  <a:pt x="3238905" y="123085"/>
                </a:lnTo>
                <a:lnTo>
                  <a:pt x="3238247" y="122888"/>
                </a:lnTo>
                <a:lnTo>
                  <a:pt x="3237599" y="122674"/>
                </a:lnTo>
                <a:lnTo>
                  <a:pt x="3236962" y="122443"/>
                </a:lnTo>
                <a:lnTo>
                  <a:pt x="3236335" y="122195"/>
                </a:lnTo>
                <a:lnTo>
                  <a:pt x="3235719" y="121930"/>
                </a:lnTo>
                <a:lnTo>
                  <a:pt x="3235113" y="121647"/>
                </a:lnTo>
                <a:lnTo>
                  <a:pt x="3234518" y="121348"/>
                </a:lnTo>
                <a:lnTo>
                  <a:pt x="3233934" y="121031"/>
                </a:lnTo>
                <a:lnTo>
                  <a:pt x="3233360" y="120698"/>
                </a:lnTo>
                <a:lnTo>
                  <a:pt x="3232796" y="120347"/>
                </a:lnTo>
                <a:lnTo>
                  <a:pt x="3232243" y="119979"/>
                </a:lnTo>
                <a:lnTo>
                  <a:pt x="3231701" y="119594"/>
                </a:lnTo>
                <a:lnTo>
                  <a:pt x="3231169" y="119191"/>
                </a:lnTo>
                <a:lnTo>
                  <a:pt x="3230653" y="118769"/>
                </a:lnTo>
                <a:lnTo>
                  <a:pt x="3230147" y="118336"/>
                </a:lnTo>
                <a:lnTo>
                  <a:pt x="3229652" y="117890"/>
                </a:lnTo>
                <a:lnTo>
                  <a:pt x="3229168" y="117432"/>
                </a:lnTo>
                <a:lnTo>
                  <a:pt x="3228694" y="116963"/>
                </a:lnTo>
                <a:lnTo>
                  <a:pt x="3228230" y="116482"/>
                </a:lnTo>
                <a:lnTo>
                  <a:pt x="3227777" y="115989"/>
                </a:lnTo>
                <a:lnTo>
                  <a:pt x="3227335" y="115484"/>
                </a:lnTo>
                <a:lnTo>
                  <a:pt x="3226903" y="114967"/>
                </a:lnTo>
                <a:lnTo>
                  <a:pt x="3226482" y="114438"/>
                </a:lnTo>
                <a:lnTo>
                  <a:pt x="3226071" y="113898"/>
                </a:lnTo>
                <a:lnTo>
                  <a:pt x="3225671" y="113346"/>
                </a:lnTo>
                <a:lnTo>
                  <a:pt x="3225281" y="112781"/>
                </a:lnTo>
                <a:lnTo>
                  <a:pt x="3224902" y="112205"/>
                </a:lnTo>
                <a:lnTo>
                  <a:pt x="3224533" y="111617"/>
                </a:lnTo>
                <a:lnTo>
                  <a:pt x="3224175" y="111018"/>
                </a:lnTo>
                <a:lnTo>
                  <a:pt x="3223827" y="110406"/>
                </a:lnTo>
                <a:lnTo>
                  <a:pt x="3223490" y="109783"/>
                </a:lnTo>
                <a:lnTo>
                  <a:pt x="3223164" y="109147"/>
                </a:lnTo>
                <a:lnTo>
                  <a:pt x="3222848" y="108500"/>
                </a:lnTo>
                <a:lnTo>
                  <a:pt x="3222542" y="107841"/>
                </a:lnTo>
                <a:lnTo>
                  <a:pt x="3222247" y="107171"/>
                </a:lnTo>
                <a:lnTo>
                  <a:pt x="3221963" y="106488"/>
                </a:lnTo>
                <a:lnTo>
                  <a:pt x="3221689" y="105793"/>
                </a:lnTo>
                <a:lnTo>
                  <a:pt x="3221431" y="105084"/>
                </a:lnTo>
                <a:lnTo>
                  <a:pt x="3221184" y="104369"/>
                </a:lnTo>
                <a:lnTo>
                  <a:pt x="3220949" y="103647"/>
                </a:lnTo>
                <a:lnTo>
                  <a:pt x="3220724" y="102918"/>
                </a:lnTo>
                <a:lnTo>
                  <a:pt x="3220510" y="102183"/>
                </a:lnTo>
                <a:lnTo>
                  <a:pt x="3220307" y="101441"/>
                </a:lnTo>
                <a:lnTo>
                  <a:pt x="3220115" y="100692"/>
                </a:lnTo>
                <a:lnTo>
                  <a:pt x="3219934" y="99937"/>
                </a:lnTo>
                <a:lnTo>
                  <a:pt x="3219764" y="99175"/>
                </a:lnTo>
                <a:lnTo>
                  <a:pt x="3219604" y="98407"/>
                </a:lnTo>
                <a:lnTo>
                  <a:pt x="3219456" y="97632"/>
                </a:lnTo>
                <a:lnTo>
                  <a:pt x="3219319" y="96851"/>
                </a:lnTo>
                <a:lnTo>
                  <a:pt x="3219193" y="96063"/>
                </a:lnTo>
                <a:lnTo>
                  <a:pt x="3219078" y="95268"/>
                </a:lnTo>
                <a:lnTo>
                  <a:pt x="3218973" y="94467"/>
                </a:lnTo>
                <a:lnTo>
                  <a:pt x="3218880" y="93659"/>
                </a:lnTo>
                <a:lnTo>
                  <a:pt x="3218798" y="92845"/>
                </a:lnTo>
                <a:lnTo>
                  <a:pt x="3218727" y="92024"/>
                </a:lnTo>
                <a:lnTo>
                  <a:pt x="3218666" y="91197"/>
                </a:lnTo>
                <a:lnTo>
                  <a:pt x="3218617" y="90363"/>
                </a:lnTo>
                <a:lnTo>
                  <a:pt x="3218578" y="89522"/>
                </a:lnTo>
                <a:lnTo>
                  <a:pt x="3218551" y="88675"/>
                </a:lnTo>
                <a:lnTo>
                  <a:pt x="3218535" y="87821"/>
                </a:lnTo>
                <a:lnTo>
                  <a:pt x="3218529" y="86960"/>
                </a:lnTo>
                <a:lnTo>
                  <a:pt x="3218534" y="86111"/>
                </a:lnTo>
                <a:lnTo>
                  <a:pt x="3218551" y="85268"/>
                </a:lnTo>
                <a:lnTo>
                  <a:pt x="3218577" y="84432"/>
                </a:lnTo>
                <a:lnTo>
                  <a:pt x="3218615" y="83604"/>
                </a:lnTo>
                <a:lnTo>
                  <a:pt x="3218663" y="82782"/>
                </a:lnTo>
                <a:lnTo>
                  <a:pt x="3218723" y="81968"/>
                </a:lnTo>
                <a:lnTo>
                  <a:pt x="3218793" y="81160"/>
                </a:lnTo>
                <a:lnTo>
                  <a:pt x="3218873" y="80360"/>
                </a:lnTo>
                <a:lnTo>
                  <a:pt x="3218965" y="79566"/>
                </a:lnTo>
                <a:lnTo>
                  <a:pt x="3219067" y="78780"/>
                </a:lnTo>
                <a:lnTo>
                  <a:pt x="3219180" y="78000"/>
                </a:lnTo>
                <a:lnTo>
                  <a:pt x="3219303" y="77228"/>
                </a:lnTo>
                <a:lnTo>
                  <a:pt x="3219438" y="76462"/>
                </a:lnTo>
                <a:lnTo>
                  <a:pt x="3219583" y="75704"/>
                </a:lnTo>
                <a:lnTo>
                  <a:pt x="3219739" y="74953"/>
                </a:lnTo>
                <a:lnTo>
                  <a:pt x="3219905" y="74208"/>
                </a:lnTo>
                <a:lnTo>
                  <a:pt x="3220083" y="73471"/>
                </a:lnTo>
                <a:lnTo>
                  <a:pt x="3220271" y="72741"/>
                </a:lnTo>
                <a:lnTo>
                  <a:pt x="3220470" y="72018"/>
                </a:lnTo>
                <a:lnTo>
                  <a:pt x="3220680" y="71301"/>
                </a:lnTo>
                <a:lnTo>
                  <a:pt x="3220900" y="70592"/>
                </a:lnTo>
                <a:lnTo>
                  <a:pt x="3221131" y="69890"/>
                </a:lnTo>
                <a:lnTo>
                  <a:pt x="3221373" y="69195"/>
                </a:lnTo>
                <a:lnTo>
                  <a:pt x="3221626" y="68507"/>
                </a:lnTo>
                <a:lnTo>
                  <a:pt x="3221895" y="67823"/>
                </a:lnTo>
                <a:lnTo>
                  <a:pt x="3222174" y="67151"/>
                </a:lnTo>
                <a:lnTo>
                  <a:pt x="3222464" y="66491"/>
                </a:lnTo>
                <a:lnTo>
                  <a:pt x="3222765" y="65843"/>
                </a:lnTo>
                <a:lnTo>
                  <a:pt x="3223077" y="65208"/>
                </a:lnTo>
                <a:lnTo>
                  <a:pt x="3223399" y="64584"/>
                </a:lnTo>
                <a:lnTo>
                  <a:pt x="3223733" y="63973"/>
                </a:lnTo>
                <a:lnTo>
                  <a:pt x="3224076" y="63374"/>
                </a:lnTo>
                <a:lnTo>
                  <a:pt x="3224431" y="62786"/>
                </a:lnTo>
                <a:lnTo>
                  <a:pt x="3224797" y="62211"/>
                </a:lnTo>
                <a:lnTo>
                  <a:pt x="3225173" y="61648"/>
                </a:lnTo>
                <a:lnTo>
                  <a:pt x="3225560" y="61097"/>
                </a:lnTo>
                <a:lnTo>
                  <a:pt x="3225958" y="60558"/>
                </a:lnTo>
                <a:lnTo>
                  <a:pt x="3226366" y="60031"/>
                </a:lnTo>
                <a:lnTo>
                  <a:pt x="3226785" y="59516"/>
                </a:lnTo>
                <a:lnTo>
                  <a:pt x="3227215" y="59013"/>
                </a:lnTo>
                <a:lnTo>
                  <a:pt x="3227656" y="58522"/>
                </a:lnTo>
                <a:lnTo>
                  <a:pt x="3228107" y="58043"/>
                </a:lnTo>
                <a:lnTo>
                  <a:pt x="3228570" y="57577"/>
                </a:lnTo>
                <a:lnTo>
                  <a:pt x="3229043" y="57122"/>
                </a:lnTo>
                <a:lnTo>
                  <a:pt x="3229526" y="56680"/>
                </a:lnTo>
                <a:lnTo>
                  <a:pt x="3230021" y="56249"/>
                </a:lnTo>
                <a:lnTo>
                  <a:pt x="3230526" y="55831"/>
                </a:lnTo>
                <a:lnTo>
                  <a:pt x="3231042" y="55425"/>
                </a:lnTo>
                <a:lnTo>
                  <a:pt x="3231574" y="55028"/>
                </a:lnTo>
                <a:lnTo>
                  <a:pt x="3232117" y="54647"/>
                </a:lnTo>
                <a:lnTo>
                  <a:pt x="3232672" y="54284"/>
                </a:lnTo>
                <a:lnTo>
                  <a:pt x="3233237" y="53938"/>
                </a:lnTo>
                <a:lnTo>
                  <a:pt x="3233813" y="53608"/>
                </a:lnTo>
                <a:lnTo>
                  <a:pt x="3234400" y="53296"/>
                </a:lnTo>
                <a:lnTo>
                  <a:pt x="3234998" y="53000"/>
                </a:lnTo>
                <a:lnTo>
                  <a:pt x="3235607" y="52721"/>
                </a:lnTo>
                <a:lnTo>
                  <a:pt x="3236226" y="52459"/>
                </a:lnTo>
                <a:lnTo>
                  <a:pt x="3236857" y="52214"/>
                </a:lnTo>
                <a:lnTo>
                  <a:pt x="3237499" y="51986"/>
                </a:lnTo>
                <a:lnTo>
                  <a:pt x="3238152" y="51775"/>
                </a:lnTo>
                <a:lnTo>
                  <a:pt x="3238816" y="51581"/>
                </a:lnTo>
                <a:lnTo>
                  <a:pt x="3239491" y="51403"/>
                </a:lnTo>
                <a:lnTo>
                  <a:pt x="3240176" y="51243"/>
                </a:lnTo>
                <a:lnTo>
                  <a:pt x="3240873" y="51099"/>
                </a:lnTo>
                <a:lnTo>
                  <a:pt x="3241581" y="50972"/>
                </a:lnTo>
                <a:lnTo>
                  <a:pt x="3242299" y="50862"/>
                </a:lnTo>
                <a:lnTo>
                  <a:pt x="3243029" y="50770"/>
                </a:lnTo>
                <a:lnTo>
                  <a:pt x="3243770" y="50694"/>
                </a:lnTo>
                <a:lnTo>
                  <a:pt x="3244521" y="50634"/>
                </a:lnTo>
                <a:lnTo>
                  <a:pt x="3245284" y="50592"/>
                </a:lnTo>
                <a:lnTo>
                  <a:pt x="3246057" y="50567"/>
                </a:lnTo>
                <a:lnTo>
                  <a:pt x="3246842" y="50558"/>
                </a:lnTo>
                <a:lnTo>
                  <a:pt x="3247595" y="50566"/>
                </a:lnTo>
                <a:lnTo>
                  <a:pt x="3248338" y="50590"/>
                </a:lnTo>
                <a:lnTo>
                  <a:pt x="3249071" y="50630"/>
                </a:lnTo>
                <a:lnTo>
                  <a:pt x="3249795" y="50687"/>
                </a:lnTo>
                <a:lnTo>
                  <a:pt x="3250507" y="50759"/>
                </a:lnTo>
                <a:lnTo>
                  <a:pt x="3251210" y="50847"/>
                </a:lnTo>
                <a:lnTo>
                  <a:pt x="3251903" y="50951"/>
                </a:lnTo>
                <a:lnTo>
                  <a:pt x="3252586" y="51071"/>
                </a:lnTo>
                <a:lnTo>
                  <a:pt x="3253258" y="51207"/>
                </a:lnTo>
                <a:lnTo>
                  <a:pt x="3253921" y="51359"/>
                </a:lnTo>
                <a:lnTo>
                  <a:pt x="3254573" y="51527"/>
                </a:lnTo>
                <a:lnTo>
                  <a:pt x="3255216" y="51712"/>
                </a:lnTo>
                <a:lnTo>
                  <a:pt x="3255848" y="51912"/>
                </a:lnTo>
                <a:lnTo>
                  <a:pt x="3256470" y="52128"/>
                </a:lnTo>
                <a:lnTo>
                  <a:pt x="3257082" y="52360"/>
                </a:lnTo>
                <a:lnTo>
                  <a:pt x="3257684" y="52609"/>
                </a:lnTo>
                <a:lnTo>
                  <a:pt x="3258276" y="52873"/>
                </a:lnTo>
                <a:lnTo>
                  <a:pt x="3258857" y="53153"/>
                </a:lnTo>
                <a:lnTo>
                  <a:pt x="3259429" y="53450"/>
                </a:lnTo>
                <a:lnTo>
                  <a:pt x="3259991" y="53762"/>
                </a:lnTo>
                <a:lnTo>
                  <a:pt x="3260542" y="54091"/>
                </a:lnTo>
                <a:lnTo>
                  <a:pt x="3261083" y="54435"/>
                </a:lnTo>
                <a:lnTo>
                  <a:pt x="3261615" y="54795"/>
                </a:lnTo>
                <a:lnTo>
                  <a:pt x="3262136" y="55172"/>
                </a:lnTo>
                <a:lnTo>
                  <a:pt x="3262647" y="55557"/>
                </a:lnTo>
                <a:lnTo>
                  <a:pt x="3263147" y="55956"/>
                </a:lnTo>
                <a:lnTo>
                  <a:pt x="3263637" y="56367"/>
                </a:lnTo>
                <a:lnTo>
                  <a:pt x="3264116" y="56790"/>
                </a:lnTo>
                <a:lnTo>
                  <a:pt x="3264585" y="57227"/>
                </a:lnTo>
                <a:lnTo>
                  <a:pt x="3265043" y="57676"/>
                </a:lnTo>
                <a:lnTo>
                  <a:pt x="3265491" y="58138"/>
                </a:lnTo>
                <a:lnTo>
                  <a:pt x="3265928" y="58613"/>
                </a:lnTo>
                <a:lnTo>
                  <a:pt x="3266354" y="59100"/>
                </a:lnTo>
                <a:lnTo>
                  <a:pt x="3266770" y="59600"/>
                </a:lnTo>
                <a:lnTo>
                  <a:pt x="3267176" y="60113"/>
                </a:lnTo>
                <a:lnTo>
                  <a:pt x="3267571" y="60638"/>
                </a:lnTo>
                <a:lnTo>
                  <a:pt x="3267955" y="61177"/>
                </a:lnTo>
                <a:lnTo>
                  <a:pt x="3268329" y="61728"/>
                </a:lnTo>
                <a:lnTo>
                  <a:pt x="3268693" y="62291"/>
                </a:lnTo>
                <a:lnTo>
                  <a:pt x="3269045" y="62868"/>
                </a:lnTo>
                <a:lnTo>
                  <a:pt x="3269388" y="63457"/>
                </a:lnTo>
                <a:lnTo>
                  <a:pt x="3269719" y="64059"/>
                </a:lnTo>
                <a:lnTo>
                  <a:pt x="3270041" y="64674"/>
                </a:lnTo>
                <a:lnTo>
                  <a:pt x="3270351" y="65301"/>
                </a:lnTo>
                <a:lnTo>
                  <a:pt x="3270652" y="65941"/>
                </a:lnTo>
                <a:lnTo>
                  <a:pt x="3270941" y="66594"/>
                </a:lnTo>
                <a:lnTo>
                  <a:pt x="3271220" y="67260"/>
                </a:lnTo>
                <a:lnTo>
                  <a:pt x="3271489" y="67938"/>
                </a:lnTo>
                <a:lnTo>
                  <a:pt x="3271747" y="68622"/>
                </a:lnTo>
                <a:lnTo>
                  <a:pt x="3271994" y="69315"/>
                </a:lnTo>
                <a:lnTo>
                  <a:pt x="3272230" y="70018"/>
                </a:lnTo>
                <a:lnTo>
                  <a:pt x="3272455" y="70731"/>
                </a:lnTo>
                <a:lnTo>
                  <a:pt x="3272668" y="71453"/>
                </a:lnTo>
                <a:lnTo>
                  <a:pt x="3272871" y="72184"/>
                </a:lnTo>
                <a:lnTo>
                  <a:pt x="3273063" y="72925"/>
                </a:lnTo>
                <a:lnTo>
                  <a:pt x="3273244" y="73675"/>
                </a:lnTo>
                <a:lnTo>
                  <a:pt x="3273415" y="74434"/>
                </a:lnTo>
                <a:lnTo>
                  <a:pt x="3273574" y="75203"/>
                </a:lnTo>
                <a:lnTo>
                  <a:pt x="3273722" y="75982"/>
                </a:lnTo>
                <a:lnTo>
                  <a:pt x="3273859" y="76770"/>
                </a:lnTo>
                <a:lnTo>
                  <a:pt x="3273985" y="77567"/>
                </a:lnTo>
                <a:lnTo>
                  <a:pt x="3274100" y="78374"/>
                </a:lnTo>
                <a:lnTo>
                  <a:pt x="3274204" y="79190"/>
                </a:lnTo>
                <a:lnTo>
                  <a:pt x="3274298" y="80016"/>
                </a:lnTo>
                <a:lnTo>
                  <a:pt x="3274380" y="80851"/>
                </a:lnTo>
                <a:lnTo>
                  <a:pt x="3274451" y="81695"/>
                </a:lnTo>
                <a:lnTo>
                  <a:pt x="3274512" y="82549"/>
                </a:lnTo>
                <a:lnTo>
                  <a:pt x="3274561" y="83413"/>
                </a:lnTo>
                <a:lnTo>
                  <a:pt x="3274599" y="84285"/>
                </a:lnTo>
                <a:lnTo>
                  <a:pt x="3274627" y="85168"/>
                </a:lnTo>
                <a:lnTo>
                  <a:pt x="3274643" y="86059"/>
                </a:lnTo>
                <a:lnTo>
                  <a:pt x="3274649" y="86960"/>
                </a:lnTo>
                <a:lnTo>
                  <a:pt x="3274643" y="87872"/>
                </a:lnTo>
                <a:lnTo>
                  <a:pt x="3274626" y="88775"/>
                </a:lnTo>
                <a:lnTo>
                  <a:pt x="3274599" y="89669"/>
                </a:lnTo>
                <a:lnTo>
                  <a:pt x="3274559" y="90554"/>
                </a:lnTo>
                <a:lnTo>
                  <a:pt x="3274509" y="91430"/>
                </a:lnTo>
                <a:lnTo>
                  <a:pt x="3274447" y="92297"/>
                </a:lnTo>
                <a:lnTo>
                  <a:pt x="3274375" y="93155"/>
                </a:lnTo>
                <a:lnTo>
                  <a:pt x="3274291" y="94003"/>
                </a:lnTo>
                <a:lnTo>
                  <a:pt x="3274196" y="94843"/>
                </a:lnTo>
                <a:lnTo>
                  <a:pt x="3274089" y="95674"/>
                </a:lnTo>
                <a:lnTo>
                  <a:pt x="3273972" y="96496"/>
                </a:lnTo>
                <a:lnTo>
                  <a:pt x="3273843" y="97309"/>
                </a:lnTo>
                <a:lnTo>
                  <a:pt x="3273703" y="98113"/>
                </a:lnTo>
                <a:lnTo>
                  <a:pt x="3273552" y="98908"/>
                </a:lnTo>
                <a:lnTo>
                  <a:pt x="3273390" y="99694"/>
                </a:lnTo>
                <a:lnTo>
                  <a:pt x="3273216" y="100471"/>
                </a:lnTo>
                <a:lnTo>
                  <a:pt x="3273032" y="101239"/>
                </a:lnTo>
                <a:lnTo>
                  <a:pt x="3272836" y="101998"/>
                </a:lnTo>
                <a:lnTo>
                  <a:pt x="3272629" y="102747"/>
                </a:lnTo>
                <a:lnTo>
                  <a:pt x="3272411" y="103488"/>
                </a:lnTo>
                <a:lnTo>
                  <a:pt x="3272181" y="104220"/>
                </a:lnTo>
                <a:lnTo>
                  <a:pt x="3271941" y="104943"/>
                </a:lnTo>
                <a:lnTo>
                  <a:pt x="3271689" y="105657"/>
                </a:lnTo>
                <a:lnTo>
                  <a:pt x="3271426" y="106362"/>
                </a:lnTo>
                <a:lnTo>
                  <a:pt x="3271152" y="107051"/>
                </a:lnTo>
                <a:lnTo>
                  <a:pt x="3270868" y="107727"/>
                </a:lnTo>
                <a:lnTo>
                  <a:pt x="3270574" y="108391"/>
                </a:lnTo>
                <a:lnTo>
                  <a:pt x="3270269" y="109043"/>
                </a:lnTo>
                <a:lnTo>
                  <a:pt x="3269954" y="109682"/>
                </a:lnTo>
                <a:lnTo>
                  <a:pt x="3269629" y="110308"/>
                </a:lnTo>
                <a:lnTo>
                  <a:pt x="3269293" y="110922"/>
                </a:lnTo>
                <a:lnTo>
                  <a:pt x="3268947" y="111523"/>
                </a:lnTo>
                <a:lnTo>
                  <a:pt x="3268591" y="112112"/>
                </a:lnTo>
                <a:lnTo>
                  <a:pt x="3268224" y="112689"/>
                </a:lnTo>
                <a:lnTo>
                  <a:pt x="3267847" y="113252"/>
                </a:lnTo>
                <a:lnTo>
                  <a:pt x="3267460" y="113804"/>
                </a:lnTo>
                <a:lnTo>
                  <a:pt x="3267063" y="114343"/>
                </a:lnTo>
                <a:lnTo>
                  <a:pt x="3266655" y="114869"/>
                </a:lnTo>
                <a:lnTo>
                  <a:pt x="3266237" y="115383"/>
                </a:lnTo>
                <a:lnTo>
                  <a:pt x="3265808" y="115884"/>
                </a:lnTo>
                <a:lnTo>
                  <a:pt x="3265370" y="116373"/>
                </a:lnTo>
                <a:lnTo>
                  <a:pt x="3264920" y="116849"/>
                </a:lnTo>
                <a:lnTo>
                  <a:pt x="3264461" y="117313"/>
                </a:lnTo>
                <a:lnTo>
                  <a:pt x="3263991" y="117764"/>
                </a:lnTo>
                <a:lnTo>
                  <a:pt x="3263511" y="118203"/>
                </a:lnTo>
                <a:lnTo>
                  <a:pt x="3263021" y="118629"/>
                </a:lnTo>
                <a:lnTo>
                  <a:pt x="3262520" y="119043"/>
                </a:lnTo>
                <a:lnTo>
                  <a:pt x="3262009" y="119444"/>
                </a:lnTo>
                <a:lnTo>
                  <a:pt x="3261488" y="119826"/>
                </a:lnTo>
                <a:lnTo>
                  <a:pt x="3260958" y="120191"/>
                </a:lnTo>
                <a:lnTo>
                  <a:pt x="3260418" y="120540"/>
                </a:lnTo>
                <a:lnTo>
                  <a:pt x="3259868" y="120873"/>
                </a:lnTo>
                <a:lnTo>
                  <a:pt x="3259308" y="121190"/>
                </a:lnTo>
                <a:lnTo>
                  <a:pt x="3258739" y="121490"/>
                </a:lnTo>
                <a:lnTo>
                  <a:pt x="3258160" y="121774"/>
                </a:lnTo>
                <a:lnTo>
                  <a:pt x="3257571" y="122042"/>
                </a:lnTo>
                <a:lnTo>
                  <a:pt x="3256973" y="122294"/>
                </a:lnTo>
                <a:lnTo>
                  <a:pt x="3256365" y="122529"/>
                </a:lnTo>
                <a:lnTo>
                  <a:pt x="3255748" y="122749"/>
                </a:lnTo>
                <a:lnTo>
                  <a:pt x="3255121" y="122952"/>
                </a:lnTo>
                <a:lnTo>
                  <a:pt x="3254484" y="123138"/>
                </a:lnTo>
                <a:lnTo>
                  <a:pt x="3253837" y="123309"/>
                </a:lnTo>
                <a:lnTo>
                  <a:pt x="3253181" y="123463"/>
                </a:lnTo>
                <a:lnTo>
                  <a:pt x="3252516" y="123601"/>
                </a:lnTo>
                <a:lnTo>
                  <a:pt x="3251840" y="123723"/>
                </a:lnTo>
                <a:lnTo>
                  <a:pt x="3251155" y="123828"/>
                </a:lnTo>
                <a:lnTo>
                  <a:pt x="3250460" y="123918"/>
                </a:lnTo>
                <a:lnTo>
                  <a:pt x="3249756" y="123991"/>
                </a:lnTo>
                <a:lnTo>
                  <a:pt x="3249042" y="124048"/>
                </a:lnTo>
                <a:lnTo>
                  <a:pt x="3248318" y="124088"/>
                </a:lnTo>
                <a:lnTo>
                  <a:pt x="3247585" y="124113"/>
                </a:lnTo>
                <a:lnTo>
                  <a:pt x="3246842" y="124121"/>
                </a:lnTo>
                <a:lnTo>
                  <a:pt x="3246068" y="124112"/>
                </a:lnTo>
                <a:lnTo>
                  <a:pt x="3245304" y="124087"/>
                </a:lnTo>
                <a:lnTo>
                  <a:pt x="3244551" y="124044"/>
                </a:lnTo>
                <a:lnTo>
                  <a:pt x="3243808" y="123984"/>
                </a:lnTo>
                <a:lnTo>
                  <a:pt x="3243076" y="123907"/>
                </a:lnTo>
                <a:lnTo>
                  <a:pt x="3242355" y="123813"/>
                </a:lnTo>
                <a:close/>
                <a:moveTo>
                  <a:pt x="4399929" y="71918"/>
                </a:moveTo>
                <a:lnTo>
                  <a:pt x="4399978" y="71393"/>
                </a:lnTo>
                <a:lnTo>
                  <a:pt x="4400039" y="70873"/>
                </a:lnTo>
                <a:lnTo>
                  <a:pt x="4400110" y="70358"/>
                </a:lnTo>
                <a:lnTo>
                  <a:pt x="4400192" y="69848"/>
                </a:lnTo>
                <a:lnTo>
                  <a:pt x="4400285" y="69343"/>
                </a:lnTo>
                <a:lnTo>
                  <a:pt x="4400390" y="68843"/>
                </a:lnTo>
                <a:lnTo>
                  <a:pt x="4400505" y="68348"/>
                </a:lnTo>
                <a:lnTo>
                  <a:pt x="4400631" y="67859"/>
                </a:lnTo>
                <a:lnTo>
                  <a:pt x="4400768" y="67374"/>
                </a:lnTo>
                <a:lnTo>
                  <a:pt x="4400916" y="66895"/>
                </a:lnTo>
                <a:lnTo>
                  <a:pt x="4401075" y="66420"/>
                </a:lnTo>
                <a:lnTo>
                  <a:pt x="4401245" y="65951"/>
                </a:lnTo>
                <a:lnTo>
                  <a:pt x="4401426" y="65486"/>
                </a:lnTo>
                <a:lnTo>
                  <a:pt x="4401618" y="65027"/>
                </a:lnTo>
                <a:lnTo>
                  <a:pt x="4401821" y="64572"/>
                </a:lnTo>
                <a:lnTo>
                  <a:pt x="4402035" y="64123"/>
                </a:lnTo>
                <a:lnTo>
                  <a:pt x="4402260" y="63679"/>
                </a:lnTo>
                <a:lnTo>
                  <a:pt x="4402496" y="63240"/>
                </a:lnTo>
                <a:lnTo>
                  <a:pt x="4402743" y="62805"/>
                </a:lnTo>
                <a:lnTo>
                  <a:pt x="4403001" y="62376"/>
                </a:lnTo>
                <a:lnTo>
                  <a:pt x="4403273" y="61948"/>
                </a:lnTo>
                <a:lnTo>
                  <a:pt x="4403554" y="61528"/>
                </a:lnTo>
                <a:lnTo>
                  <a:pt x="4403842" y="61116"/>
                </a:lnTo>
                <a:lnTo>
                  <a:pt x="4404138" y="60712"/>
                </a:lnTo>
                <a:lnTo>
                  <a:pt x="4404443" y="60316"/>
                </a:lnTo>
                <a:lnTo>
                  <a:pt x="4404755" y="59927"/>
                </a:lnTo>
                <a:lnTo>
                  <a:pt x="4405075" y="59547"/>
                </a:lnTo>
                <a:lnTo>
                  <a:pt x="4405402" y="59174"/>
                </a:lnTo>
                <a:lnTo>
                  <a:pt x="4405738" y="58810"/>
                </a:lnTo>
                <a:lnTo>
                  <a:pt x="4406082" y="58453"/>
                </a:lnTo>
                <a:lnTo>
                  <a:pt x="4406433" y="58104"/>
                </a:lnTo>
                <a:lnTo>
                  <a:pt x="4406793" y="57763"/>
                </a:lnTo>
                <a:lnTo>
                  <a:pt x="4407160" y="57430"/>
                </a:lnTo>
                <a:lnTo>
                  <a:pt x="4407535" y="57105"/>
                </a:lnTo>
                <a:lnTo>
                  <a:pt x="4407918" y="56787"/>
                </a:lnTo>
                <a:lnTo>
                  <a:pt x="4408309" y="56478"/>
                </a:lnTo>
                <a:lnTo>
                  <a:pt x="4408708" y="56176"/>
                </a:lnTo>
                <a:lnTo>
                  <a:pt x="4409115" y="55883"/>
                </a:lnTo>
                <a:lnTo>
                  <a:pt x="4409530" y="55597"/>
                </a:lnTo>
                <a:lnTo>
                  <a:pt x="4409953" y="55319"/>
                </a:lnTo>
                <a:lnTo>
                  <a:pt x="4410383" y="55049"/>
                </a:lnTo>
                <a:lnTo>
                  <a:pt x="4410821" y="54787"/>
                </a:lnTo>
                <a:lnTo>
                  <a:pt x="4411268" y="54533"/>
                </a:lnTo>
                <a:lnTo>
                  <a:pt x="4411722" y="54287"/>
                </a:lnTo>
                <a:lnTo>
                  <a:pt x="4412188" y="54045"/>
                </a:lnTo>
                <a:lnTo>
                  <a:pt x="4412659" y="53813"/>
                </a:lnTo>
                <a:lnTo>
                  <a:pt x="4413136" y="53591"/>
                </a:lnTo>
                <a:lnTo>
                  <a:pt x="4413618" y="53379"/>
                </a:lnTo>
                <a:lnTo>
                  <a:pt x="4414105" y="53178"/>
                </a:lnTo>
                <a:lnTo>
                  <a:pt x="4414598" y="52988"/>
                </a:lnTo>
                <a:lnTo>
                  <a:pt x="4415095" y="52807"/>
                </a:lnTo>
                <a:lnTo>
                  <a:pt x="4415598" y="52637"/>
                </a:lnTo>
                <a:lnTo>
                  <a:pt x="4416106" y="52477"/>
                </a:lnTo>
                <a:lnTo>
                  <a:pt x="4416620" y="52327"/>
                </a:lnTo>
                <a:lnTo>
                  <a:pt x="4417139" y="52188"/>
                </a:lnTo>
                <a:lnTo>
                  <a:pt x="4417663" y="52059"/>
                </a:lnTo>
                <a:lnTo>
                  <a:pt x="4418192" y="51941"/>
                </a:lnTo>
                <a:lnTo>
                  <a:pt x="4418727" y="51832"/>
                </a:lnTo>
                <a:lnTo>
                  <a:pt x="4419266" y="51734"/>
                </a:lnTo>
                <a:lnTo>
                  <a:pt x="4419811" y="51647"/>
                </a:lnTo>
                <a:lnTo>
                  <a:pt x="4420362" y="51569"/>
                </a:lnTo>
                <a:lnTo>
                  <a:pt x="4420917" y="51502"/>
                </a:lnTo>
                <a:lnTo>
                  <a:pt x="4421478" y="51446"/>
                </a:lnTo>
                <a:lnTo>
                  <a:pt x="4422045" y="51399"/>
                </a:lnTo>
                <a:lnTo>
                  <a:pt x="4422616" y="51363"/>
                </a:lnTo>
                <a:lnTo>
                  <a:pt x="4423193" y="51337"/>
                </a:lnTo>
                <a:lnTo>
                  <a:pt x="4423775" y="51322"/>
                </a:lnTo>
                <a:lnTo>
                  <a:pt x="4424362" y="51317"/>
                </a:lnTo>
                <a:lnTo>
                  <a:pt x="4424609" y="51318"/>
                </a:lnTo>
                <a:lnTo>
                  <a:pt x="4424855" y="51320"/>
                </a:lnTo>
                <a:lnTo>
                  <a:pt x="4425099" y="51324"/>
                </a:lnTo>
                <a:lnTo>
                  <a:pt x="4425343" y="51329"/>
                </a:lnTo>
                <a:lnTo>
                  <a:pt x="4425586" y="51336"/>
                </a:lnTo>
                <a:lnTo>
                  <a:pt x="4425827" y="51344"/>
                </a:lnTo>
                <a:lnTo>
                  <a:pt x="4426068" y="51354"/>
                </a:lnTo>
                <a:lnTo>
                  <a:pt x="4426307" y="51366"/>
                </a:lnTo>
                <a:lnTo>
                  <a:pt x="4426545" y="51379"/>
                </a:lnTo>
                <a:lnTo>
                  <a:pt x="4426782" y="51394"/>
                </a:lnTo>
                <a:lnTo>
                  <a:pt x="4427018" y="51410"/>
                </a:lnTo>
                <a:lnTo>
                  <a:pt x="4427253" y="51427"/>
                </a:lnTo>
                <a:lnTo>
                  <a:pt x="4427487" y="51447"/>
                </a:lnTo>
                <a:lnTo>
                  <a:pt x="4427720" y="51467"/>
                </a:lnTo>
                <a:lnTo>
                  <a:pt x="4427951" y="51490"/>
                </a:lnTo>
                <a:lnTo>
                  <a:pt x="4428182" y="51513"/>
                </a:lnTo>
                <a:lnTo>
                  <a:pt x="4428411" y="51539"/>
                </a:lnTo>
                <a:lnTo>
                  <a:pt x="4428639" y="51566"/>
                </a:lnTo>
                <a:lnTo>
                  <a:pt x="4428867" y="51594"/>
                </a:lnTo>
                <a:lnTo>
                  <a:pt x="4429093" y="51624"/>
                </a:lnTo>
                <a:lnTo>
                  <a:pt x="4429318" y="51655"/>
                </a:lnTo>
                <a:lnTo>
                  <a:pt x="4429542" y="51688"/>
                </a:lnTo>
                <a:lnTo>
                  <a:pt x="4429765" y="51723"/>
                </a:lnTo>
                <a:lnTo>
                  <a:pt x="4429986" y="51759"/>
                </a:lnTo>
                <a:lnTo>
                  <a:pt x="4430209" y="51790"/>
                </a:lnTo>
                <a:lnTo>
                  <a:pt x="4430426" y="51821"/>
                </a:lnTo>
                <a:lnTo>
                  <a:pt x="4430635" y="51851"/>
                </a:lnTo>
                <a:lnTo>
                  <a:pt x="4430838" y="51880"/>
                </a:lnTo>
                <a:lnTo>
                  <a:pt x="4431034" y="51909"/>
                </a:lnTo>
                <a:lnTo>
                  <a:pt x="4431223" y="51937"/>
                </a:lnTo>
                <a:lnTo>
                  <a:pt x="4431405" y="51964"/>
                </a:lnTo>
                <a:lnTo>
                  <a:pt x="4431580" y="51991"/>
                </a:lnTo>
                <a:lnTo>
                  <a:pt x="4431749" y="52017"/>
                </a:lnTo>
                <a:lnTo>
                  <a:pt x="4431911" y="52042"/>
                </a:lnTo>
                <a:lnTo>
                  <a:pt x="4432066" y="52067"/>
                </a:lnTo>
                <a:lnTo>
                  <a:pt x="4432214" y="52091"/>
                </a:lnTo>
                <a:lnTo>
                  <a:pt x="4432356" y="52114"/>
                </a:lnTo>
                <a:lnTo>
                  <a:pt x="4432490" y="52137"/>
                </a:lnTo>
                <a:lnTo>
                  <a:pt x="4432618" y="52159"/>
                </a:lnTo>
                <a:lnTo>
                  <a:pt x="4432739" y="52180"/>
                </a:lnTo>
                <a:lnTo>
                  <a:pt x="4432853" y="52201"/>
                </a:lnTo>
                <a:lnTo>
                  <a:pt x="4432961" y="52221"/>
                </a:lnTo>
                <a:lnTo>
                  <a:pt x="4433061" y="52241"/>
                </a:lnTo>
                <a:lnTo>
                  <a:pt x="4433155" y="52259"/>
                </a:lnTo>
                <a:lnTo>
                  <a:pt x="4433242" y="52278"/>
                </a:lnTo>
                <a:lnTo>
                  <a:pt x="4433322" y="52295"/>
                </a:lnTo>
                <a:lnTo>
                  <a:pt x="4433396" y="52312"/>
                </a:lnTo>
                <a:lnTo>
                  <a:pt x="4433462" y="52328"/>
                </a:lnTo>
                <a:lnTo>
                  <a:pt x="4433462" y="37160"/>
                </a:lnTo>
                <a:lnTo>
                  <a:pt x="4433355" y="37150"/>
                </a:lnTo>
                <a:lnTo>
                  <a:pt x="4433243" y="37140"/>
                </a:lnTo>
                <a:lnTo>
                  <a:pt x="4433128" y="37130"/>
                </a:lnTo>
                <a:lnTo>
                  <a:pt x="4433008" y="37120"/>
                </a:lnTo>
                <a:lnTo>
                  <a:pt x="4432884" y="37110"/>
                </a:lnTo>
                <a:lnTo>
                  <a:pt x="4432755" y="37101"/>
                </a:lnTo>
                <a:lnTo>
                  <a:pt x="4432623" y="37092"/>
                </a:lnTo>
                <a:lnTo>
                  <a:pt x="4432486" y="37083"/>
                </a:lnTo>
                <a:lnTo>
                  <a:pt x="4432346" y="37074"/>
                </a:lnTo>
                <a:lnTo>
                  <a:pt x="4432201" y="37066"/>
                </a:lnTo>
                <a:lnTo>
                  <a:pt x="4432052" y="37058"/>
                </a:lnTo>
                <a:lnTo>
                  <a:pt x="4431898" y="37050"/>
                </a:lnTo>
                <a:lnTo>
                  <a:pt x="4431741" y="37042"/>
                </a:lnTo>
                <a:lnTo>
                  <a:pt x="4431579" y="37034"/>
                </a:lnTo>
                <a:lnTo>
                  <a:pt x="4431413" y="37027"/>
                </a:lnTo>
                <a:lnTo>
                  <a:pt x="4431243" y="37020"/>
                </a:lnTo>
                <a:lnTo>
                  <a:pt x="4431069" y="37013"/>
                </a:lnTo>
                <a:lnTo>
                  <a:pt x="4430891" y="37006"/>
                </a:lnTo>
                <a:lnTo>
                  <a:pt x="4430709" y="37000"/>
                </a:lnTo>
                <a:lnTo>
                  <a:pt x="4430522" y="36994"/>
                </a:lnTo>
                <a:lnTo>
                  <a:pt x="4430331" y="36988"/>
                </a:lnTo>
                <a:lnTo>
                  <a:pt x="4430136" y="36982"/>
                </a:lnTo>
                <a:lnTo>
                  <a:pt x="4429937" y="36976"/>
                </a:lnTo>
                <a:lnTo>
                  <a:pt x="4429734" y="36971"/>
                </a:lnTo>
                <a:lnTo>
                  <a:pt x="4429530" y="36966"/>
                </a:lnTo>
                <a:lnTo>
                  <a:pt x="4429329" y="36961"/>
                </a:lnTo>
                <a:lnTo>
                  <a:pt x="4429130" y="36956"/>
                </a:lnTo>
                <a:lnTo>
                  <a:pt x="4428935" y="36951"/>
                </a:lnTo>
                <a:lnTo>
                  <a:pt x="4428742" y="36947"/>
                </a:lnTo>
                <a:lnTo>
                  <a:pt x="4428553" y="36943"/>
                </a:lnTo>
                <a:lnTo>
                  <a:pt x="4428366" y="36939"/>
                </a:lnTo>
                <a:lnTo>
                  <a:pt x="4428182" y="36936"/>
                </a:lnTo>
                <a:lnTo>
                  <a:pt x="4428001" y="36932"/>
                </a:lnTo>
                <a:lnTo>
                  <a:pt x="4427822" y="36929"/>
                </a:lnTo>
                <a:lnTo>
                  <a:pt x="4427647" y="36926"/>
                </a:lnTo>
                <a:lnTo>
                  <a:pt x="4427474" y="36923"/>
                </a:lnTo>
                <a:lnTo>
                  <a:pt x="4427305" y="36921"/>
                </a:lnTo>
                <a:lnTo>
                  <a:pt x="4427138" y="36919"/>
                </a:lnTo>
                <a:lnTo>
                  <a:pt x="4426974" y="36916"/>
                </a:lnTo>
                <a:lnTo>
                  <a:pt x="4426812" y="36915"/>
                </a:lnTo>
                <a:lnTo>
                  <a:pt x="4426654" y="36913"/>
                </a:lnTo>
                <a:lnTo>
                  <a:pt x="4426499" y="36912"/>
                </a:lnTo>
                <a:lnTo>
                  <a:pt x="4426346" y="36910"/>
                </a:lnTo>
                <a:lnTo>
                  <a:pt x="4426196" y="36909"/>
                </a:lnTo>
                <a:lnTo>
                  <a:pt x="4426049" y="36909"/>
                </a:lnTo>
                <a:lnTo>
                  <a:pt x="4425905" y="36908"/>
                </a:lnTo>
                <a:lnTo>
                  <a:pt x="4425764" y="36908"/>
                </a:lnTo>
                <a:lnTo>
                  <a:pt x="4425626" y="36908"/>
                </a:lnTo>
                <a:lnTo>
                  <a:pt x="4424902" y="36915"/>
                </a:lnTo>
                <a:lnTo>
                  <a:pt x="4424184" y="36939"/>
                </a:lnTo>
                <a:lnTo>
                  <a:pt x="4423473" y="36978"/>
                </a:lnTo>
                <a:lnTo>
                  <a:pt x="4422768" y="37032"/>
                </a:lnTo>
                <a:lnTo>
                  <a:pt x="4422069" y="37102"/>
                </a:lnTo>
                <a:lnTo>
                  <a:pt x="4421376" y="37188"/>
                </a:lnTo>
                <a:lnTo>
                  <a:pt x="4420689" y="37289"/>
                </a:lnTo>
                <a:lnTo>
                  <a:pt x="4420008" y="37406"/>
                </a:lnTo>
                <a:lnTo>
                  <a:pt x="4419334" y="37539"/>
                </a:lnTo>
                <a:lnTo>
                  <a:pt x="4418665" y="37687"/>
                </a:lnTo>
                <a:lnTo>
                  <a:pt x="4418003" y="37850"/>
                </a:lnTo>
                <a:lnTo>
                  <a:pt x="4417347" y="38029"/>
                </a:lnTo>
                <a:lnTo>
                  <a:pt x="4416697" y="38224"/>
                </a:lnTo>
                <a:lnTo>
                  <a:pt x="4416053" y="38434"/>
                </a:lnTo>
                <a:lnTo>
                  <a:pt x="4415415" y="38660"/>
                </a:lnTo>
                <a:lnTo>
                  <a:pt x="4414784" y="38902"/>
                </a:lnTo>
                <a:lnTo>
                  <a:pt x="4414158" y="39159"/>
                </a:lnTo>
                <a:lnTo>
                  <a:pt x="4413539" y="39432"/>
                </a:lnTo>
                <a:lnTo>
                  <a:pt x="4412926" y="39720"/>
                </a:lnTo>
                <a:lnTo>
                  <a:pt x="4412319" y="40024"/>
                </a:lnTo>
                <a:lnTo>
                  <a:pt x="4411718" y="40343"/>
                </a:lnTo>
                <a:lnTo>
                  <a:pt x="4411124" y="40678"/>
                </a:lnTo>
                <a:lnTo>
                  <a:pt x="4410535" y="41029"/>
                </a:lnTo>
                <a:lnTo>
                  <a:pt x="4409953" y="41395"/>
                </a:lnTo>
                <a:lnTo>
                  <a:pt x="4409381" y="41773"/>
                </a:lnTo>
                <a:lnTo>
                  <a:pt x="4408824" y="42161"/>
                </a:lnTo>
                <a:lnTo>
                  <a:pt x="4408282" y="42559"/>
                </a:lnTo>
                <a:lnTo>
                  <a:pt x="4407755" y="42966"/>
                </a:lnTo>
                <a:lnTo>
                  <a:pt x="4407243" y="43382"/>
                </a:lnTo>
                <a:lnTo>
                  <a:pt x="4406745" y="43808"/>
                </a:lnTo>
                <a:lnTo>
                  <a:pt x="4406263" y="44243"/>
                </a:lnTo>
                <a:lnTo>
                  <a:pt x="4405796" y="44688"/>
                </a:lnTo>
                <a:lnTo>
                  <a:pt x="4405343" y="45142"/>
                </a:lnTo>
                <a:lnTo>
                  <a:pt x="4404906" y="45606"/>
                </a:lnTo>
                <a:lnTo>
                  <a:pt x="4404483" y="46079"/>
                </a:lnTo>
                <a:lnTo>
                  <a:pt x="4404075" y="46561"/>
                </a:lnTo>
                <a:lnTo>
                  <a:pt x="4403682" y="47053"/>
                </a:lnTo>
                <a:lnTo>
                  <a:pt x="4403305" y="47554"/>
                </a:lnTo>
                <a:lnTo>
                  <a:pt x="4402942" y="48065"/>
                </a:lnTo>
                <a:lnTo>
                  <a:pt x="4402594" y="48585"/>
                </a:lnTo>
                <a:lnTo>
                  <a:pt x="4402261" y="49115"/>
                </a:lnTo>
                <a:lnTo>
                  <a:pt x="4401942" y="49654"/>
                </a:lnTo>
                <a:lnTo>
                  <a:pt x="4401639" y="50202"/>
                </a:lnTo>
                <a:lnTo>
                  <a:pt x="4401351" y="50760"/>
                </a:lnTo>
                <a:lnTo>
                  <a:pt x="4401077" y="51328"/>
                </a:lnTo>
                <a:lnTo>
                  <a:pt x="4400819" y="51904"/>
                </a:lnTo>
                <a:lnTo>
                  <a:pt x="4400575" y="52491"/>
                </a:lnTo>
                <a:lnTo>
                  <a:pt x="4400347" y="53086"/>
                </a:lnTo>
                <a:lnTo>
                  <a:pt x="4399335" y="53086"/>
                </a:lnTo>
                <a:lnTo>
                  <a:pt x="4399335" y="38424"/>
                </a:lnTo>
                <a:lnTo>
                  <a:pt x="4384926" y="38424"/>
                </a:lnTo>
                <a:lnTo>
                  <a:pt x="4384926" y="135496"/>
                </a:lnTo>
                <a:lnTo>
                  <a:pt x="4399841" y="135496"/>
                </a:lnTo>
                <a:lnTo>
                  <a:pt x="4399841" y="74068"/>
                </a:lnTo>
                <a:lnTo>
                  <a:pt x="4399847" y="73523"/>
                </a:lnTo>
                <a:lnTo>
                  <a:pt x="4399863" y="72983"/>
                </a:lnTo>
                <a:lnTo>
                  <a:pt x="4399890" y="72448"/>
                </a:lnTo>
                <a:lnTo>
                  <a:pt x="4399929" y="71918"/>
                </a:lnTo>
                <a:close/>
                <a:moveTo>
                  <a:pt x="3383803" y="71393"/>
                </a:moveTo>
                <a:lnTo>
                  <a:pt x="3383863" y="70873"/>
                </a:lnTo>
                <a:lnTo>
                  <a:pt x="3383934" y="70358"/>
                </a:lnTo>
                <a:lnTo>
                  <a:pt x="3384017" y="69848"/>
                </a:lnTo>
                <a:lnTo>
                  <a:pt x="3384110" y="69343"/>
                </a:lnTo>
                <a:lnTo>
                  <a:pt x="3384214" y="68843"/>
                </a:lnTo>
                <a:lnTo>
                  <a:pt x="3384329" y="68348"/>
                </a:lnTo>
                <a:lnTo>
                  <a:pt x="3384455" y="67859"/>
                </a:lnTo>
                <a:lnTo>
                  <a:pt x="3384593" y="67374"/>
                </a:lnTo>
                <a:lnTo>
                  <a:pt x="3384741" y="66895"/>
                </a:lnTo>
                <a:lnTo>
                  <a:pt x="3384900" y="66420"/>
                </a:lnTo>
                <a:lnTo>
                  <a:pt x="3385070" y="65951"/>
                </a:lnTo>
                <a:lnTo>
                  <a:pt x="3385251" y="65486"/>
                </a:lnTo>
                <a:lnTo>
                  <a:pt x="3385443" y="65027"/>
                </a:lnTo>
                <a:lnTo>
                  <a:pt x="3385646" y="64572"/>
                </a:lnTo>
                <a:lnTo>
                  <a:pt x="3385860" y="64123"/>
                </a:lnTo>
                <a:lnTo>
                  <a:pt x="3386085" y="63679"/>
                </a:lnTo>
                <a:lnTo>
                  <a:pt x="3386321" y="63240"/>
                </a:lnTo>
                <a:lnTo>
                  <a:pt x="3386567" y="62805"/>
                </a:lnTo>
                <a:lnTo>
                  <a:pt x="3386825" y="62376"/>
                </a:lnTo>
                <a:lnTo>
                  <a:pt x="3387098" y="61948"/>
                </a:lnTo>
                <a:lnTo>
                  <a:pt x="3387378" y="61528"/>
                </a:lnTo>
                <a:lnTo>
                  <a:pt x="3387667" y="61116"/>
                </a:lnTo>
                <a:lnTo>
                  <a:pt x="3387963" y="60712"/>
                </a:lnTo>
                <a:lnTo>
                  <a:pt x="3388267" y="60316"/>
                </a:lnTo>
                <a:lnTo>
                  <a:pt x="3388579" y="59927"/>
                </a:lnTo>
                <a:lnTo>
                  <a:pt x="3388899" y="59547"/>
                </a:lnTo>
                <a:lnTo>
                  <a:pt x="3389227" y="59174"/>
                </a:lnTo>
                <a:lnTo>
                  <a:pt x="3389563" y="58810"/>
                </a:lnTo>
                <a:lnTo>
                  <a:pt x="3389906" y="58453"/>
                </a:lnTo>
                <a:lnTo>
                  <a:pt x="3390258" y="58104"/>
                </a:lnTo>
                <a:lnTo>
                  <a:pt x="3390617" y="57763"/>
                </a:lnTo>
                <a:lnTo>
                  <a:pt x="3390984" y="57430"/>
                </a:lnTo>
                <a:lnTo>
                  <a:pt x="3391360" y="57105"/>
                </a:lnTo>
                <a:lnTo>
                  <a:pt x="3391743" y="56787"/>
                </a:lnTo>
                <a:lnTo>
                  <a:pt x="3392134" y="56478"/>
                </a:lnTo>
                <a:lnTo>
                  <a:pt x="3392533" y="56176"/>
                </a:lnTo>
                <a:lnTo>
                  <a:pt x="3392940" y="55883"/>
                </a:lnTo>
                <a:lnTo>
                  <a:pt x="3393354" y="55597"/>
                </a:lnTo>
                <a:lnTo>
                  <a:pt x="3393777" y="55319"/>
                </a:lnTo>
                <a:lnTo>
                  <a:pt x="3394207" y="55049"/>
                </a:lnTo>
                <a:lnTo>
                  <a:pt x="3394646" y="54787"/>
                </a:lnTo>
                <a:lnTo>
                  <a:pt x="3395092" y="54533"/>
                </a:lnTo>
                <a:lnTo>
                  <a:pt x="3395546" y="54287"/>
                </a:lnTo>
                <a:lnTo>
                  <a:pt x="3396013" y="54045"/>
                </a:lnTo>
                <a:lnTo>
                  <a:pt x="3396484" y="53813"/>
                </a:lnTo>
                <a:lnTo>
                  <a:pt x="3396961" y="53591"/>
                </a:lnTo>
                <a:lnTo>
                  <a:pt x="3397442" y="53379"/>
                </a:lnTo>
                <a:lnTo>
                  <a:pt x="3397930" y="53178"/>
                </a:lnTo>
                <a:lnTo>
                  <a:pt x="3398422" y="52988"/>
                </a:lnTo>
                <a:lnTo>
                  <a:pt x="3398920" y="52807"/>
                </a:lnTo>
                <a:lnTo>
                  <a:pt x="3399423" y="52637"/>
                </a:lnTo>
                <a:lnTo>
                  <a:pt x="3399931" y="52477"/>
                </a:lnTo>
                <a:lnTo>
                  <a:pt x="3400444" y="52327"/>
                </a:lnTo>
                <a:lnTo>
                  <a:pt x="3400963" y="52188"/>
                </a:lnTo>
                <a:lnTo>
                  <a:pt x="3401487" y="52059"/>
                </a:lnTo>
                <a:lnTo>
                  <a:pt x="3402016" y="51941"/>
                </a:lnTo>
                <a:lnTo>
                  <a:pt x="3402551" y="51832"/>
                </a:lnTo>
                <a:lnTo>
                  <a:pt x="3403091" y="51734"/>
                </a:lnTo>
                <a:lnTo>
                  <a:pt x="3403636" y="51647"/>
                </a:lnTo>
                <a:lnTo>
                  <a:pt x="3404186" y="51569"/>
                </a:lnTo>
                <a:lnTo>
                  <a:pt x="3404742" y="51502"/>
                </a:lnTo>
                <a:lnTo>
                  <a:pt x="3405303" y="51446"/>
                </a:lnTo>
                <a:lnTo>
                  <a:pt x="3405869" y="51399"/>
                </a:lnTo>
                <a:lnTo>
                  <a:pt x="3406440" y="51363"/>
                </a:lnTo>
                <a:lnTo>
                  <a:pt x="3407017" y="51337"/>
                </a:lnTo>
                <a:lnTo>
                  <a:pt x="3407599" y="51322"/>
                </a:lnTo>
                <a:lnTo>
                  <a:pt x="3408186" y="51317"/>
                </a:lnTo>
                <a:lnTo>
                  <a:pt x="3408433" y="51318"/>
                </a:lnTo>
                <a:lnTo>
                  <a:pt x="3408679" y="51320"/>
                </a:lnTo>
                <a:lnTo>
                  <a:pt x="3408924" y="51324"/>
                </a:lnTo>
                <a:lnTo>
                  <a:pt x="3409168" y="51329"/>
                </a:lnTo>
                <a:lnTo>
                  <a:pt x="3409410" y="51336"/>
                </a:lnTo>
                <a:lnTo>
                  <a:pt x="3409652" y="51344"/>
                </a:lnTo>
                <a:lnTo>
                  <a:pt x="3409892" y="51354"/>
                </a:lnTo>
                <a:lnTo>
                  <a:pt x="3410131" y="51366"/>
                </a:lnTo>
                <a:lnTo>
                  <a:pt x="3410370" y="51379"/>
                </a:lnTo>
                <a:lnTo>
                  <a:pt x="3410607" y="51394"/>
                </a:lnTo>
                <a:lnTo>
                  <a:pt x="3410843" y="51410"/>
                </a:lnTo>
                <a:lnTo>
                  <a:pt x="3411078" y="51427"/>
                </a:lnTo>
                <a:lnTo>
                  <a:pt x="3411311" y="51447"/>
                </a:lnTo>
                <a:lnTo>
                  <a:pt x="3411544" y="51467"/>
                </a:lnTo>
                <a:lnTo>
                  <a:pt x="3411776" y="51490"/>
                </a:lnTo>
                <a:lnTo>
                  <a:pt x="3412006" y="51513"/>
                </a:lnTo>
                <a:lnTo>
                  <a:pt x="3412236" y="51539"/>
                </a:lnTo>
                <a:lnTo>
                  <a:pt x="3412464" y="51566"/>
                </a:lnTo>
                <a:lnTo>
                  <a:pt x="3412691" y="51594"/>
                </a:lnTo>
                <a:lnTo>
                  <a:pt x="3412917" y="51624"/>
                </a:lnTo>
                <a:lnTo>
                  <a:pt x="3413142" y="51655"/>
                </a:lnTo>
                <a:lnTo>
                  <a:pt x="3413366" y="51688"/>
                </a:lnTo>
                <a:lnTo>
                  <a:pt x="3413589" y="51723"/>
                </a:lnTo>
                <a:lnTo>
                  <a:pt x="3413811" y="51759"/>
                </a:lnTo>
                <a:lnTo>
                  <a:pt x="3414034" y="51790"/>
                </a:lnTo>
                <a:lnTo>
                  <a:pt x="3414250" y="51821"/>
                </a:lnTo>
                <a:lnTo>
                  <a:pt x="3414460" y="51851"/>
                </a:lnTo>
                <a:lnTo>
                  <a:pt x="3414662" y="51880"/>
                </a:lnTo>
                <a:lnTo>
                  <a:pt x="3414858" y="51909"/>
                </a:lnTo>
                <a:lnTo>
                  <a:pt x="3415047" y="51937"/>
                </a:lnTo>
                <a:lnTo>
                  <a:pt x="3415229" y="51964"/>
                </a:lnTo>
                <a:lnTo>
                  <a:pt x="3415405" y="51991"/>
                </a:lnTo>
                <a:lnTo>
                  <a:pt x="3415574" y="52017"/>
                </a:lnTo>
                <a:lnTo>
                  <a:pt x="3415735" y="52042"/>
                </a:lnTo>
                <a:lnTo>
                  <a:pt x="3415890" y="52067"/>
                </a:lnTo>
                <a:lnTo>
                  <a:pt x="3416039" y="52091"/>
                </a:lnTo>
                <a:lnTo>
                  <a:pt x="3416180" y="52114"/>
                </a:lnTo>
                <a:lnTo>
                  <a:pt x="3416315" y="52137"/>
                </a:lnTo>
                <a:lnTo>
                  <a:pt x="3416442" y="52159"/>
                </a:lnTo>
                <a:lnTo>
                  <a:pt x="3416564" y="52180"/>
                </a:lnTo>
                <a:lnTo>
                  <a:pt x="3416678" y="52201"/>
                </a:lnTo>
                <a:lnTo>
                  <a:pt x="3416785" y="52221"/>
                </a:lnTo>
                <a:lnTo>
                  <a:pt x="3416886" y="52241"/>
                </a:lnTo>
                <a:lnTo>
                  <a:pt x="3416980" y="52259"/>
                </a:lnTo>
                <a:lnTo>
                  <a:pt x="3417067" y="52278"/>
                </a:lnTo>
                <a:lnTo>
                  <a:pt x="3417147" y="52295"/>
                </a:lnTo>
                <a:lnTo>
                  <a:pt x="3417220" y="52312"/>
                </a:lnTo>
                <a:lnTo>
                  <a:pt x="3417287" y="52328"/>
                </a:lnTo>
                <a:lnTo>
                  <a:pt x="3417287" y="37160"/>
                </a:lnTo>
                <a:lnTo>
                  <a:pt x="3417179" y="37150"/>
                </a:lnTo>
                <a:lnTo>
                  <a:pt x="3417068" y="37140"/>
                </a:lnTo>
                <a:lnTo>
                  <a:pt x="3416952" y="37130"/>
                </a:lnTo>
                <a:lnTo>
                  <a:pt x="3416832" y="37120"/>
                </a:lnTo>
                <a:lnTo>
                  <a:pt x="3416708" y="37110"/>
                </a:lnTo>
                <a:lnTo>
                  <a:pt x="3416580" y="37101"/>
                </a:lnTo>
                <a:lnTo>
                  <a:pt x="3416447" y="37092"/>
                </a:lnTo>
                <a:lnTo>
                  <a:pt x="3416311" y="37083"/>
                </a:lnTo>
                <a:lnTo>
                  <a:pt x="3416170" y="37074"/>
                </a:lnTo>
                <a:lnTo>
                  <a:pt x="3416025" y="37066"/>
                </a:lnTo>
                <a:lnTo>
                  <a:pt x="3415876" y="37058"/>
                </a:lnTo>
                <a:lnTo>
                  <a:pt x="3415723" y="37050"/>
                </a:lnTo>
                <a:lnTo>
                  <a:pt x="3415565" y="37042"/>
                </a:lnTo>
                <a:lnTo>
                  <a:pt x="3415404" y="37034"/>
                </a:lnTo>
                <a:lnTo>
                  <a:pt x="3415238" y="37027"/>
                </a:lnTo>
                <a:lnTo>
                  <a:pt x="3415068" y="37020"/>
                </a:lnTo>
                <a:lnTo>
                  <a:pt x="3414894" y="37013"/>
                </a:lnTo>
                <a:lnTo>
                  <a:pt x="3414715" y="37006"/>
                </a:lnTo>
                <a:lnTo>
                  <a:pt x="3414533" y="37000"/>
                </a:lnTo>
                <a:lnTo>
                  <a:pt x="3414346" y="36994"/>
                </a:lnTo>
                <a:lnTo>
                  <a:pt x="3414156" y="36988"/>
                </a:lnTo>
                <a:lnTo>
                  <a:pt x="3413961" y="36982"/>
                </a:lnTo>
                <a:lnTo>
                  <a:pt x="3413761" y="36976"/>
                </a:lnTo>
                <a:lnTo>
                  <a:pt x="3413558" y="36971"/>
                </a:lnTo>
                <a:lnTo>
                  <a:pt x="3413354" y="36966"/>
                </a:lnTo>
                <a:lnTo>
                  <a:pt x="3413153" y="36961"/>
                </a:lnTo>
                <a:lnTo>
                  <a:pt x="3412955" y="36956"/>
                </a:lnTo>
                <a:lnTo>
                  <a:pt x="3412759" y="36951"/>
                </a:lnTo>
                <a:lnTo>
                  <a:pt x="3412567" y="36947"/>
                </a:lnTo>
                <a:lnTo>
                  <a:pt x="3412377" y="36943"/>
                </a:lnTo>
                <a:lnTo>
                  <a:pt x="3412190" y="36939"/>
                </a:lnTo>
                <a:lnTo>
                  <a:pt x="3412006" y="36936"/>
                </a:lnTo>
                <a:lnTo>
                  <a:pt x="3411825" y="36932"/>
                </a:lnTo>
                <a:lnTo>
                  <a:pt x="3411647" y="36929"/>
                </a:lnTo>
                <a:lnTo>
                  <a:pt x="3411471" y="36926"/>
                </a:lnTo>
                <a:lnTo>
                  <a:pt x="3411299" y="36923"/>
                </a:lnTo>
                <a:lnTo>
                  <a:pt x="3411129" y="36921"/>
                </a:lnTo>
                <a:lnTo>
                  <a:pt x="3410962" y="36919"/>
                </a:lnTo>
                <a:lnTo>
                  <a:pt x="3410798" y="36916"/>
                </a:lnTo>
                <a:lnTo>
                  <a:pt x="3410637" y="36915"/>
                </a:lnTo>
                <a:lnTo>
                  <a:pt x="3410479" y="36913"/>
                </a:lnTo>
                <a:lnTo>
                  <a:pt x="3410323" y="36912"/>
                </a:lnTo>
                <a:lnTo>
                  <a:pt x="3410170" y="36910"/>
                </a:lnTo>
                <a:lnTo>
                  <a:pt x="3410021" y="36909"/>
                </a:lnTo>
                <a:lnTo>
                  <a:pt x="3409874" y="36909"/>
                </a:lnTo>
                <a:lnTo>
                  <a:pt x="3409730" y="36908"/>
                </a:lnTo>
                <a:lnTo>
                  <a:pt x="3409588" y="36908"/>
                </a:lnTo>
                <a:lnTo>
                  <a:pt x="3409450" y="36908"/>
                </a:lnTo>
                <a:lnTo>
                  <a:pt x="3408726" y="36915"/>
                </a:lnTo>
                <a:lnTo>
                  <a:pt x="3408009" y="36939"/>
                </a:lnTo>
                <a:lnTo>
                  <a:pt x="3407297" y="36978"/>
                </a:lnTo>
                <a:lnTo>
                  <a:pt x="3406592" y="37032"/>
                </a:lnTo>
                <a:lnTo>
                  <a:pt x="3405893" y="37102"/>
                </a:lnTo>
                <a:lnTo>
                  <a:pt x="3405200" y="37188"/>
                </a:lnTo>
                <a:lnTo>
                  <a:pt x="3404513" y="37289"/>
                </a:lnTo>
                <a:lnTo>
                  <a:pt x="3403832" y="37406"/>
                </a:lnTo>
                <a:lnTo>
                  <a:pt x="3403158" y="37539"/>
                </a:lnTo>
                <a:lnTo>
                  <a:pt x="3402490" y="37687"/>
                </a:lnTo>
                <a:lnTo>
                  <a:pt x="3401827" y="37850"/>
                </a:lnTo>
                <a:lnTo>
                  <a:pt x="3401171" y="38029"/>
                </a:lnTo>
                <a:lnTo>
                  <a:pt x="3400521" y="38224"/>
                </a:lnTo>
                <a:lnTo>
                  <a:pt x="3399877" y="38434"/>
                </a:lnTo>
                <a:lnTo>
                  <a:pt x="3399240" y="38660"/>
                </a:lnTo>
                <a:lnTo>
                  <a:pt x="3398608" y="38902"/>
                </a:lnTo>
                <a:lnTo>
                  <a:pt x="3397983" y="39159"/>
                </a:lnTo>
                <a:lnTo>
                  <a:pt x="3397364" y="39432"/>
                </a:lnTo>
                <a:lnTo>
                  <a:pt x="3396750" y="39720"/>
                </a:lnTo>
                <a:lnTo>
                  <a:pt x="3396143" y="40024"/>
                </a:lnTo>
                <a:lnTo>
                  <a:pt x="3395543" y="40343"/>
                </a:lnTo>
                <a:lnTo>
                  <a:pt x="3394948" y="40678"/>
                </a:lnTo>
                <a:lnTo>
                  <a:pt x="3394360" y="41029"/>
                </a:lnTo>
                <a:lnTo>
                  <a:pt x="3393777" y="41395"/>
                </a:lnTo>
                <a:lnTo>
                  <a:pt x="3393205" y="41773"/>
                </a:lnTo>
                <a:lnTo>
                  <a:pt x="3392648" y="42161"/>
                </a:lnTo>
                <a:lnTo>
                  <a:pt x="3392106" y="42559"/>
                </a:lnTo>
                <a:lnTo>
                  <a:pt x="3391579" y="42966"/>
                </a:lnTo>
                <a:lnTo>
                  <a:pt x="3391067" y="43382"/>
                </a:lnTo>
                <a:lnTo>
                  <a:pt x="3390570" y="43808"/>
                </a:lnTo>
                <a:lnTo>
                  <a:pt x="3390087" y="44243"/>
                </a:lnTo>
                <a:lnTo>
                  <a:pt x="3389620" y="44688"/>
                </a:lnTo>
                <a:lnTo>
                  <a:pt x="3389168" y="45142"/>
                </a:lnTo>
                <a:lnTo>
                  <a:pt x="3388730" y="45606"/>
                </a:lnTo>
                <a:lnTo>
                  <a:pt x="3388307" y="46079"/>
                </a:lnTo>
                <a:lnTo>
                  <a:pt x="3387900" y="46561"/>
                </a:lnTo>
                <a:lnTo>
                  <a:pt x="3387507" y="47053"/>
                </a:lnTo>
                <a:lnTo>
                  <a:pt x="3387129" y="47554"/>
                </a:lnTo>
                <a:lnTo>
                  <a:pt x="3386766" y="48065"/>
                </a:lnTo>
                <a:lnTo>
                  <a:pt x="3386418" y="48585"/>
                </a:lnTo>
                <a:lnTo>
                  <a:pt x="3386085" y="49115"/>
                </a:lnTo>
                <a:lnTo>
                  <a:pt x="3385767" y="49654"/>
                </a:lnTo>
                <a:lnTo>
                  <a:pt x="3385464" y="50202"/>
                </a:lnTo>
                <a:lnTo>
                  <a:pt x="3385175" y="50760"/>
                </a:lnTo>
                <a:lnTo>
                  <a:pt x="3384902" y="51328"/>
                </a:lnTo>
                <a:lnTo>
                  <a:pt x="3384643" y="51904"/>
                </a:lnTo>
                <a:lnTo>
                  <a:pt x="3384400" y="52491"/>
                </a:lnTo>
                <a:lnTo>
                  <a:pt x="3384171" y="53086"/>
                </a:lnTo>
                <a:lnTo>
                  <a:pt x="3383160" y="53086"/>
                </a:lnTo>
                <a:lnTo>
                  <a:pt x="3383160" y="38424"/>
                </a:lnTo>
                <a:lnTo>
                  <a:pt x="3368751" y="38424"/>
                </a:lnTo>
                <a:lnTo>
                  <a:pt x="3368751" y="135496"/>
                </a:lnTo>
                <a:lnTo>
                  <a:pt x="3383665" y="135496"/>
                </a:lnTo>
                <a:lnTo>
                  <a:pt x="3383665" y="74068"/>
                </a:lnTo>
                <a:lnTo>
                  <a:pt x="3383671" y="73523"/>
                </a:lnTo>
                <a:lnTo>
                  <a:pt x="3383687" y="72983"/>
                </a:lnTo>
                <a:lnTo>
                  <a:pt x="3383715" y="72448"/>
                </a:lnTo>
                <a:lnTo>
                  <a:pt x="3383753" y="71918"/>
                </a:lnTo>
                <a:lnTo>
                  <a:pt x="3383803" y="71393"/>
                </a:lnTo>
                <a:close/>
                <a:moveTo>
                  <a:pt x="3119251" y="72377"/>
                </a:moveTo>
                <a:lnTo>
                  <a:pt x="3119335" y="71737"/>
                </a:lnTo>
                <a:lnTo>
                  <a:pt x="3119430" y="71106"/>
                </a:lnTo>
                <a:lnTo>
                  <a:pt x="3119536" y="70483"/>
                </a:lnTo>
                <a:lnTo>
                  <a:pt x="3119654" y="69870"/>
                </a:lnTo>
                <a:lnTo>
                  <a:pt x="3119782" y="69265"/>
                </a:lnTo>
                <a:lnTo>
                  <a:pt x="3119922" y="68669"/>
                </a:lnTo>
                <a:lnTo>
                  <a:pt x="3120073" y="68082"/>
                </a:lnTo>
                <a:lnTo>
                  <a:pt x="3120236" y="67503"/>
                </a:lnTo>
                <a:lnTo>
                  <a:pt x="3120409" y="66934"/>
                </a:lnTo>
                <a:lnTo>
                  <a:pt x="3120594" y="66373"/>
                </a:lnTo>
                <a:lnTo>
                  <a:pt x="3120790" y="65821"/>
                </a:lnTo>
                <a:lnTo>
                  <a:pt x="3120997" y="65277"/>
                </a:lnTo>
                <a:lnTo>
                  <a:pt x="3121215" y="64743"/>
                </a:lnTo>
                <a:lnTo>
                  <a:pt x="3121444" y="64217"/>
                </a:lnTo>
                <a:lnTo>
                  <a:pt x="3121685" y="63700"/>
                </a:lnTo>
                <a:lnTo>
                  <a:pt x="3121937" y="63192"/>
                </a:lnTo>
                <a:lnTo>
                  <a:pt x="3122200" y="62692"/>
                </a:lnTo>
                <a:lnTo>
                  <a:pt x="3122472" y="62202"/>
                </a:lnTo>
                <a:lnTo>
                  <a:pt x="3122753" y="61722"/>
                </a:lnTo>
                <a:lnTo>
                  <a:pt x="3123042" y="61252"/>
                </a:lnTo>
                <a:lnTo>
                  <a:pt x="3123339" y="60791"/>
                </a:lnTo>
                <a:lnTo>
                  <a:pt x="3123644" y="60341"/>
                </a:lnTo>
                <a:lnTo>
                  <a:pt x="3123957" y="59900"/>
                </a:lnTo>
                <a:lnTo>
                  <a:pt x="3124279" y="59469"/>
                </a:lnTo>
                <a:lnTo>
                  <a:pt x="3124608" y="59048"/>
                </a:lnTo>
                <a:lnTo>
                  <a:pt x="3124946" y="58637"/>
                </a:lnTo>
                <a:lnTo>
                  <a:pt x="3125292" y="58236"/>
                </a:lnTo>
                <a:lnTo>
                  <a:pt x="3125646" y="57844"/>
                </a:lnTo>
                <a:lnTo>
                  <a:pt x="3126008" y="57463"/>
                </a:lnTo>
                <a:lnTo>
                  <a:pt x="3126378" y="57091"/>
                </a:lnTo>
                <a:lnTo>
                  <a:pt x="3126756" y="56729"/>
                </a:lnTo>
                <a:lnTo>
                  <a:pt x="3127142" y="56378"/>
                </a:lnTo>
                <a:lnTo>
                  <a:pt x="3127537" y="56036"/>
                </a:lnTo>
                <a:lnTo>
                  <a:pt x="3127939" y="55703"/>
                </a:lnTo>
                <a:lnTo>
                  <a:pt x="3128350" y="55381"/>
                </a:lnTo>
                <a:lnTo>
                  <a:pt x="3128769" y="55069"/>
                </a:lnTo>
                <a:lnTo>
                  <a:pt x="3129195" y="54766"/>
                </a:lnTo>
                <a:lnTo>
                  <a:pt x="3129631" y="54474"/>
                </a:lnTo>
                <a:lnTo>
                  <a:pt x="3130074" y="54191"/>
                </a:lnTo>
                <a:lnTo>
                  <a:pt x="3130525" y="53918"/>
                </a:lnTo>
                <a:lnTo>
                  <a:pt x="3130984" y="53655"/>
                </a:lnTo>
                <a:lnTo>
                  <a:pt x="3131456" y="53402"/>
                </a:lnTo>
                <a:lnTo>
                  <a:pt x="3131932" y="53160"/>
                </a:lnTo>
                <a:lnTo>
                  <a:pt x="3132414" y="52929"/>
                </a:lnTo>
                <a:lnTo>
                  <a:pt x="3132901" y="52709"/>
                </a:lnTo>
                <a:lnTo>
                  <a:pt x="3133394" y="52499"/>
                </a:lnTo>
                <a:lnTo>
                  <a:pt x="3133892" y="52300"/>
                </a:lnTo>
                <a:lnTo>
                  <a:pt x="3134394" y="52112"/>
                </a:lnTo>
                <a:lnTo>
                  <a:pt x="3134903" y="51935"/>
                </a:lnTo>
                <a:lnTo>
                  <a:pt x="3135416" y="51768"/>
                </a:lnTo>
                <a:lnTo>
                  <a:pt x="3135935" y="51612"/>
                </a:lnTo>
                <a:lnTo>
                  <a:pt x="3136459" y="51467"/>
                </a:lnTo>
                <a:lnTo>
                  <a:pt x="3136988" y="51333"/>
                </a:lnTo>
                <a:lnTo>
                  <a:pt x="3137523" y="51209"/>
                </a:lnTo>
                <a:lnTo>
                  <a:pt x="3138063" y="51096"/>
                </a:lnTo>
                <a:lnTo>
                  <a:pt x="3138608" y="50994"/>
                </a:lnTo>
                <a:lnTo>
                  <a:pt x="3139158" y="50902"/>
                </a:lnTo>
                <a:lnTo>
                  <a:pt x="3139714" y="50822"/>
                </a:lnTo>
                <a:lnTo>
                  <a:pt x="3140274" y="50752"/>
                </a:lnTo>
                <a:lnTo>
                  <a:pt x="3140841" y="50693"/>
                </a:lnTo>
                <a:lnTo>
                  <a:pt x="3141412" y="50644"/>
                </a:lnTo>
                <a:lnTo>
                  <a:pt x="3141989" y="50607"/>
                </a:lnTo>
                <a:lnTo>
                  <a:pt x="3142570" y="50580"/>
                </a:lnTo>
                <a:lnTo>
                  <a:pt x="3143158" y="50564"/>
                </a:lnTo>
                <a:lnTo>
                  <a:pt x="3143750" y="50558"/>
                </a:lnTo>
                <a:lnTo>
                  <a:pt x="3144606" y="50570"/>
                </a:lnTo>
                <a:lnTo>
                  <a:pt x="3145447" y="50603"/>
                </a:lnTo>
                <a:lnTo>
                  <a:pt x="3146272" y="50659"/>
                </a:lnTo>
                <a:lnTo>
                  <a:pt x="3147082" y="50737"/>
                </a:lnTo>
                <a:lnTo>
                  <a:pt x="3147877" y="50838"/>
                </a:lnTo>
                <a:lnTo>
                  <a:pt x="3148656" y="50961"/>
                </a:lnTo>
                <a:lnTo>
                  <a:pt x="3149420" y="51107"/>
                </a:lnTo>
                <a:lnTo>
                  <a:pt x="3150168" y="51275"/>
                </a:lnTo>
                <a:lnTo>
                  <a:pt x="3150902" y="51465"/>
                </a:lnTo>
                <a:lnTo>
                  <a:pt x="3151619" y="51677"/>
                </a:lnTo>
                <a:lnTo>
                  <a:pt x="3152322" y="51913"/>
                </a:lnTo>
                <a:lnTo>
                  <a:pt x="3153009" y="52170"/>
                </a:lnTo>
                <a:lnTo>
                  <a:pt x="3153680" y="52450"/>
                </a:lnTo>
                <a:lnTo>
                  <a:pt x="3154337" y="52752"/>
                </a:lnTo>
                <a:lnTo>
                  <a:pt x="3154978" y="53076"/>
                </a:lnTo>
                <a:lnTo>
                  <a:pt x="3155603" y="53423"/>
                </a:lnTo>
                <a:lnTo>
                  <a:pt x="3156214" y="53793"/>
                </a:lnTo>
                <a:lnTo>
                  <a:pt x="3156808" y="54184"/>
                </a:lnTo>
                <a:lnTo>
                  <a:pt x="3157388" y="54598"/>
                </a:lnTo>
                <a:lnTo>
                  <a:pt x="3157952" y="55035"/>
                </a:lnTo>
                <a:lnTo>
                  <a:pt x="3158501" y="55494"/>
                </a:lnTo>
                <a:lnTo>
                  <a:pt x="3159034" y="55975"/>
                </a:lnTo>
                <a:lnTo>
                  <a:pt x="3159552" y="56479"/>
                </a:lnTo>
                <a:lnTo>
                  <a:pt x="3160055" y="57005"/>
                </a:lnTo>
                <a:lnTo>
                  <a:pt x="3160540" y="57545"/>
                </a:lnTo>
                <a:lnTo>
                  <a:pt x="3161004" y="58103"/>
                </a:lnTo>
                <a:lnTo>
                  <a:pt x="3161448" y="58679"/>
                </a:lnTo>
                <a:lnTo>
                  <a:pt x="3161870" y="59273"/>
                </a:lnTo>
                <a:lnTo>
                  <a:pt x="3162273" y="59884"/>
                </a:lnTo>
                <a:lnTo>
                  <a:pt x="3162654" y="60512"/>
                </a:lnTo>
                <a:lnTo>
                  <a:pt x="3163015" y="61158"/>
                </a:lnTo>
                <a:lnTo>
                  <a:pt x="3163356" y="61822"/>
                </a:lnTo>
                <a:lnTo>
                  <a:pt x="3163675" y="62503"/>
                </a:lnTo>
                <a:lnTo>
                  <a:pt x="3163974" y="63201"/>
                </a:lnTo>
                <a:lnTo>
                  <a:pt x="3164253" y="63918"/>
                </a:lnTo>
                <a:lnTo>
                  <a:pt x="3164511" y="64652"/>
                </a:lnTo>
                <a:lnTo>
                  <a:pt x="3164748" y="65403"/>
                </a:lnTo>
                <a:lnTo>
                  <a:pt x="3164965" y="66172"/>
                </a:lnTo>
                <a:lnTo>
                  <a:pt x="3165160" y="66958"/>
                </a:lnTo>
                <a:lnTo>
                  <a:pt x="3165336" y="67762"/>
                </a:lnTo>
                <a:lnTo>
                  <a:pt x="3165490" y="68584"/>
                </a:lnTo>
                <a:lnTo>
                  <a:pt x="3165625" y="69423"/>
                </a:lnTo>
                <a:lnTo>
                  <a:pt x="3165738" y="70280"/>
                </a:lnTo>
                <a:lnTo>
                  <a:pt x="3165831" y="71154"/>
                </a:lnTo>
                <a:lnTo>
                  <a:pt x="3165903" y="72046"/>
                </a:lnTo>
                <a:lnTo>
                  <a:pt x="3165955" y="72955"/>
                </a:lnTo>
                <a:lnTo>
                  <a:pt x="3165986" y="73882"/>
                </a:lnTo>
                <a:lnTo>
                  <a:pt x="3165996" y="74826"/>
                </a:lnTo>
                <a:lnTo>
                  <a:pt x="3165996" y="135496"/>
                </a:lnTo>
                <a:lnTo>
                  <a:pt x="3180911" y="135496"/>
                </a:lnTo>
                <a:lnTo>
                  <a:pt x="3180911" y="73815"/>
                </a:lnTo>
                <a:lnTo>
                  <a:pt x="3180903" y="72790"/>
                </a:lnTo>
                <a:lnTo>
                  <a:pt x="3180882" y="71781"/>
                </a:lnTo>
                <a:lnTo>
                  <a:pt x="3180846" y="70786"/>
                </a:lnTo>
                <a:lnTo>
                  <a:pt x="3180796" y="69806"/>
                </a:lnTo>
                <a:lnTo>
                  <a:pt x="3180732" y="68841"/>
                </a:lnTo>
                <a:lnTo>
                  <a:pt x="3180654" y="67890"/>
                </a:lnTo>
                <a:lnTo>
                  <a:pt x="3180561" y="66955"/>
                </a:lnTo>
                <a:lnTo>
                  <a:pt x="3180454" y="66035"/>
                </a:lnTo>
                <a:lnTo>
                  <a:pt x="3180333" y="65129"/>
                </a:lnTo>
                <a:lnTo>
                  <a:pt x="3180197" y="64239"/>
                </a:lnTo>
                <a:lnTo>
                  <a:pt x="3180048" y="63363"/>
                </a:lnTo>
                <a:lnTo>
                  <a:pt x="3179884" y="62503"/>
                </a:lnTo>
                <a:lnTo>
                  <a:pt x="3179705" y="61657"/>
                </a:lnTo>
                <a:lnTo>
                  <a:pt x="3179513" y="60826"/>
                </a:lnTo>
                <a:lnTo>
                  <a:pt x="3179306" y="60010"/>
                </a:lnTo>
                <a:lnTo>
                  <a:pt x="3179085" y="59209"/>
                </a:lnTo>
                <a:lnTo>
                  <a:pt x="3178850" y="58423"/>
                </a:lnTo>
                <a:lnTo>
                  <a:pt x="3178600" y="57652"/>
                </a:lnTo>
                <a:lnTo>
                  <a:pt x="3178336" y="56896"/>
                </a:lnTo>
                <a:lnTo>
                  <a:pt x="3178058" y="56155"/>
                </a:lnTo>
                <a:lnTo>
                  <a:pt x="3177766" y="55429"/>
                </a:lnTo>
                <a:lnTo>
                  <a:pt x="3177459" y="54717"/>
                </a:lnTo>
                <a:lnTo>
                  <a:pt x="3177138" y="54021"/>
                </a:lnTo>
                <a:lnTo>
                  <a:pt x="3176803" y="53339"/>
                </a:lnTo>
                <a:lnTo>
                  <a:pt x="3176455" y="52667"/>
                </a:lnTo>
                <a:lnTo>
                  <a:pt x="3176095" y="52009"/>
                </a:lnTo>
                <a:lnTo>
                  <a:pt x="3175724" y="51366"/>
                </a:lnTo>
                <a:lnTo>
                  <a:pt x="3175342" y="50737"/>
                </a:lnTo>
                <a:lnTo>
                  <a:pt x="3174948" y="50123"/>
                </a:lnTo>
                <a:lnTo>
                  <a:pt x="3174543" y="49523"/>
                </a:lnTo>
                <a:lnTo>
                  <a:pt x="3174127" y="48938"/>
                </a:lnTo>
                <a:lnTo>
                  <a:pt x="3173699" y="48368"/>
                </a:lnTo>
                <a:lnTo>
                  <a:pt x="3173260" y="47811"/>
                </a:lnTo>
                <a:lnTo>
                  <a:pt x="3172809" y="47269"/>
                </a:lnTo>
                <a:lnTo>
                  <a:pt x="3172347" y="46742"/>
                </a:lnTo>
                <a:lnTo>
                  <a:pt x="3171873" y="46229"/>
                </a:lnTo>
                <a:lnTo>
                  <a:pt x="3171388" y="45731"/>
                </a:lnTo>
                <a:lnTo>
                  <a:pt x="3170892" y="45247"/>
                </a:lnTo>
                <a:lnTo>
                  <a:pt x="3170384" y="44778"/>
                </a:lnTo>
                <a:lnTo>
                  <a:pt x="3169865" y="44323"/>
                </a:lnTo>
                <a:lnTo>
                  <a:pt x="3169335" y="43882"/>
                </a:lnTo>
                <a:lnTo>
                  <a:pt x="3168793" y="43456"/>
                </a:lnTo>
                <a:lnTo>
                  <a:pt x="3168239" y="43045"/>
                </a:lnTo>
                <a:lnTo>
                  <a:pt x="3167674" y="42648"/>
                </a:lnTo>
                <a:lnTo>
                  <a:pt x="3167098" y="42266"/>
                </a:lnTo>
                <a:lnTo>
                  <a:pt x="3166510" y="41898"/>
                </a:lnTo>
                <a:lnTo>
                  <a:pt x="3165911" y="41544"/>
                </a:lnTo>
                <a:lnTo>
                  <a:pt x="3165301" y="41205"/>
                </a:lnTo>
                <a:lnTo>
                  <a:pt x="3164680" y="40875"/>
                </a:lnTo>
                <a:lnTo>
                  <a:pt x="3164051" y="40559"/>
                </a:lnTo>
                <a:lnTo>
                  <a:pt x="3163414" y="40257"/>
                </a:lnTo>
                <a:lnTo>
                  <a:pt x="3162768" y="39969"/>
                </a:lnTo>
                <a:lnTo>
                  <a:pt x="3162113" y="39695"/>
                </a:lnTo>
                <a:lnTo>
                  <a:pt x="3161450" y="39436"/>
                </a:lnTo>
                <a:lnTo>
                  <a:pt x="3160778" y="39190"/>
                </a:lnTo>
                <a:lnTo>
                  <a:pt x="3160097" y="38958"/>
                </a:lnTo>
                <a:lnTo>
                  <a:pt x="3159409" y="38740"/>
                </a:lnTo>
                <a:lnTo>
                  <a:pt x="3158711" y="38537"/>
                </a:lnTo>
                <a:lnTo>
                  <a:pt x="3158005" y="38347"/>
                </a:lnTo>
                <a:lnTo>
                  <a:pt x="3157290" y="38172"/>
                </a:lnTo>
                <a:lnTo>
                  <a:pt x="3156567" y="38010"/>
                </a:lnTo>
                <a:lnTo>
                  <a:pt x="3155836" y="37863"/>
                </a:lnTo>
                <a:lnTo>
                  <a:pt x="3155095" y="37729"/>
                </a:lnTo>
                <a:lnTo>
                  <a:pt x="3154346" y="37610"/>
                </a:lnTo>
                <a:lnTo>
                  <a:pt x="3153589" y="37504"/>
                </a:lnTo>
                <a:lnTo>
                  <a:pt x="3152823" y="37413"/>
                </a:lnTo>
                <a:lnTo>
                  <a:pt x="3152049" y="37336"/>
                </a:lnTo>
                <a:lnTo>
                  <a:pt x="3151265" y="37273"/>
                </a:lnTo>
                <a:lnTo>
                  <a:pt x="3150474" y="37224"/>
                </a:lnTo>
                <a:lnTo>
                  <a:pt x="3149674" y="37188"/>
                </a:lnTo>
                <a:lnTo>
                  <a:pt x="3148865" y="37167"/>
                </a:lnTo>
                <a:lnTo>
                  <a:pt x="3148048" y="37160"/>
                </a:lnTo>
                <a:lnTo>
                  <a:pt x="3147138" y="37168"/>
                </a:lnTo>
                <a:lnTo>
                  <a:pt x="3146243" y="37192"/>
                </a:lnTo>
                <a:lnTo>
                  <a:pt x="3145362" y="37232"/>
                </a:lnTo>
                <a:lnTo>
                  <a:pt x="3144495" y="37287"/>
                </a:lnTo>
                <a:lnTo>
                  <a:pt x="3143641" y="37358"/>
                </a:lnTo>
                <a:lnTo>
                  <a:pt x="3142802" y="37445"/>
                </a:lnTo>
                <a:lnTo>
                  <a:pt x="3141977" y="37547"/>
                </a:lnTo>
                <a:lnTo>
                  <a:pt x="3141166" y="37666"/>
                </a:lnTo>
                <a:lnTo>
                  <a:pt x="3140369" y="37800"/>
                </a:lnTo>
                <a:lnTo>
                  <a:pt x="3139586" y="37950"/>
                </a:lnTo>
                <a:lnTo>
                  <a:pt x="3138817" y="38116"/>
                </a:lnTo>
                <a:lnTo>
                  <a:pt x="3138063" y="38298"/>
                </a:lnTo>
                <a:lnTo>
                  <a:pt x="3137322" y="38495"/>
                </a:lnTo>
                <a:lnTo>
                  <a:pt x="3136595" y="38709"/>
                </a:lnTo>
                <a:lnTo>
                  <a:pt x="3135882" y="38938"/>
                </a:lnTo>
                <a:lnTo>
                  <a:pt x="3135184" y="39183"/>
                </a:lnTo>
                <a:lnTo>
                  <a:pt x="3134499" y="39443"/>
                </a:lnTo>
                <a:lnTo>
                  <a:pt x="3133828" y="39720"/>
                </a:lnTo>
                <a:lnTo>
                  <a:pt x="3133172" y="40012"/>
                </a:lnTo>
                <a:lnTo>
                  <a:pt x="3132529" y="40320"/>
                </a:lnTo>
                <a:lnTo>
                  <a:pt x="3131901" y="40644"/>
                </a:lnTo>
                <a:lnTo>
                  <a:pt x="3131286" y="40984"/>
                </a:lnTo>
                <a:lnTo>
                  <a:pt x="3130686" y="41339"/>
                </a:lnTo>
                <a:lnTo>
                  <a:pt x="3130099" y="41711"/>
                </a:lnTo>
                <a:lnTo>
                  <a:pt x="3129526" y="42090"/>
                </a:lnTo>
                <a:lnTo>
                  <a:pt x="3128965" y="42479"/>
                </a:lnTo>
                <a:lnTo>
                  <a:pt x="3128417" y="42878"/>
                </a:lnTo>
                <a:lnTo>
                  <a:pt x="3127881" y="43287"/>
                </a:lnTo>
                <a:lnTo>
                  <a:pt x="3127357" y="43706"/>
                </a:lnTo>
                <a:lnTo>
                  <a:pt x="3126845" y="44136"/>
                </a:lnTo>
                <a:lnTo>
                  <a:pt x="3126345" y="44575"/>
                </a:lnTo>
                <a:lnTo>
                  <a:pt x="3125858" y="45025"/>
                </a:lnTo>
                <a:lnTo>
                  <a:pt x="3125383" y="45485"/>
                </a:lnTo>
                <a:lnTo>
                  <a:pt x="3124921" y="45955"/>
                </a:lnTo>
                <a:lnTo>
                  <a:pt x="3124470" y="46434"/>
                </a:lnTo>
                <a:lnTo>
                  <a:pt x="3124032" y="46924"/>
                </a:lnTo>
                <a:lnTo>
                  <a:pt x="3123607" y="47425"/>
                </a:lnTo>
                <a:lnTo>
                  <a:pt x="3123193" y="47935"/>
                </a:lnTo>
                <a:lnTo>
                  <a:pt x="3122792" y="48455"/>
                </a:lnTo>
                <a:lnTo>
                  <a:pt x="3122403" y="48985"/>
                </a:lnTo>
                <a:lnTo>
                  <a:pt x="3122027" y="49526"/>
                </a:lnTo>
                <a:lnTo>
                  <a:pt x="3121663" y="50076"/>
                </a:lnTo>
                <a:lnTo>
                  <a:pt x="3121311" y="50637"/>
                </a:lnTo>
                <a:lnTo>
                  <a:pt x="3120971" y="51208"/>
                </a:lnTo>
                <a:lnTo>
                  <a:pt x="3120643" y="51789"/>
                </a:lnTo>
                <a:lnTo>
                  <a:pt x="3120328" y="52380"/>
                </a:lnTo>
                <a:lnTo>
                  <a:pt x="3120026" y="52981"/>
                </a:lnTo>
                <a:lnTo>
                  <a:pt x="3119735" y="53592"/>
                </a:lnTo>
                <a:lnTo>
                  <a:pt x="3118471" y="53592"/>
                </a:lnTo>
                <a:lnTo>
                  <a:pt x="3118471" y="38424"/>
                </a:lnTo>
                <a:lnTo>
                  <a:pt x="3104062" y="38424"/>
                </a:lnTo>
                <a:lnTo>
                  <a:pt x="3104062" y="135496"/>
                </a:lnTo>
                <a:lnTo>
                  <a:pt x="3118977" y="135496"/>
                </a:lnTo>
                <a:lnTo>
                  <a:pt x="3118977" y="77102"/>
                </a:lnTo>
                <a:lnTo>
                  <a:pt x="3118982" y="76400"/>
                </a:lnTo>
                <a:lnTo>
                  <a:pt x="3118999" y="75708"/>
                </a:lnTo>
                <a:lnTo>
                  <a:pt x="3119027" y="75024"/>
                </a:lnTo>
                <a:lnTo>
                  <a:pt x="3119066" y="74349"/>
                </a:lnTo>
                <a:lnTo>
                  <a:pt x="3119117" y="73683"/>
                </a:lnTo>
                <a:lnTo>
                  <a:pt x="3119178" y="73025"/>
                </a:lnTo>
                <a:lnTo>
                  <a:pt x="3119251" y="72377"/>
                </a:lnTo>
                <a:close/>
                <a:moveTo>
                  <a:pt x="4466057" y="38424"/>
                </a:moveTo>
                <a:lnTo>
                  <a:pt x="4451142" y="38424"/>
                </a:lnTo>
                <a:lnTo>
                  <a:pt x="4451142" y="135496"/>
                </a:lnTo>
                <a:lnTo>
                  <a:pt x="4466057" y="135496"/>
                </a:lnTo>
                <a:lnTo>
                  <a:pt x="4466057" y="38424"/>
                </a:lnTo>
                <a:close/>
                <a:moveTo>
                  <a:pt x="3786010" y="81287"/>
                </a:moveTo>
                <a:lnTo>
                  <a:pt x="3785954" y="80221"/>
                </a:lnTo>
                <a:lnTo>
                  <a:pt x="3785885" y="79171"/>
                </a:lnTo>
                <a:lnTo>
                  <a:pt x="3785803" y="78136"/>
                </a:lnTo>
                <a:lnTo>
                  <a:pt x="3785710" y="77116"/>
                </a:lnTo>
                <a:lnTo>
                  <a:pt x="3785603" y="76110"/>
                </a:lnTo>
                <a:lnTo>
                  <a:pt x="3785485" y="75120"/>
                </a:lnTo>
                <a:lnTo>
                  <a:pt x="3785353" y="74144"/>
                </a:lnTo>
                <a:lnTo>
                  <a:pt x="3785209" y="73183"/>
                </a:lnTo>
                <a:lnTo>
                  <a:pt x="3785053" y="72237"/>
                </a:lnTo>
                <a:lnTo>
                  <a:pt x="3784884" y="71307"/>
                </a:lnTo>
                <a:lnTo>
                  <a:pt x="3784703" y="70391"/>
                </a:lnTo>
                <a:lnTo>
                  <a:pt x="3784509" y="69490"/>
                </a:lnTo>
                <a:lnTo>
                  <a:pt x="3784303" y="68604"/>
                </a:lnTo>
                <a:lnTo>
                  <a:pt x="3784084" y="67732"/>
                </a:lnTo>
                <a:lnTo>
                  <a:pt x="3783852" y="66876"/>
                </a:lnTo>
                <a:lnTo>
                  <a:pt x="3783608" y="66035"/>
                </a:lnTo>
                <a:lnTo>
                  <a:pt x="3783352" y="65208"/>
                </a:lnTo>
                <a:lnTo>
                  <a:pt x="3783083" y="64397"/>
                </a:lnTo>
                <a:lnTo>
                  <a:pt x="3782802" y="63600"/>
                </a:lnTo>
                <a:lnTo>
                  <a:pt x="3782508" y="62819"/>
                </a:lnTo>
                <a:lnTo>
                  <a:pt x="3782203" y="62051"/>
                </a:lnTo>
                <a:lnTo>
                  <a:pt x="3781890" y="61296"/>
                </a:lnTo>
                <a:lnTo>
                  <a:pt x="3781569" y="60554"/>
                </a:lnTo>
                <a:lnTo>
                  <a:pt x="3781239" y="59824"/>
                </a:lnTo>
                <a:lnTo>
                  <a:pt x="3780900" y="59107"/>
                </a:lnTo>
                <a:lnTo>
                  <a:pt x="3780553" y="58403"/>
                </a:lnTo>
                <a:lnTo>
                  <a:pt x="3780197" y="57711"/>
                </a:lnTo>
                <a:lnTo>
                  <a:pt x="3779832" y="57033"/>
                </a:lnTo>
                <a:lnTo>
                  <a:pt x="3779459" y="56367"/>
                </a:lnTo>
                <a:lnTo>
                  <a:pt x="3779078" y="55713"/>
                </a:lnTo>
                <a:lnTo>
                  <a:pt x="3778688" y="55073"/>
                </a:lnTo>
                <a:lnTo>
                  <a:pt x="3778289" y="54445"/>
                </a:lnTo>
                <a:lnTo>
                  <a:pt x="3777882" y="53830"/>
                </a:lnTo>
                <a:lnTo>
                  <a:pt x="3777466" y="53228"/>
                </a:lnTo>
                <a:lnTo>
                  <a:pt x="3777042" y="52638"/>
                </a:lnTo>
                <a:lnTo>
                  <a:pt x="3776609" y="52061"/>
                </a:lnTo>
                <a:lnTo>
                  <a:pt x="3776168" y="51497"/>
                </a:lnTo>
                <a:lnTo>
                  <a:pt x="3775718" y="50945"/>
                </a:lnTo>
                <a:lnTo>
                  <a:pt x="3775259" y="50407"/>
                </a:lnTo>
                <a:lnTo>
                  <a:pt x="3774792" y="49881"/>
                </a:lnTo>
                <a:lnTo>
                  <a:pt x="3774317" y="49367"/>
                </a:lnTo>
                <a:lnTo>
                  <a:pt x="3773832" y="48867"/>
                </a:lnTo>
                <a:lnTo>
                  <a:pt x="3773340" y="48379"/>
                </a:lnTo>
                <a:lnTo>
                  <a:pt x="3772838" y="47904"/>
                </a:lnTo>
                <a:lnTo>
                  <a:pt x="3772330" y="47436"/>
                </a:lnTo>
                <a:lnTo>
                  <a:pt x="3771818" y="46978"/>
                </a:lnTo>
                <a:lnTo>
                  <a:pt x="3771301" y="46531"/>
                </a:lnTo>
                <a:lnTo>
                  <a:pt x="3770779" y="46096"/>
                </a:lnTo>
                <a:lnTo>
                  <a:pt x="3770253" y="45671"/>
                </a:lnTo>
                <a:lnTo>
                  <a:pt x="3769722" y="45258"/>
                </a:lnTo>
                <a:lnTo>
                  <a:pt x="3769186" y="44855"/>
                </a:lnTo>
                <a:lnTo>
                  <a:pt x="3768646" y="44463"/>
                </a:lnTo>
                <a:lnTo>
                  <a:pt x="3768101" y="44083"/>
                </a:lnTo>
                <a:lnTo>
                  <a:pt x="3767552" y="43713"/>
                </a:lnTo>
                <a:lnTo>
                  <a:pt x="3766998" y="43354"/>
                </a:lnTo>
                <a:lnTo>
                  <a:pt x="3766439" y="43006"/>
                </a:lnTo>
                <a:lnTo>
                  <a:pt x="3765876" y="42669"/>
                </a:lnTo>
                <a:lnTo>
                  <a:pt x="3765308" y="42344"/>
                </a:lnTo>
                <a:lnTo>
                  <a:pt x="3764736" y="42029"/>
                </a:lnTo>
                <a:lnTo>
                  <a:pt x="3764159" y="41725"/>
                </a:lnTo>
                <a:lnTo>
                  <a:pt x="3763577" y="41432"/>
                </a:lnTo>
                <a:lnTo>
                  <a:pt x="3762991" y="41150"/>
                </a:lnTo>
                <a:lnTo>
                  <a:pt x="3762400" y="40879"/>
                </a:lnTo>
                <a:lnTo>
                  <a:pt x="3761805" y="40619"/>
                </a:lnTo>
                <a:lnTo>
                  <a:pt x="3761205" y="40370"/>
                </a:lnTo>
                <a:lnTo>
                  <a:pt x="3760600" y="40132"/>
                </a:lnTo>
                <a:lnTo>
                  <a:pt x="3759991" y="39904"/>
                </a:lnTo>
                <a:lnTo>
                  <a:pt x="3759377" y="39688"/>
                </a:lnTo>
                <a:lnTo>
                  <a:pt x="3758760" y="39482"/>
                </a:lnTo>
                <a:lnTo>
                  <a:pt x="3758143" y="39285"/>
                </a:lnTo>
                <a:lnTo>
                  <a:pt x="3757526" y="39096"/>
                </a:lnTo>
                <a:lnTo>
                  <a:pt x="3756907" y="38916"/>
                </a:lnTo>
                <a:lnTo>
                  <a:pt x="3756288" y="38745"/>
                </a:lnTo>
                <a:lnTo>
                  <a:pt x="3755668" y="38582"/>
                </a:lnTo>
                <a:lnTo>
                  <a:pt x="3755048" y="38429"/>
                </a:lnTo>
                <a:lnTo>
                  <a:pt x="3754427" y="38284"/>
                </a:lnTo>
                <a:lnTo>
                  <a:pt x="3753805" y="38148"/>
                </a:lnTo>
                <a:lnTo>
                  <a:pt x="3753182" y="38021"/>
                </a:lnTo>
                <a:lnTo>
                  <a:pt x="3752559" y="37902"/>
                </a:lnTo>
                <a:lnTo>
                  <a:pt x="3751936" y="37792"/>
                </a:lnTo>
                <a:lnTo>
                  <a:pt x="3751311" y="37691"/>
                </a:lnTo>
                <a:lnTo>
                  <a:pt x="3750686" y="37599"/>
                </a:lnTo>
                <a:lnTo>
                  <a:pt x="3750060" y="37516"/>
                </a:lnTo>
                <a:lnTo>
                  <a:pt x="3749434" y="37441"/>
                </a:lnTo>
                <a:lnTo>
                  <a:pt x="3748807" y="37375"/>
                </a:lnTo>
                <a:lnTo>
                  <a:pt x="3748179" y="37318"/>
                </a:lnTo>
                <a:lnTo>
                  <a:pt x="3747551" y="37270"/>
                </a:lnTo>
                <a:lnTo>
                  <a:pt x="3746922" y="37231"/>
                </a:lnTo>
                <a:lnTo>
                  <a:pt x="3746292" y="37200"/>
                </a:lnTo>
                <a:lnTo>
                  <a:pt x="3745662" y="37178"/>
                </a:lnTo>
                <a:lnTo>
                  <a:pt x="3745031" y="37165"/>
                </a:lnTo>
                <a:lnTo>
                  <a:pt x="3744399" y="37160"/>
                </a:lnTo>
                <a:lnTo>
                  <a:pt x="3743310" y="37172"/>
                </a:lnTo>
                <a:lnTo>
                  <a:pt x="3742231" y="37205"/>
                </a:lnTo>
                <a:lnTo>
                  <a:pt x="3741164" y="37261"/>
                </a:lnTo>
                <a:lnTo>
                  <a:pt x="3740109" y="37339"/>
                </a:lnTo>
                <a:lnTo>
                  <a:pt x="3739065" y="37440"/>
                </a:lnTo>
                <a:lnTo>
                  <a:pt x="3738032" y="37563"/>
                </a:lnTo>
                <a:lnTo>
                  <a:pt x="3737011" y="37709"/>
                </a:lnTo>
                <a:lnTo>
                  <a:pt x="3736001" y="37877"/>
                </a:lnTo>
                <a:lnTo>
                  <a:pt x="3735003" y="38067"/>
                </a:lnTo>
                <a:lnTo>
                  <a:pt x="3734016" y="38280"/>
                </a:lnTo>
                <a:lnTo>
                  <a:pt x="3733040" y="38515"/>
                </a:lnTo>
                <a:lnTo>
                  <a:pt x="3732076" y="38772"/>
                </a:lnTo>
                <a:lnTo>
                  <a:pt x="3731123" y="39052"/>
                </a:lnTo>
                <a:lnTo>
                  <a:pt x="3730182" y="39354"/>
                </a:lnTo>
                <a:lnTo>
                  <a:pt x="3729252" y="39678"/>
                </a:lnTo>
                <a:lnTo>
                  <a:pt x="3728333" y="40025"/>
                </a:lnTo>
                <a:lnTo>
                  <a:pt x="3727426" y="40395"/>
                </a:lnTo>
                <a:lnTo>
                  <a:pt x="3726530" y="40786"/>
                </a:lnTo>
                <a:lnTo>
                  <a:pt x="3725646" y="41200"/>
                </a:lnTo>
                <a:lnTo>
                  <a:pt x="3724773" y="41637"/>
                </a:lnTo>
                <a:lnTo>
                  <a:pt x="3723911" y="42096"/>
                </a:lnTo>
                <a:lnTo>
                  <a:pt x="3723061" y="42577"/>
                </a:lnTo>
                <a:lnTo>
                  <a:pt x="3722223" y="43081"/>
                </a:lnTo>
                <a:lnTo>
                  <a:pt x="3721395" y="43607"/>
                </a:lnTo>
                <a:lnTo>
                  <a:pt x="3720586" y="44147"/>
                </a:lnTo>
                <a:lnTo>
                  <a:pt x="3719793" y="44706"/>
                </a:lnTo>
                <a:lnTo>
                  <a:pt x="3719014" y="45281"/>
                </a:lnTo>
                <a:lnTo>
                  <a:pt x="3718249" y="45875"/>
                </a:lnTo>
                <a:lnTo>
                  <a:pt x="3717500" y="46486"/>
                </a:lnTo>
                <a:lnTo>
                  <a:pt x="3716766" y="47114"/>
                </a:lnTo>
                <a:lnTo>
                  <a:pt x="3716047" y="47760"/>
                </a:lnTo>
                <a:lnTo>
                  <a:pt x="3715342" y="48424"/>
                </a:lnTo>
                <a:lnTo>
                  <a:pt x="3714653" y="49105"/>
                </a:lnTo>
                <a:lnTo>
                  <a:pt x="3713978" y="49803"/>
                </a:lnTo>
                <a:lnTo>
                  <a:pt x="3713319" y="50520"/>
                </a:lnTo>
                <a:lnTo>
                  <a:pt x="3712674" y="51254"/>
                </a:lnTo>
                <a:lnTo>
                  <a:pt x="3712044" y="52005"/>
                </a:lnTo>
                <a:lnTo>
                  <a:pt x="3711429" y="52774"/>
                </a:lnTo>
                <a:lnTo>
                  <a:pt x="3710829" y="53560"/>
                </a:lnTo>
                <a:lnTo>
                  <a:pt x="3710244" y="54364"/>
                </a:lnTo>
                <a:lnTo>
                  <a:pt x="3709674" y="55186"/>
                </a:lnTo>
                <a:lnTo>
                  <a:pt x="3709119" y="56025"/>
                </a:lnTo>
                <a:lnTo>
                  <a:pt x="3708579" y="56882"/>
                </a:lnTo>
                <a:lnTo>
                  <a:pt x="3708053" y="57756"/>
                </a:lnTo>
                <a:lnTo>
                  <a:pt x="3707543" y="58648"/>
                </a:lnTo>
                <a:lnTo>
                  <a:pt x="3707048" y="59557"/>
                </a:lnTo>
                <a:lnTo>
                  <a:pt x="3706567" y="60484"/>
                </a:lnTo>
                <a:lnTo>
                  <a:pt x="3706101" y="61428"/>
                </a:lnTo>
                <a:lnTo>
                  <a:pt x="3705658" y="62383"/>
                </a:lnTo>
                <a:lnTo>
                  <a:pt x="3705233" y="63349"/>
                </a:lnTo>
                <a:lnTo>
                  <a:pt x="3704827" y="64328"/>
                </a:lnTo>
                <a:lnTo>
                  <a:pt x="3704441" y="65319"/>
                </a:lnTo>
                <a:lnTo>
                  <a:pt x="3704073" y="66322"/>
                </a:lnTo>
                <a:lnTo>
                  <a:pt x="3703723" y="67337"/>
                </a:lnTo>
                <a:lnTo>
                  <a:pt x="3703393" y="68365"/>
                </a:lnTo>
                <a:lnTo>
                  <a:pt x="3703082" y="69405"/>
                </a:lnTo>
                <a:lnTo>
                  <a:pt x="3702789" y="70458"/>
                </a:lnTo>
                <a:lnTo>
                  <a:pt x="3702516" y="71523"/>
                </a:lnTo>
                <a:lnTo>
                  <a:pt x="3702261" y="72600"/>
                </a:lnTo>
                <a:lnTo>
                  <a:pt x="3702025" y="73689"/>
                </a:lnTo>
                <a:lnTo>
                  <a:pt x="3701808" y="74790"/>
                </a:lnTo>
                <a:lnTo>
                  <a:pt x="3701610" y="75904"/>
                </a:lnTo>
                <a:lnTo>
                  <a:pt x="3701431" y="77030"/>
                </a:lnTo>
                <a:lnTo>
                  <a:pt x="3701270" y="78169"/>
                </a:lnTo>
                <a:lnTo>
                  <a:pt x="3701129" y="79320"/>
                </a:lnTo>
                <a:lnTo>
                  <a:pt x="3701006" y="80483"/>
                </a:lnTo>
                <a:lnTo>
                  <a:pt x="3700902" y="81658"/>
                </a:lnTo>
                <a:lnTo>
                  <a:pt x="3700817" y="82845"/>
                </a:lnTo>
                <a:lnTo>
                  <a:pt x="3700751" y="84045"/>
                </a:lnTo>
                <a:lnTo>
                  <a:pt x="3700704" y="85258"/>
                </a:lnTo>
                <a:lnTo>
                  <a:pt x="3700676" y="86482"/>
                </a:lnTo>
                <a:lnTo>
                  <a:pt x="3700666" y="87719"/>
                </a:lnTo>
                <a:lnTo>
                  <a:pt x="3700676" y="88955"/>
                </a:lnTo>
                <a:lnTo>
                  <a:pt x="3700704" y="90179"/>
                </a:lnTo>
                <a:lnTo>
                  <a:pt x="3700751" y="91390"/>
                </a:lnTo>
                <a:lnTo>
                  <a:pt x="3700817" y="92589"/>
                </a:lnTo>
                <a:lnTo>
                  <a:pt x="3700902" y="93774"/>
                </a:lnTo>
                <a:lnTo>
                  <a:pt x="3701006" y="94947"/>
                </a:lnTo>
                <a:lnTo>
                  <a:pt x="3701129" y="96107"/>
                </a:lnTo>
                <a:lnTo>
                  <a:pt x="3701270" y="97255"/>
                </a:lnTo>
                <a:lnTo>
                  <a:pt x="3701431" y="98389"/>
                </a:lnTo>
                <a:lnTo>
                  <a:pt x="3701610" y="99511"/>
                </a:lnTo>
                <a:lnTo>
                  <a:pt x="3701808" y="100621"/>
                </a:lnTo>
                <a:lnTo>
                  <a:pt x="3702025" y="101717"/>
                </a:lnTo>
                <a:lnTo>
                  <a:pt x="3702261" y="102801"/>
                </a:lnTo>
                <a:lnTo>
                  <a:pt x="3702516" y="103872"/>
                </a:lnTo>
                <a:lnTo>
                  <a:pt x="3702789" y="104930"/>
                </a:lnTo>
                <a:lnTo>
                  <a:pt x="3703082" y="105976"/>
                </a:lnTo>
                <a:lnTo>
                  <a:pt x="3703393" y="107009"/>
                </a:lnTo>
                <a:lnTo>
                  <a:pt x="3703723" y="108029"/>
                </a:lnTo>
                <a:lnTo>
                  <a:pt x="3704073" y="109036"/>
                </a:lnTo>
                <a:lnTo>
                  <a:pt x="3704441" y="110031"/>
                </a:lnTo>
                <a:lnTo>
                  <a:pt x="3704827" y="111013"/>
                </a:lnTo>
                <a:lnTo>
                  <a:pt x="3705233" y="111982"/>
                </a:lnTo>
                <a:lnTo>
                  <a:pt x="3705658" y="112939"/>
                </a:lnTo>
                <a:lnTo>
                  <a:pt x="3706101" y="113883"/>
                </a:lnTo>
                <a:lnTo>
                  <a:pt x="3706568" y="114806"/>
                </a:lnTo>
                <a:lnTo>
                  <a:pt x="3707050" y="115713"/>
                </a:lnTo>
                <a:lnTo>
                  <a:pt x="3707548" y="116602"/>
                </a:lnTo>
                <a:lnTo>
                  <a:pt x="3708062" y="117474"/>
                </a:lnTo>
                <a:lnTo>
                  <a:pt x="3708593" y="118330"/>
                </a:lnTo>
                <a:lnTo>
                  <a:pt x="3709139" y="119168"/>
                </a:lnTo>
                <a:lnTo>
                  <a:pt x="3709701" y="119989"/>
                </a:lnTo>
                <a:lnTo>
                  <a:pt x="3710280" y="120792"/>
                </a:lnTo>
                <a:lnTo>
                  <a:pt x="3710874" y="121579"/>
                </a:lnTo>
                <a:lnTo>
                  <a:pt x="3711484" y="122349"/>
                </a:lnTo>
                <a:lnTo>
                  <a:pt x="3712111" y="123101"/>
                </a:lnTo>
                <a:lnTo>
                  <a:pt x="3712753" y="123836"/>
                </a:lnTo>
                <a:lnTo>
                  <a:pt x="3713411" y="124555"/>
                </a:lnTo>
                <a:lnTo>
                  <a:pt x="3714086" y="125256"/>
                </a:lnTo>
                <a:lnTo>
                  <a:pt x="3714776" y="125940"/>
                </a:lnTo>
                <a:lnTo>
                  <a:pt x="3715483" y="126607"/>
                </a:lnTo>
                <a:lnTo>
                  <a:pt x="3716205" y="127256"/>
                </a:lnTo>
                <a:lnTo>
                  <a:pt x="3716944" y="127889"/>
                </a:lnTo>
                <a:lnTo>
                  <a:pt x="3717698" y="128504"/>
                </a:lnTo>
                <a:lnTo>
                  <a:pt x="3718469" y="129103"/>
                </a:lnTo>
                <a:lnTo>
                  <a:pt x="3719255" y="129684"/>
                </a:lnTo>
                <a:lnTo>
                  <a:pt x="3720058" y="130248"/>
                </a:lnTo>
                <a:lnTo>
                  <a:pt x="3720877" y="130795"/>
                </a:lnTo>
                <a:lnTo>
                  <a:pt x="3721711" y="131325"/>
                </a:lnTo>
                <a:lnTo>
                  <a:pt x="3722566" y="131831"/>
                </a:lnTo>
                <a:lnTo>
                  <a:pt x="3723434" y="132315"/>
                </a:lnTo>
                <a:lnTo>
                  <a:pt x="3724315" y="132777"/>
                </a:lnTo>
                <a:lnTo>
                  <a:pt x="3725210" y="133218"/>
                </a:lnTo>
                <a:lnTo>
                  <a:pt x="3726118" y="133637"/>
                </a:lnTo>
                <a:lnTo>
                  <a:pt x="3727040" y="134035"/>
                </a:lnTo>
                <a:lnTo>
                  <a:pt x="3727975" y="134411"/>
                </a:lnTo>
                <a:lnTo>
                  <a:pt x="3728923" y="134766"/>
                </a:lnTo>
                <a:lnTo>
                  <a:pt x="3729885" y="135099"/>
                </a:lnTo>
                <a:lnTo>
                  <a:pt x="3730860" y="135411"/>
                </a:lnTo>
                <a:lnTo>
                  <a:pt x="3731848" y="135702"/>
                </a:lnTo>
                <a:lnTo>
                  <a:pt x="3732850" y="135970"/>
                </a:lnTo>
                <a:lnTo>
                  <a:pt x="3733865" y="136218"/>
                </a:lnTo>
                <a:lnTo>
                  <a:pt x="3734894" y="136443"/>
                </a:lnTo>
                <a:lnTo>
                  <a:pt x="3735936" y="136648"/>
                </a:lnTo>
                <a:lnTo>
                  <a:pt x="3736991" y="136831"/>
                </a:lnTo>
                <a:lnTo>
                  <a:pt x="3738060" y="136992"/>
                </a:lnTo>
                <a:lnTo>
                  <a:pt x="3739142" y="137132"/>
                </a:lnTo>
                <a:lnTo>
                  <a:pt x="3740238" y="137250"/>
                </a:lnTo>
                <a:lnTo>
                  <a:pt x="3741346" y="137347"/>
                </a:lnTo>
                <a:lnTo>
                  <a:pt x="3742469" y="137422"/>
                </a:lnTo>
                <a:lnTo>
                  <a:pt x="3743604" y="137476"/>
                </a:lnTo>
                <a:lnTo>
                  <a:pt x="3744753" y="137508"/>
                </a:lnTo>
                <a:lnTo>
                  <a:pt x="3745916" y="137519"/>
                </a:lnTo>
                <a:lnTo>
                  <a:pt x="3746734" y="137513"/>
                </a:lnTo>
                <a:lnTo>
                  <a:pt x="3747545" y="137498"/>
                </a:lnTo>
                <a:lnTo>
                  <a:pt x="3748350" y="137471"/>
                </a:lnTo>
                <a:lnTo>
                  <a:pt x="3749148" y="137434"/>
                </a:lnTo>
                <a:lnTo>
                  <a:pt x="3749939" y="137387"/>
                </a:lnTo>
                <a:lnTo>
                  <a:pt x="3750723" y="137329"/>
                </a:lnTo>
                <a:lnTo>
                  <a:pt x="3751500" y="137261"/>
                </a:lnTo>
                <a:lnTo>
                  <a:pt x="3752271" y="137182"/>
                </a:lnTo>
                <a:lnTo>
                  <a:pt x="3753035" y="137092"/>
                </a:lnTo>
                <a:lnTo>
                  <a:pt x="3753792" y="136992"/>
                </a:lnTo>
                <a:lnTo>
                  <a:pt x="3754542" y="136881"/>
                </a:lnTo>
                <a:lnTo>
                  <a:pt x="3755285" y="136760"/>
                </a:lnTo>
                <a:lnTo>
                  <a:pt x="3756022" y="136629"/>
                </a:lnTo>
                <a:lnTo>
                  <a:pt x="3756751" y="136487"/>
                </a:lnTo>
                <a:lnTo>
                  <a:pt x="3757474" y="136334"/>
                </a:lnTo>
                <a:lnTo>
                  <a:pt x="3758190" y="136171"/>
                </a:lnTo>
                <a:lnTo>
                  <a:pt x="3758900" y="135997"/>
                </a:lnTo>
                <a:lnTo>
                  <a:pt x="3759602" y="135812"/>
                </a:lnTo>
                <a:lnTo>
                  <a:pt x="3760298" y="135618"/>
                </a:lnTo>
                <a:lnTo>
                  <a:pt x="3760987" y="135412"/>
                </a:lnTo>
                <a:lnTo>
                  <a:pt x="3761669" y="135196"/>
                </a:lnTo>
                <a:lnTo>
                  <a:pt x="3762344" y="134970"/>
                </a:lnTo>
                <a:lnTo>
                  <a:pt x="3763013" y="134733"/>
                </a:lnTo>
                <a:lnTo>
                  <a:pt x="3763675" y="134485"/>
                </a:lnTo>
                <a:lnTo>
                  <a:pt x="3764329" y="134223"/>
                </a:lnTo>
                <a:lnTo>
                  <a:pt x="3764974" y="133952"/>
                </a:lnTo>
                <a:lnTo>
                  <a:pt x="3765610" y="133674"/>
                </a:lnTo>
                <a:lnTo>
                  <a:pt x="3766238" y="133386"/>
                </a:lnTo>
                <a:lnTo>
                  <a:pt x="3766857" y="133091"/>
                </a:lnTo>
                <a:lnTo>
                  <a:pt x="3767467" y="132787"/>
                </a:lnTo>
                <a:lnTo>
                  <a:pt x="3768068" y="132475"/>
                </a:lnTo>
                <a:lnTo>
                  <a:pt x="3768660" y="132154"/>
                </a:lnTo>
                <a:lnTo>
                  <a:pt x="3769244" y="131825"/>
                </a:lnTo>
                <a:lnTo>
                  <a:pt x="3769819" y="131488"/>
                </a:lnTo>
                <a:lnTo>
                  <a:pt x="3770385" y="131142"/>
                </a:lnTo>
                <a:lnTo>
                  <a:pt x="3770943" y="130788"/>
                </a:lnTo>
                <a:lnTo>
                  <a:pt x="3771491" y="130426"/>
                </a:lnTo>
                <a:lnTo>
                  <a:pt x="3772031" y="130055"/>
                </a:lnTo>
                <a:lnTo>
                  <a:pt x="3772562" y="129676"/>
                </a:lnTo>
                <a:lnTo>
                  <a:pt x="3773084" y="129289"/>
                </a:lnTo>
                <a:lnTo>
                  <a:pt x="3773598" y="128893"/>
                </a:lnTo>
                <a:lnTo>
                  <a:pt x="3774102" y="128489"/>
                </a:lnTo>
                <a:lnTo>
                  <a:pt x="3774598" y="128077"/>
                </a:lnTo>
                <a:lnTo>
                  <a:pt x="3775086" y="127656"/>
                </a:lnTo>
                <a:lnTo>
                  <a:pt x="3775564" y="127227"/>
                </a:lnTo>
                <a:lnTo>
                  <a:pt x="3776034" y="126790"/>
                </a:lnTo>
                <a:lnTo>
                  <a:pt x="3776494" y="126344"/>
                </a:lnTo>
                <a:lnTo>
                  <a:pt x="3776946" y="125890"/>
                </a:lnTo>
                <a:lnTo>
                  <a:pt x="3777389" y="125424"/>
                </a:lnTo>
                <a:lnTo>
                  <a:pt x="3777820" y="124951"/>
                </a:lnTo>
                <a:lnTo>
                  <a:pt x="3778241" y="124472"/>
                </a:lnTo>
                <a:lnTo>
                  <a:pt x="3778651" y="123987"/>
                </a:lnTo>
                <a:lnTo>
                  <a:pt x="3779050" y="123496"/>
                </a:lnTo>
                <a:lnTo>
                  <a:pt x="3779439" y="122999"/>
                </a:lnTo>
                <a:lnTo>
                  <a:pt x="3779816" y="122496"/>
                </a:lnTo>
                <a:lnTo>
                  <a:pt x="3780183" y="121986"/>
                </a:lnTo>
                <a:lnTo>
                  <a:pt x="3780540" y="121470"/>
                </a:lnTo>
                <a:lnTo>
                  <a:pt x="3780885" y="120949"/>
                </a:lnTo>
                <a:lnTo>
                  <a:pt x="3781220" y="120421"/>
                </a:lnTo>
                <a:lnTo>
                  <a:pt x="3781544" y="119887"/>
                </a:lnTo>
                <a:lnTo>
                  <a:pt x="3781857" y="119346"/>
                </a:lnTo>
                <a:lnTo>
                  <a:pt x="3782160" y="118800"/>
                </a:lnTo>
                <a:lnTo>
                  <a:pt x="3782451" y="118247"/>
                </a:lnTo>
                <a:lnTo>
                  <a:pt x="3782732" y="117689"/>
                </a:lnTo>
                <a:lnTo>
                  <a:pt x="3783003" y="117124"/>
                </a:lnTo>
                <a:lnTo>
                  <a:pt x="3783262" y="116553"/>
                </a:lnTo>
                <a:lnTo>
                  <a:pt x="3783511" y="115976"/>
                </a:lnTo>
                <a:lnTo>
                  <a:pt x="3783749" y="115392"/>
                </a:lnTo>
                <a:lnTo>
                  <a:pt x="3783976" y="114803"/>
                </a:lnTo>
                <a:lnTo>
                  <a:pt x="3784193" y="114207"/>
                </a:lnTo>
                <a:lnTo>
                  <a:pt x="3784398" y="113606"/>
                </a:lnTo>
                <a:lnTo>
                  <a:pt x="3784593" y="112998"/>
                </a:lnTo>
                <a:lnTo>
                  <a:pt x="3770184" y="108953"/>
                </a:lnTo>
                <a:lnTo>
                  <a:pt x="3770023" y="109372"/>
                </a:lnTo>
                <a:lnTo>
                  <a:pt x="3769857" y="109785"/>
                </a:lnTo>
                <a:lnTo>
                  <a:pt x="3769685" y="110192"/>
                </a:lnTo>
                <a:lnTo>
                  <a:pt x="3769508" y="110593"/>
                </a:lnTo>
                <a:lnTo>
                  <a:pt x="3769326" y="110989"/>
                </a:lnTo>
                <a:lnTo>
                  <a:pt x="3769137" y="111378"/>
                </a:lnTo>
                <a:lnTo>
                  <a:pt x="3768944" y="111763"/>
                </a:lnTo>
                <a:lnTo>
                  <a:pt x="3768745" y="112141"/>
                </a:lnTo>
                <a:lnTo>
                  <a:pt x="3768540" y="112514"/>
                </a:lnTo>
                <a:lnTo>
                  <a:pt x="3768330" y="112881"/>
                </a:lnTo>
                <a:lnTo>
                  <a:pt x="3768114" y="113243"/>
                </a:lnTo>
                <a:lnTo>
                  <a:pt x="3767893" y="113598"/>
                </a:lnTo>
                <a:lnTo>
                  <a:pt x="3767667" y="113948"/>
                </a:lnTo>
                <a:lnTo>
                  <a:pt x="3767434" y="114293"/>
                </a:lnTo>
                <a:lnTo>
                  <a:pt x="3767197" y="114631"/>
                </a:lnTo>
                <a:lnTo>
                  <a:pt x="3766954" y="114964"/>
                </a:lnTo>
                <a:lnTo>
                  <a:pt x="3766705" y="115291"/>
                </a:lnTo>
                <a:lnTo>
                  <a:pt x="3766451" y="115613"/>
                </a:lnTo>
                <a:lnTo>
                  <a:pt x="3766192" y="115929"/>
                </a:lnTo>
                <a:lnTo>
                  <a:pt x="3765927" y="116239"/>
                </a:lnTo>
                <a:lnTo>
                  <a:pt x="3765656" y="116543"/>
                </a:lnTo>
                <a:lnTo>
                  <a:pt x="3765381" y="116842"/>
                </a:lnTo>
                <a:lnTo>
                  <a:pt x="3765099" y="117135"/>
                </a:lnTo>
                <a:lnTo>
                  <a:pt x="3764812" y="117422"/>
                </a:lnTo>
                <a:lnTo>
                  <a:pt x="3764520" y="117698"/>
                </a:lnTo>
                <a:lnTo>
                  <a:pt x="3764224" y="117969"/>
                </a:lnTo>
                <a:lnTo>
                  <a:pt x="3763923" y="118233"/>
                </a:lnTo>
                <a:lnTo>
                  <a:pt x="3763617" y="118493"/>
                </a:lnTo>
                <a:lnTo>
                  <a:pt x="3763306" y="118746"/>
                </a:lnTo>
                <a:lnTo>
                  <a:pt x="3762991" y="118994"/>
                </a:lnTo>
                <a:lnTo>
                  <a:pt x="3762672" y="119236"/>
                </a:lnTo>
                <a:lnTo>
                  <a:pt x="3762347" y="119472"/>
                </a:lnTo>
                <a:lnTo>
                  <a:pt x="3762019" y="119703"/>
                </a:lnTo>
                <a:lnTo>
                  <a:pt x="3761685" y="119928"/>
                </a:lnTo>
                <a:lnTo>
                  <a:pt x="3761347" y="120147"/>
                </a:lnTo>
                <a:lnTo>
                  <a:pt x="3761005" y="120361"/>
                </a:lnTo>
                <a:lnTo>
                  <a:pt x="3760657" y="120568"/>
                </a:lnTo>
                <a:lnTo>
                  <a:pt x="3760305" y="120770"/>
                </a:lnTo>
                <a:lnTo>
                  <a:pt x="3759949" y="120967"/>
                </a:lnTo>
                <a:lnTo>
                  <a:pt x="3759588" y="121158"/>
                </a:lnTo>
                <a:lnTo>
                  <a:pt x="3759222" y="121342"/>
                </a:lnTo>
                <a:lnTo>
                  <a:pt x="3758852" y="121522"/>
                </a:lnTo>
                <a:lnTo>
                  <a:pt x="3758477" y="121695"/>
                </a:lnTo>
                <a:lnTo>
                  <a:pt x="3758098" y="121863"/>
                </a:lnTo>
                <a:lnTo>
                  <a:pt x="3757713" y="122025"/>
                </a:lnTo>
                <a:lnTo>
                  <a:pt x="3757325" y="122182"/>
                </a:lnTo>
                <a:lnTo>
                  <a:pt x="3756931" y="122333"/>
                </a:lnTo>
                <a:lnTo>
                  <a:pt x="3756533" y="122478"/>
                </a:lnTo>
                <a:lnTo>
                  <a:pt x="3756136" y="122612"/>
                </a:lnTo>
                <a:lnTo>
                  <a:pt x="3755736" y="122740"/>
                </a:lnTo>
                <a:lnTo>
                  <a:pt x="3755331" y="122863"/>
                </a:lnTo>
                <a:lnTo>
                  <a:pt x="3754922" y="122980"/>
                </a:lnTo>
                <a:lnTo>
                  <a:pt x="3754509" y="123091"/>
                </a:lnTo>
                <a:lnTo>
                  <a:pt x="3754092" y="123197"/>
                </a:lnTo>
                <a:lnTo>
                  <a:pt x="3753672" y="123296"/>
                </a:lnTo>
                <a:lnTo>
                  <a:pt x="3753247" y="123390"/>
                </a:lnTo>
                <a:lnTo>
                  <a:pt x="3752818" y="123479"/>
                </a:lnTo>
                <a:lnTo>
                  <a:pt x="3752386" y="123562"/>
                </a:lnTo>
                <a:lnTo>
                  <a:pt x="3751949" y="123639"/>
                </a:lnTo>
                <a:lnTo>
                  <a:pt x="3751509" y="123710"/>
                </a:lnTo>
                <a:lnTo>
                  <a:pt x="3751065" y="123776"/>
                </a:lnTo>
                <a:lnTo>
                  <a:pt x="3750616" y="123836"/>
                </a:lnTo>
                <a:lnTo>
                  <a:pt x="3750164" y="123890"/>
                </a:lnTo>
                <a:lnTo>
                  <a:pt x="3749708" y="123938"/>
                </a:lnTo>
                <a:lnTo>
                  <a:pt x="3749248" y="123981"/>
                </a:lnTo>
                <a:lnTo>
                  <a:pt x="3748784" y="124018"/>
                </a:lnTo>
                <a:lnTo>
                  <a:pt x="3748315" y="124049"/>
                </a:lnTo>
                <a:lnTo>
                  <a:pt x="3747843" y="124075"/>
                </a:lnTo>
                <a:lnTo>
                  <a:pt x="3747367" y="124095"/>
                </a:lnTo>
                <a:lnTo>
                  <a:pt x="3746888" y="124109"/>
                </a:lnTo>
                <a:lnTo>
                  <a:pt x="3746404" y="124118"/>
                </a:lnTo>
                <a:lnTo>
                  <a:pt x="3745916" y="124121"/>
                </a:lnTo>
                <a:lnTo>
                  <a:pt x="3745167" y="124114"/>
                </a:lnTo>
                <a:lnTo>
                  <a:pt x="3744425" y="124094"/>
                </a:lnTo>
                <a:lnTo>
                  <a:pt x="3743691" y="124060"/>
                </a:lnTo>
                <a:lnTo>
                  <a:pt x="3742965" y="124012"/>
                </a:lnTo>
                <a:lnTo>
                  <a:pt x="3742246" y="123951"/>
                </a:lnTo>
                <a:lnTo>
                  <a:pt x="3741535" y="123876"/>
                </a:lnTo>
                <a:lnTo>
                  <a:pt x="3740832" y="123787"/>
                </a:lnTo>
                <a:lnTo>
                  <a:pt x="3740137" y="123685"/>
                </a:lnTo>
                <a:lnTo>
                  <a:pt x="3739449" y="123570"/>
                </a:lnTo>
                <a:lnTo>
                  <a:pt x="3738769" y="123441"/>
                </a:lnTo>
                <a:lnTo>
                  <a:pt x="3738096" y="123298"/>
                </a:lnTo>
                <a:lnTo>
                  <a:pt x="3737432" y="123141"/>
                </a:lnTo>
                <a:lnTo>
                  <a:pt x="3736775" y="122971"/>
                </a:lnTo>
                <a:lnTo>
                  <a:pt x="3736125" y="122787"/>
                </a:lnTo>
                <a:lnTo>
                  <a:pt x="3735483" y="122590"/>
                </a:lnTo>
                <a:lnTo>
                  <a:pt x="3734849" y="122379"/>
                </a:lnTo>
                <a:lnTo>
                  <a:pt x="3734223" y="122155"/>
                </a:lnTo>
                <a:lnTo>
                  <a:pt x="3733604" y="121917"/>
                </a:lnTo>
                <a:lnTo>
                  <a:pt x="3732993" y="121665"/>
                </a:lnTo>
                <a:lnTo>
                  <a:pt x="3732390" y="121400"/>
                </a:lnTo>
                <a:lnTo>
                  <a:pt x="3731794" y="121121"/>
                </a:lnTo>
                <a:lnTo>
                  <a:pt x="3731206" y="120828"/>
                </a:lnTo>
                <a:lnTo>
                  <a:pt x="3730626" y="120522"/>
                </a:lnTo>
                <a:lnTo>
                  <a:pt x="3730053" y="120203"/>
                </a:lnTo>
                <a:lnTo>
                  <a:pt x="3729490" y="119864"/>
                </a:lnTo>
                <a:lnTo>
                  <a:pt x="3728936" y="119514"/>
                </a:lnTo>
                <a:lnTo>
                  <a:pt x="3728393" y="119151"/>
                </a:lnTo>
                <a:lnTo>
                  <a:pt x="3727861" y="118775"/>
                </a:lnTo>
                <a:lnTo>
                  <a:pt x="3727338" y="118387"/>
                </a:lnTo>
                <a:lnTo>
                  <a:pt x="3726826" y="117987"/>
                </a:lnTo>
                <a:lnTo>
                  <a:pt x="3726325" y="117574"/>
                </a:lnTo>
                <a:lnTo>
                  <a:pt x="3725833" y="117148"/>
                </a:lnTo>
                <a:lnTo>
                  <a:pt x="3725352" y="116710"/>
                </a:lnTo>
                <a:lnTo>
                  <a:pt x="3724881" y="116259"/>
                </a:lnTo>
                <a:lnTo>
                  <a:pt x="3724421" y="115796"/>
                </a:lnTo>
                <a:lnTo>
                  <a:pt x="3723971" y="115320"/>
                </a:lnTo>
                <a:lnTo>
                  <a:pt x="3723531" y="114832"/>
                </a:lnTo>
                <a:lnTo>
                  <a:pt x="3723101" y="114332"/>
                </a:lnTo>
                <a:lnTo>
                  <a:pt x="3722682" y="113819"/>
                </a:lnTo>
                <a:lnTo>
                  <a:pt x="3722273" y="113293"/>
                </a:lnTo>
                <a:lnTo>
                  <a:pt x="3721874" y="112755"/>
                </a:lnTo>
                <a:lnTo>
                  <a:pt x="3721486" y="112204"/>
                </a:lnTo>
                <a:lnTo>
                  <a:pt x="3721108" y="111641"/>
                </a:lnTo>
                <a:lnTo>
                  <a:pt x="3720740" y="111065"/>
                </a:lnTo>
                <a:lnTo>
                  <a:pt x="3720383" y="110477"/>
                </a:lnTo>
                <a:lnTo>
                  <a:pt x="3720036" y="109876"/>
                </a:lnTo>
                <a:lnTo>
                  <a:pt x="3719699" y="109263"/>
                </a:lnTo>
                <a:lnTo>
                  <a:pt x="3719373" y="108637"/>
                </a:lnTo>
                <a:lnTo>
                  <a:pt x="3719063" y="107994"/>
                </a:lnTo>
                <a:lnTo>
                  <a:pt x="3718767" y="107340"/>
                </a:lnTo>
                <a:lnTo>
                  <a:pt x="3718484" y="106673"/>
                </a:lnTo>
                <a:lnTo>
                  <a:pt x="3718214" y="105995"/>
                </a:lnTo>
                <a:lnTo>
                  <a:pt x="3717958" y="105306"/>
                </a:lnTo>
                <a:lnTo>
                  <a:pt x="3717714" y="104604"/>
                </a:lnTo>
                <a:lnTo>
                  <a:pt x="3717484" y="103892"/>
                </a:lnTo>
                <a:lnTo>
                  <a:pt x="3717266" y="103167"/>
                </a:lnTo>
                <a:lnTo>
                  <a:pt x="3717062" y="102431"/>
                </a:lnTo>
                <a:lnTo>
                  <a:pt x="3716871" y="101683"/>
                </a:lnTo>
                <a:lnTo>
                  <a:pt x="3716694" y="100924"/>
                </a:lnTo>
                <a:lnTo>
                  <a:pt x="3716529" y="100153"/>
                </a:lnTo>
                <a:lnTo>
                  <a:pt x="3716378" y="99370"/>
                </a:lnTo>
                <a:lnTo>
                  <a:pt x="3716239" y="98576"/>
                </a:lnTo>
                <a:lnTo>
                  <a:pt x="3716114" y="97770"/>
                </a:lnTo>
                <a:lnTo>
                  <a:pt x="3716002" y="96953"/>
                </a:lnTo>
                <a:lnTo>
                  <a:pt x="3715904" y="96124"/>
                </a:lnTo>
                <a:lnTo>
                  <a:pt x="3715818" y="95283"/>
                </a:lnTo>
                <a:lnTo>
                  <a:pt x="3715746" y="94430"/>
                </a:lnTo>
                <a:lnTo>
                  <a:pt x="3715686" y="93566"/>
                </a:lnTo>
                <a:lnTo>
                  <a:pt x="3715640" y="92691"/>
                </a:lnTo>
                <a:lnTo>
                  <a:pt x="3715615" y="92016"/>
                </a:lnTo>
                <a:lnTo>
                  <a:pt x="3786110" y="92016"/>
                </a:lnTo>
                <a:lnTo>
                  <a:pt x="3786110" y="85696"/>
                </a:lnTo>
                <a:lnTo>
                  <a:pt x="3786104" y="84572"/>
                </a:lnTo>
                <a:lnTo>
                  <a:pt x="3786085" y="83462"/>
                </a:lnTo>
                <a:lnTo>
                  <a:pt x="3786054" y="82367"/>
                </a:lnTo>
                <a:lnTo>
                  <a:pt x="3786010" y="81287"/>
                </a:lnTo>
                <a:close/>
                <a:moveTo>
                  <a:pt x="3715877" y="76803"/>
                </a:moveTo>
                <a:lnTo>
                  <a:pt x="3715967" y="76161"/>
                </a:lnTo>
                <a:lnTo>
                  <a:pt x="3716070" y="75522"/>
                </a:lnTo>
                <a:lnTo>
                  <a:pt x="3716184" y="74886"/>
                </a:lnTo>
                <a:lnTo>
                  <a:pt x="3716311" y="74254"/>
                </a:lnTo>
                <a:lnTo>
                  <a:pt x="3716450" y="73626"/>
                </a:lnTo>
                <a:lnTo>
                  <a:pt x="3716601" y="73001"/>
                </a:lnTo>
                <a:lnTo>
                  <a:pt x="3716764" y="72379"/>
                </a:lnTo>
                <a:lnTo>
                  <a:pt x="3716939" y="71761"/>
                </a:lnTo>
                <a:lnTo>
                  <a:pt x="3717126" y="71147"/>
                </a:lnTo>
                <a:lnTo>
                  <a:pt x="3717325" y="70536"/>
                </a:lnTo>
                <a:lnTo>
                  <a:pt x="3717536" y="69929"/>
                </a:lnTo>
                <a:lnTo>
                  <a:pt x="3717759" y="69325"/>
                </a:lnTo>
                <a:lnTo>
                  <a:pt x="3717995" y="68724"/>
                </a:lnTo>
                <a:lnTo>
                  <a:pt x="3718242" y="68127"/>
                </a:lnTo>
                <a:lnTo>
                  <a:pt x="3718502" y="67534"/>
                </a:lnTo>
                <a:lnTo>
                  <a:pt x="3718773" y="66944"/>
                </a:lnTo>
                <a:lnTo>
                  <a:pt x="3719057" y="66358"/>
                </a:lnTo>
                <a:lnTo>
                  <a:pt x="3719352" y="65778"/>
                </a:lnTo>
                <a:lnTo>
                  <a:pt x="3719657" y="65207"/>
                </a:lnTo>
                <a:lnTo>
                  <a:pt x="3719972" y="64646"/>
                </a:lnTo>
                <a:lnTo>
                  <a:pt x="3720298" y="64093"/>
                </a:lnTo>
                <a:lnTo>
                  <a:pt x="3720634" y="63550"/>
                </a:lnTo>
                <a:lnTo>
                  <a:pt x="3720980" y="63016"/>
                </a:lnTo>
                <a:lnTo>
                  <a:pt x="3721337" y="62492"/>
                </a:lnTo>
                <a:lnTo>
                  <a:pt x="3721704" y="61976"/>
                </a:lnTo>
                <a:lnTo>
                  <a:pt x="3722081" y="61470"/>
                </a:lnTo>
                <a:lnTo>
                  <a:pt x="3722469" y="60973"/>
                </a:lnTo>
                <a:lnTo>
                  <a:pt x="3722867" y="60485"/>
                </a:lnTo>
                <a:lnTo>
                  <a:pt x="3723275" y="60006"/>
                </a:lnTo>
                <a:lnTo>
                  <a:pt x="3723694" y="59537"/>
                </a:lnTo>
                <a:lnTo>
                  <a:pt x="3724123" y="59077"/>
                </a:lnTo>
                <a:lnTo>
                  <a:pt x="3724562" y="58626"/>
                </a:lnTo>
                <a:lnTo>
                  <a:pt x="3725012" y="58184"/>
                </a:lnTo>
                <a:lnTo>
                  <a:pt x="3725471" y="57752"/>
                </a:lnTo>
                <a:lnTo>
                  <a:pt x="3725942" y="57328"/>
                </a:lnTo>
                <a:lnTo>
                  <a:pt x="3726422" y="56914"/>
                </a:lnTo>
                <a:lnTo>
                  <a:pt x="3726913" y="56510"/>
                </a:lnTo>
                <a:lnTo>
                  <a:pt x="3727414" y="56114"/>
                </a:lnTo>
                <a:lnTo>
                  <a:pt x="3727925" y="55727"/>
                </a:lnTo>
                <a:lnTo>
                  <a:pt x="3728447" y="55350"/>
                </a:lnTo>
                <a:lnTo>
                  <a:pt x="3728979" y="54982"/>
                </a:lnTo>
                <a:lnTo>
                  <a:pt x="3729526" y="54621"/>
                </a:lnTo>
                <a:lnTo>
                  <a:pt x="3730081" y="54276"/>
                </a:lnTo>
                <a:lnTo>
                  <a:pt x="3730644" y="53945"/>
                </a:lnTo>
                <a:lnTo>
                  <a:pt x="3731216" y="53630"/>
                </a:lnTo>
                <a:lnTo>
                  <a:pt x="3731796" y="53331"/>
                </a:lnTo>
                <a:lnTo>
                  <a:pt x="3732384" y="53047"/>
                </a:lnTo>
                <a:lnTo>
                  <a:pt x="3732980" y="52778"/>
                </a:lnTo>
                <a:lnTo>
                  <a:pt x="3733585" y="52525"/>
                </a:lnTo>
                <a:lnTo>
                  <a:pt x="3734199" y="52286"/>
                </a:lnTo>
                <a:lnTo>
                  <a:pt x="3734820" y="52064"/>
                </a:lnTo>
                <a:lnTo>
                  <a:pt x="3735450" y="51856"/>
                </a:lnTo>
                <a:lnTo>
                  <a:pt x="3736089" y="51664"/>
                </a:lnTo>
                <a:lnTo>
                  <a:pt x="3736735" y="51488"/>
                </a:lnTo>
                <a:lnTo>
                  <a:pt x="3737390" y="51326"/>
                </a:lnTo>
                <a:lnTo>
                  <a:pt x="3738054" y="51180"/>
                </a:lnTo>
                <a:lnTo>
                  <a:pt x="3738725" y="51050"/>
                </a:lnTo>
                <a:lnTo>
                  <a:pt x="3739406" y="50935"/>
                </a:lnTo>
                <a:lnTo>
                  <a:pt x="3740094" y="50835"/>
                </a:lnTo>
                <a:lnTo>
                  <a:pt x="3740791" y="50750"/>
                </a:lnTo>
                <a:lnTo>
                  <a:pt x="3741496" y="50681"/>
                </a:lnTo>
                <a:lnTo>
                  <a:pt x="3742209" y="50627"/>
                </a:lnTo>
                <a:lnTo>
                  <a:pt x="3742931" y="50589"/>
                </a:lnTo>
                <a:lnTo>
                  <a:pt x="3743661" y="50566"/>
                </a:lnTo>
                <a:lnTo>
                  <a:pt x="3744399" y="50558"/>
                </a:lnTo>
                <a:lnTo>
                  <a:pt x="3745070" y="50565"/>
                </a:lnTo>
                <a:lnTo>
                  <a:pt x="3745733" y="50584"/>
                </a:lnTo>
                <a:lnTo>
                  <a:pt x="3746388" y="50617"/>
                </a:lnTo>
                <a:lnTo>
                  <a:pt x="3747036" y="50662"/>
                </a:lnTo>
                <a:lnTo>
                  <a:pt x="3747677" y="50720"/>
                </a:lnTo>
                <a:lnTo>
                  <a:pt x="3748310" y="50791"/>
                </a:lnTo>
                <a:lnTo>
                  <a:pt x="3748935" y="50876"/>
                </a:lnTo>
                <a:lnTo>
                  <a:pt x="3749553" y="50973"/>
                </a:lnTo>
                <a:lnTo>
                  <a:pt x="3750164" y="51083"/>
                </a:lnTo>
                <a:lnTo>
                  <a:pt x="3750767" y="51206"/>
                </a:lnTo>
                <a:lnTo>
                  <a:pt x="3751363" y="51342"/>
                </a:lnTo>
                <a:lnTo>
                  <a:pt x="3751951" y="51491"/>
                </a:lnTo>
                <a:lnTo>
                  <a:pt x="3752532" y="51652"/>
                </a:lnTo>
                <a:lnTo>
                  <a:pt x="3753106" y="51827"/>
                </a:lnTo>
                <a:lnTo>
                  <a:pt x="3753672" y="52015"/>
                </a:lnTo>
                <a:lnTo>
                  <a:pt x="3754230" y="52216"/>
                </a:lnTo>
                <a:lnTo>
                  <a:pt x="3754781" y="52429"/>
                </a:lnTo>
                <a:lnTo>
                  <a:pt x="3755325" y="52656"/>
                </a:lnTo>
                <a:lnTo>
                  <a:pt x="3755861" y="52895"/>
                </a:lnTo>
                <a:lnTo>
                  <a:pt x="3756389" y="53148"/>
                </a:lnTo>
                <a:lnTo>
                  <a:pt x="3756910" y="53413"/>
                </a:lnTo>
                <a:lnTo>
                  <a:pt x="3757424" y="53691"/>
                </a:lnTo>
                <a:lnTo>
                  <a:pt x="3757930" y="53983"/>
                </a:lnTo>
                <a:lnTo>
                  <a:pt x="3758429" y="54287"/>
                </a:lnTo>
                <a:lnTo>
                  <a:pt x="3758925" y="54602"/>
                </a:lnTo>
                <a:lnTo>
                  <a:pt x="3759411" y="54927"/>
                </a:lnTo>
                <a:lnTo>
                  <a:pt x="3759887" y="55262"/>
                </a:lnTo>
                <a:lnTo>
                  <a:pt x="3760353" y="55605"/>
                </a:lnTo>
                <a:lnTo>
                  <a:pt x="3760810" y="55959"/>
                </a:lnTo>
                <a:lnTo>
                  <a:pt x="3761257" y="56321"/>
                </a:lnTo>
                <a:lnTo>
                  <a:pt x="3761695" y="56693"/>
                </a:lnTo>
                <a:lnTo>
                  <a:pt x="3762123" y="57075"/>
                </a:lnTo>
                <a:lnTo>
                  <a:pt x="3762541" y="57466"/>
                </a:lnTo>
                <a:lnTo>
                  <a:pt x="3762950" y="57866"/>
                </a:lnTo>
                <a:lnTo>
                  <a:pt x="3763349" y="58276"/>
                </a:lnTo>
                <a:lnTo>
                  <a:pt x="3763738" y="58695"/>
                </a:lnTo>
                <a:lnTo>
                  <a:pt x="3764118" y="59124"/>
                </a:lnTo>
                <a:lnTo>
                  <a:pt x="3764487" y="59562"/>
                </a:lnTo>
                <a:lnTo>
                  <a:pt x="3764848" y="60009"/>
                </a:lnTo>
                <a:lnTo>
                  <a:pt x="3765198" y="60466"/>
                </a:lnTo>
                <a:lnTo>
                  <a:pt x="3765539" y="60933"/>
                </a:lnTo>
                <a:lnTo>
                  <a:pt x="3765871" y="61409"/>
                </a:lnTo>
                <a:lnTo>
                  <a:pt x="3766193" y="61894"/>
                </a:lnTo>
                <a:lnTo>
                  <a:pt x="3766505" y="62389"/>
                </a:lnTo>
                <a:lnTo>
                  <a:pt x="3766807" y="62893"/>
                </a:lnTo>
                <a:lnTo>
                  <a:pt x="3767100" y="63406"/>
                </a:lnTo>
                <a:lnTo>
                  <a:pt x="3767383" y="63929"/>
                </a:lnTo>
                <a:lnTo>
                  <a:pt x="3767656" y="64462"/>
                </a:lnTo>
                <a:lnTo>
                  <a:pt x="3767924" y="65002"/>
                </a:lnTo>
                <a:lnTo>
                  <a:pt x="3768181" y="65549"/>
                </a:lnTo>
                <a:lnTo>
                  <a:pt x="3768426" y="66101"/>
                </a:lnTo>
                <a:lnTo>
                  <a:pt x="3768660" y="66660"/>
                </a:lnTo>
                <a:lnTo>
                  <a:pt x="3768883" y="67225"/>
                </a:lnTo>
                <a:lnTo>
                  <a:pt x="3769094" y="67796"/>
                </a:lnTo>
                <a:lnTo>
                  <a:pt x="3769293" y="68373"/>
                </a:lnTo>
                <a:lnTo>
                  <a:pt x="3769482" y="68956"/>
                </a:lnTo>
                <a:lnTo>
                  <a:pt x="3769659" y="69545"/>
                </a:lnTo>
                <a:lnTo>
                  <a:pt x="3769824" y="70141"/>
                </a:lnTo>
                <a:lnTo>
                  <a:pt x="3769978" y="70743"/>
                </a:lnTo>
                <a:lnTo>
                  <a:pt x="3770121" y="71350"/>
                </a:lnTo>
                <a:lnTo>
                  <a:pt x="3770252" y="71964"/>
                </a:lnTo>
                <a:lnTo>
                  <a:pt x="3770372" y="72585"/>
                </a:lnTo>
                <a:lnTo>
                  <a:pt x="3770480" y="73211"/>
                </a:lnTo>
                <a:lnTo>
                  <a:pt x="3770577" y="73843"/>
                </a:lnTo>
                <a:lnTo>
                  <a:pt x="3770663" y="74482"/>
                </a:lnTo>
                <a:lnTo>
                  <a:pt x="3770737" y="75127"/>
                </a:lnTo>
                <a:lnTo>
                  <a:pt x="3770800" y="75777"/>
                </a:lnTo>
                <a:lnTo>
                  <a:pt x="3770851" y="76434"/>
                </a:lnTo>
                <a:lnTo>
                  <a:pt x="3770891" y="77098"/>
                </a:lnTo>
                <a:lnTo>
                  <a:pt x="3770919" y="77767"/>
                </a:lnTo>
                <a:lnTo>
                  <a:pt x="3770937" y="78442"/>
                </a:lnTo>
                <a:lnTo>
                  <a:pt x="3770942" y="79124"/>
                </a:lnTo>
                <a:lnTo>
                  <a:pt x="3715654" y="79124"/>
                </a:lnTo>
                <a:lnTo>
                  <a:pt x="3715678" y="78752"/>
                </a:lnTo>
                <a:lnTo>
                  <a:pt x="3715732" y="78099"/>
                </a:lnTo>
                <a:lnTo>
                  <a:pt x="3715798" y="77449"/>
                </a:lnTo>
                <a:lnTo>
                  <a:pt x="3715877" y="76803"/>
                </a:lnTo>
                <a:close/>
                <a:moveTo>
                  <a:pt x="3875519" y="55235"/>
                </a:moveTo>
                <a:lnTo>
                  <a:pt x="3875121" y="54463"/>
                </a:lnTo>
                <a:lnTo>
                  <a:pt x="3874706" y="53704"/>
                </a:lnTo>
                <a:lnTo>
                  <a:pt x="3874275" y="52960"/>
                </a:lnTo>
                <a:lnTo>
                  <a:pt x="3873827" y="52230"/>
                </a:lnTo>
                <a:lnTo>
                  <a:pt x="3873362" y="51513"/>
                </a:lnTo>
                <a:lnTo>
                  <a:pt x="3872881" y="50811"/>
                </a:lnTo>
                <a:lnTo>
                  <a:pt x="3872383" y="50123"/>
                </a:lnTo>
                <a:lnTo>
                  <a:pt x="3871868" y="49449"/>
                </a:lnTo>
                <a:lnTo>
                  <a:pt x="3871336" y="48789"/>
                </a:lnTo>
                <a:lnTo>
                  <a:pt x="3870788" y="48143"/>
                </a:lnTo>
                <a:lnTo>
                  <a:pt x="3870223" y="47511"/>
                </a:lnTo>
                <a:lnTo>
                  <a:pt x="3869642" y="46893"/>
                </a:lnTo>
                <a:lnTo>
                  <a:pt x="3869044" y="46289"/>
                </a:lnTo>
                <a:lnTo>
                  <a:pt x="3868429" y="45699"/>
                </a:lnTo>
                <a:lnTo>
                  <a:pt x="3867797" y="45123"/>
                </a:lnTo>
                <a:lnTo>
                  <a:pt x="3867149" y="44562"/>
                </a:lnTo>
                <a:lnTo>
                  <a:pt x="3866484" y="44014"/>
                </a:lnTo>
                <a:lnTo>
                  <a:pt x="3865802" y="43480"/>
                </a:lnTo>
                <a:lnTo>
                  <a:pt x="3865107" y="42965"/>
                </a:lnTo>
                <a:lnTo>
                  <a:pt x="3864390" y="42471"/>
                </a:lnTo>
                <a:lnTo>
                  <a:pt x="3863652" y="41999"/>
                </a:lnTo>
                <a:lnTo>
                  <a:pt x="3862892" y="41549"/>
                </a:lnTo>
                <a:lnTo>
                  <a:pt x="3862111" y="41121"/>
                </a:lnTo>
                <a:lnTo>
                  <a:pt x="3861308" y="40715"/>
                </a:lnTo>
                <a:lnTo>
                  <a:pt x="3860483" y="40331"/>
                </a:lnTo>
                <a:lnTo>
                  <a:pt x="3859637" y="39969"/>
                </a:lnTo>
                <a:lnTo>
                  <a:pt x="3858770" y="39629"/>
                </a:lnTo>
                <a:lnTo>
                  <a:pt x="3857881" y="39311"/>
                </a:lnTo>
                <a:lnTo>
                  <a:pt x="3856971" y="39015"/>
                </a:lnTo>
                <a:lnTo>
                  <a:pt x="3856039" y="38740"/>
                </a:lnTo>
                <a:lnTo>
                  <a:pt x="3855085" y="38488"/>
                </a:lnTo>
                <a:lnTo>
                  <a:pt x="3854110" y="38258"/>
                </a:lnTo>
                <a:lnTo>
                  <a:pt x="3853114" y="38049"/>
                </a:lnTo>
                <a:lnTo>
                  <a:pt x="3852096" y="37863"/>
                </a:lnTo>
                <a:lnTo>
                  <a:pt x="3851056" y="37698"/>
                </a:lnTo>
                <a:lnTo>
                  <a:pt x="3849995" y="37555"/>
                </a:lnTo>
                <a:lnTo>
                  <a:pt x="3848913" y="37435"/>
                </a:lnTo>
                <a:lnTo>
                  <a:pt x="3847809" y="37336"/>
                </a:lnTo>
                <a:lnTo>
                  <a:pt x="3846683" y="37259"/>
                </a:lnTo>
                <a:lnTo>
                  <a:pt x="3845536" y="37204"/>
                </a:lnTo>
                <a:lnTo>
                  <a:pt x="3844368" y="37171"/>
                </a:lnTo>
                <a:lnTo>
                  <a:pt x="3843178" y="37160"/>
                </a:lnTo>
                <a:lnTo>
                  <a:pt x="3842328" y="37167"/>
                </a:lnTo>
                <a:lnTo>
                  <a:pt x="3841486" y="37185"/>
                </a:lnTo>
                <a:lnTo>
                  <a:pt x="3840652" y="37217"/>
                </a:lnTo>
                <a:lnTo>
                  <a:pt x="3839825" y="37260"/>
                </a:lnTo>
                <a:lnTo>
                  <a:pt x="3839005" y="37317"/>
                </a:lnTo>
                <a:lnTo>
                  <a:pt x="3838193" y="37386"/>
                </a:lnTo>
                <a:lnTo>
                  <a:pt x="3837388" y="37467"/>
                </a:lnTo>
                <a:lnTo>
                  <a:pt x="3836591" y="37561"/>
                </a:lnTo>
                <a:lnTo>
                  <a:pt x="3835801" y="37667"/>
                </a:lnTo>
                <a:lnTo>
                  <a:pt x="3835019" y="37786"/>
                </a:lnTo>
                <a:lnTo>
                  <a:pt x="3834244" y="37917"/>
                </a:lnTo>
                <a:lnTo>
                  <a:pt x="3833477" y="38061"/>
                </a:lnTo>
                <a:lnTo>
                  <a:pt x="3832717" y="38217"/>
                </a:lnTo>
                <a:lnTo>
                  <a:pt x="3831964" y="38386"/>
                </a:lnTo>
                <a:lnTo>
                  <a:pt x="3831219" y="38568"/>
                </a:lnTo>
                <a:lnTo>
                  <a:pt x="3830482" y="38761"/>
                </a:lnTo>
                <a:lnTo>
                  <a:pt x="3829752" y="38968"/>
                </a:lnTo>
                <a:lnTo>
                  <a:pt x="3829029" y="39187"/>
                </a:lnTo>
                <a:lnTo>
                  <a:pt x="3828314" y="39418"/>
                </a:lnTo>
                <a:lnTo>
                  <a:pt x="3827606" y="39662"/>
                </a:lnTo>
                <a:lnTo>
                  <a:pt x="3826906" y="39918"/>
                </a:lnTo>
                <a:lnTo>
                  <a:pt x="3826213" y="40187"/>
                </a:lnTo>
                <a:lnTo>
                  <a:pt x="3825528" y="40469"/>
                </a:lnTo>
                <a:lnTo>
                  <a:pt x="3824850" y="40763"/>
                </a:lnTo>
                <a:lnTo>
                  <a:pt x="3824187" y="41068"/>
                </a:lnTo>
                <a:lnTo>
                  <a:pt x="3823536" y="41382"/>
                </a:lnTo>
                <a:lnTo>
                  <a:pt x="3822896" y="41706"/>
                </a:lnTo>
                <a:lnTo>
                  <a:pt x="3822268" y="42039"/>
                </a:lnTo>
                <a:lnTo>
                  <a:pt x="3821651" y="42382"/>
                </a:lnTo>
                <a:lnTo>
                  <a:pt x="3821047" y="42734"/>
                </a:lnTo>
                <a:lnTo>
                  <a:pt x="3820453" y="43095"/>
                </a:lnTo>
                <a:lnTo>
                  <a:pt x="3819872" y="43466"/>
                </a:lnTo>
                <a:lnTo>
                  <a:pt x="3819302" y="43847"/>
                </a:lnTo>
                <a:lnTo>
                  <a:pt x="3818743" y="44236"/>
                </a:lnTo>
                <a:lnTo>
                  <a:pt x="3818197" y="44636"/>
                </a:lnTo>
                <a:lnTo>
                  <a:pt x="3817662" y="45044"/>
                </a:lnTo>
                <a:lnTo>
                  <a:pt x="3817138" y="45462"/>
                </a:lnTo>
                <a:lnTo>
                  <a:pt x="3816626" y="45890"/>
                </a:lnTo>
                <a:lnTo>
                  <a:pt x="3816126" y="46327"/>
                </a:lnTo>
                <a:lnTo>
                  <a:pt x="3815637" y="46774"/>
                </a:lnTo>
                <a:lnTo>
                  <a:pt x="3815161" y="47229"/>
                </a:lnTo>
                <a:lnTo>
                  <a:pt x="3814695" y="47695"/>
                </a:lnTo>
                <a:lnTo>
                  <a:pt x="3814242" y="48169"/>
                </a:lnTo>
                <a:lnTo>
                  <a:pt x="3813800" y="48654"/>
                </a:lnTo>
                <a:lnTo>
                  <a:pt x="3813369" y="49147"/>
                </a:lnTo>
                <a:lnTo>
                  <a:pt x="3812950" y="49650"/>
                </a:lnTo>
                <a:lnTo>
                  <a:pt x="3812543" y="50163"/>
                </a:lnTo>
                <a:lnTo>
                  <a:pt x="3812148" y="50685"/>
                </a:lnTo>
                <a:lnTo>
                  <a:pt x="3811771" y="51215"/>
                </a:lnTo>
                <a:lnTo>
                  <a:pt x="3811411" y="51751"/>
                </a:lnTo>
                <a:lnTo>
                  <a:pt x="3811066" y="52294"/>
                </a:lnTo>
                <a:lnTo>
                  <a:pt x="3810738" y="52844"/>
                </a:lnTo>
                <a:lnTo>
                  <a:pt x="3810426" y="53400"/>
                </a:lnTo>
                <a:lnTo>
                  <a:pt x="3810129" y="53963"/>
                </a:lnTo>
                <a:lnTo>
                  <a:pt x="3809849" y="54533"/>
                </a:lnTo>
                <a:lnTo>
                  <a:pt x="3809585" y="55109"/>
                </a:lnTo>
                <a:lnTo>
                  <a:pt x="3809336" y="55691"/>
                </a:lnTo>
                <a:lnTo>
                  <a:pt x="3809104" y="56280"/>
                </a:lnTo>
                <a:lnTo>
                  <a:pt x="3808888" y="56876"/>
                </a:lnTo>
                <a:lnTo>
                  <a:pt x="3808688" y="57479"/>
                </a:lnTo>
                <a:lnTo>
                  <a:pt x="3808503" y="58087"/>
                </a:lnTo>
                <a:lnTo>
                  <a:pt x="3808335" y="58703"/>
                </a:lnTo>
                <a:lnTo>
                  <a:pt x="3808183" y="59325"/>
                </a:lnTo>
                <a:lnTo>
                  <a:pt x="3808047" y="59954"/>
                </a:lnTo>
                <a:lnTo>
                  <a:pt x="3807927" y="60589"/>
                </a:lnTo>
                <a:lnTo>
                  <a:pt x="3807823" y="61231"/>
                </a:lnTo>
                <a:lnTo>
                  <a:pt x="3807735" y="61879"/>
                </a:lnTo>
                <a:lnTo>
                  <a:pt x="3807662" y="62534"/>
                </a:lnTo>
                <a:lnTo>
                  <a:pt x="3807606" y="63196"/>
                </a:lnTo>
                <a:lnTo>
                  <a:pt x="3807566" y="63864"/>
                </a:lnTo>
                <a:lnTo>
                  <a:pt x="3807542" y="64539"/>
                </a:lnTo>
                <a:lnTo>
                  <a:pt x="3807534" y="65220"/>
                </a:lnTo>
                <a:lnTo>
                  <a:pt x="3807545" y="66052"/>
                </a:lnTo>
                <a:lnTo>
                  <a:pt x="3807577" y="66872"/>
                </a:lnTo>
                <a:lnTo>
                  <a:pt x="3807631" y="67680"/>
                </a:lnTo>
                <a:lnTo>
                  <a:pt x="3807706" y="68477"/>
                </a:lnTo>
                <a:lnTo>
                  <a:pt x="3807803" y="69262"/>
                </a:lnTo>
                <a:lnTo>
                  <a:pt x="3807921" y="70035"/>
                </a:lnTo>
                <a:lnTo>
                  <a:pt x="3808061" y="70797"/>
                </a:lnTo>
                <a:lnTo>
                  <a:pt x="3808222" y="71547"/>
                </a:lnTo>
                <a:lnTo>
                  <a:pt x="3808405" y="72286"/>
                </a:lnTo>
                <a:lnTo>
                  <a:pt x="3808609" y="73012"/>
                </a:lnTo>
                <a:lnTo>
                  <a:pt x="3808835" y="73728"/>
                </a:lnTo>
                <a:lnTo>
                  <a:pt x="3809083" y="74431"/>
                </a:lnTo>
                <a:lnTo>
                  <a:pt x="3809351" y="75123"/>
                </a:lnTo>
                <a:lnTo>
                  <a:pt x="3809642" y="75804"/>
                </a:lnTo>
                <a:lnTo>
                  <a:pt x="3809953" y="76472"/>
                </a:lnTo>
                <a:lnTo>
                  <a:pt x="3810287" y="77130"/>
                </a:lnTo>
                <a:lnTo>
                  <a:pt x="3810642" y="77775"/>
                </a:lnTo>
                <a:lnTo>
                  <a:pt x="3811018" y="78409"/>
                </a:lnTo>
                <a:lnTo>
                  <a:pt x="3811416" y="79031"/>
                </a:lnTo>
                <a:lnTo>
                  <a:pt x="3811835" y="79642"/>
                </a:lnTo>
                <a:lnTo>
                  <a:pt x="3812276" y="80241"/>
                </a:lnTo>
                <a:lnTo>
                  <a:pt x="3812738" y="80828"/>
                </a:lnTo>
                <a:lnTo>
                  <a:pt x="3813222" y="81404"/>
                </a:lnTo>
                <a:lnTo>
                  <a:pt x="3813727" y="81968"/>
                </a:lnTo>
                <a:lnTo>
                  <a:pt x="3814261" y="82515"/>
                </a:lnTo>
                <a:lnTo>
                  <a:pt x="3814819" y="83050"/>
                </a:lnTo>
                <a:lnTo>
                  <a:pt x="3815402" y="83572"/>
                </a:lnTo>
                <a:lnTo>
                  <a:pt x="3816010" y="84083"/>
                </a:lnTo>
                <a:lnTo>
                  <a:pt x="3816642" y="84582"/>
                </a:lnTo>
                <a:lnTo>
                  <a:pt x="3817298" y="85068"/>
                </a:lnTo>
                <a:lnTo>
                  <a:pt x="3817979" y="85543"/>
                </a:lnTo>
                <a:lnTo>
                  <a:pt x="3818685" y="86005"/>
                </a:lnTo>
                <a:lnTo>
                  <a:pt x="3819415" y="86456"/>
                </a:lnTo>
                <a:lnTo>
                  <a:pt x="3820170" y="86894"/>
                </a:lnTo>
                <a:lnTo>
                  <a:pt x="3820950" y="87320"/>
                </a:lnTo>
                <a:lnTo>
                  <a:pt x="3821754" y="87735"/>
                </a:lnTo>
                <a:lnTo>
                  <a:pt x="3822582" y="88137"/>
                </a:lnTo>
                <a:lnTo>
                  <a:pt x="3823435" y="88527"/>
                </a:lnTo>
                <a:lnTo>
                  <a:pt x="3824313" y="88905"/>
                </a:lnTo>
                <a:lnTo>
                  <a:pt x="3825215" y="89271"/>
                </a:lnTo>
                <a:lnTo>
                  <a:pt x="3826142" y="89624"/>
                </a:lnTo>
                <a:lnTo>
                  <a:pt x="3827094" y="89966"/>
                </a:lnTo>
                <a:lnTo>
                  <a:pt x="3828070" y="90296"/>
                </a:lnTo>
                <a:lnTo>
                  <a:pt x="3829070" y="90614"/>
                </a:lnTo>
                <a:lnTo>
                  <a:pt x="3830096" y="90919"/>
                </a:lnTo>
                <a:lnTo>
                  <a:pt x="3831145" y="91213"/>
                </a:lnTo>
                <a:lnTo>
                  <a:pt x="3832220" y="91494"/>
                </a:lnTo>
                <a:lnTo>
                  <a:pt x="3833319" y="91763"/>
                </a:lnTo>
                <a:lnTo>
                  <a:pt x="3849497" y="95555"/>
                </a:lnTo>
                <a:lnTo>
                  <a:pt x="3850102" y="95701"/>
                </a:lnTo>
                <a:lnTo>
                  <a:pt x="3850693" y="95852"/>
                </a:lnTo>
                <a:lnTo>
                  <a:pt x="3851271" y="96010"/>
                </a:lnTo>
                <a:lnTo>
                  <a:pt x="3851836" y="96173"/>
                </a:lnTo>
                <a:lnTo>
                  <a:pt x="3852387" y="96343"/>
                </a:lnTo>
                <a:lnTo>
                  <a:pt x="3852926" y="96519"/>
                </a:lnTo>
                <a:lnTo>
                  <a:pt x="3853451" y="96701"/>
                </a:lnTo>
                <a:lnTo>
                  <a:pt x="3853963" y="96889"/>
                </a:lnTo>
                <a:lnTo>
                  <a:pt x="3854462" y="97084"/>
                </a:lnTo>
                <a:lnTo>
                  <a:pt x="3854948" y="97284"/>
                </a:lnTo>
                <a:lnTo>
                  <a:pt x="3855421" y="97491"/>
                </a:lnTo>
                <a:lnTo>
                  <a:pt x="3855880" y="97704"/>
                </a:lnTo>
                <a:lnTo>
                  <a:pt x="3856327" y="97923"/>
                </a:lnTo>
                <a:lnTo>
                  <a:pt x="3856760" y="98148"/>
                </a:lnTo>
                <a:lnTo>
                  <a:pt x="3857180" y="98379"/>
                </a:lnTo>
                <a:lnTo>
                  <a:pt x="3857587" y="98617"/>
                </a:lnTo>
                <a:lnTo>
                  <a:pt x="3857981" y="98860"/>
                </a:lnTo>
                <a:lnTo>
                  <a:pt x="3858361" y="99110"/>
                </a:lnTo>
                <a:lnTo>
                  <a:pt x="3858728" y="99366"/>
                </a:lnTo>
                <a:lnTo>
                  <a:pt x="3859083" y="99628"/>
                </a:lnTo>
                <a:lnTo>
                  <a:pt x="3859424" y="99896"/>
                </a:lnTo>
                <a:lnTo>
                  <a:pt x="3859752" y="100171"/>
                </a:lnTo>
                <a:lnTo>
                  <a:pt x="3860066" y="100451"/>
                </a:lnTo>
                <a:lnTo>
                  <a:pt x="3860368" y="100738"/>
                </a:lnTo>
                <a:lnTo>
                  <a:pt x="3860656" y="101025"/>
                </a:lnTo>
                <a:lnTo>
                  <a:pt x="3860933" y="101318"/>
                </a:lnTo>
                <a:lnTo>
                  <a:pt x="3861197" y="101616"/>
                </a:lnTo>
                <a:lnTo>
                  <a:pt x="3861449" y="101921"/>
                </a:lnTo>
                <a:lnTo>
                  <a:pt x="3861689" y="102231"/>
                </a:lnTo>
                <a:lnTo>
                  <a:pt x="3861916" y="102547"/>
                </a:lnTo>
                <a:lnTo>
                  <a:pt x="3862131" y="102868"/>
                </a:lnTo>
                <a:lnTo>
                  <a:pt x="3862334" y="103195"/>
                </a:lnTo>
                <a:lnTo>
                  <a:pt x="3862524" y="103528"/>
                </a:lnTo>
                <a:lnTo>
                  <a:pt x="3862702" y="103867"/>
                </a:lnTo>
                <a:lnTo>
                  <a:pt x="3862868" y="104211"/>
                </a:lnTo>
                <a:lnTo>
                  <a:pt x="3863022" y="104561"/>
                </a:lnTo>
                <a:lnTo>
                  <a:pt x="3863163" y="104917"/>
                </a:lnTo>
                <a:lnTo>
                  <a:pt x="3863292" y="105278"/>
                </a:lnTo>
                <a:lnTo>
                  <a:pt x="3863409" y="105645"/>
                </a:lnTo>
                <a:lnTo>
                  <a:pt x="3863513" y="106018"/>
                </a:lnTo>
                <a:lnTo>
                  <a:pt x="3863606" y="106397"/>
                </a:lnTo>
                <a:lnTo>
                  <a:pt x="3863685" y="106781"/>
                </a:lnTo>
                <a:lnTo>
                  <a:pt x="3863753" y="107171"/>
                </a:lnTo>
                <a:lnTo>
                  <a:pt x="3863808" y="107566"/>
                </a:lnTo>
                <a:lnTo>
                  <a:pt x="3863851" y="107968"/>
                </a:lnTo>
                <a:lnTo>
                  <a:pt x="3863882" y="108375"/>
                </a:lnTo>
                <a:lnTo>
                  <a:pt x="3863900" y="108788"/>
                </a:lnTo>
                <a:lnTo>
                  <a:pt x="3863907" y="109206"/>
                </a:lnTo>
                <a:lnTo>
                  <a:pt x="3863896" y="109724"/>
                </a:lnTo>
                <a:lnTo>
                  <a:pt x="3863864" y="110237"/>
                </a:lnTo>
                <a:lnTo>
                  <a:pt x="3863810" y="110743"/>
                </a:lnTo>
                <a:lnTo>
                  <a:pt x="3863735" y="111242"/>
                </a:lnTo>
                <a:lnTo>
                  <a:pt x="3863638" y="111736"/>
                </a:lnTo>
                <a:lnTo>
                  <a:pt x="3863520" y="112224"/>
                </a:lnTo>
                <a:lnTo>
                  <a:pt x="3863380" y="112705"/>
                </a:lnTo>
                <a:lnTo>
                  <a:pt x="3863218" y="113181"/>
                </a:lnTo>
                <a:lnTo>
                  <a:pt x="3863036" y="113650"/>
                </a:lnTo>
                <a:lnTo>
                  <a:pt x="3862831" y="114113"/>
                </a:lnTo>
                <a:lnTo>
                  <a:pt x="3862606" y="114570"/>
                </a:lnTo>
                <a:lnTo>
                  <a:pt x="3862358" y="115020"/>
                </a:lnTo>
                <a:lnTo>
                  <a:pt x="3862089" y="115465"/>
                </a:lnTo>
                <a:lnTo>
                  <a:pt x="3861799" y="115903"/>
                </a:lnTo>
                <a:lnTo>
                  <a:pt x="3861487" y="116336"/>
                </a:lnTo>
                <a:lnTo>
                  <a:pt x="3861154" y="116762"/>
                </a:lnTo>
                <a:lnTo>
                  <a:pt x="3860799" y="117182"/>
                </a:lnTo>
                <a:lnTo>
                  <a:pt x="3860423" y="117596"/>
                </a:lnTo>
                <a:lnTo>
                  <a:pt x="3860025" y="118003"/>
                </a:lnTo>
                <a:lnTo>
                  <a:pt x="3859606" y="118405"/>
                </a:lnTo>
                <a:lnTo>
                  <a:pt x="3859165" y="118800"/>
                </a:lnTo>
                <a:lnTo>
                  <a:pt x="3858702" y="119190"/>
                </a:lnTo>
                <a:lnTo>
                  <a:pt x="3858219" y="119573"/>
                </a:lnTo>
                <a:lnTo>
                  <a:pt x="3857713" y="119950"/>
                </a:lnTo>
                <a:lnTo>
                  <a:pt x="3857195" y="120311"/>
                </a:lnTo>
                <a:lnTo>
                  <a:pt x="3856662" y="120656"/>
                </a:lnTo>
                <a:lnTo>
                  <a:pt x="3856114" y="120987"/>
                </a:lnTo>
                <a:lnTo>
                  <a:pt x="3855550" y="121301"/>
                </a:lnTo>
                <a:lnTo>
                  <a:pt x="3854972" y="121601"/>
                </a:lnTo>
                <a:lnTo>
                  <a:pt x="3854380" y="121885"/>
                </a:lnTo>
                <a:lnTo>
                  <a:pt x="3853772" y="122154"/>
                </a:lnTo>
                <a:lnTo>
                  <a:pt x="3853149" y="122407"/>
                </a:lnTo>
                <a:lnTo>
                  <a:pt x="3852511" y="122645"/>
                </a:lnTo>
                <a:lnTo>
                  <a:pt x="3851859" y="122868"/>
                </a:lnTo>
                <a:lnTo>
                  <a:pt x="3851191" y="123076"/>
                </a:lnTo>
                <a:lnTo>
                  <a:pt x="3850509" y="123268"/>
                </a:lnTo>
                <a:lnTo>
                  <a:pt x="3849811" y="123444"/>
                </a:lnTo>
                <a:lnTo>
                  <a:pt x="3849099" y="123606"/>
                </a:lnTo>
                <a:lnTo>
                  <a:pt x="3848372" y="123751"/>
                </a:lnTo>
                <a:lnTo>
                  <a:pt x="3847630" y="123882"/>
                </a:lnTo>
                <a:lnTo>
                  <a:pt x="3846873" y="123997"/>
                </a:lnTo>
                <a:lnTo>
                  <a:pt x="3846101" y="124097"/>
                </a:lnTo>
                <a:lnTo>
                  <a:pt x="3845314" y="124182"/>
                </a:lnTo>
                <a:lnTo>
                  <a:pt x="3844512" y="124251"/>
                </a:lnTo>
                <a:lnTo>
                  <a:pt x="3843695" y="124304"/>
                </a:lnTo>
                <a:lnTo>
                  <a:pt x="3842863" y="124343"/>
                </a:lnTo>
                <a:lnTo>
                  <a:pt x="3842017" y="124366"/>
                </a:lnTo>
                <a:lnTo>
                  <a:pt x="3841155" y="124374"/>
                </a:lnTo>
                <a:lnTo>
                  <a:pt x="3840398" y="124367"/>
                </a:lnTo>
                <a:lnTo>
                  <a:pt x="3839652" y="124346"/>
                </a:lnTo>
                <a:lnTo>
                  <a:pt x="3838919" y="124312"/>
                </a:lnTo>
                <a:lnTo>
                  <a:pt x="3838197" y="124265"/>
                </a:lnTo>
                <a:lnTo>
                  <a:pt x="3837488" y="124204"/>
                </a:lnTo>
                <a:lnTo>
                  <a:pt x="3836791" y="124129"/>
                </a:lnTo>
                <a:lnTo>
                  <a:pt x="3836105" y="124040"/>
                </a:lnTo>
                <a:lnTo>
                  <a:pt x="3835432" y="123938"/>
                </a:lnTo>
                <a:lnTo>
                  <a:pt x="3834771" y="123823"/>
                </a:lnTo>
                <a:lnTo>
                  <a:pt x="3834122" y="123693"/>
                </a:lnTo>
                <a:lnTo>
                  <a:pt x="3833485" y="123550"/>
                </a:lnTo>
                <a:lnTo>
                  <a:pt x="3832861" y="123394"/>
                </a:lnTo>
                <a:lnTo>
                  <a:pt x="3832248" y="123224"/>
                </a:lnTo>
                <a:lnTo>
                  <a:pt x="3831647" y="123040"/>
                </a:lnTo>
                <a:lnTo>
                  <a:pt x="3831058" y="122843"/>
                </a:lnTo>
                <a:lnTo>
                  <a:pt x="3830482" y="122632"/>
                </a:lnTo>
                <a:lnTo>
                  <a:pt x="3829917" y="122408"/>
                </a:lnTo>
                <a:lnTo>
                  <a:pt x="3829365" y="122170"/>
                </a:lnTo>
                <a:lnTo>
                  <a:pt x="3828825" y="121918"/>
                </a:lnTo>
                <a:lnTo>
                  <a:pt x="3828296" y="121653"/>
                </a:lnTo>
                <a:lnTo>
                  <a:pt x="3827780" y="121374"/>
                </a:lnTo>
                <a:lnTo>
                  <a:pt x="3827276" y="121081"/>
                </a:lnTo>
                <a:lnTo>
                  <a:pt x="3826784" y="120775"/>
                </a:lnTo>
                <a:lnTo>
                  <a:pt x="3826304" y="120455"/>
                </a:lnTo>
                <a:lnTo>
                  <a:pt x="3825841" y="120122"/>
                </a:lnTo>
                <a:lnTo>
                  <a:pt x="3825391" y="119775"/>
                </a:lnTo>
                <a:lnTo>
                  <a:pt x="3824954" y="119415"/>
                </a:lnTo>
                <a:lnTo>
                  <a:pt x="3824529" y="119040"/>
                </a:lnTo>
                <a:lnTo>
                  <a:pt x="3824117" y="118653"/>
                </a:lnTo>
                <a:lnTo>
                  <a:pt x="3823717" y="118251"/>
                </a:lnTo>
                <a:lnTo>
                  <a:pt x="3823329" y="117836"/>
                </a:lnTo>
                <a:lnTo>
                  <a:pt x="3822954" y="117408"/>
                </a:lnTo>
                <a:lnTo>
                  <a:pt x="3822592" y="116966"/>
                </a:lnTo>
                <a:lnTo>
                  <a:pt x="3822242" y="116510"/>
                </a:lnTo>
                <a:lnTo>
                  <a:pt x="3821905" y="116040"/>
                </a:lnTo>
                <a:lnTo>
                  <a:pt x="3821580" y="115557"/>
                </a:lnTo>
                <a:lnTo>
                  <a:pt x="3821268" y="115061"/>
                </a:lnTo>
                <a:lnTo>
                  <a:pt x="3820968" y="114551"/>
                </a:lnTo>
                <a:lnTo>
                  <a:pt x="3820680" y="114027"/>
                </a:lnTo>
                <a:lnTo>
                  <a:pt x="3820406" y="113489"/>
                </a:lnTo>
                <a:lnTo>
                  <a:pt x="3820143" y="112938"/>
                </a:lnTo>
                <a:lnTo>
                  <a:pt x="3819893" y="112374"/>
                </a:lnTo>
                <a:lnTo>
                  <a:pt x="3819656" y="111796"/>
                </a:lnTo>
                <a:lnTo>
                  <a:pt x="3819431" y="111204"/>
                </a:lnTo>
                <a:lnTo>
                  <a:pt x="3819219" y="110598"/>
                </a:lnTo>
                <a:lnTo>
                  <a:pt x="3819019" y="109979"/>
                </a:lnTo>
                <a:lnTo>
                  <a:pt x="3818832" y="109347"/>
                </a:lnTo>
                <a:lnTo>
                  <a:pt x="3818657" y="108700"/>
                </a:lnTo>
                <a:lnTo>
                  <a:pt x="3804501" y="112240"/>
                </a:lnTo>
                <a:lnTo>
                  <a:pt x="3804729" y="113261"/>
                </a:lnTo>
                <a:lnTo>
                  <a:pt x="3804982" y="114263"/>
                </a:lnTo>
                <a:lnTo>
                  <a:pt x="3805260" y="115243"/>
                </a:lnTo>
                <a:lnTo>
                  <a:pt x="3805563" y="116203"/>
                </a:lnTo>
                <a:lnTo>
                  <a:pt x="3805890" y="117143"/>
                </a:lnTo>
                <a:lnTo>
                  <a:pt x="3806243" y="118062"/>
                </a:lnTo>
                <a:lnTo>
                  <a:pt x="3806620" y="118960"/>
                </a:lnTo>
                <a:lnTo>
                  <a:pt x="3807021" y="119837"/>
                </a:lnTo>
                <a:lnTo>
                  <a:pt x="3807448" y="120694"/>
                </a:lnTo>
                <a:lnTo>
                  <a:pt x="3807900" y="121531"/>
                </a:lnTo>
                <a:lnTo>
                  <a:pt x="3808376" y="122346"/>
                </a:lnTo>
                <a:lnTo>
                  <a:pt x="3808877" y="123141"/>
                </a:lnTo>
                <a:lnTo>
                  <a:pt x="3809403" y="123916"/>
                </a:lnTo>
                <a:lnTo>
                  <a:pt x="3809954" y="124669"/>
                </a:lnTo>
                <a:lnTo>
                  <a:pt x="3810529" y="125403"/>
                </a:lnTo>
                <a:lnTo>
                  <a:pt x="3811129" y="126115"/>
                </a:lnTo>
                <a:lnTo>
                  <a:pt x="3811754" y="126807"/>
                </a:lnTo>
                <a:lnTo>
                  <a:pt x="3812404" y="127478"/>
                </a:lnTo>
                <a:lnTo>
                  <a:pt x="3813079" y="128129"/>
                </a:lnTo>
                <a:lnTo>
                  <a:pt x="3813778" y="128759"/>
                </a:lnTo>
                <a:lnTo>
                  <a:pt x="3814503" y="129368"/>
                </a:lnTo>
                <a:lnTo>
                  <a:pt x="3815252" y="129957"/>
                </a:lnTo>
                <a:lnTo>
                  <a:pt x="3816025" y="130525"/>
                </a:lnTo>
                <a:lnTo>
                  <a:pt x="3816824" y="131073"/>
                </a:lnTo>
                <a:lnTo>
                  <a:pt x="3817644" y="131599"/>
                </a:lnTo>
                <a:lnTo>
                  <a:pt x="3818482" y="132102"/>
                </a:lnTo>
                <a:lnTo>
                  <a:pt x="3819337" y="132583"/>
                </a:lnTo>
                <a:lnTo>
                  <a:pt x="3820210" y="133042"/>
                </a:lnTo>
                <a:lnTo>
                  <a:pt x="3821101" y="133479"/>
                </a:lnTo>
                <a:lnTo>
                  <a:pt x="3822010" y="133893"/>
                </a:lnTo>
                <a:lnTo>
                  <a:pt x="3822937" y="134284"/>
                </a:lnTo>
                <a:lnTo>
                  <a:pt x="3823881" y="134654"/>
                </a:lnTo>
                <a:lnTo>
                  <a:pt x="3824843" y="135001"/>
                </a:lnTo>
                <a:lnTo>
                  <a:pt x="3825823" y="135325"/>
                </a:lnTo>
                <a:lnTo>
                  <a:pt x="3826821" y="135627"/>
                </a:lnTo>
                <a:lnTo>
                  <a:pt x="3827836" y="135907"/>
                </a:lnTo>
                <a:lnTo>
                  <a:pt x="3828869" y="136165"/>
                </a:lnTo>
                <a:lnTo>
                  <a:pt x="3829920" y="136400"/>
                </a:lnTo>
                <a:lnTo>
                  <a:pt x="3830989" y="136612"/>
                </a:lnTo>
                <a:lnTo>
                  <a:pt x="3832076" y="136802"/>
                </a:lnTo>
                <a:lnTo>
                  <a:pt x="3833180" y="136970"/>
                </a:lnTo>
                <a:lnTo>
                  <a:pt x="3834302" y="137116"/>
                </a:lnTo>
                <a:lnTo>
                  <a:pt x="3835442" y="137239"/>
                </a:lnTo>
                <a:lnTo>
                  <a:pt x="3836600" y="137340"/>
                </a:lnTo>
                <a:lnTo>
                  <a:pt x="3837775" y="137418"/>
                </a:lnTo>
                <a:lnTo>
                  <a:pt x="3838968" y="137474"/>
                </a:lnTo>
                <a:lnTo>
                  <a:pt x="3840179" y="137508"/>
                </a:lnTo>
                <a:lnTo>
                  <a:pt x="3841408" y="137519"/>
                </a:lnTo>
                <a:lnTo>
                  <a:pt x="3842346" y="137512"/>
                </a:lnTo>
                <a:lnTo>
                  <a:pt x="3843274" y="137492"/>
                </a:lnTo>
                <a:lnTo>
                  <a:pt x="3844193" y="137459"/>
                </a:lnTo>
                <a:lnTo>
                  <a:pt x="3845102" y="137413"/>
                </a:lnTo>
                <a:lnTo>
                  <a:pt x="3846001" y="137354"/>
                </a:lnTo>
                <a:lnTo>
                  <a:pt x="3846891" y="137282"/>
                </a:lnTo>
                <a:lnTo>
                  <a:pt x="3847771" y="137196"/>
                </a:lnTo>
                <a:lnTo>
                  <a:pt x="3848641" y="137097"/>
                </a:lnTo>
                <a:lnTo>
                  <a:pt x="3849501" y="136986"/>
                </a:lnTo>
                <a:lnTo>
                  <a:pt x="3850352" y="136860"/>
                </a:lnTo>
                <a:lnTo>
                  <a:pt x="3851194" y="136722"/>
                </a:lnTo>
                <a:lnTo>
                  <a:pt x="3852025" y="136571"/>
                </a:lnTo>
                <a:lnTo>
                  <a:pt x="3852848" y="136406"/>
                </a:lnTo>
                <a:lnTo>
                  <a:pt x="3853660" y="136228"/>
                </a:lnTo>
                <a:lnTo>
                  <a:pt x="3854463" y="136038"/>
                </a:lnTo>
                <a:lnTo>
                  <a:pt x="3855256" y="135833"/>
                </a:lnTo>
                <a:lnTo>
                  <a:pt x="3856039" y="135616"/>
                </a:lnTo>
                <a:lnTo>
                  <a:pt x="3856813" y="135386"/>
                </a:lnTo>
                <a:lnTo>
                  <a:pt x="3857577" y="135142"/>
                </a:lnTo>
                <a:lnTo>
                  <a:pt x="3858331" y="134885"/>
                </a:lnTo>
                <a:lnTo>
                  <a:pt x="3859076" y="134616"/>
                </a:lnTo>
                <a:lnTo>
                  <a:pt x="3859811" y="134333"/>
                </a:lnTo>
                <a:lnTo>
                  <a:pt x="3860537" y="134036"/>
                </a:lnTo>
                <a:lnTo>
                  <a:pt x="3861252" y="133727"/>
                </a:lnTo>
                <a:lnTo>
                  <a:pt x="3861957" y="133406"/>
                </a:lnTo>
                <a:lnTo>
                  <a:pt x="3862648" y="133076"/>
                </a:lnTo>
                <a:lnTo>
                  <a:pt x="3863326" y="132735"/>
                </a:lnTo>
                <a:lnTo>
                  <a:pt x="3863991" y="132386"/>
                </a:lnTo>
                <a:lnTo>
                  <a:pt x="3864643" y="132026"/>
                </a:lnTo>
                <a:lnTo>
                  <a:pt x="3865281" y="131657"/>
                </a:lnTo>
                <a:lnTo>
                  <a:pt x="3865907" y="131278"/>
                </a:lnTo>
                <a:lnTo>
                  <a:pt x="3866519" y="130890"/>
                </a:lnTo>
                <a:lnTo>
                  <a:pt x="3867118" y="130492"/>
                </a:lnTo>
                <a:lnTo>
                  <a:pt x="3867704" y="130084"/>
                </a:lnTo>
                <a:lnTo>
                  <a:pt x="3868276" y="129667"/>
                </a:lnTo>
                <a:lnTo>
                  <a:pt x="3868836" y="129240"/>
                </a:lnTo>
                <a:lnTo>
                  <a:pt x="3869382" y="128803"/>
                </a:lnTo>
                <a:lnTo>
                  <a:pt x="3869916" y="128357"/>
                </a:lnTo>
                <a:lnTo>
                  <a:pt x="3870436" y="127901"/>
                </a:lnTo>
                <a:lnTo>
                  <a:pt x="3870943" y="127435"/>
                </a:lnTo>
                <a:lnTo>
                  <a:pt x="3871436" y="126960"/>
                </a:lnTo>
                <a:lnTo>
                  <a:pt x="3871917" y="126475"/>
                </a:lnTo>
                <a:lnTo>
                  <a:pt x="3872384" y="125980"/>
                </a:lnTo>
                <a:lnTo>
                  <a:pt x="3872839" y="125476"/>
                </a:lnTo>
                <a:lnTo>
                  <a:pt x="3873280" y="124962"/>
                </a:lnTo>
                <a:lnTo>
                  <a:pt x="3873708" y="124439"/>
                </a:lnTo>
                <a:lnTo>
                  <a:pt x="3874122" y="123905"/>
                </a:lnTo>
                <a:lnTo>
                  <a:pt x="3874524" y="123362"/>
                </a:lnTo>
                <a:lnTo>
                  <a:pt x="3874916" y="122812"/>
                </a:lnTo>
                <a:lnTo>
                  <a:pt x="3875291" y="122255"/>
                </a:lnTo>
                <a:lnTo>
                  <a:pt x="3875650" y="121692"/>
                </a:lnTo>
                <a:lnTo>
                  <a:pt x="3875991" y="121122"/>
                </a:lnTo>
                <a:lnTo>
                  <a:pt x="3876317" y="120547"/>
                </a:lnTo>
                <a:lnTo>
                  <a:pt x="3876625" y="119966"/>
                </a:lnTo>
                <a:lnTo>
                  <a:pt x="3876917" y="119378"/>
                </a:lnTo>
                <a:lnTo>
                  <a:pt x="3877192" y="118784"/>
                </a:lnTo>
                <a:lnTo>
                  <a:pt x="3877451" y="118184"/>
                </a:lnTo>
                <a:lnTo>
                  <a:pt x="3877692" y="117578"/>
                </a:lnTo>
                <a:lnTo>
                  <a:pt x="3877918" y="116966"/>
                </a:lnTo>
                <a:lnTo>
                  <a:pt x="3878126" y="116347"/>
                </a:lnTo>
                <a:lnTo>
                  <a:pt x="3878318" y="115723"/>
                </a:lnTo>
                <a:lnTo>
                  <a:pt x="3878493" y="115092"/>
                </a:lnTo>
                <a:lnTo>
                  <a:pt x="3878651" y="114455"/>
                </a:lnTo>
                <a:lnTo>
                  <a:pt x="3878793" y="113812"/>
                </a:lnTo>
                <a:lnTo>
                  <a:pt x="3878918" y="113163"/>
                </a:lnTo>
                <a:lnTo>
                  <a:pt x="3879027" y="112508"/>
                </a:lnTo>
                <a:lnTo>
                  <a:pt x="3879118" y="111847"/>
                </a:lnTo>
                <a:lnTo>
                  <a:pt x="3879194" y="111179"/>
                </a:lnTo>
                <a:lnTo>
                  <a:pt x="3879252" y="110506"/>
                </a:lnTo>
                <a:lnTo>
                  <a:pt x="3879294" y="109826"/>
                </a:lnTo>
                <a:lnTo>
                  <a:pt x="3879319" y="109140"/>
                </a:lnTo>
                <a:lnTo>
                  <a:pt x="3879327" y="108448"/>
                </a:lnTo>
                <a:lnTo>
                  <a:pt x="3879316" y="107606"/>
                </a:lnTo>
                <a:lnTo>
                  <a:pt x="3879283" y="106778"/>
                </a:lnTo>
                <a:lnTo>
                  <a:pt x="3879227" y="105962"/>
                </a:lnTo>
                <a:lnTo>
                  <a:pt x="3879150" y="105160"/>
                </a:lnTo>
                <a:lnTo>
                  <a:pt x="3879050" y="104370"/>
                </a:lnTo>
                <a:lnTo>
                  <a:pt x="3878928" y="103593"/>
                </a:lnTo>
                <a:lnTo>
                  <a:pt x="3878784" y="102830"/>
                </a:lnTo>
                <a:lnTo>
                  <a:pt x="3878618" y="102079"/>
                </a:lnTo>
                <a:lnTo>
                  <a:pt x="3878429" y="101341"/>
                </a:lnTo>
                <a:lnTo>
                  <a:pt x="3878219" y="100616"/>
                </a:lnTo>
                <a:lnTo>
                  <a:pt x="3877986" y="99904"/>
                </a:lnTo>
                <a:lnTo>
                  <a:pt x="3877731" y="99205"/>
                </a:lnTo>
                <a:lnTo>
                  <a:pt x="3877454" y="98519"/>
                </a:lnTo>
                <a:lnTo>
                  <a:pt x="3877155" y="97846"/>
                </a:lnTo>
                <a:lnTo>
                  <a:pt x="3876834" y="97186"/>
                </a:lnTo>
                <a:lnTo>
                  <a:pt x="3876490" y="96538"/>
                </a:lnTo>
                <a:lnTo>
                  <a:pt x="3876124" y="95904"/>
                </a:lnTo>
                <a:lnTo>
                  <a:pt x="3875737" y="95283"/>
                </a:lnTo>
                <a:lnTo>
                  <a:pt x="3875326" y="94674"/>
                </a:lnTo>
                <a:lnTo>
                  <a:pt x="3874894" y="94079"/>
                </a:lnTo>
                <a:lnTo>
                  <a:pt x="3874440" y="93496"/>
                </a:lnTo>
                <a:lnTo>
                  <a:pt x="3873963" y="92927"/>
                </a:lnTo>
                <a:lnTo>
                  <a:pt x="3873465" y="92370"/>
                </a:lnTo>
                <a:lnTo>
                  <a:pt x="3872944" y="91827"/>
                </a:lnTo>
                <a:lnTo>
                  <a:pt x="3872400" y="91290"/>
                </a:lnTo>
                <a:lnTo>
                  <a:pt x="3871834" y="90765"/>
                </a:lnTo>
                <a:lnTo>
                  <a:pt x="3871244" y="90252"/>
                </a:lnTo>
                <a:lnTo>
                  <a:pt x="3870632" y="89750"/>
                </a:lnTo>
                <a:lnTo>
                  <a:pt x="3869996" y="89260"/>
                </a:lnTo>
                <a:lnTo>
                  <a:pt x="3869338" y="88781"/>
                </a:lnTo>
                <a:lnTo>
                  <a:pt x="3868656" y="88314"/>
                </a:lnTo>
                <a:lnTo>
                  <a:pt x="3867951" y="87859"/>
                </a:lnTo>
                <a:lnTo>
                  <a:pt x="3867224" y="87416"/>
                </a:lnTo>
                <a:lnTo>
                  <a:pt x="3866473" y="86984"/>
                </a:lnTo>
                <a:lnTo>
                  <a:pt x="3865699" y="86563"/>
                </a:lnTo>
                <a:lnTo>
                  <a:pt x="3864902" y="86155"/>
                </a:lnTo>
                <a:lnTo>
                  <a:pt x="3864082" y="85758"/>
                </a:lnTo>
                <a:lnTo>
                  <a:pt x="3863239" y="85372"/>
                </a:lnTo>
                <a:lnTo>
                  <a:pt x="3862373" y="84998"/>
                </a:lnTo>
                <a:lnTo>
                  <a:pt x="3861484" y="84636"/>
                </a:lnTo>
                <a:lnTo>
                  <a:pt x="3860572" y="84286"/>
                </a:lnTo>
                <a:lnTo>
                  <a:pt x="3859637" y="83947"/>
                </a:lnTo>
                <a:lnTo>
                  <a:pt x="3858679" y="83619"/>
                </a:lnTo>
                <a:lnTo>
                  <a:pt x="3857697" y="83304"/>
                </a:lnTo>
                <a:lnTo>
                  <a:pt x="3856693" y="83000"/>
                </a:lnTo>
                <a:lnTo>
                  <a:pt x="3855666" y="82707"/>
                </a:lnTo>
                <a:lnTo>
                  <a:pt x="3854615" y="82426"/>
                </a:lnTo>
                <a:lnTo>
                  <a:pt x="3853542" y="82157"/>
                </a:lnTo>
                <a:lnTo>
                  <a:pt x="3839133" y="78618"/>
                </a:lnTo>
                <a:lnTo>
                  <a:pt x="3838425" y="78437"/>
                </a:lnTo>
                <a:lnTo>
                  <a:pt x="3837732" y="78253"/>
                </a:lnTo>
                <a:lnTo>
                  <a:pt x="3837055" y="78064"/>
                </a:lnTo>
                <a:lnTo>
                  <a:pt x="3836394" y="77872"/>
                </a:lnTo>
                <a:lnTo>
                  <a:pt x="3835749" y="77676"/>
                </a:lnTo>
                <a:lnTo>
                  <a:pt x="3835120" y="77477"/>
                </a:lnTo>
                <a:lnTo>
                  <a:pt x="3834506" y="77273"/>
                </a:lnTo>
                <a:lnTo>
                  <a:pt x="3833909" y="77066"/>
                </a:lnTo>
                <a:lnTo>
                  <a:pt x="3833327" y="76856"/>
                </a:lnTo>
                <a:lnTo>
                  <a:pt x="3832760" y="76641"/>
                </a:lnTo>
                <a:lnTo>
                  <a:pt x="3832210" y="76423"/>
                </a:lnTo>
                <a:lnTo>
                  <a:pt x="3831676" y="76201"/>
                </a:lnTo>
                <a:lnTo>
                  <a:pt x="3831157" y="75975"/>
                </a:lnTo>
                <a:lnTo>
                  <a:pt x="3830654" y="75746"/>
                </a:lnTo>
                <a:lnTo>
                  <a:pt x="3830167" y="75513"/>
                </a:lnTo>
                <a:lnTo>
                  <a:pt x="3829695" y="75276"/>
                </a:lnTo>
                <a:lnTo>
                  <a:pt x="3829240" y="75035"/>
                </a:lnTo>
                <a:lnTo>
                  <a:pt x="3828800" y="74791"/>
                </a:lnTo>
                <a:lnTo>
                  <a:pt x="3828376" y="74543"/>
                </a:lnTo>
                <a:lnTo>
                  <a:pt x="3827968" y="74291"/>
                </a:lnTo>
                <a:lnTo>
                  <a:pt x="3827576" y="74035"/>
                </a:lnTo>
                <a:lnTo>
                  <a:pt x="3827199" y="73776"/>
                </a:lnTo>
                <a:lnTo>
                  <a:pt x="3826838" y="73513"/>
                </a:lnTo>
                <a:lnTo>
                  <a:pt x="3826493" y="73246"/>
                </a:lnTo>
                <a:lnTo>
                  <a:pt x="3826163" y="72974"/>
                </a:lnTo>
                <a:lnTo>
                  <a:pt x="3825847" y="72693"/>
                </a:lnTo>
                <a:lnTo>
                  <a:pt x="3825545" y="72404"/>
                </a:lnTo>
                <a:lnTo>
                  <a:pt x="3825258" y="72107"/>
                </a:lnTo>
                <a:lnTo>
                  <a:pt x="3824984" y="71802"/>
                </a:lnTo>
                <a:lnTo>
                  <a:pt x="3824724" y="71489"/>
                </a:lnTo>
                <a:lnTo>
                  <a:pt x="3824478" y="71167"/>
                </a:lnTo>
                <a:lnTo>
                  <a:pt x="3824246" y="70838"/>
                </a:lnTo>
                <a:lnTo>
                  <a:pt x="3824029" y="70500"/>
                </a:lnTo>
                <a:lnTo>
                  <a:pt x="3823825" y="70155"/>
                </a:lnTo>
                <a:lnTo>
                  <a:pt x="3823635" y="69801"/>
                </a:lnTo>
                <a:lnTo>
                  <a:pt x="3823460" y="69439"/>
                </a:lnTo>
                <a:lnTo>
                  <a:pt x="3823298" y="69069"/>
                </a:lnTo>
                <a:lnTo>
                  <a:pt x="3823151" y="68690"/>
                </a:lnTo>
                <a:lnTo>
                  <a:pt x="3823017" y="68304"/>
                </a:lnTo>
                <a:lnTo>
                  <a:pt x="3822898" y="67910"/>
                </a:lnTo>
                <a:lnTo>
                  <a:pt x="3822793" y="67507"/>
                </a:lnTo>
                <a:lnTo>
                  <a:pt x="3822701" y="67096"/>
                </a:lnTo>
                <a:lnTo>
                  <a:pt x="3822624" y="66678"/>
                </a:lnTo>
                <a:lnTo>
                  <a:pt x="3822561" y="66251"/>
                </a:lnTo>
                <a:lnTo>
                  <a:pt x="3822512" y="65816"/>
                </a:lnTo>
                <a:lnTo>
                  <a:pt x="3822477" y="65373"/>
                </a:lnTo>
                <a:lnTo>
                  <a:pt x="3822456" y="64921"/>
                </a:lnTo>
                <a:lnTo>
                  <a:pt x="3822449" y="64462"/>
                </a:lnTo>
                <a:lnTo>
                  <a:pt x="3822459" y="63944"/>
                </a:lnTo>
                <a:lnTo>
                  <a:pt x="3822489" y="63434"/>
                </a:lnTo>
                <a:lnTo>
                  <a:pt x="3822541" y="62932"/>
                </a:lnTo>
                <a:lnTo>
                  <a:pt x="3822612" y="62438"/>
                </a:lnTo>
                <a:lnTo>
                  <a:pt x="3822704" y="61951"/>
                </a:lnTo>
                <a:lnTo>
                  <a:pt x="3822816" y="61472"/>
                </a:lnTo>
                <a:lnTo>
                  <a:pt x="3822949" y="61000"/>
                </a:lnTo>
                <a:lnTo>
                  <a:pt x="3823102" y="60537"/>
                </a:lnTo>
                <a:lnTo>
                  <a:pt x="3823275" y="60081"/>
                </a:lnTo>
                <a:lnTo>
                  <a:pt x="3823469" y="59632"/>
                </a:lnTo>
                <a:lnTo>
                  <a:pt x="3823683" y="59191"/>
                </a:lnTo>
                <a:lnTo>
                  <a:pt x="3823918" y="58758"/>
                </a:lnTo>
                <a:lnTo>
                  <a:pt x="3824173" y="58333"/>
                </a:lnTo>
                <a:lnTo>
                  <a:pt x="3824449" y="57915"/>
                </a:lnTo>
                <a:lnTo>
                  <a:pt x="3824745" y="57505"/>
                </a:lnTo>
                <a:lnTo>
                  <a:pt x="3825061" y="57103"/>
                </a:lnTo>
                <a:lnTo>
                  <a:pt x="3825398" y="56708"/>
                </a:lnTo>
                <a:lnTo>
                  <a:pt x="3825755" y="56321"/>
                </a:lnTo>
                <a:lnTo>
                  <a:pt x="3826132" y="55942"/>
                </a:lnTo>
                <a:lnTo>
                  <a:pt x="3826530" y="55570"/>
                </a:lnTo>
                <a:lnTo>
                  <a:pt x="3826949" y="55206"/>
                </a:lnTo>
                <a:lnTo>
                  <a:pt x="3827387" y="54850"/>
                </a:lnTo>
                <a:lnTo>
                  <a:pt x="3827847" y="54502"/>
                </a:lnTo>
                <a:lnTo>
                  <a:pt x="3828326" y="54161"/>
                </a:lnTo>
                <a:lnTo>
                  <a:pt x="3828826" y="53825"/>
                </a:lnTo>
                <a:lnTo>
                  <a:pt x="3829337" y="53505"/>
                </a:lnTo>
                <a:lnTo>
                  <a:pt x="3829858" y="53198"/>
                </a:lnTo>
                <a:lnTo>
                  <a:pt x="3830389" y="52905"/>
                </a:lnTo>
                <a:lnTo>
                  <a:pt x="3830930" y="52627"/>
                </a:lnTo>
                <a:lnTo>
                  <a:pt x="3831482" y="52363"/>
                </a:lnTo>
                <a:lnTo>
                  <a:pt x="3832044" y="52114"/>
                </a:lnTo>
                <a:lnTo>
                  <a:pt x="3832617" y="51878"/>
                </a:lnTo>
                <a:lnTo>
                  <a:pt x="3833199" y="51657"/>
                </a:lnTo>
                <a:lnTo>
                  <a:pt x="3833792" y="51451"/>
                </a:lnTo>
                <a:lnTo>
                  <a:pt x="3834396" y="51258"/>
                </a:lnTo>
                <a:lnTo>
                  <a:pt x="3835009" y="51080"/>
                </a:lnTo>
                <a:lnTo>
                  <a:pt x="3835633" y="50916"/>
                </a:lnTo>
                <a:lnTo>
                  <a:pt x="3836268" y="50766"/>
                </a:lnTo>
                <a:lnTo>
                  <a:pt x="3836912" y="50630"/>
                </a:lnTo>
                <a:lnTo>
                  <a:pt x="3837567" y="50509"/>
                </a:lnTo>
                <a:lnTo>
                  <a:pt x="3838232" y="50402"/>
                </a:lnTo>
                <a:lnTo>
                  <a:pt x="3838908" y="50310"/>
                </a:lnTo>
                <a:lnTo>
                  <a:pt x="3839594" y="50231"/>
                </a:lnTo>
                <a:lnTo>
                  <a:pt x="3840290" y="50167"/>
                </a:lnTo>
                <a:lnTo>
                  <a:pt x="3840996" y="50117"/>
                </a:lnTo>
                <a:lnTo>
                  <a:pt x="3841713" y="50081"/>
                </a:lnTo>
                <a:lnTo>
                  <a:pt x="3842440" y="50060"/>
                </a:lnTo>
                <a:lnTo>
                  <a:pt x="3843178" y="50053"/>
                </a:lnTo>
                <a:lnTo>
                  <a:pt x="3843716" y="50056"/>
                </a:lnTo>
                <a:lnTo>
                  <a:pt x="3844246" y="50067"/>
                </a:lnTo>
                <a:lnTo>
                  <a:pt x="3844769" y="50085"/>
                </a:lnTo>
                <a:lnTo>
                  <a:pt x="3845283" y="50111"/>
                </a:lnTo>
                <a:lnTo>
                  <a:pt x="3845789" y="50143"/>
                </a:lnTo>
                <a:lnTo>
                  <a:pt x="3846286" y="50183"/>
                </a:lnTo>
                <a:lnTo>
                  <a:pt x="3846776" y="50230"/>
                </a:lnTo>
                <a:lnTo>
                  <a:pt x="3847258" y="50285"/>
                </a:lnTo>
                <a:lnTo>
                  <a:pt x="3847731" y="50346"/>
                </a:lnTo>
                <a:lnTo>
                  <a:pt x="3848196" y="50415"/>
                </a:lnTo>
                <a:lnTo>
                  <a:pt x="3848654" y="50491"/>
                </a:lnTo>
                <a:lnTo>
                  <a:pt x="3849103" y="50574"/>
                </a:lnTo>
                <a:lnTo>
                  <a:pt x="3849544" y="50665"/>
                </a:lnTo>
                <a:lnTo>
                  <a:pt x="3849976" y="50762"/>
                </a:lnTo>
                <a:lnTo>
                  <a:pt x="3850401" y="50867"/>
                </a:lnTo>
                <a:lnTo>
                  <a:pt x="3850818" y="50980"/>
                </a:lnTo>
                <a:lnTo>
                  <a:pt x="3851226" y="51099"/>
                </a:lnTo>
                <a:lnTo>
                  <a:pt x="3851627" y="51226"/>
                </a:lnTo>
                <a:lnTo>
                  <a:pt x="3852019" y="51360"/>
                </a:lnTo>
                <a:lnTo>
                  <a:pt x="3852403" y="51501"/>
                </a:lnTo>
                <a:lnTo>
                  <a:pt x="3852779" y="51650"/>
                </a:lnTo>
                <a:lnTo>
                  <a:pt x="3853147" y="51805"/>
                </a:lnTo>
                <a:lnTo>
                  <a:pt x="3853507" y="51968"/>
                </a:lnTo>
                <a:lnTo>
                  <a:pt x="3853858" y="52138"/>
                </a:lnTo>
                <a:lnTo>
                  <a:pt x="3854203" y="52314"/>
                </a:lnTo>
                <a:lnTo>
                  <a:pt x="3854541" y="52494"/>
                </a:lnTo>
                <a:lnTo>
                  <a:pt x="3854873" y="52677"/>
                </a:lnTo>
                <a:lnTo>
                  <a:pt x="3855200" y="52865"/>
                </a:lnTo>
                <a:lnTo>
                  <a:pt x="3855519" y="53057"/>
                </a:lnTo>
                <a:lnTo>
                  <a:pt x="3855833" y="53252"/>
                </a:lnTo>
                <a:lnTo>
                  <a:pt x="3856141" y="53452"/>
                </a:lnTo>
                <a:lnTo>
                  <a:pt x="3856442" y="53655"/>
                </a:lnTo>
                <a:lnTo>
                  <a:pt x="3856738" y="53862"/>
                </a:lnTo>
                <a:lnTo>
                  <a:pt x="3857027" y="54074"/>
                </a:lnTo>
                <a:lnTo>
                  <a:pt x="3857310" y="54289"/>
                </a:lnTo>
                <a:lnTo>
                  <a:pt x="3857587" y="54508"/>
                </a:lnTo>
                <a:lnTo>
                  <a:pt x="3857858" y="54731"/>
                </a:lnTo>
                <a:lnTo>
                  <a:pt x="3858122" y="54959"/>
                </a:lnTo>
                <a:lnTo>
                  <a:pt x="3858381" y="55190"/>
                </a:lnTo>
                <a:lnTo>
                  <a:pt x="3858633" y="55425"/>
                </a:lnTo>
                <a:lnTo>
                  <a:pt x="3858879" y="55664"/>
                </a:lnTo>
                <a:lnTo>
                  <a:pt x="3859119" y="55906"/>
                </a:lnTo>
                <a:lnTo>
                  <a:pt x="3859353" y="56153"/>
                </a:lnTo>
                <a:lnTo>
                  <a:pt x="3859581" y="56404"/>
                </a:lnTo>
                <a:lnTo>
                  <a:pt x="3859803" y="56659"/>
                </a:lnTo>
                <a:lnTo>
                  <a:pt x="3860018" y="56918"/>
                </a:lnTo>
                <a:lnTo>
                  <a:pt x="3860228" y="57180"/>
                </a:lnTo>
                <a:lnTo>
                  <a:pt x="3860431" y="57447"/>
                </a:lnTo>
                <a:lnTo>
                  <a:pt x="3860634" y="57711"/>
                </a:lnTo>
                <a:lnTo>
                  <a:pt x="3860833" y="57975"/>
                </a:lnTo>
                <a:lnTo>
                  <a:pt x="3861028" y="58240"/>
                </a:lnTo>
                <a:lnTo>
                  <a:pt x="3861219" y="58505"/>
                </a:lnTo>
                <a:lnTo>
                  <a:pt x="3861406" y="58772"/>
                </a:lnTo>
                <a:lnTo>
                  <a:pt x="3861588" y="59039"/>
                </a:lnTo>
                <a:lnTo>
                  <a:pt x="3861766" y="59306"/>
                </a:lnTo>
                <a:lnTo>
                  <a:pt x="3861940" y="59575"/>
                </a:lnTo>
                <a:lnTo>
                  <a:pt x="3862110" y="59844"/>
                </a:lnTo>
                <a:lnTo>
                  <a:pt x="3862276" y="60113"/>
                </a:lnTo>
                <a:lnTo>
                  <a:pt x="3862438" y="60383"/>
                </a:lnTo>
                <a:lnTo>
                  <a:pt x="3862595" y="60654"/>
                </a:lnTo>
                <a:lnTo>
                  <a:pt x="3862748" y="60926"/>
                </a:lnTo>
                <a:lnTo>
                  <a:pt x="3862898" y="61198"/>
                </a:lnTo>
                <a:lnTo>
                  <a:pt x="3863043" y="61471"/>
                </a:lnTo>
                <a:lnTo>
                  <a:pt x="3863183" y="61744"/>
                </a:lnTo>
                <a:lnTo>
                  <a:pt x="3863320" y="62019"/>
                </a:lnTo>
                <a:lnTo>
                  <a:pt x="3863452" y="62293"/>
                </a:lnTo>
                <a:lnTo>
                  <a:pt x="3863581" y="62569"/>
                </a:lnTo>
                <a:lnTo>
                  <a:pt x="3863705" y="62845"/>
                </a:lnTo>
                <a:lnTo>
                  <a:pt x="3863825" y="63122"/>
                </a:lnTo>
                <a:lnTo>
                  <a:pt x="3863940" y="63399"/>
                </a:lnTo>
                <a:lnTo>
                  <a:pt x="3864052" y="63678"/>
                </a:lnTo>
                <a:lnTo>
                  <a:pt x="3864159" y="63956"/>
                </a:lnTo>
                <a:lnTo>
                  <a:pt x="3877557" y="60164"/>
                </a:lnTo>
                <a:lnTo>
                  <a:pt x="3877259" y="59308"/>
                </a:lnTo>
                <a:lnTo>
                  <a:pt x="3876945" y="58465"/>
                </a:lnTo>
                <a:lnTo>
                  <a:pt x="3876613" y="57637"/>
                </a:lnTo>
                <a:lnTo>
                  <a:pt x="3876265" y="56822"/>
                </a:lnTo>
                <a:lnTo>
                  <a:pt x="3875901" y="56021"/>
                </a:lnTo>
                <a:lnTo>
                  <a:pt x="3875519" y="55235"/>
                </a:lnTo>
                <a:close/>
                <a:moveTo>
                  <a:pt x="3478836" y="136986"/>
                </a:moveTo>
                <a:lnTo>
                  <a:pt x="3479846" y="136824"/>
                </a:lnTo>
                <a:lnTo>
                  <a:pt x="3480844" y="136639"/>
                </a:lnTo>
                <a:lnTo>
                  <a:pt x="3481831" y="136433"/>
                </a:lnTo>
                <a:lnTo>
                  <a:pt x="3482807" y="136204"/>
                </a:lnTo>
                <a:lnTo>
                  <a:pt x="3483771" y="135955"/>
                </a:lnTo>
                <a:lnTo>
                  <a:pt x="3484724" y="135683"/>
                </a:lnTo>
                <a:lnTo>
                  <a:pt x="3485665" y="135390"/>
                </a:lnTo>
                <a:lnTo>
                  <a:pt x="3486595" y="135075"/>
                </a:lnTo>
                <a:lnTo>
                  <a:pt x="3487514" y="134738"/>
                </a:lnTo>
                <a:lnTo>
                  <a:pt x="3488421" y="134380"/>
                </a:lnTo>
                <a:lnTo>
                  <a:pt x="3489317" y="133999"/>
                </a:lnTo>
                <a:lnTo>
                  <a:pt x="3490201" y="133597"/>
                </a:lnTo>
                <a:lnTo>
                  <a:pt x="3491074" y="133174"/>
                </a:lnTo>
                <a:lnTo>
                  <a:pt x="3491935" y="132729"/>
                </a:lnTo>
                <a:lnTo>
                  <a:pt x="3492785" y="132261"/>
                </a:lnTo>
                <a:lnTo>
                  <a:pt x="3493624" y="131773"/>
                </a:lnTo>
                <a:lnTo>
                  <a:pt x="3494451" y="131262"/>
                </a:lnTo>
                <a:lnTo>
                  <a:pt x="3495271" y="130732"/>
                </a:lnTo>
                <a:lnTo>
                  <a:pt x="3496074" y="130185"/>
                </a:lnTo>
                <a:lnTo>
                  <a:pt x="3496863" y="129620"/>
                </a:lnTo>
                <a:lnTo>
                  <a:pt x="3497636" y="129038"/>
                </a:lnTo>
                <a:lnTo>
                  <a:pt x="3498394" y="128439"/>
                </a:lnTo>
                <a:lnTo>
                  <a:pt x="3499136" y="127822"/>
                </a:lnTo>
                <a:lnTo>
                  <a:pt x="3499863" y="127188"/>
                </a:lnTo>
                <a:lnTo>
                  <a:pt x="3500575" y="126536"/>
                </a:lnTo>
                <a:lnTo>
                  <a:pt x="3501271" y="125868"/>
                </a:lnTo>
                <a:lnTo>
                  <a:pt x="3501952" y="125182"/>
                </a:lnTo>
                <a:lnTo>
                  <a:pt x="3502617" y="124478"/>
                </a:lnTo>
                <a:lnTo>
                  <a:pt x="3503268" y="123757"/>
                </a:lnTo>
                <a:lnTo>
                  <a:pt x="3503902" y="123019"/>
                </a:lnTo>
                <a:lnTo>
                  <a:pt x="3504522" y="122264"/>
                </a:lnTo>
                <a:lnTo>
                  <a:pt x="3505126" y="121491"/>
                </a:lnTo>
                <a:lnTo>
                  <a:pt x="3505715" y="120701"/>
                </a:lnTo>
                <a:lnTo>
                  <a:pt x="3506288" y="119894"/>
                </a:lnTo>
                <a:lnTo>
                  <a:pt x="3506846" y="119069"/>
                </a:lnTo>
                <a:lnTo>
                  <a:pt x="3507389" y="118227"/>
                </a:lnTo>
                <a:lnTo>
                  <a:pt x="3507916" y="117367"/>
                </a:lnTo>
                <a:lnTo>
                  <a:pt x="3508428" y="116491"/>
                </a:lnTo>
                <a:lnTo>
                  <a:pt x="3508925" y="115597"/>
                </a:lnTo>
                <a:lnTo>
                  <a:pt x="3509406" y="114685"/>
                </a:lnTo>
                <a:lnTo>
                  <a:pt x="3509872" y="113756"/>
                </a:lnTo>
                <a:lnTo>
                  <a:pt x="3510325" y="112812"/>
                </a:lnTo>
                <a:lnTo>
                  <a:pt x="3510760" y="111855"/>
                </a:lnTo>
                <a:lnTo>
                  <a:pt x="3511175" y="110885"/>
                </a:lnTo>
                <a:lnTo>
                  <a:pt x="3511571" y="109901"/>
                </a:lnTo>
                <a:lnTo>
                  <a:pt x="3511947" y="108905"/>
                </a:lnTo>
                <a:lnTo>
                  <a:pt x="3512305" y="107895"/>
                </a:lnTo>
                <a:lnTo>
                  <a:pt x="3512643" y="106872"/>
                </a:lnTo>
                <a:lnTo>
                  <a:pt x="3512961" y="105836"/>
                </a:lnTo>
                <a:lnTo>
                  <a:pt x="3513261" y="104786"/>
                </a:lnTo>
                <a:lnTo>
                  <a:pt x="3513541" y="103724"/>
                </a:lnTo>
                <a:lnTo>
                  <a:pt x="3513801" y="102648"/>
                </a:lnTo>
                <a:lnTo>
                  <a:pt x="3514043" y="101559"/>
                </a:lnTo>
                <a:lnTo>
                  <a:pt x="3514265" y="100457"/>
                </a:lnTo>
                <a:lnTo>
                  <a:pt x="3514468" y="99342"/>
                </a:lnTo>
                <a:lnTo>
                  <a:pt x="3514651" y="98214"/>
                </a:lnTo>
                <a:lnTo>
                  <a:pt x="3514815" y="97072"/>
                </a:lnTo>
                <a:lnTo>
                  <a:pt x="3514960" y="95917"/>
                </a:lnTo>
                <a:lnTo>
                  <a:pt x="3515085" y="94750"/>
                </a:lnTo>
                <a:lnTo>
                  <a:pt x="3515192" y="93569"/>
                </a:lnTo>
                <a:lnTo>
                  <a:pt x="3515279" y="92374"/>
                </a:lnTo>
                <a:lnTo>
                  <a:pt x="3515346" y="91167"/>
                </a:lnTo>
                <a:lnTo>
                  <a:pt x="3515394" y="89946"/>
                </a:lnTo>
                <a:lnTo>
                  <a:pt x="3515423" y="88713"/>
                </a:lnTo>
                <a:lnTo>
                  <a:pt x="3515433" y="87466"/>
                </a:lnTo>
                <a:lnTo>
                  <a:pt x="3515423" y="86209"/>
                </a:lnTo>
                <a:lnTo>
                  <a:pt x="3515394" y="84965"/>
                </a:lnTo>
                <a:lnTo>
                  <a:pt x="3515346" y="83734"/>
                </a:lnTo>
                <a:lnTo>
                  <a:pt x="3515279" y="82517"/>
                </a:lnTo>
                <a:lnTo>
                  <a:pt x="3515192" y="81313"/>
                </a:lnTo>
                <a:lnTo>
                  <a:pt x="3515085" y="80123"/>
                </a:lnTo>
                <a:lnTo>
                  <a:pt x="3514960" y="78946"/>
                </a:lnTo>
                <a:lnTo>
                  <a:pt x="3514815" y="77783"/>
                </a:lnTo>
                <a:lnTo>
                  <a:pt x="3514651" y="76632"/>
                </a:lnTo>
                <a:lnTo>
                  <a:pt x="3514468" y="75496"/>
                </a:lnTo>
                <a:lnTo>
                  <a:pt x="3514265" y="74372"/>
                </a:lnTo>
                <a:lnTo>
                  <a:pt x="3514043" y="73262"/>
                </a:lnTo>
                <a:lnTo>
                  <a:pt x="3513801" y="72166"/>
                </a:lnTo>
                <a:lnTo>
                  <a:pt x="3513541" y="71082"/>
                </a:lnTo>
                <a:lnTo>
                  <a:pt x="3513261" y="70012"/>
                </a:lnTo>
                <a:lnTo>
                  <a:pt x="3512961" y="68956"/>
                </a:lnTo>
                <a:lnTo>
                  <a:pt x="3512643" y="67913"/>
                </a:lnTo>
                <a:lnTo>
                  <a:pt x="3512305" y="66883"/>
                </a:lnTo>
                <a:lnTo>
                  <a:pt x="3511947" y="65867"/>
                </a:lnTo>
                <a:lnTo>
                  <a:pt x="3511571" y="64864"/>
                </a:lnTo>
                <a:lnTo>
                  <a:pt x="3511175" y="63874"/>
                </a:lnTo>
                <a:lnTo>
                  <a:pt x="3510760" y="62898"/>
                </a:lnTo>
                <a:lnTo>
                  <a:pt x="3510325" y="61935"/>
                </a:lnTo>
                <a:lnTo>
                  <a:pt x="3509872" y="60986"/>
                </a:lnTo>
                <a:lnTo>
                  <a:pt x="3509406" y="60052"/>
                </a:lnTo>
                <a:lnTo>
                  <a:pt x="3508925" y="59136"/>
                </a:lnTo>
                <a:lnTo>
                  <a:pt x="3508428" y="58237"/>
                </a:lnTo>
                <a:lnTo>
                  <a:pt x="3507916" y="57356"/>
                </a:lnTo>
                <a:lnTo>
                  <a:pt x="3507389" y="56492"/>
                </a:lnTo>
                <a:lnTo>
                  <a:pt x="3506846" y="55646"/>
                </a:lnTo>
                <a:lnTo>
                  <a:pt x="3506288" y="54817"/>
                </a:lnTo>
                <a:lnTo>
                  <a:pt x="3505715" y="54006"/>
                </a:lnTo>
                <a:lnTo>
                  <a:pt x="3505126" y="53213"/>
                </a:lnTo>
                <a:lnTo>
                  <a:pt x="3504522" y="52437"/>
                </a:lnTo>
                <a:lnTo>
                  <a:pt x="3503902" y="51678"/>
                </a:lnTo>
                <a:lnTo>
                  <a:pt x="3503268" y="50938"/>
                </a:lnTo>
                <a:lnTo>
                  <a:pt x="3502617" y="50214"/>
                </a:lnTo>
                <a:lnTo>
                  <a:pt x="3501952" y="49509"/>
                </a:lnTo>
                <a:lnTo>
                  <a:pt x="3501271" y="48820"/>
                </a:lnTo>
                <a:lnTo>
                  <a:pt x="3500575" y="48150"/>
                </a:lnTo>
                <a:lnTo>
                  <a:pt x="3499863" y="47497"/>
                </a:lnTo>
                <a:lnTo>
                  <a:pt x="3499136" y="46861"/>
                </a:lnTo>
                <a:lnTo>
                  <a:pt x="3498394" y="46243"/>
                </a:lnTo>
                <a:lnTo>
                  <a:pt x="3497636" y="45643"/>
                </a:lnTo>
                <a:lnTo>
                  <a:pt x="3496863" y="45060"/>
                </a:lnTo>
                <a:lnTo>
                  <a:pt x="3496074" y="44495"/>
                </a:lnTo>
                <a:lnTo>
                  <a:pt x="3495271" y="43947"/>
                </a:lnTo>
                <a:lnTo>
                  <a:pt x="3494451" y="43417"/>
                </a:lnTo>
                <a:lnTo>
                  <a:pt x="3493624" y="42906"/>
                </a:lnTo>
                <a:lnTo>
                  <a:pt x="3492785" y="42418"/>
                </a:lnTo>
                <a:lnTo>
                  <a:pt x="3491935" y="41951"/>
                </a:lnTo>
                <a:lnTo>
                  <a:pt x="3491074" y="41505"/>
                </a:lnTo>
                <a:lnTo>
                  <a:pt x="3490201" y="41082"/>
                </a:lnTo>
                <a:lnTo>
                  <a:pt x="3489317" y="40680"/>
                </a:lnTo>
                <a:lnTo>
                  <a:pt x="3488421" y="40300"/>
                </a:lnTo>
                <a:lnTo>
                  <a:pt x="3487514" y="39941"/>
                </a:lnTo>
                <a:lnTo>
                  <a:pt x="3486595" y="39604"/>
                </a:lnTo>
                <a:lnTo>
                  <a:pt x="3485665" y="39289"/>
                </a:lnTo>
                <a:lnTo>
                  <a:pt x="3484724" y="38996"/>
                </a:lnTo>
                <a:lnTo>
                  <a:pt x="3483771" y="38725"/>
                </a:lnTo>
                <a:lnTo>
                  <a:pt x="3482807" y="38475"/>
                </a:lnTo>
                <a:lnTo>
                  <a:pt x="3481831" y="38247"/>
                </a:lnTo>
                <a:lnTo>
                  <a:pt x="3480844" y="38040"/>
                </a:lnTo>
                <a:lnTo>
                  <a:pt x="3479846" y="37856"/>
                </a:lnTo>
                <a:lnTo>
                  <a:pt x="3478836" y="37693"/>
                </a:lnTo>
                <a:lnTo>
                  <a:pt x="3477815" y="37551"/>
                </a:lnTo>
                <a:lnTo>
                  <a:pt x="3476782" y="37432"/>
                </a:lnTo>
                <a:lnTo>
                  <a:pt x="3475738" y="37334"/>
                </a:lnTo>
                <a:lnTo>
                  <a:pt x="3474682" y="37258"/>
                </a:lnTo>
                <a:lnTo>
                  <a:pt x="3473615" y="37204"/>
                </a:lnTo>
                <a:lnTo>
                  <a:pt x="3472537" y="37171"/>
                </a:lnTo>
                <a:lnTo>
                  <a:pt x="3471447" y="37160"/>
                </a:lnTo>
                <a:lnTo>
                  <a:pt x="3470358" y="37171"/>
                </a:lnTo>
                <a:lnTo>
                  <a:pt x="3469279" y="37204"/>
                </a:lnTo>
                <a:lnTo>
                  <a:pt x="3468212" y="37258"/>
                </a:lnTo>
                <a:lnTo>
                  <a:pt x="3467155" y="37334"/>
                </a:lnTo>
                <a:lnTo>
                  <a:pt x="3466110" y="37432"/>
                </a:lnTo>
                <a:lnTo>
                  <a:pt x="3465076" y="37551"/>
                </a:lnTo>
                <a:lnTo>
                  <a:pt x="3464054" y="37693"/>
                </a:lnTo>
                <a:lnTo>
                  <a:pt x="3463042" y="37856"/>
                </a:lnTo>
                <a:lnTo>
                  <a:pt x="3462042" y="38040"/>
                </a:lnTo>
                <a:lnTo>
                  <a:pt x="3461053" y="38247"/>
                </a:lnTo>
                <a:lnTo>
                  <a:pt x="3460075" y="38475"/>
                </a:lnTo>
                <a:lnTo>
                  <a:pt x="3459108" y="38725"/>
                </a:lnTo>
                <a:lnTo>
                  <a:pt x="3458152" y="38996"/>
                </a:lnTo>
                <a:lnTo>
                  <a:pt x="3457208" y="39289"/>
                </a:lnTo>
                <a:lnTo>
                  <a:pt x="3456275" y="39604"/>
                </a:lnTo>
                <a:lnTo>
                  <a:pt x="3455353" y="39941"/>
                </a:lnTo>
                <a:lnTo>
                  <a:pt x="3454442" y="40300"/>
                </a:lnTo>
                <a:lnTo>
                  <a:pt x="3453543" y="40680"/>
                </a:lnTo>
                <a:lnTo>
                  <a:pt x="3452654" y="41082"/>
                </a:lnTo>
                <a:lnTo>
                  <a:pt x="3451777" y="41505"/>
                </a:lnTo>
                <a:lnTo>
                  <a:pt x="3450911" y="41951"/>
                </a:lnTo>
                <a:lnTo>
                  <a:pt x="3450056" y="42418"/>
                </a:lnTo>
                <a:lnTo>
                  <a:pt x="3449212" y="42906"/>
                </a:lnTo>
                <a:lnTo>
                  <a:pt x="3448380" y="43417"/>
                </a:lnTo>
                <a:lnTo>
                  <a:pt x="3447566" y="43947"/>
                </a:lnTo>
                <a:lnTo>
                  <a:pt x="3446767" y="44495"/>
                </a:lnTo>
                <a:lnTo>
                  <a:pt x="3445982" y="45060"/>
                </a:lnTo>
                <a:lnTo>
                  <a:pt x="3445213" y="45643"/>
                </a:lnTo>
                <a:lnTo>
                  <a:pt x="3444459" y="46243"/>
                </a:lnTo>
                <a:lnTo>
                  <a:pt x="3443719" y="46861"/>
                </a:lnTo>
                <a:lnTo>
                  <a:pt x="3442995" y="47497"/>
                </a:lnTo>
                <a:lnTo>
                  <a:pt x="3442285" y="48150"/>
                </a:lnTo>
                <a:lnTo>
                  <a:pt x="3441590" y="48820"/>
                </a:lnTo>
                <a:lnTo>
                  <a:pt x="3440910" y="49509"/>
                </a:lnTo>
                <a:lnTo>
                  <a:pt x="3440246" y="50214"/>
                </a:lnTo>
                <a:lnTo>
                  <a:pt x="3439596" y="50938"/>
                </a:lnTo>
                <a:lnTo>
                  <a:pt x="3438961" y="51678"/>
                </a:lnTo>
                <a:lnTo>
                  <a:pt x="3438340" y="52437"/>
                </a:lnTo>
                <a:lnTo>
                  <a:pt x="3437735" y="53213"/>
                </a:lnTo>
                <a:lnTo>
                  <a:pt x="3437145" y="54006"/>
                </a:lnTo>
                <a:lnTo>
                  <a:pt x="3436570" y="54817"/>
                </a:lnTo>
                <a:lnTo>
                  <a:pt x="3436009" y="55646"/>
                </a:lnTo>
                <a:lnTo>
                  <a:pt x="3435464" y="56492"/>
                </a:lnTo>
                <a:lnTo>
                  <a:pt x="3434933" y="57356"/>
                </a:lnTo>
                <a:lnTo>
                  <a:pt x="3434417" y="58237"/>
                </a:lnTo>
                <a:lnTo>
                  <a:pt x="3433917" y="59136"/>
                </a:lnTo>
                <a:lnTo>
                  <a:pt x="3433431" y="60052"/>
                </a:lnTo>
                <a:lnTo>
                  <a:pt x="3432960" y="60986"/>
                </a:lnTo>
                <a:lnTo>
                  <a:pt x="3432511" y="61935"/>
                </a:lnTo>
                <a:lnTo>
                  <a:pt x="3432082" y="62898"/>
                </a:lnTo>
                <a:lnTo>
                  <a:pt x="3431671" y="63874"/>
                </a:lnTo>
                <a:lnTo>
                  <a:pt x="3431280" y="64864"/>
                </a:lnTo>
                <a:lnTo>
                  <a:pt x="3430908" y="65867"/>
                </a:lnTo>
                <a:lnTo>
                  <a:pt x="3430554" y="66883"/>
                </a:lnTo>
                <a:lnTo>
                  <a:pt x="3430220" y="67913"/>
                </a:lnTo>
                <a:lnTo>
                  <a:pt x="3429905" y="68956"/>
                </a:lnTo>
                <a:lnTo>
                  <a:pt x="3429609" y="70012"/>
                </a:lnTo>
                <a:lnTo>
                  <a:pt x="3429333" y="71082"/>
                </a:lnTo>
                <a:lnTo>
                  <a:pt x="3429075" y="72166"/>
                </a:lnTo>
                <a:lnTo>
                  <a:pt x="3428836" y="73262"/>
                </a:lnTo>
                <a:lnTo>
                  <a:pt x="3428617" y="74372"/>
                </a:lnTo>
                <a:lnTo>
                  <a:pt x="3428416" y="75496"/>
                </a:lnTo>
                <a:lnTo>
                  <a:pt x="3428235" y="76632"/>
                </a:lnTo>
                <a:lnTo>
                  <a:pt x="3428073" y="77783"/>
                </a:lnTo>
                <a:lnTo>
                  <a:pt x="3427929" y="78946"/>
                </a:lnTo>
                <a:lnTo>
                  <a:pt x="3427805" y="80123"/>
                </a:lnTo>
                <a:lnTo>
                  <a:pt x="3427700" y="81313"/>
                </a:lnTo>
                <a:lnTo>
                  <a:pt x="3427614" y="82517"/>
                </a:lnTo>
                <a:lnTo>
                  <a:pt x="3427548" y="83734"/>
                </a:lnTo>
                <a:lnTo>
                  <a:pt x="3427500" y="84965"/>
                </a:lnTo>
                <a:lnTo>
                  <a:pt x="3427471" y="86209"/>
                </a:lnTo>
                <a:lnTo>
                  <a:pt x="3427462" y="87466"/>
                </a:lnTo>
                <a:lnTo>
                  <a:pt x="3427471" y="88713"/>
                </a:lnTo>
                <a:lnTo>
                  <a:pt x="3427500" y="89946"/>
                </a:lnTo>
                <a:lnTo>
                  <a:pt x="3427548" y="91167"/>
                </a:lnTo>
                <a:lnTo>
                  <a:pt x="3427614" y="92374"/>
                </a:lnTo>
                <a:lnTo>
                  <a:pt x="3427700" y="93569"/>
                </a:lnTo>
                <a:lnTo>
                  <a:pt x="3427805" y="94750"/>
                </a:lnTo>
                <a:lnTo>
                  <a:pt x="3427929" y="95917"/>
                </a:lnTo>
                <a:lnTo>
                  <a:pt x="3428073" y="97072"/>
                </a:lnTo>
                <a:lnTo>
                  <a:pt x="3428235" y="98214"/>
                </a:lnTo>
                <a:lnTo>
                  <a:pt x="3428416" y="99342"/>
                </a:lnTo>
                <a:lnTo>
                  <a:pt x="3428617" y="100457"/>
                </a:lnTo>
                <a:lnTo>
                  <a:pt x="3428836" y="101559"/>
                </a:lnTo>
                <a:lnTo>
                  <a:pt x="3429075" y="102648"/>
                </a:lnTo>
                <a:lnTo>
                  <a:pt x="3429333" y="103724"/>
                </a:lnTo>
                <a:lnTo>
                  <a:pt x="3429609" y="104786"/>
                </a:lnTo>
                <a:lnTo>
                  <a:pt x="3429905" y="105836"/>
                </a:lnTo>
                <a:lnTo>
                  <a:pt x="3430220" y="106872"/>
                </a:lnTo>
                <a:lnTo>
                  <a:pt x="3430554" y="107895"/>
                </a:lnTo>
                <a:lnTo>
                  <a:pt x="3430908" y="108905"/>
                </a:lnTo>
                <a:lnTo>
                  <a:pt x="3431280" y="109901"/>
                </a:lnTo>
                <a:lnTo>
                  <a:pt x="3431671" y="110885"/>
                </a:lnTo>
                <a:lnTo>
                  <a:pt x="3432082" y="111855"/>
                </a:lnTo>
                <a:lnTo>
                  <a:pt x="3432511" y="112812"/>
                </a:lnTo>
                <a:lnTo>
                  <a:pt x="3432960" y="113756"/>
                </a:lnTo>
                <a:lnTo>
                  <a:pt x="3433431" y="114685"/>
                </a:lnTo>
                <a:lnTo>
                  <a:pt x="3433917" y="115597"/>
                </a:lnTo>
                <a:lnTo>
                  <a:pt x="3434417" y="116491"/>
                </a:lnTo>
                <a:lnTo>
                  <a:pt x="3434933" y="117367"/>
                </a:lnTo>
                <a:lnTo>
                  <a:pt x="3435464" y="118227"/>
                </a:lnTo>
                <a:lnTo>
                  <a:pt x="3436009" y="119069"/>
                </a:lnTo>
                <a:lnTo>
                  <a:pt x="3436570" y="119894"/>
                </a:lnTo>
                <a:lnTo>
                  <a:pt x="3437145" y="120701"/>
                </a:lnTo>
                <a:lnTo>
                  <a:pt x="3437735" y="121491"/>
                </a:lnTo>
                <a:lnTo>
                  <a:pt x="3438340" y="122264"/>
                </a:lnTo>
                <a:lnTo>
                  <a:pt x="3438961" y="123019"/>
                </a:lnTo>
                <a:lnTo>
                  <a:pt x="3439596" y="123757"/>
                </a:lnTo>
                <a:lnTo>
                  <a:pt x="3440246" y="124478"/>
                </a:lnTo>
                <a:lnTo>
                  <a:pt x="3440910" y="125182"/>
                </a:lnTo>
                <a:lnTo>
                  <a:pt x="3441590" y="125868"/>
                </a:lnTo>
                <a:lnTo>
                  <a:pt x="3442285" y="126536"/>
                </a:lnTo>
                <a:lnTo>
                  <a:pt x="3442995" y="127188"/>
                </a:lnTo>
                <a:lnTo>
                  <a:pt x="3443719" y="127822"/>
                </a:lnTo>
                <a:lnTo>
                  <a:pt x="3444459" y="128439"/>
                </a:lnTo>
                <a:lnTo>
                  <a:pt x="3445213" y="129038"/>
                </a:lnTo>
                <a:lnTo>
                  <a:pt x="3445982" y="129620"/>
                </a:lnTo>
                <a:lnTo>
                  <a:pt x="3446767" y="130185"/>
                </a:lnTo>
                <a:lnTo>
                  <a:pt x="3447566" y="130732"/>
                </a:lnTo>
                <a:lnTo>
                  <a:pt x="3448380" y="131262"/>
                </a:lnTo>
                <a:lnTo>
                  <a:pt x="3449212" y="131773"/>
                </a:lnTo>
                <a:lnTo>
                  <a:pt x="3450056" y="132261"/>
                </a:lnTo>
                <a:lnTo>
                  <a:pt x="3450911" y="132729"/>
                </a:lnTo>
                <a:lnTo>
                  <a:pt x="3451777" y="133174"/>
                </a:lnTo>
                <a:lnTo>
                  <a:pt x="3452654" y="133597"/>
                </a:lnTo>
                <a:lnTo>
                  <a:pt x="3453543" y="133999"/>
                </a:lnTo>
                <a:lnTo>
                  <a:pt x="3454442" y="134380"/>
                </a:lnTo>
                <a:lnTo>
                  <a:pt x="3455353" y="134738"/>
                </a:lnTo>
                <a:lnTo>
                  <a:pt x="3456275" y="135075"/>
                </a:lnTo>
                <a:lnTo>
                  <a:pt x="3457208" y="135390"/>
                </a:lnTo>
                <a:lnTo>
                  <a:pt x="3458152" y="135683"/>
                </a:lnTo>
                <a:lnTo>
                  <a:pt x="3459108" y="135955"/>
                </a:lnTo>
                <a:lnTo>
                  <a:pt x="3460075" y="136204"/>
                </a:lnTo>
                <a:lnTo>
                  <a:pt x="3461053" y="136433"/>
                </a:lnTo>
                <a:lnTo>
                  <a:pt x="3462042" y="136639"/>
                </a:lnTo>
                <a:lnTo>
                  <a:pt x="3463042" y="136824"/>
                </a:lnTo>
                <a:lnTo>
                  <a:pt x="3464054" y="136986"/>
                </a:lnTo>
                <a:lnTo>
                  <a:pt x="3465076" y="137128"/>
                </a:lnTo>
                <a:lnTo>
                  <a:pt x="3466110" y="137247"/>
                </a:lnTo>
                <a:lnTo>
                  <a:pt x="3467155" y="137345"/>
                </a:lnTo>
                <a:lnTo>
                  <a:pt x="3468212" y="137421"/>
                </a:lnTo>
                <a:lnTo>
                  <a:pt x="3469279" y="137475"/>
                </a:lnTo>
                <a:lnTo>
                  <a:pt x="3470358" y="137508"/>
                </a:lnTo>
                <a:lnTo>
                  <a:pt x="3471447" y="137519"/>
                </a:lnTo>
                <a:lnTo>
                  <a:pt x="3472537" y="137508"/>
                </a:lnTo>
                <a:lnTo>
                  <a:pt x="3473615" y="137475"/>
                </a:lnTo>
                <a:lnTo>
                  <a:pt x="3474682" y="137421"/>
                </a:lnTo>
                <a:lnTo>
                  <a:pt x="3475738" y="137345"/>
                </a:lnTo>
                <a:lnTo>
                  <a:pt x="3476782" y="137247"/>
                </a:lnTo>
                <a:lnTo>
                  <a:pt x="3477815" y="137128"/>
                </a:lnTo>
                <a:lnTo>
                  <a:pt x="3478836" y="136986"/>
                </a:lnTo>
                <a:close/>
                <a:moveTo>
                  <a:pt x="3465924" y="123685"/>
                </a:moveTo>
                <a:lnTo>
                  <a:pt x="3465184" y="123552"/>
                </a:lnTo>
                <a:lnTo>
                  <a:pt x="3464456" y="123401"/>
                </a:lnTo>
                <a:lnTo>
                  <a:pt x="3463741" y="123232"/>
                </a:lnTo>
                <a:lnTo>
                  <a:pt x="3463038" y="123045"/>
                </a:lnTo>
                <a:lnTo>
                  <a:pt x="3462347" y="122841"/>
                </a:lnTo>
                <a:lnTo>
                  <a:pt x="3461668" y="122619"/>
                </a:lnTo>
                <a:lnTo>
                  <a:pt x="3461002" y="122379"/>
                </a:lnTo>
                <a:lnTo>
                  <a:pt x="3460348" y="122121"/>
                </a:lnTo>
                <a:lnTo>
                  <a:pt x="3459707" y="121846"/>
                </a:lnTo>
                <a:lnTo>
                  <a:pt x="3459077" y="121552"/>
                </a:lnTo>
                <a:lnTo>
                  <a:pt x="3458460" y="121241"/>
                </a:lnTo>
                <a:lnTo>
                  <a:pt x="3457855" y="120912"/>
                </a:lnTo>
                <a:lnTo>
                  <a:pt x="3457263" y="120566"/>
                </a:lnTo>
                <a:lnTo>
                  <a:pt x="3456683" y="120202"/>
                </a:lnTo>
                <a:lnTo>
                  <a:pt x="3456115" y="119819"/>
                </a:lnTo>
                <a:lnTo>
                  <a:pt x="3455559" y="119419"/>
                </a:lnTo>
                <a:lnTo>
                  <a:pt x="3455016" y="119002"/>
                </a:lnTo>
                <a:lnTo>
                  <a:pt x="3454485" y="118570"/>
                </a:lnTo>
                <a:lnTo>
                  <a:pt x="3453965" y="118126"/>
                </a:lnTo>
                <a:lnTo>
                  <a:pt x="3453457" y="117672"/>
                </a:lnTo>
                <a:lnTo>
                  <a:pt x="3452960" y="117206"/>
                </a:lnTo>
                <a:lnTo>
                  <a:pt x="3452475" y="116729"/>
                </a:lnTo>
                <a:lnTo>
                  <a:pt x="3452002" y="116241"/>
                </a:lnTo>
                <a:lnTo>
                  <a:pt x="3451541" y="115741"/>
                </a:lnTo>
                <a:lnTo>
                  <a:pt x="3451091" y="115231"/>
                </a:lnTo>
                <a:lnTo>
                  <a:pt x="3450652" y="114709"/>
                </a:lnTo>
                <a:lnTo>
                  <a:pt x="3450226" y="114176"/>
                </a:lnTo>
                <a:lnTo>
                  <a:pt x="3449811" y="113632"/>
                </a:lnTo>
                <a:lnTo>
                  <a:pt x="3449407" y="113077"/>
                </a:lnTo>
                <a:lnTo>
                  <a:pt x="3449015" y="112510"/>
                </a:lnTo>
                <a:lnTo>
                  <a:pt x="3448635" y="111933"/>
                </a:lnTo>
                <a:lnTo>
                  <a:pt x="3448267" y="111344"/>
                </a:lnTo>
                <a:lnTo>
                  <a:pt x="3447910" y="110744"/>
                </a:lnTo>
                <a:lnTo>
                  <a:pt x="3447564" y="110133"/>
                </a:lnTo>
                <a:lnTo>
                  <a:pt x="3447231" y="109510"/>
                </a:lnTo>
                <a:lnTo>
                  <a:pt x="3446909" y="108877"/>
                </a:lnTo>
                <a:lnTo>
                  <a:pt x="3446598" y="108232"/>
                </a:lnTo>
                <a:lnTo>
                  <a:pt x="3446300" y="107576"/>
                </a:lnTo>
                <a:lnTo>
                  <a:pt x="3446012" y="106909"/>
                </a:lnTo>
                <a:lnTo>
                  <a:pt x="3445737" y="106230"/>
                </a:lnTo>
                <a:lnTo>
                  <a:pt x="3445473" y="105541"/>
                </a:lnTo>
                <a:lnTo>
                  <a:pt x="3445220" y="104843"/>
                </a:lnTo>
                <a:lnTo>
                  <a:pt x="3444978" y="104141"/>
                </a:lnTo>
                <a:lnTo>
                  <a:pt x="3444747" y="103433"/>
                </a:lnTo>
                <a:lnTo>
                  <a:pt x="3444527" y="102721"/>
                </a:lnTo>
                <a:lnTo>
                  <a:pt x="3444317" y="102004"/>
                </a:lnTo>
                <a:lnTo>
                  <a:pt x="3444118" y="101283"/>
                </a:lnTo>
                <a:lnTo>
                  <a:pt x="3443930" y="100556"/>
                </a:lnTo>
                <a:lnTo>
                  <a:pt x="3443752" y="99825"/>
                </a:lnTo>
                <a:lnTo>
                  <a:pt x="3443586" y="99088"/>
                </a:lnTo>
                <a:lnTo>
                  <a:pt x="3443430" y="98347"/>
                </a:lnTo>
                <a:lnTo>
                  <a:pt x="3443285" y="97602"/>
                </a:lnTo>
                <a:lnTo>
                  <a:pt x="3443150" y="96851"/>
                </a:lnTo>
                <a:lnTo>
                  <a:pt x="3443027" y="96095"/>
                </a:lnTo>
                <a:lnTo>
                  <a:pt x="3442914" y="95335"/>
                </a:lnTo>
                <a:lnTo>
                  <a:pt x="3442812" y="94570"/>
                </a:lnTo>
                <a:lnTo>
                  <a:pt x="3442720" y="93800"/>
                </a:lnTo>
                <a:lnTo>
                  <a:pt x="3442640" y="93025"/>
                </a:lnTo>
                <a:lnTo>
                  <a:pt x="3442570" y="92245"/>
                </a:lnTo>
                <a:lnTo>
                  <a:pt x="3442511" y="91461"/>
                </a:lnTo>
                <a:lnTo>
                  <a:pt x="3442462" y="90671"/>
                </a:lnTo>
                <a:lnTo>
                  <a:pt x="3442424" y="89877"/>
                </a:lnTo>
                <a:lnTo>
                  <a:pt x="3442398" y="89078"/>
                </a:lnTo>
                <a:lnTo>
                  <a:pt x="3442381" y="88275"/>
                </a:lnTo>
                <a:lnTo>
                  <a:pt x="3442376" y="87466"/>
                </a:lnTo>
                <a:lnTo>
                  <a:pt x="3442381" y="86657"/>
                </a:lnTo>
                <a:lnTo>
                  <a:pt x="3442398" y="85853"/>
                </a:lnTo>
                <a:lnTo>
                  <a:pt x="3442424" y="85054"/>
                </a:lnTo>
                <a:lnTo>
                  <a:pt x="3442462" y="84259"/>
                </a:lnTo>
                <a:lnTo>
                  <a:pt x="3442511" y="83468"/>
                </a:lnTo>
                <a:lnTo>
                  <a:pt x="3442570" y="82683"/>
                </a:lnTo>
                <a:lnTo>
                  <a:pt x="3442640" y="81902"/>
                </a:lnTo>
                <a:lnTo>
                  <a:pt x="3442720" y="81125"/>
                </a:lnTo>
                <a:lnTo>
                  <a:pt x="3442812" y="80353"/>
                </a:lnTo>
                <a:lnTo>
                  <a:pt x="3442914" y="79586"/>
                </a:lnTo>
                <a:lnTo>
                  <a:pt x="3443027" y="78823"/>
                </a:lnTo>
                <a:lnTo>
                  <a:pt x="3443150" y="78065"/>
                </a:lnTo>
                <a:lnTo>
                  <a:pt x="3443285" y="77312"/>
                </a:lnTo>
                <a:lnTo>
                  <a:pt x="3443430" y="76563"/>
                </a:lnTo>
                <a:lnTo>
                  <a:pt x="3443586" y="75819"/>
                </a:lnTo>
                <a:lnTo>
                  <a:pt x="3443752" y="75079"/>
                </a:lnTo>
                <a:lnTo>
                  <a:pt x="3443930" y="74344"/>
                </a:lnTo>
                <a:lnTo>
                  <a:pt x="3444118" y="73614"/>
                </a:lnTo>
                <a:lnTo>
                  <a:pt x="3444317" y="72888"/>
                </a:lnTo>
                <a:lnTo>
                  <a:pt x="3444527" y="72167"/>
                </a:lnTo>
                <a:lnTo>
                  <a:pt x="3444747" y="71450"/>
                </a:lnTo>
                <a:lnTo>
                  <a:pt x="3444978" y="70738"/>
                </a:lnTo>
                <a:lnTo>
                  <a:pt x="3445220" y="70031"/>
                </a:lnTo>
                <a:lnTo>
                  <a:pt x="3445473" y="69328"/>
                </a:lnTo>
                <a:lnTo>
                  <a:pt x="3445737" y="68633"/>
                </a:lnTo>
                <a:lnTo>
                  <a:pt x="3446012" y="67950"/>
                </a:lnTo>
                <a:lnTo>
                  <a:pt x="3446300" y="67277"/>
                </a:lnTo>
                <a:lnTo>
                  <a:pt x="3446598" y="66616"/>
                </a:lnTo>
                <a:lnTo>
                  <a:pt x="3446909" y="65966"/>
                </a:lnTo>
                <a:lnTo>
                  <a:pt x="3447231" y="65327"/>
                </a:lnTo>
                <a:lnTo>
                  <a:pt x="3447564" y="64699"/>
                </a:lnTo>
                <a:lnTo>
                  <a:pt x="3447910" y="64083"/>
                </a:lnTo>
                <a:lnTo>
                  <a:pt x="3448267" y="63477"/>
                </a:lnTo>
                <a:lnTo>
                  <a:pt x="3448635" y="62883"/>
                </a:lnTo>
                <a:lnTo>
                  <a:pt x="3449015" y="62300"/>
                </a:lnTo>
                <a:lnTo>
                  <a:pt x="3449407" y="61729"/>
                </a:lnTo>
                <a:lnTo>
                  <a:pt x="3449811" y="61168"/>
                </a:lnTo>
                <a:lnTo>
                  <a:pt x="3450226" y="60619"/>
                </a:lnTo>
                <a:lnTo>
                  <a:pt x="3450652" y="60081"/>
                </a:lnTo>
                <a:lnTo>
                  <a:pt x="3451091" y="59554"/>
                </a:lnTo>
                <a:lnTo>
                  <a:pt x="3451541" y="59038"/>
                </a:lnTo>
                <a:lnTo>
                  <a:pt x="3452002" y="58533"/>
                </a:lnTo>
                <a:lnTo>
                  <a:pt x="3452475" y="58040"/>
                </a:lnTo>
                <a:lnTo>
                  <a:pt x="3452960" y="57558"/>
                </a:lnTo>
                <a:lnTo>
                  <a:pt x="3453457" y="57087"/>
                </a:lnTo>
                <a:lnTo>
                  <a:pt x="3453965" y="56627"/>
                </a:lnTo>
                <a:lnTo>
                  <a:pt x="3454485" y="56178"/>
                </a:lnTo>
                <a:lnTo>
                  <a:pt x="3455016" y="55741"/>
                </a:lnTo>
                <a:lnTo>
                  <a:pt x="3455559" y="55318"/>
                </a:lnTo>
                <a:lnTo>
                  <a:pt x="3456115" y="54913"/>
                </a:lnTo>
                <a:lnTo>
                  <a:pt x="3456683" y="54526"/>
                </a:lnTo>
                <a:lnTo>
                  <a:pt x="3457263" y="54157"/>
                </a:lnTo>
                <a:lnTo>
                  <a:pt x="3457855" y="53806"/>
                </a:lnTo>
                <a:lnTo>
                  <a:pt x="3458460" y="53473"/>
                </a:lnTo>
                <a:lnTo>
                  <a:pt x="3459077" y="53158"/>
                </a:lnTo>
                <a:lnTo>
                  <a:pt x="3459707" y="52862"/>
                </a:lnTo>
                <a:lnTo>
                  <a:pt x="3460348" y="52583"/>
                </a:lnTo>
                <a:lnTo>
                  <a:pt x="3461002" y="52322"/>
                </a:lnTo>
                <a:lnTo>
                  <a:pt x="3461668" y="52079"/>
                </a:lnTo>
                <a:lnTo>
                  <a:pt x="3462347" y="51854"/>
                </a:lnTo>
                <a:lnTo>
                  <a:pt x="3463038" y="51647"/>
                </a:lnTo>
                <a:lnTo>
                  <a:pt x="3463741" y="51458"/>
                </a:lnTo>
                <a:lnTo>
                  <a:pt x="3464456" y="51287"/>
                </a:lnTo>
                <a:lnTo>
                  <a:pt x="3465184" y="51134"/>
                </a:lnTo>
                <a:lnTo>
                  <a:pt x="3465924" y="50999"/>
                </a:lnTo>
                <a:lnTo>
                  <a:pt x="3466676" y="50882"/>
                </a:lnTo>
                <a:lnTo>
                  <a:pt x="3467440" y="50783"/>
                </a:lnTo>
                <a:lnTo>
                  <a:pt x="3468217" y="50702"/>
                </a:lnTo>
                <a:lnTo>
                  <a:pt x="3469006" y="50639"/>
                </a:lnTo>
                <a:lnTo>
                  <a:pt x="3469808" y="50594"/>
                </a:lnTo>
                <a:lnTo>
                  <a:pt x="3470621" y="50567"/>
                </a:lnTo>
                <a:lnTo>
                  <a:pt x="3471447" y="50558"/>
                </a:lnTo>
                <a:lnTo>
                  <a:pt x="3472273" y="50567"/>
                </a:lnTo>
                <a:lnTo>
                  <a:pt x="3473087" y="50594"/>
                </a:lnTo>
                <a:lnTo>
                  <a:pt x="3473888" y="50639"/>
                </a:lnTo>
                <a:lnTo>
                  <a:pt x="3474678" y="50702"/>
                </a:lnTo>
                <a:lnTo>
                  <a:pt x="3475454" y="50783"/>
                </a:lnTo>
                <a:lnTo>
                  <a:pt x="3476219" y="50882"/>
                </a:lnTo>
                <a:lnTo>
                  <a:pt x="3476971" y="50999"/>
                </a:lnTo>
                <a:lnTo>
                  <a:pt x="3477711" y="51134"/>
                </a:lnTo>
                <a:lnTo>
                  <a:pt x="3478439" y="51287"/>
                </a:lnTo>
                <a:lnTo>
                  <a:pt x="3479154" y="51458"/>
                </a:lnTo>
                <a:lnTo>
                  <a:pt x="3479857" y="51647"/>
                </a:lnTo>
                <a:lnTo>
                  <a:pt x="3480548" y="51854"/>
                </a:lnTo>
                <a:lnTo>
                  <a:pt x="3481226" y="52079"/>
                </a:lnTo>
                <a:lnTo>
                  <a:pt x="3481893" y="52322"/>
                </a:lnTo>
                <a:lnTo>
                  <a:pt x="3482547" y="52583"/>
                </a:lnTo>
                <a:lnTo>
                  <a:pt x="3483188" y="52862"/>
                </a:lnTo>
                <a:lnTo>
                  <a:pt x="3483818" y="53158"/>
                </a:lnTo>
                <a:lnTo>
                  <a:pt x="3484435" y="53473"/>
                </a:lnTo>
                <a:lnTo>
                  <a:pt x="3485039" y="53806"/>
                </a:lnTo>
                <a:lnTo>
                  <a:pt x="3485632" y="54157"/>
                </a:lnTo>
                <a:lnTo>
                  <a:pt x="3486212" y="54526"/>
                </a:lnTo>
                <a:lnTo>
                  <a:pt x="3486780" y="54913"/>
                </a:lnTo>
                <a:lnTo>
                  <a:pt x="3487336" y="55318"/>
                </a:lnTo>
                <a:lnTo>
                  <a:pt x="3487879" y="55741"/>
                </a:lnTo>
                <a:lnTo>
                  <a:pt x="3488410" y="56178"/>
                </a:lnTo>
                <a:lnTo>
                  <a:pt x="3488930" y="56627"/>
                </a:lnTo>
                <a:lnTo>
                  <a:pt x="3489438" y="57087"/>
                </a:lnTo>
                <a:lnTo>
                  <a:pt x="3489934" y="57558"/>
                </a:lnTo>
                <a:lnTo>
                  <a:pt x="3490419" y="58040"/>
                </a:lnTo>
                <a:lnTo>
                  <a:pt x="3490893" y="58533"/>
                </a:lnTo>
                <a:lnTo>
                  <a:pt x="3491354" y="59038"/>
                </a:lnTo>
                <a:lnTo>
                  <a:pt x="3491804" y="59554"/>
                </a:lnTo>
                <a:lnTo>
                  <a:pt x="3492242" y="60081"/>
                </a:lnTo>
                <a:lnTo>
                  <a:pt x="3492669" y="60619"/>
                </a:lnTo>
                <a:lnTo>
                  <a:pt x="3493084" y="61168"/>
                </a:lnTo>
                <a:lnTo>
                  <a:pt x="3493488" y="61729"/>
                </a:lnTo>
                <a:lnTo>
                  <a:pt x="3493879" y="62300"/>
                </a:lnTo>
                <a:lnTo>
                  <a:pt x="3494260" y="62883"/>
                </a:lnTo>
                <a:lnTo>
                  <a:pt x="3494628" y="63477"/>
                </a:lnTo>
                <a:lnTo>
                  <a:pt x="3494985" y="64083"/>
                </a:lnTo>
                <a:lnTo>
                  <a:pt x="3495330" y="64699"/>
                </a:lnTo>
                <a:lnTo>
                  <a:pt x="3495664" y="65327"/>
                </a:lnTo>
                <a:lnTo>
                  <a:pt x="3495986" y="65966"/>
                </a:lnTo>
                <a:lnTo>
                  <a:pt x="3496296" y="66616"/>
                </a:lnTo>
                <a:lnTo>
                  <a:pt x="3496595" y="67277"/>
                </a:lnTo>
                <a:lnTo>
                  <a:pt x="3496882" y="67950"/>
                </a:lnTo>
                <a:lnTo>
                  <a:pt x="3497158" y="68633"/>
                </a:lnTo>
                <a:lnTo>
                  <a:pt x="3497422" y="69328"/>
                </a:lnTo>
                <a:lnTo>
                  <a:pt x="3497675" y="70031"/>
                </a:lnTo>
                <a:lnTo>
                  <a:pt x="3497916" y="70738"/>
                </a:lnTo>
                <a:lnTo>
                  <a:pt x="3498148" y="71450"/>
                </a:lnTo>
                <a:lnTo>
                  <a:pt x="3498368" y="72167"/>
                </a:lnTo>
                <a:lnTo>
                  <a:pt x="3498578" y="72888"/>
                </a:lnTo>
                <a:lnTo>
                  <a:pt x="3498777" y="73614"/>
                </a:lnTo>
                <a:lnTo>
                  <a:pt x="3498965" y="74344"/>
                </a:lnTo>
                <a:lnTo>
                  <a:pt x="3499142" y="75079"/>
                </a:lnTo>
                <a:lnTo>
                  <a:pt x="3499309" y="75819"/>
                </a:lnTo>
                <a:lnTo>
                  <a:pt x="3499465" y="76563"/>
                </a:lnTo>
                <a:lnTo>
                  <a:pt x="3499610" y="77312"/>
                </a:lnTo>
                <a:lnTo>
                  <a:pt x="3499744" y="78065"/>
                </a:lnTo>
                <a:lnTo>
                  <a:pt x="3499868" y="78823"/>
                </a:lnTo>
                <a:lnTo>
                  <a:pt x="3499981" y="79586"/>
                </a:lnTo>
                <a:lnTo>
                  <a:pt x="3500083" y="80353"/>
                </a:lnTo>
                <a:lnTo>
                  <a:pt x="3500174" y="81125"/>
                </a:lnTo>
                <a:lnTo>
                  <a:pt x="3500255" y="81902"/>
                </a:lnTo>
                <a:lnTo>
                  <a:pt x="3500325" y="82683"/>
                </a:lnTo>
                <a:lnTo>
                  <a:pt x="3500384" y="83468"/>
                </a:lnTo>
                <a:lnTo>
                  <a:pt x="3500432" y="84259"/>
                </a:lnTo>
                <a:lnTo>
                  <a:pt x="3500470" y="85054"/>
                </a:lnTo>
                <a:lnTo>
                  <a:pt x="3500497" y="85853"/>
                </a:lnTo>
                <a:lnTo>
                  <a:pt x="3500513" y="86657"/>
                </a:lnTo>
                <a:lnTo>
                  <a:pt x="3500518" y="87466"/>
                </a:lnTo>
                <a:lnTo>
                  <a:pt x="3500513" y="88275"/>
                </a:lnTo>
                <a:lnTo>
                  <a:pt x="3500497" y="89078"/>
                </a:lnTo>
                <a:lnTo>
                  <a:pt x="3500470" y="89877"/>
                </a:lnTo>
                <a:lnTo>
                  <a:pt x="3500432" y="90671"/>
                </a:lnTo>
                <a:lnTo>
                  <a:pt x="3500384" y="91461"/>
                </a:lnTo>
                <a:lnTo>
                  <a:pt x="3500325" y="92245"/>
                </a:lnTo>
                <a:lnTo>
                  <a:pt x="3500255" y="93025"/>
                </a:lnTo>
                <a:lnTo>
                  <a:pt x="3500174" y="93800"/>
                </a:lnTo>
                <a:lnTo>
                  <a:pt x="3500083" y="94570"/>
                </a:lnTo>
                <a:lnTo>
                  <a:pt x="3499981" y="95335"/>
                </a:lnTo>
                <a:lnTo>
                  <a:pt x="3499868" y="96095"/>
                </a:lnTo>
                <a:lnTo>
                  <a:pt x="3499744" y="96851"/>
                </a:lnTo>
                <a:lnTo>
                  <a:pt x="3499610" y="97602"/>
                </a:lnTo>
                <a:lnTo>
                  <a:pt x="3499465" y="98347"/>
                </a:lnTo>
                <a:lnTo>
                  <a:pt x="3499309" y="99088"/>
                </a:lnTo>
                <a:lnTo>
                  <a:pt x="3499142" y="99825"/>
                </a:lnTo>
                <a:lnTo>
                  <a:pt x="3498965" y="100556"/>
                </a:lnTo>
                <a:lnTo>
                  <a:pt x="3498777" y="101283"/>
                </a:lnTo>
                <a:lnTo>
                  <a:pt x="3498578" y="102004"/>
                </a:lnTo>
                <a:lnTo>
                  <a:pt x="3498368" y="102721"/>
                </a:lnTo>
                <a:lnTo>
                  <a:pt x="3498148" y="103433"/>
                </a:lnTo>
                <a:lnTo>
                  <a:pt x="3497916" y="104141"/>
                </a:lnTo>
                <a:lnTo>
                  <a:pt x="3497675" y="104843"/>
                </a:lnTo>
                <a:lnTo>
                  <a:pt x="3497422" y="105541"/>
                </a:lnTo>
                <a:lnTo>
                  <a:pt x="3497158" y="106230"/>
                </a:lnTo>
                <a:lnTo>
                  <a:pt x="3496882" y="106909"/>
                </a:lnTo>
                <a:lnTo>
                  <a:pt x="3496595" y="107576"/>
                </a:lnTo>
                <a:lnTo>
                  <a:pt x="3496296" y="108232"/>
                </a:lnTo>
                <a:lnTo>
                  <a:pt x="3495986" y="108877"/>
                </a:lnTo>
                <a:lnTo>
                  <a:pt x="3495664" y="109510"/>
                </a:lnTo>
                <a:lnTo>
                  <a:pt x="3495330" y="110133"/>
                </a:lnTo>
                <a:lnTo>
                  <a:pt x="3494985" y="110744"/>
                </a:lnTo>
                <a:lnTo>
                  <a:pt x="3494628" y="111344"/>
                </a:lnTo>
                <a:lnTo>
                  <a:pt x="3494260" y="111933"/>
                </a:lnTo>
                <a:lnTo>
                  <a:pt x="3493879" y="112510"/>
                </a:lnTo>
                <a:lnTo>
                  <a:pt x="3493488" y="113077"/>
                </a:lnTo>
                <a:lnTo>
                  <a:pt x="3493084" y="113632"/>
                </a:lnTo>
                <a:lnTo>
                  <a:pt x="3492669" y="114176"/>
                </a:lnTo>
                <a:lnTo>
                  <a:pt x="3492242" y="114709"/>
                </a:lnTo>
                <a:lnTo>
                  <a:pt x="3491804" y="115231"/>
                </a:lnTo>
                <a:lnTo>
                  <a:pt x="3491354" y="115741"/>
                </a:lnTo>
                <a:lnTo>
                  <a:pt x="3490893" y="116241"/>
                </a:lnTo>
                <a:lnTo>
                  <a:pt x="3490419" y="116729"/>
                </a:lnTo>
                <a:lnTo>
                  <a:pt x="3489934" y="117206"/>
                </a:lnTo>
                <a:lnTo>
                  <a:pt x="3489438" y="117672"/>
                </a:lnTo>
                <a:lnTo>
                  <a:pt x="3488930" y="118126"/>
                </a:lnTo>
                <a:lnTo>
                  <a:pt x="3488410" y="118570"/>
                </a:lnTo>
                <a:lnTo>
                  <a:pt x="3487879" y="119002"/>
                </a:lnTo>
                <a:lnTo>
                  <a:pt x="3487336" y="119419"/>
                </a:lnTo>
                <a:lnTo>
                  <a:pt x="3486780" y="119819"/>
                </a:lnTo>
                <a:lnTo>
                  <a:pt x="3486212" y="120202"/>
                </a:lnTo>
                <a:lnTo>
                  <a:pt x="3485632" y="120566"/>
                </a:lnTo>
                <a:lnTo>
                  <a:pt x="3485039" y="120912"/>
                </a:lnTo>
                <a:lnTo>
                  <a:pt x="3484435" y="121241"/>
                </a:lnTo>
                <a:lnTo>
                  <a:pt x="3483818" y="121552"/>
                </a:lnTo>
                <a:lnTo>
                  <a:pt x="3483188" y="121846"/>
                </a:lnTo>
                <a:lnTo>
                  <a:pt x="3482547" y="122121"/>
                </a:lnTo>
                <a:lnTo>
                  <a:pt x="3481893" y="122379"/>
                </a:lnTo>
                <a:lnTo>
                  <a:pt x="3481226" y="122619"/>
                </a:lnTo>
                <a:lnTo>
                  <a:pt x="3480548" y="122841"/>
                </a:lnTo>
                <a:lnTo>
                  <a:pt x="3479857" y="123045"/>
                </a:lnTo>
                <a:lnTo>
                  <a:pt x="3479154" y="123232"/>
                </a:lnTo>
                <a:lnTo>
                  <a:pt x="3478439" y="123401"/>
                </a:lnTo>
                <a:lnTo>
                  <a:pt x="3477711" y="123552"/>
                </a:lnTo>
                <a:lnTo>
                  <a:pt x="3476971" y="123685"/>
                </a:lnTo>
                <a:lnTo>
                  <a:pt x="3476219" y="123801"/>
                </a:lnTo>
                <a:lnTo>
                  <a:pt x="3475454" y="123899"/>
                </a:lnTo>
                <a:lnTo>
                  <a:pt x="3474678" y="123979"/>
                </a:lnTo>
                <a:lnTo>
                  <a:pt x="3473888" y="124041"/>
                </a:lnTo>
                <a:lnTo>
                  <a:pt x="3473087" y="124085"/>
                </a:lnTo>
                <a:lnTo>
                  <a:pt x="3472273" y="124112"/>
                </a:lnTo>
                <a:lnTo>
                  <a:pt x="3471447" y="124121"/>
                </a:lnTo>
                <a:lnTo>
                  <a:pt x="3470621" y="124112"/>
                </a:lnTo>
                <a:lnTo>
                  <a:pt x="3469808" y="124085"/>
                </a:lnTo>
                <a:lnTo>
                  <a:pt x="3469006" y="124041"/>
                </a:lnTo>
                <a:lnTo>
                  <a:pt x="3468217" y="123979"/>
                </a:lnTo>
                <a:lnTo>
                  <a:pt x="3467440" y="123899"/>
                </a:lnTo>
                <a:lnTo>
                  <a:pt x="3466676" y="123801"/>
                </a:lnTo>
                <a:lnTo>
                  <a:pt x="3465924" y="123685"/>
                </a:lnTo>
                <a:close/>
                <a:moveTo>
                  <a:pt x="4062263" y="136986"/>
                </a:moveTo>
                <a:lnTo>
                  <a:pt x="4063273" y="136824"/>
                </a:lnTo>
                <a:lnTo>
                  <a:pt x="4064272" y="136639"/>
                </a:lnTo>
                <a:lnTo>
                  <a:pt x="4065259" y="136433"/>
                </a:lnTo>
                <a:lnTo>
                  <a:pt x="4066234" y="136204"/>
                </a:lnTo>
                <a:lnTo>
                  <a:pt x="4067199" y="135955"/>
                </a:lnTo>
                <a:lnTo>
                  <a:pt x="4068151" y="135683"/>
                </a:lnTo>
                <a:lnTo>
                  <a:pt x="4069093" y="135390"/>
                </a:lnTo>
                <a:lnTo>
                  <a:pt x="4070023" y="135075"/>
                </a:lnTo>
                <a:lnTo>
                  <a:pt x="4070941" y="134738"/>
                </a:lnTo>
                <a:lnTo>
                  <a:pt x="4071849" y="134380"/>
                </a:lnTo>
                <a:lnTo>
                  <a:pt x="4072744" y="133999"/>
                </a:lnTo>
                <a:lnTo>
                  <a:pt x="4073629" y="133597"/>
                </a:lnTo>
                <a:lnTo>
                  <a:pt x="4074502" y="133174"/>
                </a:lnTo>
                <a:lnTo>
                  <a:pt x="4075363" y="132729"/>
                </a:lnTo>
                <a:lnTo>
                  <a:pt x="4076213" y="132261"/>
                </a:lnTo>
                <a:lnTo>
                  <a:pt x="4077052" y="131773"/>
                </a:lnTo>
                <a:lnTo>
                  <a:pt x="4077879" y="131262"/>
                </a:lnTo>
                <a:lnTo>
                  <a:pt x="4078698" y="130732"/>
                </a:lnTo>
                <a:lnTo>
                  <a:pt x="4079502" y="130185"/>
                </a:lnTo>
                <a:lnTo>
                  <a:pt x="4080291" y="129620"/>
                </a:lnTo>
                <a:lnTo>
                  <a:pt x="4081064" y="129038"/>
                </a:lnTo>
                <a:lnTo>
                  <a:pt x="4081821" y="128439"/>
                </a:lnTo>
                <a:lnTo>
                  <a:pt x="4082564" y="127822"/>
                </a:lnTo>
                <a:lnTo>
                  <a:pt x="4083291" y="127188"/>
                </a:lnTo>
                <a:lnTo>
                  <a:pt x="4084002" y="126536"/>
                </a:lnTo>
                <a:lnTo>
                  <a:pt x="4084699" y="125868"/>
                </a:lnTo>
                <a:lnTo>
                  <a:pt x="4085380" y="125182"/>
                </a:lnTo>
                <a:lnTo>
                  <a:pt x="4086045" y="124478"/>
                </a:lnTo>
                <a:lnTo>
                  <a:pt x="4086695" y="123757"/>
                </a:lnTo>
                <a:lnTo>
                  <a:pt x="4087330" y="123019"/>
                </a:lnTo>
                <a:lnTo>
                  <a:pt x="4087950" y="122264"/>
                </a:lnTo>
                <a:lnTo>
                  <a:pt x="4088554" y="121491"/>
                </a:lnTo>
                <a:lnTo>
                  <a:pt x="4089142" y="120701"/>
                </a:lnTo>
                <a:lnTo>
                  <a:pt x="4089716" y="119894"/>
                </a:lnTo>
                <a:lnTo>
                  <a:pt x="4090274" y="119069"/>
                </a:lnTo>
                <a:lnTo>
                  <a:pt x="4090816" y="118227"/>
                </a:lnTo>
                <a:lnTo>
                  <a:pt x="4091344" y="117367"/>
                </a:lnTo>
                <a:lnTo>
                  <a:pt x="4091856" y="116491"/>
                </a:lnTo>
                <a:lnTo>
                  <a:pt x="4092352" y="115597"/>
                </a:lnTo>
                <a:lnTo>
                  <a:pt x="4092834" y="114685"/>
                </a:lnTo>
                <a:lnTo>
                  <a:pt x="4093299" y="113756"/>
                </a:lnTo>
                <a:lnTo>
                  <a:pt x="4093753" y="112812"/>
                </a:lnTo>
                <a:lnTo>
                  <a:pt x="4094188" y="111855"/>
                </a:lnTo>
                <a:lnTo>
                  <a:pt x="4094603" y="110885"/>
                </a:lnTo>
                <a:lnTo>
                  <a:pt x="4094999" y="109901"/>
                </a:lnTo>
                <a:lnTo>
                  <a:pt x="4095375" y="108905"/>
                </a:lnTo>
                <a:lnTo>
                  <a:pt x="4095732" y="107895"/>
                </a:lnTo>
                <a:lnTo>
                  <a:pt x="4096070" y="106872"/>
                </a:lnTo>
                <a:lnTo>
                  <a:pt x="4096389" y="105836"/>
                </a:lnTo>
                <a:lnTo>
                  <a:pt x="4096688" y="104786"/>
                </a:lnTo>
                <a:lnTo>
                  <a:pt x="4096968" y="103724"/>
                </a:lnTo>
                <a:lnTo>
                  <a:pt x="4097229" y="102648"/>
                </a:lnTo>
                <a:lnTo>
                  <a:pt x="4097470" y="101559"/>
                </a:lnTo>
                <a:lnTo>
                  <a:pt x="4097692" y="100457"/>
                </a:lnTo>
                <a:lnTo>
                  <a:pt x="4097895" y="99342"/>
                </a:lnTo>
                <a:lnTo>
                  <a:pt x="4098079" y="98214"/>
                </a:lnTo>
                <a:lnTo>
                  <a:pt x="4098243" y="97072"/>
                </a:lnTo>
                <a:lnTo>
                  <a:pt x="4098388" y="95917"/>
                </a:lnTo>
                <a:lnTo>
                  <a:pt x="4098513" y="94750"/>
                </a:lnTo>
                <a:lnTo>
                  <a:pt x="4098619" y="93569"/>
                </a:lnTo>
                <a:lnTo>
                  <a:pt x="4098706" y="92374"/>
                </a:lnTo>
                <a:lnTo>
                  <a:pt x="4098774" y="91167"/>
                </a:lnTo>
                <a:lnTo>
                  <a:pt x="4098822" y="89946"/>
                </a:lnTo>
                <a:lnTo>
                  <a:pt x="4098851" y="88713"/>
                </a:lnTo>
                <a:lnTo>
                  <a:pt x="4098861" y="87466"/>
                </a:lnTo>
                <a:lnTo>
                  <a:pt x="4098851" y="86209"/>
                </a:lnTo>
                <a:lnTo>
                  <a:pt x="4098822" y="84965"/>
                </a:lnTo>
                <a:lnTo>
                  <a:pt x="4098774" y="83734"/>
                </a:lnTo>
                <a:lnTo>
                  <a:pt x="4098706" y="82517"/>
                </a:lnTo>
                <a:lnTo>
                  <a:pt x="4098619" y="81313"/>
                </a:lnTo>
                <a:lnTo>
                  <a:pt x="4098513" y="80123"/>
                </a:lnTo>
                <a:lnTo>
                  <a:pt x="4098388" y="78946"/>
                </a:lnTo>
                <a:lnTo>
                  <a:pt x="4098243" y="77783"/>
                </a:lnTo>
                <a:lnTo>
                  <a:pt x="4098079" y="76632"/>
                </a:lnTo>
                <a:lnTo>
                  <a:pt x="4097895" y="75496"/>
                </a:lnTo>
                <a:lnTo>
                  <a:pt x="4097692" y="74372"/>
                </a:lnTo>
                <a:lnTo>
                  <a:pt x="4097470" y="73262"/>
                </a:lnTo>
                <a:lnTo>
                  <a:pt x="4097229" y="72166"/>
                </a:lnTo>
                <a:lnTo>
                  <a:pt x="4096968" y="71082"/>
                </a:lnTo>
                <a:lnTo>
                  <a:pt x="4096688" y="70012"/>
                </a:lnTo>
                <a:lnTo>
                  <a:pt x="4096389" y="68956"/>
                </a:lnTo>
                <a:lnTo>
                  <a:pt x="4096070" y="67913"/>
                </a:lnTo>
                <a:lnTo>
                  <a:pt x="4095732" y="66883"/>
                </a:lnTo>
                <a:lnTo>
                  <a:pt x="4095375" y="65867"/>
                </a:lnTo>
                <a:lnTo>
                  <a:pt x="4094999" y="64864"/>
                </a:lnTo>
                <a:lnTo>
                  <a:pt x="4094603" y="63874"/>
                </a:lnTo>
                <a:lnTo>
                  <a:pt x="4094188" y="62898"/>
                </a:lnTo>
                <a:lnTo>
                  <a:pt x="4093753" y="61935"/>
                </a:lnTo>
                <a:lnTo>
                  <a:pt x="4093299" y="60986"/>
                </a:lnTo>
                <a:lnTo>
                  <a:pt x="4092834" y="60052"/>
                </a:lnTo>
                <a:lnTo>
                  <a:pt x="4092352" y="59136"/>
                </a:lnTo>
                <a:lnTo>
                  <a:pt x="4091856" y="58237"/>
                </a:lnTo>
                <a:lnTo>
                  <a:pt x="4091344" y="57356"/>
                </a:lnTo>
                <a:lnTo>
                  <a:pt x="4090816" y="56492"/>
                </a:lnTo>
                <a:lnTo>
                  <a:pt x="4090274" y="55646"/>
                </a:lnTo>
                <a:lnTo>
                  <a:pt x="4089716" y="54817"/>
                </a:lnTo>
                <a:lnTo>
                  <a:pt x="4089142" y="54006"/>
                </a:lnTo>
                <a:lnTo>
                  <a:pt x="4088554" y="53213"/>
                </a:lnTo>
                <a:lnTo>
                  <a:pt x="4087950" y="52437"/>
                </a:lnTo>
                <a:lnTo>
                  <a:pt x="4087330" y="51678"/>
                </a:lnTo>
                <a:lnTo>
                  <a:pt x="4086695" y="50938"/>
                </a:lnTo>
                <a:lnTo>
                  <a:pt x="4086045" y="50214"/>
                </a:lnTo>
                <a:lnTo>
                  <a:pt x="4085380" y="49509"/>
                </a:lnTo>
                <a:lnTo>
                  <a:pt x="4084699" y="48820"/>
                </a:lnTo>
                <a:lnTo>
                  <a:pt x="4084002" y="48150"/>
                </a:lnTo>
                <a:lnTo>
                  <a:pt x="4083291" y="47497"/>
                </a:lnTo>
                <a:lnTo>
                  <a:pt x="4082564" y="46861"/>
                </a:lnTo>
                <a:lnTo>
                  <a:pt x="4081821" y="46243"/>
                </a:lnTo>
                <a:lnTo>
                  <a:pt x="4081064" y="45643"/>
                </a:lnTo>
                <a:lnTo>
                  <a:pt x="4080291" y="45060"/>
                </a:lnTo>
                <a:lnTo>
                  <a:pt x="4079502" y="44495"/>
                </a:lnTo>
                <a:lnTo>
                  <a:pt x="4078698" y="43947"/>
                </a:lnTo>
                <a:lnTo>
                  <a:pt x="4077879" y="43417"/>
                </a:lnTo>
                <a:lnTo>
                  <a:pt x="4077052" y="42906"/>
                </a:lnTo>
                <a:lnTo>
                  <a:pt x="4076213" y="42418"/>
                </a:lnTo>
                <a:lnTo>
                  <a:pt x="4075363" y="41951"/>
                </a:lnTo>
                <a:lnTo>
                  <a:pt x="4074502" y="41505"/>
                </a:lnTo>
                <a:lnTo>
                  <a:pt x="4073629" y="41082"/>
                </a:lnTo>
                <a:lnTo>
                  <a:pt x="4072744" y="40680"/>
                </a:lnTo>
                <a:lnTo>
                  <a:pt x="4071849" y="40300"/>
                </a:lnTo>
                <a:lnTo>
                  <a:pt x="4070941" y="39941"/>
                </a:lnTo>
                <a:lnTo>
                  <a:pt x="4070023" y="39604"/>
                </a:lnTo>
                <a:lnTo>
                  <a:pt x="4069093" y="39289"/>
                </a:lnTo>
                <a:lnTo>
                  <a:pt x="4068151" y="38996"/>
                </a:lnTo>
                <a:lnTo>
                  <a:pt x="4067199" y="38725"/>
                </a:lnTo>
                <a:lnTo>
                  <a:pt x="4066234" y="38475"/>
                </a:lnTo>
                <a:lnTo>
                  <a:pt x="4065259" y="38247"/>
                </a:lnTo>
                <a:lnTo>
                  <a:pt x="4064272" y="38040"/>
                </a:lnTo>
                <a:lnTo>
                  <a:pt x="4063273" y="37856"/>
                </a:lnTo>
                <a:lnTo>
                  <a:pt x="4062263" y="37693"/>
                </a:lnTo>
                <a:lnTo>
                  <a:pt x="4061242" y="37551"/>
                </a:lnTo>
                <a:lnTo>
                  <a:pt x="4060210" y="37432"/>
                </a:lnTo>
                <a:lnTo>
                  <a:pt x="4059165" y="37334"/>
                </a:lnTo>
                <a:lnTo>
                  <a:pt x="4058110" y="37258"/>
                </a:lnTo>
                <a:lnTo>
                  <a:pt x="4057043" y="37204"/>
                </a:lnTo>
                <a:lnTo>
                  <a:pt x="4055965" y="37171"/>
                </a:lnTo>
                <a:lnTo>
                  <a:pt x="4054875" y="37160"/>
                </a:lnTo>
                <a:lnTo>
                  <a:pt x="4053785" y="37171"/>
                </a:lnTo>
                <a:lnTo>
                  <a:pt x="4052707" y="37204"/>
                </a:lnTo>
                <a:lnTo>
                  <a:pt x="4051639" y="37258"/>
                </a:lnTo>
                <a:lnTo>
                  <a:pt x="4050583" y="37334"/>
                </a:lnTo>
                <a:lnTo>
                  <a:pt x="4049538" y="37432"/>
                </a:lnTo>
                <a:lnTo>
                  <a:pt x="4048504" y="37551"/>
                </a:lnTo>
                <a:lnTo>
                  <a:pt x="4047481" y="37693"/>
                </a:lnTo>
                <a:lnTo>
                  <a:pt x="4046470" y="37856"/>
                </a:lnTo>
                <a:lnTo>
                  <a:pt x="4045469" y="38040"/>
                </a:lnTo>
                <a:lnTo>
                  <a:pt x="4044480" y="38247"/>
                </a:lnTo>
                <a:lnTo>
                  <a:pt x="4043502" y="38475"/>
                </a:lnTo>
                <a:lnTo>
                  <a:pt x="4042536" y="38725"/>
                </a:lnTo>
                <a:lnTo>
                  <a:pt x="4041580" y="38996"/>
                </a:lnTo>
                <a:lnTo>
                  <a:pt x="4040636" y="39289"/>
                </a:lnTo>
                <a:lnTo>
                  <a:pt x="4039703" y="39604"/>
                </a:lnTo>
                <a:lnTo>
                  <a:pt x="4038781" y="39941"/>
                </a:lnTo>
                <a:lnTo>
                  <a:pt x="4037870" y="40300"/>
                </a:lnTo>
                <a:lnTo>
                  <a:pt x="4036970" y="40680"/>
                </a:lnTo>
                <a:lnTo>
                  <a:pt x="4036082" y="41082"/>
                </a:lnTo>
                <a:lnTo>
                  <a:pt x="4035205" y="41505"/>
                </a:lnTo>
                <a:lnTo>
                  <a:pt x="4034339" y="41951"/>
                </a:lnTo>
                <a:lnTo>
                  <a:pt x="4033484" y="42418"/>
                </a:lnTo>
                <a:lnTo>
                  <a:pt x="4032640" y="42906"/>
                </a:lnTo>
                <a:lnTo>
                  <a:pt x="4031808" y="43417"/>
                </a:lnTo>
                <a:lnTo>
                  <a:pt x="4030994" y="43947"/>
                </a:lnTo>
                <a:lnTo>
                  <a:pt x="4030194" y="44495"/>
                </a:lnTo>
                <a:lnTo>
                  <a:pt x="4029410" y="45060"/>
                </a:lnTo>
                <a:lnTo>
                  <a:pt x="4028641" y="45643"/>
                </a:lnTo>
                <a:lnTo>
                  <a:pt x="4027886" y="46243"/>
                </a:lnTo>
                <a:lnTo>
                  <a:pt x="4027147" y="46861"/>
                </a:lnTo>
                <a:lnTo>
                  <a:pt x="4026422" y="47497"/>
                </a:lnTo>
                <a:lnTo>
                  <a:pt x="4025713" y="48150"/>
                </a:lnTo>
                <a:lnTo>
                  <a:pt x="4025018" y="48820"/>
                </a:lnTo>
                <a:lnTo>
                  <a:pt x="4024338" y="49509"/>
                </a:lnTo>
                <a:lnTo>
                  <a:pt x="4023673" y="50214"/>
                </a:lnTo>
                <a:lnTo>
                  <a:pt x="4023023" y="50938"/>
                </a:lnTo>
                <a:lnTo>
                  <a:pt x="4022388" y="51678"/>
                </a:lnTo>
                <a:lnTo>
                  <a:pt x="4021768" y="52437"/>
                </a:lnTo>
                <a:lnTo>
                  <a:pt x="4021163" y="53213"/>
                </a:lnTo>
                <a:lnTo>
                  <a:pt x="4020573" y="54006"/>
                </a:lnTo>
                <a:lnTo>
                  <a:pt x="4019997" y="54817"/>
                </a:lnTo>
                <a:lnTo>
                  <a:pt x="4019437" y="55646"/>
                </a:lnTo>
                <a:lnTo>
                  <a:pt x="4018891" y="56492"/>
                </a:lnTo>
                <a:lnTo>
                  <a:pt x="4018361" y="57356"/>
                </a:lnTo>
                <a:lnTo>
                  <a:pt x="4017845" y="58237"/>
                </a:lnTo>
                <a:lnTo>
                  <a:pt x="4017344" y="59136"/>
                </a:lnTo>
                <a:lnTo>
                  <a:pt x="4016858" y="60052"/>
                </a:lnTo>
                <a:lnTo>
                  <a:pt x="4016388" y="60986"/>
                </a:lnTo>
                <a:lnTo>
                  <a:pt x="4015939" y="61935"/>
                </a:lnTo>
                <a:lnTo>
                  <a:pt x="4015509" y="62898"/>
                </a:lnTo>
                <a:lnTo>
                  <a:pt x="4015099" y="63874"/>
                </a:lnTo>
                <a:lnTo>
                  <a:pt x="4014707" y="64864"/>
                </a:lnTo>
                <a:lnTo>
                  <a:pt x="4014335" y="65867"/>
                </a:lnTo>
                <a:lnTo>
                  <a:pt x="4013982" y="66883"/>
                </a:lnTo>
                <a:lnTo>
                  <a:pt x="4013648" y="67913"/>
                </a:lnTo>
                <a:lnTo>
                  <a:pt x="4013333" y="68956"/>
                </a:lnTo>
                <a:lnTo>
                  <a:pt x="4013037" y="70012"/>
                </a:lnTo>
                <a:lnTo>
                  <a:pt x="4012760" y="71082"/>
                </a:lnTo>
                <a:lnTo>
                  <a:pt x="4012502" y="72166"/>
                </a:lnTo>
                <a:lnTo>
                  <a:pt x="4012264" y="73262"/>
                </a:lnTo>
                <a:lnTo>
                  <a:pt x="4012044" y="74372"/>
                </a:lnTo>
                <a:lnTo>
                  <a:pt x="4011844" y="75496"/>
                </a:lnTo>
                <a:lnTo>
                  <a:pt x="4011662" y="76632"/>
                </a:lnTo>
                <a:lnTo>
                  <a:pt x="4011500" y="77783"/>
                </a:lnTo>
                <a:lnTo>
                  <a:pt x="4011357" y="78946"/>
                </a:lnTo>
                <a:lnTo>
                  <a:pt x="4011233" y="80123"/>
                </a:lnTo>
                <a:lnTo>
                  <a:pt x="4011128" y="81313"/>
                </a:lnTo>
                <a:lnTo>
                  <a:pt x="4011042" y="82517"/>
                </a:lnTo>
                <a:lnTo>
                  <a:pt x="4010975" y="83734"/>
                </a:lnTo>
                <a:lnTo>
                  <a:pt x="4010927" y="84965"/>
                </a:lnTo>
                <a:lnTo>
                  <a:pt x="4010899" y="86209"/>
                </a:lnTo>
                <a:lnTo>
                  <a:pt x="4010889" y="87466"/>
                </a:lnTo>
                <a:lnTo>
                  <a:pt x="4010899" y="88713"/>
                </a:lnTo>
                <a:lnTo>
                  <a:pt x="4010927" y="89946"/>
                </a:lnTo>
                <a:lnTo>
                  <a:pt x="4010975" y="91167"/>
                </a:lnTo>
                <a:lnTo>
                  <a:pt x="4011042" y="92374"/>
                </a:lnTo>
                <a:lnTo>
                  <a:pt x="4011128" y="93569"/>
                </a:lnTo>
                <a:lnTo>
                  <a:pt x="4011233" y="94750"/>
                </a:lnTo>
                <a:lnTo>
                  <a:pt x="4011357" y="95917"/>
                </a:lnTo>
                <a:lnTo>
                  <a:pt x="4011500" y="97072"/>
                </a:lnTo>
                <a:lnTo>
                  <a:pt x="4011662" y="98214"/>
                </a:lnTo>
                <a:lnTo>
                  <a:pt x="4011844" y="99342"/>
                </a:lnTo>
                <a:lnTo>
                  <a:pt x="4012044" y="100457"/>
                </a:lnTo>
                <a:lnTo>
                  <a:pt x="4012264" y="101559"/>
                </a:lnTo>
                <a:lnTo>
                  <a:pt x="4012502" y="102648"/>
                </a:lnTo>
                <a:lnTo>
                  <a:pt x="4012760" y="103724"/>
                </a:lnTo>
                <a:lnTo>
                  <a:pt x="4013037" y="104786"/>
                </a:lnTo>
                <a:lnTo>
                  <a:pt x="4013333" y="105836"/>
                </a:lnTo>
                <a:lnTo>
                  <a:pt x="4013648" y="106872"/>
                </a:lnTo>
                <a:lnTo>
                  <a:pt x="4013982" y="107895"/>
                </a:lnTo>
                <a:lnTo>
                  <a:pt x="4014335" y="108905"/>
                </a:lnTo>
                <a:lnTo>
                  <a:pt x="4014707" y="109901"/>
                </a:lnTo>
                <a:lnTo>
                  <a:pt x="4015099" y="110885"/>
                </a:lnTo>
                <a:lnTo>
                  <a:pt x="4015509" y="111855"/>
                </a:lnTo>
                <a:lnTo>
                  <a:pt x="4015939" y="112812"/>
                </a:lnTo>
                <a:lnTo>
                  <a:pt x="4016388" y="113756"/>
                </a:lnTo>
                <a:lnTo>
                  <a:pt x="4016858" y="114685"/>
                </a:lnTo>
                <a:lnTo>
                  <a:pt x="4017344" y="115597"/>
                </a:lnTo>
                <a:lnTo>
                  <a:pt x="4017845" y="116491"/>
                </a:lnTo>
                <a:lnTo>
                  <a:pt x="4018361" y="117367"/>
                </a:lnTo>
                <a:lnTo>
                  <a:pt x="4018891" y="118227"/>
                </a:lnTo>
                <a:lnTo>
                  <a:pt x="4019437" y="119069"/>
                </a:lnTo>
                <a:lnTo>
                  <a:pt x="4019997" y="119894"/>
                </a:lnTo>
                <a:lnTo>
                  <a:pt x="4020573" y="120701"/>
                </a:lnTo>
                <a:lnTo>
                  <a:pt x="4021163" y="121491"/>
                </a:lnTo>
                <a:lnTo>
                  <a:pt x="4021768" y="122264"/>
                </a:lnTo>
                <a:lnTo>
                  <a:pt x="4022388" y="123019"/>
                </a:lnTo>
                <a:lnTo>
                  <a:pt x="4023023" y="123757"/>
                </a:lnTo>
                <a:lnTo>
                  <a:pt x="4023673" y="124478"/>
                </a:lnTo>
                <a:lnTo>
                  <a:pt x="4024338" y="125182"/>
                </a:lnTo>
                <a:lnTo>
                  <a:pt x="4025018" y="125868"/>
                </a:lnTo>
                <a:lnTo>
                  <a:pt x="4025713" y="126536"/>
                </a:lnTo>
                <a:lnTo>
                  <a:pt x="4026422" y="127188"/>
                </a:lnTo>
                <a:lnTo>
                  <a:pt x="4027147" y="127822"/>
                </a:lnTo>
                <a:lnTo>
                  <a:pt x="4027886" y="128439"/>
                </a:lnTo>
                <a:lnTo>
                  <a:pt x="4028641" y="129038"/>
                </a:lnTo>
                <a:lnTo>
                  <a:pt x="4029410" y="129620"/>
                </a:lnTo>
                <a:lnTo>
                  <a:pt x="4030194" y="130185"/>
                </a:lnTo>
                <a:lnTo>
                  <a:pt x="4030994" y="130732"/>
                </a:lnTo>
                <a:lnTo>
                  <a:pt x="4031808" y="131262"/>
                </a:lnTo>
                <a:lnTo>
                  <a:pt x="4032640" y="131773"/>
                </a:lnTo>
                <a:lnTo>
                  <a:pt x="4033484" y="132261"/>
                </a:lnTo>
                <a:lnTo>
                  <a:pt x="4034339" y="132729"/>
                </a:lnTo>
                <a:lnTo>
                  <a:pt x="4035205" y="133174"/>
                </a:lnTo>
                <a:lnTo>
                  <a:pt x="4036082" y="133597"/>
                </a:lnTo>
                <a:lnTo>
                  <a:pt x="4036970" y="133999"/>
                </a:lnTo>
                <a:lnTo>
                  <a:pt x="4037870" y="134380"/>
                </a:lnTo>
                <a:lnTo>
                  <a:pt x="4038781" y="134738"/>
                </a:lnTo>
                <a:lnTo>
                  <a:pt x="4039703" y="135075"/>
                </a:lnTo>
                <a:lnTo>
                  <a:pt x="4040636" y="135390"/>
                </a:lnTo>
                <a:lnTo>
                  <a:pt x="4041580" y="135683"/>
                </a:lnTo>
                <a:lnTo>
                  <a:pt x="4042536" y="135955"/>
                </a:lnTo>
                <a:lnTo>
                  <a:pt x="4043502" y="136204"/>
                </a:lnTo>
                <a:lnTo>
                  <a:pt x="4044480" y="136433"/>
                </a:lnTo>
                <a:lnTo>
                  <a:pt x="4045469" y="136639"/>
                </a:lnTo>
                <a:lnTo>
                  <a:pt x="4046470" y="136824"/>
                </a:lnTo>
                <a:lnTo>
                  <a:pt x="4047481" y="136986"/>
                </a:lnTo>
                <a:lnTo>
                  <a:pt x="4048504" y="137128"/>
                </a:lnTo>
                <a:lnTo>
                  <a:pt x="4049538" y="137247"/>
                </a:lnTo>
                <a:lnTo>
                  <a:pt x="4050583" y="137345"/>
                </a:lnTo>
                <a:lnTo>
                  <a:pt x="4051639" y="137421"/>
                </a:lnTo>
                <a:lnTo>
                  <a:pt x="4052707" y="137475"/>
                </a:lnTo>
                <a:lnTo>
                  <a:pt x="4053785" y="137508"/>
                </a:lnTo>
                <a:lnTo>
                  <a:pt x="4054875" y="137519"/>
                </a:lnTo>
                <a:lnTo>
                  <a:pt x="4055965" y="137508"/>
                </a:lnTo>
                <a:lnTo>
                  <a:pt x="4057043" y="137475"/>
                </a:lnTo>
                <a:lnTo>
                  <a:pt x="4058110" y="137421"/>
                </a:lnTo>
                <a:lnTo>
                  <a:pt x="4059165" y="137345"/>
                </a:lnTo>
                <a:lnTo>
                  <a:pt x="4060210" y="137247"/>
                </a:lnTo>
                <a:lnTo>
                  <a:pt x="4061242" y="137128"/>
                </a:lnTo>
                <a:lnTo>
                  <a:pt x="4062263" y="136986"/>
                </a:lnTo>
                <a:close/>
                <a:moveTo>
                  <a:pt x="4049351" y="123685"/>
                </a:moveTo>
                <a:lnTo>
                  <a:pt x="4048611" y="123552"/>
                </a:lnTo>
                <a:lnTo>
                  <a:pt x="4047884" y="123401"/>
                </a:lnTo>
                <a:lnTo>
                  <a:pt x="4047168" y="123232"/>
                </a:lnTo>
                <a:lnTo>
                  <a:pt x="4046465" y="123045"/>
                </a:lnTo>
                <a:lnTo>
                  <a:pt x="4045775" y="122841"/>
                </a:lnTo>
                <a:lnTo>
                  <a:pt x="4045096" y="122619"/>
                </a:lnTo>
                <a:lnTo>
                  <a:pt x="4044430" y="122379"/>
                </a:lnTo>
                <a:lnTo>
                  <a:pt x="4043776" y="122121"/>
                </a:lnTo>
                <a:lnTo>
                  <a:pt x="4043134" y="121846"/>
                </a:lnTo>
                <a:lnTo>
                  <a:pt x="4042505" y="121552"/>
                </a:lnTo>
                <a:lnTo>
                  <a:pt x="4041888" y="121241"/>
                </a:lnTo>
                <a:lnTo>
                  <a:pt x="4041283" y="120912"/>
                </a:lnTo>
                <a:lnTo>
                  <a:pt x="4040691" y="120566"/>
                </a:lnTo>
                <a:lnTo>
                  <a:pt x="4040110" y="120202"/>
                </a:lnTo>
                <a:lnTo>
                  <a:pt x="4039543" y="119819"/>
                </a:lnTo>
                <a:lnTo>
                  <a:pt x="4038987" y="119419"/>
                </a:lnTo>
                <a:lnTo>
                  <a:pt x="4038444" y="119002"/>
                </a:lnTo>
                <a:lnTo>
                  <a:pt x="4037912" y="118570"/>
                </a:lnTo>
                <a:lnTo>
                  <a:pt x="4037393" y="118126"/>
                </a:lnTo>
                <a:lnTo>
                  <a:pt x="4036885" y="117672"/>
                </a:lnTo>
                <a:lnTo>
                  <a:pt x="4036388" y="117206"/>
                </a:lnTo>
                <a:lnTo>
                  <a:pt x="4035903" y="116729"/>
                </a:lnTo>
                <a:lnTo>
                  <a:pt x="4035430" y="116241"/>
                </a:lnTo>
                <a:lnTo>
                  <a:pt x="4034968" y="115741"/>
                </a:lnTo>
                <a:lnTo>
                  <a:pt x="4034518" y="115231"/>
                </a:lnTo>
                <a:lnTo>
                  <a:pt x="4034080" y="114709"/>
                </a:lnTo>
                <a:lnTo>
                  <a:pt x="4033653" y="114176"/>
                </a:lnTo>
                <a:lnTo>
                  <a:pt x="4033238" y="113632"/>
                </a:lnTo>
                <a:lnTo>
                  <a:pt x="4032835" y="113077"/>
                </a:lnTo>
                <a:lnTo>
                  <a:pt x="4032443" y="112510"/>
                </a:lnTo>
                <a:lnTo>
                  <a:pt x="4032063" y="111933"/>
                </a:lnTo>
                <a:lnTo>
                  <a:pt x="4031694" y="111344"/>
                </a:lnTo>
                <a:lnTo>
                  <a:pt x="4031337" y="110744"/>
                </a:lnTo>
                <a:lnTo>
                  <a:pt x="4030992" y="110133"/>
                </a:lnTo>
                <a:lnTo>
                  <a:pt x="4030658" y="109510"/>
                </a:lnTo>
                <a:lnTo>
                  <a:pt x="4030336" y="108877"/>
                </a:lnTo>
                <a:lnTo>
                  <a:pt x="4030026" y="108232"/>
                </a:lnTo>
                <a:lnTo>
                  <a:pt x="4029727" y="107576"/>
                </a:lnTo>
                <a:lnTo>
                  <a:pt x="4029440" y="106909"/>
                </a:lnTo>
                <a:lnTo>
                  <a:pt x="4029165" y="106230"/>
                </a:lnTo>
                <a:lnTo>
                  <a:pt x="4028901" y="105541"/>
                </a:lnTo>
                <a:lnTo>
                  <a:pt x="4028648" y="104843"/>
                </a:lnTo>
                <a:lnTo>
                  <a:pt x="4028406" y="104141"/>
                </a:lnTo>
                <a:lnTo>
                  <a:pt x="4028175" y="103433"/>
                </a:lnTo>
                <a:lnTo>
                  <a:pt x="4027954" y="102721"/>
                </a:lnTo>
                <a:lnTo>
                  <a:pt x="4027745" y="102004"/>
                </a:lnTo>
                <a:lnTo>
                  <a:pt x="4027546" y="101283"/>
                </a:lnTo>
                <a:lnTo>
                  <a:pt x="4027357" y="100556"/>
                </a:lnTo>
                <a:lnTo>
                  <a:pt x="4027180" y="99825"/>
                </a:lnTo>
                <a:lnTo>
                  <a:pt x="4027013" y="99088"/>
                </a:lnTo>
                <a:lnTo>
                  <a:pt x="4026857" y="98347"/>
                </a:lnTo>
                <a:lnTo>
                  <a:pt x="4026712" y="97602"/>
                </a:lnTo>
                <a:lnTo>
                  <a:pt x="4026578" y="96851"/>
                </a:lnTo>
                <a:lnTo>
                  <a:pt x="4026454" y="96095"/>
                </a:lnTo>
                <a:lnTo>
                  <a:pt x="4026341" y="95335"/>
                </a:lnTo>
                <a:lnTo>
                  <a:pt x="4026239" y="94570"/>
                </a:lnTo>
                <a:lnTo>
                  <a:pt x="4026148" y="93800"/>
                </a:lnTo>
                <a:lnTo>
                  <a:pt x="4026067" y="93025"/>
                </a:lnTo>
                <a:lnTo>
                  <a:pt x="4025997" y="92245"/>
                </a:lnTo>
                <a:lnTo>
                  <a:pt x="4025938" y="91461"/>
                </a:lnTo>
                <a:lnTo>
                  <a:pt x="4025890" y="90671"/>
                </a:lnTo>
                <a:lnTo>
                  <a:pt x="4025852" y="89877"/>
                </a:lnTo>
                <a:lnTo>
                  <a:pt x="4025825" y="89078"/>
                </a:lnTo>
                <a:lnTo>
                  <a:pt x="4025809" y="88275"/>
                </a:lnTo>
                <a:lnTo>
                  <a:pt x="4025804" y="87466"/>
                </a:lnTo>
                <a:lnTo>
                  <a:pt x="4025809" y="86657"/>
                </a:lnTo>
                <a:lnTo>
                  <a:pt x="4025825" y="85853"/>
                </a:lnTo>
                <a:lnTo>
                  <a:pt x="4025852" y="85054"/>
                </a:lnTo>
                <a:lnTo>
                  <a:pt x="4025890" y="84259"/>
                </a:lnTo>
                <a:lnTo>
                  <a:pt x="4025938" y="83468"/>
                </a:lnTo>
                <a:lnTo>
                  <a:pt x="4025997" y="82683"/>
                </a:lnTo>
                <a:lnTo>
                  <a:pt x="4026067" y="81902"/>
                </a:lnTo>
                <a:lnTo>
                  <a:pt x="4026148" y="81125"/>
                </a:lnTo>
                <a:lnTo>
                  <a:pt x="4026239" y="80353"/>
                </a:lnTo>
                <a:lnTo>
                  <a:pt x="4026341" y="79586"/>
                </a:lnTo>
                <a:lnTo>
                  <a:pt x="4026454" y="78823"/>
                </a:lnTo>
                <a:lnTo>
                  <a:pt x="4026578" y="78065"/>
                </a:lnTo>
                <a:lnTo>
                  <a:pt x="4026712" y="77312"/>
                </a:lnTo>
                <a:lnTo>
                  <a:pt x="4026857" y="76563"/>
                </a:lnTo>
                <a:lnTo>
                  <a:pt x="4027013" y="75819"/>
                </a:lnTo>
                <a:lnTo>
                  <a:pt x="4027180" y="75079"/>
                </a:lnTo>
                <a:lnTo>
                  <a:pt x="4027357" y="74344"/>
                </a:lnTo>
                <a:lnTo>
                  <a:pt x="4027546" y="73614"/>
                </a:lnTo>
                <a:lnTo>
                  <a:pt x="4027745" y="72888"/>
                </a:lnTo>
                <a:lnTo>
                  <a:pt x="4027954" y="72167"/>
                </a:lnTo>
                <a:lnTo>
                  <a:pt x="4028175" y="71450"/>
                </a:lnTo>
                <a:lnTo>
                  <a:pt x="4028406" y="70738"/>
                </a:lnTo>
                <a:lnTo>
                  <a:pt x="4028648" y="70031"/>
                </a:lnTo>
                <a:lnTo>
                  <a:pt x="4028901" y="69328"/>
                </a:lnTo>
                <a:lnTo>
                  <a:pt x="4029165" y="68633"/>
                </a:lnTo>
                <a:lnTo>
                  <a:pt x="4029440" y="67950"/>
                </a:lnTo>
                <a:lnTo>
                  <a:pt x="4029727" y="67277"/>
                </a:lnTo>
                <a:lnTo>
                  <a:pt x="4030026" y="66616"/>
                </a:lnTo>
                <a:lnTo>
                  <a:pt x="4030336" y="65966"/>
                </a:lnTo>
                <a:lnTo>
                  <a:pt x="4030658" y="65327"/>
                </a:lnTo>
                <a:lnTo>
                  <a:pt x="4030992" y="64699"/>
                </a:lnTo>
                <a:lnTo>
                  <a:pt x="4031337" y="64083"/>
                </a:lnTo>
                <a:lnTo>
                  <a:pt x="4031694" y="63477"/>
                </a:lnTo>
                <a:lnTo>
                  <a:pt x="4032063" y="62883"/>
                </a:lnTo>
                <a:lnTo>
                  <a:pt x="4032443" y="62300"/>
                </a:lnTo>
                <a:lnTo>
                  <a:pt x="4032835" y="61729"/>
                </a:lnTo>
                <a:lnTo>
                  <a:pt x="4033238" y="61168"/>
                </a:lnTo>
                <a:lnTo>
                  <a:pt x="4033653" y="60619"/>
                </a:lnTo>
                <a:lnTo>
                  <a:pt x="4034080" y="60081"/>
                </a:lnTo>
                <a:lnTo>
                  <a:pt x="4034518" y="59554"/>
                </a:lnTo>
                <a:lnTo>
                  <a:pt x="4034968" y="59038"/>
                </a:lnTo>
                <a:lnTo>
                  <a:pt x="4035430" y="58533"/>
                </a:lnTo>
                <a:lnTo>
                  <a:pt x="4035903" y="58040"/>
                </a:lnTo>
                <a:lnTo>
                  <a:pt x="4036388" y="57558"/>
                </a:lnTo>
                <a:lnTo>
                  <a:pt x="4036885" y="57087"/>
                </a:lnTo>
                <a:lnTo>
                  <a:pt x="4037393" y="56627"/>
                </a:lnTo>
                <a:lnTo>
                  <a:pt x="4037912" y="56178"/>
                </a:lnTo>
                <a:lnTo>
                  <a:pt x="4038444" y="55741"/>
                </a:lnTo>
                <a:lnTo>
                  <a:pt x="4038987" y="55318"/>
                </a:lnTo>
                <a:lnTo>
                  <a:pt x="4039543" y="54913"/>
                </a:lnTo>
                <a:lnTo>
                  <a:pt x="4040110" y="54526"/>
                </a:lnTo>
                <a:lnTo>
                  <a:pt x="4040691" y="54157"/>
                </a:lnTo>
                <a:lnTo>
                  <a:pt x="4041283" y="53806"/>
                </a:lnTo>
                <a:lnTo>
                  <a:pt x="4041888" y="53473"/>
                </a:lnTo>
                <a:lnTo>
                  <a:pt x="4042505" y="53158"/>
                </a:lnTo>
                <a:lnTo>
                  <a:pt x="4043134" y="52862"/>
                </a:lnTo>
                <a:lnTo>
                  <a:pt x="4043776" y="52583"/>
                </a:lnTo>
                <a:lnTo>
                  <a:pt x="4044430" y="52322"/>
                </a:lnTo>
                <a:lnTo>
                  <a:pt x="4045096" y="52079"/>
                </a:lnTo>
                <a:lnTo>
                  <a:pt x="4045775" y="51854"/>
                </a:lnTo>
                <a:lnTo>
                  <a:pt x="4046465" y="51647"/>
                </a:lnTo>
                <a:lnTo>
                  <a:pt x="4047168" y="51458"/>
                </a:lnTo>
                <a:lnTo>
                  <a:pt x="4047884" y="51287"/>
                </a:lnTo>
                <a:lnTo>
                  <a:pt x="4048611" y="51134"/>
                </a:lnTo>
                <a:lnTo>
                  <a:pt x="4049351" y="50999"/>
                </a:lnTo>
                <a:lnTo>
                  <a:pt x="4050104" y="50882"/>
                </a:lnTo>
                <a:lnTo>
                  <a:pt x="4050868" y="50783"/>
                </a:lnTo>
                <a:lnTo>
                  <a:pt x="4051645" y="50702"/>
                </a:lnTo>
                <a:lnTo>
                  <a:pt x="4052434" y="50639"/>
                </a:lnTo>
                <a:lnTo>
                  <a:pt x="4053235" y="50594"/>
                </a:lnTo>
                <a:lnTo>
                  <a:pt x="4054049" y="50567"/>
                </a:lnTo>
                <a:lnTo>
                  <a:pt x="4054875" y="50558"/>
                </a:lnTo>
                <a:lnTo>
                  <a:pt x="4055701" y="50567"/>
                </a:lnTo>
                <a:lnTo>
                  <a:pt x="4056515" y="50594"/>
                </a:lnTo>
                <a:lnTo>
                  <a:pt x="4057316" y="50639"/>
                </a:lnTo>
                <a:lnTo>
                  <a:pt x="4058105" y="50702"/>
                </a:lnTo>
                <a:lnTo>
                  <a:pt x="4058882" y="50783"/>
                </a:lnTo>
                <a:lnTo>
                  <a:pt x="4059646" y="50882"/>
                </a:lnTo>
                <a:lnTo>
                  <a:pt x="4060399" y="50999"/>
                </a:lnTo>
                <a:lnTo>
                  <a:pt x="4061139" y="51134"/>
                </a:lnTo>
                <a:lnTo>
                  <a:pt x="4061866" y="51287"/>
                </a:lnTo>
                <a:lnTo>
                  <a:pt x="4062582" y="51458"/>
                </a:lnTo>
                <a:lnTo>
                  <a:pt x="4063285" y="51647"/>
                </a:lnTo>
                <a:lnTo>
                  <a:pt x="4063976" y="51854"/>
                </a:lnTo>
                <a:lnTo>
                  <a:pt x="4064654" y="52079"/>
                </a:lnTo>
                <a:lnTo>
                  <a:pt x="4065320" y="52322"/>
                </a:lnTo>
                <a:lnTo>
                  <a:pt x="4065974" y="52583"/>
                </a:lnTo>
                <a:lnTo>
                  <a:pt x="4066616" y="52862"/>
                </a:lnTo>
                <a:lnTo>
                  <a:pt x="4067245" y="53158"/>
                </a:lnTo>
                <a:lnTo>
                  <a:pt x="4067862" y="53473"/>
                </a:lnTo>
                <a:lnTo>
                  <a:pt x="4068467" y="53806"/>
                </a:lnTo>
                <a:lnTo>
                  <a:pt x="4069059" y="54157"/>
                </a:lnTo>
                <a:lnTo>
                  <a:pt x="4069640" y="54526"/>
                </a:lnTo>
                <a:lnTo>
                  <a:pt x="4070208" y="54913"/>
                </a:lnTo>
                <a:lnTo>
                  <a:pt x="4070763" y="55318"/>
                </a:lnTo>
                <a:lnTo>
                  <a:pt x="4071306" y="55741"/>
                </a:lnTo>
                <a:lnTo>
                  <a:pt x="4071838" y="56178"/>
                </a:lnTo>
                <a:lnTo>
                  <a:pt x="4072357" y="56627"/>
                </a:lnTo>
                <a:lnTo>
                  <a:pt x="4072866" y="57087"/>
                </a:lnTo>
                <a:lnTo>
                  <a:pt x="4073362" y="57558"/>
                </a:lnTo>
                <a:lnTo>
                  <a:pt x="4073847" y="58040"/>
                </a:lnTo>
                <a:lnTo>
                  <a:pt x="4074320" y="58533"/>
                </a:lnTo>
                <a:lnTo>
                  <a:pt x="4074782" y="59038"/>
                </a:lnTo>
                <a:lnTo>
                  <a:pt x="4075232" y="59554"/>
                </a:lnTo>
                <a:lnTo>
                  <a:pt x="4075670" y="60081"/>
                </a:lnTo>
                <a:lnTo>
                  <a:pt x="4076097" y="60619"/>
                </a:lnTo>
                <a:lnTo>
                  <a:pt x="4076512" y="61168"/>
                </a:lnTo>
                <a:lnTo>
                  <a:pt x="4076915" y="61729"/>
                </a:lnTo>
                <a:lnTo>
                  <a:pt x="4077307" y="62300"/>
                </a:lnTo>
                <a:lnTo>
                  <a:pt x="4077687" y="62883"/>
                </a:lnTo>
                <a:lnTo>
                  <a:pt x="4078056" y="63477"/>
                </a:lnTo>
                <a:lnTo>
                  <a:pt x="4078413" y="64083"/>
                </a:lnTo>
                <a:lnTo>
                  <a:pt x="4078758" y="64699"/>
                </a:lnTo>
                <a:lnTo>
                  <a:pt x="4079092" y="65327"/>
                </a:lnTo>
                <a:lnTo>
                  <a:pt x="4079414" y="65966"/>
                </a:lnTo>
                <a:lnTo>
                  <a:pt x="4079724" y="66616"/>
                </a:lnTo>
                <a:lnTo>
                  <a:pt x="4080023" y="67277"/>
                </a:lnTo>
                <a:lnTo>
                  <a:pt x="4080310" y="67950"/>
                </a:lnTo>
                <a:lnTo>
                  <a:pt x="4080586" y="68633"/>
                </a:lnTo>
                <a:lnTo>
                  <a:pt x="4080849" y="69328"/>
                </a:lnTo>
                <a:lnTo>
                  <a:pt x="4081102" y="70031"/>
                </a:lnTo>
                <a:lnTo>
                  <a:pt x="4081344" y="70738"/>
                </a:lnTo>
                <a:lnTo>
                  <a:pt x="4081575" y="71450"/>
                </a:lnTo>
                <a:lnTo>
                  <a:pt x="4081796" y="72167"/>
                </a:lnTo>
                <a:lnTo>
                  <a:pt x="4082005" y="72888"/>
                </a:lnTo>
                <a:lnTo>
                  <a:pt x="4082204" y="73614"/>
                </a:lnTo>
                <a:lnTo>
                  <a:pt x="4082392" y="74344"/>
                </a:lnTo>
                <a:lnTo>
                  <a:pt x="4082570" y="75079"/>
                </a:lnTo>
                <a:lnTo>
                  <a:pt x="4082736" y="75819"/>
                </a:lnTo>
                <a:lnTo>
                  <a:pt x="4082892" y="76563"/>
                </a:lnTo>
                <a:lnTo>
                  <a:pt x="4083037" y="77312"/>
                </a:lnTo>
                <a:lnTo>
                  <a:pt x="4083172" y="78065"/>
                </a:lnTo>
                <a:lnTo>
                  <a:pt x="4083295" y="78823"/>
                </a:lnTo>
                <a:lnTo>
                  <a:pt x="4083408" y="79586"/>
                </a:lnTo>
                <a:lnTo>
                  <a:pt x="4083510" y="80353"/>
                </a:lnTo>
                <a:lnTo>
                  <a:pt x="4083602" y="81125"/>
                </a:lnTo>
                <a:lnTo>
                  <a:pt x="4083682" y="81902"/>
                </a:lnTo>
                <a:lnTo>
                  <a:pt x="4083752" y="82683"/>
                </a:lnTo>
                <a:lnTo>
                  <a:pt x="4083811" y="83468"/>
                </a:lnTo>
                <a:lnTo>
                  <a:pt x="4083860" y="84259"/>
                </a:lnTo>
                <a:lnTo>
                  <a:pt x="4083898" y="85054"/>
                </a:lnTo>
                <a:lnTo>
                  <a:pt x="4083924" y="85853"/>
                </a:lnTo>
                <a:lnTo>
                  <a:pt x="4083941" y="86657"/>
                </a:lnTo>
                <a:lnTo>
                  <a:pt x="4083946" y="87466"/>
                </a:lnTo>
                <a:lnTo>
                  <a:pt x="4083941" y="88275"/>
                </a:lnTo>
                <a:lnTo>
                  <a:pt x="4083924" y="89078"/>
                </a:lnTo>
                <a:lnTo>
                  <a:pt x="4083898" y="89877"/>
                </a:lnTo>
                <a:lnTo>
                  <a:pt x="4083860" y="90671"/>
                </a:lnTo>
                <a:lnTo>
                  <a:pt x="4083811" y="91461"/>
                </a:lnTo>
                <a:lnTo>
                  <a:pt x="4083752" y="92245"/>
                </a:lnTo>
                <a:lnTo>
                  <a:pt x="4083682" y="93025"/>
                </a:lnTo>
                <a:lnTo>
                  <a:pt x="4083602" y="93800"/>
                </a:lnTo>
                <a:lnTo>
                  <a:pt x="4083510" y="94570"/>
                </a:lnTo>
                <a:lnTo>
                  <a:pt x="4083408" y="95335"/>
                </a:lnTo>
                <a:lnTo>
                  <a:pt x="4083295" y="96095"/>
                </a:lnTo>
                <a:lnTo>
                  <a:pt x="4083172" y="96851"/>
                </a:lnTo>
                <a:lnTo>
                  <a:pt x="4083037" y="97602"/>
                </a:lnTo>
                <a:lnTo>
                  <a:pt x="4082892" y="98347"/>
                </a:lnTo>
                <a:lnTo>
                  <a:pt x="4082736" y="99088"/>
                </a:lnTo>
                <a:lnTo>
                  <a:pt x="4082570" y="99825"/>
                </a:lnTo>
                <a:lnTo>
                  <a:pt x="4082392" y="100556"/>
                </a:lnTo>
                <a:lnTo>
                  <a:pt x="4082204" y="101283"/>
                </a:lnTo>
                <a:lnTo>
                  <a:pt x="4082005" y="102004"/>
                </a:lnTo>
                <a:lnTo>
                  <a:pt x="4081796" y="102721"/>
                </a:lnTo>
                <a:lnTo>
                  <a:pt x="4081575" y="103433"/>
                </a:lnTo>
                <a:lnTo>
                  <a:pt x="4081344" y="104141"/>
                </a:lnTo>
                <a:lnTo>
                  <a:pt x="4081102" y="104843"/>
                </a:lnTo>
                <a:lnTo>
                  <a:pt x="4080849" y="105541"/>
                </a:lnTo>
                <a:lnTo>
                  <a:pt x="4080586" y="106230"/>
                </a:lnTo>
                <a:lnTo>
                  <a:pt x="4080310" y="106909"/>
                </a:lnTo>
                <a:lnTo>
                  <a:pt x="4080023" y="107576"/>
                </a:lnTo>
                <a:lnTo>
                  <a:pt x="4079724" y="108232"/>
                </a:lnTo>
                <a:lnTo>
                  <a:pt x="4079414" y="108877"/>
                </a:lnTo>
                <a:lnTo>
                  <a:pt x="4079092" y="109510"/>
                </a:lnTo>
                <a:lnTo>
                  <a:pt x="4078758" y="110133"/>
                </a:lnTo>
                <a:lnTo>
                  <a:pt x="4078413" y="110744"/>
                </a:lnTo>
                <a:lnTo>
                  <a:pt x="4078056" y="111344"/>
                </a:lnTo>
                <a:lnTo>
                  <a:pt x="4077687" y="111933"/>
                </a:lnTo>
                <a:lnTo>
                  <a:pt x="4077307" y="112510"/>
                </a:lnTo>
                <a:lnTo>
                  <a:pt x="4076915" y="113077"/>
                </a:lnTo>
                <a:lnTo>
                  <a:pt x="4076512" y="113632"/>
                </a:lnTo>
                <a:lnTo>
                  <a:pt x="4076097" y="114176"/>
                </a:lnTo>
                <a:lnTo>
                  <a:pt x="4075670" y="114709"/>
                </a:lnTo>
                <a:lnTo>
                  <a:pt x="4075232" y="115231"/>
                </a:lnTo>
                <a:lnTo>
                  <a:pt x="4074782" y="115741"/>
                </a:lnTo>
                <a:lnTo>
                  <a:pt x="4074320" y="116241"/>
                </a:lnTo>
                <a:lnTo>
                  <a:pt x="4073847" y="116729"/>
                </a:lnTo>
                <a:lnTo>
                  <a:pt x="4073362" y="117206"/>
                </a:lnTo>
                <a:lnTo>
                  <a:pt x="4072866" y="117672"/>
                </a:lnTo>
                <a:lnTo>
                  <a:pt x="4072357" y="118126"/>
                </a:lnTo>
                <a:lnTo>
                  <a:pt x="4071838" y="118570"/>
                </a:lnTo>
                <a:lnTo>
                  <a:pt x="4071306" y="119002"/>
                </a:lnTo>
                <a:lnTo>
                  <a:pt x="4070763" y="119419"/>
                </a:lnTo>
                <a:lnTo>
                  <a:pt x="4070208" y="119819"/>
                </a:lnTo>
                <a:lnTo>
                  <a:pt x="4069640" y="120202"/>
                </a:lnTo>
                <a:lnTo>
                  <a:pt x="4069059" y="120566"/>
                </a:lnTo>
                <a:lnTo>
                  <a:pt x="4068467" y="120912"/>
                </a:lnTo>
                <a:lnTo>
                  <a:pt x="4067862" y="121241"/>
                </a:lnTo>
                <a:lnTo>
                  <a:pt x="4067245" y="121552"/>
                </a:lnTo>
                <a:lnTo>
                  <a:pt x="4066616" y="121846"/>
                </a:lnTo>
                <a:lnTo>
                  <a:pt x="4065974" y="122121"/>
                </a:lnTo>
                <a:lnTo>
                  <a:pt x="4065320" y="122379"/>
                </a:lnTo>
                <a:lnTo>
                  <a:pt x="4064654" y="122619"/>
                </a:lnTo>
                <a:lnTo>
                  <a:pt x="4063976" y="122841"/>
                </a:lnTo>
                <a:lnTo>
                  <a:pt x="4063285" y="123045"/>
                </a:lnTo>
                <a:lnTo>
                  <a:pt x="4062582" y="123232"/>
                </a:lnTo>
                <a:lnTo>
                  <a:pt x="4061866" y="123401"/>
                </a:lnTo>
                <a:lnTo>
                  <a:pt x="4061139" y="123552"/>
                </a:lnTo>
                <a:lnTo>
                  <a:pt x="4060399" y="123685"/>
                </a:lnTo>
                <a:lnTo>
                  <a:pt x="4059646" y="123801"/>
                </a:lnTo>
                <a:lnTo>
                  <a:pt x="4058882" y="123899"/>
                </a:lnTo>
                <a:lnTo>
                  <a:pt x="4058105" y="123979"/>
                </a:lnTo>
                <a:lnTo>
                  <a:pt x="4057316" y="124041"/>
                </a:lnTo>
                <a:lnTo>
                  <a:pt x="4056515" y="124085"/>
                </a:lnTo>
                <a:lnTo>
                  <a:pt x="4055701" y="124112"/>
                </a:lnTo>
                <a:lnTo>
                  <a:pt x="4054875" y="124121"/>
                </a:lnTo>
                <a:lnTo>
                  <a:pt x="4054049" y="124112"/>
                </a:lnTo>
                <a:lnTo>
                  <a:pt x="4053235" y="124085"/>
                </a:lnTo>
                <a:lnTo>
                  <a:pt x="4052434" y="124041"/>
                </a:lnTo>
                <a:lnTo>
                  <a:pt x="4051645" y="123979"/>
                </a:lnTo>
                <a:lnTo>
                  <a:pt x="4050868" y="123899"/>
                </a:lnTo>
                <a:lnTo>
                  <a:pt x="4050104" y="123801"/>
                </a:lnTo>
                <a:lnTo>
                  <a:pt x="4049351" y="123685"/>
                </a:lnTo>
                <a:close/>
                <a:moveTo>
                  <a:pt x="4560095" y="55235"/>
                </a:moveTo>
                <a:lnTo>
                  <a:pt x="4559697" y="54463"/>
                </a:lnTo>
                <a:lnTo>
                  <a:pt x="4559282" y="53704"/>
                </a:lnTo>
                <a:lnTo>
                  <a:pt x="4558851" y="52960"/>
                </a:lnTo>
                <a:lnTo>
                  <a:pt x="4558403" y="52230"/>
                </a:lnTo>
                <a:lnTo>
                  <a:pt x="4557938" y="51513"/>
                </a:lnTo>
                <a:lnTo>
                  <a:pt x="4557457" y="50811"/>
                </a:lnTo>
                <a:lnTo>
                  <a:pt x="4556958" y="50123"/>
                </a:lnTo>
                <a:lnTo>
                  <a:pt x="4556444" y="49449"/>
                </a:lnTo>
                <a:lnTo>
                  <a:pt x="4555912" y="48789"/>
                </a:lnTo>
                <a:lnTo>
                  <a:pt x="4555364" y="48143"/>
                </a:lnTo>
                <a:lnTo>
                  <a:pt x="4554799" y="47511"/>
                </a:lnTo>
                <a:lnTo>
                  <a:pt x="4554218" y="46893"/>
                </a:lnTo>
                <a:lnTo>
                  <a:pt x="4553620" y="46289"/>
                </a:lnTo>
                <a:lnTo>
                  <a:pt x="4553005" y="45699"/>
                </a:lnTo>
                <a:lnTo>
                  <a:pt x="4552373" y="45123"/>
                </a:lnTo>
                <a:lnTo>
                  <a:pt x="4551725" y="44562"/>
                </a:lnTo>
                <a:lnTo>
                  <a:pt x="4551060" y="44014"/>
                </a:lnTo>
                <a:lnTo>
                  <a:pt x="4550378" y="43480"/>
                </a:lnTo>
                <a:lnTo>
                  <a:pt x="4549683" y="42965"/>
                </a:lnTo>
                <a:lnTo>
                  <a:pt x="4548966" y="42471"/>
                </a:lnTo>
                <a:lnTo>
                  <a:pt x="4548228" y="41999"/>
                </a:lnTo>
                <a:lnTo>
                  <a:pt x="4547468" y="41549"/>
                </a:lnTo>
                <a:lnTo>
                  <a:pt x="4546687" y="41121"/>
                </a:lnTo>
                <a:lnTo>
                  <a:pt x="4545884" y="40715"/>
                </a:lnTo>
                <a:lnTo>
                  <a:pt x="4545059" y="40331"/>
                </a:lnTo>
                <a:lnTo>
                  <a:pt x="4544213" y="39969"/>
                </a:lnTo>
                <a:lnTo>
                  <a:pt x="4543346" y="39629"/>
                </a:lnTo>
                <a:lnTo>
                  <a:pt x="4542457" y="39311"/>
                </a:lnTo>
                <a:lnTo>
                  <a:pt x="4541547" y="39015"/>
                </a:lnTo>
                <a:lnTo>
                  <a:pt x="4540615" y="38740"/>
                </a:lnTo>
                <a:lnTo>
                  <a:pt x="4539661" y="38488"/>
                </a:lnTo>
                <a:lnTo>
                  <a:pt x="4538686" y="38258"/>
                </a:lnTo>
                <a:lnTo>
                  <a:pt x="4537690" y="38049"/>
                </a:lnTo>
                <a:lnTo>
                  <a:pt x="4536672" y="37863"/>
                </a:lnTo>
                <a:lnTo>
                  <a:pt x="4535632" y="37698"/>
                </a:lnTo>
                <a:lnTo>
                  <a:pt x="4534571" y="37555"/>
                </a:lnTo>
                <a:lnTo>
                  <a:pt x="4533489" y="37435"/>
                </a:lnTo>
                <a:lnTo>
                  <a:pt x="4532385" y="37336"/>
                </a:lnTo>
                <a:lnTo>
                  <a:pt x="4531259" y="37259"/>
                </a:lnTo>
                <a:lnTo>
                  <a:pt x="4530112" y="37204"/>
                </a:lnTo>
                <a:lnTo>
                  <a:pt x="4528944" y="37171"/>
                </a:lnTo>
                <a:lnTo>
                  <a:pt x="4527754" y="37160"/>
                </a:lnTo>
                <a:lnTo>
                  <a:pt x="4526904" y="37167"/>
                </a:lnTo>
                <a:lnTo>
                  <a:pt x="4526062" y="37185"/>
                </a:lnTo>
                <a:lnTo>
                  <a:pt x="4525228" y="37217"/>
                </a:lnTo>
                <a:lnTo>
                  <a:pt x="4524401" y="37260"/>
                </a:lnTo>
                <a:lnTo>
                  <a:pt x="4523581" y="37317"/>
                </a:lnTo>
                <a:lnTo>
                  <a:pt x="4522769" y="37386"/>
                </a:lnTo>
                <a:lnTo>
                  <a:pt x="4521964" y="37467"/>
                </a:lnTo>
                <a:lnTo>
                  <a:pt x="4521167" y="37561"/>
                </a:lnTo>
                <a:lnTo>
                  <a:pt x="4520377" y="37667"/>
                </a:lnTo>
                <a:lnTo>
                  <a:pt x="4519595" y="37786"/>
                </a:lnTo>
                <a:lnTo>
                  <a:pt x="4518820" y="37917"/>
                </a:lnTo>
                <a:lnTo>
                  <a:pt x="4518053" y="38061"/>
                </a:lnTo>
                <a:lnTo>
                  <a:pt x="4517293" y="38217"/>
                </a:lnTo>
                <a:lnTo>
                  <a:pt x="4516540" y="38386"/>
                </a:lnTo>
                <a:lnTo>
                  <a:pt x="4515795" y="38568"/>
                </a:lnTo>
                <a:lnTo>
                  <a:pt x="4515058" y="38761"/>
                </a:lnTo>
                <a:lnTo>
                  <a:pt x="4514328" y="38968"/>
                </a:lnTo>
                <a:lnTo>
                  <a:pt x="4513605" y="39187"/>
                </a:lnTo>
                <a:lnTo>
                  <a:pt x="4512890" y="39418"/>
                </a:lnTo>
                <a:lnTo>
                  <a:pt x="4512182" y="39662"/>
                </a:lnTo>
                <a:lnTo>
                  <a:pt x="4511482" y="39918"/>
                </a:lnTo>
                <a:lnTo>
                  <a:pt x="4510789" y="40187"/>
                </a:lnTo>
                <a:lnTo>
                  <a:pt x="4510104" y="40469"/>
                </a:lnTo>
                <a:lnTo>
                  <a:pt x="4509426" y="40763"/>
                </a:lnTo>
                <a:lnTo>
                  <a:pt x="4508763" y="41068"/>
                </a:lnTo>
                <a:lnTo>
                  <a:pt x="4508112" y="41382"/>
                </a:lnTo>
                <a:lnTo>
                  <a:pt x="4507472" y="41706"/>
                </a:lnTo>
                <a:lnTo>
                  <a:pt x="4506844" y="42039"/>
                </a:lnTo>
                <a:lnTo>
                  <a:pt x="4506227" y="42382"/>
                </a:lnTo>
                <a:lnTo>
                  <a:pt x="4505623" y="42734"/>
                </a:lnTo>
                <a:lnTo>
                  <a:pt x="4505029" y="43095"/>
                </a:lnTo>
                <a:lnTo>
                  <a:pt x="4504448" y="43466"/>
                </a:lnTo>
                <a:lnTo>
                  <a:pt x="4503878" y="43847"/>
                </a:lnTo>
                <a:lnTo>
                  <a:pt x="4503319" y="44236"/>
                </a:lnTo>
                <a:lnTo>
                  <a:pt x="4502773" y="44636"/>
                </a:lnTo>
                <a:lnTo>
                  <a:pt x="4502237" y="45044"/>
                </a:lnTo>
                <a:lnTo>
                  <a:pt x="4501714" y="45462"/>
                </a:lnTo>
                <a:lnTo>
                  <a:pt x="4501202" y="45890"/>
                </a:lnTo>
                <a:lnTo>
                  <a:pt x="4500702" y="46327"/>
                </a:lnTo>
                <a:lnTo>
                  <a:pt x="4500213" y="46774"/>
                </a:lnTo>
                <a:lnTo>
                  <a:pt x="4499736" y="47229"/>
                </a:lnTo>
                <a:lnTo>
                  <a:pt x="4499271" y="47695"/>
                </a:lnTo>
                <a:lnTo>
                  <a:pt x="4498817" y="48169"/>
                </a:lnTo>
                <a:lnTo>
                  <a:pt x="4498375" y="48654"/>
                </a:lnTo>
                <a:lnTo>
                  <a:pt x="4497945" y="49147"/>
                </a:lnTo>
                <a:lnTo>
                  <a:pt x="4497526" y="49650"/>
                </a:lnTo>
                <a:lnTo>
                  <a:pt x="4497119" y="50163"/>
                </a:lnTo>
                <a:lnTo>
                  <a:pt x="4496723" y="50685"/>
                </a:lnTo>
                <a:lnTo>
                  <a:pt x="4496347" y="51215"/>
                </a:lnTo>
                <a:lnTo>
                  <a:pt x="4495987" y="51751"/>
                </a:lnTo>
                <a:lnTo>
                  <a:pt x="4495642" y="52294"/>
                </a:lnTo>
                <a:lnTo>
                  <a:pt x="4495314" y="52844"/>
                </a:lnTo>
                <a:lnTo>
                  <a:pt x="4495001" y="53400"/>
                </a:lnTo>
                <a:lnTo>
                  <a:pt x="4494705" y="53963"/>
                </a:lnTo>
                <a:lnTo>
                  <a:pt x="4494425" y="54533"/>
                </a:lnTo>
                <a:lnTo>
                  <a:pt x="4494160" y="55109"/>
                </a:lnTo>
                <a:lnTo>
                  <a:pt x="4493912" y="55691"/>
                </a:lnTo>
                <a:lnTo>
                  <a:pt x="4493680" y="56280"/>
                </a:lnTo>
                <a:lnTo>
                  <a:pt x="4493464" y="56876"/>
                </a:lnTo>
                <a:lnTo>
                  <a:pt x="4493263" y="57479"/>
                </a:lnTo>
                <a:lnTo>
                  <a:pt x="4493079" y="58087"/>
                </a:lnTo>
                <a:lnTo>
                  <a:pt x="4492911" y="58703"/>
                </a:lnTo>
                <a:lnTo>
                  <a:pt x="4492759" y="59325"/>
                </a:lnTo>
                <a:lnTo>
                  <a:pt x="4492623" y="59954"/>
                </a:lnTo>
                <a:lnTo>
                  <a:pt x="4492503" y="60589"/>
                </a:lnTo>
                <a:lnTo>
                  <a:pt x="4492398" y="61231"/>
                </a:lnTo>
                <a:lnTo>
                  <a:pt x="4492310" y="61879"/>
                </a:lnTo>
                <a:lnTo>
                  <a:pt x="4492238" y="62534"/>
                </a:lnTo>
                <a:lnTo>
                  <a:pt x="4492182" y="63196"/>
                </a:lnTo>
                <a:lnTo>
                  <a:pt x="4492142" y="63864"/>
                </a:lnTo>
                <a:lnTo>
                  <a:pt x="4492118" y="64539"/>
                </a:lnTo>
                <a:lnTo>
                  <a:pt x="4492110" y="65220"/>
                </a:lnTo>
                <a:lnTo>
                  <a:pt x="4492121" y="66052"/>
                </a:lnTo>
                <a:lnTo>
                  <a:pt x="4492153" y="66872"/>
                </a:lnTo>
                <a:lnTo>
                  <a:pt x="4492207" y="67680"/>
                </a:lnTo>
                <a:lnTo>
                  <a:pt x="4492282" y="68477"/>
                </a:lnTo>
                <a:lnTo>
                  <a:pt x="4492379" y="69262"/>
                </a:lnTo>
                <a:lnTo>
                  <a:pt x="4492497" y="70035"/>
                </a:lnTo>
                <a:lnTo>
                  <a:pt x="4492637" y="70797"/>
                </a:lnTo>
                <a:lnTo>
                  <a:pt x="4492798" y="71547"/>
                </a:lnTo>
                <a:lnTo>
                  <a:pt x="4492981" y="72286"/>
                </a:lnTo>
                <a:lnTo>
                  <a:pt x="4493185" y="73012"/>
                </a:lnTo>
                <a:lnTo>
                  <a:pt x="4493411" y="73728"/>
                </a:lnTo>
                <a:lnTo>
                  <a:pt x="4493658" y="74431"/>
                </a:lnTo>
                <a:lnTo>
                  <a:pt x="4493927" y="75123"/>
                </a:lnTo>
                <a:lnTo>
                  <a:pt x="4494218" y="75804"/>
                </a:lnTo>
                <a:lnTo>
                  <a:pt x="4494529" y="76472"/>
                </a:lnTo>
                <a:lnTo>
                  <a:pt x="4494863" y="77130"/>
                </a:lnTo>
                <a:lnTo>
                  <a:pt x="4495218" y="77775"/>
                </a:lnTo>
                <a:lnTo>
                  <a:pt x="4495594" y="78409"/>
                </a:lnTo>
                <a:lnTo>
                  <a:pt x="4495992" y="79031"/>
                </a:lnTo>
                <a:lnTo>
                  <a:pt x="4496411" y="79642"/>
                </a:lnTo>
                <a:lnTo>
                  <a:pt x="4496852" y="80241"/>
                </a:lnTo>
                <a:lnTo>
                  <a:pt x="4497314" y="80828"/>
                </a:lnTo>
                <a:lnTo>
                  <a:pt x="4497798" y="81404"/>
                </a:lnTo>
                <a:lnTo>
                  <a:pt x="4498303" y="81968"/>
                </a:lnTo>
                <a:lnTo>
                  <a:pt x="4498837" y="82515"/>
                </a:lnTo>
                <a:lnTo>
                  <a:pt x="4499395" y="83050"/>
                </a:lnTo>
                <a:lnTo>
                  <a:pt x="4499978" y="83572"/>
                </a:lnTo>
                <a:lnTo>
                  <a:pt x="4500586" y="84083"/>
                </a:lnTo>
                <a:lnTo>
                  <a:pt x="4501218" y="84582"/>
                </a:lnTo>
                <a:lnTo>
                  <a:pt x="4501874" y="85068"/>
                </a:lnTo>
                <a:lnTo>
                  <a:pt x="4502555" y="85543"/>
                </a:lnTo>
                <a:lnTo>
                  <a:pt x="4503261" y="86005"/>
                </a:lnTo>
                <a:lnTo>
                  <a:pt x="4503991" y="86456"/>
                </a:lnTo>
                <a:lnTo>
                  <a:pt x="4504746" y="86894"/>
                </a:lnTo>
                <a:lnTo>
                  <a:pt x="4505525" y="87320"/>
                </a:lnTo>
                <a:lnTo>
                  <a:pt x="4506329" y="87735"/>
                </a:lnTo>
                <a:lnTo>
                  <a:pt x="4507158" y="88137"/>
                </a:lnTo>
                <a:lnTo>
                  <a:pt x="4508011" y="88527"/>
                </a:lnTo>
                <a:lnTo>
                  <a:pt x="4508889" y="88905"/>
                </a:lnTo>
                <a:lnTo>
                  <a:pt x="4509791" y="89271"/>
                </a:lnTo>
                <a:lnTo>
                  <a:pt x="4510718" y="89624"/>
                </a:lnTo>
                <a:lnTo>
                  <a:pt x="4511670" y="89966"/>
                </a:lnTo>
                <a:lnTo>
                  <a:pt x="4512646" y="90296"/>
                </a:lnTo>
                <a:lnTo>
                  <a:pt x="4513646" y="90614"/>
                </a:lnTo>
                <a:lnTo>
                  <a:pt x="4514672" y="90919"/>
                </a:lnTo>
                <a:lnTo>
                  <a:pt x="4515721" y="91213"/>
                </a:lnTo>
                <a:lnTo>
                  <a:pt x="4516796" y="91494"/>
                </a:lnTo>
                <a:lnTo>
                  <a:pt x="4517895" y="91763"/>
                </a:lnTo>
                <a:lnTo>
                  <a:pt x="4534073" y="95555"/>
                </a:lnTo>
                <a:lnTo>
                  <a:pt x="4534678" y="95701"/>
                </a:lnTo>
                <a:lnTo>
                  <a:pt x="4535269" y="95852"/>
                </a:lnTo>
                <a:lnTo>
                  <a:pt x="4535847" y="96010"/>
                </a:lnTo>
                <a:lnTo>
                  <a:pt x="4536412" y="96173"/>
                </a:lnTo>
                <a:lnTo>
                  <a:pt x="4536963" y="96343"/>
                </a:lnTo>
                <a:lnTo>
                  <a:pt x="4537502" y="96519"/>
                </a:lnTo>
                <a:lnTo>
                  <a:pt x="4538027" y="96701"/>
                </a:lnTo>
                <a:lnTo>
                  <a:pt x="4538539" y="96889"/>
                </a:lnTo>
                <a:lnTo>
                  <a:pt x="4539038" y="97084"/>
                </a:lnTo>
                <a:lnTo>
                  <a:pt x="4539524" y="97284"/>
                </a:lnTo>
                <a:lnTo>
                  <a:pt x="4539997" y="97491"/>
                </a:lnTo>
                <a:lnTo>
                  <a:pt x="4540456" y="97704"/>
                </a:lnTo>
                <a:lnTo>
                  <a:pt x="4540903" y="97923"/>
                </a:lnTo>
                <a:lnTo>
                  <a:pt x="4541336" y="98148"/>
                </a:lnTo>
                <a:lnTo>
                  <a:pt x="4541756" y="98379"/>
                </a:lnTo>
                <a:lnTo>
                  <a:pt x="4542163" y="98617"/>
                </a:lnTo>
                <a:lnTo>
                  <a:pt x="4542556" y="98860"/>
                </a:lnTo>
                <a:lnTo>
                  <a:pt x="4542937" y="99110"/>
                </a:lnTo>
                <a:lnTo>
                  <a:pt x="4543304" y="99366"/>
                </a:lnTo>
                <a:lnTo>
                  <a:pt x="4543659" y="99628"/>
                </a:lnTo>
                <a:lnTo>
                  <a:pt x="4544000" y="99896"/>
                </a:lnTo>
                <a:lnTo>
                  <a:pt x="4544327" y="100171"/>
                </a:lnTo>
                <a:lnTo>
                  <a:pt x="4544642" y="100451"/>
                </a:lnTo>
                <a:lnTo>
                  <a:pt x="4544944" y="100738"/>
                </a:lnTo>
                <a:lnTo>
                  <a:pt x="4545232" y="101025"/>
                </a:lnTo>
                <a:lnTo>
                  <a:pt x="4545509" y="101318"/>
                </a:lnTo>
                <a:lnTo>
                  <a:pt x="4545773" y="101616"/>
                </a:lnTo>
                <a:lnTo>
                  <a:pt x="4546025" y="101921"/>
                </a:lnTo>
                <a:lnTo>
                  <a:pt x="4546265" y="102231"/>
                </a:lnTo>
                <a:lnTo>
                  <a:pt x="4546492" y="102547"/>
                </a:lnTo>
                <a:lnTo>
                  <a:pt x="4546707" y="102868"/>
                </a:lnTo>
                <a:lnTo>
                  <a:pt x="4546910" y="103195"/>
                </a:lnTo>
                <a:lnTo>
                  <a:pt x="4547100" y="103528"/>
                </a:lnTo>
                <a:lnTo>
                  <a:pt x="4547278" y="103867"/>
                </a:lnTo>
                <a:lnTo>
                  <a:pt x="4547444" y="104211"/>
                </a:lnTo>
                <a:lnTo>
                  <a:pt x="4547598" y="104561"/>
                </a:lnTo>
                <a:lnTo>
                  <a:pt x="4547739" y="104917"/>
                </a:lnTo>
                <a:lnTo>
                  <a:pt x="4547868" y="105278"/>
                </a:lnTo>
                <a:lnTo>
                  <a:pt x="4547985" y="105645"/>
                </a:lnTo>
                <a:lnTo>
                  <a:pt x="4548089" y="106018"/>
                </a:lnTo>
                <a:lnTo>
                  <a:pt x="4548181" y="106397"/>
                </a:lnTo>
                <a:lnTo>
                  <a:pt x="4548261" y="106781"/>
                </a:lnTo>
                <a:lnTo>
                  <a:pt x="4548329" y="107171"/>
                </a:lnTo>
                <a:lnTo>
                  <a:pt x="4548384" y="107566"/>
                </a:lnTo>
                <a:lnTo>
                  <a:pt x="4548427" y="107968"/>
                </a:lnTo>
                <a:lnTo>
                  <a:pt x="4548458" y="108375"/>
                </a:lnTo>
                <a:lnTo>
                  <a:pt x="4548476" y="108788"/>
                </a:lnTo>
                <a:lnTo>
                  <a:pt x="4548482" y="109206"/>
                </a:lnTo>
                <a:lnTo>
                  <a:pt x="4548472" y="109724"/>
                </a:lnTo>
                <a:lnTo>
                  <a:pt x="4548439" y="110237"/>
                </a:lnTo>
                <a:lnTo>
                  <a:pt x="4548386" y="110743"/>
                </a:lnTo>
                <a:lnTo>
                  <a:pt x="4548310" y="111242"/>
                </a:lnTo>
                <a:lnTo>
                  <a:pt x="4548214" y="111736"/>
                </a:lnTo>
                <a:lnTo>
                  <a:pt x="4548095" y="112224"/>
                </a:lnTo>
                <a:lnTo>
                  <a:pt x="4547956" y="112705"/>
                </a:lnTo>
                <a:lnTo>
                  <a:pt x="4547794" y="113181"/>
                </a:lnTo>
                <a:lnTo>
                  <a:pt x="4547612" y="113650"/>
                </a:lnTo>
                <a:lnTo>
                  <a:pt x="4547407" y="114113"/>
                </a:lnTo>
                <a:lnTo>
                  <a:pt x="4547181" y="114570"/>
                </a:lnTo>
                <a:lnTo>
                  <a:pt x="4546934" y="115020"/>
                </a:lnTo>
                <a:lnTo>
                  <a:pt x="4546665" y="115465"/>
                </a:lnTo>
                <a:lnTo>
                  <a:pt x="4546375" y="115903"/>
                </a:lnTo>
                <a:lnTo>
                  <a:pt x="4546063" y="116336"/>
                </a:lnTo>
                <a:lnTo>
                  <a:pt x="4545730" y="116762"/>
                </a:lnTo>
                <a:lnTo>
                  <a:pt x="4545375" y="117182"/>
                </a:lnTo>
                <a:lnTo>
                  <a:pt x="4544999" y="117596"/>
                </a:lnTo>
                <a:lnTo>
                  <a:pt x="4544601" y="118003"/>
                </a:lnTo>
                <a:lnTo>
                  <a:pt x="4544182" y="118405"/>
                </a:lnTo>
                <a:lnTo>
                  <a:pt x="4543741" y="118800"/>
                </a:lnTo>
                <a:lnTo>
                  <a:pt x="4543278" y="119190"/>
                </a:lnTo>
                <a:lnTo>
                  <a:pt x="4542795" y="119573"/>
                </a:lnTo>
                <a:lnTo>
                  <a:pt x="4542289" y="119950"/>
                </a:lnTo>
                <a:lnTo>
                  <a:pt x="4541771" y="120311"/>
                </a:lnTo>
                <a:lnTo>
                  <a:pt x="4541238" y="120656"/>
                </a:lnTo>
                <a:lnTo>
                  <a:pt x="4540689" y="120987"/>
                </a:lnTo>
                <a:lnTo>
                  <a:pt x="4540126" y="121301"/>
                </a:lnTo>
                <a:lnTo>
                  <a:pt x="4539548" y="121601"/>
                </a:lnTo>
                <a:lnTo>
                  <a:pt x="4538955" y="121885"/>
                </a:lnTo>
                <a:lnTo>
                  <a:pt x="4538348" y="122154"/>
                </a:lnTo>
                <a:lnTo>
                  <a:pt x="4537725" y="122407"/>
                </a:lnTo>
                <a:lnTo>
                  <a:pt x="4537087" y="122645"/>
                </a:lnTo>
                <a:lnTo>
                  <a:pt x="4536435" y="122868"/>
                </a:lnTo>
                <a:lnTo>
                  <a:pt x="4535767" y="123076"/>
                </a:lnTo>
                <a:lnTo>
                  <a:pt x="4535085" y="123268"/>
                </a:lnTo>
                <a:lnTo>
                  <a:pt x="4534387" y="123444"/>
                </a:lnTo>
                <a:lnTo>
                  <a:pt x="4533675" y="123606"/>
                </a:lnTo>
                <a:lnTo>
                  <a:pt x="4532948" y="123751"/>
                </a:lnTo>
                <a:lnTo>
                  <a:pt x="4532205" y="123882"/>
                </a:lnTo>
                <a:lnTo>
                  <a:pt x="4531448" y="123997"/>
                </a:lnTo>
                <a:lnTo>
                  <a:pt x="4530676" y="124097"/>
                </a:lnTo>
                <a:lnTo>
                  <a:pt x="4529890" y="124182"/>
                </a:lnTo>
                <a:lnTo>
                  <a:pt x="4529088" y="124251"/>
                </a:lnTo>
                <a:lnTo>
                  <a:pt x="4528271" y="124304"/>
                </a:lnTo>
                <a:lnTo>
                  <a:pt x="4527439" y="124343"/>
                </a:lnTo>
                <a:lnTo>
                  <a:pt x="4526593" y="124366"/>
                </a:lnTo>
                <a:lnTo>
                  <a:pt x="4525731" y="124374"/>
                </a:lnTo>
                <a:lnTo>
                  <a:pt x="4524974" y="124367"/>
                </a:lnTo>
                <a:lnTo>
                  <a:pt x="4524228" y="124346"/>
                </a:lnTo>
                <a:lnTo>
                  <a:pt x="4523495" y="124312"/>
                </a:lnTo>
                <a:lnTo>
                  <a:pt x="4522773" y="124265"/>
                </a:lnTo>
                <a:lnTo>
                  <a:pt x="4522064" y="124204"/>
                </a:lnTo>
                <a:lnTo>
                  <a:pt x="4521367" y="124129"/>
                </a:lnTo>
                <a:lnTo>
                  <a:pt x="4520681" y="124040"/>
                </a:lnTo>
                <a:lnTo>
                  <a:pt x="4520008" y="123938"/>
                </a:lnTo>
                <a:lnTo>
                  <a:pt x="4519347" y="123823"/>
                </a:lnTo>
                <a:lnTo>
                  <a:pt x="4518698" y="123693"/>
                </a:lnTo>
                <a:lnTo>
                  <a:pt x="4518061" y="123550"/>
                </a:lnTo>
                <a:lnTo>
                  <a:pt x="4517437" y="123394"/>
                </a:lnTo>
                <a:lnTo>
                  <a:pt x="4516824" y="123224"/>
                </a:lnTo>
                <a:lnTo>
                  <a:pt x="4516223" y="123040"/>
                </a:lnTo>
                <a:lnTo>
                  <a:pt x="4515634" y="122843"/>
                </a:lnTo>
                <a:lnTo>
                  <a:pt x="4515058" y="122632"/>
                </a:lnTo>
                <a:lnTo>
                  <a:pt x="4514493" y="122408"/>
                </a:lnTo>
                <a:lnTo>
                  <a:pt x="4513941" y="122170"/>
                </a:lnTo>
                <a:lnTo>
                  <a:pt x="4513401" y="121918"/>
                </a:lnTo>
                <a:lnTo>
                  <a:pt x="4512872" y="121653"/>
                </a:lnTo>
                <a:lnTo>
                  <a:pt x="4512356" y="121374"/>
                </a:lnTo>
                <a:lnTo>
                  <a:pt x="4511852" y="121081"/>
                </a:lnTo>
                <a:lnTo>
                  <a:pt x="4511360" y="120775"/>
                </a:lnTo>
                <a:lnTo>
                  <a:pt x="4510880" y="120455"/>
                </a:lnTo>
                <a:lnTo>
                  <a:pt x="4510417" y="120122"/>
                </a:lnTo>
                <a:lnTo>
                  <a:pt x="4509967" y="119775"/>
                </a:lnTo>
                <a:lnTo>
                  <a:pt x="4509530" y="119415"/>
                </a:lnTo>
                <a:lnTo>
                  <a:pt x="4509105" y="119040"/>
                </a:lnTo>
                <a:lnTo>
                  <a:pt x="4508693" y="118653"/>
                </a:lnTo>
                <a:lnTo>
                  <a:pt x="4508293" y="118251"/>
                </a:lnTo>
                <a:lnTo>
                  <a:pt x="4507905" y="117836"/>
                </a:lnTo>
                <a:lnTo>
                  <a:pt x="4507530" y="117408"/>
                </a:lnTo>
                <a:lnTo>
                  <a:pt x="4507168" y="116966"/>
                </a:lnTo>
                <a:lnTo>
                  <a:pt x="4506818" y="116510"/>
                </a:lnTo>
                <a:lnTo>
                  <a:pt x="4506481" y="116040"/>
                </a:lnTo>
                <a:lnTo>
                  <a:pt x="4506156" y="115557"/>
                </a:lnTo>
                <a:lnTo>
                  <a:pt x="4505843" y="115061"/>
                </a:lnTo>
                <a:lnTo>
                  <a:pt x="4505544" y="114551"/>
                </a:lnTo>
                <a:lnTo>
                  <a:pt x="4505256" y="114027"/>
                </a:lnTo>
                <a:lnTo>
                  <a:pt x="4504981" y="113489"/>
                </a:lnTo>
                <a:lnTo>
                  <a:pt x="4504719" y="112938"/>
                </a:lnTo>
                <a:lnTo>
                  <a:pt x="4504469" y="112374"/>
                </a:lnTo>
                <a:lnTo>
                  <a:pt x="4504232" y="111796"/>
                </a:lnTo>
                <a:lnTo>
                  <a:pt x="4504007" y="111204"/>
                </a:lnTo>
                <a:lnTo>
                  <a:pt x="4503795" y="110598"/>
                </a:lnTo>
                <a:lnTo>
                  <a:pt x="4503595" y="109979"/>
                </a:lnTo>
                <a:lnTo>
                  <a:pt x="4503408" y="109347"/>
                </a:lnTo>
                <a:lnTo>
                  <a:pt x="4503233" y="108700"/>
                </a:lnTo>
                <a:lnTo>
                  <a:pt x="4489077" y="112240"/>
                </a:lnTo>
                <a:lnTo>
                  <a:pt x="4489305" y="113261"/>
                </a:lnTo>
                <a:lnTo>
                  <a:pt x="4489558" y="114263"/>
                </a:lnTo>
                <a:lnTo>
                  <a:pt x="4489836" y="115243"/>
                </a:lnTo>
                <a:lnTo>
                  <a:pt x="4490139" y="116203"/>
                </a:lnTo>
                <a:lnTo>
                  <a:pt x="4490466" y="117143"/>
                </a:lnTo>
                <a:lnTo>
                  <a:pt x="4490818" y="118062"/>
                </a:lnTo>
                <a:lnTo>
                  <a:pt x="4491196" y="118960"/>
                </a:lnTo>
                <a:lnTo>
                  <a:pt x="4491597" y="119837"/>
                </a:lnTo>
                <a:lnTo>
                  <a:pt x="4492024" y="120694"/>
                </a:lnTo>
                <a:lnTo>
                  <a:pt x="4492476" y="121531"/>
                </a:lnTo>
                <a:lnTo>
                  <a:pt x="4492952" y="122346"/>
                </a:lnTo>
                <a:lnTo>
                  <a:pt x="4493453" y="123141"/>
                </a:lnTo>
                <a:lnTo>
                  <a:pt x="4493979" y="123916"/>
                </a:lnTo>
                <a:lnTo>
                  <a:pt x="4494529" y="124669"/>
                </a:lnTo>
                <a:lnTo>
                  <a:pt x="4495105" y="125403"/>
                </a:lnTo>
                <a:lnTo>
                  <a:pt x="4495705" y="126115"/>
                </a:lnTo>
                <a:lnTo>
                  <a:pt x="4496330" y="126807"/>
                </a:lnTo>
                <a:lnTo>
                  <a:pt x="4496980" y="127478"/>
                </a:lnTo>
                <a:lnTo>
                  <a:pt x="4497655" y="128129"/>
                </a:lnTo>
                <a:lnTo>
                  <a:pt x="4498354" y="128759"/>
                </a:lnTo>
                <a:lnTo>
                  <a:pt x="4499078" y="129368"/>
                </a:lnTo>
                <a:lnTo>
                  <a:pt x="4499828" y="129957"/>
                </a:lnTo>
                <a:lnTo>
                  <a:pt x="4500601" y="130525"/>
                </a:lnTo>
                <a:lnTo>
                  <a:pt x="4501400" y="131073"/>
                </a:lnTo>
                <a:lnTo>
                  <a:pt x="4502220" y="131599"/>
                </a:lnTo>
                <a:lnTo>
                  <a:pt x="4503058" y="132102"/>
                </a:lnTo>
                <a:lnTo>
                  <a:pt x="4503913" y="132583"/>
                </a:lnTo>
                <a:lnTo>
                  <a:pt x="4504786" y="133042"/>
                </a:lnTo>
                <a:lnTo>
                  <a:pt x="4505677" y="133479"/>
                </a:lnTo>
                <a:lnTo>
                  <a:pt x="4506586" y="133893"/>
                </a:lnTo>
                <a:lnTo>
                  <a:pt x="4507513" y="134284"/>
                </a:lnTo>
                <a:lnTo>
                  <a:pt x="4508457" y="134654"/>
                </a:lnTo>
                <a:lnTo>
                  <a:pt x="4509419" y="135001"/>
                </a:lnTo>
                <a:lnTo>
                  <a:pt x="4510399" y="135325"/>
                </a:lnTo>
                <a:lnTo>
                  <a:pt x="4511397" y="135627"/>
                </a:lnTo>
                <a:lnTo>
                  <a:pt x="4512412" y="135907"/>
                </a:lnTo>
                <a:lnTo>
                  <a:pt x="4513445" y="136165"/>
                </a:lnTo>
                <a:lnTo>
                  <a:pt x="4514496" y="136400"/>
                </a:lnTo>
                <a:lnTo>
                  <a:pt x="4515565" y="136612"/>
                </a:lnTo>
                <a:lnTo>
                  <a:pt x="4516652" y="136802"/>
                </a:lnTo>
                <a:lnTo>
                  <a:pt x="4517756" y="136970"/>
                </a:lnTo>
                <a:lnTo>
                  <a:pt x="4518878" y="137116"/>
                </a:lnTo>
                <a:lnTo>
                  <a:pt x="4520018" y="137239"/>
                </a:lnTo>
                <a:lnTo>
                  <a:pt x="4521176" y="137340"/>
                </a:lnTo>
                <a:lnTo>
                  <a:pt x="4522351" y="137418"/>
                </a:lnTo>
                <a:lnTo>
                  <a:pt x="4523544" y="137474"/>
                </a:lnTo>
                <a:lnTo>
                  <a:pt x="4524755" y="137508"/>
                </a:lnTo>
                <a:lnTo>
                  <a:pt x="4525984" y="137519"/>
                </a:lnTo>
                <a:lnTo>
                  <a:pt x="4526922" y="137512"/>
                </a:lnTo>
                <a:lnTo>
                  <a:pt x="4527850" y="137492"/>
                </a:lnTo>
                <a:lnTo>
                  <a:pt x="4528769" y="137459"/>
                </a:lnTo>
                <a:lnTo>
                  <a:pt x="4529678" y="137413"/>
                </a:lnTo>
                <a:lnTo>
                  <a:pt x="4530577" y="137354"/>
                </a:lnTo>
                <a:lnTo>
                  <a:pt x="4531467" y="137282"/>
                </a:lnTo>
                <a:lnTo>
                  <a:pt x="4532347" y="137196"/>
                </a:lnTo>
                <a:lnTo>
                  <a:pt x="4533217" y="137097"/>
                </a:lnTo>
                <a:lnTo>
                  <a:pt x="4534077" y="136986"/>
                </a:lnTo>
                <a:lnTo>
                  <a:pt x="4534928" y="136860"/>
                </a:lnTo>
                <a:lnTo>
                  <a:pt x="4535770" y="136722"/>
                </a:lnTo>
                <a:lnTo>
                  <a:pt x="4536601" y="136571"/>
                </a:lnTo>
                <a:lnTo>
                  <a:pt x="4537424" y="136406"/>
                </a:lnTo>
                <a:lnTo>
                  <a:pt x="4538236" y="136228"/>
                </a:lnTo>
                <a:lnTo>
                  <a:pt x="4539039" y="136038"/>
                </a:lnTo>
                <a:lnTo>
                  <a:pt x="4539832" y="135833"/>
                </a:lnTo>
                <a:lnTo>
                  <a:pt x="4540615" y="135616"/>
                </a:lnTo>
                <a:lnTo>
                  <a:pt x="4541389" y="135386"/>
                </a:lnTo>
                <a:lnTo>
                  <a:pt x="4542153" y="135142"/>
                </a:lnTo>
                <a:lnTo>
                  <a:pt x="4542907" y="134885"/>
                </a:lnTo>
                <a:lnTo>
                  <a:pt x="4543652" y="134616"/>
                </a:lnTo>
                <a:lnTo>
                  <a:pt x="4544387" y="134333"/>
                </a:lnTo>
                <a:lnTo>
                  <a:pt x="4545113" y="134036"/>
                </a:lnTo>
                <a:lnTo>
                  <a:pt x="4545828" y="133727"/>
                </a:lnTo>
                <a:lnTo>
                  <a:pt x="4546533" y="133406"/>
                </a:lnTo>
                <a:lnTo>
                  <a:pt x="4547224" y="133076"/>
                </a:lnTo>
                <a:lnTo>
                  <a:pt x="4547902" y="132735"/>
                </a:lnTo>
                <a:lnTo>
                  <a:pt x="4548567" y="132386"/>
                </a:lnTo>
                <a:lnTo>
                  <a:pt x="4549219" y="132026"/>
                </a:lnTo>
                <a:lnTo>
                  <a:pt x="4549857" y="131657"/>
                </a:lnTo>
                <a:lnTo>
                  <a:pt x="4550483" y="131278"/>
                </a:lnTo>
                <a:lnTo>
                  <a:pt x="4551095" y="130890"/>
                </a:lnTo>
                <a:lnTo>
                  <a:pt x="4551694" y="130492"/>
                </a:lnTo>
                <a:lnTo>
                  <a:pt x="4552280" y="130084"/>
                </a:lnTo>
                <a:lnTo>
                  <a:pt x="4552853" y="129667"/>
                </a:lnTo>
                <a:lnTo>
                  <a:pt x="4553412" y="129240"/>
                </a:lnTo>
                <a:lnTo>
                  <a:pt x="4553959" y="128803"/>
                </a:lnTo>
                <a:lnTo>
                  <a:pt x="4554492" y="128357"/>
                </a:lnTo>
                <a:lnTo>
                  <a:pt x="4555012" y="127901"/>
                </a:lnTo>
                <a:lnTo>
                  <a:pt x="4555519" y="127435"/>
                </a:lnTo>
                <a:lnTo>
                  <a:pt x="4556013" y="126960"/>
                </a:lnTo>
                <a:lnTo>
                  <a:pt x="4556493" y="126475"/>
                </a:lnTo>
                <a:lnTo>
                  <a:pt x="4556961" y="125980"/>
                </a:lnTo>
                <a:lnTo>
                  <a:pt x="4557415" y="125476"/>
                </a:lnTo>
                <a:lnTo>
                  <a:pt x="4557856" y="124962"/>
                </a:lnTo>
                <a:lnTo>
                  <a:pt x="4558284" y="124439"/>
                </a:lnTo>
                <a:lnTo>
                  <a:pt x="4558699" y="123905"/>
                </a:lnTo>
                <a:lnTo>
                  <a:pt x="4559100" y="123362"/>
                </a:lnTo>
                <a:lnTo>
                  <a:pt x="4559492" y="122812"/>
                </a:lnTo>
                <a:lnTo>
                  <a:pt x="4559867" y="122255"/>
                </a:lnTo>
                <a:lnTo>
                  <a:pt x="4560226" y="121692"/>
                </a:lnTo>
                <a:lnTo>
                  <a:pt x="4560568" y="121122"/>
                </a:lnTo>
                <a:lnTo>
                  <a:pt x="4560893" y="120547"/>
                </a:lnTo>
                <a:lnTo>
                  <a:pt x="4561201" y="119966"/>
                </a:lnTo>
                <a:lnTo>
                  <a:pt x="4561493" y="119378"/>
                </a:lnTo>
                <a:lnTo>
                  <a:pt x="4561768" y="118784"/>
                </a:lnTo>
                <a:lnTo>
                  <a:pt x="4562027" y="118184"/>
                </a:lnTo>
                <a:lnTo>
                  <a:pt x="4562269" y="117578"/>
                </a:lnTo>
                <a:lnTo>
                  <a:pt x="4562494" y="116966"/>
                </a:lnTo>
                <a:lnTo>
                  <a:pt x="4562702" y="116347"/>
                </a:lnTo>
                <a:lnTo>
                  <a:pt x="4562894" y="115723"/>
                </a:lnTo>
                <a:lnTo>
                  <a:pt x="4563069" y="115092"/>
                </a:lnTo>
                <a:lnTo>
                  <a:pt x="4563227" y="114455"/>
                </a:lnTo>
                <a:lnTo>
                  <a:pt x="4563369" y="113812"/>
                </a:lnTo>
                <a:lnTo>
                  <a:pt x="4563494" y="113163"/>
                </a:lnTo>
                <a:lnTo>
                  <a:pt x="4563603" y="112508"/>
                </a:lnTo>
                <a:lnTo>
                  <a:pt x="4563694" y="111847"/>
                </a:lnTo>
                <a:lnTo>
                  <a:pt x="4563769" y="111179"/>
                </a:lnTo>
                <a:lnTo>
                  <a:pt x="4563828" y="110506"/>
                </a:lnTo>
                <a:lnTo>
                  <a:pt x="4563869" y="109826"/>
                </a:lnTo>
                <a:lnTo>
                  <a:pt x="4563894" y="109140"/>
                </a:lnTo>
                <a:lnTo>
                  <a:pt x="4563903" y="108448"/>
                </a:lnTo>
                <a:lnTo>
                  <a:pt x="4563892" y="107606"/>
                </a:lnTo>
                <a:lnTo>
                  <a:pt x="4563858" y="106778"/>
                </a:lnTo>
                <a:lnTo>
                  <a:pt x="4563803" y="105962"/>
                </a:lnTo>
                <a:lnTo>
                  <a:pt x="4563725" y="105160"/>
                </a:lnTo>
                <a:lnTo>
                  <a:pt x="4563626" y="104370"/>
                </a:lnTo>
                <a:lnTo>
                  <a:pt x="4563504" y="103593"/>
                </a:lnTo>
                <a:lnTo>
                  <a:pt x="4563360" y="102830"/>
                </a:lnTo>
                <a:lnTo>
                  <a:pt x="4563194" y="102079"/>
                </a:lnTo>
                <a:lnTo>
                  <a:pt x="4563005" y="101341"/>
                </a:lnTo>
                <a:lnTo>
                  <a:pt x="4562795" y="100616"/>
                </a:lnTo>
                <a:lnTo>
                  <a:pt x="4562562" y="99904"/>
                </a:lnTo>
                <a:lnTo>
                  <a:pt x="4562307" y="99205"/>
                </a:lnTo>
                <a:lnTo>
                  <a:pt x="4562030" y="98519"/>
                </a:lnTo>
                <a:lnTo>
                  <a:pt x="4561731" y="97846"/>
                </a:lnTo>
                <a:lnTo>
                  <a:pt x="4561409" y="97186"/>
                </a:lnTo>
                <a:lnTo>
                  <a:pt x="4561066" y="96538"/>
                </a:lnTo>
                <a:lnTo>
                  <a:pt x="4560700" y="95904"/>
                </a:lnTo>
                <a:lnTo>
                  <a:pt x="4560312" y="95283"/>
                </a:lnTo>
                <a:lnTo>
                  <a:pt x="4559902" y="94674"/>
                </a:lnTo>
                <a:lnTo>
                  <a:pt x="4559470" y="94079"/>
                </a:lnTo>
                <a:lnTo>
                  <a:pt x="4559016" y="93496"/>
                </a:lnTo>
                <a:lnTo>
                  <a:pt x="4558539" y="92927"/>
                </a:lnTo>
                <a:lnTo>
                  <a:pt x="4558041" y="92370"/>
                </a:lnTo>
                <a:lnTo>
                  <a:pt x="4557520" y="91827"/>
                </a:lnTo>
                <a:lnTo>
                  <a:pt x="4556976" y="91290"/>
                </a:lnTo>
                <a:lnTo>
                  <a:pt x="4556410" y="90765"/>
                </a:lnTo>
                <a:lnTo>
                  <a:pt x="4555820" y="90252"/>
                </a:lnTo>
                <a:lnTo>
                  <a:pt x="4555208" y="89750"/>
                </a:lnTo>
                <a:lnTo>
                  <a:pt x="4554572" y="89260"/>
                </a:lnTo>
                <a:lnTo>
                  <a:pt x="4553914" y="88781"/>
                </a:lnTo>
                <a:lnTo>
                  <a:pt x="4553232" y="88314"/>
                </a:lnTo>
                <a:lnTo>
                  <a:pt x="4552527" y="87859"/>
                </a:lnTo>
                <a:lnTo>
                  <a:pt x="4551799" y="87416"/>
                </a:lnTo>
                <a:lnTo>
                  <a:pt x="4551049" y="86984"/>
                </a:lnTo>
                <a:lnTo>
                  <a:pt x="4550275" y="86563"/>
                </a:lnTo>
                <a:lnTo>
                  <a:pt x="4549478" y="86155"/>
                </a:lnTo>
                <a:lnTo>
                  <a:pt x="4548658" y="85758"/>
                </a:lnTo>
                <a:lnTo>
                  <a:pt x="4547815" y="85372"/>
                </a:lnTo>
                <a:lnTo>
                  <a:pt x="4546949" y="84998"/>
                </a:lnTo>
                <a:lnTo>
                  <a:pt x="4546060" y="84636"/>
                </a:lnTo>
                <a:lnTo>
                  <a:pt x="4545148" y="84286"/>
                </a:lnTo>
                <a:lnTo>
                  <a:pt x="4544213" y="83947"/>
                </a:lnTo>
                <a:lnTo>
                  <a:pt x="4543255" y="83619"/>
                </a:lnTo>
                <a:lnTo>
                  <a:pt x="4542273" y="83304"/>
                </a:lnTo>
                <a:lnTo>
                  <a:pt x="4541269" y="83000"/>
                </a:lnTo>
                <a:lnTo>
                  <a:pt x="4540242" y="82707"/>
                </a:lnTo>
                <a:lnTo>
                  <a:pt x="4539191" y="82426"/>
                </a:lnTo>
                <a:lnTo>
                  <a:pt x="4538118" y="82157"/>
                </a:lnTo>
                <a:lnTo>
                  <a:pt x="4523709" y="78618"/>
                </a:lnTo>
                <a:lnTo>
                  <a:pt x="4523001" y="78437"/>
                </a:lnTo>
                <a:lnTo>
                  <a:pt x="4522308" y="78253"/>
                </a:lnTo>
                <a:lnTo>
                  <a:pt x="4521631" y="78064"/>
                </a:lnTo>
                <a:lnTo>
                  <a:pt x="4520970" y="77872"/>
                </a:lnTo>
                <a:lnTo>
                  <a:pt x="4520325" y="77676"/>
                </a:lnTo>
                <a:lnTo>
                  <a:pt x="4519696" y="77477"/>
                </a:lnTo>
                <a:lnTo>
                  <a:pt x="4519082" y="77273"/>
                </a:lnTo>
                <a:lnTo>
                  <a:pt x="4518485" y="77066"/>
                </a:lnTo>
                <a:lnTo>
                  <a:pt x="4517903" y="76856"/>
                </a:lnTo>
                <a:lnTo>
                  <a:pt x="4517336" y="76641"/>
                </a:lnTo>
                <a:lnTo>
                  <a:pt x="4516786" y="76423"/>
                </a:lnTo>
                <a:lnTo>
                  <a:pt x="4516252" y="76201"/>
                </a:lnTo>
                <a:lnTo>
                  <a:pt x="4515733" y="75975"/>
                </a:lnTo>
                <a:lnTo>
                  <a:pt x="4515230" y="75746"/>
                </a:lnTo>
                <a:lnTo>
                  <a:pt x="4514743" y="75513"/>
                </a:lnTo>
                <a:lnTo>
                  <a:pt x="4514271" y="75276"/>
                </a:lnTo>
                <a:lnTo>
                  <a:pt x="4513816" y="75035"/>
                </a:lnTo>
                <a:lnTo>
                  <a:pt x="4513376" y="74791"/>
                </a:lnTo>
                <a:lnTo>
                  <a:pt x="4512952" y="74543"/>
                </a:lnTo>
                <a:lnTo>
                  <a:pt x="4512544" y="74291"/>
                </a:lnTo>
                <a:lnTo>
                  <a:pt x="4512152" y="74035"/>
                </a:lnTo>
                <a:lnTo>
                  <a:pt x="4511775" y="73776"/>
                </a:lnTo>
                <a:lnTo>
                  <a:pt x="4511414" y="73513"/>
                </a:lnTo>
                <a:lnTo>
                  <a:pt x="4511069" y="73246"/>
                </a:lnTo>
                <a:lnTo>
                  <a:pt x="4510739" y="72974"/>
                </a:lnTo>
                <a:lnTo>
                  <a:pt x="4510423" y="72693"/>
                </a:lnTo>
                <a:lnTo>
                  <a:pt x="4510121" y="72404"/>
                </a:lnTo>
                <a:lnTo>
                  <a:pt x="4509834" y="72107"/>
                </a:lnTo>
                <a:lnTo>
                  <a:pt x="4509560" y="71802"/>
                </a:lnTo>
                <a:lnTo>
                  <a:pt x="4509300" y="71489"/>
                </a:lnTo>
                <a:lnTo>
                  <a:pt x="4509054" y="71167"/>
                </a:lnTo>
                <a:lnTo>
                  <a:pt x="4508822" y="70838"/>
                </a:lnTo>
                <a:lnTo>
                  <a:pt x="4508605" y="70500"/>
                </a:lnTo>
                <a:lnTo>
                  <a:pt x="4508401" y="70155"/>
                </a:lnTo>
                <a:lnTo>
                  <a:pt x="4508211" y="69801"/>
                </a:lnTo>
                <a:lnTo>
                  <a:pt x="4508036" y="69439"/>
                </a:lnTo>
                <a:lnTo>
                  <a:pt x="4507874" y="69069"/>
                </a:lnTo>
                <a:lnTo>
                  <a:pt x="4507727" y="68690"/>
                </a:lnTo>
                <a:lnTo>
                  <a:pt x="4507593" y="68304"/>
                </a:lnTo>
                <a:lnTo>
                  <a:pt x="4507474" y="67910"/>
                </a:lnTo>
                <a:lnTo>
                  <a:pt x="4507369" y="67507"/>
                </a:lnTo>
                <a:lnTo>
                  <a:pt x="4507277" y="67096"/>
                </a:lnTo>
                <a:lnTo>
                  <a:pt x="4507200" y="66678"/>
                </a:lnTo>
                <a:lnTo>
                  <a:pt x="4507137" y="66251"/>
                </a:lnTo>
                <a:lnTo>
                  <a:pt x="4507088" y="65816"/>
                </a:lnTo>
                <a:lnTo>
                  <a:pt x="4507053" y="65373"/>
                </a:lnTo>
                <a:lnTo>
                  <a:pt x="4507032" y="64921"/>
                </a:lnTo>
                <a:lnTo>
                  <a:pt x="4507025" y="64462"/>
                </a:lnTo>
                <a:lnTo>
                  <a:pt x="4507035" y="63944"/>
                </a:lnTo>
                <a:lnTo>
                  <a:pt x="4507065" y="63434"/>
                </a:lnTo>
                <a:lnTo>
                  <a:pt x="4507116" y="62932"/>
                </a:lnTo>
                <a:lnTo>
                  <a:pt x="4507188" y="62438"/>
                </a:lnTo>
                <a:lnTo>
                  <a:pt x="4507280" y="61951"/>
                </a:lnTo>
                <a:lnTo>
                  <a:pt x="4507392" y="61472"/>
                </a:lnTo>
                <a:lnTo>
                  <a:pt x="4507525" y="61000"/>
                </a:lnTo>
                <a:lnTo>
                  <a:pt x="4507678" y="60537"/>
                </a:lnTo>
                <a:lnTo>
                  <a:pt x="4507851" y="60081"/>
                </a:lnTo>
                <a:lnTo>
                  <a:pt x="4508045" y="59632"/>
                </a:lnTo>
                <a:lnTo>
                  <a:pt x="4508259" y="59191"/>
                </a:lnTo>
                <a:lnTo>
                  <a:pt x="4508494" y="58758"/>
                </a:lnTo>
                <a:lnTo>
                  <a:pt x="4508749" y="58333"/>
                </a:lnTo>
                <a:lnTo>
                  <a:pt x="4509025" y="57915"/>
                </a:lnTo>
                <a:lnTo>
                  <a:pt x="4509321" y="57505"/>
                </a:lnTo>
                <a:lnTo>
                  <a:pt x="4509637" y="57103"/>
                </a:lnTo>
                <a:lnTo>
                  <a:pt x="4509974" y="56708"/>
                </a:lnTo>
                <a:lnTo>
                  <a:pt x="4510331" y="56321"/>
                </a:lnTo>
                <a:lnTo>
                  <a:pt x="4510708" y="55942"/>
                </a:lnTo>
                <a:lnTo>
                  <a:pt x="4511106" y="55570"/>
                </a:lnTo>
                <a:lnTo>
                  <a:pt x="4511525" y="55206"/>
                </a:lnTo>
                <a:lnTo>
                  <a:pt x="4511963" y="54850"/>
                </a:lnTo>
                <a:lnTo>
                  <a:pt x="4512423" y="54502"/>
                </a:lnTo>
                <a:lnTo>
                  <a:pt x="4512902" y="54161"/>
                </a:lnTo>
                <a:lnTo>
                  <a:pt x="4513402" y="53825"/>
                </a:lnTo>
                <a:lnTo>
                  <a:pt x="4513913" y="53505"/>
                </a:lnTo>
                <a:lnTo>
                  <a:pt x="4514434" y="53198"/>
                </a:lnTo>
                <a:lnTo>
                  <a:pt x="4514965" y="52905"/>
                </a:lnTo>
                <a:lnTo>
                  <a:pt x="4515506" y="52627"/>
                </a:lnTo>
                <a:lnTo>
                  <a:pt x="4516058" y="52363"/>
                </a:lnTo>
                <a:lnTo>
                  <a:pt x="4516620" y="52114"/>
                </a:lnTo>
                <a:lnTo>
                  <a:pt x="4517193" y="51878"/>
                </a:lnTo>
                <a:lnTo>
                  <a:pt x="4517775" y="51657"/>
                </a:lnTo>
                <a:lnTo>
                  <a:pt x="4518368" y="51451"/>
                </a:lnTo>
                <a:lnTo>
                  <a:pt x="4518972" y="51258"/>
                </a:lnTo>
                <a:lnTo>
                  <a:pt x="4519585" y="51080"/>
                </a:lnTo>
                <a:lnTo>
                  <a:pt x="4520209" y="50916"/>
                </a:lnTo>
                <a:lnTo>
                  <a:pt x="4520844" y="50766"/>
                </a:lnTo>
                <a:lnTo>
                  <a:pt x="4521488" y="50630"/>
                </a:lnTo>
                <a:lnTo>
                  <a:pt x="4522143" y="50509"/>
                </a:lnTo>
                <a:lnTo>
                  <a:pt x="4522808" y="50402"/>
                </a:lnTo>
                <a:lnTo>
                  <a:pt x="4523484" y="50310"/>
                </a:lnTo>
                <a:lnTo>
                  <a:pt x="4524170" y="50231"/>
                </a:lnTo>
                <a:lnTo>
                  <a:pt x="4524866" y="50167"/>
                </a:lnTo>
                <a:lnTo>
                  <a:pt x="4525572" y="50117"/>
                </a:lnTo>
                <a:lnTo>
                  <a:pt x="4526289" y="50081"/>
                </a:lnTo>
                <a:lnTo>
                  <a:pt x="4527016" y="50060"/>
                </a:lnTo>
                <a:lnTo>
                  <a:pt x="4527754" y="50053"/>
                </a:lnTo>
                <a:lnTo>
                  <a:pt x="4528292" y="50056"/>
                </a:lnTo>
                <a:lnTo>
                  <a:pt x="4528822" y="50067"/>
                </a:lnTo>
                <a:lnTo>
                  <a:pt x="4529345" y="50085"/>
                </a:lnTo>
                <a:lnTo>
                  <a:pt x="4529859" y="50111"/>
                </a:lnTo>
                <a:lnTo>
                  <a:pt x="4530365" y="50143"/>
                </a:lnTo>
                <a:lnTo>
                  <a:pt x="4530862" y="50183"/>
                </a:lnTo>
                <a:lnTo>
                  <a:pt x="4531352" y="50230"/>
                </a:lnTo>
                <a:lnTo>
                  <a:pt x="4531834" y="50285"/>
                </a:lnTo>
                <a:lnTo>
                  <a:pt x="4532307" y="50346"/>
                </a:lnTo>
                <a:lnTo>
                  <a:pt x="4532772" y="50415"/>
                </a:lnTo>
                <a:lnTo>
                  <a:pt x="4533229" y="50491"/>
                </a:lnTo>
                <a:lnTo>
                  <a:pt x="4533679" y="50574"/>
                </a:lnTo>
                <a:lnTo>
                  <a:pt x="4534119" y="50665"/>
                </a:lnTo>
                <a:lnTo>
                  <a:pt x="4534552" y="50762"/>
                </a:lnTo>
                <a:lnTo>
                  <a:pt x="4534977" y="50867"/>
                </a:lnTo>
                <a:lnTo>
                  <a:pt x="4535394" y="50980"/>
                </a:lnTo>
                <a:lnTo>
                  <a:pt x="4535802" y="51099"/>
                </a:lnTo>
                <a:lnTo>
                  <a:pt x="4536202" y="51226"/>
                </a:lnTo>
                <a:lnTo>
                  <a:pt x="4536595" y="51360"/>
                </a:lnTo>
                <a:lnTo>
                  <a:pt x="4536979" y="51501"/>
                </a:lnTo>
                <a:lnTo>
                  <a:pt x="4537355" y="51650"/>
                </a:lnTo>
                <a:lnTo>
                  <a:pt x="4537723" y="51805"/>
                </a:lnTo>
                <a:lnTo>
                  <a:pt x="4538082" y="51968"/>
                </a:lnTo>
                <a:lnTo>
                  <a:pt x="4538434" y="52138"/>
                </a:lnTo>
                <a:lnTo>
                  <a:pt x="4538779" y="52314"/>
                </a:lnTo>
                <a:lnTo>
                  <a:pt x="4539117" y="52494"/>
                </a:lnTo>
                <a:lnTo>
                  <a:pt x="4539449" y="52677"/>
                </a:lnTo>
                <a:lnTo>
                  <a:pt x="4539775" y="52865"/>
                </a:lnTo>
                <a:lnTo>
                  <a:pt x="4540095" y="53057"/>
                </a:lnTo>
                <a:lnTo>
                  <a:pt x="4540409" y="53252"/>
                </a:lnTo>
                <a:lnTo>
                  <a:pt x="4540717" y="53452"/>
                </a:lnTo>
                <a:lnTo>
                  <a:pt x="4541018" y="53655"/>
                </a:lnTo>
                <a:lnTo>
                  <a:pt x="4541314" y="53862"/>
                </a:lnTo>
                <a:lnTo>
                  <a:pt x="4541603" y="54074"/>
                </a:lnTo>
                <a:lnTo>
                  <a:pt x="4541886" y="54289"/>
                </a:lnTo>
                <a:lnTo>
                  <a:pt x="4542163" y="54508"/>
                </a:lnTo>
                <a:lnTo>
                  <a:pt x="4542434" y="54731"/>
                </a:lnTo>
                <a:lnTo>
                  <a:pt x="4542698" y="54959"/>
                </a:lnTo>
                <a:lnTo>
                  <a:pt x="4542957" y="55190"/>
                </a:lnTo>
                <a:lnTo>
                  <a:pt x="4543209" y="55425"/>
                </a:lnTo>
                <a:lnTo>
                  <a:pt x="4543455" y="55664"/>
                </a:lnTo>
                <a:lnTo>
                  <a:pt x="4543695" y="55906"/>
                </a:lnTo>
                <a:lnTo>
                  <a:pt x="4543929" y="56153"/>
                </a:lnTo>
                <a:lnTo>
                  <a:pt x="4544157" y="56404"/>
                </a:lnTo>
                <a:lnTo>
                  <a:pt x="4544379" y="56659"/>
                </a:lnTo>
                <a:lnTo>
                  <a:pt x="4544594" y="56918"/>
                </a:lnTo>
                <a:lnTo>
                  <a:pt x="4544803" y="57180"/>
                </a:lnTo>
                <a:lnTo>
                  <a:pt x="4545007" y="57447"/>
                </a:lnTo>
                <a:lnTo>
                  <a:pt x="4545210" y="57711"/>
                </a:lnTo>
                <a:lnTo>
                  <a:pt x="4545409" y="57975"/>
                </a:lnTo>
                <a:lnTo>
                  <a:pt x="4545604" y="58240"/>
                </a:lnTo>
                <a:lnTo>
                  <a:pt x="4545795" y="58505"/>
                </a:lnTo>
                <a:lnTo>
                  <a:pt x="4545981" y="58772"/>
                </a:lnTo>
                <a:lnTo>
                  <a:pt x="4546164" y="59039"/>
                </a:lnTo>
                <a:lnTo>
                  <a:pt x="4546342" y="59306"/>
                </a:lnTo>
                <a:lnTo>
                  <a:pt x="4546516" y="59575"/>
                </a:lnTo>
                <a:lnTo>
                  <a:pt x="4546686" y="59844"/>
                </a:lnTo>
                <a:lnTo>
                  <a:pt x="4546852" y="60113"/>
                </a:lnTo>
                <a:lnTo>
                  <a:pt x="4547014" y="60383"/>
                </a:lnTo>
                <a:lnTo>
                  <a:pt x="4547171" y="60654"/>
                </a:lnTo>
                <a:lnTo>
                  <a:pt x="4547324" y="60926"/>
                </a:lnTo>
                <a:lnTo>
                  <a:pt x="4547474" y="61198"/>
                </a:lnTo>
                <a:lnTo>
                  <a:pt x="4547618" y="61471"/>
                </a:lnTo>
                <a:lnTo>
                  <a:pt x="4547759" y="61744"/>
                </a:lnTo>
                <a:lnTo>
                  <a:pt x="4547896" y="62019"/>
                </a:lnTo>
                <a:lnTo>
                  <a:pt x="4548028" y="62293"/>
                </a:lnTo>
                <a:lnTo>
                  <a:pt x="4548157" y="62569"/>
                </a:lnTo>
                <a:lnTo>
                  <a:pt x="4548281" y="62845"/>
                </a:lnTo>
                <a:lnTo>
                  <a:pt x="4548401" y="63122"/>
                </a:lnTo>
                <a:lnTo>
                  <a:pt x="4548516" y="63399"/>
                </a:lnTo>
                <a:lnTo>
                  <a:pt x="4548628" y="63678"/>
                </a:lnTo>
                <a:lnTo>
                  <a:pt x="4548735" y="63956"/>
                </a:lnTo>
                <a:lnTo>
                  <a:pt x="4562133" y="60164"/>
                </a:lnTo>
                <a:lnTo>
                  <a:pt x="4561835" y="59308"/>
                </a:lnTo>
                <a:lnTo>
                  <a:pt x="4561521" y="58465"/>
                </a:lnTo>
                <a:lnTo>
                  <a:pt x="4561189" y="57637"/>
                </a:lnTo>
                <a:lnTo>
                  <a:pt x="4560841" y="56822"/>
                </a:lnTo>
                <a:lnTo>
                  <a:pt x="4560476" y="56021"/>
                </a:lnTo>
                <a:lnTo>
                  <a:pt x="4560095" y="55235"/>
                </a:lnTo>
                <a:close/>
                <a:moveTo>
                  <a:pt x="4317932" y="137556"/>
                </a:moveTo>
                <a:lnTo>
                  <a:pt x="4318570" y="137491"/>
                </a:lnTo>
                <a:lnTo>
                  <a:pt x="4319199" y="137416"/>
                </a:lnTo>
                <a:lnTo>
                  <a:pt x="4319820" y="137333"/>
                </a:lnTo>
                <a:lnTo>
                  <a:pt x="4320431" y="137240"/>
                </a:lnTo>
                <a:lnTo>
                  <a:pt x="4321033" y="137140"/>
                </a:lnTo>
                <a:lnTo>
                  <a:pt x="4321626" y="137030"/>
                </a:lnTo>
                <a:lnTo>
                  <a:pt x="4322211" y="136911"/>
                </a:lnTo>
                <a:lnTo>
                  <a:pt x="4322786" y="136784"/>
                </a:lnTo>
                <a:lnTo>
                  <a:pt x="4323352" y="136648"/>
                </a:lnTo>
                <a:lnTo>
                  <a:pt x="4323909" y="136503"/>
                </a:lnTo>
                <a:lnTo>
                  <a:pt x="4324458" y="136350"/>
                </a:lnTo>
                <a:lnTo>
                  <a:pt x="4324997" y="136187"/>
                </a:lnTo>
                <a:lnTo>
                  <a:pt x="4325527" y="136016"/>
                </a:lnTo>
                <a:lnTo>
                  <a:pt x="4326049" y="135836"/>
                </a:lnTo>
                <a:lnTo>
                  <a:pt x="4326561" y="135647"/>
                </a:lnTo>
                <a:lnTo>
                  <a:pt x="4327064" y="135450"/>
                </a:lnTo>
                <a:lnTo>
                  <a:pt x="4327558" y="135244"/>
                </a:lnTo>
                <a:lnTo>
                  <a:pt x="4328044" y="135031"/>
                </a:lnTo>
                <a:lnTo>
                  <a:pt x="4328522" y="134815"/>
                </a:lnTo>
                <a:lnTo>
                  <a:pt x="4328991" y="134595"/>
                </a:lnTo>
                <a:lnTo>
                  <a:pt x="4329452" y="134371"/>
                </a:lnTo>
                <a:lnTo>
                  <a:pt x="4329906" y="134144"/>
                </a:lnTo>
                <a:lnTo>
                  <a:pt x="4330351" y="133912"/>
                </a:lnTo>
                <a:lnTo>
                  <a:pt x="4330788" y="133678"/>
                </a:lnTo>
                <a:lnTo>
                  <a:pt x="4331217" y="133439"/>
                </a:lnTo>
                <a:lnTo>
                  <a:pt x="4331638" y="133197"/>
                </a:lnTo>
                <a:lnTo>
                  <a:pt x="4332050" y="132950"/>
                </a:lnTo>
                <a:lnTo>
                  <a:pt x="4332455" y="132701"/>
                </a:lnTo>
                <a:lnTo>
                  <a:pt x="4332851" y="132447"/>
                </a:lnTo>
                <a:lnTo>
                  <a:pt x="4333239" y="132190"/>
                </a:lnTo>
                <a:lnTo>
                  <a:pt x="4333620" y="131929"/>
                </a:lnTo>
                <a:lnTo>
                  <a:pt x="4333992" y="131664"/>
                </a:lnTo>
                <a:lnTo>
                  <a:pt x="4334356" y="131396"/>
                </a:lnTo>
                <a:lnTo>
                  <a:pt x="4334711" y="131123"/>
                </a:lnTo>
                <a:lnTo>
                  <a:pt x="4335059" y="130847"/>
                </a:lnTo>
                <a:lnTo>
                  <a:pt x="4335399" y="130568"/>
                </a:lnTo>
                <a:lnTo>
                  <a:pt x="4335730" y="130284"/>
                </a:lnTo>
                <a:lnTo>
                  <a:pt x="4336054" y="129997"/>
                </a:lnTo>
                <a:lnTo>
                  <a:pt x="4336369" y="129706"/>
                </a:lnTo>
                <a:lnTo>
                  <a:pt x="4336676" y="129412"/>
                </a:lnTo>
                <a:lnTo>
                  <a:pt x="4336975" y="129113"/>
                </a:lnTo>
                <a:lnTo>
                  <a:pt x="4337266" y="128814"/>
                </a:lnTo>
                <a:lnTo>
                  <a:pt x="4337551" y="128516"/>
                </a:lnTo>
                <a:lnTo>
                  <a:pt x="4337828" y="128220"/>
                </a:lnTo>
                <a:lnTo>
                  <a:pt x="4338098" y="127925"/>
                </a:lnTo>
                <a:lnTo>
                  <a:pt x="4338362" y="127632"/>
                </a:lnTo>
                <a:lnTo>
                  <a:pt x="4338618" y="127340"/>
                </a:lnTo>
                <a:lnTo>
                  <a:pt x="4338867" y="127050"/>
                </a:lnTo>
                <a:lnTo>
                  <a:pt x="4339110" y="126761"/>
                </a:lnTo>
                <a:lnTo>
                  <a:pt x="4339345" y="126474"/>
                </a:lnTo>
                <a:lnTo>
                  <a:pt x="4339573" y="126188"/>
                </a:lnTo>
                <a:lnTo>
                  <a:pt x="4339794" y="125904"/>
                </a:lnTo>
                <a:lnTo>
                  <a:pt x="4340008" y="125622"/>
                </a:lnTo>
                <a:lnTo>
                  <a:pt x="4340215" y="125341"/>
                </a:lnTo>
                <a:lnTo>
                  <a:pt x="4340416" y="125061"/>
                </a:lnTo>
                <a:lnTo>
                  <a:pt x="4340609" y="124783"/>
                </a:lnTo>
                <a:lnTo>
                  <a:pt x="4340795" y="124507"/>
                </a:lnTo>
                <a:lnTo>
                  <a:pt x="4340974" y="124232"/>
                </a:lnTo>
                <a:lnTo>
                  <a:pt x="4341146" y="123959"/>
                </a:lnTo>
                <a:lnTo>
                  <a:pt x="4341311" y="123687"/>
                </a:lnTo>
                <a:lnTo>
                  <a:pt x="4341469" y="123417"/>
                </a:lnTo>
                <a:lnTo>
                  <a:pt x="4341620" y="123148"/>
                </a:lnTo>
                <a:lnTo>
                  <a:pt x="4341764" y="122881"/>
                </a:lnTo>
                <a:lnTo>
                  <a:pt x="4341901" y="122615"/>
                </a:lnTo>
                <a:lnTo>
                  <a:pt x="4342030" y="122351"/>
                </a:lnTo>
                <a:lnTo>
                  <a:pt x="4342789" y="122351"/>
                </a:lnTo>
                <a:lnTo>
                  <a:pt x="4342789" y="135496"/>
                </a:lnTo>
                <a:lnTo>
                  <a:pt x="4357704" y="135496"/>
                </a:lnTo>
                <a:lnTo>
                  <a:pt x="4357704" y="71540"/>
                </a:lnTo>
                <a:lnTo>
                  <a:pt x="4357697" y="70584"/>
                </a:lnTo>
                <a:lnTo>
                  <a:pt x="4357678" y="69645"/>
                </a:lnTo>
                <a:lnTo>
                  <a:pt x="4357645" y="68722"/>
                </a:lnTo>
                <a:lnTo>
                  <a:pt x="4357599" y="67815"/>
                </a:lnTo>
                <a:lnTo>
                  <a:pt x="4357539" y="66924"/>
                </a:lnTo>
                <a:lnTo>
                  <a:pt x="4357467" y="66050"/>
                </a:lnTo>
                <a:lnTo>
                  <a:pt x="4357381" y="65192"/>
                </a:lnTo>
                <a:lnTo>
                  <a:pt x="4357282" y="64350"/>
                </a:lnTo>
                <a:lnTo>
                  <a:pt x="4357171" y="63524"/>
                </a:lnTo>
                <a:lnTo>
                  <a:pt x="4357045" y="62714"/>
                </a:lnTo>
                <a:lnTo>
                  <a:pt x="4356907" y="61921"/>
                </a:lnTo>
                <a:lnTo>
                  <a:pt x="4356756" y="61144"/>
                </a:lnTo>
                <a:lnTo>
                  <a:pt x="4356591" y="60383"/>
                </a:lnTo>
                <a:lnTo>
                  <a:pt x="4356413" y="59639"/>
                </a:lnTo>
                <a:lnTo>
                  <a:pt x="4356223" y="58910"/>
                </a:lnTo>
                <a:lnTo>
                  <a:pt x="4356019" y="58198"/>
                </a:lnTo>
                <a:lnTo>
                  <a:pt x="4355801" y="57502"/>
                </a:lnTo>
                <a:lnTo>
                  <a:pt x="4355571" y="56823"/>
                </a:lnTo>
                <a:lnTo>
                  <a:pt x="4355327" y="56159"/>
                </a:lnTo>
                <a:lnTo>
                  <a:pt x="4355071" y="55512"/>
                </a:lnTo>
                <a:lnTo>
                  <a:pt x="4354801" y="54881"/>
                </a:lnTo>
                <a:lnTo>
                  <a:pt x="4354518" y="54267"/>
                </a:lnTo>
                <a:lnTo>
                  <a:pt x="4354221" y="53668"/>
                </a:lnTo>
                <a:lnTo>
                  <a:pt x="4353912" y="53086"/>
                </a:lnTo>
                <a:lnTo>
                  <a:pt x="4353593" y="52518"/>
                </a:lnTo>
                <a:lnTo>
                  <a:pt x="4353266" y="51962"/>
                </a:lnTo>
                <a:lnTo>
                  <a:pt x="4352933" y="51418"/>
                </a:lnTo>
                <a:lnTo>
                  <a:pt x="4352594" y="50887"/>
                </a:lnTo>
                <a:lnTo>
                  <a:pt x="4352247" y="50367"/>
                </a:lnTo>
                <a:lnTo>
                  <a:pt x="4351894" y="49859"/>
                </a:lnTo>
                <a:lnTo>
                  <a:pt x="4351533" y="49364"/>
                </a:lnTo>
                <a:lnTo>
                  <a:pt x="4351166" y="48880"/>
                </a:lnTo>
                <a:lnTo>
                  <a:pt x="4350792" y="48409"/>
                </a:lnTo>
                <a:lnTo>
                  <a:pt x="4350412" y="47949"/>
                </a:lnTo>
                <a:lnTo>
                  <a:pt x="4350024" y="47502"/>
                </a:lnTo>
                <a:lnTo>
                  <a:pt x="4349630" y="47067"/>
                </a:lnTo>
                <a:lnTo>
                  <a:pt x="4349229" y="46643"/>
                </a:lnTo>
                <a:lnTo>
                  <a:pt x="4348821" y="46232"/>
                </a:lnTo>
                <a:lnTo>
                  <a:pt x="4348407" y="45833"/>
                </a:lnTo>
                <a:lnTo>
                  <a:pt x="4347985" y="45446"/>
                </a:lnTo>
                <a:lnTo>
                  <a:pt x="4347557" y="45071"/>
                </a:lnTo>
                <a:lnTo>
                  <a:pt x="4347122" y="44709"/>
                </a:lnTo>
                <a:lnTo>
                  <a:pt x="4346680" y="44358"/>
                </a:lnTo>
                <a:lnTo>
                  <a:pt x="4346232" y="44019"/>
                </a:lnTo>
                <a:lnTo>
                  <a:pt x="4345776" y="43692"/>
                </a:lnTo>
                <a:lnTo>
                  <a:pt x="4345314" y="43378"/>
                </a:lnTo>
                <a:lnTo>
                  <a:pt x="4344845" y="43075"/>
                </a:lnTo>
                <a:lnTo>
                  <a:pt x="4344369" y="42785"/>
                </a:lnTo>
                <a:lnTo>
                  <a:pt x="4343894" y="42505"/>
                </a:lnTo>
                <a:lnTo>
                  <a:pt x="4343418" y="42232"/>
                </a:lnTo>
                <a:lnTo>
                  <a:pt x="4342940" y="41968"/>
                </a:lnTo>
                <a:lnTo>
                  <a:pt x="4342461" y="41712"/>
                </a:lnTo>
                <a:lnTo>
                  <a:pt x="4341980" y="41465"/>
                </a:lnTo>
                <a:lnTo>
                  <a:pt x="4341497" y="41225"/>
                </a:lnTo>
                <a:lnTo>
                  <a:pt x="4341013" y="40993"/>
                </a:lnTo>
                <a:lnTo>
                  <a:pt x="4340528" y="40770"/>
                </a:lnTo>
                <a:lnTo>
                  <a:pt x="4340041" y="40554"/>
                </a:lnTo>
                <a:lnTo>
                  <a:pt x="4339552" y="40347"/>
                </a:lnTo>
                <a:lnTo>
                  <a:pt x="4339062" y="40148"/>
                </a:lnTo>
                <a:lnTo>
                  <a:pt x="4338571" y="39957"/>
                </a:lnTo>
                <a:lnTo>
                  <a:pt x="4338077" y="39774"/>
                </a:lnTo>
                <a:lnTo>
                  <a:pt x="4337583" y="39599"/>
                </a:lnTo>
                <a:lnTo>
                  <a:pt x="4337086" y="39433"/>
                </a:lnTo>
                <a:lnTo>
                  <a:pt x="4336589" y="39274"/>
                </a:lnTo>
                <a:lnTo>
                  <a:pt x="4336089" y="39124"/>
                </a:lnTo>
                <a:lnTo>
                  <a:pt x="4335588" y="38981"/>
                </a:lnTo>
                <a:lnTo>
                  <a:pt x="4335086" y="38847"/>
                </a:lnTo>
                <a:lnTo>
                  <a:pt x="4334582" y="38721"/>
                </a:lnTo>
                <a:lnTo>
                  <a:pt x="4334077" y="38603"/>
                </a:lnTo>
                <a:lnTo>
                  <a:pt x="4333570" y="38493"/>
                </a:lnTo>
                <a:lnTo>
                  <a:pt x="4333061" y="38392"/>
                </a:lnTo>
                <a:lnTo>
                  <a:pt x="4332551" y="38298"/>
                </a:lnTo>
                <a:lnTo>
                  <a:pt x="4332048" y="38205"/>
                </a:lnTo>
                <a:lnTo>
                  <a:pt x="4331549" y="38116"/>
                </a:lnTo>
                <a:lnTo>
                  <a:pt x="4331056" y="38031"/>
                </a:lnTo>
                <a:lnTo>
                  <a:pt x="4330567" y="37950"/>
                </a:lnTo>
                <a:lnTo>
                  <a:pt x="4330083" y="37873"/>
                </a:lnTo>
                <a:lnTo>
                  <a:pt x="4329604" y="37800"/>
                </a:lnTo>
                <a:lnTo>
                  <a:pt x="4329130" y="37731"/>
                </a:lnTo>
                <a:lnTo>
                  <a:pt x="4328661" y="37666"/>
                </a:lnTo>
                <a:lnTo>
                  <a:pt x="4328196" y="37605"/>
                </a:lnTo>
                <a:lnTo>
                  <a:pt x="4327737" y="37547"/>
                </a:lnTo>
                <a:lnTo>
                  <a:pt x="4327282" y="37494"/>
                </a:lnTo>
                <a:lnTo>
                  <a:pt x="4326832" y="37445"/>
                </a:lnTo>
                <a:lnTo>
                  <a:pt x="4326386" y="37399"/>
                </a:lnTo>
                <a:lnTo>
                  <a:pt x="4325946" y="37358"/>
                </a:lnTo>
                <a:lnTo>
                  <a:pt x="4325510" y="37320"/>
                </a:lnTo>
                <a:lnTo>
                  <a:pt x="4325080" y="37287"/>
                </a:lnTo>
                <a:lnTo>
                  <a:pt x="4324654" y="37257"/>
                </a:lnTo>
                <a:lnTo>
                  <a:pt x="4324233" y="37232"/>
                </a:lnTo>
                <a:lnTo>
                  <a:pt x="4323816" y="37210"/>
                </a:lnTo>
                <a:lnTo>
                  <a:pt x="4323405" y="37192"/>
                </a:lnTo>
                <a:lnTo>
                  <a:pt x="4322998" y="37178"/>
                </a:lnTo>
                <a:lnTo>
                  <a:pt x="4322596" y="37168"/>
                </a:lnTo>
                <a:lnTo>
                  <a:pt x="4322199" y="37162"/>
                </a:lnTo>
                <a:lnTo>
                  <a:pt x="4321807" y="37160"/>
                </a:lnTo>
                <a:lnTo>
                  <a:pt x="4321196" y="37164"/>
                </a:lnTo>
                <a:lnTo>
                  <a:pt x="4320584" y="37174"/>
                </a:lnTo>
                <a:lnTo>
                  <a:pt x="4319971" y="37192"/>
                </a:lnTo>
                <a:lnTo>
                  <a:pt x="4319357" y="37217"/>
                </a:lnTo>
                <a:lnTo>
                  <a:pt x="4318742" y="37248"/>
                </a:lnTo>
                <a:lnTo>
                  <a:pt x="4318126" y="37287"/>
                </a:lnTo>
                <a:lnTo>
                  <a:pt x="4317509" y="37332"/>
                </a:lnTo>
                <a:lnTo>
                  <a:pt x="4316892" y="37385"/>
                </a:lnTo>
                <a:lnTo>
                  <a:pt x="4316274" y="37445"/>
                </a:lnTo>
                <a:lnTo>
                  <a:pt x="4315654" y="37512"/>
                </a:lnTo>
                <a:lnTo>
                  <a:pt x="4315034" y="37585"/>
                </a:lnTo>
                <a:lnTo>
                  <a:pt x="4314413" y="37666"/>
                </a:lnTo>
                <a:lnTo>
                  <a:pt x="4313791" y="37754"/>
                </a:lnTo>
                <a:lnTo>
                  <a:pt x="4313169" y="37849"/>
                </a:lnTo>
                <a:lnTo>
                  <a:pt x="4312545" y="37950"/>
                </a:lnTo>
                <a:lnTo>
                  <a:pt x="4311920" y="38059"/>
                </a:lnTo>
                <a:lnTo>
                  <a:pt x="4311295" y="38175"/>
                </a:lnTo>
                <a:lnTo>
                  <a:pt x="4310669" y="38298"/>
                </a:lnTo>
                <a:lnTo>
                  <a:pt x="4310042" y="38428"/>
                </a:lnTo>
                <a:lnTo>
                  <a:pt x="4309413" y="38565"/>
                </a:lnTo>
                <a:lnTo>
                  <a:pt x="4308785" y="38709"/>
                </a:lnTo>
                <a:lnTo>
                  <a:pt x="4308155" y="38860"/>
                </a:lnTo>
                <a:lnTo>
                  <a:pt x="4307524" y="39018"/>
                </a:lnTo>
                <a:lnTo>
                  <a:pt x="4306893" y="39183"/>
                </a:lnTo>
                <a:lnTo>
                  <a:pt x="4306268" y="39351"/>
                </a:lnTo>
                <a:lnTo>
                  <a:pt x="4305647" y="39530"/>
                </a:lnTo>
                <a:lnTo>
                  <a:pt x="4305030" y="39720"/>
                </a:lnTo>
                <a:lnTo>
                  <a:pt x="4304417" y="39920"/>
                </a:lnTo>
                <a:lnTo>
                  <a:pt x="4303808" y="40131"/>
                </a:lnTo>
                <a:lnTo>
                  <a:pt x="4303203" y="40352"/>
                </a:lnTo>
                <a:lnTo>
                  <a:pt x="4302602" y="40584"/>
                </a:lnTo>
                <a:lnTo>
                  <a:pt x="4302005" y="40826"/>
                </a:lnTo>
                <a:lnTo>
                  <a:pt x="4301412" y="41079"/>
                </a:lnTo>
                <a:lnTo>
                  <a:pt x="4300823" y="41342"/>
                </a:lnTo>
                <a:lnTo>
                  <a:pt x="4300238" y="41616"/>
                </a:lnTo>
                <a:lnTo>
                  <a:pt x="4299657" y="41900"/>
                </a:lnTo>
                <a:lnTo>
                  <a:pt x="4299079" y="42195"/>
                </a:lnTo>
                <a:lnTo>
                  <a:pt x="4298506" y="42501"/>
                </a:lnTo>
                <a:lnTo>
                  <a:pt x="4297936" y="42817"/>
                </a:lnTo>
                <a:lnTo>
                  <a:pt x="4297371" y="43143"/>
                </a:lnTo>
                <a:lnTo>
                  <a:pt x="4296809" y="43480"/>
                </a:lnTo>
                <a:lnTo>
                  <a:pt x="4296252" y="43828"/>
                </a:lnTo>
                <a:lnTo>
                  <a:pt x="4295698" y="44186"/>
                </a:lnTo>
                <a:lnTo>
                  <a:pt x="4295148" y="44555"/>
                </a:lnTo>
                <a:lnTo>
                  <a:pt x="4294603" y="44934"/>
                </a:lnTo>
                <a:lnTo>
                  <a:pt x="4294061" y="45323"/>
                </a:lnTo>
                <a:lnTo>
                  <a:pt x="4293523" y="45724"/>
                </a:lnTo>
                <a:lnTo>
                  <a:pt x="4292989" y="46135"/>
                </a:lnTo>
                <a:lnTo>
                  <a:pt x="4292467" y="46552"/>
                </a:lnTo>
                <a:lnTo>
                  <a:pt x="4291953" y="46983"/>
                </a:lnTo>
                <a:lnTo>
                  <a:pt x="4291449" y="47428"/>
                </a:lnTo>
                <a:lnTo>
                  <a:pt x="4290953" y="47886"/>
                </a:lnTo>
                <a:lnTo>
                  <a:pt x="4290466" y="48359"/>
                </a:lnTo>
                <a:lnTo>
                  <a:pt x="4289987" y="48844"/>
                </a:lnTo>
                <a:lnTo>
                  <a:pt x="4289518" y="49343"/>
                </a:lnTo>
                <a:lnTo>
                  <a:pt x="4289057" y="49856"/>
                </a:lnTo>
                <a:lnTo>
                  <a:pt x="4288605" y="50383"/>
                </a:lnTo>
                <a:lnTo>
                  <a:pt x="4288161" y="50923"/>
                </a:lnTo>
                <a:lnTo>
                  <a:pt x="4287727" y="51476"/>
                </a:lnTo>
                <a:lnTo>
                  <a:pt x="4287301" y="52044"/>
                </a:lnTo>
                <a:lnTo>
                  <a:pt x="4286884" y="52624"/>
                </a:lnTo>
                <a:lnTo>
                  <a:pt x="4286476" y="53219"/>
                </a:lnTo>
                <a:lnTo>
                  <a:pt x="4286077" y="53827"/>
                </a:lnTo>
                <a:lnTo>
                  <a:pt x="4285686" y="54449"/>
                </a:lnTo>
                <a:lnTo>
                  <a:pt x="4285304" y="55084"/>
                </a:lnTo>
                <a:lnTo>
                  <a:pt x="4284931" y="55733"/>
                </a:lnTo>
                <a:lnTo>
                  <a:pt x="4284567" y="56395"/>
                </a:lnTo>
                <a:lnTo>
                  <a:pt x="4284212" y="57071"/>
                </a:lnTo>
                <a:lnTo>
                  <a:pt x="4283865" y="57761"/>
                </a:lnTo>
                <a:lnTo>
                  <a:pt x="4283527" y="58464"/>
                </a:lnTo>
                <a:lnTo>
                  <a:pt x="4283198" y="59181"/>
                </a:lnTo>
                <a:lnTo>
                  <a:pt x="4282877" y="59912"/>
                </a:lnTo>
                <a:lnTo>
                  <a:pt x="4297034" y="64967"/>
                </a:lnTo>
                <a:lnTo>
                  <a:pt x="4297245" y="64526"/>
                </a:lnTo>
                <a:lnTo>
                  <a:pt x="4297470" y="64087"/>
                </a:lnTo>
                <a:lnTo>
                  <a:pt x="4297706" y="63650"/>
                </a:lnTo>
                <a:lnTo>
                  <a:pt x="4297955" y="63216"/>
                </a:lnTo>
                <a:lnTo>
                  <a:pt x="4298217" y="62783"/>
                </a:lnTo>
                <a:lnTo>
                  <a:pt x="4298491" y="62353"/>
                </a:lnTo>
                <a:lnTo>
                  <a:pt x="4298778" y="61925"/>
                </a:lnTo>
                <a:lnTo>
                  <a:pt x="4299077" y="61499"/>
                </a:lnTo>
                <a:lnTo>
                  <a:pt x="4299389" y="61075"/>
                </a:lnTo>
                <a:lnTo>
                  <a:pt x="4299713" y="60653"/>
                </a:lnTo>
                <a:lnTo>
                  <a:pt x="4300050" y="60234"/>
                </a:lnTo>
                <a:lnTo>
                  <a:pt x="4300399" y="59817"/>
                </a:lnTo>
                <a:lnTo>
                  <a:pt x="4300761" y="59402"/>
                </a:lnTo>
                <a:lnTo>
                  <a:pt x="4301135" y="58989"/>
                </a:lnTo>
                <a:lnTo>
                  <a:pt x="4301522" y="58579"/>
                </a:lnTo>
                <a:lnTo>
                  <a:pt x="4301921" y="58170"/>
                </a:lnTo>
                <a:lnTo>
                  <a:pt x="4302333" y="57764"/>
                </a:lnTo>
                <a:lnTo>
                  <a:pt x="4302757" y="57360"/>
                </a:lnTo>
                <a:lnTo>
                  <a:pt x="4303194" y="56958"/>
                </a:lnTo>
                <a:lnTo>
                  <a:pt x="4303643" y="56559"/>
                </a:lnTo>
                <a:lnTo>
                  <a:pt x="4304105" y="56161"/>
                </a:lnTo>
                <a:lnTo>
                  <a:pt x="4304579" y="55766"/>
                </a:lnTo>
                <a:lnTo>
                  <a:pt x="4305066" y="55373"/>
                </a:lnTo>
                <a:lnTo>
                  <a:pt x="4305565" y="54982"/>
                </a:lnTo>
                <a:lnTo>
                  <a:pt x="4306079" y="54601"/>
                </a:lnTo>
                <a:lnTo>
                  <a:pt x="4306609" y="54235"/>
                </a:lnTo>
                <a:lnTo>
                  <a:pt x="4307154" y="53886"/>
                </a:lnTo>
                <a:lnTo>
                  <a:pt x="4307716" y="53553"/>
                </a:lnTo>
                <a:lnTo>
                  <a:pt x="4308294" y="53237"/>
                </a:lnTo>
                <a:lnTo>
                  <a:pt x="4308887" y="52936"/>
                </a:lnTo>
                <a:lnTo>
                  <a:pt x="4309497" y="52652"/>
                </a:lnTo>
                <a:lnTo>
                  <a:pt x="4310123" y="52384"/>
                </a:lnTo>
                <a:lnTo>
                  <a:pt x="4310765" y="52132"/>
                </a:lnTo>
                <a:lnTo>
                  <a:pt x="4311422" y="51897"/>
                </a:lnTo>
                <a:lnTo>
                  <a:pt x="4312096" y="51678"/>
                </a:lnTo>
                <a:lnTo>
                  <a:pt x="4312786" y="51475"/>
                </a:lnTo>
                <a:lnTo>
                  <a:pt x="4313492" y="51288"/>
                </a:lnTo>
                <a:lnTo>
                  <a:pt x="4314214" y="51117"/>
                </a:lnTo>
                <a:lnTo>
                  <a:pt x="4314951" y="50963"/>
                </a:lnTo>
                <a:lnTo>
                  <a:pt x="4315705" y="50825"/>
                </a:lnTo>
                <a:lnTo>
                  <a:pt x="4316475" y="50703"/>
                </a:lnTo>
                <a:lnTo>
                  <a:pt x="4317261" y="50598"/>
                </a:lnTo>
                <a:lnTo>
                  <a:pt x="4318063" y="50509"/>
                </a:lnTo>
                <a:lnTo>
                  <a:pt x="4318881" y="50435"/>
                </a:lnTo>
                <a:lnTo>
                  <a:pt x="4319715" y="50379"/>
                </a:lnTo>
                <a:lnTo>
                  <a:pt x="4320565" y="50338"/>
                </a:lnTo>
                <a:lnTo>
                  <a:pt x="4321431" y="50314"/>
                </a:lnTo>
                <a:lnTo>
                  <a:pt x="4322313" y="50306"/>
                </a:lnTo>
                <a:lnTo>
                  <a:pt x="4323162" y="50315"/>
                </a:lnTo>
                <a:lnTo>
                  <a:pt x="4323994" y="50342"/>
                </a:lnTo>
                <a:lnTo>
                  <a:pt x="4324806" y="50387"/>
                </a:lnTo>
                <a:lnTo>
                  <a:pt x="4325601" y="50450"/>
                </a:lnTo>
                <a:lnTo>
                  <a:pt x="4326378" y="50530"/>
                </a:lnTo>
                <a:lnTo>
                  <a:pt x="4327136" y="50629"/>
                </a:lnTo>
                <a:lnTo>
                  <a:pt x="4327876" y="50746"/>
                </a:lnTo>
                <a:lnTo>
                  <a:pt x="4328598" y="50881"/>
                </a:lnTo>
                <a:lnTo>
                  <a:pt x="4329301" y="51034"/>
                </a:lnTo>
                <a:lnTo>
                  <a:pt x="4329987" y="51205"/>
                </a:lnTo>
                <a:lnTo>
                  <a:pt x="4330654" y="51394"/>
                </a:lnTo>
                <a:lnTo>
                  <a:pt x="4331303" y="51601"/>
                </a:lnTo>
                <a:lnTo>
                  <a:pt x="4331934" y="51826"/>
                </a:lnTo>
                <a:lnTo>
                  <a:pt x="4332546" y="52069"/>
                </a:lnTo>
                <a:lnTo>
                  <a:pt x="4333140" y="52330"/>
                </a:lnTo>
                <a:lnTo>
                  <a:pt x="4333717" y="52609"/>
                </a:lnTo>
                <a:lnTo>
                  <a:pt x="4334275" y="52906"/>
                </a:lnTo>
                <a:lnTo>
                  <a:pt x="4334814" y="53221"/>
                </a:lnTo>
                <a:lnTo>
                  <a:pt x="4335336" y="53553"/>
                </a:lnTo>
                <a:lnTo>
                  <a:pt x="4335839" y="53904"/>
                </a:lnTo>
                <a:lnTo>
                  <a:pt x="4336324" y="54273"/>
                </a:lnTo>
                <a:lnTo>
                  <a:pt x="4336791" y="54660"/>
                </a:lnTo>
                <a:lnTo>
                  <a:pt x="4337240" y="55065"/>
                </a:lnTo>
                <a:lnTo>
                  <a:pt x="4337670" y="55488"/>
                </a:lnTo>
                <a:lnTo>
                  <a:pt x="4338088" y="55927"/>
                </a:lnTo>
                <a:lnTo>
                  <a:pt x="4338488" y="56380"/>
                </a:lnTo>
                <a:lnTo>
                  <a:pt x="4338870" y="56849"/>
                </a:lnTo>
                <a:lnTo>
                  <a:pt x="4339234" y="57331"/>
                </a:lnTo>
                <a:lnTo>
                  <a:pt x="4339581" y="57828"/>
                </a:lnTo>
                <a:lnTo>
                  <a:pt x="4339910" y="58340"/>
                </a:lnTo>
                <a:lnTo>
                  <a:pt x="4340221" y="58866"/>
                </a:lnTo>
                <a:lnTo>
                  <a:pt x="4340514" y="59406"/>
                </a:lnTo>
                <a:lnTo>
                  <a:pt x="4340789" y="59961"/>
                </a:lnTo>
                <a:lnTo>
                  <a:pt x="4341047" y="60530"/>
                </a:lnTo>
                <a:lnTo>
                  <a:pt x="4341287" y="61114"/>
                </a:lnTo>
                <a:lnTo>
                  <a:pt x="4341509" y="61713"/>
                </a:lnTo>
                <a:lnTo>
                  <a:pt x="4341714" y="62326"/>
                </a:lnTo>
                <a:lnTo>
                  <a:pt x="4341900" y="62953"/>
                </a:lnTo>
                <a:lnTo>
                  <a:pt x="4342069" y="63595"/>
                </a:lnTo>
                <a:lnTo>
                  <a:pt x="4342220" y="64251"/>
                </a:lnTo>
                <a:lnTo>
                  <a:pt x="4342354" y="64922"/>
                </a:lnTo>
                <a:lnTo>
                  <a:pt x="4342469" y="65607"/>
                </a:lnTo>
                <a:lnTo>
                  <a:pt x="4342567" y="66307"/>
                </a:lnTo>
                <a:lnTo>
                  <a:pt x="4342647" y="67021"/>
                </a:lnTo>
                <a:lnTo>
                  <a:pt x="4342709" y="67750"/>
                </a:lnTo>
                <a:lnTo>
                  <a:pt x="4342754" y="68493"/>
                </a:lnTo>
                <a:lnTo>
                  <a:pt x="4342780" y="69251"/>
                </a:lnTo>
                <a:lnTo>
                  <a:pt x="4342789" y="70023"/>
                </a:lnTo>
                <a:lnTo>
                  <a:pt x="4342789" y="70529"/>
                </a:lnTo>
                <a:lnTo>
                  <a:pt x="4342785" y="70825"/>
                </a:lnTo>
                <a:lnTo>
                  <a:pt x="4342771" y="71114"/>
                </a:lnTo>
                <a:lnTo>
                  <a:pt x="4342749" y="71396"/>
                </a:lnTo>
                <a:lnTo>
                  <a:pt x="4342717" y="71670"/>
                </a:lnTo>
                <a:lnTo>
                  <a:pt x="4342677" y="71937"/>
                </a:lnTo>
                <a:lnTo>
                  <a:pt x="4342627" y="72196"/>
                </a:lnTo>
                <a:lnTo>
                  <a:pt x="4342569" y="72447"/>
                </a:lnTo>
                <a:lnTo>
                  <a:pt x="4342501" y="72692"/>
                </a:lnTo>
                <a:lnTo>
                  <a:pt x="4342425" y="72928"/>
                </a:lnTo>
                <a:lnTo>
                  <a:pt x="4342339" y="73158"/>
                </a:lnTo>
                <a:lnTo>
                  <a:pt x="4342245" y="73380"/>
                </a:lnTo>
                <a:lnTo>
                  <a:pt x="4342141" y="73594"/>
                </a:lnTo>
                <a:lnTo>
                  <a:pt x="4342029" y="73801"/>
                </a:lnTo>
                <a:lnTo>
                  <a:pt x="4341907" y="74000"/>
                </a:lnTo>
                <a:lnTo>
                  <a:pt x="4341777" y="74192"/>
                </a:lnTo>
                <a:lnTo>
                  <a:pt x="4341637" y="74377"/>
                </a:lnTo>
                <a:lnTo>
                  <a:pt x="4341489" y="74554"/>
                </a:lnTo>
                <a:lnTo>
                  <a:pt x="4341332" y="74724"/>
                </a:lnTo>
                <a:lnTo>
                  <a:pt x="4341165" y="74886"/>
                </a:lnTo>
                <a:lnTo>
                  <a:pt x="4340990" y="75041"/>
                </a:lnTo>
                <a:lnTo>
                  <a:pt x="4340805" y="75188"/>
                </a:lnTo>
                <a:lnTo>
                  <a:pt x="4340612" y="75328"/>
                </a:lnTo>
                <a:lnTo>
                  <a:pt x="4340409" y="75460"/>
                </a:lnTo>
                <a:lnTo>
                  <a:pt x="4340198" y="75585"/>
                </a:lnTo>
                <a:lnTo>
                  <a:pt x="4339982" y="75704"/>
                </a:lnTo>
                <a:lnTo>
                  <a:pt x="4339756" y="75821"/>
                </a:lnTo>
                <a:lnTo>
                  <a:pt x="4339519" y="75935"/>
                </a:lnTo>
                <a:lnTo>
                  <a:pt x="4339271" y="76046"/>
                </a:lnTo>
                <a:lnTo>
                  <a:pt x="4339013" y="76155"/>
                </a:lnTo>
                <a:lnTo>
                  <a:pt x="4338744" y="76260"/>
                </a:lnTo>
                <a:lnTo>
                  <a:pt x="4338465" y="76363"/>
                </a:lnTo>
                <a:lnTo>
                  <a:pt x="4338175" y="76462"/>
                </a:lnTo>
                <a:lnTo>
                  <a:pt x="4337875" y="76559"/>
                </a:lnTo>
                <a:lnTo>
                  <a:pt x="4337565" y="76653"/>
                </a:lnTo>
                <a:lnTo>
                  <a:pt x="4337243" y="76745"/>
                </a:lnTo>
                <a:lnTo>
                  <a:pt x="4336911" y="76833"/>
                </a:lnTo>
                <a:lnTo>
                  <a:pt x="4336569" y="76918"/>
                </a:lnTo>
                <a:lnTo>
                  <a:pt x="4336216" y="77001"/>
                </a:lnTo>
                <a:lnTo>
                  <a:pt x="4335853" y="77081"/>
                </a:lnTo>
                <a:lnTo>
                  <a:pt x="4335479" y="77158"/>
                </a:lnTo>
                <a:lnTo>
                  <a:pt x="4335095" y="77232"/>
                </a:lnTo>
                <a:lnTo>
                  <a:pt x="4334700" y="77303"/>
                </a:lnTo>
                <a:lnTo>
                  <a:pt x="4334294" y="77371"/>
                </a:lnTo>
                <a:lnTo>
                  <a:pt x="4333878" y="77437"/>
                </a:lnTo>
                <a:lnTo>
                  <a:pt x="4333451" y="77499"/>
                </a:lnTo>
                <a:lnTo>
                  <a:pt x="4333014" y="77559"/>
                </a:lnTo>
                <a:lnTo>
                  <a:pt x="4332567" y="77616"/>
                </a:lnTo>
                <a:lnTo>
                  <a:pt x="4332109" y="77670"/>
                </a:lnTo>
                <a:lnTo>
                  <a:pt x="4331645" y="77719"/>
                </a:lnTo>
                <a:lnTo>
                  <a:pt x="4331169" y="77769"/>
                </a:lnTo>
                <a:lnTo>
                  <a:pt x="4330682" y="77821"/>
                </a:lnTo>
                <a:lnTo>
                  <a:pt x="4330183" y="77876"/>
                </a:lnTo>
                <a:lnTo>
                  <a:pt x="4329672" y="77932"/>
                </a:lnTo>
                <a:lnTo>
                  <a:pt x="4329150" y="77990"/>
                </a:lnTo>
                <a:lnTo>
                  <a:pt x="4328616" y="78050"/>
                </a:lnTo>
                <a:lnTo>
                  <a:pt x="4328071" y="78113"/>
                </a:lnTo>
                <a:lnTo>
                  <a:pt x="4327514" y="78177"/>
                </a:lnTo>
                <a:lnTo>
                  <a:pt x="4326945" y="78243"/>
                </a:lnTo>
                <a:lnTo>
                  <a:pt x="4326365" y="78311"/>
                </a:lnTo>
                <a:lnTo>
                  <a:pt x="4325773" y="78381"/>
                </a:lnTo>
                <a:lnTo>
                  <a:pt x="4325169" y="78453"/>
                </a:lnTo>
                <a:lnTo>
                  <a:pt x="4324554" y="78527"/>
                </a:lnTo>
                <a:lnTo>
                  <a:pt x="4323927" y="78603"/>
                </a:lnTo>
                <a:lnTo>
                  <a:pt x="4323289" y="78681"/>
                </a:lnTo>
                <a:lnTo>
                  <a:pt x="4322639" y="78761"/>
                </a:lnTo>
                <a:lnTo>
                  <a:pt x="4321977" y="78843"/>
                </a:lnTo>
                <a:lnTo>
                  <a:pt x="4321304" y="78927"/>
                </a:lnTo>
                <a:lnTo>
                  <a:pt x="4320619" y="79013"/>
                </a:lnTo>
                <a:lnTo>
                  <a:pt x="4319922" y="79101"/>
                </a:lnTo>
                <a:lnTo>
                  <a:pt x="4319214" y="79191"/>
                </a:lnTo>
                <a:lnTo>
                  <a:pt x="4318494" y="79283"/>
                </a:lnTo>
                <a:lnTo>
                  <a:pt x="4317763" y="79377"/>
                </a:lnTo>
                <a:lnTo>
                  <a:pt x="4317199" y="79451"/>
                </a:lnTo>
                <a:lnTo>
                  <a:pt x="4316636" y="79528"/>
                </a:lnTo>
                <a:lnTo>
                  <a:pt x="4316073" y="79608"/>
                </a:lnTo>
                <a:lnTo>
                  <a:pt x="4315510" y="79689"/>
                </a:lnTo>
                <a:lnTo>
                  <a:pt x="4314948" y="79773"/>
                </a:lnTo>
                <a:lnTo>
                  <a:pt x="4314386" y="79859"/>
                </a:lnTo>
                <a:lnTo>
                  <a:pt x="4313823" y="79947"/>
                </a:lnTo>
                <a:lnTo>
                  <a:pt x="4313262" y="80037"/>
                </a:lnTo>
                <a:lnTo>
                  <a:pt x="4312700" y="80129"/>
                </a:lnTo>
                <a:lnTo>
                  <a:pt x="4312138" y="80224"/>
                </a:lnTo>
                <a:lnTo>
                  <a:pt x="4311577" y="80320"/>
                </a:lnTo>
                <a:lnTo>
                  <a:pt x="4311016" y="80419"/>
                </a:lnTo>
                <a:lnTo>
                  <a:pt x="4310455" y="80521"/>
                </a:lnTo>
                <a:lnTo>
                  <a:pt x="4309895" y="80624"/>
                </a:lnTo>
                <a:lnTo>
                  <a:pt x="4309335" y="80729"/>
                </a:lnTo>
                <a:lnTo>
                  <a:pt x="4308774" y="80837"/>
                </a:lnTo>
                <a:lnTo>
                  <a:pt x="4308215" y="80947"/>
                </a:lnTo>
                <a:lnTo>
                  <a:pt x="4307655" y="81059"/>
                </a:lnTo>
                <a:lnTo>
                  <a:pt x="4307095" y="81174"/>
                </a:lnTo>
                <a:lnTo>
                  <a:pt x="4306536" y="81290"/>
                </a:lnTo>
                <a:lnTo>
                  <a:pt x="4305977" y="81409"/>
                </a:lnTo>
                <a:lnTo>
                  <a:pt x="4305418" y="81530"/>
                </a:lnTo>
                <a:lnTo>
                  <a:pt x="4304860" y="81653"/>
                </a:lnTo>
                <a:lnTo>
                  <a:pt x="4304301" y="81778"/>
                </a:lnTo>
                <a:lnTo>
                  <a:pt x="4303750" y="81902"/>
                </a:lnTo>
                <a:lnTo>
                  <a:pt x="4303203" y="82031"/>
                </a:lnTo>
                <a:lnTo>
                  <a:pt x="4302660" y="82165"/>
                </a:lnTo>
                <a:lnTo>
                  <a:pt x="4302121" y="82305"/>
                </a:lnTo>
                <a:lnTo>
                  <a:pt x="4301586" y="82450"/>
                </a:lnTo>
                <a:lnTo>
                  <a:pt x="4301055" y="82600"/>
                </a:lnTo>
                <a:lnTo>
                  <a:pt x="4300527" y="82755"/>
                </a:lnTo>
                <a:lnTo>
                  <a:pt x="4300004" y="82916"/>
                </a:lnTo>
                <a:lnTo>
                  <a:pt x="4299485" y="83082"/>
                </a:lnTo>
                <a:lnTo>
                  <a:pt x="4298969" y="83253"/>
                </a:lnTo>
                <a:lnTo>
                  <a:pt x="4298458" y="83429"/>
                </a:lnTo>
                <a:lnTo>
                  <a:pt x="4297950" y="83611"/>
                </a:lnTo>
                <a:lnTo>
                  <a:pt x="4297447" y="83798"/>
                </a:lnTo>
                <a:lnTo>
                  <a:pt x="4296947" y="83990"/>
                </a:lnTo>
                <a:lnTo>
                  <a:pt x="4296451" y="84188"/>
                </a:lnTo>
                <a:lnTo>
                  <a:pt x="4295959" y="84390"/>
                </a:lnTo>
                <a:lnTo>
                  <a:pt x="4295472" y="84598"/>
                </a:lnTo>
                <a:lnTo>
                  <a:pt x="4294988" y="84812"/>
                </a:lnTo>
                <a:lnTo>
                  <a:pt x="4294508" y="85030"/>
                </a:lnTo>
                <a:lnTo>
                  <a:pt x="4294032" y="85254"/>
                </a:lnTo>
                <a:lnTo>
                  <a:pt x="4293560" y="85483"/>
                </a:lnTo>
                <a:lnTo>
                  <a:pt x="4293092" y="85717"/>
                </a:lnTo>
                <a:lnTo>
                  <a:pt x="4292628" y="85957"/>
                </a:lnTo>
                <a:lnTo>
                  <a:pt x="4292168" y="86202"/>
                </a:lnTo>
                <a:lnTo>
                  <a:pt x="4291713" y="86453"/>
                </a:lnTo>
                <a:lnTo>
                  <a:pt x="4291266" y="86713"/>
                </a:lnTo>
                <a:lnTo>
                  <a:pt x="4290827" y="86980"/>
                </a:lnTo>
                <a:lnTo>
                  <a:pt x="4290396" y="87255"/>
                </a:lnTo>
                <a:lnTo>
                  <a:pt x="4289973" y="87538"/>
                </a:lnTo>
                <a:lnTo>
                  <a:pt x="4289557" y="87829"/>
                </a:lnTo>
                <a:lnTo>
                  <a:pt x="4289148" y="88128"/>
                </a:lnTo>
                <a:lnTo>
                  <a:pt x="4288748" y="88435"/>
                </a:lnTo>
                <a:lnTo>
                  <a:pt x="4288355" y="88750"/>
                </a:lnTo>
                <a:lnTo>
                  <a:pt x="4287970" y="89072"/>
                </a:lnTo>
                <a:lnTo>
                  <a:pt x="4287592" y="89403"/>
                </a:lnTo>
                <a:lnTo>
                  <a:pt x="4287222" y="89741"/>
                </a:lnTo>
                <a:lnTo>
                  <a:pt x="4286860" y="90087"/>
                </a:lnTo>
                <a:lnTo>
                  <a:pt x="4286506" y="90442"/>
                </a:lnTo>
                <a:lnTo>
                  <a:pt x="4286159" y="90804"/>
                </a:lnTo>
                <a:lnTo>
                  <a:pt x="4285820" y="91174"/>
                </a:lnTo>
                <a:lnTo>
                  <a:pt x="4285488" y="91551"/>
                </a:lnTo>
                <a:lnTo>
                  <a:pt x="4285164" y="91937"/>
                </a:lnTo>
                <a:lnTo>
                  <a:pt x="4284848" y="92331"/>
                </a:lnTo>
                <a:lnTo>
                  <a:pt x="4284540" y="92732"/>
                </a:lnTo>
                <a:lnTo>
                  <a:pt x="4284239" y="93142"/>
                </a:lnTo>
                <a:lnTo>
                  <a:pt x="4283946" y="93559"/>
                </a:lnTo>
                <a:lnTo>
                  <a:pt x="4283661" y="93985"/>
                </a:lnTo>
                <a:lnTo>
                  <a:pt x="4283383" y="94418"/>
                </a:lnTo>
                <a:lnTo>
                  <a:pt x="4283115" y="94855"/>
                </a:lnTo>
                <a:lnTo>
                  <a:pt x="4282858" y="95303"/>
                </a:lnTo>
                <a:lnTo>
                  <a:pt x="4282613" y="95763"/>
                </a:lnTo>
                <a:lnTo>
                  <a:pt x="4282379" y="96233"/>
                </a:lnTo>
                <a:lnTo>
                  <a:pt x="4282156" y="96714"/>
                </a:lnTo>
                <a:lnTo>
                  <a:pt x="4281945" y="97206"/>
                </a:lnTo>
                <a:lnTo>
                  <a:pt x="4281746" y="97710"/>
                </a:lnTo>
                <a:lnTo>
                  <a:pt x="4281557" y="98224"/>
                </a:lnTo>
                <a:lnTo>
                  <a:pt x="4281380" y="98749"/>
                </a:lnTo>
                <a:lnTo>
                  <a:pt x="4281215" y="99285"/>
                </a:lnTo>
                <a:lnTo>
                  <a:pt x="4281061" y="99832"/>
                </a:lnTo>
                <a:lnTo>
                  <a:pt x="4280918" y="100390"/>
                </a:lnTo>
                <a:lnTo>
                  <a:pt x="4280787" y="100959"/>
                </a:lnTo>
                <a:lnTo>
                  <a:pt x="4280667" y="101539"/>
                </a:lnTo>
                <a:lnTo>
                  <a:pt x="4280559" y="102130"/>
                </a:lnTo>
                <a:lnTo>
                  <a:pt x="4280462" y="102732"/>
                </a:lnTo>
                <a:lnTo>
                  <a:pt x="4280376" y="103345"/>
                </a:lnTo>
                <a:lnTo>
                  <a:pt x="4280302" y="103969"/>
                </a:lnTo>
                <a:lnTo>
                  <a:pt x="4280239" y="104603"/>
                </a:lnTo>
                <a:lnTo>
                  <a:pt x="4280188" y="105249"/>
                </a:lnTo>
                <a:lnTo>
                  <a:pt x="4280148" y="105906"/>
                </a:lnTo>
                <a:lnTo>
                  <a:pt x="4280120" y="106574"/>
                </a:lnTo>
                <a:lnTo>
                  <a:pt x="4280102" y="107252"/>
                </a:lnTo>
                <a:lnTo>
                  <a:pt x="4280097" y="107942"/>
                </a:lnTo>
                <a:lnTo>
                  <a:pt x="4280104" y="108727"/>
                </a:lnTo>
                <a:lnTo>
                  <a:pt x="4280127" y="109503"/>
                </a:lnTo>
                <a:lnTo>
                  <a:pt x="4280166" y="110269"/>
                </a:lnTo>
                <a:lnTo>
                  <a:pt x="4280220" y="111025"/>
                </a:lnTo>
                <a:lnTo>
                  <a:pt x="4280289" y="111771"/>
                </a:lnTo>
                <a:lnTo>
                  <a:pt x="4280373" y="112508"/>
                </a:lnTo>
                <a:lnTo>
                  <a:pt x="4280473" y="113235"/>
                </a:lnTo>
                <a:lnTo>
                  <a:pt x="4280588" y="113953"/>
                </a:lnTo>
                <a:lnTo>
                  <a:pt x="4280719" y="114661"/>
                </a:lnTo>
                <a:lnTo>
                  <a:pt x="4280865" y="115359"/>
                </a:lnTo>
                <a:lnTo>
                  <a:pt x="4281026" y="116048"/>
                </a:lnTo>
                <a:lnTo>
                  <a:pt x="4281203" y="116727"/>
                </a:lnTo>
                <a:lnTo>
                  <a:pt x="4281395" y="117396"/>
                </a:lnTo>
                <a:lnTo>
                  <a:pt x="4281602" y="118056"/>
                </a:lnTo>
                <a:lnTo>
                  <a:pt x="4281825" y="118705"/>
                </a:lnTo>
                <a:lnTo>
                  <a:pt x="4282063" y="119346"/>
                </a:lnTo>
                <a:lnTo>
                  <a:pt x="4282316" y="119976"/>
                </a:lnTo>
                <a:lnTo>
                  <a:pt x="4282585" y="120597"/>
                </a:lnTo>
                <a:lnTo>
                  <a:pt x="4282869" y="121209"/>
                </a:lnTo>
                <a:lnTo>
                  <a:pt x="4283169" y="121811"/>
                </a:lnTo>
                <a:lnTo>
                  <a:pt x="4283484" y="122403"/>
                </a:lnTo>
                <a:lnTo>
                  <a:pt x="4283814" y="122985"/>
                </a:lnTo>
                <a:lnTo>
                  <a:pt x="4284160" y="123558"/>
                </a:lnTo>
                <a:lnTo>
                  <a:pt x="4284521" y="124121"/>
                </a:lnTo>
                <a:lnTo>
                  <a:pt x="4284895" y="124668"/>
                </a:lnTo>
                <a:lnTo>
                  <a:pt x="4285280" y="125205"/>
                </a:lnTo>
                <a:lnTo>
                  <a:pt x="4285675" y="125731"/>
                </a:lnTo>
                <a:lnTo>
                  <a:pt x="4286081" y="126247"/>
                </a:lnTo>
                <a:lnTo>
                  <a:pt x="4286498" y="126751"/>
                </a:lnTo>
                <a:lnTo>
                  <a:pt x="4286926" y="127245"/>
                </a:lnTo>
                <a:lnTo>
                  <a:pt x="4287365" y="127728"/>
                </a:lnTo>
                <a:lnTo>
                  <a:pt x="4287814" y="128201"/>
                </a:lnTo>
                <a:lnTo>
                  <a:pt x="4288274" y="128662"/>
                </a:lnTo>
                <a:lnTo>
                  <a:pt x="4288745" y="129113"/>
                </a:lnTo>
                <a:lnTo>
                  <a:pt x="4289226" y="129553"/>
                </a:lnTo>
                <a:lnTo>
                  <a:pt x="4289719" y="129982"/>
                </a:lnTo>
                <a:lnTo>
                  <a:pt x="4290222" y="130401"/>
                </a:lnTo>
                <a:lnTo>
                  <a:pt x="4290735" y="130809"/>
                </a:lnTo>
                <a:lnTo>
                  <a:pt x="4291260" y="131206"/>
                </a:lnTo>
                <a:lnTo>
                  <a:pt x="4291795" y="131592"/>
                </a:lnTo>
                <a:lnTo>
                  <a:pt x="4292341" y="131968"/>
                </a:lnTo>
                <a:lnTo>
                  <a:pt x="4292898" y="132333"/>
                </a:lnTo>
                <a:lnTo>
                  <a:pt x="4293466" y="132687"/>
                </a:lnTo>
                <a:lnTo>
                  <a:pt x="4294044" y="133030"/>
                </a:lnTo>
                <a:lnTo>
                  <a:pt x="4294633" y="133362"/>
                </a:lnTo>
                <a:lnTo>
                  <a:pt x="4295233" y="133684"/>
                </a:lnTo>
                <a:lnTo>
                  <a:pt x="4295844" y="133995"/>
                </a:lnTo>
                <a:lnTo>
                  <a:pt x="4296465" y="134296"/>
                </a:lnTo>
                <a:lnTo>
                  <a:pt x="4297095" y="134579"/>
                </a:lnTo>
                <a:lnTo>
                  <a:pt x="4297730" y="134851"/>
                </a:lnTo>
                <a:lnTo>
                  <a:pt x="4298372" y="135110"/>
                </a:lnTo>
                <a:lnTo>
                  <a:pt x="4299019" y="135358"/>
                </a:lnTo>
                <a:lnTo>
                  <a:pt x="4299673" y="135593"/>
                </a:lnTo>
                <a:lnTo>
                  <a:pt x="4300332" y="135816"/>
                </a:lnTo>
                <a:lnTo>
                  <a:pt x="4300997" y="136028"/>
                </a:lnTo>
                <a:lnTo>
                  <a:pt x="4301668" y="136227"/>
                </a:lnTo>
                <a:lnTo>
                  <a:pt x="4302345" y="136414"/>
                </a:lnTo>
                <a:lnTo>
                  <a:pt x="4303028" y="136589"/>
                </a:lnTo>
                <a:lnTo>
                  <a:pt x="4303717" y="136752"/>
                </a:lnTo>
                <a:lnTo>
                  <a:pt x="4304412" y="136903"/>
                </a:lnTo>
                <a:lnTo>
                  <a:pt x="4305113" y="137041"/>
                </a:lnTo>
                <a:lnTo>
                  <a:pt x="4305820" y="137168"/>
                </a:lnTo>
                <a:lnTo>
                  <a:pt x="4306532" y="137283"/>
                </a:lnTo>
                <a:lnTo>
                  <a:pt x="4307251" y="137385"/>
                </a:lnTo>
                <a:lnTo>
                  <a:pt x="4307975" y="137476"/>
                </a:lnTo>
                <a:lnTo>
                  <a:pt x="4308706" y="137554"/>
                </a:lnTo>
                <a:lnTo>
                  <a:pt x="4309442" y="137621"/>
                </a:lnTo>
                <a:lnTo>
                  <a:pt x="4310184" y="137675"/>
                </a:lnTo>
                <a:lnTo>
                  <a:pt x="4310932" y="137717"/>
                </a:lnTo>
                <a:lnTo>
                  <a:pt x="4311687" y="137747"/>
                </a:lnTo>
                <a:lnTo>
                  <a:pt x="4312447" y="137765"/>
                </a:lnTo>
                <a:lnTo>
                  <a:pt x="4313212" y="137772"/>
                </a:lnTo>
                <a:lnTo>
                  <a:pt x="4313914" y="137767"/>
                </a:lnTo>
                <a:lnTo>
                  <a:pt x="4314606" y="137754"/>
                </a:lnTo>
                <a:lnTo>
                  <a:pt x="4315289" y="137732"/>
                </a:lnTo>
                <a:lnTo>
                  <a:pt x="4315963" y="137701"/>
                </a:lnTo>
                <a:lnTo>
                  <a:pt x="4316629" y="137662"/>
                </a:lnTo>
                <a:lnTo>
                  <a:pt x="4317285" y="137614"/>
                </a:lnTo>
                <a:lnTo>
                  <a:pt x="4317932" y="137556"/>
                </a:lnTo>
                <a:close/>
                <a:moveTo>
                  <a:pt x="4310553" y="124040"/>
                </a:moveTo>
                <a:lnTo>
                  <a:pt x="4309891" y="123938"/>
                </a:lnTo>
                <a:lnTo>
                  <a:pt x="4309240" y="123823"/>
                </a:lnTo>
                <a:lnTo>
                  <a:pt x="4308599" y="123693"/>
                </a:lnTo>
                <a:lnTo>
                  <a:pt x="4307970" y="123550"/>
                </a:lnTo>
                <a:lnTo>
                  <a:pt x="4307351" y="123394"/>
                </a:lnTo>
                <a:lnTo>
                  <a:pt x="4306743" y="123224"/>
                </a:lnTo>
                <a:lnTo>
                  <a:pt x="4306145" y="123040"/>
                </a:lnTo>
                <a:lnTo>
                  <a:pt x="4305559" y="122843"/>
                </a:lnTo>
                <a:lnTo>
                  <a:pt x="4304983" y="122632"/>
                </a:lnTo>
                <a:lnTo>
                  <a:pt x="4304417" y="122408"/>
                </a:lnTo>
                <a:lnTo>
                  <a:pt x="4303863" y="122170"/>
                </a:lnTo>
                <a:lnTo>
                  <a:pt x="4303319" y="121918"/>
                </a:lnTo>
                <a:lnTo>
                  <a:pt x="4302787" y="121653"/>
                </a:lnTo>
                <a:lnTo>
                  <a:pt x="4302264" y="121374"/>
                </a:lnTo>
                <a:lnTo>
                  <a:pt x="4301753" y="121081"/>
                </a:lnTo>
                <a:lnTo>
                  <a:pt x="4301252" y="120775"/>
                </a:lnTo>
                <a:lnTo>
                  <a:pt x="4300763" y="120455"/>
                </a:lnTo>
                <a:lnTo>
                  <a:pt x="4300293" y="120117"/>
                </a:lnTo>
                <a:lnTo>
                  <a:pt x="4299844" y="119765"/>
                </a:lnTo>
                <a:lnTo>
                  <a:pt x="4299415" y="119401"/>
                </a:lnTo>
                <a:lnTo>
                  <a:pt x="4299005" y="119023"/>
                </a:lnTo>
                <a:lnTo>
                  <a:pt x="4298616" y="118632"/>
                </a:lnTo>
                <a:lnTo>
                  <a:pt x="4298246" y="118228"/>
                </a:lnTo>
                <a:lnTo>
                  <a:pt x="4297897" y="117810"/>
                </a:lnTo>
                <a:lnTo>
                  <a:pt x="4297567" y="117380"/>
                </a:lnTo>
                <a:lnTo>
                  <a:pt x="4297258" y="116936"/>
                </a:lnTo>
                <a:lnTo>
                  <a:pt x="4296968" y="116479"/>
                </a:lnTo>
                <a:lnTo>
                  <a:pt x="4296699" y="116009"/>
                </a:lnTo>
                <a:lnTo>
                  <a:pt x="4296449" y="115526"/>
                </a:lnTo>
                <a:lnTo>
                  <a:pt x="4296219" y="115029"/>
                </a:lnTo>
                <a:lnTo>
                  <a:pt x="4296010" y="114520"/>
                </a:lnTo>
                <a:lnTo>
                  <a:pt x="4295820" y="113997"/>
                </a:lnTo>
                <a:lnTo>
                  <a:pt x="4295650" y="113461"/>
                </a:lnTo>
                <a:lnTo>
                  <a:pt x="4295501" y="112912"/>
                </a:lnTo>
                <a:lnTo>
                  <a:pt x="4295371" y="112350"/>
                </a:lnTo>
                <a:lnTo>
                  <a:pt x="4295261" y="111775"/>
                </a:lnTo>
                <a:lnTo>
                  <a:pt x="4295171" y="111186"/>
                </a:lnTo>
                <a:lnTo>
                  <a:pt x="4295101" y="110585"/>
                </a:lnTo>
                <a:lnTo>
                  <a:pt x="4295051" y="109970"/>
                </a:lnTo>
                <a:lnTo>
                  <a:pt x="4295021" y="109342"/>
                </a:lnTo>
                <a:lnTo>
                  <a:pt x="4295011" y="108700"/>
                </a:lnTo>
                <a:lnTo>
                  <a:pt x="4295017" y="108231"/>
                </a:lnTo>
                <a:lnTo>
                  <a:pt x="4295032" y="107769"/>
                </a:lnTo>
                <a:lnTo>
                  <a:pt x="4295059" y="107316"/>
                </a:lnTo>
                <a:lnTo>
                  <a:pt x="4295096" y="106871"/>
                </a:lnTo>
                <a:lnTo>
                  <a:pt x="4295143" y="106435"/>
                </a:lnTo>
                <a:lnTo>
                  <a:pt x="4295201" y="106007"/>
                </a:lnTo>
                <a:lnTo>
                  <a:pt x="4295269" y="105587"/>
                </a:lnTo>
                <a:lnTo>
                  <a:pt x="4295348" y="105175"/>
                </a:lnTo>
                <a:lnTo>
                  <a:pt x="4295438" y="104772"/>
                </a:lnTo>
                <a:lnTo>
                  <a:pt x="4295538" y="104378"/>
                </a:lnTo>
                <a:lnTo>
                  <a:pt x="4295649" y="103991"/>
                </a:lnTo>
                <a:lnTo>
                  <a:pt x="4295770" y="103613"/>
                </a:lnTo>
                <a:lnTo>
                  <a:pt x="4295901" y="103243"/>
                </a:lnTo>
                <a:lnTo>
                  <a:pt x="4296044" y="102882"/>
                </a:lnTo>
                <a:lnTo>
                  <a:pt x="4296196" y="102529"/>
                </a:lnTo>
                <a:lnTo>
                  <a:pt x="4296360" y="102184"/>
                </a:lnTo>
                <a:lnTo>
                  <a:pt x="4296533" y="101848"/>
                </a:lnTo>
                <a:lnTo>
                  <a:pt x="4296718" y="101520"/>
                </a:lnTo>
                <a:lnTo>
                  <a:pt x="4296913" y="101200"/>
                </a:lnTo>
                <a:lnTo>
                  <a:pt x="4297118" y="100889"/>
                </a:lnTo>
                <a:lnTo>
                  <a:pt x="4297334" y="100585"/>
                </a:lnTo>
                <a:lnTo>
                  <a:pt x="4297560" y="100291"/>
                </a:lnTo>
                <a:lnTo>
                  <a:pt x="4297797" y="100004"/>
                </a:lnTo>
                <a:lnTo>
                  <a:pt x="4298045" y="99726"/>
                </a:lnTo>
                <a:lnTo>
                  <a:pt x="4298306" y="99450"/>
                </a:lnTo>
                <a:lnTo>
                  <a:pt x="4298574" y="99180"/>
                </a:lnTo>
                <a:lnTo>
                  <a:pt x="4298849" y="98916"/>
                </a:lnTo>
                <a:lnTo>
                  <a:pt x="4299130" y="98657"/>
                </a:lnTo>
                <a:lnTo>
                  <a:pt x="4299417" y="98405"/>
                </a:lnTo>
                <a:lnTo>
                  <a:pt x="4299712" y="98158"/>
                </a:lnTo>
                <a:lnTo>
                  <a:pt x="4300013" y="97918"/>
                </a:lnTo>
                <a:lnTo>
                  <a:pt x="4300320" y="97683"/>
                </a:lnTo>
                <a:lnTo>
                  <a:pt x="4300634" y="97454"/>
                </a:lnTo>
                <a:lnTo>
                  <a:pt x="4300955" y="97231"/>
                </a:lnTo>
                <a:lnTo>
                  <a:pt x="4301282" y="97014"/>
                </a:lnTo>
                <a:lnTo>
                  <a:pt x="4301616" y="96803"/>
                </a:lnTo>
                <a:lnTo>
                  <a:pt x="4301956" y="96598"/>
                </a:lnTo>
                <a:lnTo>
                  <a:pt x="4302303" y="96399"/>
                </a:lnTo>
                <a:lnTo>
                  <a:pt x="4302656" y="96206"/>
                </a:lnTo>
                <a:lnTo>
                  <a:pt x="4303016" y="96019"/>
                </a:lnTo>
                <a:lnTo>
                  <a:pt x="4303383" y="95837"/>
                </a:lnTo>
                <a:lnTo>
                  <a:pt x="4303756" y="95662"/>
                </a:lnTo>
                <a:lnTo>
                  <a:pt x="4304136" y="95492"/>
                </a:lnTo>
                <a:lnTo>
                  <a:pt x="4304523" y="95329"/>
                </a:lnTo>
                <a:lnTo>
                  <a:pt x="4304916" y="95171"/>
                </a:lnTo>
                <a:lnTo>
                  <a:pt x="4305315" y="95019"/>
                </a:lnTo>
                <a:lnTo>
                  <a:pt x="4305721" y="94874"/>
                </a:lnTo>
                <a:lnTo>
                  <a:pt x="4306134" y="94734"/>
                </a:lnTo>
                <a:lnTo>
                  <a:pt x="4306557" y="94593"/>
                </a:lnTo>
                <a:lnTo>
                  <a:pt x="4306982" y="94456"/>
                </a:lnTo>
                <a:lnTo>
                  <a:pt x="4307410" y="94322"/>
                </a:lnTo>
                <a:lnTo>
                  <a:pt x="4307841" y="94191"/>
                </a:lnTo>
                <a:lnTo>
                  <a:pt x="4308274" y="94064"/>
                </a:lnTo>
                <a:lnTo>
                  <a:pt x="4308710" y="93940"/>
                </a:lnTo>
                <a:lnTo>
                  <a:pt x="4309148" y="93819"/>
                </a:lnTo>
                <a:lnTo>
                  <a:pt x="4309589" y="93701"/>
                </a:lnTo>
                <a:lnTo>
                  <a:pt x="4310033" y="93587"/>
                </a:lnTo>
                <a:lnTo>
                  <a:pt x="4310479" y="93476"/>
                </a:lnTo>
                <a:lnTo>
                  <a:pt x="4310928" y="93369"/>
                </a:lnTo>
                <a:lnTo>
                  <a:pt x="4311380" y="93264"/>
                </a:lnTo>
                <a:lnTo>
                  <a:pt x="4311834" y="93163"/>
                </a:lnTo>
                <a:lnTo>
                  <a:pt x="4312291" y="93066"/>
                </a:lnTo>
                <a:lnTo>
                  <a:pt x="4312750" y="92971"/>
                </a:lnTo>
                <a:lnTo>
                  <a:pt x="4313212" y="92880"/>
                </a:lnTo>
                <a:lnTo>
                  <a:pt x="4313677" y="92792"/>
                </a:lnTo>
                <a:lnTo>
                  <a:pt x="4314145" y="92707"/>
                </a:lnTo>
                <a:lnTo>
                  <a:pt x="4314615" y="92626"/>
                </a:lnTo>
                <a:lnTo>
                  <a:pt x="4315087" y="92548"/>
                </a:lnTo>
                <a:lnTo>
                  <a:pt x="4315563" y="92473"/>
                </a:lnTo>
                <a:lnTo>
                  <a:pt x="4316041" y="92402"/>
                </a:lnTo>
                <a:lnTo>
                  <a:pt x="4316521" y="92334"/>
                </a:lnTo>
                <a:lnTo>
                  <a:pt x="4317004" y="92269"/>
                </a:lnTo>
                <a:lnTo>
                  <a:pt x="4317207" y="92242"/>
                </a:lnTo>
                <a:lnTo>
                  <a:pt x="4317415" y="92215"/>
                </a:lnTo>
                <a:lnTo>
                  <a:pt x="4317627" y="92188"/>
                </a:lnTo>
                <a:lnTo>
                  <a:pt x="4317845" y="92160"/>
                </a:lnTo>
                <a:lnTo>
                  <a:pt x="4318068" y="92132"/>
                </a:lnTo>
                <a:lnTo>
                  <a:pt x="4318296" y="92103"/>
                </a:lnTo>
                <a:lnTo>
                  <a:pt x="4318529" y="92074"/>
                </a:lnTo>
                <a:lnTo>
                  <a:pt x="4318767" y="92044"/>
                </a:lnTo>
                <a:lnTo>
                  <a:pt x="4319010" y="92014"/>
                </a:lnTo>
                <a:lnTo>
                  <a:pt x="4319258" y="91984"/>
                </a:lnTo>
                <a:lnTo>
                  <a:pt x="4319511" y="91953"/>
                </a:lnTo>
                <a:lnTo>
                  <a:pt x="4319769" y="91921"/>
                </a:lnTo>
                <a:lnTo>
                  <a:pt x="4320032" y="91890"/>
                </a:lnTo>
                <a:lnTo>
                  <a:pt x="4320301" y="91857"/>
                </a:lnTo>
                <a:lnTo>
                  <a:pt x="4320574" y="91825"/>
                </a:lnTo>
                <a:lnTo>
                  <a:pt x="4320852" y="91792"/>
                </a:lnTo>
                <a:lnTo>
                  <a:pt x="4321136" y="91758"/>
                </a:lnTo>
                <a:lnTo>
                  <a:pt x="4321424" y="91724"/>
                </a:lnTo>
                <a:lnTo>
                  <a:pt x="4321718" y="91689"/>
                </a:lnTo>
                <a:lnTo>
                  <a:pt x="4322016" y="91655"/>
                </a:lnTo>
                <a:lnTo>
                  <a:pt x="4322320" y="91619"/>
                </a:lnTo>
                <a:lnTo>
                  <a:pt x="4322628" y="91583"/>
                </a:lnTo>
                <a:lnTo>
                  <a:pt x="4322942" y="91547"/>
                </a:lnTo>
                <a:lnTo>
                  <a:pt x="4323261" y="91511"/>
                </a:lnTo>
                <a:lnTo>
                  <a:pt x="4323588" y="91468"/>
                </a:lnTo>
                <a:lnTo>
                  <a:pt x="4323915" y="91425"/>
                </a:lnTo>
                <a:lnTo>
                  <a:pt x="4324243" y="91382"/>
                </a:lnTo>
                <a:lnTo>
                  <a:pt x="4324572" y="91339"/>
                </a:lnTo>
                <a:lnTo>
                  <a:pt x="4324902" y="91294"/>
                </a:lnTo>
                <a:lnTo>
                  <a:pt x="4325232" y="91250"/>
                </a:lnTo>
                <a:lnTo>
                  <a:pt x="4325563" y="91205"/>
                </a:lnTo>
                <a:lnTo>
                  <a:pt x="4325894" y="91160"/>
                </a:lnTo>
                <a:lnTo>
                  <a:pt x="4326226" y="91114"/>
                </a:lnTo>
                <a:lnTo>
                  <a:pt x="4326559" y="91067"/>
                </a:lnTo>
                <a:lnTo>
                  <a:pt x="4326892" y="91021"/>
                </a:lnTo>
                <a:lnTo>
                  <a:pt x="4327227" y="90973"/>
                </a:lnTo>
                <a:lnTo>
                  <a:pt x="4327561" y="90926"/>
                </a:lnTo>
                <a:lnTo>
                  <a:pt x="4327897" y="90878"/>
                </a:lnTo>
                <a:lnTo>
                  <a:pt x="4328233" y="90829"/>
                </a:lnTo>
                <a:lnTo>
                  <a:pt x="4328569" y="90780"/>
                </a:lnTo>
                <a:lnTo>
                  <a:pt x="4328907" y="90731"/>
                </a:lnTo>
                <a:lnTo>
                  <a:pt x="4329245" y="90681"/>
                </a:lnTo>
                <a:lnTo>
                  <a:pt x="4329584" y="90631"/>
                </a:lnTo>
                <a:lnTo>
                  <a:pt x="4329923" y="90580"/>
                </a:lnTo>
                <a:lnTo>
                  <a:pt x="4330263" y="90529"/>
                </a:lnTo>
                <a:lnTo>
                  <a:pt x="4330604" y="90478"/>
                </a:lnTo>
                <a:lnTo>
                  <a:pt x="4330945" y="90426"/>
                </a:lnTo>
                <a:lnTo>
                  <a:pt x="4331287" y="90373"/>
                </a:lnTo>
                <a:lnTo>
                  <a:pt x="4331633" y="90315"/>
                </a:lnTo>
                <a:lnTo>
                  <a:pt x="4331975" y="90256"/>
                </a:lnTo>
                <a:lnTo>
                  <a:pt x="4332314" y="90196"/>
                </a:lnTo>
                <a:lnTo>
                  <a:pt x="4332649" y="90136"/>
                </a:lnTo>
                <a:lnTo>
                  <a:pt x="4332981" y="90075"/>
                </a:lnTo>
                <a:lnTo>
                  <a:pt x="4333309" y="90014"/>
                </a:lnTo>
                <a:lnTo>
                  <a:pt x="4333634" y="89951"/>
                </a:lnTo>
                <a:lnTo>
                  <a:pt x="4333955" y="89889"/>
                </a:lnTo>
                <a:lnTo>
                  <a:pt x="4334273" y="89825"/>
                </a:lnTo>
                <a:lnTo>
                  <a:pt x="4334587" y="89761"/>
                </a:lnTo>
                <a:lnTo>
                  <a:pt x="4334898" y="89696"/>
                </a:lnTo>
                <a:lnTo>
                  <a:pt x="4335205" y="89630"/>
                </a:lnTo>
                <a:lnTo>
                  <a:pt x="4335509" y="89564"/>
                </a:lnTo>
                <a:lnTo>
                  <a:pt x="4335809" y="89498"/>
                </a:lnTo>
                <a:lnTo>
                  <a:pt x="4336106" y="89430"/>
                </a:lnTo>
                <a:lnTo>
                  <a:pt x="4336399" y="89362"/>
                </a:lnTo>
                <a:lnTo>
                  <a:pt x="4336689" y="89293"/>
                </a:lnTo>
                <a:lnTo>
                  <a:pt x="4336975" y="89224"/>
                </a:lnTo>
                <a:lnTo>
                  <a:pt x="4337258" y="89154"/>
                </a:lnTo>
                <a:lnTo>
                  <a:pt x="4337537" y="89083"/>
                </a:lnTo>
                <a:lnTo>
                  <a:pt x="4337812" y="89011"/>
                </a:lnTo>
                <a:lnTo>
                  <a:pt x="4338084" y="88939"/>
                </a:lnTo>
                <a:lnTo>
                  <a:pt x="4338353" y="88867"/>
                </a:lnTo>
                <a:lnTo>
                  <a:pt x="4338618" y="88793"/>
                </a:lnTo>
                <a:lnTo>
                  <a:pt x="4338883" y="88714"/>
                </a:lnTo>
                <a:lnTo>
                  <a:pt x="4339139" y="88634"/>
                </a:lnTo>
                <a:lnTo>
                  <a:pt x="4339388" y="88553"/>
                </a:lnTo>
                <a:lnTo>
                  <a:pt x="4339629" y="88472"/>
                </a:lnTo>
                <a:lnTo>
                  <a:pt x="4339862" y="88390"/>
                </a:lnTo>
                <a:lnTo>
                  <a:pt x="4340087" y="88307"/>
                </a:lnTo>
                <a:lnTo>
                  <a:pt x="4340305" y="88224"/>
                </a:lnTo>
                <a:lnTo>
                  <a:pt x="4340514" y="88140"/>
                </a:lnTo>
                <a:lnTo>
                  <a:pt x="4340715" y="88055"/>
                </a:lnTo>
                <a:lnTo>
                  <a:pt x="4340909" y="87970"/>
                </a:lnTo>
                <a:lnTo>
                  <a:pt x="4341095" y="87884"/>
                </a:lnTo>
                <a:lnTo>
                  <a:pt x="4341272" y="87798"/>
                </a:lnTo>
                <a:lnTo>
                  <a:pt x="4341442" y="87711"/>
                </a:lnTo>
                <a:lnTo>
                  <a:pt x="4341604" y="87623"/>
                </a:lnTo>
                <a:lnTo>
                  <a:pt x="4341758" y="87534"/>
                </a:lnTo>
                <a:lnTo>
                  <a:pt x="4341904" y="87445"/>
                </a:lnTo>
                <a:lnTo>
                  <a:pt x="4342043" y="87355"/>
                </a:lnTo>
                <a:lnTo>
                  <a:pt x="4342173" y="87265"/>
                </a:lnTo>
                <a:lnTo>
                  <a:pt x="4342295" y="87173"/>
                </a:lnTo>
                <a:lnTo>
                  <a:pt x="4342410" y="87082"/>
                </a:lnTo>
                <a:lnTo>
                  <a:pt x="4342517" y="86989"/>
                </a:lnTo>
                <a:lnTo>
                  <a:pt x="4342615" y="86896"/>
                </a:lnTo>
                <a:lnTo>
                  <a:pt x="4342706" y="86802"/>
                </a:lnTo>
                <a:lnTo>
                  <a:pt x="4342789" y="86708"/>
                </a:lnTo>
                <a:lnTo>
                  <a:pt x="4342789" y="100358"/>
                </a:lnTo>
                <a:lnTo>
                  <a:pt x="4342784" y="100863"/>
                </a:lnTo>
                <a:lnTo>
                  <a:pt x="4342767" y="101366"/>
                </a:lnTo>
                <a:lnTo>
                  <a:pt x="4342740" y="101866"/>
                </a:lnTo>
                <a:lnTo>
                  <a:pt x="4342701" y="102365"/>
                </a:lnTo>
                <a:lnTo>
                  <a:pt x="4342652" y="102862"/>
                </a:lnTo>
                <a:lnTo>
                  <a:pt x="4342592" y="103356"/>
                </a:lnTo>
                <a:lnTo>
                  <a:pt x="4342520" y="103849"/>
                </a:lnTo>
                <a:lnTo>
                  <a:pt x="4342438" y="104340"/>
                </a:lnTo>
                <a:lnTo>
                  <a:pt x="4342345" y="104829"/>
                </a:lnTo>
                <a:lnTo>
                  <a:pt x="4342240" y="105315"/>
                </a:lnTo>
                <a:lnTo>
                  <a:pt x="4342125" y="105800"/>
                </a:lnTo>
                <a:lnTo>
                  <a:pt x="4341999" y="106283"/>
                </a:lnTo>
                <a:lnTo>
                  <a:pt x="4341862" y="106764"/>
                </a:lnTo>
                <a:lnTo>
                  <a:pt x="4341714" y="107243"/>
                </a:lnTo>
                <a:lnTo>
                  <a:pt x="4341555" y="107720"/>
                </a:lnTo>
                <a:lnTo>
                  <a:pt x="4341385" y="108195"/>
                </a:lnTo>
                <a:lnTo>
                  <a:pt x="4341204" y="108668"/>
                </a:lnTo>
                <a:lnTo>
                  <a:pt x="4341012" y="109139"/>
                </a:lnTo>
                <a:lnTo>
                  <a:pt x="4340809" y="109608"/>
                </a:lnTo>
                <a:lnTo>
                  <a:pt x="4340595" y="110075"/>
                </a:lnTo>
                <a:lnTo>
                  <a:pt x="4340370" y="110540"/>
                </a:lnTo>
                <a:lnTo>
                  <a:pt x="4340134" y="111003"/>
                </a:lnTo>
                <a:lnTo>
                  <a:pt x="4339887" y="111464"/>
                </a:lnTo>
                <a:lnTo>
                  <a:pt x="4339629" y="111924"/>
                </a:lnTo>
                <a:lnTo>
                  <a:pt x="4339366" y="112378"/>
                </a:lnTo>
                <a:lnTo>
                  <a:pt x="4339092" y="112826"/>
                </a:lnTo>
                <a:lnTo>
                  <a:pt x="4338808" y="113267"/>
                </a:lnTo>
                <a:lnTo>
                  <a:pt x="4338513" y="113700"/>
                </a:lnTo>
                <a:lnTo>
                  <a:pt x="4338207" y="114127"/>
                </a:lnTo>
                <a:lnTo>
                  <a:pt x="4337891" y="114546"/>
                </a:lnTo>
                <a:lnTo>
                  <a:pt x="4337565" y="114959"/>
                </a:lnTo>
                <a:lnTo>
                  <a:pt x="4337228" y="115364"/>
                </a:lnTo>
                <a:lnTo>
                  <a:pt x="4336880" y="115763"/>
                </a:lnTo>
                <a:lnTo>
                  <a:pt x="4336522" y="116154"/>
                </a:lnTo>
                <a:lnTo>
                  <a:pt x="4336153" y="116539"/>
                </a:lnTo>
                <a:lnTo>
                  <a:pt x="4335774" y="116916"/>
                </a:lnTo>
                <a:lnTo>
                  <a:pt x="4335384" y="117287"/>
                </a:lnTo>
                <a:lnTo>
                  <a:pt x="4334984" y="117650"/>
                </a:lnTo>
                <a:lnTo>
                  <a:pt x="4334573" y="118006"/>
                </a:lnTo>
                <a:lnTo>
                  <a:pt x="4334152" y="118356"/>
                </a:lnTo>
                <a:lnTo>
                  <a:pt x="4333720" y="118698"/>
                </a:lnTo>
                <a:lnTo>
                  <a:pt x="4333278" y="119033"/>
                </a:lnTo>
                <a:lnTo>
                  <a:pt x="4332825" y="119362"/>
                </a:lnTo>
                <a:lnTo>
                  <a:pt x="4332361" y="119683"/>
                </a:lnTo>
                <a:lnTo>
                  <a:pt x="4331887" y="119997"/>
                </a:lnTo>
                <a:lnTo>
                  <a:pt x="4331403" y="120304"/>
                </a:lnTo>
                <a:lnTo>
                  <a:pt x="4330908" y="120605"/>
                </a:lnTo>
                <a:lnTo>
                  <a:pt x="4330402" y="120898"/>
                </a:lnTo>
                <a:lnTo>
                  <a:pt x="4329892" y="121181"/>
                </a:lnTo>
                <a:lnTo>
                  <a:pt x="4329372" y="121453"/>
                </a:lnTo>
                <a:lnTo>
                  <a:pt x="4328842" y="121712"/>
                </a:lnTo>
                <a:lnTo>
                  <a:pt x="4328303" y="121960"/>
                </a:lnTo>
                <a:lnTo>
                  <a:pt x="4327754" y="122195"/>
                </a:lnTo>
                <a:lnTo>
                  <a:pt x="4327195" y="122418"/>
                </a:lnTo>
                <a:lnTo>
                  <a:pt x="4326627" y="122630"/>
                </a:lnTo>
                <a:lnTo>
                  <a:pt x="4326049" y="122829"/>
                </a:lnTo>
                <a:lnTo>
                  <a:pt x="4325461" y="123016"/>
                </a:lnTo>
                <a:lnTo>
                  <a:pt x="4324864" y="123191"/>
                </a:lnTo>
                <a:lnTo>
                  <a:pt x="4324257" y="123354"/>
                </a:lnTo>
                <a:lnTo>
                  <a:pt x="4323640" y="123505"/>
                </a:lnTo>
                <a:lnTo>
                  <a:pt x="4323014" y="123643"/>
                </a:lnTo>
                <a:lnTo>
                  <a:pt x="4322378" y="123770"/>
                </a:lnTo>
                <a:lnTo>
                  <a:pt x="4321732" y="123885"/>
                </a:lnTo>
                <a:lnTo>
                  <a:pt x="4321077" y="123987"/>
                </a:lnTo>
                <a:lnTo>
                  <a:pt x="4320412" y="124078"/>
                </a:lnTo>
                <a:lnTo>
                  <a:pt x="4319738" y="124156"/>
                </a:lnTo>
                <a:lnTo>
                  <a:pt x="4319053" y="124223"/>
                </a:lnTo>
                <a:lnTo>
                  <a:pt x="4318360" y="124277"/>
                </a:lnTo>
                <a:lnTo>
                  <a:pt x="4317656" y="124319"/>
                </a:lnTo>
                <a:lnTo>
                  <a:pt x="4316943" y="124349"/>
                </a:lnTo>
                <a:lnTo>
                  <a:pt x="4316220" y="124368"/>
                </a:lnTo>
                <a:lnTo>
                  <a:pt x="4315488" y="124374"/>
                </a:lnTo>
                <a:lnTo>
                  <a:pt x="4314750" y="124367"/>
                </a:lnTo>
                <a:lnTo>
                  <a:pt x="4314024" y="124346"/>
                </a:lnTo>
                <a:lnTo>
                  <a:pt x="4313308" y="124312"/>
                </a:lnTo>
                <a:lnTo>
                  <a:pt x="4312603" y="124265"/>
                </a:lnTo>
                <a:lnTo>
                  <a:pt x="4311909" y="124204"/>
                </a:lnTo>
                <a:lnTo>
                  <a:pt x="4311226" y="124129"/>
                </a:lnTo>
                <a:lnTo>
                  <a:pt x="4310553" y="124040"/>
                </a:lnTo>
                <a:close/>
                <a:moveTo>
                  <a:pt x="3599037" y="100843"/>
                </a:moveTo>
                <a:lnTo>
                  <a:pt x="3598933" y="101517"/>
                </a:lnTo>
                <a:lnTo>
                  <a:pt x="3598816" y="102180"/>
                </a:lnTo>
                <a:lnTo>
                  <a:pt x="3598685" y="102832"/>
                </a:lnTo>
                <a:lnTo>
                  <a:pt x="3598539" y="103473"/>
                </a:lnTo>
                <a:lnTo>
                  <a:pt x="3598380" y="104103"/>
                </a:lnTo>
                <a:lnTo>
                  <a:pt x="3598208" y="104721"/>
                </a:lnTo>
                <a:lnTo>
                  <a:pt x="3598021" y="105329"/>
                </a:lnTo>
                <a:lnTo>
                  <a:pt x="3597821" y="105925"/>
                </a:lnTo>
                <a:lnTo>
                  <a:pt x="3597606" y="106510"/>
                </a:lnTo>
                <a:lnTo>
                  <a:pt x="3597378" y="107083"/>
                </a:lnTo>
                <a:lnTo>
                  <a:pt x="3597136" y="107646"/>
                </a:lnTo>
                <a:lnTo>
                  <a:pt x="3596880" y="108197"/>
                </a:lnTo>
                <a:lnTo>
                  <a:pt x="3596611" y="108737"/>
                </a:lnTo>
                <a:lnTo>
                  <a:pt x="3596328" y="109266"/>
                </a:lnTo>
                <a:lnTo>
                  <a:pt x="3596030" y="109784"/>
                </a:lnTo>
                <a:lnTo>
                  <a:pt x="3595719" y="110291"/>
                </a:lnTo>
                <a:lnTo>
                  <a:pt x="3595394" y="110786"/>
                </a:lnTo>
                <a:lnTo>
                  <a:pt x="3595065" y="111271"/>
                </a:lnTo>
                <a:lnTo>
                  <a:pt x="3594728" y="111744"/>
                </a:lnTo>
                <a:lnTo>
                  <a:pt x="3594385" y="112208"/>
                </a:lnTo>
                <a:lnTo>
                  <a:pt x="3594036" y="112661"/>
                </a:lnTo>
                <a:lnTo>
                  <a:pt x="3593679" y="113103"/>
                </a:lnTo>
                <a:lnTo>
                  <a:pt x="3593317" y="113535"/>
                </a:lnTo>
                <a:lnTo>
                  <a:pt x="3592947" y="113956"/>
                </a:lnTo>
                <a:lnTo>
                  <a:pt x="3592571" y="114367"/>
                </a:lnTo>
                <a:lnTo>
                  <a:pt x="3592189" y="114767"/>
                </a:lnTo>
                <a:lnTo>
                  <a:pt x="3591800" y="115157"/>
                </a:lnTo>
                <a:lnTo>
                  <a:pt x="3591404" y="115536"/>
                </a:lnTo>
                <a:lnTo>
                  <a:pt x="3591002" y="115905"/>
                </a:lnTo>
                <a:lnTo>
                  <a:pt x="3590593" y="116263"/>
                </a:lnTo>
                <a:lnTo>
                  <a:pt x="3590178" y="116611"/>
                </a:lnTo>
                <a:lnTo>
                  <a:pt x="3589756" y="116948"/>
                </a:lnTo>
                <a:lnTo>
                  <a:pt x="3589327" y="117274"/>
                </a:lnTo>
                <a:lnTo>
                  <a:pt x="3588892" y="117590"/>
                </a:lnTo>
                <a:lnTo>
                  <a:pt x="3588450" y="117896"/>
                </a:lnTo>
                <a:lnTo>
                  <a:pt x="3588002" y="118191"/>
                </a:lnTo>
                <a:lnTo>
                  <a:pt x="3587547" y="118475"/>
                </a:lnTo>
                <a:lnTo>
                  <a:pt x="3587086" y="118749"/>
                </a:lnTo>
                <a:lnTo>
                  <a:pt x="3586618" y="119012"/>
                </a:lnTo>
                <a:lnTo>
                  <a:pt x="3586143" y="119265"/>
                </a:lnTo>
                <a:lnTo>
                  <a:pt x="3585662" y="119507"/>
                </a:lnTo>
                <a:lnTo>
                  <a:pt x="3585183" y="119739"/>
                </a:lnTo>
                <a:lnTo>
                  <a:pt x="3584705" y="119962"/>
                </a:lnTo>
                <a:lnTo>
                  <a:pt x="3584227" y="120174"/>
                </a:lnTo>
                <a:lnTo>
                  <a:pt x="3583750" y="120376"/>
                </a:lnTo>
                <a:lnTo>
                  <a:pt x="3583274" y="120569"/>
                </a:lnTo>
                <a:lnTo>
                  <a:pt x="3582798" y="120752"/>
                </a:lnTo>
                <a:lnTo>
                  <a:pt x="3582323" y="120924"/>
                </a:lnTo>
                <a:lnTo>
                  <a:pt x="3581849" y="121087"/>
                </a:lnTo>
                <a:lnTo>
                  <a:pt x="3581375" y="121240"/>
                </a:lnTo>
                <a:lnTo>
                  <a:pt x="3580902" y="121384"/>
                </a:lnTo>
                <a:lnTo>
                  <a:pt x="3580430" y="121517"/>
                </a:lnTo>
                <a:lnTo>
                  <a:pt x="3579958" y="121640"/>
                </a:lnTo>
                <a:lnTo>
                  <a:pt x="3579487" y="121754"/>
                </a:lnTo>
                <a:lnTo>
                  <a:pt x="3579017" y="121857"/>
                </a:lnTo>
                <a:lnTo>
                  <a:pt x="3578547" y="121951"/>
                </a:lnTo>
                <a:lnTo>
                  <a:pt x="3578078" y="122035"/>
                </a:lnTo>
                <a:lnTo>
                  <a:pt x="3577610" y="122109"/>
                </a:lnTo>
                <a:lnTo>
                  <a:pt x="3577142" y="122173"/>
                </a:lnTo>
                <a:lnTo>
                  <a:pt x="3576675" y="122228"/>
                </a:lnTo>
                <a:lnTo>
                  <a:pt x="3576208" y="122272"/>
                </a:lnTo>
                <a:lnTo>
                  <a:pt x="3575743" y="122307"/>
                </a:lnTo>
                <a:lnTo>
                  <a:pt x="3575278" y="122331"/>
                </a:lnTo>
                <a:lnTo>
                  <a:pt x="3574813" y="122346"/>
                </a:lnTo>
                <a:lnTo>
                  <a:pt x="3574349" y="122351"/>
                </a:lnTo>
                <a:lnTo>
                  <a:pt x="3573581" y="122340"/>
                </a:lnTo>
                <a:lnTo>
                  <a:pt x="3572824" y="122307"/>
                </a:lnTo>
                <a:lnTo>
                  <a:pt x="3572078" y="122252"/>
                </a:lnTo>
                <a:lnTo>
                  <a:pt x="3571344" y="122176"/>
                </a:lnTo>
                <a:lnTo>
                  <a:pt x="3570621" y="122077"/>
                </a:lnTo>
                <a:lnTo>
                  <a:pt x="3569910" y="121956"/>
                </a:lnTo>
                <a:lnTo>
                  <a:pt x="3569210" y="121814"/>
                </a:lnTo>
                <a:lnTo>
                  <a:pt x="3568521" y="121649"/>
                </a:lnTo>
                <a:lnTo>
                  <a:pt x="3567844" y="121463"/>
                </a:lnTo>
                <a:lnTo>
                  <a:pt x="3567178" y="121254"/>
                </a:lnTo>
                <a:lnTo>
                  <a:pt x="3566524" y="121024"/>
                </a:lnTo>
                <a:lnTo>
                  <a:pt x="3565881" y="120771"/>
                </a:lnTo>
                <a:lnTo>
                  <a:pt x="3565249" y="120497"/>
                </a:lnTo>
                <a:lnTo>
                  <a:pt x="3564629" y="120201"/>
                </a:lnTo>
                <a:lnTo>
                  <a:pt x="3564021" y="119883"/>
                </a:lnTo>
                <a:lnTo>
                  <a:pt x="3563423" y="119542"/>
                </a:lnTo>
                <a:lnTo>
                  <a:pt x="3562837" y="119180"/>
                </a:lnTo>
                <a:lnTo>
                  <a:pt x="3562263" y="118796"/>
                </a:lnTo>
                <a:lnTo>
                  <a:pt x="3561700" y="118390"/>
                </a:lnTo>
                <a:lnTo>
                  <a:pt x="3561148" y="117962"/>
                </a:lnTo>
                <a:lnTo>
                  <a:pt x="3560608" y="117513"/>
                </a:lnTo>
                <a:lnTo>
                  <a:pt x="3560079" y="117041"/>
                </a:lnTo>
                <a:lnTo>
                  <a:pt x="3559562" y="116547"/>
                </a:lnTo>
                <a:lnTo>
                  <a:pt x="3559056" y="116031"/>
                </a:lnTo>
                <a:lnTo>
                  <a:pt x="3558571" y="115497"/>
                </a:lnTo>
                <a:lnTo>
                  <a:pt x="3558107" y="114948"/>
                </a:lnTo>
                <a:lnTo>
                  <a:pt x="3557663" y="114384"/>
                </a:lnTo>
                <a:lnTo>
                  <a:pt x="3557240" y="113805"/>
                </a:lnTo>
                <a:lnTo>
                  <a:pt x="3556838" y="113212"/>
                </a:lnTo>
                <a:lnTo>
                  <a:pt x="3556457" y="112603"/>
                </a:lnTo>
                <a:lnTo>
                  <a:pt x="3556096" y="111979"/>
                </a:lnTo>
                <a:lnTo>
                  <a:pt x="3555755" y="111341"/>
                </a:lnTo>
                <a:lnTo>
                  <a:pt x="3555436" y="110687"/>
                </a:lnTo>
                <a:lnTo>
                  <a:pt x="3555136" y="110019"/>
                </a:lnTo>
                <a:lnTo>
                  <a:pt x="3554858" y="109336"/>
                </a:lnTo>
                <a:lnTo>
                  <a:pt x="3554600" y="108637"/>
                </a:lnTo>
                <a:lnTo>
                  <a:pt x="3554363" y="107924"/>
                </a:lnTo>
                <a:lnTo>
                  <a:pt x="3554146" y="107196"/>
                </a:lnTo>
                <a:lnTo>
                  <a:pt x="3553950" y="106453"/>
                </a:lnTo>
                <a:lnTo>
                  <a:pt x="3553775" y="105695"/>
                </a:lnTo>
                <a:lnTo>
                  <a:pt x="3553620" y="104922"/>
                </a:lnTo>
                <a:lnTo>
                  <a:pt x="3553486" y="104134"/>
                </a:lnTo>
                <a:lnTo>
                  <a:pt x="3553373" y="103332"/>
                </a:lnTo>
                <a:lnTo>
                  <a:pt x="3553280" y="102514"/>
                </a:lnTo>
                <a:lnTo>
                  <a:pt x="3553208" y="101682"/>
                </a:lnTo>
                <a:lnTo>
                  <a:pt x="3553156" y="100834"/>
                </a:lnTo>
                <a:lnTo>
                  <a:pt x="3553125" y="99972"/>
                </a:lnTo>
                <a:lnTo>
                  <a:pt x="3553115" y="99094"/>
                </a:lnTo>
                <a:lnTo>
                  <a:pt x="3553115" y="38424"/>
                </a:lnTo>
                <a:lnTo>
                  <a:pt x="3538200" y="38424"/>
                </a:lnTo>
                <a:lnTo>
                  <a:pt x="3538200" y="100106"/>
                </a:lnTo>
                <a:lnTo>
                  <a:pt x="3538207" y="101130"/>
                </a:lnTo>
                <a:lnTo>
                  <a:pt x="3538228" y="102141"/>
                </a:lnTo>
                <a:lnTo>
                  <a:pt x="3538263" y="103136"/>
                </a:lnTo>
                <a:lnTo>
                  <a:pt x="3538313" y="104117"/>
                </a:lnTo>
                <a:lnTo>
                  <a:pt x="3538376" y="105083"/>
                </a:lnTo>
                <a:lnTo>
                  <a:pt x="3538453" y="106034"/>
                </a:lnTo>
                <a:lnTo>
                  <a:pt x="3538544" y="106971"/>
                </a:lnTo>
                <a:lnTo>
                  <a:pt x="3538650" y="107893"/>
                </a:lnTo>
                <a:lnTo>
                  <a:pt x="3538769" y="108800"/>
                </a:lnTo>
                <a:lnTo>
                  <a:pt x="3538902" y="109693"/>
                </a:lnTo>
                <a:lnTo>
                  <a:pt x="3539050" y="110571"/>
                </a:lnTo>
                <a:lnTo>
                  <a:pt x="3539211" y="111434"/>
                </a:lnTo>
                <a:lnTo>
                  <a:pt x="3539387" y="112282"/>
                </a:lnTo>
                <a:lnTo>
                  <a:pt x="3539577" y="113116"/>
                </a:lnTo>
                <a:lnTo>
                  <a:pt x="3539780" y="113935"/>
                </a:lnTo>
                <a:lnTo>
                  <a:pt x="3539998" y="114739"/>
                </a:lnTo>
                <a:lnTo>
                  <a:pt x="3540230" y="115529"/>
                </a:lnTo>
                <a:lnTo>
                  <a:pt x="3540475" y="116304"/>
                </a:lnTo>
                <a:lnTo>
                  <a:pt x="3540735" y="117064"/>
                </a:lnTo>
                <a:lnTo>
                  <a:pt x="3541009" y="117810"/>
                </a:lnTo>
                <a:lnTo>
                  <a:pt x="3541297" y="118541"/>
                </a:lnTo>
                <a:lnTo>
                  <a:pt x="3541599" y="119257"/>
                </a:lnTo>
                <a:lnTo>
                  <a:pt x="3541915" y="119958"/>
                </a:lnTo>
                <a:lnTo>
                  <a:pt x="3542245" y="120645"/>
                </a:lnTo>
                <a:lnTo>
                  <a:pt x="3542587" y="121312"/>
                </a:lnTo>
                <a:lnTo>
                  <a:pt x="3542940" y="121965"/>
                </a:lnTo>
                <a:lnTo>
                  <a:pt x="3543303" y="122604"/>
                </a:lnTo>
                <a:lnTo>
                  <a:pt x="3543677" y="123229"/>
                </a:lnTo>
                <a:lnTo>
                  <a:pt x="3544062" y="123840"/>
                </a:lnTo>
                <a:lnTo>
                  <a:pt x="3544457" y="124437"/>
                </a:lnTo>
                <a:lnTo>
                  <a:pt x="3544862" y="125020"/>
                </a:lnTo>
                <a:lnTo>
                  <a:pt x="3545278" y="125588"/>
                </a:lnTo>
                <a:lnTo>
                  <a:pt x="3545705" y="126143"/>
                </a:lnTo>
                <a:lnTo>
                  <a:pt x="3546142" y="126684"/>
                </a:lnTo>
                <a:lnTo>
                  <a:pt x="3546590" y="127210"/>
                </a:lnTo>
                <a:lnTo>
                  <a:pt x="3547048" y="127723"/>
                </a:lnTo>
                <a:lnTo>
                  <a:pt x="3547517" y="128222"/>
                </a:lnTo>
                <a:lnTo>
                  <a:pt x="3547996" y="128706"/>
                </a:lnTo>
                <a:lnTo>
                  <a:pt x="3548486" y="129177"/>
                </a:lnTo>
                <a:lnTo>
                  <a:pt x="3548986" y="129633"/>
                </a:lnTo>
                <a:lnTo>
                  <a:pt x="3549497" y="130075"/>
                </a:lnTo>
                <a:lnTo>
                  <a:pt x="3550018" y="130504"/>
                </a:lnTo>
                <a:lnTo>
                  <a:pt x="3550550" y="130918"/>
                </a:lnTo>
                <a:lnTo>
                  <a:pt x="3551093" y="131318"/>
                </a:lnTo>
                <a:lnTo>
                  <a:pt x="3551646" y="131705"/>
                </a:lnTo>
                <a:lnTo>
                  <a:pt x="3552209" y="132077"/>
                </a:lnTo>
                <a:lnTo>
                  <a:pt x="3552783" y="132435"/>
                </a:lnTo>
                <a:lnTo>
                  <a:pt x="3553368" y="132779"/>
                </a:lnTo>
                <a:lnTo>
                  <a:pt x="3553961" y="133104"/>
                </a:lnTo>
                <a:lnTo>
                  <a:pt x="3554562" y="133415"/>
                </a:lnTo>
                <a:lnTo>
                  <a:pt x="3555169" y="133712"/>
                </a:lnTo>
                <a:lnTo>
                  <a:pt x="3555783" y="133995"/>
                </a:lnTo>
                <a:lnTo>
                  <a:pt x="3556405" y="134265"/>
                </a:lnTo>
                <a:lnTo>
                  <a:pt x="3557033" y="134521"/>
                </a:lnTo>
                <a:lnTo>
                  <a:pt x="3557669" y="134763"/>
                </a:lnTo>
                <a:lnTo>
                  <a:pt x="3558311" y="134991"/>
                </a:lnTo>
                <a:lnTo>
                  <a:pt x="3558961" y="135205"/>
                </a:lnTo>
                <a:lnTo>
                  <a:pt x="3559617" y="135406"/>
                </a:lnTo>
                <a:lnTo>
                  <a:pt x="3560281" y="135592"/>
                </a:lnTo>
                <a:lnTo>
                  <a:pt x="3560952" y="135765"/>
                </a:lnTo>
                <a:lnTo>
                  <a:pt x="3561629" y="135924"/>
                </a:lnTo>
                <a:lnTo>
                  <a:pt x="3562314" y="136069"/>
                </a:lnTo>
                <a:lnTo>
                  <a:pt x="3563005" y="136200"/>
                </a:lnTo>
                <a:lnTo>
                  <a:pt x="3563704" y="136318"/>
                </a:lnTo>
                <a:lnTo>
                  <a:pt x="3564410" y="136422"/>
                </a:lnTo>
                <a:lnTo>
                  <a:pt x="3565123" y="136512"/>
                </a:lnTo>
                <a:lnTo>
                  <a:pt x="3565842" y="136588"/>
                </a:lnTo>
                <a:lnTo>
                  <a:pt x="3566569" y="136650"/>
                </a:lnTo>
                <a:lnTo>
                  <a:pt x="3567303" y="136698"/>
                </a:lnTo>
                <a:lnTo>
                  <a:pt x="3568044" y="136733"/>
                </a:lnTo>
                <a:lnTo>
                  <a:pt x="3568792" y="136753"/>
                </a:lnTo>
                <a:lnTo>
                  <a:pt x="3569546" y="136760"/>
                </a:lnTo>
                <a:lnTo>
                  <a:pt x="3570456" y="136751"/>
                </a:lnTo>
                <a:lnTo>
                  <a:pt x="3571353" y="136725"/>
                </a:lnTo>
                <a:lnTo>
                  <a:pt x="3572236" y="136680"/>
                </a:lnTo>
                <a:lnTo>
                  <a:pt x="3573107" y="136618"/>
                </a:lnTo>
                <a:lnTo>
                  <a:pt x="3573964" y="136538"/>
                </a:lnTo>
                <a:lnTo>
                  <a:pt x="3574808" y="136440"/>
                </a:lnTo>
                <a:lnTo>
                  <a:pt x="3575638" y="136325"/>
                </a:lnTo>
                <a:lnTo>
                  <a:pt x="3576456" y="136192"/>
                </a:lnTo>
                <a:lnTo>
                  <a:pt x="3577261" y="136041"/>
                </a:lnTo>
                <a:lnTo>
                  <a:pt x="3578052" y="135872"/>
                </a:lnTo>
                <a:lnTo>
                  <a:pt x="3578830" y="135685"/>
                </a:lnTo>
                <a:lnTo>
                  <a:pt x="3579595" y="135481"/>
                </a:lnTo>
                <a:lnTo>
                  <a:pt x="3580347" y="135258"/>
                </a:lnTo>
                <a:lnTo>
                  <a:pt x="3581085" y="135018"/>
                </a:lnTo>
                <a:lnTo>
                  <a:pt x="3581811" y="134761"/>
                </a:lnTo>
                <a:lnTo>
                  <a:pt x="3582523" y="134485"/>
                </a:lnTo>
                <a:lnTo>
                  <a:pt x="3583222" y="134192"/>
                </a:lnTo>
                <a:lnTo>
                  <a:pt x="3583908" y="133881"/>
                </a:lnTo>
                <a:lnTo>
                  <a:pt x="3584581" y="133552"/>
                </a:lnTo>
                <a:lnTo>
                  <a:pt x="3585240" y="133205"/>
                </a:lnTo>
                <a:lnTo>
                  <a:pt x="3585887" y="132841"/>
                </a:lnTo>
                <a:lnTo>
                  <a:pt x="3586520" y="132459"/>
                </a:lnTo>
                <a:lnTo>
                  <a:pt x="3587140" y="132059"/>
                </a:lnTo>
                <a:lnTo>
                  <a:pt x="3587747" y="131641"/>
                </a:lnTo>
                <a:lnTo>
                  <a:pt x="3588341" y="131206"/>
                </a:lnTo>
                <a:lnTo>
                  <a:pt x="3588922" y="130762"/>
                </a:lnTo>
                <a:lnTo>
                  <a:pt x="3589489" y="130311"/>
                </a:lnTo>
                <a:lnTo>
                  <a:pt x="3590043" y="129852"/>
                </a:lnTo>
                <a:lnTo>
                  <a:pt x="3590585" y="129386"/>
                </a:lnTo>
                <a:lnTo>
                  <a:pt x="3591113" y="128912"/>
                </a:lnTo>
                <a:lnTo>
                  <a:pt x="3591627" y="128430"/>
                </a:lnTo>
                <a:lnTo>
                  <a:pt x="3592129" y="127941"/>
                </a:lnTo>
                <a:lnTo>
                  <a:pt x="3592617" y="127444"/>
                </a:lnTo>
                <a:lnTo>
                  <a:pt x="3593093" y="126939"/>
                </a:lnTo>
                <a:lnTo>
                  <a:pt x="3593555" y="126426"/>
                </a:lnTo>
                <a:lnTo>
                  <a:pt x="3594004" y="125906"/>
                </a:lnTo>
                <a:lnTo>
                  <a:pt x="3594440" y="125378"/>
                </a:lnTo>
                <a:lnTo>
                  <a:pt x="3594862" y="124843"/>
                </a:lnTo>
                <a:lnTo>
                  <a:pt x="3595272" y="124300"/>
                </a:lnTo>
                <a:lnTo>
                  <a:pt x="3595668" y="123749"/>
                </a:lnTo>
                <a:lnTo>
                  <a:pt x="3596051" y="123190"/>
                </a:lnTo>
                <a:lnTo>
                  <a:pt x="3596421" y="122624"/>
                </a:lnTo>
                <a:lnTo>
                  <a:pt x="3596778" y="122050"/>
                </a:lnTo>
                <a:lnTo>
                  <a:pt x="3597122" y="121468"/>
                </a:lnTo>
                <a:lnTo>
                  <a:pt x="3597452" y="120879"/>
                </a:lnTo>
                <a:lnTo>
                  <a:pt x="3597769" y="120282"/>
                </a:lnTo>
                <a:lnTo>
                  <a:pt x="3598074" y="119677"/>
                </a:lnTo>
                <a:lnTo>
                  <a:pt x="3598365" y="119065"/>
                </a:lnTo>
                <a:lnTo>
                  <a:pt x="3599376" y="119065"/>
                </a:lnTo>
                <a:lnTo>
                  <a:pt x="3599376" y="135496"/>
                </a:lnTo>
                <a:lnTo>
                  <a:pt x="3614291" y="135496"/>
                </a:lnTo>
                <a:lnTo>
                  <a:pt x="3614291" y="38424"/>
                </a:lnTo>
                <a:lnTo>
                  <a:pt x="3599376" y="38424"/>
                </a:lnTo>
                <a:lnTo>
                  <a:pt x="3599376" y="95808"/>
                </a:lnTo>
                <a:lnTo>
                  <a:pt x="3599369" y="96561"/>
                </a:lnTo>
                <a:lnTo>
                  <a:pt x="3599348" y="97302"/>
                </a:lnTo>
                <a:lnTo>
                  <a:pt x="3599314" y="98033"/>
                </a:lnTo>
                <a:lnTo>
                  <a:pt x="3599265" y="98752"/>
                </a:lnTo>
                <a:lnTo>
                  <a:pt x="3599203" y="99460"/>
                </a:lnTo>
                <a:lnTo>
                  <a:pt x="3599127" y="100157"/>
                </a:lnTo>
                <a:lnTo>
                  <a:pt x="3599037" y="100843"/>
                </a:lnTo>
                <a:close/>
                <a:moveTo>
                  <a:pt x="4599014" y="136379"/>
                </a:moveTo>
                <a:lnTo>
                  <a:pt x="4599260" y="136339"/>
                </a:lnTo>
                <a:lnTo>
                  <a:pt x="4599505" y="136294"/>
                </a:lnTo>
                <a:lnTo>
                  <a:pt x="4599748" y="136244"/>
                </a:lnTo>
                <a:lnTo>
                  <a:pt x="4599988" y="136189"/>
                </a:lnTo>
                <a:lnTo>
                  <a:pt x="4600226" y="136128"/>
                </a:lnTo>
                <a:lnTo>
                  <a:pt x="4600462" y="136063"/>
                </a:lnTo>
                <a:lnTo>
                  <a:pt x="4600695" y="135991"/>
                </a:lnTo>
                <a:lnTo>
                  <a:pt x="4600927" y="135915"/>
                </a:lnTo>
                <a:lnTo>
                  <a:pt x="4601156" y="135833"/>
                </a:lnTo>
                <a:lnTo>
                  <a:pt x="4601383" y="135747"/>
                </a:lnTo>
                <a:lnTo>
                  <a:pt x="4601608" y="135654"/>
                </a:lnTo>
                <a:lnTo>
                  <a:pt x="4601831" y="135557"/>
                </a:lnTo>
                <a:lnTo>
                  <a:pt x="4602052" y="135454"/>
                </a:lnTo>
                <a:lnTo>
                  <a:pt x="4602270" y="135346"/>
                </a:lnTo>
                <a:lnTo>
                  <a:pt x="4602486" y="135233"/>
                </a:lnTo>
                <a:lnTo>
                  <a:pt x="4602700" y="135115"/>
                </a:lnTo>
                <a:lnTo>
                  <a:pt x="4602912" y="134991"/>
                </a:lnTo>
                <a:lnTo>
                  <a:pt x="4603126" y="134857"/>
                </a:lnTo>
                <a:lnTo>
                  <a:pt x="4603336" y="134720"/>
                </a:lnTo>
                <a:lnTo>
                  <a:pt x="4603543" y="134580"/>
                </a:lnTo>
                <a:lnTo>
                  <a:pt x="4603746" y="134436"/>
                </a:lnTo>
                <a:lnTo>
                  <a:pt x="4603945" y="134289"/>
                </a:lnTo>
                <a:lnTo>
                  <a:pt x="4604140" y="134138"/>
                </a:lnTo>
                <a:lnTo>
                  <a:pt x="4604332" y="133983"/>
                </a:lnTo>
                <a:lnTo>
                  <a:pt x="4604520" y="133825"/>
                </a:lnTo>
                <a:lnTo>
                  <a:pt x="4604704" y="133664"/>
                </a:lnTo>
                <a:lnTo>
                  <a:pt x="4604885" y="133499"/>
                </a:lnTo>
                <a:lnTo>
                  <a:pt x="4605062" y="133330"/>
                </a:lnTo>
                <a:lnTo>
                  <a:pt x="4605235" y="133158"/>
                </a:lnTo>
                <a:lnTo>
                  <a:pt x="4605404" y="132983"/>
                </a:lnTo>
                <a:lnTo>
                  <a:pt x="4605569" y="132803"/>
                </a:lnTo>
                <a:lnTo>
                  <a:pt x="4605731" y="132621"/>
                </a:lnTo>
                <a:lnTo>
                  <a:pt x="4605889" y="132435"/>
                </a:lnTo>
                <a:lnTo>
                  <a:pt x="4606044" y="132245"/>
                </a:lnTo>
                <a:lnTo>
                  <a:pt x="4606194" y="132052"/>
                </a:lnTo>
                <a:lnTo>
                  <a:pt x="4606341" y="131856"/>
                </a:lnTo>
                <a:lnTo>
                  <a:pt x="4606484" y="131655"/>
                </a:lnTo>
                <a:lnTo>
                  <a:pt x="4606623" y="131452"/>
                </a:lnTo>
                <a:lnTo>
                  <a:pt x="4606759" y="131245"/>
                </a:lnTo>
                <a:lnTo>
                  <a:pt x="4606891" y="131034"/>
                </a:lnTo>
                <a:lnTo>
                  <a:pt x="4607019" y="130820"/>
                </a:lnTo>
                <a:lnTo>
                  <a:pt x="4607148" y="130603"/>
                </a:lnTo>
                <a:lnTo>
                  <a:pt x="4607272" y="130384"/>
                </a:lnTo>
                <a:lnTo>
                  <a:pt x="4607390" y="130164"/>
                </a:lnTo>
                <a:lnTo>
                  <a:pt x="4607502" y="129942"/>
                </a:lnTo>
                <a:lnTo>
                  <a:pt x="4607609" y="129718"/>
                </a:lnTo>
                <a:lnTo>
                  <a:pt x="4607711" y="129493"/>
                </a:lnTo>
                <a:lnTo>
                  <a:pt x="4607807" y="129265"/>
                </a:lnTo>
                <a:lnTo>
                  <a:pt x="4607897" y="129036"/>
                </a:lnTo>
                <a:lnTo>
                  <a:pt x="4607983" y="128805"/>
                </a:lnTo>
                <a:lnTo>
                  <a:pt x="4608062" y="128573"/>
                </a:lnTo>
                <a:lnTo>
                  <a:pt x="4608136" y="128338"/>
                </a:lnTo>
                <a:lnTo>
                  <a:pt x="4608205" y="128102"/>
                </a:lnTo>
                <a:lnTo>
                  <a:pt x="4608268" y="127864"/>
                </a:lnTo>
                <a:lnTo>
                  <a:pt x="4608326" y="127625"/>
                </a:lnTo>
                <a:lnTo>
                  <a:pt x="4608378" y="127383"/>
                </a:lnTo>
                <a:lnTo>
                  <a:pt x="4608424" y="127140"/>
                </a:lnTo>
                <a:lnTo>
                  <a:pt x="4608466" y="126895"/>
                </a:lnTo>
                <a:lnTo>
                  <a:pt x="4608501" y="126649"/>
                </a:lnTo>
                <a:lnTo>
                  <a:pt x="4608531" y="126400"/>
                </a:lnTo>
                <a:lnTo>
                  <a:pt x="4608556" y="126150"/>
                </a:lnTo>
                <a:lnTo>
                  <a:pt x="4608575" y="125898"/>
                </a:lnTo>
                <a:lnTo>
                  <a:pt x="4608589" y="125645"/>
                </a:lnTo>
                <a:lnTo>
                  <a:pt x="4608597" y="125389"/>
                </a:lnTo>
                <a:lnTo>
                  <a:pt x="4608600" y="125132"/>
                </a:lnTo>
                <a:lnTo>
                  <a:pt x="4608594" y="124745"/>
                </a:lnTo>
                <a:lnTo>
                  <a:pt x="4608577" y="124362"/>
                </a:lnTo>
                <a:lnTo>
                  <a:pt x="4608548" y="123984"/>
                </a:lnTo>
                <a:lnTo>
                  <a:pt x="4608507" y="123610"/>
                </a:lnTo>
                <a:lnTo>
                  <a:pt x="4608455" y="123241"/>
                </a:lnTo>
                <a:lnTo>
                  <a:pt x="4608391" y="122877"/>
                </a:lnTo>
                <a:lnTo>
                  <a:pt x="4608315" y="122517"/>
                </a:lnTo>
                <a:lnTo>
                  <a:pt x="4608228" y="122162"/>
                </a:lnTo>
                <a:lnTo>
                  <a:pt x="4608129" y="121811"/>
                </a:lnTo>
                <a:lnTo>
                  <a:pt x="4608018" y="121465"/>
                </a:lnTo>
                <a:lnTo>
                  <a:pt x="4607896" y="121124"/>
                </a:lnTo>
                <a:lnTo>
                  <a:pt x="4607763" y="120787"/>
                </a:lnTo>
                <a:lnTo>
                  <a:pt x="4607617" y="120455"/>
                </a:lnTo>
                <a:lnTo>
                  <a:pt x="4607460" y="120127"/>
                </a:lnTo>
                <a:lnTo>
                  <a:pt x="4607291" y="119805"/>
                </a:lnTo>
                <a:lnTo>
                  <a:pt x="4607111" y="119486"/>
                </a:lnTo>
                <a:lnTo>
                  <a:pt x="4606919" y="119173"/>
                </a:lnTo>
                <a:lnTo>
                  <a:pt x="4606716" y="118863"/>
                </a:lnTo>
                <a:lnTo>
                  <a:pt x="4606501" y="118559"/>
                </a:lnTo>
                <a:lnTo>
                  <a:pt x="4606274" y="118259"/>
                </a:lnTo>
                <a:lnTo>
                  <a:pt x="4606035" y="117964"/>
                </a:lnTo>
                <a:lnTo>
                  <a:pt x="4605785" y="117673"/>
                </a:lnTo>
                <a:lnTo>
                  <a:pt x="4605524" y="117387"/>
                </a:lnTo>
                <a:lnTo>
                  <a:pt x="4605250" y="117106"/>
                </a:lnTo>
                <a:lnTo>
                  <a:pt x="4604969" y="116832"/>
                </a:lnTo>
                <a:lnTo>
                  <a:pt x="4604683" y="116571"/>
                </a:lnTo>
                <a:lnTo>
                  <a:pt x="4604392" y="116321"/>
                </a:lnTo>
                <a:lnTo>
                  <a:pt x="4604097" y="116082"/>
                </a:lnTo>
                <a:lnTo>
                  <a:pt x="4603797" y="115856"/>
                </a:lnTo>
                <a:lnTo>
                  <a:pt x="4603493" y="115640"/>
                </a:lnTo>
                <a:lnTo>
                  <a:pt x="4603184" y="115437"/>
                </a:lnTo>
                <a:lnTo>
                  <a:pt x="4602870" y="115245"/>
                </a:lnTo>
                <a:lnTo>
                  <a:pt x="4602552" y="115065"/>
                </a:lnTo>
                <a:lnTo>
                  <a:pt x="4602229" y="114896"/>
                </a:lnTo>
                <a:lnTo>
                  <a:pt x="4601901" y="114739"/>
                </a:lnTo>
                <a:lnTo>
                  <a:pt x="4601569" y="114594"/>
                </a:lnTo>
                <a:lnTo>
                  <a:pt x="4601232" y="114460"/>
                </a:lnTo>
                <a:lnTo>
                  <a:pt x="4600891" y="114338"/>
                </a:lnTo>
                <a:lnTo>
                  <a:pt x="4600545" y="114227"/>
                </a:lnTo>
                <a:lnTo>
                  <a:pt x="4600194" y="114128"/>
                </a:lnTo>
                <a:lnTo>
                  <a:pt x="4599839" y="114041"/>
                </a:lnTo>
                <a:lnTo>
                  <a:pt x="4599479" y="113966"/>
                </a:lnTo>
                <a:lnTo>
                  <a:pt x="4599115" y="113902"/>
                </a:lnTo>
                <a:lnTo>
                  <a:pt x="4598746" y="113849"/>
                </a:lnTo>
                <a:lnTo>
                  <a:pt x="4598372" y="113809"/>
                </a:lnTo>
                <a:lnTo>
                  <a:pt x="4597994" y="113780"/>
                </a:lnTo>
                <a:lnTo>
                  <a:pt x="4597611" y="113762"/>
                </a:lnTo>
                <a:lnTo>
                  <a:pt x="4597224" y="113756"/>
                </a:lnTo>
                <a:lnTo>
                  <a:pt x="4596837" y="113762"/>
                </a:lnTo>
                <a:lnTo>
                  <a:pt x="4596454" y="113780"/>
                </a:lnTo>
                <a:lnTo>
                  <a:pt x="4596075" y="113809"/>
                </a:lnTo>
                <a:lnTo>
                  <a:pt x="4595702" y="113849"/>
                </a:lnTo>
                <a:lnTo>
                  <a:pt x="4595333" y="113902"/>
                </a:lnTo>
                <a:lnTo>
                  <a:pt x="4594968" y="113966"/>
                </a:lnTo>
                <a:lnTo>
                  <a:pt x="4594609" y="114041"/>
                </a:lnTo>
                <a:lnTo>
                  <a:pt x="4594254" y="114128"/>
                </a:lnTo>
                <a:lnTo>
                  <a:pt x="4593903" y="114227"/>
                </a:lnTo>
                <a:lnTo>
                  <a:pt x="4593557" y="114338"/>
                </a:lnTo>
                <a:lnTo>
                  <a:pt x="4593216" y="114460"/>
                </a:lnTo>
                <a:lnTo>
                  <a:pt x="4592879" y="114594"/>
                </a:lnTo>
                <a:lnTo>
                  <a:pt x="4592547" y="114739"/>
                </a:lnTo>
                <a:lnTo>
                  <a:pt x="4592219" y="114896"/>
                </a:lnTo>
                <a:lnTo>
                  <a:pt x="4591896" y="115065"/>
                </a:lnTo>
                <a:lnTo>
                  <a:pt x="4591578" y="115245"/>
                </a:lnTo>
                <a:lnTo>
                  <a:pt x="4591265" y="115437"/>
                </a:lnTo>
                <a:lnTo>
                  <a:pt x="4590955" y="115640"/>
                </a:lnTo>
                <a:lnTo>
                  <a:pt x="4590651" y="115856"/>
                </a:lnTo>
                <a:lnTo>
                  <a:pt x="4590351" y="116082"/>
                </a:lnTo>
                <a:lnTo>
                  <a:pt x="4590056" y="116321"/>
                </a:lnTo>
                <a:lnTo>
                  <a:pt x="4589765" y="116571"/>
                </a:lnTo>
                <a:lnTo>
                  <a:pt x="4589479" y="116832"/>
                </a:lnTo>
                <a:lnTo>
                  <a:pt x="4589198" y="117106"/>
                </a:lnTo>
                <a:lnTo>
                  <a:pt x="4588924" y="117387"/>
                </a:lnTo>
                <a:lnTo>
                  <a:pt x="4588663" y="117673"/>
                </a:lnTo>
                <a:lnTo>
                  <a:pt x="4588413" y="117964"/>
                </a:lnTo>
                <a:lnTo>
                  <a:pt x="4588174" y="118259"/>
                </a:lnTo>
                <a:lnTo>
                  <a:pt x="4587948" y="118559"/>
                </a:lnTo>
                <a:lnTo>
                  <a:pt x="4587733" y="118863"/>
                </a:lnTo>
                <a:lnTo>
                  <a:pt x="4587529" y="119173"/>
                </a:lnTo>
                <a:lnTo>
                  <a:pt x="4587337" y="119486"/>
                </a:lnTo>
                <a:lnTo>
                  <a:pt x="4587157" y="119805"/>
                </a:lnTo>
                <a:lnTo>
                  <a:pt x="4586988" y="120127"/>
                </a:lnTo>
                <a:lnTo>
                  <a:pt x="4586831" y="120455"/>
                </a:lnTo>
                <a:lnTo>
                  <a:pt x="4586686" y="120787"/>
                </a:lnTo>
                <a:lnTo>
                  <a:pt x="4586552" y="121124"/>
                </a:lnTo>
                <a:lnTo>
                  <a:pt x="4586430" y="121465"/>
                </a:lnTo>
                <a:lnTo>
                  <a:pt x="4586320" y="121811"/>
                </a:lnTo>
                <a:lnTo>
                  <a:pt x="4586221" y="122162"/>
                </a:lnTo>
                <a:lnTo>
                  <a:pt x="4586133" y="122517"/>
                </a:lnTo>
                <a:lnTo>
                  <a:pt x="4586058" y="122877"/>
                </a:lnTo>
                <a:lnTo>
                  <a:pt x="4585994" y="123241"/>
                </a:lnTo>
                <a:lnTo>
                  <a:pt x="4585941" y="123610"/>
                </a:lnTo>
                <a:lnTo>
                  <a:pt x="4585901" y="123984"/>
                </a:lnTo>
                <a:lnTo>
                  <a:pt x="4585872" y="124362"/>
                </a:lnTo>
                <a:lnTo>
                  <a:pt x="4585854" y="124745"/>
                </a:lnTo>
                <a:lnTo>
                  <a:pt x="4585848" y="125132"/>
                </a:lnTo>
                <a:lnTo>
                  <a:pt x="4585854" y="125519"/>
                </a:lnTo>
                <a:lnTo>
                  <a:pt x="4585872" y="125902"/>
                </a:lnTo>
                <a:lnTo>
                  <a:pt x="4585901" y="126280"/>
                </a:lnTo>
                <a:lnTo>
                  <a:pt x="4585941" y="126654"/>
                </a:lnTo>
                <a:lnTo>
                  <a:pt x="4585994" y="127023"/>
                </a:lnTo>
                <a:lnTo>
                  <a:pt x="4586058" y="127387"/>
                </a:lnTo>
                <a:lnTo>
                  <a:pt x="4586133" y="127747"/>
                </a:lnTo>
                <a:lnTo>
                  <a:pt x="4586221" y="128102"/>
                </a:lnTo>
                <a:lnTo>
                  <a:pt x="4586320" y="128453"/>
                </a:lnTo>
                <a:lnTo>
                  <a:pt x="4586430" y="128799"/>
                </a:lnTo>
                <a:lnTo>
                  <a:pt x="4586552" y="129140"/>
                </a:lnTo>
                <a:lnTo>
                  <a:pt x="4586686" y="129477"/>
                </a:lnTo>
                <a:lnTo>
                  <a:pt x="4586831" y="129809"/>
                </a:lnTo>
                <a:lnTo>
                  <a:pt x="4586988" y="130136"/>
                </a:lnTo>
                <a:lnTo>
                  <a:pt x="4587157" y="130459"/>
                </a:lnTo>
                <a:lnTo>
                  <a:pt x="4587337" y="130778"/>
                </a:lnTo>
                <a:lnTo>
                  <a:pt x="4587529" y="131091"/>
                </a:lnTo>
                <a:lnTo>
                  <a:pt x="4587733" y="131400"/>
                </a:lnTo>
                <a:lnTo>
                  <a:pt x="4587948" y="131705"/>
                </a:lnTo>
                <a:lnTo>
                  <a:pt x="4588174" y="132005"/>
                </a:lnTo>
                <a:lnTo>
                  <a:pt x="4588413" y="132300"/>
                </a:lnTo>
                <a:lnTo>
                  <a:pt x="4588663" y="132591"/>
                </a:lnTo>
                <a:lnTo>
                  <a:pt x="4588924" y="132877"/>
                </a:lnTo>
                <a:lnTo>
                  <a:pt x="4589198" y="133158"/>
                </a:lnTo>
                <a:lnTo>
                  <a:pt x="4589479" y="133431"/>
                </a:lnTo>
                <a:lnTo>
                  <a:pt x="4589765" y="133693"/>
                </a:lnTo>
                <a:lnTo>
                  <a:pt x="4590056" y="133943"/>
                </a:lnTo>
                <a:lnTo>
                  <a:pt x="4590351" y="134182"/>
                </a:lnTo>
                <a:lnTo>
                  <a:pt x="4590651" y="134408"/>
                </a:lnTo>
                <a:lnTo>
                  <a:pt x="4590955" y="134623"/>
                </a:lnTo>
                <a:lnTo>
                  <a:pt x="4591265" y="134827"/>
                </a:lnTo>
                <a:lnTo>
                  <a:pt x="4591578" y="135019"/>
                </a:lnTo>
                <a:lnTo>
                  <a:pt x="4591896" y="135199"/>
                </a:lnTo>
                <a:lnTo>
                  <a:pt x="4592219" y="135368"/>
                </a:lnTo>
                <a:lnTo>
                  <a:pt x="4592547" y="135525"/>
                </a:lnTo>
                <a:lnTo>
                  <a:pt x="4592879" y="135670"/>
                </a:lnTo>
                <a:lnTo>
                  <a:pt x="4593216" y="135804"/>
                </a:lnTo>
                <a:lnTo>
                  <a:pt x="4593557" y="135926"/>
                </a:lnTo>
                <a:lnTo>
                  <a:pt x="4593903" y="136037"/>
                </a:lnTo>
                <a:lnTo>
                  <a:pt x="4594254" y="136135"/>
                </a:lnTo>
                <a:lnTo>
                  <a:pt x="4594609" y="136223"/>
                </a:lnTo>
                <a:lnTo>
                  <a:pt x="4594968" y="136298"/>
                </a:lnTo>
                <a:lnTo>
                  <a:pt x="4595333" y="136362"/>
                </a:lnTo>
                <a:lnTo>
                  <a:pt x="4595702" y="136415"/>
                </a:lnTo>
                <a:lnTo>
                  <a:pt x="4596075" y="136455"/>
                </a:lnTo>
                <a:lnTo>
                  <a:pt x="4596454" y="136484"/>
                </a:lnTo>
                <a:lnTo>
                  <a:pt x="4596837" y="136502"/>
                </a:lnTo>
                <a:lnTo>
                  <a:pt x="4597224" y="136508"/>
                </a:lnTo>
                <a:lnTo>
                  <a:pt x="4597486" y="136505"/>
                </a:lnTo>
                <a:lnTo>
                  <a:pt x="4597746" y="136497"/>
                </a:lnTo>
                <a:lnTo>
                  <a:pt x="4598004" y="136484"/>
                </a:lnTo>
                <a:lnTo>
                  <a:pt x="4598260" y="136465"/>
                </a:lnTo>
                <a:lnTo>
                  <a:pt x="4598513" y="136442"/>
                </a:lnTo>
                <a:lnTo>
                  <a:pt x="4598765" y="136413"/>
                </a:lnTo>
                <a:lnTo>
                  <a:pt x="4599014" y="13637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D98983-B5BE-4F2B-9D35-7A1B813564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18287" y="4453626"/>
            <a:ext cx="2047392" cy="596993"/>
          </a:xfrm>
          <a:custGeom xmlns:a="http://schemas.openxmlformats.org/drawingml/2006/main">
            <a:pathLst>
              <a:path w="2047392" h="596993">
                <a:moveTo>
                  <a:pt x="55189" y="30549"/>
                </a:moveTo>
                <a:lnTo>
                  <a:pt x="55235" y="29978"/>
                </a:lnTo>
                <a:lnTo>
                  <a:pt x="55290" y="29411"/>
                </a:lnTo>
                <a:lnTo>
                  <a:pt x="55356" y="28846"/>
                </a:lnTo>
                <a:lnTo>
                  <a:pt x="55432" y="28285"/>
                </a:lnTo>
                <a:lnTo>
                  <a:pt x="55517" y="27726"/>
                </a:lnTo>
                <a:lnTo>
                  <a:pt x="55613" y="27171"/>
                </a:lnTo>
                <a:lnTo>
                  <a:pt x="55719" y="26618"/>
                </a:lnTo>
                <a:lnTo>
                  <a:pt x="55835" y="26069"/>
                </a:lnTo>
                <a:lnTo>
                  <a:pt x="55962" y="25523"/>
                </a:lnTo>
                <a:lnTo>
                  <a:pt x="56098" y="24980"/>
                </a:lnTo>
                <a:lnTo>
                  <a:pt x="56244" y="24440"/>
                </a:lnTo>
                <a:lnTo>
                  <a:pt x="56401" y="23903"/>
                </a:lnTo>
                <a:lnTo>
                  <a:pt x="56567" y="23369"/>
                </a:lnTo>
                <a:lnTo>
                  <a:pt x="56744" y="22838"/>
                </a:lnTo>
                <a:lnTo>
                  <a:pt x="56931" y="22310"/>
                </a:lnTo>
                <a:lnTo>
                  <a:pt x="57127" y="21786"/>
                </a:lnTo>
                <a:lnTo>
                  <a:pt x="57334" y="21264"/>
                </a:lnTo>
                <a:lnTo>
                  <a:pt x="57551" y="20746"/>
                </a:lnTo>
                <a:lnTo>
                  <a:pt x="57779" y="20230"/>
                </a:lnTo>
                <a:lnTo>
                  <a:pt x="58016" y="19718"/>
                </a:lnTo>
                <a:lnTo>
                  <a:pt x="58265" y="19203"/>
                </a:lnTo>
                <a:lnTo>
                  <a:pt x="58518" y="18689"/>
                </a:lnTo>
                <a:lnTo>
                  <a:pt x="58774" y="18177"/>
                </a:lnTo>
                <a:lnTo>
                  <a:pt x="59034" y="17667"/>
                </a:lnTo>
                <a:lnTo>
                  <a:pt x="59297" y="17159"/>
                </a:lnTo>
                <a:lnTo>
                  <a:pt x="59564" y="16653"/>
                </a:lnTo>
                <a:lnTo>
                  <a:pt x="59834" y="16148"/>
                </a:lnTo>
                <a:lnTo>
                  <a:pt x="60108" y="15645"/>
                </a:lnTo>
                <a:lnTo>
                  <a:pt x="60386" y="15144"/>
                </a:lnTo>
                <a:lnTo>
                  <a:pt x="60667" y="14644"/>
                </a:lnTo>
                <a:lnTo>
                  <a:pt x="60951" y="14147"/>
                </a:lnTo>
                <a:lnTo>
                  <a:pt x="61239" y="13651"/>
                </a:lnTo>
                <a:lnTo>
                  <a:pt x="61530" y="13157"/>
                </a:lnTo>
                <a:lnTo>
                  <a:pt x="61825" y="12664"/>
                </a:lnTo>
                <a:lnTo>
                  <a:pt x="62124" y="12173"/>
                </a:lnTo>
                <a:lnTo>
                  <a:pt x="62426" y="11685"/>
                </a:lnTo>
                <a:lnTo>
                  <a:pt x="62731" y="11197"/>
                </a:lnTo>
                <a:lnTo>
                  <a:pt x="63040" y="10712"/>
                </a:lnTo>
                <a:lnTo>
                  <a:pt x="63352" y="10228"/>
                </a:lnTo>
                <a:lnTo>
                  <a:pt x="63668" y="9747"/>
                </a:lnTo>
                <a:lnTo>
                  <a:pt x="63988" y="9266"/>
                </a:lnTo>
                <a:lnTo>
                  <a:pt x="64311" y="8788"/>
                </a:lnTo>
                <a:lnTo>
                  <a:pt x="64637" y="8311"/>
                </a:lnTo>
                <a:lnTo>
                  <a:pt x="64967" y="7837"/>
                </a:lnTo>
                <a:lnTo>
                  <a:pt x="56878" y="1264"/>
                </a:lnTo>
                <a:lnTo>
                  <a:pt x="56459" y="1604"/>
                </a:lnTo>
                <a:lnTo>
                  <a:pt x="56046" y="1948"/>
                </a:lnTo>
                <a:lnTo>
                  <a:pt x="55637" y="2298"/>
                </a:lnTo>
                <a:lnTo>
                  <a:pt x="55233" y="2653"/>
                </a:lnTo>
                <a:lnTo>
                  <a:pt x="54835" y="3012"/>
                </a:lnTo>
                <a:lnTo>
                  <a:pt x="54441" y="3377"/>
                </a:lnTo>
                <a:lnTo>
                  <a:pt x="54053" y="3747"/>
                </a:lnTo>
                <a:lnTo>
                  <a:pt x="53669" y="4122"/>
                </a:lnTo>
                <a:lnTo>
                  <a:pt x="53291" y="4502"/>
                </a:lnTo>
                <a:lnTo>
                  <a:pt x="52917" y="4887"/>
                </a:lnTo>
                <a:lnTo>
                  <a:pt x="52549" y="5277"/>
                </a:lnTo>
                <a:lnTo>
                  <a:pt x="52186" y="5672"/>
                </a:lnTo>
                <a:lnTo>
                  <a:pt x="51827" y="6072"/>
                </a:lnTo>
                <a:lnTo>
                  <a:pt x="51474" y="6477"/>
                </a:lnTo>
                <a:lnTo>
                  <a:pt x="51126" y="6888"/>
                </a:lnTo>
                <a:lnTo>
                  <a:pt x="50783" y="7303"/>
                </a:lnTo>
                <a:lnTo>
                  <a:pt x="50445" y="7723"/>
                </a:lnTo>
                <a:lnTo>
                  <a:pt x="50112" y="8149"/>
                </a:lnTo>
                <a:lnTo>
                  <a:pt x="49784" y="8579"/>
                </a:lnTo>
                <a:lnTo>
                  <a:pt x="49461" y="9014"/>
                </a:lnTo>
                <a:lnTo>
                  <a:pt x="49143" y="9455"/>
                </a:lnTo>
                <a:lnTo>
                  <a:pt x="48831" y="9901"/>
                </a:lnTo>
                <a:lnTo>
                  <a:pt x="48523" y="10351"/>
                </a:lnTo>
                <a:lnTo>
                  <a:pt x="48220" y="10807"/>
                </a:lnTo>
                <a:lnTo>
                  <a:pt x="47928" y="11261"/>
                </a:lnTo>
                <a:lnTo>
                  <a:pt x="47642" y="11716"/>
                </a:lnTo>
                <a:lnTo>
                  <a:pt x="47361" y="12173"/>
                </a:lnTo>
                <a:lnTo>
                  <a:pt x="47086" y="12631"/>
                </a:lnTo>
                <a:lnTo>
                  <a:pt x="46817" y="13091"/>
                </a:lnTo>
                <a:lnTo>
                  <a:pt x="46553" y="13552"/>
                </a:lnTo>
                <a:lnTo>
                  <a:pt x="46295" y="14015"/>
                </a:lnTo>
                <a:lnTo>
                  <a:pt x="46043" y="14479"/>
                </a:lnTo>
                <a:lnTo>
                  <a:pt x="45797" y="14945"/>
                </a:lnTo>
                <a:lnTo>
                  <a:pt x="45556" y="15413"/>
                </a:lnTo>
                <a:lnTo>
                  <a:pt x="45321" y="15882"/>
                </a:lnTo>
                <a:lnTo>
                  <a:pt x="45092" y="16352"/>
                </a:lnTo>
                <a:lnTo>
                  <a:pt x="44868" y="16825"/>
                </a:lnTo>
                <a:lnTo>
                  <a:pt x="44650" y="17298"/>
                </a:lnTo>
                <a:lnTo>
                  <a:pt x="44438" y="17773"/>
                </a:lnTo>
                <a:lnTo>
                  <a:pt x="44232" y="18250"/>
                </a:lnTo>
                <a:lnTo>
                  <a:pt x="44031" y="18728"/>
                </a:lnTo>
                <a:lnTo>
                  <a:pt x="43836" y="19208"/>
                </a:lnTo>
                <a:lnTo>
                  <a:pt x="43646" y="19690"/>
                </a:lnTo>
                <a:lnTo>
                  <a:pt x="43463" y="20172"/>
                </a:lnTo>
                <a:lnTo>
                  <a:pt x="43285" y="20657"/>
                </a:lnTo>
                <a:lnTo>
                  <a:pt x="43112" y="21143"/>
                </a:lnTo>
                <a:lnTo>
                  <a:pt x="42946" y="21630"/>
                </a:lnTo>
                <a:lnTo>
                  <a:pt x="42785" y="22119"/>
                </a:lnTo>
                <a:lnTo>
                  <a:pt x="42635" y="22603"/>
                </a:lnTo>
                <a:lnTo>
                  <a:pt x="42492" y="23084"/>
                </a:lnTo>
                <a:lnTo>
                  <a:pt x="42355" y="23563"/>
                </a:lnTo>
                <a:lnTo>
                  <a:pt x="42225" y="24040"/>
                </a:lnTo>
                <a:lnTo>
                  <a:pt x="42101" y="24514"/>
                </a:lnTo>
                <a:lnTo>
                  <a:pt x="41983" y="24987"/>
                </a:lnTo>
                <a:lnTo>
                  <a:pt x="41872" y="25457"/>
                </a:lnTo>
                <a:lnTo>
                  <a:pt x="41767" y="25925"/>
                </a:lnTo>
                <a:lnTo>
                  <a:pt x="41668" y="26391"/>
                </a:lnTo>
                <a:lnTo>
                  <a:pt x="41576" y="26855"/>
                </a:lnTo>
                <a:lnTo>
                  <a:pt x="41490" y="27316"/>
                </a:lnTo>
                <a:lnTo>
                  <a:pt x="41410" y="27775"/>
                </a:lnTo>
                <a:lnTo>
                  <a:pt x="41337" y="28233"/>
                </a:lnTo>
                <a:lnTo>
                  <a:pt x="41270" y="28687"/>
                </a:lnTo>
                <a:lnTo>
                  <a:pt x="41210" y="29140"/>
                </a:lnTo>
                <a:lnTo>
                  <a:pt x="41156" y="29591"/>
                </a:lnTo>
                <a:lnTo>
                  <a:pt x="41108" y="30039"/>
                </a:lnTo>
                <a:lnTo>
                  <a:pt x="41067" y="30485"/>
                </a:lnTo>
                <a:lnTo>
                  <a:pt x="41032" y="30929"/>
                </a:lnTo>
                <a:lnTo>
                  <a:pt x="41003" y="31371"/>
                </a:lnTo>
                <a:lnTo>
                  <a:pt x="40981" y="31810"/>
                </a:lnTo>
                <a:lnTo>
                  <a:pt x="40965" y="32248"/>
                </a:lnTo>
                <a:lnTo>
                  <a:pt x="40955" y="32683"/>
                </a:lnTo>
                <a:lnTo>
                  <a:pt x="40952" y="33116"/>
                </a:lnTo>
                <a:lnTo>
                  <a:pt x="40952" y="44491"/>
                </a:lnTo>
                <a:lnTo>
                  <a:pt x="55109" y="44491"/>
                </a:lnTo>
                <a:lnTo>
                  <a:pt x="55109" y="32863"/>
                </a:lnTo>
                <a:lnTo>
                  <a:pt x="55114" y="32280"/>
                </a:lnTo>
                <a:lnTo>
                  <a:pt x="55129" y="31700"/>
                </a:lnTo>
                <a:lnTo>
                  <a:pt x="55154" y="31123"/>
                </a:lnTo>
                <a:lnTo>
                  <a:pt x="55189" y="30549"/>
                </a:lnTo>
                <a:close/>
                <a:moveTo>
                  <a:pt x="22832" y="30549"/>
                </a:moveTo>
                <a:lnTo>
                  <a:pt x="22877" y="29978"/>
                </a:lnTo>
                <a:lnTo>
                  <a:pt x="22933" y="29411"/>
                </a:lnTo>
                <a:lnTo>
                  <a:pt x="22999" y="28846"/>
                </a:lnTo>
                <a:lnTo>
                  <a:pt x="23074" y="28285"/>
                </a:lnTo>
                <a:lnTo>
                  <a:pt x="23160" y="27726"/>
                </a:lnTo>
                <a:lnTo>
                  <a:pt x="23256" y="27171"/>
                </a:lnTo>
                <a:lnTo>
                  <a:pt x="23362" y="26618"/>
                </a:lnTo>
                <a:lnTo>
                  <a:pt x="23478" y="26069"/>
                </a:lnTo>
                <a:lnTo>
                  <a:pt x="23604" y="25523"/>
                </a:lnTo>
                <a:lnTo>
                  <a:pt x="23740" y="24980"/>
                </a:lnTo>
                <a:lnTo>
                  <a:pt x="23887" y="24440"/>
                </a:lnTo>
                <a:lnTo>
                  <a:pt x="24043" y="23903"/>
                </a:lnTo>
                <a:lnTo>
                  <a:pt x="24210" y="23369"/>
                </a:lnTo>
                <a:lnTo>
                  <a:pt x="24387" y="22838"/>
                </a:lnTo>
                <a:lnTo>
                  <a:pt x="24573" y="22310"/>
                </a:lnTo>
                <a:lnTo>
                  <a:pt x="24770" y="21786"/>
                </a:lnTo>
                <a:lnTo>
                  <a:pt x="24977" y="21264"/>
                </a:lnTo>
                <a:lnTo>
                  <a:pt x="25194" y="20746"/>
                </a:lnTo>
                <a:lnTo>
                  <a:pt x="25421" y="20230"/>
                </a:lnTo>
                <a:lnTo>
                  <a:pt x="25658" y="19718"/>
                </a:lnTo>
                <a:lnTo>
                  <a:pt x="25908" y="19203"/>
                </a:lnTo>
                <a:lnTo>
                  <a:pt x="26160" y="18689"/>
                </a:lnTo>
                <a:lnTo>
                  <a:pt x="26417" y="18177"/>
                </a:lnTo>
                <a:lnTo>
                  <a:pt x="26677" y="17667"/>
                </a:lnTo>
                <a:lnTo>
                  <a:pt x="26940" y="17159"/>
                </a:lnTo>
                <a:lnTo>
                  <a:pt x="27207" y="16653"/>
                </a:lnTo>
                <a:lnTo>
                  <a:pt x="27477" y="16148"/>
                </a:lnTo>
                <a:lnTo>
                  <a:pt x="27751" y="15645"/>
                </a:lnTo>
                <a:lnTo>
                  <a:pt x="28028" y="15144"/>
                </a:lnTo>
                <a:lnTo>
                  <a:pt x="28309" y="14644"/>
                </a:lnTo>
                <a:lnTo>
                  <a:pt x="28594" y="14147"/>
                </a:lnTo>
                <a:lnTo>
                  <a:pt x="28881" y="13651"/>
                </a:lnTo>
                <a:lnTo>
                  <a:pt x="29173" y="13157"/>
                </a:lnTo>
                <a:lnTo>
                  <a:pt x="29468" y="12664"/>
                </a:lnTo>
                <a:lnTo>
                  <a:pt x="29766" y="12173"/>
                </a:lnTo>
                <a:lnTo>
                  <a:pt x="30068" y="11685"/>
                </a:lnTo>
                <a:lnTo>
                  <a:pt x="30374" y="11197"/>
                </a:lnTo>
                <a:lnTo>
                  <a:pt x="30683" y="10712"/>
                </a:lnTo>
                <a:lnTo>
                  <a:pt x="30995" y="10228"/>
                </a:lnTo>
                <a:lnTo>
                  <a:pt x="31311" y="9747"/>
                </a:lnTo>
                <a:lnTo>
                  <a:pt x="31631" y="9266"/>
                </a:lnTo>
                <a:lnTo>
                  <a:pt x="31954" y="8788"/>
                </a:lnTo>
                <a:lnTo>
                  <a:pt x="32280" y="8311"/>
                </a:lnTo>
                <a:lnTo>
                  <a:pt x="32610" y="7837"/>
                </a:lnTo>
                <a:lnTo>
                  <a:pt x="24521" y="1264"/>
                </a:lnTo>
                <a:lnTo>
                  <a:pt x="24102" y="1604"/>
                </a:lnTo>
                <a:lnTo>
                  <a:pt x="23688" y="1948"/>
                </a:lnTo>
                <a:lnTo>
                  <a:pt x="23280" y="2298"/>
                </a:lnTo>
                <a:lnTo>
                  <a:pt x="22876" y="2653"/>
                </a:lnTo>
                <a:lnTo>
                  <a:pt x="22477" y="3012"/>
                </a:lnTo>
                <a:lnTo>
                  <a:pt x="22084" y="3377"/>
                </a:lnTo>
                <a:lnTo>
                  <a:pt x="21695" y="3747"/>
                </a:lnTo>
                <a:lnTo>
                  <a:pt x="21312" y="4122"/>
                </a:lnTo>
                <a:lnTo>
                  <a:pt x="20933" y="4502"/>
                </a:lnTo>
                <a:lnTo>
                  <a:pt x="20560" y="4887"/>
                </a:lnTo>
                <a:lnTo>
                  <a:pt x="20192" y="5277"/>
                </a:lnTo>
                <a:lnTo>
                  <a:pt x="19828" y="5672"/>
                </a:lnTo>
                <a:lnTo>
                  <a:pt x="19470" y="6072"/>
                </a:lnTo>
                <a:lnTo>
                  <a:pt x="19117" y="6477"/>
                </a:lnTo>
                <a:lnTo>
                  <a:pt x="18769" y="6888"/>
                </a:lnTo>
                <a:lnTo>
                  <a:pt x="18426" y="7303"/>
                </a:lnTo>
                <a:lnTo>
                  <a:pt x="18088" y="7723"/>
                </a:lnTo>
                <a:lnTo>
                  <a:pt x="17755" y="8149"/>
                </a:lnTo>
                <a:lnTo>
                  <a:pt x="17427" y="8579"/>
                </a:lnTo>
                <a:lnTo>
                  <a:pt x="17104" y="9014"/>
                </a:lnTo>
                <a:lnTo>
                  <a:pt x="16786" y="9455"/>
                </a:lnTo>
                <a:lnTo>
                  <a:pt x="16473" y="9901"/>
                </a:lnTo>
                <a:lnTo>
                  <a:pt x="16165" y="10351"/>
                </a:lnTo>
                <a:lnTo>
                  <a:pt x="15863" y="10807"/>
                </a:lnTo>
                <a:lnTo>
                  <a:pt x="15571" y="11261"/>
                </a:lnTo>
                <a:lnTo>
                  <a:pt x="15284" y="11716"/>
                </a:lnTo>
                <a:lnTo>
                  <a:pt x="15004" y="12173"/>
                </a:lnTo>
                <a:lnTo>
                  <a:pt x="14729" y="12631"/>
                </a:lnTo>
                <a:lnTo>
                  <a:pt x="14459" y="13091"/>
                </a:lnTo>
                <a:lnTo>
                  <a:pt x="14196" y="13552"/>
                </a:lnTo>
                <a:lnTo>
                  <a:pt x="13938" y="14015"/>
                </a:lnTo>
                <a:lnTo>
                  <a:pt x="13686" y="14479"/>
                </a:lnTo>
                <a:lnTo>
                  <a:pt x="13439" y="14945"/>
                </a:lnTo>
                <a:lnTo>
                  <a:pt x="13199" y="15413"/>
                </a:lnTo>
                <a:lnTo>
                  <a:pt x="12964" y="15882"/>
                </a:lnTo>
                <a:lnTo>
                  <a:pt x="12734" y="16352"/>
                </a:lnTo>
                <a:lnTo>
                  <a:pt x="12511" y="16825"/>
                </a:lnTo>
                <a:lnTo>
                  <a:pt x="12293" y="17298"/>
                </a:lnTo>
                <a:lnTo>
                  <a:pt x="12081" y="17773"/>
                </a:lnTo>
                <a:lnTo>
                  <a:pt x="11874" y="18250"/>
                </a:lnTo>
                <a:lnTo>
                  <a:pt x="11673" y="18728"/>
                </a:lnTo>
                <a:lnTo>
                  <a:pt x="11478" y="19208"/>
                </a:lnTo>
                <a:lnTo>
                  <a:pt x="11289" y="19690"/>
                </a:lnTo>
                <a:lnTo>
                  <a:pt x="11105" y="20172"/>
                </a:lnTo>
                <a:lnTo>
                  <a:pt x="10927" y="20657"/>
                </a:lnTo>
                <a:lnTo>
                  <a:pt x="10755" y="21143"/>
                </a:lnTo>
                <a:lnTo>
                  <a:pt x="10589" y="21630"/>
                </a:lnTo>
                <a:lnTo>
                  <a:pt x="10428" y="22119"/>
                </a:lnTo>
                <a:lnTo>
                  <a:pt x="10278" y="22603"/>
                </a:lnTo>
                <a:lnTo>
                  <a:pt x="10135" y="23084"/>
                </a:lnTo>
                <a:lnTo>
                  <a:pt x="9998" y="23563"/>
                </a:lnTo>
                <a:lnTo>
                  <a:pt x="9868" y="24040"/>
                </a:lnTo>
                <a:lnTo>
                  <a:pt x="9744" y="24514"/>
                </a:lnTo>
                <a:lnTo>
                  <a:pt x="9626" y="24987"/>
                </a:lnTo>
                <a:lnTo>
                  <a:pt x="9514" y="25457"/>
                </a:lnTo>
                <a:lnTo>
                  <a:pt x="9409" y="25925"/>
                </a:lnTo>
                <a:lnTo>
                  <a:pt x="9311" y="26391"/>
                </a:lnTo>
                <a:lnTo>
                  <a:pt x="9219" y="26855"/>
                </a:lnTo>
                <a:lnTo>
                  <a:pt x="9133" y="27316"/>
                </a:lnTo>
                <a:lnTo>
                  <a:pt x="9053" y="27775"/>
                </a:lnTo>
                <a:lnTo>
                  <a:pt x="8980" y="28233"/>
                </a:lnTo>
                <a:lnTo>
                  <a:pt x="8913" y="28687"/>
                </a:lnTo>
                <a:lnTo>
                  <a:pt x="8853" y="29140"/>
                </a:lnTo>
                <a:lnTo>
                  <a:pt x="8799" y="29591"/>
                </a:lnTo>
                <a:lnTo>
                  <a:pt x="8751" y="30039"/>
                </a:lnTo>
                <a:lnTo>
                  <a:pt x="8709" y="30485"/>
                </a:lnTo>
                <a:lnTo>
                  <a:pt x="8674" y="30929"/>
                </a:lnTo>
                <a:lnTo>
                  <a:pt x="8646" y="31371"/>
                </a:lnTo>
                <a:lnTo>
                  <a:pt x="8624" y="31810"/>
                </a:lnTo>
                <a:lnTo>
                  <a:pt x="8608" y="32248"/>
                </a:lnTo>
                <a:lnTo>
                  <a:pt x="8598" y="32683"/>
                </a:lnTo>
                <a:lnTo>
                  <a:pt x="8595" y="33116"/>
                </a:lnTo>
                <a:lnTo>
                  <a:pt x="8595" y="44491"/>
                </a:lnTo>
                <a:lnTo>
                  <a:pt x="22751" y="44491"/>
                </a:lnTo>
                <a:lnTo>
                  <a:pt x="22751" y="32863"/>
                </a:lnTo>
                <a:lnTo>
                  <a:pt x="22756" y="32280"/>
                </a:lnTo>
                <a:lnTo>
                  <a:pt x="22771" y="31700"/>
                </a:lnTo>
                <a:lnTo>
                  <a:pt x="22797" y="31123"/>
                </a:lnTo>
                <a:lnTo>
                  <a:pt x="22832" y="30549"/>
                </a:lnTo>
                <a:close/>
                <a:moveTo>
                  <a:pt x="173447" y="4045"/>
                </a:moveTo>
                <a:lnTo>
                  <a:pt x="76375" y="4045"/>
                </a:lnTo>
                <a:lnTo>
                  <a:pt x="76375" y="17948"/>
                </a:lnTo>
                <a:lnTo>
                  <a:pt x="117074" y="17948"/>
                </a:lnTo>
                <a:lnTo>
                  <a:pt x="117074" y="133474"/>
                </a:lnTo>
                <a:lnTo>
                  <a:pt x="132747" y="133474"/>
                </a:lnTo>
                <a:lnTo>
                  <a:pt x="132747" y="17948"/>
                </a:lnTo>
                <a:lnTo>
                  <a:pt x="173447" y="17948"/>
                </a:lnTo>
                <a:lnTo>
                  <a:pt x="173447" y="4045"/>
                </a:lnTo>
                <a:close/>
                <a:moveTo>
                  <a:pt x="210808" y="70354"/>
                </a:moveTo>
                <a:lnTo>
                  <a:pt x="210893" y="69714"/>
                </a:lnTo>
                <a:lnTo>
                  <a:pt x="210990" y="69083"/>
                </a:lnTo>
                <a:lnTo>
                  <a:pt x="211099" y="68461"/>
                </a:lnTo>
                <a:lnTo>
                  <a:pt x="211219" y="67847"/>
                </a:lnTo>
                <a:lnTo>
                  <a:pt x="211350" y="67243"/>
                </a:lnTo>
                <a:lnTo>
                  <a:pt x="211492" y="66647"/>
                </a:lnTo>
                <a:lnTo>
                  <a:pt x="211646" y="66059"/>
                </a:lnTo>
                <a:lnTo>
                  <a:pt x="211812" y="65481"/>
                </a:lnTo>
                <a:lnTo>
                  <a:pt x="211989" y="64911"/>
                </a:lnTo>
                <a:lnTo>
                  <a:pt x="212177" y="64350"/>
                </a:lnTo>
                <a:lnTo>
                  <a:pt x="212377" y="63798"/>
                </a:lnTo>
                <a:lnTo>
                  <a:pt x="212588" y="63255"/>
                </a:lnTo>
                <a:lnTo>
                  <a:pt x="212810" y="62720"/>
                </a:lnTo>
                <a:lnTo>
                  <a:pt x="213044" y="62195"/>
                </a:lnTo>
                <a:lnTo>
                  <a:pt x="213290" y="61678"/>
                </a:lnTo>
                <a:lnTo>
                  <a:pt x="213546" y="61169"/>
                </a:lnTo>
                <a:lnTo>
                  <a:pt x="213814" y="60670"/>
                </a:lnTo>
                <a:lnTo>
                  <a:pt x="214098" y="60180"/>
                </a:lnTo>
                <a:lnTo>
                  <a:pt x="214389" y="59700"/>
                </a:lnTo>
                <a:lnTo>
                  <a:pt x="214689" y="59229"/>
                </a:lnTo>
                <a:lnTo>
                  <a:pt x="214998" y="58769"/>
                </a:lnTo>
                <a:lnTo>
                  <a:pt x="215314" y="58318"/>
                </a:lnTo>
                <a:lnTo>
                  <a:pt x="215639" y="57877"/>
                </a:lnTo>
                <a:lnTo>
                  <a:pt x="215973" y="57447"/>
                </a:lnTo>
                <a:lnTo>
                  <a:pt x="216314" y="57026"/>
                </a:lnTo>
                <a:lnTo>
                  <a:pt x="216664" y="56614"/>
                </a:lnTo>
                <a:lnTo>
                  <a:pt x="217023" y="56213"/>
                </a:lnTo>
                <a:lnTo>
                  <a:pt x="217389" y="55822"/>
                </a:lnTo>
                <a:lnTo>
                  <a:pt x="217764" y="55440"/>
                </a:lnTo>
                <a:lnTo>
                  <a:pt x="218148" y="55069"/>
                </a:lnTo>
                <a:lnTo>
                  <a:pt x="218539" y="54707"/>
                </a:lnTo>
                <a:lnTo>
                  <a:pt x="218939" y="54355"/>
                </a:lnTo>
                <a:lnTo>
                  <a:pt x="219348" y="54013"/>
                </a:lnTo>
                <a:lnTo>
                  <a:pt x="219764" y="53681"/>
                </a:lnTo>
                <a:lnTo>
                  <a:pt x="220190" y="53359"/>
                </a:lnTo>
                <a:lnTo>
                  <a:pt x="220623" y="53046"/>
                </a:lnTo>
                <a:lnTo>
                  <a:pt x="221065" y="52744"/>
                </a:lnTo>
                <a:lnTo>
                  <a:pt x="221515" y="52451"/>
                </a:lnTo>
                <a:lnTo>
                  <a:pt x="221973" y="52169"/>
                </a:lnTo>
                <a:lnTo>
                  <a:pt x="222440" y="51896"/>
                </a:lnTo>
                <a:lnTo>
                  <a:pt x="222915" y="51633"/>
                </a:lnTo>
                <a:lnTo>
                  <a:pt x="223402" y="51380"/>
                </a:lnTo>
                <a:lnTo>
                  <a:pt x="223895" y="51138"/>
                </a:lnTo>
                <a:lnTo>
                  <a:pt x="224392" y="50907"/>
                </a:lnTo>
                <a:lnTo>
                  <a:pt x="224895" y="50686"/>
                </a:lnTo>
                <a:lnTo>
                  <a:pt x="225403" y="50477"/>
                </a:lnTo>
                <a:lnTo>
                  <a:pt x="225917" y="50278"/>
                </a:lnTo>
                <a:lnTo>
                  <a:pt x="226436" y="50090"/>
                </a:lnTo>
                <a:lnTo>
                  <a:pt x="226960" y="49912"/>
                </a:lnTo>
                <a:lnTo>
                  <a:pt x="227489" y="49746"/>
                </a:lnTo>
                <a:lnTo>
                  <a:pt x="228023" y="49590"/>
                </a:lnTo>
                <a:lnTo>
                  <a:pt x="228563" y="49445"/>
                </a:lnTo>
                <a:lnTo>
                  <a:pt x="229108" y="49310"/>
                </a:lnTo>
                <a:lnTo>
                  <a:pt x="229659" y="49187"/>
                </a:lnTo>
                <a:lnTo>
                  <a:pt x="230214" y="49074"/>
                </a:lnTo>
                <a:lnTo>
                  <a:pt x="230775" y="48971"/>
                </a:lnTo>
                <a:lnTo>
                  <a:pt x="231341" y="48880"/>
                </a:lnTo>
                <a:lnTo>
                  <a:pt x="231913" y="48799"/>
                </a:lnTo>
                <a:lnTo>
                  <a:pt x="232489" y="48730"/>
                </a:lnTo>
                <a:lnTo>
                  <a:pt x="233071" y="48670"/>
                </a:lnTo>
                <a:lnTo>
                  <a:pt x="233659" y="48622"/>
                </a:lnTo>
                <a:lnTo>
                  <a:pt x="234251" y="48584"/>
                </a:lnTo>
                <a:lnTo>
                  <a:pt x="234849" y="48558"/>
                </a:lnTo>
                <a:lnTo>
                  <a:pt x="235452" y="48541"/>
                </a:lnTo>
                <a:lnTo>
                  <a:pt x="236060" y="48536"/>
                </a:lnTo>
                <a:lnTo>
                  <a:pt x="236932" y="48547"/>
                </a:lnTo>
                <a:lnTo>
                  <a:pt x="237787" y="48580"/>
                </a:lnTo>
                <a:lnTo>
                  <a:pt x="238627" y="48636"/>
                </a:lnTo>
                <a:lnTo>
                  <a:pt x="239450" y="48713"/>
                </a:lnTo>
                <a:lnTo>
                  <a:pt x="240257" y="48813"/>
                </a:lnTo>
                <a:lnTo>
                  <a:pt x="241049" y="48935"/>
                </a:lnTo>
                <a:lnTo>
                  <a:pt x="241824" y="49079"/>
                </a:lnTo>
                <a:lnTo>
                  <a:pt x="242584" y="49245"/>
                </a:lnTo>
                <a:lnTo>
                  <a:pt x="243327" y="49434"/>
                </a:lnTo>
                <a:lnTo>
                  <a:pt x="244054" y="49644"/>
                </a:lnTo>
                <a:lnTo>
                  <a:pt x="244766" y="49877"/>
                </a:lnTo>
                <a:lnTo>
                  <a:pt x="245461" y="50132"/>
                </a:lnTo>
                <a:lnTo>
                  <a:pt x="246140" y="50409"/>
                </a:lnTo>
                <a:lnTo>
                  <a:pt x="246803" y="50708"/>
                </a:lnTo>
                <a:lnTo>
                  <a:pt x="247451" y="51029"/>
                </a:lnTo>
                <a:lnTo>
                  <a:pt x="248082" y="51373"/>
                </a:lnTo>
                <a:lnTo>
                  <a:pt x="248697" y="51739"/>
                </a:lnTo>
                <a:lnTo>
                  <a:pt x="249296" y="52126"/>
                </a:lnTo>
                <a:lnTo>
                  <a:pt x="249879" y="52536"/>
                </a:lnTo>
                <a:lnTo>
                  <a:pt x="250446" y="52969"/>
                </a:lnTo>
                <a:lnTo>
                  <a:pt x="250998" y="53423"/>
                </a:lnTo>
                <a:lnTo>
                  <a:pt x="251533" y="53900"/>
                </a:lnTo>
                <a:lnTo>
                  <a:pt x="252052" y="54398"/>
                </a:lnTo>
                <a:lnTo>
                  <a:pt x="252555" y="54919"/>
                </a:lnTo>
                <a:lnTo>
                  <a:pt x="253045" y="55455"/>
                </a:lnTo>
                <a:lnTo>
                  <a:pt x="253514" y="56009"/>
                </a:lnTo>
                <a:lnTo>
                  <a:pt x="253962" y="56581"/>
                </a:lnTo>
                <a:lnTo>
                  <a:pt x="254389" y="57171"/>
                </a:lnTo>
                <a:lnTo>
                  <a:pt x="254796" y="57780"/>
                </a:lnTo>
                <a:lnTo>
                  <a:pt x="255181" y="58407"/>
                </a:lnTo>
                <a:lnTo>
                  <a:pt x="255546" y="59052"/>
                </a:lnTo>
                <a:lnTo>
                  <a:pt x="255890" y="59715"/>
                </a:lnTo>
                <a:lnTo>
                  <a:pt x="256213" y="60396"/>
                </a:lnTo>
                <a:lnTo>
                  <a:pt x="256516" y="61096"/>
                </a:lnTo>
                <a:lnTo>
                  <a:pt x="256797" y="61814"/>
                </a:lnTo>
                <a:lnTo>
                  <a:pt x="257058" y="62550"/>
                </a:lnTo>
                <a:lnTo>
                  <a:pt x="257297" y="63304"/>
                </a:lnTo>
                <a:lnTo>
                  <a:pt x="257516" y="64077"/>
                </a:lnTo>
                <a:lnTo>
                  <a:pt x="257714" y="64868"/>
                </a:lnTo>
                <a:lnTo>
                  <a:pt x="257892" y="65677"/>
                </a:lnTo>
                <a:lnTo>
                  <a:pt x="258048" y="66504"/>
                </a:lnTo>
                <a:lnTo>
                  <a:pt x="258183" y="67349"/>
                </a:lnTo>
                <a:lnTo>
                  <a:pt x="258298" y="68213"/>
                </a:lnTo>
                <a:lnTo>
                  <a:pt x="258392" y="69095"/>
                </a:lnTo>
                <a:lnTo>
                  <a:pt x="258465" y="69995"/>
                </a:lnTo>
                <a:lnTo>
                  <a:pt x="258517" y="70913"/>
                </a:lnTo>
                <a:lnTo>
                  <a:pt x="258548" y="71849"/>
                </a:lnTo>
                <a:lnTo>
                  <a:pt x="258559" y="72804"/>
                </a:lnTo>
                <a:lnTo>
                  <a:pt x="258559" y="133474"/>
                </a:lnTo>
                <a:lnTo>
                  <a:pt x="273473" y="133474"/>
                </a:lnTo>
                <a:lnTo>
                  <a:pt x="273473" y="71793"/>
                </a:lnTo>
                <a:lnTo>
                  <a:pt x="273466" y="70758"/>
                </a:lnTo>
                <a:lnTo>
                  <a:pt x="273444" y="69738"/>
                </a:lnTo>
                <a:lnTo>
                  <a:pt x="273408" y="68734"/>
                </a:lnTo>
                <a:lnTo>
                  <a:pt x="273357" y="67745"/>
                </a:lnTo>
                <a:lnTo>
                  <a:pt x="273292" y="66771"/>
                </a:lnTo>
                <a:lnTo>
                  <a:pt x="273213" y="65813"/>
                </a:lnTo>
                <a:lnTo>
                  <a:pt x="273118" y="64870"/>
                </a:lnTo>
                <a:lnTo>
                  <a:pt x="273010" y="63942"/>
                </a:lnTo>
                <a:lnTo>
                  <a:pt x="272887" y="63030"/>
                </a:lnTo>
                <a:lnTo>
                  <a:pt x="272749" y="62133"/>
                </a:lnTo>
                <a:lnTo>
                  <a:pt x="272597" y="61252"/>
                </a:lnTo>
                <a:lnTo>
                  <a:pt x="272431" y="60386"/>
                </a:lnTo>
                <a:lnTo>
                  <a:pt x="272250" y="59535"/>
                </a:lnTo>
                <a:lnTo>
                  <a:pt x="272054" y="58699"/>
                </a:lnTo>
                <a:lnTo>
                  <a:pt x="271844" y="57879"/>
                </a:lnTo>
                <a:lnTo>
                  <a:pt x="271620" y="57075"/>
                </a:lnTo>
                <a:lnTo>
                  <a:pt x="271381" y="56285"/>
                </a:lnTo>
                <a:lnTo>
                  <a:pt x="271127" y="55511"/>
                </a:lnTo>
                <a:lnTo>
                  <a:pt x="270859" y="54753"/>
                </a:lnTo>
                <a:lnTo>
                  <a:pt x="270577" y="54010"/>
                </a:lnTo>
                <a:lnTo>
                  <a:pt x="270280" y="53282"/>
                </a:lnTo>
                <a:lnTo>
                  <a:pt x="269968" y="52569"/>
                </a:lnTo>
                <a:lnTo>
                  <a:pt x="269643" y="51872"/>
                </a:lnTo>
                <a:lnTo>
                  <a:pt x="269302" y="51190"/>
                </a:lnTo>
                <a:lnTo>
                  <a:pt x="268954" y="50518"/>
                </a:lnTo>
                <a:lnTo>
                  <a:pt x="268594" y="49861"/>
                </a:lnTo>
                <a:lnTo>
                  <a:pt x="268223" y="49218"/>
                </a:lnTo>
                <a:lnTo>
                  <a:pt x="267840" y="48590"/>
                </a:lnTo>
                <a:lnTo>
                  <a:pt x="267445" y="47977"/>
                </a:lnTo>
                <a:lnTo>
                  <a:pt x="267039" y="47379"/>
                </a:lnTo>
                <a:lnTo>
                  <a:pt x="266621" y="46795"/>
                </a:lnTo>
                <a:lnTo>
                  <a:pt x="266192" y="46226"/>
                </a:lnTo>
                <a:lnTo>
                  <a:pt x="265750" y="45671"/>
                </a:lnTo>
                <a:lnTo>
                  <a:pt x="265298" y="45132"/>
                </a:lnTo>
                <a:lnTo>
                  <a:pt x="264833" y="44607"/>
                </a:lnTo>
                <a:lnTo>
                  <a:pt x="264357" y="44096"/>
                </a:lnTo>
                <a:lnTo>
                  <a:pt x="263869" y="43601"/>
                </a:lnTo>
                <a:lnTo>
                  <a:pt x="263370" y="43120"/>
                </a:lnTo>
                <a:lnTo>
                  <a:pt x="262859" y="42654"/>
                </a:lnTo>
                <a:lnTo>
                  <a:pt x="262336" y="42202"/>
                </a:lnTo>
                <a:lnTo>
                  <a:pt x="261802" y="41765"/>
                </a:lnTo>
                <a:lnTo>
                  <a:pt x="261256" y="41343"/>
                </a:lnTo>
                <a:lnTo>
                  <a:pt x="260699" y="40936"/>
                </a:lnTo>
                <a:lnTo>
                  <a:pt x="260130" y="40543"/>
                </a:lnTo>
                <a:lnTo>
                  <a:pt x="259549" y="40165"/>
                </a:lnTo>
                <a:lnTo>
                  <a:pt x="258957" y="39802"/>
                </a:lnTo>
                <a:lnTo>
                  <a:pt x="258353" y="39453"/>
                </a:lnTo>
                <a:lnTo>
                  <a:pt x="257737" y="39120"/>
                </a:lnTo>
                <a:lnTo>
                  <a:pt x="257111" y="38795"/>
                </a:lnTo>
                <a:lnTo>
                  <a:pt x="256477" y="38484"/>
                </a:lnTo>
                <a:lnTo>
                  <a:pt x="255834" y="38186"/>
                </a:lnTo>
                <a:lnTo>
                  <a:pt x="255183" y="37903"/>
                </a:lnTo>
                <a:lnTo>
                  <a:pt x="254523" y="37633"/>
                </a:lnTo>
                <a:lnTo>
                  <a:pt x="253854" y="37378"/>
                </a:lnTo>
                <a:lnTo>
                  <a:pt x="253177" y="37136"/>
                </a:lnTo>
                <a:lnTo>
                  <a:pt x="252492" y="36908"/>
                </a:lnTo>
                <a:lnTo>
                  <a:pt x="251797" y="36693"/>
                </a:lnTo>
                <a:lnTo>
                  <a:pt x="251095" y="36493"/>
                </a:lnTo>
                <a:lnTo>
                  <a:pt x="250383" y="36306"/>
                </a:lnTo>
                <a:lnTo>
                  <a:pt x="249663" y="36133"/>
                </a:lnTo>
                <a:lnTo>
                  <a:pt x="248935" y="35974"/>
                </a:lnTo>
                <a:lnTo>
                  <a:pt x="248198" y="35829"/>
                </a:lnTo>
                <a:lnTo>
                  <a:pt x="247453" y="35698"/>
                </a:lnTo>
                <a:lnTo>
                  <a:pt x="246698" y="35580"/>
                </a:lnTo>
                <a:lnTo>
                  <a:pt x="245936" y="35477"/>
                </a:lnTo>
                <a:lnTo>
                  <a:pt x="245165" y="35387"/>
                </a:lnTo>
                <a:lnTo>
                  <a:pt x="244385" y="35311"/>
                </a:lnTo>
                <a:lnTo>
                  <a:pt x="243596" y="35249"/>
                </a:lnTo>
                <a:lnTo>
                  <a:pt x="242800" y="35200"/>
                </a:lnTo>
                <a:lnTo>
                  <a:pt x="241994" y="35166"/>
                </a:lnTo>
                <a:lnTo>
                  <a:pt x="241180" y="35145"/>
                </a:lnTo>
                <a:lnTo>
                  <a:pt x="240358" y="35138"/>
                </a:lnTo>
                <a:lnTo>
                  <a:pt x="239412" y="35146"/>
                </a:lnTo>
                <a:lnTo>
                  <a:pt x="238483" y="35169"/>
                </a:lnTo>
                <a:lnTo>
                  <a:pt x="237569" y="35208"/>
                </a:lnTo>
                <a:lnTo>
                  <a:pt x="236671" y="35263"/>
                </a:lnTo>
                <a:lnTo>
                  <a:pt x="235789" y="35333"/>
                </a:lnTo>
                <a:lnTo>
                  <a:pt x="234923" y="35419"/>
                </a:lnTo>
                <a:lnTo>
                  <a:pt x="234072" y="35520"/>
                </a:lnTo>
                <a:lnTo>
                  <a:pt x="233237" y="35637"/>
                </a:lnTo>
                <a:lnTo>
                  <a:pt x="232418" y="35769"/>
                </a:lnTo>
                <a:lnTo>
                  <a:pt x="231615" y="35917"/>
                </a:lnTo>
                <a:lnTo>
                  <a:pt x="230828" y="36081"/>
                </a:lnTo>
                <a:lnTo>
                  <a:pt x="230056" y="36260"/>
                </a:lnTo>
                <a:lnTo>
                  <a:pt x="229301" y="36455"/>
                </a:lnTo>
                <a:lnTo>
                  <a:pt x="228561" y="36665"/>
                </a:lnTo>
                <a:lnTo>
                  <a:pt x="227836" y="36891"/>
                </a:lnTo>
                <a:lnTo>
                  <a:pt x="227128" y="37132"/>
                </a:lnTo>
                <a:lnTo>
                  <a:pt x="226436" y="37389"/>
                </a:lnTo>
                <a:lnTo>
                  <a:pt x="225759" y="37662"/>
                </a:lnTo>
                <a:lnTo>
                  <a:pt x="225098" y="37950"/>
                </a:lnTo>
                <a:lnTo>
                  <a:pt x="224453" y="38254"/>
                </a:lnTo>
                <a:lnTo>
                  <a:pt x="223823" y="38573"/>
                </a:lnTo>
                <a:lnTo>
                  <a:pt x="223210" y="38908"/>
                </a:lnTo>
                <a:lnTo>
                  <a:pt x="222612" y="39259"/>
                </a:lnTo>
                <a:lnTo>
                  <a:pt x="222030" y="39625"/>
                </a:lnTo>
                <a:lnTo>
                  <a:pt x="221467" y="39999"/>
                </a:lnTo>
                <a:lnTo>
                  <a:pt x="220916" y="40384"/>
                </a:lnTo>
                <a:lnTo>
                  <a:pt x="220377" y="40779"/>
                </a:lnTo>
                <a:lnTo>
                  <a:pt x="219850" y="41186"/>
                </a:lnTo>
                <a:lnTo>
                  <a:pt x="219334" y="41603"/>
                </a:lnTo>
                <a:lnTo>
                  <a:pt x="218831" y="42031"/>
                </a:lnTo>
                <a:lnTo>
                  <a:pt x="218339" y="42469"/>
                </a:lnTo>
                <a:lnTo>
                  <a:pt x="217859" y="42918"/>
                </a:lnTo>
                <a:lnTo>
                  <a:pt x="217391" y="43378"/>
                </a:lnTo>
                <a:lnTo>
                  <a:pt x="216935" y="43849"/>
                </a:lnTo>
                <a:lnTo>
                  <a:pt x="216490" y="44331"/>
                </a:lnTo>
                <a:lnTo>
                  <a:pt x="216058" y="44823"/>
                </a:lnTo>
                <a:lnTo>
                  <a:pt x="215637" y="45326"/>
                </a:lnTo>
                <a:lnTo>
                  <a:pt x="215228" y="45840"/>
                </a:lnTo>
                <a:lnTo>
                  <a:pt x="214832" y="46365"/>
                </a:lnTo>
                <a:lnTo>
                  <a:pt x="214446" y="46900"/>
                </a:lnTo>
                <a:lnTo>
                  <a:pt x="214073" y="47446"/>
                </a:lnTo>
                <a:lnTo>
                  <a:pt x="213712" y="48003"/>
                </a:lnTo>
                <a:lnTo>
                  <a:pt x="213362" y="48570"/>
                </a:lnTo>
                <a:lnTo>
                  <a:pt x="213024" y="49149"/>
                </a:lnTo>
                <a:lnTo>
                  <a:pt x="212699" y="49738"/>
                </a:lnTo>
                <a:lnTo>
                  <a:pt x="212385" y="50338"/>
                </a:lnTo>
                <a:lnTo>
                  <a:pt x="212082" y="50948"/>
                </a:lnTo>
                <a:lnTo>
                  <a:pt x="211792" y="51570"/>
                </a:lnTo>
                <a:lnTo>
                  <a:pt x="210528" y="51570"/>
                </a:lnTo>
                <a:lnTo>
                  <a:pt x="210528" y="4045"/>
                </a:lnTo>
                <a:lnTo>
                  <a:pt x="195613" y="4045"/>
                </a:lnTo>
                <a:lnTo>
                  <a:pt x="195613" y="133474"/>
                </a:lnTo>
                <a:lnTo>
                  <a:pt x="210528" y="133474"/>
                </a:lnTo>
                <a:lnTo>
                  <a:pt x="210528" y="75079"/>
                </a:lnTo>
                <a:lnTo>
                  <a:pt x="210534" y="74378"/>
                </a:lnTo>
                <a:lnTo>
                  <a:pt x="210551" y="73685"/>
                </a:lnTo>
                <a:lnTo>
                  <a:pt x="210580" y="73002"/>
                </a:lnTo>
                <a:lnTo>
                  <a:pt x="210619" y="72327"/>
                </a:lnTo>
                <a:lnTo>
                  <a:pt x="210671" y="71660"/>
                </a:lnTo>
                <a:lnTo>
                  <a:pt x="210734" y="71003"/>
                </a:lnTo>
                <a:lnTo>
                  <a:pt x="210808" y="70354"/>
                </a:lnTo>
                <a:close/>
                <a:moveTo>
                  <a:pt x="419392" y="69370"/>
                </a:moveTo>
                <a:lnTo>
                  <a:pt x="419453" y="68850"/>
                </a:lnTo>
                <a:lnTo>
                  <a:pt x="419524" y="68335"/>
                </a:lnTo>
                <a:lnTo>
                  <a:pt x="419606" y="67825"/>
                </a:lnTo>
                <a:lnTo>
                  <a:pt x="419700" y="67321"/>
                </a:lnTo>
                <a:lnTo>
                  <a:pt x="419804" y="66821"/>
                </a:lnTo>
                <a:lnTo>
                  <a:pt x="419919" y="66326"/>
                </a:lnTo>
                <a:lnTo>
                  <a:pt x="420045" y="65836"/>
                </a:lnTo>
                <a:lnTo>
                  <a:pt x="420182" y="65352"/>
                </a:lnTo>
                <a:lnTo>
                  <a:pt x="420330" y="64872"/>
                </a:lnTo>
                <a:lnTo>
                  <a:pt x="420490" y="64398"/>
                </a:lnTo>
                <a:lnTo>
                  <a:pt x="420660" y="63928"/>
                </a:lnTo>
                <a:lnTo>
                  <a:pt x="420841" y="63464"/>
                </a:lnTo>
                <a:lnTo>
                  <a:pt x="421033" y="63004"/>
                </a:lnTo>
                <a:lnTo>
                  <a:pt x="421236" y="62550"/>
                </a:lnTo>
                <a:lnTo>
                  <a:pt x="421450" y="62101"/>
                </a:lnTo>
                <a:lnTo>
                  <a:pt x="421674" y="61656"/>
                </a:lnTo>
                <a:lnTo>
                  <a:pt x="421910" y="61217"/>
                </a:lnTo>
                <a:lnTo>
                  <a:pt x="422157" y="60783"/>
                </a:lnTo>
                <a:lnTo>
                  <a:pt x="422415" y="60354"/>
                </a:lnTo>
                <a:lnTo>
                  <a:pt x="422688" y="59926"/>
                </a:lnTo>
                <a:lnTo>
                  <a:pt x="422968" y="59506"/>
                </a:lnTo>
                <a:lnTo>
                  <a:pt x="423256" y="59094"/>
                </a:lnTo>
                <a:lnTo>
                  <a:pt x="423553" y="58690"/>
                </a:lnTo>
                <a:lnTo>
                  <a:pt x="423857" y="58294"/>
                </a:lnTo>
                <a:lnTo>
                  <a:pt x="424169" y="57905"/>
                </a:lnTo>
                <a:lnTo>
                  <a:pt x="424489" y="57525"/>
                </a:lnTo>
                <a:lnTo>
                  <a:pt x="424817" y="57152"/>
                </a:lnTo>
                <a:lnTo>
                  <a:pt x="425152" y="56787"/>
                </a:lnTo>
                <a:lnTo>
                  <a:pt x="425496" y="56430"/>
                </a:lnTo>
                <a:lnTo>
                  <a:pt x="425848" y="56082"/>
                </a:lnTo>
                <a:lnTo>
                  <a:pt x="426207" y="55741"/>
                </a:lnTo>
                <a:lnTo>
                  <a:pt x="426574" y="55407"/>
                </a:lnTo>
                <a:lnTo>
                  <a:pt x="426950" y="55082"/>
                </a:lnTo>
                <a:lnTo>
                  <a:pt x="427333" y="54765"/>
                </a:lnTo>
                <a:lnTo>
                  <a:pt x="427724" y="54456"/>
                </a:lnTo>
                <a:lnTo>
                  <a:pt x="428123" y="54154"/>
                </a:lnTo>
                <a:lnTo>
                  <a:pt x="428529" y="53860"/>
                </a:lnTo>
                <a:lnTo>
                  <a:pt x="428944" y="53575"/>
                </a:lnTo>
                <a:lnTo>
                  <a:pt x="429367" y="53297"/>
                </a:lnTo>
                <a:lnTo>
                  <a:pt x="429797" y="53027"/>
                </a:lnTo>
                <a:lnTo>
                  <a:pt x="430236" y="52765"/>
                </a:lnTo>
                <a:lnTo>
                  <a:pt x="430682" y="52511"/>
                </a:lnTo>
                <a:lnTo>
                  <a:pt x="431136" y="52265"/>
                </a:lnTo>
                <a:lnTo>
                  <a:pt x="431602" y="52022"/>
                </a:lnTo>
                <a:lnTo>
                  <a:pt x="432074" y="51790"/>
                </a:lnTo>
                <a:lnTo>
                  <a:pt x="432550" y="51569"/>
                </a:lnTo>
                <a:lnTo>
                  <a:pt x="433032" y="51357"/>
                </a:lnTo>
                <a:lnTo>
                  <a:pt x="433519" y="51156"/>
                </a:lnTo>
                <a:lnTo>
                  <a:pt x="434012" y="50965"/>
                </a:lnTo>
                <a:lnTo>
                  <a:pt x="434510" y="50785"/>
                </a:lnTo>
                <a:lnTo>
                  <a:pt x="435013" y="50615"/>
                </a:lnTo>
                <a:lnTo>
                  <a:pt x="435521" y="50455"/>
                </a:lnTo>
                <a:lnTo>
                  <a:pt x="436034" y="50305"/>
                </a:lnTo>
                <a:lnTo>
                  <a:pt x="436553" y="50166"/>
                </a:lnTo>
                <a:lnTo>
                  <a:pt x="437077" y="50037"/>
                </a:lnTo>
                <a:lnTo>
                  <a:pt x="437606" y="49918"/>
                </a:lnTo>
                <a:lnTo>
                  <a:pt x="438141" y="49810"/>
                </a:lnTo>
                <a:lnTo>
                  <a:pt x="438681" y="49712"/>
                </a:lnTo>
                <a:lnTo>
                  <a:pt x="439226" y="49624"/>
                </a:lnTo>
                <a:lnTo>
                  <a:pt x="439776" y="49547"/>
                </a:lnTo>
                <a:lnTo>
                  <a:pt x="440332" y="49480"/>
                </a:lnTo>
                <a:lnTo>
                  <a:pt x="440893" y="49423"/>
                </a:lnTo>
                <a:lnTo>
                  <a:pt x="441459" y="49377"/>
                </a:lnTo>
                <a:lnTo>
                  <a:pt x="442030" y="49341"/>
                </a:lnTo>
                <a:lnTo>
                  <a:pt x="442607" y="49315"/>
                </a:lnTo>
                <a:lnTo>
                  <a:pt x="443189" y="49300"/>
                </a:lnTo>
                <a:lnTo>
                  <a:pt x="443776" y="49294"/>
                </a:lnTo>
                <a:lnTo>
                  <a:pt x="444023" y="49295"/>
                </a:lnTo>
                <a:lnTo>
                  <a:pt x="444269" y="49297"/>
                </a:lnTo>
                <a:lnTo>
                  <a:pt x="444514" y="49301"/>
                </a:lnTo>
                <a:lnTo>
                  <a:pt x="444757" y="49307"/>
                </a:lnTo>
                <a:lnTo>
                  <a:pt x="445000" y="49314"/>
                </a:lnTo>
                <a:lnTo>
                  <a:pt x="445241" y="49322"/>
                </a:lnTo>
                <a:lnTo>
                  <a:pt x="445482" y="49332"/>
                </a:lnTo>
                <a:lnTo>
                  <a:pt x="445721" y="49344"/>
                </a:lnTo>
                <a:lnTo>
                  <a:pt x="445959" y="49357"/>
                </a:lnTo>
                <a:lnTo>
                  <a:pt x="446196" y="49371"/>
                </a:lnTo>
                <a:lnTo>
                  <a:pt x="446432" y="49387"/>
                </a:lnTo>
                <a:lnTo>
                  <a:pt x="446667" y="49405"/>
                </a:lnTo>
                <a:lnTo>
                  <a:pt x="446901" y="49424"/>
                </a:lnTo>
                <a:lnTo>
                  <a:pt x="447134" y="49445"/>
                </a:lnTo>
                <a:lnTo>
                  <a:pt x="447365" y="49467"/>
                </a:lnTo>
                <a:lnTo>
                  <a:pt x="447596" y="49491"/>
                </a:lnTo>
                <a:lnTo>
                  <a:pt x="447825" y="49516"/>
                </a:lnTo>
                <a:lnTo>
                  <a:pt x="448054" y="49543"/>
                </a:lnTo>
                <a:lnTo>
                  <a:pt x="448281" y="49572"/>
                </a:lnTo>
                <a:lnTo>
                  <a:pt x="448507" y="49602"/>
                </a:lnTo>
                <a:lnTo>
                  <a:pt x="448732" y="49633"/>
                </a:lnTo>
                <a:lnTo>
                  <a:pt x="448956" y="49666"/>
                </a:lnTo>
                <a:lnTo>
                  <a:pt x="449179" y="49701"/>
                </a:lnTo>
                <a:lnTo>
                  <a:pt x="449401" y="49737"/>
                </a:lnTo>
                <a:lnTo>
                  <a:pt x="449624" y="49768"/>
                </a:lnTo>
                <a:lnTo>
                  <a:pt x="449840" y="49799"/>
                </a:lnTo>
                <a:lnTo>
                  <a:pt x="450049" y="49829"/>
                </a:lnTo>
                <a:lnTo>
                  <a:pt x="450252" y="49858"/>
                </a:lnTo>
                <a:lnTo>
                  <a:pt x="450448" y="49887"/>
                </a:lnTo>
                <a:lnTo>
                  <a:pt x="450637" y="49915"/>
                </a:lnTo>
                <a:lnTo>
                  <a:pt x="450819" y="49942"/>
                </a:lnTo>
                <a:lnTo>
                  <a:pt x="450995" y="49969"/>
                </a:lnTo>
                <a:lnTo>
                  <a:pt x="451163" y="49995"/>
                </a:lnTo>
                <a:lnTo>
                  <a:pt x="451325" y="50020"/>
                </a:lnTo>
                <a:lnTo>
                  <a:pt x="451480" y="50045"/>
                </a:lnTo>
                <a:lnTo>
                  <a:pt x="451628" y="50069"/>
                </a:lnTo>
                <a:lnTo>
                  <a:pt x="451770" y="50092"/>
                </a:lnTo>
                <a:lnTo>
                  <a:pt x="451904" y="50115"/>
                </a:lnTo>
                <a:lnTo>
                  <a:pt x="452032" y="50137"/>
                </a:lnTo>
                <a:lnTo>
                  <a:pt x="452153" y="50158"/>
                </a:lnTo>
                <a:lnTo>
                  <a:pt x="452267" y="50179"/>
                </a:lnTo>
                <a:lnTo>
                  <a:pt x="452375" y="50199"/>
                </a:lnTo>
                <a:lnTo>
                  <a:pt x="452475" y="50218"/>
                </a:lnTo>
                <a:lnTo>
                  <a:pt x="452569" y="50237"/>
                </a:lnTo>
                <a:lnTo>
                  <a:pt x="452656" y="50255"/>
                </a:lnTo>
                <a:lnTo>
                  <a:pt x="452736" y="50273"/>
                </a:lnTo>
                <a:lnTo>
                  <a:pt x="452810" y="50289"/>
                </a:lnTo>
                <a:lnTo>
                  <a:pt x="452876" y="50306"/>
                </a:lnTo>
                <a:lnTo>
                  <a:pt x="452876" y="35138"/>
                </a:lnTo>
                <a:lnTo>
                  <a:pt x="452769" y="35128"/>
                </a:lnTo>
                <a:lnTo>
                  <a:pt x="452657" y="35117"/>
                </a:lnTo>
                <a:lnTo>
                  <a:pt x="452542" y="35107"/>
                </a:lnTo>
                <a:lnTo>
                  <a:pt x="452422" y="35098"/>
                </a:lnTo>
                <a:lnTo>
                  <a:pt x="452298" y="35088"/>
                </a:lnTo>
                <a:lnTo>
                  <a:pt x="452169" y="35079"/>
                </a:lnTo>
                <a:lnTo>
                  <a:pt x="452037" y="35070"/>
                </a:lnTo>
                <a:lnTo>
                  <a:pt x="451900" y="35061"/>
                </a:lnTo>
                <a:lnTo>
                  <a:pt x="451760" y="35052"/>
                </a:lnTo>
                <a:lnTo>
                  <a:pt x="451615" y="35044"/>
                </a:lnTo>
                <a:lnTo>
                  <a:pt x="451466" y="35035"/>
                </a:lnTo>
                <a:lnTo>
                  <a:pt x="451312" y="35027"/>
                </a:lnTo>
                <a:lnTo>
                  <a:pt x="451155" y="35020"/>
                </a:lnTo>
                <a:lnTo>
                  <a:pt x="450993" y="35012"/>
                </a:lnTo>
                <a:lnTo>
                  <a:pt x="450827" y="35005"/>
                </a:lnTo>
                <a:lnTo>
                  <a:pt x="450658" y="34998"/>
                </a:lnTo>
                <a:lnTo>
                  <a:pt x="450483" y="34991"/>
                </a:lnTo>
                <a:lnTo>
                  <a:pt x="450305" y="34984"/>
                </a:lnTo>
                <a:lnTo>
                  <a:pt x="450123" y="34978"/>
                </a:lnTo>
                <a:lnTo>
                  <a:pt x="449936" y="34971"/>
                </a:lnTo>
                <a:lnTo>
                  <a:pt x="449745" y="34965"/>
                </a:lnTo>
                <a:lnTo>
                  <a:pt x="449550" y="34959"/>
                </a:lnTo>
                <a:lnTo>
                  <a:pt x="449351" y="34954"/>
                </a:lnTo>
                <a:lnTo>
                  <a:pt x="449148" y="34948"/>
                </a:lnTo>
                <a:lnTo>
                  <a:pt x="448944" y="34943"/>
                </a:lnTo>
                <a:lnTo>
                  <a:pt x="448743" y="34938"/>
                </a:lnTo>
                <a:lnTo>
                  <a:pt x="448544" y="34934"/>
                </a:lnTo>
                <a:lnTo>
                  <a:pt x="448349" y="34929"/>
                </a:lnTo>
                <a:lnTo>
                  <a:pt x="448157" y="34925"/>
                </a:lnTo>
                <a:lnTo>
                  <a:pt x="447967" y="34921"/>
                </a:lnTo>
                <a:lnTo>
                  <a:pt x="447780" y="34917"/>
                </a:lnTo>
                <a:lnTo>
                  <a:pt x="447596" y="34913"/>
                </a:lnTo>
                <a:lnTo>
                  <a:pt x="447415" y="34910"/>
                </a:lnTo>
                <a:lnTo>
                  <a:pt x="447237" y="34907"/>
                </a:lnTo>
                <a:lnTo>
                  <a:pt x="447061" y="34904"/>
                </a:lnTo>
                <a:lnTo>
                  <a:pt x="446888" y="34901"/>
                </a:lnTo>
                <a:lnTo>
                  <a:pt x="446719" y="34899"/>
                </a:lnTo>
                <a:lnTo>
                  <a:pt x="446552" y="34896"/>
                </a:lnTo>
                <a:lnTo>
                  <a:pt x="446388" y="34894"/>
                </a:lnTo>
                <a:lnTo>
                  <a:pt x="446227" y="34892"/>
                </a:lnTo>
                <a:lnTo>
                  <a:pt x="446068" y="34891"/>
                </a:lnTo>
                <a:lnTo>
                  <a:pt x="445913" y="34889"/>
                </a:lnTo>
                <a:lnTo>
                  <a:pt x="445760" y="34888"/>
                </a:lnTo>
                <a:lnTo>
                  <a:pt x="445610" y="34887"/>
                </a:lnTo>
                <a:lnTo>
                  <a:pt x="445464" y="34886"/>
                </a:lnTo>
                <a:lnTo>
                  <a:pt x="445320" y="34886"/>
                </a:lnTo>
                <a:lnTo>
                  <a:pt x="445178" y="34885"/>
                </a:lnTo>
                <a:lnTo>
                  <a:pt x="445040" y="34885"/>
                </a:lnTo>
                <a:lnTo>
                  <a:pt x="444316" y="34893"/>
                </a:lnTo>
                <a:lnTo>
                  <a:pt x="443599" y="34916"/>
                </a:lnTo>
                <a:lnTo>
                  <a:pt x="442887" y="34955"/>
                </a:lnTo>
                <a:lnTo>
                  <a:pt x="442182" y="35010"/>
                </a:lnTo>
                <a:lnTo>
                  <a:pt x="441483" y="35080"/>
                </a:lnTo>
                <a:lnTo>
                  <a:pt x="440790" y="35166"/>
                </a:lnTo>
                <a:lnTo>
                  <a:pt x="440103" y="35267"/>
                </a:lnTo>
                <a:lnTo>
                  <a:pt x="439422" y="35384"/>
                </a:lnTo>
                <a:lnTo>
                  <a:pt x="438748" y="35516"/>
                </a:lnTo>
                <a:lnTo>
                  <a:pt x="438079" y="35664"/>
                </a:lnTo>
                <a:lnTo>
                  <a:pt x="437417" y="35828"/>
                </a:lnTo>
                <a:lnTo>
                  <a:pt x="436761" y="36007"/>
                </a:lnTo>
                <a:lnTo>
                  <a:pt x="436111" y="36202"/>
                </a:lnTo>
                <a:lnTo>
                  <a:pt x="435467" y="36412"/>
                </a:lnTo>
                <a:lnTo>
                  <a:pt x="434830" y="36638"/>
                </a:lnTo>
                <a:lnTo>
                  <a:pt x="434198" y="36879"/>
                </a:lnTo>
                <a:lnTo>
                  <a:pt x="433573" y="37137"/>
                </a:lnTo>
                <a:lnTo>
                  <a:pt x="432953" y="37409"/>
                </a:lnTo>
                <a:lnTo>
                  <a:pt x="432340" y="37697"/>
                </a:lnTo>
                <a:lnTo>
                  <a:pt x="431733" y="38001"/>
                </a:lnTo>
                <a:lnTo>
                  <a:pt x="431132" y="38321"/>
                </a:lnTo>
                <a:lnTo>
                  <a:pt x="430538" y="38656"/>
                </a:lnTo>
                <a:lnTo>
                  <a:pt x="429949" y="39006"/>
                </a:lnTo>
                <a:lnTo>
                  <a:pt x="429367" y="39372"/>
                </a:lnTo>
                <a:lnTo>
                  <a:pt x="428795" y="39751"/>
                </a:lnTo>
                <a:lnTo>
                  <a:pt x="428238" y="40139"/>
                </a:lnTo>
                <a:lnTo>
                  <a:pt x="427696" y="40537"/>
                </a:lnTo>
                <a:lnTo>
                  <a:pt x="427169" y="40943"/>
                </a:lnTo>
                <a:lnTo>
                  <a:pt x="426657" y="41360"/>
                </a:lnTo>
                <a:lnTo>
                  <a:pt x="426160" y="41786"/>
                </a:lnTo>
                <a:lnTo>
                  <a:pt x="425677" y="42221"/>
                </a:lnTo>
                <a:lnTo>
                  <a:pt x="425210" y="42666"/>
                </a:lnTo>
                <a:lnTo>
                  <a:pt x="424757" y="43120"/>
                </a:lnTo>
                <a:lnTo>
                  <a:pt x="424320" y="43583"/>
                </a:lnTo>
                <a:lnTo>
                  <a:pt x="423897" y="44056"/>
                </a:lnTo>
                <a:lnTo>
                  <a:pt x="423489" y="44539"/>
                </a:lnTo>
                <a:lnTo>
                  <a:pt x="423097" y="45031"/>
                </a:lnTo>
                <a:lnTo>
                  <a:pt x="422719" y="45532"/>
                </a:lnTo>
                <a:lnTo>
                  <a:pt x="422356" y="46043"/>
                </a:lnTo>
                <a:lnTo>
                  <a:pt x="422008" y="46563"/>
                </a:lnTo>
                <a:lnTo>
                  <a:pt x="421675" y="47092"/>
                </a:lnTo>
                <a:lnTo>
                  <a:pt x="421356" y="47632"/>
                </a:lnTo>
                <a:lnTo>
                  <a:pt x="421053" y="48180"/>
                </a:lnTo>
                <a:lnTo>
                  <a:pt x="420765" y="48738"/>
                </a:lnTo>
                <a:lnTo>
                  <a:pt x="420491" y="49305"/>
                </a:lnTo>
                <a:lnTo>
                  <a:pt x="420233" y="49882"/>
                </a:lnTo>
                <a:lnTo>
                  <a:pt x="419989" y="50468"/>
                </a:lnTo>
                <a:lnTo>
                  <a:pt x="419761" y="51064"/>
                </a:lnTo>
                <a:lnTo>
                  <a:pt x="418750" y="51064"/>
                </a:lnTo>
                <a:lnTo>
                  <a:pt x="418750" y="36402"/>
                </a:lnTo>
                <a:lnTo>
                  <a:pt x="404340" y="36402"/>
                </a:lnTo>
                <a:lnTo>
                  <a:pt x="404340" y="133474"/>
                </a:lnTo>
                <a:lnTo>
                  <a:pt x="419255" y="133474"/>
                </a:lnTo>
                <a:lnTo>
                  <a:pt x="419255" y="72046"/>
                </a:lnTo>
                <a:lnTo>
                  <a:pt x="419261" y="71500"/>
                </a:lnTo>
                <a:lnTo>
                  <a:pt x="419277" y="70960"/>
                </a:lnTo>
                <a:lnTo>
                  <a:pt x="419305" y="70425"/>
                </a:lnTo>
                <a:lnTo>
                  <a:pt x="419343" y="69895"/>
                </a:lnTo>
                <a:lnTo>
                  <a:pt x="419392" y="69370"/>
                </a:lnTo>
                <a:close/>
                <a:moveTo>
                  <a:pt x="548339" y="78199"/>
                </a:moveTo>
                <a:lnTo>
                  <a:pt x="548270" y="77149"/>
                </a:lnTo>
                <a:lnTo>
                  <a:pt x="548189" y="76114"/>
                </a:lnTo>
                <a:lnTo>
                  <a:pt x="548095" y="75093"/>
                </a:lnTo>
                <a:lnTo>
                  <a:pt x="547988" y="74088"/>
                </a:lnTo>
                <a:lnTo>
                  <a:pt x="547870" y="73097"/>
                </a:lnTo>
                <a:lnTo>
                  <a:pt x="547738" y="72122"/>
                </a:lnTo>
                <a:lnTo>
                  <a:pt x="547594" y="71161"/>
                </a:lnTo>
                <a:lnTo>
                  <a:pt x="547438" y="70215"/>
                </a:lnTo>
                <a:lnTo>
                  <a:pt x="547269" y="69284"/>
                </a:lnTo>
                <a:lnTo>
                  <a:pt x="547088" y="68368"/>
                </a:lnTo>
                <a:lnTo>
                  <a:pt x="546894" y="67467"/>
                </a:lnTo>
                <a:lnTo>
                  <a:pt x="546688" y="66581"/>
                </a:lnTo>
                <a:lnTo>
                  <a:pt x="546469" y="65710"/>
                </a:lnTo>
                <a:lnTo>
                  <a:pt x="546237" y="64854"/>
                </a:lnTo>
                <a:lnTo>
                  <a:pt x="545993" y="64012"/>
                </a:lnTo>
                <a:lnTo>
                  <a:pt x="545737" y="63186"/>
                </a:lnTo>
                <a:lnTo>
                  <a:pt x="545468" y="62375"/>
                </a:lnTo>
                <a:lnTo>
                  <a:pt x="545187" y="61578"/>
                </a:lnTo>
                <a:lnTo>
                  <a:pt x="544893" y="60796"/>
                </a:lnTo>
                <a:lnTo>
                  <a:pt x="544588" y="60029"/>
                </a:lnTo>
                <a:lnTo>
                  <a:pt x="544275" y="59274"/>
                </a:lnTo>
                <a:lnTo>
                  <a:pt x="543954" y="58531"/>
                </a:lnTo>
                <a:lnTo>
                  <a:pt x="543623" y="57802"/>
                </a:lnTo>
                <a:lnTo>
                  <a:pt x="543285" y="57085"/>
                </a:lnTo>
                <a:lnTo>
                  <a:pt x="542938" y="56380"/>
                </a:lnTo>
                <a:lnTo>
                  <a:pt x="542582" y="55689"/>
                </a:lnTo>
                <a:lnTo>
                  <a:pt x="542217" y="55010"/>
                </a:lnTo>
                <a:lnTo>
                  <a:pt x="541844" y="54344"/>
                </a:lnTo>
                <a:lnTo>
                  <a:pt x="541463" y="53691"/>
                </a:lnTo>
                <a:lnTo>
                  <a:pt x="541073" y="53051"/>
                </a:lnTo>
                <a:lnTo>
                  <a:pt x="540674" y="52423"/>
                </a:lnTo>
                <a:lnTo>
                  <a:pt x="540267" y="51808"/>
                </a:lnTo>
                <a:lnTo>
                  <a:pt x="539851" y="51205"/>
                </a:lnTo>
                <a:lnTo>
                  <a:pt x="539427" y="50616"/>
                </a:lnTo>
                <a:lnTo>
                  <a:pt x="538994" y="50039"/>
                </a:lnTo>
                <a:lnTo>
                  <a:pt x="538553" y="49475"/>
                </a:lnTo>
                <a:lnTo>
                  <a:pt x="538103" y="48923"/>
                </a:lnTo>
                <a:lnTo>
                  <a:pt x="537644" y="48384"/>
                </a:lnTo>
                <a:lnTo>
                  <a:pt x="537177" y="47858"/>
                </a:lnTo>
                <a:lnTo>
                  <a:pt x="536702" y="47345"/>
                </a:lnTo>
                <a:lnTo>
                  <a:pt x="536217" y="46845"/>
                </a:lnTo>
                <a:lnTo>
                  <a:pt x="535725" y="46357"/>
                </a:lnTo>
                <a:lnTo>
                  <a:pt x="535223" y="45882"/>
                </a:lnTo>
                <a:lnTo>
                  <a:pt x="534716" y="45413"/>
                </a:lnTo>
                <a:lnTo>
                  <a:pt x="534203" y="44956"/>
                </a:lnTo>
                <a:lnTo>
                  <a:pt x="533686" y="44509"/>
                </a:lnTo>
                <a:lnTo>
                  <a:pt x="533164" y="44074"/>
                </a:lnTo>
                <a:lnTo>
                  <a:pt x="532638" y="43649"/>
                </a:lnTo>
                <a:lnTo>
                  <a:pt x="532107" y="43235"/>
                </a:lnTo>
                <a:lnTo>
                  <a:pt x="531571" y="42833"/>
                </a:lnTo>
                <a:lnTo>
                  <a:pt x="531031" y="42441"/>
                </a:lnTo>
                <a:lnTo>
                  <a:pt x="530487" y="42060"/>
                </a:lnTo>
                <a:lnTo>
                  <a:pt x="529937" y="41690"/>
                </a:lnTo>
                <a:lnTo>
                  <a:pt x="529383" y="41332"/>
                </a:lnTo>
                <a:lnTo>
                  <a:pt x="528825" y="40984"/>
                </a:lnTo>
                <a:lnTo>
                  <a:pt x="528261" y="40647"/>
                </a:lnTo>
                <a:lnTo>
                  <a:pt x="527694" y="40321"/>
                </a:lnTo>
                <a:lnTo>
                  <a:pt x="527121" y="40006"/>
                </a:lnTo>
                <a:lnTo>
                  <a:pt x="526544" y="39702"/>
                </a:lnTo>
                <a:lnTo>
                  <a:pt x="525963" y="39409"/>
                </a:lnTo>
                <a:lnTo>
                  <a:pt x="525376" y="39127"/>
                </a:lnTo>
                <a:lnTo>
                  <a:pt x="524786" y="38856"/>
                </a:lnTo>
                <a:lnTo>
                  <a:pt x="524190" y="38596"/>
                </a:lnTo>
                <a:lnTo>
                  <a:pt x="523590" y="38347"/>
                </a:lnTo>
                <a:lnTo>
                  <a:pt x="522985" y="38109"/>
                </a:lnTo>
                <a:lnTo>
                  <a:pt x="522376" y="37882"/>
                </a:lnTo>
                <a:lnTo>
                  <a:pt x="521762" y="37666"/>
                </a:lnTo>
                <a:lnTo>
                  <a:pt x="521146" y="37460"/>
                </a:lnTo>
                <a:lnTo>
                  <a:pt x="520529" y="37262"/>
                </a:lnTo>
                <a:lnTo>
                  <a:pt x="519911" y="37074"/>
                </a:lnTo>
                <a:lnTo>
                  <a:pt x="519292" y="36894"/>
                </a:lnTo>
                <a:lnTo>
                  <a:pt x="518673" y="36722"/>
                </a:lnTo>
                <a:lnTo>
                  <a:pt x="518053" y="36560"/>
                </a:lnTo>
                <a:lnTo>
                  <a:pt x="517433" y="36406"/>
                </a:lnTo>
                <a:lnTo>
                  <a:pt x="516812" y="36262"/>
                </a:lnTo>
                <a:lnTo>
                  <a:pt x="516190" y="36126"/>
                </a:lnTo>
                <a:lnTo>
                  <a:pt x="515568" y="35998"/>
                </a:lnTo>
                <a:lnTo>
                  <a:pt x="514944" y="35880"/>
                </a:lnTo>
                <a:lnTo>
                  <a:pt x="514321" y="35770"/>
                </a:lnTo>
                <a:lnTo>
                  <a:pt x="513696" y="35669"/>
                </a:lnTo>
                <a:lnTo>
                  <a:pt x="513071" y="35577"/>
                </a:lnTo>
                <a:lnTo>
                  <a:pt x="512445" y="35494"/>
                </a:lnTo>
                <a:lnTo>
                  <a:pt x="511819" y="35419"/>
                </a:lnTo>
                <a:lnTo>
                  <a:pt x="511192" y="35353"/>
                </a:lnTo>
                <a:lnTo>
                  <a:pt x="510564" y="35296"/>
                </a:lnTo>
                <a:lnTo>
                  <a:pt x="509936" y="35248"/>
                </a:lnTo>
                <a:lnTo>
                  <a:pt x="509307" y="35208"/>
                </a:lnTo>
                <a:lnTo>
                  <a:pt x="508677" y="35178"/>
                </a:lnTo>
                <a:lnTo>
                  <a:pt x="508047" y="35156"/>
                </a:lnTo>
                <a:lnTo>
                  <a:pt x="507416" y="35142"/>
                </a:lnTo>
                <a:lnTo>
                  <a:pt x="506784" y="35138"/>
                </a:lnTo>
                <a:lnTo>
                  <a:pt x="505695" y="35149"/>
                </a:lnTo>
                <a:lnTo>
                  <a:pt x="504616" y="35183"/>
                </a:lnTo>
                <a:lnTo>
                  <a:pt x="503549" y="35239"/>
                </a:lnTo>
                <a:lnTo>
                  <a:pt x="502494" y="35317"/>
                </a:lnTo>
                <a:lnTo>
                  <a:pt x="501450" y="35418"/>
                </a:lnTo>
                <a:lnTo>
                  <a:pt x="500417" y="35541"/>
                </a:lnTo>
                <a:lnTo>
                  <a:pt x="499396" y="35686"/>
                </a:lnTo>
                <a:lnTo>
                  <a:pt x="498386" y="35854"/>
                </a:lnTo>
                <a:lnTo>
                  <a:pt x="497388" y="36045"/>
                </a:lnTo>
                <a:lnTo>
                  <a:pt x="496401" y="36257"/>
                </a:lnTo>
                <a:lnTo>
                  <a:pt x="495425" y="36492"/>
                </a:lnTo>
                <a:lnTo>
                  <a:pt x="494461" y="36750"/>
                </a:lnTo>
                <a:lnTo>
                  <a:pt x="493508" y="37029"/>
                </a:lnTo>
                <a:lnTo>
                  <a:pt x="492567" y="37332"/>
                </a:lnTo>
                <a:lnTo>
                  <a:pt x="491637" y="37656"/>
                </a:lnTo>
                <a:lnTo>
                  <a:pt x="490718" y="38003"/>
                </a:lnTo>
                <a:lnTo>
                  <a:pt x="489811" y="38372"/>
                </a:lnTo>
                <a:lnTo>
                  <a:pt x="488915" y="38764"/>
                </a:lnTo>
                <a:lnTo>
                  <a:pt x="488031" y="39178"/>
                </a:lnTo>
                <a:lnTo>
                  <a:pt x="487158" y="39615"/>
                </a:lnTo>
                <a:lnTo>
                  <a:pt x="486296" y="40073"/>
                </a:lnTo>
                <a:lnTo>
                  <a:pt x="485446" y="40555"/>
                </a:lnTo>
                <a:lnTo>
                  <a:pt x="484608" y="41058"/>
                </a:lnTo>
                <a:lnTo>
                  <a:pt x="483780" y="41584"/>
                </a:lnTo>
                <a:lnTo>
                  <a:pt x="482971" y="42125"/>
                </a:lnTo>
                <a:lnTo>
                  <a:pt x="482178" y="42683"/>
                </a:lnTo>
                <a:lnTo>
                  <a:pt x="481399" y="43259"/>
                </a:lnTo>
                <a:lnTo>
                  <a:pt x="480634" y="43852"/>
                </a:lnTo>
                <a:lnTo>
                  <a:pt x="479885" y="44463"/>
                </a:lnTo>
                <a:lnTo>
                  <a:pt x="479151" y="45092"/>
                </a:lnTo>
                <a:lnTo>
                  <a:pt x="478432" y="45738"/>
                </a:lnTo>
                <a:lnTo>
                  <a:pt x="477727" y="46401"/>
                </a:lnTo>
                <a:lnTo>
                  <a:pt x="477038" y="47082"/>
                </a:lnTo>
                <a:lnTo>
                  <a:pt x="476363" y="47781"/>
                </a:lnTo>
                <a:lnTo>
                  <a:pt x="475704" y="48497"/>
                </a:lnTo>
                <a:lnTo>
                  <a:pt x="475059" y="49231"/>
                </a:lnTo>
                <a:lnTo>
                  <a:pt x="474429" y="49983"/>
                </a:lnTo>
                <a:lnTo>
                  <a:pt x="473814" y="50751"/>
                </a:lnTo>
                <a:lnTo>
                  <a:pt x="473214" y="51538"/>
                </a:lnTo>
                <a:lnTo>
                  <a:pt x="472629" y="52342"/>
                </a:lnTo>
                <a:lnTo>
                  <a:pt x="472059" y="53164"/>
                </a:lnTo>
                <a:lnTo>
                  <a:pt x="471504" y="54003"/>
                </a:lnTo>
                <a:lnTo>
                  <a:pt x="470964" y="54859"/>
                </a:lnTo>
                <a:lnTo>
                  <a:pt x="470438" y="55734"/>
                </a:lnTo>
                <a:lnTo>
                  <a:pt x="469928" y="56625"/>
                </a:lnTo>
                <a:lnTo>
                  <a:pt x="469433" y="57535"/>
                </a:lnTo>
                <a:lnTo>
                  <a:pt x="468952" y="58462"/>
                </a:lnTo>
                <a:lnTo>
                  <a:pt x="468486" y="59406"/>
                </a:lnTo>
                <a:lnTo>
                  <a:pt x="468043" y="60360"/>
                </a:lnTo>
                <a:lnTo>
                  <a:pt x="467618" y="61327"/>
                </a:lnTo>
                <a:lnTo>
                  <a:pt x="467213" y="62305"/>
                </a:lnTo>
                <a:lnTo>
                  <a:pt x="466826" y="63296"/>
                </a:lnTo>
                <a:lnTo>
                  <a:pt x="466458" y="64300"/>
                </a:lnTo>
                <a:lnTo>
                  <a:pt x="466109" y="65315"/>
                </a:lnTo>
                <a:lnTo>
                  <a:pt x="465778" y="66343"/>
                </a:lnTo>
                <a:lnTo>
                  <a:pt x="465467" y="67383"/>
                </a:lnTo>
                <a:lnTo>
                  <a:pt x="465174" y="68435"/>
                </a:lnTo>
                <a:lnTo>
                  <a:pt x="464901" y="69500"/>
                </a:lnTo>
                <a:lnTo>
                  <a:pt x="464646" y="70577"/>
                </a:lnTo>
                <a:lnTo>
                  <a:pt x="464410" y="71666"/>
                </a:lnTo>
                <a:lnTo>
                  <a:pt x="464193" y="72768"/>
                </a:lnTo>
                <a:lnTo>
                  <a:pt x="463995" y="73882"/>
                </a:lnTo>
                <a:lnTo>
                  <a:pt x="463816" y="75008"/>
                </a:lnTo>
                <a:lnTo>
                  <a:pt x="463655" y="76146"/>
                </a:lnTo>
                <a:lnTo>
                  <a:pt x="463514" y="77297"/>
                </a:lnTo>
                <a:lnTo>
                  <a:pt x="463391" y="78460"/>
                </a:lnTo>
                <a:lnTo>
                  <a:pt x="463287" y="79636"/>
                </a:lnTo>
                <a:lnTo>
                  <a:pt x="463202" y="80823"/>
                </a:lnTo>
                <a:lnTo>
                  <a:pt x="463136" y="82023"/>
                </a:lnTo>
                <a:lnTo>
                  <a:pt x="463089" y="83235"/>
                </a:lnTo>
                <a:lnTo>
                  <a:pt x="463061" y="84460"/>
                </a:lnTo>
                <a:lnTo>
                  <a:pt x="463051" y="85696"/>
                </a:lnTo>
                <a:lnTo>
                  <a:pt x="463061" y="86933"/>
                </a:lnTo>
                <a:lnTo>
                  <a:pt x="463089" y="88157"/>
                </a:lnTo>
                <a:lnTo>
                  <a:pt x="463136" y="89368"/>
                </a:lnTo>
                <a:lnTo>
                  <a:pt x="463202" y="90566"/>
                </a:lnTo>
                <a:lnTo>
                  <a:pt x="463287" y="91752"/>
                </a:lnTo>
                <a:lnTo>
                  <a:pt x="463391" y="92925"/>
                </a:lnTo>
                <a:lnTo>
                  <a:pt x="463514" y="94085"/>
                </a:lnTo>
                <a:lnTo>
                  <a:pt x="463655" y="95232"/>
                </a:lnTo>
                <a:lnTo>
                  <a:pt x="463816" y="96367"/>
                </a:lnTo>
                <a:lnTo>
                  <a:pt x="463995" y="97489"/>
                </a:lnTo>
                <a:lnTo>
                  <a:pt x="464193" y="98598"/>
                </a:lnTo>
                <a:lnTo>
                  <a:pt x="464410" y="99695"/>
                </a:lnTo>
                <a:lnTo>
                  <a:pt x="464646" y="100779"/>
                </a:lnTo>
                <a:lnTo>
                  <a:pt x="464901" y="101850"/>
                </a:lnTo>
                <a:lnTo>
                  <a:pt x="465174" y="102908"/>
                </a:lnTo>
                <a:lnTo>
                  <a:pt x="465467" y="103954"/>
                </a:lnTo>
                <a:lnTo>
                  <a:pt x="465778" y="104986"/>
                </a:lnTo>
                <a:lnTo>
                  <a:pt x="466109" y="106007"/>
                </a:lnTo>
                <a:lnTo>
                  <a:pt x="466458" y="107014"/>
                </a:lnTo>
                <a:lnTo>
                  <a:pt x="466826" y="108009"/>
                </a:lnTo>
                <a:lnTo>
                  <a:pt x="467213" y="108991"/>
                </a:lnTo>
                <a:lnTo>
                  <a:pt x="467618" y="109960"/>
                </a:lnTo>
                <a:lnTo>
                  <a:pt x="468043" y="110917"/>
                </a:lnTo>
                <a:lnTo>
                  <a:pt x="468486" y="111860"/>
                </a:lnTo>
                <a:lnTo>
                  <a:pt x="468953" y="112784"/>
                </a:lnTo>
                <a:lnTo>
                  <a:pt x="469435" y="113690"/>
                </a:lnTo>
                <a:lnTo>
                  <a:pt x="469933" y="114580"/>
                </a:lnTo>
                <a:lnTo>
                  <a:pt x="470447" y="115452"/>
                </a:lnTo>
                <a:lnTo>
                  <a:pt x="470978" y="116307"/>
                </a:lnTo>
                <a:lnTo>
                  <a:pt x="471524" y="117145"/>
                </a:lnTo>
                <a:lnTo>
                  <a:pt x="472086" y="117966"/>
                </a:lnTo>
                <a:lnTo>
                  <a:pt x="472664" y="118770"/>
                </a:lnTo>
                <a:lnTo>
                  <a:pt x="473259" y="119557"/>
                </a:lnTo>
                <a:lnTo>
                  <a:pt x="473869" y="120326"/>
                </a:lnTo>
                <a:lnTo>
                  <a:pt x="474496" y="121079"/>
                </a:lnTo>
                <a:lnTo>
                  <a:pt x="475138" y="121814"/>
                </a:lnTo>
                <a:lnTo>
                  <a:pt x="475796" y="122532"/>
                </a:lnTo>
                <a:lnTo>
                  <a:pt x="476471" y="123233"/>
                </a:lnTo>
                <a:lnTo>
                  <a:pt x="477161" y="123917"/>
                </a:lnTo>
                <a:lnTo>
                  <a:pt x="477868" y="124584"/>
                </a:lnTo>
                <a:lnTo>
                  <a:pt x="478590" y="125234"/>
                </a:lnTo>
                <a:lnTo>
                  <a:pt x="479329" y="125867"/>
                </a:lnTo>
                <a:lnTo>
                  <a:pt x="480083" y="126482"/>
                </a:lnTo>
                <a:lnTo>
                  <a:pt x="480854" y="127081"/>
                </a:lnTo>
                <a:lnTo>
                  <a:pt x="481640" y="127662"/>
                </a:lnTo>
                <a:lnTo>
                  <a:pt x="482443" y="128226"/>
                </a:lnTo>
                <a:lnTo>
                  <a:pt x="483262" y="128773"/>
                </a:lnTo>
                <a:lnTo>
                  <a:pt x="484096" y="129303"/>
                </a:lnTo>
                <a:lnTo>
                  <a:pt x="484951" y="129808"/>
                </a:lnTo>
                <a:lnTo>
                  <a:pt x="485819" y="130292"/>
                </a:lnTo>
                <a:lnTo>
                  <a:pt x="486700" y="130755"/>
                </a:lnTo>
                <a:lnTo>
                  <a:pt x="487595" y="131195"/>
                </a:lnTo>
                <a:lnTo>
                  <a:pt x="488503" y="131615"/>
                </a:lnTo>
                <a:lnTo>
                  <a:pt x="489425" y="132013"/>
                </a:lnTo>
                <a:lnTo>
                  <a:pt x="490360" y="132389"/>
                </a:lnTo>
                <a:lnTo>
                  <a:pt x="491308" y="132744"/>
                </a:lnTo>
                <a:lnTo>
                  <a:pt x="492270" y="133077"/>
                </a:lnTo>
                <a:lnTo>
                  <a:pt x="493245" y="133389"/>
                </a:lnTo>
                <a:lnTo>
                  <a:pt x="494233" y="133679"/>
                </a:lnTo>
                <a:lnTo>
                  <a:pt x="495235" y="133948"/>
                </a:lnTo>
                <a:lnTo>
                  <a:pt x="496250" y="134195"/>
                </a:lnTo>
                <a:lnTo>
                  <a:pt x="497279" y="134421"/>
                </a:lnTo>
                <a:lnTo>
                  <a:pt x="498321" y="134625"/>
                </a:lnTo>
                <a:lnTo>
                  <a:pt x="499376" y="134808"/>
                </a:lnTo>
                <a:lnTo>
                  <a:pt x="500445" y="134970"/>
                </a:lnTo>
                <a:lnTo>
                  <a:pt x="501527" y="135109"/>
                </a:lnTo>
                <a:lnTo>
                  <a:pt x="502623" y="135228"/>
                </a:lnTo>
                <a:lnTo>
                  <a:pt x="503732" y="135324"/>
                </a:lnTo>
                <a:lnTo>
                  <a:pt x="504854" y="135400"/>
                </a:lnTo>
                <a:lnTo>
                  <a:pt x="505990" y="135453"/>
                </a:lnTo>
                <a:lnTo>
                  <a:pt x="507139" y="135486"/>
                </a:lnTo>
                <a:lnTo>
                  <a:pt x="508301" y="135496"/>
                </a:lnTo>
                <a:lnTo>
                  <a:pt x="509119" y="135491"/>
                </a:lnTo>
                <a:lnTo>
                  <a:pt x="509931" y="135475"/>
                </a:lnTo>
                <a:lnTo>
                  <a:pt x="510735" y="135449"/>
                </a:lnTo>
                <a:lnTo>
                  <a:pt x="511533" y="135412"/>
                </a:lnTo>
                <a:lnTo>
                  <a:pt x="512324" y="135365"/>
                </a:lnTo>
                <a:lnTo>
                  <a:pt x="513108" y="135307"/>
                </a:lnTo>
                <a:lnTo>
                  <a:pt x="513885" y="135238"/>
                </a:lnTo>
                <a:lnTo>
                  <a:pt x="514656" y="135159"/>
                </a:lnTo>
                <a:lnTo>
                  <a:pt x="515420" y="135070"/>
                </a:lnTo>
                <a:lnTo>
                  <a:pt x="516177" y="134970"/>
                </a:lnTo>
                <a:lnTo>
                  <a:pt x="516927" y="134859"/>
                </a:lnTo>
                <a:lnTo>
                  <a:pt x="517670" y="134738"/>
                </a:lnTo>
                <a:lnTo>
                  <a:pt x="518407" y="134606"/>
                </a:lnTo>
                <a:lnTo>
                  <a:pt x="519136" y="134464"/>
                </a:lnTo>
                <a:lnTo>
                  <a:pt x="519859" y="134311"/>
                </a:lnTo>
                <a:lnTo>
                  <a:pt x="520576" y="134148"/>
                </a:lnTo>
                <a:lnTo>
                  <a:pt x="521285" y="133974"/>
                </a:lnTo>
                <a:lnTo>
                  <a:pt x="521987" y="133790"/>
                </a:lnTo>
                <a:lnTo>
                  <a:pt x="522683" y="133595"/>
                </a:lnTo>
                <a:lnTo>
                  <a:pt x="523372" y="133390"/>
                </a:lnTo>
                <a:lnTo>
                  <a:pt x="524054" y="133174"/>
                </a:lnTo>
                <a:lnTo>
                  <a:pt x="524729" y="132947"/>
                </a:lnTo>
                <a:lnTo>
                  <a:pt x="525398" y="132710"/>
                </a:lnTo>
                <a:lnTo>
                  <a:pt x="526060" y="132463"/>
                </a:lnTo>
                <a:lnTo>
                  <a:pt x="526714" y="132201"/>
                </a:lnTo>
                <a:lnTo>
                  <a:pt x="527359" y="131930"/>
                </a:lnTo>
                <a:lnTo>
                  <a:pt x="527995" y="131651"/>
                </a:lnTo>
                <a:lnTo>
                  <a:pt x="528623" y="131364"/>
                </a:lnTo>
                <a:lnTo>
                  <a:pt x="529242" y="131068"/>
                </a:lnTo>
                <a:lnTo>
                  <a:pt x="529852" y="130764"/>
                </a:lnTo>
                <a:lnTo>
                  <a:pt x="530453" y="130452"/>
                </a:lnTo>
                <a:lnTo>
                  <a:pt x="531045" y="130132"/>
                </a:lnTo>
                <a:lnTo>
                  <a:pt x="531629" y="129803"/>
                </a:lnTo>
                <a:lnTo>
                  <a:pt x="532204" y="129465"/>
                </a:lnTo>
                <a:lnTo>
                  <a:pt x="532770" y="129120"/>
                </a:lnTo>
                <a:lnTo>
                  <a:pt x="533327" y="128766"/>
                </a:lnTo>
                <a:lnTo>
                  <a:pt x="533876" y="128404"/>
                </a:lnTo>
                <a:lnTo>
                  <a:pt x="534416" y="128033"/>
                </a:lnTo>
                <a:lnTo>
                  <a:pt x="534947" y="127654"/>
                </a:lnTo>
                <a:lnTo>
                  <a:pt x="535469" y="127267"/>
                </a:lnTo>
                <a:lnTo>
                  <a:pt x="535983" y="126871"/>
                </a:lnTo>
                <a:lnTo>
                  <a:pt x="536487" y="126467"/>
                </a:lnTo>
                <a:lnTo>
                  <a:pt x="536983" y="126055"/>
                </a:lnTo>
                <a:lnTo>
                  <a:pt x="537470" y="125634"/>
                </a:lnTo>
                <a:lnTo>
                  <a:pt x="537949" y="125205"/>
                </a:lnTo>
                <a:lnTo>
                  <a:pt x="538418" y="124768"/>
                </a:lnTo>
                <a:lnTo>
                  <a:pt x="538879" y="124322"/>
                </a:lnTo>
                <a:lnTo>
                  <a:pt x="539331" y="123868"/>
                </a:lnTo>
                <a:lnTo>
                  <a:pt x="539774" y="123401"/>
                </a:lnTo>
                <a:lnTo>
                  <a:pt x="540205" y="122929"/>
                </a:lnTo>
                <a:lnTo>
                  <a:pt x="540626" y="122450"/>
                </a:lnTo>
                <a:lnTo>
                  <a:pt x="541036" y="121965"/>
                </a:lnTo>
                <a:lnTo>
                  <a:pt x="541435" y="121474"/>
                </a:lnTo>
                <a:lnTo>
                  <a:pt x="541824" y="120977"/>
                </a:lnTo>
                <a:lnTo>
                  <a:pt x="542201" y="120473"/>
                </a:lnTo>
                <a:lnTo>
                  <a:pt x="542568" y="119964"/>
                </a:lnTo>
                <a:lnTo>
                  <a:pt x="542925" y="119448"/>
                </a:lnTo>
                <a:lnTo>
                  <a:pt x="543270" y="118926"/>
                </a:lnTo>
                <a:lnTo>
                  <a:pt x="543605" y="118398"/>
                </a:lnTo>
                <a:lnTo>
                  <a:pt x="543929" y="117864"/>
                </a:lnTo>
                <a:lnTo>
                  <a:pt x="544242" y="117324"/>
                </a:lnTo>
                <a:lnTo>
                  <a:pt x="544545" y="116778"/>
                </a:lnTo>
                <a:lnTo>
                  <a:pt x="544836" y="116225"/>
                </a:lnTo>
                <a:lnTo>
                  <a:pt x="545117" y="115666"/>
                </a:lnTo>
                <a:lnTo>
                  <a:pt x="545388" y="115101"/>
                </a:lnTo>
                <a:lnTo>
                  <a:pt x="545647" y="114530"/>
                </a:lnTo>
                <a:lnTo>
                  <a:pt x="545896" y="113953"/>
                </a:lnTo>
                <a:lnTo>
                  <a:pt x="546134" y="113370"/>
                </a:lnTo>
                <a:lnTo>
                  <a:pt x="546361" y="112781"/>
                </a:lnTo>
                <a:lnTo>
                  <a:pt x="546578" y="112185"/>
                </a:lnTo>
                <a:lnTo>
                  <a:pt x="546783" y="111583"/>
                </a:lnTo>
                <a:lnTo>
                  <a:pt x="546978" y="110976"/>
                </a:lnTo>
                <a:lnTo>
                  <a:pt x="532569" y="106931"/>
                </a:lnTo>
                <a:lnTo>
                  <a:pt x="532408" y="107349"/>
                </a:lnTo>
                <a:lnTo>
                  <a:pt x="532242" y="107762"/>
                </a:lnTo>
                <a:lnTo>
                  <a:pt x="532070" y="108169"/>
                </a:lnTo>
                <a:lnTo>
                  <a:pt x="531893" y="108571"/>
                </a:lnTo>
                <a:lnTo>
                  <a:pt x="531711" y="108966"/>
                </a:lnTo>
                <a:lnTo>
                  <a:pt x="531522" y="109356"/>
                </a:lnTo>
                <a:lnTo>
                  <a:pt x="531329" y="109740"/>
                </a:lnTo>
                <a:lnTo>
                  <a:pt x="531130" y="110119"/>
                </a:lnTo>
                <a:lnTo>
                  <a:pt x="530925" y="110492"/>
                </a:lnTo>
                <a:lnTo>
                  <a:pt x="530715" y="110859"/>
                </a:lnTo>
                <a:lnTo>
                  <a:pt x="530499" y="111220"/>
                </a:lnTo>
                <a:lnTo>
                  <a:pt x="530278" y="111576"/>
                </a:lnTo>
                <a:lnTo>
                  <a:pt x="530052" y="111926"/>
                </a:lnTo>
                <a:lnTo>
                  <a:pt x="529820" y="112270"/>
                </a:lnTo>
                <a:lnTo>
                  <a:pt x="529582" y="112609"/>
                </a:lnTo>
                <a:lnTo>
                  <a:pt x="529339" y="112942"/>
                </a:lnTo>
                <a:lnTo>
                  <a:pt x="529090" y="113269"/>
                </a:lnTo>
                <a:lnTo>
                  <a:pt x="528836" y="113590"/>
                </a:lnTo>
                <a:lnTo>
                  <a:pt x="528577" y="113906"/>
                </a:lnTo>
                <a:lnTo>
                  <a:pt x="528312" y="114216"/>
                </a:lnTo>
                <a:lnTo>
                  <a:pt x="528042" y="114521"/>
                </a:lnTo>
                <a:lnTo>
                  <a:pt x="527766" y="114819"/>
                </a:lnTo>
                <a:lnTo>
                  <a:pt x="527484" y="115112"/>
                </a:lnTo>
                <a:lnTo>
                  <a:pt x="527197" y="115399"/>
                </a:lnTo>
                <a:lnTo>
                  <a:pt x="526905" y="115676"/>
                </a:lnTo>
                <a:lnTo>
                  <a:pt x="526609" y="115946"/>
                </a:lnTo>
                <a:lnTo>
                  <a:pt x="526308" y="116211"/>
                </a:lnTo>
                <a:lnTo>
                  <a:pt x="526002" y="116470"/>
                </a:lnTo>
                <a:lnTo>
                  <a:pt x="525691" y="116724"/>
                </a:lnTo>
                <a:lnTo>
                  <a:pt x="525376" y="116972"/>
                </a:lnTo>
                <a:lnTo>
                  <a:pt x="525057" y="117214"/>
                </a:lnTo>
                <a:lnTo>
                  <a:pt x="524733" y="117450"/>
                </a:lnTo>
                <a:lnTo>
                  <a:pt x="524404" y="117681"/>
                </a:lnTo>
                <a:lnTo>
                  <a:pt x="524070" y="117905"/>
                </a:lnTo>
                <a:lnTo>
                  <a:pt x="523732" y="118125"/>
                </a:lnTo>
                <a:lnTo>
                  <a:pt x="523390" y="118338"/>
                </a:lnTo>
                <a:lnTo>
                  <a:pt x="523042" y="118546"/>
                </a:lnTo>
                <a:lnTo>
                  <a:pt x="522690" y="118748"/>
                </a:lnTo>
                <a:lnTo>
                  <a:pt x="522334" y="118944"/>
                </a:lnTo>
                <a:lnTo>
                  <a:pt x="521973" y="119135"/>
                </a:lnTo>
                <a:lnTo>
                  <a:pt x="521607" y="119320"/>
                </a:lnTo>
                <a:lnTo>
                  <a:pt x="521237" y="119499"/>
                </a:lnTo>
                <a:lnTo>
                  <a:pt x="520862" y="119673"/>
                </a:lnTo>
                <a:lnTo>
                  <a:pt x="520482" y="119841"/>
                </a:lnTo>
                <a:lnTo>
                  <a:pt x="520098" y="120003"/>
                </a:lnTo>
                <a:lnTo>
                  <a:pt x="519710" y="120159"/>
                </a:lnTo>
                <a:lnTo>
                  <a:pt x="519316" y="120310"/>
                </a:lnTo>
                <a:lnTo>
                  <a:pt x="518918" y="120455"/>
                </a:lnTo>
                <a:lnTo>
                  <a:pt x="518521" y="120589"/>
                </a:lnTo>
                <a:lnTo>
                  <a:pt x="518120" y="120718"/>
                </a:lnTo>
                <a:lnTo>
                  <a:pt x="517716" y="120840"/>
                </a:lnTo>
                <a:lnTo>
                  <a:pt x="517307" y="120957"/>
                </a:lnTo>
                <a:lnTo>
                  <a:pt x="516894" y="121069"/>
                </a:lnTo>
                <a:lnTo>
                  <a:pt x="516477" y="121174"/>
                </a:lnTo>
                <a:lnTo>
                  <a:pt x="516057" y="121274"/>
                </a:lnTo>
                <a:lnTo>
                  <a:pt x="515632" y="121368"/>
                </a:lnTo>
                <a:lnTo>
                  <a:pt x="515203" y="121457"/>
                </a:lnTo>
                <a:lnTo>
                  <a:pt x="514771" y="121539"/>
                </a:lnTo>
                <a:lnTo>
                  <a:pt x="514335" y="121616"/>
                </a:lnTo>
                <a:lnTo>
                  <a:pt x="513894" y="121688"/>
                </a:lnTo>
                <a:lnTo>
                  <a:pt x="513450" y="121753"/>
                </a:lnTo>
                <a:lnTo>
                  <a:pt x="513001" y="121813"/>
                </a:lnTo>
                <a:lnTo>
                  <a:pt x="512549" y="121867"/>
                </a:lnTo>
                <a:lnTo>
                  <a:pt x="512093" y="121916"/>
                </a:lnTo>
                <a:lnTo>
                  <a:pt x="511633" y="121959"/>
                </a:lnTo>
                <a:lnTo>
                  <a:pt x="511169" y="121996"/>
                </a:lnTo>
                <a:lnTo>
                  <a:pt x="510701" y="122027"/>
                </a:lnTo>
                <a:lnTo>
                  <a:pt x="510229" y="122053"/>
                </a:lnTo>
                <a:lnTo>
                  <a:pt x="509753" y="122073"/>
                </a:lnTo>
                <a:lnTo>
                  <a:pt x="509273" y="122087"/>
                </a:lnTo>
                <a:lnTo>
                  <a:pt x="508789" y="122096"/>
                </a:lnTo>
                <a:lnTo>
                  <a:pt x="508301" y="122098"/>
                </a:lnTo>
                <a:lnTo>
                  <a:pt x="507552" y="122092"/>
                </a:lnTo>
                <a:lnTo>
                  <a:pt x="506810" y="122071"/>
                </a:lnTo>
                <a:lnTo>
                  <a:pt x="506076" y="122037"/>
                </a:lnTo>
                <a:lnTo>
                  <a:pt x="505350" y="121990"/>
                </a:lnTo>
                <a:lnTo>
                  <a:pt x="504632" y="121928"/>
                </a:lnTo>
                <a:lnTo>
                  <a:pt x="503921" y="121854"/>
                </a:lnTo>
                <a:lnTo>
                  <a:pt x="503217" y="121765"/>
                </a:lnTo>
                <a:lnTo>
                  <a:pt x="502522" y="121663"/>
                </a:lnTo>
                <a:lnTo>
                  <a:pt x="501834" y="121547"/>
                </a:lnTo>
                <a:lnTo>
                  <a:pt x="501154" y="121418"/>
                </a:lnTo>
                <a:lnTo>
                  <a:pt x="500482" y="121275"/>
                </a:lnTo>
                <a:lnTo>
                  <a:pt x="499817" y="121119"/>
                </a:lnTo>
                <a:lnTo>
                  <a:pt x="499160" y="120949"/>
                </a:lnTo>
                <a:lnTo>
                  <a:pt x="498510" y="120765"/>
                </a:lnTo>
                <a:lnTo>
                  <a:pt x="497868" y="120568"/>
                </a:lnTo>
                <a:lnTo>
                  <a:pt x="497234" y="120357"/>
                </a:lnTo>
                <a:lnTo>
                  <a:pt x="496608" y="120132"/>
                </a:lnTo>
                <a:lnTo>
                  <a:pt x="495989" y="119894"/>
                </a:lnTo>
                <a:lnTo>
                  <a:pt x="495378" y="119643"/>
                </a:lnTo>
                <a:lnTo>
                  <a:pt x="494775" y="119377"/>
                </a:lnTo>
                <a:lnTo>
                  <a:pt x="494179" y="119099"/>
                </a:lnTo>
                <a:lnTo>
                  <a:pt x="493591" y="118806"/>
                </a:lnTo>
                <a:lnTo>
                  <a:pt x="493011" y="118500"/>
                </a:lnTo>
                <a:lnTo>
                  <a:pt x="492438" y="118180"/>
                </a:lnTo>
                <a:lnTo>
                  <a:pt x="491875" y="117842"/>
                </a:lnTo>
                <a:lnTo>
                  <a:pt x="491321" y="117492"/>
                </a:lnTo>
                <a:lnTo>
                  <a:pt x="490778" y="117129"/>
                </a:lnTo>
                <a:lnTo>
                  <a:pt x="490246" y="116753"/>
                </a:lnTo>
                <a:lnTo>
                  <a:pt x="489723" y="116365"/>
                </a:lnTo>
                <a:lnTo>
                  <a:pt x="489211" y="115964"/>
                </a:lnTo>
                <a:lnTo>
                  <a:pt x="488710" y="115551"/>
                </a:lnTo>
                <a:lnTo>
                  <a:pt x="488218" y="115126"/>
                </a:lnTo>
                <a:lnTo>
                  <a:pt x="487737" y="114687"/>
                </a:lnTo>
                <a:lnTo>
                  <a:pt x="487266" y="114237"/>
                </a:lnTo>
                <a:lnTo>
                  <a:pt x="486806" y="113774"/>
                </a:lnTo>
                <a:lnTo>
                  <a:pt x="486356" y="113298"/>
                </a:lnTo>
                <a:lnTo>
                  <a:pt x="485916" y="112810"/>
                </a:lnTo>
                <a:lnTo>
                  <a:pt x="485486" y="112309"/>
                </a:lnTo>
                <a:lnTo>
                  <a:pt x="485067" y="111796"/>
                </a:lnTo>
                <a:lnTo>
                  <a:pt x="484658" y="111271"/>
                </a:lnTo>
                <a:lnTo>
                  <a:pt x="484259" y="110732"/>
                </a:lnTo>
                <a:lnTo>
                  <a:pt x="483871" y="110182"/>
                </a:lnTo>
                <a:lnTo>
                  <a:pt x="483493" y="109618"/>
                </a:lnTo>
                <a:lnTo>
                  <a:pt x="483125" y="109043"/>
                </a:lnTo>
                <a:lnTo>
                  <a:pt x="482768" y="108455"/>
                </a:lnTo>
                <a:lnTo>
                  <a:pt x="482421" y="107854"/>
                </a:lnTo>
                <a:lnTo>
                  <a:pt x="482084" y="107241"/>
                </a:lnTo>
                <a:lnTo>
                  <a:pt x="481758" y="106615"/>
                </a:lnTo>
                <a:lnTo>
                  <a:pt x="481449" y="105972"/>
                </a:lnTo>
                <a:lnTo>
                  <a:pt x="481152" y="105317"/>
                </a:lnTo>
                <a:lnTo>
                  <a:pt x="480869" y="104651"/>
                </a:lnTo>
                <a:lnTo>
                  <a:pt x="480599" y="103973"/>
                </a:lnTo>
                <a:lnTo>
                  <a:pt x="480343" y="103283"/>
                </a:lnTo>
                <a:lnTo>
                  <a:pt x="480099" y="102582"/>
                </a:lnTo>
                <a:lnTo>
                  <a:pt x="479869" y="101869"/>
                </a:lnTo>
                <a:lnTo>
                  <a:pt x="479651" y="101145"/>
                </a:lnTo>
                <a:lnTo>
                  <a:pt x="479447" y="100409"/>
                </a:lnTo>
                <a:lnTo>
                  <a:pt x="479256" y="99661"/>
                </a:lnTo>
                <a:lnTo>
                  <a:pt x="479079" y="98902"/>
                </a:lnTo>
                <a:lnTo>
                  <a:pt x="478914" y="98131"/>
                </a:lnTo>
                <a:lnTo>
                  <a:pt x="478763" y="97348"/>
                </a:lnTo>
                <a:lnTo>
                  <a:pt x="478624" y="96554"/>
                </a:lnTo>
                <a:lnTo>
                  <a:pt x="478499" y="95748"/>
                </a:lnTo>
                <a:lnTo>
                  <a:pt x="478387" y="94930"/>
                </a:lnTo>
                <a:lnTo>
                  <a:pt x="478289" y="94101"/>
                </a:lnTo>
                <a:lnTo>
                  <a:pt x="478203" y="93260"/>
                </a:lnTo>
                <a:lnTo>
                  <a:pt x="478131" y="92408"/>
                </a:lnTo>
                <a:lnTo>
                  <a:pt x="478071" y="91544"/>
                </a:lnTo>
                <a:lnTo>
                  <a:pt x="478025" y="90668"/>
                </a:lnTo>
                <a:lnTo>
                  <a:pt x="478000" y="89994"/>
                </a:lnTo>
                <a:lnTo>
                  <a:pt x="548495" y="89994"/>
                </a:lnTo>
                <a:lnTo>
                  <a:pt x="548495" y="83674"/>
                </a:lnTo>
                <a:lnTo>
                  <a:pt x="548489" y="82549"/>
                </a:lnTo>
                <a:lnTo>
                  <a:pt x="548470" y="81439"/>
                </a:lnTo>
                <a:lnTo>
                  <a:pt x="548439" y="80344"/>
                </a:lnTo>
                <a:lnTo>
                  <a:pt x="548395" y="79264"/>
                </a:lnTo>
                <a:lnTo>
                  <a:pt x="548339" y="78199"/>
                </a:lnTo>
                <a:close/>
                <a:moveTo>
                  <a:pt x="478352" y="74138"/>
                </a:moveTo>
                <a:lnTo>
                  <a:pt x="478455" y="73499"/>
                </a:lnTo>
                <a:lnTo>
                  <a:pt x="478570" y="72864"/>
                </a:lnTo>
                <a:lnTo>
                  <a:pt x="478696" y="72232"/>
                </a:lnTo>
                <a:lnTo>
                  <a:pt x="478835" y="71603"/>
                </a:lnTo>
                <a:lnTo>
                  <a:pt x="478986" y="70978"/>
                </a:lnTo>
                <a:lnTo>
                  <a:pt x="479149" y="70357"/>
                </a:lnTo>
                <a:lnTo>
                  <a:pt x="479324" y="69739"/>
                </a:lnTo>
                <a:lnTo>
                  <a:pt x="479511" y="69125"/>
                </a:lnTo>
                <a:lnTo>
                  <a:pt x="479710" y="68514"/>
                </a:lnTo>
                <a:lnTo>
                  <a:pt x="479921" y="67906"/>
                </a:lnTo>
                <a:lnTo>
                  <a:pt x="480145" y="67302"/>
                </a:lnTo>
                <a:lnTo>
                  <a:pt x="480380" y="66702"/>
                </a:lnTo>
                <a:lnTo>
                  <a:pt x="480627" y="66105"/>
                </a:lnTo>
                <a:lnTo>
                  <a:pt x="480887" y="65512"/>
                </a:lnTo>
                <a:lnTo>
                  <a:pt x="481158" y="64922"/>
                </a:lnTo>
                <a:lnTo>
                  <a:pt x="481442" y="64336"/>
                </a:lnTo>
                <a:lnTo>
                  <a:pt x="481737" y="63756"/>
                </a:lnTo>
                <a:lnTo>
                  <a:pt x="482042" y="63185"/>
                </a:lnTo>
                <a:lnTo>
                  <a:pt x="482357" y="62623"/>
                </a:lnTo>
                <a:lnTo>
                  <a:pt x="482683" y="62071"/>
                </a:lnTo>
                <a:lnTo>
                  <a:pt x="483019" y="61528"/>
                </a:lnTo>
                <a:lnTo>
                  <a:pt x="483366" y="60994"/>
                </a:lnTo>
                <a:lnTo>
                  <a:pt x="483722" y="60469"/>
                </a:lnTo>
                <a:lnTo>
                  <a:pt x="484089" y="59954"/>
                </a:lnTo>
                <a:lnTo>
                  <a:pt x="484467" y="59448"/>
                </a:lnTo>
                <a:lnTo>
                  <a:pt x="484854" y="58951"/>
                </a:lnTo>
                <a:lnTo>
                  <a:pt x="485252" y="58463"/>
                </a:lnTo>
                <a:lnTo>
                  <a:pt x="485660" y="57984"/>
                </a:lnTo>
                <a:lnTo>
                  <a:pt x="486079" y="57515"/>
                </a:lnTo>
                <a:lnTo>
                  <a:pt x="486508" y="57055"/>
                </a:lnTo>
                <a:lnTo>
                  <a:pt x="486947" y="56604"/>
                </a:lnTo>
                <a:lnTo>
                  <a:pt x="487397" y="56162"/>
                </a:lnTo>
                <a:lnTo>
                  <a:pt x="487856" y="55729"/>
                </a:lnTo>
                <a:lnTo>
                  <a:pt x="488327" y="55306"/>
                </a:lnTo>
                <a:lnTo>
                  <a:pt x="488807" y="54892"/>
                </a:lnTo>
                <a:lnTo>
                  <a:pt x="489298" y="54487"/>
                </a:lnTo>
                <a:lnTo>
                  <a:pt x="489799" y="54092"/>
                </a:lnTo>
                <a:lnTo>
                  <a:pt x="490310" y="53705"/>
                </a:lnTo>
                <a:lnTo>
                  <a:pt x="490832" y="53328"/>
                </a:lnTo>
                <a:lnTo>
                  <a:pt x="491364" y="52960"/>
                </a:lnTo>
                <a:lnTo>
                  <a:pt x="491911" y="52599"/>
                </a:lnTo>
                <a:lnTo>
                  <a:pt x="492466" y="52253"/>
                </a:lnTo>
                <a:lnTo>
                  <a:pt x="493029" y="51923"/>
                </a:lnTo>
                <a:lnTo>
                  <a:pt x="493601" y="51608"/>
                </a:lnTo>
                <a:lnTo>
                  <a:pt x="494181" y="51309"/>
                </a:lnTo>
                <a:lnTo>
                  <a:pt x="494769" y="51024"/>
                </a:lnTo>
                <a:lnTo>
                  <a:pt x="495365" y="50756"/>
                </a:lnTo>
                <a:lnTo>
                  <a:pt x="495970" y="50502"/>
                </a:lnTo>
                <a:lnTo>
                  <a:pt x="496584" y="50264"/>
                </a:lnTo>
                <a:lnTo>
                  <a:pt x="497205" y="50041"/>
                </a:lnTo>
                <a:lnTo>
                  <a:pt x="497835" y="49834"/>
                </a:lnTo>
                <a:lnTo>
                  <a:pt x="498474" y="49642"/>
                </a:lnTo>
                <a:lnTo>
                  <a:pt x="499120" y="49465"/>
                </a:lnTo>
                <a:lnTo>
                  <a:pt x="499776" y="49304"/>
                </a:lnTo>
                <a:lnTo>
                  <a:pt x="500439" y="49158"/>
                </a:lnTo>
                <a:lnTo>
                  <a:pt x="501111" y="49028"/>
                </a:lnTo>
                <a:lnTo>
                  <a:pt x="501791" y="48912"/>
                </a:lnTo>
                <a:lnTo>
                  <a:pt x="502479" y="48813"/>
                </a:lnTo>
                <a:lnTo>
                  <a:pt x="503176" y="48728"/>
                </a:lnTo>
                <a:lnTo>
                  <a:pt x="503881" y="48659"/>
                </a:lnTo>
                <a:lnTo>
                  <a:pt x="504594" y="48605"/>
                </a:lnTo>
                <a:lnTo>
                  <a:pt x="505316" y="48567"/>
                </a:lnTo>
                <a:lnTo>
                  <a:pt x="506046" y="48544"/>
                </a:lnTo>
                <a:lnTo>
                  <a:pt x="506784" y="48536"/>
                </a:lnTo>
                <a:lnTo>
                  <a:pt x="507455" y="48542"/>
                </a:lnTo>
                <a:lnTo>
                  <a:pt x="508118" y="48562"/>
                </a:lnTo>
                <a:lnTo>
                  <a:pt x="508773" y="48594"/>
                </a:lnTo>
                <a:lnTo>
                  <a:pt x="509421" y="48640"/>
                </a:lnTo>
                <a:lnTo>
                  <a:pt x="510062" y="48698"/>
                </a:lnTo>
                <a:lnTo>
                  <a:pt x="510695" y="48769"/>
                </a:lnTo>
                <a:lnTo>
                  <a:pt x="511320" y="48853"/>
                </a:lnTo>
                <a:lnTo>
                  <a:pt x="511938" y="48950"/>
                </a:lnTo>
                <a:lnTo>
                  <a:pt x="512549" y="49060"/>
                </a:lnTo>
                <a:lnTo>
                  <a:pt x="513152" y="49183"/>
                </a:lnTo>
                <a:lnTo>
                  <a:pt x="513748" y="49319"/>
                </a:lnTo>
                <a:lnTo>
                  <a:pt x="514336" y="49468"/>
                </a:lnTo>
                <a:lnTo>
                  <a:pt x="514917" y="49630"/>
                </a:lnTo>
                <a:lnTo>
                  <a:pt x="515491" y="49805"/>
                </a:lnTo>
                <a:lnTo>
                  <a:pt x="516057" y="49993"/>
                </a:lnTo>
                <a:lnTo>
                  <a:pt x="516615" y="50193"/>
                </a:lnTo>
                <a:lnTo>
                  <a:pt x="517166" y="50407"/>
                </a:lnTo>
                <a:lnTo>
                  <a:pt x="517710" y="50633"/>
                </a:lnTo>
                <a:lnTo>
                  <a:pt x="518246" y="50873"/>
                </a:lnTo>
                <a:lnTo>
                  <a:pt x="518774" y="51125"/>
                </a:lnTo>
                <a:lnTo>
                  <a:pt x="519296" y="51391"/>
                </a:lnTo>
                <a:lnTo>
                  <a:pt x="519809" y="51669"/>
                </a:lnTo>
                <a:lnTo>
                  <a:pt x="520316" y="51960"/>
                </a:lnTo>
                <a:lnTo>
                  <a:pt x="520814" y="52265"/>
                </a:lnTo>
                <a:lnTo>
                  <a:pt x="521310" y="52580"/>
                </a:lnTo>
                <a:lnTo>
                  <a:pt x="521796" y="52905"/>
                </a:lnTo>
                <a:lnTo>
                  <a:pt x="522272" y="53239"/>
                </a:lnTo>
                <a:lnTo>
                  <a:pt x="522738" y="53583"/>
                </a:lnTo>
                <a:lnTo>
                  <a:pt x="523195" y="53936"/>
                </a:lnTo>
                <a:lnTo>
                  <a:pt x="523642" y="54299"/>
                </a:lnTo>
                <a:lnTo>
                  <a:pt x="524080" y="54671"/>
                </a:lnTo>
                <a:lnTo>
                  <a:pt x="524508" y="55052"/>
                </a:lnTo>
                <a:lnTo>
                  <a:pt x="524926" y="55443"/>
                </a:lnTo>
                <a:lnTo>
                  <a:pt x="525335" y="55844"/>
                </a:lnTo>
                <a:lnTo>
                  <a:pt x="525734" y="56254"/>
                </a:lnTo>
                <a:lnTo>
                  <a:pt x="526123" y="56673"/>
                </a:lnTo>
                <a:lnTo>
                  <a:pt x="526503" y="57101"/>
                </a:lnTo>
                <a:lnTo>
                  <a:pt x="526872" y="57540"/>
                </a:lnTo>
                <a:lnTo>
                  <a:pt x="527233" y="57987"/>
                </a:lnTo>
                <a:lnTo>
                  <a:pt x="527583" y="58444"/>
                </a:lnTo>
                <a:lnTo>
                  <a:pt x="527924" y="58910"/>
                </a:lnTo>
                <a:lnTo>
                  <a:pt x="528256" y="59386"/>
                </a:lnTo>
                <a:lnTo>
                  <a:pt x="528578" y="59872"/>
                </a:lnTo>
                <a:lnTo>
                  <a:pt x="528890" y="60366"/>
                </a:lnTo>
                <a:lnTo>
                  <a:pt x="529192" y="60870"/>
                </a:lnTo>
                <a:lnTo>
                  <a:pt x="529485" y="61384"/>
                </a:lnTo>
                <a:lnTo>
                  <a:pt x="529768" y="61907"/>
                </a:lnTo>
                <a:lnTo>
                  <a:pt x="530041" y="62440"/>
                </a:lnTo>
                <a:lnTo>
                  <a:pt x="530309" y="62980"/>
                </a:lnTo>
                <a:lnTo>
                  <a:pt x="530566" y="63526"/>
                </a:lnTo>
                <a:lnTo>
                  <a:pt x="530811" y="64079"/>
                </a:lnTo>
                <a:lnTo>
                  <a:pt x="531045" y="64637"/>
                </a:lnTo>
                <a:lnTo>
                  <a:pt x="531268" y="65202"/>
                </a:lnTo>
                <a:lnTo>
                  <a:pt x="531479" y="65773"/>
                </a:lnTo>
                <a:lnTo>
                  <a:pt x="531679" y="66350"/>
                </a:lnTo>
                <a:lnTo>
                  <a:pt x="531867" y="66934"/>
                </a:lnTo>
                <a:lnTo>
                  <a:pt x="532044" y="67523"/>
                </a:lnTo>
                <a:lnTo>
                  <a:pt x="532209" y="68119"/>
                </a:lnTo>
                <a:lnTo>
                  <a:pt x="532363" y="68720"/>
                </a:lnTo>
                <a:lnTo>
                  <a:pt x="532506" y="69328"/>
                </a:lnTo>
                <a:lnTo>
                  <a:pt x="532637" y="69942"/>
                </a:lnTo>
                <a:lnTo>
                  <a:pt x="532757" y="70562"/>
                </a:lnTo>
                <a:lnTo>
                  <a:pt x="532865" y="71189"/>
                </a:lnTo>
                <a:lnTo>
                  <a:pt x="532962" y="71821"/>
                </a:lnTo>
                <a:lnTo>
                  <a:pt x="533048" y="72460"/>
                </a:lnTo>
                <a:lnTo>
                  <a:pt x="533122" y="73104"/>
                </a:lnTo>
                <a:lnTo>
                  <a:pt x="533185" y="73755"/>
                </a:lnTo>
                <a:lnTo>
                  <a:pt x="533236" y="74412"/>
                </a:lnTo>
                <a:lnTo>
                  <a:pt x="533276" y="75075"/>
                </a:lnTo>
                <a:lnTo>
                  <a:pt x="533305" y="75744"/>
                </a:lnTo>
                <a:lnTo>
                  <a:pt x="533322" y="76420"/>
                </a:lnTo>
                <a:lnTo>
                  <a:pt x="533327" y="77101"/>
                </a:lnTo>
                <a:lnTo>
                  <a:pt x="478039" y="77101"/>
                </a:lnTo>
                <a:lnTo>
                  <a:pt x="478063" y="76729"/>
                </a:lnTo>
                <a:lnTo>
                  <a:pt x="478117" y="76076"/>
                </a:lnTo>
                <a:lnTo>
                  <a:pt x="478183" y="75427"/>
                </a:lnTo>
                <a:lnTo>
                  <a:pt x="478262" y="74781"/>
                </a:lnTo>
                <a:lnTo>
                  <a:pt x="478352" y="74138"/>
                </a:lnTo>
                <a:close/>
                <a:moveTo>
                  <a:pt x="381552" y="79264"/>
                </a:moveTo>
                <a:lnTo>
                  <a:pt x="381496" y="78199"/>
                </a:lnTo>
                <a:lnTo>
                  <a:pt x="381427" y="77149"/>
                </a:lnTo>
                <a:lnTo>
                  <a:pt x="381346" y="76114"/>
                </a:lnTo>
                <a:lnTo>
                  <a:pt x="381252" y="75093"/>
                </a:lnTo>
                <a:lnTo>
                  <a:pt x="381146" y="74088"/>
                </a:lnTo>
                <a:lnTo>
                  <a:pt x="381027" y="73097"/>
                </a:lnTo>
                <a:lnTo>
                  <a:pt x="380896" y="72122"/>
                </a:lnTo>
                <a:lnTo>
                  <a:pt x="380752" y="71161"/>
                </a:lnTo>
                <a:lnTo>
                  <a:pt x="380595" y="70215"/>
                </a:lnTo>
                <a:lnTo>
                  <a:pt x="380427" y="69284"/>
                </a:lnTo>
                <a:lnTo>
                  <a:pt x="380245" y="68368"/>
                </a:lnTo>
                <a:lnTo>
                  <a:pt x="380051" y="67467"/>
                </a:lnTo>
                <a:lnTo>
                  <a:pt x="379845" y="66581"/>
                </a:lnTo>
                <a:lnTo>
                  <a:pt x="379626" y="65710"/>
                </a:lnTo>
                <a:lnTo>
                  <a:pt x="379395" y="64854"/>
                </a:lnTo>
                <a:lnTo>
                  <a:pt x="379151" y="64012"/>
                </a:lnTo>
                <a:lnTo>
                  <a:pt x="378894" y="63186"/>
                </a:lnTo>
                <a:lnTo>
                  <a:pt x="378625" y="62375"/>
                </a:lnTo>
                <a:lnTo>
                  <a:pt x="378344" y="61578"/>
                </a:lnTo>
                <a:lnTo>
                  <a:pt x="378050" y="60796"/>
                </a:lnTo>
                <a:lnTo>
                  <a:pt x="377746" y="60029"/>
                </a:lnTo>
                <a:lnTo>
                  <a:pt x="377433" y="59274"/>
                </a:lnTo>
                <a:lnTo>
                  <a:pt x="377111" y="58531"/>
                </a:lnTo>
                <a:lnTo>
                  <a:pt x="376781" y="57802"/>
                </a:lnTo>
                <a:lnTo>
                  <a:pt x="376442" y="57085"/>
                </a:lnTo>
                <a:lnTo>
                  <a:pt x="376095" y="56380"/>
                </a:lnTo>
                <a:lnTo>
                  <a:pt x="375739" y="55689"/>
                </a:lnTo>
                <a:lnTo>
                  <a:pt x="375375" y="55010"/>
                </a:lnTo>
                <a:lnTo>
                  <a:pt x="375002" y="54344"/>
                </a:lnTo>
                <a:lnTo>
                  <a:pt x="374620" y="53691"/>
                </a:lnTo>
                <a:lnTo>
                  <a:pt x="374230" y="53051"/>
                </a:lnTo>
                <a:lnTo>
                  <a:pt x="373832" y="52423"/>
                </a:lnTo>
                <a:lnTo>
                  <a:pt x="373425" y="51808"/>
                </a:lnTo>
                <a:lnTo>
                  <a:pt x="373009" y="51205"/>
                </a:lnTo>
                <a:lnTo>
                  <a:pt x="372584" y="50616"/>
                </a:lnTo>
                <a:lnTo>
                  <a:pt x="372152" y="50039"/>
                </a:lnTo>
                <a:lnTo>
                  <a:pt x="371710" y="49475"/>
                </a:lnTo>
                <a:lnTo>
                  <a:pt x="371260" y="48923"/>
                </a:lnTo>
                <a:lnTo>
                  <a:pt x="370802" y="48384"/>
                </a:lnTo>
                <a:lnTo>
                  <a:pt x="370335" y="47858"/>
                </a:lnTo>
                <a:lnTo>
                  <a:pt x="369859" y="47345"/>
                </a:lnTo>
                <a:lnTo>
                  <a:pt x="369375" y="46845"/>
                </a:lnTo>
                <a:lnTo>
                  <a:pt x="368882" y="46357"/>
                </a:lnTo>
                <a:lnTo>
                  <a:pt x="368381" y="45882"/>
                </a:lnTo>
                <a:lnTo>
                  <a:pt x="367873" y="45413"/>
                </a:lnTo>
                <a:lnTo>
                  <a:pt x="367360" y="44956"/>
                </a:lnTo>
                <a:lnTo>
                  <a:pt x="366843" y="44509"/>
                </a:lnTo>
                <a:lnTo>
                  <a:pt x="366322" y="44074"/>
                </a:lnTo>
                <a:lnTo>
                  <a:pt x="365795" y="43649"/>
                </a:lnTo>
                <a:lnTo>
                  <a:pt x="365264" y="43235"/>
                </a:lnTo>
                <a:lnTo>
                  <a:pt x="364729" y="42833"/>
                </a:lnTo>
                <a:lnTo>
                  <a:pt x="364189" y="42441"/>
                </a:lnTo>
                <a:lnTo>
                  <a:pt x="363644" y="42060"/>
                </a:lnTo>
                <a:lnTo>
                  <a:pt x="363095" y="41690"/>
                </a:lnTo>
                <a:lnTo>
                  <a:pt x="362541" y="41332"/>
                </a:lnTo>
                <a:lnTo>
                  <a:pt x="361982" y="40984"/>
                </a:lnTo>
                <a:lnTo>
                  <a:pt x="361419" y="40647"/>
                </a:lnTo>
                <a:lnTo>
                  <a:pt x="360851" y="40321"/>
                </a:lnTo>
                <a:lnTo>
                  <a:pt x="360279" y="40006"/>
                </a:lnTo>
                <a:lnTo>
                  <a:pt x="359702" y="39702"/>
                </a:lnTo>
                <a:lnTo>
                  <a:pt x="359120" y="39409"/>
                </a:lnTo>
                <a:lnTo>
                  <a:pt x="358534" y="39127"/>
                </a:lnTo>
                <a:lnTo>
                  <a:pt x="357943" y="38856"/>
                </a:lnTo>
                <a:lnTo>
                  <a:pt x="357348" y="38596"/>
                </a:lnTo>
                <a:lnTo>
                  <a:pt x="356747" y="38347"/>
                </a:lnTo>
                <a:lnTo>
                  <a:pt x="356143" y="38109"/>
                </a:lnTo>
                <a:lnTo>
                  <a:pt x="355534" y="37882"/>
                </a:lnTo>
                <a:lnTo>
                  <a:pt x="354920" y="37666"/>
                </a:lnTo>
                <a:lnTo>
                  <a:pt x="354303" y="37460"/>
                </a:lnTo>
                <a:lnTo>
                  <a:pt x="353686" y="37262"/>
                </a:lnTo>
                <a:lnTo>
                  <a:pt x="353068" y="37074"/>
                </a:lnTo>
                <a:lnTo>
                  <a:pt x="352450" y="36894"/>
                </a:lnTo>
                <a:lnTo>
                  <a:pt x="351831" y="36722"/>
                </a:lnTo>
                <a:lnTo>
                  <a:pt x="351211" y="36560"/>
                </a:lnTo>
                <a:lnTo>
                  <a:pt x="350590" y="36406"/>
                </a:lnTo>
                <a:lnTo>
                  <a:pt x="349969" y="36262"/>
                </a:lnTo>
                <a:lnTo>
                  <a:pt x="349347" y="36126"/>
                </a:lnTo>
                <a:lnTo>
                  <a:pt x="348725" y="35998"/>
                </a:lnTo>
                <a:lnTo>
                  <a:pt x="348102" y="35880"/>
                </a:lnTo>
                <a:lnTo>
                  <a:pt x="347478" y="35770"/>
                </a:lnTo>
                <a:lnTo>
                  <a:pt x="346854" y="35669"/>
                </a:lnTo>
                <a:lnTo>
                  <a:pt x="346229" y="35577"/>
                </a:lnTo>
                <a:lnTo>
                  <a:pt x="345603" y="35494"/>
                </a:lnTo>
                <a:lnTo>
                  <a:pt x="344977" y="35419"/>
                </a:lnTo>
                <a:lnTo>
                  <a:pt x="344349" y="35353"/>
                </a:lnTo>
                <a:lnTo>
                  <a:pt x="343722" y="35296"/>
                </a:lnTo>
                <a:lnTo>
                  <a:pt x="343093" y="35248"/>
                </a:lnTo>
                <a:lnTo>
                  <a:pt x="342464" y="35208"/>
                </a:lnTo>
                <a:lnTo>
                  <a:pt x="341835" y="35178"/>
                </a:lnTo>
                <a:lnTo>
                  <a:pt x="341204" y="35156"/>
                </a:lnTo>
                <a:lnTo>
                  <a:pt x="340573" y="35142"/>
                </a:lnTo>
                <a:lnTo>
                  <a:pt x="339942" y="35138"/>
                </a:lnTo>
                <a:lnTo>
                  <a:pt x="338852" y="35149"/>
                </a:lnTo>
                <a:lnTo>
                  <a:pt x="337774" y="35183"/>
                </a:lnTo>
                <a:lnTo>
                  <a:pt x="336707" y="35239"/>
                </a:lnTo>
                <a:lnTo>
                  <a:pt x="335651" y="35317"/>
                </a:lnTo>
                <a:lnTo>
                  <a:pt x="334607" y="35418"/>
                </a:lnTo>
                <a:lnTo>
                  <a:pt x="333575" y="35541"/>
                </a:lnTo>
                <a:lnTo>
                  <a:pt x="332553" y="35686"/>
                </a:lnTo>
                <a:lnTo>
                  <a:pt x="331543" y="35854"/>
                </a:lnTo>
                <a:lnTo>
                  <a:pt x="330545" y="36045"/>
                </a:lnTo>
                <a:lnTo>
                  <a:pt x="329558" y="36257"/>
                </a:lnTo>
                <a:lnTo>
                  <a:pt x="328582" y="36492"/>
                </a:lnTo>
                <a:lnTo>
                  <a:pt x="327618" y="36750"/>
                </a:lnTo>
                <a:lnTo>
                  <a:pt x="326665" y="37029"/>
                </a:lnTo>
                <a:lnTo>
                  <a:pt x="325724" y="37332"/>
                </a:lnTo>
                <a:lnTo>
                  <a:pt x="324794" y="37656"/>
                </a:lnTo>
                <a:lnTo>
                  <a:pt x="323875" y="38003"/>
                </a:lnTo>
                <a:lnTo>
                  <a:pt x="322968" y="38372"/>
                </a:lnTo>
                <a:lnTo>
                  <a:pt x="322073" y="38764"/>
                </a:lnTo>
                <a:lnTo>
                  <a:pt x="321188" y="39178"/>
                </a:lnTo>
                <a:lnTo>
                  <a:pt x="320315" y="39615"/>
                </a:lnTo>
                <a:lnTo>
                  <a:pt x="319454" y="40073"/>
                </a:lnTo>
                <a:lnTo>
                  <a:pt x="318604" y="40555"/>
                </a:lnTo>
                <a:lnTo>
                  <a:pt x="317765" y="41058"/>
                </a:lnTo>
                <a:lnTo>
                  <a:pt x="316938" y="41584"/>
                </a:lnTo>
                <a:lnTo>
                  <a:pt x="316129" y="42125"/>
                </a:lnTo>
                <a:lnTo>
                  <a:pt x="315335" y="42683"/>
                </a:lnTo>
                <a:lnTo>
                  <a:pt x="314556" y="43259"/>
                </a:lnTo>
                <a:lnTo>
                  <a:pt x="313792" y="43852"/>
                </a:lnTo>
                <a:lnTo>
                  <a:pt x="313043" y="44463"/>
                </a:lnTo>
                <a:lnTo>
                  <a:pt x="312308" y="45092"/>
                </a:lnTo>
                <a:lnTo>
                  <a:pt x="311589" y="45738"/>
                </a:lnTo>
                <a:lnTo>
                  <a:pt x="310885" y="46401"/>
                </a:lnTo>
                <a:lnTo>
                  <a:pt x="310195" y="47082"/>
                </a:lnTo>
                <a:lnTo>
                  <a:pt x="309521" y="47781"/>
                </a:lnTo>
                <a:lnTo>
                  <a:pt x="308861" y="48497"/>
                </a:lnTo>
                <a:lnTo>
                  <a:pt x="308216" y="49231"/>
                </a:lnTo>
                <a:lnTo>
                  <a:pt x="307587" y="49983"/>
                </a:lnTo>
                <a:lnTo>
                  <a:pt x="306972" y="50751"/>
                </a:lnTo>
                <a:lnTo>
                  <a:pt x="306372" y="51538"/>
                </a:lnTo>
                <a:lnTo>
                  <a:pt x="305787" y="52342"/>
                </a:lnTo>
                <a:lnTo>
                  <a:pt x="305217" y="53164"/>
                </a:lnTo>
                <a:lnTo>
                  <a:pt x="304661" y="54003"/>
                </a:lnTo>
                <a:lnTo>
                  <a:pt x="304121" y="54859"/>
                </a:lnTo>
                <a:lnTo>
                  <a:pt x="303596" y="55734"/>
                </a:lnTo>
                <a:lnTo>
                  <a:pt x="303085" y="56625"/>
                </a:lnTo>
                <a:lnTo>
                  <a:pt x="302590" y="57535"/>
                </a:lnTo>
                <a:lnTo>
                  <a:pt x="302109" y="58462"/>
                </a:lnTo>
                <a:lnTo>
                  <a:pt x="301644" y="59406"/>
                </a:lnTo>
                <a:lnTo>
                  <a:pt x="301200" y="60360"/>
                </a:lnTo>
                <a:lnTo>
                  <a:pt x="300776" y="61327"/>
                </a:lnTo>
                <a:lnTo>
                  <a:pt x="300370" y="62305"/>
                </a:lnTo>
                <a:lnTo>
                  <a:pt x="299983" y="63296"/>
                </a:lnTo>
                <a:lnTo>
                  <a:pt x="299615" y="64300"/>
                </a:lnTo>
                <a:lnTo>
                  <a:pt x="299266" y="65315"/>
                </a:lnTo>
                <a:lnTo>
                  <a:pt x="298936" y="66343"/>
                </a:lnTo>
                <a:lnTo>
                  <a:pt x="298624" y="67383"/>
                </a:lnTo>
                <a:lnTo>
                  <a:pt x="298332" y="68435"/>
                </a:lnTo>
                <a:lnTo>
                  <a:pt x="298058" y="69500"/>
                </a:lnTo>
                <a:lnTo>
                  <a:pt x="297803" y="70577"/>
                </a:lnTo>
                <a:lnTo>
                  <a:pt x="297568" y="71666"/>
                </a:lnTo>
                <a:lnTo>
                  <a:pt x="297351" y="72768"/>
                </a:lnTo>
                <a:lnTo>
                  <a:pt x="297152" y="73882"/>
                </a:lnTo>
                <a:lnTo>
                  <a:pt x="296973" y="75008"/>
                </a:lnTo>
                <a:lnTo>
                  <a:pt x="296813" y="76146"/>
                </a:lnTo>
                <a:lnTo>
                  <a:pt x="296671" y="77297"/>
                </a:lnTo>
                <a:lnTo>
                  <a:pt x="296548" y="78460"/>
                </a:lnTo>
                <a:lnTo>
                  <a:pt x="296445" y="79636"/>
                </a:lnTo>
                <a:lnTo>
                  <a:pt x="296360" y="80823"/>
                </a:lnTo>
                <a:lnTo>
                  <a:pt x="296294" y="82023"/>
                </a:lnTo>
                <a:lnTo>
                  <a:pt x="296247" y="83235"/>
                </a:lnTo>
                <a:lnTo>
                  <a:pt x="296218" y="84460"/>
                </a:lnTo>
                <a:lnTo>
                  <a:pt x="296209" y="85696"/>
                </a:lnTo>
                <a:lnTo>
                  <a:pt x="296218" y="86933"/>
                </a:lnTo>
                <a:lnTo>
                  <a:pt x="296247" y="88157"/>
                </a:lnTo>
                <a:lnTo>
                  <a:pt x="296294" y="89368"/>
                </a:lnTo>
                <a:lnTo>
                  <a:pt x="296360" y="90566"/>
                </a:lnTo>
                <a:lnTo>
                  <a:pt x="296445" y="91752"/>
                </a:lnTo>
                <a:lnTo>
                  <a:pt x="296548" y="92925"/>
                </a:lnTo>
                <a:lnTo>
                  <a:pt x="296671" y="94085"/>
                </a:lnTo>
                <a:lnTo>
                  <a:pt x="296813" y="95232"/>
                </a:lnTo>
                <a:lnTo>
                  <a:pt x="296973" y="96367"/>
                </a:lnTo>
                <a:lnTo>
                  <a:pt x="297152" y="97489"/>
                </a:lnTo>
                <a:lnTo>
                  <a:pt x="297351" y="98598"/>
                </a:lnTo>
                <a:lnTo>
                  <a:pt x="297568" y="99695"/>
                </a:lnTo>
                <a:lnTo>
                  <a:pt x="297803" y="100779"/>
                </a:lnTo>
                <a:lnTo>
                  <a:pt x="298058" y="101850"/>
                </a:lnTo>
                <a:lnTo>
                  <a:pt x="298332" y="102908"/>
                </a:lnTo>
                <a:lnTo>
                  <a:pt x="298624" y="103954"/>
                </a:lnTo>
                <a:lnTo>
                  <a:pt x="298936" y="104986"/>
                </a:lnTo>
                <a:lnTo>
                  <a:pt x="299266" y="106007"/>
                </a:lnTo>
                <a:lnTo>
                  <a:pt x="299615" y="107014"/>
                </a:lnTo>
                <a:lnTo>
                  <a:pt x="299983" y="108009"/>
                </a:lnTo>
                <a:lnTo>
                  <a:pt x="300370" y="108991"/>
                </a:lnTo>
                <a:lnTo>
                  <a:pt x="300776" y="109960"/>
                </a:lnTo>
                <a:lnTo>
                  <a:pt x="301200" y="110917"/>
                </a:lnTo>
                <a:lnTo>
                  <a:pt x="301644" y="111860"/>
                </a:lnTo>
                <a:lnTo>
                  <a:pt x="302110" y="112784"/>
                </a:lnTo>
                <a:lnTo>
                  <a:pt x="302592" y="113690"/>
                </a:lnTo>
                <a:lnTo>
                  <a:pt x="303090" y="114580"/>
                </a:lnTo>
                <a:lnTo>
                  <a:pt x="303605" y="115452"/>
                </a:lnTo>
                <a:lnTo>
                  <a:pt x="304135" y="116307"/>
                </a:lnTo>
                <a:lnTo>
                  <a:pt x="304681" y="117145"/>
                </a:lnTo>
                <a:lnTo>
                  <a:pt x="305244" y="117966"/>
                </a:lnTo>
                <a:lnTo>
                  <a:pt x="305822" y="118770"/>
                </a:lnTo>
                <a:lnTo>
                  <a:pt x="306416" y="119557"/>
                </a:lnTo>
                <a:lnTo>
                  <a:pt x="307027" y="120326"/>
                </a:lnTo>
                <a:lnTo>
                  <a:pt x="307653" y="121079"/>
                </a:lnTo>
                <a:lnTo>
                  <a:pt x="308295" y="121814"/>
                </a:lnTo>
                <a:lnTo>
                  <a:pt x="308954" y="122532"/>
                </a:lnTo>
                <a:lnTo>
                  <a:pt x="309628" y="123233"/>
                </a:lnTo>
                <a:lnTo>
                  <a:pt x="310319" y="123917"/>
                </a:lnTo>
                <a:lnTo>
                  <a:pt x="311025" y="124584"/>
                </a:lnTo>
                <a:lnTo>
                  <a:pt x="311748" y="125234"/>
                </a:lnTo>
                <a:lnTo>
                  <a:pt x="312486" y="125867"/>
                </a:lnTo>
                <a:lnTo>
                  <a:pt x="313241" y="126482"/>
                </a:lnTo>
                <a:lnTo>
                  <a:pt x="314011" y="127081"/>
                </a:lnTo>
                <a:lnTo>
                  <a:pt x="314798" y="127662"/>
                </a:lnTo>
                <a:lnTo>
                  <a:pt x="315600" y="128226"/>
                </a:lnTo>
                <a:lnTo>
                  <a:pt x="316419" y="128773"/>
                </a:lnTo>
                <a:lnTo>
                  <a:pt x="317254" y="129303"/>
                </a:lnTo>
                <a:lnTo>
                  <a:pt x="318108" y="129808"/>
                </a:lnTo>
                <a:lnTo>
                  <a:pt x="318976" y="130292"/>
                </a:lnTo>
                <a:lnTo>
                  <a:pt x="319858" y="130755"/>
                </a:lnTo>
                <a:lnTo>
                  <a:pt x="320752" y="131195"/>
                </a:lnTo>
                <a:lnTo>
                  <a:pt x="321661" y="131615"/>
                </a:lnTo>
                <a:lnTo>
                  <a:pt x="322582" y="132013"/>
                </a:lnTo>
                <a:lnTo>
                  <a:pt x="323517" y="132389"/>
                </a:lnTo>
                <a:lnTo>
                  <a:pt x="324465" y="132744"/>
                </a:lnTo>
                <a:lnTo>
                  <a:pt x="325427" y="133077"/>
                </a:lnTo>
                <a:lnTo>
                  <a:pt x="326402" y="133389"/>
                </a:lnTo>
                <a:lnTo>
                  <a:pt x="327390" y="133679"/>
                </a:lnTo>
                <a:lnTo>
                  <a:pt x="328392" y="133948"/>
                </a:lnTo>
                <a:lnTo>
                  <a:pt x="329408" y="134195"/>
                </a:lnTo>
                <a:lnTo>
                  <a:pt x="330436" y="134421"/>
                </a:lnTo>
                <a:lnTo>
                  <a:pt x="331478" y="134625"/>
                </a:lnTo>
                <a:lnTo>
                  <a:pt x="332534" y="134808"/>
                </a:lnTo>
                <a:lnTo>
                  <a:pt x="333602" y="134970"/>
                </a:lnTo>
                <a:lnTo>
                  <a:pt x="334684" y="135109"/>
                </a:lnTo>
                <a:lnTo>
                  <a:pt x="335780" y="135228"/>
                </a:lnTo>
                <a:lnTo>
                  <a:pt x="336889" y="135324"/>
                </a:lnTo>
                <a:lnTo>
                  <a:pt x="338011" y="135400"/>
                </a:lnTo>
                <a:lnTo>
                  <a:pt x="339147" y="135453"/>
                </a:lnTo>
                <a:lnTo>
                  <a:pt x="340296" y="135486"/>
                </a:lnTo>
                <a:lnTo>
                  <a:pt x="341459" y="135496"/>
                </a:lnTo>
                <a:lnTo>
                  <a:pt x="342277" y="135491"/>
                </a:lnTo>
                <a:lnTo>
                  <a:pt x="343088" y="135475"/>
                </a:lnTo>
                <a:lnTo>
                  <a:pt x="343893" y="135449"/>
                </a:lnTo>
                <a:lnTo>
                  <a:pt x="344690" y="135412"/>
                </a:lnTo>
                <a:lnTo>
                  <a:pt x="345481" y="135365"/>
                </a:lnTo>
                <a:lnTo>
                  <a:pt x="346266" y="135307"/>
                </a:lnTo>
                <a:lnTo>
                  <a:pt x="347043" y="135238"/>
                </a:lnTo>
                <a:lnTo>
                  <a:pt x="347813" y="135159"/>
                </a:lnTo>
                <a:lnTo>
                  <a:pt x="348577" y="135070"/>
                </a:lnTo>
                <a:lnTo>
                  <a:pt x="349334" y="134970"/>
                </a:lnTo>
                <a:lnTo>
                  <a:pt x="350084" y="134859"/>
                </a:lnTo>
                <a:lnTo>
                  <a:pt x="350828" y="134738"/>
                </a:lnTo>
                <a:lnTo>
                  <a:pt x="351564" y="134606"/>
                </a:lnTo>
                <a:lnTo>
                  <a:pt x="352294" y="134464"/>
                </a:lnTo>
                <a:lnTo>
                  <a:pt x="353017" y="134311"/>
                </a:lnTo>
                <a:lnTo>
                  <a:pt x="353733" y="134148"/>
                </a:lnTo>
                <a:lnTo>
                  <a:pt x="354442" y="133974"/>
                </a:lnTo>
                <a:lnTo>
                  <a:pt x="355145" y="133790"/>
                </a:lnTo>
                <a:lnTo>
                  <a:pt x="355841" y="133595"/>
                </a:lnTo>
                <a:lnTo>
                  <a:pt x="356529" y="133390"/>
                </a:lnTo>
                <a:lnTo>
                  <a:pt x="357212" y="133174"/>
                </a:lnTo>
                <a:lnTo>
                  <a:pt x="357887" y="132947"/>
                </a:lnTo>
                <a:lnTo>
                  <a:pt x="358555" y="132710"/>
                </a:lnTo>
                <a:lnTo>
                  <a:pt x="359217" y="132463"/>
                </a:lnTo>
                <a:lnTo>
                  <a:pt x="359871" y="132201"/>
                </a:lnTo>
                <a:lnTo>
                  <a:pt x="360516" y="131930"/>
                </a:lnTo>
                <a:lnTo>
                  <a:pt x="361153" y="131651"/>
                </a:lnTo>
                <a:lnTo>
                  <a:pt x="361780" y="131364"/>
                </a:lnTo>
                <a:lnTo>
                  <a:pt x="362399" y="131068"/>
                </a:lnTo>
                <a:lnTo>
                  <a:pt x="363009" y="130764"/>
                </a:lnTo>
                <a:lnTo>
                  <a:pt x="363610" y="130452"/>
                </a:lnTo>
                <a:lnTo>
                  <a:pt x="364203" y="130132"/>
                </a:lnTo>
                <a:lnTo>
                  <a:pt x="364786" y="129803"/>
                </a:lnTo>
                <a:lnTo>
                  <a:pt x="365361" y="129465"/>
                </a:lnTo>
                <a:lnTo>
                  <a:pt x="365928" y="129120"/>
                </a:lnTo>
                <a:lnTo>
                  <a:pt x="366485" y="128766"/>
                </a:lnTo>
                <a:lnTo>
                  <a:pt x="367033" y="128404"/>
                </a:lnTo>
                <a:lnTo>
                  <a:pt x="367573" y="128033"/>
                </a:lnTo>
                <a:lnTo>
                  <a:pt x="368104" y="127654"/>
                </a:lnTo>
                <a:lnTo>
                  <a:pt x="368627" y="127267"/>
                </a:lnTo>
                <a:lnTo>
                  <a:pt x="369140" y="126871"/>
                </a:lnTo>
                <a:lnTo>
                  <a:pt x="369645" y="126467"/>
                </a:lnTo>
                <a:lnTo>
                  <a:pt x="370141" y="126055"/>
                </a:lnTo>
                <a:lnTo>
                  <a:pt x="370628" y="125634"/>
                </a:lnTo>
                <a:lnTo>
                  <a:pt x="371106" y="125205"/>
                </a:lnTo>
                <a:lnTo>
                  <a:pt x="371576" y="124768"/>
                </a:lnTo>
                <a:lnTo>
                  <a:pt x="372037" y="124322"/>
                </a:lnTo>
                <a:lnTo>
                  <a:pt x="372489" y="123868"/>
                </a:lnTo>
                <a:lnTo>
                  <a:pt x="372931" y="123401"/>
                </a:lnTo>
                <a:lnTo>
                  <a:pt x="373362" y="122929"/>
                </a:lnTo>
                <a:lnTo>
                  <a:pt x="373783" y="122450"/>
                </a:lnTo>
                <a:lnTo>
                  <a:pt x="374193" y="121965"/>
                </a:lnTo>
                <a:lnTo>
                  <a:pt x="374593" y="121474"/>
                </a:lnTo>
                <a:lnTo>
                  <a:pt x="374981" y="120977"/>
                </a:lnTo>
                <a:lnTo>
                  <a:pt x="375359" y="120473"/>
                </a:lnTo>
                <a:lnTo>
                  <a:pt x="375726" y="119964"/>
                </a:lnTo>
                <a:lnTo>
                  <a:pt x="376082" y="119448"/>
                </a:lnTo>
                <a:lnTo>
                  <a:pt x="376428" y="118926"/>
                </a:lnTo>
                <a:lnTo>
                  <a:pt x="376762" y="118398"/>
                </a:lnTo>
                <a:lnTo>
                  <a:pt x="377086" y="117864"/>
                </a:lnTo>
                <a:lnTo>
                  <a:pt x="377400" y="117324"/>
                </a:lnTo>
                <a:lnTo>
                  <a:pt x="377702" y="116778"/>
                </a:lnTo>
                <a:lnTo>
                  <a:pt x="377994" y="116225"/>
                </a:lnTo>
                <a:lnTo>
                  <a:pt x="378275" y="115666"/>
                </a:lnTo>
                <a:lnTo>
                  <a:pt x="378545" y="115101"/>
                </a:lnTo>
                <a:lnTo>
                  <a:pt x="378805" y="114530"/>
                </a:lnTo>
                <a:lnTo>
                  <a:pt x="379053" y="113953"/>
                </a:lnTo>
                <a:lnTo>
                  <a:pt x="379291" y="113370"/>
                </a:lnTo>
                <a:lnTo>
                  <a:pt x="379519" y="112781"/>
                </a:lnTo>
                <a:lnTo>
                  <a:pt x="379735" y="112185"/>
                </a:lnTo>
                <a:lnTo>
                  <a:pt x="379941" y="111583"/>
                </a:lnTo>
                <a:lnTo>
                  <a:pt x="380136" y="110976"/>
                </a:lnTo>
                <a:lnTo>
                  <a:pt x="365727" y="106931"/>
                </a:lnTo>
                <a:lnTo>
                  <a:pt x="365566" y="107349"/>
                </a:lnTo>
                <a:lnTo>
                  <a:pt x="365400" y="107762"/>
                </a:lnTo>
                <a:lnTo>
                  <a:pt x="365228" y="108169"/>
                </a:lnTo>
                <a:lnTo>
                  <a:pt x="365051" y="108571"/>
                </a:lnTo>
                <a:lnTo>
                  <a:pt x="364868" y="108966"/>
                </a:lnTo>
                <a:lnTo>
                  <a:pt x="364680" y="109356"/>
                </a:lnTo>
                <a:lnTo>
                  <a:pt x="364486" y="109740"/>
                </a:lnTo>
                <a:lnTo>
                  <a:pt x="364287" y="110119"/>
                </a:lnTo>
                <a:lnTo>
                  <a:pt x="364082" y="110492"/>
                </a:lnTo>
                <a:lnTo>
                  <a:pt x="363872" y="110859"/>
                </a:lnTo>
                <a:lnTo>
                  <a:pt x="363657" y="111220"/>
                </a:lnTo>
                <a:lnTo>
                  <a:pt x="363436" y="111576"/>
                </a:lnTo>
                <a:lnTo>
                  <a:pt x="363209" y="111926"/>
                </a:lnTo>
                <a:lnTo>
                  <a:pt x="362977" y="112270"/>
                </a:lnTo>
                <a:lnTo>
                  <a:pt x="362739" y="112609"/>
                </a:lnTo>
                <a:lnTo>
                  <a:pt x="362496" y="112942"/>
                </a:lnTo>
                <a:lnTo>
                  <a:pt x="362248" y="113269"/>
                </a:lnTo>
                <a:lnTo>
                  <a:pt x="361994" y="113590"/>
                </a:lnTo>
                <a:lnTo>
                  <a:pt x="361734" y="113906"/>
                </a:lnTo>
                <a:lnTo>
                  <a:pt x="361469" y="114216"/>
                </a:lnTo>
                <a:lnTo>
                  <a:pt x="361199" y="114521"/>
                </a:lnTo>
                <a:lnTo>
                  <a:pt x="360923" y="114819"/>
                </a:lnTo>
                <a:lnTo>
                  <a:pt x="360642" y="115112"/>
                </a:lnTo>
                <a:lnTo>
                  <a:pt x="360355" y="115399"/>
                </a:lnTo>
                <a:lnTo>
                  <a:pt x="360063" y="115676"/>
                </a:lnTo>
                <a:lnTo>
                  <a:pt x="359766" y="115946"/>
                </a:lnTo>
                <a:lnTo>
                  <a:pt x="359465" y="116211"/>
                </a:lnTo>
                <a:lnTo>
                  <a:pt x="359159" y="116470"/>
                </a:lnTo>
                <a:lnTo>
                  <a:pt x="358849" y="116724"/>
                </a:lnTo>
                <a:lnTo>
                  <a:pt x="358534" y="116972"/>
                </a:lnTo>
                <a:lnTo>
                  <a:pt x="358214" y="117214"/>
                </a:lnTo>
                <a:lnTo>
                  <a:pt x="357890" y="117450"/>
                </a:lnTo>
                <a:lnTo>
                  <a:pt x="357561" y="117681"/>
                </a:lnTo>
                <a:lnTo>
                  <a:pt x="357228" y="117905"/>
                </a:lnTo>
                <a:lnTo>
                  <a:pt x="356890" y="118125"/>
                </a:lnTo>
                <a:lnTo>
                  <a:pt x="356547" y="118338"/>
                </a:lnTo>
                <a:lnTo>
                  <a:pt x="356200" y="118546"/>
                </a:lnTo>
                <a:lnTo>
                  <a:pt x="355848" y="118748"/>
                </a:lnTo>
                <a:lnTo>
                  <a:pt x="355491" y="118944"/>
                </a:lnTo>
                <a:lnTo>
                  <a:pt x="355130" y="119135"/>
                </a:lnTo>
                <a:lnTo>
                  <a:pt x="354765" y="119320"/>
                </a:lnTo>
                <a:lnTo>
                  <a:pt x="354394" y="119499"/>
                </a:lnTo>
                <a:lnTo>
                  <a:pt x="354019" y="119673"/>
                </a:lnTo>
                <a:lnTo>
                  <a:pt x="353640" y="119841"/>
                </a:lnTo>
                <a:lnTo>
                  <a:pt x="353256" y="120003"/>
                </a:lnTo>
                <a:lnTo>
                  <a:pt x="352867" y="120159"/>
                </a:lnTo>
                <a:lnTo>
                  <a:pt x="352474" y="120310"/>
                </a:lnTo>
                <a:lnTo>
                  <a:pt x="352076" y="120455"/>
                </a:lnTo>
                <a:lnTo>
                  <a:pt x="351679" y="120589"/>
                </a:lnTo>
                <a:lnTo>
                  <a:pt x="351278" y="120718"/>
                </a:lnTo>
                <a:lnTo>
                  <a:pt x="350873" y="120840"/>
                </a:lnTo>
                <a:lnTo>
                  <a:pt x="350464" y="120957"/>
                </a:lnTo>
                <a:lnTo>
                  <a:pt x="350051" y="121069"/>
                </a:lnTo>
                <a:lnTo>
                  <a:pt x="349635" y="121174"/>
                </a:lnTo>
                <a:lnTo>
                  <a:pt x="349214" y="121274"/>
                </a:lnTo>
                <a:lnTo>
                  <a:pt x="348789" y="121368"/>
                </a:lnTo>
                <a:lnTo>
                  <a:pt x="348361" y="121457"/>
                </a:lnTo>
                <a:lnTo>
                  <a:pt x="347928" y="121539"/>
                </a:lnTo>
                <a:lnTo>
                  <a:pt x="347492" y="121616"/>
                </a:lnTo>
                <a:lnTo>
                  <a:pt x="347052" y="121688"/>
                </a:lnTo>
                <a:lnTo>
                  <a:pt x="346607" y="121753"/>
                </a:lnTo>
                <a:lnTo>
                  <a:pt x="346159" y="121813"/>
                </a:lnTo>
                <a:lnTo>
                  <a:pt x="345707" y="121867"/>
                </a:lnTo>
                <a:lnTo>
                  <a:pt x="345250" y="121916"/>
                </a:lnTo>
                <a:lnTo>
                  <a:pt x="344790" y="121959"/>
                </a:lnTo>
                <a:lnTo>
                  <a:pt x="344326" y="121996"/>
                </a:lnTo>
                <a:lnTo>
                  <a:pt x="343858" y="122027"/>
                </a:lnTo>
                <a:lnTo>
                  <a:pt x="343386" y="122053"/>
                </a:lnTo>
                <a:lnTo>
                  <a:pt x="342910" y="122073"/>
                </a:lnTo>
                <a:lnTo>
                  <a:pt x="342430" y="122087"/>
                </a:lnTo>
                <a:lnTo>
                  <a:pt x="341946" y="122096"/>
                </a:lnTo>
                <a:lnTo>
                  <a:pt x="341459" y="122098"/>
                </a:lnTo>
                <a:lnTo>
                  <a:pt x="340709" y="122092"/>
                </a:lnTo>
                <a:lnTo>
                  <a:pt x="339968" y="122071"/>
                </a:lnTo>
                <a:lnTo>
                  <a:pt x="339234" y="122037"/>
                </a:lnTo>
                <a:lnTo>
                  <a:pt x="338508" y="121990"/>
                </a:lnTo>
                <a:lnTo>
                  <a:pt x="337789" y="121928"/>
                </a:lnTo>
                <a:lnTo>
                  <a:pt x="337078" y="121854"/>
                </a:lnTo>
                <a:lnTo>
                  <a:pt x="336375" y="121765"/>
                </a:lnTo>
                <a:lnTo>
                  <a:pt x="335679" y="121663"/>
                </a:lnTo>
                <a:lnTo>
                  <a:pt x="334992" y="121547"/>
                </a:lnTo>
                <a:lnTo>
                  <a:pt x="334311" y="121418"/>
                </a:lnTo>
                <a:lnTo>
                  <a:pt x="333639" y="121275"/>
                </a:lnTo>
                <a:lnTo>
                  <a:pt x="332974" y="121119"/>
                </a:lnTo>
                <a:lnTo>
                  <a:pt x="332317" y="120949"/>
                </a:lnTo>
                <a:lnTo>
                  <a:pt x="331668" y="120765"/>
                </a:lnTo>
                <a:lnTo>
                  <a:pt x="331026" y="120568"/>
                </a:lnTo>
                <a:lnTo>
                  <a:pt x="330392" y="120357"/>
                </a:lnTo>
                <a:lnTo>
                  <a:pt x="329765" y="120132"/>
                </a:lnTo>
                <a:lnTo>
                  <a:pt x="329147" y="119894"/>
                </a:lnTo>
                <a:lnTo>
                  <a:pt x="328536" y="119643"/>
                </a:lnTo>
                <a:lnTo>
                  <a:pt x="327932" y="119377"/>
                </a:lnTo>
                <a:lnTo>
                  <a:pt x="327337" y="119099"/>
                </a:lnTo>
                <a:lnTo>
                  <a:pt x="326749" y="118806"/>
                </a:lnTo>
                <a:lnTo>
                  <a:pt x="326168" y="118500"/>
                </a:lnTo>
                <a:lnTo>
                  <a:pt x="325596" y="118180"/>
                </a:lnTo>
                <a:lnTo>
                  <a:pt x="325032" y="117842"/>
                </a:lnTo>
                <a:lnTo>
                  <a:pt x="324479" y="117492"/>
                </a:lnTo>
                <a:lnTo>
                  <a:pt x="323936" y="117129"/>
                </a:lnTo>
                <a:lnTo>
                  <a:pt x="323403" y="116753"/>
                </a:lnTo>
                <a:lnTo>
                  <a:pt x="322881" y="116365"/>
                </a:lnTo>
                <a:lnTo>
                  <a:pt x="322369" y="115964"/>
                </a:lnTo>
                <a:lnTo>
                  <a:pt x="321867" y="115551"/>
                </a:lnTo>
                <a:lnTo>
                  <a:pt x="321376" y="115126"/>
                </a:lnTo>
                <a:lnTo>
                  <a:pt x="320894" y="114687"/>
                </a:lnTo>
                <a:lnTo>
                  <a:pt x="320424" y="114237"/>
                </a:lnTo>
                <a:lnTo>
                  <a:pt x="319963" y="113774"/>
                </a:lnTo>
                <a:lnTo>
                  <a:pt x="319513" y="113298"/>
                </a:lnTo>
                <a:lnTo>
                  <a:pt x="319073" y="112810"/>
                </a:lnTo>
                <a:lnTo>
                  <a:pt x="318644" y="112309"/>
                </a:lnTo>
                <a:lnTo>
                  <a:pt x="318224" y="111796"/>
                </a:lnTo>
                <a:lnTo>
                  <a:pt x="317815" y="111271"/>
                </a:lnTo>
                <a:lnTo>
                  <a:pt x="317417" y="110732"/>
                </a:lnTo>
                <a:lnTo>
                  <a:pt x="317029" y="110182"/>
                </a:lnTo>
                <a:lnTo>
                  <a:pt x="316651" y="109618"/>
                </a:lnTo>
                <a:lnTo>
                  <a:pt x="316283" y="109043"/>
                </a:lnTo>
                <a:lnTo>
                  <a:pt x="315926" y="108455"/>
                </a:lnTo>
                <a:lnTo>
                  <a:pt x="315579" y="107854"/>
                </a:lnTo>
                <a:lnTo>
                  <a:pt x="315242" y="107241"/>
                </a:lnTo>
                <a:lnTo>
                  <a:pt x="314915" y="106615"/>
                </a:lnTo>
                <a:lnTo>
                  <a:pt x="314606" y="105972"/>
                </a:lnTo>
                <a:lnTo>
                  <a:pt x="314310" y="105317"/>
                </a:lnTo>
                <a:lnTo>
                  <a:pt x="314027" y="104651"/>
                </a:lnTo>
                <a:lnTo>
                  <a:pt x="313757" y="103973"/>
                </a:lnTo>
                <a:lnTo>
                  <a:pt x="313500" y="103283"/>
                </a:lnTo>
                <a:lnTo>
                  <a:pt x="313256" y="102582"/>
                </a:lnTo>
                <a:lnTo>
                  <a:pt x="313026" y="101869"/>
                </a:lnTo>
                <a:lnTo>
                  <a:pt x="312809" y="101145"/>
                </a:lnTo>
                <a:lnTo>
                  <a:pt x="312605" y="100409"/>
                </a:lnTo>
                <a:lnTo>
                  <a:pt x="312414" y="99661"/>
                </a:lnTo>
                <a:lnTo>
                  <a:pt x="312236" y="98902"/>
                </a:lnTo>
                <a:lnTo>
                  <a:pt x="312071" y="98131"/>
                </a:lnTo>
                <a:lnTo>
                  <a:pt x="311920" y="97348"/>
                </a:lnTo>
                <a:lnTo>
                  <a:pt x="311782" y="96554"/>
                </a:lnTo>
                <a:lnTo>
                  <a:pt x="311657" y="95748"/>
                </a:lnTo>
                <a:lnTo>
                  <a:pt x="311545" y="94930"/>
                </a:lnTo>
                <a:lnTo>
                  <a:pt x="311446" y="94101"/>
                </a:lnTo>
                <a:lnTo>
                  <a:pt x="311360" y="93260"/>
                </a:lnTo>
                <a:lnTo>
                  <a:pt x="311288" y="92408"/>
                </a:lnTo>
                <a:lnTo>
                  <a:pt x="311229" y="91544"/>
                </a:lnTo>
                <a:lnTo>
                  <a:pt x="311183" y="90668"/>
                </a:lnTo>
                <a:lnTo>
                  <a:pt x="311158" y="89994"/>
                </a:lnTo>
                <a:lnTo>
                  <a:pt x="381652" y="89994"/>
                </a:lnTo>
                <a:lnTo>
                  <a:pt x="381652" y="83674"/>
                </a:lnTo>
                <a:lnTo>
                  <a:pt x="381646" y="82549"/>
                </a:lnTo>
                <a:lnTo>
                  <a:pt x="381627" y="81439"/>
                </a:lnTo>
                <a:lnTo>
                  <a:pt x="381596" y="80344"/>
                </a:lnTo>
                <a:lnTo>
                  <a:pt x="381552" y="79264"/>
                </a:lnTo>
                <a:close/>
                <a:moveTo>
                  <a:pt x="311612" y="73499"/>
                </a:moveTo>
                <a:lnTo>
                  <a:pt x="311727" y="72864"/>
                </a:lnTo>
                <a:lnTo>
                  <a:pt x="311854" y="72232"/>
                </a:lnTo>
                <a:lnTo>
                  <a:pt x="311992" y="71603"/>
                </a:lnTo>
                <a:lnTo>
                  <a:pt x="312143" y="70978"/>
                </a:lnTo>
                <a:lnTo>
                  <a:pt x="312306" y="70357"/>
                </a:lnTo>
                <a:lnTo>
                  <a:pt x="312481" y="69739"/>
                </a:lnTo>
                <a:lnTo>
                  <a:pt x="312668" y="69125"/>
                </a:lnTo>
                <a:lnTo>
                  <a:pt x="312867" y="68514"/>
                </a:lnTo>
                <a:lnTo>
                  <a:pt x="313079" y="67906"/>
                </a:lnTo>
                <a:lnTo>
                  <a:pt x="313302" y="67302"/>
                </a:lnTo>
                <a:lnTo>
                  <a:pt x="313537" y="66702"/>
                </a:lnTo>
                <a:lnTo>
                  <a:pt x="313785" y="66105"/>
                </a:lnTo>
                <a:lnTo>
                  <a:pt x="314044" y="65512"/>
                </a:lnTo>
                <a:lnTo>
                  <a:pt x="314316" y="64922"/>
                </a:lnTo>
                <a:lnTo>
                  <a:pt x="314599" y="64336"/>
                </a:lnTo>
                <a:lnTo>
                  <a:pt x="314894" y="63756"/>
                </a:lnTo>
                <a:lnTo>
                  <a:pt x="315199" y="63185"/>
                </a:lnTo>
                <a:lnTo>
                  <a:pt x="315515" y="62623"/>
                </a:lnTo>
                <a:lnTo>
                  <a:pt x="315841" y="62071"/>
                </a:lnTo>
                <a:lnTo>
                  <a:pt x="316177" y="61528"/>
                </a:lnTo>
                <a:lnTo>
                  <a:pt x="316523" y="60994"/>
                </a:lnTo>
                <a:lnTo>
                  <a:pt x="316880" y="60469"/>
                </a:lnTo>
                <a:lnTo>
                  <a:pt x="317247" y="59954"/>
                </a:lnTo>
                <a:lnTo>
                  <a:pt x="317624" y="59448"/>
                </a:lnTo>
                <a:lnTo>
                  <a:pt x="318012" y="58951"/>
                </a:lnTo>
                <a:lnTo>
                  <a:pt x="318410" y="58463"/>
                </a:lnTo>
                <a:lnTo>
                  <a:pt x="318818" y="57984"/>
                </a:lnTo>
                <a:lnTo>
                  <a:pt x="319236" y="57515"/>
                </a:lnTo>
                <a:lnTo>
                  <a:pt x="319665" y="57055"/>
                </a:lnTo>
                <a:lnTo>
                  <a:pt x="320105" y="56604"/>
                </a:lnTo>
                <a:lnTo>
                  <a:pt x="320554" y="56162"/>
                </a:lnTo>
                <a:lnTo>
                  <a:pt x="321014" y="55729"/>
                </a:lnTo>
                <a:lnTo>
                  <a:pt x="321484" y="55306"/>
                </a:lnTo>
                <a:lnTo>
                  <a:pt x="321964" y="54892"/>
                </a:lnTo>
                <a:lnTo>
                  <a:pt x="322455" y="54487"/>
                </a:lnTo>
                <a:lnTo>
                  <a:pt x="322956" y="54092"/>
                </a:lnTo>
                <a:lnTo>
                  <a:pt x="323468" y="53705"/>
                </a:lnTo>
                <a:lnTo>
                  <a:pt x="323989" y="53328"/>
                </a:lnTo>
                <a:lnTo>
                  <a:pt x="324521" y="52960"/>
                </a:lnTo>
                <a:lnTo>
                  <a:pt x="325068" y="52599"/>
                </a:lnTo>
                <a:lnTo>
                  <a:pt x="325623" y="52253"/>
                </a:lnTo>
                <a:lnTo>
                  <a:pt x="326186" y="51923"/>
                </a:lnTo>
                <a:lnTo>
                  <a:pt x="326758" y="51608"/>
                </a:lnTo>
                <a:lnTo>
                  <a:pt x="327338" y="51309"/>
                </a:lnTo>
                <a:lnTo>
                  <a:pt x="327926" y="51024"/>
                </a:lnTo>
                <a:lnTo>
                  <a:pt x="328523" y="50756"/>
                </a:lnTo>
                <a:lnTo>
                  <a:pt x="329128" y="50502"/>
                </a:lnTo>
                <a:lnTo>
                  <a:pt x="329741" y="50264"/>
                </a:lnTo>
                <a:lnTo>
                  <a:pt x="330363" y="50041"/>
                </a:lnTo>
                <a:lnTo>
                  <a:pt x="330993" y="49834"/>
                </a:lnTo>
                <a:lnTo>
                  <a:pt x="331631" y="49642"/>
                </a:lnTo>
                <a:lnTo>
                  <a:pt x="332278" y="49465"/>
                </a:lnTo>
                <a:lnTo>
                  <a:pt x="332933" y="49304"/>
                </a:lnTo>
                <a:lnTo>
                  <a:pt x="333596" y="49158"/>
                </a:lnTo>
                <a:lnTo>
                  <a:pt x="334268" y="49028"/>
                </a:lnTo>
                <a:lnTo>
                  <a:pt x="334948" y="48912"/>
                </a:lnTo>
                <a:lnTo>
                  <a:pt x="335636" y="48813"/>
                </a:lnTo>
                <a:lnTo>
                  <a:pt x="336333" y="48728"/>
                </a:lnTo>
                <a:lnTo>
                  <a:pt x="337038" y="48659"/>
                </a:lnTo>
                <a:lnTo>
                  <a:pt x="337752" y="48605"/>
                </a:lnTo>
                <a:lnTo>
                  <a:pt x="338473" y="48567"/>
                </a:lnTo>
                <a:lnTo>
                  <a:pt x="339203" y="48544"/>
                </a:lnTo>
                <a:lnTo>
                  <a:pt x="339942" y="48536"/>
                </a:lnTo>
                <a:lnTo>
                  <a:pt x="340612" y="48542"/>
                </a:lnTo>
                <a:lnTo>
                  <a:pt x="341275" y="48562"/>
                </a:lnTo>
                <a:lnTo>
                  <a:pt x="341931" y="48594"/>
                </a:lnTo>
                <a:lnTo>
                  <a:pt x="342579" y="48640"/>
                </a:lnTo>
                <a:lnTo>
                  <a:pt x="343219" y="48698"/>
                </a:lnTo>
                <a:lnTo>
                  <a:pt x="343852" y="48769"/>
                </a:lnTo>
                <a:lnTo>
                  <a:pt x="344478" y="48853"/>
                </a:lnTo>
                <a:lnTo>
                  <a:pt x="345096" y="48950"/>
                </a:lnTo>
                <a:lnTo>
                  <a:pt x="345707" y="49060"/>
                </a:lnTo>
                <a:lnTo>
                  <a:pt x="346310" y="49183"/>
                </a:lnTo>
                <a:lnTo>
                  <a:pt x="346906" y="49319"/>
                </a:lnTo>
                <a:lnTo>
                  <a:pt x="347494" y="49468"/>
                </a:lnTo>
                <a:lnTo>
                  <a:pt x="348075" y="49630"/>
                </a:lnTo>
                <a:lnTo>
                  <a:pt x="348648" y="49805"/>
                </a:lnTo>
                <a:lnTo>
                  <a:pt x="349214" y="49993"/>
                </a:lnTo>
                <a:lnTo>
                  <a:pt x="349773" y="50193"/>
                </a:lnTo>
                <a:lnTo>
                  <a:pt x="350324" y="50407"/>
                </a:lnTo>
                <a:lnTo>
                  <a:pt x="350867" y="50633"/>
                </a:lnTo>
                <a:lnTo>
                  <a:pt x="351403" y="50873"/>
                </a:lnTo>
                <a:lnTo>
                  <a:pt x="351932" y="51125"/>
                </a:lnTo>
                <a:lnTo>
                  <a:pt x="352453" y="51391"/>
                </a:lnTo>
                <a:lnTo>
                  <a:pt x="352967" y="51669"/>
                </a:lnTo>
                <a:lnTo>
                  <a:pt x="353473" y="51960"/>
                </a:lnTo>
                <a:lnTo>
                  <a:pt x="353972" y="52265"/>
                </a:lnTo>
                <a:lnTo>
                  <a:pt x="354467" y="52580"/>
                </a:lnTo>
                <a:lnTo>
                  <a:pt x="354953" y="52905"/>
                </a:lnTo>
                <a:lnTo>
                  <a:pt x="355429" y="53239"/>
                </a:lnTo>
                <a:lnTo>
                  <a:pt x="355896" y="53583"/>
                </a:lnTo>
                <a:lnTo>
                  <a:pt x="356353" y="53936"/>
                </a:lnTo>
                <a:lnTo>
                  <a:pt x="356800" y="54299"/>
                </a:lnTo>
                <a:lnTo>
                  <a:pt x="357237" y="54671"/>
                </a:lnTo>
                <a:lnTo>
                  <a:pt x="357665" y="55052"/>
                </a:lnTo>
                <a:lnTo>
                  <a:pt x="358084" y="55443"/>
                </a:lnTo>
                <a:lnTo>
                  <a:pt x="358492" y="55844"/>
                </a:lnTo>
                <a:lnTo>
                  <a:pt x="358891" y="56254"/>
                </a:lnTo>
                <a:lnTo>
                  <a:pt x="359280" y="56673"/>
                </a:lnTo>
                <a:lnTo>
                  <a:pt x="359660" y="57101"/>
                </a:lnTo>
                <a:lnTo>
                  <a:pt x="360030" y="57540"/>
                </a:lnTo>
                <a:lnTo>
                  <a:pt x="360390" y="57987"/>
                </a:lnTo>
                <a:lnTo>
                  <a:pt x="360741" y="58444"/>
                </a:lnTo>
                <a:lnTo>
                  <a:pt x="361082" y="58910"/>
                </a:lnTo>
                <a:lnTo>
                  <a:pt x="361413" y="59386"/>
                </a:lnTo>
                <a:lnTo>
                  <a:pt x="361735" y="59872"/>
                </a:lnTo>
                <a:lnTo>
                  <a:pt x="362047" y="60366"/>
                </a:lnTo>
                <a:lnTo>
                  <a:pt x="362349" y="60870"/>
                </a:lnTo>
                <a:lnTo>
                  <a:pt x="362642" y="61384"/>
                </a:lnTo>
                <a:lnTo>
                  <a:pt x="362925" y="61907"/>
                </a:lnTo>
                <a:lnTo>
                  <a:pt x="363199" y="62440"/>
                </a:lnTo>
                <a:lnTo>
                  <a:pt x="363467" y="62980"/>
                </a:lnTo>
                <a:lnTo>
                  <a:pt x="363723" y="63526"/>
                </a:lnTo>
                <a:lnTo>
                  <a:pt x="363969" y="64079"/>
                </a:lnTo>
                <a:lnTo>
                  <a:pt x="364203" y="64637"/>
                </a:lnTo>
                <a:lnTo>
                  <a:pt x="364425" y="65202"/>
                </a:lnTo>
                <a:lnTo>
                  <a:pt x="364636" y="65773"/>
                </a:lnTo>
                <a:lnTo>
                  <a:pt x="364836" y="66350"/>
                </a:lnTo>
                <a:lnTo>
                  <a:pt x="365024" y="66934"/>
                </a:lnTo>
                <a:lnTo>
                  <a:pt x="365201" y="67523"/>
                </a:lnTo>
                <a:lnTo>
                  <a:pt x="365367" y="68119"/>
                </a:lnTo>
                <a:lnTo>
                  <a:pt x="365521" y="68720"/>
                </a:lnTo>
                <a:lnTo>
                  <a:pt x="365663" y="69328"/>
                </a:lnTo>
                <a:lnTo>
                  <a:pt x="365795" y="69942"/>
                </a:lnTo>
                <a:lnTo>
                  <a:pt x="365914" y="70562"/>
                </a:lnTo>
                <a:lnTo>
                  <a:pt x="366023" y="71189"/>
                </a:lnTo>
                <a:lnTo>
                  <a:pt x="366120" y="71821"/>
                </a:lnTo>
                <a:lnTo>
                  <a:pt x="366205" y="72460"/>
                </a:lnTo>
                <a:lnTo>
                  <a:pt x="366279" y="73104"/>
                </a:lnTo>
                <a:lnTo>
                  <a:pt x="366342" y="73755"/>
                </a:lnTo>
                <a:lnTo>
                  <a:pt x="366394" y="74412"/>
                </a:lnTo>
                <a:lnTo>
                  <a:pt x="366434" y="75075"/>
                </a:lnTo>
                <a:lnTo>
                  <a:pt x="366462" y="75744"/>
                </a:lnTo>
                <a:lnTo>
                  <a:pt x="366479" y="76420"/>
                </a:lnTo>
                <a:lnTo>
                  <a:pt x="366485" y="77101"/>
                </a:lnTo>
                <a:lnTo>
                  <a:pt x="311196" y="77101"/>
                </a:lnTo>
                <a:lnTo>
                  <a:pt x="311220" y="76729"/>
                </a:lnTo>
                <a:lnTo>
                  <a:pt x="311274" y="76076"/>
                </a:lnTo>
                <a:lnTo>
                  <a:pt x="311341" y="75427"/>
                </a:lnTo>
                <a:lnTo>
                  <a:pt x="311419" y="74781"/>
                </a:lnTo>
                <a:lnTo>
                  <a:pt x="311510" y="74138"/>
                </a:lnTo>
                <a:lnTo>
                  <a:pt x="311612" y="73499"/>
                </a:lnTo>
                <a:close/>
                <a:moveTo>
                  <a:pt x="603303" y="249961"/>
                </a:moveTo>
                <a:lnTo>
                  <a:pt x="588641" y="249961"/>
                </a:lnTo>
                <a:lnTo>
                  <a:pt x="588641" y="262600"/>
                </a:lnTo>
                <a:lnTo>
                  <a:pt x="603303" y="262600"/>
                </a:lnTo>
                <a:lnTo>
                  <a:pt x="603303" y="323270"/>
                </a:lnTo>
                <a:lnTo>
                  <a:pt x="603310" y="323971"/>
                </a:lnTo>
                <a:lnTo>
                  <a:pt x="603331" y="324661"/>
                </a:lnTo>
                <a:lnTo>
                  <a:pt x="603365" y="325342"/>
                </a:lnTo>
                <a:lnTo>
                  <a:pt x="603412" y="326012"/>
                </a:lnTo>
                <a:lnTo>
                  <a:pt x="603473" y="326673"/>
                </a:lnTo>
                <a:lnTo>
                  <a:pt x="603548" y="327323"/>
                </a:lnTo>
                <a:lnTo>
                  <a:pt x="603637" y="327963"/>
                </a:lnTo>
                <a:lnTo>
                  <a:pt x="603739" y="328593"/>
                </a:lnTo>
                <a:lnTo>
                  <a:pt x="603854" y="329213"/>
                </a:lnTo>
                <a:lnTo>
                  <a:pt x="603984" y="329823"/>
                </a:lnTo>
                <a:lnTo>
                  <a:pt x="604127" y="330422"/>
                </a:lnTo>
                <a:lnTo>
                  <a:pt x="604283" y="331012"/>
                </a:lnTo>
                <a:lnTo>
                  <a:pt x="604453" y="331591"/>
                </a:lnTo>
                <a:lnTo>
                  <a:pt x="604637" y="332161"/>
                </a:lnTo>
                <a:lnTo>
                  <a:pt x="604834" y="332720"/>
                </a:lnTo>
                <a:lnTo>
                  <a:pt x="605045" y="333269"/>
                </a:lnTo>
                <a:lnTo>
                  <a:pt x="605269" y="333809"/>
                </a:lnTo>
                <a:lnTo>
                  <a:pt x="605507" y="334338"/>
                </a:lnTo>
                <a:lnTo>
                  <a:pt x="605759" y="334857"/>
                </a:lnTo>
                <a:lnTo>
                  <a:pt x="606024" y="335366"/>
                </a:lnTo>
                <a:lnTo>
                  <a:pt x="606303" y="335864"/>
                </a:lnTo>
                <a:lnTo>
                  <a:pt x="606596" y="336353"/>
                </a:lnTo>
                <a:lnTo>
                  <a:pt x="606902" y="336832"/>
                </a:lnTo>
                <a:lnTo>
                  <a:pt x="607222" y="337300"/>
                </a:lnTo>
                <a:lnTo>
                  <a:pt x="607557" y="337759"/>
                </a:lnTo>
                <a:lnTo>
                  <a:pt x="607899" y="338207"/>
                </a:lnTo>
                <a:lnTo>
                  <a:pt x="608249" y="338646"/>
                </a:lnTo>
                <a:lnTo>
                  <a:pt x="608605" y="339075"/>
                </a:lnTo>
                <a:lnTo>
                  <a:pt x="608968" y="339494"/>
                </a:lnTo>
                <a:lnTo>
                  <a:pt x="609339" y="339903"/>
                </a:lnTo>
                <a:lnTo>
                  <a:pt x="609716" y="340302"/>
                </a:lnTo>
                <a:lnTo>
                  <a:pt x="610101" y="340692"/>
                </a:lnTo>
                <a:lnTo>
                  <a:pt x="610492" y="341071"/>
                </a:lnTo>
                <a:lnTo>
                  <a:pt x="610891" y="341441"/>
                </a:lnTo>
                <a:lnTo>
                  <a:pt x="611296" y="341801"/>
                </a:lnTo>
                <a:lnTo>
                  <a:pt x="611709" y="342151"/>
                </a:lnTo>
                <a:lnTo>
                  <a:pt x="612128" y="342491"/>
                </a:lnTo>
                <a:lnTo>
                  <a:pt x="612555" y="342821"/>
                </a:lnTo>
                <a:lnTo>
                  <a:pt x="612989" y="343141"/>
                </a:lnTo>
                <a:lnTo>
                  <a:pt x="613429" y="343451"/>
                </a:lnTo>
                <a:lnTo>
                  <a:pt x="613877" y="343752"/>
                </a:lnTo>
                <a:lnTo>
                  <a:pt x="614331" y="344043"/>
                </a:lnTo>
                <a:lnTo>
                  <a:pt x="614793" y="344323"/>
                </a:lnTo>
                <a:lnTo>
                  <a:pt x="615262" y="344594"/>
                </a:lnTo>
                <a:lnTo>
                  <a:pt x="615738" y="344855"/>
                </a:lnTo>
                <a:lnTo>
                  <a:pt x="616220" y="345106"/>
                </a:lnTo>
                <a:lnTo>
                  <a:pt x="616710" y="345348"/>
                </a:lnTo>
                <a:lnTo>
                  <a:pt x="617207" y="345579"/>
                </a:lnTo>
                <a:lnTo>
                  <a:pt x="617713" y="345801"/>
                </a:lnTo>
                <a:lnTo>
                  <a:pt x="618220" y="346013"/>
                </a:lnTo>
                <a:lnTo>
                  <a:pt x="618728" y="346216"/>
                </a:lnTo>
                <a:lnTo>
                  <a:pt x="619236" y="346409"/>
                </a:lnTo>
                <a:lnTo>
                  <a:pt x="619746" y="346593"/>
                </a:lnTo>
                <a:lnTo>
                  <a:pt x="620256" y="346768"/>
                </a:lnTo>
                <a:lnTo>
                  <a:pt x="620768" y="346933"/>
                </a:lnTo>
                <a:lnTo>
                  <a:pt x="621280" y="347089"/>
                </a:lnTo>
                <a:lnTo>
                  <a:pt x="621793" y="347235"/>
                </a:lnTo>
                <a:lnTo>
                  <a:pt x="622307" y="347372"/>
                </a:lnTo>
                <a:lnTo>
                  <a:pt x="622821" y="347499"/>
                </a:lnTo>
                <a:lnTo>
                  <a:pt x="623337" y="347617"/>
                </a:lnTo>
                <a:lnTo>
                  <a:pt x="623854" y="347726"/>
                </a:lnTo>
                <a:lnTo>
                  <a:pt x="624371" y="347825"/>
                </a:lnTo>
                <a:lnTo>
                  <a:pt x="624889" y="347914"/>
                </a:lnTo>
                <a:lnTo>
                  <a:pt x="625409" y="347995"/>
                </a:lnTo>
                <a:lnTo>
                  <a:pt x="625929" y="348065"/>
                </a:lnTo>
                <a:lnTo>
                  <a:pt x="626450" y="348127"/>
                </a:lnTo>
                <a:lnTo>
                  <a:pt x="626971" y="348179"/>
                </a:lnTo>
                <a:lnTo>
                  <a:pt x="627494" y="348221"/>
                </a:lnTo>
                <a:lnTo>
                  <a:pt x="628018" y="348254"/>
                </a:lnTo>
                <a:lnTo>
                  <a:pt x="628542" y="348278"/>
                </a:lnTo>
                <a:lnTo>
                  <a:pt x="629068" y="348292"/>
                </a:lnTo>
                <a:lnTo>
                  <a:pt x="629594" y="348297"/>
                </a:lnTo>
                <a:lnTo>
                  <a:pt x="629939" y="348295"/>
                </a:lnTo>
                <a:lnTo>
                  <a:pt x="630279" y="348292"/>
                </a:lnTo>
                <a:lnTo>
                  <a:pt x="630614" y="348287"/>
                </a:lnTo>
                <a:lnTo>
                  <a:pt x="630944" y="348279"/>
                </a:lnTo>
                <a:lnTo>
                  <a:pt x="631269" y="348269"/>
                </a:lnTo>
                <a:lnTo>
                  <a:pt x="631588" y="348257"/>
                </a:lnTo>
                <a:lnTo>
                  <a:pt x="631903" y="348243"/>
                </a:lnTo>
                <a:lnTo>
                  <a:pt x="632213" y="348226"/>
                </a:lnTo>
                <a:lnTo>
                  <a:pt x="632518" y="348208"/>
                </a:lnTo>
                <a:lnTo>
                  <a:pt x="632817" y="348187"/>
                </a:lnTo>
                <a:lnTo>
                  <a:pt x="633112" y="348164"/>
                </a:lnTo>
                <a:lnTo>
                  <a:pt x="633401" y="348139"/>
                </a:lnTo>
                <a:lnTo>
                  <a:pt x="633686" y="348111"/>
                </a:lnTo>
                <a:lnTo>
                  <a:pt x="633965" y="348081"/>
                </a:lnTo>
                <a:lnTo>
                  <a:pt x="634240" y="348050"/>
                </a:lnTo>
                <a:lnTo>
                  <a:pt x="634509" y="348016"/>
                </a:lnTo>
                <a:lnTo>
                  <a:pt x="634773" y="347979"/>
                </a:lnTo>
                <a:lnTo>
                  <a:pt x="635033" y="347941"/>
                </a:lnTo>
                <a:lnTo>
                  <a:pt x="635287" y="347900"/>
                </a:lnTo>
                <a:lnTo>
                  <a:pt x="635536" y="347858"/>
                </a:lnTo>
                <a:lnTo>
                  <a:pt x="635780" y="347813"/>
                </a:lnTo>
                <a:lnTo>
                  <a:pt x="636019" y="347765"/>
                </a:lnTo>
                <a:lnTo>
                  <a:pt x="636253" y="347716"/>
                </a:lnTo>
                <a:lnTo>
                  <a:pt x="636482" y="347665"/>
                </a:lnTo>
                <a:lnTo>
                  <a:pt x="636707" y="347617"/>
                </a:lnTo>
                <a:lnTo>
                  <a:pt x="636927" y="347570"/>
                </a:lnTo>
                <a:lnTo>
                  <a:pt x="637143" y="347522"/>
                </a:lnTo>
                <a:lnTo>
                  <a:pt x="637355" y="347475"/>
                </a:lnTo>
                <a:lnTo>
                  <a:pt x="637562" y="347428"/>
                </a:lnTo>
                <a:lnTo>
                  <a:pt x="637766" y="347380"/>
                </a:lnTo>
                <a:lnTo>
                  <a:pt x="637965" y="347333"/>
                </a:lnTo>
                <a:lnTo>
                  <a:pt x="638161" y="347285"/>
                </a:lnTo>
                <a:lnTo>
                  <a:pt x="638352" y="347238"/>
                </a:lnTo>
                <a:lnTo>
                  <a:pt x="638538" y="347191"/>
                </a:lnTo>
                <a:lnTo>
                  <a:pt x="638721" y="347143"/>
                </a:lnTo>
                <a:lnTo>
                  <a:pt x="638900" y="347096"/>
                </a:lnTo>
                <a:lnTo>
                  <a:pt x="639074" y="347048"/>
                </a:lnTo>
                <a:lnTo>
                  <a:pt x="639244" y="347001"/>
                </a:lnTo>
                <a:lnTo>
                  <a:pt x="639410" y="346954"/>
                </a:lnTo>
                <a:lnTo>
                  <a:pt x="639572" y="346906"/>
                </a:lnTo>
                <a:lnTo>
                  <a:pt x="639730" y="346859"/>
                </a:lnTo>
                <a:lnTo>
                  <a:pt x="639883" y="346811"/>
                </a:lnTo>
                <a:lnTo>
                  <a:pt x="640032" y="346764"/>
                </a:lnTo>
                <a:lnTo>
                  <a:pt x="640178" y="346717"/>
                </a:lnTo>
                <a:lnTo>
                  <a:pt x="640319" y="346669"/>
                </a:lnTo>
                <a:lnTo>
                  <a:pt x="640455" y="346622"/>
                </a:lnTo>
                <a:lnTo>
                  <a:pt x="640588" y="346574"/>
                </a:lnTo>
                <a:lnTo>
                  <a:pt x="640717" y="346527"/>
                </a:lnTo>
                <a:lnTo>
                  <a:pt x="637683" y="333129"/>
                </a:lnTo>
                <a:lnTo>
                  <a:pt x="637603" y="333145"/>
                </a:lnTo>
                <a:lnTo>
                  <a:pt x="637521" y="333161"/>
                </a:lnTo>
                <a:lnTo>
                  <a:pt x="637436" y="333178"/>
                </a:lnTo>
                <a:lnTo>
                  <a:pt x="637350" y="333196"/>
                </a:lnTo>
                <a:lnTo>
                  <a:pt x="637261" y="333213"/>
                </a:lnTo>
                <a:lnTo>
                  <a:pt x="637170" y="333232"/>
                </a:lnTo>
                <a:lnTo>
                  <a:pt x="637076" y="333250"/>
                </a:lnTo>
                <a:lnTo>
                  <a:pt x="636981" y="333269"/>
                </a:lnTo>
                <a:lnTo>
                  <a:pt x="636883" y="333289"/>
                </a:lnTo>
                <a:lnTo>
                  <a:pt x="636783" y="333309"/>
                </a:lnTo>
                <a:lnTo>
                  <a:pt x="636681" y="333329"/>
                </a:lnTo>
                <a:lnTo>
                  <a:pt x="636577" y="333350"/>
                </a:lnTo>
                <a:lnTo>
                  <a:pt x="636471" y="333371"/>
                </a:lnTo>
                <a:lnTo>
                  <a:pt x="636362" y="333393"/>
                </a:lnTo>
                <a:lnTo>
                  <a:pt x="636251" y="333415"/>
                </a:lnTo>
                <a:lnTo>
                  <a:pt x="636138" y="333438"/>
                </a:lnTo>
                <a:lnTo>
                  <a:pt x="636023" y="333461"/>
                </a:lnTo>
                <a:lnTo>
                  <a:pt x="635906" y="333484"/>
                </a:lnTo>
                <a:lnTo>
                  <a:pt x="635786" y="333508"/>
                </a:lnTo>
                <a:lnTo>
                  <a:pt x="635664" y="333533"/>
                </a:lnTo>
                <a:lnTo>
                  <a:pt x="635540" y="333558"/>
                </a:lnTo>
                <a:lnTo>
                  <a:pt x="635414" y="333583"/>
                </a:lnTo>
                <a:lnTo>
                  <a:pt x="635286" y="333608"/>
                </a:lnTo>
                <a:lnTo>
                  <a:pt x="635155" y="333635"/>
                </a:lnTo>
                <a:lnTo>
                  <a:pt x="635022" y="333655"/>
                </a:lnTo>
                <a:lnTo>
                  <a:pt x="634886" y="333675"/>
                </a:lnTo>
                <a:lnTo>
                  <a:pt x="634746" y="333694"/>
                </a:lnTo>
                <a:lnTo>
                  <a:pt x="634604" y="333712"/>
                </a:lnTo>
                <a:lnTo>
                  <a:pt x="634458" y="333729"/>
                </a:lnTo>
                <a:lnTo>
                  <a:pt x="634310" y="333745"/>
                </a:lnTo>
                <a:lnTo>
                  <a:pt x="634158" y="333761"/>
                </a:lnTo>
                <a:lnTo>
                  <a:pt x="634004" y="333775"/>
                </a:lnTo>
                <a:lnTo>
                  <a:pt x="633846" y="333789"/>
                </a:lnTo>
                <a:lnTo>
                  <a:pt x="633685" y="333801"/>
                </a:lnTo>
                <a:lnTo>
                  <a:pt x="633521" y="333813"/>
                </a:lnTo>
                <a:lnTo>
                  <a:pt x="633354" y="333824"/>
                </a:lnTo>
                <a:lnTo>
                  <a:pt x="633184" y="333834"/>
                </a:lnTo>
                <a:lnTo>
                  <a:pt x="633011" y="333844"/>
                </a:lnTo>
                <a:lnTo>
                  <a:pt x="632835" y="333852"/>
                </a:lnTo>
                <a:lnTo>
                  <a:pt x="632655" y="333859"/>
                </a:lnTo>
                <a:lnTo>
                  <a:pt x="632473" y="333866"/>
                </a:lnTo>
                <a:lnTo>
                  <a:pt x="632288" y="333872"/>
                </a:lnTo>
                <a:lnTo>
                  <a:pt x="632099" y="333876"/>
                </a:lnTo>
                <a:lnTo>
                  <a:pt x="631907" y="333880"/>
                </a:lnTo>
                <a:lnTo>
                  <a:pt x="631713" y="333883"/>
                </a:lnTo>
                <a:lnTo>
                  <a:pt x="631515" y="333886"/>
                </a:lnTo>
                <a:lnTo>
                  <a:pt x="631314" y="333887"/>
                </a:lnTo>
                <a:lnTo>
                  <a:pt x="631111" y="333887"/>
                </a:lnTo>
                <a:lnTo>
                  <a:pt x="630837" y="333886"/>
                </a:lnTo>
                <a:lnTo>
                  <a:pt x="630565" y="333880"/>
                </a:lnTo>
                <a:lnTo>
                  <a:pt x="630294" y="333872"/>
                </a:lnTo>
                <a:lnTo>
                  <a:pt x="630024" y="333859"/>
                </a:lnTo>
                <a:lnTo>
                  <a:pt x="629755" y="333844"/>
                </a:lnTo>
                <a:lnTo>
                  <a:pt x="629487" y="333824"/>
                </a:lnTo>
                <a:lnTo>
                  <a:pt x="629220" y="333801"/>
                </a:lnTo>
                <a:lnTo>
                  <a:pt x="628955" y="333775"/>
                </a:lnTo>
                <a:lnTo>
                  <a:pt x="628690" y="333745"/>
                </a:lnTo>
                <a:lnTo>
                  <a:pt x="628427" y="333712"/>
                </a:lnTo>
                <a:lnTo>
                  <a:pt x="628164" y="333675"/>
                </a:lnTo>
                <a:lnTo>
                  <a:pt x="627903" y="333635"/>
                </a:lnTo>
                <a:lnTo>
                  <a:pt x="627643" y="333591"/>
                </a:lnTo>
                <a:lnTo>
                  <a:pt x="627384" y="333543"/>
                </a:lnTo>
                <a:lnTo>
                  <a:pt x="627126" y="333492"/>
                </a:lnTo>
                <a:lnTo>
                  <a:pt x="626869" y="333438"/>
                </a:lnTo>
                <a:lnTo>
                  <a:pt x="626613" y="333380"/>
                </a:lnTo>
                <a:lnTo>
                  <a:pt x="626359" y="333319"/>
                </a:lnTo>
                <a:lnTo>
                  <a:pt x="626105" y="333254"/>
                </a:lnTo>
                <a:lnTo>
                  <a:pt x="625853" y="333185"/>
                </a:lnTo>
                <a:lnTo>
                  <a:pt x="625601" y="333113"/>
                </a:lnTo>
                <a:lnTo>
                  <a:pt x="625351" y="333038"/>
                </a:lnTo>
                <a:lnTo>
                  <a:pt x="625102" y="332959"/>
                </a:lnTo>
                <a:lnTo>
                  <a:pt x="624854" y="332876"/>
                </a:lnTo>
                <a:lnTo>
                  <a:pt x="624613" y="332783"/>
                </a:lnTo>
                <a:lnTo>
                  <a:pt x="624376" y="332683"/>
                </a:lnTo>
                <a:lnTo>
                  <a:pt x="624143" y="332576"/>
                </a:lnTo>
                <a:lnTo>
                  <a:pt x="623913" y="332462"/>
                </a:lnTo>
                <a:lnTo>
                  <a:pt x="623686" y="332341"/>
                </a:lnTo>
                <a:lnTo>
                  <a:pt x="623464" y="332213"/>
                </a:lnTo>
                <a:lnTo>
                  <a:pt x="623244" y="332077"/>
                </a:lnTo>
                <a:lnTo>
                  <a:pt x="623028" y="331935"/>
                </a:lnTo>
                <a:lnTo>
                  <a:pt x="622816" y="331786"/>
                </a:lnTo>
                <a:lnTo>
                  <a:pt x="622607" y="331630"/>
                </a:lnTo>
                <a:lnTo>
                  <a:pt x="622401" y="331467"/>
                </a:lnTo>
                <a:lnTo>
                  <a:pt x="622200" y="331296"/>
                </a:lnTo>
                <a:lnTo>
                  <a:pt x="622001" y="331119"/>
                </a:lnTo>
                <a:lnTo>
                  <a:pt x="621806" y="330935"/>
                </a:lnTo>
                <a:lnTo>
                  <a:pt x="621615" y="330743"/>
                </a:lnTo>
                <a:lnTo>
                  <a:pt x="621427" y="330545"/>
                </a:lnTo>
                <a:lnTo>
                  <a:pt x="621243" y="330340"/>
                </a:lnTo>
                <a:lnTo>
                  <a:pt x="621062" y="330127"/>
                </a:lnTo>
                <a:lnTo>
                  <a:pt x="620885" y="329908"/>
                </a:lnTo>
                <a:lnTo>
                  <a:pt x="620711" y="329681"/>
                </a:lnTo>
                <a:lnTo>
                  <a:pt x="620541" y="329448"/>
                </a:lnTo>
                <a:lnTo>
                  <a:pt x="620374" y="329207"/>
                </a:lnTo>
                <a:lnTo>
                  <a:pt x="620211" y="328960"/>
                </a:lnTo>
                <a:lnTo>
                  <a:pt x="620051" y="328705"/>
                </a:lnTo>
                <a:lnTo>
                  <a:pt x="619901" y="328436"/>
                </a:lnTo>
                <a:lnTo>
                  <a:pt x="619758" y="328157"/>
                </a:lnTo>
                <a:lnTo>
                  <a:pt x="619621" y="327866"/>
                </a:lnTo>
                <a:lnTo>
                  <a:pt x="619491" y="327564"/>
                </a:lnTo>
                <a:lnTo>
                  <a:pt x="619367" y="327251"/>
                </a:lnTo>
                <a:lnTo>
                  <a:pt x="619249" y="326928"/>
                </a:lnTo>
                <a:lnTo>
                  <a:pt x="619138" y="326593"/>
                </a:lnTo>
                <a:lnTo>
                  <a:pt x="619033" y="326247"/>
                </a:lnTo>
                <a:lnTo>
                  <a:pt x="618934" y="325891"/>
                </a:lnTo>
                <a:lnTo>
                  <a:pt x="618842" y="325523"/>
                </a:lnTo>
                <a:lnTo>
                  <a:pt x="618756" y="325145"/>
                </a:lnTo>
                <a:lnTo>
                  <a:pt x="618676" y="324755"/>
                </a:lnTo>
                <a:lnTo>
                  <a:pt x="618603" y="324355"/>
                </a:lnTo>
                <a:lnTo>
                  <a:pt x="618536" y="323943"/>
                </a:lnTo>
                <a:lnTo>
                  <a:pt x="618476" y="323521"/>
                </a:lnTo>
                <a:lnTo>
                  <a:pt x="618422" y="323088"/>
                </a:lnTo>
                <a:lnTo>
                  <a:pt x="618374" y="322643"/>
                </a:lnTo>
                <a:lnTo>
                  <a:pt x="618333" y="322188"/>
                </a:lnTo>
                <a:lnTo>
                  <a:pt x="618298" y="321722"/>
                </a:lnTo>
                <a:lnTo>
                  <a:pt x="618269" y="321244"/>
                </a:lnTo>
                <a:lnTo>
                  <a:pt x="618247" y="320756"/>
                </a:lnTo>
                <a:lnTo>
                  <a:pt x="618231" y="320257"/>
                </a:lnTo>
                <a:lnTo>
                  <a:pt x="618221" y="319747"/>
                </a:lnTo>
                <a:lnTo>
                  <a:pt x="618218" y="319225"/>
                </a:lnTo>
                <a:lnTo>
                  <a:pt x="618218" y="262600"/>
                </a:lnTo>
                <a:lnTo>
                  <a:pt x="638947" y="262600"/>
                </a:lnTo>
                <a:lnTo>
                  <a:pt x="638947" y="249961"/>
                </a:lnTo>
                <a:lnTo>
                  <a:pt x="618218" y="249961"/>
                </a:lnTo>
                <a:lnTo>
                  <a:pt x="618218" y="226704"/>
                </a:lnTo>
                <a:lnTo>
                  <a:pt x="603303" y="226704"/>
                </a:lnTo>
                <a:lnTo>
                  <a:pt x="603303" y="249961"/>
                </a:lnTo>
                <a:close/>
                <a:moveTo>
                  <a:pt x="293080" y="249961"/>
                </a:moveTo>
                <a:lnTo>
                  <a:pt x="278419" y="249961"/>
                </a:lnTo>
                <a:lnTo>
                  <a:pt x="278419" y="262600"/>
                </a:lnTo>
                <a:lnTo>
                  <a:pt x="293080" y="262600"/>
                </a:lnTo>
                <a:lnTo>
                  <a:pt x="293080" y="323270"/>
                </a:lnTo>
                <a:lnTo>
                  <a:pt x="293087" y="323971"/>
                </a:lnTo>
                <a:lnTo>
                  <a:pt x="293108" y="324661"/>
                </a:lnTo>
                <a:lnTo>
                  <a:pt x="293142" y="325342"/>
                </a:lnTo>
                <a:lnTo>
                  <a:pt x="293189" y="326012"/>
                </a:lnTo>
                <a:lnTo>
                  <a:pt x="293251" y="326673"/>
                </a:lnTo>
                <a:lnTo>
                  <a:pt x="293325" y="327323"/>
                </a:lnTo>
                <a:lnTo>
                  <a:pt x="293414" y="327963"/>
                </a:lnTo>
                <a:lnTo>
                  <a:pt x="293516" y="328593"/>
                </a:lnTo>
                <a:lnTo>
                  <a:pt x="293632" y="329213"/>
                </a:lnTo>
                <a:lnTo>
                  <a:pt x="293761" y="329823"/>
                </a:lnTo>
                <a:lnTo>
                  <a:pt x="293904" y="330422"/>
                </a:lnTo>
                <a:lnTo>
                  <a:pt x="294060" y="331012"/>
                </a:lnTo>
                <a:lnTo>
                  <a:pt x="294230" y="331591"/>
                </a:lnTo>
                <a:lnTo>
                  <a:pt x="294414" y="332161"/>
                </a:lnTo>
                <a:lnTo>
                  <a:pt x="294611" y="332720"/>
                </a:lnTo>
                <a:lnTo>
                  <a:pt x="294822" y="333269"/>
                </a:lnTo>
                <a:lnTo>
                  <a:pt x="295046" y="333809"/>
                </a:lnTo>
                <a:lnTo>
                  <a:pt x="295285" y="334338"/>
                </a:lnTo>
                <a:lnTo>
                  <a:pt x="295536" y="334857"/>
                </a:lnTo>
                <a:lnTo>
                  <a:pt x="295802" y="335366"/>
                </a:lnTo>
                <a:lnTo>
                  <a:pt x="296080" y="335864"/>
                </a:lnTo>
                <a:lnTo>
                  <a:pt x="296373" y="336353"/>
                </a:lnTo>
                <a:lnTo>
                  <a:pt x="296679" y="336832"/>
                </a:lnTo>
                <a:lnTo>
                  <a:pt x="296999" y="337300"/>
                </a:lnTo>
                <a:lnTo>
                  <a:pt x="297334" y="337759"/>
                </a:lnTo>
                <a:lnTo>
                  <a:pt x="297676" y="338207"/>
                </a:lnTo>
                <a:lnTo>
                  <a:pt x="298026" y="338646"/>
                </a:lnTo>
                <a:lnTo>
                  <a:pt x="298382" y="339075"/>
                </a:lnTo>
                <a:lnTo>
                  <a:pt x="298745" y="339494"/>
                </a:lnTo>
                <a:lnTo>
                  <a:pt x="299116" y="339903"/>
                </a:lnTo>
                <a:lnTo>
                  <a:pt x="299493" y="340302"/>
                </a:lnTo>
                <a:lnTo>
                  <a:pt x="299878" y="340692"/>
                </a:lnTo>
                <a:lnTo>
                  <a:pt x="300269" y="341071"/>
                </a:lnTo>
                <a:lnTo>
                  <a:pt x="300668" y="341441"/>
                </a:lnTo>
                <a:lnTo>
                  <a:pt x="301073" y="341801"/>
                </a:lnTo>
                <a:lnTo>
                  <a:pt x="301486" y="342151"/>
                </a:lnTo>
                <a:lnTo>
                  <a:pt x="301905" y="342491"/>
                </a:lnTo>
                <a:lnTo>
                  <a:pt x="302332" y="342821"/>
                </a:lnTo>
                <a:lnTo>
                  <a:pt x="302766" y="343141"/>
                </a:lnTo>
                <a:lnTo>
                  <a:pt x="303206" y="343451"/>
                </a:lnTo>
                <a:lnTo>
                  <a:pt x="303654" y="343752"/>
                </a:lnTo>
                <a:lnTo>
                  <a:pt x="304109" y="344043"/>
                </a:lnTo>
                <a:lnTo>
                  <a:pt x="304570" y="344323"/>
                </a:lnTo>
                <a:lnTo>
                  <a:pt x="305039" y="344594"/>
                </a:lnTo>
                <a:lnTo>
                  <a:pt x="305515" y="344855"/>
                </a:lnTo>
                <a:lnTo>
                  <a:pt x="305997" y="345106"/>
                </a:lnTo>
                <a:lnTo>
                  <a:pt x="306487" y="345348"/>
                </a:lnTo>
                <a:lnTo>
                  <a:pt x="306984" y="345579"/>
                </a:lnTo>
                <a:lnTo>
                  <a:pt x="307490" y="345801"/>
                </a:lnTo>
                <a:lnTo>
                  <a:pt x="307997" y="346013"/>
                </a:lnTo>
                <a:lnTo>
                  <a:pt x="308505" y="346216"/>
                </a:lnTo>
                <a:lnTo>
                  <a:pt x="309013" y="346409"/>
                </a:lnTo>
                <a:lnTo>
                  <a:pt x="309523" y="346593"/>
                </a:lnTo>
                <a:lnTo>
                  <a:pt x="310033" y="346768"/>
                </a:lnTo>
                <a:lnTo>
                  <a:pt x="310545" y="346933"/>
                </a:lnTo>
                <a:lnTo>
                  <a:pt x="311057" y="347089"/>
                </a:lnTo>
                <a:lnTo>
                  <a:pt x="311570" y="347235"/>
                </a:lnTo>
                <a:lnTo>
                  <a:pt x="312084" y="347372"/>
                </a:lnTo>
                <a:lnTo>
                  <a:pt x="312599" y="347499"/>
                </a:lnTo>
                <a:lnTo>
                  <a:pt x="313114" y="347617"/>
                </a:lnTo>
                <a:lnTo>
                  <a:pt x="313631" y="347726"/>
                </a:lnTo>
                <a:lnTo>
                  <a:pt x="314148" y="347825"/>
                </a:lnTo>
                <a:lnTo>
                  <a:pt x="314667" y="347914"/>
                </a:lnTo>
                <a:lnTo>
                  <a:pt x="315186" y="347995"/>
                </a:lnTo>
                <a:lnTo>
                  <a:pt x="315706" y="348065"/>
                </a:lnTo>
                <a:lnTo>
                  <a:pt x="316227" y="348127"/>
                </a:lnTo>
                <a:lnTo>
                  <a:pt x="316749" y="348179"/>
                </a:lnTo>
                <a:lnTo>
                  <a:pt x="317271" y="348221"/>
                </a:lnTo>
                <a:lnTo>
                  <a:pt x="317795" y="348254"/>
                </a:lnTo>
                <a:lnTo>
                  <a:pt x="318319" y="348278"/>
                </a:lnTo>
                <a:lnTo>
                  <a:pt x="318845" y="348292"/>
                </a:lnTo>
                <a:lnTo>
                  <a:pt x="319371" y="348297"/>
                </a:lnTo>
                <a:lnTo>
                  <a:pt x="319716" y="348295"/>
                </a:lnTo>
                <a:lnTo>
                  <a:pt x="320056" y="348292"/>
                </a:lnTo>
                <a:lnTo>
                  <a:pt x="320391" y="348287"/>
                </a:lnTo>
                <a:lnTo>
                  <a:pt x="320721" y="348279"/>
                </a:lnTo>
                <a:lnTo>
                  <a:pt x="321046" y="348269"/>
                </a:lnTo>
                <a:lnTo>
                  <a:pt x="321366" y="348257"/>
                </a:lnTo>
                <a:lnTo>
                  <a:pt x="321680" y="348243"/>
                </a:lnTo>
                <a:lnTo>
                  <a:pt x="321990" y="348226"/>
                </a:lnTo>
                <a:lnTo>
                  <a:pt x="322295" y="348208"/>
                </a:lnTo>
                <a:lnTo>
                  <a:pt x="322594" y="348187"/>
                </a:lnTo>
                <a:lnTo>
                  <a:pt x="322889" y="348164"/>
                </a:lnTo>
                <a:lnTo>
                  <a:pt x="323178" y="348139"/>
                </a:lnTo>
                <a:lnTo>
                  <a:pt x="323463" y="348111"/>
                </a:lnTo>
                <a:lnTo>
                  <a:pt x="323742" y="348081"/>
                </a:lnTo>
                <a:lnTo>
                  <a:pt x="324017" y="348050"/>
                </a:lnTo>
                <a:lnTo>
                  <a:pt x="324286" y="348016"/>
                </a:lnTo>
                <a:lnTo>
                  <a:pt x="324551" y="347979"/>
                </a:lnTo>
                <a:lnTo>
                  <a:pt x="324810" y="347941"/>
                </a:lnTo>
                <a:lnTo>
                  <a:pt x="325064" y="347900"/>
                </a:lnTo>
                <a:lnTo>
                  <a:pt x="325313" y="347858"/>
                </a:lnTo>
                <a:lnTo>
                  <a:pt x="325557" y="347813"/>
                </a:lnTo>
                <a:lnTo>
                  <a:pt x="325796" y="347765"/>
                </a:lnTo>
                <a:lnTo>
                  <a:pt x="326030" y="347716"/>
                </a:lnTo>
                <a:lnTo>
                  <a:pt x="326259" y="347665"/>
                </a:lnTo>
                <a:lnTo>
                  <a:pt x="326484" y="347617"/>
                </a:lnTo>
                <a:lnTo>
                  <a:pt x="326704" y="347570"/>
                </a:lnTo>
                <a:lnTo>
                  <a:pt x="326920" y="347522"/>
                </a:lnTo>
                <a:lnTo>
                  <a:pt x="327132" y="347475"/>
                </a:lnTo>
                <a:lnTo>
                  <a:pt x="327340" y="347428"/>
                </a:lnTo>
                <a:lnTo>
                  <a:pt x="327543" y="347380"/>
                </a:lnTo>
                <a:lnTo>
                  <a:pt x="327742" y="347333"/>
                </a:lnTo>
                <a:lnTo>
                  <a:pt x="327938" y="347285"/>
                </a:lnTo>
                <a:lnTo>
                  <a:pt x="328129" y="347238"/>
                </a:lnTo>
                <a:lnTo>
                  <a:pt x="328316" y="347191"/>
                </a:lnTo>
                <a:lnTo>
                  <a:pt x="328498" y="347143"/>
                </a:lnTo>
                <a:lnTo>
                  <a:pt x="328677" y="347096"/>
                </a:lnTo>
                <a:lnTo>
                  <a:pt x="328851" y="347048"/>
                </a:lnTo>
                <a:lnTo>
                  <a:pt x="329021" y="347001"/>
                </a:lnTo>
                <a:lnTo>
                  <a:pt x="329187" y="346954"/>
                </a:lnTo>
                <a:lnTo>
                  <a:pt x="329349" y="346906"/>
                </a:lnTo>
                <a:lnTo>
                  <a:pt x="329507" y="346859"/>
                </a:lnTo>
                <a:lnTo>
                  <a:pt x="329660" y="346811"/>
                </a:lnTo>
                <a:lnTo>
                  <a:pt x="329810" y="346764"/>
                </a:lnTo>
                <a:lnTo>
                  <a:pt x="329955" y="346717"/>
                </a:lnTo>
                <a:lnTo>
                  <a:pt x="330096" y="346669"/>
                </a:lnTo>
                <a:lnTo>
                  <a:pt x="330233" y="346622"/>
                </a:lnTo>
                <a:lnTo>
                  <a:pt x="330365" y="346574"/>
                </a:lnTo>
                <a:lnTo>
                  <a:pt x="330494" y="346527"/>
                </a:lnTo>
                <a:lnTo>
                  <a:pt x="327460" y="333129"/>
                </a:lnTo>
                <a:lnTo>
                  <a:pt x="327380" y="333145"/>
                </a:lnTo>
                <a:lnTo>
                  <a:pt x="327298" y="333161"/>
                </a:lnTo>
                <a:lnTo>
                  <a:pt x="327213" y="333178"/>
                </a:lnTo>
                <a:lnTo>
                  <a:pt x="327127" y="333196"/>
                </a:lnTo>
                <a:lnTo>
                  <a:pt x="327038" y="333213"/>
                </a:lnTo>
                <a:lnTo>
                  <a:pt x="326947" y="333232"/>
                </a:lnTo>
                <a:lnTo>
                  <a:pt x="326853" y="333250"/>
                </a:lnTo>
                <a:lnTo>
                  <a:pt x="326758" y="333269"/>
                </a:lnTo>
                <a:lnTo>
                  <a:pt x="326660" y="333289"/>
                </a:lnTo>
                <a:lnTo>
                  <a:pt x="326560" y="333309"/>
                </a:lnTo>
                <a:lnTo>
                  <a:pt x="326458" y="333329"/>
                </a:lnTo>
                <a:lnTo>
                  <a:pt x="326354" y="333350"/>
                </a:lnTo>
                <a:lnTo>
                  <a:pt x="326248" y="333371"/>
                </a:lnTo>
                <a:lnTo>
                  <a:pt x="326139" y="333393"/>
                </a:lnTo>
                <a:lnTo>
                  <a:pt x="326028" y="333415"/>
                </a:lnTo>
                <a:lnTo>
                  <a:pt x="325915" y="333438"/>
                </a:lnTo>
                <a:lnTo>
                  <a:pt x="325800" y="333461"/>
                </a:lnTo>
                <a:lnTo>
                  <a:pt x="325683" y="333484"/>
                </a:lnTo>
                <a:lnTo>
                  <a:pt x="325563" y="333508"/>
                </a:lnTo>
                <a:lnTo>
                  <a:pt x="325441" y="333533"/>
                </a:lnTo>
                <a:lnTo>
                  <a:pt x="325317" y="333558"/>
                </a:lnTo>
                <a:lnTo>
                  <a:pt x="325191" y="333583"/>
                </a:lnTo>
                <a:lnTo>
                  <a:pt x="325063" y="333608"/>
                </a:lnTo>
                <a:lnTo>
                  <a:pt x="324932" y="333635"/>
                </a:lnTo>
                <a:lnTo>
                  <a:pt x="324799" y="333655"/>
                </a:lnTo>
                <a:lnTo>
                  <a:pt x="324663" y="333675"/>
                </a:lnTo>
                <a:lnTo>
                  <a:pt x="324523" y="333694"/>
                </a:lnTo>
                <a:lnTo>
                  <a:pt x="324381" y="333712"/>
                </a:lnTo>
                <a:lnTo>
                  <a:pt x="324236" y="333729"/>
                </a:lnTo>
                <a:lnTo>
                  <a:pt x="324087" y="333745"/>
                </a:lnTo>
                <a:lnTo>
                  <a:pt x="323935" y="333761"/>
                </a:lnTo>
                <a:lnTo>
                  <a:pt x="323781" y="333775"/>
                </a:lnTo>
                <a:lnTo>
                  <a:pt x="323623" y="333789"/>
                </a:lnTo>
                <a:lnTo>
                  <a:pt x="323462" y="333801"/>
                </a:lnTo>
                <a:lnTo>
                  <a:pt x="323298" y="333813"/>
                </a:lnTo>
                <a:lnTo>
                  <a:pt x="323131" y="333824"/>
                </a:lnTo>
                <a:lnTo>
                  <a:pt x="322961" y="333834"/>
                </a:lnTo>
                <a:lnTo>
                  <a:pt x="322788" y="333844"/>
                </a:lnTo>
                <a:lnTo>
                  <a:pt x="322612" y="333852"/>
                </a:lnTo>
                <a:lnTo>
                  <a:pt x="322432" y="333859"/>
                </a:lnTo>
                <a:lnTo>
                  <a:pt x="322250" y="333866"/>
                </a:lnTo>
                <a:lnTo>
                  <a:pt x="322065" y="333872"/>
                </a:lnTo>
                <a:lnTo>
                  <a:pt x="321876" y="333876"/>
                </a:lnTo>
                <a:lnTo>
                  <a:pt x="321685" y="333880"/>
                </a:lnTo>
                <a:lnTo>
                  <a:pt x="321490" y="333883"/>
                </a:lnTo>
                <a:lnTo>
                  <a:pt x="321292" y="333886"/>
                </a:lnTo>
                <a:lnTo>
                  <a:pt x="321091" y="333887"/>
                </a:lnTo>
                <a:lnTo>
                  <a:pt x="320888" y="333887"/>
                </a:lnTo>
                <a:lnTo>
                  <a:pt x="320614" y="333886"/>
                </a:lnTo>
                <a:lnTo>
                  <a:pt x="320342" y="333880"/>
                </a:lnTo>
                <a:lnTo>
                  <a:pt x="320071" y="333872"/>
                </a:lnTo>
                <a:lnTo>
                  <a:pt x="319801" y="333859"/>
                </a:lnTo>
                <a:lnTo>
                  <a:pt x="319532" y="333844"/>
                </a:lnTo>
                <a:lnTo>
                  <a:pt x="319264" y="333824"/>
                </a:lnTo>
                <a:lnTo>
                  <a:pt x="318997" y="333801"/>
                </a:lnTo>
                <a:lnTo>
                  <a:pt x="318732" y="333775"/>
                </a:lnTo>
                <a:lnTo>
                  <a:pt x="318467" y="333745"/>
                </a:lnTo>
                <a:lnTo>
                  <a:pt x="318204" y="333712"/>
                </a:lnTo>
                <a:lnTo>
                  <a:pt x="317942" y="333675"/>
                </a:lnTo>
                <a:lnTo>
                  <a:pt x="317680" y="333635"/>
                </a:lnTo>
                <a:lnTo>
                  <a:pt x="317420" y="333591"/>
                </a:lnTo>
                <a:lnTo>
                  <a:pt x="317161" y="333543"/>
                </a:lnTo>
                <a:lnTo>
                  <a:pt x="316903" y="333492"/>
                </a:lnTo>
                <a:lnTo>
                  <a:pt x="316646" y="333438"/>
                </a:lnTo>
                <a:lnTo>
                  <a:pt x="316391" y="333380"/>
                </a:lnTo>
                <a:lnTo>
                  <a:pt x="316136" y="333319"/>
                </a:lnTo>
                <a:lnTo>
                  <a:pt x="315882" y="333254"/>
                </a:lnTo>
                <a:lnTo>
                  <a:pt x="315630" y="333185"/>
                </a:lnTo>
                <a:lnTo>
                  <a:pt x="315378" y="333113"/>
                </a:lnTo>
                <a:lnTo>
                  <a:pt x="315128" y="333038"/>
                </a:lnTo>
                <a:lnTo>
                  <a:pt x="314879" y="332959"/>
                </a:lnTo>
                <a:lnTo>
                  <a:pt x="314631" y="332876"/>
                </a:lnTo>
                <a:lnTo>
                  <a:pt x="314390" y="332783"/>
                </a:lnTo>
                <a:lnTo>
                  <a:pt x="314153" y="332683"/>
                </a:lnTo>
                <a:lnTo>
                  <a:pt x="313920" y="332576"/>
                </a:lnTo>
                <a:lnTo>
                  <a:pt x="313690" y="332462"/>
                </a:lnTo>
                <a:lnTo>
                  <a:pt x="313464" y="332341"/>
                </a:lnTo>
                <a:lnTo>
                  <a:pt x="313241" y="332213"/>
                </a:lnTo>
                <a:lnTo>
                  <a:pt x="313021" y="332077"/>
                </a:lnTo>
                <a:lnTo>
                  <a:pt x="312805" y="331935"/>
                </a:lnTo>
                <a:lnTo>
                  <a:pt x="312593" y="331786"/>
                </a:lnTo>
                <a:lnTo>
                  <a:pt x="312384" y="331630"/>
                </a:lnTo>
                <a:lnTo>
                  <a:pt x="312179" y="331467"/>
                </a:lnTo>
                <a:lnTo>
                  <a:pt x="311977" y="331296"/>
                </a:lnTo>
                <a:lnTo>
                  <a:pt x="311778" y="331119"/>
                </a:lnTo>
                <a:lnTo>
                  <a:pt x="311583" y="330935"/>
                </a:lnTo>
                <a:lnTo>
                  <a:pt x="311392" y="330743"/>
                </a:lnTo>
                <a:lnTo>
                  <a:pt x="311204" y="330545"/>
                </a:lnTo>
                <a:lnTo>
                  <a:pt x="311020" y="330340"/>
                </a:lnTo>
                <a:lnTo>
                  <a:pt x="310839" y="330127"/>
                </a:lnTo>
                <a:lnTo>
                  <a:pt x="310662" y="329908"/>
                </a:lnTo>
                <a:lnTo>
                  <a:pt x="310488" y="329681"/>
                </a:lnTo>
                <a:lnTo>
                  <a:pt x="310318" y="329448"/>
                </a:lnTo>
                <a:lnTo>
                  <a:pt x="310151" y="329207"/>
                </a:lnTo>
                <a:lnTo>
                  <a:pt x="309988" y="328960"/>
                </a:lnTo>
                <a:lnTo>
                  <a:pt x="309828" y="328705"/>
                </a:lnTo>
                <a:lnTo>
                  <a:pt x="309678" y="328436"/>
                </a:lnTo>
                <a:lnTo>
                  <a:pt x="309535" y="328157"/>
                </a:lnTo>
                <a:lnTo>
                  <a:pt x="309398" y="327866"/>
                </a:lnTo>
                <a:lnTo>
                  <a:pt x="309268" y="327564"/>
                </a:lnTo>
                <a:lnTo>
                  <a:pt x="309144" y="327251"/>
                </a:lnTo>
                <a:lnTo>
                  <a:pt x="309026" y="326928"/>
                </a:lnTo>
                <a:lnTo>
                  <a:pt x="308915" y="326593"/>
                </a:lnTo>
                <a:lnTo>
                  <a:pt x="308810" y="326247"/>
                </a:lnTo>
                <a:lnTo>
                  <a:pt x="308711" y="325891"/>
                </a:lnTo>
                <a:lnTo>
                  <a:pt x="308619" y="325523"/>
                </a:lnTo>
                <a:lnTo>
                  <a:pt x="308533" y="325145"/>
                </a:lnTo>
                <a:lnTo>
                  <a:pt x="308453" y="324755"/>
                </a:lnTo>
                <a:lnTo>
                  <a:pt x="308380" y="324355"/>
                </a:lnTo>
                <a:lnTo>
                  <a:pt x="308313" y="323943"/>
                </a:lnTo>
                <a:lnTo>
                  <a:pt x="308253" y="323521"/>
                </a:lnTo>
                <a:lnTo>
                  <a:pt x="308199" y="323088"/>
                </a:lnTo>
                <a:lnTo>
                  <a:pt x="308151" y="322643"/>
                </a:lnTo>
                <a:lnTo>
                  <a:pt x="308110" y="322188"/>
                </a:lnTo>
                <a:lnTo>
                  <a:pt x="308075" y="321722"/>
                </a:lnTo>
                <a:lnTo>
                  <a:pt x="308046" y="321244"/>
                </a:lnTo>
                <a:lnTo>
                  <a:pt x="308024" y="320756"/>
                </a:lnTo>
                <a:lnTo>
                  <a:pt x="308008" y="320257"/>
                </a:lnTo>
                <a:lnTo>
                  <a:pt x="307998" y="319747"/>
                </a:lnTo>
                <a:lnTo>
                  <a:pt x="307995" y="319225"/>
                </a:lnTo>
                <a:lnTo>
                  <a:pt x="307995" y="262600"/>
                </a:lnTo>
                <a:lnTo>
                  <a:pt x="328724" y="262600"/>
                </a:lnTo>
                <a:lnTo>
                  <a:pt x="328724" y="249961"/>
                </a:lnTo>
                <a:lnTo>
                  <a:pt x="307995" y="249961"/>
                </a:lnTo>
                <a:lnTo>
                  <a:pt x="307995" y="226704"/>
                </a:lnTo>
                <a:lnTo>
                  <a:pt x="293080" y="226704"/>
                </a:lnTo>
                <a:lnTo>
                  <a:pt x="293080" y="249961"/>
                </a:lnTo>
                <a:close/>
                <a:moveTo>
                  <a:pt x="28703" y="282929"/>
                </a:moveTo>
                <a:lnTo>
                  <a:pt x="28763" y="282409"/>
                </a:lnTo>
                <a:lnTo>
                  <a:pt x="28834" y="281894"/>
                </a:lnTo>
                <a:lnTo>
                  <a:pt x="28917" y="281384"/>
                </a:lnTo>
                <a:lnTo>
                  <a:pt x="29010" y="280879"/>
                </a:lnTo>
                <a:lnTo>
                  <a:pt x="29114" y="280379"/>
                </a:lnTo>
                <a:lnTo>
                  <a:pt x="29229" y="279885"/>
                </a:lnTo>
                <a:lnTo>
                  <a:pt x="29355" y="279395"/>
                </a:lnTo>
                <a:lnTo>
                  <a:pt x="29493" y="278910"/>
                </a:lnTo>
                <a:lnTo>
                  <a:pt x="29641" y="278431"/>
                </a:lnTo>
                <a:lnTo>
                  <a:pt x="29800" y="277956"/>
                </a:lnTo>
                <a:lnTo>
                  <a:pt x="29970" y="277487"/>
                </a:lnTo>
                <a:lnTo>
                  <a:pt x="30151" y="277022"/>
                </a:lnTo>
                <a:lnTo>
                  <a:pt x="30343" y="276563"/>
                </a:lnTo>
                <a:lnTo>
                  <a:pt x="30546" y="276109"/>
                </a:lnTo>
                <a:lnTo>
                  <a:pt x="30760" y="275659"/>
                </a:lnTo>
                <a:lnTo>
                  <a:pt x="30985" y="275215"/>
                </a:lnTo>
                <a:lnTo>
                  <a:pt x="31221" y="274776"/>
                </a:lnTo>
                <a:lnTo>
                  <a:pt x="31468" y="274342"/>
                </a:lnTo>
                <a:lnTo>
                  <a:pt x="31725" y="273913"/>
                </a:lnTo>
                <a:lnTo>
                  <a:pt x="31998" y="273485"/>
                </a:lnTo>
                <a:lnTo>
                  <a:pt x="32278" y="273065"/>
                </a:lnTo>
                <a:lnTo>
                  <a:pt x="32567" y="272653"/>
                </a:lnTo>
                <a:lnTo>
                  <a:pt x="32863" y="272248"/>
                </a:lnTo>
                <a:lnTo>
                  <a:pt x="33167" y="271852"/>
                </a:lnTo>
                <a:lnTo>
                  <a:pt x="33479" y="271464"/>
                </a:lnTo>
                <a:lnTo>
                  <a:pt x="33799" y="271083"/>
                </a:lnTo>
                <a:lnTo>
                  <a:pt x="34127" y="270711"/>
                </a:lnTo>
                <a:lnTo>
                  <a:pt x="34463" y="270346"/>
                </a:lnTo>
                <a:lnTo>
                  <a:pt x="34806" y="269989"/>
                </a:lnTo>
                <a:lnTo>
                  <a:pt x="35158" y="269640"/>
                </a:lnTo>
                <a:lnTo>
                  <a:pt x="35517" y="269299"/>
                </a:lnTo>
                <a:lnTo>
                  <a:pt x="35885" y="268966"/>
                </a:lnTo>
                <a:lnTo>
                  <a:pt x="36260" y="268641"/>
                </a:lnTo>
                <a:lnTo>
                  <a:pt x="36643" y="268323"/>
                </a:lnTo>
                <a:lnTo>
                  <a:pt x="37034" y="268014"/>
                </a:lnTo>
                <a:lnTo>
                  <a:pt x="37433" y="267713"/>
                </a:lnTo>
                <a:lnTo>
                  <a:pt x="37840" y="267419"/>
                </a:lnTo>
                <a:lnTo>
                  <a:pt x="38255" y="267133"/>
                </a:lnTo>
                <a:lnTo>
                  <a:pt x="38677" y="266855"/>
                </a:lnTo>
                <a:lnTo>
                  <a:pt x="39108" y="266586"/>
                </a:lnTo>
                <a:lnTo>
                  <a:pt x="39546" y="266324"/>
                </a:lnTo>
                <a:lnTo>
                  <a:pt x="39992" y="266069"/>
                </a:lnTo>
                <a:lnTo>
                  <a:pt x="40447" y="265823"/>
                </a:lnTo>
                <a:lnTo>
                  <a:pt x="40913" y="265581"/>
                </a:lnTo>
                <a:lnTo>
                  <a:pt x="41384" y="265349"/>
                </a:lnTo>
                <a:lnTo>
                  <a:pt x="41861" y="265127"/>
                </a:lnTo>
                <a:lnTo>
                  <a:pt x="42343" y="264916"/>
                </a:lnTo>
                <a:lnTo>
                  <a:pt x="42830" y="264714"/>
                </a:lnTo>
                <a:lnTo>
                  <a:pt x="43322" y="264524"/>
                </a:lnTo>
                <a:lnTo>
                  <a:pt x="43820" y="264343"/>
                </a:lnTo>
                <a:lnTo>
                  <a:pt x="44323" y="264173"/>
                </a:lnTo>
                <a:lnTo>
                  <a:pt x="44831" y="264013"/>
                </a:lnTo>
                <a:lnTo>
                  <a:pt x="45345" y="263864"/>
                </a:lnTo>
                <a:lnTo>
                  <a:pt x="45863" y="263724"/>
                </a:lnTo>
                <a:lnTo>
                  <a:pt x="46387" y="263595"/>
                </a:lnTo>
                <a:lnTo>
                  <a:pt x="46917" y="263477"/>
                </a:lnTo>
                <a:lnTo>
                  <a:pt x="47451" y="263369"/>
                </a:lnTo>
                <a:lnTo>
                  <a:pt x="47991" y="263271"/>
                </a:lnTo>
                <a:lnTo>
                  <a:pt x="48536" y="263183"/>
                </a:lnTo>
                <a:lnTo>
                  <a:pt x="49086" y="263106"/>
                </a:lnTo>
                <a:lnTo>
                  <a:pt x="49642" y="263039"/>
                </a:lnTo>
                <a:lnTo>
                  <a:pt x="50203" y="262982"/>
                </a:lnTo>
                <a:lnTo>
                  <a:pt x="50769" y="262935"/>
                </a:lnTo>
                <a:lnTo>
                  <a:pt x="51340" y="262899"/>
                </a:lnTo>
                <a:lnTo>
                  <a:pt x="51917" y="262874"/>
                </a:lnTo>
                <a:lnTo>
                  <a:pt x="52499" y="262858"/>
                </a:lnTo>
                <a:lnTo>
                  <a:pt x="53086" y="262853"/>
                </a:lnTo>
                <a:lnTo>
                  <a:pt x="53333" y="262854"/>
                </a:lnTo>
                <a:lnTo>
                  <a:pt x="53579" y="262856"/>
                </a:lnTo>
                <a:lnTo>
                  <a:pt x="53824" y="262860"/>
                </a:lnTo>
                <a:lnTo>
                  <a:pt x="54068" y="262865"/>
                </a:lnTo>
                <a:lnTo>
                  <a:pt x="54310" y="262872"/>
                </a:lnTo>
                <a:lnTo>
                  <a:pt x="54552" y="262881"/>
                </a:lnTo>
                <a:lnTo>
                  <a:pt x="54792" y="262891"/>
                </a:lnTo>
                <a:lnTo>
                  <a:pt x="55031" y="262902"/>
                </a:lnTo>
                <a:lnTo>
                  <a:pt x="55270" y="262915"/>
                </a:lnTo>
                <a:lnTo>
                  <a:pt x="55507" y="262930"/>
                </a:lnTo>
                <a:lnTo>
                  <a:pt x="55743" y="262946"/>
                </a:lnTo>
                <a:lnTo>
                  <a:pt x="55978" y="262963"/>
                </a:lnTo>
                <a:lnTo>
                  <a:pt x="56211" y="262983"/>
                </a:lnTo>
                <a:lnTo>
                  <a:pt x="56444" y="263003"/>
                </a:lnTo>
                <a:lnTo>
                  <a:pt x="56676" y="263026"/>
                </a:lnTo>
                <a:lnTo>
                  <a:pt x="56906" y="263049"/>
                </a:lnTo>
                <a:lnTo>
                  <a:pt x="57136" y="263075"/>
                </a:lnTo>
                <a:lnTo>
                  <a:pt x="57364" y="263102"/>
                </a:lnTo>
                <a:lnTo>
                  <a:pt x="57591" y="263130"/>
                </a:lnTo>
                <a:lnTo>
                  <a:pt x="57817" y="263160"/>
                </a:lnTo>
                <a:lnTo>
                  <a:pt x="58042" y="263192"/>
                </a:lnTo>
                <a:lnTo>
                  <a:pt x="58266" y="263225"/>
                </a:lnTo>
                <a:lnTo>
                  <a:pt x="58489" y="263259"/>
                </a:lnTo>
                <a:lnTo>
                  <a:pt x="58711" y="263295"/>
                </a:lnTo>
                <a:lnTo>
                  <a:pt x="58934" y="263327"/>
                </a:lnTo>
                <a:lnTo>
                  <a:pt x="59150" y="263357"/>
                </a:lnTo>
                <a:lnTo>
                  <a:pt x="59360" y="263387"/>
                </a:lnTo>
                <a:lnTo>
                  <a:pt x="59562" y="263416"/>
                </a:lnTo>
                <a:lnTo>
                  <a:pt x="59758" y="263445"/>
                </a:lnTo>
                <a:lnTo>
                  <a:pt x="59947" y="263473"/>
                </a:lnTo>
                <a:lnTo>
                  <a:pt x="60129" y="263500"/>
                </a:lnTo>
                <a:lnTo>
                  <a:pt x="60305" y="263527"/>
                </a:lnTo>
                <a:lnTo>
                  <a:pt x="60474" y="263553"/>
                </a:lnTo>
                <a:lnTo>
                  <a:pt x="60635" y="263578"/>
                </a:lnTo>
                <a:lnTo>
                  <a:pt x="60790" y="263603"/>
                </a:lnTo>
                <a:lnTo>
                  <a:pt x="60939" y="263627"/>
                </a:lnTo>
                <a:lnTo>
                  <a:pt x="61080" y="263650"/>
                </a:lnTo>
                <a:lnTo>
                  <a:pt x="61215" y="263673"/>
                </a:lnTo>
                <a:lnTo>
                  <a:pt x="61342" y="263695"/>
                </a:lnTo>
                <a:lnTo>
                  <a:pt x="61464" y="263717"/>
                </a:lnTo>
                <a:lnTo>
                  <a:pt x="61578" y="263737"/>
                </a:lnTo>
                <a:lnTo>
                  <a:pt x="61685" y="263757"/>
                </a:lnTo>
                <a:lnTo>
                  <a:pt x="61786" y="263777"/>
                </a:lnTo>
                <a:lnTo>
                  <a:pt x="61880" y="263796"/>
                </a:lnTo>
                <a:lnTo>
                  <a:pt x="61967" y="263814"/>
                </a:lnTo>
                <a:lnTo>
                  <a:pt x="62047" y="263831"/>
                </a:lnTo>
                <a:lnTo>
                  <a:pt x="62120" y="263848"/>
                </a:lnTo>
                <a:lnTo>
                  <a:pt x="62187" y="263864"/>
                </a:lnTo>
                <a:lnTo>
                  <a:pt x="62187" y="248697"/>
                </a:lnTo>
                <a:lnTo>
                  <a:pt x="62079" y="248686"/>
                </a:lnTo>
                <a:lnTo>
                  <a:pt x="61968" y="248676"/>
                </a:lnTo>
                <a:lnTo>
                  <a:pt x="61852" y="248666"/>
                </a:lnTo>
                <a:lnTo>
                  <a:pt x="61732" y="248656"/>
                </a:lnTo>
                <a:lnTo>
                  <a:pt x="61608" y="248647"/>
                </a:lnTo>
                <a:lnTo>
                  <a:pt x="61480" y="248637"/>
                </a:lnTo>
                <a:lnTo>
                  <a:pt x="61347" y="248628"/>
                </a:lnTo>
                <a:lnTo>
                  <a:pt x="61211" y="248619"/>
                </a:lnTo>
                <a:lnTo>
                  <a:pt x="61070" y="248611"/>
                </a:lnTo>
                <a:lnTo>
                  <a:pt x="60925" y="248602"/>
                </a:lnTo>
                <a:lnTo>
                  <a:pt x="60776" y="248594"/>
                </a:lnTo>
                <a:lnTo>
                  <a:pt x="60623" y="248586"/>
                </a:lnTo>
                <a:lnTo>
                  <a:pt x="60465" y="248578"/>
                </a:lnTo>
                <a:lnTo>
                  <a:pt x="60304" y="248571"/>
                </a:lnTo>
                <a:lnTo>
                  <a:pt x="60138" y="248563"/>
                </a:lnTo>
                <a:lnTo>
                  <a:pt x="59968" y="248556"/>
                </a:lnTo>
                <a:lnTo>
                  <a:pt x="59794" y="248549"/>
                </a:lnTo>
                <a:lnTo>
                  <a:pt x="59615" y="248542"/>
                </a:lnTo>
                <a:lnTo>
                  <a:pt x="59433" y="248536"/>
                </a:lnTo>
                <a:lnTo>
                  <a:pt x="59246" y="248530"/>
                </a:lnTo>
                <a:lnTo>
                  <a:pt x="59056" y="248524"/>
                </a:lnTo>
                <a:lnTo>
                  <a:pt x="58861" y="248518"/>
                </a:lnTo>
                <a:lnTo>
                  <a:pt x="58661" y="248512"/>
                </a:lnTo>
                <a:lnTo>
                  <a:pt x="58458" y="248507"/>
                </a:lnTo>
                <a:lnTo>
                  <a:pt x="58254" y="248502"/>
                </a:lnTo>
                <a:lnTo>
                  <a:pt x="58053" y="248497"/>
                </a:lnTo>
                <a:lnTo>
                  <a:pt x="57855" y="248492"/>
                </a:lnTo>
                <a:lnTo>
                  <a:pt x="57659" y="248488"/>
                </a:lnTo>
                <a:lnTo>
                  <a:pt x="57467" y="248483"/>
                </a:lnTo>
                <a:lnTo>
                  <a:pt x="57277" y="248479"/>
                </a:lnTo>
                <a:lnTo>
                  <a:pt x="57090" y="248475"/>
                </a:lnTo>
                <a:lnTo>
                  <a:pt x="56906" y="248472"/>
                </a:lnTo>
                <a:lnTo>
                  <a:pt x="56725" y="248468"/>
                </a:lnTo>
                <a:lnTo>
                  <a:pt x="56547" y="248465"/>
                </a:lnTo>
                <a:lnTo>
                  <a:pt x="56371" y="248462"/>
                </a:lnTo>
                <a:lnTo>
                  <a:pt x="56199" y="248460"/>
                </a:lnTo>
                <a:lnTo>
                  <a:pt x="56029" y="248457"/>
                </a:lnTo>
                <a:lnTo>
                  <a:pt x="55862" y="248455"/>
                </a:lnTo>
                <a:lnTo>
                  <a:pt x="55698" y="248453"/>
                </a:lnTo>
                <a:lnTo>
                  <a:pt x="55537" y="248451"/>
                </a:lnTo>
                <a:lnTo>
                  <a:pt x="55379" y="248449"/>
                </a:lnTo>
                <a:lnTo>
                  <a:pt x="55223" y="248448"/>
                </a:lnTo>
                <a:lnTo>
                  <a:pt x="55071" y="248446"/>
                </a:lnTo>
                <a:lnTo>
                  <a:pt x="54921" y="248445"/>
                </a:lnTo>
                <a:lnTo>
                  <a:pt x="54774" y="248445"/>
                </a:lnTo>
                <a:lnTo>
                  <a:pt x="54630" y="248444"/>
                </a:lnTo>
                <a:lnTo>
                  <a:pt x="54489" y="248444"/>
                </a:lnTo>
                <a:lnTo>
                  <a:pt x="54350" y="248444"/>
                </a:lnTo>
                <a:lnTo>
                  <a:pt x="53627" y="248452"/>
                </a:lnTo>
                <a:lnTo>
                  <a:pt x="52909" y="248475"/>
                </a:lnTo>
                <a:lnTo>
                  <a:pt x="52198" y="248514"/>
                </a:lnTo>
                <a:lnTo>
                  <a:pt x="51492" y="248568"/>
                </a:lnTo>
                <a:lnTo>
                  <a:pt x="50793" y="248638"/>
                </a:lnTo>
                <a:lnTo>
                  <a:pt x="50100" y="248724"/>
                </a:lnTo>
                <a:lnTo>
                  <a:pt x="49413" y="248825"/>
                </a:lnTo>
                <a:lnTo>
                  <a:pt x="48733" y="248942"/>
                </a:lnTo>
                <a:lnTo>
                  <a:pt x="48058" y="249075"/>
                </a:lnTo>
                <a:lnTo>
                  <a:pt x="47390" y="249223"/>
                </a:lnTo>
                <a:lnTo>
                  <a:pt x="46727" y="249386"/>
                </a:lnTo>
                <a:lnTo>
                  <a:pt x="46071" y="249565"/>
                </a:lnTo>
                <a:lnTo>
                  <a:pt x="45421" y="249760"/>
                </a:lnTo>
                <a:lnTo>
                  <a:pt x="44777" y="249971"/>
                </a:lnTo>
                <a:lnTo>
                  <a:pt x="44140" y="250196"/>
                </a:lnTo>
                <a:lnTo>
                  <a:pt x="43508" y="250438"/>
                </a:lnTo>
                <a:lnTo>
                  <a:pt x="42883" y="250695"/>
                </a:lnTo>
                <a:lnTo>
                  <a:pt x="42264" y="250968"/>
                </a:lnTo>
                <a:lnTo>
                  <a:pt x="41651" y="251256"/>
                </a:lnTo>
                <a:lnTo>
                  <a:pt x="41044" y="251560"/>
                </a:lnTo>
                <a:lnTo>
                  <a:pt x="40443" y="251879"/>
                </a:lnTo>
                <a:lnTo>
                  <a:pt x="39848" y="252214"/>
                </a:lnTo>
                <a:lnTo>
                  <a:pt x="39260" y="252565"/>
                </a:lnTo>
                <a:lnTo>
                  <a:pt x="38677" y="252931"/>
                </a:lnTo>
                <a:lnTo>
                  <a:pt x="38105" y="253309"/>
                </a:lnTo>
                <a:lnTo>
                  <a:pt x="37548" y="253698"/>
                </a:lnTo>
                <a:lnTo>
                  <a:pt x="37006" y="254095"/>
                </a:lnTo>
                <a:lnTo>
                  <a:pt x="36479" y="254502"/>
                </a:lnTo>
                <a:lnTo>
                  <a:pt x="35967" y="254918"/>
                </a:lnTo>
                <a:lnTo>
                  <a:pt x="35470" y="255344"/>
                </a:lnTo>
                <a:lnTo>
                  <a:pt x="34988" y="255779"/>
                </a:lnTo>
                <a:lnTo>
                  <a:pt x="34520" y="256224"/>
                </a:lnTo>
                <a:lnTo>
                  <a:pt x="34068" y="256678"/>
                </a:lnTo>
                <a:lnTo>
                  <a:pt x="33630" y="257142"/>
                </a:lnTo>
                <a:lnTo>
                  <a:pt x="33207" y="257615"/>
                </a:lnTo>
                <a:lnTo>
                  <a:pt x="32800" y="258097"/>
                </a:lnTo>
                <a:lnTo>
                  <a:pt x="32407" y="258589"/>
                </a:lnTo>
                <a:lnTo>
                  <a:pt x="32029" y="259090"/>
                </a:lnTo>
                <a:lnTo>
                  <a:pt x="31666" y="259601"/>
                </a:lnTo>
                <a:lnTo>
                  <a:pt x="31318" y="260121"/>
                </a:lnTo>
                <a:lnTo>
                  <a:pt x="30985" y="260651"/>
                </a:lnTo>
                <a:lnTo>
                  <a:pt x="30667" y="261190"/>
                </a:lnTo>
                <a:lnTo>
                  <a:pt x="30364" y="261738"/>
                </a:lnTo>
                <a:lnTo>
                  <a:pt x="30075" y="262296"/>
                </a:lnTo>
                <a:lnTo>
                  <a:pt x="29802" y="262864"/>
                </a:lnTo>
                <a:lnTo>
                  <a:pt x="29543" y="263441"/>
                </a:lnTo>
                <a:lnTo>
                  <a:pt x="29300" y="264027"/>
                </a:lnTo>
                <a:lnTo>
                  <a:pt x="29071" y="264622"/>
                </a:lnTo>
                <a:lnTo>
                  <a:pt x="28060" y="264622"/>
                </a:lnTo>
                <a:lnTo>
                  <a:pt x="28060" y="249961"/>
                </a:lnTo>
                <a:lnTo>
                  <a:pt x="13651" y="249961"/>
                </a:lnTo>
                <a:lnTo>
                  <a:pt x="13651" y="347033"/>
                </a:lnTo>
                <a:lnTo>
                  <a:pt x="28565" y="347033"/>
                </a:lnTo>
                <a:lnTo>
                  <a:pt x="28565" y="285604"/>
                </a:lnTo>
                <a:lnTo>
                  <a:pt x="28571" y="285059"/>
                </a:lnTo>
                <a:lnTo>
                  <a:pt x="28587" y="284519"/>
                </a:lnTo>
                <a:lnTo>
                  <a:pt x="28615" y="283984"/>
                </a:lnTo>
                <a:lnTo>
                  <a:pt x="28653" y="283454"/>
                </a:lnTo>
                <a:lnTo>
                  <a:pt x="28703" y="282929"/>
                </a:lnTo>
                <a:close/>
                <a:moveTo>
                  <a:pt x="123736" y="348523"/>
                </a:moveTo>
                <a:lnTo>
                  <a:pt x="124746" y="348360"/>
                </a:lnTo>
                <a:lnTo>
                  <a:pt x="125744" y="348175"/>
                </a:lnTo>
                <a:lnTo>
                  <a:pt x="126731" y="347969"/>
                </a:lnTo>
                <a:lnTo>
                  <a:pt x="127707" y="347741"/>
                </a:lnTo>
                <a:lnTo>
                  <a:pt x="128671" y="347491"/>
                </a:lnTo>
                <a:lnTo>
                  <a:pt x="129624" y="347219"/>
                </a:lnTo>
                <a:lnTo>
                  <a:pt x="130565" y="346926"/>
                </a:lnTo>
                <a:lnTo>
                  <a:pt x="131495" y="346611"/>
                </a:lnTo>
                <a:lnTo>
                  <a:pt x="132414" y="346274"/>
                </a:lnTo>
                <a:lnTo>
                  <a:pt x="133321" y="345916"/>
                </a:lnTo>
                <a:lnTo>
                  <a:pt x="134217" y="345536"/>
                </a:lnTo>
                <a:lnTo>
                  <a:pt x="135101" y="345134"/>
                </a:lnTo>
                <a:lnTo>
                  <a:pt x="135974" y="344710"/>
                </a:lnTo>
                <a:lnTo>
                  <a:pt x="136835" y="344265"/>
                </a:lnTo>
                <a:lnTo>
                  <a:pt x="137686" y="343798"/>
                </a:lnTo>
                <a:lnTo>
                  <a:pt x="138524" y="343309"/>
                </a:lnTo>
                <a:lnTo>
                  <a:pt x="139351" y="342798"/>
                </a:lnTo>
                <a:lnTo>
                  <a:pt x="140171" y="342268"/>
                </a:lnTo>
                <a:lnTo>
                  <a:pt x="140974" y="341721"/>
                </a:lnTo>
                <a:lnTo>
                  <a:pt x="141763" y="341156"/>
                </a:lnTo>
                <a:lnTo>
                  <a:pt x="142536" y="340574"/>
                </a:lnTo>
                <a:lnTo>
                  <a:pt x="143294" y="339975"/>
                </a:lnTo>
                <a:lnTo>
                  <a:pt x="144036" y="339358"/>
                </a:lnTo>
                <a:lnTo>
                  <a:pt x="144763" y="338724"/>
                </a:lnTo>
                <a:lnTo>
                  <a:pt x="145475" y="338072"/>
                </a:lnTo>
                <a:lnTo>
                  <a:pt x="146171" y="337404"/>
                </a:lnTo>
                <a:lnTo>
                  <a:pt x="146852" y="336718"/>
                </a:lnTo>
                <a:lnTo>
                  <a:pt x="147517" y="336014"/>
                </a:lnTo>
                <a:lnTo>
                  <a:pt x="148168" y="335294"/>
                </a:lnTo>
                <a:lnTo>
                  <a:pt x="148802" y="334555"/>
                </a:lnTo>
                <a:lnTo>
                  <a:pt x="149422" y="333800"/>
                </a:lnTo>
                <a:lnTo>
                  <a:pt x="150026" y="333027"/>
                </a:lnTo>
                <a:lnTo>
                  <a:pt x="150615" y="332237"/>
                </a:lnTo>
                <a:lnTo>
                  <a:pt x="151188" y="331430"/>
                </a:lnTo>
                <a:lnTo>
                  <a:pt x="151746" y="330605"/>
                </a:lnTo>
                <a:lnTo>
                  <a:pt x="152289" y="329763"/>
                </a:lnTo>
                <a:lnTo>
                  <a:pt x="152816" y="328904"/>
                </a:lnTo>
                <a:lnTo>
                  <a:pt x="153328" y="328027"/>
                </a:lnTo>
                <a:lnTo>
                  <a:pt x="153825" y="327133"/>
                </a:lnTo>
                <a:lnTo>
                  <a:pt x="154306" y="326221"/>
                </a:lnTo>
                <a:lnTo>
                  <a:pt x="154772" y="325292"/>
                </a:lnTo>
                <a:lnTo>
                  <a:pt x="155226" y="324348"/>
                </a:lnTo>
                <a:lnTo>
                  <a:pt x="155660" y="323391"/>
                </a:lnTo>
                <a:lnTo>
                  <a:pt x="156075" y="322421"/>
                </a:lnTo>
                <a:lnTo>
                  <a:pt x="156471" y="321437"/>
                </a:lnTo>
                <a:lnTo>
                  <a:pt x="156848" y="320441"/>
                </a:lnTo>
                <a:lnTo>
                  <a:pt x="157205" y="319431"/>
                </a:lnTo>
                <a:lnTo>
                  <a:pt x="157543" y="318408"/>
                </a:lnTo>
                <a:lnTo>
                  <a:pt x="157861" y="317372"/>
                </a:lnTo>
                <a:lnTo>
                  <a:pt x="158161" y="316322"/>
                </a:lnTo>
                <a:lnTo>
                  <a:pt x="158441" y="315260"/>
                </a:lnTo>
                <a:lnTo>
                  <a:pt x="158701" y="314184"/>
                </a:lnTo>
                <a:lnTo>
                  <a:pt x="158943" y="313095"/>
                </a:lnTo>
                <a:lnTo>
                  <a:pt x="159165" y="311993"/>
                </a:lnTo>
                <a:lnTo>
                  <a:pt x="159368" y="310878"/>
                </a:lnTo>
                <a:lnTo>
                  <a:pt x="159551" y="309750"/>
                </a:lnTo>
                <a:lnTo>
                  <a:pt x="159715" y="308608"/>
                </a:lnTo>
                <a:lnTo>
                  <a:pt x="159860" y="307454"/>
                </a:lnTo>
                <a:lnTo>
                  <a:pt x="159986" y="306286"/>
                </a:lnTo>
                <a:lnTo>
                  <a:pt x="160092" y="305105"/>
                </a:lnTo>
                <a:lnTo>
                  <a:pt x="160179" y="303910"/>
                </a:lnTo>
                <a:lnTo>
                  <a:pt x="160246" y="302703"/>
                </a:lnTo>
                <a:lnTo>
                  <a:pt x="160295" y="301483"/>
                </a:lnTo>
                <a:lnTo>
                  <a:pt x="160324" y="300249"/>
                </a:lnTo>
                <a:lnTo>
                  <a:pt x="160333" y="299002"/>
                </a:lnTo>
                <a:lnTo>
                  <a:pt x="160324" y="297745"/>
                </a:lnTo>
                <a:lnTo>
                  <a:pt x="160295" y="296501"/>
                </a:lnTo>
                <a:lnTo>
                  <a:pt x="160246" y="295270"/>
                </a:lnTo>
                <a:lnTo>
                  <a:pt x="160179" y="294053"/>
                </a:lnTo>
                <a:lnTo>
                  <a:pt x="160092" y="292850"/>
                </a:lnTo>
                <a:lnTo>
                  <a:pt x="159986" y="291659"/>
                </a:lnTo>
                <a:lnTo>
                  <a:pt x="159860" y="290482"/>
                </a:lnTo>
                <a:lnTo>
                  <a:pt x="159715" y="289319"/>
                </a:lnTo>
                <a:lnTo>
                  <a:pt x="159551" y="288169"/>
                </a:lnTo>
                <a:lnTo>
                  <a:pt x="159368" y="287032"/>
                </a:lnTo>
                <a:lnTo>
                  <a:pt x="159165" y="285908"/>
                </a:lnTo>
                <a:lnTo>
                  <a:pt x="158943" y="284798"/>
                </a:lnTo>
                <a:lnTo>
                  <a:pt x="158701" y="283702"/>
                </a:lnTo>
                <a:lnTo>
                  <a:pt x="158441" y="282618"/>
                </a:lnTo>
                <a:lnTo>
                  <a:pt x="158161" y="281549"/>
                </a:lnTo>
                <a:lnTo>
                  <a:pt x="157861" y="280492"/>
                </a:lnTo>
                <a:lnTo>
                  <a:pt x="157543" y="279449"/>
                </a:lnTo>
                <a:lnTo>
                  <a:pt x="157205" y="278419"/>
                </a:lnTo>
                <a:lnTo>
                  <a:pt x="156848" y="277403"/>
                </a:lnTo>
                <a:lnTo>
                  <a:pt x="156471" y="276400"/>
                </a:lnTo>
                <a:lnTo>
                  <a:pt x="156075" y="275411"/>
                </a:lnTo>
                <a:lnTo>
                  <a:pt x="155660" y="274434"/>
                </a:lnTo>
                <a:lnTo>
                  <a:pt x="155226" y="273472"/>
                </a:lnTo>
                <a:lnTo>
                  <a:pt x="154772" y="272522"/>
                </a:lnTo>
                <a:lnTo>
                  <a:pt x="154306" y="271588"/>
                </a:lnTo>
                <a:lnTo>
                  <a:pt x="153825" y="270672"/>
                </a:lnTo>
                <a:lnTo>
                  <a:pt x="153328" y="269773"/>
                </a:lnTo>
                <a:lnTo>
                  <a:pt x="152816" y="268892"/>
                </a:lnTo>
                <a:lnTo>
                  <a:pt x="152289" y="268028"/>
                </a:lnTo>
                <a:lnTo>
                  <a:pt x="151746" y="267182"/>
                </a:lnTo>
                <a:lnTo>
                  <a:pt x="151188" y="266353"/>
                </a:lnTo>
                <a:lnTo>
                  <a:pt x="150615" y="265542"/>
                </a:lnTo>
                <a:lnTo>
                  <a:pt x="150026" y="264749"/>
                </a:lnTo>
                <a:lnTo>
                  <a:pt x="149422" y="263973"/>
                </a:lnTo>
                <a:lnTo>
                  <a:pt x="148802" y="263215"/>
                </a:lnTo>
                <a:lnTo>
                  <a:pt x="148168" y="262474"/>
                </a:lnTo>
                <a:lnTo>
                  <a:pt x="147517" y="261750"/>
                </a:lnTo>
                <a:lnTo>
                  <a:pt x="146852" y="261045"/>
                </a:lnTo>
                <a:lnTo>
                  <a:pt x="146171" y="260357"/>
                </a:lnTo>
                <a:lnTo>
                  <a:pt x="145475" y="259686"/>
                </a:lnTo>
                <a:lnTo>
                  <a:pt x="144763" y="259033"/>
                </a:lnTo>
                <a:lnTo>
                  <a:pt x="144036" y="258397"/>
                </a:lnTo>
                <a:lnTo>
                  <a:pt x="143294" y="257779"/>
                </a:lnTo>
                <a:lnTo>
                  <a:pt x="142536" y="257179"/>
                </a:lnTo>
                <a:lnTo>
                  <a:pt x="141763" y="256596"/>
                </a:lnTo>
                <a:lnTo>
                  <a:pt x="140974" y="256031"/>
                </a:lnTo>
                <a:lnTo>
                  <a:pt x="140171" y="255483"/>
                </a:lnTo>
                <a:lnTo>
                  <a:pt x="139351" y="254953"/>
                </a:lnTo>
                <a:lnTo>
                  <a:pt x="138524" y="254443"/>
                </a:lnTo>
                <a:lnTo>
                  <a:pt x="137686" y="253954"/>
                </a:lnTo>
                <a:lnTo>
                  <a:pt x="136835" y="253487"/>
                </a:lnTo>
                <a:lnTo>
                  <a:pt x="135974" y="253041"/>
                </a:lnTo>
                <a:lnTo>
                  <a:pt x="135101" y="252618"/>
                </a:lnTo>
                <a:lnTo>
                  <a:pt x="134217" y="252216"/>
                </a:lnTo>
                <a:lnTo>
                  <a:pt x="133321" y="251836"/>
                </a:lnTo>
                <a:lnTo>
                  <a:pt x="132414" y="251477"/>
                </a:lnTo>
                <a:lnTo>
                  <a:pt x="131495" y="251141"/>
                </a:lnTo>
                <a:lnTo>
                  <a:pt x="130565" y="250826"/>
                </a:lnTo>
                <a:lnTo>
                  <a:pt x="129624" y="250532"/>
                </a:lnTo>
                <a:lnTo>
                  <a:pt x="128671" y="250261"/>
                </a:lnTo>
                <a:lnTo>
                  <a:pt x="127707" y="250011"/>
                </a:lnTo>
                <a:lnTo>
                  <a:pt x="126731" y="249783"/>
                </a:lnTo>
                <a:lnTo>
                  <a:pt x="125744" y="249576"/>
                </a:lnTo>
                <a:lnTo>
                  <a:pt x="124746" y="249392"/>
                </a:lnTo>
                <a:lnTo>
                  <a:pt x="123736" y="249229"/>
                </a:lnTo>
                <a:lnTo>
                  <a:pt x="122715" y="249088"/>
                </a:lnTo>
                <a:lnTo>
                  <a:pt x="121682" y="248968"/>
                </a:lnTo>
                <a:lnTo>
                  <a:pt x="120638" y="248870"/>
                </a:lnTo>
                <a:lnTo>
                  <a:pt x="119582" y="248794"/>
                </a:lnTo>
                <a:lnTo>
                  <a:pt x="118515" y="248740"/>
                </a:lnTo>
                <a:lnTo>
                  <a:pt x="117437" y="248707"/>
                </a:lnTo>
                <a:lnTo>
                  <a:pt x="116347" y="248697"/>
                </a:lnTo>
                <a:lnTo>
                  <a:pt x="115258" y="248707"/>
                </a:lnTo>
                <a:lnTo>
                  <a:pt x="114179" y="248740"/>
                </a:lnTo>
                <a:lnTo>
                  <a:pt x="113111" y="248794"/>
                </a:lnTo>
                <a:lnTo>
                  <a:pt x="112055" y="248870"/>
                </a:lnTo>
                <a:lnTo>
                  <a:pt x="111010" y="248968"/>
                </a:lnTo>
                <a:lnTo>
                  <a:pt x="109976" y="249088"/>
                </a:lnTo>
                <a:lnTo>
                  <a:pt x="108954" y="249229"/>
                </a:lnTo>
                <a:lnTo>
                  <a:pt x="107942" y="249392"/>
                </a:lnTo>
                <a:lnTo>
                  <a:pt x="106942" y="249576"/>
                </a:lnTo>
                <a:lnTo>
                  <a:pt x="105953" y="249783"/>
                </a:lnTo>
                <a:lnTo>
                  <a:pt x="104975" y="250011"/>
                </a:lnTo>
                <a:lnTo>
                  <a:pt x="104008" y="250261"/>
                </a:lnTo>
                <a:lnTo>
                  <a:pt x="103052" y="250532"/>
                </a:lnTo>
                <a:lnTo>
                  <a:pt x="102108" y="250826"/>
                </a:lnTo>
                <a:lnTo>
                  <a:pt x="101175" y="251141"/>
                </a:lnTo>
                <a:lnTo>
                  <a:pt x="100253" y="251477"/>
                </a:lnTo>
                <a:lnTo>
                  <a:pt x="99342" y="251836"/>
                </a:lnTo>
                <a:lnTo>
                  <a:pt x="98443" y="252216"/>
                </a:lnTo>
                <a:lnTo>
                  <a:pt x="97554" y="252618"/>
                </a:lnTo>
                <a:lnTo>
                  <a:pt x="96677" y="253041"/>
                </a:lnTo>
                <a:lnTo>
                  <a:pt x="95811" y="253487"/>
                </a:lnTo>
                <a:lnTo>
                  <a:pt x="94956" y="253954"/>
                </a:lnTo>
                <a:lnTo>
                  <a:pt x="94113" y="254443"/>
                </a:lnTo>
                <a:lnTo>
                  <a:pt x="93280" y="254953"/>
                </a:lnTo>
                <a:lnTo>
                  <a:pt x="92466" y="255483"/>
                </a:lnTo>
                <a:lnTo>
                  <a:pt x="91667" y="256031"/>
                </a:lnTo>
                <a:lnTo>
                  <a:pt x="90883" y="256596"/>
                </a:lnTo>
                <a:lnTo>
                  <a:pt x="90113" y="257179"/>
                </a:lnTo>
                <a:lnTo>
                  <a:pt x="89359" y="257779"/>
                </a:lnTo>
                <a:lnTo>
                  <a:pt x="88619" y="258397"/>
                </a:lnTo>
                <a:lnTo>
                  <a:pt x="87895" y="259033"/>
                </a:lnTo>
                <a:lnTo>
                  <a:pt x="87185" y="259686"/>
                </a:lnTo>
                <a:lnTo>
                  <a:pt x="86490" y="260357"/>
                </a:lnTo>
                <a:lnTo>
                  <a:pt x="85811" y="261045"/>
                </a:lnTo>
                <a:lnTo>
                  <a:pt x="85146" y="261750"/>
                </a:lnTo>
                <a:lnTo>
                  <a:pt x="84496" y="262474"/>
                </a:lnTo>
                <a:lnTo>
                  <a:pt x="83861" y="263215"/>
                </a:lnTo>
                <a:lnTo>
                  <a:pt x="83240" y="263973"/>
                </a:lnTo>
                <a:lnTo>
                  <a:pt x="82635" y="264749"/>
                </a:lnTo>
                <a:lnTo>
                  <a:pt x="82045" y="265542"/>
                </a:lnTo>
                <a:lnTo>
                  <a:pt x="81470" y="266353"/>
                </a:lnTo>
                <a:lnTo>
                  <a:pt x="80909" y="267182"/>
                </a:lnTo>
                <a:lnTo>
                  <a:pt x="80364" y="268028"/>
                </a:lnTo>
                <a:lnTo>
                  <a:pt x="79833" y="268892"/>
                </a:lnTo>
                <a:lnTo>
                  <a:pt x="79317" y="269773"/>
                </a:lnTo>
                <a:lnTo>
                  <a:pt x="78817" y="270672"/>
                </a:lnTo>
                <a:lnTo>
                  <a:pt x="78331" y="271588"/>
                </a:lnTo>
                <a:lnTo>
                  <a:pt x="77860" y="272522"/>
                </a:lnTo>
                <a:lnTo>
                  <a:pt x="77411" y="273472"/>
                </a:lnTo>
                <a:lnTo>
                  <a:pt x="76982" y="274434"/>
                </a:lnTo>
                <a:lnTo>
                  <a:pt x="76571" y="275411"/>
                </a:lnTo>
                <a:lnTo>
                  <a:pt x="76180" y="276400"/>
                </a:lnTo>
                <a:lnTo>
                  <a:pt x="75808" y="277403"/>
                </a:lnTo>
                <a:lnTo>
                  <a:pt x="75454" y="278419"/>
                </a:lnTo>
                <a:lnTo>
                  <a:pt x="75120" y="279449"/>
                </a:lnTo>
                <a:lnTo>
                  <a:pt x="74805" y="280492"/>
                </a:lnTo>
                <a:lnTo>
                  <a:pt x="74509" y="281549"/>
                </a:lnTo>
                <a:lnTo>
                  <a:pt x="74233" y="282618"/>
                </a:lnTo>
                <a:lnTo>
                  <a:pt x="73975" y="283702"/>
                </a:lnTo>
                <a:lnTo>
                  <a:pt x="73736" y="284798"/>
                </a:lnTo>
                <a:lnTo>
                  <a:pt x="73517" y="285908"/>
                </a:lnTo>
                <a:lnTo>
                  <a:pt x="73316" y="287032"/>
                </a:lnTo>
                <a:lnTo>
                  <a:pt x="73135" y="288169"/>
                </a:lnTo>
                <a:lnTo>
                  <a:pt x="72973" y="289319"/>
                </a:lnTo>
                <a:lnTo>
                  <a:pt x="72829" y="290482"/>
                </a:lnTo>
                <a:lnTo>
                  <a:pt x="72705" y="291659"/>
                </a:lnTo>
                <a:lnTo>
                  <a:pt x="72600" y="292850"/>
                </a:lnTo>
                <a:lnTo>
                  <a:pt x="72514" y="294053"/>
                </a:lnTo>
                <a:lnTo>
                  <a:pt x="72448" y="295270"/>
                </a:lnTo>
                <a:lnTo>
                  <a:pt x="72400" y="296501"/>
                </a:lnTo>
                <a:lnTo>
                  <a:pt x="72371" y="297745"/>
                </a:lnTo>
                <a:lnTo>
                  <a:pt x="72362" y="299002"/>
                </a:lnTo>
                <a:lnTo>
                  <a:pt x="72371" y="300249"/>
                </a:lnTo>
                <a:lnTo>
                  <a:pt x="72400" y="301483"/>
                </a:lnTo>
                <a:lnTo>
                  <a:pt x="72448" y="302703"/>
                </a:lnTo>
                <a:lnTo>
                  <a:pt x="72514" y="303910"/>
                </a:lnTo>
                <a:lnTo>
                  <a:pt x="72600" y="305105"/>
                </a:lnTo>
                <a:lnTo>
                  <a:pt x="72705" y="306286"/>
                </a:lnTo>
                <a:lnTo>
                  <a:pt x="72829" y="307454"/>
                </a:lnTo>
                <a:lnTo>
                  <a:pt x="72973" y="308608"/>
                </a:lnTo>
                <a:lnTo>
                  <a:pt x="73135" y="309750"/>
                </a:lnTo>
                <a:lnTo>
                  <a:pt x="73316" y="310878"/>
                </a:lnTo>
                <a:lnTo>
                  <a:pt x="73517" y="311993"/>
                </a:lnTo>
                <a:lnTo>
                  <a:pt x="73736" y="313095"/>
                </a:lnTo>
                <a:lnTo>
                  <a:pt x="73975" y="314184"/>
                </a:lnTo>
                <a:lnTo>
                  <a:pt x="74233" y="315260"/>
                </a:lnTo>
                <a:lnTo>
                  <a:pt x="74509" y="316322"/>
                </a:lnTo>
                <a:lnTo>
                  <a:pt x="74805" y="317372"/>
                </a:lnTo>
                <a:lnTo>
                  <a:pt x="75120" y="318408"/>
                </a:lnTo>
                <a:lnTo>
                  <a:pt x="75454" y="319431"/>
                </a:lnTo>
                <a:lnTo>
                  <a:pt x="75808" y="320441"/>
                </a:lnTo>
                <a:lnTo>
                  <a:pt x="76180" y="321437"/>
                </a:lnTo>
                <a:lnTo>
                  <a:pt x="76571" y="322421"/>
                </a:lnTo>
                <a:lnTo>
                  <a:pt x="76982" y="323391"/>
                </a:lnTo>
                <a:lnTo>
                  <a:pt x="77411" y="324348"/>
                </a:lnTo>
                <a:lnTo>
                  <a:pt x="77860" y="325292"/>
                </a:lnTo>
                <a:lnTo>
                  <a:pt x="78331" y="326221"/>
                </a:lnTo>
                <a:lnTo>
                  <a:pt x="78817" y="327133"/>
                </a:lnTo>
                <a:lnTo>
                  <a:pt x="79317" y="328027"/>
                </a:lnTo>
                <a:lnTo>
                  <a:pt x="79833" y="328904"/>
                </a:lnTo>
                <a:lnTo>
                  <a:pt x="80364" y="329763"/>
                </a:lnTo>
                <a:lnTo>
                  <a:pt x="80909" y="330605"/>
                </a:lnTo>
                <a:lnTo>
                  <a:pt x="81470" y="331430"/>
                </a:lnTo>
                <a:lnTo>
                  <a:pt x="82045" y="332237"/>
                </a:lnTo>
                <a:lnTo>
                  <a:pt x="82635" y="333027"/>
                </a:lnTo>
                <a:lnTo>
                  <a:pt x="83240" y="333800"/>
                </a:lnTo>
                <a:lnTo>
                  <a:pt x="83861" y="334555"/>
                </a:lnTo>
                <a:lnTo>
                  <a:pt x="84496" y="335294"/>
                </a:lnTo>
                <a:lnTo>
                  <a:pt x="85146" y="336014"/>
                </a:lnTo>
                <a:lnTo>
                  <a:pt x="85811" y="336718"/>
                </a:lnTo>
                <a:lnTo>
                  <a:pt x="86490" y="337404"/>
                </a:lnTo>
                <a:lnTo>
                  <a:pt x="87185" y="338072"/>
                </a:lnTo>
                <a:lnTo>
                  <a:pt x="87895" y="338724"/>
                </a:lnTo>
                <a:lnTo>
                  <a:pt x="88619" y="339358"/>
                </a:lnTo>
                <a:lnTo>
                  <a:pt x="89359" y="339975"/>
                </a:lnTo>
                <a:lnTo>
                  <a:pt x="90113" y="340574"/>
                </a:lnTo>
                <a:lnTo>
                  <a:pt x="90883" y="341156"/>
                </a:lnTo>
                <a:lnTo>
                  <a:pt x="91667" y="341721"/>
                </a:lnTo>
                <a:lnTo>
                  <a:pt x="92466" y="342268"/>
                </a:lnTo>
                <a:lnTo>
                  <a:pt x="93280" y="342798"/>
                </a:lnTo>
                <a:lnTo>
                  <a:pt x="94113" y="343309"/>
                </a:lnTo>
                <a:lnTo>
                  <a:pt x="94956" y="343798"/>
                </a:lnTo>
                <a:lnTo>
                  <a:pt x="95811" y="344265"/>
                </a:lnTo>
                <a:lnTo>
                  <a:pt x="96677" y="344710"/>
                </a:lnTo>
                <a:lnTo>
                  <a:pt x="97554" y="345134"/>
                </a:lnTo>
                <a:lnTo>
                  <a:pt x="98443" y="345536"/>
                </a:lnTo>
                <a:lnTo>
                  <a:pt x="99342" y="345916"/>
                </a:lnTo>
                <a:lnTo>
                  <a:pt x="100253" y="346274"/>
                </a:lnTo>
                <a:lnTo>
                  <a:pt x="101175" y="346611"/>
                </a:lnTo>
                <a:lnTo>
                  <a:pt x="102108" y="346926"/>
                </a:lnTo>
                <a:lnTo>
                  <a:pt x="103052" y="347219"/>
                </a:lnTo>
                <a:lnTo>
                  <a:pt x="104008" y="347491"/>
                </a:lnTo>
                <a:lnTo>
                  <a:pt x="104975" y="347741"/>
                </a:lnTo>
                <a:lnTo>
                  <a:pt x="105953" y="347969"/>
                </a:lnTo>
                <a:lnTo>
                  <a:pt x="106942" y="348175"/>
                </a:lnTo>
                <a:lnTo>
                  <a:pt x="107942" y="348360"/>
                </a:lnTo>
                <a:lnTo>
                  <a:pt x="108954" y="348523"/>
                </a:lnTo>
                <a:lnTo>
                  <a:pt x="109976" y="348664"/>
                </a:lnTo>
                <a:lnTo>
                  <a:pt x="111010" y="348783"/>
                </a:lnTo>
                <a:lnTo>
                  <a:pt x="112055" y="348881"/>
                </a:lnTo>
                <a:lnTo>
                  <a:pt x="113111" y="348957"/>
                </a:lnTo>
                <a:lnTo>
                  <a:pt x="114179" y="349011"/>
                </a:lnTo>
                <a:lnTo>
                  <a:pt x="115258" y="349044"/>
                </a:lnTo>
                <a:lnTo>
                  <a:pt x="116347" y="349055"/>
                </a:lnTo>
                <a:lnTo>
                  <a:pt x="117437" y="349044"/>
                </a:lnTo>
                <a:lnTo>
                  <a:pt x="118515" y="349011"/>
                </a:lnTo>
                <a:lnTo>
                  <a:pt x="119582" y="348957"/>
                </a:lnTo>
                <a:lnTo>
                  <a:pt x="120638" y="348881"/>
                </a:lnTo>
                <a:lnTo>
                  <a:pt x="121682" y="348783"/>
                </a:lnTo>
                <a:lnTo>
                  <a:pt x="122715" y="348664"/>
                </a:lnTo>
                <a:lnTo>
                  <a:pt x="123736" y="348523"/>
                </a:lnTo>
                <a:close/>
                <a:moveTo>
                  <a:pt x="110824" y="335221"/>
                </a:moveTo>
                <a:lnTo>
                  <a:pt x="110084" y="335088"/>
                </a:lnTo>
                <a:lnTo>
                  <a:pt x="109356" y="334937"/>
                </a:lnTo>
                <a:lnTo>
                  <a:pt x="108641" y="334768"/>
                </a:lnTo>
                <a:lnTo>
                  <a:pt x="107938" y="334582"/>
                </a:lnTo>
                <a:lnTo>
                  <a:pt x="107247" y="334377"/>
                </a:lnTo>
                <a:lnTo>
                  <a:pt x="106568" y="334155"/>
                </a:lnTo>
                <a:lnTo>
                  <a:pt x="105902" y="333915"/>
                </a:lnTo>
                <a:lnTo>
                  <a:pt x="105248" y="333657"/>
                </a:lnTo>
                <a:lnTo>
                  <a:pt x="104607" y="333382"/>
                </a:lnTo>
                <a:lnTo>
                  <a:pt x="103977" y="333089"/>
                </a:lnTo>
                <a:lnTo>
                  <a:pt x="103360" y="332777"/>
                </a:lnTo>
                <a:lnTo>
                  <a:pt x="102755" y="332449"/>
                </a:lnTo>
                <a:lnTo>
                  <a:pt x="102163" y="332102"/>
                </a:lnTo>
                <a:lnTo>
                  <a:pt x="101583" y="331738"/>
                </a:lnTo>
                <a:lnTo>
                  <a:pt x="101015" y="331356"/>
                </a:lnTo>
                <a:lnTo>
                  <a:pt x="100459" y="330956"/>
                </a:lnTo>
                <a:lnTo>
                  <a:pt x="99916" y="330538"/>
                </a:lnTo>
                <a:lnTo>
                  <a:pt x="99385" y="330106"/>
                </a:lnTo>
                <a:lnTo>
                  <a:pt x="98865" y="329662"/>
                </a:lnTo>
                <a:lnTo>
                  <a:pt x="98357" y="329208"/>
                </a:lnTo>
                <a:lnTo>
                  <a:pt x="97860" y="328742"/>
                </a:lnTo>
                <a:lnTo>
                  <a:pt x="97375" y="328265"/>
                </a:lnTo>
                <a:lnTo>
                  <a:pt x="96902" y="327777"/>
                </a:lnTo>
                <a:lnTo>
                  <a:pt x="96441" y="327278"/>
                </a:lnTo>
                <a:lnTo>
                  <a:pt x="95991" y="326767"/>
                </a:lnTo>
                <a:lnTo>
                  <a:pt x="95552" y="326245"/>
                </a:lnTo>
                <a:lnTo>
                  <a:pt x="95126" y="325712"/>
                </a:lnTo>
                <a:lnTo>
                  <a:pt x="94711" y="325168"/>
                </a:lnTo>
                <a:lnTo>
                  <a:pt x="94307" y="324613"/>
                </a:lnTo>
                <a:lnTo>
                  <a:pt x="93915" y="324047"/>
                </a:lnTo>
                <a:lnTo>
                  <a:pt x="93535" y="323469"/>
                </a:lnTo>
                <a:lnTo>
                  <a:pt x="93167" y="322880"/>
                </a:lnTo>
                <a:lnTo>
                  <a:pt x="92810" y="322280"/>
                </a:lnTo>
                <a:lnTo>
                  <a:pt x="92464" y="321669"/>
                </a:lnTo>
                <a:lnTo>
                  <a:pt x="92131" y="321046"/>
                </a:lnTo>
                <a:lnTo>
                  <a:pt x="91809" y="320413"/>
                </a:lnTo>
                <a:lnTo>
                  <a:pt x="91498" y="319768"/>
                </a:lnTo>
                <a:lnTo>
                  <a:pt x="91200" y="319112"/>
                </a:lnTo>
                <a:lnTo>
                  <a:pt x="90912" y="318445"/>
                </a:lnTo>
                <a:lnTo>
                  <a:pt x="90637" y="317766"/>
                </a:lnTo>
                <a:lnTo>
                  <a:pt x="90373" y="317077"/>
                </a:lnTo>
                <a:lnTo>
                  <a:pt x="90120" y="316379"/>
                </a:lnTo>
                <a:lnTo>
                  <a:pt x="89878" y="315677"/>
                </a:lnTo>
                <a:lnTo>
                  <a:pt x="89647" y="314969"/>
                </a:lnTo>
                <a:lnTo>
                  <a:pt x="89427" y="314257"/>
                </a:lnTo>
                <a:lnTo>
                  <a:pt x="89217" y="313540"/>
                </a:lnTo>
                <a:lnTo>
                  <a:pt x="89018" y="312819"/>
                </a:lnTo>
                <a:lnTo>
                  <a:pt x="88830" y="312092"/>
                </a:lnTo>
                <a:lnTo>
                  <a:pt x="88653" y="311361"/>
                </a:lnTo>
                <a:lnTo>
                  <a:pt x="88486" y="310625"/>
                </a:lnTo>
                <a:lnTo>
                  <a:pt x="88330" y="309884"/>
                </a:lnTo>
                <a:lnTo>
                  <a:pt x="88185" y="309138"/>
                </a:lnTo>
                <a:lnTo>
                  <a:pt x="88051" y="308387"/>
                </a:lnTo>
                <a:lnTo>
                  <a:pt x="87927" y="307631"/>
                </a:lnTo>
                <a:lnTo>
                  <a:pt x="87814" y="306871"/>
                </a:lnTo>
                <a:lnTo>
                  <a:pt x="87712" y="306106"/>
                </a:lnTo>
                <a:lnTo>
                  <a:pt x="87620" y="305336"/>
                </a:lnTo>
                <a:lnTo>
                  <a:pt x="87540" y="304561"/>
                </a:lnTo>
                <a:lnTo>
                  <a:pt x="87470" y="303781"/>
                </a:lnTo>
                <a:lnTo>
                  <a:pt x="87411" y="302997"/>
                </a:lnTo>
                <a:lnTo>
                  <a:pt x="87362" y="302208"/>
                </a:lnTo>
                <a:lnTo>
                  <a:pt x="87325" y="301414"/>
                </a:lnTo>
                <a:lnTo>
                  <a:pt x="87298" y="300615"/>
                </a:lnTo>
                <a:lnTo>
                  <a:pt x="87282" y="299811"/>
                </a:lnTo>
                <a:lnTo>
                  <a:pt x="87276" y="299002"/>
                </a:lnTo>
                <a:lnTo>
                  <a:pt x="87282" y="298193"/>
                </a:lnTo>
                <a:lnTo>
                  <a:pt x="87298" y="297389"/>
                </a:lnTo>
                <a:lnTo>
                  <a:pt x="87325" y="296590"/>
                </a:lnTo>
                <a:lnTo>
                  <a:pt x="87362" y="295795"/>
                </a:lnTo>
                <a:lnTo>
                  <a:pt x="87411" y="295005"/>
                </a:lnTo>
                <a:lnTo>
                  <a:pt x="87470" y="294219"/>
                </a:lnTo>
                <a:lnTo>
                  <a:pt x="87540" y="293438"/>
                </a:lnTo>
                <a:lnTo>
                  <a:pt x="87620" y="292661"/>
                </a:lnTo>
                <a:lnTo>
                  <a:pt x="87712" y="291889"/>
                </a:lnTo>
                <a:lnTo>
                  <a:pt x="87814" y="291122"/>
                </a:lnTo>
                <a:lnTo>
                  <a:pt x="87927" y="290359"/>
                </a:lnTo>
                <a:lnTo>
                  <a:pt x="88051" y="289601"/>
                </a:lnTo>
                <a:lnTo>
                  <a:pt x="88185" y="288848"/>
                </a:lnTo>
                <a:lnTo>
                  <a:pt x="88330" y="288099"/>
                </a:lnTo>
                <a:lnTo>
                  <a:pt x="88486" y="287355"/>
                </a:lnTo>
                <a:lnTo>
                  <a:pt x="88653" y="286615"/>
                </a:lnTo>
                <a:lnTo>
                  <a:pt x="88830" y="285880"/>
                </a:lnTo>
                <a:lnTo>
                  <a:pt x="89018" y="285150"/>
                </a:lnTo>
                <a:lnTo>
                  <a:pt x="89217" y="284424"/>
                </a:lnTo>
                <a:lnTo>
                  <a:pt x="89427" y="283703"/>
                </a:lnTo>
                <a:lnTo>
                  <a:pt x="89647" y="282986"/>
                </a:lnTo>
                <a:lnTo>
                  <a:pt x="89878" y="282274"/>
                </a:lnTo>
                <a:lnTo>
                  <a:pt x="90120" y="281567"/>
                </a:lnTo>
                <a:lnTo>
                  <a:pt x="90373" y="280864"/>
                </a:lnTo>
                <a:lnTo>
                  <a:pt x="90637" y="280169"/>
                </a:lnTo>
                <a:lnTo>
                  <a:pt x="90912" y="279486"/>
                </a:lnTo>
                <a:lnTo>
                  <a:pt x="91200" y="278813"/>
                </a:lnTo>
                <a:lnTo>
                  <a:pt x="91498" y="278152"/>
                </a:lnTo>
                <a:lnTo>
                  <a:pt x="91809" y="277502"/>
                </a:lnTo>
                <a:lnTo>
                  <a:pt x="92131" y="276863"/>
                </a:lnTo>
                <a:lnTo>
                  <a:pt x="92464" y="276235"/>
                </a:lnTo>
                <a:lnTo>
                  <a:pt x="92810" y="275619"/>
                </a:lnTo>
                <a:lnTo>
                  <a:pt x="93167" y="275014"/>
                </a:lnTo>
                <a:lnTo>
                  <a:pt x="93535" y="274419"/>
                </a:lnTo>
                <a:lnTo>
                  <a:pt x="93915" y="273837"/>
                </a:lnTo>
                <a:lnTo>
                  <a:pt x="94307" y="273265"/>
                </a:lnTo>
                <a:lnTo>
                  <a:pt x="94711" y="272704"/>
                </a:lnTo>
                <a:lnTo>
                  <a:pt x="95126" y="272155"/>
                </a:lnTo>
                <a:lnTo>
                  <a:pt x="95552" y="271617"/>
                </a:lnTo>
                <a:lnTo>
                  <a:pt x="95991" y="271090"/>
                </a:lnTo>
                <a:lnTo>
                  <a:pt x="96441" y="270574"/>
                </a:lnTo>
                <a:lnTo>
                  <a:pt x="96902" y="270069"/>
                </a:lnTo>
                <a:lnTo>
                  <a:pt x="97375" y="269576"/>
                </a:lnTo>
                <a:lnTo>
                  <a:pt x="97860" y="269094"/>
                </a:lnTo>
                <a:lnTo>
                  <a:pt x="98357" y="268623"/>
                </a:lnTo>
                <a:lnTo>
                  <a:pt x="98865" y="268163"/>
                </a:lnTo>
                <a:lnTo>
                  <a:pt x="99385" y="267714"/>
                </a:lnTo>
                <a:lnTo>
                  <a:pt x="99916" y="267277"/>
                </a:lnTo>
                <a:lnTo>
                  <a:pt x="100459" y="266854"/>
                </a:lnTo>
                <a:lnTo>
                  <a:pt x="101015" y="266449"/>
                </a:lnTo>
                <a:lnTo>
                  <a:pt x="101583" y="266062"/>
                </a:lnTo>
                <a:lnTo>
                  <a:pt x="102163" y="265693"/>
                </a:lnTo>
                <a:lnTo>
                  <a:pt x="102755" y="265342"/>
                </a:lnTo>
                <a:lnTo>
                  <a:pt x="103360" y="265010"/>
                </a:lnTo>
                <a:lnTo>
                  <a:pt x="103977" y="264695"/>
                </a:lnTo>
                <a:lnTo>
                  <a:pt x="104607" y="264398"/>
                </a:lnTo>
                <a:lnTo>
                  <a:pt x="105248" y="264119"/>
                </a:lnTo>
                <a:lnTo>
                  <a:pt x="105902" y="263858"/>
                </a:lnTo>
                <a:lnTo>
                  <a:pt x="106568" y="263615"/>
                </a:lnTo>
                <a:lnTo>
                  <a:pt x="107247" y="263390"/>
                </a:lnTo>
                <a:lnTo>
                  <a:pt x="107938" y="263183"/>
                </a:lnTo>
                <a:lnTo>
                  <a:pt x="108641" y="262994"/>
                </a:lnTo>
                <a:lnTo>
                  <a:pt x="109356" y="262823"/>
                </a:lnTo>
                <a:lnTo>
                  <a:pt x="110084" y="262670"/>
                </a:lnTo>
                <a:lnTo>
                  <a:pt x="110824" y="262535"/>
                </a:lnTo>
                <a:lnTo>
                  <a:pt x="111576" y="262418"/>
                </a:lnTo>
                <a:lnTo>
                  <a:pt x="112340" y="262319"/>
                </a:lnTo>
                <a:lnTo>
                  <a:pt x="113117" y="262238"/>
                </a:lnTo>
                <a:lnTo>
                  <a:pt x="113906" y="262175"/>
                </a:lnTo>
                <a:lnTo>
                  <a:pt x="114708" y="262130"/>
                </a:lnTo>
                <a:lnTo>
                  <a:pt x="115521" y="262104"/>
                </a:lnTo>
                <a:lnTo>
                  <a:pt x="116347" y="262095"/>
                </a:lnTo>
                <a:lnTo>
                  <a:pt x="117173" y="262104"/>
                </a:lnTo>
                <a:lnTo>
                  <a:pt x="117987" y="262130"/>
                </a:lnTo>
                <a:lnTo>
                  <a:pt x="118788" y="262175"/>
                </a:lnTo>
                <a:lnTo>
                  <a:pt x="119578" y="262238"/>
                </a:lnTo>
                <a:lnTo>
                  <a:pt x="120354" y="262319"/>
                </a:lnTo>
                <a:lnTo>
                  <a:pt x="121119" y="262418"/>
                </a:lnTo>
                <a:lnTo>
                  <a:pt x="121871" y="262535"/>
                </a:lnTo>
                <a:lnTo>
                  <a:pt x="122611" y="262670"/>
                </a:lnTo>
                <a:lnTo>
                  <a:pt x="123339" y="262823"/>
                </a:lnTo>
                <a:lnTo>
                  <a:pt x="124054" y="262994"/>
                </a:lnTo>
                <a:lnTo>
                  <a:pt x="124757" y="263183"/>
                </a:lnTo>
                <a:lnTo>
                  <a:pt x="125448" y="263390"/>
                </a:lnTo>
                <a:lnTo>
                  <a:pt x="126126" y="263615"/>
                </a:lnTo>
                <a:lnTo>
                  <a:pt x="126793" y="263858"/>
                </a:lnTo>
                <a:lnTo>
                  <a:pt x="127447" y="264119"/>
                </a:lnTo>
                <a:lnTo>
                  <a:pt x="128088" y="264398"/>
                </a:lnTo>
                <a:lnTo>
                  <a:pt x="128718" y="264695"/>
                </a:lnTo>
                <a:lnTo>
                  <a:pt x="129335" y="265010"/>
                </a:lnTo>
                <a:lnTo>
                  <a:pt x="129939" y="265342"/>
                </a:lnTo>
                <a:lnTo>
                  <a:pt x="130532" y="265693"/>
                </a:lnTo>
                <a:lnTo>
                  <a:pt x="131112" y="266062"/>
                </a:lnTo>
                <a:lnTo>
                  <a:pt x="131680" y="266449"/>
                </a:lnTo>
                <a:lnTo>
                  <a:pt x="132236" y="266854"/>
                </a:lnTo>
                <a:lnTo>
                  <a:pt x="132779" y="267277"/>
                </a:lnTo>
                <a:lnTo>
                  <a:pt x="133310" y="267714"/>
                </a:lnTo>
                <a:lnTo>
                  <a:pt x="133830" y="268163"/>
                </a:lnTo>
                <a:lnTo>
                  <a:pt x="134338" y="268623"/>
                </a:lnTo>
                <a:lnTo>
                  <a:pt x="134835" y="269094"/>
                </a:lnTo>
                <a:lnTo>
                  <a:pt x="135319" y="269576"/>
                </a:lnTo>
                <a:lnTo>
                  <a:pt x="135793" y="270069"/>
                </a:lnTo>
                <a:lnTo>
                  <a:pt x="136254" y="270574"/>
                </a:lnTo>
                <a:lnTo>
                  <a:pt x="136704" y="271090"/>
                </a:lnTo>
                <a:lnTo>
                  <a:pt x="137143" y="271617"/>
                </a:lnTo>
                <a:lnTo>
                  <a:pt x="137569" y="272155"/>
                </a:lnTo>
                <a:lnTo>
                  <a:pt x="137984" y="272704"/>
                </a:lnTo>
                <a:lnTo>
                  <a:pt x="138388" y="273265"/>
                </a:lnTo>
                <a:lnTo>
                  <a:pt x="138780" y="273837"/>
                </a:lnTo>
                <a:lnTo>
                  <a:pt x="139160" y="274419"/>
                </a:lnTo>
                <a:lnTo>
                  <a:pt x="139528" y="275014"/>
                </a:lnTo>
                <a:lnTo>
                  <a:pt x="139885" y="275619"/>
                </a:lnTo>
                <a:lnTo>
                  <a:pt x="140230" y="276235"/>
                </a:lnTo>
                <a:lnTo>
                  <a:pt x="140564" y="276863"/>
                </a:lnTo>
                <a:lnTo>
                  <a:pt x="140886" y="277502"/>
                </a:lnTo>
                <a:lnTo>
                  <a:pt x="141196" y="278152"/>
                </a:lnTo>
                <a:lnTo>
                  <a:pt x="141495" y="278813"/>
                </a:lnTo>
                <a:lnTo>
                  <a:pt x="141782" y="279486"/>
                </a:lnTo>
                <a:lnTo>
                  <a:pt x="142058" y="280169"/>
                </a:lnTo>
                <a:lnTo>
                  <a:pt x="142322" y="280864"/>
                </a:lnTo>
                <a:lnTo>
                  <a:pt x="142574" y="281567"/>
                </a:lnTo>
                <a:lnTo>
                  <a:pt x="142816" y="282274"/>
                </a:lnTo>
                <a:lnTo>
                  <a:pt x="143048" y="282986"/>
                </a:lnTo>
                <a:lnTo>
                  <a:pt x="143268" y="283703"/>
                </a:lnTo>
                <a:lnTo>
                  <a:pt x="143478" y="284424"/>
                </a:lnTo>
                <a:lnTo>
                  <a:pt x="143677" y="285150"/>
                </a:lnTo>
                <a:lnTo>
                  <a:pt x="143865" y="285880"/>
                </a:lnTo>
                <a:lnTo>
                  <a:pt x="144042" y="286615"/>
                </a:lnTo>
                <a:lnTo>
                  <a:pt x="144209" y="287355"/>
                </a:lnTo>
                <a:lnTo>
                  <a:pt x="144365" y="288099"/>
                </a:lnTo>
                <a:lnTo>
                  <a:pt x="144510" y="288848"/>
                </a:lnTo>
                <a:lnTo>
                  <a:pt x="144644" y="289601"/>
                </a:lnTo>
                <a:lnTo>
                  <a:pt x="144768" y="290359"/>
                </a:lnTo>
                <a:lnTo>
                  <a:pt x="144881" y="291122"/>
                </a:lnTo>
                <a:lnTo>
                  <a:pt x="144983" y="291889"/>
                </a:lnTo>
                <a:lnTo>
                  <a:pt x="145074" y="292661"/>
                </a:lnTo>
                <a:lnTo>
                  <a:pt x="145155" y="293438"/>
                </a:lnTo>
                <a:lnTo>
                  <a:pt x="145225" y="294219"/>
                </a:lnTo>
                <a:lnTo>
                  <a:pt x="145284" y="295005"/>
                </a:lnTo>
                <a:lnTo>
                  <a:pt x="145332" y="295795"/>
                </a:lnTo>
                <a:lnTo>
                  <a:pt x="145370" y="296590"/>
                </a:lnTo>
                <a:lnTo>
                  <a:pt x="145397" y="297389"/>
                </a:lnTo>
                <a:lnTo>
                  <a:pt x="145413" y="298193"/>
                </a:lnTo>
                <a:lnTo>
                  <a:pt x="145418" y="299002"/>
                </a:lnTo>
                <a:lnTo>
                  <a:pt x="145413" y="299811"/>
                </a:lnTo>
                <a:lnTo>
                  <a:pt x="145397" y="300615"/>
                </a:lnTo>
                <a:lnTo>
                  <a:pt x="145370" y="301414"/>
                </a:lnTo>
                <a:lnTo>
                  <a:pt x="145332" y="302208"/>
                </a:lnTo>
                <a:lnTo>
                  <a:pt x="145284" y="302997"/>
                </a:lnTo>
                <a:lnTo>
                  <a:pt x="145225" y="303781"/>
                </a:lnTo>
                <a:lnTo>
                  <a:pt x="145155" y="304561"/>
                </a:lnTo>
                <a:lnTo>
                  <a:pt x="145074" y="305336"/>
                </a:lnTo>
                <a:lnTo>
                  <a:pt x="144983" y="306106"/>
                </a:lnTo>
                <a:lnTo>
                  <a:pt x="144881" y="306871"/>
                </a:lnTo>
                <a:lnTo>
                  <a:pt x="144768" y="307631"/>
                </a:lnTo>
                <a:lnTo>
                  <a:pt x="144644" y="308387"/>
                </a:lnTo>
                <a:lnTo>
                  <a:pt x="144510" y="309138"/>
                </a:lnTo>
                <a:lnTo>
                  <a:pt x="144365" y="309884"/>
                </a:lnTo>
                <a:lnTo>
                  <a:pt x="144209" y="310625"/>
                </a:lnTo>
                <a:lnTo>
                  <a:pt x="144042" y="311361"/>
                </a:lnTo>
                <a:lnTo>
                  <a:pt x="143865" y="312092"/>
                </a:lnTo>
                <a:lnTo>
                  <a:pt x="143677" y="312819"/>
                </a:lnTo>
                <a:lnTo>
                  <a:pt x="143478" y="313540"/>
                </a:lnTo>
                <a:lnTo>
                  <a:pt x="143268" y="314257"/>
                </a:lnTo>
                <a:lnTo>
                  <a:pt x="143048" y="314969"/>
                </a:lnTo>
                <a:lnTo>
                  <a:pt x="142816" y="315677"/>
                </a:lnTo>
                <a:lnTo>
                  <a:pt x="142574" y="316379"/>
                </a:lnTo>
                <a:lnTo>
                  <a:pt x="142322" y="317077"/>
                </a:lnTo>
                <a:lnTo>
                  <a:pt x="142058" y="317766"/>
                </a:lnTo>
                <a:lnTo>
                  <a:pt x="141782" y="318445"/>
                </a:lnTo>
                <a:lnTo>
                  <a:pt x="141495" y="319112"/>
                </a:lnTo>
                <a:lnTo>
                  <a:pt x="141196" y="319768"/>
                </a:lnTo>
                <a:lnTo>
                  <a:pt x="140886" y="320413"/>
                </a:lnTo>
                <a:lnTo>
                  <a:pt x="140564" y="321046"/>
                </a:lnTo>
                <a:lnTo>
                  <a:pt x="140230" y="321669"/>
                </a:lnTo>
                <a:lnTo>
                  <a:pt x="139885" y="322280"/>
                </a:lnTo>
                <a:lnTo>
                  <a:pt x="139528" y="322880"/>
                </a:lnTo>
                <a:lnTo>
                  <a:pt x="139160" y="323469"/>
                </a:lnTo>
                <a:lnTo>
                  <a:pt x="138780" y="324047"/>
                </a:lnTo>
                <a:lnTo>
                  <a:pt x="138388" y="324613"/>
                </a:lnTo>
                <a:lnTo>
                  <a:pt x="137984" y="325168"/>
                </a:lnTo>
                <a:lnTo>
                  <a:pt x="137569" y="325712"/>
                </a:lnTo>
                <a:lnTo>
                  <a:pt x="137143" y="326245"/>
                </a:lnTo>
                <a:lnTo>
                  <a:pt x="136704" y="326767"/>
                </a:lnTo>
                <a:lnTo>
                  <a:pt x="136254" y="327278"/>
                </a:lnTo>
                <a:lnTo>
                  <a:pt x="135793" y="327777"/>
                </a:lnTo>
                <a:lnTo>
                  <a:pt x="135319" y="328265"/>
                </a:lnTo>
                <a:lnTo>
                  <a:pt x="134835" y="328742"/>
                </a:lnTo>
                <a:lnTo>
                  <a:pt x="134338" y="329208"/>
                </a:lnTo>
                <a:lnTo>
                  <a:pt x="133830" y="329662"/>
                </a:lnTo>
                <a:lnTo>
                  <a:pt x="133310" y="330106"/>
                </a:lnTo>
                <a:lnTo>
                  <a:pt x="132779" y="330538"/>
                </a:lnTo>
                <a:lnTo>
                  <a:pt x="132236" y="330956"/>
                </a:lnTo>
                <a:lnTo>
                  <a:pt x="131680" y="331356"/>
                </a:lnTo>
                <a:lnTo>
                  <a:pt x="131112" y="331738"/>
                </a:lnTo>
                <a:lnTo>
                  <a:pt x="130532" y="332102"/>
                </a:lnTo>
                <a:lnTo>
                  <a:pt x="129939" y="332449"/>
                </a:lnTo>
                <a:lnTo>
                  <a:pt x="129335" y="332777"/>
                </a:lnTo>
                <a:lnTo>
                  <a:pt x="128718" y="333089"/>
                </a:lnTo>
                <a:lnTo>
                  <a:pt x="128088" y="333382"/>
                </a:lnTo>
                <a:lnTo>
                  <a:pt x="127447" y="333657"/>
                </a:lnTo>
                <a:lnTo>
                  <a:pt x="126793" y="333915"/>
                </a:lnTo>
                <a:lnTo>
                  <a:pt x="126126" y="334155"/>
                </a:lnTo>
                <a:lnTo>
                  <a:pt x="125448" y="334377"/>
                </a:lnTo>
                <a:lnTo>
                  <a:pt x="124757" y="334582"/>
                </a:lnTo>
                <a:lnTo>
                  <a:pt x="124054" y="334768"/>
                </a:lnTo>
                <a:lnTo>
                  <a:pt x="123339" y="334937"/>
                </a:lnTo>
                <a:lnTo>
                  <a:pt x="122611" y="335088"/>
                </a:lnTo>
                <a:lnTo>
                  <a:pt x="121871" y="335221"/>
                </a:lnTo>
                <a:lnTo>
                  <a:pt x="121119" y="335337"/>
                </a:lnTo>
                <a:lnTo>
                  <a:pt x="120354" y="335435"/>
                </a:lnTo>
                <a:lnTo>
                  <a:pt x="119578" y="335515"/>
                </a:lnTo>
                <a:lnTo>
                  <a:pt x="118788" y="335577"/>
                </a:lnTo>
                <a:lnTo>
                  <a:pt x="117987" y="335621"/>
                </a:lnTo>
                <a:lnTo>
                  <a:pt x="117173" y="335648"/>
                </a:lnTo>
                <a:lnTo>
                  <a:pt x="116347" y="335657"/>
                </a:lnTo>
                <a:lnTo>
                  <a:pt x="115521" y="335648"/>
                </a:lnTo>
                <a:lnTo>
                  <a:pt x="114708" y="335621"/>
                </a:lnTo>
                <a:lnTo>
                  <a:pt x="113906" y="335577"/>
                </a:lnTo>
                <a:lnTo>
                  <a:pt x="113117" y="335515"/>
                </a:lnTo>
                <a:lnTo>
                  <a:pt x="112340" y="335435"/>
                </a:lnTo>
                <a:lnTo>
                  <a:pt x="111576" y="335337"/>
                </a:lnTo>
                <a:lnTo>
                  <a:pt x="110824" y="335221"/>
                </a:lnTo>
                <a:close/>
                <a:moveTo>
                  <a:pt x="430910" y="292823"/>
                </a:moveTo>
                <a:lnTo>
                  <a:pt x="430854" y="291758"/>
                </a:lnTo>
                <a:lnTo>
                  <a:pt x="430785" y="290707"/>
                </a:lnTo>
                <a:lnTo>
                  <a:pt x="430704" y="289672"/>
                </a:lnTo>
                <a:lnTo>
                  <a:pt x="430610" y="288652"/>
                </a:lnTo>
                <a:lnTo>
                  <a:pt x="430503" y="287646"/>
                </a:lnTo>
                <a:lnTo>
                  <a:pt x="430385" y="286656"/>
                </a:lnTo>
                <a:lnTo>
                  <a:pt x="430253" y="285680"/>
                </a:lnTo>
                <a:lnTo>
                  <a:pt x="430109" y="284719"/>
                </a:lnTo>
                <a:lnTo>
                  <a:pt x="429953" y="283774"/>
                </a:lnTo>
                <a:lnTo>
                  <a:pt x="429784" y="282843"/>
                </a:lnTo>
                <a:lnTo>
                  <a:pt x="429603" y="281927"/>
                </a:lnTo>
                <a:lnTo>
                  <a:pt x="429409" y="281026"/>
                </a:lnTo>
                <a:lnTo>
                  <a:pt x="429203" y="280140"/>
                </a:lnTo>
                <a:lnTo>
                  <a:pt x="428984" y="279269"/>
                </a:lnTo>
                <a:lnTo>
                  <a:pt x="428752" y="278412"/>
                </a:lnTo>
                <a:lnTo>
                  <a:pt x="428508" y="277571"/>
                </a:lnTo>
                <a:lnTo>
                  <a:pt x="428252" y="276745"/>
                </a:lnTo>
                <a:lnTo>
                  <a:pt x="427983" y="275933"/>
                </a:lnTo>
                <a:lnTo>
                  <a:pt x="427702" y="275137"/>
                </a:lnTo>
                <a:lnTo>
                  <a:pt x="427408" y="274355"/>
                </a:lnTo>
                <a:lnTo>
                  <a:pt x="427103" y="273587"/>
                </a:lnTo>
                <a:lnTo>
                  <a:pt x="426790" y="272832"/>
                </a:lnTo>
                <a:lnTo>
                  <a:pt x="426469" y="272090"/>
                </a:lnTo>
                <a:lnTo>
                  <a:pt x="426139" y="271360"/>
                </a:lnTo>
                <a:lnTo>
                  <a:pt x="425800" y="270643"/>
                </a:lnTo>
                <a:lnTo>
                  <a:pt x="425453" y="269939"/>
                </a:lnTo>
                <a:lnTo>
                  <a:pt x="425097" y="269248"/>
                </a:lnTo>
                <a:lnTo>
                  <a:pt x="424732" y="268569"/>
                </a:lnTo>
                <a:lnTo>
                  <a:pt x="424359" y="267903"/>
                </a:lnTo>
                <a:lnTo>
                  <a:pt x="423978" y="267250"/>
                </a:lnTo>
                <a:lnTo>
                  <a:pt x="423588" y="266609"/>
                </a:lnTo>
                <a:lnTo>
                  <a:pt x="423189" y="265981"/>
                </a:lnTo>
                <a:lnTo>
                  <a:pt x="422782" y="265366"/>
                </a:lnTo>
                <a:lnTo>
                  <a:pt x="422366" y="264764"/>
                </a:lnTo>
                <a:lnTo>
                  <a:pt x="421942" y="264174"/>
                </a:lnTo>
                <a:lnTo>
                  <a:pt x="421509" y="263597"/>
                </a:lnTo>
                <a:lnTo>
                  <a:pt x="421068" y="263033"/>
                </a:lnTo>
                <a:lnTo>
                  <a:pt x="420618" y="262482"/>
                </a:lnTo>
                <a:lnTo>
                  <a:pt x="420159" y="261943"/>
                </a:lnTo>
                <a:lnTo>
                  <a:pt x="419692" y="261417"/>
                </a:lnTo>
                <a:lnTo>
                  <a:pt x="419217" y="260904"/>
                </a:lnTo>
                <a:lnTo>
                  <a:pt x="418732" y="260403"/>
                </a:lnTo>
                <a:lnTo>
                  <a:pt x="418240" y="259915"/>
                </a:lnTo>
                <a:lnTo>
                  <a:pt x="417738" y="259440"/>
                </a:lnTo>
                <a:lnTo>
                  <a:pt x="417231" y="258972"/>
                </a:lnTo>
                <a:lnTo>
                  <a:pt x="416718" y="258514"/>
                </a:lnTo>
                <a:lnTo>
                  <a:pt x="416201" y="258068"/>
                </a:lnTo>
                <a:lnTo>
                  <a:pt x="415679" y="257632"/>
                </a:lnTo>
                <a:lnTo>
                  <a:pt x="415153" y="257207"/>
                </a:lnTo>
                <a:lnTo>
                  <a:pt x="414622" y="256794"/>
                </a:lnTo>
                <a:lnTo>
                  <a:pt x="414086" y="256391"/>
                </a:lnTo>
                <a:lnTo>
                  <a:pt x="413546" y="255999"/>
                </a:lnTo>
                <a:lnTo>
                  <a:pt x="413002" y="255619"/>
                </a:lnTo>
                <a:lnTo>
                  <a:pt x="412452" y="255249"/>
                </a:lnTo>
                <a:lnTo>
                  <a:pt x="411898" y="254890"/>
                </a:lnTo>
                <a:lnTo>
                  <a:pt x="411340" y="254542"/>
                </a:lnTo>
                <a:lnTo>
                  <a:pt x="410776" y="254206"/>
                </a:lnTo>
                <a:lnTo>
                  <a:pt x="410209" y="253880"/>
                </a:lnTo>
                <a:lnTo>
                  <a:pt x="409636" y="253565"/>
                </a:lnTo>
                <a:lnTo>
                  <a:pt x="409059" y="253261"/>
                </a:lnTo>
                <a:lnTo>
                  <a:pt x="408478" y="252968"/>
                </a:lnTo>
                <a:lnTo>
                  <a:pt x="407891" y="252686"/>
                </a:lnTo>
                <a:lnTo>
                  <a:pt x="407301" y="252415"/>
                </a:lnTo>
                <a:lnTo>
                  <a:pt x="406705" y="252155"/>
                </a:lnTo>
                <a:lnTo>
                  <a:pt x="406105" y="251906"/>
                </a:lnTo>
                <a:lnTo>
                  <a:pt x="405500" y="251668"/>
                </a:lnTo>
                <a:lnTo>
                  <a:pt x="404891" y="251441"/>
                </a:lnTo>
                <a:lnTo>
                  <a:pt x="404277" y="251224"/>
                </a:lnTo>
                <a:lnTo>
                  <a:pt x="403661" y="251018"/>
                </a:lnTo>
                <a:lnTo>
                  <a:pt x="403044" y="250821"/>
                </a:lnTo>
                <a:lnTo>
                  <a:pt x="402426" y="250632"/>
                </a:lnTo>
                <a:lnTo>
                  <a:pt x="401807" y="250452"/>
                </a:lnTo>
                <a:lnTo>
                  <a:pt x="401188" y="250281"/>
                </a:lnTo>
                <a:lnTo>
                  <a:pt x="400568" y="250118"/>
                </a:lnTo>
                <a:lnTo>
                  <a:pt x="399948" y="249965"/>
                </a:lnTo>
                <a:lnTo>
                  <a:pt x="399327" y="249820"/>
                </a:lnTo>
                <a:lnTo>
                  <a:pt x="398705" y="249684"/>
                </a:lnTo>
                <a:lnTo>
                  <a:pt x="398083" y="249557"/>
                </a:lnTo>
                <a:lnTo>
                  <a:pt x="397459" y="249438"/>
                </a:lnTo>
                <a:lnTo>
                  <a:pt x="396836" y="249329"/>
                </a:lnTo>
                <a:lnTo>
                  <a:pt x="396211" y="249228"/>
                </a:lnTo>
                <a:lnTo>
                  <a:pt x="395586" y="249135"/>
                </a:lnTo>
                <a:lnTo>
                  <a:pt x="394960" y="249052"/>
                </a:lnTo>
                <a:lnTo>
                  <a:pt x="394334" y="248977"/>
                </a:lnTo>
                <a:lnTo>
                  <a:pt x="393707" y="248912"/>
                </a:lnTo>
                <a:lnTo>
                  <a:pt x="393079" y="248855"/>
                </a:lnTo>
                <a:lnTo>
                  <a:pt x="392451" y="248806"/>
                </a:lnTo>
                <a:lnTo>
                  <a:pt x="391822" y="248767"/>
                </a:lnTo>
                <a:lnTo>
                  <a:pt x="391192" y="248736"/>
                </a:lnTo>
                <a:lnTo>
                  <a:pt x="390562" y="248714"/>
                </a:lnTo>
                <a:lnTo>
                  <a:pt x="389931" y="248701"/>
                </a:lnTo>
                <a:lnTo>
                  <a:pt x="389299" y="248697"/>
                </a:lnTo>
                <a:lnTo>
                  <a:pt x="388210" y="248708"/>
                </a:lnTo>
                <a:lnTo>
                  <a:pt x="387131" y="248741"/>
                </a:lnTo>
                <a:lnTo>
                  <a:pt x="386064" y="248797"/>
                </a:lnTo>
                <a:lnTo>
                  <a:pt x="385009" y="248876"/>
                </a:lnTo>
                <a:lnTo>
                  <a:pt x="383965" y="248976"/>
                </a:lnTo>
                <a:lnTo>
                  <a:pt x="382932" y="249099"/>
                </a:lnTo>
                <a:lnTo>
                  <a:pt x="381911" y="249245"/>
                </a:lnTo>
                <a:lnTo>
                  <a:pt x="380901" y="249413"/>
                </a:lnTo>
                <a:lnTo>
                  <a:pt x="379903" y="249603"/>
                </a:lnTo>
                <a:lnTo>
                  <a:pt x="378916" y="249816"/>
                </a:lnTo>
                <a:lnTo>
                  <a:pt x="377940" y="250051"/>
                </a:lnTo>
                <a:lnTo>
                  <a:pt x="376976" y="250308"/>
                </a:lnTo>
                <a:lnTo>
                  <a:pt x="376023" y="250588"/>
                </a:lnTo>
                <a:lnTo>
                  <a:pt x="375082" y="250890"/>
                </a:lnTo>
                <a:lnTo>
                  <a:pt x="374152" y="251215"/>
                </a:lnTo>
                <a:lnTo>
                  <a:pt x="373233" y="251562"/>
                </a:lnTo>
                <a:lnTo>
                  <a:pt x="372326" y="251931"/>
                </a:lnTo>
                <a:lnTo>
                  <a:pt x="371430" y="252323"/>
                </a:lnTo>
                <a:lnTo>
                  <a:pt x="370546" y="252737"/>
                </a:lnTo>
                <a:lnTo>
                  <a:pt x="369673" y="253173"/>
                </a:lnTo>
                <a:lnTo>
                  <a:pt x="368811" y="253632"/>
                </a:lnTo>
                <a:lnTo>
                  <a:pt x="367961" y="254113"/>
                </a:lnTo>
                <a:lnTo>
                  <a:pt x="367123" y="254617"/>
                </a:lnTo>
                <a:lnTo>
                  <a:pt x="366295" y="255143"/>
                </a:lnTo>
                <a:lnTo>
                  <a:pt x="365486" y="255683"/>
                </a:lnTo>
                <a:lnTo>
                  <a:pt x="364693" y="256242"/>
                </a:lnTo>
                <a:lnTo>
                  <a:pt x="363914" y="256817"/>
                </a:lnTo>
                <a:lnTo>
                  <a:pt x="363149" y="257411"/>
                </a:lnTo>
                <a:lnTo>
                  <a:pt x="362400" y="258022"/>
                </a:lnTo>
                <a:lnTo>
                  <a:pt x="361666" y="258650"/>
                </a:lnTo>
                <a:lnTo>
                  <a:pt x="360947" y="259296"/>
                </a:lnTo>
                <a:lnTo>
                  <a:pt x="360242" y="259960"/>
                </a:lnTo>
                <a:lnTo>
                  <a:pt x="359553" y="260641"/>
                </a:lnTo>
                <a:lnTo>
                  <a:pt x="358878" y="261340"/>
                </a:lnTo>
                <a:lnTo>
                  <a:pt x="358219" y="262056"/>
                </a:lnTo>
                <a:lnTo>
                  <a:pt x="357574" y="262790"/>
                </a:lnTo>
                <a:lnTo>
                  <a:pt x="356944" y="263541"/>
                </a:lnTo>
                <a:lnTo>
                  <a:pt x="356329" y="264310"/>
                </a:lnTo>
                <a:lnTo>
                  <a:pt x="355729" y="265096"/>
                </a:lnTo>
                <a:lnTo>
                  <a:pt x="355144" y="265900"/>
                </a:lnTo>
                <a:lnTo>
                  <a:pt x="354574" y="266722"/>
                </a:lnTo>
                <a:lnTo>
                  <a:pt x="354019" y="267561"/>
                </a:lnTo>
                <a:lnTo>
                  <a:pt x="353479" y="268418"/>
                </a:lnTo>
                <a:lnTo>
                  <a:pt x="352953" y="269292"/>
                </a:lnTo>
                <a:lnTo>
                  <a:pt x="352443" y="270184"/>
                </a:lnTo>
                <a:lnTo>
                  <a:pt x="351948" y="271093"/>
                </a:lnTo>
                <a:lnTo>
                  <a:pt x="351467" y="272020"/>
                </a:lnTo>
                <a:lnTo>
                  <a:pt x="351001" y="272965"/>
                </a:lnTo>
                <a:lnTo>
                  <a:pt x="350558" y="273919"/>
                </a:lnTo>
                <a:lnTo>
                  <a:pt x="350133" y="274885"/>
                </a:lnTo>
                <a:lnTo>
                  <a:pt x="349728" y="275864"/>
                </a:lnTo>
                <a:lnTo>
                  <a:pt x="349341" y="276855"/>
                </a:lnTo>
                <a:lnTo>
                  <a:pt x="348973" y="277858"/>
                </a:lnTo>
                <a:lnTo>
                  <a:pt x="348624" y="278874"/>
                </a:lnTo>
                <a:lnTo>
                  <a:pt x="348293" y="279901"/>
                </a:lnTo>
                <a:lnTo>
                  <a:pt x="347982" y="280942"/>
                </a:lnTo>
                <a:lnTo>
                  <a:pt x="347689" y="281994"/>
                </a:lnTo>
                <a:lnTo>
                  <a:pt x="347416" y="283059"/>
                </a:lnTo>
                <a:lnTo>
                  <a:pt x="347161" y="284136"/>
                </a:lnTo>
                <a:lnTo>
                  <a:pt x="346925" y="285225"/>
                </a:lnTo>
                <a:lnTo>
                  <a:pt x="346708" y="286327"/>
                </a:lnTo>
                <a:lnTo>
                  <a:pt x="346510" y="287440"/>
                </a:lnTo>
                <a:lnTo>
                  <a:pt x="346331" y="288567"/>
                </a:lnTo>
                <a:lnTo>
                  <a:pt x="346170" y="289705"/>
                </a:lnTo>
                <a:lnTo>
                  <a:pt x="346029" y="290856"/>
                </a:lnTo>
                <a:lnTo>
                  <a:pt x="345906" y="292019"/>
                </a:lnTo>
                <a:lnTo>
                  <a:pt x="345802" y="293194"/>
                </a:lnTo>
                <a:lnTo>
                  <a:pt x="345717" y="294382"/>
                </a:lnTo>
                <a:lnTo>
                  <a:pt x="345651" y="295582"/>
                </a:lnTo>
                <a:lnTo>
                  <a:pt x="345604" y="296794"/>
                </a:lnTo>
                <a:lnTo>
                  <a:pt x="345576" y="298018"/>
                </a:lnTo>
                <a:lnTo>
                  <a:pt x="345566" y="299255"/>
                </a:lnTo>
                <a:lnTo>
                  <a:pt x="345576" y="300491"/>
                </a:lnTo>
                <a:lnTo>
                  <a:pt x="345604" y="301715"/>
                </a:lnTo>
                <a:lnTo>
                  <a:pt x="345651" y="302926"/>
                </a:lnTo>
                <a:lnTo>
                  <a:pt x="345717" y="304125"/>
                </a:lnTo>
                <a:lnTo>
                  <a:pt x="345802" y="305310"/>
                </a:lnTo>
                <a:lnTo>
                  <a:pt x="345906" y="306483"/>
                </a:lnTo>
                <a:lnTo>
                  <a:pt x="346029" y="307643"/>
                </a:lnTo>
                <a:lnTo>
                  <a:pt x="346170" y="308791"/>
                </a:lnTo>
                <a:lnTo>
                  <a:pt x="346331" y="309925"/>
                </a:lnTo>
                <a:lnTo>
                  <a:pt x="346510" y="311047"/>
                </a:lnTo>
                <a:lnTo>
                  <a:pt x="346708" y="312157"/>
                </a:lnTo>
                <a:lnTo>
                  <a:pt x="346925" y="313253"/>
                </a:lnTo>
                <a:lnTo>
                  <a:pt x="347161" y="314337"/>
                </a:lnTo>
                <a:lnTo>
                  <a:pt x="347416" y="315408"/>
                </a:lnTo>
                <a:lnTo>
                  <a:pt x="347689" y="316466"/>
                </a:lnTo>
                <a:lnTo>
                  <a:pt x="347982" y="317512"/>
                </a:lnTo>
                <a:lnTo>
                  <a:pt x="348293" y="318545"/>
                </a:lnTo>
                <a:lnTo>
                  <a:pt x="348624" y="319565"/>
                </a:lnTo>
                <a:lnTo>
                  <a:pt x="348973" y="320573"/>
                </a:lnTo>
                <a:lnTo>
                  <a:pt x="349341" y="321567"/>
                </a:lnTo>
                <a:lnTo>
                  <a:pt x="349728" y="322549"/>
                </a:lnTo>
                <a:lnTo>
                  <a:pt x="350133" y="323519"/>
                </a:lnTo>
                <a:lnTo>
                  <a:pt x="350558" y="324475"/>
                </a:lnTo>
                <a:lnTo>
                  <a:pt x="351001" y="325419"/>
                </a:lnTo>
                <a:lnTo>
                  <a:pt x="351468" y="326342"/>
                </a:lnTo>
                <a:lnTo>
                  <a:pt x="351950" y="327249"/>
                </a:lnTo>
                <a:lnTo>
                  <a:pt x="352448" y="328138"/>
                </a:lnTo>
                <a:lnTo>
                  <a:pt x="352962" y="329011"/>
                </a:lnTo>
                <a:lnTo>
                  <a:pt x="353493" y="329866"/>
                </a:lnTo>
                <a:lnTo>
                  <a:pt x="354039" y="330704"/>
                </a:lnTo>
                <a:lnTo>
                  <a:pt x="354601" y="331525"/>
                </a:lnTo>
                <a:lnTo>
                  <a:pt x="355179" y="332329"/>
                </a:lnTo>
                <a:lnTo>
                  <a:pt x="355774" y="333115"/>
                </a:lnTo>
                <a:lnTo>
                  <a:pt x="356384" y="333885"/>
                </a:lnTo>
                <a:lnTo>
                  <a:pt x="357011" y="334637"/>
                </a:lnTo>
                <a:lnTo>
                  <a:pt x="357653" y="335373"/>
                </a:lnTo>
                <a:lnTo>
                  <a:pt x="358311" y="336091"/>
                </a:lnTo>
                <a:lnTo>
                  <a:pt x="358986" y="336792"/>
                </a:lnTo>
                <a:lnTo>
                  <a:pt x="359676" y="337476"/>
                </a:lnTo>
                <a:lnTo>
                  <a:pt x="360383" y="338143"/>
                </a:lnTo>
                <a:lnTo>
                  <a:pt x="361105" y="338792"/>
                </a:lnTo>
                <a:lnTo>
                  <a:pt x="361844" y="339425"/>
                </a:lnTo>
                <a:lnTo>
                  <a:pt x="362598" y="340041"/>
                </a:lnTo>
                <a:lnTo>
                  <a:pt x="363369" y="340639"/>
                </a:lnTo>
                <a:lnTo>
                  <a:pt x="364155" y="341220"/>
                </a:lnTo>
                <a:lnTo>
                  <a:pt x="364958" y="341784"/>
                </a:lnTo>
                <a:lnTo>
                  <a:pt x="365777" y="342332"/>
                </a:lnTo>
                <a:lnTo>
                  <a:pt x="366611" y="342861"/>
                </a:lnTo>
                <a:lnTo>
                  <a:pt x="367466" y="343367"/>
                </a:lnTo>
                <a:lnTo>
                  <a:pt x="368334" y="343851"/>
                </a:lnTo>
                <a:lnTo>
                  <a:pt x="369215" y="344313"/>
                </a:lnTo>
                <a:lnTo>
                  <a:pt x="370110" y="344754"/>
                </a:lnTo>
                <a:lnTo>
                  <a:pt x="371018" y="345173"/>
                </a:lnTo>
                <a:lnTo>
                  <a:pt x="371940" y="345571"/>
                </a:lnTo>
                <a:lnTo>
                  <a:pt x="372875" y="345947"/>
                </a:lnTo>
                <a:lnTo>
                  <a:pt x="373823" y="346302"/>
                </a:lnTo>
                <a:lnTo>
                  <a:pt x="374785" y="346636"/>
                </a:lnTo>
                <a:lnTo>
                  <a:pt x="375760" y="346947"/>
                </a:lnTo>
                <a:lnTo>
                  <a:pt x="376748" y="347238"/>
                </a:lnTo>
                <a:lnTo>
                  <a:pt x="377750" y="347507"/>
                </a:lnTo>
                <a:lnTo>
                  <a:pt x="378765" y="347754"/>
                </a:lnTo>
                <a:lnTo>
                  <a:pt x="379794" y="347980"/>
                </a:lnTo>
                <a:lnTo>
                  <a:pt x="380836" y="348184"/>
                </a:lnTo>
                <a:lnTo>
                  <a:pt x="381891" y="348367"/>
                </a:lnTo>
                <a:lnTo>
                  <a:pt x="382960" y="348528"/>
                </a:lnTo>
                <a:lnTo>
                  <a:pt x="384042" y="348668"/>
                </a:lnTo>
                <a:lnTo>
                  <a:pt x="385138" y="348786"/>
                </a:lnTo>
                <a:lnTo>
                  <a:pt x="386247" y="348883"/>
                </a:lnTo>
                <a:lnTo>
                  <a:pt x="387369" y="348958"/>
                </a:lnTo>
                <a:lnTo>
                  <a:pt x="388505" y="349012"/>
                </a:lnTo>
                <a:lnTo>
                  <a:pt x="389654" y="349044"/>
                </a:lnTo>
                <a:lnTo>
                  <a:pt x="390816" y="349055"/>
                </a:lnTo>
                <a:lnTo>
                  <a:pt x="391634" y="349050"/>
                </a:lnTo>
                <a:lnTo>
                  <a:pt x="392446" y="349034"/>
                </a:lnTo>
                <a:lnTo>
                  <a:pt x="393250" y="349007"/>
                </a:lnTo>
                <a:lnTo>
                  <a:pt x="394048" y="348971"/>
                </a:lnTo>
                <a:lnTo>
                  <a:pt x="394839" y="348923"/>
                </a:lnTo>
                <a:lnTo>
                  <a:pt x="395623" y="348865"/>
                </a:lnTo>
                <a:lnTo>
                  <a:pt x="396400" y="348797"/>
                </a:lnTo>
                <a:lnTo>
                  <a:pt x="397171" y="348718"/>
                </a:lnTo>
                <a:lnTo>
                  <a:pt x="397935" y="348628"/>
                </a:lnTo>
                <a:lnTo>
                  <a:pt x="398692" y="348528"/>
                </a:lnTo>
                <a:lnTo>
                  <a:pt x="399442" y="348418"/>
                </a:lnTo>
                <a:lnTo>
                  <a:pt x="400185" y="348297"/>
                </a:lnTo>
                <a:lnTo>
                  <a:pt x="400922" y="348165"/>
                </a:lnTo>
                <a:lnTo>
                  <a:pt x="401651" y="348023"/>
                </a:lnTo>
                <a:lnTo>
                  <a:pt x="402374" y="347870"/>
                </a:lnTo>
                <a:lnTo>
                  <a:pt x="403091" y="347707"/>
                </a:lnTo>
                <a:lnTo>
                  <a:pt x="403800" y="347533"/>
                </a:lnTo>
                <a:lnTo>
                  <a:pt x="404502" y="347349"/>
                </a:lnTo>
                <a:lnTo>
                  <a:pt x="405198" y="347154"/>
                </a:lnTo>
                <a:lnTo>
                  <a:pt x="405887" y="346948"/>
                </a:lnTo>
                <a:lnTo>
                  <a:pt x="406569" y="346732"/>
                </a:lnTo>
                <a:lnTo>
                  <a:pt x="407245" y="346506"/>
                </a:lnTo>
                <a:lnTo>
                  <a:pt x="407913" y="346269"/>
                </a:lnTo>
                <a:lnTo>
                  <a:pt x="408575" y="346021"/>
                </a:lnTo>
                <a:lnTo>
                  <a:pt x="409229" y="345759"/>
                </a:lnTo>
                <a:lnTo>
                  <a:pt x="409874" y="345489"/>
                </a:lnTo>
                <a:lnTo>
                  <a:pt x="410510" y="345210"/>
                </a:lnTo>
                <a:lnTo>
                  <a:pt x="411138" y="344922"/>
                </a:lnTo>
                <a:lnTo>
                  <a:pt x="411757" y="344627"/>
                </a:lnTo>
                <a:lnTo>
                  <a:pt x="412367" y="344323"/>
                </a:lnTo>
                <a:lnTo>
                  <a:pt x="412968" y="344011"/>
                </a:lnTo>
                <a:lnTo>
                  <a:pt x="413560" y="343690"/>
                </a:lnTo>
                <a:lnTo>
                  <a:pt x="414144" y="343361"/>
                </a:lnTo>
                <a:lnTo>
                  <a:pt x="414719" y="343024"/>
                </a:lnTo>
                <a:lnTo>
                  <a:pt x="415285" y="342678"/>
                </a:lnTo>
                <a:lnTo>
                  <a:pt x="415842" y="342324"/>
                </a:lnTo>
                <a:lnTo>
                  <a:pt x="416391" y="341962"/>
                </a:lnTo>
                <a:lnTo>
                  <a:pt x="416931" y="341591"/>
                </a:lnTo>
                <a:lnTo>
                  <a:pt x="417462" y="341212"/>
                </a:lnTo>
                <a:lnTo>
                  <a:pt x="417984" y="340825"/>
                </a:lnTo>
                <a:lnTo>
                  <a:pt x="418498" y="340429"/>
                </a:lnTo>
                <a:lnTo>
                  <a:pt x="419002" y="340025"/>
                </a:lnTo>
                <a:lnTo>
                  <a:pt x="419498" y="339613"/>
                </a:lnTo>
                <a:lnTo>
                  <a:pt x="419985" y="339193"/>
                </a:lnTo>
                <a:lnTo>
                  <a:pt x="420464" y="338764"/>
                </a:lnTo>
                <a:lnTo>
                  <a:pt x="420933" y="338326"/>
                </a:lnTo>
                <a:lnTo>
                  <a:pt x="421394" y="337880"/>
                </a:lnTo>
                <a:lnTo>
                  <a:pt x="421846" y="337426"/>
                </a:lnTo>
                <a:lnTo>
                  <a:pt x="422289" y="336960"/>
                </a:lnTo>
                <a:lnTo>
                  <a:pt x="422720" y="336487"/>
                </a:lnTo>
                <a:lnTo>
                  <a:pt x="423141" y="336008"/>
                </a:lnTo>
                <a:lnTo>
                  <a:pt x="423551" y="335524"/>
                </a:lnTo>
                <a:lnTo>
                  <a:pt x="423950" y="335032"/>
                </a:lnTo>
                <a:lnTo>
                  <a:pt x="424339" y="334535"/>
                </a:lnTo>
                <a:lnTo>
                  <a:pt x="424716" y="334032"/>
                </a:lnTo>
                <a:lnTo>
                  <a:pt x="425083" y="333522"/>
                </a:lnTo>
                <a:lnTo>
                  <a:pt x="425440" y="333007"/>
                </a:lnTo>
                <a:lnTo>
                  <a:pt x="425785" y="332485"/>
                </a:lnTo>
                <a:lnTo>
                  <a:pt x="426120" y="331957"/>
                </a:lnTo>
                <a:lnTo>
                  <a:pt x="426444" y="331423"/>
                </a:lnTo>
                <a:lnTo>
                  <a:pt x="426757" y="330882"/>
                </a:lnTo>
                <a:lnTo>
                  <a:pt x="427060" y="330336"/>
                </a:lnTo>
                <a:lnTo>
                  <a:pt x="427351" y="329783"/>
                </a:lnTo>
                <a:lnTo>
                  <a:pt x="427632" y="329225"/>
                </a:lnTo>
                <a:lnTo>
                  <a:pt x="427903" y="328660"/>
                </a:lnTo>
                <a:lnTo>
                  <a:pt x="428162" y="328089"/>
                </a:lnTo>
                <a:lnTo>
                  <a:pt x="428411" y="327512"/>
                </a:lnTo>
                <a:lnTo>
                  <a:pt x="428649" y="326929"/>
                </a:lnTo>
                <a:lnTo>
                  <a:pt x="428876" y="326339"/>
                </a:lnTo>
                <a:lnTo>
                  <a:pt x="429093" y="325744"/>
                </a:lnTo>
                <a:lnTo>
                  <a:pt x="429298" y="325142"/>
                </a:lnTo>
                <a:lnTo>
                  <a:pt x="429493" y="324534"/>
                </a:lnTo>
                <a:lnTo>
                  <a:pt x="415084" y="320489"/>
                </a:lnTo>
                <a:lnTo>
                  <a:pt x="414923" y="320908"/>
                </a:lnTo>
                <a:lnTo>
                  <a:pt x="414757" y="321321"/>
                </a:lnTo>
                <a:lnTo>
                  <a:pt x="414585" y="321728"/>
                </a:lnTo>
                <a:lnTo>
                  <a:pt x="414408" y="322129"/>
                </a:lnTo>
                <a:lnTo>
                  <a:pt x="414226" y="322525"/>
                </a:lnTo>
                <a:lnTo>
                  <a:pt x="414037" y="322915"/>
                </a:lnTo>
                <a:lnTo>
                  <a:pt x="413844" y="323299"/>
                </a:lnTo>
                <a:lnTo>
                  <a:pt x="413645" y="323677"/>
                </a:lnTo>
                <a:lnTo>
                  <a:pt x="413440" y="324050"/>
                </a:lnTo>
                <a:lnTo>
                  <a:pt x="413230" y="324417"/>
                </a:lnTo>
                <a:lnTo>
                  <a:pt x="413014" y="324779"/>
                </a:lnTo>
                <a:lnTo>
                  <a:pt x="412793" y="325134"/>
                </a:lnTo>
                <a:lnTo>
                  <a:pt x="412567" y="325484"/>
                </a:lnTo>
                <a:lnTo>
                  <a:pt x="412335" y="325829"/>
                </a:lnTo>
                <a:lnTo>
                  <a:pt x="412097" y="326167"/>
                </a:lnTo>
                <a:lnTo>
                  <a:pt x="411854" y="326500"/>
                </a:lnTo>
                <a:lnTo>
                  <a:pt x="411605" y="326827"/>
                </a:lnTo>
                <a:lnTo>
                  <a:pt x="411351" y="327149"/>
                </a:lnTo>
                <a:lnTo>
                  <a:pt x="411092" y="327465"/>
                </a:lnTo>
                <a:lnTo>
                  <a:pt x="410827" y="327775"/>
                </a:lnTo>
                <a:lnTo>
                  <a:pt x="410557" y="328079"/>
                </a:lnTo>
                <a:lnTo>
                  <a:pt x="410281" y="328378"/>
                </a:lnTo>
                <a:lnTo>
                  <a:pt x="409999" y="328671"/>
                </a:lnTo>
                <a:lnTo>
                  <a:pt x="409712" y="328958"/>
                </a:lnTo>
                <a:lnTo>
                  <a:pt x="409420" y="329234"/>
                </a:lnTo>
                <a:lnTo>
                  <a:pt x="409124" y="329505"/>
                </a:lnTo>
                <a:lnTo>
                  <a:pt x="408823" y="329770"/>
                </a:lnTo>
                <a:lnTo>
                  <a:pt x="408517" y="330029"/>
                </a:lnTo>
                <a:lnTo>
                  <a:pt x="408206" y="330282"/>
                </a:lnTo>
                <a:lnTo>
                  <a:pt x="407891" y="330530"/>
                </a:lnTo>
                <a:lnTo>
                  <a:pt x="407572" y="330772"/>
                </a:lnTo>
                <a:lnTo>
                  <a:pt x="407248" y="331008"/>
                </a:lnTo>
                <a:lnTo>
                  <a:pt x="406919" y="331239"/>
                </a:lnTo>
                <a:lnTo>
                  <a:pt x="406585" y="331464"/>
                </a:lnTo>
                <a:lnTo>
                  <a:pt x="406247" y="331683"/>
                </a:lnTo>
                <a:lnTo>
                  <a:pt x="405905" y="331897"/>
                </a:lnTo>
                <a:lnTo>
                  <a:pt x="405557" y="332104"/>
                </a:lnTo>
                <a:lnTo>
                  <a:pt x="405205" y="332307"/>
                </a:lnTo>
                <a:lnTo>
                  <a:pt x="404849" y="332503"/>
                </a:lnTo>
                <a:lnTo>
                  <a:pt x="404488" y="332694"/>
                </a:lnTo>
                <a:lnTo>
                  <a:pt x="404122" y="332879"/>
                </a:lnTo>
                <a:lnTo>
                  <a:pt x="403752" y="333058"/>
                </a:lnTo>
                <a:lnTo>
                  <a:pt x="403377" y="333231"/>
                </a:lnTo>
                <a:lnTo>
                  <a:pt x="402997" y="333399"/>
                </a:lnTo>
                <a:lnTo>
                  <a:pt x="402613" y="333562"/>
                </a:lnTo>
                <a:lnTo>
                  <a:pt x="402225" y="333718"/>
                </a:lnTo>
                <a:lnTo>
                  <a:pt x="401831" y="333869"/>
                </a:lnTo>
                <a:lnTo>
                  <a:pt x="401433" y="334014"/>
                </a:lnTo>
                <a:lnTo>
                  <a:pt x="401036" y="334148"/>
                </a:lnTo>
                <a:lnTo>
                  <a:pt x="400635" y="334276"/>
                </a:lnTo>
                <a:lnTo>
                  <a:pt x="400231" y="334399"/>
                </a:lnTo>
                <a:lnTo>
                  <a:pt x="399822" y="334516"/>
                </a:lnTo>
                <a:lnTo>
                  <a:pt x="399409" y="334627"/>
                </a:lnTo>
                <a:lnTo>
                  <a:pt x="398992" y="334733"/>
                </a:lnTo>
                <a:lnTo>
                  <a:pt x="398572" y="334832"/>
                </a:lnTo>
                <a:lnTo>
                  <a:pt x="398147" y="334927"/>
                </a:lnTo>
                <a:lnTo>
                  <a:pt x="397718" y="335015"/>
                </a:lnTo>
                <a:lnTo>
                  <a:pt x="397286" y="335098"/>
                </a:lnTo>
                <a:lnTo>
                  <a:pt x="396850" y="335175"/>
                </a:lnTo>
                <a:lnTo>
                  <a:pt x="396409" y="335246"/>
                </a:lnTo>
                <a:lnTo>
                  <a:pt x="395965" y="335312"/>
                </a:lnTo>
                <a:lnTo>
                  <a:pt x="395516" y="335372"/>
                </a:lnTo>
                <a:lnTo>
                  <a:pt x="395064" y="335426"/>
                </a:lnTo>
                <a:lnTo>
                  <a:pt x="394608" y="335474"/>
                </a:lnTo>
                <a:lnTo>
                  <a:pt x="394148" y="335517"/>
                </a:lnTo>
                <a:lnTo>
                  <a:pt x="393684" y="335554"/>
                </a:lnTo>
                <a:lnTo>
                  <a:pt x="393216" y="335586"/>
                </a:lnTo>
                <a:lnTo>
                  <a:pt x="392744" y="335611"/>
                </a:lnTo>
                <a:lnTo>
                  <a:pt x="392268" y="335631"/>
                </a:lnTo>
                <a:lnTo>
                  <a:pt x="391788" y="335646"/>
                </a:lnTo>
                <a:lnTo>
                  <a:pt x="391304" y="335654"/>
                </a:lnTo>
                <a:lnTo>
                  <a:pt x="390816" y="335657"/>
                </a:lnTo>
                <a:lnTo>
                  <a:pt x="390067" y="335650"/>
                </a:lnTo>
                <a:lnTo>
                  <a:pt x="389325" y="335630"/>
                </a:lnTo>
                <a:lnTo>
                  <a:pt x="388591" y="335596"/>
                </a:lnTo>
                <a:lnTo>
                  <a:pt x="387865" y="335548"/>
                </a:lnTo>
                <a:lnTo>
                  <a:pt x="387147" y="335487"/>
                </a:lnTo>
                <a:lnTo>
                  <a:pt x="386436" y="335412"/>
                </a:lnTo>
                <a:lnTo>
                  <a:pt x="385733" y="335324"/>
                </a:lnTo>
                <a:lnTo>
                  <a:pt x="385037" y="335222"/>
                </a:lnTo>
                <a:lnTo>
                  <a:pt x="384349" y="335106"/>
                </a:lnTo>
                <a:lnTo>
                  <a:pt x="383669" y="334977"/>
                </a:lnTo>
                <a:lnTo>
                  <a:pt x="382997" y="334834"/>
                </a:lnTo>
                <a:lnTo>
                  <a:pt x="382332" y="334677"/>
                </a:lnTo>
                <a:lnTo>
                  <a:pt x="381675" y="334507"/>
                </a:lnTo>
                <a:lnTo>
                  <a:pt x="381025" y="334324"/>
                </a:lnTo>
                <a:lnTo>
                  <a:pt x="380384" y="334126"/>
                </a:lnTo>
                <a:lnTo>
                  <a:pt x="379749" y="333915"/>
                </a:lnTo>
                <a:lnTo>
                  <a:pt x="379123" y="333691"/>
                </a:lnTo>
                <a:lnTo>
                  <a:pt x="378504" y="333453"/>
                </a:lnTo>
                <a:lnTo>
                  <a:pt x="377893" y="333201"/>
                </a:lnTo>
                <a:lnTo>
                  <a:pt x="377290" y="332936"/>
                </a:lnTo>
                <a:lnTo>
                  <a:pt x="376694" y="332657"/>
                </a:lnTo>
                <a:lnTo>
                  <a:pt x="376106" y="332364"/>
                </a:lnTo>
                <a:lnTo>
                  <a:pt x="375526" y="332058"/>
                </a:lnTo>
                <a:lnTo>
                  <a:pt x="374953" y="331739"/>
                </a:lnTo>
                <a:lnTo>
                  <a:pt x="374390" y="331401"/>
                </a:lnTo>
                <a:lnTo>
                  <a:pt x="373836" y="331050"/>
                </a:lnTo>
                <a:lnTo>
                  <a:pt x="373293" y="330687"/>
                </a:lnTo>
                <a:lnTo>
                  <a:pt x="372761" y="330311"/>
                </a:lnTo>
                <a:lnTo>
                  <a:pt x="372238" y="329923"/>
                </a:lnTo>
                <a:lnTo>
                  <a:pt x="371726" y="329523"/>
                </a:lnTo>
                <a:lnTo>
                  <a:pt x="371225" y="329110"/>
                </a:lnTo>
                <a:lnTo>
                  <a:pt x="370733" y="328684"/>
                </a:lnTo>
                <a:lnTo>
                  <a:pt x="370252" y="328246"/>
                </a:lnTo>
                <a:lnTo>
                  <a:pt x="369781" y="327795"/>
                </a:lnTo>
                <a:lnTo>
                  <a:pt x="369321" y="327332"/>
                </a:lnTo>
                <a:lnTo>
                  <a:pt x="368871" y="326857"/>
                </a:lnTo>
                <a:lnTo>
                  <a:pt x="368431" y="326368"/>
                </a:lnTo>
                <a:lnTo>
                  <a:pt x="368001" y="325868"/>
                </a:lnTo>
                <a:lnTo>
                  <a:pt x="367582" y="325355"/>
                </a:lnTo>
                <a:lnTo>
                  <a:pt x="367173" y="324829"/>
                </a:lnTo>
                <a:lnTo>
                  <a:pt x="366774" y="324291"/>
                </a:lnTo>
                <a:lnTo>
                  <a:pt x="366386" y="323740"/>
                </a:lnTo>
                <a:lnTo>
                  <a:pt x="366008" y="323177"/>
                </a:lnTo>
                <a:lnTo>
                  <a:pt x="365640" y="322601"/>
                </a:lnTo>
                <a:lnTo>
                  <a:pt x="365283" y="322013"/>
                </a:lnTo>
                <a:lnTo>
                  <a:pt x="364936" y="321412"/>
                </a:lnTo>
                <a:lnTo>
                  <a:pt x="364599" y="320799"/>
                </a:lnTo>
                <a:lnTo>
                  <a:pt x="364273" y="320173"/>
                </a:lnTo>
                <a:lnTo>
                  <a:pt x="363964" y="319530"/>
                </a:lnTo>
                <a:lnTo>
                  <a:pt x="363667" y="318876"/>
                </a:lnTo>
                <a:lnTo>
                  <a:pt x="363384" y="318209"/>
                </a:lnTo>
                <a:lnTo>
                  <a:pt x="363114" y="317531"/>
                </a:lnTo>
                <a:lnTo>
                  <a:pt x="362858" y="316842"/>
                </a:lnTo>
                <a:lnTo>
                  <a:pt x="362614" y="316141"/>
                </a:lnTo>
                <a:lnTo>
                  <a:pt x="362384" y="315428"/>
                </a:lnTo>
                <a:lnTo>
                  <a:pt x="362166" y="314703"/>
                </a:lnTo>
                <a:lnTo>
                  <a:pt x="361962" y="313967"/>
                </a:lnTo>
                <a:lnTo>
                  <a:pt x="361771" y="313219"/>
                </a:lnTo>
                <a:lnTo>
                  <a:pt x="361594" y="312460"/>
                </a:lnTo>
                <a:lnTo>
                  <a:pt x="361429" y="311689"/>
                </a:lnTo>
                <a:lnTo>
                  <a:pt x="361278" y="310906"/>
                </a:lnTo>
                <a:lnTo>
                  <a:pt x="361139" y="310112"/>
                </a:lnTo>
                <a:lnTo>
                  <a:pt x="361014" y="309306"/>
                </a:lnTo>
                <a:lnTo>
                  <a:pt x="360902" y="308489"/>
                </a:lnTo>
                <a:lnTo>
                  <a:pt x="360804" y="307660"/>
                </a:lnTo>
                <a:lnTo>
                  <a:pt x="360718" y="306819"/>
                </a:lnTo>
                <a:lnTo>
                  <a:pt x="360646" y="305967"/>
                </a:lnTo>
                <a:lnTo>
                  <a:pt x="360586" y="305102"/>
                </a:lnTo>
                <a:lnTo>
                  <a:pt x="360540" y="304227"/>
                </a:lnTo>
                <a:lnTo>
                  <a:pt x="360515" y="303552"/>
                </a:lnTo>
                <a:lnTo>
                  <a:pt x="431010" y="303552"/>
                </a:lnTo>
                <a:lnTo>
                  <a:pt x="431010" y="297233"/>
                </a:lnTo>
                <a:lnTo>
                  <a:pt x="431004" y="296108"/>
                </a:lnTo>
                <a:lnTo>
                  <a:pt x="430985" y="294998"/>
                </a:lnTo>
                <a:lnTo>
                  <a:pt x="430954" y="293903"/>
                </a:lnTo>
                <a:lnTo>
                  <a:pt x="430910" y="292823"/>
                </a:lnTo>
                <a:close/>
                <a:moveTo>
                  <a:pt x="360970" y="287058"/>
                </a:moveTo>
                <a:lnTo>
                  <a:pt x="361085" y="286422"/>
                </a:lnTo>
                <a:lnTo>
                  <a:pt x="361211" y="285790"/>
                </a:lnTo>
                <a:lnTo>
                  <a:pt x="361350" y="285162"/>
                </a:lnTo>
                <a:lnTo>
                  <a:pt x="361501" y="284537"/>
                </a:lnTo>
                <a:lnTo>
                  <a:pt x="361664" y="283915"/>
                </a:lnTo>
                <a:lnTo>
                  <a:pt x="361839" y="283297"/>
                </a:lnTo>
                <a:lnTo>
                  <a:pt x="362026" y="282683"/>
                </a:lnTo>
                <a:lnTo>
                  <a:pt x="362225" y="282072"/>
                </a:lnTo>
                <a:lnTo>
                  <a:pt x="362436" y="281465"/>
                </a:lnTo>
                <a:lnTo>
                  <a:pt x="362660" y="280861"/>
                </a:lnTo>
                <a:lnTo>
                  <a:pt x="362895" y="280260"/>
                </a:lnTo>
                <a:lnTo>
                  <a:pt x="363142" y="279664"/>
                </a:lnTo>
                <a:lnTo>
                  <a:pt x="363402" y="279070"/>
                </a:lnTo>
                <a:lnTo>
                  <a:pt x="363673" y="278480"/>
                </a:lnTo>
                <a:lnTo>
                  <a:pt x="363957" y="277894"/>
                </a:lnTo>
                <a:lnTo>
                  <a:pt x="364252" y="277314"/>
                </a:lnTo>
                <a:lnTo>
                  <a:pt x="364557" y="276743"/>
                </a:lnTo>
                <a:lnTo>
                  <a:pt x="364872" y="276182"/>
                </a:lnTo>
                <a:lnTo>
                  <a:pt x="365198" y="275629"/>
                </a:lnTo>
                <a:lnTo>
                  <a:pt x="365534" y="275086"/>
                </a:lnTo>
                <a:lnTo>
                  <a:pt x="365881" y="274552"/>
                </a:lnTo>
                <a:lnTo>
                  <a:pt x="366237" y="274028"/>
                </a:lnTo>
                <a:lnTo>
                  <a:pt x="366604" y="273512"/>
                </a:lnTo>
                <a:lnTo>
                  <a:pt x="366982" y="273006"/>
                </a:lnTo>
                <a:lnTo>
                  <a:pt x="367369" y="272509"/>
                </a:lnTo>
                <a:lnTo>
                  <a:pt x="367767" y="272021"/>
                </a:lnTo>
                <a:lnTo>
                  <a:pt x="368175" y="271543"/>
                </a:lnTo>
                <a:lnTo>
                  <a:pt x="368594" y="271073"/>
                </a:lnTo>
                <a:lnTo>
                  <a:pt x="369023" y="270613"/>
                </a:lnTo>
                <a:lnTo>
                  <a:pt x="369462" y="270162"/>
                </a:lnTo>
                <a:lnTo>
                  <a:pt x="369912" y="269720"/>
                </a:lnTo>
                <a:lnTo>
                  <a:pt x="370371" y="269288"/>
                </a:lnTo>
                <a:lnTo>
                  <a:pt x="370842" y="268865"/>
                </a:lnTo>
                <a:lnTo>
                  <a:pt x="371322" y="268451"/>
                </a:lnTo>
                <a:lnTo>
                  <a:pt x="371813" y="268046"/>
                </a:lnTo>
                <a:lnTo>
                  <a:pt x="372314" y="267650"/>
                </a:lnTo>
                <a:lnTo>
                  <a:pt x="372825" y="267264"/>
                </a:lnTo>
                <a:lnTo>
                  <a:pt x="373347" y="266886"/>
                </a:lnTo>
                <a:lnTo>
                  <a:pt x="373879" y="266518"/>
                </a:lnTo>
                <a:lnTo>
                  <a:pt x="374426" y="266157"/>
                </a:lnTo>
                <a:lnTo>
                  <a:pt x="374981" y="265812"/>
                </a:lnTo>
                <a:lnTo>
                  <a:pt x="375544" y="265482"/>
                </a:lnTo>
                <a:lnTo>
                  <a:pt x="376116" y="265167"/>
                </a:lnTo>
                <a:lnTo>
                  <a:pt x="376696" y="264867"/>
                </a:lnTo>
                <a:lnTo>
                  <a:pt x="377284" y="264583"/>
                </a:lnTo>
                <a:lnTo>
                  <a:pt x="377880" y="264314"/>
                </a:lnTo>
                <a:lnTo>
                  <a:pt x="378485" y="264061"/>
                </a:lnTo>
                <a:lnTo>
                  <a:pt x="379099" y="263823"/>
                </a:lnTo>
                <a:lnTo>
                  <a:pt x="379720" y="263600"/>
                </a:lnTo>
                <a:lnTo>
                  <a:pt x="380350" y="263392"/>
                </a:lnTo>
                <a:lnTo>
                  <a:pt x="380989" y="263200"/>
                </a:lnTo>
                <a:lnTo>
                  <a:pt x="381635" y="263024"/>
                </a:lnTo>
                <a:lnTo>
                  <a:pt x="382291" y="262863"/>
                </a:lnTo>
                <a:lnTo>
                  <a:pt x="382954" y="262717"/>
                </a:lnTo>
                <a:lnTo>
                  <a:pt x="383626" y="262586"/>
                </a:lnTo>
                <a:lnTo>
                  <a:pt x="384306" y="262471"/>
                </a:lnTo>
                <a:lnTo>
                  <a:pt x="384994" y="262371"/>
                </a:lnTo>
                <a:lnTo>
                  <a:pt x="385691" y="262287"/>
                </a:lnTo>
                <a:lnTo>
                  <a:pt x="386396" y="262217"/>
                </a:lnTo>
                <a:lnTo>
                  <a:pt x="387109" y="262164"/>
                </a:lnTo>
                <a:lnTo>
                  <a:pt x="387831" y="262125"/>
                </a:lnTo>
                <a:lnTo>
                  <a:pt x="388561" y="262102"/>
                </a:lnTo>
                <a:lnTo>
                  <a:pt x="389299" y="262095"/>
                </a:lnTo>
                <a:lnTo>
                  <a:pt x="389970" y="262101"/>
                </a:lnTo>
                <a:lnTo>
                  <a:pt x="390633" y="262120"/>
                </a:lnTo>
                <a:lnTo>
                  <a:pt x="391288" y="262153"/>
                </a:lnTo>
                <a:lnTo>
                  <a:pt x="391936" y="262198"/>
                </a:lnTo>
                <a:lnTo>
                  <a:pt x="392577" y="262256"/>
                </a:lnTo>
                <a:lnTo>
                  <a:pt x="393210" y="262328"/>
                </a:lnTo>
                <a:lnTo>
                  <a:pt x="393835" y="262412"/>
                </a:lnTo>
                <a:lnTo>
                  <a:pt x="394453" y="262509"/>
                </a:lnTo>
                <a:lnTo>
                  <a:pt x="395064" y="262619"/>
                </a:lnTo>
                <a:lnTo>
                  <a:pt x="395667" y="262742"/>
                </a:lnTo>
                <a:lnTo>
                  <a:pt x="396263" y="262878"/>
                </a:lnTo>
                <a:lnTo>
                  <a:pt x="396852" y="263027"/>
                </a:lnTo>
                <a:lnTo>
                  <a:pt x="397432" y="263189"/>
                </a:lnTo>
                <a:lnTo>
                  <a:pt x="398006" y="263363"/>
                </a:lnTo>
                <a:lnTo>
                  <a:pt x="398572" y="263551"/>
                </a:lnTo>
                <a:lnTo>
                  <a:pt x="399130" y="263752"/>
                </a:lnTo>
                <a:lnTo>
                  <a:pt x="399681" y="263965"/>
                </a:lnTo>
                <a:lnTo>
                  <a:pt x="400225" y="264192"/>
                </a:lnTo>
                <a:lnTo>
                  <a:pt x="400761" y="264431"/>
                </a:lnTo>
                <a:lnTo>
                  <a:pt x="401289" y="264684"/>
                </a:lnTo>
                <a:lnTo>
                  <a:pt x="401811" y="264949"/>
                </a:lnTo>
                <a:lnTo>
                  <a:pt x="402324" y="265228"/>
                </a:lnTo>
                <a:lnTo>
                  <a:pt x="402831" y="265519"/>
                </a:lnTo>
                <a:lnTo>
                  <a:pt x="403329" y="265823"/>
                </a:lnTo>
                <a:lnTo>
                  <a:pt x="403825" y="266139"/>
                </a:lnTo>
                <a:lnTo>
                  <a:pt x="404311" y="266464"/>
                </a:lnTo>
                <a:lnTo>
                  <a:pt x="404787" y="266798"/>
                </a:lnTo>
                <a:lnTo>
                  <a:pt x="405253" y="267142"/>
                </a:lnTo>
                <a:lnTo>
                  <a:pt x="405710" y="267495"/>
                </a:lnTo>
                <a:lnTo>
                  <a:pt x="406157" y="267857"/>
                </a:lnTo>
                <a:lnTo>
                  <a:pt x="406595" y="268229"/>
                </a:lnTo>
                <a:lnTo>
                  <a:pt x="407023" y="268611"/>
                </a:lnTo>
                <a:lnTo>
                  <a:pt x="407441" y="269002"/>
                </a:lnTo>
                <a:lnTo>
                  <a:pt x="407850" y="269402"/>
                </a:lnTo>
                <a:lnTo>
                  <a:pt x="408249" y="269812"/>
                </a:lnTo>
                <a:lnTo>
                  <a:pt x="408638" y="270231"/>
                </a:lnTo>
                <a:lnTo>
                  <a:pt x="409018" y="270660"/>
                </a:lnTo>
                <a:lnTo>
                  <a:pt x="409388" y="271098"/>
                </a:lnTo>
                <a:lnTo>
                  <a:pt x="409748" y="271546"/>
                </a:lnTo>
                <a:lnTo>
                  <a:pt x="410098" y="272003"/>
                </a:lnTo>
                <a:lnTo>
                  <a:pt x="410439" y="272469"/>
                </a:lnTo>
                <a:lnTo>
                  <a:pt x="410771" y="272945"/>
                </a:lnTo>
                <a:lnTo>
                  <a:pt x="411093" y="273430"/>
                </a:lnTo>
                <a:lnTo>
                  <a:pt x="411405" y="273925"/>
                </a:lnTo>
                <a:lnTo>
                  <a:pt x="411707" y="274429"/>
                </a:lnTo>
                <a:lnTo>
                  <a:pt x="412000" y="274943"/>
                </a:lnTo>
                <a:lnTo>
                  <a:pt x="412283" y="275466"/>
                </a:lnTo>
                <a:lnTo>
                  <a:pt x="412556" y="275998"/>
                </a:lnTo>
                <a:lnTo>
                  <a:pt x="412824" y="276538"/>
                </a:lnTo>
                <a:lnTo>
                  <a:pt x="413081" y="277085"/>
                </a:lnTo>
                <a:lnTo>
                  <a:pt x="413326" y="277637"/>
                </a:lnTo>
                <a:lnTo>
                  <a:pt x="413560" y="278196"/>
                </a:lnTo>
                <a:lnTo>
                  <a:pt x="413783" y="278761"/>
                </a:lnTo>
                <a:lnTo>
                  <a:pt x="413994" y="279332"/>
                </a:lnTo>
                <a:lnTo>
                  <a:pt x="414194" y="279909"/>
                </a:lnTo>
                <a:lnTo>
                  <a:pt x="414382" y="280492"/>
                </a:lnTo>
                <a:lnTo>
                  <a:pt x="414559" y="281082"/>
                </a:lnTo>
                <a:lnTo>
                  <a:pt x="414724" y="281677"/>
                </a:lnTo>
                <a:lnTo>
                  <a:pt x="414878" y="282279"/>
                </a:lnTo>
                <a:lnTo>
                  <a:pt x="415021" y="282887"/>
                </a:lnTo>
                <a:lnTo>
                  <a:pt x="415152" y="283501"/>
                </a:lnTo>
                <a:lnTo>
                  <a:pt x="415272" y="284121"/>
                </a:lnTo>
                <a:lnTo>
                  <a:pt x="415380" y="284747"/>
                </a:lnTo>
                <a:lnTo>
                  <a:pt x="415477" y="285379"/>
                </a:lnTo>
                <a:lnTo>
                  <a:pt x="415563" y="286018"/>
                </a:lnTo>
                <a:lnTo>
                  <a:pt x="415637" y="286663"/>
                </a:lnTo>
                <a:lnTo>
                  <a:pt x="415700" y="287314"/>
                </a:lnTo>
                <a:lnTo>
                  <a:pt x="415751" y="287971"/>
                </a:lnTo>
                <a:lnTo>
                  <a:pt x="415791" y="288634"/>
                </a:lnTo>
                <a:lnTo>
                  <a:pt x="415820" y="289303"/>
                </a:lnTo>
                <a:lnTo>
                  <a:pt x="415837" y="289978"/>
                </a:lnTo>
                <a:lnTo>
                  <a:pt x="415842" y="290660"/>
                </a:lnTo>
                <a:lnTo>
                  <a:pt x="360554" y="290660"/>
                </a:lnTo>
                <a:lnTo>
                  <a:pt x="360578" y="290288"/>
                </a:lnTo>
                <a:lnTo>
                  <a:pt x="360632" y="289635"/>
                </a:lnTo>
                <a:lnTo>
                  <a:pt x="360698" y="288985"/>
                </a:lnTo>
                <a:lnTo>
                  <a:pt x="360777" y="288339"/>
                </a:lnTo>
                <a:lnTo>
                  <a:pt x="360867" y="287697"/>
                </a:lnTo>
                <a:lnTo>
                  <a:pt x="360970" y="287058"/>
                </a:lnTo>
                <a:close/>
                <a:moveTo>
                  <a:pt x="520021" y="265999"/>
                </a:moveTo>
                <a:lnTo>
                  <a:pt x="519606" y="265240"/>
                </a:lnTo>
                <a:lnTo>
                  <a:pt x="519175" y="264496"/>
                </a:lnTo>
                <a:lnTo>
                  <a:pt x="518727" y="263766"/>
                </a:lnTo>
                <a:lnTo>
                  <a:pt x="518262" y="263050"/>
                </a:lnTo>
                <a:lnTo>
                  <a:pt x="517781" y="262347"/>
                </a:lnTo>
                <a:lnTo>
                  <a:pt x="517283" y="261659"/>
                </a:lnTo>
                <a:lnTo>
                  <a:pt x="516768" y="260985"/>
                </a:lnTo>
                <a:lnTo>
                  <a:pt x="516236" y="260325"/>
                </a:lnTo>
                <a:lnTo>
                  <a:pt x="515688" y="259679"/>
                </a:lnTo>
                <a:lnTo>
                  <a:pt x="515123" y="259047"/>
                </a:lnTo>
                <a:lnTo>
                  <a:pt x="514542" y="258429"/>
                </a:lnTo>
                <a:lnTo>
                  <a:pt x="513944" y="257825"/>
                </a:lnTo>
                <a:lnTo>
                  <a:pt x="513329" y="257235"/>
                </a:lnTo>
                <a:lnTo>
                  <a:pt x="512697" y="256659"/>
                </a:lnTo>
                <a:lnTo>
                  <a:pt x="512049" y="256098"/>
                </a:lnTo>
                <a:lnTo>
                  <a:pt x="511384" y="255550"/>
                </a:lnTo>
                <a:lnTo>
                  <a:pt x="510703" y="255016"/>
                </a:lnTo>
                <a:lnTo>
                  <a:pt x="510007" y="254501"/>
                </a:lnTo>
                <a:lnTo>
                  <a:pt x="509290" y="254007"/>
                </a:lnTo>
                <a:lnTo>
                  <a:pt x="508552" y="253535"/>
                </a:lnTo>
                <a:lnTo>
                  <a:pt x="507792" y="253085"/>
                </a:lnTo>
                <a:lnTo>
                  <a:pt x="507011" y="252657"/>
                </a:lnTo>
                <a:lnTo>
                  <a:pt x="506208" y="252251"/>
                </a:lnTo>
                <a:lnTo>
                  <a:pt x="505383" y="251867"/>
                </a:lnTo>
                <a:lnTo>
                  <a:pt x="504537" y="251505"/>
                </a:lnTo>
                <a:lnTo>
                  <a:pt x="503670" y="251165"/>
                </a:lnTo>
                <a:lnTo>
                  <a:pt x="502781" y="250847"/>
                </a:lnTo>
                <a:lnTo>
                  <a:pt x="501870" y="250551"/>
                </a:lnTo>
                <a:lnTo>
                  <a:pt x="500939" y="250276"/>
                </a:lnTo>
                <a:lnTo>
                  <a:pt x="499985" y="250024"/>
                </a:lnTo>
                <a:lnTo>
                  <a:pt x="499010" y="249794"/>
                </a:lnTo>
                <a:lnTo>
                  <a:pt x="498014" y="249585"/>
                </a:lnTo>
                <a:lnTo>
                  <a:pt x="496996" y="249399"/>
                </a:lnTo>
                <a:lnTo>
                  <a:pt x="495956" y="249234"/>
                </a:lnTo>
                <a:lnTo>
                  <a:pt x="494895" y="249092"/>
                </a:lnTo>
                <a:lnTo>
                  <a:pt x="493813" y="248971"/>
                </a:lnTo>
                <a:lnTo>
                  <a:pt x="492709" y="248872"/>
                </a:lnTo>
                <a:lnTo>
                  <a:pt x="491583" y="248795"/>
                </a:lnTo>
                <a:lnTo>
                  <a:pt x="490436" y="248740"/>
                </a:lnTo>
                <a:lnTo>
                  <a:pt x="489268" y="248708"/>
                </a:lnTo>
                <a:lnTo>
                  <a:pt x="488078" y="248697"/>
                </a:lnTo>
                <a:lnTo>
                  <a:pt x="487228" y="248703"/>
                </a:lnTo>
                <a:lnTo>
                  <a:pt x="486386" y="248722"/>
                </a:lnTo>
                <a:lnTo>
                  <a:pt x="485552" y="248753"/>
                </a:lnTo>
                <a:lnTo>
                  <a:pt x="484725" y="248797"/>
                </a:lnTo>
                <a:lnTo>
                  <a:pt x="483905" y="248853"/>
                </a:lnTo>
                <a:lnTo>
                  <a:pt x="483093" y="248922"/>
                </a:lnTo>
                <a:lnTo>
                  <a:pt x="482288" y="249003"/>
                </a:lnTo>
                <a:lnTo>
                  <a:pt x="481491" y="249097"/>
                </a:lnTo>
                <a:lnTo>
                  <a:pt x="480701" y="249203"/>
                </a:lnTo>
                <a:lnTo>
                  <a:pt x="479919" y="249322"/>
                </a:lnTo>
                <a:lnTo>
                  <a:pt x="479144" y="249453"/>
                </a:lnTo>
                <a:lnTo>
                  <a:pt x="478377" y="249597"/>
                </a:lnTo>
                <a:lnTo>
                  <a:pt x="477617" y="249753"/>
                </a:lnTo>
                <a:lnTo>
                  <a:pt x="476864" y="249922"/>
                </a:lnTo>
                <a:lnTo>
                  <a:pt x="476120" y="250104"/>
                </a:lnTo>
                <a:lnTo>
                  <a:pt x="475382" y="250298"/>
                </a:lnTo>
                <a:lnTo>
                  <a:pt x="474652" y="250504"/>
                </a:lnTo>
                <a:lnTo>
                  <a:pt x="473929" y="250723"/>
                </a:lnTo>
                <a:lnTo>
                  <a:pt x="473214" y="250954"/>
                </a:lnTo>
                <a:lnTo>
                  <a:pt x="472506" y="251198"/>
                </a:lnTo>
                <a:lnTo>
                  <a:pt x="471806" y="251455"/>
                </a:lnTo>
                <a:lnTo>
                  <a:pt x="471113" y="251723"/>
                </a:lnTo>
                <a:lnTo>
                  <a:pt x="470428" y="252005"/>
                </a:lnTo>
                <a:lnTo>
                  <a:pt x="469750" y="252299"/>
                </a:lnTo>
                <a:lnTo>
                  <a:pt x="469087" y="252604"/>
                </a:lnTo>
                <a:lnTo>
                  <a:pt x="468436" y="252918"/>
                </a:lnTo>
                <a:lnTo>
                  <a:pt x="467796" y="253242"/>
                </a:lnTo>
                <a:lnTo>
                  <a:pt x="467168" y="253575"/>
                </a:lnTo>
                <a:lnTo>
                  <a:pt x="466552" y="253918"/>
                </a:lnTo>
                <a:lnTo>
                  <a:pt x="465947" y="254270"/>
                </a:lnTo>
                <a:lnTo>
                  <a:pt x="465353" y="254631"/>
                </a:lnTo>
                <a:lnTo>
                  <a:pt x="464772" y="255002"/>
                </a:lnTo>
                <a:lnTo>
                  <a:pt x="464202" y="255383"/>
                </a:lnTo>
                <a:lnTo>
                  <a:pt x="463643" y="255773"/>
                </a:lnTo>
                <a:lnTo>
                  <a:pt x="463097" y="256172"/>
                </a:lnTo>
                <a:lnTo>
                  <a:pt x="462562" y="256580"/>
                </a:lnTo>
                <a:lnTo>
                  <a:pt x="462038" y="256999"/>
                </a:lnTo>
                <a:lnTo>
                  <a:pt x="461526" y="257426"/>
                </a:lnTo>
                <a:lnTo>
                  <a:pt x="461026" y="257863"/>
                </a:lnTo>
                <a:lnTo>
                  <a:pt x="460537" y="258310"/>
                </a:lnTo>
                <a:lnTo>
                  <a:pt x="460061" y="258766"/>
                </a:lnTo>
                <a:lnTo>
                  <a:pt x="459595" y="259231"/>
                </a:lnTo>
                <a:lnTo>
                  <a:pt x="459142" y="259706"/>
                </a:lnTo>
                <a:lnTo>
                  <a:pt x="458699" y="260190"/>
                </a:lnTo>
                <a:lnTo>
                  <a:pt x="458269" y="260683"/>
                </a:lnTo>
                <a:lnTo>
                  <a:pt x="457850" y="261187"/>
                </a:lnTo>
                <a:lnTo>
                  <a:pt x="457443" y="261699"/>
                </a:lnTo>
                <a:lnTo>
                  <a:pt x="457048" y="262221"/>
                </a:lnTo>
                <a:lnTo>
                  <a:pt x="456671" y="262751"/>
                </a:lnTo>
                <a:lnTo>
                  <a:pt x="456311" y="263287"/>
                </a:lnTo>
                <a:lnTo>
                  <a:pt x="455966" y="263830"/>
                </a:lnTo>
                <a:lnTo>
                  <a:pt x="455638" y="264380"/>
                </a:lnTo>
                <a:lnTo>
                  <a:pt x="455326" y="264936"/>
                </a:lnTo>
                <a:lnTo>
                  <a:pt x="455029" y="265499"/>
                </a:lnTo>
                <a:lnTo>
                  <a:pt x="454749" y="266069"/>
                </a:lnTo>
                <a:lnTo>
                  <a:pt x="454485" y="266645"/>
                </a:lnTo>
                <a:lnTo>
                  <a:pt x="454236" y="267227"/>
                </a:lnTo>
                <a:lnTo>
                  <a:pt x="454004" y="267817"/>
                </a:lnTo>
                <a:lnTo>
                  <a:pt x="453788" y="268412"/>
                </a:lnTo>
                <a:lnTo>
                  <a:pt x="453587" y="269015"/>
                </a:lnTo>
                <a:lnTo>
                  <a:pt x="453403" y="269624"/>
                </a:lnTo>
                <a:lnTo>
                  <a:pt x="453235" y="270239"/>
                </a:lnTo>
                <a:lnTo>
                  <a:pt x="453083" y="270861"/>
                </a:lnTo>
                <a:lnTo>
                  <a:pt x="452947" y="271490"/>
                </a:lnTo>
                <a:lnTo>
                  <a:pt x="452827" y="272125"/>
                </a:lnTo>
                <a:lnTo>
                  <a:pt x="452722" y="272767"/>
                </a:lnTo>
                <a:lnTo>
                  <a:pt x="452634" y="273416"/>
                </a:lnTo>
                <a:lnTo>
                  <a:pt x="452562" y="274071"/>
                </a:lnTo>
                <a:lnTo>
                  <a:pt x="452506" y="274732"/>
                </a:lnTo>
                <a:lnTo>
                  <a:pt x="452466" y="275400"/>
                </a:lnTo>
                <a:lnTo>
                  <a:pt x="452442" y="276075"/>
                </a:lnTo>
                <a:lnTo>
                  <a:pt x="452434" y="276756"/>
                </a:lnTo>
                <a:lnTo>
                  <a:pt x="452445" y="277588"/>
                </a:lnTo>
                <a:lnTo>
                  <a:pt x="452477" y="278408"/>
                </a:lnTo>
                <a:lnTo>
                  <a:pt x="452531" y="279216"/>
                </a:lnTo>
                <a:lnTo>
                  <a:pt x="452606" y="280013"/>
                </a:lnTo>
                <a:lnTo>
                  <a:pt x="452703" y="280798"/>
                </a:lnTo>
                <a:lnTo>
                  <a:pt x="452821" y="281571"/>
                </a:lnTo>
                <a:lnTo>
                  <a:pt x="452961" y="282333"/>
                </a:lnTo>
                <a:lnTo>
                  <a:pt x="453122" y="283083"/>
                </a:lnTo>
                <a:lnTo>
                  <a:pt x="453305" y="283822"/>
                </a:lnTo>
                <a:lnTo>
                  <a:pt x="453509" y="284549"/>
                </a:lnTo>
                <a:lnTo>
                  <a:pt x="453735" y="285264"/>
                </a:lnTo>
                <a:lnTo>
                  <a:pt x="453982" y="285968"/>
                </a:lnTo>
                <a:lnTo>
                  <a:pt x="454251" y="286660"/>
                </a:lnTo>
                <a:lnTo>
                  <a:pt x="454542" y="287340"/>
                </a:lnTo>
                <a:lnTo>
                  <a:pt x="454853" y="288009"/>
                </a:lnTo>
                <a:lnTo>
                  <a:pt x="455187" y="288666"/>
                </a:lnTo>
                <a:lnTo>
                  <a:pt x="455542" y="289311"/>
                </a:lnTo>
                <a:lnTo>
                  <a:pt x="455918" y="289945"/>
                </a:lnTo>
                <a:lnTo>
                  <a:pt x="456316" y="290567"/>
                </a:lnTo>
                <a:lnTo>
                  <a:pt x="456735" y="291178"/>
                </a:lnTo>
                <a:lnTo>
                  <a:pt x="457176" y="291777"/>
                </a:lnTo>
                <a:lnTo>
                  <a:pt x="457638" y="292364"/>
                </a:lnTo>
                <a:lnTo>
                  <a:pt x="458122" y="292940"/>
                </a:lnTo>
                <a:lnTo>
                  <a:pt x="458628" y="293504"/>
                </a:lnTo>
                <a:lnTo>
                  <a:pt x="459161" y="294051"/>
                </a:lnTo>
                <a:lnTo>
                  <a:pt x="459719" y="294586"/>
                </a:lnTo>
                <a:lnTo>
                  <a:pt x="460302" y="295109"/>
                </a:lnTo>
                <a:lnTo>
                  <a:pt x="460910" y="295619"/>
                </a:lnTo>
                <a:lnTo>
                  <a:pt x="461542" y="296118"/>
                </a:lnTo>
                <a:lnTo>
                  <a:pt x="462198" y="296605"/>
                </a:lnTo>
                <a:lnTo>
                  <a:pt x="462879" y="297079"/>
                </a:lnTo>
                <a:lnTo>
                  <a:pt x="463585" y="297542"/>
                </a:lnTo>
                <a:lnTo>
                  <a:pt x="464315" y="297992"/>
                </a:lnTo>
                <a:lnTo>
                  <a:pt x="465070" y="298430"/>
                </a:lnTo>
                <a:lnTo>
                  <a:pt x="465850" y="298857"/>
                </a:lnTo>
                <a:lnTo>
                  <a:pt x="466654" y="299271"/>
                </a:lnTo>
                <a:lnTo>
                  <a:pt x="467482" y="299673"/>
                </a:lnTo>
                <a:lnTo>
                  <a:pt x="468335" y="300063"/>
                </a:lnTo>
                <a:lnTo>
                  <a:pt x="469213" y="300441"/>
                </a:lnTo>
                <a:lnTo>
                  <a:pt x="470115" y="300807"/>
                </a:lnTo>
                <a:lnTo>
                  <a:pt x="471042" y="301161"/>
                </a:lnTo>
                <a:lnTo>
                  <a:pt x="471994" y="301502"/>
                </a:lnTo>
                <a:lnTo>
                  <a:pt x="472970" y="301832"/>
                </a:lnTo>
                <a:lnTo>
                  <a:pt x="473971" y="302150"/>
                </a:lnTo>
                <a:lnTo>
                  <a:pt x="474996" y="302455"/>
                </a:lnTo>
                <a:lnTo>
                  <a:pt x="476046" y="302749"/>
                </a:lnTo>
                <a:lnTo>
                  <a:pt x="477120" y="303030"/>
                </a:lnTo>
                <a:lnTo>
                  <a:pt x="478219" y="303300"/>
                </a:lnTo>
                <a:lnTo>
                  <a:pt x="494398" y="307091"/>
                </a:lnTo>
                <a:lnTo>
                  <a:pt x="495002" y="307237"/>
                </a:lnTo>
                <a:lnTo>
                  <a:pt x="495593" y="307388"/>
                </a:lnTo>
                <a:lnTo>
                  <a:pt x="496171" y="307546"/>
                </a:lnTo>
                <a:lnTo>
                  <a:pt x="496736" y="307709"/>
                </a:lnTo>
                <a:lnTo>
                  <a:pt x="497288" y="307879"/>
                </a:lnTo>
                <a:lnTo>
                  <a:pt x="497826" y="308055"/>
                </a:lnTo>
                <a:lnTo>
                  <a:pt x="498351" y="308237"/>
                </a:lnTo>
                <a:lnTo>
                  <a:pt x="498864" y="308426"/>
                </a:lnTo>
                <a:lnTo>
                  <a:pt x="499363" y="308620"/>
                </a:lnTo>
                <a:lnTo>
                  <a:pt x="499848" y="308821"/>
                </a:lnTo>
                <a:lnTo>
                  <a:pt x="500321" y="309027"/>
                </a:lnTo>
                <a:lnTo>
                  <a:pt x="500781" y="309240"/>
                </a:lnTo>
                <a:lnTo>
                  <a:pt x="501227" y="309459"/>
                </a:lnTo>
                <a:lnTo>
                  <a:pt x="501660" y="309684"/>
                </a:lnTo>
                <a:lnTo>
                  <a:pt x="502080" y="309916"/>
                </a:lnTo>
                <a:lnTo>
                  <a:pt x="502487" y="310153"/>
                </a:lnTo>
                <a:lnTo>
                  <a:pt x="502881" y="310397"/>
                </a:lnTo>
                <a:lnTo>
                  <a:pt x="503261" y="310646"/>
                </a:lnTo>
                <a:lnTo>
                  <a:pt x="503628" y="310902"/>
                </a:lnTo>
                <a:lnTo>
                  <a:pt x="503983" y="311164"/>
                </a:lnTo>
                <a:lnTo>
                  <a:pt x="504324" y="311432"/>
                </a:lnTo>
                <a:lnTo>
                  <a:pt x="504651" y="311707"/>
                </a:lnTo>
                <a:lnTo>
                  <a:pt x="504966" y="311987"/>
                </a:lnTo>
                <a:lnTo>
                  <a:pt x="505268" y="312274"/>
                </a:lnTo>
                <a:lnTo>
                  <a:pt x="505556" y="312561"/>
                </a:lnTo>
                <a:lnTo>
                  <a:pt x="505833" y="312854"/>
                </a:lnTo>
                <a:lnTo>
                  <a:pt x="506097" y="313153"/>
                </a:lnTo>
                <a:lnTo>
                  <a:pt x="506349" y="313457"/>
                </a:lnTo>
                <a:lnTo>
                  <a:pt x="506589" y="313767"/>
                </a:lnTo>
                <a:lnTo>
                  <a:pt x="506816" y="314083"/>
                </a:lnTo>
                <a:lnTo>
                  <a:pt x="507031" y="314404"/>
                </a:lnTo>
                <a:lnTo>
                  <a:pt x="507234" y="314731"/>
                </a:lnTo>
                <a:lnTo>
                  <a:pt x="507424" y="315064"/>
                </a:lnTo>
                <a:lnTo>
                  <a:pt x="507602" y="315403"/>
                </a:lnTo>
                <a:lnTo>
                  <a:pt x="507768" y="315747"/>
                </a:lnTo>
                <a:lnTo>
                  <a:pt x="507922" y="316097"/>
                </a:lnTo>
                <a:lnTo>
                  <a:pt x="508063" y="316453"/>
                </a:lnTo>
                <a:lnTo>
                  <a:pt x="508192" y="316814"/>
                </a:lnTo>
                <a:lnTo>
                  <a:pt x="508309" y="317181"/>
                </a:lnTo>
                <a:lnTo>
                  <a:pt x="508413" y="317554"/>
                </a:lnTo>
                <a:lnTo>
                  <a:pt x="508506" y="317933"/>
                </a:lnTo>
                <a:lnTo>
                  <a:pt x="508585" y="318317"/>
                </a:lnTo>
                <a:lnTo>
                  <a:pt x="508653" y="318707"/>
                </a:lnTo>
                <a:lnTo>
                  <a:pt x="508708" y="319103"/>
                </a:lnTo>
                <a:lnTo>
                  <a:pt x="508751" y="319504"/>
                </a:lnTo>
                <a:lnTo>
                  <a:pt x="508782" y="319911"/>
                </a:lnTo>
                <a:lnTo>
                  <a:pt x="508801" y="320324"/>
                </a:lnTo>
                <a:lnTo>
                  <a:pt x="508807" y="320742"/>
                </a:lnTo>
                <a:lnTo>
                  <a:pt x="508796" y="321261"/>
                </a:lnTo>
                <a:lnTo>
                  <a:pt x="508764" y="321773"/>
                </a:lnTo>
                <a:lnTo>
                  <a:pt x="508710" y="322279"/>
                </a:lnTo>
                <a:lnTo>
                  <a:pt x="508635" y="322779"/>
                </a:lnTo>
                <a:lnTo>
                  <a:pt x="508538" y="323272"/>
                </a:lnTo>
                <a:lnTo>
                  <a:pt x="508420" y="323760"/>
                </a:lnTo>
                <a:lnTo>
                  <a:pt x="508280" y="324241"/>
                </a:lnTo>
                <a:lnTo>
                  <a:pt x="508119" y="324717"/>
                </a:lnTo>
                <a:lnTo>
                  <a:pt x="507936" y="325186"/>
                </a:lnTo>
                <a:lnTo>
                  <a:pt x="507731" y="325649"/>
                </a:lnTo>
                <a:lnTo>
                  <a:pt x="507506" y="326106"/>
                </a:lnTo>
                <a:lnTo>
                  <a:pt x="507258" y="326556"/>
                </a:lnTo>
                <a:lnTo>
                  <a:pt x="506990" y="327001"/>
                </a:lnTo>
                <a:lnTo>
                  <a:pt x="506699" y="327439"/>
                </a:lnTo>
                <a:lnTo>
                  <a:pt x="506387" y="327872"/>
                </a:lnTo>
                <a:lnTo>
                  <a:pt x="506054" y="328298"/>
                </a:lnTo>
                <a:lnTo>
                  <a:pt x="505699" y="328718"/>
                </a:lnTo>
                <a:lnTo>
                  <a:pt x="505323" y="329132"/>
                </a:lnTo>
                <a:lnTo>
                  <a:pt x="504925" y="329539"/>
                </a:lnTo>
                <a:lnTo>
                  <a:pt x="504506" y="329941"/>
                </a:lnTo>
                <a:lnTo>
                  <a:pt x="504065" y="330336"/>
                </a:lnTo>
                <a:lnTo>
                  <a:pt x="503602" y="330726"/>
                </a:lnTo>
                <a:lnTo>
                  <a:pt x="503119" y="331109"/>
                </a:lnTo>
                <a:lnTo>
                  <a:pt x="502613" y="331486"/>
                </a:lnTo>
                <a:lnTo>
                  <a:pt x="502095" y="331847"/>
                </a:lnTo>
                <a:lnTo>
                  <a:pt x="501562" y="332192"/>
                </a:lnTo>
                <a:lnTo>
                  <a:pt x="501014" y="332523"/>
                </a:lnTo>
                <a:lnTo>
                  <a:pt x="500451" y="332838"/>
                </a:lnTo>
                <a:lnTo>
                  <a:pt x="499873" y="333137"/>
                </a:lnTo>
                <a:lnTo>
                  <a:pt x="499280" y="333421"/>
                </a:lnTo>
                <a:lnTo>
                  <a:pt x="498672" y="333690"/>
                </a:lnTo>
                <a:lnTo>
                  <a:pt x="498049" y="333944"/>
                </a:lnTo>
                <a:lnTo>
                  <a:pt x="497411" y="334182"/>
                </a:lnTo>
                <a:lnTo>
                  <a:pt x="496759" y="334404"/>
                </a:lnTo>
                <a:lnTo>
                  <a:pt x="496091" y="334612"/>
                </a:lnTo>
                <a:lnTo>
                  <a:pt x="495409" y="334804"/>
                </a:lnTo>
                <a:lnTo>
                  <a:pt x="494711" y="334980"/>
                </a:lnTo>
                <a:lnTo>
                  <a:pt x="493999" y="335142"/>
                </a:lnTo>
                <a:lnTo>
                  <a:pt x="493272" y="335288"/>
                </a:lnTo>
                <a:lnTo>
                  <a:pt x="492530" y="335418"/>
                </a:lnTo>
                <a:lnTo>
                  <a:pt x="491773" y="335533"/>
                </a:lnTo>
                <a:lnTo>
                  <a:pt x="491001" y="335633"/>
                </a:lnTo>
                <a:lnTo>
                  <a:pt x="490214" y="335718"/>
                </a:lnTo>
                <a:lnTo>
                  <a:pt x="489412" y="335787"/>
                </a:lnTo>
                <a:lnTo>
                  <a:pt x="488595" y="335841"/>
                </a:lnTo>
                <a:lnTo>
                  <a:pt x="487764" y="335879"/>
                </a:lnTo>
                <a:lnTo>
                  <a:pt x="486917" y="335902"/>
                </a:lnTo>
                <a:lnTo>
                  <a:pt x="486055" y="335910"/>
                </a:lnTo>
                <a:lnTo>
                  <a:pt x="485298" y="335903"/>
                </a:lnTo>
                <a:lnTo>
                  <a:pt x="484552" y="335883"/>
                </a:lnTo>
                <a:lnTo>
                  <a:pt x="483819" y="335848"/>
                </a:lnTo>
                <a:lnTo>
                  <a:pt x="483097" y="335801"/>
                </a:lnTo>
                <a:lnTo>
                  <a:pt x="482388" y="335740"/>
                </a:lnTo>
                <a:lnTo>
                  <a:pt x="481691" y="335665"/>
                </a:lnTo>
                <a:lnTo>
                  <a:pt x="481006" y="335576"/>
                </a:lnTo>
                <a:lnTo>
                  <a:pt x="480332" y="335474"/>
                </a:lnTo>
                <a:lnTo>
                  <a:pt x="479671" y="335359"/>
                </a:lnTo>
                <a:lnTo>
                  <a:pt x="479022" y="335229"/>
                </a:lnTo>
                <a:lnTo>
                  <a:pt x="478386" y="335087"/>
                </a:lnTo>
                <a:lnTo>
                  <a:pt x="477761" y="334930"/>
                </a:lnTo>
                <a:lnTo>
                  <a:pt x="477148" y="334760"/>
                </a:lnTo>
                <a:lnTo>
                  <a:pt x="476547" y="334576"/>
                </a:lnTo>
                <a:lnTo>
                  <a:pt x="475959" y="334379"/>
                </a:lnTo>
                <a:lnTo>
                  <a:pt x="475382" y="334168"/>
                </a:lnTo>
                <a:lnTo>
                  <a:pt x="474817" y="333944"/>
                </a:lnTo>
                <a:lnTo>
                  <a:pt x="474265" y="333706"/>
                </a:lnTo>
                <a:lnTo>
                  <a:pt x="473725" y="333454"/>
                </a:lnTo>
                <a:lnTo>
                  <a:pt x="473196" y="333189"/>
                </a:lnTo>
                <a:lnTo>
                  <a:pt x="472680" y="332910"/>
                </a:lnTo>
                <a:lnTo>
                  <a:pt x="472176" y="332617"/>
                </a:lnTo>
                <a:lnTo>
                  <a:pt x="471684" y="332311"/>
                </a:lnTo>
                <a:lnTo>
                  <a:pt x="471204" y="331991"/>
                </a:lnTo>
                <a:lnTo>
                  <a:pt x="470741" y="331658"/>
                </a:lnTo>
                <a:lnTo>
                  <a:pt x="470291" y="331311"/>
                </a:lnTo>
                <a:lnTo>
                  <a:pt x="469854" y="330951"/>
                </a:lnTo>
                <a:lnTo>
                  <a:pt x="469429" y="330577"/>
                </a:lnTo>
                <a:lnTo>
                  <a:pt x="469017" y="330189"/>
                </a:lnTo>
                <a:lnTo>
                  <a:pt x="468617" y="329787"/>
                </a:lnTo>
                <a:lnTo>
                  <a:pt x="468229" y="329372"/>
                </a:lnTo>
                <a:lnTo>
                  <a:pt x="467854" y="328944"/>
                </a:lnTo>
                <a:lnTo>
                  <a:pt x="467492" y="328502"/>
                </a:lnTo>
                <a:lnTo>
                  <a:pt x="467142" y="328046"/>
                </a:lnTo>
                <a:lnTo>
                  <a:pt x="466805" y="327577"/>
                </a:lnTo>
                <a:lnTo>
                  <a:pt x="466480" y="327094"/>
                </a:lnTo>
                <a:lnTo>
                  <a:pt x="466167" y="326597"/>
                </a:lnTo>
                <a:lnTo>
                  <a:pt x="465868" y="326087"/>
                </a:lnTo>
                <a:lnTo>
                  <a:pt x="465580" y="325563"/>
                </a:lnTo>
                <a:lnTo>
                  <a:pt x="465305" y="325026"/>
                </a:lnTo>
                <a:lnTo>
                  <a:pt x="465043" y="324475"/>
                </a:lnTo>
                <a:lnTo>
                  <a:pt x="464793" y="323910"/>
                </a:lnTo>
                <a:lnTo>
                  <a:pt x="464556" y="323332"/>
                </a:lnTo>
                <a:lnTo>
                  <a:pt x="464331" y="322740"/>
                </a:lnTo>
                <a:lnTo>
                  <a:pt x="464119" y="322135"/>
                </a:lnTo>
                <a:lnTo>
                  <a:pt x="463919" y="321516"/>
                </a:lnTo>
                <a:lnTo>
                  <a:pt x="463732" y="320883"/>
                </a:lnTo>
                <a:lnTo>
                  <a:pt x="463557" y="320237"/>
                </a:lnTo>
                <a:lnTo>
                  <a:pt x="449401" y="323776"/>
                </a:lnTo>
                <a:lnTo>
                  <a:pt x="449629" y="324798"/>
                </a:lnTo>
                <a:lnTo>
                  <a:pt x="449882" y="325799"/>
                </a:lnTo>
                <a:lnTo>
                  <a:pt x="450160" y="326780"/>
                </a:lnTo>
                <a:lnTo>
                  <a:pt x="450463" y="327740"/>
                </a:lnTo>
                <a:lnTo>
                  <a:pt x="450790" y="328679"/>
                </a:lnTo>
                <a:lnTo>
                  <a:pt x="451142" y="329598"/>
                </a:lnTo>
                <a:lnTo>
                  <a:pt x="451520" y="330496"/>
                </a:lnTo>
                <a:lnTo>
                  <a:pt x="451921" y="331374"/>
                </a:lnTo>
                <a:lnTo>
                  <a:pt x="452348" y="332230"/>
                </a:lnTo>
                <a:lnTo>
                  <a:pt x="452800" y="333067"/>
                </a:lnTo>
                <a:lnTo>
                  <a:pt x="453276" y="333882"/>
                </a:lnTo>
                <a:lnTo>
                  <a:pt x="453777" y="334677"/>
                </a:lnTo>
                <a:lnTo>
                  <a:pt x="454303" y="335452"/>
                </a:lnTo>
                <a:lnTo>
                  <a:pt x="454854" y="336206"/>
                </a:lnTo>
                <a:lnTo>
                  <a:pt x="455429" y="336939"/>
                </a:lnTo>
                <a:lnTo>
                  <a:pt x="456029" y="337651"/>
                </a:lnTo>
                <a:lnTo>
                  <a:pt x="456654" y="338343"/>
                </a:lnTo>
                <a:lnTo>
                  <a:pt x="457304" y="339014"/>
                </a:lnTo>
                <a:lnTo>
                  <a:pt x="457979" y="339665"/>
                </a:lnTo>
                <a:lnTo>
                  <a:pt x="458678" y="340295"/>
                </a:lnTo>
                <a:lnTo>
                  <a:pt x="459403" y="340904"/>
                </a:lnTo>
                <a:lnTo>
                  <a:pt x="460152" y="341493"/>
                </a:lnTo>
                <a:lnTo>
                  <a:pt x="460926" y="342061"/>
                </a:lnTo>
                <a:lnTo>
                  <a:pt x="461724" y="342609"/>
                </a:lnTo>
                <a:lnTo>
                  <a:pt x="462544" y="343135"/>
                </a:lnTo>
                <a:lnTo>
                  <a:pt x="463382" y="343638"/>
                </a:lnTo>
                <a:lnTo>
                  <a:pt x="464237" y="344120"/>
                </a:lnTo>
                <a:lnTo>
                  <a:pt x="465111" y="344578"/>
                </a:lnTo>
                <a:lnTo>
                  <a:pt x="466002" y="345015"/>
                </a:lnTo>
                <a:lnTo>
                  <a:pt x="466910" y="345429"/>
                </a:lnTo>
                <a:lnTo>
                  <a:pt x="467837" y="345821"/>
                </a:lnTo>
                <a:lnTo>
                  <a:pt x="468781" y="346190"/>
                </a:lnTo>
                <a:lnTo>
                  <a:pt x="469743" y="346537"/>
                </a:lnTo>
                <a:lnTo>
                  <a:pt x="470723" y="346861"/>
                </a:lnTo>
                <a:lnTo>
                  <a:pt x="471721" y="347164"/>
                </a:lnTo>
                <a:lnTo>
                  <a:pt x="472736" y="347443"/>
                </a:lnTo>
                <a:lnTo>
                  <a:pt x="473770" y="347701"/>
                </a:lnTo>
                <a:lnTo>
                  <a:pt x="474821" y="347936"/>
                </a:lnTo>
                <a:lnTo>
                  <a:pt x="475889" y="348148"/>
                </a:lnTo>
                <a:lnTo>
                  <a:pt x="476976" y="348339"/>
                </a:lnTo>
                <a:lnTo>
                  <a:pt x="478080" y="348507"/>
                </a:lnTo>
                <a:lnTo>
                  <a:pt x="479202" y="348652"/>
                </a:lnTo>
                <a:lnTo>
                  <a:pt x="480342" y="348775"/>
                </a:lnTo>
                <a:lnTo>
                  <a:pt x="481500" y="348876"/>
                </a:lnTo>
                <a:lnTo>
                  <a:pt x="482675" y="348954"/>
                </a:lnTo>
                <a:lnTo>
                  <a:pt x="483868" y="349010"/>
                </a:lnTo>
                <a:lnTo>
                  <a:pt x="485079" y="349044"/>
                </a:lnTo>
                <a:lnTo>
                  <a:pt x="486308" y="349055"/>
                </a:lnTo>
                <a:lnTo>
                  <a:pt x="487246" y="349048"/>
                </a:lnTo>
                <a:lnTo>
                  <a:pt x="488174" y="349029"/>
                </a:lnTo>
                <a:lnTo>
                  <a:pt x="489093" y="348996"/>
                </a:lnTo>
                <a:lnTo>
                  <a:pt x="490002" y="348950"/>
                </a:lnTo>
                <a:lnTo>
                  <a:pt x="490901" y="348890"/>
                </a:lnTo>
                <a:lnTo>
                  <a:pt x="491791" y="348818"/>
                </a:lnTo>
                <a:lnTo>
                  <a:pt x="492671" y="348732"/>
                </a:lnTo>
                <a:lnTo>
                  <a:pt x="493541" y="348634"/>
                </a:lnTo>
                <a:lnTo>
                  <a:pt x="494401" y="348522"/>
                </a:lnTo>
                <a:lnTo>
                  <a:pt x="495252" y="348397"/>
                </a:lnTo>
                <a:lnTo>
                  <a:pt x="496094" y="348258"/>
                </a:lnTo>
                <a:lnTo>
                  <a:pt x="496925" y="348107"/>
                </a:lnTo>
                <a:lnTo>
                  <a:pt x="497747" y="347942"/>
                </a:lnTo>
                <a:lnTo>
                  <a:pt x="498560" y="347765"/>
                </a:lnTo>
                <a:lnTo>
                  <a:pt x="499363" y="347574"/>
                </a:lnTo>
                <a:lnTo>
                  <a:pt x="500156" y="347370"/>
                </a:lnTo>
                <a:lnTo>
                  <a:pt x="500939" y="347152"/>
                </a:lnTo>
                <a:lnTo>
                  <a:pt x="501713" y="346922"/>
                </a:lnTo>
                <a:lnTo>
                  <a:pt x="502477" y="346678"/>
                </a:lnTo>
                <a:lnTo>
                  <a:pt x="503231" y="346422"/>
                </a:lnTo>
                <a:lnTo>
                  <a:pt x="503976" y="346152"/>
                </a:lnTo>
                <a:lnTo>
                  <a:pt x="504711" y="345869"/>
                </a:lnTo>
                <a:lnTo>
                  <a:pt x="505437" y="345572"/>
                </a:lnTo>
                <a:lnTo>
                  <a:pt x="506152" y="345263"/>
                </a:lnTo>
                <a:lnTo>
                  <a:pt x="506857" y="344942"/>
                </a:lnTo>
                <a:lnTo>
                  <a:pt x="507548" y="344612"/>
                </a:lnTo>
                <a:lnTo>
                  <a:pt x="508226" y="344272"/>
                </a:lnTo>
                <a:lnTo>
                  <a:pt x="508891" y="343922"/>
                </a:lnTo>
                <a:lnTo>
                  <a:pt x="509543" y="343562"/>
                </a:lnTo>
                <a:lnTo>
                  <a:pt x="510181" y="343193"/>
                </a:lnTo>
                <a:lnTo>
                  <a:pt x="510807" y="342815"/>
                </a:lnTo>
                <a:lnTo>
                  <a:pt x="511419" y="342426"/>
                </a:lnTo>
                <a:lnTo>
                  <a:pt x="512018" y="342028"/>
                </a:lnTo>
                <a:lnTo>
                  <a:pt x="512604" y="341620"/>
                </a:lnTo>
                <a:lnTo>
                  <a:pt x="513177" y="341203"/>
                </a:lnTo>
                <a:lnTo>
                  <a:pt x="513736" y="340776"/>
                </a:lnTo>
                <a:lnTo>
                  <a:pt x="514283" y="340339"/>
                </a:lnTo>
                <a:lnTo>
                  <a:pt x="514816" y="339893"/>
                </a:lnTo>
                <a:lnTo>
                  <a:pt x="515336" y="339437"/>
                </a:lnTo>
                <a:lnTo>
                  <a:pt x="515843" y="338971"/>
                </a:lnTo>
                <a:lnTo>
                  <a:pt x="516336" y="338496"/>
                </a:lnTo>
                <a:lnTo>
                  <a:pt x="516817" y="338011"/>
                </a:lnTo>
                <a:lnTo>
                  <a:pt x="517284" y="337516"/>
                </a:lnTo>
                <a:lnTo>
                  <a:pt x="517739" y="337012"/>
                </a:lnTo>
                <a:lnTo>
                  <a:pt x="518180" y="336498"/>
                </a:lnTo>
                <a:lnTo>
                  <a:pt x="518608" y="335975"/>
                </a:lnTo>
                <a:lnTo>
                  <a:pt x="519022" y="335441"/>
                </a:lnTo>
                <a:lnTo>
                  <a:pt x="519424" y="334899"/>
                </a:lnTo>
                <a:lnTo>
                  <a:pt x="519816" y="334348"/>
                </a:lnTo>
                <a:lnTo>
                  <a:pt x="520191" y="333791"/>
                </a:lnTo>
                <a:lnTo>
                  <a:pt x="520550" y="333228"/>
                </a:lnTo>
                <a:lnTo>
                  <a:pt x="520892" y="332659"/>
                </a:lnTo>
                <a:lnTo>
                  <a:pt x="521217" y="332083"/>
                </a:lnTo>
                <a:lnTo>
                  <a:pt x="521525" y="331502"/>
                </a:lnTo>
                <a:lnTo>
                  <a:pt x="521817" y="330914"/>
                </a:lnTo>
                <a:lnTo>
                  <a:pt x="522092" y="330320"/>
                </a:lnTo>
                <a:lnTo>
                  <a:pt x="522351" y="329720"/>
                </a:lnTo>
                <a:lnTo>
                  <a:pt x="522593" y="329114"/>
                </a:lnTo>
                <a:lnTo>
                  <a:pt x="522818" y="328502"/>
                </a:lnTo>
                <a:lnTo>
                  <a:pt x="523026" y="327884"/>
                </a:lnTo>
                <a:lnTo>
                  <a:pt x="523218" y="327259"/>
                </a:lnTo>
                <a:lnTo>
                  <a:pt x="523393" y="326628"/>
                </a:lnTo>
                <a:lnTo>
                  <a:pt x="523552" y="325992"/>
                </a:lnTo>
                <a:lnTo>
                  <a:pt x="523693" y="325349"/>
                </a:lnTo>
                <a:lnTo>
                  <a:pt x="523818" y="324700"/>
                </a:lnTo>
                <a:lnTo>
                  <a:pt x="523927" y="324044"/>
                </a:lnTo>
                <a:lnTo>
                  <a:pt x="524019" y="323383"/>
                </a:lnTo>
                <a:lnTo>
                  <a:pt x="524094" y="322715"/>
                </a:lnTo>
                <a:lnTo>
                  <a:pt x="524152" y="322042"/>
                </a:lnTo>
                <a:lnTo>
                  <a:pt x="524194" y="321362"/>
                </a:lnTo>
                <a:lnTo>
                  <a:pt x="524219" y="320676"/>
                </a:lnTo>
                <a:lnTo>
                  <a:pt x="524227" y="319984"/>
                </a:lnTo>
                <a:lnTo>
                  <a:pt x="524216" y="319142"/>
                </a:lnTo>
                <a:lnTo>
                  <a:pt x="524183" y="318314"/>
                </a:lnTo>
                <a:lnTo>
                  <a:pt x="524127" y="317498"/>
                </a:lnTo>
                <a:lnTo>
                  <a:pt x="524050" y="316696"/>
                </a:lnTo>
                <a:lnTo>
                  <a:pt x="523950" y="315906"/>
                </a:lnTo>
                <a:lnTo>
                  <a:pt x="523828" y="315129"/>
                </a:lnTo>
                <a:lnTo>
                  <a:pt x="523684" y="314366"/>
                </a:lnTo>
                <a:lnTo>
                  <a:pt x="523518" y="313615"/>
                </a:lnTo>
                <a:lnTo>
                  <a:pt x="523329" y="312877"/>
                </a:lnTo>
                <a:lnTo>
                  <a:pt x="523119" y="312152"/>
                </a:lnTo>
                <a:lnTo>
                  <a:pt x="522886" y="311440"/>
                </a:lnTo>
                <a:lnTo>
                  <a:pt x="522631" y="310741"/>
                </a:lnTo>
                <a:lnTo>
                  <a:pt x="522354" y="310055"/>
                </a:lnTo>
                <a:lnTo>
                  <a:pt x="522055" y="309382"/>
                </a:lnTo>
                <a:lnTo>
                  <a:pt x="521734" y="308722"/>
                </a:lnTo>
                <a:lnTo>
                  <a:pt x="521390" y="308075"/>
                </a:lnTo>
                <a:lnTo>
                  <a:pt x="521024" y="307440"/>
                </a:lnTo>
                <a:lnTo>
                  <a:pt x="520637" y="306819"/>
                </a:lnTo>
                <a:lnTo>
                  <a:pt x="520227" y="306211"/>
                </a:lnTo>
                <a:lnTo>
                  <a:pt x="519794" y="305615"/>
                </a:lnTo>
                <a:lnTo>
                  <a:pt x="519340" y="305033"/>
                </a:lnTo>
                <a:lnTo>
                  <a:pt x="518863" y="304463"/>
                </a:lnTo>
                <a:lnTo>
                  <a:pt x="518365" y="303906"/>
                </a:lnTo>
                <a:lnTo>
                  <a:pt x="517844" y="303363"/>
                </a:lnTo>
                <a:lnTo>
                  <a:pt x="517301" y="302826"/>
                </a:lnTo>
                <a:lnTo>
                  <a:pt x="516734" y="302301"/>
                </a:lnTo>
                <a:lnTo>
                  <a:pt x="516145" y="301788"/>
                </a:lnTo>
                <a:lnTo>
                  <a:pt x="515532" y="301286"/>
                </a:lnTo>
                <a:lnTo>
                  <a:pt x="514896" y="300796"/>
                </a:lnTo>
                <a:lnTo>
                  <a:pt x="514238" y="300317"/>
                </a:lnTo>
                <a:lnTo>
                  <a:pt x="513556" y="299851"/>
                </a:lnTo>
                <a:lnTo>
                  <a:pt x="512851" y="299395"/>
                </a:lnTo>
                <a:lnTo>
                  <a:pt x="512124" y="298952"/>
                </a:lnTo>
                <a:lnTo>
                  <a:pt x="511373" y="298520"/>
                </a:lnTo>
                <a:lnTo>
                  <a:pt x="510599" y="298099"/>
                </a:lnTo>
                <a:lnTo>
                  <a:pt x="509802" y="297691"/>
                </a:lnTo>
                <a:lnTo>
                  <a:pt x="508982" y="297294"/>
                </a:lnTo>
                <a:lnTo>
                  <a:pt x="508139" y="296908"/>
                </a:lnTo>
                <a:lnTo>
                  <a:pt x="507273" y="296534"/>
                </a:lnTo>
                <a:lnTo>
                  <a:pt x="506384" y="296172"/>
                </a:lnTo>
                <a:lnTo>
                  <a:pt x="505472" y="295822"/>
                </a:lnTo>
                <a:lnTo>
                  <a:pt x="504537" y="295483"/>
                </a:lnTo>
                <a:lnTo>
                  <a:pt x="503579" y="295155"/>
                </a:lnTo>
                <a:lnTo>
                  <a:pt x="502597" y="294840"/>
                </a:lnTo>
                <a:lnTo>
                  <a:pt x="501593" y="294536"/>
                </a:lnTo>
                <a:lnTo>
                  <a:pt x="500566" y="294243"/>
                </a:lnTo>
                <a:lnTo>
                  <a:pt x="499516" y="293963"/>
                </a:lnTo>
                <a:lnTo>
                  <a:pt x="498442" y="293693"/>
                </a:lnTo>
                <a:lnTo>
                  <a:pt x="484033" y="290154"/>
                </a:lnTo>
                <a:lnTo>
                  <a:pt x="483325" y="289973"/>
                </a:lnTo>
                <a:lnTo>
                  <a:pt x="482632" y="289789"/>
                </a:lnTo>
                <a:lnTo>
                  <a:pt x="481955" y="289600"/>
                </a:lnTo>
                <a:lnTo>
                  <a:pt x="481294" y="289408"/>
                </a:lnTo>
                <a:lnTo>
                  <a:pt x="480649" y="289212"/>
                </a:lnTo>
                <a:lnTo>
                  <a:pt x="480020" y="289013"/>
                </a:lnTo>
                <a:lnTo>
                  <a:pt x="479406" y="288810"/>
                </a:lnTo>
                <a:lnTo>
                  <a:pt x="478809" y="288603"/>
                </a:lnTo>
                <a:lnTo>
                  <a:pt x="478227" y="288392"/>
                </a:lnTo>
                <a:lnTo>
                  <a:pt x="477661" y="288177"/>
                </a:lnTo>
                <a:lnTo>
                  <a:pt x="477110" y="287959"/>
                </a:lnTo>
                <a:lnTo>
                  <a:pt x="476576" y="287737"/>
                </a:lnTo>
                <a:lnTo>
                  <a:pt x="476057" y="287511"/>
                </a:lnTo>
                <a:lnTo>
                  <a:pt x="475554" y="287282"/>
                </a:lnTo>
                <a:lnTo>
                  <a:pt x="475067" y="287049"/>
                </a:lnTo>
                <a:lnTo>
                  <a:pt x="474595" y="286812"/>
                </a:lnTo>
                <a:lnTo>
                  <a:pt x="474140" y="286571"/>
                </a:lnTo>
                <a:lnTo>
                  <a:pt x="473700" y="286327"/>
                </a:lnTo>
                <a:lnTo>
                  <a:pt x="473276" y="286079"/>
                </a:lnTo>
                <a:lnTo>
                  <a:pt x="472868" y="285827"/>
                </a:lnTo>
                <a:lnTo>
                  <a:pt x="472476" y="285572"/>
                </a:lnTo>
                <a:lnTo>
                  <a:pt x="472099" y="285312"/>
                </a:lnTo>
                <a:lnTo>
                  <a:pt x="471738" y="285049"/>
                </a:lnTo>
                <a:lnTo>
                  <a:pt x="471393" y="284783"/>
                </a:lnTo>
                <a:lnTo>
                  <a:pt x="471063" y="284510"/>
                </a:lnTo>
                <a:lnTo>
                  <a:pt x="470747" y="284229"/>
                </a:lnTo>
                <a:lnTo>
                  <a:pt x="470446" y="283940"/>
                </a:lnTo>
                <a:lnTo>
                  <a:pt x="470158" y="283643"/>
                </a:lnTo>
                <a:lnTo>
                  <a:pt x="469884" y="283338"/>
                </a:lnTo>
                <a:lnTo>
                  <a:pt x="469624" y="283025"/>
                </a:lnTo>
                <a:lnTo>
                  <a:pt x="469378" y="282704"/>
                </a:lnTo>
                <a:lnTo>
                  <a:pt x="469146" y="282374"/>
                </a:lnTo>
                <a:lnTo>
                  <a:pt x="468929" y="282036"/>
                </a:lnTo>
                <a:lnTo>
                  <a:pt x="468725" y="281691"/>
                </a:lnTo>
                <a:lnTo>
                  <a:pt x="468536" y="281337"/>
                </a:lnTo>
                <a:lnTo>
                  <a:pt x="468360" y="280975"/>
                </a:lnTo>
                <a:lnTo>
                  <a:pt x="468198" y="280605"/>
                </a:lnTo>
                <a:lnTo>
                  <a:pt x="468051" y="280227"/>
                </a:lnTo>
                <a:lnTo>
                  <a:pt x="467918" y="279840"/>
                </a:lnTo>
                <a:lnTo>
                  <a:pt x="467798" y="279446"/>
                </a:lnTo>
                <a:lnTo>
                  <a:pt x="467693" y="279043"/>
                </a:lnTo>
                <a:lnTo>
                  <a:pt x="467602" y="278633"/>
                </a:lnTo>
                <a:lnTo>
                  <a:pt x="467524" y="278214"/>
                </a:lnTo>
                <a:lnTo>
                  <a:pt x="467461" y="277787"/>
                </a:lnTo>
                <a:lnTo>
                  <a:pt x="467412" y="277352"/>
                </a:lnTo>
                <a:lnTo>
                  <a:pt x="467377" y="276909"/>
                </a:lnTo>
                <a:lnTo>
                  <a:pt x="467356" y="276457"/>
                </a:lnTo>
                <a:lnTo>
                  <a:pt x="467349" y="275998"/>
                </a:lnTo>
                <a:lnTo>
                  <a:pt x="467359" y="275481"/>
                </a:lnTo>
                <a:lnTo>
                  <a:pt x="467390" y="274971"/>
                </a:lnTo>
                <a:lnTo>
                  <a:pt x="467441" y="274468"/>
                </a:lnTo>
                <a:lnTo>
                  <a:pt x="467512" y="273974"/>
                </a:lnTo>
                <a:lnTo>
                  <a:pt x="467604" y="273487"/>
                </a:lnTo>
                <a:lnTo>
                  <a:pt x="467716" y="273008"/>
                </a:lnTo>
                <a:lnTo>
                  <a:pt x="467849" y="272537"/>
                </a:lnTo>
                <a:lnTo>
                  <a:pt x="468002" y="272073"/>
                </a:lnTo>
                <a:lnTo>
                  <a:pt x="468175" y="271617"/>
                </a:lnTo>
                <a:lnTo>
                  <a:pt x="468369" y="271168"/>
                </a:lnTo>
                <a:lnTo>
                  <a:pt x="468583" y="270728"/>
                </a:lnTo>
                <a:lnTo>
                  <a:pt x="468818" y="270294"/>
                </a:lnTo>
                <a:lnTo>
                  <a:pt x="469073" y="269869"/>
                </a:lnTo>
                <a:lnTo>
                  <a:pt x="469349" y="269451"/>
                </a:lnTo>
                <a:lnTo>
                  <a:pt x="469645" y="269041"/>
                </a:lnTo>
                <a:lnTo>
                  <a:pt x="469961" y="268639"/>
                </a:lnTo>
                <a:lnTo>
                  <a:pt x="470298" y="268244"/>
                </a:lnTo>
                <a:lnTo>
                  <a:pt x="470655" y="267857"/>
                </a:lnTo>
                <a:lnTo>
                  <a:pt x="471032" y="267478"/>
                </a:lnTo>
                <a:lnTo>
                  <a:pt x="471430" y="267106"/>
                </a:lnTo>
                <a:lnTo>
                  <a:pt x="471849" y="266743"/>
                </a:lnTo>
                <a:lnTo>
                  <a:pt x="472287" y="266386"/>
                </a:lnTo>
                <a:lnTo>
                  <a:pt x="472747" y="266038"/>
                </a:lnTo>
                <a:lnTo>
                  <a:pt x="473226" y="265697"/>
                </a:lnTo>
                <a:lnTo>
                  <a:pt x="473726" y="265362"/>
                </a:lnTo>
                <a:lnTo>
                  <a:pt x="474237" y="265041"/>
                </a:lnTo>
                <a:lnTo>
                  <a:pt x="474758" y="264734"/>
                </a:lnTo>
                <a:lnTo>
                  <a:pt x="475289" y="264442"/>
                </a:lnTo>
                <a:lnTo>
                  <a:pt x="475830" y="264163"/>
                </a:lnTo>
                <a:lnTo>
                  <a:pt x="476382" y="263900"/>
                </a:lnTo>
                <a:lnTo>
                  <a:pt x="476944" y="263650"/>
                </a:lnTo>
                <a:lnTo>
                  <a:pt x="477517" y="263415"/>
                </a:lnTo>
                <a:lnTo>
                  <a:pt x="478099" y="263194"/>
                </a:lnTo>
                <a:lnTo>
                  <a:pt x="478692" y="262987"/>
                </a:lnTo>
                <a:lnTo>
                  <a:pt x="479296" y="262794"/>
                </a:lnTo>
                <a:lnTo>
                  <a:pt x="479909" y="262616"/>
                </a:lnTo>
                <a:lnTo>
                  <a:pt x="480533" y="262452"/>
                </a:lnTo>
                <a:lnTo>
                  <a:pt x="481168" y="262302"/>
                </a:lnTo>
                <a:lnTo>
                  <a:pt x="481812" y="262167"/>
                </a:lnTo>
                <a:lnTo>
                  <a:pt x="482467" y="262045"/>
                </a:lnTo>
                <a:lnTo>
                  <a:pt x="483132" y="261938"/>
                </a:lnTo>
                <a:lnTo>
                  <a:pt x="483808" y="261846"/>
                </a:lnTo>
                <a:lnTo>
                  <a:pt x="484494" y="261767"/>
                </a:lnTo>
                <a:lnTo>
                  <a:pt x="485190" y="261703"/>
                </a:lnTo>
                <a:lnTo>
                  <a:pt x="485896" y="261653"/>
                </a:lnTo>
                <a:lnTo>
                  <a:pt x="486613" y="261617"/>
                </a:lnTo>
                <a:lnTo>
                  <a:pt x="487340" y="261596"/>
                </a:lnTo>
                <a:lnTo>
                  <a:pt x="488078" y="261589"/>
                </a:lnTo>
                <a:lnTo>
                  <a:pt x="488616" y="261593"/>
                </a:lnTo>
                <a:lnTo>
                  <a:pt x="489146" y="261603"/>
                </a:lnTo>
                <a:lnTo>
                  <a:pt x="489669" y="261622"/>
                </a:lnTo>
                <a:lnTo>
                  <a:pt x="490183" y="261647"/>
                </a:lnTo>
                <a:lnTo>
                  <a:pt x="490689" y="261679"/>
                </a:lnTo>
                <a:lnTo>
                  <a:pt x="491186" y="261719"/>
                </a:lnTo>
                <a:lnTo>
                  <a:pt x="491676" y="261766"/>
                </a:lnTo>
                <a:lnTo>
                  <a:pt x="492158" y="261821"/>
                </a:lnTo>
                <a:lnTo>
                  <a:pt x="492631" y="261882"/>
                </a:lnTo>
                <a:lnTo>
                  <a:pt x="493096" y="261951"/>
                </a:lnTo>
                <a:lnTo>
                  <a:pt x="493553" y="262027"/>
                </a:lnTo>
                <a:lnTo>
                  <a:pt x="494003" y="262110"/>
                </a:lnTo>
                <a:lnTo>
                  <a:pt x="494444" y="262201"/>
                </a:lnTo>
                <a:lnTo>
                  <a:pt x="494876" y="262299"/>
                </a:lnTo>
                <a:lnTo>
                  <a:pt x="495301" y="262404"/>
                </a:lnTo>
                <a:lnTo>
                  <a:pt x="495718" y="262516"/>
                </a:lnTo>
                <a:lnTo>
                  <a:pt x="496126" y="262635"/>
                </a:lnTo>
                <a:lnTo>
                  <a:pt x="496527" y="262762"/>
                </a:lnTo>
                <a:lnTo>
                  <a:pt x="496919" y="262896"/>
                </a:lnTo>
                <a:lnTo>
                  <a:pt x="497303" y="263037"/>
                </a:lnTo>
                <a:lnTo>
                  <a:pt x="497679" y="263186"/>
                </a:lnTo>
                <a:lnTo>
                  <a:pt x="498047" y="263341"/>
                </a:lnTo>
                <a:lnTo>
                  <a:pt x="498407" y="263504"/>
                </a:lnTo>
                <a:lnTo>
                  <a:pt x="498758" y="263674"/>
                </a:lnTo>
                <a:lnTo>
                  <a:pt x="499103" y="263850"/>
                </a:lnTo>
                <a:lnTo>
                  <a:pt x="499441" y="264030"/>
                </a:lnTo>
                <a:lnTo>
                  <a:pt x="499773" y="264214"/>
                </a:lnTo>
                <a:lnTo>
                  <a:pt x="500099" y="264401"/>
                </a:lnTo>
                <a:lnTo>
                  <a:pt x="500419" y="264593"/>
                </a:lnTo>
                <a:lnTo>
                  <a:pt x="500733" y="264788"/>
                </a:lnTo>
                <a:lnTo>
                  <a:pt x="501041" y="264988"/>
                </a:lnTo>
                <a:lnTo>
                  <a:pt x="501342" y="265191"/>
                </a:lnTo>
                <a:lnTo>
                  <a:pt x="501638" y="265399"/>
                </a:lnTo>
                <a:lnTo>
                  <a:pt x="501927" y="265610"/>
                </a:lnTo>
                <a:lnTo>
                  <a:pt x="502210" y="265825"/>
                </a:lnTo>
                <a:lnTo>
                  <a:pt x="502487" y="266044"/>
                </a:lnTo>
                <a:lnTo>
                  <a:pt x="502758" y="266268"/>
                </a:lnTo>
                <a:lnTo>
                  <a:pt x="503022" y="266495"/>
                </a:lnTo>
                <a:lnTo>
                  <a:pt x="503281" y="266726"/>
                </a:lnTo>
                <a:lnTo>
                  <a:pt x="503533" y="266961"/>
                </a:lnTo>
                <a:lnTo>
                  <a:pt x="503779" y="267200"/>
                </a:lnTo>
                <a:lnTo>
                  <a:pt x="504019" y="267443"/>
                </a:lnTo>
                <a:lnTo>
                  <a:pt x="504253" y="267690"/>
                </a:lnTo>
                <a:lnTo>
                  <a:pt x="504481" y="267940"/>
                </a:lnTo>
                <a:lnTo>
                  <a:pt x="504703" y="268195"/>
                </a:lnTo>
                <a:lnTo>
                  <a:pt x="504918" y="268454"/>
                </a:lnTo>
                <a:lnTo>
                  <a:pt x="505128" y="268717"/>
                </a:lnTo>
                <a:lnTo>
                  <a:pt x="505331" y="268983"/>
                </a:lnTo>
                <a:lnTo>
                  <a:pt x="505534" y="269247"/>
                </a:lnTo>
                <a:lnTo>
                  <a:pt x="505733" y="269511"/>
                </a:lnTo>
                <a:lnTo>
                  <a:pt x="505928" y="269776"/>
                </a:lnTo>
                <a:lnTo>
                  <a:pt x="506119" y="270042"/>
                </a:lnTo>
                <a:lnTo>
                  <a:pt x="506306" y="270308"/>
                </a:lnTo>
                <a:lnTo>
                  <a:pt x="506488" y="270575"/>
                </a:lnTo>
                <a:lnTo>
                  <a:pt x="506666" y="270843"/>
                </a:lnTo>
                <a:lnTo>
                  <a:pt x="506840" y="271111"/>
                </a:lnTo>
                <a:lnTo>
                  <a:pt x="507010" y="271380"/>
                </a:lnTo>
                <a:lnTo>
                  <a:pt x="507176" y="271649"/>
                </a:lnTo>
                <a:lnTo>
                  <a:pt x="507338" y="271919"/>
                </a:lnTo>
                <a:lnTo>
                  <a:pt x="507495" y="272190"/>
                </a:lnTo>
                <a:lnTo>
                  <a:pt x="507649" y="272462"/>
                </a:lnTo>
                <a:lnTo>
                  <a:pt x="507798" y="272734"/>
                </a:lnTo>
                <a:lnTo>
                  <a:pt x="507943" y="273007"/>
                </a:lnTo>
                <a:lnTo>
                  <a:pt x="508083" y="273281"/>
                </a:lnTo>
                <a:lnTo>
                  <a:pt x="508220" y="273555"/>
                </a:lnTo>
                <a:lnTo>
                  <a:pt x="508352" y="273830"/>
                </a:lnTo>
                <a:lnTo>
                  <a:pt x="508481" y="274105"/>
                </a:lnTo>
                <a:lnTo>
                  <a:pt x="508605" y="274381"/>
                </a:lnTo>
                <a:lnTo>
                  <a:pt x="508725" y="274658"/>
                </a:lnTo>
                <a:lnTo>
                  <a:pt x="508840" y="274936"/>
                </a:lnTo>
                <a:lnTo>
                  <a:pt x="508952" y="275214"/>
                </a:lnTo>
                <a:lnTo>
                  <a:pt x="509059" y="275492"/>
                </a:lnTo>
                <a:lnTo>
                  <a:pt x="522457" y="271701"/>
                </a:lnTo>
                <a:lnTo>
                  <a:pt x="522159" y="270844"/>
                </a:lnTo>
                <a:lnTo>
                  <a:pt x="521845" y="270001"/>
                </a:lnTo>
                <a:lnTo>
                  <a:pt x="521513" y="269173"/>
                </a:lnTo>
                <a:lnTo>
                  <a:pt x="521165" y="268358"/>
                </a:lnTo>
                <a:lnTo>
                  <a:pt x="520801" y="267558"/>
                </a:lnTo>
                <a:lnTo>
                  <a:pt x="520419" y="266771"/>
                </a:lnTo>
                <a:lnTo>
                  <a:pt x="520021" y="265999"/>
                </a:lnTo>
                <a:close/>
                <a:moveTo>
                  <a:pt x="243937" y="312379"/>
                </a:moveTo>
                <a:lnTo>
                  <a:pt x="243833" y="313053"/>
                </a:lnTo>
                <a:lnTo>
                  <a:pt x="243716" y="313716"/>
                </a:lnTo>
                <a:lnTo>
                  <a:pt x="243585" y="314368"/>
                </a:lnTo>
                <a:lnTo>
                  <a:pt x="243439" y="315009"/>
                </a:lnTo>
                <a:lnTo>
                  <a:pt x="243281" y="315639"/>
                </a:lnTo>
                <a:lnTo>
                  <a:pt x="243108" y="316257"/>
                </a:lnTo>
                <a:lnTo>
                  <a:pt x="242921" y="316865"/>
                </a:lnTo>
                <a:lnTo>
                  <a:pt x="242721" y="317461"/>
                </a:lnTo>
                <a:lnTo>
                  <a:pt x="242506" y="318046"/>
                </a:lnTo>
                <a:lnTo>
                  <a:pt x="242278" y="318619"/>
                </a:lnTo>
                <a:lnTo>
                  <a:pt x="242036" y="319182"/>
                </a:lnTo>
                <a:lnTo>
                  <a:pt x="241781" y="319733"/>
                </a:lnTo>
                <a:lnTo>
                  <a:pt x="241511" y="320273"/>
                </a:lnTo>
                <a:lnTo>
                  <a:pt x="241228" y="320802"/>
                </a:lnTo>
                <a:lnTo>
                  <a:pt x="240930" y="321320"/>
                </a:lnTo>
                <a:lnTo>
                  <a:pt x="240619" y="321827"/>
                </a:lnTo>
                <a:lnTo>
                  <a:pt x="240294" y="322322"/>
                </a:lnTo>
                <a:lnTo>
                  <a:pt x="239965" y="322807"/>
                </a:lnTo>
                <a:lnTo>
                  <a:pt x="239628" y="323281"/>
                </a:lnTo>
                <a:lnTo>
                  <a:pt x="239285" y="323744"/>
                </a:lnTo>
                <a:lnTo>
                  <a:pt x="238936" y="324197"/>
                </a:lnTo>
                <a:lnTo>
                  <a:pt x="238579" y="324639"/>
                </a:lnTo>
                <a:lnTo>
                  <a:pt x="238217" y="325071"/>
                </a:lnTo>
                <a:lnTo>
                  <a:pt x="237847" y="325493"/>
                </a:lnTo>
                <a:lnTo>
                  <a:pt x="237472" y="325903"/>
                </a:lnTo>
                <a:lnTo>
                  <a:pt x="237089" y="326304"/>
                </a:lnTo>
                <a:lnTo>
                  <a:pt x="236700" y="326693"/>
                </a:lnTo>
                <a:lnTo>
                  <a:pt x="236304" y="327073"/>
                </a:lnTo>
                <a:lnTo>
                  <a:pt x="235902" y="327441"/>
                </a:lnTo>
                <a:lnTo>
                  <a:pt x="235493" y="327799"/>
                </a:lnTo>
                <a:lnTo>
                  <a:pt x="235078" y="328147"/>
                </a:lnTo>
                <a:lnTo>
                  <a:pt x="234656" y="328484"/>
                </a:lnTo>
                <a:lnTo>
                  <a:pt x="234227" y="328810"/>
                </a:lnTo>
                <a:lnTo>
                  <a:pt x="233792" y="329126"/>
                </a:lnTo>
                <a:lnTo>
                  <a:pt x="233351" y="329432"/>
                </a:lnTo>
                <a:lnTo>
                  <a:pt x="232902" y="329727"/>
                </a:lnTo>
                <a:lnTo>
                  <a:pt x="232447" y="330011"/>
                </a:lnTo>
                <a:lnTo>
                  <a:pt x="231986" y="330285"/>
                </a:lnTo>
                <a:lnTo>
                  <a:pt x="231518" y="330548"/>
                </a:lnTo>
                <a:lnTo>
                  <a:pt x="231043" y="330801"/>
                </a:lnTo>
                <a:lnTo>
                  <a:pt x="230562" y="331043"/>
                </a:lnTo>
                <a:lnTo>
                  <a:pt x="230083" y="331276"/>
                </a:lnTo>
                <a:lnTo>
                  <a:pt x="229605" y="331498"/>
                </a:lnTo>
                <a:lnTo>
                  <a:pt x="229127" y="331710"/>
                </a:lnTo>
                <a:lnTo>
                  <a:pt x="228650" y="331912"/>
                </a:lnTo>
                <a:lnTo>
                  <a:pt x="228174" y="332105"/>
                </a:lnTo>
                <a:lnTo>
                  <a:pt x="227698" y="332288"/>
                </a:lnTo>
                <a:lnTo>
                  <a:pt x="227223" y="332461"/>
                </a:lnTo>
                <a:lnTo>
                  <a:pt x="226749" y="332623"/>
                </a:lnTo>
                <a:lnTo>
                  <a:pt x="226275" y="332776"/>
                </a:lnTo>
                <a:lnTo>
                  <a:pt x="225802" y="332920"/>
                </a:lnTo>
                <a:lnTo>
                  <a:pt x="225330" y="333053"/>
                </a:lnTo>
                <a:lnTo>
                  <a:pt x="224858" y="333176"/>
                </a:lnTo>
                <a:lnTo>
                  <a:pt x="224387" y="333290"/>
                </a:lnTo>
                <a:lnTo>
                  <a:pt x="223917" y="333394"/>
                </a:lnTo>
                <a:lnTo>
                  <a:pt x="223447" y="333487"/>
                </a:lnTo>
                <a:lnTo>
                  <a:pt x="222978" y="333571"/>
                </a:lnTo>
                <a:lnTo>
                  <a:pt x="222510" y="333645"/>
                </a:lnTo>
                <a:lnTo>
                  <a:pt x="222042" y="333710"/>
                </a:lnTo>
                <a:lnTo>
                  <a:pt x="221575" y="333764"/>
                </a:lnTo>
                <a:lnTo>
                  <a:pt x="221109" y="333808"/>
                </a:lnTo>
                <a:lnTo>
                  <a:pt x="220643" y="333843"/>
                </a:lnTo>
                <a:lnTo>
                  <a:pt x="220178" y="333868"/>
                </a:lnTo>
                <a:lnTo>
                  <a:pt x="219713" y="333882"/>
                </a:lnTo>
                <a:lnTo>
                  <a:pt x="219249" y="333887"/>
                </a:lnTo>
                <a:lnTo>
                  <a:pt x="218481" y="333876"/>
                </a:lnTo>
                <a:lnTo>
                  <a:pt x="217724" y="333844"/>
                </a:lnTo>
                <a:lnTo>
                  <a:pt x="216978" y="333789"/>
                </a:lnTo>
                <a:lnTo>
                  <a:pt x="216244" y="333712"/>
                </a:lnTo>
                <a:lnTo>
                  <a:pt x="215521" y="333613"/>
                </a:lnTo>
                <a:lnTo>
                  <a:pt x="214810" y="333492"/>
                </a:lnTo>
                <a:lnTo>
                  <a:pt x="214110" y="333350"/>
                </a:lnTo>
                <a:lnTo>
                  <a:pt x="213421" y="333185"/>
                </a:lnTo>
                <a:lnTo>
                  <a:pt x="212744" y="332999"/>
                </a:lnTo>
                <a:lnTo>
                  <a:pt x="212078" y="332790"/>
                </a:lnTo>
                <a:lnTo>
                  <a:pt x="211424" y="332560"/>
                </a:lnTo>
                <a:lnTo>
                  <a:pt x="210781" y="332307"/>
                </a:lnTo>
                <a:lnTo>
                  <a:pt x="210149" y="332033"/>
                </a:lnTo>
                <a:lnTo>
                  <a:pt x="209529" y="331737"/>
                </a:lnTo>
                <a:lnTo>
                  <a:pt x="208921" y="331419"/>
                </a:lnTo>
                <a:lnTo>
                  <a:pt x="208323" y="331079"/>
                </a:lnTo>
                <a:lnTo>
                  <a:pt x="207737" y="330717"/>
                </a:lnTo>
                <a:lnTo>
                  <a:pt x="207163" y="330332"/>
                </a:lnTo>
                <a:lnTo>
                  <a:pt x="206600" y="329927"/>
                </a:lnTo>
                <a:lnTo>
                  <a:pt x="206048" y="329499"/>
                </a:lnTo>
                <a:lnTo>
                  <a:pt x="205508" y="329049"/>
                </a:lnTo>
                <a:lnTo>
                  <a:pt x="204979" y="328577"/>
                </a:lnTo>
                <a:lnTo>
                  <a:pt x="204462" y="328083"/>
                </a:lnTo>
                <a:lnTo>
                  <a:pt x="203956" y="327568"/>
                </a:lnTo>
                <a:lnTo>
                  <a:pt x="203471" y="327033"/>
                </a:lnTo>
                <a:lnTo>
                  <a:pt x="203007" y="326484"/>
                </a:lnTo>
                <a:lnTo>
                  <a:pt x="202563" y="325920"/>
                </a:lnTo>
                <a:lnTo>
                  <a:pt x="202140" y="325342"/>
                </a:lnTo>
                <a:lnTo>
                  <a:pt x="201738" y="324748"/>
                </a:lnTo>
                <a:lnTo>
                  <a:pt x="201357" y="324139"/>
                </a:lnTo>
                <a:lnTo>
                  <a:pt x="200996" y="323515"/>
                </a:lnTo>
                <a:lnTo>
                  <a:pt x="200655" y="322877"/>
                </a:lnTo>
                <a:lnTo>
                  <a:pt x="200336" y="322223"/>
                </a:lnTo>
                <a:lnTo>
                  <a:pt x="200036" y="321555"/>
                </a:lnTo>
                <a:lnTo>
                  <a:pt x="199758" y="320872"/>
                </a:lnTo>
                <a:lnTo>
                  <a:pt x="199500" y="320173"/>
                </a:lnTo>
                <a:lnTo>
                  <a:pt x="199263" y="319460"/>
                </a:lnTo>
                <a:lnTo>
                  <a:pt x="199046" y="318732"/>
                </a:lnTo>
                <a:lnTo>
                  <a:pt x="198850" y="317989"/>
                </a:lnTo>
                <a:lnTo>
                  <a:pt x="198675" y="317231"/>
                </a:lnTo>
                <a:lnTo>
                  <a:pt x="198520" y="316458"/>
                </a:lnTo>
                <a:lnTo>
                  <a:pt x="198386" y="315671"/>
                </a:lnTo>
                <a:lnTo>
                  <a:pt x="198273" y="314868"/>
                </a:lnTo>
                <a:lnTo>
                  <a:pt x="198180" y="314050"/>
                </a:lnTo>
                <a:lnTo>
                  <a:pt x="198108" y="313218"/>
                </a:lnTo>
                <a:lnTo>
                  <a:pt x="198056" y="312370"/>
                </a:lnTo>
                <a:lnTo>
                  <a:pt x="198025" y="311508"/>
                </a:lnTo>
                <a:lnTo>
                  <a:pt x="198015" y="310631"/>
                </a:lnTo>
                <a:lnTo>
                  <a:pt x="198015" y="249961"/>
                </a:lnTo>
                <a:lnTo>
                  <a:pt x="183100" y="249961"/>
                </a:lnTo>
                <a:lnTo>
                  <a:pt x="183100" y="311642"/>
                </a:lnTo>
                <a:lnTo>
                  <a:pt x="183107" y="312667"/>
                </a:lnTo>
                <a:lnTo>
                  <a:pt x="183128" y="313677"/>
                </a:lnTo>
                <a:lnTo>
                  <a:pt x="183163" y="314672"/>
                </a:lnTo>
                <a:lnTo>
                  <a:pt x="183213" y="315653"/>
                </a:lnTo>
                <a:lnTo>
                  <a:pt x="183276" y="316619"/>
                </a:lnTo>
                <a:lnTo>
                  <a:pt x="183353" y="317570"/>
                </a:lnTo>
                <a:lnTo>
                  <a:pt x="183444" y="318507"/>
                </a:lnTo>
                <a:lnTo>
                  <a:pt x="183550" y="319429"/>
                </a:lnTo>
                <a:lnTo>
                  <a:pt x="183669" y="320336"/>
                </a:lnTo>
                <a:lnTo>
                  <a:pt x="183802" y="321229"/>
                </a:lnTo>
                <a:lnTo>
                  <a:pt x="183950" y="322107"/>
                </a:lnTo>
                <a:lnTo>
                  <a:pt x="184111" y="322970"/>
                </a:lnTo>
                <a:lnTo>
                  <a:pt x="184287" y="323818"/>
                </a:lnTo>
                <a:lnTo>
                  <a:pt x="184477" y="324652"/>
                </a:lnTo>
                <a:lnTo>
                  <a:pt x="184680" y="325471"/>
                </a:lnTo>
                <a:lnTo>
                  <a:pt x="184898" y="326276"/>
                </a:lnTo>
                <a:lnTo>
                  <a:pt x="185130" y="327065"/>
                </a:lnTo>
                <a:lnTo>
                  <a:pt x="185375" y="327840"/>
                </a:lnTo>
                <a:lnTo>
                  <a:pt x="185635" y="328600"/>
                </a:lnTo>
                <a:lnTo>
                  <a:pt x="185909" y="329346"/>
                </a:lnTo>
                <a:lnTo>
                  <a:pt x="186197" y="330077"/>
                </a:lnTo>
                <a:lnTo>
                  <a:pt x="186499" y="330793"/>
                </a:lnTo>
                <a:lnTo>
                  <a:pt x="186815" y="331494"/>
                </a:lnTo>
                <a:lnTo>
                  <a:pt x="187145" y="332181"/>
                </a:lnTo>
                <a:lnTo>
                  <a:pt x="187487" y="332848"/>
                </a:lnTo>
                <a:lnTo>
                  <a:pt x="187840" y="333501"/>
                </a:lnTo>
                <a:lnTo>
                  <a:pt x="188203" y="334140"/>
                </a:lnTo>
                <a:lnTo>
                  <a:pt x="188577" y="334765"/>
                </a:lnTo>
                <a:lnTo>
                  <a:pt x="188962" y="335376"/>
                </a:lnTo>
                <a:lnTo>
                  <a:pt x="189357" y="335973"/>
                </a:lnTo>
                <a:lnTo>
                  <a:pt x="189762" y="336556"/>
                </a:lnTo>
                <a:lnTo>
                  <a:pt x="190178" y="337125"/>
                </a:lnTo>
                <a:lnTo>
                  <a:pt x="190605" y="337679"/>
                </a:lnTo>
                <a:lnTo>
                  <a:pt x="191042" y="338220"/>
                </a:lnTo>
                <a:lnTo>
                  <a:pt x="191490" y="338747"/>
                </a:lnTo>
                <a:lnTo>
                  <a:pt x="191948" y="339259"/>
                </a:lnTo>
                <a:lnTo>
                  <a:pt x="192417" y="339758"/>
                </a:lnTo>
                <a:lnTo>
                  <a:pt x="192896" y="340242"/>
                </a:lnTo>
                <a:lnTo>
                  <a:pt x="193386" y="340713"/>
                </a:lnTo>
                <a:lnTo>
                  <a:pt x="193886" y="341169"/>
                </a:lnTo>
                <a:lnTo>
                  <a:pt x="194397" y="341612"/>
                </a:lnTo>
                <a:lnTo>
                  <a:pt x="194918" y="342040"/>
                </a:lnTo>
                <a:lnTo>
                  <a:pt x="195450" y="342454"/>
                </a:lnTo>
                <a:lnTo>
                  <a:pt x="195993" y="342854"/>
                </a:lnTo>
                <a:lnTo>
                  <a:pt x="196546" y="343241"/>
                </a:lnTo>
                <a:lnTo>
                  <a:pt x="197109" y="343613"/>
                </a:lnTo>
                <a:lnTo>
                  <a:pt x="197683" y="343971"/>
                </a:lnTo>
                <a:lnTo>
                  <a:pt x="198268" y="344315"/>
                </a:lnTo>
                <a:lnTo>
                  <a:pt x="198861" y="344640"/>
                </a:lnTo>
                <a:lnTo>
                  <a:pt x="199461" y="344951"/>
                </a:lnTo>
                <a:lnTo>
                  <a:pt x="200069" y="345248"/>
                </a:lnTo>
                <a:lnTo>
                  <a:pt x="200683" y="345532"/>
                </a:lnTo>
                <a:lnTo>
                  <a:pt x="201305" y="345801"/>
                </a:lnTo>
                <a:lnTo>
                  <a:pt x="201933" y="346057"/>
                </a:lnTo>
                <a:lnTo>
                  <a:pt x="202569" y="346299"/>
                </a:lnTo>
                <a:lnTo>
                  <a:pt x="203211" y="346527"/>
                </a:lnTo>
                <a:lnTo>
                  <a:pt x="203861" y="346741"/>
                </a:lnTo>
                <a:lnTo>
                  <a:pt x="204517" y="346942"/>
                </a:lnTo>
                <a:lnTo>
                  <a:pt x="205181" y="347128"/>
                </a:lnTo>
                <a:lnTo>
                  <a:pt x="205851" y="347301"/>
                </a:lnTo>
                <a:lnTo>
                  <a:pt x="206529" y="347460"/>
                </a:lnTo>
                <a:lnTo>
                  <a:pt x="207214" y="347605"/>
                </a:lnTo>
                <a:lnTo>
                  <a:pt x="207905" y="347737"/>
                </a:lnTo>
                <a:lnTo>
                  <a:pt x="208604" y="347854"/>
                </a:lnTo>
                <a:lnTo>
                  <a:pt x="209310" y="347958"/>
                </a:lnTo>
                <a:lnTo>
                  <a:pt x="210023" y="348048"/>
                </a:lnTo>
                <a:lnTo>
                  <a:pt x="210742" y="348124"/>
                </a:lnTo>
                <a:lnTo>
                  <a:pt x="211469" y="348186"/>
                </a:lnTo>
                <a:lnTo>
                  <a:pt x="212203" y="348234"/>
                </a:lnTo>
                <a:lnTo>
                  <a:pt x="212944" y="348269"/>
                </a:lnTo>
                <a:lnTo>
                  <a:pt x="213692" y="348290"/>
                </a:lnTo>
                <a:lnTo>
                  <a:pt x="214446" y="348297"/>
                </a:lnTo>
                <a:lnTo>
                  <a:pt x="215356" y="348288"/>
                </a:lnTo>
                <a:lnTo>
                  <a:pt x="216253" y="348261"/>
                </a:lnTo>
                <a:lnTo>
                  <a:pt x="217136" y="348217"/>
                </a:lnTo>
                <a:lnTo>
                  <a:pt x="218007" y="348154"/>
                </a:lnTo>
                <a:lnTo>
                  <a:pt x="218864" y="348074"/>
                </a:lnTo>
                <a:lnTo>
                  <a:pt x="219708" y="347977"/>
                </a:lnTo>
                <a:lnTo>
                  <a:pt x="220538" y="347861"/>
                </a:lnTo>
                <a:lnTo>
                  <a:pt x="221356" y="347728"/>
                </a:lnTo>
                <a:lnTo>
                  <a:pt x="222161" y="347577"/>
                </a:lnTo>
                <a:lnTo>
                  <a:pt x="222952" y="347408"/>
                </a:lnTo>
                <a:lnTo>
                  <a:pt x="223730" y="347221"/>
                </a:lnTo>
                <a:lnTo>
                  <a:pt x="224495" y="347017"/>
                </a:lnTo>
                <a:lnTo>
                  <a:pt x="225247" y="346795"/>
                </a:lnTo>
                <a:lnTo>
                  <a:pt x="225985" y="346555"/>
                </a:lnTo>
                <a:lnTo>
                  <a:pt x="226711" y="346297"/>
                </a:lnTo>
                <a:lnTo>
                  <a:pt x="227423" y="346021"/>
                </a:lnTo>
                <a:lnTo>
                  <a:pt x="228122" y="345728"/>
                </a:lnTo>
                <a:lnTo>
                  <a:pt x="228808" y="345417"/>
                </a:lnTo>
                <a:lnTo>
                  <a:pt x="229481" y="345088"/>
                </a:lnTo>
                <a:lnTo>
                  <a:pt x="230141" y="344742"/>
                </a:lnTo>
                <a:lnTo>
                  <a:pt x="230787" y="344377"/>
                </a:lnTo>
                <a:lnTo>
                  <a:pt x="231420" y="343995"/>
                </a:lnTo>
                <a:lnTo>
                  <a:pt x="232040" y="343595"/>
                </a:lnTo>
                <a:lnTo>
                  <a:pt x="232647" y="343177"/>
                </a:lnTo>
                <a:lnTo>
                  <a:pt x="233241" y="342742"/>
                </a:lnTo>
                <a:lnTo>
                  <a:pt x="233822" y="342298"/>
                </a:lnTo>
                <a:lnTo>
                  <a:pt x="234389" y="341847"/>
                </a:lnTo>
                <a:lnTo>
                  <a:pt x="234944" y="341389"/>
                </a:lnTo>
                <a:lnTo>
                  <a:pt x="235485" y="340922"/>
                </a:lnTo>
                <a:lnTo>
                  <a:pt x="236013" y="340448"/>
                </a:lnTo>
                <a:lnTo>
                  <a:pt x="236528" y="339966"/>
                </a:lnTo>
                <a:lnTo>
                  <a:pt x="237029" y="339477"/>
                </a:lnTo>
                <a:lnTo>
                  <a:pt x="237518" y="338980"/>
                </a:lnTo>
                <a:lnTo>
                  <a:pt x="237993" y="338475"/>
                </a:lnTo>
                <a:lnTo>
                  <a:pt x="238455" y="337962"/>
                </a:lnTo>
                <a:lnTo>
                  <a:pt x="238904" y="337442"/>
                </a:lnTo>
                <a:lnTo>
                  <a:pt x="239340" y="336914"/>
                </a:lnTo>
                <a:lnTo>
                  <a:pt x="239762" y="336379"/>
                </a:lnTo>
                <a:lnTo>
                  <a:pt x="240172" y="335836"/>
                </a:lnTo>
                <a:lnTo>
                  <a:pt x="240568" y="335285"/>
                </a:lnTo>
                <a:lnTo>
                  <a:pt x="240951" y="334726"/>
                </a:lnTo>
                <a:lnTo>
                  <a:pt x="241321" y="334160"/>
                </a:lnTo>
                <a:lnTo>
                  <a:pt x="241678" y="333586"/>
                </a:lnTo>
                <a:lnTo>
                  <a:pt x="242022" y="333004"/>
                </a:lnTo>
                <a:lnTo>
                  <a:pt x="242352" y="332415"/>
                </a:lnTo>
                <a:lnTo>
                  <a:pt x="242670" y="331818"/>
                </a:lnTo>
                <a:lnTo>
                  <a:pt x="242974" y="331213"/>
                </a:lnTo>
                <a:lnTo>
                  <a:pt x="243265" y="330601"/>
                </a:lnTo>
                <a:lnTo>
                  <a:pt x="244276" y="330601"/>
                </a:lnTo>
                <a:lnTo>
                  <a:pt x="244276" y="347033"/>
                </a:lnTo>
                <a:lnTo>
                  <a:pt x="259191" y="347033"/>
                </a:lnTo>
                <a:lnTo>
                  <a:pt x="259191" y="249961"/>
                </a:lnTo>
                <a:lnTo>
                  <a:pt x="244276" y="249961"/>
                </a:lnTo>
                <a:lnTo>
                  <a:pt x="244276" y="307344"/>
                </a:lnTo>
                <a:lnTo>
                  <a:pt x="244269" y="308097"/>
                </a:lnTo>
                <a:lnTo>
                  <a:pt x="244248" y="308839"/>
                </a:lnTo>
                <a:lnTo>
                  <a:pt x="244214" y="309569"/>
                </a:lnTo>
                <a:lnTo>
                  <a:pt x="244165" y="310288"/>
                </a:lnTo>
                <a:lnTo>
                  <a:pt x="244103" y="310996"/>
                </a:lnTo>
                <a:lnTo>
                  <a:pt x="244027" y="311693"/>
                </a:lnTo>
                <a:lnTo>
                  <a:pt x="243937" y="312379"/>
                </a:lnTo>
                <a:close/>
                <a:moveTo>
                  <a:pt x="418675" y="562420"/>
                </a:moveTo>
                <a:lnTo>
                  <a:pt x="419370" y="562350"/>
                </a:lnTo>
                <a:lnTo>
                  <a:pt x="420052" y="562269"/>
                </a:lnTo>
                <a:lnTo>
                  <a:pt x="420722" y="562178"/>
                </a:lnTo>
                <a:lnTo>
                  <a:pt x="421378" y="562076"/>
                </a:lnTo>
                <a:lnTo>
                  <a:pt x="422021" y="561963"/>
                </a:lnTo>
                <a:lnTo>
                  <a:pt x="422652" y="561839"/>
                </a:lnTo>
                <a:lnTo>
                  <a:pt x="423270" y="561705"/>
                </a:lnTo>
                <a:lnTo>
                  <a:pt x="423874" y="561560"/>
                </a:lnTo>
                <a:lnTo>
                  <a:pt x="424466" y="561404"/>
                </a:lnTo>
                <a:lnTo>
                  <a:pt x="425045" y="561237"/>
                </a:lnTo>
                <a:lnTo>
                  <a:pt x="425611" y="561060"/>
                </a:lnTo>
                <a:lnTo>
                  <a:pt x="426163" y="560872"/>
                </a:lnTo>
                <a:lnTo>
                  <a:pt x="426703" y="560673"/>
                </a:lnTo>
                <a:lnTo>
                  <a:pt x="427230" y="560463"/>
                </a:lnTo>
                <a:lnTo>
                  <a:pt x="427744" y="560242"/>
                </a:lnTo>
                <a:lnTo>
                  <a:pt x="428246" y="560011"/>
                </a:lnTo>
                <a:lnTo>
                  <a:pt x="428734" y="559769"/>
                </a:lnTo>
                <a:lnTo>
                  <a:pt x="429209" y="559517"/>
                </a:lnTo>
                <a:lnTo>
                  <a:pt x="429673" y="559252"/>
                </a:lnTo>
                <a:lnTo>
                  <a:pt x="430128" y="558984"/>
                </a:lnTo>
                <a:lnTo>
                  <a:pt x="430575" y="558714"/>
                </a:lnTo>
                <a:lnTo>
                  <a:pt x="431012" y="558441"/>
                </a:lnTo>
                <a:lnTo>
                  <a:pt x="431440" y="558164"/>
                </a:lnTo>
                <a:lnTo>
                  <a:pt x="431859" y="557885"/>
                </a:lnTo>
                <a:lnTo>
                  <a:pt x="432269" y="557604"/>
                </a:lnTo>
                <a:lnTo>
                  <a:pt x="432671" y="557319"/>
                </a:lnTo>
                <a:lnTo>
                  <a:pt x="433063" y="557031"/>
                </a:lnTo>
                <a:lnTo>
                  <a:pt x="433446" y="556741"/>
                </a:lnTo>
                <a:lnTo>
                  <a:pt x="433820" y="556448"/>
                </a:lnTo>
                <a:lnTo>
                  <a:pt x="434186" y="556151"/>
                </a:lnTo>
                <a:lnTo>
                  <a:pt x="434542" y="555852"/>
                </a:lnTo>
                <a:lnTo>
                  <a:pt x="434889" y="555551"/>
                </a:lnTo>
                <a:lnTo>
                  <a:pt x="435227" y="555246"/>
                </a:lnTo>
                <a:lnTo>
                  <a:pt x="435557" y="554938"/>
                </a:lnTo>
                <a:lnTo>
                  <a:pt x="435877" y="554628"/>
                </a:lnTo>
                <a:lnTo>
                  <a:pt x="436188" y="554315"/>
                </a:lnTo>
                <a:lnTo>
                  <a:pt x="436491" y="553999"/>
                </a:lnTo>
                <a:lnTo>
                  <a:pt x="436784" y="553680"/>
                </a:lnTo>
                <a:lnTo>
                  <a:pt x="437068" y="553358"/>
                </a:lnTo>
                <a:lnTo>
                  <a:pt x="437343" y="553033"/>
                </a:lnTo>
                <a:lnTo>
                  <a:pt x="437610" y="552706"/>
                </a:lnTo>
                <a:lnTo>
                  <a:pt x="437867" y="552375"/>
                </a:lnTo>
                <a:lnTo>
                  <a:pt x="438117" y="552041"/>
                </a:lnTo>
                <a:lnTo>
                  <a:pt x="438363" y="551711"/>
                </a:lnTo>
                <a:lnTo>
                  <a:pt x="438604" y="551386"/>
                </a:lnTo>
                <a:lnTo>
                  <a:pt x="438840" y="551066"/>
                </a:lnTo>
                <a:lnTo>
                  <a:pt x="439071" y="550750"/>
                </a:lnTo>
                <a:lnTo>
                  <a:pt x="439297" y="550440"/>
                </a:lnTo>
                <a:lnTo>
                  <a:pt x="439518" y="550134"/>
                </a:lnTo>
                <a:lnTo>
                  <a:pt x="439735" y="549833"/>
                </a:lnTo>
                <a:lnTo>
                  <a:pt x="439947" y="549537"/>
                </a:lnTo>
                <a:lnTo>
                  <a:pt x="440154" y="549246"/>
                </a:lnTo>
                <a:lnTo>
                  <a:pt x="440356" y="548960"/>
                </a:lnTo>
                <a:lnTo>
                  <a:pt x="440553" y="548678"/>
                </a:lnTo>
                <a:lnTo>
                  <a:pt x="440745" y="548402"/>
                </a:lnTo>
                <a:lnTo>
                  <a:pt x="440933" y="548130"/>
                </a:lnTo>
                <a:lnTo>
                  <a:pt x="441116" y="547863"/>
                </a:lnTo>
                <a:lnTo>
                  <a:pt x="441294" y="547600"/>
                </a:lnTo>
                <a:lnTo>
                  <a:pt x="441467" y="547343"/>
                </a:lnTo>
                <a:lnTo>
                  <a:pt x="441635" y="547090"/>
                </a:lnTo>
                <a:lnTo>
                  <a:pt x="441799" y="546843"/>
                </a:lnTo>
                <a:lnTo>
                  <a:pt x="441957" y="546600"/>
                </a:lnTo>
                <a:lnTo>
                  <a:pt x="442111" y="546362"/>
                </a:lnTo>
                <a:lnTo>
                  <a:pt x="442260" y="546128"/>
                </a:lnTo>
                <a:lnTo>
                  <a:pt x="442404" y="545900"/>
                </a:lnTo>
                <a:lnTo>
                  <a:pt x="442544" y="545676"/>
                </a:lnTo>
                <a:lnTo>
                  <a:pt x="444313" y="545676"/>
                </a:lnTo>
                <a:lnTo>
                  <a:pt x="444313" y="560591"/>
                </a:lnTo>
                <a:lnTo>
                  <a:pt x="458722" y="560591"/>
                </a:lnTo>
                <a:lnTo>
                  <a:pt x="458722" y="431162"/>
                </a:lnTo>
                <a:lnTo>
                  <a:pt x="443808" y="431162"/>
                </a:lnTo>
                <a:lnTo>
                  <a:pt x="443808" y="478939"/>
                </a:lnTo>
                <a:lnTo>
                  <a:pt x="442544" y="478939"/>
                </a:lnTo>
                <a:lnTo>
                  <a:pt x="442404" y="478726"/>
                </a:lnTo>
                <a:lnTo>
                  <a:pt x="442261" y="478508"/>
                </a:lnTo>
                <a:lnTo>
                  <a:pt x="442112" y="478286"/>
                </a:lnTo>
                <a:lnTo>
                  <a:pt x="441959" y="478058"/>
                </a:lnTo>
                <a:lnTo>
                  <a:pt x="441801" y="477826"/>
                </a:lnTo>
                <a:lnTo>
                  <a:pt x="441639" y="477588"/>
                </a:lnTo>
                <a:lnTo>
                  <a:pt x="441472" y="477346"/>
                </a:lnTo>
                <a:lnTo>
                  <a:pt x="441301" y="477100"/>
                </a:lnTo>
                <a:lnTo>
                  <a:pt x="441125" y="476848"/>
                </a:lnTo>
                <a:lnTo>
                  <a:pt x="440944" y="476591"/>
                </a:lnTo>
                <a:lnTo>
                  <a:pt x="440759" y="476330"/>
                </a:lnTo>
                <a:lnTo>
                  <a:pt x="440569" y="476064"/>
                </a:lnTo>
                <a:lnTo>
                  <a:pt x="440374" y="475793"/>
                </a:lnTo>
                <a:lnTo>
                  <a:pt x="440175" y="475517"/>
                </a:lnTo>
                <a:lnTo>
                  <a:pt x="439971" y="475236"/>
                </a:lnTo>
                <a:lnTo>
                  <a:pt x="439763" y="474951"/>
                </a:lnTo>
                <a:lnTo>
                  <a:pt x="439550" y="474660"/>
                </a:lnTo>
                <a:lnTo>
                  <a:pt x="439332" y="474365"/>
                </a:lnTo>
                <a:lnTo>
                  <a:pt x="439110" y="474065"/>
                </a:lnTo>
                <a:lnTo>
                  <a:pt x="438883" y="473761"/>
                </a:lnTo>
                <a:lnTo>
                  <a:pt x="438652" y="473451"/>
                </a:lnTo>
                <a:lnTo>
                  <a:pt x="438416" y="473136"/>
                </a:lnTo>
                <a:lnTo>
                  <a:pt x="438175" y="472817"/>
                </a:lnTo>
                <a:lnTo>
                  <a:pt x="437930" y="472493"/>
                </a:lnTo>
                <a:lnTo>
                  <a:pt x="437683" y="472163"/>
                </a:lnTo>
                <a:lnTo>
                  <a:pt x="437427" y="471836"/>
                </a:lnTo>
                <a:lnTo>
                  <a:pt x="437162" y="471512"/>
                </a:lnTo>
                <a:lnTo>
                  <a:pt x="436887" y="471191"/>
                </a:lnTo>
                <a:lnTo>
                  <a:pt x="436604" y="470873"/>
                </a:lnTo>
                <a:lnTo>
                  <a:pt x="436311" y="470558"/>
                </a:lnTo>
                <a:lnTo>
                  <a:pt x="436009" y="470246"/>
                </a:lnTo>
                <a:lnTo>
                  <a:pt x="435697" y="469937"/>
                </a:lnTo>
                <a:lnTo>
                  <a:pt x="435377" y="469631"/>
                </a:lnTo>
                <a:lnTo>
                  <a:pt x="435047" y="469329"/>
                </a:lnTo>
                <a:lnTo>
                  <a:pt x="434708" y="469029"/>
                </a:lnTo>
                <a:lnTo>
                  <a:pt x="434359" y="468733"/>
                </a:lnTo>
                <a:lnTo>
                  <a:pt x="434002" y="468439"/>
                </a:lnTo>
                <a:lnTo>
                  <a:pt x="433635" y="468149"/>
                </a:lnTo>
                <a:lnTo>
                  <a:pt x="433259" y="467862"/>
                </a:lnTo>
                <a:lnTo>
                  <a:pt x="432874" y="467578"/>
                </a:lnTo>
                <a:lnTo>
                  <a:pt x="432480" y="467297"/>
                </a:lnTo>
                <a:lnTo>
                  <a:pt x="432076" y="467019"/>
                </a:lnTo>
                <a:lnTo>
                  <a:pt x="431664" y="466744"/>
                </a:lnTo>
                <a:lnTo>
                  <a:pt x="431242" y="466472"/>
                </a:lnTo>
                <a:lnTo>
                  <a:pt x="430811" y="466203"/>
                </a:lnTo>
                <a:lnTo>
                  <a:pt x="430370" y="465937"/>
                </a:lnTo>
                <a:lnTo>
                  <a:pt x="429920" y="465675"/>
                </a:lnTo>
                <a:lnTo>
                  <a:pt x="429462" y="465415"/>
                </a:lnTo>
                <a:lnTo>
                  <a:pt x="428997" y="465157"/>
                </a:lnTo>
                <a:lnTo>
                  <a:pt x="428518" y="464910"/>
                </a:lnTo>
                <a:lnTo>
                  <a:pt x="428025" y="464674"/>
                </a:lnTo>
                <a:lnTo>
                  <a:pt x="427518" y="464449"/>
                </a:lnTo>
                <a:lnTo>
                  <a:pt x="426998" y="464235"/>
                </a:lnTo>
                <a:lnTo>
                  <a:pt x="426464" y="464032"/>
                </a:lnTo>
                <a:lnTo>
                  <a:pt x="425916" y="463840"/>
                </a:lnTo>
                <a:lnTo>
                  <a:pt x="425354" y="463659"/>
                </a:lnTo>
                <a:lnTo>
                  <a:pt x="424778" y="463489"/>
                </a:lnTo>
                <a:lnTo>
                  <a:pt x="424189" y="463330"/>
                </a:lnTo>
                <a:lnTo>
                  <a:pt x="423585" y="463182"/>
                </a:lnTo>
                <a:lnTo>
                  <a:pt x="422968" y="463045"/>
                </a:lnTo>
                <a:lnTo>
                  <a:pt x="422337" y="462919"/>
                </a:lnTo>
                <a:lnTo>
                  <a:pt x="421692" y="462804"/>
                </a:lnTo>
                <a:lnTo>
                  <a:pt x="421034" y="462699"/>
                </a:lnTo>
                <a:lnTo>
                  <a:pt x="420361" y="462606"/>
                </a:lnTo>
                <a:lnTo>
                  <a:pt x="419675" y="462524"/>
                </a:lnTo>
                <a:lnTo>
                  <a:pt x="418975" y="462453"/>
                </a:lnTo>
                <a:lnTo>
                  <a:pt x="418261" y="462392"/>
                </a:lnTo>
                <a:lnTo>
                  <a:pt x="417533" y="462343"/>
                </a:lnTo>
                <a:lnTo>
                  <a:pt x="416791" y="462304"/>
                </a:lnTo>
                <a:lnTo>
                  <a:pt x="416036" y="462277"/>
                </a:lnTo>
                <a:lnTo>
                  <a:pt x="415267" y="462261"/>
                </a:lnTo>
                <a:lnTo>
                  <a:pt x="414484" y="462255"/>
                </a:lnTo>
                <a:lnTo>
                  <a:pt x="413467" y="462266"/>
                </a:lnTo>
                <a:lnTo>
                  <a:pt x="412461" y="462298"/>
                </a:lnTo>
                <a:lnTo>
                  <a:pt x="411464" y="462351"/>
                </a:lnTo>
                <a:lnTo>
                  <a:pt x="410478" y="462425"/>
                </a:lnTo>
                <a:lnTo>
                  <a:pt x="409501" y="462521"/>
                </a:lnTo>
                <a:lnTo>
                  <a:pt x="408535" y="462638"/>
                </a:lnTo>
                <a:lnTo>
                  <a:pt x="407579" y="462777"/>
                </a:lnTo>
                <a:lnTo>
                  <a:pt x="406633" y="462936"/>
                </a:lnTo>
                <a:lnTo>
                  <a:pt x="405697" y="463117"/>
                </a:lnTo>
                <a:lnTo>
                  <a:pt x="404771" y="463319"/>
                </a:lnTo>
                <a:lnTo>
                  <a:pt x="403856" y="463543"/>
                </a:lnTo>
                <a:lnTo>
                  <a:pt x="402950" y="463788"/>
                </a:lnTo>
                <a:lnTo>
                  <a:pt x="402055" y="464054"/>
                </a:lnTo>
                <a:lnTo>
                  <a:pt x="401169" y="464341"/>
                </a:lnTo>
                <a:lnTo>
                  <a:pt x="400294" y="464650"/>
                </a:lnTo>
                <a:lnTo>
                  <a:pt x="399429" y="464980"/>
                </a:lnTo>
                <a:lnTo>
                  <a:pt x="398573" y="465331"/>
                </a:lnTo>
                <a:lnTo>
                  <a:pt x="397728" y="465703"/>
                </a:lnTo>
                <a:lnTo>
                  <a:pt x="396893" y="466097"/>
                </a:lnTo>
                <a:lnTo>
                  <a:pt x="396069" y="466512"/>
                </a:lnTo>
                <a:lnTo>
                  <a:pt x="395254" y="466948"/>
                </a:lnTo>
                <a:lnTo>
                  <a:pt x="394449" y="467406"/>
                </a:lnTo>
                <a:lnTo>
                  <a:pt x="393655" y="467885"/>
                </a:lnTo>
                <a:lnTo>
                  <a:pt x="392870" y="468385"/>
                </a:lnTo>
                <a:lnTo>
                  <a:pt x="392098" y="468905"/>
                </a:lnTo>
                <a:lnTo>
                  <a:pt x="391340" y="469443"/>
                </a:lnTo>
                <a:lnTo>
                  <a:pt x="390596" y="469998"/>
                </a:lnTo>
                <a:lnTo>
                  <a:pt x="389866" y="470571"/>
                </a:lnTo>
                <a:lnTo>
                  <a:pt x="389151" y="471162"/>
                </a:lnTo>
                <a:lnTo>
                  <a:pt x="388450" y="471770"/>
                </a:lnTo>
                <a:lnTo>
                  <a:pt x="387763" y="472397"/>
                </a:lnTo>
                <a:lnTo>
                  <a:pt x="387091" y="473041"/>
                </a:lnTo>
                <a:lnTo>
                  <a:pt x="386433" y="473703"/>
                </a:lnTo>
                <a:lnTo>
                  <a:pt x="385789" y="474382"/>
                </a:lnTo>
                <a:lnTo>
                  <a:pt x="385159" y="475080"/>
                </a:lnTo>
                <a:lnTo>
                  <a:pt x="384544" y="475795"/>
                </a:lnTo>
                <a:lnTo>
                  <a:pt x="383943" y="476528"/>
                </a:lnTo>
                <a:lnTo>
                  <a:pt x="383356" y="477279"/>
                </a:lnTo>
                <a:lnTo>
                  <a:pt x="382783" y="478048"/>
                </a:lnTo>
                <a:lnTo>
                  <a:pt x="382225" y="478834"/>
                </a:lnTo>
                <a:lnTo>
                  <a:pt x="381681" y="479638"/>
                </a:lnTo>
                <a:lnTo>
                  <a:pt x="381151" y="480460"/>
                </a:lnTo>
                <a:lnTo>
                  <a:pt x="380635" y="481300"/>
                </a:lnTo>
                <a:lnTo>
                  <a:pt x="380134" y="482157"/>
                </a:lnTo>
                <a:lnTo>
                  <a:pt x="379647" y="483032"/>
                </a:lnTo>
                <a:lnTo>
                  <a:pt x="379174" y="483925"/>
                </a:lnTo>
                <a:lnTo>
                  <a:pt x="378716" y="484836"/>
                </a:lnTo>
                <a:lnTo>
                  <a:pt x="378271" y="485765"/>
                </a:lnTo>
                <a:lnTo>
                  <a:pt x="377843" y="486709"/>
                </a:lnTo>
                <a:lnTo>
                  <a:pt x="377434" y="487668"/>
                </a:lnTo>
                <a:lnTo>
                  <a:pt x="377042" y="488640"/>
                </a:lnTo>
                <a:lnTo>
                  <a:pt x="376669" y="489627"/>
                </a:lnTo>
                <a:lnTo>
                  <a:pt x="376313" y="490627"/>
                </a:lnTo>
                <a:lnTo>
                  <a:pt x="375976" y="491642"/>
                </a:lnTo>
                <a:lnTo>
                  <a:pt x="375658" y="492671"/>
                </a:lnTo>
                <a:lnTo>
                  <a:pt x="375357" y="493714"/>
                </a:lnTo>
                <a:lnTo>
                  <a:pt x="375075" y="494770"/>
                </a:lnTo>
                <a:lnTo>
                  <a:pt x="374811" y="495841"/>
                </a:lnTo>
                <a:lnTo>
                  <a:pt x="374565" y="496926"/>
                </a:lnTo>
                <a:lnTo>
                  <a:pt x="374337" y="498025"/>
                </a:lnTo>
                <a:lnTo>
                  <a:pt x="374128" y="499138"/>
                </a:lnTo>
                <a:lnTo>
                  <a:pt x="373937" y="500265"/>
                </a:lnTo>
                <a:lnTo>
                  <a:pt x="373764" y="501406"/>
                </a:lnTo>
                <a:lnTo>
                  <a:pt x="373609" y="502561"/>
                </a:lnTo>
                <a:lnTo>
                  <a:pt x="373472" y="503730"/>
                </a:lnTo>
                <a:lnTo>
                  <a:pt x="373354" y="504914"/>
                </a:lnTo>
                <a:lnTo>
                  <a:pt x="373254" y="506111"/>
                </a:lnTo>
                <a:lnTo>
                  <a:pt x="373172" y="507322"/>
                </a:lnTo>
                <a:lnTo>
                  <a:pt x="373108" y="508548"/>
                </a:lnTo>
                <a:lnTo>
                  <a:pt x="373062" y="509787"/>
                </a:lnTo>
                <a:lnTo>
                  <a:pt x="373035" y="511040"/>
                </a:lnTo>
                <a:lnTo>
                  <a:pt x="373026" y="512308"/>
                </a:lnTo>
                <a:lnTo>
                  <a:pt x="373035" y="513586"/>
                </a:lnTo>
                <a:lnTo>
                  <a:pt x="373062" y="514849"/>
                </a:lnTo>
                <a:lnTo>
                  <a:pt x="373108" y="516099"/>
                </a:lnTo>
                <a:lnTo>
                  <a:pt x="373172" y="517334"/>
                </a:lnTo>
                <a:lnTo>
                  <a:pt x="373254" y="518555"/>
                </a:lnTo>
                <a:lnTo>
                  <a:pt x="373354" y="519761"/>
                </a:lnTo>
                <a:lnTo>
                  <a:pt x="373472" y="520954"/>
                </a:lnTo>
                <a:lnTo>
                  <a:pt x="373609" y="522132"/>
                </a:lnTo>
                <a:lnTo>
                  <a:pt x="373764" y="523295"/>
                </a:lnTo>
                <a:lnTo>
                  <a:pt x="373937" y="524445"/>
                </a:lnTo>
                <a:lnTo>
                  <a:pt x="374128" y="525580"/>
                </a:lnTo>
                <a:lnTo>
                  <a:pt x="374337" y="526701"/>
                </a:lnTo>
                <a:lnTo>
                  <a:pt x="374565" y="527808"/>
                </a:lnTo>
                <a:lnTo>
                  <a:pt x="374811" y="528900"/>
                </a:lnTo>
                <a:lnTo>
                  <a:pt x="375075" y="529979"/>
                </a:lnTo>
                <a:lnTo>
                  <a:pt x="375357" y="531042"/>
                </a:lnTo>
                <a:lnTo>
                  <a:pt x="375658" y="532092"/>
                </a:lnTo>
                <a:lnTo>
                  <a:pt x="375976" y="533128"/>
                </a:lnTo>
                <a:lnTo>
                  <a:pt x="376313" y="534149"/>
                </a:lnTo>
                <a:lnTo>
                  <a:pt x="376669" y="535156"/>
                </a:lnTo>
                <a:lnTo>
                  <a:pt x="377042" y="536148"/>
                </a:lnTo>
                <a:lnTo>
                  <a:pt x="377434" y="537127"/>
                </a:lnTo>
                <a:lnTo>
                  <a:pt x="377843" y="538091"/>
                </a:lnTo>
                <a:lnTo>
                  <a:pt x="378271" y="539041"/>
                </a:lnTo>
                <a:lnTo>
                  <a:pt x="378715" y="539969"/>
                </a:lnTo>
                <a:lnTo>
                  <a:pt x="379174" y="540880"/>
                </a:lnTo>
                <a:lnTo>
                  <a:pt x="379646" y="541774"/>
                </a:lnTo>
                <a:lnTo>
                  <a:pt x="380132" y="542650"/>
                </a:lnTo>
                <a:lnTo>
                  <a:pt x="380632" y="543508"/>
                </a:lnTo>
                <a:lnTo>
                  <a:pt x="381147" y="544349"/>
                </a:lnTo>
                <a:lnTo>
                  <a:pt x="381675" y="545173"/>
                </a:lnTo>
                <a:lnTo>
                  <a:pt x="382218" y="545978"/>
                </a:lnTo>
                <a:lnTo>
                  <a:pt x="382774" y="546767"/>
                </a:lnTo>
                <a:lnTo>
                  <a:pt x="383345" y="547537"/>
                </a:lnTo>
                <a:lnTo>
                  <a:pt x="383929" y="548290"/>
                </a:lnTo>
                <a:lnTo>
                  <a:pt x="384528" y="549026"/>
                </a:lnTo>
                <a:lnTo>
                  <a:pt x="385141" y="549744"/>
                </a:lnTo>
                <a:lnTo>
                  <a:pt x="385767" y="550444"/>
                </a:lnTo>
                <a:lnTo>
                  <a:pt x="386408" y="551127"/>
                </a:lnTo>
                <a:lnTo>
                  <a:pt x="387063" y="551793"/>
                </a:lnTo>
                <a:lnTo>
                  <a:pt x="387732" y="552440"/>
                </a:lnTo>
                <a:lnTo>
                  <a:pt x="388415" y="553071"/>
                </a:lnTo>
                <a:lnTo>
                  <a:pt x="389112" y="553683"/>
                </a:lnTo>
                <a:lnTo>
                  <a:pt x="389823" y="554278"/>
                </a:lnTo>
                <a:lnTo>
                  <a:pt x="390548" y="554856"/>
                </a:lnTo>
                <a:lnTo>
                  <a:pt x="391287" y="555416"/>
                </a:lnTo>
                <a:lnTo>
                  <a:pt x="392040" y="555958"/>
                </a:lnTo>
                <a:lnTo>
                  <a:pt x="392807" y="556483"/>
                </a:lnTo>
                <a:lnTo>
                  <a:pt x="393586" y="556983"/>
                </a:lnTo>
                <a:lnTo>
                  <a:pt x="394375" y="557462"/>
                </a:lnTo>
                <a:lnTo>
                  <a:pt x="395174" y="557920"/>
                </a:lnTo>
                <a:lnTo>
                  <a:pt x="395983" y="558356"/>
                </a:lnTo>
                <a:lnTo>
                  <a:pt x="396801" y="558771"/>
                </a:lnTo>
                <a:lnTo>
                  <a:pt x="397630" y="559165"/>
                </a:lnTo>
                <a:lnTo>
                  <a:pt x="398468" y="559538"/>
                </a:lnTo>
                <a:lnTo>
                  <a:pt x="399316" y="559889"/>
                </a:lnTo>
                <a:lnTo>
                  <a:pt x="400174" y="560219"/>
                </a:lnTo>
                <a:lnTo>
                  <a:pt x="401042" y="560527"/>
                </a:lnTo>
                <a:lnTo>
                  <a:pt x="401920" y="560815"/>
                </a:lnTo>
                <a:lnTo>
                  <a:pt x="402808" y="561081"/>
                </a:lnTo>
                <a:lnTo>
                  <a:pt x="403706" y="561326"/>
                </a:lnTo>
                <a:lnTo>
                  <a:pt x="404613" y="561549"/>
                </a:lnTo>
                <a:lnTo>
                  <a:pt x="405530" y="561751"/>
                </a:lnTo>
                <a:lnTo>
                  <a:pt x="406458" y="561932"/>
                </a:lnTo>
                <a:lnTo>
                  <a:pt x="407395" y="562092"/>
                </a:lnTo>
                <a:lnTo>
                  <a:pt x="408342" y="562230"/>
                </a:lnTo>
                <a:lnTo>
                  <a:pt x="409299" y="562347"/>
                </a:lnTo>
                <a:lnTo>
                  <a:pt x="410265" y="562443"/>
                </a:lnTo>
                <a:lnTo>
                  <a:pt x="411242" y="562518"/>
                </a:lnTo>
                <a:lnTo>
                  <a:pt x="412228" y="562571"/>
                </a:lnTo>
                <a:lnTo>
                  <a:pt x="413225" y="562603"/>
                </a:lnTo>
                <a:lnTo>
                  <a:pt x="414231" y="562613"/>
                </a:lnTo>
                <a:lnTo>
                  <a:pt x="415004" y="562608"/>
                </a:lnTo>
                <a:lnTo>
                  <a:pt x="415764" y="562592"/>
                </a:lnTo>
                <a:lnTo>
                  <a:pt x="416511" y="562565"/>
                </a:lnTo>
                <a:lnTo>
                  <a:pt x="417245" y="562527"/>
                </a:lnTo>
                <a:lnTo>
                  <a:pt x="417966" y="562479"/>
                </a:lnTo>
                <a:lnTo>
                  <a:pt x="418675" y="562420"/>
                </a:lnTo>
                <a:close/>
                <a:moveTo>
                  <a:pt x="411766" y="548907"/>
                </a:moveTo>
                <a:lnTo>
                  <a:pt x="411055" y="548796"/>
                </a:lnTo>
                <a:lnTo>
                  <a:pt x="410355" y="548668"/>
                </a:lnTo>
                <a:lnTo>
                  <a:pt x="409665" y="548522"/>
                </a:lnTo>
                <a:lnTo>
                  <a:pt x="408985" y="548360"/>
                </a:lnTo>
                <a:lnTo>
                  <a:pt x="408317" y="548180"/>
                </a:lnTo>
                <a:lnTo>
                  <a:pt x="407658" y="547983"/>
                </a:lnTo>
                <a:lnTo>
                  <a:pt x="407011" y="547769"/>
                </a:lnTo>
                <a:lnTo>
                  <a:pt x="406373" y="547538"/>
                </a:lnTo>
                <a:lnTo>
                  <a:pt x="405747" y="547290"/>
                </a:lnTo>
                <a:lnTo>
                  <a:pt x="405130" y="547025"/>
                </a:lnTo>
                <a:lnTo>
                  <a:pt x="404525" y="546742"/>
                </a:lnTo>
                <a:lnTo>
                  <a:pt x="403930" y="546443"/>
                </a:lnTo>
                <a:lnTo>
                  <a:pt x="403345" y="546126"/>
                </a:lnTo>
                <a:lnTo>
                  <a:pt x="402771" y="545792"/>
                </a:lnTo>
                <a:lnTo>
                  <a:pt x="402208" y="545441"/>
                </a:lnTo>
                <a:lnTo>
                  <a:pt x="401655" y="545073"/>
                </a:lnTo>
                <a:lnTo>
                  <a:pt x="401112" y="544688"/>
                </a:lnTo>
                <a:lnTo>
                  <a:pt x="400580" y="544286"/>
                </a:lnTo>
                <a:lnTo>
                  <a:pt x="400064" y="543864"/>
                </a:lnTo>
                <a:lnTo>
                  <a:pt x="399558" y="543430"/>
                </a:lnTo>
                <a:lnTo>
                  <a:pt x="399063" y="542984"/>
                </a:lnTo>
                <a:lnTo>
                  <a:pt x="398579" y="542527"/>
                </a:lnTo>
                <a:lnTo>
                  <a:pt x="398105" y="542058"/>
                </a:lnTo>
                <a:lnTo>
                  <a:pt x="397641" y="541576"/>
                </a:lnTo>
                <a:lnTo>
                  <a:pt x="397189" y="541083"/>
                </a:lnTo>
                <a:lnTo>
                  <a:pt x="396746" y="540578"/>
                </a:lnTo>
                <a:lnTo>
                  <a:pt x="396314" y="540062"/>
                </a:lnTo>
                <a:lnTo>
                  <a:pt x="395893" y="539533"/>
                </a:lnTo>
                <a:lnTo>
                  <a:pt x="395482" y="538993"/>
                </a:lnTo>
                <a:lnTo>
                  <a:pt x="395082" y="538440"/>
                </a:lnTo>
                <a:lnTo>
                  <a:pt x="394692" y="537876"/>
                </a:lnTo>
                <a:lnTo>
                  <a:pt x="394313" y="537300"/>
                </a:lnTo>
                <a:lnTo>
                  <a:pt x="393944" y="536712"/>
                </a:lnTo>
                <a:lnTo>
                  <a:pt x="393586" y="536112"/>
                </a:lnTo>
                <a:lnTo>
                  <a:pt x="393239" y="535501"/>
                </a:lnTo>
                <a:lnTo>
                  <a:pt x="392902" y="534877"/>
                </a:lnTo>
                <a:lnTo>
                  <a:pt x="392575" y="534242"/>
                </a:lnTo>
                <a:lnTo>
                  <a:pt x="392259" y="533595"/>
                </a:lnTo>
                <a:lnTo>
                  <a:pt x="391954" y="532936"/>
                </a:lnTo>
                <a:lnTo>
                  <a:pt x="391659" y="532265"/>
                </a:lnTo>
                <a:lnTo>
                  <a:pt x="391374" y="531583"/>
                </a:lnTo>
                <a:lnTo>
                  <a:pt x="391100" y="530888"/>
                </a:lnTo>
                <a:lnTo>
                  <a:pt x="390843" y="530179"/>
                </a:lnTo>
                <a:lnTo>
                  <a:pt x="390596" y="529463"/>
                </a:lnTo>
                <a:lnTo>
                  <a:pt x="390360" y="528741"/>
                </a:lnTo>
                <a:lnTo>
                  <a:pt x="390135" y="528013"/>
                </a:lnTo>
                <a:lnTo>
                  <a:pt x="389921" y="527277"/>
                </a:lnTo>
                <a:lnTo>
                  <a:pt x="389718" y="526535"/>
                </a:lnTo>
                <a:lnTo>
                  <a:pt x="389526" y="525787"/>
                </a:lnTo>
                <a:lnTo>
                  <a:pt x="389345" y="525032"/>
                </a:lnTo>
                <a:lnTo>
                  <a:pt x="389175" y="524270"/>
                </a:lnTo>
                <a:lnTo>
                  <a:pt x="389016" y="523502"/>
                </a:lnTo>
                <a:lnTo>
                  <a:pt x="388868" y="522727"/>
                </a:lnTo>
                <a:lnTo>
                  <a:pt x="388731" y="521946"/>
                </a:lnTo>
                <a:lnTo>
                  <a:pt x="388604" y="521158"/>
                </a:lnTo>
                <a:lnTo>
                  <a:pt x="388489" y="520363"/>
                </a:lnTo>
                <a:lnTo>
                  <a:pt x="388385" y="519562"/>
                </a:lnTo>
                <a:lnTo>
                  <a:pt x="388292" y="518754"/>
                </a:lnTo>
                <a:lnTo>
                  <a:pt x="388209" y="517940"/>
                </a:lnTo>
                <a:lnTo>
                  <a:pt x="388138" y="517119"/>
                </a:lnTo>
                <a:lnTo>
                  <a:pt x="388078" y="516291"/>
                </a:lnTo>
                <a:lnTo>
                  <a:pt x="388028" y="515457"/>
                </a:lnTo>
                <a:lnTo>
                  <a:pt x="387990" y="514617"/>
                </a:lnTo>
                <a:lnTo>
                  <a:pt x="387963" y="513769"/>
                </a:lnTo>
                <a:lnTo>
                  <a:pt x="387946" y="512915"/>
                </a:lnTo>
                <a:lnTo>
                  <a:pt x="387941" y="512055"/>
                </a:lnTo>
                <a:lnTo>
                  <a:pt x="387946" y="511205"/>
                </a:lnTo>
                <a:lnTo>
                  <a:pt x="387962" y="510363"/>
                </a:lnTo>
                <a:lnTo>
                  <a:pt x="387989" y="509527"/>
                </a:lnTo>
                <a:lnTo>
                  <a:pt x="388027" y="508699"/>
                </a:lnTo>
                <a:lnTo>
                  <a:pt x="388075" y="507877"/>
                </a:lnTo>
                <a:lnTo>
                  <a:pt x="388134" y="507062"/>
                </a:lnTo>
                <a:lnTo>
                  <a:pt x="388204" y="506255"/>
                </a:lnTo>
                <a:lnTo>
                  <a:pt x="388285" y="505454"/>
                </a:lnTo>
                <a:lnTo>
                  <a:pt x="388376" y="504661"/>
                </a:lnTo>
                <a:lnTo>
                  <a:pt x="388478" y="503874"/>
                </a:lnTo>
                <a:lnTo>
                  <a:pt x="388591" y="503095"/>
                </a:lnTo>
                <a:lnTo>
                  <a:pt x="388715" y="502323"/>
                </a:lnTo>
                <a:lnTo>
                  <a:pt x="388849" y="501557"/>
                </a:lnTo>
                <a:lnTo>
                  <a:pt x="388994" y="500799"/>
                </a:lnTo>
                <a:lnTo>
                  <a:pt x="389150" y="500047"/>
                </a:lnTo>
                <a:lnTo>
                  <a:pt x="389317" y="499303"/>
                </a:lnTo>
                <a:lnTo>
                  <a:pt x="389494" y="498566"/>
                </a:lnTo>
                <a:lnTo>
                  <a:pt x="389682" y="497835"/>
                </a:lnTo>
                <a:lnTo>
                  <a:pt x="389881" y="497112"/>
                </a:lnTo>
                <a:lnTo>
                  <a:pt x="390091" y="496396"/>
                </a:lnTo>
                <a:lnTo>
                  <a:pt x="390312" y="495687"/>
                </a:lnTo>
                <a:lnTo>
                  <a:pt x="390543" y="494985"/>
                </a:lnTo>
                <a:lnTo>
                  <a:pt x="390785" y="494289"/>
                </a:lnTo>
                <a:lnTo>
                  <a:pt x="391037" y="493601"/>
                </a:lnTo>
                <a:lnTo>
                  <a:pt x="391306" y="492917"/>
                </a:lnTo>
                <a:lnTo>
                  <a:pt x="391585" y="492246"/>
                </a:lnTo>
                <a:lnTo>
                  <a:pt x="391876" y="491586"/>
                </a:lnTo>
                <a:lnTo>
                  <a:pt x="392177" y="490938"/>
                </a:lnTo>
                <a:lnTo>
                  <a:pt x="392488" y="490303"/>
                </a:lnTo>
                <a:lnTo>
                  <a:pt x="392811" y="489679"/>
                </a:lnTo>
                <a:lnTo>
                  <a:pt x="393144" y="489068"/>
                </a:lnTo>
                <a:lnTo>
                  <a:pt x="393488" y="488468"/>
                </a:lnTo>
                <a:lnTo>
                  <a:pt x="393843" y="487881"/>
                </a:lnTo>
                <a:lnTo>
                  <a:pt x="394208" y="487306"/>
                </a:lnTo>
                <a:lnTo>
                  <a:pt x="394584" y="486742"/>
                </a:lnTo>
                <a:lnTo>
                  <a:pt x="394971" y="486191"/>
                </a:lnTo>
                <a:lnTo>
                  <a:pt x="395369" y="485652"/>
                </a:lnTo>
                <a:lnTo>
                  <a:pt x="395778" y="485125"/>
                </a:lnTo>
                <a:lnTo>
                  <a:pt x="396197" y="484610"/>
                </a:lnTo>
                <a:lnTo>
                  <a:pt x="396627" y="484108"/>
                </a:lnTo>
                <a:lnTo>
                  <a:pt x="397068" y="483617"/>
                </a:lnTo>
                <a:lnTo>
                  <a:pt x="397519" y="483138"/>
                </a:lnTo>
                <a:lnTo>
                  <a:pt x="397981" y="482671"/>
                </a:lnTo>
                <a:lnTo>
                  <a:pt x="398454" y="482217"/>
                </a:lnTo>
                <a:lnTo>
                  <a:pt x="398938" y="481774"/>
                </a:lnTo>
                <a:lnTo>
                  <a:pt x="399433" y="481344"/>
                </a:lnTo>
                <a:lnTo>
                  <a:pt x="399938" y="480926"/>
                </a:lnTo>
                <a:lnTo>
                  <a:pt x="400454" y="480519"/>
                </a:lnTo>
                <a:lnTo>
                  <a:pt x="400986" y="480122"/>
                </a:lnTo>
                <a:lnTo>
                  <a:pt x="401529" y="479742"/>
                </a:lnTo>
                <a:lnTo>
                  <a:pt x="402083" y="479379"/>
                </a:lnTo>
                <a:lnTo>
                  <a:pt x="402648" y="479032"/>
                </a:lnTo>
                <a:lnTo>
                  <a:pt x="403224" y="478703"/>
                </a:lnTo>
                <a:lnTo>
                  <a:pt x="403811" y="478390"/>
                </a:lnTo>
                <a:lnTo>
                  <a:pt x="404409" y="478095"/>
                </a:lnTo>
                <a:lnTo>
                  <a:pt x="405018" y="477816"/>
                </a:lnTo>
                <a:lnTo>
                  <a:pt x="405638" y="477554"/>
                </a:lnTo>
                <a:lnTo>
                  <a:pt x="406269" y="477309"/>
                </a:lnTo>
                <a:lnTo>
                  <a:pt x="406911" y="477081"/>
                </a:lnTo>
                <a:lnTo>
                  <a:pt x="407564" y="476870"/>
                </a:lnTo>
                <a:lnTo>
                  <a:pt x="408227" y="476675"/>
                </a:lnTo>
                <a:lnTo>
                  <a:pt x="408902" y="476498"/>
                </a:lnTo>
                <a:lnTo>
                  <a:pt x="409588" y="476337"/>
                </a:lnTo>
                <a:lnTo>
                  <a:pt x="410285" y="476194"/>
                </a:lnTo>
                <a:lnTo>
                  <a:pt x="410992" y="476067"/>
                </a:lnTo>
                <a:lnTo>
                  <a:pt x="411711" y="475957"/>
                </a:lnTo>
                <a:lnTo>
                  <a:pt x="412441" y="475864"/>
                </a:lnTo>
                <a:lnTo>
                  <a:pt x="413181" y="475788"/>
                </a:lnTo>
                <a:lnTo>
                  <a:pt x="413933" y="475729"/>
                </a:lnTo>
                <a:lnTo>
                  <a:pt x="414695" y="475687"/>
                </a:lnTo>
                <a:lnTo>
                  <a:pt x="415469" y="475661"/>
                </a:lnTo>
                <a:lnTo>
                  <a:pt x="416253" y="475653"/>
                </a:lnTo>
                <a:lnTo>
                  <a:pt x="417007" y="475661"/>
                </a:lnTo>
                <a:lnTo>
                  <a:pt x="417750" y="475685"/>
                </a:lnTo>
                <a:lnTo>
                  <a:pt x="418483" y="475725"/>
                </a:lnTo>
                <a:lnTo>
                  <a:pt x="419206" y="475781"/>
                </a:lnTo>
                <a:lnTo>
                  <a:pt x="419919" y="475853"/>
                </a:lnTo>
                <a:lnTo>
                  <a:pt x="420622" y="475941"/>
                </a:lnTo>
                <a:lnTo>
                  <a:pt x="421315" y="476045"/>
                </a:lnTo>
                <a:lnTo>
                  <a:pt x="421997" y="476166"/>
                </a:lnTo>
                <a:lnTo>
                  <a:pt x="422670" y="476302"/>
                </a:lnTo>
                <a:lnTo>
                  <a:pt x="423332" y="476454"/>
                </a:lnTo>
                <a:lnTo>
                  <a:pt x="423985" y="476622"/>
                </a:lnTo>
                <a:lnTo>
                  <a:pt x="424627" y="476806"/>
                </a:lnTo>
                <a:lnTo>
                  <a:pt x="425259" y="477007"/>
                </a:lnTo>
                <a:lnTo>
                  <a:pt x="425881" y="477223"/>
                </a:lnTo>
                <a:lnTo>
                  <a:pt x="426493" y="477455"/>
                </a:lnTo>
                <a:lnTo>
                  <a:pt x="427095" y="477703"/>
                </a:lnTo>
                <a:lnTo>
                  <a:pt x="427687" y="477968"/>
                </a:lnTo>
                <a:lnTo>
                  <a:pt x="428269" y="478248"/>
                </a:lnTo>
                <a:lnTo>
                  <a:pt x="428840" y="478544"/>
                </a:lnTo>
                <a:lnTo>
                  <a:pt x="429402" y="478857"/>
                </a:lnTo>
                <a:lnTo>
                  <a:pt x="429953" y="479185"/>
                </a:lnTo>
                <a:lnTo>
                  <a:pt x="430495" y="479530"/>
                </a:lnTo>
                <a:lnTo>
                  <a:pt x="431026" y="479890"/>
                </a:lnTo>
                <a:lnTo>
                  <a:pt x="431547" y="480266"/>
                </a:lnTo>
                <a:lnTo>
                  <a:pt x="432058" y="480652"/>
                </a:lnTo>
                <a:lnTo>
                  <a:pt x="432558" y="481050"/>
                </a:lnTo>
                <a:lnTo>
                  <a:pt x="433048" y="481461"/>
                </a:lnTo>
                <a:lnTo>
                  <a:pt x="433527" y="481885"/>
                </a:lnTo>
                <a:lnTo>
                  <a:pt x="433996" y="482321"/>
                </a:lnTo>
                <a:lnTo>
                  <a:pt x="434454" y="482771"/>
                </a:lnTo>
                <a:lnTo>
                  <a:pt x="434902" y="483233"/>
                </a:lnTo>
                <a:lnTo>
                  <a:pt x="435339" y="483707"/>
                </a:lnTo>
                <a:lnTo>
                  <a:pt x="435766" y="484195"/>
                </a:lnTo>
                <a:lnTo>
                  <a:pt x="436182" y="484695"/>
                </a:lnTo>
                <a:lnTo>
                  <a:pt x="436587" y="485208"/>
                </a:lnTo>
                <a:lnTo>
                  <a:pt x="436982" y="485733"/>
                </a:lnTo>
                <a:lnTo>
                  <a:pt x="437367" y="486271"/>
                </a:lnTo>
                <a:lnTo>
                  <a:pt x="437741" y="486822"/>
                </a:lnTo>
                <a:lnTo>
                  <a:pt x="438104" y="487386"/>
                </a:lnTo>
                <a:lnTo>
                  <a:pt x="438457" y="487963"/>
                </a:lnTo>
                <a:lnTo>
                  <a:pt x="438799" y="488552"/>
                </a:lnTo>
                <a:lnTo>
                  <a:pt x="439131" y="489154"/>
                </a:lnTo>
                <a:lnTo>
                  <a:pt x="439452" y="489768"/>
                </a:lnTo>
                <a:lnTo>
                  <a:pt x="439763" y="490396"/>
                </a:lnTo>
                <a:lnTo>
                  <a:pt x="440063" y="491036"/>
                </a:lnTo>
                <a:lnTo>
                  <a:pt x="440353" y="491689"/>
                </a:lnTo>
                <a:lnTo>
                  <a:pt x="440632" y="492354"/>
                </a:lnTo>
                <a:lnTo>
                  <a:pt x="440900" y="493032"/>
                </a:lnTo>
                <a:lnTo>
                  <a:pt x="441158" y="493717"/>
                </a:lnTo>
                <a:lnTo>
                  <a:pt x="441405" y="494410"/>
                </a:lnTo>
                <a:lnTo>
                  <a:pt x="441641" y="495113"/>
                </a:lnTo>
                <a:lnTo>
                  <a:pt x="441866" y="495825"/>
                </a:lnTo>
                <a:lnTo>
                  <a:pt x="442080" y="496547"/>
                </a:lnTo>
                <a:lnTo>
                  <a:pt x="442283" y="497279"/>
                </a:lnTo>
                <a:lnTo>
                  <a:pt x="442475" y="498019"/>
                </a:lnTo>
                <a:lnTo>
                  <a:pt x="442656" y="498769"/>
                </a:lnTo>
                <a:lnTo>
                  <a:pt x="442826" y="499529"/>
                </a:lnTo>
                <a:lnTo>
                  <a:pt x="442985" y="500298"/>
                </a:lnTo>
                <a:lnTo>
                  <a:pt x="443133" y="501076"/>
                </a:lnTo>
                <a:lnTo>
                  <a:pt x="443270" y="501864"/>
                </a:lnTo>
                <a:lnTo>
                  <a:pt x="443397" y="502662"/>
                </a:lnTo>
                <a:lnTo>
                  <a:pt x="443512" y="503468"/>
                </a:lnTo>
                <a:lnTo>
                  <a:pt x="443616" y="504285"/>
                </a:lnTo>
                <a:lnTo>
                  <a:pt x="443709" y="505110"/>
                </a:lnTo>
                <a:lnTo>
                  <a:pt x="443792" y="505945"/>
                </a:lnTo>
                <a:lnTo>
                  <a:pt x="443863" y="506790"/>
                </a:lnTo>
                <a:lnTo>
                  <a:pt x="443923" y="507644"/>
                </a:lnTo>
                <a:lnTo>
                  <a:pt x="443973" y="508507"/>
                </a:lnTo>
                <a:lnTo>
                  <a:pt x="444011" y="509380"/>
                </a:lnTo>
                <a:lnTo>
                  <a:pt x="444038" y="510262"/>
                </a:lnTo>
                <a:lnTo>
                  <a:pt x="444055" y="511154"/>
                </a:lnTo>
                <a:lnTo>
                  <a:pt x="444060" y="512055"/>
                </a:lnTo>
                <a:lnTo>
                  <a:pt x="444055" y="512967"/>
                </a:lnTo>
                <a:lnTo>
                  <a:pt x="444038" y="513870"/>
                </a:lnTo>
                <a:lnTo>
                  <a:pt x="444010" y="514764"/>
                </a:lnTo>
                <a:lnTo>
                  <a:pt x="443971" y="515649"/>
                </a:lnTo>
                <a:lnTo>
                  <a:pt x="443920" y="516524"/>
                </a:lnTo>
                <a:lnTo>
                  <a:pt x="443859" y="517391"/>
                </a:lnTo>
                <a:lnTo>
                  <a:pt x="443786" y="518249"/>
                </a:lnTo>
                <a:lnTo>
                  <a:pt x="443702" y="519098"/>
                </a:lnTo>
                <a:lnTo>
                  <a:pt x="443607" y="519938"/>
                </a:lnTo>
                <a:lnTo>
                  <a:pt x="443501" y="520769"/>
                </a:lnTo>
                <a:lnTo>
                  <a:pt x="443383" y="521591"/>
                </a:lnTo>
                <a:lnTo>
                  <a:pt x="443255" y="522404"/>
                </a:lnTo>
                <a:lnTo>
                  <a:pt x="443115" y="523208"/>
                </a:lnTo>
                <a:lnTo>
                  <a:pt x="442964" y="524003"/>
                </a:lnTo>
                <a:lnTo>
                  <a:pt x="442801" y="524788"/>
                </a:lnTo>
                <a:lnTo>
                  <a:pt x="442628" y="525565"/>
                </a:lnTo>
                <a:lnTo>
                  <a:pt x="442443" y="526333"/>
                </a:lnTo>
                <a:lnTo>
                  <a:pt x="442247" y="527092"/>
                </a:lnTo>
                <a:lnTo>
                  <a:pt x="442040" y="527842"/>
                </a:lnTo>
                <a:lnTo>
                  <a:pt x="441822" y="528583"/>
                </a:lnTo>
                <a:lnTo>
                  <a:pt x="441593" y="529315"/>
                </a:lnTo>
                <a:lnTo>
                  <a:pt x="441352" y="530038"/>
                </a:lnTo>
                <a:lnTo>
                  <a:pt x="441100" y="530752"/>
                </a:lnTo>
                <a:lnTo>
                  <a:pt x="440837" y="531457"/>
                </a:lnTo>
                <a:lnTo>
                  <a:pt x="440564" y="532146"/>
                </a:lnTo>
                <a:lnTo>
                  <a:pt x="440279" y="532822"/>
                </a:lnTo>
                <a:lnTo>
                  <a:pt x="439985" y="533486"/>
                </a:lnTo>
                <a:lnTo>
                  <a:pt x="439680" y="534137"/>
                </a:lnTo>
                <a:lnTo>
                  <a:pt x="439365" y="534776"/>
                </a:lnTo>
                <a:lnTo>
                  <a:pt x="439040" y="535403"/>
                </a:lnTo>
                <a:lnTo>
                  <a:pt x="438704" y="536017"/>
                </a:lnTo>
                <a:lnTo>
                  <a:pt x="438359" y="536618"/>
                </a:lnTo>
                <a:lnTo>
                  <a:pt x="438002" y="537207"/>
                </a:lnTo>
                <a:lnTo>
                  <a:pt x="437636" y="537783"/>
                </a:lnTo>
                <a:lnTo>
                  <a:pt x="437259" y="538347"/>
                </a:lnTo>
                <a:lnTo>
                  <a:pt x="436872" y="538898"/>
                </a:lnTo>
                <a:lnTo>
                  <a:pt x="436474" y="539437"/>
                </a:lnTo>
                <a:lnTo>
                  <a:pt x="436066" y="539964"/>
                </a:lnTo>
                <a:lnTo>
                  <a:pt x="435648" y="540477"/>
                </a:lnTo>
                <a:lnTo>
                  <a:pt x="435220" y="540979"/>
                </a:lnTo>
                <a:lnTo>
                  <a:pt x="434781" y="541467"/>
                </a:lnTo>
                <a:lnTo>
                  <a:pt x="434332" y="541944"/>
                </a:lnTo>
                <a:lnTo>
                  <a:pt x="433872" y="542408"/>
                </a:lnTo>
                <a:lnTo>
                  <a:pt x="433403" y="542859"/>
                </a:lnTo>
                <a:lnTo>
                  <a:pt x="432923" y="543298"/>
                </a:lnTo>
                <a:lnTo>
                  <a:pt x="432432" y="543724"/>
                </a:lnTo>
                <a:lnTo>
                  <a:pt x="431932" y="544138"/>
                </a:lnTo>
                <a:lnTo>
                  <a:pt x="431421" y="544539"/>
                </a:lnTo>
                <a:lnTo>
                  <a:pt x="430900" y="544920"/>
                </a:lnTo>
                <a:lnTo>
                  <a:pt x="430369" y="545286"/>
                </a:lnTo>
                <a:lnTo>
                  <a:pt x="429829" y="545635"/>
                </a:lnTo>
                <a:lnTo>
                  <a:pt x="429279" y="545968"/>
                </a:lnTo>
                <a:lnTo>
                  <a:pt x="428720" y="546284"/>
                </a:lnTo>
                <a:lnTo>
                  <a:pt x="428150" y="546585"/>
                </a:lnTo>
                <a:lnTo>
                  <a:pt x="427571" y="546869"/>
                </a:lnTo>
                <a:lnTo>
                  <a:pt x="426983" y="547137"/>
                </a:lnTo>
                <a:lnTo>
                  <a:pt x="426385" y="547389"/>
                </a:lnTo>
                <a:lnTo>
                  <a:pt x="425777" y="547624"/>
                </a:lnTo>
                <a:lnTo>
                  <a:pt x="425159" y="547843"/>
                </a:lnTo>
                <a:lnTo>
                  <a:pt x="424532" y="548046"/>
                </a:lnTo>
                <a:lnTo>
                  <a:pt x="423895" y="548233"/>
                </a:lnTo>
                <a:lnTo>
                  <a:pt x="423249" y="548403"/>
                </a:lnTo>
                <a:lnTo>
                  <a:pt x="422593" y="548558"/>
                </a:lnTo>
                <a:lnTo>
                  <a:pt x="421927" y="548696"/>
                </a:lnTo>
                <a:lnTo>
                  <a:pt x="421252" y="548818"/>
                </a:lnTo>
                <a:lnTo>
                  <a:pt x="420567" y="548923"/>
                </a:lnTo>
                <a:lnTo>
                  <a:pt x="419872" y="549012"/>
                </a:lnTo>
                <a:lnTo>
                  <a:pt x="419167" y="549085"/>
                </a:lnTo>
                <a:lnTo>
                  <a:pt x="418453" y="549142"/>
                </a:lnTo>
                <a:lnTo>
                  <a:pt x="417730" y="549183"/>
                </a:lnTo>
                <a:lnTo>
                  <a:pt x="416996" y="549207"/>
                </a:lnTo>
                <a:lnTo>
                  <a:pt x="416253" y="549215"/>
                </a:lnTo>
                <a:lnTo>
                  <a:pt x="415479" y="549207"/>
                </a:lnTo>
                <a:lnTo>
                  <a:pt x="414715" y="549181"/>
                </a:lnTo>
                <a:lnTo>
                  <a:pt x="413962" y="549138"/>
                </a:lnTo>
                <a:lnTo>
                  <a:pt x="413220" y="549078"/>
                </a:lnTo>
                <a:lnTo>
                  <a:pt x="412488" y="549001"/>
                </a:lnTo>
                <a:lnTo>
                  <a:pt x="411766" y="548907"/>
                </a:lnTo>
                <a:close/>
                <a:moveTo>
                  <a:pt x="135028" y="497471"/>
                </a:moveTo>
                <a:lnTo>
                  <a:pt x="135112" y="496831"/>
                </a:lnTo>
                <a:lnTo>
                  <a:pt x="135207" y="496200"/>
                </a:lnTo>
                <a:lnTo>
                  <a:pt x="135313" y="495578"/>
                </a:lnTo>
                <a:lnTo>
                  <a:pt x="135431" y="494964"/>
                </a:lnTo>
                <a:lnTo>
                  <a:pt x="135560" y="494360"/>
                </a:lnTo>
                <a:lnTo>
                  <a:pt x="135699" y="493764"/>
                </a:lnTo>
                <a:lnTo>
                  <a:pt x="135851" y="493176"/>
                </a:lnTo>
                <a:lnTo>
                  <a:pt x="136013" y="492598"/>
                </a:lnTo>
                <a:lnTo>
                  <a:pt x="136186" y="492028"/>
                </a:lnTo>
                <a:lnTo>
                  <a:pt x="136371" y="491467"/>
                </a:lnTo>
                <a:lnTo>
                  <a:pt x="136567" y="490915"/>
                </a:lnTo>
                <a:lnTo>
                  <a:pt x="136774" y="490372"/>
                </a:lnTo>
                <a:lnTo>
                  <a:pt x="136992" y="489837"/>
                </a:lnTo>
                <a:lnTo>
                  <a:pt x="137221" y="489312"/>
                </a:lnTo>
                <a:lnTo>
                  <a:pt x="137462" y="488795"/>
                </a:lnTo>
                <a:lnTo>
                  <a:pt x="137714" y="488286"/>
                </a:lnTo>
                <a:lnTo>
                  <a:pt x="137977" y="487787"/>
                </a:lnTo>
                <a:lnTo>
                  <a:pt x="138250" y="487297"/>
                </a:lnTo>
                <a:lnTo>
                  <a:pt x="138530" y="486817"/>
                </a:lnTo>
                <a:lnTo>
                  <a:pt x="138819" y="486346"/>
                </a:lnTo>
                <a:lnTo>
                  <a:pt x="139116" y="485886"/>
                </a:lnTo>
                <a:lnTo>
                  <a:pt x="139421" y="485435"/>
                </a:lnTo>
                <a:lnTo>
                  <a:pt x="139735" y="484994"/>
                </a:lnTo>
                <a:lnTo>
                  <a:pt x="140056" y="484564"/>
                </a:lnTo>
                <a:lnTo>
                  <a:pt x="140385" y="484143"/>
                </a:lnTo>
                <a:lnTo>
                  <a:pt x="140723" y="483731"/>
                </a:lnTo>
                <a:lnTo>
                  <a:pt x="141069" y="483330"/>
                </a:lnTo>
                <a:lnTo>
                  <a:pt x="141423" y="482939"/>
                </a:lnTo>
                <a:lnTo>
                  <a:pt x="141785" y="482557"/>
                </a:lnTo>
                <a:lnTo>
                  <a:pt x="142155" y="482186"/>
                </a:lnTo>
                <a:lnTo>
                  <a:pt x="142533" y="481824"/>
                </a:lnTo>
                <a:lnTo>
                  <a:pt x="142919" y="481472"/>
                </a:lnTo>
                <a:lnTo>
                  <a:pt x="143314" y="481130"/>
                </a:lnTo>
                <a:lnTo>
                  <a:pt x="143716" y="480798"/>
                </a:lnTo>
                <a:lnTo>
                  <a:pt x="144127" y="480476"/>
                </a:lnTo>
                <a:lnTo>
                  <a:pt x="144546" y="480163"/>
                </a:lnTo>
                <a:lnTo>
                  <a:pt x="144973" y="479861"/>
                </a:lnTo>
                <a:lnTo>
                  <a:pt x="145408" y="479568"/>
                </a:lnTo>
                <a:lnTo>
                  <a:pt x="145851" y="479286"/>
                </a:lnTo>
                <a:lnTo>
                  <a:pt x="146302" y="479013"/>
                </a:lnTo>
                <a:lnTo>
                  <a:pt x="146761" y="478750"/>
                </a:lnTo>
                <a:lnTo>
                  <a:pt x="147233" y="478497"/>
                </a:lnTo>
                <a:lnTo>
                  <a:pt x="147709" y="478255"/>
                </a:lnTo>
                <a:lnTo>
                  <a:pt x="148191" y="478024"/>
                </a:lnTo>
                <a:lnTo>
                  <a:pt x="148678" y="477803"/>
                </a:lnTo>
                <a:lnTo>
                  <a:pt x="149171" y="477594"/>
                </a:lnTo>
                <a:lnTo>
                  <a:pt x="149669" y="477395"/>
                </a:lnTo>
                <a:lnTo>
                  <a:pt x="150171" y="477207"/>
                </a:lnTo>
                <a:lnTo>
                  <a:pt x="150680" y="477029"/>
                </a:lnTo>
                <a:lnTo>
                  <a:pt x="151193" y="476863"/>
                </a:lnTo>
                <a:lnTo>
                  <a:pt x="151712" y="476707"/>
                </a:lnTo>
                <a:lnTo>
                  <a:pt x="152236" y="476562"/>
                </a:lnTo>
                <a:lnTo>
                  <a:pt x="152765" y="476427"/>
                </a:lnTo>
                <a:lnTo>
                  <a:pt x="153300" y="476304"/>
                </a:lnTo>
                <a:lnTo>
                  <a:pt x="153840" y="476191"/>
                </a:lnTo>
                <a:lnTo>
                  <a:pt x="154385" y="476088"/>
                </a:lnTo>
                <a:lnTo>
                  <a:pt x="154935" y="475997"/>
                </a:lnTo>
                <a:lnTo>
                  <a:pt x="155491" y="475916"/>
                </a:lnTo>
                <a:lnTo>
                  <a:pt x="156052" y="475847"/>
                </a:lnTo>
                <a:lnTo>
                  <a:pt x="156618" y="475787"/>
                </a:lnTo>
                <a:lnTo>
                  <a:pt x="157189" y="475739"/>
                </a:lnTo>
                <a:lnTo>
                  <a:pt x="157766" y="475701"/>
                </a:lnTo>
                <a:lnTo>
                  <a:pt x="158348" y="475675"/>
                </a:lnTo>
                <a:lnTo>
                  <a:pt x="158935" y="475658"/>
                </a:lnTo>
                <a:lnTo>
                  <a:pt x="159527" y="475653"/>
                </a:lnTo>
                <a:lnTo>
                  <a:pt x="160383" y="475664"/>
                </a:lnTo>
                <a:lnTo>
                  <a:pt x="161224" y="475698"/>
                </a:lnTo>
                <a:lnTo>
                  <a:pt x="162049" y="475754"/>
                </a:lnTo>
                <a:lnTo>
                  <a:pt x="162859" y="475832"/>
                </a:lnTo>
                <a:lnTo>
                  <a:pt x="163654" y="475933"/>
                </a:lnTo>
                <a:lnTo>
                  <a:pt x="164433" y="476056"/>
                </a:lnTo>
                <a:lnTo>
                  <a:pt x="165197" y="476201"/>
                </a:lnTo>
                <a:lnTo>
                  <a:pt x="165946" y="476369"/>
                </a:lnTo>
                <a:lnTo>
                  <a:pt x="166679" y="476560"/>
                </a:lnTo>
                <a:lnTo>
                  <a:pt x="167396" y="476772"/>
                </a:lnTo>
                <a:lnTo>
                  <a:pt x="168099" y="477007"/>
                </a:lnTo>
                <a:lnTo>
                  <a:pt x="168786" y="477265"/>
                </a:lnTo>
                <a:lnTo>
                  <a:pt x="169458" y="477544"/>
                </a:lnTo>
                <a:lnTo>
                  <a:pt x="170114" y="477847"/>
                </a:lnTo>
                <a:lnTo>
                  <a:pt x="170755" y="478171"/>
                </a:lnTo>
                <a:lnTo>
                  <a:pt x="171381" y="478518"/>
                </a:lnTo>
                <a:lnTo>
                  <a:pt x="171991" y="478887"/>
                </a:lnTo>
                <a:lnTo>
                  <a:pt x="172586" y="479279"/>
                </a:lnTo>
                <a:lnTo>
                  <a:pt x="173165" y="479693"/>
                </a:lnTo>
                <a:lnTo>
                  <a:pt x="173729" y="480130"/>
                </a:lnTo>
                <a:lnTo>
                  <a:pt x="174278" y="480588"/>
                </a:lnTo>
                <a:lnTo>
                  <a:pt x="174812" y="481070"/>
                </a:lnTo>
                <a:lnTo>
                  <a:pt x="175330" y="481573"/>
                </a:lnTo>
                <a:lnTo>
                  <a:pt x="175832" y="482099"/>
                </a:lnTo>
                <a:lnTo>
                  <a:pt x="176317" y="482640"/>
                </a:lnTo>
                <a:lnTo>
                  <a:pt x="176781" y="483198"/>
                </a:lnTo>
                <a:lnTo>
                  <a:pt x="177225" y="483774"/>
                </a:lnTo>
                <a:lnTo>
                  <a:pt x="177648" y="484367"/>
                </a:lnTo>
                <a:lnTo>
                  <a:pt x="178050" y="484978"/>
                </a:lnTo>
                <a:lnTo>
                  <a:pt x="178432" y="485607"/>
                </a:lnTo>
                <a:lnTo>
                  <a:pt x="178792" y="486253"/>
                </a:lnTo>
                <a:lnTo>
                  <a:pt x="179133" y="486916"/>
                </a:lnTo>
                <a:lnTo>
                  <a:pt x="179453" y="487597"/>
                </a:lnTo>
                <a:lnTo>
                  <a:pt x="179752" y="488296"/>
                </a:lnTo>
                <a:lnTo>
                  <a:pt x="180030" y="489012"/>
                </a:lnTo>
                <a:lnTo>
                  <a:pt x="180288" y="489746"/>
                </a:lnTo>
                <a:lnTo>
                  <a:pt x="180525" y="490498"/>
                </a:lnTo>
                <a:lnTo>
                  <a:pt x="180742" y="491266"/>
                </a:lnTo>
                <a:lnTo>
                  <a:pt x="180938" y="492053"/>
                </a:lnTo>
                <a:lnTo>
                  <a:pt x="181113" y="492857"/>
                </a:lnTo>
                <a:lnTo>
                  <a:pt x="181268" y="493678"/>
                </a:lnTo>
                <a:lnTo>
                  <a:pt x="181402" y="494518"/>
                </a:lnTo>
                <a:lnTo>
                  <a:pt x="181515" y="495374"/>
                </a:lnTo>
                <a:lnTo>
                  <a:pt x="181608" y="496249"/>
                </a:lnTo>
                <a:lnTo>
                  <a:pt x="181680" y="497140"/>
                </a:lnTo>
                <a:lnTo>
                  <a:pt x="181732" y="498050"/>
                </a:lnTo>
                <a:lnTo>
                  <a:pt x="181763" y="498977"/>
                </a:lnTo>
                <a:lnTo>
                  <a:pt x="181773" y="499921"/>
                </a:lnTo>
                <a:lnTo>
                  <a:pt x="181773" y="560591"/>
                </a:lnTo>
                <a:lnTo>
                  <a:pt x="196688" y="560591"/>
                </a:lnTo>
                <a:lnTo>
                  <a:pt x="196688" y="498910"/>
                </a:lnTo>
                <a:lnTo>
                  <a:pt x="196681" y="497885"/>
                </a:lnTo>
                <a:lnTo>
                  <a:pt x="196659" y="496875"/>
                </a:lnTo>
                <a:lnTo>
                  <a:pt x="196624" y="495880"/>
                </a:lnTo>
                <a:lnTo>
                  <a:pt x="196574" y="494900"/>
                </a:lnTo>
                <a:lnTo>
                  <a:pt x="196510" y="493935"/>
                </a:lnTo>
                <a:lnTo>
                  <a:pt x="196431" y="492985"/>
                </a:lnTo>
                <a:lnTo>
                  <a:pt x="196338" y="492050"/>
                </a:lnTo>
                <a:lnTo>
                  <a:pt x="196231" y="491129"/>
                </a:lnTo>
                <a:lnTo>
                  <a:pt x="196110" y="490224"/>
                </a:lnTo>
                <a:lnTo>
                  <a:pt x="195975" y="489334"/>
                </a:lnTo>
                <a:lnTo>
                  <a:pt x="195825" y="488458"/>
                </a:lnTo>
                <a:lnTo>
                  <a:pt x="195661" y="487597"/>
                </a:lnTo>
                <a:lnTo>
                  <a:pt x="195483" y="486752"/>
                </a:lnTo>
                <a:lnTo>
                  <a:pt x="195290" y="485921"/>
                </a:lnTo>
                <a:lnTo>
                  <a:pt x="195083" y="485105"/>
                </a:lnTo>
                <a:lnTo>
                  <a:pt x="194862" y="484304"/>
                </a:lnTo>
                <a:lnTo>
                  <a:pt x="194627" y="483518"/>
                </a:lnTo>
                <a:lnTo>
                  <a:pt x="194377" y="482747"/>
                </a:lnTo>
                <a:lnTo>
                  <a:pt x="194113" y="481991"/>
                </a:lnTo>
                <a:lnTo>
                  <a:pt x="193835" y="481250"/>
                </a:lnTo>
                <a:lnTo>
                  <a:pt x="193543" y="480523"/>
                </a:lnTo>
                <a:lnTo>
                  <a:pt x="193236" y="479812"/>
                </a:lnTo>
                <a:lnTo>
                  <a:pt x="192915" y="479115"/>
                </a:lnTo>
                <a:lnTo>
                  <a:pt x="192580" y="478434"/>
                </a:lnTo>
                <a:lnTo>
                  <a:pt x="192232" y="477762"/>
                </a:lnTo>
                <a:lnTo>
                  <a:pt x="191872" y="477104"/>
                </a:lnTo>
                <a:lnTo>
                  <a:pt x="191502" y="476461"/>
                </a:lnTo>
                <a:lnTo>
                  <a:pt x="191119" y="475832"/>
                </a:lnTo>
                <a:lnTo>
                  <a:pt x="190726" y="475218"/>
                </a:lnTo>
                <a:lnTo>
                  <a:pt x="190321" y="474618"/>
                </a:lnTo>
                <a:lnTo>
                  <a:pt x="189904" y="474033"/>
                </a:lnTo>
                <a:lnTo>
                  <a:pt x="189476" y="473462"/>
                </a:lnTo>
                <a:lnTo>
                  <a:pt x="189037" y="472906"/>
                </a:lnTo>
                <a:lnTo>
                  <a:pt x="188586" y="472364"/>
                </a:lnTo>
                <a:lnTo>
                  <a:pt x="188124" y="471837"/>
                </a:lnTo>
                <a:lnTo>
                  <a:pt x="187650" y="471324"/>
                </a:lnTo>
                <a:lnTo>
                  <a:pt x="187166" y="470826"/>
                </a:lnTo>
                <a:lnTo>
                  <a:pt x="186669" y="470342"/>
                </a:lnTo>
                <a:lnTo>
                  <a:pt x="186161" y="469872"/>
                </a:lnTo>
                <a:lnTo>
                  <a:pt x="185642" y="469417"/>
                </a:lnTo>
                <a:lnTo>
                  <a:pt x="185112" y="468977"/>
                </a:lnTo>
                <a:lnTo>
                  <a:pt x="184570" y="468551"/>
                </a:lnTo>
                <a:lnTo>
                  <a:pt x="184016" y="468140"/>
                </a:lnTo>
                <a:lnTo>
                  <a:pt x="183451" y="467743"/>
                </a:lnTo>
                <a:lnTo>
                  <a:pt x="182875" y="467360"/>
                </a:lnTo>
                <a:lnTo>
                  <a:pt x="182287" y="466992"/>
                </a:lnTo>
                <a:lnTo>
                  <a:pt x="181688" y="466639"/>
                </a:lnTo>
                <a:lnTo>
                  <a:pt x="181078" y="466300"/>
                </a:lnTo>
                <a:lnTo>
                  <a:pt x="180457" y="465970"/>
                </a:lnTo>
                <a:lnTo>
                  <a:pt x="179828" y="465654"/>
                </a:lnTo>
                <a:lnTo>
                  <a:pt x="179191" y="465352"/>
                </a:lnTo>
                <a:lnTo>
                  <a:pt x="178545" y="465064"/>
                </a:lnTo>
                <a:lnTo>
                  <a:pt x="177890" y="464790"/>
                </a:lnTo>
                <a:lnTo>
                  <a:pt x="177227" y="464530"/>
                </a:lnTo>
                <a:lnTo>
                  <a:pt x="176555" y="464284"/>
                </a:lnTo>
                <a:lnTo>
                  <a:pt x="175875" y="464053"/>
                </a:lnTo>
                <a:lnTo>
                  <a:pt x="175186" y="463835"/>
                </a:lnTo>
                <a:lnTo>
                  <a:pt x="174488" y="463631"/>
                </a:lnTo>
                <a:lnTo>
                  <a:pt x="173782" y="463442"/>
                </a:lnTo>
                <a:lnTo>
                  <a:pt x="173068" y="463266"/>
                </a:lnTo>
                <a:lnTo>
                  <a:pt x="172344" y="463105"/>
                </a:lnTo>
                <a:lnTo>
                  <a:pt x="171613" y="462957"/>
                </a:lnTo>
                <a:lnTo>
                  <a:pt x="170872" y="462824"/>
                </a:lnTo>
                <a:lnTo>
                  <a:pt x="170124" y="462704"/>
                </a:lnTo>
                <a:lnTo>
                  <a:pt x="169366" y="462599"/>
                </a:lnTo>
                <a:lnTo>
                  <a:pt x="168600" y="462508"/>
                </a:lnTo>
                <a:lnTo>
                  <a:pt x="167826" y="462431"/>
                </a:lnTo>
                <a:lnTo>
                  <a:pt x="167043" y="462367"/>
                </a:lnTo>
                <a:lnTo>
                  <a:pt x="166251" y="462318"/>
                </a:lnTo>
                <a:lnTo>
                  <a:pt x="165451" y="462283"/>
                </a:lnTo>
                <a:lnTo>
                  <a:pt x="164642" y="462262"/>
                </a:lnTo>
                <a:lnTo>
                  <a:pt x="163825" y="462255"/>
                </a:lnTo>
                <a:lnTo>
                  <a:pt x="162916" y="462263"/>
                </a:lnTo>
                <a:lnTo>
                  <a:pt x="162020" y="462287"/>
                </a:lnTo>
                <a:lnTo>
                  <a:pt x="161139" y="462326"/>
                </a:lnTo>
                <a:lnTo>
                  <a:pt x="160272" y="462381"/>
                </a:lnTo>
                <a:lnTo>
                  <a:pt x="159419" y="462453"/>
                </a:lnTo>
                <a:lnTo>
                  <a:pt x="158579" y="462539"/>
                </a:lnTo>
                <a:lnTo>
                  <a:pt x="157754" y="462642"/>
                </a:lnTo>
                <a:lnTo>
                  <a:pt x="156943" y="462761"/>
                </a:lnTo>
                <a:lnTo>
                  <a:pt x="156146" y="462895"/>
                </a:lnTo>
                <a:lnTo>
                  <a:pt x="155363" y="463045"/>
                </a:lnTo>
                <a:lnTo>
                  <a:pt x="154594" y="463211"/>
                </a:lnTo>
                <a:lnTo>
                  <a:pt x="153840" y="463393"/>
                </a:lnTo>
                <a:lnTo>
                  <a:pt x="153099" y="463590"/>
                </a:lnTo>
                <a:lnTo>
                  <a:pt x="152372" y="463803"/>
                </a:lnTo>
                <a:lnTo>
                  <a:pt x="151659" y="464033"/>
                </a:lnTo>
                <a:lnTo>
                  <a:pt x="150961" y="464277"/>
                </a:lnTo>
                <a:lnTo>
                  <a:pt x="150276" y="464538"/>
                </a:lnTo>
                <a:lnTo>
                  <a:pt x="149605" y="464815"/>
                </a:lnTo>
                <a:lnTo>
                  <a:pt x="148949" y="465107"/>
                </a:lnTo>
                <a:lnTo>
                  <a:pt x="148306" y="465415"/>
                </a:lnTo>
                <a:lnTo>
                  <a:pt x="147678" y="465739"/>
                </a:lnTo>
                <a:lnTo>
                  <a:pt x="147063" y="466079"/>
                </a:lnTo>
                <a:lnTo>
                  <a:pt x="146463" y="466434"/>
                </a:lnTo>
                <a:lnTo>
                  <a:pt x="145877" y="466805"/>
                </a:lnTo>
                <a:lnTo>
                  <a:pt x="145303" y="467184"/>
                </a:lnTo>
                <a:lnTo>
                  <a:pt x="144743" y="467573"/>
                </a:lnTo>
                <a:lnTo>
                  <a:pt x="144194" y="467972"/>
                </a:lnTo>
                <a:lnTo>
                  <a:pt x="143658" y="468382"/>
                </a:lnTo>
                <a:lnTo>
                  <a:pt x="143134" y="468801"/>
                </a:lnTo>
                <a:lnTo>
                  <a:pt x="142622" y="469231"/>
                </a:lnTo>
                <a:lnTo>
                  <a:pt x="142123" y="469670"/>
                </a:lnTo>
                <a:lnTo>
                  <a:pt x="141635" y="470120"/>
                </a:lnTo>
                <a:lnTo>
                  <a:pt x="141161" y="470579"/>
                </a:lnTo>
                <a:lnTo>
                  <a:pt x="140698" y="471049"/>
                </a:lnTo>
                <a:lnTo>
                  <a:pt x="140248" y="471529"/>
                </a:lnTo>
                <a:lnTo>
                  <a:pt x="139810" y="472019"/>
                </a:lnTo>
                <a:lnTo>
                  <a:pt x="139384" y="472519"/>
                </a:lnTo>
                <a:lnTo>
                  <a:pt x="138971" y="473029"/>
                </a:lnTo>
                <a:lnTo>
                  <a:pt x="138569" y="473550"/>
                </a:lnTo>
                <a:lnTo>
                  <a:pt x="138181" y="474080"/>
                </a:lnTo>
                <a:lnTo>
                  <a:pt x="137804" y="474621"/>
                </a:lnTo>
                <a:lnTo>
                  <a:pt x="137440" y="475171"/>
                </a:lnTo>
                <a:lnTo>
                  <a:pt x="137088" y="475732"/>
                </a:lnTo>
                <a:lnTo>
                  <a:pt x="136748" y="476303"/>
                </a:lnTo>
                <a:lnTo>
                  <a:pt x="136421" y="476883"/>
                </a:lnTo>
                <a:lnTo>
                  <a:pt x="136106" y="477474"/>
                </a:lnTo>
                <a:lnTo>
                  <a:pt x="135803" y="478075"/>
                </a:lnTo>
                <a:lnTo>
                  <a:pt x="135512" y="478687"/>
                </a:lnTo>
                <a:lnTo>
                  <a:pt x="134248" y="478687"/>
                </a:lnTo>
                <a:lnTo>
                  <a:pt x="134248" y="463519"/>
                </a:lnTo>
                <a:lnTo>
                  <a:pt x="119839" y="463519"/>
                </a:lnTo>
                <a:lnTo>
                  <a:pt x="119839" y="560591"/>
                </a:lnTo>
                <a:lnTo>
                  <a:pt x="134754" y="560591"/>
                </a:lnTo>
                <a:lnTo>
                  <a:pt x="134754" y="502196"/>
                </a:lnTo>
                <a:lnTo>
                  <a:pt x="134759" y="501495"/>
                </a:lnTo>
                <a:lnTo>
                  <a:pt x="134776" y="500802"/>
                </a:lnTo>
                <a:lnTo>
                  <a:pt x="134804" y="500119"/>
                </a:lnTo>
                <a:lnTo>
                  <a:pt x="134843" y="499444"/>
                </a:lnTo>
                <a:lnTo>
                  <a:pt x="134894" y="498777"/>
                </a:lnTo>
                <a:lnTo>
                  <a:pt x="134955" y="498120"/>
                </a:lnTo>
                <a:lnTo>
                  <a:pt x="135028" y="497471"/>
                </a:lnTo>
                <a:close/>
                <a:moveTo>
                  <a:pt x="304735" y="506381"/>
                </a:moveTo>
                <a:lnTo>
                  <a:pt x="304679" y="505316"/>
                </a:lnTo>
                <a:lnTo>
                  <a:pt x="304610" y="504266"/>
                </a:lnTo>
                <a:lnTo>
                  <a:pt x="304529" y="503231"/>
                </a:lnTo>
                <a:lnTo>
                  <a:pt x="304435" y="502210"/>
                </a:lnTo>
                <a:lnTo>
                  <a:pt x="304329" y="501205"/>
                </a:lnTo>
                <a:lnTo>
                  <a:pt x="304210" y="500214"/>
                </a:lnTo>
                <a:lnTo>
                  <a:pt x="304079" y="499239"/>
                </a:lnTo>
                <a:lnTo>
                  <a:pt x="303935" y="498278"/>
                </a:lnTo>
                <a:lnTo>
                  <a:pt x="303778" y="497332"/>
                </a:lnTo>
                <a:lnTo>
                  <a:pt x="303610" y="496401"/>
                </a:lnTo>
                <a:lnTo>
                  <a:pt x="303428" y="495485"/>
                </a:lnTo>
                <a:lnTo>
                  <a:pt x="303234" y="494584"/>
                </a:lnTo>
                <a:lnTo>
                  <a:pt x="303028" y="493698"/>
                </a:lnTo>
                <a:lnTo>
                  <a:pt x="302809" y="492827"/>
                </a:lnTo>
                <a:lnTo>
                  <a:pt x="302578" y="491971"/>
                </a:lnTo>
                <a:lnTo>
                  <a:pt x="302334" y="491129"/>
                </a:lnTo>
                <a:lnTo>
                  <a:pt x="302077" y="490303"/>
                </a:lnTo>
                <a:lnTo>
                  <a:pt x="301808" y="489492"/>
                </a:lnTo>
                <a:lnTo>
                  <a:pt x="301527" y="488695"/>
                </a:lnTo>
                <a:lnTo>
                  <a:pt x="301233" y="487913"/>
                </a:lnTo>
                <a:lnTo>
                  <a:pt x="300929" y="487146"/>
                </a:lnTo>
                <a:lnTo>
                  <a:pt x="300616" y="486391"/>
                </a:lnTo>
                <a:lnTo>
                  <a:pt x="300294" y="485648"/>
                </a:lnTo>
                <a:lnTo>
                  <a:pt x="299964" y="484919"/>
                </a:lnTo>
                <a:lnTo>
                  <a:pt x="299625" y="484202"/>
                </a:lnTo>
                <a:lnTo>
                  <a:pt x="299278" y="483497"/>
                </a:lnTo>
                <a:lnTo>
                  <a:pt x="298922" y="482806"/>
                </a:lnTo>
                <a:lnTo>
                  <a:pt x="298558" y="482127"/>
                </a:lnTo>
                <a:lnTo>
                  <a:pt x="298185" y="481461"/>
                </a:lnTo>
                <a:lnTo>
                  <a:pt x="297803" y="480808"/>
                </a:lnTo>
                <a:lnTo>
                  <a:pt x="297413" y="480168"/>
                </a:lnTo>
                <a:lnTo>
                  <a:pt x="297015" y="479540"/>
                </a:lnTo>
                <a:lnTo>
                  <a:pt x="296607" y="478925"/>
                </a:lnTo>
                <a:lnTo>
                  <a:pt x="296192" y="478322"/>
                </a:lnTo>
                <a:lnTo>
                  <a:pt x="295767" y="477733"/>
                </a:lnTo>
                <a:lnTo>
                  <a:pt x="295335" y="477156"/>
                </a:lnTo>
                <a:lnTo>
                  <a:pt x="294893" y="476592"/>
                </a:lnTo>
                <a:lnTo>
                  <a:pt x="294443" y="476040"/>
                </a:lnTo>
                <a:lnTo>
                  <a:pt x="293985" y="475501"/>
                </a:lnTo>
                <a:lnTo>
                  <a:pt x="293518" y="474975"/>
                </a:lnTo>
                <a:lnTo>
                  <a:pt x="293042" y="474462"/>
                </a:lnTo>
                <a:lnTo>
                  <a:pt x="292558" y="473962"/>
                </a:lnTo>
                <a:lnTo>
                  <a:pt x="292065" y="473474"/>
                </a:lnTo>
                <a:lnTo>
                  <a:pt x="291564" y="472999"/>
                </a:lnTo>
                <a:lnTo>
                  <a:pt x="291056" y="472530"/>
                </a:lnTo>
                <a:lnTo>
                  <a:pt x="290543" y="472073"/>
                </a:lnTo>
                <a:lnTo>
                  <a:pt x="290026" y="471626"/>
                </a:lnTo>
                <a:lnTo>
                  <a:pt x="289505" y="471191"/>
                </a:lnTo>
                <a:lnTo>
                  <a:pt x="288978" y="470766"/>
                </a:lnTo>
                <a:lnTo>
                  <a:pt x="288447" y="470352"/>
                </a:lnTo>
                <a:lnTo>
                  <a:pt x="287912" y="469950"/>
                </a:lnTo>
                <a:lnTo>
                  <a:pt x="287372" y="469558"/>
                </a:lnTo>
                <a:lnTo>
                  <a:pt x="286827" y="469177"/>
                </a:lnTo>
                <a:lnTo>
                  <a:pt x="286277" y="468807"/>
                </a:lnTo>
                <a:lnTo>
                  <a:pt x="285724" y="468449"/>
                </a:lnTo>
                <a:lnTo>
                  <a:pt x="285165" y="468101"/>
                </a:lnTo>
                <a:lnTo>
                  <a:pt x="284602" y="467764"/>
                </a:lnTo>
                <a:lnTo>
                  <a:pt x="284034" y="467438"/>
                </a:lnTo>
                <a:lnTo>
                  <a:pt x="283462" y="467123"/>
                </a:lnTo>
                <a:lnTo>
                  <a:pt x="282885" y="466819"/>
                </a:lnTo>
                <a:lnTo>
                  <a:pt x="282303" y="466526"/>
                </a:lnTo>
                <a:lnTo>
                  <a:pt x="281717" y="466244"/>
                </a:lnTo>
                <a:lnTo>
                  <a:pt x="281126" y="465973"/>
                </a:lnTo>
                <a:lnTo>
                  <a:pt x="280530" y="465713"/>
                </a:lnTo>
                <a:lnTo>
                  <a:pt x="279930" y="465464"/>
                </a:lnTo>
                <a:lnTo>
                  <a:pt x="279326" y="465226"/>
                </a:lnTo>
                <a:lnTo>
                  <a:pt x="278716" y="464999"/>
                </a:lnTo>
                <a:lnTo>
                  <a:pt x="278103" y="464783"/>
                </a:lnTo>
                <a:lnTo>
                  <a:pt x="277486" y="464577"/>
                </a:lnTo>
                <a:lnTo>
                  <a:pt x="276869" y="464379"/>
                </a:lnTo>
                <a:lnTo>
                  <a:pt x="276251" y="464190"/>
                </a:lnTo>
                <a:lnTo>
                  <a:pt x="275633" y="464011"/>
                </a:lnTo>
                <a:lnTo>
                  <a:pt x="275013" y="463839"/>
                </a:lnTo>
                <a:lnTo>
                  <a:pt x="274394" y="463677"/>
                </a:lnTo>
                <a:lnTo>
                  <a:pt x="273773" y="463523"/>
                </a:lnTo>
                <a:lnTo>
                  <a:pt x="273152" y="463379"/>
                </a:lnTo>
                <a:lnTo>
                  <a:pt x="272530" y="463243"/>
                </a:lnTo>
                <a:lnTo>
                  <a:pt x="271908" y="463115"/>
                </a:lnTo>
                <a:lnTo>
                  <a:pt x="271285" y="462997"/>
                </a:lnTo>
                <a:lnTo>
                  <a:pt x="270661" y="462887"/>
                </a:lnTo>
                <a:lnTo>
                  <a:pt x="270037" y="462786"/>
                </a:lnTo>
                <a:lnTo>
                  <a:pt x="269412" y="462694"/>
                </a:lnTo>
                <a:lnTo>
                  <a:pt x="268786" y="462611"/>
                </a:lnTo>
                <a:lnTo>
                  <a:pt x="268159" y="462536"/>
                </a:lnTo>
                <a:lnTo>
                  <a:pt x="267532" y="462470"/>
                </a:lnTo>
                <a:lnTo>
                  <a:pt x="266905" y="462413"/>
                </a:lnTo>
                <a:lnTo>
                  <a:pt x="266276" y="462365"/>
                </a:lnTo>
                <a:lnTo>
                  <a:pt x="265647" y="462325"/>
                </a:lnTo>
                <a:lnTo>
                  <a:pt x="265018" y="462295"/>
                </a:lnTo>
                <a:lnTo>
                  <a:pt x="264387" y="462273"/>
                </a:lnTo>
                <a:lnTo>
                  <a:pt x="263756" y="462259"/>
                </a:lnTo>
                <a:lnTo>
                  <a:pt x="263125" y="462255"/>
                </a:lnTo>
                <a:lnTo>
                  <a:pt x="262035" y="462266"/>
                </a:lnTo>
                <a:lnTo>
                  <a:pt x="260957" y="462300"/>
                </a:lnTo>
                <a:lnTo>
                  <a:pt x="259890" y="462356"/>
                </a:lnTo>
                <a:lnTo>
                  <a:pt x="258834" y="462434"/>
                </a:lnTo>
                <a:lnTo>
                  <a:pt x="257790" y="462535"/>
                </a:lnTo>
                <a:lnTo>
                  <a:pt x="256757" y="462658"/>
                </a:lnTo>
                <a:lnTo>
                  <a:pt x="255736" y="462803"/>
                </a:lnTo>
                <a:lnTo>
                  <a:pt x="254726" y="462971"/>
                </a:lnTo>
                <a:lnTo>
                  <a:pt x="253728" y="463162"/>
                </a:lnTo>
                <a:lnTo>
                  <a:pt x="252741" y="463374"/>
                </a:lnTo>
                <a:lnTo>
                  <a:pt x="251765" y="463609"/>
                </a:lnTo>
                <a:lnTo>
                  <a:pt x="250801" y="463867"/>
                </a:lnTo>
                <a:lnTo>
                  <a:pt x="249848" y="464146"/>
                </a:lnTo>
                <a:lnTo>
                  <a:pt x="248907" y="464449"/>
                </a:lnTo>
                <a:lnTo>
                  <a:pt x="247977" y="464773"/>
                </a:lnTo>
                <a:lnTo>
                  <a:pt x="247058" y="465120"/>
                </a:lnTo>
                <a:lnTo>
                  <a:pt x="246151" y="465489"/>
                </a:lnTo>
                <a:lnTo>
                  <a:pt x="245255" y="465881"/>
                </a:lnTo>
                <a:lnTo>
                  <a:pt x="244371" y="466295"/>
                </a:lnTo>
                <a:lnTo>
                  <a:pt x="243498" y="466732"/>
                </a:lnTo>
                <a:lnTo>
                  <a:pt x="242637" y="467190"/>
                </a:lnTo>
                <a:lnTo>
                  <a:pt x="241787" y="467672"/>
                </a:lnTo>
                <a:lnTo>
                  <a:pt x="240948" y="468175"/>
                </a:lnTo>
                <a:lnTo>
                  <a:pt x="240121" y="468701"/>
                </a:lnTo>
                <a:lnTo>
                  <a:pt x="239312" y="469242"/>
                </a:lnTo>
                <a:lnTo>
                  <a:pt x="238518" y="469800"/>
                </a:lnTo>
                <a:lnTo>
                  <a:pt x="237739" y="470376"/>
                </a:lnTo>
                <a:lnTo>
                  <a:pt x="236975" y="470969"/>
                </a:lnTo>
                <a:lnTo>
                  <a:pt x="236226" y="471580"/>
                </a:lnTo>
                <a:lnTo>
                  <a:pt x="235491" y="472209"/>
                </a:lnTo>
                <a:lnTo>
                  <a:pt x="234772" y="472855"/>
                </a:lnTo>
                <a:lnTo>
                  <a:pt x="234068" y="473518"/>
                </a:lnTo>
                <a:lnTo>
                  <a:pt x="233378" y="474199"/>
                </a:lnTo>
                <a:lnTo>
                  <a:pt x="232704" y="474898"/>
                </a:lnTo>
                <a:lnTo>
                  <a:pt x="232044" y="475614"/>
                </a:lnTo>
                <a:lnTo>
                  <a:pt x="231399" y="476348"/>
                </a:lnTo>
                <a:lnTo>
                  <a:pt x="230769" y="477100"/>
                </a:lnTo>
                <a:lnTo>
                  <a:pt x="230155" y="477868"/>
                </a:lnTo>
                <a:lnTo>
                  <a:pt x="229555" y="478655"/>
                </a:lnTo>
                <a:lnTo>
                  <a:pt x="228970" y="479459"/>
                </a:lnTo>
                <a:lnTo>
                  <a:pt x="228400" y="480281"/>
                </a:lnTo>
                <a:lnTo>
                  <a:pt x="227844" y="481120"/>
                </a:lnTo>
                <a:lnTo>
                  <a:pt x="227304" y="481976"/>
                </a:lnTo>
                <a:lnTo>
                  <a:pt x="226779" y="482851"/>
                </a:lnTo>
                <a:lnTo>
                  <a:pt x="226268" y="483742"/>
                </a:lnTo>
                <a:lnTo>
                  <a:pt x="225773" y="484652"/>
                </a:lnTo>
                <a:lnTo>
                  <a:pt x="225292" y="485579"/>
                </a:lnTo>
                <a:lnTo>
                  <a:pt x="224827" y="486523"/>
                </a:lnTo>
                <a:lnTo>
                  <a:pt x="224383" y="487477"/>
                </a:lnTo>
                <a:lnTo>
                  <a:pt x="223959" y="488444"/>
                </a:lnTo>
                <a:lnTo>
                  <a:pt x="223553" y="489422"/>
                </a:lnTo>
                <a:lnTo>
                  <a:pt x="223166" y="490413"/>
                </a:lnTo>
                <a:lnTo>
                  <a:pt x="222798" y="491417"/>
                </a:lnTo>
                <a:lnTo>
                  <a:pt x="222449" y="492432"/>
                </a:lnTo>
                <a:lnTo>
                  <a:pt x="222119" y="493460"/>
                </a:lnTo>
                <a:lnTo>
                  <a:pt x="221807" y="494500"/>
                </a:lnTo>
                <a:lnTo>
                  <a:pt x="221515" y="495552"/>
                </a:lnTo>
                <a:lnTo>
                  <a:pt x="221241" y="496617"/>
                </a:lnTo>
                <a:lnTo>
                  <a:pt x="220986" y="497694"/>
                </a:lnTo>
                <a:lnTo>
                  <a:pt x="220750" y="498783"/>
                </a:lnTo>
                <a:lnTo>
                  <a:pt x="220533" y="499885"/>
                </a:lnTo>
                <a:lnTo>
                  <a:pt x="220335" y="500999"/>
                </a:lnTo>
                <a:lnTo>
                  <a:pt x="220156" y="502125"/>
                </a:lnTo>
                <a:lnTo>
                  <a:pt x="219996" y="503263"/>
                </a:lnTo>
                <a:lnTo>
                  <a:pt x="219854" y="504414"/>
                </a:lnTo>
                <a:lnTo>
                  <a:pt x="219731" y="505577"/>
                </a:lnTo>
                <a:lnTo>
                  <a:pt x="219628" y="506753"/>
                </a:lnTo>
                <a:lnTo>
                  <a:pt x="219543" y="507940"/>
                </a:lnTo>
                <a:lnTo>
                  <a:pt x="219477" y="509140"/>
                </a:lnTo>
                <a:lnTo>
                  <a:pt x="219429" y="510352"/>
                </a:lnTo>
                <a:lnTo>
                  <a:pt x="219401" y="511577"/>
                </a:lnTo>
                <a:lnTo>
                  <a:pt x="219392" y="512813"/>
                </a:lnTo>
                <a:lnTo>
                  <a:pt x="219401" y="514050"/>
                </a:lnTo>
                <a:lnTo>
                  <a:pt x="219429" y="515274"/>
                </a:lnTo>
                <a:lnTo>
                  <a:pt x="219477" y="516485"/>
                </a:lnTo>
                <a:lnTo>
                  <a:pt x="219543" y="517683"/>
                </a:lnTo>
                <a:lnTo>
                  <a:pt x="219628" y="518869"/>
                </a:lnTo>
                <a:lnTo>
                  <a:pt x="219731" y="520042"/>
                </a:lnTo>
                <a:lnTo>
                  <a:pt x="219854" y="521202"/>
                </a:lnTo>
                <a:lnTo>
                  <a:pt x="219996" y="522349"/>
                </a:lnTo>
                <a:lnTo>
                  <a:pt x="220156" y="523484"/>
                </a:lnTo>
                <a:lnTo>
                  <a:pt x="220335" y="524606"/>
                </a:lnTo>
                <a:lnTo>
                  <a:pt x="220533" y="525715"/>
                </a:lnTo>
                <a:lnTo>
                  <a:pt x="220750" y="526812"/>
                </a:lnTo>
                <a:lnTo>
                  <a:pt x="220986" y="527896"/>
                </a:lnTo>
                <a:lnTo>
                  <a:pt x="221241" y="528967"/>
                </a:lnTo>
                <a:lnTo>
                  <a:pt x="221515" y="530025"/>
                </a:lnTo>
                <a:lnTo>
                  <a:pt x="221807" y="531071"/>
                </a:lnTo>
                <a:lnTo>
                  <a:pt x="222119" y="532103"/>
                </a:lnTo>
                <a:lnTo>
                  <a:pt x="222449" y="533124"/>
                </a:lnTo>
                <a:lnTo>
                  <a:pt x="222798" y="534131"/>
                </a:lnTo>
                <a:lnTo>
                  <a:pt x="223166" y="535126"/>
                </a:lnTo>
                <a:lnTo>
                  <a:pt x="223553" y="536108"/>
                </a:lnTo>
                <a:lnTo>
                  <a:pt x="223959" y="537077"/>
                </a:lnTo>
                <a:lnTo>
                  <a:pt x="224383" y="538034"/>
                </a:lnTo>
                <a:lnTo>
                  <a:pt x="224827" y="538977"/>
                </a:lnTo>
                <a:lnTo>
                  <a:pt x="225293" y="539901"/>
                </a:lnTo>
                <a:lnTo>
                  <a:pt x="225775" y="540807"/>
                </a:lnTo>
                <a:lnTo>
                  <a:pt x="226273" y="541697"/>
                </a:lnTo>
                <a:lnTo>
                  <a:pt x="226788" y="542569"/>
                </a:lnTo>
                <a:lnTo>
                  <a:pt x="227318" y="543424"/>
                </a:lnTo>
                <a:lnTo>
                  <a:pt x="227864" y="544262"/>
                </a:lnTo>
                <a:lnTo>
                  <a:pt x="228426" y="545083"/>
                </a:lnTo>
                <a:lnTo>
                  <a:pt x="229005" y="545887"/>
                </a:lnTo>
                <a:lnTo>
                  <a:pt x="229599" y="546674"/>
                </a:lnTo>
                <a:lnTo>
                  <a:pt x="230209" y="547443"/>
                </a:lnTo>
                <a:lnTo>
                  <a:pt x="230836" y="548196"/>
                </a:lnTo>
                <a:lnTo>
                  <a:pt x="231478" y="548931"/>
                </a:lnTo>
                <a:lnTo>
                  <a:pt x="232137" y="549649"/>
                </a:lnTo>
                <a:lnTo>
                  <a:pt x="232811" y="550350"/>
                </a:lnTo>
                <a:lnTo>
                  <a:pt x="233502" y="551034"/>
                </a:lnTo>
                <a:lnTo>
                  <a:pt x="234208" y="551701"/>
                </a:lnTo>
                <a:lnTo>
                  <a:pt x="234931" y="552351"/>
                </a:lnTo>
                <a:lnTo>
                  <a:pt x="235669" y="552984"/>
                </a:lnTo>
                <a:lnTo>
                  <a:pt x="236424" y="553599"/>
                </a:lnTo>
                <a:lnTo>
                  <a:pt x="237194" y="554198"/>
                </a:lnTo>
                <a:lnTo>
                  <a:pt x="237981" y="554779"/>
                </a:lnTo>
                <a:lnTo>
                  <a:pt x="238783" y="555343"/>
                </a:lnTo>
                <a:lnTo>
                  <a:pt x="239602" y="555890"/>
                </a:lnTo>
                <a:lnTo>
                  <a:pt x="240437" y="556420"/>
                </a:lnTo>
                <a:lnTo>
                  <a:pt x="241291" y="556925"/>
                </a:lnTo>
                <a:lnTo>
                  <a:pt x="242159" y="557409"/>
                </a:lnTo>
                <a:lnTo>
                  <a:pt x="243041" y="557872"/>
                </a:lnTo>
                <a:lnTo>
                  <a:pt x="243935" y="558312"/>
                </a:lnTo>
                <a:lnTo>
                  <a:pt x="244843" y="558732"/>
                </a:lnTo>
                <a:lnTo>
                  <a:pt x="245765" y="559130"/>
                </a:lnTo>
                <a:lnTo>
                  <a:pt x="246700" y="559506"/>
                </a:lnTo>
                <a:lnTo>
                  <a:pt x="247648" y="559861"/>
                </a:lnTo>
                <a:lnTo>
                  <a:pt x="248610" y="560194"/>
                </a:lnTo>
                <a:lnTo>
                  <a:pt x="249585" y="560506"/>
                </a:lnTo>
                <a:lnTo>
                  <a:pt x="250573" y="560796"/>
                </a:lnTo>
                <a:lnTo>
                  <a:pt x="251575" y="561065"/>
                </a:lnTo>
                <a:lnTo>
                  <a:pt x="252590" y="561312"/>
                </a:lnTo>
                <a:lnTo>
                  <a:pt x="253619" y="561538"/>
                </a:lnTo>
                <a:lnTo>
                  <a:pt x="254661" y="561742"/>
                </a:lnTo>
                <a:lnTo>
                  <a:pt x="255716" y="561925"/>
                </a:lnTo>
                <a:lnTo>
                  <a:pt x="256785" y="562087"/>
                </a:lnTo>
                <a:lnTo>
                  <a:pt x="257867" y="562226"/>
                </a:lnTo>
                <a:lnTo>
                  <a:pt x="258963" y="562345"/>
                </a:lnTo>
                <a:lnTo>
                  <a:pt x="260072" y="562441"/>
                </a:lnTo>
                <a:lnTo>
                  <a:pt x="261194" y="562517"/>
                </a:lnTo>
                <a:lnTo>
                  <a:pt x="262330" y="562570"/>
                </a:lnTo>
                <a:lnTo>
                  <a:pt x="263479" y="562603"/>
                </a:lnTo>
                <a:lnTo>
                  <a:pt x="264641" y="562613"/>
                </a:lnTo>
                <a:lnTo>
                  <a:pt x="265460" y="562608"/>
                </a:lnTo>
                <a:lnTo>
                  <a:pt x="266271" y="562592"/>
                </a:lnTo>
                <a:lnTo>
                  <a:pt x="267076" y="562566"/>
                </a:lnTo>
                <a:lnTo>
                  <a:pt x="267873" y="562529"/>
                </a:lnTo>
                <a:lnTo>
                  <a:pt x="268664" y="562482"/>
                </a:lnTo>
                <a:lnTo>
                  <a:pt x="269448" y="562424"/>
                </a:lnTo>
                <a:lnTo>
                  <a:pt x="270226" y="562355"/>
                </a:lnTo>
                <a:lnTo>
                  <a:pt x="270996" y="562276"/>
                </a:lnTo>
                <a:lnTo>
                  <a:pt x="271760" y="562187"/>
                </a:lnTo>
                <a:lnTo>
                  <a:pt x="272517" y="562087"/>
                </a:lnTo>
                <a:lnTo>
                  <a:pt x="273267" y="561976"/>
                </a:lnTo>
                <a:lnTo>
                  <a:pt x="274010" y="561855"/>
                </a:lnTo>
                <a:lnTo>
                  <a:pt x="274747" y="561723"/>
                </a:lnTo>
                <a:lnTo>
                  <a:pt x="275477" y="561581"/>
                </a:lnTo>
                <a:lnTo>
                  <a:pt x="276200" y="561428"/>
                </a:lnTo>
                <a:lnTo>
                  <a:pt x="276916" y="561265"/>
                </a:lnTo>
                <a:lnTo>
                  <a:pt x="277625" y="561091"/>
                </a:lnTo>
                <a:lnTo>
                  <a:pt x="278328" y="560907"/>
                </a:lnTo>
                <a:lnTo>
                  <a:pt x="279023" y="560712"/>
                </a:lnTo>
                <a:lnTo>
                  <a:pt x="279712" y="560507"/>
                </a:lnTo>
                <a:lnTo>
                  <a:pt x="280394" y="560291"/>
                </a:lnTo>
                <a:lnTo>
                  <a:pt x="281070" y="560064"/>
                </a:lnTo>
                <a:lnTo>
                  <a:pt x="281738" y="559827"/>
                </a:lnTo>
                <a:lnTo>
                  <a:pt x="282400" y="559580"/>
                </a:lnTo>
                <a:lnTo>
                  <a:pt x="283054" y="559318"/>
                </a:lnTo>
                <a:lnTo>
                  <a:pt x="283699" y="559047"/>
                </a:lnTo>
                <a:lnTo>
                  <a:pt x="284335" y="558768"/>
                </a:lnTo>
                <a:lnTo>
                  <a:pt x="284963" y="558481"/>
                </a:lnTo>
                <a:lnTo>
                  <a:pt x="285582" y="558185"/>
                </a:lnTo>
                <a:lnTo>
                  <a:pt x="286192" y="557881"/>
                </a:lnTo>
                <a:lnTo>
                  <a:pt x="286793" y="557569"/>
                </a:lnTo>
                <a:lnTo>
                  <a:pt x="287386" y="557249"/>
                </a:lnTo>
                <a:lnTo>
                  <a:pt x="287969" y="556920"/>
                </a:lnTo>
                <a:lnTo>
                  <a:pt x="288544" y="556582"/>
                </a:lnTo>
                <a:lnTo>
                  <a:pt x="289110" y="556237"/>
                </a:lnTo>
                <a:lnTo>
                  <a:pt x="289668" y="555883"/>
                </a:lnTo>
                <a:lnTo>
                  <a:pt x="290216" y="555521"/>
                </a:lnTo>
                <a:lnTo>
                  <a:pt x="290756" y="555150"/>
                </a:lnTo>
                <a:lnTo>
                  <a:pt x="291287" y="554771"/>
                </a:lnTo>
                <a:lnTo>
                  <a:pt x="291809" y="554384"/>
                </a:lnTo>
                <a:lnTo>
                  <a:pt x="292323" y="553988"/>
                </a:lnTo>
                <a:lnTo>
                  <a:pt x="292828" y="553584"/>
                </a:lnTo>
                <a:lnTo>
                  <a:pt x="293324" y="553172"/>
                </a:lnTo>
                <a:lnTo>
                  <a:pt x="293811" y="552751"/>
                </a:lnTo>
                <a:lnTo>
                  <a:pt x="294289" y="552322"/>
                </a:lnTo>
                <a:lnTo>
                  <a:pt x="294759" y="551885"/>
                </a:lnTo>
                <a:lnTo>
                  <a:pt x="295220" y="551439"/>
                </a:lnTo>
                <a:lnTo>
                  <a:pt x="295672" y="550985"/>
                </a:lnTo>
                <a:lnTo>
                  <a:pt x="296114" y="550518"/>
                </a:lnTo>
                <a:lnTo>
                  <a:pt x="296545" y="550046"/>
                </a:lnTo>
                <a:lnTo>
                  <a:pt x="296966" y="549567"/>
                </a:lnTo>
                <a:lnTo>
                  <a:pt x="297376" y="549082"/>
                </a:lnTo>
                <a:lnTo>
                  <a:pt x="297775" y="548591"/>
                </a:lnTo>
                <a:lnTo>
                  <a:pt x="298164" y="548094"/>
                </a:lnTo>
                <a:lnTo>
                  <a:pt x="298542" y="547590"/>
                </a:lnTo>
                <a:lnTo>
                  <a:pt x="298909" y="547081"/>
                </a:lnTo>
                <a:lnTo>
                  <a:pt x="299265" y="546565"/>
                </a:lnTo>
                <a:lnTo>
                  <a:pt x="299610" y="546043"/>
                </a:lnTo>
                <a:lnTo>
                  <a:pt x="299945" y="545515"/>
                </a:lnTo>
                <a:lnTo>
                  <a:pt x="300269" y="544981"/>
                </a:lnTo>
                <a:lnTo>
                  <a:pt x="300582" y="544441"/>
                </a:lnTo>
                <a:lnTo>
                  <a:pt x="300885" y="543895"/>
                </a:lnTo>
                <a:lnTo>
                  <a:pt x="301177" y="543342"/>
                </a:lnTo>
                <a:lnTo>
                  <a:pt x="301458" y="542783"/>
                </a:lnTo>
                <a:lnTo>
                  <a:pt x="301728" y="542218"/>
                </a:lnTo>
                <a:lnTo>
                  <a:pt x="301987" y="541647"/>
                </a:lnTo>
                <a:lnTo>
                  <a:pt x="302236" y="541070"/>
                </a:lnTo>
                <a:lnTo>
                  <a:pt x="302474" y="540487"/>
                </a:lnTo>
                <a:lnTo>
                  <a:pt x="302701" y="539898"/>
                </a:lnTo>
                <a:lnTo>
                  <a:pt x="302918" y="539302"/>
                </a:lnTo>
                <a:lnTo>
                  <a:pt x="303124" y="538700"/>
                </a:lnTo>
                <a:lnTo>
                  <a:pt x="303319" y="538093"/>
                </a:lnTo>
                <a:lnTo>
                  <a:pt x="288909" y="534048"/>
                </a:lnTo>
                <a:lnTo>
                  <a:pt x="288749" y="534466"/>
                </a:lnTo>
                <a:lnTo>
                  <a:pt x="288582" y="534879"/>
                </a:lnTo>
                <a:lnTo>
                  <a:pt x="288411" y="535286"/>
                </a:lnTo>
                <a:lnTo>
                  <a:pt x="288234" y="535688"/>
                </a:lnTo>
                <a:lnTo>
                  <a:pt x="288051" y="536083"/>
                </a:lnTo>
                <a:lnTo>
                  <a:pt x="287863" y="536473"/>
                </a:lnTo>
                <a:lnTo>
                  <a:pt x="287669" y="536857"/>
                </a:lnTo>
                <a:lnTo>
                  <a:pt x="287470" y="537236"/>
                </a:lnTo>
                <a:lnTo>
                  <a:pt x="287265" y="537609"/>
                </a:lnTo>
                <a:lnTo>
                  <a:pt x="287055" y="537976"/>
                </a:lnTo>
                <a:lnTo>
                  <a:pt x="286840" y="538337"/>
                </a:lnTo>
                <a:lnTo>
                  <a:pt x="286618" y="538693"/>
                </a:lnTo>
                <a:lnTo>
                  <a:pt x="286392" y="539043"/>
                </a:lnTo>
                <a:lnTo>
                  <a:pt x="286160" y="539387"/>
                </a:lnTo>
                <a:lnTo>
                  <a:pt x="285922" y="539726"/>
                </a:lnTo>
                <a:lnTo>
                  <a:pt x="285679" y="540059"/>
                </a:lnTo>
                <a:lnTo>
                  <a:pt x="285431" y="540386"/>
                </a:lnTo>
                <a:lnTo>
                  <a:pt x="285177" y="540707"/>
                </a:lnTo>
                <a:lnTo>
                  <a:pt x="284917" y="541023"/>
                </a:lnTo>
                <a:lnTo>
                  <a:pt x="284652" y="541333"/>
                </a:lnTo>
                <a:lnTo>
                  <a:pt x="284382" y="541638"/>
                </a:lnTo>
                <a:lnTo>
                  <a:pt x="284106" y="541936"/>
                </a:lnTo>
                <a:lnTo>
                  <a:pt x="283825" y="542229"/>
                </a:lnTo>
                <a:lnTo>
                  <a:pt x="283538" y="542516"/>
                </a:lnTo>
                <a:lnTo>
                  <a:pt x="283246" y="542793"/>
                </a:lnTo>
                <a:lnTo>
                  <a:pt x="282949" y="543063"/>
                </a:lnTo>
                <a:lnTo>
                  <a:pt x="282648" y="543328"/>
                </a:lnTo>
                <a:lnTo>
                  <a:pt x="282342" y="543587"/>
                </a:lnTo>
                <a:lnTo>
                  <a:pt x="282032" y="543841"/>
                </a:lnTo>
                <a:lnTo>
                  <a:pt x="281717" y="544088"/>
                </a:lnTo>
                <a:lnTo>
                  <a:pt x="281397" y="544331"/>
                </a:lnTo>
                <a:lnTo>
                  <a:pt x="281073" y="544567"/>
                </a:lnTo>
                <a:lnTo>
                  <a:pt x="280744" y="544797"/>
                </a:lnTo>
                <a:lnTo>
                  <a:pt x="280411" y="545022"/>
                </a:lnTo>
                <a:lnTo>
                  <a:pt x="280073" y="545242"/>
                </a:lnTo>
                <a:lnTo>
                  <a:pt x="279730" y="545455"/>
                </a:lnTo>
                <a:lnTo>
                  <a:pt x="279383" y="545663"/>
                </a:lnTo>
                <a:lnTo>
                  <a:pt x="279031" y="545865"/>
                </a:lnTo>
                <a:lnTo>
                  <a:pt x="278674" y="546061"/>
                </a:lnTo>
                <a:lnTo>
                  <a:pt x="278313" y="546252"/>
                </a:lnTo>
                <a:lnTo>
                  <a:pt x="277948" y="546437"/>
                </a:lnTo>
                <a:lnTo>
                  <a:pt x="277577" y="546616"/>
                </a:lnTo>
                <a:lnTo>
                  <a:pt x="277202" y="546790"/>
                </a:lnTo>
                <a:lnTo>
                  <a:pt x="276823" y="546958"/>
                </a:lnTo>
                <a:lnTo>
                  <a:pt x="276439" y="547120"/>
                </a:lnTo>
                <a:lnTo>
                  <a:pt x="276050" y="547276"/>
                </a:lnTo>
                <a:lnTo>
                  <a:pt x="275657" y="547427"/>
                </a:lnTo>
                <a:lnTo>
                  <a:pt x="275259" y="547572"/>
                </a:lnTo>
                <a:lnTo>
                  <a:pt x="274862" y="547706"/>
                </a:lnTo>
                <a:lnTo>
                  <a:pt x="274461" y="547835"/>
                </a:lnTo>
                <a:lnTo>
                  <a:pt x="274056" y="547957"/>
                </a:lnTo>
                <a:lnTo>
                  <a:pt x="273647" y="548074"/>
                </a:lnTo>
                <a:lnTo>
                  <a:pt x="273234" y="548186"/>
                </a:lnTo>
                <a:lnTo>
                  <a:pt x="272818" y="548291"/>
                </a:lnTo>
                <a:lnTo>
                  <a:pt x="272397" y="548391"/>
                </a:lnTo>
                <a:lnTo>
                  <a:pt x="271972" y="548485"/>
                </a:lnTo>
                <a:lnTo>
                  <a:pt x="271544" y="548574"/>
                </a:lnTo>
                <a:lnTo>
                  <a:pt x="271111" y="548656"/>
                </a:lnTo>
                <a:lnTo>
                  <a:pt x="270675" y="548733"/>
                </a:lnTo>
                <a:lnTo>
                  <a:pt x="270234" y="548805"/>
                </a:lnTo>
                <a:lnTo>
                  <a:pt x="269790" y="548870"/>
                </a:lnTo>
                <a:lnTo>
                  <a:pt x="269342" y="548930"/>
                </a:lnTo>
                <a:lnTo>
                  <a:pt x="268889" y="548984"/>
                </a:lnTo>
                <a:lnTo>
                  <a:pt x="268433" y="549033"/>
                </a:lnTo>
                <a:lnTo>
                  <a:pt x="267973" y="549076"/>
                </a:lnTo>
                <a:lnTo>
                  <a:pt x="267509" y="549113"/>
                </a:lnTo>
                <a:lnTo>
                  <a:pt x="267041" y="549144"/>
                </a:lnTo>
                <a:lnTo>
                  <a:pt x="266569" y="549170"/>
                </a:lnTo>
                <a:lnTo>
                  <a:pt x="266093" y="549190"/>
                </a:lnTo>
                <a:lnTo>
                  <a:pt x="265613" y="549204"/>
                </a:lnTo>
                <a:lnTo>
                  <a:pt x="265129" y="549213"/>
                </a:lnTo>
                <a:lnTo>
                  <a:pt x="264641" y="549215"/>
                </a:lnTo>
                <a:lnTo>
                  <a:pt x="263892" y="549209"/>
                </a:lnTo>
                <a:lnTo>
                  <a:pt x="263151" y="549188"/>
                </a:lnTo>
                <a:lnTo>
                  <a:pt x="262417" y="549154"/>
                </a:lnTo>
                <a:lnTo>
                  <a:pt x="261690" y="549107"/>
                </a:lnTo>
                <a:lnTo>
                  <a:pt x="260972" y="549045"/>
                </a:lnTo>
                <a:lnTo>
                  <a:pt x="260261" y="548971"/>
                </a:lnTo>
                <a:lnTo>
                  <a:pt x="259558" y="548882"/>
                </a:lnTo>
                <a:lnTo>
                  <a:pt x="258862" y="548780"/>
                </a:lnTo>
                <a:lnTo>
                  <a:pt x="258174" y="548664"/>
                </a:lnTo>
                <a:lnTo>
                  <a:pt x="257494" y="548535"/>
                </a:lnTo>
                <a:lnTo>
                  <a:pt x="256822" y="548392"/>
                </a:lnTo>
                <a:lnTo>
                  <a:pt x="256157" y="548236"/>
                </a:lnTo>
                <a:lnTo>
                  <a:pt x="255500" y="548066"/>
                </a:lnTo>
                <a:lnTo>
                  <a:pt x="254851" y="547882"/>
                </a:lnTo>
                <a:lnTo>
                  <a:pt x="254209" y="547685"/>
                </a:lnTo>
                <a:lnTo>
                  <a:pt x="253575" y="547474"/>
                </a:lnTo>
                <a:lnTo>
                  <a:pt x="252948" y="547249"/>
                </a:lnTo>
                <a:lnTo>
                  <a:pt x="252330" y="547011"/>
                </a:lnTo>
                <a:lnTo>
                  <a:pt x="251719" y="546760"/>
                </a:lnTo>
                <a:lnTo>
                  <a:pt x="251115" y="546494"/>
                </a:lnTo>
                <a:lnTo>
                  <a:pt x="250520" y="546215"/>
                </a:lnTo>
                <a:lnTo>
                  <a:pt x="249932" y="545923"/>
                </a:lnTo>
                <a:lnTo>
                  <a:pt x="249351" y="545617"/>
                </a:lnTo>
                <a:lnTo>
                  <a:pt x="248779" y="545297"/>
                </a:lnTo>
                <a:lnTo>
                  <a:pt x="248215" y="544959"/>
                </a:lnTo>
                <a:lnTo>
                  <a:pt x="247662" y="544609"/>
                </a:lnTo>
                <a:lnTo>
                  <a:pt x="247119" y="544246"/>
                </a:lnTo>
                <a:lnTo>
                  <a:pt x="246586" y="543870"/>
                </a:lnTo>
                <a:lnTo>
                  <a:pt x="246064" y="543482"/>
                </a:lnTo>
                <a:lnTo>
                  <a:pt x="245552" y="543081"/>
                </a:lnTo>
                <a:lnTo>
                  <a:pt x="245050" y="542668"/>
                </a:lnTo>
                <a:lnTo>
                  <a:pt x="244559" y="542243"/>
                </a:lnTo>
                <a:lnTo>
                  <a:pt x="244077" y="541804"/>
                </a:lnTo>
                <a:lnTo>
                  <a:pt x="243607" y="541354"/>
                </a:lnTo>
                <a:lnTo>
                  <a:pt x="243146" y="540891"/>
                </a:lnTo>
                <a:lnTo>
                  <a:pt x="242696" y="540415"/>
                </a:lnTo>
                <a:lnTo>
                  <a:pt x="242256" y="539927"/>
                </a:lnTo>
                <a:lnTo>
                  <a:pt x="241827" y="539426"/>
                </a:lnTo>
                <a:lnTo>
                  <a:pt x="241407" y="538913"/>
                </a:lnTo>
                <a:lnTo>
                  <a:pt x="240998" y="538388"/>
                </a:lnTo>
                <a:lnTo>
                  <a:pt x="240600" y="537849"/>
                </a:lnTo>
                <a:lnTo>
                  <a:pt x="240211" y="537299"/>
                </a:lnTo>
                <a:lnTo>
                  <a:pt x="239833" y="536736"/>
                </a:lnTo>
                <a:lnTo>
                  <a:pt x="239466" y="536160"/>
                </a:lnTo>
                <a:lnTo>
                  <a:pt x="239108" y="535572"/>
                </a:lnTo>
                <a:lnTo>
                  <a:pt x="238761" y="534971"/>
                </a:lnTo>
                <a:lnTo>
                  <a:pt x="238425" y="534358"/>
                </a:lnTo>
                <a:lnTo>
                  <a:pt x="238098" y="533732"/>
                </a:lnTo>
                <a:lnTo>
                  <a:pt x="237789" y="533089"/>
                </a:lnTo>
                <a:lnTo>
                  <a:pt x="237493" y="532434"/>
                </a:lnTo>
                <a:lnTo>
                  <a:pt x="237210" y="531768"/>
                </a:lnTo>
                <a:lnTo>
                  <a:pt x="236940" y="531090"/>
                </a:lnTo>
                <a:lnTo>
                  <a:pt x="236683" y="530400"/>
                </a:lnTo>
                <a:lnTo>
                  <a:pt x="236439" y="529699"/>
                </a:lnTo>
                <a:lnTo>
                  <a:pt x="236209" y="528986"/>
                </a:lnTo>
                <a:lnTo>
                  <a:pt x="235992" y="528262"/>
                </a:lnTo>
                <a:lnTo>
                  <a:pt x="235788" y="527526"/>
                </a:lnTo>
                <a:lnTo>
                  <a:pt x="235597" y="526778"/>
                </a:lnTo>
                <a:lnTo>
                  <a:pt x="235419" y="526019"/>
                </a:lnTo>
                <a:lnTo>
                  <a:pt x="235254" y="525248"/>
                </a:lnTo>
                <a:lnTo>
                  <a:pt x="235103" y="524465"/>
                </a:lnTo>
                <a:lnTo>
                  <a:pt x="234965" y="523671"/>
                </a:lnTo>
                <a:lnTo>
                  <a:pt x="234840" y="522865"/>
                </a:lnTo>
                <a:lnTo>
                  <a:pt x="234728" y="522047"/>
                </a:lnTo>
                <a:lnTo>
                  <a:pt x="234629" y="521218"/>
                </a:lnTo>
                <a:lnTo>
                  <a:pt x="234543" y="520377"/>
                </a:lnTo>
                <a:lnTo>
                  <a:pt x="234471" y="519525"/>
                </a:lnTo>
                <a:lnTo>
                  <a:pt x="234412" y="518661"/>
                </a:lnTo>
                <a:lnTo>
                  <a:pt x="234366" y="517785"/>
                </a:lnTo>
                <a:lnTo>
                  <a:pt x="234341" y="517111"/>
                </a:lnTo>
                <a:lnTo>
                  <a:pt x="304835" y="517111"/>
                </a:lnTo>
                <a:lnTo>
                  <a:pt x="304835" y="510791"/>
                </a:lnTo>
                <a:lnTo>
                  <a:pt x="304829" y="509666"/>
                </a:lnTo>
                <a:lnTo>
                  <a:pt x="304810" y="508556"/>
                </a:lnTo>
                <a:lnTo>
                  <a:pt x="304779" y="507461"/>
                </a:lnTo>
                <a:lnTo>
                  <a:pt x="304735" y="506381"/>
                </a:lnTo>
                <a:close/>
                <a:moveTo>
                  <a:pt x="234693" y="501255"/>
                </a:moveTo>
                <a:lnTo>
                  <a:pt x="234795" y="500616"/>
                </a:lnTo>
                <a:lnTo>
                  <a:pt x="234910" y="499981"/>
                </a:lnTo>
                <a:lnTo>
                  <a:pt x="235037" y="499349"/>
                </a:lnTo>
                <a:lnTo>
                  <a:pt x="235175" y="498720"/>
                </a:lnTo>
                <a:lnTo>
                  <a:pt x="235326" y="498095"/>
                </a:lnTo>
                <a:lnTo>
                  <a:pt x="235489" y="497474"/>
                </a:lnTo>
                <a:lnTo>
                  <a:pt x="235664" y="496856"/>
                </a:lnTo>
                <a:lnTo>
                  <a:pt x="235851" y="496242"/>
                </a:lnTo>
                <a:lnTo>
                  <a:pt x="236050" y="495631"/>
                </a:lnTo>
                <a:lnTo>
                  <a:pt x="236262" y="495023"/>
                </a:lnTo>
                <a:lnTo>
                  <a:pt x="236485" y="494419"/>
                </a:lnTo>
                <a:lnTo>
                  <a:pt x="236720" y="493819"/>
                </a:lnTo>
                <a:lnTo>
                  <a:pt x="236968" y="493222"/>
                </a:lnTo>
                <a:lnTo>
                  <a:pt x="237227" y="492629"/>
                </a:lnTo>
                <a:lnTo>
                  <a:pt x="237499" y="492039"/>
                </a:lnTo>
                <a:lnTo>
                  <a:pt x="237782" y="491453"/>
                </a:lnTo>
                <a:lnTo>
                  <a:pt x="238077" y="490873"/>
                </a:lnTo>
                <a:lnTo>
                  <a:pt x="238382" y="490302"/>
                </a:lnTo>
                <a:lnTo>
                  <a:pt x="238698" y="489740"/>
                </a:lnTo>
                <a:lnTo>
                  <a:pt x="239023" y="489188"/>
                </a:lnTo>
                <a:lnTo>
                  <a:pt x="239359" y="488645"/>
                </a:lnTo>
                <a:lnTo>
                  <a:pt x="239706" y="488111"/>
                </a:lnTo>
                <a:lnTo>
                  <a:pt x="240063" y="487586"/>
                </a:lnTo>
                <a:lnTo>
                  <a:pt x="240430" y="487071"/>
                </a:lnTo>
                <a:lnTo>
                  <a:pt x="240807" y="486565"/>
                </a:lnTo>
                <a:lnTo>
                  <a:pt x="241195" y="486068"/>
                </a:lnTo>
                <a:lnTo>
                  <a:pt x="241592" y="485580"/>
                </a:lnTo>
                <a:lnTo>
                  <a:pt x="242001" y="485101"/>
                </a:lnTo>
                <a:lnTo>
                  <a:pt x="242419" y="484632"/>
                </a:lnTo>
                <a:lnTo>
                  <a:pt x="242848" y="484172"/>
                </a:lnTo>
                <a:lnTo>
                  <a:pt x="243287" y="483721"/>
                </a:lnTo>
                <a:lnTo>
                  <a:pt x="243737" y="483279"/>
                </a:lnTo>
                <a:lnTo>
                  <a:pt x="244197" y="482846"/>
                </a:lnTo>
                <a:lnTo>
                  <a:pt x="244667" y="482423"/>
                </a:lnTo>
                <a:lnTo>
                  <a:pt x="245147" y="482009"/>
                </a:lnTo>
                <a:lnTo>
                  <a:pt x="245638" y="481604"/>
                </a:lnTo>
                <a:lnTo>
                  <a:pt x="246139" y="481209"/>
                </a:lnTo>
                <a:lnTo>
                  <a:pt x="246651" y="480822"/>
                </a:lnTo>
                <a:lnTo>
                  <a:pt x="247172" y="480445"/>
                </a:lnTo>
                <a:lnTo>
                  <a:pt x="247704" y="480077"/>
                </a:lnTo>
                <a:lnTo>
                  <a:pt x="248251" y="479716"/>
                </a:lnTo>
                <a:lnTo>
                  <a:pt x="248806" y="479370"/>
                </a:lnTo>
                <a:lnTo>
                  <a:pt x="249369" y="479040"/>
                </a:lnTo>
                <a:lnTo>
                  <a:pt x="249941" y="478725"/>
                </a:lnTo>
                <a:lnTo>
                  <a:pt x="250521" y="478426"/>
                </a:lnTo>
                <a:lnTo>
                  <a:pt x="251109" y="478141"/>
                </a:lnTo>
                <a:lnTo>
                  <a:pt x="251706" y="477873"/>
                </a:lnTo>
                <a:lnTo>
                  <a:pt x="252311" y="477619"/>
                </a:lnTo>
                <a:lnTo>
                  <a:pt x="252924" y="477381"/>
                </a:lnTo>
                <a:lnTo>
                  <a:pt x="253546" y="477158"/>
                </a:lnTo>
                <a:lnTo>
                  <a:pt x="254176" y="476951"/>
                </a:lnTo>
                <a:lnTo>
                  <a:pt x="254814" y="476759"/>
                </a:lnTo>
                <a:lnTo>
                  <a:pt x="255461" y="476582"/>
                </a:lnTo>
                <a:lnTo>
                  <a:pt x="256116" y="476421"/>
                </a:lnTo>
                <a:lnTo>
                  <a:pt x="256779" y="476275"/>
                </a:lnTo>
                <a:lnTo>
                  <a:pt x="257451" y="476145"/>
                </a:lnTo>
                <a:lnTo>
                  <a:pt x="258131" y="476029"/>
                </a:lnTo>
                <a:lnTo>
                  <a:pt x="258819" y="475929"/>
                </a:lnTo>
                <a:lnTo>
                  <a:pt x="259516" y="475845"/>
                </a:lnTo>
                <a:lnTo>
                  <a:pt x="260221" y="475776"/>
                </a:lnTo>
                <a:lnTo>
                  <a:pt x="260934" y="475722"/>
                </a:lnTo>
                <a:lnTo>
                  <a:pt x="261656" y="475684"/>
                </a:lnTo>
                <a:lnTo>
                  <a:pt x="262386" y="475661"/>
                </a:lnTo>
                <a:lnTo>
                  <a:pt x="263125" y="475653"/>
                </a:lnTo>
                <a:lnTo>
                  <a:pt x="263795" y="475659"/>
                </a:lnTo>
                <a:lnTo>
                  <a:pt x="264458" y="475679"/>
                </a:lnTo>
                <a:lnTo>
                  <a:pt x="265113" y="475711"/>
                </a:lnTo>
                <a:lnTo>
                  <a:pt x="265761" y="475757"/>
                </a:lnTo>
                <a:lnTo>
                  <a:pt x="266402" y="475815"/>
                </a:lnTo>
                <a:lnTo>
                  <a:pt x="267035" y="475886"/>
                </a:lnTo>
                <a:lnTo>
                  <a:pt x="267661" y="475970"/>
                </a:lnTo>
                <a:lnTo>
                  <a:pt x="268279" y="476067"/>
                </a:lnTo>
                <a:lnTo>
                  <a:pt x="268889" y="476177"/>
                </a:lnTo>
                <a:lnTo>
                  <a:pt x="269493" y="476300"/>
                </a:lnTo>
                <a:lnTo>
                  <a:pt x="270088" y="476436"/>
                </a:lnTo>
                <a:lnTo>
                  <a:pt x="270677" y="476585"/>
                </a:lnTo>
                <a:lnTo>
                  <a:pt x="271258" y="476747"/>
                </a:lnTo>
                <a:lnTo>
                  <a:pt x="271831" y="476922"/>
                </a:lnTo>
                <a:lnTo>
                  <a:pt x="272397" y="477110"/>
                </a:lnTo>
                <a:lnTo>
                  <a:pt x="272955" y="477310"/>
                </a:lnTo>
                <a:lnTo>
                  <a:pt x="273506" y="477524"/>
                </a:lnTo>
                <a:lnTo>
                  <a:pt x="274050" y="477750"/>
                </a:lnTo>
                <a:lnTo>
                  <a:pt x="274586" y="477990"/>
                </a:lnTo>
                <a:lnTo>
                  <a:pt x="275115" y="478242"/>
                </a:lnTo>
                <a:lnTo>
                  <a:pt x="275636" y="478508"/>
                </a:lnTo>
                <a:lnTo>
                  <a:pt x="276150" y="478786"/>
                </a:lnTo>
                <a:lnTo>
                  <a:pt x="276656" y="479077"/>
                </a:lnTo>
                <a:lnTo>
                  <a:pt x="277155" y="479382"/>
                </a:lnTo>
                <a:lnTo>
                  <a:pt x="277650" y="479697"/>
                </a:lnTo>
                <a:lnTo>
                  <a:pt x="278136" y="480022"/>
                </a:lnTo>
                <a:lnTo>
                  <a:pt x="278612" y="480356"/>
                </a:lnTo>
                <a:lnTo>
                  <a:pt x="279079" y="480700"/>
                </a:lnTo>
                <a:lnTo>
                  <a:pt x="279535" y="481053"/>
                </a:lnTo>
                <a:lnTo>
                  <a:pt x="279983" y="481416"/>
                </a:lnTo>
                <a:lnTo>
                  <a:pt x="280420" y="481788"/>
                </a:lnTo>
                <a:lnTo>
                  <a:pt x="280848" y="482169"/>
                </a:lnTo>
                <a:lnTo>
                  <a:pt x="281266" y="482560"/>
                </a:lnTo>
                <a:lnTo>
                  <a:pt x="281675" y="482961"/>
                </a:lnTo>
                <a:lnTo>
                  <a:pt x="282074" y="483371"/>
                </a:lnTo>
                <a:lnTo>
                  <a:pt x="282463" y="483790"/>
                </a:lnTo>
                <a:lnTo>
                  <a:pt x="282843" y="484218"/>
                </a:lnTo>
                <a:lnTo>
                  <a:pt x="283213" y="484657"/>
                </a:lnTo>
                <a:lnTo>
                  <a:pt x="283573" y="485104"/>
                </a:lnTo>
                <a:lnTo>
                  <a:pt x="283924" y="485561"/>
                </a:lnTo>
                <a:lnTo>
                  <a:pt x="284265" y="486027"/>
                </a:lnTo>
                <a:lnTo>
                  <a:pt x="284596" y="486503"/>
                </a:lnTo>
                <a:lnTo>
                  <a:pt x="284918" y="486989"/>
                </a:lnTo>
                <a:lnTo>
                  <a:pt x="285230" y="487483"/>
                </a:lnTo>
                <a:lnTo>
                  <a:pt x="285532" y="487987"/>
                </a:lnTo>
                <a:lnTo>
                  <a:pt x="285825" y="488501"/>
                </a:lnTo>
                <a:lnTo>
                  <a:pt x="286108" y="489024"/>
                </a:lnTo>
                <a:lnTo>
                  <a:pt x="286381" y="489557"/>
                </a:lnTo>
                <a:lnTo>
                  <a:pt x="286650" y="490097"/>
                </a:lnTo>
                <a:lnTo>
                  <a:pt x="286906" y="490643"/>
                </a:lnTo>
                <a:lnTo>
                  <a:pt x="287152" y="491196"/>
                </a:lnTo>
                <a:lnTo>
                  <a:pt x="287386" y="491754"/>
                </a:lnTo>
                <a:lnTo>
                  <a:pt x="287608" y="492319"/>
                </a:lnTo>
                <a:lnTo>
                  <a:pt x="287819" y="492890"/>
                </a:lnTo>
                <a:lnTo>
                  <a:pt x="288019" y="493467"/>
                </a:lnTo>
                <a:lnTo>
                  <a:pt x="288207" y="494051"/>
                </a:lnTo>
                <a:lnTo>
                  <a:pt x="288384" y="494640"/>
                </a:lnTo>
                <a:lnTo>
                  <a:pt x="288550" y="495236"/>
                </a:lnTo>
                <a:lnTo>
                  <a:pt x="288704" y="495837"/>
                </a:lnTo>
                <a:lnTo>
                  <a:pt x="288846" y="496445"/>
                </a:lnTo>
                <a:lnTo>
                  <a:pt x="288977" y="497059"/>
                </a:lnTo>
                <a:lnTo>
                  <a:pt x="289097" y="497679"/>
                </a:lnTo>
                <a:lnTo>
                  <a:pt x="289206" y="498306"/>
                </a:lnTo>
                <a:lnTo>
                  <a:pt x="289303" y="498938"/>
                </a:lnTo>
                <a:lnTo>
                  <a:pt x="289388" y="499577"/>
                </a:lnTo>
                <a:lnTo>
                  <a:pt x="289462" y="500221"/>
                </a:lnTo>
                <a:lnTo>
                  <a:pt x="289525" y="500872"/>
                </a:lnTo>
                <a:lnTo>
                  <a:pt x="289577" y="501529"/>
                </a:lnTo>
                <a:lnTo>
                  <a:pt x="289616" y="502192"/>
                </a:lnTo>
                <a:lnTo>
                  <a:pt x="289645" y="502861"/>
                </a:lnTo>
                <a:lnTo>
                  <a:pt x="289662" y="503537"/>
                </a:lnTo>
                <a:lnTo>
                  <a:pt x="289668" y="504218"/>
                </a:lnTo>
                <a:lnTo>
                  <a:pt x="234379" y="504218"/>
                </a:lnTo>
                <a:lnTo>
                  <a:pt x="234403" y="503846"/>
                </a:lnTo>
                <a:lnTo>
                  <a:pt x="234457" y="503193"/>
                </a:lnTo>
                <a:lnTo>
                  <a:pt x="234524" y="502544"/>
                </a:lnTo>
                <a:lnTo>
                  <a:pt x="234602" y="501898"/>
                </a:lnTo>
                <a:lnTo>
                  <a:pt x="234693" y="501255"/>
                </a:lnTo>
                <a:close/>
                <a:moveTo>
                  <a:pt x="534933" y="562081"/>
                </a:moveTo>
                <a:lnTo>
                  <a:pt x="535943" y="561918"/>
                </a:lnTo>
                <a:lnTo>
                  <a:pt x="536942" y="561734"/>
                </a:lnTo>
                <a:lnTo>
                  <a:pt x="537929" y="561527"/>
                </a:lnTo>
                <a:lnTo>
                  <a:pt x="538904" y="561299"/>
                </a:lnTo>
                <a:lnTo>
                  <a:pt x="539868" y="561049"/>
                </a:lnTo>
                <a:lnTo>
                  <a:pt x="540821" y="560778"/>
                </a:lnTo>
                <a:lnTo>
                  <a:pt x="541763" y="560484"/>
                </a:lnTo>
                <a:lnTo>
                  <a:pt x="542693" y="560169"/>
                </a:lnTo>
                <a:lnTo>
                  <a:pt x="543611" y="559833"/>
                </a:lnTo>
                <a:lnTo>
                  <a:pt x="544518" y="559474"/>
                </a:lnTo>
                <a:lnTo>
                  <a:pt x="545414" y="559094"/>
                </a:lnTo>
                <a:lnTo>
                  <a:pt x="546298" y="558692"/>
                </a:lnTo>
                <a:lnTo>
                  <a:pt x="547171" y="558269"/>
                </a:lnTo>
                <a:lnTo>
                  <a:pt x="548033" y="557823"/>
                </a:lnTo>
                <a:lnTo>
                  <a:pt x="548883" y="557356"/>
                </a:lnTo>
                <a:lnTo>
                  <a:pt x="549722" y="556867"/>
                </a:lnTo>
                <a:lnTo>
                  <a:pt x="550549" y="556357"/>
                </a:lnTo>
                <a:lnTo>
                  <a:pt x="551368" y="555827"/>
                </a:lnTo>
                <a:lnTo>
                  <a:pt x="552172" y="555279"/>
                </a:lnTo>
                <a:lnTo>
                  <a:pt x="552960" y="554715"/>
                </a:lnTo>
                <a:lnTo>
                  <a:pt x="553733" y="554133"/>
                </a:lnTo>
                <a:lnTo>
                  <a:pt x="554491" y="553533"/>
                </a:lnTo>
                <a:lnTo>
                  <a:pt x="555233" y="552916"/>
                </a:lnTo>
                <a:lnTo>
                  <a:pt x="555960" y="552282"/>
                </a:lnTo>
                <a:lnTo>
                  <a:pt x="556672" y="551631"/>
                </a:lnTo>
                <a:lnTo>
                  <a:pt x="557368" y="550962"/>
                </a:lnTo>
                <a:lnTo>
                  <a:pt x="558049" y="550276"/>
                </a:lnTo>
                <a:lnTo>
                  <a:pt x="558715" y="549573"/>
                </a:lnTo>
                <a:lnTo>
                  <a:pt x="559365" y="548852"/>
                </a:lnTo>
                <a:lnTo>
                  <a:pt x="560000" y="548114"/>
                </a:lnTo>
                <a:lnTo>
                  <a:pt x="560619" y="547359"/>
                </a:lnTo>
                <a:lnTo>
                  <a:pt x="561223" y="546586"/>
                </a:lnTo>
                <a:lnTo>
                  <a:pt x="561812" y="545796"/>
                </a:lnTo>
                <a:lnTo>
                  <a:pt x="562386" y="544988"/>
                </a:lnTo>
                <a:lnTo>
                  <a:pt x="562944" y="544164"/>
                </a:lnTo>
                <a:lnTo>
                  <a:pt x="563486" y="543321"/>
                </a:lnTo>
                <a:lnTo>
                  <a:pt x="564014" y="542462"/>
                </a:lnTo>
                <a:lnTo>
                  <a:pt x="564526" y="541585"/>
                </a:lnTo>
                <a:lnTo>
                  <a:pt x="565022" y="540691"/>
                </a:lnTo>
                <a:lnTo>
                  <a:pt x="565503" y="539780"/>
                </a:lnTo>
                <a:lnTo>
                  <a:pt x="565969" y="538851"/>
                </a:lnTo>
                <a:lnTo>
                  <a:pt x="566423" y="537907"/>
                </a:lnTo>
                <a:lnTo>
                  <a:pt x="566858" y="536950"/>
                </a:lnTo>
                <a:lnTo>
                  <a:pt x="567273" y="535979"/>
                </a:lnTo>
                <a:lnTo>
                  <a:pt x="567669" y="534996"/>
                </a:lnTo>
                <a:lnTo>
                  <a:pt x="568045" y="533999"/>
                </a:lnTo>
                <a:lnTo>
                  <a:pt x="568402" y="532989"/>
                </a:lnTo>
                <a:lnTo>
                  <a:pt x="568740" y="531966"/>
                </a:lnTo>
                <a:lnTo>
                  <a:pt x="569059" y="530930"/>
                </a:lnTo>
                <a:lnTo>
                  <a:pt x="569358" y="529881"/>
                </a:lnTo>
                <a:lnTo>
                  <a:pt x="569638" y="528818"/>
                </a:lnTo>
                <a:lnTo>
                  <a:pt x="569899" y="527743"/>
                </a:lnTo>
                <a:lnTo>
                  <a:pt x="570140" y="526654"/>
                </a:lnTo>
                <a:lnTo>
                  <a:pt x="570362" y="525552"/>
                </a:lnTo>
                <a:lnTo>
                  <a:pt x="570565" y="524437"/>
                </a:lnTo>
                <a:lnTo>
                  <a:pt x="570749" y="523308"/>
                </a:lnTo>
                <a:lnTo>
                  <a:pt x="570913" y="522167"/>
                </a:lnTo>
                <a:lnTo>
                  <a:pt x="571057" y="521012"/>
                </a:lnTo>
                <a:lnTo>
                  <a:pt x="571183" y="519844"/>
                </a:lnTo>
                <a:lnTo>
                  <a:pt x="571289" y="518663"/>
                </a:lnTo>
                <a:lnTo>
                  <a:pt x="571376" y="517469"/>
                </a:lnTo>
                <a:lnTo>
                  <a:pt x="571444" y="516262"/>
                </a:lnTo>
                <a:lnTo>
                  <a:pt x="571492" y="515041"/>
                </a:lnTo>
                <a:lnTo>
                  <a:pt x="571521" y="513807"/>
                </a:lnTo>
                <a:lnTo>
                  <a:pt x="571531" y="512561"/>
                </a:lnTo>
                <a:lnTo>
                  <a:pt x="571521" y="511303"/>
                </a:lnTo>
                <a:lnTo>
                  <a:pt x="571492" y="510059"/>
                </a:lnTo>
                <a:lnTo>
                  <a:pt x="571444" y="508829"/>
                </a:lnTo>
                <a:lnTo>
                  <a:pt x="571376" y="507612"/>
                </a:lnTo>
                <a:lnTo>
                  <a:pt x="571289" y="506408"/>
                </a:lnTo>
                <a:lnTo>
                  <a:pt x="571183" y="505218"/>
                </a:lnTo>
                <a:lnTo>
                  <a:pt x="571057" y="504041"/>
                </a:lnTo>
                <a:lnTo>
                  <a:pt x="570913" y="502877"/>
                </a:lnTo>
                <a:lnTo>
                  <a:pt x="570749" y="501727"/>
                </a:lnTo>
                <a:lnTo>
                  <a:pt x="570565" y="500590"/>
                </a:lnTo>
                <a:lnTo>
                  <a:pt x="570362" y="499467"/>
                </a:lnTo>
                <a:lnTo>
                  <a:pt x="570140" y="498357"/>
                </a:lnTo>
                <a:lnTo>
                  <a:pt x="569899" y="497260"/>
                </a:lnTo>
                <a:lnTo>
                  <a:pt x="569638" y="496177"/>
                </a:lnTo>
                <a:lnTo>
                  <a:pt x="569358" y="495107"/>
                </a:lnTo>
                <a:lnTo>
                  <a:pt x="569059" y="494051"/>
                </a:lnTo>
                <a:lnTo>
                  <a:pt x="568740" y="493008"/>
                </a:lnTo>
                <a:lnTo>
                  <a:pt x="568402" y="491978"/>
                </a:lnTo>
                <a:lnTo>
                  <a:pt x="568045" y="490962"/>
                </a:lnTo>
                <a:lnTo>
                  <a:pt x="567669" y="489959"/>
                </a:lnTo>
                <a:lnTo>
                  <a:pt x="567273" y="488969"/>
                </a:lnTo>
                <a:lnTo>
                  <a:pt x="566858" y="487993"/>
                </a:lnTo>
                <a:lnTo>
                  <a:pt x="566423" y="487030"/>
                </a:lnTo>
                <a:lnTo>
                  <a:pt x="565969" y="486081"/>
                </a:lnTo>
                <a:lnTo>
                  <a:pt x="565503" y="485147"/>
                </a:lnTo>
                <a:lnTo>
                  <a:pt x="565022" y="484230"/>
                </a:lnTo>
                <a:lnTo>
                  <a:pt x="564526" y="483332"/>
                </a:lnTo>
                <a:lnTo>
                  <a:pt x="564014" y="482450"/>
                </a:lnTo>
                <a:lnTo>
                  <a:pt x="563486" y="481587"/>
                </a:lnTo>
                <a:lnTo>
                  <a:pt x="562944" y="480740"/>
                </a:lnTo>
                <a:lnTo>
                  <a:pt x="562386" y="479912"/>
                </a:lnTo>
                <a:lnTo>
                  <a:pt x="561812" y="479101"/>
                </a:lnTo>
                <a:lnTo>
                  <a:pt x="561223" y="478307"/>
                </a:lnTo>
                <a:lnTo>
                  <a:pt x="560619" y="477531"/>
                </a:lnTo>
                <a:lnTo>
                  <a:pt x="560000" y="476773"/>
                </a:lnTo>
                <a:lnTo>
                  <a:pt x="559365" y="476032"/>
                </a:lnTo>
                <a:lnTo>
                  <a:pt x="558715" y="475309"/>
                </a:lnTo>
                <a:lnTo>
                  <a:pt x="558049" y="474603"/>
                </a:lnTo>
                <a:lnTo>
                  <a:pt x="557368" y="473915"/>
                </a:lnTo>
                <a:lnTo>
                  <a:pt x="556672" y="473244"/>
                </a:lnTo>
                <a:lnTo>
                  <a:pt x="555960" y="472591"/>
                </a:lnTo>
                <a:lnTo>
                  <a:pt x="555233" y="471956"/>
                </a:lnTo>
                <a:lnTo>
                  <a:pt x="554491" y="471338"/>
                </a:lnTo>
                <a:lnTo>
                  <a:pt x="553733" y="470738"/>
                </a:lnTo>
                <a:lnTo>
                  <a:pt x="552960" y="470155"/>
                </a:lnTo>
                <a:lnTo>
                  <a:pt x="552172" y="469590"/>
                </a:lnTo>
                <a:lnTo>
                  <a:pt x="551368" y="469042"/>
                </a:lnTo>
                <a:lnTo>
                  <a:pt x="550549" y="468512"/>
                </a:lnTo>
                <a:lnTo>
                  <a:pt x="549722" y="468001"/>
                </a:lnTo>
                <a:lnTo>
                  <a:pt x="548883" y="467512"/>
                </a:lnTo>
                <a:lnTo>
                  <a:pt x="548033" y="467045"/>
                </a:lnTo>
                <a:lnTo>
                  <a:pt x="547171" y="466600"/>
                </a:lnTo>
                <a:lnTo>
                  <a:pt x="546298" y="466176"/>
                </a:lnTo>
                <a:lnTo>
                  <a:pt x="545414" y="465774"/>
                </a:lnTo>
                <a:lnTo>
                  <a:pt x="544518" y="465394"/>
                </a:lnTo>
                <a:lnTo>
                  <a:pt x="543611" y="465036"/>
                </a:lnTo>
                <a:lnTo>
                  <a:pt x="542693" y="464699"/>
                </a:lnTo>
                <a:lnTo>
                  <a:pt x="541763" y="464384"/>
                </a:lnTo>
                <a:lnTo>
                  <a:pt x="540821" y="464091"/>
                </a:lnTo>
                <a:lnTo>
                  <a:pt x="539868" y="463819"/>
                </a:lnTo>
                <a:lnTo>
                  <a:pt x="538904" y="463569"/>
                </a:lnTo>
                <a:lnTo>
                  <a:pt x="537929" y="463341"/>
                </a:lnTo>
                <a:lnTo>
                  <a:pt x="536942" y="463135"/>
                </a:lnTo>
                <a:lnTo>
                  <a:pt x="535943" y="462950"/>
                </a:lnTo>
                <a:lnTo>
                  <a:pt x="534933" y="462787"/>
                </a:lnTo>
                <a:lnTo>
                  <a:pt x="533912" y="462646"/>
                </a:lnTo>
                <a:lnTo>
                  <a:pt x="532879" y="462527"/>
                </a:lnTo>
                <a:lnTo>
                  <a:pt x="531835" y="462429"/>
                </a:lnTo>
                <a:lnTo>
                  <a:pt x="530780" y="462353"/>
                </a:lnTo>
                <a:lnTo>
                  <a:pt x="529713" y="462299"/>
                </a:lnTo>
                <a:lnTo>
                  <a:pt x="528635" y="462266"/>
                </a:lnTo>
                <a:lnTo>
                  <a:pt x="527545" y="462255"/>
                </a:lnTo>
                <a:lnTo>
                  <a:pt x="526455" y="462266"/>
                </a:lnTo>
                <a:lnTo>
                  <a:pt x="525376" y="462299"/>
                </a:lnTo>
                <a:lnTo>
                  <a:pt x="524309" y="462353"/>
                </a:lnTo>
                <a:lnTo>
                  <a:pt x="523253" y="462429"/>
                </a:lnTo>
                <a:lnTo>
                  <a:pt x="522208" y="462527"/>
                </a:lnTo>
                <a:lnTo>
                  <a:pt x="521174" y="462646"/>
                </a:lnTo>
                <a:lnTo>
                  <a:pt x="520151" y="462787"/>
                </a:lnTo>
                <a:lnTo>
                  <a:pt x="519140" y="462950"/>
                </a:lnTo>
                <a:lnTo>
                  <a:pt x="518139" y="463135"/>
                </a:lnTo>
                <a:lnTo>
                  <a:pt x="517150" y="463341"/>
                </a:lnTo>
                <a:lnTo>
                  <a:pt x="516172" y="463569"/>
                </a:lnTo>
                <a:lnTo>
                  <a:pt x="515205" y="463819"/>
                </a:lnTo>
                <a:lnTo>
                  <a:pt x="514250" y="464091"/>
                </a:lnTo>
                <a:lnTo>
                  <a:pt x="513306" y="464384"/>
                </a:lnTo>
                <a:lnTo>
                  <a:pt x="512372" y="464699"/>
                </a:lnTo>
                <a:lnTo>
                  <a:pt x="511450" y="465036"/>
                </a:lnTo>
                <a:lnTo>
                  <a:pt x="510540" y="465394"/>
                </a:lnTo>
                <a:lnTo>
                  <a:pt x="509640" y="465774"/>
                </a:lnTo>
                <a:lnTo>
                  <a:pt x="508752" y="466176"/>
                </a:lnTo>
                <a:lnTo>
                  <a:pt x="507875" y="466600"/>
                </a:lnTo>
                <a:lnTo>
                  <a:pt x="507008" y="467045"/>
                </a:lnTo>
                <a:lnTo>
                  <a:pt x="506154" y="467512"/>
                </a:lnTo>
                <a:lnTo>
                  <a:pt x="505310" y="468001"/>
                </a:lnTo>
                <a:lnTo>
                  <a:pt x="504478" y="468512"/>
                </a:lnTo>
                <a:lnTo>
                  <a:pt x="503664" y="469042"/>
                </a:lnTo>
                <a:lnTo>
                  <a:pt x="502864" y="469590"/>
                </a:lnTo>
                <a:lnTo>
                  <a:pt x="502080" y="470155"/>
                </a:lnTo>
                <a:lnTo>
                  <a:pt x="501311" y="470738"/>
                </a:lnTo>
                <a:lnTo>
                  <a:pt x="500556" y="471338"/>
                </a:lnTo>
                <a:lnTo>
                  <a:pt x="499817" y="471956"/>
                </a:lnTo>
                <a:lnTo>
                  <a:pt x="499092" y="472591"/>
                </a:lnTo>
                <a:lnTo>
                  <a:pt x="498383" y="473244"/>
                </a:lnTo>
                <a:lnTo>
                  <a:pt x="497688" y="473915"/>
                </a:lnTo>
                <a:lnTo>
                  <a:pt x="497008" y="474603"/>
                </a:lnTo>
                <a:lnTo>
                  <a:pt x="496343" y="475309"/>
                </a:lnTo>
                <a:lnTo>
                  <a:pt x="495693" y="476032"/>
                </a:lnTo>
                <a:lnTo>
                  <a:pt x="495058" y="476773"/>
                </a:lnTo>
                <a:lnTo>
                  <a:pt x="494438" y="477531"/>
                </a:lnTo>
                <a:lnTo>
                  <a:pt x="493833" y="478307"/>
                </a:lnTo>
                <a:lnTo>
                  <a:pt x="493242" y="479101"/>
                </a:lnTo>
                <a:lnTo>
                  <a:pt x="492667" y="479912"/>
                </a:lnTo>
                <a:lnTo>
                  <a:pt x="492107" y="480740"/>
                </a:lnTo>
                <a:lnTo>
                  <a:pt x="491561" y="481587"/>
                </a:lnTo>
                <a:lnTo>
                  <a:pt x="491030" y="482450"/>
                </a:lnTo>
                <a:lnTo>
                  <a:pt x="490515" y="483332"/>
                </a:lnTo>
                <a:lnTo>
                  <a:pt x="490014" y="484230"/>
                </a:lnTo>
                <a:lnTo>
                  <a:pt x="489528" y="485147"/>
                </a:lnTo>
                <a:lnTo>
                  <a:pt x="489057" y="486081"/>
                </a:lnTo>
                <a:lnTo>
                  <a:pt x="488609" y="487030"/>
                </a:lnTo>
                <a:lnTo>
                  <a:pt x="488179" y="487993"/>
                </a:lnTo>
                <a:lnTo>
                  <a:pt x="487769" y="488969"/>
                </a:lnTo>
                <a:lnTo>
                  <a:pt x="487377" y="489959"/>
                </a:lnTo>
                <a:lnTo>
                  <a:pt x="487005" y="490962"/>
                </a:lnTo>
                <a:lnTo>
                  <a:pt x="486652" y="491978"/>
                </a:lnTo>
                <a:lnTo>
                  <a:pt x="486318" y="493008"/>
                </a:lnTo>
                <a:lnTo>
                  <a:pt x="486003" y="494051"/>
                </a:lnTo>
                <a:lnTo>
                  <a:pt x="485707" y="495107"/>
                </a:lnTo>
                <a:lnTo>
                  <a:pt x="485430" y="496177"/>
                </a:lnTo>
                <a:lnTo>
                  <a:pt x="485172" y="497260"/>
                </a:lnTo>
                <a:lnTo>
                  <a:pt x="484934" y="498357"/>
                </a:lnTo>
                <a:lnTo>
                  <a:pt x="484714" y="499467"/>
                </a:lnTo>
                <a:lnTo>
                  <a:pt x="484514" y="500590"/>
                </a:lnTo>
                <a:lnTo>
                  <a:pt x="484332" y="501727"/>
                </a:lnTo>
                <a:lnTo>
                  <a:pt x="484170" y="502877"/>
                </a:lnTo>
                <a:lnTo>
                  <a:pt x="484027" y="504041"/>
                </a:lnTo>
                <a:lnTo>
                  <a:pt x="483903" y="505218"/>
                </a:lnTo>
                <a:lnTo>
                  <a:pt x="483798" y="506408"/>
                </a:lnTo>
                <a:lnTo>
                  <a:pt x="483712" y="507612"/>
                </a:lnTo>
                <a:lnTo>
                  <a:pt x="483645" y="508829"/>
                </a:lnTo>
                <a:lnTo>
                  <a:pt x="483597" y="510059"/>
                </a:lnTo>
                <a:lnTo>
                  <a:pt x="483569" y="511303"/>
                </a:lnTo>
                <a:lnTo>
                  <a:pt x="483559" y="512561"/>
                </a:lnTo>
                <a:lnTo>
                  <a:pt x="483569" y="513807"/>
                </a:lnTo>
                <a:lnTo>
                  <a:pt x="483597" y="515041"/>
                </a:lnTo>
                <a:lnTo>
                  <a:pt x="483645" y="516262"/>
                </a:lnTo>
                <a:lnTo>
                  <a:pt x="483712" y="517469"/>
                </a:lnTo>
                <a:lnTo>
                  <a:pt x="483798" y="518663"/>
                </a:lnTo>
                <a:lnTo>
                  <a:pt x="483903" y="519844"/>
                </a:lnTo>
                <a:lnTo>
                  <a:pt x="484027" y="521012"/>
                </a:lnTo>
                <a:lnTo>
                  <a:pt x="484170" y="522167"/>
                </a:lnTo>
                <a:lnTo>
                  <a:pt x="484332" y="523308"/>
                </a:lnTo>
                <a:lnTo>
                  <a:pt x="484514" y="524437"/>
                </a:lnTo>
                <a:lnTo>
                  <a:pt x="484714" y="525552"/>
                </a:lnTo>
                <a:lnTo>
                  <a:pt x="484934" y="526654"/>
                </a:lnTo>
                <a:lnTo>
                  <a:pt x="485172" y="527743"/>
                </a:lnTo>
                <a:lnTo>
                  <a:pt x="485430" y="528818"/>
                </a:lnTo>
                <a:lnTo>
                  <a:pt x="485707" y="529881"/>
                </a:lnTo>
                <a:lnTo>
                  <a:pt x="486003" y="530930"/>
                </a:lnTo>
                <a:lnTo>
                  <a:pt x="486318" y="531966"/>
                </a:lnTo>
                <a:lnTo>
                  <a:pt x="486652" y="532989"/>
                </a:lnTo>
                <a:lnTo>
                  <a:pt x="487005" y="533999"/>
                </a:lnTo>
                <a:lnTo>
                  <a:pt x="487377" y="534996"/>
                </a:lnTo>
                <a:lnTo>
                  <a:pt x="487769" y="535979"/>
                </a:lnTo>
                <a:lnTo>
                  <a:pt x="488179" y="536950"/>
                </a:lnTo>
                <a:lnTo>
                  <a:pt x="488609" y="537907"/>
                </a:lnTo>
                <a:lnTo>
                  <a:pt x="489057" y="538851"/>
                </a:lnTo>
                <a:lnTo>
                  <a:pt x="489528" y="539780"/>
                </a:lnTo>
                <a:lnTo>
                  <a:pt x="490014" y="540691"/>
                </a:lnTo>
                <a:lnTo>
                  <a:pt x="490515" y="541585"/>
                </a:lnTo>
                <a:lnTo>
                  <a:pt x="491030" y="542462"/>
                </a:lnTo>
                <a:lnTo>
                  <a:pt x="491561" y="543321"/>
                </a:lnTo>
                <a:lnTo>
                  <a:pt x="492107" y="544164"/>
                </a:lnTo>
                <a:lnTo>
                  <a:pt x="492667" y="544988"/>
                </a:lnTo>
                <a:lnTo>
                  <a:pt x="493242" y="545796"/>
                </a:lnTo>
                <a:lnTo>
                  <a:pt x="493833" y="546586"/>
                </a:lnTo>
                <a:lnTo>
                  <a:pt x="494438" y="547359"/>
                </a:lnTo>
                <a:lnTo>
                  <a:pt x="495058" y="548114"/>
                </a:lnTo>
                <a:lnTo>
                  <a:pt x="495693" y="548852"/>
                </a:lnTo>
                <a:lnTo>
                  <a:pt x="496343" y="549573"/>
                </a:lnTo>
                <a:lnTo>
                  <a:pt x="497008" y="550276"/>
                </a:lnTo>
                <a:lnTo>
                  <a:pt x="497688" y="550962"/>
                </a:lnTo>
                <a:lnTo>
                  <a:pt x="498383" y="551631"/>
                </a:lnTo>
                <a:lnTo>
                  <a:pt x="499092" y="552282"/>
                </a:lnTo>
                <a:lnTo>
                  <a:pt x="499817" y="552916"/>
                </a:lnTo>
                <a:lnTo>
                  <a:pt x="500556" y="553533"/>
                </a:lnTo>
                <a:lnTo>
                  <a:pt x="501311" y="554133"/>
                </a:lnTo>
                <a:lnTo>
                  <a:pt x="502080" y="554715"/>
                </a:lnTo>
                <a:lnTo>
                  <a:pt x="502864" y="555279"/>
                </a:lnTo>
                <a:lnTo>
                  <a:pt x="503664" y="555827"/>
                </a:lnTo>
                <a:lnTo>
                  <a:pt x="504478" y="556357"/>
                </a:lnTo>
                <a:lnTo>
                  <a:pt x="505310" y="556867"/>
                </a:lnTo>
                <a:lnTo>
                  <a:pt x="506154" y="557356"/>
                </a:lnTo>
                <a:lnTo>
                  <a:pt x="507008" y="557823"/>
                </a:lnTo>
                <a:lnTo>
                  <a:pt x="507875" y="558269"/>
                </a:lnTo>
                <a:lnTo>
                  <a:pt x="508752" y="558692"/>
                </a:lnTo>
                <a:lnTo>
                  <a:pt x="509640" y="559094"/>
                </a:lnTo>
                <a:lnTo>
                  <a:pt x="510540" y="559474"/>
                </a:lnTo>
                <a:lnTo>
                  <a:pt x="511450" y="559833"/>
                </a:lnTo>
                <a:lnTo>
                  <a:pt x="512372" y="560169"/>
                </a:lnTo>
                <a:lnTo>
                  <a:pt x="513306" y="560484"/>
                </a:lnTo>
                <a:lnTo>
                  <a:pt x="514250" y="560778"/>
                </a:lnTo>
                <a:lnTo>
                  <a:pt x="515205" y="561049"/>
                </a:lnTo>
                <a:lnTo>
                  <a:pt x="516172" y="561299"/>
                </a:lnTo>
                <a:lnTo>
                  <a:pt x="517150" y="561527"/>
                </a:lnTo>
                <a:lnTo>
                  <a:pt x="518139" y="561734"/>
                </a:lnTo>
                <a:lnTo>
                  <a:pt x="519140" y="561918"/>
                </a:lnTo>
                <a:lnTo>
                  <a:pt x="520151" y="562081"/>
                </a:lnTo>
                <a:lnTo>
                  <a:pt x="521174" y="562222"/>
                </a:lnTo>
                <a:lnTo>
                  <a:pt x="522208" y="562342"/>
                </a:lnTo>
                <a:lnTo>
                  <a:pt x="523253" y="562440"/>
                </a:lnTo>
                <a:lnTo>
                  <a:pt x="524309" y="562516"/>
                </a:lnTo>
                <a:lnTo>
                  <a:pt x="525376" y="562570"/>
                </a:lnTo>
                <a:lnTo>
                  <a:pt x="526455" y="562603"/>
                </a:lnTo>
                <a:lnTo>
                  <a:pt x="527545" y="562613"/>
                </a:lnTo>
                <a:lnTo>
                  <a:pt x="528635" y="562603"/>
                </a:lnTo>
                <a:lnTo>
                  <a:pt x="529713" y="562570"/>
                </a:lnTo>
                <a:lnTo>
                  <a:pt x="530780" y="562516"/>
                </a:lnTo>
                <a:lnTo>
                  <a:pt x="531835" y="562440"/>
                </a:lnTo>
                <a:lnTo>
                  <a:pt x="532879" y="562342"/>
                </a:lnTo>
                <a:lnTo>
                  <a:pt x="533912" y="562222"/>
                </a:lnTo>
                <a:lnTo>
                  <a:pt x="534933" y="562081"/>
                </a:lnTo>
                <a:close/>
                <a:moveTo>
                  <a:pt x="522021" y="548780"/>
                </a:moveTo>
                <a:lnTo>
                  <a:pt x="521281" y="548647"/>
                </a:lnTo>
                <a:lnTo>
                  <a:pt x="520554" y="548496"/>
                </a:lnTo>
                <a:lnTo>
                  <a:pt x="519838" y="548327"/>
                </a:lnTo>
                <a:lnTo>
                  <a:pt x="519135" y="548140"/>
                </a:lnTo>
                <a:lnTo>
                  <a:pt x="518444" y="547936"/>
                </a:lnTo>
                <a:lnTo>
                  <a:pt x="517766" y="547713"/>
                </a:lnTo>
                <a:lnTo>
                  <a:pt x="517100" y="547474"/>
                </a:lnTo>
                <a:lnTo>
                  <a:pt x="516446" y="547216"/>
                </a:lnTo>
                <a:lnTo>
                  <a:pt x="515804" y="546940"/>
                </a:lnTo>
                <a:lnTo>
                  <a:pt x="515175" y="546647"/>
                </a:lnTo>
                <a:lnTo>
                  <a:pt x="514558" y="546336"/>
                </a:lnTo>
                <a:lnTo>
                  <a:pt x="513953" y="546007"/>
                </a:lnTo>
                <a:lnTo>
                  <a:pt x="513360" y="545661"/>
                </a:lnTo>
                <a:lnTo>
                  <a:pt x="512780" y="545296"/>
                </a:lnTo>
                <a:lnTo>
                  <a:pt x="512212" y="544914"/>
                </a:lnTo>
                <a:lnTo>
                  <a:pt x="511657" y="544514"/>
                </a:lnTo>
                <a:lnTo>
                  <a:pt x="511113" y="544096"/>
                </a:lnTo>
                <a:lnTo>
                  <a:pt x="510582" y="543664"/>
                </a:lnTo>
                <a:lnTo>
                  <a:pt x="510062" y="543221"/>
                </a:lnTo>
                <a:lnTo>
                  <a:pt x="509554" y="542766"/>
                </a:lnTo>
                <a:lnTo>
                  <a:pt x="509058" y="542301"/>
                </a:lnTo>
                <a:lnTo>
                  <a:pt x="508573" y="541824"/>
                </a:lnTo>
                <a:lnTo>
                  <a:pt x="508100" y="541335"/>
                </a:lnTo>
                <a:lnTo>
                  <a:pt x="507638" y="540836"/>
                </a:lnTo>
                <a:lnTo>
                  <a:pt x="507188" y="540326"/>
                </a:lnTo>
                <a:lnTo>
                  <a:pt x="506750" y="539804"/>
                </a:lnTo>
                <a:lnTo>
                  <a:pt x="506323" y="539271"/>
                </a:lnTo>
                <a:lnTo>
                  <a:pt x="505908" y="538727"/>
                </a:lnTo>
                <a:lnTo>
                  <a:pt x="505505" y="538172"/>
                </a:lnTo>
                <a:lnTo>
                  <a:pt x="505113" y="537605"/>
                </a:lnTo>
                <a:lnTo>
                  <a:pt x="504733" y="537027"/>
                </a:lnTo>
                <a:lnTo>
                  <a:pt x="504364" y="536439"/>
                </a:lnTo>
                <a:lnTo>
                  <a:pt x="504007" y="535839"/>
                </a:lnTo>
                <a:lnTo>
                  <a:pt x="503662" y="535227"/>
                </a:lnTo>
                <a:lnTo>
                  <a:pt x="503328" y="534605"/>
                </a:lnTo>
                <a:lnTo>
                  <a:pt x="503006" y="533971"/>
                </a:lnTo>
                <a:lnTo>
                  <a:pt x="502696" y="533326"/>
                </a:lnTo>
                <a:lnTo>
                  <a:pt x="502397" y="532670"/>
                </a:lnTo>
                <a:lnTo>
                  <a:pt x="502110" y="532003"/>
                </a:lnTo>
                <a:lnTo>
                  <a:pt x="501834" y="531325"/>
                </a:lnTo>
                <a:lnTo>
                  <a:pt x="501570" y="530635"/>
                </a:lnTo>
                <a:lnTo>
                  <a:pt x="501318" y="529938"/>
                </a:lnTo>
                <a:lnTo>
                  <a:pt x="501076" y="529235"/>
                </a:lnTo>
                <a:lnTo>
                  <a:pt x="500845" y="528528"/>
                </a:lnTo>
                <a:lnTo>
                  <a:pt x="500624" y="527816"/>
                </a:lnTo>
                <a:lnTo>
                  <a:pt x="500415" y="527099"/>
                </a:lnTo>
                <a:lnTo>
                  <a:pt x="500216" y="526377"/>
                </a:lnTo>
                <a:lnTo>
                  <a:pt x="500028" y="525651"/>
                </a:lnTo>
                <a:lnTo>
                  <a:pt x="499850" y="524919"/>
                </a:lnTo>
                <a:lnTo>
                  <a:pt x="499683" y="524183"/>
                </a:lnTo>
                <a:lnTo>
                  <a:pt x="499528" y="523442"/>
                </a:lnTo>
                <a:lnTo>
                  <a:pt x="499382" y="522696"/>
                </a:lnTo>
                <a:lnTo>
                  <a:pt x="499248" y="521946"/>
                </a:lnTo>
                <a:lnTo>
                  <a:pt x="499124" y="521190"/>
                </a:lnTo>
                <a:lnTo>
                  <a:pt x="499011" y="520430"/>
                </a:lnTo>
                <a:lnTo>
                  <a:pt x="498909" y="519664"/>
                </a:lnTo>
                <a:lnTo>
                  <a:pt x="498818" y="518894"/>
                </a:lnTo>
                <a:lnTo>
                  <a:pt x="498737" y="518120"/>
                </a:lnTo>
                <a:lnTo>
                  <a:pt x="498667" y="517340"/>
                </a:lnTo>
                <a:lnTo>
                  <a:pt x="498608" y="516555"/>
                </a:lnTo>
                <a:lnTo>
                  <a:pt x="498560" y="515766"/>
                </a:lnTo>
                <a:lnTo>
                  <a:pt x="498522" y="514972"/>
                </a:lnTo>
                <a:lnTo>
                  <a:pt x="498495" y="514173"/>
                </a:lnTo>
                <a:lnTo>
                  <a:pt x="498479" y="513369"/>
                </a:lnTo>
                <a:lnTo>
                  <a:pt x="498474" y="512561"/>
                </a:lnTo>
                <a:lnTo>
                  <a:pt x="498479" y="511752"/>
                </a:lnTo>
                <a:lnTo>
                  <a:pt x="498495" y="510948"/>
                </a:lnTo>
                <a:lnTo>
                  <a:pt x="498522" y="510148"/>
                </a:lnTo>
                <a:lnTo>
                  <a:pt x="498560" y="509353"/>
                </a:lnTo>
                <a:lnTo>
                  <a:pt x="498608" y="508563"/>
                </a:lnTo>
                <a:lnTo>
                  <a:pt x="498667" y="507777"/>
                </a:lnTo>
                <a:lnTo>
                  <a:pt x="498737" y="506996"/>
                </a:lnTo>
                <a:lnTo>
                  <a:pt x="498818" y="506220"/>
                </a:lnTo>
                <a:lnTo>
                  <a:pt x="498909" y="505448"/>
                </a:lnTo>
                <a:lnTo>
                  <a:pt x="499011" y="504681"/>
                </a:lnTo>
                <a:lnTo>
                  <a:pt x="499124" y="503918"/>
                </a:lnTo>
                <a:lnTo>
                  <a:pt x="499248" y="503160"/>
                </a:lnTo>
                <a:lnTo>
                  <a:pt x="499382" y="502406"/>
                </a:lnTo>
                <a:lnTo>
                  <a:pt x="499528" y="501658"/>
                </a:lnTo>
                <a:lnTo>
                  <a:pt x="499683" y="500913"/>
                </a:lnTo>
                <a:lnTo>
                  <a:pt x="499850" y="500174"/>
                </a:lnTo>
                <a:lnTo>
                  <a:pt x="500028" y="499439"/>
                </a:lnTo>
                <a:lnTo>
                  <a:pt x="500216" y="498708"/>
                </a:lnTo>
                <a:lnTo>
                  <a:pt x="500415" y="497983"/>
                </a:lnTo>
                <a:lnTo>
                  <a:pt x="500624" y="497261"/>
                </a:lnTo>
                <a:lnTo>
                  <a:pt x="500845" y="496545"/>
                </a:lnTo>
                <a:lnTo>
                  <a:pt x="501076" y="495833"/>
                </a:lnTo>
                <a:lnTo>
                  <a:pt x="501318" y="495126"/>
                </a:lnTo>
                <a:lnTo>
                  <a:pt x="501570" y="494423"/>
                </a:lnTo>
                <a:lnTo>
                  <a:pt x="501834" y="493728"/>
                </a:lnTo>
                <a:lnTo>
                  <a:pt x="502110" y="493044"/>
                </a:lnTo>
                <a:lnTo>
                  <a:pt x="502397" y="492372"/>
                </a:lnTo>
                <a:lnTo>
                  <a:pt x="502696" y="491711"/>
                </a:lnTo>
                <a:lnTo>
                  <a:pt x="503006" y="491060"/>
                </a:lnTo>
                <a:lnTo>
                  <a:pt x="503328" y="490422"/>
                </a:lnTo>
                <a:lnTo>
                  <a:pt x="503662" y="489794"/>
                </a:lnTo>
                <a:lnTo>
                  <a:pt x="504007" y="489177"/>
                </a:lnTo>
                <a:lnTo>
                  <a:pt x="504364" y="488572"/>
                </a:lnTo>
                <a:lnTo>
                  <a:pt x="504733" y="487978"/>
                </a:lnTo>
                <a:lnTo>
                  <a:pt x="505113" y="487395"/>
                </a:lnTo>
                <a:lnTo>
                  <a:pt x="505505" y="486823"/>
                </a:lnTo>
                <a:lnTo>
                  <a:pt x="505908" y="486263"/>
                </a:lnTo>
                <a:lnTo>
                  <a:pt x="506323" y="485713"/>
                </a:lnTo>
                <a:lnTo>
                  <a:pt x="506750" y="485175"/>
                </a:lnTo>
                <a:lnTo>
                  <a:pt x="507188" y="484648"/>
                </a:lnTo>
                <a:lnTo>
                  <a:pt x="507638" y="484132"/>
                </a:lnTo>
                <a:lnTo>
                  <a:pt x="508100" y="483628"/>
                </a:lnTo>
                <a:lnTo>
                  <a:pt x="508573" y="483134"/>
                </a:lnTo>
                <a:lnTo>
                  <a:pt x="509058" y="482652"/>
                </a:lnTo>
                <a:lnTo>
                  <a:pt x="509554" y="482181"/>
                </a:lnTo>
                <a:lnTo>
                  <a:pt x="510062" y="481721"/>
                </a:lnTo>
                <a:lnTo>
                  <a:pt x="510582" y="481273"/>
                </a:lnTo>
                <a:lnTo>
                  <a:pt x="511113" y="480835"/>
                </a:lnTo>
                <a:lnTo>
                  <a:pt x="511657" y="480412"/>
                </a:lnTo>
                <a:lnTo>
                  <a:pt x="512212" y="480008"/>
                </a:lnTo>
                <a:lnTo>
                  <a:pt x="512780" y="479621"/>
                </a:lnTo>
                <a:lnTo>
                  <a:pt x="513360" y="479252"/>
                </a:lnTo>
                <a:lnTo>
                  <a:pt x="513953" y="478901"/>
                </a:lnTo>
                <a:lnTo>
                  <a:pt x="514558" y="478568"/>
                </a:lnTo>
                <a:lnTo>
                  <a:pt x="515175" y="478253"/>
                </a:lnTo>
                <a:lnTo>
                  <a:pt x="515804" y="477956"/>
                </a:lnTo>
                <a:lnTo>
                  <a:pt x="516446" y="477677"/>
                </a:lnTo>
                <a:lnTo>
                  <a:pt x="517100" y="477416"/>
                </a:lnTo>
                <a:lnTo>
                  <a:pt x="517766" y="477173"/>
                </a:lnTo>
                <a:lnTo>
                  <a:pt x="518444" y="476949"/>
                </a:lnTo>
                <a:lnTo>
                  <a:pt x="519135" y="476742"/>
                </a:lnTo>
                <a:lnTo>
                  <a:pt x="519838" y="476553"/>
                </a:lnTo>
                <a:lnTo>
                  <a:pt x="520554" y="476382"/>
                </a:lnTo>
                <a:lnTo>
                  <a:pt x="521281" y="476229"/>
                </a:lnTo>
                <a:lnTo>
                  <a:pt x="522021" y="476094"/>
                </a:lnTo>
                <a:lnTo>
                  <a:pt x="522773" y="475977"/>
                </a:lnTo>
                <a:lnTo>
                  <a:pt x="523538" y="475878"/>
                </a:lnTo>
                <a:lnTo>
                  <a:pt x="524315" y="475797"/>
                </a:lnTo>
                <a:lnTo>
                  <a:pt x="525104" y="475734"/>
                </a:lnTo>
                <a:lnTo>
                  <a:pt x="525905" y="475689"/>
                </a:lnTo>
                <a:lnTo>
                  <a:pt x="526719" y="475662"/>
                </a:lnTo>
                <a:lnTo>
                  <a:pt x="527545" y="475653"/>
                </a:lnTo>
                <a:lnTo>
                  <a:pt x="528371" y="475662"/>
                </a:lnTo>
                <a:lnTo>
                  <a:pt x="529184" y="475689"/>
                </a:lnTo>
                <a:lnTo>
                  <a:pt x="529986" y="475734"/>
                </a:lnTo>
                <a:lnTo>
                  <a:pt x="530775" y="475797"/>
                </a:lnTo>
                <a:lnTo>
                  <a:pt x="531552" y="475878"/>
                </a:lnTo>
                <a:lnTo>
                  <a:pt x="532316" y="475977"/>
                </a:lnTo>
                <a:lnTo>
                  <a:pt x="533069" y="476094"/>
                </a:lnTo>
                <a:lnTo>
                  <a:pt x="533808" y="476229"/>
                </a:lnTo>
                <a:lnTo>
                  <a:pt x="534536" y="476382"/>
                </a:lnTo>
                <a:lnTo>
                  <a:pt x="535252" y="476553"/>
                </a:lnTo>
                <a:lnTo>
                  <a:pt x="535955" y="476742"/>
                </a:lnTo>
                <a:lnTo>
                  <a:pt x="536645" y="476949"/>
                </a:lnTo>
                <a:lnTo>
                  <a:pt x="537324" y="477173"/>
                </a:lnTo>
                <a:lnTo>
                  <a:pt x="537990" y="477416"/>
                </a:lnTo>
                <a:lnTo>
                  <a:pt x="538644" y="477677"/>
                </a:lnTo>
                <a:lnTo>
                  <a:pt x="539286" y="477956"/>
                </a:lnTo>
                <a:lnTo>
                  <a:pt x="539915" y="478253"/>
                </a:lnTo>
                <a:lnTo>
                  <a:pt x="540532" y="478568"/>
                </a:lnTo>
                <a:lnTo>
                  <a:pt x="541137" y="478901"/>
                </a:lnTo>
                <a:lnTo>
                  <a:pt x="541729" y="479252"/>
                </a:lnTo>
                <a:lnTo>
                  <a:pt x="542309" y="479621"/>
                </a:lnTo>
                <a:lnTo>
                  <a:pt x="542877" y="480008"/>
                </a:lnTo>
                <a:lnTo>
                  <a:pt x="543433" y="480412"/>
                </a:lnTo>
                <a:lnTo>
                  <a:pt x="543976" y="480835"/>
                </a:lnTo>
                <a:lnTo>
                  <a:pt x="544508" y="481273"/>
                </a:lnTo>
                <a:lnTo>
                  <a:pt x="545027" y="481721"/>
                </a:lnTo>
                <a:lnTo>
                  <a:pt x="545536" y="482181"/>
                </a:lnTo>
                <a:lnTo>
                  <a:pt x="546032" y="482652"/>
                </a:lnTo>
                <a:lnTo>
                  <a:pt x="546517" y="483134"/>
                </a:lnTo>
                <a:lnTo>
                  <a:pt x="546990" y="483628"/>
                </a:lnTo>
                <a:lnTo>
                  <a:pt x="547452" y="484132"/>
                </a:lnTo>
                <a:lnTo>
                  <a:pt x="547902" y="484648"/>
                </a:lnTo>
                <a:lnTo>
                  <a:pt x="548340" y="485175"/>
                </a:lnTo>
                <a:lnTo>
                  <a:pt x="548767" y="485713"/>
                </a:lnTo>
                <a:lnTo>
                  <a:pt x="549182" y="486263"/>
                </a:lnTo>
                <a:lnTo>
                  <a:pt x="549585" y="486823"/>
                </a:lnTo>
                <a:lnTo>
                  <a:pt x="549977" y="487395"/>
                </a:lnTo>
                <a:lnTo>
                  <a:pt x="550357" y="487978"/>
                </a:lnTo>
                <a:lnTo>
                  <a:pt x="550726" y="488572"/>
                </a:lnTo>
                <a:lnTo>
                  <a:pt x="551083" y="489177"/>
                </a:lnTo>
                <a:lnTo>
                  <a:pt x="551428" y="489794"/>
                </a:lnTo>
                <a:lnTo>
                  <a:pt x="551762" y="490422"/>
                </a:lnTo>
                <a:lnTo>
                  <a:pt x="552084" y="491060"/>
                </a:lnTo>
                <a:lnTo>
                  <a:pt x="552394" y="491711"/>
                </a:lnTo>
                <a:lnTo>
                  <a:pt x="552693" y="492372"/>
                </a:lnTo>
                <a:lnTo>
                  <a:pt x="552980" y="493044"/>
                </a:lnTo>
                <a:lnTo>
                  <a:pt x="553255" y="493728"/>
                </a:lnTo>
                <a:lnTo>
                  <a:pt x="553519" y="494423"/>
                </a:lnTo>
                <a:lnTo>
                  <a:pt x="553772" y="495126"/>
                </a:lnTo>
                <a:lnTo>
                  <a:pt x="554014" y="495833"/>
                </a:lnTo>
                <a:lnTo>
                  <a:pt x="554245" y="496545"/>
                </a:lnTo>
                <a:lnTo>
                  <a:pt x="554465" y="497261"/>
                </a:lnTo>
                <a:lnTo>
                  <a:pt x="554675" y="497983"/>
                </a:lnTo>
                <a:lnTo>
                  <a:pt x="554874" y="498708"/>
                </a:lnTo>
                <a:lnTo>
                  <a:pt x="555062" y="499439"/>
                </a:lnTo>
                <a:lnTo>
                  <a:pt x="555240" y="500174"/>
                </a:lnTo>
                <a:lnTo>
                  <a:pt x="555406" y="500913"/>
                </a:lnTo>
                <a:lnTo>
                  <a:pt x="555562" y="501658"/>
                </a:lnTo>
                <a:lnTo>
                  <a:pt x="555707" y="502406"/>
                </a:lnTo>
                <a:lnTo>
                  <a:pt x="555842" y="503160"/>
                </a:lnTo>
                <a:lnTo>
                  <a:pt x="555965" y="503918"/>
                </a:lnTo>
                <a:lnTo>
                  <a:pt x="556078" y="504681"/>
                </a:lnTo>
                <a:lnTo>
                  <a:pt x="556180" y="505448"/>
                </a:lnTo>
                <a:lnTo>
                  <a:pt x="556272" y="506220"/>
                </a:lnTo>
                <a:lnTo>
                  <a:pt x="556352" y="506996"/>
                </a:lnTo>
                <a:lnTo>
                  <a:pt x="556422" y="507777"/>
                </a:lnTo>
                <a:lnTo>
                  <a:pt x="556482" y="508563"/>
                </a:lnTo>
                <a:lnTo>
                  <a:pt x="556530" y="509353"/>
                </a:lnTo>
                <a:lnTo>
                  <a:pt x="556568" y="510148"/>
                </a:lnTo>
                <a:lnTo>
                  <a:pt x="556594" y="510948"/>
                </a:lnTo>
                <a:lnTo>
                  <a:pt x="556611" y="511752"/>
                </a:lnTo>
                <a:lnTo>
                  <a:pt x="556616" y="512561"/>
                </a:lnTo>
                <a:lnTo>
                  <a:pt x="556611" y="513369"/>
                </a:lnTo>
                <a:lnTo>
                  <a:pt x="556594" y="514173"/>
                </a:lnTo>
                <a:lnTo>
                  <a:pt x="556568" y="514972"/>
                </a:lnTo>
                <a:lnTo>
                  <a:pt x="556530" y="515766"/>
                </a:lnTo>
                <a:lnTo>
                  <a:pt x="556482" y="516555"/>
                </a:lnTo>
                <a:lnTo>
                  <a:pt x="556422" y="517340"/>
                </a:lnTo>
                <a:lnTo>
                  <a:pt x="556352" y="518120"/>
                </a:lnTo>
                <a:lnTo>
                  <a:pt x="556272" y="518894"/>
                </a:lnTo>
                <a:lnTo>
                  <a:pt x="556180" y="519664"/>
                </a:lnTo>
                <a:lnTo>
                  <a:pt x="556078" y="520430"/>
                </a:lnTo>
                <a:lnTo>
                  <a:pt x="555965" y="521190"/>
                </a:lnTo>
                <a:lnTo>
                  <a:pt x="555842" y="521946"/>
                </a:lnTo>
                <a:lnTo>
                  <a:pt x="555707" y="522696"/>
                </a:lnTo>
                <a:lnTo>
                  <a:pt x="555562" y="523442"/>
                </a:lnTo>
                <a:lnTo>
                  <a:pt x="555406" y="524183"/>
                </a:lnTo>
                <a:lnTo>
                  <a:pt x="555240" y="524919"/>
                </a:lnTo>
                <a:lnTo>
                  <a:pt x="555062" y="525651"/>
                </a:lnTo>
                <a:lnTo>
                  <a:pt x="554874" y="526377"/>
                </a:lnTo>
                <a:lnTo>
                  <a:pt x="554675" y="527099"/>
                </a:lnTo>
                <a:lnTo>
                  <a:pt x="554465" y="527816"/>
                </a:lnTo>
                <a:lnTo>
                  <a:pt x="554245" y="528528"/>
                </a:lnTo>
                <a:lnTo>
                  <a:pt x="554014" y="529235"/>
                </a:lnTo>
                <a:lnTo>
                  <a:pt x="553772" y="529938"/>
                </a:lnTo>
                <a:lnTo>
                  <a:pt x="553519" y="530635"/>
                </a:lnTo>
                <a:lnTo>
                  <a:pt x="553255" y="531325"/>
                </a:lnTo>
                <a:lnTo>
                  <a:pt x="552980" y="532003"/>
                </a:lnTo>
                <a:lnTo>
                  <a:pt x="552693" y="532670"/>
                </a:lnTo>
                <a:lnTo>
                  <a:pt x="552394" y="533326"/>
                </a:lnTo>
                <a:lnTo>
                  <a:pt x="552084" y="533971"/>
                </a:lnTo>
                <a:lnTo>
                  <a:pt x="551762" y="534605"/>
                </a:lnTo>
                <a:lnTo>
                  <a:pt x="551428" y="535227"/>
                </a:lnTo>
                <a:lnTo>
                  <a:pt x="551083" y="535839"/>
                </a:lnTo>
                <a:lnTo>
                  <a:pt x="550726" y="536439"/>
                </a:lnTo>
                <a:lnTo>
                  <a:pt x="550357" y="537027"/>
                </a:lnTo>
                <a:lnTo>
                  <a:pt x="549977" y="537605"/>
                </a:lnTo>
                <a:lnTo>
                  <a:pt x="549585" y="538172"/>
                </a:lnTo>
                <a:lnTo>
                  <a:pt x="549182" y="538727"/>
                </a:lnTo>
                <a:lnTo>
                  <a:pt x="548767" y="539271"/>
                </a:lnTo>
                <a:lnTo>
                  <a:pt x="548340" y="539804"/>
                </a:lnTo>
                <a:lnTo>
                  <a:pt x="547902" y="540326"/>
                </a:lnTo>
                <a:lnTo>
                  <a:pt x="547452" y="540836"/>
                </a:lnTo>
                <a:lnTo>
                  <a:pt x="546990" y="541335"/>
                </a:lnTo>
                <a:lnTo>
                  <a:pt x="546517" y="541824"/>
                </a:lnTo>
                <a:lnTo>
                  <a:pt x="546032" y="542301"/>
                </a:lnTo>
                <a:lnTo>
                  <a:pt x="545536" y="542766"/>
                </a:lnTo>
                <a:lnTo>
                  <a:pt x="545027" y="543221"/>
                </a:lnTo>
                <a:lnTo>
                  <a:pt x="544508" y="543664"/>
                </a:lnTo>
                <a:lnTo>
                  <a:pt x="543976" y="544096"/>
                </a:lnTo>
                <a:lnTo>
                  <a:pt x="543433" y="544514"/>
                </a:lnTo>
                <a:lnTo>
                  <a:pt x="542877" y="544914"/>
                </a:lnTo>
                <a:lnTo>
                  <a:pt x="542309" y="545296"/>
                </a:lnTo>
                <a:lnTo>
                  <a:pt x="541729" y="545661"/>
                </a:lnTo>
                <a:lnTo>
                  <a:pt x="541137" y="546007"/>
                </a:lnTo>
                <a:lnTo>
                  <a:pt x="540532" y="546336"/>
                </a:lnTo>
                <a:lnTo>
                  <a:pt x="539915" y="546647"/>
                </a:lnTo>
                <a:lnTo>
                  <a:pt x="539286" y="546940"/>
                </a:lnTo>
                <a:lnTo>
                  <a:pt x="538644" y="547216"/>
                </a:lnTo>
                <a:lnTo>
                  <a:pt x="537990" y="547474"/>
                </a:lnTo>
                <a:lnTo>
                  <a:pt x="537324" y="547713"/>
                </a:lnTo>
                <a:lnTo>
                  <a:pt x="536645" y="547936"/>
                </a:lnTo>
                <a:lnTo>
                  <a:pt x="535955" y="548140"/>
                </a:lnTo>
                <a:lnTo>
                  <a:pt x="535252" y="548327"/>
                </a:lnTo>
                <a:lnTo>
                  <a:pt x="534536" y="548496"/>
                </a:lnTo>
                <a:lnTo>
                  <a:pt x="533808" y="548647"/>
                </a:lnTo>
                <a:lnTo>
                  <a:pt x="533069" y="548780"/>
                </a:lnTo>
                <a:lnTo>
                  <a:pt x="532316" y="548895"/>
                </a:lnTo>
                <a:lnTo>
                  <a:pt x="531552" y="548993"/>
                </a:lnTo>
                <a:lnTo>
                  <a:pt x="530775" y="549073"/>
                </a:lnTo>
                <a:lnTo>
                  <a:pt x="529986" y="549135"/>
                </a:lnTo>
                <a:lnTo>
                  <a:pt x="529184" y="549180"/>
                </a:lnTo>
                <a:lnTo>
                  <a:pt x="528371" y="549207"/>
                </a:lnTo>
                <a:lnTo>
                  <a:pt x="527545" y="549215"/>
                </a:lnTo>
                <a:lnTo>
                  <a:pt x="526719" y="549207"/>
                </a:lnTo>
                <a:lnTo>
                  <a:pt x="525905" y="549180"/>
                </a:lnTo>
                <a:lnTo>
                  <a:pt x="525104" y="549135"/>
                </a:lnTo>
                <a:lnTo>
                  <a:pt x="524315" y="549073"/>
                </a:lnTo>
                <a:lnTo>
                  <a:pt x="523538" y="548993"/>
                </a:lnTo>
                <a:lnTo>
                  <a:pt x="522773" y="548895"/>
                </a:lnTo>
                <a:lnTo>
                  <a:pt x="522021" y="548780"/>
                </a:lnTo>
                <a:close/>
                <a:moveTo>
                  <a:pt x="60475" y="562081"/>
                </a:moveTo>
                <a:lnTo>
                  <a:pt x="61485" y="561918"/>
                </a:lnTo>
                <a:lnTo>
                  <a:pt x="62483" y="561734"/>
                </a:lnTo>
                <a:lnTo>
                  <a:pt x="63470" y="561527"/>
                </a:lnTo>
                <a:lnTo>
                  <a:pt x="64446" y="561299"/>
                </a:lnTo>
                <a:lnTo>
                  <a:pt x="65410" y="561049"/>
                </a:lnTo>
                <a:lnTo>
                  <a:pt x="66363" y="560778"/>
                </a:lnTo>
                <a:lnTo>
                  <a:pt x="67304" y="560484"/>
                </a:lnTo>
                <a:lnTo>
                  <a:pt x="68234" y="560169"/>
                </a:lnTo>
                <a:lnTo>
                  <a:pt x="69153" y="559833"/>
                </a:lnTo>
                <a:lnTo>
                  <a:pt x="70060" y="559474"/>
                </a:lnTo>
                <a:lnTo>
                  <a:pt x="70955" y="559094"/>
                </a:lnTo>
                <a:lnTo>
                  <a:pt x="71840" y="558692"/>
                </a:lnTo>
                <a:lnTo>
                  <a:pt x="72713" y="558269"/>
                </a:lnTo>
                <a:lnTo>
                  <a:pt x="73574" y="557823"/>
                </a:lnTo>
                <a:lnTo>
                  <a:pt x="74424" y="557356"/>
                </a:lnTo>
                <a:lnTo>
                  <a:pt x="75263" y="556867"/>
                </a:lnTo>
                <a:lnTo>
                  <a:pt x="76090" y="556357"/>
                </a:lnTo>
                <a:lnTo>
                  <a:pt x="76909" y="555827"/>
                </a:lnTo>
                <a:lnTo>
                  <a:pt x="77713" y="555279"/>
                </a:lnTo>
                <a:lnTo>
                  <a:pt x="78502" y="554715"/>
                </a:lnTo>
                <a:lnTo>
                  <a:pt x="79275" y="554133"/>
                </a:lnTo>
                <a:lnTo>
                  <a:pt x="80033" y="553533"/>
                </a:lnTo>
                <a:lnTo>
                  <a:pt x="80775" y="552916"/>
                </a:lnTo>
                <a:lnTo>
                  <a:pt x="81502" y="552282"/>
                </a:lnTo>
                <a:lnTo>
                  <a:pt x="82214" y="551631"/>
                </a:lnTo>
                <a:lnTo>
                  <a:pt x="82910" y="550962"/>
                </a:lnTo>
                <a:lnTo>
                  <a:pt x="83591" y="550276"/>
                </a:lnTo>
                <a:lnTo>
                  <a:pt x="84256" y="549573"/>
                </a:lnTo>
                <a:lnTo>
                  <a:pt x="84906" y="548852"/>
                </a:lnTo>
                <a:lnTo>
                  <a:pt x="85541" y="548114"/>
                </a:lnTo>
                <a:lnTo>
                  <a:pt x="86161" y="547359"/>
                </a:lnTo>
                <a:lnTo>
                  <a:pt x="86765" y="546586"/>
                </a:lnTo>
                <a:lnTo>
                  <a:pt x="87354" y="545796"/>
                </a:lnTo>
                <a:lnTo>
                  <a:pt x="87927" y="544988"/>
                </a:lnTo>
                <a:lnTo>
                  <a:pt x="88485" y="544164"/>
                </a:lnTo>
                <a:lnTo>
                  <a:pt x="89028" y="543321"/>
                </a:lnTo>
                <a:lnTo>
                  <a:pt x="89555" y="542462"/>
                </a:lnTo>
                <a:lnTo>
                  <a:pt x="90067" y="541585"/>
                </a:lnTo>
                <a:lnTo>
                  <a:pt x="90564" y="540691"/>
                </a:lnTo>
                <a:lnTo>
                  <a:pt x="91045" y="539780"/>
                </a:lnTo>
                <a:lnTo>
                  <a:pt x="91511" y="538851"/>
                </a:lnTo>
                <a:lnTo>
                  <a:pt x="91964" y="537907"/>
                </a:lnTo>
                <a:lnTo>
                  <a:pt x="92399" y="536950"/>
                </a:lnTo>
                <a:lnTo>
                  <a:pt x="92814" y="535979"/>
                </a:lnTo>
                <a:lnTo>
                  <a:pt x="93210" y="534996"/>
                </a:lnTo>
                <a:lnTo>
                  <a:pt x="93586" y="533999"/>
                </a:lnTo>
                <a:lnTo>
                  <a:pt x="93944" y="532989"/>
                </a:lnTo>
                <a:lnTo>
                  <a:pt x="94282" y="531966"/>
                </a:lnTo>
                <a:lnTo>
                  <a:pt x="94600" y="530930"/>
                </a:lnTo>
                <a:lnTo>
                  <a:pt x="94900" y="529881"/>
                </a:lnTo>
                <a:lnTo>
                  <a:pt x="95180" y="528818"/>
                </a:lnTo>
                <a:lnTo>
                  <a:pt x="95440" y="527743"/>
                </a:lnTo>
                <a:lnTo>
                  <a:pt x="95682" y="526654"/>
                </a:lnTo>
                <a:lnTo>
                  <a:pt x="95904" y="525552"/>
                </a:lnTo>
                <a:lnTo>
                  <a:pt x="96107" y="524437"/>
                </a:lnTo>
                <a:lnTo>
                  <a:pt x="96290" y="523308"/>
                </a:lnTo>
                <a:lnTo>
                  <a:pt x="96454" y="522167"/>
                </a:lnTo>
                <a:lnTo>
                  <a:pt x="96599" y="521012"/>
                </a:lnTo>
                <a:lnTo>
                  <a:pt x="96724" y="519844"/>
                </a:lnTo>
                <a:lnTo>
                  <a:pt x="96831" y="518663"/>
                </a:lnTo>
                <a:lnTo>
                  <a:pt x="96918" y="517469"/>
                </a:lnTo>
                <a:lnTo>
                  <a:pt x="96985" y="516262"/>
                </a:lnTo>
                <a:lnTo>
                  <a:pt x="97033" y="515041"/>
                </a:lnTo>
                <a:lnTo>
                  <a:pt x="97062" y="513807"/>
                </a:lnTo>
                <a:lnTo>
                  <a:pt x="97072" y="512561"/>
                </a:lnTo>
                <a:lnTo>
                  <a:pt x="97062" y="511303"/>
                </a:lnTo>
                <a:lnTo>
                  <a:pt x="97033" y="510059"/>
                </a:lnTo>
                <a:lnTo>
                  <a:pt x="96985" y="508829"/>
                </a:lnTo>
                <a:lnTo>
                  <a:pt x="96918" y="507612"/>
                </a:lnTo>
                <a:lnTo>
                  <a:pt x="96831" y="506408"/>
                </a:lnTo>
                <a:lnTo>
                  <a:pt x="96724" y="505218"/>
                </a:lnTo>
                <a:lnTo>
                  <a:pt x="96599" y="504041"/>
                </a:lnTo>
                <a:lnTo>
                  <a:pt x="96454" y="502877"/>
                </a:lnTo>
                <a:lnTo>
                  <a:pt x="96290" y="501727"/>
                </a:lnTo>
                <a:lnTo>
                  <a:pt x="96107" y="500590"/>
                </a:lnTo>
                <a:lnTo>
                  <a:pt x="95904" y="499467"/>
                </a:lnTo>
                <a:lnTo>
                  <a:pt x="95682" y="498357"/>
                </a:lnTo>
                <a:lnTo>
                  <a:pt x="95440" y="497260"/>
                </a:lnTo>
                <a:lnTo>
                  <a:pt x="95180" y="496177"/>
                </a:lnTo>
                <a:lnTo>
                  <a:pt x="94900" y="495107"/>
                </a:lnTo>
                <a:lnTo>
                  <a:pt x="94600" y="494051"/>
                </a:lnTo>
                <a:lnTo>
                  <a:pt x="94282" y="493008"/>
                </a:lnTo>
                <a:lnTo>
                  <a:pt x="93944" y="491978"/>
                </a:lnTo>
                <a:lnTo>
                  <a:pt x="93586" y="490962"/>
                </a:lnTo>
                <a:lnTo>
                  <a:pt x="93210" y="489959"/>
                </a:lnTo>
                <a:lnTo>
                  <a:pt x="92814" y="488969"/>
                </a:lnTo>
                <a:lnTo>
                  <a:pt x="92399" y="487993"/>
                </a:lnTo>
                <a:lnTo>
                  <a:pt x="91964" y="487030"/>
                </a:lnTo>
                <a:lnTo>
                  <a:pt x="91511" y="486081"/>
                </a:lnTo>
                <a:lnTo>
                  <a:pt x="91045" y="485147"/>
                </a:lnTo>
                <a:lnTo>
                  <a:pt x="90564" y="484230"/>
                </a:lnTo>
                <a:lnTo>
                  <a:pt x="90067" y="483332"/>
                </a:lnTo>
                <a:lnTo>
                  <a:pt x="89555" y="482450"/>
                </a:lnTo>
                <a:lnTo>
                  <a:pt x="89028" y="481587"/>
                </a:lnTo>
                <a:lnTo>
                  <a:pt x="88485" y="480740"/>
                </a:lnTo>
                <a:lnTo>
                  <a:pt x="87927" y="479912"/>
                </a:lnTo>
                <a:lnTo>
                  <a:pt x="87354" y="479101"/>
                </a:lnTo>
                <a:lnTo>
                  <a:pt x="86765" y="478307"/>
                </a:lnTo>
                <a:lnTo>
                  <a:pt x="86161" y="477531"/>
                </a:lnTo>
                <a:lnTo>
                  <a:pt x="85541" y="476773"/>
                </a:lnTo>
                <a:lnTo>
                  <a:pt x="84906" y="476032"/>
                </a:lnTo>
                <a:lnTo>
                  <a:pt x="84256" y="475309"/>
                </a:lnTo>
                <a:lnTo>
                  <a:pt x="83591" y="474603"/>
                </a:lnTo>
                <a:lnTo>
                  <a:pt x="82910" y="473915"/>
                </a:lnTo>
                <a:lnTo>
                  <a:pt x="82214" y="473244"/>
                </a:lnTo>
                <a:lnTo>
                  <a:pt x="81502" y="472591"/>
                </a:lnTo>
                <a:lnTo>
                  <a:pt x="80775" y="471956"/>
                </a:lnTo>
                <a:lnTo>
                  <a:pt x="80033" y="471338"/>
                </a:lnTo>
                <a:lnTo>
                  <a:pt x="79275" y="470738"/>
                </a:lnTo>
                <a:lnTo>
                  <a:pt x="78502" y="470155"/>
                </a:lnTo>
                <a:lnTo>
                  <a:pt x="77713" y="469590"/>
                </a:lnTo>
                <a:lnTo>
                  <a:pt x="76909" y="469042"/>
                </a:lnTo>
                <a:lnTo>
                  <a:pt x="76090" y="468512"/>
                </a:lnTo>
                <a:lnTo>
                  <a:pt x="75263" y="468001"/>
                </a:lnTo>
                <a:lnTo>
                  <a:pt x="74424" y="467512"/>
                </a:lnTo>
                <a:lnTo>
                  <a:pt x="73574" y="467045"/>
                </a:lnTo>
                <a:lnTo>
                  <a:pt x="72713" y="466600"/>
                </a:lnTo>
                <a:lnTo>
                  <a:pt x="71840" y="466176"/>
                </a:lnTo>
                <a:lnTo>
                  <a:pt x="70955" y="465774"/>
                </a:lnTo>
                <a:lnTo>
                  <a:pt x="70060" y="465394"/>
                </a:lnTo>
                <a:lnTo>
                  <a:pt x="69153" y="465036"/>
                </a:lnTo>
                <a:lnTo>
                  <a:pt x="68234" y="464699"/>
                </a:lnTo>
                <a:lnTo>
                  <a:pt x="67304" y="464384"/>
                </a:lnTo>
                <a:lnTo>
                  <a:pt x="66363" y="464091"/>
                </a:lnTo>
                <a:lnTo>
                  <a:pt x="65410" y="463819"/>
                </a:lnTo>
                <a:lnTo>
                  <a:pt x="64446" y="463569"/>
                </a:lnTo>
                <a:lnTo>
                  <a:pt x="63470" y="463341"/>
                </a:lnTo>
                <a:lnTo>
                  <a:pt x="62483" y="463135"/>
                </a:lnTo>
                <a:lnTo>
                  <a:pt x="61485" y="462950"/>
                </a:lnTo>
                <a:lnTo>
                  <a:pt x="60475" y="462787"/>
                </a:lnTo>
                <a:lnTo>
                  <a:pt x="59453" y="462646"/>
                </a:lnTo>
                <a:lnTo>
                  <a:pt x="58421" y="462527"/>
                </a:lnTo>
                <a:lnTo>
                  <a:pt x="57377" y="462429"/>
                </a:lnTo>
                <a:lnTo>
                  <a:pt x="56321" y="462353"/>
                </a:lnTo>
                <a:lnTo>
                  <a:pt x="55254" y="462299"/>
                </a:lnTo>
                <a:lnTo>
                  <a:pt x="54176" y="462266"/>
                </a:lnTo>
                <a:lnTo>
                  <a:pt x="53086" y="462255"/>
                </a:lnTo>
                <a:lnTo>
                  <a:pt x="51996" y="462266"/>
                </a:lnTo>
                <a:lnTo>
                  <a:pt x="50918" y="462299"/>
                </a:lnTo>
                <a:lnTo>
                  <a:pt x="49850" y="462353"/>
                </a:lnTo>
                <a:lnTo>
                  <a:pt x="48794" y="462429"/>
                </a:lnTo>
                <a:lnTo>
                  <a:pt x="47749" y="462527"/>
                </a:lnTo>
                <a:lnTo>
                  <a:pt x="46715" y="462646"/>
                </a:lnTo>
                <a:lnTo>
                  <a:pt x="45692" y="462787"/>
                </a:lnTo>
                <a:lnTo>
                  <a:pt x="44681" y="462950"/>
                </a:lnTo>
                <a:lnTo>
                  <a:pt x="43681" y="463135"/>
                </a:lnTo>
                <a:lnTo>
                  <a:pt x="42692" y="463341"/>
                </a:lnTo>
                <a:lnTo>
                  <a:pt x="41714" y="463569"/>
                </a:lnTo>
                <a:lnTo>
                  <a:pt x="40747" y="463819"/>
                </a:lnTo>
                <a:lnTo>
                  <a:pt x="39791" y="464091"/>
                </a:lnTo>
                <a:lnTo>
                  <a:pt x="38847" y="464384"/>
                </a:lnTo>
                <a:lnTo>
                  <a:pt x="37914" y="464699"/>
                </a:lnTo>
                <a:lnTo>
                  <a:pt x="36992" y="465036"/>
                </a:lnTo>
                <a:lnTo>
                  <a:pt x="36081" y="465394"/>
                </a:lnTo>
                <a:lnTo>
                  <a:pt x="35182" y="465774"/>
                </a:lnTo>
                <a:lnTo>
                  <a:pt x="34293" y="466176"/>
                </a:lnTo>
                <a:lnTo>
                  <a:pt x="33416" y="466600"/>
                </a:lnTo>
                <a:lnTo>
                  <a:pt x="32550" y="467045"/>
                </a:lnTo>
                <a:lnTo>
                  <a:pt x="31695" y="467512"/>
                </a:lnTo>
                <a:lnTo>
                  <a:pt x="30851" y="468001"/>
                </a:lnTo>
                <a:lnTo>
                  <a:pt x="30019" y="468512"/>
                </a:lnTo>
                <a:lnTo>
                  <a:pt x="29205" y="469042"/>
                </a:lnTo>
                <a:lnTo>
                  <a:pt x="28406" y="469590"/>
                </a:lnTo>
                <a:lnTo>
                  <a:pt x="27621" y="470155"/>
                </a:lnTo>
                <a:lnTo>
                  <a:pt x="26852" y="470738"/>
                </a:lnTo>
                <a:lnTo>
                  <a:pt x="26098" y="471338"/>
                </a:lnTo>
                <a:lnTo>
                  <a:pt x="25358" y="471956"/>
                </a:lnTo>
                <a:lnTo>
                  <a:pt x="24634" y="472591"/>
                </a:lnTo>
                <a:lnTo>
                  <a:pt x="23924" y="473244"/>
                </a:lnTo>
                <a:lnTo>
                  <a:pt x="23229" y="473915"/>
                </a:lnTo>
                <a:lnTo>
                  <a:pt x="22549" y="474603"/>
                </a:lnTo>
                <a:lnTo>
                  <a:pt x="21884" y="475309"/>
                </a:lnTo>
                <a:lnTo>
                  <a:pt x="21235" y="476032"/>
                </a:lnTo>
                <a:lnTo>
                  <a:pt x="20599" y="476773"/>
                </a:lnTo>
                <a:lnTo>
                  <a:pt x="19979" y="477531"/>
                </a:lnTo>
                <a:lnTo>
                  <a:pt x="19374" y="478307"/>
                </a:lnTo>
                <a:lnTo>
                  <a:pt x="18784" y="479101"/>
                </a:lnTo>
                <a:lnTo>
                  <a:pt x="18208" y="479912"/>
                </a:lnTo>
                <a:lnTo>
                  <a:pt x="17648" y="480740"/>
                </a:lnTo>
                <a:lnTo>
                  <a:pt x="17103" y="481587"/>
                </a:lnTo>
                <a:lnTo>
                  <a:pt x="16572" y="482450"/>
                </a:lnTo>
                <a:lnTo>
                  <a:pt x="16056" y="483332"/>
                </a:lnTo>
                <a:lnTo>
                  <a:pt x="15555" y="484230"/>
                </a:lnTo>
                <a:lnTo>
                  <a:pt x="15070" y="485147"/>
                </a:lnTo>
                <a:lnTo>
                  <a:pt x="14599" y="486081"/>
                </a:lnTo>
                <a:lnTo>
                  <a:pt x="14150" y="487030"/>
                </a:lnTo>
                <a:lnTo>
                  <a:pt x="13721" y="487993"/>
                </a:lnTo>
                <a:lnTo>
                  <a:pt x="13310" y="488969"/>
                </a:lnTo>
                <a:lnTo>
                  <a:pt x="12919" y="489959"/>
                </a:lnTo>
                <a:lnTo>
                  <a:pt x="12546" y="490962"/>
                </a:lnTo>
                <a:lnTo>
                  <a:pt x="12193" y="491978"/>
                </a:lnTo>
                <a:lnTo>
                  <a:pt x="11859" y="493008"/>
                </a:lnTo>
                <a:lnTo>
                  <a:pt x="11544" y="494051"/>
                </a:lnTo>
                <a:lnTo>
                  <a:pt x="11248" y="495107"/>
                </a:lnTo>
                <a:lnTo>
                  <a:pt x="10971" y="496177"/>
                </a:lnTo>
                <a:lnTo>
                  <a:pt x="10714" y="497260"/>
                </a:lnTo>
                <a:lnTo>
                  <a:pt x="10475" y="498357"/>
                </a:lnTo>
                <a:lnTo>
                  <a:pt x="10256" y="499467"/>
                </a:lnTo>
                <a:lnTo>
                  <a:pt x="10055" y="500590"/>
                </a:lnTo>
                <a:lnTo>
                  <a:pt x="9874" y="501727"/>
                </a:lnTo>
                <a:lnTo>
                  <a:pt x="9711" y="502877"/>
                </a:lnTo>
                <a:lnTo>
                  <a:pt x="9568" y="504041"/>
                </a:lnTo>
                <a:lnTo>
                  <a:pt x="9444" y="505218"/>
                </a:lnTo>
                <a:lnTo>
                  <a:pt x="9339" y="506408"/>
                </a:lnTo>
                <a:lnTo>
                  <a:pt x="9253" y="507612"/>
                </a:lnTo>
                <a:lnTo>
                  <a:pt x="9186" y="508829"/>
                </a:lnTo>
                <a:lnTo>
                  <a:pt x="9139" y="510059"/>
                </a:lnTo>
                <a:lnTo>
                  <a:pt x="9110" y="511303"/>
                </a:lnTo>
                <a:lnTo>
                  <a:pt x="9101" y="512561"/>
                </a:lnTo>
                <a:lnTo>
                  <a:pt x="9110" y="513807"/>
                </a:lnTo>
                <a:lnTo>
                  <a:pt x="9139" y="515041"/>
                </a:lnTo>
                <a:lnTo>
                  <a:pt x="9186" y="516262"/>
                </a:lnTo>
                <a:lnTo>
                  <a:pt x="9253" y="517469"/>
                </a:lnTo>
                <a:lnTo>
                  <a:pt x="9339" y="518663"/>
                </a:lnTo>
                <a:lnTo>
                  <a:pt x="9444" y="519844"/>
                </a:lnTo>
                <a:lnTo>
                  <a:pt x="9568" y="521012"/>
                </a:lnTo>
                <a:lnTo>
                  <a:pt x="9711" y="522167"/>
                </a:lnTo>
                <a:lnTo>
                  <a:pt x="9874" y="523308"/>
                </a:lnTo>
                <a:lnTo>
                  <a:pt x="10055" y="524437"/>
                </a:lnTo>
                <a:lnTo>
                  <a:pt x="10256" y="525552"/>
                </a:lnTo>
                <a:lnTo>
                  <a:pt x="10475" y="526654"/>
                </a:lnTo>
                <a:lnTo>
                  <a:pt x="10714" y="527743"/>
                </a:lnTo>
                <a:lnTo>
                  <a:pt x="10971" y="528818"/>
                </a:lnTo>
                <a:lnTo>
                  <a:pt x="11248" y="529881"/>
                </a:lnTo>
                <a:lnTo>
                  <a:pt x="11544" y="530930"/>
                </a:lnTo>
                <a:lnTo>
                  <a:pt x="11859" y="531966"/>
                </a:lnTo>
                <a:lnTo>
                  <a:pt x="12193" y="532989"/>
                </a:lnTo>
                <a:lnTo>
                  <a:pt x="12546" y="533999"/>
                </a:lnTo>
                <a:lnTo>
                  <a:pt x="12919" y="534996"/>
                </a:lnTo>
                <a:lnTo>
                  <a:pt x="13310" y="535979"/>
                </a:lnTo>
                <a:lnTo>
                  <a:pt x="13721" y="536950"/>
                </a:lnTo>
                <a:lnTo>
                  <a:pt x="14150" y="537907"/>
                </a:lnTo>
                <a:lnTo>
                  <a:pt x="14599" y="538851"/>
                </a:lnTo>
                <a:lnTo>
                  <a:pt x="15070" y="539780"/>
                </a:lnTo>
                <a:lnTo>
                  <a:pt x="15555" y="540691"/>
                </a:lnTo>
                <a:lnTo>
                  <a:pt x="16056" y="541585"/>
                </a:lnTo>
                <a:lnTo>
                  <a:pt x="16572" y="542462"/>
                </a:lnTo>
                <a:lnTo>
                  <a:pt x="17103" y="543321"/>
                </a:lnTo>
                <a:lnTo>
                  <a:pt x="17648" y="544164"/>
                </a:lnTo>
                <a:lnTo>
                  <a:pt x="18208" y="544988"/>
                </a:lnTo>
                <a:lnTo>
                  <a:pt x="18784" y="545796"/>
                </a:lnTo>
                <a:lnTo>
                  <a:pt x="19374" y="546586"/>
                </a:lnTo>
                <a:lnTo>
                  <a:pt x="19979" y="547359"/>
                </a:lnTo>
                <a:lnTo>
                  <a:pt x="20599" y="548114"/>
                </a:lnTo>
                <a:lnTo>
                  <a:pt x="21235" y="548852"/>
                </a:lnTo>
                <a:lnTo>
                  <a:pt x="21884" y="549573"/>
                </a:lnTo>
                <a:lnTo>
                  <a:pt x="22549" y="550276"/>
                </a:lnTo>
                <a:lnTo>
                  <a:pt x="23229" y="550962"/>
                </a:lnTo>
                <a:lnTo>
                  <a:pt x="23924" y="551631"/>
                </a:lnTo>
                <a:lnTo>
                  <a:pt x="24634" y="552282"/>
                </a:lnTo>
                <a:lnTo>
                  <a:pt x="25358" y="552916"/>
                </a:lnTo>
                <a:lnTo>
                  <a:pt x="26098" y="553533"/>
                </a:lnTo>
                <a:lnTo>
                  <a:pt x="26852" y="554133"/>
                </a:lnTo>
                <a:lnTo>
                  <a:pt x="27621" y="554715"/>
                </a:lnTo>
                <a:lnTo>
                  <a:pt x="28406" y="555279"/>
                </a:lnTo>
                <a:lnTo>
                  <a:pt x="29205" y="555827"/>
                </a:lnTo>
                <a:lnTo>
                  <a:pt x="30019" y="556357"/>
                </a:lnTo>
                <a:lnTo>
                  <a:pt x="30851" y="556867"/>
                </a:lnTo>
                <a:lnTo>
                  <a:pt x="31695" y="557356"/>
                </a:lnTo>
                <a:lnTo>
                  <a:pt x="32550" y="557823"/>
                </a:lnTo>
                <a:lnTo>
                  <a:pt x="33416" y="558269"/>
                </a:lnTo>
                <a:lnTo>
                  <a:pt x="34293" y="558692"/>
                </a:lnTo>
                <a:lnTo>
                  <a:pt x="35182" y="559094"/>
                </a:lnTo>
                <a:lnTo>
                  <a:pt x="36081" y="559474"/>
                </a:lnTo>
                <a:lnTo>
                  <a:pt x="36992" y="559833"/>
                </a:lnTo>
                <a:lnTo>
                  <a:pt x="37914" y="560169"/>
                </a:lnTo>
                <a:lnTo>
                  <a:pt x="38847" y="560484"/>
                </a:lnTo>
                <a:lnTo>
                  <a:pt x="39791" y="560778"/>
                </a:lnTo>
                <a:lnTo>
                  <a:pt x="40747" y="561049"/>
                </a:lnTo>
                <a:lnTo>
                  <a:pt x="41714" y="561299"/>
                </a:lnTo>
                <a:lnTo>
                  <a:pt x="42692" y="561527"/>
                </a:lnTo>
                <a:lnTo>
                  <a:pt x="43681" y="561734"/>
                </a:lnTo>
                <a:lnTo>
                  <a:pt x="44681" y="561918"/>
                </a:lnTo>
                <a:lnTo>
                  <a:pt x="45692" y="562081"/>
                </a:lnTo>
                <a:lnTo>
                  <a:pt x="46715" y="562222"/>
                </a:lnTo>
                <a:lnTo>
                  <a:pt x="47749" y="562342"/>
                </a:lnTo>
                <a:lnTo>
                  <a:pt x="48794" y="562440"/>
                </a:lnTo>
                <a:lnTo>
                  <a:pt x="49850" y="562516"/>
                </a:lnTo>
                <a:lnTo>
                  <a:pt x="50918" y="562570"/>
                </a:lnTo>
                <a:lnTo>
                  <a:pt x="51996" y="562603"/>
                </a:lnTo>
                <a:lnTo>
                  <a:pt x="53086" y="562613"/>
                </a:lnTo>
                <a:lnTo>
                  <a:pt x="54176" y="562603"/>
                </a:lnTo>
                <a:lnTo>
                  <a:pt x="55254" y="562570"/>
                </a:lnTo>
                <a:lnTo>
                  <a:pt x="56321" y="562516"/>
                </a:lnTo>
                <a:lnTo>
                  <a:pt x="57377" y="562440"/>
                </a:lnTo>
                <a:lnTo>
                  <a:pt x="58421" y="562342"/>
                </a:lnTo>
                <a:lnTo>
                  <a:pt x="59453" y="562222"/>
                </a:lnTo>
                <a:lnTo>
                  <a:pt x="60475" y="562081"/>
                </a:lnTo>
                <a:close/>
                <a:moveTo>
                  <a:pt x="47563" y="548780"/>
                </a:moveTo>
                <a:lnTo>
                  <a:pt x="46823" y="548647"/>
                </a:lnTo>
                <a:lnTo>
                  <a:pt x="46095" y="548496"/>
                </a:lnTo>
                <a:lnTo>
                  <a:pt x="45380" y="548327"/>
                </a:lnTo>
                <a:lnTo>
                  <a:pt x="44677" y="548140"/>
                </a:lnTo>
                <a:lnTo>
                  <a:pt x="43986" y="547936"/>
                </a:lnTo>
                <a:lnTo>
                  <a:pt x="43307" y="547713"/>
                </a:lnTo>
                <a:lnTo>
                  <a:pt x="42641" y="547474"/>
                </a:lnTo>
                <a:lnTo>
                  <a:pt x="41987" y="547216"/>
                </a:lnTo>
                <a:lnTo>
                  <a:pt x="41345" y="546940"/>
                </a:lnTo>
                <a:lnTo>
                  <a:pt x="40716" y="546647"/>
                </a:lnTo>
                <a:lnTo>
                  <a:pt x="40099" y="546336"/>
                </a:lnTo>
                <a:lnTo>
                  <a:pt x="39494" y="546007"/>
                </a:lnTo>
                <a:lnTo>
                  <a:pt x="38902" y="545661"/>
                </a:lnTo>
                <a:lnTo>
                  <a:pt x="38322" y="545296"/>
                </a:lnTo>
                <a:lnTo>
                  <a:pt x="37754" y="544914"/>
                </a:lnTo>
                <a:lnTo>
                  <a:pt x="37198" y="544514"/>
                </a:lnTo>
                <a:lnTo>
                  <a:pt x="36655" y="544096"/>
                </a:lnTo>
                <a:lnTo>
                  <a:pt x="36123" y="543664"/>
                </a:lnTo>
                <a:lnTo>
                  <a:pt x="35604" y="543221"/>
                </a:lnTo>
                <a:lnTo>
                  <a:pt x="35096" y="542766"/>
                </a:lnTo>
                <a:lnTo>
                  <a:pt x="34599" y="542301"/>
                </a:lnTo>
                <a:lnTo>
                  <a:pt x="34114" y="541824"/>
                </a:lnTo>
                <a:lnTo>
                  <a:pt x="33641" y="541335"/>
                </a:lnTo>
                <a:lnTo>
                  <a:pt x="33179" y="540836"/>
                </a:lnTo>
                <a:lnTo>
                  <a:pt x="32730" y="540326"/>
                </a:lnTo>
                <a:lnTo>
                  <a:pt x="32291" y="539804"/>
                </a:lnTo>
                <a:lnTo>
                  <a:pt x="31864" y="539271"/>
                </a:lnTo>
                <a:lnTo>
                  <a:pt x="31449" y="538727"/>
                </a:lnTo>
                <a:lnTo>
                  <a:pt x="31046" y="538172"/>
                </a:lnTo>
                <a:lnTo>
                  <a:pt x="30654" y="537605"/>
                </a:lnTo>
                <a:lnTo>
                  <a:pt x="30274" y="537027"/>
                </a:lnTo>
                <a:lnTo>
                  <a:pt x="29905" y="536439"/>
                </a:lnTo>
                <a:lnTo>
                  <a:pt x="29549" y="535839"/>
                </a:lnTo>
                <a:lnTo>
                  <a:pt x="29203" y="535227"/>
                </a:lnTo>
                <a:lnTo>
                  <a:pt x="28870" y="534605"/>
                </a:lnTo>
                <a:lnTo>
                  <a:pt x="28548" y="533971"/>
                </a:lnTo>
                <a:lnTo>
                  <a:pt x="28237" y="533326"/>
                </a:lnTo>
                <a:lnTo>
                  <a:pt x="27938" y="532670"/>
                </a:lnTo>
                <a:lnTo>
                  <a:pt x="27651" y="532003"/>
                </a:lnTo>
                <a:lnTo>
                  <a:pt x="27376" y="531325"/>
                </a:lnTo>
                <a:lnTo>
                  <a:pt x="27112" y="530635"/>
                </a:lnTo>
                <a:lnTo>
                  <a:pt x="26859" y="529938"/>
                </a:lnTo>
                <a:lnTo>
                  <a:pt x="26617" y="529235"/>
                </a:lnTo>
                <a:lnTo>
                  <a:pt x="26386" y="528528"/>
                </a:lnTo>
                <a:lnTo>
                  <a:pt x="26166" y="527816"/>
                </a:lnTo>
                <a:lnTo>
                  <a:pt x="25956" y="527099"/>
                </a:lnTo>
                <a:lnTo>
                  <a:pt x="25757" y="526377"/>
                </a:lnTo>
                <a:lnTo>
                  <a:pt x="25569" y="525651"/>
                </a:lnTo>
                <a:lnTo>
                  <a:pt x="25392" y="524919"/>
                </a:lnTo>
                <a:lnTo>
                  <a:pt x="25225" y="524183"/>
                </a:lnTo>
                <a:lnTo>
                  <a:pt x="25069" y="523442"/>
                </a:lnTo>
                <a:lnTo>
                  <a:pt x="24924" y="522696"/>
                </a:lnTo>
                <a:lnTo>
                  <a:pt x="24789" y="521946"/>
                </a:lnTo>
                <a:lnTo>
                  <a:pt x="24666" y="521190"/>
                </a:lnTo>
                <a:lnTo>
                  <a:pt x="24553" y="520430"/>
                </a:lnTo>
                <a:lnTo>
                  <a:pt x="24451" y="519664"/>
                </a:lnTo>
                <a:lnTo>
                  <a:pt x="24359" y="518894"/>
                </a:lnTo>
                <a:lnTo>
                  <a:pt x="24279" y="518120"/>
                </a:lnTo>
                <a:lnTo>
                  <a:pt x="24209" y="517340"/>
                </a:lnTo>
                <a:lnTo>
                  <a:pt x="24150" y="516555"/>
                </a:lnTo>
                <a:lnTo>
                  <a:pt x="24101" y="515766"/>
                </a:lnTo>
                <a:lnTo>
                  <a:pt x="24064" y="514972"/>
                </a:lnTo>
                <a:lnTo>
                  <a:pt x="24037" y="514173"/>
                </a:lnTo>
                <a:lnTo>
                  <a:pt x="24021" y="513369"/>
                </a:lnTo>
                <a:lnTo>
                  <a:pt x="24015" y="512561"/>
                </a:lnTo>
                <a:lnTo>
                  <a:pt x="24021" y="511752"/>
                </a:lnTo>
                <a:lnTo>
                  <a:pt x="24037" y="510948"/>
                </a:lnTo>
                <a:lnTo>
                  <a:pt x="24064" y="510148"/>
                </a:lnTo>
                <a:lnTo>
                  <a:pt x="24101" y="509353"/>
                </a:lnTo>
                <a:lnTo>
                  <a:pt x="24150" y="508563"/>
                </a:lnTo>
                <a:lnTo>
                  <a:pt x="24209" y="507777"/>
                </a:lnTo>
                <a:lnTo>
                  <a:pt x="24279" y="506996"/>
                </a:lnTo>
                <a:lnTo>
                  <a:pt x="24359" y="506220"/>
                </a:lnTo>
                <a:lnTo>
                  <a:pt x="24451" y="505448"/>
                </a:lnTo>
                <a:lnTo>
                  <a:pt x="24553" y="504681"/>
                </a:lnTo>
                <a:lnTo>
                  <a:pt x="24666" y="503918"/>
                </a:lnTo>
                <a:lnTo>
                  <a:pt x="24789" y="503160"/>
                </a:lnTo>
                <a:lnTo>
                  <a:pt x="24924" y="502406"/>
                </a:lnTo>
                <a:lnTo>
                  <a:pt x="25069" y="501658"/>
                </a:lnTo>
                <a:lnTo>
                  <a:pt x="25225" y="500913"/>
                </a:lnTo>
                <a:lnTo>
                  <a:pt x="25392" y="500174"/>
                </a:lnTo>
                <a:lnTo>
                  <a:pt x="25569" y="499439"/>
                </a:lnTo>
                <a:lnTo>
                  <a:pt x="25757" y="498708"/>
                </a:lnTo>
                <a:lnTo>
                  <a:pt x="25956" y="497983"/>
                </a:lnTo>
                <a:lnTo>
                  <a:pt x="26166" y="497261"/>
                </a:lnTo>
                <a:lnTo>
                  <a:pt x="26386" y="496545"/>
                </a:lnTo>
                <a:lnTo>
                  <a:pt x="26617" y="495833"/>
                </a:lnTo>
                <a:lnTo>
                  <a:pt x="26859" y="495126"/>
                </a:lnTo>
                <a:lnTo>
                  <a:pt x="27112" y="494423"/>
                </a:lnTo>
                <a:lnTo>
                  <a:pt x="27376" y="493728"/>
                </a:lnTo>
                <a:lnTo>
                  <a:pt x="27651" y="493044"/>
                </a:lnTo>
                <a:lnTo>
                  <a:pt x="27938" y="492372"/>
                </a:lnTo>
                <a:lnTo>
                  <a:pt x="28237" y="491711"/>
                </a:lnTo>
                <a:lnTo>
                  <a:pt x="28548" y="491060"/>
                </a:lnTo>
                <a:lnTo>
                  <a:pt x="28870" y="490422"/>
                </a:lnTo>
                <a:lnTo>
                  <a:pt x="29203" y="489794"/>
                </a:lnTo>
                <a:lnTo>
                  <a:pt x="29549" y="489177"/>
                </a:lnTo>
                <a:lnTo>
                  <a:pt x="29905" y="488572"/>
                </a:lnTo>
                <a:lnTo>
                  <a:pt x="30274" y="487978"/>
                </a:lnTo>
                <a:lnTo>
                  <a:pt x="30654" y="487395"/>
                </a:lnTo>
                <a:lnTo>
                  <a:pt x="31046" y="486823"/>
                </a:lnTo>
                <a:lnTo>
                  <a:pt x="31449" y="486263"/>
                </a:lnTo>
                <a:lnTo>
                  <a:pt x="31864" y="485713"/>
                </a:lnTo>
                <a:lnTo>
                  <a:pt x="32291" y="485175"/>
                </a:lnTo>
                <a:lnTo>
                  <a:pt x="32730" y="484648"/>
                </a:lnTo>
                <a:lnTo>
                  <a:pt x="33179" y="484132"/>
                </a:lnTo>
                <a:lnTo>
                  <a:pt x="33641" y="483628"/>
                </a:lnTo>
                <a:lnTo>
                  <a:pt x="34114" y="483134"/>
                </a:lnTo>
                <a:lnTo>
                  <a:pt x="34599" y="482652"/>
                </a:lnTo>
                <a:lnTo>
                  <a:pt x="35096" y="482181"/>
                </a:lnTo>
                <a:lnTo>
                  <a:pt x="35604" y="481721"/>
                </a:lnTo>
                <a:lnTo>
                  <a:pt x="36123" y="481273"/>
                </a:lnTo>
                <a:lnTo>
                  <a:pt x="36655" y="480835"/>
                </a:lnTo>
                <a:lnTo>
                  <a:pt x="37198" y="480412"/>
                </a:lnTo>
                <a:lnTo>
                  <a:pt x="37754" y="480008"/>
                </a:lnTo>
                <a:lnTo>
                  <a:pt x="38322" y="479621"/>
                </a:lnTo>
                <a:lnTo>
                  <a:pt x="38902" y="479252"/>
                </a:lnTo>
                <a:lnTo>
                  <a:pt x="39494" y="478901"/>
                </a:lnTo>
                <a:lnTo>
                  <a:pt x="40099" y="478568"/>
                </a:lnTo>
                <a:lnTo>
                  <a:pt x="40716" y="478253"/>
                </a:lnTo>
                <a:lnTo>
                  <a:pt x="41345" y="477956"/>
                </a:lnTo>
                <a:lnTo>
                  <a:pt x="41987" y="477677"/>
                </a:lnTo>
                <a:lnTo>
                  <a:pt x="42641" y="477416"/>
                </a:lnTo>
                <a:lnTo>
                  <a:pt x="43307" y="477173"/>
                </a:lnTo>
                <a:lnTo>
                  <a:pt x="43986" y="476949"/>
                </a:lnTo>
                <a:lnTo>
                  <a:pt x="44677" y="476742"/>
                </a:lnTo>
                <a:lnTo>
                  <a:pt x="45380" y="476553"/>
                </a:lnTo>
                <a:lnTo>
                  <a:pt x="46095" y="476382"/>
                </a:lnTo>
                <a:lnTo>
                  <a:pt x="46823" y="476229"/>
                </a:lnTo>
                <a:lnTo>
                  <a:pt x="47563" y="476094"/>
                </a:lnTo>
                <a:lnTo>
                  <a:pt x="48315" y="475977"/>
                </a:lnTo>
                <a:lnTo>
                  <a:pt x="49079" y="475878"/>
                </a:lnTo>
                <a:lnTo>
                  <a:pt x="49856" y="475797"/>
                </a:lnTo>
                <a:lnTo>
                  <a:pt x="50645" y="475734"/>
                </a:lnTo>
                <a:lnTo>
                  <a:pt x="51447" y="475689"/>
                </a:lnTo>
                <a:lnTo>
                  <a:pt x="52260" y="475662"/>
                </a:lnTo>
                <a:lnTo>
                  <a:pt x="53086" y="475653"/>
                </a:lnTo>
                <a:lnTo>
                  <a:pt x="53912" y="475662"/>
                </a:lnTo>
                <a:lnTo>
                  <a:pt x="54726" y="475689"/>
                </a:lnTo>
                <a:lnTo>
                  <a:pt x="55527" y="475734"/>
                </a:lnTo>
                <a:lnTo>
                  <a:pt x="56316" y="475797"/>
                </a:lnTo>
                <a:lnTo>
                  <a:pt x="57093" y="475878"/>
                </a:lnTo>
                <a:lnTo>
                  <a:pt x="57858" y="475977"/>
                </a:lnTo>
                <a:lnTo>
                  <a:pt x="58610" y="476094"/>
                </a:lnTo>
                <a:lnTo>
                  <a:pt x="59350" y="476229"/>
                </a:lnTo>
                <a:lnTo>
                  <a:pt x="60078" y="476382"/>
                </a:lnTo>
                <a:lnTo>
                  <a:pt x="60793" y="476553"/>
                </a:lnTo>
                <a:lnTo>
                  <a:pt x="61496" y="476742"/>
                </a:lnTo>
                <a:lnTo>
                  <a:pt x="62187" y="476949"/>
                </a:lnTo>
                <a:lnTo>
                  <a:pt x="62865" y="477173"/>
                </a:lnTo>
                <a:lnTo>
                  <a:pt x="63531" y="477416"/>
                </a:lnTo>
                <a:lnTo>
                  <a:pt x="64185" y="477677"/>
                </a:lnTo>
                <a:lnTo>
                  <a:pt x="64827" y="477956"/>
                </a:lnTo>
                <a:lnTo>
                  <a:pt x="65456" y="478253"/>
                </a:lnTo>
                <a:lnTo>
                  <a:pt x="66073" y="478568"/>
                </a:lnTo>
                <a:lnTo>
                  <a:pt x="66678" y="478901"/>
                </a:lnTo>
                <a:lnTo>
                  <a:pt x="67271" y="479252"/>
                </a:lnTo>
                <a:lnTo>
                  <a:pt x="67851" y="479621"/>
                </a:lnTo>
                <a:lnTo>
                  <a:pt x="68419" y="480008"/>
                </a:lnTo>
                <a:lnTo>
                  <a:pt x="68974" y="480412"/>
                </a:lnTo>
                <a:lnTo>
                  <a:pt x="69518" y="480835"/>
                </a:lnTo>
                <a:lnTo>
                  <a:pt x="70049" y="481273"/>
                </a:lnTo>
                <a:lnTo>
                  <a:pt x="70569" y="481721"/>
                </a:lnTo>
                <a:lnTo>
                  <a:pt x="71077" y="482181"/>
                </a:lnTo>
                <a:lnTo>
                  <a:pt x="71573" y="482652"/>
                </a:lnTo>
                <a:lnTo>
                  <a:pt x="72058" y="483134"/>
                </a:lnTo>
                <a:lnTo>
                  <a:pt x="72531" y="483628"/>
                </a:lnTo>
                <a:lnTo>
                  <a:pt x="72993" y="484132"/>
                </a:lnTo>
                <a:lnTo>
                  <a:pt x="73443" y="484648"/>
                </a:lnTo>
                <a:lnTo>
                  <a:pt x="73881" y="485175"/>
                </a:lnTo>
                <a:lnTo>
                  <a:pt x="74308" y="485713"/>
                </a:lnTo>
                <a:lnTo>
                  <a:pt x="74723" y="486263"/>
                </a:lnTo>
                <a:lnTo>
                  <a:pt x="75127" y="486823"/>
                </a:lnTo>
                <a:lnTo>
                  <a:pt x="75518" y="487395"/>
                </a:lnTo>
                <a:lnTo>
                  <a:pt x="75899" y="487978"/>
                </a:lnTo>
                <a:lnTo>
                  <a:pt x="76267" y="488572"/>
                </a:lnTo>
                <a:lnTo>
                  <a:pt x="76624" y="489177"/>
                </a:lnTo>
                <a:lnTo>
                  <a:pt x="76969" y="489794"/>
                </a:lnTo>
                <a:lnTo>
                  <a:pt x="77303" y="490422"/>
                </a:lnTo>
                <a:lnTo>
                  <a:pt x="77625" y="491060"/>
                </a:lnTo>
                <a:lnTo>
                  <a:pt x="77935" y="491711"/>
                </a:lnTo>
                <a:lnTo>
                  <a:pt x="78234" y="492372"/>
                </a:lnTo>
                <a:lnTo>
                  <a:pt x="78521" y="493044"/>
                </a:lnTo>
                <a:lnTo>
                  <a:pt x="78797" y="493728"/>
                </a:lnTo>
                <a:lnTo>
                  <a:pt x="79061" y="494423"/>
                </a:lnTo>
                <a:lnTo>
                  <a:pt x="79313" y="495126"/>
                </a:lnTo>
                <a:lnTo>
                  <a:pt x="79555" y="495833"/>
                </a:lnTo>
                <a:lnTo>
                  <a:pt x="79786" y="496545"/>
                </a:lnTo>
                <a:lnTo>
                  <a:pt x="80007" y="497261"/>
                </a:lnTo>
                <a:lnTo>
                  <a:pt x="80217" y="497983"/>
                </a:lnTo>
                <a:lnTo>
                  <a:pt x="80415" y="498708"/>
                </a:lnTo>
                <a:lnTo>
                  <a:pt x="80604" y="499439"/>
                </a:lnTo>
                <a:lnTo>
                  <a:pt x="80781" y="500174"/>
                </a:lnTo>
                <a:lnTo>
                  <a:pt x="80948" y="500913"/>
                </a:lnTo>
                <a:lnTo>
                  <a:pt x="81104" y="501658"/>
                </a:lnTo>
                <a:lnTo>
                  <a:pt x="81249" y="502406"/>
                </a:lnTo>
                <a:lnTo>
                  <a:pt x="81383" y="503160"/>
                </a:lnTo>
                <a:lnTo>
                  <a:pt x="81507" y="503918"/>
                </a:lnTo>
                <a:lnTo>
                  <a:pt x="81620" y="504681"/>
                </a:lnTo>
                <a:lnTo>
                  <a:pt x="81722" y="505448"/>
                </a:lnTo>
                <a:lnTo>
                  <a:pt x="81813" y="506220"/>
                </a:lnTo>
                <a:lnTo>
                  <a:pt x="81894" y="506996"/>
                </a:lnTo>
                <a:lnTo>
                  <a:pt x="81964" y="507777"/>
                </a:lnTo>
                <a:lnTo>
                  <a:pt x="82023" y="508563"/>
                </a:lnTo>
                <a:lnTo>
                  <a:pt x="82071" y="509353"/>
                </a:lnTo>
                <a:lnTo>
                  <a:pt x="82109" y="510148"/>
                </a:lnTo>
                <a:lnTo>
                  <a:pt x="82136" y="510948"/>
                </a:lnTo>
                <a:lnTo>
                  <a:pt x="82152" y="511752"/>
                </a:lnTo>
                <a:lnTo>
                  <a:pt x="82157" y="512561"/>
                </a:lnTo>
                <a:lnTo>
                  <a:pt x="82152" y="513369"/>
                </a:lnTo>
                <a:lnTo>
                  <a:pt x="82136" y="514173"/>
                </a:lnTo>
                <a:lnTo>
                  <a:pt x="82109" y="514972"/>
                </a:lnTo>
                <a:lnTo>
                  <a:pt x="82071" y="515766"/>
                </a:lnTo>
                <a:lnTo>
                  <a:pt x="82023" y="516555"/>
                </a:lnTo>
                <a:lnTo>
                  <a:pt x="81964" y="517340"/>
                </a:lnTo>
                <a:lnTo>
                  <a:pt x="81894" y="518120"/>
                </a:lnTo>
                <a:lnTo>
                  <a:pt x="81813" y="518894"/>
                </a:lnTo>
                <a:lnTo>
                  <a:pt x="81722" y="519664"/>
                </a:lnTo>
                <a:lnTo>
                  <a:pt x="81620" y="520430"/>
                </a:lnTo>
                <a:lnTo>
                  <a:pt x="81507" y="521190"/>
                </a:lnTo>
                <a:lnTo>
                  <a:pt x="81383" y="521946"/>
                </a:lnTo>
                <a:lnTo>
                  <a:pt x="81249" y="522696"/>
                </a:lnTo>
                <a:lnTo>
                  <a:pt x="81104" y="523442"/>
                </a:lnTo>
                <a:lnTo>
                  <a:pt x="80948" y="524183"/>
                </a:lnTo>
                <a:lnTo>
                  <a:pt x="80781" y="524919"/>
                </a:lnTo>
                <a:lnTo>
                  <a:pt x="80604" y="525651"/>
                </a:lnTo>
                <a:lnTo>
                  <a:pt x="80415" y="526377"/>
                </a:lnTo>
                <a:lnTo>
                  <a:pt x="80217" y="527099"/>
                </a:lnTo>
                <a:lnTo>
                  <a:pt x="80007" y="527816"/>
                </a:lnTo>
                <a:lnTo>
                  <a:pt x="79786" y="528528"/>
                </a:lnTo>
                <a:lnTo>
                  <a:pt x="79555" y="529235"/>
                </a:lnTo>
                <a:lnTo>
                  <a:pt x="79313" y="529938"/>
                </a:lnTo>
                <a:lnTo>
                  <a:pt x="79061" y="530635"/>
                </a:lnTo>
                <a:lnTo>
                  <a:pt x="78797" y="531325"/>
                </a:lnTo>
                <a:lnTo>
                  <a:pt x="78521" y="532003"/>
                </a:lnTo>
                <a:lnTo>
                  <a:pt x="78234" y="532670"/>
                </a:lnTo>
                <a:lnTo>
                  <a:pt x="77935" y="533326"/>
                </a:lnTo>
                <a:lnTo>
                  <a:pt x="77625" y="533971"/>
                </a:lnTo>
                <a:lnTo>
                  <a:pt x="77303" y="534605"/>
                </a:lnTo>
                <a:lnTo>
                  <a:pt x="76969" y="535227"/>
                </a:lnTo>
                <a:lnTo>
                  <a:pt x="76624" y="535839"/>
                </a:lnTo>
                <a:lnTo>
                  <a:pt x="76267" y="536439"/>
                </a:lnTo>
                <a:lnTo>
                  <a:pt x="75899" y="537027"/>
                </a:lnTo>
                <a:lnTo>
                  <a:pt x="75518" y="537605"/>
                </a:lnTo>
                <a:lnTo>
                  <a:pt x="75127" y="538172"/>
                </a:lnTo>
                <a:lnTo>
                  <a:pt x="74723" y="538727"/>
                </a:lnTo>
                <a:lnTo>
                  <a:pt x="74308" y="539271"/>
                </a:lnTo>
                <a:lnTo>
                  <a:pt x="73881" y="539804"/>
                </a:lnTo>
                <a:lnTo>
                  <a:pt x="73443" y="540326"/>
                </a:lnTo>
                <a:lnTo>
                  <a:pt x="72993" y="540836"/>
                </a:lnTo>
                <a:lnTo>
                  <a:pt x="72531" y="541335"/>
                </a:lnTo>
                <a:lnTo>
                  <a:pt x="72058" y="541824"/>
                </a:lnTo>
                <a:lnTo>
                  <a:pt x="71573" y="542301"/>
                </a:lnTo>
                <a:lnTo>
                  <a:pt x="71077" y="542766"/>
                </a:lnTo>
                <a:lnTo>
                  <a:pt x="70569" y="543221"/>
                </a:lnTo>
                <a:lnTo>
                  <a:pt x="70049" y="543664"/>
                </a:lnTo>
                <a:lnTo>
                  <a:pt x="69518" y="544096"/>
                </a:lnTo>
                <a:lnTo>
                  <a:pt x="68974" y="544514"/>
                </a:lnTo>
                <a:lnTo>
                  <a:pt x="68419" y="544914"/>
                </a:lnTo>
                <a:lnTo>
                  <a:pt x="67851" y="545296"/>
                </a:lnTo>
                <a:lnTo>
                  <a:pt x="67271" y="545661"/>
                </a:lnTo>
                <a:lnTo>
                  <a:pt x="66678" y="546007"/>
                </a:lnTo>
                <a:lnTo>
                  <a:pt x="66073" y="546336"/>
                </a:lnTo>
                <a:lnTo>
                  <a:pt x="65456" y="546647"/>
                </a:lnTo>
                <a:lnTo>
                  <a:pt x="64827" y="546940"/>
                </a:lnTo>
                <a:lnTo>
                  <a:pt x="64185" y="547216"/>
                </a:lnTo>
                <a:lnTo>
                  <a:pt x="63531" y="547474"/>
                </a:lnTo>
                <a:lnTo>
                  <a:pt x="62865" y="547713"/>
                </a:lnTo>
                <a:lnTo>
                  <a:pt x="62187" y="547936"/>
                </a:lnTo>
                <a:lnTo>
                  <a:pt x="61496" y="548140"/>
                </a:lnTo>
                <a:lnTo>
                  <a:pt x="60793" y="548327"/>
                </a:lnTo>
                <a:lnTo>
                  <a:pt x="60078" y="548496"/>
                </a:lnTo>
                <a:lnTo>
                  <a:pt x="59350" y="548647"/>
                </a:lnTo>
                <a:lnTo>
                  <a:pt x="58610" y="548780"/>
                </a:lnTo>
                <a:lnTo>
                  <a:pt x="57858" y="548895"/>
                </a:lnTo>
                <a:lnTo>
                  <a:pt x="57093" y="548993"/>
                </a:lnTo>
                <a:lnTo>
                  <a:pt x="56316" y="549073"/>
                </a:lnTo>
                <a:lnTo>
                  <a:pt x="55527" y="549135"/>
                </a:lnTo>
                <a:lnTo>
                  <a:pt x="54726" y="549180"/>
                </a:lnTo>
                <a:lnTo>
                  <a:pt x="53912" y="549207"/>
                </a:lnTo>
                <a:lnTo>
                  <a:pt x="53086" y="549215"/>
                </a:lnTo>
                <a:lnTo>
                  <a:pt x="52260" y="549207"/>
                </a:lnTo>
                <a:lnTo>
                  <a:pt x="51447" y="549180"/>
                </a:lnTo>
                <a:lnTo>
                  <a:pt x="50645" y="549135"/>
                </a:lnTo>
                <a:lnTo>
                  <a:pt x="49856" y="549073"/>
                </a:lnTo>
                <a:lnTo>
                  <a:pt x="49079" y="548993"/>
                </a:lnTo>
                <a:lnTo>
                  <a:pt x="48315" y="548895"/>
                </a:lnTo>
                <a:lnTo>
                  <a:pt x="47563" y="548780"/>
                </a:lnTo>
                <a:close/>
                <a:moveTo>
                  <a:pt x="828004" y="20038"/>
                </a:moveTo>
                <a:lnTo>
                  <a:pt x="828339" y="19971"/>
                </a:lnTo>
                <a:lnTo>
                  <a:pt x="828669" y="19893"/>
                </a:lnTo>
                <a:lnTo>
                  <a:pt x="828995" y="19806"/>
                </a:lnTo>
                <a:lnTo>
                  <a:pt x="829317" y="19708"/>
                </a:lnTo>
                <a:lnTo>
                  <a:pt x="829634" y="19599"/>
                </a:lnTo>
                <a:lnTo>
                  <a:pt x="829947" y="19481"/>
                </a:lnTo>
                <a:lnTo>
                  <a:pt x="830256" y="19352"/>
                </a:lnTo>
                <a:lnTo>
                  <a:pt x="830560" y="19213"/>
                </a:lnTo>
                <a:lnTo>
                  <a:pt x="830859" y="19063"/>
                </a:lnTo>
                <a:lnTo>
                  <a:pt x="831155" y="18903"/>
                </a:lnTo>
                <a:lnTo>
                  <a:pt x="831446" y="18733"/>
                </a:lnTo>
                <a:lnTo>
                  <a:pt x="831732" y="18553"/>
                </a:lnTo>
                <a:lnTo>
                  <a:pt x="832015" y="18362"/>
                </a:lnTo>
                <a:lnTo>
                  <a:pt x="832292" y="18161"/>
                </a:lnTo>
                <a:lnTo>
                  <a:pt x="832566" y="17949"/>
                </a:lnTo>
                <a:lnTo>
                  <a:pt x="832835" y="17727"/>
                </a:lnTo>
                <a:lnTo>
                  <a:pt x="833099" y="17495"/>
                </a:lnTo>
                <a:lnTo>
                  <a:pt x="833360" y="17253"/>
                </a:lnTo>
                <a:lnTo>
                  <a:pt x="833618" y="17003"/>
                </a:lnTo>
                <a:lnTo>
                  <a:pt x="833864" y="16750"/>
                </a:lnTo>
                <a:lnTo>
                  <a:pt x="834100" y="16492"/>
                </a:lnTo>
                <a:lnTo>
                  <a:pt x="834325" y="16230"/>
                </a:lnTo>
                <a:lnTo>
                  <a:pt x="834539" y="15963"/>
                </a:lnTo>
                <a:lnTo>
                  <a:pt x="834742" y="15693"/>
                </a:lnTo>
                <a:lnTo>
                  <a:pt x="834934" y="15418"/>
                </a:lnTo>
                <a:lnTo>
                  <a:pt x="835115" y="15139"/>
                </a:lnTo>
                <a:lnTo>
                  <a:pt x="835285" y="14856"/>
                </a:lnTo>
                <a:lnTo>
                  <a:pt x="835444" y="14569"/>
                </a:lnTo>
                <a:lnTo>
                  <a:pt x="835592" y="14278"/>
                </a:lnTo>
                <a:lnTo>
                  <a:pt x="835730" y="13983"/>
                </a:lnTo>
                <a:lnTo>
                  <a:pt x="835856" y="13683"/>
                </a:lnTo>
                <a:lnTo>
                  <a:pt x="835971" y="13379"/>
                </a:lnTo>
                <a:lnTo>
                  <a:pt x="836075" y="13071"/>
                </a:lnTo>
                <a:lnTo>
                  <a:pt x="836169" y="12759"/>
                </a:lnTo>
                <a:lnTo>
                  <a:pt x="836251" y="12443"/>
                </a:lnTo>
                <a:lnTo>
                  <a:pt x="836322" y="12122"/>
                </a:lnTo>
                <a:lnTo>
                  <a:pt x="836382" y="11797"/>
                </a:lnTo>
                <a:lnTo>
                  <a:pt x="836432" y="11469"/>
                </a:lnTo>
                <a:lnTo>
                  <a:pt x="836470" y="11136"/>
                </a:lnTo>
                <a:lnTo>
                  <a:pt x="836498" y="10799"/>
                </a:lnTo>
                <a:lnTo>
                  <a:pt x="836514" y="10457"/>
                </a:lnTo>
                <a:lnTo>
                  <a:pt x="836520" y="10112"/>
                </a:lnTo>
                <a:lnTo>
                  <a:pt x="836514" y="9766"/>
                </a:lnTo>
                <a:lnTo>
                  <a:pt x="836498" y="9425"/>
                </a:lnTo>
                <a:lnTo>
                  <a:pt x="836470" y="9088"/>
                </a:lnTo>
                <a:lnTo>
                  <a:pt x="836432" y="8755"/>
                </a:lnTo>
                <a:lnTo>
                  <a:pt x="836382" y="8426"/>
                </a:lnTo>
                <a:lnTo>
                  <a:pt x="836322" y="8101"/>
                </a:lnTo>
                <a:lnTo>
                  <a:pt x="836251" y="7781"/>
                </a:lnTo>
                <a:lnTo>
                  <a:pt x="836169" y="7464"/>
                </a:lnTo>
                <a:lnTo>
                  <a:pt x="836075" y="7152"/>
                </a:lnTo>
                <a:lnTo>
                  <a:pt x="835971" y="6844"/>
                </a:lnTo>
                <a:lnTo>
                  <a:pt x="835856" y="6540"/>
                </a:lnTo>
                <a:lnTo>
                  <a:pt x="835730" y="6241"/>
                </a:lnTo>
                <a:lnTo>
                  <a:pt x="835592" y="5945"/>
                </a:lnTo>
                <a:lnTo>
                  <a:pt x="835444" y="5654"/>
                </a:lnTo>
                <a:lnTo>
                  <a:pt x="835285" y="5367"/>
                </a:lnTo>
                <a:lnTo>
                  <a:pt x="835115" y="5084"/>
                </a:lnTo>
                <a:lnTo>
                  <a:pt x="834934" y="4805"/>
                </a:lnTo>
                <a:lnTo>
                  <a:pt x="834742" y="4530"/>
                </a:lnTo>
                <a:lnTo>
                  <a:pt x="834539" y="4260"/>
                </a:lnTo>
                <a:lnTo>
                  <a:pt x="834325" y="3994"/>
                </a:lnTo>
                <a:lnTo>
                  <a:pt x="834100" y="3732"/>
                </a:lnTo>
                <a:lnTo>
                  <a:pt x="833864" y="3474"/>
                </a:lnTo>
                <a:lnTo>
                  <a:pt x="833618" y="3220"/>
                </a:lnTo>
                <a:lnTo>
                  <a:pt x="833360" y="2970"/>
                </a:lnTo>
                <a:lnTo>
                  <a:pt x="833099" y="2728"/>
                </a:lnTo>
                <a:lnTo>
                  <a:pt x="832835" y="2496"/>
                </a:lnTo>
                <a:lnTo>
                  <a:pt x="832566" y="2274"/>
                </a:lnTo>
                <a:lnTo>
                  <a:pt x="832292" y="2063"/>
                </a:lnTo>
                <a:lnTo>
                  <a:pt x="832015" y="1862"/>
                </a:lnTo>
                <a:lnTo>
                  <a:pt x="831732" y="1671"/>
                </a:lnTo>
                <a:lnTo>
                  <a:pt x="831446" y="1490"/>
                </a:lnTo>
                <a:lnTo>
                  <a:pt x="831155" y="1320"/>
                </a:lnTo>
                <a:lnTo>
                  <a:pt x="830859" y="1160"/>
                </a:lnTo>
                <a:lnTo>
                  <a:pt x="830560" y="1011"/>
                </a:lnTo>
                <a:lnTo>
                  <a:pt x="830256" y="871"/>
                </a:lnTo>
                <a:lnTo>
                  <a:pt x="829947" y="743"/>
                </a:lnTo>
                <a:lnTo>
                  <a:pt x="829634" y="624"/>
                </a:lnTo>
                <a:lnTo>
                  <a:pt x="829317" y="516"/>
                </a:lnTo>
                <a:lnTo>
                  <a:pt x="828995" y="418"/>
                </a:lnTo>
                <a:lnTo>
                  <a:pt x="828669" y="330"/>
                </a:lnTo>
                <a:lnTo>
                  <a:pt x="828339" y="253"/>
                </a:lnTo>
                <a:lnTo>
                  <a:pt x="828004" y="186"/>
                </a:lnTo>
                <a:lnTo>
                  <a:pt x="827664" y="129"/>
                </a:lnTo>
                <a:lnTo>
                  <a:pt x="827321" y="83"/>
                </a:lnTo>
                <a:lnTo>
                  <a:pt x="826973" y="46"/>
                </a:lnTo>
                <a:lnTo>
                  <a:pt x="826620" y="21"/>
                </a:lnTo>
                <a:lnTo>
                  <a:pt x="826264" y="5"/>
                </a:lnTo>
                <a:lnTo>
                  <a:pt x="825902" y="0"/>
                </a:lnTo>
                <a:lnTo>
                  <a:pt x="825541" y="5"/>
                </a:lnTo>
                <a:lnTo>
                  <a:pt x="825184" y="21"/>
                </a:lnTo>
                <a:lnTo>
                  <a:pt x="824831" y="46"/>
                </a:lnTo>
                <a:lnTo>
                  <a:pt x="824482" y="83"/>
                </a:lnTo>
                <a:lnTo>
                  <a:pt x="824138" y="129"/>
                </a:lnTo>
                <a:lnTo>
                  <a:pt x="823797" y="186"/>
                </a:lnTo>
                <a:lnTo>
                  <a:pt x="823461" y="253"/>
                </a:lnTo>
                <a:lnTo>
                  <a:pt x="823129" y="330"/>
                </a:lnTo>
                <a:lnTo>
                  <a:pt x="822801" y="418"/>
                </a:lnTo>
                <a:lnTo>
                  <a:pt x="822477" y="516"/>
                </a:lnTo>
                <a:lnTo>
                  <a:pt x="822157" y="624"/>
                </a:lnTo>
                <a:lnTo>
                  <a:pt x="821842" y="743"/>
                </a:lnTo>
                <a:lnTo>
                  <a:pt x="821531" y="871"/>
                </a:lnTo>
                <a:lnTo>
                  <a:pt x="821224" y="1011"/>
                </a:lnTo>
                <a:lnTo>
                  <a:pt x="820921" y="1160"/>
                </a:lnTo>
                <a:lnTo>
                  <a:pt x="820622" y="1320"/>
                </a:lnTo>
                <a:lnTo>
                  <a:pt x="820327" y="1490"/>
                </a:lnTo>
                <a:lnTo>
                  <a:pt x="820037" y="1671"/>
                </a:lnTo>
                <a:lnTo>
                  <a:pt x="819751" y="1862"/>
                </a:lnTo>
                <a:lnTo>
                  <a:pt x="819468" y="2063"/>
                </a:lnTo>
                <a:lnTo>
                  <a:pt x="819191" y="2274"/>
                </a:lnTo>
                <a:lnTo>
                  <a:pt x="818917" y="2496"/>
                </a:lnTo>
                <a:lnTo>
                  <a:pt x="818647" y="2728"/>
                </a:lnTo>
                <a:lnTo>
                  <a:pt x="818382" y="2970"/>
                </a:lnTo>
                <a:lnTo>
                  <a:pt x="818129" y="3220"/>
                </a:lnTo>
                <a:lnTo>
                  <a:pt x="817887" y="3474"/>
                </a:lnTo>
                <a:lnTo>
                  <a:pt x="817656" y="3732"/>
                </a:lnTo>
                <a:lnTo>
                  <a:pt x="817436" y="3994"/>
                </a:lnTo>
                <a:lnTo>
                  <a:pt x="817226" y="4260"/>
                </a:lnTo>
                <a:lnTo>
                  <a:pt x="817027" y="4530"/>
                </a:lnTo>
                <a:lnTo>
                  <a:pt x="816839" y="4805"/>
                </a:lnTo>
                <a:lnTo>
                  <a:pt x="816661" y="5084"/>
                </a:lnTo>
                <a:lnTo>
                  <a:pt x="816495" y="5367"/>
                </a:lnTo>
                <a:lnTo>
                  <a:pt x="816339" y="5654"/>
                </a:lnTo>
                <a:lnTo>
                  <a:pt x="816194" y="5945"/>
                </a:lnTo>
                <a:lnTo>
                  <a:pt x="816059" y="6241"/>
                </a:lnTo>
                <a:lnTo>
                  <a:pt x="815936" y="6540"/>
                </a:lnTo>
                <a:lnTo>
                  <a:pt x="815823" y="6844"/>
                </a:lnTo>
                <a:lnTo>
                  <a:pt x="815721" y="7152"/>
                </a:lnTo>
                <a:lnTo>
                  <a:pt x="815629" y="7464"/>
                </a:lnTo>
                <a:lnTo>
                  <a:pt x="815549" y="7781"/>
                </a:lnTo>
                <a:lnTo>
                  <a:pt x="815479" y="8101"/>
                </a:lnTo>
                <a:lnTo>
                  <a:pt x="815420" y="8426"/>
                </a:lnTo>
                <a:lnTo>
                  <a:pt x="815371" y="8755"/>
                </a:lnTo>
                <a:lnTo>
                  <a:pt x="815334" y="9088"/>
                </a:lnTo>
                <a:lnTo>
                  <a:pt x="815307" y="9425"/>
                </a:lnTo>
                <a:lnTo>
                  <a:pt x="815291" y="9766"/>
                </a:lnTo>
                <a:lnTo>
                  <a:pt x="815285" y="10112"/>
                </a:lnTo>
                <a:lnTo>
                  <a:pt x="815291" y="10457"/>
                </a:lnTo>
                <a:lnTo>
                  <a:pt x="815307" y="10799"/>
                </a:lnTo>
                <a:lnTo>
                  <a:pt x="815334" y="11136"/>
                </a:lnTo>
                <a:lnTo>
                  <a:pt x="815371" y="11469"/>
                </a:lnTo>
                <a:lnTo>
                  <a:pt x="815420" y="11797"/>
                </a:lnTo>
                <a:lnTo>
                  <a:pt x="815479" y="12122"/>
                </a:lnTo>
                <a:lnTo>
                  <a:pt x="815549" y="12443"/>
                </a:lnTo>
                <a:lnTo>
                  <a:pt x="815629" y="12759"/>
                </a:lnTo>
                <a:lnTo>
                  <a:pt x="815721" y="13071"/>
                </a:lnTo>
                <a:lnTo>
                  <a:pt x="815823" y="13379"/>
                </a:lnTo>
                <a:lnTo>
                  <a:pt x="815936" y="13683"/>
                </a:lnTo>
                <a:lnTo>
                  <a:pt x="816059" y="13983"/>
                </a:lnTo>
                <a:lnTo>
                  <a:pt x="816194" y="14278"/>
                </a:lnTo>
                <a:lnTo>
                  <a:pt x="816339" y="14569"/>
                </a:lnTo>
                <a:lnTo>
                  <a:pt x="816495" y="14856"/>
                </a:lnTo>
                <a:lnTo>
                  <a:pt x="816661" y="15139"/>
                </a:lnTo>
                <a:lnTo>
                  <a:pt x="816839" y="15418"/>
                </a:lnTo>
                <a:lnTo>
                  <a:pt x="817027" y="15693"/>
                </a:lnTo>
                <a:lnTo>
                  <a:pt x="817226" y="15963"/>
                </a:lnTo>
                <a:lnTo>
                  <a:pt x="817436" y="16230"/>
                </a:lnTo>
                <a:lnTo>
                  <a:pt x="817656" y="16492"/>
                </a:lnTo>
                <a:lnTo>
                  <a:pt x="817887" y="16750"/>
                </a:lnTo>
                <a:lnTo>
                  <a:pt x="818129" y="17003"/>
                </a:lnTo>
                <a:lnTo>
                  <a:pt x="818382" y="17253"/>
                </a:lnTo>
                <a:lnTo>
                  <a:pt x="818647" y="17495"/>
                </a:lnTo>
                <a:lnTo>
                  <a:pt x="818917" y="17727"/>
                </a:lnTo>
                <a:lnTo>
                  <a:pt x="819191" y="17949"/>
                </a:lnTo>
                <a:lnTo>
                  <a:pt x="819468" y="18161"/>
                </a:lnTo>
                <a:lnTo>
                  <a:pt x="819751" y="18362"/>
                </a:lnTo>
                <a:lnTo>
                  <a:pt x="820037" y="18553"/>
                </a:lnTo>
                <a:lnTo>
                  <a:pt x="820327" y="18733"/>
                </a:lnTo>
                <a:lnTo>
                  <a:pt x="820622" y="18903"/>
                </a:lnTo>
                <a:lnTo>
                  <a:pt x="820921" y="19063"/>
                </a:lnTo>
                <a:lnTo>
                  <a:pt x="821224" y="19213"/>
                </a:lnTo>
                <a:lnTo>
                  <a:pt x="821531" y="19352"/>
                </a:lnTo>
                <a:lnTo>
                  <a:pt x="821842" y="19481"/>
                </a:lnTo>
                <a:lnTo>
                  <a:pt x="822157" y="19599"/>
                </a:lnTo>
                <a:lnTo>
                  <a:pt x="822477" y="19708"/>
                </a:lnTo>
                <a:lnTo>
                  <a:pt x="822801" y="19806"/>
                </a:lnTo>
                <a:lnTo>
                  <a:pt x="823129" y="19893"/>
                </a:lnTo>
                <a:lnTo>
                  <a:pt x="823461" y="19971"/>
                </a:lnTo>
                <a:lnTo>
                  <a:pt x="823797" y="20038"/>
                </a:lnTo>
                <a:lnTo>
                  <a:pt x="824138" y="20094"/>
                </a:lnTo>
                <a:lnTo>
                  <a:pt x="824482" y="20141"/>
                </a:lnTo>
                <a:lnTo>
                  <a:pt x="824831" y="20177"/>
                </a:lnTo>
                <a:lnTo>
                  <a:pt x="825184" y="20203"/>
                </a:lnTo>
                <a:lnTo>
                  <a:pt x="825541" y="20218"/>
                </a:lnTo>
                <a:lnTo>
                  <a:pt x="825902" y="20223"/>
                </a:lnTo>
                <a:lnTo>
                  <a:pt x="826264" y="20218"/>
                </a:lnTo>
                <a:lnTo>
                  <a:pt x="826620" y="20203"/>
                </a:lnTo>
                <a:lnTo>
                  <a:pt x="826973" y="20177"/>
                </a:lnTo>
                <a:lnTo>
                  <a:pt x="827321" y="20141"/>
                </a:lnTo>
                <a:lnTo>
                  <a:pt x="827664" y="20094"/>
                </a:lnTo>
                <a:lnTo>
                  <a:pt x="828004" y="20038"/>
                </a:lnTo>
                <a:close/>
                <a:moveTo>
                  <a:pt x="960103" y="36402"/>
                </a:moveTo>
                <a:lnTo>
                  <a:pt x="945441" y="36402"/>
                </a:lnTo>
                <a:lnTo>
                  <a:pt x="945441" y="49042"/>
                </a:lnTo>
                <a:lnTo>
                  <a:pt x="960103" y="49042"/>
                </a:lnTo>
                <a:lnTo>
                  <a:pt x="960103" y="109712"/>
                </a:lnTo>
                <a:lnTo>
                  <a:pt x="960110" y="110412"/>
                </a:lnTo>
                <a:lnTo>
                  <a:pt x="960130" y="111103"/>
                </a:lnTo>
                <a:lnTo>
                  <a:pt x="960164" y="111783"/>
                </a:lnTo>
                <a:lnTo>
                  <a:pt x="960212" y="112454"/>
                </a:lnTo>
                <a:lnTo>
                  <a:pt x="960273" y="113114"/>
                </a:lnTo>
                <a:lnTo>
                  <a:pt x="960348" y="113764"/>
                </a:lnTo>
                <a:lnTo>
                  <a:pt x="960437" y="114404"/>
                </a:lnTo>
                <a:lnTo>
                  <a:pt x="960539" y="115034"/>
                </a:lnTo>
                <a:lnTo>
                  <a:pt x="960654" y="115654"/>
                </a:lnTo>
                <a:lnTo>
                  <a:pt x="960783" y="116264"/>
                </a:lnTo>
                <a:lnTo>
                  <a:pt x="960926" y="116864"/>
                </a:lnTo>
                <a:lnTo>
                  <a:pt x="961083" y="117453"/>
                </a:lnTo>
                <a:lnTo>
                  <a:pt x="961253" y="118033"/>
                </a:lnTo>
                <a:lnTo>
                  <a:pt x="961437" y="118602"/>
                </a:lnTo>
                <a:lnTo>
                  <a:pt x="961634" y="119162"/>
                </a:lnTo>
                <a:lnTo>
                  <a:pt x="961845" y="119711"/>
                </a:lnTo>
                <a:lnTo>
                  <a:pt x="962069" y="120250"/>
                </a:lnTo>
                <a:lnTo>
                  <a:pt x="962307" y="120779"/>
                </a:lnTo>
                <a:lnTo>
                  <a:pt x="962559" y="121298"/>
                </a:lnTo>
                <a:lnTo>
                  <a:pt x="962824" y="121807"/>
                </a:lnTo>
                <a:lnTo>
                  <a:pt x="963103" y="122306"/>
                </a:lnTo>
                <a:lnTo>
                  <a:pt x="963396" y="122795"/>
                </a:lnTo>
                <a:lnTo>
                  <a:pt x="963702" y="123273"/>
                </a:lnTo>
                <a:lnTo>
                  <a:pt x="964021" y="123742"/>
                </a:lnTo>
                <a:lnTo>
                  <a:pt x="964357" y="124200"/>
                </a:lnTo>
                <a:lnTo>
                  <a:pt x="964699" y="124649"/>
                </a:lnTo>
                <a:lnTo>
                  <a:pt x="965048" y="125088"/>
                </a:lnTo>
                <a:lnTo>
                  <a:pt x="965405" y="125516"/>
                </a:lnTo>
                <a:lnTo>
                  <a:pt x="965768" y="125935"/>
                </a:lnTo>
                <a:lnTo>
                  <a:pt x="966139" y="126345"/>
                </a:lnTo>
                <a:lnTo>
                  <a:pt x="966516" y="126744"/>
                </a:lnTo>
                <a:lnTo>
                  <a:pt x="966901" y="127133"/>
                </a:lnTo>
                <a:lnTo>
                  <a:pt x="967292" y="127513"/>
                </a:lnTo>
                <a:lnTo>
                  <a:pt x="967690" y="127882"/>
                </a:lnTo>
                <a:lnTo>
                  <a:pt x="968096" y="128242"/>
                </a:lnTo>
                <a:lnTo>
                  <a:pt x="968509" y="128592"/>
                </a:lnTo>
                <a:lnTo>
                  <a:pt x="968928" y="128932"/>
                </a:lnTo>
                <a:lnTo>
                  <a:pt x="969355" y="129262"/>
                </a:lnTo>
                <a:lnTo>
                  <a:pt x="969788" y="129582"/>
                </a:lnTo>
                <a:lnTo>
                  <a:pt x="970229" y="129893"/>
                </a:lnTo>
                <a:lnTo>
                  <a:pt x="970677" y="130193"/>
                </a:lnTo>
                <a:lnTo>
                  <a:pt x="971131" y="130484"/>
                </a:lnTo>
                <a:lnTo>
                  <a:pt x="971593" y="130765"/>
                </a:lnTo>
                <a:lnTo>
                  <a:pt x="972062" y="131036"/>
                </a:lnTo>
                <a:lnTo>
                  <a:pt x="972537" y="131297"/>
                </a:lnTo>
                <a:lnTo>
                  <a:pt x="973020" y="131548"/>
                </a:lnTo>
                <a:lnTo>
                  <a:pt x="973510" y="131789"/>
                </a:lnTo>
                <a:lnTo>
                  <a:pt x="974007" y="132020"/>
                </a:lnTo>
                <a:lnTo>
                  <a:pt x="974513" y="132242"/>
                </a:lnTo>
                <a:lnTo>
                  <a:pt x="975020" y="132455"/>
                </a:lnTo>
                <a:lnTo>
                  <a:pt x="975527" y="132657"/>
                </a:lnTo>
                <a:lnTo>
                  <a:pt x="976036" y="132851"/>
                </a:lnTo>
                <a:lnTo>
                  <a:pt x="976546" y="133035"/>
                </a:lnTo>
                <a:lnTo>
                  <a:pt x="977056" y="133209"/>
                </a:lnTo>
                <a:lnTo>
                  <a:pt x="977567" y="133375"/>
                </a:lnTo>
                <a:lnTo>
                  <a:pt x="978080" y="133530"/>
                </a:lnTo>
                <a:lnTo>
                  <a:pt x="978593" y="133676"/>
                </a:lnTo>
                <a:lnTo>
                  <a:pt x="979106" y="133813"/>
                </a:lnTo>
                <a:lnTo>
                  <a:pt x="979621" y="133941"/>
                </a:lnTo>
                <a:lnTo>
                  <a:pt x="980137" y="134059"/>
                </a:lnTo>
                <a:lnTo>
                  <a:pt x="980653" y="134167"/>
                </a:lnTo>
                <a:lnTo>
                  <a:pt x="981171" y="134266"/>
                </a:lnTo>
                <a:lnTo>
                  <a:pt x="981689" y="134356"/>
                </a:lnTo>
                <a:lnTo>
                  <a:pt x="982208" y="134436"/>
                </a:lnTo>
                <a:lnTo>
                  <a:pt x="982728" y="134507"/>
                </a:lnTo>
                <a:lnTo>
                  <a:pt x="983249" y="134568"/>
                </a:lnTo>
                <a:lnTo>
                  <a:pt x="983771" y="134620"/>
                </a:lnTo>
                <a:lnTo>
                  <a:pt x="984294" y="134663"/>
                </a:lnTo>
                <a:lnTo>
                  <a:pt x="984818" y="134696"/>
                </a:lnTo>
                <a:lnTo>
                  <a:pt x="985342" y="134719"/>
                </a:lnTo>
                <a:lnTo>
                  <a:pt x="985867" y="134733"/>
                </a:lnTo>
                <a:lnTo>
                  <a:pt x="986394" y="134738"/>
                </a:lnTo>
                <a:lnTo>
                  <a:pt x="986739" y="134737"/>
                </a:lnTo>
                <a:lnTo>
                  <a:pt x="987079" y="134734"/>
                </a:lnTo>
                <a:lnTo>
                  <a:pt x="987414" y="134728"/>
                </a:lnTo>
                <a:lnTo>
                  <a:pt x="987744" y="134720"/>
                </a:lnTo>
                <a:lnTo>
                  <a:pt x="988068" y="134711"/>
                </a:lnTo>
                <a:lnTo>
                  <a:pt x="988388" y="134699"/>
                </a:lnTo>
                <a:lnTo>
                  <a:pt x="988703" y="134684"/>
                </a:lnTo>
                <a:lnTo>
                  <a:pt x="989013" y="134668"/>
                </a:lnTo>
                <a:lnTo>
                  <a:pt x="989317" y="134649"/>
                </a:lnTo>
                <a:lnTo>
                  <a:pt x="989617" y="134628"/>
                </a:lnTo>
                <a:lnTo>
                  <a:pt x="989912" y="134605"/>
                </a:lnTo>
                <a:lnTo>
                  <a:pt x="990201" y="134580"/>
                </a:lnTo>
                <a:lnTo>
                  <a:pt x="990486" y="134553"/>
                </a:lnTo>
                <a:lnTo>
                  <a:pt x="990765" y="134523"/>
                </a:lnTo>
                <a:lnTo>
                  <a:pt x="991040" y="134491"/>
                </a:lnTo>
                <a:lnTo>
                  <a:pt x="991309" y="134457"/>
                </a:lnTo>
                <a:lnTo>
                  <a:pt x="991573" y="134421"/>
                </a:lnTo>
                <a:lnTo>
                  <a:pt x="991832" y="134383"/>
                </a:lnTo>
                <a:lnTo>
                  <a:pt x="992087" y="134342"/>
                </a:lnTo>
                <a:lnTo>
                  <a:pt x="992336" y="134299"/>
                </a:lnTo>
                <a:lnTo>
                  <a:pt x="992580" y="134254"/>
                </a:lnTo>
                <a:lnTo>
                  <a:pt x="992819" y="134207"/>
                </a:lnTo>
                <a:lnTo>
                  <a:pt x="993053" y="134158"/>
                </a:lnTo>
                <a:lnTo>
                  <a:pt x="993282" y="134106"/>
                </a:lnTo>
                <a:lnTo>
                  <a:pt x="993506" y="134059"/>
                </a:lnTo>
                <a:lnTo>
                  <a:pt x="993727" y="134011"/>
                </a:lnTo>
                <a:lnTo>
                  <a:pt x="993943" y="133964"/>
                </a:lnTo>
                <a:lnTo>
                  <a:pt x="994155" y="133916"/>
                </a:lnTo>
                <a:lnTo>
                  <a:pt x="994362" y="133869"/>
                </a:lnTo>
                <a:lnTo>
                  <a:pt x="994566" y="133822"/>
                </a:lnTo>
                <a:lnTo>
                  <a:pt x="994765" y="133774"/>
                </a:lnTo>
                <a:lnTo>
                  <a:pt x="994960" y="133727"/>
                </a:lnTo>
                <a:lnTo>
                  <a:pt x="995151" y="133679"/>
                </a:lnTo>
                <a:lnTo>
                  <a:pt x="995338" y="133632"/>
                </a:lnTo>
                <a:lnTo>
                  <a:pt x="995521" y="133585"/>
                </a:lnTo>
                <a:lnTo>
                  <a:pt x="995699" y="133537"/>
                </a:lnTo>
                <a:lnTo>
                  <a:pt x="995874" y="133490"/>
                </a:lnTo>
                <a:lnTo>
                  <a:pt x="996044" y="133442"/>
                </a:lnTo>
                <a:lnTo>
                  <a:pt x="996210" y="133395"/>
                </a:lnTo>
                <a:lnTo>
                  <a:pt x="996372" y="133348"/>
                </a:lnTo>
                <a:lnTo>
                  <a:pt x="996529" y="133300"/>
                </a:lnTo>
                <a:lnTo>
                  <a:pt x="996683" y="133253"/>
                </a:lnTo>
                <a:lnTo>
                  <a:pt x="996832" y="133205"/>
                </a:lnTo>
                <a:lnTo>
                  <a:pt x="996977" y="133158"/>
                </a:lnTo>
                <a:lnTo>
                  <a:pt x="997118" y="133111"/>
                </a:lnTo>
                <a:lnTo>
                  <a:pt x="997255" y="133063"/>
                </a:lnTo>
                <a:lnTo>
                  <a:pt x="997388" y="133016"/>
                </a:lnTo>
                <a:lnTo>
                  <a:pt x="997516" y="132968"/>
                </a:lnTo>
                <a:lnTo>
                  <a:pt x="994483" y="119571"/>
                </a:lnTo>
                <a:lnTo>
                  <a:pt x="994403" y="119587"/>
                </a:lnTo>
                <a:lnTo>
                  <a:pt x="994320" y="119603"/>
                </a:lnTo>
                <a:lnTo>
                  <a:pt x="994236" y="119620"/>
                </a:lnTo>
                <a:lnTo>
                  <a:pt x="994149" y="119637"/>
                </a:lnTo>
                <a:lnTo>
                  <a:pt x="994060" y="119655"/>
                </a:lnTo>
                <a:lnTo>
                  <a:pt x="993969" y="119673"/>
                </a:lnTo>
                <a:lnTo>
                  <a:pt x="993876" y="119692"/>
                </a:lnTo>
                <a:lnTo>
                  <a:pt x="993781" y="119711"/>
                </a:lnTo>
                <a:lnTo>
                  <a:pt x="993683" y="119730"/>
                </a:lnTo>
                <a:lnTo>
                  <a:pt x="993583" y="119750"/>
                </a:lnTo>
                <a:lnTo>
                  <a:pt x="993481" y="119771"/>
                </a:lnTo>
                <a:lnTo>
                  <a:pt x="993377" y="119792"/>
                </a:lnTo>
                <a:lnTo>
                  <a:pt x="993270" y="119813"/>
                </a:lnTo>
                <a:lnTo>
                  <a:pt x="993162" y="119835"/>
                </a:lnTo>
                <a:lnTo>
                  <a:pt x="993051" y="119857"/>
                </a:lnTo>
                <a:lnTo>
                  <a:pt x="992938" y="119879"/>
                </a:lnTo>
                <a:lnTo>
                  <a:pt x="992823" y="119903"/>
                </a:lnTo>
                <a:lnTo>
                  <a:pt x="992705" y="119926"/>
                </a:lnTo>
                <a:lnTo>
                  <a:pt x="992586" y="119950"/>
                </a:lnTo>
                <a:lnTo>
                  <a:pt x="992464" y="119974"/>
                </a:lnTo>
                <a:lnTo>
                  <a:pt x="992340" y="119999"/>
                </a:lnTo>
                <a:lnTo>
                  <a:pt x="992214" y="120024"/>
                </a:lnTo>
                <a:lnTo>
                  <a:pt x="992086" y="120050"/>
                </a:lnTo>
                <a:lnTo>
                  <a:pt x="991955" y="120076"/>
                </a:lnTo>
                <a:lnTo>
                  <a:pt x="991822" y="120097"/>
                </a:lnTo>
                <a:lnTo>
                  <a:pt x="991685" y="120116"/>
                </a:lnTo>
                <a:lnTo>
                  <a:pt x="991546" y="120135"/>
                </a:lnTo>
                <a:lnTo>
                  <a:pt x="991404" y="120153"/>
                </a:lnTo>
                <a:lnTo>
                  <a:pt x="991258" y="120170"/>
                </a:lnTo>
                <a:lnTo>
                  <a:pt x="991110" y="120187"/>
                </a:lnTo>
                <a:lnTo>
                  <a:pt x="990958" y="120202"/>
                </a:lnTo>
                <a:lnTo>
                  <a:pt x="990803" y="120217"/>
                </a:lnTo>
                <a:lnTo>
                  <a:pt x="990646" y="120230"/>
                </a:lnTo>
                <a:lnTo>
                  <a:pt x="990485" y="120243"/>
                </a:lnTo>
                <a:lnTo>
                  <a:pt x="990321" y="120255"/>
                </a:lnTo>
                <a:lnTo>
                  <a:pt x="990154" y="120266"/>
                </a:lnTo>
                <a:lnTo>
                  <a:pt x="989984" y="120276"/>
                </a:lnTo>
                <a:lnTo>
                  <a:pt x="989811" y="120285"/>
                </a:lnTo>
                <a:lnTo>
                  <a:pt x="989634" y="120293"/>
                </a:lnTo>
                <a:lnTo>
                  <a:pt x="989455" y="120301"/>
                </a:lnTo>
                <a:lnTo>
                  <a:pt x="989273" y="120307"/>
                </a:lnTo>
                <a:lnTo>
                  <a:pt x="989087" y="120313"/>
                </a:lnTo>
                <a:lnTo>
                  <a:pt x="988899" y="120318"/>
                </a:lnTo>
                <a:lnTo>
                  <a:pt x="988707" y="120322"/>
                </a:lnTo>
                <a:lnTo>
                  <a:pt x="988513" y="120325"/>
                </a:lnTo>
                <a:lnTo>
                  <a:pt x="988315" y="120327"/>
                </a:lnTo>
                <a:lnTo>
                  <a:pt x="988114" y="120328"/>
                </a:lnTo>
                <a:lnTo>
                  <a:pt x="987910" y="120329"/>
                </a:lnTo>
                <a:lnTo>
                  <a:pt x="987637" y="120327"/>
                </a:lnTo>
                <a:lnTo>
                  <a:pt x="987365" y="120322"/>
                </a:lnTo>
                <a:lnTo>
                  <a:pt x="987094" y="120313"/>
                </a:lnTo>
                <a:lnTo>
                  <a:pt x="986824" y="120301"/>
                </a:lnTo>
                <a:lnTo>
                  <a:pt x="986555" y="120285"/>
                </a:lnTo>
                <a:lnTo>
                  <a:pt x="986287" y="120266"/>
                </a:lnTo>
                <a:lnTo>
                  <a:pt x="986020" y="120243"/>
                </a:lnTo>
                <a:lnTo>
                  <a:pt x="985755" y="120217"/>
                </a:lnTo>
                <a:lnTo>
                  <a:pt x="985490" y="120187"/>
                </a:lnTo>
                <a:lnTo>
                  <a:pt x="985227" y="120153"/>
                </a:lnTo>
                <a:lnTo>
                  <a:pt x="984964" y="120116"/>
                </a:lnTo>
                <a:lnTo>
                  <a:pt x="984703" y="120076"/>
                </a:lnTo>
                <a:lnTo>
                  <a:pt x="984443" y="120032"/>
                </a:lnTo>
                <a:lnTo>
                  <a:pt x="984184" y="119985"/>
                </a:lnTo>
                <a:lnTo>
                  <a:pt x="983926" y="119934"/>
                </a:lnTo>
                <a:lnTo>
                  <a:pt x="983669" y="119879"/>
                </a:lnTo>
                <a:lnTo>
                  <a:pt x="983413" y="119822"/>
                </a:lnTo>
                <a:lnTo>
                  <a:pt x="983159" y="119760"/>
                </a:lnTo>
                <a:lnTo>
                  <a:pt x="982905" y="119695"/>
                </a:lnTo>
                <a:lnTo>
                  <a:pt x="982653" y="119627"/>
                </a:lnTo>
                <a:lnTo>
                  <a:pt x="982401" y="119555"/>
                </a:lnTo>
                <a:lnTo>
                  <a:pt x="982151" y="119479"/>
                </a:lnTo>
                <a:lnTo>
                  <a:pt x="981902" y="119400"/>
                </a:lnTo>
                <a:lnTo>
                  <a:pt x="981654" y="119318"/>
                </a:lnTo>
                <a:lnTo>
                  <a:pt x="981413" y="119225"/>
                </a:lnTo>
                <a:lnTo>
                  <a:pt x="981176" y="119125"/>
                </a:lnTo>
                <a:lnTo>
                  <a:pt x="980943" y="119018"/>
                </a:lnTo>
                <a:lnTo>
                  <a:pt x="980713" y="118903"/>
                </a:lnTo>
                <a:lnTo>
                  <a:pt x="980486" y="118782"/>
                </a:lnTo>
                <a:lnTo>
                  <a:pt x="980263" y="118654"/>
                </a:lnTo>
                <a:lnTo>
                  <a:pt x="980044" y="118519"/>
                </a:lnTo>
                <a:lnTo>
                  <a:pt x="979828" y="118377"/>
                </a:lnTo>
                <a:lnTo>
                  <a:pt x="979616" y="118228"/>
                </a:lnTo>
                <a:lnTo>
                  <a:pt x="979407" y="118071"/>
                </a:lnTo>
                <a:lnTo>
                  <a:pt x="979201" y="117908"/>
                </a:lnTo>
                <a:lnTo>
                  <a:pt x="978999" y="117738"/>
                </a:lnTo>
                <a:lnTo>
                  <a:pt x="978801" y="117560"/>
                </a:lnTo>
                <a:lnTo>
                  <a:pt x="978606" y="117376"/>
                </a:lnTo>
                <a:lnTo>
                  <a:pt x="978415" y="117185"/>
                </a:lnTo>
                <a:lnTo>
                  <a:pt x="978227" y="116986"/>
                </a:lnTo>
                <a:lnTo>
                  <a:pt x="978043" y="116781"/>
                </a:lnTo>
                <a:lnTo>
                  <a:pt x="977862" y="116569"/>
                </a:lnTo>
                <a:lnTo>
                  <a:pt x="977685" y="116349"/>
                </a:lnTo>
                <a:lnTo>
                  <a:pt x="977511" y="116123"/>
                </a:lnTo>
                <a:lnTo>
                  <a:pt x="977340" y="115889"/>
                </a:lnTo>
                <a:lnTo>
                  <a:pt x="977174" y="115649"/>
                </a:lnTo>
                <a:lnTo>
                  <a:pt x="977010" y="115401"/>
                </a:lnTo>
                <a:lnTo>
                  <a:pt x="976851" y="115147"/>
                </a:lnTo>
                <a:lnTo>
                  <a:pt x="976701" y="114878"/>
                </a:lnTo>
                <a:lnTo>
                  <a:pt x="976558" y="114598"/>
                </a:lnTo>
                <a:lnTo>
                  <a:pt x="976421" y="114307"/>
                </a:lnTo>
                <a:lnTo>
                  <a:pt x="976291" y="114006"/>
                </a:lnTo>
                <a:lnTo>
                  <a:pt x="976167" y="113693"/>
                </a:lnTo>
                <a:lnTo>
                  <a:pt x="976049" y="113369"/>
                </a:lnTo>
                <a:lnTo>
                  <a:pt x="975937" y="113035"/>
                </a:lnTo>
                <a:lnTo>
                  <a:pt x="975832" y="112689"/>
                </a:lnTo>
                <a:lnTo>
                  <a:pt x="975734" y="112332"/>
                </a:lnTo>
                <a:lnTo>
                  <a:pt x="975642" y="111965"/>
                </a:lnTo>
                <a:lnTo>
                  <a:pt x="975556" y="111586"/>
                </a:lnTo>
                <a:lnTo>
                  <a:pt x="975476" y="111197"/>
                </a:lnTo>
                <a:lnTo>
                  <a:pt x="975403" y="110796"/>
                </a:lnTo>
                <a:lnTo>
                  <a:pt x="975336" y="110385"/>
                </a:lnTo>
                <a:lnTo>
                  <a:pt x="975276" y="109962"/>
                </a:lnTo>
                <a:lnTo>
                  <a:pt x="975222" y="109529"/>
                </a:lnTo>
                <a:lnTo>
                  <a:pt x="975174" y="109085"/>
                </a:lnTo>
                <a:lnTo>
                  <a:pt x="975132" y="108629"/>
                </a:lnTo>
                <a:lnTo>
                  <a:pt x="975097" y="108163"/>
                </a:lnTo>
                <a:lnTo>
                  <a:pt x="975069" y="107686"/>
                </a:lnTo>
                <a:lnTo>
                  <a:pt x="975047" y="107198"/>
                </a:lnTo>
                <a:lnTo>
                  <a:pt x="975031" y="106698"/>
                </a:lnTo>
                <a:lnTo>
                  <a:pt x="975021" y="106188"/>
                </a:lnTo>
                <a:lnTo>
                  <a:pt x="975018" y="105667"/>
                </a:lnTo>
                <a:lnTo>
                  <a:pt x="975018" y="49042"/>
                </a:lnTo>
                <a:lnTo>
                  <a:pt x="995747" y="49042"/>
                </a:lnTo>
                <a:lnTo>
                  <a:pt x="995747" y="36402"/>
                </a:lnTo>
                <a:lnTo>
                  <a:pt x="975018" y="36402"/>
                </a:lnTo>
                <a:lnTo>
                  <a:pt x="975018" y="13145"/>
                </a:lnTo>
                <a:lnTo>
                  <a:pt x="960103" y="13145"/>
                </a:lnTo>
                <a:lnTo>
                  <a:pt x="960103" y="36402"/>
                </a:lnTo>
                <a:close/>
                <a:moveTo>
                  <a:pt x="1341234" y="133474"/>
                </a:moveTo>
                <a:lnTo>
                  <a:pt x="1341234" y="4045"/>
                </a:lnTo>
                <a:lnTo>
                  <a:pt x="1326319" y="4045"/>
                </a:lnTo>
                <a:lnTo>
                  <a:pt x="1326319" y="133474"/>
                </a:lnTo>
                <a:lnTo>
                  <a:pt x="1341234" y="133474"/>
                </a:lnTo>
                <a:close/>
                <a:moveTo>
                  <a:pt x="1083281" y="69903"/>
                </a:moveTo>
                <a:lnTo>
                  <a:pt x="1083339" y="69340"/>
                </a:lnTo>
                <a:lnTo>
                  <a:pt x="1083408" y="68783"/>
                </a:lnTo>
                <a:lnTo>
                  <a:pt x="1083487" y="68233"/>
                </a:lnTo>
                <a:lnTo>
                  <a:pt x="1083576" y="67688"/>
                </a:lnTo>
                <a:lnTo>
                  <a:pt x="1083676" y="67149"/>
                </a:lnTo>
                <a:lnTo>
                  <a:pt x="1083787" y="66616"/>
                </a:lnTo>
                <a:lnTo>
                  <a:pt x="1083908" y="66089"/>
                </a:lnTo>
                <a:lnTo>
                  <a:pt x="1084040" y="65568"/>
                </a:lnTo>
                <a:lnTo>
                  <a:pt x="1084182" y="65053"/>
                </a:lnTo>
                <a:lnTo>
                  <a:pt x="1084335" y="64544"/>
                </a:lnTo>
                <a:lnTo>
                  <a:pt x="1084498" y="64041"/>
                </a:lnTo>
                <a:lnTo>
                  <a:pt x="1084672" y="63543"/>
                </a:lnTo>
                <a:lnTo>
                  <a:pt x="1084856" y="63052"/>
                </a:lnTo>
                <a:lnTo>
                  <a:pt x="1085051" y="62566"/>
                </a:lnTo>
                <a:lnTo>
                  <a:pt x="1085256" y="62087"/>
                </a:lnTo>
                <a:lnTo>
                  <a:pt x="1085472" y="61613"/>
                </a:lnTo>
                <a:lnTo>
                  <a:pt x="1085699" y="61145"/>
                </a:lnTo>
                <a:lnTo>
                  <a:pt x="1085936" y="60684"/>
                </a:lnTo>
                <a:lnTo>
                  <a:pt x="1086183" y="60228"/>
                </a:lnTo>
                <a:lnTo>
                  <a:pt x="1086444" y="59774"/>
                </a:lnTo>
                <a:lnTo>
                  <a:pt x="1086712" y="59328"/>
                </a:lnTo>
                <a:lnTo>
                  <a:pt x="1086987" y="58891"/>
                </a:lnTo>
                <a:lnTo>
                  <a:pt x="1087268" y="58462"/>
                </a:lnTo>
                <a:lnTo>
                  <a:pt x="1087556" y="58041"/>
                </a:lnTo>
                <a:lnTo>
                  <a:pt x="1087850" y="57629"/>
                </a:lnTo>
                <a:lnTo>
                  <a:pt x="1088151" y="57225"/>
                </a:lnTo>
                <a:lnTo>
                  <a:pt x="1088458" y="56829"/>
                </a:lnTo>
                <a:lnTo>
                  <a:pt x="1088772" y="56442"/>
                </a:lnTo>
                <a:lnTo>
                  <a:pt x="1089093" y="56063"/>
                </a:lnTo>
                <a:lnTo>
                  <a:pt x="1089420" y="55692"/>
                </a:lnTo>
                <a:lnTo>
                  <a:pt x="1089754" y="55330"/>
                </a:lnTo>
                <a:lnTo>
                  <a:pt x="1090094" y="54976"/>
                </a:lnTo>
                <a:lnTo>
                  <a:pt x="1090441" y="54630"/>
                </a:lnTo>
                <a:lnTo>
                  <a:pt x="1090795" y="54293"/>
                </a:lnTo>
                <a:lnTo>
                  <a:pt x="1091155" y="53964"/>
                </a:lnTo>
                <a:lnTo>
                  <a:pt x="1091521" y="53643"/>
                </a:lnTo>
                <a:lnTo>
                  <a:pt x="1091895" y="53331"/>
                </a:lnTo>
                <a:lnTo>
                  <a:pt x="1092274" y="53027"/>
                </a:lnTo>
                <a:lnTo>
                  <a:pt x="1092661" y="52732"/>
                </a:lnTo>
                <a:lnTo>
                  <a:pt x="1093054" y="52444"/>
                </a:lnTo>
                <a:lnTo>
                  <a:pt x="1093454" y="52165"/>
                </a:lnTo>
                <a:lnTo>
                  <a:pt x="1093860" y="51895"/>
                </a:lnTo>
                <a:lnTo>
                  <a:pt x="1094272" y="51633"/>
                </a:lnTo>
                <a:lnTo>
                  <a:pt x="1094695" y="51380"/>
                </a:lnTo>
                <a:lnTo>
                  <a:pt x="1095120" y="51138"/>
                </a:lnTo>
                <a:lnTo>
                  <a:pt x="1095548" y="50907"/>
                </a:lnTo>
                <a:lnTo>
                  <a:pt x="1095979" y="50686"/>
                </a:lnTo>
                <a:lnTo>
                  <a:pt x="1096412" y="50477"/>
                </a:lnTo>
                <a:lnTo>
                  <a:pt x="1096848" y="50278"/>
                </a:lnTo>
                <a:lnTo>
                  <a:pt x="1097286" y="50090"/>
                </a:lnTo>
                <a:lnTo>
                  <a:pt x="1097727" y="49912"/>
                </a:lnTo>
                <a:lnTo>
                  <a:pt x="1098171" y="49746"/>
                </a:lnTo>
                <a:lnTo>
                  <a:pt x="1098617" y="49590"/>
                </a:lnTo>
                <a:lnTo>
                  <a:pt x="1099066" y="49445"/>
                </a:lnTo>
                <a:lnTo>
                  <a:pt x="1099518" y="49310"/>
                </a:lnTo>
                <a:lnTo>
                  <a:pt x="1099972" y="49187"/>
                </a:lnTo>
                <a:lnTo>
                  <a:pt x="1100429" y="49074"/>
                </a:lnTo>
                <a:lnTo>
                  <a:pt x="1100888" y="48971"/>
                </a:lnTo>
                <a:lnTo>
                  <a:pt x="1101351" y="48880"/>
                </a:lnTo>
                <a:lnTo>
                  <a:pt x="1101815" y="48799"/>
                </a:lnTo>
                <a:lnTo>
                  <a:pt x="1102283" y="48730"/>
                </a:lnTo>
                <a:lnTo>
                  <a:pt x="1102753" y="48670"/>
                </a:lnTo>
                <a:lnTo>
                  <a:pt x="1103225" y="48622"/>
                </a:lnTo>
                <a:lnTo>
                  <a:pt x="1103701" y="48584"/>
                </a:lnTo>
                <a:lnTo>
                  <a:pt x="1104179" y="48558"/>
                </a:lnTo>
                <a:lnTo>
                  <a:pt x="1104659" y="48541"/>
                </a:lnTo>
                <a:lnTo>
                  <a:pt x="1105142" y="48536"/>
                </a:lnTo>
                <a:lnTo>
                  <a:pt x="1105843" y="48545"/>
                </a:lnTo>
                <a:lnTo>
                  <a:pt x="1106532" y="48572"/>
                </a:lnTo>
                <a:lnTo>
                  <a:pt x="1107211" y="48616"/>
                </a:lnTo>
                <a:lnTo>
                  <a:pt x="1107879" y="48678"/>
                </a:lnTo>
                <a:lnTo>
                  <a:pt x="1108537" y="48758"/>
                </a:lnTo>
                <a:lnTo>
                  <a:pt x="1109183" y="48856"/>
                </a:lnTo>
                <a:lnTo>
                  <a:pt x="1109819" y="48971"/>
                </a:lnTo>
                <a:lnTo>
                  <a:pt x="1110444" y="49105"/>
                </a:lnTo>
                <a:lnTo>
                  <a:pt x="1111058" y="49256"/>
                </a:lnTo>
                <a:lnTo>
                  <a:pt x="1111662" y="49425"/>
                </a:lnTo>
                <a:lnTo>
                  <a:pt x="1112255" y="49611"/>
                </a:lnTo>
                <a:lnTo>
                  <a:pt x="1112837" y="49816"/>
                </a:lnTo>
                <a:lnTo>
                  <a:pt x="1113408" y="50038"/>
                </a:lnTo>
                <a:lnTo>
                  <a:pt x="1113969" y="50278"/>
                </a:lnTo>
                <a:lnTo>
                  <a:pt x="1114518" y="50536"/>
                </a:lnTo>
                <a:lnTo>
                  <a:pt x="1115058" y="50811"/>
                </a:lnTo>
                <a:lnTo>
                  <a:pt x="1115586" y="51104"/>
                </a:lnTo>
                <a:lnTo>
                  <a:pt x="1116103" y="51415"/>
                </a:lnTo>
                <a:lnTo>
                  <a:pt x="1116610" y="51744"/>
                </a:lnTo>
                <a:lnTo>
                  <a:pt x="1117106" y="52091"/>
                </a:lnTo>
                <a:lnTo>
                  <a:pt x="1117591" y="52455"/>
                </a:lnTo>
                <a:lnTo>
                  <a:pt x="1118066" y="52837"/>
                </a:lnTo>
                <a:lnTo>
                  <a:pt x="1118530" y="53237"/>
                </a:lnTo>
                <a:lnTo>
                  <a:pt x="1118983" y="53655"/>
                </a:lnTo>
                <a:lnTo>
                  <a:pt x="1119421" y="54082"/>
                </a:lnTo>
                <a:lnTo>
                  <a:pt x="1119841" y="54520"/>
                </a:lnTo>
                <a:lnTo>
                  <a:pt x="1120242" y="54969"/>
                </a:lnTo>
                <a:lnTo>
                  <a:pt x="1120624" y="55430"/>
                </a:lnTo>
                <a:lnTo>
                  <a:pt x="1120988" y="55902"/>
                </a:lnTo>
                <a:lnTo>
                  <a:pt x="1121333" y="56384"/>
                </a:lnTo>
                <a:lnTo>
                  <a:pt x="1121659" y="56878"/>
                </a:lnTo>
                <a:lnTo>
                  <a:pt x="1121967" y="57384"/>
                </a:lnTo>
                <a:lnTo>
                  <a:pt x="1122256" y="57900"/>
                </a:lnTo>
                <a:lnTo>
                  <a:pt x="1122527" y="58428"/>
                </a:lnTo>
                <a:lnTo>
                  <a:pt x="1122779" y="58967"/>
                </a:lnTo>
                <a:lnTo>
                  <a:pt x="1123012" y="59517"/>
                </a:lnTo>
                <a:lnTo>
                  <a:pt x="1123226" y="60078"/>
                </a:lnTo>
                <a:lnTo>
                  <a:pt x="1123422" y="60650"/>
                </a:lnTo>
                <a:lnTo>
                  <a:pt x="1123599" y="61234"/>
                </a:lnTo>
                <a:lnTo>
                  <a:pt x="1123758" y="61829"/>
                </a:lnTo>
                <a:lnTo>
                  <a:pt x="1123898" y="62435"/>
                </a:lnTo>
                <a:lnTo>
                  <a:pt x="1124019" y="63052"/>
                </a:lnTo>
                <a:lnTo>
                  <a:pt x="1124122" y="63680"/>
                </a:lnTo>
                <a:lnTo>
                  <a:pt x="1124205" y="64320"/>
                </a:lnTo>
                <a:lnTo>
                  <a:pt x="1124271" y="64970"/>
                </a:lnTo>
                <a:lnTo>
                  <a:pt x="1124317" y="65632"/>
                </a:lnTo>
                <a:lnTo>
                  <a:pt x="1124345" y="66305"/>
                </a:lnTo>
                <a:lnTo>
                  <a:pt x="1124355" y="66990"/>
                </a:lnTo>
                <a:lnTo>
                  <a:pt x="1124355" y="133474"/>
                </a:lnTo>
                <a:lnTo>
                  <a:pt x="1139522" y="133474"/>
                </a:lnTo>
                <a:lnTo>
                  <a:pt x="1139522" y="70276"/>
                </a:lnTo>
                <a:lnTo>
                  <a:pt x="1139532" y="69497"/>
                </a:lnTo>
                <a:lnTo>
                  <a:pt x="1139561" y="68730"/>
                </a:lnTo>
                <a:lnTo>
                  <a:pt x="1139610" y="67973"/>
                </a:lnTo>
                <a:lnTo>
                  <a:pt x="1139678" y="67229"/>
                </a:lnTo>
                <a:lnTo>
                  <a:pt x="1139766" y="66495"/>
                </a:lnTo>
                <a:lnTo>
                  <a:pt x="1139874" y="65773"/>
                </a:lnTo>
                <a:lnTo>
                  <a:pt x="1140001" y="65063"/>
                </a:lnTo>
                <a:lnTo>
                  <a:pt x="1140147" y="64364"/>
                </a:lnTo>
                <a:lnTo>
                  <a:pt x="1140313" y="63676"/>
                </a:lnTo>
                <a:lnTo>
                  <a:pt x="1140499" y="63000"/>
                </a:lnTo>
                <a:lnTo>
                  <a:pt x="1140704" y="62335"/>
                </a:lnTo>
                <a:lnTo>
                  <a:pt x="1140928" y="61681"/>
                </a:lnTo>
                <a:lnTo>
                  <a:pt x="1141172" y="61039"/>
                </a:lnTo>
                <a:lnTo>
                  <a:pt x="1141436" y="60408"/>
                </a:lnTo>
                <a:lnTo>
                  <a:pt x="1141719" y="59789"/>
                </a:lnTo>
                <a:lnTo>
                  <a:pt x="1142022" y="59181"/>
                </a:lnTo>
                <a:lnTo>
                  <a:pt x="1142344" y="58585"/>
                </a:lnTo>
                <a:lnTo>
                  <a:pt x="1142686" y="58000"/>
                </a:lnTo>
                <a:lnTo>
                  <a:pt x="1143047" y="57426"/>
                </a:lnTo>
                <a:lnTo>
                  <a:pt x="1143428" y="56864"/>
                </a:lnTo>
                <a:lnTo>
                  <a:pt x="1143828" y="56313"/>
                </a:lnTo>
                <a:lnTo>
                  <a:pt x="1144248" y="55774"/>
                </a:lnTo>
                <a:lnTo>
                  <a:pt x="1144688" y="55246"/>
                </a:lnTo>
                <a:lnTo>
                  <a:pt x="1145147" y="54729"/>
                </a:lnTo>
                <a:lnTo>
                  <a:pt x="1145623" y="54224"/>
                </a:lnTo>
                <a:lnTo>
                  <a:pt x="1146116" y="53740"/>
                </a:lnTo>
                <a:lnTo>
                  <a:pt x="1146625" y="53278"/>
                </a:lnTo>
                <a:lnTo>
                  <a:pt x="1147150" y="52837"/>
                </a:lnTo>
                <a:lnTo>
                  <a:pt x="1147691" y="52418"/>
                </a:lnTo>
                <a:lnTo>
                  <a:pt x="1148247" y="52020"/>
                </a:lnTo>
                <a:lnTo>
                  <a:pt x="1148820" y="51643"/>
                </a:lnTo>
                <a:lnTo>
                  <a:pt x="1149409" y="51289"/>
                </a:lnTo>
                <a:lnTo>
                  <a:pt x="1150014" y="50955"/>
                </a:lnTo>
                <a:lnTo>
                  <a:pt x="1150635" y="50643"/>
                </a:lnTo>
                <a:lnTo>
                  <a:pt x="1151272" y="50353"/>
                </a:lnTo>
                <a:lnTo>
                  <a:pt x="1151925" y="50084"/>
                </a:lnTo>
                <a:lnTo>
                  <a:pt x="1152594" y="49837"/>
                </a:lnTo>
                <a:lnTo>
                  <a:pt x="1153279" y="49611"/>
                </a:lnTo>
                <a:lnTo>
                  <a:pt x="1153980" y="49407"/>
                </a:lnTo>
                <a:lnTo>
                  <a:pt x="1154697" y="49224"/>
                </a:lnTo>
                <a:lnTo>
                  <a:pt x="1155430" y="49063"/>
                </a:lnTo>
                <a:lnTo>
                  <a:pt x="1156179" y="48923"/>
                </a:lnTo>
                <a:lnTo>
                  <a:pt x="1156944" y="48805"/>
                </a:lnTo>
                <a:lnTo>
                  <a:pt x="1157725" y="48708"/>
                </a:lnTo>
                <a:lnTo>
                  <a:pt x="1158522" y="48633"/>
                </a:lnTo>
                <a:lnTo>
                  <a:pt x="1159335" y="48579"/>
                </a:lnTo>
                <a:lnTo>
                  <a:pt x="1160164" y="48547"/>
                </a:lnTo>
                <a:lnTo>
                  <a:pt x="1161009" y="48536"/>
                </a:lnTo>
                <a:lnTo>
                  <a:pt x="1161669" y="48544"/>
                </a:lnTo>
                <a:lnTo>
                  <a:pt x="1162322" y="48568"/>
                </a:lnTo>
                <a:lnTo>
                  <a:pt x="1162968" y="48608"/>
                </a:lnTo>
                <a:lnTo>
                  <a:pt x="1163606" y="48664"/>
                </a:lnTo>
                <a:lnTo>
                  <a:pt x="1164237" y="48736"/>
                </a:lnTo>
                <a:lnTo>
                  <a:pt x="1164861" y="48824"/>
                </a:lnTo>
                <a:lnTo>
                  <a:pt x="1165477" y="48928"/>
                </a:lnTo>
                <a:lnTo>
                  <a:pt x="1166086" y="49049"/>
                </a:lnTo>
                <a:lnTo>
                  <a:pt x="1166688" y="49185"/>
                </a:lnTo>
                <a:lnTo>
                  <a:pt x="1167283" y="49337"/>
                </a:lnTo>
                <a:lnTo>
                  <a:pt x="1167871" y="49505"/>
                </a:lnTo>
                <a:lnTo>
                  <a:pt x="1168451" y="49689"/>
                </a:lnTo>
                <a:lnTo>
                  <a:pt x="1169024" y="49890"/>
                </a:lnTo>
                <a:lnTo>
                  <a:pt x="1169590" y="50106"/>
                </a:lnTo>
                <a:lnTo>
                  <a:pt x="1170149" y="50338"/>
                </a:lnTo>
                <a:lnTo>
                  <a:pt x="1170700" y="50586"/>
                </a:lnTo>
                <a:lnTo>
                  <a:pt x="1171244" y="50851"/>
                </a:lnTo>
                <a:lnTo>
                  <a:pt x="1171781" y="51131"/>
                </a:lnTo>
                <a:lnTo>
                  <a:pt x="1172310" y="51427"/>
                </a:lnTo>
                <a:lnTo>
                  <a:pt x="1172833" y="51740"/>
                </a:lnTo>
                <a:lnTo>
                  <a:pt x="1173348" y="52068"/>
                </a:lnTo>
                <a:lnTo>
                  <a:pt x="1173856" y="52413"/>
                </a:lnTo>
                <a:lnTo>
                  <a:pt x="1174356" y="52773"/>
                </a:lnTo>
                <a:lnTo>
                  <a:pt x="1174850" y="53149"/>
                </a:lnTo>
                <a:lnTo>
                  <a:pt x="1175329" y="53545"/>
                </a:lnTo>
                <a:lnTo>
                  <a:pt x="1175789" y="53961"/>
                </a:lnTo>
                <a:lnTo>
                  <a:pt x="1176227" y="54399"/>
                </a:lnTo>
                <a:lnTo>
                  <a:pt x="1176646" y="54858"/>
                </a:lnTo>
                <a:lnTo>
                  <a:pt x="1177044" y="55338"/>
                </a:lnTo>
                <a:lnTo>
                  <a:pt x="1177421" y="55839"/>
                </a:lnTo>
                <a:lnTo>
                  <a:pt x="1177778" y="56362"/>
                </a:lnTo>
                <a:lnTo>
                  <a:pt x="1178115" y="56906"/>
                </a:lnTo>
                <a:lnTo>
                  <a:pt x="1178431" y="57472"/>
                </a:lnTo>
                <a:lnTo>
                  <a:pt x="1178727" y="58058"/>
                </a:lnTo>
                <a:lnTo>
                  <a:pt x="1179003" y="58666"/>
                </a:lnTo>
                <a:lnTo>
                  <a:pt x="1179258" y="59295"/>
                </a:lnTo>
                <a:lnTo>
                  <a:pt x="1179493" y="59946"/>
                </a:lnTo>
                <a:lnTo>
                  <a:pt x="1179707" y="60618"/>
                </a:lnTo>
                <a:lnTo>
                  <a:pt x="1179901" y="61311"/>
                </a:lnTo>
                <a:lnTo>
                  <a:pt x="1180074" y="62025"/>
                </a:lnTo>
                <a:lnTo>
                  <a:pt x="1180227" y="62761"/>
                </a:lnTo>
                <a:lnTo>
                  <a:pt x="1180360" y="63518"/>
                </a:lnTo>
                <a:lnTo>
                  <a:pt x="1180472" y="64296"/>
                </a:lnTo>
                <a:lnTo>
                  <a:pt x="1180564" y="65096"/>
                </a:lnTo>
                <a:lnTo>
                  <a:pt x="1180635" y="65916"/>
                </a:lnTo>
                <a:lnTo>
                  <a:pt x="1180686" y="66759"/>
                </a:lnTo>
                <a:lnTo>
                  <a:pt x="1180717" y="67622"/>
                </a:lnTo>
                <a:lnTo>
                  <a:pt x="1180727" y="68507"/>
                </a:lnTo>
                <a:lnTo>
                  <a:pt x="1180727" y="133474"/>
                </a:lnTo>
                <a:lnTo>
                  <a:pt x="1195642" y="133474"/>
                </a:lnTo>
                <a:lnTo>
                  <a:pt x="1195642" y="68507"/>
                </a:lnTo>
                <a:lnTo>
                  <a:pt x="1195628" y="67095"/>
                </a:lnTo>
                <a:lnTo>
                  <a:pt x="1195584" y="65715"/>
                </a:lnTo>
                <a:lnTo>
                  <a:pt x="1195513" y="64366"/>
                </a:lnTo>
                <a:lnTo>
                  <a:pt x="1195412" y="63049"/>
                </a:lnTo>
                <a:lnTo>
                  <a:pt x="1195283" y="61763"/>
                </a:lnTo>
                <a:lnTo>
                  <a:pt x="1195125" y="60508"/>
                </a:lnTo>
                <a:lnTo>
                  <a:pt x="1194938" y="59285"/>
                </a:lnTo>
                <a:lnTo>
                  <a:pt x="1194722" y="58093"/>
                </a:lnTo>
                <a:lnTo>
                  <a:pt x="1194478" y="56932"/>
                </a:lnTo>
                <a:lnTo>
                  <a:pt x="1194205" y="55803"/>
                </a:lnTo>
                <a:lnTo>
                  <a:pt x="1193903" y="54706"/>
                </a:lnTo>
                <a:lnTo>
                  <a:pt x="1193572" y="53639"/>
                </a:lnTo>
                <a:lnTo>
                  <a:pt x="1193213" y="52604"/>
                </a:lnTo>
                <a:lnTo>
                  <a:pt x="1192825" y="51601"/>
                </a:lnTo>
                <a:lnTo>
                  <a:pt x="1192408" y="50628"/>
                </a:lnTo>
                <a:lnTo>
                  <a:pt x="1191962" y="49688"/>
                </a:lnTo>
                <a:lnTo>
                  <a:pt x="1191488" y="48778"/>
                </a:lnTo>
                <a:lnTo>
                  <a:pt x="1190985" y="47900"/>
                </a:lnTo>
                <a:lnTo>
                  <a:pt x="1190453" y="47053"/>
                </a:lnTo>
                <a:lnTo>
                  <a:pt x="1189893" y="46238"/>
                </a:lnTo>
                <a:lnTo>
                  <a:pt x="1189303" y="45454"/>
                </a:lnTo>
                <a:lnTo>
                  <a:pt x="1188685" y="44702"/>
                </a:lnTo>
                <a:lnTo>
                  <a:pt x="1188039" y="43980"/>
                </a:lnTo>
                <a:lnTo>
                  <a:pt x="1187363" y="43291"/>
                </a:lnTo>
                <a:lnTo>
                  <a:pt x="1186665" y="42625"/>
                </a:lnTo>
                <a:lnTo>
                  <a:pt x="1185950" y="41988"/>
                </a:lnTo>
                <a:lnTo>
                  <a:pt x="1185219" y="41380"/>
                </a:lnTo>
                <a:lnTo>
                  <a:pt x="1184472" y="40800"/>
                </a:lnTo>
                <a:lnTo>
                  <a:pt x="1183708" y="40248"/>
                </a:lnTo>
                <a:lnTo>
                  <a:pt x="1182927" y="39724"/>
                </a:lnTo>
                <a:lnTo>
                  <a:pt x="1182130" y="39228"/>
                </a:lnTo>
                <a:lnTo>
                  <a:pt x="1181317" y="38761"/>
                </a:lnTo>
                <a:lnTo>
                  <a:pt x="1180487" y="38323"/>
                </a:lnTo>
                <a:lnTo>
                  <a:pt x="1179641" y="37912"/>
                </a:lnTo>
                <a:lnTo>
                  <a:pt x="1178778" y="37530"/>
                </a:lnTo>
                <a:lnTo>
                  <a:pt x="1177899" y="37176"/>
                </a:lnTo>
                <a:lnTo>
                  <a:pt x="1177003" y="36851"/>
                </a:lnTo>
                <a:lnTo>
                  <a:pt x="1176091" y="36553"/>
                </a:lnTo>
                <a:lnTo>
                  <a:pt x="1175163" y="36285"/>
                </a:lnTo>
                <a:lnTo>
                  <a:pt x="1174218" y="36044"/>
                </a:lnTo>
                <a:lnTo>
                  <a:pt x="1173256" y="35832"/>
                </a:lnTo>
                <a:lnTo>
                  <a:pt x="1172278" y="35648"/>
                </a:lnTo>
                <a:lnTo>
                  <a:pt x="1171284" y="35492"/>
                </a:lnTo>
                <a:lnTo>
                  <a:pt x="1170273" y="35365"/>
                </a:lnTo>
                <a:lnTo>
                  <a:pt x="1169246" y="35265"/>
                </a:lnTo>
                <a:lnTo>
                  <a:pt x="1168202" y="35195"/>
                </a:lnTo>
                <a:lnTo>
                  <a:pt x="1167142" y="35152"/>
                </a:lnTo>
                <a:lnTo>
                  <a:pt x="1166065" y="35138"/>
                </a:lnTo>
                <a:lnTo>
                  <a:pt x="1165202" y="35146"/>
                </a:lnTo>
                <a:lnTo>
                  <a:pt x="1164348" y="35169"/>
                </a:lnTo>
                <a:lnTo>
                  <a:pt x="1163505" y="35208"/>
                </a:lnTo>
                <a:lnTo>
                  <a:pt x="1162672" y="35263"/>
                </a:lnTo>
                <a:lnTo>
                  <a:pt x="1161849" y="35333"/>
                </a:lnTo>
                <a:lnTo>
                  <a:pt x="1161037" y="35419"/>
                </a:lnTo>
                <a:lnTo>
                  <a:pt x="1160235" y="35520"/>
                </a:lnTo>
                <a:lnTo>
                  <a:pt x="1159444" y="35637"/>
                </a:lnTo>
                <a:lnTo>
                  <a:pt x="1158662" y="35769"/>
                </a:lnTo>
                <a:lnTo>
                  <a:pt x="1157891" y="35917"/>
                </a:lnTo>
                <a:lnTo>
                  <a:pt x="1157131" y="36081"/>
                </a:lnTo>
                <a:lnTo>
                  <a:pt x="1156380" y="36260"/>
                </a:lnTo>
                <a:lnTo>
                  <a:pt x="1155640" y="36455"/>
                </a:lnTo>
                <a:lnTo>
                  <a:pt x="1154910" y="36665"/>
                </a:lnTo>
                <a:lnTo>
                  <a:pt x="1154191" y="36891"/>
                </a:lnTo>
                <a:lnTo>
                  <a:pt x="1153482" y="37132"/>
                </a:lnTo>
                <a:lnTo>
                  <a:pt x="1152783" y="37389"/>
                </a:lnTo>
                <a:lnTo>
                  <a:pt x="1152095" y="37662"/>
                </a:lnTo>
                <a:lnTo>
                  <a:pt x="1151416" y="37950"/>
                </a:lnTo>
                <a:lnTo>
                  <a:pt x="1150749" y="38254"/>
                </a:lnTo>
                <a:lnTo>
                  <a:pt x="1150091" y="38573"/>
                </a:lnTo>
                <a:lnTo>
                  <a:pt x="1149444" y="38908"/>
                </a:lnTo>
                <a:lnTo>
                  <a:pt x="1148807" y="39259"/>
                </a:lnTo>
                <a:lnTo>
                  <a:pt x="1148180" y="39625"/>
                </a:lnTo>
                <a:lnTo>
                  <a:pt x="1147565" y="39999"/>
                </a:lnTo>
                <a:lnTo>
                  <a:pt x="1146963" y="40384"/>
                </a:lnTo>
                <a:lnTo>
                  <a:pt x="1146374" y="40779"/>
                </a:lnTo>
                <a:lnTo>
                  <a:pt x="1145798" y="41186"/>
                </a:lnTo>
                <a:lnTo>
                  <a:pt x="1145235" y="41603"/>
                </a:lnTo>
                <a:lnTo>
                  <a:pt x="1144685" y="42031"/>
                </a:lnTo>
                <a:lnTo>
                  <a:pt x="1144147" y="42469"/>
                </a:lnTo>
                <a:lnTo>
                  <a:pt x="1143623" y="42918"/>
                </a:lnTo>
                <a:lnTo>
                  <a:pt x="1143112" y="43378"/>
                </a:lnTo>
                <a:lnTo>
                  <a:pt x="1142613" y="43849"/>
                </a:lnTo>
                <a:lnTo>
                  <a:pt x="1142128" y="44331"/>
                </a:lnTo>
                <a:lnTo>
                  <a:pt x="1141655" y="44823"/>
                </a:lnTo>
                <a:lnTo>
                  <a:pt x="1141196" y="45326"/>
                </a:lnTo>
                <a:lnTo>
                  <a:pt x="1140749" y="45840"/>
                </a:lnTo>
                <a:lnTo>
                  <a:pt x="1140315" y="46365"/>
                </a:lnTo>
                <a:lnTo>
                  <a:pt x="1139894" y="46900"/>
                </a:lnTo>
                <a:lnTo>
                  <a:pt x="1139487" y="47446"/>
                </a:lnTo>
                <a:lnTo>
                  <a:pt x="1139092" y="48003"/>
                </a:lnTo>
                <a:lnTo>
                  <a:pt x="1138710" y="48570"/>
                </a:lnTo>
                <a:lnTo>
                  <a:pt x="1138341" y="49149"/>
                </a:lnTo>
                <a:lnTo>
                  <a:pt x="1137985" y="49738"/>
                </a:lnTo>
                <a:lnTo>
                  <a:pt x="1137642" y="50338"/>
                </a:lnTo>
                <a:lnTo>
                  <a:pt x="1137311" y="50948"/>
                </a:lnTo>
                <a:lnTo>
                  <a:pt x="1136994" y="51570"/>
                </a:lnTo>
                <a:lnTo>
                  <a:pt x="1135983" y="51570"/>
                </a:lnTo>
                <a:lnTo>
                  <a:pt x="1135678" y="50928"/>
                </a:lnTo>
                <a:lnTo>
                  <a:pt x="1135363" y="50298"/>
                </a:lnTo>
                <a:lnTo>
                  <a:pt x="1135038" y="49681"/>
                </a:lnTo>
                <a:lnTo>
                  <a:pt x="1134703" y="49075"/>
                </a:lnTo>
                <a:lnTo>
                  <a:pt x="1134359" y="48481"/>
                </a:lnTo>
                <a:lnTo>
                  <a:pt x="1134004" y="47900"/>
                </a:lnTo>
                <a:lnTo>
                  <a:pt x="1133640" y="47331"/>
                </a:lnTo>
                <a:lnTo>
                  <a:pt x="1133266" y="46773"/>
                </a:lnTo>
                <a:lnTo>
                  <a:pt x="1132881" y="46228"/>
                </a:lnTo>
                <a:lnTo>
                  <a:pt x="1132487" y="45695"/>
                </a:lnTo>
                <a:lnTo>
                  <a:pt x="1132084" y="45174"/>
                </a:lnTo>
                <a:lnTo>
                  <a:pt x="1131670" y="44665"/>
                </a:lnTo>
                <a:lnTo>
                  <a:pt x="1131246" y="44168"/>
                </a:lnTo>
                <a:lnTo>
                  <a:pt x="1130813" y="43683"/>
                </a:lnTo>
                <a:lnTo>
                  <a:pt x="1130369" y="43211"/>
                </a:lnTo>
                <a:lnTo>
                  <a:pt x="1129916" y="42750"/>
                </a:lnTo>
                <a:lnTo>
                  <a:pt x="1129453" y="42301"/>
                </a:lnTo>
                <a:lnTo>
                  <a:pt x="1128980" y="41865"/>
                </a:lnTo>
                <a:lnTo>
                  <a:pt x="1128497" y="41440"/>
                </a:lnTo>
                <a:lnTo>
                  <a:pt x="1128004" y="41028"/>
                </a:lnTo>
                <a:lnTo>
                  <a:pt x="1127502" y="40627"/>
                </a:lnTo>
                <a:lnTo>
                  <a:pt x="1126989" y="40239"/>
                </a:lnTo>
                <a:lnTo>
                  <a:pt x="1126467" y="39863"/>
                </a:lnTo>
                <a:lnTo>
                  <a:pt x="1125935" y="39499"/>
                </a:lnTo>
                <a:lnTo>
                  <a:pt x="1125397" y="39143"/>
                </a:lnTo>
                <a:lnTo>
                  <a:pt x="1124848" y="38802"/>
                </a:lnTo>
                <a:lnTo>
                  <a:pt x="1124288" y="38477"/>
                </a:lnTo>
                <a:lnTo>
                  <a:pt x="1123717" y="38166"/>
                </a:lnTo>
                <a:lnTo>
                  <a:pt x="1123135" y="37871"/>
                </a:lnTo>
                <a:lnTo>
                  <a:pt x="1122542" y="37591"/>
                </a:lnTo>
                <a:lnTo>
                  <a:pt x="1121937" y="37326"/>
                </a:lnTo>
                <a:lnTo>
                  <a:pt x="1121321" y="37076"/>
                </a:lnTo>
                <a:lnTo>
                  <a:pt x="1120694" y="36841"/>
                </a:lnTo>
                <a:lnTo>
                  <a:pt x="1120056" y="36622"/>
                </a:lnTo>
                <a:lnTo>
                  <a:pt x="1119406" y="36417"/>
                </a:lnTo>
                <a:lnTo>
                  <a:pt x="1118746" y="36228"/>
                </a:lnTo>
                <a:lnTo>
                  <a:pt x="1118074" y="36054"/>
                </a:lnTo>
                <a:lnTo>
                  <a:pt x="1117391" y="35895"/>
                </a:lnTo>
                <a:lnTo>
                  <a:pt x="1116697" y="35751"/>
                </a:lnTo>
                <a:lnTo>
                  <a:pt x="1115991" y="35623"/>
                </a:lnTo>
                <a:lnTo>
                  <a:pt x="1115275" y="35509"/>
                </a:lnTo>
                <a:lnTo>
                  <a:pt x="1114547" y="35411"/>
                </a:lnTo>
                <a:lnTo>
                  <a:pt x="1113808" y="35327"/>
                </a:lnTo>
                <a:lnTo>
                  <a:pt x="1113058" y="35259"/>
                </a:lnTo>
                <a:lnTo>
                  <a:pt x="1112297" y="35206"/>
                </a:lnTo>
                <a:lnTo>
                  <a:pt x="1111524" y="35168"/>
                </a:lnTo>
                <a:lnTo>
                  <a:pt x="1110740" y="35146"/>
                </a:lnTo>
                <a:lnTo>
                  <a:pt x="1109946" y="35138"/>
                </a:lnTo>
                <a:lnTo>
                  <a:pt x="1109160" y="35146"/>
                </a:lnTo>
                <a:lnTo>
                  <a:pt x="1108384" y="35168"/>
                </a:lnTo>
                <a:lnTo>
                  <a:pt x="1107618" y="35206"/>
                </a:lnTo>
                <a:lnTo>
                  <a:pt x="1106861" y="35259"/>
                </a:lnTo>
                <a:lnTo>
                  <a:pt x="1106114" y="35327"/>
                </a:lnTo>
                <a:lnTo>
                  <a:pt x="1105376" y="35411"/>
                </a:lnTo>
                <a:lnTo>
                  <a:pt x="1104647" y="35509"/>
                </a:lnTo>
                <a:lnTo>
                  <a:pt x="1103928" y="35623"/>
                </a:lnTo>
                <a:lnTo>
                  <a:pt x="1103218" y="35751"/>
                </a:lnTo>
                <a:lnTo>
                  <a:pt x="1102518" y="35895"/>
                </a:lnTo>
                <a:lnTo>
                  <a:pt x="1101827" y="36054"/>
                </a:lnTo>
                <a:lnTo>
                  <a:pt x="1101145" y="36228"/>
                </a:lnTo>
                <a:lnTo>
                  <a:pt x="1100473" y="36417"/>
                </a:lnTo>
                <a:lnTo>
                  <a:pt x="1099811" y="36622"/>
                </a:lnTo>
                <a:lnTo>
                  <a:pt x="1099157" y="36841"/>
                </a:lnTo>
                <a:lnTo>
                  <a:pt x="1098514" y="37076"/>
                </a:lnTo>
                <a:lnTo>
                  <a:pt x="1097879" y="37326"/>
                </a:lnTo>
                <a:lnTo>
                  <a:pt x="1097255" y="37591"/>
                </a:lnTo>
                <a:lnTo>
                  <a:pt x="1096639" y="37871"/>
                </a:lnTo>
                <a:lnTo>
                  <a:pt x="1096033" y="38166"/>
                </a:lnTo>
                <a:lnTo>
                  <a:pt x="1095437" y="38477"/>
                </a:lnTo>
                <a:lnTo>
                  <a:pt x="1094850" y="38802"/>
                </a:lnTo>
                <a:lnTo>
                  <a:pt x="1094272" y="39143"/>
                </a:lnTo>
                <a:lnTo>
                  <a:pt x="1093704" y="39499"/>
                </a:lnTo>
                <a:lnTo>
                  <a:pt x="1093147" y="39863"/>
                </a:lnTo>
                <a:lnTo>
                  <a:pt x="1092603" y="40239"/>
                </a:lnTo>
                <a:lnTo>
                  <a:pt x="1092071" y="40627"/>
                </a:lnTo>
                <a:lnTo>
                  <a:pt x="1091553" y="41028"/>
                </a:lnTo>
                <a:lnTo>
                  <a:pt x="1091048" y="41440"/>
                </a:lnTo>
                <a:lnTo>
                  <a:pt x="1090556" y="41865"/>
                </a:lnTo>
                <a:lnTo>
                  <a:pt x="1090076" y="42301"/>
                </a:lnTo>
                <a:lnTo>
                  <a:pt x="1089610" y="42750"/>
                </a:lnTo>
                <a:lnTo>
                  <a:pt x="1089156" y="43211"/>
                </a:lnTo>
                <a:lnTo>
                  <a:pt x="1088716" y="43683"/>
                </a:lnTo>
                <a:lnTo>
                  <a:pt x="1088288" y="44168"/>
                </a:lnTo>
                <a:lnTo>
                  <a:pt x="1087874" y="44665"/>
                </a:lnTo>
                <a:lnTo>
                  <a:pt x="1087472" y="45174"/>
                </a:lnTo>
                <a:lnTo>
                  <a:pt x="1087083" y="45695"/>
                </a:lnTo>
                <a:lnTo>
                  <a:pt x="1086707" y="46228"/>
                </a:lnTo>
                <a:lnTo>
                  <a:pt x="1086345" y="46773"/>
                </a:lnTo>
                <a:lnTo>
                  <a:pt x="1085995" y="47331"/>
                </a:lnTo>
                <a:lnTo>
                  <a:pt x="1085658" y="47900"/>
                </a:lnTo>
                <a:lnTo>
                  <a:pt x="1085334" y="48481"/>
                </a:lnTo>
                <a:lnTo>
                  <a:pt x="1085023" y="49075"/>
                </a:lnTo>
                <a:lnTo>
                  <a:pt x="1084725" y="49681"/>
                </a:lnTo>
                <a:lnTo>
                  <a:pt x="1084439" y="50298"/>
                </a:lnTo>
                <a:lnTo>
                  <a:pt x="1084167" y="50928"/>
                </a:lnTo>
                <a:lnTo>
                  <a:pt x="1083908" y="51570"/>
                </a:lnTo>
                <a:lnTo>
                  <a:pt x="1082644" y="51570"/>
                </a:lnTo>
                <a:lnTo>
                  <a:pt x="1082644" y="36402"/>
                </a:lnTo>
                <a:lnTo>
                  <a:pt x="1068235" y="36402"/>
                </a:lnTo>
                <a:lnTo>
                  <a:pt x="1068235" y="133474"/>
                </a:lnTo>
                <a:lnTo>
                  <a:pt x="1083150" y="133474"/>
                </a:lnTo>
                <a:lnTo>
                  <a:pt x="1083150" y="72804"/>
                </a:lnTo>
                <a:lnTo>
                  <a:pt x="1083155" y="72212"/>
                </a:lnTo>
                <a:lnTo>
                  <a:pt x="1083171" y="71626"/>
                </a:lnTo>
                <a:lnTo>
                  <a:pt x="1083197" y="71045"/>
                </a:lnTo>
                <a:lnTo>
                  <a:pt x="1083234" y="70471"/>
                </a:lnTo>
                <a:lnTo>
                  <a:pt x="1083281" y="69903"/>
                </a:lnTo>
                <a:close/>
                <a:moveTo>
                  <a:pt x="818319" y="36402"/>
                </a:moveTo>
                <a:lnTo>
                  <a:pt x="818319" y="133474"/>
                </a:lnTo>
                <a:lnTo>
                  <a:pt x="833233" y="133474"/>
                </a:lnTo>
                <a:lnTo>
                  <a:pt x="833233" y="36402"/>
                </a:lnTo>
                <a:lnTo>
                  <a:pt x="818319" y="36402"/>
                </a:lnTo>
                <a:close/>
                <a:moveTo>
                  <a:pt x="779847" y="133474"/>
                </a:moveTo>
                <a:lnTo>
                  <a:pt x="797037" y="133474"/>
                </a:lnTo>
                <a:lnTo>
                  <a:pt x="765691" y="84938"/>
                </a:lnTo>
                <a:lnTo>
                  <a:pt x="797037" y="36402"/>
                </a:lnTo>
                <a:lnTo>
                  <a:pt x="779847" y="36402"/>
                </a:lnTo>
                <a:lnTo>
                  <a:pt x="756590" y="76090"/>
                </a:lnTo>
                <a:lnTo>
                  <a:pt x="733333" y="36402"/>
                </a:lnTo>
                <a:lnTo>
                  <a:pt x="716143" y="36402"/>
                </a:lnTo>
                <a:lnTo>
                  <a:pt x="746984" y="84938"/>
                </a:lnTo>
                <a:lnTo>
                  <a:pt x="716143" y="133474"/>
                </a:lnTo>
                <a:lnTo>
                  <a:pt x="733333" y="133474"/>
                </a:lnTo>
                <a:lnTo>
                  <a:pt x="756590" y="95808"/>
                </a:lnTo>
                <a:lnTo>
                  <a:pt x="779847" y="133474"/>
                </a:lnTo>
                <a:close/>
                <a:moveTo>
                  <a:pt x="701973" y="78199"/>
                </a:moveTo>
                <a:lnTo>
                  <a:pt x="701904" y="77149"/>
                </a:lnTo>
                <a:lnTo>
                  <a:pt x="701823" y="76114"/>
                </a:lnTo>
                <a:lnTo>
                  <a:pt x="701729" y="75093"/>
                </a:lnTo>
                <a:lnTo>
                  <a:pt x="701623" y="74088"/>
                </a:lnTo>
                <a:lnTo>
                  <a:pt x="701504" y="73097"/>
                </a:lnTo>
                <a:lnTo>
                  <a:pt x="701372" y="72122"/>
                </a:lnTo>
                <a:lnTo>
                  <a:pt x="701229" y="71161"/>
                </a:lnTo>
                <a:lnTo>
                  <a:pt x="701072" y="70215"/>
                </a:lnTo>
                <a:lnTo>
                  <a:pt x="700903" y="69284"/>
                </a:lnTo>
                <a:lnTo>
                  <a:pt x="700722" y="68368"/>
                </a:lnTo>
                <a:lnTo>
                  <a:pt x="700528" y="67467"/>
                </a:lnTo>
                <a:lnTo>
                  <a:pt x="700322" y="66581"/>
                </a:lnTo>
                <a:lnTo>
                  <a:pt x="700103" y="65710"/>
                </a:lnTo>
                <a:lnTo>
                  <a:pt x="699872" y="64854"/>
                </a:lnTo>
                <a:lnTo>
                  <a:pt x="699628" y="64012"/>
                </a:lnTo>
                <a:lnTo>
                  <a:pt x="699371" y="63186"/>
                </a:lnTo>
                <a:lnTo>
                  <a:pt x="699102" y="62375"/>
                </a:lnTo>
                <a:lnTo>
                  <a:pt x="698821" y="61578"/>
                </a:lnTo>
                <a:lnTo>
                  <a:pt x="698527" y="60796"/>
                </a:lnTo>
                <a:lnTo>
                  <a:pt x="698222" y="60029"/>
                </a:lnTo>
                <a:lnTo>
                  <a:pt x="697909" y="59274"/>
                </a:lnTo>
                <a:lnTo>
                  <a:pt x="697588" y="58531"/>
                </a:lnTo>
                <a:lnTo>
                  <a:pt x="697258" y="57802"/>
                </a:lnTo>
                <a:lnTo>
                  <a:pt x="696919" y="57085"/>
                </a:lnTo>
                <a:lnTo>
                  <a:pt x="696572" y="56380"/>
                </a:lnTo>
                <a:lnTo>
                  <a:pt x="696216" y="55689"/>
                </a:lnTo>
                <a:lnTo>
                  <a:pt x="695852" y="55010"/>
                </a:lnTo>
                <a:lnTo>
                  <a:pt x="695479" y="54344"/>
                </a:lnTo>
                <a:lnTo>
                  <a:pt x="695097" y="53691"/>
                </a:lnTo>
                <a:lnTo>
                  <a:pt x="694707" y="53051"/>
                </a:lnTo>
                <a:lnTo>
                  <a:pt x="694308" y="52423"/>
                </a:lnTo>
                <a:lnTo>
                  <a:pt x="693901" y="51808"/>
                </a:lnTo>
                <a:lnTo>
                  <a:pt x="693486" y="51205"/>
                </a:lnTo>
                <a:lnTo>
                  <a:pt x="693061" y="50616"/>
                </a:lnTo>
                <a:lnTo>
                  <a:pt x="692628" y="50039"/>
                </a:lnTo>
                <a:lnTo>
                  <a:pt x="692187" y="49475"/>
                </a:lnTo>
                <a:lnTo>
                  <a:pt x="691737" y="48923"/>
                </a:lnTo>
                <a:lnTo>
                  <a:pt x="691279" y="48384"/>
                </a:lnTo>
                <a:lnTo>
                  <a:pt x="690811" y="47858"/>
                </a:lnTo>
                <a:lnTo>
                  <a:pt x="690336" y="47345"/>
                </a:lnTo>
                <a:lnTo>
                  <a:pt x="689852" y="46845"/>
                </a:lnTo>
                <a:lnTo>
                  <a:pt x="689359" y="46357"/>
                </a:lnTo>
                <a:lnTo>
                  <a:pt x="688858" y="45882"/>
                </a:lnTo>
                <a:lnTo>
                  <a:pt x="688350" y="45413"/>
                </a:lnTo>
                <a:lnTo>
                  <a:pt x="687837" y="44956"/>
                </a:lnTo>
                <a:lnTo>
                  <a:pt x="687320" y="44509"/>
                </a:lnTo>
                <a:lnTo>
                  <a:pt x="686798" y="44074"/>
                </a:lnTo>
                <a:lnTo>
                  <a:pt x="686272" y="43649"/>
                </a:lnTo>
                <a:lnTo>
                  <a:pt x="685741" y="43235"/>
                </a:lnTo>
                <a:lnTo>
                  <a:pt x="685206" y="42833"/>
                </a:lnTo>
                <a:lnTo>
                  <a:pt x="684665" y="42441"/>
                </a:lnTo>
                <a:lnTo>
                  <a:pt x="684121" y="42060"/>
                </a:lnTo>
                <a:lnTo>
                  <a:pt x="683571" y="41690"/>
                </a:lnTo>
                <a:lnTo>
                  <a:pt x="683017" y="41332"/>
                </a:lnTo>
                <a:lnTo>
                  <a:pt x="682459" y="40984"/>
                </a:lnTo>
                <a:lnTo>
                  <a:pt x="681896" y="40647"/>
                </a:lnTo>
                <a:lnTo>
                  <a:pt x="681328" y="40321"/>
                </a:lnTo>
                <a:lnTo>
                  <a:pt x="680755" y="40006"/>
                </a:lnTo>
                <a:lnTo>
                  <a:pt x="680178" y="39702"/>
                </a:lnTo>
                <a:lnTo>
                  <a:pt x="679597" y="39409"/>
                </a:lnTo>
                <a:lnTo>
                  <a:pt x="679011" y="39127"/>
                </a:lnTo>
                <a:lnTo>
                  <a:pt x="678420" y="38856"/>
                </a:lnTo>
                <a:lnTo>
                  <a:pt x="677824" y="38596"/>
                </a:lnTo>
                <a:lnTo>
                  <a:pt x="677224" y="38347"/>
                </a:lnTo>
                <a:lnTo>
                  <a:pt x="676620" y="38109"/>
                </a:lnTo>
                <a:lnTo>
                  <a:pt x="676010" y="37882"/>
                </a:lnTo>
                <a:lnTo>
                  <a:pt x="675396" y="37666"/>
                </a:lnTo>
                <a:lnTo>
                  <a:pt x="674780" y="37460"/>
                </a:lnTo>
                <a:lnTo>
                  <a:pt x="674163" y="37262"/>
                </a:lnTo>
                <a:lnTo>
                  <a:pt x="673545" y="37074"/>
                </a:lnTo>
                <a:lnTo>
                  <a:pt x="672926" y="36894"/>
                </a:lnTo>
                <a:lnTo>
                  <a:pt x="672307" y="36722"/>
                </a:lnTo>
                <a:lnTo>
                  <a:pt x="671688" y="36560"/>
                </a:lnTo>
                <a:lnTo>
                  <a:pt x="671067" y="36406"/>
                </a:lnTo>
                <a:lnTo>
                  <a:pt x="670446" y="36262"/>
                </a:lnTo>
                <a:lnTo>
                  <a:pt x="669824" y="36126"/>
                </a:lnTo>
                <a:lnTo>
                  <a:pt x="669202" y="35998"/>
                </a:lnTo>
                <a:lnTo>
                  <a:pt x="668579" y="35880"/>
                </a:lnTo>
                <a:lnTo>
                  <a:pt x="667955" y="35770"/>
                </a:lnTo>
                <a:lnTo>
                  <a:pt x="667330" y="35669"/>
                </a:lnTo>
                <a:lnTo>
                  <a:pt x="666705" y="35577"/>
                </a:lnTo>
                <a:lnTo>
                  <a:pt x="666080" y="35494"/>
                </a:lnTo>
                <a:lnTo>
                  <a:pt x="665453" y="35419"/>
                </a:lnTo>
                <a:lnTo>
                  <a:pt x="664826" y="35353"/>
                </a:lnTo>
                <a:lnTo>
                  <a:pt x="664199" y="35296"/>
                </a:lnTo>
                <a:lnTo>
                  <a:pt x="663570" y="35248"/>
                </a:lnTo>
                <a:lnTo>
                  <a:pt x="662941" y="35208"/>
                </a:lnTo>
                <a:lnTo>
                  <a:pt x="662312" y="35178"/>
                </a:lnTo>
                <a:lnTo>
                  <a:pt x="661681" y="35156"/>
                </a:lnTo>
                <a:lnTo>
                  <a:pt x="661050" y="35142"/>
                </a:lnTo>
                <a:lnTo>
                  <a:pt x="660419" y="35138"/>
                </a:lnTo>
                <a:lnTo>
                  <a:pt x="659329" y="35149"/>
                </a:lnTo>
                <a:lnTo>
                  <a:pt x="658251" y="35183"/>
                </a:lnTo>
                <a:lnTo>
                  <a:pt x="657184" y="35239"/>
                </a:lnTo>
                <a:lnTo>
                  <a:pt x="656128" y="35317"/>
                </a:lnTo>
                <a:lnTo>
                  <a:pt x="655084" y="35418"/>
                </a:lnTo>
                <a:lnTo>
                  <a:pt x="654051" y="35541"/>
                </a:lnTo>
                <a:lnTo>
                  <a:pt x="653030" y="35686"/>
                </a:lnTo>
                <a:lnTo>
                  <a:pt x="652020" y="35854"/>
                </a:lnTo>
                <a:lnTo>
                  <a:pt x="651022" y="36045"/>
                </a:lnTo>
                <a:lnTo>
                  <a:pt x="650035" y="36257"/>
                </a:lnTo>
                <a:lnTo>
                  <a:pt x="649059" y="36492"/>
                </a:lnTo>
                <a:lnTo>
                  <a:pt x="648095" y="36750"/>
                </a:lnTo>
                <a:lnTo>
                  <a:pt x="647142" y="37029"/>
                </a:lnTo>
                <a:lnTo>
                  <a:pt x="646201" y="37332"/>
                </a:lnTo>
                <a:lnTo>
                  <a:pt x="645271" y="37656"/>
                </a:lnTo>
                <a:lnTo>
                  <a:pt x="644352" y="38003"/>
                </a:lnTo>
                <a:lnTo>
                  <a:pt x="643445" y="38372"/>
                </a:lnTo>
                <a:lnTo>
                  <a:pt x="642549" y="38764"/>
                </a:lnTo>
                <a:lnTo>
                  <a:pt x="641665" y="39178"/>
                </a:lnTo>
                <a:lnTo>
                  <a:pt x="640792" y="39615"/>
                </a:lnTo>
                <a:lnTo>
                  <a:pt x="639931" y="40073"/>
                </a:lnTo>
                <a:lnTo>
                  <a:pt x="639080" y="40555"/>
                </a:lnTo>
                <a:lnTo>
                  <a:pt x="638242" y="41058"/>
                </a:lnTo>
                <a:lnTo>
                  <a:pt x="637414" y="41584"/>
                </a:lnTo>
                <a:lnTo>
                  <a:pt x="636606" y="42125"/>
                </a:lnTo>
                <a:lnTo>
                  <a:pt x="635812" y="42683"/>
                </a:lnTo>
                <a:lnTo>
                  <a:pt x="635033" y="43259"/>
                </a:lnTo>
                <a:lnTo>
                  <a:pt x="634269" y="43852"/>
                </a:lnTo>
                <a:lnTo>
                  <a:pt x="633519" y="44463"/>
                </a:lnTo>
                <a:lnTo>
                  <a:pt x="632785" y="45092"/>
                </a:lnTo>
                <a:lnTo>
                  <a:pt x="632066" y="45738"/>
                </a:lnTo>
                <a:lnTo>
                  <a:pt x="631362" y="46401"/>
                </a:lnTo>
                <a:lnTo>
                  <a:pt x="630672" y="47082"/>
                </a:lnTo>
                <a:lnTo>
                  <a:pt x="629997" y="47781"/>
                </a:lnTo>
                <a:lnTo>
                  <a:pt x="629338" y="48497"/>
                </a:lnTo>
                <a:lnTo>
                  <a:pt x="628693" y="49231"/>
                </a:lnTo>
                <a:lnTo>
                  <a:pt x="628063" y="49983"/>
                </a:lnTo>
                <a:lnTo>
                  <a:pt x="627449" y="50751"/>
                </a:lnTo>
                <a:lnTo>
                  <a:pt x="626849" y="51538"/>
                </a:lnTo>
                <a:lnTo>
                  <a:pt x="626264" y="52342"/>
                </a:lnTo>
                <a:lnTo>
                  <a:pt x="625693" y="53164"/>
                </a:lnTo>
                <a:lnTo>
                  <a:pt x="625138" y="54003"/>
                </a:lnTo>
                <a:lnTo>
                  <a:pt x="624598" y="54859"/>
                </a:lnTo>
                <a:lnTo>
                  <a:pt x="624073" y="55734"/>
                </a:lnTo>
                <a:lnTo>
                  <a:pt x="623562" y="56625"/>
                </a:lnTo>
                <a:lnTo>
                  <a:pt x="623067" y="57535"/>
                </a:lnTo>
                <a:lnTo>
                  <a:pt x="622586" y="58462"/>
                </a:lnTo>
                <a:lnTo>
                  <a:pt x="622121" y="59406"/>
                </a:lnTo>
                <a:lnTo>
                  <a:pt x="621677" y="60360"/>
                </a:lnTo>
                <a:lnTo>
                  <a:pt x="621252" y="61327"/>
                </a:lnTo>
                <a:lnTo>
                  <a:pt x="620847" y="62305"/>
                </a:lnTo>
                <a:lnTo>
                  <a:pt x="620460" y="63296"/>
                </a:lnTo>
                <a:lnTo>
                  <a:pt x="620092" y="64300"/>
                </a:lnTo>
                <a:lnTo>
                  <a:pt x="619743" y="65315"/>
                </a:lnTo>
                <a:lnTo>
                  <a:pt x="619413" y="66343"/>
                </a:lnTo>
                <a:lnTo>
                  <a:pt x="619101" y="67383"/>
                </a:lnTo>
                <a:lnTo>
                  <a:pt x="618809" y="68435"/>
                </a:lnTo>
                <a:lnTo>
                  <a:pt x="618535" y="69500"/>
                </a:lnTo>
                <a:lnTo>
                  <a:pt x="618280" y="70577"/>
                </a:lnTo>
                <a:lnTo>
                  <a:pt x="618044" y="71666"/>
                </a:lnTo>
                <a:lnTo>
                  <a:pt x="617827" y="72768"/>
                </a:lnTo>
                <a:lnTo>
                  <a:pt x="617629" y="73882"/>
                </a:lnTo>
                <a:lnTo>
                  <a:pt x="617450" y="75008"/>
                </a:lnTo>
                <a:lnTo>
                  <a:pt x="617289" y="76146"/>
                </a:lnTo>
                <a:lnTo>
                  <a:pt x="617148" y="77297"/>
                </a:lnTo>
                <a:lnTo>
                  <a:pt x="617025" y="78460"/>
                </a:lnTo>
                <a:lnTo>
                  <a:pt x="616921" y="79636"/>
                </a:lnTo>
                <a:lnTo>
                  <a:pt x="616837" y="80823"/>
                </a:lnTo>
                <a:lnTo>
                  <a:pt x="616770" y="82023"/>
                </a:lnTo>
                <a:lnTo>
                  <a:pt x="616723" y="83235"/>
                </a:lnTo>
                <a:lnTo>
                  <a:pt x="616695" y="84460"/>
                </a:lnTo>
                <a:lnTo>
                  <a:pt x="616686" y="85696"/>
                </a:lnTo>
                <a:lnTo>
                  <a:pt x="616695" y="86933"/>
                </a:lnTo>
                <a:lnTo>
                  <a:pt x="616723" y="88157"/>
                </a:lnTo>
                <a:lnTo>
                  <a:pt x="616770" y="89368"/>
                </a:lnTo>
                <a:lnTo>
                  <a:pt x="616837" y="90566"/>
                </a:lnTo>
                <a:lnTo>
                  <a:pt x="616921" y="91752"/>
                </a:lnTo>
                <a:lnTo>
                  <a:pt x="617025" y="92925"/>
                </a:lnTo>
                <a:lnTo>
                  <a:pt x="617148" y="94085"/>
                </a:lnTo>
                <a:lnTo>
                  <a:pt x="617289" y="95232"/>
                </a:lnTo>
                <a:lnTo>
                  <a:pt x="617450" y="96367"/>
                </a:lnTo>
                <a:lnTo>
                  <a:pt x="617629" y="97489"/>
                </a:lnTo>
                <a:lnTo>
                  <a:pt x="617827" y="98598"/>
                </a:lnTo>
                <a:lnTo>
                  <a:pt x="618044" y="99695"/>
                </a:lnTo>
                <a:lnTo>
                  <a:pt x="618280" y="100779"/>
                </a:lnTo>
                <a:lnTo>
                  <a:pt x="618535" y="101850"/>
                </a:lnTo>
                <a:lnTo>
                  <a:pt x="618809" y="102908"/>
                </a:lnTo>
                <a:lnTo>
                  <a:pt x="619101" y="103954"/>
                </a:lnTo>
                <a:lnTo>
                  <a:pt x="619413" y="104986"/>
                </a:lnTo>
                <a:lnTo>
                  <a:pt x="619743" y="106007"/>
                </a:lnTo>
                <a:lnTo>
                  <a:pt x="620092" y="107014"/>
                </a:lnTo>
                <a:lnTo>
                  <a:pt x="620460" y="108009"/>
                </a:lnTo>
                <a:lnTo>
                  <a:pt x="620847" y="108991"/>
                </a:lnTo>
                <a:lnTo>
                  <a:pt x="621252" y="109960"/>
                </a:lnTo>
                <a:lnTo>
                  <a:pt x="621677" y="110917"/>
                </a:lnTo>
                <a:lnTo>
                  <a:pt x="622121" y="111860"/>
                </a:lnTo>
                <a:lnTo>
                  <a:pt x="622587" y="112784"/>
                </a:lnTo>
                <a:lnTo>
                  <a:pt x="623069" y="113690"/>
                </a:lnTo>
                <a:lnTo>
                  <a:pt x="623567" y="114580"/>
                </a:lnTo>
                <a:lnTo>
                  <a:pt x="624081" y="115452"/>
                </a:lnTo>
                <a:lnTo>
                  <a:pt x="624612" y="116307"/>
                </a:lnTo>
                <a:lnTo>
                  <a:pt x="625158" y="117145"/>
                </a:lnTo>
                <a:lnTo>
                  <a:pt x="625720" y="117966"/>
                </a:lnTo>
                <a:lnTo>
                  <a:pt x="626299" y="118770"/>
                </a:lnTo>
                <a:lnTo>
                  <a:pt x="626893" y="119557"/>
                </a:lnTo>
                <a:lnTo>
                  <a:pt x="627503" y="120326"/>
                </a:lnTo>
                <a:lnTo>
                  <a:pt x="628130" y="121079"/>
                </a:lnTo>
                <a:lnTo>
                  <a:pt x="628772" y="121814"/>
                </a:lnTo>
                <a:lnTo>
                  <a:pt x="629431" y="122532"/>
                </a:lnTo>
                <a:lnTo>
                  <a:pt x="630105" y="123233"/>
                </a:lnTo>
                <a:lnTo>
                  <a:pt x="630796" y="123917"/>
                </a:lnTo>
                <a:lnTo>
                  <a:pt x="631502" y="124584"/>
                </a:lnTo>
                <a:lnTo>
                  <a:pt x="632224" y="125234"/>
                </a:lnTo>
                <a:lnTo>
                  <a:pt x="632963" y="125867"/>
                </a:lnTo>
                <a:lnTo>
                  <a:pt x="633718" y="126482"/>
                </a:lnTo>
                <a:lnTo>
                  <a:pt x="634488" y="127081"/>
                </a:lnTo>
                <a:lnTo>
                  <a:pt x="635275" y="127662"/>
                </a:lnTo>
                <a:lnTo>
                  <a:pt x="636077" y="128226"/>
                </a:lnTo>
                <a:lnTo>
                  <a:pt x="636896" y="128773"/>
                </a:lnTo>
                <a:lnTo>
                  <a:pt x="637731" y="129303"/>
                </a:lnTo>
                <a:lnTo>
                  <a:pt x="638585" y="129808"/>
                </a:lnTo>
                <a:lnTo>
                  <a:pt x="639453" y="130292"/>
                </a:lnTo>
                <a:lnTo>
                  <a:pt x="640334" y="130755"/>
                </a:lnTo>
                <a:lnTo>
                  <a:pt x="641229" y="131195"/>
                </a:lnTo>
                <a:lnTo>
                  <a:pt x="642137" y="131615"/>
                </a:lnTo>
                <a:lnTo>
                  <a:pt x="643059" y="132013"/>
                </a:lnTo>
                <a:lnTo>
                  <a:pt x="643994" y="132389"/>
                </a:lnTo>
                <a:lnTo>
                  <a:pt x="644942" y="132744"/>
                </a:lnTo>
                <a:lnTo>
                  <a:pt x="645904" y="133077"/>
                </a:lnTo>
                <a:lnTo>
                  <a:pt x="646879" y="133389"/>
                </a:lnTo>
                <a:lnTo>
                  <a:pt x="647867" y="133679"/>
                </a:lnTo>
                <a:lnTo>
                  <a:pt x="648869" y="133948"/>
                </a:lnTo>
                <a:lnTo>
                  <a:pt x="649884" y="134195"/>
                </a:lnTo>
                <a:lnTo>
                  <a:pt x="650913" y="134421"/>
                </a:lnTo>
                <a:lnTo>
                  <a:pt x="651955" y="134625"/>
                </a:lnTo>
                <a:lnTo>
                  <a:pt x="653010" y="134808"/>
                </a:lnTo>
                <a:lnTo>
                  <a:pt x="654079" y="134970"/>
                </a:lnTo>
                <a:lnTo>
                  <a:pt x="655161" y="135109"/>
                </a:lnTo>
                <a:lnTo>
                  <a:pt x="656257" y="135228"/>
                </a:lnTo>
                <a:lnTo>
                  <a:pt x="657366" y="135324"/>
                </a:lnTo>
                <a:lnTo>
                  <a:pt x="658488" y="135400"/>
                </a:lnTo>
                <a:lnTo>
                  <a:pt x="659624" y="135453"/>
                </a:lnTo>
                <a:lnTo>
                  <a:pt x="660773" y="135486"/>
                </a:lnTo>
                <a:lnTo>
                  <a:pt x="661935" y="135496"/>
                </a:lnTo>
                <a:lnTo>
                  <a:pt x="662753" y="135491"/>
                </a:lnTo>
                <a:lnTo>
                  <a:pt x="663565" y="135475"/>
                </a:lnTo>
                <a:lnTo>
                  <a:pt x="664369" y="135449"/>
                </a:lnTo>
                <a:lnTo>
                  <a:pt x="665167" y="135412"/>
                </a:lnTo>
                <a:lnTo>
                  <a:pt x="665958" y="135365"/>
                </a:lnTo>
                <a:lnTo>
                  <a:pt x="666742" y="135307"/>
                </a:lnTo>
                <a:lnTo>
                  <a:pt x="667520" y="135238"/>
                </a:lnTo>
                <a:lnTo>
                  <a:pt x="668290" y="135159"/>
                </a:lnTo>
                <a:lnTo>
                  <a:pt x="669054" y="135070"/>
                </a:lnTo>
                <a:lnTo>
                  <a:pt x="669811" y="134970"/>
                </a:lnTo>
                <a:lnTo>
                  <a:pt x="670561" y="134859"/>
                </a:lnTo>
                <a:lnTo>
                  <a:pt x="671304" y="134738"/>
                </a:lnTo>
                <a:lnTo>
                  <a:pt x="672041" y="134606"/>
                </a:lnTo>
                <a:lnTo>
                  <a:pt x="672771" y="134464"/>
                </a:lnTo>
                <a:lnTo>
                  <a:pt x="673494" y="134311"/>
                </a:lnTo>
                <a:lnTo>
                  <a:pt x="674210" y="134148"/>
                </a:lnTo>
                <a:lnTo>
                  <a:pt x="674919" y="133974"/>
                </a:lnTo>
                <a:lnTo>
                  <a:pt x="675622" y="133790"/>
                </a:lnTo>
                <a:lnTo>
                  <a:pt x="676317" y="133595"/>
                </a:lnTo>
                <a:lnTo>
                  <a:pt x="677006" y="133390"/>
                </a:lnTo>
                <a:lnTo>
                  <a:pt x="677688" y="133174"/>
                </a:lnTo>
                <a:lnTo>
                  <a:pt x="678364" y="132947"/>
                </a:lnTo>
                <a:lnTo>
                  <a:pt x="679032" y="132710"/>
                </a:lnTo>
                <a:lnTo>
                  <a:pt x="679694" y="132463"/>
                </a:lnTo>
                <a:lnTo>
                  <a:pt x="680348" y="132201"/>
                </a:lnTo>
                <a:lnTo>
                  <a:pt x="680993" y="131930"/>
                </a:lnTo>
                <a:lnTo>
                  <a:pt x="681629" y="131651"/>
                </a:lnTo>
                <a:lnTo>
                  <a:pt x="682257" y="131364"/>
                </a:lnTo>
                <a:lnTo>
                  <a:pt x="682876" y="131068"/>
                </a:lnTo>
                <a:lnTo>
                  <a:pt x="683486" y="130764"/>
                </a:lnTo>
                <a:lnTo>
                  <a:pt x="684087" y="130452"/>
                </a:lnTo>
                <a:lnTo>
                  <a:pt x="684680" y="130132"/>
                </a:lnTo>
                <a:lnTo>
                  <a:pt x="685263" y="129803"/>
                </a:lnTo>
                <a:lnTo>
                  <a:pt x="685838" y="129465"/>
                </a:lnTo>
                <a:lnTo>
                  <a:pt x="686404" y="129120"/>
                </a:lnTo>
                <a:lnTo>
                  <a:pt x="686962" y="128766"/>
                </a:lnTo>
                <a:lnTo>
                  <a:pt x="687510" y="128404"/>
                </a:lnTo>
                <a:lnTo>
                  <a:pt x="688050" y="128033"/>
                </a:lnTo>
                <a:lnTo>
                  <a:pt x="688581" y="127654"/>
                </a:lnTo>
                <a:lnTo>
                  <a:pt x="689103" y="127267"/>
                </a:lnTo>
                <a:lnTo>
                  <a:pt x="689617" y="126871"/>
                </a:lnTo>
                <a:lnTo>
                  <a:pt x="690122" y="126467"/>
                </a:lnTo>
                <a:lnTo>
                  <a:pt x="690617" y="126055"/>
                </a:lnTo>
                <a:lnTo>
                  <a:pt x="691105" y="125634"/>
                </a:lnTo>
                <a:lnTo>
                  <a:pt x="691583" y="125205"/>
                </a:lnTo>
                <a:lnTo>
                  <a:pt x="692053" y="124768"/>
                </a:lnTo>
                <a:lnTo>
                  <a:pt x="692513" y="124322"/>
                </a:lnTo>
                <a:lnTo>
                  <a:pt x="692965" y="123868"/>
                </a:lnTo>
                <a:lnTo>
                  <a:pt x="693408" y="123401"/>
                </a:lnTo>
                <a:lnTo>
                  <a:pt x="693839" y="122929"/>
                </a:lnTo>
                <a:lnTo>
                  <a:pt x="694260" y="122450"/>
                </a:lnTo>
                <a:lnTo>
                  <a:pt x="694670" y="121965"/>
                </a:lnTo>
                <a:lnTo>
                  <a:pt x="695069" y="121474"/>
                </a:lnTo>
                <a:lnTo>
                  <a:pt x="695458" y="120977"/>
                </a:lnTo>
                <a:lnTo>
                  <a:pt x="695836" y="120473"/>
                </a:lnTo>
                <a:lnTo>
                  <a:pt x="696203" y="119964"/>
                </a:lnTo>
                <a:lnTo>
                  <a:pt x="696559" y="119448"/>
                </a:lnTo>
                <a:lnTo>
                  <a:pt x="696904" y="118926"/>
                </a:lnTo>
                <a:lnTo>
                  <a:pt x="697239" y="118398"/>
                </a:lnTo>
                <a:lnTo>
                  <a:pt x="697563" y="117864"/>
                </a:lnTo>
                <a:lnTo>
                  <a:pt x="697876" y="117324"/>
                </a:lnTo>
                <a:lnTo>
                  <a:pt x="698179" y="116778"/>
                </a:lnTo>
                <a:lnTo>
                  <a:pt x="698471" y="116225"/>
                </a:lnTo>
                <a:lnTo>
                  <a:pt x="698752" y="115666"/>
                </a:lnTo>
                <a:lnTo>
                  <a:pt x="699022" y="115101"/>
                </a:lnTo>
                <a:lnTo>
                  <a:pt x="699281" y="114530"/>
                </a:lnTo>
                <a:lnTo>
                  <a:pt x="699530" y="113953"/>
                </a:lnTo>
                <a:lnTo>
                  <a:pt x="699768" y="113370"/>
                </a:lnTo>
                <a:lnTo>
                  <a:pt x="699995" y="112781"/>
                </a:lnTo>
                <a:lnTo>
                  <a:pt x="700212" y="112185"/>
                </a:lnTo>
                <a:lnTo>
                  <a:pt x="700417" y="111583"/>
                </a:lnTo>
                <a:lnTo>
                  <a:pt x="700612" y="110976"/>
                </a:lnTo>
                <a:lnTo>
                  <a:pt x="686203" y="106931"/>
                </a:lnTo>
                <a:lnTo>
                  <a:pt x="686043" y="107349"/>
                </a:lnTo>
                <a:lnTo>
                  <a:pt x="685876" y="107762"/>
                </a:lnTo>
                <a:lnTo>
                  <a:pt x="685705" y="108169"/>
                </a:lnTo>
                <a:lnTo>
                  <a:pt x="685527" y="108571"/>
                </a:lnTo>
                <a:lnTo>
                  <a:pt x="685345" y="108966"/>
                </a:lnTo>
                <a:lnTo>
                  <a:pt x="685157" y="109356"/>
                </a:lnTo>
                <a:lnTo>
                  <a:pt x="684963" y="109740"/>
                </a:lnTo>
                <a:lnTo>
                  <a:pt x="684764" y="110119"/>
                </a:lnTo>
                <a:lnTo>
                  <a:pt x="684559" y="110492"/>
                </a:lnTo>
                <a:lnTo>
                  <a:pt x="684349" y="110859"/>
                </a:lnTo>
                <a:lnTo>
                  <a:pt x="684133" y="111220"/>
                </a:lnTo>
                <a:lnTo>
                  <a:pt x="683912" y="111576"/>
                </a:lnTo>
                <a:lnTo>
                  <a:pt x="683686" y="111926"/>
                </a:lnTo>
                <a:lnTo>
                  <a:pt x="683454" y="112270"/>
                </a:lnTo>
                <a:lnTo>
                  <a:pt x="683216" y="112609"/>
                </a:lnTo>
                <a:lnTo>
                  <a:pt x="682973" y="112942"/>
                </a:lnTo>
                <a:lnTo>
                  <a:pt x="682725" y="113269"/>
                </a:lnTo>
                <a:lnTo>
                  <a:pt x="682471" y="113590"/>
                </a:lnTo>
                <a:lnTo>
                  <a:pt x="682211" y="113906"/>
                </a:lnTo>
                <a:lnTo>
                  <a:pt x="681946" y="114216"/>
                </a:lnTo>
                <a:lnTo>
                  <a:pt x="681676" y="114521"/>
                </a:lnTo>
                <a:lnTo>
                  <a:pt x="681400" y="114819"/>
                </a:lnTo>
                <a:lnTo>
                  <a:pt x="681118" y="115112"/>
                </a:lnTo>
                <a:lnTo>
                  <a:pt x="680832" y="115399"/>
                </a:lnTo>
                <a:lnTo>
                  <a:pt x="680540" y="115676"/>
                </a:lnTo>
                <a:lnTo>
                  <a:pt x="680243" y="115946"/>
                </a:lnTo>
                <a:lnTo>
                  <a:pt x="679942" y="116211"/>
                </a:lnTo>
                <a:lnTo>
                  <a:pt x="679636" y="116470"/>
                </a:lnTo>
                <a:lnTo>
                  <a:pt x="679326" y="116724"/>
                </a:lnTo>
                <a:lnTo>
                  <a:pt x="679011" y="116972"/>
                </a:lnTo>
                <a:lnTo>
                  <a:pt x="678691" y="117214"/>
                </a:lnTo>
                <a:lnTo>
                  <a:pt x="678367" y="117450"/>
                </a:lnTo>
                <a:lnTo>
                  <a:pt x="678038" y="117681"/>
                </a:lnTo>
                <a:lnTo>
                  <a:pt x="677705" y="117905"/>
                </a:lnTo>
                <a:lnTo>
                  <a:pt x="677367" y="118125"/>
                </a:lnTo>
                <a:lnTo>
                  <a:pt x="677024" y="118338"/>
                </a:lnTo>
                <a:lnTo>
                  <a:pt x="676677" y="118546"/>
                </a:lnTo>
                <a:lnTo>
                  <a:pt x="676325" y="118748"/>
                </a:lnTo>
                <a:lnTo>
                  <a:pt x="675968" y="118944"/>
                </a:lnTo>
                <a:lnTo>
                  <a:pt x="675607" y="119135"/>
                </a:lnTo>
                <a:lnTo>
                  <a:pt x="675241" y="119320"/>
                </a:lnTo>
                <a:lnTo>
                  <a:pt x="674871" y="119499"/>
                </a:lnTo>
                <a:lnTo>
                  <a:pt x="674496" y="119673"/>
                </a:lnTo>
                <a:lnTo>
                  <a:pt x="674117" y="119841"/>
                </a:lnTo>
                <a:lnTo>
                  <a:pt x="673733" y="120003"/>
                </a:lnTo>
                <a:lnTo>
                  <a:pt x="673344" y="120159"/>
                </a:lnTo>
                <a:lnTo>
                  <a:pt x="672951" y="120310"/>
                </a:lnTo>
                <a:lnTo>
                  <a:pt x="672553" y="120455"/>
                </a:lnTo>
                <a:lnTo>
                  <a:pt x="672156" y="120589"/>
                </a:lnTo>
                <a:lnTo>
                  <a:pt x="671755" y="120718"/>
                </a:lnTo>
                <a:lnTo>
                  <a:pt x="671350" y="120840"/>
                </a:lnTo>
                <a:lnTo>
                  <a:pt x="670941" y="120957"/>
                </a:lnTo>
                <a:lnTo>
                  <a:pt x="670528" y="121069"/>
                </a:lnTo>
                <a:lnTo>
                  <a:pt x="670112" y="121174"/>
                </a:lnTo>
                <a:lnTo>
                  <a:pt x="669691" y="121274"/>
                </a:lnTo>
                <a:lnTo>
                  <a:pt x="669266" y="121368"/>
                </a:lnTo>
                <a:lnTo>
                  <a:pt x="668838" y="121457"/>
                </a:lnTo>
                <a:lnTo>
                  <a:pt x="668405" y="121539"/>
                </a:lnTo>
                <a:lnTo>
                  <a:pt x="667969" y="121616"/>
                </a:lnTo>
                <a:lnTo>
                  <a:pt x="667528" y="121688"/>
                </a:lnTo>
                <a:lnTo>
                  <a:pt x="667084" y="121753"/>
                </a:lnTo>
                <a:lnTo>
                  <a:pt x="666636" y="121813"/>
                </a:lnTo>
                <a:lnTo>
                  <a:pt x="666183" y="121867"/>
                </a:lnTo>
                <a:lnTo>
                  <a:pt x="665727" y="121916"/>
                </a:lnTo>
                <a:lnTo>
                  <a:pt x="665267" y="121959"/>
                </a:lnTo>
                <a:lnTo>
                  <a:pt x="664803" y="121996"/>
                </a:lnTo>
                <a:lnTo>
                  <a:pt x="664335" y="122027"/>
                </a:lnTo>
                <a:lnTo>
                  <a:pt x="663863" y="122053"/>
                </a:lnTo>
                <a:lnTo>
                  <a:pt x="663387" y="122073"/>
                </a:lnTo>
                <a:lnTo>
                  <a:pt x="662907" y="122087"/>
                </a:lnTo>
                <a:lnTo>
                  <a:pt x="662423" y="122096"/>
                </a:lnTo>
                <a:lnTo>
                  <a:pt x="661935" y="122098"/>
                </a:lnTo>
                <a:lnTo>
                  <a:pt x="661186" y="122092"/>
                </a:lnTo>
                <a:lnTo>
                  <a:pt x="660444" y="122071"/>
                </a:lnTo>
                <a:lnTo>
                  <a:pt x="659711" y="122037"/>
                </a:lnTo>
                <a:lnTo>
                  <a:pt x="658984" y="121990"/>
                </a:lnTo>
                <a:lnTo>
                  <a:pt x="658266" y="121928"/>
                </a:lnTo>
                <a:lnTo>
                  <a:pt x="657555" y="121854"/>
                </a:lnTo>
                <a:lnTo>
                  <a:pt x="656852" y="121765"/>
                </a:lnTo>
                <a:lnTo>
                  <a:pt x="656156" y="121663"/>
                </a:lnTo>
                <a:lnTo>
                  <a:pt x="655468" y="121547"/>
                </a:lnTo>
                <a:lnTo>
                  <a:pt x="654788" y="121418"/>
                </a:lnTo>
                <a:lnTo>
                  <a:pt x="654116" y="121275"/>
                </a:lnTo>
                <a:lnTo>
                  <a:pt x="653451" y="121119"/>
                </a:lnTo>
                <a:lnTo>
                  <a:pt x="652794" y="120949"/>
                </a:lnTo>
                <a:lnTo>
                  <a:pt x="652144" y="120765"/>
                </a:lnTo>
                <a:lnTo>
                  <a:pt x="651503" y="120568"/>
                </a:lnTo>
                <a:lnTo>
                  <a:pt x="650869" y="120357"/>
                </a:lnTo>
                <a:lnTo>
                  <a:pt x="650242" y="120132"/>
                </a:lnTo>
                <a:lnTo>
                  <a:pt x="649624" y="119894"/>
                </a:lnTo>
                <a:lnTo>
                  <a:pt x="649013" y="119643"/>
                </a:lnTo>
                <a:lnTo>
                  <a:pt x="648409" y="119377"/>
                </a:lnTo>
                <a:lnTo>
                  <a:pt x="647814" y="119099"/>
                </a:lnTo>
                <a:lnTo>
                  <a:pt x="647226" y="118806"/>
                </a:lnTo>
                <a:lnTo>
                  <a:pt x="646645" y="118500"/>
                </a:lnTo>
                <a:lnTo>
                  <a:pt x="646073" y="118180"/>
                </a:lnTo>
                <a:lnTo>
                  <a:pt x="645509" y="117842"/>
                </a:lnTo>
                <a:lnTo>
                  <a:pt x="644956" y="117492"/>
                </a:lnTo>
                <a:lnTo>
                  <a:pt x="644413" y="117129"/>
                </a:lnTo>
                <a:lnTo>
                  <a:pt x="643880" y="116753"/>
                </a:lnTo>
                <a:lnTo>
                  <a:pt x="643358" y="116365"/>
                </a:lnTo>
                <a:lnTo>
                  <a:pt x="642846" y="115964"/>
                </a:lnTo>
                <a:lnTo>
                  <a:pt x="642344" y="115551"/>
                </a:lnTo>
                <a:lnTo>
                  <a:pt x="641852" y="115126"/>
                </a:lnTo>
                <a:lnTo>
                  <a:pt x="641371" y="114687"/>
                </a:lnTo>
                <a:lnTo>
                  <a:pt x="640900" y="114237"/>
                </a:lnTo>
                <a:lnTo>
                  <a:pt x="640440" y="113774"/>
                </a:lnTo>
                <a:lnTo>
                  <a:pt x="639990" y="113298"/>
                </a:lnTo>
                <a:lnTo>
                  <a:pt x="639550" y="112810"/>
                </a:lnTo>
                <a:lnTo>
                  <a:pt x="639120" y="112309"/>
                </a:lnTo>
                <a:lnTo>
                  <a:pt x="638701" y="111796"/>
                </a:lnTo>
                <a:lnTo>
                  <a:pt x="638292" y="111271"/>
                </a:lnTo>
                <a:lnTo>
                  <a:pt x="637894" y="110732"/>
                </a:lnTo>
                <a:lnTo>
                  <a:pt x="637505" y="110182"/>
                </a:lnTo>
                <a:lnTo>
                  <a:pt x="637127" y="109618"/>
                </a:lnTo>
                <a:lnTo>
                  <a:pt x="636760" y="109043"/>
                </a:lnTo>
                <a:lnTo>
                  <a:pt x="636402" y="108455"/>
                </a:lnTo>
                <a:lnTo>
                  <a:pt x="636055" y="107854"/>
                </a:lnTo>
                <a:lnTo>
                  <a:pt x="635719" y="107241"/>
                </a:lnTo>
                <a:lnTo>
                  <a:pt x="635392" y="106615"/>
                </a:lnTo>
                <a:lnTo>
                  <a:pt x="635083" y="105972"/>
                </a:lnTo>
                <a:lnTo>
                  <a:pt x="634787" y="105317"/>
                </a:lnTo>
                <a:lnTo>
                  <a:pt x="634503" y="104651"/>
                </a:lnTo>
                <a:lnTo>
                  <a:pt x="634234" y="103973"/>
                </a:lnTo>
                <a:lnTo>
                  <a:pt x="633977" y="103283"/>
                </a:lnTo>
                <a:lnTo>
                  <a:pt x="633733" y="102582"/>
                </a:lnTo>
                <a:lnTo>
                  <a:pt x="633503" y="101869"/>
                </a:lnTo>
                <a:lnTo>
                  <a:pt x="633286" y="101145"/>
                </a:lnTo>
                <a:lnTo>
                  <a:pt x="633081" y="100409"/>
                </a:lnTo>
                <a:lnTo>
                  <a:pt x="632891" y="99661"/>
                </a:lnTo>
                <a:lnTo>
                  <a:pt x="632713" y="98902"/>
                </a:lnTo>
                <a:lnTo>
                  <a:pt x="632548" y="98131"/>
                </a:lnTo>
                <a:lnTo>
                  <a:pt x="632397" y="97348"/>
                </a:lnTo>
                <a:lnTo>
                  <a:pt x="632259" y="96554"/>
                </a:lnTo>
                <a:lnTo>
                  <a:pt x="632133" y="95748"/>
                </a:lnTo>
                <a:lnTo>
                  <a:pt x="632022" y="94930"/>
                </a:lnTo>
                <a:lnTo>
                  <a:pt x="631923" y="94101"/>
                </a:lnTo>
                <a:lnTo>
                  <a:pt x="631837" y="93260"/>
                </a:lnTo>
                <a:lnTo>
                  <a:pt x="631765" y="92408"/>
                </a:lnTo>
                <a:lnTo>
                  <a:pt x="631706" y="91544"/>
                </a:lnTo>
                <a:lnTo>
                  <a:pt x="631660" y="90668"/>
                </a:lnTo>
                <a:lnTo>
                  <a:pt x="631634" y="89994"/>
                </a:lnTo>
                <a:lnTo>
                  <a:pt x="702129" y="89994"/>
                </a:lnTo>
                <a:lnTo>
                  <a:pt x="702129" y="83674"/>
                </a:lnTo>
                <a:lnTo>
                  <a:pt x="702123" y="82549"/>
                </a:lnTo>
                <a:lnTo>
                  <a:pt x="702104" y="81439"/>
                </a:lnTo>
                <a:lnTo>
                  <a:pt x="702073" y="80344"/>
                </a:lnTo>
                <a:lnTo>
                  <a:pt x="702029" y="79264"/>
                </a:lnTo>
                <a:lnTo>
                  <a:pt x="701973" y="78199"/>
                </a:lnTo>
                <a:close/>
                <a:moveTo>
                  <a:pt x="631986" y="74138"/>
                </a:moveTo>
                <a:lnTo>
                  <a:pt x="632089" y="73499"/>
                </a:lnTo>
                <a:lnTo>
                  <a:pt x="632204" y="72864"/>
                </a:lnTo>
                <a:lnTo>
                  <a:pt x="632330" y="72232"/>
                </a:lnTo>
                <a:lnTo>
                  <a:pt x="632469" y="71603"/>
                </a:lnTo>
                <a:lnTo>
                  <a:pt x="632620" y="70978"/>
                </a:lnTo>
                <a:lnTo>
                  <a:pt x="632783" y="70357"/>
                </a:lnTo>
                <a:lnTo>
                  <a:pt x="632958" y="69739"/>
                </a:lnTo>
                <a:lnTo>
                  <a:pt x="633145" y="69125"/>
                </a:lnTo>
                <a:lnTo>
                  <a:pt x="633344" y="68514"/>
                </a:lnTo>
                <a:lnTo>
                  <a:pt x="633555" y="67906"/>
                </a:lnTo>
                <a:lnTo>
                  <a:pt x="633779" y="67302"/>
                </a:lnTo>
                <a:lnTo>
                  <a:pt x="634014" y="66702"/>
                </a:lnTo>
                <a:lnTo>
                  <a:pt x="634261" y="66105"/>
                </a:lnTo>
                <a:lnTo>
                  <a:pt x="634521" y="65512"/>
                </a:lnTo>
                <a:lnTo>
                  <a:pt x="634793" y="64922"/>
                </a:lnTo>
                <a:lnTo>
                  <a:pt x="635076" y="64336"/>
                </a:lnTo>
                <a:lnTo>
                  <a:pt x="635371" y="63756"/>
                </a:lnTo>
                <a:lnTo>
                  <a:pt x="635676" y="63185"/>
                </a:lnTo>
                <a:lnTo>
                  <a:pt x="635992" y="62623"/>
                </a:lnTo>
                <a:lnTo>
                  <a:pt x="636317" y="62071"/>
                </a:lnTo>
                <a:lnTo>
                  <a:pt x="636653" y="61528"/>
                </a:lnTo>
                <a:lnTo>
                  <a:pt x="637000" y="60994"/>
                </a:lnTo>
                <a:lnTo>
                  <a:pt x="637356" y="60469"/>
                </a:lnTo>
                <a:lnTo>
                  <a:pt x="637723" y="59954"/>
                </a:lnTo>
                <a:lnTo>
                  <a:pt x="638101" y="59448"/>
                </a:lnTo>
                <a:lnTo>
                  <a:pt x="638488" y="58951"/>
                </a:lnTo>
                <a:lnTo>
                  <a:pt x="638886" y="58463"/>
                </a:lnTo>
                <a:lnTo>
                  <a:pt x="639295" y="57984"/>
                </a:lnTo>
                <a:lnTo>
                  <a:pt x="639713" y="57515"/>
                </a:lnTo>
                <a:lnTo>
                  <a:pt x="640142" y="57055"/>
                </a:lnTo>
                <a:lnTo>
                  <a:pt x="640581" y="56604"/>
                </a:lnTo>
                <a:lnTo>
                  <a:pt x="641031" y="56162"/>
                </a:lnTo>
                <a:lnTo>
                  <a:pt x="641491" y="55729"/>
                </a:lnTo>
                <a:lnTo>
                  <a:pt x="641961" y="55306"/>
                </a:lnTo>
                <a:lnTo>
                  <a:pt x="642441" y="54892"/>
                </a:lnTo>
                <a:lnTo>
                  <a:pt x="642932" y="54487"/>
                </a:lnTo>
                <a:lnTo>
                  <a:pt x="643433" y="54092"/>
                </a:lnTo>
                <a:lnTo>
                  <a:pt x="643944" y="53705"/>
                </a:lnTo>
                <a:lnTo>
                  <a:pt x="644466" y="53328"/>
                </a:lnTo>
                <a:lnTo>
                  <a:pt x="644998" y="52960"/>
                </a:lnTo>
                <a:lnTo>
                  <a:pt x="645545" y="52599"/>
                </a:lnTo>
                <a:lnTo>
                  <a:pt x="646100" y="52253"/>
                </a:lnTo>
                <a:lnTo>
                  <a:pt x="646663" y="51923"/>
                </a:lnTo>
                <a:lnTo>
                  <a:pt x="647235" y="51608"/>
                </a:lnTo>
                <a:lnTo>
                  <a:pt x="647815" y="51309"/>
                </a:lnTo>
                <a:lnTo>
                  <a:pt x="648403" y="51024"/>
                </a:lnTo>
                <a:lnTo>
                  <a:pt x="649000" y="50756"/>
                </a:lnTo>
                <a:lnTo>
                  <a:pt x="649605" y="50502"/>
                </a:lnTo>
                <a:lnTo>
                  <a:pt x="650218" y="50264"/>
                </a:lnTo>
                <a:lnTo>
                  <a:pt x="650840" y="50041"/>
                </a:lnTo>
                <a:lnTo>
                  <a:pt x="651470" y="49834"/>
                </a:lnTo>
                <a:lnTo>
                  <a:pt x="652108" y="49642"/>
                </a:lnTo>
                <a:lnTo>
                  <a:pt x="652755" y="49465"/>
                </a:lnTo>
                <a:lnTo>
                  <a:pt x="653410" y="49304"/>
                </a:lnTo>
                <a:lnTo>
                  <a:pt x="654073" y="49158"/>
                </a:lnTo>
                <a:lnTo>
                  <a:pt x="654745" y="49028"/>
                </a:lnTo>
                <a:lnTo>
                  <a:pt x="655425" y="48912"/>
                </a:lnTo>
                <a:lnTo>
                  <a:pt x="656113" y="48813"/>
                </a:lnTo>
                <a:lnTo>
                  <a:pt x="656810" y="48728"/>
                </a:lnTo>
                <a:lnTo>
                  <a:pt x="657515" y="48659"/>
                </a:lnTo>
                <a:lnTo>
                  <a:pt x="658228" y="48605"/>
                </a:lnTo>
                <a:lnTo>
                  <a:pt x="658950" y="48567"/>
                </a:lnTo>
                <a:lnTo>
                  <a:pt x="659680" y="48544"/>
                </a:lnTo>
                <a:lnTo>
                  <a:pt x="660419" y="48536"/>
                </a:lnTo>
                <a:lnTo>
                  <a:pt x="661089" y="48542"/>
                </a:lnTo>
                <a:lnTo>
                  <a:pt x="661752" y="48562"/>
                </a:lnTo>
                <a:lnTo>
                  <a:pt x="662407" y="48594"/>
                </a:lnTo>
                <a:lnTo>
                  <a:pt x="663055" y="48640"/>
                </a:lnTo>
                <a:lnTo>
                  <a:pt x="663696" y="48698"/>
                </a:lnTo>
                <a:lnTo>
                  <a:pt x="664329" y="48769"/>
                </a:lnTo>
                <a:lnTo>
                  <a:pt x="664955" y="48853"/>
                </a:lnTo>
                <a:lnTo>
                  <a:pt x="665573" y="48950"/>
                </a:lnTo>
                <a:lnTo>
                  <a:pt x="666183" y="49060"/>
                </a:lnTo>
                <a:lnTo>
                  <a:pt x="666787" y="49183"/>
                </a:lnTo>
                <a:lnTo>
                  <a:pt x="667382" y="49319"/>
                </a:lnTo>
                <a:lnTo>
                  <a:pt x="667971" y="49468"/>
                </a:lnTo>
                <a:lnTo>
                  <a:pt x="668552" y="49630"/>
                </a:lnTo>
                <a:lnTo>
                  <a:pt x="669125" y="49805"/>
                </a:lnTo>
                <a:lnTo>
                  <a:pt x="669691" y="49993"/>
                </a:lnTo>
                <a:lnTo>
                  <a:pt x="670249" y="50193"/>
                </a:lnTo>
                <a:lnTo>
                  <a:pt x="670800" y="50407"/>
                </a:lnTo>
                <a:lnTo>
                  <a:pt x="671344" y="50633"/>
                </a:lnTo>
                <a:lnTo>
                  <a:pt x="671880" y="50873"/>
                </a:lnTo>
                <a:lnTo>
                  <a:pt x="672409" y="51125"/>
                </a:lnTo>
                <a:lnTo>
                  <a:pt x="672930" y="51391"/>
                </a:lnTo>
                <a:lnTo>
                  <a:pt x="673443" y="51669"/>
                </a:lnTo>
                <a:lnTo>
                  <a:pt x="673950" y="51960"/>
                </a:lnTo>
                <a:lnTo>
                  <a:pt x="674449" y="52265"/>
                </a:lnTo>
                <a:lnTo>
                  <a:pt x="674944" y="52580"/>
                </a:lnTo>
                <a:lnTo>
                  <a:pt x="675430" y="52905"/>
                </a:lnTo>
                <a:lnTo>
                  <a:pt x="675906" y="53239"/>
                </a:lnTo>
                <a:lnTo>
                  <a:pt x="676373" y="53583"/>
                </a:lnTo>
                <a:lnTo>
                  <a:pt x="676829" y="53936"/>
                </a:lnTo>
                <a:lnTo>
                  <a:pt x="677277" y="54299"/>
                </a:lnTo>
                <a:lnTo>
                  <a:pt x="677714" y="54671"/>
                </a:lnTo>
                <a:lnTo>
                  <a:pt x="678142" y="55052"/>
                </a:lnTo>
                <a:lnTo>
                  <a:pt x="678560" y="55443"/>
                </a:lnTo>
                <a:lnTo>
                  <a:pt x="678969" y="55844"/>
                </a:lnTo>
                <a:lnTo>
                  <a:pt x="679368" y="56254"/>
                </a:lnTo>
                <a:lnTo>
                  <a:pt x="679757" y="56673"/>
                </a:lnTo>
                <a:lnTo>
                  <a:pt x="680137" y="57101"/>
                </a:lnTo>
                <a:lnTo>
                  <a:pt x="680507" y="57540"/>
                </a:lnTo>
                <a:lnTo>
                  <a:pt x="680867" y="57987"/>
                </a:lnTo>
                <a:lnTo>
                  <a:pt x="681218" y="58444"/>
                </a:lnTo>
                <a:lnTo>
                  <a:pt x="681559" y="58910"/>
                </a:lnTo>
                <a:lnTo>
                  <a:pt x="681890" y="59386"/>
                </a:lnTo>
                <a:lnTo>
                  <a:pt x="682212" y="59872"/>
                </a:lnTo>
                <a:lnTo>
                  <a:pt x="682524" y="60366"/>
                </a:lnTo>
                <a:lnTo>
                  <a:pt x="682826" y="60870"/>
                </a:lnTo>
                <a:lnTo>
                  <a:pt x="683119" y="61384"/>
                </a:lnTo>
                <a:lnTo>
                  <a:pt x="683402" y="61907"/>
                </a:lnTo>
                <a:lnTo>
                  <a:pt x="683675" y="62440"/>
                </a:lnTo>
                <a:lnTo>
                  <a:pt x="683944" y="62980"/>
                </a:lnTo>
                <a:lnTo>
                  <a:pt x="684200" y="63526"/>
                </a:lnTo>
                <a:lnTo>
                  <a:pt x="684446" y="64079"/>
                </a:lnTo>
                <a:lnTo>
                  <a:pt x="684680" y="64637"/>
                </a:lnTo>
                <a:lnTo>
                  <a:pt x="684902" y="65202"/>
                </a:lnTo>
                <a:lnTo>
                  <a:pt x="685113" y="65773"/>
                </a:lnTo>
                <a:lnTo>
                  <a:pt x="685313" y="66350"/>
                </a:lnTo>
                <a:lnTo>
                  <a:pt x="685501" y="66934"/>
                </a:lnTo>
                <a:lnTo>
                  <a:pt x="685678" y="67523"/>
                </a:lnTo>
                <a:lnTo>
                  <a:pt x="685843" y="68119"/>
                </a:lnTo>
                <a:lnTo>
                  <a:pt x="685997" y="68720"/>
                </a:lnTo>
                <a:lnTo>
                  <a:pt x="686140" y="69328"/>
                </a:lnTo>
                <a:lnTo>
                  <a:pt x="686271" y="69942"/>
                </a:lnTo>
                <a:lnTo>
                  <a:pt x="686391" y="70562"/>
                </a:lnTo>
                <a:lnTo>
                  <a:pt x="686500" y="71189"/>
                </a:lnTo>
                <a:lnTo>
                  <a:pt x="686597" y="71821"/>
                </a:lnTo>
                <a:lnTo>
                  <a:pt x="686682" y="72460"/>
                </a:lnTo>
                <a:lnTo>
                  <a:pt x="686756" y="73104"/>
                </a:lnTo>
                <a:lnTo>
                  <a:pt x="686819" y="73755"/>
                </a:lnTo>
                <a:lnTo>
                  <a:pt x="686870" y="74412"/>
                </a:lnTo>
                <a:lnTo>
                  <a:pt x="686910" y="75075"/>
                </a:lnTo>
                <a:lnTo>
                  <a:pt x="686939" y="75744"/>
                </a:lnTo>
                <a:lnTo>
                  <a:pt x="686956" y="76420"/>
                </a:lnTo>
                <a:lnTo>
                  <a:pt x="686962" y="77101"/>
                </a:lnTo>
                <a:lnTo>
                  <a:pt x="631673" y="77101"/>
                </a:lnTo>
                <a:lnTo>
                  <a:pt x="631697" y="76729"/>
                </a:lnTo>
                <a:lnTo>
                  <a:pt x="631751" y="76076"/>
                </a:lnTo>
                <a:lnTo>
                  <a:pt x="631817" y="75427"/>
                </a:lnTo>
                <a:lnTo>
                  <a:pt x="631896" y="74781"/>
                </a:lnTo>
                <a:lnTo>
                  <a:pt x="631986" y="74138"/>
                </a:lnTo>
                <a:close/>
                <a:moveTo>
                  <a:pt x="926874" y="52440"/>
                </a:moveTo>
                <a:lnTo>
                  <a:pt x="926459" y="51682"/>
                </a:lnTo>
                <a:lnTo>
                  <a:pt x="926028" y="50938"/>
                </a:lnTo>
                <a:lnTo>
                  <a:pt x="925580" y="50207"/>
                </a:lnTo>
                <a:lnTo>
                  <a:pt x="925115" y="49491"/>
                </a:lnTo>
                <a:lnTo>
                  <a:pt x="924633" y="48789"/>
                </a:lnTo>
                <a:lnTo>
                  <a:pt x="924135" y="48101"/>
                </a:lnTo>
                <a:lnTo>
                  <a:pt x="923620" y="47427"/>
                </a:lnTo>
                <a:lnTo>
                  <a:pt x="923089" y="46766"/>
                </a:lnTo>
                <a:lnTo>
                  <a:pt x="922541" y="46120"/>
                </a:lnTo>
                <a:lnTo>
                  <a:pt x="921976" y="45488"/>
                </a:lnTo>
                <a:lnTo>
                  <a:pt x="921394" y="44871"/>
                </a:lnTo>
                <a:lnTo>
                  <a:pt x="920796" y="44267"/>
                </a:lnTo>
                <a:lnTo>
                  <a:pt x="920181" y="43677"/>
                </a:lnTo>
                <a:lnTo>
                  <a:pt x="919550" y="43101"/>
                </a:lnTo>
                <a:lnTo>
                  <a:pt x="918902" y="42539"/>
                </a:lnTo>
                <a:lnTo>
                  <a:pt x="918237" y="41992"/>
                </a:lnTo>
                <a:lnTo>
                  <a:pt x="917555" y="41458"/>
                </a:lnTo>
                <a:lnTo>
                  <a:pt x="916860" y="40942"/>
                </a:lnTo>
                <a:lnTo>
                  <a:pt x="916143" y="40448"/>
                </a:lnTo>
                <a:lnTo>
                  <a:pt x="915404" y="39977"/>
                </a:lnTo>
                <a:lnTo>
                  <a:pt x="914645" y="39527"/>
                </a:lnTo>
                <a:lnTo>
                  <a:pt x="913863" y="39099"/>
                </a:lnTo>
                <a:lnTo>
                  <a:pt x="913060" y="38693"/>
                </a:lnTo>
                <a:lnTo>
                  <a:pt x="912236" y="38309"/>
                </a:lnTo>
                <a:lnTo>
                  <a:pt x="911390" y="37947"/>
                </a:lnTo>
                <a:lnTo>
                  <a:pt x="910522" y="37607"/>
                </a:lnTo>
                <a:lnTo>
                  <a:pt x="909633" y="37289"/>
                </a:lnTo>
                <a:lnTo>
                  <a:pt x="908723" y="36992"/>
                </a:lnTo>
                <a:lnTo>
                  <a:pt x="907791" y="36718"/>
                </a:lnTo>
                <a:lnTo>
                  <a:pt x="906838" y="36466"/>
                </a:lnTo>
                <a:lnTo>
                  <a:pt x="905863" y="36235"/>
                </a:lnTo>
                <a:lnTo>
                  <a:pt x="904866" y="36027"/>
                </a:lnTo>
                <a:lnTo>
                  <a:pt x="903848" y="35840"/>
                </a:lnTo>
                <a:lnTo>
                  <a:pt x="902809" y="35676"/>
                </a:lnTo>
                <a:lnTo>
                  <a:pt x="901748" y="35533"/>
                </a:lnTo>
                <a:lnTo>
                  <a:pt x="900665" y="35412"/>
                </a:lnTo>
                <a:lnTo>
                  <a:pt x="899561" y="35314"/>
                </a:lnTo>
                <a:lnTo>
                  <a:pt x="898436" y="35237"/>
                </a:lnTo>
                <a:lnTo>
                  <a:pt x="897289" y="35182"/>
                </a:lnTo>
                <a:lnTo>
                  <a:pt x="896120" y="35149"/>
                </a:lnTo>
                <a:lnTo>
                  <a:pt x="894930" y="35138"/>
                </a:lnTo>
                <a:lnTo>
                  <a:pt x="894081" y="35144"/>
                </a:lnTo>
                <a:lnTo>
                  <a:pt x="893239" y="35163"/>
                </a:lnTo>
                <a:lnTo>
                  <a:pt x="892404" y="35194"/>
                </a:lnTo>
                <a:lnTo>
                  <a:pt x="891577" y="35238"/>
                </a:lnTo>
                <a:lnTo>
                  <a:pt x="890758" y="35294"/>
                </a:lnTo>
                <a:lnTo>
                  <a:pt x="889946" y="35363"/>
                </a:lnTo>
                <a:lnTo>
                  <a:pt x="889141" y="35445"/>
                </a:lnTo>
                <a:lnTo>
                  <a:pt x="888344" y="35538"/>
                </a:lnTo>
                <a:lnTo>
                  <a:pt x="887554" y="35645"/>
                </a:lnTo>
                <a:lnTo>
                  <a:pt x="886772" y="35763"/>
                </a:lnTo>
                <a:lnTo>
                  <a:pt x="885997" y="35895"/>
                </a:lnTo>
                <a:lnTo>
                  <a:pt x="885229" y="36039"/>
                </a:lnTo>
                <a:lnTo>
                  <a:pt x="884470" y="36195"/>
                </a:lnTo>
                <a:lnTo>
                  <a:pt x="883717" y="36364"/>
                </a:lnTo>
                <a:lnTo>
                  <a:pt x="882972" y="36545"/>
                </a:lnTo>
                <a:lnTo>
                  <a:pt x="882235" y="36739"/>
                </a:lnTo>
                <a:lnTo>
                  <a:pt x="881504" y="36945"/>
                </a:lnTo>
                <a:lnTo>
                  <a:pt x="880782" y="37164"/>
                </a:lnTo>
                <a:lnTo>
                  <a:pt x="880067" y="37396"/>
                </a:lnTo>
                <a:lnTo>
                  <a:pt x="879359" y="37640"/>
                </a:lnTo>
                <a:lnTo>
                  <a:pt x="878659" y="37896"/>
                </a:lnTo>
                <a:lnTo>
                  <a:pt x="877966" y="38165"/>
                </a:lnTo>
                <a:lnTo>
                  <a:pt x="877281" y="38446"/>
                </a:lnTo>
                <a:lnTo>
                  <a:pt x="876603" y="38740"/>
                </a:lnTo>
                <a:lnTo>
                  <a:pt x="875940" y="39045"/>
                </a:lnTo>
                <a:lnTo>
                  <a:pt x="875288" y="39360"/>
                </a:lnTo>
                <a:lnTo>
                  <a:pt x="874649" y="39683"/>
                </a:lnTo>
                <a:lnTo>
                  <a:pt x="874021" y="40017"/>
                </a:lnTo>
                <a:lnTo>
                  <a:pt x="873404" y="40359"/>
                </a:lnTo>
                <a:lnTo>
                  <a:pt x="872799" y="40711"/>
                </a:lnTo>
                <a:lnTo>
                  <a:pt x="872206" y="41073"/>
                </a:lnTo>
                <a:lnTo>
                  <a:pt x="871624" y="41444"/>
                </a:lnTo>
                <a:lnTo>
                  <a:pt x="871054" y="41824"/>
                </a:lnTo>
                <a:lnTo>
                  <a:pt x="870496" y="42214"/>
                </a:lnTo>
                <a:lnTo>
                  <a:pt x="869949" y="42613"/>
                </a:lnTo>
                <a:lnTo>
                  <a:pt x="869414" y="43022"/>
                </a:lnTo>
                <a:lnTo>
                  <a:pt x="868891" y="43440"/>
                </a:lnTo>
                <a:lnTo>
                  <a:pt x="868379" y="43868"/>
                </a:lnTo>
                <a:lnTo>
                  <a:pt x="867879" y="44305"/>
                </a:lnTo>
                <a:lnTo>
                  <a:pt x="867390" y="44751"/>
                </a:lnTo>
                <a:lnTo>
                  <a:pt x="866913" y="45207"/>
                </a:lnTo>
                <a:lnTo>
                  <a:pt x="866448" y="45672"/>
                </a:lnTo>
                <a:lnTo>
                  <a:pt x="865994" y="46147"/>
                </a:lnTo>
                <a:lnTo>
                  <a:pt x="865552" y="46631"/>
                </a:lnTo>
                <a:lnTo>
                  <a:pt x="865122" y="47125"/>
                </a:lnTo>
                <a:lnTo>
                  <a:pt x="864703" y="47628"/>
                </a:lnTo>
                <a:lnTo>
                  <a:pt x="864296" y="48141"/>
                </a:lnTo>
                <a:lnTo>
                  <a:pt x="863900" y="48662"/>
                </a:lnTo>
                <a:lnTo>
                  <a:pt x="863524" y="49192"/>
                </a:lnTo>
                <a:lnTo>
                  <a:pt x="863163" y="49729"/>
                </a:lnTo>
                <a:lnTo>
                  <a:pt x="862819" y="50272"/>
                </a:lnTo>
                <a:lnTo>
                  <a:pt x="862490" y="50822"/>
                </a:lnTo>
                <a:lnTo>
                  <a:pt x="862178" y="51378"/>
                </a:lnTo>
                <a:lnTo>
                  <a:pt x="861882" y="51941"/>
                </a:lnTo>
                <a:lnTo>
                  <a:pt x="861601" y="52510"/>
                </a:lnTo>
                <a:lnTo>
                  <a:pt x="861337" y="53086"/>
                </a:lnTo>
                <a:lnTo>
                  <a:pt x="861089" y="53669"/>
                </a:lnTo>
                <a:lnTo>
                  <a:pt x="860857" y="54258"/>
                </a:lnTo>
                <a:lnTo>
                  <a:pt x="860640" y="54854"/>
                </a:lnTo>
                <a:lnTo>
                  <a:pt x="860440" y="55456"/>
                </a:lnTo>
                <a:lnTo>
                  <a:pt x="860256" y="56065"/>
                </a:lnTo>
                <a:lnTo>
                  <a:pt x="860088" y="56681"/>
                </a:lnTo>
                <a:lnTo>
                  <a:pt x="859935" y="57303"/>
                </a:lnTo>
                <a:lnTo>
                  <a:pt x="859799" y="57931"/>
                </a:lnTo>
                <a:lnTo>
                  <a:pt x="859679" y="58567"/>
                </a:lnTo>
                <a:lnTo>
                  <a:pt x="859575" y="59209"/>
                </a:lnTo>
                <a:lnTo>
                  <a:pt x="859487" y="59857"/>
                </a:lnTo>
                <a:lnTo>
                  <a:pt x="859415" y="60512"/>
                </a:lnTo>
                <a:lnTo>
                  <a:pt x="859359" y="61174"/>
                </a:lnTo>
                <a:lnTo>
                  <a:pt x="859319" y="61842"/>
                </a:lnTo>
                <a:lnTo>
                  <a:pt x="859295" y="62517"/>
                </a:lnTo>
                <a:lnTo>
                  <a:pt x="859287" y="63198"/>
                </a:lnTo>
                <a:lnTo>
                  <a:pt x="859297" y="64029"/>
                </a:lnTo>
                <a:lnTo>
                  <a:pt x="859330" y="64849"/>
                </a:lnTo>
                <a:lnTo>
                  <a:pt x="859383" y="65658"/>
                </a:lnTo>
                <a:lnTo>
                  <a:pt x="859459" y="66454"/>
                </a:lnTo>
                <a:lnTo>
                  <a:pt x="859555" y="67239"/>
                </a:lnTo>
                <a:lnTo>
                  <a:pt x="859674" y="68013"/>
                </a:lnTo>
                <a:lnTo>
                  <a:pt x="859814" y="68775"/>
                </a:lnTo>
                <a:lnTo>
                  <a:pt x="859975" y="69525"/>
                </a:lnTo>
                <a:lnTo>
                  <a:pt x="860158" y="70263"/>
                </a:lnTo>
                <a:lnTo>
                  <a:pt x="860362" y="70990"/>
                </a:lnTo>
                <a:lnTo>
                  <a:pt x="860588" y="71705"/>
                </a:lnTo>
                <a:lnTo>
                  <a:pt x="860835" y="72409"/>
                </a:lnTo>
                <a:lnTo>
                  <a:pt x="861104" y="73101"/>
                </a:lnTo>
                <a:lnTo>
                  <a:pt x="861394" y="73781"/>
                </a:lnTo>
                <a:lnTo>
                  <a:pt x="861706" y="74450"/>
                </a:lnTo>
                <a:lnTo>
                  <a:pt x="862039" y="75107"/>
                </a:lnTo>
                <a:lnTo>
                  <a:pt x="862394" y="75753"/>
                </a:lnTo>
                <a:lnTo>
                  <a:pt x="862770" y="76387"/>
                </a:lnTo>
                <a:lnTo>
                  <a:pt x="863168" y="77009"/>
                </a:lnTo>
                <a:lnTo>
                  <a:pt x="863588" y="77619"/>
                </a:lnTo>
                <a:lnTo>
                  <a:pt x="864028" y="78218"/>
                </a:lnTo>
                <a:lnTo>
                  <a:pt x="864491" y="78806"/>
                </a:lnTo>
                <a:lnTo>
                  <a:pt x="864975" y="79381"/>
                </a:lnTo>
                <a:lnTo>
                  <a:pt x="865480" y="79945"/>
                </a:lnTo>
                <a:lnTo>
                  <a:pt x="866014" y="80492"/>
                </a:lnTo>
                <a:lnTo>
                  <a:pt x="866572" y="81027"/>
                </a:lnTo>
                <a:lnTo>
                  <a:pt x="867155" y="81550"/>
                </a:lnTo>
                <a:lnTo>
                  <a:pt x="867762" y="82061"/>
                </a:lnTo>
                <a:lnTo>
                  <a:pt x="868394" y="82559"/>
                </a:lnTo>
                <a:lnTo>
                  <a:pt x="869051" y="83046"/>
                </a:lnTo>
                <a:lnTo>
                  <a:pt x="869732" y="83521"/>
                </a:lnTo>
                <a:lnTo>
                  <a:pt x="870438" y="83983"/>
                </a:lnTo>
                <a:lnTo>
                  <a:pt x="871168" y="84433"/>
                </a:lnTo>
                <a:lnTo>
                  <a:pt x="871923" y="84872"/>
                </a:lnTo>
                <a:lnTo>
                  <a:pt x="872702" y="85298"/>
                </a:lnTo>
                <a:lnTo>
                  <a:pt x="873506" y="85712"/>
                </a:lnTo>
                <a:lnTo>
                  <a:pt x="874335" y="86114"/>
                </a:lnTo>
                <a:lnTo>
                  <a:pt x="875188" y="86504"/>
                </a:lnTo>
                <a:lnTo>
                  <a:pt x="876066" y="86882"/>
                </a:lnTo>
                <a:lnTo>
                  <a:pt x="876968" y="87248"/>
                </a:lnTo>
                <a:lnTo>
                  <a:pt x="877895" y="87602"/>
                </a:lnTo>
                <a:lnTo>
                  <a:pt x="878846" y="87944"/>
                </a:lnTo>
                <a:lnTo>
                  <a:pt x="879822" y="88274"/>
                </a:lnTo>
                <a:lnTo>
                  <a:pt x="880823" y="88591"/>
                </a:lnTo>
                <a:lnTo>
                  <a:pt x="881848" y="88897"/>
                </a:lnTo>
                <a:lnTo>
                  <a:pt x="882898" y="89190"/>
                </a:lnTo>
                <a:lnTo>
                  <a:pt x="883972" y="89472"/>
                </a:lnTo>
                <a:lnTo>
                  <a:pt x="885071" y="89741"/>
                </a:lnTo>
                <a:lnTo>
                  <a:pt x="901250" y="93533"/>
                </a:lnTo>
                <a:lnTo>
                  <a:pt x="901854" y="93678"/>
                </a:lnTo>
                <a:lnTo>
                  <a:pt x="902446" y="93830"/>
                </a:lnTo>
                <a:lnTo>
                  <a:pt x="903024" y="93987"/>
                </a:lnTo>
                <a:lnTo>
                  <a:pt x="903588" y="94151"/>
                </a:lnTo>
                <a:lnTo>
                  <a:pt x="904140" y="94321"/>
                </a:lnTo>
                <a:lnTo>
                  <a:pt x="904679" y="94497"/>
                </a:lnTo>
                <a:lnTo>
                  <a:pt x="905204" y="94679"/>
                </a:lnTo>
                <a:lnTo>
                  <a:pt x="905716" y="94867"/>
                </a:lnTo>
                <a:lnTo>
                  <a:pt x="906215" y="95062"/>
                </a:lnTo>
                <a:lnTo>
                  <a:pt x="906701" y="95262"/>
                </a:lnTo>
                <a:lnTo>
                  <a:pt x="907174" y="95469"/>
                </a:lnTo>
                <a:lnTo>
                  <a:pt x="907633" y="95682"/>
                </a:lnTo>
                <a:lnTo>
                  <a:pt x="908079" y="95901"/>
                </a:lnTo>
                <a:lnTo>
                  <a:pt x="908513" y="96126"/>
                </a:lnTo>
                <a:lnTo>
                  <a:pt x="908933" y="96357"/>
                </a:lnTo>
                <a:lnTo>
                  <a:pt x="909339" y="96595"/>
                </a:lnTo>
                <a:lnTo>
                  <a:pt x="909733" y="96838"/>
                </a:lnTo>
                <a:lnTo>
                  <a:pt x="910114" y="97088"/>
                </a:lnTo>
                <a:lnTo>
                  <a:pt x="910481" y="97344"/>
                </a:lnTo>
                <a:lnTo>
                  <a:pt x="910835" y="97606"/>
                </a:lnTo>
                <a:lnTo>
                  <a:pt x="911176" y="97874"/>
                </a:lnTo>
                <a:lnTo>
                  <a:pt x="911504" y="98148"/>
                </a:lnTo>
                <a:lnTo>
                  <a:pt x="911819" y="98429"/>
                </a:lnTo>
                <a:lnTo>
                  <a:pt x="912120" y="98715"/>
                </a:lnTo>
                <a:lnTo>
                  <a:pt x="912409" y="99002"/>
                </a:lnTo>
                <a:lnTo>
                  <a:pt x="912685" y="99295"/>
                </a:lnTo>
                <a:lnTo>
                  <a:pt x="912950" y="99594"/>
                </a:lnTo>
                <a:lnTo>
                  <a:pt x="913202" y="99898"/>
                </a:lnTo>
                <a:lnTo>
                  <a:pt x="913441" y="100208"/>
                </a:lnTo>
                <a:lnTo>
                  <a:pt x="913669" y="100524"/>
                </a:lnTo>
                <a:lnTo>
                  <a:pt x="913884" y="100846"/>
                </a:lnTo>
                <a:lnTo>
                  <a:pt x="914086" y="101173"/>
                </a:lnTo>
                <a:lnTo>
                  <a:pt x="914277" y="101506"/>
                </a:lnTo>
                <a:lnTo>
                  <a:pt x="914455" y="101844"/>
                </a:lnTo>
                <a:lnTo>
                  <a:pt x="914621" y="102189"/>
                </a:lnTo>
                <a:lnTo>
                  <a:pt x="914774" y="102539"/>
                </a:lnTo>
                <a:lnTo>
                  <a:pt x="914916" y="102894"/>
                </a:lnTo>
                <a:lnTo>
                  <a:pt x="915045" y="103256"/>
                </a:lnTo>
                <a:lnTo>
                  <a:pt x="915162" y="103623"/>
                </a:lnTo>
                <a:lnTo>
                  <a:pt x="915266" y="103996"/>
                </a:lnTo>
                <a:lnTo>
                  <a:pt x="915358" y="104374"/>
                </a:lnTo>
                <a:lnTo>
                  <a:pt x="915438" y="104758"/>
                </a:lnTo>
                <a:lnTo>
                  <a:pt x="915506" y="105148"/>
                </a:lnTo>
                <a:lnTo>
                  <a:pt x="915561" y="105544"/>
                </a:lnTo>
                <a:lnTo>
                  <a:pt x="915604" y="105945"/>
                </a:lnTo>
                <a:lnTo>
                  <a:pt x="915635" y="106352"/>
                </a:lnTo>
                <a:lnTo>
                  <a:pt x="915653" y="106765"/>
                </a:lnTo>
                <a:lnTo>
                  <a:pt x="915659" y="107184"/>
                </a:lnTo>
                <a:lnTo>
                  <a:pt x="915648" y="107702"/>
                </a:lnTo>
                <a:lnTo>
                  <a:pt x="915616" y="108214"/>
                </a:lnTo>
                <a:lnTo>
                  <a:pt x="915562" y="108720"/>
                </a:lnTo>
                <a:lnTo>
                  <a:pt x="915487" y="109220"/>
                </a:lnTo>
                <a:lnTo>
                  <a:pt x="915390" y="109714"/>
                </a:lnTo>
                <a:lnTo>
                  <a:pt x="915272" y="110201"/>
                </a:lnTo>
                <a:lnTo>
                  <a:pt x="915132" y="110683"/>
                </a:lnTo>
                <a:lnTo>
                  <a:pt x="914971" y="111158"/>
                </a:lnTo>
                <a:lnTo>
                  <a:pt x="914788" y="111627"/>
                </a:lnTo>
                <a:lnTo>
                  <a:pt x="914584" y="112090"/>
                </a:lnTo>
                <a:lnTo>
                  <a:pt x="914358" y="112547"/>
                </a:lnTo>
                <a:lnTo>
                  <a:pt x="914111" y="112998"/>
                </a:lnTo>
                <a:lnTo>
                  <a:pt x="913842" y="113442"/>
                </a:lnTo>
                <a:lnTo>
                  <a:pt x="913552" y="113881"/>
                </a:lnTo>
                <a:lnTo>
                  <a:pt x="913240" y="114313"/>
                </a:lnTo>
                <a:lnTo>
                  <a:pt x="912907" y="114739"/>
                </a:lnTo>
                <a:lnTo>
                  <a:pt x="912552" y="115159"/>
                </a:lnTo>
                <a:lnTo>
                  <a:pt x="912175" y="115573"/>
                </a:lnTo>
                <a:lnTo>
                  <a:pt x="911778" y="115981"/>
                </a:lnTo>
                <a:lnTo>
                  <a:pt x="911358" y="116383"/>
                </a:lnTo>
                <a:lnTo>
                  <a:pt x="910917" y="116778"/>
                </a:lnTo>
                <a:lnTo>
                  <a:pt x="910455" y="117167"/>
                </a:lnTo>
                <a:lnTo>
                  <a:pt x="909971" y="117550"/>
                </a:lnTo>
                <a:lnTo>
                  <a:pt x="909466" y="117927"/>
                </a:lnTo>
                <a:lnTo>
                  <a:pt x="908948" y="118288"/>
                </a:lnTo>
                <a:lnTo>
                  <a:pt x="908414" y="118634"/>
                </a:lnTo>
                <a:lnTo>
                  <a:pt x="907866" y="118964"/>
                </a:lnTo>
                <a:lnTo>
                  <a:pt x="907303" y="119279"/>
                </a:lnTo>
                <a:lnTo>
                  <a:pt x="906725" y="119579"/>
                </a:lnTo>
                <a:lnTo>
                  <a:pt x="906132" y="119863"/>
                </a:lnTo>
                <a:lnTo>
                  <a:pt x="905524" y="120132"/>
                </a:lnTo>
                <a:lnTo>
                  <a:pt x="904902" y="120385"/>
                </a:lnTo>
                <a:lnTo>
                  <a:pt x="904264" y="120623"/>
                </a:lnTo>
                <a:lnTo>
                  <a:pt x="903611" y="120846"/>
                </a:lnTo>
                <a:lnTo>
                  <a:pt x="902944" y="121053"/>
                </a:lnTo>
                <a:lnTo>
                  <a:pt x="902261" y="121245"/>
                </a:lnTo>
                <a:lnTo>
                  <a:pt x="901564" y="121422"/>
                </a:lnTo>
                <a:lnTo>
                  <a:pt x="900852" y="121583"/>
                </a:lnTo>
                <a:lnTo>
                  <a:pt x="900124" y="121729"/>
                </a:lnTo>
                <a:lnTo>
                  <a:pt x="899382" y="121860"/>
                </a:lnTo>
                <a:lnTo>
                  <a:pt x="898625" y="121975"/>
                </a:lnTo>
                <a:lnTo>
                  <a:pt x="897853" y="122075"/>
                </a:lnTo>
                <a:lnTo>
                  <a:pt x="897066" y="122159"/>
                </a:lnTo>
                <a:lnTo>
                  <a:pt x="896265" y="122228"/>
                </a:lnTo>
                <a:lnTo>
                  <a:pt x="895448" y="122282"/>
                </a:lnTo>
                <a:lnTo>
                  <a:pt x="894616" y="122321"/>
                </a:lnTo>
                <a:lnTo>
                  <a:pt x="893770" y="122344"/>
                </a:lnTo>
                <a:lnTo>
                  <a:pt x="892908" y="122351"/>
                </a:lnTo>
                <a:lnTo>
                  <a:pt x="892150" y="122344"/>
                </a:lnTo>
                <a:lnTo>
                  <a:pt x="891405" y="122324"/>
                </a:lnTo>
                <a:lnTo>
                  <a:pt x="890671" y="122290"/>
                </a:lnTo>
                <a:lnTo>
                  <a:pt x="889950" y="122242"/>
                </a:lnTo>
                <a:lnTo>
                  <a:pt x="889241" y="122181"/>
                </a:lnTo>
                <a:lnTo>
                  <a:pt x="888543" y="122106"/>
                </a:lnTo>
                <a:lnTo>
                  <a:pt x="887858" y="122018"/>
                </a:lnTo>
                <a:lnTo>
                  <a:pt x="887185" y="121916"/>
                </a:lnTo>
                <a:lnTo>
                  <a:pt x="886524" y="121800"/>
                </a:lnTo>
                <a:lnTo>
                  <a:pt x="885875" y="121671"/>
                </a:lnTo>
                <a:lnTo>
                  <a:pt x="885238" y="121528"/>
                </a:lnTo>
                <a:lnTo>
                  <a:pt x="884613" y="121372"/>
                </a:lnTo>
                <a:lnTo>
                  <a:pt x="884000" y="121202"/>
                </a:lnTo>
                <a:lnTo>
                  <a:pt x="883400" y="121018"/>
                </a:lnTo>
                <a:lnTo>
                  <a:pt x="882811" y="120821"/>
                </a:lnTo>
                <a:lnTo>
                  <a:pt x="882235" y="120610"/>
                </a:lnTo>
                <a:lnTo>
                  <a:pt x="881670" y="120385"/>
                </a:lnTo>
                <a:lnTo>
                  <a:pt x="881118" y="120147"/>
                </a:lnTo>
                <a:lnTo>
                  <a:pt x="880577" y="119896"/>
                </a:lnTo>
                <a:lnTo>
                  <a:pt x="880049" y="119630"/>
                </a:lnTo>
                <a:lnTo>
                  <a:pt x="879533" y="119351"/>
                </a:lnTo>
                <a:lnTo>
                  <a:pt x="879029" y="119059"/>
                </a:lnTo>
                <a:lnTo>
                  <a:pt x="878536" y="118753"/>
                </a:lnTo>
                <a:lnTo>
                  <a:pt x="878056" y="118433"/>
                </a:lnTo>
                <a:lnTo>
                  <a:pt x="877594" y="118100"/>
                </a:lnTo>
                <a:lnTo>
                  <a:pt x="877144" y="117753"/>
                </a:lnTo>
                <a:lnTo>
                  <a:pt x="876707" y="117392"/>
                </a:lnTo>
                <a:lnTo>
                  <a:pt x="876282" y="117018"/>
                </a:lnTo>
                <a:lnTo>
                  <a:pt x="875869" y="116630"/>
                </a:lnTo>
                <a:lnTo>
                  <a:pt x="875469" y="116229"/>
                </a:lnTo>
                <a:lnTo>
                  <a:pt x="875082" y="115814"/>
                </a:lnTo>
                <a:lnTo>
                  <a:pt x="874707" y="115385"/>
                </a:lnTo>
                <a:lnTo>
                  <a:pt x="874345" y="114943"/>
                </a:lnTo>
                <a:lnTo>
                  <a:pt x="873995" y="114487"/>
                </a:lnTo>
                <a:lnTo>
                  <a:pt x="873657" y="114018"/>
                </a:lnTo>
                <a:lnTo>
                  <a:pt x="873332" y="113535"/>
                </a:lnTo>
                <a:lnTo>
                  <a:pt x="873020" y="113039"/>
                </a:lnTo>
                <a:lnTo>
                  <a:pt x="872720" y="112528"/>
                </a:lnTo>
                <a:lnTo>
                  <a:pt x="872433" y="112005"/>
                </a:lnTo>
                <a:lnTo>
                  <a:pt x="872158" y="111467"/>
                </a:lnTo>
                <a:lnTo>
                  <a:pt x="871896" y="110916"/>
                </a:lnTo>
                <a:lnTo>
                  <a:pt x="871646" y="110352"/>
                </a:lnTo>
                <a:lnTo>
                  <a:pt x="871408" y="109773"/>
                </a:lnTo>
                <a:lnTo>
                  <a:pt x="871184" y="109181"/>
                </a:lnTo>
                <a:lnTo>
                  <a:pt x="870971" y="108576"/>
                </a:lnTo>
                <a:lnTo>
                  <a:pt x="870772" y="107957"/>
                </a:lnTo>
                <a:lnTo>
                  <a:pt x="870584" y="107324"/>
                </a:lnTo>
                <a:lnTo>
                  <a:pt x="870410" y="106678"/>
                </a:lnTo>
                <a:lnTo>
                  <a:pt x="856253" y="110217"/>
                </a:lnTo>
                <a:lnTo>
                  <a:pt x="856482" y="111239"/>
                </a:lnTo>
                <a:lnTo>
                  <a:pt x="856735" y="112240"/>
                </a:lnTo>
                <a:lnTo>
                  <a:pt x="857013" y="113221"/>
                </a:lnTo>
                <a:lnTo>
                  <a:pt x="857315" y="114181"/>
                </a:lnTo>
                <a:lnTo>
                  <a:pt x="857643" y="115121"/>
                </a:lnTo>
                <a:lnTo>
                  <a:pt x="857995" y="116039"/>
                </a:lnTo>
                <a:lnTo>
                  <a:pt x="858372" y="116937"/>
                </a:lnTo>
                <a:lnTo>
                  <a:pt x="858774" y="117815"/>
                </a:lnTo>
                <a:lnTo>
                  <a:pt x="859201" y="118672"/>
                </a:lnTo>
                <a:lnTo>
                  <a:pt x="859652" y="119508"/>
                </a:lnTo>
                <a:lnTo>
                  <a:pt x="860129" y="120324"/>
                </a:lnTo>
                <a:lnTo>
                  <a:pt x="860630" y="121119"/>
                </a:lnTo>
                <a:lnTo>
                  <a:pt x="861156" y="121893"/>
                </a:lnTo>
                <a:lnTo>
                  <a:pt x="861706" y="122647"/>
                </a:lnTo>
                <a:lnTo>
                  <a:pt x="862282" y="123380"/>
                </a:lnTo>
                <a:lnTo>
                  <a:pt x="862882" y="124093"/>
                </a:lnTo>
                <a:lnTo>
                  <a:pt x="863507" y="124785"/>
                </a:lnTo>
                <a:lnTo>
                  <a:pt x="864157" y="125456"/>
                </a:lnTo>
                <a:lnTo>
                  <a:pt x="864832" y="126106"/>
                </a:lnTo>
                <a:lnTo>
                  <a:pt x="865531" y="126736"/>
                </a:lnTo>
                <a:lnTo>
                  <a:pt x="866255" y="127346"/>
                </a:lnTo>
                <a:lnTo>
                  <a:pt x="867004" y="127935"/>
                </a:lnTo>
                <a:lnTo>
                  <a:pt x="867778" y="128503"/>
                </a:lnTo>
                <a:lnTo>
                  <a:pt x="868577" y="129050"/>
                </a:lnTo>
                <a:lnTo>
                  <a:pt x="869397" y="129576"/>
                </a:lnTo>
                <a:lnTo>
                  <a:pt x="870234" y="130080"/>
                </a:lnTo>
                <a:lnTo>
                  <a:pt x="871090" y="130561"/>
                </a:lnTo>
                <a:lnTo>
                  <a:pt x="871963" y="131020"/>
                </a:lnTo>
                <a:lnTo>
                  <a:pt x="872854" y="131456"/>
                </a:lnTo>
                <a:lnTo>
                  <a:pt x="873763" y="131870"/>
                </a:lnTo>
                <a:lnTo>
                  <a:pt x="874690" y="132262"/>
                </a:lnTo>
                <a:lnTo>
                  <a:pt x="875634" y="132631"/>
                </a:lnTo>
                <a:lnTo>
                  <a:pt x="876596" y="132978"/>
                </a:lnTo>
                <a:lnTo>
                  <a:pt x="877576" y="133303"/>
                </a:lnTo>
                <a:lnTo>
                  <a:pt x="878574" y="133605"/>
                </a:lnTo>
                <a:lnTo>
                  <a:pt x="879589" y="133885"/>
                </a:lnTo>
                <a:lnTo>
                  <a:pt x="880622" y="134142"/>
                </a:lnTo>
                <a:lnTo>
                  <a:pt x="881673" y="134377"/>
                </a:lnTo>
                <a:lnTo>
                  <a:pt x="882742" y="134590"/>
                </a:lnTo>
                <a:lnTo>
                  <a:pt x="883829" y="134780"/>
                </a:lnTo>
                <a:lnTo>
                  <a:pt x="884933" y="134948"/>
                </a:lnTo>
                <a:lnTo>
                  <a:pt x="886055" y="135094"/>
                </a:lnTo>
                <a:lnTo>
                  <a:pt x="887195" y="135217"/>
                </a:lnTo>
                <a:lnTo>
                  <a:pt x="888352" y="135317"/>
                </a:lnTo>
                <a:lnTo>
                  <a:pt x="889528" y="135396"/>
                </a:lnTo>
                <a:lnTo>
                  <a:pt x="890721" y="135452"/>
                </a:lnTo>
                <a:lnTo>
                  <a:pt x="891932" y="135485"/>
                </a:lnTo>
                <a:lnTo>
                  <a:pt x="893161" y="135496"/>
                </a:lnTo>
                <a:lnTo>
                  <a:pt x="894099" y="135490"/>
                </a:lnTo>
                <a:lnTo>
                  <a:pt x="895027" y="135470"/>
                </a:lnTo>
                <a:lnTo>
                  <a:pt x="895945" y="135437"/>
                </a:lnTo>
                <a:lnTo>
                  <a:pt x="896854" y="135391"/>
                </a:lnTo>
                <a:lnTo>
                  <a:pt x="897754" y="135332"/>
                </a:lnTo>
                <a:lnTo>
                  <a:pt x="898643" y="135259"/>
                </a:lnTo>
                <a:lnTo>
                  <a:pt x="899523" y="135174"/>
                </a:lnTo>
                <a:lnTo>
                  <a:pt x="900393" y="135075"/>
                </a:lnTo>
                <a:lnTo>
                  <a:pt x="901254" y="134963"/>
                </a:lnTo>
                <a:lnTo>
                  <a:pt x="902105" y="134838"/>
                </a:lnTo>
                <a:lnTo>
                  <a:pt x="902946" y="134700"/>
                </a:lnTo>
                <a:lnTo>
                  <a:pt x="903778" y="134548"/>
                </a:lnTo>
                <a:lnTo>
                  <a:pt x="904600" y="134384"/>
                </a:lnTo>
                <a:lnTo>
                  <a:pt x="905412" y="134206"/>
                </a:lnTo>
                <a:lnTo>
                  <a:pt x="906215" y="134015"/>
                </a:lnTo>
                <a:lnTo>
                  <a:pt x="907008" y="133811"/>
                </a:lnTo>
                <a:lnTo>
                  <a:pt x="907792" y="133594"/>
                </a:lnTo>
                <a:lnTo>
                  <a:pt x="908565" y="133363"/>
                </a:lnTo>
                <a:lnTo>
                  <a:pt x="909329" y="133120"/>
                </a:lnTo>
                <a:lnTo>
                  <a:pt x="910084" y="132863"/>
                </a:lnTo>
                <a:lnTo>
                  <a:pt x="910829" y="132593"/>
                </a:lnTo>
                <a:lnTo>
                  <a:pt x="911564" y="132310"/>
                </a:lnTo>
                <a:lnTo>
                  <a:pt x="912289" y="132014"/>
                </a:lnTo>
                <a:lnTo>
                  <a:pt x="913005" y="131705"/>
                </a:lnTo>
                <a:lnTo>
                  <a:pt x="913709" y="131384"/>
                </a:lnTo>
                <a:lnTo>
                  <a:pt x="914401" y="131053"/>
                </a:lnTo>
                <a:lnTo>
                  <a:pt x="915079" y="130713"/>
                </a:lnTo>
                <a:lnTo>
                  <a:pt x="915744" y="130363"/>
                </a:lnTo>
                <a:lnTo>
                  <a:pt x="916395" y="130004"/>
                </a:lnTo>
                <a:lnTo>
                  <a:pt x="917034" y="129635"/>
                </a:lnTo>
                <a:lnTo>
                  <a:pt x="917659" y="129256"/>
                </a:lnTo>
                <a:lnTo>
                  <a:pt x="918271" y="128868"/>
                </a:lnTo>
                <a:lnTo>
                  <a:pt x="918871" y="128470"/>
                </a:lnTo>
                <a:lnTo>
                  <a:pt x="919456" y="128062"/>
                </a:lnTo>
                <a:lnTo>
                  <a:pt x="920029" y="127644"/>
                </a:lnTo>
                <a:lnTo>
                  <a:pt x="920589" y="127217"/>
                </a:lnTo>
                <a:lnTo>
                  <a:pt x="921135" y="126781"/>
                </a:lnTo>
                <a:lnTo>
                  <a:pt x="921668" y="126334"/>
                </a:lnTo>
                <a:lnTo>
                  <a:pt x="922188" y="125878"/>
                </a:lnTo>
                <a:lnTo>
                  <a:pt x="922695" y="125413"/>
                </a:lnTo>
                <a:lnTo>
                  <a:pt x="923189" y="124938"/>
                </a:lnTo>
                <a:lnTo>
                  <a:pt x="923670" y="124453"/>
                </a:lnTo>
                <a:lnTo>
                  <a:pt x="924137" y="123958"/>
                </a:lnTo>
                <a:lnTo>
                  <a:pt x="924591" y="123454"/>
                </a:lnTo>
                <a:lnTo>
                  <a:pt x="925032" y="122940"/>
                </a:lnTo>
                <a:lnTo>
                  <a:pt x="925460" y="122416"/>
                </a:lnTo>
                <a:lnTo>
                  <a:pt x="925875" y="121883"/>
                </a:lnTo>
                <a:lnTo>
                  <a:pt x="926277" y="121340"/>
                </a:lnTo>
                <a:lnTo>
                  <a:pt x="926668" y="120789"/>
                </a:lnTo>
                <a:lnTo>
                  <a:pt x="927044" y="120232"/>
                </a:lnTo>
                <a:lnTo>
                  <a:pt x="927402" y="119669"/>
                </a:lnTo>
                <a:lnTo>
                  <a:pt x="927744" y="119100"/>
                </a:lnTo>
                <a:lnTo>
                  <a:pt x="928069" y="118525"/>
                </a:lnTo>
                <a:lnTo>
                  <a:pt x="928378" y="117943"/>
                </a:lnTo>
                <a:lnTo>
                  <a:pt x="928670" y="117356"/>
                </a:lnTo>
                <a:lnTo>
                  <a:pt x="928945" y="116762"/>
                </a:lnTo>
                <a:lnTo>
                  <a:pt x="929203" y="116162"/>
                </a:lnTo>
                <a:lnTo>
                  <a:pt x="929445" y="115556"/>
                </a:lnTo>
                <a:lnTo>
                  <a:pt x="929670" y="114943"/>
                </a:lnTo>
                <a:lnTo>
                  <a:pt x="929879" y="114325"/>
                </a:lnTo>
                <a:lnTo>
                  <a:pt x="930071" y="113701"/>
                </a:lnTo>
                <a:lnTo>
                  <a:pt x="930246" y="113070"/>
                </a:lnTo>
                <a:lnTo>
                  <a:pt x="930404" y="112433"/>
                </a:lnTo>
                <a:lnTo>
                  <a:pt x="930546" y="111790"/>
                </a:lnTo>
                <a:lnTo>
                  <a:pt x="930671" y="111141"/>
                </a:lnTo>
                <a:lnTo>
                  <a:pt x="930779" y="110486"/>
                </a:lnTo>
                <a:lnTo>
                  <a:pt x="930871" y="109824"/>
                </a:lnTo>
                <a:lnTo>
                  <a:pt x="930946" y="109157"/>
                </a:lnTo>
                <a:lnTo>
                  <a:pt x="931005" y="108483"/>
                </a:lnTo>
                <a:lnTo>
                  <a:pt x="931046" y="107803"/>
                </a:lnTo>
                <a:lnTo>
                  <a:pt x="931071" y="107117"/>
                </a:lnTo>
                <a:lnTo>
                  <a:pt x="931080" y="106425"/>
                </a:lnTo>
                <a:lnTo>
                  <a:pt x="931068" y="105584"/>
                </a:lnTo>
                <a:lnTo>
                  <a:pt x="931035" y="104755"/>
                </a:lnTo>
                <a:lnTo>
                  <a:pt x="930980" y="103940"/>
                </a:lnTo>
                <a:lnTo>
                  <a:pt x="930902" y="103137"/>
                </a:lnTo>
                <a:lnTo>
                  <a:pt x="930803" y="102348"/>
                </a:lnTo>
                <a:lnTo>
                  <a:pt x="930681" y="101571"/>
                </a:lnTo>
                <a:lnTo>
                  <a:pt x="930537" y="100807"/>
                </a:lnTo>
                <a:lnTo>
                  <a:pt x="930370" y="100056"/>
                </a:lnTo>
                <a:lnTo>
                  <a:pt x="930182" y="99319"/>
                </a:lnTo>
                <a:lnTo>
                  <a:pt x="929971" y="98594"/>
                </a:lnTo>
                <a:lnTo>
                  <a:pt x="929739" y="97882"/>
                </a:lnTo>
                <a:lnTo>
                  <a:pt x="929484" y="97183"/>
                </a:lnTo>
                <a:lnTo>
                  <a:pt x="929207" y="96497"/>
                </a:lnTo>
                <a:lnTo>
                  <a:pt x="928908" y="95823"/>
                </a:lnTo>
                <a:lnTo>
                  <a:pt x="928586" y="95163"/>
                </a:lnTo>
                <a:lnTo>
                  <a:pt x="928243" y="94516"/>
                </a:lnTo>
                <a:lnTo>
                  <a:pt x="927877" y="93882"/>
                </a:lnTo>
                <a:lnTo>
                  <a:pt x="927489" y="93260"/>
                </a:lnTo>
                <a:lnTo>
                  <a:pt x="927079" y="92652"/>
                </a:lnTo>
                <a:lnTo>
                  <a:pt x="926647" y="92057"/>
                </a:lnTo>
                <a:lnTo>
                  <a:pt x="926193" y="91474"/>
                </a:lnTo>
                <a:lnTo>
                  <a:pt x="925716" y="90905"/>
                </a:lnTo>
                <a:lnTo>
                  <a:pt x="925217" y="90348"/>
                </a:lnTo>
                <a:lnTo>
                  <a:pt x="924697" y="89804"/>
                </a:lnTo>
                <a:lnTo>
                  <a:pt x="924153" y="89268"/>
                </a:lnTo>
                <a:lnTo>
                  <a:pt x="923587" y="88743"/>
                </a:lnTo>
                <a:lnTo>
                  <a:pt x="922997" y="88229"/>
                </a:lnTo>
                <a:lnTo>
                  <a:pt x="922385" y="87728"/>
                </a:lnTo>
                <a:lnTo>
                  <a:pt x="921749" y="87237"/>
                </a:lnTo>
                <a:lnTo>
                  <a:pt x="921090" y="86759"/>
                </a:lnTo>
                <a:lnTo>
                  <a:pt x="920409" y="86292"/>
                </a:lnTo>
                <a:lnTo>
                  <a:pt x="919704" y="85837"/>
                </a:lnTo>
                <a:lnTo>
                  <a:pt x="918976" y="85393"/>
                </a:lnTo>
                <a:lnTo>
                  <a:pt x="918225" y="84961"/>
                </a:lnTo>
                <a:lnTo>
                  <a:pt x="917451" y="84541"/>
                </a:lnTo>
                <a:lnTo>
                  <a:pt x="916655" y="84132"/>
                </a:lnTo>
                <a:lnTo>
                  <a:pt x="915835" y="83735"/>
                </a:lnTo>
                <a:lnTo>
                  <a:pt x="914992" y="83350"/>
                </a:lnTo>
                <a:lnTo>
                  <a:pt x="914126" y="82976"/>
                </a:lnTo>
                <a:lnTo>
                  <a:pt x="913237" y="82614"/>
                </a:lnTo>
                <a:lnTo>
                  <a:pt x="912325" y="82263"/>
                </a:lnTo>
                <a:lnTo>
                  <a:pt x="911389" y="81924"/>
                </a:lnTo>
                <a:lnTo>
                  <a:pt x="910431" y="81597"/>
                </a:lnTo>
                <a:lnTo>
                  <a:pt x="909450" y="81281"/>
                </a:lnTo>
                <a:lnTo>
                  <a:pt x="908446" y="80977"/>
                </a:lnTo>
                <a:lnTo>
                  <a:pt x="907418" y="80685"/>
                </a:lnTo>
                <a:lnTo>
                  <a:pt x="906368" y="80404"/>
                </a:lnTo>
                <a:lnTo>
                  <a:pt x="905295" y="80135"/>
                </a:lnTo>
                <a:lnTo>
                  <a:pt x="890886" y="76596"/>
                </a:lnTo>
                <a:lnTo>
                  <a:pt x="890177" y="76415"/>
                </a:lnTo>
                <a:lnTo>
                  <a:pt x="889485" y="76230"/>
                </a:lnTo>
                <a:lnTo>
                  <a:pt x="888808" y="76042"/>
                </a:lnTo>
                <a:lnTo>
                  <a:pt x="888147" y="75850"/>
                </a:lnTo>
                <a:lnTo>
                  <a:pt x="887502" y="75654"/>
                </a:lnTo>
                <a:lnTo>
                  <a:pt x="886873" y="75454"/>
                </a:lnTo>
                <a:lnTo>
                  <a:pt x="886259" y="75251"/>
                </a:lnTo>
                <a:lnTo>
                  <a:pt x="885661" y="75044"/>
                </a:lnTo>
                <a:lnTo>
                  <a:pt x="885079" y="74833"/>
                </a:lnTo>
                <a:lnTo>
                  <a:pt x="884513" y="74619"/>
                </a:lnTo>
                <a:lnTo>
                  <a:pt x="883963" y="74401"/>
                </a:lnTo>
                <a:lnTo>
                  <a:pt x="883428" y="74179"/>
                </a:lnTo>
                <a:lnTo>
                  <a:pt x="882910" y="73953"/>
                </a:lnTo>
                <a:lnTo>
                  <a:pt x="882407" y="73723"/>
                </a:lnTo>
                <a:lnTo>
                  <a:pt x="881919" y="73490"/>
                </a:lnTo>
                <a:lnTo>
                  <a:pt x="881448" y="73253"/>
                </a:lnTo>
                <a:lnTo>
                  <a:pt x="880993" y="73013"/>
                </a:lnTo>
                <a:lnTo>
                  <a:pt x="880553" y="72768"/>
                </a:lnTo>
                <a:lnTo>
                  <a:pt x="880129" y="72520"/>
                </a:lnTo>
                <a:lnTo>
                  <a:pt x="879721" y="72269"/>
                </a:lnTo>
                <a:lnTo>
                  <a:pt x="879328" y="72013"/>
                </a:lnTo>
                <a:lnTo>
                  <a:pt x="878952" y="71754"/>
                </a:lnTo>
                <a:lnTo>
                  <a:pt x="878591" y="71491"/>
                </a:lnTo>
                <a:lnTo>
                  <a:pt x="878246" y="71224"/>
                </a:lnTo>
                <a:lnTo>
                  <a:pt x="877916" y="70951"/>
                </a:lnTo>
                <a:lnTo>
                  <a:pt x="877600" y="70671"/>
                </a:lnTo>
                <a:lnTo>
                  <a:pt x="877298" y="70382"/>
                </a:lnTo>
                <a:lnTo>
                  <a:pt x="877010" y="70085"/>
                </a:lnTo>
                <a:lnTo>
                  <a:pt x="876736" y="69780"/>
                </a:lnTo>
                <a:lnTo>
                  <a:pt x="876477" y="69466"/>
                </a:lnTo>
                <a:lnTo>
                  <a:pt x="876231" y="69145"/>
                </a:lnTo>
                <a:lnTo>
                  <a:pt x="875999" y="68816"/>
                </a:lnTo>
                <a:lnTo>
                  <a:pt x="875781" y="68478"/>
                </a:lnTo>
                <a:lnTo>
                  <a:pt x="875578" y="68132"/>
                </a:lnTo>
                <a:lnTo>
                  <a:pt x="875388" y="67778"/>
                </a:lnTo>
                <a:lnTo>
                  <a:pt x="875213" y="67416"/>
                </a:lnTo>
                <a:lnTo>
                  <a:pt x="875051" y="67046"/>
                </a:lnTo>
                <a:lnTo>
                  <a:pt x="874904" y="66668"/>
                </a:lnTo>
                <a:lnTo>
                  <a:pt x="874770" y="66282"/>
                </a:lnTo>
                <a:lnTo>
                  <a:pt x="874651" y="65887"/>
                </a:lnTo>
                <a:lnTo>
                  <a:pt x="874545" y="65485"/>
                </a:lnTo>
                <a:lnTo>
                  <a:pt x="874454" y="65074"/>
                </a:lnTo>
                <a:lnTo>
                  <a:pt x="874377" y="64655"/>
                </a:lnTo>
                <a:lnTo>
                  <a:pt x="874314" y="64228"/>
                </a:lnTo>
                <a:lnTo>
                  <a:pt x="874265" y="63793"/>
                </a:lnTo>
                <a:lnTo>
                  <a:pt x="874230" y="63350"/>
                </a:lnTo>
                <a:lnTo>
                  <a:pt x="874208" y="62899"/>
                </a:lnTo>
                <a:lnTo>
                  <a:pt x="874201" y="62440"/>
                </a:lnTo>
                <a:lnTo>
                  <a:pt x="874212" y="61922"/>
                </a:lnTo>
                <a:lnTo>
                  <a:pt x="874242" y="61412"/>
                </a:lnTo>
                <a:lnTo>
                  <a:pt x="874293" y="60910"/>
                </a:lnTo>
                <a:lnTo>
                  <a:pt x="874365" y="60415"/>
                </a:lnTo>
                <a:lnTo>
                  <a:pt x="874457" y="59929"/>
                </a:lnTo>
                <a:lnTo>
                  <a:pt x="874569" y="59450"/>
                </a:lnTo>
                <a:lnTo>
                  <a:pt x="874701" y="58978"/>
                </a:lnTo>
                <a:lnTo>
                  <a:pt x="874854" y="58514"/>
                </a:lnTo>
                <a:lnTo>
                  <a:pt x="875028" y="58058"/>
                </a:lnTo>
                <a:lnTo>
                  <a:pt x="875222" y="57610"/>
                </a:lnTo>
                <a:lnTo>
                  <a:pt x="875436" y="57169"/>
                </a:lnTo>
                <a:lnTo>
                  <a:pt x="875671" y="56736"/>
                </a:lnTo>
                <a:lnTo>
                  <a:pt x="875926" y="56311"/>
                </a:lnTo>
                <a:lnTo>
                  <a:pt x="876201" y="55893"/>
                </a:lnTo>
                <a:lnTo>
                  <a:pt x="876497" y="55483"/>
                </a:lnTo>
                <a:lnTo>
                  <a:pt x="876814" y="55081"/>
                </a:lnTo>
                <a:lnTo>
                  <a:pt x="877150" y="54686"/>
                </a:lnTo>
                <a:lnTo>
                  <a:pt x="877507" y="54299"/>
                </a:lnTo>
                <a:lnTo>
                  <a:pt x="877885" y="53920"/>
                </a:lnTo>
                <a:lnTo>
                  <a:pt x="878283" y="53548"/>
                </a:lnTo>
                <a:lnTo>
                  <a:pt x="878701" y="53184"/>
                </a:lnTo>
                <a:lnTo>
                  <a:pt x="879140" y="52828"/>
                </a:lnTo>
                <a:lnTo>
                  <a:pt x="879599" y="52479"/>
                </a:lnTo>
                <a:lnTo>
                  <a:pt x="880079" y="52138"/>
                </a:lnTo>
                <a:lnTo>
                  <a:pt x="880579" y="51803"/>
                </a:lnTo>
                <a:lnTo>
                  <a:pt x="881090" y="51482"/>
                </a:lnTo>
                <a:lnTo>
                  <a:pt x="881610" y="51176"/>
                </a:lnTo>
                <a:lnTo>
                  <a:pt x="882142" y="50883"/>
                </a:lnTo>
                <a:lnTo>
                  <a:pt x="882683" y="50605"/>
                </a:lnTo>
                <a:lnTo>
                  <a:pt x="883235" y="50341"/>
                </a:lnTo>
                <a:lnTo>
                  <a:pt x="883797" y="50091"/>
                </a:lnTo>
                <a:lnTo>
                  <a:pt x="884369" y="49856"/>
                </a:lnTo>
                <a:lnTo>
                  <a:pt x="884952" y="49635"/>
                </a:lnTo>
                <a:lnTo>
                  <a:pt x="885545" y="49428"/>
                </a:lnTo>
                <a:lnTo>
                  <a:pt x="886148" y="49236"/>
                </a:lnTo>
                <a:lnTo>
                  <a:pt x="886762" y="49057"/>
                </a:lnTo>
                <a:lnTo>
                  <a:pt x="887386" y="48893"/>
                </a:lnTo>
                <a:lnTo>
                  <a:pt x="888020" y="48744"/>
                </a:lnTo>
                <a:lnTo>
                  <a:pt x="888665" y="48608"/>
                </a:lnTo>
                <a:lnTo>
                  <a:pt x="889320" y="48487"/>
                </a:lnTo>
                <a:lnTo>
                  <a:pt x="889985" y="48380"/>
                </a:lnTo>
                <a:lnTo>
                  <a:pt x="890661" y="48287"/>
                </a:lnTo>
                <a:lnTo>
                  <a:pt x="891346" y="48209"/>
                </a:lnTo>
                <a:lnTo>
                  <a:pt x="892043" y="48145"/>
                </a:lnTo>
                <a:lnTo>
                  <a:pt x="892749" y="48095"/>
                </a:lnTo>
                <a:lnTo>
                  <a:pt x="893466" y="48059"/>
                </a:lnTo>
                <a:lnTo>
                  <a:pt x="894193" y="48038"/>
                </a:lnTo>
                <a:lnTo>
                  <a:pt x="894930" y="48030"/>
                </a:lnTo>
                <a:lnTo>
                  <a:pt x="895469" y="48034"/>
                </a:lnTo>
                <a:lnTo>
                  <a:pt x="895999" y="48045"/>
                </a:lnTo>
                <a:lnTo>
                  <a:pt x="896521" y="48063"/>
                </a:lnTo>
                <a:lnTo>
                  <a:pt x="897035" y="48088"/>
                </a:lnTo>
                <a:lnTo>
                  <a:pt x="897541" y="48121"/>
                </a:lnTo>
                <a:lnTo>
                  <a:pt x="898039" y="48161"/>
                </a:lnTo>
                <a:lnTo>
                  <a:pt x="898529" y="48208"/>
                </a:lnTo>
                <a:lnTo>
                  <a:pt x="899010" y="48262"/>
                </a:lnTo>
                <a:lnTo>
                  <a:pt x="899484" y="48324"/>
                </a:lnTo>
                <a:lnTo>
                  <a:pt x="899949" y="48393"/>
                </a:lnTo>
                <a:lnTo>
                  <a:pt x="900406" y="48469"/>
                </a:lnTo>
                <a:lnTo>
                  <a:pt x="900855" y="48552"/>
                </a:lnTo>
                <a:lnTo>
                  <a:pt x="901296" y="48642"/>
                </a:lnTo>
                <a:lnTo>
                  <a:pt x="901729" y="48740"/>
                </a:lnTo>
                <a:lnTo>
                  <a:pt x="902154" y="48845"/>
                </a:lnTo>
                <a:lnTo>
                  <a:pt x="902570" y="48957"/>
                </a:lnTo>
                <a:lnTo>
                  <a:pt x="902979" y="49077"/>
                </a:lnTo>
                <a:lnTo>
                  <a:pt x="903379" y="49204"/>
                </a:lnTo>
                <a:lnTo>
                  <a:pt x="903771" y="49338"/>
                </a:lnTo>
                <a:lnTo>
                  <a:pt x="904155" y="49479"/>
                </a:lnTo>
                <a:lnTo>
                  <a:pt x="904532" y="49627"/>
                </a:lnTo>
                <a:lnTo>
                  <a:pt x="904899" y="49783"/>
                </a:lnTo>
                <a:lnTo>
                  <a:pt x="905259" y="49946"/>
                </a:lnTo>
                <a:lnTo>
                  <a:pt x="905611" y="50116"/>
                </a:lnTo>
                <a:lnTo>
                  <a:pt x="905955" y="50292"/>
                </a:lnTo>
                <a:lnTo>
                  <a:pt x="906294" y="50471"/>
                </a:lnTo>
                <a:lnTo>
                  <a:pt x="906626" y="50655"/>
                </a:lnTo>
                <a:lnTo>
                  <a:pt x="906952" y="50843"/>
                </a:lnTo>
                <a:lnTo>
                  <a:pt x="907272" y="51034"/>
                </a:lnTo>
                <a:lnTo>
                  <a:pt x="907586" y="51230"/>
                </a:lnTo>
                <a:lnTo>
                  <a:pt x="907893" y="51429"/>
                </a:lnTo>
                <a:lnTo>
                  <a:pt x="908195" y="51633"/>
                </a:lnTo>
                <a:lnTo>
                  <a:pt x="908490" y="51840"/>
                </a:lnTo>
                <a:lnTo>
                  <a:pt x="908779" y="52051"/>
                </a:lnTo>
                <a:lnTo>
                  <a:pt x="909063" y="52267"/>
                </a:lnTo>
                <a:lnTo>
                  <a:pt x="909339" y="52486"/>
                </a:lnTo>
                <a:lnTo>
                  <a:pt x="909610" y="52709"/>
                </a:lnTo>
                <a:lnTo>
                  <a:pt x="909875" y="52936"/>
                </a:lnTo>
                <a:lnTo>
                  <a:pt x="910133" y="53167"/>
                </a:lnTo>
                <a:lnTo>
                  <a:pt x="910386" y="53402"/>
                </a:lnTo>
                <a:lnTo>
                  <a:pt x="910632" y="53641"/>
                </a:lnTo>
                <a:lnTo>
                  <a:pt x="910872" y="53884"/>
                </a:lnTo>
                <a:lnTo>
                  <a:pt x="911106" y="54131"/>
                </a:lnTo>
                <a:lnTo>
                  <a:pt x="911334" y="54382"/>
                </a:lnTo>
                <a:lnTo>
                  <a:pt x="911555" y="54637"/>
                </a:lnTo>
                <a:lnTo>
                  <a:pt x="911771" y="54895"/>
                </a:lnTo>
                <a:lnTo>
                  <a:pt x="911980" y="55158"/>
                </a:lnTo>
                <a:lnTo>
                  <a:pt x="912183" y="55425"/>
                </a:lnTo>
                <a:lnTo>
                  <a:pt x="912387" y="55688"/>
                </a:lnTo>
                <a:lnTo>
                  <a:pt x="912586" y="55953"/>
                </a:lnTo>
                <a:lnTo>
                  <a:pt x="912781" y="56218"/>
                </a:lnTo>
                <a:lnTo>
                  <a:pt x="912972" y="56483"/>
                </a:lnTo>
                <a:lnTo>
                  <a:pt x="913158" y="56749"/>
                </a:lnTo>
                <a:lnTo>
                  <a:pt x="913341" y="57016"/>
                </a:lnTo>
                <a:lnTo>
                  <a:pt x="913519" y="57284"/>
                </a:lnTo>
                <a:lnTo>
                  <a:pt x="913693" y="57552"/>
                </a:lnTo>
                <a:lnTo>
                  <a:pt x="913863" y="57821"/>
                </a:lnTo>
                <a:lnTo>
                  <a:pt x="914029" y="58091"/>
                </a:lnTo>
                <a:lnTo>
                  <a:pt x="914190" y="58361"/>
                </a:lnTo>
                <a:lnTo>
                  <a:pt x="914348" y="58632"/>
                </a:lnTo>
                <a:lnTo>
                  <a:pt x="914501" y="58903"/>
                </a:lnTo>
                <a:lnTo>
                  <a:pt x="914650" y="59176"/>
                </a:lnTo>
                <a:lnTo>
                  <a:pt x="914795" y="59449"/>
                </a:lnTo>
                <a:lnTo>
                  <a:pt x="914936" y="59722"/>
                </a:lnTo>
                <a:lnTo>
                  <a:pt x="915073" y="59996"/>
                </a:lnTo>
                <a:lnTo>
                  <a:pt x="915205" y="60271"/>
                </a:lnTo>
                <a:lnTo>
                  <a:pt x="915333" y="60547"/>
                </a:lnTo>
                <a:lnTo>
                  <a:pt x="915457" y="60823"/>
                </a:lnTo>
                <a:lnTo>
                  <a:pt x="915577" y="61100"/>
                </a:lnTo>
                <a:lnTo>
                  <a:pt x="915693" y="61377"/>
                </a:lnTo>
                <a:lnTo>
                  <a:pt x="915805" y="61655"/>
                </a:lnTo>
                <a:lnTo>
                  <a:pt x="915912" y="61934"/>
                </a:lnTo>
                <a:lnTo>
                  <a:pt x="929310" y="58142"/>
                </a:lnTo>
                <a:lnTo>
                  <a:pt x="929012" y="57285"/>
                </a:lnTo>
                <a:lnTo>
                  <a:pt x="928697" y="56443"/>
                </a:lnTo>
                <a:lnTo>
                  <a:pt x="928366" y="55614"/>
                </a:lnTo>
                <a:lnTo>
                  <a:pt x="928018" y="54800"/>
                </a:lnTo>
                <a:lnTo>
                  <a:pt x="927653" y="53999"/>
                </a:lnTo>
                <a:lnTo>
                  <a:pt x="927272" y="53213"/>
                </a:lnTo>
                <a:lnTo>
                  <a:pt x="926874" y="52440"/>
                </a:lnTo>
                <a:close/>
                <a:moveTo>
                  <a:pt x="1283839" y="98135"/>
                </a:moveTo>
                <a:lnTo>
                  <a:pt x="1283749" y="98820"/>
                </a:lnTo>
                <a:lnTo>
                  <a:pt x="1283645" y="99495"/>
                </a:lnTo>
                <a:lnTo>
                  <a:pt x="1283528" y="100158"/>
                </a:lnTo>
                <a:lnTo>
                  <a:pt x="1283396" y="100810"/>
                </a:lnTo>
                <a:lnTo>
                  <a:pt x="1283251" y="101451"/>
                </a:lnTo>
                <a:lnTo>
                  <a:pt x="1283092" y="102080"/>
                </a:lnTo>
                <a:lnTo>
                  <a:pt x="1282919" y="102699"/>
                </a:lnTo>
                <a:lnTo>
                  <a:pt x="1282733" y="103306"/>
                </a:lnTo>
                <a:lnTo>
                  <a:pt x="1282532" y="103902"/>
                </a:lnTo>
                <a:lnTo>
                  <a:pt x="1282318" y="104487"/>
                </a:lnTo>
                <a:lnTo>
                  <a:pt x="1282090" y="105061"/>
                </a:lnTo>
                <a:lnTo>
                  <a:pt x="1281848" y="105624"/>
                </a:lnTo>
                <a:lnTo>
                  <a:pt x="1281592" y="106175"/>
                </a:lnTo>
                <a:lnTo>
                  <a:pt x="1281323" y="106715"/>
                </a:lnTo>
                <a:lnTo>
                  <a:pt x="1281039" y="107244"/>
                </a:lnTo>
                <a:lnTo>
                  <a:pt x="1280742" y="107762"/>
                </a:lnTo>
                <a:lnTo>
                  <a:pt x="1280431" y="108268"/>
                </a:lnTo>
                <a:lnTo>
                  <a:pt x="1280106" y="108764"/>
                </a:lnTo>
                <a:lnTo>
                  <a:pt x="1279776" y="109248"/>
                </a:lnTo>
                <a:lnTo>
                  <a:pt x="1279440" y="109722"/>
                </a:lnTo>
                <a:lnTo>
                  <a:pt x="1279097" y="110186"/>
                </a:lnTo>
                <a:lnTo>
                  <a:pt x="1278747" y="110639"/>
                </a:lnTo>
                <a:lnTo>
                  <a:pt x="1278391" y="111081"/>
                </a:lnTo>
                <a:lnTo>
                  <a:pt x="1278028" y="111513"/>
                </a:lnTo>
                <a:lnTo>
                  <a:pt x="1277659" y="111934"/>
                </a:lnTo>
                <a:lnTo>
                  <a:pt x="1277283" y="112345"/>
                </a:lnTo>
                <a:lnTo>
                  <a:pt x="1276901" y="112745"/>
                </a:lnTo>
                <a:lnTo>
                  <a:pt x="1276512" y="113135"/>
                </a:lnTo>
                <a:lnTo>
                  <a:pt x="1276116" y="113514"/>
                </a:lnTo>
                <a:lnTo>
                  <a:pt x="1275714" y="113883"/>
                </a:lnTo>
                <a:lnTo>
                  <a:pt x="1275305" y="114241"/>
                </a:lnTo>
                <a:lnTo>
                  <a:pt x="1274890" y="114588"/>
                </a:lnTo>
                <a:lnTo>
                  <a:pt x="1274468" y="114925"/>
                </a:lnTo>
                <a:lnTo>
                  <a:pt x="1274039" y="115252"/>
                </a:lnTo>
                <a:lnTo>
                  <a:pt x="1273604" y="115568"/>
                </a:lnTo>
                <a:lnTo>
                  <a:pt x="1273162" y="115873"/>
                </a:lnTo>
                <a:lnTo>
                  <a:pt x="1272714" y="116168"/>
                </a:lnTo>
                <a:lnTo>
                  <a:pt x="1272259" y="116453"/>
                </a:lnTo>
                <a:lnTo>
                  <a:pt x="1271797" y="116727"/>
                </a:lnTo>
                <a:lnTo>
                  <a:pt x="1271329" y="116990"/>
                </a:lnTo>
                <a:lnTo>
                  <a:pt x="1270855" y="117243"/>
                </a:lnTo>
                <a:lnTo>
                  <a:pt x="1270374" y="117485"/>
                </a:lnTo>
                <a:lnTo>
                  <a:pt x="1269895" y="117717"/>
                </a:lnTo>
                <a:lnTo>
                  <a:pt x="1269416" y="117939"/>
                </a:lnTo>
                <a:lnTo>
                  <a:pt x="1268939" y="118152"/>
                </a:lnTo>
                <a:lnTo>
                  <a:pt x="1268462" y="118354"/>
                </a:lnTo>
                <a:lnTo>
                  <a:pt x="1267985" y="118547"/>
                </a:lnTo>
                <a:lnTo>
                  <a:pt x="1267510" y="118729"/>
                </a:lnTo>
                <a:lnTo>
                  <a:pt x="1267035" y="118902"/>
                </a:lnTo>
                <a:lnTo>
                  <a:pt x="1266561" y="119065"/>
                </a:lnTo>
                <a:lnTo>
                  <a:pt x="1266087" y="119218"/>
                </a:lnTo>
                <a:lnTo>
                  <a:pt x="1265614" y="119361"/>
                </a:lnTo>
                <a:lnTo>
                  <a:pt x="1265142" y="119494"/>
                </a:lnTo>
                <a:lnTo>
                  <a:pt x="1264670" y="119618"/>
                </a:lnTo>
                <a:lnTo>
                  <a:pt x="1264199" y="119731"/>
                </a:lnTo>
                <a:lnTo>
                  <a:pt x="1263728" y="119835"/>
                </a:lnTo>
                <a:lnTo>
                  <a:pt x="1263259" y="119929"/>
                </a:lnTo>
                <a:lnTo>
                  <a:pt x="1262790" y="120013"/>
                </a:lnTo>
                <a:lnTo>
                  <a:pt x="1262321" y="120087"/>
                </a:lnTo>
                <a:lnTo>
                  <a:pt x="1261854" y="120151"/>
                </a:lnTo>
                <a:lnTo>
                  <a:pt x="1261387" y="120205"/>
                </a:lnTo>
                <a:lnTo>
                  <a:pt x="1260920" y="120250"/>
                </a:lnTo>
                <a:lnTo>
                  <a:pt x="1260454" y="120284"/>
                </a:lnTo>
                <a:lnTo>
                  <a:pt x="1259989" y="120309"/>
                </a:lnTo>
                <a:lnTo>
                  <a:pt x="1259525" y="120324"/>
                </a:lnTo>
                <a:lnTo>
                  <a:pt x="1259061" y="120329"/>
                </a:lnTo>
                <a:lnTo>
                  <a:pt x="1258293" y="120318"/>
                </a:lnTo>
                <a:lnTo>
                  <a:pt x="1257535" y="120285"/>
                </a:lnTo>
                <a:lnTo>
                  <a:pt x="1256790" y="120230"/>
                </a:lnTo>
                <a:lnTo>
                  <a:pt x="1256056" y="120153"/>
                </a:lnTo>
                <a:lnTo>
                  <a:pt x="1255333" y="120055"/>
                </a:lnTo>
                <a:lnTo>
                  <a:pt x="1254621" y="119934"/>
                </a:lnTo>
                <a:lnTo>
                  <a:pt x="1253921" y="119791"/>
                </a:lnTo>
                <a:lnTo>
                  <a:pt x="1253233" y="119627"/>
                </a:lnTo>
                <a:lnTo>
                  <a:pt x="1252556" y="119440"/>
                </a:lnTo>
                <a:lnTo>
                  <a:pt x="1251890" y="119232"/>
                </a:lnTo>
                <a:lnTo>
                  <a:pt x="1251235" y="119001"/>
                </a:lnTo>
                <a:lnTo>
                  <a:pt x="1250593" y="118749"/>
                </a:lnTo>
                <a:lnTo>
                  <a:pt x="1249961" y="118475"/>
                </a:lnTo>
                <a:lnTo>
                  <a:pt x="1249341" y="118178"/>
                </a:lnTo>
                <a:lnTo>
                  <a:pt x="1248732" y="117860"/>
                </a:lnTo>
                <a:lnTo>
                  <a:pt x="1248135" y="117520"/>
                </a:lnTo>
                <a:lnTo>
                  <a:pt x="1247549" y="117158"/>
                </a:lnTo>
                <a:lnTo>
                  <a:pt x="1246974" y="116774"/>
                </a:lnTo>
                <a:lnTo>
                  <a:pt x="1246411" y="116368"/>
                </a:lnTo>
                <a:lnTo>
                  <a:pt x="1245860" y="115940"/>
                </a:lnTo>
                <a:lnTo>
                  <a:pt x="1245319" y="115490"/>
                </a:lnTo>
                <a:lnTo>
                  <a:pt x="1244791" y="115019"/>
                </a:lnTo>
                <a:lnTo>
                  <a:pt x="1244273" y="114525"/>
                </a:lnTo>
                <a:lnTo>
                  <a:pt x="1243767" y="114009"/>
                </a:lnTo>
                <a:lnTo>
                  <a:pt x="1243282" y="113475"/>
                </a:lnTo>
                <a:lnTo>
                  <a:pt x="1242818" y="112926"/>
                </a:lnTo>
                <a:lnTo>
                  <a:pt x="1242375" y="112362"/>
                </a:lnTo>
                <a:lnTo>
                  <a:pt x="1241952" y="111783"/>
                </a:lnTo>
                <a:lnTo>
                  <a:pt x="1241550" y="111189"/>
                </a:lnTo>
                <a:lnTo>
                  <a:pt x="1241168" y="110581"/>
                </a:lnTo>
                <a:lnTo>
                  <a:pt x="1240807" y="109957"/>
                </a:lnTo>
                <a:lnTo>
                  <a:pt x="1240467" y="109318"/>
                </a:lnTo>
                <a:lnTo>
                  <a:pt x="1240147" y="108665"/>
                </a:lnTo>
                <a:lnTo>
                  <a:pt x="1239848" y="107996"/>
                </a:lnTo>
                <a:lnTo>
                  <a:pt x="1239570" y="107313"/>
                </a:lnTo>
                <a:lnTo>
                  <a:pt x="1239312" y="106615"/>
                </a:lnTo>
                <a:lnTo>
                  <a:pt x="1239074" y="105902"/>
                </a:lnTo>
                <a:lnTo>
                  <a:pt x="1238858" y="105174"/>
                </a:lnTo>
                <a:lnTo>
                  <a:pt x="1238662" y="104431"/>
                </a:lnTo>
                <a:lnTo>
                  <a:pt x="1238487" y="103673"/>
                </a:lnTo>
                <a:lnTo>
                  <a:pt x="1238332" y="102900"/>
                </a:lnTo>
                <a:lnTo>
                  <a:pt x="1238198" y="102112"/>
                </a:lnTo>
                <a:lnTo>
                  <a:pt x="1238084" y="101309"/>
                </a:lnTo>
                <a:lnTo>
                  <a:pt x="1237992" y="100492"/>
                </a:lnTo>
                <a:lnTo>
                  <a:pt x="1237919" y="99659"/>
                </a:lnTo>
                <a:lnTo>
                  <a:pt x="1237868" y="98812"/>
                </a:lnTo>
                <a:lnTo>
                  <a:pt x="1237837" y="97949"/>
                </a:lnTo>
                <a:lnTo>
                  <a:pt x="1237827" y="97072"/>
                </a:lnTo>
                <a:lnTo>
                  <a:pt x="1237827" y="36402"/>
                </a:lnTo>
                <a:lnTo>
                  <a:pt x="1222912" y="36402"/>
                </a:lnTo>
                <a:lnTo>
                  <a:pt x="1222912" y="98083"/>
                </a:lnTo>
                <a:lnTo>
                  <a:pt x="1222919" y="99108"/>
                </a:lnTo>
                <a:lnTo>
                  <a:pt x="1222940" y="100118"/>
                </a:lnTo>
                <a:lnTo>
                  <a:pt x="1222975" y="101114"/>
                </a:lnTo>
                <a:lnTo>
                  <a:pt x="1223024" y="102095"/>
                </a:lnTo>
                <a:lnTo>
                  <a:pt x="1223087" y="103061"/>
                </a:lnTo>
                <a:lnTo>
                  <a:pt x="1223165" y="104012"/>
                </a:lnTo>
                <a:lnTo>
                  <a:pt x="1223256" y="104949"/>
                </a:lnTo>
                <a:lnTo>
                  <a:pt x="1223361" y="105871"/>
                </a:lnTo>
                <a:lnTo>
                  <a:pt x="1223481" y="106778"/>
                </a:lnTo>
                <a:lnTo>
                  <a:pt x="1223614" y="107670"/>
                </a:lnTo>
                <a:lnTo>
                  <a:pt x="1223761" y="108548"/>
                </a:lnTo>
                <a:lnTo>
                  <a:pt x="1223923" y="109411"/>
                </a:lnTo>
                <a:lnTo>
                  <a:pt x="1224099" y="110260"/>
                </a:lnTo>
                <a:lnTo>
                  <a:pt x="1224288" y="111094"/>
                </a:lnTo>
                <a:lnTo>
                  <a:pt x="1224492" y="111913"/>
                </a:lnTo>
                <a:lnTo>
                  <a:pt x="1224709" y="112717"/>
                </a:lnTo>
                <a:lnTo>
                  <a:pt x="1224941" y="113507"/>
                </a:lnTo>
                <a:lnTo>
                  <a:pt x="1225187" y="114282"/>
                </a:lnTo>
                <a:lnTo>
                  <a:pt x="1225447" y="115042"/>
                </a:lnTo>
                <a:lnTo>
                  <a:pt x="1225721" y="115787"/>
                </a:lnTo>
                <a:lnTo>
                  <a:pt x="1226009" y="116518"/>
                </a:lnTo>
                <a:lnTo>
                  <a:pt x="1226310" y="117234"/>
                </a:lnTo>
                <a:lnTo>
                  <a:pt x="1226626" y="117936"/>
                </a:lnTo>
                <a:lnTo>
                  <a:pt x="1226957" y="118623"/>
                </a:lnTo>
                <a:lnTo>
                  <a:pt x="1227299" y="119290"/>
                </a:lnTo>
                <a:lnTo>
                  <a:pt x="1227652" y="119943"/>
                </a:lnTo>
                <a:lnTo>
                  <a:pt x="1228015" y="120582"/>
                </a:lnTo>
                <a:lnTo>
                  <a:pt x="1228389" y="121207"/>
                </a:lnTo>
                <a:lnTo>
                  <a:pt x="1228773" y="121818"/>
                </a:lnTo>
                <a:lnTo>
                  <a:pt x="1229168" y="122414"/>
                </a:lnTo>
                <a:lnTo>
                  <a:pt x="1229574" y="122997"/>
                </a:lnTo>
                <a:lnTo>
                  <a:pt x="1229990" y="123566"/>
                </a:lnTo>
                <a:lnTo>
                  <a:pt x="1230417" y="124121"/>
                </a:lnTo>
                <a:lnTo>
                  <a:pt x="1230854" y="124661"/>
                </a:lnTo>
                <a:lnTo>
                  <a:pt x="1231301" y="125188"/>
                </a:lnTo>
                <a:lnTo>
                  <a:pt x="1231760" y="125701"/>
                </a:lnTo>
                <a:lnTo>
                  <a:pt x="1232228" y="126199"/>
                </a:lnTo>
                <a:lnTo>
                  <a:pt x="1232707" y="126684"/>
                </a:lnTo>
                <a:lnTo>
                  <a:pt x="1233197" y="127154"/>
                </a:lnTo>
                <a:lnTo>
                  <a:pt x="1233698" y="127611"/>
                </a:lnTo>
                <a:lnTo>
                  <a:pt x="1234208" y="128053"/>
                </a:lnTo>
                <a:lnTo>
                  <a:pt x="1234730" y="128481"/>
                </a:lnTo>
                <a:lnTo>
                  <a:pt x="1235262" y="128896"/>
                </a:lnTo>
                <a:lnTo>
                  <a:pt x="1235804" y="129296"/>
                </a:lnTo>
                <a:lnTo>
                  <a:pt x="1236357" y="129682"/>
                </a:lnTo>
                <a:lnTo>
                  <a:pt x="1236921" y="130054"/>
                </a:lnTo>
                <a:lnTo>
                  <a:pt x="1237495" y="130412"/>
                </a:lnTo>
                <a:lnTo>
                  <a:pt x="1238079" y="130757"/>
                </a:lnTo>
                <a:lnTo>
                  <a:pt x="1238673" y="131081"/>
                </a:lnTo>
                <a:lnTo>
                  <a:pt x="1239273" y="131392"/>
                </a:lnTo>
                <a:lnTo>
                  <a:pt x="1239881" y="131690"/>
                </a:lnTo>
                <a:lnTo>
                  <a:pt x="1240495" y="131973"/>
                </a:lnTo>
                <a:lnTo>
                  <a:pt x="1241116" y="132243"/>
                </a:lnTo>
                <a:lnTo>
                  <a:pt x="1241745" y="132498"/>
                </a:lnTo>
                <a:lnTo>
                  <a:pt x="1242380" y="132740"/>
                </a:lnTo>
                <a:lnTo>
                  <a:pt x="1243023" y="132968"/>
                </a:lnTo>
                <a:lnTo>
                  <a:pt x="1243672" y="133183"/>
                </a:lnTo>
                <a:lnTo>
                  <a:pt x="1244329" y="133383"/>
                </a:lnTo>
                <a:lnTo>
                  <a:pt x="1244993" y="133570"/>
                </a:lnTo>
                <a:lnTo>
                  <a:pt x="1245663" y="133743"/>
                </a:lnTo>
                <a:lnTo>
                  <a:pt x="1246341" y="133902"/>
                </a:lnTo>
                <a:lnTo>
                  <a:pt x="1247025" y="134047"/>
                </a:lnTo>
                <a:lnTo>
                  <a:pt x="1247717" y="134178"/>
                </a:lnTo>
                <a:lnTo>
                  <a:pt x="1248416" y="134296"/>
                </a:lnTo>
                <a:lnTo>
                  <a:pt x="1249121" y="134399"/>
                </a:lnTo>
                <a:lnTo>
                  <a:pt x="1249834" y="134489"/>
                </a:lnTo>
                <a:lnTo>
                  <a:pt x="1250554" y="134565"/>
                </a:lnTo>
                <a:lnTo>
                  <a:pt x="1251281" y="134627"/>
                </a:lnTo>
                <a:lnTo>
                  <a:pt x="1252015" y="134676"/>
                </a:lnTo>
                <a:lnTo>
                  <a:pt x="1252755" y="134710"/>
                </a:lnTo>
                <a:lnTo>
                  <a:pt x="1253503" y="134731"/>
                </a:lnTo>
                <a:lnTo>
                  <a:pt x="1254258" y="134738"/>
                </a:lnTo>
                <a:lnTo>
                  <a:pt x="1255168" y="134729"/>
                </a:lnTo>
                <a:lnTo>
                  <a:pt x="1256064" y="134702"/>
                </a:lnTo>
                <a:lnTo>
                  <a:pt x="1256948" y="134658"/>
                </a:lnTo>
                <a:lnTo>
                  <a:pt x="1257818" y="134596"/>
                </a:lnTo>
                <a:lnTo>
                  <a:pt x="1258675" y="134516"/>
                </a:lnTo>
                <a:lnTo>
                  <a:pt x="1259519" y="134418"/>
                </a:lnTo>
                <a:lnTo>
                  <a:pt x="1260350" y="134303"/>
                </a:lnTo>
                <a:lnTo>
                  <a:pt x="1261168" y="134169"/>
                </a:lnTo>
                <a:lnTo>
                  <a:pt x="1261972" y="134018"/>
                </a:lnTo>
                <a:lnTo>
                  <a:pt x="1262763" y="133849"/>
                </a:lnTo>
                <a:lnTo>
                  <a:pt x="1263542" y="133663"/>
                </a:lnTo>
                <a:lnTo>
                  <a:pt x="1264307" y="133458"/>
                </a:lnTo>
                <a:lnTo>
                  <a:pt x="1265058" y="133236"/>
                </a:lnTo>
                <a:lnTo>
                  <a:pt x="1265797" y="132996"/>
                </a:lnTo>
                <a:lnTo>
                  <a:pt x="1266522" y="132738"/>
                </a:lnTo>
                <a:lnTo>
                  <a:pt x="1267235" y="132463"/>
                </a:lnTo>
                <a:lnTo>
                  <a:pt x="1267934" y="132170"/>
                </a:lnTo>
                <a:lnTo>
                  <a:pt x="1268620" y="131859"/>
                </a:lnTo>
                <a:lnTo>
                  <a:pt x="1269293" y="131530"/>
                </a:lnTo>
                <a:lnTo>
                  <a:pt x="1269952" y="131183"/>
                </a:lnTo>
                <a:lnTo>
                  <a:pt x="1270599" y="130819"/>
                </a:lnTo>
                <a:lnTo>
                  <a:pt x="1271232" y="130437"/>
                </a:lnTo>
                <a:lnTo>
                  <a:pt x="1271852" y="130037"/>
                </a:lnTo>
                <a:lnTo>
                  <a:pt x="1272459" y="129619"/>
                </a:lnTo>
                <a:lnTo>
                  <a:pt x="1273053" y="129183"/>
                </a:lnTo>
                <a:lnTo>
                  <a:pt x="1273634" y="128740"/>
                </a:lnTo>
                <a:lnTo>
                  <a:pt x="1274201" y="128289"/>
                </a:lnTo>
                <a:lnTo>
                  <a:pt x="1274755" y="127830"/>
                </a:lnTo>
                <a:lnTo>
                  <a:pt x="1275296" y="127364"/>
                </a:lnTo>
                <a:lnTo>
                  <a:pt x="1275824" y="126890"/>
                </a:lnTo>
                <a:lnTo>
                  <a:pt x="1276339" y="126408"/>
                </a:lnTo>
                <a:lnTo>
                  <a:pt x="1276841" y="125918"/>
                </a:lnTo>
                <a:lnTo>
                  <a:pt x="1277329" y="125421"/>
                </a:lnTo>
                <a:lnTo>
                  <a:pt x="1277805" y="124916"/>
                </a:lnTo>
                <a:lnTo>
                  <a:pt x="1278267" y="124404"/>
                </a:lnTo>
                <a:lnTo>
                  <a:pt x="1278716" y="123884"/>
                </a:lnTo>
                <a:lnTo>
                  <a:pt x="1279151" y="123356"/>
                </a:lnTo>
                <a:lnTo>
                  <a:pt x="1279574" y="122820"/>
                </a:lnTo>
                <a:lnTo>
                  <a:pt x="1279984" y="122277"/>
                </a:lnTo>
                <a:lnTo>
                  <a:pt x="1280380" y="121726"/>
                </a:lnTo>
                <a:lnTo>
                  <a:pt x="1280763" y="121168"/>
                </a:lnTo>
                <a:lnTo>
                  <a:pt x="1281133" y="120601"/>
                </a:lnTo>
                <a:lnTo>
                  <a:pt x="1281490" y="120028"/>
                </a:lnTo>
                <a:lnTo>
                  <a:pt x="1281833" y="119446"/>
                </a:lnTo>
                <a:lnTo>
                  <a:pt x="1282164" y="118857"/>
                </a:lnTo>
                <a:lnTo>
                  <a:pt x="1282481" y="118260"/>
                </a:lnTo>
                <a:lnTo>
                  <a:pt x="1282785" y="117655"/>
                </a:lnTo>
                <a:lnTo>
                  <a:pt x="1283076" y="117043"/>
                </a:lnTo>
                <a:lnTo>
                  <a:pt x="1284087" y="117043"/>
                </a:lnTo>
                <a:lnTo>
                  <a:pt x="1284087" y="133474"/>
                </a:lnTo>
                <a:lnTo>
                  <a:pt x="1299002" y="133474"/>
                </a:lnTo>
                <a:lnTo>
                  <a:pt x="1299002" y="36402"/>
                </a:lnTo>
                <a:lnTo>
                  <a:pt x="1284087" y="36402"/>
                </a:lnTo>
                <a:lnTo>
                  <a:pt x="1284087" y="93786"/>
                </a:lnTo>
                <a:lnTo>
                  <a:pt x="1284080" y="94539"/>
                </a:lnTo>
                <a:lnTo>
                  <a:pt x="1284060" y="95280"/>
                </a:lnTo>
                <a:lnTo>
                  <a:pt x="1284025" y="96011"/>
                </a:lnTo>
                <a:lnTo>
                  <a:pt x="1283977" y="96730"/>
                </a:lnTo>
                <a:lnTo>
                  <a:pt x="1283915" y="97438"/>
                </a:lnTo>
                <a:lnTo>
                  <a:pt x="1283839" y="98135"/>
                </a:lnTo>
                <a:close/>
                <a:moveTo>
                  <a:pt x="1106062" y="233529"/>
                </a:moveTo>
                <a:lnTo>
                  <a:pt x="1106392" y="233452"/>
                </a:lnTo>
                <a:lnTo>
                  <a:pt x="1106718" y="233364"/>
                </a:lnTo>
                <a:lnTo>
                  <a:pt x="1107040" y="233266"/>
                </a:lnTo>
                <a:lnTo>
                  <a:pt x="1107357" y="233158"/>
                </a:lnTo>
                <a:lnTo>
                  <a:pt x="1107670" y="233039"/>
                </a:lnTo>
                <a:lnTo>
                  <a:pt x="1107979" y="232910"/>
                </a:lnTo>
                <a:lnTo>
                  <a:pt x="1108283" y="232771"/>
                </a:lnTo>
                <a:lnTo>
                  <a:pt x="1108583" y="232622"/>
                </a:lnTo>
                <a:lnTo>
                  <a:pt x="1108878" y="232462"/>
                </a:lnTo>
                <a:lnTo>
                  <a:pt x="1109169" y="232292"/>
                </a:lnTo>
                <a:lnTo>
                  <a:pt x="1109456" y="232111"/>
                </a:lnTo>
                <a:lnTo>
                  <a:pt x="1109738" y="231920"/>
                </a:lnTo>
                <a:lnTo>
                  <a:pt x="1110016" y="231719"/>
                </a:lnTo>
                <a:lnTo>
                  <a:pt x="1110289" y="231508"/>
                </a:lnTo>
                <a:lnTo>
                  <a:pt x="1110558" y="231286"/>
                </a:lnTo>
                <a:lnTo>
                  <a:pt x="1110823" y="231054"/>
                </a:lnTo>
                <a:lnTo>
                  <a:pt x="1111083" y="230812"/>
                </a:lnTo>
                <a:lnTo>
                  <a:pt x="1111341" y="230562"/>
                </a:lnTo>
                <a:lnTo>
                  <a:pt x="1111588" y="230308"/>
                </a:lnTo>
                <a:lnTo>
                  <a:pt x="1111824" y="230050"/>
                </a:lnTo>
                <a:lnTo>
                  <a:pt x="1112049" y="229788"/>
                </a:lnTo>
                <a:lnTo>
                  <a:pt x="1112263" y="229522"/>
                </a:lnTo>
                <a:lnTo>
                  <a:pt x="1112466" y="229251"/>
                </a:lnTo>
                <a:lnTo>
                  <a:pt x="1112658" y="228977"/>
                </a:lnTo>
                <a:lnTo>
                  <a:pt x="1112839" y="228698"/>
                </a:lnTo>
                <a:lnTo>
                  <a:pt x="1113009" y="228415"/>
                </a:lnTo>
                <a:lnTo>
                  <a:pt x="1113168" y="228128"/>
                </a:lnTo>
                <a:lnTo>
                  <a:pt x="1113316" y="227837"/>
                </a:lnTo>
                <a:lnTo>
                  <a:pt x="1113453" y="227541"/>
                </a:lnTo>
                <a:lnTo>
                  <a:pt x="1113579" y="227241"/>
                </a:lnTo>
                <a:lnTo>
                  <a:pt x="1113694" y="226938"/>
                </a:lnTo>
                <a:lnTo>
                  <a:pt x="1113799" y="226630"/>
                </a:lnTo>
                <a:lnTo>
                  <a:pt x="1113892" y="226317"/>
                </a:lnTo>
                <a:lnTo>
                  <a:pt x="1113974" y="226001"/>
                </a:lnTo>
                <a:lnTo>
                  <a:pt x="1114045" y="225681"/>
                </a:lnTo>
                <a:lnTo>
                  <a:pt x="1114106" y="225356"/>
                </a:lnTo>
                <a:lnTo>
                  <a:pt x="1114155" y="225027"/>
                </a:lnTo>
                <a:lnTo>
                  <a:pt x="1114194" y="224694"/>
                </a:lnTo>
                <a:lnTo>
                  <a:pt x="1114221" y="224357"/>
                </a:lnTo>
                <a:lnTo>
                  <a:pt x="1114238" y="224016"/>
                </a:lnTo>
                <a:lnTo>
                  <a:pt x="1114243" y="223670"/>
                </a:lnTo>
                <a:lnTo>
                  <a:pt x="1114238" y="223325"/>
                </a:lnTo>
                <a:lnTo>
                  <a:pt x="1114221" y="222983"/>
                </a:lnTo>
                <a:lnTo>
                  <a:pt x="1114194" y="222646"/>
                </a:lnTo>
                <a:lnTo>
                  <a:pt x="1114155" y="222313"/>
                </a:lnTo>
                <a:lnTo>
                  <a:pt x="1114106" y="221984"/>
                </a:lnTo>
                <a:lnTo>
                  <a:pt x="1114045" y="221660"/>
                </a:lnTo>
                <a:lnTo>
                  <a:pt x="1113974" y="221339"/>
                </a:lnTo>
                <a:lnTo>
                  <a:pt x="1113892" y="221023"/>
                </a:lnTo>
                <a:lnTo>
                  <a:pt x="1113799" y="220711"/>
                </a:lnTo>
                <a:lnTo>
                  <a:pt x="1113694" y="220403"/>
                </a:lnTo>
                <a:lnTo>
                  <a:pt x="1113579" y="220099"/>
                </a:lnTo>
                <a:lnTo>
                  <a:pt x="1113453" y="219799"/>
                </a:lnTo>
                <a:lnTo>
                  <a:pt x="1113316" y="219504"/>
                </a:lnTo>
                <a:lnTo>
                  <a:pt x="1113168" y="219213"/>
                </a:lnTo>
                <a:lnTo>
                  <a:pt x="1113009" y="218925"/>
                </a:lnTo>
                <a:lnTo>
                  <a:pt x="1112839" y="218642"/>
                </a:lnTo>
                <a:lnTo>
                  <a:pt x="1112658" y="218364"/>
                </a:lnTo>
                <a:lnTo>
                  <a:pt x="1112466" y="218089"/>
                </a:lnTo>
                <a:lnTo>
                  <a:pt x="1112263" y="217819"/>
                </a:lnTo>
                <a:lnTo>
                  <a:pt x="1112049" y="217552"/>
                </a:lnTo>
                <a:lnTo>
                  <a:pt x="1111824" y="217290"/>
                </a:lnTo>
                <a:lnTo>
                  <a:pt x="1111588" y="217032"/>
                </a:lnTo>
                <a:lnTo>
                  <a:pt x="1111341" y="216778"/>
                </a:lnTo>
                <a:lnTo>
                  <a:pt x="1111083" y="216529"/>
                </a:lnTo>
                <a:lnTo>
                  <a:pt x="1110823" y="216286"/>
                </a:lnTo>
                <a:lnTo>
                  <a:pt x="1110558" y="216054"/>
                </a:lnTo>
                <a:lnTo>
                  <a:pt x="1110289" y="215833"/>
                </a:lnTo>
                <a:lnTo>
                  <a:pt x="1110016" y="215621"/>
                </a:lnTo>
                <a:lnTo>
                  <a:pt x="1109738" y="215420"/>
                </a:lnTo>
                <a:lnTo>
                  <a:pt x="1109456" y="215229"/>
                </a:lnTo>
                <a:lnTo>
                  <a:pt x="1109169" y="215049"/>
                </a:lnTo>
                <a:lnTo>
                  <a:pt x="1108878" y="214879"/>
                </a:lnTo>
                <a:lnTo>
                  <a:pt x="1108583" y="214719"/>
                </a:lnTo>
                <a:lnTo>
                  <a:pt x="1108283" y="214569"/>
                </a:lnTo>
                <a:lnTo>
                  <a:pt x="1107979" y="214430"/>
                </a:lnTo>
                <a:lnTo>
                  <a:pt x="1107670" y="214301"/>
                </a:lnTo>
                <a:lnTo>
                  <a:pt x="1107357" y="214182"/>
                </a:lnTo>
                <a:lnTo>
                  <a:pt x="1107040" y="214074"/>
                </a:lnTo>
                <a:lnTo>
                  <a:pt x="1106718" y="213976"/>
                </a:lnTo>
                <a:lnTo>
                  <a:pt x="1106392" y="213889"/>
                </a:lnTo>
                <a:lnTo>
                  <a:pt x="1106062" y="213811"/>
                </a:lnTo>
                <a:lnTo>
                  <a:pt x="1105727" y="213744"/>
                </a:lnTo>
                <a:lnTo>
                  <a:pt x="1105388" y="213687"/>
                </a:lnTo>
                <a:lnTo>
                  <a:pt x="1105044" y="213641"/>
                </a:lnTo>
                <a:lnTo>
                  <a:pt x="1104696" y="213605"/>
                </a:lnTo>
                <a:lnTo>
                  <a:pt x="1104344" y="213579"/>
                </a:lnTo>
                <a:lnTo>
                  <a:pt x="1103987" y="213564"/>
                </a:lnTo>
                <a:lnTo>
                  <a:pt x="1103626" y="213558"/>
                </a:lnTo>
                <a:lnTo>
                  <a:pt x="1103264" y="213564"/>
                </a:lnTo>
                <a:lnTo>
                  <a:pt x="1102907" y="213579"/>
                </a:lnTo>
                <a:lnTo>
                  <a:pt x="1102554" y="213605"/>
                </a:lnTo>
                <a:lnTo>
                  <a:pt x="1102206" y="213641"/>
                </a:lnTo>
                <a:lnTo>
                  <a:pt x="1101861" y="213687"/>
                </a:lnTo>
                <a:lnTo>
                  <a:pt x="1101520" y="213744"/>
                </a:lnTo>
                <a:lnTo>
                  <a:pt x="1101184" y="213811"/>
                </a:lnTo>
                <a:lnTo>
                  <a:pt x="1100852" y="213889"/>
                </a:lnTo>
                <a:lnTo>
                  <a:pt x="1100524" y="213976"/>
                </a:lnTo>
                <a:lnTo>
                  <a:pt x="1100200" y="214074"/>
                </a:lnTo>
                <a:lnTo>
                  <a:pt x="1099881" y="214182"/>
                </a:lnTo>
                <a:lnTo>
                  <a:pt x="1099565" y="214301"/>
                </a:lnTo>
                <a:lnTo>
                  <a:pt x="1099254" y="214430"/>
                </a:lnTo>
                <a:lnTo>
                  <a:pt x="1098947" y="214569"/>
                </a:lnTo>
                <a:lnTo>
                  <a:pt x="1098644" y="214719"/>
                </a:lnTo>
                <a:lnTo>
                  <a:pt x="1098345" y="214879"/>
                </a:lnTo>
                <a:lnTo>
                  <a:pt x="1098051" y="215049"/>
                </a:lnTo>
                <a:lnTo>
                  <a:pt x="1097760" y="215229"/>
                </a:lnTo>
                <a:lnTo>
                  <a:pt x="1097474" y="215420"/>
                </a:lnTo>
                <a:lnTo>
                  <a:pt x="1097192" y="215621"/>
                </a:lnTo>
                <a:lnTo>
                  <a:pt x="1096914" y="215833"/>
                </a:lnTo>
                <a:lnTo>
                  <a:pt x="1096640" y="216054"/>
                </a:lnTo>
                <a:lnTo>
                  <a:pt x="1096371" y="216286"/>
                </a:lnTo>
                <a:lnTo>
                  <a:pt x="1096105" y="216529"/>
                </a:lnTo>
                <a:lnTo>
                  <a:pt x="1095852" y="216778"/>
                </a:lnTo>
                <a:lnTo>
                  <a:pt x="1095611" y="217032"/>
                </a:lnTo>
                <a:lnTo>
                  <a:pt x="1095379" y="217290"/>
                </a:lnTo>
                <a:lnTo>
                  <a:pt x="1095159" y="217552"/>
                </a:lnTo>
                <a:lnTo>
                  <a:pt x="1094949" y="217819"/>
                </a:lnTo>
                <a:lnTo>
                  <a:pt x="1094750" y="218089"/>
                </a:lnTo>
                <a:lnTo>
                  <a:pt x="1094562" y="218364"/>
                </a:lnTo>
                <a:lnTo>
                  <a:pt x="1094385" y="218642"/>
                </a:lnTo>
                <a:lnTo>
                  <a:pt x="1094218" y="218925"/>
                </a:lnTo>
                <a:lnTo>
                  <a:pt x="1094062" y="219213"/>
                </a:lnTo>
                <a:lnTo>
                  <a:pt x="1093917" y="219504"/>
                </a:lnTo>
                <a:lnTo>
                  <a:pt x="1093783" y="219799"/>
                </a:lnTo>
                <a:lnTo>
                  <a:pt x="1093659" y="220099"/>
                </a:lnTo>
                <a:lnTo>
                  <a:pt x="1093546" y="220403"/>
                </a:lnTo>
                <a:lnTo>
                  <a:pt x="1093444" y="220711"/>
                </a:lnTo>
                <a:lnTo>
                  <a:pt x="1093353" y="221023"/>
                </a:lnTo>
                <a:lnTo>
                  <a:pt x="1093272" y="221339"/>
                </a:lnTo>
                <a:lnTo>
                  <a:pt x="1093202" y="221660"/>
                </a:lnTo>
                <a:lnTo>
                  <a:pt x="1093143" y="221984"/>
                </a:lnTo>
                <a:lnTo>
                  <a:pt x="1093095" y="222313"/>
                </a:lnTo>
                <a:lnTo>
                  <a:pt x="1093057" y="222646"/>
                </a:lnTo>
                <a:lnTo>
                  <a:pt x="1093030" y="222983"/>
                </a:lnTo>
                <a:lnTo>
                  <a:pt x="1093014" y="223325"/>
                </a:lnTo>
                <a:lnTo>
                  <a:pt x="1093009" y="223670"/>
                </a:lnTo>
                <a:lnTo>
                  <a:pt x="1093014" y="224016"/>
                </a:lnTo>
                <a:lnTo>
                  <a:pt x="1093030" y="224357"/>
                </a:lnTo>
                <a:lnTo>
                  <a:pt x="1093057" y="224694"/>
                </a:lnTo>
                <a:lnTo>
                  <a:pt x="1093095" y="225027"/>
                </a:lnTo>
                <a:lnTo>
                  <a:pt x="1093143" y="225356"/>
                </a:lnTo>
                <a:lnTo>
                  <a:pt x="1093202" y="225681"/>
                </a:lnTo>
                <a:lnTo>
                  <a:pt x="1093272" y="226001"/>
                </a:lnTo>
                <a:lnTo>
                  <a:pt x="1093353" y="226317"/>
                </a:lnTo>
                <a:lnTo>
                  <a:pt x="1093444" y="226630"/>
                </a:lnTo>
                <a:lnTo>
                  <a:pt x="1093546" y="226938"/>
                </a:lnTo>
                <a:lnTo>
                  <a:pt x="1093659" y="227241"/>
                </a:lnTo>
                <a:lnTo>
                  <a:pt x="1093783" y="227541"/>
                </a:lnTo>
                <a:lnTo>
                  <a:pt x="1093917" y="227837"/>
                </a:lnTo>
                <a:lnTo>
                  <a:pt x="1094062" y="228128"/>
                </a:lnTo>
                <a:lnTo>
                  <a:pt x="1094218" y="228415"/>
                </a:lnTo>
                <a:lnTo>
                  <a:pt x="1094385" y="228698"/>
                </a:lnTo>
                <a:lnTo>
                  <a:pt x="1094562" y="228977"/>
                </a:lnTo>
                <a:lnTo>
                  <a:pt x="1094750" y="229251"/>
                </a:lnTo>
                <a:lnTo>
                  <a:pt x="1094949" y="229522"/>
                </a:lnTo>
                <a:lnTo>
                  <a:pt x="1095159" y="229788"/>
                </a:lnTo>
                <a:lnTo>
                  <a:pt x="1095379" y="230050"/>
                </a:lnTo>
                <a:lnTo>
                  <a:pt x="1095611" y="230308"/>
                </a:lnTo>
                <a:lnTo>
                  <a:pt x="1095852" y="230562"/>
                </a:lnTo>
                <a:lnTo>
                  <a:pt x="1096105" y="230812"/>
                </a:lnTo>
                <a:lnTo>
                  <a:pt x="1096371" y="231054"/>
                </a:lnTo>
                <a:lnTo>
                  <a:pt x="1096640" y="231286"/>
                </a:lnTo>
                <a:lnTo>
                  <a:pt x="1096914" y="231508"/>
                </a:lnTo>
                <a:lnTo>
                  <a:pt x="1097192" y="231719"/>
                </a:lnTo>
                <a:lnTo>
                  <a:pt x="1097474" y="231920"/>
                </a:lnTo>
                <a:lnTo>
                  <a:pt x="1097760" y="232111"/>
                </a:lnTo>
                <a:lnTo>
                  <a:pt x="1098051" y="232292"/>
                </a:lnTo>
                <a:lnTo>
                  <a:pt x="1098345" y="232462"/>
                </a:lnTo>
                <a:lnTo>
                  <a:pt x="1098644" y="232622"/>
                </a:lnTo>
                <a:lnTo>
                  <a:pt x="1098947" y="232771"/>
                </a:lnTo>
                <a:lnTo>
                  <a:pt x="1099254" y="232910"/>
                </a:lnTo>
                <a:lnTo>
                  <a:pt x="1099565" y="233039"/>
                </a:lnTo>
                <a:lnTo>
                  <a:pt x="1099881" y="233158"/>
                </a:lnTo>
                <a:lnTo>
                  <a:pt x="1100200" y="233266"/>
                </a:lnTo>
                <a:lnTo>
                  <a:pt x="1100524" y="233364"/>
                </a:lnTo>
                <a:lnTo>
                  <a:pt x="1100852" y="233452"/>
                </a:lnTo>
                <a:lnTo>
                  <a:pt x="1101184" y="233529"/>
                </a:lnTo>
                <a:lnTo>
                  <a:pt x="1101520" y="233596"/>
                </a:lnTo>
                <a:lnTo>
                  <a:pt x="1101861" y="233653"/>
                </a:lnTo>
                <a:lnTo>
                  <a:pt x="1102206" y="233699"/>
                </a:lnTo>
                <a:lnTo>
                  <a:pt x="1102554" y="233735"/>
                </a:lnTo>
                <a:lnTo>
                  <a:pt x="1102907" y="233761"/>
                </a:lnTo>
                <a:lnTo>
                  <a:pt x="1103264" y="233777"/>
                </a:lnTo>
                <a:lnTo>
                  <a:pt x="1103626" y="233782"/>
                </a:lnTo>
                <a:lnTo>
                  <a:pt x="1103987" y="233777"/>
                </a:lnTo>
                <a:lnTo>
                  <a:pt x="1104344" y="233761"/>
                </a:lnTo>
                <a:lnTo>
                  <a:pt x="1104696" y="233735"/>
                </a:lnTo>
                <a:lnTo>
                  <a:pt x="1105044" y="233699"/>
                </a:lnTo>
                <a:lnTo>
                  <a:pt x="1105388" y="233653"/>
                </a:lnTo>
                <a:lnTo>
                  <a:pt x="1105727" y="233596"/>
                </a:lnTo>
                <a:lnTo>
                  <a:pt x="1106062" y="233529"/>
                </a:lnTo>
                <a:close/>
                <a:moveTo>
                  <a:pt x="868646" y="299522"/>
                </a:moveTo>
                <a:lnTo>
                  <a:pt x="869801" y="299417"/>
                </a:lnTo>
                <a:lnTo>
                  <a:pt x="870937" y="299293"/>
                </a:lnTo>
                <a:lnTo>
                  <a:pt x="872054" y="299150"/>
                </a:lnTo>
                <a:lnTo>
                  <a:pt x="873153" y="298987"/>
                </a:lnTo>
                <a:lnTo>
                  <a:pt x="874232" y="298806"/>
                </a:lnTo>
                <a:lnTo>
                  <a:pt x="875293" y="298605"/>
                </a:lnTo>
                <a:lnTo>
                  <a:pt x="876334" y="298386"/>
                </a:lnTo>
                <a:lnTo>
                  <a:pt x="877357" y="298147"/>
                </a:lnTo>
                <a:lnTo>
                  <a:pt x="878361" y="297890"/>
                </a:lnTo>
                <a:lnTo>
                  <a:pt x="879346" y="297613"/>
                </a:lnTo>
                <a:lnTo>
                  <a:pt x="880312" y="297317"/>
                </a:lnTo>
                <a:lnTo>
                  <a:pt x="881260" y="297002"/>
                </a:lnTo>
                <a:lnTo>
                  <a:pt x="882188" y="296668"/>
                </a:lnTo>
                <a:lnTo>
                  <a:pt x="883098" y="296315"/>
                </a:lnTo>
                <a:lnTo>
                  <a:pt x="883988" y="295942"/>
                </a:lnTo>
                <a:lnTo>
                  <a:pt x="884860" y="295551"/>
                </a:lnTo>
                <a:lnTo>
                  <a:pt x="885713" y="295140"/>
                </a:lnTo>
                <a:lnTo>
                  <a:pt x="886547" y="294711"/>
                </a:lnTo>
                <a:lnTo>
                  <a:pt x="887362" y="294262"/>
                </a:lnTo>
                <a:lnTo>
                  <a:pt x="888159" y="293792"/>
                </a:lnTo>
                <a:lnTo>
                  <a:pt x="888939" y="293309"/>
                </a:lnTo>
                <a:lnTo>
                  <a:pt x="889701" y="292813"/>
                </a:lnTo>
                <a:lnTo>
                  <a:pt x="890445" y="292303"/>
                </a:lnTo>
                <a:lnTo>
                  <a:pt x="891172" y="291780"/>
                </a:lnTo>
                <a:lnTo>
                  <a:pt x="891881" y="291245"/>
                </a:lnTo>
                <a:lnTo>
                  <a:pt x="892573" y="290696"/>
                </a:lnTo>
                <a:lnTo>
                  <a:pt x="893247" y="290133"/>
                </a:lnTo>
                <a:lnTo>
                  <a:pt x="893903" y="289558"/>
                </a:lnTo>
                <a:lnTo>
                  <a:pt x="894542" y="288969"/>
                </a:lnTo>
                <a:lnTo>
                  <a:pt x="895164" y="288368"/>
                </a:lnTo>
                <a:lnTo>
                  <a:pt x="895768" y="287753"/>
                </a:lnTo>
                <a:lnTo>
                  <a:pt x="896354" y="287125"/>
                </a:lnTo>
                <a:lnTo>
                  <a:pt x="896923" y="286484"/>
                </a:lnTo>
                <a:lnTo>
                  <a:pt x="897474" y="285829"/>
                </a:lnTo>
                <a:lnTo>
                  <a:pt x="898008" y="285162"/>
                </a:lnTo>
                <a:lnTo>
                  <a:pt x="898524" y="284481"/>
                </a:lnTo>
                <a:lnTo>
                  <a:pt x="899022" y="283787"/>
                </a:lnTo>
                <a:lnTo>
                  <a:pt x="899503" y="283080"/>
                </a:lnTo>
                <a:lnTo>
                  <a:pt x="899967" y="282360"/>
                </a:lnTo>
                <a:lnTo>
                  <a:pt x="900413" y="281627"/>
                </a:lnTo>
                <a:lnTo>
                  <a:pt x="900841" y="280880"/>
                </a:lnTo>
                <a:lnTo>
                  <a:pt x="901252" y="280120"/>
                </a:lnTo>
                <a:lnTo>
                  <a:pt x="901645" y="279348"/>
                </a:lnTo>
                <a:lnTo>
                  <a:pt x="902027" y="278565"/>
                </a:lnTo>
                <a:lnTo>
                  <a:pt x="902392" y="277774"/>
                </a:lnTo>
                <a:lnTo>
                  <a:pt x="902741" y="276977"/>
                </a:lnTo>
                <a:lnTo>
                  <a:pt x="903074" y="276172"/>
                </a:lnTo>
                <a:lnTo>
                  <a:pt x="903391" y="275360"/>
                </a:lnTo>
                <a:lnTo>
                  <a:pt x="903691" y="274541"/>
                </a:lnTo>
                <a:lnTo>
                  <a:pt x="903975" y="273714"/>
                </a:lnTo>
                <a:lnTo>
                  <a:pt x="904243" y="272880"/>
                </a:lnTo>
                <a:lnTo>
                  <a:pt x="904495" y="272039"/>
                </a:lnTo>
                <a:lnTo>
                  <a:pt x="904730" y="271191"/>
                </a:lnTo>
                <a:lnTo>
                  <a:pt x="904950" y="270336"/>
                </a:lnTo>
                <a:lnTo>
                  <a:pt x="905153" y="269473"/>
                </a:lnTo>
                <a:lnTo>
                  <a:pt x="905339" y="268603"/>
                </a:lnTo>
                <a:lnTo>
                  <a:pt x="905510" y="267726"/>
                </a:lnTo>
                <a:lnTo>
                  <a:pt x="905664" y="266841"/>
                </a:lnTo>
                <a:lnTo>
                  <a:pt x="905802" y="265950"/>
                </a:lnTo>
                <a:lnTo>
                  <a:pt x="905924" y="265051"/>
                </a:lnTo>
                <a:lnTo>
                  <a:pt x="906029" y="264145"/>
                </a:lnTo>
                <a:lnTo>
                  <a:pt x="906119" y="263231"/>
                </a:lnTo>
                <a:lnTo>
                  <a:pt x="906192" y="262310"/>
                </a:lnTo>
                <a:lnTo>
                  <a:pt x="906249" y="261383"/>
                </a:lnTo>
                <a:lnTo>
                  <a:pt x="906289" y="260447"/>
                </a:lnTo>
                <a:lnTo>
                  <a:pt x="906314" y="259505"/>
                </a:lnTo>
                <a:lnTo>
                  <a:pt x="906322" y="258555"/>
                </a:lnTo>
                <a:lnTo>
                  <a:pt x="906314" y="257606"/>
                </a:lnTo>
                <a:lnTo>
                  <a:pt x="906289" y="256664"/>
                </a:lnTo>
                <a:lnTo>
                  <a:pt x="906249" y="255729"/>
                </a:lnTo>
                <a:lnTo>
                  <a:pt x="906192" y="254802"/>
                </a:lnTo>
                <a:lnTo>
                  <a:pt x="906119" y="253883"/>
                </a:lnTo>
                <a:lnTo>
                  <a:pt x="906029" y="252970"/>
                </a:lnTo>
                <a:lnTo>
                  <a:pt x="905924" y="252066"/>
                </a:lnTo>
                <a:lnTo>
                  <a:pt x="905802" y="251168"/>
                </a:lnTo>
                <a:lnTo>
                  <a:pt x="905664" y="250278"/>
                </a:lnTo>
                <a:lnTo>
                  <a:pt x="905510" y="249396"/>
                </a:lnTo>
                <a:lnTo>
                  <a:pt x="905339" y="248521"/>
                </a:lnTo>
                <a:lnTo>
                  <a:pt x="905153" y="247654"/>
                </a:lnTo>
                <a:lnTo>
                  <a:pt x="904950" y="246794"/>
                </a:lnTo>
                <a:lnTo>
                  <a:pt x="904730" y="245941"/>
                </a:lnTo>
                <a:lnTo>
                  <a:pt x="904495" y="245096"/>
                </a:lnTo>
                <a:lnTo>
                  <a:pt x="904243" y="244259"/>
                </a:lnTo>
                <a:lnTo>
                  <a:pt x="903975" y="243429"/>
                </a:lnTo>
                <a:lnTo>
                  <a:pt x="903691" y="242606"/>
                </a:lnTo>
                <a:lnTo>
                  <a:pt x="903391" y="241791"/>
                </a:lnTo>
                <a:lnTo>
                  <a:pt x="903074" y="240983"/>
                </a:lnTo>
                <a:lnTo>
                  <a:pt x="902741" y="240183"/>
                </a:lnTo>
                <a:lnTo>
                  <a:pt x="902392" y="239390"/>
                </a:lnTo>
                <a:lnTo>
                  <a:pt x="902027" y="238604"/>
                </a:lnTo>
                <a:lnTo>
                  <a:pt x="901645" y="237827"/>
                </a:lnTo>
                <a:lnTo>
                  <a:pt x="901247" y="237059"/>
                </a:lnTo>
                <a:lnTo>
                  <a:pt x="900831" y="236305"/>
                </a:lnTo>
                <a:lnTo>
                  <a:pt x="900397" y="235564"/>
                </a:lnTo>
                <a:lnTo>
                  <a:pt x="899946" y="234837"/>
                </a:lnTo>
                <a:lnTo>
                  <a:pt x="899477" y="234123"/>
                </a:lnTo>
                <a:lnTo>
                  <a:pt x="898991" y="233422"/>
                </a:lnTo>
                <a:lnTo>
                  <a:pt x="898487" y="232735"/>
                </a:lnTo>
                <a:lnTo>
                  <a:pt x="897966" y="232061"/>
                </a:lnTo>
                <a:lnTo>
                  <a:pt x="897427" y="231401"/>
                </a:lnTo>
                <a:lnTo>
                  <a:pt x="896870" y="230754"/>
                </a:lnTo>
                <a:lnTo>
                  <a:pt x="896296" y="230120"/>
                </a:lnTo>
                <a:lnTo>
                  <a:pt x="895705" y="229500"/>
                </a:lnTo>
                <a:lnTo>
                  <a:pt x="895095" y="228893"/>
                </a:lnTo>
                <a:lnTo>
                  <a:pt x="894469" y="228300"/>
                </a:lnTo>
                <a:lnTo>
                  <a:pt x="893824" y="227720"/>
                </a:lnTo>
                <a:lnTo>
                  <a:pt x="893163" y="227153"/>
                </a:lnTo>
                <a:lnTo>
                  <a:pt x="892483" y="226600"/>
                </a:lnTo>
                <a:lnTo>
                  <a:pt x="891786" y="226060"/>
                </a:lnTo>
                <a:lnTo>
                  <a:pt x="891072" y="225533"/>
                </a:lnTo>
                <a:lnTo>
                  <a:pt x="890340" y="225020"/>
                </a:lnTo>
                <a:lnTo>
                  <a:pt x="889590" y="224520"/>
                </a:lnTo>
                <a:lnTo>
                  <a:pt x="888823" y="224034"/>
                </a:lnTo>
                <a:lnTo>
                  <a:pt x="888038" y="223561"/>
                </a:lnTo>
                <a:lnTo>
                  <a:pt x="887236" y="223101"/>
                </a:lnTo>
                <a:lnTo>
                  <a:pt x="886421" y="222653"/>
                </a:lnTo>
                <a:lnTo>
                  <a:pt x="885586" y="222223"/>
                </a:lnTo>
                <a:lnTo>
                  <a:pt x="884732" y="221813"/>
                </a:lnTo>
                <a:lnTo>
                  <a:pt x="883858" y="221421"/>
                </a:lnTo>
                <a:lnTo>
                  <a:pt x="882966" y="221049"/>
                </a:lnTo>
                <a:lnTo>
                  <a:pt x="882054" y="220696"/>
                </a:lnTo>
                <a:lnTo>
                  <a:pt x="881122" y="220362"/>
                </a:lnTo>
                <a:lnTo>
                  <a:pt x="880172" y="220047"/>
                </a:lnTo>
                <a:lnTo>
                  <a:pt x="879202" y="219751"/>
                </a:lnTo>
                <a:lnTo>
                  <a:pt x="878213" y="219474"/>
                </a:lnTo>
                <a:lnTo>
                  <a:pt x="877204" y="219216"/>
                </a:lnTo>
                <a:lnTo>
                  <a:pt x="876176" y="218978"/>
                </a:lnTo>
                <a:lnTo>
                  <a:pt x="875129" y="218758"/>
                </a:lnTo>
                <a:lnTo>
                  <a:pt x="874063" y="218558"/>
                </a:lnTo>
                <a:lnTo>
                  <a:pt x="872977" y="218376"/>
                </a:lnTo>
                <a:lnTo>
                  <a:pt x="871872" y="218214"/>
                </a:lnTo>
                <a:lnTo>
                  <a:pt x="870747" y="218071"/>
                </a:lnTo>
                <a:lnTo>
                  <a:pt x="869604" y="217947"/>
                </a:lnTo>
                <a:lnTo>
                  <a:pt x="868441" y="217842"/>
                </a:lnTo>
                <a:lnTo>
                  <a:pt x="867258" y="217756"/>
                </a:lnTo>
                <a:lnTo>
                  <a:pt x="866057" y="217689"/>
                </a:lnTo>
                <a:lnTo>
                  <a:pt x="864836" y="217641"/>
                </a:lnTo>
                <a:lnTo>
                  <a:pt x="863596" y="217613"/>
                </a:lnTo>
                <a:lnTo>
                  <a:pt x="862336" y="217603"/>
                </a:lnTo>
                <a:lnTo>
                  <a:pt x="818603" y="217603"/>
                </a:lnTo>
                <a:lnTo>
                  <a:pt x="818603" y="347033"/>
                </a:lnTo>
                <a:lnTo>
                  <a:pt x="834276" y="347033"/>
                </a:lnTo>
                <a:lnTo>
                  <a:pt x="834276" y="299760"/>
                </a:lnTo>
                <a:lnTo>
                  <a:pt x="862589" y="299760"/>
                </a:lnTo>
                <a:lnTo>
                  <a:pt x="863838" y="299751"/>
                </a:lnTo>
                <a:lnTo>
                  <a:pt x="865068" y="299722"/>
                </a:lnTo>
                <a:lnTo>
                  <a:pt x="866280" y="299675"/>
                </a:lnTo>
                <a:lnTo>
                  <a:pt x="867473" y="299608"/>
                </a:lnTo>
                <a:lnTo>
                  <a:pt x="868646" y="299522"/>
                </a:lnTo>
                <a:close/>
                <a:moveTo>
                  <a:pt x="865233" y="231605"/>
                </a:moveTo>
                <a:lnTo>
                  <a:pt x="866047" y="231660"/>
                </a:lnTo>
                <a:lnTo>
                  <a:pt x="866847" y="231728"/>
                </a:lnTo>
                <a:lnTo>
                  <a:pt x="867632" y="231808"/>
                </a:lnTo>
                <a:lnTo>
                  <a:pt x="868403" y="231900"/>
                </a:lnTo>
                <a:lnTo>
                  <a:pt x="869159" y="232004"/>
                </a:lnTo>
                <a:lnTo>
                  <a:pt x="869901" y="232121"/>
                </a:lnTo>
                <a:lnTo>
                  <a:pt x="870629" y="232250"/>
                </a:lnTo>
                <a:lnTo>
                  <a:pt x="871342" y="232391"/>
                </a:lnTo>
                <a:lnTo>
                  <a:pt x="872040" y="232545"/>
                </a:lnTo>
                <a:lnTo>
                  <a:pt x="872724" y="232711"/>
                </a:lnTo>
                <a:lnTo>
                  <a:pt x="873394" y="232889"/>
                </a:lnTo>
                <a:lnTo>
                  <a:pt x="874049" y="233080"/>
                </a:lnTo>
                <a:lnTo>
                  <a:pt x="874689" y="233282"/>
                </a:lnTo>
                <a:lnTo>
                  <a:pt x="875315" y="233497"/>
                </a:lnTo>
                <a:lnTo>
                  <a:pt x="875927" y="233725"/>
                </a:lnTo>
                <a:lnTo>
                  <a:pt x="876524" y="233964"/>
                </a:lnTo>
                <a:lnTo>
                  <a:pt x="877107" y="234216"/>
                </a:lnTo>
                <a:lnTo>
                  <a:pt x="877675" y="234481"/>
                </a:lnTo>
                <a:lnTo>
                  <a:pt x="878228" y="234757"/>
                </a:lnTo>
                <a:lnTo>
                  <a:pt x="878767" y="235046"/>
                </a:lnTo>
                <a:lnTo>
                  <a:pt x="879293" y="235340"/>
                </a:lnTo>
                <a:lnTo>
                  <a:pt x="879807" y="235644"/>
                </a:lnTo>
                <a:lnTo>
                  <a:pt x="880308" y="235956"/>
                </a:lnTo>
                <a:lnTo>
                  <a:pt x="880797" y="236278"/>
                </a:lnTo>
                <a:lnTo>
                  <a:pt x="881273" y="236609"/>
                </a:lnTo>
                <a:lnTo>
                  <a:pt x="881738" y="236950"/>
                </a:lnTo>
                <a:lnTo>
                  <a:pt x="882190" y="237299"/>
                </a:lnTo>
                <a:lnTo>
                  <a:pt x="882630" y="237658"/>
                </a:lnTo>
                <a:lnTo>
                  <a:pt x="883057" y="238026"/>
                </a:lnTo>
                <a:lnTo>
                  <a:pt x="883472" y="238403"/>
                </a:lnTo>
                <a:lnTo>
                  <a:pt x="883875" y="238790"/>
                </a:lnTo>
                <a:lnTo>
                  <a:pt x="884266" y="239185"/>
                </a:lnTo>
                <a:lnTo>
                  <a:pt x="884644" y="239590"/>
                </a:lnTo>
                <a:lnTo>
                  <a:pt x="885010" y="240004"/>
                </a:lnTo>
                <a:lnTo>
                  <a:pt x="885364" y="240427"/>
                </a:lnTo>
                <a:lnTo>
                  <a:pt x="885705" y="240860"/>
                </a:lnTo>
                <a:lnTo>
                  <a:pt x="886034" y="241302"/>
                </a:lnTo>
                <a:lnTo>
                  <a:pt x="886351" y="241753"/>
                </a:lnTo>
                <a:lnTo>
                  <a:pt x="886656" y="242213"/>
                </a:lnTo>
                <a:lnTo>
                  <a:pt x="886948" y="242682"/>
                </a:lnTo>
                <a:lnTo>
                  <a:pt x="887228" y="243161"/>
                </a:lnTo>
                <a:lnTo>
                  <a:pt x="887496" y="243649"/>
                </a:lnTo>
                <a:lnTo>
                  <a:pt x="887751" y="244146"/>
                </a:lnTo>
                <a:lnTo>
                  <a:pt x="887994" y="244652"/>
                </a:lnTo>
                <a:lnTo>
                  <a:pt x="888232" y="245166"/>
                </a:lnTo>
                <a:lnTo>
                  <a:pt x="888459" y="245685"/>
                </a:lnTo>
                <a:lnTo>
                  <a:pt x="888676" y="246210"/>
                </a:lnTo>
                <a:lnTo>
                  <a:pt x="888883" y="246741"/>
                </a:lnTo>
                <a:lnTo>
                  <a:pt x="889079" y="247277"/>
                </a:lnTo>
                <a:lnTo>
                  <a:pt x="889266" y="247820"/>
                </a:lnTo>
                <a:lnTo>
                  <a:pt x="889443" y="248368"/>
                </a:lnTo>
                <a:lnTo>
                  <a:pt x="889609" y="248921"/>
                </a:lnTo>
                <a:lnTo>
                  <a:pt x="889766" y="249481"/>
                </a:lnTo>
                <a:lnTo>
                  <a:pt x="889912" y="250046"/>
                </a:lnTo>
                <a:lnTo>
                  <a:pt x="890048" y="250616"/>
                </a:lnTo>
                <a:lnTo>
                  <a:pt x="890175" y="251193"/>
                </a:lnTo>
                <a:lnTo>
                  <a:pt x="890291" y="251775"/>
                </a:lnTo>
                <a:lnTo>
                  <a:pt x="890397" y="252363"/>
                </a:lnTo>
                <a:lnTo>
                  <a:pt x="890493" y="252957"/>
                </a:lnTo>
                <a:lnTo>
                  <a:pt x="890578" y="253556"/>
                </a:lnTo>
                <a:lnTo>
                  <a:pt x="890654" y="254161"/>
                </a:lnTo>
                <a:lnTo>
                  <a:pt x="890720" y="254771"/>
                </a:lnTo>
                <a:lnTo>
                  <a:pt x="890775" y="255388"/>
                </a:lnTo>
                <a:lnTo>
                  <a:pt x="890821" y="256010"/>
                </a:lnTo>
                <a:lnTo>
                  <a:pt x="890856" y="256638"/>
                </a:lnTo>
                <a:lnTo>
                  <a:pt x="890881" y="257271"/>
                </a:lnTo>
                <a:lnTo>
                  <a:pt x="890896" y="257911"/>
                </a:lnTo>
                <a:lnTo>
                  <a:pt x="890901" y="258555"/>
                </a:lnTo>
                <a:lnTo>
                  <a:pt x="890896" y="259200"/>
                </a:lnTo>
                <a:lnTo>
                  <a:pt x="890881" y="259840"/>
                </a:lnTo>
                <a:lnTo>
                  <a:pt x="890856" y="260474"/>
                </a:lnTo>
                <a:lnTo>
                  <a:pt x="890821" y="261103"/>
                </a:lnTo>
                <a:lnTo>
                  <a:pt x="890775" y="261726"/>
                </a:lnTo>
                <a:lnTo>
                  <a:pt x="890720" y="262343"/>
                </a:lnTo>
                <a:lnTo>
                  <a:pt x="890654" y="262955"/>
                </a:lnTo>
                <a:lnTo>
                  <a:pt x="890578" y="263562"/>
                </a:lnTo>
                <a:lnTo>
                  <a:pt x="890493" y="264163"/>
                </a:lnTo>
                <a:lnTo>
                  <a:pt x="890397" y="264759"/>
                </a:lnTo>
                <a:lnTo>
                  <a:pt x="890291" y="265349"/>
                </a:lnTo>
                <a:lnTo>
                  <a:pt x="890175" y="265934"/>
                </a:lnTo>
                <a:lnTo>
                  <a:pt x="890048" y="266513"/>
                </a:lnTo>
                <a:lnTo>
                  <a:pt x="889912" y="267087"/>
                </a:lnTo>
                <a:lnTo>
                  <a:pt x="889766" y="267655"/>
                </a:lnTo>
                <a:lnTo>
                  <a:pt x="889609" y="268218"/>
                </a:lnTo>
                <a:lnTo>
                  <a:pt x="889443" y="268775"/>
                </a:lnTo>
                <a:lnTo>
                  <a:pt x="889266" y="269327"/>
                </a:lnTo>
                <a:lnTo>
                  <a:pt x="889079" y="269873"/>
                </a:lnTo>
                <a:lnTo>
                  <a:pt x="888883" y="270414"/>
                </a:lnTo>
                <a:lnTo>
                  <a:pt x="888676" y="270949"/>
                </a:lnTo>
                <a:lnTo>
                  <a:pt x="888459" y="271479"/>
                </a:lnTo>
                <a:lnTo>
                  <a:pt x="888232" y="272003"/>
                </a:lnTo>
                <a:lnTo>
                  <a:pt x="887994" y="272522"/>
                </a:lnTo>
                <a:lnTo>
                  <a:pt x="887751" y="273029"/>
                </a:lnTo>
                <a:lnTo>
                  <a:pt x="887496" y="273526"/>
                </a:lnTo>
                <a:lnTo>
                  <a:pt x="887229" y="274015"/>
                </a:lnTo>
                <a:lnTo>
                  <a:pt x="886950" y="274495"/>
                </a:lnTo>
                <a:lnTo>
                  <a:pt x="886659" y="274967"/>
                </a:lnTo>
                <a:lnTo>
                  <a:pt x="886355" y="275429"/>
                </a:lnTo>
                <a:lnTo>
                  <a:pt x="886040" y="275883"/>
                </a:lnTo>
                <a:lnTo>
                  <a:pt x="885712" y="276328"/>
                </a:lnTo>
                <a:lnTo>
                  <a:pt x="885373" y="276764"/>
                </a:lnTo>
                <a:lnTo>
                  <a:pt x="885021" y="277192"/>
                </a:lnTo>
                <a:lnTo>
                  <a:pt x="884657" y="277610"/>
                </a:lnTo>
                <a:lnTo>
                  <a:pt x="884282" y="278020"/>
                </a:lnTo>
                <a:lnTo>
                  <a:pt x="883894" y="278422"/>
                </a:lnTo>
                <a:lnTo>
                  <a:pt x="883494" y="278814"/>
                </a:lnTo>
                <a:lnTo>
                  <a:pt x="883082" y="279197"/>
                </a:lnTo>
                <a:lnTo>
                  <a:pt x="882658" y="279572"/>
                </a:lnTo>
                <a:lnTo>
                  <a:pt x="882222" y="279938"/>
                </a:lnTo>
                <a:lnTo>
                  <a:pt x="881773" y="280296"/>
                </a:lnTo>
                <a:lnTo>
                  <a:pt x="881313" y="280644"/>
                </a:lnTo>
                <a:lnTo>
                  <a:pt x="880841" y="280984"/>
                </a:lnTo>
                <a:lnTo>
                  <a:pt x="880356" y="281315"/>
                </a:lnTo>
                <a:lnTo>
                  <a:pt x="879860" y="281637"/>
                </a:lnTo>
                <a:lnTo>
                  <a:pt x="879351" y="281950"/>
                </a:lnTo>
                <a:lnTo>
                  <a:pt x="878831" y="282255"/>
                </a:lnTo>
                <a:lnTo>
                  <a:pt x="878297" y="282549"/>
                </a:lnTo>
                <a:lnTo>
                  <a:pt x="877749" y="282830"/>
                </a:lnTo>
                <a:lnTo>
                  <a:pt x="877187" y="283099"/>
                </a:lnTo>
                <a:lnTo>
                  <a:pt x="876610" y="283355"/>
                </a:lnTo>
                <a:lnTo>
                  <a:pt x="876019" y="283599"/>
                </a:lnTo>
                <a:lnTo>
                  <a:pt x="875414" y="283831"/>
                </a:lnTo>
                <a:lnTo>
                  <a:pt x="874795" y="284050"/>
                </a:lnTo>
                <a:lnTo>
                  <a:pt x="874161" y="284256"/>
                </a:lnTo>
                <a:lnTo>
                  <a:pt x="873513" y="284450"/>
                </a:lnTo>
                <a:lnTo>
                  <a:pt x="872851" y="284631"/>
                </a:lnTo>
                <a:lnTo>
                  <a:pt x="872175" y="284800"/>
                </a:lnTo>
                <a:lnTo>
                  <a:pt x="871484" y="284956"/>
                </a:lnTo>
                <a:lnTo>
                  <a:pt x="870779" y="285100"/>
                </a:lnTo>
                <a:lnTo>
                  <a:pt x="870060" y="285232"/>
                </a:lnTo>
                <a:lnTo>
                  <a:pt x="869326" y="285350"/>
                </a:lnTo>
                <a:lnTo>
                  <a:pt x="868579" y="285457"/>
                </a:lnTo>
                <a:lnTo>
                  <a:pt x="867817" y="285551"/>
                </a:lnTo>
                <a:lnTo>
                  <a:pt x="867040" y="285632"/>
                </a:lnTo>
                <a:lnTo>
                  <a:pt x="866250" y="285701"/>
                </a:lnTo>
                <a:lnTo>
                  <a:pt x="865445" y="285757"/>
                </a:lnTo>
                <a:lnTo>
                  <a:pt x="864626" y="285801"/>
                </a:lnTo>
                <a:lnTo>
                  <a:pt x="863793" y="285832"/>
                </a:lnTo>
                <a:lnTo>
                  <a:pt x="862945" y="285851"/>
                </a:lnTo>
                <a:lnTo>
                  <a:pt x="862083" y="285857"/>
                </a:lnTo>
                <a:lnTo>
                  <a:pt x="834276" y="285857"/>
                </a:lnTo>
                <a:lnTo>
                  <a:pt x="834276" y="231507"/>
                </a:lnTo>
                <a:lnTo>
                  <a:pt x="861830" y="231507"/>
                </a:lnTo>
                <a:lnTo>
                  <a:pt x="862703" y="231513"/>
                </a:lnTo>
                <a:lnTo>
                  <a:pt x="863560" y="231531"/>
                </a:lnTo>
                <a:lnTo>
                  <a:pt x="864404" y="231562"/>
                </a:lnTo>
                <a:lnTo>
                  <a:pt x="865233" y="231605"/>
                </a:lnTo>
                <a:close/>
                <a:moveTo>
                  <a:pt x="1044878" y="282929"/>
                </a:moveTo>
                <a:lnTo>
                  <a:pt x="1044939" y="282409"/>
                </a:lnTo>
                <a:lnTo>
                  <a:pt x="1045010" y="281894"/>
                </a:lnTo>
                <a:lnTo>
                  <a:pt x="1045092" y="281384"/>
                </a:lnTo>
                <a:lnTo>
                  <a:pt x="1045185" y="280879"/>
                </a:lnTo>
                <a:lnTo>
                  <a:pt x="1045290" y="280379"/>
                </a:lnTo>
                <a:lnTo>
                  <a:pt x="1045405" y="279885"/>
                </a:lnTo>
                <a:lnTo>
                  <a:pt x="1045531" y="279395"/>
                </a:lnTo>
                <a:lnTo>
                  <a:pt x="1045668" y="278910"/>
                </a:lnTo>
                <a:lnTo>
                  <a:pt x="1045816" y="278431"/>
                </a:lnTo>
                <a:lnTo>
                  <a:pt x="1045975" y="277956"/>
                </a:lnTo>
                <a:lnTo>
                  <a:pt x="1046145" y="277487"/>
                </a:lnTo>
                <a:lnTo>
                  <a:pt x="1046326" y="277022"/>
                </a:lnTo>
                <a:lnTo>
                  <a:pt x="1046518" y="276563"/>
                </a:lnTo>
                <a:lnTo>
                  <a:pt x="1046721" y="276109"/>
                </a:lnTo>
                <a:lnTo>
                  <a:pt x="1046935" y="275659"/>
                </a:lnTo>
                <a:lnTo>
                  <a:pt x="1047160" y="275215"/>
                </a:lnTo>
                <a:lnTo>
                  <a:pt x="1047396" y="274776"/>
                </a:lnTo>
                <a:lnTo>
                  <a:pt x="1047643" y="274342"/>
                </a:lnTo>
                <a:lnTo>
                  <a:pt x="1047901" y="273913"/>
                </a:lnTo>
                <a:lnTo>
                  <a:pt x="1048173" y="273485"/>
                </a:lnTo>
                <a:lnTo>
                  <a:pt x="1048454" y="273065"/>
                </a:lnTo>
                <a:lnTo>
                  <a:pt x="1048742" y="272653"/>
                </a:lnTo>
                <a:lnTo>
                  <a:pt x="1049038" y="272248"/>
                </a:lnTo>
                <a:lnTo>
                  <a:pt x="1049343" y="271852"/>
                </a:lnTo>
                <a:lnTo>
                  <a:pt x="1049655" y="271464"/>
                </a:lnTo>
                <a:lnTo>
                  <a:pt x="1049975" y="271083"/>
                </a:lnTo>
                <a:lnTo>
                  <a:pt x="1050302" y="270711"/>
                </a:lnTo>
                <a:lnTo>
                  <a:pt x="1050638" y="270346"/>
                </a:lnTo>
                <a:lnTo>
                  <a:pt x="1050982" y="269989"/>
                </a:lnTo>
                <a:lnTo>
                  <a:pt x="1051333" y="269640"/>
                </a:lnTo>
                <a:lnTo>
                  <a:pt x="1051693" y="269299"/>
                </a:lnTo>
                <a:lnTo>
                  <a:pt x="1052060" y="268966"/>
                </a:lnTo>
                <a:lnTo>
                  <a:pt x="1052435" y="268641"/>
                </a:lnTo>
                <a:lnTo>
                  <a:pt x="1052819" y="268323"/>
                </a:lnTo>
                <a:lnTo>
                  <a:pt x="1053210" y="268014"/>
                </a:lnTo>
                <a:lnTo>
                  <a:pt x="1053609" y="267713"/>
                </a:lnTo>
                <a:lnTo>
                  <a:pt x="1054015" y="267419"/>
                </a:lnTo>
                <a:lnTo>
                  <a:pt x="1054430" y="267133"/>
                </a:lnTo>
                <a:lnTo>
                  <a:pt x="1054853" y="266855"/>
                </a:lnTo>
                <a:lnTo>
                  <a:pt x="1055283" y="266586"/>
                </a:lnTo>
                <a:lnTo>
                  <a:pt x="1055722" y="266324"/>
                </a:lnTo>
                <a:lnTo>
                  <a:pt x="1056168" y="266069"/>
                </a:lnTo>
                <a:lnTo>
                  <a:pt x="1056622" y="265823"/>
                </a:lnTo>
                <a:lnTo>
                  <a:pt x="1057088" y="265581"/>
                </a:lnTo>
                <a:lnTo>
                  <a:pt x="1057560" y="265349"/>
                </a:lnTo>
                <a:lnTo>
                  <a:pt x="1058036" y="265127"/>
                </a:lnTo>
                <a:lnTo>
                  <a:pt x="1058518" y="264916"/>
                </a:lnTo>
                <a:lnTo>
                  <a:pt x="1059005" y="264714"/>
                </a:lnTo>
                <a:lnTo>
                  <a:pt x="1059498" y="264524"/>
                </a:lnTo>
                <a:lnTo>
                  <a:pt x="1059995" y="264343"/>
                </a:lnTo>
                <a:lnTo>
                  <a:pt x="1060498" y="264173"/>
                </a:lnTo>
                <a:lnTo>
                  <a:pt x="1061007" y="264013"/>
                </a:lnTo>
                <a:lnTo>
                  <a:pt x="1061520" y="263864"/>
                </a:lnTo>
                <a:lnTo>
                  <a:pt x="1062039" y="263724"/>
                </a:lnTo>
                <a:lnTo>
                  <a:pt x="1062563" y="263595"/>
                </a:lnTo>
                <a:lnTo>
                  <a:pt x="1063092" y="263477"/>
                </a:lnTo>
                <a:lnTo>
                  <a:pt x="1063627" y="263369"/>
                </a:lnTo>
                <a:lnTo>
                  <a:pt x="1064167" y="263271"/>
                </a:lnTo>
                <a:lnTo>
                  <a:pt x="1064712" y="263183"/>
                </a:lnTo>
                <a:lnTo>
                  <a:pt x="1065262" y="263106"/>
                </a:lnTo>
                <a:lnTo>
                  <a:pt x="1065818" y="263039"/>
                </a:lnTo>
                <a:lnTo>
                  <a:pt x="1066378" y="262982"/>
                </a:lnTo>
                <a:lnTo>
                  <a:pt x="1066945" y="262935"/>
                </a:lnTo>
                <a:lnTo>
                  <a:pt x="1067516" y="262899"/>
                </a:lnTo>
                <a:lnTo>
                  <a:pt x="1068093" y="262874"/>
                </a:lnTo>
                <a:lnTo>
                  <a:pt x="1068675" y="262858"/>
                </a:lnTo>
                <a:lnTo>
                  <a:pt x="1069262" y="262853"/>
                </a:lnTo>
                <a:lnTo>
                  <a:pt x="1069509" y="262854"/>
                </a:lnTo>
                <a:lnTo>
                  <a:pt x="1069755" y="262856"/>
                </a:lnTo>
                <a:lnTo>
                  <a:pt x="1070000" y="262860"/>
                </a:lnTo>
                <a:lnTo>
                  <a:pt x="1070243" y="262865"/>
                </a:lnTo>
                <a:lnTo>
                  <a:pt x="1070486" y="262872"/>
                </a:lnTo>
                <a:lnTo>
                  <a:pt x="1070727" y="262881"/>
                </a:lnTo>
                <a:lnTo>
                  <a:pt x="1070968" y="262891"/>
                </a:lnTo>
                <a:lnTo>
                  <a:pt x="1071207" y="262902"/>
                </a:lnTo>
                <a:lnTo>
                  <a:pt x="1071445" y="262915"/>
                </a:lnTo>
                <a:lnTo>
                  <a:pt x="1071682" y="262930"/>
                </a:lnTo>
                <a:lnTo>
                  <a:pt x="1071918" y="262946"/>
                </a:lnTo>
                <a:lnTo>
                  <a:pt x="1072153" y="262963"/>
                </a:lnTo>
                <a:lnTo>
                  <a:pt x="1072387" y="262983"/>
                </a:lnTo>
                <a:lnTo>
                  <a:pt x="1072620" y="263003"/>
                </a:lnTo>
                <a:lnTo>
                  <a:pt x="1072851" y="263026"/>
                </a:lnTo>
                <a:lnTo>
                  <a:pt x="1073082" y="263049"/>
                </a:lnTo>
                <a:lnTo>
                  <a:pt x="1073311" y="263075"/>
                </a:lnTo>
                <a:lnTo>
                  <a:pt x="1073540" y="263102"/>
                </a:lnTo>
                <a:lnTo>
                  <a:pt x="1073767" y="263130"/>
                </a:lnTo>
                <a:lnTo>
                  <a:pt x="1073993" y="263160"/>
                </a:lnTo>
                <a:lnTo>
                  <a:pt x="1074218" y="263192"/>
                </a:lnTo>
                <a:lnTo>
                  <a:pt x="1074442" y="263225"/>
                </a:lnTo>
                <a:lnTo>
                  <a:pt x="1074665" y="263259"/>
                </a:lnTo>
                <a:lnTo>
                  <a:pt x="1074887" y="263295"/>
                </a:lnTo>
                <a:lnTo>
                  <a:pt x="1075110" y="263327"/>
                </a:lnTo>
                <a:lnTo>
                  <a:pt x="1075326" y="263357"/>
                </a:lnTo>
                <a:lnTo>
                  <a:pt x="1075535" y="263387"/>
                </a:lnTo>
                <a:lnTo>
                  <a:pt x="1075738" y="263416"/>
                </a:lnTo>
                <a:lnTo>
                  <a:pt x="1075934" y="263445"/>
                </a:lnTo>
                <a:lnTo>
                  <a:pt x="1076123" y="263473"/>
                </a:lnTo>
                <a:lnTo>
                  <a:pt x="1076305" y="263500"/>
                </a:lnTo>
                <a:lnTo>
                  <a:pt x="1076480" y="263527"/>
                </a:lnTo>
                <a:lnTo>
                  <a:pt x="1076649" y="263553"/>
                </a:lnTo>
                <a:lnTo>
                  <a:pt x="1076811" y="263578"/>
                </a:lnTo>
                <a:lnTo>
                  <a:pt x="1076966" y="263603"/>
                </a:lnTo>
                <a:lnTo>
                  <a:pt x="1077114" y="263627"/>
                </a:lnTo>
                <a:lnTo>
                  <a:pt x="1077256" y="263650"/>
                </a:lnTo>
                <a:lnTo>
                  <a:pt x="1077390" y="263673"/>
                </a:lnTo>
                <a:lnTo>
                  <a:pt x="1077518" y="263695"/>
                </a:lnTo>
                <a:lnTo>
                  <a:pt x="1077639" y="263717"/>
                </a:lnTo>
                <a:lnTo>
                  <a:pt x="1077753" y="263737"/>
                </a:lnTo>
                <a:lnTo>
                  <a:pt x="1077861" y="263757"/>
                </a:lnTo>
                <a:lnTo>
                  <a:pt x="1077961" y="263777"/>
                </a:lnTo>
                <a:lnTo>
                  <a:pt x="1078055" y="263796"/>
                </a:lnTo>
                <a:lnTo>
                  <a:pt x="1078142" y="263814"/>
                </a:lnTo>
                <a:lnTo>
                  <a:pt x="1078222" y="263831"/>
                </a:lnTo>
                <a:lnTo>
                  <a:pt x="1078296" y="263848"/>
                </a:lnTo>
                <a:lnTo>
                  <a:pt x="1078362" y="263864"/>
                </a:lnTo>
                <a:lnTo>
                  <a:pt x="1078362" y="248697"/>
                </a:lnTo>
                <a:lnTo>
                  <a:pt x="1078255" y="248686"/>
                </a:lnTo>
                <a:lnTo>
                  <a:pt x="1078143" y="248676"/>
                </a:lnTo>
                <a:lnTo>
                  <a:pt x="1078028" y="248666"/>
                </a:lnTo>
                <a:lnTo>
                  <a:pt x="1077908" y="248656"/>
                </a:lnTo>
                <a:lnTo>
                  <a:pt x="1077784" y="248647"/>
                </a:lnTo>
                <a:lnTo>
                  <a:pt x="1077655" y="248637"/>
                </a:lnTo>
                <a:lnTo>
                  <a:pt x="1077523" y="248628"/>
                </a:lnTo>
                <a:lnTo>
                  <a:pt x="1077386" y="248619"/>
                </a:lnTo>
                <a:lnTo>
                  <a:pt x="1077246" y="248611"/>
                </a:lnTo>
                <a:lnTo>
                  <a:pt x="1077101" y="248602"/>
                </a:lnTo>
                <a:lnTo>
                  <a:pt x="1076951" y="248594"/>
                </a:lnTo>
                <a:lnTo>
                  <a:pt x="1076798" y="248586"/>
                </a:lnTo>
                <a:lnTo>
                  <a:pt x="1076641" y="248578"/>
                </a:lnTo>
                <a:lnTo>
                  <a:pt x="1076479" y="248571"/>
                </a:lnTo>
                <a:lnTo>
                  <a:pt x="1076313" y="248563"/>
                </a:lnTo>
                <a:lnTo>
                  <a:pt x="1076143" y="248556"/>
                </a:lnTo>
                <a:lnTo>
                  <a:pt x="1075969" y="248549"/>
                </a:lnTo>
                <a:lnTo>
                  <a:pt x="1075791" y="248542"/>
                </a:lnTo>
                <a:lnTo>
                  <a:pt x="1075609" y="248536"/>
                </a:lnTo>
                <a:lnTo>
                  <a:pt x="1075422" y="248530"/>
                </a:lnTo>
                <a:lnTo>
                  <a:pt x="1075231" y="248524"/>
                </a:lnTo>
                <a:lnTo>
                  <a:pt x="1075036" y="248518"/>
                </a:lnTo>
                <a:lnTo>
                  <a:pt x="1074837" y="248512"/>
                </a:lnTo>
                <a:lnTo>
                  <a:pt x="1074634" y="248507"/>
                </a:lnTo>
                <a:lnTo>
                  <a:pt x="1074430" y="248502"/>
                </a:lnTo>
                <a:lnTo>
                  <a:pt x="1074229" y="248497"/>
                </a:lnTo>
                <a:lnTo>
                  <a:pt x="1074030" y="248492"/>
                </a:lnTo>
                <a:lnTo>
                  <a:pt x="1073835" y="248488"/>
                </a:lnTo>
                <a:lnTo>
                  <a:pt x="1073642" y="248483"/>
                </a:lnTo>
                <a:lnTo>
                  <a:pt x="1073453" y="248479"/>
                </a:lnTo>
                <a:lnTo>
                  <a:pt x="1073266" y="248475"/>
                </a:lnTo>
                <a:lnTo>
                  <a:pt x="1073082" y="248472"/>
                </a:lnTo>
                <a:lnTo>
                  <a:pt x="1072901" y="248468"/>
                </a:lnTo>
                <a:lnTo>
                  <a:pt x="1072722" y="248465"/>
                </a:lnTo>
                <a:lnTo>
                  <a:pt x="1072547" y="248462"/>
                </a:lnTo>
                <a:lnTo>
                  <a:pt x="1072374" y="248460"/>
                </a:lnTo>
                <a:lnTo>
                  <a:pt x="1072205" y="248457"/>
                </a:lnTo>
                <a:lnTo>
                  <a:pt x="1072038" y="248455"/>
                </a:lnTo>
                <a:lnTo>
                  <a:pt x="1071874" y="248453"/>
                </a:lnTo>
                <a:lnTo>
                  <a:pt x="1071713" y="248451"/>
                </a:lnTo>
                <a:lnTo>
                  <a:pt x="1071554" y="248449"/>
                </a:lnTo>
                <a:lnTo>
                  <a:pt x="1071399" y="248448"/>
                </a:lnTo>
                <a:lnTo>
                  <a:pt x="1071246" y="248446"/>
                </a:lnTo>
                <a:lnTo>
                  <a:pt x="1071096" y="248445"/>
                </a:lnTo>
                <a:lnTo>
                  <a:pt x="1070949" y="248445"/>
                </a:lnTo>
                <a:lnTo>
                  <a:pt x="1070805" y="248444"/>
                </a:lnTo>
                <a:lnTo>
                  <a:pt x="1070664" y="248444"/>
                </a:lnTo>
                <a:lnTo>
                  <a:pt x="1070526" y="248444"/>
                </a:lnTo>
                <a:lnTo>
                  <a:pt x="1069802" y="248452"/>
                </a:lnTo>
                <a:lnTo>
                  <a:pt x="1069085" y="248475"/>
                </a:lnTo>
                <a:lnTo>
                  <a:pt x="1068373" y="248514"/>
                </a:lnTo>
                <a:lnTo>
                  <a:pt x="1067668" y="248568"/>
                </a:lnTo>
                <a:lnTo>
                  <a:pt x="1066969" y="248638"/>
                </a:lnTo>
                <a:lnTo>
                  <a:pt x="1066276" y="248724"/>
                </a:lnTo>
                <a:lnTo>
                  <a:pt x="1065589" y="248825"/>
                </a:lnTo>
                <a:lnTo>
                  <a:pt x="1064908" y="248942"/>
                </a:lnTo>
                <a:lnTo>
                  <a:pt x="1064234" y="249075"/>
                </a:lnTo>
                <a:lnTo>
                  <a:pt x="1063565" y="249223"/>
                </a:lnTo>
                <a:lnTo>
                  <a:pt x="1062903" y="249386"/>
                </a:lnTo>
                <a:lnTo>
                  <a:pt x="1062247" y="249565"/>
                </a:lnTo>
                <a:lnTo>
                  <a:pt x="1061597" y="249760"/>
                </a:lnTo>
                <a:lnTo>
                  <a:pt x="1060953" y="249971"/>
                </a:lnTo>
                <a:lnTo>
                  <a:pt x="1060315" y="250196"/>
                </a:lnTo>
                <a:lnTo>
                  <a:pt x="1059684" y="250438"/>
                </a:lnTo>
                <a:lnTo>
                  <a:pt x="1059058" y="250695"/>
                </a:lnTo>
                <a:lnTo>
                  <a:pt x="1058439" y="250968"/>
                </a:lnTo>
                <a:lnTo>
                  <a:pt x="1057826" y="251256"/>
                </a:lnTo>
                <a:lnTo>
                  <a:pt x="1057219" y="251560"/>
                </a:lnTo>
                <a:lnTo>
                  <a:pt x="1056618" y="251879"/>
                </a:lnTo>
                <a:lnTo>
                  <a:pt x="1056024" y="252214"/>
                </a:lnTo>
                <a:lnTo>
                  <a:pt x="1055435" y="252565"/>
                </a:lnTo>
                <a:lnTo>
                  <a:pt x="1054853" y="252931"/>
                </a:lnTo>
                <a:lnTo>
                  <a:pt x="1054281" y="253309"/>
                </a:lnTo>
                <a:lnTo>
                  <a:pt x="1053724" y="253698"/>
                </a:lnTo>
                <a:lnTo>
                  <a:pt x="1053182" y="254095"/>
                </a:lnTo>
                <a:lnTo>
                  <a:pt x="1052655" y="254502"/>
                </a:lnTo>
                <a:lnTo>
                  <a:pt x="1052143" y="254918"/>
                </a:lnTo>
                <a:lnTo>
                  <a:pt x="1051645" y="255344"/>
                </a:lnTo>
                <a:lnTo>
                  <a:pt x="1051163" y="255779"/>
                </a:lnTo>
                <a:lnTo>
                  <a:pt x="1050696" y="256224"/>
                </a:lnTo>
                <a:lnTo>
                  <a:pt x="1050243" y="256678"/>
                </a:lnTo>
                <a:lnTo>
                  <a:pt x="1049806" y="257142"/>
                </a:lnTo>
                <a:lnTo>
                  <a:pt x="1049383" y="257615"/>
                </a:lnTo>
                <a:lnTo>
                  <a:pt x="1048975" y="258097"/>
                </a:lnTo>
                <a:lnTo>
                  <a:pt x="1048582" y="258589"/>
                </a:lnTo>
                <a:lnTo>
                  <a:pt x="1048205" y="259090"/>
                </a:lnTo>
                <a:lnTo>
                  <a:pt x="1047842" y="259601"/>
                </a:lnTo>
                <a:lnTo>
                  <a:pt x="1047494" y="260121"/>
                </a:lnTo>
                <a:lnTo>
                  <a:pt x="1047161" y="260651"/>
                </a:lnTo>
                <a:lnTo>
                  <a:pt x="1046842" y="261190"/>
                </a:lnTo>
                <a:lnTo>
                  <a:pt x="1046539" y="261738"/>
                </a:lnTo>
                <a:lnTo>
                  <a:pt x="1046251" y="262296"/>
                </a:lnTo>
                <a:lnTo>
                  <a:pt x="1045977" y="262864"/>
                </a:lnTo>
                <a:lnTo>
                  <a:pt x="1045719" y="263441"/>
                </a:lnTo>
                <a:lnTo>
                  <a:pt x="1045475" y="264027"/>
                </a:lnTo>
                <a:lnTo>
                  <a:pt x="1045247" y="264622"/>
                </a:lnTo>
                <a:lnTo>
                  <a:pt x="1044236" y="264622"/>
                </a:lnTo>
                <a:lnTo>
                  <a:pt x="1044236" y="249961"/>
                </a:lnTo>
                <a:lnTo>
                  <a:pt x="1029826" y="249961"/>
                </a:lnTo>
                <a:lnTo>
                  <a:pt x="1029826" y="347033"/>
                </a:lnTo>
                <a:lnTo>
                  <a:pt x="1044741" y="347033"/>
                </a:lnTo>
                <a:lnTo>
                  <a:pt x="1044741" y="285604"/>
                </a:lnTo>
                <a:lnTo>
                  <a:pt x="1044747" y="285059"/>
                </a:lnTo>
                <a:lnTo>
                  <a:pt x="1044763" y="284519"/>
                </a:lnTo>
                <a:lnTo>
                  <a:pt x="1044790" y="283984"/>
                </a:lnTo>
                <a:lnTo>
                  <a:pt x="1044829" y="283454"/>
                </a:lnTo>
                <a:lnTo>
                  <a:pt x="1044878" y="282929"/>
                </a:lnTo>
                <a:close/>
                <a:moveTo>
                  <a:pt x="1096042" y="249961"/>
                </a:moveTo>
                <a:lnTo>
                  <a:pt x="1096042" y="347033"/>
                </a:lnTo>
                <a:lnTo>
                  <a:pt x="1110957" y="347033"/>
                </a:lnTo>
                <a:lnTo>
                  <a:pt x="1110957" y="249961"/>
                </a:lnTo>
                <a:lnTo>
                  <a:pt x="1096042" y="249961"/>
                </a:lnTo>
                <a:close/>
                <a:moveTo>
                  <a:pt x="706142" y="348664"/>
                </a:moveTo>
                <a:lnTo>
                  <a:pt x="707164" y="348523"/>
                </a:lnTo>
                <a:lnTo>
                  <a:pt x="708173" y="348360"/>
                </a:lnTo>
                <a:lnTo>
                  <a:pt x="709172" y="348175"/>
                </a:lnTo>
                <a:lnTo>
                  <a:pt x="710159" y="347969"/>
                </a:lnTo>
                <a:lnTo>
                  <a:pt x="711134" y="347741"/>
                </a:lnTo>
                <a:lnTo>
                  <a:pt x="712099" y="347491"/>
                </a:lnTo>
                <a:lnTo>
                  <a:pt x="713051" y="347219"/>
                </a:lnTo>
                <a:lnTo>
                  <a:pt x="713993" y="346926"/>
                </a:lnTo>
                <a:lnTo>
                  <a:pt x="714923" y="346611"/>
                </a:lnTo>
                <a:lnTo>
                  <a:pt x="715841" y="346274"/>
                </a:lnTo>
                <a:lnTo>
                  <a:pt x="716749" y="345916"/>
                </a:lnTo>
                <a:lnTo>
                  <a:pt x="717644" y="345536"/>
                </a:lnTo>
                <a:lnTo>
                  <a:pt x="718529" y="345134"/>
                </a:lnTo>
                <a:lnTo>
                  <a:pt x="719402" y="344710"/>
                </a:lnTo>
                <a:lnTo>
                  <a:pt x="720263" y="344265"/>
                </a:lnTo>
                <a:lnTo>
                  <a:pt x="721113" y="343798"/>
                </a:lnTo>
                <a:lnTo>
                  <a:pt x="721952" y="343309"/>
                </a:lnTo>
                <a:lnTo>
                  <a:pt x="722779" y="342798"/>
                </a:lnTo>
                <a:lnTo>
                  <a:pt x="723598" y="342268"/>
                </a:lnTo>
                <a:lnTo>
                  <a:pt x="724402" y="341721"/>
                </a:lnTo>
                <a:lnTo>
                  <a:pt x="725191" y="341156"/>
                </a:lnTo>
                <a:lnTo>
                  <a:pt x="725964" y="340574"/>
                </a:lnTo>
                <a:lnTo>
                  <a:pt x="726721" y="339975"/>
                </a:lnTo>
                <a:lnTo>
                  <a:pt x="727464" y="339358"/>
                </a:lnTo>
                <a:lnTo>
                  <a:pt x="728191" y="338724"/>
                </a:lnTo>
                <a:lnTo>
                  <a:pt x="728902" y="338072"/>
                </a:lnTo>
                <a:lnTo>
                  <a:pt x="729599" y="337404"/>
                </a:lnTo>
                <a:lnTo>
                  <a:pt x="730279" y="336718"/>
                </a:lnTo>
                <a:lnTo>
                  <a:pt x="730945" y="336014"/>
                </a:lnTo>
                <a:lnTo>
                  <a:pt x="731595" y="335294"/>
                </a:lnTo>
                <a:lnTo>
                  <a:pt x="732230" y="334555"/>
                </a:lnTo>
                <a:lnTo>
                  <a:pt x="732850" y="333800"/>
                </a:lnTo>
                <a:lnTo>
                  <a:pt x="733454" y="333027"/>
                </a:lnTo>
                <a:lnTo>
                  <a:pt x="734042" y="332237"/>
                </a:lnTo>
                <a:lnTo>
                  <a:pt x="734616" y="331430"/>
                </a:lnTo>
                <a:lnTo>
                  <a:pt x="735174" y="330605"/>
                </a:lnTo>
                <a:lnTo>
                  <a:pt x="735716" y="329763"/>
                </a:lnTo>
                <a:lnTo>
                  <a:pt x="736244" y="328904"/>
                </a:lnTo>
                <a:lnTo>
                  <a:pt x="736756" y="328027"/>
                </a:lnTo>
                <a:lnTo>
                  <a:pt x="737252" y="327133"/>
                </a:lnTo>
                <a:lnTo>
                  <a:pt x="737734" y="326221"/>
                </a:lnTo>
                <a:lnTo>
                  <a:pt x="738199" y="325292"/>
                </a:lnTo>
                <a:lnTo>
                  <a:pt x="738653" y="324348"/>
                </a:lnTo>
                <a:lnTo>
                  <a:pt x="739088" y="323391"/>
                </a:lnTo>
                <a:lnTo>
                  <a:pt x="739503" y="322421"/>
                </a:lnTo>
                <a:lnTo>
                  <a:pt x="739899" y="321437"/>
                </a:lnTo>
                <a:lnTo>
                  <a:pt x="740275" y="320441"/>
                </a:lnTo>
                <a:lnTo>
                  <a:pt x="740633" y="319431"/>
                </a:lnTo>
                <a:lnTo>
                  <a:pt x="740970" y="318408"/>
                </a:lnTo>
                <a:lnTo>
                  <a:pt x="741289" y="317372"/>
                </a:lnTo>
                <a:lnTo>
                  <a:pt x="741588" y="316322"/>
                </a:lnTo>
                <a:lnTo>
                  <a:pt x="741868" y="315260"/>
                </a:lnTo>
                <a:lnTo>
                  <a:pt x="742129" y="314184"/>
                </a:lnTo>
                <a:lnTo>
                  <a:pt x="742370" y="313095"/>
                </a:lnTo>
                <a:lnTo>
                  <a:pt x="742593" y="311993"/>
                </a:lnTo>
                <a:lnTo>
                  <a:pt x="742795" y="310878"/>
                </a:lnTo>
                <a:lnTo>
                  <a:pt x="742979" y="309750"/>
                </a:lnTo>
                <a:lnTo>
                  <a:pt x="743143" y="308608"/>
                </a:lnTo>
                <a:lnTo>
                  <a:pt x="743288" y="307454"/>
                </a:lnTo>
                <a:lnTo>
                  <a:pt x="743413" y="306286"/>
                </a:lnTo>
                <a:lnTo>
                  <a:pt x="743519" y="305105"/>
                </a:lnTo>
                <a:lnTo>
                  <a:pt x="743606" y="303910"/>
                </a:lnTo>
                <a:lnTo>
                  <a:pt x="743674" y="302703"/>
                </a:lnTo>
                <a:lnTo>
                  <a:pt x="743722" y="301483"/>
                </a:lnTo>
                <a:lnTo>
                  <a:pt x="743751" y="300249"/>
                </a:lnTo>
                <a:lnTo>
                  <a:pt x="743761" y="299002"/>
                </a:lnTo>
                <a:lnTo>
                  <a:pt x="743751" y="297745"/>
                </a:lnTo>
                <a:lnTo>
                  <a:pt x="743722" y="296501"/>
                </a:lnTo>
                <a:lnTo>
                  <a:pt x="743674" y="295270"/>
                </a:lnTo>
                <a:lnTo>
                  <a:pt x="743606" y="294053"/>
                </a:lnTo>
                <a:lnTo>
                  <a:pt x="743519" y="292850"/>
                </a:lnTo>
                <a:lnTo>
                  <a:pt x="743413" y="291659"/>
                </a:lnTo>
                <a:lnTo>
                  <a:pt x="743288" y="290482"/>
                </a:lnTo>
                <a:lnTo>
                  <a:pt x="743143" y="289319"/>
                </a:lnTo>
                <a:lnTo>
                  <a:pt x="742979" y="288169"/>
                </a:lnTo>
                <a:lnTo>
                  <a:pt x="742795" y="287032"/>
                </a:lnTo>
                <a:lnTo>
                  <a:pt x="742593" y="285908"/>
                </a:lnTo>
                <a:lnTo>
                  <a:pt x="742370" y="284798"/>
                </a:lnTo>
                <a:lnTo>
                  <a:pt x="742129" y="283702"/>
                </a:lnTo>
                <a:lnTo>
                  <a:pt x="741868" y="282618"/>
                </a:lnTo>
                <a:lnTo>
                  <a:pt x="741588" y="281549"/>
                </a:lnTo>
                <a:lnTo>
                  <a:pt x="741289" y="280492"/>
                </a:lnTo>
                <a:lnTo>
                  <a:pt x="740970" y="279449"/>
                </a:lnTo>
                <a:lnTo>
                  <a:pt x="740633" y="278419"/>
                </a:lnTo>
                <a:lnTo>
                  <a:pt x="740275" y="277403"/>
                </a:lnTo>
                <a:lnTo>
                  <a:pt x="739899" y="276400"/>
                </a:lnTo>
                <a:lnTo>
                  <a:pt x="739503" y="275411"/>
                </a:lnTo>
                <a:lnTo>
                  <a:pt x="739088" y="274434"/>
                </a:lnTo>
                <a:lnTo>
                  <a:pt x="738653" y="273472"/>
                </a:lnTo>
                <a:lnTo>
                  <a:pt x="738199" y="272522"/>
                </a:lnTo>
                <a:lnTo>
                  <a:pt x="737734" y="271588"/>
                </a:lnTo>
                <a:lnTo>
                  <a:pt x="737252" y="270672"/>
                </a:lnTo>
                <a:lnTo>
                  <a:pt x="736756" y="269773"/>
                </a:lnTo>
                <a:lnTo>
                  <a:pt x="736244" y="268892"/>
                </a:lnTo>
                <a:lnTo>
                  <a:pt x="735716" y="268028"/>
                </a:lnTo>
                <a:lnTo>
                  <a:pt x="735174" y="267182"/>
                </a:lnTo>
                <a:lnTo>
                  <a:pt x="734616" y="266353"/>
                </a:lnTo>
                <a:lnTo>
                  <a:pt x="734042" y="265542"/>
                </a:lnTo>
                <a:lnTo>
                  <a:pt x="733454" y="264749"/>
                </a:lnTo>
                <a:lnTo>
                  <a:pt x="732850" y="263973"/>
                </a:lnTo>
                <a:lnTo>
                  <a:pt x="732230" y="263215"/>
                </a:lnTo>
                <a:lnTo>
                  <a:pt x="731595" y="262474"/>
                </a:lnTo>
                <a:lnTo>
                  <a:pt x="730945" y="261750"/>
                </a:lnTo>
                <a:lnTo>
                  <a:pt x="730279" y="261045"/>
                </a:lnTo>
                <a:lnTo>
                  <a:pt x="729599" y="260357"/>
                </a:lnTo>
                <a:lnTo>
                  <a:pt x="728902" y="259686"/>
                </a:lnTo>
                <a:lnTo>
                  <a:pt x="728191" y="259033"/>
                </a:lnTo>
                <a:lnTo>
                  <a:pt x="727464" y="258397"/>
                </a:lnTo>
                <a:lnTo>
                  <a:pt x="726721" y="257779"/>
                </a:lnTo>
                <a:lnTo>
                  <a:pt x="725964" y="257179"/>
                </a:lnTo>
                <a:lnTo>
                  <a:pt x="725191" y="256596"/>
                </a:lnTo>
                <a:lnTo>
                  <a:pt x="724402" y="256031"/>
                </a:lnTo>
                <a:lnTo>
                  <a:pt x="723598" y="255483"/>
                </a:lnTo>
                <a:lnTo>
                  <a:pt x="722779" y="254953"/>
                </a:lnTo>
                <a:lnTo>
                  <a:pt x="721952" y="254443"/>
                </a:lnTo>
                <a:lnTo>
                  <a:pt x="721113" y="253954"/>
                </a:lnTo>
                <a:lnTo>
                  <a:pt x="720263" y="253487"/>
                </a:lnTo>
                <a:lnTo>
                  <a:pt x="719402" y="253041"/>
                </a:lnTo>
                <a:lnTo>
                  <a:pt x="718529" y="252618"/>
                </a:lnTo>
                <a:lnTo>
                  <a:pt x="717644" y="252216"/>
                </a:lnTo>
                <a:lnTo>
                  <a:pt x="716749" y="251836"/>
                </a:lnTo>
                <a:lnTo>
                  <a:pt x="715841" y="251477"/>
                </a:lnTo>
                <a:lnTo>
                  <a:pt x="714923" y="251141"/>
                </a:lnTo>
                <a:lnTo>
                  <a:pt x="713993" y="250826"/>
                </a:lnTo>
                <a:lnTo>
                  <a:pt x="713051" y="250532"/>
                </a:lnTo>
                <a:lnTo>
                  <a:pt x="712099" y="250261"/>
                </a:lnTo>
                <a:lnTo>
                  <a:pt x="711134" y="250011"/>
                </a:lnTo>
                <a:lnTo>
                  <a:pt x="710159" y="249783"/>
                </a:lnTo>
                <a:lnTo>
                  <a:pt x="709172" y="249576"/>
                </a:lnTo>
                <a:lnTo>
                  <a:pt x="708173" y="249392"/>
                </a:lnTo>
                <a:lnTo>
                  <a:pt x="707164" y="249229"/>
                </a:lnTo>
                <a:lnTo>
                  <a:pt x="706142" y="249088"/>
                </a:lnTo>
                <a:lnTo>
                  <a:pt x="705110" y="248968"/>
                </a:lnTo>
                <a:lnTo>
                  <a:pt x="704066" y="248870"/>
                </a:lnTo>
                <a:lnTo>
                  <a:pt x="703010" y="248794"/>
                </a:lnTo>
                <a:lnTo>
                  <a:pt x="701943" y="248740"/>
                </a:lnTo>
                <a:lnTo>
                  <a:pt x="700865" y="248707"/>
                </a:lnTo>
                <a:lnTo>
                  <a:pt x="699775" y="248697"/>
                </a:lnTo>
                <a:lnTo>
                  <a:pt x="698685" y="248707"/>
                </a:lnTo>
                <a:lnTo>
                  <a:pt x="697607" y="248740"/>
                </a:lnTo>
                <a:lnTo>
                  <a:pt x="696539" y="248794"/>
                </a:lnTo>
                <a:lnTo>
                  <a:pt x="695483" y="248870"/>
                </a:lnTo>
                <a:lnTo>
                  <a:pt x="694438" y="248968"/>
                </a:lnTo>
                <a:lnTo>
                  <a:pt x="693404" y="249088"/>
                </a:lnTo>
                <a:lnTo>
                  <a:pt x="692381" y="249229"/>
                </a:lnTo>
                <a:lnTo>
                  <a:pt x="691370" y="249392"/>
                </a:lnTo>
                <a:lnTo>
                  <a:pt x="690369" y="249576"/>
                </a:lnTo>
                <a:lnTo>
                  <a:pt x="689380" y="249783"/>
                </a:lnTo>
                <a:lnTo>
                  <a:pt x="688402" y="250011"/>
                </a:lnTo>
                <a:lnTo>
                  <a:pt x="687436" y="250261"/>
                </a:lnTo>
                <a:lnTo>
                  <a:pt x="686480" y="250532"/>
                </a:lnTo>
                <a:lnTo>
                  <a:pt x="685536" y="250826"/>
                </a:lnTo>
                <a:lnTo>
                  <a:pt x="684603" y="251141"/>
                </a:lnTo>
                <a:lnTo>
                  <a:pt x="683681" y="251477"/>
                </a:lnTo>
                <a:lnTo>
                  <a:pt x="682770" y="251836"/>
                </a:lnTo>
                <a:lnTo>
                  <a:pt x="681870" y="252216"/>
                </a:lnTo>
                <a:lnTo>
                  <a:pt x="680982" y="252618"/>
                </a:lnTo>
                <a:lnTo>
                  <a:pt x="680105" y="253041"/>
                </a:lnTo>
                <a:lnTo>
                  <a:pt x="679239" y="253487"/>
                </a:lnTo>
                <a:lnTo>
                  <a:pt x="678384" y="253954"/>
                </a:lnTo>
                <a:lnTo>
                  <a:pt x="677540" y="254443"/>
                </a:lnTo>
                <a:lnTo>
                  <a:pt x="676708" y="254953"/>
                </a:lnTo>
                <a:lnTo>
                  <a:pt x="675894" y="255483"/>
                </a:lnTo>
                <a:lnTo>
                  <a:pt x="675094" y="256031"/>
                </a:lnTo>
                <a:lnTo>
                  <a:pt x="674310" y="256596"/>
                </a:lnTo>
                <a:lnTo>
                  <a:pt x="673541" y="257179"/>
                </a:lnTo>
                <a:lnTo>
                  <a:pt x="672786" y="257779"/>
                </a:lnTo>
                <a:lnTo>
                  <a:pt x="672047" y="258397"/>
                </a:lnTo>
                <a:lnTo>
                  <a:pt x="671322" y="259033"/>
                </a:lnTo>
                <a:lnTo>
                  <a:pt x="670613" y="259686"/>
                </a:lnTo>
                <a:lnTo>
                  <a:pt x="669918" y="260357"/>
                </a:lnTo>
                <a:lnTo>
                  <a:pt x="669238" y="261045"/>
                </a:lnTo>
                <a:lnTo>
                  <a:pt x="668573" y="261750"/>
                </a:lnTo>
                <a:lnTo>
                  <a:pt x="667923" y="262474"/>
                </a:lnTo>
                <a:lnTo>
                  <a:pt x="667288" y="263215"/>
                </a:lnTo>
                <a:lnTo>
                  <a:pt x="666668" y="263973"/>
                </a:lnTo>
                <a:lnTo>
                  <a:pt x="666063" y="264749"/>
                </a:lnTo>
                <a:lnTo>
                  <a:pt x="665473" y="265542"/>
                </a:lnTo>
                <a:lnTo>
                  <a:pt x="664897" y="266353"/>
                </a:lnTo>
                <a:lnTo>
                  <a:pt x="664337" y="267182"/>
                </a:lnTo>
                <a:lnTo>
                  <a:pt x="663791" y="268028"/>
                </a:lnTo>
                <a:lnTo>
                  <a:pt x="663261" y="268892"/>
                </a:lnTo>
                <a:lnTo>
                  <a:pt x="662745" y="269773"/>
                </a:lnTo>
                <a:lnTo>
                  <a:pt x="662244" y="270672"/>
                </a:lnTo>
                <a:lnTo>
                  <a:pt x="661758" y="271588"/>
                </a:lnTo>
                <a:lnTo>
                  <a:pt x="661288" y="272522"/>
                </a:lnTo>
                <a:lnTo>
                  <a:pt x="660839" y="273472"/>
                </a:lnTo>
                <a:lnTo>
                  <a:pt x="660409" y="274434"/>
                </a:lnTo>
                <a:lnTo>
                  <a:pt x="659999" y="275411"/>
                </a:lnTo>
                <a:lnTo>
                  <a:pt x="659608" y="276400"/>
                </a:lnTo>
                <a:lnTo>
                  <a:pt x="659235" y="277403"/>
                </a:lnTo>
                <a:lnTo>
                  <a:pt x="658882" y="278419"/>
                </a:lnTo>
                <a:lnTo>
                  <a:pt x="658548" y="279449"/>
                </a:lnTo>
                <a:lnTo>
                  <a:pt x="658233" y="280492"/>
                </a:lnTo>
                <a:lnTo>
                  <a:pt x="657937" y="281549"/>
                </a:lnTo>
                <a:lnTo>
                  <a:pt x="657660" y="282618"/>
                </a:lnTo>
                <a:lnTo>
                  <a:pt x="657402" y="283702"/>
                </a:lnTo>
                <a:lnTo>
                  <a:pt x="657164" y="284798"/>
                </a:lnTo>
                <a:lnTo>
                  <a:pt x="656944" y="285908"/>
                </a:lnTo>
                <a:lnTo>
                  <a:pt x="656744" y="287032"/>
                </a:lnTo>
                <a:lnTo>
                  <a:pt x="656562" y="288169"/>
                </a:lnTo>
                <a:lnTo>
                  <a:pt x="656400" y="289319"/>
                </a:lnTo>
                <a:lnTo>
                  <a:pt x="656257" y="290482"/>
                </a:lnTo>
                <a:lnTo>
                  <a:pt x="656133" y="291659"/>
                </a:lnTo>
                <a:lnTo>
                  <a:pt x="656028" y="292850"/>
                </a:lnTo>
                <a:lnTo>
                  <a:pt x="655942" y="294053"/>
                </a:lnTo>
                <a:lnTo>
                  <a:pt x="655875" y="295270"/>
                </a:lnTo>
                <a:lnTo>
                  <a:pt x="655827" y="296501"/>
                </a:lnTo>
                <a:lnTo>
                  <a:pt x="655799" y="297745"/>
                </a:lnTo>
                <a:lnTo>
                  <a:pt x="655789" y="299002"/>
                </a:lnTo>
                <a:lnTo>
                  <a:pt x="655799" y="300249"/>
                </a:lnTo>
                <a:lnTo>
                  <a:pt x="655827" y="301483"/>
                </a:lnTo>
                <a:lnTo>
                  <a:pt x="655875" y="302703"/>
                </a:lnTo>
                <a:lnTo>
                  <a:pt x="655942" y="303910"/>
                </a:lnTo>
                <a:lnTo>
                  <a:pt x="656028" y="305105"/>
                </a:lnTo>
                <a:lnTo>
                  <a:pt x="656133" y="306286"/>
                </a:lnTo>
                <a:lnTo>
                  <a:pt x="656257" y="307454"/>
                </a:lnTo>
                <a:lnTo>
                  <a:pt x="656400" y="308608"/>
                </a:lnTo>
                <a:lnTo>
                  <a:pt x="656562" y="309750"/>
                </a:lnTo>
                <a:lnTo>
                  <a:pt x="656744" y="310878"/>
                </a:lnTo>
                <a:lnTo>
                  <a:pt x="656944" y="311993"/>
                </a:lnTo>
                <a:lnTo>
                  <a:pt x="657164" y="313095"/>
                </a:lnTo>
                <a:lnTo>
                  <a:pt x="657402" y="314184"/>
                </a:lnTo>
                <a:lnTo>
                  <a:pt x="657660" y="315260"/>
                </a:lnTo>
                <a:lnTo>
                  <a:pt x="657937" y="316322"/>
                </a:lnTo>
                <a:lnTo>
                  <a:pt x="658233" y="317372"/>
                </a:lnTo>
                <a:lnTo>
                  <a:pt x="658548" y="318408"/>
                </a:lnTo>
                <a:lnTo>
                  <a:pt x="658882" y="319431"/>
                </a:lnTo>
                <a:lnTo>
                  <a:pt x="659235" y="320441"/>
                </a:lnTo>
                <a:lnTo>
                  <a:pt x="659608" y="321437"/>
                </a:lnTo>
                <a:lnTo>
                  <a:pt x="659999" y="322421"/>
                </a:lnTo>
                <a:lnTo>
                  <a:pt x="660409" y="323391"/>
                </a:lnTo>
                <a:lnTo>
                  <a:pt x="660839" y="324348"/>
                </a:lnTo>
                <a:lnTo>
                  <a:pt x="661288" y="325292"/>
                </a:lnTo>
                <a:lnTo>
                  <a:pt x="661758" y="326221"/>
                </a:lnTo>
                <a:lnTo>
                  <a:pt x="662244" y="327133"/>
                </a:lnTo>
                <a:lnTo>
                  <a:pt x="662745" y="328027"/>
                </a:lnTo>
                <a:lnTo>
                  <a:pt x="663261" y="328904"/>
                </a:lnTo>
                <a:lnTo>
                  <a:pt x="663791" y="329763"/>
                </a:lnTo>
                <a:lnTo>
                  <a:pt x="664337" y="330605"/>
                </a:lnTo>
                <a:lnTo>
                  <a:pt x="664897" y="331430"/>
                </a:lnTo>
                <a:lnTo>
                  <a:pt x="665473" y="332237"/>
                </a:lnTo>
                <a:lnTo>
                  <a:pt x="666063" y="333027"/>
                </a:lnTo>
                <a:lnTo>
                  <a:pt x="666668" y="333800"/>
                </a:lnTo>
                <a:lnTo>
                  <a:pt x="667288" y="334555"/>
                </a:lnTo>
                <a:lnTo>
                  <a:pt x="667923" y="335294"/>
                </a:lnTo>
                <a:lnTo>
                  <a:pt x="668573" y="336014"/>
                </a:lnTo>
                <a:lnTo>
                  <a:pt x="669238" y="336718"/>
                </a:lnTo>
                <a:lnTo>
                  <a:pt x="669918" y="337404"/>
                </a:lnTo>
                <a:lnTo>
                  <a:pt x="670613" y="338072"/>
                </a:lnTo>
                <a:lnTo>
                  <a:pt x="671322" y="338724"/>
                </a:lnTo>
                <a:lnTo>
                  <a:pt x="672047" y="339358"/>
                </a:lnTo>
                <a:lnTo>
                  <a:pt x="672786" y="339975"/>
                </a:lnTo>
                <a:lnTo>
                  <a:pt x="673541" y="340574"/>
                </a:lnTo>
                <a:lnTo>
                  <a:pt x="674310" y="341156"/>
                </a:lnTo>
                <a:lnTo>
                  <a:pt x="675094" y="341721"/>
                </a:lnTo>
                <a:lnTo>
                  <a:pt x="675894" y="342268"/>
                </a:lnTo>
                <a:lnTo>
                  <a:pt x="676708" y="342798"/>
                </a:lnTo>
                <a:lnTo>
                  <a:pt x="677540" y="343309"/>
                </a:lnTo>
                <a:lnTo>
                  <a:pt x="678384" y="343798"/>
                </a:lnTo>
                <a:lnTo>
                  <a:pt x="679239" y="344265"/>
                </a:lnTo>
                <a:lnTo>
                  <a:pt x="680105" y="344710"/>
                </a:lnTo>
                <a:lnTo>
                  <a:pt x="680982" y="345134"/>
                </a:lnTo>
                <a:lnTo>
                  <a:pt x="681870" y="345536"/>
                </a:lnTo>
                <a:lnTo>
                  <a:pt x="682770" y="345916"/>
                </a:lnTo>
                <a:lnTo>
                  <a:pt x="683681" y="346274"/>
                </a:lnTo>
                <a:lnTo>
                  <a:pt x="684603" y="346611"/>
                </a:lnTo>
                <a:lnTo>
                  <a:pt x="685536" y="346926"/>
                </a:lnTo>
                <a:lnTo>
                  <a:pt x="686480" y="347219"/>
                </a:lnTo>
                <a:lnTo>
                  <a:pt x="687436" y="347491"/>
                </a:lnTo>
                <a:lnTo>
                  <a:pt x="688402" y="347741"/>
                </a:lnTo>
                <a:lnTo>
                  <a:pt x="689380" y="347969"/>
                </a:lnTo>
                <a:lnTo>
                  <a:pt x="690369" y="348175"/>
                </a:lnTo>
                <a:lnTo>
                  <a:pt x="691370" y="348360"/>
                </a:lnTo>
                <a:lnTo>
                  <a:pt x="692381" y="348523"/>
                </a:lnTo>
                <a:lnTo>
                  <a:pt x="693404" y="348664"/>
                </a:lnTo>
                <a:lnTo>
                  <a:pt x="694438" y="348783"/>
                </a:lnTo>
                <a:lnTo>
                  <a:pt x="695483" y="348881"/>
                </a:lnTo>
                <a:lnTo>
                  <a:pt x="696539" y="348957"/>
                </a:lnTo>
                <a:lnTo>
                  <a:pt x="697607" y="349011"/>
                </a:lnTo>
                <a:lnTo>
                  <a:pt x="698685" y="349044"/>
                </a:lnTo>
                <a:lnTo>
                  <a:pt x="699775" y="349055"/>
                </a:lnTo>
                <a:lnTo>
                  <a:pt x="700865" y="349044"/>
                </a:lnTo>
                <a:lnTo>
                  <a:pt x="701943" y="349011"/>
                </a:lnTo>
                <a:lnTo>
                  <a:pt x="703010" y="348957"/>
                </a:lnTo>
                <a:lnTo>
                  <a:pt x="704066" y="348881"/>
                </a:lnTo>
                <a:lnTo>
                  <a:pt x="705110" y="348783"/>
                </a:lnTo>
                <a:lnTo>
                  <a:pt x="706142" y="348664"/>
                </a:lnTo>
                <a:close/>
                <a:moveTo>
                  <a:pt x="695004" y="335337"/>
                </a:moveTo>
                <a:lnTo>
                  <a:pt x="694251" y="335221"/>
                </a:lnTo>
                <a:lnTo>
                  <a:pt x="693511" y="335088"/>
                </a:lnTo>
                <a:lnTo>
                  <a:pt x="692784" y="334937"/>
                </a:lnTo>
                <a:lnTo>
                  <a:pt x="692068" y="334768"/>
                </a:lnTo>
                <a:lnTo>
                  <a:pt x="691365" y="334582"/>
                </a:lnTo>
                <a:lnTo>
                  <a:pt x="690675" y="334377"/>
                </a:lnTo>
                <a:lnTo>
                  <a:pt x="689996" y="334155"/>
                </a:lnTo>
                <a:lnTo>
                  <a:pt x="689330" y="333915"/>
                </a:lnTo>
                <a:lnTo>
                  <a:pt x="688676" y="333657"/>
                </a:lnTo>
                <a:lnTo>
                  <a:pt x="688034" y="333382"/>
                </a:lnTo>
                <a:lnTo>
                  <a:pt x="687405" y="333089"/>
                </a:lnTo>
                <a:lnTo>
                  <a:pt x="686788" y="332777"/>
                </a:lnTo>
                <a:lnTo>
                  <a:pt x="686183" y="332449"/>
                </a:lnTo>
                <a:lnTo>
                  <a:pt x="685591" y="332102"/>
                </a:lnTo>
                <a:lnTo>
                  <a:pt x="685010" y="331738"/>
                </a:lnTo>
                <a:lnTo>
                  <a:pt x="684443" y="331356"/>
                </a:lnTo>
                <a:lnTo>
                  <a:pt x="683887" y="330956"/>
                </a:lnTo>
                <a:lnTo>
                  <a:pt x="683344" y="330538"/>
                </a:lnTo>
                <a:lnTo>
                  <a:pt x="682812" y="330106"/>
                </a:lnTo>
                <a:lnTo>
                  <a:pt x="682292" y="329662"/>
                </a:lnTo>
                <a:lnTo>
                  <a:pt x="681784" y="329208"/>
                </a:lnTo>
                <a:lnTo>
                  <a:pt x="681288" y="328742"/>
                </a:lnTo>
                <a:lnTo>
                  <a:pt x="680803" y="328265"/>
                </a:lnTo>
                <a:lnTo>
                  <a:pt x="680330" y="327777"/>
                </a:lnTo>
                <a:lnTo>
                  <a:pt x="679868" y="327278"/>
                </a:lnTo>
                <a:lnTo>
                  <a:pt x="679418" y="326767"/>
                </a:lnTo>
                <a:lnTo>
                  <a:pt x="678980" y="326245"/>
                </a:lnTo>
                <a:lnTo>
                  <a:pt x="678553" y="325712"/>
                </a:lnTo>
                <a:lnTo>
                  <a:pt x="678138" y="325168"/>
                </a:lnTo>
                <a:lnTo>
                  <a:pt x="677735" y="324613"/>
                </a:lnTo>
                <a:lnTo>
                  <a:pt x="677343" y="324047"/>
                </a:lnTo>
                <a:lnTo>
                  <a:pt x="676963" y="323469"/>
                </a:lnTo>
                <a:lnTo>
                  <a:pt x="676594" y="322880"/>
                </a:lnTo>
                <a:lnTo>
                  <a:pt x="676237" y="322280"/>
                </a:lnTo>
                <a:lnTo>
                  <a:pt x="675892" y="321669"/>
                </a:lnTo>
                <a:lnTo>
                  <a:pt x="675558" y="321046"/>
                </a:lnTo>
                <a:lnTo>
                  <a:pt x="675236" y="320413"/>
                </a:lnTo>
                <a:lnTo>
                  <a:pt x="674926" y="319768"/>
                </a:lnTo>
                <a:lnTo>
                  <a:pt x="674627" y="319112"/>
                </a:lnTo>
                <a:lnTo>
                  <a:pt x="674340" y="318445"/>
                </a:lnTo>
                <a:lnTo>
                  <a:pt x="674065" y="317766"/>
                </a:lnTo>
                <a:lnTo>
                  <a:pt x="673801" y="317077"/>
                </a:lnTo>
                <a:lnTo>
                  <a:pt x="673548" y="316379"/>
                </a:lnTo>
                <a:lnTo>
                  <a:pt x="673306" y="315677"/>
                </a:lnTo>
                <a:lnTo>
                  <a:pt x="673075" y="314969"/>
                </a:lnTo>
                <a:lnTo>
                  <a:pt x="672855" y="314257"/>
                </a:lnTo>
                <a:lnTo>
                  <a:pt x="672645" y="313540"/>
                </a:lnTo>
                <a:lnTo>
                  <a:pt x="672446" y="312819"/>
                </a:lnTo>
                <a:lnTo>
                  <a:pt x="672258" y="312092"/>
                </a:lnTo>
                <a:lnTo>
                  <a:pt x="672080" y="311361"/>
                </a:lnTo>
                <a:lnTo>
                  <a:pt x="671914" y="310625"/>
                </a:lnTo>
                <a:lnTo>
                  <a:pt x="671758" y="309884"/>
                </a:lnTo>
                <a:lnTo>
                  <a:pt x="671613" y="309138"/>
                </a:lnTo>
                <a:lnTo>
                  <a:pt x="671478" y="308387"/>
                </a:lnTo>
                <a:lnTo>
                  <a:pt x="671355" y="307631"/>
                </a:lnTo>
                <a:lnTo>
                  <a:pt x="671242" y="306871"/>
                </a:lnTo>
                <a:lnTo>
                  <a:pt x="671139" y="306106"/>
                </a:lnTo>
                <a:lnTo>
                  <a:pt x="671048" y="305336"/>
                </a:lnTo>
                <a:lnTo>
                  <a:pt x="670967" y="304561"/>
                </a:lnTo>
                <a:lnTo>
                  <a:pt x="670898" y="303781"/>
                </a:lnTo>
                <a:lnTo>
                  <a:pt x="670838" y="302997"/>
                </a:lnTo>
                <a:lnTo>
                  <a:pt x="670790" y="302208"/>
                </a:lnTo>
                <a:lnTo>
                  <a:pt x="670752" y="301414"/>
                </a:lnTo>
                <a:lnTo>
                  <a:pt x="670725" y="300615"/>
                </a:lnTo>
                <a:lnTo>
                  <a:pt x="670709" y="299811"/>
                </a:lnTo>
                <a:lnTo>
                  <a:pt x="670704" y="299002"/>
                </a:lnTo>
                <a:lnTo>
                  <a:pt x="670709" y="298193"/>
                </a:lnTo>
                <a:lnTo>
                  <a:pt x="670725" y="297389"/>
                </a:lnTo>
                <a:lnTo>
                  <a:pt x="670752" y="296590"/>
                </a:lnTo>
                <a:lnTo>
                  <a:pt x="670790" y="295795"/>
                </a:lnTo>
                <a:lnTo>
                  <a:pt x="670838" y="295005"/>
                </a:lnTo>
                <a:lnTo>
                  <a:pt x="670898" y="294219"/>
                </a:lnTo>
                <a:lnTo>
                  <a:pt x="670967" y="293438"/>
                </a:lnTo>
                <a:lnTo>
                  <a:pt x="671048" y="292661"/>
                </a:lnTo>
                <a:lnTo>
                  <a:pt x="671139" y="291889"/>
                </a:lnTo>
                <a:lnTo>
                  <a:pt x="671242" y="291122"/>
                </a:lnTo>
                <a:lnTo>
                  <a:pt x="671355" y="290359"/>
                </a:lnTo>
                <a:lnTo>
                  <a:pt x="671478" y="289601"/>
                </a:lnTo>
                <a:lnTo>
                  <a:pt x="671613" y="288848"/>
                </a:lnTo>
                <a:lnTo>
                  <a:pt x="671758" y="288099"/>
                </a:lnTo>
                <a:lnTo>
                  <a:pt x="671914" y="287355"/>
                </a:lnTo>
                <a:lnTo>
                  <a:pt x="672080" y="286615"/>
                </a:lnTo>
                <a:lnTo>
                  <a:pt x="672258" y="285880"/>
                </a:lnTo>
                <a:lnTo>
                  <a:pt x="672446" y="285150"/>
                </a:lnTo>
                <a:lnTo>
                  <a:pt x="672645" y="284424"/>
                </a:lnTo>
                <a:lnTo>
                  <a:pt x="672855" y="283703"/>
                </a:lnTo>
                <a:lnTo>
                  <a:pt x="673075" y="282986"/>
                </a:lnTo>
                <a:lnTo>
                  <a:pt x="673306" y="282274"/>
                </a:lnTo>
                <a:lnTo>
                  <a:pt x="673548" y="281567"/>
                </a:lnTo>
                <a:lnTo>
                  <a:pt x="673801" y="280864"/>
                </a:lnTo>
                <a:lnTo>
                  <a:pt x="674065" y="280169"/>
                </a:lnTo>
                <a:lnTo>
                  <a:pt x="674340" y="279486"/>
                </a:lnTo>
                <a:lnTo>
                  <a:pt x="674627" y="278813"/>
                </a:lnTo>
                <a:lnTo>
                  <a:pt x="674926" y="278152"/>
                </a:lnTo>
                <a:lnTo>
                  <a:pt x="675236" y="277502"/>
                </a:lnTo>
                <a:lnTo>
                  <a:pt x="675558" y="276863"/>
                </a:lnTo>
                <a:lnTo>
                  <a:pt x="675892" y="276235"/>
                </a:lnTo>
                <a:lnTo>
                  <a:pt x="676237" y="275619"/>
                </a:lnTo>
                <a:lnTo>
                  <a:pt x="676594" y="275014"/>
                </a:lnTo>
                <a:lnTo>
                  <a:pt x="676963" y="274419"/>
                </a:lnTo>
                <a:lnTo>
                  <a:pt x="677343" y="273837"/>
                </a:lnTo>
                <a:lnTo>
                  <a:pt x="677735" y="273265"/>
                </a:lnTo>
                <a:lnTo>
                  <a:pt x="678138" y="272704"/>
                </a:lnTo>
                <a:lnTo>
                  <a:pt x="678553" y="272155"/>
                </a:lnTo>
                <a:lnTo>
                  <a:pt x="678980" y="271617"/>
                </a:lnTo>
                <a:lnTo>
                  <a:pt x="679418" y="271090"/>
                </a:lnTo>
                <a:lnTo>
                  <a:pt x="679868" y="270574"/>
                </a:lnTo>
                <a:lnTo>
                  <a:pt x="680330" y="270069"/>
                </a:lnTo>
                <a:lnTo>
                  <a:pt x="680803" y="269576"/>
                </a:lnTo>
                <a:lnTo>
                  <a:pt x="681288" y="269094"/>
                </a:lnTo>
                <a:lnTo>
                  <a:pt x="681784" y="268623"/>
                </a:lnTo>
                <a:lnTo>
                  <a:pt x="682292" y="268163"/>
                </a:lnTo>
                <a:lnTo>
                  <a:pt x="682812" y="267714"/>
                </a:lnTo>
                <a:lnTo>
                  <a:pt x="683344" y="267277"/>
                </a:lnTo>
                <a:lnTo>
                  <a:pt x="683887" y="266854"/>
                </a:lnTo>
                <a:lnTo>
                  <a:pt x="684443" y="266449"/>
                </a:lnTo>
                <a:lnTo>
                  <a:pt x="685010" y="266062"/>
                </a:lnTo>
                <a:lnTo>
                  <a:pt x="685591" y="265693"/>
                </a:lnTo>
                <a:lnTo>
                  <a:pt x="686183" y="265342"/>
                </a:lnTo>
                <a:lnTo>
                  <a:pt x="686788" y="265010"/>
                </a:lnTo>
                <a:lnTo>
                  <a:pt x="687405" y="264695"/>
                </a:lnTo>
                <a:lnTo>
                  <a:pt x="688034" y="264398"/>
                </a:lnTo>
                <a:lnTo>
                  <a:pt x="688676" y="264119"/>
                </a:lnTo>
                <a:lnTo>
                  <a:pt x="689330" y="263858"/>
                </a:lnTo>
                <a:lnTo>
                  <a:pt x="689996" y="263615"/>
                </a:lnTo>
                <a:lnTo>
                  <a:pt x="690675" y="263390"/>
                </a:lnTo>
                <a:lnTo>
                  <a:pt x="691365" y="263183"/>
                </a:lnTo>
                <a:lnTo>
                  <a:pt x="692068" y="262994"/>
                </a:lnTo>
                <a:lnTo>
                  <a:pt x="692784" y="262823"/>
                </a:lnTo>
                <a:lnTo>
                  <a:pt x="693511" y="262670"/>
                </a:lnTo>
                <a:lnTo>
                  <a:pt x="694251" y="262535"/>
                </a:lnTo>
                <a:lnTo>
                  <a:pt x="695004" y="262418"/>
                </a:lnTo>
                <a:lnTo>
                  <a:pt x="695768" y="262319"/>
                </a:lnTo>
                <a:lnTo>
                  <a:pt x="696545" y="262238"/>
                </a:lnTo>
                <a:lnTo>
                  <a:pt x="697334" y="262175"/>
                </a:lnTo>
                <a:lnTo>
                  <a:pt x="698135" y="262130"/>
                </a:lnTo>
                <a:lnTo>
                  <a:pt x="698949" y="262104"/>
                </a:lnTo>
                <a:lnTo>
                  <a:pt x="699775" y="262095"/>
                </a:lnTo>
                <a:lnTo>
                  <a:pt x="700601" y="262104"/>
                </a:lnTo>
                <a:lnTo>
                  <a:pt x="701415" y="262130"/>
                </a:lnTo>
                <a:lnTo>
                  <a:pt x="702216" y="262175"/>
                </a:lnTo>
                <a:lnTo>
                  <a:pt x="703005" y="262238"/>
                </a:lnTo>
                <a:lnTo>
                  <a:pt x="703782" y="262319"/>
                </a:lnTo>
                <a:lnTo>
                  <a:pt x="704547" y="262418"/>
                </a:lnTo>
                <a:lnTo>
                  <a:pt x="705299" y="262535"/>
                </a:lnTo>
                <a:lnTo>
                  <a:pt x="706039" y="262670"/>
                </a:lnTo>
                <a:lnTo>
                  <a:pt x="706766" y="262823"/>
                </a:lnTo>
                <a:lnTo>
                  <a:pt x="707482" y="262994"/>
                </a:lnTo>
                <a:lnTo>
                  <a:pt x="708185" y="263183"/>
                </a:lnTo>
                <a:lnTo>
                  <a:pt x="708876" y="263390"/>
                </a:lnTo>
                <a:lnTo>
                  <a:pt x="709554" y="263615"/>
                </a:lnTo>
                <a:lnTo>
                  <a:pt x="710220" y="263858"/>
                </a:lnTo>
                <a:lnTo>
                  <a:pt x="710874" y="264119"/>
                </a:lnTo>
                <a:lnTo>
                  <a:pt x="711516" y="264398"/>
                </a:lnTo>
                <a:lnTo>
                  <a:pt x="712145" y="264695"/>
                </a:lnTo>
                <a:lnTo>
                  <a:pt x="712762" y="265010"/>
                </a:lnTo>
                <a:lnTo>
                  <a:pt x="713367" y="265342"/>
                </a:lnTo>
                <a:lnTo>
                  <a:pt x="713959" y="265693"/>
                </a:lnTo>
                <a:lnTo>
                  <a:pt x="714540" y="266062"/>
                </a:lnTo>
                <a:lnTo>
                  <a:pt x="715108" y="266449"/>
                </a:lnTo>
                <a:lnTo>
                  <a:pt x="715663" y="266854"/>
                </a:lnTo>
                <a:lnTo>
                  <a:pt x="716207" y="267277"/>
                </a:lnTo>
                <a:lnTo>
                  <a:pt x="716738" y="267714"/>
                </a:lnTo>
                <a:lnTo>
                  <a:pt x="717258" y="268163"/>
                </a:lnTo>
                <a:lnTo>
                  <a:pt x="717766" y="268623"/>
                </a:lnTo>
                <a:lnTo>
                  <a:pt x="718262" y="269094"/>
                </a:lnTo>
                <a:lnTo>
                  <a:pt x="718747" y="269576"/>
                </a:lnTo>
                <a:lnTo>
                  <a:pt x="719220" y="270069"/>
                </a:lnTo>
                <a:lnTo>
                  <a:pt x="719682" y="270574"/>
                </a:lnTo>
                <a:lnTo>
                  <a:pt x="720132" y="271090"/>
                </a:lnTo>
                <a:lnTo>
                  <a:pt x="720570" y="271617"/>
                </a:lnTo>
                <a:lnTo>
                  <a:pt x="720997" y="272155"/>
                </a:lnTo>
                <a:lnTo>
                  <a:pt x="721412" y="272704"/>
                </a:lnTo>
                <a:lnTo>
                  <a:pt x="721815" y="273265"/>
                </a:lnTo>
                <a:lnTo>
                  <a:pt x="722207" y="273837"/>
                </a:lnTo>
                <a:lnTo>
                  <a:pt x="722587" y="274419"/>
                </a:lnTo>
                <a:lnTo>
                  <a:pt x="722956" y="275014"/>
                </a:lnTo>
                <a:lnTo>
                  <a:pt x="723313" y="275619"/>
                </a:lnTo>
                <a:lnTo>
                  <a:pt x="723658" y="276235"/>
                </a:lnTo>
                <a:lnTo>
                  <a:pt x="723992" y="276863"/>
                </a:lnTo>
                <a:lnTo>
                  <a:pt x="724314" y="277502"/>
                </a:lnTo>
                <a:lnTo>
                  <a:pt x="724624" y="278152"/>
                </a:lnTo>
                <a:lnTo>
                  <a:pt x="724923" y="278813"/>
                </a:lnTo>
                <a:lnTo>
                  <a:pt x="725210" y="279486"/>
                </a:lnTo>
                <a:lnTo>
                  <a:pt x="725486" y="280169"/>
                </a:lnTo>
                <a:lnTo>
                  <a:pt x="725749" y="280864"/>
                </a:lnTo>
                <a:lnTo>
                  <a:pt x="726002" y="281567"/>
                </a:lnTo>
                <a:lnTo>
                  <a:pt x="726244" y="282274"/>
                </a:lnTo>
                <a:lnTo>
                  <a:pt x="726475" y="282986"/>
                </a:lnTo>
                <a:lnTo>
                  <a:pt x="726696" y="283703"/>
                </a:lnTo>
                <a:lnTo>
                  <a:pt x="726905" y="284424"/>
                </a:lnTo>
                <a:lnTo>
                  <a:pt x="727104" y="285150"/>
                </a:lnTo>
                <a:lnTo>
                  <a:pt x="727292" y="285880"/>
                </a:lnTo>
                <a:lnTo>
                  <a:pt x="727470" y="286615"/>
                </a:lnTo>
                <a:lnTo>
                  <a:pt x="727636" y="287355"/>
                </a:lnTo>
                <a:lnTo>
                  <a:pt x="727792" y="288099"/>
                </a:lnTo>
                <a:lnTo>
                  <a:pt x="727938" y="288848"/>
                </a:lnTo>
                <a:lnTo>
                  <a:pt x="728072" y="289601"/>
                </a:lnTo>
                <a:lnTo>
                  <a:pt x="728196" y="290359"/>
                </a:lnTo>
                <a:lnTo>
                  <a:pt x="728309" y="291122"/>
                </a:lnTo>
                <a:lnTo>
                  <a:pt x="728411" y="291889"/>
                </a:lnTo>
                <a:lnTo>
                  <a:pt x="728502" y="292661"/>
                </a:lnTo>
                <a:lnTo>
                  <a:pt x="728583" y="293438"/>
                </a:lnTo>
                <a:lnTo>
                  <a:pt x="728653" y="294219"/>
                </a:lnTo>
                <a:lnTo>
                  <a:pt x="728712" y="295005"/>
                </a:lnTo>
                <a:lnTo>
                  <a:pt x="728760" y="295795"/>
                </a:lnTo>
                <a:lnTo>
                  <a:pt x="728798" y="296590"/>
                </a:lnTo>
                <a:lnTo>
                  <a:pt x="728825" y="297389"/>
                </a:lnTo>
                <a:lnTo>
                  <a:pt x="728841" y="298193"/>
                </a:lnTo>
                <a:lnTo>
                  <a:pt x="728846" y="299002"/>
                </a:lnTo>
                <a:lnTo>
                  <a:pt x="728841" y="299811"/>
                </a:lnTo>
                <a:lnTo>
                  <a:pt x="728825" y="300615"/>
                </a:lnTo>
                <a:lnTo>
                  <a:pt x="728798" y="301414"/>
                </a:lnTo>
                <a:lnTo>
                  <a:pt x="728760" y="302208"/>
                </a:lnTo>
                <a:lnTo>
                  <a:pt x="728712" y="302997"/>
                </a:lnTo>
                <a:lnTo>
                  <a:pt x="728653" y="303781"/>
                </a:lnTo>
                <a:lnTo>
                  <a:pt x="728583" y="304561"/>
                </a:lnTo>
                <a:lnTo>
                  <a:pt x="728502" y="305336"/>
                </a:lnTo>
                <a:lnTo>
                  <a:pt x="728411" y="306106"/>
                </a:lnTo>
                <a:lnTo>
                  <a:pt x="728309" y="306871"/>
                </a:lnTo>
                <a:lnTo>
                  <a:pt x="728196" y="307631"/>
                </a:lnTo>
                <a:lnTo>
                  <a:pt x="728072" y="308387"/>
                </a:lnTo>
                <a:lnTo>
                  <a:pt x="727938" y="309138"/>
                </a:lnTo>
                <a:lnTo>
                  <a:pt x="727792" y="309884"/>
                </a:lnTo>
                <a:lnTo>
                  <a:pt x="727636" y="310625"/>
                </a:lnTo>
                <a:lnTo>
                  <a:pt x="727470" y="311361"/>
                </a:lnTo>
                <a:lnTo>
                  <a:pt x="727292" y="312092"/>
                </a:lnTo>
                <a:lnTo>
                  <a:pt x="727104" y="312819"/>
                </a:lnTo>
                <a:lnTo>
                  <a:pt x="726905" y="313540"/>
                </a:lnTo>
                <a:lnTo>
                  <a:pt x="726696" y="314257"/>
                </a:lnTo>
                <a:lnTo>
                  <a:pt x="726475" y="314969"/>
                </a:lnTo>
                <a:lnTo>
                  <a:pt x="726244" y="315677"/>
                </a:lnTo>
                <a:lnTo>
                  <a:pt x="726002" y="316379"/>
                </a:lnTo>
                <a:lnTo>
                  <a:pt x="725749" y="317077"/>
                </a:lnTo>
                <a:lnTo>
                  <a:pt x="725486" y="317766"/>
                </a:lnTo>
                <a:lnTo>
                  <a:pt x="725210" y="318445"/>
                </a:lnTo>
                <a:lnTo>
                  <a:pt x="724923" y="319112"/>
                </a:lnTo>
                <a:lnTo>
                  <a:pt x="724624" y="319768"/>
                </a:lnTo>
                <a:lnTo>
                  <a:pt x="724314" y="320413"/>
                </a:lnTo>
                <a:lnTo>
                  <a:pt x="723992" y="321046"/>
                </a:lnTo>
                <a:lnTo>
                  <a:pt x="723658" y="321669"/>
                </a:lnTo>
                <a:lnTo>
                  <a:pt x="723313" y="322280"/>
                </a:lnTo>
                <a:lnTo>
                  <a:pt x="722956" y="322880"/>
                </a:lnTo>
                <a:lnTo>
                  <a:pt x="722587" y="323469"/>
                </a:lnTo>
                <a:lnTo>
                  <a:pt x="722207" y="324047"/>
                </a:lnTo>
                <a:lnTo>
                  <a:pt x="721815" y="324613"/>
                </a:lnTo>
                <a:lnTo>
                  <a:pt x="721412" y="325168"/>
                </a:lnTo>
                <a:lnTo>
                  <a:pt x="720997" y="325712"/>
                </a:lnTo>
                <a:lnTo>
                  <a:pt x="720570" y="326245"/>
                </a:lnTo>
                <a:lnTo>
                  <a:pt x="720132" y="326767"/>
                </a:lnTo>
                <a:lnTo>
                  <a:pt x="719682" y="327278"/>
                </a:lnTo>
                <a:lnTo>
                  <a:pt x="719220" y="327777"/>
                </a:lnTo>
                <a:lnTo>
                  <a:pt x="718747" y="328265"/>
                </a:lnTo>
                <a:lnTo>
                  <a:pt x="718262" y="328742"/>
                </a:lnTo>
                <a:lnTo>
                  <a:pt x="717766" y="329208"/>
                </a:lnTo>
                <a:lnTo>
                  <a:pt x="717258" y="329662"/>
                </a:lnTo>
                <a:lnTo>
                  <a:pt x="716738" y="330106"/>
                </a:lnTo>
                <a:lnTo>
                  <a:pt x="716207" y="330538"/>
                </a:lnTo>
                <a:lnTo>
                  <a:pt x="715663" y="330956"/>
                </a:lnTo>
                <a:lnTo>
                  <a:pt x="715108" y="331356"/>
                </a:lnTo>
                <a:lnTo>
                  <a:pt x="714540" y="331738"/>
                </a:lnTo>
                <a:lnTo>
                  <a:pt x="713959" y="332102"/>
                </a:lnTo>
                <a:lnTo>
                  <a:pt x="713367" y="332449"/>
                </a:lnTo>
                <a:lnTo>
                  <a:pt x="712762" y="332777"/>
                </a:lnTo>
                <a:lnTo>
                  <a:pt x="712145" y="333089"/>
                </a:lnTo>
                <a:lnTo>
                  <a:pt x="711516" y="333382"/>
                </a:lnTo>
                <a:lnTo>
                  <a:pt x="710874" y="333657"/>
                </a:lnTo>
                <a:lnTo>
                  <a:pt x="710220" y="333915"/>
                </a:lnTo>
                <a:lnTo>
                  <a:pt x="709554" y="334155"/>
                </a:lnTo>
                <a:lnTo>
                  <a:pt x="708876" y="334377"/>
                </a:lnTo>
                <a:lnTo>
                  <a:pt x="708185" y="334582"/>
                </a:lnTo>
                <a:lnTo>
                  <a:pt x="707482" y="334768"/>
                </a:lnTo>
                <a:lnTo>
                  <a:pt x="706766" y="334937"/>
                </a:lnTo>
                <a:lnTo>
                  <a:pt x="706039" y="335088"/>
                </a:lnTo>
                <a:lnTo>
                  <a:pt x="705299" y="335221"/>
                </a:lnTo>
                <a:lnTo>
                  <a:pt x="704547" y="335337"/>
                </a:lnTo>
                <a:lnTo>
                  <a:pt x="703782" y="335435"/>
                </a:lnTo>
                <a:lnTo>
                  <a:pt x="703005" y="335515"/>
                </a:lnTo>
                <a:lnTo>
                  <a:pt x="702216" y="335577"/>
                </a:lnTo>
                <a:lnTo>
                  <a:pt x="701415" y="335621"/>
                </a:lnTo>
                <a:lnTo>
                  <a:pt x="700601" y="335648"/>
                </a:lnTo>
                <a:lnTo>
                  <a:pt x="699775" y="335657"/>
                </a:lnTo>
                <a:lnTo>
                  <a:pt x="698949" y="335648"/>
                </a:lnTo>
                <a:lnTo>
                  <a:pt x="698135" y="335621"/>
                </a:lnTo>
                <a:lnTo>
                  <a:pt x="697334" y="335577"/>
                </a:lnTo>
                <a:lnTo>
                  <a:pt x="696545" y="335515"/>
                </a:lnTo>
                <a:lnTo>
                  <a:pt x="695768" y="335435"/>
                </a:lnTo>
                <a:lnTo>
                  <a:pt x="695004" y="335337"/>
                </a:lnTo>
                <a:close/>
                <a:moveTo>
                  <a:pt x="1204597" y="265999"/>
                </a:moveTo>
                <a:lnTo>
                  <a:pt x="1204182" y="265240"/>
                </a:lnTo>
                <a:lnTo>
                  <a:pt x="1203751" y="264496"/>
                </a:lnTo>
                <a:lnTo>
                  <a:pt x="1203303" y="263766"/>
                </a:lnTo>
                <a:lnTo>
                  <a:pt x="1202838" y="263050"/>
                </a:lnTo>
                <a:lnTo>
                  <a:pt x="1202357" y="262347"/>
                </a:lnTo>
                <a:lnTo>
                  <a:pt x="1201859" y="261659"/>
                </a:lnTo>
                <a:lnTo>
                  <a:pt x="1201344" y="260985"/>
                </a:lnTo>
                <a:lnTo>
                  <a:pt x="1200812" y="260325"/>
                </a:lnTo>
                <a:lnTo>
                  <a:pt x="1200264" y="259679"/>
                </a:lnTo>
                <a:lnTo>
                  <a:pt x="1199699" y="259047"/>
                </a:lnTo>
                <a:lnTo>
                  <a:pt x="1199118" y="258429"/>
                </a:lnTo>
                <a:lnTo>
                  <a:pt x="1198520" y="257825"/>
                </a:lnTo>
                <a:lnTo>
                  <a:pt x="1197905" y="257235"/>
                </a:lnTo>
                <a:lnTo>
                  <a:pt x="1197273" y="256659"/>
                </a:lnTo>
                <a:lnTo>
                  <a:pt x="1196625" y="256098"/>
                </a:lnTo>
                <a:lnTo>
                  <a:pt x="1195960" y="255550"/>
                </a:lnTo>
                <a:lnTo>
                  <a:pt x="1195279" y="255016"/>
                </a:lnTo>
                <a:lnTo>
                  <a:pt x="1194583" y="254501"/>
                </a:lnTo>
                <a:lnTo>
                  <a:pt x="1193866" y="254007"/>
                </a:lnTo>
                <a:lnTo>
                  <a:pt x="1193128" y="253535"/>
                </a:lnTo>
                <a:lnTo>
                  <a:pt x="1192368" y="253085"/>
                </a:lnTo>
                <a:lnTo>
                  <a:pt x="1191587" y="252657"/>
                </a:lnTo>
                <a:lnTo>
                  <a:pt x="1190784" y="252251"/>
                </a:lnTo>
                <a:lnTo>
                  <a:pt x="1189959" y="251867"/>
                </a:lnTo>
                <a:lnTo>
                  <a:pt x="1189113" y="251505"/>
                </a:lnTo>
                <a:lnTo>
                  <a:pt x="1188246" y="251165"/>
                </a:lnTo>
                <a:lnTo>
                  <a:pt x="1187357" y="250847"/>
                </a:lnTo>
                <a:lnTo>
                  <a:pt x="1186446" y="250551"/>
                </a:lnTo>
                <a:lnTo>
                  <a:pt x="1185514" y="250276"/>
                </a:lnTo>
                <a:lnTo>
                  <a:pt x="1184561" y="250024"/>
                </a:lnTo>
                <a:lnTo>
                  <a:pt x="1183586" y="249794"/>
                </a:lnTo>
                <a:lnTo>
                  <a:pt x="1182590" y="249585"/>
                </a:lnTo>
                <a:lnTo>
                  <a:pt x="1181572" y="249399"/>
                </a:lnTo>
                <a:lnTo>
                  <a:pt x="1180532" y="249234"/>
                </a:lnTo>
                <a:lnTo>
                  <a:pt x="1179471" y="249092"/>
                </a:lnTo>
                <a:lnTo>
                  <a:pt x="1178389" y="248971"/>
                </a:lnTo>
                <a:lnTo>
                  <a:pt x="1177285" y="248872"/>
                </a:lnTo>
                <a:lnTo>
                  <a:pt x="1176159" y="248795"/>
                </a:lnTo>
                <a:lnTo>
                  <a:pt x="1175012" y="248740"/>
                </a:lnTo>
                <a:lnTo>
                  <a:pt x="1173844" y="248708"/>
                </a:lnTo>
                <a:lnTo>
                  <a:pt x="1172654" y="248697"/>
                </a:lnTo>
                <a:lnTo>
                  <a:pt x="1171804" y="248703"/>
                </a:lnTo>
                <a:lnTo>
                  <a:pt x="1170962" y="248722"/>
                </a:lnTo>
                <a:lnTo>
                  <a:pt x="1170128" y="248753"/>
                </a:lnTo>
                <a:lnTo>
                  <a:pt x="1169301" y="248797"/>
                </a:lnTo>
                <a:lnTo>
                  <a:pt x="1168481" y="248853"/>
                </a:lnTo>
                <a:lnTo>
                  <a:pt x="1167669" y="248922"/>
                </a:lnTo>
                <a:lnTo>
                  <a:pt x="1166864" y="249003"/>
                </a:lnTo>
                <a:lnTo>
                  <a:pt x="1166067" y="249097"/>
                </a:lnTo>
                <a:lnTo>
                  <a:pt x="1165277" y="249203"/>
                </a:lnTo>
                <a:lnTo>
                  <a:pt x="1164495" y="249322"/>
                </a:lnTo>
                <a:lnTo>
                  <a:pt x="1163720" y="249453"/>
                </a:lnTo>
                <a:lnTo>
                  <a:pt x="1162953" y="249597"/>
                </a:lnTo>
                <a:lnTo>
                  <a:pt x="1162193" y="249753"/>
                </a:lnTo>
                <a:lnTo>
                  <a:pt x="1161440" y="249922"/>
                </a:lnTo>
                <a:lnTo>
                  <a:pt x="1160696" y="250104"/>
                </a:lnTo>
                <a:lnTo>
                  <a:pt x="1159958" y="250298"/>
                </a:lnTo>
                <a:lnTo>
                  <a:pt x="1159228" y="250504"/>
                </a:lnTo>
                <a:lnTo>
                  <a:pt x="1158505" y="250723"/>
                </a:lnTo>
                <a:lnTo>
                  <a:pt x="1157790" y="250954"/>
                </a:lnTo>
                <a:lnTo>
                  <a:pt x="1157083" y="251198"/>
                </a:lnTo>
                <a:lnTo>
                  <a:pt x="1156382" y="251455"/>
                </a:lnTo>
                <a:lnTo>
                  <a:pt x="1155690" y="251723"/>
                </a:lnTo>
                <a:lnTo>
                  <a:pt x="1155004" y="252005"/>
                </a:lnTo>
                <a:lnTo>
                  <a:pt x="1154326" y="252299"/>
                </a:lnTo>
                <a:lnTo>
                  <a:pt x="1153663" y="252604"/>
                </a:lnTo>
                <a:lnTo>
                  <a:pt x="1153012" y="252918"/>
                </a:lnTo>
                <a:lnTo>
                  <a:pt x="1152372" y="253242"/>
                </a:lnTo>
                <a:lnTo>
                  <a:pt x="1151744" y="253575"/>
                </a:lnTo>
                <a:lnTo>
                  <a:pt x="1151127" y="253918"/>
                </a:lnTo>
                <a:lnTo>
                  <a:pt x="1150523" y="254270"/>
                </a:lnTo>
                <a:lnTo>
                  <a:pt x="1149929" y="254631"/>
                </a:lnTo>
                <a:lnTo>
                  <a:pt x="1149348" y="255002"/>
                </a:lnTo>
                <a:lnTo>
                  <a:pt x="1148778" y="255383"/>
                </a:lnTo>
                <a:lnTo>
                  <a:pt x="1148219" y="255773"/>
                </a:lnTo>
                <a:lnTo>
                  <a:pt x="1147673" y="256172"/>
                </a:lnTo>
                <a:lnTo>
                  <a:pt x="1147138" y="256580"/>
                </a:lnTo>
                <a:lnTo>
                  <a:pt x="1146614" y="256999"/>
                </a:lnTo>
                <a:lnTo>
                  <a:pt x="1146102" y="257426"/>
                </a:lnTo>
                <a:lnTo>
                  <a:pt x="1145602" y="257863"/>
                </a:lnTo>
                <a:lnTo>
                  <a:pt x="1145113" y="258310"/>
                </a:lnTo>
                <a:lnTo>
                  <a:pt x="1144636" y="258766"/>
                </a:lnTo>
                <a:lnTo>
                  <a:pt x="1144171" y="259231"/>
                </a:lnTo>
                <a:lnTo>
                  <a:pt x="1143717" y="259706"/>
                </a:lnTo>
                <a:lnTo>
                  <a:pt x="1143275" y="260190"/>
                </a:lnTo>
                <a:lnTo>
                  <a:pt x="1142845" y="260683"/>
                </a:lnTo>
                <a:lnTo>
                  <a:pt x="1142426" y="261187"/>
                </a:lnTo>
                <a:lnTo>
                  <a:pt x="1142019" y="261699"/>
                </a:lnTo>
                <a:lnTo>
                  <a:pt x="1141623" y="262221"/>
                </a:lnTo>
                <a:lnTo>
                  <a:pt x="1141247" y="262751"/>
                </a:lnTo>
                <a:lnTo>
                  <a:pt x="1140887" y="263287"/>
                </a:lnTo>
                <a:lnTo>
                  <a:pt x="1140542" y="263830"/>
                </a:lnTo>
                <a:lnTo>
                  <a:pt x="1140214" y="264380"/>
                </a:lnTo>
                <a:lnTo>
                  <a:pt x="1139901" y="264936"/>
                </a:lnTo>
                <a:lnTo>
                  <a:pt x="1139605" y="265499"/>
                </a:lnTo>
                <a:lnTo>
                  <a:pt x="1139325" y="266069"/>
                </a:lnTo>
                <a:lnTo>
                  <a:pt x="1139060" y="266645"/>
                </a:lnTo>
                <a:lnTo>
                  <a:pt x="1138812" y="267227"/>
                </a:lnTo>
                <a:lnTo>
                  <a:pt x="1138580" y="267817"/>
                </a:lnTo>
                <a:lnTo>
                  <a:pt x="1138364" y="268412"/>
                </a:lnTo>
                <a:lnTo>
                  <a:pt x="1138163" y="269015"/>
                </a:lnTo>
                <a:lnTo>
                  <a:pt x="1137979" y="269624"/>
                </a:lnTo>
                <a:lnTo>
                  <a:pt x="1137811" y="270239"/>
                </a:lnTo>
                <a:lnTo>
                  <a:pt x="1137659" y="270861"/>
                </a:lnTo>
                <a:lnTo>
                  <a:pt x="1137523" y="271490"/>
                </a:lnTo>
                <a:lnTo>
                  <a:pt x="1137402" y="272125"/>
                </a:lnTo>
                <a:lnTo>
                  <a:pt x="1137298" y="272767"/>
                </a:lnTo>
                <a:lnTo>
                  <a:pt x="1137210" y="273416"/>
                </a:lnTo>
                <a:lnTo>
                  <a:pt x="1137138" y="274071"/>
                </a:lnTo>
                <a:lnTo>
                  <a:pt x="1137082" y="274732"/>
                </a:lnTo>
                <a:lnTo>
                  <a:pt x="1137042" y="275400"/>
                </a:lnTo>
                <a:lnTo>
                  <a:pt x="1137018" y="276075"/>
                </a:lnTo>
                <a:lnTo>
                  <a:pt x="1137010" y="276756"/>
                </a:lnTo>
                <a:lnTo>
                  <a:pt x="1137021" y="277588"/>
                </a:lnTo>
                <a:lnTo>
                  <a:pt x="1137053" y="278408"/>
                </a:lnTo>
                <a:lnTo>
                  <a:pt x="1137107" y="279216"/>
                </a:lnTo>
                <a:lnTo>
                  <a:pt x="1137182" y="280013"/>
                </a:lnTo>
                <a:lnTo>
                  <a:pt x="1137279" y="280798"/>
                </a:lnTo>
                <a:lnTo>
                  <a:pt x="1137397" y="281571"/>
                </a:lnTo>
                <a:lnTo>
                  <a:pt x="1137537" y="282333"/>
                </a:lnTo>
                <a:lnTo>
                  <a:pt x="1137698" y="283083"/>
                </a:lnTo>
                <a:lnTo>
                  <a:pt x="1137881" y="283822"/>
                </a:lnTo>
                <a:lnTo>
                  <a:pt x="1138085" y="284549"/>
                </a:lnTo>
                <a:lnTo>
                  <a:pt x="1138311" y="285264"/>
                </a:lnTo>
                <a:lnTo>
                  <a:pt x="1138558" y="285968"/>
                </a:lnTo>
                <a:lnTo>
                  <a:pt x="1138827" y="286660"/>
                </a:lnTo>
                <a:lnTo>
                  <a:pt x="1139118" y="287340"/>
                </a:lnTo>
                <a:lnTo>
                  <a:pt x="1139429" y="288009"/>
                </a:lnTo>
                <a:lnTo>
                  <a:pt x="1139763" y="288666"/>
                </a:lnTo>
                <a:lnTo>
                  <a:pt x="1140118" y="289311"/>
                </a:lnTo>
                <a:lnTo>
                  <a:pt x="1140494" y="289945"/>
                </a:lnTo>
                <a:lnTo>
                  <a:pt x="1140892" y="290567"/>
                </a:lnTo>
                <a:lnTo>
                  <a:pt x="1141311" y="291178"/>
                </a:lnTo>
                <a:lnTo>
                  <a:pt x="1141752" y="291777"/>
                </a:lnTo>
                <a:lnTo>
                  <a:pt x="1142214" y="292364"/>
                </a:lnTo>
                <a:lnTo>
                  <a:pt x="1142698" y="292940"/>
                </a:lnTo>
                <a:lnTo>
                  <a:pt x="1143204" y="293504"/>
                </a:lnTo>
                <a:lnTo>
                  <a:pt x="1143737" y="294051"/>
                </a:lnTo>
                <a:lnTo>
                  <a:pt x="1144295" y="294586"/>
                </a:lnTo>
                <a:lnTo>
                  <a:pt x="1144878" y="295109"/>
                </a:lnTo>
                <a:lnTo>
                  <a:pt x="1145486" y="295619"/>
                </a:lnTo>
                <a:lnTo>
                  <a:pt x="1146118" y="296118"/>
                </a:lnTo>
                <a:lnTo>
                  <a:pt x="1146774" y="296605"/>
                </a:lnTo>
                <a:lnTo>
                  <a:pt x="1147455" y="297079"/>
                </a:lnTo>
                <a:lnTo>
                  <a:pt x="1148161" y="297542"/>
                </a:lnTo>
                <a:lnTo>
                  <a:pt x="1148891" y="297992"/>
                </a:lnTo>
                <a:lnTo>
                  <a:pt x="1149646" y="298430"/>
                </a:lnTo>
                <a:lnTo>
                  <a:pt x="1150426" y="298857"/>
                </a:lnTo>
                <a:lnTo>
                  <a:pt x="1151230" y="299271"/>
                </a:lnTo>
                <a:lnTo>
                  <a:pt x="1152058" y="299673"/>
                </a:lnTo>
                <a:lnTo>
                  <a:pt x="1152911" y="300063"/>
                </a:lnTo>
                <a:lnTo>
                  <a:pt x="1153789" y="300441"/>
                </a:lnTo>
                <a:lnTo>
                  <a:pt x="1154691" y="300807"/>
                </a:lnTo>
                <a:lnTo>
                  <a:pt x="1155618" y="301161"/>
                </a:lnTo>
                <a:lnTo>
                  <a:pt x="1156570" y="301502"/>
                </a:lnTo>
                <a:lnTo>
                  <a:pt x="1157546" y="301832"/>
                </a:lnTo>
                <a:lnTo>
                  <a:pt x="1158547" y="302150"/>
                </a:lnTo>
                <a:lnTo>
                  <a:pt x="1159572" y="302455"/>
                </a:lnTo>
                <a:lnTo>
                  <a:pt x="1160622" y="302749"/>
                </a:lnTo>
                <a:lnTo>
                  <a:pt x="1161696" y="303030"/>
                </a:lnTo>
                <a:lnTo>
                  <a:pt x="1162795" y="303300"/>
                </a:lnTo>
                <a:lnTo>
                  <a:pt x="1178974" y="307091"/>
                </a:lnTo>
                <a:lnTo>
                  <a:pt x="1179578" y="307237"/>
                </a:lnTo>
                <a:lnTo>
                  <a:pt x="1180169" y="307388"/>
                </a:lnTo>
                <a:lnTo>
                  <a:pt x="1180747" y="307546"/>
                </a:lnTo>
                <a:lnTo>
                  <a:pt x="1181312" y="307709"/>
                </a:lnTo>
                <a:lnTo>
                  <a:pt x="1181864" y="307879"/>
                </a:lnTo>
                <a:lnTo>
                  <a:pt x="1182402" y="308055"/>
                </a:lnTo>
                <a:lnTo>
                  <a:pt x="1182927" y="308237"/>
                </a:lnTo>
                <a:lnTo>
                  <a:pt x="1183440" y="308426"/>
                </a:lnTo>
                <a:lnTo>
                  <a:pt x="1183939" y="308620"/>
                </a:lnTo>
                <a:lnTo>
                  <a:pt x="1184424" y="308821"/>
                </a:lnTo>
                <a:lnTo>
                  <a:pt x="1184897" y="309027"/>
                </a:lnTo>
                <a:lnTo>
                  <a:pt x="1185356" y="309240"/>
                </a:lnTo>
                <a:lnTo>
                  <a:pt x="1185803" y="309459"/>
                </a:lnTo>
                <a:lnTo>
                  <a:pt x="1186236" y="309684"/>
                </a:lnTo>
                <a:lnTo>
                  <a:pt x="1186656" y="309916"/>
                </a:lnTo>
                <a:lnTo>
                  <a:pt x="1187063" y="310153"/>
                </a:lnTo>
                <a:lnTo>
                  <a:pt x="1187456" y="310397"/>
                </a:lnTo>
                <a:lnTo>
                  <a:pt x="1187837" y="310646"/>
                </a:lnTo>
                <a:lnTo>
                  <a:pt x="1188204" y="310902"/>
                </a:lnTo>
                <a:lnTo>
                  <a:pt x="1188558" y="311164"/>
                </a:lnTo>
                <a:lnTo>
                  <a:pt x="1188899" y="311432"/>
                </a:lnTo>
                <a:lnTo>
                  <a:pt x="1189227" y="311707"/>
                </a:lnTo>
                <a:lnTo>
                  <a:pt x="1189542" y="311987"/>
                </a:lnTo>
                <a:lnTo>
                  <a:pt x="1189843" y="312274"/>
                </a:lnTo>
                <a:lnTo>
                  <a:pt x="1190132" y="312561"/>
                </a:lnTo>
                <a:lnTo>
                  <a:pt x="1190409" y="312854"/>
                </a:lnTo>
                <a:lnTo>
                  <a:pt x="1190673" y="313153"/>
                </a:lnTo>
                <a:lnTo>
                  <a:pt x="1190925" y="313457"/>
                </a:lnTo>
                <a:lnTo>
                  <a:pt x="1191165" y="313767"/>
                </a:lnTo>
                <a:lnTo>
                  <a:pt x="1191392" y="314083"/>
                </a:lnTo>
                <a:lnTo>
                  <a:pt x="1191607" y="314404"/>
                </a:lnTo>
                <a:lnTo>
                  <a:pt x="1191810" y="314731"/>
                </a:lnTo>
                <a:lnTo>
                  <a:pt x="1192000" y="315064"/>
                </a:lnTo>
                <a:lnTo>
                  <a:pt x="1192178" y="315403"/>
                </a:lnTo>
                <a:lnTo>
                  <a:pt x="1192344" y="315747"/>
                </a:lnTo>
                <a:lnTo>
                  <a:pt x="1192498" y="316097"/>
                </a:lnTo>
                <a:lnTo>
                  <a:pt x="1192639" y="316453"/>
                </a:lnTo>
                <a:lnTo>
                  <a:pt x="1192768" y="316814"/>
                </a:lnTo>
                <a:lnTo>
                  <a:pt x="1192885" y="317181"/>
                </a:lnTo>
                <a:lnTo>
                  <a:pt x="1192989" y="317554"/>
                </a:lnTo>
                <a:lnTo>
                  <a:pt x="1193082" y="317933"/>
                </a:lnTo>
                <a:lnTo>
                  <a:pt x="1193161" y="318317"/>
                </a:lnTo>
                <a:lnTo>
                  <a:pt x="1193229" y="318707"/>
                </a:lnTo>
                <a:lnTo>
                  <a:pt x="1193284" y="319103"/>
                </a:lnTo>
                <a:lnTo>
                  <a:pt x="1193327" y="319504"/>
                </a:lnTo>
                <a:lnTo>
                  <a:pt x="1193358" y="319911"/>
                </a:lnTo>
                <a:lnTo>
                  <a:pt x="1193377" y="320324"/>
                </a:lnTo>
                <a:lnTo>
                  <a:pt x="1193383" y="320742"/>
                </a:lnTo>
                <a:lnTo>
                  <a:pt x="1193372" y="321261"/>
                </a:lnTo>
                <a:lnTo>
                  <a:pt x="1193340" y="321773"/>
                </a:lnTo>
                <a:lnTo>
                  <a:pt x="1193286" y="322279"/>
                </a:lnTo>
                <a:lnTo>
                  <a:pt x="1193211" y="322779"/>
                </a:lnTo>
                <a:lnTo>
                  <a:pt x="1193114" y="323272"/>
                </a:lnTo>
                <a:lnTo>
                  <a:pt x="1192996" y="323760"/>
                </a:lnTo>
                <a:lnTo>
                  <a:pt x="1192856" y="324241"/>
                </a:lnTo>
                <a:lnTo>
                  <a:pt x="1192695" y="324717"/>
                </a:lnTo>
                <a:lnTo>
                  <a:pt x="1192512" y="325186"/>
                </a:lnTo>
                <a:lnTo>
                  <a:pt x="1192307" y="325649"/>
                </a:lnTo>
                <a:lnTo>
                  <a:pt x="1192082" y="326106"/>
                </a:lnTo>
                <a:lnTo>
                  <a:pt x="1191834" y="326556"/>
                </a:lnTo>
                <a:lnTo>
                  <a:pt x="1191566" y="327001"/>
                </a:lnTo>
                <a:lnTo>
                  <a:pt x="1191275" y="327439"/>
                </a:lnTo>
                <a:lnTo>
                  <a:pt x="1190963" y="327872"/>
                </a:lnTo>
                <a:lnTo>
                  <a:pt x="1190630" y="328298"/>
                </a:lnTo>
                <a:lnTo>
                  <a:pt x="1190275" y="328718"/>
                </a:lnTo>
                <a:lnTo>
                  <a:pt x="1189899" y="329132"/>
                </a:lnTo>
                <a:lnTo>
                  <a:pt x="1189501" y="329539"/>
                </a:lnTo>
                <a:lnTo>
                  <a:pt x="1189082" y="329941"/>
                </a:lnTo>
                <a:lnTo>
                  <a:pt x="1188641" y="330336"/>
                </a:lnTo>
                <a:lnTo>
                  <a:pt x="1188179" y="330726"/>
                </a:lnTo>
                <a:lnTo>
                  <a:pt x="1187695" y="331109"/>
                </a:lnTo>
                <a:lnTo>
                  <a:pt x="1187189" y="331486"/>
                </a:lnTo>
                <a:lnTo>
                  <a:pt x="1186671" y="331847"/>
                </a:lnTo>
                <a:lnTo>
                  <a:pt x="1186138" y="332192"/>
                </a:lnTo>
                <a:lnTo>
                  <a:pt x="1185590" y="332523"/>
                </a:lnTo>
                <a:lnTo>
                  <a:pt x="1185027" y="332838"/>
                </a:lnTo>
                <a:lnTo>
                  <a:pt x="1184449" y="333137"/>
                </a:lnTo>
                <a:lnTo>
                  <a:pt x="1183856" y="333421"/>
                </a:lnTo>
                <a:lnTo>
                  <a:pt x="1183248" y="333690"/>
                </a:lnTo>
                <a:lnTo>
                  <a:pt x="1182625" y="333944"/>
                </a:lnTo>
                <a:lnTo>
                  <a:pt x="1181987" y="334182"/>
                </a:lnTo>
                <a:lnTo>
                  <a:pt x="1181335" y="334404"/>
                </a:lnTo>
                <a:lnTo>
                  <a:pt x="1180667" y="334612"/>
                </a:lnTo>
                <a:lnTo>
                  <a:pt x="1179985" y="334804"/>
                </a:lnTo>
                <a:lnTo>
                  <a:pt x="1179287" y="334980"/>
                </a:lnTo>
                <a:lnTo>
                  <a:pt x="1178575" y="335142"/>
                </a:lnTo>
                <a:lnTo>
                  <a:pt x="1177848" y="335288"/>
                </a:lnTo>
                <a:lnTo>
                  <a:pt x="1177106" y="335418"/>
                </a:lnTo>
                <a:lnTo>
                  <a:pt x="1176349" y="335533"/>
                </a:lnTo>
                <a:lnTo>
                  <a:pt x="1175577" y="335633"/>
                </a:lnTo>
                <a:lnTo>
                  <a:pt x="1174790" y="335718"/>
                </a:lnTo>
                <a:lnTo>
                  <a:pt x="1173988" y="335787"/>
                </a:lnTo>
                <a:lnTo>
                  <a:pt x="1173171" y="335841"/>
                </a:lnTo>
                <a:lnTo>
                  <a:pt x="1172339" y="335879"/>
                </a:lnTo>
                <a:lnTo>
                  <a:pt x="1171493" y="335902"/>
                </a:lnTo>
                <a:lnTo>
                  <a:pt x="1170631" y="335910"/>
                </a:lnTo>
                <a:lnTo>
                  <a:pt x="1169874" y="335903"/>
                </a:lnTo>
                <a:lnTo>
                  <a:pt x="1169128" y="335883"/>
                </a:lnTo>
                <a:lnTo>
                  <a:pt x="1168395" y="335848"/>
                </a:lnTo>
                <a:lnTo>
                  <a:pt x="1167673" y="335801"/>
                </a:lnTo>
                <a:lnTo>
                  <a:pt x="1166964" y="335740"/>
                </a:lnTo>
                <a:lnTo>
                  <a:pt x="1166267" y="335665"/>
                </a:lnTo>
                <a:lnTo>
                  <a:pt x="1165582" y="335576"/>
                </a:lnTo>
                <a:lnTo>
                  <a:pt x="1164908" y="335474"/>
                </a:lnTo>
                <a:lnTo>
                  <a:pt x="1164247" y="335359"/>
                </a:lnTo>
                <a:lnTo>
                  <a:pt x="1163598" y="335229"/>
                </a:lnTo>
                <a:lnTo>
                  <a:pt x="1162961" y="335087"/>
                </a:lnTo>
                <a:lnTo>
                  <a:pt x="1162337" y="334930"/>
                </a:lnTo>
                <a:lnTo>
                  <a:pt x="1161724" y="334760"/>
                </a:lnTo>
                <a:lnTo>
                  <a:pt x="1161123" y="334576"/>
                </a:lnTo>
                <a:lnTo>
                  <a:pt x="1160534" y="334379"/>
                </a:lnTo>
                <a:lnTo>
                  <a:pt x="1159958" y="334168"/>
                </a:lnTo>
                <a:lnTo>
                  <a:pt x="1159393" y="333944"/>
                </a:lnTo>
                <a:lnTo>
                  <a:pt x="1158841" y="333706"/>
                </a:lnTo>
                <a:lnTo>
                  <a:pt x="1158301" y="333454"/>
                </a:lnTo>
                <a:lnTo>
                  <a:pt x="1157772" y="333189"/>
                </a:lnTo>
                <a:lnTo>
                  <a:pt x="1157256" y="332910"/>
                </a:lnTo>
                <a:lnTo>
                  <a:pt x="1156752" y="332617"/>
                </a:lnTo>
                <a:lnTo>
                  <a:pt x="1156260" y="332311"/>
                </a:lnTo>
                <a:lnTo>
                  <a:pt x="1155780" y="331991"/>
                </a:lnTo>
                <a:lnTo>
                  <a:pt x="1155317" y="331658"/>
                </a:lnTo>
                <a:lnTo>
                  <a:pt x="1154867" y="331311"/>
                </a:lnTo>
                <a:lnTo>
                  <a:pt x="1154430" y="330951"/>
                </a:lnTo>
                <a:lnTo>
                  <a:pt x="1154005" y="330577"/>
                </a:lnTo>
                <a:lnTo>
                  <a:pt x="1153593" y="330189"/>
                </a:lnTo>
                <a:lnTo>
                  <a:pt x="1153193" y="329787"/>
                </a:lnTo>
                <a:lnTo>
                  <a:pt x="1152805" y="329372"/>
                </a:lnTo>
                <a:lnTo>
                  <a:pt x="1152430" y="328944"/>
                </a:lnTo>
                <a:lnTo>
                  <a:pt x="1152068" y="328502"/>
                </a:lnTo>
                <a:lnTo>
                  <a:pt x="1151718" y="328046"/>
                </a:lnTo>
                <a:lnTo>
                  <a:pt x="1151381" y="327577"/>
                </a:lnTo>
                <a:lnTo>
                  <a:pt x="1151056" y="327094"/>
                </a:lnTo>
                <a:lnTo>
                  <a:pt x="1150743" y="326597"/>
                </a:lnTo>
                <a:lnTo>
                  <a:pt x="1150444" y="326087"/>
                </a:lnTo>
                <a:lnTo>
                  <a:pt x="1150156" y="325563"/>
                </a:lnTo>
                <a:lnTo>
                  <a:pt x="1149881" y="325026"/>
                </a:lnTo>
                <a:lnTo>
                  <a:pt x="1149619" y="324475"/>
                </a:lnTo>
                <a:lnTo>
                  <a:pt x="1149369" y="323910"/>
                </a:lnTo>
                <a:lnTo>
                  <a:pt x="1149132" y="323332"/>
                </a:lnTo>
                <a:lnTo>
                  <a:pt x="1148907" y="322740"/>
                </a:lnTo>
                <a:lnTo>
                  <a:pt x="1148695" y="322135"/>
                </a:lnTo>
                <a:lnTo>
                  <a:pt x="1148495" y="321516"/>
                </a:lnTo>
                <a:lnTo>
                  <a:pt x="1148308" y="320883"/>
                </a:lnTo>
                <a:lnTo>
                  <a:pt x="1148133" y="320237"/>
                </a:lnTo>
                <a:lnTo>
                  <a:pt x="1133977" y="323776"/>
                </a:lnTo>
                <a:lnTo>
                  <a:pt x="1134205" y="324798"/>
                </a:lnTo>
                <a:lnTo>
                  <a:pt x="1134458" y="325799"/>
                </a:lnTo>
                <a:lnTo>
                  <a:pt x="1134736" y="326780"/>
                </a:lnTo>
                <a:lnTo>
                  <a:pt x="1135039" y="327740"/>
                </a:lnTo>
                <a:lnTo>
                  <a:pt x="1135366" y="328679"/>
                </a:lnTo>
                <a:lnTo>
                  <a:pt x="1135718" y="329598"/>
                </a:lnTo>
                <a:lnTo>
                  <a:pt x="1136096" y="330496"/>
                </a:lnTo>
                <a:lnTo>
                  <a:pt x="1136497" y="331374"/>
                </a:lnTo>
                <a:lnTo>
                  <a:pt x="1136924" y="332230"/>
                </a:lnTo>
                <a:lnTo>
                  <a:pt x="1137376" y="333067"/>
                </a:lnTo>
                <a:lnTo>
                  <a:pt x="1137852" y="333882"/>
                </a:lnTo>
                <a:lnTo>
                  <a:pt x="1138353" y="334677"/>
                </a:lnTo>
                <a:lnTo>
                  <a:pt x="1138879" y="335452"/>
                </a:lnTo>
                <a:lnTo>
                  <a:pt x="1139430" y="336206"/>
                </a:lnTo>
                <a:lnTo>
                  <a:pt x="1140005" y="336939"/>
                </a:lnTo>
                <a:lnTo>
                  <a:pt x="1140605" y="337651"/>
                </a:lnTo>
                <a:lnTo>
                  <a:pt x="1141230" y="338343"/>
                </a:lnTo>
                <a:lnTo>
                  <a:pt x="1141880" y="339014"/>
                </a:lnTo>
                <a:lnTo>
                  <a:pt x="1142555" y="339665"/>
                </a:lnTo>
                <a:lnTo>
                  <a:pt x="1143254" y="340295"/>
                </a:lnTo>
                <a:lnTo>
                  <a:pt x="1143979" y="340904"/>
                </a:lnTo>
                <a:lnTo>
                  <a:pt x="1144728" y="341493"/>
                </a:lnTo>
                <a:lnTo>
                  <a:pt x="1145502" y="342061"/>
                </a:lnTo>
                <a:lnTo>
                  <a:pt x="1146300" y="342609"/>
                </a:lnTo>
                <a:lnTo>
                  <a:pt x="1147120" y="343135"/>
                </a:lnTo>
                <a:lnTo>
                  <a:pt x="1147958" y="343638"/>
                </a:lnTo>
                <a:lnTo>
                  <a:pt x="1148813" y="344120"/>
                </a:lnTo>
                <a:lnTo>
                  <a:pt x="1149687" y="344578"/>
                </a:lnTo>
                <a:lnTo>
                  <a:pt x="1150578" y="345015"/>
                </a:lnTo>
                <a:lnTo>
                  <a:pt x="1151486" y="345429"/>
                </a:lnTo>
                <a:lnTo>
                  <a:pt x="1152413" y="345821"/>
                </a:lnTo>
                <a:lnTo>
                  <a:pt x="1153357" y="346190"/>
                </a:lnTo>
                <a:lnTo>
                  <a:pt x="1154319" y="346537"/>
                </a:lnTo>
                <a:lnTo>
                  <a:pt x="1155299" y="346861"/>
                </a:lnTo>
                <a:lnTo>
                  <a:pt x="1156297" y="347164"/>
                </a:lnTo>
                <a:lnTo>
                  <a:pt x="1157312" y="347443"/>
                </a:lnTo>
                <a:lnTo>
                  <a:pt x="1158346" y="347701"/>
                </a:lnTo>
                <a:lnTo>
                  <a:pt x="1159397" y="347936"/>
                </a:lnTo>
                <a:lnTo>
                  <a:pt x="1160465" y="348148"/>
                </a:lnTo>
                <a:lnTo>
                  <a:pt x="1161552" y="348339"/>
                </a:lnTo>
                <a:lnTo>
                  <a:pt x="1162656" y="348507"/>
                </a:lnTo>
                <a:lnTo>
                  <a:pt x="1163778" y="348652"/>
                </a:lnTo>
                <a:lnTo>
                  <a:pt x="1164918" y="348775"/>
                </a:lnTo>
                <a:lnTo>
                  <a:pt x="1166076" y="348876"/>
                </a:lnTo>
                <a:lnTo>
                  <a:pt x="1167251" y="348954"/>
                </a:lnTo>
                <a:lnTo>
                  <a:pt x="1168444" y="349010"/>
                </a:lnTo>
                <a:lnTo>
                  <a:pt x="1169655" y="349044"/>
                </a:lnTo>
                <a:lnTo>
                  <a:pt x="1170884" y="349055"/>
                </a:lnTo>
                <a:lnTo>
                  <a:pt x="1171822" y="349048"/>
                </a:lnTo>
                <a:lnTo>
                  <a:pt x="1172750" y="349029"/>
                </a:lnTo>
                <a:lnTo>
                  <a:pt x="1173669" y="348996"/>
                </a:lnTo>
                <a:lnTo>
                  <a:pt x="1174578" y="348950"/>
                </a:lnTo>
                <a:lnTo>
                  <a:pt x="1175477" y="348890"/>
                </a:lnTo>
                <a:lnTo>
                  <a:pt x="1176367" y="348818"/>
                </a:lnTo>
                <a:lnTo>
                  <a:pt x="1177246" y="348732"/>
                </a:lnTo>
                <a:lnTo>
                  <a:pt x="1178117" y="348634"/>
                </a:lnTo>
                <a:lnTo>
                  <a:pt x="1178977" y="348522"/>
                </a:lnTo>
                <a:lnTo>
                  <a:pt x="1179828" y="348397"/>
                </a:lnTo>
                <a:lnTo>
                  <a:pt x="1180670" y="348258"/>
                </a:lnTo>
                <a:lnTo>
                  <a:pt x="1181501" y="348107"/>
                </a:lnTo>
                <a:lnTo>
                  <a:pt x="1182323" y="347942"/>
                </a:lnTo>
                <a:lnTo>
                  <a:pt x="1183136" y="347765"/>
                </a:lnTo>
                <a:lnTo>
                  <a:pt x="1183938" y="347574"/>
                </a:lnTo>
                <a:lnTo>
                  <a:pt x="1184731" y="347370"/>
                </a:lnTo>
                <a:lnTo>
                  <a:pt x="1185515" y="347152"/>
                </a:lnTo>
                <a:lnTo>
                  <a:pt x="1186289" y="346922"/>
                </a:lnTo>
                <a:lnTo>
                  <a:pt x="1187053" y="346678"/>
                </a:lnTo>
                <a:lnTo>
                  <a:pt x="1187807" y="346422"/>
                </a:lnTo>
                <a:lnTo>
                  <a:pt x="1188552" y="346152"/>
                </a:lnTo>
                <a:lnTo>
                  <a:pt x="1189287" y="345869"/>
                </a:lnTo>
                <a:lnTo>
                  <a:pt x="1190012" y="345572"/>
                </a:lnTo>
                <a:lnTo>
                  <a:pt x="1190728" y="345263"/>
                </a:lnTo>
                <a:lnTo>
                  <a:pt x="1191433" y="344942"/>
                </a:lnTo>
                <a:lnTo>
                  <a:pt x="1192124" y="344612"/>
                </a:lnTo>
                <a:lnTo>
                  <a:pt x="1192802" y="344272"/>
                </a:lnTo>
                <a:lnTo>
                  <a:pt x="1193467" y="343922"/>
                </a:lnTo>
                <a:lnTo>
                  <a:pt x="1194119" y="343562"/>
                </a:lnTo>
                <a:lnTo>
                  <a:pt x="1194757" y="343193"/>
                </a:lnTo>
                <a:lnTo>
                  <a:pt x="1195383" y="342815"/>
                </a:lnTo>
                <a:lnTo>
                  <a:pt x="1195995" y="342426"/>
                </a:lnTo>
                <a:lnTo>
                  <a:pt x="1196594" y="342028"/>
                </a:lnTo>
                <a:lnTo>
                  <a:pt x="1197180" y="341620"/>
                </a:lnTo>
                <a:lnTo>
                  <a:pt x="1197752" y="341203"/>
                </a:lnTo>
                <a:lnTo>
                  <a:pt x="1198312" y="340776"/>
                </a:lnTo>
                <a:lnTo>
                  <a:pt x="1198858" y="340339"/>
                </a:lnTo>
                <a:lnTo>
                  <a:pt x="1199392" y="339893"/>
                </a:lnTo>
                <a:lnTo>
                  <a:pt x="1199912" y="339437"/>
                </a:lnTo>
                <a:lnTo>
                  <a:pt x="1200419" y="338971"/>
                </a:lnTo>
                <a:lnTo>
                  <a:pt x="1200912" y="338496"/>
                </a:lnTo>
                <a:lnTo>
                  <a:pt x="1201393" y="338011"/>
                </a:lnTo>
                <a:lnTo>
                  <a:pt x="1201860" y="337516"/>
                </a:lnTo>
                <a:lnTo>
                  <a:pt x="1202315" y="337012"/>
                </a:lnTo>
                <a:lnTo>
                  <a:pt x="1202756" y="336498"/>
                </a:lnTo>
                <a:lnTo>
                  <a:pt x="1203184" y="335975"/>
                </a:lnTo>
                <a:lnTo>
                  <a:pt x="1203598" y="335441"/>
                </a:lnTo>
                <a:lnTo>
                  <a:pt x="1204000" y="334899"/>
                </a:lnTo>
                <a:lnTo>
                  <a:pt x="1204392" y="334348"/>
                </a:lnTo>
                <a:lnTo>
                  <a:pt x="1204767" y="333791"/>
                </a:lnTo>
                <a:lnTo>
                  <a:pt x="1205126" y="333228"/>
                </a:lnTo>
                <a:lnTo>
                  <a:pt x="1205467" y="332659"/>
                </a:lnTo>
                <a:lnTo>
                  <a:pt x="1205793" y="332083"/>
                </a:lnTo>
                <a:lnTo>
                  <a:pt x="1206101" y="331502"/>
                </a:lnTo>
                <a:lnTo>
                  <a:pt x="1206393" y="330914"/>
                </a:lnTo>
                <a:lnTo>
                  <a:pt x="1206668" y="330320"/>
                </a:lnTo>
                <a:lnTo>
                  <a:pt x="1206927" y="329720"/>
                </a:lnTo>
                <a:lnTo>
                  <a:pt x="1207169" y="329114"/>
                </a:lnTo>
                <a:lnTo>
                  <a:pt x="1207394" y="328502"/>
                </a:lnTo>
                <a:lnTo>
                  <a:pt x="1207602" y="327884"/>
                </a:lnTo>
                <a:lnTo>
                  <a:pt x="1207794" y="327259"/>
                </a:lnTo>
                <a:lnTo>
                  <a:pt x="1207969" y="326628"/>
                </a:lnTo>
                <a:lnTo>
                  <a:pt x="1208127" y="325992"/>
                </a:lnTo>
                <a:lnTo>
                  <a:pt x="1208269" y="325349"/>
                </a:lnTo>
                <a:lnTo>
                  <a:pt x="1208394" y="324700"/>
                </a:lnTo>
                <a:lnTo>
                  <a:pt x="1208503" y="324044"/>
                </a:lnTo>
                <a:lnTo>
                  <a:pt x="1208594" y="323383"/>
                </a:lnTo>
                <a:lnTo>
                  <a:pt x="1208669" y="322715"/>
                </a:lnTo>
                <a:lnTo>
                  <a:pt x="1208728" y="322042"/>
                </a:lnTo>
                <a:lnTo>
                  <a:pt x="1208769" y="321362"/>
                </a:lnTo>
                <a:lnTo>
                  <a:pt x="1208795" y="320676"/>
                </a:lnTo>
                <a:lnTo>
                  <a:pt x="1208803" y="319984"/>
                </a:lnTo>
                <a:lnTo>
                  <a:pt x="1208792" y="319142"/>
                </a:lnTo>
                <a:lnTo>
                  <a:pt x="1208759" y="318314"/>
                </a:lnTo>
                <a:lnTo>
                  <a:pt x="1208703" y="317498"/>
                </a:lnTo>
                <a:lnTo>
                  <a:pt x="1208626" y="316696"/>
                </a:lnTo>
                <a:lnTo>
                  <a:pt x="1208526" y="315906"/>
                </a:lnTo>
                <a:lnTo>
                  <a:pt x="1208404" y="315129"/>
                </a:lnTo>
                <a:lnTo>
                  <a:pt x="1208260" y="314366"/>
                </a:lnTo>
                <a:lnTo>
                  <a:pt x="1208094" y="313615"/>
                </a:lnTo>
                <a:lnTo>
                  <a:pt x="1207905" y="312877"/>
                </a:lnTo>
                <a:lnTo>
                  <a:pt x="1207695" y="312152"/>
                </a:lnTo>
                <a:lnTo>
                  <a:pt x="1207462" y="311440"/>
                </a:lnTo>
                <a:lnTo>
                  <a:pt x="1207207" y="310741"/>
                </a:lnTo>
                <a:lnTo>
                  <a:pt x="1206930" y="310055"/>
                </a:lnTo>
                <a:lnTo>
                  <a:pt x="1206631" y="309382"/>
                </a:lnTo>
                <a:lnTo>
                  <a:pt x="1206310" y="308722"/>
                </a:lnTo>
                <a:lnTo>
                  <a:pt x="1205966" y="308075"/>
                </a:lnTo>
                <a:lnTo>
                  <a:pt x="1205600" y="307440"/>
                </a:lnTo>
                <a:lnTo>
                  <a:pt x="1205212" y="306819"/>
                </a:lnTo>
                <a:lnTo>
                  <a:pt x="1204802" y="306211"/>
                </a:lnTo>
                <a:lnTo>
                  <a:pt x="1204370" y="305615"/>
                </a:lnTo>
                <a:lnTo>
                  <a:pt x="1203916" y="305033"/>
                </a:lnTo>
                <a:lnTo>
                  <a:pt x="1203439" y="304463"/>
                </a:lnTo>
                <a:lnTo>
                  <a:pt x="1202941" y="303906"/>
                </a:lnTo>
                <a:lnTo>
                  <a:pt x="1202420" y="303363"/>
                </a:lnTo>
                <a:lnTo>
                  <a:pt x="1201877" y="302826"/>
                </a:lnTo>
                <a:lnTo>
                  <a:pt x="1201310" y="302301"/>
                </a:lnTo>
                <a:lnTo>
                  <a:pt x="1200721" y="301788"/>
                </a:lnTo>
                <a:lnTo>
                  <a:pt x="1200108" y="301286"/>
                </a:lnTo>
                <a:lnTo>
                  <a:pt x="1199472" y="300796"/>
                </a:lnTo>
                <a:lnTo>
                  <a:pt x="1198814" y="300317"/>
                </a:lnTo>
                <a:lnTo>
                  <a:pt x="1198132" y="299851"/>
                </a:lnTo>
                <a:lnTo>
                  <a:pt x="1197427" y="299395"/>
                </a:lnTo>
                <a:lnTo>
                  <a:pt x="1196700" y="298952"/>
                </a:lnTo>
                <a:lnTo>
                  <a:pt x="1195949" y="298520"/>
                </a:lnTo>
                <a:lnTo>
                  <a:pt x="1195175" y="298099"/>
                </a:lnTo>
                <a:lnTo>
                  <a:pt x="1194378" y="297691"/>
                </a:lnTo>
                <a:lnTo>
                  <a:pt x="1193558" y="297294"/>
                </a:lnTo>
                <a:lnTo>
                  <a:pt x="1192715" y="296908"/>
                </a:lnTo>
                <a:lnTo>
                  <a:pt x="1191849" y="296534"/>
                </a:lnTo>
                <a:lnTo>
                  <a:pt x="1190960" y="296172"/>
                </a:lnTo>
                <a:lnTo>
                  <a:pt x="1190048" y="295822"/>
                </a:lnTo>
                <a:lnTo>
                  <a:pt x="1189113" y="295483"/>
                </a:lnTo>
                <a:lnTo>
                  <a:pt x="1188155" y="295155"/>
                </a:lnTo>
                <a:lnTo>
                  <a:pt x="1187173" y="294840"/>
                </a:lnTo>
                <a:lnTo>
                  <a:pt x="1186169" y="294536"/>
                </a:lnTo>
                <a:lnTo>
                  <a:pt x="1185142" y="294243"/>
                </a:lnTo>
                <a:lnTo>
                  <a:pt x="1184092" y="293963"/>
                </a:lnTo>
                <a:lnTo>
                  <a:pt x="1183018" y="293693"/>
                </a:lnTo>
                <a:lnTo>
                  <a:pt x="1168609" y="290154"/>
                </a:lnTo>
                <a:lnTo>
                  <a:pt x="1167901" y="289973"/>
                </a:lnTo>
                <a:lnTo>
                  <a:pt x="1167208" y="289789"/>
                </a:lnTo>
                <a:lnTo>
                  <a:pt x="1166531" y="289600"/>
                </a:lnTo>
                <a:lnTo>
                  <a:pt x="1165870" y="289408"/>
                </a:lnTo>
                <a:lnTo>
                  <a:pt x="1165225" y="289212"/>
                </a:lnTo>
                <a:lnTo>
                  <a:pt x="1164596" y="289013"/>
                </a:lnTo>
                <a:lnTo>
                  <a:pt x="1163982" y="288810"/>
                </a:lnTo>
                <a:lnTo>
                  <a:pt x="1163385" y="288603"/>
                </a:lnTo>
                <a:lnTo>
                  <a:pt x="1162803" y="288392"/>
                </a:lnTo>
                <a:lnTo>
                  <a:pt x="1162237" y="288177"/>
                </a:lnTo>
                <a:lnTo>
                  <a:pt x="1161686" y="287959"/>
                </a:lnTo>
                <a:lnTo>
                  <a:pt x="1161152" y="287737"/>
                </a:lnTo>
                <a:lnTo>
                  <a:pt x="1160633" y="287511"/>
                </a:lnTo>
                <a:lnTo>
                  <a:pt x="1160130" y="287282"/>
                </a:lnTo>
                <a:lnTo>
                  <a:pt x="1159643" y="287049"/>
                </a:lnTo>
                <a:lnTo>
                  <a:pt x="1159171" y="286812"/>
                </a:lnTo>
                <a:lnTo>
                  <a:pt x="1158716" y="286571"/>
                </a:lnTo>
                <a:lnTo>
                  <a:pt x="1158276" y="286327"/>
                </a:lnTo>
                <a:lnTo>
                  <a:pt x="1157852" y="286079"/>
                </a:lnTo>
                <a:lnTo>
                  <a:pt x="1157444" y="285827"/>
                </a:lnTo>
                <a:lnTo>
                  <a:pt x="1157052" y="285572"/>
                </a:lnTo>
                <a:lnTo>
                  <a:pt x="1156675" y="285312"/>
                </a:lnTo>
                <a:lnTo>
                  <a:pt x="1156314" y="285049"/>
                </a:lnTo>
                <a:lnTo>
                  <a:pt x="1155969" y="284783"/>
                </a:lnTo>
                <a:lnTo>
                  <a:pt x="1155639" y="284510"/>
                </a:lnTo>
                <a:lnTo>
                  <a:pt x="1155323" y="284229"/>
                </a:lnTo>
                <a:lnTo>
                  <a:pt x="1155021" y="283940"/>
                </a:lnTo>
                <a:lnTo>
                  <a:pt x="1154734" y="283643"/>
                </a:lnTo>
                <a:lnTo>
                  <a:pt x="1154460" y="283338"/>
                </a:lnTo>
                <a:lnTo>
                  <a:pt x="1154200" y="283025"/>
                </a:lnTo>
                <a:lnTo>
                  <a:pt x="1153954" y="282704"/>
                </a:lnTo>
                <a:lnTo>
                  <a:pt x="1153722" y="282374"/>
                </a:lnTo>
                <a:lnTo>
                  <a:pt x="1153505" y="282036"/>
                </a:lnTo>
                <a:lnTo>
                  <a:pt x="1153301" y="281691"/>
                </a:lnTo>
                <a:lnTo>
                  <a:pt x="1153111" y="281337"/>
                </a:lnTo>
                <a:lnTo>
                  <a:pt x="1152936" y="280975"/>
                </a:lnTo>
                <a:lnTo>
                  <a:pt x="1152774" y="280605"/>
                </a:lnTo>
                <a:lnTo>
                  <a:pt x="1152627" y="280227"/>
                </a:lnTo>
                <a:lnTo>
                  <a:pt x="1152494" y="279840"/>
                </a:lnTo>
                <a:lnTo>
                  <a:pt x="1152374" y="279446"/>
                </a:lnTo>
                <a:lnTo>
                  <a:pt x="1152269" y="279043"/>
                </a:lnTo>
                <a:lnTo>
                  <a:pt x="1152178" y="278633"/>
                </a:lnTo>
                <a:lnTo>
                  <a:pt x="1152100" y="278214"/>
                </a:lnTo>
                <a:lnTo>
                  <a:pt x="1152037" y="277787"/>
                </a:lnTo>
                <a:lnTo>
                  <a:pt x="1151988" y="277352"/>
                </a:lnTo>
                <a:lnTo>
                  <a:pt x="1151953" y="276909"/>
                </a:lnTo>
                <a:lnTo>
                  <a:pt x="1151932" y="276457"/>
                </a:lnTo>
                <a:lnTo>
                  <a:pt x="1151925" y="275998"/>
                </a:lnTo>
                <a:lnTo>
                  <a:pt x="1151935" y="275481"/>
                </a:lnTo>
                <a:lnTo>
                  <a:pt x="1151966" y="274971"/>
                </a:lnTo>
                <a:lnTo>
                  <a:pt x="1152017" y="274468"/>
                </a:lnTo>
                <a:lnTo>
                  <a:pt x="1152088" y="273974"/>
                </a:lnTo>
                <a:lnTo>
                  <a:pt x="1152180" y="273487"/>
                </a:lnTo>
                <a:lnTo>
                  <a:pt x="1152292" y="273008"/>
                </a:lnTo>
                <a:lnTo>
                  <a:pt x="1152425" y="272537"/>
                </a:lnTo>
                <a:lnTo>
                  <a:pt x="1152578" y="272073"/>
                </a:lnTo>
                <a:lnTo>
                  <a:pt x="1152751" y="271617"/>
                </a:lnTo>
                <a:lnTo>
                  <a:pt x="1152945" y="271168"/>
                </a:lnTo>
                <a:lnTo>
                  <a:pt x="1153159" y="270728"/>
                </a:lnTo>
                <a:lnTo>
                  <a:pt x="1153394" y="270294"/>
                </a:lnTo>
                <a:lnTo>
                  <a:pt x="1153649" y="269869"/>
                </a:lnTo>
                <a:lnTo>
                  <a:pt x="1153925" y="269451"/>
                </a:lnTo>
                <a:lnTo>
                  <a:pt x="1154221" y="269041"/>
                </a:lnTo>
                <a:lnTo>
                  <a:pt x="1154537" y="268639"/>
                </a:lnTo>
                <a:lnTo>
                  <a:pt x="1154874" y="268244"/>
                </a:lnTo>
                <a:lnTo>
                  <a:pt x="1155231" y="267857"/>
                </a:lnTo>
                <a:lnTo>
                  <a:pt x="1155608" y="267478"/>
                </a:lnTo>
                <a:lnTo>
                  <a:pt x="1156006" y="267106"/>
                </a:lnTo>
                <a:lnTo>
                  <a:pt x="1156425" y="266743"/>
                </a:lnTo>
                <a:lnTo>
                  <a:pt x="1156863" y="266386"/>
                </a:lnTo>
                <a:lnTo>
                  <a:pt x="1157323" y="266038"/>
                </a:lnTo>
                <a:lnTo>
                  <a:pt x="1157802" y="265697"/>
                </a:lnTo>
                <a:lnTo>
                  <a:pt x="1158302" y="265362"/>
                </a:lnTo>
                <a:lnTo>
                  <a:pt x="1158813" y="265041"/>
                </a:lnTo>
                <a:lnTo>
                  <a:pt x="1159334" y="264734"/>
                </a:lnTo>
                <a:lnTo>
                  <a:pt x="1159865" y="264442"/>
                </a:lnTo>
                <a:lnTo>
                  <a:pt x="1160406" y="264163"/>
                </a:lnTo>
                <a:lnTo>
                  <a:pt x="1160958" y="263900"/>
                </a:lnTo>
                <a:lnTo>
                  <a:pt x="1161520" y="263650"/>
                </a:lnTo>
                <a:lnTo>
                  <a:pt x="1162093" y="263415"/>
                </a:lnTo>
                <a:lnTo>
                  <a:pt x="1162675" y="263194"/>
                </a:lnTo>
                <a:lnTo>
                  <a:pt x="1163268" y="262987"/>
                </a:lnTo>
                <a:lnTo>
                  <a:pt x="1163872" y="262794"/>
                </a:lnTo>
                <a:lnTo>
                  <a:pt x="1164485" y="262616"/>
                </a:lnTo>
                <a:lnTo>
                  <a:pt x="1165109" y="262452"/>
                </a:lnTo>
                <a:lnTo>
                  <a:pt x="1165744" y="262302"/>
                </a:lnTo>
                <a:lnTo>
                  <a:pt x="1166388" y="262167"/>
                </a:lnTo>
                <a:lnTo>
                  <a:pt x="1167043" y="262045"/>
                </a:lnTo>
                <a:lnTo>
                  <a:pt x="1167708" y="261938"/>
                </a:lnTo>
                <a:lnTo>
                  <a:pt x="1168384" y="261846"/>
                </a:lnTo>
                <a:lnTo>
                  <a:pt x="1169070" y="261767"/>
                </a:lnTo>
                <a:lnTo>
                  <a:pt x="1169766" y="261703"/>
                </a:lnTo>
                <a:lnTo>
                  <a:pt x="1170472" y="261653"/>
                </a:lnTo>
                <a:lnTo>
                  <a:pt x="1171189" y="261617"/>
                </a:lnTo>
                <a:lnTo>
                  <a:pt x="1171916" y="261596"/>
                </a:lnTo>
                <a:lnTo>
                  <a:pt x="1172654" y="261589"/>
                </a:lnTo>
                <a:lnTo>
                  <a:pt x="1173192" y="261593"/>
                </a:lnTo>
                <a:lnTo>
                  <a:pt x="1173722" y="261603"/>
                </a:lnTo>
                <a:lnTo>
                  <a:pt x="1174244" y="261622"/>
                </a:lnTo>
                <a:lnTo>
                  <a:pt x="1174758" y="261647"/>
                </a:lnTo>
                <a:lnTo>
                  <a:pt x="1175264" y="261679"/>
                </a:lnTo>
                <a:lnTo>
                  <a:pt x="1175762" y="261719"/>
                </a:lnTo>
                <a:lnTo>
                  <a:pt x="1176252" y="261766"/>
                </a:lnTo>
                <a:lnTo>
                  <a:pt x="1176733" y="261821"/>
                </a:lnTo>
                <a:lnTo>
                  <a:pt x="1177207" y="261882"/>
                </a:lnTo>
                <a:lnTo>
                  <a:pt x="1177672" y="261951"/>
                </a:lnTo>
                <a:lnTo>
                  <a:pt x="1178129" y="262027"/>
                </a:lnTo>
                <a:lnTo>
                  <a:pt x="1178578" y="262110"/>
                </a:lnTo>
                <a:lnTo>
                  <a:pt x="1179019" y="262201"/>
                </a:lnTo>
                <a:lnTo>
                  <a:pt x="1179452" y="262299"/>
                </a:lnTo>
                <a:lnTo>
                  <a:pt x="1179877" y="262404"/>
                </a:lnTo>
                <a:lnTo>
                  <a:pt x="1180294" y="262516"/>
                </a:lnTo>
                <a:lnTo>
                  <a:pt x="1180702" y="262635"/>
                </a:lnTo>
                <a:lnTo>
                  <a:pt x="1181102" y="262762"/>
                </a:lnTo>
                <a:lnTo>
                  <a:pt x="1181495" y="262896"/>
                </a:lnTo>
                <a:lnTo>
                  <a:pt x="1181879" y="263037"/>
                </a:lnTo>
                <a:lnTo>
                  <a:pt x="1182255" y="263186"/>
                </a:lnTo>
                <a:lnTo>
                  <a:pt x="1182623" y="263341"/>
                </a:lnTo>
                <a:lnTo>
                  <a:pt x="1182982" y="263504"/>
                </a:lnTo>
                <a:lnTo>
                  <a:pt x="1183334" y="263674"/>
                </a:lnTo>
                <a:lnTo>
                  <a:pt x="1183679" y="263850"/>
                </a:lnTo>
                <a:lnTo>
                  <a:pt x="1184017" y="264030"/>
                </a:lnTo>
                <a:lnTo>
                  <a:pt x="1184349" y="264214"/>
                </a:lnTo>
                <a:lnTo>
                  <a:pt x="1184675" y="264401"/>
                </a:lnTo>
                <a:lnTo>
                  <a:pt x="1184995" y="264593"/>
                </a:lnTo>
                <a:lnTo>
                  <a:pt x="1185309" y="264788"/>
                </a:lnTo>
                <a:lnTo>
                  <a:pt x="1185617" y="264988"/>
                </a:lnTo>
                <a:lnTo>
                  <a:pt x="1185918" y="265191"/>
                </a:lnTo>
                <a:lnTo>
                  <a:pt x="1186214" y="265399"/>
                </a:lnTo>
                <a:lnTo>
                  <a:pt x="1186503" y="265610"/>
                </a:lnTo>
                <a:lnTo>
                  <a:pt x="1186786" y="265825"/>
                </a:lnTo>
                <a:lnTo>
                  <a:pt x="1187063" y="266044"/>
                </a:lnTo>
                <a:lnTo>
                  <a:pt x="1187334" y="266268"/>
                </a:lnTo>
                <a:lnTo>
                  <a:pt x="1187598" y="266495"/>
                </a:lnTo>
                <a:lnTo>
                  <a:pt x="1187857" y="266726"/>
                </a:lnTo>
                <a:lnTo>
                  <a:pt x="1188109" y="266961"/>
                </a:lnTo>
                <a:lnTo>
                  <a:pt x="1188355" y="267200"/>
                </a:lnTo>
                <a:lnTo>
                  <a:pt x="1188595" y="267443"/>
                </a:lnTo>
                <a:lnTo>
                  <a:pt x="1188829" y="267690"/>
                </a:lnTo>
                <a:lnTo>
                  <a:pt x="1189057" y="267940"/>
                </a:lnTo>
                <a:lnTo>
                  <a:pt x="1189279" y="268195"/>
                </a:lnTo>
                <a:lnTo>
                  <a:pt x="1189494" y="268454"/>
                </a:lnTo>
                <a:lnTo>
                  <a:pt x="1189704" y="268717"/>
                </a:lnTo>
                <a:lnTo>
                  <a:pt x="1189907" y="268983"/>
                </a:lnTo>
                <a:lnTo>
                  <a:pt x="1190110" y="269247"/>
                </a:lnTo>
                <a:lnTo>
                  <a:pt x="1190309" y="269511"/>
                </a:lnTo>
                <a:lnTo>
                  <a:pt x="1190504" y="269776"/>
                </a:lnTo>
                <a:lnTo>
                  <a:pt x="1190695" y="270042"/>
                </a:lnTo>
                <a:lnTo>
                  <a:pt x="1190882" y="270308"/>
                </a:lnTo>
                <a:lnTo>
                  <a:pt x="1191064" y="270575"/>
                </a:lnTo>
                <a:lnTo>
                  <a:pt x="1191242" y="270843"/>
                </a:lnTo>
                <a:lnTo>
                  <a:pt x="1191416" y="271111"/>
                </a:lnTo>
                <a:lnTo>
                  <a:pt x="1191586" y="271380"/>
                </a:lnTo>
                <a:lnTo>
                  <a:pt x="1191752" y="271649"/>
                </a:lnTo>
                <a:lnTo>
                  <a:pt x="1191914" y="271919"/>
                </a:lnTo>
                <a:lnTo>
                  <a:pt x="1192071" y="272190"/>
                </a:lnTo>
                <a:lnTo>
                  <a:pt x="1192225" y="272462"/>
                </a:lnTo>
                <a:lnTo>
                  <a:pt x="1192374" y="272734"/>
                </a:lnTo>
                <a:lnTo>
                  <a:pt x="1192519" y="273007"/>
                </a:lnTo>
                <a:lnTo>
                  <a:pt x="1192659" y="273281"/>
                </a:lnTo>
                <a:lnTo>
                  <a:pt x="1192796" y="273555"/>
                </a:lnTo>
                <a:lnTo>
                  <a:pt x="1192928" y="273830"/>
                </a:lnTo>
                <a:lnTo>
                  <a:pt x="1193057" y="274105"/>
                </a:lnTo>
                <a:lnTo>
                  <a:pt x="1193181" y="274381"/>
                </a:lnTo>
                <a:lnTo>
                  <a:pt x="1193301" y="274658"/>
                </a:lnTo>
                <a:lnTo>
                  <a:pt x="1193416" y="274936"/>
                </a:lnTo>
                <a:lnTo>
                  <a:pt x="1193528" y="275214"/>
                </a:lnTo>
                <a:lnTo>
                  <a:pt x="1193635" y="275492"/>
                </a:lnTo>
                <a:lnTo>
                  <a:pt x="1207033" y="271701"/>
                </a:lnTo>
                <a:lnTo>
                  <a:pt x="1206735" y="270844"/>
                </a:lnTo>
                <a:lnTo>
                  <a:pt x="1206421" y="270001"/>
                </a:lnTo>
                <a:lnTo>
                  <a:pt x="1206089" y="269173"/>
                </a:lnTo>
                <a:lnTo>
                  <a:pt x="1205741" y="268358"/>
                </a:lnTo>
                <a:lnTo>
                  <a:pt x="1205377" y="267558"/>
                </a:lnTo>
                <a:lnTo>
                  <a:pt x="1204995" y="266771"/>
                </a:lnTo>
                <a:lnTo>
                  <a:pt x="1204597" y="265999"/>
                </a:lnTo>
                <a:close/>
                <a:moveTo>
                  <a:pt x="962832" y="349093"/>
                </a:moveTo>
                <a:lnTo>
                  <a:pt x="963470" y="349027"/>
                </a:lnTo>
                <a:lnTo>
                  <a:pt x="964099" y="348952"/>
                </a:lnTo>
                <a:lnTo>
                  <a:pt x="964720" y="348869"/>
                </a:lnTo>
                <a:lnTo>
                  <a:pt x="965331" y="348777"/>
                </a:lnTo>
                <a:lnTo>
                  <a:pt x="965933" y="348676"/>
                </a:lnTo>
                <a:lnTo>
                  <a:pt x="966526" y="348566"/>
                </a:lnTo>
                <a:lnTo>
                  <a:pt x="967111" y="348447"/>
                </a:lnTo>
                <a:lnTo>
                  <a:pt x="967686" y="348320"/>
                </a:lnTo>
                <a:lnTo>
                  <a:pt x="968252" y="348184"/>
                </a:lnTo>
                <a:lnTo>
                  <a:pt x="968809" y="348039"/>
                </a:lnTo>
                <a:lnTo>
                  <a:pt x="969358" y="347886"/>
                </a:lnTo>
                <a:lnTo>
                  <a:pt x="969897" y="347723"/>
                </a:lnTo>
                <a:lnTo>
                  <a:pt x="970427" y="347552"/>
                </a:lnTo>
                <a:lnTo>
                  <a:pt x="970949" y="347372"/>
                </a:lnTo>
                <a:lnTo>
                  <a:pt x="971461" y="347184"/>
                </a:lnTo>
                <a:lnTo>
                  <a:pt x="971964" y="346986"/>
                </a:lnTo>
                <a:lnTo>
                  <a:pt x="972458" y="346780"/>
                </a:lnTo>
                <a:lnTo>
                  <a:pt x="972944" y="346567"/>
                </a:lnTo>
                <a:lnTo>
                  <a:pt x="973422" y="346351"/>
                </a:lnTo>
                <a:lnTo>
                  <a:pt x="973891" y="346131"/>
                </a:lnTo>
                <a:lnTo>
                  <a:pt x="974353" y="345907"/>
                </a:lnTo>
                <a:lnTo>
                  <a:pt x="974806" y="345680"/>
                </a:lnTo>
                <a:lnTo>
                  <a:pt x="975251" y="345449"/>
                </a:lnTo>
                <a:lnTo>
                  <a:pt x="975688" y="345214"/>
                </a:lnTo>
                <a:lnTo>
                  <a:pt x="976117" y="344975"/>
                </a:lnTo>
                <a:lnTo>
                  <a:pt x="976538" y="344733"/>
                </a:lnTo>
                <a:lnTo>
                  <a:pt x="976950" y="344487"/>
                </a:lnTo>
                <a:lnTo>
                  <a:pt x="977355" y="344237"/>
                </a:lnTo>
                <a:lnTo>
                  <a:pt x="977751" y="343983"/>
                </a:lnTo>
                <a:lnTo>
                  <a:pt x="978140" y="343726"/>
                </a:lnTo>
                <a:lnTo>
                  <a:pt x="978520" y="343465"/>
                </a:lnTo>
                <a:lnTo>
                  <a:pt x="978892" y="343200"/>
                </a:lnTo>
                <a:lnTo>
                  <a:pt x="979256" y="342932"/>
                </a:lnTo>
                <a:lnTo>
                  <a:pt x="979611" y="342659"/>
                </a:lnTo>
                <a:lnTo>
                  <a:pt x="979959" y="342384"/>
                </a:lnTo>
                <a:lnTo>
                  <a:pt x="980299" y="342104"/>
                </a:lnTo>
                <a:lnTo>
                  <a:pt x="980630" y="341820"/>
                </a:lnTo>
                <a:lnTo>
                  <a:pt x="980954" y="341533"/>
                </a:lnTo>
                <a:lnTo>
                  <a:pt x="981269" y="341242"/>
                </a:lnTo>
                <a:lnTo>
                  <a:pt x="981576" y="340948"/>
                </a:lnTo>
                <a:lnTo>
                  <a:pt x="981875" y="340650"/>
                </a:lnTo>
                <a:lnTo>
                  <a:pt x="982166" y="340350"/>
                </a:lnTo>
                <a:lnTo>
                  <a:pt x="982451" y="340052"/>
                </a:lnTo>
                <a:lnTo>
                  <a:pt x="982728" y="339756"/>
                </a:lnTo>
                <a:lnTo>
                  <a:pt x="982998" y="339461"/>
                </a:lnTo>
                <a:lnTo>
                  <a:pt x="983262" y="339168"/>
                </a:lnTo>
                <a:lnTo>
                  <a:pt x="983518" y="338876"/>
                </a:lnTo>
                <a:lnTo>
                  <a:pt x="983767" y="338586"/>
                </a:lnTo>
                <a:lnTo>
                  <a:pt x="984010" y="338297"/>
                </a:lnTo>
                <a:lnTo>
                  <a:pt x="984245" y="338010"/>
                </a:lnTo>
                <a:lnTo>
                  <a:pt x="984473" y="337724"/>
                </a:lnTo>
                <a:lnTo>
                  <a:pt x="984694" y="337440"/>
                </a:lnTo>
                <a:lnTo>
                  <a:pt x="984908" y="337158"/>
                </a:lnTo>
                <a:lnTo>
                  <a:pt x="985116" y="336877"/>
                </a:lnTo>
                <a:lnTo>
                  <a:pt x="985316" y="336597"/>
                </a:lnTo>
                <a:lnTo>
                  <a:pt x="985509" y="336320"/>
                </a:lnTo>
                <a:lnTo>
                  <a:pt x="985695" y="336043"/>
                </a:lnTo>
                <a:lnTo>
                  <a:pt x="985874" y="335768"/>
                </a:lnTo>
                <a:lnTo>
                  <a:pt x="986046" y="335495"/>
                </a:lnTo>
                <a:lnTo>
                  <a:pt x="986211" y="335223"/>
                </a:lnTo>
                <a:lnTo>
                  <a:pt x="986369" y="334953"/>
                </a:lnTo>
                <a:lnTo>
                  <a:pt x="986520" y="334684"/>
                </a:lnTo>
                <a:lnTo>
                  <a:pt x="986664" y="334417"/>
                </a:lnTo>
                <a:lnTo>
                  <a:pt x="986801" y="334151"/>
                </a:lnTo>
                <a:lnTo>
                  <a:pt x="986931" y="333887"/>
                </a:lnTo>
                <a:lnTo>
                  <a:pt x="987689" y="333887"/>
                </a:lnTo>
                <a:lnTo>
                  <a:pt x="987689" y="347033"/>
                </a:lnTo>
                <a:lnTo>
                  <a:pt x="1002604" y="347033"/>
                </a:lnTo>
                <a:lnTo>
                  <a:pt x="1002604" y="283076"/>
                </a:lnTo>
                <a:lnTo>
                  <a:pt x="1002597" y="282121"/>
                </a:lnTo>
                <a:lnTo>
                  <a:pt x="1002577" y="281181"/>
                </a:lnTo>
                <a:lnTo>
                  <a:pt x="1002545" y="280258"/>
                </a:lnTo>
                <a:lnTo>
                  <a:pt x="1002498" y="279351"/>
                </a:lnTo>
                <a:lnTo>
                  <a:pt x="1002439" y="278460"/>
                </a:lnTo>
                <a:lnTo>
                  <a:pt x="1002367" y="277586"/>
                </a:lnTo>
                <a:lnTo>
                  <a:pt x="1002281" y="276728"/>
                </a:lnTo>
                <a:lnTo>
                  <a:pt x="1002182" y="275886"/>
                </a:lnTo>
                <a:lnTo>
                  <a:pt x="1002071" y="275060"/>
                </a:lnTo>
                <a:lnTo>
                  <a:pt x="1001945" y="274250"/>
                </a:lnTo>
                <a:lnTo>
                  <a:pt x="1001807" y="273457"/>
                </a:lnTo>
                <a:lnTo>
                  <a:pt x="1001656" y="272680"/>
                </a:lnTo>
                <a:lnTo>
                  <a:pt x="1001491" y="271919"/>
                </a:lnTo>
                <a:lnTo>
                  <a:pt x="1001314" y="271175"/>
                </a:lnTo>
                <a:lnTo>
                  <a:pt x="1001123" y="270447"/>
                </a:lnTo>
                <a:lnTo>
                  <a:pt x="1000919" y="269734"/>
                </a:lnTo>
                <a:lnTo>
                  <a:pt x="1000701" y="269039"/>
                </a:lnTo>
                <a:lnTo>
                  <a:pt x="1000471" y="268359"/>
                </a:lnTo>
                <a:lnTo>
                  <a:pt x="1000227" y="267696"/>
                </a:lnTo>
                <a:lnTo>
                  <a:pt x="999971" y="267049"/>
                </a:lnTo>
                <a:lnTo>
                  <a:pt x="999701" y="266418"/>
                </a:lnTo>
                <a:lnTo>
                  <a:pt x="999418" y="265803"/>
                </a:lnTo>
                <a:lnTo>
                  <a:pt x="999121" y="265205"/>
                </a:lnTo>
                <a:lnTo>
                  <a:pt x="998812" y="264622"/>
                </a:lnTo>
                <a:lnTo>
                  <a:pt x="998493" y="264054"/>
                </a:lnTo>
                <a:lnTo>
                  <a:pt x="998166" y="263498"/>
                </a:lnTo>
                <a:lnTo>
                  <a:pt x="997833" y="262955"/>
                </a:lnTo>
                <a:lnTo>
                  <a:pt x="997494" y="262423"/>
                </a:lnTo>
                <a:lnTo>
                  <a:pt x="997147" y="261903"/>
                </a:lnTo>
                <a:lnTo>
                  <a:pt x="996794" y="261395"/>
                </a:lnTo>
                <a:lnTo>
                  <a:pt x="996433" y="260900"/>
                </a:lnTo>
                <a:lnTo>
                  <a:pt x="996066" y="260416"/>
                </a:lnTo>
                <a:lnTo>
                  <a:pt x="995693" y="259945"/>
                </a:lnTo>
                <a:lnTo>
                  <a:pt x="995312" y="259485"/>
                </a:lnTo>
                <a:lnTo>
                  <a:pt x="994924" y="259038"/>
                </a:lnTo>
                <a:lnTo>
                  <a:pt x="994530" y="258603"/>
                </a:lnTo>
                <a:lnTo>
                  <a:pt x="994129" y="258180"/>
                </a:lnTo>
                <a:lnTo>
                  <a:pt x="993721" y="257769"/>
                </a:lnTo>
                <a:lnTo>
                  <a:pt x="993307" y="257369"/>
                </a:lnTo>
                <a:lnTo>
                  <a:pt x="992885" y="256982"/>
                </a:lnTo>
                <a:lnTo>
                  <a:pt x="992457" y="256608"/>
                </a:lnTo>
                <a:lnTo>
                  <a:pt x="992022" y="256245"/>
                </a:lnTo>
                <a:lnTo>
                  <a:pt x="991580" y="255894"/>
                </a:lnTo>
                <a:lnTo>
                  <a:pt x="991132" y="255555"/>
                </a:lnTo>
                <a:lnTo>
                  <a:pt x="990676" y="255229"/>
                </a:lnTo>
                <a:lnTo>
                  <a:pt x="990214" y="254914"/>
                </a:lnTo>
                <a:lnTo>
                  <a:pt x="989745" y="254612"/>
                </a:lnTo>
                <a:lnTo>
                  <a:pt x="989269" y="254321"/>
                </a:lnTo>
                <a:lnTo>
                  <a:pt x="988794" y="254041"/>
                </a:lnTo>
                <a:lnTo>
                  <a:pt x="988318" y="253769"/>
                </a:lnTo>
                <a:lnTo>
                  <a:pt x="987840" y="253505"/>
                </a:lnTo>
                <a:lnTo>
                  <a:pt x="987361" y="253249"/>
                </a:lnTo>
                <a:lnTo>
                  <a:pt x="986880" y="253001"/>
                </a:lnTo>
                <a:lnTo>
                  <a:pt x="986397" y="252761"/>
                </a:lnTo>
                <a:lnTo>
                  <a:pt x="985914" y="252529"/>
                </a:lnTo>
                <a:lnTo>
                  <a:pt x="985428" y="252306"/>
                </a:lnTo>
                <a:lnTo>
                  <a:pt x="984941" y="252090"/>
                </a:lnTo>
                <a:lnTo>
                  <a:pt x="984452" y="251883"/>
                </a:lnTo>
                <a:lnTo>
                  <a:pt x="983962" y="251684"/>
                </a:lnTo>
                <a:lnTo>
                  <a:pt x="983471" y="251493"/>
                </a:lnTo>
                <a:lnTo>
                  <a:pt x="982977" y="251310"/>
                </a:lnTo>
                <a:lnTo>
                  <a:pt x="982483" y="251135"/>
                </a:lnTo>
                <a:lnTo>
                  <a:pt x="981986" y="250969"/>
                </a:lnTo>
                <a:lnTo>
                  <a:pt x="981489" y="250810"/>
                </a:lnTo>
                <a:lnTo>
                  <a:pt x="980989" y="250660"/>
                </a:lnTo>
                <a:lnTo>
                  <a:pt x="980488" y="250517"/>
                </a:lnTo>
                <a:lnTo>
                  <a:pt x="979986" y="250383"/>
                </a:lnTo>
                <a:lnTo>
                  <a:pt x="979482" y="250257"/>
                </a:lnTo>
                <a:lnTo>
                  <a:pt x="978977" y="250139"/>
                </a:lnTo>
                <a:lnTo>
                  <a:pt x="978470" y="250029"/>
                </a:lnTo>
                <a:lnTo>
                  <a:pt x="977961" y="249928"/>
                </a:lnTo>
                <a:lnTo>
                  <a:pt x="977451" y="249834"/>
                </a:lnTo>
                <a:lnTo>
                  <a:pt x="976948" y="249741"/>
                </a:lnTo>
                <a:lnTo>
                  <a:pt x="976450" y="249652"/>
                </a:lnTo>
                <a:lnTo>
                  <a:pt x="975956" y="249567"/>
                </a:lnTo>
                <a:lnTo>
                  <a:pt x="975467" y="249487"/>
                </a:lnTo>
                <a:lnTo>
                  <a:pt x="974983" y="249409"/>
                </a:lnTo>
                <a:lnTo>
                  <a:pt x="974504" y="249336"/>
                </a:lnTo>
                <a:lnTo>
                  <a:pt x="974030" y="249267"/>
                </a:lnTo>
                <a:lnTo>
                  <a:pt x="973561" y="249202"/>
                </a:lnTo>
                <a:lnTo>
                  <a:pt x="973096" y="249141"/>
                </a:lnTo>
                <a:lnTo>
                  <a:pt x="972637" y="249084"/>
                </a:lnTo>
                <a:lnTo>
                  <a:pt x="972182" y="249030"/>
                </a:lnTo>
                <a:lnTo>
                  <a:pt x="971732" y="248981"/>
                </a:lnTo>
                <a:lnTo>
                  <a:pt x="971286" y="248936"/>
                </a:lnTo>
                <a:lnTo>
                  <a:pt x="970846" y="248894"/>
                </a:lnTo>
                <a:lnTo>
                  <a:pt x="970410" y="248857"/>
                </a:lnTo>
                <a:lnTo>
                  <a:pt x="969980" y="248823"/>
                </a:lnTo>
                <a:lnTo>
                  <a:pt x="969554" y="248793"/>
                </a:lnTo>
                <a:lnTo>
                  <a:pt x="969133" y="248768"/>
                </a:lnTo>
                <a:lnTo>
                  <a:pt x="968716" y="248746"/>
                </a:lnTo>
                <a:lnTo>
                  <a:pt x="968305" y="248728"/>
                </a:lnTo>
                <a:lnTo>
                  <a:pt x="967898" y="248714"/>
                </a:lnTo>
                <a:lnTo>
                  <a:pt x="967496" y="248704"/>
                </a:lnTo>
                <a:lnTo>
                  <a:pt x="967100" y="248699"/>
                </a:lnTo>
                <a:lnTo>
                  <a:pt x="966707" y="248697"/>
                </a:lnTo>
                <a:lnTo>
                  <a:pt x="966096" y="248700"/>
                </a:lnTo>
                <a:lnTo>
                  <a:pt x="965484" y="248711"/>
                </a:lnTo>
                <a:lnTo>
                  <a:pt x="964871" y="248728"/>
                </a:lnTo>
                <a:lnTo>
                  <a:pt x="964257" y="248753"/>
                </a:lnTo>
                <a:lnTo>
                  <a:pt x="963642" y="248784"/>
                </a:lnTo>
                <a:lnTo>
                  <a:pt x="963026" y="248823"/>
                </a:lnTo>
                <a:lnTo>
                  <a:pt x="962409" y="248869"/>
                </a:lnTo>
                <a:lnTo>
                  <a:pt x="961792" y="248921"/>
                </a:lnTo>
                <a:lnTo>
                  <a:pt x="961174" y="248981"/>
                </a:lnTo>
                <a:lnTo>
                  <a:pt x="960554" y="249048"/>
                </a:lnTo>
                <a:lnTo>
                  <a:pt x="959934" y="249121"/>
                </a:lnTo>
                <a:lnTo>
                  <a:pt x="959313" y="249202"/>
                </a:lnTo>
                <a:lnTo>
                  <a:pt x="958691" y="249290"/>
                </a:lnTo>
                <a:lnTo>
                  <a:pt x="958069" y="249385"/>
                </a:lnTo>
                <a:lnTo>
                  <a:pt x="957445" y="249487"/>
                </a:lnTo>
                <a:lnTo>
                  <a:pt x="956820" y="249595"/>
                </a:lnTo>
                <a:lnTo>
                  <a:pt x="956195" y="249711"/>
                </a:lnTo>
                <a:lnTo>
                  <a:pt x="955569" y="249834"/>
                </a:lnTo>
                <a:lnTo>
                  <a:pt x="954942" y="249964"/>
                </a:lnTo>
                <a:lnTo>
                  <a:pt x="954314" y="250101"/>
                </a:lnTo>
                <a:lnTo>
                  <a:pt x="953685" y="250245"/>
                </a:lnTo>
                <a:lnTo>
                  <a:pt x="953055" y="250396"/>
                </a:lnTo>
                <a:lnTo>
                  <a:pt x="952424" y="250554"/>
                </a:lnTo>
                <a:lnTo>
                  <a:pt x="951793" y="250719"/>
                </a:lnTo>
                <a:lnTo>
                  <a:pt x="951168" y="250887"/>
                </a:lnTo>
                <a:lnTo>
                  <a:pt x="950547" y="251066"/>
                </a:lnTo>
                <a:lnTo>
                  <a:pt x="949930" y="251256"/>
                </a:lnTo>
                <a:lnTo>
                  <a:pt x="949317" y="251456"/>
                </a:lnTo>
                <a:lnTo>
                  <a:pt x="948708" y="251667"/>
                </a:lnTo>
                <a:lnTo>
                  <a:pt x="948103" y="251888"/>
                </a:lnTo>
                <a:lnTo>
                  <a:pt x="947502" y="252120"/>
                </a:lnTo>
                <a:lnTo>
                  <a:pt x="946905" y="252362"/>
                </a:lnTo>
                <a:lnTo>
                  <a:pt x="946312" y="252615"/>
                </a:lnTo>
                <a:lnTo>
                  <a:pt x="945723" y="252878"/>
                </a:lnTo>
                <a:lnTo>
                  <a:pt x="945138" y="253152"/>
                </a:lnTo>
                <a:lnTo>
                  <a:pt x="944556" y="253436"/>
                </a:lnTo>
                <a:lnTo>
                  <a:pt x="943979" y="253731"/>
                </a:lnTo>
                <a:lnTo>
                  <a:pt x="943406" y="254037"/>
                </a:lnTo>
                <a:lnTo>
                  <a:pt x="942836" y="254353"/>
                </a:lnTo>
                <a:lnTo>
                  <a:pt x="942271" y="254679"/>
                </a:lnTo>
                <a:lnTo>
                  <a:pt x="941709" y="255016"/>
                </a:lnTo>
                <a:lnTo>
                  <a:pt x="941152" y="255364"/>
                </a:lnTo>
                <a:lnTo>
                  <a:pt x="940598" y="255722"/>
                </a:lnTo>
                <a:lnTo>
                  <a:pt x="940048" y="256091"/>
                </a:lnTo>
                <a:lnTo>
                  <a:pt x="939503" y="256470"/>
                </a:lnTo>
                <a:lnTo>
                  <a:pt x="938961" y="256860"/>
                </a:lnTo>
                <a:lnTo>
                  <a:pt x="938423" y="257260"/>
                </a:lnTo>
                <a:lnTo>
                  <a:pt x="937889" y="257671"/>
                </a:lnTo>
                <a:lnTo>
                  <a:pt x="937367" y="258088"/>
                </a:lnTo>
                <a:lnTo>
                  <a:pt x="936853" y="258519"/>
                </a:lnTo>
                <a:lnTo>
                  <a:pt x="936349" y="258964"/>
                </a:lnTo>
                <a:lnTo>
                  <a:pt x="935853" y="259423"/>
                </a:lnTo>
                <a:lnTo>
                  <a:pt x="935366" y="259895"/>
                </a:lnTo>
                <a:lnTo>
                  <a:pt x="934887" y="260380"/>
                </a:lnTo>
                <a:lnTo>
                  <a:pt x="934418" y="260880"/>
                </a:lnTo>
                <a:lnTo>
                  <a:pt x="933957" y="261392"/>
                </a:lnTo>
                <a:lnTo>
                  <a:pt x="933505" y="261919"/>
                </a:lnTo>
                <a:lnTo>
                  <a:pt x="933061" y="262459"/>
                </a:lnTo>
                <a:lnTo>
                  <a:pt x="932627" y="263012"/>
                </a:lnTo>
                <a:lnTo>
                  <a:pt x="932201" y="263580"/>
                </a:lnTo>
                <a:lnTo>
                  <a:pt x="931784" y="264161"/>
                </a:lnTo>
                <a:lnTo>
                  <a:pt x="931376" y="264755"/>
                </a:lnTo>
                <a:lnTo>
                  <a:pt x="930977" y="265363"/>
                </a:lnTo>
                <a:lnTo>
                  <a:pt x="930586" y="265985"/>
                </a:lnTo>
                <a:lnTo>
                  <a:pt x="930204" y="266620"/>
                </a:lnTo>
                <a:lnTo>
                  <a:pt x="929831" y="267269"/>
                </a:lnTo>
                <a:lnTo>
                  <a:pt x="929467" y="267931"/>
                </a:lnTo>
                <a:lnTo>
                  <a:pt x="929112" y="268607"/>
                </a:lnTo>
                <a:lnTo>
                  <a:pt x="928765" y="269297"/>
                </a:lnTo>
                <a:lnTo>
                  <a:pt x="928427" y="270000"/>
                </a:lnTo>
                <a:lnTo>
                  <a:pt x="928098" y="270717"/>
                </a:lnTo>
                <a:lnTo>
                  <a:pt x="927777" y="271448"/>
                </a:lnTo>
                <a:lnTo>
                  <a:pt x="941934" y="276504"/>
                </a:lnTo>
                <a:lnTo>
                  <a:pt x="942145" y="276062"/>
                </a:lnTo>
                <a:lnTo>
                  <a:pt x="942370" y="275623"/>
                </a:lnTo>
                <a:lnTo>
                  <a:pt x="942606" y="275186"/>
                </a:lnTo>
                <a:lnTo>
                  <a:pt x="942855" y="274752"/>
                </a:lnTo>
                <a:lnTo>
                  <a:pt x="943117" y="274319"/>
                </a:lnTo>
                <a:lnTo>
                  <a:pt x="943391" y="273889"/>
                </a:lnTo>
                <a:lnTo>
                  <a:pt x="943678" y="273461"/>
                </a:lnTo>
                <a:lnTo>
                  <a:pt x="943977" y="273035"/>
                </a:lnTo>
                <a:lnTo>
                  <a:pt x="944289" y="272611"/>
                </a:lnTo>
                <a:lnTo>
                  <a:pt x="944613" y="272190"/>
                </a:lnTo>
                <a:lnTo>
                  <a:pt x="944950" y="271770"/>
                </a:lnTo>
                <a:lnTo>
                  <a:pt x="945299" y="271353"/>
                </a:lnTo>
                <a:lnTo>
                  <a:pt x="945661" y="270938"/>
                </a:lnTo>
                <a:lnTo>
                  <a:pt x="946035" y="270525"/>
                </a:lnTo>
                <a:lnTo>
                  <a:pt x="946422" y="270115"/>
                </a:lnTo>
                <a:lnTo>
                  <a:pt x="946821" y="269706"/>
                </a:lnTo>
                <a:lnTo>
                  <a:pt x="947233" y="269300"/>
                </a:lnTo>
                <a:lnTo>
                  <a:pt x="947657" y="268896"/>
                </a:lnTo>
                <a:lnTo>
                  <a:pt x="948094" y="268494"/>
                </a:lnTo>
                <a:lnTo>
                  <a:pt x="948543" y="268095"/>
                </a:lnTo>
                <a:lnTo>
                  <a:pt x="949005" y="267697"/>
                </a:lnTo>
                <a:lnTo>
                  <a:pt x="949479" y="267302"/>
                </a:lnTo>
                <a:lnTo>
                  <a:pt x="949966" y="266909"/>
                </a:lnTo>
                <a:lnTo>
                  <a:pt x="950466" y="266518"/>
                </a:lnTo>
                <a:lnTo>
                  <a:pt x="950979" y="266137"/>
                </a:lnTo>
                <a:lnTo>
                  <a:pt x="951509" y="265771"/>
                </a:lnTo>
                <a:lnTo>
                  <a:pt x="952054" y="265422"/>
                </a:lnTo>
                <a:lnTo>
                  <a:pt x="952616" y="265089"/>
                </a:lnTo>
                <a:lnTo>
                  <a:pt x="953194" y="264773"/>
                </a:lnTo>
                <a:lnTo>
                  <a:pt x="953787" y="264472"/>
                </a:lnTo>
                <a:lnTo>
                  <a:pt x="954397" y="264188"/>
                </a:lnTo>
                <a:lnTo>
                  <a:pt x="955023" y="263920"/>
                </a:lnTo>
                <a:lnTo>
                  <a:pt x="955665" y="263669"/>
                </a:lnTo>
                <a:lnTo>
                  <a:pt x="956322" y="263433"/>
                </a:lnTo>
                <a:lnTo>
                  <a:pt x="956996" y="263214"/>
                </a:lnTo>
                <a:lnTo>
                  <a:pt x="957686" y="263011"/>
                </a:lnTo>
                <a:lnTo>
                  <a:pt x="958392" y="262824"/>
                </a:lnTo>
                <a:lnTo>
                  <a:pt x="959114" y="262654"/>
                </a:lnTo>
                <a:lnTo>
                  <a:pt x="959851" y="262499"/>
                </a:lnTo>
                <a:lnTo>
                  <a:pt x="960605" y="262361"/>
                </a:lnTo>
                <a:lnTo>
                  <a:pt x="961375" y="262240"/>
                </a:lnTo>
                <a:lnTo>
                  <a:pt x="962161" y="262134"/>
                </a:lnTo>
                <a:lnTo>
                  <a:pt x="962963" y="262045"/>
                </a:lnTo>
                <a:lnTo>
                  <a:pt x="963781" y="261972"/>
                </a:lnTo>
                <a:lnTo>
                  <a:pt x="964615" y="261915"/>
                </a:lnTo>
                <a:lnTo>
                  <a:pt x="965465" y="261874"/>
                </a:lnTo>
                <a:lnTo>
                  <a:pt x="966331" y="261850"/>
                </a:lnTo>
                <a:lnTo>
                  <a:pt x="967213" y="261842"/>
                </a:lnTo>
                <a:lnTo>
                  <a:pt x="968062" y="261851"/>
                </a:lnTo>
                <a:lnTo>
                  <a:pt x="968893" y="261878"/>
                </a:lnTo>
                <a:lnTo>
                  <a:pt x="969706" y="261923"/>
                </a:lnTo>
                <a:lnTo>
                  <a:pt x="970501" y="261986"/>
                </a:lnTo>
                <a:lnTo>
                  <a:pt x="971277" y="262067"/>
                </a:lnTo>
                <a:lnTo>
                  <a:pt x="972036" y="262166"/>
                </a:lnTo>
                <a:lnTo>
                  <a:pt x="972776" y="262283"/>
                </a:lnTo>
                <a:lnTo>
                  <a:pt x="973498" y="262418"/>
                </a:lnTo>
                <a:lnTo>
                  <a:pt x="974201" y="262570"/>
                </a:lnTo>
                <a:lnTo>
                  <a:pt x="974887" y="262741"/>
                </a:lnTo>
                <a:lnTo>
                  <a:pt x="975554" y="262930"/>
                </a:lnTo>
                <a:lnTo>
                  <a:pt x="976203" y="263137"/>
                </a:lnTo>
                <a:lnTo>
                  <a:pt x="976834" y="263362"/>
                </a:lnTo>
                <a:lnTo>
                  <a:pt x="977446" y="263605"/>
                </a:lnTo>
                <a:lnTo>
                  <a:pt x="978041" y="263866"/>
                </a:lnTo>
                <a:lnTo>
                  <a:pt x="978617" y="264145"/>
                </a:lnTo>
                <a:lnTo>
                  <a:pt x="979175" y="264442"/>
                </a:lnTo>
                <a:lnTo>
                  <a:pt x="979714" y="264757"/>
                </a:lnTo>
                <a:lnTo>
                  <a:pt x="980236" y="265090"/>
                </a:lnTo>
                <a:lnTo>
                  <a:pt x="980739" y="265440"/>
                </a:lnTo>
                <a:lnTo>
                  <a:pt x="981224" y="265809"/>
                </a:lnTo>
                <a:lnTo>
                  <a:pt x="981691" y="266196"/>
                </a:lnTo>
                <a:lnTo>
                  <a:pt x="982140" y="266601"/>
                </a:lnTo>
                <a:lnTo>
                  <a:pt x="982570" y="267024"/>
                </a:lnTo>
                <a:lnTo>
                  <a:pt x="982988" y="267463"/>
                </a:lnTo>
                <a:lnTo>
                  <a:pt x="983388" y="267917"/>
                </a:lnTo>
                <a:lnTo>
                  <a:pt x="983770" y="268385"/>
                </a:lnTo>
                <a:lnTo>
                  <a:pt x="984134" y="268867"/>
                </a:lnTo>
                <a:lnTo>
                  <a:pt x="984481" y="269364"/>
                </a:lnTo>
                <a:lnTo>
                  <a:pt x="984810" y="269876"/>
                </a:lnTo>
                <a:lnTo>
                  <a:pt x="985121" y="270402"/>
                </a:lnTo>
                <a:lnTo>
                  <a:pt x="985414" y="270942"/>
                </a:lnTo>
                <a:lnTo>
                  <a:pt x="985689" y="271497"/>
                </a:lnTo>
                <a:lnTo>
                  <a:pt x="985947" y="272067"/>
                </a:lnTo>
                <a:lnTo>
                  <a:pt x="986187" y="272651"/>
                </a:lnTo>
                <a:lnTo>
                  <a:pt x="986409" y="273249"/>
                </a:lnTo>
                <a:lnTo>
                  <a:pt x="986614" y="273862"/>
                </a:lnTo>
                <a:lnTo>
                  <a:pt x="986800" y="274489"/>
                </a:lnTo>
                <a:lnTo>
                  <a:pt x="986969" y="275131"/>
                </a:lnTo>
                <a:lnTo>
                  <a:pt x="987120" y="275787"/>
                </a:lnTo>
                <a:lnTo>
                  <a:pt x="987254" y="276458"/>
                </a:lnTo>
                <a:lnTo>
                  <a:pt x="987369" y="277144"/>
                </a:lnTo>
                <a:lnTo>
                  <a:pt x="987467" y="277843"/>
                </a:lnTo>
                <a:lnTo>
                  <a:pt x="987547" y="278558"/>
                </a:lnTo>
                <a:lnTo>
                  <a:pt x="987609" y="279286"/>
                </a:lnTo>
                <a:lnTo>
                  <a:pt x="987654" y="280030"/>
                </a:lnTo>
                <a:lnTo>
                  <a:pt x="987680" y="280787"/>
                </a:lnTo>
                <a:lnTo>
                  <a:pt x="987689" y="281559"/>
                </a:lnTo>
                <a:lnTo>
                  <a:pt x="987689" y="282065"/>
                </a:lnTo>
                <a:lnTo>
                  <a:pt x="987685" y="282362"/>
                </a:lnTo>
                <a:lnTo>
                  <a:pt x="987671" y="282651"/>
                </a:lnTo>
                <a:lnTo>
                  <a:pt x="987649" y="282932"/>
                </a:lnTo>
                <a:lnTo>
                  <a:pt x="987617" y="283206"/>
                </a:lnTo>
                <a:lnTo>
                  <a:pt x="987577" y="283473"/>
                </a:lnTo>
                <a:lnTo>
                  <a:pt x="987527" y="283732"/>
                </a:lnTo>
                <a:lnTo>
                  <a:pt x="987469" y="283984"/>
                </a:lnTo>
                <a:lnTo>
                  <a:pt x="987401" y="284228"/>
                </a:lnTo>
                <a:lnTo>
                  <a:pt x="987325" y="284465"/>
                </a:lnTo>
                <a:lnTo>
                  <a:pt x="987239" y="284694"/>
                </a:lnTo>
                <a:lnTo>
                  <a:pt x="987145" y="284916"/>
                </a:lnTo>
                <a:lnTo>
                  <a:pt x="987041" y="285130"/>
                </a:lnTo>
                <a:lnTo>
                  <a:pt x="986929" y="285337"/>
                </a:lnTo>
                <a:lnTo>
                  <a:pt x="986807" y="285537"/>
                </a:lnTo>
                <a:lnTo>
                  <a:pt x="986677" y="285729"/>
                </a:lnTo>
                <a:lnTo>
                  <a:pt x="986537" y="285913"/>
                </a:lnTo>
                <a:lnTo>
                  <a:pt x="986389" y="286090"/>
                </a:lnTo>
                <a:lnTo>
                  <a:pt x="986232" y="286260"/>
                </a:lnTo>
                <a:lnTo>
                  <a:pt x="986065" y="286422"/>
                </a:lnTo>
                <a:lnTo>
                  <a:pt x="985890" y="286577"/>
                </a:lnTo>
                <a:lnTo>
                  <a:pt x="985705" y="286724"/>
                </a:lnTo>
                <a:lnTo>
                  <a:pt x="985512" y="286864"/>
                </a:lnTo>
                <a:lnTo>
                  <a:pt x="985309" y="286996"/>
                </a:lnTo>
                <a:lnTo>
                  <a:pt x="985098" y="287121"/>
                </a:lnTo>
                <a:lnTo>
                  <a:pt x="984882" y="287241"/>
                </a:lnTo>
                <a:lnTo>
                  <a:pt x="984656" y="287357"/>
                </a:lnTo>
                <a:lnTo>
                  <a:pt x="984419" y="287471"/>
                </a:lnTo>
                <a:lnTo>
                  <a:pt x="984171" y="287583"/>
                </a:lnTo>
                <a:lnTo>
                  <a:pt x="983913" y="287691"/>
                </a:lnTo>
                <a:lnTo>
                  <a:pt x="983644" y="287796"/>
                </a:lnTo>
                <a:lnTo>
                  <a:pt x="983365" y="287899"/>
                </a:lnTo>
                <a:lnTo>
                  <a:pt x="983076" y="287999"/>
                </a:lnTo>
                <a:lnTo>
                  <a:pt x="982775" y="288096"/>
                </a:lnTo>
                <a:lnTo>
                  <a:pt x="982465" y="288190"/>
                </a:lnTo>
                <a:lnTo>
                  <a:pt x="982143" y="288281"/>
                </a:lnTo>
                <a:lnTo>
                  <a:pt x="981812" y="288369"/>
                </a:lnTo>
                <a:lnTo>
                  <a:pt x="981469" y="288455"/>
                </a:lnTo>
                <a:lnTo>
                  <a:pt x="981117" y="288537"/>
                </a:lnTo>
                <a:lnTo>
                  <a:pt x="980753" y="288617"/>
                </a:lnTo>
                <a:lnTo>
                  <a:pt x="980379" y="288694"/>
                </a:lnTo>
                <a:lnTo>
                  <a:pt x="979995" y="288768"/>
                </a:lnTo>
                <a:lnTo>
                  <a:pt x="979600" y="288839"/>
                </a:lnTo>
                <a:lnTo>
                  <a:pt x="979194" y="288907"/>
                </a:lnTo>
                <a:lnTo>
                  <a:pt x="978778" y="288973"/>
                </a:lnTo>
                <a:lnTo>
                  <a:pt x="978352" y="289036"/>
                </a:lnTo>
                <a:lnTo>
                  <a:pt x="977914" y="289095"/>
                </a:lnTo>
                <a:lnTo>
                  <a:pt x="977467" y="289152"/>
                </a:lnTo>
                <a:lnTo>
                  <a:pt x="977009" y="289206"/>
                </a:lnTo>
                <a:lnTo>
                  <a:pt x="976545" y="289255"/>
                </a:lnTo>
                <a:lnTo>
                  <a:pt x="976069" y="289305"/>
                </a:lnTo>
                <a:lnTo>
                  <a:pt x="975582" y="289358"/>
                </a:lnTo>
                <a:lnTo>
                  <a:pt x="975083" y="289412"/>
                </a:lnTo>
                <a:lnTo>
                  <a:pt x="974572" y="289468"/>
                </a:lnTo>
                <a:lnTo>
                  <a:pt x="974050" y="289526"/>
                </a:lnTo>
                <a:lnTo>
                  <a:pt x="973516" y="289587"/>
                </a:lnTo>
                <a:lnTo>
                  <a:pt x="972971" y="289649"/>
                </a:lnTo>
                <a:lnTo>
                  <a:pt x="972414" y="289713"/>
                </a:lnTo>
                <a:lnTo>
                  <a:pt x="971845" y="289779"/>
                </a:lnTo>
                <a:lnTo>
                  <a:pt x="971265" y="289847"/>
                </a:lnTo>
                <a:lnTo>
                  <a:pt x="970673" y="289917"/>
                </a:lnTo>
                <a:lnTo>
                  <a:pt x="970070" y="289990"/>
                </a:lnTo>
                <a:lnTo>
                  <a:pt x="969454" y="290064"/>
                </a:lnTo>
                <a:lnTo>
                  <a:pt x="968828" y="290140"/>
                </a:lnTo>
                <a:lnTo>
                  <a:pt x="968189" y="290218"/>
                </a:lnTo>
                <a:lnTo>
                  <a:pt x="967539" y="290298"/>
                </a:lnTo>
                <a:lnTo>
                  <a:pt x="966877" y="290380"/>
                </a:lnTo>
                <a:lnTo>
                  <a:pt x="966204" y="290463"/>
                </a:lnTo>
                <a:lnTo>
                  <a:pt x="965519" y="290549"/>
                </a:lnTo>
                <a:lnTo>
                  <a:pt x="964822" y="290637"/>
                </a:lnTo>
                <a:lnTo>
                  <a:pt x="964114" y="290727"/>
                </a:lnTo>
                <a:lnTo>
                  <a:pt x="963394" y="290819"/>
                </a:lnTo>
                <a:lnTo>
                  <a:pt x="962663" y="290913"/>
                </a:lnTo>
                <a:lnTo>
                  <a:pt x="962099" y="290988"/>
                </a:lnTo>
                <a:lnTo>
                  <a:pt x="961536" y="291065"/>
                </a:lnTo>
                <a:lnTo>
                  <a:pt x="960973" y="291144"/>
                </a:lnTo>
                <a:lnTo>
                  <a:pt x="960410" y="291225"/>
                </a:lnTo>
                <a:lnTo>
                  <a:pt x="959848" y="291309"/>
                </a:lnTo>
                <a:lnTo>
                  <a:pt x="959286" y="291395"/>
                </a:lnTo>
                <a:lnTo>
                  <a:pt x="958723" y="291483"/>
                </a:lnTo>
                <a:lnTo>
                  <a:pt x="958162" y="291573"/>
                </a:lnTo>
                <a:lnTo>
                  <a:pt x="957600" y="291665"/>
                </a:lnTo>
                <a:lnTo>
                  <a:pt x="957039" y="291760"/>
                </a:lnTo>
                <a:lnTo>
                  <a:pt x="956477" y="291857"/>
                </a:lnTo>
                <a:lnTo>
                  <a:pt x="955916" y="291956"/>
                </a:lnTo>
                <a:lnTo>
                  <a:pt x="955356" y="292057"/>
                </a:lnTo>
                <a:lnTo>
                  <a:pt x="954795" y="292160"/>
                </a:lnTo>
                <a:lnTo>
                  <a:pt x="954235" y="292266"/>
                </a:lnTo>
                <a:lnTo>
                  <a:pt x="953675" y="292373"/>
                </a:lnTo>
                <a:lnTo>
                  <a:pt x="953115" y="292483"/>
                </a:lnTo>
                <a:lnTo>
                  <a:pt x="952555" y="292595"/>
                </a:lnTo>
                <a:lnTo>
                  <a:pt x="951996" y="292710"/>
                </a:lnTo>
                <a:lnTo>
                  <a:pt x="951436" y="292826"/>
                </a:lnTo>
                <a:lnTo>
                  <a:pt x="950877" y="292945"/>
                </a:lnTo>
                <a:lnTo>
                  <a:pt x="950318" y="293066"/>
                </a:lnTo>
                <a:lnTo>
                  <a:pt x="949760" y="293189"/>
                </a:lnTo>
                <a:lnTo>
                  <a:pt x="949202" y="293314"/>
                </a:lnTo>
                <a:lnTo>
                  <a:pt x="948651" y="293438"/>
                </a:lnTo>
                <a:lnTo>
                  <a:pt x="948104" y="293567"/>
                </a:lnTo>
                <a:lnTo>
                  <a:pt x="947560" y="293701"/>
                </a:lnTo>
                <a:lnTo>
                  <a:pt x="947021" y="293841"/>
                </a:lnTo>
                <a:lnTo>
                  <a:pt x="946486" y="293986"/>
                </a:lnTo>
                <a:lnTo>
                  <a:pt x="945955" y="294136"/>
                </a:lnTo>
                <a:lnTo>
                  <a:pt x="945427" y="294291"/>
                </a:lnTo>
                <a:lnTo>
                  <a:pt x="944904" y="294452"/>
                </a:lnTo>
                <a:lnTo>
                  <a:pt x="944385" y="294618"/>
                </a:lnTo>
                <a:lnTo>
                  <a:pt x="943869" y="294789"/>
                </a:lnTo>
                <a:lnTo>
                  <a:pt x="943358" y="294965"/>
                </a:lnTo>
                <a:lnTo>
                  <a:pt x="942850" y="295147"/>
                </a:lnTo>
                <a:lnTo>
                  <a:pt x="942347" y="295334"/>
                </a:lnTo>
                <a:lnTo>
                  <a:pt x="941847" y="295526"/>
                </a:lnTo>
                <a:lnTo>
                  <a:pt x="941351" y="295724"/>
                </a:lnTo>
                <a:lnTo>
                  <a:pt x="940859" y="295926"/>
                </a:lnTo>
                <a:lnTo>
                  <a:pt x="940372" y="296135"/>
                </a:lnTo>
                <a:lnTo>
                  <a:pt x="939888" y="296348"/>
                </a:lnTo>
                <a:lnTo>
                  <a:pt x="939408" y="296566"/>
                </a:lnTo>
                <a:lnTo>
                  <a:pt x="938932" y="296790"/>
                </a:lnTo>
                <a:lnTo>
                  <a:pt x="938460" y="297019"/>
                </a:lnTo>
                <a:lnTo>
                  <a:pt x="937992" y="297254"/>
                </a:lnTo>
                <a:lnTo>
                  <a:pt x="937528" y="297493"/>
                </a:lnTo>
                <a:lnTo>
                  <a:pt x="937068" y="297738"/>
                </a:lnTo>
                <a:lnTo>
                  <a:pt x="936613" y="297990"/>
                </a:lnTo>
                <a:lnTo>
                  <a:pt x="936167" y="298249"/>
                </a:lnTo>
                <a:lnTo>
                  <a:pt x="935728" y="298516"/>
                </a:lnTo>
                <a:lnTo>
                  <a:pt x="935296" y="298791"/>
                </a:lnTo>
                <a:lnTo>
                  <a:pt x="934873" y="299075"/>
                </a:lnTo>
                <a:lnTo>
                  <a:pt x="934457" y="299366"/>
                </a:lnTo>
                <a:lnTo>
                  <a:pt x="934048" y="299664"/>
                </a:lnTo>
                <a:lnTo>
                  <a:pt x="933648" y="299971"/>
                </a:lnTo>
                <a:lnTo>
                  <a:pt x="933255" y="300286"/>
                </a:lnTo>
                <a:lnTo>
                  <a:pt x="932870" y="300608"/>
                </a:lnTo>
                <a:lnTo>
                  <a:pt x="932492" y="300939"/>
                </a:lnTo>
                <a:lnTo>
                  <a:pt x="932122" y="301277"/>
                </a:lnTo>
                <a:lnTo>
                  <a:pt x="931760" y="301624"/>
                </a:lnTo>
                <a:lnTo>
                  <a:pt x="931406" y="301978"/>
                </a:lnTo>
                <a:lnTo>
                  <a:pt x="931059" y="302340"/>
                </a:lnTo>
                <a:lnTo>
                  <a:pt x="930720" y="302710"/>
                </a:lnTo>
                <a:lnTo>
                  <a:pt x="930388" y="303088"/>
                </a:lnTo>
                <a:lnTo>
                  <a:pt x="930064" y="303473"/>
                </a:lnTo>
                <a:lnTo>
                  <a:pt x="929748" y="303867"/>
                </a:lnTo>
                <a:lnTo>
                  <a:pt x="929440" y="304269"/>
                </a:lnTo>
                <a:lnTo>
                  <a:pt x="929139" y="304678"/>
                </a:lnTo>
                <a:lnTo>
                  <a:pt x="928846" y="305095"/>
                </a:lnTo>
                <a:lnTo>
                  <a:pt x="928561" y="305521"/>
                </a:lnTo>
                <a:lnTo>
                  <a:pt x="928283" y="305954"/>
                </a:lnTo>
                <a:lnTo>
                  <a:pt x="928015" y="306391"/>
                </a:lnTo>
                <a:lnTo>
                  <a:pt x="927758" y="306840"/>
                </a:lnTo>
                <a:lnTo>
                  <a:pt x="927513" y="307299"/>
                </a:lnTo>
                <a:lnTo>
                  <a:pt x="927279" y="307769"/>
                </a:lnTo>
                <a:lnTo>
                  <a:pt x="927056" y="308250"/>
                </a:lnTo>
                <a:lnTo>
                  <a:pt x="926845" y="308742"/>
                </a:lnTo>
                <a:lnTo>
                  <a:pt x="926646" y="309246"/>
                </a:lnTo>
                <a:lnTo>
                  <a:pt x="926457" y="309760"/>
                </a:lnTo>
                <a:lnTo>
                  <a:pt x="926280" y="310285"/>
                </a:lnTo>
                <a:lnTo>
                  <a:pt x="926115" y="310821"/>
                </a:lnTo>
                <a:lnTo>
                  <a:pt x="925961" y="311368"/>
                </a:lnTo>
                <a:lnTo>
                  <a:pt x="925818" y="311926"/>
                </a:lnTo>
                <a:lnTo>
                  <a:pt x="925687" y="312495"/>
                </a:lnTo>
                <a:lnTo>
                  <a:pt x="925567" y="313075"/>
                </a:lnTo>
                <a:lnTo>
                  <a:pt x="925459" y="313666"/>
                </a:lnTo>
                <a:lnTo>
                  <a:pt x="925362" y="314268"/>
                </a:lnTo>
                <a:lnTo>
                  <a:pt x="925276" y="314881"/>
                </a:lnTo>
                <a:lnTo>
                  <a:pt x="925202" y="315505"/>
                </a:lnTo>
                <a:lnTo>
                  <a:pt x="925139" y="316140"/>
                </a:lnTo>
                <a:lnTo>
                  <a:pt x="925088" y="316785"/>
                </a:lnTo>
                <a:lnTo>
                  <a:pt x="925048" y="317442"/>
                </a:lnTo>
                <a:lnTo>
                  <a:pt x="925020" y="318110"/>
                </a:lnTo>
                <a:lnTo>
                  <a:pt x="925002" y="318789"/>
                </a:lnTo>
                <a:lnTo>
                  <a:pt x="924997" y="319478"/>
                </a:lnTo>
                <a:lnTo>
                  <a:pt x="925004" y="320263"/>
                </a:lnTo>
                <a:lnTo>
                  <a:pt x="925027" y="321039"/>
                </a:lnTo>
                <a:lnTo>
                  <a:pt x="925066" y="321805"/>
                </a:lnTo>
                <a:lnTo>
                  <a:pt x="925120" y="322561"/>
                </a:lnTo>
                <a:lnTo>
                  <a:pt x="925189" y="323307"/>
                </a:lnTo>
                <a:lnTo>
                  <a:pt x="925273" y="324044"/>
                </a:lnTo>
                <a:lnTo>
                  <a:pt x="925373" y="324772"/>
                </a:lnTo>
                <a:lnTo>
                  <a:pt x="925488" y="325489"/>
                </a:lnTo>
                <a:lnTo>
                  <a:pt x="925619" y="326197"/>
                </a:lnTo>
                <a:lnTo>
                  <a:pt x="925765" y="326895"/>
                </a:lnTo>
                <a:lnTo>
                  <a:pt x="925926" y="327584"/>
                </a:lnTo>
                <a:lnTo>
                  <a:pt x="926103" y="328263"/>
                </a:lnTo>
                <a:lnTo>
                  <a:pt x="926295" y="328932"/>
                </a:lnTo>
                <a:lnTo>
                  <a:pt x="926502" y="329592"/>
                </a:lnTo>
                <a:lnTo>
                  <a:pt x="926725" y="330242"/>
                </a:lnTo>
                <a:lnTo>
                  <a:pt x="926963" y="330882"/>
                </a:lnTo>
                <a:lnTo>
                  <a:pt x="927216" y="331513"/>
                </a:lnTo>
                <a:lnTo>
                  <a:pt x="927485" y="332134"/>
                </a:lnTo>
                <a:lnTo>
                  <a:pt x="927769" y="332745"/>
                </a:lnTo>
                <a:lnTo>
                  <a:pt x="928069" y="333347"/>
                </a:lnTo>
                <a:lnTo>
                  <a:pt x="928384" y="333939"/>
                </a:lnTo>
                <a:lnTo>
                  <a:pt x="928714" y="334521"/>
                </a:lnTo>
                <a:lnTo>
                  <a:pt x="929060" y="335094"/>
                </a:lnTo>
                <a:lnTo>
                  <a:pt x="929421" y="335657"/>
                </a:lnTo>
                <a:lnTo>
                  <a:pt x="929795" y="336205"/>
                </a:lnTo>
                <a:lnTo>
                  <a:pt x="930179" y="336741"/>
                </a:lnTo>
                <a:lnTo>
                  <a:pt x="930575" y="337267"/>
                </a:lnTo>
                <a:lnTo>
                  <a:pt x="930981" y="337783"/>
                </a:lnTo>
                <a:lnTo>
                  <a:pt x="931398" y="338287"/>
                </a:lnTo>
                <a:lnTo>
                  <a:pt x="931826" y="338781"/>
                </a:lnTo>
                <a:lnTo>
                  <a:pt x="932265" y="339264"/>
                </a:lnTo>
                <a:lnTo>
                  <a:pt x="932714" y="339737"/>
                </a:lnTo>
                <a:lnTo>
                  <a:pt x="933174" y="340198"/>
                </a:lnTo>
                <a:lnTo>
                  <a:pt x="933645" y="340649"/>
                </a:lnTo>
                <a:lnTo>
                  <a:pt x="934126" y="341089"/>
                </a:lnTo>
                <a:lnTo>
                  <a:pt x="934619" y="341519"/>
                </a:lnTo>
                <a:lnTo>
                  <a:pt x="935122" y="341937"/>
                </a:lnTo>
                <a:lnTo>
                  <a:pt x="935635" y="342345"/>
                </a:lnTo>
                <a:lnTo>
                  <a:pt x="936160" y="342742"/>
                </a:lnTo>
                <a:lnTo>
                  <a:pt x="936695" y="343128"/>
                </a:lnTo>
                <a:lnTo>
                  <a:pt x="937241" y="343504"/>
                </a:lnTo>
                <a:lnTo>
                  <a:pt x="937798" y="343869"/>
                </a:lnTo>
                <a:lnTo>
                  <a:pt x="938366" y="344223"/>
                </a:lnTo>
                <a:lnTo>
                  <a:pt x="938944" y="344566"/>
                </a:lnTo>
                <a:lnTo>
                  <a:pt x="939533" y="344899"/>
                </a:lnTo>
                <a:lnTo>
                  <a:pt x="940133" y="345220"/>
                </a:lnTo>
                <a:lnTo>
                  <a:pt x="940744" y="345531"/>
                </a:lnTo>
                <a:lnTo>
                  <a:pt x="941365" y="345832"/>
                </a:lnTo>
                <a:lnTo>
                  <a:pt x="941995" y="346115"/>
                </a:lnTo>
                <a:lnTo>
                  <a:pt x="942630" y="346387"/>
                </a:lnTo>
                <a:lnTo>
                  <a:pt x="943272" y="346646"/>
                </a:lnTo>
                <a:lnTo>
                  <a:pt x="943919" y="346894"/>
                </a:lnTo>
                <a:lnTo>
                  <a:pt x="944573" y="347129"/>
                </a:lnTo>
                <a:lnTo>
                  <a:pt x="945232" y="347352"/>
                </a:lnTo>
                <a:lnTo>
                  <a:pt x="945897" y="347564"/>
                </a:lnTo>
                <a:lnTo>
                  <a:pt x="946568" y="347763"/>
                </a:lnTo>
                <a:lnTo>
                  <a:pt x="947245" y="347950"/>
                </a:lnTo>
                <a:lnTo>
                  <a:pt x="947928" y="348125"/>
                </a:lnTo>
                <a:lnTo>
                  <a:pt x="948617" y="348288"/>
                </a:lnTo>
                <a:lnTo>
                  <a:pt x="949312" y="348439"/>
                </a:lnTo>
                <a:lnTo>
                  <a:pt x="950013" y="348577"/>
                </a:lnTo>
                <a:lnTo>
                  <a:pt x="950720" y="348704"/>
                </a:lnTo>
                <a:lnTo>
                  <a:pt x="951432" y="348819"/>
                </a:lnTo>
                <a:lnTo>
                  <a:pt x="952151" y="348921"/>
                </a:lnTo>
                <a:lnTo>
                  <a:pt x="952875" y="349012"/>
                </a:lnTo>
                <a:lnTo>
                  <a:pt x="953606" y="349090"/>
                </a:lnTo>
                <a:lnTo>
                  <a:pt x="954342" y="349157"/>
                </a:lnTo>
                <a:lnTo>
                  <a:pt x="955084" y="349211"/>
                </a:lnTo>
                <a:lnTo>
                  <a:pt x="955832" y="349253"/>
                </a:lnTo>
                <a:lnTo>
                  <a:pt x="956586" y="349284"/>
                </a:lnTo>
                <a:lnTo>
                  <a:pt x="957346" y="349302"/>
                </a:lnTo>
                <a:lnTo>
                  <a:pt x="958112" y="349308"/>
                </a:lnTo>
                <a:lnTo>
                  <a:pt x="958814" y="349303"/>
                </a:lnTo>
                <a:lnTo>
                  <a:pt x="959506" y="349290"/>
                </a:lnTo>
                <a:lnTo>
                  <a:pt x="960189" y="349268"/>
                </a:lnTo>
                <a:lnTo>
                  <a:pt x="960863" y="349237"/>
                </a:lnTo>
                <a:lnTo>
                  <a:pt x="961529" y="349198"/>
                </a:lnTo>
                <a:lnTo>
                  <a:pt x="962185" y="349150"/>
                </a:lnTo>
                <a:lnTo>
                  <a:pt x="962832" y="349093"/>
                </a:lnTo>
                <a:close/>
                <a:moveTo>
                  <a:pt x="955453" y="335576"/>
                </a:moveTo>
                <a:lnTo>
                  <a:pt x="954791" y="335474"/>
                </a:lnTo>
                <a:lnTo>
                  <a:pt x="954140" y="335359"/>
                </a:lnTo>
                <a:lnTo>
                  <a:pt x="953499" y="335229"/>
                </a:lnTo>
                <a:lnTo>
                  <a:pt x="952870" y="335087"/>
                </a:lnTo>
                <a:lnTo>
                  <a:pt x="952251" y="334930"/>
                </a:lnTo>
                <a:lnTo>
                  <a:pt x="951643" y="334760"/>
                </a:lnTo>
                <a:lnTo>
                  <a:pt x="951045" y="334576"/>
                </a:lnTo>
                <a:lnTo>
                  <a:pt x="950459" y="334379"/>
                </a:lnTo>
                <a:lnTo>
                  <a:pt x="949883" y="334168"/>
                </a:lnTo>
                <a:lnTo>
                  <a:pt x="949318" y="333944"/>
                </a:lnTo>
                <a:lnTo>
                  <a:pt x="948763" y="333706"/>
                </a:lnTo>
                <a:lnTo>
                  <a:pt x="948219" y="333454"/>
                </a:lnTo>
                <a:lnTo>
                  <a:pt x="947687" y="333189"/>
                </a:lnTo>
                <a:lnTo>
                  <a:pt x="947164" y="332910"/>
                </a:lnTo>
                <a:lnTo>
                  <a:pt x="946653" y="332617"/>
                </a:lnTo>
                <a:lnTo>
                  <a:pt x="946152" y="332311"/>
                </a:lnTo>
                <a:lnTo>
                  <a:pt x="945662" y="331991"/>
                </a:lnTo>
                <a:lnTo>
                  <a:pt x="945193" y="331653"/>
                </a:lnTo>
                <a:lnTo>
                  <a:pt x="944744" y="331302"/>
                </a:lnTo>
                <a:lnTo>
                  <a:pt x="944315" y="330937"/>
                </a:lnTo>
                <a:lnTo>
                  <a:pt x="943905" y="330559"/>
                </a:lnTo>
                <a:lnTo>
                  <a:pt x="943516" y="330168"/>
                </a:lnTo>
                <a:lnTo>
                  <a:pt x="943146" y="329764"/>
                </a:lnTo>
                <a:lnTo>
                  <a:pt x="942797" y="329346"/>
                </a:lnTo>
                <a:lnTo>
                  <a:pt x="942467" y="328916"/>
                </a:lnTo>
                <a:lnTo>
                  <a:pt x="942158" y="328472"/>
                </a:lnTo>
                <a:lnTo>
                  <a:pt x="941868" y="328015"/>
                </a:lnTo>
                <a:lnTo>
                  <a:pt x="941599" y="327545"/>
                </a:lnTo>
                <a:lnTo>
                  <a:pt x="941349" y="327062"/>
                </a:lnTo>
                <a:lnTo>
                  <a:pt x="941120" y="326566"/>
                </a:lnTo>
                <a:lnTo>
                  <a:pt x="940910" y="326056"/>
                </a:lnTo>
                <a:lnTo>
                  <a:pt x="940720" y="325533"/>
                </a:lnTo>
                <a:lnTo>
                  <a:pt x="940550" y="324998"/>
                </a:lnTo>
                <a:lnTo>
                  <a:pt x="940401" y="324449"/>
                </a:lnTo>
                <a:lnTo>
                  <a:pt x="940271" y="323886"/>
                </a:lnTo>
                <a:lnTo>
                  <a:pt x="940161" y="323311"/>
                </a:lnTo>
                <a:lnTo>
                  <a:pt x="940071" y="322722"/>
                </a:lnTo>
                <a:lnTo>
                  <a:pt x="940001" y="322121"/>
                </a:lnTo>
                <a:lnTo>
                  <a:pt x="939951" y="321506"/>
                </a:lnTo>
                <a:lnTo>
                  <a:pt x="939921" y="320878"/>
                </a:lnTo>
                <a:lnTo>
                  <a:pt x="939911" y="320237"/>
                </a:lnTo>
                <a:lnTo>
                  <a:pt x="939917" y="319767"/>
                </a:lnTo>
                <a:lnTo>
                  <a:pt x="939932" y="319305"/>
                </a:lnTo>
                <a:lnTo>
                  <a:pt x="939959" y="318852"/>
                </a:lnTo>
                <a:lnTo>
                  <a:pt x="939996" y="318407"/>
                </a:lnTo>
                <a:lnTo>
                  <a:pt x="940043" y="317971"/>
                </a:lnTo>
                <a:lnTo>
                  <a:pt x="940101" y="317543"/>
                </a:lnTo>
                <a:lnTo>
                  <a:pt x="940169" y="317123"/>
                </a:lnTo>
                <a:lnTo>
                  <a:pt x="940248" y="316712"/>
                </a:lnTo>
                <a:lnTo>
                  <a:pt x="940338" y="316308"/>
                </a:lnTo>
                <a:lnTo>
                  <a:pt x="940438" y="315914"/>
                </a:lnTo>
                <a:lnTo>
                  <a:pt x="940549" y="315527"/>
                </a:lnTo>
                <a:lnTo>
                  <a:pt x="940670" y="315149"/>
                </a:lnTo>
                <a:lnTo>
                  <a:pt x="940801" y="314779"/>
                </a:lnTo>
                <a:lnTo>
                  <a:pt x="940944" y="314418"/>
                </a:lnTo>
                <a:lnTo>
                  <a:pt x="941096" y="314065"/>
                </a:lnTo>
                <a:lnTo>
                  <a:pt x="941260" y="313720"/>
                </a:lnTo>
                <a:lnTo>
                  <a:pt x="941433" y="313384"/>
                </a:lnTo>
                <a:lnTo>
                  <a:pt x="941618" y="313056"/>
                </a:lnTo>
                <a:lnTo>
                  <a:pt x="941813" y="312736"/>
                </a:lnTo>
                <a:lnTo>
                  <a:pt x="942018" y="312425"/>
                </a:lnTo>
                <a:lnTo>
                  <a:pt x="942234" y="312122"/>
                </a:lnTo>
                <a:lnTo>
                  <a:pt x="942460" y="311827"/>
                </a:lnTo>
                <a:lnTo>
                  <a:pt x="942697" y="311541"/>
                </a:lnTo>
                <a:lnTo>
                  <a:pt x="942945" y="311263"/>
                </a:lnTo>
                <a:lnTo>
                  <a:pt x="943206" y="310986"/>
                </a:lnTo>
                <a:lnTo>
                  <a:pt x="943474" y="310716"/>
                </a:lnTo>
                <a:lnTo>
                  <a:pt x="943749" y="310452"/>
                </a:lnTo>
                <a:lnTo>
                  <a:pt x="944030" y="310193"/>
                </a:lnTo>
                <a:lnTo>
                  <a:pt x="944318" y="309941"/>
                </a:lnTo>
                <a:lnTo>
                  <a:pt x="944612" y="309694"/>
                </a:lnTo>
                <a:lnTo>
                  <a:pt x="944913" y="309454"/>
                </a:lnTo>
                <a:lnTo>
                  <a:pt x="945220" y="309219"/>
                </a:lnTo>
                <a:lnTo>
                  <a:pt x="945534" y="308990"/>
                </a:lnTo>
                <a:lnTo>
                  <a:pt x="945855" y="308768"/>
                </a:lnTo>
                <a:lnTo>
                  <a:pt x="946182" y="308551"/>
                </a:lnTo>
                <a:lnTo>
                  <a:pt x="946516" y="308340"/>
                </a:lnTo>
                <a:lnTo>
                  <a:pt x="946856" y="308135"/>
                </a:lnTo>
                <a:lnTo>
                  <a:pt x="947203" y="307935"/>
                </a:lnTo>
                <a:lnTo>
                  <a:pt x="947556" y="307742"/>
                </a:lnTo>
                <a:lnTo>
                  <a:pt x="947917" y="307555"/>
                </a:lnTo>
                <a:lnTo>
                  <a:pt x="948283" y="307374"/>
                </a:lnTo>
                <a:lnTo>
                  <a:pt x="948656" y="307198"/>
                </a:lnTo>
                <a:lnTo>
                  <a:pt x="949036" y="307029"/>
                </a:lnTo>
                <a:lnTo>
                  <a:pt x="949423" y="306865"/>
                </a:lnTo>
                <a:lnTo>
                  <a:pt x="949816" y="306707"/>
                </a:lnTo>
                <a:lnTo>
                  <a:pt x="950215" y="306556"/>
                </a:lnTo>
                <a:lnTo>
                  <a:pt x="950622" y="306410"/>
                </a:lnTo>
                <a:lnTo>
                  <a:pt x="951034" y="306270"/>
                </a:lnTo>
                <a:lnTo>
                  <a:pt x="951457" y="306129"/>
                </a:lnTo>
                <a:lnTo>
                  <a:pt x="951882" y="305992"/>
                </a:lnTo>
                <a:lnTo>
                  <a:pt x="952310" y="305858"/>
                </a:lnTo>
                <a:lnTo>
                  <a:pt x="952741" y="305727"/>
                </a:lnTo>
                <a:lnTo>
                  <a:pt x="953174" y="305600"/>
                </a:lnTo>
                <a:lnTo>
                  <a:pt x="953610" y="305476"/>
                </a:lnTo>
                <a:lnTo>
                  <a:pt x="954048" y="305355"/>
                </a:lnTo>
                <a:lnTo>
                  <a:pt x="954489" y="305238"/>
                </a:lnTo>
                <a:lnTo>
                  <a:pt x="954933" y="305123"/>
                </a:lnTo>
                <a:lnTo>
                  <a:pt x="955379" y="305013"/>
                </a:lnTo>
                <a:lnTo>
                  <a:pt x="955828" y="304905"/>
                </a:lnTo>
                <a:lnTo>
                  <a:pt x="956280" y="304801"/>
                </a:lnTo>
                <a:lnTo>
                  <a:pt x="956734" y="304699"/>
                </a:lnTo>
                <a:lnTo>
                  <a:pt x="957191" y="304602"/>
                </a:lnTo>
                <a:lnTo>
                  <a:pt x="957650" y="304507"/>
                </a:lnTo>
                <a:lnTo>
                  <a:pt x="958112" y="304416"/>
                </a:lnTo>
                <a:lnTo>
                  <a:pt x="958577" y="304328"/>
                </a:lnTo>
                <a:lnTo>
                  <a:pt x="959045" y="304244"/>
                </a:lnTo>
                <a:lnTo>
                  <a:pt x="959515" y="304162"/>
                </a:lnTo>
                <a:lnTo>
                  <a:pt x="959987" y="304084"/>
                </a:lnTo>
                <a:lnTo>
                  <a:pt x="960463" y="304010"/>
                </a:lnTo>
                <a:lnTo>
                  <a:pt x="960941" y="303938"/>
                </a:lnTo>
                <a:lnTo>
                  <a:pt x="961421" y="303870"/>
                </a:lnTo>
                <a:lnTo>
                  <a:pt x="961904" y="303805"/>
                </a:lnTo>
                <a:lnTo>
                  <a:pt x="962107" y="303779"/>
                </a:lnTo>
                <a:lnTo>
                  <a:pt x="962315" y="303752"/>
                </a:lnTo>
                <a:lnTo>
                  <a:pt x="962527" y="303724"/>
                </a:lnTo>
                <a:lnTo>
                  <a:pt x="962745" y="303696"/>
                </a:lnTo>
                <a:lnTo>
                  <a:pt x="962968" y="303668"/>
                </a:lnTo>
                <a:lnTo>
                  <a:pt x="963196" y="303639"/>
                </a:lnTo>
                <a:lnTo>
                  <a:pt x="963429" y="303610"/>
                </a:lnTo>
                <a:lnTo>
                  <a:pt x="963667" y="303580"/>
                </a:lnTo>
                <a:lnTo>
                  <a:pt x="963910" y="303550"/>
                </a:lnTo>
                <a:lnTo>
                  <a:pt x="964158" y="303520"/>
                </a:lnTo>
                <a:lnTo>
                  <a:pt x="964411" y="303489"/>
                </a:lnTo>
                <a:lnTo>
                  <a:pt x="964669" y="303458"/>
                </a:lnTo>
                <a:lnTo>
                  <a:pt x="964932" y="303426"/>
                </a:lnTo>
                <a:lnTo>
                  <a:pt x="965201" y="303393"/>
                </a:lnTo>
                <a:lnTo>
                  <a:pt x="965474" y="303361"/>
                </a:lnTo>
                <a:lnTo>
                  <a:pt x="965752" y="303328"/>
                </a:lnTo>
                <a:lnTo>
                  <a:pt x="966036" y="303294"/>
                </a:lnTo>
                <a:lnTo>
                  <a:pt x="966324" y="303260"/>
                </a:lnTo>
                <a:lnTo>
                  <a:pt x="966618" y="303226"/>
                </a:lnTo>
                <a:lnTo>
                  <a:pt x="966916" y="303191"/>
                </a:lnTo>
                <a:lnTo>
                  <a:pt x="967220" y="303155"/>
                </a:lnTo>
                <a:lnTo>
                  <a:pt x="967529" y="303120"/>
                </a:lnTo>
                <a:lnTo>
                  <a:pt x="967842" y="303083"/>
                </a:lnTo>
                <a:lnTo>
                  <a:pt x="968161" y="303047"/>
                </a:lnTo>
                <a:lnTo>
                  <a:pt x="968488" y="303004"/>
                </a:lnTo>
                <a:lnTo>
                  <a:pt x="968815" y="302962"/>
                </a:lnTo>
                <a:lnTo>
                  <a:pt x="969143" y="302918"/>
                </a:lnTo>
                <a:lnTo>
                  <a:pt x="969472" y="302875"/>
                </a:lnTo>
                <a:lnTo>
                  <a:pt x="969802" y="302831"/>
                </a:lnTo>
                <a:lnTo>
                  <a:pt x="970132" y="302786"/>
                </a:lnTo>
                <a:lnTo>
                  <a:pt x="970463" y="302741"/>
                </a:lnTo>
                <a:lnTo>
                  <a:pt x="970794" y="302696"/>
                </a:lnTo>
                <a:lnTo>
                  <a:pt x="971126" y="302650"/>
                </a:lnTo>
                <a:lnTo>
                  <a:pt x="971459" y="302604"/>
                </a:lnTo>
                <a:lnTo>
                  <a:pt x="971793" y="302557"/>
                </a:lnTo>
                <a:lnTo>
                  <a:pt x="972127" y="302510"/>
                </a:lnTo>
                <a:lnTo>
                  <a:pt x="972461" y="302462"/>
                </a:lnTo>
                <a:lnTo>
                  <a:pt x="972797" y="302414"/>
                </a:lnTo>
                <a:lnTo>
                  <a:pt x="973133" y="302365"/>
                </a:lnTo>
                <a:lnTo>
                  <a:pt x="973470" y="302317"/>
                </a:lnTo>
                <a:lnTo>
                  <a:pt x="973807" y="302267"/>
                </a:lnTo>
                <a:lnTo>
                  <a:pt x="974145" y="302217"/>
                </a:lnTo>
                <a:lnTo>
                  <a:pt x="974484" y="302167"/>
                </a:lnTo>
                <a:lnTo>
                  <a:pt x="974823" y="302116"/>
                </a:lnTo>
                <a:lnTo>
                  <a:pt x="975163" y="302065"/>
                </a:lnTo>
                <a:lnTo>
                  <a:pt x="975504" y="302014"/>
                </a:lnTo>
                <a:lnTo>
                  <a:pt x="975845" y="301962"/>
                </a:lnTo>
                <a:lnTo>
                  <a:pt x="976187" y="301909"/>
                </a:lnTo>
                <a:lnTo>
                  <a:pt x="976533" y="301851"/>
                </a:lnTo>
                <a:lnTo>
                  <a:pt x="976875" y="301792"/>
                </a:lnTo>
                <a:lnTo>
                  <a:pt x="977214" y="301732"/>
                </a:lnTo>
                <a:lnTo>
                  <a:pt x="977549" y="301672"/>
                </a:lnTo>
                <a:lnTo>
                  <a:pt x="977881" y="301611"/>
                </a:lnTo>
                <a:lnTo>
                  <a:pt x="978209" y="301550"/>
                </a:lnTo>
                <a:lnTo>
                  <a:pt x="978534" y="301488"/>
                </a:lnTo>
                <a:lnTo>
                  <a:pt x="978855" y="301425"/>
                </a:lnTo>
                <a:lnTo>
                  <a:pt x="979173" y="301361"/>
                </a:lnTo>
                <a:lnTo>
                  <a:pt x="979487" y="301297"/>
                </a:lnTo>
                <a:lnTo>
                  <a:pt x="979798" y="301232"/>
                </a:lnTo>
                <a:lnTo>
                  <a:pt x="980105" y="301167"/>
                </a:lnTo>
                <a:lnTo>
                  <a:pt x="980409" y="301100"/>
                </a:lnTo>
                <a:lnTo>
                  <a:pt x="980709" y="301034"/>
                </a:lnTo>
                <a:lnTo>
                  <a:pt x="981006" y="300966"/>
                </a:lnTo>
                <a:lnTo>
                  <a:pt x="981299" y="300898"/>
                </a:lnTo>
                <a:lnTo>
                  <a:pt x="981589" y="300829"/>
                </a:lnTo>
                <a:lnTo>
                  <a:pt x="981875" y="300760"/>
                </a:lnTo>
                <a:lnTo>
                  <a:pt x="982158" y="300690"/>
                </a:lnTo>
                <a:lnTo>
                  <a:pt x="982437" y="300619"/>
                </a:lnTo>
                <a:lnTo>
                  <a:pt x="982712" y="300548"/>
                </a:lnTo>
                <a:lnTo>
                  <a:pt x="982984" y="300475"/>
                </a:lnTo>
                <a:lnTo>
                  <a:pt x="983253" y="300403"/>
                </a:lnTo>
                <a:lnTo>
                  <a:pt x="983518" y="300329"/>
                </a:lnTo>
                <a:lnTo>
                  <a:pt x="983783" y="300250"/>
                </a:lnTo>
                <a:lnTo>
                  <a:pt x="984039" y="300170"/>
                </a:lnTo>
                <a:lnTo>
                  <a:pt x="984288" y="300089"/>
                </a:lnTo>
                <a:lnTo>
                  <a:pt x="984529" y="300008"/>
                </a:lnTo>
                <a:lnTo>
                  <a:pt x="984762" y="299926"/>
                </a:lnTo>
                <a:lnTo>
                  <a:pt x="984987" y="299843"/>
                </a:lnTo>
                <a:lnTo>
                  <a:pt x="985205" y="299760"/>
                </a:lnTo>
                <a:lnTo>
                  <a:pt x="985414" y="299676"/>
                </a:lnTo>
                <a:lnTo>
                  <a:pt x="985615" y="299592"/>
                </a:lnTo>
                <a:lnTo>
                  <a:pt x="985809" y="299506"/>
                </a:lnTo>
                <a:lnTo>
                  <a:pt x="985995" y="299420"/>
                </a:lnTo>
                <a:lnTo>
                  <a:pt x="986172" y="299334"/>
                </a:lnTo>
                <a:lnTo>
                  <a:pt x="986342" y="299247"/>
                </a:lnTo>
                <a:lnTo>
                  <a:pt x="986504" y="299159"/>
                </a:lnTo>
                <a:lnTo>
                  <a:pt x="986658" y="299070"/>
                </a:lnTo>
                <a:lnTo>
                  <a:pt x="986804" y="298981"/>
                </a:lnTo>
                <a:lnTo>
                  <a:pt x="986943" y="298891"/>
                </a:lnTo>
                <a:lnTo>
                  <a:pt x="987073" y="298801"/>
                </a:lnTo>
                <a:lnTo>
                  <a:pt x="987195" y="298709"/>
                </a:lnTo>
                <a:lnTo>
                  <a:pt x="987310" y="298618"/>
                </a:lnTo>
                <a:lnTo>
                  <a:pt x="987417" y="298525"/>
                </a:lnTo>
                <a:lnTo>
                  <a:pt x="987515" y="298432"/>
                </a:lnTo>
                <a:lnTo>
                  <a:pt x="987606" y="298338"/>
                </a:lnTo>
                <a:lnTo>
                  <a:pt x="987689" y="298244"/>
                </a:lnTo>
                <a:lnTo>
                  <a:pt x="987689" y="311894"/>
                </a:lnTo>
                <a:lnTo>
                  <a:pt x="987684" y="312399"/>
                </a:lnTo>
                <a:lnTo>
                  <a:pt x="987667" y="312902"/>
                </a:lnTo>
                <a:lnTo>
                  <a:pt x="987640" y="313402"/>
                </a:lnTo>
                <a:lnTo>
                  <a:pt x="987601" y="313901"/>
                </a:lnTo>
                <a:lnTo>
                  <a:pt x="987552" y="314398"/>
                </a:lnTo>
                <a:lnTo>
                  <a:pt x="987492" y="314892"/>
                </a:lnTo>
                <a:lnTo>
                  <a:pt x="987420" y="315385"/>
                </a:lnTo>
                <a:lnTo>
                  <a:pt x="987338" y="315876"/>
                </a:lnTo>
                <a:lnTo>
                  <a:pt x="987245" y="316365"/>
                </a:lnTo>
                <a:lnTo>
                  <a:pt x="987141" y="316852"/>
                </a:lnTo>
                <a:lnTo>
                  <a:pt x="987025" y="317336"/>
                </a:lnTo>
                <a:lnTo>
                  <a:pt x="986899" y="317819"/>
                </a:lnTo>
                <a:lnTo>
                  <a:pt x="986762" y="318300"/>
                </a:lnTo>
                <a:lnTo>
                  <a:pt x="986614" y="318779"/>
                </a:lnTo>
                <a:lnTo>
                  <a:pt x="986455" y="319256"/>
                </a:lnTo>
                <a:lnTo>
                  <a:pt x="986285" y="319731"/>
                </a:lnTo>
                <a:lnTo>
                  <a:pt x="986104" y="320204"/>
                </a:lnTo>
                <a:lnTo>
                  <a:pt x="985912" y="320675"/>
                </a:lnTo>
                <a:lnTo>
                  <a:pt x="985709" y="321144"/>
                </a:lnTo>
                <a:lnTo>
                  <a:pt x="985495" y="321611"/>
                </a:lnTo>
                <a:lnTo>
                  <a:pt x="985270" y="322076"/>
                </a:lnTo>
                <a:lnTo>
                  <a:pt x="985034" y="322539"/>
                </a:lnTo>
                <a:lnTo>
                  <a:pt x="984787" y="323001"/>
                </a:lnTo>
                <a:lnTo>
                  <a:pt x="984529" y="323460"/>
                </a:lnTo>
                <a:lnTo>
                  <a:pt x="984266" y="323914"/>
                </a:lnTo>
                <a:lnTo>
                  <a:pt x="983992" y="324362"/>
                </a:lnTo>
                <a:lnTo>
                  <a:pt x="983708" y="324803"/>
                </a:lnTo>
                <a:lnTo>
                  <a:pt x="983413" y="325236"/>
                </a:lnTo>
                <a:lnTo>
                  <a:pt x="983107" y="325663"/>
                </a:lnTo>
                <a:lnTo>
                  <a:pt x="982791" y="326082"/>
                </a:lnTo>
                <a:lnTo>
                  <a:pt x="982465" y="326495"/>
                </a:lnTo>
                <a:lnTo>
                  <a:pt x="982128" y="326901"/>
                </a:lnTo>
                <a:lnTo>
                  <a:pt x="981780" y="327299"/>
                </a:lnTo>
                <a:lnTo>
                  <a:pt x="981422" y="327690"/>
                </a:lnTo>
                <a:lnTo>
                  <a:pt x="981053" y="328075"/>
                </a:lnTo>
                <a:lnTo>
                  <a:pt x="980674" y="328452"/>
                </a:lnTo>
                <a:lnTo>
                  <a:pt x="980284" y="328823"/>
                </a:lnTo>
                <a:lnTo>
                  <a:pt x="979884" y="329186"/>
                </a:lnTo>
                <a:lnTo>
                  <a:pt x="979473" y="329543"/>
                </a:lnTo>
                <a:lnTo>
                  <a:pt x="979052" y="329892"/>
                </a:lnTo>
                <a:lnTo>
                  <a:pt x="978620" y="330234"/>
                </a:lnTo>
                <a:lnTo>
                  <a:pt x="978178" y="330569"/>
                </a:lnTo>
                <a:lnTo>
                  <a:pt x="977725" y="330898"/>
                </a:lnTo>
                <a:lnTo>
                  <a:pt x="977261" y="331219"/>
                </a:lnTo>
                <a:lnTo>
                  <a:pt x="976788" y="331533"/>
                </a:lnTo>
                <a:lnTo>
                  <a:pt x="976303" y="331840"/>
                </a:lnTo>
                <a:lnTo>
                  <a:pt x="975808" y="332141"/>
                </a:lnTo>
                <a:lnTo>
                  <a:pt x="975302" y="332434"/>
                </a:lnTo>
                <a:lnTo>
                  <a:pt x="974792" y="332717"/>
                </a:lnTo>
                <a:lnTo>
                  <a:pt x="974272" y="332989"/>
                </a:lnTo>
                <a:lnTo>
                  <a:pt x="973742" y="333249"/>
                </a:lnTo>
                <a:lnTo>
                  <a:pt x="973203" y="333496"/>
                </a:lnTo>
                <a:lnTo>
                  <a:pt x="972654" y="333731"/>
                </a:lnTo>
                <a:lnTo>
                  <a:pt x="972095" y="333955"/>
                </a:lnTo>
                <a:lnTo>
                  <a:pt x="971527" y="334166"/>
                </a:lnTo>
                <a:lnTo>
                  <a:pt x="970949" y="334365"/>
                </a:lnTo>
                <a:lnTo>
                  <a:pt x="970361" y="334552"/>
                </a:lnTo>
                <a:lnTo>
                  <a:pt x="969764" y="334727"/>
                </a:lnTo>
                <a:lnTo>
                  <a:pt x="969157" y="334890"/>
                </a:lnTo>
                <a:lnTo>
                  <a:pt x="968540" y="335041"/>
                </a:lnTo>
                <a:lnTo>
                  <a:pt x="967914" y="335180"/>
                </a:lnTo>
                <a:lnTo>
                  <a:pt x="967278" y="335306"/>
                </a:lnTo>
                <a:lnTo>
                  <a:pt x="966632" y="335421"/>
                </a:lnTo>
                <a:lnTo>
                  <a:pt x="965977" y="335524"/>
                </a:lnTo>
                <a:lnTo>
                  <a:pt x="965312" y="335614"/>
                </a:lnTo>
                <a:lnTo>
                  <a:pt x="964638" y="335692"/>
                </a:lnTo>
                <a:lnTo>
                  <a:pt x="963953" y="335759"/>
                </a:lnTo>
                <a:lnTo>
                  <a:pt x="963260" y="335813"/>
                </a:lnTo>
                <a:lnTo>
                  <a:pt x="962556" y="335855"/>
                </a:lnTo>
                <a:lnTo>
                  <a:pt x="961843" y="335886"/>
                </a:lnTo>
                <a:lnTo>
                  <a:pt x="961120" y="335904"/>
                </a:lnTo>
                <a:lnTo>
                  <a:pt x="960388" y="335910"/>
                </a:lnTo>
                <a:lnTo>
                  <a:pt x="959650" y="335903"/>
                </a:lnTo>
                <a:lnTo>
                  <a:pt x="958924" y="335883"/>
                </a:lnTo>
                <a:lnTo>
                  <a:pt x="958208" y="335848"/>
                </a:lnTo>
                <a:lnTo>
                  <a:pt x="957503" y="335801"/>
                </a:lnTo>
                <a:lnTo>
                  <a:pt x="956809" y="335740"/>
                </a:lnTo>
                <a:lnTo>
                  <a:pt x="956126" y="335665"/>
                </a:lnTo>
                <a:lnTo>
                  <a:pt x="955453" y="335576"/>
                </a:lnTo>
                <a:close/>
                <a:moveTo>
                  <a:pt x="1236254" y="339249"/>
                </a:moveTo>
                <a:lnTo>
                  <a:pt x="1236172" y="339954"/>
                </a:lnTo>
                <a:lnTo>
                  <a:pt x="1236089" y="340657"/>
                </a:lnTo>
                <a:lnTo>
                  <a:pt x="1236004" y="341360"/>
                </a:lnTo>
                <a:lnTo>
                  <a:pt x="1235917" y="342061"/>
                </a:lnTo>
                <a:lnTo>
                  <a:pt x="1235828" y="342761"/>
                </a:lnTo>
                <a:lnTo>
                  <a:pt x="1235738" y="343459"/>
                </a:lnTo>
                <a:lnTo>
                  <a:pt x="1235645" y="344156"/>
                </a:lnTo>
                <a:lnTo>
                  <a:pt x="1235551" y="344852"/>
                </a:lnTo>
                <a:lnTo>
                  <a:pt x="1235456" y="345547"/>
                </a:lnTo>
                <a:lnTo>
                  <a:pt x="1235358" y="346240"/>
                </a:lnTo>
                <a:lnTo>
                  <a:pt x="1235259" y="346932"/>
                </a:lnTo>
                <a:lnTo>
                  <a:pt x="1235158" y="347622"/>
                </a:lnTo>
                <a:lnTo>
                  <a:pt x="1235056" y="348312"/>
                </a:lnTo>
                <a:lnTo>
                  <a:pt x="1234951" y="349000"/>
                </a:lnTo>
                <a:lnTo>
                  <a:pt x="1234845" y="349686"/>
                </a:lnTo>
                <a:lnTo>
                  <a:pt x="1234737" y="350372"/>
                </a:lnTo>
                <a:lnTo>
                  <a:pt x="1234627" y="351056"/>
                </a:lnTo>
                <a:lnTo>
                  <a:pt x="1234516" y="351738"/>
                </a:lnTo>
                <a:lnTo>
                  <a:pt x="1234402" y="352420"/>
                </a:lnTo>
                <a:lnTo>
                  <a:pt x="1234287" y="353100"/>
                </a:lnTo>
                <a:lnTo>
                  <a:pt x="1234177" y="353781"/>
                </a:lnTo>
                <a:lnTo>
                  <a:pt x="1234066" y="354458"/>
                </a:lnTo>
                <a:lnTo>
                  <a:pt x="1233956" y="355129"/>
                </a:lnTo>
                <a:lnTo>
                  <a:pt x="1233845" y="355794"/>
                </a:lnTo>
                <a:lnTo>
                  <a:pt x="1233734" y="356454"/>
                </a:lnTo>
                <a:lnTo>
                  <a:pt x="1233624" y="357109"/>
                </a:lnTo>
                <a:lnTo>
                  <a:pt x="1233513" y="357758"/>
                </a:lnTo>
                <a:lnTo>
                  <a:pt x="1233403" y="358401"/>
                </a:lnTo>
                <a:lnTo>
                  <a:pt x="1233292" y="359039"/>
                </a:lnTo>
                <a:lnTo>
                  <a:pt x="1233181" y="359672"/>
                </a:lnTo>
                <a:lnTo>
                  <a:pt x="1233071" y="360299"/>
                </a:lnTo>
                <a:lnTo>
                  <a:pt x="1232960" y="360920"/>
                </a:lnTo>
                <a:lnTo>
                  <a:pt x="1232850" y="361536"/>
                </a:lnTo>
                <a:lnTo>
                  <a:pt x="1232739" y="362147"/>
                </a:lnTo>
                <a:lnTo>
                  <a:pt x="1232629" y="362752"/>
                </a:lnTo>
                <a:lnTo>
                  <a:pt x="1232518" y="363352"/>
                </a:lnTo>
                <a:lnTo>
                  <a:pt x="1232407" y="363946"/>
                </a:lnTo>
                <a:lnTo>
                  <a:pt x="1232297" y="364534"/>
                </a:lnTo>
                <a:lnTo>
                  <a:pt x="1232186" y="365118"/>
                </a:lnTo>
                <a:lnTo>
                  <a:pt x="1232076" y="365695"/>
                </a:lnTo>
                <a:lnTo>
                  <a:pt x="1231965" y="366267"/>
                </a:lnTo>
                <a:lnTo>
                  <a:pt x="1231854" y="366834"/>
                </a:lnTo>
                <a:lnTo>
                  <a:pt x="1231744" y="367395"/>
                </a:lnTo>
                <a:lnTo>
                  <a:pt x="1231633" y="367951"/>
                </a:lnTo>
                <a:lnTo>
                  <a:pt x="1231523" y="368500"/>
                </a:lnTo>
                <a:lnTo>
                  <a:pt x="1231415" y="369039"/>
                </a:lnTo>
                <a:lnTo>
                  <a:pt x="1231309" y="369570"/>
                </a:lnTo>
                <a:lnTo>
                  <a:pt x="1231205" y="370091"/>
                </a:lnTo>
                <a:lnTo>
                  <a:pt x="1231102" y="370604"/>
                </a:lnTo>
                <a:lnTo>
                  <a:pt x="1231001" y="371107"/>
                </a:lnTo>
                <a:lnTo>
                  <a:pt x="1230902" y="371602"/>
                </a:lnTo>
                <a:lnTo>
                  <a:pt x="1230805" y="372087"/>
                </a:lnTo>
                <a:lnTo>
                  <a:pt x="1230709" y="372564"/>
                </a:lnTo>
                <a:lnTo>
                  <a:pt x="1230615" y="373031"/>
                </a:lnTo>
                <a:lnTo>
                  <a:pt x="1230523" y="373490"/>
                </a:lnTo>
                <a:lnTo>
                  <a:pt x="1230432" y="373939"/>
                </a:lnTo>
                <a:lnTo>
                  <a:pt x="1230344" y="374380"/>
                </a:lnTo>
                <a:lnTo>
                  <a:pt x="1230257" y="374811"/>
                </a:lnTo>
                <a:lnTo>
                  <a:pt x="1230172" y="375234"/>
                </a:lnTo>
                <a:lnTo>
                  <a:pt x="1230088" y="375647"/>
                </a:lnTo>
                <a:lnTo>
                  <a:pt x="1230007" y="376052"/>
                </a:lnTo>
                <a:lnTo>
                  <a:pt x="1229927" y="376447"/>
                </a:lnTo>
                <a:lnTo>
                  <a:pt x="1229849" y="376834"/>
                </a:lnTo>
                <a:lnTo>
                  <a:pt x="1229772" y="377211"/>
                </a:lnTo>
                <a:lnTo>
                  <a:pt x="1229698" y="377580"/>
                </a:lnTo>
                <a:lnTo>
                  <a:pt x="1229625" y="377939"/>
                </a:lnTo>
                <a:lnTo>
                  <a:pt x="1229554" y="378290"/>
                </a:lnTo>
                <a:lnTo>
                  <a:pt x="1229484" y="378632"/>
                </a:lnTo>
                <a:lnTo>
                  <a:pt x="1240860" y="378632"/>
                </a:lnTo>
                <a:lnTo>
                  <a:pt x="1240988" y="378268"/>
                </a:lnTo>
                <a:lnTo>
                  <a:pt x="1241119" y="377895"/>
                </a:lnTo>
                <a:lnTo>
                  <a:pt x="1241252" y="377511"/>
                </a:lnTo>
                <a:lnTo>
                  <a:pt x="1241388" y="377117"/>
                </a:lnTo>
                <a:lnTo>
                  <a:pt x="1241528" y="376712"/>
                </a:lnTo>
                <a:lnTo>
                  <a:pt x="1241670" y="376297"/>
                </a:lnTo>
                <a:lnTo>
                  <a:pt x="1241815" y="375872"/>
                </a:lnTo>
                <a:lnTo>
                  <a:pt x="1241962" y="375437"/>
                </a:lnTo>
                <a:lnTo>
                  <a:pt x="1242113" y="374991"/>
                </a:lnTo>
                <a:lnTo>
                  <a:pt x="1242267" y="374535"/>
                </a:lnTo>
                <a:lnTo>
                  <a:pt x="1242423" y="374068"/>
                </a:lnTo>
                <a:lnTo>
                  <a:pt x="1242582" y="373591"/>
                </a:lnTo>
                <a:lnTo>
                  <a:pt x="1242744" y="373104"/>
                </a:lnTo>
                <a:lnTo>
                  <a:pt x="1242909" y="372607"/>
                </a:lnTo>
                <a:lnTo>
                  <a:pt x="1243077" y="372099"/>
                </a:lnTo>
                <a:lnTo>
                  <a:pt x="1243248" y="371581"/>
                </a:lnTo>
                <a:lnTo>
                  <a:pt x="1243421" y="371053"/>
                </a:lnTo>
                <a:lnTo>
                  <a:pt x="1243597" y="370515"/>
                </a:lnTo>
                <a:lnTo>
                  <a:pt x="1243777" y="369966"/>
                </a:lnTo>
                <a:lnTo>
                  <a:pt x="1243959" y="369406"/>
                </a:lnTo>
                <a:lnTo>
                  <a:pt x="1244143" y="368837"/>
                </a:lnTo>
                <a:lnTo>
                  <a:pt x="1244331" y="368257"/>
                </a:lnTo>
                <a:lnTo>
                  <a:pt x="1244522" y="367667"/>
                </a:lnTo>
                <a:lnTo>
                  <a:pt x="1244715" y="367066"/>
                </a:lnTo>
                <a:lnTo>
                  <a:pt x="1244910" y="366459"/>
                </a:lnTo>
                <a:lnTo>
                  <a:pt x="1245104" y="365848"/>
                </a:lnTo>
                <a:lnTo>
                  <a:pt x="1245297" y="365235"/>
                </a:lnTo>
                <a:lnTo>
                  <a:pt x="1245489" y="364617"/>
                </a:lnTo>
                <a:lnTo>
                  <a:pt x="1245681" y="363997"/>
                </a:lnTo>
                <a:lnTo>
                  <a:pt x="1245872" y="363373"/>
                </a:lnTo>
                <a:lnTo>
                  <a:pt x="1246063" y="362746"/>
                </a:lnTo>
                <a:lnTo>
                  <a:pt x="1246253" y="362116"/>
                </a:lnTo>
                <a:lnTo>
                  <a:pt x="1246442" y="361482"/>
                </a:lnTo>
                <a:lnTo>
                  <a:pt x="1246631" y="360845"/>
                </a:lnTo>
                <a:lnTo>
                  <a:pt x="1246819" y="360205"/>
                </a:lnTo>
                <a:lnTo>
                  <a:pt x="1247006" y="359562"/>
                </a:lnTo>
                <a:lnTo>
                  <a:pt x="1247193" y="358915"/>
                </a:lnTo>
                <a:lnTo>
                  <a:pt x="1247379" y="358265"/>
                </a:lnTo>
                <a:lnTo>
                  <a:pt x="1247564" y="357611"/>
                </a:lnTo>
                <a:lnTo>
                  <a:pt x="1247749" y="356955"/>
                </a:lnTo>
                <a:lnTo>
                  <a:pt x="1247933" y="356295"/>
                </a:lnTo>
                <a:lnTo>
                  <a:pt x="1248116" y="355631"/>
                </a:lnTo>
                <a:lnTo>
                  <a:pt x="1248299" y="354965"/>
                </a:lnTo>
                <a:lnTo>
                  <a:pt x="1248481" y="354295"/>
                </a:lnTo>
                <a:lnTo>
                  <a:pt x="1248662" y="353622"/>
                </a:lnTo>
                <a:lnTo>
                  <a:pt x="1248843" y="352946"/>
                </a:lnTo>
                <a:lnTo>
                  <a:pt x="1249023" y="352266"/>
                </a:lnTo>
                <a:lnTo>
                  <a:pt x="1249202" y="351583"/>
                </a:lnTo>
                <a:lnTo>
                  <a:pt x="1249385" y="350900"/>
                </a:lnTo>
                <a:lnTo>
                  <a:pt x="1249563" y="350221"/>
                </a:lnTo>
                <a:lnTo>
                  <a:pt x="1249737" y="349545"/>
                </a:lnTo>
                <a:lnTo>
                  <a:pt x="1249908" y="348872"/>
                </a:lnTo>
                <a:lnTo>
                  <a:pt x="1250074" y="348203"/>
                </a:lnTo>
                <a:lnTo>
                  <a:pt x="1250237" y="347538"/>
                </a:lnTo>
                <a:lnTo>
                  <a:pt x="1250396" y="346876"/>
                </a:lnTo>
                <a:lnTo>
                  <a:pt x="1250550" y="346218"/>
                </a:lnTo>
                <a:lnTo>
                  <a:pt x="1250701" y="345563"/>
                </a:lnTo>
                <a:lnTo>
                  <a:pt x="1250848" y="344912"/>
                </a:lnTo>
                <a:lnTo>
                  <a:pt x="1250991" y="344264"/>
                </a:lnTo>
                <a:lnTo>
                  <a:pt x="1251130" y="343620"/>
                </a:lnTo>
                <a:lnTo>
                  <a:pt x="1251265" y="342979"/>
                </a:lnTo>
                <a:lnTo>
                  <a:pt x="1251396" y="342342"/>
                </a:lnTo>
                <a:lnTo>
                  <a:pt x="1251523" y="341708"/>
                </a:lnTo>
                <a:lnTo>
                  <a:pt x="1251646" y="341078"/>
                </a:lnTo>
                <a:lnTo>
                  <a:pt x="1251765" y="340451"/>
                </a:lnTo>
                <a:lnTo>
                  <a:pt x="1251880" y="339828"/>
                </a:lnTo>
                <a:lnTo>
                  <a:pt x="1251991" y="339208"/>
                </a:lnTo>
                <a:lnTo>
                  <a:pt x="1252099" y="338592"/>
                </a:lnTo>
                <a:lnTo>
                  <a:pt x="1252202" y="337979"/>
                </a:lnTo>
                <a:lnTo>
                  <a:pt x="1252302" y="337370"/>
                </a:lnTo>
                <a:lnTo>
                  <a:pt x="1252397" y="336765"/>
                </a:lnTo>
                <a:lnTo>
                  <a:pt x="1252489" y="336163"/>
                </a:lnTo>
                <a:lnTo>
                  <a:pt x="1253500" y="329337"/>
                </a:lnTo>
                <a:lnTo>
                  <a:pt x="1237321" y="329337"/>
                </a:lnTo>
                <a:lnTo>
                  <a:pt x="1236563" y="336415"/>
                </a:lnTo>
                <a:lnTo>
                  <a:pt x="1236488" y="337126"/>
                </a:lnTo>
                <a:lnTo>
                  <a:pt x="1236412" y="337835"/>
                </a:lnTo>
                <a:lnTo>
                  <a:pt x="1236334" y="338542"/>
                </a:lnTo>
                <a:lnTo>
                  <a:pt x="1236254" y="339249"/>
                </a:lnTo>
                <a:close/>
                <a:moveTo>
                  <a:pt x="1259651" y="497471"/>
                </a:moveTo>
                <a:lnTo>
                  <a:pt x="1259735" y="496831"/>
                </a:lnTo>
                <a:lnTo>
                  <a:pt x="1259830" y="496200"/>
                </a:lnTo>
                <a:lnTo>
                  <a:pt x="1259937" y="495578"/>
                </a:lnTo>
                <a:lnTo>
                  <a:pt x="1260054" y="494964"/>
                </a:lnTo>
                <a:lnTo>
                  <a:pt x="1260183" y="494360"/>
                </a:lnTo>
                <a:lnTo>
                  <a:pt x="1260323" y="493764"/>
                </a:lnTo>
                <a:lnTo>
                  <a:pt x="1260474" y="493176"/>
                </a:lnTo>
                <a:lnTo>
                  <a:pt x="1260636" y="492598"/>
                </a:lnTo>
                <a:lnTo>
                  <a:pt x="1260810" y="492028"/>
                </a:lnTo>
                <a:lnTo>
                  <a:pt x="1260994" y="491467"/>
                </a:lnTo>
                <a:lnTo>
                  <a:pt x="1261190" y="490915"/>
                </a:lnTo>
                <a:lnTo>
                  <a:pt x="1261397" y="490372"/>
                </a:lnTo>
                <a:lnTo>
                  <a:pt x="1261615" y="489837"/>
                </a:lnTo>
                <a:lnTo>
                  <a:pt x="1261845" y="489312"/>
                </a:lnTo>
                <a:lnTo>
                  <a:pt x="1262085" y="488795"/>
                </a:lnTo>
                <a:lnTo>
                  <a:pt x="1262337" y="488286"/>
                </a:lnTo>
                <a:lnTo>
                  <a:pt x="1262600" y="487787"/>
                </a:lnTo>
                <a:lnTo>
                  <a:pt x="1262873" y="487297"/>
                </a:lnTo>
                <a:lnTo>
                  <a:pt x="1263154" y="486817"/>
                </a:lnTo>
                <a:lnTo>
                  <a:pt x="1263442" y="486346"/>
                </a:lnTo>
                <a:lnTo>
                  <a:pt x="1263740" y="485886"/>
                </a:lnTo>
                <a:lnTo>
                  <a:pt x="1264045" y="485435"/>
                </a:lnTo>
                <a:lnTo>
                  <a:pt x="1264358" y="484994"/>
                </a:lnTo>
                <a:lnTo>
                  <a:pt x="1264679" y="484564"/>
                </a:lnTo>
                <a:lnTo>
                  <a:pt x="1265009" y="484143"/>
                </a:lnTo>
                <a:lnTo>
                  <a:pt x="1265346" y="483731"/>
                </a:lnTo>
                <a:lnTo>
                  <a:pt x="1265692" y="483330"/>
                </a:lnTo>
                <a:lnTo>
                  <a:pt x="1266046" y="482939"/>
                </a:lnTo>
                <a:lnTo>
                  <a:pt x="1266408" y="482557"/>
                </a:lnTo>
                <a:lnTo>
                  <a:pt x="1266778" y="482186"/>
                </a:lnTo>
                <a:lnTo>
                  <a:pt x="1267156" y="481824"/>
                </a:lnTo>
                <a:lnTo>
                  <a:pt x="1267542" y="481472"/>
                </a:lnTo>
                <a:lnTo>
                  <a:pt x="1267937" y="481130"/>
                </a:lnTo>
                <a:lnTo>
                  <a:pt x="1268339" y="480798"/>
                </a:lnTo>
                <a:lnTo>
                  <a:pt x="1268750" y="480476"/>
                </a:lnTo>
                <a:lnTo>
                  <a:pt x="1269169" y="480163"/>
                </a:lnTo>
                <a:lnTo>
                  <a:pt x="1269596" y="479861"/>
                </a:lnTo>
                <a:lnTo>
                  <a:pt x="1270031" y="479568"/>
                </a:lnTo>
                <a:lnTo>
                  <a:pt x="1270474" y="479286"/>
                </a:lnTo>
                <a:lnTo>
                  <a:pt x="1270925" y="479013"/>
                </a:lnTo>
                <a:lnTo>
                  <a:pt x="1271385" y="478750"/>
                </a:lnTo>
                <a:lnTo>
                  <a:pt x="1271856" y="478497"/>
                </a:lnTo>
                <a:lnTo>
                  <a:pt x="1272333" y="478255"/>
                </a:lnTo>
                <a:lnTo>
                  <a:pt x="1272815" y="478024"/>
                </a:lnTo>
                <a:lnTo>
                  <a:pt x="1273302" y="477803"/>
                </a:lnTo>
                <a:lnTo>
                  <a:pt x="1273794" y="477594"/>
                </a:lnTo>
                <a:lnTo>
                  <a:pt x="1274292" y="477395"/>
                </a:lnTo>
                <a:lnTo>
                  <a:pt x="1274795" y="477207"/>
                </a:lnTo>
                <a:lnTo>
                  <a:pt x="1275303" y="477029"/>
                </a:lnTo>
                <a:lnTo>
                  <a:pt x="1275816" y="476863"/>
                </a:lnTo>
                <a:lnTo>
                  <a:pt x="1276335" y="476707"/>
                </a:lnTo>
                <a:lnTo>
                  <a:pt x="1276859" y="476562"/>
                </a:lnTo>
                <a:lnTo>
                  <a:pt x="1277388" y="476427"/>
                </a:lnTo>
                <a:lnTo>
                  <a:pt x="1277923" y="476304"/>
                </a:lnTo>
                <a:lnTo>
                  <a:pt x="1278463" y="476191"/>
                </a:lnTo>
                <a:lnTo>
                  <a:pt x="1279008" y="476088"/>
                </a:lnTo>
                <a:lnTo>
                  <a:pt x="1279558" y="475997"/>
                </a:lnTo>
                <a:lnTo>
                  <a:pt x="1280114" y="475916"/>
                </a:lnTo>
                <a:lnTo>
                  <a:pt x="1280675" y="475847"/>
                </a:lnTo>
                <a:lnTo>
                  <a:pt x="1281241" y="475787"/>
                </a:lnTo>
                <a:lnTo>
                  <a:pt x="1281812" y="475739"/>
                </a:lnTo>
                <a:lnTo>
                  <a:pt x="1282389" y="475701"/>
                </a:lnTo>
                <a:lnTo>
                  <a:pt x="1282971" y="475675"/>
                </a:lnTo>
                <a:lnTo>
                  <a:pt x="1283558" y="475658"/>
                </a:lnTo>
                <a:lnTo>
                  <a:pt x="1284151" y="475653"/>
                </a:lnTo>
                <a:lnTo>
                  <a:pt x="1285007" y="475664"/>
                </a:lnTo>
                <a:lnTo>
                  <a:pt x="1285847" y="475698"/>
                </a:lnTo>
                <a:lnTo>
                  <a:pt x="1286673" y="475754"/>
                </a:lnTo>
                <a:lnTo>
                  <a:pt x="1287483" y="475832"/>
                </a:lnTo>
                <a:lnTo>
                  <a:pt x="1288277" y="475933"/>
                </a:lnTo>
                <a:lnTo>
                  <a:pt x="1289056" y="476056"/>
                </a:lnTo>
                <a:lnTo>
                  <a:pt x="1289820" y="476201"/>
                </a:lnTo>
                <a:lnTo>
                  <a:pt x="1290569" y="476369"/>
                </a:lnTo>
                <a:lnTo>
                  <a:pt x="1291302" y="476560"/>
                </a:lnTo>
                <a:lnTo>
                  <a:pt x="1292020" y="476772"/>
                </a:lnTo>
                <a:lnTo>
                  <a:pt x="1292722" y="477007"/>
                </a:lnTo>
                <a:lnTo>
                  <a:pt x="1293409" y="477265"/>
                </a:lnTo>
                <a:lnTo>
                  <a:pt x="1294081" y="477544"/>
                </a:lnTo>
                <a:lnTo>
                  <a:pt x="1294737" y="477847"/>
                </a:lnTo>
                <a:lnTo>
                  <a:pt x="1295378" y="478171"/>
                </a:lnTo>
                <a:lnTo>
                  <a:pt x="1296004" y="478518"/>
                </a:lnTo>
                <a:lnTo>
                  <a:pt x="1296614" y="478887"/>
                </a:lnTo>
                <a:lnTo>
                  <a:pt x="1297209" y="479279"/>
                </a:lnTo>
                <a:lnTo>
                  <a:pt x="1297788" y="479693"/>
                </a:lnTo>
                <a:lnTo>
                  <a:pt x="1298353" y="480130"/>
                </a:lnTo>
                <a:lnTo>
                  <a:pt x="1298901" y="480588"/>
                </a:lnTo>
                <a:lnTo>
                  <a:pt x="1299435" y="481070"/>
                </a:lnTo>
                <a:lnTo>
                  <a:pt x="1299953" y="481573"/>
                </a:lnTo>
                <a:lnTo>
                  <a:pt x="1300456" y="482099"/>
                </a:lnTo>
                <a:lnTo>
                  <a:pt x="1300940" y="482640"/>
                </a:lnTo>
                <a:lnTo>
                  <a:pt x="1301405" y="483198"/>
                </a:lnTo>
                <a:lnTo>
                  <a:pt x="1301848" y="483774"/>
                </a:lnTo>
                <a:lnTo>
                  <a:pt x="1302271" y="484367"/>
                </a:lnTo>
                <a:lnTo>
                  <a:pt x="1302673" y="484978"/>
                </a:lnTo>
                <a:lnTo>
                  <a:pt x="1303055" y="485607"/>
                </a:lnTo>
                <a:lnTo>
                  <a:pt x="1303416" y="486253"/>
                </a:lnTo>
                <a:lnTo>
                  <a:pt x="1303756" y="486916"/>
                </a:lnTo>
                <a:lnTo>
                  <a:pt x="1304076" y="487597"/>
                </a:lnTo>
                <a:lnTo>
                  <a:pt x="1304375" y="488296"/>
                </a:lnTo>
                <a:lnTo>
                  <a:pt x="1304653" y="489012"/>
                </a:lnTo>
                <a:lnTo>
                  <a:pt x="1304911" y="489746"/>
                </a:lnTo>
                <a:lnTo>
                  <a:pt x="1305148" y="490498"/>
                </a:lnTo>
                <a:lnTo>
                  <a:pt x="1305365" y="491266"/>
                </a:lnTo>
                <a:lnTo>
                  <a:pt x="1305561" y="492053"/>
                </a:lnTo>
                <a:lnTo>
                  <a:pt x="1305736" y="492857"/>
                </a:lnTo>
                <a:lnTo>
                  <a:pt x="1305891" y="493678"/>
                </a:lnTo>
                <a:lnTo>
                  <a:pt x="1306025" y="494518"/>
                </a:lnTo>
                <a:lnTo>
                  <a:pt x="1306139" y="495374"/>
                </a:lnTo>
                <a:lnTo>
                  <a:pt x="1306231" y="496249"/>
                </a:lnTo>
                <a:lnTo>
                  <a:pt x="1306304" y="497140"/>
                </a:lnTo>
                <a:lnTo>
                  <a:pt x="1306355" y="498050"/>
                </a:lnTo>
                <a:lnTo>
                  <a:pt x="1306386" y="498977"/>
                </a:lnTo>
                <a:lnTo>
                  <a:pt x="1306396" y="499921"/>
                </a:lnTo>
                <a:lnTo>
                  <a:pt x="1306396" y="560591"/>
                </a:lnTo>
                <a:lnTo>
                  <a:pt x="1321311" y="560591"/>
                </a:lnTo>
                <a:lnTo>
                  <a:pt x="1321311" y="498910"/>
                </a:lnTo>
                <a:lnTo>
                  <a:pt x="1321304" y="497885"/>
                </a:lnTo>
                <a:lnTo>
                  <a:pt x="1321283" y="496875"/>
                </a:lnTo>
                <a:lnTo>
                  <a:pt x="1321247" y="495880"/>
                </a:lnTo>
                <a:lnTo>
                  <a:pt x="1321197" y="494900"/>
                </a:lnTo>
                <a:lnTo>
                  <a:pt x="1321133" y="493935"/>
                </a:lnTo>
                <a:lnTo>
                  <a:pt x="1321054" y="492985"/>
                </a:lnTo>
                <a:lnTo>
                  <a:pt x="1320962" y="492050"/>
                </a:lnTo>
                <a:lnTo>
                  <a:pt x="1320855" y="491129"/>
                </a:lnTo>
                <a:lnTo>
                  <a:pt x="1320733" y="490224"/>
                </a:lnTo>
                <a:lnTo>
                  <a:pt x="1320598" y="489334"/>
                </a:lnTo>
                <a:lnTo>
                  <a:pt x="1320448" y="488458"/>
                </a:lnTo>
                <a:lnTo>
                  <a:pt x="1320284" y="487597"/>
                </a:lnTo>
                <a:lnTo>
                  <a:pt x="1320106" y="486752"/>
                </a:lnTo>
                <a:lnTo>
                  <a:pt x="1319913" y="485921"/>
                </a:lnTo>
                <a:lnTo>
                  <a:pt x="1319706" y="485105"/>
                </a:lnTo>
                <a:lnTo>
                  <a:pt x="1319485" y="484304"/>
                </a:lnTo>
                <a:lnTo>
                  <a:pt x="1319250" y="483518"/>
                </a:lnTo>
                <a:lnTo>
                  <a:pt x="1319000" y="482747"/>
                </a:lnTo>
                <a:lnTo>
                  <a:pt x="1318736" y="481991"/>
                </a:lnTo>
                <a:lnTo>
                  <a:pt x="1318458" y="481250"/>
                </a:lnTo>
                <a:lnTo>
                  <a:pt x="1318166" y="480523"/>
                </a:lnTo>
                <a:lnTo>
                  <a:pt x="1317859" y="479812"/>
                </a:lnTo>
                <a:lnTo>
                  <a:pt x="1317538" y="479115"/>
                </a:lnTo>
                <a:lnTo>
                  <a:pt x="1317203" y="478434"/>
                </a:lnTo>
                <a:lnTo>
                  <a:pt x="1316855" y="477762"/>
                </a:lnTo>
                <a:lnTo>
                  <a:pt x="1316496" y="477104"/>
                </a:lnTo>
                <a:lnTo>
                  <a:pt x="1316125" y="476461"/>
                </a:lnTo>
                <a:lnTo>
                  <a:pt x="1315743" y="475832"/>
                </a:lnTo>
                <a:lnTo>
                  <a:pt x="1315349" y="475218"/>
                </a:lnTo>
                <a:lnTo>
                  <a:pt x="1314944" y="474618"/>
                </a:lnTo>
                <a:lnTo>
                  <a:pt x="1314527" y="474033"/>
                </a:lnTo>
                <a:lnTo>
                  <a:pt x="1314099" y="473462"/>
                </a:lnTo>
                <a:lnTo>
                  <a:pt x="1313660" y="472906"/>
                </a:lnTo>
                <a:lnTo>
                  <a:pt x="1313209" y="472364"/>
                </a:lnTo>
                <a:lnTo>
                  <a:pt x="1312747" y="471837"/>
                </a:lnTo>
                <a:lnTo>
                  <a:pt x="1312274" y="471324"/>
                </a:lnTo>
                <a:lnTo>
                  <a:pt x="1311789" y="470826"/>
                </a:lnTo>
                <a:lnTo>
                  <a:pt x="1311292" y="470342"/>
                </a:lnTo>
                <a:lnTo>
                  <a:pt x="1310785" y="469872"/>
                </a:lnTo>
                <a:lnTo>
                  <a:pt x="1310265" y="469417"/>
                </a:lnTo>
                <a:lnTo>
                  <a:pt x="1309735" y="468977"/>
                </a:lnTo>
                <a:lnTo>
                  <a:pt x="1309193" y="468551"/>
                </a:lnTo>
                <a:lnTo>
                  <a:pt x="1308639" y="468140"/>
                </a:lnTo>
                <a:lnTo>
                  <a:pt x="1308075" y="467743"/>
                </a:lnTo>
                <a:lnTo>
                  <a:pt x="1307498" y="467360"/>
                </a:lnTo>
                <a:lnTo>
                  <a:pt x="1306911" y="466992"/>
                </a:lnTo>
                <a:lnTo>
                  <a:pt x="1306312" y="466639"/>
                </a:lnTo>
                <a:lnTo>
                  <a:pt x="1305701" y="466300"/>
                </a:lnTo>
                <a:lnTo>
                  <a:pt x="1305081" y="465970"/>
                </a:lnTo>
                <a:lnTo>
                  <a:pt x="1304452" y="465654"/>
                </a:lnTo>
                <a:lnTo>
                  <a:pt x="1303814" y="465352"/>
                </a:lnTo>
                <a:lnTo>
                  <a:pt x="1303168" y="465064"/>
                </a:lnTo>
                <a:lnTo>
                  <a:pt x="1302513" y="464790"/>
                </a:lnTo>
                <a:lnTo>
                  <a:pt x="1301850" y="464530"/>
                </a:lnTo>
                <a:lnTo>
                  <a:pt x="1301178" y="464284"/>
                </a:lnTo>
                <a:lnTo>
                  <a:pt x="1300498" y="464053"/>
                </a:lnTo>
                <a:lnTo>
                  <a:pt x="1299809" y="463835"/>
                </a:lnTo>
                <a:lnTo>
                  <a:pt x="1299111" y="463631"/>
                </a:lnTo>
                <a:lnTo>
                  <a:pt x="1298405" y="463442"/>
                </a:lnTo>
                <a:lnTo>
                  <a:pt x="1297691" y="463266"/>
                </a:lnTo>
                <a:lnTo>
                  <a:pt x="1296968" y="463105"/>
                </a:lnTo>
                <a:lnTo>
                  <a:pt x="1296236" y="462957"/>
                </a:lnTo>
                <a:lnTo>
                  <a:pt x="1295496" y="462824"/>
                </a:lnTo>
                <a:lnTo>
                  <a:pt x="1294747" y="462704"/>
                </a:lnTo>
                <a:lnTo>
                  <a:pt x="1293989" y="462599"/>
                </a:lnTo>
                <a:lnTo>
                  <a:pt x="1293224" y="462508"/>
                </a:lnTo>
                <a:lnTo>
                  <a:pt x="1292449" y="462431"/>
                </a:lnTo>
                <a:lnTo>
                  <a:pt x="1291666" y="462367"/>
                </a:lnTo>
                <a:lnTo>
                  <a:pt x="1290874" y="462318"/>
                </a:lnTo>
                <a:lnTo>
                  <a:pt x="1290074" y="462283"/>
                </a:lnTo>
                <a:lnTo>
                  <a:pt x="1289266" y="462262"/>
                </a:lnTo>
                <a:lnTo>
                  <a:pt x="1288448" y="462255"/>
                </a:lnTo>
                <a:lnTo>
                  <a:pt x="1287539" y="462263"/>
                </a:lnTo>
                <a:lnTo>
                  <a:pt x="1286644" y="462287"/>
                </a:lnTo>
                <a:lnTo>
                  <a:pt x="1285762" y="462326"/>
                </a:lnTo>
                <a:lnTo>
                  <a:pt x="1284895" y="462381"/>
                </a:lnTo>
                <a:lnTo>
                  <a:pt x="1284042" y="462453"/>
                </a:lnTo>
                <a:lnTo>
                  <a:pt x="1283203" y="462539"/>
                </a:lnTo>
                <a:lnTo>
                  <a:pt x="1282378" y="462642"/>
                </a:lnTo>
                <a:lnTo>
                  <a:pt x="1281567" y="462761"/>
                </a:lnTo>
                <a:lnTo>
                  <a:pt x="1280770" y="462895"/>
                </a:lnTo>
                <a:lnTo>
                  <a:pt x="1279987" y="463045"/>
                </a:lnTo>
                <a:lnTo>
                  <a:pt x="1279218" y="463211"/>
                </a:lnTo>
                <a:lnTo>
                  <a:pt x="1278463" y="463393"/>
                </a:lnTo>
                <a:lnTo>
                  <a:pt x="1277722" y="463590"/>
                </a:lnTo>
                <a:lnTo>
                  <a:pt x="1276995" y="463803"/>
                </a:lnTo>
                <a:lnTo>
                  <a:pt x="1276282" y="464033"/>
                </a:lnTo>
                <a:lnTo>
                  <a:pt x="1275584" y="464277"/>
                </a:lnTo>
                <a:lnTo>
                  <a:pt x="1274899" y="464538"/>
                </a:lnTo>
                <a:lnTo>
                  <a:pt x="1274229" y="464815"/>
                </a:lnTo>
                <a:lnTo>
                  <a:pt x="1273572" y="465107"/>
                </a:lnTo>
                <a:lnTo>
                  <a:pt x="1272929" y="465415"/>
                </a:lnTo>
                <a:lnTo>
                  <a:pt x="1272301" y="465739"/>
                </a:lnTo>
                <a:lnTo>
                  <a:pt x="1271687" y="466079"/>
                </a:lnTo>
                <a:lnTo>
                  <a:pt x="1271086" y="466434"/>
                </a:lnTo>
                <a:lnTo>
                  <a:pt x="1270500" y="466805"/>
                </a:lnTo>
                <a:lnTo>
                  <a:pt x="1269927" y="467184"/>
                </a:lnTo>
                <a:lnTo>
                  <a:pt x="1269366" y="467573"/>
                </a:lnTo>
                <a:lnTo>
                  <a:pt x="1268817" y="467972"/>
                </a:lnTo>
                <a:lnTo>
                  <a:pt x="1268281" y="468382"/>
                </a:lnTo>
                <a:lnTo>
                  <a:pt x="1267757" y="468801"/>
                </a:lnTo>
                <a:lnTo>
                  <a:pt x="1267245" y="469231"/>
                </a:lnTo>
                <a:lnTo>
                  <a:pt x="1266746" y="469670"/>
                </a:lnTo>
                <a:lnTo>
                  <a:pt x="1266259" y="470120"/>
                </a:lnTo>
                <a:lnTo>
                  <a:pt x="1265784" y="470579"/>
                </a:lnTo>
                <a:lnTo>
                  <a:pt x="1265321" y="471049"/>
                </a:lnTo>
                <a:lnTo>
                  <a:pt x="1264871" y="471529"/>
                </a:lnTo>
                <a:lnTo>
                  <a:pt x="1264433" y="472019"/>
                </a:lnTo>
                <a:lnTo>
                  <a:pt x="1264007" y="472519"/>
                </a:lnTo>
                <a:lnTo>
                  <a:pt x="1263594" y="473029"/>
                </a:lnTo>
                <a:lnTo>
                  <a:pt x="1263193" y="473550"/>
                </a:lnTo>
                <a:lnTo>
                  <a:pt x="1262804" y="474080"/>
                </a:lnTo>
                <a:lnTo>
                  <a:pt x="1262427" y="474621"/>
                </a:lnTo>
                <a:lnTo>
                  <a:pt x="1262063" y="475171"/>
                </a:lnTo>
                <a:lnTo>
                  <a:pt x="1261711" y="475732"/>
                </a:lnTo>
                <a:lnTo>
                  <a:pt x="1261371" y="476303"/>
                </a:lnTo>
                <a:lnTo>
                  <a:pt x="1261044" y="476883"/>
                </a:lnTo>
                <a:lnTo>
                  <a:pt x="1260729" y="477474"/>
                </a:lnTo>
                <a:lnTo>
                  <a:pt x="1260426" y="478075"/>
                </a:lnTo>
                <a:lnTo>
                  <a:pt x="1260136" y="478687"/>
                </a:lnTo>
                <a:lnTo>
                  <a:pt x="1258871" y="478687"/>
                </a:lnTo>
                <a:lnTo>
                  <a:pt x="1258871" y="463519"/>
                </a:lnTo>
                <a:lnTo>
                  <a:pt x="1244462" y="463519"/>
                </a:lnTo>
                <a:lnTo>
                  <a:pt x="1244462" y="560591"/>
                </a:lnTo>
                <a:lnTo>
                  <a:pt x="1259377" y="560591"/>
                </a:lnTo>
                <a:lnTo>
                  <a:pt x="1259377" y="502196"/>
                </a:lnTo>
                <a:lnTo>
                  <a:pt x="1259383" y="501495"/>
                </a:lnTo>
                <a:lnTo>
                  <a:pt x="1259399" y="500802"/>
                </a:lnTo>
                <a:lnTo>
                  <a:pt x="1259427" y="500119"/>
                </a:lnTo>
                <a:lnTo>
                  <a:pt x="1259467" y="499444"/>
                </a:lnTo>
                <a:lnTo>
                  <a:pt x="1259517" y="498777"/>
                </a:lnTo>
                <a:lnTo>
                  <a:pt x="1259579" y="498120"/>
                </a:lnTo>
                <a:lnTo>
                  <a:pt x="1259651" y="497471"/>
                </a:lnTo>
                <a:close/>
                <a:moveTo>
                  <a:pt x="1108792" y="463519"/>
                </a:moveTo>
                <a:lnTo>
                  <a:pt x="1087810" y="537587"/>
                </a:lnTo>
                <a:lnTo>
                  <a:pt x="1086799" y="537587"/>
                </a:lnTo>
                <a:lnTo>
                  <a:pt x="1066323" y="463519"/>
                </a:lnTo>
                <a:lnTo>
                  <a:pt x="1050397" y="463519"/>
                </a:lnTo>
                <a:lnTo>
                  <a:pt x="1029668" y="537840"/>
                </a:lnTo>
                <a:lnTo>
                  <a:pt x="1028657" y="537840"/>
                </a:lnTo>
                <a:lnTo>
                  <a:pt x="1007675" y="463519"/>
                </a:lnTo>
                <a:lnTo>
                  <a:pt x="992002" y="463519"/>
                </a:lnTo>
                <a:lnTo>
                  <a:pt x="1021579" y="560591"/>
                </a:lnTo>
                <a:lnTo>
                  <a:pt x="1036241" y="560591"/>
                </a:lnTo>
                <a:lnTo>
                  <a:pt x="1057475" y="486017"/>
                </a:lnTo>
                <a:lnTo>
                  <a:pt x="1058992" y="486017"/>
                </a:lnTo>
                <a:lnTo>
                  <a:pt x="1080227" y="560591"/>
                </a:lnTo>
                <a:lnTo>
                  <a:pt x="1094889" y="560591"/>
                </a:lnTo>
                <a:lnTo>
                  <a:pt x="1124465" y="463519"/>
                </a:lnTo>
                <a:lnTo>
                  <a:pt x="1108792" y="463519"/>
                </a:lnTo>
                <a:close/>
                <a:moveTo>
                  <a:pt x="785740" y="562222"/>
                </a:moveTo>
                <a:lnTo>
                  <a:pt x="786761" y="562081"/>
                </a:lnTo>
                <a:lnTo>
                  <a:pt x="787771" y="561918"/>
                </a:lnTo>
                <a:lnTo>
                  <a:pt x="788770" y="561734"/>
                </a:lnTo>
                <a:lnTo>
                  <a:pt x="789757" y="561527"/>
                </a:lnTo>
                <a:lnTo>
                  <a:pt x="790732" y="561299"/>
                </a:lnTo>
                <a:lnTo>
                  <a:pt x="791696" y="561049"/>
                </a:lnTo>
                <a:lnTo>
                  <a:pt x="792649" y="560778"/>
                </a:lnTo>
                <a:lnTo>
                  <a:pt x="793591" y="560484"/>
                </a:lnTo>
                <a:lnTo>
                  <a:pt x="794521" y="560169"/>
                </a:lnTo>
                <a:lnTo>
                  <a:pt x="795439" y="559833"/>
                </a:lnTo>
                <a:lnTo>
                  <a:pt x="796346" y="559474"/>
                </a:lnTo>
                <a:lnTo>
                  <a:pt x="797242" y="559094"/>
                </a:lnTo>
                <a:lnTo>
                  <a:pt x="798126" y="558692"/>
                </a:lnTo>
                <a:lnTo>
                  <a:pt x="798999" y="558269"/>
                </a:lnTo>
                <a:lnTo>
                  <a:pt x="799861" y="557823"/>
                </a:lnTo>
                <a:lnTo>
                  <a:pt x="800711" y="557356"/>
                </a:lnTo>
                <a:lnTo>
                  <a:pt x="801550" y="556867"/>
                </a:lnTo>
                <a:lnTo>
                  <a:pt x="802377" y="556357"/>
                </a:lnTo>
                <a:lnTo>
                  <a:pt x="803196" y="555827"/>
                </a:lnTo>
                <a:lnTo>
                  <a:pt x="804000" y="555279"/>
                </a:lnTo>
                <a:lnTo>
                  <a:pt x="804788" y="554715"/>
                </a:lnTo>
                <a:lnTo>
                  <a:pt x="805561" y="554133"/>
                </a:lnTo>
                <a:lnTo>
                  <a:pt x="806319" y="553533"/>
                </a:lnTo>
                <a:lnTo>
                  <a:pt x="807061" y="552916"/>
                </a:lnTo>
                <a:lnTo>
                  <a:pt x="807788" y="552282"/>
                </a:lnTo>
                <a:lnTo>
                  <a:pt x="808500" y="551631"/>
                </a:lnTo>
                <a:lnTo>
                  <a:pt x="809196" y="550962"/>
                </a:lnTo>
                <a:lnTo>
                  <a:pt x="809877" y="550276"/>
                </a:lnTo>
                <a:lnTo>
                  <a:pt x="810543" y="549573"/>
                </a:lnTo>
                <a:lnTo>
                  <a:pt x="811193" y="548852"/>
                </a:lnTo>
                <a:lnTo>
                  <a:pt x="811828" y="548114"/>
                </a:lnTo>
                <a:lnTo>
                  <a:pt x="812447" y="547359"/>
                </a:lnTo>
                <a:lnTo>
                  <a:pt x="813051" y="546586"/>
                </a:lnTo>
                <a:lnTo>
                  <a:pt x="813640" y="545796"/>
                </a:lnTo>
                <a:lnTo>
                  <a:pt x="814214" y="544988"/>
                </a:lnTo>
                <a:lnTo>
                  <a:pt x="814772" y="544164"/>
                </a:lnTo>
                <a:lnTo>
                  <a:pt x="815314" y="543321"/>
                </a:lnTo>
                <a:lnTo>
                  <a:pt x="815842" y="542462"/>
                </a:lnTo>
                <a:lnTo>
                  <a:pt x="816353" y="541585"/>
                </a:lnTo>
                <a:lnTo>
                  <a:pt x="816850" y="540691"/>
                </a:lnTo>
                <a:lnTo>
                  <a:pt x="817331" y="539780"/>
                </a:lnTo>
                <a:lnTo>
                  <a:pt x="817797" y="538851"/>
                </a:lnTo>
                <a:lnTo>
                  <a:pt x="818251" y="537907"/>
                </a:lnTo>
                <a:lnTo>
                  <a:pt x="818685" y="536950"/>
                </a:lnTo>
                <a:lnTo>
                  <a:pt x="819101" y="535979"/>
                </a:lnTo>
                <a:lnTo>
                  <a:pt x="819496" y="534996"/>
                </a:lnTo>
                <a:lnTo>
                  <a:pt x="819873" y="533999"/>
                </a:lnTo>
                <a:lnTo>
                  <a:pt x="820230" y="532989"/>
                </a:lnTo>
                <a:lnTo>
                  <a:pt x="820568" y="531966"/>
                </a:lnTo>
                <a:lnTo>
                  <a:pt x="820887" y="530930"/>
                </a:lnTo>
                <a:lnTo>
                  <a:pt x="821186" y="529881"/>
                </a:lnTo>
                <a:lnTo>
                  <a:pt x="821466" y="528818"/>
                </a:lnTo>
                <a:lnTo>
                  <a:pt x="821727" y="527743"/>
                </a:lnTo>
                <a:lnTo>
                  <a:pt x="821968" y="526654"/>
                </a:lnTo>
                <a:lnTo>
                  <a:pt x="822190" y="525552"/>
                </a:lnTo>
                <a:lnTo>
                  <a:pt x="822393" y="524437"/>
                </a:lnTo>
                <a:lnTo>
                  <a:pt x="822577" y="523308"/>
                </a:lnTo>
                <a:lnTo>
                  <a:pt x="822741" y="522167"/>
                </a:lnTo>
                <a:lnTo>
                  <a:pt x="822885" y="521012"/>
                </a:lnTo>
                <a:lnTo>
                  <a:pt x="823011" y="519844"/>
                </a:lnTo>
                <a:lnTo>
                  <a:pt x="823117" y="518663"/>
                </a:lnTo>
                <a:lnTo>
                  <a:pt x="823204" y="517469"/>
                </a:lnTo>
                <a:lnTo>
                  <a:pt x="823272" y="516262"/>
                </a:lnTo>
                <a:lnTo>
                  <a:pt x="823320" y="515041"/>
                </a:lnTo>
                <a:lnTo>
                  <a:pt x="823349" y="513807"/>
                </a:lnTo>
                <a:lnTo>
                  <a:pt x="823359" y="512561"/>
                </a:lnTo>
                <a:lnTo>
                  <a:pt x="823349" y="511303"/>
                </a:lnTo>
                <a:lnTo>
                  <a:pt x="823320" y="510059"/>
                </a:lnTo>
                <a:lnTo>
                  <a:pt x="823272" y="508829"/>
                </a:lnTo>
                <a:lnTo>
                  <a:pt x="823204" y="507612"/>
                </a:lnTo>
                <a:lnTo>
                  <a:pt x="823117" y="506408"/>
                </a:lnTo>
                <a:lnTo>
                  <a:pt x="823011" y="505218"/>
                </a:lnTo>
                <a:lnTo>
                  <a:pt x="822885" y="504041"/>
                </a:lnTo>
                <a:lnTo>
                  <a:pt x="822741" y="502877"/>
                </a:lnTo>
                <a:lnTo>
                  <a:pt x="822577" y="501727"/>
                </a:lnTo>
                <a:lnTo>
                  <a:pt x="822393" y="500590"/>
                </a:lnTo>
                <a:lnTo>
                  <a:pt x="822190" y="499467"/>
                </a:lnTo>
                <a:lnTo>
                  <a:pt x="821968" y="498357"/>
                </a:lnTo>
                <a:lnTo>
                  <a:pt x="821727" y="497260"/>
                </a:lnTo>
                <a:lnTo>
                  <a:pt x="821466" y="496177"/>
                </a:lnTo>
                <a:lnTo>
                  <a:pt x="821186" y="495107"/>
                </a:lnTo>
                <a:lnTo>
                  <a:pt x="820887" y="494051"/>
                </a:lnTo>
                <a:lnTo>
                  <a:pt x="820568" y="493008"/>
                </a:lnTo>
                <a:lnTo>
                  <a:pt x="820230" y="491978"/>
                </a:lnTo>
                <a:lnTo>
                  <a:pt x="819873" y="490962"/>
                </a:lnTo>
                <a:lnTo>
                  <a:pt x="819496" y="489959"/>
                </a:lnTo>
                <a:lnTo>
                  <a:pt x="819101" y="488969"/>
                </a:lnTo>
                <a:lnTo>
                  <a:pt x="818685" y="487993"/>
                </a:lnTo>
                <a:lnTo>
                  <a:pt x="818251" y="487030"/>
                </a:lnTo>
                <a:lnTo>
                  <a:pt x="817797" y="486081"/>
                </a:lnTo>
                <a:lnTo>
                  <a:pt x="817331" y="485147"/>
                </a:lnTo>
                <a:lnTo>
                  <a:pt x="816850" y="484230"/>
                </a:lnTo>
                <a:lnTo>
                  <a:pt x="816353" y="483332"/>
                </a:lnTo>
                <a:lnTo>
                  <a:pt x="815842" y="482450"/>
                </a:lnTo>
                <a:lnTo>
                  <a:pt x="815314" y="481587"/>
                </a:lnTo>
                <a:lnTo>
                  <a:pt x="814772" y="480740"/>
                </a:lnTo>
                <a:lnTo>
                  <a:pt x="814214" y="479912"/>
                </a:lnTo>
                <a:lnTo>
                  <a:pt x="813640" y="479101"/>
                </a:lnTo>
                <a:lnTo>
                  <a:pt x="813051" y="478307"/>
                </a:lnTo>
                <a:lnTo>
                  <a:pt x="812447" y="477531"/>
                </a:lnTo>
                <a:lnTo>
                  <a:pt x="811828" y="476773"/>
                </a:lnTo>
                <a:lnTo>
                  <a:pt x="811193" y="476032"/>
                </a:lnTo>
                <a:lnTo>
                  <a:pt x="810543" y="475309"/>
                </a:lnTo>
                <a:lnTo>
                  <a:pt x="809877" y="474603"/>
                </a:lnTo>
                <a:lnTo>
                  <a:pt x="809196" y="473915"/>
                </a:lnTo>
                <a:lnTo>
                  <a:pt x="808500" y="473244"/>
                </a:lnTo>
                <a:lnTo>
                  <a:pt x="807788" y="472591"/>
                </a:lnTo>
                <a:lnTo>
                  <a:pt x="807061" y="471956"/>
                </a:lnTo>
                <a:lnTo>
                  <a:pt x="806319" y="471338"/>
                </a:lnTo>
                <a:lnTo>
                  <a:pt x="805561" y="470738"/>
                </a:lnTo>
                <a:lnTo>
                  <a:pt x="804788" y="470155"/>
                </a:lnTo>
                <a:lnTo>
                  <a:pt x="804000" y="469590"/>
                </a:lnTo>
                <a:lnTo>
                  <a:pt x="803196" y="469042"/>
                </a:lnTo>
                <a:lnTo>
                  <a:pt x="802377" y="468512"/>
                </a:lnTo>
                <a:lnTo>
                  <a:pt x="801550" y="468001"/>
                </a:lnTo>
                <a:lnTo>
                  <a:pt x="800711" y="467512"/>
                </a:lnTo>
                <a:lnTo>
                  <a:pt x="799861" y="467045"/>
                </a:lnTo>
                <a:lnTo>
                  <a:pt x="798999" y="466600"/>
                </a:lnTo>
                <a:lnTo>
                  <a:pt x="798126" y="466176"/>
                </a:lnTo>
                <a:lnTo>
                  <a:pt x="797242" y="465774"/>
                </a:lnTo>
                <a:lnTo>
                  <a:pt x="796346" y="465394"/>
                </a:lnTo>
                <a:lnTo>
                  <a:pt x="795439" y="465036"/>
                </a:lnTo>
                <a:lnTo>
                  <a:pt x="794521" y="464699"/>
                </a:lnTo>
                <a:lnTo>
                  <a:pt x="793591" y="464384"/>
                </a:lnTo>
                <a:lnTo>
                  <a:pt x="792649" y="464091"/>
                </a:lnTo>
                <a:lnTo>
                  <a:pt x="791696" y="463819"/>
                </a:lnTo>
                <a:lnTo>
                  <a:pt x="790732" y="463569"/>
                </a:lnTo>
                <a:lnTo>
                  <a:pt x="789757" y="463341"/>
                </a:lnTo>
                <a:lnTo>
                  <a:pt x="788770" y="463135"/>
                </a:lnTo>
                <a:lnTo>
                  <a:pt x="787771" y="462950"/>
                </a:lnTo>
                <a:lnTo>
                  <a:pt x="786761" y="462787"/>
                </a:lnTo>
                <a:lnTo>
                  <a:pt x="785740" y="462646"/>
                </a:lnTo>
                <a:lnTo>
                  <a:pt x="784707" y="462527"/>
                </a:lnTo>
                <a:lnTo>
                  <a:pt x="783663" y="462429"/>
                </a:lnTo>
                <a:lnTo>
                  <a:pt x="782608" y="462353"/>
                </a:lnTo>
                <a:lnTo>
                  <a:pt x="781541" y="462299"/>
                </a:lnTo>
                <a:lnTo>
                  <a:pt x="780463" y="462266"/>
                </a:lnTo>
                <a:lnTo>
                  <a:pt x="779373" y="462255"/>
                </a:lnTo>
                <a:lnTo>
                  <a:pt x="778283" y="462266"/>
                </a:lnTo>
                <a:lnTo>
                  <a:pt x="777204" y="462299"/>
                </a:lnTo>
                <a:lnTo>
                  <a:pt x="776137" y="462353"/>
                </a:lnTo>
                <a:lnTo>
                  <a:pt x="775081" y="462429"/>
                </a:lnTo>
                <a:lnTo>
                  <a:pt x="774036" y="462527"/>
                </a:lnTo>
                <a:lnTo>
                  <a:pt x="773002" y="462646"/>
                </a:lnTo>
                <a:lnTo>
                  <a:pt x="771979" y="462787"/>
                </a:lnTo>
                <a:lnTo>
                  <a:pt x="770968" y="462950"/>
                </a:lnTo>
                <a:lnTo>
                  <a:pt x="769967" y="463135"/>
                </a:lnTo>
                <a:lnTo>
                  <a:pt x="768978" y="463341"/>
                </a:lnTo>
                <a:lnTo>
                  <a:pt x="768000" y="463569"/>
                </a:lnTo>
                <a:lnTo>
                  <a:pt x="767034" y="463819"/>
                </a:lnTo>
                <a:lnTo>
                  <a:pt x="766078" y="464091"/>
                </a:lnTo>
                <a:lnTo>
                  <a:pt x="765134" y="464384"/>
                </a:lnTo>
                <a:lnTo>
                  <a:pt x="764200" y="464699"/>
                </a:lnTo>
                <a:lnTo>
                  <a:pt x="763278" y="465036"/>
                </a:lnTo>
                <a:lnTo>
                  <a:pt x="762368" y="465394"/>
                </a:lnTo>
                <a:lnTo>
                  <a:pt x="761468" y="465774"/>
                </a:lnTo>
                <a:lnTo>
                  <a:pt x="760580" y="466176"/>
                </a:lnTo>
                <a:lnTo>
                  <a:pt x="759703" y="466600"/>
                </a:lnTo>
                <a:lnTo>
                  <a:pt x="758837" y="467045"/>
                </a:lnTo>
                <a:lnTo>
                  <a:pt x="757982" y="467512"/>
                </a:lnTo>
                <a:lnTo>
                  <a:pt x="757138" y="468001"/>
                </a:lnTo>
                <a:lnTo>
                  <a:pt x="756306" y="468512"/>
                </a:lnTo>
                <a:lnTo>
                  <a:pt x="755492" y="469042"/>
                </a:lnTo>
                <a:lnTo>
                  <a:pt x="754692" y="469590"/>
                </a:lnTo>
                <a:lnTo>
                  <a:pt x="753908" y="470155"/>
                </a:lnTo>
                <a:lnTo>
                  <a:pt x="753139" y="470738"/>
                </a:lnTo>
                <a:lnTo>
                  <a:pt x="752384" y="471338"/>
                </a:lnTo>
                <a:lnTo>
                  <a:pt x="751645" y="471956"/>
                </a:lnTo>
                <a:lnTo>
                  <a:pt x="750920" y="472591"/>
                </a:lnTo>
                <a:lnTo>
                  <a:pt x="750211" y="473244"/>
                </a:lnTo>
                <a:lnTo>
                  <a:pt x="749516" y="473915"/>
                </a:lnTo>
                <a:lnTo>
                  <a:pt x="748836" y="474603"/>
                </a:lnTo>
                <a:lnTo>
                  <a:pt x="748171" y="475309"/>
                </a:lnTo>
                <a:lnTo>
                  <a:pt x="747521" y="476032"/>
                </a:lnTo>
                <a:lnTo>
                  <a:pt x="746886" y="476773"/>
                </a:lnTo>
                <a:lnTo>
                  <a:pt x="746266" y="477531"/>
                </a:lnTo>
                <a:lnTo>
                  <a:pt x="745661" y="478307"/>
                </a:lnTo>
                <a:lnTo>
                  <a:pt x="745070" y="479101"/>
                </a:lnTo>
                <a:lnTo>
                  <a:pt x="744495" y="479912"/>
                </a:lnTo>
                <a:lnTo>
                  <a:pt x="743935" y="480740"/>
                </a:lnTo>
                <a:lnTo>
                  <a:pt x="743389" y="481587"/>
                </a:lnTo>
                <a:lnTo>
                  <a:pt x="742858" y="482450"/>
                </a:lnTo>
                <a:lnTo>
                  <a:pt x="742343" y="483332"/>
                </a:lnTo>
                <a:lnTo>
                  <a:pt x="741842" y="484230"/>
                </a:lnTo>
                <a:lnTo>
                  <a:pt x="741356" y="485147"/>
                </a:lnTo>
                <a:lnTo>
                  <a:pt x="740885" y="486081"/>
                </a:lnTo>
                <a:lnTo>
                  <a:pt x="740437" y="487030"/>
                </a:lnTo>
                <a:lnTo>
                  <a:pt x="740007" y="487993"/>
                </a:lnTo>
                <a:lnTo>
                  <a:pt x="739597" y="488969"/>
                </a:lnTo>
                <a:lnTo>
                  <a:pt x="739205" y="489959"/>
                </a:lnTo>
                <a:lnTo>
                  <a:pt x="738833" y="490962"/>
                </a:lnTo>
                <a:lnTo>
                  <a:pt x="738480" y="491978"/>
                </a:lnTo>
                <a:lnTo>
                  <a:pt x="738146" y="493008"/>
                </a:lnTo>
                <a:lnTo>
                  <a:pt x="737831" y="494051"/>
                </a:lnTo>
                <a:lnTo>
                  <a:pt x="737535" y="495107"/>
                </a:lnTo>
                <a:lnTo>
                  <a:pt x="737258" y="496177"/>
                </a:lnTo>
                <a:lnTo>
                  <a:pt x="737000" y="497260"/>
                </a:lnTo>
                <a:lnTo>
                  <a:pt x="736762" y="498357"/>
                </a:lnTo>
                <a:lnTo>
                  <a:pt x="736542" y="499467"/>
                </a:lnTo>
                <a:lnTo>
                  <a:pt x="736342" y="500590"/>
                </a:lnTo>
                <a:lnTo>
                  <a:pt x="736160" y="501727"/>
                </a:lnTo>
                <a:lnTo>
                  <a:pt x="735998" y="502877"/>
                </a:lnTo>
                <a:lnTo>
                  <a:pt x="735855" y="504041"/>
                </a:lnTo>
                <a:lnTo>
                  <a:pt x="735731" y="505218"/>
                </a:lnTo>
                <a:lnTo>
                  <a:pt x="735626" y="506408"/>
                </a:lnTo>
                <a:lnTo>
                  <a:pt x="735540" y="507612"/>
                </a:lnTo>
                <a:lnTo>
                  <a:pt x="735473" y="508829"/>
                </a:lnTo>
                <a:lnTo>
                  <a:pt x="735425" y="510059"/>
                </a:lnTo>
                <a:lnTo>
                  <a:pt x="735397" y="511303"/>
                </a:lnTo>
                <a:lnTo>
                  <a:pt x="735387" y="512561"/>
                </a:lnTo>
                <a:lnTo>
                  <a:pt x="735397" y="513807"/>
                </a:lnTo>
                <a:lnTo>
                  <a:pt x="735425" y="515041"/>
                </a:lnTo>
                <a:lnTo>
                  <a:pt x="735473" y="516262"/>
                </a:lnTo>
                <a:lnTo>
                  <a:pt x="735540" y="517469"/>
                </a:lnTo>
                <a:lnTo>
                  <a:pt x="735626" y="518663"/>
                </a:lnTo>
                <a:lnTo>
                  <a:pt x="735731" y="519844"/>
                </a:lnTo>
                <a:lnTo>
                  <a:pt x="735855" y="521012"/>
                </a:lnTo>
                <a:lnTo>
                  <a:pt x="735998" y="522167"/>
                </a:lnTo>
                <a:lnTo>
                  <a:pt x="736160" y="523308"/>
                </a:lnTo>
                <a:lnTo>
                  <a:pt x="736342" y="524437"/>
                </a:lnTo>
                <a:lnTo>
                  <a:pt x="736542" y="525552"/>
                </a:lnTo>
                <a:lnTo>
                  <a:pt x="736762" y="526654"/>
                </a:lnTo>
                <a:lnTo>
                  <a:pt x="737000" y="527743"/>
                </a:lnTo>
                <a:lnTo>
                  <a:pt x="737258" y="528818"/>
                </a:lnTo>
                <a:lnTo>
                  <a:pt x="737535" y="529881"/>
                </a:lnTo>
                <a:lnTo>
                  <a:pt x="737831" y="530930"/>
                </a:lnTo>
                <a:lnTo>
                  <a:pt x="738146" y="531966"/>
                </a:lnTo>
                <a:lnTo>
                  <a:pt x="738480" y="532989"/>
                </a:lnTo>
                <a:lnTo>
                  <a:pt x="738833" y="533999"/>
                </a:lnTo>
                <a:lnTo>
                  <a:pt x="739205" y="534996"/>
                </a:lnTo>
                <a:lnTo>
                  <a:pt x="739597" y="535979"/>
                </a:lnTo>
                <a:lnTo>
                  <a:pt x="740007" y="536950"/>
                </a:lnTo>
                <a:lnTo>
                  <a:pt x="740437" y="537907"/>
                </a:lnTo>
                <a:lnTo>
                  <a:pt x="740885" y="538851"/>
                </a:lnTo>
                <a:lnTo>
                  <a:pt x="741356" y="539780"/>
                </a:lnTo>
                <a:lnTo>
                  <a:pt x="741842" y="540691"/>
                </a:lnTo>
                <a:lnTo>
                  <a:pt x="742343" y="541585"/>
                </a:lnTo>
                <a:lnTo>
                  <a:pt x="742858" y="542462"/>
                </a:lnTo>
                <a:lnTo>
                  <a:pt x="743389" y="543321"/>
                </a:lnTo>
                <a:lnTo>
                  <a:pt x="743935" y="544164"/>
                </a:lnTo>
                <a:lnTo>
                  <a:pt x="744495" y="544988"/>
                </a:lnTo>
                <a:lnTo>
                  <a:pt x="745070" y="545796"/>
                </a:lnTo>
                <a:lnTo>
                  <a:pt x="745661" y="546586"/>
                </a:lnTo>
                <a:lnTo>
                  <a:pt x="746266" y="547359"/>
                </a:lnTo>
                <a:lnTo>
                  <a:pt x="746886" y="548114"/>
                </a:lnTo>
                <a:lnTo>
                  <a:pt x="747521" y="548852"/>
                </a:lnTo>
                <a:lnTo>
                  <a:pt x="748171" y="549573"/>
                </a:lnTo>
                <a:lnTo>
                  <a:pt x="748836" y="550276"/>
                </a:lnTo>
                <a:lnTo>
                  <a:pt x="749516" y="550962"/>
                </a:lnTo>
                <a:lnTo>
                  <a:pt x="750211" y="551631"/>
                </a:lnTo>
                <a:lnTo>
                  <a:pt x="750920" y="552282"/>
                </a:lnTo>
                <a:lnTo>
                  <a:pt x="751645" y="552916"/>
                </a:lnTo>
                <a:lnTo>
                  <a:pt x="752384" y="553533"/>
                </a:lnTo>
                <a:lnTo>
                  <a:pt x="753139" y="554133"/>
                </a:lnTo>
                <a:lnTo>
                  <a:pt x="753908" y="554715"/>
                </a:lnTo>
                <a:lnTo>
                  <a:pt x="754692" y="555279"/>
                </a:lnTo>
                <a:lnTo>
                  <a:pt x="755492" y="555827"/>
                </a:lnTo>
                <a:lnTo>
                  <a:pt x="756306" y="556357"/>
                </a:lnTo>
                <a:lnTo>
                  <a:pt x="757138" y="556867"/>
                </a:lnTo>
                <a:lnTo>
                  <a:pt x="757982" y="557356"/>
                </a:lnTo>
                <a:lnTo>
                  <a:pt x="758837" y="557823"/>
                </a:lnTo>
                <a:lnTo>
                  <a:pt x="759703" y="558269"/>
                </a:lnTo>
                <a:lnTo>
                  <a:pt x="760580" y="558692"/>
                </a:lnTo>
                <a:lnTo>
                  <a:pt x="761468" y="559094"/>
                </a:lnTo>
                <a:lnTo>
                  <a:pt x="762368" y="559474"/>
                </a:lnTo>
                <a:lnTo>
                  <a:pt x="763278" y="559833"/>
                </a:lnTo>
                <a:lnTo>
                  <a:pt x="764200" y="560169"/>
                </a:lnTo>
                <a:lnTo>
                  <a:pt x="765134" y="560484"/>
                </a:lnTo>
                <a:lnTo>
                  <a:pt x="766078" y="560778"/>
                </a:lnTo>
                <a:lnTo>
                  <a:pt x="767034" y="561049"/>
                </a:lnTo>
                <a:lnTo>
                  <a:pt x="768000" y="561299"/>
                </a:lnTo>
                <a:lnTo>
                  <a:pt x="768978" y="561527"/>
                </a:lnTo>
                <a:lnTo>
                  <a:pt x="769967" y="561734"/>
                </a:lnTo>
                <a:lnTo>
                  <a:pt x="770968" y="561918"/>
                </a:lnTo>
                <a:lnTo>
                  <a:pt x="771979" y="562081"/>
                </a:lnTo>
                <a:lnTo>
                  <a:pt x="773002" y="562222"/>
                </a:lnTo>
                <a:lnTo>
                  <a:pt x="774036" y="562342"/>
                </a:lnTo>
                <a:lnTo>
                  <a:pt x="775081" y="562440"/>
                </a:lnTo>
                <a:lnTo>
                  <a:pt x="776137" y="562516"/>
                </a:lnTo>
                <a:lnTo>
                  <a:pt x="777204" y="562570"/>
                </a:lnTo>
                <a:lnTo>
                  <a:pt x="778283" y="562603"/>
                </a:lnTo>
                <a:lnTo>
                  <a:pt x="779373" y="562613"/>
                </a:lnTo>
                <a:lnTo>
                  <a:pt x="780463" y="562603"/>
                </a:lnTo>
                <a:lnTo>
                  <a:pt x="781541" y="562570"/>
                </a:lnTo>
                <a:lnTo>
                  <a:pt x="782608" y="562516"/>
                </a:lnTo>
                <a:lnTo>
                  <a:pt x="783663" y="562440"/>
                </a:lnTo>
                <a:lnTo>
                  <a:pt x="784707" y="562342"/>
                </a:lnTo>
                <a:lnTo>
                  <a:pt x="785740" y="562222"/>
                </a:lnTo>
                <a:close/>
                <a:moveTo>
                  <a:pt x="774601" y="548895"/>
                </a:moveTo>
                <a:lnTo>
                  <a:pt x="773849" y="548780"/>
                </a:lnTo>
                <a:lnTo>
                  <a:pt x="773109" y="548647"/>
                </a:lnTo>
                <a:lnTo>
                  <a:pt x="772382" y="548496"/>
                </a:lnTo>
                <a:lnTo>
                  <a:pt x="771666" y="548327"/>
                </a:lnTo>
                <a:lnTo>
                  <a:pt x="770963" y="548140"/>
                </a:lnTo>
                <a:lnTo>
                  <a:pt x="770272" y="547936"/>
                </a:lnTo>
                <a:lnTo>
                  <a:pt x="769594" y="547713"/>
                </a:lnTo>
                <a:lnTo>
                  <a:pt x="768928" y="547474"/>
                </a:lnTo>
                <a:lnTo>
                  <a:pt x="768274" y="547216"/>
                </a:lnTo>
                <a:lnTo>
                  <a:pt x="767632" y="546940"/>
                </a:lnTo>
                <a:lnTo>
                  <a:pt x="767003" y="546647"/>
                </a:lnTo>
                <a:lnTo>
                  <a:pt x="766386" y="546336"/>
                </a:lnTo>
                <a:lnTo>
                  <a:pt x="765781" y="546007"/>
                </a:lnTo>
                <a:lnTo>
                  <a:pt x="765188" y="545661"/>
                </a:lnTo>
                <a:lnTo>
                  <a:pt x="764608" y="545296"/>
                </a:lnTo>
                <a:lnTo>
                  <a:pt x="764040" y="544914"/>
                </a:lnTo>
                <a:lnTo>
                  <a:pt x="763485" y="544514"/>
                </a:lnTo>
                <a:lnTo>
                  <a:pt x="762941" y="544096"/>
                </a:lnTo>
                <a:lnTo>
                  <a:pt x="762410" y="543664"/>
                </a:lnTo>
                <a:lnTo>
                  <a:pt x="761890" y="543221"/>
                </a:lnTo>
                <a:lnTo>
                  <a:pt x="761382" y="542766"/>
                </a:lnTo>
                <a:lnTo>
                  <a:pt x="760886" y="542301"/>
                </a:lnTo>
                <a:lnTo>
                  <a:pt x="760401" y="541824"/>
                </a:lnTo>
                <a:lnTo>
                  <a:pt x="759928" y="541335"/>
                </a:lnTo>
                <a:lnTo>
                  <a:pt x="759466" y="540836"/>
                </a:lnTo>
                <a:lnTo>
                  <a:pt x="759016" y="540326"/>
                </a:lnTo>
                <a:lnTo>
                  <a:pt x="758578" y="539804"/>
                </a:lnTo>
                <a:lnTo>
                  <a:pt x="758151" y="539271"/>
                </a:lnTo>
                <a:lnTo>
                  <a:pt x="757736" y="538727"/>
                </a:lnTo>
                <a:lnTo>
                  <a:pt x="757333" y="538172"/>
                </a:lnTo>
                <a:lnTo>
                  <a:pt x="756941" y="537605"/>
                </a:lnTo>
                <a:lnTo>
                  <a:pt x="756561" y="537027"/>
                </a:lnTo>
                <a:lnTo>
                  <a:pt x="756192" y="536439"/>
                </a:lnTo>
                <a:lnTo>
                  <a:pt x="755835" y="535839"/>
                </a:lnTo>
                <a:lnTo>
                  <a:pt x="755490" y="535227"/>
                </a:lnTo>
                <a:lnTo>
                  <a:pt x="755156" y="534605"/>
                </a:lnTo>
                <a:lnTo>
                  <a:pt x="754834" y="533971"/>
                </a:lnTo>
                <a:lnTo>
                  <a:pt x="754524" y="533326"/>
                </a:lnTo>
                <a:lnTo>
                  <a:pt x="754225" y="532670"/>
                </a:lnTo>
                <a:lnTo>
                  <a:pt x="753938" y="532003"/>
                </a:lnTo>
                <a:lnTo>
                  <a:pt x="753662" y="531325"/>
                </a:lnTo>
                <a:lnTo>
                  <a:pt x="753399" y="530635"/>
                </a:lnTo>
                <a:lnTo>
                  <a:pt x="753146" y="529938"/>
                </a:lnTo>
                <a:lnTo>
                  <a:pt x="752904" y="529235"/>
                </a:lnTo>
                <a:lnTo>
                  <a:pt x="752673" y="528528"/>
                </a:lnTo>
                <a:lnTo>
                  <a:pt x="752452" y="527816"/>
                </a:lnTo>
                <a:lnTo>
                  <a:pt x="752243" y="527099"/>
                </a:lnTo>
                <a:lnTo>
                  <a:pt x="752044" y="526377"/>
                </a:lnTo>
                <a:lnTo>
                  <a:pt x="751856" y="525651"/>
                </a:lnTo>
                <a:lnTo>
                  <a:pt x="751678" y="524919"/>
                </a:lnTo>
                <a:lnTo>
                  <a:pt x="751511" y="524183"/>
                </a:lnTo>
                <a:lnTo>
                  <a:pt x="751356" y="523442"/>
                </a:lnTo>
                <a:lnTo>
                  <a:pt x="751210" y="522696"/>
                </a:lnTo>
                <a:lnTo>
                  <a:pt x="751076" y="521946"/>
                </a:lnTo>
                <a:lnTo>
                  <a:pt x="750952" y="521190"/>
                </a:lnTo>
                <a:lnTo>
                  <a:pt x="750839" y="520430"/>
                </a:lnTo>
                <a:lnTo>
                  <a:pt x="750737" y="519664"/>
                </a:lnTo>
                <a:lnTo>
                  <a:pt x="750646" y="518894"/>
                </a:lnTo>
                <a:lnTo>
                  <a:pt x="750565" y="518120"/>
                </a:lnTo>
                <a:lnTo>
                  <a:pt x="750495" y="517340"/>
                </a:lnTo>
                <a:lnTo>
                  <a:pt x="750436" y="516555"/>
                </a:lnTo>
                <a:lnTo>
                  <a:pt x="750388" y="515766"/>
                </a:lnTo>
                <a:lnTo>
                  <a:pt x="750350" y="514972"/>
                </a:lnTo>
                <a:lnTo>
                  <a:pt x="750323" y="514173"/>
                </a:lnTo>
                <a:lnTo>
                  <a:pt x="750307" y="513369"/>
                </a:lnTo>
                <a:lnTo>
                  <a:pt x="750302" y="512561"/>
                </a:lnTo>
                <a:lnTo>
                  <a:pt x="750307" y="511752"/>
                </a:lnTo>
                <a:lnTo>
                  <a:pt x="750323" y="510948"/>
                </a:lnTo>
                <a:lnTo>
                  <a:pt x="750350" y="510148"/>
                </a:lnTo>
                <a:lnTo>
                  <a:pt x="750388" y="509353"/>
                </a:lnTo>
                <a:lnTo>
                  <a:pt x="750436" y="508563"/>
                </a:lnTo>
                <a:lnTo>
                  <a:pt x="750495" y="507777"/>
                </a:lnTo>
                <a:lnTo>
                  <a:pt x="750565" y="506996"/>
                </a:lnTo>
                <a:lnTo>
                  <a:pt x="750646" y="506220"/>
                </a:lnTo>
                <a:lnTo>
                  <a:pt x="750737" y="505448"/>
                </a:lnTo>
                <a:lnTo>
                  <a:pt x="750839" y="504681"/>
                </a:lnTo>
                <a:lnTo>
                  <a:pt x="750952" y="503918"/>
                </a:lnTo>
                <a:lnTo>
                  <a:pt x="751076" y="503160"/>
                </a:lnTo>
                <a:lnTo>
                  <a:pt x="751210" y="502406"/>
                </a:lnTo>
                <a:lnTo>
                  <a:pt x="751356" y="501658"/>
                </a:lnTo>
                <a:lnTo>
                  <a:pt x="751511" y="500913"/>
                </a:lnTo>
                <a:lnTo>
                  <a:pt x="751678" y="500174"/>
                </a:lnTo>
                <a:lnTo>
                  <a:pt x="751856" y="499439"/>
                </a:lnTo>
                <a:lnTo>
                  <a:pt x="752044" y="498708"/>
                </a:lnTo>
                <a:lnTo>
                  <a:pt x="752243" y="497983"/>
                </a:lnTo>
                <a:lnTo>
                  <a:pt x="752452" y="497261"/>
                </a:lnTo>
                <a:lnTo>
                  <a:pt x="752673" y="496545"/>
                </a:lnTo>
                <a:lnTo>
                  <a:pt x="752904" y="495833"/>
                </a:lnTo>
                <a:lnTo>
                  <a:pt x="753146" y="495126"/>
                </a:lnTo>
                <a:lnTo>
                  <a:pt x="753399" y="494423"/>
                </a:lnTo>
                <a:lnTo>
                  <a:pt x="753662" y="493728"/>
                </a:lnTo>
                <a:lnTo>
                  <a:pt x="753938" y="493044"/>
                </a:lnTo>
                <a:lnTo>
                  <a:pt x="754225" y="492372"/>
                </a:lnTo>
                <a:lnTo>
                  <a:pt x="754524" y="491711"/>
                </a:lnTo>
                <a:lnTo>
                  <a:pt x="754834" y="491060"/>
                </a:lnTo>
                <a:lnTo>
                  <a:pt x="755156" y="490422"/>
                </a:lnTo>
                <a:lnTo>
                  <a:pt x="755490" y="489794"/>
                </a:lnTo>
                <a:lnTo>
                  <a:pt x="755835" y="489177"/>
                </a:lnTo>
                <a:lnTo>
                  <a:pt x="756192" y="488572"/>
                </a:lnTo>
                <a:lnTo>
                  <a:pt x="756561" y="487978"/>
                </a:lnTo>
                <a:lnTo>
                  <a:pt x="756941" y="487395"/>
                </a:lnTo>
                <a:lnTo>
                  <a:pt x="757333" y="486823"/>
                </a:lnTo>
                <a:lnTo>
                  <a:pt x="757736" y="486263"/>
                </a:lnTo>
                <a:lnTo>
                  <a:pt x="758151" y="485713"/>
                </a:lnTo>
                <a:lnTo>
                  <a:pt x="758578" y="485175"/>
                </a:lnTo>
                <a:lnTo>
                  <a:pt x="759016" y="484648"/>
                </a:lnTo>
                <a:lnTo>
                  <a:pt x="759466" y="484132"/>
                </a:lnTo>
                <a:lnTo>
                  <a:pt x="759928" y="483628"/>
                </a:lnTo>
                <a:lnTo>
                  <a:pt x="760401" y="483134"/>
                </a:lnTo>
                <a:lnTo>
                  <a:pt x="760886" y="482652"/>
                </a:lnTo>
                <a:lnTo>
                  <a:pt x="761382" y="482181"/>
                </a:lnTo>
                <a:lnTo>
                  <a:pt x="761890" y="481721"/>
                </a:lnTo>
                <a:lnTo>
                  <a:pt x="762410" y="481273"/>
                </a:lnTo>
                <a:lnTo>
                  <a:pt x="762941" y="480835"/>
                </a:lnTo>
                <a:lnTo>
                  <a:pt x="763485" y="480412"/>
                </a:lnTo>
                <a:lnTo>
                  <a:pt x="764040" y="480008"/>
                </a:lnTo>
                <a:lnTo>
                  <a:pt x="764608" y="479621"/>
                </a:lnTo>
                <a:lnTo>
                  <a:pt x="765188" y="479252"/>
                </a:lnTo>
                <a:lnTo>
                  <a:pt x="765781" y="478901"/>
                </a:lnTo>
                <a:lnTo>
                  <a:pt x="766386" y="478568"/>
                </a:lnTo>
                <a:lnTo>
                  <a:pt x="767003" y="478253"/>
                </a:lnTo>
                <a:lnTo>
                  <a:pt x="767632" y="477956"/>
                </a:lnTo>
                <a:lnTo>
                  <a:pt x="768274" y="477677"/>
                </a:lnTo>
                <a:lnTo>
                  <a:pt x="768928" y="477416"/>
                </a:lnTo>
                <a:lnTo>
                  <a:pt x="769594" y="477173"/>
                </a:lnTo>
                <a:lnTo>
                  <a:pt x="770272" y="476949"/>
                </a:lnTo>
                <a:lnTo>
                  <a:pt x="770963" y="476742"/>
                </a:lnTo>
                <a:lnTo>
                  <a:pt x="771666" y="476553"/>
                </a:lnTo>
                <a:lnTo>
                  <a:pt x="772382" y="476382"/>
                </a:lnTo>
                <a:lnTo>
                  <a:pt x="773109" y="476229"/>
                </a:lnTo>
                <a:lnTo>
                  <a:pt x="773849" y="476094"/>
                </a:lnTo>
                <a:lnTo>
                  <a:pt x="774601" y="475977"/>
                </a:lnTo>
                <a:lnTo>
                  <a:pt x="775366" y="475878"/>
                </a:lnTo>
                <a:lnTo>
                  <a:pt x="776143" y="475797"/>
                </a:lnTo>
                <a:lnTo>
                  <a:pt x="776932" y="475734"/>
                </a:lnTo>
                <a:lnTo>
                  <a:pt x="777733" y="475689"/>
                </a:lnTo>
                <a:lnTo>
                  <a:pt x="778547" y="475662"/>
                </a:lnTo>
                <a:lnTo>
                  <a:pt x="779373" y="475653"/>
                </a:lnTo>
                <a:lnTo>
                  <a:pt x="780199" y="475662"/>
                </a:lnTo>
                <a:lnTo>
                  <a:pt x="781013" y="475689"/>
                </a:lnTo>
                <a:lnTo>
                  <a:pt x="781814" y="475734"/>
                </a:lnTo>
                <a:lnTo>
                  <a:pt x="782603" y="475797"/>
                </a:lnTo>
                <a:lnTo>
                  <a:pt x="783380" y="475878"/>
                </a:lnTo>
                <a:lnTo>
                  <a:pt x="784144" y="475977"/>
                </a:lnTo>
                <a:lnTo>
                  <a:pt x="784897" y="476094"/>
                </a:lnTo>
                <a:lnTo>
                  <a:pt x="785636" y="476229"/>
                </a:lnTo>
                <a:lnTo>
                  <a:pt x="786364" y="476382"/>
                </a:lnTo>
                <a:lnTo>
                  <a:pt x="787080" y="476553"/>
                </a:lnTo>
                <a:lnTo>
                  <a:pt x="787783" y="476742"/>
                </a:lnTo>
                <a:lnTo>
                  <a:pt x="788473" y="476949"/>
                </a:lnTo>
                <a:lnTo>
                  <a:pt x="789152" y="477173"/>
                </a:lnTo>
                <a:lnTo>
                  <a:pt x="789818" y="477416"/>
                </a:lnTo>
                <a:lnTo>
                  <a:pt x="790472" y="477677"/>
                </a:lnTo>
                <a:lnTo>
                  <a:pt x="791114" y="477956"/>
                </a:lnTo>
                <a:lnTo>
                  <a:pt x="791743" y="478253"/>
                </a:lnTo>
                <a:lnTo>
                  <a:pt x="792360" y="478568"/>
                </a:lnTo>
                <a:lnTo>
                  <a:pt x="792965" y="478901"/>
                </a:lnTo>
                <a:lnTo>
                  <a:pt x="793557" y="479252"/>
                </a:lnTo>
                <a:lnTo>
                  <a:pt x="794137" y="479621"/>
                </a:lnTo>
                <a:lnTo>
                  <a:pt x="794705" y="480008"/>
                </a:lnTo>
                <a:lnTo>
                  <a:pt x="795261" y="480412"/>
                </a:lnTo>
                <a:lnTo>
                  <a:pt x="795804" y="480835"/>
                </a:lnTo>
                <a:lnTo>
                  <a:pt x="796336" y="481273"/>
                </a:lnTo>
                <a:lnTo>
                  <a:pt x="796855" y="481721"/>
                </a:lnTo>
                <a:lnTo>
                  <a:pt x="797364" y="482181"/>
                </a:lnTo>
                <a:lnTo>
                  <a:pt x="797860" y="482652"/>
                </a:lnTo>
                <a:lnTo>
                  <a:pt x="798345" y="483134"/>
                </a:lnTo>
                <a:lnTo>
                  <a:pt x="798818" y="483628"/>
                </a:lnTo>
                <a:lnTo>
                  <a:pt x="799280" y="484132"/>
                </a:lnTo>
                <a:lnTo>
                  <a:pt x="799730" y="484648"/>
                </a:lnTo>
                <a:lnTo>
                  <a:pt x="800168" y="485175"/>
                </a:lnTo>
                <a:lnTo>
                  <a:pt x="800595" y="485713"/>
                </a:lnTo>
                <a:lnTo>
                  <a:pt x="801010" y="486263"/>
                </a:lnTo>
                <a:lnTo>
                  <a:pt x="801413" y="486823"/>
                </a:lnTo>
                <a:lnTo>
                  <a:pt x="801805" y="487395"/>
                </a:lnTo>
                <a:lnTo>
                  <a:pt x="802185" y="487978"/>
                </a:lnTo>
                <a:lnTo>
                  <a:pt x="802554" y="488572"/>
                </a:lnTo>
                <a:lnTo>
                  <a:pt x="802911" y="489177"/>
                </a:lnTo>
                <a:lnTo>
                  <a:pt x="803256" y="489794"/>
                </a:lnTo>
                <a:lnTo>
                  <a:pt x="803590" y="490422"/>
                </a:lnTo>
                <a:lnTo>
                  <a:pt x="803912" y="491060"/>
                </a:lnTo>
                <a:lnTo>
                  <a:pt x="804222" y="491711"/>
                </a:lnTo>
                <a:lnTo>
                  <a:pt x="804521" y="492372"/>
                </a:lnTo>
                <a:lnTo>
                  <a:pt x="804808" y="493044"/>
                </a:lnTo>
                <a:lnTo>
                  <a:pt x="805083" y="493728"/>
                </a:lnTo>
                <a:lnTo>
                  <a:pt x="805347" y="494423"/>
                </a:lnTo>
                <a:lnTo>
                  <a:pt x="805600" y="495126"/>
                </a:lnTo>
                <a:lnTo>
                  <a:pt x="805842" y="495833"/>
                </a:lnTo>
                <a:lnTo>
                  <a:pt x="806073" y="496545"/>
                </a:lnTo>
                <a:lnTo>
                  <a:pt x="806293" y="497261"/>
                </a:lnTo>
                <a:lnTo>
                  <a:pt x="806503" y="497983"/>
                </a:lnTo>
                <a:lnTo>
                  <a:pt x="806702" y="498708"/>
                </a:lnTo>
                <a:lnTo>
                  <a:pt x="806890" y="499439"/>
                </a:lnTo>
                <a:lnTo>
                  <a:pt x="807068" y="500174"/>
                </a:lnTo>
                <a:lnTo>
                  <a:pt x="807234" y="500913"/>
                </a:lnTo>
                <a:lnTo>
                  <a:pt x="807390" y="501658"/>
                </a:lnTo>
                <a:lnTo>
                  <a:pt x="807535" y="502406"/>
                </a:lnTo>
                <a:lnTo>
                  <a:pt x="807670" y="503160"/>
                </a:lnTo>
                <a:lnTo>
                  <a:pt x="807793" y="503918"/>
                </a:lnTo>
                <a:lnTo>
                  <a:pt x="807906" y="504681"/>
                </a:lnTo>
                <a:lnTo>
                  <a:pt x="808008" y="505448"/>
                </a:lnTo>
                <a:lnTo>
                  <a:pt x="808100" y="506220"/>
                </a:lnTo>
                <a:lnTo>
                  <a:pt x="808181" y="506996"/>
                </a:lnTo>
                <a:lnTo>
                  <a:pt x="808250" y="507777"/>
                </a:lnTo>
                <a:lnTo>
                  <a:pt x="808310" y="508563"/>
                </a:lnTo>
                <a:lnTo>
                  <a:pt x="808358" y="509353"/>
                </a:lnTo>
                <a:lnTo>
                  <a:pt x="808396" y="510148"/>
                </a:lnTo>
                <a:lnTo>
                  <a:pt x="808422" y="510948"/>
                </a:lnTo>
                <a:lnTo>
                  <a:pt x="808439" y="511752"/>
                </a:lnTo>
                <a:lnTo>
                  <a:pt x="808444" y="512561"/>
                </a:lnTo>
                <a:lnTo>
                  <a:pt x="808439" y="513369"/>
                </a:lnTo>
                <a:lnTo>
                  <a:pt x="808422" y="514173"/>
                </a:lnTo>
                <a:lnTo>
                  <a:pt x="808396" y="514972"/>
                </a:lnTo>
                <a:lnTo>
                  <a:pt x="808358" y="515766"/>
                </a:lnTo>
                <a:lnTo>
                  <a:pt x="808310" y="516555"/>
                </a:lnTo>
                <a:lnTo>
                  <a:pt x="808250" y="517340"/>
                </a:lnTo>
                <a:lnTo>
                  <a:pt x="808181" y="518120"/>
                </a:lnTo>
                <a:lnTo>
                  <a:pt x="808100" y="518894"/>
                </a:lnTo>
                <a:lnTo>
                  <a:pt x="808008" y="519664"/>
                </a:lnTo>
                <a:lnTo>
                  <a:pt x="807906" y="520430"/>
                </a:lnTo>
                <a:lnTo>
                  <a:pt x="807793" y="521190"/>
                </a:lnTo>
                <a:lnTo>
                  <a:pt x="807670" y="521946"/>
                </a:lnTo>
                <a:lnTo>
                  <a:pt x="807535" y="522696"/>
                </a:lnTo>
                <a:lnTo>
                  <a:pt x="807390" y="523442"/>
                </a:lnTo>
                <a:lnTo>
                  <a:pt x="807234" y="524183"/>
                </a:lnTo>
                <a:lnTo>
                  <a:pt x="807068" y="524919"/>
                </a:lnTo>
                <a:lnTo>
                  <a:pt x="806890" y="525651"/>
                </a:lnTo>
                <a:lnTo>
                  <a:pt x="806702" y="526377"/>
                </a:lnTo>
                <a:lnTo>
                  <a:pt x="806503" y="527099"/>
                </a:lnTo>
                <a:lnTo>
                  <a:pt x="806293" y="527816"/>
                </a:lnTo>
                <a:lnTo>
                  <a:pt x="806073" y="528528"/>
                </a:lnTo>
                <a:lnTo>
                  <a:pt x="805842" y="529235"/>
                </a:lnTo>
                <a:lnTo>
                  <a:pt x="805600" y="529938"/>
                </a:lnTo>
                <a:lnTo>
                  <a:pt x="805347" y="530635"/>
                </a:lnTo>
                <a:lnTo>
                  <a:pt x="805083" y="531325"/>
                </a:lnTo>
                <a:lnTo>
                  <a:pt x="804808" y="532003"/>
                </a:lnTo>
                <a:lnTo>
                  <a:pt x="804521" y="532670"/>
                </a:lnTo>
                <a:lnTo>
                  <a:pt x="804222" y="533326"/>
                </a:lnTo>
                <a:lnTo>
                  <a:pt x="803912" y="533971"/>
                </a:lnTo>
                <a:lnTo>
                  <a:pt x="803590" y="534605"/>
                </a:lnTo>
                <a:lnTo>
                  <a:pt x="803256" y="535227"/>
                </a:lnTo>
                <a:lnTo>
                  <a:pt x="802911" y="535839"/>
                </a:lnTo>
                <a:lnTo>
                  <a:pt x="802554" y="536439"/>
                </a:lnTo>
                <a:lnTo>
                  <a:pt x="802185" y="537027"/>
                </a:lnTo>
                <a:lnTo>
                  <a:pt x="801805" y="537605"/>
                </a:lnTo>
                <a:lnTo>
                  <a:pt x="801413" y="538172"/>
                </a:lnTo>
                <a:lnTo>
                  <a:pt x="801010" y="538727"/>
                </a:lnTo>
                <a:lnTo>
                  <a:pt x="800595" y="539271"/>
                </a:lnTo>
                <a:lnTo>
                  <a:pt x="800168" y="539804"/>
                </a:lnTo>
                <a:lnTo>
                  <a:pt x="799730" y="540326"/>
                </a:lnTo>
                <a:lnTo>
                  <a:pt x="799280" y="540836"/>
                </a:lnTo>
                <a:lnTo>
                  <a:pt x="798818" y="541335"/>
                </a:lnTo>
                <a:lnTo>
                  <a:pt x="798345" y="541824"/>
                </a:lnTo>
                <a:lnTo>
                  <a:pt x="797860" y="542301"/>
                </a:lnTo>
                <a:lnTo>
                  <a:pt x="797364" y="542766"/>
                </a:lnTo>
                <a:lnTo>
                  <a:pt x="796855" y="543221"/>
                </a:lnTo>
                <a:lnTo>
                  <a:pt x="796336" y="543664"/>
                </a:lnTo>
                <a:lnTo>
                  <a:pt x="795804" y="544096"/>
                </a:lnTo>
                <a:lnTo>
                  <a:pt x="795261" y="544514"/>
                </a:lnTo>
                <a:lnTo>
                  <a:pt x="794705" y="544914"/>
                </a:lnTo>
                <a:lnTo>
                  <a:pt x="794137" y="545296"/>
                </a:lnTo>
                <a:lnTo>
                  <a:pt x="793557" y="545661"/>
                </a:lnTo>
                <a:lnTo>
                  <a:pt x="792965" y="546007"/>
                </a:lnTo>
                <a:lnTo>
                  <a:pt x="792360" y="546336"/>
                </a:lnTo>
                <a:lnTo>
                  <a:pt x="791743" y="546647"/>
                </a:lnTo>
                <a:lnTo>
                  <a:pt x="791114" y="546940"/>
                </a:lnTo>
                <a:lnTo>
                  <a:pt x="790472" y="547216"/>
                </a:lnTo>
                <a:lnTo>
                  <a:pt x="789818" y="547474"/>
                </a:lnTo>
                <a:lnTo>
                  <a:pt x="789152" y="547713"/>
                </a:lnTo>
                <a:lnTo>
                  <a:pt x="788473" y="547936"/>
                </a:lnTo>
                <a:lnTo>
                  <a:pt x="787783" y="548140"/>
                </a:lnTo>
                <a:lnTo>
                  <a:pt x="787080" y="548327"/>
                </a:lnTo>
                <a:lnTo>
                  <a:pt x="786364" y="548496"/>
                </a:lnTo>
                <a:lnTo>
                  <a:pt x="785636" y="548647"/>
                </a:lnTo>
                <a:lnTo>
                  <a:pt x="784897" y="548780"/>
                </a:lnTo>
                <a:lnTo>
                  <a:pt x="784144" y="548895"/>
                </a:lnTo>
                <a:lnTo>
                  <a:pt x="783380" y="548993"/>
                </a:lnTo>
                <a:lnTo>
                  <a:pt x="782603" y="549073"/>
                </a:lnTo>
                <a:lnTo>
                  <a:pt x="781814" y="549135"/>
                </a:lnTo>
                <a:lnTo>
                  <a:pt x="781013" y="549180"/>
                </a:lnTo>
                <a:lnTo>
                  <a:pt x="780199" y="549207"/>
                </a:lnTo>
                <a:lnTo>
                  <a:pt x="779373" y="549215"/>
                </a:lnTo>
                <a:lnTo>
                  <a:pt x="778547" y="549207"/>
                </a:lnTo>
                <a:lnTo>
                  <a:pt x="777733" y="549180"/>
                </a:lnTo>
                <a:lnTo>
                  <a:pt x="776932" y="549135"/>
                </a:lnTo>
                <a:lnTo>
                  <a:pt x="776143" y="549073"/>
                </a:lnTo>
                <a:lnTo>
                  <a:pt x="775366" y="548993"/>
                </a:lnTo>
                <a:lnTo>
                  <a:pt x="774601" y="548895"/>
                </a:lnTo>
                <a:close/>
                <a:moveTo>
                  <a:pt x="1176821" y="562708"/>
                </a:moveTo>
                <a:lnTo>
                  <a:pt x="1177468" y="562651"/>
                </a:lnTo>
                <a:lnTo>
                  <a:pt x="1178106" y="562585"/>
                </a:lnTo>
                <a:lnTo>
                  <a:pt x="1178736" y="562511"/>
                </a:lnTo>
                <a:lnTo>
                  <a:pt x="1179356" y="562427"/>
                </a:lnTo>
                <a:lnTo>
                  <a:pt x="1179967" y="562335"/>
                </a:lnTo>
                <a:lnTo>
                  <a:pt x="1180569" y="562234"/>
                </a:lnTo>
                <a:lnTo>
                  <a:pt x="1181163" y="562124"/>
                </a:lnTo>
                <a:lnTo>
                  <a:pt x="1181747" y="562006"/>
                </a:lnTo>
                <a:lnTo>
                  <a:pt x="1182322" y="561879"/>
                </a:lnTo>
                <a:lnTo>
                  <a:pt x="1182888" y="561743"/>
                </a:lnTo>
                <a:lnTo>
                  <a:pt x="1183446" y="561598"/>
                </a:lnTo>
                <a:lnTo>
                  <a:pt x="1183994" y="561444"/>
                </a:lnTo>
                <a:lnTo>
                  <a:pt x="1184533" y="561282"/>
                </a:lnTo>
                <a:lnTo>
                  <a:pt x="1185063" y="561111"/>
                </a:lnTo>
                <a:lnTo>
                  <a:pt x="1185585" y="560931"/>
                </a:lnTo>
                <a:lnTo>
                  <a:pt x="1186097" y="560742"/>
                </a:lnTo>
                <a:lnTo>
                  <a:pt x="1186600" y="560545"/>
                </a:lnTo>
                <a:lnTo>
                  <a:pt x="1187094" y="560338"/>
                </a:lnTo>
                <a:lnTo>
                  <a:pt x="1187580" y="560126"/>
                </a:lnTo>
                <a:lnTo>
                  <a:pt x="1188058" y="559909"/>
                </a:lnTo>
                <a:lnTo>
                  <a:pt x="1188527" y="559689"/>
                </a:lnTo>
                <a:lnTo>
                  <a:pt x="1188989" y="559466"/>
                </a:lnTo>
                <a:lnTo>
                  <a:pt x="1189442" y="559238"/>
                </a:lnTo>
                <a:lnTo>
                  <a:pt x="1189887" y="559007"/>
                </a:lnTo>
                <a:lnTo>
                  <a:pt x="1190324" y="558772"/>
                </a:lnTo>
                <a:lnTo>
                  <a:pt x="1190753" y="558534"/>
                </a:lnTo>
                <a:lnTo>
                  <a:pt x="1191174" y="558291"/>
                </a:lnTo>
                <a:lnTo>
                  <a:pt x="1191586" y="558045"/>
                </a:lnTo>
                <a:lnTo>
                  <a:pt x="1191991" y="557795"/>
                </a:lnTo>
                <a:lnTo>
                  <a:pt x="1192387" y="557542"/>
                </a:lnTo>
                <a:lnTo>
                  <a:pt x="1192776" y="557284"/>
                </a:lnTo>
                <a:lnTo>
                  <a:pt x="1193156" y="557023"/>
                </a:lnTo>
                <a:lnTo>
                  <a:pt x="1193528" y="556759"/>
                </a:lnTo>
                <a:lnTo>
                  <a:pt x="1193892" y="556490"/>
                </a:lnTo>
                <a:lnTo>
                  <a:pt x="1194248" y="556218"/>
                </a:lnTo>
                <a:lnTo>
                  <a:pt x="1194595" y="555942"/>
                </a:lnTo>
                <a:lnTo>
                  <a:pt x="1194935" y="555662"/>
                </a:lnTo>
                <a:lnTo>
                  <a:pt x="1195266" y="555379"/>
                </a:lnTo>
                <a:lnTo>
                  <a:pt x="1195590" y="555092"/>
                </a:lnTo>
                <a:lnTo>
                  <a:pt x="1195905" y="554801"/>
                </a:lnTo>
                <a:lnTo>
                  <a:pt x="1196212" y="554506"/>
                </a:lnTo>
                <a:lnTo>
                  <a:pt x="1196511" y="554208"/>
                </a:lnTo>
                <a:lnTo>
                  <a:pt x="1196802" y="553909"/>
                </a:lnTo>
                <a:lnTo>
                  <a:pt x="1197087" y="553611"/>
                </a:lnTo>
                <a:lnTo>
                  <a:pt x="1197364" y="553314"/>
                </a:lnTo>
                <a:lnTo>
                  <a:pt x="1197634" y="553020"/>
                </a:lnTo>
                <a:lnTo>
                  <a:pt x="1197898" y="552726"/>
                </a:lnTo>
                <a:lnTo>
                  <a:pt x="1198154" y="552435"/>
                </a:lnTo>
                <a:lnTo>
                  <a:pt x="1198403" y="552144"/>
                </a:lnTo>
                <a:lnTo>
                  <a:pt x="1198646" y="551856"/>
                </a:lnTo>
                <a:lnTo>
                  <a:pt x="1198881" y="551569"/>
                </a:lnTo>
                <a:lnTo>
                  <a:pt x="1199109" y="551283"/>
                </a:lnTo>
                <a:lnTo>
                  <a:pt x="1199330" y="550999"/>
                </a:lnTo>
                <a:lnTo>
                  <a:pt x="1199544" y="550716"/>
                </a:lnTo>
                <a:lnTo>
                  <a:pt x="1199752" y="550435"/>
                </a:lnTo>
                <a:lnTo>
                  <a:pt x="1199952" y="550156"/>
                </a:lnTo>
                <a:lnTo>
                  <a:pt x="1200145" y="549878"/>
                </a:lnTo>
                <a:lnTo>
                  <a:pt x="1200331" y="549602"/>
                </a:lnTo>
                <a:lnTo>
                  <a:pt x="1200510" y="549327"/>
                </a:lnTo>
                <a:lnTo>
                  <a:pt x="1200682" y="549053"/>
                </a:lnTo>
                <a:lnTo>
                  <a:pt x="1200847" y="548782"/>
                </a:lnTo>
                <a:lnTo>
                  <a:pt x="1201005" y="548511"/>
                </a:lnTo>
                <a:lnTo>
                  <a:pt x="1201156" y="548243"/>
                </a:lnTo>
                <a:lnTo>
                  <a:pt x="1201300" y="547976"/>
                </a:lnTo>
                <a:lnTo>
                  <a:pt x="1201437" y="547710"/>
                </a:lnTo>
                <a:lnTo>
                  <a:pt x="1201567" y="547446"/>
                </a:lnTo>
                <a:lnTo>
                  <a:pt x="1202325" y="547446"/>
                </a:lnTo>
                <a:lnTo>
                  <a:pt x="1202325" y="560591"/>
                </a:lnTo>
                <a:lnTo>
                  <a:pt x="1217240" y="560591"/>
                </a:lnTo>
                <a:lnTo>
                  <a:pt x="1217240" y="496635"/>
                </a:lnTo>
                <a:lnTo>
                  <a:pt x="1217233" y="495679"/>
                </a:lnTo>
                <a:lnTo>
                  <a:pt x="1217214" y="494740"/>
                </a:lnTo>
                <a:lnTo>
                  <a:pt x="1217181" y="493816"/>
                </a:lnTo>
                <a:lnTo>
                  <a:pt x="1217135" y="492910"/>
                </a:lnTo>
                <a:lnTo>
                  <a:pt x="1217075" y="492019"/>
                </a:lnTo>
                <a:lnTo>
                  <a:pt x="1217003" y="491144"/>
                </a:lnTo>
                <a:lnTo>
                  <a:pt x="1216917" y="490286"/>
                </a:lnTo>
                <a:lnTo>
                  <a:pt x="1216819" y="489444"/>
                </a:lnTo>
                <a:lnTo>
                  <a:pt x="1216707" y="488618"/>
                </a:lnTo>
                <a:lnTo>
                  <a:pt x="1216582" y="487809"/>
                </a:lnTo>
                <a:lnTo>
                  <a:pt x="1216443" y="487016"/>
                </a:lnTo>
                <a:lnTo>
                  <a:pt x="1216292" y="486239"/>
                </a:lnTo>
                <a:lnTo>
                  <a:pt x="1216127" y="485478"/>
                </a:lnTo>
                <a:lnTo>
                  <a:pt x="1215950" y="484733"/>
                </a:lnTo>
                <a:lnTo>
                  <a:pt x="1215759" y="484005"/>
                </a:lnTo>
                <a:lnTo>
                  <a:pt x="1215555" y="483293"/>
                </a:lnTo>
                <a:lnTo>
                  <a:pt x="1215337" y="482597"/>
                </a:lnTo>
                <a:lnTo>
                  <a:pt x="1215107" y="481918"/>
                </a:lnTo>
                <a:lnTo>
                  <a:pt x="1214863" y="481254"/>
                </a:lnTo>
                <a:lnTo>
                  <a:pt x="1214607" y="480607"/>
                </a:lnTo>
                <a:lnTo>
                  <a:pt x="1214337" y="479976"/>
                </a:lnTo>
                <a:lnTo>
                  <a:pt x="1214054" y="479362"/>
                </a:lnTo>
                <a:lnTo>
                  <a:pt x="1213757" y="478763"/>
                </a:lnTo>
                <a:lnTo>
                  <a:pt x="1213448" y="478181"/>
                </a:lnTo>
                <a:lnTo>
                  <a:pt x="1213129" y="477613"/>
                </a:lnTo>
                <a:lnTo>
                  <a:pt x="1212802" y="477057"/>
                </a:lnTo>
                <a:lnTo>
                  <a:pt x="1212469" y="476513"/>
                </a:lnTo>
                <a:lnTo>
                  <a:pt x="1212130" y="475981"/>
                </a:lnTo>
                <a:lnTo>
                  <a:pt x="1211783" y="475462"/>
                </a:lnTo>
                <a:lnTo>
                  <a:pt x="1211430" y="474954"/>
                </a:lnTo>
                <a:lnTo>
                  <a:pt x="1211069" y="474458"/>
                </a:lnTo>
                <a:lnTo>
                  <a:pt x="1210702" y="473975"/>
                </a:lnTo>
                <a:lnTo>
                  <a:pt x="1210329" y="473503"/>
                </a:lnTo>
                <a:lnTo>
                  <a:pt x="1209948" y="473044"/>
                </a:lnTo>
                <a:lnTo>
                  <a:pt x="1209560" y="472597"/>
                </a:lnTo>
                <a:lnTo>
                  <a:pt x="1209166" y="472161"/>
                </a:lnTo>
                <a:lnTo>
                  <a:pt x="1208765" y="471738"/>
                </a:lnTo>
                <a:lnTo>
                  <a:pt x="1208357" y="471327"/>
                </a:lnTo>
                <a:lnTo>
                  <a:pt x="1207943" y="470928"/>
                </a:lnTo>
                <a:lnTo>
                  <a:pt x="1207521" y="470541"/>
                </a:lnTo>
                <a:lnTo>
                  <a:pt x="1207093" y="470166"/>
                </a:lnTo>
                <a:lnTo>
                  <a:pt x="1206658" y="469803"/>
                </a:lnTo>
                <a:lnTo>
                  <a:pt x="1206216" y="469452"/>
                </a:lnTo>
                <a:lnTo>
                  <a:pt x="1205768" y="469114"/>
                </a:lnTo>
                <a:lnTo>
                  <a:pt x="1205312" y="468787"/>
                </a:lnTo>
                <a:lnTo>
                  <a:pt x="1204850" y="468473"/>
                </a:lnTo>
                <a:lnTo>
                  <a:pt x="1204381" y="468170"/>
                </a:lnTo>
                <a:lnTo>
                  <a:pt x="1203905" y="467880"/>
                </a:lnTo>
                <a:lnTo>
                  <a:pt x="1203430" y="467599"/>
                </a:lnTo>
                <a:lnTo>
                  <a:pt x="1202954" y="467327"/>
                </a:lnTo>
                <a:lnTo>
                  <a:pt x="1202476" y="467063"/>
                </a:lnTo>
                <a:lnTo>
                  <a:pt x="1201997" y="466807"/>
                </a:lnTo>
                <a:lnTo>
                  <a:pt x="1201516" y="466559"/>
                </a:lnTo>
                <a:lnTo>
                  <a:pt x="1201034" y="466319"/>
                </a:lnTo>
                <a:lnTo>
                  <a:pt x="1200550" y="466088"/>
                </a:lnTo>
                <a:lnTo>
                  <a:pt x="1200064" y="465864"/>
                </a:lnTo>
                <a:lnTo>
                  <a:pt x="1199577" y="465649"/>
                </a:lnTo>
                <a:lnTo>
                  <a:pt x="1199088" y="465442"/>
                </a:lnTo>
                <a:lnTo>
                  <a:pt x="1198598" y="465243"/>
                </a:lnTo>
                <a:lnTo>
                  <a:pt x="1198107" y="465052"/>
                </a:lnTo>
                <a:lnTo>
                  <a:pt x="1197614" y="464869"/>
                </a:lnTo>
                <a:lnTo>
                  <a:pt x="1197119" y="464694"/>
                </a:lnTo>
                <a:lnTo>
                  <a:pt x="1196623" y="464527"/>
                </a:lnTo>
                <a:lnTo>
                  <a:pt x="1196125" y="464369"/>
                </a:lnTo>
                <a:lnTo>
                  <a:pt x="1195625" y="464218"/>
                </a:lnTo>
                <a:lnTo>
                  <a:pt x="1195125" y="464076"/>
                </a:lnTo>
                <a:lnTo>
                  <a:pt x="1194622" y="463942"/>
                </a:lnTo>
                <a:lnTo>
                  <a:pt x="1194118" y="463816"/>
                </a:lnTo>
                <a:lnTo>
                  <a:pt x="1193613" y="463698"/>
                </a:lnTo>
                <a:lnTo>
                  <a:pt x="1193106" y="463588"/>
                </a:lnTo>
                <a:lnTo>
                  <a:pt x="1192597" y="463486"/>
                </a:lnTo>
                <a:lnTo>
                  <a:pt x="1192087" y="463393"/>
                </a:lnTo>
                <a:lnTo>
                  <a:pt x="1191584" y="463300"/>
                </a:lnTo>
                <a:lnTo>
                  <a:pt x="1191086" y="463211"/>
                </a:lnTo>
                <a:lnTo>
                  <a:pt x="1190592" y="463126"/>
                </a:lnTo>
                <a:lnTo>
                  <a:pt x="1190103" y="463045"/>
                </a:lnTo>
                <a:lnTo>
                  <a:pt x="1189620" y="462968"/>
                </a:lnTo>
                <a:lnTo>
                  <a:pt x="1189141" y="462895"/>
                </a:lnTo>
                <a:lnTo>
                  <a:pt x="1188666" y="462826"/>
                </a:lnTo>
                <a:lnTo>
                  <a:pt x="1188197" y="462761"/>
                </a:lnTo>
                <a:lnTo>
                  <a:pt x="1187732" y="462699"/>
                </a:lnTo>
                <a:lnTo>
                  <a:pt x="1187273" y="462642"/>
                </a:lnTo>
                <a:lnTo>
                  <a:pt x="1186818" y="462589"/>
                </a:lnTo>
                <a:lnTo>
                  <a:pt x="1186368" y="462539"/>
                </a:lnTo>
                <a:lnTo>
                  <a:pt x="1185922" y="462494"/>
                </a:lnTo>
                <a:lnTo>
                  <a:pt x="1185482" y="462453"/>
                </a:lnTo>
                <a:lnTo>
                  <a:pt x="1185046" y="462415"/>
                </a:lnTo>
                <a:lnTo>
                  <a:pt x="1184616" y="462381"/>
                </a:lnTo>
                <a:lnTo>
                  <a:pt x="1184190" y="462352"/>
                </a:lnTo>
                <a:lnTo>
                  <a:pt x="1183769" y="462326"/>
                </a:lnTo>
                <a:lnTo>
                  <a:pt x="1183352" y="462304"/>
                </a:lnTo>
                <a:lnTo>
                  <a:pt x="1182941" y="462287"/>
                </a:lnTo>
                <a:lnTo>
                  <a:pt x="1182534" y="462273"/>
                </a:lnTo>
                <a:lnTo>
                  <a:pt x="1182132" y="462263"/>
                </a:lnTo>
                <a:lnTo>
                  <a:pt x="1181735" y="462257"/>
                </a:lnTo>
                <a:lnTo>
                  <a:pt x="1181343" y="462255"/>
                </a:lnTo>
                <a:lnTo>
                  <a:pt x="1180732" y="462259"/>
                </a:lnTo>
                <a:lnTo>
                  <a:pt x="1180120" y="462269"/>
                </a:lnTo>
                <a:lnTo>
                  <a:pt x="1179507" y="462287"/>
                </a:lnTo>
                <a:lnTo>
                  <a:pt x="1178893" y="462311"/>
                </a:lnTo>
                <a:lnTo>
                  <a:pt x="1178278" y="462343"/>
                </a:lnTo>
                <a:lnTo>
                  <a:pt x="1177662" y="462381"/>
                </a:lnTo>
                <a:lnTo>
                  <a:pt x="1177045" y="462427"/>
                </a:lnTo>
                <a:lnTo>
                  <a:pt x="1176428" y="462480"/>
                </a:lnTo>
                <a:lnTo>
                  <a:pt x="1175810" y="462539"/>
                </a:lnTo>
                <a:lnTo>
                  <a:pt x="1175190" y="462606"/>
                </a:lnTo>
                <a:lnTo>
                  <a:pt x="1174570" y="462680"/>
                </a:lnTo>
                <a:lnTo>
                  <a:pt x="1173949" y="462761"/>
                </a:lnTo>
                <a:lnTo>
                  <a:pt x="1173327" y="462848"/>
                </a:lnTo>
                <a:lnTo>
                  <a:pt x="1172705" y="462943"/>
                </a:lnTo>
                <a:lnTo>
                  <a:pt x="1172081" y="463045"/>
                </a:lnTo>
                <a:lnTo>
                  <a:pt x="1171456" y="463154"/>
                </a:lnTo>
                <a:lnTo>
                  <a:pt x="1170831" y="463270"/>
                </a:lnTo>
                <a:lnTo>
                  <a:pt x="1170205" y="463393"/>
                </a:lnTo>
                <a:lnTo>
                  <a:pt x="1169578" y="463523"/>
                </a:lnTo>
                <a:lnTo>
                  <a:pt x="1168950" y="463659"/>
                </a:lnTo>
                <a:lnTo>
                  <a:pt x="1168321" y="463803"/>
                </a:lnTo>
                <a:lnTo>
                  <a:pt x="1167691" y="463954"/>
                </a:lnTo>
                <a:lnTo>
                  <a:pt x="1167060" y="464112"/>
                </a:lnTo>
                <a:lnTo>
                  <a:pt x="1166429" y="464277"/>
                </a:lnTo>
                <a:lnTo>
                  <a:pt x="1165804" y="464446"/>
                </a:lnTo>
                <a:lnTo>
                  <a:pt x="1165183" y="464625"/>
                </a:lnTo>
                <a:lnTo>
                  <a:pt x="1164566" y="464815"/>
                </a:lnTo>
                <a:lnTo>
                  <a:pt x="1163953" y="465015"/>
                </a:lnTo>
                <a:lnTo>
                  <a:pt x="1163344" y="465225"/>
                </a:lnTo>
                <a:lnTo>
                  <a:pt x="1162740" y="465447"/>
                </a:lnTo>
                <a:lnTo>
                  <a:pt x="1162138" y="465678"/>
                </a:lnTo>
                <a:lnTo>
                  <a:pt x="1161541" y="465921"/>
                </a:lnTo>
                <a:lnTo>
                  <a:pt x="1160948" y="466173"/>
                </a:lnTo>
                <a:lnTo>
                  <a:pt x="1160359" y="466437"/>
                </a:lnTo>
                <a:lnTo>
                  <a:pt x="1159774" y="466710"/>
                </a:lnTo>
                <a:lnTo>
                  <a:pt x="1159193" y="466995"/>
                </a:lnTo>
                <a:lnTo>
                  <a:pt x="1158615" y="467290"/>
                </a:lnTo>
                <a:lnTo>
                  <a:pt x="1158042" y="467595"/>
                </a:lnTo>
                <a:lnTo>
                  <a:pt x="1157472" y="467911"/>
                </a:lnTo>
                <a:lnTo>
                  <a:pt x="1156907" y="468238"/>
                </a:lnTo>
                <a:lnTo>
                  <a:pt x="1156345" y="468575"/>
                </a:lnTo>
                <a:lnTo>
                  <a:pt x="1155788" y="468922"/>
                </a:lnTo>
                <a:lnTo>
                  <a:pt x="1155234" y="469281"/>
                </a:lnTo>
                <a:lnTo>
                  <a:pt x="1154684" y="469649"/>
                </a:lnTo>
                <a:lnTo>
                  <a:pt x="1154139" y="470028"/>
                </a:lnTo>
                <a:lnTo>
                  <a:pt x="1153597" y="470418"/>
                </a:lnTo>
                <a:lnTo>
                  <a:pt x="1153059" y="470818"/>
                </a:lnTo>
                <a:lnTo>
                  <a:pt x="1152525" y="471229"/>
                </a:lnTo>
                <a:lnTo>
                  <a:pt x="1152003" y="471647"/>
                </a:lnTo>
                <a:lnTo>
                  <a:pt x="1151489" y="472078"/>
                </a:lnTo>
                <a:lnTo>
                  <a:pt x="1150985" y="472523"/>
                </a:lnTo>
                <a:lnTo>
                  <a:pt x="1150489" y="472981"/>
                </a:lnTo>
                <a:lnTo>
                  <a:pt x="1150002" y="473453"/>
                </a:lnTo>
                <a:lnTo>
                  <a:pt x="1149523" y="473939"/>
                </a:lnTo>
                <a:lnTo>
                  <a:pt x="1149054" y="474438"/>
                </a:lnTo>
                <a:lnTo>
                  <a:pt x="1148593" y="474951"/>
                </a:lnTo>
                <a:lnTo>
                  <a:pt x="1148141" y="475477"/>
                </a:lnTo>
                <a:lnTo>
                  <a:pt x="1147698" y="476017"/>
                </a:lnTo>
                <a:lnTo>
                  <a:pt x="1147263" y="476571"/>
                </a:lnTo>
                <a:lnTo>
                  <a:pt x="1146837" y="477138"/>
                </a:lnTo>
                <a:lnTo>
                  <a:pt x="1146420" y="477719"/>
                </a:lnTo>
                <a:lnTo>
                  <a:pt x="1146012" y="478313"/>
                </a:lnTo>
                <a:lnTo>
                  <a:pt x="1145613" y="478922"/>
                </a:lnTo>
                <a:lnTo>
                  <a:pt x="1145222" y="479543"/>
                </a:lnTo>
                <a:lnTo>
                  <a:pt x="1144840" y="480178"/>
                </a:lnTo>
                <a:lnTo>
                  <a:pt x="1144467" y="480827"/>
                </a:lnTo>
                <a:lnTo>
                  <a:pt x="1144103" y="481490"/>
                </a:lnTo>
                <a:lnTo>
                  <a:pt x="1143748" y="482166"/>
                </a:lnTo>
                <a:lnTo>
                  <a:pt x="1143401" y="482856"/>
                </a:lnTo>
                <a:lnTo>
                  <a:pt x="1143063" y="483559"/>
                </a:lnTo>
                <a:lnTo>
                  <a:pt x="1142734" y="484276"/>
                </a:lnTo>
                <a:lnTo>
                  <a:pt x="1142413" y="485006"/>
                </a:lnTo>
                <a:lnTo>
                  <a:pt x="1156570" y="490062"/>
                </a:lnTo>
                <a:lnTo>
                  <a:pt x="1156781" y="489621"/>
                </a:lnTo>
                <a:lnTo>
                  <a:pt x="1157006" y="489182"/>
                </a:lnTo>
                <a:lnTo>
                  <a:pt x="1157242" y="488745"/>
                </a:lnTo>
                <a:lnTo>
                  <a:pt x="1157491" y="488310"/>
                </a:lnTo>
                <a:lnTo>
                  <a:pt x="1157753" y="487878"/>
                </a:lnTo>
                <a:lnTo>
                  <a:pt x="1158027" y="487447"/>
                </a:lnTo>
                <a:lnTo>
                  <a:pt x="1158314" y="487019"/>
                </a:lnTo>
                <a:lnTo>
                  <a:pt x="1158613" y="486593"/>
                </a:lnTo>
                <a:lnTo>
                  <a:pt x="1158925" y="486170"/>
                </a:lnTo>
                <a:lnTo>
                  <a:pt x="1159249" y="485748"/>
                </a:lnTo>
                <a:lnTo>
                  <a:pt x="1159586" y="485329"/>
                </a:lnTo>
                <a:lnTo>
                  <a:pt x="1159935" y="484912"/>
                </a:lnTo>
                <a:lnTo>
                  <a:pt x="1160297" y="484497"/>
                </a:lnTo>
                <a:lnTo>
                  <a:pt x="1160671" y="484084"/>
                </a:lnTo>
                <a:lnTo>
                  <a:pt x="1161058" y="483673"/>
                </a:lnTo>
                <a:lnTo>
                  <a:pt x="1161457" y="483265"/>
                </a:lnTo>
                <a:lnTo>
                  <a:pt x="1161869" y="482859"/>
                </a:lnTo>
                <a:lnTo>
                  <a:pt x="1162293" y="482455"/>
                </a:lnTo>
                <a:lnTo>
                  <a:pt x="1162730" y="482053"/>
                </a:lnTo>
                <a:lnTo>
                  <a:pt x="1163179" y="481653"/>
                </a:lnTo>
                <a:lnTo>
                  <a:pt x="1163641" y="481256"/>
                </a:lnTo>
                <a:lnTo>
                  <a:pt x="1164115" y="480861"/>
                </a:lnTo>
                <a:lnTo>
                  <a:pt x="1164602" y="480468"/>
                </a:lnTo>
                <a:lnTo>
                  <a:pt x="1165102" y="480077"/>
                </a:lnTo>
                <a:lnTo>
                  <a:pt x="1165615" y="479695"/>
                </a:lnTo>
                <a:lnTo>
                  <a:pt x="1166145" y="479330"/>
                </a:lnTo>
                <a:lnTo>
                  <a:pt x="1166690" y="478981"/>
                </a:lnTo>
                <a:lnTo>
                  <a:pt x="1167252" y="478648"/>
                </a:lnTo>
                <a:lnTo>
                  <a:pt x="1167830" y="478331"/>
                </a:lnTo>
                <a:lnTo>
                  <a:pt x="1168423" y="478031"/>
                </a:lnTo>
                <a:lnTo>
                  <a:pt x="1169033" y="477747"/>
                </a:lnTo>
                <a:lnTo>
                  <a:pt x="1169659" y="477479"/>
                </a:lnTo>
                <a:lnTo>
                  <a:pt x="1170301" y="477227"/>
                </a:lnTo>
                <a:lnTo>
                  <a:pt x="1170958" y="476992"/>
                </a:lnTo>
                <a:lnTo>
                  <a:pt x="1171632" y="476772"/>
                </a:lnTo>
                <a:lnTo>
                  <a:pt x="1172322" y="476569"/>
                </a:lnTo>
                <a:lnTo>
                  <a:pt x="1173028" y="476383"/>
                </a:lnTo>
                <a:lnTo>
                  <a:pt x="1173750" y="476212"/>
                </a:lnTo>
                <a:lnTo>
                  <a:pt x="1174487" y="476058"/>
                </a:lnTo>
                <a:lnTo>
                  <a:pt x="1175241" y="475920"/>
                </a:lnTo>
                <a:lnTo>
                  <a:pt x="1176011" y="475798"/>
                </a:lnTo>
                <a:lnTo>
                  <a:pt x="1176797" y="475693"/>
                </a:lnTo>
                <a:lnTo>
                  <a:pt x="1177599" y="475603"/>
                </a:lnTo>
                <a:lnTo>
                  <a:pt x="1178417" y="475530"/>
                </a:lnTo>
                <a:lnTo>
                  <a:pt x="1179251" y="475473"/>
                </a:lnTo>
                <a:lnTo>
                  <a:pt x="1180101" y="475433"/>
                </a:lnTo>
                <a:lnTo>
                  <a:pt x="1180967" y="475408"/>
                </a:lnTo>
                <a:lnTo>
                  <a:pt x="1181849" y="475400"/>
                </a:lnTo>
                <a:lnTo>
                  <a:pt x="1182698" y="475409"/>
                </a:lnTo>
                <a:lnTo>
                  <a:pt x="1183529" y="475436"/>
                </a:lnTo>
                <a:lnTo>
                  <a:pt x="1184342" y="475481"/>
                </a:lnTo>
                <a:lnTo>
                  <a:pt x="1185137" y="475544"/>
                </a:lnTo>
                <a:lnTo>
                  <a:pt x="1185913" y="475625"/>
                </a:lnTo>
                <a:lnTo>
                  <a:pt x="1186672" y="475724"/>
                </a:lnTo>
                <a:lnTo>
                  <a:pt x="1187412" y="475841"/>
                </a:lnTo>
                <a:lnTo>
                  <a:pt x="1188134" y="475976"/>
                </a:lnTo>
                <a:lnTo>
                  <a:pt x="1188837" y="476129"/>
                </a:lnTo>
                <a:lnTo>
                  <a:pt x="1189523" y="476300"/>
                </a:lnTo>
                <a:lnTo>
                  <a:pt x="1190190" y="476489"/>
                </a:lnTo>
                <a:lnTo>
                  <a:pt x="1190839" y="476696"/>
                </a:lnTo>
                <a:lnTo>
                  <a:pt x="1191470" y="476921"/>
                </a:lnTo>
                <a:lnTo>
                  <a:pt x="1192082" y="477164"/>
                </a:lnTo>
                <a:lnTo>
                  <a:pt x="1192677" y="477425"/>
                </a:lnTo>
                <a:lnTo>
                  <a:pt x="1193253" y="477703"/>
                </a:lnTo>
                <a:lnTo>
                  <a:pt x="1193811" y="478000"/>
                </a:lnTo>
                <a:lnTo>
                  <a:pt x="1194350" y="478315"/>
                </a:lnTo>
                <a:lnTo>
                  <a:pt x="1194872" y="478648"/>
                </a:lnTo>
                <a:lnTo>
                  <a:pt x="1195375" y="478999"/>
                </a:lnTo>
                <a:lnTo>
                  <a:pt x="1195860" y="479368"/>
                </a:lnTo>
                <a:lnTo>
                  <a:pt x="1196327" y="479755"/>
                </a:lnTo>
                <a:lnTo>
                  <a:pt x="1196776" y="480160"/>
                </a:lnTo>
                <a:lnTo>
                  <a:pt x="1197206" y="480582"/>
                </a:lnTo>
                <a:lnTo>
                  <a:pt x="1197624" y="481022"/>
                </a:lnTo>
                <a:lnTo>
                  <a:pt x="1198024" y="481475"/>
                </a:lnTo>
                <a:lnTo>
                  <a:pt x="1198406" y="481943"/>
                </a:lnTo>
                <a:lnTo>
                  <a:pt x="1198770" y="482426"/>
                </a:lnTo>
                <a:lnTo>
                  <a:pt x="1199117" y="482923"/>
                </a:lnTo>
                <a:lnTo>
                  <a:pt x="1199446" y="483434"/>
                </a:lnTo>
                <a:lnTo>
                  <a:pt x="1199757" y="483960"/>
                </a:lnTo>
                <a:lnTo>
                  <a:pt x="1200050" y="484501"/>
                </a:lnTo>
                <a:lnTo>
                  <a:pt x="1200325" y="485056"/>
                </a:lnTo>
                <a:lnTo>
                  <a:pt x="1200583" y="485625"/>
                </a:lnTo>
                <a:lnTo>
                  <a:pt x="1200823" y="486209"/>
                </a:lnTo>
                <a:lnTo>
                  <a:pt x="1201045" y="486807"/>
                </a:lnTo>
                <a:lnTo>
                  <a:pt x="1201250" y="487420"/>
                </a:lnTo>
                <a:lnTo>
                  <a:pt x="1201436" y="488048"/>
                </a:lnTo>
                <a:lnTo>
                  <a:pt x="1201605" y="488690"/>
                </a:lnTo>
                <a:lnTo>
                  <a:pt x="1201756" y="489346"/>
                </a:lnTo>
                <a:lnTo>
                  <a:pt x="1201890" y="490017"/>
                </a:lnTo>
                <a:lnTo>
                  <a:pt x="1202005" y="490702"/>
                </a:lnTo>
                <a:lnTo>
                  <a:pt x="1202103" y="491402"/>
                </a:lnTo>
                <a:lnTo>
                  <a:pt x="1202183" y="492116"/>
                </a:lnTo>
                <a:lnTo>
                  <a:pt x="1202245" y="492845"/>
                </a:lnTo>
                <a:lnTo>
                  <a:pt x="1202290" y="493588"/>
                </a:lnTo>
                <a:lnTo>
                  <a:pt x="1202316" y="494346"/>
                </a:lnTo>
                <a:lnTo>
                  <a:pt x="1202325" y="495118"/>
                </a:lnTo>
                <a:lnTo>
                  <a:pt x="1202325" y="495624"/>
                </a:lnTo>
                <a:lnTo>
                  <a:pt x="1202321" y="495920"/>
                </a:lnTo>
                <a:lnTo>
                  <a:pt x="1202307" y="496209"/>
                </a:lnTo>
                <a:lnTo>
                  <a:pt x="1202285" y="496491"/>
                </a:lnTo>
                <a:lnTo>
                  <a:pt x="1202253" y="496765"/>
                </a:lnTo>
                <a:lnTo>
                  <a:pt x="1202213" y="497031"/>
                </a:lnTo>
                <a:lnTo>
                  <a:pt x="1202163" y="497290"/>
                </a:lnTo>
                <a:lnTo>
                  <a:pt x="1202105" y="497542"/>
                </a:lnTo>
                <a:lnTo>
                  <a:pt x="1202037" y="497786"/>
                </a:lnTo>
                <a:lnTo>
                  <a:pt x="1201961" y="498023"/>
                </a:lnTo>
                <a:lnTo>
                  <a:pt x="1201875" y="498252"/>
                </a:lnTo>
                <a:lnTo>
                  <a:pt x="1201781" y="498474"/>
                </a:lnTo>
                <a:lnTo>
                  <a:pt x="1201677" y="498689"/>
                </a:lnTo>
                <a:lnTo>
                  <a:pt x="1201565" y="498896"/>
                </a:lnTo>
                <a:lnTo>
                  <a:pt x="1201443" y="499095"/>
                </a:lnTo>
                <a:lnTo>
                  <a:pt x="1201313" y="499287"/>
                </a:lnTo>
                <a:lnTo>
                  <a:pt x="1201174" y="499472"/>
                </a:lnTo>
                <a:lnTo>
                  <a:pt x="1201025" y="499649"/>
                </a:lnTo>
                <a:lnTo>
                  <a:pt x="1200868" y="499818"/>
                </a:lnTo>
                <a:lnTo>
                  <a:pt x="1200701" y="499980"/>
                </a:lnTo>
                <a:lnTo>
                  <a:pt x="1200526" y="500135"/>
                </a:lnTo>
                <a:lnTo>
                  <a:pt x="1200341" y="500282"/>
                </a:lnTo>
                <a:lnTo>
                  <a:pt x="1200148" y="500422"/>
                </a:lnTo>
                <a:lnTo>
                  <a:pt x="1199946" y="500555"/>
                </a:lnTo>
                <a:lnTo>
                  <a:pt x="1199734" y="500679"/>
                </a:lnTo>
                <a:lnTo>
                  <a:pt x="1199518" y="500799"/>
                </a:lnTo>
                <a:lnTo>
                  <a:pt x="1199292" y="500916"/>
                </a:lnTo>
                <a:lnTo>
                  <a:pt x="1199055" y="501030"/>
                </a:lnTo>
                <a:lnTo>
                  <a:pt x="1198807" y="501141"/>
                </a:lnTo>
                <a:lnTo>
                  <a:pt x="1198549" y="501249"/>
                </a:lnTo>
                <a:lnTo>
                  <a:pt x="1198281" y="501355"/>
                </a:lnTo>
                <a:lnTo>
                  <a:pt x="1198001" y="501457"/>
                </a:lnTo>
                <a:lnTo>
                  <a:pt x="1197712" y="501557"/>
                </a:lnTo>
                <a:lnTo>
                  <a:pt x="1197412" y="501654"/>
                </a:lnTo>
                <a:lnTo>
                  <a:pt x="1197101" y="501748"/>
                </a:lnTo>
                <a:lnTo>
                  <a:pt x="1196780" y="501839"/>
                </a:lnTo>
                <a:lnTo>
                  <a:pt x="1196448" y="501928"/>
                </a:lnTo>
                <a:lnTo>
                  <a:pt x="1196105" y="502013"/>
                </a:lnTo>
                <a:lnTo>
                  <a:pt x="1195753" y="502096"/>
                </a:lnTo>
                <a:lnTo>
                  <a:pt x="1195389" y="502175"/>
                </a:lnTo>
                <a:lnTo>
                  <a:pt x="1195015" y="502252"/>
                </a:lnTo>
                <a:lnTo>
                  <a:pt x="1194631" y="502326"/>
                </a:lnTo>
                <a:lnTo>
                  <a:pt x="1194236" y="502398"/>
                </a:lnTo>
                <a:lnTo>
                  <a:pt x="1193830" y="502466"/>
                </a:lnTo>
                <a:lnTo>
                  <a:pt x="1193414" y="502531"/>
                </a:lnTo>
                <a:lnTo>
                  <a:pt x="1192988" y="502594"/>
                </a:lnTo>
                <a:lnTo>
                  <a:pt x="1192551" y="502654"/>
                </a:lnTo>
                <a:lnTo>
                  <a:pt x="1192103" y="502711"/>
                </a:lnTo>
                <a:lnTo>
                  <a:pt x="1191645" y="502765"/>
                </a:lnTo>
                <a:lnTo>
                  <a:pt x="1191181" y="502813"/>
                </a:lnTo>
                <a:lnTo>
                  <a:pt x="1190705" y="502864"/>
                </a:lnTo>
                <a:lnTo>
                  <a:pt x="1190218" y="502916"/>
                </a:lnTo>
                <a:lnTo>
                  <a:pt x="1189719" y="502970"/>
                </a:lnTo>
                <a:lnTo>
                  <a:pt x="1189208" y="503027"/>
                </a:lnTo>
                <a:lnTo>
                  <a:pt x="1188686" y="503085"/>
                </a:lnTo>
                <a:lnTo>
                  <a:pt x="1188152" y="503145"/>
                </a:lnTo>
                <a:lnTo>
                  <a:pt x="1187607" y="503207"/>
                </a:lnTo>
                <a:lnTo>
                  <a:pt x="1187050" y="503272"/>
                </a:lnTo>
                <a:lnTo>
                  <a:pt x="1186481" y="503338"/>
                </a:lnTo>
                <a:lnTo>
                  <a:pt x="1185901" y="503406"/>
                </a:lnTo>
                <a:lnTo>
                  <a:pt x="1185309" y="503476"/>
                </a:lnTo>
                <a:lnTo>
                  <a:pt x="1184705" y="503548"/>
                </a:lnTo>
                <a:lnTo>
                  <a:pt x="1184090" y="503622"/>
                </a:lnTo>
                <a:lnTo>
                  <a:pt x="1183463" y="503698"/>
                </a:lnTo>
                <a:lnTo>
                  <a:pt x="1182825" y="503776"/>
                </a:lnTo>
                <a:lnTo>
                  <a:pt x="1182175" y="503856"/>
                </a:lnTo>
                <a:lnTo>
                  <a:pt x="1181513" y="503938"/>
                </a:lnTo>
                <a:lnTo>
                  <a:pt x="1180840" y="504022"/>
                </a:lnTo>
                <a:lnTo>
                  <a:pt x="1180155" y="504108"/>
                </a:lnTo>
                <a:lnTo>
                  <a:pt x="1179458" y="504196"/>
                </a:lnTo>
                <a:lnTo>
                  <a:pt x="1178750" y="504286"/>
                </a:lnTo>
                <a:lnTo>
                  <a:pt x="1178030" y="504377"/>
                </a:lnTo>
                <a:lnTo>
                  <a:pt x="1177299" y="504471"/>
                </a:lnTo>
                <a:lnTo>
                  <a:pt x="1176735" y="504546"/>
                </a:lnTo>
                <a:lnTo>
                  <a:pt x="1176172" y="504623"/>
                </a:lnTo>
                <a:lnTo>
                  <a:pt x="1175609" y="504702"/>
                </a:lnTo>
                <a:lnTo>
                  <a:pt x="1175046" y="504784"/>
                </a:lnTo>
                <a:lnTo>
                  <a:pt x="1174484" y="504867"/>
                </a:lnTo>
                <a:lnTo>
                  <a:pt x="1173922" y="504953"/>
                </a:lnTo>
                <a:lnTo>
                  <a:pt x="1173360" y="505041"/>
                </a:lnTo>
                <a:lnTo>
                  <a:pt x="1172798" y="505131"/>
                </a:lnTo>
                <a:lnTo>
                  <a:pt x="1172236" y="505224"/>
                </a:lnTo>
                <a:lnTo>
                  <a:pt x="1171675" y="505318"/>
                </a:lnTo>
                <a:lnTo>
                  <a:pt x="1171113" y="505415"/>
                </a:lnTo>
                <a:lnTo>
                  <a:pt x="1170552" y="505514"/>
                </a:lnTo>
                <a:lnTo>
                  <a:pt x="1169992" y="505615"/>
                </a:lnTo>
                <a:lnTo>
                  <a:pt x="1169431" y="505719"/>
                </a:lnTo>
                <a:lnTo>
                  <a:pt x="1168871" y="505824"/>
                </a:lnTo>
                <a:lnTo>
                  <a:pt x="1168311" y="505932"/>
                </a:lnTo>
                <a:lnTo>
                  <a:pt x="1167751" y="506042"/>
                </a:lnTo>
                <a:lnTo>
                  <a:pt x="1167191" y="506154"/>
                </a:lnTo>
                <a:lnTo>
                  <a:pt x="1166632" y="506268"/>
                </a:lnTo>
                <a:lnTo>
                  <a:pt x="1166072" y="506385"/>
                </a:lnTo>
                <a:lnTo>
                  <a:pt x="1165513" y="506504"/>
                </a:lnTo>
                <a:lnTo>
                  <a:pt x="1164955" y="506624"/>
                </a:lnTo>
                <a:lnTo>
                  <a:pt x="1164396" y="506748"/>
                </a:lnTo>
                <a:lnTo>
                  <a:pt x="1163838" y="506873"/>
                </a:lnTo>
                <a:lnTo>
                  <a:pt x="1163287" y="506997"/>
                </a:lnTo>
                <a:lnTo>
                  <a:pt x="1162740" y="507126"/>
                </a:lnTo>
                <a:lnTo>
                  <a:pt x="1162196" y="507260"/>
                </a:lnTo>
                <a:lnTo>
                  <a:pt x="1161657" y="507399"/>
                </a:lnTo>
                <a:lnTo>
                  <a:pt x="1161122" y="507544"/>
                </a:lnTo>
                <a:lnTo>
                  <a:pt x="1160591" y="507694"/>
                </a:lnTo>
                <a:lnTo>
                  <a:pt x="1160063" y="507850"/>
                </a:lnTo>
                <a:lnTo>
                  <a:pt x="1159540" y="508010"/>
                </a:lnTo>
                <a:lnTo>
                  <a:pt x="1159021" y="508176"/>
                </a:lnTo>
                <a:lnTo>
                  <a:pt x="1158505" y="508347"/>
                </a:lnTo>
                <a:lnTo>
                  <a:pt x="1157994" y="508524"/>
                </a:lnTo>
                <a:lnTo>
                  <a:pt x="1157486" y="508706"/>
                </a:lnTo>
                <a:lnTo>
                  <a:pt x="1156983" y="508893"/>
                </a:lnTo>
                <a:lnTo>
                  <a:pt x="1156483" y="509085"/>
                </a:lnTo>
                <a:lnTo>
                  <a:pt x="1155987" y="509282"/>
                </a:lnTo>
                <a:lnTo>
                  <a:pt x="1155495" y="509485"/>
                </a:lnTo>
                <a:lnTo>
                  <a:pt x="1155008" y="509693"/>
                </a:lnTo>
                <a:lnTo>
                  <a:pt x="1154524" y="509906"/>
                </a:lnTo>
                <a:lnTo>
                  <a:pt x="1154044" y="510125"/>
                </a:lnTo>
                <a:lnTo>
                  <a:pt x="1153568" y="510349"/>
                </a:lnTo>
                <a:lnTo>
                  <a:pt x="1153096" y="510578"/>
                </a:lnTo>
                <a:lnTo>
                  <a:pt x="1152628" y="510812"/>
                </a:lnTo>
                <a:lnTo>
                  <a:pt x="1152164" y="511052"/>
                </a:lnTo>
                <a:lnTo>
                  <a:pt x="1151704" y="511297"/>
                </a:lnTo>
                <a:lnTo>
                  <a:pt x="1151249" y="511548"/>
                </a:lnTo>
                <a:lnTo>
                  <a:pt x="1150803" y="511808"/>
                </a:lnTo>
                <a:lnTo>
                  <a:pt x="1150364" y="512075"/>
                </a:lnTo>
                <a:lnTo>
                  <a:pt x="1149932" y="512350"/>
                </a:lnTo>
                <a:lnTo>
                  <a:pt x="1149509" y="512633"/>
                </a:lnTo>
                <a:lnTo>
                  <a:pt x="1149093" y="512924"/>
                </a:lnTo>
                <a:lnTo>
                  <a:pt x="1148684" y="513223"/>
                </a:lnTo>
                <a:lnTo>
                  <a:pt x="1148284" y="513530"/>
                </a:lnTo>
                <a:lnTo>
                  <a:pt x="1147891" y="513844"/>
                </a:lnTo>
                <a:lnTo>
                  <a:pt x="1147506" y="514167"/>
                </a:lnTo>
                <a:lnTo>
                  <a:pt x="1147128" y="514497"/>
                </a:lnTo>
                <a:lnTo>
                  <a:pt x="1146758" y="514836"/>
                </a:lnTo>
                <a:lnTo>
                  <a:pt x="1146396" y="515182"/>
                </a:lnTo>
                <a:lnTo>
                  <a:pt x="1146042" y="515536"/>
                </a:lnTo>
                <a:lnTo>
                  <a:pt x="1145695" y="515898"/>
                </a:lnTo>
                <a:lnTo>
                  <a:pt x="1145356" y="516268"/>
                </a:lnTo>
                <a:lnTo>
                  <a:pt x="1145024" y="516646"/>
                </a:lnTo>
                <a:lnTo>
                  <a:pt x="1144700" y="517032"/>
                </a:lnTo>
                <a:lnTo>
                  <a:pt x="1144384" y="517426"/>
                </a:lnTo>
                <a:lnTo>
                  <a:pt x="1144076" y="517827"/>
                </a:lnTo>
                <a:lnTo>
                  <a:pt x="1143775" y="518237"/>
                </a:lnTo>
                <a:lnTo>
                  <a:pt x="1143482" y="518654"/>
                </a:lnTo>
                <a:lnTo>
                  <a:pt x="1143197" y="519079"/>
                </a:lnTo>
                <a:lnTo>
                  <a:pt x="1142919" y="519512"/>
                </a:lnTo>
                <a:lnTo>
                  <a:pt x="1142651" y="519950"/>
                </a:lnTo>
                <a:lnTo>
                  <a:pt x="1142394" y="520398"/>
                </a:lnTo>
                <a:lnTo>
                  <a:pt x="1142149" y="520857"/>
                </a:lnTo>
                <a:lnTo>
                  <a:pt x="1141915" y="521328"/>
                </a:lnTo>
                <a:lnTo>
                  <a:pt x="1141692" y="521809"/>
                </a:lnTo>
                <a:lnTo>
                  <a:pt x="1141481" y="522301"/>
                </a:lnTo>
                <a:lnTo>
                  <a:pt x="1141282" y="522804"/>
                </a:lnTo>
                <a:lnTo>
                  <a:pt x="1141093" y="523318"/>
                </a:lnTo>
                <a:lnTo>
                  <a:pt x="1140916" y="523843"/>
                </a:lnTo>
                <a:lnTo>
                  <a:pt x="1140751" y="524380"/>
                </a:lnTo>
                <a:lnTo>
                  <a:pt x="1140597" y="524927"/>
                </a:lnTo>
                <a:lnTo>
                  <a:pt x="1140454" y="525485"/>
                </a:lnTo>
                <a:lnTo>
                  <a:pt x="1140323" y="526054"/>
                </a:lnTo>
                <a:lnTo>
                  <a:pt x="1140203" y="526634"/>
                </a:lnTo>
                <a:lnTo>
                  <a:pt x="1140095" y="527225"/>
                </a:lnTo>
                <a:lnTo>
                  <a:pt x="1139998" y="527826"/>
                </a:lnTo>
                <a:lnTo>
                  <a:pt x="1139912" y="528439"/>
                </a:lnTo>
                <a:lnTo>
                  <a:pt x="1139838" y="529063"/>
                </a:lnTo>
                <a:lnTo>
                  <a:pt x="1139775" y="529698"/>
                </a:lnTo>
                <a:lnTo>
                  <a:pt x="1139724" y="530344"/>
                </a:lnTo>
                <a:lnTo>
                  <a:pt x="1139684" y="531001"/>
                </a:lnTo>
                <a:lnTo>
                  <a:pt x="1139655" y="531668"/>
                </a:lnTo>
                <a:lnTo>
                  <a:pt x="1139638" y="532347"/>
                </a:lnTo>
                <a:lnTo>
                  <a:pt x="1139633" y="533037"/>
                </a:lnTo>
                <a:lnTo>
                  <a:pt x="1139640" y="533822"/>
                </a:lnTo>
                <a:lnTo>
                  <a:pt x="1139663" y="534597"/>
                </a:lnTo>
                <a:lnTo>
                  <a:pt x="1139702" y="535363"/>
                </a:lnTo>
                <a:lnTo>
                  <a:pt x="1139756" y="536119"/>
                </a:lnTo>
                <a:lnTo>
                  <a:pt x="1139825" y="536866"/>
                </a:lnTo>
                <a:lnTo>
                  <a:pt x="1139909" y="537603"/>
                </a:lnTo>
                <a:lnTo>
                  <a:pt x="1140009" y="538330"/>
                </a:lnTo>
                <a:lnTo>
                  <a:pt x="1140124" y="539048"/>
                </a:lnTo>
                <a:lnTo>
                  <a:pt x="1140255" y="539755"/>
                </a:lnTo>
                <a:lnTo>
                  <a:pt x="1140401" y="540454"/>
                </a:lnTo>
                <a:lnTo>
                  <a:pt x="1140562" y="541142"/>
                </a:lnTo>
                <a:lnTo>
                  <a:pt x="1140739" y="541821"/>
                </a:lnTo>
                <a:lnTo>
                  <a:pt x="1140931" y="542491"/>
                </a:lnTo>
                <a:lnTo>
                  <a:pt x="1141138" y="543150"/>
                </a:lnTo>
                <a:lnTo>
                  <a:pt x="1141361" y="543800"/>
                </a:lnTo>
                <a:lnTo>
                  <a:pt x="1141599" y="544440"/>
                </a:lnTo>
                <a:lnTo>
                  <a:pt x="1141852" y="545071"/>
                </a:lnTo>
                <a:lnTo>
                  <a:pt x="1142121" y="545692"/>
                </a:lnTo>
                <a:lnTo>
                  <a:pt x="1142405" y="546303"/>
                </a:lnTo>
                <a:lnTo>
                  <a:pt x="1142705" y="546905"/>
                </a:lnTo>
                <a:lnTo>
                  <a:pt x="1143020" y="547497"/>
                </a:lnTo>
                <a:lnTo>
                  <a:pt x="1143350" y="548080"/>
                </a:lnTo>
                <a:lnTo>
                  <a:pt x="1143696" y="548652"/>
                </a:lnTo>
                <a:lnTo>
                  <a:pt x="1144057" y="549215"/>
                </a:lnTo>
                <a:lnTo>
                  <a:pt x="1144431" y="549763"/>
                </a:lnTo>
                <a:lnTo>
                  <a:pt x="1144815" y="550300"/>
                </a:lnTo>
                <a:lnTo>
                  <a:pt x="1145211" y="550826"/>
                </a:lnTo>
                <a:lnTo>
                  <a:pt x="1145617" y="551341"/>
                </a:lnTo>
                <a:lnTo>
                  <a:pt x="1146034" y="551846"/>
                </a:lnTo>
                <a:lnTo>
                  <a:pt x="1146462" y="552340"/>
                </a:lnTo>
                <a:lnTo>
                  <a:pt x="1146901" y="552823"/>
                </a:lnTo>
                <a:lnTo>
                  <a:pt x="1147350" y="553295"/>
                </a:lnTo>
                <a:lnTo>
                  <a:pt x="1147810" y="553757"/>
                </a:lnTo>
                <a:lnTo>
                  <a:pt x="1148281" y="554208"/>
                </a:lnTo>
                <a:lnTo>
                  <a:pt x="1148762" y="554648"/>
                </a:lnTo>
                <a:lnTo>
                  <a:pt x="1149255" y="555077"/>
                </a:lnTo>
                <a:lnTo>
                  <a:pt x="1149758" y="555496"/>
                </a:lnTo>
                <a:lnTo>
                  <a:pt x="1150272" y="555903"/>
                </a:lnTo>
                <a:lnTo>
                  <a:pt x="1150796" y="556301"/>
                </a:lnTo>
                <a:lnTo>
                  <a:pt x="1151331" y="556687"/>
                </a:lnTo>
                <a:lnTo>
                  <a:pt x="1151877" y="557062"/>
                </a:lnTo>
                <a:lnTo>
                  <a:pt x="1152434" y="557427"/>
                </a:lnTo>
                <a:lnTo>
                  <a:pt x="1153002" y="557781"/>
                </a:lnTo>
                <a:lnTo>
                  <a:pt x="1153580" y="558125"/>
                </a:lnTo>
                <a:lnTo>
                  <a:pt x="1154169" y="558457"/>
                </a:lnTo>
                <a:lnTo>
                  <a:pt x="1154769" y="558779"/>
                </a:lnTo>
                <a:lnTo>
                  <a:pt x="1155380" y="559090"/>
                </a:lnTo>
                <a:lnTo>
                  <a:pt x="1156001" y="559390"/>
                </a:lnTo>
                <a:lnTo>
                  <a:pt x="1156631" y="559674"/>
                </a:lnTo>
                <a:lnTo>
                  <a:pt x="1157266" y="559945"/>
                </a:lnTo>
                <a:lnTo>
                  <a:pt x="1157908" y="560205"/>
                </a:lnTo>
                <a:lnTo>
                  <a:pt x="1158555" y="560452"/>
                </a:lnTo>
                <a:lnTo>
                  <a:pt x="1159209" y="560688"/>
                </a:lnTo>
                <a:lnTo>
                  <a:pt x="1159868" y="560911"/>
                </a:lnTo>
                <a:lnTo>
                  <a:pt x="1160533" y="561122"/>
                </a:lnTo>
                <a:lnTo>
                  <a:pt x="1161204" y="561321"/>
                </a:lnTo>
                <a:lnTo>
                  <a:pt x="1161881" y="561508"/>
                </a:lnTo>
                <a:lnTo>
                  <a:pt x="1162564" y="561683"/>
                </a:lnTo>
                <a:lnTo>
                  <a:pt x="1163253" y="561846"/>
                </a:lnTo>
                <a:lnTo>
                  <a:pt x="1163948" y="561997"/>
                </a:lnTo>
                <a:lnTo>
                  <a:pt x="1164649" y="562136"/>
                </a:lnTo>
                <a:lnTo>
                  <a:pt x="1165356" y="562263"/>
                </a:lnTo>
                <a:lnTo>
                  <a:pt x="1166068" y="562377"/>
                </a:lnTo>
                <a:lnTo>
                  <a:pt x="1166787" y="562480"/>
                </a:lnTo>
                <a:lnTo>
                  <a:pt x="1167511" y="562571"/>
                </a:lnTo>
                <a:lnTo>
                  <a:pt x="1168242" y="562649"/>
                </a:lnTo>
                <a:lnTo>
                  <a:pt x="1168978" y="562715"/>
                </a:lnTo>
                <a:lnTo>
                  <a:pt x="1169720" y="562770"/>
                </a:lnTo>
                <a:lnTo>
                  <a:pt x="1170468" y="562812"/>
                </a:lnTo>
                <a:lnTo>
                  <a:pt x="1171222" y="562842"/>
                </a:lnTo>
                <a:lnTo>
                  <a:pt x="1171983" y="562860"/>
                </a:lnTo>
                <a:lnTo>
                  <a:pt x="1172748" y="562866"/>
                </a:lnTo>
                <a:lnTo>
                  <a:pt x="1173450" y="562862"/>
                </a:lnTo>
                <a:lnTo>
                  <a:pt x="1174142" y="562849"/>
                </a:lnTo>
                <a:lnTo>
                  <a:pt x="1174825" y="562827"/>
                </a:lnTo>
                <a:lnTo>
                  <a:pt x="1175499" y="562796"/>
                </a:lnTo>
                <a:lnTo>
                  <a:pt x="1176165" y="562756"/>
                </a:lnTo>
                <a:lnTo>
                  <a:pt x="1176821" y="562708"/>
                </a:lnTo>
                <a:close/>
                <a:moveTo>
                  <a:pt x="1170762" y="549223"/>
                </a:moveTo>
                <a:lnTo>
                  <a:pt x="1170089" y="549135"/>
                </a:lnTo>
                <a:lnTo>
                  <a:pt x="1169427" y="549033"/>
                </a:lnTo>
                <a:lnTo>
                  <a:pt x="1168776" y="548917"/>
                </a:lnTo>
                <a:lnTo>
                  <a:pt x="1168135" y="548788"/>
                </a:lnTo>
                <a:lnTo>
                  <a:pt x="1167506" y="548645"/>
                </a:lnTo>
                <a:lnTo>
                  <a:pt x="1166887" y="548489"/>
                </a:lnTo>
                <a:lnTo>
                  <a:pt x="1166279" y="548319"/>
                </a:lnTo>
                <a:lnTo>
                  <a:pt x="1165681" y="548135"/>
                </a:lnTo>
                <a:lnTo>
                  <a:pt x="1165095" y="547938"/>
                </a:lnTo>
                <a:lnTo>
                  <a:pt x="1164519" y="547727"/>
                </a:lnTo>
                <a:lnTo>
                  <a:pt x="1163954" y="547502"/>
                </a:lnTo>
                <a:lnTo>
                  <a:pt x="1163399" y="547264"/>
                </a:lnTo>
                <a:lnTo>
                  <a:pt x="1162855" y="547013"/>
                </a:lnTo>
                <a:lnTo>
                  <a:pt x="1162323" y="546747"/>
                </a:lnTo>
                <a:lnTo>
                  <a:pt x="1161800" y="546468"/>
                </a:lnTo>
                <a:lnTo>
                  <a:pt x="1161289" y="546176"/>
                </a:lnTo>
                <a:lnTo>
                  <a:pt x="1160788" y="545870"/>
                </a:lnTo>
                <a:lnTo>
                  <a:pt x="1160299" y="545550"/>
                </a:lnTo>
                <a:lnTo>
                  <a:pt x="1159829" y="545212"/>
                </a:lnTo>
                <a:lnTo>
                  <a:pt x="1159380" y="544860"/>
                </a:lnTo>
                <a:lnTo>
                  <a:pt x="1158951" y="544495"/>
                </a:lnTo>
                <a:lnTo>
                  <a:pt x="1158541" y="544117"/>
                </a:lnTo>
                <a:lnTo>
                  <a:pt x="1158152" y="543726"/>
                </a:lnTo>
                <a:lnTo>
                  <a:pt x="1157782" y="543322"/>
                </a:lnTo>
                <a:lnTo>
                  <a:pt x="1157433" y="542905"/>
                </a:lnTo>
                <a:lnTo>
                  <a:pt x="1157104" y="542474"/>
                </a:lnTo>
                <a:lnTo>
                  <a:pt x="1156794" y="542031"/>
                </a:lnTo>
                <a:lnTo>
                  <a:pt x="1156505" y="541574"/>
                </a:lnTo>
                <a:lnTo>
                  <a:pt x="1156235" y="541104"/>
                </a:lnTo>
                <a:lnTo>
                  <a:pt x="1155985" y="540620"/>
                </a:lnTo>
                <a:lnTo>
                  <a:pt x="1155756" y="540124"/>
                </a:lnTo>
                <a:lnTo>
                  <a:pt x="1155546" y="539615"/>
                </a:lnTo>
                <a:lnTo>
                  <a:pt x="1155356" y="539092"/>
                </a:lnTo>
                <a:lnTo>
                  <a:pt x="1155187" y="538556"/>
                </a:lnTo>
                <a:lnTo>
                  <a:pt x="1155037" y="538007"/>
                </a:lnTo>
                <a:lnTo>
                  <a:pt x="1154907" y="537445"/>
                </a:lnTo>
                <a:lnTo>
                  <a:pt x="1154797" y="536869"/>
                </a:lnTo>
                <a:lnTo>
                  <a:pt x="1154707" y="536281"/>
                </a:lnTo>
                <a:lnTo>
                  <a:pt x="1154637" y="535679"/>
                </a:lnTo>
                <a:lnTo>
                  <a:pt x="1154588" y="535064"/>
                </a:lnTo>
                <a:lnTo>
                  <a:pt x="1154558" y="534436"/>
                </a:lnTo>
                <a:lnTo>
                  <a:pt x="1154548" y="533795"/>
                </a:lnTo>
                <a:lnTo>
                  <a:pt x="1154553" y="533325"/>
                </a:lnTo>
                <a:lnTo>
                  <a:pt x="1154569" y="532864"/>
                </a:lnTo>
                <a:lnTo>
                  <a:pt x="1154595" y="532411"/>
                </a:lnTo>
                <a:lnTo>
                  <a:pt x="1154632" y="531966"/>
                </a:lnTo>
                <a:lnTo>
                  <a:pt x="1154679" y="531529"/>
                </a:lnTo>
                <a:lnTo>
                  <a:pt x="1154737" y="531101"/>
                </a:lnTo>
                <a:lnTo>
                  <a:pt x="1154806" y="530682"/>
                </a:lnTo>
                <a:lnTo>
                  <a:pt x="1154885" y="530270"/>
                </a:lnTo>
                <a:lnTo>
                  <a:pt x="1154974" y="529867"/>
                </a:lnTo>
                <a:lnTo>
                  <a:pt x="1155074" y="529472"/>
                </a:lnTo>
                <a:lnTo>
                  <a:pt x="1155185" y="529086"/>
                </a:lnTo>
                <a:lnTo>
                  <a:pt x="1155306" y="528708"/>
                </a:lnTo>
                <a:lnTo>
                  <a:pt x="1155438" y="528338"/>
                </a:lnTo>
                <a:lnTo>
                  <a:pt x="1155580" y="527977"/>
                </a:lnTo>
                <a:lnTo>
                  <a:pt x="1155732" y="527623"/>
                </a:lnTo>
                <a:lnTo>
                  <a:pt x="1155896" y="527279"/>
                </a:lnTo>
                <a:lnTo>
                  <a:pt x="1156070" y="526942"/>
                </a:lnTo>
                <a:lnTo>
                  <a:pt x="1156254" y="526614"/>
                </a:lnTo>
                <a:lnTo>
                  <a:pt x="1156449" y="526295"/>
                </a:lnTo>
                <a:lnTo>
                  <a:pt x="1156654" y="525983"/>
                </a:lnTo>
                <a:lnTo>
                  <a:pt x="1156870" y="525680"/>
                </a:lnTo>
                <a:lnTo>
                  <a:pt x="1157096" y="525385"/>
                </a:lnTo>
                <a:lnTo>
                  <a:pt x="1157333" y="525099"/>
                </a:lnTo>
                <a:lnTo>
                  <a:pt x="1157581" y="524821"/>
                </a:lnTo>
                <a:lnTo>
                  <a:pt x="1157842" y="524545"/>
                </a:lnTo>
                <a:lnTo>
                  <a:pt x="1158110" y="524275"/>
                </a:lnTo>
                <a:lnTo>
                  <a:pt x="1158385" y="524010"/>
                </a:lnTo>
                <a:lnTo>
                  <a:pt x="1158666" y="523752"/>
                </a:lnTo>
                <a:lnTo>
                  <a:pt x="1158954" y="523499"/>
                </a:lnTo>
                <a:lnTo>
                  <a:pt x="1159248" y="523253"/>
                </a:lnTo>
                <a:lnTo>
                  <a:pt x="1159549" y="523012"/>
                </a:lnTo>
                <a:lnTo>
                  <a:pt x="1159856" y="522778"/>
                </a:lnTo>
                <a:lnTo>
                  <a:pt x="1160170" y="522549"/>
                </a:lnTo>
                <a:lnTo>
                  <a:pt x="1160491" y="522326"/>
                </a:lnTo>
                <a:lnTo>
                  <a:pt x="1160818" y="522109"/>
                </a:lnTo>
                <a:lnTo>
                  <a:pt x="1161152" y="521898"/>
                </a:lnTo>
                <a:lnTo>
                  <a:pt x="1161492" y="521693"/>
                </a:lnTo>
                <a:lnTo>
                  <a:pt x="1161839" y="521494"/>
                </a:lnTo>
                <a:lnTo>
                  <a:pt x="1162193" y="521301"/>
                </a:lnTo>
                <a:lnTo>
                  <a:pt x="1162553" y="521113"/>
                </a:lnTo>
                <a:lnTo>
                  <a:pt x="1162919" y="520932"/>
                </a:lnTo>
                <a:lnTo>
                  <a:pt x="1163293" y="520757"/>
                </a:lnTo>
                <a:lnTo>
                  <a:pt x="1163672" y="520587"/>
                </a:lnTo>
                <a:lnTo>
                  <a:pt x="1164059" y="520424"/>
                </a:lnTo>
                <a:lnTo>
                  <a:pt x="1164452" y="520266"/>
                </a:lnTo>
                <a:lnTo>
                  <a:pt x="1164851" y="520114"/>
                </a:lnTo>
                <a:lnTo>
                  <a:pt x="1165258" y="519968"/>
                </a:lnTo>
                <a:lnTo>
                  <a:pt x="1165670" y="519828"/>
                </a:lnTo>
                <a:lnTo>
                  <a:pt x="1166093" y="519688"/>
                </a:lnTo>
                <a:lnTo>
                  <a:pt x="1166518" y="519551"/>
                </a:lnTo>
                <a:lnTo>
                  <a:pt x="1166946" y="519417"/>
                </a:lnTo>
                <a:lnTo>
                  <a:pt x="1167377" y="519286"/>
                </a:lnTo>
                <a:lnTo>
                  <a:pt x="1167810" y="519159"/>
                </a:lnTo>
                <a:lnTo>
                  <a:pt x="1168246" y="519034"/>
                </a:lnTo>
                <a:lnTo>
                  <a:pt x="1168684" y="518914"/>
                </a:lnTo>
                <a:lnTo>
                  <a:pt x="1169125" y="518796"/>
                </a:lnTo>
                <a:lnTo>
                  <a:pt x="1169569" y="518682"/>
                </a:lnTo>
                <a:lnTo>
                  <a:pt x="1170015" y="518571"/>
                </a:lnTo>
                <a:lnTo>
                  <a:pt x="1170464" y="518463"/>
                </a:lnTo>
                <a:lnTo>
                  <a:pt x="1170916" y="518359"/>
                </a:lnTo>
                <a:lnTo>
                  <a:pt x="1171370" y="518258"/>
                </a:lnTo>
                <a:lnTo>
                  <a:pt x="1171827" y="518160"/>
                </a:lnTo>
                <a:lnTo>
                  <a:pt x="1172286" y="518066"/>
                </a:lnTo>
                <a:lnTo>
                  <a:pt x="1172749" y="517975"/>
                </a:lnTo>
                <a:lnTo>
                  <a:pt x="1173213" y="517887"/>
                </a:lnTo>
                <a:lnTo>
                  <a:pt x="1173681" y="517802"/>
                </a:lnTo>
                <a:lnTo>
                  <a:pt x="1174151" y="517721"/>
                </a:lnTo>
                <a:lnTo>
                  <a:pt x="1174623" y="517643"/>
                </a:lnTo>
                <a:lnTo>
                  <a:pt x="1175099" y="517568"/>
                </a:lnTo>
                <a:lnTo>
                  <a:pt x="1175577" y="517497"/>
                </a:lnTo>
                <a:lnTo>
                  <a:pt x="1176057" y="517428"/>
                </a:lnTo>
                <a:lnTo>
                  <a:pt x="1176540" y="517364"/>
                </a:lnTo>
                <a:lnTo>
                  <a:pt x="1176743" y="517337"/>
                </a:lnTo>
                <a:lnTo>
                  <a:pt x="1176951" y="517310"/>
                </a:lnTo>
                <a:lnTo>
                  <a:pt x="1177163" y="517283"/>
                </a:lnTo>
                <a:lnTo>
                  <a:pt x="1177381" y="517255"/>
                </a:lnTo>
                <a:lnTo>
                  <a:pt x="1177604" y="517227"/>
                </a:lnTo>
                <a:lnTo>
                  <a:pt x="1177832" y="517198"/>
                </a:lnTo>
                <a:lnTo>
                  <a:pt x="1178065" y="517169"/>
                </a:lnTo>
                <a:lnTo>
                  <a:pt x="1178303" y="517139"/>
                </a:lnTo>
                <a:lnTo>
                  <a:pt x="1178546" y="517109"/>
                </a:lnTo>
                <a:lnTo>
                  <a:pt x="1178794" y="517078"/>
                </a:lnTo>
                <a:lnTo>
                  <a:pt x="1179047" y="517047"/>
                </a:lnTo>
                <a:lnTo>
                  <a:pt x="1179305" y="517016"/>
                </a:lnTo>
                <a:lnTo>
                  <a:pt x="1179568" y="516984"/>
                </a:lnTo>
                <a:lnTo>
                  <a:pt x="1179837" y="516952"/>
                </a:lnTo>
                <a:lnTo>
                  <a:pt x="1180110" y="516919"/>
                </a:lnTo>
                <a:lnTo>
                  <a:pt x="1180388" y="516886"/>
                </a:lnTo>
                <a:lnTo>
                  <a:pt x="1180672" y="516853"/>
                </a:lnTo>
                <a:lnTo>
                  <a:pt x="1180960" y="516819"/>
                </a:lnTo>
                <a:lnTo>
                  <a:pt x="1181254" y="516784"/>
                </a:lnTo>
                <a:lnTo>
                  <a:pt x="1181552" y="516749"/>
                </a:lnTo>
                <a:lnTo>
                  <a:pt x="1181856" y="516714"/>
                </a:lnTo>
                <a:lnTo>
                  <a:pt x="1182165" y="516678"/>
                </a:lnTo>
                <a:lnTo>
                  <a:pt x="1182478" y="516642"/>
                </a:lnTo>
                <a:lnTo>
                  <a:pt x="1182797" y="516605"/>
                </a:lnTo>
                <a:lnTo>
                  <a:pt x="1183124" y="516563"/>
                </a:lnTo>
                <a:lnTo>
                  <a:pt x="1183451" y="516520"/>
                </a:lnTo>
                <a:lnTo>
                  <a:pt x="1183779" y="516477"/>
                </a:lnTo>
                <a:lnTo>
                  <a:pt x="1184108" y="516433"/>
                </a:lnTo>
                <a:lnTo>
                  <a:pt x="1184438" y="516389"/>
                </a:lnTo>
                <a:lnTo>
                  <a:pt x="1184768" y="516345"/>
                </a:lnTo>
                <a:lnTo>
                  <a:pt x="1185099" y="516300"/>
                </a:lnTo>
                <a:lnTo>
                  <a:pt x="1185430" y="516254"/>
                </a:lnTo>
                <a:lnTo>
                  <a:pt x="1185762" y="516208"/>
                </a:lnTo>
                <a:lnTo>
                  <a:pt x="1186095" y="516162"/>
                </a:lnTo>
                <a:lnTo>
                  <a:pt x="1186429" y="516115"/>
                </a:lnTo>
                <a:lnTo>
                  <a:pt x="1186763" y="516068"/>
                </a:lnTo>
                <a:lnTo>
                  <a:pt x="1187097" y="516020"/>
                </a:lnTo>
                <a:lnTo>
                  <a:pt x="1187433" y="515972"/>
                </a:lnTo>
                <a:lnTo>
                  <a:pt x="1187769" y="515924"/>
                </a:lnTo>
                <a:lnTo>
                  <a:pt x="1188106" y="515875"/>
                </a:lnTo>
                <a:lnTo>
                  <a:pt x="1188443" y="515826"/>
                </a:lnTo>
                <a:lnTo>
                  <a:pt x="1188781" y="515776"/>
                </a:lnTo>
                <a:lnTo>
                  <a:pt x="1189120" y="515726"/>
                </a:lnTo>
                <a:lnTo>
                  <a:pt x="1189459" y="515675"/>
                </a:lnTo>
                <a:lnTo>
                  <a:pt x="1189799" y="515624"/>
                </a:lnTo>
                <a:lnTo>
                  <a:pt x="1190140" y="515572"/>
                </a:lnTo>
                <a:lnTo>
                  <a:pt x="1190481" y="515520"/>
                </a:lnTo>
                <a:lnTo>
                  <a:pt x="1190823" y="515468"/>
                </a:lnTo>
                <a:lnTo>
                  <a:pt x="1191169" y="515409"/>
                </a:lnTo>
                <a:lnTo>
                  <a:pt x="1191511" y="515351"/>
                </a:lnTo>
                <a:lnTo>
                  <a:pt x="1191850" y="515291"/>
                </a:lnTo>
                <a:lnTo>
                  <a:pt x="1192185" y="515231"/>
                </a:lnTo>
                <a:lnTo>
                  <a:pt x="1192517" y="515170"/>
                </a:lnTo>
                <a:lnTo>
                  <a:pt x="1192845" y="515108"/>
                </a:lnTo>
                <a:lnTo>
                  <a:pt x="1193170" y="515046"/>
                </a:lnTo>
                <a:lnTo>
                  <a:pt x="1193491" y="514983"/>
                </a:lnTo>
                <a:lnTo>
                  <a:pt x="1193809" y="514920"/>
                </a:lnTo>
                <a:lnTo>
                  <a:pt x="1194123" y="514855"/>
                </a:lnTo>
                <a:lnTo>
                  <a:pt x="1194434" y="514791"/>
                </a:lnTo>
                <a:lnTo>
                  <a:pt x="1194741" y="514725"/>
                </a:lnTo>
                <a:lnTo>
                  <a:pt x="1195045" y="514659"/>
                </a:lnTo>
                <a:lnTo>
                  <a:pt x="1195345" y="514592"/>
                </a:lnTo>
                <a:lnTo>
                  <a:pt x="1195642" y="514525"/>
                </a:lnTo>
                <a:lnTo>
                  <a:pt x="1195935" y="514457"/>
                </a:lnTo>
                <a:lnTo>
                  <a:pt x="1196225" y="514388"/>
                </a:lnTo>
                <a:lnTo>
                  <a:pt x="1196511" y="514318"/>
                </a:lnTo>
                <a:lnTo>
                  <a:pt x="1196793" y="514248"/>
                </a:lnTo>
                <a:lnTo>
                  <a:pt x="1197073" y="514177"/>
                </a:lnTo>
                <a:lnTo>
                  <a:pt x="1197348" y="514106"/>
                </a:lnTo>
                <a:lnTo>
                  <a:pt x="1197620" y="514034"/>
                </a:lnTo>
                <a:lnTo>
                  <a:pt x="1197889" y="513961"/>
                </a:lnTo>
                <a:lnTo>
                  <a:pt x="1198154" y="513888"/>
                </a:lnTo>
                <a:lnTo>
                  <a:pt x="1198419" y="513808"/>
                </a:lnTo>
                <a:lnTo>
                  <a:pt x="1198675" y="513728"/>
                </a:lnTo>
                <a:lnTo>
                  <a:pt x="1198924" y="513648"/>
                </a:lnTo>
                <a:lnTo>
                  <a:pt x="1199165" y="513567"/>
                </a:lnTo>
                <a:lnTo>
                  <a:pt x="1199398" y="513485"/>
                </a:lnTo>
                <a:lnTo>
                  <a:pt x="1199623" y="513402"/>
                </a:lnTo>
                <a:lnTo>
                  <a:pt x="1199841" y="513319"/>
                </a:lnTo>
                <a:lnTo>
                  <a:pt x="1200050" y="513235"/>
                </a:lnTo>
                <a:lnTo>
                  <a:pt x="1200251" y="513150"/>
                </a:lnTo>
                <a:lnTo>
                  <a:pt x="1200445" y="513065"/>
                </a:lnTo>
                <a:lnTo>
                  <a:pt x="1200631" y="512979"/>
                </a:lnTo>
                <a:lnTo>
                  <a:pt x="1200808" y="512892"/>
                </a:lnTo>
                <a:lnTo>
                  <a:pt x="1200978" y="512805"/>
                </a:lnTo>
                <a:lnTo>
                  <a:pt x="1201140" y="512717"/>
                </a:lnTo>
                <a:lnTo>
                  <a:pt x="1201294" y="512629"/>
                </a:lnTo>
                <a:lnTo>
                  <a:pt x="1201440" y="512540"/>
                </a:lnTo>
                <a:lnTo>
                  <a:pt x="1201579" y="512450"/>
                </a:lnTo>
                <a:lnTo>
                  <a:pt x="1201709" y="512359"/>
                </a:lnTo>
                <a:lnTo>
                  <a:pt x="1201831" y="512268"/>
                </a:lnTo>
                <a:lnTo>
                  <a:pt x="1201946" y="512176"/>
                </a:lnTo>
                <a:lnTo>
                  <a:pt x="1202053" y="512084"/>
                </a:lnTo>
                <a:lnTo>
                  <a:pt x="1202151" y="511991"/>
                </a:lnTo>
                <a:lnTo>
                  <a:pt x="1202242" y="511897"/>
                </a:lnTo>
                <a:lnTo>
                  <a:pt x="1202325" y="511802"/>
                </a:lnTo>
                <a:lnTo>
                  <a:pt x="1202325" y="525453"/>
                </a:lnTo>
                <a:lnTo>
                  <a:pt x="1202320" y="525958"/>
                </a:lnTo>
                <a:lnTo>
                  <a:pt x="1202303" y="526460"/>
                </a:lnTo>
                <a:lnTo>
                  <a:pt x="1202276" y="526961"/>
                </a:lnTo>
                <a:lnTo>
                  <a:pt x="1202237" y="527460"/>
                </a:lnTo>
                <a:lnTo>
                  <a:pt x="1202188" y="527956"/>
                </a:lnTo>
                <a:lnTo>
                  <a:pt x="1202128" y="528451"/>
                </a:lnTo>
                <a:lnTo>
                  <a:pt x="1202056" y="528944"/>
                </a:lnTo>
                <a:lnTo>
                  <a:pt x="1201974" y="529434"/>
                </a:lnTo>
                <a:lnTo>
                  <a:pt x="1201881" y="529923"/>
                </a:lnTo>
                <a:lnTo>
                  <a:pt x="1201777" y="530410"/>
                </a:lnTo>
                <a:lnTo>
                  <a:pt x="1201661" y="530895"/>
                </a:lnTo>
                <a:lnTo>
                  <a:pt x="1201535" y="531378"/>
                </a:lnTo>
                <a:lnTo>
                  <a:pt x="1201398" y="531859"/>
                </a:lnTo>
                <a:lnTo>
                  <a:pt x="1201250" y="532338"/>
                </a:lnTo>
                <a:lnTo>
                  <a:pt x="1201091" y="532815"/>
                </a:lnTo>
                <a:lnTo>
                  <a:pt x="1200921" y="533290"/>
                </a:lnTo>
                <a:lnTo>
                  <a:pt x="1200740" y="533763"/>
                </a:lnTo>
                <a:lnTo>
                  <a:pt x="1200548" y="534234"/>
                </a:lnTo>
                <a:lnTo>
                  <a:pt x="1200345" y="534703"/>
                </a:lnTo>
                <a:lnTo>
                  <a:pt x="1200131" y="535170"/>
                </a:lnTo>
                <a:lnTo>
                  <a:pt x="1199906" y="535635"/>
                </a:lnTo>
                <a:lnTo>
                  <a:pt x="1199670" y="536098"/>
                </a:lnTo>
                <a:lnTo>
                  <a:pt x="1199423" y="536559"/>
                </a:lnTo>
                <a:lnTo>
                  <a:pt x="1199165" y="537018"/>
                </a:lnTo>
                <a:lnTo>
                  <a:pt x="1198902" y="537473"/>
                </a:lnTo>
                <a:lnTo>
                  <a:pt x="1198628" y="537921"/>
                </a:lnTo>
                <a:lnTo>
                  <a:pt x="1198344" y="538361"/>
                </a:lnTo>
                <a:lnTo>
                  <a:pt x="1198049" y="538795"/>
                </a:lnTo>
                <a:lnTo>
                  <a:pt x="1197743" y="539221"/>
                </a:lnTo>
                <a:lnTo>
                  <a:pt x="1197427" y="539641"/>
                </a:lnTo>
                <a:lnTo>
                  <a:pt x="1197101" y="540054"/>
                </a:lnTo>
                <a:lnTo>
                  <a:pt x="1196764" y="540459"/>
                </a:lnTo>
                <a:lnTo>
                  <a:pt x="1196416" y="540858"/>
                </a:lnTo>
                <a:lnTo>
                  <a:pt x="1196058" y="541249"/>
                </a:lnTo>
                <a:lnTo>
                  <a:pt x="1195689" y="541633"/>
                </a:lnTo>
                <a:lnTo>
                  <a:pt x="1195310" y="542011"/>
                </a:lnTo>
                <a:lnTo>
                  <a:pt x="1194920" y="542381"/>
                </a:lnTo>
                <a:lnTo>
                  <a:pt x="1194520" y="542745"/>
                </a:lnTo>
                <a:lnTo>
                  <a:pt x="1194109" y="543101"/>
                </a:lnTo>
                <a:lnTo>
                  <a:pt x="1193688" y="543450"/>
                </a:lnTo>
                <a:lnTo>
                  <a:pt x="1193256" y="543793"/>
                </a:lnTo>
                <a:lnTo>
                  <a:pt x="1192814" y="544128"/>
                </a:lnTo>
                <a:lnTo>
                  <a:pt x="1192361" y="544456"/>
                </a:lnTo>
                <a:lnTo>
                  <a:pt x="1191897" y="544778"/>
                </a:lnTo>
                <a:lnTo>
                  <a:pt x="1191423" y="545092"/>
                </a:lnTo>
                <a:lnTo>
                  <a:pt x="1190939" y="545399"/>
                </a:lnTo>
                <a:lnTo>
                  <a:pt x="1190444" y="545699"/>
                </a:lnTo>
                <a:lnTo>
                  <a:pt x="1189938" y="545992"/>
                </a:lnTo>
                <a:lnTo>
                  <a:pt x="1189428" y="546276"/>
                </a:lnTo>
                <a:lnTo>
                  <a:pt x="1188908" y="546548"/>
                </a:lnTo>
                <a:lnTo>
                  <a:pt x="1188378" y="546807"/>
                </a:lnTo>
                <a:lnTo>
                  <a:pt x="1187839" y="547054"/>
                </a:lnTo>
                <a:lnTo>
                  <a:pt x="1187290" y="547290"/>
                </a:lnTo>
                <a:lnTo>
                  <a:pt x="1186731" y="547513"/>
                </a:lnTo>
                <a:lnTo>
                  <a:pt x="1186163" y="547724"/>
                </a:lnTo>
                <a:lnTo>
                  <a:pt x="1185585" y="547923"/>
                </a:lnTo>
                <a:lnTo>
                  <a:pt x="1184997" y="548110"/>
                </a:lnTo>
                <a:lnTo>
                  <a:pt x="1184400" y="548285"/>
                </a:lnTo>
                <a:lnTo>
                  <a:pt x="1183793" y="548448"/>
                </a:lnTo>
                <a:lnTo>
                  <a:pt x="1183176" y="548599"/>
                </a:lnTo>
                <a:lnTo>
                  <a:pt x="1182550" y="548738"/>
                </a:lnTo>
                <a:lnTo>
                  <a:pt x="1181914" y="548865"/>
                </a:lnTo>
                <a:lnTo>
                  <a:pt x="1181268" y="548979"/>
                </a:lnTo>
                <a:lnTo>
                  <a:pt x="1180613" y="549082"/>
                </a:lnTo>
                <a:lnTo>
                  <a:pt x="1179948" y="549173"/>
                </a:lnTo>
                <a:lnTo>
                  <a:pt x="1179274" y="549251"/>
                </a:lnTo>
                <a:lnTo>
                  <a:pt x="1178590" y="549317"/>
                </a:lnTo>
                <a:lnTo>
                  <a:pt x="1177896" y="549372"/>
                </a:lnTo>
                <a:lnTo>
                  <a:pt x="1177192" y="549414"/>
                </a:lnTo>
                <a:lnTo>
                  <a:pt x="1176479" y="549444"/>
                </a:lnTo>
                <a:lnTo>
                  <a:pt x="1175756" y="549462"/>
                </a:lnTo>
                <a:lnTo>
                  <a:pt x="1175024" y="549468"/>
                </a:lnTo>
                <a:lnTo>
                  <a:pt x="1174286" y="549461"/>
                </a:lnTo>
                <a:lnTo>
                  <a:pt x="1173560" y="549441"/>
                </a:lnTo>
                <a:lnTo>
                  <a:pt x="1172844" y="549407"/>
                </a:lnTo>
                <a:lnTo>
                  <a:pt x="1172139" y="549359"/>
                </a:lnTo>
                <a:lnTo>
                  <a:pt x="1171445" y="549298"/>
                </a:lnTo>
                <a:lnTo>
                  <a:pt x="1170762" y="549223"/>
                </a:lnTo>
                <a:close/>
                <a:moveTo>
                  <a:pt x="907052" y="525252"/>
                </a:moveTo>
                <a:lnTo>
                  <a:pt x="906963" y="525937"/>
                </a:lnTo>
                <a:lnTo>
                  <a:pt x="906859" y="526612"/>
                </a:lnTo>
                <a:lnTo>
                  <a:pt x="906741" y="527275"/>
                </a:lnTo>
                <a:lnTo>
                  <a:pt x="906610" y="527927"/>
                </a:lnTo>
                <a:lnTo>
                  <a:pt x="906465" y="528568"/>
                </a:lnTo>
                <a:lnTo>
                  <a:pt x="906306" y="529197"/>
                </a:lnTo>
                <a:lnTo>
                  <a:pt x="906133" y="529816"/>
                </a:lnTo>
                <a:lnTo>
                  <a:pt x="905947" y="530423"/>
                </a:lnTo>
                <a:lnTo>
                  <a:pt x="905746" y="531019"/>
                </a:lnTo>
                <a:lnTo>
                  <a:pt x="905532" y="531604"/>
                </a:lnTo>
                <a:lnTo>
                  <a:pt x="905304" y="532178"/>
                </a:lnTo>
                <a:lnTo>
                  <a:pt x="905062" y="532741"/>
                </a:lnTo>
                <a:lnTo>
                  <a:pt x="904806" y="533292"/>
                </a:lnTo>
                <a:lnTo>
                  <a:pt x="904536" y="533832"/>
                </a:lnTo>
                <a:lnTo>
                  <a:pt x="904253" y="534361"/>
                </a:lnTo>
                <a:lnTo>
                  <a:pt x="903956" y="534879"/>
                </a:lnTo>
                <a:lnTo>
                  <a:pt x="903645" y="535385"/>
                </a:lnTo>
                <a:lnTo>
                  <a:pt x="903320" y="535881"/>
                </a:lnTo>
                <a:lnTo>
                  <a:pt x="902990" y="536365"/>
                </a:lnTo>
                <a:lnTo>
                  <a:pt x="902654" y="536839"/>
                </a:lnTo>
                <a:lnTo>
                  <a:pt x="902311" y="537303"/>
                </a:lnTo>
                <a:lnTo>
                  <a:pt x="901961" y="537756"/>
                </a:lnTo>
                <a:lnTo>
                  <a:pt x="901605" y="538198"/>
                </a:lnTo>
                <a:lnTo>
                  <a:pt x="901242" y="538630"/>
                </a:lnTo>
                <a:lnTo>
                  <a:pt x="900873" y="539051"/>
                </a:lnTo>
                <a:lnTo>
                  <a:pt x="900497" y="539462"/>
                </a:lnTo>
                <a:lnTo>
                  <a:pt x="900115" y="539862"/>
                </a:lnTo>
                <a:lnTo>
                  <a:pt x="899725" y="540252"/>
                </a:lnTo>
                <a:lnTo>
                  <a:pt x="899330" y="540631"/>
                </a:lnTo>
                <a:lnTo>
                  <a:pt x="898928" y="541000"/>
                </a:lnTo>
                <a:lnTo>
                  <a:pt x="898519" y="541358"/>
                </a:lnTo>
                <a:lnTo>
                  <a:pt x="898103" y="541705"/>
                </a:lnTo>
                <a:lnTo>
                  <a:pt x="897681" y="542042"/>
                </a:lnTo>
                <a:lnTo>
                  <a:pt x="897253" y="542369"/>
                </a:lnTo>
                <a:lnTo>
                  <a:pt x="896818" y="542685"/>
                </a:lnTo>
                <a:lnTo>
                  <a:pt x="896376" y="542990"/>
                </a:lnTo>
                <a:lnTo>
                  <a:pt x="895928" y="543285"/>
                </a:lnTo>
                <a:lnTo>
                  <a:pt x="895473" y="543570"/>
                </a:lnTo>
                <a:lnTo>
                  <a:pt x="895011" y="543844"/>
                </a:lnTo>
                <a:lnTo>
                  <a:pt x="894543" y="544107"/>
                </a:lnTo>
                <a:lnTo>
                  <a:pt x="894069" y="544360"/>
                </a:lnTo>
                <a:lnTo>
                  <a:pt x="893587" y="544602"/>
                </a:lnTo>
                <a:lnTo>
                  <a:pt x="893108" y="544834"/>
                </a:lnTo>
                <a:lnTo>
                  <a:pt x="892630" y="545056"/>
                </a:lnTo>
                <a:lnTo>
                  <a:pt x="892153" y="545269"/>
                </a:lnTo>
                <a:lnTo>
                  <a:pt x="891676" y="545471"/>
                </a:lnTo>
                <a:lnTo>
                  <a:pt x="891199" y="545664"/>
                </a:lnTo>
                <a:lnTo>
                  <a:pt x="890724" y="545846"/>
                </a:lnTo>
                <a:lnTo>
                  <a:pt x="890249" y="546019"/>
                </a:lnTo>
                <a:lnTo>
                  <a:pt x="889774" y="546182"/>
                </a:lnTo>
                <a:lnTo>
                  <a:pt x="889301" y="546335"/>
                </a:lnTo>
                <a:lnTo>
                  <a:pt x="888828" y="546478"/>
                </a:lnTo>
                <a:lnTo>
                  <a:pt x="888355" y="546611"/>
                </a:lnTo>
                <a:lnTo>
                  <a:pt x="887884" y="546735"/>
                </a:lnTo>
                <a:lnTo>
                  <a:pt x="887413" y="546848"/>
                </a:lnTo>
                <a:lnTo>
                  <a:pt x="886942" y="546952"/>
                </a:lnTo>
                <a:lnTo>
                  <a:pt x="886473" y="547046"/>
                </a:lnTo>
                <a:lnTo>
                  <a:pt x="886004" y="547130"/>
                </a:lnTo>
                <a:lnTo>
                  <a:pt x="885535" y="547204"/>
                </a:lnTo>
                <a:lnTo>
                  <a:pt x="885067" y="547268"/>
                </a:lnTo>
                <a:lnTo>
                  <a:pt x="884600" y="547322"/>
                </a:lnTo>
                <a:lnTo>
                  <a:pt x="884134" y="547367"/>
                </a:lnTo>
                <a:lnTo>
                  <a:pt x="883668" y="547401"/>
                </a:lnTo>
                <a:lnTo>
                  <a:pt x="883203" y="547426"/>
                </a:lnTo>
                <a:lnTo>
                  <a:pt x="882739" y="547441"/>
                </a:lnTo>
                <a:lnTo>
                  <a:pt x="882275" y="547446"/>
                </a:lnTo>
                <a:lnTo>
                  <a:pt x="881506" y="547435"/>
                </a:lnTo>
                <a:lnTo>
                  <a:pt x="880749" y="547402"/>
                </a:lnTo>
                <a:lnTo>
                  <a:pt x="880004" y="547347"/>
                </a:lnTo>
                <a:lnTo>
                  <a:pt x="879270" y="547270"/>
                </a:lnTo>
                <a:lnTo>
                  <a:pt x="878547" y="547172"/>
                </a:lnTo>
                <a:lnTo>
                  <a:pt x="877835" y="547051"/>
                </a:lnTo>
                <a:lnTo>
                  <a:pt x="877135" y="546908"/>
                </a:lnTo>
                <a:lnTo>
                  <a:pt x="876447" y="546744"/>
                </a:lnTo>
                <a:lnTo>
                  <a:pt x="875769" y="546557"/>
                </a:lnTo>
                <a:lnTo>
                  <a:pt x="875104" y="546349"/>
                </a:lnTo>
                <a:lnTo>
                  <a:pt x="874449" y="546118"/>
                </a:lnTo>
                <a:lnTo>
                  <a:pt x="873806" y="545866"/>
                </a:lnTo>
                <a:lnTo>
                  <a:pt x="873175" y="545592"/>
                </a:lnTo>
                <a:lnTo>
                  <a:pt x="872555" y="545295"/>
                </a:lnTo>
                <a:lnTo>
                  <a:pt x="871946" y="544977"/>
                </a:lnTo>
                <a:lnTo>
                  <a:pt x="871349" y="544637"/>
                </a:lnTo>
                <a:lnTo>
                  <a:pt x="870763" y="544275"/>
                </a:lnTo>
                <a:lnTo>
                  <a:pt x="870188" y="543891"/>
                </a:lnTo>
                <a:lnTo>
                  <a:pt x="869625" y="543485"/>
                </a:lnTo>
                <a:lnTo>
                  <a:pt x="869074" y="543057"/>
                </a:lnTo>
                <a:lnTo>
                  <a:pt x="868533" y="542607"/>
                </a:lnTo>
                <a:lnTo>
                  <a:pt x="868004" y="542136"/>
                </a:lnTo>
                <a:lnTo>
                  <a:pt x="867487" y="541642"/>
                </a:lnTo>
                <a:lnTo>
                  <a:pt x="866981" y="541126"/>
                </a:lnTo>
                <a:lnTo>
                  <a:pt x="866496" y="540592"/>
                </a:lnTo>
                <a:lnTo>
                  <a:pt x="866032" y="540043"/>
                </a:lnTo>
                <a:lnTo>
                  <a:pt x="865589" y="539479"/>
                </a:lnTo>
                <a:lnTo>
                  <a:pt x="865166" y="538900"/>
                </a:lnTo>
                <a:lnTo>
                  <a:pt x="864764" y="538306"/>
                </a:lnTo>
                <a:lnTo>
                  <a:pt x="864382" y="537698"/>
                </a:lnTo>
                <a:lnTo>
                  <a:pt x="864021" y="537074"/>
                </a:lnTo>
                <a:lnTo>
                  <a:pt x="863681" y="536435"/>
                </a:lnTo>
                <a:lnTo>
                  <a:pt x="863361" y="535782"/>
                </a:lnTo>
                <a:lnTo>
                  <a:pt x="863062" y="535113"/>
                </a:lnTo>
                <a:lnTo>
                  <a:pt x="862783" y="534430"/>
                </a:lnTo>
                <a:lnTo>
                  <a:pt x="862526" y="533732"/>
                </a:lnTo>
                <a:lnTo>
                  <a:pt x="862288" y="533019"/>
                </a:lnTo>
                <a:lnTo>
                  <a:pt x="862072" y="532291"/>
                </a:lnTo>
                <a:lnTo>
                  <a:pt x="861876" y="531548"/>
                </a:lnTo>
                <a:lnTo>
                  <a:pt x="861700" y="530790"/>
                </a:lnTo>
                <a:lnTo>
                  <a:pt x="861546" y="530017"/>
                </a:lnTo>
                <a:lnTo>
                  <a:pt x="861412" y="529229"/>
                </a:lnTo>
                <a:lnTo>
                  <a:pt x="861298" y="528426"/>
                </a:lnTo>
                <a:lnTo>
                  <a:pt x="861205" y="527609"/>
                </a:lnTo>
                <a:lnTo>
                  <a:pt x="861133" y="526776"/>
                </a:lnTo>
                <a:lnTo>
                  <a:pt x="861082" y="525929"/>
                </a:lnTo>
                <a:lnTo>
                  <a:pt x="861051" y="525066"/>
                </a:lnTo>
                <a:lnTo>
                  <a:pt x="861040" y="524189"/>
                </a:lnTo>
                <a:lnTo>
                  <a:pt x="861040" y="463519"/>
                </a:lnTo>
                <a:lnTo>
                  <a:pt x="846126" y="463519"/>
                </a:lnTo>
                <a:lnTo>
                  <a:pt x="846126" y="525200"/>
                </a:lnTo>
                <a:lnTo>
                  <a:pt x="846133" y="526225"/>
                </a:lnTo>
                <a:lnTo>
                  <a:pt x="846154" y="527235"/>
                </a:lnTo>
                <a:lnTo>
                  <a:pt x="846189" y="528231"/>
                </a:lnTo>
                <a:lnTo>
                  <a:pt x="846238" y="529212"/>
                </a:lnTo>
                <a:lnTo>
                  <a:pt x="846301" y="530178"/>
                </a:lnTo>
                <a:lnTo>
                  <a:pt x="846378" y="531129"/>
                </a:lnTo>
                <a:lnTo>
                  <a:pt x="846470" y="532066"/>
                </a:lnTo>
                <a:lnTo>
                  <a:pt x="846575" y="532988"/>
                </a:lnTo>
                <a:lnTo>
                  <a:pt x="846694" y="533895"/>
                </a:lnTo>
                <a:lnTo>
                  <a:pt x="846828" y="534787"/>
                </a:lnTo>
                <a:lnTo>
                  <a:pt x="846975" y="535665"/>
                </a:lnTo>
                <a:lnTo>
                  <a:pt x="847137" y="536528"/>
                </a:lnTo>
                <a:lnTo>
                  <a:pt x="847312" y="537377"/>
                </a:lnTo>
                <a:lnTo>
                  <a:pt x="847502" y="538211"/>
                </a:lnTo>
                <a:lnTo>
                  <a:pt x="847706" y="539030"/>
                </a:lnTo>
                <a:lnTo>
                  <a:pt x="847923" y="539834"/>
                </a:lnTo>
                <a:lnTo>
                  <a:pt x="848155" y="540624"/>
                </a:lnTo>
                <a:lnTo>
                  <a:pt x="848401" y="541399"/>
                </a:lnTo>
                <a:lnTo>
                  <a:pt x="848661" y="542159"/>
                </a:lnTo>
                <a:lnTo>
                  <a:pt x="848935" y="542904"/>
                </a:lnTo>
                <a:lnTo>
                  <a:pt x="849222" y="543635"/>
                </a:lnTo>
                <a:lnTo>
                  <a:pt x="849524" y="544351"/>
                </a:lnTo>
                <a:lnTo>
                  <a:pt x="849840" y="545053"/>
                </a:lnTo>
                <a:lnTo>
                  <a:pt x="850170" y="545740"/>
                </a:lnTo>
                <a:lnTo>
                  <a:pt x="850513" y="546407"/>
                </a:lnTo>
                <a:lnTo>
                  <a:pt x="850866" y="547060"/>
                </a:lnTo>
                <a:lnTo>
                  <a:pt x="851229" y="547699"/>
                </a:lnTo>
                <a:lnTo>
                  <a:pt x="851603" y="548324"/>
                </a:lnTo>
                <a:lnTo>
                  <a:pt x="851987" y="548935"/>
                </a:lnTo>
                <a:lnTo>
                  <a:pt x="852382" y="549531"/>
                </a:lnTo>
                <a:lnTo>
                  <a:pt x="852788" y="550114"/>
                </a:lnTo>
                <a:lnTo>
                  <a:pt x="853204" y="550683"/>
                </a:lnTo>
                <a:lnTo>
                  <a:pt x="853630" y="551238"/>
                </a:lnTo>
                <a:lnTo>
                  <a:pt x="854068" y="551778"/>
                </a:lnTo>
                <a:lnTo>
                  <a:pt x="854515" y="552305"/>
                </a:lnTo>
                <a:lnTo>
                  <a:pt x="854973" y="552818"/>
                </a:lnTo>
                <a:lnTo>
                  <a:pt x="855442" y="553316"/>
                </a:lnTo>
                <a:lnTo>
                  <a:pt x="855921" y="553801"/>
                </a:lnTo>
                <a:lnTo>
                  <a:pt x="856411" y="554271"/>
                </a:lnTo>
                <a:lnTo>
                  <a:pt x="856912" y="554728"/>
                </a:lnTo>
                <a:lnTo>
                  <a:pt x="857422" y="555170"/>
                </a:lnTo>
                <a:lnTo>
                  <a:pt x="857944" y="555598"/>
                </a:lnTo>
                <a:lnTo>
                  <a:pt x="858476" y="556013"/>
                </a:lnTo>
                <a:lnTo>
                  <a:pt x="859018" y="556413"/>
                </a:lnTo>
                <a:lnTo>
                  <a:pt x="859571" y="556799"/>
                </a:lnTo>
                <a:lnTo>
                  <a:pt x="860135" y="557171"/>
                </a:lnTo>
                <a:lnTo>
                  <a:pt x="860709" y="557529"/>
                </a:lnTo>
                <a:lnTo>
                  <a:pt x="861293" y="557874"/>
                </a:lnTo>
                <a:lnTo>
                  <a:pt x="861887" y="558198"/>
                </a:lnTo>
                <a:lnTo>
                  <a:pt x="862487" y="558509"/>
                </a:lnTo>
                <a:lnTo>
                  <a:pt x="863094" y="558807"/>
                </a:lnTo>
                <a:lnTo>
                  <a:pt x="863709" y="559090"/>
                </a:lnTo>
                <a:lnTo>
                  <a:pt x="864330" y="559360"/>
                </a:lnTo>
                <a:lnTo>
                  <a:pt x="864959" y="559615"/>
                </a:lnTo>
                <a:lnTo>
                  <a:pt x="865594" y="559857"/>
                </a:lnTo>
                <a:lnTo>
                  <a:pt x="866237" y="560085"/>
                </a:lnTo>
                <a:lnTo>
                  <a:pt x="866886" y="560300"/>
                </a:lnTo>
                <a:lnTo>
                  <a:pt x="867543" y="560500"/>
                </a:lnTo>
                <a:lnTo>
                  <a:pt x="868206" y="560687"/>
                </a:lnTo>
                <a:lnTo>
                  <a:pt x="868877" y="560860"/>
                </a:lnTo>
                <a:lnTo>
                  <a:pt x="869555" y="561019"/>
                </a:lnTo>
                <a:lnTo>
                  <a:pt x="870239" y="561164"/>
                </a:lnTo>
                <a:lnTo>
                  <a:pt x="870931" y="561295"/>
                </a:lnTo>
                <a:lnTo>
                  <a:pt x="871630" y="561413"/>
                </a:lnTo>
                <a:lnTo>
                  <a:pt x="872335" y="561516"/>
                </a:lnTo>
                <a:lnTo>
                  <a:pt x="873048" y="561606"/>
                </a:lnTo>
                <a:lnTo>
                  <a:pt x="873768" y="561682"/>
                </a:lnTo>
                <a:lnTo>
                  <a:pt x="874495" y="561744"/>
                </a:lnTo>
                <a:lnTo>
                  <a:pt x="875228" y="561793"/>
                </a:lnTo>
                <a:lnTo>
                  <a:pt x="875969" y="561827"/>
                </a:lnTo>
                <a:lnTo>
                  <a:pt x="876717" y="561848"/>
                </a:lnTo>
                <a:lnTo>
                  <a:pt x="877472" y="561855"/>
                </a:lnTo>
                <a:lnTo>
                  <a:pt x="878382" y="561846"/>
                </a:lnTo>
                <a:lnTo>
                  <a:pt x="879278" y="561819"/>
                </a:lnTo>
                <a:lnTo>
                  <a:pt x="880162" y="561775"/>
                </a:lnTo>
                <a:lnTo>
                  <a:pt x="881032" y="561713"/>
                </a:lnTo>
                <a:lnTo>
                  <a:pt x="881889" y="561633"/>
                </a:lnTo>
                <a:lnTo>
                  <a:pt x="882733" y="561535"/>
                </a:lnTo>
                <a:lnTo>
                  <a:pt x="883564" y="561420"/>
                </a:lnTo>
                <a:lnTo>
                  <a:pt x="884381" y="561286"/>
                </a:lnTo>
                <a:lnTo>
                  <a:pt x="885186" y="561135"/>
                </a:lnTo>
                <a:lnTo>
                  <a:pt x="885977" y="560966"/>
                </a:lnTo>
                <a:lnTo>
                  <a:pt x="886755" y="560780"/>
                </a:lnTo>
                <a:lnTo>
                  <a:pt x="887520" y="560575"/>
                </a:lnTo>
                <a:lnTo>
                  <a:pt x="888272" y="560353"/>
                </a:lnTo>
                <a:lnTo>
                  <a:pt x="889011" y="560113"/>
                </a:lnTo>
                <a:lnTo>
                  <a:pt x="889736" y="559855"/>
                </a:lnTo>
                <a:lnTo>
                  <a:pt x="890449" y="559580"/>
                </a:lnTo>
                <a:lnTo>
                  <a:pt x="891148" y="559287"/>
                </a:lnTo>
                <a:lnTo>
                  <a:pt x="891834" y="558976"/>
                </a:lnTo>
                <a:lnTo>
                  <a:pt x="892506" y="558647"/>
                </a:lnTo>
                <a:lnTo>
                  <a:pt x="893166" y="558300"/>
                </a:lnTo>
                <a:lnTo>
                  <a:pt x="893812" y="557936"/>
                </a:lnTo>
                <a:lnTo>
                  <a:pt x="894446" y="557554"/>
                </a:lnTo>
                <a:lnTo>
                  <a:pt x="895066" y="557154"/>
                </a:lnTo>
                <a:lnTo>
                  <a:pt x="895673" y="556736"/>
                </a:lnTo>
                <a:lnTo>
                  <a:pt x="896267" y="556300"/>
                </a:lnTo>
                <a:lnTo>
                  <a:pt x="896847" y="555857"/>
                </a:lnTo>
                <a:lnTo>
                  <a:pt x="897415" y="555406"/>
                </a:lnTo>
                <a:lnTo>
                  <a:pt x="897969" y="554947"/>
                </a:lnTo>
                <a:lnTo>
                  <a:pt x="898510" y="554481"/>
                </a:lnTo>
                <a:lnTo>
                  <a:pt x="899038" y="554007"/>
                </a:lnTo>
                <a:lnTo>
                  <a:pt x="899553" y="553525"/>
                </a:lnTo>
                <a:lnTo>
                  <a:pt x="900055" y="553035"/>
                </a:lnTo>
                <a:lnTo>
                  <a:pt x="900543" y="552538"/>
                </a:lnTo>
                <a:lnTo>
                  <a:pt x="901018" y="552033"/>
                </a:lnTo>
                <a:lnTo>
                  <a:pt x="901481" y="551521"/>
                </a:lnTo>
                <a:lnTo>
                  <a:pt x="901929" y="551001"/>
                </a:lnTo>
                <a:lnTo>
                  <a:pt x="902365" y="550473"/>
                </a:lnTo>
                <a:lnTo>
                  <a:pt x="902788" y="549937"/>
                </a:lnTo>
                <a:lnTo>
                  <a:pt x="903197" y="549394"/>
                </a:lnTo>
                <a:lnTo>
                  <a:pt x="903594" y="548843"/>
                </a:lnTo>
                <a:lnTo>
                  <a:pt x="903977" y="548285"/>
                </a:lnTo>
                <a:lnTo>
                  <a:pt x="904347" y="547718"/>
                </a:lnTo>
                <a:lnTo>
                  <a:pt x="904704" y="547145"/>
                </a:lnTo>
                <a:lnTo>
                  <a:pt x="905047" y="546563"/>
                </a:lnTo>
                <a:lnTo>
                  <a:pt x="905378" y="545974"/>
                </a:lnTo>
                <a:lnTo>
                  <a:pt x="905695" y="545377"/>
                </a:lnTo>
                <a:lnTo>
                  <a:pt x="905999" y="544772"/>
                </a:lnTo>
                <a:lnTo>
                  <a:pt x="906290" y="544160"/>
                </a:lnTo>
                <a:lnTo>
                  <a:pt x="907301" y="544160"/>
                </a:lnTo>
                <a:lnTo>
                  <a:pt x="907301" y="560591"/>
                </a:lnTo>
                <a:lnTo>
                  <a:pt x="922216" y="560591"/>
                </a:lnTo>
                <a:lnTo>
                  <a:pt x="922216" y="463519"/>
                </a:lnTo>
                <a:lnTo>
                  <a:pt x="907301" y="463519"/>
                </a:lnTo>
                <a:lnTo>
                  <a:pt x="907301" y="520903"/>
                </a:lnTo>
                <a:lnTo>
                  <a:pt x="907294" y="521656"/>
                </a:lnTo>
                <a:lnTo>
                  <a:pt x="907274" y="522397"/>
                </a:lnTo>
                <a:lnTo>
                  <a:pt x="907239" y="523127"/>
                </a:lnTo>
                <a:lnTo>
                  <a:pt x="907191" y="523847"/>
                </a:lnTo>
                <a:lnTo>
                  <a:pt x="907128" y="524555"/>
                </a:lnTo>
                <a:lnTo>
                  <a:pt x="907052" y="525252"/>
                </a:lnTo>
                <a:close/>
                <a:moveTo>
                  <a:pt x="657783" y="596789"/>
                </a:moveTo>
                <a:lnTo>
                  <a:pt x="658310" y="596726"/>
                </a:lnTo>
                <a:lnTo>
                  <a:pt x="658833" y="596655"/>
                </a:lnTo>
                <a:lnTo>
                  <a:pt x="659350" y="596576"/>
                </a:lnTo>
                <a:lnTo>
                  <a:pt x="659863" y="596489"/>
                </a:lnTo>
                <a:lnTo>
                  <a:pt x="660371" y="596393"/>
                </a:lnTo>
                <a:lnTo>
                  <a:pt x="660874" y="596288"/>
                </a:lnTo>
                <a:lnTo>
                  <a:pt x="661373" y="596176"/>
                </a:lnTo>
                <a:lnTo>
                  <a:pt x="661866" y="596055"/>
                </a:lnTo>
                <a:lnTo>
                  <a:pt x="662355" y="595926"/>
                </a:lnTo>
                <a:lnTo>
                  <a:pt x="662839" y="595788"/>
                </a:lnTo>
                <a:lnTo>
                  <a:pt x="663318" y="595642"/>
                </a:lnTo>
                <a:lnTo>
                  <a:pt x="663792" y="595488"/>
                </a:lnTo>
                <a:lnTo>
                  <a:pt x="664261" y="595325"/>
                </a:lnTo>
                <a:lnTo>
                  <a:pt x="664726" y="595154"/>
                </a:lnTo>
                <a:lnTo>
                  <a:pt x="665186" y="594975"/>
                </a:lnTo>
                <a:lnTo>
                  <a:pt x="665640" y="594788"/>
                </a:lnTo>
                <a:lnTo>
                  <a:pt x="666091" y="594592"/>
                </a:lnTo>
                <a:lnTo>
                  <a:pt x="666541" y="594387"/>
                </a:lnTo>
                <a:lnTo>
                  <a:pt x="666987" y="594173"/>
                </a:lnTo>
                <a:lnTo>
                  <a:pt x="667429" y="593951"/>
                </a:lnTo>
                <a:lnTo>
                  <a:pt x="667865" y="593719"/>
                </a:lnTo>
                <a:lnTo>
                  <a:pt x="668298" y="593478"/>
                </a:lnTo>
                <a:lnTo>
                  <a:pt x="668725" y="593229"/>
                </a:lnTo>
                <a:lnTo>
                  <a:pt x="669148" y="592970"/>
                </a:lnTo>
                <a:lnTo>
                  <a:pt x="669566" y="592703"/>
                </a:lnTo>
                <a:lnTo>
                  <a:pt x="669980" y="592426"/>
                </a:lnTo>
                <a:lnTo>
                  <a:pt x="670389" y="592140"/>
                </a:lnTo>
                <a:lnTo>
                  <a:pt x="670794" y="591846"/>
                </a:lnTo>
                <a:lnTo>
                  <a:pt x="671194" y="591542"/>
                </a:lnTo>
                <a:lnTo>
                  <a:pt x="671589" y="591230"/>
                </a:lnTo>
                <a:lnTo>
                  <a:pt x="671980" y="590908"/>
                </a:lnTo>
                <a:lnTo>
                  <a:pt x="672366" y="590578"/>
                </a:lnTo>
                <a:lnTo>
                  <a:pt x="672747" y="590238"/>
                </a:lnTo>
                <a:lnTo>
                  <a:pt x="673124" y="589889"/>
                </a:lnTo>
                <a:lnTo>
                  <a:pt x="673497" y="589532"/>
                </a:lnTo>
                <a:lnTo>
                  <a:pt x="673864" y="589165"/>
                </a:lnTo>
                <a:lnTo>
                  <a:pt x="674227" y="588790"/>
                </a:lnTo>
                <a:lnTo>
                  <a:pt x="674586" y="588405"/>
                </a:lnTo>
                <a:lnTo>
                  <a:pt x="674940" y="588012"/>
                </a:lnTo>
                <a:lnTo>
                  <a:pt x="675289" y="587609"/>
                </a:lnTo>
                <a:lnTo>
                  <a:pt x="675633" y="587197"/>
                </a:lnTo>
                <a:lnTo>
                  <a:pt x="675973" y="586782"/>
                </a:lnTo>
                <a:lnTo>
                  <a:pt x="676309" y="586358"/>
                </a:lnTo>
                <a:lnTo>
                  <a:pt x="676640" y="585925"/>
                </a:lnTo>
                <a:lnTo>
                  <a:pt x="676966" y="585482"/>
                </a:lnTo>
                <a:lnTo>
                  <a:pt x="677287" y="585031"/>
                </a:lnTo>
                <a:lnTo>
                  <a:pt x="677604" y="584571"/>
                </a:lnTo>
                <a:lnTo>
                  <a:pt x="677917" y="584101"/>
                </a:lnTo>
                <a:lnTo>
                  <a:pt x="678225" y="583623"/>
                </a:lnTo>
                <a:lnTo>
                  <a:pt x="678528" y="583136"/>
                </a:lnTo>
                <a:lnTo>
                  <a:pt x="678826" y="582640"/>
                </a:lnTo>
                <a:lnTo>
                  <a:pt x="679120" y="582134"/>
                </a:lnTo>
                <a:lnTo>
                  <a:pt x="679409" y="581620"/>
                </a:lnTo>
                <a:lnTo>
                  <a:pt x="679694" y="581097"/>
                </a:lnTo>
                <a:lnTo>
                  <a:pt x="679974" y="580565"/>
                </a:lnTo>
                <a:lnTo>
                  <a:pt x="680250" y="580023"/>
                </a:lnTo>
                <a:lnTo>
                  <a:pt x="680521" y="579473"/>
                </a:lnTo>
                <a:lnTo>
                  <a:pt x="680787" y="578914"/>
                </a:lnTo>
                <a:lnTo>
                  <a:pt x="681049" y="578346"/>
                </a:lnTo>
                <a:lnTo>
                  <a:pt x="681306" y="577769"/>
                </a:lnTo>
                <a:lnTo>
                  <a:pt x="681558" y="577182"/>
                </a:lnTo>
                <a:lnTo>
                  <a:pt x="681806" y="576587"/>
                </a:lnTo>
                <a:lnTo>
                  <a:pt x="682049" y="575983"/>
                </a:lnTo>
                <a:lnTo>
                  <a:pt x="682288" y="575370"/>
                </a:lnTo>
                <a:lnTo>
                  <a:pt x="682522" y="574747"/>
                </a:lnTo>
                <a:lnTo>
                  <a:pt x="723727" y="463519"/>
                </a:lnTo>
                <a:lnTo>
                  <a:pt x="707548" y="463519"/>
                </a:lnTo>
                <a:lnTo>
                  <a:pt x="680753" y="540873"/>
                </a:lnTo>
                <a:lnTo>
                  <a:pt x="679741" y="540873"/>
                </a:lnTo>
                <a:lnTo>
                  <a:pt x="652945" y="463519"/>
                </a:lnTo>
                <a:lnTo>
                  <a:pt x="636767" y="463519"/>
                </a:lnTo>
                <a:lnTo>
                  <a:pt x="672663" y="561097"/>
                </a:lnTo>
                <a:lnTo>
                  <a:pt x="669882" y="568680"/>
                </a:lnTo>
                <a:lnTo>
                  <a:pt x="669655" y="569289"/>
                </a:lnTo>
                <a:lnTo>
                  <a:pt x="669426" y="569884"/>
                </a:lnTo>
                <a:lnTo>
                  <a:pt x="669194" y="570465"/>
                </a:lnTo>
                <a:lnTo>
                  <a:pt x="668961" y="571031"/>
                </a:lnTo>
                <a:lnTo>
                  <a:pt x="668725" y="571583"/>
                </a:lnTo>
                <a:lnTo>
                  <a:pt x="668488" y="572121"/>
                </a:lnTo>
                <a:lnTo>
                  <a:pt x="668249" y="572644"/>
                </a:lnTo>
                <a:lnTo>
                  <a:pt x="668008" y="573153"/>
                </a:lnTo>
                <a:lnTo>
                  <a:pt x="667764" y="573648"/>
                </a:lnTo>
                <a:lnTo>
                  <a:pt x="667519" y="574129"/>
                </a:lnTo>
                <a:lnTo>
                  <a:pt x="667272" y="574595"/>
                </a:lnTo>
                <a:lnTo>
                  <a:pt x="667023" y="575048"/>
                </a:lnTo>
                <a:lnTo>
                  <a:pt x="666772" y="575485"/>
                </a:lnTo>
                <a:lnTo>
                  <a:pt x="666518" y="575909"/>
                </a:lnTo>
                <a:lnTo>
                  <a:pt x="666263" y="576318"/>
                </a:lnTo>
                <a:lnTo>
                  <a:pt x="666006" y="576714"/>
                </a:lnTo>
                <a:lnTo>
                  <a:pt x="665747" y="577094"/>
                </a:lnTo>
                <a:lnTo>
                  <a:pt x="665486" y="577461"/>
                </a:lnTo>
                <a:lnTo>
                  <a:pt x="665223" y="577813"/>
                </a:lnTo>
                <a:lnTo>
                  <a:pt x="664958" y="578151"/>
                </a:lnTo>
                <a:lnTo>
                  <a:pt x="664691" y="578475"/>
                </a:lnTo>
                <a:lnTo>
                  <a:pt x="664422" y="578785"/>
                </a:lnTo>
                <a:lnTo>
                  <a:pt x="664151" y="579080"/>
                </a:lnTo>
                <a:lnTo>
                  <a:pt x="663879" y="579361"/>
                </a:lnTo>
                <a:lnTo>
                  <a:pt x="663608" y="579635"/>
                </a:lnTo>
                <a:lnTo>
                  <a:pt x="663335" y="579898"/>
                </a:lnTo>
                <a:lnTo>
                  <a:pt x="663058" y="580152"/>
                </a:lnTo>
                <a:lnTo>
                  <a:pt x="662778" y="580395"/>
                </a:lnTo>
                <a:lnTo>
                  <a:pt x="662495" y="580628"/>
                </a:lnTo>
                <a:lnTo>
                  <a:pt x="662208" y="580850"/>
                </a:lnTo>
                <a:lnTo>
                  <a:pt x="661918" y="581062"/>
                </a:lnTo>
                <a:lnTo>
                  <a:pt x="661625" y="581264"/>
                </a:lnTo>
                <a:lnTo>
                  <a:pt x="661328" y="581455"/>
                </a:lnTo>
                <a:lnTo>
                  <a:pt x="661028" y="581636"/>
                </a:lnTo>
                <a:lnTo>
                  <a:pt x="660725" y="581807"/>
                </a:lnTo>
                <a:lnTo>
                  <a:pt x="660419" y="581968"/>
                </a:lnTo>
                <a:lnTo>
                  <a:pt x="660109" y="582118"/>
                </a:lnTo>
                <a:lnTo>
                  <a:pt x="659796" y="582258"/>
                </a:lnTo>
                <a:lnTo>
                  <a:pt x="659479" y="582387"/>
                </a:lnTo>
                <a:lnTo>
                  <a:pt x="659160" y="582507"/>
                </a:lnTo>
                <a:lnTo>
                  <a:pt x="658837" y="582616"/>
                </a:lnTo>
                <a:lnTo>
                  <a:pt x="658511" y="582714"/>
                </a:lnTo>
                <a:lnTo>
                  <a:pt x="658181" y="582803"/>
                </a:lnTo>
                <a:lnTo>
                  <a:pt x="657849" y="582881"/>
                </a:lnTo>
                <a:lnTo>
                  <a:pt x="657512" y="582948"/>
                </a:lnTo>
                <a:lnTo>
                  <a:pt x="657173" y="583006"/>
                </a:lnTo>
                <a:lnTo>
                  <a:pt x="656830" y="583053"/>
                </a:lnTo>
                <a:lnTo>
                  <a:pt x="656484" y="583090"/>
                </a:lnTo>
                <a:lnTo>
                  <a:pt x="656135" y="583118"/>
                </a:lnTo>
                <a:lnTo>
                  <a:pt x="655781" y="583140"/>
                </a:lnTo>
                <a:lnTo>
                  <a:pt x="655422" y="583157"/>
                </a:lnTo>
                <a:lnTo>
                  <a:pt x="655059" y="583167"/>
                </a:lnTo>
                <a:lnTo>
                  <a:pt x="654692" y="583171"/>
                </a:lnTo>
                <a:lnTo>
                  <a:pt x="654320" y="583169"/>
                </a:lnTo>
                <a:lnTo>
                  <a:pt x="653944" y="583160"/>
                </a:lnTo>
                <a:lnTo>
                  <a:pt x="653563" y="583146"/>
                </a:lnTo>
                <a:lnTo>
                  <a:pt x="653178" y="583125"/>
                </a:lnTo>
                <a:lnTo>
                  <a:pt x="652789" y="583098"/>
                </a:lnTo>
                <a:lnTo>
                  <a:pt x="652396" y="583065"/>
                </a:lnTo>
                <a:lnTo>
                  <a:pt x="651997" y="583026"/>
                </a:lnTo>
                <a:lnTo>
                  <a:pt x="651595" y="582981"/>
                </a:lnTo>
                <a:lnTo>
                  <a:pt x="651188" y="582930"/>
                </a:lnTo>
                <a:lnTo>
                  <a:pt x="650777" y="582872"/>
                </a:lnTo>
                <a:lnTo>
                  <a:pt x="650361" y="582809"/>
                </a:lnTo>
                <a:lnTo>
                  <a:pt x="649941" y="582739"/>
                </a:lnTo>
                <a:lnTo>
                  <a:pt x="649517" y="582663"/>
                </a:lnTo>
                <a:lnTo>
                  <a:pt x="649088" y="582581"/>
                </a:lnTo>
                <a:lnTo>
                  <a:pt x="648655" y="582493"/>
                </a:lnTo>
                <a:lnTo>
                  <a:pt x="648217" y="582398"/>
                </a:lnTo>
                <a:lnTo>
                  <a:pt x="647775" y="582298"/>
                </a:lnTo>
                <a:lnTo>
                  <a:pt x="647329" y="582191"/>
                </a:lnTo>
                <a:lnTo>
                  <a:pt x="646878" y="582078"/>
                </a:lnTo>
                <a:lnTo>
                  <a:pt x="643087" y="595224"/>
                </a:lnTo>
                <a:lnTo>
                  <a:pt x="643184" y="595271"/>
                </a:lnTo>
                <a:lnTo>
                  <a:pt x="643289" y="595318"/>
                </a:lnTo>
                <a:lnTo>
                  <a:pt x="643400" y="595366"/>
                </a:lnTo>
                <a:lnTo>
                  <a:pt x="643517" y="595413"/>
                </a:lnTo>
                <a:lnTo>
                  <a:pt x="643640" y="595460"/>
                </a:lnTo>
                <a:lnTo>
                  <a:pt x="643770" y="595508"/>
                </a:lnTo>
                <a:lnTo>
                  <a:pt x="643906" y="595555"/>
                </a:lnTo>
                <a:lnTo>
                  <a:pt x="644049" y="595603"/>
                </a:lnTo>
                <a:lnTo>
                  <a:pt x="644197" y="595650"/>
                </a:lnTo>
                <a:lnTo>
                  <a:pt x="644353" y="595697"/>
                </a:lnTo>
                <a:lnTo>
                  <a:pt x="644514" y="595745"/>
                </a:lnTo>
                <a:lnTo>
                  <a:pt x="644682" y="595792"/>
                </a:lnTo>
                <a:lnTo>
                  <a:pt x="644857" y="595840"/>
                </a:lnTo>
                <a:lnTo>
                  <a:pt x="645037" y="595887"/>
                </a:lnTo>
                <a:lnTo>
                  <a:pt x="645224" y="595934"/>
                </a:lnTo>
                <a:lnTo>
                  <a:pt x="645418" y="595982"/>
                </a:lnTo>
                <a:lnTo>
                  <a:pt x="645618" y="596029"/>
                </a:lnTo>
                <a:lnTo>
                  <a:pt x="645824" y="596077"/>
                </a:lnTo>
                <a:lnTo>
                  <a:pt x="646036" y="596124"/>
                </a:lnTo>
                <a:lnTo>
                  <a:pt x="646255" y="596172"/>
                </a:lnTo>
                <a:lnTo>
                  <a:pt x="646480" y="596219"/>
                </a:lnTo>
                <a:lnTo>
                  <a:pt x="646712" y="596266"/>
                </a:lnTo>
                <a:lnTo>
                  <a:pt x="646950" y="596314"/>
                </a:lnTo>
                <a:lnTo>
                  <a:pt x="647194" y="596361"/>
                </a:lnTo>
                <a:lnTo>
                  <a:pt x="647443" y="596413"/>
                </a:lnTo>
                <a:lnTo>
                  <a:pt x="647695" y="596462"/>
                </a:lnTo>
                <a:lnTo>
                  <a:pt x="647950" y="596509"/>
                </a:lnTo>
                <a:lnTo>
                  <a:pt x="648207" y="596554"/>
                </a:lnTo>
                <a:lnTo>
                  <a:pt x="648468" y="596597"/>
                </a:lnTo>
                <a:lnTo>
                  <a:pt x="648731" y="596638"/>
                </a:lnTo>
                <a:lnTo>
                  <a:pt x="648997" y="596676"/>
                </a:lnTo>
                <a:lnTo>
                  <a:pt x="649266" y="596712"/>
                </a:lnTo>
                <a:lnTo>
                  <a:pt x="649538" y="596746"/>
                </a:lnTo>
                <a:lnTo>
                  <a:pt x="649812" y="596778"/>
                </a:lnTo>
                <a:lnTo>
                  <a:pt x="650090" y="596808"/>
                </a:lnTo>
                <a:lnTo>
                  <a:pt x="650370" y="596835"/>
                </a:lnTo>
                <a:lnTo>
                  <a:pt x="650653" y="596860"/>
                </a:lnTo>
                <a:lnTo>
                  <a:pt x="650939" y="596883"/>
                </a:lnTo>
                <a:lnTo>
                  <a:pt x="651228" y="596904"/>
                </a:lnTo>
                <a:lnTo>
                  <a:pt x="651520" y="596923"/>
                </a:lnTo>
                <a:lnTo>
                  <a:pt x="651815" y="596939"/>
                </a:lnTo>
                <a:lnTo>
                  <a:pt x="652112" y="596954"/>
                </a:lnTo>
                <a:lnTo>
                  <a:pt x="652412" y="596966"/>
                </a:lnTo>
                <a:lnTo>
                  <a:pt x="652715" y="596976"/>
                </a:lnTo>
                <a:lnTo>
                  <a:pt x="653021" y="596983"/>
                </a:lnTo>
                <a:lnTo>
                  <a:pt x="653330" y="596989"/>
                </a:lnTo>
                <a:lnTo>
                  <a:pt x="653642" y="596992"/>
                </a:lnTo>
                <a:lnTo>
                  <a:pt x="653957" y="596993"/>
                </a:lnTo>
                <a:lnTo>
                  <a:pt x="654518" y="596989"/>
                </a:lnTo>
                <a:lnTo>
                  <a:pt x="655074" y="596976"/>
                </a:lnTo>
                <a:lnTo>
                  <a:pt x="655625" y="596956"/>
                </a:lnTo>
                <a:lnTo>
                  <a:pt x="656172" y="596926"/>
                </a:lnTo>
                <a:lnTo>
                  <a:pt x="656714" y="596889"/>
                </a:lnTo>
                <a:lnTo>
                  <a:pt x="657251" y="596843"/>
                </a:lnTo>
                <a:lnTo>
                  <a:pt x="657783" y="596789"/>
                </a:lnTo>
                <a:close/>
                <a:moveTo>
                  <a:pt x="1443223" y="19971"/>
                </a:moveTo>
                <a:lnTo>
                  <a:pt x="1443553" y="19893"/>
                </a:lnTo>
                <a:lnTo>
                  <a:pt x="1443879" y="19806"/>
                </a:lnTo>
                <a:lnTo>
                  <a:pt x="1444201" y="19708"/>
                </a:lnTo>
                <a:lnTo>
                  <a:pt x="1444518" y="19599"/>
                </a:lnTo>
                <a:lnTo>
                  <a:pt x="1444831" y="19481"/>
                </a:lnTo>
                <a:lnTo>
                  <a:pt x="1445140" y="19352"/>
                </a:lnTo>
                <a:lnTo>
                  <a:pt x="1445444" y="19213"/>
                </a:lnTo>
                <a:lnTo>
                  <a:pt x="1445744" y="19063"/>
                </a:lnTo>
                <a:lnTo>
                  <a:pt x="1446039" y="18903"/>
                </a:lnTo>
                <a:lnTo>
                  <a:pt x="1446330" y="18733"/>
                </a:lnTo>
                <a:lnTo>
                  <a:pt x="1446617" y="18553"/>
                </a:lnTo>
                <a:lnTo>
                  <a:pt x="1446899" y="18362"/>
                </a:lnTo>
                <a:lnTo>
                  <a:pt x="1447177" y="18161"/>
                </a:lnTo>
                <a:lnTo>
                  <a:pt x="1447450" y="17949"/>
                </a:lnTo>
                <a:lnTo>
                  <a:pt x="1447719" y="17727"/>
                </a:lnTo>
                <a:lnTo>
                  <a:pt x="1447984" y="17495"/>
                </a:lnTo>
                <a:lnTo>
                  <a:pt x="1448244" y="17253"/>
                </a:lnTo>
                <a:lnTo>
                  <a:pt x="1448502" y="17003"/>
                </a:lnTo>
                <a:lnTo>
                  <a:pt x="1448749" y="16750"/>
                </a:lnTo>
                <a:lnTo>
                  <a:pt x="1448985" y="16492"/>
                </a:lnTo>
                <a:lnTo>
                  <a:pt x="1449210" y="16230"/>
                </a:lnTo>
                <a:lnTo>
                  <a:pt x="1449424" y="15963"/>
                </a:lnTo>
                <a:lnTo>
                  <a:pt x="1449627" y="15693"/>
                </a:lnTo>
                <a:lnTo>
                  <a:pt x="1449819" y="15418"/>
                </a:lnTo>
                <a:lnTo>
                  <a:pt x="1450000" y="15139"/>
                </a:lnTo>
                <a:lnTo>
                  <a:pt x="1450170" y="14856"/>
                </a:lnTo>
                <a:lnTo>
                  <a:pt x="1450329" y="14569"/>
                </a:lnTo>
                <a:lnTo>
                  <a:pt x="1450477" y="14278"/>
                </a:lnTo>
                <a:lnTo>
                  <a:pt x="1450614" y="13983"/>
                </a:lnTo>
                <a:lnTo>
                  <a:pt x="1450740" y="13683"/>
                </a:lnTo>
                <a:lnTo>
                  <a:pt x="1450855" y="13379"/>
                </a:lnTo>
                <a:lnTo>
                  <a:pt x="1450960" y="13071"/>
                </a:lnTo>
                <a:lnTo>
                  <a:pt x="1451053" y="12759"/>
                </a:lnTo>
                <a:lnTo>
                  <a:pt x="1451135" y="12443"/>
                </a:lnTo>
                <a:lnTo>
                  <a:pt x="1451207" y="12122"/>
                </a:lnTo>
                <a:lnTo>
                  <a:pt x="1451267" y="11797"/>
                </a:lnTo>
                <a:lnTo>
                  <a:pt x="1451316" y="11469"/>
                </a:lnTo>
                <a:lnTo>
                  <a:pt x="1451355" y="11136"/>
                </a:lnTo>
                <a:lnTo>
                  <a:pt x="1451382" y="10799"/>
                </a:lnTo>
                <a:lnTo>
                  <a:pt x="1451399" y="10457"/>
                </a:lnTo>
                <a:lnTo>
                  <a:pt x="1451404" y="10112"/>
                </a:lnTo>
                <a:lnTo>
                  <a:pt x="1451399" y="9766"/>
                </a:lnTo>
                <a:lnTo>
                  <a:pt x="1451382" y="9425"/>
                </a:lnTo>
                <a:lnTo>
                  <a:pt x="1451355" y="9088"/>
                </a:lnTo>
                <a:lnTo>
                  <a:pt x="1451316" y="8755"/>
                </a:lnTo>
                <a:lnTo>
                  <a:pt x="1451267" y="8426"/>
                </a:lnTo>
                <a:lnTo>
                  <a:pt x="1451207" y="8101"/>
                </a:lnTo>
                <a:lnTo>
                  <a:pt x="1451135" y="7781"/>
                </a:lnTo>
                <a:lnTo>
                  <a:pt x="1451053" y="7464"/>
                </a:lnTo>
                <a:lnTo>
                  <a:pt x="1450960" y="7152"/>
                </a:lnTo>
                <a:lnTo>
                  <a:pt x="1450855" y="6844"/>
                </a:lnTo>
                <a:lnTo>
                  <a:pt x="1450740" y="6540"/>
                </a:lnTo>
                <a:lnTo>
                  <a:pt x="1450614" y="6241"/>
                </a:lnTo>
                <a:lnTo>
                  <a:pt x="1450477" y="5945"/>
                </a:lnTo>
                <a:lnTo>
                  <a:pt x="1450329" y="5654"/>
                </a:lnTo>
                <a:lnTo>
                  <a:pt x="1450170" y="5367"/>
                </a:lnTo>
                <a:lnTo>
                  <a:pt x="1450000" y="5084"/>
                </a:lnTo>
                <a:lnTo>
                  <a:pt x="1449819" y="4805"/>
                </a:lnTo>
                <a:lnTo>
                  <a:pt x="1449627" y="4530"/>
                </a:lnTo>
                <a:lnTo>
                  <a:pt x="1449424" y="4260"/>
                </a:lnTo>
                <a:lnTo>
                  <a:pt x="1449210" y="3994"/>
                </a:lnTo>
                <a:lnTo>
                  <a:pt x="1448985" y="3732"/>
                </a:lnTo>
                <a:lnTo>
                  <a:pt x="1448749" y="3474"/>
                </a:lnTo>
                <a:lnTo>
                  <a:pt x="1448502" y="3220"/>
                </a:lnTo>
                <a:lnTo>
                  <a:pt x="1448244" y="2970"/>
                </a:lnTo>
                <a:lnTo>
                  <a:pt x="1447984" y="2728"/>
                </a:lnTo>
                <a:lnTo>
                  <a:pt x="1447719" y="2496"/>
                </a:lnTo>
                <a:lnTo>
                  <a:pt x="1447450" y="2274"/>
                </a:lnTo>
                <a:lnTo>
                  <a:pt x="1447177" y="2063"/>
                </a:lnTo>
                <a:lnTo>
                  <a:pt x="1446899" y="1862"/>
                </a:lnTo>
                <a:lnTo>
                  <a:pt x="1446617" y="1671"/>
                </a:lnTo>
                <a:lnTo>
                  <a:pt x="1446330" y="1490"/>
                </a:lnTo>
                <a:lnTo>
                  <a:pt x="1446039" y="1320"/>
                </a:lnTo>
                <a:lnTo>
                  <a:pt x="1445744" y="1160"/>
                </a:lnTo>
                <a:lnTo>
                  <a:pt x="1445444" y="1011"/>
                </a:lnTo>
                <a:lnTo>
                  <a:pt x="1445140" y="871"/>
                </a:lnTo>
                <a:lnTo>
                  <a:pt x="1444831" y="743"/>
                </a:lnTo>
                <a:lnTo>
                  <a:pt x="1444518" y="624"/>
                </a:lnTo>
                <a:lnTo>
                  <a:pt x="1444201" y="516"/>
                </a:lnTo>
                <a:lnTo>
                  <a:pt x="1443879" y="418"/>
                </a:lnTo>
                <a:lnTo>
                  <a:pt x="1443553" y="330"/>
                </a:lnTo>
                <a:lnTo>
                  <a:pt x="1443223" y="253"/>
                </a:lnTo>
                <a:lnTo>
                  <a:pt x="1442888" y="186"/>
                </a:lnTo>
                <a:lnTo>
                  <a:pt x="1442549" y="129"/>
                </a:lnTo>
                <a:lnTo>
                  <a:pt x="1442205" y="83"/>
                </a:lnTo>
                <a:lnTo>
                  <a:pt x="1441857" y="46"/>
                </a:lnTo>
                <a:lnTo>
                  <a:pt x="1441505" y="21"/>
                </a:lnTo>
                <a:lnTo>
                  <a:pt x="1441148" y="5"/>
                </a:lnTo>
                <a:lnTo>
                  <a:pt x="1440787" y="0"/>
                </a:lnTo>
                <a:lnTo>
                  <a:pt x="1440426" y="5"/>
                </a:lnTo>
                <a:lnTo>
                  <a:pt x="1440068" y="21"/>
                </a:lnTo>
                <a:lnTo>
                  <a:pt x="1439715" y="46"/>
                </a:lnTo>
                <a:lnTo>
                  <a:pt x="1439367" y="83"/>
                </a:lnTo>
                <a:lnTo>
                  <a:pt x="1439022" y="129"/>
                </a:lnTo>
                <a:lnTo>
                  <a:pt x="1438682" y="186"/>
                </a:lnTo>
                <a:lnTo>
                  <a:pt x="1438345" y="253"/>
                </a:lnTo>
                <a:lnTo>
                  <a:pt x="1438013" y="330"/>
                </a:lnTo>
                <a:lnTo>
                  <a:pt x="1437685" y="418"/>
                </a:lnTo>
                <a:lnTo>
                  <a:pt x="1437361" y="516"/>
                </a:lnTo>
                <a:lnTo>
                  <a:pt x="1437042" y="624"/>
                </a:lnTo>
                <a:lnTo>
                  <a:pt x="1436726" y="743"/>
                </a:lnTo>
                <a:lnTo>
                  <a:pt x="1436415" y="871"/>
                </a:lnTo>
                <a:lnTo>
                  <a:pt x="1436108" y="1011"/>
                </a:lnTo>
                <a:lnTo>
                  <a:pt x="1435805" y="1160"/>
                </a:lnTo>
                <a:lnTo>
                  <a:pt x="1435506" y="1320"/>
                </a:lnTo>
                <a:lnTo>
                  <a:pt x="1435212" y="1490"/>
                </a:lnTo>
                <a:lnTo>
                  <a:pt x="1434921" y="1671"/>
                </a:lnTo>
                <a:lnTo>
                  <a:pt x="1434635" y="1862"/>
                </a:lnTo>
                <a:lnTo>
                  <a:pt x="1434353" y="2063"/>
                </a:lnTo>
                <a:lnTo>
                  <a:pt x="1434075" y="2274"/>
                </a:lnTo>
                <a:lnTo>
                  <a:pt x="1433801" y="2496"/>
                </a:lnTo>
                <a:lnTo>
                  <a:pt x="1433532" y="2728"/>
                </a:lnTo>
                <a:lnTo>
                  <a:pt x="1433266" y="2970"/>
                </a:lnTo>
                <a:lnTo>
                  <a:pt x="1433014" y="3220"/>
                </a:lnTo>
                <a:lnTo>
                  <a:pt x="1432772" y="3474"/>
                </a:lnTo>
                <a:lnTo>
                  <a:pt x="1432540" y="3732"/>
                </a:lnTo>
                <a:lnTo>
                  <a:pt x="1432320" y="3994"/>
                </a:lnTo>
                <a:lnTo>
                  <a:pt x="1432110" y="4260"/>
                </a:lnTo>
                <a:lnTo>
                  <a:pt x="1431911" y="4530"/>
                </a:lnTo>
                <a:lnTo>
                  <a:pt x="1431723" y="4805"/>
                </a:lnTo>
                <a:lnTo>
                  <a:pt x="1431546" y="5084"/>
                </a:lnTo>
                <a:lnTo>
                  <a:pt x="1431379" y="5367"/>
                </a:lnTo>
                <a:lnTo>
                  <a:pt x="1431223" y="5654"/>
                </a:lnTo>
                <a:lnTo>
                  <a:pt x="1431078" y="5945"/>
                </a:lnTo>
                <a:lnTo>
                  <a:pt x="1430944" y="6241"/>
                </a:lnTo>
                <a:lnTo>
                  <a:pt x="1430820" y="6540"/>
                </a:lnTo>
                <a:lnTo>
                  <a:pt x="1430707" y="6844"/>
                </a:lnTo>
                <a:lnTo>
                  <a:pt x="1430605" y="7152"/>
                </a:lnTo>
                <a:lnTo>
                  <a:pt x="1430514" y="7464"/>
                </a:lnTo>
                <a:lnTo>
                  <a:pt x="1430433" y="7781"/>
                </a:lnTo>
                <a:lnTo>
                  <a:pt x="1430363" y="8101"/>
                </a:lnTo>
                <a:lnTo>
                  <a:pt x="1430304" y="8426"/>
                </a:lnTo>
                <a:lnTo>
                  <a:pt x="1430255" y="8755"/>
                </a:lnTo>
                <a:lnTo>
                  <a:pt x="1430218" y="9088"/>
                </a:lnTo>
                <a:lnTo>
                  <a:pt x="1430191" y="9425"/>
                </a:lnTo>
                <a:lnTo>
                  <a:pt x="1430175" y="9766"/>
                </a:lnTo>
                <a:lnTo>
                  <a:pt x="1430169" y="10112"/>
                </a:lnTo>
                <a:lnTo>
                  <a:pt x="1430175" y="10457"/>
                </a:lnTo>
                <a:lnTo>
                  <a:pt x="1430191" y="10799"/>
                </a:lnTo>
                <a:lnTo>
                  <a:pt x="1430218" y="11136"/>
                </a:lnTo>
                <a:lnTo>
                  <a:pt x="1430255" y="11469"/>
                </a:lnTo>
                <a:lnTo>
                  <a:pt x="1430304" y="11797"/>
                </a:lnTo>
                <a:lnTo>
                  <a:pt x="1430363" y="12122"/>
                </a:lnTo>
                <a:lnTo>
                  <a:pt x="1430433" y="12443"/>
                </a:lnTo>
                <a:lnTo>
                  <a:pt x="1430514" y="12759"/>
                </a:lnTo>
                <a:lnTo>
                  <a:pt x="1430605" y="13071"/>
                </a:lnTo>
                <a:lnTo>
                  <a:pt x="1430707" y="13379"/>
                </a:lnTo>
                <a:lnTo>
                  <a:pt x="1430820" y="13683"/>
                </a:lnTo>
                <a:lnTo>
                  <a:pt x="1430944" y="13983"/>
                </a:lnTo>
                <a:lnTo>
                  <a:pt x="1431078" y="14278"/>
                </a:lnTo>
                <a:lnTo>
                  <a:pt x="1431223" y="14569"/>
                </a:lnTo>
                <a:lnTo>
                  <a:pt x="1431379" y="14856"/>
                </a:lnTo>
                <a:lnTo>
                  <a:pt x="1431546" y="15139"/>
                </a:lnTo>
                <a:lnTo>
                  <a:pt x="1431723" y="15418"/>
                </a:lnTo>
                <a:lnTo>
                  <a:pt x="1431911" y="15693"/>
                </a:lnTo>
                <a:lnTo>
                  <a:pt x="1432110" y="15963"/>
                </a:lnTo>
                <a:lnTo>
                  <a:pt x="1432320" y="16230"/>
                </a:lnTo>
                <a:lnTo>
                  <a:pt x="1432540" y="16492"/>
                </a:lnTo>
                <a:lnTo>
                  <a:pt x="1432772" y="16750"/>
                </a:lnTo>
                <a:lnTo>
                  <a:pt x="1433014" y="17003"/>
                </a:lnTo>
                <a:lnTo>
                  <a:pt x="1433266" y="17253"/>
                </a:lnTo>
                <a:lnTo>
                  <a:pt x="1433532" y="17495"/>
                </a:lnTo>
                <a:lnTo>
                  <a:pt x="1433801" y="17727"/>
                </a:lnTo>
                <a:lnTo>
                  <a:pt x="1434075" y="17949"/>
                </a:lnTo>
                <a:lnTo>
                  <a:pt x="1434353" y="18161"/>
                </a:lnTo>
                <a:lnTo>
                  <a:pt x="1434635" y="18362"/>
                </a:lnTo>
                <a:lnTo>
                  <a:pt x="1434921" y="18553"/>
                </a:lnTo>
                <a:lnTo>
                  <a:pt x="1435212" y="18733"/>
                </a:lnTo>
                <a:lnTo>
                  <a:pt x="1435506" y="18903"/>
                </a:lnTo>
                <a:lnTo>
                  <a:pt x="1435805" y="19063"/>
                </a:lnTo>
                <a:lnTo>
                  <a:pt x="1436108" y="19213"/>
                </a:lnTo>
                <a:lnTo>
                  <a:pt x="1436415" y="19352"/>
                </a:lnTo>
                <a:lnTo>
                  <a:pt x="1436726" y="19481"/>
                </a:lnTo>
                <a:lnTo>
                  <a:pt x="1437042" y="19599"/>
                </a:lnTo>
                <a:lnTo>
                  <a:pt x="1437361" y="19708"/>
                </a:lnTo>
                <a:lnTo>
                  <a:pt x="1437685" y="19806"/>
                </a:lnTo>
                <a:lnTo>
                  <a:pt x="1438013" y="19893"/>
                </a:lnTo>
                <a:lnTo>
                  <a:pt x="1438345" y="19971"/>
                </a:lnTo>
                <a:lnTo>
                  <a:pt x="1438682" y="20038"/>
                </a:lnTo>
                <a:lnTo>
                  <a:pt x="1439022" y="20094"/>
                </a:lnTo>
                <a:lnTo>
                  <a:pt x="1439367" y="20141"/>
                </a:lnTo>
                <a:lnTo>
                  <a:pt x="1439715" y="20177"/>
                </a:lnTo>
                <a:lnTo>
                  <a:pt x="1440068" y="20203"/>
                </a:lnTo>
                <a:lnTo>
                  <a:pt x="1440426" y="20218"/>
                </a:lnTo>
                <a:lnTo>
                  <a:pt x="1440787" y="20223"/>
                </a:lnTo>
                <a:lnTo>
                  <a:pt x="1441148" y="20218"/>
                </a:lnTo>
                <a:lnTo>
                  <a:pt x="1441505" y="20203"/>
                </a:lnTo>
                <a:lnTo>
                  <a:pt x="1441857" y="20177"/>
                </a:lnTo>
                <a:lnTo>
                  <a:pt x="1442205" y="20141"/>
                </a:lnTo>
                <a:lnTo>
                  <a:pt x="1442549" y="20094"/>
                </a:lnTo>
                <a:lnTo>
                  <a:pt x="1442888" y="20038"/>
                </a:lnTo>
                <a:lnTo>
                  <a:pt x="1443223" y="19971"/>
                </a:lnTo>
                <a:close/>
                <a:moveTo>
                  <a:pt x="1375124" y="49042"/>
                </a:moveTo>
                <a:lnTo>
                  <a:pt x="1375124" y="109712"/>
                </a:lnTo>
                <a:lnTo>
                  <a:pt x="1375131" y="110412"/>
                </a:lnTo>
                <a:lnTo>
                  <a:pt x="1375151" y="111103"/>
                </a:lnTo>
                <a:lnTo>
                  <a:pt x="1375185" y="111783"/>
                </a:lnTo>
                <a:lnTo>
                  <a:pt x="1375233" y="112454"/>
                </a:lnTo>
                <a:lnTo>
                  <a:pt x="1375294" y="113114"/>
                </a:lnTo>
                <a:lnTo>
                  <a:pt x="1375369" y="113764"/>
                </a:lnTo>
                <a:lnTo>
                  <a:pt x="1375457" y="114404"/>
                </a:lnTo>
                <a:lnTo>
                  <a:pt x="1375559" y="115034"/>
                </a:lnTo>
                <a:lnTo>
                  <a:pt x="1375675" y="115654"/>
                </a:lnTo>
                <a:lnTo>
                  <a:pt x="1375804" y="116264"/>
                </a:lnTo>
                <a:lnTo>
                  <a:pt x="1375947" y="116864"/>
                </a:lnTo>
                <a:lnTo>
                  <a:pt x="1376104" y="117453"/>
                </a:lnTo>
                <a:lnTo>
                  <a:pt x="1376274" y="118033"/>
                </a:lnTo>
                <a:lnTo>
                  <a:pt x="1376457" y="118602"/>
                </a:lnTo>
                <a:lnTo>
                  <a:pt x="1376655" y="119162"/>
                </a:lnTo>
                <a:lnTo>
                  <a:pt x="1376866" y="119711"/>
                </a:lnTo>
                <a:lnTo>
                  <a:pt x="1377090" y="120250"/>
                </a:lnTo>
                <a:lnTo>
                  <a:pt x="1377328" y="120779"/>
                </a:lnTo>
                <a:lnTo>
                  <a:pt x="1377580" y="121298"/>
                </a:lnTo>
                <a:lnTo>
                  <a:pt x="1377845" y="121807"/>
                </a:lnTo>
                <a:lnTo>
                  <a:pt x="1378124" y="122306"/>
                </a:lnTo>
                <a:lnTo>
                  <a:pt x="1378417" y="122795"/>
                </a:lnTo>
                <a:lnTo>
                  <a:pt x="1378723" y="123273"/>
                </a:lnTo>
                <a:lnTo>
                  <a:pt x="1379042" y="123742"/>
                </a:lnTo>
                <a:lnTo>
                  <a:pt x="1379378" y="124200"/>
                </a:lnTo>
                <a:lnTo>
                  <a:pt x="1379720" y="124649"/>
                </a:lnTo>
                <a:lnTo>
                  <a:pt x="1380069" y="125088"/>
                </a:lnTo>
                <a:lnTo>
                  <a:pt x="1380426" y="125516"/>
                </a:lnTo>
                <a:lnTo>
                  <a:pt x="1380789" y="125935"/>
                </a:lnTo>
                <a:lnTo>
                  <a:pt x="1381160" y="126345"/>
                </a:lnTo>
                <a:lnTo>
                  <a:pt x="1381537" y="126744"/>
                </a:lnTo>
                <a:lnTo>
                  <a:pt x="1381921" y="127133"/>
                </a:lnTo>
                <a:lnTo>
                  <a:pt x="1382313" y="127513"/>
                </a:lnTo>
                <a:lnTo>
                  <a:pt x="1382711" y="127882"/>
                </a:lnTo>
                <a:lnTo>
                  <a:pt x="1383117" y="128242"/>
                </a:lnTo>
                <a:lnTo>
                  <a:pt x="1383529" y="128592"/>
                </a:lnTo>
                <a:lnTo>
                  <a:pt x="1383949" y="128932"/>
                </a:lnTo>
                <a:lnTo>
                  <a:pt x="1384376" y="129262"/>
                </a:lnTo>
                <a:lnTo>
                  <a:pt x="1384809" y="129582"/>
                </a:lnTo>
                <a:lnTo>
                  <a:pt x="1385250" y="129893"/>
                </a:lnTo>
                <a:lnTo>
                  <a:pt x="1385697" y="130193"/>
                </a:lnTo>
                <a:lnTo>
                  <a:pt x="1386152" y="130484"/>
                </a:lnTo>
                <a:lnTo>
                  <a:pt x="1386614" y="130765"/>
                </a:lnTo>
                <a:lnTo>
                  <a:pt x="1387082" y="131036"/>
                </a:lnTo>
                <a:lnTo>
                  <a:pt x="1387558" y="131297"/>
                </a:lnTo>
                <a:lnTo>
                  <a:pt x="1388041" y="131548"/>
                </a:lnTo>
                <a:lnTo>
                  <a:pt x="1388531" y="131789"/>
                </a:lnTo>
                <a:lnTo>
                  <a:pt x="1389028" y="132020"/>
                </a:lnTo>
                <a:lnTo>
                  <a:pt x="1389534" y="132242"/>
                </a:lnTo>
                <a:lnTo>
                  <a:pt x="1390040" y="132455"/>
                </a:lnTo>
                <a:lnTo>
                  <a:pt x="1390548" y="132657"/>
                </a:lnTo>
                <a:lnTo>
                  <a:pt x="1391057" y="132851"/>
                </a:lnTo>
                <a:lnTo>
                  <a:pt x="1391566" y="133035"/>
                </a:lnTo>
                <a:lnTo>
                  <a:pt x="1392077" y="133209"/>
                </a:lnTo>
                <a:lnTo>
                  <a:pt x="1392588" y="133375"/>
                </a:lnTo>
                <a:lnTo>
                  <a:pt x="1393100" y="133530"/>
                </a:lnTo>
                <a:lnTo>
                  <a:pt x="1393613" y="133676"/>
                </a:lnTo>
                <a:lnTo>
                  <a:pt x="1394127" y="133813"/>
                </a:lnTo>
                <a:lnTo>
                  <a:pt x="1394642" y="133941"/>
                </a:lnTo>
                <a:lnTo>
                  <a:pt x="1395158" y="134059"/>
                </a:lnTo>
                <a:lnTo>
                  <a:pt x="1395674" y="134167"/>
                </a:lnTo>
                <a:lnTo>
                  <a:pt x="1396192" y="134266"/>
                </a:lnTo>
                <a:lnTo>
                  <a:pt x="1396710" y="134356"/>
                </a:lnTo>
                <a:lnTo>
                  <a:pt x="1397229" y="134436"/>
                </a:lnTo>
                <a:lnTo>
                  <a:pt x="1397749" y="134507"/>
                </a:lnTo>
                <a:lnTo>
                  <a:pt x="1398270" y="134568"/>
                </a:lnTo>
                <a:lnTo>
                  <a:pt x="1398792" y="134620"/>
                </a:lnTo>
                <a:lnTo>
                  <a:pt x="1399315" y="134663"/>
                </a:lnTo>
                <a:lnTo>
                  <a:pt x="1399838" y="134696"/>
                </a:lnTo>
                <a:lnTo>
                  <a:pt x="1400363" y="134719"/>
                </a:lnTo>
                <a:lnTo>
                  <a:pt x="1400888" y="134733"/>
                </a:lnTo>
                <a:lnTo>
                  <a:pt x="1401414" y="134738"/>
                </a:lnTo>
                <a:lnTo>
                  <a:pt x="1401760" y="134737"/>
                </a:lnTo>
                <a:lnTo>
                  <a:pt x="1402100" y="134734"/>
                </a:lnTo>
                <a:lnTo>
                  <a:pt x="1402435" y="134728"/>
                </a:lnTo>
                <a:lnTo>
                  <a:pt x="1402764" y="134720"/>
                </a:lnTo>
                <a:lnTo>
                  <a:pt x="1403089" y="134711"/>
                </a:lnTo>
                <a:lnTo>
                  <a:pt x="1403409" y="134699"/>
                </a:lnTo>
                <a:lnTo>
                  <a:pt x="1403724" y="134684"/>
                </a:lnTo>
                <a:lnTo>
                  <a:pt x="1404034" y="134668"/>
                </a:lnTo>
                <a:lnTo>
                  <a:pt x="1404338" y="134649"/>
                </a:lnTo>
                <a:lnTo>
                  <a:pt x="1404638" y="134628"/>
                </a:lnTo>
                <a:lnTo>
                  <a:pt x="1404933" y="134605"/>
                </a:lnTo>
                <a:lnTo>
                  <a:pt x="1405222" y="134580"/>
                </a:lnTo>
                <a:lnTo>
                  <a:pt x="1405507" y="134553"/>
                </a:lnTo>
                <a:lnTo>
                  <a:pt x="1405786" y="134523"/>
                </a:lnTo>
                <a:lnTo>
                  <a:pt x="1406060" y="134491"/>
                </a:lnTo>
                <a:lnTo>
                  <a:pt x="1406330" y="134457"/>
                </a:lnTo>
                <a:lnTo>
                  <a:pt x="1406594" y="134421"/>
                </a:lnTo>
                <a:lnTo>
                  <a:pt x="1406853" y="134383"/>
                </a:lnTo>
                <a:lnTo>
                  <a:pt x="1407108" y="134342"/>
                </a:lnTo>
                <a:lnTo>
                  <a:pt x="1407357" y="134299"/>
                </a:lnTo>
                <a:lnTo>
                  <a:pt x="1407601" y="134254"/>
                </a:lnTo>
                <a:lnTo>
                  <a:pt x="1407840" y="134207"/>
                </a:lnTo>
                <a:lnTo>
                  <a:pt x="1408074" y="134158"/>
                </a:lnTo>
                <a:lnTo>
                  <a:pt x="1408303" y="134106"/>
                </a:lnTo>
                <a:lnTo>
                  <a:pt x="1408527" y="134059"/>
                </a:lnTo>
                <a:lnTo>
                  <a:pt x="1408748" y="134011"/>
                </a:lnTo>
                <a:lnTo>
                  <a:pt x="1408964" y="133964"/>
                </a:lnTo>
                <a:lnTo>
                  <a:pt x="1409175" y="133916"/>
                </a:lnTo>
                <a:lnTo>
                  <a:pt x="1409383" y="133869"/>
                </a:lnTo>
                <a:lnTo>
                  <a:pt x="1409587" y="133822"/>
                </a:lnTo>
                <a:lnTo>
                  <a:pt x="1409786" y="133774"/>
                </a:lnTo>
                <a:lnTo>
                  <a:pt x="1409981" y="133727"/>
                </a:lnTo>
                <a:lnTo>
                  <a:pt x="1410172" y="133679"/>
                </a:lnTo>
                <a:lnTo>
                  <a:pt x="1410359" y="133632"/>
                </a:lnTo>
                <a:lnTo>
                  <a:pt x="1410542" y="133585"/>
                </a:lnTo>
                <a:lnTo>
                  <a:pt x="1410720" y="133537"/>
                </a:lnTo>
                <a:lnTo>
                  <a:pt x="1410895" y="133490"/>
                </a:lnTo>
                <a:lnTo>
                  <a:pt x="1411065" y="133442"/>
                </a:lnTo>
                <a:lnTo>
                  <a:pt x="1411231" y="133395"/>
                </a:lnTo>
                <a:lnTo>
                  <a:pt x="1411393" y="133348"/>
                </a:lnTo>
                <a:lnTo>
                  <a:pt x="1411550" y="133300"/>
                </a:lnTo>
                <a:lnTo>
                  <a:pt x="1411704" y="133253"/>
                </a:lnTo>
                <a:lnTo>
                  <a:pt x="1411853" y="133205"/>
                </a:lnTo>
                <a:lnTo>
                  <a:pt x="1411998" y="133158"/>
                </a:lnTo>
                <a:lnTo>
                  <a:pt x="1412139" y="133111"/>
                </a:lnTo>
                <a:lnTo>
                  <a:pt x="1412276" y="133063"/>
                </a:lnTo>
                <a:lnTo>
                  <a:pt x="1412409" y="133016"/>
                </a:lnTo>
                <a:lnTo>
                  <a:pt x="1412537" y="132968"/>
                </a:lnTo>
                <a:lnTo>
                  <a:pt x="1409504" y="119571"/>
                </a:lnTo>
                <a:lnTo>
                  <a:pt x="1409424" y="119587"/>
                </a:lnTo>
                <a:lnTo>
                  <a:pt x="1409341" y="119603"/>
                </a:lnTo>
                <a:lnTo>
                  <a:pt x="1409257" y="119620"/>
                </a:lnTo>
                <a:lnTo>
                  <a:pt x="1409170" y="119637"/>
                </a:lnTo>
                <a:lnTo>
                  <a:pt x="1409081" y="119655"/>
                </a:lnTo>
                <a:lnTo>
                  <a:pt x="1408990" y="119673"/>
                </a:lnTo>
                <a:lnTo>
                  <a:pt x="1408897" y="119692"/>
                </a:lnTo>
                <a:lnTo>
                  <a:pt x="1408802" y="119711"/>
                </a:lnTo>
                <a:lnTo>
                  <a:pt x="1408704" y="119730"/>
                </a:lnTo>
                <a:lnTo>
                  <a:pt x="1408604" y="119750"/>
                </a:lnTo>
                <a:lnTo>
                  <a:pt x="1408502" y="119771"/>
                </a:lnTo>
                <a:lnTo>
                  <a:pt x="1408398" y="119792"/>
                </a:lnTo>
                <a:lnTo>
                  <a:pt x="1408291" y="119813"/>
                </a:lnTo>
                <a:lnTo>
                  <a:pt x="1408183" y="119835"/>
                </a:lnTo>
                <a:lnTo>
                  <a:pt x="1408072" y="119857"/>
                </a:lnTo>
                <a:lnTo>
                  <a:pt x="1407959" y="119879"/>
                </a:lnTo>
                <a:lnTo>
                  <a:pt x="1407844" y="119903"/>
                </a:lnTo>
                <a:lnTo>
                  <a:pt x="1407726" y="119926"/>
                </a:lnTo>
                <a:lnTo>
                  <a:pt x="1407607" y="119950"/>
                </a:lnTo>
                <a:lnTo>
                  <a:pt x="1407485" y="119974"/>
                </a:lnTo>
                <a:lnTo>
                  <a:pt x="1407361" y="119999"/>
                </a:lnTo>
                <a:lnTo>
                  <a:pt x="1407235" y="120024"/>
                </a:lnTo>
                <a:lnTo>
                  <a:pt x="1407106" y="120050"/>
                </a:lnTo>
                <a:lnTo>
                  <a:pt x="1406976" y="120076"/>
                </a:lnTo>
                <a:lnTo>
                  <a:pt x="1406843" y="120097"/>
                </a:lnTo>
                <a:lnTo>
                  <a:pt x="1406706" y="120116"/>
                </a:lnTo>
                <a:lnTo>
                  <a:pt x="1406567" y="120135"/>
                </a:lnTo>
                <a:lnTo>
                  <a:pt x="1406425" y="120153"/>
                </a:lnTo>
                <a:lnTo>
                  <a:pt x="1406279" y="120170"/>
                </a:lnTo>
                <a:lnTo>
                  <a:pt x="1406131" y="120187"/>
                </a:lnTo>
                <a:lnTo>
                  <a:pt x="1405979" y="120202"/>
                </a:lnTo>
                <a:lnTo>
                  <a:pt x="1405824" y="120217"/>
                </a:lnTo>
                <a:lnTo>
                  <a:pt x="1405666" y="120230"/>
                </a:lnTo>
                <a:lnTo>
                  <a:pt x="1405506" y="120243"/>
                </a:lnTo>
                <a:lnTo>
                  <a:pt x="1405342" y="120255"/>
                </a:lnTo>
                <a:lnTo>
                  <a:pt x="1405175" y="120266"/>
                </a:lnTo>
                <a:lnTo>
                  <a:pt x="1405005" y="120276"/>
                </a:lnTo>
                <a:lnTo>
                  <a:pt x="1404831" y="120285"/>
                </a:lnTo>
                <a:lnTo>
                  <a:pt x="1404655" y="120293"/>
                </a:lnTo>
                <a:lnTo>
                  <a:pt x="1404476" y="120301"/>
                </a:lnTo>
                <a:lnTo>
                  <a:pt x="1404294" y="120307"/>
                </a:lnTo>
                <a:lnTo>
                  <a:pt x="1404108" y="120313"/>
                </a:lnTo>
                <a:lnTo>
                  <a:pt x="1403920" y="120318"/>
                </a:lnTo>
                <a:lnTo>
                  <a:pt x="1403728" y="120322"/>
                </a:lnTo>
                <a:lnTo>
                  <a:pt x="1403533" y="120325"/>
                </a:lnTo>
                <a:lnTo>
                  <a:pt x="1403336" y="120327"/>
                </a:lnTo>
                <a:lnTo>
                  <a:pt x="1403135" y="120328"/>
                </a:lnTo>
                <a:lnTo>
                  <a:pt x="1402931" y="120329"/>
                </a:lnTo>
                <a:lnTo>
                  <a:pt x="1402658" y="120327"/>
                </a:lnTo>
                <a:lnTo>
                  <a:pt x="1402386" y="120322"/>
                </a:lnTo>
                <a:lnTo>
                  <a:pt x="1402114" y="120313"/>
                </a:lnTo>
                <a:lnTo>
                  <a:pt x="1401844" y="120301"/>
                </a:lnTo>
                <a:lnTo>
                  <a:pt x="1401576" y="120285"/>
                </a:lnTo>
                <a:lnTo>
                  <a:pt x="1401308" y="120266"/>
                </a:lnTo>
                <a:lnTo>
                  <a:pt x="1401041" y="120243"/>
                </a:lnTo>
                <a:lnTo>
                  <a:pt x="1400775" y="120217"/>
                </a:lnTo>
                <a:lnTo>
                  <a:pt x="1400511" y="120187"/>
                </a:lnTo>
                <a:lnTo>
                  <a:pt x="1400247" y="120153"/>
                </a:lnTo>
                <a:lnTo>
                  <a:pt x="1399985" y="120116"/>
                </a:lnTo>
                <a:lnTo>
                  <a:pt x="1399724" y="120076"/>
                </a:lnTo>
                <a:lnTo>
                  <a:pt x="1399464" y="120032"/>
                </a:lnTo>
                <a:lnTo>
                  <a:pt x="1399205" y="119985"/>
                </a:lnTo>
                <a:lnTo>
                  <a:pt x="1398947" y="119934"/>
                </a:lnTo>
                <a:lnTo>
                  <a:pt x="1398690" y="119879"/>
                </a:lnTo>
                <a:lnTo>
                  <a:pt x="1398434" y="119822"/>
                </a:lnTo>
                <a:lnTo>
                  <a:pt x="1398180" y="119760"/>
                </a:lnTo>
                <a:lnTo>
                  <a:pt x="1397926" y="119695"/>
                </a:lnTo>
                <a:lnTo>
                  <a:pt x="1397673" y="119627"/>
                </a:lnTo>
                <a:lnTo>
                  <a:pt x="1397422" y="119555"/>
                </a:lnTo>
                <a:lnTo>
                  <a:pt x="1397172" y="119479"/>
                </a:lnTo>
                <a:lnTo>
                  <a:pt x="1396923" y="119400"/>
                </a:lnTo>
                <a:lnTo>
                  <a:pt x="1396675" y="119318"/>
                </a:lnTo>
                <a:lnTo>
                  <a:pt x="1396434" y="119225"/>
                </a:lnTo>
                <a:lnTo>
                  <a:pt x="1396197" y="119125"/>
                </a:lnTo>
                <a:lnTo>
                  <a:pt x="1395964" y="119018"/>
                </a:lnTo>
                <a:lnTo>
                  <a:pt x="1395734" y="118903"/>
                </a:lnTo>
                <a:lnTo>
                  <a:pt x="1395507" y="118782"/>
                </a:lnTo>
                <a:lnTo>
                  <a:pt x="1395284" y="118654"/>
                </a:lnTo>
                <a:lnTo>
                  <a:pt x="1395065" y="118519"/>
                </a:lnTo>
                <a:lnTo>
                  <a:pt x="1394849" y="118377"/>
                </a:lnTo>
                <a:lnTo>
                  <a:pt x="1394637" y="118228"/>
                </a:lnTo>
                <a:lnTo>
                  <a:pt x="1394428" y="118071"/>
                </a:lnTo>
                <a:lnTo>
                  <a:pt x="1394222" y="117908"/>
                </a:lnTo>
                <a:lnTo>
                  <a:pt x="1394020" y="117738"/>
                </a:lnTo>
                <a:lnTo>
                  <a:pt x="1393822" y="117560"/>
                </a:lnTo>
                <a:lnTo>
                  <a:pt x="1393627" y="117376"/>
                </a:lnTo>
                <a:lnTo>
                  <a:pt x="1393436" y="117185"/>
                </a:lnTo>
                <a:lnTo>
                  <a:pt x="1393248" y="116986"/>
                </a:lnTo>
                <a:lnTo>
                  <a:pt x="1393064" y="116781"/>
                </a:lnTo>
                <a:lnTo>
                  <a:pt x="1392883" y="116569"/>
                </a:lnTo>
                <a:lnTo>
                  <a:pt x="1392705" y="116349"/>
                </a:lnTo>
                <a:lnTo>
                  <a:pt x="1392532" y="116123"/>
                </a:lnTo>
                <a:lnTo>
                  <a:pt x="1392361" y="115889"/>
                </a:lnTo>
                <a:lnTo>
                  <a:pt x="1392195" y="115649"/>
                </a:lnTo>
                <a:lnTo>
                  <a:pt x="1392031" y="115401"/>
                </a:lnTo>
                <a:lnTo>
                  <a:pt x="1391872" y="115147"/>
                </a:lnTo>
                <a:lnTo>
                  <a:pt x="1391722" y="114878"/>
                </a:lnTo>
                <a:lnTo>
                  <a:pt x="1391579" y="114598"/>
                </a:lnTo>
                <a:lnTo>
                  <a:pt x="1391442" y="114307"/>
                </a:lnTo>
                <a:lnTo>
                  <a:pt x="1391312" y="114006"/>
                </a:lnTo>
                <a:lnTo>
                  <a:pt x="1391187" y="113693"/>
                </a:lnTo>
                <a:lnTo>
                  <a:pt x="1391070" y="113369"/>
                </a:lnTo>
                <a:lnTo>
                  <a:pt x="1390958" y="113035"/>
                </a:lnTo>
                <a:lnTo>
                  <a:pt x="1390853" y="112689"/>
                </a:lnTo>
                <a:lnTo>
                  <a:pt x="1390755" y="112332"/>
                </a:lnTo>
                <a:lnTo>
                  <a:pt x="1390662" y="111965"/>
                </a:lnTo>
                <a:lnTo>
                  <a:pt x="1390577" y="111586"/>
                </a:lnTo>
                <a:lnTo>
                  <a:pt x="1390497" y="111197"/>
                </a:lnTo>
                <a:lnTo>
                  <a:pt x="1390424" y="110796"/>
                </a:lnTo>
                <a:lnTo>
                  <a:pt x="1390357" y="110385"/>
                </a:lnTo>
                <a:lnTo>
                  <a:pt x="1390297" y="109962"/>
                </a:lnTo>
                <a:lnTo>
                  <a:pt x="1390243" y="109529"/>
                </a:lnTo>
                <a:lnTo>
                  <a:pt x="1390195" y="109085"/>
                </a:lnTo>
                <a:lnTo>
                  <a:pt x="1390153" y="108629"/>
                </a:lnTo>
                <a:lnTo>
                  <a:pt x="1390118" y="108163"/>
                </a:lnTo>
                <a:lnTo>
                  <a:pt x="1390090" y="107686"/>
                </a:lnTo>
                <a:lnTo>
                  <a:pt x="1390068" y="107198"/>
                </a:lnTo>
                <a:lnTo>
                  <a:pt x="1390052" y="106698"/>
                </a:lnTo>
                <a:lnTo>
                  <a:pt x="1390042" y="106188"/>
                </a:lnTo>
                <a:lnTo>
                  <a:pt x="1390039" y="105667"/>
                </a:lnTo>
                <a:lnTo>
                  <a:pt x="1390039" y="49042"/>
                </a:lnTo>
                <a:lnTo>
                  <a:pt x="1410768" y="49042"/>
                </a:lnTo>
                <a:lnTo>
                  <a:pt x="1410768" y="36402"/>
                </a:lnTo>
                <a:lnTo>
                  <a:pt x="1390039" y="36402"/>
                </a:lnTo>
                <a:lnTo>
                  <a:pt x="1390039" y="13145"/>
                </a:lnTo>
                <a:lnTo>
                  <a:pt x="1375124" y="13145"/>
                </a:lnTo>
                <a:lnTo>
                  <a:pt x="1375124" y="36402"/>
                </a:lnTo>
                <a:lnTo>
                  <a:pt x="1360462" y="36402"/>
                </a:lnTo>
                <a:lnTo>
                  <a:pt x="1360462" y="49042"/>
                </a:lnTo>
                <a:lnTo>
                  <a:pt x="1375124" y="49042"/>
                </a:lnTo>
                <a:close/>
                <a:moveTo>
                  <a:pt x="1598797" y="133474"/>
                </a:moveTo>
                <a:lnTo>
                  <a:pt x="1598797" y="4045"/>
                </a:lnTo>
                <a:lnTo>
                  <a:pt x="1583883" y="4045"/>
                </a:lnTo>
                <a:lnTo>
                  <a:pt x="1583883" y="133474"/>
                </a:lnTo>
                <a:lnTo>
                  <a:pt x="1598797" y="133474"/>
                </a:lnTo>
                <a:close/>
                <a:moveTo>
                  <a:pt x="1448118" y="36402"/>
                </a:moveTo>
                <a:lnTo>
                  <a:pt x="1433203" y="36402"/>
                </a:lnTo>
                <a:lnTo>
                  <a:pt x="1433203" y="133474"/>
                </a:lnTo>
                <a:lnTo>
                  <a:pt x="1448118" y="133474"/>
                </a:lnTo>
                <a:lnTo>
                  <a:pt x="1448118" y="36402"/>
                </a:lnTo>
                <a:close/>
                <a:moveTo>
                  <a:pt x="1706908" y="79264"/>
                </a:moveTo>
                <a:lnTo>
                  <a:pt x="1706852" y="78199"/>
                </a:lnTo>
                <a:lnTo>
                  <a:pt x="1706783" y="77149"/>
                </a:lnTo>
                <a:lnTo>
                  <a:pt x="1706702" y="76114"/>
                </a:lnTo>
                <a:lnTo>
                  <a:pt x="1706608" y="75093"/>
                </a:lnTo>
                <a:lnTo>
                  <a:pt x="1706502" y="74088"/>
                </a:lnTo>
                <a:lnTo>
                  <a:pt x="1706383" y="73097"/>
                </a:lnTo>
                <a:lnTo>
                  <a:pt x="1706251" y="72122"/>
                </a:lnTo>
                <a:lnTo>
                  <a:pt x="1706108" y="71161"/>
                </a:lnTo>
                <a:lnTo>
                  <a:pt x="1705951" y="70215"/>
                </a:lnTo>
                <a:lnTo>
                  <a:pt x="1705782" y="69284"/>
                </a:lnTo>
                <a:lnTo>
                  <a:pt x="1705601" y="68368"/>
                </a:lnTo>
                <a:lnTo>
                  <a:pt x="1705407" y="67467"/>
                </a:lnTo>
                <a:lnTo>
                  <a:pt x="1705201" y="66581"/>
                </a:lnTo>
                <a:lnTo>
                  <a:pt x="1704982" y="65710"/>
                </a:lnTo>
                <a:lnTo>
                  <a:pt x="1704750" y="64854"/>
                </a:lnTo>
                <a:lnTo>
                  <a:pt x="1704506" y="64012"/>
                </a:lnTo>
                <a:lnTo>
                  <a:pt x="1704250" y="63186"/>
                </a:lnTo>
                <a:lnTo>
                  <a:pt x="1703981" y="62375"/>
                </a:lnTo>
                <a:lnTo>
                  <a:pt x="1703700" y="61578"/>
                </a:lnTo>
                <a:lnTo>
                  <a:pt x="1703406" y="60796"/>
                </a:lnTo>
                <a:lnTo>
                  <a:pt x="1703101" y="60029"/>
                </a:lnTo>
                <a:lnTo>
                  <a:pt x="1702788" y="59274"/>
                </a:lnTo>
                <a:lnTo>
                  <a:pt x="1702467" y="58531"/>
                </a:lnTo>
                <a:lnTo>
                  <a:pt x="1702137" y="57802"/>
                </a:lnTo>
                <a:lnTo>
                  <a:pt x="1701798" y="57085"/>
                </a:lnTo>
                <a:lnTo>
                  <a:pt x="1701451" y="56380"/>
                </a:lnTo>
                <a:lnTo>
                  <a:pt x="1701095" y="55689"/>
                </a:lnTo>
                <a:lnTo>
                  <a:pt x="1700730" y="55010"/>
                </a:lnTo>
                <a:lnTo>
                  <a:pt x="1700358" y="54344"/>
                </a:lnTo>
                <a:lnTo>
                  <a:pt x="1699976" y="53691"/>
                </a:lnTo>
                <a:lnTo>
                  <a:pt x="1699586" y="53051"/>
                </a:lnTo>
                <a:lnTo>
                  <a:pt x="1699187" y="52423"/>
                </a:lnTo>
                <a:lnTo>
                  <a:pt x="1698780" y="51808"/>
                </a:lnTo>
                <a:lnTo>
                  <a:pt x="1698365" y="51205"/>
                </a:lnTo>
                <a:lnTo>
                  <a:pt x="1697940" y="50616"/>
                </a:lnTo>
                <a:lnTo>
                  <a:pt x="1697507" y="50039"/>
                </a:lnTo>
                <a:lnTo>
                  <a:pt x="1697066" y="49475"/>
                </a:lnTo>
                <a:lnTo>
                  <a:pt x="1696616" y="48923"/>
                </a:lnTo>
                <a:lnTo>
                  <a:pt x="1696158" y="48384"/>
                </a:lnTo>
                <a:lnTo>
                  <a:pt x="1695690" y="47858"/>
                </a:lnTo>
                <a:lnTo>
                  <a:pt x="1695215" y="47345"/>
                </a:lnTo>
                <a:lnTo>
                  <a:pt x="1694731" y="46845"/>
                </a:lnTo>
                <a:lnTo>
                  <a:pt x="1694238" y="46357"/>
                </a:lnTo>
                <a:lnTo>
                  <a:pt x="1693737" y="45882"/>
                </a:lnTo>
                <a:lnTo>
                  <a:pt x="1693229" y="45413"/>
                </a:lnTo>
                <a:lnTo>
                  <a:pt x="1692716" y="44956"/>
                </a:lnTo>
                <a:lnTo>
                  <a:pt x="1692199" y="44509"/>
                </a:lnTo>
                <a:lnTo>
                  <a:pt x="1691677" y="44074"/>
                </a:lnTo>
                <a:lnTo>
                  <a:pt x="1691151" y="43649"/>
                </a:lnTo>
                <a:lnTo>
                  <a:pt x="1690620" y="43235"/>
                </a:lnTo>
                <a:lnTo>
                  <a:pt x="1690085" y="42833"/>
                </a:lnTo>
                <a:lnTo>
                  <a:pt x="1689544" y="42441"/>
                </a:lnTo>
                <a:lnTo>
                  <a:pt x="1689000" y="42060"/>
                </a:lnTo>
                <a:lnTo>
                  <a:pt x="1688450" y="41690"/>
                </a:lnTo>
                <a:lnTo>
                  <a:pt x="1687896" y="41332"/>
                </a:lnTo>
                <a:lnTo>
                  <a:pt x="1687338" y="40984"/>
                </a:lnTo>
                <a:lnTo>
                  <a:pt x="1686775" y="40647"/>
                </a:lnTo>
                <a:lnTo>
                  <a:pt x="1686207" y="40321"/>
                </a:lnTo>
                <a:lnTo>
                  <a:pt x="1685634" y="40006"/>
                </a:lnTo>
                <a:lnTo>
                  <a:pt x="1685057" y="39702"/>
                </a:lnTo>
                <a:lnTo>
                  <a:pt x="1684476" y="39409"/>
                </a:lnTo>
                <a:lnTo>
                  <a:pt x="1683890" y="39127"/>
                </a:lnTo>
                <a:lnTo>
                  <a:pt x="1683299" y="38856"/>
                </a:lnTo>
                <a:lnTo>
                  <a:pt x="1682703" y="38596"/>
                </a:lnTo>
                <a:lnTo>
                  <a:pt x="1682103" y="38347"/>
                </a:lnTo>
                <a:lnTo>
                  <a:pt x="1681499" y="38109"/>
                </a:lnTo>
                <a:lnTo>
                  <a:pt x="1680889" y="37882"/>
                </a:lnTo>
                <a:lnTo>
                  <a:pt x="1680275" y="37666"/>
                </a:lnTo>
                <a:lnTo>
                  <a:pt x="1679659" y="37460"/>
                </a:lnTo>
                <a:lnTo>
                  <a:pt x="1679042" y="37262"/>
                </a:lnTo>
                <a:lnTo>
                  <a:pt x="1678424" y="37074"/>
                </a:lnTo>
                <a:lnTo>
                  <a:pt x="1677805" y="36894"/>
                </a:lnTo>
                <a:lnTo>
                  <a:pt x="1677186" y="36722"/>
                </a:lnTo>
                <a:lnTo>
                  <a:pt x="1676567" y="36560"/>
                </a:lnTo>
                <a:lnTo>
                  <a:pt x="1675946" y="36406"/>
                </a:lnTo>
                <a:lnTo>
                  <a:pt x="1675325" y="36262"/>
                </a:lnTo>
                <a:lnTo>
                  <a:pt x="1674703" y="36126"/>
                </a:lnTo>
                <a:lnTo>
                  <a:pt x="1674081" y="35998"/>
                </a:lnTo>
                <a:lnTo>
                  <a:pt x="1673458" y="35880"/>
                </a:lnTo>
                <a:lnTo>
                  <a:pt x="1672834" y="35770"/>
                </a:lnTo>
                <a:lnTo>
                  <a:pt x="1672210" y="35669"/>
                </a:lnTo>
                <a:lnTo>
                  <a:pt x="1671584" y="35577"/>
                </a:lnTo>
                <a:lnTo>
                  <a:pt x="1670959" y="35494"/>
                </a:lnTo>
                <a:lnTo>
                  <a:pt x="1670332" y="35419"/>
                </a:lnTo>
                <a:lnTo>
                  <a:pt x="1669705" y="35353"/>
                </a:lnTo>
                <a:lnTo>
                  <a:pt x="1669078" y="35296"/>
                </a:lnTo>
                <a:lnTo>
                  <a:pt x="1668449" y="35248"/>
                </a:lnTo>
                <a:lnTo>
                  <a:pt x="1667820" y="35208"/>
                </a:lnTo>
                <a:lnTo>
                  <a:pt x="1667191" y="35178"/>
                </a:lnTo>
                <a:lnTo>
                  <a:pt x="1666560" y="35156"/>
                </a:lnTo>
                <a:lnTo>
                  <a:pt x="1665929" y="35142"/>
                </a:lnTo>
                <a:lnTo>
                  <a:pt x="1665297" y="35138"/>
                </a:lnTo>
                <a:lnTo>
                  <a:pt x="1664208" y="35149"/>
                </a:lnTo>
                <a:lnTo>
                  <a:pt x="1663129" y="35183"/>
                </a:lnTo>
                <a:lnTo>
                  <a:pt x="1662063" y="35239"/>
                </a:lnTo>
                <a:lnTo>
                  <a:pt x="1661007" y="35317"/>
                </a:lnTo>
                <a:lnTo>
                  <a:pt x="1659963" y="35418"/>
                </a:lnTo>
                <a:lnTo>
                  <a:pt x="1658930" y="35541"/>
                </a:lnTo>
                <a:lnTo>
                  <a:pt x="1657909" y="35686"/>
                </a:lnTo>
                <a:lnTo>
                  <a:pt x="1656899" y="35854"/>
                </a:lnTo>
                <a:lnTo>
                  <a:pt x="1655901" y="36045"/>
                </a:lnTo>
                <a:lnTo>
                  <a:pt x="1654914" y="36257"/>
                </a:lnTo>
                <a:lnTo>
                  <a:pt x="1653938" y="36492"/>
                </a:lnTo>
                <a:lnTo>
                  <a:pt x="1652974" y="36750"/>
                </a:lnTo>
                <a:lnTo>
                  <a:pt x="1652021" y="37029"/>
                </a:lnTo>
                <a:lnTo>
                  <a:pt x="1651080" y="37332"/>
                </a:lnTo>
                <a:lnTo>
                  <a:pt x="1650150" y="37656"/>
                </a:lnTo>
                <a:lnTo>
                  <a:pt x="1649231" y="38003"/>
                </a:lnTo>
                <a:lnTo>
                  <a:pt x="1648324" y="38372"/>
                </a:lnTo>
                <a:lnTo>
                  <a:pt x="1647428" y="38764"/>
                </a:lnTo>
                <a:lnTo>
                  <a:pt x="1646544" y="39178"/>
                </a:lnTo>
                <a:lnTo>
                  <a:pt x="1645671" y="39615"/>
                </a:lnTo>
                <a:lnTo>
                  <a:pt x="1644810" y="40073"/>
                </a:lnTo>
                <a:lnTo>
                  <a:pt x="1643959" y="40555"/>
                </a:lnTo>
                <a:lnTo>
                  <a:pt x="1643121" y="41058"/>
                </a:lnTo>
                <a:lnTo>
                  <a:pt x="1642293" y="41584"/>
                </a:lnTo>
                <a:lnTo>
                  <a:pt x="1641485" y="42125"/>
                </a:lnTo>
                <a:lnTo>
                  <a:pt x="1640691" y="42683"/>
                </a:lnTo>
                <a:lnTo>
                  <a:pt x="1639912" y="43259"/>
                </a:lnTo>
                <a:lnTo>
                  <a:pt x="1639148" y="43852"/>
                </a:lnTo>
                <a:lnTo>
                  <a:pt x="1638398" y="44463"/>
                </a:lnTo>
                <a:lnTo>
                  <a:pt x="1637664" y="45092"/>
                </a:lnTo>
                <a:lnTo>
                  <a:pt x="1636945" y="45738"/>
                </a:lnTo>
                <a:lnTo>
                  <a:pt x="1636241" y="46401"/>
                </a:lnTo>
                <a:lnTo>
                  <a:pt x="1635551" y="47082"/>
                </a:lnTo>
                <a:lnTo>
                  <a:pt x="1634877" y="47781"/>
                </a:lnTo>
                <a:lnTo>
                  <a:pt x="1634217" y="48497"/>
                </a:lnTo>
                <a:lnTo>
                  <a:pt x="1633572" y="49231"/>
                </a:lnTo>
                <a:lnTo>
                  <a:pt x="1632942" y="49983"/>
                </a:lnTo>
                <a:lnTo>
                  <a:pt x="1632328" y="50751"/>
                </a:lnTo>
                <a:lnTo>
                  <a:pt x="1631728" y="51538"/>
                </a:lnTo>
                <a:lnTo>
                  <a:pt x="1631143" y="52342"/>
                </a:lnTo>
                <a:lnTo>
                  <a:pt x="1630572" y="53164"/>
                </a:lnTo>
                <a:lnTo>
                  <a:pt x="1630017" y="54003"/>
                </a:lnTo>
                <a:lnTo>
                  <a:pt x="1629477" y="54859"/>
                </a:lnTo>
                <a:lnTo>
                  <a:pt x="1628952" y="55734"/>
                </a:lnTo>
                <a:lnTo>
                  <a:pt x="1628441" y="56625"/>
                </a:lnTo>
                <a:lnTo>
                  <a:pt x="1627946" y="57535"/>
                </a:lnTo>
                <a:lnTo>
                  <a:pt x="1627465" y="58462"/>
                </a:lnTo>
                <a:lnTo>
                  <a:pt x="1627000" y="59406"/>
                </a:lnTo>
                <a:lnTo>
                  <a:pt x="1626556" y="60360"/>
                </a:lnTo>
                <a:lnTo>
                  <a:pt x="1626131" y="61327"/>
                </a:lnTo>
                <a:lnTo>
                  <a:pt x="1625726" y="62305"/>
                </a:lnTo>
                <a:lnTo>
                  <a:pt x="1625339" y="63296"/>
                </a:lnTo>
                <a:lnTo>
                  <a:pt x="1624971" y="64300"/>
                </a:lnTo>
                <a:lnTo>
                  <a:pt x="1624622" y="65315"/>
                </a:lnTo>
                <a:lnTo>
                  <a:pt x="1624291" y="66343"/>
                </a:lnTo>
                <a:lnTo>
                  <a:pt x="1623980" y="67383"/>
                </a:lnTo>
                <a:lnTo>
                  <a:pt x="1623688" y="68435"/>
                </a:lnTo>
                <a:lnTo>
                  <a:pt x="1623414" y="69500"/>
                </a:lnTo>
                <a:lnTo>
                  <a:pt x="1623159" y="70577"/>
                </a:lnTo>
                <a:lnTo>
                  <a:pt x="1622923" y="71666"/>
                </a:lnTo>
                <a:lnTo>
                  <a:pt x="1622706" y="72768"/>
                </a:lnTo>
                <a:lnTo>
                  <a:pt x="1622508" y="73882"/>
                </a:lnTo>
                <a:lnTo>
                  <a:pt x="1622329" y="75008"/>
                </a:lnTo>
                <a:lnTo>
                  <a:pt x="1622168" y="76146"/>
                </a:lnTo>
                <a:lnTo>
                  <a:pt x="1622027" y="77297"/>
                </a:lnTo>
                <a:lnTo>
                  <a:pt x="1621904" y="78460"/>
                </a:lnTo>
                <a:lnTo>
                  <a:pt x="1621800" y="79636"/>
                </a:lnTo>
                <a:lnTo>
                  <a:pt x="1621715" y="80823"/>
                </a:lnTo>
                <a:lnTo>
                  <a:pt x="1621649" y="82023"/>
                </a:lnTo>
                <a:lnTo>
                  <a:pt x="1621602" y="83235"/>
                </a:lnTo>
                <a:lnTo>
                  <a:pt x="1621574" y="84460"/>
                </a:lnTo>
                <a:lnTo>
                  <a:pt x="1621564" y="85696"/>
                </a:lnTo>
                <a:lnTo>
                  <a:pt x="1621574" y="86933"/>
                </a:lnTo>
                <a:lnTo>
                  <a:pt x="1621602" y="88157"/>
                </a:lnTo>
                <a:lnTo>
                  <a:pt x="1621649" y="89368"/>
                </a:lnTo>
                <a:lnTo>
                  <a:pt x="1621715" y="90566"/>
                </a:lnTo>
                <a:lnTo>
                  <a:pt x="1621800" y="91752"/>
                </a:lnTo>
                <a:lnTo>
                  <a:pt x="1621904" y="92925"/>
                </a:lnTo>
                <a:lnTo>
                  <a:pt x="1622027" y="94085"/>
                </a:lnTo>
                <a:lnTo>
                  <a:pt x="1622168" y="95232"/>
                </a:lnTo>
                <a:lnTo>
                  <a:pt x="1622329" y="96367"/>
                </a:lnTo>
                <a:lnTo>
                  <a:pt x="1622508" y="97489"/>
                </a:lnTo>
                <a:lnTo>
                  <a:pt x="1622706" y="98598"/>
                </a:lnTo>
                <a:lnTo>
                  <a:pt x="1622923" y="99695"/>
                </a:lnTo>
                <a:lnTo>
                  <a:pt x="1623159" y="100779"/>
                </a:lnTo>
                <a:lnTo>
                  <a:pt x="1623414" y="101850"/>
                </a:lnTo>
                <a:lnTo>
                  <a:pt x="1623688" y="102908"/>
                </a:lnTo>
                <a:lnTo>
                  <a:pt x="1623980" y="103954"/>
                </a:lnTo>
                <a:lnTo>
                  <a:pt x="1624291" y="104986"/>
                </a:lnTo>
                <a:lnTo>
                  <a:pt x="1624622" y="106007"/>
                </a:lnTo>
                <a:lnTo>
                  <a:pt x="1624971" y="107014"/>
                </a:lnTo>
                <a:lnTo>
                  <a:pt x="1625339" y="108009"/>
                </a:lnTo>
                <a:lnTo>
                  <a:pt x="1625726" y="108991"/>
                </a:lnTo>
                <a:lnTo>
                  <a:pt x="1626131" y="109960"/>
                </a:lnTo>
                <a:lnTo>
                  <a:pt x="1626556" y="110917"/>
                </a:lnTo>
                <a:lnTo>
                  <a:pt x="1627000" y="111860"/>
                </a:lnTo>
                <a:lnTo>
                  <a:pt x="1627466" y="112784"/>
                </a:lnTo>
                <a:lnTo>
                  <a:pt x="1627948" y="113690"/>
                </a:lnTo>
                <a:lnTo>
                  <a:pt x="1628446" y="114580"/>
                </a:lnTo>
                <a:lnTo>
                  <a:pt x="1628960" y="115452"/>
                </a:lnTo>
                <a:lnTo>
                  <a:pt x="1629491" y="116307"/>
                </a:lnTo>
                <a:lnTo>
                  <a:pt x="1630037" y="117145"/>
                </a:lnTo>
                <a:lnTo>
                  <a:pt x="1630599" y="117966"/>
                </a:lnTo>
                <a:lnTo>
                  <a:pt x="1631178" y="118770"/>
                </a:lnTo>
                <a:lnTo>
                  <a:pt x="1631772" y="119557"/>
                </a:lnTo>
                <a:lnTo>
                  <a:pt x="1632382" y="120326"/>
                </a:lnTo>
                <a:lnTo>
                  <a:pt x="1633009" y="121079"/>
                </a:lnTo>
                <a:lnTo>
                  <a:pt x="1633651" y="121814"/>
                </a:lnTo>
                <a:lnTo>
                  <a:pt x="1634310" y="122532"/>
                </a:lnTo>
                <a:lnTo>
                  <a:pt x="1634984" y="123233"/>
                </a:lnTo>
                <a:lnTo>
                  <a:pt x="1635674" y="123917"/>
                </a:lnTo>
                <a:lnTo>
                  <a:pt x="1636381" y="124584"/>
                </a:lnTo>
                <a:lnTo>
                  <a:pt x="1637103" y="125234"/>
                </a:lnTo>
                <a:lnTo>
                  <a:pt x="1637842" y="125867"/>
                </a:lnTo>
                <a:lnTo>
                  <a:pt x="1638596" y="126482"/>
                </a:lnTo>
                <a:lnTo>
                  <a:pt x="1639367" y="127081"/>
                </a:lnTo>
                <a:lnTo>
                  <a:pt x="1640154" y="127662"/>
                </a:lnTo>
                <a:lnTo>
                  <a:pt x="1640956" y="128226"/>
                </a:lnTo>
                <a:lnTo>
                  <a:pt x="1641775" y="128773"/>
                </a:lnTo>
                <a:lnTo>
                  <a:pt x="1642609" y="129303"/>
                </a:lnTo>
                <a:lnTo>
                  <a:pt x="1643464" y="129808"/>
                </a:lnTo>
                <a:lnTo>
                  <a:pt x="1644332" y="130292"/>
                </a:lnTo>
                <a:lnTo>
                  <a:pt x="1645213" y="130755"/>
                </a:lnTo>
                <a:lnTo>
                  <a:pt x="1646108" y="131195"/>
                </a:lnTo>
                <a:lnTo>
                  <a:pt x="1647016" y="131615"/>
                </a:lnTo>
                <a:lnTo>
                  <a:pt x="1647938" y="132013"/>
                </a:lnTo>
                <a:lnTo>
                  <a:pt x="1648873" y="132389"/>
                </a:lnTo>
                <a:lnTo>
                  <a:pt x="1649821" y="132744"/>
                </a:lnTo>
                <a:lnTo>
                  <a:pt x="1650783" y="133077"/>
                </a:lnTo>
                <a:lnTo>
                  <a:pt x="1651758" y="133389"/>
                </a:lnTo>
                <a:lnTo>
                  <a:pt x="1652746" y="133679"/>
                </a:lnTo>
                <a:lnTo>
                  <a:pt x="1653748" y="133948"/>
                </a:lnTo>
                <a:lnTo>
                  <a:pt x="1654763" y="134195"/>
                </a:lnTo>
                <a:lnTo>
                  <a:pt x="1655792" y="134421"/>
                </a:lnTo>
                <a:lnTo>
                  <a:pt x="1656834" y="134625"/>
                </a:lnTo>
                <a:lnTo>
                  <a:pt x="1657889" y="134808"/>
                </a:lnTo>
                <a:lnTo>
                  <a:pt x="1658958" y="134970"/>
                </a:lnTo>
                <a:lnTo>
                  <a:pt x="1660040" y="135109"/>
                </a:lnTo>
                <a:lnTo>
                  <a:pt x="1661136" y="135228"/>
                </a:lnTo>
                <a:lnTo>
                  <a:pt x="1662245" y="135324"/>
                </a:lnTo>
                <a:lnTo>
                  <a:pt x="1663367" y="135400"/>
                </a:lnTo>
                <a:lnTo>
                  <a:pt x="1664503" y="135453"/>
                </a:lnTo>
                <a:lnTo>
                  <a:pt x="1665652" y="135486"/>
                </a:lnTo>
                <a:lnTo>
                  <a:pt x="1666814" y="135496"/>
                </a:lnTo>
                <a:lnTo>
                  <a:pt x="1667632" y="135491"/>
                </a:lnTo>
                <a:lnTo>
                  <a:pt x="1668444" y="135475"/>
                </a:lnTo>
                <a:lnTo>
                  <a:pt x="1669248" y="135449"/>
                </a:lnTo>
                <a:lnTo>
                  <a:pt x="1670046" y="135412"/>
                </a:lnTo>
                <a:lnTo>
                  <a:pt x="1670837" y="135365"/>
                </a:lnTo>
                <a:lnTo>
                  <a:pt x="1671621" y="135307"/>
                </a:lnTo>
                <a:lnTo>
                  <a:pt x="1672399" y="135238"/>
                </a:lnTo>
                <a:lnTo>
                  <a:pt x="1673169" y="135159"/>
                </a:lnTo>
                <a:lnTo>
                  <a:pt x="1673933" y="135070"/>
                </a:lnTo>
                <a:lnTo>
                  <a:pt x="1674690" y="134970"/>
                </a:lnTo>
                <a:lnTo>
                  <a:pt x="1675440" y="134859"/>
                </a:lnTo>
                <a:lnTo>
                  <a:pt x="1676183" y="134738"/>
                </a:lnTo>
                <a:lnTo>
                  <a:pt x="1676920" y="134606"/>
                </a:lnTo>
                <a:lnTo>
                  <a:pt x="1677650" y="134464"/>
                </a:lnTo>
                <a:lnTo>
                  <a:pt x="1678373" y="134311"/>
                </a:lnTo>
                <a:lnTo>
                  <a:pt x="1679089" y="134148"/>
                </a:lnTo>
                <a:lnTo>
                  <a:pt x="1679798" y="133974"/>
                </a:lnTo>
                <a:lnTo>
                  <a:pt x="1680501" y="133790"/>
                </a:lnTo>
                <a:lnTo>
                  <a:pt x="1681196" y="133595"/>
                </a:lnTo>
                <a:lnTo>
                  <a:pt x="1681885" y="133390"/>
                </a:lnTo>
                <a:lnTo>
                  <a:pt x="1682567" y="133174"/>
                </a:lnTo>
                <a:lnTo>
                  <a:pt x="1683243" y="132947"/>
                </a:lnTo>
                <a:lnTo>
                  <a:pt x="1683911" y="132710"/>
                </a:lnTo>
                <a:lnTo>
                  <a:pt x="1684573" y="132463"/>
                </a:lnTo>
                <a:lnTo>
                  <a:pt x="1685227" y="132201"/>
                </a:lnTo>
                <a:lnTo>
                  <a:pt x="1685872" y="131930"/>
                </a:lnTo>
                <a:lnTo>
                  <a:pt x="1686508" y="131651"/>
                </a:lnTo>
                <a:lnTo>
                  <a:pt x="1687136" y="131364"/>
                </a:lnTo>
                <a:lnTo>
                  <a:pt x="1687755" y="131068"/>
                </a:lnTo>
                <a:lnTo>
                  <a:pt x="1688365" y="130764"/>
                </a:lnTo>
                <a:lnTo>
                  <a:pt x="1688966" y="130452"/>
                </a:lnTo>
                <a:lnTo>
                  <a:pt x="1689558" y="130132"/>
                </a:lnTo>
                <a:lnTo>
                  <a:pt x="1690142" y="129803"/>
                </a:lnTo>
                <a:lnTo>
                  <a:pt x="1690717" y="129465"/>
                </a:lnTo>
                <a:lnTo>
                  <a:pt x="1691283" y="129120"/>
                </a:lnTo>
                <a:lnTo>
                  <a:pt x="1691841" y="128766"/>
                </a:lnTo>
                <a:lnTo>
                  <a:pt x="1692389" y="128404"/>
                </a:lnTo>
                <a:lnTo>
                  <a:pt x="1692929" y="128033"/>
                </a:lnTo>
                <a:lnTo>
                  <a:pt x="1693460" y="127654"/>
                </a:lnTo>
                <a:lnTo>
                  <a:pt x="1693982" y="127267"/>
                </a:lnTo>
                <a:lnTo>
                  <a:pt x="1694496" y="126871"/>
                </a:lnTo>
                <a:lnTo>
                  <a:pt x="1695000" y="126467"/>
                </a:lnTo>
                <a:lnTo>
                  <a:pt x="1695496" y="126055"/>
                </a:lnTo>
                <a:lnTo>
                  <a:pt x="1695984" y="125634"/>
                </a:lnTo>
                <a:lnTo>
                  <a:pt x="1696462" y="125205"/>
                </a:lnTo>
                <a:lnTo>
                  <a:pt x="1696931" y="124768"/>
                </a:lnTo>
                <a:lnTo>
                  <a:pt x="1697392" y="124322"/>
                </a:lnTo>
                <a:lnTo>
                  <a:pt x="1697844" y="123868"/>
                </a:lnTo>
                <a:lnTo>
                  <a:pt x="1698287" y="123401"/>
                </a:lnTo>
                <a:lnTo>
                  <a:pt x="1698718" y="122929"/>
                </a:lnTo>
                <a:lnTo>
                  <a:pt x="1699139" y="122450"/>
                </a:lnTo>
                <a:lnTo>
                  <a:pt x="1699549" y="121965"/>
                </a:lnTo>
                <a:lnTo>
                  <a:pt x="1699948" y="121474"/>
                </a:lnTo>
                <a:lnTo>
                  <a:pt x="1700337" y="120977"/>
                </a:lnTo>
                <a:lnTo>
                  <a:pt x="1700715" y="120473"/>
                </a:lnTo>
                <a:lnTo>
                  <a:pt x="1701082" y="119964"/>
                </a:lnTo>
                <a:lnTo>
                  <a:pt x="1701438" y="119448"/>
                </a:lnTo>
                <a:lnTo>
                  <a:pt x="1701783" y="118926"/>
                </a:lnTo>
                <a:lnTo>
                  <a:pt x="1702118" y="118398"/>
                </a:lnTo>
                <a:lnTo>
                  <a:pt x="1702442" y="117864"/>
                </a:lnTo>
                <a:lnTo>
                  <a:pt x="1702755" y="117324"/>
                </a:lnTo>
                <a:lnTo>
                  <a:pt x="1703058" y="116778"/>
                </a:lnTo>
                <a:lnTo>
                  <a:pt x="1703350" y="116225"/>
                </a:lnTo>
                <a:lnTo>
                  <a:pt x="1703631" y="115666"/>
                </a:lnTo>
                <a:lnTo>
                  <a:pt x="1703901" y="115101"/>
                </a:lnTo>
                <a:lnTo>
                  <a:pt x="1704160" y="114530"/>
                </a:lnTo>
                <a:lnTo>
                  <a:pt x="1704409" y="113953"/>
                </a:lnTo>
                <a:lnTo>
                  <a:pt x="1704647" y="113370"/>
                </a:lnTo>
                <a:lnTo>
                  <a:pt x="1704874" y="112781"/>
                </a:lnTo>
                <a:lnTo>
                  <a:pt x="1705091" y="112185"/>
                </a:lnTo>
                <a:lnTo>
                  <a:pt x="1705296" y="111583"/>
                </a:lnTo>
                <a:lnTo>
                  <a:pt x="1705491" y="110976"/>
                </a:lnTo>
                <a:lnTo>
                  <a:pt x="1691082" y="106931"/>
                </a:lnTo>
                <a:lnTo>
                  <a:pt x="1690921" y="107349"/>
                </a:lnTo>
                <a:lnTo>
                  <a:pt x="1690755" y="107762"/>
                </a:lnTo>
                <a:lnTo>
                  <a:pt x="1690584" y="108169"/>
                </a:lnTo>
                <a:lnTo>
                  <a:pt x="1690406" y="108571"/>
                </a:lnTo>
                <a:lnTo>
                  <a:pt x="1690224" y="108966"/>
                </a:lnTo>
                <a:lnTo>
                  <a:pt x="1690036" y="109356"/>
                </a:lnTo>
                <a:lnTo>
                  <a:pt x="1689842" y="109740"/>
                </a:lnTo>
                <a:lnTo>
                  <a:pt x="1689643" y="110119"/>
                </a:lnTo>
                <a:lnTo>
                  <a:pt x="1689438" y="110492"/>
                </a:lnTo>
                <a:lnTo>
                  <a:pt x="1689228" y="110859"/>
                </a:lnTo>
                <a:lnTo>
                  <a:pt x="1689012" y="111220"/>
                </a:lnTo>
                <a:lnTo>
                  <a:pt x="1688791" y="111576"/>
                </a:lnTo>
                <a:lnTo>
                  <a:pt x="1688565" y="111926"/>
                </a:lnTo>
                <a:lnTo>
                  <a:pt x="1688333" y="112270"/>
                </a:lnTo>
                <a:lnTo>
                  <a:pt x="1688095" y="112609"/>
                </a:lnTo>
                <a:lnTo>
                  <a:pt x="1687852" y="112942"/>
                </a:lnTo>
                <a:lnTo>
                  <a:pt x="1687604" y="113269"/>
                </a:lnTo>
                <a:lnTo>
                  <a:pt x="1687350" y="113590"/>
                </a:lnTo>
                <a:lnTo>
                  <a:pt x="1687090" y="113906"/>
                </a:lnTo>
                <a:lnTo>
                  <a:pt x="1686825" y="114216"/>
                </a:lnTo>
                <a:lnTo>
                  <a:pt x="1686555" y="114521"/>
                </a:lnTo>
                <a:lnTo>
                  <a:pt x="1686279" y="114819"/>
                </a:lnTo>
                <a:lnTo>
                  <a:pt x="1685997" y="115112"/>
                </a:lnTo>
                <a:lnTo>
                  <a:pt x="1685710" y="115399"/>
                </a:lnTo>
                <a:lnTo>
                  <a:pt x="1685419" y="115676"/>
                </a:lnTo>
                <a:lnTo>
                  <a:pt x="1685122" y="115946"/>
                </a:lnTo>
                <a:lnTo>
                  <a:pt x="1684821" y="116211"/>
                </a:lnTo>
                <a:lnTo>
                  <a:pt x="1684515" y="116470"/>
                </a:lnTo>
                <a:lnTo>
                  <a:pt x="1684205" y="116724"/>
                </a:lnTo>
                <a:lnTo>
                  <a:pt x="1683890" y="116972"/>
                </a:lnTo>
                <a:lnTo>
                  <a:pt x="1683570" y="117214"/>
                </a:lnTo>
                <a:lnTo>
                  <a:pt x="1683246" y="117450"/>
                </a:lnTo>
                <a:lnTo>
                  <a:pt x="1682917" y="117681"/>
                </a:lnTo>
                <a:lnTo>
                  <a:pt x="1682583" y="117905"/>
                </a:lnTo>
                <a:lnTo>
                  <a:pt x="1682245" y="118125"/>
                </a:lnTo>
                <a:lnTo>
                  <a:pt x="1681903" y="118338"/>
                </a:lnTo>
                <a:lnTo>
                  <a:pt x="1681555" y="118546"/>
                </a:lnTo>
                <a:lnTo>
                  <a:pt x="1681204" y="118748"/>
                </a:lnTo>
                <a:lnTo>
                  <a:pt x="1680847" y="118944"/>
                </a:lnTo>
                <a:lnTo>
                  <a:pt x="1680486" y="119135"/>
                </a:lnTo>
                <a:lnTo>
                  <a:pt x="1680120" y="119320"/>
                </a:lnTo>
                <a:lnTo>
                  <a:pt x="1679750" y="119499"/>
                </a:lnTo>
                <a:lnTo>
                  <a:pt x="1679375" y="119673"/>
                </a:lnTo>
                <a:lnTo>
                  <a:pt x="1678996" y="119841"/>
                </a:lnTo>
                <a:lnTo>
                  <a:pt x="1678611" y="120003"/>
                </a:lnTo>
                <a:lnTo>
                  <a:pt x="1678223" y="120159"/>
                </a:lnTo>
                <a:lnTo>
                  <a:pt x="1677829" y="120310"/>
                </a:lnTo>
                <a:lnTo>
                  <a:pt x="1677431" y="120455"/>
                </a:lnTo>
                <a:lnTo>
                  <a:pt x="1677035" y="120589"/>
                </a:lnTo>
                <a:lnTo>
                  <a:pt x="1676634" y="120718"/>
                </a:lnTo>
                <a:lnTo>
                  <a:pt x="1676229" y="120840"/>
                </a:lnTo>
                <a:lnTo>
                  <a:pt x="1675820" y="120957"/>
                </a:lnTo>
                <a:lnTo>
                  <a:pt x="1675407" y="121069"/>
                </a:lnTo>
                <a:lnTo>
                  <a:pt x="1674990" y="121174"/>
                </a:lnTo>
                <a:lnTo>
                  <a:pt x="1674570" y="121274"/>
                </a:lnTo>
                <a:lnTo>
                  <a:pt x="1674145" y="121368"/>
                </a:lnTo>
                <a:lnTo>
                  <a:pt x="1673717" y="121457"/>
                </a:lnTo>
                <a:lnTo>
                  <a:pt x="1673284" y="121539"/>
                </a:lnTo>
                <a:lnTo>
                  <a:pt x="1672848" y="121616"/>
                </a:lnTo>
                <a:lnTo>
                  <a:pt x="1672407" y="121688"/>
                </a:lnTo>
                <a:lnTo>
                  <a:pt x="1671963" y="121753"/>
                </a:lnTo>
                <a:lnTo>
                  <a:pt x="1671515" y="121813"/>
                </a:lnTo>
                <a:lnTo>
                  <a:pt x="1671062" y="121867"/>
                </a:lnTo>
                <a:lnTo>
                  <a:pt x="1670606" y="121916"/>
                </a:lnTo>
                <a:lnTo>
                  <a:pt x="1670146" y="121959"/>
                </a:lnTo>
                <a:lnTo>
                  <a:pt x="1669682" y="121996"/>
                </a:lnTo>
                <a:lnTo>
                  <a:pt x="1669214" y="122027"/>
                </a:lnTo>
                <a:lnTo>
                  <a:pt x="1668742" y="122053"/>
                </a:lnTo>
                <a:lnTo>
                  <a:pt x="1668266" y="122073"/>
                </a:lnTo>
                <a:lnTo>
                  <a:pt x="1667786" y="122087"/>
                </a:lnTo>
                <a:lnTo>
                  <a:pt x="1667302" y="122096"/>
                </a:lnTo>
                <a:lnTo>
                  <a:pt x="1666814" y="122098"/>
                </a:lnTo>
                <a:lnTo>
                  <a:pt x="1666065" y="122092"/>
                </a:lnTo>
                <a:lnTo>
                  <a:pt x="1665323" y="122071"/>
                </a:lnTo>
                <a:lnTo>
                  <a:pt x="1664590" y="122037"/>
                </a:lnTo>
                <a:lnTo>
                  <a:pt x="1663863" y="121990"/>
                </a:lnTo>
                <a:lnTo>
                  <a:pt x="1663145" y="121928"/>
                </a:lnTo>
                <a:lnTo>
                  <a:pt x="1662434" y="121854"/>
                </a:lnTo>
                <a:lnTo>
                  <a:pt x="1661731" y="121765"/>
                </a:lnTo>
                <a:lnTo>
                  <a:pt x="1661035" y="121663"/>
                </a:lnTo>
                <a:lnTo>
                  <a:pt x="1660347" y="121547"/>
                </a:lnTo>
                <a:lnTo>
                  <a:pt x="1659667" y="121418"/>
                </a:lnTo>
                <a:lnTo>
                  <a:pt x="1658995" y="121275"/>
                </a:lnTo>
                <a:lnTo>
                  <a:pt x="1658330" y="121119"/>
                </a:lnTo>
                <a:lnTo>
                  <a:pt x="1657673" y="120949"/>
                </a:lnTo>
                <a:lnTo>
                  <a:pt x="1657023" y="120765"/>
                </a:lnTo>
                <a:lnTo>
                  <a:pt x="1656382" y="120568"/>
                </a:lnTo>
                <a:lnTo>
                  <a:pt x="1655748" y="120357"/>
                </a:lnTo>
                <a:lnTo>
                  <a:pt x="1655121" y="120132"/>
                </a:lnTo>
                <a:lnTo>
                  <a:pt x="1654503" y="119894"/>
                </a:lnTo>
                <a:lnTo>
                  <a:pt x="1653891" y="119643"/>
                </a:lnTo>
                <a:lnTo>
                  <a:pt x="1653288" y="119377"/>
                </a:lnTo>
                <a:lnTo>
                  <a:pt x="1652692" y="119099"/>
                </a:lnTo>
                <a:lnTo>
                  <a:pt x="1652104" y="118806"/>
                </a:lnTo>
                <a:lnTo>
                  <a:pt x="1651524" y="118500"/>
                </a:lnTo>
                <a:lnTo>
                  <a:pt x="1650952" y="118180"/>
                </a:lnTo>
                <a:lnTo>
                  <a:pt x="1650388" y="117842"/>
                </a:lnTo>
                <a:lnTo>
                  <a:pt x="1649835" y="117492"/>
                </a:lnTo>
                <a:lnTo>
                  <a:pt x="1649292" y="117129"/>
                </a:lnTo>
                <a:lnTo>
                  <a:pt x="1648759" y="116753"/>
                </a:lnTo>
                <a:lnTo>
                  <a:pt x="1648237" y="116365"/>
                </a:lnTo>
                <a:lnTo>
                  <a:pt x="1647725" y="115964"/>
                </a:lnTo>
                <a:lnTo>
                  <a:pt x="1647223" y="115551"/>
                </a:lnTo>
                <a:lnTo>
                  <a:pt x="1646731" y="115126"/>
                </a:lnTo>
                <a:lnTo>
                  <a:pt x="1646250" y="114687"/>
                </a:lnTo>
                <a:lnTo>
                  <a:pt x="1645779" y="114237"/>
                </a:lnTo>
                <a:lnTo>
                  <a:pt x="1645319" y="113774"/>
                </a:lnTo>
                <a:lnTo>
                  <a:pt x="1644869" y="113298"/>
                </a:lnTo>
                <a:lnTo>
                  <a:pt x="1644429" y="112810"/>
                </a:lnTo>
                <a:lnTo>
                  <a:pt x="1643999" y="112309"/>
                </a:lnTo>
                <a:lnTo>
                  <a:pt x="1643580" y="111796"/>
                </a:lnTo>
                <a:lnTo>
                  <a:pt x="1643171" y="111271"/>
                </a:lnTo>
                <a:lnTo>
                  <a:pt x="1642773" y="110732"/>
                </a:lnTo>
                <a:lnTo>
                  <a:pt x="1642384" y="110182"/>
                </a:lnTo>
                <a:lnTo>
                  <a:pt x="1642006" y="109618"/>
                </a:lnTo>
                <a:lnTo>
                  <a:pt x="1641639" y="109043"/>
                </a:lnTo>
                <a:lnTo>
                  <a:pt x="1641281" y="108455"/>
                </a:lnTo>
                <a:lnTo>
                  <a:pt x="1640934" y="107854"/>
                </a:lnTo>
                <a:lnTo>
                  <a:pt x="1640598" y="107241"/>
                </a:lnTo>
                <a:lnTo>
                  <a:pt x="1640271" y="106615"/>
                </a:lnTo>
                <a:lnTo>
                  <a:pt x="1639962" y="105972"/>
                </a:lnTo>
                <a:lnTo>
                  <a:pt x="1639665" y="105317"/>
                </a:lnTo>
                <a:lnTo>
                  <a:pt x="1639382" y="104651"/>
                </a:lnTo>
                <a:lnTo>
                  <a:pt x="1639112" y="103973"/>
                </a:lnTo>
                <a:lnTo>
                  <a:pt x="1638856" y="103283"/>
                </a:lnTo>
                <a:lnTo>
                  <a:pt x="1638612" y="102582"/>
                </a:lnTo>
                <a:lnTo>
                  <a:pt x="1638382" y="101869"/>
                </a:lnTo>
                <a:lnTo>
                  <a:pt x="1638165" y="101145"/>
                </a:lnTo>
                <a:lnTo>
                  <a:pt x="1637960" y="100409"/>
                </a:lnTo>
                <a:lnTo>
                  <a:pt x="1637770" y="99661"/>
                </a:lnTo>
                <a:lnTo>
                  <a:pt x="1637592" y="98902"/>
                </a:lnTo>
                <a:lnTo>
                  <a:pt x="1637427" y="98131"/>
                </a:lnTo>
                <a:lnTo>
                  <a:pt x="1637276" y="97348"/>
                </a:lnTo>
                <a:lnTo>
                  <a:pt x="1637138" y="96554"/>
                </a:lnTo>
                <a:lnTo>
                  <a:pt x="1637012" y="95748"/>
                </a:lnTo>
                <a:lnTo>
                  <a:pt x="1636901" y="94930"/>
                </a:lnTo>
                <a:lnTo>
                  <a:pt x="1636802" y="94101"/>
                </a:lnTo>
                <a:lnTo>
                  <a:pt x="1636716" y="93260"/>
                </a:lnTo>
                <a:lnTo>
                  <a:pt x="1636644" y="92408"/>
                </a:lnTo>
                <a:lnTo>
                  <a:pt x="1636585" y="91544"/>
                </a:lnTo>
                <a:lnTo>
                  <a:pt x="1636538" y="90668"/>
                </a:lnTo>
                <a:lnTo>
                  <a:pt x="1636513" y="89994"/>
                </a:lnTo>
                <a:lnTo>
                  <a:pt x="1707008" y="89994"/>
                </a:lnTo>
                <a:lnTo>
                  <a:pt x="1707008" y="83674"/>
                </a:lnTo>
                <a:lnTo>
                  <a:pt x="1707002" y="82549"/>
                </a:lnTo>
                <a:lnTo>
                  <a:pt x="1706983" y="81439"/>
                </a:lnTo>
                <a:lnTo>
                  <a:pt x="1706952" y="80344"/>
                </a:lnTo>
                <a:lnTo>
                  <a:pt x="1706908" y="79264"/>
                </a:lnTo>
                <a:close/>
                <a:moveTo>
                  <a:pt x="1636696" y="75427"/>
                </a:moveTo>
                <a:lnTo>
                  <a:pt x="1636775" y="74781"/>
                </a:lnTo>
                <a:lnTo>
                  <a:pt x="1636865" y="74138"/>
                </a:lnTo>
                <a:lnTo>
                  <a:pt x="1636968" y="73499"/>
                </a:lnTo>
                <a:lnTo>
                  <a:pt x="1637083" y="72864"/>
                </a:lnTo>
                <a:lnTo>
                  <a:pt x="1637209" y="72232"/>
                </a:lnTo>
                <a:lnTo>
                  <a:pt x="1637348" y="71603"/>
                </a:lnTo>
                <a:lnTo>
                  <a:pt x="1637499" y="70978"/>
                </a:lnTo>
                <a:lnTo>
                  <a:pt x="1637662" y="70357"/>
                </a:lnTo>
                <a:lnTo>
                  <a:pt x="1637837" y="69739"/>
                </a:lnTo>
                <a:lnTo>
                  <a:pt x="1638024" y="69125"/>
                </a:lnTo>
                <a:lnTo>
                  <a:pt x="1638223" y="68514"/>
                </a:lnTo>
                <a:lnTo>
                  <a:pt x="1638434" y="67906"/>
                </a:lnTo>
                <a:lnTo>
                  <a:pt x="1638658" y="67302"/>
                </a:lnTo>
                <a:lnTo>
                  <a:pt x="1638893" y="66702"/>
                </a:lnTo>
                <a:lnTo>
                  <a:pt x="1639140" y="66105"/>
                </a:lnTo>
                <a:lnTo>
                  <a:pt x="1639400" y="65512"/>
                </a:lnTo>
                <a:lnTo>
                  <a:pt x="1639672" y="64922"/>
                </a:lnTo>
                <a:lnTo>
                  <a:pt x="1639955" y="64336"/>
                </a:lnTo>
                <a:lnTo>
                  <a:pt x="1640250" y="63756"/>
                </a:lnTo>
                <a:lnTo>
                  <a:pt x="1640555" y="63185"/>
                </a:lnTo>
                <a:lnTo>
                  <a:pt x="1640871" y="62623"/>
                </a:lnTo>
                <a:lnTo>
                  <a:pt x="1641196" y="62071"/>
                </a:lnTo>
                <a:lnTo>
                  <a:pt x="1641532" y="61528"/>
                </a:lnTo>
                <a:lnTo>
                  <a:pt x="1641879" y="60994"/>
                </a:lnTo>
                <a:lnTo>
                  <a:pt x="1642235" y="60469"/>
                </a:lnTo>
                <a:lnTo>
                  <a:pt x="1642602" y="59954"/>
                </a:lnTo>
                <a:lnTo>
                  <a:pt x="1642980" y="59448"/>
                </a:lnTo>
                <a:lnTo>
                  <a:pt x="1643367" y="58951"/>
                </a:lnTo>
                <a:lnTo>
                  <a:pt x="1643765" y="58463"/>
                </a:lnTo>
                <a:lnTo>
                  <a:pt x="1644174" y="57984"/>
                </a:lnTo>
                <a:lnTo>
                  <a:pt x="1644592" y="57515"/>
                </a:lnTo>
                <a:lnTo>
                  <a:pt x="1645021" y="57055"/>
                </a:lnTo>
                <a:lnTo>
                  <a:pt x="1645460" y="56604"/>
                </a:lnTo>
                <a:lnTo>
                  <a:pt x="1645910" y="56162"/>
                </a:lnTo>
                <a:lnTo>
                  <a:pt x="1646370" y="55729"/>
                </a:lnTo>
                <a:lnTo>
                  <a:pt x="1646840" y="55306"/>
                </a:lnTo>
                <a:lnTo>
                  <a:pt x="1647320" y="54892"/>
                </a:lnTo>
                <a:lnTo>
                  <a:pt x="1647811" y="54487"/>
                </a:lnTo>
                <a:lnTo>
                  <a:pt x="1648312" y="54092"/>
                </a:lnTo>
                <a:lnTo>
                  <a:pt x="1648823" y="53705"/>
                </a:lnTo>
                <a:lnTo>
                  <a:pt x="1649345" y="53328"/>
                </a:lnTo>
                <a:lnTo>
                  <a:pt x="1649877" y="52960"/>
                </a:lnTo>
                <a:lnTo>
                  <a:pt x="1650424" y="52599"/>
                </a:lnTo>
                <a:lnTo>
                  <a:pt x="1650979" y="52253"/>
                </a:lnTo>
                <a:lnTo>
                  <a:pt x="1651542" y="51923"/>
                </a:lnTo>
                <a:lnTo>
                  <a:pt x="1652114" y="51608"/>
                </a:lnTo>
                <a:lnTo>
                  <a:pt x="1652694" y="51309"/>
                </a:lnTo>
                <a:lnTo>
                  <a:pt x="1653282" y="51024"/>
                </a:lnTo>
                <a:lnTo>
                  <a:pt x="1653879" y="50756"/>
                </a:lnTo>
                <a:lnTo>
                  <a:pt x="1654484" y="50502"/>
                </a:lnTo>
                <a:lnTo>
                  <a:pt x="1655097" y="50264"/>
                </a:lnTo>
                <a:lnTo>
                  <a:pt x="1655719" y="50041"/>
                </a:lnTo>
                <a:lnTo>
                  <a:pt x="1656349" y="49834"/>
                </a:lnTo>
                <a:lnTo>
                  <a:pt x="1656987" y="49642"/>
                </a:lnTo>
                <a:lnTo>
                  <a:pt x="1657634" y="49465"/>
                </a:lnTo>
                <a:lnTo>
                  <a:pt x="1658289" y="49304"/>
                </a:lnTo>
                <a:lnTo>
                  <a:pt x="1658952" y="49158"/>
                </a:lnTo>
                <a:lnTo>
                  <a:pt x="1659624" y="49028"/>
                </a:lnTo>
                <a:lnTo>
                  <a:pt x="1660304" y="48912"/>
                </a:lnTo>
                <a:lnTo>
                  <a:pt x="1660992" y="48813"/>
                </a:lnTo>
                <a:lnTo>
                  <a:pt x="1661689" y="48728"/>
                </a:lnTo>
                <a:lnTo>
                  <a:pt x="1662394" y="48659"/>
                </a:lnTo>
                <a:lnTo>
                  <a:pt x="1663107" y="48605"/>
                </a:lnTo>
                <a:lnTo>
                  <a:pt x="1663829" y="48567"/>
                </a:lnTo>
                <a:lnTo>
                  <a:pt x="1664559" y="48544"/>
                </a:lnTo>
                <a:lnTo>
                  <a:pt x="1665297" y="48536"/>
                </a:lnTo>
                <a:lnTo>
                  <a:pt x="1665968" y="48542"/>
                </a:lnTo>
                <a:lnTo>
                  <a:pt x="1666631" y="48562"/>
                </a:lnTo>
                <a:lnTo>
                  <a:pt x="1667286" y="48594"/>
                </a:lnTo>
                <a:lnTo>
                  <a:pt x="1667934" y="48640"/>
                </a:lnTo>
                <a:lnTo>
                  <a:pt x="1668575" y="48698"/>
                </a:lnTo>
                <a:lnTo>
                  <a:pt x="1669208" y="48769"/>
                </a:lnTo>
                <a:lnTo>
                  <a:pt x="1669833" y="48853"/>
                </a:lnTo>
                <a:lnTo>
                  <a:pt x="1670452" y="48950"/>
                </a:lnTo>
                <a:lnTo>
                  <a:pt x="1671062" y="49060"/>
                </a:lnTo>
                <a:lnTo>
                  <a:pt x="1671666" y="49183"/>
                </a:lnTo>
                <a:lnTo>
                  <a:pt x="1672261" y="49319"/>
                </a:lnTo>
                <a:lnTo>
                  <a:pt x="1672850" y="49468"/>
                </a:lnTo>
                <a:lnTo>
                  <a:pt x="1673430" y="49630"/>
                </a:lnTo>
                <a:lnTo>
                  <a:pt x="1674004" y="49805"/>
                </a:lnTo>
                <a:lnTo>
                  <a:pt x="1674570" y="49993"/>
                </a:lnTo>
                <a:lnTo>
                  <a:pt x="1675128" y="50193"/>
                </a:lnTo>
                <a:lnTo>
                  <a:pt x="1675679" y="50407"/>
                </a:lnTo>
                <a:lnTo>
                  <a:pt x="1676223" y="50633"/>
                </a:lnTo>
                <a:lnTo>
                  <a:pt x="1676759" y="50873"/>
                </a:lnTo>
                <a:lnTo>
                  <a:pt x="1677287" y="51125"/>
                </a:lnTo>
                <a:lnTo>
                  <a:pt x="1677809" y="51391"/>
                </a:lnTo>
                <a:lnTo>
                  <a:pt x="1678322" y="51669"/>
                </a:lnTo>
                <a:lnTo>
                  <a:pt x="1678829" y="51960"/>
                </a:lnTo>
                <a:lnTo>
                  <a:pt x="1679327" y="52265"/>
                </a:lnTo>
                <a:lnTo>
                  <a:pt x="1679823" y="52580"/>
                </a:lnTo>
                <a:lnTo>
                  <a:pt x="1680309" y="52905"/>
                </a:lnTo>
                <a:lnTo>
                  <a:pt x="1680785" y="53239"/>
                </a:lnTo>
                <a:lnTo>
                  <a:pt x="1681251" y="53583"/>
                </a:lnTo>
                <a:lnTo>
                  <a:pt x="1681708" y="53936"/>
                </a:lnTo>
                <a:lnTo>
                  <a:pt x="1682156" y="54299"/>
                </a:lnTo>
                <a:lnTo>
                  <a:pt x="1682593" y="54671"/>
                </a:lnTo>
                <a:lnTo>
                  <a:pt x="1683021" y="55052"/>
                </a:lnTo>
                <a:lnTo>
                  <a:pt x="1683439" y="55443"/>
                </a:lnTo>
                <a:lnTo>
                  <a:pt x="1683848" y="55844"/>
                </a:lnTo>
                <a:lnTo>
                  <a:pt x="1684247" y="56254"/>
                </a:lnTo>
                <a:lnTo>
                  <a:pt x="1684636" y="56673"/>
                </a:lnTo>
                <a:lnTo>
                  <a:pt x="1685016" y="57101"/>
                </a:lnTo>
                <a:lnTo>
                  <a:pt x="1685386" y="57540"/>
                </a:lnTo>
                <a:lnTo>
                  <a:pt x="1685746" y="57987"/>
                </a:lnTo>
                <a:lnTo>
                  <a:pt x="1686097" y="58444"/>
                </a:lnTo>
                <a:lnTo>
                  <a:pt x="1686438" y="58910"/>
                </a:lnTo>
                <a:lnTo>
                  <a:pt x="1686769" y="59386"/>
                </a:lnTo>
                <a:lnTo>
                  <a:pt x="1687091" y="59872"/>
                </a:lnTo>
                <a:lnTo>
                  <a:pt x="1687403" y="60366"/>
                </a:lnTo>
                <a:lnTo>
                  <a:pt x="1687705" y="60870"/>
                </a:lnTo>
                <a:lnTo>
                  <a:pt x="1687998" y="61384"/>
                </a:lnTo>
                <a:lnTo>
                  <a:pt x="1688281" y="61907"/>
                </a:lnTo>
                <a:lnTo>
                  <a:pt x="1688554" y="62440"/>
                </a:lnTo>
                <a:lnTo>
                  <a:pt x="1688822" y="62980"/>
                </a:lnTo>
                <a:lnTo>
                  <a:pt x="1689079" y="63526"/>
                </a:lnTo>
                <a:lnTo>
                  <a:pt x="1689325" y="64079"/>
                </a:lnTo>
                <a:lnTo>
                  <a:pt x="1689558" y="64637"/>
                </a:lnTo>
                <a:lnTo>
                  <a:pt x="1689781" y="65202"/>
                </a:lnTo>
                <a:lnTo>
                  <a:pt x="1689992" y="65773"/>
                </a:lnTo>
                <a:lnTo>
                  <a:pt x="1690192" y="66350"/>
                </a:lnTo>
                <a:lnTo>
                  <a:pt x="1690380" y="66934"/>
                </a:lnTo>
                <a:lnTo>
                  <a:pt x="1690557" y="67523"/>
                </a:lnTo>
                <a:lnTo>
                  <a:pt x="1690722" y="68119"/>
                </a:lnTo>
                <a:lnTo>
                  <a:pt x="1690876" y="68720"/>
                </a:lnTo>
                <a:lnTo>
                  <a:pt x="1691019" y="69328"/>
                </a:lnTo>
                <a:lnTo>
                  <a:pt x="1691150" y="69942"/>
                </a:lnTo>
                <a:lnTo>
                  <a:pt x="1691270" y="70562"/>
                </a:lnTo>
                <a:lnTo>
                  <a:pt x="1691378" y="71189"/>
                </a:lnTo>
                <a:lnTo>
                  <a:pt x="1691475" y="71821"/>
                </a:lnTo>
                <a:lnTo>
                  <a:pt x="1691561" y="72460"/>
                </a:lnTo>
                <a:lnTo>
                  <a:pt x="1691635" y="73104"/>
                </a:lnTo>
                <a:lnTo>
                  <a:pt x="1691698" y="73755"/>
                </a:lnTo>
                <a:lnTo>
                  <a:pt x="1691749" y="74412"/>
                </a:lnTo>
                <a:lnTo>
                  <a:pt x="1691789" y="75075"/>
                </a:lnTo>
                <a:lnTo>
                  <a:pt x="1691818" y="75744"/>
                </a:lnTo>
                <a:lnTo>
                  <a:pt x="1691835" y="76420"/>
                </a:lnTo>
                <a:lnTo>
                  <a:pt x="1691841" y="77101"/>
                </a:lnTo>
                <a:lnTo>
                  <a:pt x="1636552" y="77101"/>
                </a:lnTo>
                <a:lnTo>
                  <a:pt x="1636576" y="76729"/>
                </a:lnTo>
                <a:lnTo>
                  <a:pt x="1636630" y="76076"/>
                </a:lnTo>
                <a:lnTo>
                  <a:pt x="1636696" y="75427"/>
                </a:lnTo>
                <a:close/>
                <a:moveTo>
                  <a:pt x="1492200" y="119483"/>
                </a:moveTo>
                <a:lnTo>
                  <a:pt x="1492359" y="119726"/>
                </a:lnTo>
                <a:lnTo>
                  <a:pt x="1492522" y="119973"/>
                </a:lnTo>
                <a:lnTo>
                  <a:pt x="1492690" y="120226"/>
                </a:lnTo>
                <a:lnTo>
                  <a:pt x="1492864" y="120483"/>
                </a:lnTo>
                <a:lnTo>
                  <a:pt x="1493042" y="120746"/>
                </a:lnTo>
                <a:lnTo>
                  <a:pt x="1493224" y="121013"/>
                </a:lnTo>
                <a:lnTo>
                  <a:pt x="1493412" y="121285"/>
                </a:lnTo>
                <a:lnTo>
                  <a:pt x="1493604" y="121561"/>
                </a:lnTo>
                <a:lnTo>
                  <a:pt x="1493802" y="121843"/>
                </a:lnTo>
                <a:lnTo>
                  <a:pt x="1494004" y="122129"/>
                </a:lnTo>
                <a:lnTo>
                  <a:pt x="1494211" y="122420"/>
                </a:lnTo>
                <a:lnTo>
                  <a:pt x="1494422" y="122716"/>
                </a:lnTo>
                <a:lnTo>
                  <a:pt x="1494639" y="123017"/>
                </a:lnTo>
                <a:lnTo>
                  <a:pt x="1494860" y="123323"/>
                </a:lnTo>
                <a:lnTo>
                  <a:pt x="1495087" y="123633"/>
                </a:lnTo>
                <a:lnTo>
                  <a:pt x="1495318" y="123949"/>
                </a:lnTo>
                <a:lnTo>
                  <a:pt x="1495554" y="124269"/>
                </a:lnTo>
                <a:lnTo>
                  <a:pt x="1495794" y="124594"/>
                </a:lnTo>
                <a:lnTo>
                  <a:pt x="1496040" y="124924"/>
                </a:lnTo>
                <a:lnTo>
                  <a:pt x="1496290" y="125258"/>
                </a:lnTo>
                <a:lnTo>
                  <a:pt x="1496548" y="125589"/>
                </a:lnTo>
                <a:lnTo>
                  <a:pt x="1496814" y="125916"/>
                </a:lnTo>
                <a:lnTo>
                  <a:pt x="1497089" y="126241"/>
                </a:lnTo>
                <a:lnTo>
                  <a:pt x="1497373" y="126563"/>
                </a:lnTo>
                <a:lnTo>
                  <a:pt x="1497667" y="126882"/>
                </a:lnTo>
                <a:lnTo>
                  <a:pt x="1497969" y="127198"/>
                </a:lnTo>
                <a:lnTo>
                  <a:pt x="1498280" y="127511"/>
                </a:lnTo>
                <a:lnTo>
                  <a:pt x="1498601" y="127821"/>
                </a:lnTo>
                <a:lnTo>
                  <a:pt x="1498930" y="128129"/>
                </a:lnTo>
                <a:lnTo>
                  <a:pt x="1499268" y="128434"/>
                </a:lnTo>
                <a:lnTo>
                  <a:pt x="1499615" y="128735"/>
                </a:lnTo>
                <a:lnTo>
                  <a:pt x="1499972" y="129034"/>
                </a:lnTo>
                <a:lnTo>
                  <a:pt x="1500337" y="129331"/>
                </a:lnTo>
                <a:lnTo>
                  <a:pt x="1500711" y="129624"/>
                </a:lnTo>
                <a:lnTo>
                  <a:pt x="1501094" y="129914"/>
                </a:lnTo>
                <a:lnTo>
                  <a:pt x="1501487" y="130202"/>
                </a:lnTo>
                <a:lnTo>
                  <a:pt x="1501888" y="130487"/>
                </a:lnTo>
                <a:lnTo>
                  <a:pt x="1502298" y="130768"/>
                </a:lnTo>
                <a:lnTo>
                  <a:pt x="1502717" y="131047"/>
                </a:lnTo>
                <a:lnTo>
                  <a:pt x="1503146" y="131324"/>
                </a:lnTo>
                <a:lnTo>
                  <a:pt x="1503583" y="131597"/>
                </a:lnTo>
                <a:lnTo>
                  <a:pt x="1504029" y="131867"/>
                </a:lnTo>
                <a:lnTo>
                  <a:pt x="1504484" y="132135"/>
                </a:lnTo>
                <a:lnTo>
                  <a:pt x="1504948" y="132400"/>
                </a:lnTo>
                <a:lnTo>
                  <a:pt x="1505424" y="132652"/>
                </a:lnTo>
                <a:lnTo>
                  <a:pt x="1505912" y="132894"/>
                </a:lnTo>
                <a:lnTo>
                  <a:pt x="1506413" y="133125"/>
                </a:lnTo>
                <a:lnTo>
                  <a:pt x="1506927" y="133346"/>
                </a:lnTo>
                <a:lnTo>
                  <a:pt x="1507454" y="133556"/>
                </a:lnTo>
                <a:lnTo>
                  <a:pt x="1507994" y="133754"/>
                </a:lnTo>
                <a:lnTo>
                  <a:pt x="1508547" y="133943"/>
                </a:lnTo>
                <a:lnTo>
                  <a:pt x="1509113" y="134120"/>
                </a:lnTo>
                <a:lnTo>
                  <a:pt x="1509691" y="134287"/>
                </a:lnTo>
                <a:lnTo>
                  <a:pt x="1510283" y="134443"/>
                </a:lnTo>
                <a:lnTo>
                  <a:pt x="1510888" y="134588"/>
                </a:lnTo>
                <a:lnTo>
                  <a:pt x="1511505" y="134722"/>
                </a:lnTo>
                <a:lnTo>
                  <a:pt x="1512136" y="134846"/>
                </a:lnTo>
                <a:lnTo>
                  <a:pt x="1512779" y="134959"/>
                </a:lnTo>
                <a:lnTo>
                  <a:pt x="1513436" y="135061"/>
                </a:lnTo>
                <a:lnTo>
                  <a:pt x="1514105" y="135152"/>
                </a:lnTo>
                <a:lnTo>
                  <a:pt x="1514788" y="135233"/>
                </a:lnTo>
                <a:lnTo>
                  <a:pt x="1515483" y="135303"/>
                </a:lnTo>
                <a:lnTo>
                  <a:pt x="1516191" y="135362"/>
                </a:lnTo>
                <a:lnTo>
                  <a:pt x="1516912" y="135410"/>
                </a:lnTo>
                <a:lnTo>
                  <a:pt x="1517646" y="135448"/>
                </a:lnTo>
                <a:lnTo>
                  <a:pt x="1518393" y="135475"/>
                </a:lnTo>
                <a:lnTo>
                  <a:pt x="1519153" y="135491"/>
                </a:lnTo>
                <a:lnTo>
                  <a:pt x="1519926" y="135496"/>
                </a:lnTo>
                <a:lnTo>
                  <a:pt x="1520933" y="135486"/>
                </a:lnTo>
                <a:lnTo>
                  <a:pt x="1521929" y="135454"/>
                </a:lnTo>
                <a:lnTo>
                  <a:pt x="1522915" y="135401"/>
                </a:lnTo>
                <a:lnTo>
                  <a:pt x="1523892" y="135326"/>
                </a:lnTo>
                <a:lnTo>
                  <a:pt x="1524859" y="135230"/>
                </a:lnTo>
                <a:lnTo>
                  <a:pt x="1525816" y="135113"/>
                </a:lnTo>
                <a:lnTo>
                  <a:pt x="1526763" y="134975"/>
                </a:lnTo>
                <a:lnTo>
                  <a:pt x="1527700" y="134815"/>
                </a:lnTo>
                <a:lnTo>
                  <a:pt x="1528627" y="134634"/>
                </a:lnTo>
                <a:lnTo>
                  <a:pt x="1529544" y="134432"/>
                </a:lnTo>
                <a:lnTo>
                  <a:pt x="1530452" y="134209"/>
                </a:lnTo>
                <a:lnTo>
                  <a:pt x="1531349" y="133964"/>
                </a:lnTo>
                <a:lnTo>
                  <a:pt x="1532237" y="133698"/>
                </a:lnTo>
                <a:lnTo>
                  <a:pt x="1533115" y="133410"/>
                </a:lnTo>
                <a:lnTo>
                  <a:pt x="1533983" y="133102"/>
                </a:lnTo>
                <a:lnTo>
                  <a:pt x="1534841" y="132772"/>
                </a:lnTo>
                <a:lnTo>
                  <a:pt x="1535689" y="132421"/>
                </a:lnTo>
                <a:lnTo>
                  <a:pt x="1536528" y="132048"/>
                </a:lnTo>
                <a:lnTo>
                  <a:pt x="1537356" y="131654"/>
                </a:lnTo>
                <a:lnTo>
                  <a:pt x="1538175" y="131239"/>
                </a:lnTo>
                <a:lnTo>
                  <a:pt x="1538983" y="130803"/>
                </a:lnTo>
                <a:lnTo>
                  <a:pt x="1539782" y="130345"/>
                </a:lnTo>
                <a:lnTo>
                  <a:pt x="1540571" y="129866"/>
                </a:lnTo>
                <a:lnTo>
                  <a:pt x="1541350" y="129366"/>
                </a:lnTo>
                <a:lnTo>
                  <a:pt x="1542118" y="128841"/>
                </a:lnTo>
                <a:lnTo>
                  <a:pt x="1542871" y="128299"/>
                </a:lnTo>
                <a:lnTo>
                  <a:pt x="1543610" y="127739"/>
                </a:lnTo>
                <a:lnTo>
                  <a:pt x="1544335" y="127161"/>
                </a:lnTo>
                <a:lnTo>
                  <a:pt x="1545046" y="126566"/>
                </a:lnTo>
                <a:lnTo>
                  <a:pt x="1545743" y="125953"/>
                </a:lnTo>
                <a:lnTo>
                  <a:pt x="1546426" y="125323"/>
                </a:lnTo>
                <a:lnTo>
                  <a:pt x="1547095" y="124675"/>
                </a:lnTo>
                <a:lnTo>
                  <a:pt x="1547749" y="124010"/>
                </a:lnTo>
                <a:lnTo>
                  <a:pt x="1548390" y="123327"/>
                </a:lnTo>
                <a:lnTo>
                  <a:pt x="1549017" y="122627"/>
                </a:lnTo>
                <a:lnTo>
                  <a:pt x="1549629" y="121909"/>
                </a:lnTo>
                <a:lnTo>
                  <a:pt x="1550228" y="121173"/>
                </a:lnTo>
                <a:lnTo>
                  <a:pt x="1550813" y="120420"/>
                </a:lnTo>
                <a:lnTo>
                  <a:pt x="1551383" y="119650"/>
                </a:lnTo>
                <a:lnTo>
                  <a:pt x="1551940" y="118861"/>
                </a:lnTo>
                <a:lnTo>
                  <a:pt x="1552482" y="118056"/>
                </a:lnTo>
                <a:lnTo>
                  <a:pt x="1553011" y="117232"/>
                </a:lnTo>
                <a:lnTo>
                  <a:pt x="1553525" y="116391"/>
                </a:lnTo>
                <a:lnTo>
                  <a:pt x="1554025" y="115533"/>
                </a:lnTo>
                <a:lnTo>
                  <a:pt x="1554512" y="114657"/>
                </a:lnTo>
                <a:lnTo>
                  <a:pt x="1554984" y="113763"/>
                </a:lnTo>
                <a:lnTo>
                  <a:pt x="1555442" y="112852"/>
                </a:lnTo>
                <a:lnTo>
                  <a:pt x="1555886" y="111924"/>
                </a:lnTo>
                <a:lnTo>
                  <a:pt x="1556314" y="110974"/>
                </a:lnTo>
                <a:lnTo>
                  <a:pt x="1556724" y="110010"/>
                </a:lnTo>
                <a:lnTo>
                  <a:pt x="1557115" y="109031"/>
                </a:lnTo>
                <a:lnTo>
                  <a:pt x="1557489" y="108039"/>
                </a:lnTo>
                <a:lnTo>
                  <a:pt x="1557844" y="107032"/>
                </a:lnTo>
                <a:lnTo>
                  <a:pt x="1558181" y="106011"/>
                </a:lnTo>
                <a:lnTo>
                  <a:pt x="1558500" y="104975"/>
                </a:lnTo>
                <a:lnTo>
                  <a:pt x="1558800" y="103926"/>
                </a:lnTo>
                <a:lnTo>
                  <a:pt x="1559082" y="102862"/>
                </a:lnTo>
                <a:lnTo>
                  <a:pt x="1559347" y="101783"/>
                </a:lnTo>
                <a:lnTo>
                  <a:pt x="1559592" y="100691"/>
                </a:lnTo>
                <a:lnTo>
                  <a:pt x="1559820" y="99584"/>
                </a:lnTo>
                <a:lnTo>
                  <a:pt x="1560030" y="98463"/>
                </a:lnTo>
                <a:lnTo>
                  <a:pt x="1560221" y="97328"/>
                </a:lnTo>
                <a:lnTo>
                  <a:pt x="1560394" y="96178"/>
                </a:lnTo>
                <a:lnTo>
                  <a:pt x="1560549" y="95015"/>
                </a:lnTo>
                <a:lnTo>
                  <a:pt x="1560685" y="93837"/>
                </a:lnTo>
                <a:lnTo>
                  <a:pt x="1560804" y="92644"/>
                </a:lnTo>
                <a:lnTo>
                  <a:pt x="1560904" y="91438"/>
                </a:lnTo>
                <a:lnTo>
                  <a:pt x="1560986" y="90217"/>
                </a:lnTo>
                <a:lnTo>
                  <a:pt x="1561050" y="88982"/>
                </a:lnTo>
                <a:lnTo>
                  <a:pt x="1561095" y="87732"/>
                </a:lnTo>
                <a:lnTo>
                  <a:pt x="1561122" y="86469"/>
                </a:lnTo>
                <a:lnTo>
                  <a:pt x="1561131" y="85191"/>
                </a:lnTo>
                <a:lnTo>
                  <a:pt x="1561122" y="83923"/>
                </a:lnTo>
                <a:lnTo>
                  <a:pt x="1561095" y="82670"/>
                </a:lnTo>
                <a:lnTo>
                  <a:pt x="1561050" y="81431"/>
                </a:lnTo>
                <a:lnTo>
                  <a:pt x="1560986" y="80205"/>
                </a:lnTo>
                <a:lnTo>
                  <a:pt x="1560904" y="78994"/>
                </a:lnTo>
                <a:lnTo>
                  <a:pt x="1560804" y="77797"/>
                </a:lnTo>
                <a:lnTo>
                  <a:pt x="1560685" y="76613"/>
                </a:lnTo>
                <a:lnTo>
                  <a:pt x="1560549" y="75444"/>
                </a:lnTo>
                <a:lnTo>
                  <a:pt x="1560394" y="74289"/>
                </a:lnTo>
                <a:lnTo>
                  <a:pt x="1560221" y="73148"/>
                </a:lnTo>
                <a:lnTo>
                  <a:pt x="1560030" y="72021"/>
                </a:lnTo>
                <a:lnTo>
                  <a:pt x="1559820" y="70908"/>
                </a:lnTo>
                <a:lnTo>
                  <a:pt x="1559592" y="69809"/>
                </a:lnTo>
                <a:lnTo>
                  <a:pt x="1559347" y="68724"/>
                </a:lnTo>
                <a:lnTo>
                  <a:pt x="1559082" y="67653"/>
                </a:lnTo>
                <a:lnTo>
                  <a:pt x="1558800" y="66597"/>
                </a:lnTo>
                <a:lnTo>
                  <a:pt x="1558500" y="65554"/>
                </a:lnTo>
                <a:lnTo>
                  <a:pt x="1558181" y="64525"/>
                </a:lnTo>
                <a:lnTo>
                  <a:pt x="1557844" y="63510"/>
                </a:lnTo>
                <a:lnTo>
                  <a:pt x="1557489" y="62510"/>
                </a:lnTo>
                <a:lnTo>
                  <a:pt x="1557115" y="61523"/>
                </a:lnTo>
                <a:lnTo>
                  <a:pt x="1556724" y="60551"/>
                </a:lnTo>
                <a:lnTo>
                  <a:pt x="1556314" y="59592"/>
                </a:lnTo>
                <a:lnTo>
                  <a:pt x="1555886" y="58648"/>
                </a:lnTo>
                <a:lnTo>
                  <a:pt x="1555442" y="57719"/>
                </a:lnTo>
                <a:lnTo>
                  <a:pt x="1554983" y="56808"/>
                </a:lnTo>
                <a:lnTo>
                  <a:pt x="1554511" y="55915"/>
                </a:lnTo>
                <a:lnTo>
                  <a:pt x="1554024" y="55040"/>
                </a:lnTo>
                <a:lnTo>
                  <a:pt x="1553522" y="54183"/>
                </a:lnTo>
                <a:lnTo>
                  <a:pt x="1553007" y="53343"/>
                </a:lnTo>
                <a:lnTo>
                  <a:pt x="1552477" y="52521"/>
                </a:lnTo>
                <a:lnTo>
                  <a:pt x="1551933" y="51717"/>
                </a:lnTo>
                <a:lnTo>
                  <a:pt x="1551374" y="50931"/>
                </a:lnTo>
                <a:lnTo>
                  <a:pt x="1550802" y="50162"/>
                </a:lnTo>
                <a:lnTo>
                  <a:pt x="1550215" y="49411"/>
                </a:lnTo>
                <a:lnTo>
                  <a:pt x="1549614" y="48678"/>
                </a:lnTo>
                <a:lnTo>
                  <a:pt x="1548998" y="47963"/>
                </a:lnTo>
                <a:lnTo>
                  <a:pt x="1548369" y="47265"/>
                </a:lnTo>
                <a:lnTo>
                  <a:pt x="1547725" y="46586"/>
                </a:lnTo>
                <a:lnTo>
                  <a:pt x="1547066" y="45924"/>
                </a:lnTo>
                <a:lnTo>
                  <a:pt x="1546394" y="45280"/>
                </a:lnTo>
                <a:lnTo>
                  <a:pt x="1545707" y="44653"/>
                </a:lnTo>
                <a:lnTo>
                  <a:pt x="1545006" y="44045"/>
                </a:lnTo>
                <a:lnTo>
                  <a:pt x="1544291" y="43454"/>
                </a:lnTo>
                <a:lnTo>
                  <a:pt x="1543561" y="42881"/>
                </a:lnTo>
                <a:lnTo>
                  <a:pt x="1542818" y="42325"/>
                </a:lnTo>
                <a:lnTo>
                  <a:pt x="1542060" y="41788"/>
                </a:lnTo>
                <a:lnTo>
                  <a:pt x="1541287" y="41268"/>
                </a:lnTo>
                <a:lnTo>
                  <a:pt x="1540503" y="40768"/>
                </a:lnTo>
                <a:lnTo>
                  <a:pt x="1539708" y="40289"/>
                </a:lnTo>
                <a:lnTo>
                  <a:pt x="1538904" y="39831"/>
                </a:lnTo>
                <a:lnTo>
                  <a:pt x="1538089" y="39395"/>
                </a:lnTo>
                <a:lnTo>
                  <a:pt x="1537264" y="38980"/>
                </a:lnTo>
                <a:lnTo>
                  <a:pt x="1536429" y="38586"/>
                </a:lnTo>
                <a:lnTo>
                  <a:pt x="1535584" y="38214"/>
                </a:lnTo>
                <a:lnTo>
                  <a:pt x="1534729" y="37863"/>
                </a:lnTo>
                <a:lnTo>
                  <a:pt x="1533863" y="37533"/>
                </a:lnTo>
                <a:lnTo>
                  <a:pt x="1532988" y="37224"/>
                </a:lnTo>
                <a:lnTo>
                  <a:pt x="1532103" y="36937"/>
                </a:lnTo>
                <a:lnTo>
                  <a:pt x="1531207" y="36671"/>
                </a:lnTo>
                <a:lnTo>
                  <a:pt x="1530302" y="36426"/>
                </a:lnTo>
                <a:lnTo>
                  <a:pt x="1529386" y="36202"/>
                </a:lnTo>
                <a:lnTo>
                  <a:pt x="1528460" y="36000"/>
                </a:lnTo>
                <a:lnTo>
                  <a:pt x="1527524" y="35819"/>
                </a:lnTo>
                <a:lnTo>
                  <a:pt x="1526578" y="35660"/>
                </a:lnTo>
                <a:lnTo>
                  <a:pt x="1525622" y="35521"/>
                </a:lnTo>
                <a:lnTo>
                  <a:pt x="1524656" y="35404"/>
                </a:lnTo>
                <a:lnTo>
                  <a:pt x="1523680" y="35308"/>
                </a:lnTo>
                <a:lnTo>
                  <a:pt x="1522693" y="35234"/>
                </a:lnTo>
                <a:lnTo>
                  <a:pt x="1521697" y="35181"/>
                </a:lnTo>
                <a:lnTo>
                  <a:pt x="1520690" y="35149"/>
                </a:lnTo>
                <a:lnTo>
                  <a:pt x="1519674" y="35138"/>
                </a:lnTo>
                <a:lnTo>
                  <a:pt x="1518890" y="35144"/>
                </a:lnTo>
                <a:lnTo>
                  <a:pt x="1518121" y="35160"/>
                </a:lnTo>
                <a:lnTo>
                  <a:pt x="1517365" y="35187"/>
                </a:lnTo>
                <a:lnTo>
                  <a:pt x="1516623" y="35226"/>
                </a:lnTo>
                <a:lnTo>
                  <a:pt x="1515894" y="35275"/>
                </a:lnTo>
                <a:lnTo>
                  <a:pt x="1515179" y="35336"/>
                </a:lnTo>
                <a:lnTo>
                  <a:pt x="1514477" y="35407"/>
                </a:lnTo>
                <a:lnTo>
                  <a:pt x="1513789" y="35489"/>
                </a:lnTo>
                <a:lnTo>
                  <a:pt x="1513115" y="35582"/>
                </a:lnTo>
                <a:lnTo>
                  <a:pt x="1512454" y="35687"/>
                </a:lnTo>
                <a:lnTo>
                  <a:pt x="1511807" y="35802"/>
                </a:lnTo>
                <a:lnTo>
                  <a:pt x="1511173" y="35928"/>
                </a:lnTo>
                <a:lnTo>
                  <a:pt x="1510554" y="36065"/>
                </a:lnTo>
                <a:lnTo>
                  <a:pt x="1509947" y="36213"/>
                </a:lnTo>
                <a:lnTo>
                  <a:pt x="1509355" y="36372"/>
                </a:lnTo>
                <a:lnTo>
                  <a:pt x="1508775" y="36542"/>
                </a:lnTo>
                <a:lnTo>
                  <a:pt x="1508210" y="36723"/>
                </a:lnTo>
                <a:lnTo>
                  <a:pt x="1507658" y="36915"/>
                </a:lnTo>
                <a:lnTo>
                  <a:pt x="1507120" y="37118"/>
                </a:lnTo>
                <a:lnTo>
                  <a:pt x="1506595" y="37332"/>
                </a:lnTo>
                <a:lnTo>
                  <a:pt x="1506084" y="37557"/>
                </a:lnTo>
                <a:lnTo>
                  <a:pt x="1505587" y="37793"/>
                </a:lnTo>
                <a:lnTo>
                  <a:pt x="1505103" y="38040"/>
                </a:lnTo>
                <a:lnTo>
                  <a:pt x="1504632" y="38298"/>
                </a:lnTo>
                <a:lnTo>
                  <a:pt x="1504179" y="38558"/>
                </a:lnTo>
                <a:lnTo>
                  <a:pt x="1503734" y="38820"/>
                </a:lnTo>
                <a:lnTo>
                  <a:pt x="1503297" y="39086"/>
                </a:lnTo>
                <a:lnTo>
                  <a:pt x="1502870" y="39355"/>
                </a:lnTo>
                <a:lnTo>
                  <a:pt x="1502451" y="39627"/>
                </a:lnTo>
                <a:lnTo>
                  <a:pt x="1502041" y="39902"/>
                </a:lnTo>
                <a:lnTo>
                  <a:pt x="1501640" y="40180"/>
                </a:lnTo>
                <a:lnTo>
                  <a:pt x="1501248" y="40461"/>
                </a:lnTo>
                <a:lnTo>
                  <a:pt x="1500864" y="40745"/>
                </a:lnTo>
                <a:lnTo>
                  <a:pt x="1500490" y="41032"/>
                </a:lnTo>
                <a:lnTo>
                  <a:pt x="1500124" y="41322"/>
                </a:lnTo>
                <a:lnTo>
                  <a:pt x="1499766" y="41616"/>
                </a:lnTo>
                <a:lnTo>
                  <a:pt x="1499418" y="41912"/>
                </a:lnTo>
                <a:lnTo>
                  <a:pt x="1499078" y="42212"/>
                </a:lnTo>
                <a:lnTo>
                  <a:pt x="1498747" y="42514"/>
                </a:lnTo>
                <a:lnTo>
                  <a:pt x="1498425" y="42820"/>
                </a:lnTo>
                <a:lnTo>
                  <a:pt x="1498112" y="43129"/>
                </a:lnTo>
                <a:lnTo>
                  <a:pt x="1497807" y="43441"/>
                </a:lnTo>
                <a:lnTo>
                  <a:pt x="1497511" y="43756"/>
                </a:lnTo>
                <a:lnTo>
                  <a:pt x="1497224" y="44074"/>
                </a:lnTo>
                <a:lnTo>
                  <a:pt x="1496946" y="44395"/>
                </a:lnTo>
                <a:lnTo>
                  <a:pt x="1496677" y="44719"/>
                </a:lnTo>
                <a:lnTo>
                  <a:pt x="1496416" y="45046"/>
                </a:lnTo>
                <a:lnTo>
                  <a:pt x="1496164" y="45376"/>
                </a:lnTo>
                <a:lnTo>
                  <a:pt x="1495924" y="45700"/>
                </a:lnTo>
                <a:lnTo>
                  <a:pt x="1495688" y="46020"/>
                </a:lnTo>
                <a:lnTo>
                  <a:pt x="1495457" y="46334"/>
                </a:lnTo>
                <a:lnTo>
                  <a:pt x="1495230" y="46644"/>
                </a:lnTo>
                <a:lnTo>
                  <a:pt x="1495008" y="46948"/>
                </a:lnTo>
                <a:lnTo>
                  <a:pt x="1494789" y="47248"/>
                </a:lnTo>
                <a:lnTo>
                  <a:pt x="1494576" y="47544"/>
                </a:lnTo>
                <a:lnTo>
                  <a:pt x="1494366" y="47834"/>
                </a:lnTo>
                <a:lnTo>
                  <a:pt x="1494161" y="48119"/>
                </a:lnTo>
                <a:lnTo>
                  <a:pt x="1493961" y="48400"/>
                </a:lnTo>
                <a:lnTo>
                  <a:pt x="1493765" y="48676"/>
                </a:lnTo>
                <a:lnTo>
                  <a:pt x="1493573" y="48947"/>
                </a:lnTo>
                <a:lnTo>
                  <a:pt x="1493385" y="49213"/>
                </a:lnTo>
                <a:lnTo>
                  <a:pt x="1493202" y="49474"/>
                </a:lnTo>
                <a:lnTo>
                  <a:pt x="1493024" y="49731"/>
                </a:lnTo>
                <a:lnTo>
                  <a:pt x="1492850" y="49983"/>
                </a:lnTo>
                <a:lnTo>
                  <a:pt x="1492680" y="50229"/>
                </a:lnTo>
                <a:lnTo>
                  <a:pt x="1492514" y="50471"/>
                </a:lnTo>
                <a:lnTo>
                  <a:pt x="1492353" y="50709"/>
                </a:lnTo>
                <a:lnTo>
                  <a:pt x="1492197" y="50941"/>
                </a:lnTo>
                <a:lnTo>
                  <a:pt x="1492044" y="51169"/>
                </a:lnTo>
                <a:lnTo>
                  <a:pt x="1491896" y="51391"/>
                </a:lnTo>
                <a:lnTo>
                  <a:pt x="1491753" y="51609"/>
                </a:lnTo>
                <a:lnTo>
                  <a:pt x="1491614" y="51822"/>
                </a:lnTo>
                <a:lnTo>
                  <a:pt x="1489844" y="51822"/>
                </a:lnTo>
                <a:lnTo>
                  <a:pt x="1489844" y="36402"/>
                </a:lnTo>
                <a:lnTo>
                  <a:pt x="1475435" y="36402"/>
                </a:lnTo>
                <a:lnTo>
                  <a:pt x="1475435" y="169876"/>
                </a:lnTo>
                <a:lnTo>
                  <a:pt x="1490350" y="169876"/>
                </a:lnTo>
                <a:lnTo>
                  <a:pt x="1490350" y="118559"/>
                </a:lnTo>
                <a:lnTo>
                  <a:pt x="1491614" y="118559"/>
                </a:lnTo>
                <a:lnTo>
                  <a:pt x="1491753" y="118783"/>
                </a:lnTo>
                <a:lnTo>
                  <a:pt x="1491897" y="119011"/>
                </a:lnTo>
                <a:lnTo>
                  <a:pt x="1492046" y="119245"/>
                </a:lnTo>
                <a:lnTo>
                  <a:pt x="1492200" y="119483"/>
                </a:lnTo>
                <a:close/>
                <a:moveTo>
                  <a:pt x="1490366" y="78828"/>
                </a:moveTo>
                <a:lnTo>
                  <a:pt x="1490448" y="77993"/>
                </a:lnTo>
                <a:lnTo>
                  <a:pt x="1490541" y="77168"/>
                </a:lnTo>
                <a:lnTo>
                  <a:pt x="1490646" y="76351"/>
                </a:lnTo>
                <a:lnTo>
                  <a:pt x="1490761" y="75545"/>
                </a:lnTo>
                <a:lnTo>
                  <a:pt x="1490887" y="74747"/>
                </a:lnTo>
                <a:lnTo>
                  <a:pt x="1491024" y="73959"/>
                </a:lnTo>
                <a:lnTo>
                  <a:pt x="1491172" y="73181"/>
                </a:lnTo>
                <a:lnTo>
                  <a:pt x="1491331" y="72412"/>
                </a:lnTo>
                <a:lnTo>
                  <a:pt x="1491501" y="71652"/>
                </a:lnTo>
                <a:lnTo>
                  <a:pt x="1491682" y="70902"/>
                </a:lnTo>
                <a:lnTo>
                  <a:pt x="1491874" y="70162"/>
                </a:lnTo>
                <a:lnTo>
                  <a:pt x="1492077" y="69430"/>
                </a:lnTo>
                <a:lnTo>
                  <a:pt x="1492291" y="68708"/>
                </a:lnTo>
                <a:lnTo>
                  <a:pt x="1492516" y="67996"/>
                </a:lnTo>
                <a:lnTo>
                  <a:pt x="1492752" y="67293"/>
                </a:lnTo>
                <a:lnTo>
                  <a:pt x="1492999" y="66600"/>
                </a:lnTo>
                <a:lnTo>
                  <a:pt x="1493257" y="65915"/>
                </a:lnTo>
                <a:lnTo>
                  <a:pt x="1493525" y="65237"/>
                </a:lnTo>
                <a:lnTo>
                  <a:pt x="1493805" y="64572"/>
                </a:lnTo>
                <a:lnTo>
                  <a:pt x="1494094" y="63919"/>
                </a:lnTo>
                <a:lnTo>
                  <a:pt x="1494394" y="63279"/>
                </a:lnTo>
                <a:lnTo>
                  <a:pt x="1494705" y="62651"/>
                </a:lnTo>
                <a:lnTo>
                  <a:pt x="1495026" y="62037"/>
                </a:lnTo>
                <a:lnTo>
                  <a:pt x="1495358" y="61435"/>
                </a:lnTo>
                <a:lnTo>
                  <a:pt x="1495701" y="60846"/>
                </a:lnTo>
                <a:lnTo>
                  <a:pt x="1496053" y="60269"/>
                </a:lnTo>
                <a:lnTo>
                  <a:pt x="1496417" y="59705"/>
                </a:lnTo>
                <a:lnTo>
                  <a:pt x="1496791" y="59154"/>
                </a:lnTo>
                <a:lnTo>
                  <a:pt x="1497175" y="58616"/>
                </a:lnTo>
                <a:lnTo>
                  <a:pt x="1497570" y="58091"/>
                </a:lnTo>
                <a:lnTo>
                  <a:pt x="1497976" y="57578"/>
                </a:lnTo>
                <a:lnTo>
                  <a:pt x="1498392" y="57078"/>
                </a:lnTo>
                <a:lnTo>
                  <a:pt x="1498818" y="56590"/>
                </a:lnTo>
                <a:lnTo>
                  <a:pt x="1499255" y="56116"/>
                </a:lnTo>
                <a:lnTo>
                  <a:pt x="1499703" y="55654"/>
                </a:lnTo>
                <a:lnTo>
                  <a:pt x="1500161" y="55204"/>
                </a:lnTo>
                <a:lnTo>
                  <a:pt x="1500630" y="54768"/>
                </a:lnTo>
                <a:lnTo>
                  <a:pt x="1501109" y="54344"/>
                </a:lnTo>
                <a:lnTo>
                  <a:pt x="1501599" y="53933"/>
                </a:lnTo>
                <a:lnTo>
                  <a:pt x="1502099" y="53535"/>
                </a:lnTo>
                <a:lnTo>
                  <a:pt x="1502610" y="53149"/>
                </a:lnTo>
                <a:lnTo>
                  <a:pt x="1503131" y="52773"/>
                </a:lnTo>
                <a:lnTo>
                  <a:pt x="1503663" y="52413"/>
                </a:lnTo>
                <a:lnTo>
                  <a:pt x="1504204" y="52068"/>
                </a:lnTo>
                <a:lnTo>
                  <a:pt x="1504755" y="51740"/>
                </a:lnTo>
                <a:lnTo>
                  <a:pt x="1505317" y="51427"/>
                </a:lnTo>
                <a:lnTo>
                  <a:pt x="1505889" y="51131"/>
                </a:lnTo>
                <a:lnTo>
                  <a:pt x="1506470" y="50851"/>
                </a:lnTo>
                <a:lnTo>
                  <a:pt x="1507062" y="50586"/>
                </a:lnTo>
                <a:lnTo>
                  <a:pt x="1507664" y="50338"/>
                </a:lnTo>
                <a:lnTo>
                  <a:pt x="1508276" y="50106"/>
                </a:lnTo>
                <a:lnTo>
                  <a:pt x="1508898" y="49890"/>
                </a:lnTo>
                <a:lnTo>
                  <a:pt x="1509530" y="49689"/>
                </a:lnTo>
                <a:lnTo>
                  <a:pt x="1510173" y="49505"/>
                </a:lnTo>
                <a:lnTo>
                  <a:pt x="1510825" y="49337"/>
                </a:lnTo>
                <a:lnTo>
                  <a:pt x="1511487" y="49185"/>
                </a:lnTo>
                <a:lnTo>
                  <a:pt x="1512160" y="49049"/>
                </a:lnTo>
                <a:lnTo>
                  <a:pt x="1512843" y="48928"/>
                </a:lnTo>
                <a:lnTo>
                  <a:pt x="1513535" y="48824"/>
                </a:lnTo>
                <a:lnTo>
                  <a:pt x="1514238" y="48736"/>
                </a:lnTo>
                <a:lnTo>
                  <a:pt x="1514951" y="48664"/>
                </a:lnTo>
                <a:lnTo>
                  <a:pt x="1515674" y="48608"/>
                </a:lnTo>
                <a:lnTo>
                  <a:pt x="1516407" y="48568"/>
                </a:lnTo>
                <a:lnTo>
                  <a:pt x="1517151" y="48544"/>
                </a:lnTo>
                <a:lnTo>
                  <a:pt x="1517904" y="48536"/>
                </a:lnTo>
                <a:lnTo>
                  <a:pt x="1518688" y="48544"/>
                </a:lnTo>
                <a:lnTo>
                  <a:pt x="1519462" y="48570"/>
                </a:lnTo>
                <a:lnTo>
                  <a:pt x="1520224" y="48612"/>
                </a:lnTo>
                <a:lnTo>
                  <a:pt x="1520974" y="48671"/>
                </a:lnTo>
                <a:lnTo>
                  <a:pt x="1521714" y="48747"/>
                </a:lnTo>
                <a:lnTo>
                  <a:pt x="1522442" y="48840"/>
                </a:lnTo>
                <a:lnTo>
                  <a:pt x="1523160" y="48950"/>
                </a:lnTo>
                <a:lnTo>
                  <a:pt x="1523866" y="49077"/>
                </a:lnTo>
                <a:lnTo>
                  <a:pt x="1524561" y="49220"/>
                </a:lnTo>
                <a:lnTo>
                  <a:pt x="1525244" y="49381"/>
                </a:lnTo>
                <a:lnTo>
                  <a:pt x="1525917" y="49558"/>
                </a:lnTo>
                <a:lnTo>
                  <a:pt x="1526578" y="49753"/>
                </a:lnTo>
                <a:lnTo>
                  <a:pt x="1527228" y="49964"/>
                </a:lnTo>
                <a:lnTo>
                  <a:pt x="1527867" y="50192"/>
                </a:lnTo>
                <a:lnTo>
                  <a:pt x="1528495" y="50437"/>
                </a:lnTo>
                <a:lnTo>
                  <a:pt x="1529111" y="50699"/>
                </a:lnTo>
                <a:lnTo>
                  <a:pt x="1529717" y="50978"/>
                </a:lnTo>
                <a:lnTo>
                  <a:pt x="1530311" y="51273"/>
                </a:lnTo>
                <a:lnTo>
                  <a:pt x="1530894" y="51586"/>
                </a:lnTo>
                <a:lnTo>
                  <a:pt x="1531465" y="51915"/>
                </a:lnTo>
                <a:lnTo>
                  <a:pt x="1532026" y="52262"/>
                </a:lnTo>
                <a:lnTo>
                  <a:pt x="1532575" y="52625"/>
                </a:lnTo>
                <a:lnTo>
                  <a:pt x="1533113" y="53005"/>
                </a:lnTo>
                <a:lnTo>
                  <a:pt x="1533640" y="53402"/>
                </a:lnTo>
                <a:lnTo>
                  <a:pt x="1534161" y="53809"/>
                </a:lnTo>
                <a:lnTo>
                  <a:pt x="1534671" y="54227"/>
                </a:lnTo>
                <a:lnTo>
                  <a:pt x="1535170" y="54657"/>
                </a:lnTo>
                <a:lnTo>
                  <a:pt x="1535657" y="55100"/>
                </a:lnTo>
                <a:lnTo>
                  <a:pt x="1536134" y="55554"/>
                </a:lnTo>
                <a:lnTo>
                  <a:pt x="1536599" y="56021"/>
                </a:lnTo>
                <a:lnTo>
                  <a:pt x="1537053" y="56500"/>
                </a:lnTo>
                <a:lnTo>
                  <a:pt x="1537495" y="56990"/>
                </a:lnTo>
                <a:lnTo>
                  <a:pt x="1537927" y="57493"/>
                </a:lnTo>
                <a:lnTo>
                  <a:pt x="1538347" y="58008"/>
                </a:lnTo>
                <a:lnTo>
                  <a:pt x="1538756" y="58535"/>
                </a:lnTo>
                <a:lnTo>
                  <a:pt x="1539154" y="59074"/>
                </a:lnTo>
                <a:lnTo>
                  <a:pt x="1539541" y="59625"/>
                </a:lnTo>
                <a:lnTo>
                  <a:pt x="1539917" y="60189"/>
                </a:lnTo>
                <a:lnTo>
                  <a:pt x="1540281" y="60764"/>
                </a:lnTo>
                <a:lnTo>
                  <a:pt x="1540634" y="61351"/>
                </a:lnTo>
                <a:lnTo>
                  <a:pt x="1540976" y="61951"/>
                </a:lnTo>
                <a:lnTo>
                  <a:pt x="1541307" y="62562"/>
                </a:lnTo>
                <a:lnTo>
                  <a:pt x="1541627" y="63186"/>
                </a:lnTo>
                <a:lnTo>
                  <a:pt x="1541935" y="63821"/>
                </a:lnTo>
                <a:lnTo>
                  <a:pt x="1542232" y="64469"/>
                </a:lnTo>
                <a:lnTo>
                  <a:pt x="1542518" y="65129"/>
                </a:lnTo>
                <a:lnTo>
                  <a:pt x="1542793" y="65800"/>
                </a:lnTo>
                <a:lnTo>
                  <a:pt x="1543057" y="66484"/>
                </a:lnTo>
                <a:lnTo>
                  <a:pt x="1543315" y="67172"/>
                </a:lnTo>
                <a:lnTo>
                  <a:pt x="1543562" y="67868"/>
                </a:lnTo>
                <a:lnTo>
                  <a:pt x="1543798" y="68570"/>
                </a:lnTo>
                <a:lnTo>
                  <a:pt x="1544022" y="69279"/>
                </a:lnTo>
                <a:lnTo>
                  <a:pt x="1544236" y="69995"/>
                </a:lnTo>
                <a:lnTo>
                  <a:pt x="1544439" y="70718"/>
                </a:lnTo>
                <a:lnTo>
                  <a:pt x="1544631" y="71449"/>
                </a:lnTo>
                <a:lnTo>
                  <a:pt x="1544812" y="72186"/>
                </a:lnTo>
                <a:lnTo>
                  <a:pt x="1544982" y="72930"/>
                </a:lnTo>
                <a:lnTo>
                  <a:pt x="1545142" y="73682"/>
                </a:lnTo>
                <a:lnTo>
                  <a:pt x="1545290" y="74440"/>
                </a:lnTo>
                <a:lnTo>
                  <a:pt x="1545427" y="75206"/>
                </a:lnTo>
                <a:lnTo>
                  <a:pt x="1545553" y="75978"/>
                </a:lnTo>
                <a:lnTo>
                  <a:pt x="1545668" y="76757"/>
                </a:lnTo>
                <a:lnTo>
                  <a:pt x="1545772" y="77544"/>
                </a:lnTo>
                <a:lnTo>
                  <a:pt x="1545866" y="78337"/>
                </a:lnTo>
                <a:lnTo>
                  <a:pt x="1545948" y="79138"/>
                </a:lnTo>
                <a:lnTo>
                  <a:pt x="1546019" y="79945"/>
                </a:lnTo>
                <a:lnTo>
                  <a:pt x="1546080" y="80760"/>
                </a:lnTo>
                <a:lnTo>
                  <a:pt x="1546129" y="81582"/>
                </a:lnTo>
                <a:lnTo>
                  <a:pt x="1546167" y="82410"/>
                </a:lnTo>
                <a:lnTo>
                  <a:pt x="1546195" y="83246"/>
                </a:lnTo>
                <a:lnTo>
                  <a:pt x="1546211" y="84088"/>
                </a:lnTo>
                <a:lnTo>
                  <a:pt x="1546217" y="84938"/>
                </a:lnTo>
                <a:lnTo>
                  <a:pt x="1546211" y="85798"/>
                </a:lnTo>
                <a:lnTo>
                  <a:pt x="1546194" y="86652"/>
                </a:lnTo>
                <a:lnTo>
                  <a:pt x="1546166" y="87500"/>
                </a:lnTo>
                <a:lnTo>
                  <a:pt x="1546127" y="88340"/>
                </a:lnTo>
                <a:lnTo>
                  <a:pt x="1546077" y="89174"/>
                </a:lnTo>
                <a:lnTo>
                  <a:pt x="1546015" y="90002"/>
                </a:lnTo>
                <a:lnTo>
                  <a:pt x="1545943" y="90823"/>
                </a:lnTo>
                <a:lnTo>
                  <a:pt x="1545859" y="91637"/>
                </a:lnTo>
                <a:lnTo>
                  <a:pt x="1545763" y="92445"/>
                </a:lnTo>
                <a:lnTo>
                  <a:pt x="1545657" y="93246"/>
                </a:lnTo>
                <a:lnTo>
                  <a:pt x="1545540" y="94041"/>
                </a:lnTo>
                <a:lnTo>
                  <a:pt x="1545411" y="94829"/>
                </a:lnTo>
                <a:lnTo>
                  <a:pt x="1545271" y="95610"/>
                </a:lnTo>
                <a:lnTo>
                  <a:pt x="1545120" y="96385"/>
                </a:lnTo>
                <a:lnTo>
                  <a:pt x="1544958" y="97153"/>
                </a:lnTo>
                <a:lnTo>
                  <a:pt x="1544784" y="97915"/>
                </a:lnTo>
                <a:lnTo>
                  <a:pt x="1544600" y="98670"/>
                </a:lnTo>
                <a:lnTo>
                  <a:pt x="1544404" y="99418"/>
                </a:lnTo>
                <a:lnTo>
                  <a:pt x="1544197" y="100160"/>
                </a:lnTo>
                <a:lnTo>
                  <a:pt x="1543978" y="100896"/>
                </a:lnTo>
                <a:lnTo>
                  <a:pt x="1543749" y="101624"/>
                </a:lnTo>
                <a:lnTo>
                  <a:pt x="1543508" y="102346"/>
                </a:lnTo>
                <a:lnTo>
                  <a:pt x="1543257" y="103062"/>
                </a:lnTo>
                <a:lnTo>
                  <a:pt x="1542994" y="103771"/>
                </a:lnTo>
                <a:lnTo>
                  <a:pt x="1542725" y="104466"/>
                </a:lnTo>
                <a:lnTo>
                  <a:pt x="1542445" y="105148"/>
                </a:lnTo>
                <a:lnTo>
                  <a:pt x="1542154" y="105819"/>
                </a:lnTo>
                <a:lnTo>
                  <a:pt x="1541853" y="106478"/>
                </a:lnTo>
                <a:lnTo>
                  <a:pt x="1541540" y="107125"/>
                </a:lnTo>
                <a:lnTo>
                  <a:pt x="1541216" y="107760"/>
                </a:lnTo>
                <a:lnTo>
                  <a:pt x="1540882" y="108384"/>
                </a:lnTo>
                <a:lnTo>
                  <a:pt x="1540536" y="108995"/>
                </a:lnTo>
                <a:lnTo>
                  <a:pt x="1540179" y="109595"/>
                </a:lnTo>
                <a:lnTo>
                  <a:pt x="1539812" y="110183"/>
                </a:lnTo>
                <a:lnTo>
                  <a:pt x="1539433" y="110759"/>
                </a:lnTo>
                <a:lnTo>
                  <a:pt x="1539044" y="111323"/>
                </a:lnTo>
                <a:lnTo>
                  <a:pt x="1538643" y="111876"/>
                </a:lnTo>
                <a:lnTo>
                  <a:pt x="1538232" y="112416"/>
                </a:lnTo>
                <a:lnTo>
                  <a:pt x="1537809" y="112945"/>
                </a:lnTo>
                <a:lnTo>
                  <a:pt x="1537376" y="113461"/>
                </a:lnTo>
                <a:lnTo>
                  <a:pt x="1536932" y="113966"/>
                </a:lnTo>
                <a:lnTo>
                  <a:pt x="1536476" y="114459"/>
                </a:lnTo>
                <a:lnTo>
                  <a:pt x="1536010" y="114941"/>
                </a:lnTo>
                <a:lnTo>
                  <a:pt x="1535533" y="115410"/>
                </a:lnTo>
                <a:lnTo>
                  <a:pt x="1535044" y="115868"/>
                </a:lnTo>
                <a:lnTo>
                  <a:pt x="1534545" y="116313"/>
                </a:lnTo>
                <a:lnTo>
                  <a:pt x="1534035" y="116747"/>
                </a:lnTo>
                <a:lnTo>
                  <a:pt x="1533514" y="117169"/>
                </a:lnTo>
                <a:lnTo>
                  <a:pt x="1532987" y="117571"/>
                </a:lnTo>
                <a:lnTo>
                  <a:pt x="1532450" y="117956"/>
                </a:lnTo>
                <a:lnTo>
                  <a:pt x="1531901" y="118324"/>
                </a:lnTo>
                <a:lnTo>
                  <a:pt x="1531342" y="118675"/>
                </a:lnTo>
                <a:lnTo>
                  <a:pt x="1530773" y="119009"/>
                </a:lnTo>
                <a:lnTo>
                  <a:pt x="1530192" y="119326"/>
                </a:lnTo>
                <a:lnTo>
                  <a:pt x="1529601" y="119625"/>
                </a:lnTo>
                <a:lnTo>
                  <a:pt x="1528999" y="119908"/>
                </a:lnTo>
                <a:lnTo>
                  <a:pt x="1528386" y="120173"/>
                </a:lnTo>
                <a:lnTo>
                  <a:pt x="1527763" y="120421"/>
                </a:lnTo>
                <a:lnTo>
                  <a:pt x="1527128" y="120652"/>
                </a:lnTo>
                <a:lnTo>
                  <a:pt x="1526483" y="120866"/>
                </a:lnTo>
                <a:lnTo>
                  <a:pt x="1525827" y="121063"/>
                </a:lnTo>
                <a:lnTo>
                  <a:pt x="1525161" y="121243"/>
                </a:lnTo>
                <a:lnTo>
                  <a:pt x="1524484" y="121405"/>
                </a:lnTo>
                <a:lnTo>
                  <a:pt x="1523796" y="121551"/>
                </a:lnTo>
                <a:lnTo>
                  <a:pt x="1523097" y="121679"/>
                </a:lnTo>
                <a:lnTo>
                  <a:pt x="1522387" y="121790"/>
                </a:lnTo>
                <a:lnTo>
                  <a:pt x="1521667" y="121884"/>
                </a:lnTo>
                <a:lnTo>
                  <a:pt x="1520936" y="121961"/>
                </a:lnTo>
                <a:lnTo>
                  <a:pt x="1520194" y="122021"/>
                </a:lnTo>
                <a:lnTo>
                  <a:pt x="1519441" y="122064"/>
                </a:lnTo>
                <a:lnTo>
                  <a:pt x="1518678" y="122090"/>
                </a:lnTo>
                <a:lnTo>
                  <a:pt x="1517904" y="122098"/>
                </a:lnTo>
                <a:lnTo>
                  <a:pt x="1517161" y="122090"/>
                </a:lnTo>
                <a:lnTo>
                  <a:pt x="1516428" y="122066"/>
                </a:lnTo>
                <a:lnTo>
                  <a:pt x="1515704" y="122025"/>
                </a:lnTo>
                <a:lnTo>
                  <a:pt x="1514990" y="121968"/>
                </a:lnTo>
                <a:lnTo>
                  <a:pt x="1514286" y="121895"/>
                </a:lnTo>
                <a:lnTo>
                  <a:pt x="1513591" y="121806"/>
                </a:lnTo>
                <a:lnTo>
                  <a:pt x="1512906" y="121701"/>
                </a:lnTo>
                <a:lnTo>
                  <a:pt x="1512230" y="121579"/>
                </a:lnTo>
                <a:lnTo>
                  <a:pt x="1511565" y="121441"/>
                </a:lnTo>
                <a:lnTo>
                  <a:pt x="1510908" y="121286"/>
                </a:lnTo>
                <a:lnTo>
                  <a:pt x="1510262" y="121116"/>
                </a:lnTo>
                <a:lnTo>
                  <a:pt x="1509625" y="120929"/>
                </a:lnTo>
                <a:lnTo>
                  <a:pt x="1508998" y="120726"/>
                </a:lnTo>
                <a:lnTo>
                  <a:pt x="1508381" y="120507"/>
                </a:lnTo>
                <a:lnTo>
                  <a:pt x="1507773" y="120272"/>
                </a:lnTo>
                <a:lnTo>
                  <a:pt x="1507174" y="120020"/>
                </a:lnTo>
                <a:lnTo>
                  <a:pt x="1506586" y="119752"/>
                </a:lnTo>
                <a:lnTo>
                  <a:pt x="1506007" y="119468"/>
                </a:lnTo>
                <a:lnTo>
                  <a:pt x="1505438" y="119167"/>
                </a:lnTo>
                <a:lnTo>
                  <a:pt x="1504878" y="118851"/>
                </a:lnTo>
                <a:lnTo>
                  <a:pt x="1504328" y="118518"/>
                </a:lnTo>
                <a:lnTo>
                  <a:pt x="1503788" y="118169"/>
                </a:lnTo>
                <a:lnTo>
                  <a:pt x="1503258" y="117803"/>
                </a:lnTo>
                <a:lnTo>
                  <a:pt x="1502737" y="117422"/>
                </a:lnTo>
                <a:lnTo>
                  <a:pt x="1502226" y="117021"/>
                </a:lnTo>
                <a:lnTo>
                  <a:pt x="1501725" y="116607"/>
                </a:lnTo>
                <a:lnTo>
                  <a:pt x="1501235" y="116181"/>
                </a:lnTo>
                <a:lnTo>
                  <a:pt x="1500755" y="115742"/>
                </a:lnTo>
                <a:lnTo>
                  <a:pt x="1500285" y="115291"/>
                </a:lnTo>
                <a:lnTo>
                  <a:pt x="1499826" y="114827"/>
                </a:lnTo>
                <a:lnTo>
                  <a:pt x="1499376" y="114350"/>
                </a:lnTo>
                <a:lnTo>
                  <a:pt x="1498938" y="113862"/>
                </a:lnTo>
                <a:lnTo>
                  <a:pt x="1498509" y="113360"/>
                </a:lnTo>
                <a:lnTo>
                  <a:pt x="1498091" y="112847"/>
                </a:lnTo>
                <a:lnTo>
                  <a:pt x="1497683" y="112320"/>
                </a:lnTo>
                <a:lnTo>
                  <a:pt x="1497286" y="111781"/>
                </a:lnTo>
                <a:lnTo>
                  <a:pt x="1496899" y="111230"/>
                </a:lnTo>
                <a:lnTo>
                  <a:pt x="1496522" y="110666"/>
                </a:lnTo>
                <a:lnTo>
                  <a:pt x="1496155" y="110090"/>
                </a:lnTo>
                <a:lnTo>
                  <a:pt x="1495799" y="109501"/>
                </a:lnTo>
                <a:lnTo>
                  <a:pt x="1495453" y="108900"/>
                </a:lnTo>
                <a:lnTo>
                  <a:pt x="1495117" y="108286"/>
                </a:lnTo>
                <a:lnTo>
                  <a:pt x="1494792" y="107659"/>
                </a:lnTo>
                <a:lnTo>
                  <a:pt x="1494477" y="107020"/>
                </a:lnTo>
                <a:lnTo>
                  <a:pt x="1494172" y="106369"/>
                </a:lnTo>
                <a:lnTo>
                  <a:pt x="1493878" y="105705"/>
                </a:lnTo>
                <a:lnTo>
                  <a:pt x="1493594" y="105029"/>
                </a:lnTo>
                <a:lnTo>
                  <a:pt x="1493320" y="104340"/>
                </a:lnTo>
                <a:lnTo>
                  <a:pt x="1493057" y="103635"/>
                </a:lnTo>
                <a:lnTo>
                  <a:pt x="1492805" y="102921"/>
                </a:lnTo>
                <a:lnTo>
                  <a:pt x="1492565" y="102198"/>
                </a:lnTo>
                <a:lnTo>
                  <a:pt x="1492335" y="101466"/>
                </a:lnTo>
                <a:lnTo>
                  <a:pt x="1492117" y="100725"/>
                </a:lnTo>
                <a:lnTo>
                  <a:pt x="1491910" y="99975"/>
                </a:lnTo>
                <a:lnTo>
                  <a:pt x="1491714" y="99216"/>
                </a:lnTo>
                <a:lnTo>
                  <a:pt x="1491530" y="98448"/>
                </a:lnTo>
                <a:lnTo>
                  <a:pt x="1491356" y="97671"/>
                </a:lnTo>
                <a:lnTo>
                  <a:pt x="1491194" y="96886"/>
                </a:lnTo>
                <a:lnTo>
                  <a:pt x="1491043" y="96091"/>
                </a:lnTo>
                <a:lnTo>
                  <a:pt x="1490903" y="95287"/>
                </a:lnTo>
                <a:lnTo>
                  <a:pt x="1490774" y="94474"/>
                </a:lnTo>
                <a:lnTo>
                  <a:pt x="1490657" y="93652"/>
                </a:lnTo>
                <a:lnTo>
                  <a:pt x="1490550" y="92821"/>
                </a:lnTo>
                <a:lnTo>
                  <a:pt x="1490455" y="91981"/>
                </a:lnTo>
                <a:lnTo>
                  <a:pt x="1490371" y="91132"/>
                </a:lnTo>
                <a:lnTo>
                  <a:pt x="1490298" y="90274"/>
                </a:lnTo>
                <a:lnTo>
                  <a:pt x="1490237" y="89407"/>
                </a:lnTo>
                <a:lnTo>
                  <a:pt x="1490186" y="88532"/>
                </a:lnTo>
                <a:lnTo>
                  <a:pt x="1490147" y="87647"/>
                </a:lnTo>
                <a:lnTo>
                  <a:pt x="1490119" y="86753"/>
                </a:lnTo>
                <a:lnTo>
                  <a:pt x="1490103" y="85850"/>
                </a:lnTo>
                <a:lnTo>
                  <a:pt x="1490097" y="84938"/>
                </a:lnTo>
                <a:lnTo>
                  <a:pt x="1490102" y="84037"/>
                </a:lnTo>
                <a:lnTo>
                  <a:pt x="1490119" y="83145"/>
                </a:lnTo>
                <a:lnTo>
                  <a:pt x="1490146" y="82263"/>
                </a:lnTo>
                <a:lnTo>
                  <a:pt x="1490185" y="81390"/>
                </a:lnTo>
                <a:lnTo>
                  <a:pt x="1490234" y="80527"/>
                </a:lnTo>
                <a:lnTo>
                  <a:pt x="1490294" y="79673"/>
                </a:lnTo>
                <a:lnTo>
                  <a:pt x="1490366" y="78828"/>
                </a:lnTo>
                <a:close/>
                <a:moveTo>
                  <a:pt x="1837910" y="233529"/>
                </a:moveTo>
                <a:lnTo>
                  <a:pt x="1838240" y="233452"/>
                </a:lnTo>
                <a:lnTo>
                  <a:pt x="1838567" y="233364"/>
                </a:lnTo>
                <a:lnTo>
                  <a:pt x="1838888" y="233266"/>
                </a:lnTo>
                <a:lnTo>
                  <a:pt x="1839206" y="233158"/>
                </a:lnTo>
                <a:lnTo>
                  <a:pt x="1839518" y="233039"/>
                </a:lnTo>
                <a:lnTo>
                  <a:pt x="1839827" y="232910"/>
                </a:lnTo>
                <a:lnTo>
                  <a:pt x="1840131" y="232771"/>
                </a:lnTo>
                <a:lnTo>
                  <a:pt x="1840431" y="232622"/>
                </a:lnTo>
                <a:lnTo>
                  <a:pt x="1840726" y="232462"/>
                </a:lnTo>
                <a:lnTo>
                  <a:pt x="1841017" y="232292"/>
                </a:lnTo>
                <a:lnTo>
                  <a:pt x="1841304" y="232111"/>
                </a:lnTo>
                <a:lnTo>
                  <a:pt x="1841586" y="231920"/>
                </a:lnTo>
                <a:lnTo>
                  <a:pt x="1841864" y="231719"/>
                </a:lnTo>
                <a:lnTo>
                  <a:pt x="1842137" y="231508"/>
                </a:lnTo>
                <a:lnTo>
                  <a:pt x="1842406" y="231286"/>
                </a:lnTo>
                <a:lnTo>
                  <a:pt x="1842671" y="231054"/>
                </a:lnTo>
                <a:lnTo>
                  <a:pt x="1842931" y="230812"/>
                </a:lnTo>
                <a:lnTo>
                  <a:pt x="1843189" y="230562"/>
                </a:lnTo>
                <a:lnTo>
                  <a:pt x="1843436" y="230308"/>
                </a:lnTo>
                <a:lnTo>
                  <a:pt x="1843672" y="230050"/>
                </a:lnTo>
                <a:lnTo>
                  <a:pt x="1843897" y="229788"/>
                </a:lnTo>
                <a:lnTo>
                  <a:pt x="1844110" y="229522"/>
                </a:lnTo>
                <a:lnTo>
                  <a:pt x="1844313" y="229251"/>
                </a:lnTo>
                <a:lnTo>
                  <a:pt x="1844505" y="228977"/>
                </a:lnTo>
                <a:lnTo>
                  <a:pt x="1844686" y="228698"/>
                </a:lnTo>
                <a:lnTo>
                  <a:pt x="1844857" y="228415"/>
                </a:lnTo>
                <a:lnTo>
                  <a:pt x="1845016" y="228128"/>
                </a:lnTo>
                <a:lnTo>
                  <a:pt x="1845164" y="227837"/>
                </a:lnTo>
                <a:lnTo>
                  <a:pt x="1845301" y="227541"/>
                </a:lnTo>
                <a:lnTo>
                  <a:pt x="1845427" y="227241"/>
                </a:lnTo>
                <a:lnTo>
                  <a:pt x="1845542" y="226938"/>
                </a:lnTo>
                <a:lnTo>
                  <a:pt x="1845647" y="226630"/>
                </a:lnTo>
                <a:lnTo>
                  <a:pt x="1845740" y="226317"/>
                </a:lnTo>
                <a:lnTo>
                  <a:pt x="1845822" y="226001"/>
                </a:lnTo>
                <a:lnTo>
                  <a:pt x="1845893" y="225681"/>
                </a:lnTo>
                <a:lnTo>
                  <a:pt x="1845954" y="225356"/>
                </a:lnTo>
                <a:lnTo>
                  <a:pt x="1846003" y="225027"/>
                </a:lnTo>
                <a:lnTo>
                  <a:pt x="1846042" y="224694"/>
                </a:lnTo>
                <a:lnTo>
                  <a:pt x="1846069" y="224357"/>
                </a:lnTo>
                <a:lnTo>
                  <a:pt x="1846085" y="224016"/>
                </a:lnTo>
                <a:lnTo>
                  <a:pt x="1846091" y="223670"/>
                </a:lnTo>
                <a:lnTo>
                  <a:pt x="1846085" y="223325"/>
                </a:lnTo>
                <a:lnTo>
                  <a:pt x="1846069" y="222983"/>
                </a:lnTo>
                <a:lnTo>
                  <a:pt x="1846042" y="222646"/>
                </a:lnTo>
                <a:lnTo>
                  <a:pt x="1846003" y="222313"/>
                </a:lnTo>
                <a:lnTo>
                  <a:pt x="1845954" y="221984"/>
                </a:lnTo>
                <a:lnTo>
                  <a:pt x="1845893" y="221660"/>
                </a:lnTo>
                <a:lnTo>
                  <a:pt x="1845822" y="221339"/>
                </a:lnTo>
                <a:lnTo>
                  <a:pt x="1845740" y="221023"/>
                </a:lnTo>
                <a:lnTo>
                  <a:pt x="1845647" y="220711"/>
                </a:lnTo>
                <a:lnTo>
                  <a:pt x="1845542" y="220403"/>
                </a:lnTo>
                <a:lnTo>
                  <a:pt x="1845427" y="220099"/>
                </a:lnTo>
                <a:lnTo>
                  <a:pt x="1845301" y="219799"/>
                </a:lnTo>
                <a:lnTo>
                  <a:pt x="1845164" y="219504"/>
                </a:lnTo>
                <a:lnTo>
                  <a:pt x="1845016" y="219213"/>
                </a:lnTo>
                <a:lnTo>
                  <a:pt x="1844857" y="218925"/>
                </a:lnTo>
                <a:lnTo>
                  <a:pt x="1844686" y="218642"/>
                </a:lnTo>
                <a:lnTo>
                  <a:pt x="1844505" y="218364"/>
                </a:lnTo>
                <a:lnTo>
                  <a:pt x="1844313" y="218089"/>
                </a:lnTo>
                <a:lnTo>
                  <a:pt x="1844110" y="217819"/>
                </a:lnTo>
                <a:lnTo>
                  <a:pt x="1843897" y="217552"/>
                </a:lnTo>
                <a:lnTo>
                  <a:pt x="1843672" y="217290"/>
                </a:lnTo>
                <a:lnTo>
                  <a:pt x="1843436" y="217032"/>
                </a:lnTo>
                <a:lnTo>
                  <a:pt x="1843189" y="216778"/>
                </a:lnTo>
                <a:lnTo>
                  <a:pt x="1842931" y="216529"/>
                </a:lnTo>
                <a:lnTo>
                  <a:pt x="1842671" y="216286"/>
                </a:lnTo>
                <a:lnTo>
                  <a:pt x="1842406" y="216054"/>
                </a:lnTo>
                <a:lnTo>
                  <a:pt x="1842137" y="215833"/>
                </a:lnTo>
                <a:lnTo>
                  <a:pt x="1841864" y="215621"/>
                </a:lnTo>
                <a:lnTo>
                  <a:pt x="1841586" y="215420"/>
                </a:lnTo>
                <a:lnTo>
                  <a:pt x="1841304" y="215229"/>
                </a:lnTo>
                <a:lnTo>
                  <a:pt x="1841017" y="215049"/>
                </a:lnTo>
                <a:lnTo>
                  <a:pt x="1840726" y="214879"/>
                </a:lnTo>
                <a:lnTo>
                  <a:pt x="1840431" y="214719"/>
                </a:lnTo>
                <a:lnTo>
                  <a:pt x="1840131" y="214569"/>
                </a:lnTo>
                <a:lnTo>
                  <a:pt x="1839827" y="214430"/>
                </a:lnTo>
                <a:lnTo>
                  <a:pt x="1839518" y="214301"/>
                </a:lnTo>
                <a:lnTo>
                  <a:pt x="1839206" y="214182"/>
                </a:lnTo>
                <a:lnTo>
                  <a:pt x="1838888" y="214074"/>
                </a:lnTo>
                <a:lnTo>
                  <a:pt x="1838567" y="213976"/>
                </a:lnTo>
                <a:lnTo>
                  <a:pt x="1838240" y="213889"/>
                </a:lnTo>
                <a:lnTo>
                  <a:pt x="1837910" y="213811"/>
                </a:lnTo>
                <a:lnTo>
                  <a:pt x="1837575" y="213744"/>
                </a:lnTo>
                <a:lnTo>
                  <a:pt x="1837236" y="213687"/>
                </a:lnTo>
                <a:lnTo>
                  <a:pt x="1836892" y="213641"/>
                </a:lnTo>
                <a:lnTo>
                  <a:pt x="1836544" y="213605"/>
                </a:lnTo>
                <a:lnTo>
                  <a:pt x="1836192" y="213579"/>
                </a:lnTo>
                <a:lnTo>
                  <a:pt x="1835835" y="213564"/>
                </a:lnTo>
                <a:lnTo>
                  <a:pt x="1835474" y="213558"/>
                </a:lnTo>
                <a:lnTo>
                  <a:pt x="1835112" y="213564"/>
                </a:lnTo>
                <a:lnTo>
                  <a:pt x="1834755" y="213579"/>
                </a:lnTo>
                <a:lnTo>
                  <a:pt x="1834402" y="213605"/>
                </a:lnTo>
                <a:lnTo>
                  <a:pt x="1834054" y="213641"/>
                </a:lnTo>
                <a:lnTo>
                  <a:pt x="1833709" y="213687"/>
                </a:lnTo>
                <a:lnTo>
                  <a:pt x="1833368" y="213744"/>
                </a:lnTo>
                <a:lnTo>
                  <a:pt x="1833032" y="213811"/>
                </a:lnTo>
                <a:lnTo>
                  <a:pt x="1832700" y="213889"/>
                </a:lnTo>
                <a:lnTo>
                  <a:pt x="1832372" y="213976"/>
                </a:lnTo>
                <a:lnTo>
                  <a:pt x="1832048" y="214074"/>
                </a:lnTo>
                <a:lnTo>
                  <a:pt x="1831729" y="214182"/>
                </a:lnTo>
                <a:lnTo>
                  <a:pt x="1831413" y="214301"/>
                </a:lnTo>
                <a:lnTo>
                  <a:pt x="1831102" y="214430"/>
                </a:lnTo>
                <a:lnTo>
                  <a:pt x="1830795" y="214569"/>
                </a:lnTo>
                <a:lnTo>
                  <a:pt x="1830492" y="214719"/>
                </a:lnTo>
                <a:lnTo>
                  <a:pt x="1830193" y="214879"/>
                </a:lnTo>
                <a:lnTo>
                  <a:pt x="1829899" y="215049"/>
                </a:lnTo>
                <a:lnTo>
                  <a:pt x="1829608" y="215229"/>
                </a:lnTo>
                <a:lnTo>
                  <a:pt x="1829322" y="215420"/>
                </a:lnTo>
                <a:lnTo>
                  <a:pt x="1829040" y="215621"/>
                </a:lnTo>
                <a:lnTo>
                  <a:pt x="1828762" y="215833"/>
                </a:lnTo>
                <a:lnTo>
                  <a:pt x="1828488" y="216054"/>
                </a:lnTo>
                <a:lnTo>
                  <a:pt x="1828219" y="216286"/>
                </a:lnTo>
                <a:lnTo>
                  <a:pt x="1827953" y="216529"/>
                </a:lnTo>
                <a:lnTo>
                  <a:pt x="1827701" y="216778"/>
                </a:lnTo>
                <a:lnTo>
                  <a:pt x="1827459" y="217032"/>
                </a:lnTo>
                <a:lnTo>
                  <a:pt x="1827227" y="217290"/>
                </a:lnTo>
                <a:lnTo>
                  <a:pt x="1827007" y="217552"/>
                </a:lnTo>
                <a:lnTo>
                  <a:pt x="1826797" y="217819"/>
                </a:lnTo>
                <a:lnTo>
                  <a:pt x="1826598" y="218089"/>
                </a:lnTo>
                <a:lnTo>
                  <a:pt x="1826410" y="218364"/>
                </a:lnTo>
                <a:lnTo>
                  <a:pt x="1826233" y="218642"/>
                </a:lnTo>
                <a:lnTo>
                  <a:pt x="1826066" y="218925"/>
                </a:lnTo>
                <a:lnTo>
                  <a:pt x="1825910" y="219213"/>
                </a:lnTo>
                <a:lnTo>
                  <a:pt x="1825765" y="219504"/>
                </a:lnTo>
                <a:lnTo>
                  <a:pt x="1825631" y="219799"/>
                </a:lnTo>
                <a:lnTo>
                  <a:pt x="1825507" y="220099"/>
                </a:lnTo>
                <a:lnTo>
                  <a:pt x="1825394" y="220403"/>
                </a:lnTo>
                <a:lnTo>
                  <a:pt x="1825292" y="220711"/>
                </a:lnTo>
                <a:lnTo>
                  <a:pt x="1825201" y="221023"/>
                </a:lnTo>
                <a:lnTo>
                  <a:pt x="1825120" y="221339"/>
                </a:lnTo>
                <a:lnTo>
                  <a:pt x="1825050" y="221660"/>
                </a:lnTo>
                <a:lnTo>
                  <a:pt x="1824991" y="221984"/>
                </a:lnTo>
                <a:lnTo>
                  <a:pt x="1824942" y="222313"/>
                </a:lnTo>
                <a:lnTo>
                  <a:pt x="1824905" y="222646"/>
                </a:lnTo>
                <a:lnTo>
                  <a:pt x="1824878" y="222983"/>
                </a:lnTo>
                <a:lnTo>
                  <a:pt x="1824862" y="223325"/>
                </a:lnTo>
                <a:lnTo>
                  <a:pt x="1824856" y="223670"/>
                </a:lnTo>
                <a:lnTo>
                  <a:pt x="1824862" y="224016"/>
                </a:lnTo>
                <a:lnTo>
                  <a:pt x="1824878" y="224357"/>
                </a:lnTo>
                <a:lnTo>
                  <a:pt x="1824905" y="224694"/>
                </a:lnTo>
                <a:lnTo>
                  <a:pt x="1824942" y="225027"/>
                </a:lnTo>
                <a:lnTo>
                  <a:pt x="1824991" y="225356"/>
                </a:lnTo>
                <a:lnTo>
                  <a:pt x="1825050" y="225681"/>
                </a:lnTo>
                <a:lnTo>
                  <a:pt x="1825120" y="226001"/>
                </a:lnTo>
                <a:lnTo>
                  <a:pt x="1825201" y="226317"/>
                </a:lnTo>
                <a:lnTo>
                  <a:pt x="1825292" y="226630"/>
                </a:lnTo>
                <a:lnTo>
                  <a:pt x="1825394" y="226938"/>
                </a:lnTo>
                <a:lnTo>
                  <a:pt x="1825507" y="227241"/>
                </a:lnTo>
                <a:lnTo>
                  <a:pt x="1825631" y="227541"/>
                </a:lnTo>
                <a:lnTo>
                  <a:pt x="1825765" y="227837"/>
                </a:lnTo>
                <a:lnTo>
                  <a:pt x="1825910" y="228128"/>
                </a:lnTo>
                <a:lnTo>
                  <a:pt x="1826066" y="228415"/>
                </a:lnTo>
                <a:lnTo>
                  <a:pt x="1826233" y="228698"/>
                </a:lnTo>
                <a:lnTo>
                  <a:pt x="1826410" y="228977"/>
                </a:lnTo>
                <a:lnTo>
                  <a:pt x="1826598" y="229251"/>
                </a:lnTo>
                <a:lnTo>
                  <a:pt x="1826797" y="229522"/>
                </a:lnTo>
                <a:lnTo>
                  <a:pt x="1827007" y="229788"/>
                </a:lnTo>
                <a:lnTo>
                  <a:pt x="1827227" y="230050"/>
                </a:lnTo>
                <a:lnTo>
                  <a:pt x="1827459" y="230308"/>
                </a:lnTo>
                <a:lnTo>
                  <a:pt x="1827701" y="230562"/>
                </a:lnTo>
                <a:lnTo>
                  <a:pt x="1827953" y="230812"/>
                </a:lnTo>
                <a:lnTo>
                  <a:pt x="1828219" y="231054"/>
                </a:lnTo>
                <a:lnTo>
                  <a:pt x="1828488" y="231286"/>
                </a:lnTo>
                <a:lnTo>
                  <a:pt x="1828762" y="231508"/>
                </a:lnTo>
                <a:lnTo>
                  <a:pt x="1829040" y="231719"/>
                </a:lnTo>
                <a:lnTo>
                  <a:pt x="1829322" y="231920"/>
                </a:lnTo>
                <a:lnTo>
                  <a:pt x="1829608" y="232111"/>
                </a:lnTo>
                <a:lnTo>
                  <a:pt x="1829899" y="232292"/>
                </a:lnTo>
                <a:lnTo>
                  <a:pt x="1830193" y="232462"/>
                </a:lnTo>
                <a:lnTo>
                  <a:pt x="1830492" y="232622"/>
                </a:lnTo>
                <a:lnTo>
                  <a:pt x="1830795" y="232771"/>
                </a:lnTo>
                <a:lnTo>
                  <a:pt x="1831102" y="232910"/>
                </a:lnTo>
                <a:lnTo>
                  <a:pt x="1831413" y="233039"/>
                </a:lnTo>
                <a:lnTo>
                  <a:pt x="1831729" y="233158"/>
                </a:lnTo>
                <a:lnTo>
                  <a:pt x="1832048" y="233266"/>
                </a:lnTo>
                <a:lnTo>
                  <a:pt x="1832372" y="233364"/>
                </a:lnTo>
                <a:lnTo>
                  <a:pt x="1832700" y="233452"/>
                </a:lnTo>
                <a:lnTo>
                  <a:pt x="1833032" y="233529"/>
                </a:lnTo>
                <a:lnTo>
                  <a:pt x="1833368" y="233596"/>
                </a:lnTo>
                <a:lnTo>
                  <a:pt x="1833709" y="233653"/>
                </a:lnTo>
                <a:lnTo>
                  <a:pt x="1834054" y="233699"/>
                </a:lnTo>
                <a:lnTo>
                  <a:pt x="1834402" y="233735"/>
                </a:lnTo>
                <a:lnTo>
                  <a:pt x="1834755" y="233761"/>
                </a:lnTo>
                <a:lnTo>
                  <a:pt x="1835112" y="233777"/>
                </a:lnTo>
                <a:lnTo>
                  <a:pt x="1835474" y="233782"/>
                </a:lnTo>
                <a:lnTo>
                  <a:pt x="1835835" y="233777"/>
                </a:lnTo>
                <a:lnTo>
                  <a:pt x="1836192" y="233761"/>
                </a:lnTo>
                <a:lnTo>
                  <a:pt x="1836544" y="233735"/>
                </a:lnTo>
                <a:lnTo>
                  <a:pt x="1836892" y="233699"/>
                </a:lnTo>
                <a:lnTo>
                  <a:pt x="1837236" y="233653"/>
                </a:lnTo>
                <a:lnTo>
                  <a:pt x="1837575" y="233596"/>
                </a:lnTo>
                <a:lnTo>
                  <a:pt x="1837910" y="233529"/>
                </a:lnTo>
                <a:close/>
                <a:moveTo>
                  <a:pt x="1984652" y="284561"/>
                </a:moveTo>
                <a:lnTo>
                  <a:pt x="1984727" y="283913"/>
                </a:lnTo>
                <a:lnTo>
                  <a:pt x="1984812" y="283273"/>
                </a:lnTo>
                <a:lnTo>
                  <a:pt x="1984909" y="282642"/>
                </a:lnTo>
                <a:lnTo>
                  <a:pt x="1985018" y="282019"/>
                </a:lnTo>
                <a:lnTo>
                  <a:pt x="1985137" y="281406"/>
                </a:lnTo>
                <a:lnTo>
                  <a:pt x="1985269" y="280801"/>
                </a:lnTo>
                <a:lnTo>
                  <a:pt x="1985411" y="280205"/>
                </a:lnTo>
                <a:lnTo>
                  <a:pt x="1985565" y="279618"/>
                </a:lnTo>
                <a:lnTo>
                  <a:pt x="1985731" y="279039"/>
                </a:lnTo>
                <a:lnTo>
                  <a:pt x="1985908" y="278470"/>
                </a:lnTo>
                <a:lnTo>
                  <a:pt x="1986096" y="277909"/>
                </a:lnTo>
                <a:lnTo>
                  <a:pt x="1986296" y="277357"/>
                </a:lnTo>
                <a:lnTo>
                  <a:pt x="1986507" y="276813"/>
                </a:lnTo>
                <a:lnTo>
                  <a:pt x="1986729" y="276279"/>
                </a:lnTo>
                <a:lnTo>
                  <a:pt x="1986963" y="275753"/>
                </a:lnTo>
                <a:lnTo>
                  <a:pt x="1987209" y="275236"/>
                </a:lnTo>
                <a:lnTo>
                  <a:pt x="1987465" y="274728"/>
                </a:lnTo>
                <a:lnTo>
                  <a:pt x="1987733" y="274229"/>
                </a:lnTo>
                <a:lnTo>
                  <a:pt x="1988017" y="273738"/>
                </a:lnTo>
                <a:lnTo>
                  <a:pt x="1988308" y="273258"/>
                </a:lnTo>
                <a:lnTo>
                  <a:pt x="1988608" y="272788"/>
                </a:lnTo>
                <a:lnTo>
                  <a:pt x="1988917" y="272327"/>
                </a:lnTo>
                <a:lnTo>
                  <a:pt x="1989233" y="271877"/>
                </a:lnTo>
                <a:lnTo>
                  <a:pt x="1989558" y="271436"/>
                </a:lnTo>
                <a:lnTo>
                  <a:pt x="1989892" y="271005"/>
                </a:lnTo>
                <a:lnTo>
                  <a:pt x="1990233" y="270584"/>
                </a:lnTo>
                <a:lnTo>
                  <a:pt x="1990583" y="270173"/>
                </a:lnTo>
                <a:lnTo>
                  <a:pt x="1990942" y="269772"/>
                </a:lnTo>
                <a:lnTo>
                  <a:pt x="1991308" y="269380"/>
                </a:lnTo>
                <a:lnTo>
                  <a:pt x="1991683" y="268999"/>
                </a:lnTo>
                <a:lnTo>
                  <a:pt x="1992067" y="268627"/>
                </a:lnTo>
                <a:lnTo>
                  <a:pt x="1992458" y="268266"/>
                </a:lnTo>
                <a:lnTo>
                  <a:pt x="1992858" y="267914"/>
                </a:lnTo>
                <a:lnTo>
                  <a:pt x="1993267" y="267572"/>
                </a:lnTo>
                <a:lnTo>
                  <a:pt x="1993683" y="267240"/>
                </a:lnTo>
                <a:lnTo>
                  <a:pt x="1994108" y="266917"/>
                </a:lnTo>
                <a:lnTo>
                  <a:pt x="1994542" y="266605"/>
                </a:lnTo>
                <a:lnTo>
                  <a:pt x="1994984" y="266302"/>
                </a:lnTo>
                <a:lnTo>
                  <a:pt x="1995434" y="266010"/>
                </a:lnTo>
                <a:lnTo>
                  <a:pt x="1995892" y="265727"/>
                </a:lnTo>
                <a:lnTo>
                  <a:pt x="1996359" y="265454"/>
                </a:lnTo>
                <a:lnTo>
                  <a:pt x="1996834" y="265191"/>
                </a:lnTo>
                <a:lnTo>
                  <a:pt x="1997321" y="264939"/>
                </a:lnTo>
                <a:lnTo>
                  <a:pt x="1997813" y="264697"/>
                </a:lnTo>
                <a:lnTo>
                  <a:pt x="1998311" y="264465"/>
                </a:lnTo>
                <a:lnTo>
                  <a:pt x="1998814" y="264245"/>
                </a:lnTo>
                <a:lnTo>
                  <a:pt x="1999322" y="264035"/>
                </a:lnTo>
                <a:lnTo>
                  <a:pt x="1999836" y="263836"/>
                </a:lnTo>
                <a:lnTo>
                  <a:pt x="2000355" y="263648"/>
                </a:lnTo>
                <a:lnTo>
                  <a:pt x="2000879" y="263471"/>
                </a:lnTo>
                <a:lnTo>
                  <a:pt x="2001408" y="263304"/>
                </a:lnTo>
                <a:lnTo>
                  <a:pt x="2001942" y="263148"/>
                </a:lnTo>
                <a:lnTo>
                  <a:pt x="2002482" y="263003"/>
                </a:lnTo>
                <a:lnTo>
                  <a:pt x="2003027" y="262869"/>
                </a:lnTo>
                <a:lnTo>
                  <a:pt x="2003578" y="262745"/>
                </a:lnTo>
                <a:lnTo>
                  <a:pt x="2004133" y="262632"/>
                </a:lnTo>
                <a:lnTo>
                  <a:pt x="2004694" y="262530"/>
                </a:lnTo>
                <a:lnTo>
                  <a:pt x="2005260" y="262439"/>
                </a:lnTo>
                <a:lnTo>
                  <a:pt x="2005832" y="262358"/>
                </a:lnTo>
                <a:lnTo>
                  <a:pt x="2006408" y="262288"/>
                </a:lnTo>
                <a:lnTo>
                  <a:pt x="2006990" y="262229"/>
                </a:lnTo>
                <a:lnTo>
                  <a:pt x="2007578" y="262181"/>
                </a:lnTo>
                <a:lnTo>
                  <a:pt x="2008170" y="262143"/>
                </a:lnTo>
                <a:lnTo>
                  <a:pt x="2008768" y="262116"/>
                </a:lnTo>
                <a:lnTo>
                  <a:pt x="2009371" y="262100"/>
                </a:lnTo>
                <a:lnTo>
                  <a:pt x="2009979" y="262095"/>
                </a:lnTo>
                <a:lnTo>
                  <a:pt x="2010851" y="262106"/>
                </a:lnTo>
                <a:lnTo>
                  <a:pt x="2011706" y="262139"/>
                </a:lnTo>
                <a:lnTo>
                  <a:pt x="2012546" y="262194"/>
                </a:lnTo>
                <a:lnTo>
                  <a:pt x="2013369" y="262272"/>
                </a:lnTo>
                <a:lnTo>
                  <a:pt x="2014176" y="262372"/>
                </a:lnTo>
                <a:lnTo>
                  <a:pt x="2014968" y="262493"/>
                </a:lnTo>
                <a:lnTo>
                  <a:pt x="2015743" y="262638"/>
                </a:lnTo>
                <a:lnTo>
                  <a:pt x="2016503" y="262804"/>
                </a:lnTo>
                <a:lnTo>
                  <a:pt x="2017246" y="262992"/>
                </a:lnTo>
                <a:lnTo>
                  <a:pt x="2017973" y="263203"/>
                </a:lnTo>
                <a:lnTo>
                  <a:pt x="2018684" y="263435"/>
                </a:lnTo>
                <a:lnTo>
                  <a:pt x="2019380" y="263690"/>
                </a:lnTo>
                <a:lnTo>
                  <a:pt x="2020059" y="263967"/>
                </a:lnTo>
                <a:lnTo>
                  <a:pt x="2020722" y="264266"/>
                </a:lnTo>
                <a:lnTo>
                  <a:pt x="2021369" y="264588"/>
                </a:lnTo>
                <a:lnTo>
                  <a:pt x="2022001" y="264931"/>
                </a:lnTo>
                <a:lnTo>
                  <a:pt x="2022616" y="265297"/>
                </a:lnTo>
                <a:lnTo>
                  <a:pt x="2023215" y="265685"/>
                </a:lnTo>
                <a:lnTo>
                  <a:pt x="2023798" y="266095"/>
                </a:lnTo>
                <a:lnTo>
                  <a:pt x="2024365" y="266527"/>
                </a:lnTo>
                <a:lnTo>
                  <a:pt x="2024917" y="266981"/>
                </a:lnTo>
                <a:lnTo>
                  <a:pt x="2025452" y="267458"/>
                </a:lnTo>
                <a:lnTo>
                  <a:pt x="2025971" y="267957"/>
                </a:lnTo>
                <a:lnTo>
                  <a:pt x="2026474" y="268478"/>
                </a:lnTo>
                <a:lnTo>
                  <a:pt x="2026964" y="269013"/>
                </a:lnTo>
                <a:lnTo>
                  <a:pt x="2027433" y="269567"/>
                </a:lnTo>
                <a:lnTo>
                  <a:pt x="2027881" y="270139"/>
                </a:lnTo>
                <a:lnTo>
                  <a:pt x="2028308" y="270730"/>
                </a:lnTo>
                <a:lnTo>
                  <a:pt x="2028715" y="271338"/>
                </a:lnTo>
                <a:lnTo>
                  <a:pt x="2029100" y="271965"/>
                </a:lnTo>
                <a:lnTo>
                  <a:pt x="2029465" y="272610"/>
                </a:lnTo>
                <a:lnTo>
                  <a:pt x="2029809" y="273274"/>
                </a:lnTo>
                <a:lnTo>
                  <a:pt x="2030132" y="273955"/>
                </a:lnTo>
                <a:lnTo>
                  <a:pt x="2030435" y="274655"/>
                </a:lnTo>
                <a:lnTo>
                  <a:pt x="2030716" y="275373"/>
                </a:lnTo>
                <a:lnTo>
                  <a:pt x="2030977" y="276109"/>
                </a:lnTo>
                <a:lnTo>
                  <a:pt x="2031216" y="276863"/>
                </a:lnTo>
                <a:lnTo>
                  <a:pt x="2031435" y="277636"/>
                </a:lnTo>
                <a:lnTo>
                  <a:pt x="2031633" y="278426"/>
                </a:lnTo>
                <a:lnTo>
                  <a:pt x="2031810" y="279235"/>
                </a:lnTo>
                <a:lnTo>
                  <a:pt x="2031967" y="280062"/>
                </a:lnTo>
                <a:lnTo>
                  <a:pt x="2032102" y="280908"/>
                </a:lnTo>
                <a:lnTo>
                  <a:pt x="2032217" y="281771"/>
                </a:lnTo>
                <a:lnTo>
                  <a:pt x="2032311" y="282653"/>
                </a:lnTo>
                <a:lnTo>
                  <a:pt x="2032384" y="283553"/>
                </a:lnTo>
                <a:lnTo>
                  <a:pt x="2032436" y="284471"/>
                </a:lnTo>
                <a:lnTo>
                  <a:pt x="2032467" y="285408"/>
                </a:lnTo>
                <a:lnTo>
                  <a:pt x="2032478" y="286363"/>
                </a:lnTo>
                <a:lnTo>
                  <a:pt x="2032478" y="347033"/>
                </a:lnTo>
                <a:lnTo>
                  <a:pt x="2047392" y="347033"/>
                </a:lnTo>
                <a:lnTo>
                  <a:pt x="2047392" y="285351"/>
                </a:lnTo>
                <a:lnTo>
                  <a:pt x="2047385" y="284316"/>
                </a:lnTo>
                <a:lnTo>
                  <a:pt x="2047363" y="283297"/>
                </a:lnTo>
                <a:lnTo>
                  <a:pt x="2047327" y="282292"/>
                </a:lnTo>
                <a:lnTo>
                  <a:pt x="2047276" y="281303"/>
                </a:lnTo>
                <a:lnTo>
                  <a:pt x="2047211" y="280330"/>
                </a:lnTo>
                <a:lnTo>
                  <a:pt x="2047132" y="279371"/>
                </a:lnTo>
                <a:lnTo>
                  <a:pt x="2047037" y="278428"/>
                </a:lnTo>
                <a:lnTo>
                  <a:pt x="2046929" y="277501"/>
                </a:lnTo>
                <a:lnTo>
                  <a:pt x="2046806" y="276589"/>
                </a:lnTo>
                <a:lnTo>
                  <a:pt x="2046668" y="275692"/>
                </a:lnTo>
                <a:lnTo>
                  <a:pt x="2046516" y="274810"/>
                </a:lnTo>
                <a:lnTo>
                  <a:pt x="2046349" y="273944"/>
                </a:lnTo>
                <a:lnTo>
                  <a:pt x="2046168" y="273093"/>
                </a:lnTo>
                <a:lnTo>
                  <a:pt x="2045973" y="272258"/>
                </a:lnTo>
                <a:lnTo>
                  <a:pt x="2045763" y="271438"/>
                </a:lnTo>
                <a:lnTo>
                  <a:pt x="2045538" y="270633"/>
                </a:lnTo>
                <a:lnTo>
                  <a:pt x="2045299" y="269844"/>
                </a:lnTo>
                <a:lnTo>
                  <a:pt x="2045046" y="269070"/>
                </a:lnTo>
                <a:lnTo>
                  <a:pt x="2044778" y="268311"/>
                </a:lnTo>
                <a:lnTo>
                  <a:pt x="2044496" y="267568"/>
                </a:lnTo>
                <a:lnTo>
                  <a:pt x="2044199" y="266840"/>
                </a:lnTo>
                <a:lnTo>
                  <a:pt x="2043887" y="266128"/>
                </a:lnTo>
                <a:lnTo>
                  <a:pt x="2043561" y="265431"/>
                </a:lnTo>
                <a:lnTo>
                  <a:pt x="2043221" y="264749"/>
                </a:lnTo>
                <a:lnTo>
                  <a:pt x="2042873" y="264077"/>
                </a:lnTo>
                <a:lnTo>
                  <a:pt x="2042513" y="263419"/>
                </a:lnTo>
                <a:lnTo>
                  <a:pt x="2042142" y="262777"/>
                </a:lnTo>
                <a:lnTo>
                  <a:pt x="2041759" y="262149"/>
                </a:lnTo>
                <a:lnTo>
                  <a:pt x="2041364" y="261536"/>
                </a:lnTo>
                <a:lnTo>
                  <a:pt x="2040958" y="260937"/>
                </a:lnTo>
                <a:lnTo>
                  <a:pt x="2040540" y="260353"/>
                </a:lnTo>
                <a:lnTo>
                  <a:pt x="2040110" y="259784"/>
                </a:lnTo>
                <a:lnTo>
                  <a:pt x="2039669" y="259230"/>
                </a:lnTo>
                <a:lnTo>
                  <a:pt x="2039217" y="258690"/>
                </a:lnTo>
                <a:lnTo>
                  <a:pt x="2038752" y="258165"/>
                </a:lnTo>
                <a:lnTo>
                  <a:pt x="2038276" y="257655"/>
                </a:lnTo>
                <a:lnTo>
                  <a:pt x="2037788" y="257159"/>
                </a:lnTo>
                <a:lnTo>
                  <a:pt x="2037289" y="256678"/>
                </a:lnTo>
                <a:lnTo>
                  <a:pt x="2036778" y="256212"/>
                </a:lnTo>
                <a:lnTo>
                  <a:pt x="2036255" y="255761"/>
                </a:lnTo>
                <a:lnTo>
                  <a:pt x="2035721" y="255324"/>
                </a:lnTo>
                <a:lnTo>
                  <a:pt x="2035175" y="254902"/>
                </a:lnTo>
                <a:lnTo>
                  <a:pt x="2034618" y="254494"/>
                </a:lnTo>
                <a:lnTo>
                  <a:pt x="2034049" y="254102"/>
                </a:lnTo>
                <a:lnTo>
                  <a:pt x="2033468" y="253724"/>
                </a:lnTo>
                <a:lnTo>
                  <a:pt x="2032876" y="253360"/>
                </a:lnTo>
                <a:lnTo>
                  <a:pt x="2032272" y="253012"/>
                </a:lnTo>
                <a:lnTo>
                  <a:pt x="2031656" y="252678"/>
                </a:lnTo>
                <a:lnTo>
                  <a:pt x="2031030" y="252353"/>
                </a:lnTo>
                <a:lnTo>
                  <a:pt x="2030396" y="252042"/>
                </a:lnTo>
                <a:lnTo>
                  <a:pt x="2029753" y="251745"/>
                </a:lnTo>
                <a:lnTo>
                  <a:pt x="2029102" y="251461"/>
                </a:lnTo>
                <a:lnTo>
                  <a:pt x="2028442" y="251192"/>
                </a:lnTo>
                <a:lnTo>
                  <a:pt x="2027773" y="250936"/>
                </a:lnTo>
                <a:lnTo>
                  <a:pt x="2027096" y="250694"/>
                </a:lnTo>
                <a:lnTo>
                  <a:pt x="2026411" y="250466"/>
                </a:lnTo>
                <a:lnTo>
                  <a:pt x="2025716" y="250252"/>
                </a:lnTo>
                <a:lnTo>
                  <a:pt x="2025014" y="250051"/>
                </a:lnTo>
                <a:lnTo>
                  <a:pt x="2024302" y="249865"/>
                </a:lnTo>
                <a:lnTo>
                  <a:pt x="2023582" y="249692"/>
                </a:lnTo>
                <a:lnTo>
                  <a:pt x="2022854" y="249533"/>
                </a:lnTo>
                <a:lnTo>
                  <a:pt x="2022117" y="249388"/>
                </a:lnTo>
                <a:lnTo>
                  <a:pt x="2021371" y="249256"/>
                </a:lnTo>
                <a:lnTo>
                  <a:pt x="2020617" y="249139"/>
                </a:lnTo>
                <a:lnTo>
                  <a:pt x="2019855" y="249035"/>
                </a:lnTo>
                <a:lnTo>
                  <a:pt x="2019083" y="248945"/>
                </a:lnTo>
                <a:lnTo>
                  <a:pt x="2018304" y="248869"/>
                </a:lnTo>
                <a:lnTo>
                  <a:pt x="2017515" y="248807"/>
                </a:lnTo>
                <a:lnTo>
                  <a:pt x="2016718" y="248759"/>
                </a:lnTo>
                <a:lnTo>
                  <a:pt x="2015913" y="248724"/>
                </a:lnTo>
                <a:lnTo>
                  <a:pt x="2015099" y="248703"/>
                </a:lnTo>
                <a:lnTo>
                  <a:pt x="2014276" y="248697"/>
                </a:lnTo>
                <a:lnTo>
                  <a:pt x="2013331" y="248704"/>
                </a:lnTo>
                <a:lnTo>
                  <a:pt x="2012402" y="248728"/>
                </a:lnTo>
                <a:lnTo>
                  <a:pt x="2011488" y="248767"/>
                </a:lnTo>
                <a:lnTo>
                  <a:pt x="2010590" y="248821"/>
                </a:lnTo>
                <a:lnTo>
                  <a:pt x="2009708" y="248891"/>
                </a:lnTo>
                <a:lnTo>
                  <a:pt x="2008841" y="248977"/>
                </a:lnTo>
                <a:lnTo>
                  <a:pt x="2007991" y="249078"/>
                </a:lnTo>
                <a:lnTo>
                  <a:pt x="2007156" y="249195"/>
                </a:lnTo>
                <a:lnTo>
                  <a:pt x="2006337" y="249328"/>
                </a:lnTo>
                <a:lnTo>
                  <a:pt x="2005534" y="249476"/>
                </a:lnTo>
                <a:lnTo>
                  <a:pt x="2004747" y="249639"/>
                </a:lnTo>
                <a:lnTo>
                  <a:pt x="2003975" y="249818"/>
                </a:lnTo>
                <a:lnTo>
                  <a:pt x="2003219" y="250013"/>
                </a:lnTo>
                <a:lnTo>
                  <a:pt x="2002480" y="250223"/>
                </a:lnTo>
                <a:lnTo>
                  <a:pt x="2001755" y="250449"/>
                </a:lnTo>
                <a:lnTo>
                  <a:pt x="2001047" y="250691"/>
                </a:lnTo>
                <a:lnTo>
                  <a:pt x="2000354" y="250948"/>
                </a:lnTo>
                <a:lnTo>
                  <a:pt x="1999678" y="251221"/>
                </a:lnTo>
                <a:lnTo>
                  <a:pt x="1999017" y="251509"/>
                </a:lnTo>
                <a:lnTo>
                  <a:pt x="1998372" y="251813"/>
                </a:lnTo>
                <a:lnTo>
                  <a:pt x="1997742" y="252132"/>
                </a:lnTo>
                <a:lnTo>
                  <a:pt x="1997129" y="252467"/>
                </a:lnTo>
                <a:lnTo>
                  <a:pt x="1996531" y="252817"/>
                </a:lnTo>
                <a:lnTo>
                  <a:pt x="1995949" y="253184"/>
                </a:lnTo>
                <a:lnTo>
                  <a:pt x="1995386" y="253558"/>
                </a:lnTo>
                <a:lnTo>
                  <a:pt x="1994835" y="253942"/>
                </a:lnTo>
                <a:lnTo>
                  <a:pt x="1994296" y="254338"/>
                </a:lnTo>
                <a:lnTo>
                  <a:pt x="1993769" y="254744"/>
                </a:lnTo>
                <a:lnTo>
                  <a:pt x="1993253" y="255161"/>
                </a:lnTo>
                <a:lnTo>
                  <a:pt x="1992750" y="255589"/>
                </a:lnTo>
                <a:lnTo>
                  <a:pt x="1992258" y="256028"/>
                </a:lnTo>
                <a:lnTo>
                  <a:pt x="1991778" y="256477"/>
                </a:lnTo>
                <a:lnTo>
                  <a:pt x="1991310" y="256937"/>
                </a:lnTo>
                <a:lnTo>
                  <a:pt x="1990854" y="257408"/>
                </a:lnTo>
                <a:lnTo>
                  <a:pt x="1990409" y="257889"/>
                </a:lnTo>
                <a:lnTo>
                  <a:pt x="1989977" y="258382"/>
                </a:lnTo>
                <a:lnTo>
                  <a:pt x="1989556" y="258885"/>
                </a:lnTo>
                <a:lnTo>
                  <a:pt x="1989147" y="259399"/>
                </a:lnTo>
                <a:lnTo>
                  <a:pt x="1988750" y="259923"/>
                </a:lnTo>
                <a:lnTo>
                  <a:pt x="1988365" y="260458"/>
                </a:lnTo>
                <a:lnTo>
                  <a:pt x="1987992" y="261004"/>
                </a:lnTo>
                <a:lnTo>
                  <a:pt x="1987631" y="261561"/>
                </a:lnTo>
                <a:lnTo>
                  <a:pt x="1987281" y="262129"/>
                </a:lnTo>
                <a:lnTo>
                  <a:pt x="1986943" y="262707"/>
                </a:lnTo>
                <a:lnTo>
                  <a:pt x="1986618" y="263296"/>
                </a:lnTo>
                <a:lnTo>
                  <a:pt x="1986304" y="263896"/>
                </a:lnTo>
                <a:lnTo>
                  <a:pt x="1986001" y="264507"/>
                </a:lnTo>
                <a:lnTo>
                  <a:pt x="1985711" y="265128"/>
                </a:lnTo>
                <a:lnTo>
                  <a:pt x="1984447" y="265128"/>
                </a:lnTo>
                <a:lnTo>
                  <a:pt x="1984447" y="217603"/>
                </a:lnTo>
                <a:lnTo>
                  <a:pt x="1969532" y="217603"/>
                </a:lnTo>
                <a:lnTo>
                  <a:pt x="1969532" y="347033"/>
                </a:lnTo>
                <a:lnTo>
                  <a:pt x="1984447" y="347033"/>
                </a:lnTo>
                <a:lnTo>
                  <a:pt x="1984447" y="288638"/>
                </a:lnTo>
                <a:lnTo>
                  <a:pt x="1984453" y="287936"/>
                </a:lnTo>
                <a:lnTo>
                  <a:pt x="1984470" y="287244"/>
                </a:lnTo>
                <a:lnTo>
                  <a:pt x="1984498" y="286560"/>
                </a:lnTo>
                <a:lnTo>
                  <a:pt x="1984538" y="285885"/>
                </a:lnTo>
                <a:lnTo>
                  <a:pt x="1984590" y="285219"/>
                </a:lnTo>
                <a:lnTo>
                  <a:pt x="1984652" y="284561"/>
                </a:lnTo>
                <a:close/>
                <a:moveTo>
                  <a:pt x="1737939" y="283913"/>
                </a:moveTo>
                <a:lnTo>
                  <a:pt x="1738024" y="283273"/>
                </a:lnTo>
                <a:lnTo>
                  <a:pt x="1738121" y="282642"/>
                </a:lnTo>
                <a:lnTo>
                  <a:pt x="1738230" y="282019"/>
                </a:lnTo>
                <a:lnTo>
                  <a:pt x="1738349" y="281406"/>
                </a:lnTo>
                <a:lnTo>
                  <a:pt x="1738481" y="280801"/>
                </a:lnTo>
                <a:lnTo>
                  <a:pt x="1738623" y="280205"/>
                </a:lnTo>
                <a:lnTo>
                  <a:pt x="1738777" y="279618"/>
                </a:lnTo>
                <a:lnTo>
                  <a:pt x="1738943" y="279039"/>
                </a:lnTo>
                <a:lnTo>
                  <a:pt x="1739120" y="278470"/>
                </a:lnTo>
                <a:lnTo>
                  <a:pt x="1739308" y="277909"/>
                </a:lnTo>
                <a:lnTo>
                  <a:pt x="1739508" y="277357"/>
                </a:lnTo>
                <a:lnTo>
                  <a:pt x="1739719" y="276813"/>
                </a:lnTo>
                <a:lnTo>
                  <a:pt x="1739941" y="276279"/>
                </a:lnTo>
                <a:lnTo>
                  <a:pt x="1740175" y="275753"/>
                </a:lnTo>
                <a:lnTo>
                  <a:pt x="1740421" y="275236"/>
                </a:lnTo>
                <a:lnTo>
                  <a:pt x="1740677" y="274728"/>
                </a:lnTo>
                <a:lnTo>
                  <a:pt x="1740945" y="274229"/>
                </a:lnTo>
                <a:lnTo>
                  <a:pt x="1741229" y="273738"/>
                </a:lnTo>
                <a:lnTo>
                  <a:pt x="1741520" y="273258"/>
                </a:lnTo>
                <a:lnTo>
                  <a:pt x="1741820" y="272788"/>
                </a:lnTo>
                <a:lnTo>
                  <a:pt x="1742129" y="272327"/>
                </a:lnTo>
                <a:lnTo>
                  <a:pt x="1742445" y="271877"/>
                </a:lnTo>
                <a:lnTo>
                  <a:pt x="1742770" y="271436"/>
                </a:lnTo>
                <a:lnTo>
                  <a:pt x="1743104" y="271005"/>
                </a:lnTo>
                <a:lnTo>
                  <a:pt x="1743445" y="270584"/>
                </a:lnTo>
                <a:lnTo>
                  <a:pt x="1743795" y="270173"/>
                </a:lnTo>
                <a:lnTo>
                  <a:pt x="1744154" y="269772"/>
                </a:lnTo>
                <a:lnTo>
                  <a:pt x="1744520" y="269380"/>
                </a:lnTo>
                <a:lnTo>
                  <a:pt x="1744895" y="268999"/>
                </a:lnTo>
                <a:lnTo>
                  <a:pt x="1745279" y="268627"/>
                </a:lnTo>
                <a:lnTo>
                  <a:pt x="1745670" y="268266"/>
                </a:lnTo>
                <a:lnTo>
                  <a:pt x="1746070" y="267914"/>
                </a:lnTo>
                <a:lnTo>
                  <a:pt x="1746479" y="267572"/>
                </a:lnTo>
                <a:lnTo>
                  <a:pt x="1746896" y="267240"/>
                </a:lnTo>
                <a:lnTo>
                  <a:pt x="1747321" y="266917"/>
                </a:lnTo>
                <a:lnTo>
                  <a:pt x="1747754" y="266605"/>
                </a:lnTo>
                <a:lnTo>
                  <a:pt x="1748196" y="266302"/>
                </a:lnTo>
                <a:lnTo>
                  <a:pt x="1748646" y="266010"/>
                </a:lnTo>
                <a:lnTo>
                  <a:pt x="1749104" y="265727"/>
                </a:lnTo>
                <a:lnTo>
                  <a:pt x="1749571" y="265454"/>
                </a:lnTo>
                <a:lnTo>
                  <a:pt x="1750046" y="265191"/>
                </a:lnTo>
                <a:lnTo>
                  <a:pt x="1750533" y="264939"/>
                </a:lnTo>
                <a:lnTo>
                  <a:pt x="1751026" y="264697"/>
                </a:lnTo>
                <a:lnTo>
                  <a:pt x="1751523" y="264465"/>
                </a:lnTo>
                <a:lnTo>
                  <a:pt x="1752026" y="264245"/>
                </a:lnTo>
                <a:lnTo>
                  <a:pt x="1752534" y="264035"/>
                </a:lnTo>
                <a:lnTo>
                  <a:pt x="1753048" y="263836"/>
                </a:lnTo>
                <a:lnTo>
                  <a:pt x="1753567" y="263648"/>
                </a:lnTo>
                <a:lnTo>
                  <a:pt x="1754091" y="263471"/>
                </a:lnTo>
                <a:lnTo>
                  <a:pt x="1754620" y="263304"/>
                </a:lnTo>
                <a:lnTo>
                  <a:pt x="1755154" y="263148"/>
                </a:lnTo>
                <a:lnTo>
                  <a:pt x="1755694" y="263003"/>
                </a:lnTo>
                <a:lnTo>
                  <a:pt x="1756239" y="262869"/>
                </a:lnTo>
                <a:lnTo>
                  <a:pt x="1756790" y="262745"/>
                </a:lnTo>
                <a:lnTo>
                  <a:pt x="1757345" y="262632"/>
                </a:lnTo>
                <a:lnTo>
                  <a:pt x="1757906" y="262530"/>
                </a:lnTo>
                <a:lnTo>
                  <a:pt x="1758472" y="262439"/>
                </a:lnTo>
                <a:lnTo>
                  <a:pt x="1759044" y="262358"/>
                </a:lnTo>
                <a:lnTo>
                  <a:pt x="1759620" y="262288"/>
                </a:lnTo>
                <a:lnTo>
                  <a:pt x="1760202" y="262229"/>
                </a:lnTo>
                <a:lnTo>
                  <a:pt x="1760790" y="262181"/>
                </a:lnTo>
                <a:lnTo>
                  <a:pt x="1761382" y="262143"/>
                </a:lnTo>
                <a:lnTo>
                  <a:pt x="1761980" y="262116"/>
                </a:lnTo>
                <a:lnTo>
                  <a:pt x="1762583" y="262100"/>
                </a:lnTo>
                <a:lnTo>
                  <a:pt x="1763191" y="262095"/>
                </a:lnTo>
                <a:lnTo>
                  <a:pt x="1764063" y="262106"/>
                </a:lnTo>
                <a:lnTo>
                  <a:pt x="1764918" y="262139"/>
                </a:lnTo>
                <a:lnTo>
                  <a:pt x="1765758" y="262194"/>
                </a:lnTo>
                <a:lnTo>
                  <a:pt x="1766581" y="262272"/>
                </a:lnTo>
                <a:lnTo>
                  <a:pt x="1767388" y="262372"/>
                </a:lnTo>
                <a:lnTo>
                  <a:pt x="1768180" y="262493"/>
                </a:lnTo>
                <a:lnTo>
                  <a:pt x="1768955" y="262638"/>
                </a:lnTo>
                <a:lnTo>
                  <a:pt x="1769715" y="262804"/>
                </a:lnTo>
                <a:lnTo>
                  <a:pt x="1770458" y="262992"/>
                </a:lnTo>
                <a:lnTo>
                  <a:pt x="1771185" y="263203"/>
                </a:lnTo>
                <a:lnTo>
                  <a:pt x="1771897" y="263435"/>
                </a:lnTo>
                <a:lnTo>
                  <a:pt x="1772592" y="263690"/>
                </a:lnTo>
                <a:lnTo>
                  <a:pt x="1773271" y="263967"/>
                </a:lnTo>
                <a:lnTo>
                  <a:pt x="1773934" y="264266"/>
                </a:lnTo>
                <a:lnTo>
                  <a:pt x="1774582" y="264588"/>
                </a:lnTo>
                <a:lnTo>
                  <a:pt x="1775213" y="264931"/>
                </a:lnTo>
                <a:lnTo>
                  <a:pt x="1775828" y="265297"/>
                </a:lnTo>
                <a:lnTo>
                  <a:pt x="1776427" y="265685"/>
                </a:lnTo>
                <a:lnTo>
                  <a:pt x="1777010" y="266095"/>
                </a:lnTo>
                <a:lnTo>
                  <a:pt x="1777577" y="266527"/>
                </a:lnTo>
                <a:lnTo>
                  <a:pt x="1778129" y="266981"/>
                </a:lnTo>
                <a:lnTo>
                  <a:pt x="1778664" y="267458"/>
                </a:lnTo>
                <a:lnTo>
                  <a:pt x="1779183" y="267957"/>
                </a:lnTo>
                <a:lnTo>
                  <a:pt x="1779686" y="268478"/>
                </a:lnTo>
                <a:lnTo>
                  <a:pt x="1780176" y="269013"/>
                </a:lnTo>
                <a:lnTo>
                  <a:pt x="1780645" y="269567"/>
                </a:lnTo>
                <a:lnTo>
                  <a:pt x="1781093" y="270139"/>
                </a:lnTo>
                <a:lnTo>
                  <a:pt x="1781520" y="270730"/>
                </a:lnTo>
                <a:lnTo>
                  <a:pt x="1781927" y="271338"/>
                </a:lnTo>
                <a:lnTo>
                  <a:pt x="1782313" y="271965"/>
                </a:lnTo>
                <a:lnTo>
                  <a:pt x="1782677" y="272610"/>
                </a:lnTo>
                <a:lnTo>
                  <a:pt x="1783021" y="273274"/>
                </a:lnTo>
                <a:lnTo>
                  <a:pt x="1783344" y="273955"/>
                </a:lnTo>
                <a:lnTo>
                  <a:pt x="1783647" y="274655"/>
                </a:lnTo>
                <a:lnTo>
                  <a:pt x="1783928" y="275373"/>
                </a:lnTo>
                <a:lnTo>
                  <a:pt x="1784189" y="276109"/>
                </a:lnTo>
                <a:lnTo>
                  <a:pt x="1784428" y="276863"/>
                </a:lnTo>
                <a:lnTo>
                  <a:pt x="1784647" y="277636"/>
                </a:lnTo>
                <a:lnTo>
                  <a:pt x="1784845" y="278426"/>
                </a:lnTo>
                <a:lnTo>
                  <a:pt x="1785023" y="279235"/>
                </a:lnTo>
                <a:lnTo>
                  <a:pt x="1785179" y="280062"/>
                </a:lnTo>
                <a:lnTo>
                  <a:pt x="1785314" y="280908"/>
                </a:lnTo>
                <a:lnTo>
                  <a:pt x="1785429" y="281771"/>
                </a:lnTo>
                <a:lnTo>
                  <a:pt x="1785523" y="282653"/>
                </a:lnTo>
                <a:lnTo>
                  <a:pt x="1785596" y="283553"/>
                </a:lnTo>
                <a:lnTo>
                  <a:pt x="1785648" y="284471"/>
                </a:lnTo>
                <a:lnTo>
                  <a:pt x="1785679" y="285408"/>
                </a:lnTo>
                <a:lnTo>
                  <a:pt x="1785690" y="286363"/>
                </a:lnTo>
                <a:lnTo>
                  <a:pt x="1785690" y="347033"/>
                </a:lnTo>
                <a:lnTo>
                  <a:pt x="1800604" y="347033"/>
                </a:lnTo>
                <a:lnTo>
                  <a:pt x="1800604" y="285351"/>
                </a:lnTo>
                <a:lnTo>
                  <a:pt x="1800597" y="284316"/>
                </a:lnTo>
                <a:lnTo>
                  <a:pt x="1800575" y="283297"/>
                </a:lnTo>
                <a:lnTo>
                  <a:pt x="1800539" y="282292"/>
                </a:lnTo>
                <a:lnTo>
                  <a:pt x="1800488" y="281303"/>
                </a:lnTo>
                <a:lnTo>
                  <a:pt x="1800423" y="280330"/>
                </a:lnTo>
                <a:lnTo>
                  <a:pt x="1800344" y="279371"/>
                </a:lnTo>
                <a:lnTo>
                  <a:pt x="1800249" y="278428"/>
                </a:lnTo>
                <a:lnTo>
                  <a:pt x="1800141" y="277501"/>
                </a:lnTo>
                <a:lnTo>
                  <a:pt x="1800018" y="276589"/>
                </a:lnTo>
                <a:lnTo>
                  <a:pt x="1799880" y="275692"/>
                </a:lnTo>
                <a:lnTo>
                  <a:pt x="1799728" y="274810"/>
                </a:lnTo>
                <a:lnTo>
                  <a:pt x="1799562" y="273944"/>
                </a:lnTo>
                <a:lnTo>
                  <a:pt x="1799380" y="273093"/>
                </a:lnTo>
                <a:lnTo>
                  <a:pt x="1799185" y="272258"/>
                </a:lnTo>
                <a:lnTo>
                  <a:pt x="1798975" y="271438"/>
                </a:lnTo>
                <a:lnTo>
                  <a:pt x="1798750" y="270633"/>
                </a:lnTo>
                <a:lnTo>
                  <a:pt x="1798512" y="269844"/>
                </a:lnTo>
                <a:lnTo>
                  <a:pt x="1798258" y="269070"/>
                </a:lnTo>
                <a:lnTo>
                  <a:pt x="1797990" y="268311"/>
                </a:lnTo>
                <a:lnTo>
                  <a:pt x="1797708" y="267568"/>
                </a:lnTo>
                <a:lnTo>
                  <a:pt x="1797411" y="266840"/>
                </a:lnTo>
                <a:lnTo>
                  <a:pt x="1797099" y="266128"/>
                </a:lnTo>
                <a:lnTo>
                  <a:pt x="1796774" y="265431"/>
                </a:lnTo>
                <a:lnTo>
                  <a:pt x="1796433" y="264749"/>
                </a:lnTo>
                <a:lnTo>
                  <a:pt x="1796085" y="264077"/>
                </a:lnTo>
                <a:lnTo>
                  <a:pt x="1795725" y="263419"/>
                </a:lnTo>
                <a:lnTo>
                  <a:pt x="1795354" y="262777"/>
                </a:lnTo>
                <a:lnTo>
                  <a:pt x="1794971" y="262149"/>
                </a:lnTo>
                <a:lnTo>
                  <a:pt x="1794576" y="261536"/>
                </a:lnTo>
                <a:lnTo>
                  <a:pt x="1794170" y="260937"/>
                </a:lnTo>
                <a:lnTo>
                  <a:pt x="1793752" y="260353"/>
                </a:lnTo>
                <a:lnTo>
                  <a:pt x="1793323" y="259784"/>
                </a:lnTo>
                <a:lnTo>
                  <a:pt x="1792881" y="259230"/>
                </a:lnTo>
                <a:lnTo>
                  <a:pt x="1792429" y="258690"/>
                </a:lnTo>
                <a:lnTo>
                  <a:pt x="1791964" y="258165"/>
                </a:lnTo>
                <a:lnTo>
                  <a:pt x="1791488" y="257655"/>
                </a:lnTo>
                <a:lnTo>
                  <a:pt x="1791000" y="257159"/>
                </a:lnTo>
                <a:lnTo>
                  <a:pt x="1790501" y="256678"/>
                </a:lnTo>
                <a:lnTo>
                  <a:pt x="1789990" y="256212"/>
                </a:lnTo>
                <a:lnTo>
                  <a:pt x="1789467" y="255761"/>
                </a:lnTo>
                <a:lnTo>
                  <a:pt x="1788933" y="255324"/>
                </a:lnTo>
                <a:lnTo>
                  <a:pt x="1788387" y="254902"/>
                </a:lnTo>
                <a:lnTo>
                  <a:pt x="1787830" y="254494"/>
                </a:lnTo>
                <a:lnTo>
                  <a:pt x="1787261" y="254102"/>
                </a:lnTo>
                <a:lnTo>
                  <a:pt x="1786680" y="253724"/>
                </a:lnTo>
                <a:lnTo>
                  <a:pt x="1786088" y="253360"/>
                </a:lnTo>
                <a:lnTo>
                  <a:pt x="1785484" y="253012"/>
                </a:lnTo>
                <a:lnTo>
                  <a:pt x="1784868" y="252678"/>
                </a:lnTo>
                <a:lnTo>
                  <a:pt x="1784242" y="252353"/>
                </a:lnTo>
                <a:lnTo>
                  <a:pt x="1783608" y="252042"/>
                </a:lnTo>
                <a:lnTo>
                  <a:pt x="1782965" y="251745"/>
                </a:lnTo>
                <a:lnTo>
                  <a:pt x="1782314" y="251461"/>
                </a:lnTo>
                <a:lnTo>
                  <a:pt x="1781654" y="251192"/>
                </a:lnTo>
                <a:lnTo>
                  <a:pt x="1780985" y="250936"/>
                </a:lnTo>
                <a:lnTo>
                  <a:pt x="1780308" y="250694"/>
                </a:lnTo>
                <a:lnTo>
                  <a:pt x="1779623" y="250466"/>
                </a:lnTo>
                <a:lnTo>
                  <a:pt x="1778928" y="250252"/>
                </a:lnTo>
                <a:lnTo>
                  <a:pt x="1778226" y="250051"/>
                </a:lnTo>
                <a:lnTo>
                  <a:pt x="1777514" y="249865"/>
                </a:lnTo>
                <a:lnTo>
                  <a:pt x="1776794" y="249692"/>
                </a:lnTo>
                <a:lnTo>
                  <a:pt x="1776066" y="249533"/>
                </a:lnTo>
                <a:lnTo>
                  <a:pt x="1775329" y="249388"/>
                </a:lnTo>
                <a:lnTo>
                  <a:pt x="1774583" y="249256"/>
                </a:lnTo>
                <a:lnTo>
                  <a:pt x="1773829" y="249139"/>
                </a:lnTo>
                <a:lnTo>
                  <a:pt x="1773067" y="249035"/>
                </a:lnTo>
                <a:lnTo>
                  <a:pt x="1772296" y="248945"/>
                </a:lnTo>
                <a:lnTo>
                  <a:pt x="1771516" y="248869"/>
                </a:lnTo>
                <a:lnTo>
                  <a:pt x="1770727" y="248807"/>
                </a:lnTo>
                <a:lnTo>
                  <a:pt x="1769931" y="248759"/>
                </a:lnTo>
                <a:lnTo>
                  <a:pt x="1769125" y="248724"/>
                </a:lnTo>
                <a:lnTo>
                  <a:pt x="1768311" y="248703"/>
                </a:lnTo>
                <a:lnTo>
                  <a:pt x="1767489" y="248697"/>
                </a:lnTo>
                <a:lnTo>
                  <a:pt x="1766543" y="248704"/>
                </a:lnTo>
                <a:lnTo>
                  <a:pt x="1765614" y="248728"/>
                </a:lnTo>
                <a:lnTo>
                  <a:pt x="1764700" y="248767"/>
                </a:lnTo>
                <a:lnTo>
                  <a:pt x="1763802" y="248821"/>
                </a:lnTo>
                <a:lnTo>
                  <a:pt x="1762920" y="248891"/>
                </a:lnTo>
                <a:lnTo>
                  <a:pt x="1762054" y="248977"/>
                </a:lnTo>
                <a:lnTo>
                  <a:pt x="1761203" y="249078"/>
                </a:lnTo>
                <a:lnTo>
                  <a:pt x="1760368" y="249195"/>
                </a:lnTo>
                <a:lnTo>
                  <a:pt x="1759549" y="249328"/>
                </a:lnTo>
                <a:lnTo>
                  <a:pt x="1758746" y="249476"/>
                </a:lnTo>
                <a:lnTo>
                  <a:pt x="1757959" y="249639"/>
                </a:lnTo>
                <a:lnTo>
                  <a:pt x="1757187" y="249818"/>
                </a:lnTo>
                <a:lnTo>
                  <a:pt x="1756432" y="250013"/>
                </a:lnTo>
                <a:lnTo>
                  <a:pt x="1755692" y="250223"/>
                </a:lnTo>
                <a:lnTo>
                  <a:pt x="1754967" y="250449"/>
                </a:lnTo>
                <a:lnTo>
                  <a:pt x="1754259" y="250691"/>
                </a:lnTo>
                <a:lnTo>
                  <a:pt x="1753567" y="250948"/>
                </a:lnTo>
                <a:lnTo>
                  <a:pt x="1752890" y="251221"/>
                </a:lnTo>
                <a:lnTo>
                  <a:pt x="1752229" y="251509"/>
                </a:lnTo>
                <a:lnTo>
                  <a:pt x="1751584" y="251813"/>
                </a:lnTo>
                <a:lnTo>
                  <a:pt x="1750954" y="252132"/>
                </a:lnTo>
                <a:lnTo>
                  <a:pt x="1750341" y="252467"/>
                </a:lnTo>
                <a:lnTo>
                  <a:pt x="1749743" y="252817"/>
                </a:lnTo>
                <a:lnTo>
                  <a:pt x="1749161" y="253184"/>
                </a:lnTo>
                <a:lnTo>
                  <a:pt x="1748598" y="253558"/>
                </a:lnTo>
                <a:lnTo>
                  <a:pt x="1748047" y="253942"/>
                </a:lnTo>
                <a:lnTo>
                  <a:pt x="1747508" y="254338"/>
                </a:lnTo>
                <a:lnTo>
                  <a:pt x="1746981" y="254744"/>
                </a:lnTo>
                <a:lnTo>
                  <a:pt x="1746465" y="255161"/>
                </a:lnTo>
                <a:lnTo>
                  <a:pt x="1745962" y="255589"/>
                </a:lnTo>
                <a:lnTo>
                  <a:pt x="1745470" y="256028"/>
                </a:lnTo>
                <a:lnTo>
                  <a:pt x="1744990" y="256477"/>
                </a:lnTo>
                <a:lnTo>
                  <a:pt x="1744522" y="256937"/>
                </a:lnTo>
                <a:lnTo>
                  <a:pt x="1744066" y="257408"/>
                </a:lnTo>
                <a:lnTo>
                  <a:pt x="1743621" y="257889"/>
                </a:lnTo>
                <a:lnTo>
                  <a:pt x="1743189" y="258382"/>
                </a:lnTo>
                <a:lnTo>
                  <a:pt x="1742768" y="258885"/>
                </a:lnTo>
                <a:lnTo>
                  <a:pt x="1742359" y="259399"/>
                </a:lnTo>
                <a:lnTo>
                  <a:pt x="1741963" y="259923"/>
                </a:lnTo>
                <a:lnTo>
                  <a:pt x="1741577" y="260458"/>
                </a:lnTo>
                <a:lnTo>
                  <a:pt x="1741204" y="261004"/>
                </a:lnTo>
                <a:lnTo>
                  <a:pt x="1740843" y="261561"/>
                </a:lnTo>
                <a:lnTo>
                  <a:pt x="1740493" y="262129"/>
                </a:lnTo>
                <a:lnTo>
                  <a:pt x="1740156" y="262707"/>
                </a:lnTo>
                <a:lnTo>
                  <a:pt x="1739830" y="263296"/>
                </a:lnTo>
                <a:lnTo>
                  <a:pt x="1739516" y="263896"/>
                </a:lnTo>
                <a:lnTo>
                  <a:pt x="1739213" y="264507"/>
                </a:lnTo>
                <a:lnTo>
                  <a:pt x="1738923" y="265128"/>
                </a:lnTo>
                <a:lnTo>
                  <a:pt x="1737659" y="265128"/>
                </a:lnTo>
                <a:lnTo>
                  <a:pt x="1737659" y="217603"/>
                </a:lnTo>
                <a:lnTo>
                  <a:pt x="1722744" y="217603"/>
                </a:lnTo>
                <a:lnTo>
                  <a:pt x="1722744" y="347033"/>
                </a:lnTo>
                <a:lnTo>
                  <a:pt x="1737659" y="347033"/>
                </a:lnTo>
                <a:lnTo>
                  <a:pt x="1737659" y="288638"/>
                </a:lnTo>
                <a:lnTo>
                  <a:pt x="1737665" y="287936"/>
                </a:lnTo>
                <a:lnTo>
                  <a:pt x="1737682" y="287244"/>
                </a:lnTo>
                <a:lnTo>
                  <a:pt x="1737710" y="286560"/>
                </a:lnTo>
                <a:lnTo>
                  <a:pt x="1737750" y="285885"/>
                </a:lnTo>
                <a:lnTo>
                  <a:pt x="1737802" y="285219"/>
                </a:lnTo>
                <a:lnTo>
                  <a:pt x="1737864" y="284561"/>
                </a:lnTo>
                <a:lnTo>
                  <a:pt x="1737939" y="283913"/>
                </a:lnTo>
                <a:close/>
                <a:moveTo>
                  <a:pt x="1687354" y="249961"/>
                </a:moveTo>
                <a:lnTo>
                  <a:pt x="1666372" y="324028"/>
                </a:lnTo>
                <a:lnTo>
                  <a:pt x="1665361" y="324028"/>
                </a:lnTo>
                <a:lnTo>
                  <a:pt x="1644884" y="249961"/>
                </a:lnTo>
                <a:lnTo>
                  <a:pt x="1628959" y="249961"/>
                </a:lnTo>
                <a:lnTo>
                  <a:pt x="1608230" y="324281"/>
                </a:lnTo>
                <a:lnTo>
                  <a:pt x="1607218" y="324281"/>
                </a:lnTo>
                <a:lnTo>
                  <a:pt x="1586237" y="249961"/>
                </a:lnTo>
                <a:lnTo>
                  <a:pt x="1570564" y="249961"/>
                </a:lnTo>
                <a:lnTo>
                  <a:pt x="1600140" y="347033"/>
                </a:lnTo>
                <a:lnTo>
                  <a:pt x="1614802" y="347033"/>
                </a:lnTo>
                <a:lnTo>
                  <a:pt x="1636037" y="272459"/>
                </a:lnTo>
                <a:lnTo>
                  <a:pt x="1637554" y="272459"/>
                </a:lnTo>
                <a:lnTo>
                  <a:pt x="1658788" y="347033"/>
                </a:lnTo>
                <a:lnTo>
                  <a:pt x="1673450" y="347033"/>
                </a:lnTo>
                <a:lnTo>
                  <a:pt x="1703027" y="249961"/>
                </a:lnTo>
                <a:lnTo>
                  <a:pt x="1687354" y="249961"/>
                </a:lnTo>
                <a:close/>
                <a:moveTo>
                  <a:pt x="1842805" y="249961"/>
                </a:moveTo>
                <a:lnTo>
                  <a:pt x="1827890" y="249961"/>
                </a:lnTo>
                <a:lnTo>
                  <a:pt x="1827890" y="347033"/>
                </a:lnTo>
                <a:lnTo>
                  <a:pt x="1842805" y="347033"/>
                </a:lnTo>
                <a:lnTo>
                  <a:pt x="1842805" y="249961"/>
                </a:lnTo>
                <a:close/>
                <a:moveTo>
                  <a:pt x="1915599" y="348716"/>
                </a:moveTo>
                <a:lnTo>
                  <a:pt x="1916425" y="348613"/>
                </a:lnTo>
                <a:lnTo>
                  <a:pt x="1917242" y="348495"/>
                </a:lnTo>
                <a:lnTo>
                  <a:pt x="1918050" y="348364"/>
                </a:lnTo>
                <a:lnTo>
                  <a:pt x="1918848" y="348219"/>
                </a:lnTo>
                <a:lnTo>
                  <a:pt x="1919638" y="348060"/>
                </a:lnTo>
                <a:lnTo>
                  <a:pt x="1920418" y="347887"/>
                </a:lnTo>
                <a:lnTo>
                  <a:pt x="1921189" y="347700"/>
                </a:lnTo>
                <a:lnTo>
                  <a:pt x="1921950" y="347500"/>
                </a:lnTo>
                <a:lnTo>
                  <a:pt x="1922703" y="347285"/>
                </a:lnTo>
                <a:lnTo>
                  <a:pt x="1923446" y="347057"/>
                </a:lnTo>
                <a:lnTo>
                  <a:pt x="1924180" y="346815"/>
                </a:lnTo>
                <a:lnTo>
                  <a:pt x="1924905" y="346560"/>
                </a:lnTo>
                <a:lnTo>
                  <a:pt x="1925620" y="346290"/>
                </a:lnTo>
                <a:lnTo>
                  <a:pt x="1926327" y="346007"/>
                </a:lnTo>
                <a:lnTo>
                  <a:pt x="1927024" y="345709"/>
                </a:lnTo>
                <a:lnTo>
                  <a:pt x="1927712" y="345398"/>
                </a:lnTo>
                <a:lnTo>
                  <a:pt x="1928391" y="345073"/>
                </a:lnTo>
                <a:lnTo>
                  <a:pt x="1929064" y="344732"/>
                </a:lnTo>
                <a:lnTo>
                  <a:pt x="1929727" y="344380"/>
                </a:lnTo>
                <a:lnTo>
                  <a:pt x="1930378" y="344019"/>
                </a:lnTo>
                <a:lnTo>
                  <a:pt x="1931019" y="343648"/>
                </a:lnTo>
                <a:lnTo>
                  <a:pt x="1931648" y="343267"/>
                </a:lnTo>
                <a:lnTo>
                  <a:pt x="1932265" y="342877"/>
                </a:lnTo>
                <a:lnTo>
                  <a:pt x="1932872" y="342477"/>
                </a:lnTo>
                <a:lnTo>
                  <a:pt x="1933467" y="342068"/>
                </a:lnTo>
                <a:lnTo>
                  <a:pt x="1934052" y="341649"/>
                </a:lnTo>
                <a:lnTo>
                  <a:pt x="1934625" y="341220"/>
                </a:lnTo>
                <a:lnTo>
                  <a:pt x="1935187" y="340782"/>
                </a:lnTo>
                <a:lnTo>
                  <a:pt x="1935737" y="340334"/>
                </a:lnTo>
                <a:lnTo>
                  <a:pt x="1936277" y="339876"/>
                </a:lnTo>
                <a:lnTo>
                  <a:pt x="1936805" y="339408"/>
                </a:lnTo>
                <a:lnTo>
                  <a:pt x="1937322" y="338931"/>
                </a:lnTo>
                <a:lnTo>
                  <a:pt x="1937828" y="338445"/>
                </a:lnTo>
                <a:lnTo>
                  <a:pt x="1938323" y="337948"/>
                </a:lnTo>
                <a:lnTo>
                  <a:pt x="1938806" y="337442"/>
                </a:lnTo>
                <a:lnTo>
                  <a:pt x="1939279" y="336927"/>
                </a:lnTo>
                <a:lnTo>
                  <a:pt x="1939740" y="336401"/>
                </a:lnTo>
                <a:lnTo>
                  <a:pt x="1940190" y="335866"/>
                </a:lnTo>
                <a:lnTo>
                  <a:pt x="1940628" y="335322"/>
                </a:lnTo>
                <a:lnTo>
                  <a:pt x="1941056" y="334767"/>
                </a:lnTo>
                <a:lnTo>
                  <a:pt x="1941472" y="334203"/>
                </a:lnTo>
                <a:lnTo>
                  <a:pt x="1941882" y="333626"/>
                </a:lnTo>
                <a:lnTo>
                  <a:pt x="1942279" y="333043"/>
                </a:lnTo>
                <a:lnTo>
                  <a:pt x="1942662" y="332455"/>
                </a:lnTo>
                <a:lnTo>
                  <a:pt x="1943033" y="331860"/>
                </a:lnTo>
                <a:lnTo>
                  <a:pt x="1943391" y="331259"/>
                </a:lnTo>
                <a:lnTo>
                  <a:pt x="1943736" y="330652"/>
                </a:lnTo>
                <a:lnTo>
                  <a:pt x="1944068" y="330040"/>
                </a:lnTo>
                <a:lnTo>
                  <a:pt x="1944387" y="329421"/>
                </a:lnTo>
                <a:lnTo>
                  <a:pt x="1944693" y="328797"/>
                </a:lnTo>
                <a:lnTo>
                  <a:pt x="1944986" y="328167"/>
                </a:lnTo>
                <a:lnTo>
                  <a:pt x="1945266" y="327530"/>
                </a:lnTo>
                <a:lnTo>
                  <a:pt x="1945533" y="326888"/>
                </a:lnTo>
                <a:lnTo>
                  <a:pt x="1945787" y="326240"/>
                </a:lnTo>
                <a:lnTo>
                  <a:pt x="1946028" y="325586"/>
                </a:lnTo>
                <a:lnTo>
                  <a:pt x="1946257" y="324926"/>
                </a:lnTo>
                <a:lnTo>
                  <a:pt x="1946472" y="324260"/>
                </a:lnTo>
                <a:lnTo>
                  <a:pt x="1946675" y="323588"/>
                </a:lnTo>
                <a:lnTo>
                  <a:pt x="1946864" y="322911"/>
                </a:lnTo>
                <a:lnTo>
                  <a:pt x="1947041" y="322227"/>
                </a:lnTo>
                <a:lnTo>
                  <a:pt x="1947204" y="321537"/>
                </a:lnTo>
                <a:lnTo>
                  <a:pt x="1947355" y="320842"/>
                </a:lnTo>
                <a:lnTo>
                  <a:pt x="1947493" y="320141"/>
                </a:lnTo>
                <a:lnTo>
                  <a:pt x="1947617" y="319433"/>
                </a:lnTo>
                <a:lnTo>
                  <a:pt x="1947729" y="318720"/>
                </a:lnTo>
                <a:lnTo>
                  <a:pt x="1932814" y="318720"/>
                </a:lnTo>
                <a:lnTo>
                  <a:pt x="1932695" y="319160"/>
                </a:lnTo>
                <a:lnTo>
                  <a:pt x="1932569" y="319594"/>
                </a:lnTo>
                <a:lnTo>
                  <a:pt x="1932437" y="320023"/>
                </a:lnTo>
                <a:lnTo>
                  <a:pt x="1932298" y="320447"/>
                </a:lnTo>
                <a:lnTo>
                  <a:pt x="1932153" y="320866"/>
                </a:lnTo>
                <a:lnTo>
                  <a:pt x="1932001" y="321279"/>
                </a:lnTo>
                <a:lnTo>
                  <a:pt x="1931842" y="321688"/>
                </a:lnTo>
                <a:lnTo>
                  <a:pt x="1931677" y="322090"/>
                </a:lnTo>
                <a:lnTo>
                  <a:pt x="1931505" y="322488"/>
                </a:lnTo>
                <a:lnTo>
                  <a:pt x="1931327" y="322880"/>
                </a:lnTo>
                <a:lnTo>
                  <a:pt x="1931142" y="323267"/>
                </a:lnTo>
                <a:lnTo>
                  <a:pt x="1930950" y="323649"/>
                </a:lnTo>
                <a:lnTo>
                  <a:pt x="1930752" y="324026"/>
                </a:lnTo>
                <a:lnTo>
                  <a:pt x="1930547" y="324397"/>
                </a:lnTo>
                <a:lnTo>
                  <a:pt x="1930336" y="324763"/>
                </a:lnTo>
                <a:lnTo>
                  <a:pt x="1930118" y="325124"/>
                </a:lnTo>
                <a:lnTo>
                  <a:pt x="1929893" y="325479"/>
                </a:lnTo>
                <a:lnTo>
                  <a:pt x="1929662" y="325830"/>
                </a:lnTo>
                <a:lnTo>
                  <a:pt x="1929425" y="326175"/>
                </a:lnTo>
                <a:lnTo>
                  <a:pt x="1929180" y="326514"/>
                </a:lnTo>
                <a:lnTo>
                  <a:pt x="1928930" y="326849"/>
                </a:lnTo>
                <a:lnTo>
                  <a:pt x="1928672" y="327178"/>
                </a:lnTo>
                <a:lnTo>
                  <a:pt x="1928408" y="327502"/>
                </a:lnTo>
                <a:lnTo>
                  <a:pt x="1928138" y="327820"/>
                </a:lnTo>
                <a:lnTo>
                  <a:pt x="1927861" y="328133"/>
                </a:lnTo>
                <a:lnTo>
                  <a:pt x="1927580" y="328440"/>
                </a:lnTo>
                <a:lnTo>
                  <a:pt x="1927293" y="328741"/>
                </a:lnTo>
                <a:lnTo>
                  <a:pt x="1927002" y="329035"/>
                </a:lnTo>
                <a:lnTo>
                  <a:pt x="1926705" y="329324"/>
                </a:lnTo>
                <a:lnTo>
                  <a:pt x="1926404" y="329606"/>
                </a:lnTo>
                <a:lnTo>
                  <a:pt x="1926097" y="329882"/>
                </a:lnTo>
                <a:lnTo>
                  <a:pt x="1925785" y="330152"/>
                </a:lnTo>
                <a:lnTo>
                  <a:pt x="1925469" y="330415"/>
                </a:lnTo>
                <a:lnTo>
                  <a:pt x="1925147" y="330673"/>
                </a:lnTo>
                <a:lnTo>
                  <a:pt x="1924820" y="330925"/>
                </a:lnTo>
                <a:lnTo>
                  <a:pt x="1924488" y="331170"/>
                </a:lnTo>
                <a:lnTo>
                  <a:pt x="1924151" y="331409"/>
                </a:lnTo>
                <a:lnTo>
                  <a:pt x="1923809" y="331642"/>
                </a:lnTo>
                <a:lnTo>
                  <a:pt x="1923462" y="331869"/>
                </a:lnTo>
                <a:lnTo>
                  <a:pt x="1923110" y="332090"/>
                </a:lnTo>
                <a:lnTo>
                  <a:pt x="1922753" y="332304"/>
                </a:lnTo>
                <a:lnTo>
                  <a:pt x="1922391" y="332513"/>
                </a:lnTo>
                <a:lnTo>
                  <a:pt x="1922023" y="332715"/>
                </a:lnTo>
                <a:lnTo>
                  <a:pt x="1921651" y="332911"/>
                </a:lnTo>
                <a:lnTo>
                  <a:pt x="1921274" y="333101"/>
                </a:lnTo>
                <a:lnTo>
                  <a:pt x="1920891" y="333285"/>
                </a:lnTo>
                <a:lnTo>
                  <a:pt x="1920504" y="333463"/>
                </a:lnTo>
                <a:lnTo>
                  <a:pt x="1920112" y="333635"/>
                </a:lnTo>
                <a:lnTo>
                  <a:pt x="1919715" y="333800"/>
                </a:lnTo>
                <a:lnTo>
                  <a:pt x="1919314" y="333958"/>
                </a:lnTo>
                <a:lnTo>
                  <a:pt x="1918910" y="334109"/>
                </a:lnTo>
                <a:lnTo>
                  <a:pt x="1918502" y="334253"/>
                </a:lnTo>
                <a:lnTo>
                  <a:pt x="1918090" y="334389"/>
                </a:lnTo>
                <a:lnTo>
                  <a:pt x="1917674" y="334519"/>
                </a:lnTo>
                <a:lnTo>
                  <a:pt x="1917255" y="334642"/>
                </a:lnTo>
                <a:lnTo>
                  <a:pt x="1916832" y="334758"/>
                </a:lnTo>
                <a:lnTo>
                  <a:pt x="1916406" y="334867"/>
                </a:lnTo>
                <a:lnTo>
                  <a:pt x="1915975" y="334969"/>
                </a:lnTo>
                <a:lnTo>
                  <a:pt x="1915541" y="335064"/>
                </a:lnTo>
                <a:lnTo>
                  <a:pt x="1915103" y="335151"/>
                </a:lnTo>
                <a:lnTo>
                  <a:pt x="1914662" y="335232"/>
                </a:lnTo>
                <a:lnTo>
                  <a:pt x="1914216" y="335306"/>
                </a:lnTo>
                <a:lnTo>
                  <a:pt x="1913767" y="335373"/>
                </a:lnTo>
                <a:lnTo>
                  <a:pt x="1913314" y="335432"/>
                </a:lnTo>
                <a:lnTo>
                  <a:pt x="1912858" y="335485"/>
                </a:lnTo>
                <a:lnTo>
                  <a:pt x="1912398" y="335531"/>
                </a:lnTo>
                <a:lnTo>
                  <a:pt x="1911933" y="335569"/>
                </a:lnTo>
                <a:lnTo>
                  <a:pt x="1911466" y="335601"/>
                </a:lnTo>
                <a:lnTo>
                  <a:pt x="1910994" y="335625"/>
                </a:lnTo>
                <a:lnTo>
                  <a:pt x="1910519" y="335643"/>
                </a:lnTo>
                <a:lnTo>
                  <a:pt x="1910040" y="335653"/>
                </a:lnTo>
                <a:lnTo>
                  <a:pt x="1909558" y="335657"/>
                </a:lnTo>
                <a:lnTo>
                  <a:pt x="1908824" y="335649"/>
                </a:lnTo>
                <a:lnTo>
                  <a:pt x="1908099" y="335625"/>
                </a:lnTo>
                <a:lnTo>
                  <a:pt x="1907381" y="335585"/>
                </a:lnTo>
                <a:lnTo>
                  <a:pt x="1906671" y="335529"/>
                </a:lnTo>
                <a:lnTo>
                  <a:pt x="1905970" y="335457"/>
                </a:lnTo>
                <a:lnTo>
                  <a:pt x="1905276" y="335369"/>
                </a:lnTo>
                <a:lnTo>
                  <a:pt x="1904590" y="335264"/>
                </a:lnTo>
                <a:lnTo>
                  <a:pt x="1903912" y="335144"/>
                </a:lnTo>
                <a:lnTo>
                  <a:pt x="1903242" y="335008"/>
                </a:lnTo>
                <a:lnTo>
                  <a:pt x="1902579" y="334856"/>
                </a:lnTo>
                <a:lnTo>
                  <a:pt x="1901925" y="334688"/>
                </a:lnTo>
                <a:lnTo>
                  <a:pt x="1901279" y="334504"/>
                </a:lnTo>
                <a:lnTo>
                  <a:pt x="1900640" y="334303"/>
                </a:lnTo>
                <a:lnTo>
                  <a:pt x="1900009" y="334087"/>
                </a:lnTo>
                <a:lnTo>
                  <a:pt x="1899387" y="333855"/>
                </a:lnTo>
                <a:lnTo>
                  <a:pt x="1898772" y="333607"/>
                </a:lnTo>
                <a:lnTo>
                  <a:pt x="1898165" y="333342"/>
                </a:lnTo>
                <a:lnTo>
                  <a:pt x="1897566" y="333062"/>
                </a:lnTo>
                <a:lnTo>
                  <a:pt x="1896975" y="332766"/>
                </a:lnTo>
                <a:lnTo>
                  <a:pt x="1896391" y="332453"/>
                </a:lnTo>
                <a:lnTo>
                  <a:pt x="1895816" y="332125"/>
                </a:lnTo>
                <a:lnTo>
                  <a:pt x="1895248" y="331780"/>
                </a:lnTo>
                <a:lnTo>
                  <a:pt x="1894689" y="331420"/>
                </a:lnTo>
                <a:lnTo>
                  <a:pt x="1894137" y="331043"/>
                </a:lnTo>
                <a:lnTo>
                  <a:pt x="1893600" y="330653"/>
                </a:lnTo>
                <a:lnTo>
                  <a:pt x="1893073" y="330249"/>
                </a:lnTo>
                <a:lnTo>
                  <a:pt x="1892555" y="329832"/>
                </a:lnTo>
                <a:lnTo>
                  <a:pt x="1892048" y="329402"/>
                </a:lnTo>
                <a:lnTo>
                  <a:pt x="1891551" y="328959"/>
                </a:lnTo>
                <a:lnTo>
                  <a:pt x="1891064" y="328504"/>
                </a:lnTo>
                <a:lnTo>
                  <a:pt x="1890587" y="328035"/>
                </a:lnTo>
                <a:lnTo>
                  <a:pt x="1890121" y="327554"/>
                </a:lnTo>
                <a:lnTo>
                  <a:pt x="1889664" y="327059"/>
                </a:lnTo>
                <a:lnTo>
                  <a:pt x="1889217" y="326552"/>
                </a:lnTo>
                <a:lnTo>
                  <a:pt x="1888781" y="326031"/>
                </a:lnTo>
                <a:lnTo>
                  <a:pt x="1888355" y="325498"/>
                </a:lnTo>
                <a:lnTo>
                  <a:pt x="1887938" y="324952"/>
                </a:lnTo>
                <a:lnTo>
                  <a:pt x="1887532" y="324392"/>
                </a:lnTo>
                <a:lnTo>
                  <a:pt x="1887136" y="323820"/>
                </a:lnTo>
                <a:lnTo>
                  <a:pt x="1886750" y="323235"/>
                </a:lnTo>
                <a:lnTo>
                  <a:pt x="1886374" y="322637"/>
                </a:lnTo>
                <a:lnTo>
                  <a:pt x="1886008" y="322026"/>
                </a:lnTo>
                <a:lnTo>
                  <a:pt x="1885653" y="321402"/>
                </a:lnTo>
                <a:lnTo>
                  <a:pt x="1885307" y="320765"/>
                </a:lnTo>
                <a:lnTo>
                  <a:pt x="1884972" y="320115"/>
                </a:lnTo>
                <a:lnTo>
                  <a:pt x="1884646" y="319452"/>
                </a:lnTo>
                <a:lnTo>
                  <a:pt x="1884331" y="318777"/>
                </a:lnTo>
                <a:lnTo>
                  <a:pt x="1884026" y="318088"/>
                </a:lnTo>
                <a:lnTo>
                  <a:pt x="1883737" y="317388"/>
                </a:lnTo>
                <a:lnTo>
                  <a:pt x="1883460" y="316677"/>
                </a:lnTo>
                <a:lnTo>
                  <a:pt x="1883196" y="315957"/>
                </a:lnTo>
                <a:lnTo>
                  <a:pt x="1882944" y="315226"/>
                </a:lnTo>
                <a:lnTo>
                  <a:pt x="1882705" y="314486"/>
                </a:lnTo>
                <a:lnTo>
                  <a:pt x="1882477" y="313735"/>
                </a:lnTo>
                <a:lnTo>
                  <a:pt x="1882262" y="312974"/>
                </a:lnTo>
                <a:lnTo>
                  <a:pt x="1882059" y="312203"/>
                </a:lnTo>
                <a:lnTo>
                  <a:pt x="1881869" y="311422"/>
                </a:lnTo>
                <a:lnTo>
                  <a:pt x="1881691" y="310631"/>
                </a:lnTo>
                <a:lnTo>
                  <a:pt x="1881525" y="309830"/>
                </a:lnTo>
                <a:lnTo>
                  <a:pt x="1881371" y="309019"/>
                </a:lnTo>
                <a:lnTo>
                  <a:pt x="1881230" y="308198"/>
                </a:lnTo>
                <a:lnTo>
                  <a:pt x="1881101" y="307366"/>
                </a:lnTo>
                <a:lnTo>
                  <a:pt x="1880984" y="306525"/>
                </a:lnTo>
                <a:lnTo>
                  <a:pt x="1880880" y="305673"/>
                </a:lnTo>
                <a:lnTo>
                  <a:pt x="1880788" y="304811"/>
                </a:lnTo>
                <a:lnTo>
                  <a:pt x="1880708" y="303939"/>
                </a:lnTo>
                <a:lnTo>
                  <a:pt x="1880640" y="303058"/>
                </a:lnTo>
                <a:lnTo>
                  <a:pt x="1880585" y="302166"/>
                </a:lnTo>
                <a:lnTo>
                  <a:pt x="1880542" y="301263"/>
                </a:lnTo>
                <a:lnTo>
                  <a:pt x="1880511" y="300351"/>
                </a:lnTo>
                <a:lnTo>
                  <a:pt x="1880493" y="299429"/>
                </a:lnTo>
                <a:lnTo>
                  <a:pt x="1880486" y="298497"/>
                </a:lnTo>
                <a:lnTo>
                  <a:pt x="1880493" y="297585"/>
                </a:lnTo>
                <a:lnTo>
                  <a:pt x="1880512" y="296684"/>
                </a:lnTo>
                <a:lnTo>
                  <a:pt x="1880543" y="295792"/>
                </a:lnTo>
                <a:lnTo>
                  <a:pt x="1880587" y="294910"/>
                </a:lnTo>
                <a:lnTo>
                  <a:pt x="1880643" y="294038"/>
                </a:lnTo>
                <a:lnTo>
                  <a:pt x="1880712" y="293176"/>
                </a:lnTo>
                <a:lnTo>
                  <a:pt x="1880793" y="292324"/>
                </a:lnTo>
                <a:lnTo>
                  <a:pt x="1880887" y="291482"/>
                </a:lnTo>
                <a:lnTo>
                  <a:pt x="1880993" y="290649"/>
                </a:lnTo>
                <a:lnTo>
                  <a:pt x="1881112" y="289827"/>
                </a:lnTo>
                <a:lnTo>
                  <a:pt x="1881243" y="289014"/>
                </a:lnTo>
                <a:lnTo>
                  <a:pt x="1881387" y="288211"/>
                </a:lnTo>
                <a:lnTo>
                  <a:pt x="1881543" y="287418"/>
                </a:lnTo>
                <a:lnTo>
                  <a:pt x="1881712" y="286635"/>
                </a:lnTo>
                <a:lnTo>
                  <a:pt x="1881894" y="285862"/>
                </a:lnTo>
                <a:lnTo>
                  <a:pt x="1882088" y="285099"/>
                </a:lnTo>
                <a:lnTo>
                  <a:pt x="1882294" y="284345"/>
                </a:lnTo>
                <a:lnTo>
                  <a:pt x="1882513" y="283602"/>
                </a:lnTo>
                <a:lnTo>
                  <a:pt x="1882744" y="282868"/>
                </a:lnTo>
                <a:lnTo>
                  <a:pt x="1882988" y="282144"/>
                </a:lnTo>
                <a:lnTo>
                  <a:pt x="1883245" y="281430"/>
                </a:lnTo>
                <a:lnTo>
                  <a:pt x="1883513" y="280726"/>
                </a:lnTo>
                <a:lnTo>
                  <a:pt x="1883795" y="280032"/>
                </a:lnTo>
                <a:lnTo>
                  <a:pt x="1884089" y="279348"/>
                </a:lnTo>
                <a:lnTo>
                  <a:pt x="1884399" y="278669"/>
                </a:lnTo>
                <a:lnTo>
                  <a:pt x="1884719" y="278004"/>
                </a:lnTo>
                <a:lnTo>
                  <a:pt x="1885050" y="277352"/>
                </a:lnTo>
                <a:lnTo>
                  <a:pt x="1885390" y="276713"/>
                </a:lnTo>
                <a:lnTo>
                  <a:pt x="1885740" y="276086"/>
                </a:lnTo>
                <a:lnTo>
                  <a:pt x="1886099" y="275473"/>
                </a:lnTo>
                <a:lnTo>
                  <a:pt x="1886469" y="274872"/>
                </a:lnTo>
                <a:lnTo>
                  <a:pt x="1886848" y="274285"/>
                </a:lnTo>
                <a:lnTo>
                  <a:pt x="1887238" y="273710"/>
                </a:lnTo>
                <a:lnTo>
                  <a:pt x="1887637" y="273148"/>
                </a:lnTo>
                <a:lnTo>
                  <a:pt x="1888046" y="272600"/>
                </a:lnTo>
                <a:lnTo>
                  <a:pt x="1888465" y="272064"/>
                </a:lnTo>
                <a:lnTo>
                  <a:pt x="1888894" y="271541"/>
                </a:lnTo>
                <a:lnTo>
                  <a:pt x="1889333" y="271031"/>
                </a:lnTo>
                <a:lnTo>
                  <a:pt x="1889782" y="270534"/>
                </a:lnTo>
                <a:lnTo>
                  <a:pt x="1890240" y="270050"/>
                </a:lnTo>
                <a:lnTo>
                  <a:pt x="1890708" y="269579"/>
                </a:lnTo>
                <a:lnTo>
                  <a:pt x="1891187" y="269121"/>
                </a:lnTo>
                <a:lnTo>
                  <a:pt x="1891675" y="268676"/>
                </a:lnTo>
                <a:lnTo>
                  <a:pt x="1892173" y="268244"/>
                </a:lnTo>
                <a:lnTo>
                  <a:pt x="1892681" y="267825"/>
                </a:lnTo>
                <a:lnTo>
                  <a:pt x="1893199" y="267418"/>
                </a:lnTo>
                <a:lnTo>
                  <a:pt x="1893726" y="267025"/>
                </a:lnTo>
                <a:lnTo>
                  <a:pt x="1894264" y="266645"/>
                </a:lnTo>
                <a:lnTo>
                  <a:pt x="1894815" y="266273"/>
                </a:lnTo>
                <a:lnTo>
                  <a:pt x="1895374" y="265918"/>
                </a:lnTo>
                <a:lnTo>
                  <a:pt x="1895940" y="265578"/>
                </a:lnTo>
                <a:lnTo>
                  <a:pt x="1896514" y="265254"/>
                </a:lnTo>
                <a:lnTo>
                  <a:pt x="1897096" y="264946"/>
                </a:lnTo>
                <a:lnTo>
                  <a:pt x="1897684" y="264654"/>
                </a:lnTo>
                <a:lnTo>
                  <a:pt x="1898280" y="264378"/>
                </a:lnTo>
                <a:lnTo>
                  <a:pt x="1898884" y="264117"/>
                </a:lnTo>
                <a:lnTo>
                  <a:pt x="1899495" y="263872"/>
                </a:lnTo>
                <a:lnTo>
                  <a:pt x="1900114" y="263643"/>
                </a:lnTo>
                <a:lnTo>
                  <a:pt x="1900740" y="263430"/>
                </a:lnTo>
                <a:lnTo>
                  <a:pt x="1901373" y="263232"/>
                </a:lnTo>
                <a:lnTo>
                  <a:pt x="1902014" y="263050"/>
                </a:lnTo>
                <a:lnTo>
                  <a:pt x="1902663" y="262884"/>
                </a:lnTo>
                <a:lnTo>
                  <a:pt x="1903319" y="262734"/>
                </a:lnTo>
                <a:lnTo>
                  <a:pt x="1903982" y="262600"/>
                </a:lnTo>
                <a:lnTo>
                  <a:pt x="1904653" y="262482"/>
                </a:lnTo>
                <a:lnTo>
                  <a:pt x="1905331" y="262379"/>
                </a:lnTo>
                <a:lnTo>
                  <a:pt x="1906017" y="262292"/>
                </a:lnTo>
                <a:lnTo>
                  <a:pt x="1906710" y="262221"/>
                </a:lnTo>
                <a:lnTo>
                  <a:pt x="1907411" y="262166"/>
                </a:lnTo>
                <a:lnTo>
                  <a:pt x="1908119" y="262126"/>
                </a:lnTo>
                <a:lnTo>
                  <a:pt x="1908834" y="262102"/>
                </a:lnTo>
                <a:lnTo>
                  <a:pt x="1909558" y="262095"/>
                </a:lnTo>
                <a:lnTo>
                  <a:pt x="1910372" y="262104"/>
                </a:lnTo>
                <a:lnTo>
                  <a:pt x="1911173" y="262130"/>
                </a:lnTo>
                <a:lnTo>
                  <a:pt x="1911959" y="262175"/>
                </a:lnTo>
                <a:lnTo>
                  <a:pt x="1912731" y="262238"/>
                </a:lnTo>
                <a:lnTo>
                  <a:pt x="1913490" y="262319"/>
                </a:lnTo>
                <a:lnTo>
                  <a:pt x="1914234" y="262418"/>
                </a:lnTo>
                <a:lnTo>
                  <a:pt x="1914964" y="262535"/>
                </a:lnTo>
                <a:lnTo>
                  <a:pt x="1915681" y="262670"/>
                </a:lnTo>
                <a:lnTo>
                  <a:pt x="1916383" y="262823"/>
                </a:lnTo>
                <a:lnTo>
                  <a:pt x="1917071" y="262994"/>
                </a:lnTo>
                <a:lnTo>
                  <a:pt x="1917745" y="263183"/>
                </a:lnTo>
                <a:lnTo>
                  <a:pt x="1918405" y="263390"/>
                </a:lnTo>
                <a:lnTo>
                  <a:pt x="1919051" y="263615"/>
                </a:lnTo>
                <a:lnTo>
                  <a:pt x="1919683" y="263858"/>
                </a:lnTo>
                <a:lnTo>
                  <a:pt x="1920301" y="264119"/>
                </a:lnTo>
                <a:lnTo>
                  <a:pt x="1920905" y="264398"/>
                </a:lnTo>
                <a:lnTo>
                  <a:pt x="1921495" y="264695"/>
                </a:lnTo>
                <a:lnTo>
                  <a:pt x="1922071" y="265010"/>
                </a:lnTo>
                <a:lnTo>
                  <a:pt x="1922633" y="265342"/>
                </a:lnTo>
                <a:lnTo>
                  <a:pt x="1923180" y="265693"/>
                </a:lnTo>
                <a:lnTo>
                  <a:pt x="1923714" y="266062"/>
                </a:lnTo>
                <a:lnTo>
                  <a:pt x="1924234" y="266449"/>
                </a:lnTo>
                <a:lnTo>
                  <a:pt x="1924739" y="266854"/>
                </a:lnTo>
                <a:lnTo>
                  <a:pt x="1925231" y="267277"/>
                </a:lnTo>
                <a:lnTo>
                  <a:pt x="1925713" y="267706"/>
                </a:lnTo>
                <a:lnTo>
                  <a:pt x="1926181" y="268140"/>
                </a:lnTo>
                <a:lnTo>
                  <a:pt x="1926635" y="268580"/>
                </a:lnTo>
                <a:lnTo>
                  <a:pt x="1927074" y="269025"/>
                </a:lnTo>
                <a:lnTo>
                  <a:pt x="1927499" y="269476"/>
                </a:lnTo>
                <a:lnTo>
                  <a:pt x="1927909" y="269931"/>
                </a:lnTo>
                <a:lnTo>
                  <a:pt x="1928304" y="270392"/>
                </a:lnTo>
                <a:lnTo>
                  <a:pt x="1928686" y="270858"/>
                </a:lnTo>
                <a:lnTo>
                  <a:pt x="1929052" y="271329"/>
                </a:lnTo>
                <a:lnTo>
                  <a:pt x="1929404" y="271806"/>
                </a:lnTo>
                <a:lnTo>
                  <a:pt x="1929742" y="272288"/>
                </a:lnTo>
                <a:lnTo>
                  <a:pt x="1930065" y="272775"/>
                </a:lnTo>
                <a:lnTo>
                  <a:pt x="1930374" y="273267"/>
                </a:lnTo>
                <a:lnTo>
                  <a:pt x="1930668" y="273765"/>
                </a:lnTo>
                <a:lnTo>
                  <a:pt x="1930948" y="274268"/>
                </a:lnTo>
                <a:lnTo>
                  <a:pt x="1931213" y="274776"/>
                </a:lnTo>
                <a:lnTo>
                  <a:pt x="1931464" y="275290"/>
                </a:lnTo>
                <a:lnTo>
                  <a:pt x="1931701" y="275808"/>
                </a:lnTo>
                <a:lnTo>
                  <a:pt x="1931922" y="276333"/>
                </a:lnTo>
                <a:lnTo>
                  <a:pt x="1932130" y="276862"/>
                </a:lnTo>
                <a:lnTo>
                  <a:pt x="1932323" y="277396"/>
                </a:lnTo>
                <a:lnTo>
                  <a:pt x="1932501" y="277936"/>
                </a:lnTo>
                <a:lnTo>
                  <a:pt x="1932665" y="278481"/>
                </a:lnTo>
                <a:lnTo>
                  <a:pt x="1932814" y="279032"/>
                </a:lnTo>
                <a:lnTo>
                  <a:pt x="1947729" y="279032"/>
                </a:lnTo>
                <a:lnTo>
                  <a:pt x="1947617" y="278277"/>
                </a:lnTo>
                <a:lnTo>
                  <a:pt x="1947491" y="277531"/>
                </a:lnTo>
                <a:lnTo>
                  <a:pt x="1947351" y="276792"/>
                </a:lnTo>
                <a:lnTo>
                  <a:pt x="1947197" y="276061"/>
                </a:lnTo>
                <a:lnTo>
                  <a:pt x="1947030" y="275338"/>
                </a:lnTo>
                <a:lnTo>
                  <a:pt x="1946848" y="274624"/>
                </a:lnTo>
                <a:lnTo>
                  <a:pt x="1946653" y="273916"/>
                </a:lnTo>
                <a:lnTo>
                  <a:pt x="1946444" y="273217"/>
                </a:lnTo>
                <a:lnTo>
                  <a:pt x="1946221" y="272526"/>
                </a:lnTo>
                <a:lnTo>
                  <a:pt x="1945985" y="271843"/>
                </a:lnTo>
                <a:lnTo>
                  <a:pt x="1945734" y="271167"/>
                </a:lnTo>
                <a:lnTo>
                  <a:pt x="1945470" y="270500"/>
                </a:lnTo>
                <a:lnTo>
                  <a:pt x="1945192" y="269840"/>
                </a:lnTo>
                <a:lnTo>
                  <a:pt x="1944900" y="269188"/>
                </a:lnTo>
                <a:lnTo>
                  <a:pt x="1944594" y="268545"/>
                </a:lnTo>
                <a:lnTo>
                  <a:pt x="1944274" y="267909"/>
                </a:lnTo>
                <a:lnTo>
                  <a:pt x="1943941" y="267281"/>
                </a:lnTo>
                <a:lnTo>
                  <a:pt x="1943594" y="266661"/>
                </a:lnTo>
                <a:lnTo>
                  <a:pt x="1943233" y="266048"/>
                </a:lnTo>
                <a:lnTo>
                  <a:pt x="1942858" y="265444"/>
                </a:lnTo>
                <a:lnTo>
                  <a:pt x="1942469" y="264848"/>
                </a:lnTo>
                <a:lnTo>
                  <a:pt x="1942066" y="264259"/>
                </a:lnTo>
                <a:lnTo>
                  <a:pt x="1941650" y="263678"/>
                </a:lnTo>
                <a:lnTo>
                  <a:pt x="1941220" y="263106"/>
                </a:lnTo>
                <a:lnTo>
                  <a:pt x="1940777" y="262542"/>
                </a:lnTo>
                <a:lnTo>
                  <a:pt x="1940325" y="261989"/>
                </a:lnTo>
                <a:lnTo>
                  <a:pt x="1939862" y="261447"/>
                </a:lnTo>
                <a:lnTo>
                  <a:pt x="1939389" y="260915"/>
                </a:lnTo>
                <a:lnTo>
                  <a:pt x="1938905" y="260393"/>
                </a:lnTo>
                <a:lnTo>
                  <a:pt x="1938411" y="259883"/>
                </a:lnTo>
                <a:lnTo>
                  <a:pt x="1937907" y="259382"/>
                </a:lnTo>
                <a:lnTo>
                  <a:pt x="1937393" y="258892"/>
                </a:lnTo>
                <a:lnTo>
                  <a:pt x="1936868" y="258413"/>
                </a:lnTo>
                <a:lnTo>
                  <a:pt x="1936333" y="257945"/>
                </a:lnTo>
                <a:lnTo>
                  <a:pt x="1935787" y="257486"/>
                </a:lnTo>
                <a:lnTo>
                  <a:pt x="1935232" y="257039"/>
                </a:lnTo>
                <a:lnTo>
                  <a:pt x="1934666" y="256602"/>
                </a:lnTo>
                <a:lnTo>
                  <a:pt x="1934089" y="256175"/>
                </a:lnTo>
                <a:lnTo>
                  <a:pt x="1933503" y="255759"/>
                </a:lnTo>
                <a:lnTo>
                  <a:pt x="1932906" y="255353"/>
                </a:lnTo>
                <a:lnTo>
                  <a:pt x="1932298" y="254958"/>
                </a:lnTo>
                <a:lnTo>
                  <a:pt x="1931681" y="254574"/>
                </a:lnTo>
                <a:lnTo>
                  <a:pt x="1931053" y="254200"/>
                </a:lnTo>
                <a:lnTo>
                  <a:pt x="1930415" y="253837"/>
                </a:lnTo>
                <a:lnTo>
                  <a:pt x="1929766" y="253484"/>
                </a:lnTo>
                <a:lnTo>
                  <a:pt x="1929107" y="253141"/>
                </a:lnTo>
                <a:lnTo>
                  <a:pt x="1928438" y="252810"/>
                </a:lnTo>
                <a:lnTo>
                  <a:pt x="1927759" y="252488"/>
                </a:lnTo>
                <a:lnTo>
                  <a:pt x="1927070" y="252179"/>
                </a:lnTo>
                <a:lnTo>
                  <a:pt x="1926375" y="251883"/>
                </a:lnTo>
                <a:lnTo>
                  <a:pt x="1925673" y="251600"/>
                </a:lnTo>
                <a:lnTo>
                  <a:pt x="1924964" y="251330"/>
                </a:lnTo>
                <a:lnTo>
                  <a:pt x="1924248" y="251073"/>
                </a:lnTo>
                <a:lnTo>
                  <a:pt x="1923524" y="250829"/>
                </a:lnTo>
                <a:lnTo>
                  <a:pt x="1922794" y="250599"/>
                </a:lnTo>
                <a:lnTo>
                  <a:pt x="1922057" y="250382"/>
                </a:lnTo>
                <a:lnTo>
                  <a:pt x="1921312" y="250178"/>
                </a:lnTo>
                <a:lnTo>
                  <a:pt x="1920561" y="249987"/>
                </a:lnTo>
                <a:lnTo>
                  <a:pt x="1919803" y="249809"/>
                </a:lnTo>
                <a:lnTo>
                  <a:pt x="1919037" y="249645"/>
                </a:lnTo>
                <a:lnTo>
                  <a:pt x="1918265" y="249493"/>
                </a:lnTo>
                <a:lnTo>
                  <a:pt x="1917485" y="249355"/>
                </a:lnTo>
                <a:lnTo>
                  <a:pt x="1916699" y="249230"/>
                </a:lnTo>
                <a:lnTo>
                  <a:pt x="1915905" y="249118"/>
                </a:lnTo>
                <a:lnTo>
                  <a:pt x="1915105" y="249019"/>
                </a:lnTo>
                <a:lnTo>
                  <a:pt x="1914297" y="248934"/>
                </a:lnTo>
                <a:lnTo>
                  <a:pt x="1913483" y="248861"/>
                </a:lnTo>
                <a:lnTo>
                  <a:pt x="1912661" y="248802"/>
                </a:lnTo>
                <a:lnTo>
                  <a:pt x="1911833" y="248756"/>
                </a:lnTo>
                <a:lnTo>
                  <a:pt x="1910997" y="248723"/>
                </a:lnTo>
                <a:lnTo>
                  <a:pt x="1910154" y="248703"/>
                </a:lnTo>
                <a:lnTo>
                  <a:pt x="1909305" y="248697"/>
                </a:lnTo>
                <a:lnTo>
                  <a:pt x="1908215" y="248708"/>
                </a:lnTo>
                <a:lnTo>
                  <a:pt x="1907137" y="248741"/>
                </a:lnTo>
                <a:lnTo>
                  <a:pt x="1906070" y="248797"/>
                </a:lnTo>
                <a:lnTo>
                  <a:pt x="1905014" y="248876"/>
                </a:lnTo>
                <a:lnTo>
                  <a:pt x="1903970" y="248976"/>
                </a:lnTo>
                <a:lnTo>
                  <a:pt x="1902938" y="249099"/>
                </a:lnTo>
                <a:lnTo>
                  <a:pt x="1901916" y="249245"/>
                </a:lnTo>
                <a:lnTo>
                  <a:pt x="1900906" y="249413"/>
                </a:lnTo>
                <a:lnTo>
                  <a:pt x="1899908" y="249603"/>
                </a:lnTo>
                <a:lnTo>
                  <a:pt x="1898921" y="249816"/>
                </a:lnTo>
                <a:lnTo>
                  <a:pt x="1897945" y="250051"/>
                </a:lnTo>
                <a:lnTo>
                  <a:pt x="1896981" y="250308"/>
                </a:lnTo>
                <a:lnTo>
                  <a:pt x="1896028" y="250588"/>
                </a:lnTo>
                <a:lnTo>
                  <a:pt x="1895087" y="250890"/>
                </a:lnTo>
                <a:lnTo>
                  <a:pt x="1894157" y="251215"/>
                </a:lnTo>
                <a:lnTo>
                  <a:pt x="1893238" y="251562"/>
                </a:lnTo>
                <a:lnTo>
                  <a:pt x="1892331" y="251931"/>
                </a:lnTo>
                <a:lnTo>
                  <a:pt x="1891436" y="252323"/>
                </a:lnTo>
                <a:lnTo>
                  <a:pt x="1890551" y="252737"/>
                </a:lnTo>
                <a:lnTo>
                  <a:pt x="1889678" y="253173"/>
                </a:lnTo>
                <a:lnTo>
                  <a:pt x="1888817" y="253632"/>
                </a:lnTo>
                <a:lnTo>
                  <a:pt x="1887967" y="254113"/>
                </a:lnTo>
                <a:lnTo>
                  <a:pt x="1887128" y="254617"/>
                </a:lnTo>
                <a:lnTo>
                  <a:pt x="1886301" y="255143"/>
                </a:lnTo>
                <a:lnTo>
                  <a:pt x="1885492" y="255683"/>
                </a:lnTo>
                <a:lnTo>
                  <a:pt x="1884698" y="256241"/>
                </a:lnTo>
                <a:lnTo>
                  <a:pt x="1883919" y="256816"/>
                </a:lnTo>
                <a:lnTo>
                  <a:pt x="1883155" y="257409"/>
                </a:lnTo>
                <a:lnTo>
                  <a:pt x="1882406" y="258019"/>
                </a:lnTo>
                <a:lnTo>
                  <a:pt x="1881672" y="258646"/>
                </a:lnTo>
                <a:lnTo>
                  <a:pt x="1880952" y="259291"/>
                </a:lnTo>
                <a:lnTo>
                  <a:pt x="1880248" y="259953"/>
                </a:lnTo>
                <a:lnTo>
                  <a:pt x="1879558" y="260632"/>
                </a:lnTo>
                <a:lnTo>
                  <a:pt x="1878884" y="261329"/>
                </a:lnTo>
                <a:lnTo>
                  <a:pt x="1878224" y="262043"/>
                </a:lnTo>
                <a:lnTo>
                  <a:pt x="1877579" y="262774"/>
                </a:lnTo>
                <a:lnTo>
                  <a:pt x="1876950" y="263523"/>
                </a:lnTo>
                <a:lnTo>
                  <a:pt x="1876335" y="264288"/>
                </a:lnTo>
                <a:lnTo>
                  <a:pt x="1875735" y="265072"/>
                </a:lnTo>
                <a:lnTo>
                  <a:pt x="1875150" y="265872"/>
                </a:lnTo>
                <a:lnTo>
                  <a:pt x="1874580" y="266690"/>
                </a:lnTo>
                <a:lnTo>
                  <a:pt x="1874025" y="267526"/>
                </a:lnTo>
                <a:lnTo>
                  <a:pt x="1873484" y="268378"/>
                </a:lnTo>
                <a:lnTo>
                  <a:pt x="1872959" y="269248"/>
                </a:lnTo>
                <a:lnTo>
                  <a:pt x="1872449" y="270135"/>
                </a:lnTo>
                <a:lnTo>
                  <a:pt x="1871953" y="271040"/>
                </a:lnTo>
                <a:lnTo>
                  <a:pt x="1871472" y="271962"/>
                </a:lnTo>
                <a:lnTo>
                  <a:pt x="1871007" y="272901"/>
                </a:lnTo>
                <a:lnTo>
                  <a:pt x="1870563" y="273850"/>
                </a:lnTo>
                <a:lnTo>
                  <a:pt x="1870139" y="274811"/>
                </a:lnTo>
                <a:lnTo>
                  <a:pt x="1869733" y="275784"/>
                </a:lnTo>
                <a:lnTo>
                  <a:pt x="1869346" y="276769"/>
                </a:lnTo>
                <a:lnTo>
                  <a:pt x="1868978" y="277766"/>
                </a:lnTo>
                <a:lnTo>
                  <a:pt x="1868629" y="278775"/>
                </a:lnTo>
                <a:lnTo>
                  <a:pt x="1868299" y="279796"/>
                </a:lnTo>
                <a:lnTo>
                  <a:pt x="1867987" y="280829"/>
                </a:lnTo>
                <a:lnTo>
                  <a:pt x="1867695" y="281874"/>
                </a:lnTo>
                <a:lnTo>
                  <a:pt x="1867421" y="282932"/>
                </a:lnTo>
                <a:lnTo>
                  <a:pt x="1867166" y="284001"/>
                </a:lnTo>
                <a:lnTo>
                  <a:pt x="1866931" y="285083"/>
                </a:lnTo>
                <a:lnTo>
                  <a:pt x="1866713" y="286176"/>
                </a:lnTo>
                <a:lnTo>
                  <a:pt x="1866515" y="287282"/>
                </a:lnTo>
                <a:lnTo>
                  <a:pt x="1866336" y="288400"/>
                </a:lnTo>
                <a:lnTo>
                  <a:pt x="1866176" y="289529"/>
                </a:lnTo>
                <a:lnTo>
                  <a:pt x="1866034" y="290671"/>
                </a:lnTo>
                <a:lnTo>
                  <a:pt x="1865911" y="291825"/>
                </a:lnTo>
                <a:lnTo>
                  <a:pt x="1865808" y="292991"/>
                </a:lnTo>
                <a:lnTo>
                  <a:pt x="1865723" y="294169"/>
                </a:lnTo>
                <a:lnTo>
                  <a:pt x="1865657" y="295359"/>
                </a:lnTo>
                <a:lnTo>
                  <a:pt x="1865609" y="296562"/>
                </a:lnTo>
                <a:lnTo>
                  <a:pt x="1865581" y="297776"/>
                </a:lnTo>
                <a:lnTo>
                  <a:pt x="1865572" y="299002"/>
                </a:lnTo>
                <a:lnTo>
                  <a:pt x="1865581" y="300208"/>
                </a:lnTo>
                <a:lnTo>
                  <a:pt x="1865609" y="301402"/>
                </a:lnTo>
                <a:lnTo>
                  <a:pt x="1865655" y="302586"/>
                </a:lnTo>
                <a:lnTo>
                  <a:pt x="1865719" y="303758"/>
                </a:lnTo>
                <a:lnTo>
                  <a:pt x="1865802" y="304919"/>
                </a:lnTo>
                <a:lnTo>
                  <a:pt x="1865904" y="306068"/>
                </a:lnTo>
                <a:lnTo>
                  <a:pt x="1866023" y="307207"/>
                </a:lnTo>
                <a:lnTo>
                  <a:pt x="1866162" y="308334"/>
                </a:lnTo>
                <a:lnTo>
                  <a:pt x="1866318" y="309451"/>
                </a:lnTo>
                <a:lnTo>
                  <a:pt x="1866493" y="310555"/>
                </a:lnTo>
                <a:lnTo>
                  <a:pt x="1866687" y="311649"/>
                </a:lnTo>
                <a:lnTo>
                  <a:pt x="1866899" y="312732"/>
                </a:lnTo>
                <a:lnTo>
                  <a:pt x="1867129" y="313803"/>
                </a:lnTo>
                <a:lnTo>
                  <a:pt x="1867378" y="314863"/>
                </a:lnTo>
                <a:lnTo>
                  <a:pt x="1867645" y="315913"/>
                </a:lnTo>
                <a:lnTo>
                  <a:pt x="1867931" y="316950"/>
                </a:lnTo>
                <a:lnTo>
                  <a:pt x="1868235" y="317977"/>
                </a:lnTo>
                <a:lnTo>
                  <a:pt x="1868558" y="318992"/>
                </a:lnTo>
                <a:lnTo>
                  <a:pt x="1868899" y="319997"/>
                </a:lnTo>
                <a:lnTo>
                  <a:pt x="1869258" y="320990"/>
                </a:lnTo>
                <a:lnTo>
                  <a:pt x="1869636" y="321972"/>
                </a:lnTo>
                <a:lnTo>
                  <a:pt x="1870033" y="322942"/>
                </a:lnTo>
                <a:lnTo>
                  <a:pt x="1870447" y="323902"/>
                </a:lnTo>
                <a:lnTo>
                  <a:pt x="1870880" y="324850"/>
                </a:lnTo>
                <a:lnTo>
                  <a:pt x="1871331" y="325784"/>
                </a:lnTo>
                <a:lnTo>
                  <a:pt x="1871797" y="326702"/>
                </a:lnTo>
                <a:lnTo>
                  <a:pt x="1872279" y="327602"/>
                </a:lnTo>
                <a:lnTo>
                  <a:pt x="1872776" y="328486"/>
                </a:lnTo>
                <a:lnTo>
                  <a:pt x="1873290" y="329352"/>
                </a:lnTo>
                <a:lnTo>
                  <a:pt x="1873819" y="330202"/>
                </a:lnTo>
                <a:lnTo>
                  <a:pt x="1874364" y="331035"/>
                </a:lnTo>
                <a:lnTo>
                  <a:pt x="1874925" y="331851"/>
                </a:lnTo>
                <a:lnTo>
                  <a:pt x="1875502" y="332650"/>
                </a:lnTo>
                <a:lnTo>
                  <a:pt x="1876094" y="333432"/>
                </a:lnTo>
                <a:lnTo>
                  <a:pt x="1876703" y="334198"/>
                </a:lnTo>
                <a:lnTo>
                  <a:pt x="1877327" y="334946"/>
                </a:lnTo>
                <a:lnTo>
                  <a:pt x="1877967" y="335677"/>
                </a:lnTo>
                <a:lnTo>
                  <a:pt x="1878622" y="336392"/>
                </a:lnTo>
                <a:lnTo>
                  <a:pt x="1879294" y="337090"/>
                </a:lnTo>
                <a:lnTo>
                  <a:pt x="1879981" y="337771"/>
                </a:lnTo>
                <a:lnTo>
                  <a:pt x="1880684" y="338434"/>
                </a:lnTo>
                <a:lnTo>
                  <a:pt x="1881403" y="339081"/>
                </a:lnTo>
                <a:lnTo>
                  <a:pt x="1882138" y="339712"/>
                </a:lnTo>
                <a:lnTo>
                  <a:pt x="1882888" y="340325"/>
                </a:lnTo>
                <a:lnTo>
                  <a:pt x="1883654" y="340921"/>
                </a:lnTo>
                <a:lnTo>
                  <a:pt x="1884436" y="341501"/>
                </a:lnTo>
                <a:lnTo>
                  <a:pt x="1885234" y="342063"/>
                </a:lnTo>
                <a:lnTo>
                  <a:pt x="1886048" y="342609"/>
                </a:lnTo>
                <a:lnTo>
                  <a:pt x="1886876" y="343135"/>
                </a:lnTo>
                <a:lnTo>
                  <a:pt x="1887717" y="343638"/>
                </a:lnTo>
                <a:lnTo>
                  <a:pt x="1888572" y="344120"/>
                </a:lnTo>
                <a:lnTo>
                  <a:pt x="1889440" y="344578"/>
                </a:lnTo>
                <a:lnTo>
                  <a:pt x="1890320" y="345015"/>
                </a:lnTo>
                <a:lnTo>
                  <a:pt x="1891214" y="345429"/>
                </a:lnTo>
                <a:lnTo>
                  <a:pt x="1892122" y="345821"/>
                </a:lnTo>
                <a:lnTo>
                  <a:pt x="1893042" y="346190"/>
                </a:lnTo>
                <a:lnTo>
                  <a:pt x="1893975" y="346537"/>
                </a:lnTo>
                <a:lnTo>
                  <a:pt x="1894922" y="346861"/>
                </a:lnTo>
                <a:lnTo>
                  <a:pt x="1895882" y="347164"/>
                </a:lnTo>
                <a:lnTo>
                  <a:pt x="1896855" y="347443"/>
                </a:lnTo>
                <a:lnTo>
                  <a:pt x="1897841" y="347701"/>
                </a:lnTo>
                <a:lnTo>
                  <a:pt x="1898840" y="347936"/>
                </a:lnTo>
                <a:lnTo>
                  <a:pt x="1899853" y="348148"/>
                </a:lnTo>
                <a:lnTo>
                  <a:pt x="1900878" y="348339"/>
                </a:lnTo>
                <a:lnTo>
                  <a:pt x="1901917" y="348507"/>
                </a:lnTo>
                <a:lnTo>
                  <a:pt x="1902969" y="348652"/>
                </a:lnTo>
                <a:lnTo>
                  <a:pt x="1904034" y="348775"/>
                </a:lnTo>
                <a:lnTo>
                  <a:pt x="1905113" y="348876"/>
                </a:lnTo>
                <a:lnTo>
                  <a:pt x="1906204" y="348954"/>
                </a:lnTo>
                <a:lnTo>
                  <a:pt x="1907309" y="349010"/>
                </a:lnTo>
                <a:lnTo>
                  <a:pt x="1908427" y="349044"/>
                </a:lnTo>
                <a:lnTo>
                  <a:pt x="1909558" y="349055"/>
                </a:lnTo>
                <a:lnTo>
                  <a:pt x="1910448" y="349048"/>
                </a:lnTo>
                <a:lnTo>
                  <a:pt x="1911330" y="349027"/>
                </a:lnTo>
                <a:lnTo>
                  <a:pt x="1912202" y="348993"/>
                </a:lnTo>
                <a:lnTo>
                  <a:pt x="1913065" y="348944"/>
                </a:lnTo>
                <a:lnTo>
                  <a:pt x="1913919" y="348882"/>
                </a:lnTo>
                <a:lnTo>
                  <a:pt x="1914763" y="348806"/>
                </a:lnTo>
                <a:lnTo>
                  <a:pt x="1915599" y="348716"/>
                </a:lnTo>
                <a:close/>
                <a:moveTo>
                  <a:pt x="1441865" y="347915"/>
                </a:moveTo>
                <a:lnTo>
                  <a:pt x="1442112" y="347875"/>
                </a:lnTo>
                <a:lnTo>
                  <a:pt x="1442357" y="347830"/>
                </a:lnTo>
                <a:lnTo>
                  <a:pt x="1442599" y="347780"/>
                </a:lnTo>
                <a:lnTo>
                  <a:pt x="1442840" y="347725"/>
                </a:lnTo>
                <a:lnTo>
                  <a:pt x="1443078" y="347665"/>
                </a:lnTo>
                <a:lnTo>
                  <a:pt x="1443314" y="347599"/>
                </a:lnTo>
                <a:lnTo>
                  <a:pt x="1443547" y="347528"/>
                </a:lnTo>
                <a:lnTo>
                  <a:pt x="1443779" y="347451"/>
                </a:lnTo>
                <a:lnTo>
                  <a:pt x="1444008" y="347370"/>
                </a:lnTo>
                <a:lnTo>
                  <a:pt x="1444235" y="347283"/>
                </a:lnTo>
                <a:lnTo>
                  <a:pt x="1444460" y="347191"/>
                </a:lnTo>
                <a:lnTo>
                  <a:pt x="1444683" y="347093"/>
                </a:lnTo>
                <a:lnTo>
                  <a:pt x="1444903" y="346990"/>
                </a:lnTo>
                <a:lnTo>
                  <a:pt x="1445122" y="346882"/>
                </a:lnTo>
                <a:lnTo>
                  <a:pt x="1445338" y="346769"/>
                </a:lnTo>
                <a:lnTo>
                  <a:pt x="1445552" y="346651"/>
                </a:lnTo>
                <a:lnTo>
                  <a:pt x="1445764" y="346527"/>
                </a:lnTo>
                <a:lnTo>
                  <a:pt x="1445978" y="346394"/>
                </a:lnTo>
                <a:lnTo>
                  <a:pt x="1446188" y="346257"/>
                </a:lnTo>
                <a:lnTo>
                  <a:pt x="1446395" y="346116"/>
                </a:lnTo>
                <a:lnTo>
                  <a:pt x="1446598" y="345972"/>
                </a:lnTo>
                <a:lnTo>
                  <a:pt x="1446797" y="345825"/>
                </a:lnTo>
                <a:lnTo>
                  <a:pt x="1446992" y="345674"/>
                </a:lnTo>
                <a:lnTo>
                  <a:pt x="1447184" y="345519"/>
                </a:lnTo>
                <a:lnTo>
                  <a:pt x="1447372" y="345361"/>
                </a:lnTo>
                <a:lnTo>
                  <a:pt x="1447556" y="345200"/>
                </a:lnTo>
                <a:lnTo>
                  <a:pt x="1447736" y="345035"/>
                </a:lnTo>
                <a:lnTo>
                  <a:pt x="1447913" y="344866"/>
                </a:lnTo>
                <a:lnTo>
                  <a:pt x="1448086" y="344694"/>
                </a:lnTo>
                <a:lnTo>
                  <a:pt x="1448256" y="344519"/>
                </a:lnTo>
                <a:lnTo>
                  <a:pt x="1448421" y="344340"/>
                </a:lnTo>
                <a:lnTo>
                  <a:pt x="1448583" y="344157"/>
                </a:lnTo>
                <a:lnTo>
                  <a:pt x="1448741" y="343971"/>
                </a:lnTo>
                <a:lnTo>
                  <a:pt x="1448895" y="343781"/>
                </a:lnTo>
                <a:lnTo>
                  <a:pt x="1449046" y="343588"/>
                </a:lnTo>
                <a:lnTo>
                  <a:pt x="1449193" y="343392"/>
                </a:lnTo>
                <a:lnTo>
                  <a:pt x="1449336" y="343192"/>
                </a:lnTo>
                <a:lnTo>
                  <a:pt x="1449476" y="342988"/>
                </a:lnTo>
                <a:lnTo>
                  <a:pt x="1449611" y="342781"/>
                </a:lnTo>
                <a:lnTo>
                  <a:pt x="1449743" y="342570"/>
                </a:lnTo>
                <a:lnTo>
                  <a:pt x="1449872" y="342356"/>
                </a:lnTo>
                <a:lnTo>
                  <a:pt x="1450000" y="342139"/>
                </a:lnTo>
                <a:lnTo>
                  <a:pt x="1450124" y="341921"/>
                </a:lnTo>
                <a:lnTo>
                  <a:pt x="1450242" y="341700"/>
                </a:lnTo>
                <a:lnTo>
                  <a:pt x="1450354" y="341478"/>
                </a:lnTo>
                <a:lnTo>
                  <a:pt x="1450461" y="341254"/>
                </a:lnTo>
                <a:lnTo>
                  <a:pt x="1450563" y="341029"/>
                </a:lnTo>
                <a:lnTo>
                  <a:pt x="1450659" y="340801"/>
                </a:lnTo>
                <a:lnTo>
                  <a:pt x="1450749" y="340572"/>
                </a:lnTo>
                <a:lnTo>
                  <a:pt x="1450834" y="340341"/>
                </a:lnTo>
                <a:lnTo>
                  <a:pt x="1450914" y="340109"/>
                </a:lnTo>
                <a:lnTo>
                  <a:pt x="1450988" y="339875"/>
                </a:lnTo>
                <a:lnTo>
                  <a:pt x="1451056" y="339638"/>
                </a:lnTo>
                <a:lnTo>
                  <a:pt x="1451120" y="339401"/>
                </a:lnTo>
                <a:lnTo>
                  <a:pt x="1451177" y="339161"/>
                </a:lnTo>
                <a:lnTo>
                  <a:pt x="1451229" y="338920"/>
                </a:lnTo>
                <a:lnTo>
                  <a:pt x="1451276" y="338676"/>
                </a:lnTo>
                <a:lnTo>
                  <a:pt x="1451317" y="338431"/>
                </a:lnTo>
                <a:lnTo>
                  <a:pt x="1451353" y="338185"/>
                </a:lnTo>
                <a:lnTo>
                  <a:pt x="1451383" y="337936"/>
                </a:lnTo>
                <a:lnTo>
                  <a:pt x="1451408" y="337686"/>
                </a:lnTo>
                <a:lnTo>
                  <a:pt x="1451427" y="337434"/>
                </a:lnTo>
                <a:lnTo>
                  <a:pt x="1451440" y="337181"/>
                </a:lnTo>
                <a:lnTo>
                  <a:pt x="1451449" y="336925"/>
                </a:lnTo>
                <a:lnTo>
                  <a:pt x="1451451" y="336668"/>
                </a:lnTo>
                <a:lnTo>
                  <a:pt x="1451446" y="336281"/>
                </a:lnTo>
                <a:lnTo>
                  <a:pt x="1451428" y="335898"/>
                </a:lnTo>
                <a:lnTo>
                  <a:pt x="1451399" y="335520"/>
                </a:lnTo>
                <a:lnTo>
                  <a:pt x="1451358" y="335146"/>
                </a:lnTo>
                <a:lnTo>
                  <a:pt x="1451306" y="334777"/>
                </a:lnTo>
                <a:lnTo>
                  <a:pt x="1451242" y="334413"/>
                </a:lnTo>
                <a:lnTo>
                  <a:pt x="1451166" y="334053"/>
                </a:lnTo>
                <a:lnTo>
                  <a:pt x="1451079" y="333698"/>
                </a:lnTo>
                <a:lnTo>
                  <a:pt x="1450980" y="333347"/>
                </a:lnTo>
                <a:lnTo>
                  <a:pt x="1450870" y="333001"/>
                </a:lnTo>
                <a:lnTo>
                  <a:pt x="1450748" y="332660"/>
                </a:lnTo>
                <a:lnTo>
                  <a:pt x="1450614" y="332323"/>
                </a:lnTo>
                <a:lnTo>
                  <a:pt x="1450469" y="331991"/>
                </a:lnTo>
                <a:lnTo>
                  <a:pt x="1450312" y="331664"/>
                </a:lnTo>
                <a:lnTo>
                  <a:pt x="1450143" y="331341"/>
                </a:lnTo>
                <a:lnTo>
                  <a:pt x="1449963" y="331022"/>
                </a:lnTo>
                <a:lnTo>
                  <a:pt x="1449771" y="330709"/>
                </a:lnTo>
                <a:lnTo>
                  <a:pt x="1449567" y="330400"/>
                </a:lnTo>
                <a:lnTo>
                  <a:pt x="1449352" y="330095"/>
                </a:lnTo>
                <a:lnTo>
                  <a:pt x="1449125" y="329795"/>
                </a:lnTo>
                <a:lnTo>
                  <a:pt x="1448887" y="329500"/>
                </a:lnTo>
                <a:lnTo>
                  <a:pt x="1448637" y="329209"/>
                </a:lnTo>
                <a:lnTo>
                  <a:pt x="1448375" y="328923"/>
                </a:lnTo>
                <a:lnTo>
                  <a:pt x="1448102" y="328642"/>
                </a:lnTo>
                <a:lnTo>
                  <a:pt x="1447820" y="328369"/>
                </a:lnTo>
                <a:lnTo>
                  <a:pt x="1447534" y="328107"/>
                </a:lnTo>
                <a:lnTo>
                  <a:pt x="1447244" y="327857"/>
                </a:lnTo>
                <a:lnTo>
                  <a:pt x="1446949" y="327619"/>
                </a:lnTo>
                <a:lnTo>
                  <a:pt x="1446649" y="327392"/>
                </a:lnTo>
                <a:lnTo>
                  <a:pt x="1446344" y="327177"/>
                </a:lnTo>
                <a:lnTo>
                  <a:pt x="1446035" y="326973"/>
                </a:lnTo>
                <a:lnTo>
                  <a:pt x="1445721" y="326781"/>
                </a:lnTo>
                <a:lnTo>
                  <a:pt x="1445403" y="326601"/>
                </a:lnTo>
                <a:lnTo>
                  <a:pt x="1445080" y="326432"/>
                </a:lnTo>
                <a:lnTo>
                  <a:pt x="1444753" y="326275"/>
                </a:lnTo>
                <a:lnTo>
                  <a:pt x="1444421" y="326130"/>
                </a:lnTo>
                <a:lnTo>
                  <a:pt x="1444084" y="325996"/>
                </a:lnTo>
                <a:lnTo>
                  <a:pt x="1443743" y="325874"/>
                </a:lnTo>
                <a:lnTo>
                  <a:pt x="1443397" y="325764"/>
                </a:lnTo>
                <a:lnTo>
                  <a:pt x="1443046" y="325665"/>
                </a:lnTo>
                <a:lnTo>
                  <a:pt x="1442691" y="325577"/>
                </a:lnTo>
                <a:lnTo>
                  <a:pt x="1442331" y="325502"/>
                </a:lnTo>
                <a:lnTo>
                  <a:pt x="1441967" y="325438"/>
                </a:lnTo>
                <a:lnTo>
                  <a:pt x="1441598" y="325386"/>
                </a:lnTo>
                <a:lnTo>
                  <a:pt x="1441224" y="325345"/>
                </a:lnTo>
                <a:lnTo>
                  <a:pt x="1440846" y="325316"/>
                </a:lnTo>
                <a:lnTo>
                  <a:pt x="1440463" y="325298"/>
                </a:lnTo>
                <a:lnTo>
                  <a:pt x="1440076" y="325292"/>
                </a:lnTo>
                <a:lnTo>
                  <a:pt x="1439688" y="325298"/>
                </a:lnTo>
                <a:lnTo>
                  <a:pt x="1439305" y="325316"/>
                </a:lnTo>
                <a:lnTo>
                  <a:pt x="1438927" y="325345"/>
                </a:lnTo>
                <a:lnTo>
                  <a:pt x="1438554" y="325386"/>
                </a:lnTo>
                <a:lnTo>
                  <a:pt x="1438185" y="325438"/>
                </a:lnTo>
                <a:lnTo>
                  <a:pt x="1437820" y="325502"/>
                </a:lnTo>
                <a:lnTo>
                  <a:pt x="1437461" y="325577"/>
                </a:lnTo>
                <a:lnTo>
                  <a:pt x="1437105" y="325665"/>
                </a:lnTo>
                <a:lnTo>
                  <a:pt x="1436755" y="325764"/>
                </a:lnTo>
                <a:lnTo>
                  <a:pt x="1436409" y="325874"/>
                </a:lnTo>
                <a:lnTo>
                  <a:pt x="1436068" y="325996"/>
                </a:lnTo>
                <a:lnTo>
                  <a:pt x="1435731" y="326130"/>
                </a:lnTo>
                <a:lnTo>
                  <a:pt x="1435399" y="326275"/>
                </a:lnTo>
                <a:lnTo>
                  <a:pt x="1435071" y="326432"/>
                </a:lnTo>
                <a:lnTo>
                  <a:pt x="1434748" y="326601"/>
                </a:lnTo>
                <a:lnTo>
                  <a:pt x="1434430" y="326781"/>
                </a:lnTo>
                <a:lnTo>
                  <a:pt x="1434116" y="326973"/>
                </a:lnTo>
                <a:lnTo>
                  <a:pt x="1433807" y="327177"/>
                </a:lnTo>
                <a:lnTo>
                  <a:pt x="1433503" y="327392"/>
                </a:lnTo>
                <a:lnTo>
                  <a:pt x="1433203" y="327619"/>
                </a:lnTo>
                <a:lnTo>
                  <a:pt x="1432908" y="327857"/>
                </a:lnTo>
                <a:lnTo>
                  <a:pt x="1432617" y="328107"/>
                </a:lnTo>
                <a:lnTo>
                  <a:pt x="1432331" y="328369"/>
                </a:lnTo>
                <a:lnTo>
                  <a:pt x="1432050" y="328642"/>
                </a:lnTo>
                <a:lnTo>
                  <a:pt x="1431776" y="328923"/>
                </a:lnTo>
                <a:lnTo>
                  <a:pt x="1431515" y="329209"/>
                </a:lnTo>
                <a:lnTo>
                  <a:pt x="1431265" y="329500"/>
                </a:lnTo>
                <a:lnTo>
                  <a:pt x="1431026" y="329795"/>
                </a:lnTo>
                <a:lnTo>
                  <a:pt x="1430799" y="330095"/>
                </a:lnTo>
                <a:lnTo>
                  <a:pt x="1430584" y="330400"/>
                </a:lnTo>
                <a:lnTo>
                  <a:pt x="1430381" y="330709"/>
                </a:lnTo>
                <a:lnTo>
                  <a:pt x="1430189" y="331022"/>
                </a:lnTo>
                <a:lnTo>
                  <a:pt x="1430009" y="331341"/>
                </a:lnTo>
                <a:lnTo>
                  <a:pt x="1429840" y="331664"/>
                </a:lnTo>
                <a:lnTo>
                  <a:pt x="1429683" y="331991"/>
                </a:lnTo>
                <a:lnTo>
                  <a:pt x="1429538" y="332323"/>
                </a:lnTo>
                <a:lnTo>
                  <a:pt x="1429404" y="332660"/>
                </a:lnTo>
                <a:lnTo>
                  <a:pt x="1429282" y="333001"/>
                </a:lnTo>
                <a:lnTo>
                  <a:pt x="1429171" y="333347"/>
                </a:lnTo>
                <a:lnTo>
                  <a:pt x="1429072" y="333698"/>
                </a:lnTo>
                <a:lnTo>
                  <a:pt x="1428985" y="334053"/>
                </a:lnTo>
                <a:lnTo>
                  <a:pt x="1428910" y="334413"/>
                </a:lnTo>
                <a:lnTo>
                  <a:pt x="1428846" y="334777"/>
                </a:lnTo>
                <a:lnTo>
                  <a:pt x="1428793" y="335146"/>
                </a:lnTo>
                <a:lnTo>
                  <a:pt x="1428753" y="335520"/>
                </a:lnTo>
                <a:lnTo>
                  <a:pt x="1428724" y="335898"/>
                </a:lnTo>
                <a:lnTo>
                  <a:pt x="1428706" y="336281"/>
                </a:lnTo>
                <a:lnTo>
                  <a:pt x="1428700" y="336668"/>
                </a:lnTo>
                <a:lnTo>
                  <a:pt x="1428706" y="337056"/>
                </a:lnTo>
                <a:lnTo>
                  <a:pt x="1428724" y="337438"/>
                </a:lnTo>
                <a:lnTo>
                  <a:pt x="1428753" y="337817"/>
                </a:lnTo>
                <a:lnTo>
                  <a:pt x="1428793" y="338190"/>
                </a:lnTo>
                <a:lnTo>
                  <a:pt x="1428846" y="338559"/>
                </a:lnTo>
                <a:lnTo>
                  <a:pt x="1428910" y="338923"/>
                </a:lnTo>
                <a:lnTo>
                  <a:pt x="1428985" y="339283"/>
                </a:lnTo>
                <a:lnTo>
                  <a:pt x="1429072" y="339638"/>
                </a:lnTo>
                <a:lnTo>
                  <a:pt x="1429171" y="339989"/>
                </a:lnTo>
                <a:lnTo>
                  <a:pt x="1429282" y="340335"/>
                </a:lnTo>
                <a:lnTo>
                  <a:pt x="1429404" y="340676"/>
                </a:lnTo>
                <a:lnTo>
                  <a:pt x="1429538" y="341013"/>
                </a:lnTo>
                <a:lnTo>
                  <a:pt x="1429683" y="341345"/>
                </a:lnTo>
                <a:lnTo>
                  <a:pt x="1429840" y="341673"/>
                </a:lnTo>
                <a:lnTo>
                  <a:pt x="1430009" y="341995"/>
                </a:lnTo>
                <a:lnTo>
                  <a:pt x="1430189" y="342314"/>
                </a:lnTo>
                <a:lnTo>
                  <a:pt x="1430381" y="342627"/>
                </a:lnTo>
                <a:lnTo>
                  <a:pt x="1430584" y="342937"/>
                </a:lnTo>
                <a:lnTo>
                  <a:pt x="1430799" y="343241"/>
                </a:lnTo>
                <a:lnTo>
                  <a:pt x="1431026" y="343541"/>
                </a:lnTo>
                <a:lnTo>
                  <a:pt x="1431265" y="343836"/>
                </a:lnTo>
                <a:lnTo>
                  <a:pt x="1431515" y="344127"/>
                </a:lnTo>
                <a:lnTo>
                  <a:pt x="1431776" y="344413"/>
                </a:lnTo>
                <a:lnTo>
                  <a:pt x="1432050" y="344694"/>
                </a:lnTo>
                <a:lnTo>
                  <a:pt x="1432331" y="344968"/>
                </a:lnTo>
                <a:lnTo>
                  <a:pt x="1432617" y="345229"/>
                </a:lnTo>
                <a:lnTo>
                  <a:pt x="1432908" y="345479"/>
                </a:lnTo>
                <a:lnTo>
                  <a:pt x="1433203" y="345718"/>
                </a:lnTo>
                <a:lnTo>
                  <a:pt x="1433503" y="345944"/>
                </a:lnTo>
                <a:lnTo>
                  <a:pt x="1433807" y="346160"/>
                </a:lnTo>
                <a:lnTo>
                  <a:pt x="1434116" y="346363"/>
                </a:lnTo>
                <a:lnTo>
                  <a:pt x="1434430" y="346555"/>
                </a:lnTo>
                <a:lnTo>
                  <a:pt x="1434748" y="346735"/>
                </a:lnTo>
                <a:lnTo>
                  <a:pt x="1435071" y="346904"/>
                </a:lnTo>
                <a:lnTo>
                  <a:pt x="1435399" y="347061"/>
                </a:lnTo>
                <a:lnTo>
                  <a:pt x="1435731" y="347206"/>
                </a:lnTo>
                <a:lnTo>
                  <a:pt x="1436068" y="347340"/>
                </a:lnTo>
                <a:lnTo>
                  <a:pt x="1436409" y="347462"/>
                </a:lnTo>
                <a:lnTo>
                  <a:pt x="1436755" y="347573"/>
                </a:lnTo>
                <a:lnTo>
                  <a:pt x="1437105" y="347672"/>
                </a:lnTo>
                <a:lnTo>
                  <a:pt x="1437461" y="347759"/>
                </a:lnTo>
                <a:lnTo>
                  <a:pt x="1437820" y="347834"/>
                </a:lnTo>
                <a:lnTo>
                  <a:pt x="1438185" y="347898"/>
                </a:lnTo>
                <a:lnTo>
                  <a:pt x="1438554" y="347951"/>
                </a:lnTo>
                <a:lnTo>
                  <a:pt x="1438927" y="347991"/>
                </a:lnTo>
                <a:lnTo>
                  <a:pt x="1439305" y="348020"/>
                </a:lnTo>
                <a:lnTo>
                  <a:pt x="1439688" y="348038"/>
                </a:lnTo>
                <a:lnTo>
                  <a:pt x="1440076" y="348044"/>
                </a:lnTo>
                <a:lnTo>
                  <a:pt x="1440338" y="348041"/>
                </a:lnTo>
                <a:lnTo>
                  <a:pt x="1440598" y="348033"/>
                </a:lnTo>
                <a:lnTo>
                  <a:pt x="1440856" y="348020"/>
                </a:lnTo>
                <a:lnTo>
                  <a:pt x="1441111" y="348002"/>
                </a:lnTo>
                <a:lnTo>
                  <a:pt x="1441365" y="347978"/>
                </a:lnTo>
                <a:lnTo>
                  <a:pt x="1441616" y="347949"/>
                </a:lnTo>
                <a:lnTo>
                  <a:pt x="1441865" y="347915"/>
                </a:lnTo>
                <a:close/>
                <a:moveTo>
                  <a:pt x="1392606" y="347949"/>
                </a:moveTo>
                <a:lnTo>
                  <a:pt x="1392855" y="347915"/>
                </a:lnTo>
                <a:lnTo>
                  <a:pt x="1393102" y="347875"/>
                </a:lnTo>
                <a:lnTo>
                  <a:pt x="1393347" y="347830"/>
                </a:lnTo>
                <a:lnTo>
                  <a:pt x="1393589" y="347780"/>
                </a:lnTo>
                <a:lnTo>
                  <a:pt x="1393830" y="347725"/>
                </a:lnTo>
                <a:lnTo>
                  <a:pt x="1394068" y="347665"/>
                </a:lnTo>
                <a:lnTo>
                  <a:pt x="1394304" y="347599"/>
                </a:lnTo>
                <a:lnTo>
                  <a:pt x="1394537" y="347528"/>
                </a:lnTo>
                <a:lnTo>
                  <a:pt x="1394769" y="347451"/>
                </a:lnTo>
                <a:lnTo>
                  <a:pt x="1394998" y="347370"/>
                </a:lnTo>
                <a:lnTo>
                  <a:pt x="1395225" y="347283"/>
                </a:lnTo>
                <a:lnTo>
                  <a:pt x="1395450" y="347191"/>
                </a:lnTo>
                <a:lnTo>
                  <a:pt x="1395673" y="347093"/>
                </a:lnTo>
                <a:lnTo>
                  <a:pt x="1395893" y="346990"/>
                </a:lnTo>
                <a:lnTo>
                  <a:pt x="1396112" y="346882"/>
                </a:lnTo>
                <a:lnTo>
                  <a:pt x="1396328" y="346769"/>
                </a:lnTo>
                <a:lnTo>
                  <a:pt x="1396542" y="346651"/>
                </a:lnTo>
                <a:lnTo>
                  <a:pt x="1396754" y="346527"/>
                </a:lnTo>
                <a:lnTo>
                  <a:pt x="1396968" y="346394"/>
                </a:lnTo>
                <a:lnTo>
                  <a:pt x="1397178" y="346257"/>
                </a:lnTo>
                <a:lnTo>
                  <a:pt x="1397385" y="346116"/>
                </a:lnTo>
                <a:lnTo>
                  <a:pt x="1397587" y="345972"/>
                </a:lnTo>
                <a:lnTo>
                  <a:pt x="1397787" y="345825"/>
                </a:lnTo>
                <a:lnTo>
                  <a:pt x="1397982" y="345674"/>
                </a:lnTo>
                <a:lnTo>
                  <a:pt x="1398174" y="345519"/>
                </a:lnTo>
                <a:lnTo>
                  <a:pt x="1398362" y="345361"/>
                </a:lnTo>
                <a:lnTo>
                  <a:pt x="1398546" y="345200"/>
                </a:lnTo>
                <a:lnTo>
                  <a:pt x="1398726" y="345035"/>
                </a:lnTo>
                <a:lnTo>
                  <a:pt x="1398903" y="344866"/>
                </a:lnTo>
                <a:lnTo>
                  <a:pt x="1399076" y="344694"/>
                </a:lnTo>
                <a:lnTo>
                  <a:pt x="1399245" y="344519"/>
                </a:lnTo>
                <a:lnTo>
                  <a:pt x="1399411" y="344340"/>
                </a:lnTo>
                <a:lnTo>
                  <a:pt x="1399573" y="344157"/>
                </a:lnTo>
                <a:lnTo>
                  <a:pt x="1399731" y="343971"/>
                </a:lnTo>
                <a:lnTo>
                  <a:pt x="1399885" y="343781"/>
                </a:lnTo>
                <a:lnTo>
                  <a:pt x="1400036" y="343588"/>
                </a:lnTo>
                <a:lnTo>
                  <a:pt x="1400183" y="343392"/>
                </a:lnTo>
                <a:lnTo>
                  <a:pt x="1400326" y="343192"/>
                </a:lnTo>
                <a:lnTo>
                  <a:pt x="1400466" y="342988"/>
                </a:lnTo>
                <a:lnTo>
                  <a:pt x="1400601" y="342781"/>
                </a:lnTo>
                <a:lnTo>
                  <a:pt x="1400733" y="342570"/>
                </a:lnTo>
                <a:lnTo>
                  <a:pt x="1400862" y="342356"/>
                </a:lnTo>
                <a:lnTo>
                  <a:pt x="1400990" y="342139"/>
                </a:lnTo>
                <a:lnTo>
                  <a:pt x="1401114" y="341921"/>
                </a:lnTo>
                <a:lnTo>
                  <a:pt x="1401232" y="341700"/>
                </a:lnTo>
                <a:lnTo>
                  <a:pt x="1401344" y="341478"/>
                </a:lnTo>
                <a:lnTo>
                  <a:pt x="1401451" y="341254"/>
                </a:lnTo>
                <a:lnTo>
                  <a:pt x="1401553" y="341029"/>
                </a:lnTo>
                <a:lnTo>
                  <a:pt x="1401649" y="340801"/>
                </a:lnTo>
                <a:lnTo>
                  <a:pt x="1401739" y="340572"/>
                </a:lnTo>
                <a:lnTo>
                  <a:pt x="1401824" y="340341"/>
                </a:lnTo>
                <a:lnTo>
                  <a:pt x="1401904" y="340109"/>
                </a:lnTo>
                <a:lnTo>
                  <a:pt x="1401978" y="339875"/>
                </a:lnTo>
                <a:lnTo>
                  <a:pt x="1402046" y="339638"/>
                </a:lnTo>
                <a:lnTo>
                  <a:pt x="1402109" y="339401"/>
                </a:lnTo>
                <a:lnTo>
                  <a:pt x="1402167" y="339161"/>
                </a:lnTo>
                <a:lnTo>
                  <a:pt x="1402219" y="338920"/>
                </a:lnTo>
                <a:lnTo>
                  <a:pt x="1402266" y="338676"/>
                </a:lnTo>
                <a:lnTo>
                  <a:pt x="1402307" y="338431"/>
                </a:lnTo>
                <a:lnTo>
                  <a:pt x="1402343" y="338185"/>
                </a:lnTo>
                <a:lnTo>
                  <a:pt x="1402373" y="337936"/>
                </a:lnTo>
                <a:lnTo>
                  <a:pt x="1402397" y="337686"/>
                </a:lnTo>
                <a:lnTo>
                  <a:pt x="1402417" y="337434"/>
                </a:lnTo>
                <a:lnTo>
                  <a:pt x="1402430" y="337181"/>
                </a:lnTo>
                <a:lnTo>
                  <a:pt x="1402439" y="336925"/>
                </a:lnTo>
                <a:lnTo>
                  <a:pt x="1402441" y="336668"/>
                </a:lnTo>
                <a:lnTo>
                  <a:pt x="1402436" y="336281"/>
                </a:lnTo>
                <a:lnTo>
                  <a:pt x="1402418" y="335898"/>
                </a:lnTo>
                <a:lnTo>
                  <a:pt x="1402389" y="335520"/>
                </a:lnTo>
                <a:lnTo>
                  <a:pt x="1402348" y="335146"/>
                </a:lnTo>
                <a:lnTo>
                  <a:pt x="1402296" y="334777"/>
                </a:lnTo>
                <a:lnTo>
                  <a:pt x="1402232" y="334413"/>
                </a:lnTo>
                <a:lnTo>
                  <a:pt x="1402156" y="334053"/>
                </a:lnTo>
                <a:lnTo>
                  <a:pt x="1402069" y="333698"/>
                </a:lnTo>
                <a:lnTo>
                  <a:pt x="1401970" y="333347"/>
                </a:lnTo>
                <a:lnTo>
                  <a:pt x="1401860" y="333001"/>
                </a:lnTo>
                <a:lnTo>
                  <a:pt x="1401738" y="332660"/>
                </a:lnTo>
                <a:lnTo>
                  <a:pt x="1401604" y="332323"/>
                </a:lnTo>
                <a:lnTo>
                  <a:pt x="1401459" y="331991"/>
                </a:lnTo>
                <a:lnTo>
                  <a:pt x="1401302" y="331664"/>
                </a:lnTo>
                <a:lnTo>
                  <a:pt x="1401133" y="331341"/>
                </a:lnTo>
                <a:lnTo>
                  <a:pt x="1400953" y="331022"/>
                </a:lnTo>
                <a:lnTo>
                  <a:pt x="1400761" y="330709"/>
                </a:lnTo>
                <a:lnTo>
                  <a:pt x="1400557" y="330400"/>
                </a:lnTo>
                <a:lnTo>
                  <a:pt x="1400342" y="330095"/>
                </a:lnTo>
                <a:lnTo>
                  <a:pt x="1400115" y="329795"/>
                </a:lnTo>
                <a:lnTo>
                  <a:pt x="1399877" y="329500"/>
                </a:lnTo>
                <a:lnTo>
                  <a:pt x="1399627" y="329209"/>
                </a:lnTo>
                <a:lnTo>
                  <a:pt x="1399365" y="328923"/>
                </a:lnTo>
                <a:lnTo>
                  <a:pt x="1399092" y="328642"/>
                </a:lnTo>
                <a:lnTo>
                  <a:pt x="1398811" y="328369"/>
                </a:lnTo>
                <a:lnTo>
                  <a:pt x="1398524" y="328107"/>
                </a:lnTo>
                <a:lnTo>
                  <a:pt x="1398234" y="327857"/>
                </a:lnTo>
                <a:lnTo>
                  <a:pt x="1397939" y="327619"/>
                </a:lnTo>
                <a:lnTo>
                  <a:pt x="1397639" y="327392"/>
                </a:lnTo>
                <a:lnTo>
                  <a:pt x="1397334" y="327177"/>
                </a:lnTo>
                <a:lnTo>
                  <a:pt x="1397025" y="326973"/>
                </a:lnTo>
                <a:lnTo>
                  <a:pt x="1396711" y="326781"/>
                </a:lnTo>
                <a:lnTo>
                  <a:pt x="1396393" y="326601"/>
                </a:lnTo>
                <a:lnTo>
                  <a:pt x="1396070" y="326432"/>
                </a:lnTo>
                <a:lnTo>
                  <a:pt x="1395743" y="326275"/>
                </a:lnTo>
                <a:lnTo>
                  <a:pt x="1395411" y="326130"/>
                </a:lnTo>
                <a:lnTo>
                  <a:pt x="1395074" y="325996"/>
                </a:lnTo>
                <a:lnTo>
                  <a:pt x="1394733" y="325874"/>
                </a:lnTo>
                <a:lnTo>
                  <a:pt x="1394387" y="325764"/>
                </a:lnTo>
                <a:lnTo>
                  <a:pt x="1394036" y="325665"/>
                </a:lnTo>
                <a:lnTo>
                  <a:pt x="1393681" y="325577"/>
                </a:lnTo>
                <a:lnTo>
                  <a:pt x="1393321" y="325502"/>
                </a:lnTo>
                <a:lnTo>
                  <a:pt x="1392957" y="325438"/>
                </a:lnTo>
                <a:lnTo>
                  <a:pt x="1392588" y="325386"/>
                </a:lnTo>
                <a:lnTo>
                  <a:pt x="1392214" y="325345"/>
                </a:lnTo>
                <a:lnTo>
                  <a:pt x="1391836" y="325316"/>
                </a:lnTo>
                <a:lnTo>
                  <a:pt x="1391453" y="325298"/>
                </a:lnTo>
                <a:lnTo>
                  <a:pt x="1391066" y="325292"/>
                </a:lnTo>
                <a:lnTo>
                  <a:pt x="1390678" y="325298"/>
                </a:lnTo>
                <a:lnTo>
                  <a:pt x="1390296" y="325316"/>
                </a:lnTo>
                <a:lnTo>
                  <a:pt x="1389917" y="325345"/>
                </a:lnTo>
                <a:lnTo>
                  <a:pt x="1389544" y="325386"/>
                </a:lnTo>
                <a:lnTo>
                  <a:pt x="1389175" y="325438"/>
                </a:lnTo>
                <a:lnTo>
                  <a:pt x="1388810" y="325502"/>
                </a:lnTo>
                <a:lnTo>
                  <a:pt x="1388451" y="325577"/>
                </a:lnTo>
                <a:lnTo>
                  <a:pt x="1388095" y="325665"/>
                </a:lnTo>
                <a:lnTo>
                  <a:pt x="1387745" y="325764"/>
                </a:lnTo>
                <a:lnTo>
                  <a:pt x="1387399" y="325874"/>
                </a:lnTo>
                <a:lnTo>
                  <a:pt x="1387058" y="325996"/>
                </a:lnTo>
                <a:lnTo>
                  <a:pt x="1386721" y="326130"/>
                </a:lnTo>
                <a:lnTo>
                  <a:pt x="1386389" y="326275"/>
                </a:lnTo>
                <a:lnTo>
                  <a:pt x="1386061" y="326432"/>
                </a:lnTo>
                <a:lnTo>
                  <a:pt x="1385738" y="326601"/>
                </a:lnTo>
                <a:lnTo>
                  <a:pt x="1385420" y="326781"/>
                </a:lnTo>
                <a:lnTo>
                  <a:pt x="1385106" y="326973"/>
                </a:lnTo>
                <a:lnTo>
                  <a:pt x="1384797" y="327177"/>
                </a:lnTo>
                <a:lnTo>
                  <a:pt x="1384493" y="327392"/>
                </a:lnTo>
                <a:lnTo>
                  <a:pt x="1384193" y="327619"/>
                </a:lnTo>
                <a:lnTo>
                  <a:pt x="1383898" y="327857"/>
                </a:lnTo>
                <a:lnTo>
                  <a:pt x="1383607" y="328107"/>
                </a:lnTo>
                <a:lnTo>
                  <a:pt x="1383321" y="328369"/>
                </a:lnTo>
                <a:lnTo>
                  <a:pt x="1383040" y="328642"/>
                </a:lnTo>
                <a:lnTo>
                  <a:pt x="1382766" y="328923"/>
                </a:lnTo>
                <a:lnTo>
                  <a:pt x="1382505" y="329209"/>
                </a:lnTo>
                <a:lnTo>
                  <a:pt x="1382255" y="329500"/>
                </a:lnTo>
                <a:lnTo>
                  <a:pt x="1382016" y="329795"/>
                </a:lnTo>
                <a:lnTo>
                  <a:pt x="1381789" y="330095"/>
                </a:lnTo>
                <a:lnTo>
                  <a:pt x="1381574" y="330400"/>
                </a:lnTo>
                <a:lnTo>
                  <a:pt x="1381371" y="330709"/>
                </a:lnTo>
                <a:lnTo>
                  <a:pt x="1381179" y="331022"/>
                </a:lnTo>
                <a:lnTo>
                  <a:pt x="1380999" y="331341"/>
                </a:lnTo>
                <a:lnTo>
                  <a:pt x="1380830" y="331664"/>
                </a:lnTo>
                <a:lnTo>
                  <a:pt x="1380673" y="331991"/>
                </a:lnTo>
                <a:lnTo>
                  <a:pt x="1380528" y="332323"/>
                </a:lnTo>
                <a:lnTo>
                  <a:pt x="1380394" y="332660"/>
                </a:lnTo>
                <a:lnTo>
                  <a:pt x="1380272" y="333001"/>
                </a:lnTo>
                <a:lnTo>
                  <a:pt x="1380161" y="333347"/>
                </a:lnTo>
                <a:lnTo>
                  <a:pt x="1380062" y="333698"/>
                </a:lnTo>
                <a:lnTo>
                  <a:pt x="1379975" y="334053"/>
                </a:lnTo>
                <a:lnTo>
                  <a:pt x="1379900" y="334413"/>
                </a:lnTo>
                <a:lnTo>
                  <a:pt x="1379836" y="334777"/>
                </a:lnTo>
                <a:lnTo>
                  <a:pt x="1379783" y="335146"/>
                </a:lnTo>
                <a:lnTo>
                  <a:pt x="1379743" y="335520"/>
                </a:lnTo>
                <a:lnTo>
                  <a:pt x="1379713" y="335898"/>
                </a:lnTo>
                <a:lnTo>
                  <a:pt x="1379696" y="336281"/>
                </a:lnTo>
                <a:lnTo>
                  <a:pt x="1379690" y="336668"/>
                </a:lnTo>
                <a:lnTo>
                  <a:pt x="1379696" y="337056"/>
                </a:lnTo>
                <a:lnTo>
                  <a:pt x="1379713" y="337438"/>
                </a:lnTo>
                <a:lnTo>
                  <a:pt x="1379743" y="337817"/>
                </a:lnTo>
                <a:lnTo>
                  <a:pt x="1379783" y="338190"/>
                </a:lnTo>
                <a:lnTo>
                  <a:pt x="1379836" y="338559"/>
                </a:lnTo>
                <a:lnTo>
                  <a:pt x="1379900" y="338923"/>
                </a:lnTo>
                <a:lnTo>
                  <a:pt x="1379975" y="339283"/>
                </a:lnTo>
                <a:lnTo>
                  <a:pt x="1380062" y="339638"/>
                </a:lnTo>
                <a:lnTo>
                  <a:pt x="1380161" y="339989"/>
                </a:lnTo>
                <a:lnTo>
                  <a:pt x="1380272" y="340335"/>
                </a:lnTo>
                <a:lnTo>
                  <a:pt x="1380394" y="340676"/>
                </a:lnTo>
                <a:lnTo>
                  <a:pt x="1380528" y="341013"/>
                </a:lnTo>
                <a:lnTo>
                  <a:pt x="1380673" y="341345"/>
                </a:lnTo>
                <a:lnTo>
                  <a:pt x="1380830" y="341673"/>
                </a:lnTo>
                <a:lnTo>
                  <a:pt x="1380999" y="341995"/>
                </a:lnTo>
                <a:lnTo>
                  <a:pt x="1381179" y="342314"/>
                </a:lnTo>
                <a:lnTo>
                  <a:pt x="1381371" y="342627"/>
                </a:lnTo>
                <a:lnTo>
                  <a:pt x="1381574" y="342937"/>
                </a:lnTo>
                <a:lnTo>
                  <a:pt x="1381789" y="343241"/>
                </a:lnTo>
                <a:lnTo>
                  <a:pt x="1382016" y="343541"/>
                </a:lnTo>
                <a:lnTo>
                  <a:pt x="1382255" y="343836"/>
                </a:lnTo>
                <a:lnTo>
                  <a:pt x="1382505" y="344127"/>
                </a:lnTo>
                <a:lnTo>
                  <a:pt x="1382766" y="344413"/>
                </a:lnTo>
                <a:lnTo>
                  <a:pt x="1383040" y="344694"/>
                </a:lnTo>
                <a:lnTo>
                  <a:pt x="1383321" y="344968"/>
                </a:lnTo>
                <a:lnTo>
                  <a:pt x="1383607" y="345229"/>
                </a:lnTo>
                <a:lnTo>
                  <a:pt x="1383898" y="345479"/>
                </a:lnTo>
                <a:lnTo>
                  <a:pt x="1384193" y="345718"/>
                </a:lnTo>
                <a:lnTo>
                  <a:pt x="1384493" y="345944"/>
                </a:lnTo>
                <a:lnTo>
                  <a:pt x="1384797" y="346160"/>
                </a:lnTo>
                <a:lnTo>
                  <a:pt x="1385106" y="346363"/>
                </a:lnTo>
                <a:lnTo>
                  <a:pt x="1385420" y="346555"/>
                </a:lnTo>
                <a:lnTo>
                  <a:pt x="1385738" y="346735"/>
                </a:lnTo>
                <a:lnTo>
                  <a:pt x="1386061" y="346904"/>
                </a:lnTo>
                <a:lnTo>
                  <a:pt x="1386389" y="347061"/>
                </a:lnTo>
                <a:lnTo>
                  <a:pt x="1386721" y="347206"/>
                </a:lnTo>
                <a:lnTo>
                  <a:pt x="1387058" y="347340"/>
                </a:lnTo>
                <a:lnTo>
                  <a:pt x="1387399" y="347462"/>
                </a:lnTo>
                <a:lnTo>
                  <a:pt x="1387745" y="347573"/>
                </a:lnTo>
                <a:lnTo>
                  <a:pt x="1388095" y="347672"/>
                </a:lnTo>
                <a:lnTo>
                  <a:pt x="1388451" y="347759"/>
                </a:lnTo>
                <a:lnTo>
                  <a:pt x="1388810" y="347834"/>
                </a:lnTo>
                <a:lnTo>
                  <a:pt x="1389175" y="347898"/>
                </a:lnTo>
                <a:lnTo>
                  <a:pt x="1389544" y="347951"/>
                </a:lnTo>
                <a:lnTo>
                  <a:pt x="1389917" y="347991"/>
                </a:lnTo>
                <a:lnTo>
                  <a:pt x="1390296" y="348020"/>
                </a:lnTo>
                <a:lnTo>
                  <a:pt x="1390678" y="348038"/>
                </a:lnTo>
                <a:lnTo>
                  <a:pt x="1391066" y="348044"/>
                </a:lnTo>
                <a:lnTo>
                  <a:pt x="1391328" y="348041"/>
                </a:lnTo>
                <a:lnTo>
                  <a:pt x="1391588" y="348033"/>
                </a:lnTo>
                <a:lnTo>
                  <a:pt x="1391846" y="348020"/>
                </a:lnTo>
                <a:lnTo>
                  <a:pt x="1392102" y="348002"/>
                </a:lnTo>
                <a:lnTo>
                  <a:pt x="1392355" y="347978"/>
                </a:lnTo>
                <a:lnTo>
                  <a:pt x="1392606" y="347949"/>
                </a:lnTo>
                <a:close/>
                <a:moveTo>
                  <a:pt x="1343845" y="347915"/>
                </a:moveTo>
                <a:lnTo>
                  <a:pt x="1344092" y="347875"/>
                </a:lnTo>
                <a:lnTo>
                  <a:pt x="1344337" y="347830"/>
                </a:lnTo>
                <a:lnTo>
                  <a:pt x="1344579" y="347780"/>
                </a:lnTo>
                <a:lnTo>
                  <a:pt x="1344820" y="347725"/>
                </a:lnTo>
                <a:lnTo>
                  <a:pt x="1345058" y="347665"/>
                </a:lnTo>
                <a:lnTo>
                  <a:pt x="1345294" y="347599"/>
                </a:lnTo>
                <a:lnTo>
                  <a:pt x="1345527" y="347528"/>
                </a:lnTo>
                <a:lnTo>
                  <a:pt x="1345759" y="347451"/>
                </a:lnTo>
                <a:lnTo>
                  <a:pt x="1345988" y="347370"/>
                </a:lnTo>
                <a:lnTo>
                  <a:pt x="1346215" y="347283"/>
                </a:lnTo>
                <a:lnTo>
                  <a:pt x="1346440" y="347191"/>
                </a:lnTo>
                <a:lnTo>
                  <a:pt x="1346663" y="347093"/>
                </a:lnTo>
                <a:lnTo>
                  <a:pt x="1346883" y="346990"/>
                </a:lnTo>
                <a:lnTo>
                  <a:pt x="1347102" y="346882"/>
                </a:lnTo>
                <a:lnTo>
                  <a:pt x="1347318" y="346769"/>
                </a:lnTo>
                <a:lnTo>
                  <a:pt x="1347532" y="346651"/>
                </a:lnTo>
                <a:lnTo>
                  <a:pt x="1347744" y="346527"/>
                </a:lnTo>
                <a:lnTo>
                  <a:pt x="1347958" y="346394"/>
                </a:lnTo>
                <a:lnTo>
                  <a:pt x="1348168" y="346257"/>
                </a:lnTo>
                <a:lnTo>
                  <a:pt x="1348375" y="346116"/>
                </a:lnTo>
                <a:lnTo>
                  <a:pt x="1348577" y="345972"/>
                </a:lnTo>
                <a:lnTo>
                  <a:pt x="1348777" y="345825"/>
                </a:lnTo>
                <a:lnTo>
                  <a:pt x="1348972" y="345674"/>
                </a:lnTo>
                <a:lnTo>
                  <a:pt x="1349164" y="345519"/>
                </a:lnTo>
                <a:lnTo>
                  <a:pt x="1349352" y="345361"/>
                </a:lnTo>
                <a:lnTo>
                  <a:pt x="1349536" y="345200"/>
                </a:lnTo>
                <a:lnTo>
                  <a:pt x="1349716" y="345035"/>
                </a:lnTo>
                <a:lnTo>
                  <a:pt x="1349893" y="344866"/>
                </a:lnTo>
                <a:lnTo>
                  <a:pt x="1350066" y="344694"/>
                </a:lnTo>
                <a:lnTo>
                  <a:pt x="1350235" y="344519"/>
                </a:lnTo>
                <a:lnTo>
                  <a:pt x="1350401" y="344340"/>
                </a:lnTo>
                <a:lnTo>
                  <a:pt x="1350563" y="344157"/>
                </a:lnTo>
                <a:lnTo>
                  <a:pt x="1350721" y="343971"/>
                </a:lnTo>
                <a:lnTo>
                  <a:pt x="1350875" y="343781"/>
                </a:lnTo>
                <a:lnTo>
                  <a:pt x="1351026" y="343588"/>
                </a:lnTo>
                <a:lnTo>
                  <a:pt x="1351173" y="343392"/>
                </a:lnTo>
                <a:lnTo>
                  <a:pt x="1351316" y="343192"/>
                </a:lnTo>
                <a:lnTo>
                  <a:pt x="1351456" y="342988"/>
                </a:lnTo>
                <a:lnTo>
                  <a:pt x="1351591" y="342781"/>
                </a:lnTo>
                <a:lnTo>
                  <a:pt x="1351723" y="342570"/>
                </a:lnTo>
                <a:lnTo>
                  <a:pt x="1351851" y="342356"/>
                </a:lnTo>
                <a:lnTo>
                  <a:pt x="1351980" y="342139"/>
                </a:lnTo>
                <a:lnTo>
                  <a:pt x="1352104" y="341921"/>
                </a:lnTo>
                <a:lnTo>
                  <a:pt x="1352222" y="341700"/>
                </a:lnTo>
                <a:lnTo>
                  <a:pt x="1352334" y="341478"/>
                </a:lnTo>
                <a:lnTo>
                  <a:pt x="1352441" y="341254"/>
                </a:lnTo>
                <a:lnTo>
                  <a:pt x="1352543" y="341029"/>
                </a:lnTo>
                <a:lnTo>
                  <a:pt x="1352639" y="340801"/>
                </a:lnTo>
                <a:lnTo>
                  <a:pt x="1352729" y="340572"/>
                </a:lnTo>
                <a:lnTo>
                  <a:pt x="1352814" y="340341"/>
                </a:lnTo>
                <a:lnTo>
                  <a:pt x="1352894" y="340109"/>
                </a:lnTo>
                <a:lnTo>
                  <a:pt x="1352968" y="339875"/>
                </a:lnTo>
                <a:lnTo>
                  <a:pt x="1353036" y="339638"/>
                </a:lnTo>
                <a:lnTo>
                  <a:pt x="1353099" y="339401"/>
                </a:lnTo>
                <a:lnTo>
                  <a:pt x="1353157" y="339161"/>
                </a:lnTo>
                <a:lnTo>
                  <a:pt x="1353209" y="338920"/>
                </a:lnTo>
                <a:lnTo>
                  <a:pt x="1353256" y="338676"/>
                </a:lnTo>
                <a:lnTo>
                  <a:pt x="1353297" y="338431"/>
                </a:lnTo>
                <a:lnTo>
                  <a:pt x="1353333" y="338185"/>
                </a:lnTo>
                <a:lnTo>
                  <a:pt x="1353363" y="337936"/>
                </a:lnTo>
                <a:lnTo>
                  <a:pt x="1353388" y="337686"/>
                </a:lnTo>
                <a:lnTo>
                  <a:pt x="1353407" y="337434"/>
                </a:lnTo>
                <a:lnTo>
                  <a:pt x="1353420" y="337181"/>
                </a:lnTo>
                <a:lnTo>
                  <a:pt x="1353429" y="336925"/>
                </a:lnTo>
                <a:lnTo>
                  <a:pt x="1353431" y="336668"/>
                </a:lnTo>
                <a:lnTo>
                  <a:pt x="1353426" y="336281"/>
                </a:lnTo>
                <a:lnTo>
                  <a:pt x="1353408" y="335898"/>
                </a:lnTo>
                <a:lnTo>
                  <a:pt x="1353379" y="335520"/>
                </a:lnTo>
                <a:lnTo>
                  <a:pt x="1353338" y="335146"/>
                </a:lnTo>
                <a:lnTo>
                  <a:pt x="1353286" y="334777"/>
                </a:lnTo>
                <a:lnTo>
                  <a:pt x="1353222" y="334413"/>
                </a:lnTo>
                <a:lnTo>
                  <a:pt x="1353146" y="334053"/>
                </a:lnTo>
                <a:lnTo>
                  <a:pt x="1353059" y="333698"/>
                </a:lnTo>
                <a:lnTo>
                  <a:pt x="1352960" y="333347"/>
                </a:lnTo>
                <a:lnTo>
                  <a:pt x="1352850" y="333001"/>
                </a:lnTo>
                <a:lnTo>
                  <a:pt x="1352728" y="332660"/>
                </a:lnTo>
                <a:lnTo>
                  <a:pt x="1352594" y="332323"/>
                </a:lnTo>
                <a:lnTo>
                  <a:pt x="1352449" y="331991"/>
                </a:lnTo>
                <a:lnTo>
                  <a:pt x="1352292" y="331664"/>
                </a:lnTo>
                <a:lnTo>
                  <a:pt x="1352123" y="331341"/>
                </a:lnTo>
                <a:lnTo>
                  <a:pt x="1351943" y="331022"/>
                </a:lnTo>
                <a:lnTo>
                  <a:pt x="1351751" y="330709"/>
                </a:lnTo>
                <a:lnTo>
                  <a:pt x="1351547" y="330400"/>
                </a:lnTo>
                <a:lnTo>
                  <a:pt x="1351332" y="330095"/>
                </a:lnTo>
                <a:lnTo>
                  <a:pt x="1351105" y="329795"/>
                </a:lnTo>
                <a:lnTo>
                  <a:pt x="1350867" y="329500"/>
                </a:lnTo>
                <a:lnTo>
                  <a:pt x="1350617" y="329209"/>
                </a:lnTo>
                <a:lnTo>
                  <a:pt x="1350355" y="328923"/>
                </a:lnTo>
                <a:lnTo>
                  <a:pt x="1350082" y="328642"/>
                </a:lnTo>
                <a:lnTo>
                  <a:pt x="1349801" y="328369"/>
                </a:lnTo>
                <a:lnTo>
                  <a:pt x="1349514" y="328107"/>
                </a:lnTo>
                <a:lnTo>
                  <a:pt x="1349224" y="327857"/>
                </a:lnTo>
                <a:lnTo>
                  <a:pt x="1348929" y="327619"/>
                </a:lnTo>
                <a:lnTo>
                  <a:pt x="1348629" y="327392"/>
                </a:lnTo>
                <a:lnTo>
                  <a:pt x="1348324" y="327177"/>
                </a:lnTo>
                <a:lnTo>
                  <a:pt x="1348015" y="326973"/>
                </a:lnTo>
                <a:lnTo>
                  <a:pt x="1347702" y="326781"/>
                </a:lnTo>
                <a:lnTo>
                  <a:pt x="1347383" y="326601"/>
                </a:lnTo>
                <a:lnTo>
                  <a:pt x="1347060" y="326432"/>
                </a:lnTo>
                <a:lnTo>
                  <a:pt x="1346733" y="326275"/>
                </a:lnTo>
                <a:lnTo>
                  <a:pt x="1346401" y="326130"/>
                </a:lnTo>
                <a:lnTo>
                  <a:pt x="1346064" y="325996"/>
                </a:lnTo>
                <a:lnTo>
                  <a:pt x="1345723" y="325874"/>
                </a:lnTo>
                <a:lnTo>
                  <a:pt x="1345377" y="325764"/>
                </a:lnTo>
                <a:lnTo>
                  <a:pt x="1345026" y="325665"/>
                </a:lnTo>
                <a:lnTo>
                  <a:pt x="1344671" y="325577"/>
                </a:lnTo>
                <a:lnTo>
                  <a:pt x="1344311" y="325502"/>
                </a:lnTo>
                <a:lnTo>
                  <a:pt x="1343947" y="325438"/>
                </a:lnTo>
                <a:lnTo>
                  <a:pt x="1343578" y="325386"/>
                </a:lnTo>
                <a:lnTo>
                  <a:pt x="1343204" y="325345"/>
                </a:lnTo>
                <a:lnTo>
                  <a:pt x="1342826" y="325316"/>
                </a:lnTo>
                <a:lnTo>
                  <a:pt x="1342443" y="325298"/>
                </a:lnTo>
                <a:lnTo>
                  <a:pt x="1342056" y="325292"/>
                </a:lnTo>
                <a:lnTo>
                  <a:pt x="1341668" y="325298"/>
                </a:lnTo>
                <a:lnTo>
                  <a:pt x="1341286" y="325316"/>
                </a:lnTo>
                <a:lnTo>
                  <a:pt x="1340907" y="325345"/>
                </a:lnTo>
                <a:lnTo>
                  <a:pt x="1340534" y="325386"/>
                </a:lnTo>
                <a:lnTo>
                  <a:pt x="1340165" y="325438"/>
                </a:lnTo>
                <a:lnTo>
                  <a:pt x="1339800" y="325502"/>
                </a:lnTo>
                <a:lnTo>
                  <a:pt x="1339441" y="325577"/>
                </a:lnTo>
                <a:lnTo>
                  <a:pt x="1339085" y="325665"/>
                </a:lnTo>
                <a:lnTo>
                  <a:pt x="1338735" y="325764"/>
                </a:lnTo>
                <a:lnTo>
                  <a:pt x="1338389" y="325874"/>
                </a:lnTo>
                <a:lnTo>
                  <a:pt x="1338048" y="325996"/>
                </a:lnTo>
                <a:lnTo>
                  <a:pt x="1337711" y="326130"/>
                </a:lnTo>
                <a:lnTo>
                  <a:pt x="1337379" y="326275"/>
                </a:lnTo>
                <a:lnTo>
                  <a:pt x="1337051" y="326432"/>
                </a:lnTo>
                <a:lnTo>
                  <a:pt x="1336728" y="326601"/>
                </a:lnTo>
                <a:lnTo>
                  <a:pt x="1336410" y="326781"/>
                </a:lnTo>
                <a:lnTo>
                  <a:pt x="1336096" y="326973"/>
                </a:lnTo>
                <a:lnTo>
                  <a:pt x="1335787" y="327177"/>
                </a:lnTo>
                <a:lnTo>
                  <a:pt x="1335483" y="327392"/>
                </a:lnTo>
                <a:lnTo>
                  <a:pt x="1335183" y="327619"/>
                </a:lnTo>
                <a:lnTo>
                  <a:pt x="1334888" y="327857"/>
                </a:lnTo>
                <a:lnTo>
                  <a:pt x="1334597" y="328107"/>
                </a:lnTo>
                <a:lnTo>
                  <a:pt x="1334311" y="328369"/>
                </a:lnTo>
                <a:lnTo>
                  <a:pt x="1334030" y="328642"/>
                </a:lnTo>
                <a:lnTo>
                  <a:pt x="1333756" y="328923"/>
                </a:lnTo>
                <a:lnTo>
                  <a:pt x="1333495" y="329209"/>
                </a:lnTo>
                <a:lnTo>
                  <a:pt x="1333245" y="329500"/>
                </a:lnTo>
                <a:lnTo>
                  <a:pt x="1333006" y="329795"/>
                </a:lnTo>
                <a:lnTo>
                  <a:pt x="1332779" y="330095"/>
                </a:lnTo>
                <a:lnTo>
                  <a:pt x="1332564" y="330400"/>
                </a:lnTo>
                <a:lnTo>
                  <a:pt x="1332361" y="330709"/>
                </a:lnTo>
                <a:lnTo>
                  <a:pt x="1332169" y="331022"/>
                </a:lnTo>
                <a:lnTo>
                  <a:pt x="1331989" y="331341"/>
                </a:lnTo>
                <a:lnTo>
                  <a:pt x="1331820" y="331664"/>
                </a:lnTo>
                <a:lnTo>
                  <a:pt x="1331663" y="331991"/>
                </a:lnTo>
                <a:lnTo>
                  <a:pt x="1331518" y="332323"/>
                </a:lnTo>
                <a:lnTo>
                  <a:pt x="1331384" y="332660"/>
                </a:lnTo>
                <a:lnTo>
                  <a:pt x="1331262" y="333001"/>
                </a:lnTo>
                <a:lnTo>
                  <a:pt x="1331151" y="333347"/>
                </a:lnTo>
                <a:lnTo>
                  <a:pt x="1331052" y="333698"/>
                </a:lnTo>
                <a:lnTo>
                  <a:pt x="1330965" y="334053"/>
                </a:lnTo>
                <a:lnTo>
                  <a:pt x="1330889" y="334413"/>
                </a:lnTo>
                <a:lnTo>
                  <a:pt x="1330826" y="334777"/>
                </a:lnTo>
                <a:lnTo>
                  <a:pt x="1330773" y="335146"/>
                </a:lnTo>
                <a:lnTo>
                  <a:pt x="1330732" y="335520"/>
                </a:lnTo>
                <a:lnTo>
                  <a:pt x="1330703" y="335898"/>
                </a:lnTo>
                <a:lnTo>
                  <a:pt x="1330686" y="336281"/>
                </a:lnTo>
                <a:lnTo>
                  <a:pt x="1330680" y="336668"/>
                </a:lnTo>
                <a:lnTo>
                  <a:pt x="1330686" y="337056"/>
                </a:lnTo>
                <a:lnTo>
                  <a:pt x="1330703" y="337438"/>
                </a:lnTo>
                <a:lnTo>
                  <a:pt x="1330732" y="337817"/>
                </a:lnTo>
                <a:lnTo>
                  <a:pt x="1330773" y="338190"/>
                </a:lnTo>
                <a:lnTo>
                  <a:pt x="1330826" y="338559"/>
                </a:lnTo>
                <a:lnTo>
                  <a:pt x="1330889" y="338923"/>
                </a:lnTo>
                <a:lnTo>
                  <a:pt x="1330965" y="339283"/>
                </a:lnTo>
                <a:lnTo>
                  <a:pt x="1331052" y="339638"/>
                </a:lnTo>
                <a:lnTo>
                  <a:pt x="1331151" y="339989"/>
                </a:lnTo>
                <a:lnTo>
                  <a:pt x="1331262" y="340335"/>
                </a:lnTo>
                <a:lnTo>
                  <a:pt x="1331384" y="340676"/>
                </a:lnTo>
                <a:lnTo>
                  <a:pt x="1331518" y="341013"/>
                </a:lnTo>
                <a:lnTo>
                  <a:pt x="1331663" y="341345"/>
                </a:lnTo>
                <a:lnTo>
                  <a:pt x="1331820" y="341673"/>
                </a:lnTo>
                <a:lnTo>
                  <a:pt x="1331989" y="341995"/>
                </a:lnTo>
                <a:lnTo>
                  <a:pt x="1332169" y="342314"/>
                </a:lnTo>
                <a:lnTo>
                  <a:pt x="1332361" y="342627"/>
                </a:lnTo>
                <a:lnTo>
                  <a:pt x="1332564" y="342937"/>
                </a:lnTo>
                <a:lnTo>
                  <a:pt x="1332779" y="343241"/>
                </a:lnTo>
                <a:lnTo>
                  <a:pt x="1333006" y="343541"/>
                </a:lnTo>
                <a:lnTo>
                  <a:pt x="1333245" y="343836"/>
                </a:lnTo>
                <a:lnTo>
                  <a:pt x="1333495" y="344127"/>
                </a:lnTo>
                <a:lnTo>
                  <a:pt x="1333756" y="344413"/>
                </a:lnTo>
                <a:lnTo>
                  <a:pt x="1334030" y="344694"/>
                </a:lnTo>
                <a:lnTo>
                  <a:pt x="1334311" y="344968"/>
                </a:lnTo>
                <a:lnTo>
                  <a:pt x="1334597" y="345229"/>
                </a:lnTo>
                <a:lnTo>
                  <a:pt x="1334888" y="345479"/>
                </a:lnTo>
                <a:lnTo>
                  <a:pt x="1335183" y="345718"/>
                </a:lnTo>
                <a:lnTo>
                  <a:pt x="1335483" y="345944"/>
                </a:lnTo>
                <a:lnTo>
                  <a:pt x="1335787" y="346160"/>
                </a:lnTo>
                <a:lnTo>
                  <a:pt x="1336096" y="346363"/>
                </a:lnTo>
                <a:lnTo>
                  <a:pt x="1336410" y="346555"/>
                </a:lnTo>
                <a:lnTo>
                  <a:pt x="1336728" y="346735"/>
                </a:lnTo>
                <a:lnTo>
                  <a:pt x="1337051" y="346904"/>
                </a:lnTo>
                <a:lnTo>
                  <a:pt x="1337379" y="347061"/>
                </a:lnTo>
                <a:lnTo>
                  <a:pt x="1337711" y="347206"/>
                </a:lnTo>
                <a:lnTo>
                  <a:pt x="1338048" y="347340"/>
                </a:lnTo>
                <a:lnTo>
                  <a:pt x="1338389" y="347462"/>
                </a:lnTo>
                <a:lnTo>
                  <a:pt x="1338735" y="347573"/>
                </a:lnTo>
                <a:lnTo>
                  <a:pt x="1339085" y="347672"/>
                </a:lnTo>
                <a:lnTo>
                  <a:pt x="1339441" y="347759"/>
                </a:lnTo>
                <a:lnTo>
                  <a:pt x="1339800" y="347834"/>
                </a:lnTo>
                <a:lnTo>
                  <a:pt x="1340165" y="347898"/>
                </a:lnTo>
                <a:lnTo>
                  <a:pt x="1340534" y="347951"/>
                </a:lnTo>
                <a:lnTo>
                  <a:pt x="1340907" y="347991"/>
                </a:lnTo>
                <a:lnTo>
                  <a:pt x="1341286" y="348020"/>
                </a:lnTo>
                <a:lnTo>
                  <a:pt x="1341668" y="348038"/>
                </a:lnTo>
                <a:lnTo>
                  <a:pt x="1342056" y="348044"/>
                </a:lnTo>
                <a:lnTo>
                  <a:pt x="1342318" y="348041"/>
                </a:lnTo>
                <a:lnTo>
                  <a:pt x="1342578" y="348033"/>
                </a:lnTo>
                <a:lnTo>
                  <a:pt x="1342836" y="348020"/>
                </a:lnTo>
                <a:lnTo>
                  <a:pt x="1343091" y="348002"/>
                </a:lnTo>
                <a:lnTo>
                  <a:pt x="1343345" y="347978"/>
                </a:lnTo>
                <a:lnTo>
                  <a:pt x="1343596" y="347949"/>
                </a:lnTo>
                <a:lnTo>
                  <a:pt x="1343845" y="347915"/>
                </a:lnTo>
                <a:close/>
                <a:moveTo>
                  <a:pt x="1483134" y="339954"/>
                </a:moveTo>
                <a:lnTo>
                  <a:pt x="1483050" y="340657"/>
                </a:lnTo>
                <a:lnTo>
                  <a:pt x="1482965" y="341360"/>
                </a:lnTo>
                <a:lnTo>
                  <a:pt x="1482878" y="342061"/>
                </a:lnTo>
                <a:lnTo>
                  <a:pt x="1482790" y="342761"/>
                </a:lnTo>
                <a:lnTo>
                  <a:pt x="1482699" y="343459"/>
                </a:lnTo>
                <a:lnTo>
                  <a:pt x="1482607" y="344156"/>
                </a:lnTo>
                <a:lnTo>
                  <a:pt x="1482513" y="344852"/>
                </a:lnTo>
                <a:lnTo>
                  <a:pt x="1482418" y="345547"/>
                </a:lnTo>
                <a:lnTo>
                  <a:pt x="1482320" y="346240"/>
                </a:lnTo>
                <a:lnTo>
                  <a:pt x="1482221" y="346932"/>
                </a:lnTo>
                <a:lnTo>
                  <a:pt x="1482120" y="347622"/>
                </a:lnTo>
                <a:lnTo>
                  <a:pt x="1482017" y="348312"/>
                </a:lnTo>
                <a:lnTo>
                  <a:pt x="1481913" y="349000"/>
                </a:lnTo>
                <a:lnTo>
                  <a:pt x="1481807" y="349686"/>
                </a:lnTo>
                <a:lnTo>
                  <a:pt x="1481699" y="350372"/>
                </a:lnTo>
                <a:lnTo>
                  <a:pt x="1481589" y="351056"/>
                </a:lnTo>
                <a:lnTo>
                  <a:pt x="1481477" y="351738"/>
                </a:lnTo>
                <a:lnTo>
                  <a:pt x="1481364" y="352420"/>
                </a:lnTo>
                <a:lnTo>
                  <a:pt x="1481249" y="353100"/>
                </a:lnTo>
                <a:lnTo>
                  <a:pt x="1481139" y="353781"/>
                </a:lnTo>
                <a:lnTo>
                  <a:pt x="1481028" y="354458"/>
                </a:lnTo>
                <a:lnTo>
                  <a:pt x="1480917" y="355129"/>
                </a:lnTo>
                <a:lnTo>
                  <a:pt x="1480807" y="355794"/>
                </a:lnTo>
                <a:lnTo>
                  <a:pt x="1480696" y="356454"/>
                </a:lnTo>
                <a:lnTo>
                  <a:pt x="1480586" y="357109"/>
                </a:lnTo>
                <a:lnTo>
                  <a:pt x="1480475" y="357758"/>
                </a:lnTo>
                <a:lnTo>
                  <a:pt x="1480364" y="358401"/>
                </a:lnTo>
                <a:lnTo>
                  <a:pt x="1480254" y="359039"/>
                </a:lnTo>
                <a:lnTo>
                  <a:pt x="1480143" y="359672"/>
                </a:lnTo>
                <a:lnTo>
                  <a:pt x="1480033" y="360299"/>
                </a:lnTo>
                <a:lnTo>
                  <a:pt x="1479922" y="360920"/>
                </a:lnTo>
                <a:lnTo>
                  <a:pt x="1479811" y="361536"/>
                </a:lnTo>
                <a:lnTo>
                  <a:pt x="1479701" y="362147"/>
                </a:lnTo>
                <a:lnTo>
                  <a:pt x="1479590" y="362752"/>
                </a:lnTo>
                <a:lnTo>
                  <a:pt x="1479480" y="363352"/>
                </a:lnTo>
                <a:lnTo>
                  <a:pt x="1479369" y="363946"/>
                </a:lnTo>
                <a:lnTo>
                  <a:pt x="1479259" y="364534"/>
                </a:lnTo>
                <a:lnTo>
                  <a:pt x="1479148" y="365118"/>
                </a:lnTo>
                <a:lnTo>
                  <a:pt x="1479037" y="365695"/>
                </a:lnTo>
                <a:lnTo>
                  <a:pt x="1478927" y="366267"/>
                </a:lnTo>
                <a:lnTo>
                  <a:pt x="1478816" y="366834"/>
                </a:lnTo>
                <a:lnTo>
                  <a:pt x="1478706" y="367395"/>
                </a:lnTo>
                <a:lnTo>
                  <a:pt x="1478595" y="367951"/>
                </a:lnTo>
                <a:lnTo>
                  <a:pt x="1478485" y="368500"/>
                </a:lnTo>
                <a:lnTo>
                  <a:pt x="1478377" y="369039"/>
                </a:lnTo>
                <a:lnTo>
                  <a:pt x="1478271" y="369570"/>
                </a:lnTo>
                <a:lnTo>
                  <a:pt x="1478167" y="370091"/>
                </a:lnTo>
                <a:lnTo>
                  <a:pt x="1478064" y="370604"/>
                </a:lnTo>
                <a:lnTo>
                  <a:pt x="1477963" y="371107"/>
                </a:lnTo>
                <a:lnTo>
                  <a:pt x="1477864" y="371602"/>
                </a:lnTo>
                <a:lnTo>
                  <a:pt x="1477766" y="372087"/>
                </a:lnTo>
                <a:lnTo>
                  <a:pt x="1477671" y="372564"/>
                </a:lnTo>
                <a:lnTo>
                  <a:pt x="1477577" y="373031"/>
                </a:lnTo>
                <a:lnTo>
                  <a:pt x="1477485" y="373490"/>
                </a:lnTo>
                <a:lnTo>
                  <a:pt x="1477394" y="373939"/>
                </a:lnTo>
                <a:lnTo>
                  <a:pt x="1477305" y="374380"/>
                </a:lnTo>
                <a:lnTo>
                  <a:pt x="1477219" y="374811"/>
                </a:lnTo>
                <a:lnTo>
                  <a:pt x="1477133" y="375234"/>
                </a:lnTo>
                <a:lnTo>
                  <a:pt x="1477050" y="375647"/>
                </a:lnTo>
                <a:lnTo>
                  <a:pt x="1476968" y="376052"/>
                </a:lnTo>
                <a:lnTo>
                  <a:pt x="1476889" y="376447"/>
                </a:lnTo>
                <a:lnTo>
                  <a:pt x="1476810" y="376834"/>
                </a:lnTo>
                <a:lnTo>
                  <a:pt x="1476734" y="377211"/>
                </a:lnTo>
                <a:lnTo>
                  <a:pt x="1476659" y="377580"/>
                </a:lnTo>
                <a:lnTo>
                  <a:pt x="1476587" y="377939"/>
                </a:lnTo>
                <a:lnTo>
                  <a:pt x="1476515" y="378290"/>
                </a:lnTo>
                <a:lnTo>
                  <a:pt x="1476446" y="378632"/>
                </a:lnTo>
                <a:lnTo>
                  <a:pt x="1487822" y="378632"/>
                </a:lnTo>
                <a:lnTo>
                  <a:pt x="1487950" y="378268"/>
                </a:lnTo>
                <a:lnTo>
                  <a:pt x="1488080" y="377895"/>
                </a:lnTo>
                <a:lnTo>
                  <a:pt x="1488214" y="377511"/>
                </a:lnTo>
                <a:lnTo>
                  <a:pt x="1488350" y="377117"/>
                </a:lnTo>
                <a:lnTo>
                  <a:pt x="1488489" y="376712"/>
                </a:lnTo>
                <a:lnTo>
                  <a:pt x="1488632" y="376297"/>
                </a:lnTo>
                <a:lnTo>
                  <a:pt x="1488777" y="375872"/>
                </a:lnTo>
                <a:lnTo>
                  <a:pt x="1488924" y="375437"/>
                </a:lnTo>
                <a:lnTo>
                  <a:pt x="1489075" y="374991"/>
                </a:lnTo>
                <a:lnTo>
                  <a:pt x="1489228" y="374535"/>
                </a:lnTo>
                <a:lnTo>
                  <a:pt x="1489385" y="374068"/>
                </a:lnTo>
                <a:lnTo>
                  <a:pt x="1489544" y="373591"/>
                </a:lnTo>
                <a:lnTo>
                  <a:pt x="1489706" y="373104"/>
                </a:lnTo>
                <a:lnTo>
                  <a:pt x="1489871" y="372607"/>
                </a:lnTo>
                <a:lnTo>
                  <a:pt x="1490039" y="372099"/>
                </a:lnTo>
                <a:lnTo>
                  <a:pt x="1490209" y="371581"/>
                </a:lnTo>
                <a:lnTo>
                  <a:pt x="1490383" y="371053"/>
                </a:lnTo>
                <a:lnTo>
                  <a:pt x="1490559" y="370515"/>
                </a:lnTo>
                <a:lnTo>
                  <a:pt x="1490738" y="369966"/>
                </a:lnTo>
                <a:lnTo>
                  <a:pt x="1490920" y="369406"/>
                </a:lnTo>
                <a:lnTo>
                  <a:pt x="1491105" y="368837"/>
                </a:lnTo>
                <a:lnTo>
                  <a:pt x="1491293" y="368257"/>
                </a:lnTo>
                <a:lnTo>
                  <a:pt x="1491483" y="367667"/>
                </a:lnTo>
                <a:lnTo>
                  <a:pt x="1491677" y="367066"/>
                </a:lnTo>
                <a:lnTo>
                  <a:pt x="1491871" y="366459"/>
                </a:lnTo>
                <a:lnTo>
                  <a:pt x="1492065" y="365848"/>
                </a:lnTo>
                <a:lnTo>
                  <a:pt x="1492259" y="365235"/>
                </a:lnTo>
                <a:lnTo>
                  <a:pt x="1492451" y="364617"/>
                </a:lnTo>
                <a:lnTo>
                  <a:pt x="1492643" y="363997"/>
                </a:lnTo>
                <a:lnTo>
                  <a:pt x="1492834" y="363373"/>
                </a:lnTo>
                <a:lnTo>
                  <a:pt x="1493025" y="362746"/>
                </a:lnTo>
                <a:lnTo>
                  <a:pt x="1493215" y="362116"/>
                </a:lnTo>
                <a:lnTo>
                  <a:pt x="1493404" y="361482"/>
                </a:lnTo>
                <a:lnTo>
                  <a:pt x="1493593" y="360845"/>
                </a:lnTo>
                <a:lnTo>
                  <a:pt x="1493781" y="360205"/>
                </a:lnTo>
                <a:lnTo>
                  <a:pt x="1493968" y="359562"/>
                </a:lnTo>
                <a:lnTo>
                  <a:pt x="1494154" y="358915"/>
                </a:lnTo>
                <a:lnTo>
                  <a:pt x="1494340" y="358265"/>
                </a:lnTo>
                <a:lnTo>
                  <a:pt x="1494526" y="357611"/>
                </a:lnTo>
                <a:lnTo>
                  <a:pt x="1494710" y="356955"/>
                </a:lnTo>
                <a:lnTo>
                  <a:pt x="1494894" y="356295"/>
                </a:lnTo>
                <a:lnTo>
                  <a:pt x="1495078" y="355631"/>
                </a:lnTo>
                <a:lnTo>
                  <a:pt x="1495260" y="354965"/>
                </a:lnTo>
                <a:lnTo>
                  <a:pt x="1495442" y="354295"/>
                </a:lnTo>
                <a:lnTo>
                  <a:pt x="1495624" y="353622"/>
                </a:lnTo>
                <a:lnTo>
                  <a:pt x="1495805" y="352946"/>
                </a:lnTo>
                <a:lnTo>
                  <a:pt x="1495985" y="352266"/>
                </a:lnTo>
                <a:lnTo>
                  <a:pt x="1496164" y="351583"/>
                </a:lnTo>
                <a:lnTo>
                  <a:pt x="1496346" y="350900"/>
                </a:lnTo>
                <a:lnTo>
                  <a:pt x="1496525" y="350221"/>
                </a:lnTo>
                <a:lnTo>
                  <a:pt x="1496699" y="349545"/>
                </a:lnTo>
                <a:lnTo>
                  <a:pt x="1496870" y="348872"/>
                </a:lnTo>
                <a:lnTo>
                  <a:pt x="1497036" y="348203"/>
                </a:lnTo>
                <a:lnTo>
                  <a:pt x="1497199" y="347538"/>
                </a:lnTo>
                <a:lnTo>
                  <a:pt x="1497357" y="346876"/>
                </a:lnTo>
                <a:lnTo>
                  <a:pt x="1497512" y="346218"/>
                </a:lnTo>
                <a:lnTo>
                  <a:pt x="1497663" y="345563"/>
                </a:lnTo>
                <a:lnTo>
                  <a:pt x="1497810" y="344912"/>
                </a:lnTo>
                <a:lnTo>
                  <a:pt x="1497953" y="344264"/>
                </a:lnTo>
                <a:lnTo>
                  <a:pt x="1498092" y="343620"/>
                </a:lnTo>
                <a:lnTo>
                  <a:pt x="1498226" y="342979"/>
                </a:lnTo>
                <a:lnTo>
                  <a:pt x="1498357" y="342342"/>
                </a:lnTo>
                <a:lnTo>
                  <a:pt x="1498485" y="341708"/>
                </a:lnTo>
                <a:lnTo>
                  <a:pt x="1498608" y="341078"/>
                </a:lnTo>
                <a:lnTo>
                  <a:pt x="1498727" y="340451"/>
                </a:lnTo>
                <a:lnTo>
                  <a:pt x="1498842" y="339828"/>
                </a:lnTo>
                <a:lnTo>
                  <a:pt x="1498953" y="339208"/>
                </a:lnTo>
                <a:lnTo>
                  <a:pt x="1499061" y="338592"/>
                </a:lnTo>
                <a:lnTo>
                  <a:pt x="1499164" y="337979"/>
                </a:lnTo>
                <a:lnTo>
                  <a:pt x="1499263" y="337370"/>
                </a:lnTo>
                <a:lnTo>
                  <a:pt x="1499359" y="336765"/>
                </a:lnTo>
                <a:lnTo>
                  <a:pt x="1499450" y="336163"/>
                </a:lnTo>
                <a:lnTo>
                  <a:pt x="1500461" y="329337"/>
                </a:lnTo>
                <a:lnTo>
                  <a:pt x="1484283" y="329337"/>
                </a:lnTo>
                <a:lnTo>
                  <a:pt x="1483524" y="336415"/>
                </a:lnTo>
                <a:lnTo>
                  <a:pt x="1483450" y="337126"/>
                </a:lnTo>
                <a:lnTo>
                  <a:pt x="1483373" y="337835"/>
                </a:lnTo>
                <a:lnTo>
                  <a:pt x="1483295" y="338542"/>
                </a:lnTo>
                <a:lnTo>
                  <a:pt x="1483215" y="339249"/>
                </a:lnTo>
                <a:lnTo>
                  <a:pt x="1483134" y="339954"/>
                </a:lnTo>
                <a:close/>
                <a:moveTo>
                  <a:pt x="1340476" y="476159"/>
                </a:moveTo>
                <a:lnTo>
                  <a:pt x="1355138" y="476159"/>
                </a:lnTo>
                <a:lnTo>
                  <a:pt x="1355138" y="536829"/>
                </a:lnTo>
                <a:lnTo>
                  <a:pt x="1355145" y="537529"/>
                </a:lnTo>
                <a:lnTo>
                  <a:pt x="1355165" y="538220"/>
                </a:lnTo>
                <a:lnTo>
                  <a:pt x="1355199" y="538900"/>
                </a:lnTo>
                <a:lnTo>
                  <a:pt x="1355247" y="539571"/>
                </a:lnTo>
                <a:lnTo>
                  <a:pt x="1355308" y="540231"/>
                </a:lnTo>
                <a:lnTo>
                  <a:pt x="1355383" y="540881"/>
                </a:lnTo>
                <a:lnTo>
                  <a:pt x="1355471" y="541521"/>
                </a:lnTo>
                <a:lnTo>
                  <a:pt x="1355573" y="542151"/>
                </a:lnTo>
                <a:lnTo>
                  <a:pt x="1355689" y="542771"/>
                </a:lnTo>
                <a:lnTo>
                  <a:pt x="1355818" y="543381"/>
                </a:lnTo>
                <a:lnTo>
                  <a:pt x="1355961" y="543981"/>
                </a:lnTo>
                <a:lnTo>
                  <a:pt x="1356117" y="544570"/>
                </a:lnTo>
                <a:lnTo>
                  <a:pt x="1356287" y="545150"/>
                </a:lnTo>
                <a:lnTo>
                  <a:pt x="1356471" y="545719"/>
                </a:lnTo>
                <a:lnTo>
                  <a:pt x="1356668" y="546279"/>
                </a:lnTo>
                <a:lnTo>
                  <a:pt x="1356879" y="546828"/>
                </a:lnTo>
                <a:lnTo>
                  <a:pt x="1357104" y="547367"/>
                </a:lnTo>
                <a:lnTo>
                  <a:pt x="1357342" y="547896"/>
                </a:lnTo>
                <a:lnTo>
                  <a:pt x="1357593" y="548415"/>
                </a:lnTo>
                <a:lnTo>
                  <a:pt x="1357859" y="548924"/>
                </a:lnTo>
                <a:lnTo>
                  <a:pt x="1358138" y="549423"/>
                </a:lnTo>
                <a:lnTo>
                  <a:pt x="1358430" y="549911"/>
                </a:lnTo>
                <a:lnTo>
                  <a:pt x="1358736" y="550390"/>
                </a:lnTo>
                <a:lnTo>
                  <a:pt x="1359056" y="550859"/>
                </a:lnTo>
                <a:lnTo>
                  <a:pt x="1359391" y="551317"/>
                </a:lnTo>
                <a:lnTo>
                  <a:pt x="1359734" y="551766"/>
                </a:lnTo>
                <a:lnTo>
                  <a:pt x="1360083" y="552204"/>
                </a:lnTo>
                <a:lnTo>
                  <a:pt x="1360439" y="552633"/>
                </a:lnTo>
                <a:lnTo>
                  <a:pt x="1360803" y="553052"/>
                </a:lnTo>
                <a:lnTo>
                  <a:pt x="1361173" y="553462"/>
                </a:lnTo>
                <a:lnTo>
                  <a:pt x="1361551" y="553861"/>
                </a:lnTo>
                <a:lnTo>
                  <a:pt x="1361935" y="554250"/>
                </a:lnTo>
                <a:lnTo>
                  <a:pt x="1362327" y="554630"/>
                </a:lnTo>
                <a:lnTo>
                  <a:pt x="1362725" y="554999"/>
                </a:lnTo>
                <a:lnTo>
                  <a:pt x="1363131" y="555359"/>
                </a:lnTo>
                <a:lnTo>
                  <a:pt x="1363543" y="555709"/>
                </a:lnTo>
                <a:lnTo>
                  <a:pt x="1363963" y="556049"/>
                </a:lnTo>
                <a:lnTo>
                  <a:pt x="1364389" y="556379"/>
                </a:lnTo>
                <a:lnTo>
                  <a:pt x="1364823" y="556699"/>
                </a:lnTo>
                <a:lnTo>
                  <a:pt x="1365263" y="557010"/>
                </a:lnTo>
                <a:lnTo>
                  <a:pt x="1365711" y="557310"/>
                </a:lnTo>
                <a:lnTo>
                  <a:pt x="1366166" y="557601"/>
                </a:lnTo>
                <a:lnTo>
                  <a:pt x="1366627" y="557882"/>
                </a:lnTo>
                <a:lnTo>
                  <a:pt x="1367096" y="558153"/>
                </a:lnTo>
                <a:lnTo>
                  <a:pt x="1367572" y="558414"/>
                </a:lnTo>
                <a:lnTo>
                  <a:pt x="1368055" y="558665"/>
                </a:lnTo>
                <a:lnTo>
                  <a:pt x="1368544" y="558906"/>
                </a:lnTo>
                <a:lnTo>
                  <a:pt x="1369041" y="559138"/>
                </a:lnTo>
                <a:lnTo>
                  <a:pt x="1369547" y="559359"/>
                </a:lnTo>
                <a:lnTo>
                  <a:pt x="1370054" y="559572"/>
                </a:lnTo>
                <a:lnTo>
                  <a:pt x="1370562" y="559774"/>
                </a:lnTo>
                <a:lnTo>
                  <a:pt x="1371071" y="559968"/>
                </a:lnTo>
                <a:lnTo>
                  <a:pt x="1371580" y="560152"/>
                </a:lnTo>
                <a:lnTo>
                  <a:pt x="1372091" y="560326"/>
                </a:lnTo>
                <a:lnTo>
                  <a:pt x="1372602" y="560492"/>
                </a:lnTo>
                <a:lnTo>
                  <a:pt x="1373114" y="560647"/>
                </a:lnTo>
                <a:lnTo>
                  <a:pt x="1373627" y="560793"/>
                </a:lnTo>
                <a:lnTo>
                  <a:pt x="1374141" y="560930"/>
                </a:lnTo>
                <a:lnTo>
                  <a:pt x="1374656" y="561058"/>
                </a:lnTo>
                <a:lnTo>
                  <a:pt x="1375171" y="561176"/>
                </a:lnTo>
                <a:lnTo>
                  <a:pt x="1375688" y="561284"/>
                </a:lnTo>
                <a:lnTo>
                  <a:pt x="1376205" y="561383"/>
                </a:lnTo>
                <a:lnTo>
                  <a:pt x="1376724" y="561473"/>
                </a:lnTo>
                <a:lnTo>
                  <a:pt x="1377243" y="561553"/>
                </a:lnTo>
                <a:lnTo>
                  <a:pt x="1377763" y="561624"/>
                </a:lnTo>
                <a:lnTo>
                  <a:pt x="1378284" y="561685"/>
                </a:lnTo>
                <a:lnTo>
                  <a:pt x="1378806" y="561737"/>
                </a:lnTo>
                <a:lnTo>
                  <a:pt x="1379329" y="561780"/>
                </a:lnTo>
                <a:lnTo>
                  <a:pt x="1379852" y="561813"/>
                </a:lnTo>
                <a:lnTo>
                  <a:pt x="1380377" y="561836"/>
                </a:lnTo>
                <a:lnTo>
                  <a:pt x="1380902" y="561850"/>
                </a:lnTo>
                <a:lnTo>
                  <a:pt x="1381428" y="561855"/>
                </a:lnTo>
                <a:lnTo>
                  <a:pt x="1381773" y="561854"/>
                </a:lnTo>
                <a:lnTo>
                  <a:pt x="1382113" y="561851"/>
                </a:lnTo>
                <a:lnTo>
                  <a:pt x="1382448" y="561845"/>
                </a:lnTo>
                <a:lnTo>
                  <a:pt x="1382778" y="561837"/>
                </a:lnTo>
                <a:lnTo>
                  <a:pt x="1383103" y="561828"/>
                </a:lnTo>
                <a:lnTo>
                  <a:pt x="1383423" y="561816"/>
                </a:lnTo>
                <a:lnTo>
                  <a:pt x="1383738" y="561801"/>
                </a:lnTo>
                <a:lnTo>
                  <a:pt x="1384047" y="561785"/>
                </a:lnTo>
                <a:lnTo>
                  <a:pt x="1384352" y="561766"/>
                </a:lnTo>
                <a:lnTo>
                  <a:pt x="1384652" y="561745"/>
                </a:lnTo>
                <a:lnTo>
                  <a:pt x="1384946" y="561722"/>
                </a:lnTo>
                <a:lnTo>
                  <a:pt x="1385236" y="561697"/>
                </a:lnTo>
                <a:lnTo>
                  <a:pt x="1385520" y="561670"/>
                </a:lnTo>
                <a:lnTo>
                  <a:pt x="1385800" y="561640"/>
                </a:lnTo>
                <a:lnTo>
                  <a:pt x="1386074" y="561608"/>
                </a:lnTo>
                <a:lnTo>
                  <a:pt x="1386344" y="561574"/>
                </a:lnTo>
                <a:lnTo>
                  <a:pt x="1386608" y="561538"/>
                </a:lnTo>
                <a:lnTo>
                  <a:pt x="1386867" y="561500"/>
                </a:lnTo>
                <a:lnTo>
                  <a:pt x="1387121" y="561459"/>
                </a:lnTo>
                <a:lnTo>
                  <a:pt x="1387370" y="561416"/>
                </a:lnTo>
                <a:lnTo>
                  <a:pt x="1387615" y="561371"/>
                </a:lnTo>
                <a:lnTo>
                  <a:pt x="1387854" y="561324"/>
                </a:lnTo>
                <a:lnTo>
                  <a:pt x="1388088" y="561275"/>
                </a:lnTo>
                <a:lnTo>
                  <a:pt x="1388317" y="561223"/>
                </a:lnTo>
                <a:lnTo>
                  <a:pt x="1388541" y="561176"/>
                </a:lnTo>
                <a:lnTo>
                  <a:pt x="1388761" y="561128"/>
                </a:lnTo>
                <a:lnTo>
                  <a:pt x="1388977" y="561081"/>
                </a:lnTo>
                <a:lnTo>
                  <a:pt x="1389189" y="561033"/>
                </a:lnTo>
                <a:lnTo>
                  <a:pt x="1389397" y="560986"/>
                </a:lnTo>
                <a:lnTo>
                  <a:pt x="1389600" y="560939"/>
                </a:lnTo>
                <a:lnTo>
                  <a:pt x="1389800" y="560891"/>
                </a:lnTo>
                <a:lnTo>
                  <a:pt x="1389995" y="560844"/>
                </a:lnTo>
                <a:lnTo>
                  <a:pt x="1390186" y="560796"/>
                </a:lnTo>
                <a:lnTo>
                  <a:pt x="1390373" y="560749"/>
                </a:lnTo>
                <a:lnTo>
                  <a:pt x="1390556" y="560702"/>
                </a:lnTo>
                <a:lnTo>
                  <a:pt x="1390734" y="560654"/>
                </a:lnTo>
                <a:lnTo>
                  <a:pt x="1390908" y="560607"/>
                </a:lnTo>
                <a:lnTo>
                  <a:pt x="1391079" y="560559"/>
                </a:lnTo>
                <a:lnTo>
                  <a:pt x="1391245" y="560512"/>
                </a:lnTo>
                <a:lnTo>
                  <a:pt x="1391406" y="560465"/>
                </a:lnTo>
                <a:lnTo>
                  <a:pt x="1391564" y="560417"/>
                </a:lnTo>
                <a:lnTo>
                  <a:pt x="1391718" y="560370"/>
                </a:lnTo>
                <a:lnTo>
                  <a:pt x="1391867" y="560322"/>
                </a:lnTo>
                <a:lnTo>
                  <a:pt x="1392012" y="560275"/>
                </a:lnTo>
                <a:lnTo>
                  <a:pt x="1392153" y="560228"/>
                </a:lnTo>
                <a:lnTo>
                  <a:pt x="1392290" y="560180"/>
                </a:lnTo>
                <a:lnTo>
                  <a:pt x="1392423" y="560133"/>
                </a:lnTo>
                <a:lnTo>
                  <a:pt x="1392551" y="560085"/>
                </a:lnTo>
                <a:lnTo>
                  <a:pt x="1389517" y="546688"/>
                </a:lnTo>
                <a:lnTo>
                  <a:pt x="1389437" y="546704"/>
                </a:lnTo>
                <a:lnTo>
                  <a:pt x="1389355" y="546720"/>
                </a:lnTo>
                <a:lnTo>
                  <a:pt x="1389271" y="546737"/>
                </a:lnTo>
                <a:lnTo>
                  <a:pt x="1389184" y="546754"/>
                </a:lnTo>
                <a:lnTo>
                  <a:pt x="1389095" y="546772"/>
                </a:lnTo>
                <a:lnTo>
                  <a:pt x="1389004" y="546790"/>
                </a:lnTo>
                <a:lnTo>
                  <a:pt x="1388911" y="546809"/>
                </a:lnTo>
                <a:lnTo>
                  <a:pt x="1388815" y="546828"/>
                </a:lnTo>
                <a:lnTo>
                  <a:pt x="1388718" y="546847"/>
                </a:lnTo>
                <a:lnTo>
                  <a:pt x="1388618" y="546867"/>
                </a:lnTo>
                <a:lnTo>
                  <a:pt x="1388516" y="546888"/>
                </a:lnTo>
                <a:lnTo>
                  <a:pt x="1388412" y="546909"/>
                </a:lnTo>
                <a:lnTo>
                  <a:pt x="1388305" y="546930"/>
                </a:lnTo>
                <a:lnTo>
                  <a:pt x="1388196" y="546952"/>
                </a:lnTo>
                <a:lnTo>
                  <a:pt x="1388086" y="546974"/>
                </a:lnTo>
                <a:lnTo>
                  <a:pt x="1387973" y="546996"/>
                </a:lnTo>
                <a:lnTo>
                  <a:pt x="1387857" y="547020"/>
                </a:lnTo>
                <a:lnTo>
                  <a:pt x="1387740" y="547043"/>
                </a:lnTo>
                <a:lnTo>
                  <a:pt x="1387620" y="547067"/>
                </a:lnTo>
                <a:lnTo>
                  <a:pt x="1387499" y="547091"/>
                </a:lnTo>
                <a:lnTo>
                  <a:pt x="1387375" y="547116"/>
                </a:lnTo>
                <a:lnTo>
                  <a:pt x="1387249" y="547141"/>
                </a:lnTo>
                <a:lnTo>
                  <a:pt x="1387120" y="547167"/>
                </a:lnTo>
                <a:lnTo>
                  <a:pt x="1386990" y="547193"/>
                </a:lnTo>
                <a:lnTo>
                  <a:pt x="1386856" y="547214"/>
                </a:lnTo>
                <a:lnTo>
                  <a:pt x="1386720" y="547233"/>
                </a:lnTo>
                <a:lnTo>
                  <a:pt x="1386581" y="547252"/>
                </a:lnTo>
                <a:lnTo>
                  <a:pt x="1386438" y="547270"/>
                </a:lnTo>
                <a:lnTo>
                  <a:pt x="1386293" y="547287"/>
                </a:lnTo>
                <a:lnTo>
                  <a:pt x="1386144" y="547304"/>
                </a:lnTo>
                <a:lnTo>
                  <a:pt x="1385993" y="547319"/>
                </a:lnTo>
                <a:lnTo>
                  <a:pt x="1385838" y="547334"/>
                </a:lnTo>
                <a:lnTo>
                  <a:pt x="1385680" y="547347"/>
                </a:lnTo>
                <a:lnTo>
                  <a:pt x="1385519" y="547360"/>
                </a:lnTo>
                <a:lnTo>
                  <a:pt x="1385355" y="547372"/>
                </a:lnTo>
                <a:lnTo>
                  <a:pt x="1385188" y="547383"/>
                </a:lnTo>
                <a:lnTo>
                  <a:pt x="1385018" y="547393"/>
                </a:lnTo>
                <a:lnTo>
                  <a:pt x="1384845" y="547402"/>
                </a:lnTo>
                <a:lnTo>
                  <a:pt x="1384669" y="547410"/>
                </a:lnTo>
                <a:lnTo>
                  <a:pt x="1384490" y="547418"/>
                </a:lnTo>
                <a:lnTo>
                  <a:pt x="1384307" y="547424"/>
                </a:lnTo>
                <a:lnTo>
                  <a:pt x="1384122" y="547430"/>
                </a:lnTo>
                <a:lnTo>
                  <a:pt x="1383933" y="547435"/>
                </a:lnTo>
                <a:lnTo>
                  <a:pt x="1383742" y="547439"/>
                </a:lnTo>
                <a:lnTo>
                  <a:pt x="1383547" y="547442"/>
                </a:lnTo>
                <a:lnTo>
                  <a:pt x="1383349" y="547444"/>
                </a:lnTo>
                <a:lnTo>
                  <a:pt x="1383149" y="547445"/>
                </a:lnTo>
                <a:lnTo>
                  <a:pt x="1382945" y="547446"/>
                </a:lnTo>
                <a:lnTo>
                  <a:pt x="1382672" y="547444"/>
                </a:lnTo>
                <a:lnTo>
                  <a:pt x="1382399" y="547439"/>
                </a:lnTo>
                <a:lnTo>
                  <a:pt x="1382128" y="547430"/>
                </a:lnTo>
                <a:lnTo>
                  <a:pt x="1381858" y="547418"/>
                </a:lnTo>
                <a:lnTo>
                  <a:pt x="1381589" y="547402"/>
                </a:lnTo>
                <a:lnTo>
                  <a:pt x="1381321" y="547383"/>
                </a:lnTo>
                <a:lnTo>
                  <a:pt x="1381055" y="547360"/>
                </a:lnTo>
                <a:lnTo>
                  <a:pt x="1380789" y="547334"/>
                </a:lnTo>
                <a:lnTo>
                  <a:pt x="1380525" y="547304"/>
                </a:lnTo>
                <a:lnTo>
                  <a:pt x="1380261" y="547270"/>
                </a:lnTo>
                <a:lnTo>
                  <a:pt x="1379999" y="547233"/>
                </a:lnTo>
                <a:lnTo>
                  <a:pt x="1379738" y="547193"/>
                </a:lnTo>
                <a:lnTo>
                  <a:pt x="1379477" y="547149"/>
                </a:lnTo>
                <a:lnTo>
                  <a:pt x="1379218" y="547102"/>
                </a:lnTo>
                <a:lnTo>
                  <a:pt x="1378960" y="547051"/>
                </a:lnTo>
                <a:lnTo>
                  <a:pt x="1378704" y="546996"/>
                </a:lnTo>
                <a:lnTo>
                  <a:pt x="1378448" y="546939"/>
                </a:lnTo>
                <a:lnTo>
                  <a:pt x="1378193" y="546877"/>
                </a:lnTo>
                <a:lnTo>
                  <a:pt x="1377940" y="546812"/>
                </a:lnTo>
                <a:lnTo>
                  <a:pt x="1377687" y="546744"/>
                </a:lnTo>
                <a:lnTo>
                  <a:pt x="1377436" y="546672"/>
                </a:lnTo>
                <a:lnTo>
                  <a:pt x="1377185" y="546596"/>
                </a:lnTo>
                <a:lnTo>
                  <a:pt x="1376936" y="546517"/>
                </a:lnTo>
                <a:lnTo>
                  <a:pt x="1376688" y="546435"/>
                </a:lnTo>
                <a:lnTo>
                  <a:pt x="1376448" y="546342"/>
                </a:lnTo>
                <a:lnTo>
                  <a:pt x="1376211" y="546242"/>
                </a:lnTo>
                <a:lnTo>
                  <a:pt x="1375977" y="546135"/>
                </a:lnTo>
                <a:lnTo>
                  <a:pt x="1375747" y="546020"/>
                </a:lnTo>
                <a:lnTo>
                  <a:pt x="1375521" y="545899"/>
                </a:lnTo>
                <a:lnTo>
                  <a:pt x="1375298" y="545771"/>
                </a:lnTo>
                <a:lnTo>
                  <a:pt x="1375078" y="545636"/>
                </a:lnTo>
                <a:lnTo>
                  <a:pt x="1374863" y="545494"/>
                </a:lnTo>
                <a:lnTo>
                  <a:pt x="1374650" y="545345"/>
                </a:lnTo>
                <a:lnTo>
                  <a:pt x="1374441" y="545188"/>
                </a:lnTo>
                <a:lnTo>
                  <a:pt x="1374236" y="545025"/>
                </a:lnTo>
                <a:lnTo>
                  <a:pt x="1374034" y="544855"/>
                </a:lnTo>
                <a:lnTo>
                  <a:pt x="1373836" y="544677"/>
                </a:lnTo>
                <a:lnTo>
                  <a:pt x="1373641" y="544493"/>
                </a:lnTo>
                <a:lnTo>
                  <a:pt x="1373449" y="544302"/>
                </a:lnTo>
                <a:lnTo>
                  <a:pt x="1373261" y="544103"/>
                </a:lnTo>
                <a:lnTo>
                  <a:pt x="1373077" y="543898"/>
                </a:lnTo>
                <a:lnTo>
                  <a:pt x="1372896" y="543686"/>
                </a:lnTo>
                <a:lnTo>
                  <a:pt x="1372719" y="543466"/>
                </a:lnTo>
                <a:lnTo>
                  <a:pt x="1372545" y="543240"/>
                </a:lnTo>
                <a:lnTo>
                  <a:pt x="1372375" y="543006"/>
                </a:lnTo>
                <a:lnTo>
                  <a:pt x="1372208" y="542766"/>
                </a:lnTo>
                <a:lnTo>
                  <a:pt x="1372045" y="542518"/>
                </a:lnTo>
                <a:lnTo>
                  <a:pt x="1371885" y="542264"/>
                </a:lnTo>
                <a:lnTo>
                  <a:pt x="1371736" y="541995"/>
                </a:lnTo>
                <a:lnTo>
                  <a:pt x="1371592" y="541715"/>
                </a:lnTo>
                <a:lnTo>
                  <a:pt x="1371456" y="541424"/>
                </a:lnTo>
                <a:lnTo>
                  <a:pt x="1371325" y="541123"/>
                </a:lnTo>
                <a:lnTo>
                  <a:pt x="1371201" y="540810"/>
                </a:lnTo>
                <a:lnTo>
                  <a:pt x="1371083" y="540486"/>
                </a:lnTo>
                <a:lnTo>
                  <a:pt x="1370972" y="540152"/>
                </a:lnTo>
                <a:lnTo>
                  <a:pt x="1370867" y="539806"/>
                </a:lnTo>
                <a:lnTo>
                  <a:pt x="1370768" y="539449"/>
                </a:lnTo>
                <a:lnTo>
                  <a:pt x="1370676" y="539082"/>
                </a:lnTo>
                <a:lnTo>
                  <a:pt x="1370590" y="538703"/>
                </a:lnTo>
                <a:lnTo>
                  <a:pt x="1370511" y="538314"/>
                </a:lnTo>
                <a:lnTo>
                  <a:pt x="1370437" y="537913"/>
                </a:lnTo>
                <a:lnTo>
                  <a:pt x="1370371" y="537502"/>
                </a:lnTo>
                <a:lnTo>
                  <a:pt x="1370310" y="537079"/>
                </a:lnTo>
                <a:lnTo>
                  <a:pt x="1370256" y="536646"/>
                </a:lnTo>
                <a:lnTo>
                  <a:pt x="1370208" y="536202"/>
                </a:lnTo>
                <a:lnTo>
                  <a:pt x="1370167" y="535746"/>
                </a:lnTo>
                <a:lnTo>
                  <a:pt x="1370132" y="535280"/>
                </a:lnTo>
                <a:lnTo>
                  <a:pt x="1370103" y="534803"/>
                </a:lnTo>
                <a:lnTo>
                  <a:pt x="1370081" y="534315"/>
                </a:lnTo>
                <a:lnTo>
                  <a:pt x="1370065" y="533815"/>
                </a:lnTo>
                <a:lnTo>
                  <a:pt x="1370056" y="533305"/>
                </a:lnTo>
                <a:lnTo>
                  <a:pt x="1370053" y="532784"/>
                </a:lnTo>
                <a:lnTo>
                  <a:pt x="1370053" y="476159"/>
                </a:lnTo>
                <a:lnTo>
                  <a:pt x="1390781" y="476159"/>
                </a:lnTo>
                <a:lnTo>
                  <a:pt x="1390781" y="463519"/>
                </a:lnTo>
                <a:lnTo>
                  <a:pt x="1370053" y="463519"/>
                </a:lnTo>
                <a:lnTo>
                  <a:pt x="1370053" y="440262"/>
                </a:lnTo>
                <a:lnTo>
                  <a:pt x="1355138" y="440262"/>
                </a:lnTo>
                <a:lnTo>
                  <a:pt x="1355138" y="463519"/>
                </a:lnTo>
                <a:lnTo>
                  <a:pt x="1340476" y="463519"/>
                </a:lnTo>
                <a:lnTo>
                  <a:pt x="1340476" y="476159"/>
                </a:lnTo>
                <a:close/>
                <a:moveTo>
                  <a:pt x="1502276" y="445677"/>
                </a:moveTo>
                <a:lnTo>
                  <a:pt x="1502219" y="446246"/>
                </a:lnTo>
                <a:lnTo>
                  <a:pt x="1502152" y="446812"/>
                </a:lnTo>
                <a:lnTo>
                  <a:pt x="1502075" y="447375"/>
                </a:lnTo>
                <a:lnTo>
                  <a:pt x="1501987" y="447936"/>
                </a:lnTo>
                <a:lnTo>
                  <a:pt x="1501889" y="448493"/>
                </a:lnTo>
                <a:lnTo>
                  <a:pt x="1501781" y="449048"/>
                </a:lnTo>
                <a:lnTo>
                  <a:pt x="1501662" y="449600"/>
                </a:lnTo>
                <a:lnTo>
                  <a:pt x="1501533" y="450149"/>
                </a:lnTo>
                <a:lnTo>
                  <a:pt x="1501394" y="450695"/>
                </a:lnTo>
                <a:lnTo>
                  <a:pt x="1501245" y="451238"/>
                </a:lnTo>
                <a:lnTo>
                  <a:pt x="1501085" y="451778"/>
                </a:lnTo>
                <a:lnTo>
                  <a:pt x="1500915" y="452316"/>
                </a:lnTo>
                <a:lnTo>
                  <a:pt x="1500734" y="452850"/>
                </a:lnTo>
                <a:lnTo>
                  <a:pt x="1500543" y="453382"/>
                </a:lnTo>
                <a:lnTo>
                  <a:pt x="1500342" y="453911"/>
                </a:lnTo>
                <a:lnTo>
                  <a:pt x="1500131" y="454437"/>
                </a:lnTo>
                <a:lnTo>
                  <a:pt x="1499909" y="454961"/>
                </a:lnTo>
                <a:lnTo>
                  <a:pt x="1499677" y="455481"/>
                </a:lnTo>
                <a:lnTo>
                  <a:pt x="1499435" y="455998"/>
                </a:lnTo>
                <a:lnTo>
                  <a:pt x="1499190" y="456509"/>
                </a:lnTo>
                <a:lnTo>
                  <a:pt x="1498943" y="457017"/>
                </a:lnTo>
                <a:lnTo>
                  <a:pt x="1498691" y="457524"/>
                </a:lnTo>
                <a:lnTo>
                  <a:pt x="1498436" y="458030"/>
                </a:lnTo>
                <a:lnTo>
                  <a:pt x="1498177" y="458534"/>
                </a:lnTo>
                <a:lnTo>
                  <a:pt x="1497914" y="459036"/>
                </a:lnTo>
                <a:lnTo>
                  <a:pt x="1497647" y="459537"/>
                </a:lnTo>
                <a:lnTo>
                  <a:pt x="1497377" y="460036"/>
                </a:lnTo>
                <a:lnTo>
                  <a:pt x="1497103" y="460534"/>
                </a:lnTo>
                <a:lnTo>
                  <a:pt x="1496825" y="461030"/>
                </a:lnTo>
                <a:lnTo>
                  <a:pt x="1496544" y="461525"/>
                </a:lnTo>
                <a:lnTo>
                  <a:pt x="1496259" y="462018"/>
                </a:lnTo>
                <a:lnTo>
                  <a:pt x="1495970" y="462510"/>
                </a:lnTo>
                <a:lnTo>
                  <a:pt x="1495677" y="463000"/>
                </a:lnTo>
                <a:lnTo>
                  <a:pt x="1495381" y="463488"/>
                </a:lnTo>
                <a:lnTo>
                  <a:pt x="1495081" y="463975"/>
                </a:lnTo>
                <a:lnTo>
                  <a:pt x="1494777" y="464461"/>
                </a:lnTo>
                <a:lnTo>
                  <a:pt x="1494470" y="464945"/>
                </a:lnTo>
                <a:lnTo>
                  <a:pt x="1494158" y="465427"/>
                </a:lnTo>
                <a:lnTo>
                  <a:pt x="1493843" y="465908"/>
                </a:lnTo>
                <a:lnTo>
                  <a:pt x="1493525" y="466388"/>
                </a:lnTo>
                <a:lnTo>
                  <a:pt x="1493202" y="466865"/>
                </a:lnTo>
                <a:lnTo>
                  <a:pt x="1492876" y="467342"/>
                </a:lnTo>
                <a:lnTo>
                  <a:pt x="1492546" y="467816"/>
                </a:lnTo>
                <a:lnTo>
                  <a:pt x="1500635" y="474389"/>
                </a:lnTo>
                <a:lnTo>
                  <a:pt x="1501054" y="474050"/>
                </a:lnTo>
                <a:lnTo>
                  <a:pt x="1501467" y="473705"/>
                </a:lnTo>
                <a:lnTo>
                  <a:pt x="1501875" y="473356"/>
                </a:lnTo>
                <a:lnTo>
                  <a:pt x="1502278" y="473002"/>
                </a:lnTo>
                <a:lnTo>
                  <a:pt x="1502676" y="472643"/>
                </a:lnTo>
                <a:lnTo>
                  <a:pt x="1503068" y="472280"/>
                </a:lnTo>
                <a:lnTo>
                  <a:pt x="1503455" y="471911"/>
                </a:lnTo>
                <a:lnTo>
                  <a:pt x="1503837" y="471538"/>
                </a:lnTo>
                <a:lnTo>
                  <a:pt x="1504214" y="471160"/>
                </a:lnTo>
                <a:lnTo>
                  <a:pt x="1504585" y="470777"/>
                </a:lnTo>
                <a:lnTo>
                  <a:pt x="1504951" y="470389"/>
                </a:lnTo>
                <a:lnTo>
                  <a:pt x="1505312" y="469997"/>
                </a:lnTo>
                <a:lnTo>
                  <a:pt x="1505667" y="469599"/>
                </a:lnTo>
                <a:lnTo>
                  <a:pt x="1506018" y="469197"/>
                </a:lnTo>
                <a:lnTo>
                  <a:pt x="1506363" y="468790"/>
                </a:lnTo>
                <a:lnTo>
                  <a:pt x="1506702" y="468378"/>
                </a:lnTo>
                <a:lnTo>
                  <a:pt x="1507037" y="467962"/>
                </a:lnTo>
                <a:lnTo>
                  <a:pt x="1507366" y="467540"/>
                </a:lnTo>
                <a:lnTo>
                  <a:pt x="1507690" y="467114"/>
                </a:lnTo>
                <a:lnTo>
                  <a:pt x="1508008" y="466682"/>
                </a:lnTo>
                <a:lnTo>
                  <a:pt x="1508322" y="466246"/>
                </a:lnTo>
                <a:lnTo>
                  <a:pt x="1508630" y="465806"/>
                </a:lnTo>
                <a:lnTo>
                  <a:pt x="1508933" y="465360"/>
                </a:lnTo>
                <a:lnTo>
                  <a:pt x="1509230" y="464909"/>
                </a:lnTo>
                <a:lnTo>
                  <a:pt x="1509527" y="464451"/>
                </a:lnTo>
                <a:lnTo>
                  <a:pt x="1509818" y="463991"/>
                </a:lnTo>
                <a:lnTo>
                  <a:pt x="1510103" y="463530"/>
                </a:lnTo>
                <a:lnTo>
                  <a:pt x="1510382" y="463068"/>
                </a:lnTo>
                <a:lnTo>
                  <a:pt x="1510654" y="462605"/>
                </a:lnTo>
                <a:lnTo>
                  <a:pt x="1510921" y="462141"/>
                </a:lnTo>
                <a:lnTo>
                  <a:pt x="1511181" y="461675"/>
                </a:lnTo>
                <a:lnTo>
                  <a:pt x="1511435" y="461209"/>
                </a:lnTo>
                <a:lnTo>
                  <a:pt x="1511683" y="460741"/>
                </a:lnTo>
                <a:lnTo>
                  <a:pt x="1511925" y="460273"/>
                </a:lnTo>
                <a:lnTo>
                  <a:pt x="1512161" y="459803"/>
                </a:lnTo>
                <a:lnTo>
                  <a:pt x="1512390" y="459332"/>
                </a:lnTo>
                <a:lnTo>
                  <a:pt x="1512613" y="458860"/>
                </a:lnTo>
                <a:lnTo>
                  <a:pt x="1512831" y="458387"/>
                </a:lnTo>
                <a:lnTo>
                  <a:pt x="1513042" y="457913"/>
                </a:lnTo>
                <a:lnTo>
                  <a:pt x="1513247" y="457438"/>
                </a:lnTo>
                <a:lnTo>
                  <a:pt x="1513446" y="456962"/>
                </a:lnTo>
                <a:lnTo>
                  <a:pt x="1513638" y="456484"/>
                </a:lnTo>
                <a:lnTo>
                  <a:pt x="1513825" y="456006"/>
                </a:lnTo>
                <a:lnTo>
                  <a:pt x="1514005" y="455526"/>
                </a:lnTo>
                <a:lnTo>
                  <a:pt x="1514179" y="455046"/>
                </a:lnTo>
                <a:lnTo>
                  <a:pt x="1514347" y="454564"/>
                </a:lnTo>
                <a:lnTo>
                  <a:pt x="1514509" y="454081"/>
                </a:lnTo>
                <a:lnTo>
                  <a:pt x="1514665" y="453597"/>
                </a:lnTo>
                <a:lnTo>
                  <a:pt x="1514820" y="453108"/>
                </a:lnTo>
                <a:lnTo>
                  <a:pt x="1514968" y="452622"/>
                </a:lnTo>
                <a:lnTo>
                  <a:pt x="1515110" y="452138"/>
                </a:lnTo>
                <a:lnTo>
                  <a:pt x="1515245" y="451657"/>
                </a:lnTo>
                <a:lnTo>
                  <a:pt x="1515373" y="451178"/>
                </a:lnTo>
                <a:lnTo>
                  <a:pt x="1515495" y="450702"/>
                </a:lnTo>
                <a:lnTo>
                  <a:pt x="1515610" y="450228"/>
                </a:lnTo>
                <a:lnTo>
                  <a:pt x="1515718" y="449756"/>
                </a:lnTo>
                <a:lnTo>
                  <a:pt x="1515821" y="449287"/>
                </a:lnTo>
                <a:lnTo>
                  <a:pt x="1515916" y="448820"/>
                </a:lnTo>
                <a:lnTo>
                  <a:pt x="1516005" y="448355"/>
                </a:lnTo>
                <a:lnTo>
                  <a:pt x="1516087" y="447893"/>
                </a:lnTo>
                <a:lnTo>
                  <a:pt x="1516163" y="447434"/>
                </a:lnTo>
                <a:lnTo>
                  <a:pt x="1516232" y="446976"/>
                </a:lnTo>
                <a:lnTo>
                  <a:pt x="1516295" y="446522"/>
                </a:lnTo>
                <a:lnTo>
                  <a:pt x="1516350" y="446069"/>
                </a:lnTo>
                <a:lnTo>
                  <a:pt x="1516400" y="445619"/>
                </a:lnTo>
                <a:lnTo>
                  <a:pt x="1516443" y="445172"/>
                </a:lnTo>
                <a:lnTo>
                  <a:pt x="1516479" y="444727"/>
                </a:lnTo>
                <a:lnTo>
                  <a:pt x="1516508" y="444284"/>
                </a:lnTo>
                <a:lnTo>
                  <a:pt x="1516531" y="443844"/>
                </a:lnTo>
                <a:lnTo>
                  <a:pt x="1516548" y="443406"/>
                </a:lnTo>
                <a:lnTo>
                  <a:pt x="1516558" y="442970"/>
                </a:lnTo>
                <a:lnTo>
                  <a:pt x="1516561" y="442537"/>
                </a:lnTo>
                <a:lnTo>
                  <a:pt x="1516561" y="431162"/>
                </a:lnTo>
                <a:lnTo>
                  <a:pt x="1502405" y="431162"/>
                </a:lnTo>
                <a:lnTo>
                  <a:pt x="1502405" y="442790"/>
                </a:lnTo>
                <a:lnTo>
                  <a:pt x="1502400" y="443373"/>
                </a:lnTo>
                <a:lnTo>
                  <a:pt x="1502384" y="443954"/>
                </a:lnTo>
                <a:lnTo>
                  <a:pt x="1502358" y="444531"/>
                </a:lnTo>
                <a:lnTo>
                  <a:pt x="1502322" y="445106"/>
                </a:lnTo>
                <a:lnTo>
                  <a:pt x="1502276" y="445677"/>
                </a:lnTo>
                <a:close/>
                <a:moveTo>
                  <a:pt x="1534633" y="445677"/>
                </a:moveTo>
                <a:lnTo>
                  <a:pt x="1534577" y="446246"/>
                </a:lnTo>
                <a:lnTo>
                  <a:pt x="1534509" y="446812"/>
                </a:lnTo>
                <a:lnTo>
                  <a:pt x="1534432" y="447375"/>
                </a:lnTo>
                <a:lnTo>
                  <a:pt x="1534344" y="447936"/>
                </a:lnTo>
                <a:lnTo>
                  <a:pt x="1534246" y="448493"/>
                </a:lnTo>
                <a:lnTo>
                  <a:pt x="1534138" y="449048"/>
                </a:lnTo>
                <a:lnTo>
                  <a:pt x="1534020" y="449600"/>
                </a:lnTo>
                <a:lnTo>
                  <a:pt x="1533891" y="450149"/>
                </a:lnTo>
                <a:lnTo>
                  <a:pt x="1533751" y="450695"/>
                </a:lnTo>
                <a:lnTo>
                  <a:pt x="1533602" y="451238"/>
                </a:lnTo>
                <a:lnTo>
                  <a:pt x="1533442" y="451778"/>
                </a:lnTo>
                <a:lnTo>
                  <a:pt x="1533272" y="452316"/>
                </a:lnTo>
                <a:lnTo>
                  <a:pt x="1533091" y="452850"/>
                </a:lnTo>
                <a:lnTo>
                  <a:pt x="1532901" y="453382"/>
                </a:lnTo>
                <a:lnTo>
                  <a:pt x="1532699" y="453911"/>
                </a:lnTo>
                <a:lnTo>
                  <a:pt x="1532488" y="454437"/>
                </a:lnTo>
                <a:lnTo>
                  <a:pt x="1532266" y="454961"/>
                </a:lnTo>
                <a:lnTo>
                  <a:pt x="1532034" y="455481"/>
                </a:lnTo>
                <a:lnTo>
                  <a:pt x="1531792" y="455998"/>
                </a:lnTo>
                <a:lnTo>
                  <a:pt x="1531548" y="456509"/>
                </a:lnTo>
                <a:lnTo>
                  <a:pt x="1531300" y="457017"/>
                </a:lnTo>
                <a:lnTo>
                  <a:pt x="1531048" y="457524"/>
                </a:lnTo>
                <a:lnTo>
                  <a:pt x="1530793" y="458030"/>
                </a:lnTo>
                <a:lnTo>
                  <a:pt x="1530534" y="458534"/>
                </a:lnTo>
                <a:lnTo>
                  <a:pt x="1530271" y="459036"/>
                </a:lnTo>
                <a:lnTo>
                  <a:pt x="1530005" y="459537"/>
                </a:lnTo>
                <a:lnTo>
                  <a:pt x="1529734" y="460036"/>
                </a:lnTo>
                <a:lnTo>
                  <a:pt x="1529460" y="460534"/>
                </a:lnTo>
                <a:lnTo>
                  <a:pt x="1529183" y="461030"/>
                </a:lnTo>
                <a:lnTo>
                  <a:pt x="1528901" y="461525"/>
                </a:lnTo>
                <a:lnTo>
                  <a:pt x="1528616" y="462018"/>
                </a:lnTo>
                <a:lnTo>
                  <a:pt x="1528327" y="462510"/>
                </a:lnTo>
                <a:lnTo>
                  <a:pt x="1528035" y="463000"/>
                </a:lnTo>
                <a:lnTo>
                  <a:pt x="1527738" y="463488"/>
                </a:lnTo>
                <a:lnTo>
                  <a:pt x="1527438" y="463975"/>
                </a:lnTo>
                <a:lnTo>
                  <a:pt x="1527134" y="464461"/>
                </a:lnTo>
                <a:lnTo>
                  <a:pt x="1526827" y="464945"/>
                </a:lnTo>
                <a:lnTo>
                  <a:pt x="1526516" y="465427"/>
                </a:lnTo>
                <a:lnTo>
                  <a:pt x="1526201" y="465908"/>
                </a:lnTo>
                <a:lnTo>
                  <a:pt x="1525882" y="466388"/>
                </a:lnTo>
                <a:lnTo>
                  <a:pt x="1525559" y="466865"/>
                </a:lnTo>
                <a:lnTo>
                  <a:pt x="1525233" y="467342"/>
                </a:lnTo>
                <a:lnTo>
                  <a:pt x="1524903" y="467816"/>
                </a:lnTo>
                <a:lnTo>
                  <a:pt x="1532993" y="474389"/>
                </a:lnTo>
                <a:lnTo>
                  <a:pt x="1533411" y="474050"/>
                </a:lnTo>
                <a:lnTo>
                  <a:pt x="1533825" y="473705"/>
                </a:lnTo>
                <a:lnTo>
                  <a:pt x="1534233" y="473356"/>
                </a:lnTo>
                <a:lnTo>
                  <a:pt x="1534636" y="473002"/>
                </a:lnTo>
                <a:lnTo>
                  <a:pt x="1535033" y="472643"/>
                </a:lnTo>
                <a:lnTo>
                  <a:pt x="1535426" y="472280"/>
                </a:lnTo>
                <a:lnTo>
                  <a:pt x="1535813" y="471911"/>
                </a:lnTo>
                <a:lnTo>
                  <a:pt x="1536195" y="471538"/>
                </a:lnTo>
                <a:lnTo>
                  <a:pt x="1536571" y="471160"/>
                </a:lnTo>
                <a:lnTo>
                  <a:pt x="1536942" y="470777"/>
                </a:lnTo>
                <a:lnTo>
                  <a:pt x="1537309" y="470389"/>
                </a:lnTo>
                <a:lnTo>
                  <a:pt x="1537669" y="469997"/>
                </a:lnTo>
                <a:lnTo>
                  <a:pt x="1538025" y="469599"/>
                </a:lnTo>
                <a:lnTo>
                  <a:pt x="1538375" y="469197"/>
                </a:lnTo>
                <a:lnTo>
                  <a:pt x="1538720" y="468790"/>
                </a:lnTo>
                <a:lnTo>
                  <a:pt x="1539060" y="468378"/>
                </a:lnTo>
                <a:lnTo>
                  <a:pt x="1539394" y="467962"/>
                </a:lnTo>
                <a:lnTo>
                  <a:pt x="1539723" y="467540"/>
                </a:lnTo>
                <a:lnTo>
                  <a:pt x="1540047" y="467114"/>
                </a:lnTo>
                <a:lnTo>
                  <a:pt x="1540366" y="466682"/>
                </a:lnTo>
                <a:lnTo>
                  <a:pt x="1540679" y="466246"/>
                </a:lnTo>
                <a:lnTo>
                  <a:pt x="1540987" y="465806"/>
                </a:lnTo>
                <a:lnTo>
                  <a:pt x="1541290" y="465360"/>
                </a:lnTo>
                <a:lnTo>
                  <a:pt x="1541587" y="464909"/>
                </a:lnTo>
                <a:lnTo>
                  <a:pt x="1541885" y="464451"/>
                </a:lnTo>
                <a:lnTo>
                  <a:pt x="1542176" y="463991"/>
                </a:lnTo>
                <a:lnTo>
                  <a:pt x="1542460" y="463530"/>
                </a:lnTo>
                <a:lnTo>
                  <a:pt x="1542739" y="463068"/>
                </a:lnTo>
                <a:lnTo>
                  <a:pt x="1543012" y="462605"/>
                </a:lnTo>
                <a:lnTo>
                  <a:pt x="1543278" y="462141"/>
                </a:lnTo>
                <a:lnTo>
                  <a:pt x="1543538" y="461675"/>
                </a:lnTo>
                <a:lnTo>
                  <a:pt x="1543792" y="461209"/>
                </a:lnTo>
                <a:lnTo>
                  <a:pt x="1544040" y="460741"/>
                </a:lnTo>
                <a:lnTo>
                  <a:pt x="1544282" y="460273"/>
                </a:lnTo>
                <a:lnTo>
                  <a:pt x="1544518" y="459803"/>
                </a:lnTo>
                <a:lnTo>
                  <a:pt x="1544747" y="459332"/>
                </a:lnTo>
                <a:lnTo>
                  <a:pt x="1544971" y="458860"/>
                </a:lnTo>
                <a:lnTo>
                  <a:pt x="1545188" y="458387"/>
                </a:lnTo>
                <a:lnTo>
                  <a:pt x="1545399" y="457913"/>
                </a:lnTo>
                <a:lnTo>
                  <a:pt x="1545604" y="457438"/>
                </a:lnTo>
                <a:lnTo>
                  <a:pt x="1545803" y="456962"/>
                </a:lnTo>
                <a:lnTo>
                  <a:pt x="1545996" y="456484"/>
                </a:lnTo>
                <a:lnTo>
                  <a:pt x="1546182" y="456006"/>
                </a:lnTo>
                <a:lnTo>
                  <a:pt x="1546362" y="455526"/>
                </a:lnTo>
                <a:lnTo>
                  <a:pt x="1546537" y="455046"/>
                </a:lnTo>
                <a:lnTo>
                  <a:pt x="1546705" y="454564"/>
                </a:lnTo>
                <a:lnTo>
                  <a:pt x="1546867" y="454081"/>
                </a:lnTo>
                <a:lnTo>
                  <a:pt x="1547023" y="453597"/>
                </a:lnTo>
                <a:lnTo>
                  <a:pt x="1547177" y="453108"/>
                </a:lnTo>
                <a:lnTo>
                  <a:pt x="1547325" y="452622"/>
                </a:lnTo>
                <a:lnTo>
                  <a:pt x="1547467" y="452138"/>
                </a:lnTo>
                <a:lnTo>
                  <a:pt x="1547602" y="451657"/>
                </a:lnTo>
                <a:lnTo>
                  <a:pt x="1547730" y="451178"/>
                </a:lnTo>
                <a:lnTo>
                  <a:pt x="1547852" y="450702"/>
                </a:lnTo>
                <a:lnTo>
                  <a:pt x="1547967" y="450228"/>
                </a:lnTo>
                <a:lnTo>
                  <a:pt x="1548076" y="449756"/>
                </a:lnTo>
                <a:lnTo>
                  <a:pt x="1548178" y="449287"/>
                </a:lnTo>
                <a:lnTo>
                  <a:pt x="1548273" y="448820"/>
                </a:lnTo>
                <a:lnTo>
                  <a:pt x="1548362" y="448355"/>
                </a:lnTo>
                <a:lnTo>
                  <a:pt x="1548444" y="447893"/>
                </a:lnTo>
                <a:lnTo>
                  <a:pt x="1548520" y="447434"/>
                </a:lnTo>
                <a:lnTo>
                  <a:pt x="1548589" y="446976"/>
                </a:lnTo>
                <a:lnTo>
                  <a:pt x="1548652" y="446522"/>
                </a:lnTo>
                <a:lnTo>
                  <a:pt x="1548708" y="446069"/>
                </a:lnTo>
                <a:lnTo>
                  <a:pt x="1548757" y="445619"/>
                </a:lnTo>
                <a:lnTo>
                  <a:pt x="1548800" y="445172"/>
                </a:lnTo>
                <a:lnTo>
                  <a:pt x="1548836" y="444727"/>
                </a:lnTo>
                <a:lnTo>
                  <a:pt x="1548866" y="444284"/>
                </a:lnTo>
                <a:lnTo>
                  <a:pt x="1548889" y="443844"/>
                </a:lnTo>
                <a:lnTo>
                  <a:pt x="1548905" y="443406"/>
                </a:lnTo>
                <a:lnTo>
                  <a:pt x="1548915" y="442970"/>
                </a:lnTo>
                <a:lnTo>
                  <a:pt x="1548918" y="442537"/>
                </a:lnTo>
                <a:lnTo>
                  <a:pt x="1548918" y="431162"/>
                </a:lnTo>
                <a:lnTo>
                  <a:pt x="1534762" y="431162"/>
                </a:lnTo>
                <a:lnTo>
                  <a:pt x="1534762" y="442790"/>
                </a:lnTo>
                <a:lnTo>
                  <a:pt x="1534757" y="443373"/>
                </a:lnTo>
                <a:lnTo>
                  <a:pt x="1534742" y="443954"/>
                </a:lnTo>
                <a:lnTo>
                  <a:pt x="1534716" y="444531"/>
                </a:lnTo>
                <a:lnTo>
                  <a:pt x="1534680" y="445106"/>
                </a:lnTo>
                <a:lnTo>
                  <a:pt x="1534633" y="445677"/>
                </a:lnTo>
                <a:close/>
                <a:moveTo>
                  <a:pt x="1447930" y="520890"/>
                </a:moveTo>
                <a:lnTo>
                  <a:pt x="1447962" y="520278"/>
                </a:lnTo>
                <a:lnTo>
                  <a:pt x="1447999" y="519674"/>
                </a:lnTo>
                <a:lnTo>
                  <a:pt x="1448041" y="519080"/>
                </a:lnTo>
                <a:lnTo>
                  <a:pt x="1448088" y="518494"/>
                </a:lnTo>
                <a:lnTo>
                  <a:pt x="1448139" y="517918"/>
                </a:lnTo>
                <a:lnTo>
                  <a:pt x="1448196" y="517350"/>
                </a:lnTo>
                <a:lnTo>
                  <a:pt x="1448257" y="516791"/>
                </a:lnTo>
                <a:lnTo>
                  <a:pt x="1448323" y="516242"/>
                </a:lnTo>
                <a:lnTo>
                  <a:pt x="1448394" y="515701"/>
                </a:lnTo>
                <a:lnTo>
                  <a:pt x="1448470" y="515170"/>
                </a:lnTo>
                <a:lnTo>
                  <a:pt x="1448550" y="514647"/>
                </a:lnTo>
                <a:lnTo>
                  <a:pt x="1448636" y="514134"/>
                </a:lnTo>
                <a:lnTo>
                  <a:pt x="1448726" y="513629"/>
                </a:lnTo>
                <a:lnTo>
                  <a:pt x="1448821" y="513133"/>
                </a:lnTo>
                <a:lnTo>
                  <a:pt x="1448921" y="512647"/>
                </a:lnTo>
                <a:lnTo>
                  <a:pt x="1449025" y="512169"/>
                </a:lnTo>
                <a:lnTo>
                  <a:pt x="1449135" y="511701"/>
                </a:lnTo>
                <a:lnTo>
                  <a:pt x="1449249" y="511241"/>
                </a:lnTo>
                <a:lnTo>
                  <a:pt x="1449368" y="510790"/>
                </a:lnTo>
                <a:lnTo>
                  <a:pt x="1449492" y="510349"/>
                </a:lnTo>
                <a:lnTo>
                  <a:pt x="1449622" y="509914"/>
                </a:lnTo>
                <a:lnTo>
                  <a:pt x="1449758" y="509485"/>
                </a:lnTo>
                <a:lnTo>
                  <a:pt x="1449900" y="509060"/>
                </a:lnTo>
                <a:lnTo>
                  <a:pt x="1450049" y="508641"/>
                </a:lnTo>
                <a:lnTo>
                  <a:pt x="1450204" y="508226"/>
                </a:lnTo>
                <a:lnTo>
                  <a:pt x="1450365" y="507817"/>
                </a:lnTo>
                <a:lnTo>
                  <a:pt x="1450533" y="507413"/>
                </a:lnTo>
                <a:lnTo>
                  <a:pt x="1450707" y="507013"/>
                </a:lnTo>
                <a:lnTo>
                  <a:pt x="1450888" y="506619"/>
                </a:lnTo>
                <a:lnTo>
                  <a:pt x="1451074" y="506230"/>
                </a:lnTo>
                <a:lnTo>
                  <a:pt x="1451268" y="505846"/>
                </a:lnTo>
                <a:lnTo>
                  <a:pt x="1451467" y="505467"/>
                </a:lnTo>
                <a:lnTo>
                  <a:pt x="1451673" y="505093"/>
                </a:lnTo>
                <a:lnTo>
                  <a:pt x="1451885" y="504724"/>
                </a:lnTo>
                <a:lnTo>
                  <a:pt x="1452104" y="504360"/>
                </a:lnTo>
                <a:lnTo>
                  <a:pt x="1452329" y="504001"/>
                </a:lnTo>
                <a:lnTo>
                  <a:pt x="1452561" y="503647"/>
                </a:lnTo>
                <a:lnTo>
                  <a:pt x="1452798" y="503298"/>
                </a:lnTo>
                <a:lnTo>
                  <a:pt x="1453042" y="502954"/>
                </a:lnTo>
                <a:lnTo>
                  <a:pt x="1453293" y="502616"/>
                </a:lnTo>
                <a:lnTo>
                  <a:pt x="1453550" y="502282"/>
                </a:lnTo>
                <a:lnTo>
                  <a:pt x="1453813" y="501953"/>
                </a:lnTo>
                <a:lnTo>
                  <a:pt x="1454083" y="501630"/>
                </a:lnTo>
                <a:lnTo>
                  <a:pt x="1454358" y="501311"/>
                </a:lnTo>
                <a:lnTo>
                  <a:pt x="1454641" y="500991"/>
                </a:lnTo>
                <a:lnTo>
                  <a:pt x="1454932" y="500672"/>
                </a:lnTo>
                <a:lnTo>
                  <a:pt x="1455230" y="500354"/>
                </a:lnTo>
                <a:lnTo>
                  <a:pt x="1455536" y="500037"/>
                </a:lnTo>
                <a:lnTo>
                  <a:pt x="1455850" y="499722"/>
                </a:lnTo>
                <a:lnTo>
                  <a:pt x="1456171" y="499408"/>
                </a:lnTo>
                <a:lnTo>
                  <a:pt x="1456501" y="499095"/>
                </a:lnTo>
                <a:lnTo>
                  <a:pt x="1456837" y="498783"/>
                </a:lnTo>
                <a:lnTo>
                  <a:pt x="1457182" y="498473"/>
                </a:lnTo>
                <a:lnTo>
                  <a:pt x="1457534" y="498165"/>
                </a:lnTo>
                <a:lnTo>
                  <a:pt x="1457894" y="497857"/>
                </a:lnTo>
                <a:lnTo>
                  <a:pt x="1458261" y="497551"/>
                </a:lnTo>
                <a:lnTo>
                  <a:pt x="1458636" y="497246"/>
                </a:lnTo>
                <a:lnTo>
                  <a:pt x="1459019" y="496943"/>
                </a:lnTo>
                <a:lnTo>
                  <a:pt x="1459409" y="496641"/>
                </a:lnTo>
                <a:lnTo>
                  <a:pt x="1459808" y="496340"/>
                </a:lnTo>
                <a:lnTo>
                  <a:pt x="1460213" y="496040"/>
                </a:lnTo>
                <a:lnTo>
                  <a:pt x="1460627" y="495742"/>
                </a:lnTo>
                <a:lnTo>
                  <a:pt x="1461048" y="495445"/>
                </a:lnTo>
                <a:lnTo>
                  <a:pt x="1461477" y="495150"/>
                </a:lnTo>
                <a:lnTo>
                  <a:pt x="1461914" y="494855"/>
                </a:lnTo>
                <a:lnTo>
                  <a:pt x="1462358" y="494562"/>
                </a:lnTo>
                <a:lnTo>
                  <a:pt x="1462810" y="494271"/>
                </a:lnTo>
                <a:lnTo>
                  <a:pt x="1463269" y="493980"/>
                </a:lnTo>
                <a:lnTo>
                  <a:pt x="1463730" y="493694"/>
                </a:lnTo>
                <a:lnTo>
                  <a:pt x="1464185" y="493405"/>
                </a:lnTo>
                <a:lnTo>
                  <a:pt x="1464634" y="493111"/>
                </a:lnTo>
                <a:lnTo>
                  <a:pt x="1465078" y="492815"/>
                </a:lnTo>
                <a:lnTo>
                  <a:pt x="1465515" y="492515"/>
                </a:lnTo>
                <a:lnTo>
                  <a:pt x="1465947" y="492211"/>
                </a:lnTo>
                <a:lnTo>
                  <a:pt x="1466374" y="491904"/>
                </a:lnTo>
                <a:lnTo>
                  <a:pt x="1466794" y="491593"/>
                </a:lnTo>
                <a:lnTo>
                  <a:pt x="1467209" y="491279"/>
                </a:lnTo>
                <a:lnTo>
                  <a:pt x="1467619" y="490961"/>
                </a:lnTo>
                <a:lnTo>
                  <a:pt x="1468022" y="490640"/>
                </a:lnTo>
                <a:lnTo>
                  <a:pt x="1468420" y="490315"/>
                </a:lnTo>
                <a:lnTo>
                  <a:pt x="1468812" y="489987"/>
                </a:lnTo>
                <a:lnTo>
                  <a:pt x="1469199" y="489655"/>
                </a:lnTo>
                <a:lnTo>
                  <a:pt x="1469579" y="489320"/>
                </a:lnTo>
                <a:lnTo>
                  <a:pt x="1469954" y="488981"/>
                </a:lnTo>
                <a:lnTo>
                  <a:pt x="1470324" y="488638"/>
                </a:lnTo>
                <a:lnTo>
                  <a:pt x="1470687" y="488293"/>
                </a:lnTo>
                <a:lnTo>
                  <a:pt x="1471045" y="487943"/>
                </a:lnTo>
                <a:lnTo>
                  <a:pt x="1471397" y="487590"/>
                </a:lnTo>
                <a:lnTo>
                  <a:pt x="1471744" y="487234"/>
                </a:lnTo>
                <a:lnTo>
                  <a:pt x="1472085" y="486874"/>
                </a:lnTo>
                <a:lnTo>
                  <a:pt x="1472420" y="486511"/>
                </a:lnTo>
                <a:lnTo>
                  <a:pt x="1472749" y="486144"/>
                </a:lnTo>
                <a:lnTo>
                  <a:pt x="1473078" y="485773"/>
                </a:lnTo>
                <a:lnTo>
                  <a:pt x="1473399" y="485398"/>
                </a:lnTo>
                <a:lnTo>
                  <a:pt x="1473715" y="485019"/>
                </a:lnTo>
                <a:lnTo>
                  <a:pt x="1474024" y="484636"/>
                </a:lnTo>
                <a:lnTo>
                  <a:pt x="1474326" y="484248"/>
                </a:lnTo>
                <a:lnTo>
                  <a:pt x="1474621" y="483857"/>
                </a:lnTo>
                <a:lnTo>
                  <a:pt x="1474910" y="483461"/>
                </a:lnTo>
                <a:lnTo>
                  <a:pt x="1475193" y="483061"/>
                </a:lnTo>
                <a:lnTo>
                  <a:pt x="1475469" y="482657"/>
                </a:lnTo>
                <a:lnTo>
                  <a:pt x="1475738" y="482249"/>
                </a:lnTo>
                <a:lnTo>
                  <a:pt x="1476001" y="481836"/>
                </a:lnTo>
                <a:lnTo>
                  <a:pt x="1476257" y="481420"/>
                </a:lnTo>
                <a:lnTo>
                  <a:pt x="1476506" y="480999"/>
                </a:lnTo>
                <a:lnTo>
                  <a:pt x="1476749" y="480574"/>
                </a:lnTo>
                <a:lnTo>
                  <a:pt x="1476985" y="480145"/>
                </a:lnTo>
                <a:lnTo>
                  <a:pt x="1477215" y="479712"/>
                </a:lnTo>
                <a:lnTo>
                  <a:pt x="1477438" y="479274"/>
                </a:lnTo>
                <a:lnTo>
                  <a:pt x="1477655" y="478833"/>
                </a:lnTo>
                <a:lnTo>
                  <a:pt x="1477865" y="478387"/>
                </a:lnTo>
                <a:lnTo>
                  <a:pt x="1478068" y="477937"/>
                </a:lnTo>
                <a:lnTo>
                  <a:pt x="1478265" y="477483"/>
                </a:lnTo>
                <a:lnTo>
                  <a:pt x="1478455" y="477025"/>
                </a:lnTo>
                <a:lnTo>
                  <a:pt x="1478639" y="476562"/>
                </a:lnTo>
                <a:lnTo>
                  <a:pt x="1478816" y="476095"/>
                </a:lnTo>
                <a:lnTo>
                  <a:pt x="1478991" y="475624"/>
                </a:lnTo>
                <a:lnTo>
                  <a:pt x="1479159" y="475149"/>
                </a:lnTo>
                <a:lnTo>
                  <a:pt x="1479320" y="474669"/>
                </a:lnTo>
                <a:lnTo>
                  <a:pt x="1479473" y="474184"/>
                </a:lnTo>
                <a:lnTo>
                  <a:pt x="1479618" y="473694"/>
                </a:lnTo>
                <a:lnTo>
                  <a:pt x="1479756" y="473200"/>
                </a:lnTo>
                <a:lnTo>
                  <a:pt x="1479887" y="472701"/>
                </a:lnTo>
                <a:lnTo>
                  <a:pt x="1480010" y="472198"/>
                </a:lnTo>
                <a:lnTo>
                  <a:pt x="1480125" y="471690"/>
                </a:lnTo>
                <a:lnTo>
                  <a:pt x="1480234" y="471178"/>
                </a:lnTo>
                <a:lnTo>
                  <a:pt x="1480334" y="470661"/>
                </a:lnTo>
                <a:lnTo>
                  <a:pt x="1480428" y="470139"/>
                </a:lnTo>
                <a:lnTo>
                  <a:pt x="1480513" y="469613"/>
                </a:lnTo>
                <a:lnTo>
                  <a:pt x="1480592" y="469082"/>
                </a:lnTo>
                <a:lnTo>
                  <a:pt x="1480663" y="468546"/>
                </a:lnTo>
                <a:lnTo>
                  <a:pt x="1480726" y="468006"/>
                </a:lnTo>
                <a:lnTo>
                  <a:pt x="1480782" y="467461"/>
                </a:lnTo>
                <a:lnTo>
                  <a:pt x="1480831" y="466912"/>
                </a:lnTo>
                <a:lnTo>
                  <a:pt x="1480872" y="466358"/>
                </a:lnTo>
                <a:lnTo>
                  <a:pt x="1480905" y="465799"/>
                </a:lnTo>
                <a:lnTo>
                  <a:pt x="1480931" y="465236"/>
                </a:lnTo>
                <a:lnTo>
                  <a:pt x="1480950" y="464668"/>
                </a:lnTo>
                <a:lnTo>
                  <a:pt x="1480961" y="464096"/>
                </a:lnTo>
                <a:lnTo>
                  <a:pt x="1480965" y="463519"/>
                </a:lnTo>
                <a:lnTo>
                  <a:pt x="1480957" y="462701"/>
                </a:lnTo>
                <a:lnTo>
                  <a:pt x="1480933" y="461891"/>
                </a:lnTo>
                <a:lnTo>
                  <a:pt x="1480894" y="461088"/>
                </a:lnTo>
                <a:lnTo>
                  <a:pt x="1480838" y="460292"/>
                </a:lnTo>
                <a:lnTo>
                  <a:pt x="1480767" y="459504"/>
                </a:lnTo>
                <a:lnTo>
                  <a:pt x="1480680" y="458724"/>
                </a:lnTo>
                <a:lnTo>
                  <a:pt x="1480578" y="457951"/>
                </a:lnTo>
                <a:lnTo>
                  <a:pt x="1480459" y="457185"/>
                </a:lnTo>
                <a:lnTo>
                  <a:pt x="1480325" y="456427"/>
                </a:lnTo>
                <a:lnTo>
                  <a:pt x="1480175" y="455676"/>
                </a:lnTo>
                <a:lnTo>
                  <a:pt x="1480009" y="454933"/>
                </a:lnTo>
                <a:lnTo>
                  <a:pt x="1479827" y="454197"/>
                </a:lnTo>
                <a:lnTo>
                  <a:pt x="1479630" y="453469"/>
                </a:lnTo>
                <a:lnTo>
                  <a:pt x="1479416" y="452748"/>
                </a:lnTo>
                <a:lnTo>
                  <a:pt x="1479187" y="452035"/>
                </a:lnTo>
                <a:lnTo>
                  <a:pt x="1478942" y="451329"/>
                </a:lnTo>
                <a:lnTo>
                  <a:pt x="1478682" y="450630"/>
                </a:lnTo>
                <a:lnTo>
                  <a:pt x="1478405" y="449939"/>
                </a:lnTo>
                <a:lnTo>
                  <a:pt x="1478113" y="449256"/>
                </a:lnTo>
                <a:lnTo>
                  <a:pt x="1477805" y="448580"/>
                </a:lnTo>
                <a:lnTo>
                  <a:pt x="1477481" y="447911"/>
                </a:lnTo>
                <a:lnTo>
                  <a:pt x="1477141" y="447250"/>
                </a:lnTo>
                <a:lnTo>
                  <a:pt x="1476786" y="446596"/>
                </a:lnTo>
                <a:lnTo>
                  <a:pt x="1476415" y="445950"/>
                </a:lnTo>
                <a:lnTo>
                  <a:pt x="1476034" y="445313"/>
                </a:lnTo>
                <a:lnTo>
                  <a:pt x="1475640" y="444688"/>
                </a:lnTo>
                <a:lnTo>
                  <a:pt x="1475234" y="444074"/>
                </a:lnTo>
                <a:lnTo>
                  <a:pt x="1474814" y="443471"/>
                </a:lnTo>
                <a:lnTo>
                  <a:pt x="1474380" y="442880"/>
                </a:lnTo>
                <a:lnTo>
                  <a:pt x="1473934" y="442300"/>
                </a:lnTo>
                <a:lnTo>
                  <a:pt x="1473475" y="441732"/>
                </a:lnTo>
                <a:lnTo>
                  <a:pt x="1473002" y="441175"/>
                </a:lnTo>
                <a:lnTo>
                  <a:pt x="1472516" y="440630"/>
                </a:lnTo>
                <a:lnTo>
                  <a:pt x="1472017" y="440095"/>
                </a:lnTo>
                <a:lnTo>
                  <a:pt x="1471505" y="439573"/>
                </a:lnTo>
                <a:lnTo>
                  <a:pt x="1470980" y="439061"/>
                </a:lnTo>
                <a:lnTo>
                  <a:pt x="1470441" y="438562"/>
                </a:lnTo>
                <a:lnTo>
                  <a:pt x="1469889" y="438073"/>
                </a:lnTo>
                <a:lnTo>
                  <a:pt x="1469325" y="437596"/>
                </a:lnTo>
                <a:lnTo>
                  <a:pt x="1468747" y="437130"/>
                </a:lnTo>
                <a:lnTo>
                  <a:pt x="1468155" y="436676"/>
                </a:lnTo>
                <a:lnTo>
                  <a:pt x="1467551" y="436233"/>
                </a:lnTo>
                <a:lnTo>
                  <a:pt x="1466934" y="435802"/>
                </a:lnTo>
                <a:lnTo>
                  <a:pt x="1466303" y="435382"/>
                </a:lnTo>
                <a:lnTo>
                  <a:pt x="1465659" y="434973"/>
                </a:lnTo>
                <a:lnTo>
                  <a:pt x="1465002" y="434576"/>
                </a:lnTo>
                <a:lnTo>
                  <a:pt x="1464332" y="434190"/>
                </a:lnTo>
                <a:lnTo>
                  <a:pt x="1463649" y="433816"/>
                </a:lnTo>
                <a:lnTo>
                  <a:pt x="1462959" y="433455"/>
                </a:lnTo>
                <a:lnTo>
                  <a:pt x="1462259" y="433109"/>
                </a:lnTo>
                <a:lnTo>
                  <a:pt x="1461549" y="432779"/>
                </a:lnTo>
                <a:lnTo>
                  <a:pt x="1460829" y="432464"/>
                </a:lnTo>
                <a:lnTo>
                  <a:pt x="1460099" y="432165"/>
                </a:lnTo>
                <a:lnTo>
                  <a:pt x="1459359" y="431881"/>
                </a:lnTo>
                <a:lnTo>
                  <a:pt x="1458609" y="431612"/>
                </a:lnTo>
                <a:lnTo>
                  <a:pt x="1457848" y="431358"/>
                </a:lnTo>
                <a:lnTo>
                  <a:pt x="1457078" y="431120"/>
                </a:lnTo>
                <a:lnTo>
                  <a:pt x="1456298" y="430897"/>
                </a:lnTo>
                <a:lnTo>
                  <a:pt x="1455507" y="430690"/>
                </a:lnTo>
                <a:lnTo>
                  <a:pt x="1454706" y="430498"/>
                </a:lnTo>
                <a:lnTo>
                  <a:pt x="1453895" y="430321"/>
                </a:lnTo>
                <a:lnTo>
                  <a:pt x="1453074" y="430160"/>
                </a:lnTo>
                <a:lnTo>
                  <a:pt x="1452243" y="430014"/>
                </a:lnTo>
                <a:lnTo>
                  <a:pt x="1451402" y="429884"/>
                </a:lnTo>
                <a:lnTo>
                  <a:pt x="1450551" y="429768"/>
                </a:lnTo>
                <a:lnTo>
                  <a:pt x="1449690" y="429669"/>
                </a:lnTo>
                <a:lnTo>
                  <a:pt x="1448818" y="429584"/>
                </a:lnTo>
                <a:lnTo>
                  <a:pt x="1447937" y="429515"/>
                </a:lnTo>
                <a:lnTo>
                  <a:pt x="1447045" y="429461"/>
                </a:lnTo>
                <a:lnTo>
                  <a:pt x="1446144" y="429423"/>
                </a:lnTo>
                <a:lnTo>
                  <a:pt x="1445232" y="429400"/>
                </a:lnTo>
                <a:lnTo>
                  <a:pt x="1444310" y="429392"/>
                </a:lnTo>
                <a:lnTo>
                  <a:pt x="1443460" y="429399"/>
                </a:lnTo>
                <a:lnTo>
                  <a:pt x="1442616" y="429420"/>
                </a:lnTo>
                <a:lnTo>
                  <a:pt x="1441779" y="429455"/>
                </a:lnTo>
                <a:lnTo>
                  <a:pt x="1440948" y="429504"/>
                </a:lnTo>
                <a:lnTo>
                  <a:pt x="1440124" y="429568"/>
                </a:lnTo>
                <a:lnTo>
                  <a:pt x="1439306" y="429645"/>
                </a:lnTo>
                <a:lnTo>
                  <a:pt x="1438494" y="429736"/>
                </a:lnTo>
                <a:lnTo>
                  <a:pt x="1437688" y="429842"/>
                </a:lnTo>
                <a:lnTo>
                  <a:pt x="1436889" y="429961"/>
                </a:lnTo>
                <a:lnTo>
                  <a:pt x="1436097" y="430094"/>
                </a:lnTo>
                <a:lnTo>
                  <a:pt x="1435310" y="430242"/>
                </a:lnTo>
                <a:lnTo>
                  <a:pt x="1434530" y="430403"/>
                </a:lnTo>
                <a:lnTo>
                  <a:pt x="1433757" y="430579"/>
                </a:lnTo>
                <a:lnTo>
                  <a:pt x="1432989" y="430768"/>
                </a:lnTo>
                <a:lnTo>
                  <a:pt x="1432228" y="430972"/>
                </a:lnTo>
                <a:lnTo>
                  <a:pt x="1431474" y="431190"/>
                </a:lnTo>
                <a:lnTo>
                  <a:pt x="1430726" y="431421"/>
                </a:lnTo>
                <a:lnTo>
                  <a:pt x="1429984" y="431667"/>
                </a:lnTo>
                <a:lnTo>
                  <a:pt x="1429248" y="431927"/>
                </a:lnTo>
                <a:lnTo>
                  <a:pt x="1428519" y="432201"/>
                </a:lnTo>
                <a:lnTo>
                  <a:pt x="1427797" y="432489"/>
                </a:lnTo>
                <a:lnTo>
                  <a:pt x="1427080" y="432791"/>
                </a:lnTo>
                <a:lnTo>
                  <a:pt x="1426370" y="433107"/>
                </a:lnTo>
                <a:lnTo>
                  <a:pt x="1425667" y="433437"/>
                </a:lnTo>
                <a:lnTo>
                  <a:pt x="1424977" y="433780"/>
                </a:lnTo>
                <a:lnTo>
                  <a:pt x="1424299" y="434136"/>
                </a:lnTo>
                <a:lnTo>
                  <a:pt x="1423632" y="434504"/>
                </a:lnTo>
                <a:lnTo>
                  <a:pt x="1422976" y="434885"/>
                </a:lnTo>
                <a:lnTo>
                  <a:pt x="1422331" y="435278"/>
                </a:lnTo>
                <a:lnTo>
                  <a:pt x="1421697" y="435684"/>
                </a:lnTo>
                <a:lnTo>
                  <a:pt x="1421075" y="436103"/>
                </a:lnTo>
                <a:lnTo>
                  <a:pt x="1420463" y="436533"/>
                </a:lnTo>
                <a:lnTo>
                  <a:pt x="1419863" y="436977"/>
                </a:lnTo>
                <a:lnTo>
                  <a:pt x="1419274" y="437433"/>
                </a:lnTo>
                <a:lnTo>
                  <a:pt x="1418697" y="437901"/>
                </a:lnTo>
                <a:lnTo>
                  <a:pt x="1418130" y="438382"/>
                </a:lnTo>
                <a:lnTo>
                  <a:pt x="1417575" y="438875"/>
                </a:lnTo>
                <a:lnTo>
                  <a:pt x="1417031" y="439381"/>
                </a:lnTo>
                <a:lnTo>
                  <a:pt x="1416498" y="439900"/>
                </a:lnTo>
                <a:lnTo>
                  <a:pt x="1415976" y="440431"/>
                </a:lnTo>
                <a:lnTo>
                  <a:pt x="1415466" y="440974"/>
                </a:lnTo>
                <a:lnTo>
                  <a:pt x="1414967" y="441530"/>
                </a:lnTo>
                <a:lnTo>
                  <a:pt x="1414478" y="442099"/>
                </a:lnTo>
                <a:lnTo>
                  <a:pt x="1414001" y="442679"/>
                </a:lnTo>
                <a:lnTo>
                  <a:pt x="1413536" y="443273"/>
                </a:lnTo>
                <a:lnTo>
                  <a:pt x="1413081" y="443879"/>
                </a:lnTo>
                <a:lnTo>
                  <a:pt x="1412638" y="444497"/>
                </a:lnTo>
                <a:lnTo>
                  <a:pt x="1412206" y="445128"/>
                </a:lnTo>
                <a:lnTo>
                  <a:pt x="1411792" y="445771"/>
                </a:lnTo>
                <a:lnTo>
                  <a:pt x="1411395" y="446424"/>
                </a:lnTo>
                <a:lnTo>
                  <a:pt x="1411013" y="447089"/>
                </a:lnTo>
                <a:lnTo>
                  <a:pt x="1410647" y="447763"/>
                </a:lnTo>
                <a:lnTo>
                  <a:pt x="1410296" y="448449"/>
                </a:lnTo>
                <a:lnTo>
                  <a:pt x="1409962" y="449145"/>
                </a:lnTo>
                <a:lnTo>
                  <a:pt x="1409643" y="449853"/>
                </a:lnTo>
                <a:lnTo>
                  <a:pt x="1409341" y="450570"/>
                </a:lnTo>
                <a:lnTo>
                  <a:pt x="1409054" y="451299"/>
                </a:lnTo>
                <a:lnTo>
                  <a:pt x="1408782" y="452038"/>
                </a:lnTo>
                <a:lnTo>
                  <a:pt x="1408527" y="452789"/>
                </a:lnTo>
                <a:lnTo>
                  <a:pt x="1408287" y="453550"/>
                </a:lnTo>
                <a:lnTo>
                  <a:pt x="1408063" y="454321"/>
                </a:lnTo>
                <a:lnTo>
                  <a:pt x="1407855" y="455104"/>
                </a:lnTo>
                <a:lnTo>
                  <a:pt x="1407663" y="455897"/>
                </a:lnTo>
                <a:lnTo>
                  <a:pt x="1407487" y="456701"/>
                </a:lnTo>
                <a:lnTo>
                  <a:pt x="1407326" y="457515"/>
                </a:lnTo>
                <a:lnTo>
                  <a:pt x="1407181" y="458341"/>
                </a:lnTo>
                <a:lnTo>
                  <a:pt x="1407052" y="459177"/>
                </a:lnTo>
                <a:lnTo>
                  <a:pt x="1406939" y="460024"/>
                </a:lnTo>
                <a:lnTo>
                  <a:pt x="1406842" y="460881"/>
                </a:lnTo>
                <a:lnTo>
                  <a:pt x="1406760" y="461750"/>
                </a:lnTo>
                <a:lnTo>
                  <a:pt x="1406694" y="462629"/>
                </a:lnTo>
                <a:lnTo>
                  <a:pt x="1406644" y="463519"/>
                </a:lnTo>
                <a:lnTo>
                  <a:pt x="1422570" y="463519"/>
                </a:lnTo>
                <a:lnTo>
                  <a:pt x="1422617" y="462902"/>
                </a:lnTo>
                <a:lnTo>
                  <a:pt x="1422673" y="462296"/>
                </a:lnTo>
                <a:lnTo>
                  <a:pt x="1422739" y="461699"/>
                </a:lnTo>
                <a:lnTo>
                  <a:pt x="1422814" y="461112"/>
                </a:lnTo>
                <a:lnTo>
                  <a:pt x="1422899" y="460535"/>
                </a:lnTo>
                <a:lnTo>
                  <a:pt x="1422993" y="459968"/>
                </a:lnTo>
                <a:lnTo>
                  <a:pt x="1423096" y="459411"/>
                </a:lnTo>
                <a:lnTo>
                  <a:pt x="1423209" y="458863"/>
                </a:lnTo>
                <a:lnTo>
                  <a:pt x="1423331" y="458326"/>
                </a:lnTo>
                <a:lnTo>
                  <a:pt x="1423463" y="457798"/>
                </a:lnTo>
                <a:lnTo>
                  <a:pt x="1423604" y="457281"/>
                </a:lnTo>
                <a:lnTo>
                  <a:pt x="1423755" y="456773"/>
                </a:lnTo>
                <a:lnTo>
                  <a:pt x="1423915" y="456275"/>
                </a:lnTo>
                <a:lnTo>
                  <a:pt x="1424085" y="455786"/>
                </a:lnTo>
                <a:lnTo>
                  <a:pt x="1424263" y="455308"/>
                </a:lnTo>
                <a:lnTo>
                  <a:pt x="1424452" y="454840"/>
                </a:lnTo>
                <a:lnTo>
                  <a:pt x="1424650" y="454381"/>
                </a:lnTo>
                <a:lnTo>
                  <a:pt x="1424857" y="453933"/>
                </a:lnTo>
                <a:lnTo>
                  <a:pt x="1425074" y="453494"/>
                </a:lnTo>
                <a:lnTo>
                  <a:pt x="1425300" y="453065"/>
                </a:lnTo>
                <a:lnTo>
                  <a:pt x="1425535" y="452646"/>
                </a:lnTo>
                <a:lnTo>
                  <a:pt x="1425780" y="452237"/>
                </a:lnTo>
                <a:lnTo>
                  <a:pt x="1426035" y="451838"/>
                </a:lnTo>
                <a:lnTo>
                  <a:pt x="1426299" y="451448"/>
                </a:lnTo>
                <a:lnTo>
                  <a:pt x="1426570" y="451068"/>
                </a:lnTo>
                <a:lnTo>
                  <a:pt x="1426847" y="450696"/>
                </a:lnTo>
                <a:lnTo>
                  <a:pt x="1427129" y="450333"/>
                </a:lnTo>
                <a:lnTo>
                  <a:pt x="1427417" y="449979"/>
                </a:lnTo>
                <a:lnTo>
                  <a:pt x="1427710" y="449633"/>
                </a:lnTo>
                <a:lnTo>
                  <a:pt x="1428009" y="449296"/>
                </a:lnTo>
                <a:lnTo>
                  <a:pt x="1428313" y="448967"/>
                </a:lnTo>
                <a:lnTo>
                  <a:pt x="1428623" y="448646"/>
                </a:lnTo>
                <a:lnTo>
                  <a:pt x="1428938" y="448335"/>
                </a:lnTo>
                <a:lnTo>
                  <a:pt x="1429259" y="448032"/>
                </a:lnTo>
                <a:lnTo>
                  <a:pt x="1429585" y="447737"/>
                </a:lnTo>
                <a:lnTo>
                  <a:pt x="1429917" y="447451"/>
                </a:lnTo>
                <a:lnTo>
                  <a:pt x="1430254" y="447173"/>
                </a:lnTo>
                <a:lnTo>
                  <a:pt x="1430596" y="446905"/>
                </a:lnTo>
                <a:lnTo>
                  <a:pt x="1430945" y="446644"/>
                </a:lnTo>
                <a:lnTo>
                  <a:pt x="1431298" y="446392"/>
                </a:lnTo>
                <a:lnTo>
                  <a:pt x="1431657" y="446149"/>
                </a:lnTo>
                <a:lnTo>
                  <a:pt x="1432022" y="445914"/>
                </a:lnTo>
                <a:lnTo>
                  <a:pt x="1432392" y="445688"/>
                </a:lnTo>
                <a:lnTo>
                  <a:pt x="1432768" y="445471"/>
                </a:lnTo>
                <a:lnTo>
                  <a:pt x="1433149" y="445262"/>
                </a:lnTo>
                <a:lnTo>
                  <a:pt x="1433535" y="445061"/>
                </a:lnTo>
                <a:lnTo>
                  <a:pt x="1433927" y="444869"/>
                </a:lnTo>
                <a:lnTo>
                  <a:pt x="1434325" y="444686"/>
                </a:lnTo>
                <a:lnTo>
                  <a:pt x="1434726" y="444511"/>
                </a:lnTo>
                <a:lnTo>
                  <a:pt x="1435128" y="444343"/>
                </a:lnTo>
                <a:lnTo>
                  <a:pt x="1435531" y="444182"/>
                </a:lnTo>
                <a:lnTo>
                  <a:pt x="1435936" y="444029"/>
                </a:lnTo>
                <a:lnTo>
                  <a:pt x="1436342" y="443884"/>
                </a:lnTo>
                <a:lnTo>
                  <a:pt x="1436750" y="443746"/>
                </a:lnTo>
                <a:lnTo>
                  <a:pt x="1437159" y="443615"/>
                </a:lnTo>
                <a:lnTo>
                  <a:pt x="1437569" y="443492"/>
                </a:lnTo>
                <a:lnTo>
                  <a:pt x="1437980" y="443377"/>
                </a:lnTo>
                <a:lnTo>
                  <a:pt x="1438393" y="443268"/>
                </a:lnTo>
                <a:lnTo>
                  <a:pt x="1438807" y="443168"/>
                </a:lnTo>
                <a:lnTo>
                  <a:pt x="1439223" y="443074"/>
                </a:lnTo>
                <a:lnTo>
                  <a:pt x="1439639" y="442989"/>
                </a:lnTo>
                <a:lnTo>
                  <a:pt x="1440057" y="442910"/>
                </a:lnTo>
                <a:lnTo>
                  <a:pt x="1440477" y="442839"/>
                </a:lnTo>
                <a:lnTo>
                  <a:pt x="1440897" y="442776"/>
                </a:lnTo>
                <a:lnTo>
                  <a:pt x="1441319" y="442720"/>
                </a:lnTo>
                <a:lnTo>
                  <a:pt x="1441743" y="442672"/>
                </a:lnTo>
                <a:lnTo>
                  <a:pt x="1442167" y="442631"/>
                </a:lnTo>
                <a:lnTo>
                  <a:pt x="1442593" y="442597"/>
                </a:lnTo>
                <a:lnTo>
                  <a:pt x="1443020" y="442571"/>
                </a:lnTo>
                <a:lnTo>
                  <a:pt x="1443449" y="442552"/>
                </a:lnTo>
                <a:lnTo>
                  <a:pt x="1443879" y="442541"/>
                </a:lnTo>
                <a:lnTo>
                  <a:pt x="1444310" y="442537"/>
                </a:lnTo>
                <a:lnTo>
                  <a:pt x="1444803" y="442542"/>
                </a:lnTo>
                <a:lnTo>
                  <a:pt x="1445293" y="442554"/>
                </a:lnTo>
                <a:lnTo>
                  <a:pt x="1445779" y="442576"/>
                </a:lnTo>
                <a:lnTo>
                  <a:pt x="1446261" y="442606"/>
                </a:lnTo>
                <a:lnTo>
                  <a:pt x="1446739" y="442644"/>
                </a:lnTo>
                <a:lnTo>
                  <a:pt x="1447213" y="442691"/>
                </a:lnTo>
                <a:lnTo>
                  <a:pt x="1447684" y="442747"/>
                </a:lnTo>
                <a:lnTo>
                  <a:pt x="1448151" y="442811"/>
                </a:lnTo>
                <a:lnTo>
                  <a:pt x="1448615" y="442884"/>
                </a:lnTo>
                <a:lnTo>
                  <a:pt x="1449074" y="442965"/>
                </a:lnTo>
                <a:lnTo>
                  <a:pt x="1449530" y="443055"/>
                </a:lnTo>
                <a:lnTo>
                  <a:pt x="1449982" y="443153"/>
                </a:lnTo>
                <a:lnTo>
                  <a:pt x="1450431" y="443260"/>
                </a:lnTo>
                <a:lnTo>
                  <a:pt x="1450875" y="443376"/>
                </a:lnTo>
                <a:lnTo>
                  <a:pt x="1451316" y="443500"/>
                </a:lnTo>
                <a:lnTo>
                  <a:pt x="1451753" y="443633"/>
                </a:lnTo>
                <a:lnTo>
                  <a:pt x="1452187" y="443774"/>
                </a:lnTo>
                <a:lnTo>
                  <a:pt x="1452617" y="443924"/>
                </a:lnTo>
                <a:lnTo>
                  <a:pt x="1453043" y="444082"/>
                </a:lnTo>
                <a:lnTo>
                  <a:pt x="1453465" y="444249"/>
                </a:lnTo>
                <a:lnTo>
                  <a:pt x="1453884" y="444424"/>
                </a:lnTo>
                <a:lnTo>
                  <a:pt x="1454298" y="444608"/>
                </a:lnTo>
                <a:lnTo>
                  <a:pt x="1454710" y="444801"/>
                </a:lnTo>
                <a:lnTo>
                  <a:pt x="1455117" y="445002"/>
                </a:lnTo>
                <a:lnTo>
                  <a:pt x="1455519" y="445211"/>
                </a:lnTo>
                <a:lnTo>
                  <a:pt x="1455914" y="445427"/>
                </a:lnTo>
                <a:lnTo>
                  <a:pt x="1456303" y="445651"/>
                </a:lnTo>
                <a:lnTo>
                  <a:pt x="1456685" y="445882"/>
                </a:lnTo>
                <a:lnTo>
                  <a:pt x="1457060" y="446119"/>
                </a:lnTo>
                <a:lnTo>
                  <a:pt x="1457428" y="446365"/>
                </a:lnTo>
                <a:lnTo>
                  <a:pt x="1457789" y="446617"/>
                </a:lnTo>
                <a:lnTo>
                  <a:pt x="1458143" y="446877"/>
                </a:lnTo>
                <a:lnTo>
                  <a:pt x="1458491" y="447144"/>
                </a:lnTo>
                <a:lnTo>
                  <a:pt x="1458832" y="447418"/>
                </a:lnTo>
                <a:lnTo>
                  <a:pt x="1459166" y="447699"/>
                </a:lnTo>
                <a:lnTo>
                  <a:pt x="1459493" y="447988"/>
                </a:lnTo>
                <a:lnTo>
                  <a:pt x="1459814" y="448284"/>
                </a:lnTo>
                <a:lnTo>
                  <a:pt x="1460128" y="448587"/>
                </a:lnTo>
                <a:lnTo>
                  <a:pt x="1460434" y="448898"/>
                </a:lnTo>
                <a:lnTo>
                  <a:pt x="1460734" y="449215"/>
                </a:lnTo>
                <a:lnTo>
                  <a:pt x="1461028" y="449540"/>
                </a:lnTo>
                <a:lnTo>
                  <a:pt x="1461314" y="449872"/>
                </a:lnTo>
                <a:lnTo>
                  <a:pt x="1461594" y="450212"/>
                </a:lnTo>
                <a:lnTo>
                  <a:pt x="1461867" y="450558"/>
                </a:lnTo>
                <a:lnTo>
                  <a:pt x="1462133" y="450912"/>
                </a:lnTo>
                <a:lnTo>
                  <a:pt x="1462392" y="451273"/>
                </a:lnTo>
                <a:lnTo>
                  <a:pt x="1462644" y="451641"/>
                </a:lnTo>
                <a:lnTo>
                  <a:pt x="1462890" y="452017"/>
                </a:lnTo>
                <a:lnTo>
                  <a:pt x="1463127" y="452399"/>
                </a:lnTo>
                <a:lnTo>
                  <a:pt x="1463354" y="452787"/>
                </a:lnTo>
                <a:lnTo>
                  <a:pt x="1463572" y="453180"/>
                </a:lnTo>
                <a:lnTo>
                  <a:pt x="1463778" y="453579"/>
                </a:lnTo>
                <a:lnTo>
                  <a:pt x="1463975" y="453984"/>
                </a:lnTo>
                <a:lnTo>
                  <a:pt x="1464162" y="454395"/>
                </a:lnTo>
                <a:lnTo>
                  <a:pt x="1464339" y="454811"/>
                </a:lnTo>
                <a:lnTo>
                  <a:pt x="1464505" y="455233"/>
                </a:lnTo>
                <a:lnTo>
                  <a:pt x="1464662" y="455661"/>
                </a:lnTo>
                <a:lnTo>
                  <a:pt x="1464808" y="456094"/>
                </a:lnTo>
                <a:lnTo>
                  <a:pt x="1464944" y="456533"/>
                </a:lnTo>
                <a:lnTo>
                  <a:pt x="1465071" y="456978"/>
                </a:lnTo>
                <a:lnTo>
                  <a:pt x="1465187" y="457429"/>
                </a:lnTo>
                <a:lnTo>
                  <a:pt x="1465293" y="457885"/>
                </a:lnTo>
                <a:lnTo>
                  <a:pt x="1465389" y="458347"/>
                </a:lnTo>
                <a:lnTo>
                  <a:pt x="1465474" y="458814"/>
                </a:lnTo>
                <a:lnTo>
                  <a:pt x="1465550" y="459288"/>
                </a:lnTo>
                <a:lnTo>
                  <a:pt x="1465616" y="459767"/>
                </a:lnTo>
                <a:lnTo>
                  <a:pt x="1465671" y="460251"/>
                </a:lnTo>
                <a:lnTo>
                  <a:pt x="1465717" y="460742"/>
                </a:lnTo>
                <a:lnTo>
                  <a:pt x="1465752" y="461238"/>
                </a:lnTo>
                <a:lnTo>
                  <a:pt x="1465777" y="461740"/>
                </a:lnTo>
                <a:lnTo>
                  <a:pt x="1465792" y="462247"/>
                </a:lnTo>
                <a:lnTo>
                  <a:pt x="1465797" y="462761"/>
                </a:lnTo>
                <a:lnTo>
                  <a:pt x="1465794" y="463175"/>
                </a:lnTo>
                <a:lnTo>
                  <a:pt x="1465785" y="463587"/>
                </a:lnTo>
                <a:lnTo>
                  <a:pt x="1465770" y="463995"/>
                </a:lnTo>
                <a:lnTo>
                  <a:pt x="1465748" y="464400"/>
                </a:lnTo>
                <a:lnTo>
                  <a:pt x="1465721" y="464802"/>
                </a:lnTo>
                <a:lnTo>
                  <a:pt x="1465687" y="465202"/>
                </a:lnTo>
                <a:lnTo>
                  <a:pt x="1465647" y="465598"/>
                </a:lnTo>
                <a:lnTo>
                  <a:pt x="1465601" y="465991"/>
                </a:lnTo>
                <a:lnTo>
                  <a:pt x="1465549" y="466381"/>
                </a:lnTo>
                <a:lnTo>
                  <a:pt x="1465490" y="466768"/>
                </a:lnTo>
                <a:lnTo>
                  <a:pt x="1465426" y="467151"/>
                </a:lnTo>
                <a:lnTo>
                  <a:pt x="1465355" y="467532"/>
                </a:lnTo>
                <a:lnTo>
                  <a:pt x="1465278" y="467910"/>
                </a:lnTo>
                <a:lnTo>
                  <a:pt x="1465195" y="468284"/>
                </a:lnTo>
                <a:lnTo>
                  <a:pt x="1465106" y="468656"/>
                </a:lnTo>
                <a:lnTo>
                  <a:pt x="1465011" y="469024"/>
                </a:lnTo>
                <a:lnTo>
                  <a:pt x="1464910" y="469390"/>
                </a:lnTo>
                <a:lnTo>
                  <a:pt x="1464802" y="469752"/>
                </a:lnTo>
                <a:lnTo>
                  <a:pt x="1464688" y="470111"/>
                </a:lnTo>
                <a:lnTo>
                  <a:pt x="1464569" y="470467"/>
                </a:lnTo>
                <a:lnTo>
                  <a:pt x="1464443" y="470820"/>
                </a:lnTo>
                <a:lnTo>
                  <a:pt x="1464310" y="471170"/>
                </a:lnTo>
                <a:lnTo>
                  <a:pt x="1464172" y="471517"/>
                </a:lnTo>
                <a:lnTo>
                  <a:pt x="1464028" y="471861"/>
                </a:lnTo>
                <a:lnTo>
                  <a:pt x="1463883" y="472202"/>
                </a:lnTo>
                <a:lnTo>
                  <a:pt x="1463735" y="472539"/>
                </a:lnTo>
                <a:lnTo>
                  <a:pt x="1463581" y="472873"/>
                </a:lnTo>
                <a:lnTo>
                  <a:pt x="1463424" y="473204"/>
                </a:lnTo>
                <a:lnTo>
                  <a:pt x="1463262" y="473532"/>
                </a:lnTo>
                <a:lnTo>
                  <a:pt x="1463096" y="473856"/>
                </a:lnTo>
                <a:lnTo>
                  <a:pt x="1462925" y="474177"/>
                </a:lnTo>
                <a:lnTo>
                  <a:pt x="1462750" y="474494"/>
                </a:lnTo>
                <a:lnTo>
                  <a:pt x="1462570" y="474809"/>
                </a:lnTo>
                <a:lnTo>
                  <a:pt x="1462386" y="475120"/>
                </a:lnTo>
                <a:lnTo>
                  <a:pt x="1462198" y="475428"/>
                </a:lnTo>
                <a:lnTo>
                  <a:pt x="1462005" y="475732"/>
                </a:lnTo>
                <a:lnTo>
                  <a:pt x="1461808" y="476033"/>
                </a:lnTo>
                <a:lnTo>
                  <a:pt x="1461607" y="476331"/>
                </a:lnTo>
                <a:lnTo>
                  <a:pt x="1461401" y="476626"/>
                </a:lnTo>
                <a:lnTo>
                  <a:pt x="1461191" y="476917"/>
                </a:lnTo>
                <a:lnTo>
                  <a:pt x="1460976" y="477205"/>
                </a:lnTo>
                <a:lnTo>
                  <a:pt x="1460757" y="477490"/>
                </a:lnTo>
                <a:lnTo>
                  <a:pt x="1460534" y="477771"/>
                </a:lnTo>
                <a:lnTo>
                  <a:pt x="1460306" y="478049"/>
                </a:lnTo>
                <a:lnTo>
                  <a:pt x="1460074" y="478324"/>
                </a:lnTo>
                <a:lnTo>
                  <a:pt x="1459837" y="478596"/>
                </a:lnTo>
                <a:lnTo>
                  <a:pt x="1459596" y="478864"/>
                </a:lnTo>
                <a:lnTo>
                  <a:pt x="1459351" y="479129"/>
                </a:lnTo>
                <a:lnTo>
                  <a:pt x="1459102" y="479386"/>
                </a:lnTo>
                <a:lnTo>
                  <a:pt x="1458851" y="479639"/>
                </a:lnTo>
                <a:lnTo>
                  <a:pt x="1458597" y="479890"/>
                </a:lnTo>
                <a:lnTo>
                  <a:pt x="1458340" y="480138"/>
                </a:lnTo>
                <a:lnTo>
                  <a:pt x="1458081" y="480384"/>
                </a:lnTo>
                <a:lnTo>
                  <a:pt x="1457819" y="480626"/>
                </a:lnTo>
                <a:lnTo>
                  <a:pt x="1457554" y="480865"/>
                </a:lnTo>
                <a:lnTo>
                  <a:pt x="1457287" y="481102"/>
                </a:lnTo>
                <a:lnTo>
                  <a:pt x="1457017" y="481336"/>
                </a:lnTo>
                <a:lnTo>
                  <a:pt x="1456744" y="481567"/>
                </a:lnTo>
                <a:lnTo>
                  <a:pt x="1456469" y="481795"/>
                </a:lnTo>
                <a:lnTo>
                  <a:pt x="1456191" y="482020"/>
                </a:lnTo>
                <a:lnTo>
                  <a:pt x="1455911" y="482243"/>
                </a:lnTo>
                <a:lnTo>
                  <a:pt x="1455628" y="482462"/>
                </a:lnTo>
                <a:lnTo>
                  <a:pt x="1455342" y="482679"/>
                </a:lnTo>
                <a:lnTo>
                  <a:pt x="1455054" y="482893"/>
                </a:lnTo>
                <a:lnTo>
                  <a:pt x="1454763" y="483104"/>
                </a:lnTo>
                <a:lnTo>
                  <a:pt x="1454469" y="483312"/>
                </a:lnTo>
                <a:lnTo>
                  <a:pt x="1454173" y="483517"/>
                </a:lnTo>
                <a:lnTo>
                  <a:pt x="1453874" y="483720"/>
                </a:lnTo>
                <a:lnTo>
                  <a:pt x="1453573" y="483919"/>
                </a:lnTo>
                <a:lnTo>
                  <a:pt x="1453268" y="484116"/>
                </a:lnTo>
                <a:lnTo>
                  <a:pt x="1452962" y="484310"/>
                </a:lnTo>
                <a:lnTo>
                  <a:pt x="1452652" y="484501"/>
                </a:lnTo>
                <a:lnTo>
                  <a:pt x="1452139" y="484813"/>
                </a:lnTo>
                <a:lnTo>
                  <a:pt x="1451632" y="485127"/>
                </a:lnTo>
                <a:lnTo>
                  <a:pt x="1451132" y="485444"/>
                </a:lnTo>
                <a:lnTo>
                  <a:pt x="1450637" y="485763"/>
                </a:lnTo>
                <a:lnTo>
                  <a:pt x="1450148" y="486085"/>
                </a:lnTo>
                <a:lnTo>
                  <a:pt x="1449666" y="486409"/>
                </a:lnTo>
                <a:lnTo>
                  <a:pt x="1449190" y="486735"/>
                </a:lnTo>
                <a:lnTo>
                  <a:pt x="1448720" y="487064"/>
                </a:lnTo>
                <a:lnTo>
                  <a:pt x="1448256" y="487395"/>
                </a:lnTo>
                <a:lnTo>
                  <a:pt x="1447798" y="487729"/>
                </a:lnTo>
                <a:lnTo>
                  <a:pt x="1447347" y="488065"/>
                </a:lnTo>
                <a:lnTo>
                  <a:pt x="1446901" y="488403"/>
                </a:lnTo>
                <a:lnTo>
                  <a:pt x="1446462" y="488744"/>
                </a:lnTo>
                <a:lnTo>
                  <a:pt x="1446029" y="489087"/>
                </a:lnTo>
                <a:lnTo>
                  <a:pt x="1445602" y="489433"/>
                </a:lnTo>
                <a:lnTo>
                  <a:pt x="1445181" y="489781"/>
                </a:lnTo>
                <a:lnTo>
                  <a:pt x="1444766" y="490132"/>
                </a:lnTo>
                <a:lnTo>
                  <a:pt x="1444357" y="490485"/>
                </a:lnTo>
                <a:lnTo>
                  <a:pt x="1443955" y="490840"/>
                </a:lnTo>
                <a:lnTo>
                  <a:pt x="1443559" y="491198"/>
                </a:lnTo>
                <a:lnTo>
                  <a:pt x="1443169" y="491558"/>
                </a:lnTo>
                <a:lnTo>
                  <a:pt x="1442784" y="491921"/>
                </a:lnTo>
                <a:lnTo>
                  <a:pt x="1442407" y="492286"/>
                </a:lnTo>
                <a:lnTo>
                  <a:pt x="1442035" y="492653"/>
                </a:lnTo>
                <a:lnTo>
                  <a:pt x="1441670" y="493027"/>
                </a:lnTo>
                <a:lnTo>
                  <a:pt x="1441312" y="493409"/>
                </a:lnTo>
                <a:lnTo>
                  <a:pt x="1440961" y="493802"/>
                </a:lnTo>
                <a:lnTo>
                  <a:pt x="1440616" y="494203"/>
                </a:lnTo>
                <a:lnTo>
                  <a:pt x="1440279" y="494614"/>
                </a:lnTo>
                <a:lnTo>
                  <a:pt x="1439949" y="495035"/>
                </a:lnTo>
                <a:lnTo>
                  <a:pt x="1439626" y="495465"/>
                </a:lnTo>
                <a:lnTo>
                  <a:pt x="1439310" y="495904"/>
                </a:lnTo>
                <a:lnTo>
                  <a:pt x="1439001" y="496353"/>
                </a:lnTo>
                <a:lnTo>
                  <a:pt x="1438699" y="496812"/>
                </a:lnTo>
                <a:lnTo>
                  <a:pt x="1438405" y="497279"/>
                </a:lnTo>
                <a:lnTo>
                  <a:pt x="1438117" y="497756"/>
                </a:lnTo>
                <a:lnTo>
                  <a:pt x="1437836" y="498243"/>
                </a:lnTo>
                <a:lnTo>
                  <a:pt x="1437562" y="498739"/>
                </a:lnTo>
                <a:lnTo>
                  <a:pt x="1437295" y="499245"/>
                </a:lnTo>
                <a:lnTo>
                  <a:pt x="1437035" y="499760"/>
                </a:lnTo>
                <a:lnTo>
                  <a:pt x="1436782" y="500284"/>
                </a:lnTo>
                <a:lnTo>
                  <a:pt x="1436537" y="500818"/>
                </a:lnTo>
                <a:lnTo>
                  <a:pt x="1436298" y="501361"/>
                </a:lnTo>
                <a:lnTo>
                  <a:pt x="1436066" y="501914"/>
                </a:lnTo>
                <a:lnTo>
                  <a:pt x="1435842" y="502476"/>
                </a:lnTo>
                <a:lnTo>
                  <a:pt x="1435624" y="503047"/>
                </a:lnTo>
                <a:lnTo>
                  <a:pt x="1435413" y="503628"/>
                </a:lnTo>
                <a:lnTo>
                  <a:pt x="1435210" y="504218"/>
                </a:lnTo>
                <a:lnTo>
                  <a:pt x="1435013" y="504822"/>
                </a:lnTo>
                <a:lnTo>
                  <a:pt x="1434825" y="505443"/>
                </a:lnTo>
                <a:lnTo>
                  <a:pt x="1434645" y="506081"/>
                </a:lnTo>
                <a:lnTo>
                  <a:pt x="1434472" y="506736"/>
                </a:lnTo>
                <a:lnTo>
                  <a:pt x="1434308" y="507408"/>
                </a:lnTo>
                <a:lnTo>
                  <a:pt x="1434151" y="508097"/>
                </a:lnTo>
                <a:lnTo>
                  <a:pt x="1434002" y="508804"/>
                </a:lnTo>
                <a:lnTo>
                  <a:pt x="1433861" y="509527"/>
                </a:lnTo>
                <a:lnTo>
                  <a:pt x="1433728" y="510268"/>
                </a:lnTo>
                <a:lnTo>
                  <a:pt x="1433603" y="511025"/>
                </a:lnTo>
                <a:lnTo>
                  <a:pt x="1433486" y="511800"/>
                </a:lnTo>
                <a:lnTo>
                  <a:pt x="1433377" y="512592"/>
                </a:lnTo>
                <a:lnTo>
                  <a:pt x="1433275" y="513401"/>
                </a:lnTo>
                <a:lnTo>
                  <a:pt x="1433182" y="514227"/>
                </a:lnTo>
                <a:lnTo>
                  <a:pt x="1433096" y="515071"/>
                </a:lnTo>
                <a:lnTo>
                  <a:pt x="1433019" y="515931"/>
                </a:lnTo>
                <a:lnTo>
                  <a:pt x="1432949" y="516809"/>
                </a:lnTo>
                <a:lnTo>
                  <a:pt x="1432887" y="517703"/>
                </a:lnTo>
                <a:lnTo>
                  <a:pt x="1432833" y="518615"/>
                </a:lnTo>
                <a:lnTo>
                  <a:pt x="1432787" y="519544"/>
                </a:lnTo>
                <a:lnTo>
                  <a:pt x="1432749" y="520490"/>
                </a:lnTo>
                <a:lnTo>
                  <a:pt x="1432718" y="521453"/>
                </a:lnTo>
                <a:lnTo>
                  <a:pt x="1432696" y="522433"/>
                </a:lnTo>
                <a:lnTo>
                  <a:pt x="1432682" y="523431"/>
                </a:lnTo>
                <a:lnTo>
                  <a:pt x="1432682" y="524189"/>
                </a:lnTo>
                <a:lnTo>
                  <a:pt x="1447849" y="524189"/>
                </a:lnTo>
                <a:lnTo>
                  <a:pt x="1447849" y="523431"/>
                </a:lnTo>
                <a:lnTo>
                  <a:pt x="1447862" y="522782"/>
                </a:lnTo>
                <a:lnTo>
                  <a:pt x="1447880" y="522143"/>
                </a:lnTo>
                <a:lnTo>
                  <a:pt x="1447902" y="521512"/>
                </a:lnTo>
                <a:lnTo>
                  <a:pt x="1447930" y="520890"/>
                </a:lnTo>
                <a:close/>
                <a:moveTo>
                  <a:pt x="1442560" y="561473"/>
                </a:moveTo>
                <a:lnTo>
                  <a:pt x="1442807" y="561434"/>
                </a:lnTo>
                <a:lnTo>
                  <a:pt x="1443052" y="561389"/>
                </a:lnTo>
                <a:lnTo>
                  <a:pt x="1443294" y="561339"/>
                </a:lnTo>
                <a:lnTo>
                  <a:pt x="1443535" y="561284"/>
                </a:lnTo>
                <a:lnTo>
                  <a:pt x="1443773" y="561223"/>
                </a:lnTo>
                <a:lnTo>
                  <a:pt x="1444009" y="561157"/>
                </a:lnTo>
                <a:lnTo>
                  <a:pt x="1444242" y="561086"/>
                </a:lnTo>
                <a:lnTo>
                  <a:pt x="1444474" y="561010"/>
                </a:lnTo>
                <a:lnTo>
                  <a:pt x="1444703" y="560928"/>
                </a:lnTo>
                <a:lnTo>
                  <a:pt x="1444930" y="560841"/>
                </a:lnTo>
                <a:lnTo>
                  <a:pt x="1445155" y="560749"/>
                </a:lnTo>
                <a:lnTo>
                  <a:pt x="1445378" y="560652"/>
                </a:lnTo>
                <a:lnTo>
                  <a:pt x="1445599" y="560549"/>
                </a:lnTo>
                <a:lnTo>
                  <a:pt x="1445817" y="560441"/>
                </a:lnTo>
                <a:lnTo>
                  <a:pt x="1446033" y="560328"/>
                </a:lnTo>
                <a:lnTo>
                  <a:pt x="1446247" y="560209"/>
                </a:lnTo>
                <a:lnTo>
                  <a:pt x="1446459" y="560085"/>
                </a:lnTo>
                <a:lnTo>
                  <a:pt x="1446673" y="559952"/>
                </a:lnTo>
                <a:lnTo>
                  <a:pt x="1446883" y="559815"/>
                </a:lnTo>
                <a:lnTo>
                  <a:pt x="1447090" y="559675"/>
                </a:lnTo>
                <a:lnTo>
                  <a:pt x="1447293" y="559531"/>
                </a:lnTo>
                <a:lnTo>
                  <a:pt x="1447492" y="559383"/>
                </a:lnTo>
                <a:lnTo>
                  <a:pt x="1447687" y="559232"/>
                </a:lnTo>
                <a:lnTo>
                  <a:pt x="1447879" y="559078"/>
                </a:lnTo>
                <a:lnTo>
                  <a:pt x="1448067" y="558920"/>
                </a:lnTo>
                <a:lnTo>
                  <a:pt x="1448251" y="558758"/>
                </a:lnTo>
                <a:lnTo>
                  <a:pt x="1448432" y="558593"/>
                </a:lnTo>
                <a:lnTo>
                  <a:pt x="1448608" y="558425"/>
                </a:lnTo>
                <a:lnTo>
                  <a:pt x="1448781" y="558253"/>
                </a:lnTo>
                <a:lnTo>
                  <a:pt x="1448951" y="558077"/>
                </a:lnTo>
                <a:lnTo>
                  <a:pt x="1449116" y="557898"/>
                </a:lnTo>
                <a:lnTo>
                  <a:pt x="1449278" y="557716"/>
                </a:lnTo>
                <a:lnTo>
                  <a:pt x="1449436" y="557529"/>
                </a:lnTo>
                <a:lnTo>
                  <a:pt x="1449591" y="557340"/>
                </a:lnTo>
                <a:lnTo>
                  <a:pt x="1449741" y="557147"/>
                </a:lnTo>
                <a:lnTo>
                  <a:pt x="1449888" y="556950"/>
                </a:lnTo>
                <a:lnTo>
                  <a:pt x="1450031" y="556750"/>
                </a:lnTo>
                <a:lnTo>
                  <a:pt x="1450171" y="556546"/>
                </a:lnTo>
                <a:lnTo>
                  <a:pt x="1450306" y="556339"/>
                </a:lnTo>
                <a:lnTo>
                  <a:pt x="1450438" y="556129"/>
                </a:lnTo>
                <a:lnTo>
                  <a:pt x="1450567" y="555914"/>
                </a:lnTo>
                <a:lnTo>
                  <a:pt x="1450696" y="555698"/>
                </a:lnTo>
                <a:lnTo>
                  <a:pt x="1450819" y="555479"/>
                </a:lnTo>
                <a:lnTo>
                  <a:pt x="1450937" y="555259"/>
                </a:lnTo>
                <a:lnTo>
                  <a:pt x="1451049" y="555037"/>
                </a:lnTo>
                <a:lnTo>
                  <a:pt x="1451156" y="554813"/>
                </a:lnTo>
                <a:lnTo>
                  <a:pt x="1451258" y="554587"/>
                </a:lnTo>
                <a:lnTo>
                  <a:pt x="1451354" y="554360"/>
                </a:lnTo>
                <a:lnTo>
                  <a:pt x="1451444" y="554131"/>
                </a:lnTo>
                <a:lnTo>
                  <a:pt x="1451529" y="553900"/>
                </a:lnTo>
                <a:lnTo>
                  <a:pt x="1451609" y="553667"/>
                </a:lnTo>
                <a:lnTo>
                  <a:pt x="1451683" y="553433"/>
                </a:lnTo>
                <a:lnTo>
                  <a:pt x="1451752" y="553197"/>
                </a:lnTo>
                <a:lnTo>
                  <a:pt x="1451815" y="552959"/>
                </a:lnTo>
                <a:lnTo>
                  <a:pt x="1451872" y="552719"/>
                </a:lnTo>
                <a:lnTo>
                  <a:pt x="1451924" y="552478"/>
                </a:lnTo>
                <a:lnTo>
                  <a:pt x="1451971" y="552235"/>
                </a:lnTo>
                <a:lnTo>
                  <a:pt x="1452012" y="551990"/>
                </a:lnTo>
                <a:lnTo>
                  <a:pt x="1452048" y="551743"/>
                </a:lnTo>
                <a:lnTo>
                  <a:pt x="1452078" y="551495"/>
                </a:lnTo>
                <a:lnTo>
                  <a:pt x="1452103" y="551245"/>
                </a:lnTo>
                <a:lnTo>
                  <a:pt x="1452122" y="550993"/>
                </a:lnTo>
                <a:lnTo>
                  <a:pt x="1452136" y="550739"/>
                </a:lnTo>
                <a:lnTo>
                  <a:pt x="1452144" y="550484"/>
                </a:lnTo>
                <a:lnTo>
                  <a:pt x="1452147" y="550227"/>
                </a:lnTo>
                <a:lnTo>
                  <a:pt x="1452141" y="549839"/>
                </a:lnTo>
                <a:lnTo>
                  <a:pt x="1452123" y="549456"/>
                </a:lnTo>
                <a:lnTo>
                  <a:pt x="1452094" y="549078"/>
                </a:lnTo>
                <a:lnTo>
                  <a:pt x="1452053" y="548705"/>
                </a:lnTo>
                <a:lnTo>
                  <a:pt x="1452001" y="548336"/>
                </a:lnTo>
                <a:lnTo>
                  <a:pt x="1451937" y="547971"/>
                </a:lnTo>
                <a:lnTo>
                  <a:pt x="1451862" y="547611"/>
                </a:lnTo>
                <a:lnTo>
                  <a:pt x="1451774" y="547256"/>
                </a:lnTo>
                <a:lnTo>
                  <a:pt x="1451676" y="546906"/>
                </a:lnTo>
                <a:lnTo>
                  <a:pt x="1451565" y="546560"/>
                </a:lnTo>
                <a:lnTo>
                  <a:pt x="1451443" y="546218"/>
                </a:lnTo>
                <a:lnTo>
                  <a:pt x="1451309" y="545882"/>
                </a:lnTo>
                <a:lnTo>
                  <a:pt x="1451164" y="545550"/>
                </a:lnTo>
                <a:lnTo>
                  <a:pt x="1451007" y="545222"/>
                </a:lnTo>
                <a:lnTo>
                  <a:pt x="1450838" y="544899"/>
                </a:lnTo>
                <a:lnTo>
                  <a:pt x="1450658" y="544581"/>
                </a:lnTo>
                <a:lnTo>
                  <a:pt x="1450466" y="544267"/>
                </a:lnTo>
                <a:lnTo>
                  <a:pt x="1450262" y="543958"/>
                </a:lnTo>
                <a:lnTo>
                  <a:pt x="1450047" y="543654"/>
                </a:lnTo>
                <a:lnTo>
                  <a:pt x="1449821" y="543354"/>
                </a:lnTo>
                <a:lnTo>
                  <a:pt x="1449582" y="543059"/>
                </a:lnTo>
                <a:lnTo>
                  <a:pt x="1449332" y="542768"/>
                </a:lnTo>
                <a:lnTo>
                  <a:pt x="1449070" y="542482"/>
                </a:lnTo>
                <a:lnTo>
                  <a:pt x="1448797" y="542200"/>
                </a:lnTo>
                <a:lnTo>
                  <a:pt x="1448516" y="541927"/>
                </a:lnTo>
                <a:lnTo>
                  <a:pt x="1448230" y="541665"/>
                </a:lnTo>
                <a:lnTo>
                  <a:pt x="1447939" y="541415"/>
                </a:lnTo>
                <a:lnTo>
                  <a:pt x="1447644" y="541177"/>
                </a:lnTo>
                <a:lnTo>
                  <a:pt x="1447344" y="540950"/>
                </a:lnTo>
                <a:lnTo>
                  <a:pt x="1447039" y="540735"/>
                </a:lnTo>
                <a:lnTo>
                  <a:pt x="1446730" y="540532"/>
                </a:lnTo>
                <a:lnTo>
                  <a:pt x="1446417" y="540340"/>
                </a:lnTo>
                <a:lnTo>
                  <a:pt x="1446098" y="540159"/>
                </a:lnTo>
                <a:lnTo>
                  <a:pt x="1445775" y="539991"/>
                </a:lnTo>
                <a:lnTo>
                  <a:pt x="1445448" y="539834"/>
                </a:lnTo>
                <a:lnTo>
                  <a:pt x="1445116" y="539688"/>
                </a:lnTo>
                <a:lnTo>
                  <a:pt x="1444779" y="539555"/>
                </a:lnTo>
                <a:lnTo>
                  <a:pt x="1444438" y="539432"/>
                </a:lnTo>
                <a:lnTo>
                  <a:pt x="1444092" y="539322"/>
                </a:lnTo>
                <a:lnTo>
                  <a:pt x="1443741" y="539223"/>
                </a:lnTo>
                <a:lnTo>
                  <a:pt x="1443386" y="539136"/>
                </a:lnTo>
                <a:lnTo>
                  <a:pt x="1443026" y="539060"/>
                </a:lnTo>
                <a:lnTo>
                  <a:pt x="1442662" y="538996"/>
                </a:lnTo>
                <a:lnTo>
                  <a:pt x="1442293" y="538944"/>
                </a:lnTo>
                <a:lnTo>
                  <a:pt x="1441919" y="538903"/>
                </a:lnTo>
                <a:lnTo>
                  <a:pt x="1441541" y="538874"/>
                </a:lnTo>
                <a:lnTo>
                  <a:pt x="1441158" y="538857"/>
                </a:lnTo>
                <a:lnTo>
                  <a:pt x="1440771" y="538851"/>
                </a:lnTo>
                <a:lnTo>
                  <a:pt x="1440384" y="538857"/>
                </a:lnTo>
                <a:lnTo>
                  <a:pt x="1440001" y="538874"/>
                </a:lnTo>
                <a:lnTo>
                  <a:pt x="1439623" y="538903"/>
                </a:lnTo>
                <a:lnTo>
                  <a:pt x="1439249" y="538944"/>
                </a:lnTo>
                <a:lnTo>
                  <a:pt x="1438880" y="538996"/>
                </a:lnTo>
                <a:lnTo>
                  <a:pt x="1438516" y="539060"/>
                </a:lnTo>
                <a:lnTo>
                  <a:pt x="1438156" y="539136"/>
                </a:lnTo>
                <a:lnTo>
                  <a:pt x="1437801" y="539223"/>
                </a:lnTo>
                <a:lnTo>
                  <a:pt x="1437450" y="539322"/>
                </a:lnTo>
                <a:lnTo>
                  <a:pt x="1437104" y="539432"/>
                </a:lnTo>
                <a:lnTo>
                  <a:pt x="1436763" y="539555"/>
                </a:lnTo>
                <a:lnTo>
                  <a:pt x="1436426" y="539688"/>
                </a:lnTo>
                <a:lnTo>
                  <a:pt x="1436094" y="539834"/>
                </a:lnTo>
                <a:lnTo>
                  <a:pt x="1435767" y="539991"/>
                </a:lnTo>
                <a:lnTo>
                  <a:pt x="1435444" y="540159"/>
                </a:lnTo>
                <a:lnTo>
                  <a:pt x="1435125" y="540340"/>
                </a:lnTo>
                <a:lnTo>
                  <a:pt x="1434812" y="540532"/>
                </a:lnTo>
                <a:lnTo>
                  <a:pt x="1434503" y="540735"/>
                </a:lnTo>
                <a:lnTo>
                  <a:pt x="1434198" y="540950"/>
                </a:lnTo>
                <a:lnTo>
                  <a:pt x="1433898" y="541177"/>
                </a:lnTo>
                <a:lnTo>
                  <a:pt x="1433603" y="541415"/>
                </a:lnTo>
                <a:lnTo>
                  <a:pt x="1433312" y="541665"/>
                </a:lnTo>
                <a:lnTo>
                  <a:pt x="1433026" y="541927"/>
                </a:lnTo>
                <a:lnTo>
                  <a:pt x="1432745" y="542200"/>
                </a:lnTo>
                <a:lnTo>
                  <a:pt x="1432472" y="542482"/>
                </a:lnTo>
                <a:lnTo>
                  <a:pt x="1432210" y="542768"/>
                </a:lnTo>
                <a:lnTo>
                  <a:pt x="1431960" y="543059"/>
                </a:lnTo>
                <a:lnTo>
                  <a:pt x="1431721" y="543354"/>
                </a:lnTo>
                <a:lnTo>
                  <a:pt x="1431495" y="543654"/>
                </a:lnTo>
                <a:lnTo>
                  <a:pt x="1431280" y="543958"/>
                </a:lnTo>
                <a:lnTo>
                  <a:pt x="1431076" y="544267"/>
                </a:lnTo>
                <a:lnTo>
                  <a:pt x="1430884" y="544581"/>
                </a:lnTo>
                <a:lnTo>
                  <a:pt x="1430704" y="544899"/>
                </a:lnTo>
                <a:lnTo>
                  <a:pt x="1430535" y="545222"/>
                </a:lnTo>
                <a:lnTo>
                  <a:pt x="1430378" y="545550"/>
                </a:lnTo>
                <a:lnTo>
                  <a:pt x="1430233" y="545882"/>
                </a:lnTo>
                <a:lnTo>
                  <a:pt x="1430099" y="546218"/>
                </a:lnTo>
                <a:lnTo>
                  <a:pt x="1429977" y="546560"/>
                </a:lnTo>
                <a:lnTo>
                  <a:pt x="1429866" y="546906"/>
                </a:lnTo>
                <a:lnTo>
                  <a:pt x="1429768" y="547256"/>
                </a:lnTo>
                <a:lnTo>
                  <a:pt x="1429680" y="547611"/>
                </a:lnTo>
                <a:lnTo>
                  <a:pt x="1429605" y="547971"/>
                </a:lnTo>
                <a:lnTo>
                  <a:pt x="1429541" y="548336"/>
                </a:lnTo>
                <a:lnTo>
                  <a:pt x="1429488" y="548705"/>
                </a:lnTo>
                <a:lnTo>
                  <a:pt x="1429448" y="549078"/>
                </a:lnTo>
                <a:lnTo>
                  <a:pt x="1429419" y="549456"/>
                </a:lnTo>
                <a:lnTo>
                  <a:pt x="1429401" y="549839"/>
                </a:lnTo>
                <a:lnTo>
                  <a:pt x="1429395" y="550227"/>
                </a:lnTo>
                <a:lnTo>
                  <a:pt x="1429401" y="550614"/>
                </a:lnTo>
                <a:lnTo>
                  <a:pt x="1429419" y="550997"/>
                </a:lnTo>
                <a:lnTo>
                  <a:pt x="1429448" y="551375"/>
                </a:lnTo>
                <a:lnTo>
                  <a:pt x="1429488" y="551749"/>
                </a:lnTo>
                <a:lnTo>
                  <a:pt x="1429541" y="552118"/>
                </a:lnTo>
                <a:lnTo>
                  <a:pt x="1429605" y="552482"/>
                </a:lnTo>
                <a:lnTo>
                  <a:pt x="1429680" y="552842"/>
                </a:lnTo>
                <a:lnTo>
                  <a:pt x="1429768" y="553197"/>
                </a:lnTo>
                <a:lnTo>
                  <a:pt x="1429866" y="553547"/>
                </a:lnTo>
                <a:lnTo>
                  <a:pt x="1429977" y="553893"/>
                </a:lnTo>
                <a:lnTo>
                  <a:pt x="1430099" y="554235"/>
                </a:lnTo>
                <a:lnTo>
                  <a:pt x="1430233" y="554571"/>
                </a:lnTo>
                <a:lnTo>
                  <a:pt x="1430378" y="554904"/>
                </a:lnTo>
                <a:lnTo>
                  <a:pt x="1430535" y="555231"/>
                </a:lnTo>
                <a:lnTo>
                  <a:pt x="1430704" y="555554"/>
                </a:lnTo>
                <a:lnTo>
                  <a:pt x="1430884" y="555872"/>
                </a:lnTo>
                <a:lnTo>
                  <a:pt x="1431076" y="556186"/>
                </a:lnTo>
                <a:lnTo>
                  <a:pt x="1431280" y="556495"/>
                </a:lnTo>
                <a:lnTo>
                  <a:pt x="1431495" y="556799"/>
                </a:lnTo>
                <a:lnTo>
                  <a:pt x="1431721" y="557099"/>
                </a:lnTo>
                <a:lnTo>
                  <a:pt x="1431960" y="557395"/>
                </a:lnTo>
                <a:lnTo>
                  <a:pt x="1432210" y="557685"/>
                </a:lnTo>
                <a:lnTo>
                  <a:pt x="1432472" y="557971"/>
                </a:lnTo>
                <a:lnTo>
                  <a:pt x="1432745" y="558253"/>
                </a:lnTo>
                <a:lnTo>
                  <a:pt x="1433026" y="558526"/>
                </a:lnTo>
                <a:lnTo>
                  <a:pt x="1433312" y="558788"/>
                </a:lnTo>
                <a:lnTo>
                  <a:pt x="1433603" y="559038"/>
                </a:lnTo>
                <a:lnTo>
                  <a:pt x="1433898" y="559276"/>
                </a:lnTo>
                <a:lnTo>
                  <a:pt x="1434198" y="559503"/>
                </a:lnTo>
                <a:lnTo>
                  <a:pt x="1434503" y="559718"/>
                </a:lnTo>
                <a:lnTo>
                  <a:pt x="1434812" y="559922"/>
                </a:lnTo>
                <a:lnTo>
                  <a:pt x="1435125" y="560114"/>
                </a:lnTo>
                <a:lnTo>
                  <a:pt x="1435444" y="560294"/>
                </a:lnTo>
                <a:lnTo>
                  <a:pt x="1435767" y="560462"/>
                </a:lnTo>
                <a:lnTo>
                  <a:pt x="1436094" y="560619"/>
                </a:lnTo>
                <a:lnTo>
                  <a:pt x="1436426" y="560765"/>
                </a:lnTo>
                <a:lnTo>
                  <a:pt x="1436763" y="560899"/>
                </a:lnTo>
                <a:lnTo>
                  <a:pt x="1437104" y="561021"/>
                </a:lnTo>
                <a:lnTo>
                  <a:pt x="1437450" y="561131"/>
                </a:lnTo>
                <a:lnTo>
                  <a:pt x="1437801" y="561230"/>
                </a:lnTo>
                <a:lnTo>
                  <a:pt x="1438156" y="561317"/>
                </a:lnTo>
                <a:lnTo>
                  <a:pt x="1438516" y="561393"/>
                </a:lnTo>
                <a:lnTo>
                  <a:pt x="1438880" y="561457"/>
                </a:lnTo>
                <a:lnTo>
                  <a:pt x="1439249" y="561509"/>
                </a:lnTo>
                <a:lnTo>
                  <a:pt x="1439623" y="561550"/>
                </a:lnTo>
                <a:lnTo>
                  <a:pt x="1440001" y="561579"/>
                </a:lnTo>
                <a:lnTo>
                  <a:pt x="1440384" y="561596"/>
                </a:lnTo>
                <a:lnTo>
                  <a:pt x="1440771" y="561602"/>
                </a:lnTo>
                <a:lnTo>
                  <a:pt x="1441033" y="561600"/>
                </a:lnTo>
                <a:lnTo>
                  <a:pt x="1441293" y="561592"/>
                </a:lnTo>
                <a:lnTo>
                  <a:pt x="1441551" y="561579"/>
                </a:lnTo>
                <a:lnTo>
                  <a:pt x="1441807" y="561560"/>
                </a:lnTo>
                <a:lnTo>
                  <a:pt x="1442060" y="561536"/>
                </a:lnTo>
                <a:lnTo>
                  <a:pt x="1442311" y="561507"/>
                </a:lnTo>
                <a:lnTo>
                  <a:pt x="1442560" y="561473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24BBBD-B0EA-4125-B32D-B1056E1DB2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57258" y="4451604"/>
            <a:ext cx="2706073" cy="564889"/>
          </a:xfrm>
          <a:custGeom xmlns:a="http://schemas.openxmlformats.org/drawingml/2006/main">
            <a:pathLst>
              <a:path w="2706073" h="564889">
                <a:moveTo>
                  <a:pt x="475970" y="26260"/>
                </a:moveTo>
                <a:lnTo>
                  <a:pt x="476020" y="25714"/>
                </a:lnTo>
                <a:lnTo>
                  <a:pt x="476082" y="25180"/>
                </a:lnTo>
                <a:lnTo>
                  <a:pt x="476155" y="24658"/>
                </a:lnTo>
                <a:lnTo>
                  <a:pt x="476239" y="24149"/>
                </a:lnTo>
                <a:lnTo>
                  <a:pt x="476334" y="23651"/>
                </a:lnTo>
                <a:lnTo>
                  <a:pt x="476440" y="23165"/>
                </a:lnTo>
                <a:lnTo>
                  <a:pt x="476558" y="22691"/>
                </a:lnTo>
                <a:lnTo>
                  <a:pt x="476686" y="22230"/>
                </a:lnTo>
                <a:lnTo>
                  <a:pt x="476826" y="21780"/>
                </a:lnTo>
                <a:lnTo>
                  <a:pt x="476977" y="21343"/>
                </a:lnTo>
                <a:lnTo>
                  <a:pt x="477140" y="20918"/>
                </a:lnTo>
                <a:lnTo>
                  <a:pt x="477313" y="20504"/>
                </a:lnTo>
                <a:lnTo>
                  <a:pt x="477498" y="20103"/>
                </a:lnTo>
                <a:lnTo>
                  <a:pt x="477694" y="19714"/>
                </a:lnTo>
                <a:lnTo>
                  <a:pt x="477901" y="19337"/>
                </a:lnTo>
                <a:lnTo>
                  <a:pt x="478119" y="18972"/>
                </a:lnTo>
                <a:lnTo>
                  <a:pt x="478348" y="18619"/>
                </a:lnTo>
                <a:lnTo>
                  <a:pt x="478589" y="18278"/>
                </a:lnTo>
                <a:lnTo>
                  <a:pt x="478841" y="17949"/>
                </a:lnTo>
                <a:lnTo>
                  <a:pt x="479104" y="17632"/>
                </a:lnTo>
                <a:lnTo>
                  <a:pt x="479385" y="17328"/>
                </a:lnTo>
                <a:lnTo>
                  <a:pt x="479680" y="17037"/>
                </a:lnTo>
                <a:lnTo>
                  <a:pt x="479989" y="16758"/>
                </a:lnTo>
                <a:lnTo>
                  <a:pt x="480313" y="16493"/>
                </a:lnTo>
                <a:lnTo>
                  <a:pt x="480651" y="16240"/>
                </a:lnTo>
                <a:lnTo>
                  <a:pt x="481004" y="16001"/>
                </a:lnTo>
                <a:lnTo>
                  <a:pt x="481370" y="15774"/>
                </a:lnTo>
                <a:lnTo>
                  <a:pt x="481751" y="15561"/>
                </a:lnTo>
                <a:lnTo>
                  <a:pt x="482146" y="15360"/>
                </a:lnTo>
                <a:lnTo>
                  <a:pt x="482555" y="15172"/>
                </a:lnTo>
                <a:lnTo>
                  <a:pt x="482979" y="14998"/>
                </a:lnTo>
                <a:lnTo>
                  <a:pt x="483417" y="14836"/>
                </a:lnTo>
                <a:lnTo>
                  <a:pt x="483869" y="14687"/>
                </a:lnTo>
                <a:lnTo>
                  <a:pt x="484335" y="14551"/>
                </a:lnTo>
                <a:lnTo>
                  <a:pt x="484816" y="14428"/>
                </a:lnTo>
                <a:lnTo>
                  <a:pt x="485311" y="14318"/>
                </a:lnTo>
                <a:lnTo>
                  <a:pt x="485820" y="14221"/>
                </a:lnTo>
                <a:lnTo>
                  <a:pt x="486344" y="14137"/>
                </a:lnTo>
                <a:lnTo>
                  <a:pt x="486881" y="14065"/>
                </a:lnTo>
                <a:lnTo>
                  <a:pt x="487433" y="14007"/>
                </a:lnTo>
                <a:lnTo>
                  <a:pt x="488000" y="13962"/>
                </a:lnTo>
                <a:lnTo>
                  <a:pt x="488580" y="13929"/>
                </a:lnTo>
                <a:lnTo>
                  <a:pt x="489175" y="13910"/>
                </a:lnTo>
                <a:lnTo>
                  <a:pt x="489784" y="13904"/>
                </a:lnTo>
                <a:lnTo>
                  <a:pt x="490050" y="13905"/>
                </a:lnTo>
                <a:lnTo>
                  <a:pt x="490312" y="13907"/>
                </a:lnTo>
                <a:lnTo>
                  <a:pt x="490570" y="13912"/>
                </a:lnTo>
                <a:lnTo>
                  <a:pt x="490823" y="13919"/>
                </a:lnTo>
                <a:lnTo>
                  <a:pt x="491072" y="13928"/>
                </a:lnTo>
                <a:lnTo>
                  <a:pt x="491317" y="13939"/>
                </a:lnTo>
                <a:lnTo>
                  <a:pt x="491557" y="13952"/>
                </a:lnTo>
                <a:lnTo>
                  <a:pt x="491792" y="13967"/>
                </a:lnTo>
                <a:lnTo>
                  <a:pt x="492024" y="13984"/>
                </a:lnTo>
                <a:lnTo>
                  <a:pt x="492251" y="14002"/>
                </a:lnTo>
                <a:lnTo>
                  <a:pt x="492473" y="14023"/>
                </a:lnTo>
                <a:lnTo>
                  <a:pt x="492691" y="14046"/>
                </a:lnTo>
                <a:lnTo>
                  <a:pt x="492905" y="14070"/>
                </a:lnTo>
                <a:lnTo>
                  <a:pt x="493114" y="14097"/>
                </a:lnTo>
                <a:lnTo>
                  <a:pt x="493319" y="14126"/>
                </a:lnTo>
                <a:lnTo>
                  <a:pt x="493520" y="14156"/>
                </a:lnTo>
                <a:lnTo>
                  <a:pt x="493716" y="14189"/>
                </a:lnTo>
                <a:lnTo>
                  <a:pt x="493908" y="14223"/>
                </a:lnTo>
                <a:lnTo>
                  <a:pt x="494095" y="14260"/>
                </a:lnTo>
                <a:lnTo>
                  <a:pt x="494278" y="14299"/>
                </a:lnTo>
                <a:lnTo>
                  <a:pt x="494457" y="14339"/>
                </a:lnTo>
                <a:lnTo>
                  <a:pt x="494631" y="14381"/>
                </a:lnTo>
                <a:lnTo>
                  <a:pt x="494801" y="14426"/>
                </a:lnTo>
                <a:lnTo>
                  <a:pt x="494966" y="14472"/>
                </a:lnTo>
                <a:lnTo>
                  <a:pt x="495133" y="14519"/>
                </a:lnTo>
                <a:lnTo>
                  <a:pt x="495297" y="14566"/>
                </a:lnTo>
                <a:lnTo>
                  <a:pt x="495458" y="14612"/>
                </a:lnTo>
                <a:lnTo>
                  <a:pt x="495616" y="14657"/>
                </a:lnTo>
                <a:lnTo>
                  <a:pt x="495771" y="14701"/>
                </a:lnTo>
                <a:lnTo>
                  <a:pt x="495922" y="14745"/>
                </a:lnTo>
                <a:lnTo>
                  <a:pt x="496071" y="14788"/>
                </a:lnTo>
                <a:lnTo>
                  <a:pt x="496216" y="14830"/>
                </a:lnTo>
                <a:lnTo>
                  <a:pt x="496359" y="14872"/>
                </a:lnTo>
                <a:lnTo>
                  <a:pt x="496498" y="14913"/>
                </a:lnTo>
                <a:lnTo>
                  <a:pt x="496634" y="14954"/>
                </a:lnTo>
                <a:lnTo>
                  <a:pt x="496767" y="14994"/>
                </a:lnTo>
                <a:lnTo>
                  <a:pt x="496898" y="15033"/>
                </a:lnTo>
                <a:lnTo>
                  <a:pt x="497025" y="15071"/>
                </a:lnTo>
                <a:lnTo>
                  <a:pt x="497149" y="15109"/>
                </a:lnTo>
                <a:lnTo>
                  <a:pt x="497270" y="15146"/>
                </a:lnTo>
                <a:lnTo>
                  <a:pt x="497387" y="15183"/>
                </a:lnTo>
                <a:lnTo>
                  <a:pt x="497502" y="15219"/>
                </a:lnTo>
                <a:lnTo>
                  <a:pt x="497614" y="15254"/>
                </a:lnTo>
                <a:lnTo>
                  <a:pt x="497722" y="15289"/>
                </a:lnTo>
                <a:lnTo>
                  <a:pt x="497828" y="15323"/>
                </a:lnTo>
                <a:lnTo>
                  <a:pt x="497930" y="15356"/>
                </a:lnTo>
                <a:lnTo>
                  <a:pt x="498030" y="15388"/>
                </a:lnTo>
                <a:lnTo>
                  <a:pt x="498126" y="15420"/>
                </a:lnTo>
                <a:lnTo>
                  <a:pt x="502424" y="2528"/>
                </a:lnTo>
                <a:lnTo>
                  <a:pt x="502278" y="2464"/>
                </a:lnTo>
                <a:lnTo>
                  <a:pt x="502127" y="2401"/>
                </a:lnTo>
                <a:lnTo>
                  <a:pt x="501969" y="2336"/>
                </a:lnTo>
                <a:lnTo>
                  <a:pt x="501806" y="2272"/>
                </a:lnTo>
                <a:lnTo>
                  <a:pt x="501636" y="2206"/>
                </a:lnTo>
                <a:lnTo>
                  <a:pt x="501460" y="2141"/>
                </a:lnTo>
                <a:lnTo>
                  <a:pt x="501278" y="2075"/>
                </a:lnTo>
                <a:lnTo>
                  <a:pt x="501089" y="2008"/>
                </a:lnTo>
                <a:lnTo>
                  <a:pt x="500895" y="1941"/>
                </a:lnTo>
                <a:lnTo>
                  <a:pt x="500695" y="1874"/>
                </a:lnTo>
                <a:lnTo>
                  <a:pt x="500488" y="1806"/>
                </a:lnTo>
                <a:lnTo>
                  <a:pt x="500275" y="1738"/>
                </a:lnTo>
                <a:lnTo>
                  <a:pt x="500056" y="1669"/>
                </a:lnTo>
                <a:lnTo>
                  <a:pt x="499831" y="1600"/>
                </a:lnTo>
                <a:lnTo>
                  <a:pt x="499600" y="1531"/>
                </a:lnTo>
                <a:lnTo>
                  <a:pt x="499362" y="1461"/>
                </a:lnTo>
                <a:lnTo>
                  <a:pt x="499118" y="1390"/>
                </a:lnTo>
                <a:lnTo>
                  <a:pt x="498869" y="1319"/>
                </a:lnTo>
                <a:lnTo>
                  <a:pt x="498613" y="1248"/>
                </a:lnTo>
                <a:lnTo>
                  <a:pt x="498351" y="1176"/>
                </a:lnTo>
                <a:lnTo>
                  <a:pt x="498083" y="1104"/>
                </a:lnTo>
                <a:lnTo>
                  <a:pt x="497808" y="1031"/>
                </a:lnTo>
                <a:lnTo>
                  <a:pt x="497528" y="958"/>
                </a:lnTo>
                <a:lnTo>
                  <a:pt x="497241" y="885"/>
                </a:lnTo>
                <a:lnTo>
                  <a:pt x="496948" y="813"/>
                </a:lnTo>
                <a:lnTo>
                  <a:pt x="496648" y="743"/>
                </a:lnTo>
                <a:lnTo>
                  <a:pt x="496341" y="677"/>
                </a:lnTo>
                <a:lnTo>
                  <a:pt x="496027" y="614"/>
                </a:lnTo>
                <a:lnTo>
                  <a:pt x="495705" y="555"/>
                </a:lnTo>
                <a:lnTo>
                  <a:pt x="495377" y="498"/>
                </a:lnTo>
                <a:lnTo>
                  <a:pt x="495042" y="444"/>
                </a:lnTo>
                <a:lnTo>
                  <a:pt x="494699" y="393"/>
                </a:lnTo>
                <a:lnTo>
                  <a:pt x="494350" y="346"/>
                </a:lnTo>
                <a:lnTo>
                  <a:pt x="493994" y="301"/>
                </a:lnTo>
                <a:lnTo>
                  <a:pt x="493630" y="260"/>
                </a:lnTo>
                <a:lnTo>
                  <a:pt x="493260" y="221"/>
                </a:lnTo>
                <a:lnTo>
                  <a:pt x="492883" y="186"/>
                </a:lnTo>
                <a:lnTo>
                  <a:pt x="492498" y="154"/>
                </a:lnTo>
                <a:lnTo>
                  <a:pt x="492107" y="124"/>
                </a:lnTo>
                <a:lnTo>
                  <a:pt x="491708" y="98"/>
                </a:lnTo>
                <a:lnTo>
                  <a:pt x="491303" y="75"/>
                </a:lnTo>
                <a:lnTo>
                  <a:pt x="490890" y="55"/>
                </a:lnTo>
                <a:lnTo>
                  <a:pt x="490470" y="38"/>
                </a:lnTo>
                <a:lnTo>
                  <a:pt x="490044" y="25"/>
                </a:lnTo>
                <a:lnTo>
                  <a:pt x="489610" y="14"/>
                </a:lnTo>
                <a:lnTo>
                  <a:pt x="489170" y="6"/>
                </a:lnTo>
                <a:lnTo>
                  <a:pt x="488722" y="2"/>
                </a:lnTo>
                <a:lnTo>
                  <a:pt x="488267" y="0"/>
                </a:lnTo>
                <a:lnTo>
                  <a:pt x="487689" y="5"/>
                </a:lnTo>
                <a:lnTo>
                  <a:pt x="487114" y="19"/>
                </a:lnTo>
                <a:lnTo>
                  <a:pt x="486540" y="43"/>
                </a:lnTo>
                <a:lnTo>
                  <a:pt x="485969" y="77"/>
                </a:lnTo>
                <a:lnTo>
                  <a:pt x="485401" y="121"/>
                </a:lnTo>
                <a:lnTo>
                  <a:pt x="484835" y="174"/>
                </a:lnTo>
                <a:lnTo>
                  <a:pt x="484271" y="237"/>
                </a:lnTo>
                <a:lnTo>
                  <a:pt x="483710" y="309"/>
                </a:lnTo>
                <a:lnTo>
                  <a:pt x="483151" y="391"/>
                </a:lnTo>
                <a:lnTo>
                  <a:pt x="482595" y="483"/>
                </a:lnTo>
                <a:lnTo>
                  <a:pt x="482041" y="584"/>
                </a:lnTo>
                <a:lnTo>
                  <a:pt x="481489" y="695"/>
                </a:lnTo>
                <a:lnTo>
                  <a:pt x="480940" y="816"/>
                </a:lnTo>
                <a:lnTo>
                  <a:pt x="480393" y="946"/>
                </a:lnTo>
                <a:lnTo>
                  <a:pt x="479849" y="1086"/>
                </a:lnTo>
                <a:lnTo>
                  <a:pt x="479307" y="1236"/>
                </a:lnTo>
                <a:lnTo>
                  <a:pt x="478768" y="1395"/>
                </a:lnTo>
                <a:lnTo>
                  <a:pt x="478231" y="1564"/>
                </a:lnTo>
                <a:lnTo>
                  <a:pt x="477696" y="1743"/>
                </a:lnTo>
                <a:lnTo>
                  <a:pt x="477164" y="1931"/>
                </a:lnTo>
                <a:lnTo>
                  <a:pt x="476634" y="2129"/>
                </a:lnTo>
                <a:lnTo>
                  <a:pt x="476107" y="2337"/>
                </a:lnTo>
                <a:lnTo>
                  <a:pt x="475582" y="2554"/>
                </a:lnTo>
                <a:lnTo>
                  <a:pt x="475059" y="2781"/>
                </a:lnTo>
                <a:lnTo>
                  <a:pt x="474542" y="3017"/>
                </a:lnTo>
                <a:lnTo>
                  <a:pt x="474032" y="3263"/>
                </a:lnTo>
                <a:lnTo>
                  <a:pt x="473531" y="3519"/>
                </a:lnTo>
                <a:lnTo>
                  <a:pt x="473038" y="3785"/>
                </a:lnTo>
                <a:lnTo>
                  <a:pt x="472554" y="4060"/>
                </a:lnTo>
                <a:lnTo>
                  <a:pt x="472077" y="4345"/>
                </a:lnTo>
                <a:lnTo>
                  <a:pt x="471608" y="4639"/>
                </a:lnTo>
                <a:lnTo>
                  <a:pt x="471148" y="4943"/>
                </a:lnTo>
                <a:lnTo>
                  <a:pt x="470695" y="5257"/>
                </a:lnTo>
                <a:lnTo>
                  <a:pt x="470251" y="5581"/>
                </a:lnTo>
                <a:lnTo>
                  <a:pt x="469815" y="5914"/>
                </a:lnTo>
                <a:lnTo>
                  <a:pt x="469387" y="6257"/>
                </a:lnTo>
                <a:lnTo>
                  <a:pt x="468967" y="6609"/>
                </a:lnTo>
                <a:lnTo>
                  <a:pt x="468555" y="6971"/>
                </a:lnTo>
                <a:lnTo>
                  <a:pt x="468152" y="7343"/>
                </a:lnTo>
                <a:lnTo>
                  <a:pt x="467756" y="7724"/>
                </a:lnTo>
                <a:lnTo>
                  <a:pt x="467369" y="8115"/>
                </a:lnTo>
                <a:lnTo>
                  <a:pt x="466989" y="8516"/>
                </a:lnTo>
                <a:lnTo>
                  <a:pt x="466618" y="8926"/>
                </a:lnTo>
                <a:lnTo>
                  <a:pt x="466255" y="9346"/>
                </a:lnTo>
                <a:lnTo>
                  <a:pt x="465900" y="9776"/>
                </a:lnTo>
                <a:lnTo>
                  <a:pt x="465553" y="10215"/>
                </a:lnTo>
                <a:lnTo>
                  <a:pt x="465215" y="10664"/>
                </a:lnTo>
                <a:lnTo>
                  <a:pt x="464884" y="11123"/>
                </a:lnTo>
                <a:lnTo>
                  <a:pt x="464564" y="11591"/>
                </a:lnTo>
                <a:lnTo>
                  <a:pt x="464258" y="12069"/>
                </a:lnTo>
                <a:lnTo>
                  <a:pt x="463966" y="12557"/>
                </a:lnTo>
                <a:lnTo>
                  <a:pt x="463687" y="13054"/>
                </a:lnTo>
                <a:lnTo>
                  <a:pt x="463422" y="13561"/>
                </a:lnTo>
                <a:lnTo>
                  <a:pt x="463170" y="14077"/>
                </a:lnTo>
                <a:lnTo>
                  <a:pt x="462932" y="14604"/>
                </a:lnTo>
                <a:lnTo>
                  <a:pt x="462707" y="15139"/>
                </a:lnTo>
                <a:lnTo>
                  <a:pt x="462496" y="15685"/>
                </a:lnTo>
                <a:lnTo>
                  <a:pt x="462299" y="16240"/>
                </a:lnTo>
                <a:lnTo>
                  <a:pt x="462115" y="16805"/>
                </a:lnTo>
                <a:lnTo>
                  <a:pt x="461945" y="17379"/>
                </a:lnTo>
                <a:lnTo>
                  <a:pt x="461789" y="17964"/>
                </a:lnTo>
                <a:lnTo>
                  <a:pt x="461646" y="18557"/>
                </a:lnTo>
                <a:lnTo>
                  <a:pt x="461517" y="19161"/>
                </a:lnTo>
                <a:lnTo>
                  <a:pt x="461401" y="19774"/>
                </a:lnTo>
                <a:lnTo>
                  <a:pt x="461299" y="20397"/>
                </a:lnTo>
                <a:lnTo>
                  <a:pt x="461211" y="21029"/>
                </a:lnTo>
                <a:lnTo>
                  <a:pt x="461136" y="21671"/>
                </a:lnTo>
                <a:lnTo>
                  <a:pt x="461075" y="22323"/>
                </a:lnTo>
                <a:lnTo>
                  <a:pt x="461027" y="22984"/>
                </a:lnTo>
                <a:lnTo>
                  <a:pt x="460993" y="23655"/>
                </a:lnTo>
                <a:lnTo>
                  <a:pt x="460973" y="24336"/>
                </a:lnTo>
                <a:lnTo>
                  <a:pt x="460966" y="25026"/>
                </a:lnTo>
                <a:lnTo>
                  <a:pt x="460966" y="38424"/>
                </a:lnTo>
                <a:lnTo>
                  <a:pt x="445293" y="38424"/>
                </a:lnTo>
                <a:lnTo>
                  <a:pt x="445293" y="51064"/>
                </a:lnTo>
                <a:lnTo>
                  <a:pt x="460966" y="51064"/>
                </a:lnTo>
                <a:lnTo>
                  <a:pt x="460966" y="135496"/>
                </a:lnTo>
                <a:lnTo>
                  <a:pt x="475881" y="135496"/>
                </a:lnTo>
                <a:lnTo>
                  <a:pt x="475881" y="51064"/>
                </a:lnTo>
                <a:lnTo>
                  <a:pt x="497621" y="51064"/>
                </a:lnTo>
                <a:lnTo>
                  <a:pt x="497621" y="38424"/>
                </a:lnTo>
                <a:lnTo>
                  <a:pt x="475881" y="38424"/>
                </a:lnTo>
                <a:lnTo>
                  <a:pt x="475881" y="28565"/>
                </a:lnTo>
                <a:lnTo>
                  <a:pt x="475886" y="27971"/>
                </a:lnTo>
                <a:lnTo>
                  <a:pt x="475903" y="27389"/>
                </a:lnTo>
                <a:lnTo>
                  <a:pt x="475931" y="26819"/>
                </a:lnTo>
                <a:lnTo>
                  <a:pt x="475970" y="26260"/>
                </a:lnTo>
                <a:close/>
                <a:moveTo>
                  <a:pt x="22877" y="32001"/>
                </a:moveTo>
                <a:lnTo>
                  <a:pt x="22933" y="31433"/>
                </a:lnTo>
                <a:lnTo>
                  <a:pt x="22999" y="30868"/>
                </a:lnTo>
                <a:lnTo>
                  <a:pt x="23074" y="30307"/>
                </a:lnTo>
                <a:lnTo>
                  <a:pt x="23160" y="29748"/>
                </a:lnTo>
                <a:lnTo>
                  <a:pt x="23256" y="29193"/>
                </a:lnTo>
                <a:lnTo>
                  <a:pt x="23362" y="28641"/>
                </a:lnTo>
                <a:lnTo>
                  <a:pt x="23478" y="28091"/>
                </a:lnTo>
                <a:lnTo>
                  <a:pt x="23604" y="27545"/>
                </a:lnTo>
                <a:lnTo>
                  <a:pt x="23740" y="27002"/>
                </a:lnTo>
                <a:lnTo>
                  <a:pt x="23887" y="26462"/>
                </a:lnTo>
                <a:lnTo>
                  <a:pt x="24043" y="25925"/>
                </a:lnTo>
                <a:lnTo>
                  <a:pt x="24210" y="25391"/>
                </a:lnTo>
                <a:lnTo>
                  <a:pt x="24387" y="24860"/>
                </a:lnTo>
                <a:lnTo>
                  <a:pt x="24573" y="24333"/>
                </a:lnTo>
                <a:lnTo>
                  <a:pt x="24770" y="23808"/>
                </a:lnTo>
                <a:lnTo>
                  <a:pt x="24977" y="23286"/>
                </a:lnTo>
                <a:lnTo>
                  <a:pt x="25194" y="22768"/>
                </a:lnTo>
                <a:lnTo>
                  <a:pt x="25421" y="22252"/>
                </a:lnTo>
                <a:lnTo>
                  <a:pt x="25658" y="21740"/>
                </a:lnTo>
                <a:lnTo>
                  <a:pt x="25908" y="21225"/>
                </a:lnTo>
                <a:lnTo>
                  <a:pt x="26160" y="20711"/>
                </a:lnTo>
                <a:lnTo>
                  <a:pt x="26417" y="20200"/>
                </a:lnTo>
                <a:lnTo>
                  <a:pt x="26677" y="19690"/>
                </a:lnTo>
                <a:lnTo>
                  <a:pt x="26940" y="19181"/>
                </a:lnTo>
                <a:lnTo>
                  <a:pt x="27207" y="18675"/>
                </a:lnTo>
                <a:lnTo>
                  <a:pt x="27477" y="18170"/>
                </a:lnTo>
                <a:lnTo>
                  <a:pt x="27751" y="17667"/>
                </a:lnTo>
                <a:lnTo>
                  <a:pt x="28028" y="17166"/>
                </a:lnTo>
                <a:lnTo>
                  <a:pt x="28309" y="16667"/>
                </a:lnTo>
                <a:lnTo>
                  <a:pt x="28594" y="16169"/>
                </a:lnTo>
                <a:lnTo>
                  <a:pt x="28881" y="15673"/>
                </a:lnTo>
                <a:lnTo>
                  <a:pt x="29173" y="15179"/>
                </a:lnTo>
                <a:lnTo>
                  <a:pt x="29468" y="14686"/>
                </a:lnTo>
                <a:lnTo>
                  <a:pt x="29766" y="14196"/>
                </a:lnTo>
                <a:lnTo>
                  <a:pt x="30068" y="13707"/>
                </a:lnTo>
                <a:lnTo>
                  <a:pt x="30374" y="13220"/>
                </a:lnTo>
                <a:lnTo>
                  <a:pt x="30683" y="12734"/>
                </a:lnTo>
                <a:lnTo>
                  <a:pt x="30995" y="12251"/>
                </a:lnTo>
                <a:lnTo>
                  <a:pt x="31311" y="11769"/>
                </a:lnTo>
                <a:lnTo>
                  <a:pt x="31631" y="11289"/>
                </a:lnTo>
                <a:lnTo>
                  <a:pt x="31954" y="10810"/>
                </a:lnTo>
                <a:lnTo>
                  <a:pt x="32280" y="10334"/>
                </a:lnTo>
                <a:lnTo>
                  <a:pt x="32610" y="9859"/>
                </a:lnTo>
                <a:lnTo>
                  <a:pt x="24521" y="3286"/>
                </a:lnTo>
                <a:lnTo>
                  <a:pt x="24102" y="3626"/>
                </a:lnTo>
                <a:lnTo>
                  <a:pt x="23688" y="3970"/>
                </a:lnTo>
                <a:lnTo>
                  <a:pt x="23280" y="4320"/>
                </a:lnTo>
                <a:lnTo>
                  <a:pt x="22876" y="4675"/>
                </a:lnTo>
                <a:lnTo>
                  <a:pt x="22477" y="5035"/>
                </a:lnTo>
                <a:lnTo>
                  <a:pt x="22084" y="5399"/>
                </a:lnTo>
                <a:lnTo>
                  <a:pt x="21695" y="5769"/>
                </a:lnTo>
                <a:lnTo>
                  <a:pt x="21312" y="6144"/>
                </a:lnTo>
                <a:lnTo>
                  <a:pt x="20933" y="6524"/>
                </a:lnTo>
                <a:lnTo>
                  <a:pt x="20560" y="6909"/>
                </a:lnTo>
                <a:lnTo>
                  <a:pt x="20192" y="7299"/>
                </a:lnTo>
                <a:lnTo>
                  <a:pt x="19828" y="7694"/>
                </a:lnTo>
                <a:lnTo>
                  <a:pt x="19470" y="8094"/>
                </a:lnTo>
                <a:lnTo>
                  <a:pt x="19117" y="8500"/>
                </a:lnTo>
                <a:lnTo>
                  <a:pt x="18769" y="8910"/>
                </a:lnTo>
                <a:lnTo>
                  <a:pt x="18426" y="9325"/>
                </a:lnTo>
                <a:lnTo>
                  <a:pt x="18088" y="9746"/>
                </a:lnTo>
                <a:lnTo>
                  <a:pt x="17755" y="10171"/>
                </a:lnTo>
                <a:lnTo>
                  <a:pt x="17427" y="10601"/>
                </a:lnTo>
                <a:lnTo>
                  <a:pt x="17104" y="11037"/>
                </a:lnTo>
                <a:lnTo>
                  <a:pt x="16786" y="11477"/>
                </a:lnTo>
                <a:lnTo>
                  <a:pt x="16473" y="11923"/>
                </a:lnTo>
                <a:lnTo>
                  <a:pt x="16165" y="12374"/>
                </a:lnTo>
                <a:lnTo>
                  <a:pt x="15863" y="12829"/>
                </a:lnTo>
                <a:lnTo>
                  <a:pt x="15571" y="13283"/>
                </a:lnTo>
                <a:lnTo>
                  <a:pt x="15284" y="13738"/>
                </a:lnTo>
                <a:lnTo>
                  <a:pt x="15004" y="14195"/>
                </a:lnTo>
                <a:lnTo>
                  <a:pt x="14729" y="14653"/>
                </a:lnTo>
                <a:lnTo>
                  <a:pt x="14459" y="15113"/>
                </a:lnTo>
                <a:lnTo>
                  <a:pt x="14196" y="15574"/>
                </a:lnTo>
                <a:lnTo>
                  <a:pt x="13938" y="16037"/>
                </a:lnTo>
                <a:lnTo>
                  <a:pt x="13686" y="16502"/>
                </a:lnTo>
                <a:lnTo>
                  <a:pt x="13439" y="16968"/>
                </a:lnTo>
                <a:lnTo>
                  <a:pt x="13199" y="17435"/>
                </a:lnTo>
                <a:lnTo>
                  <a:pt x="12964" y="17904"/>
                </a:lnTo>
                <a:lnTo>
                  <a:pt x="12734" y="18375"/>
                </a:lnTo>
                <a:lnTo>
                  <a:pt x="12511" y="18847"/>
                </a:lnTo>
                <a:lnTo>
                  <a:pt x="12293" y="19321"/>
                </a:lnTo>
                <a:lnTo>
                  <a:pt x="12081" y="19796"/>
                </a:lnTo>
                <a:lnTo>
                  <a:pt x="11874" y="20272"/>
                </a:lnTo>
                <a:lnTo>
                  <a:pt x="11673" y="20751"/>
                </a:lnTo>
                <a:lnTo>
                  <a:pt x="11478" y="21231"/>
                </a:lnTo>
                <a:lnTo>
                  <a:pt x="11289" y="21712"/>
                </a:lnTo>
                <a:lnTo>
                  <a:pt x="11105" y="22195"/>
                </a:lnTo>
                <a:lnTo>
                  <a:pt x="10927" y="22679"/>
                </a:lnTo>
                <a:lnTo>
                  <a:pt x="10755" y="23165"/>
                </a:lnTo>
                <a:lnTo>
                  <a:pt x="10589" y="23653"/>
                </a:lnTo>
                <a:lnTo>
                  <a:pt x="10428" y="24142"/>
                </a:lnTo>
                <a:lnTo>
                  <a:pt x="10278" y="24625"/>
                </a:lnTo>
                <a:lnTo>
                  <a:pt x="10135" y="25106"/>
                </a:lnTo>
                <a:lnTo>
                  <a:pt x="9998" y="25585"/>
                </a:lnTo>
                <a:lnTo>
                  <a:pt x="9868" y="26062"/>
                </a:lnTo>
                <a:lnTo>
                  <a:pt x="9744" y="26537"/>
                </a:lnTo>
                <a:lnTo>
                  <a:pt x="9626" y="27009"/>
                </a:lnTo>
                <a:lnTo>
                  <a:pt x="9514" y="27479"/>
                </a:lnTo>
                <a:lnTo>
                  <a:pt x="9409" y="27948"/>
                </a:lnTo>
                <a:lnTo>
                  <a:pt x="9311" y="28413"/>
                </a:lnTo>
                <a:lnTo>
                  <a:pt x="9219" y="28877"/>
                </a:lnTo>
                <a:lnTo>
                  <a:pt x="9133" y="29339"/>
                </a:lnTo>
                <a:lnTo>
                  <a:pt x="9053" y="29798"/>
                </a:lnTo>
                <a:lnTo>
                  <a:pt x="8980" y="30255"/>
                </a:lnTo>
                <a:lnTo>
                  <a:pt x="8913" y="30710"/>
                </a:lnTo>
                <a:lnTo>
                  <a:pt x="8853" y="31162"/>
                </a:lnTo>
                <a:lnTo>
                  <a:pt x="8799" y="31613"/>
                </a:lnTo>
                <a:lnTo>
                  <a:pt x="8751" y="32061"/>
                </a:lnTo>
                <a:lnTo>
                  <a:pt x="8709" y="32507"/>
                </a:lnTo>
                <a:lnTo>
                  <a:pt x="8674" y="32951"/>
                </a:lnTo>
                <a:lnTo>
                  <a:pt x="8646" y="33393"/>
                </a:lnTo>
                <a:lnTo>
                  <a:pt x="8624" y="33833"/>
                </a:lnTo>
                <a:lnTo>
                  <a:pt x="8608" y="34270"/>
                </a:lnTo>
                <a:lnTo>
                  <a:pt x="8598" y="34705"/>
                </a:lnTo>
                <a:lnTo>
                  <a:pt x="8595" y="35138"/>
                </a:lnTo>
                <a:lnTo>
                  <a:pt x="8595" y="46514"/>
                </a:lnTo>
                <a:lnTo>
                  <a:pt x="22751" y="46514"/>
                </a:lnTo>
                <a:lnTo>
                  <a:pt x="22751" y="34885"/>
                </a:lnTo>
                <a:lnTo>
                  <a:pt x="22756" y="34302"/>
                </a:lnTo>
                <a:lnTo>
                  <a:pt x="22771" y="33722"/>
                </a:lnTo>
                <a:lnTo>
                  <a:pt x="22797" y="33145"/>
                </a:lnTo>
                <a:lnTo>
                  <a:pt x="22832" y="32572"/>
                </a:lnTo>
                <a:lnTo>
                  <a:pt x="22877" y="32001"/>
                </a:lnTo>
                <a:close/>
                <a:moveTo>
                  <a:pt x="55235" y="32001"/>
                </a:moveTo>
                <a:lnTo>
                  <a:pt x="55290" y="31433"/>
                </a:lnTo>
                <a:lnTo>
                  <a:pt x="55356" y="30868"/>
                </a:lnTo>
                <a:lnTo>
                  <a:pt x="55432" y="30307"/>
                </a:lnTo>
                <a:lnTo>
                  <a:pt x="55517" y="29748"/>
                </a:lnTo>
                <a:lnTo>
                  <a:pt x="55613" y="29193"/>
                </a:lnTo>
                <a:lnTo>
                  <a:pt x="55719" y="28641"/>
                </a:lnTo>
                <a:lnTo>
                  <a:pt x="55835" y="28091"/>
                </a:lnTo>
                <a:lnTo>
                  <a:pt x="55962" y="27545"/>
                </a:lnTo>
                <a:lnTo>
                  <a:pt x="56098" y="27002"/>
                </a:lnTo>
                <a:lnTo>
                  <a:pt x="56244" y="26462"/>
                </a:lnTo>
                <a:lnTo>
                  <a:pt x="56401" y="25925"/>
                </a:lnTo>
                <a:lnTo>
                  <a:pt x="56567" y="25391"/>
                </a:lnTo>
                <a:lnTo>
                  <a:pt x="56744" y="24860"/>
                </a:lnTo>
                <a:lnTo>
                  <a:pt x="56931" y="24333"/>
                </a:lnTo>
                <a:lnTo>
                  <a:pt x="57127" y="23808"/>
                </a:lnTo>
                <a:lnTo>
                  <a:pt x="57334" y="23286"/>
                </a:lnTo>
                <a:lnTo>
                  <a:pt x="57551" y="22768"/>
                </a:lnTo>
                <a:lnTo>
                  <a:pt x="57779" y="22252"/>
                </a:lnTo>
                <a:lnTo>
                  <a:pt x="58016" y="21740"/>
                </a:lnTo>
                <a:lnTo>
                  <a:pt x="58265" y="21225"/>
                </a:lnTo>
                <a:lnTo>
                  <a:pt x="58518" y="20711"/>
                </a:lnTo>
                <a:lnTo>
                  <a:pt x="58774" y="20200"/>
                </a:lnTo>
                <a:lnTo>
                  <a:pt x="59034" y="19690"/>
                </a:lnTo>
                <a:lnTo>
                  <a:pt x="59297" y="19181"/>
                </a:lnTo>
                <a:lnTo>
                  <a:pt x="59564" y="18675"/>
                </a:lnTo>
                <a:lnTo>
                  <a:pt x="59834" y="18170"/>
                </a:lnTo>
                <a:lnTo>
                  <a:pt x="60108" y="17667"/>
                </a:lnTo>
                <a:lnTo>
                  <a:pt x="60386" y="17166"/>
                </a:lnTo>
                <a:lnTo>
                  <a:pt x="60667" y="16667"/>
                </a:lnTo>
                <a:lnTo>
                  <a:pt x="60951" y="16169"/>
                </a:lnTo>
                <a:lnTo>
                  <a:pt x="61239" y="15673"/>
                </a:lnTo>
                <a:lnTo>
                  <a:pt x="61530" y="15179"/>
                </a:lnTo>
                <a:lnTo>
                  <a:pt x="61825" y="14686"/>
                </a:lnTo>
                <a:lnTo>
                  <a:pt x="62124" y="14196"/>
                </a:lnTo>
                <a:lnTo>
                  <a:pt x="62426" y="13707"/>
                </a:lnTo>
                <a:lnTo>
                  <a:pt x="62731" y="13220"/>
                </a:lnTo>
                <a:lnTo>
                  <a:pt x="63040" y="12734"/>
                </a:lnTo>
                <a:lnTo>
                  <a:pt x="63352" y="12251"/>
                </a:lnTo>
                <a:lnTo>
                  <a:pt x="63668" y="11769"/>
                </a:lnTo>
                <a:lnTo>
                  <a:pt x="63988" y="11289"/>
                </a:lnTo>
                <a:lnTo>
                  <a:pt x="64311" y="10810"/>
                </a:lnTo>
                <a:lnTo>
                  <a:pt x="64637" y="10334"/>
                </a:lnTo>
                <a:lnTo>
                  <a:pt x="64967" y="9859"/>
                </a:lnTo>
                <a:lnTo>
                  <a:pt x="56878" y="3286"/>
                </a:lnTo>
                <a:lnTo>
                  <a:pt x="56459" y="3626"/>
                </a:lnTo>
                <a:lnTo>
                  <a:pt x="56046" y="3970"/>
                </a:lnTo>
                <a:lnTo>
                  <a:pt x="55637" y="4320"/>
                </a:lnTo>
                <a:lnTo>
                  <a:pt x="55233" y="4675"/>
                </a:lnTo>
                <a:lnTo>
                  <a:pt x="54835" y="5035"/>
                </a:lnTo>
                <a:lnTo>
                  <a:pt x="54441" y="5399"/>
                </a:lnTo>
                <a:lnTo>
                  <a:pt x="54053" y="5769"/>
                </a:lnTo>
                <a:lnTo>
                  <a:pt x="53669" y="6144"/>
                </a:lnTo>
                <a:lnTo>
                  <a:pt x="53291" y="6524"/>
                </a:lnTo>
                <a:lnTo>
                  <a:pt x="52917" y="6909"/>
                </a:lnTo>
                <a:lnTo>
                  <a:pt x="52549" y="7299"/>
                </a:lnTo>
                <a:lnTo>
                  <a:pt x="52186" y="7694"/>
                </a:lnTo>
                <a:lnTo>
                  <a:pt x="51827" y="8094"/>
                </a:lnTo>
                <a:lnTo>
                  <a:pt x="51474" y="8500"/>
                </a:lnTo>
                <a:lnTo>
                  <a:pt x="51126" y="8910"/>
                </a:lnTo>
                <a:lnTo>
                  <a:pt x="50783" y="9325"/>
                </a:lnTo>
                <a:lnTo>
                  <a:pt x="50445" y="9746"/>
                </a:lnTo>
                <a:lnTo>
                  <a:pt x="50112" y="10171"/>
                </a:lnTo>
                <a:lnTo>
                  <a:pt x="49784" y="10601"/>
                </a:lnTo>
                <a:lnTo>
                  <a:pt x="49461" y="11037"/>
                </a:lnTo>
                <a:lnTo>
                  <a:pt x="49143" y="11477"/>
                </a:lnTo>
                <a:lnTo>
                  <a:pt x="48831" y="11923"/>
                </a:lnTo>
                <a:lnTo>
                  <a:pt x="48523" y="12374"/>
                </a:lnTo>
                <a:lnTo>
                  <a:pt x="48220" y="12829"/>
                </a:lnTo>
                <a:lnTo>
                  <a:pt x="47928" y="13283"/>
                </a:lnTo>
                <a:lnTo>
                  <a:pt x="47642" y="13738"/>
                </a:lnTo>
                <a:lnTo>
                  <a:pt x="47361" y="14195"/>
                </a:lnTo>
                <a:lnTo>
                  <a:pt x="47086" y="14653"/>
                </a:lnTo>
                <a:lnTo>
                  <a:pt x="46817" y="15113"/>
                </a:lnTo>
                <a:lnTo>
                  <a:pt x="46553" y="15574"/>
                </a:lnTo>
                <a:lnTo>
                  <a:pt x="46295" y="16037"/>
                </a:lnTo>
                <a:lnTo>
                  <a:pt x="46043" y="16502"/>
                </a:lnTo>
                <a:lnTo>
                  <a:pt x="45797" y="16968"/>
                </a:lnTo>
                <a:lnTo>
                  <a:pt x="45556" y="17435"/>
                </a:lnTo>
                <a:lnTo>
                  <a:pt x="45321" y="17904"/>
                </a:lnTo>
                <a:lnTo>
                  <a:pt x="45092" y="18375"/>
                </a:lnTo>
                <a:lnTo>
                  <a:pt x="44868" y="18847"/>
                </a:lnTo>
                <a:lnTo>
                  <a:pt x="44650" y="19321"/>
                </a:lnTo>
                <a:lnTo>
                  <a:pt x="44438" y="19796"/>
                </a:lnTo>
                <a:lnTo>
                  <a:pt x="44232" y="20272"/>
                </a:lnTo>
                <a:lnTo>
                  <a:pt x="44031" y="20751"/>
                </a:lnTo>
                <a:lnTo>
                  <a:pt x="43836" y="21231"/>
                </a:lnTo>
                <a:lnTo>
                  <a:pt x="43646" y="21712"/>
                </a:lnTo>
                <a:lnTo>
                  <a:pt x="43463" y="22195"/>
                </a:lnTo>
                <a:lnTo>
                  <a:pt x="43285" y="22679"/>
                </a:lnTo>
                <a:lnTo>
                  <a:pt x="43112" y="23165"/>
                </a:lnTo>
                <a:lnTo>
                  <a:pt x="42946" y="23653"/>
                </a:lnTo>
                <a:lnTo>
                  <a:pt x="42785" y="24142"/>
                </a:lnTo>
                <a:lnTo>
                  <a:pt x="42635" y="24625"/>
                </a:lnTo>
                <a:lnTo>
                  <a:pt x="42492" y="25106"/>
                </a:lnTo>
                <a:lnTo>
                  <a:pt x="42355" y="25585"/>
                </a:lnTo>
                <a:lnTo>
                  <a:pt x="42225" y="26062"/>
                </a:lnTo>
                <a:lnTo>
                  <a:pt x="42101" y="26537"/>
                </a:lnTo>
                <a:lnTo>
                  <a:pt x="41983" y="27009"/>
                </a:lnTo>
                <a:lnTo>
                  <a:pt x="41872" y="27479"/>
                </a:lnTo>
                <a:lnTo>
                  <a:pt x="41767" y="27948"/>
                </a:lnTo>
                <a:lnTo>
                  <a:pt x="41668" y="28413"/>
                </a:lnTo>
                <a:lnTo>
                  <a:pt x="41576" y="28877"/>
                </a:lnTo>
                <a:lnTo>
                  <a:pt x="41490" y="29339"/>
                </a:lnTo>
                <a:lnTo>
                  <a:pt x="41410" y="29798"/>
                </a:lnTo>
                <a:lnTo>
                  <a:pt x="41337" y="30255"/>
                </a:lnTo>
                <a:lnTo>
                  <a:pt x="41270" y="30710"/>
                </a:lnTo>
                <a:lnTo>
                  <a:pt x="41210" y="31162"/>
                </a:lnTo>
                <a:lnTo>
                  <a:pt x="41156" y="31613"/>
                </a:lnTo>
                <a:lnTo>
                  <a:pt x="41108" y="32061"/>
                </a:lnTo>
                <a:lnTo>
                  <a:pt x="41067" y="32507"/>
                </a:lnTo>
                <a:lnTo>
                  <a:pt x="41032" y="32951"/>
                </a:lnTo>
                <a:lnTo>
                  <a:pt x="41003" y="33393"/>
                </a:lnTo>
                <a:lnTo>
                  <a:pt x="40981" y="33833"/>
                </a:lnTo>
                <a:lnTo>
                  <a:pt x="40965" y="34270"/>
                </a:lnTo>
                <a:lnTo>
                  <a:pt x="40955" y="34705"/>
                </a:lnTo>
                <a:lnTo>
                  <a:pt x="40952" y="35138"/>
                </a:lnTo>
                <a:lnTo>
                  <a:pt x="40952" y="46514"/>
                </a:lnTo>
                <a:lnTo>
                  <a:pt x="55109" y="46514"/>
                </a:lnTo>
                <a:lnTo>
                  <a:pt x="55109" y="34885"/>
                </a:lnTo>
                <a:lnTo>
                  <a:pt x="55114" y="34302"/>
                </a:lnTo>
                <a:lnTo>
                  <a:pt x="55129" y="33722"/>
                </a:lnTo>
                <a:lnTo>
                  <a:pt x="55154" y="33145"/>
                </a:lnTo>
                <a:lnTo>
                  <a:pt x="55189" y="32572"/>
                </a:lnTo>
                <a:lnTo>
                  <a:pt x="55235" y="32001"/>
                </a:lnTo>
                <a:close/>
                <a:moveTo>
                  <a:pt x="76375" y="6067"/>
                </a:moveTo>
                <a:lnTo>
                  <a:pt x="76375" y="19971"/>
                </a:lnTo>
                <a:lnTo>
                  <a:pt x="117074" y="19971"/>
                </a:lnTo>
                <a:lnTo>
                  <a:pt x="117074" y="135496"/>
                </a:lnTo>
                <a:lnTo>
                  <a:pt x="132747" y="135496"/>
                </a:lnTo>
                <a:lnTo>
                  <a:pt x="132747" y="19971"/>
                </a:lnTo>
                <a:lnTo>
                  <a:pt x="173447" y="19971"/>
                </a:lnTo>
                <a:lnTo>
                  <a:pt x="173447" y="6067"/>
                </a:lnTo>
                <a:lnTo>
                  <a:pt x="76375" y="6067"/>
                </a:lnTo>
                <a:close/>
                <a:moveTo>
                  <a:pt x="210808" y="72377"/>
                </a:moveTo>
                <a:lnTo>
                  <a:pt x="210893" y="71737"/>
                </a:lnTo>
                <a:lnTo>
                  <a:pt x="210990" y="71106"/>
                </a:lnTo>
                <a:lnTo>
                  <a:pt x="211099" y="70483"/>
                </a:lnTo>
                <a:lnTo>
                  <a:pt x="211219" y="69870"/>
                </a:lnTo>
                <a:lnTo>
                  <a:pt x="211350" y="69265"/>
                </a:lnTo>
                <a:lnTo>
                  <a:pt x="211492" y="68669"/>
                </a:lnTo>
                <a:lnTo>
                  <a:pt x="211646" y="68082"/>
                </a:lnTo>
                <a:lnTo>
                  <a:pt x="211812" y="67503"/>
                </a:lnTo>
                <a:lnTo>
                  <a:pt x="211989" y="66934"/>
                </a:lnTo>
                <a:lnTo>
                  <a:pt x="212177" y="66373"/>
                </a:lnTo>
                <a:lnTo>
                  <a:pt x="212377" y="65821"/>
                </a:lnTo>
                <a:lnTo>
                  <a:pt x="212588" y="65277"/>
                </a:lnTo>
                <a:lnTo>
                  <a:pt x="212810" y="64743"/>
                </a:lnTo>
                <a:lnTo>
                  <a:pt x="213044" y="64217"/>
                </a:lnTo>
                <a:lnTo>
                  <a:pt x="213290" y="63700"/>
                </a:lnTo>
                <a:lnTo>
                  <a:pt x="213546" y="63192"/>
                </a:lnTo>
                <a:lnTo>
                  <a:pt x="213814" y="62692"/>
                </a:lnTo>
                <a:lnTo>
                  <a:pt x="214098" y="62202"/>
                </a:lnTo>
                <a:lnTo>
                  <a:pt x="214389" y="61722"/>
                </a:lnTo>
                <a:lnTo>
                  <a:pt x="214689" y="61252"/>
                </a:lnTo>
                <a:lnTo>
                  <a:pt x="214998" y="60791"/>
                </a:lnTo>
                <a:lnTo>
                  <a:pt x="215314" y="60341"/>
                </a:lnTo>
                <a:lnTo>
                  <a:pt x="215639" y="59900"/>
                </a:lnTo>
                <a:lnTo>
                  <a:pt x="215973" y="59469"/>
                </a:lnTo>
                <a:lnTo>
                  <a:pt x="216314" y="59048"/>
                </a:lnTo>
                <a:lnTo>
                  <a:pt x="216664" y="58637"/>
                </a:lnTo>
                <a:lnTo>
                  <a:pt x="217023" y="58236"/>
                </a:lnTo>
                <a:lnTo>
                  <a:pt x="217389" y="57844"/>
                </a:lnTo>
                <a:lnTo>
                  <a:pt x="217764" y="57463"/>
                </a:lnTo>
                <a:lnTo>
                  <a:pt x="218148" y="57091"/>
                </a:lnTo>
                <a:lnTo>
                  <a:pt x="218539" y="56729"/>
                </a:lnTo>
                <a:lnTo>
                  <a:pt x="218939" y="56377"/>
                </a:lnTo>
                <a:lnTo>
                  <a:pt x="219348" y="56035"/>
                </a:lnTo>
                <a:lnTo>
                  <a:pt x="219764" y="55703"/>
                </a:lnTo>
                <a:lnTo>
                  <a:pt x="220190" y="55381"/>
                </a:lnTo>
                <a:lnTo>
                  <a:pt x="220623" y="55069"/>
                </a:lnTo>
                <a:lnTo>
                  <a:pt x="221065" y="54766"/>
                </a:lnTo>
                <a:lnTo>
                  <a:pt x="221515" y="54474"/>
                </a:lnTo>
                <a:lnTo>
                  <a:pt x="221973" y="54191"/>
                </a:lnTo>
                <a:lnTo>
                  <a:pt x="222440" y="53918"/>
                </a:lnTo>
                <a:lnTo>
                  <a:pt x="222915" y="53655"/>
                </a:lnTo>
                <a:lnTo>
                  <a:pt x="223402" y="53402"/>
                </a:lnTo>
                <a:lnTo>
                  <a:pt x="223895" y="53160"/>
                </a:lnTo>
                <a:lnTo>
                  <a:pt x="224392" y="52929"/>
                </a:lnTo>
                <a:lnTo>
                  <a:pt x="224895" y="52709"/>
                </a:lnTo>
                <a:lnTo>
                  <a:pt x="225403" y="52499"/>
                </a:lnTo>
                <a:lnTo>
                  <a:pt x="225917" y="52300"/>
                </a:lnTo>
                <a:lnTo>
                  <a:pt x="226436" y="52112"/>
                </a:lnTo>
                <a:lnTo>
                  <a:pt x="226960" y="51935"/>
                </a:lnTo>
                <a:lnTo>
                  <a:pt x="227489" y="51768"/>
                </a:lnTo>
                <a:lnTo>
                  <a:pt x="228023" y="51612"/>
                </a:lnTo>
                <a:lnTo>
                  <a:pt x="228563" y="51467"/>
                </a:lnTo>
                <a:lnTo>
                  <a:pt x="229108" y="51333"/>
                </a:lnTo>
                <a:lnTo>
                  <a:pt x="229659" y="51209"/>
                </a:lnTo>
                <a:lnTo>
                  <a:pt x="230214" y="51096"/>
                </a:lnTo>
                <a:lnTo>
                  <a:pt x="230775" y="50994"/>
                </a:lnTo>
                <a:lnTo>
                  <a:pt x="231341" y="50902"/>
                </a:lnTo>
                <a:lnTo>
                  <a:pt x="231913" y="50822"/>
                </a:lnTo>
                <a:lnTo>
                  <a:pt x="232489" y="50752"/>
                </a:lnTo>
                <a:lnTo>
                  <a:pt x="233071" y="50693"/>
                </a:lnTo>
                <a:lnTo>
                  <a:pt x="233659" y="50644"/>
                </a:lnTo>
                <a:lnTo>
                  <a:pt x="234251" y="50607"/>
                </a:lnTo>
                <a:lnTo>
                  <a:pt x="234849" y="50580"/>
                </a:lnTo>
                <a:lnTo>
                  <a:pt x="235452" y="50564"/>
                </a:lnTo>
                <a:lnTo>
                  <a:pt x="236060" y="50558"/>
                </a:lnTo>
                <a:lnTo>
                  <a:pt x="236932" y="50569"/>
                </a:lnTo>
                <a:lnTo>
                  <a:pt x="237787" y="50603"/>
                </a:lnTo>
                <a:lnTo>
                  <a:pt x="238627" y="50658"/>
                </a:lnTo>
                <a:lnTo>
                  <a:pt x="239450" y="50736"/>
                </a:lnTo>
                <a:lnTo>
                  <a:pt x="240257" y="50835"/>
                </a:lnTo>
                <a:lnTo>
                  <a:pt x="241049" y="50957"/>
                </a:lnTo>
                <a:lnTo>
                  <a:pt x="241824" y="51101"/>
                </a:lnTo>
                <a:lnTo>
                  <a:pt x="242584" y="51268"/>
                </a:lnTo>
                <a:lnTo>
                  <a:pt x="243327" y="51456"/>
                </a:lnTo>
                <a:lnTo>
                  <a:pt x="244054" y="51667"/>
                </a:lnTo>
                <a:lnTo>
                  <a:pt x="244766" y="51899"/>
                </a:lnTo>
                <a:lnTo>
                  <a:pt x="245461" y="52154"/>
                </a:lnTo>
                <a:lnTo>
                  <a:pt x="246140" y="52431"/>
                </a:lnTo>
                <a:lnTo>
                  <a:pt x="246803" y="52730"/>
                </a:lnTo>
                <a:lnTo>
                  <a:pt x="247451" y="53052"/>
                </a:lnTo>
                <a:lnTo>
                  <a:pt x="248082" y="53395"/>
                </a:lnTo>
                <a:lnTo>
                  <a:pt x="248697" y="53761"/>
                </a:lnTo>
                <a:lnTo>
                  <a:pt x="249296" y="54149"/>
                </a:lnTo>
                <a:lnTo>
                  <a:pt x="249879" y="54559"/>
                </a:lnTo>
                <a:lnTo>
                  <a:pt x="250446" y="54991"/>
                </a:lnTo>
                <a:lnTo>
                  <a:pt x="250998" y="55445"/>
                </a:lnTo>
                <a:lnTo>
                  <a:pt x="251533" y="55922"/>
                </a:lnTo>
                <a:lnTo>
                  <a:pt x="252052" y="56421"/>
                </a:lnTo>
                <a:lnTo>
                  <a:pt x="252555" y="56941"/>
                </a:lnTo>
                <a:lnTo>
                  <a:pt x="253045" y="57477"/>
                </a:lnTo>
                <a:lnTo>
                  <a:pt x="253514" y="58031"/>
                </a:lnTo>
                <a:lnTo>
                  <a:pt x="253962" y="58603"/>
                </a:lnTo>
                <a:lnTo>
                  <a:pt x="254389" y="59194"/>
                </a:lnTo>
                <a:lnTo>
                  <a:pt x="254796" y="59802"/>
                </a:lnTo>
                <a:lnTo>
                  <a:pt x="255181" y="60429"/>
                </a:lnTo>
                <a:lnTo>
                  <a:pt x="255546" y="61074"/>
                </a:lnTo>
                <a:lnTo>
                  <a:pt x="255890" y="61737"/>
                </a:lnTo>
                <a:lnTo>
                  <a:pt x="256213" y="62419"/>
                </a:lnTo>
                <a:lnTo>
                  <a:pt x="256516" y="63119"/>
                </a:lnTo>
                <a:lnTo>
                  <a:pt x="256797" y="63836"/>
                </a:lnTo>
                <a:lnTo>
                  <a:pt x="257058" y="64572"/>
                </a:lnTo>
                <a:lnTo>
                  <a:pt x="257297" y="65327"/>
                </a:lnTo>
                <a:lnTo>
                  <a:pt x="257516" y="66099"/>
                </a:lnTo>
                <a:lnTo>
                  <a:pt x="257714" y="66890"/>
                </a:lnTo>
                <a:lnTo>
                  <a:pt x="257892" y="67699"/>
                </a:lnTo>
                <a:lnTo>
                  <a:pt x="258048" y="68526"/>
                </a:lnTo>
                <a:lnTo>
                  <a:pt x="258183" y="69372"/>
                </a:lnTo>
                <a:lnTo>
                  <a:pt x="258298" y="70235"/>
                </a:lnTo>
                <a:lnTo>
                  <a:pt x="258392" y="71117"/>
                </a:lnTo>
                <a:lnTo>
                  <a:pt x="258465" y="72017"/>
                </a:lnTo>
                <a:lnTo>
                  <a:pt x="258517" y="72935"/>
                </a:lnTo>
                <a:lnTo>
                  <a:pt x="258548" y="73872"/>
                </a:lnTo>
                <a:lnTo>
                  <a:pt x="258559" y="74826"/>
                </a:lnTo>
                <a:lnTo>
                  <a:pt x="258559" y="135496"/>
                </a:lnTo>
                <a:lnTo>
                  <a:pt x="273473" y="135496"/>
                </a:lnTo>
                <a:lnTo>
                  <a:pt x="273473" y="73815"/>
                </a:lnTo>
                <a:lnTo>
                  <a:pt x="273466" y="72780"/>
                </a:lnTo>
                <a:lnTo>
                  <a:pt x="273444" y="71760"/>
                </a:lnTo>
                <a:lnTo>
                  <a:pt x="273408" y="70756"/>
                </a:lnTo>
                <a:lnTo>
                  <a:pt x="273357" y="69767"/>
                </a:lnTo>
                <a:lnTo>
                  <a:pt x="273292" y="68793"/>
                </a:lnTo>
                <a:lnTo>
                  <a:pt x="273213" y="67835"/>
                </a:lnTo>
                <a:lnTo>
                  <a:pt x="273118" y="66892"/>
                </a:lnTo>
                <a:lnTo>
                  <a:pt x="273010" y="65965"/>
                </a:lnTo>
                <a:lnTo>
                  <a:pt x="272887" y="65052"/>
                </a:lnTo>
                <a:lnTo>
                  <a:pt x="272749" y="64156"/>
                </a:lnTo>
                <a:lnTo>
                  <a:pt x="272597" y="63274"/>
                </a:lnTo>
                <a:lnTo>
                  <a:pt x="272431" y="62408"/>
                </a:lnTo>
                <a:lnTo>
                  <a:pt x="272250" y="61557"/>
                </a:lnTo>
                <a:lnTo>
                  <a:pt x="272054" y="60722"/>
                </a:lnTo>
                <a:lnTo>
                  <a:pt x="271844" y="59902"/>
                </a:lnTo>
                <a:lnTo>
                  <a:pt x="271620" y="59097"/>
                </a:lnTo>
                <a:lnTo>
                  <a:pt x="271381" y="58308"/>
                </a:lnTo>
                <a:lnTo>
                  <a:pt x="271127" y="57534"/>
                </a:lnTo>
                <a:lnTo>
                  <a:pt x="270859" y="56775"/>
                </a:lnTo>
                <a:lnTo>
                  <a:pt x="270577" y="56032"/>
                </a:lnTo>
                <a:lnTo>
                  <a:pt x="270280" y="55304"/>
                </a:lnTo>
                <a:lnTo>
                  <a:pt x="269968" y="54592"/>
                </a:lnTo>
                <a:lnTo>
                  <a:pt x="269643" y="53894"/>
                </a:lnTo>
                <a:lnTo>
                  <a:pt x="269302" y="53213"/>
                </a:lnTo>
                <a:lnTo>
                  <a:pt x="268954" y="52541"/>
                </a:lnTo>
                <a:lnTo>
                  <a:pt x="268594" y="51883"/>
                </a:lnTo>
                <a:lnTo>
                  <a:pt x="268223" y="51241"/>
                </a:lnTo>
                <a:lnTo>
                  <a:pt x="267840" y="50613"/>
                </a:lnTo>
                <a:lnTo>
                  <a:pt x="267445" y="50000"/>
                </a:lnTo>
                <a:lnTo>
                  <a:pt x="267039" y="49401"/>
                </a:lnTo>
                <a:lnTo>
                  <a:pt x="266621" y="48817"/>
                </a:lnTo>
                <a:lnTo>
                  <a:pt x="266192" y="48248"/>
                </a:lnTo>
                <a:lnTo>
                  <a:pt x="265750" y="47694"/>
                </a:lnTo>
                <a:lnTo>
                  <a:pt x="265298" y="47154"/>
                </a:lnTo>
                <a:lnTo>
                  <a:pt x="264833" y="46629"/>
                </a:lnTo>
                <a:lnTo>
                  <a:pt x="264357" y="46119"/>
                </a:lnTo>
                <a:lnTo>
                  <a:pt x="263869" y="45623"/>
                </a:lnTo>
                <a:lnTo>
                  <a:pt x="263370" y="45142"/>
                </a:lnTo>
                <a:lnTo>
                  <a:pt x="262859" y="44676"/>
                </a:lnTo>
                <a:lnTo>
                  <a:pt x="262336" y="44224"/>
                </a:lnTo>
                <a:lnTo>
                  <a:pt x="261802" y="43788"/>
                </a:lnTo>
                <a:lnTo>
                  <a:pt x="261256" y="43366"/>
                </a:lnTo>
                <a:lnTo>
                  <a:pt x="260699" y="42958"/>
                </a:lnTo>
                <a:lnTo>
                  <a:pt x="260130" y="42566"/>
                </a:lnTo>
                <a:lnTo>
                  <a:pt x="259549" y="42188"/>
                </a:lnTo>
                <a:lnTo>
                  <a:pt x="258957" y="41824"/>
                </a:lnTo>
                <a:lnTo>
                  <a:pt x="258353" y="41476"/>
                </a:lnTo>
                <a:lnTo>
                  <a:pt x="257737" y="41142"/>
                </a:lnTo>
                <a:lnTo>
                  <a:pt x="257111" y="40817"/>
                </a:lnTo>
                <a:lnTo>
                  <a:pt x="256477" y="40506"/>
                </a:lnTo>
                <a:lnTo>
                  <a:pt x="255834" y="40209"/>
                </a:lnTo>
                <a:lnTo>
                  <a:pt x="255183" y="39925"/>
                </a:lnTo>
                <a:lnTo>
                  <a:pt x="254523" y="39656"/>
                </a:lnTo>
                <a:lnTo>
                  <a:pt x="253854" y="39400"/>
                </a:lnTo>
                <a:lnTo>
                  <a:pt x="253177" y="39158"/>
                </a:lnTo>
                <a:lnTo>
                  <a:pt x="252492" y="38930"/>
                </a:lnTo>
                <a:lnTo>
                  <a:pt x="251797" y="38716"/>
                </a:lnTo>
                <a:lnTo>
                  <a:pt x="251095" y="38515"/>
                </a:lnTo>
                <a:lnTo>
                  <a:pt x="250383" y="38329"/>
                </a:lnTo>
                <a:lnTo>
                  <a:pt x="249663" y="38156"/>
                </a:lnTo>
                <a:lnTo>
                  <a:pt x="248935" y="37997"/>
                </a:lnTo>
                <a:lnTo>
                  <a:pt x="248198" y="37852"/>
                </a:lnTo>
                <a:lnTo>
                  <a:pt x="247453" y="37720"/>
                </a:lnTo>
                <a:lnTo>
                  <a:pt x="246698" y="37603"/>
                </a:lnTo>
                <a:lnTo>
                  <a:pt x="245936" y="37499"/>
                </a:lnTo>
                <a:lnTo>
                  <a:pt x="245165" y="37409"/>
                </a:lnTo>
                <a:lnTo>
                  <a:pt x="244385" y="37333"/>
                </a:lnTo>
                <a:lnTo>
                  <a:pt x="243596" y="37271"/>
                </a:lnTo>
                <a:lnTo>
                  <a:pt x="242800" y="37223"/>
                </a:lnTo>
                <a:lnTo>
                  <a:pt x="241994" y="37188"/>
                </a:lnTo>
                <a:lnTo>
                  <a:pt x="241180" y="37167"/>
                </a:lnTo>
                <a:lnTo>
                  <a:pt x="240358" y="37160"/>
                </a:lnTo>
                <a:lnTo>
                  <a:pt x="239412" y="37168"/>
                </a:lnTo>
                <a:lnTo>
                  <a:pt x="238483" y="37192"/>
                </a:lnTo>
                <a:lnTo>
                  <a:pt x="237569" y="37230"/>
                </a:lnTo>
                <a:lnTo>
                  <a:pt x="236671" y="37285"/>
                </a:lnTo>
                <a:lnTo>
                  <a:pt x="235789" y="37355"/>
                </a:lnTo>
                <a:lnTo>
                  <a:pt x="234923" y="37441"/>
                </a:lnTo>
                <a:lnTo>
                  <a:pt x="234072" y="37542"/>
                </a:lnTo>
                <a:lnTo>
                  <a:pt x="233237" y="37659"/>
                </a:lnTo>
                <a:lnTo>
                  <a:pt x="232418" y="37791"/>
                </a:lnTo>
                <a:lnTo>
                  <a:pt x="231615" y="37939"/>
                </a:lnTo>
                <a:lnTo>
                  <a:pt x="230828" y="38103"/>
                </a:lnTo>
                <a:lnTo>
                  <a:pt x="230056" y="38282"/>
                </a:lnTo>
                <a:lnTo>
                  <a:pt x="229301" y="38477"/>
                </a:lnTo>
                <a:lnTo>
                  <a:pt x="228561" y="38687"/>
                </a:lnTo>
                <a:lnTo>
                  <a:pt x="227836" y="38913"/>
                </a:lnTo>
                <a:lnTo>
                  <a:pt x="227128" y="39155"/>
                </a:lnTo>
                <a:lnTo>
                  <a:pt x="226436" y="39412"/>
                </a:lnTo>
                <a:lnTo>
                  <a:pt x="225759" y="39684"/>
                </a:lnTo>
                <a:lnTo>
                  <a:pt x="225098" y="39973"/>
                </a:lnTo>
                <a:lnTo>
                  <a:pt x="224453" y="40276"/>
                </a:lnTo>
                <a:lnTo>
                  <a:pt x="223823" y="40596"/>
                </a:lnTo>
                <a:lnTo>
                  <a:pt x="223210" y="40931"/>
                </a:lnTo>
                <a:lnTo>
                  <a:pt x="222612" y="41281"/>
                </a:lnTo>
                <a:lnTo>
                  <a:pt x="222030" y="41647"/>
                </a:lnTo>
                <a:lnTo>
                  <a:pt x="221467" y="42021"/>
                </a:lnTo>
                <a:lnTo>
                  <a:pt x="220916" y="42406"/>
                </a:lnTo>
                <a:lnTo>
                  <a:pt x="220377" y="42802"/>
                </a:lnTo>
                <a:lnTo>
                  <a:pt x="219850" y="43208"/>
                </a:lnTo>
                <a:lnTo>
                  <a:pt x="219334" y="43625"/>
                </a:lnTo>
                <a:lnTo>
                  <a:pt x="218831" y="44053"/>
                </a:lnTo>
                <a:lnTo>
                  <a:pt x="218339" y="44491"/>
                </a:lnTo>
                <a:lnTo>
                  <a:pt x="217859" y="44941"/>
                </a:lnTo>
                <a:lnTo>
                  <a:pt x="217391" y="45401"/>
                </a:lnTo>
                <a:lnTo>
                  <a:pt x="216935" y="45872"/>
                </a:lnTo>
                <a:lnTo>
                  <a:pt x="216490" y="46353"/>
                </a:lnTo>
                <a:lnTo>
                  <a:pt x="216058" y="46845"/>
                </a:lnTo>
                <a:lnTo>
                  <a:pt x="215637" y="47349"/>
                </a:lnTo>
                <a:lnTo>
                  <a:pt x="215228" y="47862"/>
                </a:lnTo>
                <a:lnTo>
                  <a:pt x="214832" y="48387"/>
                </a:lnTo>
                <a:lnTo>
                  <a:pt x="214446" y="48922"/>
                </a:lnTo>
                <a:lnTo>
                  <a:pt x="214073" y="49468"/>
                </a:lnTo>
                <a:lnTo>
                  <a:pt x="213712" y="50025"/>
                </a:lnTo>
                <a:lnTo>
                  <a:pt x="213362" y="50593"/>
                </a:lnTo>
                <a:lnTo>
                  <a:pt x="213024" y="51171"/>
                </a:lnTo>
                <a:lnTo>
                  <a:pt x="212699" y="51760"/>
                </a:lnTo>
                <a:lnTo>
                  <a:pt x="212385" y="52360"/>
                </a:lnTo>
                <a:lnTo>
                  <a:pt x="212082" y="52971"/>
                </a:lnTo>
                <a:lnTo>
                  <a:pt x="211792" y="53592"/>
                </a:lnTo>
                <a:lnTo>
                  <a:pt x="210528" y="53592"/>
                </a:lnTo>
                <a:lnTo>
                  <a:pt x="210528" y="6067"/>
                </a:lnTo>
                <a:lnTo>
                  <a:pt x="195613" y="6067"/>
                </a:lnTo>
                <a:lnTo>
                  <a:pt x="195613" y="135496"/>
                </a:lnTo>
                <a:lnTo>
                  <a:pt x="210528" y="135496"/>
                </a:lnTo>
                <a:lnTo>
                  <a:pt x="210528" y="77101"/>
                </a:lnTo>
                <a:lnTo>
                  <a:pt x="210534" y="76400"/>
                </a:lnTo>
                <a:lnTo>
                  <a:pt x="210551" y="75708"/>
                </a:lnTo>
                <a:lnTo>
                  <a:pt x="210580" y="75024"/>
                </a:lnTo>
                <a:lnTo>
                  <a:pt x="210619" y="74349"/>
                </a:lnTo>
                <a:lnTo>
                  <a:pt x="210671" y="73683"/>
                </a:lnTo>
                <a:lnTo>
                  <a:pt x="210734" y="73025"/>
                </a:lnTo>
                <a:lnTo>
                  <a:pt x="210808" y="72377"/>
                </a:lnTo>
                <a:close/>
                <a:moveTo>
                  <a:pt x="381496" y="80221"/>
                </a:moveTo>
                <a:lnTo>
                  <a:pt x="381427" y="79171"/>
                </a:lnTo>
                <a:lnTo>
                  <a:pt x="381346" y="78136"/>
                </a:lnTo>
                <a:lnTo>
                  <a:pt x="381252" y="77116"/>
                </a:lnTo>
                <a:lnTo>
                  <a:pt x="381146" y="76110"/>
                </a:lnTo>
                <a:lnTo>
                  <a:pt x="381027" y="75120"/>
                </a:lnTo>
                <a:lnTo>
                  <a:pt x="380896" y="74144"/>
                </a:lnTo>
                <a:lnTo>
                  <a:pt x="380752" y="73183"/>
                </a:lnTo>
                <a:lnTo>
                  <a:pt x="380595" y="72237"/>
                </a:lnTo>
                <a:lnTo>
                  <a:pt x="380427" y="71307"/>
                </a:lnTo>
                <a:lnTo>
                  <a:pt x="380245" y="70391"/>
                </a:lnTo>
                <a:lnTo>
                  <a:pt x="380051" y="69490"/>
                </a:lnTo>
                <a:lnTo>
                  <a:pt x="379845" y="68604"/>
                </a:lnTo>
                <a:lnTo>
                  <a:pt x="379626" y="67732"/>
                </a:lnTo>
                <a:lnTo>
                  <a:pt x="379395" y="66876"/>
                </a:lnTo>
                <a:lnTo>
                  <a:pt x="379151" y="66035"/>
                </a:lnTo>
                <a:lnTo>
                  <a:pt x="378894" y="65208"/>
                </a:lnTo>
                <a:lnTo>
                  <a:pt x="378625" y="64397"/>
                </a:lnTo>
                <a:lnTo>
                  <a:pt x="378344" y="63600"/>
                </a:lnTo>
                <a:lnTo>
                  <a:pt x="378050" y="62819"/>
                </a:lnTo>
                <a:lnTo>
                  <a:pt x="377746" y="62051"/>
                </a:lnTo>
                <a:lnTo>
                  <a:pt x="377433" y="61296"/>
                </a:lnTo>
                <a:lnTo>
                  <a:pt x="377111" y="60553"/>
                </a:lnTo>
                <a:lnTo>
                  <a:pt x="376781" y="59824"/>
                </a:lnTo>
                <a:lnTo>
                  <a:pt x="376442" y="59107"/>
                </a:lnTo>
                <a:lnTo>
                  <a:pt x="376095" y="58403"/>
                </a:lnTo>
                <a:lnTo>
                  <a:pt x="375739" y="57711"/>
                </a:lnTo>
                <a:lnTo>
                  <a:pt x="375375" y="57033"/>
                </a:lnTo>
                <a:lnTo>
                  <a:pt x="375002" y="56367"/>
                </a:lnTo>
                <a:lnTo>
                  <a:pt x="374620" y="55713"/>
                </a:lnTo>
                <a:lnTo>
                  <a:pt x="374230" y="55073"/>
                </a:lnTo>
                <a:lnTo>
                  <a:pt x="373832" y="54445"/>
                </a:lnTo>
                <a:lnTo>
                  <a:pt x="373425" y="53830"/>
                </a:lnTo>
                <a:lnTo>
                  <a:pt x="373009" y="53228"/>
                </a:lnTo>
                <a:lnTo>
                  <a:pt x="372584" y="52638"/>
                </a:lnTo>
                <a:lnTo>
                  <a:pt x="372152" y="52061"/>
                </a:lnTo>
                <a:lnTo>
                  <a:pt x="371710" y="51497"/>
                </a:lnTo>
                <a:lnTo>
                  <a:pt x="371260" y="50945"/>
                </a:lnTo>
                <a:lnTo>
                  <a:pt x="370802" y="50407"/>
                </a:lnTo>
                <a:lnTo>
                  <a:pt x="370335" y="49881"/>
                </a:lnTo>
                <a:lnTo>
                  <a:pt x="369859" y="49367"/>
                </a:lnTo>
                <a:lnTo>
                  <a:pt x="369375" y="48867"/>
                </a:lnTo>
                <a:lnTo>
                  <a:pt x="368882" y="48379"/>
                </a:lnTo>
                <a:lnTo>
                  <a:pt x="368381" y="47904"/>
                </a:lnTo>
                <a:lnTo>
                  <a:pt x="367873" y="47436"/>
                </a:lnTo>
                <a:lnTo>
                  <a:pt x="367360" y="46978"/>
                </a:lnTo>
                <a:lnTo>
                  <a:pt x="366843" y="46531"/>
                </a:lnTo>
                <a:lnTo>
                  <a:pt x="366322" y="46096"/>
                </a:lnTo>
                <a:lnTo>
                  <a:pt x="365795" y="45671"/>
                </a:lnTo>
                <a:lnTo>
                  <a:pt x="365264" y="45258"/>
                </a:lnTo>
                <a:lnTo>
                  <a:pt x="364729" y="44855"/>
                </a:lnTo>
                <a:lnTo>
                  <a:pt x="364189" y="44463"/>
                </a:lnTo>
                <a:lnTo>
                  <a:pt x="363644" y="44083"/>
                </a:lnTo>
                <a:lnTo>
                  <a:pt x="363095" y="43713"/>
                </a:lnTo>
                <a:lnTo>
                  <a:pt x="362541" y="43354"/>
                </a:lnTo>
                <a:lnTo>
                  <a:pt x="361982" y="43006"/>
                </a:lnTo>
                <a:lnTo>
                  <a:pt x="361419" y="42669"/>
                </a:lnTo>
                <a:lnTo>
                  <a:pt x="360851" y="42343"/>
                </a:lnTo>
                <a:lnTo>
                  <a:pt x="360279" y="42029"/>
                </a:lnTo>
                <a:lnTo>
                  <a:pt x="359702" y="41725"/>
                </a:lnTo>
                <a:lnTo>
                  <a:pt x="359120" y="41432"/>
                </a:lnTo>
                <a:lnTo>
                  <a:pt x="358534" y="41150"/>
                </a:lnTo>
                <a:lnTo>
                  <a:pt x="357943" y="40879"/>
                </a:lnTo>
                <a:lnTo>
                  <a:pt x="357348" y="40619"/>
                </a:lnTo>
                <a:lnTo>
                  <a:pt x="356747" y="40370"/>
                </a:lnTo>
                <a:lnTo>
                  <a:pt x="356143" y="40132"/>
                </a:lnTo>
                <a:lnTo>
                  <a:pt x="355534" y="39904"/>
                </a:lnTo>
                <a:lnTo>
                  <a:pt x="354920" y="39688"/>
                </a:lnTo>
                <a:lnTo>
                  <a:pt x="354303" y="39482"/>
                </a:lnTo>
                <a:lnTo>
                  <a:pt x="353686" y="39285"/>
                </a:lnTo>
                <a:lnTo>
                  <a:pt x="353068" y="39096"/>
                </a:lnTo>
                <a:lnTo>
                  <a:pt x="352450" y="38916"/>
                </a:lnTo>
                <a:lnTo>
                  <a:pt x="351831" y="38745"/>
                </a:lnTo>
                <a:lnTo>
                  <a:pt x="351211" y="38582"/>
                </a:lnTo>
                <a:lnTo>
                  <a:pt x="350590" y="38429"/>
                </a:lnTo>
                <a:lnTo>
                  <a:pt x="349969" y="38284"/>
                </a:lnTo>
                <a:lnTo>
                  <a:pt x="349347" y="38148"/>
                </a:lnTo>
                <a:lnTo>
                  <a:pt x="348725" y="38021"/>
                </a:lnTo>
                <a:lnTo>
                  <a:pt x="348102" y="37902"/>
                </a:lnTo>
                <a:lnTo>
                  <a:pt x="347478" y="37792"/>
                </a:lnTo>
                <a:lnTo>
                  <a:pt x="346854" y="37691"/>
                </a:lnTo>
                <a:lnTo>
                  <a:pt x="346229" y="37599"/>
                </a:lnTo>
                <a:lnTo>
                  <a:pt x="345603" y="37516"/>
                </a:lnTo>
                <a:lnTo>
                  <a:pt x="344977" y="37441"/>
                </a:lnTo>
                <a:lnTo>
                  <a:pt x="344349" y="37375"/>
                </a:lnTo>
                <a:lnTo>
                  <a:pt x="343722" y="37318"/>
                </a:lnTo>
                <a:lnTo>
                  <a:pt x="343093" y="37270"/>
                </a:lnTo>
                <a:lnTo>
                  <a:pt x="342464" y="37231"/>
                </a:lnTo>
                <a:lnTo>
                  <a:pt x="341835" y="37200"/>
                </a:lnTo>
                <a:lnTo>
                  <a:pt x="341204" y="37178"/>
                </a:lnTo>
                <a:lnTo>
                  <a:pt x="340573" y="37165"/>
                </a:lnTo>
                <a:lnTo>
                  <a:pt x="339942" y="37160"/>
                </a:lnTo>
                <a:lnTo>
                  <a:pt x="338852" y="37172"/>
                </a:lnTo>
                <a:lnTo>
                  <a:pt x="337774" y="37205"/>
                </a:lnTo>
                <a:lnTo>
                  <a:pt x="336707" y="37261"/>
                </a:lnTo>
                <a:lnTo>
                  <a:pt x="335651" y="37339"/>
                </a:lnTo>
                <a:lnTo>
                  <a:pt x="334607" y="37440"/>
                </a:lnTo>
                <a:lnTo>
                  <a:pt x="333575" y="37563"/>
                </a:lnTo>
                <a:lnTo>
                  <a:pt x="332553" y="37709"/>
                </a:lnTo>
                <a:lnTo>
                  <a:pt x="331543" y="37877"/>
                </a:lnTo>
                <a:lnTo>
                  <a:pt x="330545" y="38067"/>
                </a:lnTo>
                <a:lnTo>
                  <a:pt x="329558" y="38280"/>
                </a:lnTo>
                <a:lnTo>
                  <a:pt x="328582" y="38515"/>
                </a:lnTo>
                <a:lnTo>
                  <a:pt x="327618" y="38772"/>
                </a:lnTo>
                <a:lnTo>
                  <a:pt x="326665" y="39052"/>
                </a:lnTo>
                <a:lnTo>
                  <a:pt x="325724" y="39354"/>
                </a:lnTo>
                <a:lnTo>
                  <a:pt x="324794" y="39678"/>
                </a:lnTo>
                <a:lnTo>
                  <a:pt x="323875" y="40025"/>
                </a:lnTo>
                <a:lnTo>
                  <a:pt x="322968" y="40395"/>
                </a:lnTo>
                <a:lnTo>
                  <a:pt x="322073" y="40786"/>
                </a:lnTo>
                <a:lnTo>
                  <a:pt x="321188" y="41200"/>
                </a:lnTo>
                <a:lnTo>
                  <a:pt x="320315" y="41637"/>
                </a:lnTo>
                <a:lnTo>
                  <a:pt x="319454" y="42096"/>
                </a:lnTo>
                <a:lnTo>
                  <a:pt x="318604" y="42577"/>
                </a:lnTo>
                <a:lnTo>
                  <a:pt x="317765" y="43081"/>
                </a:lnTo>
                <a:lnTo>
                  <a:pt x="316938" y="43607"/>
                </a:lnTo>
                <a:lnTo>
                  <a:pt x="316129" y="44147"/>
                </a:lnTo>
                <a:lnTo>
                  <a:pt x="315335" y="44706"/>
                </a:lnTo>
                <a:lnTo>
                  <a:pt x="314556" y="45281"/>
                </a:lnTo>
                <a:lnTo>
                  <a:pt x="313792" y="45875"/>
                </a:lnTo>
                <a:lnTo>
                  <a:pt x="313043" y="46486"/>
                </a:lnTo>
                <a:lnTo>
                  <a:pt x="312308" y="47114"/>
                </a:lnTo>
                <a:lnTo>
                  <a:pt x="311589" y="47760"/>
                </a:lnTo>
                <a:lnTo>
                  <a:pt x="310885" y="48424"/>
                </a:lnTo>
                <a:lnTo>
                  <a:pt x="310195" y="49105"/>
                </a:lnTo>
                <a:lnTo>
                  <a:pt x="309521" y="49803"/>
                </a:lnTo>
                <a:lnTo>
                  <a:pt x="308861" y="50520"/>
                </a:lnTo>
                <a:lnTo>
                  <a:pt x="308216" y="51254"/>
                </a:lnTo>
                <a:lnTo>
                  <a:pt x="307587" y="52005"/>
                </a:lnTo>
                <a:lnTo>
                  <a:pt x="306972" y="52774"/>
                </a:lnTo>
                <a:lnTo>
                  <a:pt x="306372" y="53560"/>
                </a:lnTo>
                <a:lnTo>
                  <a:pt x="305787" y="54364"/>
                </a:lnTo>
                <a:lnTo>
                  <a:pt x="305217" y="55186"/>
                </a:lnTo>
                <a:lnTo>
                  <a:pt x="304661" y="56025"/>
                </a:lnTo>
                <a:lnTo>
                  <a:pt x="304121" y="56882"/>
                </a:lnTo>
                <a:lnTo>
                  <a:pt x="303596" y="57756"/>
                </a:lnTo>
                <a:lnTo>
                  <a:pt x="303085" y="58648"/>
                </a:lnTo>
                <a:lnTo>
                  <a:pt x="302590" y="59557"/>
                </a:lnTo>
                <a:lnTo>
                  <a:pt x="302109" y="60484"/>
                </a:lnTo>
                <a:lnTo>
                  <a:pt x="301644" y="61428"/>
                </a:lnTo>
                <a:lnTo>
                  <a:pt x="301200" y="62383"/>
                </a:lnTo>
                <a:lnTo>
                  <a:pt x="300776" y="63349"/>
                </a:lnTo>
                <a:lnTo>
                  <a:pt x="300370" y="64328"/>
                </a:lnTo>
                <a:lnTo>
                  <a:pt x="299983" y="65319"/>
                </a:lnTo>
                <a:lnTo>
                  <a:pt x="299615" y="66322"/>
                </a:lnTo>
                <a:lnTo>
                  <a:pt x="299266" y="67337"/>
                </a:lnTo>
                <a:lnTo>
                  <a:pt x="298936" y="68365"/>
                </a:lnTo>
                <a:lnTo>
                  <a:pt x="298624" y="69405"/>
                </a:lnTo>
                <a:lnTo>
                  <a:pt x="298332" y="70458"/>
                </a:lnTo>
                <a:lnTo>
                  <a:pt x="298058" y="71523"/>
                </a:lnTo>
                <a:lnTo>
                  <a:pt x="297803" y="72600"/>
                </a:lnTo>
                <a:lnTo>
                  <a:pt x="297568" y="73689"/>
                </a:lnTo>
                <a:lnTo>
                  <a:pt x="297351" y="74790"/>
                </a:lnTo>
                <a:lnTo>
                  <a:pt x="297152" y="75904"/>
                </a:lnTo>
                <a:lnTo>
                  <a:pt x="296973" y="77030"/>
                </a:lnTo>
                <a:lnTo>
                  <a:pt x="296813" y="78169"/>
                </a:lnTo>
                <a:lnTo>
                  <a:pt x="296671" y="79320"/>
                </a:lnTo>
                <a:lnTo>
                  <a:pt x="296548" y="80483"/>
                </a:lnTo>
                <a:lnTo>
                  <a:pt x="296445" y="81658"/>
                </a:lnTo>
                <a:lnTo>
                  <a:pt x="296360" y="82845"/>
                </a:lnTo>
                <a:lnTo>
                  <a:pt x="296294" y="84045"/>
                </a:lnTo>
                <a:lnTo>
                  <a:pt x="296247" y="85258"/>
                </a:lnTo>
                <a:lnTo>
                  <a:pt x="296218" y="86482"/>
                </a:lnTo>
                <a:lnTo>
                  <a:pt x="296209" y="87719"/>
                </a:lnTo>
                <a:lnTo>
                  <a:pt x="296218" y="88955"/>
                </a:lnTo>
                <a:lnTo>
                  <a:pt x="296247" y="90179"/>
                </a:lnTo>
                <a:lnTo>
                  <a:pt x="296294" y="91390"/>
                </a:lnTo>
                <a:lnTo>
                  <a:pt x="296360" y="92589"/>
                </a:lnTo>
                <a:lnTo>
                  <a:pt x="296445" y="93774"/>
                </a:lnTo>
                <a:lnTo>
                  <a:pt x="296548" y="94947"/>
                </a:lnTo>
                <a:lnTo>
                  <a:pt x="296671" y="96107"/>
                </a:lnTo>
                <a:lnTo>
                  <a:pt x="296813" y="97255"/>
                </a:lnTo>
                <a:lnTo>
                  <a:pt x="296973" y="98389"/>
                </a:lnTo>
                <a:lnTo>
                  <a:pt x="297152" y="99511"/>
                </a:lnTo>
                <a:lnTo>
                  <a:pt x="297351" y="100621"/>
                </a:lnTo>
                <a:lnTo>
                  <a:pt x="297568" y="101717"/>
                </a:lnTo>
                <a:lnTo>
                  <a:pt x="297803" y="102801"/>
                </a:lnTo>
                <a:lnTo>
                  <a:pt x="298058" y="103872"/>
                </a:lnTo>
                <a:lnTo>
                  <a:pt x="298332" y="104930"/>
                </a:lnTo>
                <a:lnTo>
                  <a:pt x="298624" y="105976"/>
                </a:lnTo>
                <a:lnTo>
                  <a:pt x="298936" y="107009"/>
                </a:lnTo>
                <a:lnTo>
                  <a:pt x="299266" y="108029"/>
                </a:lnTo>
                <a:lnTo>
                  <a:pt x="299615" y="109036"/>
                </a:lnTo>
                <a:lnTo>
                  <a:pt x="299983" y="110031"/>
                </a:lnTo>
                <a:lnTo>
                  <a:pt x="300370" y="111013"/>
                </a:lnTo>
                <a:lnTo>
                  <a:pt x="300776" y="111982"/>
                </a:lnTo>
                <a:lnTo>
                  <a:pt x="301200" y="112939"/>
                </a:lnTo>
                <a:lnTo>
                  <a:pt x="301644" y="113883"/>
                </a:lnTo>
                <a:lnTo>
                  <a:pt x="302110" y="114806"/>
                </a:lnTo>
                <a:lnTo>
                  <a:pt x="302592" y="115713"/>
                </a:lnTo>
                <a:lnTo>
                  <a:pt x="303090" y="116602"/>
                </a:lnTo>
                <a:lnTo>
                  <a:pt x="303605" y="117474"/>
                </a:lnTo>
                <a:lnTo>
                  <a:pt x="304135" y="118330"/>
                </a:lnTo>
                <a:lnTo>
                  <a:pt x="304681" y="119168"/>
                </a:lnTo>
                <a:lnTo>
                  <a:pt x="305244" y="119989"/>
                </a:lnTo>
                <a:lnTo>
                  <a:pt x="305822" y="120792"/>
                </a:lnTo>
                <a:lnTo>
                  <a:pt x="306416" y="121579"/>
                </a:lnTo>
                <a:lnTo>
                  <a:pt x="307027" y="122349"/>
                </a:lnTo>
                <a:lnTo>
                  <a:pt x="307653" y="123101"/>
                </a:lnTo>
                <a:lnTo>
                  <a:pt x="308295" y="123836"/>
                </a:lnTo>
                <a:lnTo>
                  <a:pt x="308954" y="124555"/>
                </a:lnTo>
                <a:lnTo>
                  <a:pt x="309628" y="125256"/>
                </a:lnTo>
                <a:lnTo>
                  <a:pt x="310319" y="125940"/>
                </a:lnTo>
                <a:lnTo>
                  <a:pt x="311025" y="126607"/>
                </a:lnTo>
                <a:lnTo>
                  <a:pt x="311748" y="127256"/>
                </a:lnTo>
                <a:lnTo>
                  <a:pt x="312486" y="127889"/>
                </a:lnTo>
                <a:lnTo>
                  <a:pt x="313241" y="128504"/>
                </a:lnTo>
                <a:lnTo>
                  <a:pt x="314011" y="129103"/>
                </a:lnTo>
                <a:lnTo>
                  <a:pt x="314798" y="129684"/>
                </a:lnTo>
                <a:lnTo>
                  <a:pt x="315600" y="130248"/>
                </a:lnTo>
                <a:lnTo>
                  <a:pt x="316419" y="130795"/>
                </a:lnTo>
                <a:lnTo>
                  <a:pt x="317254" y="131325"/>
                </a:lnTo>
                <a:lnTo>
                  <a:pt x="318108" y="131831"/>
                </a:lnTo>
                <a:lnTo>
                  <a:pt x="318976" y="132315"/>
                </a:lnTo>
                <a:lnTo>
                  <a:pt x="319858" y="132777"/>
                </a:lnTo>
                <a:lnTo>
                  <a:pt x="320752" y="133218"/>
                </a:lnTo>
                <a:lnTo>
                  <a:pt x="321661" y="133637"/>
                </a:lnTo>
                <a:lnTo>
                  <a:pt x="322582" y="134035"/>
                </a:lnTo>
                <a:lnTo>
                  <a:pt x="323517" y="134411"/>
                </a:lnTo>
                <a:lnTo>
                  <a:pt x="324465" y="134766"/>
                </a:lnTo>
                <a:lnTo>
                  <a:pt x="325427" y="135099"/>
                </a:lnTo>
                <a:lnTo>
                  <a:pt x="326402" y="135411"/>
                </a:lnTo>
                <a:lnTo>
                  <a:pt x="327390" y="135702"/>
                </a:lnTo>
                <a:lnTo>
                  <a:pt x="328392" y="135970"/>
                </a:lnTo>
                <a:lnTo>
                  <a:pt x="329408" y="136218"/>
                </a:lnTo>
                <a:lnTo>
                  <a:pt x="330436" y="136443"/>
                </a:lnTo>
                <a:lnTo>
                  <a:pt x="331478" y="136648"/>
                </a:lnTo>
                <a:lnTo>
                  <a:pt x="332534" y="136831"/>
                </a:lnTo>
                <a:lnTo>
                  <a:pt x="333602" y="136992"/>
                </a:lnTo>
                <a:lnTo>
                  <a:pt x="334684" y="137132"/>
                </a:lnTo>
                <a:lnTo>
                  <a:pt x="335780" y="137250"/>
                </a:lnTo>
                <a:lnTo>
                  <a:pt x="336889" y="137347"/>
                </a:lnTo>
                <a:lnTo>
                  <a:pt x="338011" y="137422"/>
                </a:lnTo>
                <a:lnTo>
                  <a:pt x="339147" y="137476"/>
                </a:lnTo>
                <a:lnTo>
                  <a:pt x="340296" y="137508"/>
                </a:lnTo>
                <a:lnTo>
                  <a:pt x="341459" y="137519"/>
                </a:lnTo>
                <a:lnTo>
                  <a:pt x="342277" y="137513"/>
                </a:lnTo>
                <a:lnTo>
                  <a:pt x="343088" y="137498"/>
                </a:lnTo>
                <a:lnTo>
                  <a:pt x="343893" y="137471"/>
                </a:lnTo>
                <a:lnTo>
                  <a:pt x="344690" y="137434"/>
                </a:lnTo>
                <a:lnTo>
                  <a:pt x="345481" y="137387"/>
                </a:lnTo>
                <a:lnTo>
                  <a:pt x="346266" y="137329"/>
                </a:lnTo>
                <a:lnTo>
                  <a:pt x="347043" y="137261"/>
                </a:lnTo>
                <a:lnTo>
                  <a:pt x="347813" y="137182"/>
                </a:lnTo>
                <a:lnTo>
                  <a:pt x="348577" y="137092"/>
                </a:lnTo>
                <a:lnTo>
                  <a:pt x="349334" y="136992"/>
                </a:lnTo>
                <a:lnTo>
                  <a:pt x="350084" y="136881"/>
                </a:lnTo>
                <a:lnTo>
                  <a:pt x="350828" y="136760"/>
                </a:lnTo>
                <a:lnTo>
                  <a:pt x="351564" y="136629"/>
                </a:lnTo>
                <a:lnTo>
                  <a:pt x="352294" y="136486"/>
                </a:lnTo>
                <a:lnTo>
                  <a:pt x="353017" y="136334"/>
                </a:lnTo>
                <a:lnTo>
                  <a:pt x="353733" y="136170"/>
                </a:lnTo>
                <a:lnTo>
                  <a:pt x="354442" y="135997"/>
                </a:lnTo>
                <a:lnTo>
                  <a:pt x="355145" y="135812"/>
                </a:lnTo>
                <a:lnTo>
                  <a:pt x="355841" y="135618"/>
                </a:lnTo>
                <a:lnTo>
                  <a:pt x="356529" y="135412"/>
                </a:lnTo>
                <a:lnTo>
                  <a:pt x="357212" y="135196"/>
                </a:lnTo>
                <a:lnTo>
                  <a:pt x="357887" y="134970"/>
                </a:lnTo>
                <a:lnTo>
                  <a:pt x="358555" y="134733"/>
                </a:lnTo>
                <a:lnTo>
                  <a:pt x="359217" y="134485"/>
                </a:lnTo>
                <a:lnTo>
                  <a:pt x="359871" y="134223"/>
                </a:lnTo>
                <a:lnTo>
                  <a:pt x="360516" y="133952"/>
                </a:lnTo>
                <a:lnTo>
                  <a:pt x="361153" y="133674"/>
                </a:lnTo>
                <a:lnTo>
                  <a:pt x="361780" y="133386"/>
                </a:lnTo>
                <a:lnTo>
                  <a:pt x="362399" y="133091"/>
                </a:lnTo>
                <a:lnTo>
                  <a:pt x="363009" y="132787"/>
                </a:lnTo>
                <a:lnTo>
                  <a:pt x="363610" y="132475"/>
                </a:lnTo>
                <a:lnTo>
                  <a:pt x="364203" y="132154"/>
                </a:lnTo>
                <a:lnTo>
                  <a:pt x="364786" y="131825"/>
                </a:lnTo>
                <a:lnTo>
                  <a:pt x="365361" y="131488"/>
                </a:lnTo>
                <a:lnTo>
                  <a:pt x="365928" y="131142"/>
                </a:lnTo>
                <a:lnTo>
                  <a:pt x="366485" y="130788"/>
                </a:lnTo>
                <a:lnTo>
                  <a:pt x="367033" y="130426"/>
                </a:lnTo>
                <a:lnTo>
                  <a:pt x="367573" y="130055"/>
                </a:lnTo>
                <a:lnTo>
                  <a:pt x="368104" y="129676"/>
                </a:lnTo>
                <a:lnTo>
                  <a:pt x="368627" y="129289"/>
                </a:lnTo>
                <a:lnTo>
                  <a:pt x="369140" y="128893"/>
                </a:lnTo>
                <a:lnTo>
                  <a:pt x="369645" y="128489"/>
                </a:lnTo>
                <a:lnTo>
                  <a:pt x="370141" y="128077"/>
                </a:lnTo>
                <a:lnTo>
                  <a:pt x="370628" y="127656"/>
                </a:lnTo>
                <a:lnTo>
                  <a:pt x="371106" y="127227"/>
                </a:lnTo>
                <a:lnTo>
                  <a:pt x="371576" y="126790"/>
                </a:lnTo>
                <a:lnTo>
                  <a:pt x="372037" y="126344"/>
                </a:lnTo>
                <a:lnTo>
                  <a:pt x="372489" y="125890"/>
                </a:lnTo>
                <a:lnTo>
                  <a:pt x="372931" y="125424"/>
                </a:lnTo>
                <a:lnTo>
                  <a:pt x="373362" y="124951"/>
                </a:lnTo>
                <a:lnTo>
                  <a:pt x="373783" y="124472"/>
                </a:lnTo>
                <a:lnTo>
                  <a:pt x="374193" y="123987"/>
                </a:lnTo>
                <a:lnTo>
                  <a:pt x="374593" y="123496"/>
                </a:lnTo>
                <a:lnTo>
                  <a:pt x="374981" y="122999"/>
                </a:lnTo>
                <a:lnTo>
                  <a:pt x="375359" y="122496"/>
                </a:lnTo>
                <a:lnTo>
                  <a:pt x="375726" y="121986"/>
                </a:lnTo>
                <a:lnTo>
                  <a:pt x="376082" y="121470"/>
                </a:lnTo>
                <a:lnTo>
                  <a:pt x="376428" y="120949"/>
                </a:lnTo>
                <a:lnTo>
                  <a:pt x="376762" y="120421"/>
                </a:lnTo>
                <a:lnTo>
                  <a:pt x="377086" y="119886"/>
                </a:lnTo>
                <a:lnTo>
                  <a:pt x="377400" y="119346"/>
                </a:lnTo>
                <a:lnTo>
                  <a:pt x="377702" y="118800"/>
                </a:lnTo>
                <a:lnTo>
                  <a:pt x="377994" y="118247"/>
                </a:lnTo>
                <a:lnTo>
                  <a:pt x="378275" y="117689"/>
                </a:lnTo>
                <a:lnTo>
                  <a:pt x="378545" y="117124"/>
                </a:lnTo>
                <a:lnTo>
                  <a:pt x="378805" y="116553"/>
                </a:lnTo>
                <a:lnTo>
                  <a:pt x="379053" y="115976"/>
                </a:lnTo>
                <a:lnTo>
                  <a:pt x="379291" y="115392"/>
                </a:lnTo>
                <a:lnTo>
                  <a:pt x="379519" y="114803"/>
                </a:lnTo>
                <a:lnTo>
                  <a:pt x="379735" y="114207"/>
                </a:lnTo>
                <a:lnTo>
                  <a:pt x="379941" y="113606"/>
                </a:lnTo>
                <a:lnTo>
                  <a:pt x="380136" y="112998"/>
                </a:lnTo>
                <a:lnTo>
                  <a:pt x="365727" y="108953"/>
                </a:lnTo>
                <a:lnTo>
                  <a:pt x="365566" y="109372"/>
                </a:lnTo>
                <a:lnTo>
                  <a:pt x="365400" y="109784"/>
                </a:lnTo>
                <a:lnTo>
                  <a:pt x="365228" y="110192"/>
                </a:lnTo>
                <a:lnTo>
                  <a:pt x="365051" y="110593"/>
                </a:lnTo>
                <a:lnTo>
                  <a:pt x="364868" y="110989"/>
                </a:lnTo>
                <a:lnTo>
                  <a:pt x="364680" y="111378"/>
                </a:lnTo>
                <a:lnTo>
                  <a:pt x="364486" y="111763"/>
                </a:lnTo>
                <a:lnTo>
                  <a:pt x="364287" y="112141"/>
                </a:lnTo>
                <a:lnTo>
                  <a:pt x="364082" y="112514"/>
                </a:lnTo>
                <a:lnTo>
                  <a:pt x="363872" y="112881"/>
                </a:lnTo>
                <a:lnTo>
                  <a:pt x="363657" y="113243"/>
                </a:lnTo>
                <a:lnTo>
                  <a:pt x="363436" y="113598"/>
                </a:lnTo>
                <a:lnTo>
                  <a:pt x="363209" y="113948"/>
                </a:lnTo>
                <a:lnTo>
                  <a:pt x="362977" y="114293"/>
                </a:lnTo>
                <a:lnTo>
                  <a:pt x="362739" y="114631"/>
                </a:lnTo>
                <a:lnTo>
                  <a:pt x="362496" y="114964"/>
                </a:lnTo>
                <a:lnTo>
                  <a:pt x="362248" y="115291"/>
                </a:lnTo>
                <a:lnTo>
                  <a:pt x="361994" y="115613"/>
                </a:lnTo>
                <a:lnTo>
                  <a:pt x="361734" y="115928"/>
                </a:lnTo>
                <a:lnTo>
                  <a:pt x="361469" y="116239"/>
                </a:lnTo>
                <a:lnTo>
                  <a:pt x="361199" y="116543"/>
                </a:lnTo>
                <a:lnTo>
                  <a:pt x="360923" y="116842"/>
                </a:lnTo>
                <a:lnTo>
                  <a:pt x="360642" y="117135"/>
                </a:lnTo>
                <a:lnTo>
                  <a:pt x="360355" y="117422"/>
                </a:lnTo>
                <a:lnTo>
                  <a:pt x="360063" y="117698"/>
                </a:lnTo>
                <a:lnTo>
                  <a:pt x="359766" y="117969"/>
                </a:lnTo>
                <a:lnTo>
                  <a:pt x="359465" y="118233"/>
                </a:lnTo>
                <a:lnTo>
                  <a:pt x="359159" y="118493"/>
                </a:lnTo>
                <a:lnTo>
                  <a:pt x="358849" y="118746"/>
                </a:lnTo>
                <a:lnTo>
                  <a:pt x="358534" y="118994"/>
                </a:lnTo>
                <a:lnTo>
                  <a:pt x="358214" y="119236"/>
                </a:lnTo>
                <a:lnTo>
                  <a:pt x="357890" y="119472"/>
                </a:lnTo>
                <a:lnTo>
                  <a:pt x="357561" y="119703"/>
                </a:lnTo>
                <a:lnTo>
                  <a:pt x="357228" y="119928"/>
                </a:lnTo>
                <a:lnTo>
                  <a:pt x="356890" y="120147"/>
                </a:lnTo>
                <a:lnTo>
                  <a:pt x="356547" y="120360"/>
                </a:lnTo>
                <a:lnTo>
                  <a:pt x="356200" y="120568"/>
                </a:lnTo>
                <a:lnTo>
                  <a:pt x="355848" y="120770"/>
                </a:lnTo>
                <a:lnTo>
                  <a:pt x="355491" y="120967"/>
                </a:lnTo>
                <a:lnTo>
                  <a:pt x="355130" y="121157"/>
                </a:lnTo>
                <a:lnTo>
                  <a:pt x="354765" y="121342"/>
                </a:lnTo>
                <a:lnTo>
                  <a:pt x="354394" y="121522"/>
                </a:lnTo>
                <a:lnTo>
                  <a:pt x="354019" y="121695"/>
                </a:lnTo>
                <a:lnTo>
                  <a:pt x="353640" y="121863"/>
                </a:lnTo>
                <a:lnTo>
                  <a:pt x="353256" y="122025"/>
                </a:lnTo>
                <a:lnTo>
                  <a:pt x="352867" y="122182"/>
                </a:lnTo>
                <a:lnTo>
                  <a:pt x="352474" y="122333"/>
                </a:lnTo>
                <a:lnTo>
                  <a:pt x="352076" y="122478"/>
                </a:lnTo>
                <a:lnTo>
                  <a:pt x="351679" y="122612"/>
                </a:lnTo>
                <a:lnTo>
                  <a:pt x="351278" y="122740"/>
                </a:lnTo>
                <a:lnTo>
                  <a:pt x="350873" y="122863"/>
                </a:lnTo>
                <a:lnTo>
                  <a:pt x="350464" y="122980"/>
                </a:lnTo>
                <a:lnTo>
                  <a:pt x="350051" y="123091"/>
                </a:lnTo>
                <a:lnTo>
                  <a:pt x="349635" y="123196"/>
                </a:lnTo>
                <a:lnTo>
                  <a:pt x="349214" y="123296"/>
                </a:lnTo>
                <a:lnTo>
                  <a:pt x="348789" y="123390"/>
                </a:lnTo>
                <a:lnTo>
                  <a:pt x="348361" y="123479"/>
                </a:lnTo>
                <a:lnTo>
                  <a:pt x="347928" y="123562"/>
                </a:lnTo>
                <a:lnTo>
                  <a:pt x="347492" y="123639"/>
                </a:lnTo>
                <a:lnTo>
                  <a:pt x="347052" y="123710"/>
                </a:lnTo>
                <a:lnTo>
                  <a:pt x="346607" y="123776"/>
                </a:lnTo>
                <a:lnTo>
                  <a:pt x="346159" y="123835"/>
                </a:lnTo>
                <a:lnTo>
                  <a:pt x="345707" y="123890"/>
                </a:lnTo>
                <a:lnTo>
                  <a:pt x="345250" y="123938"/>
                </a:lnTo>
                <a:lnTo>
                  <a:pt x="344790" y="123981"/>
                </a:lnTo>
                <a:lnTo>
                  <a:pt x="344326" y="124018"/>
                </a:lnTo>
                <a:lnTo>
                  <a:pt x="343858" y="124049"/>
                </a:lnTo>
                <a:lnTo>
                  <a:pt x="343386" y="124075"/>
                </a:lnTo>
                <a:lnTo>
                  <a:pt x="342910" y="124095"/>
                </a:lnTo>
                <a:lnTo>
                  <a:pt x="342430" y="124109"/>
                </a:lnTo>
                <a:lnTo>
                  <a:pt x="341946" y="124118"/>
                </a:lnTo>
                <a:lnTo>
                  <a:pt x="341459" y="124121"/>
                </a:lnTo>
                <a:lnTo>
                  <a:pt x="340709" y="124114"/>
                </a:lnTo>
                <a:lnTo>
                  <a:pt x="339968" y="124094"/>
                </a:lnTo>
                <a:lnTo>
                  <a:pt x="339234" y="124060"/>
                </a:lnTo>
                <a:lnTo>
                  <a:pt x="338508" y="124012"/>
                </a:lnTo>
                <a:lnTo>
                  <a:pt x="337789" y="123951"/>
                </a:lnTo>
                <a:lnTo>
                  <a:pt x="337078" y="123876"/>
                </a:lnTo>
                <a:lnTo>
                  <a:pt x="336375" y="123787"/>
                </a:lnTo>
                <a:lnTo>
                  <a:pt x="335679" y="123685"/>
                </a:lnTo>
                <a:lnTo>
                  <a:pt x="334992" y="123570"/>
                </a:lnTo>
                <a:lnTo>
                  <a:pt x="334311" y="123440"/>
                </a:lnTo>
                <a:lnTo>
                  <a:pt x="333639" y="123298"/>
                </a:lnTo>
                <a:lnTo>
                  <a:pt x="332974" y="123141"/>
                </a:lnTo>
                <a:lnTo>
                  <a:pt x="332317" y="122971"/>
                </a:lnTo>
                <a:lnTo>
                  <a:pt x="331668" y="122787"/>
                </a:lnTo>
                <a:lnTo>
                  <a:pt x="331026" y="122590"/>
                </a:lnTo>
                <a:lnTo>
                  <a:pt x="330392" y="122379"/>
                </a:lnTo>
                <a:lnTo>
                  <a:pt x="329765" y="122155"/>
                </a:lnTo>
                <a:lnTo>
                  <a:pt x="329147" y="121917"/>
                </a:lnTo>
                <a:lnTo>
                  <a:pt x="328536" y="121665"/>
                </a:lnTo>
                <a:lnTo>
                  <a:pt x="327932" y="121400"/>
                </a:lnTo>
                <a:lnTo>
                  <a:pt x="327337" y="121121"/>
                </a:lnTo>
                <a:lnTo>
                  <a:pt x="326749" y="120828"/>
                </a:lnTo>
                <a:lnTo>
                  <a:pt x="326168" y="120522"/>
                </a:lnTo>
                <a:lnTo>
                  <a:pt x="325596" y="120202"/>
                </a:lnTo>
                <a:lnTo>
                  <a:pt x="325032" y="119864"/>
                </a:lnTo>
                <a:lnTo>
                  <a:pt x="324479" y="119514"/>
                </a:lnTo>
                <a:lnTo>
                  <a:pt x="323936" y="119151"/>
                </a:lnTo>
                <a:lnTo>
                  <a:pt x="323403" y="118775"/>
                </a:lnTo>
                <a:lnTo>
                  <a:pt x="322881" y="118387"/>
                </a:lnTo>
                <a:lnTo>
                  <a:pt x="322369" y="117987"/>
                </a:lnTo>
                <a:lnTo>
                  <a:pt x="321867" y="117574"/>
                </a:lnTo>
                <a:lnTo>
                  <a:pt x="321376" y="117148"/>
                </a:lnTo>
                <a:lnTo>
                  <a:pt x="320894" y="116710"/>
                </a:lnTo>
                <a:lnTo>
                  <a:pt x="320424" y="116259"/>
                </a:lnTo>
                <a:lnTo>
                  <a:pt x="319963" y="115796"/>
                </a:lnTo>
                <a:lnTo>
                  <a:pt x="319513" y="115320"/>
                </a:lnTo>
                <a:lnTo>
                  <a:pt x="319073" y="114832"/>
                </a:lnTo>
                <a:lnTo>
                  <a:pt x="318644" y="114332"/>
                </a:lnTo>
                <a:lnTo>
                  <a:pt x="318224" y="113819"/>
                </a:lnTo>
                <a:lnTo>
                  <a:pt x="317815" y="113293"/>
                </a:lnTo>
                <a:lnTo>
                  <a:pt x="317417" y="112755"/>
                </a:lnTo>
                <a:lnTo>
                  <a:pt x="317029" y="112204"/>
                </a:lnTo>
                <a:lnTo>
                  <a:pt x="316651" y="111641"/>
                </a:lnTo>
                <a:lnTo>
                  <a:pt x="316283" y="111065"/>
                </a:lnTo>
                <a:lnTo>
                  <a:pt x="315926" y="110477"/>
                </a:lnTo>
                <a:lnTo>
                  <a:pt x="315579" y="109876"/>
                </a:lnTo>
                <a:lnTo>
                  <a:pt x="315242" y="109263"/>
                </a:lnTo>
                <a:lnTo>
                  <a:pt x="314915" y="108637"/>
                </a:lnTo>
                <a:lnTo>
                  <a:pt x="314606" y="107994"/>
                </a:lnTo>
                <a:lnTo>
                  <a:pt x="314310" y="107340"/>
                </a:lnTo>
                <a:lnTo>
                  <a:pt x="314027" y="106673"/>
                </a:lnTo>
                <a:lnTo>
                  <a:pt x="313757" y="105995"/>
                </a:lnTo>
                <a:lnTo>
                  <a:pt x="313500" y="105306"/>
                </a:lnTo>
                <a:lnTo>
                  <a:pt x="313256" y="104604"/>
                </a:lnTo>
                <a:lnTo>
                  <a:pt x="313026" y="103892"/>
                </a:lnTo>
                <a:lnTo>
                  <a:pt x="312809" y="103167"/>
                </a:lnTo>
                <a:lnTo>
                  <a:pt x="312605" y="102431"/>
                </a:lnTo>
                <a:lnTo>
                  <a:pt x="312414" y="101683"/>
                </a:lnTo>
                <a:lnTo>
                  <a:pt x="312236" y="100924"/>
                </a:lnTo>
                <a:lnTo>
                  <a:pt x="312071" y="100153"/>
                </a:lnTo>
                <a:lnTo>
                  <a:pt x="311920" y="99370"/>
                </a:lnTo>
                <a:lnTo>
                  <a:pt x="311782" y="98576"/>
                </a:lnTo>
                <a:lnTo>
                  <a:pt x="311657" y="97770"/>
                </a:lnTo>
                <a:lnTo>
                  <a:pt x="311545" y="96953"/>
                </a:lnTo>
                <a:lnTo>
                  <a:pt x="311446" y="96124"/>
                </a:lnTo>
                <a:lnTo>
                  <a:pt x="311360" y="95283"/>
                </a:lnTo>
                <a:lnTo>
                  <a:pt x="311288" y="94430"/>
                </a:lnTo>
                <a:lnTo>
                  <a:pt x="311229" y="93566"/>
                </a:lnTo>
                <a:lnTo>
                  <a:pt x="311183" y="92691"/>
                </a:lnTo>
                <a:lnTo>
                  <a:pt x="311158" y="92016"/>
                </a:lnTo>
                <a:lnTo>
                  <a:pt x="381652" y="92016"/>
                </a:lnTo>
                <a:lnTo>
                  <a:pt x="381652" y="85696"/>
                </a:lnTo>
                <a:lnTo>
                  <a:pt x="381646" y="84572"/>
                </a:lnTo>
                <a:lnTo>
                  <a:pt x="381627" y="83462"/>
                </a:lnTo>
                <a:lnTo>
                  <a:pt x="381596" y="82367"/>
                </a:lnTo>
                <a:lnTo>
                  <a:pt x="381552" y="81287"/>
                </a:lnTo>
                <a:lnTo>
                  <a:pt x="381496" y="80221"/>
                </a:lnTo>
                <a:close/>
                <a:moveTo>
                  <a:pt x="311727" y="74886"/>
                </a:moveTo>
                <a:lnTo>
                  <a:pt x="311854" y="74254"/>
                </a:lnTo>
                <a:lnTo>
                  <a:pt x="311992" y="73626"/>
                </a:lnTo>
                <a:lnTo>
                  <a:pt x="312143" y="73001"/>
                </a:lnTo>
                <a:lnTo>
                  <a:pt x="312306" y="72379"/>
                </a:lnTo>
                <a:lnTo>
                  <a:pt x="312481" y="71761"/>
                </a:lnTo>
                <a:lnTo>
                  <a:pt x="312668" y="71147"/>
                </a:lnTo>
                <a:lnTo>
                  <a:pt x="312867" y="70536"/>
                </a:lnTo>
                <a:lnTo>
                  <a:pt x="313079" y="69929"/>
                </a:lnTo>
                <a:lnTo>
                  <a:pt x="313302" y="69325"/>
                </a:lnTo>
                <a:lnTo>
                  <a:pt x="313537" y="68724"/>
                </a:lnTo>
                <a:lnTo>
                  <a:pt x="313785" y="68127"/>
                </a:lnTo>
                <a:lnTo>
                  <a:pt x="314044" y="67534"/>
                </a:lnTo>
                <a:lnTo>
                  <a:pt x="314316" y="66944"/>
                </a:lnTo>
                <a:lnTo>
                  <a:pt x="314599" y="66358"/>
                </a:lnTo>
                <a:lnTo>
                  <a:pt x="314894" y="65778"/>
                </a:lnTo>
                <a:lnTo>
                  <a:pt x="315199" y="65207"/>
                </a:lnTo>
                <a:lnTo>
                  <a:pt x="315515" y="64646"/>
                </a:lnTo>
                <a:lnTo>
                  <a:pt x="315841" y="64093"/>
                </a:lnTo>
                <a:lnTo>
                  <a:pt x="316177" y="63550"/>
                </a:lnTo>
                <a:lnTo>
                  <a:pt x="316523" y="63016"/>
                </a:lnTo>
                <a:lnTo>
                  <a:pt x="316880" y="62492"/>
                </a:lnTo>
                <a:lnTo>
                  <a:pt x="317247" y="61976"/>
                </a:lnTo>
                <a:lnTo>
                  <a:pt x="317624" y="61470"/>
                </a:lnTo>
                <a:lnTo>
                  <a:pt x="318012" y="60973"/>
                </a:lnTo>
                <a:lnTo>
                  <a:pt x="318410" y="60485"/>
                </a:lnTo>
                <a:lnTo>
                  <a:pt x="318818" y="60006"/>
                </a:lnTo>
                <a:lnTo>
                  <a:pt x="319236" y="59537"/>
                </a:lnTo>
                <a:lnTo>
                  <a:pt x="319665" y="59077"/>
                </a:lnTo>
                <a:lnTo>
                  <a:pt x="320105" y="58626"/>
                </a:lnTo>
                <a:lnTo>
                  <a:pt x="320554" y="58184"/>
                </a:lnTo>
                <a:lnTo>
                  <a:pt x="321014" y="57752"/>
                </a:lnTo>
                <a:lnTo>
                  <a:pt x="321484" y="57328"/>
                </a:lnTo>
                <a:lnTo>
                  <a:pt x="321964" y="56914"/>
                </a:lnTo>
                <a:lnTo>
                  <a:pt x="322455" y="56509"/>
                </a:lnTo>
                <a:lnTo>
                  <a:pt x="322956" y="56114"/>
                </a:lnTo>
                <a:lnTo>
                  <a:pt x="323468" y="55727"/>
                </a:lnTo>
                <a:lnTo>
                  <a:pt x="323989" y="55350"/>
                </a:lnTo>
                <a:lnTo>
                  <a:pt x="324521" y="54982"/>
                </a:lnTo>
                <a:lnTo>
                  <a:pt x="325068" y="54621"/>
                </a:lnTo>
                <a:lnTo>
                  <a:pt x="325623" y="54276"/>
                </a:lnTo>
                <a:lnTo>
                  <a:pt x="326186" y="53945"/>
                </a:lnTo>
                <a:lnTo>
                  <a:pt x="326758" y="53630"/>
                </a:lnTo>
                <a:lnTo>
                  <a:pt x="327338" y="53331"/>
                </a:lnTo>
                <a:lnTo>
                  <a:pt x="327926" y="53047"/>
                </a:lnTo>
                <a:lnTo>
                  <a:pt x="328523" y="52778"/>
                </a:lnTo>
                <a:lnTo>
                  <a:pt x="329128" y="52525"/>
                </a:lnTo>
                <a:lnTo>
                  <a:pt x="329741" y="52286"/>
                </a:lnTo>
                <a:lnTo>
                  <a:pt x="330363" y="52064"/>
                </a:lnTo>
                <a:lnTo>
                  <a:pt x="330993" y="51856"/>
                </a:lnTo>
                <a:lnTo>
                  <a:pt x="331631" y="51664"/>
                </a:lnTo>
                <a:lnTo>
                  <a:pt x="332278" y="51488"/>
                </a:lnTo>
                <a:lnTo>
                  <a:pt x="332933" y="51326"/>
                </a:lnTo>
                <a:lnTo>
                  <a:pt x="333596" y="51180"/>
                </a:lnTo>
                <a:lnTo>
                  <a:pt x="334268" y="51050"/>
                </a:lnTo>
                <a:lnTo>
                  <a:pt x="334948" y="50935"/>
                </a:lnTo>
                <a:lnTo>
                  <a:pt x="335636" y="50835"/>
                </a:lnTo>
                <a:lnTo>
                  <a:pt x="336333" y="50750"/>
                </a:lnTo>
                <a:lnTo>
                  <a:pt x="337038" y="50681"/>
                </a:lnTo>
                <a:lnTo>
                  <a:pt x="337752" y="50627"/>
                </a:lnTo>
                <a:lnTo>
                  <a:pt x="338473" y="50589"/>
                </a:lnTo>
                <a:lnTo>
                  <a:pt x="339203" y="50566"/>
                </a:lnTo>
                <a:lnTo>
                  <a:pt x="339942" y="50558"/>
                </a:lnTo>
                <a:lnTo>
                  <a:pt x="340612" y="50565"/>
                </a:lnTo>
                <a:lnTo>
                  <a:pt x="341275" y="50584"/>
                </a:lnTo>
                <a:lnTo>
                  <a:pt x="341931" y="50617"/>
                </a:lnTo>
                <a:lnTo>
                  <a:pt x="342579" y="50662"/>
                </a:lnTo>
                <a:lnTo>
                  <a:pt x="343219" y="50720"/>
                </a:lnTo>
                <a:lnTo>
                  <a:pt x="343852" y="50791"/>
                </a:lnTo>
                <a:lnTo>
                  <a:pt x="344478" y="50876"/>
                </a:lnTo>
                <a:lnTo>
                  <a:pt x="345096" y="50973"/>
                </a:lnTo>
                <a:lnTo>
                  <a:pt x="345707" y="51083"/>
                </a:lnTo>
                <a:lnTo>
                  <a:pt x="346310" y="51206"/>
                </a:lnTo>
                <a:lnTo>
                  <a:pt x="346906" y="51342"/>
                </a:lnTo>
                <a:lnTo>
                  <a:pt x="347494" y="51491"/>
                </a:lnTo>
                <a:lnTo>
                  <a:pt x="348075" y="51652"/>
                </a:lnTo>
                <a:lnTo>
                  <a:pt x="348648" y="51827"/>
                </a:lnTo>
                <a:lnTo>
                  <a:pt x="349214" y="52015"/>
                </a:lnTo>
                <a:lnTo>
                  <a:pt x="349773" y="52216"/>
                </a:lnTo>
                <a:lnTo>
                  <a:pt x="350324" y="52429"/>
                </a:lnTo>
                <a:lnTo>
                  <a:pt x="350867" y="52656"/>
                </a:lnTo>
                <a:lnTo>
                  <a:pt x="351403" y="52895"/>
                </a:lnTo>
                <a:lnTo>
                  <a:pt x="351932" y="53148"/>
                </a:lnTo>
                <a:lnTo>
                  <a:pt x="352453" y="53413"/>
                </a:lnTo>
                <a:lnTo>
                  <a:pt x="352967" y="53691"/>
                </a:lnTo>
                <a:lnTo>
                  <a:pt x="353473" y="53983"/>
                </a:lnTo>
                <a:lnTo>
                  <a:pt x="353972" y="54287"/>
                </a:lnTo>
                <a:lnTo>
                  <a:pt x="354467" y="54602"/>
                </a:lnTo>
                <a:lnTo>
                  <a:pt x="354953" y="54927"/>
                </a:lnTo>
                <a:lnTo>
                  <a:pt x="355429" y="55262"/>
                </a:lnTo>
                <a:lnTo>
                  <a:pt x="355896" y="55605"/>
                </a:lnTo>
                <a:lnTo>
                  <a:pt x="356353" y="55959"/>
                </a:lnTo>
                <a:lnTo>
                  <a:pt x="356800" y="56321"/>
                </a:lnTo>
                <a:lnTo>
                  <a:pt x="357237" y="56693"/>
                </a:lnTo>
                <a:lnTo>
                  <a:pt x="357665" y="57075"/>
                </a:lnTo>
                <a:lnTo>
                  <a:pt x="358084" y="57466"/>
                </a:lnTo>
                <a:lnTo>
                  <a:pt x="358492" y="57866"/>
                </a:lnTo>
                <a:lnTo>
                  <a:pt x="358891" y="58276"/>
                </a:lnTo>
                <a:lnTo>
                  <a:pt x="359280" y="58695"/>
                </a:lnTo>
                <a:lnTo>
                  <a:pt x="359660" y="59124"/>
                </a:lnTo>
                <a:lnTo>
                  <a:pt x="360030" y="59562"/>
                </a:lnTo>
                <a:lnTo>
                  <a:pt x="360390" y="60009"/>
                </a:lnTo>
                <a:lnTo>
                  <a:pt x="360741" y="60466"/>
                </a:lnTo>
                <a:lnTo>
                  <a:pt x="361082" y="60933"/>
                </a:lnTo>
                <a:lnTo>
                  <a:pt x="361413" y="61409"/>
                </a:lnTo>
                <a:lnTo>
                  <a:pt x="361735" y="61894"/>
                </a:lnTo>
                <a:lnTo>
                  <a:pt x="362047" y="62389"/>
                </a:lnTo>
                <a:lnTo>
                  <a:pt x="362349" y="62893"/>
                </a:lnTo>
                <a:lnTo>
                  <a:pt x="362642" y="63406"/>
                </a:lnTo>
                <a:lnTo>
                  <a:pt x="362925" y="63929"/>
                </a:lnTo>
                <a:lnTo>
                  <a:pt x="363199" y="64462"/>
                </a:lnTo>
                <a:lnTo>
                  <a:pt x="363467" y="65002"/>
                </a:lnTo>
                <a:lnTo>
                  <a:pt x="363723" y="65549"/>
                </a:lnTo>
                <a:lnTo>
                  <a:pt x="363969" y="66101"/>
                </a:lnTo>
                <a:lnTo>
                  <a:pt x="364203" y="66660"/>
                </a:lnTo>
                <a:lnTo>
                  <a:pt x="364425" y="67225"/>
                </a:lnTo>
                <a:lnTo>
                  <a:pt x="364636" y="67796"/>
                </a:lnTo>
                <a:lnTo>
                  <a:pt x="364836" y="68373"/>
                </a:lnTo>
                <a:lnTo>
                  <a:pt x="365024" y="68956"/>
                </a:lnTo>
                <a:lnTo>
                  <a:pt x="365201" y="69545"/>
                </a:lnTo>
                <a:lnTo>
                  <a:pt x="365367" y="70141"/>
                </a:lnTo>
                <a:lnTo>
                  <a:pt x="365521" y="70743"/>
                </a:lnTo>
                <a:lnTo>
                  <a:pt x="365663" y="71350"/>
                </a:lnTo>
                <a:lnTo>
                  <a:pt x="365795" y="71964"/>
                </a:lnTo>
                <a:lnTo>
                  <a:pt x="365914" y="72585"/>
                </a:lnTo>
                <a:lnTo>
                  <a:pt x="366023" y="73211"/>
                </a:lnTo>
                <a:lnTo>
                  <a:pt x="366120" y="73843"/>
                </a:lnTo>
                <a:lnTo>
                  <a:pt x="366205" y="74482"/>
                </a:lnTo>
                <a:lnTo>
                  <a:pt x="366279" y="75127"/>
                </a:lnTo>
                <a:lnTo>
                  <a:pt x="366342" y="75777"/>
                </a:lnTo>
                <a:lnTo>
                  <a:pt x="366394" y="76434"/>
                </a:lnTo>
                <a:lnTo>
                  <a:pt x="366434" y="77098"/>
                </a:lnTo>
                <a:lnTo>
                  <a:pt x="366462" y="77767"/>
                </a:lnTo>
                <a:lnTo>
                  <a:pt x="366479" y="78442"/>
                </a:lnTo>
                <a:lnTo>
                  <a:pt x="366485" y="79124"/>
                </a:lnTo>
                <a:lnTo>
                  <a:pt x="311196" y="79124"/>
                </a:lnTo>
                <a:lnTo>
                  <a:pt x="311220" y="78752"/>
                </a:lnTo>
                <a:lnTo>
                  <a:pt x="311274" y="78099"/>
                </a:lnTo>
                <a:lnTo>
                  <a:pt x="311341" y="77449"/>
                </a:lnTo>
                <a:lnTo>
                  <a:pt x="311419" y="76803"/>
                </a:lnTo>
                <a:lnTo>
                  <a:pt x="311510" y="76161"/>
                </a:lnTo>
                <a:lnTo>
                  <a:pt x="311612" y="75522"/>
                </a:lnTo>
                <a:lnTo>
                  <a:pt x="311727" y="74886"/>
                </a:lnTo>
                <a:close/>
                <a:moveTo>
                  <a:pt x="549028" y="137556"/>
                </a:moveTo>
                <a:lnTo>
                  <a:pt x="549666" y="137491"/>
                </a:lnTo>
                <a:lnTo>
                  <a:pt x="550295" y="137416"/>
                </a:lnTo>
                <a:lnTo>
                  <a:pt x="550915" y="137333"/>
                </a:lnTo>
                <a:lnTo>
                  <a:pt x="551527" y="137240"/>
                </a:lnTo>
                <a:lnTo>
                  <a:pt x="552129" y="137140"/>
                </a:lnTo>
                <a:lnTo>
                  <a:pt x="552722" y="137030"/>
                </a:lnTo>
                <a:lnTo>
                  <a:pt x="553306" y="136911"/>
                </a:lnTo>
                <a:lnTo>
                  <a:pt x="553882" y="136784"/>
                </a:lnTo>
                <a:lnTo>
                  <a:pt x="554448" y="136648"/>
                </a:lnTo>
                <a:lnTo>
                  <a:pt x="555005" y="136503"/>
                </a:lnTo>
                <a:lnTo>
                  <a:pt x="555553" y="136350"/>
                </a:lnTo>
                <a:lnTo>
                  <a:pt x="556093" y="136187"/>
                </a:lnTo>
                <a:lnTo>
                  <a:pt x="556623" y="136016"/>
                </a:lnTo>
                <a:lnTo>
                  <a:pt x="557144" y="135836"/>
                </a:lnTo>
                <a:lnTo>
                  <a:pt x="557656" y="135647"/>
                </a:lnTo>
                <a:lnTo>
                  <a:pt x="558160" y="135450"/>
                </a:lnTo>
                <a:lnTo>
                  <a:pt x="558654" y="135244"/>
                </a:lnTo>
                <a:lnTo>
                  <a:pt x="559140" y="135031"/>
                </a:lnTo>
                <a:lnTo>
                  <a:pt x="559617" y="134815"/>
                </a:lnTo>
                <a:lnTo>
                  <a:pt x="560087" y="134595"/>
                </a:lnTo>
                <a:lnTo>
                  <a:pt x="560548" y="134371"/>
                </a:lnTo>
                <a:lnTo>
                  <a:pt x="561001" y="134144"/>
                </a:lnTo>
                <a:lnTo>
                  <a:pt x="561447" y="133912"/>
                </a:lnTo>
                <a:lnTo>
                  <a:pt x="561884" y="133678"/>
                </a:lnTo>
                <a:lnTo>
                  <a:pt x="562313" y="133439"/>
                </a:lnTo>
                <a:lnTo>
                  <a:pt x="562733" y="133197"/>
                </a:lnTo>
                <a:lnTo>
                  <a:pt x="563146" y="132950"/>
                </a:lnTo>
                <a:lnTo>
                  <a:pt x="563550" y="132701"/>
                </a:lnTo>
                <a:lnTo>
                  <a:pt x="563947" y="132447"/>
                </a:lnTo>
                <a:lnTo>
                  <a:pt x="564335" y="132190"/>
                </a:lnTo>
                <a:lnTo>
                  <a:pt x="564715" y="131929"/>
                </a:lnTo>
                <a:lnTo>
                  <a:pt x="565087" y="131664"/>
                </a:lnTo>
                <a:lnTo>
                  <a:pt x="565451" y="131396"/>
                </a:lnTo>
                <a:lnTo>
                  <a:pt x="565807" y="131123"/>
                </a:lnTo>
                <a:lnTo>
                  <a:pt x="566155" y="130847"/>
                </a:lnTo>
                <a:lnTo>
                  <a:pt x="566494" y="130568"/>
                </a:lnTo>
                <a:lnTo>
                  <a:pt x="566826" y="130284"/>
                </a:lnTo>
                <a:lnTo>
                  <a:pt x="567149" y="129997"/>
                </a:lnTo>
                <a:lnTo>
                  <a:pt x="567464" y="129706"/>
                </a:lnTo>
                <a:lnTo>
                  <a:pt x="567772" y="129412"/>
                </a:lnTo>
                <a:lnTo>
                  <a:pt x="568071" y="129113"/>
                </a:lnTo>
                <a:lnTo>
                  <a:pt x="568362" y="128814"/>
                </a:lnTo>
                <a:lnTo>
                  <a:pt x="568646" y="128516"/>
                </a:lnTo>
                <a:lnTo>
                  <a:pt x="568924" y="128220"/>
                </a:lnTo>
                <a:lnTo>
                  <a:pt x="569194" y="127925"/>
                </a:lnTo>
                <a:lnTo>
                  <a:pt x="569457" y="127632"/>
                </a:lnTo>
                <a:lnTo>
                  <a:pt x="569714" y="127340"/>
                </a:lnTo>
                <a:lnTo>
                  <a:pt x="569963" y="127050"/>
                </a:lnTo>
                <a:lnTo>
                  <a:pt x="570205" y="126761"/>
                </a:lnTo>
                <a:lnTo>
                  <a:pt x="570440" y="126474"/>
                </a:lnTo>
                <a:lnTo>
                  <a:pt x="570669" y="126188"/>
                </a:lnTo>
                <a:lnTo>
                  <a:pt x="570890" y="125904"/>
                </a:lnTo>
                <a:lnTo>
                  <a:pt x="571104" y="125622"/>
                </a:lnTo>
                <a:lnTo>
                  <a:pt x="571311" y="125341"/>
                </a:lnTo>
                <a:lnTo>
                  <a:pt x="571511" y="125061"/>
                </a:lnTo>
                <a:lnTo>
                  <a:pt x="571704" y="124783"/>
                </a:lnTo>
                <a:lnTo>
                  <a:pt x="571891" y="124507"/>
                </a:lnTo>
                <a:lnTo>
                  <a:pt x="572070" y="124232"/>
                </a:lnTo>
                <a:lnTo>
                  <a:pt x="572242" y="123959"/>
                </a:lnTo>
                <a:lnTo>
                  <a:pt x="572407" y="123687"/>
                </a:lnTo>
                <a:lnTo>
                  <a:pt x="572565" y="123417"/>
                </a:lnTo>
                <a:lnTo>
                  <a:pt x="572716" y="123148"/>
                </a:lnTo>
                <a:lnTo>
                  <a:pt x="572860" y="122881"/>
                </a:lnTo>
                <a:lnTo>
                  <a:pt x="572996" y="122615"/>
                </a:lnTo>
                <a:lnTo>
                  <a:pt x="573126" y="122351"/>
                </a:lnTo>
                <a:lnTo>
                  <a:pt x="573885" y="122351"/>
                </a:lnTo>
                <a:lnTo>
                  <a:pt x="573885" y="135496"/>
                </a:lnTo>
                <a:lnTo>
                  <a:pt x="588799" y="135496"/>
                </a:lnTo>
                <a:lnTo>
                  <a:pt x="588799" y="71540"/>
                </a:lnTo>
                <a:lnTo>
                  <a:pt x="588793" y="70584"/>
                </a:lnTo>
                <a:lnTo>
                  <a:pt x="588773" y="69645"/>
                </a:lnTo>
                <a:lnTo>
                  <a:pt x="588740" y="68722"/>
                </a:lnTo>
                <a:lnTo>
                  <a:pt x="588694" y="67815"/>
                </a:lnTo>
                <a:lnTo>
                  <a:pt x="588635" y="66924"/>
                </a:lnTo>
                <a:lnTo>
                  <a:pt x="588562" y="66050"/>
                </a:lnTo>
                <a:lnTo>
                  <a:pt x="588477" y="65192"/>
                </a:lnTo>
                <a:lnTo>
                  <a:pt x="588378" y="64350"/>
                </a:lnTo>
                <a:lnTo>
                  <a:pt x="588266" y="63524"/>
                </a:lnTo>
                <a:lnTo>
                  <a:pt x="588141" y="62714"/>
                </a:lnTo>
                <a:lnTo>
                  <a:pt x="588003" y="61921"/>
                </a:lnTo>
                <a:lnTo>
                  <a:pt x="587852" y="61144"/>
                </a:lnTo>
                <a:lnTo>
                  <a:pt x="587687" y="60383"/>
                </a:lnTo>
                <a:lnTo>
                  <a:pt x="587509" y="59639"/>
                </a:lnTo>
                <a:lnTo>
                  <a:pt x="587318" y="58910"/>
                </a:lnTo>
                <a:lnTo>
                  <a:pt x="587114" y="58198"/>
                </a:lnTo>
                <a:lnTo>
                  <a:pt x="586897" y="57502"/>
                </a:lnTo>
                <a:lnTo>
                  <a:pt x="586667" y="56823"/>
                </a:lnTo>
                <a:lnTo>
                  <a:pt x="586423" y="56159"/>
                </a:lnTo>
                <a:lnTo>
                  <a:pt x="586166" y="55512"/>
                </a:lnTo>
                <a:lnTo>
                  <a:pt x="585896" y="54881"/>
                </a:lnTo>
                <a:lnTo>
                  <a:pt x="585613" y="54267"/>
                </a:lnTo>
                <a:lnTo>
                  <a:pt x="585317" y="53668"/>
                </a:lnTo>
                <a:lnTo>
                  <a:pt x="585008" y="53086"/>
                </a:lnTo>
                <a:lnTo>
                  <a:pt x="584688" y="52518"/>
                </a:lnTo>
                <a:lnTo>
                  <a:pt x="584362" y="51962"/>
                </a:lnTo>
                <a:lnTo>
                  <a:pt x="584029" y="51418"/>
                </a:lnTo>
                <a:lnTo>
                  <a:pt x="583689" y="50887"/>
                </a:lnTo>
                <a:lnTo>
                  <a:pt x="583343" y="50367"/>
                </a:lnTo>
                <a:lnTo>
                  <a:pt x="582989" y="49859"/>
                </a:lnTo>
                <a:lnTo>
                  <a:pt x="582629" y="49364"/>
                </a:lnTo>
                <a:lnTo>
                  <a:pt x="582262" y="48880"/>
                </a:lnTo>
                <a:lnTo>
                  <a:pt x="581888" y="48409"/>
                </a:lnTo>
                <a:lnTo>
                  <a:pt x="581508" y="47949"/>
                </a:lnTo>
                <a:lnTo>
                  <a:pt x="581120" y="47502"/>
                </a:lnTo>
                <a:lnTo>
                  <a:pt x="580726" y="47067"/>
                </a:lnTo>
                <a:lnTo>
                  <a:pt x="580325" y="46643"/>
                </a:lnTo>
                <a:lnTo>
                  <a:pt x="579917" y="46232"/>
                </a:lnTo>
                <a:lnTo>
                  <a:pt x="579502" y="45833"/>
                </a:lnTo>
                <a:lnTo>
                  <a:pt x="579081" y="45446"/>
                </a:lnTo>
                <a:lnTo>
                  <a:pt x="578653" y="45071"/>
                </a:lnTo>
                <a:lnTo>
                  <a:pt x="578218" y="44709"/>
                </a:lnTo>
                <a:lnTo>
                  <a:pt x="577776" y="44358"/>
                </a:lnTo>
                <a:lnTo>
                  <a:pt x="577327" y="44019"/>
                </a:lnTo>
                <a:lnTo>
                  <a:pt x="576872" y="43692"/>
                </a:lnTo>
                <a:lnTo>
                  <a:pt x="576410" y="43378"/>
                </a:lnTo>
                <a:lnTo>
                  <a:pt x="575941" y="43075"/>
                </a:lnTo>
                <a:lnTo>
                  <a:pt x="575465" y="42785"/>
                </a:lnTo>
                <a:lnTo>
                  <a:pt x="574990" y="42505"/>
                </a:lnTo>
                <a:lnTo>
                  <a:pt x="574514" y="42232"/>
                </a:lnTo>
                <a:lnTo>
                  <a:pt x="574036" y="41968"/>
                </a:lnTo>
                <a:lnTo>
                  <a:pt x="573556" y="41712"/>
                </a:lnTo>
                <a:lnTo>
                  <a:pt x="573076" y="41465"/>
                </a:lnTo>
                <a:lnTo>
                  <a:pt x="572593" y="41225"/>
                </a:lnTo>
                <a:lnTo>
                  <a:pt x="572109" y="40993"/>
                </a:lnTo>
                <a:lnTo>
                  <a:pt x="571624" y="40770"/>
                </a:lnTo>
                <a:lnTo>
                  <a:pt x="571137" y="40554"/>
                </a:lnTo>
                <a:lnTo>
                  <a:pt x="570648" y="40347"/>
                </a:lnTo>
                <a:lnTo>
                  <a:pt x="570158" y="40148"/>
                </a:lnTo>
                <a:lnTo>
                  <a:pt x="569666" y="39957"/>
                </a:lnTo>
                <a:lnTo>
                  <a:pt x="569173" y="39774"/>
                </a:lnTo>
                <a:lnTo>
                  <a:pt x="568678" y="39599"/>
                </a:lnTo>
                <a:lnTo>
                  <a:pt x="568182" y="39433"/>
                </a:lnTo>
                <a:lnTo>
                  <a:pt x="567684" y="39274"/>
                </a:lnTo>
                <a:lnTo>
                  <a:pt x="567185" y="39124"/>
                </a:lnTo>
                <a:lnTo>
                  <a:pt x="566684" y="38981"/>
                </a:lnTo>
                <a:lnTo>
                  <a:pt x="566182" y="38847"/>
                </a:lnTo>
                <a:lnTo>
                  <a:pt x="565678" y="38721"/>
                </a:lnTo>
                <a:lnTo>
                  <a:pt x="565172" y="38603"/>
                </a:lnTo>
                <a:lnTo>
                  <a:pt x="564665" y="38493"/>
                </a:lnTo>
                <a:lnTo>
                  <a:pt x="564157" y="38392"/>
                </a:lnTo>
                <a:lnTo>
                  <a:pt x="563647" y="38298"/>
                </a:lnTo>
                <a:lnTo>
                  <a:pt x="563144" y="38205"/>
                </a:lnTo>
                <a:lnTo>
                  <a:pt x="562645" y="38116"/>
                </a:lnTo>
                <a:lnTo>
                  <a:pt x="562152" y="38031"/>
                </a:lnTo>
                <a:lnTo>
                  <a:pt x="561663" y="37950"/>
                </a:lnTo>
                <a:lnTo>
                  <a:pt x="561179" y="37873"/>
                </a:lnTo>
                <a:lnTo>
                  <a:pt x="560700" y="37800"/>
                </a:lnTo>
                <a:lnTo>
                  <a:pt x="560226" y="37731"/>
                </a:lnTo>
                <a:lnTo>
                  <a:pt x="559756" y="37666"/>
                </a:lnTo>
                <a:lnTo>
                  <a:pt x="559292" y="37605"/>
                </a:lnTo>
                <a:lnTo>
                  <a:pt x="558832" y="37547"/>
                </a:lnTo>
                <a:lnTo>
                  <a:pt x="558377" y="37494"/>
                </a:lnTo>
                <a:lnTo>
                  <a:pt x="557927" y="37445"/>
                </a:lnTo>
                <a:lnTo>
                  <a:pt x="557482" y="37399"/>
                </a:lnTo>
                <a:lnTo>
                  <a:pt x="557042" y="37358"/>
                </a:lnTo>
                <a:lnTo>
                  <a:pt x="556606" y="37320"/>
                </a:lnTo>
                <a:lnTo>
                  <a:pt x="556175" y="37287"/>
                </a:lnTo>
                <a:lnTo>
                  <a:pt x="555749" y="37257"/>
                </a:lnTo>
                <a:lnTo>
                  <a:pt x="555328" y="37231"/>
                </a:lnTo>
                <a:lnTo>
                  <a:pt x="554912" y="37210"/>
                </a:lnTo>
                <a:lnTo>
                  <a:pt x="554501" y="37192"/>
                </a:lnTo>
                <a:lnTo>
                  <a:pt x="554094" y="37178"/>
                </a:lnTo>
                <a:lnTo>
                  <a:pt x="553692" y="37168"/>
                </a:lnTo>
                <a:lnTo>
                  <a:pt x="553295" y="37162"/>
                </a:lnTo>
                <a:lnTo>
                  <a:pt x="552903" y="37160"/>
                </a:lnTo>
                <a:lnTo>
                  <a:pt x="552292" y="37164"/>
                </a:lnTo>
                <a:lnTo>
                  <a:pt x="551679" y="37174"/>
                </a:lnTo>
                <a:lnTo>
                  <a:pt x="551066" y="37192"/>
                </a:lnTo>
                <a:lnTo>
                  <a:pt x="550452" y="37217"/>
                </a:lnTo>
                <a:lnTo>
                  <a:pt x="549837" y="37248"/>
                </a:lnTo>
                <a:lnTo>
                  <a:pt x="549222" y="37287"/>
                </a:lnTo>
                <a:lnTo>
                  <a:pt x="548605" y="37332"/>
                </a:lnTo>
                <a:lnTo>
                  <a:pt x="547988" y="37385"/>
                </a:lnTo>
                <a:lnTo>
                  <a:pt x="547369" y="37445"/>
                </a:lnTo>
                <a:lnTo>
                  <a:pt x="546750" y="37511"/>
                </a:lnTo>
                <a:lnTo>
                  <a:pt x="546130" y="37585"/>
                </a:lnTo>
                <a:lnTo>
                  <a:pt x="545509" y="37666"/>
                </a:lnTo>
                <a:lnTo>
                  <a:pt x="544887" y="37754"/>
                </a:lnTo>
                <a:lnTo>
                  <a:pt x="544264" y="37849"/>
                </a:lnTo>
                <a:lnTo>
                  <a:pt x="543641" y="37950"/>
                </a:lnTo>
                <a:lnTo>
                  <a:pt x="543016" y="38059"/>
                </a:lnTo>
                <a:lnTo>
                  <a:pt x="542391" y="38175"/>
                </a:lnTo>
                <a:lnTo>
                  <a:pt x="541764" y="38298"/>
                </a:lnTo>
                <a:lnTo>
                  <a:pt x="541137" y="38428"/>
                </a:lnTo>
                <a:lnTo>
                  <a:pt x="540509" y="38565"/>
                </a:lnTo>
                <a:lnTo>
                  <a:pt x="539880" y="38709"/>
                </a:lnTo>
                <a:lnTo>
                  <a:pt x="539251" y="38860"/>
                </a:lnTo>
                <a:lnTo>
                  <a:pt x="538620" y="39018"/>
                </a:lnTo>
                <a:lnTo>
                  <a:pt x="537988" y="39183"/>
                </a:lnTo>
                <a:lnTo>
                  <a:pt x="537364" y="39351"/>
                </a:lnTo>
                <a:lnTo>
                  <a:pt x="536743" y="39530"/>
                </a:lnTo>
                <a:lnTo>
                  <a:pt x="536126" y="39720"/>
                </a:lnTo>
                <a:lnTo>
                  <a:pt x="535513" y="39920"/>
                </a:lnTo>
                <a:lnTo>
                  <a:pt x="534904" y="40131"/>
                </a:lnTo>
                <a:lnTo>
                  <a:pt x="534299" y="40352"/>
                </a:lnTo>
                <a:lnTo>
                  <a:pt x="533698" y="40584"/>
                </a:lnTo>
                <a:lnTo>
                  <a:pt x="533101" y="40826"/>
                </a:lnTo>
                <a:lnTo>
                  <a:pt x="532508" y="41079"/>
                </a:lnTo>
                <a:lnTo>
                  <a:pt x="531919" y="41342"/>
                </a:lnTo>
                <a:lnTo>
                  <a:pt x="531333" y="41616"/>
                </a:lnTo>
                <a:lnTo>
                  <a:pt x="530752" y="41900"/>
                </a:lnTo>
                <a:lnTo>
                  <a:pt x="530175" y="42195"/>
                </a:lnTo>
                <a:lnTo>
                  <a:pt x="529601" y="42501"/>
                </a:lnTo>
                <a:lnTo>
                  <a:pt x="529032" y="42817"/>
                </a:lnTo>
                <a:lnTo>
                  <a:pt x="528466" y="43143"/>
                </a:lnTo>
                <a:lnTo>
                  <a:pt x="527905" y="43480"/>
                </a:lnTo>
                <a:lnTo>
                  <a:pt x="527347" y="43828"/>
                </a:lnTo>
                <a:lnTo>
                  <a:pt x="526794" y="44186"/>
                </a:lnTo>
                <a:lnTo>
                  <a:pt x="526244" y="44555"/>
                </a:lnTo>
                <a:lnTo>
                  <a:pt x="525698" y="44934"/>
                </a:lnTo>
                <a:lnTo>
                  <a:pt x="525157" y="45323"/>
                </a:lnTo>
                <a:lnTo>
                  <a:pt x="524619" y="45724"/>
                </a:lnTo>
                <a:lnTo>
                  <a:pt x="524085" y="46134"/>
                </a:lnTo>
                <a:lnTo>
                  <a:pt x="523563" y="46552"/>
                </a:lnTo>
                <a:lnTo>
                  <a:pt x="523049" y="46983"/>
                </a:lnTo>
                <a:lnTo>
                  <a:pt x="522544" y="47428"/>
                </a:lnTo>
                <a:lnTo>
                  <a:pt x="522048" y="47886"/>
                </a:lnTo>
                <a:lnTo>
                  <a:pt x="521561" y="48358"/>
                </a:lnTo>
                <a:lnTo>
                  <a:pt x="521083" y="48844"/>
                </a:lnTo>
                <a:lnTo>
                  <a:pt x="520613" y="49343"/>
                </a:lnTo>
                <a:lnTo>
                  <a:pt x="520152" y="49856"/>
                </a:lnTo>
                <a:lnTo>
                  <a:pt x="519700" y="50383"/>
                </a:lnTo>
                <a:lnTo>
                  <a:pt x="519257" y="50923"/>
                </a:lnTo>
                <a:lnTo>
                  <a:pt x="518823" y="51476"/>
                </a:lnTo>
                <a:lnTo>
                  <a:pt x="518397" y="52044"/>
                </a:lnTo>
                <a:lnTo>
                  <a:pt x="517980" y="52624"/>
                </a:lnTo>
                <a:lnTo>
                  <a:pt x="517572" y="53219"/>
                </a:lnTo>
                <a:lnTo>
                  <a:pt x="517172" y="53827"/>
                </a:lnTo>
                <a:lnTo>
                  <a:pt x="516782" y="54449"/>
                </a:lnTo>
                <a:lnTo>
                  <a:pt x="516400" y="55084"/>
                </a:lnTo>
                <a:lnTo>
                  <a:pt x="516027" y="55733"/>
                </a:lnTo>
                <a:lnTo>
                  <a:pt x="515663" y="56395"/>
                </a:lnTo>
                <a:lnTo>
                  <a:pt x="515307" y="57071"/>
                </a:lnTo>
                <a:lnTo>
                  <a:pt x="514961" y="57761"/>
                </a:lnTo>
                <a:lnTo>
                  <a:pt x="514623" y="58464"/>
                </a:lnTo>
                <a:lnTo>
                  <a:pt x="514293" y="59181"/>
                </a:lnTo>
                <a:lnTo>
                  <a:pt x="513973" y="59912"/>
                </a:lnTo>
                <a:lnTo>
                  <a:pt x="528129" y="64967"/>
                </a:lnTo>
                <a:lnTo>
                  <a:pt x="528341" y="64526"/>
                </a:lnTo>
                <a:lnTo>
                  <a:pt x="528565" y="64087"/>
                </a:lnTo>
                <a:lnTo>
                  <a:pt x="528802" y="63650"/>
                </a:lnTo>
                <a:lnTo>
                  <a:pt x="529051" y="63215"/>
                </a:lnTo>
                <a:lnTo>
                  <a:pt x="529313" y="62783"/>
                </a:lnTo>
                <a:lnTo>
                  <a:pt x="529587" y="62353"/>
                </a:lnTo>
                <a:lnTo>
                  <a:pt x="529874" y="61925"/>
                </a:lnTo>
                <a:lnTo>
                  <a:pt x="530173" y="61499"/>
                </a:lnTo>
                <a:lnTo>
                  <a:pt x="530485" y="61075"/>
                </a:lnTo>
                <a:lnTo>
                  <a:pt x="530809" y="60653"/>
                </a:lnTo>
                <a:lnTo>
                  <a:pt x="531145" y="60234"/>
                </a:lnTo>
                <a:lnTo>
                  <a:pt x="531495" y="59817"/>
                </a:lnTo>
                <a:lnTo>
                  <a:pt x="531856" y="59402"/>
                </a:lnTo>
                <a:lnTo>
                  <a:pt x="532231" y="58989"/>
                </a:lnTo>
                <a:lnTo>
                  <a:pt x="532617" y="58579"/>
                </a:lnTo>
                <a:lnTo>
                  <a:pt x="533017" y="58170"/>
                </a:lnTo>
                <a:lnTo>
                  <a:pt x="533429" y="57764"/>
                </a:lnTo>
                <a:lnTo>
                  <a:pt x="533853" y="57360"/>
                </a:lnTo>
                <a:lnTo>
                  <a:pt x="534290" y="56958"/>
                </a:lnTo>
                <a:lnTo>
                  <a:pt x="534739" y="56559"/>
                </a:lnTo>
                <a:lnTo>
                  <a:pt x="535201" y="56161"/>
                </a:lnTo>
                <a:lnTo>
                  <a:pt x="535675" y="55766"/>
                </a:lnTo>
                <a:lnTo>
                  <a:pt x="536162" y="55373"/>
                </a:lnTo>
                <a:lnTo>
                  <a:pt x="536661" y="54982"/>
                </a:lnTo>
                <a:lnTo>
                  <a:pt x="537175" y="54601"/>
                </a:lnTo>
                <a:lnTo>
                  <a:pt x="537704" y="54235"/>
                </a:lnTo>
                <a:lnTo>
                  <a:pt x="538250" y="53886"/>
                </a:lnTo>
                <a:lnTo>
                  <a:pt x="538812" y="53553"/>
                </a:lnTo>
                <a:lnTo>
                  <a:pt x="539389" y="53237"/>
                </a:lnTo>
                <a:lnTo>
                  <a:pt x="539983" y="52936"/>
                </a:lnTo>
                <a:lnTo>
                  <a:pt x="540593" y="52652"/>
                </a:lnTo>
                <a:lnTo>
                  <a:pt x="541218" y="52384"/>
                </a:lnTo>
                <a:lnTo>
                  <a:pt x="541860" y="52132"/>
                </a:lnTo>
                <a:lnTo>
                  <a:pt x="542518" y="51897"/>
                </a:lnTo>
                <a:lnTo>
                  <a:pt x="543192" y="51678"/>
                </a:lnTo>
                <a:lnTo>
                  <a:pt x="543882" y="51475"/>
                </a:lnTo>
                <a:lnTo>
                  <a:pt x="544587" y="51288"/>
                </a:lnTo>
                <a:lnTo>
                  <a:pt x="545309" y="51117"/>
                </a:lnTo>
                <a:lnTo>
                  <a:pt x="546047" y="50963"/>
                </a:lnTo>
                <a:lnTo>
                  <a:pt x="546801" y="50825"/>
                </a:lnTo>
                <a:lnTo>
                  <a:pt x="547571" y="50703"/>
                </a:lnTo>
                <a:lnTo>
                  <a:pt x="548357" y="50598"/>
                </a:lnTo>
                <a:lnTo>
                  <a:pt x="549159" y="50509"/>
                </a:lnTo>
                <a:lnTo>
                  <a:pt x="549977" y="50435"/>
                </a:lnTo>
                <a:lnTo>
                  <a:pt x="550811" y="50379"/>
                </a:lnTo>
                <a:lnTo>
                  <a:pt x="551661" y="50338"/>
                </a:lnTo>
                <a:lnTo>
                  <a:pt x="552527" y="50314"/>
                </a:lnTo>
                <a:lnTo>
                  <a:pt x="553409" y="50306"/>
                </a:lnTo>
                <a:lnTo>
                  <a:pt x="554258" y="50315"/>
                </a:lnTo>
                <a:lnTo>
                  <a:pt x="555089" y="50342"/>
                </a:lnTo>
                <a:lnTo>
                  <a:pt x="555902" y="50387"/>
                </a:lnTo>
                <a:lnTo>
                  <a:pt x="556697" y="50450"/>
                </a:lnTo>
                <a:lnTo>
                  <a:pt x="557473" y="50530"/>
                </a:lnTo>
                <a:lnTo>
                  <a:pt x="558231" y="50629"/>
                </a:lnTo>
                <a:lnTo>
                  <a:pt x="558971" y="50746"/>
                </a:lnTo>
                <a:lnTo>
                  <a:pt x="559693" y="50881"/>
                </a:lnTo>
                <a:lnTo>
                  <a:pt x="560397" y="51034"/>
                </a:lnTo>
                <a:lnTo>
                  <a:pt x="561082" y="51205"/>
                </a:lnTo>
                <a:lnTo>
                  <a:pt x="561750" y="51394"/>
                </a:lnTo>
                <a:lnTo>
                  <a:pt x="562399" y="51601"/>
                </a:lnTo>
                <a:lnTo>
                  <a:pt x="563029" y="51826"/>
                </a:lnTo>
                <a:lnTo>
                  <a:pt x="563642" y="52069"/>
                </a:lnTo>
                <a:lnTo>
                  <a:pt x="564236" y="52330"/>
                </a:lnTo>
                <a:lnTo>
                  <a:pt x="564812" y="52609"/>
                </a:lnTo>
                <a:lnTo>
                  <a:pt x="565370" y="52906"/>
                </a:lnTo>
                <a:lnTo>
                  <a:pt x="565910" y="53221"/>
                </a:lnTo>
                <a:lnTo>
                  <a:pt x="566431" y="53553"/>
                </a:lnTo>
                <a:lnTo>
                  <a:pt x="566935" y="53904"/>
                </a:lnTo>
                <a:lnTo>
                  <a:pt x="567420" y="54273"/>
                </a:lnTo>
                <a:lnTo>
                  <a:pt x="567887" y="54660"/>
                </a:lnTo>
                <a:lnTo>
                  <a:pt x="568335" y="55065"/>
                </a:lnTo>
                <a:lnTo>
                  <a:pt x="568766" y="55488"/>
                </a:lnTo>
                <a:lnTo>
                  <a:pt x="569183" y="55927"/>
                </a:lnTo>
                <a:lnTo>
                  <a:pt x="569583" y="56380"/>
                </a:lnTo>
                <a:lnTo>
                  <a:pt x="569965" y="56849"/>
                </a:lnTo>
                <a:lnTo>
                  <a:pt x="570330" y="57331"/>
                </a:lnTo>
                <a:lnTo>
                  <a:pt x="570676" y="57828"/>
                </a:lnTo>
                <a:lnTo>
                  <a:pt x="571005" y="58340"/>
                </a:lnTo>
                <a:lnTo>
                  <a:pt x="571316" y="58866"/>
                </a:lnTo>
                <a:lnTo>
                  <a:pt x="571610" y="59406"/>
                </a:lnTo>
                <a:lnTo>
                  <a:pt x="571885" y="59961"/>
                </a:lnTo>
                <a:lnTo>
                  <a:pt x="572143" y="60530"/>
                </a:lnTo>
                <a:lnTo>
                  <a:pt x="572383" y="61114"/>
                </a:lnTo>
                <a:lnTo>
                  <a:pt x="572605" y="61713"/>
                </a:lnTo>
                <a:lnTo>
                  <a:pt x="572809" y="62326"/>
                </a:lnTo>
                <a:lnTo>
                  <a:pt x="572996" y="62953"/>
                </a:lnTo>
                <a:lnTo>
                  <a:pt x="573165" y="63595"/>
                </a:lnTo>
                <a:lnTo>
                  <a:pt x="573316" y="64251"/>
                </a:lnTo>
                <a:lnTo>
                  <a:pt x="573449" y="64922"/>
                </a:lnTo>
                <a:lnTo>
                  <a:pt x="573565" y="65607"/>
                </a:lnTo>
                <a:lnTo>
                  <a:pt x="573663" y="66307"/>
                </a:lnTo>
                <a:lnTo>
                  <a:pt x="573743" y="67021"/>
                </a:lnTo>
                <a:lnTo>
                  <a:pt x="573805" y="67750"/>
                </a:lnTo>
                <a:lnTo>
                  <a:pt x="573849" y="68493"/>
                </a:lnTo>
                <a:lnTo>
                  <a:pt x="573876" y="69251"/>
                </a:lnTo>
                <a:lnTo>
                  <a:pt x="573885" y="70023"/>
                </a:lnTo>
                <a:lnTo>
                  <a:pt x="573885" y="70529"/>
                </a:lnTo>
                <a:lnTo>
                  <a:pt x="573880" y="70825"/>
                </a:lnTo>
                <a:lnTo>
                  <a:pt x="573867" y="71114"/>
                </a:lnTo>
                <a:lnTo>
                  <a:pt x="573844" y="71396"/>
                </a:lnTo>
                <a:lnTo>
                  <a:pt x="573813" y="71670"/>
                </a:lnTo>
                <a:lnTo>
                  <a:pt x="573772" y="71937"/>
                </a:lnTo>
                <a:lnTo>
                  <a:pt x="573723" y="72196"/>
                </a:lnTo>
                <a:lnTo>
                  <a:pt x="573664" y="72447"/>
                </a:lnTo>
                <a:lnTo>
                  <a:pt x="573597" y="72692"/>
                </a:lnTo>
                <a:lnTo>
                  <a:pt x="573520" y="72928"/>
                </a:lnTo>
                <a:lnTo>
                  <a:pt x="573435" y="73158"/>
                </a:lnTo>
                <a:lnTo>
                  <a:pt x="573340" y="73380"/>
                </a:lnTo>
                <a:lnTo>
                  <a:pt x="573237" y="73594"/>
                </a:lnTo>
                <a:lnTo>
                  <a:pt x="573125" y="73801"/>
                </a:lnTo>
                <a:lnTo>
                  <a:pt x="573003" y="74000"/>
                </a:lnTo>
                <a:lnTo>
                  <a:pt x="572873" y="74192"/>
                </a:lnTo>
                <a:lnTo>
                  <a:pt x="572733" y="74377"/>
                </a:lnTo>
                <a:lnTo>
                  <a:pt x="572585" y="74554"/>
                </a:lnTo>
                <a:lnTo>
                  <a:pt x="572427" y="74724"/>
                </a:lnTo>
                <a:lnTo>
                  <a:pt x="572261" y="74886"/>
                </a:lnTo>
                <a:lnTo>
                  <a:pt x="572085" y="75041"/>
                </a:lnTo>
                <a:lnTo>
                  <a:pt x="571901" y="75188"/>
                </a:lnTo>
                <a:lnTo>
                  <a:pt x="571707" y="75328"/>
                </a:lnTo>
                <a:lnTo>
                  <a:pt x="571505" y="75460"/>
                </a:lnTo>
                <a:lnTo>
                  <a:pt x="571294" y="75585"/>
                </a:lnTo>
                <a:lnTo>
                  <a:pt x="571078" y="75704"/>
                </a:lnTo>
                <a:lnTo>
                  <a:pt x="570851" y="75821"/>
                </a:lnTo>
                <a:lnTo>
                  <a:pt x="570614" y="75935"/>
                </a:lnTo>
                <a:lnTo>
                  <a:pt x="570367" y="76046"/>
                </a:lnTo>
                <a:lnTo>
                  <a:pt x="570109" y="76155"/>
                </a:lnTo>
                <a:lnTo>
                  <a:pt x="569840" y="76260"/>
                </a:lnTo>
                <a:lnTo>
                  <a:pt x="569561" y="76363"/>
                </a:lnTo>
                <a:lnTo>
                  <a:pt x="569271" y="76462"/>
                </a:lnTo>
                <a:lnTo>
                  <a:pt x="568971" y="76559"/>
                </a:lnTo>
                <a:lnTo>
                  <a:pt x="568660" y="76653"/>
                </a:lnTo>
                <a:lnTo>
                  <a:pt x="568339" y="76745"/>
                </a:lnTo>
                <a:lnTo>
                  <a:pt x="568007" y="76833"/>
                </a:lnTo>
                <a:lnTo>
                  <a:pt x="567665" y="76918"/>
                </a:lnTo>
                <a:lnTo>
                  <a:pt x="567312" y="77001"/>
                </a:lnTo>
                <a:lnTo>
                  <a:pt x="566949" y="77081"/>
                </a:lnTo>
                <a:lnTo>
                  <a:pt x="566575" y="77158"/>
                </a:lnTo>
                <a:lnTo>
                  <a:pt x="566190" y="77232"/>
                </a:lnTo>
                <a:lnTo>
                  <a:pt x="565795" y="77303"/>
                </a:lnTo>
                <a:lnTo>
                  <a:pt x="565390" y="77371"/>
                </a:lnTo>
                <a:lnTo>
                  <a:pt x="564974" y="77437"/>
                </a:lnTo>
                <a:lnTo>
                  <a:pt x="564547" y="77499"/>
                </a:lnTo>
                <a:lnTo>
                  <a:pt x="564110" y="77559"/>
                </a:lnTo>
                <a:lnTo>
                  <a:pt x="563662" y="77616"/>
                </a:lnTo>
                <a:lnTo>
                  <a:pt x="563204" y="77670"/>
                </a:lnTo>
                <a:lnTo>
                  <a:pt x="562740" y="77719"/>
                </a:lnTo>
                <a:lnTo>
                  <a:pt x="562265" y="77769"/>
                </a:lnTo>
                <a:lnTo>
                  <a:pt x="561777" y="77821"/>
                </a:lnTo>
                <a:lnTo>
                  <a:pt x="561279" y="77876"/>
                </a:lnTo>
                <a:lnTo>
                  <a:pt x="560768" y="77932"/>
                </a:lnTo>
                <a:lnTo>
                  <a:pt x="560246" y="77990"/>
                </a:lnTo>
                <a:lnTo>
                  <a:pt x="559712" y="78050"/>
                </a:lnTo>
                <a:lnTo>
                  <a:pt x="559167" y="78113"/>
                </a:lnTo>
                <a:lnTo>
                  <a:pt x="558610" y="78177"/>
                </a:lnTo>
                <a:lnTo>
                  <a:pt x="558041" y="78243"/>
                </a:lnTo>
                <a:lnTo>
                  <a:pt x="557461" y="78311"/>
                </a:lnTo>
                <a:lnTo>
                  <a:pt x="556869" y="78381"/>
                </a:lnTo>
                <a:lnTo>
                  <a:pt x="556265" y="78453"/>
                </a:lnTo>
                <a:lnTo>
                  <a:pt x="555650" y="78527"/>
                </a:lnTo>
                <a:lnTo>
                  <a:pt x="555023" y="78603"/>
                </a:lnTo>
                <a:lnTo>
                  <a:pt x="554385" y="78681"/>
                </a:lnTo>
                <a:lnTo>
                  <a:pt x="553735" y="78761"/>
                </a:lnTo>
                <a:lnTo>
                  <a:pt x="553073" y="78843"/>
                </a:lnTo>
                <a:lnTo>
                  <a:pt x="552400" y="78927"/>
                </a:lnTo>
                <a:lnTo>
                  <a:pt x="551715" y="79013"/>
                </a:lnTo>
                <a:lnTo>
                  <a:pt x="551018" y="79101"/>
                </a:lnTo>
                <a:lnTo>
                  <a:pt x="550310" y="79191"/>
                </a:lnTo>
                <a:lnTo>
                  <a:pt x="549590" y="79283"/>
                </a:lnTo>
                <a:lnTo>
                  <a:pt x="548858" y="79377"/>
                </a:lnTo>
                <a:lnTo>
                  <a:pt x="548295" y="79451"/>
                </a:lnTo>
                <a:lnTo>
                  <a:pt x="547732" y="79528"/>
                </a:lnTo>
                <a:lnTo>
                  <a:pt x="547169" y="79608"/>
                </a:lnTo>
                <a:lnTo>
                  <a:pt x="546606" y="79689"/>
                </a:lnTo>
                <a:lnTo>
                  <a:pt x="546044" y="79773"/>
                </a:lnTo>
                <a:lnTo>
                  <a:pt x="545481" y="79859"/>
                </a:lnTo>
                <a:lnTo>
                  <a:pt x="544919" y="79946"/>
                </a:lnTo>
                <a:lnTo>
                  <a:pt x="544357" y="80037"/>
                </a:lnTo>
                <a:lnTo>
                  <a:pt x="543796" y="80129"/>
                </a:lnTo>
                <a:lnTo>
                  <a:pt x="543234" y="80224"/>
                </a:lnTo>
                <a:lnTo>
                  <a:pt x="542673" y="80320"/>
                </a:lnTo>
                <a:lnTo>
                  <a:pt x="542112" y="80419"/>
                </a:lnTo>
                <a:lnTo>
                  <a:pt x="541551" y="80521"/>
                </a:lnTo>
                <a:lnTo>
                  <a:pt x="540991" y="80624"/>
                </a:lnTo>
                <a:lnTo>
                  <a:pt x="540430" y="80729"/>
                </a:lnTo>
                <a:lnTo>
                  <a:pt x="539870" y="80837"/>
                </a:lnTo>
                <a:lnTo>
                  <a:pt x="539310" y="80947"/>
                </a:lnTo>
                <a:lnTo>
                  <a:pt x="538751" y="81059"/>
                </a:lnTo>
                <a:lnTo>
                  <a:pt x="538191" y="81174"/>
                </a:lnTo>
                <a:lnTo>
                  <a:pt x="537632" y="81290"/>
                </a:lnTo>
                <a:lnTo>
                  <a:pt x="537073" y="81409"/>
                </a:lnTo>
                <a:lnTo>
                  <a:pt x="536514" y="81530"/>
                </a:lnTo>
                <a:lnTo>
                  <a:pt x="535956" y="81653"/>
                </a:lnTo>
                <a:lnTo>
                  <a:pt x="535397" y="81778"/>
                </a:lnTo>
                <a:lnTo>
                  <a:pt x="534846" y="81902"/>
                </a:lnTo>
                <a:lnTo>
                  <a:pt x="534299" y="82031"/>
                </a:lnTo>
                <a:lnTo>
                  <a:pt x="533756" y="82165"/>
                </a:lnTo>
                <a:lnTo>
                  <a:pt x="533217" y="82305"/>
                </a:lnTo>
                <a:lnTo>
                  <a:pt x="532682" y="82450"/>
                </a:lnTo>
                <a:lnTo>
                  <a:pt x="532150" y="82600"/>
                </a:lnTo>
                <a:lnTo>
                  <a:pt x="531623" y="82755"/>
                </a:lnTo>
                <a:lnTo>
                  <a:pt x="531100" y="82916"/>
                </a:lnTo>
                <a:lnTo>
                  <a:pt x="530580" y="83082"/>
                </a:lnTo>
                <a:lnTo>
                  <a:pt x="530065" y="83253"/>
                </a:lnTo>
                <a:lnTo>
                  <a:pt x="529553" y="83429"/>
                </a:lnTo>
                <a:lnTo>
                  <a:pt x="529046" y="83611"/>
                </a:lnTo>
                <a:lnTo>
                  <a:pt x="528542" y="83798"/>
                </a:lnTo>
                <a:lnTo>
                  <a:pt x="528043" y="83990"/>
                </a:lnTo>
                <a:lnTo>
                  <a:pt x="527547" y="84188"/>
                </a:lnTo>
                <a:lnTo>
                  <a:pt x="527055" y="84390"/>
                </a:lnTo>
                <a:lnTo>
                  <a:pt x="526567" y="84598"/>
                </a:lnTo>
                <a:lnTo>
                  <a:pt x="526083" y="84812"/>
                </a:lnTo>
                <a:lnTo>
                  <a:pt x="525603" y="85030"/>
                </a:lnTo>
                <a:lnTo>
                  <a:pt x="525128" y="85254"/>
                </a:lnTo>
                <a:lnTo>
                  <a:pt x="524656" y="85483"/>
                </a:lnTo>
                <a:lnTo>
                  <a:pt x="524187" y="85717"/>
                </a:lnTo>
                <a:lnTo>
                  <a:pt x="523723" y="85957"/>
                </a:lnTo>
                <a:lnTo>
                  <a:pt x="523263" y="86202"/>
                </a:lnTo>
                <a:lnTo>
                  <a:pt x="522809" y="86453"/>
                </a:lnTo>
                <a:lnTo>
                  <a:pt x="522362" y="86713"/>
                </a:lnTo>
                <a:lnTo>
                  <a:pt x="521923" y="86980"/>
                </a:lnTo>
                <a:lnTo>
                  <a:pt x="521492" y="87255"/>
                </a:lnTo>
                <a:lnTo>
                  <a:pt x="521068" y="87538"/>
                </a:lnTo>
                <a:lnTo>
                  <a:pt x="520652" y="87829"/>
                </a:lnTo>
                <a:lnTo>
                  <a:pt x="520244" y="88128"/>
                </a:lnTo>
                <a:lnTo>
                  <a:pt x="519843" y="88435"/>
                </a:lnTo>
                <a:lnTo>
                  <a:pt x="519451" y="88750"/>
                </a:lnTo>
                <a:lnTo>
                  <a:pt x="519065" y="89072"/>
                </a:lnTo>
                <a:lnTo>
                  <a:pt x="518688" y="89403"/>
                </a:lnTo>
                <a:lnTo>
                  <a:pt x="518318" y="89741"/>
                </a:lnTo>
                <a:lnTo>
                  <a:pt x="517956" y="90087"/>
                </a:lnTo>
                <a:lnTo>
                  <a:pt x="517601" y="90442"/>
                </a:lnTo>
                <a:lnTo>
                  <a:pt x="517254" y="90804"/>
                </a:lnTo>
                <a:lnTo>
                  <a:pt x="516915" y="91174"/>
                </a:lnTo>
                <a:lnTo>
                  <a:pt x="516584" y="91551"/>
                </a:lnTo>
                <a:lnTo>
                  <a:pt x="516260" y="91937"/>
                </a:lnTo>
                <a:lnTo>
                  <a:pt x="515944" y="92331"/>
                </a:lnTo>
                <a:lnTo>
                  <a:pt x="515636" y="92732"/>
                </a:lnTo>
                <a:lnTo>
                  <a:pt x="515335" y="93142"/>
                </a:lnTo>
                <a:lnTo>
                  <a:pt x="515042" y="93559"/>
                </a:lnTo>
                <a:lnTo>
                  <a:pt x="514756" y="93985"/>
                </a:lnTo>
                <a:lnTo>
                  <a:pt x="514479" y="94418"/>
                </a:lnTo>
                <a:lnTo>
                  <a:pt x="514211" y="94855"/>
                </a:lnTo>
                <a:lnTo>
                  <a:pt x="513954" y="95303"/>
                </a:lnTo>
                <a:lnTo>
                  <a:pt x="513708" y="95763"/>
                </a:lnTo>
                <a:lnTo>
                  <a:pt x="513475" y="96233"/>
                </a:lnTo>
                <a:lnTo>
                  <a:pt x="513252" y="96714"/>
                </a:lnTo>
                <a:lnTo>
                  <a:pt x="513041" y="97206"/>
                </a:lnTo>
                <a:lnTo>
                  <a:pt x="512841" y="97710"/>
                </a:lnTo>
                <a:lnTo>
                  <a:pt x="512653" y="98224"/>
                </a:lnTo>
                <a:lnTo>
                  <a:pt x="512476" y="98749"/>
                </a:lnTo>
                <a:lnTo>
                  <a:pt x="512311" y="99285"/>
                </a:lnTo>
                <a:lnTo>
                  <a:pt x="512157" y="99832"/>
                </a:lnTo>
                <a:lnTo>
                  <a:pt x="512014" y="100390"/>
                </a:lnTo>
                <a:lnTo>
                  <a:pt x="511883" y="100959"/>
                </a:lnTo>
                <a:lnTo>
                  <a:pt x="511763" y="101539"/>
                </a:lnTo>
                <a:lnTo>
                  <a:pt x="511655" y="102130"/>
                </a:lnTo>
                <a:lnTo>
                  <a:pt x="511558" y="102732"/>
                </a:lnTo>
                <a:lnTo>
                  <a:pt x="511472" y="103345"/>
                </a:lnTo>
                <a:lnTo>
                  <a:pt x="511398" y="103969"/>
                </a:lnTo>
                <a:lnTo>
                  <a:pt x="511335" y="104603"/>
                </a:lnTo>
                <a:lnTo>
                  <a:pt x="511284" y="105249"/>
                </a:lnTo>
                <a:lnTo>
                  <a:pt x="511244" y="105906"/>
                </a:lnTo>
                <a:lnTo>
                  <a:pt x="511215" y="106574"/>
                </a:lnTo>
                <a:lnTo>
                  <a:pt x="511198" y="107252"/>
                </a:lnTo>
                <a:lnTo>
                  <a:pt x="511192" y="107942"/>
                </a:lnTo>
                <a:lnTo>
                  <a:pt x="511200" y="108727"/>
                </a:lnTo>
                <a:lnTo>
                  <a:pt x="511223" y="109503"/>
                </a:lnTo>
                <a:lnTo>
                  <a:pt x="511262" y="110269"/>
                </a:lnTo>
                <a:lnTo>
                  <a:pt x="511315" y="111025"/>
                </a:lnTo>
                <a:lnTo>
                  <a:pt x="511384" y="111771"/>
                </a:lnTo>
                <a:lnTo>
                  <a:pt x="511469" y="112508"/>
                </a:lnTo>
                <a:lnTo>
                  <a:pt x="511569" y="113235"/>
                </a:lnTo>
                <a:lnTo>
                  <a:pt x="511684" y="113953"/>
                </a:lnTo>
                <a:lnTo>
                  <a:pt x="511814" y="114661"/>
                </a:lnTo>
                <a:lnTo>
                  <a:pt x="511960" y="115359"/>
                </a:lnTo>
                <a:lnTo>
                  <a:pt x="512122" y="116048"/>
                </a:lnTo>
                <a:lnTo>
                  <a:pt x="512298" y="116727"/>
                </a:lnTo>
                <a:lnTo>
                  <a:pt x="512490" y="117396"/>
                </a:lnTo>
                <a:lnTo>
                  <a:pt x="512698" y="118056"/>
                </a:lnTo>
                <a:lnTo>
                  <a:pt x="512920" y="118705"/>
                </a:lnTo>
                <a:lnTo>
                  <a:pt x="513159" y="119346"/>
                </a:lnTo>
                <a:lnTo>
                  <a:pt x="513412" y="119976"/>
                </a:lnTo>
                <a:lnTo>
                  <a:pt x="513681" y="120597"/>
                </a:lnTo>
                <a:lnTo>
                  <a:pt x="513965" y="121209"/>
                </a:lnTo>
                <a:lnTo>
                  <a:pt x="514265" y="121811"/>
                </a:lnTo>
                <a:lnTo>
                  <a:pt x="514579" y="122403"/>
                </a:lnTo>
                <a:lnTo>
                  <a:pt x="514910" y="122985"/>
                </a:lnTo>
                <a:lnTo>
                  <a:pt x="515255" y="123558"/>
                </a:lnTo>
                <a:lnTo>
                  <a:pt x="515616" y="124121"/>
                </a:lnTo>
                <a:lnTo>
                  <a:pt x="515990" y="124668"/>
                </a:lnTo>
                <a:lnTo>
                  <a:pt x="516375" y="125205"/>
                </a:lnTo>
                <a:lnTo>
                  <a:pt x="516771" y="125731"/>
                </a:lnTo>
                <a:lnTo>
                  <a:pt x="517177" y="126247"/>
                </a:lnTo>
                <a:lnTo>
                  <a:pt x="517594" y="126751"/>
                </a:lnTo>
                <a:lnTo>
                  <a:pt x="518022" y="127245"/>
                </a:lnTo>
                <a:lnTo>
                  <a:pt x="518460" y="127728"/>
                </a:lnTo>
                <a:lnTo>
                  <a:pt x="518910" y="128201"/>
                </a:lnTo>
                <a:lnTo>
                  <a:pt x="519370" y="128662"/>
                </a:lnTo>
                <a:lnTo>
                  <a:pt x="519840" y="129113"/>
                </a:lnTo>
                <a:lnTo>
                  <a:pt x="520322" y="129553"/>
                </a:lnTo>
                <a:lnTo>
                  <a:pt x="520814" y="129982"/>
                </a:lnTo>
                <a:lnTo>
                  <a:pt x="521317" y="130401"/>
                </a:lnTo>
                <a:lnTo>
                  <a:pt x="521831" y="130809"/>
                </a:lnTo>
                <a:lnTo>
                  <a:pt x="522356" y="131206"/>
                </a:lnTo>
                <a:lnTo>
                  <a:pt x="522891" y="131592"/>
                </a:lnTo>
                <a:lnTo>
                  <a:pt x="523437" y="131968"/>
                </a:lnTo>
                <a:lnTo>
                  <a:pt x="523994" y="132333"/>
                </a:lnTo>
                <a:lnTo>
                  <a:pt x="524562" y="132687"/>
                </a:lnTo>
                <a:lnTo>
                  <a:pt x="525140" y="133030"/>
                </a:lnTo>
                <a:lnTo>
                  <a:pt x="525729" y="133362"/>
                </a:lnTo>
                <a:lnTo>
                  <a:pt x="526329" y="133684"/>
                </a:lnTo>
                <a:lnTo>
                  <a:pt x="526939" y="133995"/>
                </a:lnTo>
                <a:lnTo>
                  <a:pt x="527561" y="134296"/>
                </a:lnTo>
                <a:lnTo>
                  <a:pt x="528190" y="134579"/>
                </a:lnTo>
                <a:lnTo>
                  <a:pt x="528826" y="134851"/>
                </a:lnTo>
                <a:lnTo>
                  <a:pt x="529467" y="135110"/>
                </a:lnTo>
                <a:lnTo>
                  <a:pt x="530115" y="135358"/>
                </a:lnTo>
                <a:lnTo>
                  <a:pt x="530768" y="135593"/>
                </a:lnTo>
                <a:lnTo>
                  <a:pt x="531428" y="135816"/>
                </a:lnTo>
                <a:lnTo>
                  <a:pt x="532093" y="136028"/>
                </a:lnTo>
                <a:lnTo>
                  <a:pt x="532764" y="136227"/>
                </a:lnTo>
                <a:lnTo>
                  <a:pt x="533441" y="136414"/>
                </a:lnTo>
                <a:lnTo>
                  <a:pt x="534124" y="136589"/>
                </a:lnTo>
                <a:lnTo>
                  <a:pt x="534813" y="136752"/>
                </a:lnTo>
                <a:lnTo>
                  <a:pt x="535508" y="136903"/>
                </a:lnTo>
                <a:lnTo>
                  <a:pt x="536209" y="137041"/>
                </a:lnTo>
                <a:lnTo>
                  <a:pt x="536915" y="137168"/>
                </a:lnTo>
                <a:lnTo>
                  <a:pt x="537628" y="137283"/>
                </a:lnTo>
                <a:lnTo>
                  <a:pt x="538346" y="137385"/>
                </a:lnTo>
                <a:lnTo>
                  <a:pt x="539071" y="137476"/>
                </a:lnTo>
                <a:lnTo>
                  <a:pt x="539801" y="137554"/>
                </a:lnTo>
                <a:lnTo>
                  <a:pt x="540538" y="137621"/>
                </a:lnTo>
                <a:lnTo>
                  <a:pt x="541280" y="137675"/>
                </a:lnTo>
                <a:lnTo>
                  <a:pt x="542028" y="137717"/>
                </a:lnTo>
                <a:lnTo>
                  <a:pt x="542782" y="137747"/>
                </a:lnTo>
                <a:lnTo>
                  <a:pt x="543542" y="137765"/>
                </a:lnTo>
                <a:lnTo>
                  <a:pt x="544308" y="137772"/>
                </a:lnTo>
                <a:lnTo>
                  <a:pt x="545009" y="137767"/>
                </a:lnTo>
                <a:lnTo>
                  <a:pt x="545702" y="137754"/>
                </a:lnTo>
                <a:lnTo>
                  <a:pt x="546385" y="137732"/>
                </a:lnTo>
                <a:lnTo>
                  <a:pt x="547059" y="137701"/>
                </a:lnTo>
                <a:lnTo>
                  <a:pt x="547724" y="137662"/>
                </a:lnTo>
                <a:lnTo>
                  <a:pt x="548380" y="137614"/>
                </a:lnTo>
                <a:lnTo>
                  <a:pt x="549028" y="137556"/>
                </a:lnTo>
                <a:close/>
                <a:moveTo>
                  <a:pt x="541649" y="124040"/>
                </a:moveTo>
                <a:lnTo>
                  <a:pt x="540987" y="123938"/>
                </a:lnTo>
                <a:lnTo>
                  <a:pt x="540336" y="123823"/>
                </a:lnTo>
                <a:lnTo>
                  <a:pt x="539695" y="123693"/>
                </a:lnTo>
                <a:lnTo>
                  <a:pt x="539065" y="123550"/>
                </a:lnTo>
                <a:lnTo>
                  <a:pt x="538447" y="123394"/>
                </a:lnTo>
                <a:lnTo>
                  <a:pt x="537838" y="123224"/>
                </a:lnTo>
                <a:lnTo>
                  <a:pt x="537241" y="123040"/>
                </a:lnTo>
                <a:lnTo>
                  <a:pt x="536654" y="122843"/>
                </a:lnTo>
                <a:lnTo>
                  <a:pt x="536078" y="122632"/>
                </a:lnTo>
                <a:lnTo>
                  <a:pt x="535513" y="122408"/>
                </a:lnTo>
                <a:lnTo>
                  <a:pt x="534959" y="122170"/>
                </a:lnTo>
                <a:lnTo>
                  <a:pt x="534415" y="121918"/>
                </a:lnTo>
                <a:lnTo>
                  <a:pt x="533882" y="121653"/>
                </a:lnTo>
                <a:lnTo>
                  <a:pt x="533360" y="121374"/>
                </a:lnTo>
                <a:lnTo>
                  <a:pt x="532849" y="121081"/>
                </a:lnTo>
                <a:lnTo>
                  <a:pt x="532348" y="120775"/>
                </a:lnTo>
                <a:lnTo>
                  <a:pt x="531858" y="120455"/>
                </a:lnTo>
                <a:lnTo>
                  <a:pt x="531389" y="120117"/>
                </a:lnTo>
                <a:lnTo>
                  <a:pt x="530940" y="119765"/>
                </a:lnTo>
                <a:lnTo>
                  <a:pt x="530510" y="119401"/>
                </a:lnTo>
                <a:lnTo>
                  <a:pt x="530101" y="119023"/>
                </a:lnTo>
                <a:lnTo>
                  <a:pt x="529711" y="118632"/>
                </a:lnTo>
                <a:lnTo>
                  <a:pt x="529342" y="118228"/>
                </a:lnTo>
                <a:lnTo>
                  <a:pt x="528993" y="117810"/>
                </a:lnTo>
                <a:lnTo>
                  <a:pt x="528663" y="117380"/>
                </a:lnTo>
                <a:lnTo>
                  <a:pt x="528354" y="116936"/>
                </a:lnTo>
                <a:lnTo>
                  <a:pt x="528064" y="116479"/>
                </a:lnTo>
                <a:lnTo>
                  <a:pt x="527794" y="116009"/>
                </a:lnTo>
                <a:lnTo>
                  <a:pt x="527545" y="115526"/>
                </a:lnTo>
                <a:lnTo>
                  <a:pt x="527315" y="115029"/>
                </a:lnTo>
                <a:lnTo>
                  <a:pt x="527106" y="114520"/>
                </a:lnTo>
                <a:lnTo>
                  <a:pt x="526916" y="113997"/>
                </a:lnTo>
                <a:lnTo>
                  <a:pt x="526746" y="113461"/>
                </a:lnTo>
                <a:lnTo>
                  <a:pt x="526596" y="112912"/>
                </a:lnTo>
                <a:lnTo>
                  <a:pt x="526467" y="112350"/>
                </a:lnTo>
                <a:lnTo>
                  <a:pt x="526357" y="111775"/>
                </a:lnTo>
                <a:lnTo>
                  <a:pt x="526267" y="111186"/>
                </a:lnTo>
                <a:lnTo>
                  <a:pt x="526197" y="110585"/>
                </a:lnTo>
                <a:lnTo>
                  <a:pt x="526147" y="109970"/>
                </a:lnTo>
                <a:lnTo>
                  <a:pt x="526117" y="109342"/>
                </a:lnTo>
                <a:lnTo>
                  <a:pt x="526107" y="108700"/>
                </a:lnTo>
                <a:lnTo>
                  <a:pt x="526112" y="108231"/>
                </a:lnTo>
                <a:lnTo>
                  <a:pt x="526128" y="107769"/>
                </a:lnTo>
                <a:lnTo>
                  <a:pt x="526155" y="107316"/>
                </a:lnTo>
                <a:lnTo>
                  <a:pt x="526191" y="106871"/>
                </a:lnTo>
                <a:lnTo>
                  <a:pt x="526239" y="106435"/>
                </a:lnTo>
                <a:lnTo>
                  <a:pt x="526297" y="106007"/>
                </a:lnTo>
                <a:lnTo>
                  <a:pt x="526365" y="105587"/>
                </a:lnTo>
                <a:lnTo>
                  <a:pt x="526444" y="105175"/>
                </a:lnTo>
                <a:lnTo>
                  <a:pt x="526534" y="104772"/>
                </a:lnTo>
                <a:lnTo>
                  <a:pt x="526634" y="104378"/>
                </a:lnTo>
                <a:lnTo>
                  <a:pt x="526744" y="103991"/>
                </a:lnTo>
                <a:lnTo>
                  <a:pt x="526865" y="103613"/>
                </a:lnTo>
                <a:lnTo>
                  <a:pt x="526997" y="103243"/>
                </a:lnTo>
                <a:lnTo>
                  <a:pt x="527139" y="102882"/>
                </a:lnTo>
                <a:lnTo>
                  <a:pt x="527292" y="102529"/>
                </a:lnTo>
                <a:lnTo>
                  <a:pt x="527455" y="102184"/>
                </a:lnTo>
                <a:lnTo>
                  <a:pt x="527629" y="101848"/>
                </a:lnTo>
                <a:lnTo>
                  <a:pt x="527813" y="101520"/>
                </a:lnTo>
                <a:lnTo>
                  <a:pt x="528008" y="101200"/>
                </a:lnTo>
                <a:lnTo>
                  <a:pt x="528214" y="100888"/>
                </a:lnTo>
                <a:lnTo>
                  <a:pt x="528430" y="100585"/>
                </a:lnTo>
                <a:lnTo>
                  <a:pt x="528656" y="100291"/>
                </a:lnTo>
                <a:lnTo>
                  <a:pt x="528893" y="100004"/>
                </a:lnTo>
                <a:lnTo>
                  <a:pt x="529141" y="99726"/>
                </a:lnTo>
                <a:lnTo>
                  <a:pt x="529402" y="99450"/>
                </a:lnTo>
                <a:lnTo>
                  <a:pt x="529670" y="99180"/>
                </a:lnTo>
                <a:lnTo>
                  <a:pt x="529944" y="98916"/>
                </a:lnTo>
                <a:lnTo>
                  <a:pt x="530225" y="98657"/>
                </a:lnTo>
                <a:lnTo>
                  <a:pt x="530513" y="98405"/>
                </a:lnTo>
                <a:lnTo>
                  <a:pt x="530807" y="98158"/>
                </a:lnTo>
                <a:lnTo>
                  <a:pt x="531108" y="97918"/>
                </a:lnTo>
                <a:lnTo>
                  <a:pt x="531416" y="97683"/>
                </a:lnTo>
                <a:lnTo>
                  <a:pt x="531730" y="97454"/>
                </a:lnTo>
                <a:lnTo>
                  <a:pt x="532050" y="97231"/>
                </a:lnTo>
                <a:lnTo>
                  <a:pt x="532378" y="97014"/>
                </a:lnTo>
                <a:lnTo>
                  <a:pt x="532711" y="96803"/>
                </a:lnTo>
                <a:lnTo>
                  <a:pt x="533052" y="96598"/>
                </a:lnTo>
                <a:lnTo>
                  <a:pt x="533399" y="96399"/>
                </a:lnTo>
                <a:lnTo>
                  <a:pt x="533752" y="96206"/>
                </a:lnTo>
                <a:lnTo>
                  <a:pt x="534112" y="96019"/>
                </a:lnTo>
                <a:lnTo>
                  <a:pt x="534479" y="95837"/>
                </a:lnTo>
                <a:lnTo>
                  <a:pt x="534852" y="95662"/>
                </a:lnTo>
                <a:lnTo>
                  <a:pt x="535232" y="95492"/>
                </a:lnTo>
                <a:lnTo>
                  <a:pt x="535618" y="95329"/>
                </a:lnTo>
                <a:lnTo>
                  <a:pt x="536011" y="95171"/>
                </a:lnTo>
                <a:lnTo>
                  <a:pt x="536411" y="95019"/>
                </a:lnTo>
                <a:lnTo>
                  <a:pt x="536817" y="94874"/>
                </a:lnTo>
                <a:lnTo>
                  <a:pt x="537230" y="94734"/>
                </a:lnTo>
                <a:lnTo>
                  <a:pt x="537653" y="94593"/>
                </a:lnTo>
                <a:lnTo>
                  <a:pt x="538078" y="94456"/>
                </a:lnTo>
                <a:lnTo>
                  <a:pt x="538506" y="94322"/>
                </a:lnTo>
                <a:lnTo>
                  <a:pt x="538936" y="94191"/>
                </a:lnTo>
                <a:lnTo>
                  <a:pt x="539369" y="94064"/>
                </a:lnTo>
                <a:lnTo>
                  <a:pt x="539805" y="93940"/>
                </a:lnTo>
                <a:lnTo>
                  <a:pt x="540244" y="93819"/>
                </a:lnTo>
                <a:lnTo>
                  <a:pt x="540685" y="93701"/>
                </a:lnTo>
                <a:lnTo>
                  <a:pt x="541128" y="93587"/>
                </a:lnTo>
                <a:lnTo>
                  <a:pt x="541575" y="93476"/>
                </a:lnTo>
                <a:lnTo>
                  <a:pt x="542024" y="93369"/>
                </a:lnTo>
                <a:lnTo>
                  <a:pt x="542475" y="93264"/>
                </a:lnTo>
                <a:lnTo>
                  <a:pt x="542930" y="93163"/>
                </a:lnTo>
                <a:lnTo>
                  <a:pt x="543386" y="93066"/>
                </a:lnTo>
                <a:lnTo>
                  <a:pt x="543846" y="92971"/>
                </a:lnTo>
                <a:lnTo>
                  <a:pt x="544308" y="92880"/>
                </a:lnTo>
                <a:lnTo>
                  <a:pt x="544773" y="92792"/>
                </a:lnTo>
                <a:lnTo>
                  <a:pt x="545240" y="92707"/>
                </a:lnTo>
                <a:lnTo>
                  <a:pt x="545710" y="92626"/>
                </a:lnTo>
                <a:lnTo>
                  <a:pt x="546183" y="92548"/>
                </a:lnTo>
                <a:lnTo>
                  <a:pt x="546658" y="92473"/>
                </a:lnTo>
                <a:lnTo>
                  <a:pt x="547136" y="92402"/>
                </a:lnTo>
                <a:lnTo>
                  <a:pt x="547617" y="92334"/>
                </a:lnTo>
                <a:lnTo>
                  <a:pt x="548100" y="92269"/>
                </a:lnTo>
                <a:lnTo>
                  <a:pt x="548303" y="92242"/>
                </a:lnTo>
                <a:lnTo>
                  <a:pt x="548510" y="92215"/>
                </a:lnTo>
                <a:lnTo>
                  <a:pt x="548723" y="92188"/>
                </a:lnTo>
                <a:lnTo>
                  <a:pt x="548941" y="92160"/>
                </a:lnTo>
                <a:lnTo>
                  <a:pt x="549164" y="92132"/>
                </a:lnTo>
                <a:lnTo>
                  <a:pt x="549392" y="92103"/>
                </a:lnTo>
                <a:lnTo>
                  <a:pt x="549625" y="92074"/>
                </a:lnTo>
                <a:lnTo>
                  <a:pt x="549863" y="92044"/>
                </a:lnTo>
                <a:lnTo>
                  <a:pt x="550106" y="92014"/>
                </a:lnTo>
                <a:lnTo>
                  <a:pt x="550354" y="91984"/>
                </a:lnTo>
                <a:lnTo>
                  <a:pt x="550607" y="91953"/>
                </a:lnTo>
                <a:lnTo>
                  <a:pt x="550865" y="91921"/>
                </a:lnTo>
                <a:lnTo>
                  <a:pt x="551128" y="91890"/>
                </a:lnTo>
                <a:lnTo>
                  <a:pt x="551396" y="91857"/>
                </a:lnTo>
                <a:lnTo>
                  <a:pt x="551670" y="91825"/>
                </a:lnTo>
                <a:lnTo>
                  <a:pt x="551948" y="91791"/>
                </a:lnTo>
                <a:lnTo>
                  <a:pt x="552231" y="91758"/>
                </a:lnTo>
                <a:lnTo>
                  <a:pt x="552520" y="91724"/>
                </a:lnTo>
                <a:lnTo>
                  <a:pt x="552813" y="91689"/>
                </a:lnTo>
                <a:lnTo>
                  <a:pt x="553112" y="91655"/>
                </a:lnTo>
                <a:lnTo>
                  <a:pt x="553416" y="91619"/>
                </a:lnTo>
                <a:lnTo>
                  <a:pt x="553724" y="91583"/>
                </a:lnTo>
                <a:lnTo>
                  <a:pt x="554038" y="91547"/>
                </a:lnTo>
                <a:lnTo>
                  <a:pt x="554357" y="91511"/>
                </a:lnTo>
                <a:lnTo>
                  <a:pt x="554683" y="91468"/>
                </a:lnTo>
                <a:lnTo>
                  <a:pt x="555011" y="91425"/>
                </a:lnTo>
                <a:lnTo>
                  <a:pt x="555339" y="91382"/>
                </a:lnTo>
                <a:lnTo>
                  <a:pt x="555668" y="91339"/>
                </a:lnTo>
                <a:lnTo>
                  <a:pt x="555997" y="91294"/>
                </a:lnTo>
                <a:lnTo>
                  <a:pt x="556328" y="91250"/>
                </a:lnTo>
                <a:lnTo>
                  <a:pt x="556658" y="91205"/>
                </a:lnTo>
                <a:lnTo>
                  <a:pt x="556990" y="91160"/>
                </a:lnTo>
                <a:lnTo>
                  <a:pt x="557322" y="91114"/>
                </a:lnTo>
                <a:lnTo>
                  <a:pt x="557655" y="91067"/>
                </a:lnTo>
                <a:lnTo>
                  <a:pt x="557988" y="91021"/>
                </a:lnTo>
                <a:lnTo>
                  <a:pt x="558322" y="90973"/>
                </a:lnTo>
                <a:lnTo>
                  <a:pt x="558657" y="90926"/>
                </a:lnTo>
                <a:lnTo>
                  <a:pt x="558992" y="90878"/>
                </a:lnTo>
                <a:lnTo>
                  <a:pt x="559328" y="90829"/>
                </a:lnTo>
                <a:lnTo>
                  <a:pt x="559665" y="90780"/>
                </a:lnTo>
                <a:lnTo>
                  <a:pt x="560003" y="90731"/>
                </a:lnTo>
                <a:lnTo>
                  <a:pt x="560341" y="90681"/>
                </a:lnTo>
                <a:lnTo>
                  <a:pt x="560679" y="90631"/>
                </a:lnTo>
                <a:lnTo>
                  <a:pt x="561019" y="90580"/>
                </a:lnTo>
                <a:lnTo>
                  <a:pt x="561359" y="90529"/>
                </a:lnTo>
                <a:lnTo>
                  <a:pt x="561699" y="90478"/>
                </a:lnTo>
                <a:lnTo>
                  <a:pt x="562041" y="90426"/>
                </a:lnTo>
                <a:lnTo>
                  <a:pt x="562383" y="90373"/>
                </a:lnTo>
                <a:lnTo>
                  <a:pt x="562729" y="90315"/>
                </a:lnTo>
                <a:lnTo>
                  <a:pt x="563071" y="90256"/>
                </a:lnTo>
                <a:lnTo>
                  <a:pt x="563410" y="90196"/>
                </a:lnTo>
                <a:lnTo>
                  <a:pt x="563745" y="90136"/>
                </a:lnTo>
                <a:lnTo>
                  <a:pt x="564077" y="90075"/>
                </a:lnTo>
                <a:lnTo>
                  <a:pt x="564405" y="90014"/>
                </a:lnTo>
                <a:lnTo>
                  <a:pt x="564730" y="89951"/>
                </a:lnTo>
                <a:lnTo>
                  <a:pt x="565051" y="89889"/>
                </a:lnTo>
                <a:lnTo>
                  <a:pt x="565369" y="89825"/>
                </a:lnTo>
                <a:lnTo>
                  <a:pt x="565683" y="89761"/>
                </a:lnTo>
                <a:lnTo>
                  <a:pt x="565994" y="89696"/>
                </a:lnTo>
                <a:lnTo>
                  <a:pt x="566301" y="89630"/>
                </a:lnTo>
                <a:lnTo>
                  <a:pt x="566605" y="89564"/>
                </a:lnTo>
                <a:lnTo>
                  <a:pt x="566905" y="89497"/>
                </a:lnTo>
                <a:lnTo>
                  <a:pt x="567202" y="89430"/>
                </a:lnTo>
                <a:lnTo>
                  <a:pt x="567495" y="89362"/>
                </a:lnTo>
                <a:lnTo>
                  <a:pt x="567784" y="89293"/>
                </a:lnTo>
                <a:lnTo>
                  <a:pt x="568071" y="89224"/>
                </a:lnTo>
                <a:lnTo>
                  <a:pt x="568353" y="89154"/>
                </a:lnTo>
                <a:lnTo>
                  <a:pt x="568632" y="89083"/>
                </a:lnTo>
                <a:lnTo>
                  <a:pt x="568908" y="89011"/>
                </a:lnTo>
                <a:lnTo>
                  <a:pt x="569180" y="88939"/>
                </a:lnTo>
                <a:lnTo>
                  <a:pt x="569449" y="88866"/>
                </a:lnTo>
                <a:lnTo>
                  <a:pt x="569714" y="88793"/>
                </a:lnTo>
                <a:lnTo>
                  <a:pt x="569978" y="88714"/>
                </a:lnTo>
                <a:lnTo>
                  <a:pt x="570235" y="88634"/>
                </a:lnTo>
                <a:lnTo>
                  <a:pt x="570484" y="88553"/>
                </a:lnTo>
                <a:lnTo>
                  <a:pt x="570725" y="88472"/>
                </a:lnTo>
                <a:lnTo>
                  <a:pt x="570958" y="88390"/>
                </a:lnTo>
                <a:lnTo>
                  <a:pt x="571183" y="88307"/>
                </a:lnTo>
                <a:lnTo>
                  <a:pt x="571400" y="88224"/>
                </a:lnTo>
                <a:lnTo>
                  <a:pt x="571610" y="88140"/>
                </a:lnTo>
                <a:lnTo>
                  <a:pt x="571811" y="88055"/>
                </a:lnTo>
                <a:lnTo>
                  <a:pt x="572005" y="87970"/>
                </a:lnTo>
                <a:lnTo>
                  <a:pt x="572190" y="87884"/>
                </a:lnTo>
                <a:lnTo>
                  <a:pt x="572368" y="87798"/>
                </a:lnTo>
                <a:lnTo>
                  <a:pt x="572538" y="87711"/>
                </a:lnTo>
                <a:lnTo>
                  <a:pt x="572700" y="87623"/>
                </a:lnTo>
                <a:lnTo>
                  <a:pt x="572854" y="87534"/>
                </a:lnTo>
                <a:lnTo>
                  <a:pt x="573000" y="87445"/>
                </a:lnTo>
                <a:lnTo>
                  <a:pt x="573138" y="87355"/>
                </a:lnTo>
                <a:lnTo>
                  <a:pt x="573269" y="87264"/>
                </a:lnTo>
                <a:lnTo>
                  <a:pt x="573391" y="87173"/>
                </a:lnTo>
                <a:lnTo>
                  <a:pt x="573506" y="87081"/>
                </a:lnTo>
                <a:lnTo>
                  <a:pt x="573612" y="86989"/>
                </a:lnTo>
                <a:lnTo>
                  <a:pt x="573711" y="86896"/>
                </a:lnTo>
                <a:lnTo>
                  <a:pt x="573802" y="86802"/>
                </a:lnTo>
                <a:lnTo>
                  <a:pt x="573885" y="86708"/>
                </a:lnTo>
                <a:lnTo>
                  <a:pt x="573885" y="100358"/>
                </a:lnTo>
                <a:lnTo>
                  <a:pt x="573879" y="100863"/>
                </a:lnTo>
                <a:lnTo>
                  <a:pt x="573863" y="101366"/>
                </a:lnTo>
                <a:lnTo>
                  <a:pt x="573835" y="101866"/>
                </a:lnTo>
                <a:lnTo>
                  <a:pt x="573797" y="102365"/>
                </a:lnTo>
                <a:lnTo>
                  <a:pt x="573748" y="102862"/>
                </a:lnTo>
                <a:lnTo>
                  <a:pt x="573687" y="103356"/>
                </a:lnTo>
                <a:lnTo>
                  <a:pt x="573616" y="103849"/>
                </a:lnTo>
                <a:lnTo>
                  <a:pt x="573534" y="104340"/>
                </a:lnTo>
                <a:lnTo>
                  <a:pt x="573440" y="104829"/>
                </a:lnTo>
                <a:lnTo>
                  <a:pt x="573336" y="105315"/>
                </a:lnTo>
                <a:lnTo>
                  <a:pt x="573221" y="105800"/>
                </a:lnTo>
                <a:lnTo>
                  <a:pt x="573095" y="106283"/>
                </a:lnTo>
                <a:lnTo>
                  <a:pt x="572958" y="106764"/>
                </a:lnTo>
                <a:lnTo>
                  <a:pt x="572810" y="107243"/>
                </a:lnTo>
                <a:lnTo>
                  <a:pt x="572650" y="107720"/>
                </a:lnTo>
                <a:lnTo>
                  <a:pt x="572480" y="108195"/>
                </a:lnTo>
                <a:lnTo>
                  <a:pt x="572299" y="108668"/>
                </a:lnTo>
                <a:lnTo>
                  <a:pt x="572107" y="109139"/>
                </a:lnTo>
                <a:lnTo>
                  <a:pt x="571904" y="109608"/>
                </a:lnTo>
                <a:lnTo>
                  <a:pt x="571690" y="110075"/>
                </a:lnTo>
                <a:lnTo>
                  <a:pt x="571465" y="110540"/>
                </a:lnTo>
                <a:lnTo>
                  <a:pt x="571230" y="111003"/>
                </a:lnTo>
                <a:lnTo>
                  <a:pt x="570983" y="111464"/>
                </a:lnTo>
                <a:lnTo>
                  <a:pt x="570725" y="111924"/>
                </a:lnTo>
                <a:lnTo>
                  <a:pt x="570462" y="112378"/>
                </a:lnTo>
                <a:lnTo>
                  <a:pt x="570188" y="112826"/>
                </a:lnTo>
                <a:lnTo>
                  <a:pt x="569903" y="113267"/>
                </a:lnTo>
                <a:lnTo>
                  <a:pt x="569608" y="113700"/>
                </a:lnTo>
                <a:lnTo>
                  <a:pt x="569303" y="114127"/>
                </a:lnTo>
                <a:lnTo>
                  <a:pt x="568987" y="114546"/>
                </a:lnTo>
                <a:lnTo>
                  <a:pt x="568660" y="114959"/>
                </a:lnTo>
                <a:lnTo>
                  <a:pt x="568323" y="115364"/>
                </a:lnTo>
                <a:lnTo>
                  <a:pt x="567976" y="115763"/>
                </a:lnTo>
                <a:lnTo>
                  <a:pt x="567618" y="116154"/>
                </a:lnTo>
                <a:lnTo>
                  <a:pt x="567249" y="116539"/>
                </a:lnTo>
                <a:lnTo>
                  <a:pt x="566870" y="116916"/>
                </a:lnTo>
                <a:lnTo>
                  <a:pt x="566480" y="117287"/>
                </a:lnTo>
                <a:lnTo>
                  <a:pt x="566080" y="117650"/>
                </a:lnTo>
                <a:lnTo>
                  <a:pt x="565669" y="118006"/>
                </a:lnTo>
                <a:lnTo>
                  <a:pt x="565248" y="118356"/>
                </a:lnTo>
                <a:lnTo>
                  <a:pt x="564816" y="118698"/>
                </a:lnTo>
                <a:lnTo>
                  <a:pt x="564373" y="119033"/>
                </a:lnTo>
                <a:lnTo>
                  <a:pt x="563921" y="119362"/>
                </a:lnTo>
                <a:lnTo>
                  <a:pt x="563457" y="119683"/>
                </a:lnTo>
                <a:lnTo>
                  <a:pt x="562983" y="119997"/>
                </a:lnTo>
                <a:lnTo>
                  <a:pt x="562499" y="120304"/>
                </a:lnTo>
                <a:lnTo>
                  <a:pt x="562004" y="120604"/>
                </a:lnTo>
                <a:lnTo>
                  <a:pt x="561498" y="120898"/>
                </a:lnTo>
                <a:lnTo>
                  <a:pt x="560988" y="121181"/>
                </a:lnTo>
                <a:lnTo>
                  <a:pt x="560467" y="121453"/>
                </a:lnTo>
                <a:lnTo>
                  <a:pt x="559938" y="121712"/>
                </a:lnTo>
                <a:lnTo>
                  <a:pt x="559398" y="121960"/>
                </a:lnTo>
                <a:lnTo>
                  <a:pt x="558849" y="122195"/>
                </a:lnTo>
                <a:lnTo>
                  <a:pt x="558291" y="122418"/>
                </a:lnTo>
                <a:lnTo>
                  <a:pt x="557722" y="122630"/>
                </a:lnTo>
                <a:lnTo>
                  <a:pt x="557144" y="122829"/>
                </a:lnTo>
                <a:lnTo>
                  <a:pt x="556557" y="123016"/>
                </a:lnTo>
                <a:lnTo>
                  <a:pt x="555959" y="123191"/>
                </a:lnTo>
                <a:lnTo>
                  <a:pt x="555352" y="123354"/>
                </a:lnTo>
                <a:lnTo>
                  <a:pt x="554736" y="123505"/>
                </a:lnTo>
                <a:lnTo>
                  <a:pt x="554109" y="123643"/>
                </a:lnTo>
                <a:lnTo>
                  <a:pt x="553474" y="123770"/>
                </a:lnTo>
                <a:lnTo>
                  <a:pt x="552828" y="123885"/>
                </a:lnTo>
                <a:lnTo>
                  <a:pt x="552173" y="123987"/>
                </a:lnTo>
                <a:lnTo>
                  <a:pt x="551508" y="124078"/>
                </a:lnTo>
                <a:lnTo>
                  <a:pt x="550833" y="124156"/>
                </a:lnTo>
                <a:lnTo>
                  <a:pt x="550149" y="124223"/>
                </a:lnTo>
                <a:lnTo>
                  <a:pt x="549455" y="124277"/>
                </a:lnTo>
                <a:lnTo>
                  <a:pt x="548752" y="124319"/>
                </a:lnTo>
                <a:lnTo>
                  <a:pt x="548039" y="124349"/>
                </a:lnTo>
                <a:lnTo>
                  <a:pt x="547316" y="124368"/>
                </a:lnTo>
                <a:lnTo>
                  <a:pt x="546583" y="124374"/>
                </a:lnTo>
                <a:lnTo>
                  <a:pt x="545846" y="124367"/>
                </a:lnTo>
                <a:lnTo>
                  <a:pt x="545120" y="124346"/>
                </a:lnTo>
                <a:lnTo>
                  <a:pt x="544404" y="124312"/>
                </a:lnTo>
                <a:lnTo>
                  <a:pt x="543699" y="124265"/>
                </a:lnTo>
                <a:lnTo>
                  <a:pt x="543005" y="124203"/>
                </a:lnTo>
                <a:lnTo>
                  <a:pt x="542321" y="124129"/>
                </a:lnTo>
                <a:lnTo>
                  <a:pt x="541649" y="124040"/>
                </a:lnTo>
                <a:close/>
                <a:moveTo>
                  <a:pt x="641886" y="349055"/>
                </a:moveTo>
                <a:lnTo>
                  <a:pt x="641886" y="219625"/>
                </a:lnTo>
                <a:lnTo>
                  <a:pt x="626213" y="219625"/>
                </a:lnTo>
                <a:lnTo>
                  <a:pt x="626213" y="349055"/>
                </a:lnTo>
                <a:lnTo>
                  <a:pt x="641886" y="349055"/>
                </a:lnTo>
                <a:close/>
                <a:moveTo>
                  <a:pt x="121825" y="285935"/>
                </a:moveTo>
                <a:lnTo>
                  <a:pt x="121911" y="285295"/>
                </a:lnTo>
                <a:lnTo>
                  <a:pt x="122008" y="284664"/>
                </a:lnTo>
                <a:lnTo>
                  <a:pt x="122116" y="284042"/>
                </a:lnTo>
                <a:lnTo>
                  <a:pt x="122236" y="283428"/>
                </a:lnTo>
                <a:lnTo>
                  <a:pt x="122367" y="282823"/>
                </a:lnTo>
                <a:lnTo>
                  <a:pt x="122510" y="282227"/>
                </a:lnTo>
                <a:lnTo>
                  <a:pt x="122664" y="281640"/>
                </a:lnTo>
                <a:lnTo>
                  <a:pt x="122829" y="281062"/>
                </a:lnTo>
                <a:lnTo>
                  <a:pt x="123006" y="280492"/>
                </a:lnTo>
                <a:lnTo>
                  <a:pt x="123194" y="279931"/>
                </a:lnTo>
                <a:lnTo>
                  <a:pt x="123394" y="279379"/>
                </a:lnTo>
                <a:lnTo>
                  <a:pt x="123605" y="278836"/>
                </a:lnTo>
                <a:lnTo>
                  <a:pt x="123828" y="278301"/>
                </a:lnTo>
                <a:lnTo>
                  <a:pt x="124062" y="277775"/>
                </a:lnTo>
                <a:lnTo>
                  <a:pt x="124307" y="277258"/>
                </a:lnTo>
                <a:lnTo>
                  <a:pt x="124564" y="276750"/>
                </a:lnTo>
                <a:lnTo>
                  <a:pt x="124832" y="276251"/>
                </a:lnTo>
                <a:lnTo>
                  <a:pt x="125115" y="275761"/>
                </a:lnTo>
                <a:lnTo>
                  <a:pt x="125407" y="275280"/>
                </a:lnTo>
                <a:lnTo>
                  <a:pt x="125707" y="274810"/>
                </a:lnTo>
                <a:lnTo>
                  <a:pt x="126015" y="274350"/>
                </a:lnTo>
                <a:lnTo>
                  <a:pt x="126332" y="273899"/>
                </a:lnTo>
                <a:lnTo>
                  <a:pt x="126657" y="273458"/>
                </a:lnTo>
                <a:lnTo>
                  <a:pt x="126990" y="273027"/>
                </a:lnTo>
                <a:lnTo>
                  <a:pt x="127332" y="272606"/>
                </a:lnTo>
                <a:lnTo>
                  <a:pt x="127682" y="272195"/>
                </a:lnTo>
                <a:lnTo>
                  <a:pt x="128040" y="271794"/>
                </a:lnTo>
                <a:lnTo>
                  <a:pt x="128407" y="271403"/>
                </a:lnTo>
                <a:lnTo>
                  <a:pt x="128782" y="271021"/>
                </a:lnTo>
                <a:lnTo>
                  <a:pt x="129165" y="270650"/>
                </a:lnTo>
                <a:lnTo>
                  <a:pt x="129557" y="270288"/>
                </a:lnTo>
                <a:lnTo>
                  <a:pt x="129957" y="269936"/>
                </a:lnTo>
                <a:lnTo>
                  <a:pt x="130365" y="269594"/>
                </a:lnTo>
                <a:lnTo>
                  <a:pt x="130782" y="269262"/>
                </a:lnTo>
                <a:lnTo>
                  <a:pt x="131207" y="268940"/>
                </a:lnTo>
                <a:lnTo>
                  <a:pt x="131640" y="268627"/>
                </a:lnTo>
                <a:lnTo>
                  <a:pt x="132082" y="268325"/>
                </a:lnTo>
                <a:lnTo>
                  <a:pt x="132532" y="268032"/>
                </a:lnTo>
                <a:lnTo>
                  <a:pt x="132990" y="267749"/>
                </a:lnTo>
                <a:lnTo>
                  <a:pt x="133457" y="267477"/>
                </a:lnTo>
                <a:lnTo>
                  <a:pt x="133932" y="267214"/>
                </a:lnTo>
                <a:lnTo>
                  <a:pt x="134419" y="266961"/>
                </a:lnTo>
                <a:lnTo>
                  <a:pt x="134912" y="266719"/>
                </a:lnTo>
                <a:lnTo>
                  <a:pt x="135410" y="266488"/>
                </a:lnTo>
                <a:lnTo>
                  <a:pt x="135912" y="266267"/>
                </a:lnTo>
                <a:lnTo>
                  <a:pt x="136421" y="266058"/>
                </a:lnTo>
                <a:lnTo>
                  <a:pt x="136934" y="265859"/>
                </a:lnTo>
                <a:lnTo>
                  <a:pt x="137453" y="265671"/>
                </a:lnTo>
                <a:lnTo>
                  <a:pt x="137977" y="265493"/>
                </a:lnTo>
                <a:lnTo>
                  <a:pt x="138506" y="265326"/>
                </a:lnTo>
                <a:lnTo>
                  <a:pt x="139041" y="265171"/>
                </a:lnTo>
                <a:lnTo>
                  <a:pt x="139581" y="265025"/>
                </a:lnTo>
                <a:lnTo>
                  <a:pt x="140126" y="264891"/>
                </a:lnTo>
                <a:lnTo>
                  <a:pt x="140676" y="264767"/>
                </a:lnTo>
                <a:lnTo>
                  <a:pt x="141232" y="264654"/>
                </a:lnTo>
                <a:lnTo>
                  <a:pt x="141792" y="264552"/>
                </a:lnTo>
                <a:lnTo>
                  <a:pt x="142359" y="264461"/>
                </a:lnTo>
                <a:lnTo>
                  <a:pt x="142930" y="264380"/>
                </a:lnTo>
                <a:lnTo>
                  <a:pt x="143507" y="264310"/>
                </a:lnTo>
                <a:lnTo>
                  <a:pt x="144089" y="264251"/>
                </a:lnTo>
                <a:lnTo>
                  <a:pt x="144676" y="264203"/>
                </a:lnTo>
                <a:lnTo>
                  <a:pt x="145268" y="264165"/>
                </a:lnTo>
                <a:lnTo>
                  <a:pt x="145866" y="264138"/>
                </a:lnTo>
                <a:lnTo>
                  <a:pt x="146469" y="264122"/>
                </a:lnTo>
                <a:lnTo>
                  <a:pt x="147077" y="264117"/>
                </a:lnTo>
                <a:lnTo>
                  <a:pt x="147949" y="264128"/>
                </a:lnTo>
                <a:lnTo>
                  <a:pt x="148804" y="264161"/>
                </a:lnTo>
                <a:lnTo>
                  <a:pt x="149644" y="264217"/>
                </a:lnTo>
                <a:lnTo>
                  <a:pt x="150467" y="264294"/>
                </a:lnTo>
                <a:lnTo>
                  <a:pt x="151275" y="264394"/>
                </a:lnTo>
                <a:lnTo>
                  <a:pt x="152066" y="264516"/>
                </a:lnTo>
                <a:lnTo>
                  <a:pt x="152841" y="264660"/>
                </a:lnTo>
                <a:lnTo>
                  <a:pt x="153601" y="264826"/>
                </a:lnTo>
                <a:lnTo>
                  <a:pt x="154344" y="265014"/>
                </a:lnTo>
                <a:lnTo>
                  <a:pt x="155072" y="265225"/>
                </a:lnTo>
                <a:lnTo>
                  <a:pt x="155783" y="265458"/>
                </a:lnTo>
                <a:lnTo>
                  <a:pt x="156478" y="265713"/>
                </a:lnTo>
                <a:lnTo>
                  <a:pt x="157157" y="265990"/>
                </a:lnTo>
                <a:lnTo>
                  <a:pt x="157821" y="266289"/>
                </a:lnTo>
                <a:lnTo>
                  <a:pt x="158468" y="266610"/>
                </a:lnTo>
                <a:lnTo>
                  <a:pt x="159099" y="266954"/>
                </a:lnTo>
                <a:lnTo>
                  <a:pt x="159714" y="267319"/>
                </a:lnTo>
                <a:lnTo>
                  <a:pt x="160313" y="267707"/>
                </a:lnTo>
                <a:lnTo>
                  <a:pt x="160897" y="268117"/>
                </a:lnTo>
                <a:lnTo>
                  <a:pt x="161464" y="268549"/>
                </a:lnTo>
                <a:lnTo>
                  <a:pt x="162015" y="269004"/>
                </a:lnTo>
                <a:lnTo>
                  <a:pt x="162550" y="269480"/>
                </a:lnTo>
                <a:lnTo>
                  <a:pt x="163069" y="269979"/>
                </a:lnTo>
                <a:lnTo>
                  <a:pt x="163572" y="270500"/>
                </a:lnTo>
                <a:lnTo>
                  <a:pt x="164062" y="271036"/>
                </a:lnTo>
                <a:lnTo>
                  <a:pt x="164531" y="271590"/>
                </a:lnTo>
                <a:lnTo>
                  <a:pt x="164979" y="272162"/>
                </a:lnTo>
                <a:lnTo>
                  <a:pt x="165407" y="272752"/>
                </a:lnTo>
                <a:lnTo>
                  <a:pt x="165813" y="273361"/>
                </a:lnTo>
                <a:lnTo>
                  <a:pt x="166199" y="273988"/>
                </a:lnTo>
                <a:lnTo>
                  <a:pt x="166564" y="274633"/>
                </a:lnTo>
                <a:lnTo>
                  <a:pt x="166908" y="275296"/>
                </a:lnTo>
                <a:lnTo>
                  <a:pt x="167231" y="275977"/>
                </a:lnTo>
                <a:lnTo>
                  <a:pt x="167533" y="276677"/>
                </a:lnTo>
                <a:lnTo>
                  <a:pt x="167814" y="277395"/>
                </a:lnTo>
                <a:lnTo>
                  <a:pt x="168075" y="278131"/>
                </a:lnTo>
                <a:lnTo>
                  <a:pt x="168315" y="278885"/>
                </a:lnTo>
                <a:lnTo>
                  <a:pt x="168534" y="279658"/>
                </a:lnTo>
                <a:lnTo>
                  <a:pt x="168732" y="280449"/>
                </a:lnTo>
                <a:lnTo>
                  <a:pt x="168909" y="281258"/>
                </a:lnTo>
                <a:lnTo>
                  <a:pt x="169065" y="282085"/>
                </a:lnTo>
                <a:lnTo>
                  <a:pt x="169201" y="282930"/>
                </a:lnTo>
                <a:lnTo>
                  <a:pt x="169315" y="283794"/>
                </a:lnTo>
                <a:lnTo>
                  <a:pt x="169409" y="284676"/>
                </a:lnTo>
                <a:lnTo>
                  <a:pt x="169482" y="285576"/>
                </a:lnTo>
                <a:lnTo>
                  <a:pt x="169534" y="286494"/>
                </a:lnTo>
                <a:lnTo>
                  <a:pt x="169565" y="287430"/>
                </a:lnTo>
                <a:lnTo>
                  <a:pt x="169576" y="288385"/>
                </a:lnTo>
                <a:lnTo>
                  <a:pt x="169576" y="349055"/>
                </a:lnTo>
                <a:lnTo>
                  <a:pt x="184491" y="349055"/>
                </a:lnTo>
                <a:lnTo>
                  <a:pt x="184491" y="287374"/>
                </a:lnTo>
                <a:lnTo>
                  <a:pt x="184483" y="286339"/>
                </a:lnTo>
                <a:lnTo>
                  <a:pt x="184462" y="285319"/>
                </a:lnTo>
                <a:lnTo>
                  <a:pt x="184425" y="284315"/>
                </a:lnTo>
                <a:lnTo>
                  <a:pt x="184375" y="283325"/>
                </a:lnTo>
                <a:lnTo>
                  <a:pt x="184310" y="282352"/>
                </a:lnTo>
                <a:lnTo>
                  <a:pt x="184230" y="281394"/>
                </a:lnTo>
                <a:lnTo>
                  <a:pt x="184136" y="280451"/>
                </a:lnTo>
                <a:lnTo>
                  <a:pt x="184027" y="279523"/>
                </a:lnTo>
                <a:lnTo>
                  <a:pt x="183904" y="278611"/>
                </a:lnTo>
                <a:lnTo>
                  <a:pt x="183766" y="277714"/>
                </a:lnTo>
                <a:lnTo>
                  <a:pt x="183614" y="276833"/>
                </a:lnTo>
                <a:lnTo>
                  <a:pt x="183448" y="275966"/>
                </a:lnTo>
                <a:lnTo>
                  <a:pt x="183267" y="275116"/>
                </a:lnTo>
                <a:lnTo>
                  <a:pt x="183071" y="274280"/>
                </a:lnTo>
                <a:lnTo>
                  <a:pt x="182861" y="273460"/>
                </a:lnTo>
                <a:lnTo>
                  <a:pt x="182637" y="272656"/>
                </a:lnTo>
                <a:lnTo>
                  <a:pt x="182398" y="271866"/>
                </a:lnTo>
                <a:lnTo>
                  <a:pt x="182144" y="271092"/>
                </a:lnTo>
                <a:lnTo>
                  <a:pt x="181876" y="270334"/>
                </a:lnTo>
                <a:lnTo>
                  <a:pt x="181594" y="269590"/>
                </a:lnTo>
                <a:lnTo>
                  <a:pt x="181297" y="268863"/>
                </a:lnTo>
                <a:lnTo>
                  <a:pt x="180986" y="268150"/>
                </a:lnTo>
                <a:lnTo>
                  <a:pt x="180660" y="267453"/>
                </a:lnTo>
                <a:lnTo>
                  <a:pt x="180320" y="266771"/>
                </a:lnTo>
                <a:lnTo>
                  <a:pt x="179971" y="266099"/>
                </a:lnTo>
                <a:lnTo>
                  <a:pt x="179612" y="265442"/>
                </a:lnTo>
                <a:lnTo>
                  <a:pt x="179240" y="264799"/>
                </a:lnTo>
                <a:lnTo>
                  <a:pt x="178857" y="264171"/>
                </a:lnTo>
                <a:lnTo>
                  <a:pt x="178463" y="263558"/>
                </a:lnTo>
                <a:lnTo>
                  <a:pt x="178056" y="262960"/>
                </a:lnTo>
                <a:lnTo>
                  <a:pt x="177638" y="262376"/>
                </a:lnTo>
                <a:lnTo>
                  <a:pt x="177209" y="261807"/>
                </a:lnTo>
                <a:lnTo>
                  <a:pt x="176768" y="261252"/>
                </a:lnTo>
                <a:lnTo>
                  <a:pt x="176315" y="260712"/>
                </a:lnTo>
                <a:lnTo>
                  <a:pt x="175850" y="260187"/>
                </a:lnTo>
                <a:lnTo>
                  <a:pt x="175374" y="259677"/>
                </a:lnTo>
                <a:lnTo>
                  <a:pt x="174887" y="259182"/>
                </a:lnTo>
                <a:lnTo>
                  <a:pt x="174387" y="258701"/>
                </a:lnTo>
                <a:lnTo>
                  <a:pt x="173876" y="258234"/>
                </a:lnTo>
                <a:lnTo>
                  <a:pt x="173354" y="257783"/>
                </a:lnTo>
                <a:lnTo>
                  <a:pt x="172820" y="257346"/>
                </a:lnTo>
                <a:lnTo>
                  <a:pt x="172274" y="256924"/>
                </a:lnTo>
                <a:lnTo>
                  <a:pt x="171716" y="256517"/>
                </a:lnTo>
                <a:lnTo>
                  <a:pt x="171147" y="256124"/>
                </a:lnTo>
                <a:lnTo>
                  <a:pt x="170566" y="255746"/>
                </a:lnTo>
                <a:lnTo>
                  <a:pt x="169974" y="255383"/>
                </a:lnTo>
                <a:lnTo>
                  <a:pt x="169370" y="255034"/>
                </a:lnTo>
                <a:lnTo>
                  <a:pt x="168754" y="254700"/>
                </a:lnTo>
                <a:lnTo>
                  <a:pt x="168129" y="254375"/>
                </a:lnTo>
                <a:lnTo>
                  <a:pt x="167494" y="254064"/>
                </a:lnTo>
                <a:lnTo>
                  <a:pt x="166851" y="253767"/>
                </a:lnTo>
                <a:lnTo>
                  <a:pt x="166200" y="253484"/>
                </a:lnTo>
                <a:lnTo>
                  <a:pt x="165540" y="253214"/>
                </a:lnTo>
                <a:lnTo>
                  <a:pt x="164872" y="252958"/>
                </a:lnTo>
                <a:lnTo>
                  <a:pt x="164195" y="252717"/>
                </a:lnTo>
                <a:lnTo>
                  <a:pt x="163509" y="252488"/>
                </a:lnTo>
                <a:lnTo>
                  <a:pt x="162815" y="252274"/>
                </a:lnTo>
                <a:lnTo>
                  <a:pt x="162112" y="252074"/>
                </a:lnTo>
                <a:lnTo>
                  <a:pt x="161401" y="251887"/>
                </a:lnTo>
                <a:lnTo>
                  <a:pt x="160681" y="251714"/>
                </a:lnTo>
                <a:lnTo>
                  <a:pt x="159952" y="251555"/>
                </a:lnTo>
                <a:lnTo>
                  <a:pt x="159215" y="251410"/>
                </a:lnTo>
                <a:lnTo>
                  <a:pt x="158470" y="251279"/>
                </a:lnTo>
                <a:lnTo>
                  <a:pt x="157716" y="251161"/>
                </a:lnTo>
                <a:lnTo>
                  <a:pt x="156953" y="251058"/>
                </a:lnTo>
                <a:lnTo>
                  <a:pt x="156182" y="250968"/>
                </a:lnTo>
                <a:lnTo>
                  <a:pt x="155402" y="250892"/>
                </a:lnTo>
                <a:lnTo>
                  <a:pt x="154614" y="250829"/>
                </a:lnTo>
                <a:lnTo>
                  <a:pt x="153817" y="250781"/>
                </a:lnTo>
                <a:lnTo>
                  <a:pt x="153011" y="250747"/>
                </a:lnTo>
                <a:lnTo>
                  <a:pt x="152197" y="250726"/>
                </a:lnTo>
                <a:lnTo>
                  <a:pt x="151375" y="250719"/>
                </a:lnTo>
                <a:lnTo>
                  <a:pt x="150430" y="250727"/>
                </a:lnTo>
                <a:lnTo>
                  <a:pt x="149500" y="250750"/>
                </a:lnTo>
                <a:lnTo>
                  <a:pt x="148586" y="250789"/>
                </a:lnTo>
                <a:lnTo>
                  <a:pt x="147688" y="250844"/>
                </a:lnTo>
                <a:lnTo>
                  <a:pt x="146806" y="250914"/>
                </a:lnTo>
                <a:lnTo>
                  <a:pt x="145940" y="250999"/>
                </a:lnTo>
                <a:lnTo>
                  <a:pt x="145089" y="251101"/>
                </a:lnTo>
                <a:lnTo>
                  <a:pt x="144255" y="251217"/>
                </a:lnTo>
                <a:lnTo>
                  <a:pt x="143436" y="251350"/>
                </a:lnTo>
                <a:lnTo>
                  <a:pt x="142632" y="251498"/>
                </a:lnTo>
                <a:lnTo>
                  <a:pt x="141845" y="251661"/>
                </a:lnTo>
                <a:lnTo>
                  <a:pt x="141074" y="251841"/>
                </a:lnTo>
                <a:lnTo>
                  <a:pt x="140318" y="252035"/>
                </a:lnTo>
                <a:lnTo>
                  <a:pt x="139578" y="252246"/>
                </a:lnTo>
                <a:lnTo>
                  <a:pt x="138854" y="252472"/>
                </a:lnTo>
                <a:lnTo>
                  <a:pt x="138145" y="252713"/>
                </a:lnTo>
                <a:lnTo>
                  <a:pt x="137453" y="252970"/>
                </a:lnTo>
                <a:lnTo>
                  <a:pt x="136776" y="253243"/>
                </a:lnTo>
                <a:lnTo>
                  <a:pt x="136115" y="253531"/>
                </a:lnTo>
                <a:lnTo>
                  <a:pt x="135470" y="253835"/>
                </a:lnTo>
                <a:lnTo>
                  <a:pt x="134841" y="254154"/>
                </a:lnTo>
                <a:lnTo>
                  <a:pt x="134227" y="254489"/>
                </a:lnTo>
                <a:lnTo>
                  <a:pt x="133629" y="254840"/>
                </a:lnTo>
                <a:lnTo>
                  <a:pt x="133047" y="255206"/>
                </a:lnTo>
                <a:lnTo>
                  <a:pt x="132485" y="255580"/>
                </a:lnTo>
                <a:lnTo>
                  <a:pt x="131934" y="255965"/>
                </a:lnTo>
                <a:lnTo>
                  <a:pt x="131394" y="256360"/>
                </a:lnTo>
                <a:lnTo>
                  <a:pt x="130867" y="256767"/>
                </a:lnTo>
                <a:lnTo>
                  <a:pt x="130352" y="257184"/>
                </a:lnTo>
                <a:lnTo>
                  <a:pt x="129848" y="257611"/>
                </a:lnTo>
                <a:lnTo>
                  <a:pt x="129356" y="258050"/>
                </a:lnTo>
                <a:lnTo>
                  <a:pt x="128876" y="258499"/>
                </a:lnTo>
                <a:lnTo>
                  <a:pt x="128408" y="258959"/>
                </a:lnTo>
                <a:lnTo>
                  <a:pt x="127952" y="259430"/>
                </a:lnTo>
                <a:lnTo>
                  <a:pt x="127508" y="259912"/>
                </a:lnTo>
                <a:lnTo>
                  <a:pt x="127075" y="260404"/>
                </a:lnTo>
                <a:lnTo>
                  <a:pt x="126655" y="260907"/>
                </a:lnTo>
                <a:lnTo>
                  <a:pt x="126246" y="261421"/>
                </a:lnTo>
                <a:lnTo>
                  <a:pt x="125849" y="261945"/>
                </a:lnTo>
                <a:lnTo>
                  <a:pt x="125464" y="262481"/>
                </a:lnTo>
                <a:lnTo>
                  <a:pt x="125090" y="263027"/>
                </a:lnTo>
                <a:lnTo>
                  <a:pt x="124729" y="263584"/>
                </a:lnTo>
                <a:lnTo>
                  <a:pt x="124379" y="264151"/>
                </a:lnTo>
                <a:lnTo>
                  <a:pt x="124042" y="264730"/>
                </a:lnTo>
                <a:lnTo>
                  <a:pt x="123716" y="265319"/>
                </a:lnTo>
                <a:lnTo>
                  <a:pt x="123402" y="265918"/>
                </a:lnTo>
                <a:lnTo>
                  <a:pt x="123100" y="266529"/>
                </a:lnTo>
                <a:lnTo>
                  <a:pt x="122809" y="267150"/>
                </a:lnTo>
                <a:lnTo>
                  <a:pt x="121545" y="267150"/>
                </a:lnTo>
                <a:lnTo>
                  <a:pt x="121545" y="219625"/>
                </a:lnTo>
                <a:lnTo>
                  <a:pt x="106631" y="219625"/>
                </a:lnTo>
                <a:lnTo>
                  <a:pt x="106631" y="349055"/>
                </a:lnTo>
                <a:lnTo>
                  <a:pt x="121545" y="349055"/>
                </a:lnTo>
                <a:lnTo>
                  <a:pt x="121545" y="290660"/>
                </a:lnTo>
                <a:lnTo>
                  <a:pt x="121551" y="289959"/>
                </a:lnTo>
                <a:lnTo>
                  <a:pt x="121568" y="289266"/>
                </a:lnTo>
                <a:lnTo>
                  <a:pt x="121597" y="288582"/>
                </a:lnTo>
                <a:lnTo>
                  <a:pt x="121637" y="287907"/>
                </a:lnTo>
                <a:lnTo>
                  <a:pt x="121688" y="287241"/>
                </a:lnTo>
                <a:lnTo>
                  <a:pt x="121751" y="286584"/>
                </a:lnTo>
                <a:lnTo>
                  <a:pt x="121825" y="285935"/>
                </a:lnTo>
                <a:close/>
                <a:moveTo>
                  <a:pt x="436287" y="349055"/>
                </a:moveTo>
                <a:lnTo>
                  <a:pt x="436287" y="219625"/>
                </a:lnTo>
                <a:lnTo>
                  <a:pt x="421372" y="219625"/>
                </a:lnTo>
                <a:lnTo>
                  <a:pt x="421372" y="349055"/>
                </a:lnTo>
                <a:lnTo>
                  <a:pt x="436287" y="349055"/>
                </a:lnTo>
                <a:close/>
                <a:moveTo>
                  <a:pt x="505398" y="350814"/>
                </a:moveTo>
                <a:lnTo>
                  <a:pt x="506080" y="350733"/>
                </a:lnTo>
                <a:lnTo>
                  <a:pt x="506750" y="350642"/>
                </a:lnTo>
                <a:lnTo>
                  <a:pt x="507406" y="350540"/>
                </a:lnTo>
                <a:lnTo>
                  <a:pt x="508050" y="350427"/>
                </a:lnTo>
                <a:lnTo>
                  <a:pt x="508680" y="350303"/>
                </a:lnTo>
                <a:lnTo>
                  <a:pt x="509298" y="350169"/>
                </a:lnTo>
                <a:lnTo>
                  <a:pt x="509903" y="350023"/>
                </a:lnTo>
                <a:lnTo>
                  <a:pt x="510494" y="349868"/>
                </a:lnTo>
                <a:lnTo>
                  <a:pt x="511073" y="349701"/>
                </a:lnTo>
                <a:lnTo>
                  <a:pt x="511639" y="349523"/>
                </a:lnTo>
                <a:lnTo>
                  <a:pt x="512192" y="349335"/>
                </a:lnTo>
                <a:lnTo>
                  <a:pt x="512732" y="349136"/>
                </a:lnTo>
                <a:lnTo>
                  <a:pt x="513259" y="348927"/>
                </a:lnTo>
                <a:lnTo>
                  <a:pt x="513773" y="348706"/>
                </a:lnTo>
                <a:lnTo>
                  <a:pt x="514274" y="348475"/>
                </a:lnTo>
                <a:lnTo>
                  <a:pt x="514762" y="348233"/>
                </a:lnTo>
                <a:lnTo>
                  <a:pt x="515237" y="347981"/>
                </a:lnTo>
                <a:lnTo>
                  <a:pt x="515701" y="347716"/>
                </a:lnTo>
                <a:lnTo>
                  <a:pt x="516156" y="347448"/>
                </a:lnTo>
                <a:lnTo>
                  <a:pt x="516603" y="347178"/>
                </a:lnTo>
                <a:lnTo>
                  <a:pt x="517040" y="346904"/>
                </a:lnTo>
                <a:lnTo>
                  <a:pt x="517468" y="346628"/>
                </a:lnTo>
                <a:lnTo>
                  <a:pt x="517887" y="346349"/>
                </a:lnTo>
                <a:lnTo>
                  <a:pt x="518298" y="346067"/>
                </a:lnTo>
                <a:lnTo>
                  <a:pt x="518699" y="345783"/>
                </a:lnTo>
                <a:lnTo>
                  <a:pt x="519091" y="345495"/>
                </a:lnTo>
                <a:lnTo>
                  <a:pt x="519474" y="345205"/>
                </a:lnTo>
                <a:lnTo>
                  <a:pt x="519849" y="344911"/>
                </a:lnTo>
                <a:lnTo>
                  <a:pt x="520214" y="344615"/>
                </a:lnTo>
                <a:lnTo>
                  <a:pt x="520570" y="344316"/>
                </a:lnTo>
                <a:lnTo>
                  <a:pt x="520917" y="344014"/>
                </a:lnTo>
                <a:lnTo>
                  <a:pt x="521256" y="343710"/>
                </a:lnTo>
                <a:lnTo>
                  <a:pt x="521585" y="343402"/>
                </a:lnTo>
                <a:lnTo>
                  <a:pt x="521905" y="343092"/>
                </a:lnTo>
                <a:lnTo>
                  <a:pt x="522216" y="342779"/>
                </a:lnTo>
                <a:lnTo>
                  <a:pt x="522519" y="342462"/>
                </a:lnTo>
                <a:lnTo>
                  <a:pt x="522812" y="342143"/>
                </a:lnTo>
                <a:lnTo>
                  <a:pt x="523096" y="341822"/>
                </a:lnTo>
                <a:lnTo>
                  <a:pt x="523372" y="341497"/>
                </a:lnTo>
                <a:lnTo>
                  <a:pt x="523638" y="341170"/>
                </a:lnTo>
                <a:lnTo>
                  <a:pt x="523895" y="340839"/>
                </a:lnTo>
                <a:lnTo>
                  <a:pt x="524146" y="340505"/>
                </a:lnTo>
                <a:lnTo>
                  <a:pt x="524391" y="340175"/>
                </a:lnTo>
                <a:lnTo>
                  <a:pt x="524632" y="339850"/>
                </a:lnTo>
                <a:lnTo>
                  <a:pt x="524868" y="339530"/>
                </a:lnTo>
                <a:lnTo>
                  <a:pt x="525099" y="339214"/>
                </a:lnTo>
                <a:lnTo>
                  <a:pt x="525325" y="338904"/>
                </a:lnTo>
                <a:lnTo>
                  <a:pt x="525546" y="338598"/>
                </a:lnTo>
                <a:lnTo>
                  <a:pt x="525763" y="338297"/>
                </a:lnTo>
                <a:lnTo>
                  <a:pt x="525975" y="338001"/>
                </a:lnTo>
                <a:lnTo>
                  <a:pt x="526182" y="337710"/>
                </a:lnTo>
                <a:lnTo>
                  <a:pt x="526384" y="337424"/>
                </a:lnTo>
                <a:lnTo>
                  <a:pt x="526581" y="337142"/>
                </a:lnTo>
                <a:lnTo>
                  <a:pt x="526774" y="336865"/>
                </a:lnTo>
                <a:lnTo>
                  <a:pt x="526961" y="336593"/>
                </a:lnTo>
                <a:lnTo>
                  <a:pt x="527144" y="336326"/>
                </a:lnTo>
                <a:lnTo>
                  <a:pt x="527322" y="336064"/>
                </a:lnTo>
                <a:lnTo>
                  <a:pt x="527495" y="335807"/>
                </a:lnTo>
                <a:lnTo>
                  <a:pt x="527663" y="335554"/>
                </a:lnTo>
                <a:lnTo>
                  <a:pt x="527827" y="335306"/>
                </a:lnTo>
                <a:lnTo>
                  <a:pt x="527986" y="335064"/>
                </a:lnTo>
                <a:lnTo>
                  <a:pt x="528139" y="334825"/>
                </a:lnTo>
                <a:lnTo>
                  <a:pt x="528288" y="334592"/>
                </a:lnTo>
                <a:lnTo>
                  <a:pt x="528432" y="334364"/>
                </a:lnTo>
                <a:lnTo>
                  <a:pt x="528572" y="334140"/>
                </a:lnTo>
                <a:lnTo>
                  <a:pt x="530341" y="334140"/>
                </a:lnTo>
                <a:lnTo>
                  <a:pt x="530341" y="349055"/>
                </a:lnTo>
                <a:lnTo>
                  <a:pt x="544751" y="349055"/>
                </a:lnTo>
                <a:lnTo>
                  <a:pt x="544751" y="219625"/>
                </a:lnTo>
                <a:lnTo>
                  <a:pt x="529836" y="219625"/>
                </a:lnTo>
                <a:lnTo>
                  <a:pt x="529836" y="267403"/>
                </a:lnTo>
                <a:lnTo>
                  <a:pt x="528572" y="267403"/>
                </a:lnTo>
                <a:lnTo>
                  <a:pt x="528433" y="267190"/>
                </a:lnTo>
                <a:lnTo>
                  <a:pt x="528289" y="266972"/>
                </a:lnTo>
                <a:lnTo>
                  <a:pt x="528140" y="266749"/>
                </a:lnTo>
                <a:lnTo>
                  <a:pt x="527987" y="266522"/>
                </a:lnTo>
                <a:lnTo>
                  <a:pt x="527830" y="266289"/>
                </a:lnTo>
                <a:lnTo>
                  <a:pt x="527667" y="266052"/>
                </a:lnTo>
                <a:lnTo>
                  <a:pt x="527500" y="265810"/>
                </a:lnTo>
                <a:lnTo>
                  <a:pt x="527329" y="265563"/>
                </a:lnTo>
                <a:lnTo>
                  <a:pt x="527153" y="265312"/>
                </a:lnTo>
                <a:lnTo>
                  <a:pt x="526972" y="265055"/>
                </a:lnTo>
                <a:lnTo>
                  <a:pt x="526787" y="264794"/>
                </a:lnTo>
                <a:lnTo>
                  <a:pt x="526597" y="264528"/>
                </a:lnTo>
                <a:lnTo>
                  <a:pt x="526402" y="264257"/>
                </a:lnTo>
                <a:lnTo>
                  <a:pt x="526203" y="263981"/>
                </a:lnTo>
                <a:lnTo>
                  <a:pt x="525999" y="263700"/>
                </a:lnTo>
                <a:lnTo>
                  <a:pt x="525791" y="263415"/>
                </a:lnTo>
                <a:lnTo>
                  <a:pt x="525578" y="263124"/>
                </a:lnTo>
                <a:lnTo>
                  <a:pt x="525361" y="262829"/>
                </a:lnTo>
                <a:lnTo>
                  <a:pt x="525138" y="262529"/>
                </a:lnTo>
                <a:lnTo>
                  <a:pt x="524912" y="262224"/>
                </a:lnTo>
                <a:lnTo>
                  <a:pt x="524680" y="261915"/>
                </a:lnTo>
                <a:lnTo>
                  <a:pt x="524444" y="261600"/>
                </a:lnTo>
                <a:lnTo>
                  <a:pt x="524204" y="261281"/>
                </a:lnTo>
                <a:lnTo>
                  <a:pt x="523958" y="260957"/>
                </a:lnTo>
                <a:lnTo>
                  <a:pt x="523712" y="260627"/>
                </a:lnTo>
                <a:lnTo>
                  <a:pt x="523455" y="260300"/>
                </a:lnTo>
                <a:lnTo>
                  <a:pt x="523190" y="259975"/>
                </a:lnTo>
                <a:lnTo>
                  <a:pt x="522916" y="259654"/>
                </a:lnTo>
                <a:lnTo>
                  <a:pt x="522632" y="259336"/>
                </a:lnTo>
                <a:lnTo>
                  <a:pt x="522339" y="259022"/>
                </a:lnTo>
                <a:lnTo>
                  <a:pt x="522037" y="258710"/>
                </a:lnTo>
                <a:lnTo>
                  <a:pt x="521725" y="258401"/>
                </a:lnTo>
                <a:lnTo>
                  <a:pt x="521405" y="258095"/>
                </a:lnTo>
                <a:lnTo>
                  <a:pt x="521075" y="257793"/>
                </a:lnTo>
                <a:lnTo>
                  <a:pt x="520736" y="257493"/>
                </a:lnTo>
                <a:lnTo>
                  <a:pt x="520388" y="257197"/>
                </a:lnTo>
                <a:lnTo>
                  <a:pt x="520030" y="256903"/>
                </a:lnTo>
                <a:lnTo>
                  <a:pt x="519664" y="256613"/>
                </a:lnTo>
                <a:lnTo>
                  <a:pt x="519288" y="256326"/>
                </a:lnTo>
                <a:lnTo>
                  <a:pt x="518903" y="256042"/>
                </a:lnTo>
                <a:lnTo>
                  <a:pt x="518508" y="255760"/>
                </a:lnTo>
                <a:lnTo>
                  <a:pt x="518105" y="255482"/>
                </a:lnTo>
                <a:lnTo>
                  <a:pt x="517692" y="255207"/>
                </a:lnTo>
                <a:lnTo>
                  <a:pt x="517270" y="254936"/>
                </a:lnTo>
                <a:lnTo>
                  <a:pt x="516839" y="254667"/>
                </a:lnTo>
                <a:lnTo>
                  <a:pt x="516398" y="254401"/>
                </a:lnTo>
                <a:lnTo>
                  <a:pt x="515949" y="254138"/>
                </a:lnTo>
                <a:lnTo>
                  <a:pt x="515490" y="253879"/>
                </a:lnTo>
                <a:lnTo>
                  <a:pt x="515025" y="253621"/>
                </a:lnTo>
                <a:lnTo>
                  <a:pt x="514546" y="253374"/>
                </a:lnTo>
                <a:lnTo>
                  <a:pt x="514053" y="253138"/>
                </a:lnTo>
                <a:lnTo>
                  <a:pt x="513546" y="252913"/>
                </a:lnTo>
                <a:lnTo>
                  <a:pt x="513026" y="252699"/>
                </a:lnTo>
                <a:lnTo>
                  <a:pt x="512492" y="252496"/>
                </a:lnTo>
                <a:lnTo>
                  <a:pt x="511944" y="252304"/>
                </a:lnTo>
                <a:lnTo>
                  <a:pt x="511382" y="252123"/>
                </a:lnTo>
                <a:lnTo>
                  <a:pt x="510806" y="251953"/>
                </a:lnTo>
                <a:lnTo>
                  <a:pt x="510217" y="251794"/>
                </a:lnTo>
                <a:lnTo>
                  <a:pt x="509613" y="251646"/>
                </a:lnTo>
                <a:lnTo>
                  <a:pt x="508996" y="251509"/>
                </a:lnTo>
                <a:lnTo>
                  <a:pt x="508365" y="251383"/>
                </a:lnTo>
                <a:lnTo>
                  <a:pt x="507720" y="251267"/>
                </a:lnTo>
                <a:lnTo>
                  <a:pt x="507062" y="251163"/>
                </a:lnTo>
                <a:lnTo>
                  <a:pt x="506389" y="251070"/>
                </a:lnTo>
                <a:lnTo>
                  <a:pt x="505703" y="250988"/>
                </a:lnTo>
                <a:lnTo>
                  <a:pt x="505003" y="250916"/>
                </a:lnTo>
                <a:lnTo>
                  <a:pt x="504289" y="250856"/>
                </a:lnTo>
                <a:lnTo>
                  <a:pt x="503561" y="250807"/>
                </a:lnTo>
                <a:lnTo>
                  <a:pt x="502820" y="250768"/>
                </a:lnTo>
                <a:lnTo>
                  <a:pt x="502064" y="250741"/>
                </a:lnTo>
                <a:lnTo>
                  <a:pt x="501295" y="250724"/>
                </a:lnTo>
                <a:lnTo>
                  <a:pt x="500512" y="250719"/>
                </a:lnTo>
                <a:lnTo>
                  <a:pt x="499495" y="250730"/>
                </a:lnTo>
                <a:lnTo>
                  <a:pt x="498489" y="250761"/>
                </a:lnTo>
                <a:lnTo>
                  <a:pt x="497492" y="250815"/>
                </a:lnTo>
                <a:lnTo>
                  <a:pt x="496506" y="250889"/>
                </a:lnTo>
                <a:lnTo>
                  <a:pt x="495530" y="250985"/>
                </a:lnTo>
                <a:lnTo>
                  <a:pt x="494563" y="251102"/>
                </a:lnTo>
                <a:lnTo>
                  <a:pt x="493607" y="251240"/>
                </a:lnTo>
                <a:lnTo>
                  <a:pt x="492661" y="251400"/>
                </a:lnTo>
                <a:lnTo>
                  <a:pt x="491725" y="251581"/>
                </a:lnTo>
                <a:lnTo>
                  <a:pt x="490800" y="251783"/>
                </a:lnTo>
                <a:lnTo>
                  <a:pt x="489884" y="252007"/>
                </a:lnTo>
                <a:lnTo>
                  <a:pt x="488978" y="252251"/>
                </a:lnTo>
                <a:lnTo>
                  <a:pt x="488083" y="252518"/>
                </a:lnTo>
                <a:lnTo>
                  <a:pt x="487197" y="252805"/>
                </a:lnTo>
                <a:lnTo>
                  <a:pt x="486322" y="253114"/>
                </a:lnTo>
                <a:lnTo>
                  <a:pt x="485457" y="253443"/>
                </a:lnTo>
                <a:lnTo>
                  <a:pt x="484602" y="253795"/>
                </a:lnTo>
                <a:lnTo>
                  <a:pt x="483757" y="254167"/>
                </a:lnTo>
                <a:lnTo>
                  <a:pt x="482922" y="254561"/>
                </a:lnTo>
                <a:lnTo>
                  <a:pt x="482097" y="254976"/>
                </a:lnTo>
                <a:lnTo>
                  <a:pt x="481282" y="255412"/>
                </a:lnTo>
                <a:lnTo>
                  <a:pt x="480477" y="255870"/>
                </a:lnTo>
                <a:lnTo>
                  <a:pt x="479683" y="256349"/>
                </a:lnTo>
                <a:lnTo>
                  <a:pt x="478898" y="256849"/>
                </a:lnTo>
                <a:lnTo>
                  <a:pt x="478126" y="257369"/>
                </a:lnTo>
                <a:lnTo>
                  <a:pt x="477368" y="257906"/>
                </a:lnTo>
                <a:lnTo>
                  <a:pt x="476624" y="258462"/>
                </a:lnTo>
                <a:lnTo>
                  <a:pt x="475895" y="259035"/>
                </a:lnTo>
                <a:lnTo>
                  <a:pt x="475179" y="259626"/>
                </a:lnTo>
                <a:lnTo>
                  <a:pt x="474478" y="260234"/>
                </a:lnTo>
                <a:lnTo>
                  <a:pt x="473792" y="260861"/>
                </a:lnTo>
                <a:lnTo>
                  <a:pt x="473119" y="261505"/>
                </a:lnTo>
                <a:lnTo>
                  <a:pt x="472461" y="262167"/>
                </a:lnTo>
                <a:lnTo>
                  <a:pt x="471817" y="262846"/>
                </a:lnTo>
                <a:lnTo>
                  <a:pt x="471187" y="263544"/>
                </a:lnTo>
                <a:lnTo>
                  <a:pt x="470572" y="264259"/>
                </a:lnTo>
                <a:lnTo>
                  <a:pt x="469971" y="264992"/>
                </a:lnTo>
                <a:lnTo>
                  <a:pt x="469384" y="265743"/>
                </a:lnTo>
                <a:lnTo>
                  <a:pt x="468811" y="266511"/>
                </a:lnTo>
                <a:lnTo>
                  <a:pt x="468253" y="267298"/>
                </a:lnTo>
                <a:lnTo>
                  <a:pt x="467709" y="268102"/>
                </a:lnTo>
                <a:lnTo>
                  <a:pt x="467179" y="268924"/>
                </a:lnTo>
                <a:lnTo>
                  <a:pt x="466663" y="269764"/>
                </a:lnTo>
                <a:lnTo>
                  <a:pt x="466162" y="270621"/>
                </a:lnTo>
                <a:lnTo>
                  <a:pt x="465675" y="271496"/>
                </a:lnTo>
                <a:lnTo>
                  <a:pt x="465202" y="272389"/>
                </a:lnTo>
                <a:lnTo>
                  <a:pt x="464744" y="273300"/>
                </a:lnTo>
                <a:lnTo>
                  <a:pt x="464300" y="274229"/>
                </a:lnTo>
                <a:lnTo>
                  <a:pt x="463872" y="275173"/>
                </a:lnTo>
                <a:lnTo>
                  <a:pt x="463462" y="276131"/>
                </a:lnTo>
                <a:lnTo>
                  <a:pt x="463070" y="277104"/>
                </a:lnTo>
                <a:lnTo>
                  <a:pt x="462697" y="278091"/>
                </a:lnTo>
                <a:lnTo>
                  <a:pt x="462342" y="279091"/>
                </a:lnTo>
                <a:lnTo>
                  <a:pt x="462005" y="280106"/>
                </a:lnTo>
                <a:lnTo>
                  <a:pt x="461686" y="281135"/>
                </a:lnTo>
                <a:lnTo>
                  <a:pt x="461385" y="282177"/>
                </a:lnTo>
                <a:lnTo>
                  <a:pt x="461103" y="283234"/>
                </a:lnTo>
                <a:lnTo>
                  <a:pt x="460839" y="284305"/>
                </a:lnTo>
                <a:lnTo>
                  <a:pt x="460593" y="285390"/>
                </a:lnTo>
                <a:lnTo>
                  <a:pt x="460365" y="286489"/>
                </a:lnTo>
                <a:lnTo>
                  <a:pt x="460156" y="287602"/>
                </a:lnTo>
                <a:lnTo>
                  <a:pt x="459965" y="288729"/>
                </a:lnTo>
                <a:lnTo>
                  <a:pt x="459792" y="289870"/>
                </a:lnTo>
                <a:lnTo>
                  <a:pt x="459637" y="291025"/>
                </a:lnTo>
                <a:lnTo>
                  <a:pt x="459500" y="292194"/>
                </a:lnTo>
                <a:lnTo>
                  <a:pt x="459382" y="293378"/>
                </a:lnTo>
                <a:lnTo>
                  <a:pt x="459282" y="294575"/>
                </a:lnTo>
                <a:lnTo>
                  <a:pt x="459200" y="295786"/>
                </a:lnTo>
                <a:lnTo>
                  <a:pt x="459136" y="297011"/>
                </a:lnTo>
                <a:lnTo>
                  <a:pt x="459091" y="298251"/>
                </a:lnTo>
                <a:lnTo>
                  <a:pt x="459063" y="299504"/>
                </a:lnTo>
                <a:lnTo>
                  <a:pt x="459054" y="300772"/>
                </a:lnTo>
                <a:lnTo>
                  <a:pt x="459063" y="302050"/>
                </a:lnTo>
                <a:lnTo>
                  <a:pt x="459091" y="303313"/>
                </a:lnTo>
                <a:lnTo>
                  <a:pt x="459136" y="304563"/>
                </a:lnTo>
                <a:lnTo>
                  <a:pt x="459200" y="305798"/>
                </a:lnTo>
                <a:lnTo>
                  <a:pt x="459282" y="307018"/>
                </a:lnTo>
                <a:lnTo>
                  <a:pt x="459382" y="308225"/>
                </a:lnTo>
                <a:lnTo>
                  <a:pt x="459500" y="309417"/>
                </a:lnTo>
                <a:lnTo>
                  <a:pt x="459637" y="310595"/>
                </a:lnTo>
                <a:lnTo>
                  <a:pt x="459792" y="311759"/>
                </a:lnTo>
                <a:lnTo>
                  <a:pt x="459965" y="312909"/>
                </a:lnTo>
                <a:lnTo>
                  <a:pt x="460156" y="314044"/>
                </a:lnTo>
                <a:lnTo>
                  <a:pt x="460365" y="315165"/>
                </a:lnTo>
                <a:lnTo>
                  <a:pt x="460593" y="316272"/>
                </a:lnTo>
                <a:lnTo>
                  <a:pt x="460839" y="317364"/>
                </a:lnTo>
                <a:lnTo>
                  <a:pt x="461103" y="318442"/>
                </a:lnTo>
                <a:lnTo>
                  <a:pt x="461385" y="319506"/>
                </a:lnTo>
                <a:lnTo>
                  <a:pt x="461686" y="320556"/>
                </a:lnTo>
                <a:lnTo>
                  <a:pt x="462005" y="321591"/>
                </a:lnTo>
                <a:lnTo>
                  <a:pt x="462342" y="322613"/>
                </a:lnTo>
                <a:lnTo>
                  <a:pt x="462697" y="323619"/>
                </a:lnTo>
                <a:lnTo>
                  <a:pt x="463070" y="324612"/>
                </a:lnTo>
                <a:lnTo>
                  <a:pt x="463462" y="325590"/>
                </a:lnTo>
                <a:lnTo>
                  <a:pt x="463872" y="326555"/>
                </a:lnTo>
                <a:lnTo>
                  <a:pt x="464300" y="327504"/>
                </a:lnTo>
                <a:lnTo>
                  <a:pt x="464744" y="328433"/>
                </a:lnTo>
                <a:lnTo>
                  <a:pt x="465202" y="329344"/>
                </a:lnTo>
                <a:lnTo>
                  <a:pt x="465674" y="330238"/>
                </a:lnTo>
                <a:lnTo>
                  <a:pt x="466160" y="331114"/>
                </a:lnTo>
                <a:lnTo>
                  <a:pt x="466661" y="331972"/>
                </a:lnTo>
                <a:lnTo>
                  <a:pt x="467175" y="332813"/>
                </a:lnTo>
                <a:lnTo>
                  <a:pt x="467703" y="333636"/>
                </a:lnTo>
                <a:lnTo>
                  <a:pt x="468246" y="334442"/>
                </a:lnTo>
                <a:lnTo>
                  <a:pt x="468802" y="335230"/>
                </a:lnTo>
                <a:lnTo>
                  <a:pt x="469373" y="336001"/>
                </a:lnTo>
                <a:lnTo>
                  <a:pt x="469957" y="336754"/>
                </a:lnTo>
                <a:lnTo>
                  <a:pt x="470556" y="337490"/>
                </a:lnTo>
                <a:lnTo>
                  <a:pt x="471169" y="338208"/>
                </a:lnTo>
                <a:lnTo>
                  <a:pt x="471796" y="338908"/>
                </a:lnTo>
                <a:lnTo>
                  <a:pt x="472436" y="339591"/>
                </a:lnTo>
                <a:lnTo>
                  <a:pt x="473091" y="340256"/>
                </a:lnTo>
                <a:lnTo>
                  <a:pt x="473760" y="340904"/>
                </a:lnTo>
                <a:lnTo>
                  <a:pt x="474443" y="341534"/>
                </a:lnTo>
                <a:lnTo>
                  <a:pt x="475140" y="342147"/>
                </a:lnTo>
                <a:lnTo>
                  <a:pt x="475851" y="342742"/>
                </a:lnTo>
                <a:lnTo>
                  <a:pt x="476576" y="343320"/>
                </a:lnTo>
                <a:lnTo>
                  <a:pt x="477315" y="343880"/>
                </a:lnTo>
                <a:lnTo>
                  <a:pt x="478068" y="344422"/>
                </a:lnTo>
                <a:lnTo>
                  <a:pt x="478835" y="344947"/>
                </a:lnTo>
                <a:lnTo>
                  <a:pt x="479614" y="345447"/>
                </a:lnTo>
                <a:lnTo>
                  <a:pt x="480403" y="345926"/>
                </a:lnTo>
                <a:lnTo>
                  <a:pt x="481202" y="346384"/>
                </a:lnTo>
                <a:lnTo>
                  <a:pt x="482011" y="346820"/>
                </a:lnTo>
                <a:lnTo>
                  <a:pt x="482829" y="347235"/>
                </a:lnTo>
                <a:lnTo>
                  <a:pt x="483658" y="347629"/>
                </a:lnTo>
                <a:lnTo>
                  <a:pt x="484496" y="348001"/>
                </a:lnTo>
                <a:lnTo>
                  <a:pt x="485344" y="348353"/>
                </a:lnTo>
                <a:lnTo>
                  <a:pt x="486203" y="348683"/>
                </a:lnTo>
                <a:lnTo>
                  <a:pt x="487071" y="348991"/>
                </a:lnTo>
                <a:lnTo>
                  <a:pt x="487948" y="349279"/>
                </a:lnTo>
                <a:lnTo>
                  <a:pt x="488836" y="349545"/>
                </a:lnTo>
                <a:lnTo>
                  <a:pt x="489734" y="349789"/>
                </a:lnTo>
                <a:lnTo>
                  <a:pt x="490641" y="350013"/>
                </a:lnTo>
                <a:lnTo>
                  <a:pt x="491559" y="350215"/>
                </a:lnTo>
                <a:lnTo>
                  <a:pt x="492486" y="350396"/>
                </a:lnTo>
                <a:lnTo>
                  <a:pt x="493423" y="350556"/>
                </a:lnTo>
                <a:lnTo>
                  <a:pt x="494370" y="350694"/>
                </a:lnTo>
                <a:lnTo>
                  <a:pt x="495327" y="350811"/>
                </a:lnTo>
                <a:lnTo>
                  <a:pt x="496293" y="350907"/>
                </a:lnTo>
                <a:lnTo>
                  <a:pt x="497270" y="350981"/>
                </a:lnTo>
                <a:lnTo>
                  <a:pt x="498257" y="351035"/>
                </a:lnTo>
                <a:lnTo>
                  <a:pt x="499253" y="351067"/>
                </a:lnTo>
                <a:lnTo>
                  <a:pt x="500259" y="351077"/>
                </a:lnTo>
                <a:lnTo>
                  <a:pt x="501032" y="351072"/>
                </a:lnTo>
                <a:lnTo>
                  <a:pt x="501792" y="351056"/>
                </a:lnTo>
                <a:lnTo>
                  <a:pt x="502539" y="351029"/>
                </a:lnTo>
                <a:lnTo>
                  <a:pt x="503273" y="350991"/>
                </a:lnTo>
                <a:lnTo>
                  <a:pt x="503995" y="350943"/>
                </a:lnTo>
                <a:lnTo>
                  <a:pt x="504703" y="350884"/>
                </a:lnTo>
                <a:lnTo>
                  <a:pt x="505398" y="350814"/>
                </a:lnTo>
                <a:close/>
                <a:moveTo>
                  <a:pt x="497083" y="337260"/>
                </a:moveTo>
                <a:lnTo>
                  <a:pt x="496383" y="337132"/>
                </a:lnTo>
                <a:lnTo>
                  <a:pt x="495693" y="336986"/>
                </a:lnTo>
                <a:lnTo>
                  <a:pt x="495014" y="336823"/>
                </a:lnTo>
                <a:lnTo>
                  <a:pt x="494345" y="336644"/>
                </a:lnTo>
                <a:lnTo>
                  <a:pt x="493687" y="336447"/>
                </a:lnTo>
                <a:lnTo>
                  <a:pt x="493039" y="336233"/>
                </a:lnTo>
                <a:lnTo>
                  <a:pt x="492402" y="336002"/>
                </a:lnTo>
                <a:lnTo>
                  <a:pt x="491775" y="335754"/>
                </a:lnTo>
                <a:lnTo>
                  <a:pt x="491159" y="335488"/>
                </a:lnTo>
                <a:lnTo>
                  <a:pt x="490553" y="335206"/>
                </a:lnTo>
                <a:lnTo>
                  <a:pt x="489958" y="334906"/>
                </a:lnTo>
                <a:lnTo>
                  <a:pt x="489373" y="334590"/>
                </a:lnTo>
                <a:lnTo>
                  <a:pt x="488799" y="334256"/>
                </a:lnTo>
                <a:lnTo>
                  <a:pt x="488236" y="333905"/>
                </a:lnTo>
                <a:lnTo>
                  <a:pt x="487683" y="333537"/>
                </a:lnTo>
                <a:lnTo>
                  <a:pt x="487140" y="333152"/>
                </a:lnTo>
                <a:lnTo>
                  <a:pt x="486608" y="332750"/>
                </a:lnTo>
                <a:lnTo>
                  <a:pt x="486092" y="332328"/>
                </a:lnTo>
                <a:lnTo>
                  <a:pt x="485587" y="331894"/>
                </a:lnTo>
                <a:lnTo>
                  <a:pt x="485092" y="331448"/>
                </a:lnTo>
                <a:lnTo>
                  <a:pt x="484607" y="330991"/>
                </a:lnTo>
                <a:lnTo>
                  <a:pt x="484133" y="330521"/>
                </a:lnTo>
                <a:lnTo>
                  <a:pt x="483670" y="330040"/>
                </a:lnTo>
                <a:lnTo>
                  <a:pt x="483217" y="329547"/>
                </a:lnTo>
                <a:lnTo>
                  <a:pt x="482774" y="329042"/>
                </a:lnTo>
                <a:lnTo>
                  <a:pt x="482343" y="328525"/>
                </a:lnTo>
                <a:lnTo>
                  <a:pt x="481921" y="327997"/>
                </a:lnTo>
                <a:lnTo>
                  <a:pt x="481510" y="327456"/>
                </a:lnTo>
                <a:lnTo>
                  <a:pt x="481110" y="326904"/>
                </a:lnTo>
                <a:lnTo>
                  <a:pt x="480720" y="326340"/>
                </a:lnTo>
                <a:lnTo>
                  <a:pt x="480341" y="325764"/>
                </a:lnTo>
                <a:lnTo>
                  <a:pt x="479973" y="325176"/>
                </a:lnTo>
                <a:lnTo>
                  <a:pt x="479615" y="324576"/>
                </a:lnTo>
                <a:lnTo>
                  <a:pt x="479267" y="323965"/>
                </a:lnTo>
                <a:lnTo>
                  <a:pt x="478930" y="323341"/>
                </a:lnTo>
                <a:lnTo>
                  <a:pt x="478603" y="322706"/>
                </a:lnTo>
                <a:lnTo>
                  <a:pt x="478287" y="322059"/>
                </a:lnTo>
                <a:lnTo>
                  <a:pt x="477982" y="321400"/>
                </a:lnTo>
                <a:lnTo>
                  <a:pt x="477687" y="320729"/>
                </a:lnTo>
                <a:lnTo>
                  <a:pt x="477403" y="320046"/>
                </a:lnTo>
                <a:lnTo>
                  <a:pt x="477129" y="319352"/>
                </a:lnTo>
                <a:lnTo>
                  <a:pt x="476871" y="318643"/>
                </a:lnTo>
                <a:lnTo>
                  <a:pt x="476624" y="317927"/>
                </a:lnTo>
                <a:lnTo>
                  <a:pt x="476388" y="317205"/>
                </a:lnTo>
                <a:lnTo>
                  <a:pt x="476163" y="316476"/>
                </a:lnTo>
                <a:lnTo>
                  <a:pt x="475949" y="315741"/>
                </a:lnTo>
                <a:lnTo>
                  <a:pt x="475746" y="314999"/>
                </a:lnTo>
                <a:lnTo>
                  <a:pt x="475554" y="314251"/>
                </a:lnTo>
                <a:lnTo>
                  <a:pt x="475373" y="313496"/>
                </a:lnTo>
                <a:lnTo>
                  <a:pt x="475203" y="312734"/>
                </a:lnTo>
                <a:lnTo>
                  <a:pt x="475044" y="311966"/>
                </a:lnTo>
                <a:lnTo>
                  <a:pt x="474896" y="311191"/>
                </a:lnTo>
                <a:lnTo>
                  <a:pt x="474759" y="310409"/>
                </a:lnTo>
                <a:lnTo>
                  <a:pt x="474633" y="309621"/>
                </a:lnTo>
                <a:lnTo>
                  <a:pt x="474517" y="308827"/>
                </a:lnTo>
                <a:lnTo>
                  <a:pt x="474413" y="308026"/>
                </a:lnTo>
                <a:lnTo>
                  <a:pt x="474320" y="307218"/>
                </a:lnTo>
                <a:lnTo>
                  <a:pt x="474238" y="306404"/>
                </a:lnTo>
                <a:lnTo>
                  <a:pt x="474166" y="305583"/>
                </a:lnTo>
                <a:lnTo>
                  <a:pt x="474106" y="304755"/>
                </a:lnTo>
                <a:lnTo>
                  <a:pt x="474057" y="303921"/>
                </a:lnTo>
                <a:lnTo>
                  <a:pt x="474018" y="303080"/>
                </a:lnTo>
                <a:lnTo>
                  <a:pt x="473991" y="302233"/>
                </a:lnTo>
                <a:lnTo>
                  <a:pt x="473974" y="301379"/>
                </a:lnTo>
                <a:lnTo>
                  <a:pt x="473969" y="300519"/>
                </a:lnTo>
                <a:lnTo>
                  <a:pt x="473974" y="299669"/>
                </a:lnTo>
                <a:lnTo>
                  <a:pt x="473990" y="298827"/>
                </a:lnTo>
                <a:lnTo>
                  <a:pt x="474017" y="297991"/>
                </a:lnTo>
                <a:lnTo>
                  <a:pt x="474055" y="297162"/>
                </a:lnTo>
                <a:lnTo>
                  <a:pt x="474103" y="296341"/>
                </a:lnTo>
                <a:lnTo>
                  <a:pt x="474162" y="295526"/>
                </a:lnTo>
                <a:lnTo>
                  <a:pt x="474232" y="294719"/>
                </a:lnTo>
                <a:lnTo>
                  <a:pt x="474313" y="293918"/>
                </a:lnTo>
                <a:lnTo>
                  <a:pt x="474404" y="293125"/>
                </a:lnTo>
                <a:lnTo>
                  <a:pt x="474506" y="292338"/>
                </a:lnTo>
                <a:lnTo>
                  <a:pt x="474619" y="291559"/>
                </a:lnTo>
                <a:lnTo>
                  <a:pt x="474743" y="290786"/>
                </a:lnTo>
                <a:lnTo>
                  <a:pt x="474877" y="290021"/>
                </a:lnTo>
                <a:lnTo>
                  <a:pt x="475023" y="289263"/>
                </a:lnTo>
                <a:lnTo>
                  <a:pt x="475178" y="288511"/>
                </a:lnTo>
                <a:lnTo>
                  <a:pt x="475345" y="287767"/>
                </a:lnTo>
                <a:lnTo>
                  <a:pt x="475523" y="287030"/>
                </a:lnTo>
                <a:lnTo>
                  <a:pt x="475711" y="286299"/>
                </a:lnTo>
                <a:lnTo>
                  <a:pt x="475910" y="285576"/>
                </a:lnTo>
                <a:lnTo>
                  <a:pt x="476119" y="284860"/>
                </a:lnTo>
                <a:lnTo>
                  <a:pt x="476340" y="284151"/>
                </a:lnTo>
                <a:lnTo>
                  <a:pt x="476571" y="283448"/>
                </a:lnTo>
                <a:lnTo>
                  <a:pt x="476813" y="282753"/>
                </a:lnTo>
                <a:lnTo>
                  <a:pt x="477065" y="282065"/>
                </a:lnTo>
                <a:lnTo>
                  <a:pt x="477334" y="281381"/>
                </a:lnTo>
                <a:lnTo>
                  <a:pt x="477614" y="280709"/>
                </a:lnTo>
                <a:lnTo>
                  <a:pt x="477904" y="280050"/>
                </a:lnTo>
                <a:lnTo>
                  <a:pt x="478205" y="279402"/>
                </a:lnTo>
                <a:lnTo>
                  <a:pt x="478517" y="278766"/>
                </a:lnTo>
                <a:lnTo>
                  <a:pt x="478839" y="278143"/>
                </a:lnTo>
                <a:lnTo>
                  <a:pt x="479172" y="277531"/>
                </a:lnTo>
                <a:lnTo>
                  <a:pt x="479516" y="276932"/>
                </a:lnTo>
                <a:lnTo>
                  <a:pt x="479871" y="276345"/>
                </a:lnTo>
                <a:lnTo>
                  <a:pt x="480236" y="275769"/>
                </a:lnTo>
                <a:lnTo>
                  <a:pt x="480613" y="275206"/>
                </a:lnTo>
                <a:lnTo>
                  <a:pt x="481000" y="274655"/>
                </a:lnTo>
                <a:lnTo>
                  <a:pt x="481397" y="274116"/>
                </a:lnTo>
                <a:lnTo>
                  <a:pt x="481806" y="273589"/>
                </a:lnTo>
                <a:lnTo>
                  <a:pt x="482225" y="273074"/>
                </a:lnTo>
                <a:lnTo>
                  <a:pt x="482655" y="272571"/>
                </a:lnTo>
                <a:lnTo>
                  <a:pt x="483096" y="272081"/>
                </a:lnTo>
                <a:lnTo>
                  <a:pt x="483547" y="271602"/>
                </a:lnTo>
                <a:lnTo>
                  <a:pt x="484009" y="271135"/>
                </a:lnTo>
                <a:lnTo>
                  <a:pt x="484482" y="270681"/>
                </a:lnTo>
                <a:lnTo>
                  <a:pt x="484966" y="270238"/>
                </a:lnTo>
                <a:lnTo>
                  <a:pt x="485461" y="269808"/>
                </a:lnTo>
                <a:lnTo>
                  <a:pt x="485966" y="269389"/>
                </a:lnTo>
                <a:lnTo>
                  <a:pt x="486482" y="268983"/>
                </a:lnTo>
                <a:lnTo>
                  <a:pt x="487014" y="268586"/>
                </a:lnTo>
                <a:lnTo>
                  <a:pt x="487557" y="268206"/>
                </a:lnTo>
                <a:lnTo>
                  <a:pt x="488111" y="267843"/>
                </a:lnTo>
                <a:lnTo>
                  <a:pt x="488676" y="267496"/>
                </a:lnTo>
                <a:lnTo>
                  <a:pt x="489252" y="267167"/>
                </a:lnTo>
                <a:lnTo>
                  <a:pt x="489839" y="266854"/>
                </a:lnTo>
                <a:lnTo>
                  <a:pt x="490437" y="266558"/>
                </a:lnTo>
                <a:lnTo>
                  <a:pt x="491046" y="266280"/>
                </a:lnTo>
                <a:lnTo>
                  <a:pt x="491666" y="266018"/>
                </a:lnTo>
                <a:lnTo>
                  <a:pt x="492297" y="265773"/>
                </a:lnTo>
                <a:lnTo>
                  <a:pt x="492939" y="265545"/>
                </a:lnTo>
                <a:lnTo>
                  <a:pt x="493592" y="265333"/>
                </a:lnTo>
                <a:lnTo>
                  <a:pt x="494256" y="265139"/>
                </a:lnTo>
                <a:lnTo>
                  <a:pt x="494930" y="264962"/>
                </a:lnTo>
                <a:lnTo>
                  <a:pt x="495616" y="264801"/>
                </a:lnTo>
                <a:lnTo>
                  <a:pt x="496313" y="264658"/>
                </a:lnTo>
                <a:lnTo>
                  <a:pt x="497020" y="264531"/>
                </a:lnTo>
                <a:lnTo>
                  <a:pt x="497739" y="264421"/>
                </a:lnTo>
                <a:lnTo>
                  <a:pt x="498469" y="264328"/>
                </a:lnTo>
                <a:lnTo>
                  <a:pt x="499209" y="264252"/>
                </a:lnTo>
                <a:lnTo>
                  <a:pt x="499961" y="264193"/>
                </a:lnTo>
                <a:lnTo>
                  <a:pt x="500723" y="264151"/>
                </a:lnTo>
                <a:lnTo>
                  <a:pt x="501497" y="264125"/>
                </a:lnTo>
                <a:lnTo>
                  <a:pt x="502281" y="264117"/>
                </a:lnTo>
                <a:lnTo>
                  <a:pt x="503035" y="264125"/>
                </a:lnTo>
                <a:lnTo>
                  <a:pt x="503778" y="264149"/>
                </a:lnTo>
                <a:lnTo>
                  <a:pt x="504511" y="264189"/>
                </a:lnTo>
                <a:lnTo>
                  <a:pt x="505234" y="264245"/>
                </a:lnTo>
                <a:lnTo>
                  <a:pt x="505947" y="264317"/>
                </a:lnTo>
                <a:lnTo>
                  <a:pt x="506650" y="264405"/>
                </a:lnTo>
                <a:lnTo>
                  <a:pt x="507343" y="264509"/>
                </a:lnTo>
                <a:lnTo>
                  <a:pt x="508025" y="264629"/>
                </a:lnTo>
                <a:lnTo>
                  <a:pt x="508698" y="264766"/>
                </a:lnTo>
                <a:lnTo>
                  <a:pt x="509361" y="264918"/>
                </a:lnTo>
                <a:lnTo>
                  <a:pt x="510013" y="265086"/>
                </a:lnTo>
                <a:lnTo>
                  <a:pt x="510655" y="265270"/>
                </a:lnTo>
                <a:lnTo>
                  <a:pt x="511287" y="265470"/>
                </a:lnTo>
                <a:lnTo>
                  <a:pt x="511909" y="265687"/>
                </a:lnTo>
                <a:lnTo>
                  <a:pt x="512522" y="265919"/>
                </a:lnTo>
                <a:lnTo>
                  <a:pt x="513123" y="266167"/>
                </a:lnTo>
                <a:lnTo>
                  <a:pt x="513715" y="266432"/>
                </a:lnTo>
                <a:lnTo>
                  <a:pt x="514297" y="266712"/>
                </a:lnTo>
                <a:lnTo>
                  <a:pt x="514869" y="267008"/>
                </a:lnTo>
                <a:lnTo>
                  <a:pt x="515430" y="267321"/>
                </a:lnTo>
                <a:lnTo>
                  <a:pt x="515982" y="267649"/>
                </a:lnTo>
                <a:lnTo>
                  <a:pt x="516523" y="267993"/>
                </a:lnTo>
                <a:lnTo>
                  <a:pt x="517054" y="268354"/>
                </a:lnTo>
                <a:lnTo>
                  <a:pt x="517575" y="268730"/>
                </a:lnTo>
                <a:lnTo>
                  <a:pt x="518086" y="269116"/>
                </a:lnTo>
                <a:lnTo>
                  <a:pt x="518587" y="269514"/>
                </a:lnTo>
                <a:lnTo>
                  <a:pt x="519076" y="269925"/>
                </a:lnTo>
                <a:lnTo>
                  <a:pt x="519556" y="270349"/>
                </a:lnTo>
                <a:lnTo>
                  <a:pt x="520024" y="270785"/>
                </a:lnTo>
                <a:lnTo>
                  <a:pt x="520482" y="271235"/>
                </a:lnTo>
                <a:lnTo>
                  <a:pt x="520930" y="271696"/>
                </a:lnTo>
                <a:lnTo>
                  <a:pt x="521367" y="272171"/>
                </a:lnTo>
                <a:lnTo>
                  <a:pt x="521794" y="272658"/>
                </a:lnTo>
                <a:lnTo>
                  <a:pt x="522210" y="273159"/>
                </a:lnTo>
                <a:lnTo>
                  <a:pt x="522615" y="273671"/>
                </a:lnTo>
                <a:lnTo>
                  <a:pt x="523010" y="274197"/>
                </a:lnTo>
                <a:lnTo>
                  <a:pt x="523395" y="274735"/>
                </a:lnTo>
                <a:lnTo>
                  <a:pt x="523769" y="275286"/>
                </a:lnTo>
                <a:lnTo>
                  <a:pt x="524132" y="275850"/>
                </a:lnTo>
                <a:lnTo>
                  <a:pt x="524485" y="276426"/>
                </a:lnTo>
                <a:lnTo>
                  <a:pt x="524827" y="277016"/>
                </a:lnTo>
                <a:lnTo>
                  <a:pt x="525159" y="277618"/>
                </a:lnTo>
                <a:lnTo>
                  <a:pt x="525480" y="278232"/>
                </a:lnTo>
                <a:lnTo>
                  <a:pt x="525791" y="278860"/>
                </a:lnTo>
                <a:lnTo>
                  <a:pt x="526091" y="279500"/>
                </a:lnTo>
                <a:lnTo>
                  <a:pt x="526381" y="280152"/>
                </a:lnTo>
                <a:lnTo>
                  <a:pt x="526660" y="280818"/>
                </a:lnTo>
                <a:lnTo>
                  <a:pt x="526929" y="281496"/>
                </a:lnTo>
                <a:lnTo>
                  <a:pt x="527187" y="282180"/>
                </a:lnTo>
                <a:lnTo>
                  <a:pt x="527433" y="282874"/>
                </a:lnTo>
                <a:lnTo>
                  <a:pt x="527669" y="283577"/>
                </a:lnTo>
                <a:lnTo>
                  <a:pt x="527894" y="284289"/>
                </a:lnTo>
                <a:lnTo>
                  <a:pt x="528108" y="285011"/>
                </a:lnTo>
                <a:lnTo>
                  <a:pt x="528311" y="285742"/>
                </a:lnTo>
                <a:lnTo>
                  <a:pt x="528503" y="286483"/>
                </a:lnTo>
                <a:lnTo>
                  <a:pt x="528684" y="287233"/>
                </a:lnTo>
                <a:lnTo>
                  <a:pt x="528854" y="287993"/>
                </a:lnTo>
                <a:lnTo>
                  <a:pt x="529013" y="288762"/>
                </a:lnTo>
                <a:lnTo>
                  <a:pt x="529161" y="289540"/>
                </a:lnTo>
                <a:lnTo>
                  <a:pt x="529299" y="290328"/>
                </a:lnTo>
                <a:lnTo>
                  <a:pt x="529425" y="291126"/>
                </a:lnTo>
                <a:lnTo>
                  <a:pt x="529540" y="291932"/>
                </a:lnTo>
                <a:lnTo>
                  <a:pt x="529644" y="292748"/>
                </a:lnTo>
                <a:lnTo>
                  <a:pt x="529737" y="293574"/>
                </a:lnTo>
                <a:lnTo>
                  <a:pt x="529820" y="294409"/>
                </a:lnTo>
                <a:lnTo>
                  <a:pt x="529891" y="295254"/>
                </a:lnTo>
                <a:lnTo>
                  <a:pt x="529951" y="296108"/>
                </a:lnTo>
                <a:lnTo>
                  <a:pt x="530001" y="296971"/>
                </a:lnTo>
                <a:lnTo>
                  <a:pt x="530039" y="297844"/>
                </a:lnTo>
                <a:lnTo>
                  <a:pt x="530067" y="298726"/>
                </a:lnTo>
                <a:lnTo>
                  <a:pt x="530083" y="299618"/>
                </a:lnTo>
                <a:lnTo>
                  <a:pt x="530089" y="300519"/>
                </a:lnTo>
                <a:lnTo>
                  <a:pt x="530083" y="301431"/>
                </a:lnTo>
                <a:lnTo>
                  <a:pt x="530066" y="302334"/>
                </a:lnTo>
                <a:lnTo>
                  <a:pt x="530038" y="303228"/>
                </a:lnTo>
                <a:lnTo>
                  <a:pt x="529999" y="304112"/>
                </a:lnTo>
                <a:lnTo>
                  <a:pt x="529949" y="304988"/>
                </a:lnTo>
                <a:lnTo>
                  <a:pt x="529887" y="305855"/>
                </a:lnTo>
                <a:lnTo>
                  <a:pt x="529814" y="306713"/>
                </a:lnTo>
                <a:lnTo>
                  <a:pt x="529730" y="307562"/>
                </a:lnTo>
                <a:lnTo>
                  <a:pt x="529635" y="308402"/>
                </a:lnTo>
                <a:lnTo>
                  <a:pt x="529529" y="309233"/>
                </a:lnTo>
                <a:lnTo>
                  <a:pt x="529411" y="310055"/>
                </a:lnTo>
                <a:lnTo>
                  <a:pt x="529283" y="310868"/>
                </a:lnTo>
                <a:lnTo>
                  <a:pt x="529143" y="311671"/>
                </a:lnTo>
                <a:lnTo>
                  <a:pt x="528992" y="312466"/>
                </a:lnTo>
                <a:lnTo>
                  <a:pt x="528830" y="313252"/>
                </a:lnTo>
                <a:lnTo>
                  <a:pt x="528656" y="314029"/>
                </a:lnTo>
                <a:lnTo>
                  <a:pt x="528471" y="314797"/>
                </a:lnTo>
                <a:lnTo>
                  <a:pt x="528276" y="315556"/>
                </a:lnTo>
                <a:lnTo>
                  <a:pt x="528069" y="316306"/>
                </a:lnTo>
                <a:lnTo>
                  <a:pt x="527850" y="317047"/>
                </a:lnTo>
                <a:lnTo>
                  <a:pt x="527621" y="317779"/>
                </a:lnTo>
                <a:lnTo>
                  <a:pt x="527380" y="318502"/>
                </a:lnTo>
                <a:lnTo>
                  <a:pt x="527128" y="319216"/>
                </a:lnTo>
                <a:lnTo>
                  <a:pt x="526865" y="319921"/>
                </a:lnTo>
                <a:lnTo>
                  <a:pt x="526592" y="320610"/>
                </a:lnTo>
                <a:lnTo>
                  <a:pt x="526308" y="321286"/>
                </a:lnTo>
                <a:lnTo>
                  <a:pt x="526013" y="321950"/>
                </a:lnTo>
                <a:lnTo>
                  <a:pt x="525709" y="322601"/>
                </a:lnTo>
                <a:lnTo>
                  <a:pt x="525394" y="323240"/>
                </a:lnTo>
                <a:lnTo>
                  <a:pt x="525068" y="323867"/>
                </a:lnTo>
                <a:lnTo>
                  <a:pt x="524733" y="324480"/>
                </a:lnTo>
                <a:lnTo>
                  <a:pt x="524387" y="325082"/>
                </a:lnTo>
                <a:lnTo>
                  <a:pt x="524030" y="325671"/>
                </a:lnTo>
                <a:lnTo>
                  <a:pt x="523664" y="326247"/>
                </a:lnTo>
                <a:lnTo>
                  <a:pt x="523287" y="326811"/>
                </a:lnTo>
                <a:lnTo>
                  <a:pt x="522900" y="327362"/>
                </a:lnTo>
                <a:lnTo>
                  <a:pt x="522502" y="327901"/>
                </a:lnTo>
                <a:lnTo>
                  <a:pt x="522094" y="328427"/>
                </a:lnTo>
                <a:lnTo>
                  <a:pt x="521676" y="328941"/>
                </a:lnTo>
                <a:lnTo>
                  <a:pt x="521248" y="329442"/>
                </a:lnTo>
                <a:lnTo>
                  <a:pt x="520809" y="329931"/>
                </a:lnTo>
                <a:lnTo>
                  <a:pt x="520360" y="330408"/>
                </a:lnTo>
                <a:lnTo>
                  <a:pt x="519901" y="330871"/>
                </a:lnTo>
                <a:lnTo>
                  <a:pt x="519431" y="331323"/>
                </a:lnTo>
                <a:lnTo>
                  <a:pt x="518951" y="331761"/>
                </a:lnTo>
                <a:lnTo>
                  <a:pt x="518461" y="332188"/>
                </a:lnTo>
                <a:lnTo>
                  <a:pt x="517960" y="332601"/>
                </a:lnTo>
                <a:lnTo>
                  <a:pt x="517449" y="333003"/>
                </a:lnTo>
                <a:lnTo>
                  <a:pt x="516928" y="333384"/>
                </a:lnTo>
                <a:lnTo>
                  <a:pt x="516397" y="333750"/>
                </a:lnTo>
                <a:lnTo>
                  <a:pt x="515857" y="334099"/>
                </a:lnTo>
                <a:lnTo>
                  <a:pt x="515307" y="334432"/>
                </a:lnTo>
                <a:lnTo>
                  <a:pt x="514748" y="334748"/>
                </a:lnTo>
                <a:lnTo>
                  <a:pt x="514179" y="335049"/>
                </a:lnTo>
                <a:lnTo>
                  <a:pt x="513600" y="335333"/>
                </a:lnTo>
                <a:lnTo>
                  <a:pt x="513011" y="335601"/>
                </a:lnTo>
                <a:lnTo>
                  <a:pt x="512413" y="335852"/>
                </a:lnTo>
                <a:lnTo>
                  <a:pt x="511805" y="336088"/>
                </a:lnTo>
                <a:lnTo>
                  <a:pt x="511188" y="336307"/>
                </a:lnTo>
                <a:lnTo>
                  <a:pt x="510560" y="336510"/>
                </a:lnTo>
                <a:lnTo>
                  <a:pt x="509924" y="336697"/>
                </a:lnTo>
                <a:lnTo>
                  <a:pt x="509277" y="336867"/>
                </a:lnTo>
                <a:lnTo>
                  <a:pt x="508621" y="337022"/>
                </a:lnTo>
                <a:lnTo>
                  <a:pt x="507955" y="337160"/>
                </a:lnTo>
                <a:lnTo>
                  <a:pt x="507280" y="337281"/>
                </a:lnTo>
                <a:lnTo>
                  <a:pt x="506595" y="337387"/>
                </a:lnTo>
                <a:lnTo>
                  <a:pt x="505900" y="337476"/>
                </a:lnTo>
                <a:lnTo>
                  <a:pt x="505196" y="337549"/>
                </a:lnTo>
                <a:lnTo>
                  <a:pt x="504482" y="337606"/>
                </a:lnTo>
                <a:lnTo>
                  <a:pt x="503758" y="337647"/>
                </a:lnTo>
                <a:lnTo>
                  <a:pt x="503024" y="337671"/>
                </a:lnTo>
                <a:lnTo>
                  <a:pt x="502281" y="337679"/>
                </a:lnTo>
                <a:lnTo>
                  <a:pt x="501507" y="337671"/>
                </a:lnTo>
                <a:lnTo>
                  <a:pt x="500744" y="337645"/>
                </a:lnTo>
                <a:lnTo>
                  <a:pt x="499991" y="337602"/>
                </a:lnTo>
                <a:lnTo>
                  <a:pt x="499248" y="337542"/>
                </a:lnTo>
                <a:lnTo>
                  <a:pt x="498516" y="337465"/>
                </a:lnTo>
                <a:lnTo>
                  <a:pt x="497794" y="337371"/>
                </a:lnTo>
                <a:lnTo>
                  <a:pt x="497083" y="337260"/>
                </a:lnTo>
                <a:close/>
                <a:moveTo>
                  <a:pt x="79974" y="268021"/>
                </a:moveTo>
                <a:lnTo>
                  <a:pt x="79559" y="267263"/>
                </a:lnTo>
                <a:lnTo>
                  <a:pt x="79128" y="266518"/>
                </a:lnTo>
                <a:lnTo>
                  <a:pt x="78680" y="265788"/>
                </a:lnTo>
                <a:lnTo>
                  <a:pt x="78215" y="265072"/>
                </a:lnTo>
                <a:lnTo>
                  <a:pt x="77733" y="264370"/>
                </a:lnTo>
                <a:lnTo>
                  <a:pt x="77235" y="263681"/>
                </a:lnTo>
                <a:lnTo>
                  <a:pt x="76721" y="263007"/>
                </a:lnTo>
                <a:lnTo>
                  <a:pt x="76189" y="262347"/>
                </a:lnTo>
                <a:lnTo>
                  <a:pt x="75641" y="261701"/>
                </a:lnTo>
                <a:lnTo>
                  <a:pt x="75076" y="261069"/>
                </a:lnTo>
                <a:lnTo>
                  <a:pt x="74495" y="260451"/>
                </a:lnTo>
                <a:lnTo>
                  <a:pt x="73896" y="259847"/>
                </a:lnTo>
                <a:lnTo>
                  <a:pt x="73282" y="259258"/>
                </a:lnTo>
                <a:lnTo>
                  <a:pt x="72650" y="258682"/>
                </a:lnTo>
                <a:lnTo>
                  <a:pt x="72002" y="258120"/>
                </a:lnTo>
                <a:lnTo>
                  <a:pt x="71337" y="257572"/>
                </a:lnTo>
                <a:lnTo>
                  <a:pt x="70655" y="257039"/>
                </a:lnTo>
                <a:lnTo>
                  <a:pt x="69960" y="256523"/>
                </a:lnTo>
                <a:lnTo>
                  <a:pt x="69243" y="256029"/>
                </a:lnTo>
                <a:lnTo>
                  <a:pt x="68505" y="255557"/>
                </a:lnTo>
                <a:lnTo>
                  <a:pt x="67745" y="255108"/>
                </a:lnTo>
                <a:lnTo>
                  <a:pt x="66963" y="254680"/>
                </a:lnTo>
                <a:lnTo>
                  <a:pt x="66160" y="254274"/>
                </a:lnTo>
                <a:lnTo>
                  <a:pt x="65336" y="253890"/>
                </a:lnTo>
                <a:lnTo>
                  <a:pt x="64490" y="253528"/>
                </a:lnTo>
                <a:lnTo>
                  <a:pt x="63623" y="253188"/>
                </a:lnTo>
                <a:lnTo>
                  <a:pt x="62734" y="252869"/>
                </a:lnTo>
                <a:lnTo>
                  <a:pt x="61823" y="252573"/>
                </a:lnTo>
                <a:lnTo>
                  <a:pt x="60891" y="252299"/>
                </a:lnTo>
                <a:lnTo>
                  <a:pt x="59938" y="252046"/>
                </a:lnTo>
                <a:lnTo>
                  <a:pt x="58963" y="251816"/>
                </a:lnTo>
                <a:lnTo>
                  <a:pt x="57966" y="251608"/>
                </a:lnTo>
                <a:lnTo>
                  <a:pt x="56948" y="251421"/>
                </a:lnTo>
                <a:lnTo>
                  <a:pt x="55909" y="251257"/>
                </a:lnTo>
                <a:lnTo>
                  <a:pt x="54848" y="251114"/>
                </a:lnTo>
                <a:lnTo>
                  <a:pt x="53765" y="250993"/>
                </a:lnTo>
                <a:lnTo>
                  <a:pt x="52661" y="250894"/>
                </a:lnTo>
                <a:lnTo>
                  <a:pt x="51536" y="250818"/>
                </a:lnTo>
                <a:lnTo>
                  <a:pt x="50389" y="250763"/>
                </a:lnTo>
                <a:lnTo>
                  <a:pt x="49220" y="250730"/>
                </a:lnTo>
                <a:lnTo>
                  <a:pt x="48030" y="250719"/>
                </a:lnTo>
                <a:lnTo>
                  <a:pt x="47181" y="250725"/>
                </a:lnTo>
                <a:lnTo>
                  <a:pt x="46339" y="250744"/>
                </a:lnTo>
                <a:lnTo>
                  <a:pt x="45505" y="250775"/>
                </a:lnTo>
                <a:lnTo>
                  <a:pt x="44677" y="250819"/>
                </a:lnTo>
                <a:lnTo>
                  <a:pt x="43858" y="250875"/>
                </a:lnTo>
                <a:lnTo>
                  <a:pt x="43046" y="250944"/>
                </a:lnTo>
                <a:lnTo>
                  <a:pt x="42241" y="251025"/>
                </a:lnTo>
                <a:lnTo>
                  <a:pt x="41444" y="251119"/>
                </a:lnTo>
                <a:lnTo>
                  <a:pt x="40654" y="251225"/>
                </a:lnTo>
                <a:lnTo>
                  <a:pt x="39872" y="251344"/>
                </a:lnTo>
                <a:lnTo>
                  <a:pt x="39097" y="251476"/>
                </a:lnTo>
                <a:lnTo>
                  <a:pt x="38330" y="251619"/>
                </a:lnTo>
                <a:lnTo>
                  <a:pt x="37570" y="251776"/>
                </a:lnTo>
                <a:lnTo>
                  <a:pt x="36817" y="251945"/>
                </a:lnTo>
                <a:lnTo>
                  <a:pt x="36072" y="252126"/>
                </a:lnTo>
                <a:lnTo>
                  <a:pt x="35335" y="252320"/>
                </a:lnTo>
                <a:lnTo>
                  <a:pt x="34605" y="252526"/>
                </a:lnTo>
                <a:lnTo>
                  <a:pt x="33882" y="252745"/>
                </a:lnTo>
                <a:lnTo>
                  <a:pt x="33167" y="252977"/>
                </a:lnTo>
                <a:lnTo>
                  <a:pt x="32459" y="253220"/>
                </a:lnTo>
                <a:lnTo>
                  <a:pt x="31759" y="253477"/>
                </a:lnTo>
                <a:lnTo>
                  <a:pt x="31066" y="253746"/>
                </a:lnTo>
                <a:lnTo>
                  <a:pt x="30381" y="254027"/>
                </a:lnTo>
                <a:lnTo>
                  <a:pt x="29703" y="254321"/>
                </a:lnTo>
                <a:lnTo>
                  <a:pt x="29040" y="254626"/>
                </a:lnTo>
                <a:lnTo>
                  <a:pt x="28389" y="254940"/>
                </a:lnTo>
                <a:lnTo>
                  <a:pt x="27749" y="255264"/>
                </a:lnTo>
                <a:lnTo>
                  <a:pt x="27121" y="255597"/>
                </a:lnTo>
                <a:lnTo>
                  <a:pt x="26504" y="255940"/>
                </a:lnTo>
                <a:lnTo>
                  <a:pt x="25899" y="256292"/>
                </a:lnTo>
                <a:lnTo>
                  <a:pt x="25306" y="256654"/>
                </a:lnTo>
                <a:lnTo>
                  <a:pt x="24724" y="257025"/>
                </a:lnTo>
                <a:lnTo>
                  <a:pt x="24154" y="257405"/>
                </a:lnTo>
                <a:lnTo>
                  <a:pt x="23596" y="257795"/>
                </a:lnTo>
                <a:lnTo>
                  <a:pt x="23049" y="258194"/>
                </a:lnTo>
                <a:lnTo>
                  <a:pt x="22514" y="258603"/>
                </a:lnTo>
                <a:lnTo>
                  <a:pt x="21991" y="259021"/>
                </a:lnTo>
                <a:lnTo>
                  <a:pt x="21479" y="259449"/>
                </a:lnTo>
                <a:lnTo>
                  <a:pt x="20979" y="259886"/>
                </a:lnTo>
                <a:lnTo>
                  <a:pt x="20490" y="260332"/>
                </a:lnTo>
                <a:lnTo>
                  <a:pt x="20013" y="260788"/>
                </a:lnTo>
                <a:lnTo>
                  <a:pt x="19548" y="261253"/>
                </a:lnTo>
                <a:lnTo>
                  <a:pt x="19094" y="261728"/>
                </a:lnTo>
                <a:lnTo>
                  <a:pt x="18652" y="262212"/>
                </a:lnTo>
                <a:lnTo>
                  <a:pt x="18222" y="262706"/>
                </a:lnTo>
                <a:lnTo>
                  <a:pt x="17803" y="263209"/>
                </a:lnTo>
                <a:lnTo>
                  <a:pt x="17396" y="263721"/>
                </a:lnTo>
                <a:lnTo>
                  <a:pt x="17000" y="264243"/>
                </a:lnTo>
                <a:lnTo>
                  <a:pt x="16624" y="264773"/>
                </a:lnTo>
                <a:lnTo>
                  <a:pt x="16263" y="265310"/>
                </a:lnTo>
                <a:lnTo>
                  <a:pt x="15919" y="265853"/>
                </a:lnTo>
                <a:lnTo>
                  <a:pt x="15591" y="266403"/>
                </a:lnTo>
                <a:lnTo>
                  <a:pt x="15278" y="266959"/>
                </a:lnTo>
                <a:lnTo>
                  <a:pt x="14982" y="267522"/>
                </a:lnTo>
                <a:lnTo>
                  <a:pt x="14702" y="268091"/>
                </a:lnTo>
                <a:lnTo>
                  <a:pt x="14437" y="268667"/>
                </a:lnTo>
                <a:lnTo>
                  <a:pt x="14189" y="269250"/>
                </a:lnTo>
                <a:lnTo>
                  <a:pt x="13957" y="269839"/>
                </a:lnTo>
                <a:lnTo>
                  <a:pt x="13740" y="270435"/>
                </a:lnTo>
                <a:lnTo>
                  <a:pt x="13540" y="271037"/>
                </a:lnTo>
                <a:lnTo>
                  <a:pt x="13356" y="271646"/>
                </a:lnTo>
                <a:lnTo>
                  <a:pt x="13188" y="272261"/>
                </a:lnTo>
                <a:lnTo>
                  <a:pt x="13036" y="272884"/>
                </a:lnTo>
                <a:lnTo>
                  <a:pt x="12899" y="273512"/>
                </a:lnTo>
                <a:lnTo>
                  <a:pt x="12779" y="274148"/>
                </a:lnTo>
                <a:lnTo>
                  <a:pt x="12675" y="274789"/>
                </a:lnTo>
                <a:lnTo>
                  <a:pt x="12587" y="275438"/>
                </a:lnTo>
                <a:lnTo>
                  <a:pt x="12515" y="276093"/>
                </a:lnTo>
                <a:lnTo>
                  <a:pt x="12459" y="276754"/>
                </a:lnTo>
                <a:lnTo>
                  <a:pt x="12419" y="277423"/>
                </a:lnTo>
                <a:lnTo>
                  <a:pt x="12395" y="278097"/>
                </a:lnTo>
                <a:lnTo>
                  <a:pt x="12387" y="278779"/>
                </a:lnTo>
                <a:lnTo>
                  <a:pt x="12398" y="279610"/>
                </a:lnTo>
                <a:lnTo>
                  <a:pt x="12430" y="280430"/>
                </a:lnTo>
                <a:lnTo>
                  <a:pt x="12484" y="281239"/>
                </a:lnTo>
                <a:lnTo>
                  <a:pt x="12559" y="282035"/>
                </a:lnTo>
                <a:lnTo>
                  <a:pt x="12656" y="282820"/>
                </a:lnTo>
                <a:lnTo>
                  <a:pt x="12774" y="283594"/>
                </a:lnTo>
                <a:lnTo>
                  <a:pt x="12914" y="284355"/>
                </a:lnTo>
                <a:lnTo>
                  <a:pt x="13075" y="285106"/>
                </a:lnTo>
                <a:lnTo>
                  <a:pt x="13258" y="285844"/>
                </a:lnTo>
                <a:lnTo>
                  <a:pt x="13462" y="286571"/>
                </a:lnTo>
                <a:lnTo>
                  <a:pt x="13688" y="287286"/>
                </a:lnTo>
                <a:lnTo>
                  <a:pt x="13935" y="287990"/>
                </a:lnTo>
                <a:lnTo>
                  <a:pt x="14204" y="288682"/>
                </a:lnTo>
                <a:lnTo>
                  <a:pt x="14494" y="289362"/>
                </a:lnTo>
                <a:lnTo>
                  <a:pt x="14806" y="290031"/>
                </a:lnTo>
                <a:lnTo>
                  <a:pt x="15139" y="290688"/>
                </a:lnTo>
                <a:lnTo>
                  <a:pt x="15494" y="291334"/>
                </a:lnTo>
                <a:lnTo>
                  <a:pt x="15871" y="291967"/>
                </a:lnTo>
                <a:lnTo>
                  <a:pt x="16268" y="292590"/>
                </a:lnTo>
                <a:lnTo>
                  <a:pt x="16688" y="293200"/>
                </a:lnTo>
                <a:lnTo>
                  <a:pt x="17129" y="293799"/>
                </a:lnTo>
                <a:lnTo>
                  <a:pt x="17591" y="294386"/>
                </a:lnTo>
                <a:lnTo>
                  <a:pt x="18075" y="294962"/>
                </a:lnTo>
                <a:lnTo>
                  <a:pt x="18580" y="295526"/>
                </a:lnTo>
                <a:lnTo>
                  <a:pt x="19114" y="296073"/>
                </a:lnTo>
                <a:lnTo>
                  <a:pt x="19672" y="296608"/>
                </a:lnTo>
                <a:lnTo>
                  <a:pt x="20255" y="297131"/>
                </a:lnTo>
                <a:lnTo>
                  <a:pt x="20862" y="297642"/>
                </a:lnTo>
                <a:lnTo>
                  <a:pt x="21494" y="298140"/>
                </a:lnTo>
                <a:lnTo>
                  <a:pt x="22151" y="298627"/>
                </a:lnTo>
                <a:lnTo>
                  <a:pt x="22832" y="299101"/>
                </a:lnTo>
                <a:lnTo>
                  <a:pt x="23538" y="299564"/>
                </a:lnTo>
                <a:lnTo>
                  <a:pt x="24268" y="300014"/>
                </a:lnTo>
                <a:lnTo>
                  <a:pt x="25023" y="300453"/>
                </a:lnTo>
                <a:lnTo>
                  <a:pt x="25802" y="300879"/>
                </a:lnTo>
                <a:lnTo>
                  <a:pt x="26606" y="301293"/>
                </a:lnTo>
                <a:lnTo>
                  <a:pt x="27435" y="301695"/>
                </a:lnTo>
                <a:lnTo>
                  <a:pt x="28288" y="302085"/>
                </a:lnTo>
                <a:lnTo>
                  <a:pt x="29166" y="302463"/>
                </a:lnTo>
                <a:lnTo>
                  <a:pt x="30068" y="302829"/>
                </a:lnTo>
                <a:lnTo>
                  <a:pt x="30995" y="303183"/>
                </a:lnTo>
                <a:lnTo>
                  <a:pt x="31947" y="303525"/>
                </a:lnTo>
                <a:lnTo>
                  <a:pt x="32923" y="303854"/>
                </a:lnTo>
                <a:lnTo>
                  <a:pt x="33923" y="304172"/>
                </a:lnTo>
                <a:lnTo>
                  <a:pt x="34948" y="304478"/>
                </a:lnTo>
                <a:lnTo>
                  <a:pt x="35998" y="304771"/>
                </a:lnTo>
                <a:lnTo>
                  <a:pt x="37073" y="305053"/>
                </a:lnTo>
                <a:lnTo>
                  <a:pt x="38172" y="305322"/>
                </a:lnTo>
                <a:lnTo>
                  <a:pt x="54350" y="309114"/>
                </a:lnTo>
                <a:lnTo>
                  <a:pt x="54955" y="309259"/>
                </a:lnTo>
                <a:lnTo>
                  <a:pt x="55546" y="309410"/>
                </a:lnTo>
                <a:lnTo>
                  <a:pt x="56124" y="309568"/>
                </a:lnTo>
                <a:lnTo>
                  <a:pt x="56689" y="309732"/>
                </a:lnTo>
                <a:lnTo>
                  <a:pt x="57240" y="309902"/>
                </a:lnTo>
                <a:lnTo>
                  <a:pt x="57779" y="310078"/>
                </a:lnTo>
                <a:lnTo>
                  <a:pt x="58304" y="310260"/>
                </a:lnTo>
                <a:lnTo>
                  <a:pt x="58816" y="310448"/>
                </a:lnTo>
                <a:lnTo>
                  <a:pt x="59315" y="310642"/>
                </a:lnTo>
                <a:lnTo>
                  <a:pt x="59801" y="310843"/>
                </a:lnTo>
                <a:lnTo>
                  <a:pt x="60274" y="311050"/>
                </a:lnTo>
                <a:lnTo>
                  <a:pt x="60733" y="311263"/>
                </a:lnTo>
                <a:lnTo>
                  <a:pt x="61180" y="311482"/>
                </a:lnTo>
                <a:lnTo>
                  <a:pt x="61613" y="311707"/>
                </a:lnTo>
                <a:lnTo>
                  <a:pt x="62033" y="311938"/>
                </a:lnTo>
                <a:lnTo>
                  <a:pt x="62440" y="312175"/>
                </a:lnTo>
                <a:lnTo>
                  <a:pt x="62833" y="312419"/>
                </a:lnTo>
                <a:lnTo>
                  <a:pt x="63214" y="312669"/>
                </a:lnTo>
                <a:lnTo>
                  <a:pt x="63581" y="312925"/>
                </a:lnTo>
                <a:lnTo>
                  <a:pt x="63935" y="313187"/>
                </a:lnTo>
                <a:lnTo>
                  <a:pt x="64276" y="313455"/>
                </a:lnTo>
                <a:lnTo>
                  <a:pt x="64604" y="313729"/>
                </a:lnTo>
                <a:lnTo>
                  <a:pt x="64919" y="314009"/>
                </a:lnTo>
                <a:lnTo>
                  <a:pt x="65220" y="314296"/>
                </a:lnTo>
                <a:lnTo>
                  <a:pt x="65509" y="314583"/>
                </a:lnTo>
                <a:lnTo>
                  <a:pt x="65786" y="314876"/>
                </a:lnTo>
                <a:lnTo>
                  <a:pt x="66050" y="315175"/>
                </a:lnTo>
                <a:lnTo>
                  <a:pt x="66302" y="315479"/>
                </a:lnTo>
                <a:lnTo>
                  <a:pt x="66541" y="315789"/>
                </a:lnTo>
                <a:lnTo>
                  <a:pt x="66769" y="316105"/>
                </a:lnTo>
                <a:lnTo>
                  <a:pt x="66984" y="316427"/>
                </a:lnTo>
                <a:lnTo>
                  <a:pt x="67186" y="316754"/>
                </a:lnTo>
                <a:lnTo>
                  <a:pt x="67377" y="317087"/>
                </a:lnTo>
                <a:lnTo>
                  <a:pt x="67555" y="317425"/>
                </a:lnTo>
                <a:lnTo>
                  <a:pt x="67721" y="317769"/>
                </a:lnTo>
                <a:lnTo>
                  <a:pt x="67875" y="318119"/>
                </a:lnTo>
                <a:lnTo>
                  <a:pt x="68016" y="318475"/>
                </a:lnTo>
                <a:lnTo>
                  <a:pt x="68145" y="318837"/>
                </a:lnTo>
                <a:lnTo>
                  <a:pt x="68262" y="319204"/>
                </a:lnTo>
                <a:lnTo>
                  <a:pt x="68366" y="319577"/>
                </a:lnTo>
                <a:lnTo>
                  <a:pt x="68458" y="319955"/>
                </a:lnTo>
                <a:lnTo>
                  <a:pt x="68538" y="320339"/>
                </a:lnTo>
                <a:lnTo>
                  <a:pt x="68606" y="320729"/>
                </a:lnTo>
                <a:lnTo>
                  <a:pt x="68661" y="321125"/>
                </a:lnTo>
                <a:lnTo>
                  <a:pt x="68704" y="321526"/>
                </a:lnTo>
                <a:lnTo>
                  <a:pt x="68735" y="321933"/>
                </a:lnTo>
                <a:lnTo>
                  <a:pt x="68753" y="322346"/>
                </a:lnTo>
                <a:lnTo>
                  <a:pt x="68759" y="322765"/>
                </a:lnTo>
                <a:lnTo>
                  <a:pt x="68749" y="323283"/>
                </a:lnTo>
                <a:lnTo>
                  <a:pt x="68716" y="323795"/>
                </a:lnTo>
                <a:lnTo>
                  <a:pt x="68663" y="324301"/>
                </a:lnTo>
                <a:lnTo>
                  <a:pt x="68587" y="324801"/>
                </a:lnTo>
                <a:lnTo>
                  <a:pt x="68491" y="325295"/>
                </a:lnTo>
                <a:lnTo>
                  <a:pt x="68372" y="325782"/>
                </a:lnTo>
                <a:lnTo>
                  <a:pt x="68232" y="326264"/>
                </a:lnTo>
                <a:lnTo>
                  <a:pt x="68071" y="326739"/>
                </a:lnTo>
                <a:lnTo>
                  <a:pt x="67888" y="327208"/>
                </a:lnTo>
                <a:lnTo>
                  <a:pt x="67684" y="327671"/>
                </a:lnTo>
                <a:lnTo>
                  <a:pt x="67458" y="328128"/>
                </a:lnTo>
                <a:lnTo>
                  <a:pt x="67211" y="328579"/>
                </a:lnTo>
                <a:lnTo>
                  <a:pt x="66942" y="329023"/>
                </a:lnTo>
                <a:lnTo>
                  <a:pt x="66652" y="329462"/>
                </a:lnTo>
                <a:lnTo>
                  <a:pt x="66340" y="329894"/>
                </a:lnTo>
                <a:lnTo>
                  <a:pt x="66007" y="330320"/>
                </a:lnTo>
                <a:lnTo>
                  <a:pt x="65652" y="330740"/>
                </a:lnTo>
                <a:lnTo>
                  <a:pt x="65276" y="331154"/>
                </a:lnTo>
                <a:lnTo>
                  <a:pt x="64878" y="331562"/>
                </a:lnTo>
                <a:lnTo>
                  <a:pt x="64458" y="331963"/>
                </a:lnTo>
                <a:lnTo>
                  <a:pt x="64018" y="332359"/>
                </a:lnTo>
                <a:lnTo>
                  <a:pt x="63555" y="332748"/>
                </a:lnTo>
                <a:lnTo>
                  <a:pt x="63071" y="333131"/>
                </a:lnTo>
                <a:lnTo>
                  <a:pt x="62566" y="333508"/>
                </a:lnTo>
                <a:lnTo>
                  <a:pt x="62048" y="333869"/>
                </a:lnTo>
                <a:lnTo>
                  <a:pt x="61514" y="334215"/>
                </a:lnTo>
                <a:lnTo>
                  <a:pt x="60966" y="334545"/>
                </a:lnTo>
                <a:lnTo>
                  <a:pt x="60403" y="334860"/>
                </a:lnTo>
                <a:lnTo>
                  <a:pt x="59825" y="335159"/>
                </a:lnTo>
                <a:lnTo>
                  <a:pt x="59232" y="335444"/>
                </a:lnTo>
                <a:lnTo>
                  <a:pt x="58624" y="335712"/>
                </a:lnTo>
                <a:lnTo>
                  <a:pt x="58002" y="335966"/>
                </a:lnTo>
                <a:lnTo>
                  <a:pt x="57364" y="336204"/>
                </a:lnTo>
                <a:lnTo>
                  <a:pt x="56711" y="336427"/>
                </a:lnTo>
                <a:lnTo>
                  <a:pt x="56044" y="336634"/>
                </a:lnTo>
                <a:lnTo>
                  <a:pt x="55361" y="336826"/>
                </a:lnTo>
                <a:lnTo>
                  <a:pt x="54664" y="337003"/>
                </a:lnTo>
                <a:lnTo>
                  <a:pt x="53952" y="337164"/>
                </a:lnTo>
                <a:lnTo>
                  <a:pt x="53225" y="337310"/>
                </a:lnTo>
                <a:lnTo>
                  <a:pt x="52482" y="337441"/>
                </a:lnTo>
                <a:lnTo>
                  <a:pt x="51725" y="337556"/>
                </a:lnTo>
                <a:lnTo>
                  <a:pt x="50953" y="337656"/>
                </a:lnTo>
                <a:lnTo>
                  <a:pt x="50166" y="337740"/>
                </a:lnTo>
                <a:lnTo>
                  <a:pt x="49365" y="337809"/>
                </a:lnTo>
                <a:lnTo>
                  <a:pt x="48548" y="337863"/>
                </a:lnTo>
                <a:lnTo>
                  <a:pt x="47716" y="337901"/>
                </a:lnTo>
                <a:lnTo>
                  <a:pt x="46870" y="337924"/>
                </a:lnTo>
                <a:lnTo>
                  <a:pt x="46008" y="337932"/>
                </a:lnTo>
                <a:lnTo>
                  <a:pt x="45250" y="337925"/>
                </a:lnTo>
                <a:lnTo>
                  <a:pt x="44505" y="337905"/>
                </a:lnTo>
                <a:lnTo>
                  <a:pt x="43771" y="337871"/>
                </a:lnTo>
                <a:lnTo>
                  <a:pt x="43050" y="337823"/>
                </a:lnTo>
                <a:lnTo>
                  <a:pt x="42341" y="337762"/>
                </a:lnTo>
                <a:lnTo>
                  <a:pt x="41643" y="337687"/>
                </a:lnTo>
                <a:lnTo>
                  <a:pt x="40958" y="337599"/>
                </a:lnTo>
                <a:lnTo>
                  <a:pt x="40285" y="337497"/>
                </a:lnTo>
                <a:lnTo>
                  <a:pt x="39624" y="337381"/>
                </a:lnTo>
                <a:lnTo>
                  <a:pt x="38975" y="337252"/>
                </a:lnTo>
                <a:lnTo>
                  <a:pt x="38338" y="337109"/>
                </a:lnTo>
                <a:lnTo>
                  <a:pt x="37713" y="336952"/>
                </a:lnTo>
                <a:lnTo>
                  <a:pt x="37101" y="336782"/>
                </a:lnTo>
                <a:lnTo>
                  <a:pt x="36500" y="336599"/>
                </a:lnTo>
                <a:lnTo>
                  <a:pt x="35911" y="336401"/>
                </a:lnTo>
                <a:lnTo>
                  <a:pt x="35335" y="336191"/>
                </a:lnTo>
                <a:lnTo>
                  <a:pt x="34770" y="335966"/>
                </a:lnTo>
                <a:lnTo>
                  <a:pt x="34218" y="335728"/>
                </a:lnTo>
                <a:lnTo>
                  <a:pt x="33677" y="335476"/>
                </a:lnTo>
                <a:lnTo>
                  <a:pt x="33149" y="335211"/>
                </a:lnTo>
                <a:lnTo>
                  <a:pt x="32633" y="334932"/>
                </a:lnTo>
                <a:lnTo>
                  <a:pt x="32129" y="334640"/>
                </a:lnTo>
                <a:lnTo>
                  <a:pt x="31637" y="334333"/>
                </a:lnTo>
                <a:lnTo>
                  <a:pt x="31157" y="334014"/>
                </a:lnTo>
                <a:lnTo>
                  <a:pt x="30694" y="333680"/>
                </a:lnTo>
                <a:lnTo>
                  <a:pt x="30244" y="333334"/>
                </a:lnTo>
                <a:lnTo>
                  <a:pt x="29807" y="332973"/>
                </a:lnTo>
                <a:lnTo>
                  <a:pt x="29382" y="332599"/>
                </a:lnTo>
                <a:lnTo>
                  <a:pt x="28969" y="332211"/>
                </a:lnTo>
                <a:lnTo>
                  <a:pt x="28569" y="331810"/>
                </a:lnTo>
                <a:lnTo>
                  <a:pt x="28182" y="331395"/>
                </a:lnTo>
                <a:lnTo>
                  <a:pt x="27807" y="330966"/>
                </a:lnTo>
                <a:lnTo>
                  <a:pt x="27445" y="330524"/>
                </a:lnTo>
                <a:lnTo>
                  <a:pt x="27095" y="330068"/>
                </a:lnTo>
                <a:lnTo>
                  <a:pt x="26757" y="329599"/>
                </a:lnTo>
                <a:lnTo>
                  <a:pt x="26433" y="329116"/>
                </a:lnTo>
                <a:lnTo>
                  <a:pt x="26120" y="328619"/>
                </a:lnTo>
                <a:lnTo>
                  <a:pt x="25820" y="328109"/>
                </a:lnTo>
                <a:lnTo>
                  <a:pt x="25533" y="327585"/>
                </a:lnTo>
                <a:lnTo>
                  <a:pt x="25258" y="327048"/>
                </a:lnTo>
                <a:lnTo>
                  <a:pt x="24996" y="326497"/>
                </a:lnTo>
                <a:lnTo>
                  <a:pt x="24746" y="325932"/>
                </a:lnTo>
                <a:lnTo>
                  <a:pt x="24509" y="325354"/>
                </a:lnTo>
                <a:lnTo>
                  <a:pt x="24284" y="324762"/>
                </a:lnTo>
                <a:lnTo>
                  <a:pt x="24072" y="324157"/>
                </a:lnTo>
                <a:lnTo>
                  <a:pt x="23872" y="323538"/>
                </a:lnTo>
                <a:lnTo>
                  <a:pt x="23684" y="322905"/>
                </a:lnTo>
                <a:lnTo>
                  <a:pt x="23510" y="322259"/>
                </a:lnTo>
                <a:lnTo>
                  <a:pt x="9353" y="325798"/>
                </a:lnTo>
                <a:lnTo>
                  <a:pt x="9582" y="326820"/>
                </a:lnTo>
                <a:lnTo>
                  <a:pt x="9835" y="327821"/>
                </a:lnTo>
                <a:lnTo>
                  <a:pt x="10113" y="328802"/>
                </a:lnTo>
                <a:lnTo>
                  <a:pt x="10415" y="329762"/>
                </a:lnTo>
                <a:lnTo>
                  <a:pt x="10743" y="330701"/>
                </a:lnTo>
                <a:lnTo>
                  <a:pt x="11095" y="331620"/>
                </a:lnTo>
                <a:lnTo>
                  <a:pt x="11472" y="332518"/>
                </a:lnTo>
                <a:lnTo>
                  <a:pt x="11874" y="333396"/>
                </a:lnTo>
                <a:lnTo>
                  <a:pt x="12301" y="334253"/>
                </a:lnTo>
                <a:lnTo>
                  <a:pt x="12752" y="335089"/>
                </a:lnTo>
                <a:lnTo>
                  <a:pt x="13229" y="335905"/>
                </a:lnTo>
                <a:lnTo>
                  <a:pt x="13730" y="336700"/>
                </a:lnTo>
                <a:lnTo>
                  <a:pt x="14256" y="337474"/>
                </a:lnTo>
                <a:lnTo>
                  <a:pt x="14806" y="338228"/>
                </a:lnTo>
                <a:lnTo>
                  <a:pt x="15382" y="338961"/>
                </a:lnTo>
                <a:lnTo>
                  <a:pt x="15982" y="339673"/>
                </a:lnTo>
                <a:lnTo>
                  <a:pt x="16607" y="340365"/>
                </a:lnTo>
                <a:lnTo>
                  <a:pt x="17257" y="341037"/>
                </a:lnTo>
                <a:lnTo>
                  <a:pt x="17932" y="341687"/>
                </a:lnTo>
                <a:lnTo>
                  <a:pt x="18631" y="342317"/>
                </a:lnTo>
                <a:lnTo>
                  <a:pt x="19355" y="342927"/>
                </a:lnTo>
                <a:lnTo>
                  <a:pt x="20104" y="343515"/>
                </a:lnTo>
                <a:lnTo>
                  <a:pt x="20878" y="344084"/>
                </a:lnTo>
                <a:lnTo>
                  <a:pt x="21677" y="344631"/>
                </a:lnTo>
                <a:lnTo>
                  <a:pt x="22497" y="345157"/>
                </a:lnTo>
                <a:lnTo>
                  <a:pt x="23335" y="345661"/>
                </a:lnTo>
                <a:lnTo>
                  <a:pt x="24190" y="346142"/>
                </a:lnTo>
                <a:lnTo>
                  <a:pt x="25063" y="346601"/>
                </a:lnTo>
                <a:lnTo>
                  <a:pt x="25954" y="347037"/>
                </a:lnTo>
                <a:lnTo>
                  <a:pt x="26863" y="347451"/>
                </a:lnTo>
                <a:lnTo>
                  <a:pt x="27790" y="347843"/>
                </a:lnTo>
                <a:lnTo>
                  <a:pt x="28734" y="348212"/>
                </a:lnTo>
                <a:lnTo>
                  <a:pt x="29696" y="348559"/>
                </a:lnTo>
                <a:lnTo>
                  <a:pt x="30676" y="348884"/>
                </a:lnTo>
                <a:lnTo>
                  <a:pt x="31674" y="349186"/>
                </a:lnTo>
                <a:lnTo>
                  <a:pt x="32689" y="349466"/>
                </a:lnTo>
                <a:lnTo>
                  <a:pt x="33722" y="349723"/>
                </a:lnTo>
                <a:lnTo>
                  <a:pt x="34773" y="349958"/>
                </a:lnTo>
                <a:lnTo>
                  <a:pt x="35842" y="350171"/>
                </a:lnTo>
                <a:lnTo>
                  <a:pt x="36929" y="350361"/>
                </a:lnTo>
                <a:lnTo>
                  <a:pt x="38033" y="350529"/>
                </a:lnTo>
                <a:lnTo>
                  <a:pt x="39155" y="350674"/>
                </a:lnTo>
                <a:lnTo>
                  <a:pt x="40295" y="350797"/>
                </a:lnTo>
                <a:lnTo>
                  <a:pt x="41453" y="350898"/>
                </a:lnTo>
                <a:lnTo>
                  <a:pt x="42628" y="350976"/>
                </a:lnTo>
                <a:lnTo>
                  <a:pt x="43821" y="351032"/>
                </a:lnTo>
                <a:lnTo>
                  <a:pt x="45032" y="351066"/>
                </a:lnTo>
                <a:lnTo>
                  <a:pt x="46261" y="351077"/>
                </a:lnTo>
                <a:lnTo>
                  <a:pt x="47199" y="351071"/>
                </a:lnTo>
                <a:lnTo>
                  <a:pt x="48127" y="351051"/>
                </a:lnTo>
                <a:lnTo>
                  <a:pt x="49046" y="351018"/>
                </a:lnTo>
                <a:lnTo>
                  <a:pt x="49954" y="350972"/>
                </a:lnTo>
                <a:lnTo>
                  <a:pt x="50854" y="350913"/>
                </a:lnTo>
                <a:lnTo>
                  <a:pt x="51743" y="350840"/>
                </a:lnTo>
                <a:lnTo>
                  <a:pt x="52623" y="350755"/>
                </a:lnTo>
                <a:lnTo>
                  <a:pt x="53494" y="350656"/>
                </a:lnTo>
                <a:lnTo>
                  <a:pt x="54354" y="350544"/>
                </a:lnTo>
                <a:lnTo>
                  <a:pt x="55205" y="350419"/>
                </a:lnTo>
                <a:lnTo>
                  <a:pt x="56046" y="350281"/>
                </a:lnTo>
                <a:lnTo>
                  <a:pt x="56878" y="350129"/>
                </a:lnTo>
                <a:lnTo>
                  <a:pt x="57700" y="349965"/>
                </a:lnTo>
                <a:lnTo>
                  <a:pt x="58513" y="349787"/>
                </a:lnTo>
                <a:lnTo>
                  <a:pt x="59315" y="349596"/>
                </a:lnTo>
                <a:lnTo>
                  <a:pt x="60108" y="349392"/>
                </a:lnTo>
                <a:lnTo>
                  <a:pt x="60892" y="349175"/>
                </a:lnTo>
                <a:lnTo>
                  <a:pt x="61665" y="348944"/>
                </a:lnTo>
                <a:lnTo>
                  <a:pt x="62429" y="348701"/>
                </a:lnTo>
                <a:lnTo>
                  <a:pt x="63184" y="348444"/>
                </a:lnTo>
                <a:lnTo>
                  <a:pt x="63929" y="348174"/>
                </a:lnTo>
                <a:lnTo>
                  <a:pt x="64664" y="347891"/>
                </a:lnTo>
                <a:lnTo>
                  <a:pt x="65389" y="347595"/>
                </a:lnTo>
                <a:lnTo>
                  <a:pt x="66105" y="347285"/>
                </a:lnTo>
                <a:lnTo>
                  <a:pt x="66809" y="346965"/>
                </a:lnTo>
                <a:lnTo>
                  <a:pt x="67501" y="346634"/>
                </a:lnTo>
                <a:lnTo>
                  <a:pt x="68179" y="346294"/>
                </a:lnTo>
                <a:lnTo>
                  <a:pt x="68844" y="345944"/>
                </a:lnTo>
                <a:lnTo>
                  <a:pt x="69495" y="345585"/>
                </a:lnTo>
                <a:lnTo>
                  <a:pt x="70134" y="345216"/>
                </a:lnTo>
                <a:lnTo>
                  <a:pt x="70759" y="344837"/>
                </a:lnTo>
                <a:lnTo>
                  <a:pt x="71372" y="344448"/>
                </a:lnTo>
                <a:lnTo>
                  <a:pt x="71971" y="344050"/>
                </a:lnTo>
                <a:lnTo>
                  <a:pt x="72557" y="343643"/>
                </a:lnTo>
                <a:lnTo>
                  <a:pt x="73129" y="343225"/>
                </a:lnTo>
                <a:lnTo>
                  <a:pt x="73689" y="342798"/>
                </a:lnTo>
                <a:lnTo>
                  <a:pt x="74235" y="342362"/>
                </a:lnTo>
                <a:lnTo>
                  <a:pt x="74768" y="341915"/>
                </a:lnTo>
                <a:lnTo>
                  <a:pt x="75288" y="341459"/>
                </a:lnTo>
                <a:lnTo>
                  <a:pt x="75795" y="340994"/>
                </a:lnTo>
                <a:lnTo>
                  <a:pt x="76289" y="340518"/>
                </a:lnTo>
                <a:lnTo>
                  <a:pt x="76770" y="340033"/>
                </a:lnTo>
                <a:lnTo>
                  <a:pt x="77237" y="339539"/>
                </a:lnTo>
                <a:lnTo>
                  <a:pt x="77691" y="339035"/>
                </a:lnTo>
                <a:lnTo>
                  <a:pt x="78132" y="338521"/>
                </a:lnTo>
                <a:lnTo>
                  <a:pt x="78560" y="337997"/>
                </a:lnTo>
                <a:lnTo>
                  <a:pt x="78975" y="337464"/>
                </a:lnTo>
                <a:lnTo>
                  <a:pt x="79377" y="336921"/>
                </a:lnTo>
                <a:lnTo>
                  <a:pt x="79769" y="336370"/>
                </a:lnTo>
                <a:lnTo>
                  <a:pt x="80144" y="335813"/>
                </a:lnTo>
                <a:lnTo>
                  <a:pt x="80502" y="335250"/>
                </a:lnTo>
                <a:lnTo>
                  <a:pt x="80844" y="334681"/>
                </a:lnTo>
                <a:lnTo>
                  <a:pt x="81169" y="334106"/>
                </a:lnTo>
                <a:lnTo>
                  <a:pt x="81478" y="333524"/>
                </a:lnTo>
                <a:lnTo>
                  <a:pt x="81770" y="332936"/>
                </a:lnTo>
                <a:lnTo>
                  <a:pt x="82045" y="332343"/>
                </a:lnTo>
                <a:lnTo>
                  <a:pt x="82303" y="331743"/>
                </a:lnTo>
                <a:lnTo>
                  <a:pt x="82545" y="331137"/>
                </a:lnTo>
                <a:lnTo>
                  <a:pt x="82770" y="330524"/>
                </a:lnTo>
                <a:lnTo>
                  <a:pt x="82979" y="329906"/>
                </a:lnTo>
                <a:lnTo>
                  <a:pt x="83171" y="329281"/>
                </a:lnTo>
                <a:lnTo>
                  <a:pt x="83346" y="328651"/>
                </a:lnTo>
                <a:lnTo>
                  <a:pt x="83504" y="328014"/>
                </a:lnTo>
                <a:lnTo>
                  <a:pt x="83646" y="327371"/>
                </a:lnTo>
                <a:lnTo>
                  <a:pt x="83771" y="326722"/>
                </a:lnTo>
                <a:lnTo>
                  <a:pt x="83879" y="326067"/>
                </a:lnTo>
                <a:lnTo>
                  <a:pt x="83971" y="325405"/>
                </a:lnTo>
                <a:lnTo>
                  <a:pt x="84046" y="324738"/>
                </a:lnTo>
                <a:lnTo>
                  <a:pt x="84105" y="324064"/>
                </a:lnTo>
                <a:lnTo>
                  <a:pt x="84146" y="323384"/>
                </a:lnTo>
                <a:lnTo>
                  <a:pt x="84171" y="322698"/>
                </a:lnTo>
                <a:lnTo>
                  <a:pt x="84180" y="322006"/>
                </a:lnTo>
                <a:lnTo>
                  <a:pt x="84169" y="321165"/>
                </a:lnTo>
                <a:lnTo>
                  <a:pt x="84135" y="320336"/>
                </a:lnTo>
                <a:lnTo>
                  <a:pt x="84080" y="319521"/>
                </a:lnTo>
                <a:lnTo>
                  <a:pt x="84002" y="318718"/>
                </a:lnTo>
                <a:lnTo>
                  <a:pt x="83903" y="317928"/>
                </a:lnTo>
                <a:lnTo>
                  <a:pt x="83781" y="317152"/>
                </a:lnTo>
                <a:lnTo>
                  <a:pt x="83637" y="316388"/>
                </a:lnTo>
                <a:lnTo>
                  <a:pt x="83470" y="315637"/>
                </a:lnTo>
                <a:lnTo>
                  <a:pt x="83282" y="314899"/>
                </a:lnTo>
                <a:lnTo>
                  <a:pt x="83072" y="314174"/>
                </a:lnTo>
                <a:lnTo>
                  <a:pt x="82839" y="313462"/>
                </a:lnTo>
                <a:lnTo>
                  <a:pt x="82584" y="312763"/>
                </a:lnTo>
                <a:lnTo>
                  <a:pt x="82307" y="312077"/>
                </a:lnTo>
                <a:lnTo>
                  <a:pt x="82008" y="311404"/>
                </a:lnTo>
                <a:lnTo>
                  <a:pt x="81686" y="310744"/>
                </a:lnTo>
                <a:lnTo>
                  <a:pt x="81343" y="310097"/>
                </a:lnTo>
                <a:lnTo>
                  <a:pt x="80977" y="309463"/>
                </a:lnTo>
                <a:lnTo>
                  <a:pt x="80589" y="308841"/>
                </a:lnTo>
                <a:lnTo>
                  <a:pt x="80179" y="308233"/>
                </a:lnTo>
                <a:lnTo>
                  <a:pt x="79747" y="307637"/>
                </a:lnTo>
                <a:lnTo>
                  <a:pt x="79293" y="307055"/>
                </a:lnTo>
                <a:lnTo>
                  <a:pt x="78816" y="306485"/>
                </a:lnTo>
                <a:lnTo>
                  <a:pt x="78318" y="305929"/>
                </a:lnTo>
                <a:lnTo>
                  <a:pt x="77797" y="305385"/>
                </a:lnTo>
                <a:lnTo>
                  <a:pt x="77253" y="304848"/>
                </a:lnTo>
                <a:lnTo>
                  <a:pt x="76687" y="304323"/>
                </a:lnTo>
                <a:lnTo>
                  <a:pt x="76097" y="303810"/>
                </a:lnTo>
                <a:lnTo>
                  <a:pt x="75485" y="303308"/>
                </a:lnTo>
                <a:lnTo>
                  <a:pt x="74849" y="302818"/>
                </a:lnTo>
                <a:lnTo>
                  <a:pt x="74190" y="302340"/>
                </a:lnTo>
                <a:lnTo>
                  <a:pt x="73509" y="301873"/>
                </a:lnTo>
                <a:lnTo>
                  <a:pt x="72804" y="301418"/>
                </a:lnTo>
                <a:lnTo>
                  <a:pt x="72076" y="300974"/>
                </a:lnTo>
                <a:lnTo>
                  <a:pt x="71325" y="300542"/>
                </a:lnTo>
                <a:lnTo>
                  <a:pt x="70552" y="300122"/>
                </a:lnTo>
                <a:lnTo>
                  <a:pt x="69755" y="299713"/>
                </a:lnTo>
                <a:lnTo>
                  <a:pt x="68935" y="299316"/>
                </a:lnTo>
                <a:lnTo>
                  <a:pt x="68092" y="298931"/>
                </a:lnTo>
                <a:lnTo>
                  <a:pt x="67226" y="298557"/>
                </a:lnTo>
                <a:lnTo>
                  <a:pt x="66337" y="298195"/>
                </a:lnTo>
                <a:lnTo>
                  <a:pt x="65425" y="297844"/>
                </a:lnTo>
                <a:lnTo>
                  <a:pt x="64490" y="297505"/>
                </a:lnTo>
                <a:lnTo>
                  <a:pt x="63531" y="297178"/>
                </a:lnTo>
                <a:lnTo>
                  <a:pt x="62550" y="296862"/>
                </a:lnTo>
                <a:lnTo>
                  <a:pt x="61546" y="296558"/>
                </a:lnTo>
                <a:lnTo>
                  <a:pt x="60519" y="296266"/>
                </a:lnTo>
                <a:lnTo>
                  <a:pt x="59468" y="295985"/>
                </a:lnTo>
                <a:lnTo>
                  <a:pt x="58395" y="295716"/>
                </a:lnTo>
                <a:lnTo>
                  <a:pt x="43986" y="292177"/>
                </a:lnTo>
                <a:lnTo>
                  <a:pt x="43277" y="291996"/>
                </a:lnTo>
                <a:lnTo>
                  <a:pt x="42585" y="291811"/>
                </a:lnTo>
                <a:lnTo>
                  <a:pt x="41908" y="291623"/>
                </a:lnTo>
                <a:lnTo>
                  <a:pt x="41247" y="291431"/>
                </a:lnTo>
                <a:lnTo>
                  <a:pt x="40602" y="291235"/>
                </a:lnTo>
                <a:lnTo>
                  <a:pt x="39973" y="291035"/>
                </a:lnTo>
                <a:lnTo>
                  <a:pt x="39359" y="290832"/>
                </a:lnTo>
                <a:lnTo>
                  <a:pt x="38761" y="290625"/>
                </a:lnTo>
                <a:lnTo>
                  <a:pt x="38179" y="290414"/>
                </a:lnTo>
                <a:lnTo>
                  <a:pt x="37613" y="290200"/>
                </a:lnTo>
                <a:lnTo>
                  <a:pt x="37063" y="289981"/>
                </a:lnTo>
                <a:lnTo>
                  <a:pt x="36528" y="289759"/>
                </a:lnTo>
                <a:lnTo>
                  <a:pt x="36010" y="289534"/>
                </a:lnTo>
                <a:lnTo>
                  <a:pt x="35507" y="289304"/>
                </a:lnTo>
                <a:lnTo>
                  <a:pt x="35020" y="289071"/>
                </a:lnTo>
                <a:lnTo>
                  <a:pt x="34548" y="288834"/>
                </a:lnTo>
                <a:lnTo>
                  <a:pt x="34093" y="288594"/>
                </a:lnTo>
                <a:lnTo>
                  <a:pt x="33653" y="288349"/>
                </a:lnTo>
                <a:lnTo>
                  <a:pt x="33229" y="288101"/>
                </a:lnTo>
                <a:lnTo>
                  <a:pt x="32821" y="287849"/>
                </a:lnTo>
                <a:lnTo>
                  <a:pt x="32428" y="287594"/>
                </a:lnTo>
                <a:lnTo>
                  <a:pt x="32052" y="287335"/>
                </a:lnTo>
                <a:lnTo>
                  <a:pt x="31691" y="287072"/>
                </a:lnTo>
                <a:lnTo>
                  <a:pt x="31346" y="286805"/>
                </a:lnTo>
                <a:lnTo>
                  <a:pt x="31016" y="286532"/>
                </a:lnTo>
                <a:lnTo>
                  <a:pt x="30700" y="286251"/>
                </a:lnTo>
                <a:lnTo>
                  <a:pt x="30398" y="285963"/>
                </a:lnTo>
                <a:lnTo>
                  <a:pt x="30110" y="285666"/>
                </a:lnTo>
                <a:lnTo>
                  <a:pt x="29836" y="285360"/>
                </a:lnTo>
                <a:lnTo>
                  <a:pt x="29577" y="285047"/>
                </a:lnTo>
                <a:lnTo>
                  <a:pt x="29331" y="284726"/>
                </a:lnTo>
                <a:lnTo>
                  <a:pt x="29099" y="284396"/>
                </a:lnTo>
                <a:lnTo>
                  <a:pt x="28881" y="284059"/>
                </a:lnTo>
                <a:lnTo>
                  <a:pt x="28678" y="283713"/>
                </a:lnTo>
                <a:lnTo>
                  <a:pt x="28488" y="283359"/>
                </a:lnTo>
                <a:lnTo>
                  <a:pt x="28313" y="282997"/>
                </a:lnTo>
                <a:lnTo>
                  <a:pt x="28151" y="282627"/>
                </a:lnTo>
                <a:lnTo>
                  <a:pt x="28004" y="282249"/>
                </a:lnTo>
                <a:lnTo>
                  <a:pt x="27870" y="281863"/>
                </a:lnTo>
                <a:lnTo>
                  <a:pt x="27751" y="281468"/>
                </a:lnTo>
                <a:lnTo>
                  <a:pt x="27646" y="281066"/>
                </a:lnTo>
                <a:lnTo>
                  <a:pt x="27554" y="280655"/>
                </a:lnTo>
                <a:lnTo>
                  <a:pt x="27477" y="280236"/>
                </a:lnTo>
                <a:lnTo>
                  <a:pt x="27414" y="279809"/>
                </a:lnTo>
                <a:lnTo>
                  <a:pt x="27365" y="279374"/>
                </a:lnTo>
                <a:lnTo>
                  <a:pt x="27330" y="278931"/>
                </a:lnTo>
                <a:lnTo>
                  <a:pt x="27309" y="278480"/>
                </a:lnTo>
                <a:lnTo>
                  <a:pt x="27302" y="278020"/>
                </a:lnTo>
                <a:lnTo>
                  <a:pt x="27312" y="277503"/>
                </a:lnTo>
                <a:lnTo>
                  <a:pt x="27342" y="276993"/>
                </a:lnTo>
                <a:lnTo>
                  <a:pt x="27393" y="276491"/>
                </a:lnTo>
                <a:lnTo>
                  <a:pt x="27465" y="275996"/>
                </a:lnTo>
                <a:lnTo>
                  <a:pt x="27557" y="275509"/>
                </a:lnTo>
                <a:lnTo>
                  <a:pt x="27669" y="275030"/>
                </a:lnTo>
                <a:lnTo>
                  <a:pt x="27802" y="274559"/>
                </a:lnTo>
                <a:lnTo>
                  <a:pt x="27955" y="274095"/>
                </a:lnTo>
                <a:lnTo>
                  <a:pt x="28128" y="273639"/>
                </a:lnTo>
                <a:lnTo>
                  <a:pt x="28322" y="273191"/>
                </a:lnTo>
                <a:lnTo>
                  <a:pt x="28536" y="272750"/>
                </a:lnTo>
                <a:lnTo>
                  <a:pt x="28771" y="272317"/>
                </a:lnTo>
                <a:lnTo>
                  <a:pt x="29026" y="271891"/>
                </a:lnTo>
                <a:lnTo>
                  <a:pt x="29301" y="271474"/>
                </a:lnTo>
                <a:lnTo>
                  <a:pt x="29597" y="271064"/>
                </a:lnTo>
                <a:lnTo>
                  <a:pt x="29914" y="270661"/>
                </a:lnTo>
                <a:lnTo>
                  <a:pt x="30250" y="270267"/>
                </a:lnTo>
                <a:lnTo>
                  <a:pt x="30608" y="269880"/>
                </a:lnTo>
                <a:lnTo>
                  <a:pt x="30985" y="269500"/>
                </a:lnTo>
                <a:lnTo>
                  <a:pt x="31383" y="269129"/>
                </a:lnTo>
                <a:lnTo>
                  <a:pt x="31801" y="268765"/>
                </a:lnTo>
                <a:lnTo>
                  <a:pt x="32240" y="268409"/>
                </a:lnTo>
                <a:lnTo>
                  <a:pt x="32699" y="268060"/>
                </a:lnTo>
                <a:lnTo>
                  <a:pt x="33179" y="267719"/>
                </a:lnTo>
                <a:lnTo>
                  <a:pt x="33679" y="267384"/>
                </a:lnTo>
                <a:lnTo>
                  <a:pt x="34190" y="267063"/>
                </a:lnTo>
                <a:lnTo>
                  <a:pt x="34710" y="266756"/>
                </a:lnTo>
                <a:lnTo>
                  <a:pt x="35242" y="266464"/>
                </a:lnTo>
                <a:lnTo>
                  <a:pt x="35783" y="266186"/>
                </a:lnTo>
                <a:lnTo>
                  <a:pt x="36335" y="265922"/>
                </a:lnTo>
                <a:lnTo>
                  <a:pt x="36897" y="265672"/>
                </a:lnTo>
                <a:lnTo>
                  <a:pt x="37469" y="265437"/>
                </a:lnTo>
                <a:lnTo>
                  <a:pt x="38052" y="265216"/>
                </a:lnTo>
                <a:lnTo>
                  <a:pt x="38645" y="265009"/>
                </a:lnTo>
                <a:lnTo>
                  <a:pt x="39248" y="264817"/>
                </a:lnTo>
                <a:lnTo>
                  <a:pt x="39862" y="264638"/>
                </a:lnTo>
                <a:lnTo>
                  <a:pt x="40486" y="264474"/>
                </a:lnTo>
                <a:lnTo>
                  <a:pt x="41120" y="264324"/>
                </a:lnTo>
                <a:lnTo>
                  <a:pt x="41765" y="264189"/>
                </a:lnTo>
                <a:lnTo>
                  <a:pt x="42420" y="264068"/>
                </a:lnTo>
                <a:lnTo>
                  <a:pt x="43085" y="263961"/>
                </a:lnTo>
                <a:lnTo>
                  <a:pt x="43761" y="263868"/>
                </a:lnTo>
                <a:lnTo>
                  <a:pt x="44446" y="263790"/>
                </a:lnTo>
                <a:lnTo>
                  <a:pt x="45143" y="263725"/>
                </a:lnTo>
                <a:lnTo>
                  <a:pt x="45849" y="263675"/>
                </a:lnTo>
                <a:lnTo>
                  <a:pt x="46566" y="263640"/>
                </a:lnTo>
                <a:lnTo>
                  <a:pt x="47293" y="263618"/>
                </a:lnTo>
                <a:lnTo>
                  <a:pt x="48030" y="263611"/>
                </a:lnTo>
                <a:lnTo>
                  <a:pt x="48569" y="263615"/>
                </a:lnTo>
                <a:lnTo>
                  <a:pt x="49099" y="263626"/>
                </a:lnTo>
                <a:lnTo>
                  <a:pt x="49621" y="263644"/>
                </a:lnTo>
                <a:lnTo>
                  <a:pt x="50135" y="263669"/>
                </a:lnTo>
                <a:lnTo>
                  <a:pt x="50641" y="263702"/>
                </a:lnTo>
                <a:lnTo>
                  <a:pt x="51139" y="263742"/>
                </a:lnTo>
                <a:lnTo>
                  <a:pt x="51629" y="263789"/>
                </a:lnTo>
                <a:lnTo>
                  <a:pt x="52110" y="263843"/>
                </a:lnTo>
                <a:lnTo>
                  <a:pt x="52584" y="263905"/>
                </a:lnTo>
                <a:lnTo>
                  <a:pt x="53049" y="263973"/>
                </a:lnTo>
                <a:lnTo>
                  <a:pt x="53506" y="264049"/>
                </a:lnTo>
                <a:lnTo>
                  <a:pt x="53955" y="264133"/>
                </a:lnTo>
                <a:lnTo>
                  <a:pt x="54396" y="264223"/>
                </a:lnTo>
                <a:lnTo>
                  <a:pt x="54829" y="264321"/>
                </a:lnTo>
                <a:lnTo>
                  <a:pt x="55254" y="264426"/>
                </a:lnTo>
                <a:lnTo>
                  <a:pt x="55670" y="264538"/>
                </a:lnTo>
                <a:lnTo>
                  <a:pt x="56079" y="264658"/>
                </a:lnTo>
                <a:lnTo>
                  <a:pt x="56479" y="264784"/>
                </a:lnTo>
                <a:lnTo>
                  <a:pt x="56871" y="264918"/>
                </a:lnTo>
                <a:lnTo>
                  <a:pt x="57256" y="265060"/>
                </a:lnTo>
                <a:lnTo>
                  <a:pt x="57632" y="265208"/>
                </a:lnTo>
                <a:lnTo>
                  <a:pt x="57999" y="265364"/>
                </a:lnTo>
                <a:lnTo>
                  <a:pt x="58359" y="265527"/>
                </a:lnTo>
                <a:lnTo>
                  <a:pt x="58711" y="265697"/>
                </a:lnTo>
                <a:lnTo>
                  <a:pt x="59055" y="265873"/>
                </a:lnTo>
                <a:lnTo>
                  <a:pt x="59394" y="266052"/>
                </a:lnTo>
                <a:lnTo>
                  <a:pt x="59726" y="266236"/>
                </a:lnTo>
                <a:lnTo>
                  <a:pt x="60052" y="266424"/>
                </a:lnTo>
                <a:lnTo>
                  <a:pt x="60372" y="266615"/>
                </a:lnTo>
                <a:lnTo>
                  <a:pt x="60686" y="266811"/>
                </a:lnTo>
                <a:lnTo>
                  <a:pt x="60993" y="267010"/>
                </a:lnTo>
                <a:lnTo>
                  <a:pt x="61295" y="267214"/>
                </a:lnTo>
                <a:lnTo>
                  <a:pt x="61590" y="267421"/>
                </a:lnTo>
                <a:lnTo>
                  <a:pt x="61880" y="267632"/>
                </a:lnTo>
                <a:lnTo>
                  <a:pt x="62163" y="267848"/>
                </a:lnTo>
                <a:lnTo>
                  <a:pt x="62440" y="268067"/>
                </a:lnTo>
                <a:lnTo>
                  <a:pt x="62710" y="268290"/>
                </a:lnTo>
                <a:lnTo>
                  <a:pt x="62975" y="268517"/>
                </a:lnTo>
                <a:lnTo>
                  <a:pt x="63233" y="268748"/>
                </a:lnTo>
                <a:lnTo>
                  <a:pt x="63486" y="268983"/>
                </a:lnTo>
                <a:lnTo>
                  <a:pt x="63732" y="269222"/>
                </a:lnTo>
                <a:lnTo>
                  <a:pt x="63972" y="269465"/>
                </a:lnTo>
                <a:lnTo>
                  <a:pt x="64206" y="269712"/>
                </a:lnTo>
                <a:lnTo>
                  <a:pt x="64434" y="269963"/>
                </a:lnTo>
                <a:lnTo>
                  <a:pt x="64655" y="270217"/>
                </a:lnTo>
                <a:lnTo>
                  <a:pt x="64871" y="270476"/>
                </a:lnTo>
                <a:lnTo>
                  <a:pt x="65080" y="270739"/>
                </a:lnTo>
                <a:lnTo>
                  <a:pt x="65283" y="271005"/>
                </a:lnTo>
                <a:lnTo>
                  <a:pt x="65487" y="271269"/>
                </a:lnTo>
                <a:lnTo>
                  <a:pt x="65686" y="271533"/>
                </a:lnTo>
                <a:lnTo>
                  <a:pt x="65881" y="271798"/>
                </a:lnTo>
                <a:lnTo>
                  <a:pt x="66072" y="272064"/>
                </a:lnTo>
                <a:lnTo>
                  <a:pt x="66258" y="272330"/>
                </a:lnTo>
                <a:lnTo>
                  <a:pt x="66441" y="272597"/>
                </a:lnTo>
                <a:lnTo>
                  <a:pt x="66619" y="272865"/>
                </a:lnTo>
                <a:lnTo>
                  <a:pt x="66793" y="273133"/>
                </a:lnTo>
                <a:lnTo>
                  <a:pt x="66963" y="273402"/>
                </a:lnTo>
                <a:lnTo>
                  <a:pt x="67129" y="273672"/>
                </a:lnTo>
                <a:lnTo>
                  <a:pt x="67291" y="273942"/>
                </a:lnTo>
                <a:lnTo>
                  <a:pt x="67448" y="274213"/>
                </a:lnTo>
                <a:lnTo>
                  <a:pt x="67601" y="274484"/>
                </a:lnTo>
                <a:lnTo>
                  <a:pt x="67750" y="274756"/>
                </a:lnTo>
                <a:lnTo>
                  <a:pt x="67895" y="275029"/>
                </a:lnTo>
                <a:lnTo>
                  <a:pt x="68036" y="275303"/>
                </a:lnTo>
                <a:lnTo>
                  <a:pt x="68173" y="275577"/>
                </a:lnTo>
                <a:lnTo>
                  <a:pt x="68305" y="275852"/>
                </a:lnTo>
                <a:lnTo>
                  <a:pt x="68433" y="276127"/>
                </a:lnTo>
                <a:lnTo>
                  <a:pt x="68557" y="276404"/>
                </a:lnTo>
                <a:lnTo>
                  <a:pt x="68677" y="276680"/>
                </a:lnTo>
                <a:lnTo>
                  <a:pt x="68793" y="276958"/>
                </a:lnTo>
                <a:lnTo>
                  <a:pt x="68905" y="277236"/>
                </a:lnTo>
                <a:lnTo>
                  <a:pt x="69012" y="277515"/>
                </a:lnTo>
                <a:lnTo>
                  <a:pt x="82410" y="273723"/>
                </a:lnTo>
                <a:lnTo>
                  <a:pt x="82112" y="272866"/>
                </a:lnTo>
                <a:lnTo>
                  <a:pt x="81797" y="272024"/>
                </a:lnTo>
                <a:lnTo>
                  <a:pt x="81466" y="271195"/>
                </a:lnTo>
                <a:lnTo>
                  <a:pt x="81118" y="270380"/>
                </a:lnTo>
                <a:lnTo>
                  <a:pt x="80753" y="269580"/>
                </a:lnTo>
                <a:lnTo>
                  <a:pt x="80372" y="268793"/>
                </a:lnTo>
                <a:lnTo>
                  <a:pt x="79974" y="268021"/>
                </a:lnTo>
                <a:close/>
                <a:moveTo>
                  <a:pt x="258600" y="350545"/>
                </a:moveTo>
                <a:lnTo>
                  <a:pt x="259610" y="350382"/>
                </a:lnTo>
                <a:lnTo>
                  <a:pt x="260609" y="350197"/>
                </a:lnTo>
                <a:lnTo>
                  <a:pt x="261596" y="349991"/>
                </a:lnTo>
                <a:lnTo>
                  <a:pt x="262571" y="349763"/>
                </a:lnTo>
                <a:lnTo>
                  <a:pt x="263535" y="349513"/>
                </a:lnTo>
                <a:lnTo>
                  <a:pt x="264488" y="349242"/>
                </a:lnTo>
                <a:lnTo>
                  <a:pt x="265430" y="348948"/>
                </a:lnTo>
                <a:lnTo>
                  <a:pt x="266360" y="348633"/>
                </a:lnTo>
                <a:lnTo>
                  <a:pt x="267278" y="348297"/>
                </a:lnTo>
                <a:lnTo>
                  <a:pt x="268185" y="347938"/>
                </a:lnTo>
                <a:lnTo>
                  <a:pt x="269081" y="347558"/>
                </a:lnTo>
                <a:lnTo>
                  <a:pt x="269965" y="347156"/>
                </a:lnTo>
                <a:lnTo>
                  <a:pt x="270838" y="346732"/>
                </a:lnTo>
                <a:lnTo>
                  <a:pt x="271700" y="346287"/>
                </a:lnTo>
                <a:lnTo>
                  <a:pt x="272550" y="345820"/>
                </a:lnTo>
                <a:lnTo>
                  <a:pt x="273389" y="345331"/>
                </a:lnTo>
                <a:lnTo>
                  <a:pt x="274216" y="344821"/>
                </a:lnTo>
                <a:lnTo>
                  <a:pt x="275035" y="344291"/>
                </a:lnTo>
                <a:lnTo>
                  <a:pt x="275839" y="343743"/>
                </a:lnTo>
                <a:lnTo>
                  <a:pt x="276627" y="343178"/>
                </a:lnTo>
                <a:lnTo>
                  <a:pt x="277400" y="342596"/>
                </a:lnTo>
                <a:lnTo>
                  <a:pt x="278158" y="341997"/>
                </a:lnTo>
                <a:lnTo>
                  <a:pt x="278900" y="341380"/>
                </a:lnTo>
                <a:lnTo>
                  <a:pt x="279627" y="340746"/>
                </a:lnTo>
                <a:lnTo>
                  <a:pt x="280339" y="340095"/>
                </a:lnTo>
                <a:lnTo>
                  <a:pt x="281035" y="339426"/>
                </a:lnTo>
                <a:lnTo>
                  <a:pt x="281716" y="338740"/>
                </a:lnTo>
                <a:lnTo>
                  <a:pt x="282382" y="338037"/>
                </a:lnTo>
                <a:lnTo>
                  <a:pt x="283032" y="337316"/>
                </a:lnTo>
                <a:lnTo>
                  <a:pt x="283667" y="336578"/>
                </a:lnTo>
                <a:lnTo>
                  <a:pt x="284286" y="335822"/>
                </a:lnTo>
                <a:lnTo>
                  <a:pt x="284890" y="335050"/>
                </a:lnTo>
                <a:lnTo>
                  <a:pt x="285479" y="334260"/>
                </a:lnTo>
                <a:lnTo>
                  <a:pt x="286053" y="333452"/>
                </a:lnTo>
                <a:lnTo>
                  <a:pt x="286611" y="332627"/>
                </a:lnTo>
                <a:lnTo>
                  <a:pt x="287153" y="331785"/>
                </a:lnTo>
                <a:lnTo>
                  <a:pt x="287681" y="330926"/>
                </a:lnTo>
                <a:lnTo>
                  <a:pt x="288193" y="330049"/>
                </a:lnTo>
                <a:lnTo>
                  <a:pt x="288689" y="329155"/>
                </a:lnTo>
                <a:lnTo>
                  <a:pt x="289170" y="328244"/>
                </a:lnTo>
                <a:lnTo>
                  <a:pt x="289636" y="327315"/>
                </a:lnTo>
                <a:lnTo>
                  <a:pt x="290090" y="326371"/>
                </a:lnTo>
                <a:lnTo>
                  <a:pt x="290524" y="325414"/>
                </a:lnTo>
                <a:lnTo>
                  <a:pt x="290940" y="324443"/>
                </a:lnTo>
                <a:lnTo>
                  <a:pt x="291336" y="323460"/>
                </a:lnTo>
                <a:lnTo>
                  <a:pt x="291712" y="322463"/>
                </a:lnTo>
                <a:lnTo>
                  <a:pt x="292069" y="321453"/>
                </a:lnTo>
                <a:lnTo>
                  <a:pt x="292407" y="320430"/>
                </a:lnTo>
                <a:lnTo>
                  <a:pt x="292726" y="319394"/>
                </a:lnTo>
                <a:lnTo>
                  <a:pt x="293025" y="318345"/>
                </a:lnTo>
                <a:lnTo>
                  <a:pt x="293305" y="317282"/>
                </a:lnTo>
                <a:lnTo>
                  <a:pt x="293566" y="316206"/>
                </a:lnTo>
                <a:lnTo>
                  <a:pt x="293807" y="315118"/>
                </a:lnTo>
                <a:lnTo>
                  <a:pt x="294029" y="314016"/>
                </a:lnTo>
                <a:lnTo>
                  <a:pt x="294232" y="312900"/>
                </a:lnTo>
                <a:lnTo>
                  <a:pt x="294416" y="311772"/>
                </a:lnTo>
                <a:lnTo>
                  <a:pt x="294580" y="310631"/>
                </a:lnTo>
                <a:lnTo>
                  <a:pt x="294725" y="309476"/>
                </a:lnTo>
                <a:lnTo>
                  <a:pt x="294850" y="308308"/>
                </a:lnTo>
                <a:lnTo>
                  <a:pt x="294956" y="307127"/>
                </a:lnTo>
                <a:lnTo>
                  <a:pt x="295043" y="305933"/>
                </a:lnTo>
                <a:lnTo>
                  <a:pt x="295111" y="304725"/>
                </a:lnTo>
                <a:lnTo>
                  <a:pt x="295159" y="303505"/>
                </a:lnTo>
                <a:lnTo>
                  <a:pt x="295188" y="302271"/>
                </a:lnTo>
                <a:lnTo>
                  <a:pt x="295198" y="301024"/>
                </a:lnTo>
                <a:lnTo>
                  <a:pt x="295188" y="299767"/>
                </a:lnTo>
                <a:lnTo>
                  <a:pt x="295159" y="298523"/>
                </a:lnTo>
                <a:lnTo>
                  <a:pt x="295111" y="297293"/>
                </a:lnTo>
                <a:lnTo>
                  <a:pt x="295043" y="296076"/>
                </a:lnTo>
                <a:lnTo>
                  <a:pt x="294956" y="294872"/>
                </a:lnTo>
                <a:lnTo>
                  <a:pt x="294850" y="293682"/>
                </a:lnTo>
                <a:lnTo>
                  <a:pt x="294725" y="292505"/>
                </a:lnTo>
                <a:lnTo>
                  <a:pt x="294580" y="291341"/>
                </a:lnTo>
                <a:lnTo>
                  <a:pt x="294416" y="290191"/>
                </a:lnTo>
                <a:lnTo>
                  <a:pt x="294232" y="289054"/>
                </a:lnTo>
                <a:lnTo>
                  <a:pt x="294029" y="287931"/>
                </a:lnTo>
                <a:lnTo>
                  <a:pt x="293807" y="286821"/>
                </a:lnTo>
                <a:lnTo>
                  <a:pt x="293566" y="285724"/>
                </a:lnTo>
                <a:lnTo>
                  <a:pt x="293305" y="284641"/>
                </a:lnTo>
                <a:lnTo>
                  <a:pt x="293025" y="283571"/>
                </a:lnTo>
                <a:lnTo>
                  <a:pt x="292726" y="282514"/>
                </a:lnTo>
                <a:lnTo>
                  <a:pt x="292407" y="281471"/>
                </a:lnTo>
                <a:lnTo>
                  <a:pt x="292069" y="280442"/>
                </a:lnTo>
                <a:lnTo>
                  <a:pt x="291712" y="279425"/>
                </a:lnTo>
                <a:lnTo>
                  <a:pt x="291336" y="278422"/>
                </a:lnTo>
                <a:lnTo>
                  <a:pt x="290940" y="277433"/>
                </a:lnTo>
                <a:lnTo>
                  <a:pt x="290524" y="276457"/>
                </a:lnTo>
                <a:lnTo>
                  <a:pt x="290090" y="275494"/>
                </a:lnTo>
                <a:lnTo>
                  <a:pt x="289636" y="274545"/>
                </a:lnTo>
                <a:lnTo>
                  <a:pt x="289170" y="273611"/>
                </a:lnTo>
                <a:lnTo>
                  <a:pt x="288689" y="272694"/>
                </a:lnTo>
                <a:lnTo>
                  <a:pt x="288193" y="271795"/>
                </a:lnTo>
                <a:lnTo>
                  <a:pt x="287681" y="270914"/>
                </a:lnTo>
                <a:lnTo>
                  <a:pt x="287153" y="270050"/>
                </a:lnTo>
                <a:lnTo>
                  <a:pt x="286611" y="269204"/>
                </a:lnTo>
                <a:lnTo>
                  <a:pt x="286053" y="268376"/>
                </a:lnTo>
                <a:lnTo>
                  <a:pt x="285479" y="267565"/>
                </a:lnTo>
                <a:lnTo>
                  <a:pt x="284890" y="266771"/>
                </a:lnTo>
                <a:lnTo>
                  <a:pt x="284286" y="265995"/>
                </a:lnTo>
                <a:lnTo>
                  <a:pt x="283667" y="265237"/>
                </a:lnTo>
                <a:lnTo>
                  <a:pt x="283032" y="264496"/>
                </a:lnTo>
                <a:lnTo>
                  <a:pt x="282382" y="263773"/>
                </a:lnTo>
                <a:lnTo>
                  <a:pt x="281716" y="263067"/>
                </a:lnTo>
                <a:lnTo>
                  <a:pt x="281035" y="262379"/>
                </a:lnTo>
                <a:lnTo>
                  <a:pt x="280339" y="261708"/>
                </a:lnTo>
                <a:lnTo>
                  <a:pt x="279627" y="261055"/>
                </a:lnTo>
                <a:lnTo>
                  <a:pt x="278900" y="260420"/>
                </a:lnTo>
                <a:lnTo>
                  <a:pt x="278158" y="259802"/>
                </a:lnTo>
                <a:lnTo>
                  <a:pt x="277400" y="259201"/>
                </a:lnTo>
                <a:lnTo>
                  <a:pt x="276627" y="258619"/>
                </a:lnTo>
                <a:lnTo>
                  <a:pt x="275839" y="258053"/>
                </a:lnTo>
                <a:lnTo>
                  <a:pt x="275035" y="257506"/>
                </a:lnTo>
                <a:lnTo>
                  <a:pt x="274216" y="256975"/>
                </a:lnTo>
                <a:lnTo>
                  <a:pt x="273389" y="256465"/>
                </a:lnTo>
                <a:lnTo>
                  <a:pt x="272550" y="255976"/>
                </a:lnTo>
                <a:lnTo>
                  <a:pt x="271700" y="255509"/>
                </a:lnTo>
                <a:lnTo>
                  <a:pt x="270838" y="255064"/>
                </a:lnTo>
                <a:lnTo>
                  <a:pt x="269965" y="254640"/>
                </a:lnTo>
                <a:lnTo>
                  <a:pt x="269081" y="254238"/>
                </a:lnTo>
                <a:lnTo>
                  <a:pt x="268185" y="253858"/>
                </a:lnTo>
                <a:lnTo>
                  <a:pt x="267278" y="253500"/>
                </a:lnTo>
                <a:lnTo>
                  <a:pt x="266360" y="253163"/>
                </a:lnTo>
                <a:lnTo>
                  <a:pt x="265430" y="252848"/>
                </a:lnTo>
                <a:lnTo>
                  <a:pt x="264488" y="252555"/>
                </a:lnTo>
                <a:lnTo>
                  <a:pt x="263535" y="252283"/>
                </a:lnTo>
                <a:lnTo>
                  <a:pt x="262571" y="252033"/>
                </a:lnTo>
                <a:lnTo>
                  <a:pt x="261596" y="251805"/>
                </a:lnTo>
                <a:lnTo>
                  <a:pt x="260609" y="251599"/>
                </a:lnTo>
                <a:lnTo>
                  <a:pt x="259610" y="251414"/>
                </a:lnTo>
                <a:lnTo>
                  <a:pt x="258600" y="251251"/>
                </a:lnTo>
                <a:lnTo>
                  <a:pt x="257579" y="251110"/>
                </a:lnTo>
                <a:lnTo>
                  <a:pt x="256546" y="250990"/>
                </a:lnTo>
                <a:lnTo>
                  <a:pt x="255502" y="250893"/>
                </a:lnTo>
                <a:lnTo>
                  <a:pt x="254447" y="250817"/>
                </a:lnTo>
                <a:lnTo>
                  <a:pt x="253380" y="250762"/>
                </a:lnTo>
                <a:lnTo>
                  <a:pt x="252302" y="250730"/>
                </a:lnTo>
                <a:lnTo>
                  <a:pt x="251212" y="250719"/>
                </a:lnTo>
                <a:lnTo>
                  <a:pt x="250122" y="250730"/>
                </a:lnTo>
                <a:lnTo>
                  <a:pt x="249043" y="250762"/>
                </a:lnTo>
                <a:lnTo>
                  <a:pt x="247976" y="250817"/>
                </a:lnTo>
                <a:lnTo>
                  <a:pt x="246920" y="250893"/>
                </a:lnTo>
                <a:lnTo>
                  <a:pt x="245875" y="250990"/>
                </a:lnTo>
                <a:lnTo>
                  <a:pt x="244841" y="251110"/>
                </a:lnTo>
                <a:lnTo>
                  <a:pt x="243818" y="251251"/>
                </a:lnTo>
                <a:lnTo>
                  <a:pt x="242807" y="251414"/>
                </a:lnTo>
                <a:lnTo>
                  <a:pt x="241806" y="251599"/>
                </a:lnTo>
                <a:lnTo>
                  <a:pt x="240817" y="251805"/>
                </a:lnTo>
                <a:lnTo>
                  <a:pt x="239839" y="252033"/>
                </a:lnTo>
                <a:lnTo>
                  <a:pt x="238872" y="252283"/>
                </a:lnTo>
                <a:lnTo>
                  <a:pt x="237917" y="252555"/>
                </a:lnTo>
                <a:lnTo>
                  <a:pt x="236973" y="252848"/>
                </a:lnTo>
                <a:lnTo>
                  <a:pt x="236039" y="253163"/>
                </a:lnTo>
                <a:lnTo>
                  <a:pt x="235117" y="253500"/>
                </a:lnTo>
                <a:lnTo>
                  <a:pt x="234207" y="253858"/>
                </a:lnTo>
                <a:lnTo>
                  <a:pt x="233307" y="254238"/>
                </a:lnTo>
                <a:lnTo>
                  <a:pt x="232419" y="254640"/>
                </a:lnTo>
                <a:lnTo>
                  <a:pt x="231541" y="255064"/>
                </a:lnTo>
                <a:lnTo>
                  <a:pt x="230675" y="255509"/>
                </a:lnTo>
                <a:lnTo>
                  <a:pt x="229821" y="255976"/>
                </a:lnTo>
                <a:lnTo>
                  <a:pt x="228977" y="256465"/>
                </a:lnTo>
                <a:lnTo>
                  <a:pt x="228145" y="256975"/>
                </a:lnTo>
                <a:lnTo>
                  <a:pt x="227330" y="257506"/>
                </a:lnTo>
                <a:lnTo>
                  <a:pt x="226531" y="258053"/>
                </a:lnTo>
                <a:lnTo>
                  <a:pt x="225747" y="258619"/>
                </a:lnTo>
                <a:lnTo>
                  <a:pt x="224978" y="259201"/>
                </a:lnTo>
                <a:lnTo>
                  <a:pt x="224223" y="259802"/>
                </a:lnTo>
                <a:lnTo>
                  <a:pt x="223484" y="260420"/>
                </a:lnTo>
                <a:lnTo>
                  <a:pt x="222759" y="261055"/>
                </a:lnTo>
                <a:lnTo>
                  <a:pt x="222049" y="261708"/>
                </a:lnTo>
                <a:lnTo>
                  <a:pt x="221355" y="262379"/>
                </a:lnTo>
                <a:lnTo>
                  <a:pt x="220675" y="263067"/>
                </a:lnTo>
                <a:lnTo>
                  <a:pt x="220010" y="263773"/>
                </a:lnTo>
                <a:lnTo>
                  <a:pt x="219360" y="264496"/>
                </a:lnTo>
                <a:lnTo>
                  <a:pt x="218725" y="265237"/>
                </a:lnTo>
                <a:lnTo>
                  <a:pt x="218105" y="265995"/>
                </a:lnTo>
                <a:lnTo>
                  <a:pt x="217500" y="266771"/>
                </a:lnTo>
                <a:lnTo>
                  <a:pt x="216909" y="267565"/>
                </a:lnTo>
                <a:lnTo>
                  <a:pt x="216334" y="268376"/>
                </a:lnTo>
                <a:lnTo>
                  <a:pt x="215774" y="269204"/>
                </a:lnTo>
                <a:lnTo>
                  <a:pt x="215228" y="270050"/>
                </a:lnTo>
                <a:lnTo>
                  <a:pt x="214697" y="270914"/>
                </a:lnTo>
                <a:lnTo>
                  <a:pt x="214182" y="271795"/>
                </a:lnTo>
                <a:lnTo>
                  <a:pt x="213681" y="272694"/>
                </a:lnTo>
                <a:lnTo>
                  <a:pt x="213195" y="273611"/>
                </a:lnTo>
                <a:lnTo>
                  <a:pt x="212724" y="274545"/>
                </a:lnTo>
                <a:lnTo>
                  <a:pt x="212276" y="275494"/>
                </a:lnTo>
                <a:lnTo>
                  <a:pt x="211846" y="276457"/>
                </a:lnTo>
                <a:lnTo>
                  <a:pt x="211436" y="277433"/>
                </a:lnTo>
                <a:lnTo>
                  <a:pt x="211044" y="278422"/>
                </a:lnTo>
                <a:lnTo>
                  <a:pt x="210672" y="279425"/>
                </a:lnTo>
                <a:lnTo>
                  <a:pt x="210319" y="280442"/>
                </a:lnTo>
                <a:lnTo>
                  <a:pt x="209985" y="281471"/>
                </a:lnTo>
                <a:lnTo>
                  <a:pt x="209670" y="282514"/>
                </a:lnTo>
                <a:lnTo>
                  <a:pt x="209374" y="283571"/>
                </a:lnTo>
                <a:lnTo>
                  <a:pt x="209097" y="284641"/>
                </a:lnTo>
                <a:lnTo>
                  <a:pt x="208839" y="285724"/>
                </a:lnTo>
                <a:lnTo>
                  <a:pt x="208601" y="286821"/>
                </a:lnTo>
                <a:lnTo>
                  <a:pt x="208381" y="287931"/>
                </a:lnTo>
                <a:lnTo>
                  <a:pt x="208181" y="289054"/>
                </a:lnTo>
                <a:lnTo>
                  <a:pt x="207999" y="290191"/>
                </a:lnTo>
                <a:lnTo>
                  <a:pt x="207837" y="291341"/>
                </a:lnTo>
                <a:lnTo>
                  <a:pt x="207694" y="292505"/>
                </a:lnTo>
                <a:lnTo>
                  <a:pt x="207570" y="293682"/>
                </a:lnTo>
                <a:lnTo>
                  <a:pt x="207465" y="294872"/>
                </a:lnTo>
                <a:lnTo>
                  <a:pt x="207379" y="296076"/>
                </a:lnTo>
                <a:lnTo>
                  <a:pt x="207312" y="297293"/>
                </a:lnTo>
                <a:lnTo>
                  <a:pt x="207264" y="298523"/>
                </a:lnTo>
                <a:lnTo>
                  <a:pt x="207236" y="299767"/>
                </a:lnTo>
                <a:lnTo>
                  <a:pt x="207226" y="301024"/>
                </a:lnTo>
                <a:lnTo>
                  <a:pt x="207236" y="302271"/>
                </a:lnTo>
                <a:lnTo>
                  <a:pt x="207264" y="303505"/>
                </a:lnTo>
                <a:lnTo>
                  <a:pt x="207312" y="304725"/>
                </a:lnTo>
                <a:lnTo>
                  <a:pt x="207379" y="305933"/>
                </a:lnTo>
                <a:lnTo>
                  <a:pt x="207465" y="307127"/>
                </a:lnTo>
                <a:lnTo>
                  <a:pt x="207570" y="308308"/>
                </a:lnTo>
                <a:lnTo>
                  <a:pt x="207694" y="309476"/>
                </a:lnTo>
                <a:lnTo>
                  <a:pt x="207837" y="310631"/>
                </a:lnTo>
                <a:lnTo>
                  <a:pt x="207999" y="311772"/>
                </a:lnTo>
                <a:lnTo>
                  <a:pt x="208181" y="312900"/>
                </a:lnTo>
                <a:lnTo>
                  <a:pt x="208381" y="314016"/>
                </a:lnTo>
                <a:lnTo>
                  <a:pt x="208601" y="315118"/>
                </a:lnTo>
                <a:lnTo>
                  <a:pt x="208839" y="316206"/>
                </a:lnTo>
                <a:lnTo>
                  <a:pt x="209097" y="317282"/>
                </a:lnTo>
                <a:lnTo>
                  <a:pt x="209374" y="318345"/>
                </a:lnTo>
                <a:lnTo>
                  <a:pt x="209670" y="319394"/>
                </a:lnTo>
                <a:lnTo>
                  <a:pt x="209985" y="320430"/>
                </a:lnTo>
                <a:lnTo>
                  <a:pt x="210319" y="321453"/>
                </a:lnTo>
                <a:lnTo>
                  <a:pt x="210672" y="322463"/>
                </a:lnTo>
                <a:lnTo>
                  <a:pt x="211044" y="323460"/>
                </a:lnTo>
                <a:lnTo>
                  <a:pt x="211436" y="324443"/>
                </a:lnTo>
                <a:lnTo>
                  <a:pt x="211846" y="325414"/>
                </a:lnTo>
                <a:lnTo>
                  <a:pt x="212276" y="326371"/>
                </a:lnTo>
                <a:lnTo>
                  <a:pt x="212724" y="327315"/>
                </a:lnTo>
                <a:lnTo>
                  <a:pt x="213195" y="328244"/>
                </a:lnTo>
                <a:lnTo>
                  <a:pt x="213681" y="329155"/>
                </a:lnTo>
                <a:lnTo>
                  <a:pt x="214182" y="330049"/>
                </a:lnTo>
                <a:lnTo>
                  <a:pt x="214697" y="330926"/>
                </a:lnTo>
                <a:lnTo>
                  <a:pt x="215228" y="331785"/>
                </a:lnTo>
                <a:lnTo>
                  <a:pt x="215774" y="332627"/>
                </a:lnTo>
                <a:lnTo>
                  <a:pt x="216334" y="333452"/>
                </a:lnTo>
                <a:lnTo>
                  <a:pt x="216909" y="334260"/>
                </a:lnTo>
                <a:lnTo>
                  <a:pt x="217500" y="335050"/>
                </a:lnTo>
                <a:lnTo>
                  <a:pt x="218105" y="335822"/>
                </a:lnTo>
                <a:lnTo>
                  <a:pt x="218725" y="336578"/>
                </a:lnTo>
                <a:lnTo>
                  <a:pt x="219360" y="337316"/>
                </a:lnTo>
                <a:lnTo>
                  <a:pt x="220010" y="338037"/>
                </a:lnTo>
                <a:lnTo>
                  <a:pt x="220675" y="338740"/>
                </a:lnTo>
                <a:lnTo>
                  <a:pt x="221355" y="339426"/>
                </a:lnTo>
                <a:lnTo>
                  <a:pt x="222049" y="340095"/>
                </a:lnTo>
                <a:lnTo>
                  <a:pt x="222759" y="340746"/>
                </a:lnTo>
                <a:lnTo>
                  <a:pt x="223484" y="341380"/>
                </a:lnTo>
                <a:lnTo>
                  <a:pt x="224223" y="341997"/>
                </a:lnTo>
                <a:lnTo>
                  <a:pt x="224978" y="342596"/>
                </a:lnTo>
                <a:lnTo>
                  <a:pt x="225747" y="343178"/>
                </a:lnTo>
                <a:lnTo>
                  <a:pt x="226531" y="343743"/>
                </a:lnTo>
                <a:lnTo>
                  <a:pt x="227330" y="344291"/>
                </a:lnTo>
                <a:lnTo>
                  <a:pt x="228145" y="344821"/>
                </a:lnTo>
                <a:lnTo>
                  <a:pt x="228977" y="345331"/>
                </a:lnTo>
                <a:lnTo>
                  <a:pt x="229821" y="345820"/>
                </a:lnTo>
                <a:lnTo>
                  <a:pt x="230675" y="346287"/>
                </a:lnTo>
                <a:lnTo>
                  <a:pt x="231541" y="346732"/>
                </a:lnTo>
                <a:lnTo>
                  <a:pt x="232419" y="347156"/>
                </a:lnTo>
                <a:lnTo>
                  <a:pt x="233307" y="347558"/>
                </a:lnTo>
                <a:lnTo>
                  <a:pt x="234207" y="347938"/>
                </a:lnTo>
                <a:lnTo>
                  <a:pt x="235117" y="348297"/>
                </a:lnTo>
                <a:lnTo>
                  <a:pt x="236039" y="348633"/>
                </a:lnTo>
                <a:lnTo>
                  <a:pt x="236973" y="348948"/>
                </a:lnTo>
                <a:lnTo>
                  <a:pt x="237917" y="349242"/>
                </a:lnTo>
                <a:lnTo>
                  <a:pt x="238872" y="349513"/>
                </a:lnTo>
                <a:lnTo>
                  <a:pt x="239839" y="349763"/>
                </a:lnTo>
                <a:lnTo>
                  <a:pt x="240817" y="349991"/>
                </a:lnTo>
                <a:lnTo>
                  <a:pt x="241806" y="350197"/>
                </a:lnTo>
                <a:lnTo>
                  <a:pt x="242807" y="350382"/>
                </a:lnTo>
                <a:lnTo>
                  <a:pt x="243818" y="350545"/>
                </a:lnTo>
                <a:lnTo>
                  <a:pt x="244841" y="350686"/>
                </a:lnTo>
                <a:lnTo>
                  <a:pt x="245875" y="350806"/>
                </a:lnTo>
                <a:lnTo>
                  <a:pt x="246920" y="350903"/>
                </a:lnTo>
                <a:lnTo>
                  <a:pt x="247976" y="350979"/>
                </a:lnTo>
                <a:lnTo>
                  <a:pt x="249043" y="351034"/>
                </a:lnTo>
                <a:lnTo>
                  <a:pt x="250122" y="351066"/>
                </a:lnTo>
                <a:lnTo>
                  <a:pt x="251212" y="351077"/>
                </a:lnTo>
                <a:lnTo>
                  <a:pt x="252302" y="351066"/>
                </a:lnTo>
                <a:lnTo>
                  <a:pt x="253380" y="351034"/>
                </a:lnTo>
                <a:lnTo>
                  <a:pt x="254447" y="350979"/>
                </a:lnTo>
                <a:lnTo>
                  <a:pt x="255502" y="350903"/>
                </a:lnTo>
                <a:lnTo>
                  <a:pt x="256546" y="350806"/>
                </a:lnTo>
                <a:lnTo>
                  <a:pt x="257579" y="350686"/>
                </a:lnTo>
                <a:lnTo>
                  <a:pt x="258600" y="350545"/>
                </a:lnTo>
                <a:close/>
                <a:moveTo>
                  <a:pt x="245688" y="337244"/>
                </a:moveTo>
                <a:lnTo>
                  <a:pt x="244948" y="337110"/>
                </a:lnTo>
                <a:lnTo>
                  <a:pt x="244221" y="336959"/>
                </a:lnTo>
                <a:lnTo>
                  <a:pt x="243505" y="336791"/>
                </a:lnTo>
                <a:lnTo>
                  <a:pt x="242802" y="336604"/>
                </a:lnTo>
                <a:lnTo>
                  <a:pt x="242111" y="336400"/>
                </a:lnTo>
                <a:lnTo>
                  <a:pt x="241433" y="336177"/>
                </a:lnTo>
                <a:lnTo>
                  <a:pt x="240767" y="335937"/>
                </a:lnTo>
                <a:lnTo>
                  <a:pt x="240113" y="335680"/>
                </a:lnTo>
                <a:lnTo>
                  <a:pt x="239471" y="335404"/>
                </a:lnTo>
                <a:lnTo>
                  <a:pt x="238842" y="335111"/>
                </a:lnTo>
                <a:lnTo>
                  <a:pt x="238225" y="334800"/>
                </a:lnTo>
                <a:lnTo>
                  <a:pt x="237620" y="334471"/>
                </a:lnTo>
                <a:lnTo>
                  <a:pt x="237027" y="334124"/>
                </a:lnTo>
                <a:lnTo>
                  <a:pt x="236447" y="333760"/>
                </a:lnTo>
                <a:lnTo>
                  <a:pt x="235879" y="333378"/>
                </a:lnTo>
                <a:lnTo>
                  <a:pt x="235324" y="332978"/>
                </a:lnTo>
                <a:lnTo>
                  <a:pt x="234780" y="332560"/>
                </a:lnTo>
                <a:lnTo>
                  <a:pt x="234249" y="332128"/>
                </a:lnTo>
                <a:lnTo>
                  <a:pt x="233729" y="331685"/>
                </a:lnTo>
                <a:lnTo>
                  <a:pt x="233221" y="331230"/>
                </a:lnTo>
                <a:lnTo>
                  <a:pt x="232725" y="330764"/>
                </a:lnTo>
                <a:lnTo>
                  <a:pt x="232240" y="330287"/>
                </a:lnTo>
                <a:lnTo>
                  <a:pt x="231767" y="329799"/>
                </a:lnTo>
                <a:lnTo>
                  <a:pt x="231305" y="329300"/>
                </a:lnTo>
                <a:lnTo>
                  <a:pt x="230855" y="328789"/>
                </a:lnTo>
                <a:lnTo>
                  <a:pt x="230417" y="328268"/>
                </a:lnTo>
                <a:lnTo>
                  <a:pt x="229990" y="327735"/>
                </a:lnTo>
                <a:lnTo>
                  <a:pt x="229575" y="327191"/>
                </a:lnTo>
                <a:lnTo>
                  <a:pt x="229172" y="326635"/>
                </a:lnTo>
                <a:lnTo>
                  <a:pt x="228780" y="326069"/>
                </a:lnTo>
                <a:lnTo>
                  <a:pt x="228400" y="325491"/>
                </a:lnTo>
                <a:lnTo>
                  <a:pt x="228031" y="324902"/>
                </a:lnTo>
                <a:lnTo>
                  <a:pt x="227674" y="324302"/>
                </a:lnTo>
                <a:lnTo>
                  <a:pt x="227329" y="323691"/>
                </a:lnTo>
                <a:lnTo>
                  <a:pt x="226995" y="323069"/>
                </a:lnTo>
                <a:lnTo>
                  <a:pt x="226673" y="322435"/>
                </a:lnTo>
                <a:lnTo>
                  <a:pt x="226363" y="321790"/>
                </a:lnTo>
                <a:lnTo>
                  <a:pt x="226064" y="321134"/>
                </a:lnTo>
                <a:lnTo>
                  <a:pt x="225777" y="320467"/>
                </a:lnTo>
                <a:lnTo>
                  <a:pt x="225501" y="319789"/>
                </a:lnTo>
                <a:lnTo>
                  <a:pt x="225237" y="319099"/>
                </a:lnTo>
                <a:lnTo>
                  <a:pt x="224985" y="318401"/>
                </a:lnTo>
                <a:lnTo>
                  <a:pt x="224743" y="317699"/>
                </a:lnTo>
                <a:lnTo>
                  <a:pt x="224512" y="316992"/>
                </a:lnTo>
                <a:lnTo>
                  <a:pt x="224291" y="316280"/>
                </a:lnTo>
                <a:lnTo>
                  <a:pt x="224082" y="315563"/>
                </a:lnTo>
                <a:lnTo>
                  <a:pt x="223883" y="314841"/>
                </a:lnTo>
                <a:lnTo>
                  <a:pt x="223695" y="314115"/>
                </a:lnTo>
                <a:lnTo>
                  <a:pt x="223517" y="313383"/>
                </a:lnTo>
                <a:lnTo>
                  <a:pt x="223350" y="312647"/>
                </a:lnTo>
                <a:lnTo>
                  <a:pt x="223195" y="311906"/>
                </a:lnTo>
                <a:lnTo>
                  <a:pt x="223049" y="311160"/>
                </a:lnTo>
                <a:lnTo>
                  <a:pt x="222915" y="310409"/>
                </a:lnTo>
                <a:lnTo>
                  <a:pt x="222791" y="309654"/>
                </a:lnTo>
                <a:lnTo>
                  <a:pt x="222678" y="308893"/>
                </a:lnTo>
                <a:lnTo>
                  <a:pt x="222576" y="308128"/>
                </a:lnTo>
                <a:lnTo>
                  <a:pt x="222485" y="307358"/>
                </a:lnTo>
                <a:lnTo>
                  <a:pt x="222404" y="306583"/>
                </a:lnTo>
                <a:lnTo>
                  <a:pt x="222334" y="305804"/>
                </a:lnTo>
                <a:lnTo>
                  <a:pt x="222275" y="305019"/>
                </a:lnTo>
                <a:lnTo>
                  <a:pt x="222227" y="304230"/>
                </a:lnTo>
                <a:lnTo>
                  <a:pt x="222189" y="303436"/>
                </a:lnTo>
                <a:lnTo>
                  <a:pt x="222162" y="302637"/>
                </a:lnTo>
                <a:lnTo>
                  <a:pt x="222146" y="301833"/>
                </a:lnTo>
                <a:lnTo>
                  <a:pt x="222141" y="301024"/>
                </a:lnTo>
                <a:lnTo>
                  <a:pt x="222146" y="300216"/>
                </a:lnTo>
                <a:lnTo>
                  <a:pt x="222162" y="299412"/>
                </a:lnTo>
                <a:lnTo>
                  <a:pt x="222189" y="298612"/>
                </a:lnTo>
                <a:lnTo>
                  <a:pt x="222227" y="297817"/>
                </a:lnTo>
                <a:lnTo>
                  <a:pt x="222275" y="297027"/>
                </a:lnTo>
                <a:lnTo>
                  <a:pt x="222334" y="296241"/>
                </a:lnTo>
                <a:lnTo>
                  <a:pt x="222404" y="295460"/>
                </a:lnTo>
                <a:lnTo>
                  <a:pt x="222485" y="294684"/>
                </a:lnTo>
                <a:lnTo>
                  <a:pt x="222576" y="293912"/>
                </a:lnTo>
                <a:lnTo>
                  <a:pt x="222678" y="293144"/>
                </a:lnTo>
                <a:lnTo>
                  <a:pt x="222791" y="292382"/>
                </a:lnTo>
                <a:lnTo>
                  <a:pt x="222915" y="291624"/>
                </a:lnTo>
                <a:lnTo>
                  <a:pt x="223049" y="290870"/>
                </a:lnTo>
                <a:lnTo>
                  <a:pt x="223195" y="290121"/>
                </a:lnTo>
                <a:lnTo>
                  <a:pt x="223350" y="289377"/>
                </a:lnTo>
                <a:lnTo>
                  <a:pt x="223517" y="288638"/>
                </a:lnTo>
                <a:lnTo>
                  <a:pt x="223695" y="287903"/>
                </a:lnTo>
                <a:lnTo>
                  <a:pt x="223883" y="287172"/>
                </a:lnTo>
                <a:lnTo>
                  <a:pt x="224082" y="286446"/>
                </a:lnTo>
                <a:lnTo>
                  <a:pt x="224291" y="285725"/>
                </a:lnTo>
                <a:lnTo>
                  <a:pt x="224512" y="285009"/>
                </a:lnTo>
                <a:lnTo>
                  <a:pt x="224743" y="284297"/>
                </a:lnTo>
                <a:lnTo>
                  <a:pt x="224985" y="283589"/>
                </a:lnTo>
                <a:lnTo>
                  <a:pt x="225237" y="282887"/>
                </a:lnTo>
                <a:lnTo>
                  <a:pt x="225501" y="282192"/>
                </a:lnTo>
                <a:lnTo>
                  <a:pt x="225777" y="281508"/>
                </a:lnTo>
                <a:lnTo>
                  <a:pt x="226064" y="280836"/>
                </a:lnTo>
                <a:lnTo>
                  <a:pt x="226363" y="280174"/>
                </a:lnTo>
                <a:lnTo>
                  <a:pt x="226673" y="279524"/>
                </a:lnTo>
                <a:lnTo>
                  <a:pt x="226995" y="278885"/>
                </a:lnTo>
                <a:lnTo>
                  <a:pt x="227329" y="278258"/>
                </a:lnTo>
                <a:lnTo>
                  <a:pt x="227674" y="277641"/>
                </a:lnTo>
                <a:lnTo>
                  <a:pt x="228031" y="277036"/>
                </a:lnTo>
                <a:lnTo>
                  <a:pt x="228400" y="276442"/>
                </a:lnTo>
                <a:lnTo>
                  <a:pt x="228780" y="275859"/>
                </a:lnTo>
                <a:lnTo>
                  <a:pt x="229172" y="275287"/>
                </a:lnTo>
                <a:lnTo>
                  <a:pt x="229575" y="274727"/>
                </a:lnTo>
                <a:lnTo>
                  <a:pt x="229990" y="274177"/>
                </a:lnTo>
                <a:lnTo>
                  <a:pt x="230417" y="273639"/>
                </a:lnTo>
                <a:lnTo>
                  <a:pt x="230855" y="273112"/>
                </a:lnTo>
                <a:lnTo>
                  <a:pt x="231305" y="272596"/>
                </a:lnTo>
                <a:lnTo>
                  <a:pt x="231767" y="272092"/>
                </a:lnTo>
                <a:lnTo>
                  <a:pt x="232240" y="271598"/>
                </a:lnTo>
                <a:lnTo>
                  <a:pt x="232725" y="271116"/>
                </a:lnTo>
                <a:lnTo>
                  <a:pt x="233221" y="270645"/>
                </a:lnTo>
                <a:lnTo>
                  <a:pt x="233729" y="270185"/>
                </a:lnTo>
                <a:lnTo>
                  <a:pt x="234249" y="269737"/>
                </a:lnTo>
                <a:lnTo>
                  <a:pt x="234780" y="269299"/>
                </a:lnTo>
                <a:lnTo>
                  <a:pt x="235324" y="268876"/>
                </a:lnTo>
                <a:lnTo>
                  <a:pt x="235879" y="268471"/>
                </a:lnTo>
                <a:lnTo>
                  <a:pt x="236447" y="268084"/>
                </a:lnTo>
                <a:lnTo>
                  <a:pt x="237027" y="267716"/>
                </a:lnTo>
                <a:lnTo>
                  <a:pt x="237620" y="267365"/>
                </a:lnTo>
                <a:lnTo>
                  <a:pt x="238225" y="267032"/>
                </a:lnTo>
                <a:lnTo>
                  <a:pt x="238842" y="266717"/>
                </a:lnTo>
                <a:lnTo>
                  <a:pt x="239471" y="266420"/>
                </a:lnTo>
                <a:lnTo>
                  <a:pt x="240113" y="266141"/>
                </a:lnTo>
                <a:lnTo>
                  <a:pt x="240767" y="265880"/>
                </a:lnTo>
                <a:lnTo>
                  <a:pt x="241433" y="265637"/>
                </a:lnTo>
                <a:lnTo>
                  <a:pt x="242111" y="265412"/>
                </a:lnTo>
                <a:lnTo>
                  <a:pt x="242802" y="265205"/>
                </a:lnTo>
                <a:lnTo>
                  <a:pt x="243505" y="265017"/>
                </a:lnTo>
                <a:lnTo>
                  <a:pt x="244221" y="264846"/>
                </a:lnTo>
                <a:lnTo>
                  <a:pt x="244948" y="264693"/>
                </a:lnTo>
                <a:lnTo>
                  <a:pt x="245688" y="264558"/>
                </a:lnTo>
                <a:lnTo>
                  <a:pt x="246440" y="264441"/>
                </a:lnTo>
                <a:lnTo>
                  <a:pt x="247205" y="264342"/>
                </a:lnTo>
                <a:lnTo>
                  <a:pt x="247982" y="264261"/>
                </a:lnTo>
                <a:lnTo>
                  <a:pt x="248771" y="264198"/>
                </a:lnTo>
                <a:lnTo>
                  <a:pt x="249572" y="264153"/>
                </a:lnTo>
                <a:lnTo>
                  <a:pt x="250386" y="264126"/>
                </a:lnTo>
                <a:lnTo>
                  <a:pt x="251212" y="264117"/>
                </a:lnTo>
                <a:lnTo>
                  <a:pt x="252038" y="264126"/>
                </a:lnTo>
                <a:lnTo>
                  <a:pt x="252851" y="264153"/>
                </a:lnTo>
                <a:lnTo>
                  <a:pt x="253653" y="264198"/>
                </a:lnTo>
                <a:lnTo>
                  <a:pt x="254442" y="264261"/>
                </a:lnTo>
                <a:lnTo>
                  <a:pt x="255219" y="264342"/>
                </a:lnTo>
                <a:lnTo>
                  <a:pt x="255983" y="264441"/>
                </a:lnTo>
                <a:lnTo>
                  <a:pt x="256736" y="264558"/>
                </a:lnTo>
                <a:lnTo>
                  <a:pt x="257475" y="264693"/>
                </a:lnTo>
                <a:lnTo>
                  <a:pt x="258203" y="264846"/>
                </a:lnTo>
                <a:lnTo>
                  <a:pt x="258918" y="265017"/>
                </a:lnTo>
                <a:lnTo>
                  <a:pt x="259622" y="265205"/>
                </a:lnTo>
                <a:lnTo>
                  <a:pt x="260312" y="265412"/>
                </a:lnTo>
                <a:lnTo>
                  <a:pt x="260991" y="265637"/>
                </a:lnTo>
                <a:lnTo>
                  <a:pt x="261657" y="265880"/>
                </a:lnTo>
                <a:lnTo>
                  <a:pt x="262311" y="266141"/>
                </a:lnTo>
                <a:lnTo>
                  <a:pt x="262953" y="266420"/>
                </a:lnTo>
                <a:lnTo>
                  <a:pt x="263582" y="266717"/>
                </a:lnTo>
                <a:lnTo>
                  <a:pt x="264199" y="267032"/>
                </a:lnTo>
                <a:lnTo>
                  <a:pt x="264804" y="267365"/>
                </a:lnTo>
                <a:lnTo>
                  <a:pt x="265396" y="267716"/>
                </a:lnTo>
                <a:lnTo>
                  <a:pt x="265976" y="268084"/>
                </a:lnTo>
                <a:lnTo>
                  <a:pt x="266544" y="268471"/>
                </a:lnTo>
                <a:lnTo>
                  <a:pt x="267100" y="268876"/>
                </a:lnTo>
                <a:lnTo>
                  <a:pt x="267643" y="269299"/>
                </a:lnTo>
                <a:lnTo>
                  <a:pt x="268175" y="269737"/>
                </a:lnTo>
                <a:lnTo>
                  <a:pt x="268694" y="270185"/>
                </a:lnTo>
                <a:lnTo>
                  <a:pt x="269203" y="270645"/>
                </a:lnTo>
                <a:lnTo>
                  <a:pt x="269699" y="271116"/>
                </a:lnTo>
                <a:lnTo>
                  <a:pt x="270184" y="271598"/>
                </a:lnTo>
                <a:lnTo>
                  <a:pt x="270657" y="272092"/>
                </a:lnTo>
                <a:lnTo>
                  <a:pt x="271119" y="272596"/>
                </a:lnTo>
                <a:lnTo>
                  <a:pt x="271569" y="273112"/>
                </a:lnTo>
                <a:lnTo>
                  <a:pt x="272007" y="273639"/>
                </a:lnTo>
                <a:lnTo>
                  <a:pt x="272434" y="274177"/>
                </a:lnTo>
                <a:lnTo>
                  <a:pt x="272849" y="274727"/>
                </a:lnTo>
                <a:lnTo>
                  <a:pt x="273252" y="275287"/>
                </a:lnTo>
                <a:lnTo>
                  <a:pt x="273644" y="275859"/>
                </a:lnTo>
                <a:lnTo>
                  <a:pt x="274024" y="276442"/>
                </a:lnTo>
                <a:lnTo>
                  <a:pt x="274393" y="277036"/>
                </a:lnTo>
                <a:lnTo>
                  <a:pt x="274750" y="277641"/>
                </a:lnTo>
                <a:lnTo>
                  <a:pt x="275095" y="278258"/>
                </a:lnTo>
                <a:lnTo>
                  <a:pt x="275428" y="278885"/>
                </a:lnTo>
                <a:lnTo>
                  <a:pt x="275751" y="279524"/>
                </a:lnTo>
                <a:lnTo>
                  <a:pt x="276061" y="280174"/>
                </a:lnTo>
                <a:lnTo>
                  <a:pt x="276360" y="280836"/>
                </a:lnTo>
                <a:lnTo>
                  <a:pt x="276647" y="281508"/>
                </a:lnTo>
                <a:lnTo>
                  <a:pt x="276922" y="282192"/>
                </a:lnTo>
                <a:lnTo>
                  <a:pt x="277186" y="282887"/>
                </a:lnTo>
                <a:lnTo>
                  <a:pt x="277439" y="283589"/>
                </a:lnTo>
                <a:lnTo>
                  <a:pt x="277681" y="284297"/>
                </a:lnTo>
                <a:lnTo>
                  <a:pt x="277912" y="285009"/>
                </a:lnTo>
                <a:lnTo>
                  <a:pt x="278132" y="285725"/>
                </a:lnTo>
                <a:lnTo>
                  <a:pt x="278342" y="286446"/>
                </a:lnTo>
                <a:lnTo>
                  <a:pt x="278541" y="287172"/>
                </a:lnTo>
                <a:lnTo>
                  <a:pt x="278729" y="287903"/>
                </a:lnTo>
                <a:lnTo>
                  <a:pt x="278907" y="288638"/>
                </a:lnTo>
                <a:lnTo>
                  <a:pt x="279073" y="289377"/>
                </a:lnTo>
                <a:lnTo>
                  <a:pt x="279229" y="290121"/>
                </a:lnTo>
                <a:lnTo>
                  <a:pt x="279374" y="290870"/>
                </a:lnTo>
                <a:lnTo>
                  <a:pt x="279509" y="291624"/>
                </a:lnTo>
                <a:lnTo>
                  <a:pt x="279632" y="292382"/>
                </a:lnTo>
                <a:lnTo>
                  <a:pt x="279745" y="293144"/>
                </a:lnTo>
                <a:lnTo>
                  <a:pt x="279847" y="293912"/>
                </a:lnTo>
                <a:lnTo>
                  <a:pt x="279939" y="294684"/>
                </a:lnTo>
                <a:lnTo>
                  <a:pt x="280019" y="295460"/>
                </a:lnTo>
                <a:lnTo>
                  <a:pt x="280089" y="296241"/>
                </a:lnTo>
                <a:lnTo>
                  <a:pt x="280148" y="297027"/>
                </a:lnTo>
                <a:lnTo>
                  <a:pt x="280197" y="297817"/>
                </a:lnTo>
                <a:lnTo>
                  <a:pt x="280235" y="298612"/>
                </a:lnTo>
                <a:lnTo>
                  <a:pt x="280261" y="299412"/>
                </a:lnTo>
                <a:lnTo>
                  <a:pt x="280278" y="300216"/>
                </a:lnTo>
                <a:lnTo>
                  <a:pt x="280283" y="301024"/>
                </a:lnTo>
                <a:lnTo>
                  <a:pt x="280278" y="301833"/>
                </a:lnTo>
                <a:lnTo>
                  <a:pt x="280261" y="302637"/>
                </a:lnTo>
                <a:lnTo>
                  <a:pt x="280235" y="303436"/>
                </a:lnTo>
                <a:lnTo>
                  <a:pt x="280197" y="304230"/>
                </a:lnTo>
                <a:lnTo>
                  <a:pt x="280148" y="305019"/>
                </a:lnTo>
                <a:lnTo>
                  <a:pt x="280089" y="305804"/>
                </a:lnTo>
                <a:lnTo>
                  <a:pt x="280019" y="306583"/>
                </a:lnTo>
                <a:lnTo>
                  <a:pt x="279939" y="307358"/>
                </a:lnTo>
                <a:lnTo>
                  <a:pt x="279847" y="308128"/>
                </a:lnTo>
                <a:lnTo>
                  <a:pt x="279745" y="308893"/>
                </a:lnTo>
                <a:lnTo>
                  <a:pt x="279632" y="309654"/>
                </a:lnTo>
                <a:lnTo>
                  <a:pt x="279509" y="310409"/>
                </a:lnTo>
                <a:lnTo>
                  <a:pt x="279374" y="311160"/>
                </a:lnTo>
                <a:lnTo>
                  <a:pt x="279229" y="311906"/>
                </a:lnTo>
                <a:lnTo>
                  <a:pt x="279073" y="312647"/>
                </a:lnTo>
                <a:lnTo>
                  <a:pt x="278907" y="313383"/>
                </a:lnTo>
                <a:lnTo>
                  <a:pt x="278729" y="314115"/>
                </a:lnTo>
                <a:lnTo>
                  <a:pt x="278541" y="314841"/>
                </a:lnTo>
                <a:lnTo>
                  <a:pt x="278342" y="315563"/>
                </a:lnTo>
                <a:lnTo>
                  <a:pt x="278132" y="316280"/>
                </a:lnTo>
                <a:lnTo>
                  <a:pt x="277912" y="316992"/>
                </a:lnTo>
                <a:lnTo>
                  <a:pt x="277681" y="317699"/>
                </a:lnTo>
                <a:lnTo>
                  <a:pt x="277439" y="318401"/>
                </a:lnTo>
                <a:lnTo>
                  <a:pt x="277186" y="319099"/>
                </a:lnTo>
                <a:lnTo>
                  <a:pt x="276922" y="319789"/>
                </a:lnTo>
                <a:lnTo>
                  <a:pt x="276647" y="320467"/>
                </a:lnTo>
                <a:lnTo>
                  <a:pt x="276360" y="321134"/>
                </a:lnTo>
                <a:lnTo>
                  <a:pt x="276061" y="321790"/>
                </a:lnTo>
                <a:lnTo>
                  <a:pt x="275751" y="322435"/>
                </a:lnTo>
                <a:lnTo>
                  <a:pt x="275428" y="323069"/>
                </a:lnTo>
                <a:lnTo>
                  <a:pt x="275095" y="323691"/>
                </a:lnTo>
                <a:lnTo>
                  <a:pt x="274750" y="324302"/>
                </a:lnTo>
                <a:lnTo>
                  <a:pt x="274393" y="324902"/>
                </a:lnTo>
                <a:lnTo>
                  <a:pt x="274024" y="325491"/>
                </a:lnTo>
                <a:lnTo>
                  <a:pt x="273644" y="326069"/>
                </a:lnTo>
                <a:lnTo>
                  <a:pt x="273252" y="326635"/>
                </a:lnTo>
                <a:lnTo>
                  <a:pt x="272849" y="327191"/>
                </a:lnTo>
                <a:lnTo>
                  <a:pt x="272434" y="327735"/>
                </a:lnTo>
                <a:lnTo>
                  <a:pt x="272007" y="328268"/>
                </a:lnTo>
                <a:lnTo>
                  <a:pt x="271569" y="328789"/>
                </a:lnTo>
                <a:lnTo>
                  <a:pt x="271119" y="329300"/>
                </a:lnTo>
                <a:lnTo>
                  <a:pt x="270657" y="329799"/>
                </a:lnTo>
                <a:lnTo>
                  <a:pt x="270184" y="330287"/>
                </a:lnTo>
                <a:lnTo>
                  <a:pt x="269699" y="330764"/>
                </a:lnTo>
                <a:lnTo>
                  <a:pt x="269203" y="331230"/>
                </a:lnTo>
                <a:lnTo>
                  <a:pt x="268694" y="331685"/>
                </a:lnTo>
                <a:lnTo>
                  <a:pt x="268175" y="332128"/>
                </a:lnTo>
                <a:lnTo>
                  <a:pt x="267643" y="332560"/>
                </a:lnTo>
                <a:lnTo>
                  <a:pt x="267100" y="332978"/>
                </a:lnTo>
                <a:lnTo>
                  <a:pt x="266544" y="333378"/>
                </a:lnTo>
                <a:lnTo>
                  <a:pt x="265976" y="333760"/>
                </a:lnTo>
                <a:lnTo>
                  <a:pt x="265396" y="334124"/>
                </a:lnTo>
                <a:lnTo>
                  <a:pt x="264804" y="334471"/>
                </a:lnTo>
                <a:lnTo>
                  <a:pt x="264199" y="334800"/>
                </a:lnTo>
                <a:lnTo>
                  <a:pt x="263582" y="335111"/>
                </a:lnTo>
                <a:lnTo>
                  <a:pt x="262953" y="335404"/>
                </a:lnTo>
                <a:lnTo>
                  <a:pt x="262311" y="335680"/>
                </a:lnTo>
                <a:lnTo>
                  <a:pt x="261657" y="335937"/>
                </a:lnTo>
                <a:lnTo>
                  <a:pt x="260991" y="336177"/>
                </a:lnTo>
                <a:lnTo>
                  <a:pt x="260312" y="336400"/>
                </a:lnTo>
                <a:lnTo>
                  <a:pt x="259622" y="336604"/>
                </a:lnTo>
                <a:lnTo>
                  <a:pt x="258918" y="336791"/>
                </a:lnTo>
                <a:lnTo>
                  <a:pt x="258203" y="336959"/>
                </a:lnTo>
                <a:lnTo>
                  <a:pt x="257475" y="337110"/>
                </a:lnTo>
                <a:lnTo>
                  <a:pt x="256736" y="337244"/>
                </a:lnTo>
                <a:lnTo>
                  <a:pt x="255983" y="337359"/>
                </a:lnTo>
                <a:lnTo>
                  <a:pt x="255219" y="337457"/>
                </a:lnTo>
                <a:lnTo>
                  <a:pt x="254442" y="337537"/>
                </a:lnTo>
                <a:lnTo>
                  <a:pt x="253653" y="337599"/>
                </a:lnTo>
                <a:lnTo>
                  <a:pt x="252851" y="337644"/>
                </a:lnTo>
                <a:lnTo>
                  <a:pt x="252038" y="337670"/>
                </a:lnTo>
                <a:lnTo>
                  <a:pt x="251212" y="337679"/>
                </a:lnTo>
                <a:lnTo>
                  <a:pt x="250386" y="337670"/>
                </a:lnTo>
                <a:lnTo>
                  <a:pt x="249572" y="337644"/>
                </a:lnTo>
                <a:lnTo>
                  <a:pt x="248771" y="337599"/>
                </a:lnTo>
                <a:lnTo>
                  <a:pt x="247982" y="337537"/>
                </a:lnTo>
                <a:lnTo>
                  <a:pt x="247205" y="337457"/>
                </a:lnTo>
                <a:lnTo>
                  <a:pt x="246440" y="337359"/>
                </a:lnTo>
                <a:lnTo>
                  <a:pt x="245688" y="337244"/>
                </a:lnTo>
                <a:close/>
                <a:moveTo>
                  <a:pt x="378802" y="314401"/>
                </a:moveTo>
                <a:lnTo>
                  <a:pt x="378698" y="315075"/>
                </a:lnTo>
                <a:lnTo>
                  <a:pt x="378580" y="315739"/>
                </a:lnTo>
                <a:lnTo>
                  <a:pt x="378449" y="316391"/>
                </a:lnTo>
                <a:lnTo>
                  <a:pt x="378304" y="317032"/>
                </a:lnTo>
                <a:lnTo>
                  <a:pt x="378145" y="317661"/>
                </a:lnTo>
                <a:lnTo>
                  <a:pt x="377972" y="318280"/>
                </a:lnTo>
                <a:lnTo>
                  <a:pt x="377785" y="318887"/>
                </a:lnTo>
                <a:lnTo>
                  <a:pt x="377585" y="319483"/>
                </a:lnTo>
                <a:lnTo>
                  <a:pt x="377371" y="320068"/>
                </a:lnTo>
                <a:lnTo>
                  <a:pt x="377143" y="320642"/>
                </a:lnTo>
                <a:lnTo>
                  <a:pt x="376901" y="321204"/>
                </a:lnTo>
                <a:lnTo>
                  <a:pt x="376645" y="321756"/>
                </a:lnTo>
                <a:lnTo>
                  <a:pt x="376375" y="322296"/>
                </a:lnTo>
                <a:lnTo>
                  <a:pt x="376092" y="322825"/>
                </a:lnTo>
                <a:lnTo>
                  <a:pt x="375795" y="323343"/>
                </a:lnTo>
                <a:lnTo>
                  <a:pt x="375484" y="323849"/>
                </a:lnTo>
                <a:lnTo>
                  <a:pt x="375159" y="324344"/>
                </a:lnTo>
                <a:lnTo>
                  <a:pt x="374829" y="324829"/>
                </a:lnTo>
                <a:lnTo>
                  <a:pt x="374493" y="325303"/>
                </a:lnTo>
                <a:lnTo>
                  <a:pt x="374150" y="325766"/>
                </a:lnTo>
                <a:lnTo>
                  <a:pt x="373800" y="326219"/>
                </a:lnTo>
                <a:lnTo>
                  <a:pt x="373444" y="326662"/>
                </a:lnTo>
                <a:lnTo>
                  <a:pt x="373081" y="327094"/>
                </a:lnTo>
                <a:lnTo>
                  <a:pt x="372712" y="327515"/>
                </a:lnTo>
                <a:lnTo>
                  <a:pt x="372336" y="327926"/>
                </a:lnTo>
                <a:lnTo>
                  <a:pt x="371953" y="328326"/>
                </a:lnTo>
                <a:lnTo>
                  <a:pt x="371564" y="328716"/>
                </a:lnTo>
                <a:lnTo>
                  <a:pt x="371169" y="329095"/>
                </a:lnTo>
                <a:lnTo>
                  <a:pt x="370767" y="329464"/>
                </a:lnTo>
                <a:lnTo>
                  <a:pt x="370358" y="329822"/>
                </a:lnTo>
                <a:lnTo>
                  <a:pt x="369942" y="330169"/>
                </a:lnTo>
                <a:lnTo>
                  <a:pt x="369520" y="330506"/>
                </a:lnTo>
                <a:lnTo>
                  <a:pt x="369092" y="330833"/>
                </a:lnTo>
                <a:lnTo>
                  <a:pt x="368657" y="331149"/>
                </a:lnTo>
                <a:lnTo>
                  <a:pt x="368215" y="331454"/>
                </a:lnTo>
                <a:lnTo>
                  <a:pt x="367767" y="331749"/>
                </a:lnTo>
                <a:lnTo>
                  <a:pt x="367312" y="332034"/>
                </a:lnTo>
                <a:lnTo>
                  <a:pt x="366850" y="332307"/>
                </a:lnTo>
                <a:lnTo>
                  <a:pt x="366382" y="332571"/>
                </a:lnTo>
                <a:lnTo>
                  <a:pt x="365908" y="332824"/>
                </a:lnTo>
                <a:lnTo>
                  <a:pt x="365426" y="333066"/>
                </a:lnTo>
                <a:lnTo>
                  <a:pt x="364947" y="333298"/>
                </a:lnTo>
                <a:lnTo>
                  <a:pt x="364469" y="333520"/>
                </a:lnTo>
                <a:lnTo>
                  <a:pt x="363992" y="333732"/>
                </a:lnTo>
                <a:lnTo>
                  <a:pt x="363515" y="333935"/>
                </a:lnTo>
                <a:lnTo>
                  <a:pt x="363038" y="334127"/>
                </a:lnTo>
                <a:lnTo>
                  <a:pt x="362563" y="334310"/>
                </a:lnTo>
                <a:lnTo>
                  <a:pt x="362088" y="334483"/>
                </a:lnTo>
                <a:lnTo>
                  <a:pt x="361613" y="334646"/>
                </a:lnTo>
                <a:lnTo>
                  <a:pt x="361140" y="334799"/>
                </a:lnTo>
                <a:lnTo>
                  <a:pt x="360667" y="334942"/>
                </a:lnTo>
                <a:lnTo>
                  <a:pt x="360194" y="335075"/>
                </a:lnTo>
                <a:lnTo>
                  <a:pt x="359723" y="335199"/>
                </a:lnTo>
                <a:lnTo>
                  <a:pt x="359252" y="335312"/>
                </a:lnTo>
                <a:lnTo>
                  <a:pt x="358781" y="335416"/>
                </a:lnTo>
                <a:lnTo>
                  <a:pt x="358312" y="335510"/>
                </a:lnTo>
                <a:lnTo>
                  <a:pt x="357843" y="335594"/>
                </a:lnTo>
                <a:lnTo>
                  <a:pt x="357374" y="335668"/>
                </a:lnTo>
                <a:lnTo>
                  <a:pt x="356906" y="335732"/>
                </a:lnTo>
                <a:lnTo>
                  <a:pt x="356439" y="335786"/>
                </a:lnTo>
                <a:lnTo>
                  <a:pt x="355973" y="335831"/>
                </a:lnTo>
                <a:lnTo>
                  <a:pt x="355507" y="335865"/>
                </a:lnTo>
                <a:lnTo>
                  <a:pt x="355042" y="335890"/>
                </a:lnTo>
                <a:lnTo>
                  <a:pt x="354578" y="335905"/>
                </a:lnTo>
                <a:lnTo>
                  <a:pt x="354114" y="335910"/>
                </a:lnTo>
                <a:lnTo>
                  <a:pt x="353345" y="335899"/>
                </a:lnTo>
                <a:lnTo>
                  <a:pt x="352588" y="335866"/>
                </a:lnTo>
                <a:lnTo>
                  <a:pt x="351843" y="335811"/>
                </a:lnTo>
                <a:lnTo>
                  <a:pt x="351108" y="335734"/>
                </a:lnTo>
                <a:lnTo>
                  <a:pt x="350386" y="335635"/>
                </a:lnTo>
                <a:lnTo>
                  <a:pt x="349674" y="335515"/>
                </a:lnTo>
                <a:lnTo>
                  <a:pt x="348974" y="335372"/>
                </a:lnTo>
                <a:lnTo>
                  <a:pt x="348286" y="335208"/>
                </a:lnTo>
                <a:lnTo>
                  <a:pt x="347608" y="335021"/>
                </a:lnTo>
                <a:lnTo>
                  <a:pt x="346943" y="334813"/>
                </a:lnTo>
                <a:lnTo>
                  <a:pt x="346288" y="334582"/>
                </a:lnTo>
                <a:lnTo>
                  <a:pt x="345645" y="334330"/>
                </a:lnTo>
                <a:lnTo>
                  <a:pt x="345014" y="334055"/>
                </a:lnTo>
                <a:lnTo>
                  <a:pt x="344394" y="333759"/>
                </a:lnTo>
                <a:lnTo>
                  <a:pt x="343785" y="333441"/>
                </a:lnTo>
                <a:lnTo>
                  <a:pt x="343188" y="333101"/>
                </a:lnTo>
                <a:lnTo>
                  <a:pt x="342602" y="332739"/>
                </a:lnTo>
                <a:lnTo>
                  <a:pt x="342027" y="332355"/>
                </a:lnTo>
                <a:lnTo>
                  <a:pt x="341464" y="331949"/>
                </a:lnTo>
                <a:lnTo>
                  <a:pt x="340913" y="331521"/>
                </a:lnTo>
                <a:lnTo>
                  <a:pt x="340372" y="331071"/>
                </a:lnTo>
                <a:lnTo>
                  <a:pt x="339843" y="330599"/>
                </a:lnTo>
                <a:lnTo>
                  <a:pt x="339326" y="330106"/>
                </a:lnTo>
                <a:lnTo>
                  <a:pt x="338820" y="329590"/>
                </a:lnTo>
                <a:lnTo>
                  <a:pt x="338335" y="329056"/>
                </a:lnTo>
                <a:lnTo>
                  <a:pt x="337871" y="328507"/>
                </a:lnTo>
                <a:lnTo>
                  <a:pt x="337428" y="327943"/>
                </a:lnTo>
                <a:lnTo>
                  <a:pt x="337005" y="327364"/>
                </a:lnTo>
                <a:lnTo>
                  <a:pt x="336603" y="326770"/>
                </a:lnTo>
                <a:lnTo>
                  <a:pt x="336221" y="326161"/>
                </a:lnTo>
                <a:lnTo>
                  <a:pt x="335860" y="325538"/>
                </a:lnTo>
                <a:lnTo>
                  <a:pt x="335520" y="324899"/>
                </a:lnTo>
                <a:lnTo>
                  <a:pt x="335200" y="324246"/>
                </a:lnTo>
                <a:lnTo>
                  <a:pt x="334901" y="323577"/>
                </a:lnTo>
                <a:lnTo>
                  <a:pt x="334622" y="322894"/>
                </a:lnTo>
                <a:lnTo>
                  <a:pt x="334365" y="322196"/>
                </a:lnTo>
                <a:lnTo>
                  <a:pt x="334127" y="321483"/>
                </a:lnTo>
                <a:lnTo>
                  <a:pt x="333911" y="320754"/>
                </a:lnTo>
                <a:lnTo>
                  <a:pt x="333715" y="320011"/>
                </a:lnTo>
                <a:lnTo>
                  <a:pt x="333539" y="319254"/>
                </a:lnTo>
                <a:lnTo>
                  <a:pt x="333385" y="318481"/>
                </a:lnTo>
                <a:lnTo>
                  <a:pt x="333251" y="317693"/>
                </a:lnTo>
                <a:lnTo>
                  <a:pt x="333137" y="316890"/>
                </a:lnTo>
                <a:lnTo>
                  <a:pt x="333044" y="316073"/>
                </a:lnTo>
                <a:lnTo>
                  <a:pt x="332972" y="315240"/>
                </a:lnTo>
                <a:lnTo>
                  <a:pt x="332921" y="314393"/>
                </a:lnTo>
                <a:lnTo>
                  <a:pt x="332890" y="313530"/>
                </a:lnTo>
                <a:lnTo>
                  <a:pt x="332879" y="312653"/>
                </a:lnTo>
                <a:lnTo>
                  <a:pt x="332879" y="251983"/>
                </a:lnTo>
                <a:lnTo>
                  <a:pt x="317965" y="251983"/>
                </a:lnTo>
                <a:lnTo>
                  <a:pt x="317965" y="313664"/>
                </a:lnTo>
                <a:lnTo>
                  <a:pt x="317972" y="314689"/>
                </a:lnTo>
                <a:lnTo>
                  <a:pt x="317993" y="315699"/>
                </a:lnTo>
                <a:lnTo>
                  <a:pt x="318028" y="316695"/>
                </a:lnTo>
                <a:lnTo>
                  <a:pt x="318077" y="317675"/>
                </a:lnTo>
                <a:lnTo>
                  <a:pt x="318140" y="318641"/>
                </a:lnTo>
                <a:lnTo>
                  <a:pt x="318217" y="319593"/>
                </a:lnTo>
                <a:lnTo>
                  <a:pt x="318309" y="320529"/>
                </a:lnTo>
                <a:lnTo>
                  <a:pt x="318414" y="321451"/>
                </a:lnTo>
                <a:lnTo>
                  <a:pt x="318533" y="322359"/>
                </a:lnTo>
                <a:lnTo>
                  <a:pt x="318667" y="323251"/>
                </a:lnTo>
                <a:lnTo>
                  <a:pt x="318814" y="324129"/>
                </a:lnTo>
                <a:lnTo>
                  <a:pt x="318976" y="324992"/>
                </a:lnTo>
                <a:lnTo>
                  <a:pt x="319151" y="325841"/>
                </a:lnTo>
                <a:lnTo>
                  <a:pt x="319341" y="326674"/>
                </a:lnTo>
                <a:lnTo>
                  <a:pt x="319545" y="327494"/>
                </a:lnTo>
                <a:lnTo>
                  <a:pt x="319762" y="328298"/>
                </a:lnTo>
                <a:lnTo>
                  <a:pt x="319994" y="329088"/>
                </a:lnTo>
                <a:lnTo>
                  <a:pt x="320240" y="329862"/>
                </a:lnTo>
                <a:lnTo>
                  <a:pt x="320500" y="330623"/>
                </a:lnTo>
                <a:lnTo>
                  <a:pt x="320773" y="331368"/>
                </a:lnTo>
                <a:lnTo>
                  <a:pt x="321061" y="332099"/>
                </a:lnTo>
                <a:lnTo>
                  <a:pt x="321363" y="332815"/>
                </a:lnTo>
                <a:lnTo>
                  <a:pt x="321679" y="333517"/>
                </a:lnTo>
                <a:lnTo>
                  <a:pt x="322009" y="334203"/>
                </a:lnTo>
                <a:lnTo>
                  <a:pt x="322352" y="334870"/>
                </a:lnTo>
                <a:lnTo>
                  <a:pt x="322705" y="335524"/>
                </a:lnTo>
                <a:lnTo>
                  <a:pt x="323068" y="336163"/>
                </a:lnTo>
                <a:lnTo>
                  <a:pt x="323442" y="336787"/>
                </a:lnTo>
                <a:lnTo>
                  <a:pt x="323826" y="337398"/>
                </a:lnTo>
                <a:lnTo>
                  <a:pt x="324221" y="337995"/>
                </a:lnTo>
                <a:lnTo>
                  <a:pt x="324627" y="338578"/>
                </a:lnTo>
                <a:lnTo>
                  <a:pt x="325043" y="339147"/>
                </a:lnTo>
                <a:lnTo>
                  <a:pt x="325469" y="339702"/>
                </a:lnTo>
                <a:lnTo>
                  <a:pt x="325907" y="340242"/>
                </a:lnTo>
                <a:lnTo>
                  <a:pt x="326354" y="340769"/>
                </a:lnTo>
                <a:lnTo>
                  <a:pt x="326812" y="341282"/>
                </a:lnTo>
                <a:lnTo>
                  <a:pt x="327281" y="341780"/>
                </a:lnTo>
                <a:lnTo>
                  <a:pt x="327760" y="342265"/>
                </a:lnTo>
                <a:lnTo>
                  <a:pt x="328250" y="342735"/>
                </a:lnTo>
                <a:lnTo>
                  <a:pt x="328750" y="343192"/>
                </a:lnTo>
                <a:lnTo>
                  <a:pt x="329261" y="343634"/>
                </a:lnTo>
                <a:lnTo>
                  <a:pt x="329783" y="344062"/>
                </a:lnTo>
                <a:lnTo>
                  <a:pt x="330315" y="344477"/>
                </a:lnTo>
                <a:lnTo>
                  <a:pt x="330857" y="344877"/>
                </a:lnTo>
                <a:lnTo>
                  <a:pt x="331410" y="345263"/>
                </a:lnTo>
                <a:lnTo>
                  <a:pt x="331974" y="345635"/>
                </a:lnTo>
                <a:lnTo>
                  <a:pt x="332548" y="345993"/>
                </a:lnTo>
                <a:lnTo>
                  <a:pt x="333132" y="346337"/>
                </a:lnTo>
                <a:lnTo>
                  <a:pt x="333726" y="346662"/>
                </a:lnTo>
                <a:lnTo>
                  <a:pt x="334326" y="346973"/>
                </a:lnTo>
                <a:lnTo>
                  <a:pt x="334933" y="347271"/>
                </a:lnTo>
                <a:lnTo>
                  <a:pt x="335548" y="347554"/>
                </a:lnTo>
                <a:lnTo>
                  <a:pt x="336169" y="347824"/>
                </a:lnTo>
                <a:lnTo>
                  <a:pt x="336798" y="348079"/>
                </a:lnTo>
                <a:lnTo>
                  <a:pt x="337433" y="348321"/>
                </a:lnTo>
                <a:lnTo>
                  <a:pt x="338076" y="348549"/>
                </a:lnTo>
                <a:lnTo>
                  <a:pt x="338725" y="348764"/>
                </a:lnTo>
                <a:lnTo>
                  <a:pt x="339382" y="348964"/>
                </a:lnTo>
                <a:lnTo>
                  <a:pt x="340045" y="349151"/>
                </a:lnTo>
                <a:lnTo>
                  <a:pt x="340716" y="349323"/>
                </a:lnTo>
                <a:lnTo>
                  <a:pt x="341394" y="349482"/>
                </a:lnTo>
                <a:lnTo>
                  <a:pt x="342078" y="349628"/>
                </a:lnTo>
                <a:lnTo>
                  <a:pt x="342770" y="349759"/>
                </a:lnTo>
                <a:lnTo>
                  <a:pt x="343469" y="349876"/>
                </a:lnTo>
                <a:lnTo>
                  <a:pt x="344174" y="349980"/>
                </a:lnTo>
                <a:lnTo>
                  <a:pt x="344887" y="350070"/>
                </a:lnTo>
                <a:lnTo>
                  <a:pt x="345607" y="350146"/>
                </a:lnTo>
                <a:lnTo>
                  <a:pt x="346334" y="350208"/>
                </a:lnTo>
                <a:lnTo>
                  <a:pt x="347067" y="350257"/>
                </a:lnTo>
                <a:lnTo>
                  <a:pt x="347808" y="350291"/>
                </a:lnTo>
                <a:lnTo>
                  <a:pt x="348556" y="350312"/>
                </a:lnTo>
                <a:lnTo>
                  <a:pt x="349311" y="350319"/>
                </a:lnTo>
                <a:lnTo>
                  <a:pt x="350221" y="350310"/>
                </a:lnTo>
                <a:lnTo>
                  <a:pt x="351117" y="350283"/>
                </a:lnTo>
                <a:lnTo>
                  <a:pt x="352001" y="350239"/>
                </a:lnTo>
                <a:lnTo>
                  <a:pt x="352871" y="350177"/>
                </a:lnTo>
                <a:lnTo>
                  <a:pt x="353728" y="350097"/>
                </a:lnTo>
                <a:lnTo>
                  <a:pt x="354572" y="349999"/>
                </a:lnTo>
                <a:lnTo>
                  <a:pt x="355403" y="349883"/>
                </a:lnTo>
                <a:lnTo>
                  <a:pt x="356221" y="349750"/>
                </a:lnTo>
                <a:lnTo>
                  <a:pt x="357025" y="349599"/>
                </a:lnTo>
                <a:lnTo>
                  <a:pt x="357816" y="349430"/>
                </a:lnTo>
                <a:lnTo>
                  <a:pt x="358594" y="349243"/>
                </a:lnTo>
                <a:lnTo>
                  <a:pt x="359359" y="349039"/>
                </a:lnTo>
                <a:lnTo>
                  <a:pt x="360111" y="348817"/>
                </a:lnTo>
                <a:lnTo>
                  <a:pt x="360850" y="348577"/>
                </a:lnTo>
                <a:lnTo>
                  <a:pt x="361575" y="348319"/>
                </a:lnTo>
                <a:lnTo>
                  <a:pt x="362288" y="348044"/>
                </a:lnTo>
                <a:lnTo>
                  <a:pt x="362987" y="347750"/>
                </a:lnTo>
                <a:lnTo>
                  <a:pt x="363673" y="347439"/>
                </a:lnTo>
                <a:lnTo>
                  <a:pt x="364345" y="347111"/>
                </a:lnTo>
                <a:lnTo>
                  <a:pt x="365005" y="346764"/>
                </a:lnTo>
                <a:lnTo>
                  <a:pt x="365651" y="346400"/>
                </a:lnTo>
                <a:lnTo>
                  <a:pt x="366285" y="346017"/>
                </a:lnTo>
                <a:lnTo>
                  <a:pt x="366905" y="345618"/>
                </a:lnTo>
                <a:lnTo>
                  <a:pt x="367512" y="345200"/>
                </a:lnTo>
                <a:lnTo>
                  <a:pt x="368106" y="344764"/>
                </a:lnTo>
                <a:lnTo>
                  <a:pt x="368686" y="344321"/>
                </a:lnTo>
                <a:lnTo>
                  <a:pt x="369254" y="343870"/>
                </a:lnTo>
                <a:lnTo>
                  <a:pt x="369808" y="343411"/>
                </a:lnTo>
                <a:lnTo>
                  <a:pt x="370349" y="342945"/>
                </a:lnTo>
                <a:lnTo>
                  <a:pt x="370877" y="342470"/>
                </a:lnTo>
                <a:lnTo>
                  <a:pt x="371392" y="341989"/>
                </a:lnTo>
                <a:lnTo>
                  <a:pt x="371894" y="341499"/>
                </a:lnTo>
                <a:lnTo>
                  <a:pt x="372382" y="341002"/>
                </a:lnTo>
                <a:lnTo>
                  <a:pt x="372857" y="340497"/>
                </a:lnTo>
                <a:lnTo>
                  <a:pt x="373319" y="339985"/>
                </a:lnTo>
                <a:lnTo>
                  <a:pt x="373768" y="339465"/>
                </a:lnTo>
                <a:lnTo>
                  <a:pt x="374204" y="338937"/>
                </a:lnTo>
                <a:lnTo>
                  <a:pt x="374627" y="338401"/>
                </a:lnTo>
                <a:lnTo>
                  <a:pt x="375036" y="337858"/>
                </a:lnTo>
                <a:lnTo>
                  <a:pt x="375433" y="337307"/>
                </a:lnTo>
                <a:lnTo>
                  <a:pt x="375816" y="336749"/>
                </a:lnTo>
                <a:lnTo>
                  <a:pt x="376186" y="336182"/>
                </a:lnTo>
                <a:lnTo>
                  <a:pt x="376543" y="335608"/>
                </a:lnTo>
                <a:lnTo>
                  <a:pt x="376886" y="335027"/>
                </a:lnTo>
                <a:lnTo>
                  <a:pt x="377217" y="334437"/>
                </a:lnTo>
                <a:lnTo>
                  <a:pt x="377534" y="333840"/>
                </a:lnTo>
                <a:lnTo>
                  <a:pt x="377838" y="333236"/>
                </a:lnTo>
                <a:lnTo>
                  <a:pt x="378129" y="332623"/>
                </a:lnTo>
                <a:lnTo>
                  <a:pt x="379140" y="332623"/>
                </a:lnTo>
                <a:lnTo>
                  <a:pt x="379140" y="349055"/>
                </a:lnTo>
                <a:lnTo>
                  <a:pt x="394055" y="349055"/>
                </a:lnTo>
                <a:lnTo>
                  <a:pt x="394055" y="251983"/>
                </a:lnTo>
                <a:lnTo>
                  <a:pt x="379140" y="251983"/>
                </a:lnTo>
                <a:lnTo>
                  <a:pt x="379140" y="309367"/>
                </a:lnTo>
                <a:lnTo>
                  <a:pt x="379133" y="310119"/>
                </a:lnTo>
                <a:lnTo>
                  <a:pt x="379113" y="310861"/>
                </a:lnTo>
                <a:lnTo>
                  <a:pt x="379078" y="311591"/>
                </a:lnTo>
                <a:lnTo>
                  <a:pt x="379030" y="312311"/>
                </a:lnTo>
                <a:lnTo>
                  <a:pt x="378967" y="313019"/>
                </a:lnTo>
                <a:lnTo>
                  <a:pt x="378891" y="313715"/>
                </a:lnTo>
                <a:lnTo>
                  <a:pt x="378802" y="314401"/>
                </a:lnTo>
                <a:close/>
                <a:moveTo>
                  <a:pt x="20223" y="478181"/>
                </a:moveTo>
                <a:lnTo>
                  <a:pt x="20223" y="538851"/>
                </a:lnTo>
                <a:lnTo>
                  <a:pt x="20230" y="539552"/>
                </a:lnTo>
                <a:lnTo>
                  <a:pt x="20251" y="540242"/>
                </a:lnTo>
                <a:lnTo>
                  <a:pt x="20285" y="540923"/>
                </a:lnTo>
                <a:lnTo>
                  <a:pt x="20332" y="541593"/>
                </a:lnTo>
                <a:lnTo>
                  <a:pt x="20393" y="542253"/>
                </a:lnTo>
                <a:lnTo>
                  <a:pt x="20468" y="542904"/>
                </a:lnTo>
                <a:lnTo>
                  <a:pt x="20557" y="543544"/>
                </a:lnTo>
                <a:lnTo>
                  <a:pt x="20659" y="544174"/>
                </a:lnTo>
                <a:lnTo>
                  <a:pt x="20774" y="544794"/>
                </a:lnTo>
                <a:lnTo>
                  <a:pt x="20904" y="545403"/>
                </a:lnTo>
                <a:lnTo>
                  <a:pt x="21046" y="546003"/>
                </a:lnTo>
                <a:lnTo>
                  <a:pt x="21203" y="546593"/>
                </a:lnTo>
                <a:lnTo>
                  <a:pt x="21373" y="547172"/>
                </a:lnTo>
                <a:lnTo>
                  <a:pt x="21557" y="547742"/>
                </a:lnTo>
                <a:lnTo>
                  <a:pt x="21754" y="548301"/>
                </a:lnTo>
                <a:lnTo>
                  <a:pt x="21965" y="548850"/>
                </a:lnTo>
                <a:lnTo>
                  <a:pt x="22189" y="549389"/>
                </a:lnTo>
                <a:lnTo>
                  <a:pt x="22427" y="549919"/>
                </a:lnTo>
                <a:lnTo>
                  <a:pt x="22679" y="550437"/>
                </a:lnTo>
                <a:lnTo>
                  <a:pt x="22944" y="550946"/>
                </a:lnTo>
                <a:lnTo>
                  <a:pt x="23223" y="551445"/>
                </a:lnTo>
                <a:lnTo>
                  <a:pt x="23516" y="551934"/>
                </a:lnTo>
                <a:lnTo>
                  <a:pt x="23822" y="552412"/>
                </a:lnTo>
                <a:lnTo>
                  <a:pt x="24142" y="552881"/>
                </a:lnTo>
                <a:lnTo>
                  <a:pt x="24477" y="553339"/>
                </a:lnTo>
                <a:lnTo>
                  <a:pt x="24819" y="553788"/>
                </a:lnTo>
                <a:lnTo>
                  <a:pt x="25169" y="554227"/>
                </a:lnTo>
                <a:lnTo>
                  <a:pt x="25525" y="554656"/>
                </a:lnTo>
                <a:lnTo>
                  <a:pt x="25888" y="555075"/>
                </a:lnTo>
                <a:lnTo>
                  <a:pt x="26259" y="555484"/>
                </a:lnTo>
                <a:lnTo>
                  <a:pt x="26636" y="555883"/>
                </a:lnTo>
                <a:lnTo>
                  <a:pt x="27021" y="556273"/>
                </a:lnTo>
                <a:lnTo>
                  <a:pt x="27412" y="556652"/>
                </a:lnTo>
                <a:lnTo>
                  <a:pt x="27811" y="557022"/>
                </a:lnTo>
                <a:lnTo>
                  <a:pt x="28216" y="557381"/>
                </a:lnTo>
                <a:lnTo>
                  <a:pt x="28629" y="557731"/>
                </a:lnTo>
                <a:lnTo>
                  <a:pt x="29048" y="558071"/>
                </a:lnTo>
                <a:lnTo>
                  <a:pt x="29475" y="558401"/>
                </a:lnTo>
                <a:lnTo>
                  <a:pt x="29908" y="558722"/>
                </a:lnTo>
                <a:lnTo>
                  <a:pt x="30349" y="559032"/>
                </a:lnTo>
                <a:lnTo>
                  <a:pt x="30797" y="559333"/>
                </a:lnTo>
                <a:lnTo>
                  <a:pt x="31251" y="559623"/>
                </a:lnTo>
                <a:lnTo>
                  <a:pt x="31713" y="559904"/>
                </a:lnTo>
                <a:lnTo>
                  <a:pt x="32182" y="560175"/>
                </a:lnTo>
                <a:lnTo>
                  <a:pt x="32658" y="560436"/>
                </a:lnTo>
                <a:lnTo>
                  <a:pt x="33140" y="560687"/>
                </a:lnTo>
                <a:lnTo>
                  <a:pt x="33630" y="560928"/>
                </a:lnTo>
                <a:lnTo>
                  <a:pt x="34127" y="561160"/>
                </a:lnTo>
                <a:lnTo>
                  <a:pt x="34633" y="561382"/>
                </a:lnTo>
                <a:lnTo>
                  <a:pt x="35140" y="561594"/>
                </a:lnTo>
                <a:lnTo>
                  <a:pt x="35648" y="561797"/>
                </a:lnTo>
                <a:lnTo>
                  <a:pt x="36156" y="561990"/>
                </a:lnTo>
                <a:lnTo>
                  <a:pt x="36666" y="562174"/>
                </a:lnTo>
                <a:lnTo>
                  <a:pt x="37176" y="562349"/>
                </a:lnTo>
                <a:lnTo>
                  <a:pt x="37687" y="562514"/>
                </a:lnTo>
                <a:lnTo>
                  <a:pt x="38200" y="562670"/>
                </a:lnTo>
                <a:lnTo>
                  <a:pt x="38713" y="562816"/>
                </a:lnTo>
                <a:lnTo>
                  <a:pt x="39227" y="562953"/>
                </a:lnTo>
                <a:lnTo>
                  <a:pt x="39741" y="563080"/>
                </a:lnTo>
                <a:lnTo>
                  <a:pt x="40257" y="563198"/>
                </a:lnTo>
                <a:lnTo>
                  <a:pt x="40774" y="563306"/>
                </a:lnTo>
                <a:lnTo>
                  <a:pt x="41291" y="563406"/>
                </a:lnTo>
                <a:lnTo>
                  <a:pt x="41809" y="563495"/>
                </a:lnTo>
                <a:lnTo>
                  <a:pt x="42329" y="563575"/>
                </a:lnTo>
                <a:lnTo>
                  <a:pt x="42849" y="563646"/>
                </a:lnTo>
                <a:lnTo>
                  <a:pt x="43370" y="563707"/>
                </a:lnTo>
                <a:lnTo>
                  <a:pt x="43891" y="563759"/>
                </a:lnTo>
                <a:lnTo>
                  <a:pt x="44414" y="563802"/>
                </a:lnTo>
                <a:lnTo>
                  <a:pt x="44938" y="563835"/>
                </a:lnTo>
                <a:lnTo>
                  <a:pt x="45462" y="563858"/>
                </a:lnTo>
                <a:lnTo>
                  <a:pt x="45987" y="563873"/>
                </a:lnTo>
                <a:lnTo>
                  <a:pt x="46514" y="563877"/>
                </a:lnTo>
                <a:lnTo>
                  <a:pt x="46859" y="563876"/>
                </a:lnTo>
                <a:lnTo>
                  <a:pt x="47199" y="563873"/>
                </a:lnTo>
                <a:lnTo>
                  <a:pt x="47534" y="563867"/>
                </a:lnTo>
                <a:lnTo>
                  <a:pt x="47864" y="563860"/>
                </a:lnTo>
                <a:lnTo>
                  <a:pt x="48189" y="563850"/>
                </a:lnTo>
                <a:lnTo>
                  <a:pt x="48508" y="563838"/>
                </a:lnTo>
                <a:lnTo>
                  <a:pt x="48823" y="563824"/>
                </a:lnTo>
                <a:lnTo>
                  <a:pt x="49133" y="563807"/>
                </a:lnTo>
                <a:lnTo>
                  <a:pt x="49438" y="563788"/>
                </a:lnTo>
                <a:lnTo>
                  <a:pt x="49737" y="563768"/>
                </a:lnTo>
                <a:lnTo>
                  <a:pt x="50032" y="563745"/>
                </a:lnTo>
                <a:lnTo>
                  <a:pt x="50321" y="563719"/>
                </a:lnTo>
                <a:lnTo>
                  <a:pt x="50606" y="563692"/>
                </a:lnTo>
                <a:lnTo>
                  <a:pt x="50885" y="563662"/>
                </a:lnTo>
                <a:lnTo>
                  <a:pt x="51160" y="563630"/>
                </a:lnTo>
                <a:lnTo>
                  <a:pt x="51429" y="563596"/>
                </a:lnTo>
                <a:lnTo>
                  <a:pt x="51693" y="563560"/>
                </a:lnTo>
                <a:lnTo>
                  <a:pt x="51953" y="563522"/>
                </a:lnTo>
                <a:lnTo>
                  <a:pt x="52207" y="563481"/>
                </a:lnTo>
                <a:lnTo>
                  <a:pt x="52456" y="563438"/>
                </a:lnTo>
                <a:lnTo>
                  <a:pt x="52700" y="563393"/>
                </a:lnTo>
                <a:lnTo>
                  <a:pt x="52939" y="563346"/>
                </a:lnTo>
                <a:lnTo>
                  <a:pt x="53173" y="563297"/>
                </a:lnTo>
                <a:lnTo>
                  <a:pt x="53402" y="563245"/>
                </a:lnTo>
                <a:lnTo>
                  <a:pt x="53627" y="563198"/>
                </a:lnTo>
                <a:lnTo>
                  <a:pt x="53847" y="563151"/>
                </a:lnTo>
                <a:lnTo>
                  <a:pt x="54063" y="563103"/>
                </a:lnTo>
                <a:lnTo>
                  <a:pt x="54275" y="563056"/>
                </a:lnTo>
                <a:lnTo>
                  <a:pt x="54482" y="563008"/>
                </a:lnTo>
                <a:lnTo>
                  <a:pt x="54686" y="562961"/>
                </a:lnTo>
                <a:lnTo>
                  <a:pt x="54885" y="562914"/>
                </a:lnTo>
                <a:lnTo>
                  <a:pt x="55081" y="562866"/>
                </a:lnTo>
                <a:lnTo>
                  <a:pt x="55272" y="562819"/>
                </a:lnTo>
                <a:lnTo>
                  <a:pt x="55458" y="562771"/>
                </a:lnTo>
                <a:lnTo>
                  <a:pt x="55641" y="562724"/>
                </a:lnTo>
                <a:lnTo>
                  <a:pt x="55820" y="562677"/>
                </a:lnTo>
                <a:lnTo>
                  <a:pt x="55994" y="562629"/>
                </a:lnTo>
                <a:lnTo>
                  <a:pt x="56164" y="562582"/>
                </a:lnTo>
                <a:lnTo>
                  <a:pt x="56330" y="562534"/>
                </a:lnTo>
                <a:lnTo>
                  <a:pt x="56492" y="562487"/>
                </a:lnTo>
                <a:lnTo>
                  <a:pt x="56650" y="562440"/>
                </a:lnTo>
                <a:lnTo>
                  <a:pt x="56803" y="562392"/>
                </a:lnTo>
                <a:lnTo>
                  <a:pt x="56952" y="562345"/>
                </a:lnTo>
                <a:lnTo>
                  <a:pt x="57098" y="562297"/>
                </a:lnTo>
                <a:lnTo>
                  <a:pt x="57239" y="562250"/>
                </a:lnTo>
                <a:lnTo>
                  <a:pt x="57375" y="562203"/>
                </a:lnTo>
                <a:lnTo>
                  <a:pt x="57508" y="562155"/>
                </a:lnTo>
                <a:lnTo>
                  <a:pt x="57637" y="562108"/>
                </a:lnTo>
                <a:lnTo>
                  <a:pt x="54603" y="548710"/>
                </a:lnTo>
                <a:lnTo>
                  <a:pt x="54523" y="548726"/>
                </a:lnTo>
                <a:lnTo>
                  <a:pt x="54441" y="548742"/>
                </a:lnTo>
                <a:lnTo>
                  <a:pt x="54356" y="548759"/>
                </a:lnTo>
                <a:lnTo>
                  <a:pt x="54269" y="548777"/>
                </a:lnTo>
                <a:lnTo>
                  <a:pt x="54181" y="548794"/>
                </a:lnTo>
                <a:lnTo>
                  <a:pt x="54090" y="548813"/>
                </a:lnTo>
                <a:lnTo>
                  <a:pt x="53996" y="548831"/>
                </a:lnTo>
                <a:lnTo>
                  <a:pt x="53901" y="548850"/>
                </a:lnTo>
                <a:lnTo>
                  <a:pt x="53803" y="548870"/>
                </a:lnTo>
                <a:lnTo>
                  <a:pt x="53703" y="548890"/>
                </a:lnTo>
                <a:lnTo>
                  <a:pt x="53601" y="548910"/>
                </a:lnTo>
                <a:lnTo>
                  <a:pt x="53497" y="548931"/>
                </a:lnTo>
                <a:lnTo>
                  <a:pt x="53391" y="548952"/>
                </a:lnTo>
                <a:lnTo>
                  <a:pt x="53282" y="548974"/>
                </a:lnTo>
                <a:lnTo>
                  <a:pt x="53171" y="548996"/>
                </a:lnTo>
                <a:lnTo>
                  <a:pt x="53058" y="549019"/>
                </a:lnTo>
                <a:lnTo>
                  <a:pt x="52943" y="549042"/>
                </a:lnTo>
                <a:lnTo>
                  <a:pt x="52826" y="549065"/>
                </a:lnTo>
                <a:lnTo>
                  <a:pt x="52706" y="549089"/>
                </a:lnTo>
                <a:lnTo>
                  <a:pt x="52584" y="549114"/>
                </a:lnTo>
                <a:lnTo>
                  <a:pt x="52460" y="549138"/>
                </a:lnTo>
                <a:lnTo>
                  <a:pt x="52334" y="549164"/>
                </a:lnTo>
                <a:lnTo>
                  <a:pt x="52206" y="549189"/>
                </a:lnTo>
                <a:lnTo>
                  <a:pt x="52075" y="549215"/>
                </a:lnTo>
                <a:lnTo>
                  <a:pt x="51942" y="549236"/>
                </a:lnTo>
                <a:lnTo>
                  <a:pt x="51806" y="549256"/>
                </a:lnTo>
                <a:lnTo>
                  <a:pt x="51666" y="549275"/>
                </a:lnTo>
                <a:lnTo>
                  <a:pt x="51524" y="549293"/>
                </a:lnTo>
                <a:lnTo>
                  <a:pt x="51378" y="549310"/>
                </a:lnTo>
                <a:lnTo>
                  <a:pt x="51230" y="549326"/>
                </a:lnTo>
                <a:lnTo>
                  <a:pt x="51078" y="549341"/>
                </a:lnTo>
                <a:lnTo>
                  <a:pt x="50923" y="549356"/>
                </a:lnTo>
                <a:lnTo>
                  <a:pt x="50766" y="549369"/>
                </a:lnTo>
                <a:lnTo>
                  <a:pt x="50605" y="549382"/>
                </a:lnTo>
                <a:lnTo>
                  <a:pt x="50441" y="549394"/>
                </a:lnTo>
                <a:lnTo>
                  <a:pt x="50274" y="549405"/>
                </a:lnTo>
                <a:lnTo>
                  <a:pt x="50104" y="549415"/>
                </a:lnTo>
                <a:lnTo>
                  <a:pt x="49931" y="549424"/>
                </a:lnTo>
                <a:lnTo>
                  <a:pt x="49755" y="549433"/>
                </a:lnTo>
                <a:lnTo>
                  <a:pt x="49575" y="549440"/>
                </a:lnTo>
                <a:lnTo>
                  <a:pt x="49393" y="549447"/>
                </a:lnTo>
                <a:lnTo>
                  <a:pt x="49208" y="549452"/>
                </a:lnTo>
                <a:lnTo>
                  <a:pt x="49019" y="549457"/>
                </a:lnTo>
                <a:lnTo>
                  <a:pt x="48827" y="549461"/>
                </a:lnTo>
                <a:lnTo>
                  <a:pt x="48633" y="549464"/>
                </a:lnTo>
                <a:lnTo>
                  <a:pt x="48435" y="549466"/>
                </a:lnTo>
                <a:lnTo>
                  <a:pt x="48234" y="549468"/>
                </a:lnTo>
                <a:lnTo>
                  <a:pt x="48030" y="549468"/>
                </a:lnTo>
                <a:lnTo>
                  <a:pt x="47757" y="549466"/>
                </a:lnTo>
                <a:lnTo>
                  <a:pt x="47485" y="549461"/>
                </a:lnTo>
                <a:lnTo>
                  <a:pt x="47214" y="549452"/>
                </a:lnTo>
                <a:lnTo>
                  <a:pt x="46944" y="549440"/>
                </a:lnTo>
                <a:lnTo>
                  <a:pt x="46675" y="549424"/>
                </a:lnTo>
                <a:lnTo>
                  <a:pt x="46407" y="549405"/>
                </a:lnTo>
                <a:lnTo>
                  <a:pt x="46140" y="549382"/>
                </a:lnTo>
                <a:lnTo>
                  <a:pt x="45875" y="549356"/>
                </a:lnTo>
                <a:lnTo>
                  <a:pt x="45610" y="549326"/>
                </a:lnTo>
                <a:lnTo>
                  <a:pt x="45347" y="549293"/>
                </a:lnTo>
                <a:lnTo>
                  <a:pt x="45084" y="549256"/>
                </a:lnTo>
                <a:lnTo>
                  <a:pt x="44823" y="549215"/>
                </a:lnTo>
                <a:lnTo>
                  <a:pt x="44563" y="549172"/>
                </a:lnTo>
                <a:lnTo>
                  <a:pt x="44304" y="549124"/>
                </a:lnTo>
                <a:lnTo>
                  <a:pt x="44046" y="549073"/>
                </a:lnTo>
                <a:lnTo>
                  <a:pt x="43789" y="549019"/>
                </a:lnTo>
                <a:lnTo>
                  <a:pt x="43533" y="548961"/>
                </a:lnTo>
                <a:lnTo>
                  <a:pt x="43279" y="548899"/>
                </a:lnTo>
                <a:lnTo>
                  <a:pt x="43025" y="548834"/>
                </a:lnTo>
                <a:lnTo>
                  <a:pt x="42773" y="548766"/>
                </a:lnTo>
                <a:lnTo>
                  <a:pt x="42521" y="548694"/>
                </a:lnTo>
                <a:lnTo>
                  <a:pt x="42271" y="548619"/>
                </a:lnTo>
                <a:lnTo>
                  <a:pt x="42022" y="548540"/>
                </a:lnTo>
                <a:lnTo>
                  <a:pt x="41774" y="548457"/>
                </a:lnTo>
                <a:lnTo>
                  <a:pt x="41533" y="548364"/>
                </a:lnTo>
                <a:lnTo>
                  <a:pt x="41296" y="548264"/>
                </a:lnTo>
                <a:lnTo>
                  <a:pt x="41063" y="548157"/>
                </a:lnTo>
                <a:lnTo>
                  <a:pt x="40833" y="548043"/>
                </a:lnTo>
                <a:lnTo>
                  <a:pt x="40606" y="547922"/>
                </a:lnTo>
                <a:lnTo>
                  <a:pt x="40383" y="547793"/>
                </a:lnTo>
                <a:lnTo>
                  <a:pt x="40164" y="547658"/>
                </a:lnTo>
                <a:lnTo>
                  <a:pt x="39948" y="547516"/>
                </a:lnTo>
                <a:lnTo>
                  <a:pt x="39736" y="547367"/>
                </a:lnTo>
                <a:lnTo>
                  <a:pt x="39527" y="547211"/>
                </a:lnTo>
                <a:lnTo>
                  <a:pt x="39321" y="547047"/>
                </a:lnTo>
                <a:lnTo>
                  <a:pt x="39120" y="546877"/>
                </a:lnTo>
                <a:lnTo>
                  <a:pt x="38921" y="546700"/>
                </a:lnTo>
                <a:lnTo>
                  <a:pt x="38726" y="546515"/>
                </a:lnTo>
                <a:lnTo>
                  <a:pt x="38535" y="546324"/>
                </a:lnTo>
                <a:lnTo>
                  <a:pt x="38347" y="546126"/>
                </a:lnTo>
                <a:lnTo>
                  <a:pt x="38163" y="545920"/>
                </a:lnTo>
                <a:lnTo>
                  <a:pt x="37982" y="545708"/>
                </a:lnTo>
                <a:lnTo>
                  <a:pt x="37805" y="545488"/>
                </a:lnTo>
                <a:lnTo>
                  <a:pt x="37631" y="545262"/>
                </a:lnTo>
                <a:lnTo>
                  <a:pt x="37461" y="545029"/>
                </a:lnTo>
                <a:lnTo>
                  <a:pt x="37294" y="544788"/>
                </a:lnTo>
                <a:lnTo>
                  <a:pt x="37131" y="544541"/>
                </a:lnTo>
                <a:lnTo>
                  <a:pt x="36971" y="544286"/>
                </a:lnTo>
                <a:lnTo>
                  <a:pt x="36821" y="544017"/>
                </a:lnTo>
                <a:lnTo>
                  <a:pt x="36678" y="543737"/>
                </a:lnTo>
                <a:lnTo>
                  <a:pt x="36541" y="543447"/>
                </a:lnTo>
                <a:lnTo>
                  <a:pt x="36411" y="543145"/>
                </a:lnTo>
                <a:lnTo>
                  <a:pt x="36287" y="542832"/>
                </a:lnTo>
                <a:lnTo>
                  <a:pt x="36169" y="542509"/>
                </a:lnTo>
                <a:lnTo>
                  <a:pt x="36058" y="542174"/>
                </a:lnTo>
                <a:lnTo>
                  <a:pt x="35953" y="541828"/>
                </a:lnTo>
                <a:lnTo>
                  <a:pt x="35854" y="541472"/>
                </a:lnTo>
                <a:lnTo>
                  <a:pt x="35762" y="541104"/>
                </a:lnTo>
                <a:lnTo>
                  <a:pt x="35676" y="540726"/>
                </a:lnTo>
                <a:lnTo>
                  <a:pt x="35596" y="540336"/>
                </a:lnTo>
                <a:lnTo>
                  <a:pt x="35523" y="539936"/>
                </a:lnTo>
                <a:lnTo>
                  <a:pt x="35456" y="539524"/>
                </a:lnTo>
                <a:lnTo>
                  <a:pt x="35396" y="539102"/>
                </a:lnTo>
                <a:lnTo>
                  <a:pt x="35342" y="538668"/>
                </a:lnTo>
                <a:lnTo>
                  <a:pt x="35294" y="538224"/>
                </a:lnTo>
                <a:lnTo>
                  <a:pt x="35253" y="537769"/>
                </a:lnTo>
                <a:lnTo>
                  <a:pt x="35218" y="537302"/>
                </a:lnTo>
                <a:lnTo>
                  <a:pt x="35189" y="536825"/>
                </a:lnTo>
                <a:lnTo>
                  <a:pt x="35167" y="536337"/>
                </a:lnTo>
                <a:lnTo>
                  <a:pt x="35151" y="535838"/>
                </a:lnTo>
                <a:lnTo>
                  <a:pt x="35141" y="535327"/>
                </a:lnTo>
                <a:lnTo>
                  <a:pt x="35138" y="534806"/>
                </a:lnTo>
                <a:lnTo>
                  <a:pt x="35138" y="478181"/>
                </a:lnTo>
                <a:lnTo>
                  <a:pt x="55867" y="478181"/>
                </a:lnTo>
                <a:lnTo>
                  <a:pt x="55867" y="465541"/>
                </a:lnTo>
                <a:lnTo>
                  <a:pt x="35138" y="465541"/>
                </a:lnTo>
                <a:lnTo>
                  <a:pt x="35138" y="442284"/>
                </a:lnTo>
                <a:lnTo>
                  <a:pt x="20223" y="442284"/>
                </a:lnTo>
                <a:lnTo>
                  <a:pt x="20223" y="465541"/>
                </a:lnTo>
                <a:lnTo>
                  <a:pt x="5561" y="465541"/>
                </a:lnTo>
                <a:lnTo>
                  <a:pt x="5561" y="478181"/>
                </a:lnTo>
                <a:lnTo>
                  <a:pt x="20223" y="478181"/>
                </a:lnTo>
                <a:close/>
                <a:moveTo>
                  <a:pt x="652835" y="478181"/>
                </a:moveTo>
                <a:lnTo>
                  <a:pt x="652835" y="538851"/>
                </a:lnTo>
                <a:lnTo>
                  <a:pt x="652842" y="539552"/>
                </a:lnTo>
                <a:lnTo>
                  <a:pt x="652862" y="540242"/>
                </a:lnTo>
                <a:lnTo>
                  <a:pt x="652896" y="540923"/>
                </a:lnTo>
                <a:lnTo>
                  <a:pt x="652944" y="541593"/>
                </a:lnTo>
                <a:lnTo>
                  <a:pt x="653005" y="542253"/>
                </a:lnTo>
                <a:lnTo>
                  <a:pt x="653080" y="542904"/>
                </a:lnTo>
                <a:lnTo>
                  <a:pt x="653168" y="543544"/>
                </a:lnTo>
                <a:lnTo>
                  <a:pt x="653270" y="544174"/>
                </a:lnTo>
                <a:lnTo>
                  <a:pt x="653386" y="544794"/>
                </a:lnTo>
                <a:lnTo>
                  <a:pt x="653515" y="545403"/>
                </a:lnTo>
                <a:lnTo>
                  <a:pt x="653658" y="546003"/>
                </a:lnTo>
                <a:lnTo>
                  <a:pt x="653814" y="546593"/>
                </a:lnTo>
                <a:lnTo>
                  <a:pt x="653984" y="547172"/>
                </a:lnTo>
                <a:lnTo>
                  <a:pt x="654168" y="547742"/>
                </a:lnTo>
                <a:lnTo>
                  <a:pt x="654365" y="548301"/>
                </a:lnTo>
                <a:lnTo>
                  <a:pt x="654576" y="548850"/>
                </a:lnTo>
                <a:lnTo>
                  <a:pt x="654801" y="549389"/>
                </a:lnTo>
                <a:lnTo>
                  <a:pt x="655039" y="549919"/>
                </a:lnTo>
                <a:lnTo>
                  <a:pt x="655291" y="550437"/>
                </a:lnTo>
                <a:lnTo>
                  <a:pt x="655556" y="550946"/>
                </a:lnTo>
                <a:lnTo>
                  <a:pt x="655835" y="551445"/>
                </a:lnTo>
                <a:lnTo>
                  <a:pt x="656127" y="551934"/>
                </a:lnTo>
                <a:lnTo>
                  <a:pt x="656433" y="552412"/>
                </a:lnTo>
                <a:lnTo>
                  <a:pt x="656753" y="552881"/>
                </a:lnTo>
                <a:lnTo>
                  <a:pt x="657088" y="553339"/>
                </a:lnTo>
                <a:lnTo>
                  <a:pt x="657431" y="553788"/>
                </a:lnTo>
                <a:lnTo>
                  <a:pt x="657780" y="554227"/>
                </a:lnTo>
                <a:lnTo>
                  <a:pt x="658136" y="554656"/>
                </a:lnTo>
                <a:lnTo>
                  <a:pt x="658500" y="555075"/>
                </a:lnTo>
                <a:lnTo>
                  <a:pt x="658870" y="555484"/>
                </a:lnTo>
                <a:lnTo>
                  <a:pt x="659248" y="555883"/>
                </a:lnTo>
                <a:lnTo>
                  <a:pt x="659632" y="556273"/>
                </a:lnTo>
                <a:lnTo>
                  <a:pt x="660024" y="556652"/>
                </a:lnTo>
                <a:lnTo>
                  <a:pt x="660422" y="557022"/>
                </a:lnTo>
                <a:lnTo>
                  <a:pt x="660828" y="557381"/>
                </a:lnTo>
                <a:lnTo>
                  <a:pt x="661240" y="557731"/>
                </a:lnTo>
                <a:lnTo>
                  <a:pt x="661660" y="558071"/>
                </a:lnTo>
                <a:lnTo>
                  <a:pt x="662086" y="558401"/>
                </a:lnTo>
                <a:lnTo>
                  <a:pt x="662520" y="558722"/>
                </a:lnTo>
                <a:lnTo>
                  <a:pt x="662961" y="559032"/>
                </a:lnTo>
                <a:lnTo>
                  <a:pt x="663408" y="559333"/>
                </a:lnTo>
                <a:lnTo>
                  <a:pt x="663863" y="559623"/>
                </a:lnTo>
                <a:lnTo>
                  <a:pt x="664325" y="559904"/>
                </a:lnTo>
                <a:lnTo>
                  <a:pt x="664793" y="560175"/>
                </a:lnTo>
                <a:lnTo>
                  <a:pt x="665269" y="560436"/>
                </a:lnTo>
                <a:lnTo>
                  <a:pt x="665752" y="560687"/>
                </a:lnTo>
                <a:lnTo>
                  <a:pt x="666242" y="560928"/>
                </a:lnTo>
                <a:lnTo>
                  <a:pt x="666738" y="561160"/>
                </a:lnTo>
                <a:lnTo>
                  <a:pt x="667244" y="561382"/>
                </a:lnTo>
                <a:lnTo>
                  <a:pt x="667751" y="561594"/>
                </a:lnTo>
                <a:lnTo>
                  <a:pt x="668259" y="561797"/>
                </a:lnTo>
                <a:lnTo>
                  <a:pt x="668768" y="561990"/>
                </a:lnTo>
                <a:lnTo>
                  <a:pt x="669277" y="562174"/>
                </a:lnTo>
                <a:lnTo>
                  <a:pt x="669788" y="562349"/>
                </a:lnTo>
                <a:lnTo>
                  <a:pt x="670299" y="562514"/>
                </a:lnTo>
                <a:lnTo>
                  <a:pt x="670811" y="562670"/>
                </a:lnTo>
                <a:lnTo>
                  <a:pt x="671324" y="562816"/>
                </a:lnTo>
                <a:lnTo>
                  <a:pt x="671838" y="562953"/>
                </a:lnTo>
                <a:lnTo>
                  <a:pt x="672353" y="563080"/>
                </a:lnTo>
                <a:lnTo>
                  <a:pt x="672869" y="563198"/>
                </a:lnTo>
                <a:lnTo>
                  <a:pt x="673385" y="563306"/>
                </a:lnTo>
                <a:lnTo>
                  <a:pt x="673902" y="563406"/>
                </a:lnTo>
                <a:lnTo>
                  <a:pt x="674421" y="563495"/>
                </a:lnTo>
                <a:lnTo>
                  <a:pt x="674940" y="563575"/>
                </a:lnTo>
                <a:lnTo>
                  <a:pt x="675460" y="563646"/>
                </a:lnTo>
                <a:lnTo>
                  <a:pt x="675981" y="563707"/>
                </a:lnTo>
                <a:lnTo>
                  <a:pt x="676503" y="563759"/>
                </a:lnTo>
                <a:lnTo>
                  <a:pt x="677026" y="563802"/>
                </a:lnTo>
                <a:lnTo>
                  <a:pt x="677549" y="563835"/>
                </a:lnTo>
                <a:lnTo>
                  <a:pt x="678074" y="563858"/>
                </a:lnTo>
                <a:lnTo>
                  <a:pt x="678599" y="563873"/>
                </a:lnTo>
                <a:lnTo>
                  <a:pt x="679125" y="563877"/>
                </a:lnTo>
                <a:lnTo>
                  <a:pt x="679470" y="563876"/>
                </a:lnTo>
                <a:lnTo>
                  <a:pt x="679810" y="563873"/>
                </a:lnTo>
                <a:lnTo>
                  <a:pt x="680145" y="563867"/>
                </a:lnTo>
                <a:lnTo>
                  <a:pt x="680475" y="563860"/>
                </a:lnTo>
                <a:lnTo>
                  <a:pt x="680800" y="563850"/>
                </a:lnTo>
                <a:lnTo>
                  <a:pt x="681120" y="563838"/>
                </a:lnTo>
                <a:lnTo>
                  <a:pt x="681435" y="563824"/>
                </a:lnTo>
                <a:lnTo>
                  <a:pt x="681744" y="563807"/>
                </a:lnTo>
                <a:lnTo>
                  <a:pt x="682049" y="563788"/>
                </a:lnTo>
                <a:lnTo>
                  <a:pt x="682349" y="563768"/>
                </a:lnTo>
                <a:lnTo>
                  <a:pt x="682643" y="563745"/>
                </a:lnTo>
                <a:lnTo>
                  <a:pt x="682933" y="563719"/>
                </a:lnTo>
                <a:lnTo>
                  <a:pt x="683217" y="563692"/>
                </a:lnTo>
                <a:lnTo>
                  <a:pt x="683497" y="563662"/>
                </a:lnTo>
                <a:lnTo>
                  <a:pt x="683771" y="563630"/>
                </a:lnTo>
                <a:lnTo>
                  <a:pt x="684041" y="563596"/>
                </a:lnTo>
                <a:lnTo>
                  <a:pt x="684305" y="563560"/>
                </a:lnTo>
                <a:lnTo>
                  <a:pt x="684564" y="563522"/>
                </a:lnTo>
                <a:lnTo>
                  <a:pt x="684818" y="563481"/>
                </a:lnTo>
                <a:lnTo>
                  <a:pt x="685067" y="563438"/>
                </a:lnTo>
                <a:lnTo>
                  <a:pt x="685312" y="563393"/>
                </a:lnTo>
                <a:lnTo>
                  <a:pt x="685551" y="563346"/>
                </a:lnTo>
                <a:lnTo>
                  <a:pt x="685785" y="563297"/>
                </a:lnTo>
                <a:lnTo>
                  <a:pt x="686014" y="563245"/>
                </a:lnTo>
                <a:lnTo>
                  <a:pt x="686238" y="563198"/>
                </a:lnTo>
                <a:lnTo>
                  <a:pt x="686458" y="563151"/>
                </a:lnTo>
                <a:lnTo>
                  <a:pt x="686674" y="563103"/>
                </a:lnTo>
                <a:lnTo>
                  <a:pt x="686886" y="563056"/>
                </a:lnTo>
                <a:lnTo>
                  <a:pt x="687094" y="563008"/>
                </a:lnTo>
                <a:lnTo>
                  <a:pt x="687297" y="562961"/>
                </a:lnTo>
                <a:lnTo>
                  <a:pt x="687497" y="562914"/>
                </a:lnTo>
                <a:lnTo>
                  <a:pt x="687692" y="562866"/>
                </a:lnTo>
                <a:lnTo>
                  <a:pt x="687883" y="562819"/>
                </a:lnTo>
                <a:lnTo>
                  <a:pt x="688070" y="562771"/>
                </a:lnTo>
                <a:lnTo>
                  <a:pt x="688252" y="562724"/>
                </a:lnTo>
                <a:lnTo>
                  <a:pt x="688431" y="562677"/>
                </a:lnTo>
                <a:lnTo>
                  <a:pt x="688605" y="562629"/>
                </a:lnTo>
                <a:lnTo>
                  <a:pt x="688776" y="562582"/>
                </a:lnTo>
                <a:lnTo>
                  <a:pt x="688942" y="562534"/>
                </a:lnTo>
                <a:lnTo>
                  <a:pt x="689103" y="562487"/>
                </a:lnTo>
                <a:lnTo>
                  <a:pt x="689261" y="562440"/>
                </a:lnTo>
                <a:lnTo>
                  <a:pt x="689415" y="562392"/>
                </a:lnTo>
                <a:lnTo>
                  <a:pt x="689564" y="562345"/>
                </a:lnTo>
                <a:lnTo>
                  <a:pt x="689709" y="562297"/>
                </a:lnTo>
                <a:lnTo>
                  <a:pt x="689850" y="562250"/>
                </a:lnTo>
                <a:lnTo>
                  <a:pt x="689987" y="562203"/>
                </a:lnTo>
                <a:lnTo>
                  <a:pt x="690119" y="562155"/>
                </a:lnTo>
                <a:lnTo>
                  <a:pt x="690248" y="562108"/>
                </a:lnTo>
                <a:lnTo>
                  <a:pt x="687214" y="548710"/>
                </a:lnTo>
                <a:lnTo>
                  <a:pt x="687134" y="548726"/>
                </a:lnTo>
                <a:lnTo>
                  <a:pt x="687052" y="548742"/>
                </a:lnTo>
                <a:lnTo>
                  <a:pt x="686968" y="548759"/>
                </a:lnTo>
                <a:lnTo>
                  <a:pt x="686881" y="548777"/>
                </a:lnTo>
                <a:lnTo>
                  <a:pt x="686792" y="548794"/>
                </a:lnTo>
                <a:lnTo>
                  <a:pt x="686701" y="548813"/>
                </a:lnTo>
                <a:lnTo>
                  <a:pt x="686608" y="548831"/>
                </a:lnTo>
                <a:lnTo>
                  <a:pt x="686512" y="548850"/>
                </a:lnTo>
                <a:lnTo>
                  <a:pt x="686415" y="548870"/>
                </a:lnTo>
                <a:lnTo>
                  <a:pt x="686315" y="548890"/>
                </a:lnTo>
                <a:lnTo>
                  <a:pt x="686213" y="548910"/>
                </a:lnTo>
                <a:lnTo>
                  <a:pt x="686108" y="548931"/>
                </a:lnTo>
                <a:lnTo>
                  <a:pt x="686002" y="548952"/>
                </a:lnTo>
                <a:lnTo>
                  <a:pt x="685893" y="548974"/>
                </a:lnTo>
                <a:lnTo>
                  <a:pt x="685783" y="548996"/>
                </a:lnTo>
                <a:lnTo>
                  <a:pt x="685670" y="549019"/>
                </a:lnTo>
                <a:lnTo>
                  <a:pt x="685554" y="549042"/>
                </a:lnTo>
                <a:lnTo>
                  <a:pt x="685437" y="549065"/>
                </a:lnTo>
                <a:lnTo>
                  <a:pt x="685317" y="549089"/>
                </a:lnTo>
                <a:lnTo>
                  <a:pt x="685196" y="549114"/>
                </a:lnTo>
                <a:lnTo>
                  <a:pt x="685072" y="549138"/>
                </a:lnTo>
                <a:lnTo>
                  <a:pt x="684945" y="549164"/>
                </a:lnTo>
                <a:lnTo>
                  <a:pt x="684817" y="549189"/>
                </a:lnTo>
                <a:lnTo>
                  <a:pt x="684687" y="549215"/>
                </a:lnTo>
                <a:lnTo>
                  <a:pt x="684553" y="549236"/>
                </a:lnTo>
                <a:lnTo>
                  <a:pt x="684417" y="549256"/>
                </a:lnTo>
                <a:lnTo>
                  <a:pt x="684278" y="549275"/>
                </a:lnTo>
                <a:lnTo>
                  <a:pt x="684135" y="549293"/>
                </a:lnTo>
                <a:lnTo>
                  <a:pt x="683990" y="549310"/>
                </a:lnTo>
                <a:lnTo>
                  <a:pt x="683841" y="549326"/>
                </a:lnTo>
                <a:lnTo>
                  <a:pt x="683690" y="549341"/>
                </a:lnTo>
                <a:lnTo>
                  <a:pt x="683535" y="549356"/>
                </a:lnTo>
                <a:lnTo>
                  <a:pt x="683377" y="549369"/>
                </a:lnTo>
                <a:lnTo>
                  <a:pt x="683216" y="549382"/>
                </a:lnTo>
                <a:lnTo>
                  <a:pt x="683052" y="549394"/>
                </a:lnTo>
                <a:lnTo>
                  <a:pt x="682885" y="549405"/>
                </a:lnTo>
                <a:lnTo>
                  <a:pt x="682715" y="549415"/>
                </a:lnTo>
                <a:lnTo>
                  <a:pt x="682542" y="549424"/>
                </a:lnTo>
                <a:lnTo>
                  <a:pt x="682366" y="549433"/>
                </a:lnTo>
                <a:lnTo>
                  <a:pt x="682187" y="549440"/>
                </a:lnTo>
                <a:lnTo>
                  <a:pt x="682004" y="549447"/>
                </a:lnTo>
                <a:lnTo>
                  <a:pt x="681819" y="549452"/>
                </a:lnTo>
                <a:lnTo>
                  <a:pt x="681630" y="549457"/>
                </a:lnTo>
                <a:lnTo>
                  <a:pt x="681439" y="549461"/>
                </a:lnTo>
                <a:lnTo>
                  <a:pt x="681244" y="549464"/>
                </a:lnTo>
                <a:lnTo>
                  <a:pt x="681047" y="549466"/>
                </a:lnTo>
                <a:lnTo>
                  <a:pt x="680846" y="549468"/>
                </a:lnTo>
                <a:lnTo>
                  <a:pt x="680642" y="549468"/>
                </a:lnTo>
                <a:lnTo>
                  <a:pt x="680369" y="549466"/>
                </a:lnTo>
                <a:lnTo>
                  <a:pt x="680096" y="549461"/>
                </a:lnTo>
                <a:lnTo>
                  <a:pt x="679825" y="549452"/>
                </a:lnTo>
                <a:lnTo>
                  <a:pt x="679555" y="549440"/>
                </a:lnTo>
                <a:lnTo>
                  <a:pt x="679286" y="549424"/>
                </a:lnTo>
                <a:lnTo>
                  <a:pt x="679019" y="549405"/>
                </a:lnTo>
                <a:lnTo>
                  <a:pt x="678752" y="549382"/>
                </a:lnTo>
                <a:lnTo>
                  <a:pt x="678486" y="549356"/>
                </a:lnTo>
                <a:lnTo>
                  <a:pt x="678222" y="549326"/>
                </a:lnTo>
                <a:lnTo>
                  <a:pt x="677958" y="549293"/>
                </a:lnTo>
                <a:lnTo>
                  <a:pt x="677696" y="549256"/>
                </a:lnTo>
                <a:lnTo>
                  <a:pt x="677435" y="549215"/>
                </a:lnTo>
                <a:lnTo>
                  <a:pt x="677174" y="549172"/>
                </a:lnTo>
                <a:lnTo>
                  <a:pt x="676915" y="549124"/>
                </a:lnTo>
                <a:lnTo>
                  <a:pt x="676657" y="549073"/>
                </a:lnTo>
                <a:lnTo>
                  <a:pt x="676401" y="549019"/>
                </a:lnTo>
                <a:lnTo>
                  <a:pt x="676145" y="548961"/>
                </a:lnTo>
                <a:lnTo>
                  <a:pt x="675890" y="548899"/>
                </a:lnTo>
                <a:lnTo>
                  <a:pt x="675637" y="548834"/>
                </a:lnTo>
                <a:lnTo>
                  <a:pt x="675384" y="548766"/>
                </a:lnTo>
                <a:lnTo>
                  <a:pt x="675133" y="548694"/>
                </a:lnTo>
                <a:lnTo>
                  <a:pt x="674883" y="548619"/>
                </a:lnTo>
                <a:lnTo>
                  <a:pt x="674633" y="548540"/>
                </a:lnTo>
                <a:lnTo>
                  <a:pt x="674385" y="548457"/>
                </a:lnTo>
                <a:lnTo>
                  <a:pt x="674145" y="548364"/>
                </a:lnTo>
                <a:lnTo>
                  <a:pt x="673908" y="548264"/>
                </a:lnTo>
                <a:lnTo>
                  <a:pt x="673674" y="548157"/>
                </a:lnTo>
                <a:lnTo>
                  <a:pt x="673444" y="548043"/>
                </a:lnTo>
                <a:lnTo>
                  <a:pt x="673218" y="547922"/>
                </a:lnTo>
                <a:lnTo>
                  <a:pt x="672995" y="547793"/>
                </a:lnTo>
                <a:lnTo>
                  <a:pt x="672776" y="547658"/>
                </a:lnTo>
                <a:lnTo>
                  <a:pt x="672560" y="547516"/>
                </a:lnTo>
                <a:lnTo>
                  <a:pt x="672347" y="547367"/>
                </a:lnTo>
                <a:lnTo>
                  <a:pt x="672138" y="547211"/>
                </a:lnTo>
                <a:lnTo>
                  <a:pt x="671933" y="547047"/>
                </a:lnTo>
                <a:lnTo>
                  <a:pt x="671731" y="546877"/>
                </a:lnTo>
                <a:lnTo>
                  <a:pt x="671533" y="546700"/>
                </a:lnTo>
                <a:lnTo>
                  <a:pt x="671338" y="546515"/>
                </a:lnTo>
                <a:lnTo>
                  <a:pt x="671146" y="546324"/>
                </a:lnTo>
                <a:lnTo>
                  <a:pt x="670959" y="546126"/>
                </a:lnTo>
                <a:lnTo>
                  <a:pt x="670774" y="545920"/>
                </a:lnTo>
                <a:lnTo>
                  <a:pt x="670593" y="545708"/>
                </a:lnTo>
                <a:lnTo>
                  <a:pt x="670416" y="545488"/>
                </a:lnTo>
                <a:lnTo>
                  <a:pt x="670242" y="545262"/>
                </a:lnTo>
                <a:lnTo>
                  <a:pt x="670072" y="545029"/>
                </a:lnTo>
                <a:lnTo>
                  <a:pt x="669905" y="544788"/>
                </a:lnTo>
                <a:lnTo>
                  <a:pt x="669742" y="544541"/>
                </a:lnTo>
                <a:lnTo>
                  <a:pt x="669582" y="544286"/>
                </a:lnTo>
                <a:lnTo>
                  <a:pt x="669433" y="544017"/>
                </a:lnTo>
                <a:lnTo>
                  <a:pt x="669290" y="543737"/>
                </a:lnTo>
                <a:lnTo>
                  <a:pt x="669153" y="543447"/>
                </a:lnTo>
                <a:lnTo>
                  <a:pt x="669022" y="543145"/>
                </a:lnTo>
                <a:lnTo>
                  <a:pt x="668898" y="542832"/>
                </a:lnTo>
                <a:lnTo>
                  <a:pt x="668780" y="542509"/>
                </a:lnTo>
                <a:lnTo>
                  <a:pt x="668669" y="542174"/>
                </a:lnTo>
                <a:lnTo>
                  <a:pt x="668564" y="541828"/>
                </a:lnTo>
                <a:lnTo>
                  <a:pt x="668465" y="541472"/>
                </a:lnTo>
                <a:lnTo>
                  <a:pt x="668373" y="541104"/>
                </a:lnTo>
                <a:lnTo>
                  <a:pt x="668287" y="540726"/>
                </a:lnTo>
                <a:lnTo>
                  <a:pt x="668208" y="540336"/>
                </a:lnTo>
                <a:lnTo>
                  <a:pt x="668134" y="539936"/>
                </a:lnTo>
                <a:lnTo>
                  <a:pt x="668068" y="539524"/>
                </a:lnTo>
                <a:lnTo>
                  <a:pt x="668007" y="539102"/>
                </a:lnTo>
                <a:lnTo>
                  <a:pt x="667953" y="538668"/>
                </a:lnTo>
                <a:lnTo>
                  <a:pt x="667905" y="538224"/>
                </a:lnTo>
                <a:lnTo>
                  <a:pt x="667864" y="537769"/>
                </a:lnTo>
                <a:lnTo>
                  <a:pt x="667829" y="537302"/>
                </a:lnTo>
                <a:lnTo>
                  <a:pt x="667800" y="536825"/>
                </a:lnTo>
                <a:lnTo>
                  <a:pt x="667778" y="536337"/>
                </a:lnTo>
                <a:lnTo>
                  <a:pt x="667762" y="535838"/>
                </a:lnTo>
                <a:lnTo>
                  <a:pt x="667753" y="535327"/>
                </a:lnTo>
                <a:lnTo>
                  <a:pt x="667749" y="534806"/>
                </a:lnTo>
                <a:lnTo>
                  <a:pt x="667749" y="478181"/>
                </a:lnTo>
                <a:lnTo>
                  <a:pt x="688478" y="478181"/>
                </a:lnTo>
                <a:lnTo>
                  <a:pt x="688478" y="465541"/>
                </a:lnTo>
                <a:lnTo>
                  <a:pt x="667749" y="465541"/>
                </a:lnTo>
                <a:lnTo>
                  <a:pt x="667749" y="442284"/>
                </a:lnTo>
                <a:lnTo>
                  <a:pt x="652835" y="442284"/>
                </a:lnTo>
                <a:lnTo>
                  <a:pt x="652835" y="465541"/>
                </a:lnTo>
                <a:lnTo>
                  <a:pt x="638173" y="465541"/>
                </a:lnTo>
                <a:lnTo>
                  <a:pt x="638173" y="478181"/>
                </a:lnTo>
                <a:lnTo>
                  <a:pt x="652835" y="478181"/>
                </a:lnTo>
                <a:close/>
                <a:moveTo>
                  <a:pt x="95582" y="499494"/>
                </a:moveTo>
                <a:lnTo>
                  <a:pt x="95668" y="498854"/>
                </a:lnTo>
                <a:lnTo>
                  <a:pt x="95765" y="498223"/>
                </a:lnTo>
                <a:lnTo>
                  <a:pt x="95873" y="497600"/>
                </a:lnTo>
                <a:lnTo>
                  <a:pt x="95993" y="496987"/>
                </a:lnTo>
                <a:lnTo>
                  <a:pt x="96124" y="496382"/>
                </a:lnTo>
                <a:lnTo>
                  <a:pt x="96267" y="495786"/>
                </a:lnTo>
                <a:lnTo>
                  <a:pt x="96421" y="495199"/>
                </a:lnTo>
                <a:lnTo>
                  <a:pt x="96586" y="494620"/>
                </a:lnTo>
                <a:lnTo>
                  <a:pt x="96763" y="494051"/>
                </a:lnTo>
                <a:lnTo>
                  <a:pt x="96951" y="493490"/>
                </a:lnTo>
                <a:lnTo>
                  <a:pt x="97151" y="492938"/>
                </a:lnTo>
                <a:lnTo>
                  <a:pt x="97362" y="492394"/>
                </a:lnTo>
                <a:lnTo>
                  <a:pt x="97585" y="491860"/>
                </a:lnTo>
                <a:lnTo>
                  <a:pt x="97819" y="491334"/>
                </a:lnTo>
                <a:lnTo>
                  <a:pt x="98064" y="490817"/>
                </a:lnTo>
                <a:lnTo>
                  <a:pt x="98321" y="490309"/>
                </a:lnTo>
                <a:lnTo>
                  <a:pt x="98589" y="489809"/>
                </a:lnTo>
                <a:lnTo>
                  <a:pt x="98872" y="489319"/>
                </a:lnTo>
                <a:lnTo>
                  <a:pt x="99164" y="488839"/>
                </a:lnTo>
                <a:lnTo>
                  <a:pt x="99464" y="488369"/>
                </a:lnTo>
                <a:lnTo>
                  <a:pt x="99772" y="487908"/>
                </a:lnTo>
                <a:lnTo>
                  <a:pt x="100089" y="487458"/>
                </a:lnTo>
                <a:lnTo>
                  <a:pt x="100414" y="487017"/>
                </a:lnTo>
                <a:lnTo>
                  <a:pt x="100747" y="486586"/>
                </a:lnTo>
                <a:lnTo>
                  <a:pt x="101089" y="486165"/>
                </a:lnTo>
                <a:lnTo>
                  <a:pt x="101439" y="485754"/>
                </a:lnTo>
                <a:lnTo>
                  <a:pt x="101797" y="485353"/>
                </a:lnTo>
                <a:lnTo>
                  <a:pt x="102164" y="484961"/>
                </a:lnTo>
                <a:lnTo>
                  <a:pt x="102539" y="484580"/>
                </a:lnTo>
                <a:lnTo>
                  <a:pt x="102922" y="484208"/>
                </a:lnTo>
                <a:lnTo>
                  <a:pt x="103314" y="483846"/>
                </a:lnTo>
                <a:lnTo>
                  <a:pt x="103714" y="483495"/>
                </a:lnTo>
                <a:lnTo>
                  <a:pt x="104122" y="483153"/>
                </a:lnTo>
                <a:lnTo>
                  <a:pt x="104539" y="482820"/>
                </a:lnTo>
                <a:lnTo>
                  <a:pt x="104964" y="482498"/>
                </a:lnTo>
                <a:lnTo>
                  <a:pt x="105397" y="482186"/>
                </a:lnTo>
                <a:lnTo>
                  <a:pt x="105839" y="481883"/>
                </a:lnTo>
                <a:lnTo>
                  <a:pt x="106289" y="481591"/>
                </a:lnTo>
                <a:lnTo>
                  <a:pt x="106747" y="481308"/>
                </a:lnTo>
                <a:lnTo>
                  <a:pt x="107214" y="481035"/>
                </a:lnTo>
                <a:lnTo>
                  <a:pt x="107689" y="480772"/>
                </a:lnTo>
                <a:lnTo>
                  <a:pt x="108176" y="480519"/>
                </a:lnTo>
                <a:lnTo>
                  <a:pt x="108669" y="480277"/>
                </a:lnTo>
                <a:lnTo>
                  <a:pt x="109167" y="480046"/>
                </a:lnTo>
                <a:lnTo>
                  <a:pt x="109669" y="479826"/>
                </a:lnTo>
                <a:lnTo>
                  <a:pt x="110178" y="479616"/>
                </a:lnTo>
                <a:lnTo>
                  <a:pt x="110691" y="479417"/>
                </a:lnTo>
                <a:lnTo>
                  <a:pt x="111210" y="479229"/>
                </a:lnTo>
                <a:lnTo>
                  <a:pt x="111734" y="479052"/>
                </a:lnTo>
                <a:lnTo>
                  <a:pt x="112263" y="478885"/>
                </a:lnTo>
                <a:lnTo>
                  <a:pt x="112798" y="478729"/>
                </a:lnTo>
                <a:lnTo>
                  <a:pt x="113338" y="478584"/>
                </a:lnTo>
                <a:lnTo>
                  <a:pt x="113883" y="478450"/>
                </a:lnTo>
                <a:lnTo>
                  <a:pt x="114433" y="478326"/>
                </a:lnTo>
                <a:lnTo>
                  <a:pt x="114989" y="478213"/>
                </a:lnTo>
                <a:lnTo>
                  <a:pt x="115550" y="478111"/>
                </a:lnTo>
                <a:lnTo>
                  <a:pt x="116116" y="478019"/>
                </a:lnTo>
                <a:lnTo>
                  <a:pt x="116687" y="477939"/>
                </a:lnTo>
                <a:lnTo>
                  <a:pt x="117264" y="477869"/>
                </a:lnTo>
                <a:lnTo>
                  <a:pt x="117846" y="477810"/>
                </a:lnTo>
                <a:lnTo>
                  <a:pt x="118433" y="477761"/>
                </a:lnTo>
                <a:lnTo>
                  <a:pt x="119025" y="477724"/>
                </a:lnTo>
                <a:lnTo>
                  <a:pt x="119623" y="477697"/>
                </a:lnTo>
                <a:lnTo>
                  <a:pt x="120226" y="477681"/>
                </a:lnTo>
                <a:lnTo>
                  <a:pt x="120834" y="477675"/>
                </a:lnTo>
                <a:lnTo>
                  <a:pt x="121706" y="477686"/>
                </a:lnTo>
                <a:lnTo>
                  <a:pt x="122561" y="477720"/>
                </a:lnTo>
                <a:lnTo>
                  <a:pt x="123401" y="477775"/>
                </a:lnTo>
                <a:lnTo>
                  <a:pt x="124224" y="477853"/>
                </a:lnTo>
                <a:lnTo>
                  <a:pt x="125032" y="477952"/>
                </a:lnTo>
                <a:lnTo>
                  <a:pt x="125823" y="478074"/>
                </a:lnTo>
                <a:lnTo>
                  <a:pt x="126599" y="478218"/>
                </a:lnTo>
                <a:lnTo>
                  <a:pt x="127358" y="478385"/>
                </a:lnTo>
                <a:lnTo>
                  <a:pt x="128101" y="478573"/>
                </a:lnTo>
                <a:lnTo>
                  <a:pt x="128829" y="478783"/>
                </a:lnTo>
                <a:lnTo>
                  <a:pt x="129540" y="479016"/>
                </a:lnTo>
                <a:lnTo>
                  <a:pt x="130235" y="479271"/>
                </a:lnTo>
                <a:lnTo>
                  <a:pt x="130914" y="479548"/>
                </a:lnTo>
                <a:lnTo>
                  <a:pt x="131578" y="479847"/>
                </a:lnTo>
                <a:lnTo>
                  <a:pt x="132225" y="480169"/>
                </a:lnTo>
                <a:lnTo>
                  <a:pt x="132856" y="480512"/>
                </a:lnTo>
                <a:lnTo>
                  <a:pt x="133471" y="480878"/>
                </a:lnTo>
                <a:lnTo>
                  <a:pt x="134070" y="481266"/>
                </a:lnTo>
                <a:lnTo>
                  <a:pt x="134654" y="481676"/>
                </a:lnTo>
                <a:lnTo>
                  <a:pt x="135221" y="482108"/>
                </a:lnTo>
                <a:lnTo>
                  <a:pt x="135772" y="482562"/>
                </a:lnTo>
                <a:lnTo>
                  <a:pt x="136307" y="483039"/>
                </a:lnTo>
                <a:lnTo>
                  <a:pt x="136826" y="483538"/>
                </a:lnTo>
                <a:lnTo>
                  <a:pt x="137329" y="484058"/>
                </a:lnTo>
                <a:lnTo>
                  <a:pt x="137819" y="484594"/>
                </a:lnTo>
                <a:lnTo>
                  <a:pt x="138288" y="485148"/>
                </a:lnTo>
                <a:lnTo>
                  <a:pt x="138736" y="485720"/>
                </a:lnTo>
                <a:lnTo>
                  <a:pt x="139164" y="486311"/>
                </a:lnTo>
                <a:lnTo>
                  <a:pt x="139570" y="486919"/>
                </a:lnTo>
                <a:lnTo>
                  <a:pt x="139956" y="487546"/>
                </a:lnTo>
                <a:lnTo>
                  <a:pt x="140321" y="488191"/>
                </a:lnTo>
                <a:lnTo>
                  <a:pt x="140665" y="488854"/>
                </a:lnTo>
                <a:lnTo>
                  <a:pt x="140988" y="489536"/>
                </a:lnTo>
                <a:lnTo>
                  <a:pt x="141290" y="490236"/>
                </a:lnTo>
                <a:lnTo>
                  <a:pt x="141571" y="490953"/>
                </a:lnTo>
                <a:lnTo>
                  <a:pt x="141832" y="491689"/>
                </a:lnTo>
                <a:lnTo>
                  <a:pt x="142072" y="492444"/>
                </a:lnTo>
                <a:lnTo>
                  <a:pt x="142291" y="493216"/>
                </a:lnTo>
                <a:lnTo>
                  <a:pt x="142489" y="494007"/>
                </a:lnTo>
                <a:lnTo>
                  <a:pt x="142666" y="494816"/>
                </a:lnTo>
                <a:lnTo>
                  <a:pt x="142822" y="495643"/>
                </a:lnTo>
                <a:lnTo>
                  <a:pt x="142958" y="496489"/>
                </a:lnTo>
                <a:lnTo>
                  <a:pt x="143072" y="497352"/>
                </a:lnTo>
                <a:lnTo>
                  <a:pt x="143166" y="498234"/>
                </a:lnTo>
                <a:lnTo>
                  <a:pt x="143239" y="499134"/>
                </a:lnTo>
                <a:lnTo>
                  <a:pt x="143291" y="500052"/>
                </a:lnTo>
                <a:lnTo>
                  <a:pt x="143323" y="500989"/>
                </a:lnTo>
                <a:lnTo>
                  <a:pt x="143333" y="501943"/>
                </a:lnTo>
                <a:lnTo>
                  <a:pt x="143333" y="562613"/>
                </a:lnTo>
                <a:lnTo>
                  <a:pt x="158248" y="562613"/>
                </a:lnTo>
                <a:lnTo>
                  <a:pt x="158248" y="500932"/>
                </a:lnTo>
                <a:lnTo>
                  <a:pt x="158240" y="499897"/>
                </a:lnTo>
                <a:lnTo>
                  <a:pt x="158219" y="498877"/>
                </a:lnTo>
                <a:lnTo>
                  <a:pt x="158182" y="497873"/>
                </a:lnTo>
                <a:lnTo>
                  <a:pt x="158132" y="496884"/>
                </a:lnTo>
                <a:lnTo>
                  <a:pt x="158067" y="495910"/>
                </a:lnTo>
                <a:lnTo>
                  <a:pt x="157987" y="494952"/>
                </a:lnTo>
                <a:lnTo>
                  <a:pt x="157893" y="494009"/>
                </a:lnTo>
                <a:lnTo>
                  <a:pt x="157784" y="493082"/>
                </a:lnTo>
                <a:lnTo>
                  <a:pt x="157661" y="492169"/>
                </a:lnTo>
                <a:lnTo>
                  <a:pt x="157524" y="491273"/>
                </a:lnTo>
                <a:lnTo>
                  <a:pt x="157371" y="490391"/>
                </a:lnTo>
                <a:lnTo>
                  <a:pt x="157205" y="489525"/>
                </a:lnTo>
                <a:lnTo>
                  <a:pt x="157024" y="488674"/>
                </a:lnTo>
                <a:lnTo>
                  <a:pt x="156828" y="487839"/>
                </a:lnTo>
                <a:lnTo>
                  <a:pt x="156618" y="487019"/>
                </a:lnTo>
                <a:lnTo>
                  <a:pt x="156394" y="486214"/>
                </a:lnTo>
                <a:lnTo>
                  <a:pt x="156155" y="485425"/>
                </a:lnTo>
                <a:lnTo>
                  <a:pt x="155901" y="484651"/>
                </a:lnTo>
                <a:lnTo>
                  <a:pt x="155634" y="483892"/>
                </a:lnTo>
                <a:lnTo>
                  <a:pt x="155351" y="483149"/>
                </a:lnTo>
                <a:lnTo>
                  <a:pt x="155054" y="482421"/>
                </a:lnTo>
                <a:lnTo>
                  <a:pt x="154743" y="481709"/>
                </a:lnTo>
                <a:lnTo>
                  <a:pt x="154417" y="481011"/>
                </a:lnTo>
                <a:lnTo>
                  <a:pt x="154077" y="480330"/>
                </a:lnTo>
                <a:lnTo>
                  <a:pt x="153728" y="479658"/>
                </a:lnTo>
                <a:lnTo>
                  <a:pt x="153369" y="479000"/>
                </a:lnTo>
                <a:lnTo>
                  <a:pt x="152997" y="478358"/>
                </a:lnTo>
                <a:lnTo>
                  <a:pt x="152614" y="477730"/>
                </a:lnTo>
                <a:lnTo>
                  <a:pt x="152220" y="477117"/>
                </a:lnTo>
                <a:lnTo>
                  <a:pt x="151813" y="476518"/>
                </a:lnTo>
                <a:lnTo>
                  <a:pt x="151395" y="475934"/>
                </a:lnTo>
                <a:lnTo>
                  <a:pt x="150966" y="475365"/>
                </a:lnTo>
                <a:lnTo>
                  <a:pt x="150525" y="474811"/>
                </a:lnTo>
                <a:lnTo>
                  <a:pt x="150072" y="474271"/>
                </a:lnTo>
                <a:lnTo>
                  <a:pt x="149607" y="473746"/>
                </a:lnTo>
                <a:lnTo>
                  <a:pt x="149131" y="473236"/>
                </a:lnTo>
                <a:lnTo>
                  <a:pt x="148644" y="472740"/>
                </a:lnTo>
                <a:lnTo>
                  <a:pt x="148144" y="472259"/>
                </a:lnTo>
                <a:lnTo>
                  <a:pt x="147633" y="471793"/>
                </a:lnTo>
                <a:lnTo>
                  <a:pt x="147111" y="471341"/>
                </a:lnTo>
                <a:lnTo>
                  <a:pt x="146577" y="470905"/>
                </a:lnTo>
                <a:lnTo>
                  <a:pt x="146031" y="470483"/>
                </a:lnTo>
                <a:lnTo>
                  <a:pt x="145473" y="470075"/>
                </a:lnTo>
                <a:lnTo>
                  <a:pt x="144904" y="469683"/>
                </a:lnTo>
                <a:lnTo>
                  <a:pt x="144323" y="469305"/>
                </a:lnTo>
                <a:lnTo>
                  <a:pt x="143731" y="468941"/>
                </a:lnTo>
                <a:lnTo>
                  <a:pt x="143127" y="468593"/>
                </a:lnTo>
                <a:lnTo>
                  <a:pt x="142511" y="468259"/>
                </a:lnTo>
                <a:lnTo>
                  <a:pt x="141886" y="467934"/>
                </a:lnTo>
                <a:lnTo>
                  <a:pt x="141251" y="467623"/>
                </a:lnTo>
                <a:lnTo>
                  <a:pt x="140609" y="467326"/>
                </a:lnTo>
                <a:lnTo>
                  <a:pt x="139957" y="467042"/>
                </a:lnTo>
                <a:lnTo>
                  <a:pt x="139297" y="466773"/>
                </a:lnTo>
                <a:lnTo>
                  <a:pt x="138629" y="466517"/>
                </a:lnTo>
                <a:lnTo>
                  <a:pt x="137952" y="466275"/>
                </a:lnTo>
                <a:lnTo>
                  <a:pt x="137266" y="466047"/>
                </a:lnTo>
                <a:lnTo>
                  <a:pt x="136572" y="465833"/>
                </a:lnTo>
                <a:lnTo>
                  <a:pt x="135869" y="465632"/>
                </a:lnTo>
                <a:lnTo>
                  <a:pt x="135158" y="465446"/>
                </a:lnTo>
                <a:lnTo>
                  <a:pt x="134438" y="465273"/>
                </a:lnTo>
                <a:lnTo>
                  <a:pt x="133709" y="465114"/>
                </a:lnTo>
                <a:lnTo>
                  <a:pt x="132972" y="464969"/>
                </a:lnTo>
                <a:lnTo>
                  <a:pt x="132227" y="464837"/>
                </a:lnTo>
                <a:lnTo>
                  <a:pt x="131473" y="464720"/>
                </a:lnTo>
                <a:lnTo>
                  <a:pt x="130710" y="464616"/>
                </a:lnTo>
                <a:lnTo>
                  <a:pt x="129939" y="464526"/>
                </a:lnTo>
                <a:lnTo>
                  <a:pt x="129159" y="464450"/>
                </a:lnTo>
                <a:lnTo>
                  <a:pt x="128371" y="464388"/>
                </a:lnTo>
                <a:lnTo>
                  <a:pt x="127574" y="464340"/>
                </a:lnTo>
                <a:lnTo>
                  <a:pt x="126768" y="464305"/>
                </a:lnTo>
                <a:lnTo>
                  <a:pt x="125954" y="464284"/>
                </a:lnTo>
                <a:lnTo>
                  <a:pt x="125132" y="464277"/>
                </a:lnTo>
                <a:lnTo>
                  <a:pt x="124187" y="464285"/>
                </a:lnTo>
                <a:lnTo>
                  <a:pt x="123257" y="464309"/>
                </a:lnTo>
                <a:lnTo>
                  <a:pt x="122343" y="464347"/>
                </a:lnTo>
                <a:lnTo>
                  <a:pt x="121445" y="464402"/>
                </a:lnTo>
                <a:lnTo>
                  <a:pt x="120563" y="464472"/>
                </a:lnTo>
                <a:lnTo>
                  <a:pt x="119697" y="464558"/>
                </a:lnTo>
                <a:lnTo>
                  <a:pt x="118846" y="464659"/>
                </a:lnTo>
                <a:lnTo>
                  <a:pt x="118012" y="464776"/>
                </a:lnTo>
                <a:lnTo>
                  <a:pt x="117193" y="464908"/>
                </a:lnTo>
                <a:lnTo>
                  <a:pt x="116390" y="465056"/>
                </a:lnTo>
                <a:lnTo>
                  <a:pt x="115602" y="465220"/>
                </a:lnTo>
                <a:lnTo>
                  <a:pt x="114831" y="465399"/>
                </a:lnTo>
                <a:lnTo>
                  <a:pt x="114075" y="465594"/>
                </a:lnTo>
                <a:lnTo>
                  <a:pt x="113335" y="465804"/>
                </a:lnTo>
                <a:lnTo>
                  <a:pt x="112611" y="466030"/>
                </a:lnTo>
                <a:lnTo>
                  <a:pt x="111902" y="466272"/>
                </a:lnTo>
                <a:lnTo>
                  <a:pt x="111210" y="466529"/>
                </a:lnTo>
                <a:lnTo>
                  <a:pt x="110533" y="466801"/>
                </a:lnTo>
                <a:lnTo>
                  <a:pt x="109872" y="467090"/>
                </a:lnTo>
                <a:lnTo>
                  <a:pt x="109227" y="467393"/>
                </a:lnTo>
                <a:lnTo>
                  <a:pt x="108598" y="467713"/>
                </a:lnTo>
                <a:lnTo>
                  <a:pt x="107984" y="468048"/>
                </a:lnTo>
                <a:lnTo>
                  <a:pt x="107386" y="468398"/>
                </a:lnTo>
                <a:lnTo>
                  <a:pt x="106805" y="468764"/>
                </a:lnTo>
                <a:lnTo>
                  <a:pt x="106242" y="469138"/>
                </a:lnTo>
                <a:lnTo>
                  <a:pt x="105691" y="469523"/>
                </a:lnTo>
                <a:lnTo>
                  <a:pt x="105152" y="469919"/>
                </a:lnTo>
                <a:lnTo>
                  <a:pt x="104624" y="470325"/>
                </a:lnTo>
                <a:lnTo>
                  <a:pt x="104109" y="470742"/>
                </a:lnTo>
                <a:lnTo>
                  <a:pt x="103605" y="471170"/>
                </a:lnTo>
                <a:lnTo>
                  <a:pt x="103113" y="471608"/>
                </a:lnTo>
                <a:lnTo>
                  <a:pt x="102633" y="472058"/>
                </a:lnTo>
                <a:lnTo>
                  <a:pt x="102165" y="472518"/>
                </a:lnTo>
                <a:lnTo>
                  <a:pt x="101709" y="472989"/>
                </a:lnTo>
                <a:lnTo>
                  <a:pt x="101265" y="473470"/>
                </a:lnTo>
                <a:lnTo>
                  <a:pt x="100832" y="473962"/>
                </a:lnTo>
                <a:lnTo>
                  <a:pt x="100412" y="474466"/>
                </a:lnTo>
                <a:lnTo>
                  <a:pt x="100003" y="474979"/>
                </a:lnTo>
                <a:lnTo>
                  <a:pt x="99606" y="475504"/>
                </a:lnTo>
                <a:lnTo>
                  <a:pt x="99221" y="476039"/>
                </a:lnTo>
                <a:lnTo>
                  <a:pt x="98848" y="476585"/>
                </a:lnTo>
                <a:lnTo>
                  <a:pt x="98486" y="477142"/>
                </a:lnTo>
                <a:lnTo>
                  <a:pt x="98137" y="477710"/>
                </a:lnTo>
                <a:lnTo>
                  <a:pt x="97799" y="478288"/>
                </a:lnTo>
                <a:lnTo>
                  <a:pt x="97473" y="478877"/>
                </a:lnTo>
                <a:lnTo>
                  <a:pt x="97159" y="479477"/>
                </a:lnTo>
                <a:lnTo>
                  <a:pt x="96857" y="480088"/>
                </a:lnTo>
                <a:lnTo>
                  <a:pt x="96566" y="480709"/>
                </a:lnTo>
                <a:lnTo>
                  <a:pt x="95303" y="480709"/>
                </a:lnTo>
                <a:lnTo>
                  <a:pt x="95303" y="433184"/>
                </a:lnTo>
                <a:lnTo>
                  <a:pt x="80388" y="433184"/>
                </a:lnTo>
                <a:lnTo>
                  <a:pt x="80388" y="562613"/>
                </a:lnTo>
                <a:lnTo>
                  <a:pt x="95303" y="562613"/>
                </a:lnTo>
                <a:lnTo>
                  <a:pt x="95303" y="504218"/>
                </a:lnTo>
                <a:lnTo>
                  <a:pt x="95308" y="503517"/>
                </a:lnTo>
                <a:lnTo>
                  <a:pt x="95325" y="502825"/>
                </a:lnTo>
                <a:lnTo>
                  <a:pt x="95354" y="502141"/>
                </a:lnTo>
                <a:lnTo>
                  <a:pt x="95394" y="501466"/>
                </a:lnTo>
                <a:lnTo>
                  <a:pt x="95445" y="500800"/>
                </a:lnTo>
                <a:lnTo>
                  <a:pt x="95508" y="500142"/>
                </a:lnTo>
                <a:lnTo>
                  <a:pt x="95582" y="499494"/>
                </a:lnTo>
                <a:close/>
                <a:moveTo>
                  <a:pt x="380961" y="564372"/>
                </a:moveTo>
                <a:lnTo>
                  <a:pt x="381644" y="564292"/>
                </a:lnTo>
                <a:lnTo>
                  <a:pt x="382313" y="564200"/>
                </a:lnTo>
                <a:lnTo>
                  <a:pt x="382969" y="564098"/>
                </a:lnTo>
                <a:lnTo>
                  <a:pt x="383613" y="563985"/>
                </a:lnTo>
                <a:lnTo>
                  <a:pt x="384244" y="563862"/>
                </a:lnTo>
                <a:lnTo>
                  <a:pt x="384861" y="563727"/>
                </a:lnTo>
                <a:lnTo>
                  <a:pt x="385466" y="563582"/>
                </a:lnTo>
                <a:lnTo>
                  <a:pt x="386057" y="563426"/>
                </a:lnTo>
                <a:lnTo>
                  <a:pt x="386636" y="563259"/>
                </a:lnTo>
                <a:lnTo>
                  <a:pt x="387202" y="563082"/>
                </a:lnTo>
                <a:lnTo>
                  <a:pt x="387755" y="562894"/>
                </a:lnTo>
                <a:lnTo>
                  <a:pt x="388295" y="562695"/>
                </a:lnTo>
                <a:lnTo>
                  <a:pt x="388822" y="562485"/>
                </a:lnTo>
                <a:lnTo>
                  <a:pt x="389336" y="562265"/>
                </a:lnTo>
                <a:lnTo>
                  <a:pt x="389837" y="562034"/>
                </a:lnTo>
                <a:lnTo>
                  <a:pt x="390325" y="561792"/>
                </a:lnTo>
                <a:lnTo>
                  <a:pt x="390800" y="561539"/>
                </a:lnTo>
                <a:lnTo>
                  <a:pt x="391265" y="561274"/>
                </a:lnTo>
                <a:lnTo>
                  <a:pt x="391720" y="561007"/>
                </a:lnTo>
                <a:lnTo>
                  <a:pt x="392166" y="560736"/>
                </a:lnTo>
                <a:lnTo>
                  <a:pt x="392603" y="560463"/>
                </a:lnTo>
                <a:lnTo>
                  <a:pt x="393031" y="560187"/>
                </a:lnTo>
                <a:lnTo>
                  <a:pt x="393451" y="559908"/>
                </a:lnTo>
                <a:lnTo>
                  <a:pt x="393861" y="559626"/>
                </a:lnTo>
                <a:lnTo>
                  <a:pt x="394262" y="559341"/>
                </a:lnTo>
                <a:lnTo>
                  <a:pt x="394654" y="559054"/>
                </a:lnTo>
                <a:lnTo>
                  <a:pt x="395038" y="558763"/>
                </a:lnTo>
                <a:lnTo>
                  <a:pt x="395412" y="558470"/>
                </a:lnTo>
                <a:lnTo>
                  <a:pt x="395777" y="558174"/>
                </a:lnTo>
                <a:lnTo>
                  <a:pt x="396133" y="557875"/>
                </a:lnTo>
                <a:lnTo>
                  <a:pt x="396481" y="557573"/>
                </a:lnTo>
                <a:lnTo>
                  <a:pt x="396819" y="557268"/>
                </a:lnTo>
                <a:lnTo>
                  <a:pt x="397148" y="556961"/>
                </a:lnTo>
                <a:lnTo>
                  <a:pt x="397468" y="556650"/>
                </a:lnTo>
                <a:lnTo>
                  <a:pt x="397780" y="556337"/>
                </a:lnTo>
                <a:lnTo>
                  <a:pt x="398082" y="556021"/>
                </a:lnTo>
                <a:lnTo>
                  <a:pt x="398375" y="555702"/>
                </a:lnTo>
                <a:lnTo>
                  <a:pt x="398660" y="555380"/>
                </a:lnTo>
                <a:lnTo>
                  <a:pt x="398935" y="555056"/>
                </a:lnTo>
                <a:lnTo>
                  <a:pt x="399201" y="554728"/>
                </a:lnTo>
                <a:lnTo>
                  <a:pt x="399458" y="554398"/>
                </a:lnTo>
                <a:lnTo>
                  <a:pt x="399709" y="554063"/>
                </a:lnTo>
                <a:lnTo>
                  <a:pt x="399954" y="553733"/>
                </a:lnTo>
                <a:lnTo>
                  <a:pt x="400195" y="553408"/>
                </a:lnTo>
                <a:lnTo>
                  <a:pt x="400431" y="553088"/>
                </a:lnTo>
                <a:lnTo>
                  <a:pt x="400662" y="552773"/>
                </a:lnTo>
                <a:lnTo>
                  <a:pt x="400888" y="552462"/>
                </a:lnTo>
                <a:lnTo>
                  <a:pt x="401110" y="552157"/>
                </a:lnTo>
                <a:lnTo>
                  <a:pt x="401326" y="551856"/>
                </a:lnTo>
                <a:lnTo>
                  <a:pt x="401538" y="551560"/>
                </a:lnTo>
                <a:lnTo>
                  <a:pt x="401745" y="551268"/>
                </a:lnTo>
                <a:lnTo>
                  <a:pt x="401947" y="550982"/>
                </a:lnTo>
                <a:lnTo>
                  <a:pt x="402144" y="550701"/>
                </a:lnTo>
                <a:lnTo>
                  <a:pt x="402337" y="550424"/>
                </a:lnTo>
                <a:lnTo>
                  <a:pt x="402524" y="550152"/>
                </a:lnTo>
                <a:lnTo>
                  <a:pt x="402707" y="549885"/>
                </a:lnTo>
                <a:lnTo>
                  <a:pt x="402885" y="549623"/>
                </a:lnTo>
                <a:lnTo>
                  <a:pt x="403058" y="549365"/>
                </a:lnTo>
                <a:lnTo>
                  <a:pt x="403227" y="549113"/>
                </a:lnTo>
                <a:lnTo>
                  <a:pt x="403390" y="548865"/>
                </a:lnTo>
                <a:lnTo>
                  <a:pt x="403549" y="548622"/>
                </a:lnTo>
                <a:lnTo>
                  <a:pt x="403703" y="548384"/>
                </a:lnTo>
                <a:lnTo>
                  <a:pt x="403852" y="548151"/>
                </a:lnTo>
                <a:lnTo>
                  <a:pt x="403996" y="547922"/>
                </a:lnTo>
                <a:lnTo>
                  <a:pt x="404135" y="547699"/>
                </a:lnTo>
                <a:lnTo>
                  <a:pt x="405905" y="547699"/>
                </a:lnTo>
                <a:lnTo>
                  <a:pt x="405905" y="562613"/>
                </a:lnTo>
                <a:lnTo>
                  <a:pt x="420314" y="562613"/>
                </a:lnTo>
                <a:lnTo>
                  <a:pt x="420314" y="433184"/>
                </a:lnTo>
                <a:lnTo>
                  <a:pt x="405399" y="433184"/>
                </a:lnTo>
                <a:lnTo>
                  <a:pt x="405399" y="480962"/>
                </a:lnTo>
                <a:lnTo>
                  <a:pt x="404135" y="480962"/>
                </a:lnTo>
                <a:lnTo>
                  <a:pt x="403996" y="480749"/>
                </a:lnTo>
                <a:lnTo>
                  <a:pt x="403852" y="480531"/>
                </a:lnTo>
                <a:lnTo>
                  <a:pt x="403704" y="480308"/>
                </a:lnTo>
                <a:lnTo>
                  <a:pt x="403551" y="480080"/>
                </a:lnTo>
                <a:lnTo>
                  <a:pt x="403393" y="479848"/>
                </a:lnTo>
                <a:lnTo>
                  <a:pt x="403231" y="479611"/>
                </a:lnTo>
                <a:lnTo>
                  <a:pt x="403064" y="479369"/>
                </a:lnTo>
                <a:lnTo>
                  <a:pt x="402892" y="479122"/>
                </a:lnTo>
                <a:lnTo>
                  <a:pt x="402716" y="478870"/>
                </a:lnTo>
                <a:lnTo>
                  <a:pt x="402535" y="478614"/>
                </a:lnTo>
                <a:lnTo>
                  <a:pt x="402350" y="478352"/>
                </a:lnTo>
                <a:lnTo>
                  <a:pt x="402160" y="478086"/>
                </a:lnTo>
                <a:lnTo>
                  <a:pt x="401966" y="477815"/>
                </a:lnTo>
                <a:lnTo>
                  <a:pt x="401766" y="477539"/>
                </a:lnTo>
                <a:lnTo>
                  <a:pt x="401563" y="477259"/>
                </a:lnTo>
                <a:lnTo>
                  <a:pt x="401354" y="476973"/>
                </a:lnTo>
                <a:lnTo>
                  <a:pt x="401141" y="476683"/>
                </a:lnTo>
                <a:lnTo>
                  <a:pt x="400924" y="476388"/>
                </a:lnTo>
                <a:lnTo>
                  <a:pt x="400702" y="476088"/>
                </a:lnTo>
                <a:lnTo>
                  <a:pt x="400475" y="475783"/>
                </a:lnTo>
                <a:lnTo>
                  <a:pt x="400243" y="475473"/>
                </a:lnTo>
                <a:lnTo>
                  <a:pt x="400007" y="475159"/>
                </a:lnTo>
                <a:lnTo>
                  <a:pt x="399767" y="474840"/>
                </a:lnTo>
                <a:lnTo>
                  <a:pt x="399522" y="474515"/>
                </a:lnTo>
                <a:lnTo>
                  <a:pt x="399275" y="474185"/>
                </a:lnTo>
                <a:lnTo>
                  <a:pt x="399019" y="473858"/>
                </a:lnTo>
                <a:lnTo>
                  <a:pt x="398753" y="473534"/>
                </a:lnTo>
                <a:lnTo>
                  <a:pt x="398479" y="473213"/>
                </a:lnTo>
                <a:lnTo>
                  <a:pt x="398195" y="472895"/>
                </a:lnTo>
                <a:lnTo>
                  <a:pt x="397902" y="472580"/>
                </a:lnTo>
                <a:lnTo>
                  <a:pt x="397600" y="472268"/>
                </a:lnTo>
                <a:lnTo>
                  <a:pt x="397289" y="471959"/>
                </a:lnTo>
                <a:lnTo>
                  <a:pt x="396968" y="471654"/>
                </a:lnTo>
                <a:lnTo>
                  <a:pt x="396638" y="471351"/>
                </a:lnTo>
                <a:lnTo>
                  <a:pt x="396299" y="471052"/>
                </a:lnTo>
                <a:lnTo>
                  <a:pt x="395951" y="470755"/>
                </a:lnTo>
                <a:lnTo>
                  <a:pt x="395593" y="470462"/>
                </a:lnTo>
                <a:lnTo>
                  <a:pt x="395227" y="470171"/>
                </a:lnTo>
                <a:lnTo>
                  <a:pt x="394851" y="469884"/>
                </a:lnTo>
                <a:lnTo>
                  <a:pt x="394466" y="469600"/>
                </a:lnTo>
                <a:lnTo>
                  <a:pt x="394071" y="469319"/>
                </a:lnTo>
                <a:lnTo>
                  <a:pt x="393668" y="469041"/>
                </a:lnTo>
                <a:lnTo>
                  <a:pt x="393255" y="468766"/>
                </a:lnTo>
                <a:lnTo>
                  <a:pt x="392833" y="468494"/>
                </a:lnTo>
                <a:lnTo>
                  <a:pt x="392402" y="468225"/>
                </a:lnTo>
                <a:lnTo>
                  <a:pt x="391962" y="467960"/>
                </a:lnTo>
                <a:lnTo>
                  <a:pt x="391512" y="467697"/>
                </a:lnTo>
                <a:lnTo>
                  <a:pt x="391053" y="467437"/>
                </a:lnTo>
                <a:lnTo>
                  <a:pt x="390588" y="467179"/>
                </a:lnTo>
                <a:lnTo>
                  <a:pt x="390109" y="466933"/>
                </a:lnTo>
                <a:lnTo>
                  <a:pt x="389616" y="466697"/>
                </a:lnTo>
                <a:lnTo>
                  <a:pt x="389110" y="466472"/>
                </a:lnTo>
                <a:lnTo>
                  <a:pt x="388589" y="466258"/>
                </a:lnTo>
                <a:lnTo>
                  <a:pt x="388055" y="466055"/>
                </a:lnTo>
                <a:lnTo>
                  <a:pt x="387507" y="465863"/>
                </a:lnTo>
                <a:lnTo>
                  <a:pt x="386945" y="465682"/>
                </a:lnTo>
                <a:lnTo>
                  <a:pt x="386370" y="465512"/>
                </a:lnTo>
                <a:lnTo>
                  <a:pt x="385780" y="465353"/>
                </a:lnTo>
                <a:lnTo>
                  <a:pt x="385177" y="465205"/>
                </a:lnTo>
                <a:lnTo>
                  <a:pt x="384560" y="465067"/>
                </a:lnTo>
                <a:lnTo>
                  <a:pt x="383929" y="464941"/>
                </a:lnTo>
                <a:lnTo>
                  <a:pt x="383284" y="464826"/>
                </a:lnTo>
                <a:lnTo>
                  <a:pt x="382625" y="464722"/>
                </a:lnTo>
                <a:lnTo>
                  <a:pt x="381953" y="464628"/>
                </a:lnTo>
                <a:lnTo>
                  <a:pt x="381266" y="464546"/>
                </a:lnTo>
                <a:lnTo>
                  <a:pt x="380566" y="464475"/>
                </a:lnTo>
                <a:lnTo>
                  <a:pt x="379852" y="464415"/>
                </a:lnTo>
                <a:lnTo>
                  <a:pt x="379124" y="464365"/>
                </a:lnTo>
                <a:lnTo>
                  <a:pt x="378383" y="464327"/>
                </a:lnTo>
                <a:lnTo>
                  <a:pt x="377627" y="464299"/>
                </a:lnTo>
                <a:lnTo>
                  <a:pt x="376858" y="464283"/>
                </a:lnTo>
                <a:lnTo>
                  <a:pt x="376075" y="464277"/>
                </a:lnTo>
                <a:lnTo>
                  <a:pt x="375059" y="464288"/>
                </a:lnTo>
                <a:lnTo>
                  <a:pt x="374052" y="464320"/>
                </a:lnTo>
                <a:lnTo>
                  <a:pt x="373056" y="464373"/>
                </a:lnTo>
                <a:lnTo>
                  <a:pt x="372069" y="464448"/>
                </a:lnTo>
                <a:lnTo>
                  <a:pt x="371093" y="464543"/>
                </a:lnTo>
                <a:lnTo>
                  <a:pt x="370127" y="464661"/>
                </a:lnTo>
                <a:lnTo>
                  <a:pt x="369171" y="464799"/>
                </a:lnTo>
                <a:lnTo>
                  <a:pt x="368225" y="464959"/>
                </a:lnTo>
                <a:lnTo>
                  <a:pt x="367289" y="465139"/>
                </a:lnTo>
                <a:lnTo>
                  <a:pt x="366363" y="465342"/>
                </a:lnTo>
                <a:lnTo>
                  <a:pt x="365447" y="465565"/>
                </a:lnTo>
                <a:lnTo>
                  <a:pt x="364542" y="465810"/>
                </a:lnTo>
                <a:lnTo>
                  <a:pt x="363646" y="466076"/>
                </a:lnTo>
                <a:lnTo>
                  <a:pt x="362761" y="466363"/>
                </a:lnTo>
                <a:lnTo>
                  <a:pt x="361885" y="466672"/>
                </a:lnTo>
                <a:lnTo>
                  <a:pt x="361020" y="467002"/>
                </a:lnTo>
                <a:lnTo>
                  <a:pt x="360165" y="467353"/>
                </a:lnTo>
                <a:lnTo>
                  <a:pt x="359320" y="467726"/>
                </a:lnTo>
                <a:lnTo>
                  <a:pt x="358485" y="468119"/>
                </a:lnTo>
                <a:lnTo>
                  <a:pt x="357660" y="468534"/>
                </a:lnTo>
                <a:lnTo>
                  <a:pt x="356845" y="468971"/>
                </a:lnTo>
                <a:lnTo>
                  <a:pt x="356041" y="469428"/>
                </a:lnTo>
                <a:lnTo>
                  <a:pt x="355246" y="469907"/>
                </a:lnTo>
                <a:lnTo>
                  <a:pt x="354461" y="470408"/>
                </a:lnTo>
                <a:lnTo>
                  <a:pt x="353689" y="470927"/>
                </a:lnTo>
                <a:lnTo>
                  <a:pt x="352931" y="471465"/>
                </a:lnTo>
                <a:lnTo>
                  <a:pt x="352187" y="472020"/>
                </a:lnTo>
                <a:lnTo>
                  <a:pt x="351458" y="472593"/>
                </a:lnTo>
                <a:lnTo>
                  <a:pt x="350743" y="473184"/>
                </a:lnTo>
                <a:lnTo>
                  <a:pt x="350042" y="473793"/>
                </a:lnTo>
                <a:lnTo>
                  <a:pt x="349355" y="474419"/>
                </a:lnTo>
                <a:lnTo>
                  <a:pt x="348682" y="475063"/>
                </a:lnTo>
                <a:lnTo>
                  <a:pt x="348024" y="475725"/>
                </a:lnTo>
                <a:lnTo>
                  <a:pt x="347380" y="476405"/>
                </a:lnTo>
                <a:lnTo>
                  <a:pt x="346751" y="477102"/>
                </a:lnTo>
                <a:lnTo>
                  <a:pt x="346135" y="477818"/>
                </a:lnTo>
                <a:lnTo>
                  <a:pt x="345534" y="478551"/>
                </a:lnTo>
                <a:lnTo>
                  <a:pt x="344947" y="479301"/>
                </a:lnTo>
                <a:lnTo>
                  <a:pt x="344375" y="480070"/>
                </a:lnTo>
                <a:lnTo>
                  <a:pt x="343816" y="480856"/>
                </a:lnTo>
                <a:lnTo>
                  <a:pt x="343272" y="481660"/>
                </a:lnTo>
                <a:lnTo>
                  <a:pt x="342742" y="482482"/>
                </a:lnTo>
                <a:lnTo>
                  <a:pt x="342227" y="483322"/>
                </a:lnTo>
                <a:lnTo>
                  <a:pt x="341725" y="484179"/>
                </a:lnTo>
                <a:lnTo>
                  <a:pt x="341238" y="485055"/>
                </a:lnTo>
                <a:lnTo>
                  <a:pt x="340766" y="485948"/>
                </a:lnTo>
                <a:lnTo>
                  <a:pt x="340307" y="486858"/>
                </a:lnTo>
                <a:lnTo>
                  <a:pt x="339863" y="487787"/>
                </a:lnTo>
                <a:lnTo>
                  <a:pt x="339435" y="488731"/>
                </a:lnTo>
                <a:lnTo>
                  <a:pt x="339025" y="489690"/>
                </a:lnTo>
                <a:lnTo>
                  <a:pt x="338633" y="490663"/>
                </a:lnTo>
                <a:lnTo>
                  <a:pt x="338260" y="491649"/>
                </a:lnTo>
                <a:lnTo>
                  <a:pt x="337905" y="492650"/>
                </a:lnTo>
                <a:lnTo>
                  <a:pt x="337568" y="493664"/>
                </a:lnTo>
                <a:lnTo>
                  <a:pt x="337249" y="494693"/>
                </a:lnTo>
                <a:lnTo>
                  <a:pt x="336949" y="495736"/>
                </a:lnTo>
                <a:lnTo>
                  <a:pt x="336666" y="496793"/>
                </a:lnTo>
                <a:lnTo>
                  <a:pt x="336402" y="497864"/>
                </a:lnTo>
                <a:lnTo>
                  <a:pt x="336156" y="498948"/>
                </a:lnTo>
                <a:lnTo>
                  <a:pt x="335929" y="500047"/>
                </a:lnTo>
                <a:lnTo>
                  <a:pt x="335719" y="501160"/>
                </a:lnTo>
                <a:lnTo>
                  <a:pt x="335528" y="502287"/>
                </a:lnTo>
                <a:lnTo>
                  <a:pt x="335355" y="503429"/>
                </a:lnTo>
                <a:lnTo>
                  <a:pt x="335200" y="504584"/>
                </a:lnTo>
                <a:lnTo>
                  <a:pt x="335064" y="505753"/>
                </a:lnTo>
                <a:lnTo>
                  <a:pt x="334945" y="506936"/>
                </a:lnTo>
                <a:lnTo>
                  <a:pt x="334845" y="508133"/>
                </a:lnTo>
                <a:lnTo>
                  <a:pt x="334763" y="509345"/>
                </a:lnTo>
                <a:lnTo>
                  <a:pt x="334699" y="510570"/>
                </a:lnTo>
                <a:lnTo>
                  <a:pt x="334654" y="511809"/>
                </a:lnTo>
                <a:lnTo>
                  <a:pt x="334626" y="513063"/>
                </a:lnTo>
                <a:lnTo>
                  <a:pt x="334617" y="514330"/>
                </a:lnTo>
                <a:lnTo>
                  <a:pt x="334626" y="515608"/>
                </a:lnTo>
                <a:lnTo>
                  <a:pt x="334654" y="516872"/>
                </a:lnTo>
                <a:lnTo>
                  <a:pt x="334699" y="518121"/>
                </a:lnTo>
                <a:lnTo>
                  <a:pt x="334763" y="519356"/>
                </a:lnTo>
                <a:lnTo>
                  <a:pt x="334845" y="520577"/>
                </a:lnTo>
                <a:lnTo>
                  <a:pt x="334945" y="521784"/>
                </a:lnTo>
                <a:lnTo>
                  <a:pt x="335064" y="522976"/>
                </a:lnTo>
                <a:lnTo>
                  <a:pt x="335200" y="524154"/>
                </a:lnTo>
                <a:lnTo>
                  <a:pt x="335355" y="525318"/>
                </a:lnTo>
                <a:lnTo>
                  <a:pt x="335528" y="526467"/>
                </a:lnTo>
                <a:lnTo>
                  <a:pt x="335719" y="527602"/>
                </a:lnTo>
                <a:lnTo>
                  <a:pt x="335929" y="528723"/>
                </a:lnTo>
                <a:lnTo>
                  <a:pt x="336156" y="529830"/>
                </a:lnTo>
                <a:lnTo>
                  <a:pt x="336402" y="530923"/>
                </a:lnTo>
                <a:lnTo>
                  <a:pt x="336666" y="532001"/>
                </a:lnTo>
                <a:lnTo>
                  <a:pt x="336949" y="533065"/>
                </a:lnTo>
                <a:lnTo>
                  <a:pt x="337249" y="534114"/>
                </a:lnTo>
                <a:lnTo>
                  <a:pt x="337568" y="535150"/>
                </a:lnTo>
                <a:lnTo>
                  <a:pt x="337905" y="536171"/>
                </a:lnTo>
                <a:lnTo>
                  <a:pt x="338260" y="537178"/>
                </a:lnTo>
                <a:lnTo>
                  <a:pt x="338633" y="538171"/>
                </a:lnTo>
                <a:lnTo>
                  <a:pt x="339025" y="539149"/>
                </a:lnTo>
                <a:lnTo>
                  <a:pt x="339435" y="540113"/>
                </a:lnTo>
                <a:lnTo>
                  <a:pt x="339863" y="541063"/>
                </a:lnTo>
                <a:lnTo>
                  <a:pt x="340307" y="541992"/>
                </a:lnTo>
                <a:lnTo>
                  <a:pt x="340765" y="542903"/>
                </a:lnTo>
                <a:lnTo>
                  <a:pt x="341237" y="543796"/>
                </a:lnTo>
                <a:lnTo>
                  <a:pt x="341724" y="544672"/>
                </a:lnTo>
                <a:lnTo>
                  <a:pt x="342224" y="545531"/>
                </a:lnTo>
                <a:lnTo>
                  <a:pt x="342738" y="546372"/>
                </a:lnTo>
                <a:lnTo>
                  <a:pt x="343267" y="547195"/>
                </a:lnTo>
                <a:lnTo>
                  <a:pt x="343809" y="548001"/>
                </a:lnTo>
                <a:lnTo>
                  <a:pt x="344366" y="548789"/>
                </a:lnTo>
                <a:lnTo>
                  <a:pt x="344936" y="549560"/>
                </a:lnTo>
                <a:lnTo>
                  <a:pt x="345521" y="550313"/>
                </a:lnTo>
                <a:lnTo>
                  <a:pt x="346119" y="551048"/>
                </a:lnTo>
                <a:lnTo>
                  <a:pt x="346732" y="551766"/>
                </a:lnTo>
                <a:lnTo>
                  <a:pt x="347359" y="552467"/>
                </a:lnTo>
                <a:lnTo>
                  <a:pt x="348000" y="553150"/>
                </a:lnTo>
                <a:lnTo>
                  <a:pt x="348654" y="553815"/>
                </a:lnTo>
                <a:lnTo>
                  <a:pt x="349323" y="554463"/>
                </a:lnTo>
                <a:lnTo>
                  <a:pt x="350006" y="555093"/>
                </a:lnTo>
                <a:lnTo>
                  <a:pt x="350703" y="555706"/>
                </a:lnTo>
                <a:lnTo>
                  <a:pt x="351414" y="556301"/>
                </a:lnTo>
                <a:lnTo>
                  <a:pt x="352139" y="556878"/>
                </a:lnTo>
                <a:lnTo>
                  <a:pt x="352878" y="557438"/>
                </a:lnTo>
                <a:lnTo>
                  <a:pt x="353631" y="557981"/>
                </a:lnTo>
                <a:lnTo>
                  <a:pt x="354398" y="558506"/>
                </a:lnTo>
                <a:lnTo>
                  <a:pt x="355177" y="559006"/>
                </a:lnTo>
                <a:lnTo>
                  <a:pt x="355966" y="559485"/>
                </a:lnTo>
                <a:lnTo>
                  <a:pt x="356765" y="559942"/>
                </a:lnTo>
                <a:lnTo>
                  <a:pt x="357574" y="560379"/>
                </a:lnTo>
                <a:lnTo>
                  <a:pt x="358393" y="560794"/>
                </a:lnTo>
                <a:lnTo>
                  <a:pt x="359221" y="561187"/>
                </a:lnTo>
                <a:lnTo>
                  <a:pt x="360059" y="561560"/>
                </a:lnTo>
                <a:lnTo>
                  <a:pt x="360908" y="561911"/>
                </a:lnTo>
                <a:lnTo>
                  <a:pt x="361766" y="562241"/>
                </a:lnTo>
                <a:lnTo>
                  <a:pt x="362634" y="562550"/>
                </a:lnTo>
                <a:lnTo>
                  <a:pt x="363512" y="562837"/>
                </a:lnTo>
                <a:lnTo>
                  <a:pt x="364399" y="563103"/>
                </a:lnTo>
                <a:lnTo>
                  <a:pt x="365297" y="563348"/>
                </a:lnTo>
                <a:lnTo>
                  <a:pt x="366204" y="563571"/>
                </a:lnTo>
                <a:lnTo>
                  <a:pt x="367122" y="563774"/>
                </a:lnTo>
                <a:lnTo>
                  <a:pt x="368049" y="563955"/>
                </a:lnTo>
                <a:lnTo>
                  <a:pt x="368986" y="564114"/>
                </a:lnTo>
                <a:lnTo>
                  <a:pt x="369933" y="564253"/>
                </a:lnTo>
                <a:lnTo>
                  <a:pt x="370890" y="564370"/>
                </a:lnTo>
                <a:lnTo>
                  <a:pt x="371857" y="564465"/>
                </a:lnTo>
                <a:lnTo>
                  <a:pt x="372833" y="564540"/>
                </a:lnTo>
                <a:lnTo>
                  <a:pt x="373820" y="564593"/>
                </a:lnTo>
                <a:lnTo>
                  <a:pt x="374816" y="564625"/>
                </a:lnTo>
                <a:lnTo>
                  <a:pt x="375822" y="564636"/>
                </a:lnTo>
                <a:lnTo>
                  <a:pt x="376595" y="564630"/>
                </a:lnTo>
                <a:lnTo>
                  <a:pt x="377355" y="564614"/>
                </a:lnTo>
                <a:lnTo>
                  <a:pt x="378102" y="564587"/>
                </a:lnTo>
                <a:lnTo>
                  <a:pt x="378837" y="564550"/>
                </a:lnTo>
                <a:lnTo>
                  <a:pt x="379558" y="564501"/>
                </a:lnTo>
                <a:lnTo>
                  <a:pt x="380266" y="564442"/>
                </a:lnTo>
                <a:lnTo>
                  <a:pt x="380961" y="564372"/>
                </a:lnTo>
                <a:close/>
                <a:moveTo>
                  <a:pt x="372647" y="550818"/>
                </a:moveTo>
                <a:lnTo>
                  <a:pt x="371946" y="550690"/>
                </a:lnTo>
                <a:lnTo>
                  <a:pt x="371256" y="550545"/>
                </a:lnTo>
                <a:lnTo>
                  <a:pt x="370577" y="550382"/>
                </a:lnTo>
                <a:lnTo>
                  <a:pt x="369908" y="550202"/>
                </a:lnTo>
                <a:lnTo>
                  <a:pt x="369250" y="550005"/>
                </a:lnTo>
                <a:lnTo>
                  <a:pt x="368602" y="549791"/>
                </a:lnTo>
                <a:lnTo>
                  <a:pt x="367965" y="549560"/>
                </a:lnTo>
                <a:lnTo>
                  <a:pt x="367338" y="549312"/>
                </a:lnTo>
                <a:lnTo>
                  <a:pt x="366722" y="549047"/>
                </a:lnTo>
                <a:lnTo>
                  <a:pt x="366116" y="548764"/>
                </a:lnTo>
                <a:lnTo>
                  <a:pt x="365521" y="548465"/>
                </a:lnTo>
                <a:lnTo>
                  <a:pt x="364937" y="548148"/>
                </a:lnTo>
                <a:lnTo>
                  <a:pt x="364363" y="547814"/>
                </a:lnTo>
                <a:lnTo>
                  <a:pt x="363799" y="547464"/>
                </a:lnTo>
                <a:lnTo>
                  <a:pt x="363246" y="547096"/>
                </a:lnTo>
                <a:lnTo>
                  <a:pt x="362704" y="546711"/>
                </a:lnTo>
                <a:lnTo>
                  <a:pt x="362172" y="546308"/>
                </a:lnTo>
                <a:lnTo>
                  <a:pt x="361656" y="545886"/>
                </a:lnTo>
                <a:lnTo>
                  <a:pt x="361150" y="545452"/>
                </a:lnTo>
                <a:lnTo>
                  <a:pt x="360655" y="545007"/>
                </a:lnTo>
                <a:lnTo>
                  <a:pt x="360170" y="544549"/>
                </a:lnTo>
                <a:lnTo>
                  <a:pt x="359696" y="544080"/>
                </a:lnTo>
                <a:lnTo>
                  <a:pt x="359233" y="543599"/>
                </a:lnTo>
                <a:lnTo>
                  <a:pt x="358780" y="543106"/>
                </a:lnTo>
                <a:lnTo>
                  <a:pt x="358338" y="542601"/>
                </a:lnTo>
                <a:lnTo>
                  <a:pt x="357906" y="542084"/>
                </a:lnTo>
                <a:lnTo>
                  <a:pt x="357484" y="541555"/>
                </a:lnTo>
                <a:lnTo>
                  <a:pt x="357074" y="541015"/>
                </a:lnTo>
                <a:lnTo>
                  <a:pt x="356673" y="540463"/>
                </a:lnTo>
                <a:lnTo>
                  <a:pt x="356284" y="539898"/>
                </a:lnTo>
                <a:lnTo>
                  <a:pt x="355905" y="539322"/>
                </a:lnTo>
                <a:lnTo>
                  <a:pt x="355536" y="538734"/>
                </a:lnTo>
                <a:lnTo>
                  <a:pt x="355178" y="538135"/>
                </a:lnTo>
                <a:lnTo>
                  <a:pt x="354830" y="537523"/>
                </a:lnTo>
                <a:lnTo>
                  <a:pt x="354493" y="536900"/>
                </a:lnTo>
                <a:lnTo>
                  <a:pt x="354167" y="536264"/>
                </a:lnTo>
                <a:lnTo>
                  <a:pt x="353851" y="535617"/>
                </a:lnTo>
                <a:lnTo>
                  <a:pt x="353545" y="534958"/>
                </a:lnTo>
                <a:lnTo>
                  <a:pt x="353250" y="534288"/>
                </a:lnTo>
                <a:lnTo>
                  <a:pt x="352966" y="533605"/>
                </a:lnTo>
                <a:lnTo>
                  <a:pt x="352692" y="532910"/>
                </a:lnTo>
                <a:lnTo>
                  <a:pt x="352434" y="532201"/>
                </a:lnTo>
                <a:lnTo>
                  <a:pt x="352187" y="531486"/>
                </a:lnTo>
                <a:lnTo>
                  <a:pt x="351951" y="530764"/>
                </a:lnTo>
                <a:lnTo>
                  <a:pt x="351726" y="530035"/>
                </a:lnTo>
                <a:lnTo>
                  <a:pt x="351512" y="529300"/>
                </a:lnTo>
                <a:lnTo>
                  <a:pt x="351309" y="528558"/>
                </a:lnTo>
                <a:lnTo>
                  <a:pt x="351117" y="527809"/>
                </a:lnTo>
                <a:lnTo>
                  <a:pt x="350936" y="527054"/>
                </a:lnTo>
                <a:lnTo>
                  <a:pt x="350766" y="526292"/>
                </a:lnTo>
                <a:lnTo>
                  <a:pt x="350607" y="525524"/>
                </a:lnTo>
                <a:lnTo>
                  <a:pt x="350459" y="524749"/>
                </a:lnTo>
                <a:lnTo>
                  <a:pt x="350322" y="523968"/>
                </a:lnTo>
                <a:lnTo>
                  <a:pt x="350196" y="523180"/>
                </a:lnTo>
                <a:lnTo>
                  <a:pt x="350081" y="522385"/>
                </a:lnTo>
                <a:lnTo>
                  <a:pt x="349976" y="521584"/>
                </a:lnTo>
                <a:lnTo>
                  <a:pt x="349883" y="520776"/>
                </a:lnTo>
                <a:lnTo>
                  <a:pt x="349801" y="519962"/>
                </a:lnTo>
                <a:lnTo>
                  <a:pt x="349730" y="519141"/>
                </a:lnTo>
                <a:lnTo>
                  <a:pt x="349669" y="518314"/>
                </a:lnTo>
                <a:lnTo>
                  <a:pt x="349620" y="517480"/>
                </a:lnTo>
                <a:lnTo>
                  <a:pt x="349581" y="516639"/>
                </a:lnTo>
                <a:lnTo>
                  <a:pt x="349554" y="515792"/>
                </a:lnTo>
                <a:lnTo>
                  <a:pt x="349538" y="514938"/>
                </a:lnTo>
                <a:lnTo>
                  <a:pt x="349532" y="514077"/>
                </a:lnTo>
                <a:lnTo>
                  <a:pt x="349537" y="513228"/>
                </a:lnTo>
                <a:lnTo>
                  <a:pt x="349554" y="512385"/>
                </a:lnTo>
                <a:lnTo>
                  <a:pt x="349580" y="511549"/>
                </a:lnTo>
                <a:lnTo>
                  <a:pt x="349618" y="510721"/>
                </a:lnTo>
                <a:lnTo>
                  <a:pt x="349666" y="509899"/>
                </a:lnTo>
                <a:lnTo>
                  <a:pt x="349726" y="509085"/>
                </a:lnTo>
                <a:lnTo>
                  <a:pt x="349795" y="508277"/>
                </a:lnTo>
                <a:lnTo>
                  <a:pt x="349876" y="507477"/>
                </a:lnTo>
                <a:lnTo>
                  <a:pt x="349968" y="506683"/>
                </a:lnTo>
                <a:lnTo>
                  <a:pt x="350070" y="505897"/>
                </a:lnTo>
                <a:lnTo>
                  <a:pt x="350183" y="505117"/>
                </a:lnTo>
                <a:lnTo>
                  <a:pt x="350306" y="504345"/>
                </a:lnTo>
                <a:lnTo>
                  <a:pt x="350441" y="503579"/>
                </a:lnTo>
                <a:lnTo>
                  <a:pt x="350586" y="502821"/>
                </a:lnTo>
                <a:lnTo>
                  <a:pt x="350742" y="502070"/>
                </a:lnTo>
                <a:lnTo>
                  <a:pt x="350908" y="501325"/>
                </a:lnTo>
                <a:lnTo>
                  <a:pt x="351086" y="500588"/>
                </a:lnTo>
                <a:lnTo>
                  <a:pt x="351274" y="499858"/>
                </a:lnTo>
                <a:lnTo>
                  <a:pt x="351473" y="499135"/>
                </a:lnTo>
                <a:lnTo>
                  <a:pt x="351683" y="498418"/>
                </a:lnTo>
                <a:lnTo>
                  <a:pt x="351903" y="497709"/>
                </a:lnTo>
                <a:lnTo>
                  <a:pt x="352134" y="497007"/>
                </a:lnTo>
                <a:lnTo>
                  <a:pt x="352376" y="496312"/>
                </a:lnTo>
                <a:lnTo>
                  <a:pt x="352629" y="495624"/>
                </a:lnTo>
                <a:lnTo>
                  <a:pt x="352897" y="494940"/>
                </a:lnTo>
                <a:lnTo>
                  <a:pt x="353177" y="494268"/>
                </a:lnTo>
                <a:lnTo>
                  <a:pt x="353467" y="493608"/>
                </a:lnTo>
                <a:lnTo>
                  <a:pt x="353768" y="492960"/>
                </a:lnTo>
                <a:lnTo>
                  <a:pt x="354080" y="492325"/>
                </a:lnTo>
                <a:lnTo>
                  <a:pt x="354402" y="491701"/>
                </a:lnTo>
                <a:lnTo>
                  <a:pt x="354735" y="491090"/>
                </a:lnTo>
                <a:lnTo>
                  <a:pt x="355079" y="490490"/>
                </a:lnTo>
                <a:lnTo>
                  <a:pt x="355434" y="489903"/>
                </a:lnTo>
                <a:lnTo>
                  <a:pt x="355800" y="489328"/>
                </a:lnTo>
                <a:lnTo>
                  <a:pt x="356176" y="488765"/>
                </a:lnTo>
                <a:lnTo>
                  <a:pt x="356563" y="488214"/>
                </a:lnTo>
                <a:lnTo>
                  <a:pt x="356961" y="487675"/>
                </a:lnTo>
                <a:lnTo>
                  <a:pt x="357369" y="487148"/>
                </a:lnTo>
                <a:lnTo>
                  <a:pt x="357788" y="486633"/>
                </a:lnTo>
                <a:lnTo>
                  <a:pt x="358218" y="486130"/>
                </a:lnTo>
                <a:lnTo>
                  <a:pt x="358659" y="485639"/>
                </a:lnTo>
                <a:lnTo>
                  <a:pt x="359110" y="485160"/>
                </a:lnTo>
                <a:lnTo>
                  <a:pt x="359573" y="484694"/>
                </a:lnTo>
                <a:lnTo>
                  <a:pt x="360046" y="484239"/>
                </a:lnTo>
                <a:lnTo>
                  <a:pt x="360529" y="483797"/>
                </a:lnTo>
                <a:lnTo>
                  <a:pt x="361024" y="483366"/>
                </a:lnTo>
                <a:lnTo>
                  <a:pt x="361529" y="482948"/>
                </a:lnTo>
                <a:lnTo>
                  <a:pt x="362045" y="482542"/>
                </a:lnTo>
                <a:lnTo>
                  <a:pt x="362577" y="482145"/>
                </a:lnTo>
                <a:lnTo>
                  <a:pt x="363120" y="481764"/>
                </a:lnTo>
                <a:lnTo>
                  <a:pt x="363675" y="481401"/>
                </a:lnTo>
                <a:lnTo>
                  <a:pt x="364240" y="481055"/>
                </a:lnTo>
                <a:lnTo>
                  <a:pt x="364816" y="480725"/>
                </a:lnTo>
                <a:lnTo>
                  <a:pt x="365403" y="480413"/>
                </a:lnTo>
                <a:lnTo>
                  <a:pt x="366001" y="480117"/>
                </a:lnTo>
                <a:lnTo>
                  <a:pt x="366610" y="479838"/>
                </a:lnTo>
                <a:lnTo>
                  <a:pt x="367229" y="479576"/>
                </a:lnTo>
                <a:lnTo>
                  <a:pt x="367860" y="479331"/>
                </a:lnTo>
                <a:lnTo>
                  <a:pt x="368502" y="479103"/>
                </a:lnTo>
                <a:lnTo>
                  <a:pt x="369155" y="478892"/>
                </a:lnTo>
                <a:lnTo>
                  <a:pt x="369819" y="478698"/>
                </a:lnTo>
                <a:lnTo>
                  <a:pt x="370494" y="478520"/>
                </a:lnTo>
                <a:lnTo>
                  <a:pt x="371179" y="478360"/>
                </a:lnTo>
                <a:lnTo>
                  <a:pt x="371876" y="478216"/>
                </a:lnTo>
                <a:lnTo>
                  <a:pt x="372584" y="478089"/>
                </a:lnTo>
                <a:lnTo>
                  <a:pt x="373302" y="477979"/>
                </a:lnTo>
                <a:lnTo>
                  <a:pt x="374032" y="477887"/>
                </a:lnTo>
                <a:lnTo>
                  <a:pt x="374773" y="477811"/>
                </a:lnTo>
                <a:lnTo>
                  <a:pt x="375524" y="477751"/>
                </a:lnTo>
                <a:lnTo>
                  <a:pt x="376287" y="477709"/>
                </a:lnTo>
                <a:lnTo>
                  <a:pt x="377060" y="477684"/>
                </a:lnTo>
                <a:lnTo>
                  <a:pt x="377845" y="477675"/>
                </a:lnTo>
                <a:lnTo>
                  <a:pt x="378598" y="477683"/>
                </a:lnTo>
                <a:lnTo>
                  <a:pt x="379341" y="477707"/>
                </a:lnTo>
                <a:lnTo>
                  <a:pt x="380074" y="477747"/>
                </a:lnTo>
                <a:lnTo>
                  <a:pt x="380797" y="477803"/>
                </a:lnTo>
                <a:lnTo>
                  <a:pt x="381510" y="477876"/>
                </a:lnTo>
                <a:lnTo>
                  <a:pt x="382213" y="477964"/>
                </a:lnTo>
                <a:lnTo>
                  <a:pt x="382906" y="478068"/>
                </a:lnTo>
                <a:lnTo>
                  <a:pt x="383589" y="478188"/>
                </a:lnTo>
                <a:lnTo>
                  <a:pt x="384261" y="478324"/>
                </a:lnTo>
                <a:lnTo>
                  <a:pt x="384924" y="478476"/>
                </a:lnTo>
                <a:lnTo>
                  <a:pt x="385576" y="478644"/>
                </a:lnTo>
                <a:lnTo>
                  <a:pt x="386218" y="478829"/>
                </a:lnTo>
                <a:lnTo>
                  <a:pt x="386851" y="479029"/>
                </a:lnTo>
                <a:lnTo>
                  <a:pt x="387473" y="479245"/>
                </a:lnTo>
                <a:lnTo>
                  <a:pt x="388085" y="479477"/>
                </a:lnTo>
                <a:lnTo>
                  <a:pt x="388687" y="479726"/>
                </a:lnTo>
                <a:lnTo>
                  <a:pt x="389278" y="479990"/>
                </a:lnTo>
                <a:lnTo>
                  <a:pt x="389860" y="480270"/>
                </a:lnTo>
                <a:lnTo>
                  <a:pt x="390432" y="480567"/>
                </a:lnTo>
                <a:lnTo>
                  <a:pt x="390993" y="480879"/>
                </a:lnTo>
                <a:lnTo>
                  <a:pt x="391545" y="481208"/>
                </a:lnTo>
                <a:lnTo>
                  <a:pt x="392086" y="481552"/>
                </a:lnTo>
                <a:lnTo>
                  <a:pt x="392617" y="481912"/>
                </a:lnTo>
                <a:lnTo>
                  <a:pt x="393139" y="482289"/>
                </a:lnTo>
                <a:lnTo>
                  <a:pt x="393649" y="482674"/>
                </a:lnTo>
                <a:lnTo>
                  <a:pt x="394150" y="483073"/>
                </a:lnTo>
                <a:lnTo>
                  <a:pt x="394640" y="483484"/>
                </a:lnTo>
                <a:lnTo>
                  <a:pt x="395119" y="483907"/>
                </a:lnTo>
                <a:lnTo>
                  <a:pt x="395588" y="484344"/>
                </a:lnTo>
                <a:lnTo>
                  <a:pt x="396046" y="484793"/>
                </a:lnTo>
                <a:lnTo>
                  <a:pt x="396493" y="485255"/>
                </a:lnTo>
                <a:lnTo>
                  <a:pt x="396930" y="485730"/>
                </a:lnTo>
                <a:lnTo>
                  <a:pt x="397357" y="486217"/>
                </a:lnTo>
                <a:lnTo>
                  <a:pt x="397773" y="486717"/>
                </a:lnTo>
                <a:lnTo>
                  <a:pt x="398179" y="487230"/>
                </a:lnTo>
                <a:lnTo>
                  <a:pt x="398574" y="487755"/>
                </a:lnTo>
                <a:lnTo>
                  <a:pt x="398958" y="488294"/>
                </a:lnTo>
                <a:lnTo>
                  <a:pt x="399332" y="488845"/>
                </a:lnTo>
                <a:lnTo>
                  <a:pt x="399695" y="489408"/>
                </a:lnTo>
                <a:lnTo>
                  <a:pt x="400048" y="489985"/>
                </a:lnTo>
                <a:lnTo>
                  <a:pt x="400391" y="490574"/>
                </a:lnTo>
                <a:lnTo>
                  <a:pt x="400722" y="491176"/>
                </a:lnTo>
                <a:lnTo>
                  <a:pt x="401044" y="491791"/>
                </a:lnTo>
                <a:lnTo>
                  <a:pt x="401354" y="492418"/>
                </a:lnTo>
                <a:lnTo>
                  <a:pt x="401655" y="493058"/>
                </a:lnTo>
                <a:lnTo>
                  <a:pt x="401944" y="493711"/>
                </a:lnTo>
                <a:lnTo>
                  <a:pt x="402223" y="494376"/>
                </a:lnTo>
                <a:lnTo>
                  <a:pt x="402492" y="495055"/>
                </a:lnTo>
                <a:lnTo>
                  <a:pt x="402750" y="495739"/>
                </a:lnTo>
                <a:lnTo>
                  <a:pt x="402997" y="496432"/>
                </a:lnTo>
                <a:lnTo>
                  <a:pt x="403233" y="497135"/>
                </a:lnTo>
                <a:lnTo>
                  <a:pt x="403457" y="497848"/>
                </a:lnTo>
                <a:lnTo>
                  <a:pt x="403671" y="498570"/>
                </a:lnTo>
                <a:lnTo>
                  <a:pt x="403874" y="499301"/>
                </a:lnTo>
                <a:lnTo>
                  <a:pt x="404066" y="500042"/>
                </a:lnTo>
                <a:lnTo>
                  <a:pt x="404247" y="500792"/>
                </a:lnTo>
                <a:lnTo>
                  <a:pt x="404417" y="501551"/>
                </a:lnTo>
                <a:lnTo>
                  <a:pt x="404577" y="502320"/>
                </a:lnTo>
                <a:lnTo>
                  <a:pt x="404725" y="503099"/>
                </a:lnTo>
                <a:lnTo>
                  <a:pt x="404862" y="503887"/>
                </a:lnTo>
                <a:lnTo>
                  <a:pt x="404988" y="504684"/>
                </a:lnTo>
                <a:lnTo>
                  <a:pt x="405103" y="505491"/>
                </a:lnTo>
                <a:lnTo>
                  <a:pt x="405207" y="506307"/>
                </a:lnTo>
                <a:lnTo>
                  <a:pt x="405301" y="507133"/>
                </a:lnTo>
                <a:lnTo>
                  <a:pt x="405383" y="507968"/>
                </a:lnTo>
                <a:lnTo>
                  <a:pt x="405454" y="508812"/>
                </a:lnTo>
                <a:lnTo>
                  <a:pt x="405515" y="509666"/>
                </a:lnTo>
                <a:lnTo>
                  <a:pt x="405564" y="510530"/>
                </a:lnTo>
                <a:lnTo>
                  <a:pt x="405602" y="511402"/>
                </a:lnTo>
                <a:lnTo>
                  <a:pt x="405630" y="512285"/>
                </a:lnTo>
                <a:lnTo>
                  <a:pt x="405646" y="513176"/>
                </a:lnTo>
                <a:lnTo>
                  <a:pt x="405652" y="514077"/>
                </a:lnTo>
                <a:lnTo>
                  <a:pt x="405646" y="514989"/>
                </a:lnTo>
                <a:lnTo>
                  <a:pt x="405629" y="515892"/>
                </a:lnTo>
                <a:lnTo>
                  <a:pt x="405601" y="516786"/>
                </a:lnTo>
                <a:lnTo>
                  <a:pt x="405562" y="517671"/>
                </a:lnTo>
                <a:lnTo>
                  <a:pt x="405512" y="518547"/>
                </a:lnTo>
                <a:lnTo>
                  <a:pt x="405450" y="519414"/>
                </a:lnTo>
                <a:lnTo>
                  <a:pt x="405378" y="520272"/>
                </a:lnTo>
                <a:lnTo>
                  <a:pt x="405294" y="521120"/>
                </a:lnTo>
                <a:lnTo>
                  <a:pt x="405199" y="521960"/>
                </a:lnTo>
                <a:lnTo>
                  <a:pt x="405092" y="522791"/>
                </a:lnTo>
                <a:lnTo>
                  <a:pt x="404975" y="523613"/>
                </a:lnTo>
                <a:lnTo>
                  <a:pt x="404846" y="524426"/>
                </a:lnTo>
                <a:lnTo>
                  <a:pt x="404706" y="525230"/>
                </a:lnTo>
                <a:lnTo>
                  <a:pt x="404555" y="526025"/>
                </a:lnTo>
                <a:lnTo>
                  <a:pt x="404393" y="526811"/>
                </a:lnTo>
                <a:lnTo>
                  <a:pt x="404219" y="527588"/>
                </a:lnTo>
                <a:lnTo>
                  <a:pt x="404035" y="528356"/>
                </a:lnTo>
                <a:lnTo>
                  <a:pt x="403839" y="529115"/>
                </a:lnTo>
                <a:lnTo>
                  <a:pt x="403632" y="529864"/>
                </a:lnTo>
                <a:lnTo>
                  <a:pt x="403414" y="530605"/>
                </a:lnTo>
                <a:lnTo>
                  <a:pt x="403184" y="531337"/>
                </a:lnTo>
                <a:lnTo>
                  <a:pt x="402944" y="532060"/>
                </a:lnTo>
                <a:lnTo>
                  <a:pt x="402692" y="532774"/>
                </a:lnTo>
                <a:lnTo>
                  <a:pt x="402429" y="533479"/>
                </a:lnTo>
                <a:lnTo>
                  <a:pt x="402155" y="534168"/>
                </a:lnTo>
                <a:lnTo>
                  <a:pt x="401871" y="534844"/>
                </a:lnTo>
                <a:lnTo>
                  <a:pt x="401577" y="535508"/>
                </a:lnTo>
                <a:lnTo>
                  <a:pt x="401272" y="536160"/>
                </a:lnTo>
                <a:lnTo>
                  <a:pt x="400957" y="536799"/>
                </a:lnTo>
                <a:lnTo>
                  <a:pt x="400632" y="537425"/>
                </a:lnTo>
                <a:lnTo>
                  <a:pt x="400296" y="538039"/>
                </a:lnTo>
                <a:lnTo>
                  <a:pt x="399950" y="538640"/>
                </a:lnTo>
                <a:lnTo>
                  <a:pt x="399594" y="539229"/>
                </a:lnTo>
                <a:lnTo>
                  <a:pt x="399227" y="539806"/>
                </a:lnTo>
                <a:lnTo>
                  <a:pt x="398850" y="540369"/>
                </a:lnTo>
                <a:lnTo>
                  <a:pt x="398463" y="540921"/>
                </a:lnTo>
                <a:lnTo>
                  <a:pt x="398066" y="541460"/>
                </a:lnTo>
                <a:lnTo>
                  <a:pt x="397658" y="541986"/>
                </a:lnTo>
                <a:lnTo>
                  <a:pt x="397240" y="542500"/>
                </a:lnTo>
                <a:lnTo>
                  <a:pt x="396811" y="543001"/>
                </a:lnTo>
                <a:lnTo>
                  <a:pt x="396372" y="543490"/>
                </a:lnTo>
                <a:lnTo>
                  <a:pt x="395923" y="543966"/>
                </a:lnTo>
                <a:lnTo>
                  <a:pt x="395464" y="544430"/>
                </a:lnTo>
                <a:lnTo>
                  <a:pt x="394994" y="544881"/>
                </a:lnTo>
                <a:lnTo>
                  <a:pt x="394514" y="545320"/>
                </a:lnTo>
                <a:lnTo>
                  <a:pt x="394024" y="545746"/>
                </a:lnTo>
                <a:lnTo>
                  <a:pt x="393523" y="546160"/>
                </a:lnTo>
                <a:lnTo>
                  <a:pt x="393012" y="546561"/>
                </a:lnTo>
                <a:lnTo>
                  <a:pt x="392491" y="546943"/>
                </a:lnTo>
                <a:lnTo>
                  <a:pt x="391961" y="547308"/>
                </a:lnTo>
                <a:lnTo>
                  <a:pt x="391420" y="547657"/>
                </a:lnTo>
                <a:lnTo>
                  <a:pt x="390871" y="547990"/>
                </a:lnTo>
                <a:lnTo>
                  <a:pt x="390311" y="548307"/>
                </a:lnTo>
                <a:lnTo>
                  <a:pt x="389742" y="548607"/>
                </a:lnTo>
                <a:lnTo>
                  <a:pt x="389163" y="548891"/>
                </a:lnTo>
                <a:lnTo>
                  <a:pt x="388574" y="549159"/>
                </a:lnTo>
                <a:lnTo>
                  <a:pt x="387976" y="549411"/>
                </a:lnTo>
                <a:lnTo>
                  <a:pt x="387368" y="549646"/>
                </a:lnTo>
                <a:lnTo>
                  <a:pt x="386751" y="549866"/>
                </a:lnTo>
                <a:lnTo>
                  <a:pt x="386124" y="550069"/>
                </a:lnTo>
                <a:lnTo>
                  <a:pt x="385487" y="550255"/>
                </a:lnTo>
                <a:lnTo>
                  <a:pt x="384840" y="550426"/>
                </a:lnTo>
                <a:lnTo>
                  <a:pt x="384184" y="550580"/>
                </a:lnTo>
                <a:lnTo>
                  <a:pt x="383518" y="550718"/>
                </a:lnTo>
                <a:lnTo>
                  <a:pt x="382843" y="550840"/>
                </a:lnTo>
                <a:lnTo>
                  <a:pt x="382158" y="550945"/>
                </a:lnTo>
                <a:lnTo>
                  <a:pt x="381463" y="551035"/>
                </a:lnTo>
                <a:lnTo>
                  <a:pt x="380759" y="551108"/>
                </a:lnTo>
                <a:lnTo>
                  <a:pt x="380045" y="551165"/>
                </a:lnTo>
                <a:lnTo>
                  <a:pt x="379321" y="551205"/>
                </a:lnTo>
                <a:lnTo>
                  <a:pt x="378588" y="551230"/>
                </a:lnTo>
                <a:lnTo>
                  <a:pt x="377845" y="551238"/>
                </a:lnTo>
                <a:lnTo>
                  <a:pt x="377071" y="551229"/>
                </a:lnTo>
                <a:lnTo>
                  <a:pt x="376307" y="551203"/>
                </a:lnTo>
                <a:lnTo>
                  <a:pt x="375554" y="551161"/>
                </a:lnTo>
                <a:lnTo>
                  <a:pt x="374811" y="551101"/>
                </a:lnTo>
                <a:lnTo>
                  <a:pt x="374079" y="551024"/>
                </a:lnTo>
                <a:lnTo>
                  <a:pt x="373358" y="550930"/>
                </a:lnTo>
                <a:lnTo>
                  <a:pt x="372647" y="550818"/>
                </a:lnTo>
                <a:close/>
                <a:moveTo>
                  <a:pt x="266270" y="507338"/>
                </a:moveTo>
                <a:lnTo>
                  <a:pt x="266202" y="506288"/>
                </a:lnTo>
                <a:lnTo>
                  <a:pt x="266120" y="505253"/>
                </a:lnTo>
                <a:lnTo>
                  <a:pt x="266026" y="504233"/>
                </a:lnTo>
                <a:lnTo>
                  <a:pt x="265920" y="503227"/>
                </a:lnTo>
                <a:lnTo>
                  <a:pt x="265801" y="502237"/>
                </a:lnTo>
                <a:lnTo>
                  <a:pt x="265670" y="501261"/>
                </a:lnTo>
                <a:lnTo>
                  <a:pt x="265526" y="500300"/>
                </a:lnTo>
                <a:lnTo>
                  <a:pt x="265370" y="499354"/>
                </a:lnTo>
                <a:lnTo>
                  <a:pt x="265201" y="498424"/>
                </a:lnTo>
                <a:lnTo>
                  <a:pt x="265020" y="497508"/>
                </a:lnTo>
                <a:lnTo>
                  <a:pt x="264826" y="496607"/>
                </a:lnTo>
                <a:lnTo>
                  <a:pt x="264619" y="495721"/>
                </a:lnTo>
                <a:lnTo>
                  <a:pt x="264400" y="494849"/>
                </a:lnTo>
                <a:lnTo>
                  <a:pt x="264169" y="493993"/>
                </a:lnTo>
                <a:lnTo>
                  <a:pt x="263925" y="493152"/>
                </a:lnTo>
                <a:lnTo>
                  <a:pt x="263669" y="492325"/>
                </a:lnTo>
                <a:lnTo>
                  <a:pt x="263400" y="491514"/>
                </a:lnTo>
                <a:lnTo>
                  <a:pt x="263118" y="490717"/>
                </a:lnTo>
                <a:lnTo>
                  <a:pt x="262824" y="489936"/>
                </a:lnTo>
                <a:lnTo>
                  <a:pt x="262520" y="489168"/>
                </a:lnTo>
                <a:lnTo>
                  <a:pt x="262207" y="488413"/>
                </a:lnTo>
                <a:lnTo>
                  <a:pt x="261885" y="487670"/>
                </a:lnTo>
                <a:lnTo>
                  <a:pt x="261555" y="486941"/>
                </a:lnTo>
                <a:lnTo>
                  <a:pt x="261217" y="486224"/>
                </a:lnTo>
                <a:lnTo>
                  <a:pt x="260869" y="485520"/>
                </a:lnTo>
                <a:lnTo>
                  <a:pt x="260513" y="484828"/>
                </a:lnTo>
                <a:lnTo>
                  <a:pt x="260149" y="484150"/>
                </a:lnTo>
                <a:lnTo>
                  <a:pt x="259776" y="483484"/>
                </a:lnTo>
                <a:lnTo>
                  <a:pt x="259395" y="482830"/>
                </a:lnTo>
                <a:lnTo>
                  <a:pt x="259005" y="482190"/>
                </a:lnTo>
                <a:lnTo>
                  <a:pt x="258606" y="481562"/>
                </a:lnTo>
                <a:lnTo>
                  <a:pt x="258199" y="480947"/>
                </a:lnTo>
                <a:lnTo>
                  <a:pt x="257783" y="480345"/>
                </a:lnTo>
                <a:lnTo>
                  <a:pt x="257359" y="479755"/>
                </a:lnTo>
                <a:lnTo>
                  <a:pt x="256926" y="479178"/>
                </a:lnTo>
                <a:lnTo>
                  <a:pt x="256485" y="478614"/>
                </a:lnTo>
                <a:lnTo>
                  <a:pt x="256035" y="478062"/>
                </a:lnTo>
                <a:lnTo>
                  <a:pt x="255576" y="477524"/>
                </a:lnTo>
                <a:lnTo>
                  <a:pt x="255109" y="476998"/>
                </a:lnTo>
                <a:lnTo>
                  <a:pt x="254633" y="476484"/>
                </a:lnTo>
                <a:lnTo>
                  <a:pt x="254149" y="475984"/>
                </a:lnTo>
                <a:lnTo>
                  <a:pt x="253656" y="475496"/>
                </a:lnTo>
                <a:lnTo>
                  <a:pt x="253155" y="475021"/>
                </a:lnTo>
                <a:lnTo>
                  <a:pt x="252647" y="474553"/>
                </a:lnTo>
                <a:lnTo>
                  <a:pt x="252135" y="474095"/>
                </a:lnTo>
                <a:lnTo>
                  <a:pt x="251618" y="473648"/>
                </a:lnTo>
                <a:lnTo>
                  <a:pt x="251096" y="473213"/>
                </a:lnTo>
                <a:lnTo>
                  <a:pt x="250570" y="472788"/>
                </a:lnTo>
                <a:lnTo>
                  <a:pt x="250039" y="472375"/>
                </a:lnTo>
                <a:lnTo>
                  <a:pt x="249503" y="471972"/>
                </a:lnTo>
                <a:lnTo>
                  <a:pt x="248963" y="471580"/>
                </a:lnTo>
                <a:lnTo>
                  <a:pt x="248418" y="471200"/>
                </a:lnTo>
                <a:lnTo>
                  <a:pt x="247869" y="470830"/>
                </a:lnTo>
                <a:lnTo>
                  <a:pt x="247315" y="470471"/>
                </a:lnTo>
                <a:lnTo>
                  <a:pt x="246756" y="470123"/>
                </a:lnTo>
                <a:lnTo>
                  <a:pt x="246193" y="469786"/>
                </a:lnTo>
                <a:lnTo>
                  <a:pt x="245625" y="469460"/>
                </a:lnTo>
                <a:lnTo>
                  <a:pt x="245053" y="469146"/>
                </a:lnTo>
                <a:lnTo>
                  <a:pt x="244476" y="468842"/>
                </a:lnTo>
                <a:lnTo>
                  <a:pt x="243894" y="468549"/>
                </a:lnTo>
                <a:lnTo>
                  <a:pt x="243308" y="468267"/>
                </a:lnTo>
                <a:lnTo>
                  <a:pt x="242717" y="467996"/>
                </a:lnTo>
                <a:lnTo>
                  <a:pt x="242122" y="467736"/>
                </a:lnTo>
                <a:lnTo>
                  <a:pt x="241522" y="467487"/>
                </a:lnTo>
                <a:lnTo>
                  <a:pt x="240917" y="467249"/>
                </a:lnTo>
                <a:lnTo>
                  <a:pt x="240308" y="467021"/>
                </a:lnTo>
                <a:lnTo>
                  <a:pt x="239694" y="466805"/>
                </a:lnTo>
                <a:lnTo>
                  <a:pt x="239078" y="466599"/>
                </a:lnTo>
                <a:lnTo>
                  <a:pt x="238460" y="466402"/>
                </a:lnTo>
                <a:lnTo>
                  <a:pt x="237843" y="466213"/>
                </a:lnTo>
                <a:lnTo>
                  <a:pt x="237224" y="466033"/>
                </a:lnTo>
                <a:lnTo>
                  <a:pt x="236605" y="465862"/>
                </a:lnTo>
                <a:lnTo>
                  <a:pt x="235985" y="465699"/>
                </a:lnTo>
                <a:lnTo>
                  <a:pt x="235365" y="465546"/>
                </a:lnTo>
                <a:lnTo>
                  <a:pt x="234744" y="465401"/>
                </a:lnTo>
                <a:lnTo>
                  <a:pt x="234122" y="465265"/>
                </a:lnTo>
                <a:lnTo>
                  <a:pt x="233499" y="465138"/>
                </a:lnTo>
                <a:lnTo>
                  <a:pt x="232876" y="465019"/>
                </a:lnTo>
                <a:lnTo>
                  <a:pt x="232252" y="464909"/>
                </a:lnTo>
                <a:lnTo>
                  <a:pt x="231628" y="464808"/>
                </a:lnTo>
                <a:lnTo>
                  <a:pt x="231003" y="464716"/>
                </a:lnTo>
                <a:lnTo>
                  <a:pt x="230377" y="464633"/>
                </a:lnTo>
                <a:lnTo>
                  <a:pt x="229751" y="464558"/>
                </a:lnTo>
                <a:lnTo>
                  <a:pt x="229124" y="464492"/>
                </a:lnTo>
                <a:lnTo>
                  <a:pt x="228496" y="464435"/>
                </a:lnTo>
                <a:lnTo>
                  <a:pt x="227868" y="464387"/>
                </a:lnTo>
                <a:lnTo>
                  <a:pt x="227239" y="464348"/>
                </a:lnTo>
                <a:lnTo>
                  <a:pt x="226609" y="464317"/>
                </a:lnTo>
                <a:lnTo>
                  <a:pt x="225979" y="464295"/>
                </a:lnTo>
                <a:lnTo>
                  <a:pt x="225348" y="464282"/>
                </a:lnTo>
                <a:lnTo>
                  <a:pt x="224716" y="464277"/>
                </a:lnTo>
                <a:lnTo>
                  <a:pt x="223626" y="464289"/>
                </a:lnTo>
                <a:lnTo>
                  <a:pt x="222548" y="464322"/>
                </a:lnTo>
                <a:lnTo>
                  <a:pt x="221481" y="464378"/>
                </a:lnTo>
                <a:lnTo>
                  <a:pt x="220426" y="464456"/>
                </a:lnTo>
                <a:lnTo>
                  <a:pt x="219382" y="464557"/>
                </a:lnTo>
                <a:lnTo>
                  <a:pt x="218349" y="464680"/>
                </a:lnTo>
                <a:lnTo>
                  <a:pt x="217328" y="464826"/>
                </a:lnTo>
                <a:lnTo>
                  <a:pt x="216318" y="464994"/>
                </a:lnTo>
                <a:lnTo>
                  <a:pt x="215319" y="465184"/>
                </a:lnTo>
                <a:lnTo>
                  <a:pt x="214332" y="465397"/>
                </a:lnTo>
                <a:lnTo>
                  <a:pt x="213357" y="465632"/>
                </a:lnTo>
                <a:lnTo>
                  <a:pt x="212392" y="465889"/>
                </a:lnTo>
                <a:lnTo>
                  <a:pt x="211440" y="466169"/>
                </a:lnTo>
                <a:lnTo>
                  <a:pt x="210498" y="466471"/>
                </a:lnTo>
                <a:lnTo>
                  <a:pt x="209568" y="466795"/>
                </a:lnTo>
                <a:lnTo>
                  <a:pt x="208650" y="467142"/>
                </a:lnTo>
                <a:lnTo>
                  <a:pt x="207743" y="467512"/>
                </a:lnTo>
                <a:lnTo>
                  <a:pt x="206847" y="467903"/>
                </a:lnTo>
                <a:lnTo>
                  <a:pt x="205963" y="468317"/>
                </a:lnTo>
                <a:lnTo>
                  <a:pt x="205090" y="468754"/>
                </a:lnTo>
                <a:lnTo>
                  <a:pt x="204228" y="469213"/>
                </a:lnTo>
                <a:lnTo>
                  <a:pt x="203378" y="469694"/>
                </a:lnTo>
                <a:lnTo>
                  <a:pt x="202539" y="470198"/>
                </a:lnTo>
                <a:lnTo>
                  <a:pt x="201712" y="470724"/>
                </a:lnTo>
                <a:lnTo>
                  <a:pt x="200903" y="471264"/>
                </a:lnTo>
                <a:lnTo>
                  <a:pt x="200109" y="471823"/>
                </a:lnTo>
                <a:lnTo>
                  <a:pt x="199330" y="472398"/>
                </a:lnTo>
                <a:lnTo>
                  <a:pt x="198566" y="472992"/>
                </a:lnTo>
                <a:lnTo>
                  <a:pt x="197817" y="473603"/>
                </a:lnTo>
                <a:lnTo>
                  <a:pt x="197083" y="474231"/>
                </a:lnTo>
                <a:lnTo>
                  <a:pt x="196363" y="474877"/>
                </a:lnTo>
                <a:lnTo>
                  <a:pt x="195659" y="475541"/>
                </a:lnTo>
                <a:lnTo>
                  <a:pt x="194970" y="476222"/>
                </a:lnTo>
                <a:lnTo>
                  <a:pt x="194295" y="476920"/>
                </a:lnTo>
                <a:lnTo>
                  <a:pt x="193635" y="477637"/>
                </a:lnTo>
                <a:lnTo>
                  <a:pt x="192991" y="478371"/>
                </a:lnTo>
                <a:lnTo>
                  <a:pt x="192361" y="479122"/>
                </a:lnTo>
                <a:lnTo>
                  <a:pt x="191746" y="479891"/>
                </a:lnTo>
                <a:lnTo>
                  <a:pt x="191146" y="480677"/>
                </a:lnTo>
                <a:lnTo>
                  <a:pt x="190561" y="481481"/>
                </a:lnTo>
                <a:lnTo>
                  <a:pt x="189991" y="482303"/>
                </a:lnTo>
                <a:lnTo>
                  <a:pt x="189436" y="483142"/>
                </a:lnTo>
                <a:lnTo>
                  <a:pt x="188896" y="483999"/>
                </a:lnTo>
                <a:lnTo>
                  <a:pt x="188370" y="484873"/>
                </a:lnTo>
                <a:lnTo>
                  <a:pt x="187860" y="485765"/>
                </a:lnTo>
                <a:lnTo>
                  <a:pt x="187364" y="486674"/>
                </a:lnTo>
                <a:lnTo>
                  <a:pt x="186884" y="487601"/>
                </a:lnTo>
                <a:lnTo>
                  <a:pt x="186418" y="488545"/>
                </a:lnTo>
                <a:lnTo>
                  <a:pt x="185975" y="489500"/>
                </a:lnTo>
                <a:lnTo>
                  <a:pt x="185550" y="490466"/>
                </a:lnTo>
                <a:lnTo>
                  <a:pt x="185144" y="491445"/>
                </a:lnTo>
                <a:lnTo>
                  <a:pt x="184757" y="492436"/>
                </a:lnTo>
                <a:lnTo>
                  <a:pt x="184389" y="493439"/>
                </a:lnTo>
                <a:lnTo>
                  <a:pt x="184040" y="494454"/>
                </a:lnTo>
                <a:lnTo>
                  <a:pt x="183710" y="495482"/>
                </a:lnTo>
                <a:lnTo>
                  <a:pt x="183399" y="496522"/>
                </a:lnTo>
                <a:lnTo>
                  <a:pt x="183106" y="497575"/>
                </a:lnTo>
                <a:lnTo>
                  <a:pt x="182833" y="498639"/>
                </a:lnTo>
                <a:lnTo>
                  <a:pt x="182578" y="499716"/>
                </a:lnTo>
                <a:lnTo>
                  <a:pt x="182342" y="500806"/>
                </a:lnTo>
                <a:lnTo>
                  <a:pt x="182125" y="501907"/>
                </a:lnTo>
                <a:lnTo>
                  <a:pt x="181927" y="503021"/>
                </a:lnTo>
                <a:lnTo>
                  <a:pt x="181747" y="504147"/>
                </a:lnTo>
                <a:lnTo>
                  <a:pt x="181587" y="505286"/>
                </a:lnTo>
                <a:lnTo>
                  <a:pt x="181445" y="506437"/>
                </a:lnTo>
                <a:lnTo>
                  <a:pt x="181323" y="507600"/>
                </a:lnTo>
                <a:lnTo>
                  <a:pt x="181219" y="508775"/>
                </a:lnTo>
                <a:lnTo>
                  <a:pt x="181134" y="509962"/>
                </a:lnTo>
                <a:lnTo>
                  <a:pt x="181068" y="511162"/>
                </a:lnTo>
                <a:lnTo>
                  <a:pt x="181021" y="512375"/>
                </a:lnTo>
                <a:lnTo>
                  <a:pt x="180993" y="513599"/>
                </a:lnTo>
                <a:lnTo>
                  <a:pt x="180983" y="514836"/>
                </a:lnTo>
                <a:lnTo>
                  <a:pt x="180993" y="516072"/>
                </a:lnTo>
                <a:lnTo>
                  <a:pt x="181021" y="517296"/>
                </a:lnTo>
                <a:lnTo>
                  <a:pt x="181068" y="518507"/>
                </a:lnTo>
                <a:lnTo>
                  <a:pt x="181134" y="519705"/>
                </a:lnTo>
                <a:lnTo>
                  <a:pt x="181219" y="520891"/>
                </a:lnTo>
                <a:lnTo>
                  <a:pt x="181323" y="522064"/>
                </a:lnTo>
                <a:lnTo>
                  <a:pt x="181445" y="523224"/>
                </a:lnTo>
                <a:lnTo>
                  <a:pt x="181587" y="524372"/>
                </a:lnTo>
                <a:lnTo>
                  <a:pt x="181747" y="525506"/>
                </a:lnTo>
                <a:lnTo>
                  <a:pt x="181927" y="526628"/>
                </a:lnTo>
                <a:lnTo>
                  <a:pt x="182125" y="527738"/>
                </a:lnTo>
                <a:lnTo>
                  <a:pt x="182342" y="528834"/>
                </a:lnTo>
                <a:lnTo>
                  <a:pt x="182578" y="529918"/>
                </a:lnTo>
                <a:lnTo>
                  <a:pt x="182833" y="530989"/>
                </a:lnTo>
                <a:lnTo>
                  <a:pt x="183106" y="532047"/>
                </a:lnTo>
                <a:lnTo>
                  <a:pt x="183399" y="533093"/>
                </a:lnTo>
                <a:lnTo>
                  <a:pt x="183710" y="534126"/>
                </a:lnTo>
                <a:lnTo>
                  <a:pt x="184040" y="535146"/>
                </a:lnTo>
                <a:lnTo>
                  <a:pt x="184389" y="536153"/>
                </a:lnTo>
                <a:lnTo>
                  <a:pt x="184757" y="537148"/>
                </a:lnTo>
                <a:lnTo>
                  <a:pt x="185144" y="538130"/>
                </a:lnTo>
                <a:lnTo>
                  <a:pt x="185550" y="539099"/>
                </a:lnTo>
                <a:lnTo>
                  <a:pt x="185975" y="540056"/>
                </a:lnTo>
                <a:lnTo>
                  <a:pt x="186418" y="541000"/>
                </a:lnTo>
                <a:lnTo>
                  <a:pt x="186884" y="541923"/>
                </a:lnTo>
                <a:lnTo>
                  <a:pt x="187367" y="542830"/>
                </a:lnTo>
                <a:lnTo>
                  <a:pt x="187865" y="543719"/>
                </a:lnTo>
                <a:lnTo>
                  <a:pt x="188379" y="544591"/>
                </a:lnTo>
                <a:lnTo>
                  <a:pt x="188909" y="545447"/>
                </a:lnTo>
                <a:lnTo>
                  <a:pt x="189456" y="546285"/>
                </a:lnTo>
                <a:lnTo>
                  <a:pt x="190018" y="547106"/>
                </a:lnTo>
                <a:lnTo>
                  <a:pt x="190596" y="547909"/>
                </a:lnTo>
                <a:lnTo>
                  <a:pt x="191191" y="548696"/>
                </a:lnTo>
                <a:lnTo>
                  <a:pt x="191801" y="549466"/>
                </a:lnTo>
                <a:lnTo>
                  <a:pt x="192427" y="550218"/>
                </a:lnTo>
                <a:lnTo>
                  <a:pt x="193070" y="550953"/>
                </a:lnTo>
                <a:lnTo>
                  <a:pt x="193728" y="551672"/>
                </a:lnTo>
                <a:lnTo>
                  <a:pt x="194403" y="552373"/>
                </a:lnTo>
                <a:lnTo>
                  <a:pt x="195093" y="553057"/>
                </a:lnTo>
                <a:lnTo>
                  <a:pt x="195800" y="553724"/>
                </a:lnTo>
                <a:lnTo>
                  <a:pt x="196522" y="554373"/>
                </a:lnTo>
                <a:lnTo>
                  <a:pt x="197261" y="555006"/>
                </a:lnTo>
                <a:lnTo>
                  <a:pt x="198015" y="555621"/>
                </a:lnTo>
                <a:lnTo>
                  <a:pt x="198786" y="556220"/>
                </a:lnTo>
                <a:lnTo>
                  <a:pt x="199572" y="556801"/>
                </a:lnTo>
                <a:lnTo>
                  <a:pt x="200375" y="557365"/>
                </a:lnTo>
                <a:lnTo>
                  <a:pt x="201193" y="557912"/>
                </a:lnTo>
                <a:lnTo>
                  <a:pt x="202028" y="558442"/>
                </a:lnTo>
                <a:lnTo>
                  <a:pt x="202883" y="558948"/>
                </a:lnTo>
                <a:lnTo>
                  <a:pt x="203751" y="559432"/>
                </a:lnTo>
                <a:lnTo>
                  <a:pt x="204632" y="559894"/>
                </a:lnTo>
                <a:lnTo>
                  <a:pt x="205527" y="560335"/>
                </a:lnTo>
                <a:lnTo>
                  <a:pt x="206435" y="560754"/>
                </a:lnTo>
                <a:lnTo>
                  <a:pt x="207356" y="561152"/>
                </a:lnTo>
                <a:lnTo>
                  <a:pt x="208291" y="561528"/>
                </a:lnTo>
                <a:lnTo>
                  <a:pt x="209240" y="561883"/>
                </a:lnTo>
                <a:lnTo>
                  <a:pt x="210201" y="562216"/>
                </a:lnTo>
                <a:lnTo>
                  <a:pt x="211176" y="562528"/>
                </a:lnTo>
                <a:lnTo>
                  <a:pt x="212165" y="562819"/>
                </a:lnTo>
                <a:lnTo>
                  <a:pt x="213167" y="563087"/>
                </a:lnTo>
                <a:lnTo>
                  <a:pt x="214182" y="563335"/>
                </a:lnTo>
                <a:lnTo>
                  <a:pt x="215211" y="563560"/>
                </a:lnTo>
                <a:lnTo>
                  <a:pt x="216253" y="563765"/>
                </a:lnTo>
                <a:lnTo>
                  <a:pt x="217308" y="563948"/>
                </a:lnTo>
                <a:lnTo>
                  <a:pt x="218377" y="564109"/>
                </a:lnTo>
                <a:lnTo>
                  <a:pt x="219459" y="564249"/>
                </a:lnTo>
                <a:lnTo>
                  <a:pt x="220554" y="564367"/>
                </a:lnTo>
                <a:lnTo>
                  <a:pt x="221663" y="564464"/>
                </a:lnTo>
                <a:lnTo>
                  <a:pt x="222786" y="564539"/>
                </a:lnTo>
                <a:lnTo>
                  <a:pt x="223921" y="564593"/>
                </a:lnTo>
                <a:lnTo>
                  <a:pt x="225070" y="564625"/>
                </a:lnTo>
                <a:lnTo>
                  <a:pt x="226233" y="564636"/>
                </a:lnTo>
                <a:lnTo>
                  <a:pt x="227051" y="564630"/>
                </a:lnTo>
                <a:lnTo>
                  <a:pt x="227862" y="564615"/>
                </a:lnTo>
                <a:lnTo>
                  <a:pt x="228667" y="564588"/>
                </a:lnTo>
                <a:lnTo>
                  <a:pt x="229465" y="564551"/>
                </a:lnTo>
                <a:lnTo>
                  <a:pt x="230256" y="564504"/>
                </a:lnTo>
                <a:lnTo>
                  <a:pt x="231040" y="564446"/>
                </a:lnTo>
                <a:lnTo>
                  <a:pt x="231817" y="564378"/>
                </a:lnTo>
                <a:lnTo>
                  <a:pt x="232588" y="564299"/>
                </a:lnTo>
                <a:lnTo>
                  <a:pt x="233352" y="564209"/>
                </a:lnTo>
                <a:lnTo>
                  <a:pt x="234108" y="564109"/>
                </a:lnTo>
                <a:lnTo>
                  <a:pt x="234859" y="563998"/>
                </a:lnTo>
                <a:lnTo>
                  <a:pt x="235602" y="563877"/>
                </a:lnTo>
                <a:lnTo>
                  <a:pt x="236338" y="563746"/>
                </a:lnTo>
                <a:lnTo>
                  <a:pt x="237068" y="563603"/>
                </a:lnTo>
                <a:lnTo>
                  <a:pt x="237791" y="563451"/>
                </a:lnTo>
                <a:lnTo>
                  <a:pt x="238507" y="563287"/>
                </a:lnTo>
                <a:lnTo>
                  <a:pt x="239217" y="563114"/>
                </a:lnTo>
                <a:lnTo>
                  <a:pt x="239919" y="562929"/>
                </a:lnTo>
                <a:lnTo>
                  <a:pt x="240615" y="562734"/>
                </a:lnTo>
                <a:lnTo>
                  <a:pt x="241304" y="562529"/>
                </a:lnTo>
                <a:lnTo>
                  <a:pt x="241986" y="562313"/>
                </a:lnTo>
                <a:lnTo>
                  <a:pt x="242661" y="562087"/>
                </a:lnTo>
                <a:lnTo>
                  <a:pt x="243330" y="561850"/>
                </a:lnTo>
                <a:lnTo>
                  <a:pt x="243991" y="561602"/>
                </a:lnTo>
                <a:lnTo>
                  <a:pt x="244645" y="561340"/>
                </a:lnTo>
                <a:lnTo>
                  <a:pt x="245291" y="561069"/>
                </a:lnTo>
                <a:lnTo>
                  <a:pt x="245927" y="560791"/>
                </a:lnTo>
                <a:lnTo>
                  <a:pt x="246555" y="560503"/>
                </a:lnTo>
                <a:lnTo>
                  <a:pt x="247173" y="560208"/>
                </a:lnTo>
                <a:lnTo>
                  <a:pt x="247783" y="559904"/>
                </a:lnTo>
                <a:lnTo>
                  <a:pt x="248385" y="559592"/>
                </a:lnTo>
                <a:lnTo>
                  <a:pt x="248977" y="559271"/>
                </a:lnTo>
                <a:lnTo>
                  <a:pt x="249561" y="558942"/>
                </a:lnTo>
                <a:lnTo>
                  <a:pt x="250136" y="558605"/>
                </a:lnTo>
                <a:lnTo>
                  <a:pt x="250702" y="558259"/>
                </a:lnTo>
                <a:lnTo>
                  <a:pt x="251259" y="557905"/>
                </a:lnTo>
                <a:lnTo>
                  <a:pt x="251808" y="557543"/>
                </a:lnTo>
                <a:lnTo>
                  <a:pt x="252348" y="557172"/>
                </a:lnTo>
                <a:lnTo>
                  <a:pt x="252879" y="556793"/>
                </a:lnTo>
                <a:lnTo>
                  <a:pt x="253401" y="556406"/>
                </a:lnTo>
                <a:lnTo>
                  <a:pt x="253914" y="556010"/>
                </a:lnTo>
                <a:lnTo>
                  <a:pt x="254419" y="555606"/>
                </a:lnTo>
                <a:lnTo>
                  <a:pt x="254915" y="555194"/>
                </a:lnTo>
                <a:lnTo>
                  <a:pt x="255402" y="554773"/>
                </a:lnTo>
                <a:lnTo>
                  <a:pt x="255881" y="554344"/>
                </a:lnTo>
                <a:lnTo>
                  <a:pt x="256350" y="553907"/>
                </a:lnTo>
                <a:lnTo>
                  <a:pt x="256811" y="553461"/>
                </a:lnTo>
                <a:lnTo>
                  <a:pt x="257263" y="553007"/>
                </a:lnTo>
                <a:lnTo>
                  <a:pt x="257705" y="552541"/>
                </a:lnTo>
                <a:lnTo>
                  <a:pt x="258137" y="552068"/>
                </a:lnTo>
                <a:lnTo>
                  <a:pt x="258558" y="551589"/>
                </a:lnTo>
                <a:lnTo>
                  <a:pt x="258968" y="551104"/>
                </a:lnTo>
                <a:lnTo>
                  <a:pt x="259367" y="550613"/>
                </a:lnTo>
                <a:lnTo>
                  <a:pt x="259755" y="550116"/>
                </a:lnTo>
                <a:lnTo>
                  <a:pt x="260133" y="549613"/>
                </a:lnTo>
                <a:lnTo>
                  <a:pt x="260500" y="549103"/>
                </a:lnTo>
                <a:lnTo>
                  <a:pt x="260856" y="548587"/>
                </a:lnTo>
                <a:lnTo>
                  <a:pt x="261202" y="548066"/>
                </a:lnTo>
                <a:lnTo>
                  <a:pt x="261537" y="547538"/>
                </a:lnTo>
                <a:lnTo>
                  <a:pt x="261861" y="547004"/>
                </a:lnTo>
                <a:lnTo>
                  <a:pt x="262174" y="546463"/>
                </a:lnTo>
                <a:lnTo>
                  <a:pt x="262476" y="545917"/>
                </a:lnTo>
                <a:lnTo>
                  <a:pt x="262768" y="545364"/>
                </a:lnTo>
                <a:lnTo>
                  <a:pt x="263049" y="544806"/>
                </a:lnTo>
                <a:lnTo>
                  <a:pt x="263319" y="544241"/>
                </a:lnTo>
                <a:lnTo>
                  <a:pt x="263579" y="543670"/>
                </a:lnTo>
                <a:lnTo>
                  <a:pt x="263828" y="543093"/>
                </a:lnTo>
                <a:lnTo>
                  <a:pt x="264066" y="542509"/>
                </a:lnTo>
                <a:lnTo>
                  <a:pt x="264293" y="541920"/>
                </a:lnTo>
                <a:lnTo>
                  <a:pt x="264509" y="541324"/>
                </a:lnTo>
                <a:lnTo>
                  <a:pt x="264715" y="540723"/>
                </a:lnTo>
                <a:lnTo>
                  <a:pt x="264910" y="540115"/>
                </a:lnTo>
                <a:lnTo>
                  <a:pt x="250501" y="536070"/>
                </a:lnTo>
                <a:lnTo>
                  <a:pt x="250340" y="536489"/>
                </a:lnTo>
                <a:lnTo>
                  <a:pt x="250174" y="536901"/>
                </a:lnTo>
                <a:lnTo>
                  <a:pt x="250002" y="537309"/>
                </a:lnTo>
                <a:lnTo>
                  <a:pt x="249825" y="537710"/>
                </a:lnTo>
                <a:lnTo>
                  <a:pt x="249642" y="538106"/>
                </a:lnTo>
                <a:lnTo>
                  <a:pt x="249454" y="538495"/>
                </a:lnTo>
                <a:lnTo>
                  <a:pt x="249260" y="538880"/>
                </a:lnTo>
                <a:lnTo>
                  <a:pt x="249061" y="539258"/>
                </a:lnTo>
                <a:lnTo>
                  <a:pt x="248857" y="539631"/>
                </a:lnTo>
                <a:lnTo>
                  <a:pt x="248647" y="539998"/>
                </a:lnTo>
                <a:lnTo>
                  <a:pt x="248431" y="540360"/>
                </a:lnTo>
                <a:lnTo>
                  <a:pt x="248210" y="540715"/>
                </a:lnTo>
                <a:lnTo>
                  <a:pt x="247983" y="541065"/>
                </a:lnTo>
                <a:lnTo>
                  <a:pt x="247751" y="541410"/>
                </a:lnTo>
                <a:lnTo>
                  <a:pt x="247514" y="541748"/>
                </a:lnTo>
                <a:lnTo>
                  <a:pt x="247271" y="542081"/>
                </a:lnTo>
                <a:lnTo>
                  <a:pt x="247022" y="542408"/>
                </a:lnTo>
                <a:lnTo>
                  <a:pt x="246768" y="542730"/>
                </a:lnTo>
                <a:lnTo>
                  <a:pt x="246509" y="543045"/>
                </a:lnTo>
                <a:lnTo>
                  <a:pt x="246244" y="543356"/>
                </a:lnTo>
                <a:lnTo>
                  <a:pt x="245973" y="543660"/>
                </a:lnTo>
                <a:lnTo>
                  <a:pt x="245697" y="543959"/>
                </a:lnTo>
                <a:lnTo>
                  <a:pt x="245416" y="544252"/>
                </a:lnTo>
                <a:lnTo>
                  <a:pt x="245129" y="544539"/>
                </a:lnTo>
                <a:lnTo>
                  <a:pt x="244837" y="544815"/>
                </a:lnTo>
                <a:lnTo>
                  <a:pt x="244541" y="545086"/>
                </a:lnTo>
                <a:lnTo>
                  <a:pt x="244239" y="545350"/>
                </a:lnTo>
                <a:lnTo>
                  <a:pt x="243934" y="545610"/>
                </a:lnTo>
                <a:lnTo>
                  <a:pt x="243623" y="545863"/>
                </a:lnTo>
                <a:lnTo>
                  <a:pt x="243308" y="546111"/>
                </a:lnTo>
                <a:lnTo>
                  <a:pt x="242989" y="546353"/>
                </a:lnTo>
                <a:lnTo>
                  <a:pt x="242664" y="546589"/>
                </a:lnTo>
                <a:lnTo>
                  <a:pt x="242335" y="546820"/>
                </a:lnTo>
                <a:lnTo>
                  <a:pt x="242002" y="547045"/>
                </a:lnTo>
                <a:lnTo>
                  <a:pt x="241664" y="547264"/>
                </a:lnTo>
                <a:lnTo>
                  <a:pt x="241321" y="547477"/>
                </a:lnTo>
                <a:lnTo>
                  <a:pt x="240974" y="547685"/>
                </a:lnTo>
                <a:lnTo>
                  <a:pt x="240622" y="547887"/>
                </a:lnTo>
                <a:lnTo>
                  <a:pt x="240266" y="548084"/>
                </a:lnTo>
                <a:lnTo>
                  <a:pt x="239905" y="548274"/>
                </a:lnTo>
                <a:lnTo>
                  <a:pt x="239539" y="548459"/>
                </a:lnTo>
                <a:lnTo>
                  <a:pt x="239169" y="548639"/>
                </a:lnTo>
                <a:lnTo>
                  <a:pt x="238794" y="548812"/>
                </a:lnTo>
                <a:lnTo>
                  <a:pt x="238414" y="548980"/>
                </a:lnTo>
                <a:lnTo>
                  <a:pt x="238030" y="549142"/>
                </a:lnTo>
                <a:lnTo>
                  <a:pt x="237641" y="549299"/>
                </a:lnTo>
                <a:lnTo>
                  <a:pt x="237248" y="549450"/>
                </a:lnTo>
                <a:lnTo>
                  <a:pt x="236850" y="549595"/>
                </a:lnTo>
                <a:lnTo>
                  <a:pt x="236453" y="549729"/>
                </a:lnTo>
                <a:lnTo>
                  <a:pt x="236052" y="549857"/>
                </a:lnTo>
                <a:lnTo>
                  <a:pt x="235647" y="549980"/>
                </a:lnTo>
                <a:lnTo>
                  <a:pt x="235239" y="550097"/>
                </a:lnTo>
                <a:lnTo>
                  <a:pt x="234826" y="550208"/>
                </a:lnTo>
                <a:lnTo>
                  <a:pt x="234409" y="550313"/>
                </a:lnTo>
                <a:lnTo>
                  <a:pt x="233988" y="550413"/>
                </a:lnTo>
                <a:lnTo>
                  <a:pt x="233564" y="550507"/>
                </a:lnTo>
                <a:lnTo>
                  <a:pt x="233135" y="550596"/>
                </a:lnTo>
                <a:lnTo>
                  <a:pt x="232703" y="550679"/>
                </a:lnTo>
                <a:lnTo>
                  <a:pt x="232266" y="550756"/>
                </a:lnTo>
                <a:lnTo>
                  <a:pt x="231826" y="550827"/>
                </a:lnTo>
                <a:lnTo>
                  <a:pt x="231382" y="550893"/>
                </a:lnTo>
                <a:lnTo>
                  <a:pt x="230933" y="550952"/>
                </a:lnTo>
                <a:lnTo>
                  <a:pt x="230481" y="551007"/>
                </a:lnTo>
                <a:lnTo>
                  <a:pt x="230025" y="551055"/>
                </a:lnTo>
                <a:lnTo>
                  <a:pt x="229565" y="551098"/>
                </a:lnTo>
                <a:lnTo>
                  <a:pt x="229100" y="551135"/>
                </a:lnTo>
                <a:lnTo>
                  <a:pt x="228632" y="551166"/>
                </a:lnTo>
                <a:lnTo>
                  <a:pt x="228160" y="551192"/>
                </a:lnTo>
                <a:lnTo>
                  <a:pt x="227684" y="551212"/>
                </a:lnTo>
                <a:lnTo>
                  <a:pt x="227205" y="551226"/>
                </a:lnTo>
                <a:lnTo>
                  <a:pt x="226721" y="551235"/>
                </a:lnTo>
                <a:lnTo>
                  <a:pt x="226233" y="551238"/>
                </a:lnTo>
                <a:lnTo>
                  <a:pt x="225484" y="551231"/>
                </a:lnTo>
                <a:lnTo>
                  <a:pt x="224742" y="551211"/>
                </a:lnTo>
                <a:lnTo>
                  <a:pt x="224008" y="551177"/>
                </a:lnTo>
                <a:lnTo>
                  <a:pt x="223282" y="551129"/>
                </a:lnTo>
                <a:lnTo>
                  <a:pt x="222563" y="551068"/>
                </a:lnTo>
                <a:lnTo>
                  <a:pt x="221852" y="550993"/>
                </a:lnTo>
                <a:lnTo>
                  <a:pt x="221149" y="550904"/>
                </a:lnTo>
                <a:lnTo>
                  <a:pt x="220454" y="550802"/>
                </a:lnTo>
                <a:lnTo>
                  <a:pt x="219766" y="550687"/>
                </a:lnTo>
                <a:lnTo>
                  <a:pt x="219086" y="550557"/>
                </a:lnTo>
                <a:lnTo>
                  <a:pt x="218413" y="550415"/>
                </a:lnTo>
                <a:lnTo>
                  <a:pt x="217749" y="550258"/>
                </a:lnTo>
                <a:lnTo>
                  <a:pt x="217091" y="550088"/>
                </a:lnTo>
                <a:lnTo>
                  <a:pt x="216442" y="549904"/>
                </a:lnTo>
                <a:lnTo>
                  <a:pt x="215800" y="549707"/>
                </a:lnTo>
                <a:lnTo>
                  <a:pt x="215166" y="549496"/>
                </a:lnTo>
                <a:lnTo>
                  <a:pt x="214540" y="549272"/>
                </a:lnTo>
                <a:lnTo>
                  <a:pt x="213921" y="549034"/>
                </a:lnTo>
                <a:lnTo>
                  <a:pt x="213310" y="548782"/>
                </a:lnTo>
                <a:lnTo>
                  <a:pt x="212707" y="548517"/>
                </a:lnTo>
                <a:lnTo>
                  <a:pt x="212111" y="548238"/>
                </a:lnTo>
                <a:lnTo>
                  <a:pt x="211523" y="547945"/>
                </a:lnTo>
                <a:lnTo>
                  <a:pt x="210943" y="547639"/>
                </a:lnTo>
                <a:lnTo>
                  <a:pt x="210370" y="547319"/>
                </a:lnTo>
                <a:lnTo>
                  <a:pt x="209807" y="546981"/>
                </a:lnTo>
                <a:lnTo>
                  <a:pt x="209253" y="546631"/>
                </a:lnTo>
                <a:lnTo>
                  <a:pt x="208710" y="546268"/>
                </a:lnTo>
                <a:lnTo>
                  <a:pt x="208178" y="545892"/>
                </a:lnTo>
                <a:lnTo>
                  <a:pt x="207655" y="545504"/>
                </a:lnTo>
                <a:lnTo>
                  <a:pt x="207143" y="545104"/>
                </a:lnTo>
                <a:lnTo>
                  <a:pt x="206641" y="544691"/>
                </a:lnTo>
                <a:lnTo>
                  <a:pt x="206150" y="544265"/>
                </a:lnTo>
                <a:lnTo>
                  <a:pt x="205669" y="543827"/>
                </a:lnTo>
                <a:lnTo>
                  <a:pt x="205198" y="543376"/>
                </a:lnTo>
                <a:lnTo>
                  <a:pt x="204738" y="542913"/>
                </a:lnTo>
                <a:lnTo>
                  <a:pt x="204287" y="542437"/>
                </a:lnTo>
                <a:lnTo>
                  <a:pt x="203848" y="541949"/>
                </a:lnTo>
                <a:lnTo>
                  <a:pt x="203418" y="541449"/>
                </a:lnTo>
                <a:lnTo>
                  <a:pt x="202999" y="540936"/>
                </a:lnTo>
                <a:lnTo>
                  <a:pt x="202590" y="540410"/>
                </a:lnTo>
                <a:lnTo>
                  <a:pt x="202191" y="539872"/>
                </a:lnTo>
                <a:lnTo>
                  <a:pt x="201803" y="539321"/>
                </a:lnTo>
                <a:lnTo>
                  <a:pt x="201425" y="538758"/>
                </a:lnTo>
                <a:lnTo>
                  <a:pt x="201057" y="538182"/>
                </a:lnTo>
                <a:lnTo>
                  <a:pt x="200700" y="537594"/>
                </a:lnTo>
                <a:lnTo>
                  <a:pt x="200353" y="536993"/>
                </a:lnTo>
                <a:lnTo>
                  <a:pt x="200016" y="536380"/>
                </a:lnTo>
                <a:lnTo>
                  <a:pt x="199690" y="535754"/>
                </a:lnTo>
                <a:lnTo>
                  <a:pt x="199380" y="535111"/>
                </a:lnTo>
                <a:lnTo>
                  <a:pt x="199084" y="534457"/>
                </a:lnTo>
                <a:lnTo>
                  <a:pt x="198801" y="533790"/>
                </a:lnTo>
                <a:lnTo>
                  <a:pt x="198531" y="533112"/>
                </a:lnTo>
                <a:lnTo>
                  <a:pt x="198274" y="532423"/>
                </a:lnTo>
                <a:lnTo>
                  <a:pt x="198031" y="531721"/>
                </a:lnTo>
                <a:lnTo>
                  <a:pt x="197800" y="531009"/>
                </a:lnTo>
                <a:lnTo>
                  <a:pt x="197583" y="530284"/>
                </a:lnTo>
                <a:lnTo>
                  <a:pt x="197379" y="529548"/>
                </a:lnTo>
                <a:lnTo>
                  <a:pt x="197188" y="528800"/>
                </a:lnTo>
                <a:lnTo>
                  <a:pt x="197010" y="528041"/>
                </a:lnTo>
                <a:lnTo>
                  <a:pt x="196846" y="527270"/>
                </a:lnTo>
                <a:lnTo>
                  <a:pt x="196694" y="526487"/>
                </a:lnTo>
                <a:lnTo>
                  <a:pt x="196556" y="525693"/>
                </a:lnTo>
                <a:lnTo>
                  <a:pt x="196431" y="524887"/>
                </a:lnTo>
                <a:lnTo>
                  <a:pt x="196319" y="524070"/>
                </a:lnTo>
                <a:lnTo>
                  <a:pt x="196220" y="523241"/>
                </a:lnTo>
                <a:lnTo>
                  <a:pt x="196135" y="522400"/>
                </a:lnTo>
                <a:lnTo>
                  <a:pt x="196062" y="521547"/>
                </a:lnTo>
                <a:lnTo>
                  <a:pt x="196003" y="520683"/>
                </a:lnTo>
                <a:lnTo>
                  <a:pt x="195957" y="519808"/>
                </a:lnTo>
                <a:lnTo>
                  <a:pt x="195932" y="519133"/>
                </a:lnTo>
                <a:lnTo>
                  <a:pt x="266427" y="519133"/>
                </a:lnTo>
                <a:lnTo>
                  <a:pt x="266427" y="512813"/>
                </a:lnTo>
                <a:lnTo>
                  <a:pt x="266420" y="511689"/>
                </a:lnTo>
                <a:lnTo>
                  <a:pt x="266402" y="510579"/>
                </a:lnTo>
                <a:lnTo>
                  <a:pt x="266370" y="509484"/>
                </a:lnTo>
                <a:lnTo>
                  <a:pt x="266327" y="508404"/>
                </a:lnTo>
                <a:lnTo>
                  <a:pt x="266270" y="507338"/>
                </a:lnTo>
                <a:close/>
                <a:moveTo>
                  <a:pt x="196501" y="502003"/>
                </a:moveTo>
                <a:lnTo>
                  <a:pt x="196628" y="501371"/>
                </a:lnTo>
                <a:lnTo>
                  <a:pt x="196767" y="500743"/>
                </a:lnTo>
                <a:lnTo>
                  <a:pt x="196918" y="500118"/>
                </a:lnTo>
                <a:lnTo>
                  <a:pt x="197081" y="499496"/>
                </a:lnTo>
                <a:lnTo>
                  <a:pt x="197256" y="498878"/>
                </a:lnTo>
                <a:lnTo>
                  <a:pt x="197443" y="498264"/>
                </a:lnTo>
                <a:lnTo>
                  <a:pt x="197642" y="497653"/>
                </a:lnTo>
                <a:lnTo>
                  <a:pt x="197853" y="497046"/>
                </a:lnTo>
                <a:lnTo>
                  <a:pt x="198076" y="496442"/>
                </a:lnTo>
                <a:lnTo>
                  <a:pt x="198312" y="495841"/>
                </a:lnTo>
                <a:lnTo>
                  <a:pt x="198559" y="495244"/>
                </a:lnTo>
                <a:lnTo>
                  <a:pt x="198819" y="494651"/>
                </a:lnTo>
                <a:lnTo>
                  <a:pt x="199090" y="494061"/>
                </a:lnTo>
                <a:lnTo>
                  <a:pt x="199374" y="493475"/>
                </a:lnTo>
                <a:lnTo>
                  <a:pt x="199669" y="492895"/>
                </a:lnTo>
                <a:lnTo>
                  <a:pt x="199974" y="492324"/>
                </a:lnTo>
                <a:lnTo>
                  <a:pt x="200289" y="491763"/>
                </a:lnTo>
                <a:lnTo>
                  <a:pt x="200615" y="491210"/>
                </a:lnTo>
                <a:lnTo>
                  <a:pt x="200951" y="490667"/>
                </a:lnTo>
                <a:lnTo>
                  <a:pt x="201297" y="490133"/>
                </a:lnTo>
                <a:lnTo>
                  <a:pt x="201654" y="489609"/>
                </a:lnTo>
                <a:lnTo>
                  <a:pt x="202021" y="489093"/>
                </a:lnTo>
                <a:lnTo>
                  <a:pt x="202398" y="488587"/>
                </a:lnTo>
                <a:lnTo>
                  <a:pt x="202786" y="488090"/>
                </a:lnTo>
                <a:lnTo>
                  <a:pt x="203184" y="487602"/>
                </a:lnTo>
                <a:lnTo>
                  <a:pt x="203592" y="487123"/>
                </a:lnTo>
                <a:lnTo>
                  <a:pt x="204011" y="486654"/>
                </a:lnTo>
                <a:lnTo>
                  <a:pt x="204440" y="486194"/>
                </a:lnTo>
                <a:lnTo>
                  <a:pt x="204879" y="485743"/>
                </a:lnTo>
                <a:lnTo>
                  <a:pt x="205328" y="485301"/>
                </a:lnTo>
                <a:lnTo>
                  <a:pt x="205788" y="484869"/>
                </a:lnTo>
                <a:lnTo>
                  <a:pt x="206258" y="484445"/>
                </a:lnTo>
                <a:lnTo>
                  <a:pt x="206739" y="484031"/>
                </a:lnTo>
                <a:lnTo>
                  <a:pt x="207230" y="483626"/>
                </a:lnTo>
                <a:lnTo>
                  <a:pt x="207731" y="483231"/>
                </a:lnTo>
                <a:lnTo>
                  <a:pt x="208242" y="482844"/>
                </a:lnTo>
                <a:lnTo>
                  <a:pt x="208764" y="482467"/>
                </a:lnTo>
                <a:lnTo>
                  <a:pt x="209296" y="482099"/>
                </a:lnTo>
                <a:lnTo>
                  <a:pt x="209842" y="481738"/>
                </a:lnTo>
                <a:lnTo>
                  <a:pt x="210397" y="481393"/>
                </a:lnTo>
                <a:lnTo>
                  <a:pt x="210961" y="481062"/>
                </a:lnTo>
                <a:lnTo>
                  <a:pt x="211532" y="480747"/>
                </a:lnTo>
                <a:lnTo>
                  <a:pt x="212112" y="480448"/>
                </a:lnTo>
                <a:lnTo>
                  <a:pt x="212701" y="480164"/>
                </a:lnTo>
                <a:lnTo>
                  <a:pt x="213297" y="479895"/>
                </a:lnTo>
                <a:lnTo>
                  <a:pt x="213902" y="479642"/>
                </a:lnTo>
                <a:lnTo>
                  <a:pt x="214516" y="479403"/>
                </a:lnTo>
                <a:lnTo>
                  <a:pt x="215137" y="479181"/>
                </a:lnTo>
                <a:lnTo>
                  <a:pt x="215767" y="478973"/>
                </a:lnTo>
                <a:lnTo>
                  <a:pt x="216406" y="478781"/>
                </a:lnTo>
                <a:lnTo>
                  <a:pt x="217052" y="478605"/>
                </a:lnTo>
                <a:lnTo>
                  <a:pt x="217707" y="478443"/>
                </a:lnTo>
                <a:lnTo>
                  <a:pt x="218371" y="478297"/>
                </a:lnTo>
                <a:lnTo>
                  <a:pt x="219042" y="478167"/>
                </a:lnTo>
                <a:lnTo>
                  <a:pt x="219722" y="478052"/>
                </a:lnTo>
                <a:lnTo>
                  <a:pt x="220411" y="477952"/>
                </a:lnTo>
                <a:lnTo>
                  <a:pt x="221107" y="477867"/>
                </a:lnTo>
                <a:lnTo>
                  <a:pt x="221812" y="477798"/>
                </a:lnTo>
                <a:lnTo>
                  <a:pt x="222526" y="477744"/>
                </a:lnTo>
                <a:lnTo>
                  <a:pt x="223248" y="477706"/>
                </a:lnTo>
                <a:lnTo>
                  <a:pt x="223978" y="477683"/>
                </a:lnTo>
                <a:lnTo>
                  <a:pt x="224716" y="477675"/>
                </a:lnTo>
                <a:lnTo>
                  <a:pt x="225386" y="477682"/>
                </a:lnTo>
                <a:lnTo>
                  <a:pt x="226049" y="477701"/>
                </a:lnTo>
                <a:lnTo>
                  <a:pt x="226705" y="477734"/>
                </a:lnTo>
                <a:lnTo>
                  <a:pt x="227353" y="477779"/>
                </a:lnTo>
                <a:lnTo>
                  <a:pt x="227993" y="477837"/>
                </a:lnTo>
                <a:lnTo>
                  <a:pt x="228626" y="477908"/>
                </a:lnTo>
                <a:lnTo>
                  <a:pt x="229252" y="477993"/>
                </a:lnTo>
                <a:lnTo>
                  <a:pt x="229870" y="478090"/>
                </a:lnTo>
                <a:lnTo>
                  <a:pt x="230481" y="478200"/>
                </a:lnTo>
                <a:lnTo>
                  <a:pt x="231084" y="478323"/>
                </a:lnTo>
                <a:lnTo>
                  <a:pt x="231680" y="478459"/>
                </a:lnTo>
                <a:lnTo>
                  <a:pt x="232268" y="478608"/>
                </a:lnTo>
                <a:lnTo>
                  <a:pt x="232849" y="478769"/>
                </a:lnTo>
                <a:lnTo>
                  <a:pt x="233422" y="478944"/>
                </a:lnTo>
                <a:lnTo>
                  <a:pt x="233988" y="479132"/>
                </a:lnTo>
                <a:lnTo>
                  <a:pt x="234547" y="479333"/>
                </a:lnTo>
                <a:lnTo>
                  <a:pt x="235098" y="479546"/>
                </a:lnTo>
                <a:lnTo>
                  <a:pt x="235641" y="479773"/>
                </a:lnTo>
                <a:lnTo>
                  <a:pt x="236178" y="480012"/>
                </a:lnTo>
                <a:lnTo>
                  <a:pt x="236706" y="480265"/>
                </a:lnTo>
                <a:lnTo>
                  <a:pt x="237227" y="480530"/>
                </a:lnTo>
                <a:lnTo>
                  <a:pt x="237741" y="480808"/>
                </a:lnTo>
                <a:lnTo>
                  <a:pt x="238247" y="481100"/>
                </a:lnTo>
                <a:lnTo>
                  <a:pt x="238746" y="481404"/>
                </a:lnTo>
                <a:lnTo>
                  <a:pt x="239242" y="481719"/>
                </a:lnTo>
                <a:lnTo>
                  <a:pt x="239727" y="482044"/>
                </a:lnTo>
                <a:lnTo>
                  <a:pt x="240204" y="482379"/>
                </a:lnTo>
                <a:lnTo>
                  <a:pt x="240670" y="482722"/>
                </a:lnTo>
                <a:lnTo>
                  <a:pt x="241127" y="483076"/>
                </a:lnTo>
                <a:lnTo>
                  <a:pt x="241574" y="483438"/>
                </a:lnTo>
                <a:lnTo>
                  <a:pt x="242012" y="483810"/>
                </a:lnTo>
                <a:lnTo>
                  <a:pt x="242440" y="484192"/>
                </a:lnTo>
                <a:lnTo>
                  <a:pt x="242858" y="484583"/>
                </a:lnTo>
                <a:lnTo>
                  <a:pt x="243266" y="484983"/>
                </a:lnTo>
                <a:lnTo>
                  <a:pt x="243665" y="485393"/>
                </a:lnTo>
                <a:lnTo>
                  <a:pt x="244055" y="485812"/>
                </a:lnTo>
                <a:lnTo>
                  <a:pt x="244434" y="486241"/>
                </a:lnTo>
                <a:lnTo>
                  <a:pt x="244804" y="486679"/>
                </a:lnTo>
                <a:lnTo>
                  <a:pt x="245165" y="487126"/>
                </a:lnTo>
                <a:lnTo>
                  <a:pt x="245515" y="487583"/>
                </a:lnTo>
                <a:lnTo>
                  <a:pt x="245856" y="488050"/>
                </a:lnTo>
                <a:lnTo>
                  <a:pt x="246188" y="488526"/>
                </a:lnTo>
                <a:lnTo>
                  <a:pt x="246509" y="489011"/>
                </a:lnTo>
                <a:lnTo>
                  <a:pt x="246821" y="489506"/>
                </a:lnTo>
                <a:lnTo>
                  <a:pt x="247124" y="490010"/>
                </a:lnTo>
                <a:lnTo>
                  <a:pt x="247416" y="490523"/>
                </a:lnTo>
                <a:lnTo>
                  <a:pt x="247700" y="491046"/>
                </a:lnTo>
                <a:lnTo>
                  <a:pt x="247973" y="491579"/>
                </a:lnTo>
                <a:lnTo>
                  <a:pt x="248241" y="492119"/>
                </a:lnTo>
                <a:lnTo>
                  <a:pt x="248498" y="492666"/>
                </a:lnTo>
                <a:lnTo>
                  <a:pt x="248743" y="493218"/>
                </a:lnTo>
                <a:lnTo>
                  <a:pt x="248977" y="493777"/>
                </a:lnTo>
                <a:lnTo>
                  <a:pt x="249200" y="494342"/>
                </a:lnTo>
                <a:lnTo>
                  <a:pt x="249411" y="494913"/>
                </a:lnTo>
                <a:lnTo>
                  <a:pt x="249610" y="495490"/>
                </a:lnTo>
                <a:lnTo>
                  <a:pt x="249799" y="496073"/>
                </a:lnTo>
                <a:lnTo>
                  <a:pt x="249976" y="496662"/>
                </a:lnTo>
                <a:lnTo>
                  <a:pt x="250141" y="497258"/>
                </a:lnTo>
                <a:lnTo>
                  <a:pt x="250295" y="497860"/>
                </a:lnTo>
                <a:lnTo>
                  <a:pt x="250438" y="498467"/>
                </a:lnTo>
                <a:lnTo>
                  <a:pt x="250569" y="499081"/>
                </a:lnTo>
                <a:lnTo>
                  <a:pt x="250689" y="499702"/>
                </a:lnTo>
                <a:lnTo>
                  <a:pt x="250797" y="500328"/>
                </a:lnTo>
                <a:lnTo>
                  <a:pt x="250894" y="500960"/>
                </a:lnTo>
                <a:lnTo>
                  <a:pt x="250980" y="501599"/>
                </a:lnTo>
                <a:lnTo>
                  <a:pt x="251054" y="502244"/>
                </a:lnTo>
                <a:lnTo>
                  <a:pt x="251117" y="502894"/>
                </a:lnTo>
                <a:lnTo>
                  <a:pt x="251168" y="503551"/>
                </a:lnTo>
                <a:lnTo>
                  <a:pt x="251208" y="504215"/>
                </a:lnTo>
                <a:lnTo>
                  <a:pt x="251236" y="504884"/>
                </a:lnTo>
                <a:lnTo>
                  <a:pt x="251254" y="505559"/>
                </a:lnTo>
                <a:lnTo>
                  <a:pt x="251259" y="506241"/>
                </a:lnTo>
                <a:lnTo>
                  <a:pt x="195970" y="506241"/>
                </a:lnTo>
                <a:lnTo>
                  <a:pt x="195994" y="505869"/>
                </a:lnTo>
                <a:lnTo>
                  <a:pt x="196049" y="505216"/>
                </a:lnTo>
                <a:lnTo>
                  <a:pt x="196115" y="504566"/>
                </a:lnTo>
                <a:lnTo>
                  <a:pt x="196194" y="503920"/>
                </a:lnTo>
                <a:lnTo>
                  <a:pt x="196284" y="503278"/>
                </a:lnTo>
                <a:lnTo>
                  <a:pt x="196387" y="502639"/>
                </a:lnTo>
                <a:lnTo>
                  <a:pt x="196501" y="502003"/>
                </a:lnTo>
                <a:close/>
                <a:moveTo>
                  <a:pt x="530438" y="507338"/>
                </a:moveTo>
                <a:lnTo>
                  <a:pt x="530369" y="506288"/>
                </a:lnTo>
                <a:lnTo>
                  <a:pt x="530288" y="505253"/>
                </a:lnTo>
                <a:lnTo>
                  <a:pt x="530194" y="504233"/>
                </a:lnTo>
                <a:lnTo>
                  <a:pt x="530088" y="503227"/>
                </a:lnTo>
                <a:lnTo>
                  <a:pt x="529969" y="502237"/>
                </a:lnTo>
                <a:lnTo>
                  <a:pt x="529837" y="501261"/>
                </a:lnTo>
                <a:lnTo>
                  <a:pt x="529694" y="500300"/>
                </a:lnTo>
                <a:lnTo>
                  <a:pt x="529537" y="499354"/>
                </a:lnTo>
                <a:lnTo>
                  <a:pt x="529368" y="498424"/>
                </a:lnTo>
                <a:lnTo>
                  <a:pt x="529187" y="497508"/>
                </a:lnTo>
                <a:lnTo>
                  <a:pt x="528993" y="496607"/>
                </a:lnTo>
                <a:lnTo>
                  <a:pt x="528787" y="495721"/>
                </a:lnTo>
                <a:lnTo>
                  <a:pt x="528568" y="494849"/>
                </a:lnTo>
                <a:lnTo>
                  <a:pt x="528336" y="493993"/>
                </a:lnTo>
                <a:lnTo>
                  <a:pt x="528093" y="493152"/>
                </a:lnTo>
                <a:lnTo>
                  <a:pt x="527836" y="492325"/>
                </a:lnTo>
                <a:lnTo>
                  <a:pt x="527567" y="491514"/>
                </a:lnTo>
                <a:lnTo>
                  <a:pt x="527286" y="490717"/>
                </a:lnTo>
                <a:lnTo>
                  <a:pt x="526992" y="489936"/>
                </a:lnTo>
                <a:lnTo>
                  <a:pt x="526687" y="489168"/>
                </a:lnTo>
                <a:lnTo>
                  <a:pt x="526374" y="488413"/>
                </a:lnTo>
                <a:lnTo>
                  <a:pt x="526053" y="487670"/>
                </a:lnTo>
                <a:lnTo>
                  <a:pt x="525723" y="486941"/>
                </a:lnTo>
                <a:lnTo>
                  <a:pt x="525384" y="486224"/>
                </a:lnTo>
                <a:lnTo>
                  <a:pt x="525037" y="485520"/>
                </a:lnTo>
                <a:lnTo>
                  <a:pt x="524681" y="484828"/>
                </a:lnTo>
                <a:lnTo>
                  <a:pt x="524317" y="484150"/>
                </a:lnTo>
                <a:lnTo>
                  <a:pt x="523944" y="483484"/>
                </a:lnTo>
                <a:lnTo>
                  <a:pt x="523562" y="482830"/>
                </a:lnTo>
                <a:lnTo>
                  <a:pt x="523172" y="482190"/>
                </a:lnTo>
                <a:lnTo>
                  <a:pt x="522773" y="481562"/>
                </a:lnTo>
                <a:lnTo>
                  <a:pt x="522366" y="480947"/>
                </a:lnTo>
                <a:lnTo>
                  <a:pt x="521951" y="480345"/>
                </a:lnTo>
                <a:lnTo>
                  <a:pt x="521526" y="479755"/>
                </a:lnTo>
                <a:lnTo>
                  <a:pt x="521093" y="479178"/>
                </a:lnTo>
                <a:lnTo>
                  <a:pt x="520652" y="478614"/>
                </a:lnTo>
                <a:lnTo>
                  <a:pt x="520202" y="478062"/>
                </a:lnTo>
                <a:lnTo>
                  <a:pt x="519744" y="477524"/>
                </a:lnTo>
                <a:lnTo>
                  <a:pt x="519276" y="476998"/>
                </a:lnTo>
                <a:lnTo>
                  <a:pt x="518801" y="476484"/>
                </a:lnTo>
                <a:lnTo>
                  <a:pt x="518317" y="475984"/>
                </a:lnTo>
                <a:lnTo>
                  <a:pt x="517824" y="475496"/>
                </a:lnTo>
                <a:lnTo>
                  <a:pt x="517323" y="475021"/>
                </a:lnTo>
                <a:lnTo>
                  <a:pt x="516815" y="474553"/>
                </a:lnTo>
                <a:lnTo>
                  <a:pt x="516302" y="474095"/>
                </a:lnTo>
                <a:lnTo>
                  <a:pt x="515785" y="473648"/>
                </a:lnTo>
                <a:lnTo>
                  <a:pt x="515263" y="473213"/>
                </a:lnTo>
                <a:lnTo>
                  <a:pt x="514737" y="472788"/>
                </a:lnTo>
                <a:lnTo>
                  <a:pt x="514206" y="472375"/>
                </a:lnTo>
                <a:lnTo>
                  <a:pt x="513671" y="471972"/>
                </a:lnTo>
                <a:lnTo>
                  <a:pt x="513130" y="471580"/>
                </a:lnTo>
                <a:lnTo>
                  <a:pt x="512586" y="471200"/>
                </a:lnTo>
                <a:lnTo>
                  <a:pt x="512036" y="470830"/>
                </a:lnTo>
                <a:lnTo>
                  <a:pt x="511482" y="470471"/>
                </a:lnTo>
                <a:lnTo>
                  <a:pt x="510924" y="470123"/>
                </a:lnTo>
                <a:lnTo>
                  <a:pt x="510361" y="469786"/>
                </a:lnTo>
                <a:lnTo>
                  <a:pt x="509793" y="469460"/>
                </a:lnTo>
                <a:lnTo>
                  <a:pt x="509220" y="469146"/>
                </a:lnTo>
                <a:lnTo>
                  <a:pt x="508643" y="468842"/>
                </a:lnTo>
                <a:lnTo>
                  <a:pt x="508062" y="468549"/>
                </a:lnTo>
                <a:lnTo>
                  <a:pt x="507476" y="468267"/>
                </a:lnTo>
                <a:lnTo>
                  <a:pt x="506885" y="467996"/>
                </a:lnTo>
                <a:lnTo>
                  <a:pt x="506289" y="467736"/>
                </a:lnTo>
                <a:lnTo>
                  <a:pt x="505689" y="467487"/>
                </a:lnTo>
                <a:lnTo>
                  <a:pt x="505085" y="467249"/>
                </a:lnTo>
                <a:lnTo>
                  <a:pt x="504475" y="467021"/>
                </a:lnTo>
                <a:lnTo>
                  <a:pt x="503861" y="466805"/>
                </a:lnTo>
                <a:lnTo>
                  <a:pt x="503245" y="466599"/>
                </a:lnTo>
                <a:lnTo>
                  <a:pt x="502628" y="466402"/>
                </a:lnTo>
                <a:lnTo>
                  <a:pt x="502010" y="466213"/>
                </a:lnTo>
                <a:lnTo>
                  <a:pt x="501391" y="466033"/>
                </a:lnTo>
                <a:lnTo>
                  <a:pt x="500772" y="465862"/>
                </a:lnTo>
                <a:lnTo>
                  <a:pt x="500152" y="465699"/>
                </a:lnTo>
                <a:lnTo>
                  <a:pt x="499532" y="465546"/>
                </a:lnTo>
                <a:lnTo>
                  <a:pt x="498911" y="465401"/>
                </a:lnTo>
                <a:lnTo>
                  <a:pt x="498289" y="465265"/>
                </a:lnTo>
                <a:lnTo>
                  <a:pt x="497667" y="465138"/>
                </a:lnTo>
                <a:lnTo>
                  <a:pt x="497044" y="465019"/>
                </a:lnTo>
                <a:lnTo>
                  <a:pt x="496420" y="464909"/>
                </a:lnTo>
                <a:lnTo>
                  <a:pt x="495795" y="464808"/>
                </a:lnTo>
                <a:lnTo>
                  <a:pt x="495170" y="464716"/>
                </a:lnTo>
                <a:lnTo>
                  <a:pt x="494545" y="464633"/>
                </a:lnTo>
                <a:lnTo>
                  <a:pt x="493918" y="464558"/>
                </a:lnTo>
                <a:lnTo>
                  <a:pt x="493291" y="464492"/>
                </a:lnTo>
                <a:lnTo>
                  <a:pt x="492664" y="464435"/>
                </a:lnTo>
                <a:lnTo>
                  <a:pt x="492035" y="464387"/>
                </a:lnTo>
                <a:lnTo>
                  <a:pt x="491406" y="464348"/>
                </a:lnTo>
                <a:lnTo>
                  <a:pt x="490776" y="464317"/>
                </a:lnTo>
                <a:lnTo>
                  <a:pt x="490146" y="464295"/>
                </a:lnTo>
                <a:lnTo>
                  <a:pt x="489515" y="464282"/>
                </a:lnTo>
                <a:lnTo>
                  <a:pt x="488884" y="464277"/>
                </a:lnTo>
                <a:lnTo>
                  <a:pt x="487794" y="464289"/>
                </a:lnTo>
                <a:lnTo>
                  <a:pt x="486715" y="464322"/>
                </a:lnTo>
                <a:lnTo>
                  <a:pt x="485649" y="464378"/>
                </a:lnTo>
                <a:lnTo>
                  <a:pt x="484593" y="464456"/>
                </a:lnTo>
                <a:lnTo>
                  <a:pt x="483549" y="464557"/>
                </a:lnTo>
                <a:lnTo>
                  <a:pt x="482516" y="464680"/>
                </a:lnTo>
                <a:lnTo>
                  <a:pt x="481495" y="464826"/>
                </a:lnTo>
                <a:lnTo>
                  <a:pt x="480485" y="464994"/>
                </a:lnTo>
                <a:lnTo>
                  <a:pt x="479487" y="465184"/>
                </a:lnTo>
                <a:lnTo>
                  <a:pt x="478500" y="465397"/>
                </a:lnTo>
                <a:lnTo>
                  <a:pt x="477524" y="465632"/>
                </a:lnTo>
                <a:lnTo>
                  <a:pt x="476560" y="465889"/>
                </a:lnTo>
                <a:lnTo>
                  <a:pt x="475607" y="466169"/>
                </a:lnTo>
                <a:lnTo>
                  <a:pt x="474666" y="466471"/>
                </a:lnTo>
                <a:lnTo>
                  <a:pt x="473736" y="466795"/>
                </a:lnTo>
                <a:lnTo>
                  <a:pt x="472817" y="467142"/>
                </a:lnTo>
                <a:lnTo>
                  <a:pt x="471910" y="467512"/>
                </a:lnTo>
                <a:lnTo>
                  <a:pt x="471014" y="467903"/>
                </a:lnTo>
                <a:lnTo>
                  <a:pt x="470130" y="468317"/>
                </a:lnTo>
                <a:lnTo>
                  <a:pt x="469257" y="468754"/>
                </a:lnTo>
                <a:lnTo>
                  <a:pt x="468396" y="469213"/>
                </a:lnTo>
                <a:lnTo>
                  <a:pt x="467545" y="469694"/>
                </a:lnTo>
                <a:lnTo>
                  <a:pt x="466707" y="470198"/>
                </a:lnTo>
                <a:lnTo>
                  <a:pt x="465879" y="470724"/>
                </a:lnTo>
                <a:lnTo>
                  <a:pt x="465071" y="471264"/>
                </a:lnTo>
                <a:lnTo>
                  <a:pt x="464277" y="471823"/>
                </a:lnTo>
                <a:lnTo>
                  <a:pt x="463498" y="472398"/>
                </a:lnTo>
                <a:lnTo>
                  <a:pt x="462734" y="472992"/>
                </a:lnTo>
                <a:lnTo>
                  <a:pt x="461984" y="473603"/>
                </a:lnTo>
                <a:lnTo>
                  <a:pt x="461250" y="474231"/>
                </a:lnTo>
                <a:lnTo>
                  <a:pt x="460531" y="474877"/>
                </a:lnTo>
                <a:lnTo>
                  <a:pt x="459826" y="475541"/>
                </a:lnTo>
                <a:lnTo>
                  <a:pt x="459137" y="476222"/>
                </a:lnTo>
                <a:lnTo>
                  <a:pt x="458462" y="476920"/>
                </a:lnTo>
                <a:lnTo>
                  <a:pt x="457803" y="477637"/>
                </a:lnTo>
                <a:lnTo>
                  <a:pt x="457158" y="478371"/>
                </a:lnTo>
                <a:lnTo>
                  <a:pt x="456528" y="479122"/>
                </a:lnTo>
                <a:lnTo>
                  <a:pt x="455913" y="479891"/>
                </a:lnTo>
                <a:lnTo>
                  <a:pt x="455314" y="480677"/>
                </a:lnTo>
                <a:lnTo>
                  <a:pt x="454729" y="481481"/>
                </a:lnTo>
                <a:lnTo>
                  <a:pt x="454158" y="482303"/>
                </a:lnTo>
                <a:lnTo>
                  <a:pt x="453603" y="483142"/>
                </a:lnTo>
                <a:lnTo>
                  <a:pt x="453063" y="483999"/>
                </a:lnTo>
                <a:lnTo>
                  <a:pt x="452538" y="484873"/>
                </a:lnTo>
                <a:lnTo>
                  <a:pt x="452027" y="485765"/>
                </a:lnTo>
                <a:lnTo>
                  <a:pt x="451532" y="486674"/>
                </a:lnTo>
                <a:lnTo>
                  <a:pt x="451051" y="487601"/>
                </a:lnTo>
                <a:lnTo>
                  <a:pt x="450586" y="488545"/>
                </a:lnTo>
                <a:lnTo>
                  <a:pt x="450142" y="489500"/>
                </a:lnTo>
                <a:lnTo>
                  <a:pt x="449717" y="490466"/>
                </a:lnTo>
                <a:lnTo>
                  <a:pt x="449312" y="491445"/>
                </a:lnTo>
                <a:lnTo>
                  <a:pt x="448925" y="492436"/>
                </a:lnTo>
                <a:lnTo>
                  <a:pt x="448557" y="493439"/>
                </a:lnTo>
                <a:lnTo>
                  <a:pt x="448208" y="494454"/>
                </a:lnTo>
                <a:lnTo>
                  <a:pt x="447877" y="495482"/>
                </a:lnTo>
                <a:lnTo>
                  <a:pt x="447566" y="496522"/>
                </a:lnTo>
                <a:lnTo>
                  <a:pt x="447274" y="497575"/>
                </a:lnTo>
                <a:lnTo>
                  <a:pt x="447000" y="498639"/>
                </a:lnTo>
                <a:lnTo>
                  <a:pt x="446745" y="499716"/>
                </a:lnTo>
                <a:lnTo>
                  <a:pt x="446509" y="500806"/>
                </a:lnTo>
                <a:lnTo>
                  <a:pt x="446292" y="501907"/>
                </a:lnTo>
                <a:lnTo>
                  <a:pt x="446094" y="503021"/>
                </a:lnTo>
                <a:lnTo>
                  <a:pt x="445915" y="504147"/>
                </a:lnTo>
                <a:lnTo>
                  <a:pt x="445754" y="505286"/>
                </a:lnTo>
                <a:lnTo>
                  <a:pt x="445613" y="506437"/>
                </a:lnTo>
                <a:lnTo>
                  <a:pt x="445490" y="507600"/>
                </a:lnTo>
                <a:lnTo>
                  <a:pt x="445386" y="508775"/>
                </a:lnTo>
                <a:lnTo>
                  <a:pt x="445302" y="509962"/>
                </a:lnTo>
                <a:lnTo>
                  <a:pt x="445235" y="511162"/>
                </a:lnTo>
                <a:lnTo>
                  <a:pt x="445188" y="512375"/>
                </a:lnTo>
                <a:lnTo>
                  <a:pt x="445160" y="513599"/>
                </a:lnTo>
                <a:lnTo>
                  <a:pt x="445151" y="514836"/>
                </a:lnTo>
                <a:lnTo>
                  <a:pt x="445160" y="516072"/>
                </a:lnTo>
                <a:lnTo>
                  <a:pt x="445188" y="517296"/>
                </a:lnTo>
                <a:lnTo>
                  <a:pt x="445235" y="518507"/>
                </a:lnTo>
                <a:lnTo>
                  <a:pt x="445302" y="519705"/>
                </a:lnTo>
                <a:lnTo>
                  <a:pt x="445386" y="520891"/>
                </a:lnTo>
                <a:lnTo>
                  <a:pt x="445490" y="522064"/>
                </a:lnTo>
                <a:lnTo>
                  <a:pt x="445613" y="523224"/>
                </a:lnTo>
                <a:lnTo>
                  <a:pt x="445754" y="524372"/>
                </a:lnTo>
                <a:lnTo>
                  <a:pt x="445915" y="525506"/>
                </a:lnTo>
                <a:lnTo>
                  <a:pt x="446094" y="526628"/>
                </a:lnTo>
                <a:lnTo>
                  <a:pt x="446292" y="527738"/>
                </a:lnTo>
                <a:lnTo>
                  <a:pt x="446509" y="528834"/>
                </a:lnTo>
                <a:lnTo>
                  <a:pt x="446745" y="529918"/>
                </a:lnTo>
                <a:lnTo>
                  <a:pt x="447000" y="530989"/>
                </a:lnTo>
                <a:lnTo>
                  <a:pt x="447274" y="532047"/>
                </a:lnTo>
                <a:lnTo>
                  <a:pt x="447566" y="533093"/>
                </a:lnTo>
                <a:lnTo>
                  <a:pt x="447877" y="534126"/>
                </a:lnTo>
                <a:lnTo>
                  <a:pt x="448208" y="535146"/>
                </a:lnTo>
                <a:lnTo>
                  <a:pt x="448557" y="536153"/>
                </a:lnTo>
                <a:lnTo>
                  <a:pt x="448925" y="537148"/>
                </a:lnTo>
                <a:lnTo>
                  <a:pt x="449312" y="538130"/>
                </a:lnTo>
                <a:lnTo>
                  <a:pt x="449717" y="539099"/>
                </a:lnTo>
                <a:lnTo>
                  <a:pt x="450142" y="540056"/>
                </a:lnTo>
                <a:lnTo>
                  <a:pt x="450586" y="541000"/>
                </a:lnTo>
                <a:lnTo>
                  <a:pt x="451052" y="541923"/>
                </a:lnTo>
                <a:lnTo>
                  <a:pt x="451534" y="542830"/>
                </a:lnTo>
                <a:lnTo>
                  <a:pt x="452032" y="543719"/>
                </a:lnTo>
                <a:lnTo>
                  <a:pt x="452546" y="544591"/>
                </a:lnTo>
                <a:lnTo>
                  <a:pt x="453077" y="545447"/>
                </a:lnTo>
                <a:lnTo>
                  <a:pt x="453623" y="546285"/>
                </a:lnTo>
                <a:lnTo>
                  <a:pt x="454185" y="547106"/>
                </a:lnTo>
                <a:lnTo>
                  <a:pt x="454764" y="547909"/>
                </a:lnTo>
                <a:lnTo>
                  <a:pt x="455358" y="548696"/>
                </a:lnTo>
                <a:lnTo>
                  <a:pt x="455968" y="549466"/>
                </a:lnTo>
                <a:lnTo>
                  <a:pt x="456595" y="550218"/>
                </a:lnTo>
                <a:lnTo>
                  <a:pt x="457237" y="550953"/>
                </a:lnTo>
                <a:lnTo>
                  <a:pt x="457896" y="551672"/>
                </a:lnTo>
                <a:lnTo>
                  <a:pt x="458570" y="552373"/>
                </a:lnTo>
                <a:lnTo>
                  <a:pt x="459260" y="553057"/>
                </a:lnTo>
                <a:lnTo>
                  <a:pt x="459967" y="553724"/>
                </a:lnTo>
                <a:lnTo>
                  <a:pt x="460689" y="554373"/>
                </a:lnTo>
                <a:lnTo>
                  <a:pt x="461428" y="555006"/>
                </a:lnTo>
                <a:lnTo>
                  <a:pt x="462182" y="555621"/>
                </a:lnTo>
                <a:lnTo>
                  <a:pt x="462953" y="556220"/>
                </a:lnTo>
                <a:lnTo>
                  <a:pt x="463740" y="556801"/>
                </a:lnTo>
                <a:lnTo>
                  <a:pt x="464542" y="557365"/>
                </a:lnTo>
                <a:lnTo>
                  <a:pt x="465361" y="557912"/>
                </a:lnTo>
                <a:lnTo>
                  <a:pt x="466195" y="558442"/>
                </a:lnTo>
                <a:lnTo>
                  <a:pt x="467050" y="558948"/>
                </a:lnTo>
                <a:lnTo>
                  <a:pt x="467918" y="559432"/>
                </a:lnTo>
                <a:lnTo>
                  <a:pt x="468799" y="559894"/>
                </a:lnTo>
                <a:lnTo>
                  <a:pt x="469694" y="560335"/>
                </a:lnTo>
                <a:lnTo>
                  <a:pt x="470602" y="560754"/>
                </a:lnTo>
                <a:lnTo>
                  <a:pt x="471524" y="561152"/>
                </a:lnTo>
                <a:lnTo>
                  <a:pt x="472459" y="561528"/>
                </a:lnTo>
                <a:lnTo>
                  <a:pt x="473407" y="561883"/>
                </a:lnTo>
                <a:lnTo>
                  <a:pt x="474369" y="562216"/>
                </a:lnTo>
                <a:lnTo>
                  <a:pt x="475344" y="562528"/>
                </a:lnTo>
                <a:lnTo>
                  <a:pt x="476332" y="562819"/>
                </a:lnTo>
                <a:lnTo>
                  <a:pt x="477334" y="563087"/>
                </a:lnTo>
                <a:lnTo>
                  <a:pt x="478349" y="563335"/>
                </a:lnTo>
                <a:lnTo>
                  <a:pt x="479378" y="563560"/>
                </a:lnTo>
                <a:lnTo>
                  <a:pt x="480420" y="563765"/>
                </a:lnTo>
                <a:lnTo>
                  <a:pt x="481475" y="563948"/>
                </a:lnTo>
                <a:lnTo>
                  <a:pt x="482544" y="564109"/>
                </a:lnTo>
                <a:lnTo>
                  <a:pt x="483626" y="564249"/>
                </a:lnTo>
                <a:lnTo>
                  <a:pt x="484722" y="564367"/>
                </a:lnTo>
                <a:lnTo>
                  <a:pt x="485831" y="564464"/>
                </a:lnTo>
                <a:lnTo>
                  <a:pt x="486953" y="564539"/>
                </a:lnTo>
                <a:lnTo>
                  <a:pt x="488089" y="564593"/>
                </a:lnTo>
                <a:lnTo>
                  <a:pt x="489238" y="564625"/>
                </a:lnTo>
                <a:lnTo>
                  <a:pt x="490400" y="564636"/>
                </a:lnTo>
                <a:lnTo>
                  <a:pt x="491218" y="564630"/>
                </a:lnTo>
                <a:lnTo>
                  <a:pt x="492030" y="564615"/>
                </a:lnTo>
                <a:lnTo>
                  <a:pt x="492834" y="564588"/>
                </a:lnTo>
                <a:lnTo>
                  <a:pt x="493632" y="564551"/>
                </a:lnTo>
                <a:lnTo>
                  <a:pt x="494423" y="564504"/>
                </a:lnTo>
                <a:lnTo>
                  <a:pt x="495207" y="564446"/>
                </a:lnTo>
                <a:lnTo>
                  <a:pt x="495985" y="564378"/>
                </a:lnTo>
                <a:lnTo>
                  <a:pt x="496755" y="564299"/>
                </a:lnTo>
                <a:lnTo>
                  <a:pt x="497519" y="564209"/>
                </a:lnTo>
                <a:lnTo>
                  <a:pt x="498276" y="564109"/>
                </a:lnTo>
                <a:lnTo>
                  <a:pt x="499026" y="563998"/>
                </a:lnTo>
                <a:lnTo>
                  <a:pt x="499769" y="563877"/>
                </a:lnTo>
                <a:lnTo>
                  <a:pt x="500506" y="563746"/>
                </a:lnTo>
                <a:lnTo>
                  <a:pt x="501236" y="563603"/>
                </a:lnTo>
                <a:lnTo>
                  <a:pt x="501959" y="563451"/>
                </a:lnTo>
                <a:lnTo>
                  <a:pt x="502675" y="563287"/>
                </a:lnTo>
                <a:lnTo>
                  <a:pt x="503384" y="563114"/>
                </a:lnTo>
                <a:lnTo>
                  <a:pt x="504087" y="562929"/>
                </a:lnTo>
                <a:lnTo>
                  <a:pt x="504782" y="562734"/>
                </a:lnTo>
                <a:lnTo>
                  <a:pt x="505471" y="562529"/>
                </a:lnTo>
                <a:lnTo>
                  <a:pt x="506153" y="562313"/>
                </a:lnTo>
                <a:lnTo>
                  <a:pt x="506829" y="562087"/>
                </a:lnTo>
                <a:lnTo>
                  <a:pt x="507497" y="561850"/>
                </a:lnTo>
                <a:lnTo>
                  <a:pt x="508159" y="561602"/>
                </a:lnTo>
                <a:lnTo>
                  <a:pt x="508813" y="561340"/>
                </a:lnTo>
                <a:lnTo>
                  <a:pt x="509458" y="561069"/>
                </a:lnTo>
                <a:lnTo>
                  <a:pt x="510094" y="560791"/>
                </a:lnTo>
                <a:lnTo>
                  <a:pt x="510722" y="560503"/>
                </a:lnTo>
                <a:lnTo>
                  <a:pt x="511341" y="560208"/>
                </a:lnTo>
                <a:lnTo>
                  <a:pt x="511951" y="559904"/>
                </a:lnTo>
                <a:lnTo>
                  <a:pt x="512552" y="559592"/>
                </a:lnTo>
                <a:lnTo>
                  <a:pt x="513144" y="559271"/>
                </a:lnTo>
                <a:lnTo>
                  <a:pt x="513728" y="558942"/>
                </a:lnTo>
                <a:lnTo>
                  <a:pt x="514303" y="558605"/>
                </a:lnTo>
                <a:lnTo>
                  <a:pt x="514869" y="558259"/>
                </a:lnTo>
                <a:lnTo>
                  <a:pt x="515427" y="557905"/>
                </a:lnTo>
                <a:lnTo>
                  <a:pt x="515975" y="557543"/>
                </a:lnTo>
                <a:lnTo>
                  <a:pt x="516515" y="557172"/>
                </a:lnTo>
                <a:lnTo>
                  <a:pt x="517046" y="556793"/>
                </a:lnTo>
                <a:lnTo>
                  <a:pt x="517568" y="556406"/>
                </a:lnTo>
                <a:lnTo>
                  <a:pt x="518082" y="556010"/>
                </a:lnTo>
                <a:lnTo>
                  <a:pt x="518587" y="555606"/>
                </a:lnTo>
                <a:lnTo>
                  <a:pt x="519082" y="555194"/>
                </a:lnTo>
                <a:lnTo>
                  <a:pt x="519570" y="554773"/>
                </a:lnTo>
                <a:lnTo>
                  <a:pt x="520048" y="554344"/>
                </a:lnTo>
                <a:lnTo>
                  <a:pt x="520518" y="553907"/>
                </a:lnTo>
                <a:lnTo>
                  <a:pt x="520978" y="553461"/>
                </a:lnTo>
                <a:lnTo>
                  <a:pt x="521430" y="553007"/>
                </a:lnTo>
                <a:lnTo>
                  <a:pt x="521873" y="552541"/>
                </a:lnTo>
                <a:lnTo>
                  <a:pt x="522304" y="552068"/>
                </a:lnTo>
                <a:lnTo>
                  <a:pt x="522725" y="551589"/>
                </a:lnTo>
                <a:lnTo>
                  <a:pt x="523135" y="551104"/>
                </a:lnTo>
                <a:lnTo>
                  <a:pt x="523534" y="550613"/>
                </a:lnTo>
                <a:lnTo>
                  <a:pt x="523923" y="550116"/>
                </a:lnTo>
                <a:lnTo>
                  <a:pt x="524301" y="549613"/>
                </a:lnTo>
                <a:lnTo>
                  <a:pt x="524668" y="549103"/>
                </a:lnTo>
                <a:lnTo>
                  <a:pt x="525024" y="548587"/>
                </a:lnTo>
                <a:lnTo>
                  <a:pt x="525369" y="548066"/>
                </a:lnTo>
                <a:lnTo>
                  <a:pt x="525704" y="547538"/>
                </a:lnTo>
                <a:lnTo>
                  <a:pt x="526028" y="547004"/>
                </a:lnTo>
                <a:lnTo>
                  <a:pt x="526341" y="546463"/>
                </a:lnTo>
                <a:lnTo>
                  <a:pt x="526644" y="545917"/>
                </a:lnTo>
                <a:lnTo>
                  <a:pt x="526936" y="545364"/>
                </a:lnTo>
                <a:lnTo>
                  <a:pt x="527217" y="544806"/>
                </a:lnTo>
                <a:lnTo>
                  <a:pt x="527487" y="544241"/>
                </a:lnTo>
                <a:lnTo>
                  <a:pt x="527746" y="543670"/>
                </a:lnTo>
                <a:lnTo>
                  <a:pt x="527995" y="543093"/>
                </a:lnTo>
                <a:lnTo>
                  <a:pt x="528233" y="542509"/>
                </a:lnTo>
                <a:lnTo>
                  <a:pt x="528460" y="541920"/>
                </a:lnTo>
                <a:lnTo>
                  <a:pt x="528677" y="541324"/>
                </a:lnTo>
                <a:lnTo>
                  <a:pt x="528882" y="540723"/>
                </a:lnTo>
                <a:lnTo>
                  <a:pt x="529077" y="540115"/>
                </a:lnTo>
                <a:lnTo>
                  <a:pt x="514668" y="536070"/>
                </a:lnTo>
                <a:lnTo>
                  <a:pt x="514508" y="536489"/>
                </a:lnTo>
                <a:lnTo>
                  <a:pt x="514341" y="536901"/>
                </a:lnTo>
                <a:lnTo>
                  <a:pt x="514170" y="537309"/>
                </a:lnTo>
                <a:lnTo>
                  <a:pt x="513992" y="537710"/>
                </a:lnTo>
                <a:lnTo>
                  <a:pt x="513810" y="538106"/>
                </a:lnTo>
                <a:lnTo>
                  <a:pt x="513622" y="538495"/>
                </a:lnTo>
                <a:lnTo>
                  <a:pt x="513428" y="538880"/>
                </a:lnTo>
                <a:lnTo>
                  <a:pt x="513229" y="539258"/>
                </a:lnTo>
                <a:lnTo>
                  <a:pt x="513024" y="539631"/>
                </a:lnTo>
                <a:lnTo>
                  <a:pt x="512814" y="539998"/>
                </a:lnTo>
                <a:lnTo>
                  <a:pt x="512598" y="540360"/>
                </a:lnTo>
                <a:lnTo>
                  <a:pt x="512377" y="540715"/>
                </a:lnTo>
                <a:lnTo>
                  <a:pt x="512151" y="541065"/>
                </a:lnTo>
                <a:lnTo>
                  <a:pt x="511919" y="541410"/>
                </a:lnTo>
                <a:lnTo>
                  <a:pt x="511681" y="541748"/>
                </a:lnTo>
                <a:lnTo>
                  <a:pt x="511438" y="542081"/>
                </a:lnTo>
                <a:lnTo>
                  <a:pt x="511190" y="542408"/>
                </a:lnTo>
                <a:lnTo>
                  <a:pt x="510936" y="542730"/>
                </a:lnTo>
                <a:lnTo>
                  <a:pt x="510676" y="543045"/>
                </a:lnTo>
                <a:lnTo>
                  <a:pt x="510411" y="543356"/>
                </a:lnTo>
                <a:lnTo>
                  <a:pt x="510141" y="543660"/>
                </a:lnTo>
                <a:lnTo>
                  <a:pt x="509865" y="543959"/>
                </a:lnTo>
                <a:lnTo>
                  <a:pt x="509583" y="544252"/>
                </a:lnTo>
                <a:lnTo>
                  <a:pt x="509296" y="544539"/>
                </a:lnTo>
                <a:lnTo>
                  <a:pt x="509004" y="544815"/>
                </a:lnTo>
                <a:lnTo>
                  <a:pt x="508708" y="545086"/>
                </a:lnTo>
                <a:lnTo>
                  <a:pt x="508407" y="545350"/>
                </a:lnTo>
                <a:lnTo>
                  <a:pt x="508101" y="545610"/>
                </a:lnTo>
                <a:lnTo>
                  <a:pt x="507791" y="545863"/>
                </a:lnTo>
                <a:lnTo>
                  <a:pt x="507476" y="546111"/>
                </a:lnTo>
                <a:lnTo>
                  <a:pt x="507156" y="546353"/>
                </a:lnTo>
                <a:lnTo>
                  <a:pt x="506832" y="546589"/>
                </a:lnTo>
                <a:lnTo>
                  <a:pt x="506503" y="546820"/>
                </a:lnTo>
                <a:lnTo>
                  <a:pt x="506169" y="547045"/>
                </a:lnTo>
                <a:lnTo>
                  <a:pt x="505831" y="547264"/>
                </a:lnTo>
                <a:lnTo>
                  <a:pt x="505489" y="547477"/>
                </a:lnTo>
                <a:lnTo>
                  <a:pt x="505142" y="547685"/>
                </a:lnTo>
                <a:lnTo>
                  <a:pt x="504790" y="547887"/>
                </a:lnTo>
                <a:lnTo>
                  <a:pt x="504433" y="548084"/>
                </a:lnTo>
                <a:lnTo>
                  <a:pt x="504072" y="548274"/>
                </a:lnTo>
                <a:lnTo>
                  <a:pt x="503706" y="548459"/>
                </a:lnTo>
                <a:lnTo>
                  <a:pt x="503336" y="548639"/>
                </a:lnTo>
                <a:lnTo>
                  <a:pt x="502961" y="548812"/>
                </a:lnTo>
                <a:lnTo>
                  <a:pt x="502582" y="548980"/>
                </a:lnTo>
                <a:lnTo>
                  <a:pt x="502198" y="549142"/>
                </a:lnTo>
                <a:lnTo>
                  <a:pt x="501809" y="549299"/>
                </a:lnTo>
                <a:lnTo>
                  <a:pt x="501415" y="549450"/>
                </a:lnTo>
                <a:lnTo>
                  <a:pt x="501018" y="549595"/>
                </a:lnTo>
                <a:lnTo>
                  <a:pt x="500621" y="549729"/>
                </a:lnTo>
                <a:lnTo>
                  <a:pt x="500220" y="549857"/>
                </a:lnTo>
                <a:lnTo>
                  <a:pt x="499815" y="549980"/>
                </a:lnTo>
                <a:lnTo>
                  <a:pt x="499406" y="550097"/>
                </a:lnTo>
                <a:lnTo>
                  <a:pt x="498993" y="550208"/>
                </a:lnTo>
                <a:lnTo>
                  <a:pt x="498577" y="550313"/>
                </a:lnTo>
                <a:lnTo>
                  <a:pt x="498156" y="550413"/>
                </a:lnTo>
                <a:lnTo>
                  <a:pt x="497731" y="550507"/>
                </a:lnTo>
                <a:lnTo>
                  <a:pt x="497303" y="550596"/>
                </a:lnTo>
                <a:lnTo>
                  <a:pt x="496870" y="550679"/>
                </a:lnTo>
                <a:lnTo>
                  <a:pt x="496434" y="550756"/>
                </a:lnTo>
                <a:lnTo>
                  <a:pt x="495993" y="550827"/>
                </a:lnTo>
                <a:lnTo>
                  <a:pt x="495549" y="550893"/>
                </a:lnTo>
                <a:lnTo>
                  <a:pt x="495101" y="550952"/>
                </a:lnTo>
                <a:lnTo>
                  <a:pt x="494648" y="551007"/>
                </a:lnTo>
                <a:lnTo>
                  <a:pt x="494192" y="551055"/>
                </a:lnTo>
                <a:lnTo>
                  <a:pt x="493732" y="551098"/>
                </a:lnTo>
                <a:lnTo>
                  <a:pt x="493268" y="551135"/>
                </a:lnTo>
                <a:lnTo>
                  <a:pt x="492800" y="551166"/>
                </a:lnTo>
                <a:lnTo>
                  <a:pt x="492328" y="551192"/>
                </a:lnTo>
                <a:lnTo>
                  <a:pt x="491852" y="551212"/>
                </a:lnTo>
                <a:lnTo>
                  <a:pt x="491372" y="551226"/>
                </a:lnTo>
                <a:lnTo>
                  <a:pt x="490888" y="551235"/>
                </a:lnTo>
                <a:lnTo>
                  <a:pt x="490400" y="551238"/>
                </a:lnTo>
                <a:lnTo>
                  <a:pt x="489651" y="551231"/>
                </a:lnTo>
                <a:lnTo>
                  <a:pt x="488909" y="551211"/>
                </a:lnTo>
                <a:lnTo>
                  <a:pt x="488176" y="551177"/>
                </a:lnTo>
                <a:lnTo>
                  <a:pt x="487449" y="551129"/>
                </a:lnTo>
                <a:lnTo>
                  <a:pt x="486731" y="551068"/>
                </a:lnTo>
                <a:lnTo>
                  <a:pt x="486020" y="550993"/>
                </a:lnTo>
                <a:lnTo>
                  <a:pt x="485317" y="550904"/>
                </a:lnTo>
                <a:lnTo>
                  <a:pt x="484621" y="550802"/>
                </a:lnTo>
                <a:lnTo>
                  <a:pt x="483933" y="550687"/>
                </a:lnTo>
                <a:lnTo>
                  <a:pt x="483253" y="550557"/>
                </a:lnTo>
                <a:lnTo>
                  <a:pt x="482581" y="550415"/>
                </a:lnTo>
                <a:lnTo>
                  <a:pt x="481916" y="550258"/>
                </a:lnTo>
                <a:lnTo>
                  <a:pt x="481259" y="550088"/>
                </a:lnTo>
                <a:lnTo>
                  <a:pt x="480609" y="549904"/>
                </a:lnTo>
                <a:lnTo>
                  <a:pt x="479968" y="549707"/>
                </a:lnTo>
                <a:lnTo>
                  <a:pt x="479334" y="549496"/>
                </a:lnTo>
                <a:lnTo>
                  <a:pt x="478707" y="549272"/>
                </a:lnTo>
                <a:lnTo>
                  <a:pt x="478089" y="549034"/>
                </a:lnTo>
                <a:lnTo>
                  <a:pt x="477477" y="548782"/>
                </a:lnTo>
                <a:lnTo>
                  <a:pt x="476874" y="548517"/>
                </a:lnTo>
                <a:lnTo>
                  <a:pt x="476278" y="548238"/>
                </a:lnTo>
                <a:lnTo>
                  <a:pt x="475690" y="547945"/>
                </a:lnTo>
                <a:lnTo>
                  <a:pt x="475110" y="547639"/>
                </a:lnTo>
                <a:lnTo>
                  <a:pt x="474538" y="547319"/>
                </a:lnTo>
                <a:lnTo>
                  <a:pt x="473974" y="546981"/>
                </a:lnTo>
                <a:lnTo>
                  <a:pt x="473421" y="546631"/>
                </a:lnTo>
                <a:lnTo>
                  <a:pt x="472878" y="546268"/>
                </a:lnTo>
                <a:lnTo>
                  <a:pt x="472345" y="545892"/>
                </a:lnTo>
                <a:lnTo>
                  <a:pt x="471823" y="545504"/>
                </a:lnTo>
                <a:lnTo>
                  <a:pt x="471311" y="545104"/>
                </a:lnTo>
                <a:lnTo>
                  <a:pt x="470809" y="544691"/>
                </a:lnTo>
                <a:lnTo>
                  <a:pt x="470317" y="544265"/>
                </a:lnTo>
                <a:lnTo>
                  <a:pt x="469836" y="543827"/>
                </a:lnTo>
                <a:lnTo>
                  <a:pt x="469365" y="543376"/>
                </a:lnTo>
                <a:lnTo>
                  <a:pt x="468905" y="542913"/>
                </a:lnTo>
                <a:lnTo>
                  <a:pt x="468455" y="542437"/>
                </a:lnTo>
                <a:lnTo>
                  <a:pt x="468015" y="541949"/>
                </a:lnTo>
                <a:lnTo>
                  <a:pt x="467585" y="541449"/>
                </a:lnTo>
                <a:lnTo>
                  <a:pt x="467166" y="540936"/>
                </a:lnTo>
                <a:lnTo>
                  <a:pt x="466757" y="540410"/>
                </a:lnTo>
                <a:lnTo>
                  <a:pt x="466359" y="539872"/>
                </a:lnTo>
                <a:lnTo>
                  <a:pt x="465970" y="539321"/>
                </a:lnTo>
                <a:lnTo>
                  <a:pt x="465592" y="538758"/>
                </a:lnTo>
                <a:lnTo>
                  <a:pt x="465225" y="538182"/>
                </a:lnTo>
                <a:lnTo>
                  <a:pt x="464867" y="537594"/>
                </a:lnTo>
                <a:lnTo>
                  <a:pt x="464520" y="536993"/>
                </a:lnTo>
                <a:lnTo>
                  <a:pt x="464184" y="536380"/>
                </a:lnTo>
                <a:lnTo>
                  <a:pt x="463857" y="535754"/>
                </a:lnTo>
                <a:lnTo>
                  <a:pt x="463548" y="535111"/>
                </a:lnTo>
                <a:lnTo>
                  <a:pt x="463251" y="534457"/>
                </a:lnTo>
                <a:lnTo>
                  <a:pt x="462968" y="533790"/>
                </a:lnTo>
                <a:lnTo>
                  <a:pt x="462699" y="533112"/>
                </a:lnTo>
                <a:lnTo>
                  <a:pt x="462442" y="532423"/>
                </a:lnTo>
                <a:lnTo>
                  <a:pt x="462198" y="531721"/>
                </a:lnTo>
                <a:lnTo>
                  <a:pt x="461968" y="531009"/>
                </a:lnTo>
                <a:lnTo>
                  <a:pt x="461751" y="530284"/>
                </a:lnTo>
                <a:lnTo>
                  <a:pt x="461546" y="529548"/>
                </a:lnTo>
                <a:lnTo>
                  <a:pt x="461356" y="528800"/>
                </a:lnTo>
                <a:lnTo>
                  <a:pt x="461178" y="528041"/>
                </a:lnTo>
                <a:lnTo>
                  <a:pt x="461013" y="527270"/>
                </a:lnTo>
                <a:lnTo>
                  <a:pt x="460862" y="526487"/>
                </a:lnTo>
                <a:lnTo>
                  <a:pt x="460724" y="525693"/>
                </a:lnTo>
                <a:lnTo>
                  <a:pt x="460598" y="524887"/>
                </a:lnTo>
                <a:lnTo>
                  <a:pt x="460487" y="524070"/>
                </a:lnTo>
                <a:lnTo>
                  <a:pt x="460388" y="523241"/>
                </a:lnTo>
                <a:lnTo>
                  <a:pt x="460302" y="522400"/>
                </a:lnTo>
                <a:lnTo>
                  <a:pt x="460230" y="521547"/>
                </a:lnTo>
                <a:lnTo>
                  <a:pt x="460171" y="520683"/>
                </a:lnTo>
                <a:lnTo>
                  <a:pt x="460125" y="519808"/>
                </a:lnTo>
                <a:lnTo>
                  <a:pt x="460099" y="519133"/>
                </a:lnTo>
                <a:lnTo>
                  <a:pt x="530594" y="519133"/>
                </a:lnTo>
                <a:lnTo>
                  <a:pt x="530594" y="512813"/>
                </a:lnTo>
                <a:lnTo>
                  <a:pt x="530588" y="511689"/>
                </a:lnTo>
                <a:lnTo>
                  <a:pt x="530569" y="510579"/>
                </a:lnTo>
                <a:lnTo>
                  <a:pt x="530538" y="509484"/>
                </a:lnTo>
                <a:lnTo>
                  <a:pt x="530494" y="508404"/>
                </a:lnTo>
                <a:lnTo>
                  <a:pt x="530438" y="507338"/>
                </a:lnTo>
                <a:close/>
                <a:moveTo>
                  <a:pt x="460554" y="502639"/>
                </a:moveTo>
                <a:lnTo>
                  <a:pt x="460669" y="502003"/>
                </a:lnTo>
                <a:lnTo>
                  <a:pt x="460795" y="501371"/>
                </a:lnTo>
                <a:lnTo>
                  <a:pt x="460934" y="500743"/>
                </a:lnTo>
                <a:lnTo>
                  <a:pt x="461085" y="500118"/>
                </a:lnTo>
                <a:lnTo>
                  <a:pt x="461248" y="499496"/>
                </a:lnTo>
                <a:lnTo>
                  <a:pt x="461423" y="498878"/>
                </a:lnTo>
                <a:lnTo>
                  <a:pt x="461610" y="498264"/>
                </a:lnTo>
                <a:lnTo>
                  <a:pt x="461809" y="497653"/>
                </a:lnTo>
                <a:lnTo>
                  <a:pt x="462020" y="497046"/>
                </a:lnTo>
                <a:lnTo>
                  <a:pt x="462244" y="496442"/>
                </a:lnTo>
                <a:lnTo>
                  <a:pt x="462479" y="495841"/>
                </a:lnTo>
                <a:lnTo>
                  <a:pt x="462726" y="495244"/>
                </a:lnTo>
                <a:lnTo>
                  <a:pt x="462986" y="494651"/>
                </a:lnTo>
                <a:lnTo>
                  <a:pt x="463258" y="494061"/>
                </a:lnTo>
                <a:lnTo>
                  <a:pt x="463541" y="493475"/>
                </a:lnTo>
                <a:lnTo>
                  <a:pt x="463836" y="492895"/>
                </a:lnTo>
                <a:lnTo>
                  <a:pt x="464141" y="492324"/>
                </a:lnTo>
                <a:lnTo>
                  <a:pt x="464457" y="491763"/>
                </a:lnTo>
                <a:lnTo>
                  <a:pt x="464782" y="491210"/>
                </a:lnTo>
                <a:lnTo>
                  <a:pt x="465118" y="490667"/>
                </a:lnTo>
                <a:lnTo>
                  <a:pt x="465465" y="490133"/>
                </a:lnTo>
                <a:lnTo>
                  <a:pt x="465821" y="489609"/>
                </a:lnTo>
                <a:lnTo>
                  <a:pt x="466188" y="489093"/>
                </a:lnTo>
                <a:lnTo>
                  <a:pt x="466566" y="488587"/>
                </a:lnTo>
                <a:lnTo>
                  <a:pt x="466953" y="488090"/>
                </a:lnTo>
                <a:lnTo>
                  <a:pt x="467351" y="487602"/>
                </a:lnTo>
                <a:lnTo>
                  <a:pt x="467760" y="487123"/>
                </a:lnTo>
                <a:lnTo>
                  <a:pt x="468178" y="486654"/>
                </a:lnTo>
                <a:lnTo>
                  <a:pt x="468607" y="486194"/>
                </a:lnTo>
                <a:lnTo>
                  <a:pt x="469046" y="485743"/>
                </a:lnTo>
                <a:lnTo>
                  <a:pt x="469496" y="485301"/>
                </a:lnTo>
                <a:lnTo>
                  <a:pt x="469956" y="484869"/>
                </a:lnTo>
                <a:lnTo>
                  <a:pt x="470426" y="484445"/>
                </a:lnTo>
                <a:lnTo>
                  <a:pt x="470906" y="484031"/>
                </a:lnTo>
                <a:lnTo>
                  <a:pt x="471397" y="483626"/>
                </a:lnTo>
                <a:lnTo>
                  <a:pt x="471898" y="483231"/>
                </a:lnTo>
                <a:lnTo>
                  <a:pt x="472409" y="482844"/>
                </a:lnTo>
                <a:lnTo>
                  <a:pt x="472931" y="482467"/>
                </a:lnTo>
                <a:lnTo>
                  <a:pt x="473463" y="482099"/>
                </a:lnTo>
                <a:lnTo>
                  <a:pt x="474010" y="481738"/>
                </a:lnTo>
                <a:lnTo>
                  <a:pt x="474565" y="481393"/>
                </a:lnTo>
                <a:lnTo>
                  <a:pt x="475128" y="481062"/>
                </a:lnTo>
                <a:lnTo>
                  <a:pt x="475700" y="480747"/>
                </a:lnTo>
                <a:lnTo>
                  <a:pt x="476280" y="480448"/>
                </a:lnTo>
                <a:lnTo>
                  <a:pt x="476868" y="480164"/>
                </a:lnTo>
                <a:lnTo>
                  <a:pt x="477465" y="479895"/>
                </a:lnTo>
                <a:lnTo>
                  <a:pt x="478070" y="479642"/>
                </a:lnTo>
                <a:lnTo>
                  <a:pt x="478683" y="479403"/>
                </a:lnTo>
                <a:lnTo>
                  <a:pt x="479305" y="479181"/>
                </a:lnTo>
                <a:lnTo>
                  <a:pt x="479935" y="478973"/>
                </a:lnTo>
                <a:lnTo>
                  <a:pt x="480573" y="478781"/>
                </a:lnTo>
                <a:lnTo>
                  <a:pt x="481220" y="478605"/>
                </a:lnTo>
                <a:lnTo>
                  <a:pt x="481875" y="478443"/>
                </a:lnTo>
                <a:lnTo>
                  <a:pt x="482538" y="478297"/>
                </a:lnTo>
                <a:lnTo>
                  <a:pt x="483210" y="478167"/>
                </a:lnTo>
                <a:lnTo>
                  <a:pt x="483890" y="478052"/>
                </a:lnTo>
                <a:lnTo>
                  <a:pt x="484578" y="477952"/>
                </a:lnTo>
                <a:lnTo>
                  <a:pt x="485275" y="477867"/>
                </a:lnTo>
                <a:lnTo>
                  <a:pt x="485980" y="477798"/>
                </a:lnTo>
                <a:lnTo>
                  <a:pt x="486693" y="477744"/>
                </a:lnTo>
                <a:lnTo>
                  <a:pt x="487415" y="477706"/>
                </a:lnTo>
                <a:lnTo>
                  <a:pt x="488145" y="477683"/>
                </a:lnTo>
                <a:lnTo>
                  <a:pt x="488884" y="477675"/>
                </a:lnTo>
                <a:lnTo>
                  <a:pt x="489554" y="477682"/>
                </a:lnTo>
                <a:lnTo>
                  <a:pt x="490217" y="477701"/>
                </a:lnTo>
                <a:lnTo>
                  <a:pt x="490872" y="477734"/>
                </a:lnTo>
                <a:lnTo>
                  <a:pt x="491520" y="477779"/>
                </a:lnTo>
                <a:lnTo>
                  <a:pt x="492161" y="477837"/>
                </a:lnTo>
                <a:lnTo>
                  <a:pt x="492794" y="477908"/>
                </a:lnTo>
                <a:lnTo>
                  <a:pt x="493420" y="477993"/>
                </a:lnTo>
                <a:lnTo>
                  <a:pt x="494038" y="478090"/>
                </a:lnTo>
                <a:lnTo>
                  <a:pt x="494648" y="478200"/>
                </a:lnTo>
                <a:lnTo>
                  <a:pt x="495252" y="478323"/>
                </a:lnTo>
                <a:lnTo>
                  <a:pt x="495847" y="478459"/>
                </a:lnTo>
                <a:lnTo>
                  <a:pt x="496436" y="478608"/>
                </a:lnTo>
                <a:lnTo>
                  <a:pt x="497017" y="478769"/>
                </a:lnTo>
                <a:lnTo>
                  <a:pt x="497590" y="478944"/>
                </a:lnTo>
                <a:lnTo>
                  <a:pt x="498156" y="479132"/>
                </a:lnTo>
                <a:lnTo>
                  <a:pt x="498714" y="479333"/>
                </a:lnTo>
                <a:lnTo>
                  <a:pt x="499265" y="479546"/>
                </a:lnTo>
                <a:lnTo>
                  <a:pt x="499809" y="479773"/>
                </a:lnTo>
                <a:lnTo>
                  <a:pt x="500345" y="480012"/>
                </a:lnTo>
                <a:lnTo>
                  <a:pt x="500874" y="480265"/>
                </a:lnTo>
                <a:lnTo>
                  <a:pt x="501395" y="480530"/>
                </a:lnTo>
                <a:lnTo>
                  <a:pt x="501908" y="480808"/>
                </a:lnTo>
                <a:lnTo>
                  <a:pt x="502415" y="481100"/>
                </a:lnTo>
                <a:lnTo>
                  <a:pt x="502913" y="481404"/>
                </a:lnTo>
                <a:lnTo>
                  <a:pt x="503409" y="481719"/>
                </a:lnTo>
                <a:lnTo>
                  <a:pt x="503895" y="482044"/>
                </a:lnTo>
                <a:lnTo>
                  <a:pt x="504371" y="482379"/>
                </a:lnTo>
                <a:lnTo>
                  <a:pt x="504838" y="482722"/>
                </a:lnTo>
                <a:lnTo>
                  <a:pt x="505294" y="483076"/>
                </a:lnTo>
                <a:lnTo>
                  <a:pt x="505742" y="483438"/>
                </a:lnTo>
                <a:lnTo>
                  <a:pt x="506179" y="483810"/>
                </a:lnTo>
                <a:lnTo>
                  <a:pt x="506607" y="484192"/>
                </a:lnTo>
                <a:lnTo>
                  <a:pt x="507025" y="484583"/>
                </a:lnTo>
                <a:lnTo>
                  <a:pt x="507434" y="484983"/>
                </a:lnTo>
                <a:lnTo>
                  <a:pt x="507833" y="485393"/>
                </a:lnTo>
                <a:lnTo>
                  <a:pt x="508222" y="485812"/>
                </a:lnTo>
                <a:lnTo>
                  <a:pt x="508602" y="486241"/>
                </a:lnTo>
                <a:lnTo>
                  <a:pt x="508972" y="486679"/>
                </a:lnTo>
                <a:lnTo>
                  <a:pt x="509332" y="487126"/>
                </a:lnTo>
                <a:lnTo>
                  <a:pt x="509683" y="487583"/>
                </a:lnTo>
                <a:lnTo>
                  <a:pt x="510024" y="488050"/>
                </a:lnTo>
                <a:lnTo>
                  <a:pt x="510355" y="488526"/>
                </a:lnTo>
                <a:lnTo>
                  <a:pt x="510677" y="489011"/>
                </a:lnTo>
                <a:lnTo>
                  <a:pt x="510989" y="489506"/>
                </a:lnTo>
                <a:lnTo>
                  <a:pt x="511291" y="490010"/>
                </a:lnTo>
                <a:lnTo>
                  <a:pt x="511584" y="490523"/>
                </a:lnTo>
                <a:lnTo>
                  <a:pt x="511867" y="491046"/>
                </a:lnTo>
                <a:lnTo>
                  <a:pt x="512140" y="491579"/>
                </a:lnTo>
                <a:lnTo>
                  <a:pt x="512409" y="492119"/>
                </a:lnTo>
                <a:lnTo>
                  <a:pt x="512665" y="492666"/>
                </a:lnTo>
                <a:lnTo>
                  <a:pt x="512911" y="493218"/>
                </a:lnTo>
                <a:lnTo>
                  <a:pt x="513145" y="493777"/>
                </a:lnTo>
                <a:lnTo>
                  <a:pt x="513367" y="494342"/>
                </a:lnTo>
                <a:lnTo>
                  <a:pt x="513578" y="494913"/>
                </a:lnTo>
                <a:lnTo>
                  <a:pt x="513778" y="495490"/>
                </a:lnTo>
                <a:lnTo>
                  <a:pt x="513966" y="496073"/>
                </a:lnTo>
                <a:lnTo>
                  <a:pt x="514143" y="496662"/>
                </a:lnTo>
                <a:lnTo>
                  <a:pt x="514308" y="497258"/>
                </a:lnTo>
                <a:lnTo>
                  <a:pt x="514462" y="497860"/>
                </a:lnTo>
                <a:lnTo>
                  <a:pt x="514605" y="498467"/>
                </a:lnTo>
                <a:lnTo>
                  <a:pt x="514736" y="499081"/>
                </a:lnTo>
                <a:lnTo>
                  <a:pt x="514856" y="499702"/>
                </a:lnTo>
                <a:lnTo>
                  <a:pt x="514965" y="500328"/>
                </a:lnTo>
                <a:lnTo>
                  <a:pt x="515062" y="500960"/>
                </a:lnTo>
                <a:lnTo>
                  <a:pt x="515147" y="501599"/>
                </a:lnTo>
                <a:lnTo>
                  <a:pt x="515221" y="502244"/>
                </a:lnTo>
                <a:lnTo>
                  <a:pt x="515284" y="502894"/>
                </a:lnTo>
                <a:lnTo>
                  <a:pt x="515335" y="503551"/>
                </a:lnTo>
                <a:lnTo>
                  <a:pt x="515375" y="504215"/>
                </a:lnTo>
                <a:lnTo>
                  <a:pt x="515404" y="504884"/>
                </a:lnTo>
                <a:lnTo>
                  <a:pt x="515421" y="505559"/>
                </a:lnTo>
                <a:lnTo>
                  <a:pt x="515427" y="506241"/>
                </a:lnTo>
                <a:lnTo>
                  <a:pt x="460138" y="506241"/>
                </a:lnTo>
                <a:lnTo>
                  <a:pt x="460162" y="505869"/>
                </a:lnTo>
                <a:lnTo>
                  <a:pt x="460216" y="505216"/>
                </a:lnTo>
                <a:lnTo>
                  <a:pt x="460283" y="504566"/>
                </a:lnTo>
                <a:lnTo>
                  <a:pt x="460361" y="503920"/>
                </a:lnTo>
                <a:lnTo>
                  <a:pt x="460451" y="503278"/>
                </a:lnTo>
                <a:lnTo>
                  <a:pt x="460554" y="502639"/>
                </a:lnTo>
                <a:close/>
                <a:moveTo>
                  <a:pt x="619605" y="481580"/>
                </a:moveTo>
                <a:lnTo>
                  <a:pt x="619191" y="480821"/>
                </a:lnTo>
                <a:lnTo>
                  <a:pt x="618759" y="480077"/>
                </a:lnTo>
                <a:lnTo>
                  <a:pt x="618311" y="479347"/>
                </a:lnTo>
                <a:lnTo>
                  <a:pt x="617846" y="478630"/>
                </a:lnTo>
                <a:lnTo>
                  <a:pt x="617365" y="477928"/>
                </a:lnTo>
                <a:lnTo>
                  <a:pt x="616867" y="477240"/>
                </a:lnTo>
                <a:lnTo>
                  <a:pt x="616352" y="476566"/>
                </a:lnTo>
                <a:lnTo>
                  <a:pt x="615821" y="475906"/>
                </a:lnTo>
                <a:lnTo>
                  <a:pt x="615272" y="475260"/>
                </a:lnTo>
                <a:lnTo>
                  <a:pt x="614708" y="474628"/>
                </a:lnTo>
                <a:lnTo>
                  <a:pt x="614126" y="474010"/>
                </a:lnTo>
                <a:lnTo>
                  <a:pt x="613528" y="473406"/>
                </a:lnTo>
                <a:lnTo>
                  <a:pt x="612913" y="472816"/>
                </a:lnTo>
                <a:lnTo>
                  <a:pt x="612281" y="472240"/>
                </a:lnTo>
                <a:lnTo>
                  <a:pt x="611633" y="471679"/>
                </a:lnTo>
                <a:lnTo>
                  <a:pt x="610968" y="471131"/>
                </a:lnTo>
                <a:lnTo>
                  <a:pt x="610287" y="470597"/>
                </a:lnTo>
                <a:lnTo>
                  <a:pt x="609591" y="470081"/>
                </a:lnTo>
                <a:lnTo>
                  <a:pt x="608874" y="469588"/>
                </a:lnTo>
                <a:lnTo>
                  <a:pt x="608136" y="469116"/>
                </a:lnTo>
                <a:lnTo>
                  <a:pt x="607376" y="468666"/>
                </a:lnTo>
                <a:lnTo>
                  <a:pt x="606595" y="468238"/>
                </a:lnTo>
                <a:lnTo>
                  <a:pt x="605792" y="467832"/>
                </a:lnTo>
                <a:lnTo>
                  <a:pt x="604967" y="467448"/>
                </a:lnTo>
                <a:lnTo>
                  <a:pt x="604121" y="467086"/>
                </a:lnTo>
                <a:lnTo>
                  <a:pt x="603254" y="466746"/>
                </a:lnTo>
                <a:lnTo>
                  <a:pt x="602365" y="466428"/>
                </a:lnTo>
                <a:lnTo>
                  <a:pt x="601455" y="466132"/>
                </a:lnTo>
                <a:lnTo>
                  <a:pt x="600523" y="465857"/>
                </a:lnTo>
                <a:lnTo>
                  <a:pt x="599569" y="465605"/>
                </a:lnTo>
                <a:lnTo>
                  <a:pt x="598594" y="465375"/>
                </a:lnTo>
                <a:lnTo>
                  <a:pt x="597598" y="465166"/>
                </a:lnTo>
                <a:lnTo>
                  <a:pt x="596580" y="464980"/>
                </a:lnTo>
                <a:lnTo>
                  <a:pt x="595540" y="464815"/>
                </a:lnTo>
                <a:lnTo>
                  <a:pt x="594479" y="464672"/>
                </a:lnTo>
                <a:lnTo>
                  <a:pt x="593397" y="464552"/>
                </a:lnTo>
                <a:lnTo>
                  <a:pt x="592293" y="464453"/>
                </a:lnTo>
                <a:lnTo>
                  <a:pt x="591167" y="464376"/>
                </a:lnTo>
                <a:lnTo>
                  <a:pt x="590020" y="464321"/>
                </a:lnTo>
                <a:lnTo>
                  <a:pt x="588852" y="464288"/>
                </a:lnTo>
                <a:lnTo>
                  <a:pt x="587662" y="464277"/>
                </a:lnTo>
                <a:lnTo>
                  <a:pt x="586812" y="464284"/>
                </a:lnTo>
                <a:lnTo>
                  <a:pt x="585970" y="464302"/>
                </a:lnTo>
                <a:lnTo>
                  <a:pt x="585136" y="464334"/>
                </a:lnTo>
                <a:lnTo>
                  <a:pt x="584309" y="464377"/>
                </a:lnTo>
                <a:lnTo>
                  <a:pt x="583489" y="464434"/>
                </a:lnTo>
                <a:lnTo>
                  <a:pt x="582677" y="464503"/>
                </a:lnTo>
                <a:lnTo>
                  <a:pt x="581873" y="464584"/>
                </a:lnTo>
                <a:lnTo>
                  <a:pt x="581075" y="464678"/>
                </a:lnTo>
                <a:lnTo>
                  <a:pt x="580286" y="464784"/>
                </a:lnTo>
                <a:lnTo>
                  <a:pt x="579503" y="464903"/>
                </a:lnTo>
                <a:lnTo>
                  <a:pt x="578728" y="465034"/>
                </a:lnTo>
                <a:lnTo>
                  <a:pt x="577961" y="465178"/>
                </a:lnTo>
                <a:lnTo>
                  <a:pt x="577201" y="465334"/>
                </a:lnTo>
                <a:lnTo>
                  <a:pt x="576449" y="465503"/>
                </a:lnTo>
                <a:lnTo>
                  <a:pt x="575704" y="465685"/>
                </a:lnTo>
                <a:lnTo>
                  <a:pt x="574966" y="465878"/>
                </a:lnTo>
                <a:lnTo>
                  <a:pt x="574236" y="466085"/>
                </a:lnTo>
                <a:lnTo>
                  <a:pt x="573513" y="466304"/>
                </a:lnTo>
                <a:lnTo>
                  <a:pt x="572798" y="466535"/>
                </a:lnTo>
                <a:lnTo>
                  <a:pt x="572091" y="466779"/>
                </a:lnTo>
                <a:lnTo>
                  <a:pt x="571390" y="467035"/>
                </a:lnTo>
                <a:lnTo>
                  <a:pt x="570698" y="467304"/>
                </a:lnTo>
                <a:lnTo>
                  <a:pt x="570012" y="467586"/>
                </a:lnTo>
                <a:lnTo>
                  <a:pt x="569334" y="467880"/>
                </a:lnTo>
                <a:lnTo>
                  <a:pt x="568671" y="468185"/>
                </a:lnTo>
                <a:lnTo>
                  <a:pt x="568020" y="468499"/>
                </a:lnTo>
                <a:lnTo>
                  <a:pt x="567380" y="468823"/>
                </a:lnTo>
                <a:lnTo>
                  <a:pt x="566752" y="469156"/>
                </a:lnTo>
                <a:lnTo>
                  <a:pt x="566136" y="469499"/>
                </a:lnTo>
                <a:lnTo>
                  <a:pt x="565531" y="469851"/>
                </a:lnTo>
                <a:lnTo>
                  <a:pt x="564938" y="470212"/>
                </a:lnTo>
                <a:lnTo>
                  <a:pt x="564356" y="470583"/>
                </a:lnTo>
                <a:lnTo>
                  <a:pt x="563786" y="470964"/>
                </a:lnTo>
                <a:lnTo>
                  <a:pt x="563228" y="471353"/>
                </a:lnTo>
                <a:lnTo>
                  <a:pt x="562681" y="471753"/>
                </a:lnTo>
                <a:lnTo>
                  <a:pt x="562146" y="472161"/>
                </a:lnTo>
                <a:lnTo>
                  <a:pt x="561622" y="472579"/>
                </a:lnTo>
                <a:lnTo>
                  <a:pt x="561110" y="473007"/>
                </a:lnTo>
                <a:lnTo>
                  <a:pt x="560610" y="473444"/>
                </a:lnTo>
                <a:lnTo>
                  <a:pt x="560122" y="473890"/>
                </a:lnTo>
                <a:lnTo>
                  <a:pt x="559645" y="474346"/>
                </a:lnTo>
                <a:lnTo>
                  <a:pt x="559179" y="474812"/>
                </a:lnTo>
                <a:lnTo>
                  <a:pt x="558726" y="475286"/>
                </a:lnTo>
                <a:lnTo>
                  <a:pt x="558284" y="475771"/>
                </a:lnTo>
                <a:lnTo>
                  <a:pt x="557853" y="476264"/>
                </a:lnTo>
                <a:lnTo>
                  <a:pt x="557434" y="476767"/>
                </a:lnTo>
                <a:lnTo>
                  <a:pt x="557027" y="477280"/>
                </a:lnTo>
                <a:lnTo>
                  <a:pt x="556632" y="477802"/>
                </a:lnTo>
                <a:lnTo>
                  <a:pt x="556255" y="478332"/>
                </a:lnTo>
                <a:lnTo>
                  <a:pt x="555895" y="478868"/>
                </a:lnTo>
                <a:lnTo>
                  <a:pt x="555550" y="479411"/>
                </a:lnTo>
                <a:lnTo>
                  <a:pt x="555222" y="479961"/>
                </a:lnTo>
                <a:lnTo>
                  <a:pt x="554910" y="480517"/>
                </a:lnTo>
                <a:lnTo>
                  <a:pt x="554613" y="481080"/>
                </a:lnTo>
                <a:lnTo>
                  <a:pt x="554333" y="481650"/>
                </a:lnTo>
                <a:lnTo>
                  <a:pt x="554069" y="482226"/>
                </a:lnTo>
                <a:lnTo>
                  <a:pt x="553820" y="482808"/>
                </a:lnTo>
                <a:lnTo>
                  <a:pt x="553588" y="483397"/>
                </a:lnTo>
                <a:lnTo>
                  <a:pt x="553372" y="483993"/>
                </a:lnTo>
                <a:lnTo>
                  <a:pt x="553172" y="484596"/>
                </a:lnTo>
                <a:lnTo>
                  <a:pt x="552987" y="485204"/>
                </a:lnTo>
                <a:lnTo>
                  <a:pt x="552819" y="485820"/>
                </a:lnTo>
                <a:lnTo>
                  <a:pt x="552667" y="486442"/>
                </a:lnTo>
                <a:lnTo>
                  <a:pt x="552531" y="487071"/>
                </a:lnTo>
                <a:lnTo>
                  <a:pt x="552411" y="487706"/>
                </a:lnTo>
                <a:lnTo>
                  <a:pt x="552307" y="488348"/>
                </a:lnTo>
                <a:lnTo>
                  <a:pt x="552218" y="488996"/>
                </a:lnTo>
                <a:lnTo>
                  <a:pt x="552146" y="489651"/>
                </a:lnTo>
                <a:lnTo>
                  <a:pt x="552090" y="490313"/>
                </a:lnTo>
                <a:lnTo>
                  <a:pt x="552050" y="490981"/>
                </a:lnTo>
                <a:lnTo>
                  <a:pt x="552026" y="491656"/>
                </a:lnTo>
                <a:lnTo>
                  <a:pt x="552018" y="492337"/>
                </a:lnTo>
                <a:lnTo>
                  <a:pt x="552029" y="493169"/>
                </a:lnTo>
                <a:lnTo>
                  <a:pt x="552061" y="493989"/>
                </a:lnTo>
                <a:lnTo>
                  <a:pt x="552115" y="494797"/>
                </a:lnTo>
                <a:lnTo>
                  <a:pt x="552190" y="495594"/>
                </a:lnTo>
                <a:lnTo>
                  <a:pt x="552287" y="496379"/>
                </a:lnTo>
                <a:lnTo>
                  <a:pt x="552405" y="497152"/>
                </a:lnTo>
                <a:lnTo>
                  <a:pt x="552545" y="497914"/>
                </a:lnTo>
                <a:lnTo>
                  <a:pt x="552706" y="498664"/>
                </a:lnTo>
                <a:lnTo>
                  <a:pt x="552889" y="499403"/>
                </a:lnTo>
                <a:lnTo>
                  <a:pt x="553093" y="500129"/>
                </a:lnTo>
                <a:lnTo>
                  <a:pt x="553319" y="500845"/>
                </a:lnTo>
                <a:lnTo>
                  <a:pt x="553567" y="501548"/>
                </a:lnTo>
                <a:lnTo>
                  <a:pt x="553835" y="502240"/>
                </a:lnTo>
                <a:lnTo>
                  <a:pt x="554126" y="502921"/>
                </a:lnTo>
                <a:lnTo>
                  <a:pt x="554438" y="503589"/>
                </a:lnTo>
                <a:lnTo>
                  <a:pt x="554771" y="504247"/>
                </a:lnTo>
                <a:lnTo>
                  <a:pt x="555126" y="504892"/>
                </a:lnTo>
                <a:lnTo>
                  <a:pt x="555502" y="505526"/>
                </a:lnTo>
                <a:lnTo>
                  <a:pt x="555900" y="506148"/>
                </a:lnTo>
                <a:lnTo>
                  <a:pt x="556319" y="506759"/>
                </a:lnTo>
                <a:lnTo>
                  <a:pt x="556760" y="507358"/>
                </a:lnTo>
                <a:lnTo>
                  <a:pt x="557222" y="507945"/>
                </a:lnTo>
                <a:lnTo>
                  <a:pt x="557706" y="508521"/>
                </a:lnTo>
                <a:lnTo>
                  <a:pt x="558212" y="509085"/>
                </a:lnTo>
                <a:lnTo>
                  <a:pt x="558745" y="509632"/>
                </a:lnTo>
                <a:lnTo>
                  <a:pt x="559304" y="510167"/>
                </a:lnTo>
                <a:lnTo>
                  <a:pt x="559886" y="510689"/>
                </a:lnTo>
                <a:lnTo>
                  <a:pt x="560494" y="511200"/>
                </a:lnTo>
                <a:lnTo>
                  <a:pt x="561126" y="511699"/>
                </a:lnTo>
                <a:lnTo>
                  <a:pt x="561782" y="512185"/>
                </a:lnTo>
                <a:lnTo>
                  <a:pt x="562463" y="512660"/>
                </a:lnTo>
                <a:lnTo>
                  <a:pt x="563169" y="513122"/>
                </a:lnTo>
                <a:lnTo>
                  <a:pt x="563899" y="513573"/>
                </a:lnTo>
                <a:lnTo>
                  <a:pt x="564654" y="514011"/>
                </a:lnTo>
                <a:lnTo>
                  <a:pt x="565434" y="514437"/>
                </a:lnTo>
                <a:lnTo>
                  <a:pt x="566238" y="514852"/>
                </a:lnTo>
                <a:lnTo>
                  <a:pt x="567066" y="515254"/>
                </a:lnTo>
                <a:lnTo>
                  <a:pt x="567920" y="515644"/>
                </a:lnTo>
                <a:lnTo>
                  <a:pt x="568797" y="516022"/>
                </a:lnTo>
                <a:lnTo>
                  <a:pt x="569700" y="516388"/>
                </a:lnTo>
                <a:lnTo>
                  <a:pt x="570627" y="516741"/>
                </a:lnTo>
                <a:lnTo>
                  <a:pt x="571578" y="517083"/>
                </a:lnTo>
                <a:lnTo>
                  <a:pt x="572554" y="517413"/>
                </a:lnTo>
                <a:lnTo>
                  <a:pt x="573555" y="517731"/>
                </a:lnTo>
                <a:lnTo>
                  <a:pt x="574580" y="518036"/>
                </a:lnTo>
                <a:lnTo>
                  <a:pt x="575630" y="518330"/>
                </a:lnTo>
                <a:lnTo>
                  <a:pt x="576704" y="518611"/>
                </a:lnTo>
                <a:lnTo>
                  <a:pt x="577803" y="518880"/>
                </a:lnTo>
                <a:lnTo>
                  <a:pt x="593982" y="522672"/>
                </a:lnTo>
                <a:lnTo>
                  <a:pt x="594586" y="522818"/>
                </a:lnTo>
                <a:lnTo>
                  <a:pt x="595177" y="522969"/>
                </a:lnTo>
                <a:lnTo>
                  <a:pt x="595755" y="523127"/>
                </a:lnTo>
                <a:lnTo>
                  <a:pt x="596320" y="523290"/>
                </a:lnTo>
                <a:lnTo>
                  <a:pt x="596872" y="523460"/>
                </a:lnTo>
                <a:lnTo>
                  <a:pt x="597410" y="523636"/>
                </a:lnTo>
                <a:lnTo>
                  <a:pt x="597936" y="523818"/>
                </a:lnTo>
                <a:lnTo>
                  <a:pt x="598448" y="524006"/>
                </a:lnTo>
                <a:lnTo>
                  <a:pt x="598947" y="524201"/>
                </a:lnTo>
                <a:lnTo>
                  <a:pt x="599433" y="524401"/>
                </a:lnTo>
                <a:lnTo>
                  <a:pt x="599905" y="524608"/>
                </a:lnTo>
                <a:lnTo>
                  <a:pt x="600365" y="524821"/>
                </a:lnTo>
                <a:lnTo>
                  <a:pt x="600811" y="525040"/>
                </a:lnTo>
                <a:lnTo>
                  <a:pt x="601244" y="525265"/>
                </a:lnTo>
                <a:lnTo>
                  <a:pt x="601664" y="525496"/>
                </a:lnTo>
                <a:lnTo>
                  <a:pt x="602071" y="525734"/>
                </a:lnTo>
                <a:lnTo>
                  <a:pt x="602465" y="525977"/>
                </a:lnTo>
                <a:lnTo>
                  <a:pt x="602845" y="526227"/>
                </a:lnTo>
                <a:lnTo>
                  <a:pt x="603213" y="526483"/>
                </a:lnTo>
                <a:lnTo>
                  <a:pt x="603567" y="526745"/>
                </a:lnTo>
                <a:lnTo>
                  <a:pt x="603908" y="527013"/>
                </a:lnTo>
                <a:lnTo>
                  <a:pt x="604236" y="527287"/>
                </a:lnTo>
                <a:lnTo>
                  <a:pt x="604550" y="527568"/>
                </a:lnTo>
                <a:lnTo>
                  <a:pt x="604852" y="527855"/>
                </a:lnTo>
                <a:lnTo>
                  <a:pt x="605141" y="528142"/>
                </a:lnTo>
                <a:lnTo>
                  <a:pt x="605417" y="528435"/>
                </a:lnTo>
                <a:lnTo>
                  <a:pt x="605681" y="528733"/>
                </a:lnTo>
                <a:lnTo>
                  <a:pt x="605933" y="529038"/>
                </a:lnTo>
                <a:lnTo>
                  <a:pt x="606173" y="529348"/>
                </a:lnTo>
                <a:lnTo>
                  <a:pt x="606400" y="529664"/>
                </a:lnTo>
                <a:lnTo>
                  <a:pt x="606615" y="529985"/>
                </a:lnTo>
                <a:lnTo>
                  <a:pt x="606818" y="530312"/>
                </a:lnTo>
                <a:lnTo>
                  <a:pt x="607008" y="530645"/>
                </a:lnTo>
                <a:lnTo>
                  <a:pt x="607187" y="530984"/>
                </a:lnTo>
                <a:lnTo>
                  <a:pt x="607352" y="531328"/>
                </a:lnTo>
                <a:lnTo>
                  <a:pt x="607506" y="531678"/>
                </a:lnTo>
                <a:lnTo>
                  <a:pt x="607647" y="532034"/>
                </a:lnTo>
                <a:lnTo>
                  <a:pt x="607776" y="532395"/>
                </a:lnTo>
                <a:lnTo>
                  <a:pt x="607893" y="532762"/>
                </a:lnTo>
                <a:lnTo>
                  <a:pt x="607998" y="533135"/>
                </a:lnTo>
                <a:lnTo>
                  <a:pt x="608090" y="533514"/>
                </a:lnTo>
                <a:lnTo>
                  <a:pt x="608170" y="533898"/>
                </a:lnTo>
                <a:lnTo>
                  <a:pt x="608237" y="534288"/>
                </a:lnTo>
                <a:lnTo>
                  <a:pt x="608292" y="534683"/>
                </a:lnTo>
                <a:lnTo>
                  <a:pt x="608335" y="535085"/>
                </a:lnTo>
                <a:lnTo>
                  <a:pt x="608366" y="535492"/>
                </a:lnTo>
                <a:lnTo>
                  <a:pt x="608385" y="535905"/>
                </a:lnTo>
                <a:lnTo>
                  <a:pt x="608391" y="536323"/>
                </a:lnTo>
                <a:lnTo>
                  <a:pt x="608380" y="536841"/>
                </a:lnTo>
                <a:lnTo>
                  <a:pt x="608348" y="537354"/>
                </a:lnTo>
                <a:lnTo>
                  <a:pt x="608294" y="537860"/>
                </a:lnTo>
                <a:lnTo>
                  <a:pt x="608219" y="538359"/>
                </a:lnTo>
                <a:lnTo>
                  <a:pt x="608122" y="538853"/>
                </a:lnTo>
                <a:lnTo>
                  <a:pt x="608004" y="539341"/>
                </a:lnTo>
                <a:lnTo>
                  <a:pt x="607864" y="539822"/>
                </a:lnTo>
                <a:lnTo>
                  <a:pt x="607703" y="540297"/>
                </a:lnTo>
                <a:lnTo>
                  <a:pt x="607520" y="540767"/>
                </a:lnTo>
                <a:lnTo>
                  <a:pt x="607316" y="541230"/>
                </a:lnTo>
                <a:lnTo>
                  <a:pt x="607090" y="541687"/>
                </a:lnTo>
                <a:lnTo>
                  <a:pt x="606842" y="542137"/>
                </a:lnTo>
                <a:lnTo>
                  <a:pt x="606574" y="542582"/>
                </a:lnTo>
                <a:lnTo>
                  <a:pt x="606283" y="543020"/>
                </a:lnTo>
                <a:lnTo>
                  <a:pt x="605972" y="543453"/>
                </a:lnTo>
                <a:lnTo>
                  <a:pt x="605638" y="543879"/>
                </a:lnTo>
                <a:lnTo>
                  <a:pt x="605283" y="544299"/>
                </a:lnTo>
                <a:lnTo>
                  <a:pt x="604907" y="544713"/>
                </a:lnTo>
                <a:lnTo>
                  <a:pt x="604509" y="545120"/>
                </a:lnTo>
                <a:lnTo>
                  <a:pt x="604090" y="545522"/>
                </a:lnTo>
                <a:lnTo>
                  <a:pt x="603649" y="545917"/>
                </a:lnTo>
                <a:lnTo>
                  <a:pt x="603187" y="546307"/>
                </a:lnTo>
                <a:lnTo>
                  <a:pt x="602703" y="546690"/>
                </a:lnTo>
                <a:lnTo>
                  <a:pt x="602197" y="547067"/>
                </a:lnTo>
                <a:lnTo>
                  <a:pt x="601679" y="547428"/>
                </a:lnTo>
                <a:lnTo>
                  <a:pt x="601146" y="547773"/>
                </a:lnTo>
                <a:lnTo>
                  <a:pt x="600598" y="548104"/>
                </a:lnTo>
                <a:lnTo>
                  <a:pt x="600035" y="548418"/>
                </a:lnTo>
                <a:lnTo>
                  <a:pt x="599457" y="548718"/>
                </a:lnTo>
                <a:lnTo>
                  <a:pt x="598864" y="549002"/>
                </a:lnTo>
                <a:lnTo>
                  <a:pt x="598256" y="549271"/>
                </a:lnTo>
                <a:lnTo>
                  <a:pt x="597633" y="549524"/>
                </a:lnTo>
                <a:lnTo>
                  <a:pt x="596995" y="549762"/>
                </a:lnTo>
                <a:lnTo>
                  <a:pt x="596343" y="549985"/>
                </a:lnTo>
                <a:lnTo>
                  <a:pt x="595675" y="550193"/>
                </a:lnTo>
                <a:lnTo>
                  <a:pt x="594993" y="550385"/>
                </a:lnTo>
                <a:lnTo>
                  <a:pt x="594296" y="550561"/>
                </a:lnTo>
                <a:lnTo>
                  <a:pt x="593583" y="550723"/>
                </a:lnTo>
                <a:lnTo>
                  <a:pt x="592856" y="550868"/>
                </a:lnTo>
                <a:lnTo>
                  <a:pt x="592114" y="550999"/>
                </a:lnTo>
                <a:lnTo>
                  <a:pt x="591357" y="551114"/>
                </a:lnTo>
                <a:lnTo>
                  <a:pt x="590585" y="551214"/>
                </a:lnTo>
                <a:lnTo>
                  <a:pt x="589798" y="551299"/>
                </a:lnTo>
                <a:lnTo>
                  <a:pt x="588996" y="551368"/>
                </a:lnTo>
                <a:lnTo>
                  <a:pt x="588179" y="551421"/>
                </a:lnTo>
                <a:lnTo>
                  <a:pt x="587348" y="551460"/>
                </a:lnTo>
                <a:lnTo>
                  <a:pt x="586501" y="551483"/>
                </a:lnTo>
                <a:lnTo>
                  <a:pt x="585640" y="551491"/>
                </a:lnTo>
                <a:lnTo>
                  <a:pt x="584882" y="551484"/>
                </a:lnTo>
                <a:lnTo>
                  <a:pt x="584136" y="551463"/>
                </a:lnTo>
                <a:lnTo>
                  <a:pt x="583403" y="551429"/>
                </a:lnTo>
                <a:lnTo>
                  <a:pt x="582682" y="551382"/>
                </a:lnTo>
                <a:lnTo>
                  <a:pt x="581972" y="551320"/>
                </a:lnTo>
                <a:lnTo>
                  <a:pt x="581275" y="551246"/>
                </a:lnTo>
                <a:lnTo>
                  <a:pt x="580590" y="551157"/>
                </a:lnTo>
                <a:lnTo>
                  <a:pt x="579917" y="551055"/>
                </a:lnTo>
                <a:lnTo>
                  <a:pt x="579256" y="550940"/>
                </a:lnTo>
                <a:lnTo>
                  <a:pt x="578607" y="550810"/>
                </a:lnTo>
                <a:lnTo>
                  <a:pt x="577970" y="550667"/>
                </a:lnTo>
                <a:lnTo>
                  <a:pt x="577345" y="550511"/>
                </a:lnTo>
                <a:lnTo>
                  <a:pt x="576732" y="550341"/>
                </a:lnTo>
                <a:lnTo>
                  <a:pt x="576131" y="550157"/>
                </a:lnTo>
                <a:lnTo>
                  <a:pt x="575543" y="549960"/>
                </a:lnTo>
                <a:lnTo>
                  <a:pt x="574966" y="549749"/>
                </a:lnTo>
                <a:lnTo>
                  <a:pt x="574402" y="549525"/>
                </a:lnTo>
                <a:lnTo>
                  <a:pt x="573849" y="549287"/>
                </a:lnTo>
                <a:lnTo>
                  <a:pt x="573309" y="549035"/>
                </a:lnTo>
                <a:lnTo>
                  <a:pt x="572781" y="548770"/>
                </a:lnTo>
                <a:lnTo>
                  <a:pt x="572264" y="548491"/>
                </a:lnTo>
                <a:lnTo>
                  <a:pt x="571760" y="548198"/>
                </a:lnTo>
                <a:lnTo>
                  <a:pt x="571268" y="547892"/>
                </a:lnTo>
                <a:lnTo>
                  <a:pt x="570788" y="547572"/>
                </a:lnTo>
                <a:lnTo>
                  <a:pt x="570326" y="547239"/>
                </a:lnTo>
                <a:lnTo>
                  <a:pt x="569876" y="546892"/>
                </a:lnTo>
                <a:lnTo>
                  <a:pt x="569438" y="546531"/>
                </a:lnTo>
                <a:lnTo>
                  <a:pt x="569013" y="546157"/>
                </a:lnTo>
                <a:lnTo>
                  <a:pt x="568601" y="545770"/>
                </a:lnTo>
                <a:lnTo>
                  <a:pt x="568201" y="545368"/>
                </a:lnTo>
                <a:lnTo>
                  <a:pt x="567813" y="544953"/>
                </a:lnTo>
                <a:lnTo>
                  <a:pt x="567439" y="544525"/>
                </a:lnTo>
                <a:lnTo>
                  <a:pt x="567076" y="544083"/>
                </a:lnTo>
                <a:lnTo>
                  <a:pt x="566726" y="543627"/>
                </a:lnTo>
                <a:lnTo>
                  <a:pt x="566389" y="543157"/>
                </a:lnTo>
                <a:lnTo>
                  <a:pt x="566064" y="542674"/>
                </a:lnTo>
                <a:lnTo>
                  <a:pt x="565752" y="542178"/>
                </a:lnTo>
                <a:lnTo>
                  <a:pt x="565452" y="541668"/>
                </a:lnTo>
                <a:lnTo>
                  <a:pt x="565164" y="541144"/>
                </a:lnTo>
                <a:lnTo>
                  <a:pt x="564890" y="540606"/>
                </a:lnTo>
                <a:lnTo>
                  <a:pt x="564627" y="540055"/>
                </a:lnTo>
                <a:lnTo>
                  <a:pt x="564377" y="539491"/>
                </a:lnTo>
                <a:lnTo>
                  <a:pt x="564140" y="538913"/>
                </a:lnTo>
                <a:lnTo>
                  <a:pt x="563915" y="538321"/>
                </a:lnTo>
                <a:lnTo>
                  <a:pt x="563703" y="537715"/>
                </a:lnTo>
                <a:lnTo>
                  <a:pt x="563503" y="537096"/>
                </a:lnTo>
                <a:lnTo>
                  <a:pt x="563316" y="536464"/>
                </a:lnTo>
                <a:lnTo>
                  <a:pt x="563141" y="535817"/>
                </a:lnTo>
                <a:lnTo>
                  <a:pt x="548985" y="539357"/>
                </a:lnTo>
                <a:lnTo>
                  <a:pt x="549213" y="540378"/>
                </a:lnTo>
                <a:lnTo>
                  <a:pt x="549466" y="541380"/>
                </a:lnTo>
                <a:lnTo>
                  <a:pt x="549744" y="542360"/>
                </a:lnTo>
                <a:lnTo>
                  <a:pt x="550047" y="543320"/>
                </a:lnTo>
                <a:lnTo>
                  <a:pt x="550374" y="544260"/>
                </a:lnTo>
                <a:lnTo>
                  <a:pt x="550727" y="545179"/>
                </a:lnTo>
                <a:lnTo>
                  <a:pt x="551104" y="546077"/>
                </a:lnTo>
                <a:lnTo>
                  <a:pt x="551506" y="546954"/>
                </a:lnTo>
                <a:lnTo>
                  <a:pt x="551932" y="547811"/>
                </a:lnTo>
                <a:lnTo>
                  <a:pt x="552384" y="548648"/>
                </a:lnTo>
                <a:lnTo>
                  <a:pt x="552860" y="549463"/>
                </a:lnTo>
                <a:lnTo>
                  <a:pt x="553361" y="550258"/>
                </a:lnTo>
                <a:lnTo>
                  <a:pt x="553887" y="551033"/>
                </a:lnTo>
                <a:lnTo>
                  <a:pt x="554438" y="551786"/>
                </a:lnTo>
                <a:lnTo>
                  <a:pt x="555013" y="552519"/>
                </a:lnTo>
                <a:lnTo>
                  <a:pt x="555614" y="553232"/>
                </a:lnTo>
                <a:lnTo>
                  <a:pt x="556239" y="553924"/>
                </a:lnTo>
                <a:lnTo>
                  <a:pt x="556888" y="554595"/>
                </a:lnTo>
                <a:lnTo>
                  <a:pt x="557563" y="555246"/>
                </a:lnTo>
                <a:lnTo>
                  <a:pt x="558263" y="555876"/>
                </a:lnTo>
                <a:lnTo>
                  <a:pt x="558987" y="556485"/>
                </a:lnTo>
                <a:lnTo>
                  <a:pt x="559736" y="557074"/>
                </a:lnTo>
                <a:lnTo>
                  <a:pt x="560510" y="557642"/>
                </a:lnTo>
                <a:lnTo>
                  <a:pt x="561308" y="558190"/>
                </a:lnTo>
                <a:lnTo>
                  <a:pt x="562128" y="558715"/>
                </a:lnTo>
                <a:lnTo>
                  <a:pt x="562966" y="559219"/>
                </a:lnTo>
                <a:lnTo>
                  <a:pt x="563821" y="559700"/>
                </a:lnTo>
                <a:lnTo>
                  <a:pt x="564695" y="560159"/>
                </a:lnTo>
                <a:lnTo>
                  <a:pt x="565586" y="560596"/>
                </a:lnTo>
                <a:lnTo>
                  <a:pt x="566495" y="561010"/>
                </a:lnTo>
                <a:lnTo>
                  <a:pt x="567421" y="561401"/>
                </a:lnTo>
                <a:lnTo>
                  <a:pt x="568365" y="561771"/>
                </a:lnTo>
                <a:lnTo>
                  <a:pt x="569328" y="562118"/>
                </a:lnTo>
                <a:lnTo>
                  <a:pt x="570307" y="562442"/>
                </a:lnTo>
                <a:lnTo>
                  <a:pt x="571305" y="562744"/>
                </a:lnTo>
                <a:lnTo>
                  <a:pt x="572321" y="563024"/>
                </a:lnTo>
                <a:lnTo>
                  <a:pt x="573354" y="563282"/>
                </a:lnTo>
                <a:lnTo>
                  <a:pt x="574405" y="563517"/>
                </a:lnTo>
                <a:lnTo>
                  <a:pt x="575474" y="563729"/>
                </a:lnTo>
                <a:lnTo>
                  <a:pt x="576560" y="563919"/>
                </a:lnTo>
                <a:lnTo>
                  <a:pt x="577664" y="564087"/>
                </a:lnTo>
                <a:lnTo>
                  <a:pt x="578787" y="564233"/>
                </a:lnTo>
                <a:lnTo>
                  <a:pt x="579926" y="564356"/>
                </a:lnTo>
                <a:lnTo>
                  <a:pt x="581084" y="564457"/>
                </a:lnTo>
                <a:lnTo>
                  <a:pt x="582259" y="564535"/>
                </a:lnTo>
                <a:lnTo>
                  <a:pt x="583453" y="564591"/>
                </a:lnTo>
                <a:lnTo>
                  <a:pt x="584664" y="564625"/>
                </a:lnTo>
                <a:lnTo>
                  <a:pt x="585892" y="564636"/>
                </a:lnTo>
                <a:lnTo>
                  <a:pt x="586830" y="564629"/>
                </a:lnTo>
                <a:lnTo>
                  <a:pt x="587758" y="564609"/>
                </a:lnTo>
                <a:lnTo>
                  <a:pt x="588677" y="564576"/>
                </a:lnTo>
                <a:lnTo>
                  <a:pt x="589586" y="564530"/>
                </a:lnTo>
                <a:lnTo>
                  <a:pt x="590485" y="564471"/>
                </a:lnTo>
                <a:lnTo>
                  <a:pt x="591375" y="564399"/>
                </a:lnTo>
                <a:lnTo>
                  <a:pt x="592255" y="564313"/>
                </a:lnTo>
                <a:lnTo>
                  <a:pt x="593125" y="564214"/>
                </a:lnTo>
                <a:lnTo>
                  <a:pt x="593986" y="564102"/>
                </a:lnTo>
                <a:lnTo>
                  <a:pt x="594837" y="563977"/>
                </a:lnTo>
                <a:lnTo>
                  <a:pt x="595678" y="563839"/>
                </a:lnTo>
                <a:lnTo>
                  <a:pt x="596510" y="563688"/>
                </a:lnTo>
                <a:lnTo>
                  <a:pt x="597332" y="563523"/>
                </a:lnTo>
                <a:lnTo>
                  <a:pt x="598144" y="563345"/>
                </a:lnTo>
                <a:lnTo>
                  <a:pt x="598947" y="563155"/>
                </a:lnTo>
                <a:lnTo>
                  <a:pt x="599740" y="562950"/>
                </a:lnTo>
                <a:lnTo>
                  <a:pt x="600523" y="562733"/>
                </a:lnTo>
                <a:lnTo>
                  <a:pt x="601297" y="562503"/>
                </a:lnTo>
                <a:lnTo>
                  <a:pt x="602061" y="562259"/>
                </a:lnTo>
                <a:lnTo>
                  <a:pt x="602815" y="562002"/>
                </a:lnTo>
                <a:lnTo>
                  <a:pt x="603560" y="561733"/>
                </a:lnTo>
                <a:lnTo>
                  <a:pt x="604295" y="561450"/>
                </a:lnTo>
                <a:lnTo>
                  <a:pt x="605021" y="561153"/>
                </a:lnTo>
                <a:lnTo>
                  <a:pt x="605737" y="560844"/>
                </a:lnTo>
                <a:lnTo>
                  <a:pt x="606441" y="560523"/>
                </a:lnTo>
                <a:lnTo>
                  <a:pt x="607132" y="560193"/>
                </a:lnTo>
                <a:lnTo>
                  <a:pt x="607810" y="559852"/>
                </a:lnTo>
                <a:lnTo>
                  <a:pt x="608475" y="559503"/>
                </a:lnTo>
                <a:lnTo>
                  <a:pt x="609127" y="559143"/>
                </a:lnTo>
                <a:lnTo>
                  <a:pt x="609765" y="558774"/>
                </a:lnTo>
                <a:lnTo>
                  <a:pt x="610391" y="558395"/>
                </a:lnTo>
                <a:lnTo>
                  <a:pt x="611003" y="558007"/>
                </a:lnTo>
                <a:lnTo>
                  <a:pt x="611602" y="557609"/>
                </a:lnTo>
                <a:lnTo>
                  <a:pt x="612188" y="557201"/>
                </a:lnTo>
                <a:lnTo>
                  <a:pt x="612761" y="556784"/>
                </a:lnTo>
                <a:lnTo>
                  <a:pt x="613320" y="556357"/>
                </a:lnTo>
                <a:lnTo>
                  <a:pt x="613867" y="555920"/>
                </a:lnTo>
                <a:lnTo>
                  <a:pt x="614400" y="555474"/>
                </a:lnTo>
                <a:lnTo>
                  <a:pt x="614920" y="555018"/>
                </a:lnTo>
                <a:lnTo>
                  <a:pt x="615427" y="554552"/>
                </a:lnTo>
                <a:lnTo>
                  <a:pt x="615921" y="554077"/>
                </a:lnTo>
                <a:lnTo>
                  <a:pt x="616401" y="553592"/>
                </a:lnTo>
                <a:lnTo>
                  <a:pt x="616869" y="553097"/>
                </a:lnTo>
                <a:lnTo>
                  <a:pt x="617323" y="552593"/>
                </a:lnTo>
                <a:lnTo>
                  <a:pt x="617764" y="552079"/>
                </a:lnTo>
                <a:lnTo>
                  <a:pt x="618192" y="551555"/>
                </a:lnTo>
                <a:lnTo>
                  <a:pt x="618607" y="551022"/>
                </a:lnTo>
                <a:lnTo>
                  <a:pt x="619008" y="550479"/>
                </a:lnTo>
                <a:lnTo>
                  <a:pt x="619400" y="549929"/>
                </a:lnTo>
                <a:lnTo>
                  <a:pt x="619775" y="549372"/>
                </a:lnTo>
                <a:lnTo>
                  <a:pt x="620134" y="548809"/>
                </a:lnTo>
                <a:lnTo>
                  <a:pt x="620476" y="548239"/>
                </a:lnTo>
                <a:lnTo>
                  <a:pt x="620801" y="547664"/>
                </a:lnTo>
                <a:lnTo>
                  <a:pt x="621109" y="547082"/>
                </a:lnTo>
                <a:lnTo>
                  <a:pt x="621401" y="546495"/>
                </a:lnTo>
                <a:lnTo>
                  <a:pt x="621676" y="545901"/>
                </a:lnTo>
                <a:lnTo>
                  <a:pt x="621935" y="545301"/>
                </a:lnTo>
                <a:lnTo>
                  <a:pt x="622177" y="544695"/>
                </a:lnTo>
                <a:lnTo>
                  <a:pt x="622402" y="544083"/>
                </a:lnTo>
                <a:lnTo>
                  <a:pt x="622610" y="543464"/>
                </a:lnTo>
                <a:lnTo>
                  <a:pt x="622802" y="542840"/>
                </a:lnTo>
                <a:lnTo>
                  <a:pt x="622977" y="542209"/>
                </a:lnTo>
                <a:lnTo>
                  <a:pt x="623136" y="541572"/>
                </a:lnTo>
                <a:lnTo>
                  <a:pt x="623277" y="540929"/>
                </a:lnTo>
                <a:lnTo>
                  <a:pt x="623403" y="540280"/>
                </a:lnTo>
                <a:lnTo>
                  <a:pt x="623511" y="539625"/>
                </a:lnTo>
                <a:lnTo>
                  <a:pt x="623603" y="538964"/>
                </a:lnTo>
                <a:lnTo>
                  <a:pt x="623678" y="538296"/>
                </a:lnTo>
                <a:lnTo>
                  <a:pt x="623736" y="537623"/>
                </a:lnTo>
                <a:lnTo>
                  <a:pt x="623778" y="536943"/>
                </a:lnTo>
                <a:lnTo>
                  <a:pt x="623803" y="536257"/>
                </a:lnTo>
                <a:lnTo>
                  <a:pt x="623811" y="535565"/>
                </a:lnTo>
                <a:lnTo>
                  <a:pt x="623800" y="534723"/>
                </a:lnTo>
                <a:lnTo>
                  <a:pt x="623767" y="533895"/>
                </a:lnTo>
                <a:lnTo>
                  <a:pt x="623711" y="533079"/>
                </a:lnTo>
                <a:lnTo>
                  <a:pt x="623634" y="532277"/>
                </a:lnTo>
                <a:lnTo>
                  <a:pt x="623534" y="531487"/>
                </a:lnTo>
                <a:lnTo>
                  <a:pt x="623412" y="530710"/>
                </a:lnTo>
                <a:lnTo>
                  <a:pt x="623268" y="529947"/>
                </a:lnTo>
                <a:lnTo>
                  <a:pt x="623102" y="529196"/>
                </a:lnTo>
                <a:lnTo>
                  <a:pt x="622914" y="528458"/>
                </a:lnTo>
                <a:lnTo>
                  <a:pt x="622703" y="527733"/>
                </a:lnTo>
                <a:lnTo>
                  <a:pt x="622470" y="527021"/>
                </a:lnTo>
                <a:lnTo>
                  <a:pt x="622215" y="526322"/>
                </a:lnTo>
                <a:lnTo>
                  <a:pt x="621938" y="525636"/>
                </a:lnTo>
                <a:lnTo>
                  <a:pt x="621639" y="524963"/>
                </a:lnTo>
                <a:lnTo>
                  <a:pt x="621318" y="524303"/>
                </a:lnTo>
                <a:lnTo>
                  <a:pt x="620974" y="523655"/>
                </a:lnTo>
                <a:lnTo>
                  <a:pt x="620609" y="523021"/>
                </a:lnTo>
                <a:lnTo>
                  <a:pt x="620221" y="522400"/>
                </a:lnTo>
                <a:lnTo>
                  <a:pt x="619811" y="521791"/>
                </a:lnTo>
                <a:lnTo>
                  <a:pt x="619379" y="521196"/>
                </a:lnTo>
                <a:lnTo>
                  <a:pt x="618924" y="520613"/>
                </a:lnTo>
                <a:lnTo>
                  <a:pt x="618448" y="520044"/>
                </a:lnTo>
                <a:lnTo>
                  <a:pt x="617949" y="519487"/>
                </a:lnTo>
                <a:lnTo>
                  <a:pt x="617428" y="518944"/>
                </a:lnTo>
                <a:lnTo>
                  <a:pt x="616885" y="518407"/>
                </a:lnTo>
                <a:lnTo>
                  <a:pt x="616318" y="517882"/>
                </a:lnTo>
                <a:lnTo>
                  <a:pt x="615729" y="517369"/>
                </a:lnTo>
                <a:lnTo>
                  <a:pt x="615116" y="516867"/>
                </a:lnTo>
                <a:lnTo>
                  <a:pt x="614481" y="516377"/>
                </a:lnTo>
                <a:lnTo>
                  <a:pt x="613822" y="515898"/>
                </a:lnTo>
                <a:lnTo>
                  <a:pt x="613140" y="515431"/>
                </a:lnTo>
                <a:lnTo>
                  <a:pt x="612436" y="514976"/>
                </a:lnTo>
                <a:lnTo>
                  <a:pt x="611708" y="514533"/>
                </a:lnTo>
                <a:lnTo>
                  <a:pt x="610957" y="514101"/>
                </a:lnTo>
                <a:lnTo>
                  <a:pt x="610183" y="513680"/>
                </a:lnTo>
                <a:lnTo>
                  <a:pt x="609386" y="513272"/>
                </a:lnTo>
                <a:lnTo>
                  <a:pt x="608566" y="512875"/>
                </a:lnTo>
                <a:lnTo>
                  <a:pt x="607723" y="512489"/>
                </a:lnTo>
                <a:lnTo>
                  <a:pt x="606857" y="512115"/>
                </a:lnTo>
                <a:lnTo>
                  <a:pt x="605968" y="511753"/>
                </a:lnTo>
                <a:lnTo>
                  <a:pt x="605056" y="511403"/>
                </a:lnTo>
                <a:lnTo>
                  <a:pt x="604121" y="511064"/>
                </a:lnTo>
                <a:lnTo>
                  <a:pt x="603163" y="510736"/>
                </a:lnTo>
                <a:lnTo>
                  <a:pt x="602182" y="510421"/>
                </a:lnTo>
                <a:lnTo>
                  <a:pt x="601177" y="510117"/>
                </a:lnTo>
                <a:lnTo>
                  <a:pt x="600150" y="509824"/>
                </a:lnTo>
                <a:lnTo>
                  <a:pt x="599100" y="509543"/>
                </a:lnTo>
                <a:lnTo>
                  <a:pt x="598026" y="509274"/>
                </a:lnTo>
                <a:lnTo>
                  <a:pt x="583617" y="505735"/>
                </a:lnTo>
                <a:lnTo>
                  <a:pt x="582909" y="505554"/>
                </a:lnTo>
                <a:lnTo>
                  <a:pt x="582216" y="505370"/>
                </a:lnTo>
                <a:lnTo>
                  <a:pt x="581540" y="505181"/>
                </a:lnTo>
                <a:lnTo>
                  <a:pt x="580879" y="504989"/>
                </a:lnTo>
                <a:lnTo>
                  <a:pt x="580234" y="504793"/>
                </a:lnTo>
                <a:lnTo>
                  <a:pt x="579604" y="504594"/>
                </a:lnTo>
                <a:lnTo>
                  <a:pt x="578991" y="504390"/>
                </a:lnTo>
                <a:lnTo>
                  <a:pt x="578393" y="504183"/>
                </a:lnTo>
                <a:lnTo>
                  <a:pt x="577811" y="503973"/>
                </a:lnTo>
                <a:lnTo>
                  <a:pt x="577245" y="503758"/>
                </a:lnTo>
                <a:lnTo>
                  <a:pt x="576694" y="503540"/>
                </a:lnTo>
                <a:lnTo>
                  <a:pt x="576160" y="503318"/>
                </a:lnTo>
                <a:lnTo>
                  <a:pt x="575641" y="503092"/>
                </a:lnTo>
                <a:lnTo>
                  <a:pt x="575138" y="502863"/>
                </a:lnTo>
                <a:lnTo>
                  <a:pt x="574651" y="502630"/>
                </a:lnTo>
                <a:lnTo>
                  <a:pt x="574180" y="502393"/>
                </a:lnTo>
                <a:lnTo>
                  <a:pt x="573724" y="502152"/>
                </a:lnTo>
                <a:lnTo>
                  <a:pt x="573284" y="501908"/>
                </a:lnTo>
                <a:lnTo>
                  <a:pt x="572860" y="501660"/>
                </a:lnTo>
                <a:lnTo>
                  <a:pt x="572452" y="501408"/>
                </a:lnTo>
                <a:lnTo>
                  <a:pt x="572060" y="501152"/>
                </a:lnTo>
                <a:lnTo>
                  <a:pt x="571683" y="500893"/>
                </a:lnTo>
                <a:lnTo>
                  <a:pt x="571323" y="500630"/>
                </a:lnTo>
                <a:lnTo>
                  <a:pt x="570978" y="500363"/>
                </a:lnTo>
                <a:lnTo>
                  <a:pt x="570648" y="500091"/>
                </a:lnTo>
                <a:lnTo>
                  <a:pt x="570332" y="499810"/>
                </a:lnTo>
                <a:lnTo>
                  <a:pt x="570030" y="499521"/>
                </a:lnTo>
                <a:lnTo>
                  <a:pt x="569742" y="499224"/>
                </a:lnTo>
                <a:lnTo>
                  <a:pt x="569468" y="498919"/>
                </a:lnTo>
                <a:lnTo>
                  <a:pt x="569208" y="498606"/>
                </a:lnTo>
                <a:lnTo>
                  <a:pt x="568962" y="498284"/>
                </a:lnTo>
                <a:lnTo>
                  <a:pt x="568731" y="497955"/>
                </a:lnTo>
                <a:lnTo>
                  <a:pt x="568513" y="497617"/>
                </a:lnTo>
                <a:lnTo>
                  <a:pt x="568309" y="497272"/>
                </a:lnTo>
                <a:lnTo>
                  <a:pt x="568120" y="496918"/>
                </a:lnTo>
                <a:lnTo>
                  <a:pt x="567944" y="496556"/>
                </a:lnTo>
                <a:lnTo>
                  <a:pt x="567783" y="496186"/>
                </a:lnTo>
                <a:lnTo>
                  <a:pt x="567635" y="495807"/>
                </a:lnTo>
                <a:lnTo>
                  <a:pt x="567502" y="495421"/>
                </a:lnTo>
                <a:lnTo>
                  <a:pt x="567382" y="495027"/>
                </a:lnTo>
                <a:lnTo>
                  <a:pt x="567277" y="494624"/>
                </a:lnTo>
                <a:lnTo>
                  <a:pt x="567186" y="494213"/>
                </a:lnTo>
                <a:lnTo>
                  <a:pt x="567109" y="493795"/>
                </a:lnTo>
                <a:lnTo>
                  <a:pt x="567045" y="493368"/>
                </a:lnTo>
                <a:lnTo>
                  <a:pt x="566996" y="492933"/>
                </a:lnTo>
                <a:lnTo>
                  <a:pt x="566961" y="492490"/>
                </a:lnTo>
                <a:lnTo>
                  <a:pt x="566940" y="492038"/>
                </a:lnTo>
                <a:lnTo>
                  <a:pt x="566933" y="491579"/>
                </a:lnTo>
                <a:lnTo>
                  <a:pt x="566943" y="491061"/>
                </a:lnTo>
                <a:lnTo>
                  <a:pt x="566974" y="490551"/>
                </a:lnTo>
                <a:lnTo>
                  <a:pt x="567025" y="490049"/>
                </a:lnTo>
                <a:lnTo>
                  <a:pt x="567096" y="489555"/>
                </a:lnTo>
                <a:lnTo>
                  <a:pt x="567188" y="489068"/>
                </a:lnTo>
                <a:lnTo>
                  <a:pt x="567300" y="488589"/>
                </a:lnTo>
                <a:lnTo>
                  <a:pt x="567433" y="488117"/>
                </a:lnTo>
                <a:lnTo>
                  <a:pt x="567586" y="487654"/>
                </a:lnTo>
                <a:lnTo>
                  <a:pt x="567759" y="487197"/>
                </a:lnTo>
                <a:lnTo>
                  <a:pt x="567953" y="486749"/>
                </a:lnTo>
                <a:lnTo>
                  <a:pt x="568168" y="486308"/>
                </a:lnTo>
                <a:lnTo>
                  <a:pt x="568402" y="485875"/>
                </a:lnTo>
                <a:lnTo>
                  <a:pt x="568657" y="485450"/>
                </a:lnTo>
                <a:lnTo>
                  <a:pt x="568933" y="485032"/>
                </a:lnTo>
                <a:lnTo>
                  <a:pt x="569229" y="484622"/>
                </a:lnTo>
                <a:lnTo>
                  <a:pt x="569545" y="484220"/>
                </a:lnTo>
                <a:lnTo>
                  <a:pt x="569882" y="483825"/>
                </a:lnTo>
                <a:lnTo>
                  <a:pt x="570239" y="483438"/>
                </a:lnTo>
                <a:lnTo>
                  <a:pt x="570617" y="483059"/>
                </a:lnTo>
                <a:lnTo>
                  <a:pt x="571014" y="482687"/>
                </a:lnTo>
                <a:lnTo>
                  <a:pt x="571433" y="482323"/>
                </a:lnTo>
                <a:lnTo>
                  <a:pt x="571872" y="481967"/>
                </a:lnTo>
                <a:lnTo>
                  <a:pt x="572331" y="481619"/>
                </a:lnTo>
                <a:lnTo>
                  <a:pt x="572810" y="481278"/>
                </a:lnTo>
                <a:lnTo>
                  <a:pt x="573311" y="480942"/>
                </a:lnTo>
                <a:lnTo>
                  <a:pt x="573821" y="480622"/>
                </a:lnTo>
                <a:lnTo>
                  <a:pt x="574342" y="480315"/>
                </a:lnTo>
                <a:lnTo>
                  <a:pt x="574873" y="480022"/>
                </a:lnTo>
                <a:lnTo>
                  <a:pt x="575415" y="479744"/>
                </a:lnTo>
                <a:lnTo>
                  <a:pt x="575966" y="479480"/>
                </a:lnTo>
                <a:lnTo>
                  <a:pt x="576528" y="479231"/>
                </a:lnTo>
                <a:lnTo>
                  <a:pt x="577101" y="478995"/>
                </a:lnTo>
                <a:lnTo>
                  <a:pt x="577684" y="478774"/>
                </a:lnTo>
                <a:lnTo>
                  <a:pt x="578277" y="478568"/>
                </a:lnTo>
                <a:lnTo>
                  <a:pt x="578880" y="478375"/>
                </a:lnTo>
                <a:lnTo>
                  <a:pt x="579494" y="478197"/>
                </a:lnTo>
                <a:lnTo>
                  <a:pt x="580118" y="478033"/>
                </a:lnTo>
                <a:lnTo>
                  <a:pt x="580752" y="477883"/>
                </a:lnTo>
                <a:lnTo>
                  <a:pt x="581396" y="477747"/>
                </a:lnTo>
                <a:lnTo>
                  <a:pt x="582051" y="477626"/>
                </a:lnTo>
                <a:lnTo>
                  <a:pt x="582717" y="477519"/>
                </a:lnTo>
                <a:lnTo>
                  <a:pt x="583392" y="477427"/>
                </a:lnTo>
                <a:lnTo>
                  <a:pt x="584078" y="477348"/>
                </a:lnTo>
                <a:lnTo>
                  <a:pt x="584774" y="477284"/>
                </a:lnTo>
                <a:lnTo>
                  <a:pt x="585481" y="477234"/>
                </a:lnTo>
                <a:lnTo>
                  <a:pt x="586197" y="477198"/>
                </a:lnTo>
                <a:lnTo>
                  <a:pt x="586924" y="477177"/>
                </a:lnTo>
                <a:lnTo>
                  <a:pt x="587662" y="477170"/>
                </a:lnTo>
                <a:lnTo>
                  <a:pt x="588200" y="477173"/>
                </a:lnTo>
                <a:lnTo>
                  <a:pt x="588731" y="477184"/>
                </a:lnTo>
                <a:lnTo>
                  <a:pt x="589253" y="477202"/>
                </a:lnTo>
                <a:lnTo>
                  <a:pt x="589767" y="477228"/>
                </a:lnTo>
                <a:lnTo>
                  <a:pt x="590273" y="477260"/>
                </a:lnTo>
                <a:lnTo>
                  <a:pt x="590770" y="477300"/>
                </a:lnTo>
                <a:lnTo>
                  <a:pt x="591260" y="477347"/>
                </a:lnTo>
                <a:lnTo>
                  <a:pt x="591742" y="477401"/>
                </a:lnTo>
                <a:lnTo>
                  <a:pt x="592215" y="477463"/>
                </a:lnTo>
                <a:lnTo>
                  <a:pt x="592680" y="477532"/>
                </a:lnTo>
                <a:lnTo>
                  <a:pt x="593138" y="477608"/>
                </a:lnTo>
                <a:lnTo>
                  <a:pt x="593587" y="477691"/>
                </a:lnTo>
                <a:lnTo>
                  <a:pt x="594028" y="477782"/>
                </a:lnTo>
                <a:lnTo>
                  <a:pt x="594461" y="477879"/>
                </a:lnTo>
                <a:lnTo>
                  <a:pt x="594885" y="477984"/>
                </a:lnTo>
                <a:lnTo>
                  <a:pt x="595302" y="478097"/>
                </a:lnTo>
                <a:lnTo>
                  <a:pt x="595710" y="478216"/>
                </a:lnTo>
                <a:lnTo>
                  <a:pt x="596111" y="478343"/>
                </a:lnTo>
                <a:lnTo>
                  <a:pt x="596503" y="478477"/>
                </a:lnTo>
                <a:lnTo>
                  <a:pt x="596887" y="478618"/>
                </a:lnTo>
                <a:lnTo>
                  <a:pt x="597263" y="478767"/>
                </a:lnTo>
                <a:lnTo>
                  <a:pt x="597631" y="478922"/>
                </a:lnTo>
                <a:lnTo>
                  <a:pt x="597991" y="479085"/>
                </a:lnTo>
                <a:lnTo>
                  <a:pt x="598342" y="479255"/>
                </a:lnTo>
                <a:lnTo>
                  <a:pt x="598687" y="479431"/>
                </a:lnTo>
                <a:lnTo>
                  <a:pt x="599025" y="479611"/>
                </a:lnTo>
                <a:lnTo>
                  <a:pt x="599358" y="479794"/>
                </a:lnTo>
                <a:lnTo>
                  <a:pt x="599684" y="479982"/>
                </a:lnTo>
                <a:lnTo>
                  <a:pt x="600004" y="480174"/>
                </a:lnTo>
                <a:lnTo>
                  <a:pt x="600317" y="480369"/>
                </a:lnTo>
                <a:lnTo>
                  <a:pt x="600625" y="480569"/>
                </a:lnTo>
                <a:lnTo>
                  <a:pt x="600926" y="480772"/>
                </a:lnTo>
                <a:lnTo>
                  <a:pt x="601222" y="480979"/>
                </a:lnTo>
                <a:lnTo>
                  <a:pt x="601511" y="481191"/>
                </a:lnTo>
                <a:lnTo>
                  <a:pt x="601794" y="481406"/>
                </a:lnTo>
                <a:lnTo>
                  <a:pt x="602071" y="481625"/>
                </a:lnTo>
                <a:lnTo>
                  <a:pt x="602342" y="481848"/>
                </a:lnTo>
                <a:lnTo>
                  <a:pt x="602606" y="482076"/>
                </a:lnTo>
                <a:lnTo>
                  <a:pt x="602865" y="482307"/>
                </a:lnTo>
                <a:lnTo>
                  <a:pt x="603117" y="482542"/>
                </a:lnTo>
                <a:lnTo>
                  <a:pt x="603364" y="482781"/>
                </a:lnTo>
                <a:lnTo>
                  <a:pt x="603604" y="483023"/>
                </a:lnTo>
                <a:lnTo>
                  <a:pt x="603838" y="483270"/>
                </a:lnTo>
                <a:lnTo>
                  <a:pt x="604065" y="483521"/>
                </a:lnTo>
                <a:lnTo>
                  <a:pt x="604287" y="483776"/>
                </a:lnTo>
                <a:lnTo>
                  <a:pt x="604502" y="484035"/>
                </a:lnTo>
                <a:lnTo>
                  <a:pt x="604712" y="484297"/>
                </a:lnTo>
                <a:lnTo>
                  <a:pt x="604915" y="484564"/>
                </a:lnTo>
                <a:lnTo>
                  <a:pt x="605118" y="484828"/>
                </a:lnTo>
                <a:lnTo>
                  <a:pt x="605317" y="485092"/>
                </a:lnTo>
                <a:lnTo>
                  <a:pt x="605512" y="485357"/>
                </a:lnTo>
                <a:lnTo>
                  <a:pt x="605703" y="485623"/>
                </a:lnTo>
                <a:lnTo>
                  <a:pt x="605890" y="485889"/>
                </a:lnTo>
                <a:lnTo>
                  <a:pt x="606072" y="486156"/>
                </a:lnTo>
                <a:lnTo>
                  <a:pt x="606251" y="486423"/>
                </a:lnTo>
                <a:lnTo>
                  <a:pt x="606425" y="486692"/>
                </a:lnTo>
                <a:lnTo>
                  <a:pt x="606595" y="486961"/>
                </a:lnTo>
                <a:lnTo>
                  <a:pt x="606760" y="487230"/>
                </a:lnTo>
                <a:lnTo>
                  <a:pt x="606922" y="487500"/>
                </a:lnTo>
                <a:lnTo>
                  <a:pt x="607079" y="487771"/>
                </a:lnTo>
                <a:lnTo>
                  <a:pt x="607233" y="488043"/>
                </a:lnTo>
                <a:lnTo>
                  <a:pt x="607382" y="488315"/>
                </a:lnTo>
                <a:lnTo>
                  <a:pt x="607527" y="488588"/>
                </a:lnTo>
                <a:lnTo>
                  <a:pt x="607668" y="488861"/>
                </a:lnTo>
                <a:lnTo>
                  <a:pt x="607804" y="489136"/>
                </a:lnTo>
                <a:lnTo>
                  <a:pt x="607937" y="489410"/>
                </a:lnTo>
                <a:lnTo>
                  <a:pt x="608065" y="489686"/>
                </a:lnTo>
                <a:lnTo>
                  <a:pt x="608189" y="489962"/>
                </a:lnTo>
                <a:lnTo>
                  <a:pt x="608309" y="490239"/>
                </a:lnTo>
                <a:lnTo>
                  <a:pt x="608425" y="490516"/>
                </a:lnTo>
                <a:lnTo>
                  <a:pt x="608536" y="490795"/>
                </a:lnTo>
                <a:lnTo>
                  <a:pt x="608644" y="491073"/>
                </a:lnTo>
                <a:lnTo>
                  <a:pt x="622042" y="487281"/>
                </a:lnTo>
                <a:lnTo>
                  <a:pt x="621744" y="486425"/>
                </a:lnTo>
                <a:lnTo>
                  <a:pt x="621429" y="485582"/>
                </a:lnTo>
                <a:lnTo>
                  <a:pt x="621098" y="484754"/>
                </a:lnTo>
                <a:lnTo>
                  <a:pt x="620750" y="483939"/>
                </a:lnTo>
                <a:lnTo>
                  <a:pt x="620385" y="483138"/>
                </a:lnTo>
                <a:lnTo>
                  <a:pt x="620003" y="482352"/>
                </a:lnTo>
                <a:lnTo>
                  <a:pt x="619605" y="481580"/>
                </a:lnTo>
                <a:close/>
                <a:moveTo>
                  <a:pt x="975745" y="51064"/>
                </a:moveTo>
                <a:lnTo>
                  <a:pt x="975745" y="111734"/>
                </a:lnTo>
                <a:lnTo>
                  <a:pt x="975751" y="112435"/>
                </a:lnTo>
                <a:lnTo>
                  <a:pt x="975772" y="113125"/>
                </a:lnTo>
                <a:lnTo>
                  <a:pt x="975806" y="113806"/>
                </a:lnTo>
                <a:lnTo>
                  <a:pt x="975854" y="114476"/>
                </a:lnTo>
                <a:lnTo>
                  <a:pt x="975915" y="115136"/>
                </a:lnTo>
                <a:lnTo>
                  <a:pt x="975990" y="115787"/>
                </a:lnTo>
                <a:lnTo>
                  <a:pt x="976078" y="116427"/>
                </a:lnTo>
                <a:lnTo>
                  <a:pt x="976180" y="117057"/>
                </a:lnTo>
                <a:lnTo>
                  <a:pt x="976296" y="117677"/>
                </a:lnTo>
                <a:lnTo>
                  <a:pt x="976425" y="118286"/>
                </a:lnTo>
                <a:lnTo>
                  <a:pt x="976568" y="118886"/>
                </a:lnTo>
                <a:lnTo>
                  <a:pt x="976724" y="119476"/>
                </a:lnTo>
                <a:lnTo>
                  <a:pt x="976894" y="120055"/>
                </a:lnTo>
                <a:lnTo>
                  <a:pt x="977078" y="120625"/>
                </a:lnTo>
                <a:lnTo>
                  <a:pt x="977275" y="121184"/>
                </a:lnTo>
                <a:lnTo>
                  <a:pt x="977486" y="121733"/>
                </a:lnTo>
                <a:lnTo>
                  <a:pt x="977711" y="122272"/>
                </a:lnTo>
                <a:lnTo>
                  <a:pt x="977949" y="122802"/>
                </a:lnTo>
                <a:lnTo>
                  <a:pt x="978200" y="123320"/>
                </a:lnTo>
                <a:lnTo>
                  <a:pt x="978466" y="123829"/>
                </a:lnTo>
                <a:lnTo>
                  <a:pt x="978745" y="124328"/>
                </a:lnTo>
                <a:lnTo>
                  <a:pt x="979037" y="124817"/>
                </a:lnTo>
                <a:lnTo>
                  <a:pt x="979343" y="125295"/>
                </a:lnTo>
                <a:lnTo>
                  <a:pt x="979663" y="125764"/>
                </a:lnTo>
                <a:lnTo>
                  <a:pt x="979998" y="126222"/>
                </a:lnTo>
                <a:lnTo>
                  <a:pt x="980341" y="126671"/>
                </a:lnTo>
                <a:lnTo>
                  <a:pt x="980690" y="127110"/>
                </a:lnTo>
                <a:lnTo>
                  <a:pt x="981046" y="127539"/>
                </a:lnTo>
                <a:lnTo>
                  <a:pt x="981410" y="127958"/>
                </a:lnTo>
                <a:lnTo>
                  <a:pt x="981780" y="128367"/>
                </a:lnTo>
                <a:lnTo>
                  <a:pt x="982158" y="128766"/>
                </a:lnTo>
                <a:lnTo>
                  <a:pt x="982542" y="129156"/>
                </a:lnTo>
                <a:lnTo>
                  <a:pt x="982933" y="129535"/>
                </a:lnTo>
                <a:lnTo>
                  <a:pt x="983332" y="129905"/>
                </a:lnTo>
                <a:lnTo>
                  <a:pt x="983738" y="130264"/>
                </a:lnTo>
                <a:lnTo>
                  <a:pt x="984150" y="130614"/>
                </a:lnTo>
                <a:lnTo>
                  <a:pt x="984570" y="130954"/>
                </a:lnTo>
                <a:lnTo>
                  <a:pt x="984996" y="131284"/>
                </a:lnTo>
                <a:lnTo>
                  <a:pt x="985430" y="131605"/>
                </a:lnTo>
                <a:lnTo>
                  <a:pt x="985870" y="131915"/>
                </a:lnTo>
                <a:lnTo>
                  <a:pt x="986318" y="132216"/>
                </a:lnTo>
                <a:lnTo>
                  <a:pt x="986773" y="132506"/>
                </a:lnTo>
                <a:lnTo>
                  <a:pt x="987234" y="132787"/>
                </a:lnTo>
                <a:lnTo>
                  <a:pt x="987703" y="133058"/>
                </a:lnTo>
                <a:lnTo>
                  <a:pt x="988179" y="133319"/>
                </a:lnTo>
                <a:lnTo>
                  <a:pt x="988662" y="133570"/>
                </a:lnTo>
                <a:lnTo>
                  <a:pt x="989151" y="133811"/>
                </a:lnTo>
                <a:lnTo>
                  <a:pt x="989648" y="134043"/>
                </a:lnTo>
                <a:lnTo>
                  <a:pt x="990154" y="134265"/>
                </a:lnTo>
                <a:lnTo>
                  <a:pt x="990661" y="134477"/>
                </a:lnTo>
                <a:lnTo>
                  <a:pt x="991169" y="134680"/>
                </a:lnTo>
                <a:lnTo>
                  <a:pt x="991678" y="134873"/>
                </a:lnTo>
                <a:lnTo>
                  <a:pt x="992187" y="135057"/>
                </a:lnTo>
                <a:lnTo>
                  <a:pt x="992698" y="135232"/>
                </a:lnTo>
                <a:lnTo>
                  <a:pt x="993209" y="135397"/>
                </a:lnTo>
                <a:lnTo>
                  <a:pt x="993721" y="135553"/>
                </a:lnTo>
                <a:lnTo>
                  <a:pt x="994234" y="135699"/>
                </a:lnTo>
                <a:lnTo>
                  <a:pt x="994748" y="135836"/>
                </a:lnTo>
                <a:lnTo>
                  <a:pt x="995263" y="135963"/>
                </a:lnTo>
                <a:lnTo>
                  <a:pt x="995778" y="136081"/>
                </a:lnTo>
                <a:lnTo>
                  <a:pt x="996295" y="136189"/>
                </a:lnTo>
                <a:lnTo>
                  <a:pt x="996812" y="136289"/>
                </a:lnTo>
                <a:lnTo>
                  <a:pt x="997331" y="136378"/>
                </a:lnTo>
                <a:lnTo>
                  <a:pt x="997850" y="136458"/>
                </a:lnTo>
                <a:lnTo>
                  <a:pt x="998370" y="136529"/>
                </a:lnTo>
                <a:lnTo>
                  <a:pt x="998891" y="136590"/>
                </a:lnTo>
                <a:lnTo>
                  <a:pt x="999413" y="136642"/>
                </a:lnTo>
                <a:lnTo>
                  <a:pt x="999935" y="136685"/>
                </a:lnTo>
                <a:lnTo>
                  <a:pt x="1000459" y="136718"/>
                </a:lnTo>
                <a:lnTo>
                  <a:pt x="1000983" y="136741"/>
                </a:lnTo>
                <a:lnTo>
                  <a:pt x="1001509" y="136756"/>
                </a:lnTo>
                <a:lnTo>
                  <a:pt x="1002035" y="136760"/>
                </a:lnTo>
                <a:lnTo>
                  <a:pt x="1002380" y="136759"/>
                </a:lnTo>
                <a:lnTo>
                  <a:pt x="1002720" y="136756"/>
                </a:lnTo>
                <a:lnTo>
                  <a:pt x="1003055" y="136750"/>
                </a:lnTo>
                <a:lnTo>
                  <a:pt x="1003385" y="136743"/>
                </a:lnTo>
                <a:lnTo>
                  <a:pt x="1003710" y="136733"/>
                </a:lnTo>
                <a:lnTo>
                  <a:pt x="1004030" y="136721"/>
                </a:lnTo>
                <a:lnTo>
                  <a:pt x="1004345" y="136707"/>
                </a:lnTo>
                <a:lnTo>
                  <a:pt x="1004654" y="136690"/>
                </a:lnTo>
                <a:lnTo>
                  <a:pt x="1004959" y="136671"/>
                </a:lnTo>
                <a:lnTo>
                  <a:pt x="1005259" y="136651"/>
                </a:lnTo>
                <a:lnTo>
                  <a:pt x="1005553" y="136628"/>
                </a:lnTo>
                <a:lnTo>
                  <a:pt x="1005843" y="136602"/>
                </a:lnTo>
                <a:lnTo>
                  <a:pt x="1006127" y="136575"/>
                </a:lnTo>
                <a:lnTo>
                  <a:pt x="1006407" y="136545"/>
                </a:lnTo>
                <a:lnTo>
                  <a:pt x="1006681" y="136513"/>
                </a:lnTo>
                <a:lnTo>
                  <a:pt x="1006950" y="136479"/>
                </a:lnTo>
                <a:lnTo>
                  <a:pt x="1007215" y="136443"/>
                </a:lnTo>
                <a:lnTo>
                  <a:pt x="1007474" y="136405"/>
                </a:lnTo>
                <a:lnTo>
                  <a:pt x="1007728" y="136364"/>
                </a:lnTo>
                <a:lnTo>
                  <a:pt x="1007977" y="136321"/>
                </a:lnTo>
                <a:lnTo>
                  <a:pt x="1008222" y="136276"/>
                </a:lnTo>
                <a:lnTo>
                  <a:pt x="1008461" y="136229"/>
                </a:lnTo>
                <a:lnTo>
                  <a:pt x="1008695" y="136180"/>
                </a:lnTo>
                <a:lnTo>
                  <a:pt x="1008924" y="136128"/>
                </a:lnTo>
                <a:lnTo>
                  <a:pt x="1009148" y="136081"/>
                </a:lnTo>
                <a:lnTo>
                  <a:pt x="1009368" y="136034"/>
                </a:lnTo>
                <a:lnTo>
                  <a:pt x="1009584" y="135986"/>
                </a:lnTo>
                <a:lnTo>
                  <a:pt x="1009796" y="135939"/>
                </a:lnTo>
                <a:lnTo>
                  <a:pt x="1010004" y="135891"/>
                </a:lnTo>
                <a:lnTo>
                  <a:pt x="1010207" y="135844"/>
                </a:lnTo>
                <a:lnTo>
                  <a:pt x="1010407" y="135797"/>
                </a:lnTo>
                <a:lnTo>
                  <a:pt x="1010602" y="135749"/>
                </a:lnTo>
                <a:lnTo>
                  <a:pt x="1010793" y="135702"/>
                </a:lnTo>
                <a:lnTo>
                  <a:pt x="1010980" y="135654"/>
                </a:lnTo>
                <a:lnTo>
                  <a:pt x="1011162" y="135607"/>
                </a:lnTo>
                <a:lnTo>
                  <a:pt x="1011341" y="135560"/>
                </a:lnTo>
                <a:lnTo>
                  <a:pt x="1011515" y="135512"/>
                </a:lnTo>
                <a:lnTo>
                  <a:pt x="1011685" y="135465"/>
                </a:lnTo>
                <a:lnTo>
                  <a:pt x="1011851" y="135417"/>
                </a:lnTo>
                <a:lnTo>
                  <a:pt x="1012013" y="135370"/>
                </a:lnTo>
                <a:lnTo>
                  <a:pt x="1012171" y="135323"/>
                </a:lnTo>
                <a:lnTo>
                  <a:pt x="1012324" y="135275"/>
                </a:lnTo>
                <a:lnTo>
                  <a:pt x="1012474" y="135228"/>
                </a:lnTo>
                <a:lnTo>
                  <a:pt x="1012619" y="135180"/>
                </a:lnTo>
                <a:lnTo>
                  <a:pt x="1012760" y="135133"/>
                </a:lnTo>
                <a:lnTo>
                  <a:pt x="1012897" y="135086"/>
                </a:lnTo>
                <a:lnTo>
                  <a:pt x="1013029" y="135038"/>
                </a:lnTo>
                <a:lnTo>
                  <a:pt x="1013158" y="134991"/>
                </a:lnTo>
                <a:lnTo>
                  <a:pt x="1010124" y="121593"/>
                </a:lnTo>
                <a:lnTo>
                  <a:pt x="1010044" y="121609"/>
                </a:lnTo>
                <a:lnTo>
                  <a:pt x="1009962" y="121625"/>
                </a:lnTo>
                <a:lnTo>
                  <a:pt x="1009877" y="121642"/>
                </a:lnTo>
                <a:lnTo>
                  <a:pt x="1009791" y="121660"/>
                </a:lnTo>
                <a:lnTo>
                  <a:pt x="1009702" y="121677"/>
                </a:lnTo>
                <a:lnTo>
                  <a:pt x="1009611" y="121696"/>
                </a:lnTo>
                <a:lnTo>
                  <a:pt x="1009518" y="121714"/>
                </a:lnTo>
                <a:lnTo>
                  <a:pt x="1009422" y="121733"/>
                </a:lnTo>
                <a:lnTo>
                  <a:pt x="1009325" y="121753"/>
                </a:lnTo>
                <a:lnTo>
                  <a:pt x="1009225" y="121773"/>
                </a:lnTo>
                <a:lnTo>
                  <a:pt x="1009123" y="121793"/>
                </a:lnTo>
                <a:lnTo>
                  <a:pt x="1009018" y="121814"/>
                </a:lnTo>
                <a:lnTo>
                  <a:pt x="1008912" y="121835"/>
                </a:lnTo>
                <a:lnTo>
                  <a:pt x="1008803" y="121857"/>
                </a:lnTo>
                <a:lnTo>
                  <a:pt x="1008693" y="121879"/>
                </a:lnTo>
                <a:lnTo>
                  <a:pt x="1008580" y="121902"/>
                </a:lnTo>
                <a:lnTo>
                  <a:pt x="1008464" y="121925"/>
                </a:lnTo>
                <a:lnTo>
                  <a:pt x="1008347" y="121948"/>
                </a:lnTo>
                <a:lnTo>
                  <a:pt x="1008227" y="121972"/>
                </a:lnTo>
                <a:lnTo>
                  <a:pt x="1008106" y="121997"/>
                </a:lnTo>
                <a:lnTo>
                  <a:pt x="1007982" y="122021"/>
                </a:lnTo>
                <a:lnTo>
                  <a:pt x="1007855" y="122047"/>
                </a:lnTo>
                <a:lnTo>
                  <a:pt x="1007727" y="122072"/>
                </a:lnTo>
                <a:lnTo>
                  <a:pt x="1007596" y="122098"/>
                </a:lnTo>
                <a:lnTo>
                  <a:pt x="1007463" y="122119"/>
                </a:lnTo>
                <a:lnTo>
                  <a:pt x="1007327" y="122139"/>
                </a:lnTo>
                <a:lnTo>
                  <a:pt x="1007188" y="122158"/>
                </a:lnTo>
                <a:lnTo>
                  <a:pt x="1007045" y="122176"/>
                </a:lnTo>
                <a:lnTo>
                  <a:pt x="1006900" y="122193"/>
                </a:lnTo>
                <a:lnTo>
                  <a:pt x="1006751" y="122209"/>
                </a:lnTo>
                <a:lnTo>
                  <a:pt x="1006600" y="122224"/>
                </a:lnTo>
                <a:lnTo>
                  <a:pt x="1006445" y="122239"/>
                </a:lnTo>
                <a:lnTo>
                  <a:pt x="1006287" y="122252"/>
                </a:lnTo>
                <a:lnTo>
                  <a:pt x="1006126" y="122265"/>
                </a:lnTo>
                <a:lnTo>
                  <a:pt x="1005962" y="122277"/>
                </a:lnTo>
                <a:lnTo>
                  <a:pt x="1005795" y="122288"/>
                </a:lnTo>
                <a:lnTo>
                  <a:pt x="1005625" y="122298"/>
                </a:lnTo>
                <a:lnTo>
                  <a:pt x="1005452" y="122307"/>
                </a:lnTo>
                <a:lnTo>
                  <a:pt x="1005276" y="122316"/>
                </a:lnTo>
                <a:lnTo>
                  <a:pt x="1005097" y="122323"/>
                </a:lnTo>
                <a:lnTo>
                  <a:pt x="1004914" y="122330"/>
                </a:lnTo>
                <a:lnTo>
                  <a:pt x="1004729" y="122335"/>
                </a:lnTo>
                <a:lnTo>
                  <a:pt x="1004540" y="122340"/>
                </a:lnTo>
                <a:lnTo>
                  <a:pt x="1004349" y="122344"/>
                </a:lnTo>
                <a:lnTo>
                  <a:pt x="1004154" y="122347"/>
                </a:lnTo>
                <a:lnTo>
                  <a:pt x="1003956" y="122349"/>
                </a:lnTo>
                <a:lnTo>
                  <a:pt x="1003756" y="122351"/>
                </a:lnTo>
                <a:lnTo>
                  <a:pt x="1003552" y="122351"/>
                </a:lnTo>
                <a:lnTo>
                  <a:pt x="1003278" y="122349"/>
                </a:lnTo>
                <a:lnTo>
                  <a:pt x="1003006" y="122344"/>
                </a:lnTo>
                <a:lnTo>
                  <a:pt x="1002735" y="122335"/>
                </a:lnTo>
                <a:lnTo>
                  <a:pt x="1002465" y="122323"/>
                </a:lnTo>
                <a:lnTo>
                  <a:pt x="1002196" y="122307"/>
                </a:lnTo>
                <a:lnTo>
                  <a:pt x="1001928" y="122288"/>
                </a:lnTo>
                <a:lnTo>
                  <a:pt x="1001662" y="122265"/>
                </a:lnTo>
                <a:lnTo>
                  <a:pt x="1001396" y="122239"/>
                </a:lnTo>
                <a:lnTo>
                  <a:pt x="1001132" y="122209"/>
                </a:lnTo>
                <a:lnTo>
                  <a:pt x="1000868" y="122176"/>
                </a:lnTo>
                <a:lnTo>
                  <a:pt x="1000606" y="122139"/>
                </a:lnTo>
                <a:lnTo>
                  <a:pt x="1000345" y="122098"/>
                </a:lnTo>
                <a:lnTo>
                  <a:pt x="1000084" y="122055"/>
                </a:lnTo>
                <a:lnTo>
                  <a:pt x="999825" y="122007"/>
                </a:lnTo>
                <a:lnTo>
                  <a:pt x="999567" y="121956"/>
                </a:lnTo>
                <a:lnTo>
                  <a:pt x="999311" y="121902"/>
                </a:lnTo>
                <a:lnTo>
                  <a:pt x="999055" y="121844"/>
                </a:lnTo>
                <a:lnTo>
                  <a:pt x="998800" y="121782"/>
                </a:lnTo>
                <a:lnTo>
                  <a:pt x="998547" y="121717"/>
                </a:lnTo>
                <a:lnTo>
                  <a:pt x="998294" y="121649"/>
                </a:lnTo>
                <a:lnTo>
                  <a:pt x="998043" y="121577"/>
                </a:lnTo>
                <a:lnTo>
                  <a:pt x="997792" y="121502"/>
                </a:lnTo>
                <a:lnTo>
                  <a:pt x="997543" y="121423"/>
                </a:lnTo>
                <a:lnTo>
                  <a:pt x="997295" y="121340"/>
                </a:lnTo>
                <a:lnTo>
                  <a:pt x="997055" y="121247"/>
                </a:lnTo>
                <a:lnTo>
                  <a:pt x="996818" y="121147"/>
                </a:lnTo>
                <a:lnTo>
                  <a:pt x="996584" y="121040"/>
                </a:lnTo>
                <a:lnTo>
                  <a:pt x="996354" y="120926"/>
                </a:lnTo>
                <a:lnTo>
                  <a:pt x="996128" y="120805"/>
                </a:lnTo>
                <a:lnTo>
                  <a:pt x="995905" y="120676"/>
                </a:lnTo>
                <a:lnTo>
                  <a:pt x="995685" y="120541"/>
                </a:lnTo>
                <a:lnTo>
                  <a:pt x="995469" y="120399"/>
                </a:lnTo>
                <a:lnTo>
                  <a:pt x="995257" y="120250"/>
                </a:lnTo>
                <a:lnTo>
                  <a:pt x="995048" y="120094"/>
                </a:lnTo>
                <a:lnTo>
                  <a:pt x="994843" y="119930"/>
                </a:lnTo>
                <a:lnTo>
                  <a:pt x="994641" y="119760"/>
                </a:lnTo>
                <a:lnTo>
                  <a:pt x="994443" y="119583"/>
                </a:lnTo>
                <a:lnTo>
                  <a:pt x="994248" y="119398"/>
                </a:lnTo>
                <a:lnTo>
                  <a:pt x="994056" y="119207"/>
                </a:lnTo>
                <a:lnTo>
                  <a:pt x="993868" y="119009"/>
                </a:lnTo>
                <a:lnTo>
                  <a:pt x="993684" y="118803"/>
                </a:lnTo>
                <a:lnTo>
                  <a:pt x="993503" y="118591"/>
                </a:lnTo>
                <a:lnTo>
                  <a:pt x="993326" y="118371"/>
                </a:lnTo>
                <a:lnTo>
                  <a:pt x="993152" y="118145"/>
                </a:lnTo>
                <a:lnTo>
                  <a:pt x="992982" y="117912"/>
                </a:lnTo>
                <a:lnTo>
                  <a:pt x="992815" y="117671"/>
                </a:lnTo>
                <a:lnTo>
                  <a:pt x="992652" y="117424"/>
                </a:lnTo>
                <a:lnTo>
                  <a:pt x="992492" y="117169"/>
                </a:lnTo>
                <a:lnTo>
                  <a:pt x="992343" y="116900"/>
                </a:lnTo>
                <a:lnTo>
                  <a:pt x="992199" y="116620"/>
                </a:lnTo>
                <a:lnTo>
                  <a:pt x="992063" y="116330"/>
                </a:lnTo>
                <a:lnTo>
                  <a:pt x="991932" y="116028"/>
                </a:lnTo>
                <a:lnTo>
                  <a:pt x="991808" y="115715"/>
                </a:lnTo>
                <a:lnTo>
                  <a:pt x="991690" y="115392"/>
                </a:lnTo>
                <a:lnTo>
                  <a:pt x="991579" y="115057"/>
                </a:lnTo>
                <a:lnTo>
                  <a:pt x="991474" y="114711"/>
                </a:lnTo>
                <a:lnTo>
                  <a:pt x="991375" y="114355"/>
                </a:lnTo>
                <a:lnTo>
                  <a:pt x="991283" y="113987"/>
                </a:lnTo>
                <a:lnTo>
                  <a:pt x="991197" y="113609"/>
                </a:lnTo>
                <a:lnTo>
                  <a:pt x="991118" y="113219"/>
                </a:lnTo>
                <a:lnTo>
                  <a:pt x="991044" y="112819"/>
                </a:lnTo>
                <a:lnTo>
                  <a:pt x="990978" y="112407"/>
                </a:lnTo>
                <a:lnTo>
                  <a:pt x="990917" y="111985"/>
                </a:lnTo>
                <a:lnTo>
                  <a:pt x="990863" y="111551"/>
                </a:lnTo>
                <a:lnTo>
                  <a:pt x="990815" y="111107"/>
                </a:lnTo>
                <a:lnTo>
                  <a:pt x="990774" y="110652"/>
                </a:lnTo>
                <a:lnTo>
                  <a:pt x="990739" y="110185"/>
                </a:lnTo>
                <a:lnTo>
                  <a:pt x="990710" y="109708"/>
                </a:lnTo>
                <a:lnTo>
                  <a:pt x="990688" y="109220"/>
                </a:lnTo>
                <a:lnTo>
                  <a:pt x="990672" y="108721"/>
                </a:lnTo>
                <a:lnTo>
                  <a:pt x="990663" y="108210"/>
                </a:lnTo>
                <a:lnTo>
                  <a:pt x="990659" y="107689"/>
                </a:lnTo>
                <a:lnTo>
                  <a:pt x="990659" y="51064"/>
                </a:lnTo>
                <a:lnTo>
                  <a:pt x="1011388" y="51064"/>
                </a:lnTo>
                <a:lnTo>
                  <a:pt x="1011388" y="38424"/>
                </a:lnTo>
                <a:lnTo>
                  <a:pt x="990659" y="38424"/>
                </a:lnTo>
                <a:lnTo>
                  <a:pt x="990659" y="15167"/>
                </a:lnTo>
                <a:lnTo>
                  <a:pt x="975745" y="15167"/>
                </a:lnTo>
                <a:lnTo>
                  <a:pt x="975745" y="38424"/>
                </a:lnTo>
                <a:lnTo>
                  <a:pt x="961083" y="38424"/>
                </a:lnTo>
                <a:lnTo>
                  <a:pt x="961083" y="51064"/>
                </a:lnTo>
                <a:lnTo>
                  <a:pt x="975745" y="51064"/>
                </a:lnTo>
                <a:close/>
                <a:moveTo>
                  <a:pt x="715575" y="51064"/>
                </a:moveTo>
                <a:lnTo>
                  <a:pt x="715575" y="111734"/>
                </a:lnTo>
                <a:lnTo>
                  <a:pt x="715581" y="112435"/>
                </a:lnTo>
                <a:lnTo>
                  <a:pt x="715602" y="113125"/>
                </a:lnTo>
                <a:lnTo>
                  <a:pt x="715636" y="113806"/>
                </a:lnTo>
                <a:lnTo>
                  <a:pt x="715683" y="114476"/>
                </a:lnTo>
                <a:lnTo>
                  <a:pt x="715745" y="115136"/>
                </a:lnTo>
                <a:lnTo>
                  <a:pt x="715819" y="115787"/>
                </a:lnTo>
                <a:lnTo>
                  <a:pt x="715908" y="116427"/>
                </a:lnTo>
                <a:lnTo>
                  <a:pt x="716010" y="117057"/>
                </a:lnTo>
                <a:lnTo>
                  <a:pt x="716126" y="117677"/>
                </a:lnTo>
                <a:lnTo>
                  <a:pt x="716255" y="118286"/>
                </a:lnTo>
                <a:lnTo>
                  <a:pt x="716398" y="118886"/>
                </a:lnTo>
                <a:lnTo>
                  <a:pt x="716554" y="119476"/>
                </a:lnTo>
                <a:lnTo>
                  <a:pt x="716724" y="120055"/>
                </a:lnTo>
                <a:lnTo>
                  <a:pt x="716908" y="120625"/>
                </a:lnTo>
                <a:lnTo>
                  <a:pt x="717105" y="121184"/>
                </a:lnTo>
                <a:lnTo>
                  <a:pt x="717316" y="121733"/>
                </a:lnTo>
                <a:lnTo>
                  <a:pt x="717540" y="122272"/>
                </a:lnTo>
                <a:lnTo>
                  <a:pt x="717779" y="122802"/>
                </a:lnTo>
                <a:lnTo>
                  <a:pt x="718030" y="123320"/>
                </a:lnTo>
                <a:lnTo>
                  <a:pt x="718296" y="123829"/>
                </a:lnTo>
                <a:lnTo>
                  <a:pt x="718574" y="124328"/>
                </a:lnTo>
                <a:lnTo>
                  <a:pt x="718867" y="124817"/>
                </a:lnTo>
                <a:lnTo>
                  <a:pt x="719173" y="125295"/>
                </a:lnTo>
                <a:lnTo>
                  <a:pt x="719493" y="125764"/>
                </a:lnTo>
                <a:lnTo>
                  <a:pt x="719828" y="126222"/>
                </a:lnTo>
                <a:lnTo>
                  <a:pt x="720170" y="126671"/>
                </a:lnTo>
                <a:lnTo>
                  <a:pt x="720520" y="127110"/>
                </a:lnTo>
                <a:lnTo>
                  <a:pt x="720876" y="127539"/>
                </a:lnTo>
                <a:lnTo>
                  <a:pt x="721240" y="127958"/>
                </a:lnTo>
                <a:lnTo>
                  <a:pt x="721610" y="128367"/>
                </a:lnTo>
                <a:lnTo>
                  <a:pt x="721987" y="128766"/>
                </a:lnTo>
                <a:lnTo>
                  <a:pt x="722372" y="129156"/>
                </a:lnTo>
                <a:lnTo>
                  <a:pt x="722763" y="129535"/>
                </a:lnTo>
                <a:lnTo>
                  <a:pt x="723162" y="129905"/>
                </a:lnTo>
                <a:lnTo>
                  <a:pt x="723567" y="130264"/>
                </a:lnTo>
                <a:lnTo>
                  <a:pt x="723980" y="130614"/>
                </a:lnTo>
                <a:lnTo>
                  <a:pt x="724399" y="130954"/>
                </a:lnTo>
                <a:lnTo>
                  <a:pt x="724826" y="131284"/>
                </a:lnTo>
                <a:lnTo>
                  <a:pt x="725260" y="131605"/>
                </a:lnTo>
                <a:lnTo>
                  <a:pt x="725700" y="131915"/>
                </a:lnTo>
                <a:lnTo>
                  <a:pt x="726148" y="132216"/>
                </a:lnTo>
                <a:lnTo>
                  <a:pt x="726603" y="132506"/>
                </a:lnTo>
                <a:lnTo>
                  <a:pt x="727064" y="132787"/>
                </a:lnTo>
                <a:lnTo>
                  <a:pt x="727533" y="133058"/>
                </a:lnTo>
                <a:lnTo>
                  <a:pt x="728009" y="133319"/>
                </a:lnTo>
                <a:lnTo>
                  <a:pt x="728492" y="133570"/>
                </a:lnTo>
                <a:lnTo>
                  <a:pt x="728981" y="133811"/>
                </a:lnTo>
                <a:lnTo>
                  <a:pt x="729478" y="134043"/>
                </a:lnTo>
                <a:lnTo>
                  <a:pt x="729984" y="134265"/>
                </a:lnTo>
                <a:lnTo>
                  <a:pt x="730491" y="134477"/>
                </a:lnTo>
                <a:lnTo>
                  <a:pt x="730999" y="134680"/>
                </a:lnTo>
                <a:lnTo>
                  <a:pt x="731507" y="134873"/>
                </a:lnTo>
                <a:lnTo>
                  <a:pt x="732017" y="135057"/>
                </a:lnTo>
                <a:lnTo>
                  <a:pt x="732527" y="135232"/>
                </a:lnTo>
                <a:lnTo>
                  <a:pt x="733039" y="135397"/>
                </a:lnTo>
                <a:lnTo>
                  <a:pt x="733551" y="135553"/>
                </a:lnTo>
                <a:lnTo>
                  <a:pt x="734064" y="135699"/>
                </a:lnTo>
                <a:lnTo>
                  <a:pt x="734578" y="135836"/>
                </a:lnTo>
                <a:lnTo>
                  <a:pt x="735093" y="135963"/>
                </a:lnTo>
                <a:lnTo>
                  <a:pt x="735608" y="136081"/>
                </a:lnTo>
                <a:lnTo>
                  <a:pt x="736125" y="136189"/>
                </a:lnTo>
                <a:lnTo>
                  <a:pt x="736642" y="136289"/>
                </a:lnTo>
                <a:lnTo>
                  <a:pt x="737161" y="136378"/>
                </a:lnTo>
                <a:lnTo>
                  <a:pt x="737680" y="136458"/>
                </a:lnTo>
                <a:lnTo>
                  <a:pt x="738200" y="136529"/>
                </a:lnTo>
                <a:lnTo>
                  <a:pt x="738721" y="136590"/>
                </a:lnTo>
                <a:lnTo>
                  <a:pt x="739243" y="136642"/>
                </a:lnTo>
                <a:lnTo>
                  <a:pt x="739765" y="136685"/>
                </a:lnTo>
                <a:lnTo>
                  <a:pt x="740289" y="136718"/>
                </a:lnTo>
                <a:lnTo>
                  <a:pt x="740813" y="136741"/>
                </a:lnTo>
                <a:lnTo>
                  <a:pt x="741339" y="136756"/>
                </a:lnTo>
                <a:lnTo>
                  <a:pt x="741865" y="136760"/>
                </a:lnTo>
                <a:lnTo>
                  <a:pt x="742210" y="136759"/>
                </a:lnTo>
                <a:lnTo>
                  <a:pt x="742550" y="136756"/>
                </a:lnTo>
                <a:lnTo>
                  <a:pt x="742885" y="136750"/>
                </a:lnTo>
                <a:lnTo>
                  <a:pt x="743215" y="136743"/>
                </a:lnTo>
                <a:lnTo>
                  <a:pt x="743540" y="136733"/>
                </a:lnTo>
                <a:lnTo>
                  <a:pt x="743860" y="136721"/>
                </a:lnTo>
                <a:lnTo>
                  <a:pt x="744174" y="136707"/>
                </a:lnTo>
                <a:lnTo>
                  <a:pt x="744484" y="136690"/>
                </a:lnTo>
                <a:lnTo>
                  <a:pt x="744789" y="136671"/>
                </a:lnTo>
                <a:lnTo>
                  <a:pt x="745088" y="136651"/>
                </a:lnTo>
                <a:lnTo>
                  <a:pt x="745383" y="136628"/>
                </a:lnTo>
                <a:lnTo>
                  <a:pt x="745673" y="136602"/>
                </a:lnTo>
                <a:lnTo>
                  <a:pt x="745957" y="136575"/>
                </a:lnTo>
                <a:lnTo>
                  <a:pt x="746237" y="136545"/>
                </a:lnTo>
                <a:lnTo>
                  <a:pt x="746511" y="136513"/>
                </a:lnTo>
                <a:lnTo>
                  <a:pt x="746780" y="136479"/>
                </a:lnTo>
                <a:lnTo>
                  <a:pt x="747045" y="136443"/>
                </a:lnTo>
                <a:lnTo>
                  <a:pt x="747304" y="136405"/>
                </a:lnTo>
                <a:lnTo>
                  <a:pt x="747558" y="136364"/>
                </a:lnTo>
                <a:lnTo>
                  <a:pt x="747807" y="136321"/>
                </a:lnTo>
                <a:lnTo>
                  <a:pt x="748051" y="136276"/>
                </a:lnTo>
                <a:lnTo>
                  <a:pt x="748290" y="136229"/>
                </a:lnTo>
                <a:lnTo>
                  <a:pt x="748524" y="136180"/>
                </a:lnTo>
                <a:lnTo>
                  <a:pt x="748753" y="136128"/>
                </a:lnTo>
                <a:lnTo>
                  <a:pt x="748978" y="136081"/>
                </a:lnTo>
                <a:lnTo>
                  <a:pt x="749198" y="136034"/>
                </a:lnTo>
                <a:lnTo>
                  <a:pt x="749414" y="135986"/>
                </a:lnTo>
                <a:lnTo>
                  <a:pt x="749626" y="135939"/>
                </a:lnTo>
                <a:lnTo>
                  <a:pt x="749834" y="135891"/>
                </a:lnTo>
                <a:lnTo>
                  <a:pt x="750037" y="135844"/>
                </a:lnTo>
                <a:lnTo>
                  <a:pt x="750237" y="135797"/>
                </a:lnTo>
                <a:lnTo>
                  <a:pt x="750432" y="135749"/>
                </a:lnTo>
                <a:lnTo>
                  <a:pt x="750623" y="135702"/>
                </a:lnTo>
                <a:lnTo>
                  <a:pt x="750810" y="135654"/>
                </a:lnTo>
                <a:lnTo>
                  <a:pt x="750992" y="135607"/>
                </a:lnTo>
                <a:lnTo>
                  <a:pt x="751171" y="135560"/>
                </a:lnTo>
                <a:lnTo>
                  <a:pt x="751345" y="135512"/>
                </a:lnTo>
                <a:lnTo>
                  <a:pt x="751515" y="135465"/>
                </a:lnTo>
                <a:lnTo>
                  <a:pt x="751681" y="135417"/>
                </a:lnTo>
                <a:lnTo>
                  <a:pt x="751843" y="135370"/>
                </a:lnTo>
                <a:lnTo>
                  <a:pt x="752001" y="135323"/>
                </a:lnTo>
                <a:lnTo>
                  <a:pt x="752154" y="135275"/>
                </a:lnTo>
                <a:lnTo>
                  <a:pt x="752304" y="135228"/>
                </a:lnTo>
                <a:lnTo>
                  <a:pt x="752449" y="135180"/>
                </a:lnTo>
                <a:lnTo>
                  <a:pt x="752590" y="135133"/>
                </a:lnTo>
                <a:lnTo>
                  <a:pt x="752727" y="135086"/>
                </a:lnTo>
                <a:lnTo>
                  <a:pt x="752859" y="135038"/>
                </a:lnTo>
                <a:lnTo>
                  <a:pt x="752988" y="134991"/>
                </a:lnTo>
                <a:lnTo>
                  <a:pt x="749954" y="121593"/>
                </a:lnTo>
                <a:lnTo>
                  <a:pt x="749874" y="121609"/>
                </a:lnTo>
                <a:lnTo>
                  <a:pt x="749792" y="121625"/>
                </a:lnTo>
                <a:lnTo>
                  <a:pt x="749707" y="121642"/>
                </a:lnTo>
                <a:lnTo>
                  <a:pt x="749621" y="121660"/>
                </a:lnTo>
                <a:lnTo>
                  <a:pt x="749532" y="121677"/>
                </a:lnTo>
                <a:lnTo>
                  <a:pt x="749441" y="121696"/>
                </a:lnTo>
                <a:lnTo>
                  <a:pt x="749347" y="121714"/>
                </a:lnTo>
                <a:lnTo>
                  <a:pt x="749252" y="121733"/>
                </a:lnTo>
                <a:lnTo>
                  <a:pt x="749154" y="121753"/>
                </a:lnTo>
                <a:lnTo>
                  <a:pt x="749055" y="121773"/>
                </a:lnTo>
                <a:lnTo>
                  <a:pt x="748952" y="121793"/>
                </a:lnTo>
                <a:lnTo>
                  <a:pt x="748848" y="121814"/>
                </a:lnTo>
                <a:lnTo>
                  <a:pt x="748742" y="121835"/>
                </a:lnTo>
                <a:lnTo>
                  <a:pt x="748633" y="121857"/>
                </a:lnTo>
                <a:lnTo>
                  <a:pt x="748522" y="121879"/>
                </a:lnTo>
                <a:lnTo>
                  <a:pt x="748409" y="121902"/>
                </a:lnTo>
                <a:lnTo>
                  <a:pt x="748294" y="121925"/>
                </a:lnTo>
                <a:lnTo>
                  <a:pt x="748177" y="121948"/>
                </a:lnTo>
                <a:lnTo>
                  <a:pt x="748057" y="121972"/>
                </a:lnTo>
                <a:lnTo>
                  <a:pt x="747935" y="121997"/>
                </a:lnTo>
                <a:lnTo>
                  <a:pt x="747811" y="122021"/>
                </a:lnTo>
                <a:lnTo>
                  <a:pt x="747685" y="122047"/>
                </a:lnTo>
                <a:lnTo>
                  <a:pt x="747557" y="122072"/>
                </a:lnTo>
                <a:lnTo>
                  <a:pt x="747426" y="122098"/>
                </a:lnTo>
                <a:lnTo>
                  <a:pt x="747293" y="122119"/>
                </a:lnTo>
                <a:lnTo>
                  <a:pt x="747157" y="122139"/>
                </a:lnTo>
                <a:lnTo>
                  <a:pt x="747017" y="122158"/>
                </a:lnTo>
                <a:lnTo>
                  <a:pt x="746875" y="122176"/>
                </a:lnTo>
                <a:lnTo>
                  <a:pt x="746730" y="122193"/>
                </a:lnTo>
                <a:lnTo>
                  <a:pt x="746581" y="122209"/>
                </a:lnTo>
                <a:lnTo>
                  <a:pt x="746429" y="122224"/>
                </a:lnTo>
                <a:lnTo>
                  <a:pt x="746275" y="122239"/>
                </a:lnTo>
                <a:lnTo>
                  <a:pt x="746117" y="122252"/>
                </a:lnTo>
                <a:lnTo>
                  <a:pt x="745956" y="122265"/>
                </a:lnTo>
                <a:lnTo>
                  <a:pt x="745792" y="122277"/>
                </a:lnTo>
                <a:lnTo>
                  <a:pt x="745625" y="122288"/>
                </a:lnTo>
                <a:lnTo>
                  <a:pt x="745455" y="122298"/>
                </a:lnTo>
                <a:lnTo>
                  <a:pt x="745282" y="122307"/>
                </a:lnTo>
                <a:lnTo>
                  <a:pt x="745106" y="122316"/>
                </a:lnTo>
                <a:lnTo>
                  <a:pt x="744926" y="122323"/>
                </a:lnTo>
                <a:lnTo>
                  <a:pt x="744744" y="122330"/>
                </a:lnTo>
                <a:lnTo>
                  <a:pt x="744559" y="122335"/>
                </a:lnTo>
                <a:lnTo>
                  <a:pt x="744370" y="122340"/>
                </a:lnTo>
                <a:lnTo>
                  <a:pt x="744179" y="122344"/>
                </a:lnTo>
                <a:lnTo>
                  <a:pt x="743984" y="122347"/>
                </a:lnTo>
                <a:lnTo>
                  <a:pt x="743786" y="122349"/>
                </a:lnTo>
                <a:lnTo>
                  <a:pt x="743585" y="122351"/>
                </a:lnTo>
                <a:lnTo>
                  <a:pt x="743382" y="122351"/>
                </a:lnTo>
                <a:lnTo>
                  <a:pt x="743108" y="122349"/>
                </a:lnTo>
                <a:lnTo>
                  <a:pt x="742836" y="122344"/>
                </a:lnTo>
                <a:lnTo>
                  <a:pt x="742565" y="122335"/>
                </a:lnTo>
                <a:lnTo>
                  <a:pt x="742295" y="122323"/>
                </a:lnTo>
                <a:lnTo>
                  <a:pt x="742026" y="122307"/>
                </a:lnTo>
                <a:lnTo>
                  <a:pt x="741758" y="122288"/>
                </a:lnTo>
                <a:lnTo>
                  <a:pt x="741492" y="122265"/>
                </a:lnTo>
                <a:lnTo>
                  <a:pt x="741226" y="122239"/>
                </a:lnTo>
                <a:lnTo>
                  <a:pt x="740961" y="122209"/>
                </a:lnTo>
                <a:lnTo>
                  <a:pt x="740698" y="122176"/>
                </a:lnTo>
                <a:lnTo>
                  <a:pt x="740436" y="122139"/>
                </a:lnTo>
                <a:lnTo>
                  <a:pt x="740174" y="122098"/>
                </a:lnTo>
                <a:lnTo>
                  <a:pt x="739914" y="122055"/>
                </a:lnTo>
                <a:lnTo>
                  <a:pt x="739655" y="122007"/>
                </a:lnTo>
                <a:lnTo>
                  <a:pt x="739397" y="121956"/>
                </a:lnTo>
                <a:lnTo>
                  <a:pt x="739140" y="121902"/>
                </a:lnTo>
                <a:lnTo>
                  <a:pt x="738885" y="121844"/>
                </a:lnTo>
                <a:lnTo>
                  <a:pt x="738630" y="121782"/>
                </a:lnTo>
                <a:lnTo>
                  <a:pt x="738376" y="121717"/>
                </a:lnTo>
                <a:lnTo>
                  <a:pt x="738124" y="121649"/>
                </a:lnTo>
                <a:lnTo>
                  <a:pt x="737873" y="121577"/>
                </a:lnTo>
                <a:lnTo>
                  <a:pt x="737622" y="121502"/>
                </a:lnTo>
                <a:lnTo>
                  <a:pt x="737373" y="121423"/>
                </a:lnTo>
                <a:lnTo>
                  <a:pt x="737125" y="121340"/>
                </a:lnTo>
                <a:lnTo>
                  <a:pt x="736885" y="121247"/>
                </a:lnTo>
                <a:lnTo>
                  <a:pt x="736648" y="121147"/>
                </a:lnTo>
                <a:lnTo>
                  <a:pt x="736414" y="121040"/>
                </a:lnTo>
                <a:lnTo>
                  <a:pt x="736184" y="120926"/>
                </a:lnTo>
                <a:lnTo>
                  <a:pt x="735958" y="120805"/>
                </a:lnTo>
                <a:lnTo>
                  <a:pt x="735735" y="120676"/>
                </a:lnTo>
                <a:lnTo>
                  <a:pt x="735515" y="120541"/>
                </a:lnTo>
                <a:lnTo>
                  <a:pt x="735299" y="120399"/>
                </a:lnTo>
                <a:lnTo>
                  <a:pt x="735087" y="120250"/>
                </a:lnTo>
                <a:lnTo>
                  <a:pt x="734878" y="120094"/>
                </a:lnTo>
                <a:lnTo>
                  <a:pt x="734673" y="119930"/>
                </a:lnTo>
                <a:lnTo>
                  <a:pt x="734471" y="119760"/>
                </a:lnTo>
                <a:lnTo>
                  <a:pt x="734272" y="119583"/>
                </a:lnTo>
                <a:lnTo>
                  <a:pt x="734078" y="119398"/>
                </a:lnTo>
                <a:lnTo>
                  <a:pt x="733886" y="119207"/>
                </a:lnTo>
                <a:lnTo>
                  <a:pt x="733698" y="119009"/>
                </a:lnTo>
                <a:lnTo>
                  <a:pt x="733514" y="118803"/>
                </a:lnTo>
                <a:lnTo>
                  <a:pt x="733333" y="118591"/>
                </a:lnTo>
                <a:lnTo>
                  <a:pt x="733156" y="118371"/>
                </a:lnTo>
                <a:lnTo>
                  <a:pt x="732982" y="118145"/>
                </a:lnTo>
                <a:lnTo>
                  <a:pt x="732812" y="117912"/>
                </a:lnTo>
                <a:lnTo>
                  <a:pt x="732645" y="117671"/>
                </a:lnTo>
                <a:lnTo>
                  <a:pt x="732482" y="117424"/>
                </a:lnTo>
                <a:lnTo>
                  <a:pt x="732322" y="117169"/>
                </a:lnTo>
                <a:lnTo>
                  <a:pt x="732172" y="116900"/>
                </a:lnTo>
                <a:lnTo>
                  <a:pt x="732029" y="116620"/>
                </a:lnTo>
                <a:lnTo>
                  <a:pt x="731892" y="116330"/>
                </a:lnTo>
                <a:lnTo>
                  <a:pt x="731762" y="116028"/>
                </a:lnTo>
                <a:lnTo>
                  <a:pt x="731638" y="115715"/>
                </a:lnTo>
                <a:lnTo>
                  <a:pt x="731520" y="115392"/>
                </a:lnTo>
                <a:lnTo>
                  <a:pt x="731409" y="115057"/>
                </a:lnTo>
                <a:lnTo>
                  <a:pt x="731304" y="114711"/>
                </a:lnTo>
                <a:lnTo>
                  <a:pt x="731205" y="114355"/>
                </a:lnTo>
                <a:lnTo>
                  <a:pt x="731113" y="113987"/>
                </a:lnTo>
                <a:lnTo>
                  <a:pt x="731027" y="113609"/>
                </a:lnTo>
                <a:lnTo>
                  <a:pt x="730947" y="113219"/>
                </a:lnTo>
                <a:lnTo>
                  <a:pt x="730874" y="112819"/>
                </a:lnTo>
                <a:lnTo>
                  <a:pt x="730807" y="112407"/>
                </a:lnTo>
                <a:lnTo>
                  <a:pt x="730747" y="111985"/>
                </a:lnTo>
                <a:lnTo>
                  <a:pt x="730693" y="111551"/>
                </a:lnTo>
                <a:lnTo>
                  <a:pt x="730645" y="111107"/>
                </a:lnTo>
                <a:lnTo>
                  <a:pt x="730604" y="110652"/>
                </a:lnTo>
                <a:lnTo>
                  <a:pt x="730569" y="110185"/>
                </a:lnTo>
                <a:lnTo>
                  <a:pt x="730540" y="109708"/>
                </a:lnTo>
                <a:lnTo>
                  <a:pt x="730518" y="109220"/>
                </a:lnTo>
                <a:lnTo>
                  <a:pt x="730502" y="108721"/>
                </a:lnTo>
                <a:lnTo>
                  <a:pt x="730492" y="108210"/>
                </a:lnTo>
                <a:lnTo>
                  <a:pt x="730489" y="107689"/>
                </a:lnTo>
                <a:lnTo>
                  <a:pt x="730489" y="51064"/>
                </a:lnTo>
                <a:lnTo>
                  <a:pt x="751218" y="51064"/>
                </a:lnTo>
                <a:lnTo>
                  <a:pt x="751218" y="38424"/>
                </a:lnTo>
                <a:lnTo>
                  <a:pt x="730489" y="38424"/>
                </a:lnTo>
                <a:lnTo>
                  <a:pt x="730489" y="15167"/>
                </a:lnTo>
                <a:lnTo>
                  <a:pt x="715575" y="15167"/>
                </a:lnTo>
                <a:lnTo>
                  <a:pt x="715575" y="38424"/>
                </a:lnTo>
                <a:lnTo>
                  <a:pt x="700913" y="38424"/>
                </a:lnTo>
                <a:lnTo>
                  <a:pt x="700913" y="51064"/>
                </a:lnTo>
                <a:lnTo>
                  <a:pt x="715575" y="51064"/>
                </a:lnTo>
                <a:close/>
                <a:moveTo>
                  <a:pt x="853348" y="80221"/>
                </a:moveTo>
                <a:lnTo>
                  <a:pt x="853279" y="79171"/>
                </a:lnTo>
                <a:lnTo>
                  <a:pt x="853198" y="78136"/>
                </a:lnTo>
                <a:lnTo>
                  <a:pt x="853104" y="77116"/>
                </a:lnTo>
                <a:lnTo>
                  <a:pt x="852998" y="76110"/>
                </a:lnTo>
                <a:lnTo>
                  <a:pt x="852879" y="75120"/>
                </a:lnTo>
                <a:lnTo>
                  <a:pt x="852747" y="74144"/>
                </a:lnTo>
                <a:lnTo>
                  <a:pt x="852604" y="73183"/>
                </a:lnTo>
                <a:lnTo>
                  <a:pt x="852447" y="72237"/>
                </a:lnTo>
                <a:lnTo>
                  <a:pt x="852278" y="71307"/>
                </a:lnTo>
                <a:lnTo>
                  <a:pt x="852097" y="70391"/>
                </a:lnTo>
                <a:lnTo>
                  <a:pt x="851903" y="69490"/>
                </a:lnTo>
                <a:lnTo>
                  <a:pt x="851697" y="68604"/>
                </a:lnTo>
                <a:lnTo>
                  <a:pt x="851478" y="67732"/>
                </a:lnTo>
                <a:lnTo>
                  <a:pt x="851246" y="66876"/>
                </a:lnTo>
                <a:lnTo>
                  <a:pt x="851002" y="66035"/>
                </a:lnTo>
                <a:lnTo>
                  <a:pt x="850746" y="65208"/>
                </a:lnTo>
                <a:lnTo>
                  <a:pt x="850477" y="64397"/>
                </a:lnTo>
                <a:lnTo>
                  <a:pt x="850196" y="63600"/>
                </a:lnTo>
                <a:lnTo>
                  <a:pt x="849902" y="62819"/>
                </a:lnTo>
                <a:lnTo>
                  <a:pt x="849597" y="62051"/>
                </a:lnTo>
                <a:lnTo>
                  <a:pt x="849284" y="61296"/>
                </a:lnTo>
                <a:lnTo>
                  <a:pt x="848963" y="60553"/>
                </a:lnTo>
                <a:lnTo>
                  <a:pt x="848633" y="59824"/>
                </a:lnTo>
                <a:lnTo>
                  <a:pt x="848294" y="59107"/>
                </a:lnTo>
                <a:lnTo>
                  <a:pt x="847947" y="58403"/>
                </a:lnTo>
                <a:lnTo>
                  <a:pt x="847591" y="57711"/>
                </a:lnTo>
                <a:lnTo>
                  <a:pt x="847226" y="57033"/>
                </a:lnTo>
                <a:lnTo>
                  <a:pt x="846853" y="56367"/>
                </a:lnTo>
                <a:lnTo>
                  <a:pt x="846472" y="55713"/>
                </a:lnTo>
                <a:lnTo>
                  <a:pt x="846082" y="55073"/>
                </a:lnTo>
                <a:lnTo>
                  <a:pt x="845683" y="54445"/>
                </a:lnTo>
                <a:lnTo>
                  <a:pt x="845276" y="53830"/>
                </a:lnTo>
                <a:lnTo>
                  <a:pt x="844860" y="53228"/>
                </a:lnTo>
                <a:lnTo>
                  <a:pt x="844436" y="52638"/>
                </a:lnTo>
                <a:lnTo>
                  <a:pt x="844003" y="52061"/>
                </a:lnTo>
                <a:lnTo>
                  <a:pt x="843562" y="51497"/>
                </a:lnTo>
                <a:lnTo>
                  <a:pt x="843112" y="50945"/>
                </a:lnTo>
                <a:lnTo>
                  <a:pt x="842653" y="50407"/>
                </a:lnTo>
                <a:lnTo>
                  <a:pt x="842186" y="49881"/>
                </a:lnTo>
                <a:lnTo>
                  <a:pt x="841711" y="49367"/>
                </a:lnTo>
                <a:lnTo>
                  <a:pt x="841227" y="48867"/>
                </a:lnTo>
                <a:lnTo>
                  <a:pt x="840734" y="48379"/>
                </a:lnTo>
                <a:lnTo>
                  <a:pt x="840233" y="47904"/>
                </a:lnTo>
                <a:lnTo>
                  <a:pt x="839725" y="47436"/>
                </a:lnTo>
                <a:lnTo>
                  <a:pt x="839212" y="46978"/>
                </a:lnTo>
                <a:lnTo>
                  <a:pt x="838695" y="46531"/>
                </a:lnTo>
                <a:lnTo>
                  <a:pt x="838173" y="46096"/>
                </a:lnTo>
                <a:lnTo>
                  <a:pt x="837647" y="45671"/>
                </a:lnTo>
                <a:lnTo>
                  <a:pt x="837116" y="45258"/>
                </a:lnTo>
                <a:lnTo>
                  <a:pt x="836581" y="44855"/>
                </a:lnTo>
                <a:lnTo>
                  <a:pt x="836040" y="44463"/>
                </a:lnTo>
                <a:lnTo>
                  <a:pt x="835496" y="44083"/>
                </a:lnTo>
                <a:lnTo>
                  <a:pt x="834946" y="43713"/>
                </a:lnTo>
                <a:lnTo>
                  <a:pt x="834392" y="43354"/>
                </a:lnTo>
                <a:lnTo>
                  <a:pt x="833834" y="43006"/>
                </a:lnTo>
                <a:lnTo>
                  <a:pt x="833271" y="42669"/>
                </a:lnTo>
                <a:lnTo>
                  <a:pt x="832703" y="42343"/>
                </a:lnTo>
                <a:lnTo>
                  <a:pt x="832130" y="42029"/>
                </a:lnTo>
                <a:lnTo>
                  <a:pt x="831553" y="41725"/>
                </a:lnTo>
                <a:lnTo>
                  <a:pt x="830972" y="41432"/>
                </a:lnTo>
                <a:lnTo>
                  <a:pt x="830385" y="41150"/>
                </a:lnTo>
                <a:lnTo>
                  <a:pt x="829795" y="40879"/>
                </a:lnTo>
                <a:lnTo>
                  <a:pt x="829199" y="40619"/>
                </a:lnTo>
                <a:lnTo>
                  <a:pt x="828599" y="40370"/>
                </a:lnTo>
                <a:lnTo>
                  <a:pt x="827994" y="40132"/>
                </a:lnTo>
                <a:lnTo>
                  <a:pt x="827385" y="39904"/>
                </a:lnTo>
                <a:lnTo>
                  <a:pt x="826771" y="39688"/>
                </a:lnTo>
                <a:lnTo>
                  <a:pt x="826155" y="39482"/>
                </a:lnTo>
                <a:lnTo>
                  <a:pt x="825538" y="39285"/>
                </a:lnTo>
                <a:lnTo>
                  <a:pt x="824920" y="39096"/>
                </a:lnTo>
                <a:lnTo>
                  <a:pt x="824301" y="38916"/>
                </a:lnTo>
                <a:lnTo>
                  <a:pt x="823682" y="38745"/>
                </a:lnTo>
                <a:lnTo>
                  <a:pt x="823062" y="38582"/>
                </a:lnTo>
                <a:lnTo>
                  <a:pt x="822442" y="38429"/>
                </a:lnTo>
                <a:lnTo>
                  <a:pt x="821821" y="38284"/>
                </a:lnTo>
                <a:lnTo>
                  <a:pt x="821199" y="38148"/>
                </a:lnTo>
                <a:lnTo>
                  <a:pt x="820577" y="38021"/>
                </a:lnTo>
                <a:lnTo>
                  <a:pt x="819954" y="37902"/>
                </a:lnTo>
                <a:lnTo>
                  <a:pt x="819330" y="37792"/>
                </a:lnTo>
                <a:lnTo>
                  <a:pt x="818705" y="37691"/>
                </a:lnTo>
                <a:lnTo>
                  <a:pt x="818080" y="37599"/>
                </a:lnTo>
                <a:lnTo>
                  <a:pt x="817455" y="37516"/>
                </a:lnTo>
                <a:lnTo>
                  <a:pt x="816828" y="37441"/>
                </a:lnTo>
                <a:lnTo>
                  <a:pt x="816201" y="37375"/>
                </a:lnTo>
                <a:lnTo>
                  <a:pt x="815573" y="37318"/>
                </a:lnTo>
                <a:lnTo>
                  <a:pt x="814945" y="37270"/>
                </a:lnTo>
                <a:lnTo>
                  <a:pt x="814316" y="37231"/>
                </a:lnTo>
                <a:lnTo>
                  <a:pt x="813686" y="37200"/>
                </a:lnTo>
                <a:lnTo>
                  <a:pt x="813056" y="37178"/>
                </a:lnTo>
                <a:lnTo>
                  <a:pt x="812425" y="37165"/>
                </a:lnTo>
                <a:lnTo>
                  <a:pt x="811793" y="37160"/>
                </a:lnTo>
                <a:lnTo>
                  <a:pt x="810704" y="37172"/>
                </a:lnTo>
                <a:lnTo>
                  <a:pt x="809625" y="37205"/>
                </a:lnTo>
                <a:lnTo>
                  <a:pt x="808558" y="37261"/>
                </a:lnTo>
                <a:lnTo>
                  <a:pt x="807503" y="37339"/>
                </a:lnTo>
                <a:lnTo>
                  <a:pt x="806459" y="37440"/>
                </a:lnTo>
                <a:lnTo>
                  <a:pt x="805426" y="37563"/>
                </a:lnTo>
                <a:lnTo>
                  <a:pt x="804405" y="37709"/>
                </a:lnTo>
                <a:lnTo>
                  <a:pt x="803395" y="37877"/>
                </a:lnTo>
                <a:lnTo>
                  <a:pt x="802397" y="38067"/>
                </a:lnTo>
                <a:lnTo>
                  <a:pt x="801410" y="38280"/>
                </a:lnTo>
                <a:lnTo>
                  <a:pt x="800434" y="38515"/>
                </a:lnTo>
                <a:lnTo>
                  <a:pt x="799470" y="38772"/>
                </a:lnTo>
                <a:lnTo>
                  <a:pt x="798517" y="39052"/>
                </a:lnTo>
                <a:lnTo>
                  <a:pt x="797576" y="39354"/>
                </a:lnTo>
                <a:lnTo>
                  <a:pt x="796646" y="39678"/>
                </a:lnTo>
                <a:lnTo>
                  <a:pt x="795727" y="40025"/>
                </a:lnTo>
                <a:lnTo>
                  <a:pt x="794820" y="40395"/>
                </a:lnTo>
                <a:lnTo>
                  <a:pt x="793924" y="40786"/>
                </a:lnTo>
                <a:lnTo>
                  <a:pt x="793040" y="41200"/>
                </a:lnTo>
                <a:lnTo>
                  <a:pt x="792167" y="41637"/>
                </a:lnTo>
                <a:lnTo>
                  <a:pt x="791305" y="42096"/>
                </a:lnTo>
                <a:lnTo>
                  <a:pt x="790455" y="42577"/>
                </a:lnTo>
                <a:lnTo>
                  <a:pt x="789617" y="43081"/>
                </a:lnTo>
                <a:lnTo>
                  <a:pt x="788789" y="43607"/>
                </a:lnTo>
                <a:lnTo>
                  <a:pt x="787980" y="44147"/>
                </a:lnTo>
                <a:lnTo>
                  <a:pt x="787187" y="44706"/>
                </a:lnTo>
                <a:lnTo>
                  <a:pt x="786408" y="45281"/>
                </a:lnTo>
                <a:lnTo>
                  <a:pt x="785643" y="45875"/>
                </a:lnTo>
                <a:lnTo>
                  <a:pt x="784894" y="46486"/>
                </a:lnTo>
                <a:lnTo>
                  <a:pt x="784160" y="47114"/>
                </a:lnTo>
                <a:lnTo>
                  <a:pt x="783441" y="47760"/>
                </a:lnTo>
                <a:lnTo>
                  <a:pt x="782736" y="48424"/>
                </a:lnTo>
                <a:lnTo>
                  <a:pt x="782047" y="49105"/>
                </a:lnTo>
                <a:lnTo>
                  <a:pt x="781372" y="49803"/>
                </a:lnTo>
                <a:lnTo>
                  <a:pt x="780713" y="50520"/>
                </a:lnTo>
                <a:lnTo>
                  <a:pt x="780068" y="51254"/>
                </a:lnTo>
                <a:lnTo>
                  <a:pt x="779438" y="52005"/>
                </a:lnTo>
                <a:lnTo>
                  <a:pt x="778823" y="52774"/>
                </a:lnTo>
                <a:lnTo>
                  <a:pt x="778223" y="53560"/>
                </a:lnTo>
                <a:lnTo>
                  <a:pt x="777638" y="54364"/>
                </a:lnTo>
                <a:lnTo>
                  <a:pt x="777068" y="55186"/>
                </a:lnTo>
                <a:lnTo>
                  <a:pt x="776513" y="56025"/>
                </a:lnTo>
                <a:lnTo>
                  <a:pt x="775973" y="56882"/>
                </a:lnTo>
                <a:lnTo>
                  <a:pt x="775448" y="57756"/>
                </a:lnTo>
                <a:lnTo>
                  <a:pt x="774937" y="58648"/>
                </a:lnTo>
                <a:lnTo>
                  <a:pt x="774442" y="59557"/>
                </a:lnTo>
                <a:lnTo>
                  <a:pt x="773961" y="60484"/>
                </a:lnTo>
                <a:lnTo>
                  <a:pt x="773495" y="61428"/>
                </a:lnTo>
                <a:lnTo>
                  <a:pt x="773052" y="62383"/>
                </a:lnTo>
                <a:lnTo>
                  <a:pt x="772627" y="63349"/>
                </a:lnTo>
                <a:lnTo>
                  <a:pt x="772222" y="64328"/>
                </a:lnTo>
                <a:lnTo>
                  <a:pt x="771835" y="65319"/>
                </a:lnTo>
                <a:lnTo>
                  <a:pt x="771467" y="66322"/>
                </a:lnTo>
                <a:lnTo>
                  <a:pt x="771118" y="67337"/>
                </a:lnTo>
                <a:lnTo>
                  <a:pt x="770787" y="68365"/>
                </a:lnTo>
                <a:lnTo>
                  <a:pt x="770476" y="69405"/>
                </a:lnTo>
                <a:lnTo>
                  <a:pt x="770184" y="70458"/>
                </a:lnTo>
                <a:lnTo>
                  <a:pt x="769910" y="71523"/>
                </a:lnTo>
                <a:lnTo>
                  <a:pt x="769655" y="72600"/>
                </a:lnTo>
                <a:lnTo>
                  <a:pt x="769419" y="73689"/>
                </a:lnTo>
                <a:lnTo>
                  <a:pt x="769202" y="74790"/>
                </a:lnTo>
                <a:lnTo>
                  <a:pt x="769004" y="75904"/>
                </a:lnTo>
                <a:lnTo>
                  <a:pt x="768825" y="77030"/>
                </a:lnTo>
                <a:lnTo>
                  <a:pt x="768664" y="78169"/>
                </a:lnTo>
                <a:lnTo>
                  <a:pt x="768523" y="79320"/>
                </a:lnTo>
                <a:lnTo>
                  <a:pt x="768400" y="80483"/>
                </a:lnTo>
                <a:lnTo>
                  <a:pt x="768296" y="81658"/>
                </a:lnTo>
                <a:lnTo>
                  <a:pt x="768211" y="82845"/>
                </a:lnTo>
                <a:lnTo>
                  <a:pt x="768145" y="84045"/>
                </a:lnTo>
                <a:lnTo>
                  <a:pt x="768098" y="85258"/>
                </a:lnTo>
                <a:lnTo>
                  <a:pt x="768070" y="86482"/>
                </a:lnTo>
                <a:lnTo>
                  <a:pt x="768060" y="87719"/>
                </a:lnTo>
                <a:lnTo>
                  <a:pt x="768070" y="88955"/>
                </a:lnTo>
                <a:lnTo>
                  <a:pt x="768098" y="90179"/>
                </a:lnTo>
                <a:lnTo>
                  <a:pt x="768145" y="91390"/>
                </a:lnTo>
                <a:lnTo>
                  <a:pt x="768211" y="92589"/>
                </a:lnTo>
                <a:lnTo>
                  <a:pt x="768296" y="93774"/>
                </a:lnTo>
                <a:lnTo>
                  <a:pt x="768400" y="94947"/>
                </a:lnTo>
                <a:lnTo>
                  <a:pt x="768523" y="96107"/>
                </a:lnTo>
                <a:lnTo>
                  <a:pt x="768664" y="97255"/>
                </a:lnTo>
                <a:lnTo>
                  <a:pt x="768825" y="98389"/>
                </a:lnTo>
                <a:lnTo>
                  <a:pt x="769004" y="99511"/>
                </a:lnTo>
                <a:lnTo>
                  <a:pt x="769202" y="100621"/>
                </a:lnTo>
                <a:lnTo>
                  <a:pt x="769419" y="101717"/>
                </a:lnTo>
                <a:lnTo>
                  <a:pt x="769655" y="102801"/>
                </a:lnTo>
                <a:lnTo>
                  <a:pt x="769910" y="103872"/>
                </a:lnTo>
                <a:lnTo>
                  <a:pt x="770184" y="104930"/>
                </a:lnTo>
                <a:lnTo>
                  <a:pt x="770476" y="105976"/>
                </a:lnTo>
                <a:lnTo>
                  <a:pt x="770787" y="107009"/>
                </a:lnTo>
                <a:lnTo>
                  <a:pt x="771118" y="108029"/>
                </a:lnTo>
                <a:lnTo>
                  <a:pt x="771467" y="109036"/>
                </a:lnTo>
                <a:lnTo>
                  <a:pt x="771835" y="110031"/>
                </a:lnTo>
                <a:lnTo>
                  <a:pt x="772222" y="111013"/>
                </a:lnTo>
                <a:lnTo>
                  <a:pt x="772627" y="111982"/>
                </a:lnTo>
                <a:lnTo>
                  <a:pt x="773052" y="112939"/>
                </a:lnTo>
                <a:lnTo>
                  <a:pt x="773495" y="113883"/>
                </a:lnTo>
                <a:lnTo>
                  <a:pt x="773962" y="114806"/>
                </a:lnTo>
                <a:lnTo>
                  <a:pt x="774444" y="115713"/>
                </a:lnTo>
                <a:lnTo>
                  <a:pt x="774942" y="116602"/>
                </a:lnTo>
                <a:lnTo>
                  <a:pt x="775456" y="117474"/>
                </a:lnTo>
                <a:lnTo>
                  <a:pt x="775987" y="118330"/>
                </a:lnTo>
                <a:lnTo>
                  <a:pt x="776533" y="119168"/>
                </a:lnTo>
                <a:lnTo>
                  <a:pt x="777095" y="119989"/>
                </a:lnTo>
                <a:lnTo>
                  <a:pt x="777674" y="120792"/>
                </a:lnTo>
                <a:lnTo>
                  <a:pt x="778268" y="121579"/>
                </a:lnTo>
                <a:lnTo>
                  <a:pt x="778878" y="122349"/>
                </a:lnTo>
                <a:lnTo>
                  <a:pt x="779505" y="123101"/>
                </a:lnTo>
                <a:lnTo>
                  <a:pt x="780147" y="123836"/>
                </a:lnTo>
                <a:lnTo>
                  <a:pt x="780805" y="124555"/>
                </a:lnTo>
                <a:lnTo>
                  <a:pt x="781480" y="125256"/>
                </a:lnTo>
                <a:lnTo>
                  <a:pt x="782170" y="125940"/>
                </a:lnTo>
                <a:lnTo>
                  <a:pt x="782877" y="126607"/>
                </a:lnTo>
                <a:lnTo>
                  <a:pt x="783599" y="127256"/>
                </a:lnTo>
                <a:lnTo>
                  <a:pt x="784338" y="127889"/>
                </a:lnTo>
                <a:lnTo>
                  <a:pt x="785092" y="128504"/>
                </a:lnTo>
                <a:lnTo>
                  <a:pt x="785863" y="129103"/>
                </a:lnTo>
                <a:lnTo>
                  <a:pt x="786650" y="129684"/>
                </a:lnTo>
                <a:lnTo>
                  <a:pt x="787452" y="130248"/>
                </a:lnTo>
                <a:lnTo>
                  <a:pt x="788271" y="130795"/>
                </a:lnTo>
                <a:lnTo>
                  <a:pt x="789105" y="131325"/>
                </a:lnTo>
                <a:lnTo>
                  <a:pt x="789960" y="131831"/>
                </a:lnTo>
                <a:lnTo>
                  <a:pt x="790828" y="132315"/>
                </a:lnTo>
                <a:lnTo>
                  <a:pt x="791709" y="132777"/>
                </a:lnTo>
                <a:lnTo>
                  <a:pt x="792604" y="133218"/>
                </a:lnTo>
                <a:lnTo>
                  <a:pt x="793512" y="133637"/>
                </a:lnTo>
                <a:lnTo>
                  <a:pt x="794434" y="134035"/>
                </a:lnTo>
                <a:lnTo>
                  <a:pt x="795369" y="134411"/>
                </a:lnTo>
                <a:lnTo>
                  <a:pt x="796317" y="134766"/>
                </a:lnTo>
                <a:lnTo>
                  <a:pt x="797279" y="135099"/>
                </a:lnTo>
                <a:lnTo>
                  <a:pt x="798254" y="135411"/>
                </a:lnTo>
                <a:lnTo>
                  <a:pt x="799242" y="135702"/>
                </a:lnTo>
                <a:lnTo>
                  <a:pt x="800244" y="135970"/>
                </a:lnTo>
                <a:lnTo>
                  <a:pt x="801259" y="136218"/>
                </a:lnTo>
                <a:lnTo>
                  <a:pt x="802288" y="136443"/>
                </a:lnTo>
                <a:lnTo>
                  <a:pt x="803330" y="136648"/>
                </a:lnTo>
                <a:lnTo>
                  <a:pt x="804385" y="136831"/>
                </a:lnTo>
                <a:lnTo>
                  <a:pt x="805454" y="136992"/>
                </a:lnTo>
                <a:lnTo>
                  <a:pt x="806536" y="137132"/>
                </a:lnTo>
                <a:lnTo>
                  <a:pt x="807632" y="137250"/>
                </a:lnTo>
                <a:lnTo>
                  <a:pt x="808741" y="137347"/>
                </a:lnTo>
                <a:lnTo>
                  <a:pt x="809863" y="137422"/>
                </a:lnTo>
                <a:lnTo>
                  <a:pt x="810999" y="137476"/>
                </a:lnTo>
                <a:lnTo>
                  <a:pt x="812148" y="137508"/>
                </a:lnTo>
                <a:lnTo>
                  <a:pt x="813310" y="137519"/>
                </a:lnTo>
                <a:lnTo>
                  <a:pt x="814128" y="137513"/>
                </a:lnTo>
                <a:lnTo>
                  <a:pt x="814940" y="137498"/>
                </a:lnTo>
                <a:lnTo>
                  <a:pt x="815744" y="137471"/>
                </a:lnTo>
                <a:lnTo>
                  <a:pt x="816542" y="137434"/>
                </a:lnTo>
                <a:lnTo>
                  <a:pt x="817333" y="137387"/>
                </a:lnTo>
                <a:lnTo>
                  <a:pt x="818117" y="137329"/>
                </a:lnTo>
                <a:lnTo>
                  <a:pt x="818895" y="137261"/>
                </a:lnTo>
                <a:lnTo>
                  <a:pt x="819665" y="137182"/>
                </a:lnTo>
                <a:lnTo>
                  <a:pt x="820429" y="137092"/>
                </a:lnTo>
                <a:lnTo>
                  <a:pt x="821186" y="136992"/>
                </a:lnTo>
                <a:lnTo>
                  <a:pt x="821936" y="136881"/>
                </a:lnTo>
                <a:lnTo>
                  <a:pt x="822679" y="136760"/>
                </a:lnTo>
                <a:lnTo>
                  <a:pt x="823416" y="136629"/>
                </a:lnTo>
                <a:lnTo>
                  <a:pt x="824146" y="136486"/>
                </a:lnTo>
                <a:lnTo>
                  <a:pt x="824869" y="136334"/>
                </a:lnTo>
                <a:lnTo>
                  <a:pt x="825585" y="136170"/>
                </a:lnTo>
                <a:lnTo>
                  <a:pt x="826294" y="135997"/>
                </a:lnTo>
                <a:lnTo>
                  <a:pt x="826996" y="135812"/>
                </a:lnTo>
                <a:lnTo>
                  <a:pt x="827692" y="135618"/>
                </a:lnTo>
                <a:lnTo>
                  <a:pt x="828381" y="135412"/>
                </a:lnTo>
                <a:lnTo>
                  <a:pt x="829063" y="135196"/>
                </a:lnTo>
                <a:lnTo>
                  <a:pt x="829739" y="134970"/>
                </a:lnTo>
                <a:lnTo>
                  <a:pt x="830407" y="134733"/>
                </a:lnTo>
                <a:lnTo>
                  <a:pt x="831069" y="134485"/>
                </a:lnTo>
                <a:lnTo>
                  <a:pt x="831723" y="134223"/>
                </a:lnTo>
                <a:lnTo>
                  <a:pt x="832368" y="133952"/>
                </a:lnTo>
                <a:lnTo>
                  <a:pt x="833004" y="133674"/>
                </a:lnTo>
                <a:lnTo>
                  <a:pt x="833632" y="133386"/>
                </a:lnTo>
                <a:lnTo>
                  <a:pt x="834251" y="133091"/>
                </a:lnTo>
                <a:lnTo>
                  <a:pt x="834861" y="132787"/>
                </a:lnTo>
                <a:lnTo>
                  <a:pt x="835462" y="132475"/>
                </a:lnTo>
                <a:lnTo>
                  <a:pt x="836054" y="132154"/>
                </a:lnTo>
                <a:lnTo>
                  <a:pt x="836638" y="131825"/>
                </a:lnTo>
                <a:lnTo>
                  <a:pt x="837213" y="131488"/>
                </a:lnTo>
                <a:lnTo>
                  <a:pt x="837779" y="131142"/>
                </a:lnTo>
                <a:lnTo>
                  <a:pt x="838337" y="130788"/>
                </a:lnTo>
                <a:lnTo>
                  <a:pt x="838885" y="130426"/>
                </a:lnTo>
                <a:lnTo>
                  <a:pt x="839425" y="130055"/>
                </a:lnTo>
                <a:lnTo>
                  <a:pt x="839956" y="129676"/>
                </a:lnTo>
                <a:lnTo>
                  <a:pt x="840478" y="129289"/>
                </a:lnTo>
                <a:lnTo>
                  <a:pt x="840992" y="128893"/>
                </a:lnTo>
                <a:lnTo>
                  <a:pt x="841496" y="128489"/>
                </a:lnTo>
                <a:lnTo>
                  <a:pt x="841992" y="128077"/>
                </a:lnTo>
                <a:lnTo>
                  <a:pt x="842480" y="127656"/>
                </a:lnTo>
                <a:lnTo>
                  <a:pt x="842958" y="127227"/>
                </a:lnTo>
                <a:lnTo>
                  <a:pt x="843428" y="126790"/>
                </a:lnTo>
                <a:lnTo>
                  <a:pt x="843888" y="126344"/>
                </a:lnTo>
                <a:lnTo>
                  <a:pt x="844340" y="125890"/>
                </a:lnTo>
                <a:lnTo>
                  <a:pt x="844783" y="125424"/>
                </a:lnTo>
                <a:lnTo>
                  <a:pt x="845214" y="124951"/>
                </a:lnTo>
                <a:lnTo>
                  <a:pt x="845635" y="124472"/>
                </a:lnTo>
                <a:lnTo>
                  <a:pt x="846045" y="123987"/>
                </a:lnTo>
                <a:lnTo>
                  <a:pt x="846444" y="123496"/>
                </a:lnTo>
                <a:lnTo>
                  <a:pt x="846833" y="122999"/>
                </a:lnTo>
                <a:lnTo>
                  <a:pt x="847210" y="122496"/>
                </a:lnTo>
                <a:lnTo>
                  <a:pt x="847577" y="121986"/>
                </a:lnTo>
                <a:lnTo>
                  <a:pt x="847934" y="121470"/>
                </a:lnTo>
                <a:lnTo>
                  <a:pt x="848279" y="120949"/>
                </a:lnTo>
                <a:lnTo>
                  <a:pt x="848614" y="120421"/>
                </a:lnTo>
                <a:lnTo>
                  <a:pt x="848938" y="119886"/>
                </a:lnTo>
                <a:lnTo>
                  <a:pt x="849251" y="119346"/>
                </a:lnTo>
                <a:lnTo>
                  <a:pt x="849554" y="118800"/>
                </a:lnTo>
                <a:lnTo>
                  <a:pt x="849845" y="118247"/>
                </a:lnTo>
                <a:lnTo>
                  <a:pt x="850126" y="117689"/>
                </a:lnTo>
                <a:lnTo>
                  <a:pt x="850397" y="117124"/>
                </a:lnTo>
                <a:lnTo>
                  <a:pt x="850656" y="116553"/>
                </a:lnTo>
                <a:lnTo>
                  <a:pt x="850905" y="115976"/>
                </a:lnTo>
                <a:lnTo>
                  <a:pt x="851143" y="115392"/>
                </a:lnTo>
                <a:lnTo>
                  <a:pt x="851370" y="114803"/>
                </a:lnTo>
                <a:lnTo>
                  <a:pt x="851587" y="114207"/>
                </a:lnTo>
                <a:lnTo>
                  <a:pt x="851792" y="113606"/>
                </a:lnTo>
                <a:lnTo>
                  <a:pt x="851987" y="112998"/>
                </a:lnTo>
                <a:lnTo>
                  <a:pt x="837578" y="108953"/>
                </a:lnTo>
                <a:lnTo>
                  <a:pt x="837417" y="109372"/>
                </a:lnTo>
                <a:lnTo>
                  <a:pt x="837251" y="109784"/>
                </a:lnTo>
                <a:lnTo>
                  <a:pt x="837080" y="110192"/>
                </a:lnTo>
                <a:lnTo>
                  <a:pt x="836902" y="110593"/>
                </a:lnTo>
                <a:lnTo>
                  <a:pt x="836720" y="110989"/>
                </a:lnTo>
                <a:lnTo>
                  <a:pt x="836531" y="111378"/>
                </a:lnTo>
                <a:lnTo>
                  <a:pt x="836338" y="111763"/>
                </a:lnTo>
                <a:lnTo>
                  <a:pt x="836139" y="112141"/>
                </a:lnTo>
                <a:lnTo>
                  <a:pt x="835934" y="112514"/>
                </a:lnTo>
                <a:lnTo>
                  <a:pt x="835724" y="112881"/>
                </a:lnTo>
                <a:lnTo>
                  <a:pt x="835508" y="113243"/>
                </a:lnTo>
                <a:lnTo>
                  <a:pt x="835287" y="113598"/>
                </a:lnTo>
                <a:lnTo>
                  <a:pt x="835061" y="113948"/>
                </a:lnTo>
                <a:lnTo>
                  <a:pt x="834829" y="114293"/>
                </a:lnTo>
                <a:lnTo>
                  <a:pt x="834591" y="114631"/>
                </a:lnTo>
                <a:lnTo>
                  <a:pt x="834348" y="114964"/>
                </a:lnTo>
                <a:lnTo>
                  <a:pt x="834100" y="115291"/>
                </a:lnTo>
                <a:lnTo>
                  <a:pt x="833846" y="115613"/>
                </a:lnTo>
                <a:lnTo>
                  <a:pt x="833586" y="115928"/>
                </a:lnTo>
                <a:lnTo>
                  <a:pt x="833321" y="116239"/>
                </a:lnTo>
                <a:lnTo>
                  <a:pt x="833051" y="116543"/>
                </a:lnTo>
                <a:lnTo>
                  <a:pt x="832775" y="116842"/>
                </a:lnTo>
                <a:lnTo>
                  <a:pt x="832493" y="117135"/>
                </a:lnTo>
                <a:lnTo>
                  <a:pt x="832206" y="117422"/>
                </a:lnTo>
                <a:lnTo>
                  <a:pt x="831914" y="117698"/>
                </a:lnTo>
                <a:lnTo>
                  <a:pt x="831618" y="117969"/>
                </a:lnTo>
                <a:lnTo>
                  <a:pt x="831317" y="118233"/>
                </a:lnTo>
                <a:lnTo>
                  <a:pt x="831011" y="118493"/>
                </a:lnTo>
                <a:lnTo>
                  <a:pt x="830701" y="118746"/>
                </a:lnTo>
                <a:lnTo>
                  <a:pt x="830386" y="118994"/>
                </a:lnTo>
                <a:lnTo>
                  <a:pt x="830066" y="119236"/>
                </a:lnTo>
                <a:lnTo>
                  <a:pt x="829742" y="119472"/>
                </a:lnTo>
                <a:lnTo>
                  <a:pt x="829413" y="119703"/>
                </a:lnTo>
                <a:lnTo>
                  <a:pt x="829079" y="119928"/>
                </a:lnTo>
                <a:lnTo>
                  <a:pt x="828741" y="120147"/>
                </a:lnTo>
                <a:lnTo>
                  <a:pt x="828399" y="120360"/>
                </a:lnTo>
                <a:lnTo>
                  <a:pt x="828051" y="120568"/>
                </a:lnTo>
                <a:lnTo>
                  <a:pt x="827700" y="120770"/>
                </a:lnTo>
                <a:lnTo>
                  <a:pt x="827343" y="120967"/>
                </a:lnTo>
                <a:lnTo>
                  <a:pt x="826982" y="121157"/>
                </a:lnTo>
                <a:lnTo>
                  <a:pt x="826616" y="121342"/>
                </a:lnTo>
                <a:lnTo>
                  <a:pt x="826246" y="121522"/>
                </a:lnTo>
                <a:lnTo>
                  <a:pt x="825871" y="121695"/>
                </a:lnTo>
                <a:lnTo>
                  <a:pt x="825492" y="121863"/>
                </a:lnTo>
                <a:lnTo>
                  <a:pt x="825107" y="122025"/>
                </a:lnTo>
                <a:lnTo>
                  <a:pt x="824719" y="122182"/>
                </a:lnTo>
                <a:lnTo>
                  <a:pt x="824325" y="122333"/>
                </a:lnTo>
                <a:lnTo>
                  <a:pt x="823927" y="122478"/>
                </a:lnTo>
                <a:lnTo>
                  <a:pt x="823531" y="122612"/>
                </a:lnTo>
                <a:lnTo>
                  <a:pt x="823130" y="122740"/>
                </a:lnTo>
                <a:lnTo>
                  <a:pt x="822725" y="122863"/>
                </a:lnTo>
                <a:lnTo>
                  <a:pt x="822316" y="122980"/>
                </a:lnTo>
                <a:lnTo>
                  <a:pt x="821903" y="123091"/>
                </a:lnTo>
                <a:lnTo>
                  <a:pt x="821486" y="123196"/>
                </a:lnTo>
                <a:lnTo>
                  <a:pt x="821066" y="123296"/>
                </a:lnTo>
                <a:lnTo>
                  <a:pt x="820641" y="123390"/>
                </a:lnTo>
                <a:lnTo>
                  <a:pt x="820213" y="123479"/>
                </a:lnTo>
                <a:lnTo>
                  <a:pt x="819780" y="123562"/>
                </a:lnTo>
                <a:lnTo>
                  <a:pt x="819344" y="123639"/>
                </a:lnTo>
                <a:lnTo>
                  <a:pt x="818903" y="123710"/>
                </a:lnTo>
                <a:lnTo>
                  <a:pt x="818459" y="123776"/>
                </a:lnTo>
                <a:lnTo>
                  <a:pt x="818011" y="123835"/>
                </a:lnTo>
                <a:lnTo>
                  <a:pt x="817558" y="123890"/>
                </a:lnTo>
                <a:lnTo>
                  <a:pt x="817102" y="123938"/>
                </a:lnTo>
                <a:lnTo>
                  <a:pt x="816642" y="123981"/>
                </a:lnTo>
                <a:lnTo>
                  <a:pt x="816178" y="124018"/>
                </a:lnTo>
                <a:lnTo>
                  <a:pt x="815710" y="124049"/>
                </a:lnTo>
                <a:lnTo>
                  <a:pt x="815238" y="124075"/>
                </a:lnTo>
                <a:lnTo>
                  <a:pt x="814762" y="124095"/>
                </a:lnTo>
                <a:lnTo>
                  <a:pt x="814282" y="124109"/>
                </a:lnTo>
                <a:lnTo>
                  <a:pt x="813798" y="124118"/>
                </a:lnTo>
                <a:lnTo>
                  <a:pt x="813310" y="124121"/>
                </a:lnTo>
                <a:lnTo>
                  <a:pt x="812561" y="124114"/>
                </a:lnTo>
                <a:lnTo>
                  <a:pt x="811819" y="124094"/>
                </a:lnTo>
                <a:lnTo>
                  <a:pt x="811085" y="124060"/>
                </a:lnTo>
                <a:lnTo>
                  <a:pt x="810359" y="124012"/>
                </a:lnTo>
                <a:lnTo>
                  <a:pt x="809641" y="123951"/>
                </a:lnTo>
                <a:lnTo>
                  <a:pt x="808930" y="123876"/>
                </a:lnTo>
                <a:lnTo>
                  <a:pt x="808227" y="123787"/>
                </a:lnTo>
                <a:lnTo>
                  <a:pt x="807531" y="123685"/>
                </a:lnTo>
                <a:lnTo>
                  <a:pt x="806843" y="123570"/>
                </a:lnTo>
                <a:lnTo>
                  <a:pt x="806163" y="123440"/>
                </a:lnTo>
                <a:lnTo>
                  <a:pt x="805491" y="123298"/>
                </a:lnTo>
                <a:lnTo>
                  <a:pt x="804826" y="123141"/>
                </a:lnTo>
                <a:lnTo>
                  <a:pt x="804169" y="122971"/>
                </a:lnTo>
                <a:lnTo>
                  <a:pt x="803519" y="122787"/>
                </a:lnTo>
                <a:lnTo>
                  <a:pt x="802878" y="122590"/>
                </a:lnTo>
                <a:lnTo>
                  <a:pt x="802244" y="122379"/>
                </a:lnTo>
                <a:lnTo>
                  <a:pt x="801617" y="122155"/>
                </a:lnTo>
                <a:lnTo>
                  <a:pt x="800998" y="121917"/>
                </a:lnTo>
                <a:lnTo>
                  <a:pt x="800387" y="121665"/>
                </a:lnTo>
                <a:lnTo>
                  <a:pt x="799784" y="121400"/>
                </a:lnTo>
                <a:lnTo>
                  <a:pt x="799188" y="121121"/>
                </a:lnTo>
                <a:lnTo>
                  <a:pt x="798600" y="120828"/>
                </a:lnTo>
                <a:lnTo>
                  <a:pt x="798020" y="120522"/>
                </a:lnTo>
                <a:lnTo>
                  <a:pt x="797448" y="120202"/>
                </a:lnTo>
                <a:lnTo>
                  <a:pt x="796884" y="119864"/>
                </a:lnTo>
                <a:lnTo>
                  <a:pt x="796331" y="119514"/>
                </a:lnTo>
                <a:lnTo>
                  <a:pt x="795788" y="119151"/>
                </a:lnTo>
                <a:lnTo>
                  <a:pt x="795255" y="118775"/>
                </a:lnTo>
                <a:lnTo>
                  <a:pt x="794733" y="118387"/>
                </a:lnTo>
                <a:lnTo>
                  <a:pt x="794220" y="117987"/>
                </a:lnTo>
                <a:lnTo>
                  <a:pt x="793719" y="117574"/>
                </a:lnTo>
                <a:lnTo>
                  <a:pt x="793227" y="117148"/>
                </a:lnTo>
                <a:lnTo>
                  <a:pt x="792746" y="116710"/>
                </a:lnTo>
                <a:lnTo>
                  <a:pt x="792275" y="116259"/>
                </a:lnTo>
                <a:lnTo>
                  <a:pt x="791815" y="115796"/>
                </a:lnTo>
                <a:lnTo>
                  <a:pt x="791365" y="115320"/>
                </a:lnTo>
                <a:lnTo>
                  <a:pt x="790925" y="114832"/>
                </a:lnTo>
                <a:lnTo>
                  <a:pt x="790495" y="114332"/>
                </a:lnTo>
                <a:lnTo>
                  <a:pt x="790076" y="113819"/>
                </a:lnTo>
                <a:lnTo>
                  <a:pt x="789667" y="113293"/>
                </a:lnTo>
                <a:lnTo>
                  <a:pt x="789269" y="112755"/>
                </a:lnTo>
                <a:lnTo>
                  <a:pt x="788880" y="112204"/>
                </a:lnTo>
                <a:lnTo>
                  <a:pt x="788502" y="111641"/>
                </a:lnTo>
                <a:lnTo>
                  <a:pt x="788135" y="111065"/>
                </a:lnTo>
                <a:lnTo>
                  <a:pt x="787777" y="110477"/>
                </a:lnTo>
                <a:lnTo>
                  <a:pt x="787430" y="109876"/>
                </a:lnTo>
                <a:lnTo>
                  <a:pt x="787093" y="109263"/>
                </a:lnTo>
                <a:lnTo>
                  <a:pt x="786767" y="108637"/>
                </a:lnTo>
                <a:lnTo>
                  <a:pt x="786458" y="107994"/>
                </a:lnTo>
                <a:lnTo>
                  <a:pt x="786161" y="107340"/>
                </a:lnTo>
                <a:lnTo>
                  <a:pt x="785878" y="106673"/>
                </a:lnTo>
                <a:lnTo>
                  <a:pt x="785608" y="105995"/>
                </a:lnTo>
                <a:lnTo>
                  <a:pt x="785352" y="105306"/>
                </a:lnTo>
                <a:lnTo>
                  <a:pt x="785108" y="104604"/>
                </a:lnTo>
                <a:lnTo>
                  <a:pt x="784878" y="103892"/>
                </a:lnTo>
                <a:lnTo>
                  <a:pt x="784660" y="103167"/>
                </a:lnTo>
                <a:lnTo>
                  <a:pt x="784456" y="102431"/>
                </a:lnTo>
                <a:lnTo>
                  <a:pt x="784265" y="101683"/>
                </a:lnTo>
                <a:lnTo>
                  <a:pt x="784088" y="100924"/>
                </a:lnTo>
                <a:lnTo>
                  <a:pt x="783923" y="100153"/>
                </a:lnTo>
                <a:lnTo>
                  <a:pt x="783772" y="99370"/>
                </a:lnTo>
                <a:lnTo>
                  <a:pt x="783633" y="98576"/>
                </a:lnTo>
                <a:lnTo>
                  <a:pt x="783508" y="97770"/>
                </a:lnTo>
                <a:lnTo>
                  <a:pt x="783396" y="96953"/>
                </a:lnTo>
                <a:lnTo>
                  <a:pt x="783298" y="96124"/>
                </a:lnTo>
                <a:lnTo>
                  <a:pt x="783212" y="95283"/>
                </a:lnTo>
                <a:lnTo>
                  <a:pt x="783140" y="94430"/>
                </a:lnTo>
                <a:lnTo>
                  <a:pt x="783080" y="93566"/>
                </a:lnTo>
                <a:lnTo>
                  <a:pt x="783034" y="92691"/>
                </a:lnTo>
                <a:lnTo>
                  <a:pt x="783009" y="92016"/>
                </a:lnTo>
                <a:lnTo>
                  <a:pt x="853504" y="92016"/>
                </a:lnTo>
                <a:lnTo>
                  <a:pt x="853504" y="85696"/>
                </a:lnTo>
                <a:lnTo>
                  <a:pt x="853498" y="84572"/>
                </a:lnTo>
                <a:lnTo>
                  <a:pt x="853479" y="83462"/>
                </a:lnTo>
                <a:lnTo>
                  <a:pt x="853448" y="82367"/>
                </a:lnTo>
                <a:lnTo>
                  <a:pt x="853404" y="81287"/>
                </a:lnTo>
                <a:lnTo>
                  <a:pt x="853348" y="80221"/>
                </a:lnTo>
                <a:close/>
                <a:moveTo>
                  <a:pt x="783579" y="74886"/>
                </a:moveTo>
                <a:lnTo>
                  <a:pt x="783705" y="74254"/>
                </a:lnTo>
                <a:lnTo>
                  <a:pt x="783844" y="73626"/>
                </a:lnTo>
                <a:lnTo>
                  <a:pt x="783995" y="73001"/>
                </a:lnTo>
                <a:lnTo>
                  <a:pt x="784158" y="72379"/>
                </a:lnTo>
                <a:lnTo>
                  <a:pt x="784333" y="71761"/>
                </a:lnTo>
                <a:lnTo>
                  <a:pt x="784520" y="71147"/>
                </a:lnTo>
                <a:lnTo>
                  <a:pt x="784719" y="70536"/>
                </a:lnTo>
                <a:lnTo>
                  <a:pt x="784930" y="69929"/>
                </a:lnTo>
                <a:lnTo>
                  <a:pt x="785154" y="69325"/>
                </a:lnTo>
                <a:lnTo>
                  <a:pt x="785389" y="68724"/>
                </a:lnTo>
                <a:lnTo>
                  <a:pt x="785636" y="68127"/>
                </a:lnTo>
                <a:lnTo>
                  <a:pt x="785896" y="67534"/>
                </a:lnTo>
                <a:lnTo>
                  <a:pt x="786167" y="66944"/>
                </a:lnTo>
                <a:lnTo>
                  <a:pt x="786451" y="66358"/>
                </a:lnTo>
                <a:lnTo>
                  <a:pt x="786746" y="65778"/>
                </a:lnTo>
                <a:lnTo>
                  <a:pt x="787051" y="65207"/>
                </a:lnTo>
                <a:lnTo>
                  <a:pt x="787366" y="64646"/>
                </a:lnTo>
                <a:lnTo>
                  <a:pt x="787692" y="64093"/>
                </a:lnTo>
                <a:lnTo>
                  <a:pt x="788028" y="63550"/>
                </a:lnTo>
                <a:lnTo>
                  <a:pt x="788375" y="63016"/>
                </a:lnTo>
                <a:lnTo>
                  <a:pt x="788731" y="62492"/>
                </a:lnTo>
                <a:lnTo>
                  <a:pt x="789098" y="61976"/>
                </a:lnTo>
                <a:lnTo>
                  <a:pt x="789476" y="61470"/>
                </a:lnTo>
                <a:lnTo>
                  <a:pt x="789863" y="60973"/>
                </a:lnTo>
                <a:lnTo>
                  <a:pt x="790261" y="60485"/>
                </a:lnTo>
                <a:lnTo>
                  <a:pt x="790669" y="60006"/>
                </a:lnTo>
                <a:lnTo>
                  <a:pt x="791088" y="59537"/>
                </a:lnTo>
                <a:lnTo>
                  <a:pt x="791517" y="59077"/>
                </a:lnTo>
                <a:lnTo>
                  <a:pt x="791956" y="58626"/>
                </a:lnTo>
                <a:lnTo>
                  <a:pt x="792406" y="58184"/>
                </a:lnTo>
                <a:lnTo>
                  <a:pt x="792866" y="57752"/>
                </a:lnTo>
                <a:lnTo>
                  <a:pt x="793336" y="57328"/>
                </a:lnTo>
                <a:lnTo>
                  <a:pt x="793816" y="56914"/>
                </a:lnTo>
                <a:lnTo>
                  <a:pt x="794307" y="56509"/>
                </a:lnTo>
                <a:lnTo>
                  <a:pt x="794808" y="56114"/>
                </a:lnTo>
                <a:lnTo>
                  <a:pt x="795319" y="55727"/>
                </a:lnTo>
                <a:lnTo>
                  <a:pt x="795841" y="55350"/>
                </a:lnTo>
                <a:lnTo>
                  <a:pt x="796373" y="54982"/>
                </a:lnTo>
                <a:lnTo>
                  <a:pt x="796920" y="54621"/>
                </a:lnTo>
                <a:lnTo>
                  <a:pt x="797475" y="54276"/>
                </a:lnTo>
                <a:lnTo>
                  <a:pt x="798038" y="53945"/>
                </a:lnTo>
                <a:lnTo>
                  <a:pt x="798610" y="53630"/>
                </a:lnTo>
                <a:lnTo>
                  <a:pt x="799190" y="53331"/>
                </a:lnTo>
                <a:lnTo>
                  <a:pt x="799778" y="53047"/>
                </a:lnTo>
                <a:lnTo>
                  <a:pt x="800375" y="52778"/>
                </a:lnTo>
                <a:lnTo>
                  <a:pt x="800980" y="52525"/>
                </a:lnTo>
                <a:lnTo>
                  <a:pt x="801593" y="52286"/>
                </a:lnTo>
                <a:lnTo>
                  <a:pt x="802215" y="52064"/>
                </a:lnTo>
                <a:lnTo>
                  <a:pt x="802845" y="51856"/>
                </a:lnTo>
                <a:lnTo>
                  <a:pt x="803483" y="51664"/>
                </a:lnTo>
                <a:lnTo>
                  <a:pt x="804130" y="51488"/>
                </a:lnTo>
                <a:lnTo>
                  <a:pt x="804785" y="51326"/>
                </a:lnTo>
                <a:lnTo>
                  <a:pt x="805448" y="51180"/>
                </a:lnTo>
                <a:lnTo>
                  <a:pt x="806120" y="51050"/>
                </a:lnTo>
                <a:lnTo>
                  <a:pt x="806800" y="50935"/>
                </a:lnTo>
                <a:lnTo>
                  <a:pt x="807488" y="50835"/>
                </a:lnTo>
                <a:lnTo>
                  <a:pt x="808185" y="50750"/>
                </a:lnTo>
                <a:lnTo>
                  <a:pt x="808890" y="50681"/>
                </a:lnTo>
                <a:lnTo>
                  <a:pt x="809603" y="50627"/>
                </a:lnTo>
                <a:lnTo>
                  <a:pt x="810325" y="50589"/>
                </a:lnTo>
                <a:lnTo>
                  <a:pt x="811055" y="50566"/>
                </a:lnTo>
                <a:lnTo>
                  <a:pt x="811793" y="50558"/>
                </a:lnTo>
                <a:lnTo>
                  <a:pt x="812464" y="50565"/>
                </a:lnTo>
                <a:lnTo>
                  <a:pt x="813127" y="50584"/>
                </a:lnTo>
                <a:lnTo>
                  <a:pt x="813782" y="50617"/>
                </a:lnTo>
                <a:lnTo>
                  <a:pt x="814430" y="50662"/>
                </a:lnTo>
                <a:lnTo>
                  <a:pt x="815071" y="50720"/>
                </a:lnTo>
                <a:lnTo>
                  <a:pt x="815704" y="50791"/>
                </a:lnTo>
                <a:lnTo>
                  <a:pt x="816329" y="50876"/>
                </a:lnTo>
                <a:lnTo>
                  <a:pt x="816948" y="50973"/>
                </a:lnTo>
                <a:lnTo>
                  <a:pt x="817558" y="51083"/>
                </a:lnTo>
                <a:lnTo>
                  <a:pt x="818161" y="51206"/>
                </a:lnTo>
                <a:lnTo>
                  <a:pt x="818757" y="51342"/>
                </a:lnTo>
                <a:lnTo>
                  <a:pt x="819346" y="51491"/>
                </a:lnTo>
                <a:lnTo>
                  <a:pt x="819926" y="51652"/>
                </a:lnTo>
                <a:lnTo>
                  <a:pt x="820500" y="51827"/>
                </a:lnTo>
                <a:lnTo>
                  <a:pt x="821066" y="52015"/>
                </a:lnTo>
                <a:lnTo>
                  <a:pt x="821624" y="52216"/>
                </a:lnTo>
                <a:lnTo>
                  <a:pt x="822175" y="52429"/>
                </a:lnTo>
                <a:lnTo>
                  <a:pt x="822719" y="52656"/>
                </a:lnTo>
                <a:lnTo>
                  <a:pt x="823255" y="52895"/>
                </a:lnTo>
                <a:lnTo>
                  <a:pt x="823783" y="53148"/>
                </a:lnTo>
                <a:lnTo>
                  <a:pt x="824305" y="53413"/>
                </a:lnTo>
                <a:lnTo>
                  <a:pt x="824818" y="53691"/>
                </a:lnTo>
                <a:lnTo>
                  <a:pt x="825325" y="53983"/>
                </a:lnTo>
                <a:lnTo>
                  <a:pt x="825823" y="54287"/>
                </a:lnTo>
                <a:lnTo>
                  <a:pt x="826319" y="54602"/>
                </a:lnTo>
                <a:lnTo>
                  <a:pt x="826805" y="54927"/>
                </a:lnTo>
                <a:lnTo>
                  <a:pt x="827281" y="55262"/>
                </a:lnTo>
                <a:lnTo>
                  <a:pt x="827747" y="55605"/>
                </a:lnTo>
                <a:lnTo>
                  <a:pt x="828204" y="55959"/>
                </a:lnTo>
                <a:lnTo>
                  <a:pt x="828651" y="56321"/>
                </a:lnTo>
                <a:lnTo>
                  <a:pt x="829089" y="56693"/>
                </a:lnTo>
                <a:lnTo>
                  <a:pt x="829517" y="57075"/>
                </a:lnTo>
                <a:lnTo>
                  <a:pt x="829935" y="57466"/>
                </a:lnTo>
                <a:lnTo>
                  <a:pt x="830344" y="57866"/>
                </a:lnTo>
                <a:lnTo>
                  <a:pt x="830743" y="58276"/>
                </a:lnTo>
                <a:lnTo>
                  <a:pt x="831132" y="58695"/>
                </a:lnTo>
                <a:lnTo>
                  <a:pt x="831512" y="59124"/>
                </a:lnTo>
                <a:lnTo>
                  <a:pt x="831882" y="59562"/>
                </a:lnTo>
                <a:lnTo>
                  <a:pt x="832242" y="60009"/>
                </a:lnTo>
                <a:lnTo>
                  <a:pt x="832593" y="60466"/>
                </a:lnTo>
                <a:lnTo>
                  <a:pt x="832934" y="60933"/>
                </a:lnTo>
                <a:lnTo>
                  <a:pt x="833265" y="61409"/>
                </a:lnTo>
                <a:lnTo>
                  <a:pt x="833587" y="61894"/>
                </a:lnTo>
                <a:lnTo>
                  <a:pt x="833899" y="62389"/>
                </a:lnTo>
                <a:lnTo>
                  <a:pt x="834201" y="62893"/>
                </a:lnTo>
                <a:lnTo>
                  <a:pt x="834494" y="63406"/>
                </a:lnTo>
                <a:lnTo>
                  <a:pt x="834777" y="63929"/>
                </a:lnTo>
                <a:lnTo>
                  <a:pt x="835050" y="64462"/>
                </a:lnTo>
                <a:lnTo>
                  <a:pt x="835318" y="65002"/>
                </a:lnTo>
                <a:lnTo>
                  <a:pt x="835575" y="65549"/>
                </a:lnTo>
                <a:lnTo>
                  <a:pt x="835821" y="66101"/>
                </a:lnTo>
                <a:lnTo>
                  <a:pt x="836054" y="66660"/>
                </a:lnTo>
                <a:lnTo>
                  <a:pt x="836277" y="67225"/>
                </a:lnTo>
                <a:lnTo>
                  <a:pt x="836488" y="67796"/>
                </a:lnTo>
                <a:lnTo>
                  <a:pt x="836688" y="68373"/>
                </a:lnTo>
                <a:lnTo>
                  <a:pt x="836876" y="68956"/>
                </a:lnTo>
                <a:lnTo>
                  <a:pt x="837053" y="69545"/>
                </a:lnTo>
                <a:lnTo>
                  <a:pt x="837218" y="70141"/>
                </a:lnTo>
                <a:lnTo>
                  <a:pt x="837372" y="70743"/>
                </a:lnTo>
                <a:lnTo>
                  <a:pt x="837515" y="71350"/>
                </a:lnTo>
                <a:lnTo>
                  <a:pt x="837646" y="71964"/>
                </a:lnTo>
                <a:lnTo>
                  <a:pt x="837766" y="72585"/>
                </a:lnTo>
                <a:lnTo>
                  <a:pt x="837874" y="73211"/>
                </a:lnTo>
                <a:lnTo>
                  <a:pt x="837971" y="73843"/>
                </a:lnTo>
                <a:lnTo>
                  <a:pt x="838057" y="74482"/>
                </a:lnTo>
                <a:lnTo>
                  <a:pt x="838131" y="75127"/>
                </a:lnTo>
                <a:lnTo>
                  <a:pt x="838194" y="75777"/>
                </a:lnTo>
                <a:lnTo>
                  <a:pt x="838245" y="76434"/>
                </a:lnTo>
                <a:lnTo>
                  <a:pt x="838285" y="77098"/>
                </a:lnTo>
                <a:lnTo>
                  <a:pt x="838314" y="77767"/>
                </a:lnTo>
                <a:lnTo>
                  <a:pt x="838331" y="78442"/>
                </a:lnTo>
                <a:lnTo>
                  <a:pt x="838337" y="79124"/>
                </a:lnTo>
                <a:lnTo>
                  <a:pt x="783048" y="79124"/>
                </a:lnTo>
                <a:lnTo>
                  <a:pt x="783072" y="78752"/>
                </a:lnTo>
                <a:lnTo>
                  <a:pt x="783126" y="78099"/>
                </a:lnTo>
                <a:lnTo>
                  <a:pt x="783192" y="77449"/>
                </a:lnTo>
                <a:lnTo>
                  <a:pt x="783271" y="76803"/>
                </a:lnTo>
                <a:lnTo>
                  <a:pt x="783361" y="76161"/>
                </a:lnTo>
                <a:lnTo>
                  <a:pt x="783464" y="75522"/>
                </a:lnTo>
                <a:lnTo>
                  <a:pt x="783579" y="74886"/>
                </a:lnTo>
                <a:close/>
                <a:moveTo>
                  <a:pt x="942515" y="54463"/>
                </a:moveTo>
                <a:lnTo>
                  <a:pt x="942101" y="53704"/>
                </a:lnTo>
                <a:lnTo>
                  <a:pt x="941669" y="52960"/>
                </a:lnTo>
                <a:lnTo>
                  <a:pt x="941221" y="52230"/>
                </a:lnTo>
                <a:lnTo>
                  <a:pt x="940756" y="51513"/>
                </a:lnTo>
                <a:lnTo>
                  <a:pt x="940275" y="50811"/>
                </a:lnTo>
                <a:lnTo>
                  <a:pt x="939777" y="50123"/>
                </a:lnTo>
                <a:lnTo>
                  <a:pt x="939262" y="49449"/>
                </a:lnTo>
                <a:lnTo>
                  <a:pt x="938730" y="48789"/>
                </a:lnTo>
                <a:lnTo>
                  <a:pt x="938182" y="48143"/>
                </a:lnTo>
                <a:lnTo>
                  <a:pt x="937617" y="47511"/>
                </a:lnTo>
                <a:lnTo>
                  <a:pt x="937036" y="46893"/>
                </a:lnTo>
                <a:lnTo>
                  <a:pt x="936438" y="46289"/>
                </a:lnTo>
                <a:lnTo>
                  <a:pt x="935823" y="45699"/>
                </a:lnTo>
                <a:lnTo>
                  <a:pt x="935191" y="45123"/>
                </a:lnTo>
                <a:lnTo>
                  <a:pt x="934543" y="44562"/>
                </a:lnTo>
                <a:lnTo>
                  <a:pt x="933878" y="44014"/>
                </a:lnTo>
                <a:lnTo>
                  <a:pt x="933197" y="43480"/>
                </a:lnTo>
                <a:lnTo>
                  <a:pt x="932501" y="42964"/>
                </a:lnTo>
                <a:lnTo>
                  <a:pt x="931784" y="42471"/>
                </a:lnTo>
                <a:lnTo>
                  <a:pt x="931046" y="41999"/>
                </a:lnTo>
                <a:lnTo>
                  <a:pt x="930286" y="41549"/>
                </a:lnTo>
                <a:lnTo>
                  <a:pt x="929505" y="41121"/>
                </a:lnTo>
                <a:lnTo>
                  <a:pt x="928702" y="40715"/>
                </a:lnTo>
                <a:lnTo>
                  <a:pt x="927877" y="40331"/>
                </a:lnTo>
                <a:lnTo>
                  <a:pt x="927031" y="39969"/>
                </a:lnTo>
                <a:lnTo>
                  <a:pt x="926164" y="39629"/>
                </a:lnTo>
                <a:lnTo>
                  <a:pt x="925275" y="39311"/>
                </a:lnTo>
                <a:lnTo>
                  <a:pt x="924365" y="39015"/>
                </a:lnTo>
                <a:lnTo>
                  <a:pt x="923433" y="38740"/>
                </a:lnTo>
                <a:lnTo>
                  <a:pt x="922479" y="38488"/>
                </a:lnTo>
                <a:lnTo>
                  <a:pt x="921504" y="38258"/>
                </a:lnTo>
                <a:lnTo>
                  <a:pt x="920508" y="38049"/>
                </a:lnTo>
                <a:lnTo>
                  <a:pt x="919490" y="37863"/>
                </a:lnTo>
                <a:lnTo>
                  <a:pt x="918450" y="37698"/>
                </a:lnTo>
                <a:lnTo>
                  <a:pt x="917389" y="37555"/>
                </a:lnTo>
                <a:lnTo>
                  <a:pt x="916307" y="37435"/>
                </a:lnTo>
                <a:lnTo>
                  <a:pt x="915203" y="37336"/>
                </a:lnTo>
                <a:lnTo>
                  <a:pt x="914077" y="37259"/>
                </a:lnTo>
                <a:lnTo>
                  <a:pt x="912930" y="37204"/>
                </a:lnTo>
                <a:lnTo>
                  <a:pt x="911762" y="37171"/>
                </a:lnTo>
                <a:lnTo>
                  <a:pt x="910572" y="37160"/>
                </a:lnTo>
                <a:lnTo>
                  <a:pt x="909722" y="37167"/>
                </a:lnTo>
                <a:lnTo>
                  <a:pt x="908880" y="37185"/>
                </a:lnTo>
                <a:lnTo>
                  <a:pt x="908046" y="37217"/>
                </a:lnTo>
                <a:lnTo>
                  <a:pt x="907219" y="37260"/>
                </a:lnTo>
                <a:lnTo>
                  <a:pt x="906399" y="37317"/>
                </a:lnTo>
                <a:lnTo>
                  <a:pt x="905587" y="37386"/>
                </a:lnTo>
                <a:lnTo>
                  <a:pt x="904782" y="37467"/>
                </a:lnTo>
                <a:lnTo>
                  <a:pt x="903985" y="37561"/>
                </a:lnTo>
                <a:lnTo>
                  <a:pt x="903195" y="37667"/>
                </a:lnTo>
                <a:lnTo>
                  <a:pt x="902413" y="37786"/>
                </a:lnTo>
                <a:lnTo>
                  <a:pt x="901638" y="37917"/>
                </a:lnTo>
                <a:lnTo>
                  <a:pt x="900871" y="38061"/>
                </a:lnTo>
                <a:lnTo>
                  <a:pt x="900111" y="38217"/>
                </a:lnTo>
                <a:lnTo>
                  <a:pt x="899359" y="38386"/>
                </a:lnTo>
                <a:lnTo>
                  <a:pt x="898614" y="38568"/>
                </a:lnTo>
                <a:lnTo>
                  <a:pt x="897876" y="38761"/>
                </a:lnTo>
                <a:lnTo>
                  <a:pt x="897146" y="38968"/>
                </a:lnTo>
                <a:lnTo>
                  <a:pt x="896423" y="39187"/>
                </a:lnTo>
                <a:lnTo>
                  <a:pt x="895708" y="39418"/>
                </a:lnTo>
                <a:lnTo>
                  <a:pt x="895001" y="39662"/>
                </a:lnTo>
                <a:lnTo>
                  <a:pt x="894300" y="39918"/>
                </a:lnTo>
                <a:lnTo>
                  <a:pt x="893608" y="40187"/>
                </a:lnTo>
                <a:lnTo>
                  <a:pt x="892922" y="40469"/>
                </a:lnTo>
                <a:lnTo>
                  <a:pt x="892244" y="40763"/>
                </a:lnTo>
                <a:lnTo>
                  <a:pt x="891581" y="41068"/>
                </a:lnTo>
                <a:lnTo>
                  <a:pt x="890930" y="41382"/>
                </a:lnTo>
                <a:lnTo>
                  <a:pt x="890290" y="41706"/>
                </a:lnTo>
                <a:lnTo>
                  <a:pt x="889662" y="42039"/>
                </a:lnTo>
                <a:lnTo>
                  <a:pt x="889046" y="42382"/>
                </a:lnTo>
                <a:lnTo>
                  <a:pt x="888441" y="42734"/>
                </a:lnTo>
                <a:lnTo>
                  <a:pt x="887847" y="43095"/>
                </a:lnTo>
                <a:lnTo>
                  <a:pt x="887266" y="43466"/>
                </a:lnTo>
                <a:lnTo>
                  <a:pt x="886696" y="43847"/>
                </a:lnTo>
                <a:lnTo>
                  <a:pt x="886137" y="44236"/>
                </a:lnTo>
                <a:lnTo>
                  <a:pt x="885591" y="44636"/>
                </a:lnTo>
                <a:lnTo>
                  <a:pt x="885056" y="45044"/>
                </a:lnTo>
                <a:lnTo>
                  <a:pt x="884532" y="45462"/>
                </a:lnTo>
                <a:lnTo>
                  <a:pt x="884020" y="45890"/>
                </a:lnTo>
                <a:lnTo>
                  <a:pt x="883520" y="46327"/>
                </a:lnTo>
                <a:lnTo>
                  <a:pt x="883032" y="46773"/>
                </a:lnTo>
                <a:lnTo>
                  <a:pt x="882555" y="47229"/>
                </a:lnTo>
                <a:lnTo>
                  <a:pt x="882089" y="47695"/>
                </a:lnTo>
                <a:lnTo>
                  <a:pt x="881636" y="48169"/>
                </a:lnTo>
                <a:lnTo>
                  <a:pt x="881194" y="48654"/>
                </a:lnTo>
                <a:lnTo>
                  <a:pt x="880763" y="49147"/>
                </a:lnTo>
                <a:lnTo>
                  <a:pt x="880344" y="49650"/>
                </a:lnTo>
                <a:lnTo>
                  <a:pt x="879937" y="50163"/>
                </a:lnTo>
                <a:lnTo>
                  <a:pt x="879542" y="50685"/>
                </a:lnTo>
                <a:lnTo>
                  <a:pt x="879165" y="51215"/>
                </a:lnTo>
                <a:lnTo>
                  <a:pt x="878805" y="51751"/>
                </a:lnTo>
                <a:lnTo>
                  <a:pt x="878460" y="52294"/>
                </a:lnTo>
                <a:lnTo>
                  <a:pt x="878132" y="52844"/>
                </a:lnTo>
                <a:lnTo>
                  <a:pt x="877820" y="53400"/>
                </a:lnTo>
                <a:lnTo>
                  <a:pt x="877523" y="53963"/>
                </a:lnTo>
                <a:lnTo>
                  <a:pt x="877243" y="54533"/>
                </a:lnTo>
                <a:lnTo>
                  <a:pt x="876979" y="55109"/>
                </a:lnTo>
                <a:lnTo>
                  <a:pt x="876730" y="55691"/>
                </a:lnTo>
                <a:lnTo>
                  <a:pt x="876498" y="56280"/>
                </a:lnTo>
                <a:lnTo>
                  <a:pt x="876282" y="56876"/>
                </a:lnTo>
                <a:lnTo>
                  <a:pt x="876082" y="57479"/>
                </a:lnTo>
                <a:lnTo>
                  <a:pt x="875897" y="58087"/>
                </a:lnTo>
                <a:lnTo>
                  <a:pt x="875729" y="58703"/>
                </a:lnTo>
                <a:lnTo>
                  <a:pt x="875577" y="59325"/>
                </a:lnTo>
                <a:lnTo>
                  <a:pt x="875441" y="59954"/>
                </a:lnTo>
                <a:lnTo>
                  <a:pt x="875321" y="60589"/>
                </a:lnTo>
                <a:lnTo>
                  <a:pt x="875217" y="61231"/>
                </a:lnTo>
                <a:lnTo>
                  <a:pt x="875128" y="61879"/>
                </a:lnTo>
                <a:lnTo>
                  <a:pt x="875056" y="62534"/>
                </a:lnTo>
                <a:lnTo>
                  <a:pt x="875000" y="63196"/>
                </a:lnTo>
                <a:lnTo>
                  <a:pt x="874960" y="63864"/>
                </a:lnTo>
                <a:lnTo>
                  <a:pt x="874936" y="64539"/>
                </a:lnTo>
                <a:lnTo>
                  <a:pt x="874928" y="65220"/>
                </a:lnTo>
                <a:lnTo>
                  <a:pt x="874939" y="66052"/>
                </a:lnTo>
                <a:lnTo>
                  <a:pt x="874971" y="66872"/>
                </a:lnTo>
                <a:lnTo>
                  <a:pt x="875025" y="67680"/>
                </a:lnTo>
                <a:lnTo>
                  <a:pt x="875100" y="68477"/>
                </a:lnTo>
                <a:lnTo>
                  <a:pt x="875197" y="69262"/>
                </a:lnTo>
                <a:lnTo>
                  <a:pt x="875315" y="70035"/>
                </a:lnTo>
                <a:lnTo>
                  <a:pt x="875455" y="70797"/>
                </a:lnTo>
                <a:lnTo>
                  <a:pt x="875616" y="71547"/>
                </a:lnTo>
                <a:lnTo>
                  <a:pt x="875799" y="72286"/>
                </a:lnTo>
                <a:lnTo>
                  <a:pt x="876003" y="73012"/>
                </a:lnTo>
                <a:lnTo>
                  <a:pt x="876229" y="73728"/>
                </a:lnTo>
                <a:lnTo>
                  <a:pt x="876477" y="74431"/>
                </a:lnTo>
                <a:lnTo>
                  <a:pt x="876745" y="75123"/>
                </a:lnTo>
                <a:lnTo>
                  <a:pt x="877036" y="75804"/>
                </a:lnTo>
                <a:lnTo>
                  <a:pt x="877347" y="76472"/>
                </a:lnTo>
                <a:lnTo>
                  <a:pt x="877681" y="77130"/>
                </a:lnTo>
                <a:lnTo>
                  <a:pt x="878036" y="77775"/>
                </a:lnTo>
                <a:lnTo>
                  <a:pt x="878412" y="78409"/>
                </a:lnTo>
                <a:lnTo>
                  <a:pt x="878810" y="79031"/>
                </a:lnTo>
                <a:lnTo>
                  <a:pt x="879229" y="79642"/>
                </a:lnTo>
                <a:lnTo>
                  <a:pt x="879670" y="80241"/>
                </a:lnTo>
                <a:lnTo>
                  <a:pt x="880132" y="80828"/>
                </a:lnTo>
                <a:lnTo>
                  <a:pt x="880616" y="81404"/>
                </a:lnTo>
                <a:lnTo>
                  <a:pt x="881122" y="81968"/>
                </a:lnTo>
                <a:lnTo>
                  <a:pt x="881655" y="82515"/>
                </a:lnTo>
                <a:lnTo>
                  <a:pt x="882213" y="83050"/>
                </a:lnTo>
                <a:lnTo>
                  <a:pt x="882796" y="83572"/>
                </a:lnTo>
                <a:lnTo>
                  <a:pt x="883404" y="84083"/>
                </a:lnTo>
                <a:lnTo>
                  <a:pt x="884036" y="84582"/>
                </a:lnTo>
                <a:lnTo>
                  <a:pt x="884692" y="85068"/>
                </a:lnTo>
                <a:lnTo>
                  <a:pt x="885373" y="85543"/>
                </a:lnTo>
                <a:lnTo>
                  <a:pt x="886079" y="86005"/>
                </a:lnTo>
                <a:lnTo>
                  <a:pt x="886809" y="86456"/>
                </a:lnTo>
                <a:lnTo>
                  <a:pt x="887564" y="86894"/>
                </a:lnTo>
                <a:lnTo>
                  <a:pt x="888344" y="87320"/>
                </a:lnTo>
                <a:lnTo>
                  <a:pt x="889148" y="87735"/>
                </a:lnTo>
                <a:lnTo>
                  <a:pt x="889976" y="88137"/>
                </a:lnTo>
                <a:lnTo>
                  <a:pt x="890829" y="88527"/>
                </a:lnTo>
                <a:lnTo>
                  <a:pt x="891707" y="88905"/>
                </a:lnTo>
                <a:lnTo>
                  <a:pt x="892610" y="89271"/>
                </a:lnTo>
                <a:lnTo>
                  <a:pt x="893536" y="89624"/>
                </a:lnTo>
                <a:lnTo>
                  <a:pt x="894488" y="89966"/>
                </a:lnTo>
                <a:lnTo>
                  <a:pt x="895464" y="90296"/>
                </a:lnTo>
                <a:lnTo>
                  <a:pt x="896465" y="90614"/>
                </a:lnTo>
                <a:lnTo>
                  <a:pt x="897490" y="90919"/>
                </a:lnTo>
                <a:lnTo>
                  <a:pt x="898540" y="91213"/>
                </a:lnTo>
                <a:lnTo>
                  <a:pt x="899614" y="91494"/>
                </a:lnTo>
                <a:lnTo>
                  <a:pt x="900713" y="91763"/>
                </a:lnTo>
                <a:lnTo>
                  <a:pt x="916892" y="95555"/>
                </a:lnTo>
                <a:lnTo>
                  <a:pt x="917496" y="95701"/>
                </a:lnTo>
                <a:lnTo>
                  <a:pt x="918087" y="95852"/>
                </a:lnTo>
                <a:lnTo>
                  <a:pt x="918665" y="96010"/>
                </a:lnTo>
                <a:lnTo>
                  <a:pt x="919230" y="96173"/>
                </a:lnTo>
                <a:lnTo>
                  <a:pt x="919782" y="96343"/>
                </a:lnTo>
                <a:lnTo>
                  <a:pt x="920320" y="96519"/>
                </a:lnTo>
                <a:lnTo>
                  <a:pt x="920845" y="96701"/>
                </a:lnTo>
                <a:lnTo>
                  <a:pt x="921358" y="96889"/>
                </a:lnTo>
                <a:lnTo>
                  <a:pt x="921857" y="97084"/>
                </a:lnTo>
                <a:lnTo>
                  <a:pt x="922342" y="97284"/>
                </a:lnTo>
                <a:lnTo>
                  <a:pt x="922815" y="97491"/>
                </a:lnTo>
                <a:lnTo>
                  <a:pt x="923275" y="97704"/>
                </a:lnTo>
                <a:lnTo>
                  <a:pt x="923721" y="97923"/>
                </a:lnTo>
                <a:lnTo>
                  <a:pt x="924154" y="98148"/>
                </a:lnTo>
                <a:lnTo>
                  <a:pt x="924574" y="98379"/>
                </a:lnTo>
                <a:lnTo>
                  <a:pt x="924981" y="98617"/>
                </a:lnTo>
                <a:lnTo>
                  <a:pt x="925375" y="98860"/>
                </a:lnTo>
                <a:lnTo>
                  <a:pt x="925755" y="99110"/>
                </a:lnTo>
                <a:lnTo>
                  <a:pt x="926122" y="99366"/>
                </a:lnTo>
                <a:lnTo>
                  <a:pt x="926477" y="99628"/>
                </a:lnTo>
                <a:lnTo>
                  <a:pt x="926818" y="99896"/>
                </a:lnTo>
                <a:lnTo>
                  <a:pt x="927145" y="100170"/>
                </a:lnTo>
                <a:lnTo>
                  <a:pt x="927460" y="100451"/>
                </a:lnTo>
                <a:lnTo>
                  <a:pt x="927762" y="100738"/>
                </a:lnTo>
                <a:lnTo>
                  <a:pt x="928050" y="101025"/>
                </a:lnTo>
                <a:lnTo>
                  <a:pt x="928327" y="101318"/>
                </a:lnTo>
                <a:lnTo>
                  <a:pt x="928591" y="101616"/>
                </a:lnTo>
                <a:lnTo>
                  <a:pt x="928843" y="101921"/>
                </a:lnTo>
                <a:lnTo>
                  <a:pt x="929083" y="102231"/>
                </a:lnTo>
                <a:lnTo>
                  <a:pt x="929310" y="102547"/>
                </a:lnTo>
                <a:lnTo>
                  <a:pt x="929525" y="102868"/>
                </a:lnTo>
                <a:lnTo>
                  <a:pt x="929728" y="103195"/>
                </a:lnTo>
                <a:lnTo>
                  <a:pt x="929918" y="103528"/>
                </a:lnTo>
                <a:lnTo>
                  <a:pt x="930096" y="103867"/>
                </a:lnTo>
                <a:lnTo>
                  <a:pt x="930262" y="104211"/>
                </a:lnTo>
                <a:lnTo>
                  <a:pt x="930416" y="104561"/>
                </a:lnTo>
                <a:lnTo>
                  <a:pt x="930557" y="104917"/>
                </a:lnTo>
                <a:lnTo>
                  <a:pt x="930686" y="105278"/>
                </a:lnTo>
                <a:lnTo>
                  <a:pt x="930803" y="105645"/>
                </a:lnTo>
                <a:lnTo>
                  <a:pt x="930908" y="106018"/>
                </a:lnTo>
                <a:lnTo>
                  <a:pt x="931000" y="106397"/>
                </a:lnTo>
                <a:lnTo>
                  <a:pt x="931080" y="106781"/>
                </a:lnTo>
                <a:lnTo>
                  <a:pt x="931147" y="107171"/>
                </a:lnTo>
                <a:lnTo>
                  <a:pt x="931202" y="107566"/>
                </a:lnTo>
                <a:lnTo>
                  <a:pt x="931245" y="107968"/>
                </a:lnTo>
                <a:lnTo>
                  <a:pt x="931276" y="108375"/>
                </a:lnTo>
                <a:lnTo>
                  <a:pt x="931295" y="108788"/>
                </a:lnTo>
                <a:lnTo>
                  <a:pt x="931301" y="109206"/>
                </a:lnTo>
                <a:lnTo>
                  <a:pt x="931290" y="109724"/>
                </a:lnTo>
                <a:lnTo>
                  <a:pt x="931258" y="110237"/>
                </a:lnTo>
                <a:lnTo>
                  <a:pt x="931204" y="110743"/>
                </a:lnTo>
                <a:lnTo>
                  <a:pt x="931129" y="111242"/>
                </a:lnTo>
                <a:lnTo>
                  <a:pt x="931032" y="111736"/>
                </a:lnTo>
                <a:lnTo>
                  <a:pt x="930914" y="112224"/>
                </a:lnTo>
                <a:lnTo>
                  <a:pt x="930774" y="112705"/>
                </a:lnTo>
                <a:lnTo>
                  <a:pt x="930613" y="113180"/>
                </a:lnTo>
                <a:lnTo>
                  <a:pt x="930430" y="113650"/>
                </a:lnTo>
                <a:lnTo>
                  <a:pt x="930225" y="114113"/>
                </a:lnTo>
                <a:lnTo>
                  <a:pt x="930000" y="114570"/>
                </a:lnTo>
                <a:lnTo>
                  <a:pt x="929752" y="115020"/>
                </a:lnTo>
                <a:lnTo>
                  <a:pt x="929484" y="115465"/>
                </a:lnTo>
                <a:lnTo>
                  <a:pt x="929193" y="115903"/>
                </a:lnTo>
                <a:lnTo>
                  <a:pt x="928881" y="116336"/>
                </a:lnTo>
                <a:lnTo>
                  <a:pt x="928548" y="116762"/>
                </a:lnTo>
                <a:lnTo>
                  <a:pt x="928193" y="117182"/>
                </a:lnTo>
                <a:lnTo>
                  <a:pt x="927817" y="117596"/>
                </a:lnTo>
                <a:lnTo>
                  <a:pt x="927419" y="118003"/>
                </a:lnTo>
                <a:lnTo>
                  <a:pt x="927000" y="118405"/>
                </a:lnTo>
                <a:lnTo>
                  <a:pt x="926559" y="118800"/>
                </a:lnTo>
                <a:lnTo>
                  <a:pt x="926097" y="119190"/>
                </a:lnTo>
                <a:lnTo>
                  <a:pt x="925613" y="119573"/>
                </a:lnTo>
                <a:lnTo>
                  <a:pt x="925107" y="119950"/>
                </a:lnTo>
                <a:lnTo>
                  <a:pt x="924589" y="120311"/>
                </a:lnTo>
                <a:lnTo>
                  <a:pt x="924056" y="120656"/>
                </a:lnTo>
                <a:lnTo>
                  <a:pt x="923508" y="120987"/>
                </a:lnTo>
                <a:lnTo>
                  <a:pt x="922945" y="121301"/>
                </a:lnTo>
                <a:lnTo>
                  <a:pt x="922367" y="121601"/>
                </a:lnTo>
                <a:lnTo>
                  <a:pt x="921774" y="121885"/>
                </a:lnTo>
                <a:lnTo>
                  <a:pt x="921166" y="122154"/>
                </a:lnTo>
                <a:lnTo>
                  <a:pt x="920543" y="122407"/>
                </a:lnTo>
                <a:lnTo>
                  <a:pt x="919905" y="122645"/>
                </a:lnTo>
                <a:lnTo>
                  <a:pt x="919253" y="122868"/>
                </a:lnTo>
                <a:lnTo>
                  <a:pt x="918585" y="123076"/>
                </a:lnTo>
                <a:lnTo>
                  <a:pt x="917903" y="123268"/>
                </a:lnTo>
                <a:lnTo>
                  <a:pt x="917205" y="123444"/>
                </a:lnTo>
                <a:lnTo>
                  <a:pt x="916493" y="123606"/>
                </a:lnTo>
                <a:lnTo>
                  <a:pt x="915766" y="123751"/>
                </a:lnTo>
                <a:lnTo>
                  <a:pt x="915024" y="123882"/>
                </a:lnTo>
                <a:lnTo>
                  <a:pt x="914267" y="123997"/>
                </a:lnTo>
                <a:lnTo>
                  <a:pt x="913495" y="124097"/>
                </a:lnTo>
                <a:lnTo>
                  <a:pt x="912708" y="124182"/>
                </a:lnTo>
                <a:lnTo>
                  <a:pt x="911906" y="124251"/>
                </a:lnTo>
                <a:lnTo>
                  <a:pt x="911089" y="124304"/>
                </a:lnTo>
                <a:lnTo>
                  <a:pt x="910258" y="124343"/>
                </a:lnTo>
                <a:lnTo>
                  <a:pt x="909411" y="124366"/>
                </a:lnTo>
                <a:lnTo>
                  <a:pt x="908549" y="124374"/>
                </a:lnTo>
                <a:lnTo>
                  <a:pt x="907792" y="124367"/>
                </a:lnTo>
                <a:lnTo>
                  <a:pt x="907046" y="124346"/>
                </a:lnTo>
                <a:lnTo>
                  <a:pt x="906313" y="124312"/>
                </a:lnTo>
                <a:lnTo>
                  <a:pt x="905591" y="124265"/>
                </a:lnTo>
                <a:lnTo>
                  <a:pt x="904882" y="124203"/>
                </a:lnTo>
                <a:lnTo>
                  <a:pt x="904185" y="124129"/>
                </a:lnTo>
                <a:lnTo>
                  <a:pt x="903500" y="124040"/>
                </a:lnTo>
                <a:lnTo>
                  <a:pt x="902827" y="123938"/>
                </a:lnTo>
                <a:lnTo>
                  <a:pt x="902166" y="123823"/>
                </a:lnTo>
                <a:lnTo>
                  <a:pt x="901517" y="123693"/>
                </a:lnTo>
                <a:lnTo>
                  <a:pt x="900880" y="123550"/>
                </a:lnTo>
                <a:lnTo>
                  <a:pt x="900255" y="123394"/>
                </a:lnTo>
                <a:lnTo>
                  <a:pt x="899642" y="123224"/>
                </a:lnTo>
                <a:lnTo>
                  <a:pt x="899041" y="123040"/>
                </a:lnTo>
                <a:lnTo>
                  <a:pt x="898453" y="122843"/>
                </a:lnTo>
                <a:lnTo>
                  <a:pt x="897876" y="122632"/>
                </a:lnTo>
                <a:lnTo>
                  <a:pt x="897312" y="122408"/>
                </a:lnTo>
                <a:lnTo>
                  <a:pt x="896759" y="122170"/>
                </a:lnTo>
                <a:lnTo>
                  <a:pt x="896219" y="121918"/>
                </a:lnTo>
                <a:lnTo>
                  <a:pt x="895690" y="121653"/>
                </a:lnTo>
                <a:lnTo>
                  <a:pt x="895174" y="121374"/>
                </a:lnTo>
                <a:lnTo>
                  <a:pt x="894670" y="121081"/>
                </a:lnTo>
                <a:lnTo>
                  <a:pt x="894178" y="120775"/>
                </a:lnTo>
                <a:lnTo>
                  <a:pt x="893698" y="120455"/>
                </a:lnTo>
                <a:lnTo>
                  <a:pt x="893235" y="120122"/>
                </a:lnTo>
                <a:lnTo>
                  <a:pt x="892786" y="119775"/>
                </a:lnTo>
                <a:lnTo>
                  <a:pt x="892348" y="119415"/>
                </a:lnTo>
                <a:lnTo>
                  <a:pt x="891923" y="119040"/>
                </a:lnTo>
                <a:lnTo>
                  <a:pt x="891511" y="118653"/>
                </a:lnTo>
                <a:lnTo>
                  <a:pt x="891111" y="118251"/>
                </a:lnTo>
                <a:lnTo>
                  <a:pt x="890723" y="117836"/>
                </a:lnTo>
                <a:lnTo>
                  <a:pt x="890348" y="117408"/>
                </a:lnTo>
                <a:lnTo>
                  <a:pt x="889986" y="116966"/>
                </a:lnTo>
                <a:lnTo>
                  <a:pt x="889636" y="116510"/>
                </a:lnTo>
                <a:lnTo>
                  <a:pt x="889299" y="116040"/>
                </a:lnTo>
                <a:lnTo>
                  <a:pt x="888974" y="115557"/>
                </a:lnTo>
                <a:lnTo>
                  <a:pt x="888662" y="115061"/>
                </a:lnTo>
                <a:lnTo>
                  <a:pt x="888362" y="114551"/>
                </a:lnTo>
                <a:lnTo>
                  <a:pt x="888074" y="114027"/>
                </a:lnTo>
                <a:lnTo>
                  <a:pt x="887799" y="113489"/>
                </a:lnTo>
                <a:lnTo>
                  <a:pt x="887537" y="112938"/>
                </a:lnTo>
                <a:lnTo>
                  <a:pt x="887287" y="112374"/>
                </a:lnTo>
                <a:lnTo>
                  <a:pt x="887050" y="111796"/>
                </a:lnTo>
                <a:lnTo>
                  <a:pt x="886825" y="111204"/>
                </a:lnTo>
                <a:lnTo>
                  <a:pt x="886613" y="110598"/>
                </a:lnTo>
                <a:lnTo>
                  <a:pt x="886413" y="109979"/>
                </a:lnTo>
                <a:lnTo>
                  <a:pt x="886226" y="109347"/>
                </a:lnTo>
                <a:lnTo>
                  <a:pt x="886051" y="108700"/>
                </a:lnTo>
                <a:lnTo>
                  <a:pt x="871895" y="112240"/>
                </a:lnTo>
                <a:lnTo>
                  <a:pt x="872123" y="113261"/>
                </a:lnTo>
                <a:lnTo>
                  <a:pt x="872376" y="114263"/>
                </a:lnTo>
                <a:lnTo>
                  <a:pt x="872654" y="115243"/>
                </a:lnTo>
                <a:lnTo>
                  <a:pt x="872957" y="116203"/>
                </a:lnTo>
                <a:lnTo>
                  <a:pt x="873284" y="117143"/>
                </a:lnTo>
                <a:lnTo>
                  <a:pt x="873637" y="118062"/>
                </a:lnTo>
                <a:lnTo>
                  <a:pt x="874014" y="118960"/>
                </a:lnTo>
                <a:lnTo>
                  <a:pt x="874416" y="119837"/>
                </a:lnTo>
                <a:lnTo>
                  <a:pt x="874842" y="120694"/>
                </a:lnTo>
                <a:lnTo>
                  <a:pt x="875294" y="121531"/>
                </a:lnTo>
                <a:lnTo>
                  <a:pt x="875770" y="122346"/>
                </a:lnTo>
                <a:lnTo>
                  <a:pt x="876271" y="123141"/>
                </a:lnTo>
                <a:lnTo>
                  <a:pt x="876797" y="123916"/>
                </a:lnTo>
                <a:lnTo>
                  <a:pt x="877348" y="124669"/>
                </a:lnTo>
                <a:lnTo>
                  <a:pt x="877923" y="125402"/>
                </a:lnTo>
                <a:lnTo>
                  <a:pt x="878523" y="126115"/>
                </a:lnTo>
                <a:lnTo>
                  <a:pt x="879149" y="126807"/>
                </a:lnTo>
                <a:lnTo>
                  <a:pt x="879798" y="127478"/>
                </a:lnTo>
                <a:lnTo>
                  <a:pt x="880473" y="128129"/>
                </a:lnTo>
                <a:lnTo>
                  <a:pt x="881173" y="128759"/>
                </a:lnTo>
                <a:lnTo>
                  <a:pt x="881897" y="129368"/>
                </a:lnTo>
                <a:lnTo>
                  <a:pt x="882646" y="129957"/>
                </a:lnTo>
                <a:lnTo>
                  <a:pt x="883420" y="130525"/>
                </a:lnTo>
                <a:lnTo>
                  <a:pt x="884218" y="131073"/>
                </a:lnTo>
                <a:lnTo>
                  <a:pt x="885038" y="131598"/>
                </a:lnTo>
                <a:lnTo>
                  <a:pt x="885876" y="132102"/>
                </a:lnTo>
                <a:lnTo>
                  <a:pt x="886731" y="132583"/>
                </a:lnTo>
                <a:lnTo>
                  <a:pt x="887605" y="133042"/>
                </a:lnTo>
                <a:lnTo>
                  <a:pt x="888496" y="133479"/>
                </a:lnTo>
                <a:lnTo>
                  <a:pt x="889404" y="133893"/>
                </a:lnTo>
                <a:lnTo>
                  <a:pt x="890331" y="134284"/>
                </a:lnTo>
                <a:lnTo>
                  <a:pt x="891275" y="134654"/>
                </a:lnTo>
                <a:lnTo>
                  <a:pt x="892237" y="135001"/>
                </a:lnTo>
                <a:lnTo>
                  <a:pt x="893217" y="135325"/>
                </a:lnTo>
                <a:lnTo>
                  <a:pt x="894215" y="135627"/>
                </a:lnTo>
                <a:lnTo>
                  <a:pt x="895231" y="135907"/>
                </a:lnTo>
                <a:lnTo>
                  <a:pt x="896264" y="136165"/>
                </a:lnTo>
                <a:lnTo>
                  <a:pt x="897315" y="136400"/>
                </a:lnTo>
                <a:lnTo>
                  <a:pt x="898383" y="136612"/>
                </a:lnTo>
                <a:lnTo>
                  <a:pt x="899470" y="136802"/>
                </a:lnTo>
                <a:lnTo>
                  <a:pt x="900574" y="136970"/>
                </a:lnTo>
                <a:lnTo>
                  <a:pt x="901696" y="137116"/>
                </a:lnTo>
                <a:lnTo>
                  <a:pt x="902836" y="137239"/>
                </a:lnTo>
                <a:lnTo>
                  <a:pt x="903994" y="137340"/>
                </a:lnTo>
                <a:lnTo>
                  <a:pt x="905169" y="137418"/>
                </a:lnTo>
                <a:lnTo>
                  <a:pt x="906363" y="137474"/>
                </a:lnTo>
                <a:lnTo>
                  <a:pt x="907574" y="137508"/>
                </a:lnTo>
                <a:lnTo>
                  <a:pt x="908802" y="137519"/>
                </a:lnTo>
                <a:lnTo>
                  <a:pt x="909740" y="137512"/>
                </a:lnTo>
                <a:lnTo>
                  <a:pt x="910668" y="137492"/>
                </a:lnTo>
                <a:lnTo>
                  <a:pt x="911587" y="137459"/>
                </a:lnTo>
                <a:lnTo>
                  <a:pt x="912496" y="137413"/>
                </a:lnTo>
                <a:lnTo>
                  <a:pt x="913395" y="137354"/>
                </a:lnTo>
                <a:lnTo>
                  <a:pt x="914285" y="137282"/>
                </a:lnTo>
                <a:lnTo>
                  <a:pt x="915165" y="137196"/>
                </a:lnTo>
                <a:lnTo>
                  <a:pt x="916035" y="137097"/>
                </a:lnTo>
                <a:lnTo>
                  <a:pt x="916896" y="136985"/>
                </a:lnTo>
                <a:lnTo>
                  <a:pt x="917747" y="136860"/>
                </a:lnTo>
                <a:lnTo>
                  <a:pt x="918588" y="136722"/>
                </a:lnTo>
                <a:lnTo>
                  <a:pt x="919420" y="136571"/>
                </a:lnTo>
                <a:lnTo>
                  <a:pt x="920242" y="136406"/>
                </a:lnTo>
                <a:lnTo>
                  <a:pt x="921054" y="136228"/>
                </a:lnTo>
                <a:lnTo>
                  <a:pt x="921857" y="136038"/>
                </a:lnTo>
                <a:lnTo>
                  <a:pt x="922650" y="135833"/>
                </a:lnTo>
                <a:lnTo>
                  <a:pt x="923433" y="135616"/>
                </a:lnTo>
                <a:lnTo>
                  <a:pt x="924207" y="135386"/>
                </a:lnTo>
                <a:lnTo>
                  <a:pt x="924971" y="135142"/>
                </a:lnTo>
                <a:lnTo>
                  <a:pt x="925725" y="134885"/>
                </a:lnTo>
                <a:lnTo>
                  <a:pt x="926470" y="134616"/>
                </a:lnTo>
                <a:lnTo>
                  <a:pt x="927205" y="134332"/>
                </a:lnTo>
                <a:lnTo>
                  <a:pt x="927931" y="134036"/>
                </a:lnTo>
                <a:lnTo>
                  <a:pt x="928646" y="133727"/>
                </a:lnTo>
                <a:lnTo>
                  <a:pt x="929351" y="133406"/>
                </a:lnTo>
                <a:lnTo>
                  <a:pt x="930042" y="133076"/>
                </a:lnTo>
                <a:lnTo>
                  <a:pt x="930720" y="132735"/>
                </a:lnTo>
                <a:lnTo>
                  <a:pt x="931385" y="132386"/>
                </a:lnTo>
                <a:lnTo>
                  <a:pt x="932037" y="132026"/>
                </a:lnTo>
                <a:lnTo>
                  <a:pt x="932675" y="131657"/>
                </a:lnTo>
                <a:lnTo>
                  <a:pt x="933301" y="131278"/>
                </a:lnTo>
                <a:lnTo>
                  <a:pt x="933913" y="130890"/>
                </a:lnTo>
                <a:lnTo>
                  <a:pt x="934512" y="130492"/>
                </a:lnTo>
                <a:lnTo>
                  <a:pt x="935098" y="130084"/>
                </a:lnTo>
                <a:lnTo>
                  <a:pt x="935671" y="129667"/>
                </a:lnTo>
                <a:lnTo>
                  <a:pt x="936230" y="129240"/>
                </a:lnTo>
                <a:lnTo>
                  <a:pt x="936777" y="128803"/>
                </a:lnTo>
                <a:lnTo>
                  <a:pt x="937310" y="128357"/>
                </a:lnTo>
                <a:lnTo>
                  <a:pt x="937830" y="127901"/>
                </a:lnTo>
                <a:lnTo>
                  <a:pt x="938337" y="127435"/>
                </a:lnTo>
                <a:lnTo>
                  <a:pt x="938831" y="126960"/>
                </a:lnTo>
                <a:lnTo>
                  <a:pt x="939311" y="126475"/>
                </a:lnTo>
                <a:lnTo>
                  <a:pt x="939779" y="125980"/>
                </a:lnTo>
                <a:lnTo>
                  <a:pt x="940233" y="125476"/>
                </a:lnTo>
                <a:lnTo>
                  <a:pt x="940674" y="124962"/>
                </a:lnTo>
                <a:lnTo>
                  <a:pt x="941102" y="124439"/>
                </a:lnTo>
                <a:lnTo>
                  <a:pt x="941516" y="123905"/>
                </a:lnTo>
                <a:lnTo>
                  <a:pt x="941918" y="123362"/>
                </a:lnTo>
                <a:lnTo>
                  <a:pt x="942310" y="122812"/>
                </a:lnTo>
                <a:lnTo>
                  <a:pt x="942685" y="122255"/>
                </a:lnTo>
                <a:lnTo>
                  <a:pt x="943044" y="121692"/>
                </a:lnTo>
                <a:lnTo>
                  <a:pt x="943386" y="121122"/>
                </a:lnTo>
                <a:lnTo>
                  <a:pt x="943711" y="120547"/>
                </a:lnTo>
                <a:lnTo>
                  <a:pt x="944019" y="119965"/>
                </a:lnTo>
                <a:lnTo>
                  <a:pt x="944311" y="119378"/>
                </a:lnTo>
                <a:lnTo>
                  <a:pt x="944586" y="118784"/>
                </a:lnTo>
                <a:lnTo>
                  <a:pt x="944845" y="118184"/>
                </a:lnTo>
                <a:lnTo>
                  <a:pt x="945087" y="117578"/>
                </a:lnTo>
                <a:lnTo>
                  <a:pt x="945312" y="116966"/>
                </a:lnTo>
                <a:lnTo>
                  <a:pt x="945520" y="116347"/>
                </a:lnTo>
                <a:lnTo>
                  <a:pt x="945712" y="115723"/>
                </a:lnTo>
                <a:lnTo>
                  <a:pt x="945887" y="115092"/>
                </a:lnTo>
                <a:lnTo>
                  <a:pt x="946046" y="114455"/>
                </a:lnTo>
                <a:lnTo>
                  <a:pt x="946187" y="113812"/>
                </a:lnTo>
                <a:lnTo>
                  <a:pt x="946312" y="113163"/>
                </a:lnTo>
                <a:lnTo>
                  <a:pt x="946421" y="112508"/>
                </a:lnTo>
                <a:lnTo>
                  <a:pt x="946513" y="111847"/>
                </a:lnTo>
                <a:lnTo>
                  <a:pt x="946588" y="111179"/>
                </a:lnTo>
                <a:lnTo>
                  <a:pt x="946646" y="110506"/>
                </a:lnTo>
                <a:lnTo>
                  <a:pt x="946688" y="109826"/>
                </a:lnTo>
                <a:lnTo>
                  <a:pt x="946713" y="109140"/>
                </a:lnTo>
                <a:lnTo>
                  <a:pt x="946721" y="108448"/>
                </a:lnTo>
                <a:lnTo>
                  <a:pt x="946710" y="107606"/>
                </a:lnTo>
                <a:lnTo>
                  <a:pt x="946677" y="106778"/>
                </a:lnTo>
                <a:lnTo>
                  <a:pt x="946621" y="105962"/>
                </a:lnTo>
                <a:lnTo>
                  <a:pt x="946544" y="105160"/>
                </a:lnTo>
                <a:lnTo>
                  <a:pt x="946444" y="104370"/>
                </a:lnTo>
                <a:lnTo>
                  <a:pt x="946322" y="103593"/>
                </a:lnTo>
                <a:lnTo>
                  <a:pt x="946178" y="102830"/>
                </a:lnTo>
                <a:lnTo>
                  <a:pt x="946012" y="102079"/>
                </a:lnTo>
                <a:lnTo>
                  <a:pt x="945823" y="101341"/>
                </a:lnTo>
                <a:lnTo>
                  <a:pt x="945613" y="100616"/>
                </a:lnTo>
                <a:lnTo>
                  <a:pt x="945380" y="99904"/>
                </a:lnTo>
                <a:lnTo>
                  <a:pt x="945125" y="99205"/>
                </a:lnTo>
                <a:lnTo>
                  <a:pt x="944848" y="98519"/>
                </a:lnTo>
                <a:lnTo>
                  <a:pt x="944549" y="97846"/>
                </a:lnTo>
                <a:lnTo>
                  <a:pt x="944228" y="97186"/>
                </a:lnTo>
                <a:lnTo>
                  <a:pt x="943884" y="96538"/>
                </a:lnTo>
                <a:lnTo>
                  <a:pt x="943518" y="95904"/>
                </a:lnTo>
                <a:lnTo>
                  <a:pt x="943131" y="95283"/>
                </a:lnTo>
                <a:lnTo>
                  <a:pt x="942721" y="94674"/>
                </a:lnTo>
                <a:lnTo>
                  <a:pt x="942288" y="94079"/>
                </a:lnTo>
                <a:lnTo>
                  <a:pt x="941834" y="93496"/>
                </a:lnTo>
                <a:lnTo>
                  <a:pt x="941358" y="92927"/>
                </a:lnTo>
                <a:lnTo>
                  <a:pt x="940859" y="92370"/>
                </a:lnTo>
                <a:lnTo>
                  <a:pt x="940338" y="91827"/>
                </a:lnTo>
                <a:lnTo>
                  <a:pt x="939795" y="91290"/>
                </a:lnTo>
                <a:lnTo>
                  <a:pt x="939228" y="90765"/>
                </a:lnTo>
                <a:lnTo>
                  <a:pt x="938639" y="90252"/>
                </a:lnTo>
                <a:lnTo>
                  <a:pt x="938026" y="89750"/>
                </a:lnTo>
                <a:lnTo>
                  <a:pt x="937390" y="89260"/>
                </a:lnTo>
                <a:lnTo>
                  <a:pt x="936732" y="88781"/>
                </a:lnTo>
                <a:lnTo>
                  <a:pt x="936050" y="88314"/>
                </a:lnTo>
                <a:lnTo>
                  <a:pt x="935345" y="87859"/>
                </a:lnTo>
                <a:lnTo>
                  <a:pt x="934618" y="87416"/>
                </a:lnTo>
                <a:lnTo>
                  <a:pt x="933867" y="86984"/>
                </a:lnTo>
                <a:lnTo>
                  <a:pt x="933093" y="86563"/>
                </a:lnTo>
                <a:lnTo>
                  <a:pt x="932296" y="86155"/>
                </a:lnTo>
                <a:lnTo>
                  <a:pt x="931476" y="85758"/>
                </a:lnTo>
                <a:lnTo>
                  <a:pt x="930633" y="85372"/>
                </a:lnTo>
                <a:lnTo>
                  <a:pt x="929767" y="84998"/>
                </a:lnTo>
                <a:lnTo>
                  <a:pt x="928878" y="84636"/>
                </a:lnTo>
                <a:lnTo>
                  <a:pt x="927966" y="84286"/>
                </a:lnTo>
                <a:lnTo>
                  <a:pt x="927031" y="83947"/>
                </a:lnTo>
                <a:lnTo>
                  <a:pt x="926073" y="83619"/>
                </a:lnTo>
                <a:lnTo>
                  <a:pt x="925092" y="83304"/>
                </a:lnTo>
                <a:lnTo>
                  <a:pt x="924087" y="83000"/>
                </a:lnTo>
                <a:lnTo>
                  <a:pt x="923060" y="82707"/>
                </a:lnTo>
                <a:lnTo>
                  <a:pt x="922010" y="82426"/>
                </a:lnTo>
                <a:lnTo>
                  <a:pt x="920936" y="82157"/>
                </a:lnTo>
                <a:lnTo>
                  <a:pt x="906527" y="78618"/>
                </a:lnTo>
                <a:lnTo>
                  <a:pt x="905819" y="78437"/>
                </a:lnTo>
                <a:lnTo>
                  <a:pt x="905126" y="78253"/>
                </a:lnTo>
                <a:lnTo>
                  <a:pt x="904450" y="78064"/>
                </a:lnTo>
                <a:lnTo>
                  <a:pt x="903789" y="77872"/>
                </a:lnTo>
                <a:lnTo>
                  <a:pt x="903143" y="77676"/>
                </a:lnTo>
                <a:lnTo>
                  <a:pt x="902514" y="77477"/>
                </a:lnTo>
                <a:lnTo>
                  <a:pt x="901901" y="77273"/>
                </a:lnTo>
                <a:lnTo>
                  <a:pt x="901303" y="77066"/>
                </a:lnTo>
                <a:lnTo>
                  <a:pt x="900721" y="76856"/>
                </a:lnTo>
                <a:lnTo>
                  <a:pt x="900155" y="76641"/>
                </a:lnTo>
                <a:lnTo>
                  <a:pt x="899604" y="76423"/>
                </a:lnTo>
                <a:lnTo>
                  <a:pt x="899070" y="76201"/>
                </a:lnTo>
                <a:lnTo>
                  <a:pt x="898551" y="75975"/>
                </a:lnTo>
                <a:lnTo>
                  <a:pt x="898048" y="75746"/>
                </a:lnTo>
                <a:lnTo>
                  <a:pt x="897561" y="75513"/>
                </a:lnTo>
                <a:lnTo>
                  <a:pt x="897090" y="75276"/>
                </a:lnTo>
                <a:lnTo>
                  <a:pt x="896634" y="75035"/>
                </a:lnTo>
                <a:lnTo>
                  <a:pt x="896194" y="74791"/>
                </a:lnTo>
                <a:lnTo>
                  <a:pt x="895770" y="74543"/>
                </a:lnTo>
                <a:lnTo>
                  <a:pt x="895362" y="74291"/>
                </a:lnTo>
                <a:lnTo>
                  <a:pt x="894970" y="74035"/>
                </a:lnTo>
                <a:lnTo>
                  <a:pt x="894593" y="73776"/>
                </a:lnTo>
                <a:lnTo>
                  <a:pt x="894232" y="73513"/>
                </a:lnTo>
                <a:lnTo>
                  <a:pt x="893888" y="73246"/>
                </a:lnTo>
                <a:lnTo>
                  <a:pt x="893557" y="72974"/>
                </a:lnTo>
                <a:lnTo>
                  <a:pt x="893242" y="72693"/>
                </a:lnTo>
                <a:lnTo>
                  <a:pt x="892940" y="72404"/>
                </a:lnTo>
                <a:lnTo>
                  <a:pt x="892652" y="72107"/>
                </a:lnTo>
                <a:lnTo>
                  <a:pt x="892378" y="71802"/>
                </a:lnTo>
                <a:lnTo>
                  <a:pt x="892118" y="71489"/>
                </a:lnTo>
                <a:lnTo>
                  <a:pt x="891872" y="71167"/>
                </a:lnTo>
                <a:lnTo>
                  <a:pt x="891641" y="70838"/>
                </a:lnTo>
                <a:lnTo>
                  <a:pt x="891423" y="70500"/>
                </a:lnTo>
                <a:lnTo>
                  <a:pt x="891219" y="70155"/>
                </a:lnTo>
                <a:lnTo>
                  <a:pt x="891030" y="69801"/>
                </a:lnTo>
                <a:lnTo>
                  <a:pt x="890854" y="69439"/>
                </a:lnTo>
                <a:lnTo>
                  <a:pt x="890693" y="69069"/>
                </a:lnTo>
                <a:lnTo>
                  <a:pt x="890545" y="68690"/>
                </a:lnTo>
                <a:lnTo>
                  <a:pt x="890412" y="68304"/>
                </a:lnTo>
                <a:lnTo>
                  <a:pt x="890292" y="67910"/>
                </a:lnTo>
                <a:lnTo>
                  <a:pt x="890187" y="67507"/>
                </a:lnTo>
                <a:lnTo>
                  <a:pt x="890096" y="67096"/>
                </a:lnTo>
                <a:lnTo>
                  <a:pt x="890018" y="66678"/>
                </a:lnTo>
                <a:lnTo>
                  <a:pt x="889955" y="66251"/>
                </a:lnTo>
                <a:lnTo>
                  <a:pt x="889906" y="65816"/>
                </a:lnTo>
                <a:lnTo>
                  <a:pt x="889871" y="65373"/>
                </a:lnTo>
                <a:lnTo>
                  <a:pt x="889850" y="64921"/>
                </a:lnTo>
                <a:lnTo>
                  <a:pt x="889843" y="64462"/>
                </a:lnTo>
                <a:lnTo>
                  <a:pt x="889853" y="63944"/>
                </a:lnTo>
                <a:lnTo>
                  <a:pt x="889884" y="63434"/>
                </a:lnTo>
                <a:lnTo>
                  <a:pt x="889935" y="62932"/>
                </a:lnTo>
                <a:lnTo>
                  <a:pt x="890006" y="62438"/>
                </a:lnTo>
                <a:lnTo>
                  <a:pt x="890098" y="61951"/>
                </a:lnTo>
                <a:lnTo>
                  <a:pt x="890210" y="61472"/>
                </a:lnTo>
                <a:lnTo>
                  <a:pt x="890343" y="61000"/>
                </a:lnTo>
                <a:lnTo>
                  <a:pt x="890496" y="60537"/>
                </a:lnTo>
                <a:lnTo>
                  <a:pt x="890669" y="60080"/>
                </a:lnTo>
                <a:lnTo>
                  <a:pt x="890863" y="59632"/>
                </a:lnTo>
                <a:lnTo>
                  <a:pt x="891078" y="59191"/>
                </a:lnTo>
                <a:lnTo>
                  <a:pt x="891312" y="58758"/>
                </a:lnTo>
                <a:lnTo>
                  <a:pt x="891567" y="58333"/>
                </a:lnTo>
                <a:lnTo>
                  <a:pt x="891843" y="57915"/>
                </a:lnTo>
                <a:lnTo>
                  <a:pt x="892139" y="57505"/>
                </a:lnTo>
                <a:lnTo>
                  <a:pt x="892455" y="57103"/>
                </a:lnTo>
                <a:lnTo>
                  <a:pt x="892792" y="56708"/>
                </a:lnTo>
                <a:lnTo>
                  <a:pt x="893149" y="56321"/>
                </a:lnTo>
                <a:lnTo>
                  <a:pt x="893526" y="55942"/>
                </a:lnTo>
                <a:lnTo>
                  <a:pt x="893924" y="55570"/>
                </a:lnTo>
                <a:lnTo>
                  <a:pt x="894343" y="55206"/>
                </a:lnTo>
                <a:lnTo>
                  <a:pt x="894782" y="54850"/>
                </a:lnTo>
                <a:lnTo>
                  <a:pt x="895241" y="54502"/>
                </a:lnTo>
                <a:lnTo>
                  <a:pt x="895720" y="54161"/>
                </a:lnTo>
                <a:lnTo>
                  <a:pt x="896220" y="53825"/>
                </a:lnTo>
                <a:lnTo>
                  <a:pt x="896731" y="53505"/>
                </a:lnTo>
                <a:lnTo>
                  <a:pt x="897252" y="53198"/>
                </a:lnTo>
                <a:lnTo>
                  <a:pt x="897783" y="52905"/>
                </a:lnTo>
                <a:lnTo>
                  <a:pt x="898324" y="52627"/>
                </a:lnTo>
                <a:lnTo>
                  <a:pt x="898876" y="52363"/>
                </a:lnTo>
                <a:lnTo>
                  <a:pt x="899438" y="52114"/>
                </a:lnTo>
                <a:lnTo>
                  <a:pt x="900011" y="51878"/>
                </a:lnTo>
                <a:lnTo>
                  <a:pt x="900593" y="51657"/>
                </a:lnTo>
                <a:lnTo>
                  <a:pt x="901186" y="51451"/>
                </a:lnTo>
                <a:lnTo>
                  <a:pt x="901790" y="51258"/>
                </a:lnTo>
                <a:lnTo>
                  <a:pt x="902403" y="51080"/>
                </a:lnTo>
                <a:lnTo>
                  <a:pt x="903027" y="50916"/>
                </a:lnTo>
                <a:lnTo>
                  <a:pt x="903662" y="50766"/>
                </a:lnTo>
                <a:lnTo>
                  <a:pt x="904306" y="50630"/>
                </a:lnTo>
                <a:lnTo>
                  <a:pt x="904961" y="50509"/>
                </a:lnTo>
                <a:lnTo>
                  <a:pt x="905626" y="50402"/>
                </a:lnTo>
                <a:lnTo>
                  <a:pt x="906302" y="50310"/>
                </a:lnTo>
                <a:lnTo>
                  <a:pt x="906988" y="50231"/>
                </a:lnTo>
                <a:lnTo>
                  <a:pt x="907684" y="50167"/>
                </a:lnTo>
                <a:lnTo>
                  <a:pt x="908390" y="50117"/>
                </a:lnTo>
                <a:lnTo>
                  <a:pt x="909107" y="50081"/>
                </a:lnTo>
                <a:lnTo>
                  <a:pt x="909834" y="50060"/>
                </a:lnTo>
                <a:lnTo>
                  <a:pt x="910572" y="50053"/>
                </a:lnTo>
                <a:lnTo>
                  <a:pt x="911110" y="50056"/>
                </a:lnTo>
                <a:lnTo>
                  <a:pt x="911640" y="50067"/>
                </a:lnTo>
                <a:lnTo>
                  <a:pt x="912163" y="50085"/>
                </a:lnTo>
                <a:lnTo>
                  <a:pt x="912677" y="50111"/>
                </a:lnTo>
                <a:lnTo>
                  <a:pt x="913183" y="50143"/>
                </a:lnTo>
                <a:lnTo>
                  <a:pt x="913680" y="50183"/>
                </a:lnTo>
                <a:lnTo>
                  <a:pt x="914170" y="50230"/>
                </a:lnTo>
                <a:lnTo>
                  <a:pt x="914652" y="50284"/>
                </a:lnTo>
                <a:lnTo>
                  <a:pt x="915125" y="50346"/>
                </a:lnTo>
                <a:lnTo>
                  <a:pt x="915590" y="50415"/>
                </a:lnTo>
                <a:lnTo>
                  <a:pt x="916048" y="50491"/>
                </a:lnTo>
                <a:lnTo>
                  <a:pt x="916497" y="50574"/>
                </a:lnTo>
                <a:lnTo>
                  <a:pt x="916938" y="50665"/>
                </a:lnTo>
                <a:lnTo>
                  <a:pt x="917370" y="50762"/>
                </a:lnTo>
                <a:lnTo>
                  <a:pt x="917795" y="50867"/>
                </a:lnTo>
                <a:lnTo>
                  <a:pt x="918212" y="50980"/>
                </a:lnTo>
                <a:lnTo>
                  <a:pt x="918620" y="51099"/>
                </a:lnTo>
                <a:lnTo>
                  <a:pt x="919021" y="51226"/>
                </a:lnTo>
                <a:lnTo>
                  <a:pt x="919413" y="51360"/>
                </a:lnTo>
                <a:lnTo>
                  <a:pt x="919797" y="51501"/>
                </a:lnTo>
                <a:lnTo>
                  <a:pt x="920173" y="51650"/>
                </a:lnTo>
                <a:lnTo>
                  <a:pt x="920541" y="51805"/>
                </a:lnTo>
                <a:lnTo>
                  <a:pt x="920901" y="51968"/>
                </a:lnTo>
                <a:lnTo>
                  <a:pt x="921252" y="52138"/>
                </a:lnTo>
                <a:lnTo>
                  <a:pt x="921597" y="52314"/>
                </a:lnTo>
                <a:lnTo>
                  <a:pt x="921935" y="52494"/>
                </a:lnTo>
                <a:lnTo>
                  <a:pt x="922267" y="52677"/>
                </a:lnTo>
                <a:lnTo>
                  <a:pt x="922594" y="52865"/>
                </a:lnTo>
                <a:lnTo>
                  <a:pt x="922913" y="53057"/>
                </a:lnTo>
                <a:lnTo>
                  <a:pt x="923227" y="53252"/>
                </a:lnTo>
                <a:lnTo>
                  <a:pt x="923535" y="53452"/>
                </a:lnTo>
                <a:lnTo>
                  <a:pt x="923836" y="53655"/>
                </a:lnTo>
                <a:lnTo>
                  <a:pt x="924132" y="53862"/>
                </a:lnTo>
                <a:lnTo>
                  <a:pt x="924421" y="54074"/>
                </a:lnTo>
                <a:lnTo>
                  <a:pt x="924704" y="54289"/>
                </a:lnTo>
                <a:lnTo>
                  <a:pt x="924981" y="54508"/>
                </a:lnTo>
                <a:lnTo>
                  <a:pt x="925252" y="54731"/>
                </a:lnTo>
                <a:lnTo>
                  <a:pt x="925516" y="54959"/>
                </a:lnTo>
                <a:lnTo>
                  <a:pt x="925775" y="55190"/>
                </a:lnTo>
                <a:lnTo>
                  <a:pt x="926027" y="55425"/>
                </a:lnTo>
                <a:lnTo>
                  <a:pt x="926273" y="55664"/>
                </a:lnTo>
                <a:lnTo>
                  <a:pt x="926513" y="55906"/>
                </a:lnTo>
                <a:lnTo>
                  <a:pt x="926747" y="56153"/>
                </a:lnTo>
                <a:lnTo>
                  <a:pt x="926975" y="56404"/>
                </a:lnTo>
                <a:lnTo>
                  <a:pt x="927197" y="56659"/>
                </a:lnTo>
                <a:lnTo>
                  <a:pt x="927412" y="56918"/>
                </a:lnTo>
                <a:lnTo>
                  <a:pt x="927622" y="57180"/>
                </a:lnTo>
                <a:lnTo>
                  <a:pt x="927825" y="57447"/>
                </a:lnTo>
                <a:lnTo>
                  <a:pt x="928028" y="57711"/>
                </a:lnTo>
                <a:lnTo>
                  <a:pt x="928227" y="57975"/>
                </a:lnTo>
                <a:lnTo>
                  <a:pt x="928422" y="58240"/>
                </a:lnTo>
                <a:lnTo>
                  <a:pt x="928613" y="58505"/>
                </a:lnTo>
                <a:lnTo>
                  <a:pt x="928800" y="58772"/>
                </a:lnTo>
                <a:lnTo>
                  <a:pt x="928982" y="59039"/>
                </a:lnTo>
                <a:lnTo>
                  <a:pt x="929160" y="59306"/>
                </a:lnTo>
                <a:lnTo>
                  <a:pt x="929335" y="59575"/>
                </a:lnTo>
                <a:lnTo>
                  <a:pt x="929505" y="59844"/>
                </a:lnTo>
                <a:lnTo>
                  <a:pt x="929670" y="60113"/>
                </a:lnTo>
                <a:lnTo>
                  <a:pt x="929832" y="60383"/>
                </a:lnTo>
                <a:lnTo>
                  <a:pt x="929989" y="60654"/>
                </a:lnTo>
                <a:lnTo>
                  <a:pt x="930143" y="60926"/>
                </a:lnTo>
                <a:lnTo>
                  <a:pt x="930292" y="61198"/>
                </a:lnTo>
                <a:lnTo>
                  <a:pt x="930437" y="61471"/>
                </a:lnTo>
                <a:lnTo>
                  <a:pt x="930577" y="61744"/>
                </a:lnTo>
                <a:lnTo>
                  <a:pt x="930714" y="62019"/>
                </a:lnTo>
                <a:lnTo>
                  <a:pt x="930847" y="62293"/>
                </a:lnTo>
                <a:lnTo>
                  <a:pt x="930975" y="62569"/>
                </a:lnTo>
                <a:lnTo>
                  <a:pt x="931099" y="62845"/>
                </a:lnTo>
                <a:lnTo>
                  <a:pt x="931219" y="63122"/>
                </a:lnTo>
                <a:lnTo>
                  <a:pt x="931335" y="63399"/>
                </a:lnTo>
                <a:lnTo>
                  <a:pt x="931446" y="63678"/>
                </a:lnTo>
                <a:lnTo>
                  <a:pt x="931554" y="63956"/>
                </a:lnTo>
                <a:lnTo>
                  <a:pt x="944951" y="60164"/>
                </a:lnTo>
                <a:lnTo>
                  <a:pt x="944653" y="59308"/>
                </a:lnTo>
                <a:lnTo>
                  <a:pt x="944339" y="58465"/>
                </a:lnTo>
                <a:lnTo>
                  <a:pt x="944007" y="57637"/>
                </a:lnTo>
                <a:lnTo>
                  <a:pt x="943659" y="56822"/>
                </a:lnTo>
                <a:lnTo>
                  <a:pt x="943295" y="56021"/>
                </a:lnTo>
                <a:lnTo>
                  <a:pt x="942913" y="55235"/>
                </a:lnTo>
                <a:lnTo>
                  <a:pt x="942515" y="54463"/>
                </a:lnTo>
                <a:close/>
                <a:moveTo>
                  <a:pt x="682345" y="54463"/>
                </a:moveTo>
                <a:lnTo>
                  <a:pt x="681930" y="53704"/>
                </a:lnTo>
                <a:lnTo>
                  <a:pt x="681499" y="52960"/>
                </a:lnTo>
                <a:lnTo>
                  <a:pt x="681051" y="52230"/>
                </a:lnTo>
                <a:lnTo>
                  <a:pt x="680586" y="51513"/>
                </a:lnTo>
                <a:lnTo>
                  <a:pt x="680105" y="50811"/>
                </a:lnTo>
                <a:lnTo>
                  <a:pt x="679607" y="50123"/>
                </a:lnTo>
                <a:lnTo>
                  <a:pt x="679092" y="49449"/>
                </a:lnTo>
                <a:lnTo>
                  <a:pt x="678560" y="48789"/>
                </a:lnTo>
                <a:lnTo>
                  <a:pt x="678012" y="48143"/>
                </a:lnTo>
                <a:lnTo>
                  <a:pt x="677447" y="47511"/>
                </a:lnTo>
                <a:lnTo>
                  <a:pt x="676866" y="46893"/>
                </a:lnTo>
                <a:lnTo>
                  <a:pt x="676268" y="46289"/>
                </a:lnTo>
                <a:lnTo>
                  <a:pt x="675653" y="45699"/>
                </a:lnTo>
                <a:lnTo>
                  <a:pt x="675021" y="45123"/>
                </a:lnTo>
                <a:lnTo>
                  <a:pt x="674373" y="44562"/>
                </a:lnTo>
                <a:lnTo>
                  <a:pt x="673708" y="44014"/>
                </a:lnTo>
                <a:lnTo>
                  <a:pt x="673027" y="43480"/>
                </a:lnTo>
                <a:lnTo>
                  <a:pt x="672331" y="42964"/>
                </a:lnTo>
                <a:lnTo>
                  <a:pt x="671614" y="42471"/>
                </a:lnTo>
                <a:lnTo>
                  <a:pt x="670876" y="41999"/>
                </a:lnTo>
                <a:lnTo>
                  <a:pt x="670116" y="41549"/>
                </a:lnTo>
                <a:lnTo>
                  <a:pt x="669334" y="41121"/>
                </a:lnTo>
                <a:lnTo>
                  <a:pt x="668532" y="40715"/>
                </a:lnTo>
                <a:lnTo>
                  <a:pt x="667707" y="40331"/>
                </a:lnTo>
                <a:lnTo>
                  <a:pt x="666861" y="39969"/>
                </a:lnTo>
                <a:lnTo>
                  <a:pt x="665994" y="39629"/>
                </a:lnTo>
                <a:lnTo>
                  <a:pt x="665105" y="39311"/>
                </a:lnTo>
                <a:lnTo>
                  <a:pt x="664194" y="39015"/>
                </a:lnTo>
                <a:lnTo>
                  <a:pt x="663262" y="38740"/>
                </a:lnTo>
                <a:lnTo>
                  <a:pt x="662309" y="38488"/>
                </a:lnTo>
                <a:lnTo>
                  <a:pt x="661334" y="38258"/>
                </a:lnTo>
                <a:lnTo>
                  <a:pt x="660338" y="38049"/>
                </a:lnTo>
                <a:lnTo>
                  <a:pt x="659320" y="37863"/>
                </a:lnTo>
                <a:lnTo>
                  <a:pt x="658280" y="37698"/>
                </a:lnTo>
                <a:lnTo>
                  <a:pt x="657219" y="37555"/>
                </a:lnTo>
                <a:lnTo>
                  <a:pt x="656137" y="37435"/>
                </a:lnTo>
                <a:lnTo>
                  <a:pt x="655033" y="37336"/>
                </a:lnTo>
                <a:lnTo>
                  <a:pt x="653907" y="37259"/>
                </a:lnTo>
                <a:lnTo>
                  <a:pt x="652760" y="37204"/>
                </a:lnTo>
                <a:lnTo>
                  <a:pt x="651592" y="37171"/>
                </a:lnTo>
                <a:lnTo>
                  <a:pt x="650402" y="37160"/>
                </a:lnTo>
                <a:lnTo>
                  <a:pt x="649552" y="37167"/>
                </a:lnTo>
                <a:lnTo>
                  <a:pt x="648710" y="37185"/>
                </a:lnTo>
                <a:lnTo>
                  <a:pt x="647876" y="37217"/>
                </a:lnTo>
                <a:lnTo>
                  <a:pt x="647049" y="37260"/>
                </a:lnTo>
                <a:lnTo>
                  <a:pt x="646229" y="37317"/>
                </a:lnTo>
                <a:lnTo>
                  <a:pt x="645417" y="37386"/>
                </a:lnTo>
                <a:lnTo>
                  <a:pt x="644612" y="37467"/>
                </a:lnTo>
                <a:lnTo>
                  <a:pt x="643815" y="37561"/>
                </a:lnTo>
                <a:lnTo>
                  <a:pt x="643025" y="37667"/>
                </a:lnTo>
                <a:lnTo>
                  <a:pt x="642243" y="37786"/>
                </a:lnTo>
                <a:lnTo>
                  <a:pt x="641468" y="37917"/>
                </a:lnTo>
                <a:lnTo>
                  <a:pt x="640701" y="38061"/>
                </a:lnTo>
                <a:lnTo>
                  <a:pt x="639941" y="38217"/>
                </a:lnTo>
                <a:lnTo>
                  <a:pt x="639188" y="38386"/>
                </a:lnTo>
                <a:lnTo>
                  <a:pt x="638443" y="38568"/>
                </a:lnTo>
                <a:lnTo>
                  <a:pt x="637706" y="38761"/>
                </a:lnTo>
                <a:lnTo>
                  <a:pt x="636976" y="38968"/>
                </a:lnTo>
                <a:lnTo>
                  <a:pt x="636253" y="39187"/>
                </a:lnTo>
                <a:lnTo>
                  <a:pt x="635538" y="39418"/>
                </a:lnTo>
                <a:lnTo>
                  <a:pt x="634830" y="39662"/>
                </a:lnTo>
                <a:lnTo>
                  <a:pt x="634130" y="39918"/>
                </a:lnTo>
                <a:lnTo>
                  <a:pt x="633437" y="40187"/>
                </a:lnTo>
                <a:lnTo>
                  <a:pt x="632752" y="40469"/>
                </a:lnTo>
                <a:lnTo>
                  <a:pt x="632074" y="40763"/>
                </a:lnTo>
                <a:lnTo>
                  <a:pt x="631411" y="41068"/>
                </a:lnTo>
                <a:lnTo>
                  <a:pt x="630760" y="41382"/>
                </a:lnTo>
                <a:lnTo>
                  <a:pt x="630120" y="41706"/>
                </a:lnTo>
                <a:lnTo>
                  <a:pt x="629492" y="42039"/>
                </a:lnTo>
                <a:lnTo>
                  <a:pt x="628875" y="42382"/>
                </a:lnTo>
                <a:lnTo>
                  <a:pt x="628271" y="42734"/>
                </a:lnTo>
                <a:lnTo>
                  <a:pt x="627677" y="43095"/>
                </a:lnTo>
                <a:lnTo>
                  <a:pt x="627096" y="43466"/>
                </a:lnTo>
                <a:lnTo>
                  <a:pt x="626526" y="43847"/>
                </a:lnTo>
                <a:lnTo>
                  <a:pt x="625967" y="44236"/>
                </a:lnTo>
                <a:lnTo>
                  <a:pt x="625421" y="44636"/>
                </a:lnTo>
                <a:lnTo>
                  <a:pt x="624886" y="45044"/>
                </a:lnTo>
                <a:lnTo>
                  <a:pt x="624362" y="45462"/>
                </a:lnTo>
                <a:lnTo>
                  <a:pt x="623850" y="45890"/>
                </a:lnTo>
                <a:lnTo>
                  <a:pt x="623350" y="46327"/>
                </a:lnTo>
                <a:lnTo>
                  <a:pt x="622861" y="46773"/>
                </a:lnTo>
                <a:lnTo>
                  <a:pt x="622384" y="47229"/>
                </a:lnTo>
                <a:lnTo>
                  <a:pt x="621919" y="47695"/>
                </a:lnTo>
                <a:lnTo>
                  <a:pt x="621465" y="48169"/>
                </a:lnTo>
                <a:lnTo>
                  <a:pt x="621023" y="48654"/>
                </a:lnTo>
                <a:lnTo>
                  <a:pt x="620593" y="49147"/>
                </a:lnTo>
                <a:lnTo>
                  <a:pt x="620174" y="49650"/>
                </a:lnTo>
                <a:lnTo>
                  <a:pt x="619767" y="50163"/>
                </a:lnTo>
                <a:lnTo>
                  <a:pt x="619372" y="50685"/>
                </a:lnTo>
                <a:lnTo>
                  <a:pt x="618995" y="51215"/>
                </a:lnTo>
                <a:lnTo>
                  <a:pt x="618635" y="51751"/>
                </a:lnTo>
                <a:lnTo>
                  <a:pt x="618290" y="52294"/>
                </a:lnTo>
                <a:lnTo>
                  <a:pt x="617962" y="52844"/>
                </a:lnTo>
                <a:lnTo>
                  <a:pt x="617649" y="53400"/>
                </a:lnTo>
                <a:lnTo>
                  <a:pt x="617353" y="53963"/>
                </a:lnTo>
                <a:lnTo>
                  <a:pt x="617073" y="54533"/>
                </a:lnTo>
                <a:lnTo>
                  <a:pt x="616808" y="55109"/>
                </a:lnTo>
                <a:lnTo>
                  <a:pt x="616560" y="55691"/>
                </a:lnTo>
                <a:lnTo>
                  <a:pt x="616328" y="56280"/>
                </a:lnTo>
                <a:lnTo>
                  <a:pt x="616112" y="56876"/>
                </a:lnTo>
                <a:lnTo>
                  <a:pt x="615911" y="57479"/>
                </a:lnTo>
                <a:lnTo>
                  <a:pt x="615727" y="58087"/>
                </a:lnTo>
                <a:lnTo>
                  <a:pt x="615559" y="58703"/>
                </a:lnTo>
                <a:lnTo>
                  <a:pt x="615407" y="59325"/>
                </a:lnTo>
                <a:lnTo>
                  <a:pt x="615271" y="59954"/>
                </a:lnTo>
                <a:lnTo>
                  <a:pt x="615150" y="60589"/>
                </a:lnTo>
                <a:lnTo>
                  <a:pt x="615046" y="61231"/>
                </a:lnTo>
                <a:lnTo>
                  <a:pt x="614958" y="61879"/>
                </a:lnTo>
                <a:lnTo>
                  <a:pt x="614886" y="62534"/>
                </a:lnTo>
                <a:lnTo>
                  <a:pt x="614830" y="63196"/>
                </a:lnTo>
                <a:lnTo>
                  <a:pt x="614790" y="63864"/>
                </a:lnTo>
                <a:lnTo>
                  <a:pt x="614766" y="64539"/>
                </a:lnTo>
                <a:lnTo>
                  <a:pt x="614758" y="65220"/>
                </a:lnTo>
                <a:lnTo>
                  <a:pt x="614769" y="66052"/>
                </a:lnTo>
                <a:lnTo>
                  <a:pt x="614801" y="66872"/>
                </a:lnTo>
                <a:lnTo>
                  <a:pt x="614855" y="67680"/>
                </a:lnTo>
                <a:lnTo>
                  <a:pt x="614930" y="68477"/>
                </a:lnTo>
                <a:lnTo>
                  <a:pt x="615027" y="69262"/>
                </a:lnTo>
                <a:lnTo>
                  <a:pt x="615145" y="70035"/>
                </a:lnTo>
                <a:lnTo>
                  <a:pt x="615285" y="70797"/>
                </a:lnTo>
                <a:lnTo>
                  <a:pt x="615446" y="71547"/>
                </a:lnTo>
                <a:lnTo>
                  <a:pt x="615629" y="72286"/>
                </a:lnTo>
                <a:lnTo>
                  <a:pt x="615833" y="73012"/>
                </a:lnTo>
                <a:lnTo>
                  <a:pt x="616059" y="73728"/>
                </a:lnTo>
                <a:lnTo>
                  <a:pt x="616306" y="74431"/>
                </a:lnTo>
                <a:lnTo>
                  <a:pt x="616575" y="75123"/>
                </a:lnTo>
                <a:lnTo>
                  <a:pt x="616866" y="75804"/>
                </a:lnTo>
                <a:lnTo>
                  <a:pt x="617177" y="76472"/>
                </a:lnTo>
                <a:lnTo>
                  <a:pt x="617511" y="77130"/>
                </a:lnTo>
                <a:lnTo>
                  <a:pt x="617865" y="77775"/>
                </a:lnTo>
                <a:lnTo>
                  <a:pt x="618242" y="78409"/>
                </a:lnTo>
                <a:lnTo>
                  <a:pt x="618640" y="79031"/>
                </a:lnTo>
                <a:lnTo>
                  <a:pt x="619059" y="79642"/>
                </a:lnTo>
                <a:lnTo>
                  <a:pt x="619500" y="80241"/>
                </a:lnTo>
                <a:lnTo>
                  <a:pt x="619962" y="80828"/>
                </a:lnTo>
                <a:lnTo>
                  <a:pt x="620446" y="81404"/>
                </a:lnTo>
                <a:lnTo>
                  <a:pt x="620951" y="81968"/>
                </a:lnTo>
                <a:lnTo>
                  <a:pt x="621485" y="82515"/>
                </a:lnTo>
                <a:lnTo>
                  <a:pt x="622043" y="83050"/>
                </a:lnTo>
                <a:lnTo>
                  <a:pt x="622626" y="83572"/>
                </a:lnTo>
                <a:lnTo>
                  <a:pt x="623234" y="84083"/>
                </a:lnTo>
                <a:lnTo>
                  <a:pt x="623866" y="84582"/>
                </a:lnTo>
                <a:lnTo>
                  <a:pt x="624522" y="85068"/>
                </a:lnTo>
                <a:lnTo>
                  <a:pt x="625203" y="85543"/>
                </a:lnTo>
                <a:lnTo>
                  <a:pt x="625909" y="86005"/>
                </a:lnTo>
                <a:lnTo>
                  <a:pt x="626639" y="86456"/>
                </a:lnTo>
                <a:lnTo>
                  <a:pt x="627394" y="86894"/>
                </a:lnTo>
                <a:lnTo>
                  <a:pt x="628174" y="87320"/>
                </a:lnTo>
                <a:lnTo>
                  <a:pt x="628978" y="87735"/>
                </a:lnTo>
                <a:lnTo>
                  <a:pt x="629806" y="88137"/>
                </a:lnTo>
                <a:lnTo>
                  <a:pt x="630659" y="88527"/>
                </a:lnTo>
                <a:lnTo>
                  <a:pt x="631537" y="88905"/>
                </a:lnTo>
                <a:lnTo>
                  <a:pt x="632439" y="89271"/>
                </a:lnTo>
                <a:lnTo>
                  <a:pt x="633366" y="89624"/>
                </a:lnTo>
                <a:lnTo>
                  <a:pt x="634318" y="89966"/>
                </a:lnTo>
                <a:lnTo>
                  <a:pt x="635294" y="90296"/>
                </a:lnTo>
                <a:lnTo>
                  <a:pt x="636294" y="90614"/>
                </a:lnTo>
                <a:lnTo>
                  <a:pt x="637320" y="90919"/>
                </a:lnTo>
                <a:lnTo>
                  <a:pt x="638369" y="91213"/>
                </a:lnTo>
                <a:lnTo>
                  <a:pt x="639444" y="91494"/>
                </a:lnTo>
                <a:lnTo>
                  <a:pt x="640543" y="91763"/>
                </a:lnTo>
                <a:lnTo>
                  <a:pt x="656721" y="95555"/>
                </a:lnTo>
                <a:lnTo>
                  <a:pt x="657326" y="95701"/>
                </a:lnTo>
                <a:lnTo>
                  <a:pt x="657917" y="95852"/>
                </a:lnTo>
                <a:lnTo>
                  <a:pt x="658495" y="96010"/>
                </a:lnTo>
                <a:lnTo>
                  <a:pt x="659060" y="96173"/>
                </a:lnTo>
                <a:lnTo>
                  <a:pt x="659611" y="96343"/>
                </a:lnTo>
                <a:lnTo>
                  <a:pt x="660150" y="96519"/>
                </a:lnTo>
                <a:lnTo>
                  <a:pt x="660675" y="96701"/>
                </a:lnTo>
                <a:lnTo>
                  <a:pt x="661187" y="96889"/>
                </a:lnTo>
                <a:lnTo>
                  <a:pt x="661686" y="97084"/>
                </a:lnTo>
                <a:lnTo>
                  <a:pt x="662172" y="97284"/>
                </a:lnTo>
                <a:lnTo>
                  <a:pt x="662645" y="97491"/>
                </a:lnTo>
                <a:lnTo>
                  <a:pt x="663104" y="97704"/>
                </a:lnTo>
                <a:lnTo>
                  <a:pt x="663551" y="97923"/>
                </a:lnTo>
                <a:lnTo>
                  <a:pt x="663984" y="98148"/>
                </a:lnTo>
                <a:lnTo>
                  <a:pt x="664404" y="98379"/>
                </a:lnTo>
                <a:lnTo>
                  <a:pt x="664811" y="98617"/>
                </a:lnTo>
                <a:lnTo>
                  <a:pt x="665204" y="98860"/>
                </a:lnTo>
                <a:lnTo>
                  <a:pt x="665585" y="99110"/>
                </a:lnTo>
                <a:lnTo>
                  <a:pt x="665952" y="99366"/>
                </a:lnTo>
                <a:lnTo>
                  <a:pt x="666306" y="99628"/>
                </a:lnTo>
                <a:lnTo>
                  <a:pt x="666647" y="99896"/>
                </a:lnTo>
                <a:lnTo>
                  <a:pt x="666975" y="100170"/>
                </a:lnTo>
                <a:lnTo>
                  <a:pt x="667290" y="100451"/>
                </a:lnTo>
                <a:lnTo>
                  <a:pt x="667592" y="100738"/>
                </a:lnTo>
                <a:lnTo>
                  <a:pt x="667880" y="101025"/>
                </a:lnTo>
                <a:lnTo>
                  <a:pt x="668157" y="101318"/>
                </a:lnTo>
                <a:lnTo>
                  <a:pt x="668421" y="101616"/>
                </a:lnTo>
                <a:lnTo>
                  <a:pt x="668673" y="101921"/>
                </a:lnTo>
                <a:lnTo>
                  <a:pt x="668913" y="102231"/>
                </a:lnTo>
                <a:lnTo>
                  <a:pt x="669140" y="102547"/>
                </a:lnTo>
                <a:lnTo>
                  <a:pt x="669355" y="102868"/>
                </a:lnTo>
                <a:lnTo>
                  <a:pt x="669558" y="103195"/>
                </a:lnTo>
                <a:lnTo>
                  <a:pt x="669748" y="103528"/>
                </a:lnTo>
                <a:lnTo>
                  <a:pt x="669926" y="103867"/>
                </a:lnTo>
                <a:lnTo>
                  <a:pt x="670092" y="104211"/>
                </a:lnTo>
                <a:lnTo>
                  <a:pt x="670246" y="104561"/>
                </a:lnTo>
                <a:lnTo>
                  <a:pt x="670387" y="104917"/>
                </a:lnTo>
                <a:lnTo>
                  <a:pt x="670516" y="105278"/>
                </a:lnTo>
                <a:lnTo>
                  <a:pt x="670633" y="105645"/>
                </a:lnTo>
                <a:lnTo>
                  <a:pt x="670737" y="106018"/>
                </a:lnTo>
                <a:lnTo>
                  <a:pt x="670830" y="106397"/>
                </a:lnTo>
                <a:lnTo>
                  <a:pt x="670909" y="106781"/>
                </a:lnTo>
                <a:lnTo>
                  <a:pt x="670977" y="107171"/>
                </a:lnTo>
                <a:lnTo>
                  <a:pt x="671032" y="107566"/>
                </a:lnTo>
                <a:lnTo>
                  <a:pt x="671075" y="107968"/>
                </a:lnTo>
                <a:lnTo>
                  <a:pt x="671106" y="108375"/>
                </a:lnTo>
                <a:lnTo>
                  <a:pt x="671124" y="108788"/>
                </a:lnTo>
                <a:lnTo>
                  <a:pt x="671131" y="109206"/>
                </a:lnTo>
                <a:lnTo>
                  <a:pt x="671120" y="109724"/>
                </a:lnTo>
                <a:lnTo>
                  <a:pt x="671088" y="110237"/>
                </a:lnTo>
                <a:lnTo>
                  <a:pt x="671034" y="110743"/>
                </a:lnTo>
                <a:lnTo>
                  <a:pt x="670959" y="111242"/>
                </a:lnTo>
                <a:lnTo>
                  <a:pt x="670862" y="111736"/>
                </a:lnTo>
                <a:lnTo>
                  <a:pt x="670744" y="112224"/>
                </a:lnTo>
                <a:lnTo>
                  <a:pt x="670604" y="112705"/>
                </a:lnTo>
                <a:lnTo>
                  <a:pt x="670442" y="113180"/>
                </a:lnTo>
                <a:lnTo>
                  <a:pt x="670260" y="113650"/>
                </a:lnTo>
                <a:lnTo>
                  <a:pt x="670055" y="114113"/>
                </a:lnTo>
                <a:lnTo>
                  <a:pt x="669830" y="114570"/>
                </a:lnTo>
                <a:lnTo>
                  <a:pt x="669582" y="115020"/>
                </a:lnTo>
                <a:lnTo>
                  <a:pt x="669313" y="115465"/>
                </a:lnTo>
                <a:lnTo>
                  <a:pt x="669023" y="115903"/>
                </a:lnTo>
                <a:lnTo>
                  <a:pt x="668711" y="116336"/>
                </a:lnTo>
                <a:lnTo>
                  <a:pt x="668378" y="116762"/>
                </a:lnTo>
                <a:lnTo>
                  <a:pt x="668023" y="117182"/>
                </a:lnTo>
                <a:lnTo>
                  <a:pt x="667647" y="117596"/>
                </a:lnTo>
                <a:lnTo>
                  <a:pt x="667249" y="118003"/>
                </a:lnTo>
                <a:lnTo>
                  <a:pt x="666830" y="118405"/>
                </a:lnTo>
                <a:lnTo>
                  <a:pt x="666389" y="118800"/>
                </a:lnTo>
                <a:lnTo>
                  <a:pt x="665926" y="119190"/>
                </a:lnTo>
                <a:lnTo>
                  <a:pt x="665443" y="119573"/>
                </a:lnTo>
                <a:lnTo>
                  <a:pt x="664937" y="119950"/>
                </a:lnTo>
                <a:lnTo>
                  <a:pt x="664419" y="120311"/>
                </a:lnTo>
                <a:lnTo>
                  <a:pt x="663886" y="120656"/>
                </a:lnTo>
                <a:lnTo>
                  <a:pt x="663337" y="120987"/>
                </a:lnTo>
                <a:lnTo>
                  <a:pt x="662774" y="121301"/>
                </a:lnTo>
                <a:lnTo>
                  <a:pt x="662196" y="121601"/>
                </a:lnTo>
                <a:lnTo>
                  <a:pt x="661603" y="121885"/>
                </a:lnTo>
                <a:lnTo>
                  <a:pt x="660996" y="122154"/>
                </a:lnTo>
                <a:lnTo>
                  <a:pt x="660373" y="122407"/>
                </a:lnTo>
                <a:lnTo>
                  <a:pt x="659735" y="122645"/>
                </a:lnTo>
                <a:lnTo>
                  <a:pt x="659083" y="122868"/>
                </a:lnTo>
                <a:lnTo>
                  <a:pt x="658415" y="123076"/>
                </a:lnTo>
                <a:lnTo>
                  <a:pt x="657733" y="123268"/>
                </a:lnTo>
                <a:lnTo>
                  <a:pt x="657035" y="123444"/>
                </a:lnTo>
                <a:lnTo>
                  <a:pt x="656323" y="123606"/>
                </a:lnTo>
                <a:lnTo>
                  <a:pt x="655596" y="123751"/>
                </a:lnTo>
                <a:lnTo>
                  <a:pt x="654854" y="123882"/>
                </a:lnTo>
                <a:lnTo>
                  <a:pt x="654097" y="123997"/>
                </a:lnTo>
                <a:lnTo>
                  <a:pt x="653325" y="124097"/>
                </a:lnTo>
                <a:lnTo>
                  <a:pt x="652538" y="124182"/>
                </a:lnTo>
                <a:lnTo>
                  <a:pt x="651736" y="124251"/>
                </a:lnTo>
                <a:lnTo>
                  <a:pt x="650919" y="124304"/>
                </a:lnTo>
                <a:lnTo>
                  <a:pt x="650087" y="124343"/>
                </a:lnTo>
                <a:lnTo>
                  <a:pt x="649241" y="124366"/>
                </a:lnTo>
                <a:lnTo>
                  <a:pt x="648379" y="124374"/>
                </a:lnTo>
                <a:lnTo>
                  <a:pt x="647622" y="124367"/>
                </a:lnTo>
                <a:lnTo>
                  <a:pt x="646876" y="124346"/>
                </a:lnTo>
                <a:lnTo>
                  <a:pt x="646143" y="124312"/>
                </a:lnTo>
                <a:lnTo>
                  <a:pt x="645421" y="124265"/>
                </a:lnTo>
                <a:lnTo>
                  <a:pt x="644712" y="124203"/>
                </a:lnTo>
                <a:lnTo>
                  <a:pt x="644015" y="124129"/>
                </a:lnTo>
                <a:lnTo>
                  <a:pt x="643330" y="124040"/>
                </a:lnTo>
                <a:lnTo>
                  <a:pt x="642656" y="123938"/>
                </a:lnTo>
                <a:lnTo>
                  <a:pt x="641995" y="123823"/>
                </a:lnTo>
                <a:lnTo>
                  <a:pt x="641346" y="123693"/>
                </a:lnTo>
                <a:lnTo>
                  <a:pt x="640709" y="123550"/>
                </a:lnTo>
                <a:lnTo>
                  <a:pt x="640085" y="123394"/>
                </a:lnTo>
                <a:lnTo>
                  <a:pt x="639472" y="123224"/>
                </a:lnTo>
                <a:lnTo>
                  <a:pt x="638871" y="123040"/>
                </a:lnTo>
                <a:lnTo>
                  <a:pt x="638282" y="122843"/>
                </a:lnTo>
                <a:lnTo>
                  <a:pt x="637706" y="122632"/>
                </a:lnTo>
                <a:lnTo>
                  <a:pt x="637141" y="122408"/>
                </a:lnTo>
                <a:lnTo>
                  <a:pt x="636589" y="122170"/>
                </a:lnTo>
                <a:lnTo>
                  <a:pt x="636049" y="121918"/>
                </a:lnTo>
                <a:lnTo>
                  <a:pt x="635520" y="121653"/>
                </a:lnTo>
                <a:lnTo>
                  <a:pt x="635004" y="121374"/>
                </a:lnTo>
                <a:lnTo>
                  <a:pt x="634500" y="121081"/>
                </a:lnTo>
                <a:lnTo>
                  <a:pt x="634008" y="120775"/>
                </a:lnTo>
                <a:lnTo>
                  <a:pt x="633528" y="120455"/>
                </a:lnTo>
                <a:lnTo>
                  <a:pt x="633065" y="120122"/>
                </a:lnTo>
                <a:lnTo>
                  <a:pt x="632615" y="119775"/>
                </a:lnTo>
                <a:lnTo>
                  <a:pt x="632178" y="119415"/>
                </a:lnTo>
                <a:lnTo>
                  <a:pt x="631753" y="119040"/>
                </a:lnTo>
                <a:lnTo>
                  <a:pt x="631341" y="118653"/>
                </a:lnTo>
                <a:lnTo>
                  <a:pt x="630941" y="118251"/>
                </a:lnTo>
                <a:lnTo>
                  <a:pt x="630553" y="117836"/>
                </a:lnTo>
                <a:lnTo>
                  <a:pt x="630178" y="117408"/>
                </a:lnTo>
                <a:lnTo>
                  <a:pt x="629816" y="116966"/>
                </a:lnTo>
                <a:lnTo>
                  <a:pt x="629466" y="116510"/>
                </a:lnTo>
                <a:lnTo>
                  <a:pt x="629129" y="116040"/>
                </a:lnTo>
                <a:lnTo>
                  <a:pt x="628804" y="115557"/>
                </a:lnTo>
                <a:lnTo>
                  <a:pt x="628491" y="115061"/>
                </a:lnTo>
                <a:lnTo>
                  <a:pt x="628192" y="114551"/>
                </a:lnTo>
                <a:lnTo>
                  <a:pt x="627904" y="114027"/>
                </a:lnTo>
                <a:lnTo>
                  <a:pt x="627629" y="113489"/>
                </a:lnTo>
                <a:lnTo>
                  <a:pt x="627367" y="112938"/>
                </a:lnTo>
                <a:lnTo>
                  <a:pt x="627117" y="112374"/>
                </a:lnTo>
                <a:lnTo>
                  <a:pt x="626880" y="111796"/>
                </a:lnTo>
                <a:lnTo>
                  <a:pt x="626655" y="111204"/>
                </a:lnTo>
                <a:lnTo>
                  <a:pt x="626443" y="110598"/>
                </a:lnTo>
                <a:lnTo>
                  <a:pt x="626243" y="109979"/>
                </a:lnTo>
                <a:lnTo>
                  <a:pt x="626056" y="109347"/>
                </a:lnTo>
                <a:lnTo>
                  <a:pt x="625881" y="108700"/>
                </a:lnTo>
                <a:lnTo>
                  <a:pt x="611725" y="112240"/>
                </a:lnTo>
                <a:lnTo>
                  <a:pt x="611953" y="113261"/>
                </a:lnTo>
                <a:lnTo>
                  <a:pt x="612206" y="114263"/>
                </a:lnTo>
                <a:lnTo>
                  <a:pt x="612484" y="115243"/>
                </a:lnTo>
                <a:lnTo>
                  <a:pt x="612787" y="116203"/>
                </a:lnTo>
                <a:lnTo>
                  <a:pt x="613114" y="117143"/>
                </a:lnTo>
                <a:lnTo>
                  <a:pt x="613466" y="118062"/>
                </a:lnTo>
                <a:lnTo>
                  <a:pt x="613844" y="118960"/>
                </a:lnTo>
                <a:lnTo>
                  <a:pt x="614245" y="119837"/>
                </a:lnTo>
                <a:lnTo>
                  <a:pt x="614672" y="120694"/>
                </a:lnTo>
                <a:lnTo>
                  <a:pt x="615124" y="121531"/>
                </a:lnTo>
                <a:lnTo>
                  <a:pt x="615600" y="122346"/>
                </a:lnTo>
                <a:lnTo>
                  <a:pt x="616101" y="123141"/>
                </a:lnTo>
                <a:lnTo>
                  <a:pt x="616627" y="123916"/>
                </a:lnTo>
                <a:lnTo>
                  <a:pt x="617178" y="124669"/>
                </a:lnTo>
                <a:lnTo>
                  <a:pt x="617753" y="125402"/>
                </a:lnTo>
                <a:lnTo>
                  <a:pt x="618353" y="126115"/>
                </a:lnTo>
                <a:lnTo>
                  <a:pt x="618978" y="126807"/>
                </a:lnTo>
                <a:lnTo>
                  <a:pt x="619628" y="127478"/>
                </a:lnTo>
                <a:lnTo>
                  <a:pt x="620303" y="128129"/>
                </a:lnTo>
                <a:lnTo>
                  <a:pt x="621002" y="128759"/>
                </a:lnTo>
                <a:lnTo>
                  <a:pt x="621727" y="129368"/>
                </a:lnTo>
                <a:lnTo>
                  <a:pt x="622476" y="129957"/>
                </a:lnTo>
                <a:lnTo>
                  <a:pt x="623250" y="130525"/>
                </a:lnTo>
                <a:lnTo>
                  <a:pt x="624048" y="131073"/>
                </a:lnTo>
                <a:lnTo>
                  <a:pt x="624868" y="131598"/>
                </a:lnTo>
                <a:lnTo>
                  <a:pt x="625706" y="132102"/>
                </a:lnTo>
                <a:lnTo>
                  <a:pt x="626561" y="132583"/>
                </a:lnTo>
                <a:lnTo>
                  <a:pt x="627434" y="133042"/>
                </a:lnTo>
                <a:lnTo>
                  <a:pt x="628326" y="133479"/>
                </a:lnTo>
                <a:lnTo>
                  <a:pt x="629234" y="133893"/>
                </a:lnTo>
                <a:lnTo>
                  <a:pt x="630161" y="134284"/>
                </a:lnTo>
                <a:lnTo>
                  <a:pt x="631105" y="134654"/>
                </a:lnTo>
                <a:lnTo>
                  <a:pt x="632067" y="135001"/>
                </a:lnTo>
                <a:lnTo>
                  <a:pt x="633047" y="135325"/>
                </a:lnTo>
                <a:lnTo>
                  <a:pt x="634045" y="135627"/>
                </a:lnTo>
                <a:lnTo>
                  <a:pt x="635060" y="135907"/>
                </a:lnTo>
                <a:lnTo>
                  <a:pt x="636094" y="136165"/>
                </a:lnTo>
                <a:lnTo>
                  <a:pt x="637145" y="136400"/>
                </a:lnTo>
                <a:lnTo>
                  <a:pt x="638213" y="136612"/>
                </a:lnTo>
                <a:lnTo>
                  <a:pt x="639300" y="136802"/>
                </a:lnTo>
                <a:lnTo>
                  <a:pt x="640404" y="136970"/>
                </a:lnTo>
                <a:lnTo>
                  <a:pt x="641526" y="137116"/>
                </a:lnTo>
                <a:lnTo>
                  <a:pt x="642666" y="137239"/>
                </a:lnTo>
                <a:lnTo>
                  <a:pt x="643824" y="137340"/>
                </a:lnTo>
                <a:lnTo>
                  <a:pt x="644999" y="137418"/>
                </a:lnTo>
                <a:lnTo>
                  <a:pt x="646192" y="137474"/>
                </a:lnTo>
                <a:lnTo>
                  <a:pt x="647403" y="137508"/>
                </a:lnTo>
                <a:lnTo>
                  <a:pt x="648632" y="137519"/>
                </a:lnTo>
                <a:lnTo>
                  <a:pt x="649570" y="137512"/>
                </a:lnTo>
                <a:lnTo>
                  <a:pt x="650498" y="137492"/>
                </a:lnTo>
                <a:lnTo>
                  <a:pt x="651417" y="137459"/>
                </a:lnTo>
                <a:lnTo>
                  <a:pt x="652326" y="137413"/>
                </a:lnTo>
                <a:lnTo>
                  <a:pt x="653225" y="137354"/>
                </a:lnTo>
                <a:lnTo>
                  <a:pt x="654115" y="137282"/>
                </a:lnTo>
                <a:lnTo>
                  <a:pt x="654994" y="137196"/>
                </a:lnTo>
                <a:lnTo>
                  <a:pt x="655865" y="137097"/>
                </a:lnTo>
                <a:lnTo>
                  <a:pt x="656725" y="136985"/>
                </a:lnTo>
                <a:lnTo>
                  <a:pt x="657576" y="136860"/>
                </a:lnTo>
                <a:lnTo>
                  <a:pt x="658418" y="136722"/>
                </a:lnTo>
                <a:lnTo>
                  <a:pt x="659249" y="136571"/>
                </a:lnTo>
                <a:lnTo>
                  <a:pt x="660071" y="136406"/>
                </a:lnTo>
                <a:lnTo>
                  <a:pt x="660884" y="136228"/>
                </a:lnTo>
                <a:lnTo>
                  <a:pt x="661686" y="136038"/>
                </a:lnTo>
                <a:lnTo>
                  <a:pt x="662480" y="135833"/>
                </a:lnTo>
                <a:lnTo>
                  <a:pt x="663263" y="135616"/>
                </a:lnTo>
                <a:lnTo>
                  <a:pt x="664037" y="135386"/>
                </a:lnTo>
                <a:lnTo>
                  <a:pt x="664801" y="135142"/>
                </a:lnTo>
                <a:lnTo>
                  <a:pt x="665555" y="134885"/>
                </a:lnTo>
                <a:lnTo>
                  <a:pt x="666300" y="134616"/>
                </a:lnTo>
                <a:lnTo>
                  <a:pt x="667035" y="134332"/>
                </a:lnTo>
                <a:lnTo>
                  <a:pt x="667760" y="134036"/>
                </a:lnTo>
                <a:lnTo>
                  <a:pt x="668476" y="133727"/>
                </a:lnTo>
                <a:lnTo>
                  <a:pt x="669181" y="133406"/>
                </a:lnTo>
                <a:lnTo>
                  <a:pt x="669872" y="133076"/>
                </a:lnTo>
                <a:lnTo>
                  <a:pt x="670550" y="132735"/>
                </a:lnTo>
                <a:lnTo>
                  <a:pt x="671215" y="132386"/>
                </a:lnTo>
                <a:lnTo>
                  <a:pt x="671867" y="132026"/>
                </a:lnTo>
                <a:lnTo>
                  <a:pt x="672505" y="131657"/>
                </a:lnTo>
                <a:lnTo>
                  <a:pt x="673131" y="131278"/>
                </a:lnTo>
                <a:lnTo>
                  <a:pt x="673743" y="130890"/>
                </a:lnTo>
                <a:lnTo>
                  <a:pt x="674342" y="130492"/>
                </a:lnTo>
                <a:lnTo>
                  <a:pt x="674928" y="130084"/>
                </a:lnTo>
                <a:lnTo>
                  <a:pt x="675501" y="129667"/>
                </a:lnTo>
                <a:lnTo>
                  <a:pt x="676060" y="129240"/>
                </a:lnTo>
                <a:lnTo>
                  <a:pt x="676606" y="128803"/>
                </a:lnTo>
                <a:lnTo>
                  <a:pt x="677140" y="128357"/>
                </a:lnTo>
                <a:lnTo>
                  <a:pt x="677660" y="127901"/>
                </a:lnTo>
                <a:lnTo>
                  <a:pt x="678167" y="127435"/>
                </a:lnTo>
                <a:lnTo>
                  <a:pt x="678660" y="126960"/>
                </a:lnTo>
                <a:lnTo>
                  <a:pt x="679141" y="126475"/>
                </a:lnTo>
                <a:lnTo>
                  <a:pt x="679608" y="125980"/>
                </a:lnTo>
                <a:lnTo>
                  <a:pt x="680063" y="125476"/>
                </a:lnTo>
                <a:lnTo>
                  <a:pt x="680504" y="124962"/>
                </a:lnTo>
                <a:lnTo>
                  <a:pt x="680932" y="124439"/>
                </a:lnTo>
                <a:lnTo>
                  <a:pt x="681346" y="123905"/>
                </a:lnTo>
                <a:lnTo>
                  <a:pt x="681748" y="123362"/>
                </a:lnTo>
                <a:lnTo>
                  <a:pt x="682140" y="122812"/>
                </a:lnTo>
                <a:lnTo>
                  <a:pt x="682515" y="122255"/>
                </a:lnTo>
                <a:lnTo>
                  <a:pt x="682874" y="121692"/>
                </a:lnTo>
                <a:lnTo>
                  <a:pt x="683215" y="121122"/>
                </a:lnTo>
                <a:lnTo>
                  <a:pt x="683541" y="120547"/>
                </a:lnTo>
                <a:lnTo>
                  <a:pt x="683849" y="119965"/>
                </a:lnTo>
                <a:lnTo>
                  <a:pt x="684141" y="119378"/>
                </a:lnTo>
                <a:lnTo>
                  <a:pt x="684416" y="118784"/>
                </a:lnTo>
                <a:lnTo>
                  <a:pt x="684675" y="118184"/>
                </a:lnTo>
                <a:lnTo>
                  <a:pt x="684917" y="117578"/>
                </a:lnTo>
                <a:lnTo>
                  <a:pt x="685142" y="116966"/>
                </a:lnTo>
                <a:lnTo>
                  <a:pt x="685350" y="116347"/>
                </a:lnTo>
                <a:lnTo>
                  <a:pt x="685542" y="115723"/>
                </a:lnTo>
                <a:lnTo>
                  <a:pt x="685717" y="115092"/>
                </a:lnTo>
                <a:lnTo>
                  <a:pt x="685875" y="114455"/>
                </a:lnTo>
                <a:lnTo>
                  <a:pt x="686017" y="113812"/>
                </a:lnTo>
                <a:lnTo>
                  <a:pt x="686142" y="113163"/>
                </a:lnTo>
                <a:lnTo>
                  <a:pt x="686251" y="112508"/>
                </a:lnTo>
                <a:lnTo>
                  <a:pt x="686342" y="111847"/>
                </a:lnTo>
                <a:lnTo>
                  <a:pt x="686417" y="111179"/>
                </a:lnTo>
                <a:lnTo>
                  <a:pt x="686476" y="110506"/>
                </a:lnTo>
                <a:lnTo>
                  <a:pt x="686518" y="109826"/>
                </a:lnTo>
                <a:lnTo>
                  <a:pt x="686543" y="109140"/>
                </a:lnTo>
                <a:lnTo>
                  <a:pt x="686551" y="108448"/>
                </a:lnTo>
                <a:lnTo>
                  <a:pt x="686540" y="107606"/>
                </a:lnTo>
                <a:lnTo>
                  <a:pt x="686507" y="106778"/>
                </a:lnTo>
                <a:lnTo>
                  <a:pt x="686451" y="105962"/>
                </a:lnTo>
                <a:lnTo>
                  <a:pt x="686374" y="105160"/>
                </a:lnTo>
                <a:lnTo>
                  <a:pt x="686274" y="104370"/>
                </a:lnTo>
                <a:lnTo>
                  <a:pt x="686152" y="103593"/>
                </a:lnTo>
                <a:lnTo>
                  <a:pt x="686008" y="102830"/>
                </a:lnTo>
                <a:lnTo>
                  <a:pt x="685842" y="102079"/>
                </a:lnTo>
                <a:lnTo>
                  <a:pt x="685653" y="101341"/>
                </a:lnTo>
                <a:lnTo>
                  <a:pt x="685443" y="100616"/>
                </a:lnTo>
                <a:lnTo>
                  <a:pt x="685210" y="99904"/>
                </a:lnTo>
                <a:lnTo>
                  <a:pt x="684955" y="99205"/>
                </a:lnTo>
                <a:lnTo>
                  <a:pt x="684678" y="98519"/>
                </a:lnTo>
                <a:lnTo>
                  <a:pt x="684379" y="97846"/>
                </a:lnTo>
                <a:lnTo>
                  <a:pt x="684058" y="97186"/>
                </a:lnTo>
                <a:lnTo>
                  <a:pt x="683714" y="96538"/>
                </a:lnTo>
                <a:lnTo>
                  <a:pt x="683348" y="95904"/>
                </a:lnTo>
                <a:lnTo>
                  <a:pt x="682960" y="95283"/>
                </a:lnTo>
                <a:lnTo>
                  <a:pt x="682550" y="94674"/>
                </a:lnTo>
                <a:lnTo>
                  <a:pt x="682118" y="94079"/>
                </a:lnTo>
                <a:lnTo>
                  <a:pt x="681664" y="93496"/>
                </a:lnTo>
                <a:lnTo>
                  <a:pt x="681187" y="92927"/>
                </a:lnTo>
                <a:lnTo>
                  <a:pt x="680689" y="92370"/>
                </a:lnTo>
                <a:lnTo>
                  <a:pt x="680168" y="91827"/>
                </a:lnTo>
                <a:lnTo>
                  <a:pt x="679624" y="91290"/>
                </a:lnTo>
                <a:lnTo>
                  <a:pt x="679058" y="90765"/>
                </a:lnTo>
                <a:lnTo>
                  <a:pt x="678468" y="90252"/>
                </a:lnTo>
                <a:lnTo>
                  <a:pt x="677856" y="89750"/>
                </a:lnTo>
                <a:lnTo>
                  <a:pt x="677220" y="89260"/>
                </a:lnTo>
                <a:lnTo>
                  <a:pt x="676562" y="88781"/>
                </a:lnTo>
                <a:lnTo>
                  <a:pt x="675880" y="88314"/>
                </a:lnTo>
                <a:lnTo>
                  <a:pt x="675175" y="87859"/>
                </a:lnTo>
                <a:lnTo>
                  <a:pt x="674448" y="87416"/>
                </a:lnTo>
                <a:lnTo>
                  <a:pt x="673697" y="86984"/>
                </a:lnTo>
                <a:lnTo>
                  <a:pt x="672923" y="86563"/>
                </a:lnTo>
                <a:lnTo>
                  <a:pt x="672126" y="86155"/>
                </a:lnTo>
                <a:lnTo>
                  <a:pt x="671306" y="85758"/>
                </a:lnTo>
                <a:lnTo>
                  <a:pt x="670463" y="85372"/>
                </a:lnTo>
                <a:lnTo>
                  <a:pt x="669597" y="84998"/>
                </a:lnTo>
                <a:lnTo>
                  <a:pt x="668708" y="84636"/>
                </a:lnTo>
                <a:lnTo>
                  <a:pt x="667796" y="84286"/>
                </a:lnTo>
                <a:lnTo>
                  <a:pt x="666861" y="83947"/>
                </a:lnTo>
                <a:lnTo>
                  <a:pt x="665903" y="83619"/>
                </a:lnTo>
                <a:lnTo>
                  <a:pt x="664921" y="83304"/>
                </a:lnTo>
                <a:lnTo>
                  <a:pt x="663917" y="83000"/>
                </a:lnTo>
                <a:lnTo>
                  <a:pt x="662890" y="82707"/>
                </a:lnTo>
                <a:lnTo>
                  <a:pt x="661840" y="82426"/>
                </a:lnTo>
                <a:lnTo>
                  <a:pt x="660766" y="82157"/>
                </a:lnTo>
                <a:lnTo>
                  <a:pt x="646357" y="78618"/>
                </a:lnTo>
                <a:lnTo>
                  <a:pt x="645649" y="78437"/>
                </a:lnTo>
                <a:lnTo>
                  <a:pt x="644956" y="78253"/>
                </a:lnTo>
                <a:lnTo>
                  <a:pt x="644279" y="78064"/>
                </a:lnTo>
                <a:lnTo>
                  <a:pt x="643618" y="77872"/>
                </a:lnTo>
                <a:lnTo>
                  <a:pt x="642973" y="77676"/>
                </a:lnTo>
                <a:lnTo>
                  <a:pt x="642344" y="77477"/>
                </a:lnTo>
                <a:lnTo>
                  <a:pt x="641730" y="77273"/>
                </a:lnTo>
                <a:lnTo>
                  <a:pt x="641133" y="77066"/>
                </a:lnTo>
                <a:lnTo>
                  <a:pt x="640551" y="76856"/>
                </a:lnTo>
                <a:lnTo>
                  <a:pt x="639985" y="76641"/>
                </a:lnTo>
                <a:lnTo>
                  <a:pt x="639434" y="76423"/>
                </a:lnTo>
                <a:lnTo>
                  <a:pt x="638900" y="76201"/>
                </a:lnTo>
                <a:lnTo>
                  <a:pt x="638381" y="75975"/>
                </a:lnTo>
                <a:lnTo>
                  <a:pt x="637878" y="75746"/>
                </a:lnTo>
                <a:lnTo>
                  <a:pt x="637391" y="75513"/>
                </a:lnTo>
                <a:lnTo>
                  <a:pt x="636919" y="75276"/>
                </a:lnTo>
                <a:lnTo>
                  <a:pt x="636464" y="75035"/>
                </a:lnTo>
                <a:lnTo>
                  <a:pt x="636024" y="74791"/>
                </a:lnTo>
                <a:lnTo>
                  <a:pt x="635600" y="74543"/>
                </a:lnTo>
                <a:lnTo>
                  <a:pt x="635192" y="74291"/>
                </a:lnTo>
                <a:lnTo>
                  <a:pt x="634800" y="74035"/>
                </a:lnTo>
                <a:lnTo>
                  <a:pt x="634423" y="73776"/>
                </a:lnTo>
                <a:lnTo>
                  <a:pt x="634062" y="73513"/>
                </a:lnTo>
                <a:lnTo>
                  <a:pt x="633717" y="73246"/>
                </a:lnTo>
                <a:lnTo>
                  <a:pt x="633387" y="72974"/>
                </a:lnTo>
                <a:lnTo>
                  <a:pt x="633071" y="72693"/>
                </a:lnTo>
                <a:lnTo>
                  <a:pt x="632769" y="72404"/>
                </a:lnTo>
                <a:lnTo>
                  <a:pt x="632482" y="72107"/>
                </a:lnTo>
                <a:lnTo>
                  <a:pt x="632208" y="71802"/>
                </a:lnTo>
                <a:lnTo>
                  <a:pt x="631948" y="71489"/>
                </a:lnTo>
                <a:lnTo>
                  <a:pt x="631702" y="71167"/>
                </a:lnTo>
                <a:lnTo>
                  <a:pt x="631470" y="70838"/>
                </a:lnTo>
                <a:lnTo>
                  <a:pt x="631253" y="70500"/>
                </a:lnTo>
                <a:lnTo>
                  <a:pt x="631049" y="70155"/>
                </a:lnTo>
                <a:lnTo>
                  <a:pt x="630859" y="69801"/>
                </a:lnTo>
                <a:lnTo>
                  <a:pt x="630684" y="69439"/>
                </a:lnTo>
                <a:lnTo>
                  <a:pt x="630522" y="69069"/>
                </a:lnTo>
                <a:lnTo>
                  <a:pt x="630375" y="68690"/>
                </a:lnTo>
                <a:lnTo>
                  <a:pt x="630242" y="68304"/>
                </a:lnTo>
                <a:lnTo>
                  <a:pt x="630122" y="67910"/>
                </a:lnTo>
                <a:lnTo>
                  <a:pt x="630017" y="67507"/>
                </a:lnTo>
                <a:lnTo>
                  <a:pt x="629926" y="67096"/>
                </a:lnTo>
                <a:lnTo>
                  <a:pt x="629848" y="66678"/>
                </a:lnTo>
                <a:lnTo>
                  <a:pt x="629785" y="66251"/>
                </a:lnTo>
                <a:lnTo>
                  <a:pt x="629736" y="65816"/>
                </a:lnTo>
                <a:lnTo>
                  <a:pt x="629701" y="65373"/>
                </a:lnTo>
                <a:lnTo>
                  <a:pt x="629680" y="64921"/>
                </a:lnTo>
                <a:lnTo>
                  <a:pt x="629673" y="64462"/>
                </a:lnTo>
                <a:lnTo>
                  <a:pt x="629683" y="63944"/>
                </a:lnTo>
                <a:lnTo>
                  <a:pt x="629714" y="63434"/>
                </a:lnTo>
                <a:lnTo>
                  <a:pt x="629765" y="62932"/>
                </a:lnTo>
                <a:lnTo>
                  <a:pt x="629836" y="62438"/>
                </a:lnTo>
                <a:lnTo>
                  <a:pt x="629928" y="61951"/>
                </a:lnTo>
                <a:lnTo>
                  <a:pt x="630040" y="61472"/>
                </a:lnTo>
                <a:lnTo>
                  <a:pt x="630173" y="61000"/>
                </a:lnTo>
                <a:lnTo>
                  <a:pt x="630326" y="60537"/>
                </a:lnTo>
                <a:lnTo>
                  <a:pt x="630499" y="60080"/>
                </a:lnTo>
                <a:lnTo>
                  <a:pt x="630693" y="59632"/>
                </a:lnTo>
                <a:lnTo>
                  <a:pt x="630907" y="59191"/>
                </a:lnTo>
                <a:lnTo>
                  <a:pt x="631142" y="58758"/>
                </a:lnTo>
                <a:lnTo>
                  <a:pt x="631397" y="58333"/>
                </a:lnTo>
                <a:lnTo>
                  <a:pt x="631673" y="57915"/>
                </a:lnTo>
                <a:lnTo>
                  <a:pt x="631969" y="57505"/>
                </a:lnTo>
                <a:lnTo>
                  <a:pt x="632285" y="57103"/>
                </a:lnTo>
                <a:lnTo>
                  <a:pt x="632622" y="56708"/>
                </a:lnTo>
                <a:lnTo>
                  <a:pt x="632979" y="56321"/>
                </a:lnTo>
                <a:lnTo>
                  <a:pt x="633356" y="55942"/>
                </a:lnTo>
                <a:lnTo>
                  <a:pt x="633754" y="55570"/>
                </a:lnTo>
                <a:lnTo>
                  <a:pt x="634173" y="55206"/>
                </a:lnTo>
                <a:lnTo>
                  <a:pt x="634611" y="54850"/>
                </a:lnTo>
                <a:lnTo>
                  <a:pt x="635071" y="54502"/>
                </a:lnTo>
                <a:lnTo>
                  <a:pt x="635550" y="54161"/>
                </a:lnTo>
                <a:lnTo>
                  <a:pt x="636050" y="53825"/>
                </a:lnTo>
                <a:lnTo>
                  <a:pt x="636561" y="53505"/>
                </a:lnTo>
                <a:lnTo>
                  <a:pt x="637082" y="53198"/>
                </a:lnTo>
                <a:lnTo>
                  <a:pt x="637613" y="52905"/>
                </a:lnTo>
                <a:lnTo>
                  <a:pt x="638154" y="52627"/>
                </a:lnTo>
                <a:lnTo>
                  <a:pt x="638706" y="52363"/>
                </a:lnTo>
                <a:lnTo>
                  <a:pt x="639268" y="52114"/>
                </a:lnTo>
                <a:lnTo>
                  <a:pt x="639841" y="51878"/>
                </a:lnTo>
                <a:lnTo>
                  <a:pt x="640423" y="51657"/>
                </a:lnTo>
                <a:lnTo>
                  <a:pt x="641016" y="51451"/>
                </a:lnTo>
                <a:lnTo>
                  <a:pt x="641620" y="51258"/>
                </a:lnTo>
                <a:lnTo>
                  <a:pt x="642233" y="51080"/>
                </a:lnTo>
                <a:lnTo>
                  <a:pt x="642857" y="50916"/>
                </a:lnTo>
                <a:lnTo>
                  <a:pt x="643492" y="50766"/>
                </a:lnTo>
                <a:lnTo>
                  <a:pt x="644136" y="50630"/>
                </a:lnTo>
                <a:lnTo>
                  <a:pt x="644791" y="50509"/>
                </a:lnTo>
                <a:lnTo>
                  <a:pt x="645456" y="50402"/>
                </a:lnTo>
                <a:lnTo>
                  <a:pt x="646132" y="50310"/>
                </a:lnTo>
                <a:lnTo>
                  <a:pt x="646818" y="50231"/>
                </a:lnTo>
                <a:lnTo>
                  <a:pt x="647514" y="50167"/>
                </a:lnTo>
                <a:lnTo>
                  <a:pt x="648220" y="50117"/>
                </a:lnTo>
                <a:lnTo>
                  <a:pt x="648937" y="50081"/>
                </a:lnTo>
                <a:lnTo>
                  <a:pt x="649664" y="50060"/>
                </a:lnTo>
                <a:lnTo>
                  <a:pt x="650402" y="50053"/>
                </a:lnTo>
                <a:lnTo>
                  <a:pt x="650940" y="50056"/>
                </a:lnTo>
                <a:lnTo>
                  <a:pt x="651470" y="50067"/>
                </a:lnTo>
                <a:lnTo>
                  <a:pt x="651992" y="50085"/>
                </a:lnTo>
                <a:lnTo>
                  <a:pt x="652507" y="50111"/>
                </a:lnTo>
                <a:lnTo>
                  <a:pt x="653012" y="50143"/>
                </a:lnTo>
                <a:lnTo>
                  <a:pt x="653510" y="50183"/>
                </a:lnTo>
                <a:lnTo>
                  <a:pt x="654000" y="50230"/>
                </a:lnTo>
                <a:lnTo>
                  <a:pt x="654481" y="50284"/>
                </a:lnTo>
                <a:lnTo>
                  <a:pt x="654955" y="50346"/>
                </a:lnTo>
                <a:lnTo>
                  <a:pt x="655420" y="50415"/>
                </a:lnTo>
                <a:lnTo>
                  <a:pt x="655877" y="50491"/>
                </a:lnTo>
                <a:lnTo>
                  <a:pt x="656327" y="50574"/>
                </a:lnTo>
                <a:lnTo>
                  <a:pt x="656767" y="50665"/>
                </a:lnTo>
                <a:lnTo>
                  <a:pt x="657200" y="50762"/>
                </a:lnTo>
                <a:lnTo>
                  <a:pt x="657625" y="50867"/>
                </a:lnTo>
                <a:lnTo>
                  <a:pt x="658042" y="50980"/>
                </a:lnTo>
                <a:lnTo>
                  <a:pt x="658450" y="51099"/>
                </a:lnTo>
                <a:lnTo>
                  <a:pt x="658850" y="51226"/>
                </a:lnTo>
                <a:lnTo>
                  <a:pt x="659243" y="51360"/>
                </a:lnTo>
                <a:lnTo>
                  <a:pt x="659627" y="51501"/>
                </a:lnTo>
                <a:lnTo>
                  <a:pt x="660003" y="51650"/>
                </a:lnTo>
                <a:lnTo>
                  <a:pt x="660371" y="51805"/>
                </a:lnTo>
                <a:lnTo>
                  <a:pt x="660731" y="51968"/>
                </a:lnTo>
                <a:lnTo>
                  <a:pt x="661082" y="52138"/>
                </a:lnTo>
                <a:lnTo>
                  <a:pt x="661427" y="52314"/>
                </a:lnTo>
                <a:lnTo>
                  <a:pt x="661765" y="52494"/>
                </a:lnTo>
                <a:lnTo>
                  <a:pt x="662097" y="52677"/>
                </a:lnTo>
                <a:lnTo>
                  <a:pt x="662423" y="52865"/>
                </a:lnTo>
                <a:lnTo>
                  <a:pt x="662743" y="53057"/>
                </a:lnTo>
                <a:lnTo>
                  <a:pt x="663057" y="53252"/>
                </a:lnTo>
                <a:lnTo>
                  <a:pt x="663365" y="53452"/>
                </a:lnTo>
                <a:lnTo>
                  <a:pt x="663666" y="53655"/>
                </a:lnTo>
                <a:lnTo>
                  <a:pt x="663962" y="53862"/>
                </a:lnTo>
                <a:lnTo>
                  <a:pt x="664251" y="54074"/>
                </a:lnTo>
                <a:lnTo>
                  <a:pt x="664534" y="54289"/>
                </a:lnTo>
                <a:lnTo>
                  <a:pt x="664811" y="54508"/>
                </a:lnTo>
                <a:lnTo>
                  <a:pt x="665082" y="54731"/>
                </a:lnTo>
                <a:lnTo>
                  <a:pt x="665346" y="54959"/>
                </a:lnTo>
                <a:lnTo>
                  <a:pt x="665605" y="55190"/>
                </a:lnTo>
                <a:lnTo>
                  <a:pt x="665857" y="55425"/>
                </a:lnTo>
                <a:lnTo>
                  <a:pt x="666103" y="55664"/>
                </a:lnTo>
                <a:lnTo>
                  <a:pt x="666343" y="55906"/>
                </a:lnTo>
                <a:lnTo>
                  <a:pt x="666577" y="56153"/>
                </a:lnTo>
                <a:lnTo>
                  <a:pt x="666805" y="56404"/>
                </a:lnTo>
                <a:lnTo>
                  <a:pt x="667027" y="56659"/>
                </a:lnTo>
                <a:lnTo>
                  <a:pt x="667242" y="56918"/>
                </a:lnTo>
                <a:lnTo>
                  <a:pt x="667451" y="57180"/>
                </a:lnTo>
                <a:lnTo>
                  <a:pt x="667655" y="57447"/>
                </a:lnTo>
                <a:lnTo>
                  <a:pt x="667858" y="57711"/>
                </a:lnTo>
                <a:lnTo>
                  <a:pt x="668057" y="57975"/>
                </a:lnTo>
                <a:lnTo>
                  <a:pt x="668252" y="58240"/>
                </a:lnTo>
                <a:lnTo>
                  <a:pt x="668443" y="58505"/>
                </a:lnTo>
                <a:lnTo>
                  <a:pt x="668630" y="58772"/>
                </a:lnTo>
                <a:lnTo>
                  <a:pt x="668812" y="59039"/>
                </a:lnTo>
                <a:lnTo>
                  <a:pt x="668990" y="59306"/>
                </a:lnTo>
                <a:lnTo>
                  <a:pt x="669164" y="59575"/>
                </a:lnTo>
                <a:lnTo>
                  <a:pt x="669334" y="59844"/>
                </a:lnTo>
                <a:lnTo>
                  <a:pt x="669500" y="60113"/>
                </a:lnTo>
                <a:lnTo>
                  <a:pt x="669662" y="60383"/>
                </a:lnTo>
                <a:lnTo>
                  <a:pt x="669819" y="60654"/>
                </a:lnTo>
                <a:lnTo>
                  <a:pt x="669973" y="60926"/>
                </a:lnTo>
                <a:lnTo>
                  <a:pt x="670122" y="61198"/>
                </a:lnTo>
                <a:lnTo>
                  <a:pt x="670267" y="61471"/>
                </a:lnTo>
                <a:lnTo>
                  <a:pt x="670407" y="61744"/>
                </a:lnTo>
                <a:lnTo>
                  <a:pt x="670544" y="62019"/>
                </a:lnTo>
                <a:lnTo>
                  <a:pt x="670676" y="62293"/>
                </a:lnTo>
                <a:lnTo>
                  <a:pt x="670805" y="62569"/>
                </a:lnTo>
                <a:lnTo>
                  <a:pt x="670929" y="62845"/>
                </a:lnTo>
                <a:lnTo>
                  <a:pt x="671049" y="63122"/>
                </a:lnTo>
                <a:lnTo>
                  <a:pt x="671164" y="63399"/>
                </a:lnTo>
                <a:lnTo>
                  <a:pt x="671276" y="63678"/>
                </a:lnTo>
                <a:lnTo>
                  <a:pt x="671383" y="63956"/>
                </a:lnTo>
                <a:lnTo>
                  <a:pt x="684781" y="60164"/>
                </a:lnTo>
                <a:lnTo>
                  <a:pt x="684483" y="59308"/>
                </a:lnTo>
                <a:lnTo>
                  <a:pt x="684169" y="58465"/>
                </a:lnTo>
                <a:lnTo>
                  <a:pt x="683837" y="57637"/>
                </a:lnTo>
                <a:lnTo>
                  <a:pt x="683489" y="56822"/>
                </a:lnTo>
                <a:lnTo>
                  <a:pt x="683125" y="56021"/>
                </a:lnTo>
                <a:lnTo>
                  <a:pt x="682743" y="55235"/>
                </a:lnTo>
                <a:lnTo>
                  <a:pt x="682345" y="54463"/>
                </a:lnTo>
                <a:close/>
                <a:moveTo>
                  <a:pt x="844841" y="284951"/>
                </a:moveTo>
                <a:lnTo>
                  <a:pt x="844901" y="284431"/>
                </a:lnTo>
                <a:lnTo>
                  <a:pt x="844973" y="283916"/>
                </a:lnTo>
                <a:lnTo>
                  <a:pt x="845055" y="283406"/>
                </a:lnTo>
                <a:lnTo>
                  <a:pt x="845148" y="282901"/>
                </a:lnTo>
                <a:lnTo>
                  <a:pt x="845252" y="282402"/>
                </a:lnTo>
                <a:lnTo>
                  <a:pt x="845368" y="281907"/>
                </a:lnTo>
                <a:lnTo>
                  <a:pt x="845494" y="281417"/>
                </a:lnTo>
                <a:lnTo>
                  <a:pt x="845631" y="280933"/>
                </a:lnTo>
                <a:lnTo>
                  <a:pt x="845779" y="280453"/>
                </a:lnTo>
                <a:lnTo>
                  <a:pt x="845938" y="279979"/>
                </a:lnTo>
                <a:lnTo>
                  <a:pt x="846108" y="279509"/>
                </a:lnTo>
                <a:lnTo>
                  <a:pt x="846289" y="279045"/>
                </a:lnTo>
                <a:lnTo>
                  <a:pt x="846481" y="278585"/>
                </a:lnTo>
                <a:lnTo>
                  <a:pt x="846684" y="278131"/>
                </a:lnTo>
                <a:lnTo>
                  <a:pt x="846898" y="277682"/>
                </a:lnTo>
                <a:lnTo>
                  <a:pt x="847123" y="277237"/>
                </a:lnTo>
                <a:lnTo>
                  <a:pt x="847359" y="276798"/>
                </a:lnTo>
                <a:lnTo>
                  <a:pt x="847606" y="276364"/>
                </a:lnTo>
                <a:lnTo>
                  <a:pt x="847864" y="275935"/>
                </a:lnTo>
                <a:lnTo>
                  <a:pt x="848136" y="275507"/>
                </a:lnTo>
                <a:lnTo>
                  <a:pt x="848417" y="275087"/>
                </a:lnTo>
                <a:lnTo>
                  <a:pt x="848705" y="274675"/>
                </a:lnTo>
                <a:lnTo>
                  <a:pt x="849001" y="274271"/>
                </a:lnTo>
                <a:lnTo>
                  <a:pt x="849305" y="273874"/>
                </a:lnTo>
                <a:lnTo>
                  <a:pt x="849617" y="273486"/>
                </a:lnTo>
                <a:lnTo>
                  <a:pt x="849937" y="273105"/>
                </a:lnTo>
                <a:lnTo>
                  <a:pt x="850265" y="272733"/>
                </a:lnTo>
                <a:lnTo>
                  <a:pt x="850601" y="272368"/>
                </a:lnTo>
                <a:lnTo>
                  <a:pt x="850945" y="272011"/>
                </a:lnTo>
                <a:lnTo>
                  <a:pt x="851296" y="271662"/>
                </a:lnTo>
                <a:lnTo>
                  <a:pt x="851656" y="271321"/>
                </a:lnTo>
                <a:lnTo>
                  <a:pt x="852023" y="270988"/>
                </a:lnTo>
                <a:lnTo>
                  <a:pt x="852398" y="270663"/>
                </a:lnTo>
                <a:lnTo>
                  <a:pt x="852781" y="270346"/>
                </a:lnTo>
                <a:lnTo>
                  <a:pt x="853172" y="270036"/>
                </a:lnTo>
                <a:lnTo>
                  <a:pt x="853571" y="269735"/>
                </a:lnTo>
                <a:lnTo>
                  <a:pt x="853978" y="269441"/>
                </a:lnTo>
                <a:lnTo>
                  <a:pt x="854393" y="269156"/>
                </a:lnTo>
                <a:lnTo>
                  <a:pt x="854815" y="268878"/>
                </a:lnTo>
                <a:lnTo>
                  <a:pt x="855246" y="268608"/>
                </a:lnTo>
                <a:lnTo>
                  <a:pt x="855684" y="268346"/>
                </a:lnTo>
                <a:lnTo>
                  <a:pt x="856131" y="268092"/>
                </a:lnTo>
                <a:lnTo>
                  <a:pt x="856585" y="267846"/>
                </a:lnTo>
                <a:lnTo>
                  <a:pt x="857051" y="267603"/>
                </a:lnTo>
                <a:lnTo>
                  <a:pt x="857522" y="267371"/>
                </a:lnTo>
                <a:lnTo>
                  <a:pt x="857999" y="267149"/>
                </a:lnTo>
                <a:lnTo>
                  <a:pt x="858481" y="266938"/>
                </a:lnTo>
                <a:lnTo>
                  <a:pt x="858968" y="266737"/>
                </a:lnTo>
                <a:lnTo>
                  <a:pt x="859460" y="266546"/>
                </a:lnTo>
                <a:lnTo>
                  <a:pt x="859958" y="266366"/>
                </a:lnTo>
                <a:lnTo>
                  <a:pt x="860461" y="266195"/>
                </a:lnTo>
                <a:lnTo>
                  <a:pt x="860969" y="266036"/>
                </a:lnTo>
                <a:lnTo>
                  <a:pt x="861483" y="265886"/>
                </a:lnTo>
                <a:lnTo>
                  <a:pt x="862002" y="265747"/>
                </a:lnTo>
                <a:lnTo>
                  <a:pt x="862526" y="265618"/>
                </a:lnTo>
                <a:lnTo>
                  <a:pt x="863055" y="265499"/>
                </a:lnTo>
                <a:lnTo>
                  <a:pt x="863589" y="265391"/>
                </a:lnTo>
                <a:lnTo>
                  <a:pt x="864129" y="265293"/>
                </a:lnTo>
                <a:lnTo>
                  <a:pt x="864674" y="265205"/>
                </a:lnTo>
                <a:lnTo>
                  <a:pt x="865225" y="265128"/>
                </a:lnTo>
                <a:lnTo>
                  <a:pt x="865780" y="265061"/>
                </a:lnTo>
                <a:lnTo>
                  <a:pt x="866341" y="265004"/>
                </a:lnTo>
                <a:lnTo>
                  <a:pt x="866907" y="264958"/>
                </a:lnTo>
                <a:lnTo>
                  <a:pt x="867479" y="264922"/>
                </a:lnTo>
                <a:lnTo>
                  <a:pt x="868055" y="264896"/>
                </a:lnTo>
                <a:lnTo>
                  <a:pt x="868637" y="264880"/>
                </a:lnTo>
                <a:lnTo>
                  <a:pt x="869225" y="264875"/>
                </a:lnTo>
                <a:lnTo>
                  <a:pt x="869472" y="264876"/>
                </a:lnTo>
                <a:lnTo>
                  <a:pt x="869717" y="264878"/>
                </a:lnTo>
                <a:lnTo>
                  <a:pt x="869962" y="264882"/>
                </a:lnTo>
                <a:lnTo>
                  <a:pt x="870206" y="264888"/>
                </a:lnTo>
                <a:lnTo>
                  <a:pt x="870448" y="264894"/>
                </a:lnTo>
                <a:lnTo>
                  <a:pt x="870690" y="264903"/>
                </a:lnTo>
                <a:lnTo>
                  <a:pt x="870930" y="264913"/>
                </a:lnTo>
                <a:lnTo>
                  <a:pt x="871170" y="264924"/>
                </a:lnTo>
                <a:lnTo>
                  <a:pt x="871408" y="264937"/>
                </a:lnTo>
                <a:lnTo>
                  <a:pt x="871645" y="264952"/>
                </a:lnTo>
                <a:lnTo>
                  <a:pt x="871881" y="264968"/>
                </a:lnTo>
                <a:lnTo>
                  <a:pt x="872116" y="264986"/>
                </a:lnTo>
                <a:lnTo>
                  <a:pt x="872350" y="265005"/>
                </a:lnTo>
                <a:lnTo>
                  <a:pt x="872582" y="265026"/>
                </a:lnTo>
                <a:lnTo>
                  <a:pt x="872814" y="265048"/>
                </a:lnTo>
                <a:lnTo>
                  <a:pt x="873045" y="265072"/>
                </a:lnTo>
                <a:lnTo>
                  <a:pt x="873274" y="265097"/>
                </a:lnTo>
                <a:lnTo>
                  <a:pt x="873502" y="265124"/>
                </a:lnTo>
                <a:lnTo>
                  <a:pt x="873730" y="265152"/>
                </a:lnTo>
                <a:lnTo>
                  <a:pt x="873956" y="265182"/>
                </a:lnTo>
                <a:lnTo>
                  <a:pt x="874181" y="265214"/>
                </a:lnTo>
                <a:lnTo>
                  <a:pt x="874405" y="265247"/>
                </a:lnTo>
                <a:lnTo>
                  <a:pt x="874627" y="265282"/>
                </a:lnTo>
                <a:lnTo>
                  <a:pt x="874849" y="265318"/>
                </a:lnTo>
                <a:lnTo>
                  <a:pt x="875072" y="265349"/>
                </a:lnTo>
                <a:lnTo>
                  <a:pt x="875289" y="265379"/>
                </a:lnTo>
                <a:lnTo>
                  <a:pt x="875498" y="265409"/>
                </a:lnTo>
                <a:lnTo>
                  <a:pt x="875701" y="265439"/>
                </a:lnTo>
                <a:lnTo>
                  <a:pt x="875896" y="265467"/>
                </a:lnTo>
                <a:lnTo>
                  <a:pt x="876086" y="265495"/>
                </a:lnTo>
                <a:lnTo>
                  <a:pt x="876268" y="265523"/>
                </a:lnTo>
                <a:lnTo>
                  <a:pt x="876443" y="265549"/>
                </a:lnTo>
                <a:lnTo>
                  <a:pt x="876612" y="265575"/>
                </a:lnTo>
                <a:lnTo>
                  <a:pt x="876774" y="265601"/>
                </a:lnTo>
                <a:lnTo>
                  <a:pt x="876929" y="265625"/>
                </a:lnTo>
                <a:lnTo>
                  <a:pt x="877077" y="265649"/>
                </a:lnTo>
                <a:lnTo>
                  <a:pt x="877218" y="265673"/>
                </a:lnTo>
                <a:lnTo>
                  <a:pt x="877353" y="265695"/>
                </a:lnTo>
                <a:lnTo>
                  <a:pt x="877481" y="265718"/>
                </a:lnTo>
                <a:lnTo>
                  <a:pt x="877602" y="265739"/>
                </a:lnTo>
                <a:lnTo>
                  <a:pt x="877716" y="265760"/>
                </a:lnTo>
                <a:lnTo>
                  <a:pt x="877823" y="265780"/>
                </a:lnTo>
                <a:lnTo>
                  <a:pt x="877924" y="265799"/>
                </a:lnTo>
                <a:lnTo>
                  <a:pt x="878018" y="265818"/>
                </a:lnTo>
                <a:lnTo>
                  <a:pt x="878105" y="265836"/>
                </a:lnTo>
                <a:lnTo>
                  <a:pt x="878185" y="265853"/>
                </a:lnTo>
                <a:lnTo>
                  <a:pt x="878258" y="265870"/>
                </a:lnTo>
                <a:lnTo>
                  <a:pt x="878325" y="265886"/>
                </a:lnTo>
                <a:lnTo>
                  <a:pt x="878325" y="250719"/>
                </a:lnTo>
                <a:lnTo>
                  <a:pt x="878218" y="250708"/>
                </a:lnTo>
                <a:lnTo>
                  <a:pt x="878106" y="250698"/>
                </a:lnTo>
                <a:lnTo>
                  <a:pt x="877990" y="250688"/>
                </a:lnTo>
                <a:lnTo>
                  <a:pt x="877870" y="250679"/>
                </a:lnTo>
                <a:lnTo>
                  <a:pt x="877746" y="250669"/>
                </a:lnTo>
                <a:lnTo>
                  <a:pt x="877618" y="250660"/>
                </a:lnTo>
                <a:lnTo>
                  <a:pt x="877486" y="250651"/>
                </a:lnTo>
                <a:lnTo>
                  <a:pt x="877349" y="250642"/>
                </a:lnTo>
                <a:lnTo>
                  <a:pt x="877208" y="250633"/>
                </a:lnTo>
                <a:lnTo>
                  <a:pt x="877063" y="250625"/>
                </a:lnTo>
                <a:lnTo>
                  <a:pt x="876914" y="250616"/>
                </a:lnTo>
                <a:lnTo>
                  <a:pt x="876761" y="250608"/>
                </a:lnTo>
                <a:lnTo>
                  <a:pt x="876603" y="250600"/>
                </a:lnTo>
                <a:lnTo>
                  <a:pt x="876442" y="250593"/>
                </a:lnTo>
                <a:lnTo>
                  <a:pt x="876276" y="250586"/>
                </a:lnTo>
                <a:lnTo>
                  <a:pt x="876106" y="250578"/>
                </a:lnTo>
                <a:lnTo>
                  <a:pt x="875932" y="250572"/>
                </a:lnTo>
                <a:lnTo>
                  <a:pt x="875754" y="250565"/>
                </a:lnTo>
                <a:lnTo>
                  <a:pt x="875571" y="250558"/>
                </a:lnTo>
                <a:lnTo>
                  <a:pt x="875385" y="250552"/>
                </a:lnTo>
                <a:lnTo>
                  <a:pt x="875194" y="250546"/>
                </a:lnTo>
                <a:lnTo>
                  <a:pt x="874999" y="250540"/>
                </a:lnTo>
                <a:lnTo>
                  <a:pt x="874800" y="250535"/>
                </a:lnTo>
                <a:lnTo>
                  <a:pt x="874596" y="250529"/>
                </a:lnTo>
                <a:lnTo>
                  <a:pt x="874392" y="250524"/>
                </a:lnTo>
                <a:lnTo>
                  <a:pt x="874191" y="250519"/>
                </a:lnTo>
                <a:lnTo>
                  <a:pt x="873993" y="250514"/>
                </a:lnTo>
                <a:lnTo>
                  <a:pt x="873798" y="250510"/>
                </a:lnTo>
                <a:lnTo>
                  <a:pt x="873605" y="250506"/>
                </a:lnTo>
                <a:lnTo>
                  <a:pt x="873415" y="250502"/>
                </a:lnTo>
                <a:lnTo>
                  <a:pt x="873229" y="250498"/>
                </a:lnTo>
                <a:lnTo>
                  <a:pt x="873045" y="250494"/>
                </a:lnTo>
                <a:lnTo>
                  <a:pt x="872863" y="250491"/>
                </a:lnTo>
                <a:lnTo>
                  <a:pt x="872685" y="250488"/>
                </a:lnTo>
                <a:lnTo>
                  <a:pt x="872510" y="250485"/>
                </a:lnTo>
                <a:lnTo>
                  <a:pt x="872337" y="250482"/>
                </a:lnTo>
                <a:lnTo>
                  <a:pt x="872167" y="250479"/>
                </a:lnTo>
                <a:lnTo>
                  <a:pt x="872000" y="250477"/>
                </a:lnTo>
                <a:lnTo>
                  <a:pt x="871836" y="250475"/>
                </a:lnTo>
                <a:lnTo>
                  <a:pt x="871675" y="250473"/>
                </a:lnTo>
                <a:lnTo>
                  <a:pt x="871517" y="250471"/>
                </a:lnTo>
                <a:lnTo>
                  <a:pt x="871361" y="250470"/>
                </a:lnTo>
                <a:lnTo>
                  <a:pt x="871209" y="250469"/>
                </a:lnTo>
                <a:lnTo>
                  <a:pt x="871059" y="250468"/>
                </a:lnTo>
                <a:lnTo>
                  <a:pt x="870912" y="250467"/>
                </a:lnTo>
                <a:lnTo>
                  <a:pt x="870768" y="250467"/>
                </a:lnTo>
                <a:lnTo>
                  <a:pt x="870627" y="250466"/>
                </a:lnTo>
                <a:lnTo>
                  <a:pt x="870489" y="250466"/>
                </a:lnTo>
                <a:lnTo>
                  <a:pt x="869765" y="250474"/>
                </a:lnTo>
                <a:lnTo>
                  <a:pt x="869047" y="250497"/>
                </a:lnTo>
                <a:lnTo>
                  <a:pt x="868336" y="250536"/>
                </a:lnTo>
                <a:lnTo>
                  <a:pt x="867631" y="250591"/>
                </a:lnTo>
                <a:lnTo>
                  <a:pt x="866931" y="250661"/>
                </a:lnTo>
                <a:lnTo>
                  <a:pt x="866238" y="250747"/>
                </a:lnTo>
                <a:lnTo>
                  <a:pt x="865552" y="250848"/>
                </a:lnTo>
                <a:lnTo>
                  <a:pt x="864871" y="250965"/>
                </a:lnTo>
                <a:lnTo>
                  <a:pt x="864196" y="251097"/>
                </a:lnTo>
                <a:lnTo>
                  <a:pt x="863528" y="251245"/>
                </a:lnTo>
                <a:lnTo>
                  <a:pt x="862866" y="251409"/>
                </a:lnTo>
                <a:lnTo>
                  <a:pt x="862210" y="251588"/>
                </a:lnTo>
                <a:lnTo>
                  <a:pt x="861560" y="251783"/>
                </a:lnTo>
                <a:lnTo>
                  <a:pt x="860916" y="251993"/>
                </a:lnTo>
                <a:lnTo>
                  <a:pt x="860278" y="252219"/>
                </a:lnTo>
                <a:lnTo>
                  <a:pt x="859647" y="252460"/>
                </a:lnTo>
                <a:lnTo>
                  <a:pt x="859021" y="252717"/>
                </a:lnTo>
                <a:lnTo>
                  <a:pt x="858402" y="252990"/>
                </a:lnTo>
                <a:lnTo>
                  <a:pt x="857789" y="253278"/>
                </a:lnTo>
                <a:lnTo>
                  <a:pt x="857182" y="253582"/>
                </a:lnTo>
                <a:lnTo>
                  <a:pt x="856581" y="253901"/>
                </a:lnTo>
                <a:lnTo>
                  <a:pt x="855986" y="254236"/>
                </a:lnTo>
                <a:lnTo>
                  <a:pt x="855398" y="254587"/>
                </a:lnTo>
                <a:lnTo>
                  <a:pt x="854815" y="254953"/>
                </a:lnTo>
                <a:lnTo>
                  <a:pt x="854244" y="255332"/>
                </a:lnTo>
                <a:lnTo>
                  <a:pt x="853687" y="255720"/>
                </a:lnTo>
                <a:lnTo>
                  <a:pt x="853145" y="256117"/>
                </a:lnTo>
                <a:lnTo>
                  <a:pt x="852617" y="256524"/>
                </a:lnTo>
                <a:lnTo>
                  <a:pt x="852105" y="256941"/>
                </a:lnTo>
                <a:lnTo>
                  <a:pt x="851608" y="257367"/>
                </a:lnTo>
                <a:lnTo>
                  <a:pt x="851126" y="257802"/>
                </a:lnTo>
                <a:lnTo>
                  <a:pt x="850658" y="258246"/>
                </a:lnTo>
                <a:lnTo>
                  <a:pt x="850206" y="258701"/>
                </a:lnTo>
                <a:lnTo>
                  <a:pt x="849768" y="259164"/>
                </a:lnTo>
                <a:lnTo>
                  <a:pt x="849346" y="259637"/>
                </a:lnTo>
                <a:lnTo>
                  <a:pt x="848938" y="260120"/>
                </a:lnTo>
                <a:lnTo>
                  <a:pt x="848545" y="260611"/>
                </a:lnTo>
                <a:lnTo>
                  <a:pt x="848167" y="261113"/>
                </a:lnTo>
                <a:lnTo>
                  <a:pt x="847804" y="261623"/>
                </a:lnTo>
                <a:lnTo>
                  <a:pt x="847456" y="262144"/>
                </a:lnTo>
                <a:lnTo>
                  <a:pt x="847123" y="262673"/>
                </a:lnTo>
                <a:lnTo>
                  <a:pt x="846805" y="263212"/>
                </a:lnTo>
                <a:lnTo>
                  <a:pt x="846502" y="263761"/>
                </a:lnTo>
                <a:lnTo>
                  <a:pt x="846213" y="264319"/>
                </a:lnTo>
                <a:lnTo>
                  <a:pt x="845940" y="264886"/>
                </a:lnTo>
                <a:lnTo>
                  <a:pt x="845682" y="265463"/>
                </a:lnTo>
                <a:lnTo>
                  <a:pt x="845438" y="266049"/>
                </a:lnTo>
                <a:lnTo>
                  <a:pt x="845209" y="266645"/>
                </a:lnTo>
                <a:lnTo>
                  <a:pt x="844198" y="266645"/>
                </a:lnTo>
                <a:lnTo>
                  <a:pt x="844198" y="251983"/>
                </a:lnTo>
                <a:lnTo>
                  <a:pt x="829789" y="251983"/>
                </a:lnTo>
                <a:lnTo>
                  <a:pt x="829789" y="349055"/>
                </a:lnTo>
                <a:lnTo>
                  <a:pt x="844704" y="349055"/>
                </a:lnTo>
                <a:lnTo>
                  <a:pt x="844704" y="287626"/>
                </a:lnTo>
                <a:lnTo>
                  <a:pt x="844709" y="287081"/>
                </a:lnTo>
                <a:lnTo>
                  <a:pt x="844726" y="286541"/>
                </a:lnTo>
                <a:lnTo>
                  <a:pt x="844753" y="286006"/>
                </a:lnTo>
                <a:lnTo>
                  <a:pt x="844792" y="285476"/>
                </a:lnTo>
                <a:lnTo>
                  <a:pt x="844841" y="284951"/>
                </a:lnTo>
                <a:close/>
                <a:moveTo>
                  <a:pt x="939874" y="350545"/>
                </a:moveTo>
                <a:lnTo>
                  <a:pt x="940884" y="350382"/>
                </a:lnTo>
                <a:lnTo>
                  <a:pt x="941882" y="350197"/>
                </a:lnTo>
                <a:lnTo>
                  <a:pt x="942870" y="349991"/>
                </a:lnTo>
                <a:lnTo>
                  <a:pt x="943845" y="349763"/>
                </a:lnTo>
                <a:lnTo>
                  <a:pt x="944809" y="349513"/>
                </a:lnTo>
                <a:lnTo>
                  <a:pt x="945762" y="349242"/>
                </a:lnTo>
                <a:lnTo>
                  <a:pt x="946704" y="348948"/>
                </a:lnTo>
                <a:lnTo>
                  <a:pt x="947633" y="348633"/>
                </a:lnTo>
                <a:lnTo>
                  <a:pt x="948552" y="348297"/>
                </a:lnTo>
                <a:lnTo>
                  <a:pt x="949459" y="347938"/>
                </a:lnTo>
                <a:lnTo>
                  <a:pt x="950355" y="347558"/>
                </a:lnTo>
                <a:lnTo>
                  <a:pt x="951239" y="347156"/>
                </a:lnTo>
                <a:lnTo>
                  <a:pt x="952112" y="346732"/>
                </a:lnTo>
                <a:lnTo>
                  <a:pt x="952974" y="346287"/>
                </a:lnTo>
                <a:lnTo>
                  <a:pt x="953824" y="345820"/>
                </a:lnTo>
                <a:lnTo>
                  <a:pt x="954663" y="345331"/>
                </a:lnTo>
                <a:lnTo>
                  <a:pt x="955490" y="344821"/>
                </a:lnTo>
                <a:lnTo>
                  <a:pt x="956309" y="344291"/>
                </a:lnTo>
                <a:lnTo>
                  <a:pt x="957113" y="343743"/>
                </a:lnTo>
                <a:lnTo>
                  <a:pt x="957901" y="343178"/>
                </a:lnTo>
                <a:lnTo>
                  <a:pt x="958674" y="342596"/>
                </a:lnTo>
                <a:lnTo>
                  <a:pt x="959432" y="341997"/>
                </a:lnTo>
                <a:lnTo>
                  <a:pt x="960174" y="341380"/>
                </a:lnTo>
                <a:lnTo>
                  <a:pt x="960901" y="340746"/>
                </a:lnTo>
                <a:lnTo>
                  <a:pt x="961613" y="340095"/>
                </a:lnTo>
                <a:lnTo>
                  <a:pt x="962309" y="339426"/>
                </a:lnTo>
                <a:lnTo>
                  <a:pt x="962990" y="338740"/>
                </a:lnTo>
                <a:lnTo>
                  <a:pt x="963656" y="338037"/>
                </a:lnTo>
                <a:lnTo>
                  <a:pt x="964306" y="337316"/>
                </a:lnTo>
                <a:lnTo>
                  <a:pt x="964941" y="336578"/>
                </a:lnTo>
                <a:lnTo>
                  <a:pt x="965560" y="335822"/>
                </a:lnTo>
                <a:lnTo>
                  <a:pt x="966164" y="335050"/>
                </a:lnTo>
                <a:lnTo>
                  <a:pt x="966753" y="334260"/>
                </a:lnTo>
                <a:lnTo>
                  <a:pt x="967326" y="333452"/>
                </a:lnTo>
                <a:lnTo>
                  <a:pt x="967884" y="332627"/>
                </a:lnTo>
                <a:lnTo>
                  <a:pt x="968427" y="331785"/>
                </a:lnTo>
                <a:lnTo>
                  <a:pt x="968954" y="330926"/>
                </a:lnTo>
                <a:lnTo>
                  <a:pt x="969466" y="330049"/>
                </a:lnTo>
                <a:lnTo>
                  <a:pt x="969963" y="329155"/>
                </a:lnTo>
                <a:lnTo>
                  <a:pt x="970444" y="328244"/>
                </a:lnTo>
                <a:lnTo>
                  <a:pt x="970910" y="327315"/>
                </a:lnTo>
                <a:lnTo>
                  <a:pt x="971364" y="326371"/>
                </a:lnTo>
                <a:lnTo>
                  <a:pt x="971798" y="325414"/>
                </a:lnTo>
                <a:lnTo>
                  <a:pt x="972213" y="324443"/>
                </a:lnTo>
                <a:lnTo>
                  <a:pt x="972609" y="323460"/>
                </a:lnTo>
                <a:lnTo>
                  <a:pt x="972986" y="322463"/>
                </a:lnTo>
                <a:lnTo>
                  <a:pt x="973343" y="321453"/>
                </a:lnTo>
                <a:lnTo>
                  <a:pt x="973681" y="320430"/>
                </a:lnTo>
                <a:lnTo>
                  <a:pt x="974000" y="319394"/>
                </a:lnTo>
                <a:lnTo>
                  <a:pt x="974299" y="318345"/>
                </a:lnTo>
                <a:lnTo>
                  <a:pt x="974579" y="317282"/>
                </a:lnTo>
                <a:lnTo>
                  <a:pt x="974840" y="316206"/>
                </a:lnTo>
                <a:lnTo>
                  <a:pt x="975081" y="315118"/>
                </a:lnTo>
                <a:lnTo>
                  <a:pt x="975303" y="314016"/>
                </a:lnTo>
                <a:lnTo>
                  <a:pt x="975506" y="312900"/>
                </a:lnTo>
                <a:lnTo>
                  <a:pt x="975689" y="311772"/>
                </a:lnTo>
                <a:lnTo>
                  <a:pt x="975854" y="310631"/>
                </a:lnTo>
                <a:lnTo>
                  <a:pt x="975998" y="309476"/>
                </a:lnTo>
                <a:lnTo>
                  <a:pt x="976124" y="308308"/>
                </a:lnTo>
                <a:lnTo>
                  <a:pt x="976230" y="307127"/>
                </a:lnTo>
                <a:lnTo>
                  <a:pt x="976317" y="305933"/>
                </a:lnTo>
                <a:lnTo>
                  <a:pt x="976385" y="304725"/>
                </a:lnTo>
                <a:lnTo>
                  <a:pt x="976433" y="303505"/>
                </a:lnTo>
                <a:lnTo>
                  <a:pt x="976462" y="302271"/>
                </a:lnTo>
                <a:lnTo>
                  <a:pt x="976471" y="301024"/>
                </a:lnTo>
                <a:lnTo>
                  <a:pt x="976462" y="299767"/>
                </a:lnTo>
                <a:lnTo>
                  <a:pt x="976433" y="298523"/>
                </a:lnTo>
                <a:lnTo>
                  <a:pt x="976385" y="297293"/>
                </a:lnTo>
                <a:lnTo>
                  <a:pt x="976317" y="296076"/>
                </a:lnTo>
                <a:lnTo>
                  <a:pt x="976230" y="294872"/>
                </a:lnTo>
                <a:lnTo>
                  <a:pt x="976124" y="293682"/>
                </a:lnTo>
                <a:lnTo>
                  <a:pt x="975998" y="292505"/>
                </a:lnTo>
                <a:lnTo>
                  <a:pt x="975854" y="291341"/>
                </a:lnTo>
                <a:lnTo>
                  <a:pt x="975689" y="290191"/>
                </a:lnTo>
                <a:lnTo>
                  <a:pt x="975506" y="289054"/>
                </a:lnTo>
                <a:lnTo>
                  <a:pt x="975303" y="287931"/>
                </a:lnTo>
                <a:lnTo>
                  <a:pt x="975081" y="286821"/>
                </a:lnTo>
                <a:lnTo>
                  <a:pt x="974840" y="285724"/>
                </a:lnTo>
                <a:lnTo>
                  <a:pt x="974579" y="284641"/>
                </a:lnTo>
                <a:lnTo>
                  <a:pt x="974299" y="283571"/>
                </a:lnTo>
                <a:lnTo>
                  <a:pt x="974000" y="282514"/>
                </a:lnTo>
                <a:lnTo>
                  <a:pt x="973681" y="281471"/>
                </a:lnTo>
                <a:lnTo>
                  <a:pt x="973343" y="280442"/>
                </a:lnTo>
                <a:lnTo>
                  <a:pt x="972986" y="279425"/>
                </a:lnTo>
                <a:lnTo>
                  <a:pt x="972609" y="278422"/>
                </a:lnTo>
                <a:lnTo>
                  <a:pt x="972213" y="277433"/>
                </a:lnTo>
                <a:lnTo>
                  <a:pt x="971798" y="276457"/>
                </a:lnTo>
                <a:lnTo>
                  <a:pt x="971364" y="275494"/>
                </a:lnTo>
                <a:lnTo>
                  <a:pt x="970910" y="274545"/>
                </a:lnTo>
                <a:lnTo>
                  <a:pt x="970444" y="273611"/>
                </a:lnTo>
                <a:lnTo>
                  <a:pt x="969963" y="272694"/>
                </a:lnTo>
                <a:lnTo>
                  <a:pt x="969466" y="271795"/>
                </a:lnTo>
                <a:lnTo>
                  <a:pt x="968954" y="270914"/>
                </a:lnTo>
                <a:lnTo>
                  <a:pt x="968427" y="270050"/>
                </a:lnTo>
                <a:lnTo>
                  <a:pt x="967884" y="269204"/>
                </a:lnTo>
                <a:lnTo>
                  <a:pt x="967326" y="268376"/>
                </a:lnTo>
                <a:lnTo>
                  <a:pt x="966753" y="267565"/>
                </a:lnTo>
                <a:lnTo>
                  <a:pt x="966164" y="266771"/>
                </a:lnTo>
                <a:lnTo>
                  <a:pt x="965560" y="265995"/>
                </a:lnTo>
                <a:lnTo>
                  <a:pt x="964941" y="265237"/>
                </a:lnTo>
                <a:lnTo>
                  <a:pt x="964306" y="264496"/>
                </a:lnTo>
                <a:lnTo>
                  <a:pt x="963656" y="263773"/>
                </a:lnTo>
                <a:lnTo>
                  <a:pt x="962990" y="263067"/>
                </a:lnTo>
                <a:lnTo>
                  <a:pt x="962309" y="262379"/>
                </a:lnTo>
                <a:lnTo>
                  <a:pt x="961613" y="261708"/>
                </a:lnTo>
                <a:lnTo>
                  <a:pt x="960901" y="261055"/>
                </a:lnTo>
                <a:lnTo>
                  <a:pt x="960174" y="260420"/>
                </a:lnTo>
                <a:lnTo>
                  <a:pt x="959432" y="259802"/>
                </a:lnTo>
                <a:lnTo>
                  <a:pt x="958674" y="259201"/>
                </a:lnTo>
                <a:lnTo>
                  <a:pt x="957901" y="258619"/>
                </a:lnTo>
                <a:lnTo>
                  <a:pt x="957113" y="258053"/>
                </a:lnTo>
                <a:lnTo>
                  <a:pt x="956309" y="257506"/>
                </a:lnTo>
                <a:lnTo>
                  <a:pt x="955490" y="256975"/>
                </a:lnTo>
                <a:lnTo>
                  <a:pt x="954663" y="256465"/>
                </a:lnTo>
                <a:lnTo>
                  <a:pt x="953824" y="255976"/>
                </a:lnTo>
                <a:lnTo>
                  <a:pt x="952974" y="255509"/>
                </a:lnTo>
                <a:lnTo>
                  <a:pt x="952112" y="255064"/>
                </a:lnTo>
                <a:lnTo>
                  <a:pt x="951239" y="254640"/>
                </a:lnTo>
                <a:lnTo>
                  <a:pt x="950355" y="254238"/>
                </a:lnTo>
                <a:lnTo>
                  <a:pt x="949459" y="253858"/>
                </a:lnTo>
                <a:lnTo>
                  <a:pt x="948552" y="253500"/>
                </a:lnTo>
                <a:lnTo>
                  <a:pt x="947633" y="253163"/>
                </a:lnTo>
                <a:lnTo>
                  <a:pt x="946704" y="252848"/>
                </a:lnTo>
                <a:lnTo>
                  <a:pt x="945762" y="252555"/>
                </a:lnTo>
                <a:lnTo>
                  <a:pt x="944809" y="252283"/>
                </a:lnTo>
                <a:lnTo>
                  <a:pt x="943845" y="252033"/>
                </a:lnTo>
                <a:lnTo>
                  <a:pt x="942870" y="251805"/>
                </a:lnTo>
                <a:lnTo>
                  <a:pt x="941882" y="251599"/>
                </a:lnTo>
                <a:lnTo>
                  <a:pt x="940884" y="251414"/>
                </a:lnTo>
                <a:lnTo>
                  <a:pt x="939874" y="251251"/>
                </a:lnTo>
                <a:lnTo>
                  <a:pt x="938853" y="251110"/>
                </a:lnTo>
                <a:lnTo>
                  <a:pt x="937820" y="250990"/>
                </a:lnTo>
                <a:lnTo>
                  <a:pt x="936776" y="250893"/>
                </a:lnTo>
                <a:lnTo>
                  <a:pt x="935721" y="250817"/>
                </a:lnTo>
                <a:lnTo>
                  <a:pt x="934654" y="250762"/>
                </a:lnTo>
                <a:lnTo>
                  <a:pt x="933575" y="250730"/>
                </a:lnTo>
                <a:lnTo>
                  <a:pt x="932486" y="250719"/>
                </a:lnTo>
                <a:lnTo>
                  <a:pt x="931396" y="250730"/>
                </a:lnTo>
                <a:lnTo>
                  <a:pt x="930317" y="250762"/>
                </a:lnTo>
                <a:lnTo>
                  <a:pt x="929250" y="250817"/>
                </a:lnTo>
                <a:lnTo>
                  <a:pt x="928194" y="250893"/>
                </a:lnTo>
                <a:lnTo>
                  <a:pt x="927148" y="250990"/>
                </a:lnTo>
                <a:lnTo>
                  <a:pt x="926115" y="251110"/>
                </a:lnTo>
                <a:lnTo>
                  <a:pt x="925092" y="251251"/>
                </a:lnTo>
                <a:lnTo>
                  <a:pt x="924080" y="251414"/>
                </a:lnTo>
                <a:lnTo>
                  <a:pt x="923080" y="251599"/>
                </a:lnTo>
                <a:lnTo>
                  <a:pt x="922091" y="251805"/>
                </a:lnTo>
                <a:lnTo>
                  <a:pt x="921113" y="252033"/>
                </a:lnTo>
                <a:lnTo>
                  <a:pt x="920146" y="252283"/>
                </a:lnTo>
                <a:lnTo>
                  <a:pt x="919191" y="252555"/>
                </a:lnTo>
                <a:lnTo>
                  <a:pt x="918246" y="252848"/>
                </a:lnTo>
                <a:lnTo>
                  <a:pt x="917313" y="253163"/>
                </a:lnTo>
                <a:lnTo>
                  <a:pt x="916391" y="253500"/>
                </a:lnTo>
                <a:lnTo>
                  <a:pt x="915481" y="253858"/>
                </a:lnTo>
                <a:lnTo>
                  <a:pt x="914581" y="254238"/>
                </a:lnTo>
                <a:lnTo>
                  <a:pt x="913693" y="254640"/>
                </a:lnTo>
                <a:lnTo>
                  <a:pt x="912815" y="255064"/>
                </a:lnTo>
                <a:lnTo>
                  <a:pt x="911949" y="255509"/>
                </a:lnTo>
                <a:lnTo>
                  <a:pt x="911095" y="255976"/>
                </a:lnTo>
                <a:lnTo>
                  <a:pt x="910251" y="256465"/>
                </a:lnTo>
                <a:lnTo>
                  <a:pt x="909418" y="256975"/>
                </a:lnTo>
                <a:lnTo>
                  <a:pt x="908604" y="257506"/>
                </a:lnTo>
                <a:lnTo>
                  <a:pt x="907805" y="258053"/>
                </a:lnTo>
                <a:lnTo>
                  <a:pt x="907021" y="258619"/>
                </a:lnTo>
                <a:lnTo>
                  <a:pt x="906252" y="259201"/>
                </a:lnTo>
                <a:lnTo>
                  <a:pt x="905497" y="259802"/>
                </a:lnTo>
                <a:lnTo>
                  <a:pt x="904758" y="260420"/>
                </a:lnTo>
                <a:lnTo>
                  <a:pt x="904033" y="261055"/>
                </a:lnTo>
                <a:lnTo>
                  <a:pt x="903323" y="261708"/>
                </a:lnTo>
                <a:lnTo>
                  <a:pt x="902629" y="262379"/>
                </a:lnTo>
                <a:lnTo>
                  <a:pt x="901949" y="263067"/>
                </a:lnTo>
                <a:lnTo>
                  <a:pt x="901284" y="263773"/>
                </a:lnTo>
                <a:lnTo>
                  <a:pt x="900634" y="264496"/>
                </a:lnTo>
                <a:lnTo>
                  <a:pt x="899999" y="265237"/>
                </a:lnTo>
                <a:lnTo>
                  <a:pt x="899379" y="265995"/>
                </a:lnTo>
                <a:lnTo>
                  <a:pt x="898774" y="266771"/>
                </a:lnTo>
                <a:lnTo>
                  <a:pt x="898183" y="267565"/>
                </a:lnTo>
                <a:lnTo>
                  <a:pt x="897608" y="268376"/>
                </a:lnTo>
                <a:lnTo>
                  <a:pt x="897047" y="269204"/>
                </a:lnTo>
                <a:lnTo>
                  <a:pt x="896502" y="270050"/>
                </a:lnTo>
                <a:lnTo>
                  <a:pt x="895971" y="270914"/>
                </a:lnTo>
                <a:lnTo>
                  <a:pt x="895456" y="271795"/>
                </a:lnTo>
                <a:lnTo>
                  <a:pt x="894955" y="272694"/>
                </a:lnTo>
                <a:lnTo>
                  <a:pt x="894469" y="273611"/>
                </a:lnTo>
                <a:lnTo>
                  <a:pt x="893998" y="274545"/>
                </a:lnTo>
                <a:lnTo>
                  <a:pt x="893550" y="275494"/>
                </a:lnTo>
                <a:lnTo>
                  <a:pt x="893120" y="276457"/>
                </a:lnTo>
                <a:lnTo>
                  <a:pt x="892710" y="277433"/>
                </a:lnTo>
                <a:lnTo>
                  <a:pt x="892318" y="278422"/>
                </a:lnTo>
                <a:lnTo>
                  <a:pt x="891946" y="279425"/>
                </a:lnTo>
                <a:lnTo>
                  <a:pt x="891593" y="280442"/>
                </a:lnTo>
                <a:lnTo>
                  <a:pt x="891259" y="281471"/>
                </a:lnTo>
                <a:lnTo>
                  <a:pt x="890944" y="282514"/>
                </a:lnTo>
                <a:lnTo>
                  <a:pt x="890648" y="283571"/>
                </a:lnTo>
                <a:lnTo>
                  <a:pt x="890371" y="284641"/>
                </a:lnTo>
                <a:lnTo>
                  <a:pt x="890113" y="285724"/>
                </a:lnTo>
                <a:lnTo>
                  <a:pt x="889874" y="286821"/>
                </a:lnTo>
                <a:lnTo>
                  <a:pt x="889655" y="287931"/>
                </a:lnTo>
                <a:lnTo>
                  <a:pt x="889454" y="289054"/>
                </a:lnTo>
                <a:lnTo>
                  <a:pt x="889273" y="290191"/>
                </a:lnTo>
                <a:lnTo>
                  <a:pt x="889111" y="291341"/>
                </a:lnTo>
                <a:lnTo>
                  <a:pt x="888968" y="292505"/>
                </a:lnTo>
                <a:lnTo>
                  <a:pt x="888844" y="293682"/>
                </a:lnTo>
                <a:lnTo>
                  <a:pt x="888739" y="294872"/>
                </a:lnTo>
                <a:lnTo>
                  <a:pt x="888653" y="296076"/>
                </a:lnTo>
                <a:lnTo>
                  <a:pt x="888586" y="297293"/>
                </a:lnTo>
                <a:lnTo>
                  <a:pt x="888538" y="298523"/>
                </a:lnTo>
                <a:lnTo>
                  <a:pt x="888509" y="299767"/>
                </a:lnTo>
                <a:lnTo>
                  <a:pt x="888500" y="301024"/>
                </a:lnTo>
                <a:lnTo>
                  <a:pt x="888509" y="302271"/>
                </a:lnTo>
                <a:lnTo>
                  <a:pt x="888538" y="303505"/>
                </a:lnTo>
                <a:lnTo>
                  <a:pt x="888586" y="304725"/>
                </a:lnTo>
                <a:lnTo>
                  <a:pt x="888653" y="305933"/>
                </a:lnTo>
                <a:lnTo>
                  <a:pt x="888739" y="307127"/>
                </a:lnTo>
                <a:lnTo>
                  <a:pt x="888844" y="308308"/>
                </a:lnTo>
                <a:lnTo>
                  <a:pt x="888968" y="309476"/>
                </a:lnTo>
                <a:lnTo>
                  <a:pt x="889111" y="310631"/>
                </a:lnTo>
                <a:lnTo>
                  <a:pt x="889273" y="311772"/>
                </a:lnTo>
                <a:lnTo>
                  <a:pt x="889454" y="312900"/>
                </a:lnTo>
                <a:lnTo>
                  <a:pt x="889655" y="314016"/>
                </a:lnTo>
                <a:lnTo>
                  <a:pt x="889874" y="315118"/>
                </a:lnTo>
                <a:lnTo>
                  <a:pt x="890113" y="316206"/>
                </a:lnTo>
                <a:lnTo>
                  <a:pt x="890371" y="317282"/>
                </a:lnTo>
                <a:lnTo>
                  <a:pt x="890648" y="318345"/>
                </a:lnTo>
                <a:lnTo>
                  <a:pt x="890944" y="319394"/>
                </a:lnTo>
                <a:lnTo>
                  <a:pt x="891259" y="320430"/>
                </a:lnTo>
                <a:lnTo>
                  <a:pt x="891593" y="321453"/>
                </a:lnTo>
                <a:lnTo>
                  <a:pt x="891946" y="322463"/>
                </a:lnTo>
                <a:lnTo>
                  <a:pt x="892318" y="323460"/>
                </a:lnTo>
                <a:lnTo>
                  <a:pt x="892710" y="324443"/>
                </a:lnTo>
                <a:lnTo>
                  <a:pt x="893120" y="325414"/>
                </a:lnTo>
                <a:lnTo>
                  <a:pt x="893550" y="326371"/>
                </a:lnTo>
                <a:lnTo>
                  <a:pt x="893998" y="327315"/>
                </a:lnTo>
                <a:lnTo>
                  <a:pt x="894469" y="328244"/>
                </a:lnTo>
                <a:lnTo>
                  <a:pt x="894955" y="329155"/>
                </a:lnTo>
                <a:lnTo>
                  <a:pt x="895456" y="330049"/>
                </a:lnTo>
                <a:lnTo>
                  <a:pt x="895971" y="330926"/>
                </a:lnTo>
                <a:lnTo>
                  <a:pt x="896502" y="331785"/>
                </a:lnTo>
                <a:lnTo>
                  <a:pt x="897047" y="332627"/>
                </a:lnTo>
                <a:lnTo>
                  <a:pt x="897608" y="333452"/>
                </a:lnTo>
                <a:lnTo>
                  <a:pt x="898183" y="334260"/>
                </a:lnTo>
                <a:lnTo>
                  <a:pt x="898774" y="335050"/>
                </a:lnTo>
                <a:lnTo>
                  <a:pt x="899379" y="335822"/>
                </a:lnTo>
                <a:lnTo>
                  <a:pt x="899999" y="336578"/>
                </a:lnTo>
                <a:lnTo>
                  <a:pt x="900634" y="337316"/>
                </a:lnTo>
                <a:lnTo>
                  <a:pt x="901284" y="338037"/>
                </a:lnTo>
                <a:lnTo>
                  <a:pt x="901949" y="338740"/>
                </a:lnTo>
                <a:lnTo>
                  <a:pt x="902629" y="339426"/>
                </a:lnTo>
                <a:lnTo>
                  <a:pt x="903323" y="340095"/>
                </a:lnTo>
                <a:lnTo>
                  <a:pt x="904033" y="340746"/>
                </a:lnTo>
                <a:lnTo>
                  <a:pt x="904758" y="341380"/>
                </a:lnTo>
                <a:lnTo>
                  <a:pt x="905497" y="341997"/>
                </a:lnTo>
                <a:lnTo>
                  <a:pt x="906252" y="342596"/>
                </a:lnTo>
                <a:lnTo>
                  <a:pt x="907021" y="343178"/>
                </a:lnTo>
                <a:lnTo>
                  <a:pt x="907805" y="343743"/>
                </a:lnTo>
                <a:lnTo>
                  <a:pt x="908604" y="344291"/>
                </a:lnTo>
                <a:lnTo>
                  <a:pt x="909418" y="344821"/>
                </a:lnTo>
                <a:lnTo>
                  <a:pt x="910251" y="345331"/>
                </a:lnTo>
                <a:lnTo>
                  <a:pt x="911095" y="345820"/>
                </a:lnTo>
                <a:lnTo>
                  <a:pt x="911949" y="346287"/>
                </a:lnTo>
                <a:lnTo>
                  <a:pt x="912815" y="346732"/>
                </a:lnTo>
                <a:lnTo>
                  <a:pt x="913693" y="347156"/>
                </a:lnTo>
                <a:lnTo>
                  <a:pt x="914581" y="347558"/>
                </a:lnTo>
                <a:lnTo>
                  <a:pt x="915481" y="347938"/>
                </a:lnTo>
                <a:lnTo>
                  <a:pt x="916391" y="348297"/>
                </a:lnTo>
                <a:lnTo>
                  <a:pt x="917313" y="348633"/>
                </a:lnTo>
                <a:lnTo>
                  <a:pt x="918246" y="348948"/>
                </a:lnTo>
                <a:lnTo>
                  <a:pt x="919191" y="349242"/>
                </a:lnTo>
                <a:lnTo>
                  <a:pt x="920146" y="349513"/>
                </a:lnTo>
                <a:lnTo>
                  <a:pt x="921113" y="349763"/>
                </a:lnTo>
                <a:lnTo>
                  <a:pt x="922091" y="349991"/>
                </a:lnTo>
                <a:lnTo>
                  <a:pt x="923080" y="350197"/>
                </a:lnTo>
                <a:lnTo>
                  <a:pt x="924080" y="350382"/>
                </a:lnTo>
                <a:lnTo>
                  <a:pt x="925092" y="350545"/>
                </a:lnTo>
                <a:lnTo>
                  <a:pt x="926115" y="350686"/>
                </a:lnTo>
                <a:lnTo>
                  <a:pt x="927148" y="350806"/>
                </a:lnTo>
                <a:lnTo>
                  <a:pt x="928194" y="350903"/>
                </a:lnTo>
                <a:lnTo>
                  <a:pt x="929250" y="350979"/>
                </a:lnTo>
                <a:lnTo>
                  <a:pt x="930317" y="351034"/>
                </a:lnTo>
                <a:lnTo>
                  <a:pt x="931396" y="351066"/>
                </a:lnTo>
                <a:lnTo>
                  <a:pt x="932486" y="351077"/>
                </a:lnTo>
                <a:lnTo>
                  <a:pt x="933575" y="351066"/>
                </a:lnTo>
                <a:lnTo>
                  <a:pt x="934654" y="351034"/>
                </a:lnTo>
                <a:lnTo>
                  <a:pt x="935721" y="350979"/>
                </a:lnTo>
                <a:lnTo>
                  <a:pt x="936776" y="350903"/>
                </a:lnTo>
                <a:lnTo>
                  <a:pt x="937820" y="350806"/>
                </a:lnTo>
                <a:lnTo>
                  <a:pt x="938853" y="350686"/>
                </a:lnTo>
                <a:lnTo>
                  <a:pt x="939874" y="350545"/>
                </a:lnTo>
                <a:close/>
                <a:moveTo>
                  <a:pt x="926962" y="337244"/>
                </a:moveTo>
                <a:lnTo>
                  <a:pt x="926222" y="337110"/>
                </a:lnTo>
                <a:lnTo>
                  <a:pt x="925494" y="336959"/>
                </a:lnTo>
                <a:lnTo>
                  <a:pt x="924779" y="336791"/>
                </a:lnTo>
                <a:lnTo>
                  <a:pt x="924076" y="336604"/>
                </a:lnTo>
                <a:lnTo>
                  <a:pt x="923385" y="336400"/>
                </a:lnTo>
                <a:lnTo>
                  <a:pt x="922707" y="336177"/>
                </a:lnTo>
                <a:lnTo>
                  <a:pt x="922040" y="335937"/>
                </a:lnTo>
                <a:lnTo>
                  <a:pt x="921387" y="335680"/>
                </a:lnTo>
                <a:lnTo>
                  <a:pt x="920745" y="335404"/>
                </a:lnTo>
                <a:lnTo>
                  <a:pt x="920116" y="335111"/>
                </a:lnTo>
                <a:lnTo>
                  <a:pt x="919499" y="334800"/>
                </a:lnTo>
                <a:lnTo>
                  <a:pt x="918894" y="334471"/>
                </a:lnTo>
                <a:lnTo>
                  <a:pt x="918301" y="334124"/>
                </a:lnTo>
                <a:lnTo>
                  <a:pt x="917721" y="333760"/>
                </a:lnTo>
                <a:lnTo>
                  <a:pt x="917153" y="333378"/>
                </a:lnTo>
                <a:lnTo>
                  <a:pt x="916598" y="332978"/>
                </a:lnTo>
                <a:lnTo>
                  <a:pt x="916054" y="332560"/>
                </a:lnTo>
                <a:lnTo>
                  <a:pt x="915523" y="332128"/>
                </a:lnTo>
                <a:lnTo>
                  <a:pt x="915003" y="331685"/>
                </a:lnTo>
                <a:lnTo>
                  <a:pt x="914495" y="331230"/>
                </a:lnTo>
                <a:lnTo>
                  <a:pt x="913999" y="330764"/>
                </a:lnTo>
                <a:lnTo>
                  <a:pt x="913514" y="330287"/>
                </a:lnTo>
                <a:lnTo>
                  <a:pt x="913040" y="329799"/>
                </a:lnTo>
                <a:lnTo>
                  <a:pt x="912579" y="329300"/>
                </a:lnTo>
                <a:lnTo>
                  <a:pt x="912129" y="328789"/>
                </a:lnTo>
                <a:lnTo>
                  <a:pt x="911691" y="328268"/>
                </a:lnTo>
                <a:lnTo>
                  <a:pt x="911264" y="327735"/>
                </a:lnTo>
                <a:lnTo>
                  <a:pt x="910849" y="327191"/>
                </a:lnTo>
                <a:lnTo>
                  <a:pt x="910445" y="326635"/>
                </a:lnTo>
                <a:lnTo>
                  <a:pt x="910054" y="326069"/>
                </a:lnTo>
                <a:lnTo>
                  <a:pt x="909673" y="325491"/>
                </a:lnTo>
                <a:lnTo>
                  <a:pt x="909305" y="324902"/>
                </a:lnTo>
                <a:lnTo>
                  <a:pt x="908948" y="324302"/>
                </a:lnTo>
                <a:lnTo>
                  <a:pt x="908603" y="323691"/>
                </a:lnTo>
                <a:lnTo>
                  <a:pt x="908269" y="323069"/>
                </a:lnTo>
                <a:lnTo>
                  <a:pt x="907947" y="322435"/>
                </a:lnTo>
                <a:lnTo>
                  <a:pt x="907637" y="321790"/>
                </a:lnTo>
                <a:lnTo>
                  <a:pt x="907338" y="321134"/>
                </a:lnTo>
                <a:lnTo>
                  <a:pt x="907051" y="320467"/>
                </a:lnTo>
                <a:lnTo>
                  <a:pt x="906775" y="319789"/>
                </a:lnTo>
                <a:lnTo>
                  <a:pt x="906511" y="319099"/>
                </a:lnTo>
                <a:lnTo>
                  <a:pt x="906259" y="318401"/>
                </a:lnTo>
                <a:lnTo>
                  <a:pt x="906017" y="317699"/>
                </a:lnTo>
                <a:lnTo>
                  <a:pt x="905786" y="316992"/>
                </a:lnTo>
                <a:lnTo>
                  <a:pt x="905565" y="316280"/>
                </a:lnTo>
                <a:lnTo>
                  <a:pt x="905355" y="315563"/>
                </a:lnTo>
                <a:lnTo>
                  <a:pt x="905157" y="314841"/>
                </a:lnTo>
                <a:lnTo>
                  <a:pt x="904968" y="314115"/>
                </a:lnTo>
                <a:lnTo>
                  <a:pt x="904791" y="313383"/>
                </a:lnTo>
                <a:lnTo>
                  <a:pt x="904624" y="312647"/>
                </a:lnTo>
                <a:lnTo>
                  <a:pt x="904468" y="311906"/>
                </a:lnTo>
                <a:lnTo>
                  <a:pt x="904323" y="311160"/>
                </a:lnTo>
                <a:lnTo>
                  <a:pt x="904189" y="310409"/>
                </a:lnTo>
                <a:lnTo>
                  <a:pt x="904065" y="309654"/>
                </a:lnTo>
                <a:lnTo>
                  <a:pt x="903952" y="308893"/>
                </a:lnTo>
                <a:lnTo>
                  <a:pt x="903850" y="308128"/>
                </a:lnTo>
                <a:lnTo>
                  <a:pt x="903759" y="307358"/>
                </a:lnTo>
                <a:lnTo>
                  <a:pt x="903678" y="306583"/>
                </a:lnTo>
                <a:lnTo>
                  <a:pt x="903608" y="305804"/>
                </a:lnTo>
                <a:lnTo>
                  <a:pt x="903549" y="305019"/>
                </a:lnTo>
                <a:lnTo>
                  <a:pt x="903501" y="304230"/>
                </a:lnTo>
                <a:lnTo>
                  <a:pt x="903463" y="303436"/>
                </a:lnTo>
                <a:lnTo>
                  <a:pt x="903436" y="302637"/>
                </a:lnTo>
                <a:lnTo>
                  <a:pt x="903420" y="301833"/>
                </a:lnTo>
                <a:lnTo>
                  <a:pt x="903415" y="301024"/>
                </a:lnTo>
                <a:lnTo>
                  <a:pt x="903420" y="300216"/>
                </a:lnTo>
                <a:lnTo>
                  <a:pt x="903436" y="299412"/>
                </a:lnTo>
                <a:lnTo>
                  <a:pt x="903463" y="298612"/>
                </a:lnTo>
                <a:lnTo>
                  <a:pt x="903501" y="297817"/>
                </a:lnTo>
                <a:lnTo>
                  <a:pt x="903549" y="297027"/>
                </a:lnTo>
                <a:lnTo>
                  <a:pt x="903608" y="296241"/>
                </a:lnTo>
                <a:lnTo>
                  <a:pt x="903678" y="295460"/>
                </a:lnTo>
                <a:lnTo>
                  <a:pt x="903759" y="294684"/>
                </a:lnTo>
                <a:lnTo>
                  <a:pt x="903850" y="293912"/>
                </a:lnTo>
                <a:lnTo>
                  <a:pt x="903952" y="293144"/>
                </a:lnTo>
                <a:lnTo>
                  <a:pt x="904065" y="292382"/>
                </a:lnTo>
                <a:lnTo>
                  <a:pt x="904189" y="291624"/>
                </a:lnTo>
                <a:lnTo>
                  <a:pt x="904323" y="290870"/>
                </a:lnTo>
                <a:lnTo>
                  <a:pt x="904468" y="290121"/>
                </a:lnTo>
                <a:lnTo>
                  <a:pt x="904624" y="289377"/>
                </a:lnTo>
                <a:lnTo>
                  <a:pt x="904791" y="288638"/>
                </a:lnTo>
                <a:lnTo>
                  <a:pt x="904968" y="287903"/>
                </a:lnTo>
                <a:lnTo>
                  <a:pt x="905157" y="287172"/>
                </a:lnTo>
                <a:lnTo>
                  <a:pt x="905355" y="286446"/>
                </a:lnTo>
                <a:lnTo>
                  <a:pt x="905565" y="285725"/>
                </a:lnTo>
                <a:lnTo>
                  <a:pt x="905786" y="285009"/>
                </a:lnTo>
                <a:lnTo>
                  <a:pt x="906017" y="284297"/>
                </a:lnTo>
                <a:lnTo>
                  <a:pt x="906259" y="283589"/>
                </a:lnTo>
                <a:lnTo>
                  <a:pt x="906511" y="282887"/>
                </a:lnTo>
                <a:lnTo>
                  <a:pt x="906775" y="282192"/>
                </a:lnTo>
                <a:lnTo>
                  <a:pt x="907051" y="281508"/>
                </a:lnTo>
                <a:lnTo>
                  <a:pt x="907338" y="280836"/>
                </a:lnTo>
                <a:lnTo>
                  <a:pt x="907637" y="280174"/>
                </a:lnTo>
                <a:lnTo>
                  <a:pt x="907947" y="279524"/>
                </a:lnTo>
                <a:lnTo>
                  <a:pt x="908269" y="278885"/>
                </a:lnTo>
                <a:lnTo>
                  <a:pt x="908603" y="278258"/>
                </a:lnTo>
                <a:lnTo>
                  <a:pt x="908948" y="277641"/>
                </a:lnTo>
                <a:lnTo>
                  <a:pt x="909305" y="277036"/>
                </a:lnTo>
                <a:lnTo>
                  <a:pt x="909673" y="276442"/>
                </a:lnTo>
                <a:lnTo>
                  <a:pt x="910054" y="275859"/>
                </a:lnTo>
                <a:lnTo>
                  <a:pt x="910445" y="275287"/>
                </a:lnTo>
                <a:lnTo>
                  <a:pt x="910849" y="274727"/>
                </a:lnTo>
                <a:lnTo>
                  <a:pt x="911264" y="274177"/>
                </a:lnTo>
                <a:lnTo>
                  <a:pt x="911691" y="273639"/>
                </a:lnTo>
                <a:lnTo>
                  <a:pt x="912129" y="273112"/>
                </a:lnTo>
                <a:lnTo>
                  <a:pt x="912579" y="272596"/>
                </a:lnTo>
                <a:lnTo>
                  <a:pt x="913040" y="272092"/>
                </a:lnTo>
                <a:lnTo>
                  <a:pt x="913514" y="271598"/>
                </a:lnTo>
                <a:lnTo>
                  <a:pt x="913999" y="271116"/>
                </a:lnTo>
                <a:lnTo>
                  <a:pt x="914495" y="270645"/>
                </a:lnTo>
                <a:lnTo>
                  <a:pt x="915003" y="270185"/>
                </a:lnTo>
                <a:lnTo>
                  <a:pt x="915523" y="269737"/>
                </a:lnTo>
                <a:lnTo>
                  <a:pt x="916054" y="269299"/>
                </a:lnTo>
                <a:lnTo>
                  <a:pt x="916598" y="268876"/>
                </a:lnTo>
                <a:lnTo>
                  <a:pt x="917153" y="268471"/>
                </a:lnTo>
                <a:lnTo>
                  <a:pt x="917721" y="268084"/>
                </a:lnTo>
                <a:lnTo>
                  <a:pt x="918301" y="267716"/>
                </a:lnTo>
                <a:lnTo>
                  <a:pt x="918894" y="267365"/>
                </a:lnTo>
                <a:lnTo>
                  <a:pt x="919499" y="267032"/>
                </a:lnTo>
                <a:lnTo>
                  <a:pt x="920116" y="266717"/>
                </a:lnTo>
                <a:lnTo>
                  <a:pt x="920745" y="266420"/>
                </a:lnTo>
                <a:lnTo>
                  <a:pt x="921387" y="266141"/>
                </a:lnTo>
                <a:lnTo>
                  <a:pt x="922040" y="265880"/>
                </a:lnTo>
                <a:lnTo>
                  <a:pt x="922707" y="265637"/>
                </a:lnTo>
                <a:lnTo>
                  <a:pt x="923385" y="265412"/>
                </a:lnTo>
                <a:lnTo>
                  <a:pt x="924076" y="265205"/>
                </a:lnTo>
                <a:lnTo>
                  <a:pt x="924779" y="265017"/>
                </a:lnTo>
                <a:lnTo>
                  <a:pt x="925494" y="264846"/>
                </a:lnTo>
                <a:lnTo>
                  <a:pt x="926222" y="264693"/>
                </a:lnTo>
                <a:lnTo>
                  <a:pt x="926962" y="264558"/>
                </a:lnTo>
                <a:lnTo>
                  <a:pt x="927714" y="264441"/>
                </a:lnTo>
                <a:lnTo>
                  <a:pt x="928479" y="264342"/>
                </a:lnTo>
                <a:lnTo>
                  <a:pt x="929256" y="264261"/>
                </a:lnTo>
                <a:lnTo>
                  <a:pt x="930045" y="264198"/>
                </a:lnTo>
                <a:lnTo>
                  <a:pt x="930846" y="264153"/>
                </a:lnTo>
                <a:lnTo>
                  <a:pt x="931660" y="264126"/>
                </a:lnTo>
                <a:lnTo>
                  <a:pt x="932486" y="264117"/>
                </a:lnTo>
                <a:lnTo>
                  <a:pt x="933312" y="264126"/>
                </a:lnTo>
                <a:lnTo>
                  <a:pt x="934125" y="264153"/>
                </a:lnTo>
                <a:lnTo>
                  <a:pt x="934927" y="264198"/>
                </a:lnTo>
                <a:lnTo>
                  <a:pt x="935716" y="264261"/>
                </a:lnTo>
                <a:lnTo>
                  <a:pt x="936493" y="264342"/>
                </a:lnTo>
                <a:lnTo>
                  <a:pt x="937257" y="264441"/>
                </a:lnTo>
                <a:lnTo>
                  <a:pt x="938009" y="264558"/>
                </a:lnTo>
                <a:lnTo>
                  <a:pt x="938749" y="264693"/>
                </a:lnTo>
                <a:lnTo>
                  <a:pt x="939477" y="264846"/>
                </a:lnTo>
                <a:lnTo>
                  <a:pt x="940192" y="265017"/>
                </a:lnTo>
                <a:lnTo>
                  <a:pt x="940895" y="265205"/>
                </a:lnTo>
                <a:lnTo>
                  <a:pt x="941586" y="265412"/>
                </a:lnTo>
                <a:lnTo>
                  <a:pt x="942265" y="265637"/>
                </a:lnTo>
                <a:lnTo>
                  <a:pt x="942931" y="265880"/>
                </a:lnTo>
                <a:lnTo>
                  <a:pt x="943585" y="266141"/>
                </a:lnTo>
                <a:lnTo>
                  <a:pt x="944226" y="266420"/>
                </a:lnTo>
                <a:lnTo>
                  <a:pt x="944856" y="266717"/>
                </a:lnTo>
                <a:lnTo>
                  <a:pt x="945473" y="267032"/>
                </a:lnTo>
                <a:lnTo>
                  <a:pt x="946078" y="267365"/>
                </a:lnTo>
                <a:lnTo>
                  <a:pt x="946670" y="267716"/>
                </a:lnTo>
                <a:lnTo>
                  <a:pt x="947250" y="268084"/>
                </a:lnTo>
                <a:lnTo>
                  <a:pt x="947818" y="268471"/>
                </a:lnTo>
                <a:lnTo>
                  <a:pt x="948374" y="268876"/>
                </a:lnTo>
                <a:lnTo>
                  <a:pt x="948917" y="269299"/>
                </a:lnTo>
                <a:lnTo>
                  <a:pt x="949449" y="269737"/>
                </a:lnTo>
                <a:lnTo>
                  <a:pt x="949968" y="270185"/>
                </a:lnTo>
                <a:lnTo>
                  <a:pt x="950476" y="270645"/>
                </a:lnTo>
                <a:lnTo>
                  <a:pt x="950973" y="271116"/>
                </a:lnTo>
                <a:lnTo>
                  <a:pt x="951458" y="271598"/>
                </a:lnTo>
                <a:lnTo>
                  <a:pt x="951931" y="272092"/>
                </a:lnTo>
                <a:lnTo>
                  <a:pt x="952393" y="272596"/>
                </a:lnTo>
                <a:lnTo>
                  <a:pt x="952842" y="273112"/>
                </a:lnTo>
                <a:lnTo>
                  <a:pt x="953281" y="273639"/>
                </a:lnTo>
                <a:lnTo>
                  <a:pt x="953707" y="274177"/>
                </a:lnTo>
                <a:lnTo>
                  <a:pt x="954123" y="274727"/>
                </a:lnTo>
                <a:lnTo>
                  <a:pt x="954526" y="275287"/>
                </a:lnTo>
                <a:lnTo>
                  <a:pt x="954918" y="275859"/>
                </a:lnTo>
                <a:lnTo>
                  <a:pt x="955298" y="276442"/>
                </a:lnTo>
                <a:lnTo>
                  <a:pt x="955667" y="277036"/>
                </a:lnTo>
                <a:lnTo>
                  <a:pt x="956023" y="277641"/>
                </a:lnTo>
                <a:lnTo>
                  <a:pt x="956369" y="278258"/>
                </a:lnTo>
                <a:lnTo>
                  <a:pt x="956702" y="278885"/>
                </a:lnTo>
                <a:lnTo>
                  <a:pt x="957024" y="279524"/>
                </a:lnTo>
                <a:lnTo>
                  <a:pt x="957335" y="280174"/>
                </a:lnTo>
                <a:lnTo>
                  <a:pt x="957634" y="280836"/>
                </a:lnTo>
                <a:lnTo>
                  <a:pt x="957921" y="281508"/>
                </a:lnTo>
                <a:lnTo>
                  <a:pt x="958196" y="282192"/>
                </a:lnTo>
                <a:lnTo>
                  <a:pt x="958460" y="282887"/>
                </a:lnTo>
                <a:lnTo>
                  <a:pt x="958713" y="283589"/>
                </a:lnTo>
                <a:lnTo>
                  <a:pt x="958955" y="284297"/>
                </a:lnTo>
                <a:lnTo>
                  <a:pt x="959186" y="285009"/>
                </a:lnTo>
                <a:lnTo>
                  <a:pt x="959406" y="285725"/>
                </a:lnTo>
                <a:lnTo>
                  <a:pt x="959616" y="286446"/>
                </a:lnTo>
                <a:lnTo>
                  <a:pt x="959815" y="287172"/>
                </a:lnTo>
                <a:lnTo>
                  <a:pt x="960003" y="287903"/>
                </a:lnTo>
                <a:lnTo>
                  <a:pt x="960180" y="288638"/>
                </a:lnTo>
                <a:lnTo>
                  <a:pt x="960347" y="289377"/>
                </a:lnTo>
                <a:lnTo>
                  <a:pt x="960503" y="290121"/>
                </a:lnTo>
                <a:lnTo>
                  <a:pt x="960648" y="290870"/>
                </a:lnTo>
                <a:lnTo>
                  <a:pt x="960783" y="291624"/>
                </a:lnTo>
                <a:lnTo>
                  <a:pt x="960906" y="292382"/>
                </a:lnTo>
                <a:lnTo>
                  <a:pt x="961019" y="293144"/>
                </a:lnTo>
                <a:lnTo>
                  <a:pt x="961121" y="293912"/>
                </a:lnTo>
                <a:lnTo>
                  <a:pt x="961213" y="294684"/>
                </a:lnTo>
                <a:lnTo>
                  <a:pt x="961293" y="295460"/>
                </a:lnTo>
                <a:lnTo>
                  <a:pt x="961363" y="296241"/>
                </a:lnTo>
                <a:lnTo>
                  <a:pt x="961422" y="297027"/>
                </a:lnTo>
                <a:lnTo>
                  <a:pt x="961471" y="297817"/>
                </a:lnTo>
                <a:lnTo>
                  <a:pt x="961508" y="298612"/>
                </a:lnTo>
                <a:lnTo>
                  <a:pt x="961535" y="299412"/>
                </a:lnTo>
                <a:lnTo>
                  <a:pt x="961551" y="300216"/>
                </a:lnTo>
                <a:lnTo>
                  <a:pt x="961557" y="301024"/>
                </a:lnTo>
                <a:lnTo>
                  <a:pt x="961551" y="301833"/>
                </a:lnTo>
                <a:lnTo>
                  <a:pt x="961535" y="302637"/>
                </a:lnTo>
                <a:lnTo>
                  <a:pt x="961508" y="303436"/>
                </a:lnTo>
                <a:lnTo>
                  <a:pt x="961471" y="304230"/>
                </a:lnTo>
                <a:lnTo>
                  <a:pt x="961422" y="305019"/>
                </a:lnTo>
                <a:lnTo>
                  <a:pt x="961363" y="305804"/>
                </a:lnTo>
                <a:lnTo>
                  <a:pt x="961293" y="306583"/>
                </a:lnTo>
                <a:lnTo>
                  <a:pt x="961213" y="307358"/>
                </a:lnTo>
                <a:lnTo>
                  <a:pt x="961121" y="308128"/>
                </a:lnTo>
                <a:lnTo>
                  <a:pt x="961019" y="308893"/>
                </a:lnTo>
                <a:lnTo>
                  <a:pt x="960906" y="309654"/>
                </a:lnTo>
                <a:lnTo>
                  <a:pt x="960783" y="310409"/>
                </a:lnTo>
                <a:lnTo>
                  <a:pt x="960648" y="311160"/>
                </a:lnTo>
                <a:lnTo>
                  <a:pt x="960503" y="311906"/>
                </a:lnTo>
                <a:lnTo>
                  <a:pt x="960347" y="312647"/>
                </a:lnTo>
                <a:lnTo>
                  <a:pt x="960180" y="313383"/>
                </a:lnTo>
                <a:lnTo>
                  <a:pt x="960003" y="314115"/>
                </a:lnTo>
                <a:lnTo>
                  <a:pt x="959815" y="314841"/>
                </a:lnTo>
                <a:lnTo>
                  <a:pt x="959616" y="315563"/>
                </a:lnTo>
                <a:lnTo>
                  <a:pt x="959406" y="316280"/>
                </a:lnTo>
                <a:lnTo>
                  <a:pt x="959186" y="316992"/>
                </a:lnTo>
                <a:lnTo>
                  <a:pt x="958955" y="317699"/>
                </a:lnTo>
                <a:lnTo>
                  <a:pt x="958713" y="318401"/>
                </a:lnTo>
                <a:lnTo>
                  <a:pt x="958460" y="319099"/>
                </a:lnTo>
                <a:lnTo>
                  <a:pt x="958196" y="319789"/>
                </a:lnTo>
                <a:lnTo>
                  <a:pt x="957921" y="320467"/>
                </a:lnTo>
                <a:lnTo>
                  <a:pt x="957634" y="321134"/>
                </a:lnTo>
                <a:lnTo>
                  <a:pt x="957335" y="321790"/>
                </a:lnTo>
                <a:lnTo>
                  <a:pt x="957024" y="322435"/>
                </a:lnTo>
                <a:lnTo>
                  <a:pt x="956702" y="323069"/>
                </a:lnTo>
                <a:lnTo>
                  <a:pt x="956369" y="323691"/>
                </a:lnTo>
                <a:lnTo>
                  <a:pt x="956023" y="324302"/>
                </a:lnTo>
                <a:lnTo>
                  <a:pt x="955667" y="324902"/>
                </a:lnTo>
                <a:lnTo>
                  <a:pt x="955298" y="325491"/>
                </a:lnTo>
                <a:lnTo>
                  <a:pt x="954918" y="326069"/>
                </a:lnTo>
                <a:lnTo>
                  <a:pt x="954526" y="326635"/>
                </a:lnTo>
                <a:lnTo>
                  <a:pt x="954123" y="327191"/>
                </a:lnTo>
                <a:lnTo>
                  <a:pt x="953707" y="327735"/>
                </a:lnTo>
                <a:lnTo>
                  <a:pt x="953281" y="328268"/>
                </a:lnTo>
                <a:lnTo>
                  <a:pt x="952842" y="328789"/>
                </a:lnTo>
                <a:lnTo>
                  <a:pt x="952393" y="329300"/>
                </a:lnTo>
                <a:lnTo>
                  <a:pt x="951931" y="329799"/>
                </a:lnTo>
                <a:lnTo>
                  <a:pt x="951458" y="330287"/>
                </a:lnTo>
                <a:lnTo>
                  <a:pt x="950973" y="330764"/>
                </a:lnTo>
                <a:lnTo>
                  <a:pt x="950476" y="331230"/>
                </a:lnTo>
                <a:lnTo>
                  <a:pt x="949968" y="331685"/>
                </a:lnTo>
                <a:lnTo>
                  <a:pt x="949449" y="332128"/>
                </a:lnTo>
                <a:lnTo>
                  <a:pt x="948917" y="332560"/>
                </a:lnTo>
                <a:lnTo>
                  <a:pt x="948374" y="332978"/>
                </a:lnTo>
                <a:lnTo>
                  <a:pt x="947818" y="333378"/>
                </a:lnTo>
                <a:lnTo>
                  <a:pt x="947250" y="333760"/>
                </a:lnTo>
                <a:lnTo>
                  <a:pt x="946670" y="334124"/>
                </a:lnTo>
                <a:lnTo>
                  <a:pt x="946078" y="334471"/>
                </a:lnTo>
                <a:lnTo>
                  <a:pt x="945473" y="334800"/>
                </a:lnTo>
                <a:lnTo>
                  <a:pt x="944856" y="335111"/>
                </a:lnTo>
                <a:lnTo>
                  <a:pt x="944226" y="335404"/>
                </a:lnTo>
                <a:lnTo>
                  <a:pt x="943585" y="335680"/>
                </a:lnTo>
                <a:lnTo>
                  <a:pt x="942931" y="335937"/>
                </a:lnTo>
                <a:lnTo>
                  <a:pt x="942265" y="336177"/>
                </a:lnTo>
                <a:lnTo>
                  <a:pt x="941586" y="336400"/>
                </a:lnTo>
                <a:lnTo>
                  <a:pt x="940895" y="336604"/>
                </a:lnTo>
                <a:lnTo>
                  <a:pt x="940192" y="336791"/>
                </a:lnTo>
                <a:lnTo>
                  <a:pt x="939477" y="336959"/>
                </a:lnTo>
                <a:lnTo>
                  <a:pt x="938749" y="337110"/>
                </a:lnTo>
                <a:lnTo>
                  <a:pt x="938009" y="337244"/>
                </a:lnTo>
                <a:lnTo>
                  <a:pt x="937257" y="337359"/>
                </a:lnTo>
                <a:lnTo>
                  <a:pt x="936493" y="337457"/>
                </a:lnTo>
                <a:lnTo>
                  <a:pt x="935716" y="337537"/>
                </a:lnTo>
                <a:lnTo>
                  <a:pt x="934927" y="337599"/>
                </a:lnTo>
                <a:lnTo>
                  <a:pt x="934125" y="337644"/>
                </a:lnTo>
                <a:lnTo>
                  <a:pt x="933312" y="337670"/>
                </a:lnTo>
                <a:lnTo>
                  <a:pt x="932486" y="337679"/>
                </a:lnTo>
                <a:lnTo>
                  <a:pt x="931660" y="337670"/>
                </a:lnTo>
                <a:lnTo>
                  <a:pt x="930846" y="337644"/>
                </a:lnTo>
                <a:lnTo>
                  <a:pt x="930045" y="337599"/>
                </a:lnTo>
                <a:lnTo>
                  <a:pt x="929256" y="337537"/>
                </a:lnTo>
                <a:lnTo>
                  <a:pt x="928479" y="337457"/>
                </a:lnTo>
                <a:lnTo>
                  <a:pt x="927714" y="337359"/>
                </a:lnTo>
                <a:lnTo>
                  <a:pt x="926962" y="337244"/>
                </a:lnTo>
                <a:close/>
                <a:moveTo>
                  <a:pt x="738106" y="335064"/>
                </a:moveTo>
                <a:lnTo>
                  <a:pt x="738265" y="335306"/>
                </a:lnTo>
                <a:lnTo>
                  <a:pt x="738428" y="335554"/>
                </a:lnTo>
                <a:lnTo>
                  <a:pt x="738597" y="335807"/>
                </a:lnTo>
                <a:lnTo>
                  <a:pt x="738770" y="336064"/>
                </a:lnTo>
                <a:lnTo>
                  <a:pt x="738948" y="336326"/>
                </a:lnTo>
                <a:lnTo>
                  <a:pt x="739131" y="336593"/>
                </a:lnTo>
                <a:lnTo>
                  <a:pt x="739318" y="336865"/>
                </a:lnTo>
                <a:lnTo>
                  <a:pt x="739511" y="337142"/>
                </a:lnTo>
                <a:lnTo>
                  <a:pt x="739708" y="337424"/>
                </a:lnTo>
                <a:lnTo>
                  <a:pt x="739910" y="337710"/>
                </a:lnTo>
                <a:lnTo>
                  <a:pt x="740117" y="338001"/>
                </a:lnTo>
                <a:lnTo>
                  <a:pt x="740329" y="338297"/>
                </a:lnTo>
                <a:lnTo>
                  <a:pt x="740545" y="338598"/>
                </a:lnTo>
                <a:lnTo>
                  <a:pt x="740767" y="338904"/>
                </a:lnTo>
                <a:lnTo>
                  <a:pt x="740993" y="339214"/>
                </a:lnTo>
                <a:lnTo>
                  <a:pt x="741224" y="339530"/>
                </a:lnTo>
                <a:lnTo>
                  <a:pt x="741460" y="339850"/>
                </a:lnTo>
                <a:lnTo>
                  <a:pt x="741701" y="340175"/>
                </a:lnTo>
                <a:lnTo>
                  <a:pt x="741946" y="340505"/>
                </a:lnTo>
                <a:lnTo>
                  <a:pt x="742197" y="340839"/>
                </a:lnTo>
                <a:lnTo>
                  <a:pt x="742454" y="341170"/>
                </a:lnTo>
                <a:lnTo>
                  <a:pt x="742720" y="341497"/>
                </a:lnTo>
                <a:lnTo>
                  <a:pt x="742996" y="341822"/>
                </a:lnTo>
                <a:lnTo>
                  <a:pt x="743280" y="342143"/>
                </a:lnTo>
                <a:lnTo>
                  <a:pt x="743573" y="342462"/>
                </a:lnTo>
                <a:lnTo>
                  <a:pt x="743875" y="342779"/>
                </a:lnTo>
                <a:lnTo>
                  <a:pt x="744187" y="343092"/>
                </a:lnTo>
                <a:lnTo>
                  <a:pt x="744507" y="343402"/>
                </a:lnTo>
                <a:lnTo>
                  <a:pt x="744836" y="343710"/>
                </a:lnTo>
                <a:lnTo>
                  <a:pt x="745174" y="344014"/>
                </a:lnTo>
                <a:lnTo>
                  <a:pt x="745522" y="344316"/>
                </a:lnTo>
                <a:lnTo>
                  <a:pt x="745878" y="344615"/>
                </a:lnTo>
                <a:lnTo>
                  <a:pt x="746243" y="344911"/>
                </a:lnTo>
                <a:lnTo>
                  <a:pt x="746617" y="345205"/>
                </a:lnTo>
                <a:lnTo>
                  <a:pt x="747001" y="345495"/>
                </a:lnTo>
                <a:lnTo>
                  <a:pt x="747393" y="345783"/>
                </a:lnTo>
                <a:lnTo>
                  <a:pt x="747794" y="346067"/>
                </a:lnTo>
                <a:lnTo>
                  <a:pt x="748204" y="346349"/>
                </a:lnTo>
                <a:lnTo>
                  <a:pt x="748624" y="346628"/>
                </a:lnTo>
                <a:lnTo>
                  <a:pt x="749052" y="346904"/>
                </a:lnTo>
                <a:lnTo>
                  <a:pt x="749489" y="347178"/>
                </a:lnTo>
                <a:lnTo>
                  <a:pt x="749935" y="347448"/>
                </a:lnTo>
                <a:lnTo>
                  <a:pt x="750391" y="347716"/>
                </a:lnTo>
                <a:lnTo>
                  <a:pt x="750855" y="347981"/>
                </a:lnTo>
                <a:lnTo>
                  <a:pt x="751330" y="348233"/>
                </a:lnTo>
                <a:lnTo>
                  <a:pt x="751818" y="348475"/>
                </a:lnTo>
                <a:lnTo>
                  <a:pt x="752319" y="348706"/>
                </a:lnTo>
                <a:lnTo>
                  <a:pt x="752833" y="348927"/>
                </a:lnTo>
                <a:lnTo>
                  <a:pt x="753360" y="349136"/>
                </a:lnTo>
                <a:lnTo>
                  <a:pt x="753900" y="349335"/>
                </a:lnTo>
                <a:lnTo>
                  <a:pt x="754453" y="349523"/>
                </a:lnTo>
                <a:lnTo>
                  <a:pt x="755019" y="349701"/>
                </a:lnTo>
                <a:lnTo>
                  <a:pt x="755598" y="349868"/>
                </a:lnTo>
                <a:lnTo>
                  <a:pt x="756189" y="350023"/>
                </a:lnTo>
                <a:lnTo>
                  <a:pt x="756794" y="350169"/>
                </a:lnTo>
                <a:lnTo>
                  <a:pt x="757412" y="350303"/>
                </a:lnTo>
                <a:lnTo>
                  <a:pt x="758042" y="350427"/>
                </a:lnTo>
                <a:lnTo>
                  <a:pt x="758686" y="350540"/>
                </a:lnTo>
                <a:lnTo>
                  <a:pt x="759342" y="350642"/>
                </a:lnTo>
                <a:lnTo>
                  <a:pt x="760011" y="350733"/>
                </a:lnTo>
                <a:lnTo>
                  <a:pt x="760694" y="350814"/>
                </a:lnTo>
                <a:lnTo>
                  <a:pt x="761389" y="350884"/>
                </a:lnTo>
                <a:lnTo>
                  <a:pt x="762097" y="350943"/>
                </a:lnTo>
                <a:lnTo>
                  <a:pt x="762819" y="350991"/>
                </a:lnTo>
                <a:lnTo>
                  <a:pt x="763553" y="351029"/>
                </a:lnTo>
                <a:lnTo>
                  <a:pt x="764300" y="351056"/>
                </a:lnTo>
                <a:lnTo>
                  <a:pt x="765060" y="351072"/>
                </a:lnTo>
                <a:lnTo>
                  <a:pt x="765833" y="351077"/>
                </a:lnTo>
                <a:lnTo>
                  <a:pt x="766839" y="351067"/>
                </a:lnTo>
                <a:lnTo>
                  <a:pt x="767835" y="351035"/>
                </a:lnTo>
                <a:lnTo>
                  <a:pt x="768822" y="350981"/>
                </a:lnTo>
                <a:lnTo>
                  <a:pt x="769798" y="350907"/>
                </a:lnTo>
                <a:lnTo>
                  <a:pt x="770765" y="350811"/>
                </a:lnTo>
                <a:lnTo>
                  <a:pt x="771722" y="350694"/>
                </a:lnTo>
                <a:lnTo>
                  <a:pt x="772669" y="350556"/>
                </a:lnTo>
                <a:lnTo>
                  <a:pt x="773606" y="350396"/>
                </a:lnTo>
                <a:lnTo>
                  <a:pt x="774533" y="350215"/>
                </a:lnTo>
                <a:lnTo>
                  <a:pt x="775451" y="350013"/>
                </a:lnTo>
                <a:lnTo>
                  <a:pt x="776358" y="349789"/>
                </a:lnTo>
                <a:lnTo>
                  <a:pt x="777256" y="349545"/>
                </a:lnTo>
                <a:lnTo>
                  <a:pt x="778144" y="349279"/>
                </a:lnTo>
                <a:lnTo>
                  <a:pt x="779021" y="348991"/>
                </a:lnTo>
                <a:lnTo>
                  <a:pt x="779889" y="348683"/>
                </a:lnTo>
                <a:lnTo>
                  <a:pt x="780747" y="348353"/>
                </a:lnTo>
                <a:lnTo>
                  <a:pt x="781596" y="348001"/>
                </a:lnTo>
                <a:lnTo>
                  <a:pt x="782434" y="347629"/>
                </a:lnTo>
                <a:lnTo>
                  <a:pt x="783263" y="347235"/>
                </a:lnTo>
                <a:lnTo>
                  <a:pt x="784081" y="346820"/>
                </a:lnTo>
                <a:lnTo>
                  <a:pt x="784890" y="346384"/>
                </a:lnTo>
                <a:lnTo>
                  <a:pt x="785689" y="345926"/>
                </a:lnTo>
                <a:lnTo>
                  <a:pt x="786478" y="345447"/>
                </a:lnTo>
                <a:lnTo>
                  <a:pt x="787257" y="344947"/>
                </a:lnTo>
                <a:lnTo>
                  <a:pt x="788024" y="344422"/>
                </a:lnTo>
                <a:lnTo>
                  <a:pt x="788777" y="343880"/>
                </a:lnTo>
                <a:lnTo>
                  <a:pt x="789516" y="343320"/>
                </a:lnTo>
                <a:lnTo>
                  <a:pt x="790241" y="342742"/>
                </a:lnTo>
                <a:lnTo>
                  <a:pt x="790952" y="342147"/>
                </a:lnTo>
                <a:lnTo>
                  <a:pt x="791649" y="341534"/>
                </a:lnTo>
                <a:lnTo>
                  <a:pt x="792332" y="340904"/>
                </a:lnTo>
                <a:lnTo>
                  <a:pt x="793001" y="340256"/>
                </a:lnTo>
                <a:lnTo>
                  <a:pt x="793656" y="339591"/>
                </a:lnTo>
                <a:lnTo>
                  <a:pt x="794296" y="338908"/>
                </a:lnTo>
                <a:lnTo>
                  <a:pt x="794923" y="338208"/>
                </a:lnTo>
                <a:lnTo>
                  <a:pt x="795536" y="337490"/>
                </a:lnTo>
                <a:lnTo>
                  <a:pt x="796134" y="336754"/>
                </a:lnTo>
                <a:lnTo>
                  <a:pt x="796719" y="336001"/>
                </a:lnTo>
                <a:lnTo>
                  <a:pt x="797290" y="335230"/>
                </a:lnTo>
                <a:lnTo>
                  <a:pt x="797846" y="334442"/>
                </a:lnTo>
                <a:lnTo>
                  <a:pt x="798388" y="333636"/>
                </a:lnTo>
                <a:lnTo>
                  <a:pt x="798917" y="332813"/>
                </a:lnTo>
                <a:lnTo>
                  <a:pt x="799431" y="331972"/>
                </a:lnTo>
                <a:lnTo>
                  <a:pt x="799932" y="331114"/>
                </a:lnTo>
                <a:lnTo>
                  <a:pt x="800418" y="330238"/>
                </a:lnTo>
                <a:lnTo>
                  <a:pt x="800890" y="329344"/>
                </a:lnTo>
                <a:lnTo>
                  <a:pt x="801348" y="328433"/>
                </a:lnTo>
                <a:lnTo>
                  <a:pt x="801792" y="327504"/>
                </a:lnTo>
                <a:lnTo>
                  <a:pt x="802220" y="326555"/>
                </a:lnTo>
                <a:lnTo>
                  <a:pt x="802630" y="325590"/>
                </a:lnTo>
                <a:lnTo>
                  <a:pt x="803022" y="324612"/>
                </a:lnTo>
                <a:lnTo>
                  <a:pt x="803395" y="323619"/>
                </a:lnTo>
                <a:lnTo>
                  <a:pt x="803750" y="322613"/>
                </a:lnTo>
                <a:lnTo>
                  <a:pt x="804087" y="321591"/>
                </a:lnTo>
                <a:lnTo>
                  <a:pt x="804406" y="320556"/>
                </a:lnTo>
                <a:lnTo>
                  <a:pt x="804706" y="319506"/>
                </a:lnTo>
                <a:lnTo>
                  <a:pt x="804989" y="318442"/>
                </a:lnTo>
                <a:lnTo>
                  <a:pt x="805253" y="317364"/>
                </a:lnTo>
                <a:lnTo>
                  <a:pt x="805499" y="316272"/>
                </a:lnTo>
                <a:lnTo>
                  <a:pt x="805726" y="315165"/>
                </a:lnTo>
                <a:lnTo>
                  <a:pt x="805936" y="314044"/>
                </a:lnTo>
                <a:lnTo>
                  <a:pt x="806127" y="312909"/>
                </a:lnTo>
                <a:lnTo>
                  <a:pt x="806300" y="311759"/>
                </a:lnTo>
                <a:lnTo>
                  <a:pt x="806455" y="310595"/>
                </a:lnTo>
                <a:lnTo>
                  <a:pt x="806592" y="309417"/>
                </a:lnTo>
                <a:lnTo>
                  <a:pt x="806710" y="308225"/>
                </a:lnTo>
                <a:lnTo>
                  <a:pt x="806810" y="307018"/>
                </a:lnTo>
                <a:lnTo>
                  <a:pt x="806892" y="305798"/>
                </a:lnTo>
                <a:lnTo>
                  <a:pt x="806956" y="304563"/>
                </a:lnTo>
                <a:lnTo>
                  <a:pt x="807001" y="303313"/>
                </a:lnTo>
                <a:lnTo>
                  <a:pt x="807029" y="302050"/>
                </a:lnTo>
                <a:lnTo>
                  <a:pt x="807038" y="300772"/>
                </a:lnTo>
                <a:lnTo>
                  <a:pt x="807029" y="299504"/>
                </a:lnTo>
                <a:lnTo>
                  <a:pt x="807001" y="298251"/>
                </a:lnTo>
                <a:lnTo>
                  <a:pt x="806956" y="297011"/>
                </a:lnTo>
                <a:lnTo>
                  <a:pt x="806892" y="295786"/>
                </a:lnTo>
                <a:lnTo>
                  <a:pt x="806810" y="294575"/>
                </a:lnTo>
                <a:lnTo>
                  <a:pt x="806710" y="293378"/>
                </a:lnTo>
                <a:lnTo>
                  <a:pt x="806592" y="292194"/>
                </a:lnTo>
                <a:lnTo>
                  <a:pt x="806455" y="291025"/>
                </a:lnTo>
                <a:lnTo>
                  <a:pt x="806300" y="289870"/>
                </a:lnTo>
                <a:lnTo>
                  <a:pt x="806127" y="288729"/>
                </a:lnTo>
                <a:lnTo>
                  <a:pt x="805936" y="287602"/>
                </a:lnTo>
                <a:lnTo>
                  <a:pt x="805726" y="286489"/>
                </a:lnTo>
                <a:lnTo>
                  <a:pt x="805499" y="285390"/>
                </a:lnTo>
                <a:lnTo>
                  <a:pt x="805253" y="284305"/>
                </a:lnTo>
                <a:lnTo>
                  <a:pt x="804989" y="283234"/>
                </a:lnTo>
                <a:lnTo>
                  <a:pt x="804706" y="282177"/>
                </a:lnTo>
                <a:lnTo>
                  <a:pt x="804406" y="281135"/>
                </a:lnTo>
                <a:lnTo>
                  <a:pt x="804087" y="280106"/>
                </a:lnTo>
                <a:lnTo>
                  <a:pt x="803750" y="279091"/>
                </a:lnTo>
                <a:lnTo>
                  <a:pt x="803395" y="278091"/>
                </a:lnTo>
                <a:lnTo>
                  <a:pt x="803022" y="277104"/>
                </a:lnTo>
                <a:lnTo>
                  <a:pt x="802630" y="276131"/>
                </a:lnTo>
                <a:lnTo>
                  <a:pt x="802220" y="275173"/>
                </a:lnTo>
                <a:lnTo>
                  <a:pt x="801792" y="274229"/>
                </a:lnTo>
                <a:lnTo>
                  <a:pt x="801348" y="273300"/>
                </a:lnTo>
                <a:lnTo>
                  <a:pt x="800890" y="272389"/>
                </a:lnTo>
                <a:lnTo>
                  <a:pt x="800417" y="271496"/>
                </a:lnTo>
                <a:lnTo>
                  <a:pt x="799930" y="270621"/>
                </a:lnTo>
                <a:lnTo>
                  <a:pt x="799428" y="269764"/>
                </a:lnTo>
                <a:lnTo>
                  <a:pt x="798913" y="268924"/>
                </a:lnTo>
                <a:lnTo>
                  <a:pt x="798383" y="268102"/>
                </a:lnTo>
                <a:lnTo>
                  <a:pt x="797839" y="267298"/>
                </a:lnTo>
                <a:lnTo>
                  <a:pt x="797281" y="266511"/>
                </a:lnTo>
                <a:lnTo>
                  <a:pt x="796708" y="265743"/>
                </a:lnTo>
                <a:lnTo>
                  <a:pt x="796121" y="264992"/>
                </a:lnTo>
                <a:lnTo>
                  <a:pt x="795520" y="264259"/>
                </a:lnTo>
                <a:lnTo>
                  <a:pt x="794905" y="263544"/>
                </a:lnTo>
                <a:lnTo>
                  <a:pt x="794275" y="262846"/>
                </a:lnTo>
                <a:lnTo>
                  <a:pt x="793631" y="262167"/>
                </a:lnTo>
                <a:lnTo>
                  <a:pt x="792973" y="261505"/>
                </a:lnTo>
                <a:lnTo>
                  <a:pt x="792300" y="260861"/>
                </a:lnTo>
                <a:lnTo>
                  <a:pt x="791614" y="260234"/>
                </a:lnTo>
                <a:lnTo>
                  <a:pt x="790913" y="259626"/>
                </a:lnTo>
                <a:lnTo>
                  <a:pt x="790197" y="259035"/>
                </a:lnTo>
                <a:lnTo>
                  <a:pt x="789468" y="258462"/>
                </a:lnTo>
                <a:lnTo>
                  <a:pt x="788724" y="257906"/>
                </a:lnTo>
                <a:lnTo>
                  <a:pt x="787966" y="257369"/>
                </a:lnTo>
                <a:lnTo>
                  <a:pt x="787194" y="256849"/>
                </a:lnTo>
                <a:lnTo>
                  <a:pt x="786409" y="256349"/>
                </a:lnTo>
                <a:lnTo>
                  <a:pt x="785615" y="255870"/>
                </a:lnTo>
                <a:lnTo>
                  <a:pt x="784810" y="255412"/>
                </a:lnTo>
                <a:lnTo>
                  <a:pt x="783995" y="254976"/>
                </a:lnTo>
                <a:lnTo>
                  <a:pt x="783170" y="254561"/>
                </a:lnTo>
                <a:lnTo>
                  <a:pt x="782335" y="254167"/>
                </a:lnTo>
                <a:lnTo>
                  <a:pt x="781490" y="253795"/>
                </a:lnTo>
                <a:lnTo>
                  <a:pt x="780635" y="253443"/>
                </a:lnTo>
                <a:lnTo>
                  <a:pt x="779770" y="253114"/>
                </a:lnTo>
                <a:lnTo>
                  <a:pt x="778895" y="252805"/>
                </a:lnTo>
                <a:lnTo>
                  <a:pt x="778009" y="252518"/>
                </a:lnTo>
                <a:lnTo>
                  <a:pt x="777114" y="252251"/>
                </a:lnTo>
                <a:lnTo>
                  <a:pt x="776208" y="252007"/>
                </a:lnTo>
                <a:lnTo>
                  <a:pt x="775292" y="251783"/>
                </a:lnTo>
                <a:lnTo>
                  <a:pt x="774366" y="251581"/>
                </a:lnTo>
                <a:lnTo>
                  <a:pt x="773431" y="251400"/>
                </a:lnTo>
                <a:lnTo>
                  <a:pt x="772485" y="251240"/>
                </a:lnTo>
                <a:lnTo>
                  <a:pt x="771528" y="251102"/>
                </a:lnTo>
                <a:lnTo>
                  <a:pt x="770562" y="250985"/>
                </a:lnTo>
                <a:lnTo>
                  <a:pt x="769586" y="250889"/>
                </a:lnTo>
                <a:lnTo>
                  <a:pt x="768600" y="250815"/>
                </a:lnTo>
                <a:lnTo>
                  <a:pt x="767603" y="250761"/>
                </a:lnTo>
                <a:lnTo>
                  <a:pt x="766597" y="250730"/>
                </a:lnTo>
                <a:lnTo>
                  <a:pt x="765580" y="250719"/>
                </a:lnTo>
                <a:lnTo>
                  <a:pt x="764797" y="250724"/>
                </a:lnTo>
                <a:lnTo>
                  <a:pt x="764027" y="250741"/>
                </a:lnTo>
                <a:lnTo>
                  <a:pt x="763271" y="250768"/>
                </a:lnTo>
                <a:lnTo>
                  <a:pt x="762529" y="250807"/>
                </a:lnTo>
                <a:lnTo>
                  <a:pt x="761800" y="250856"/>
                </a:lnTo>
                <a:lnTo>
                  <a:pt x="761085" y="250916"/>
                </a:lnTo>
                <a:lnTo>
                  <a:pt x="760383" y="250988"/>
                </a:lnTo>
                <a:lnTo>
                  <a:pt x="759696" y="251070"/>
                </a:lnTo>
                <a:lnTo>
                  <a:pt x="759021" y="251163"/>
                </a:lnTo>
                <a:lnTo>
                  <a:pt x="758360" y="251267"/>
                </a:lnTo>
                <a:lnTo>
                  <a:pt x="757713" y="251383"/>
                </a:lnTo>
                <a:lnTo>
                  <a:pt x="757080" y="251509"/>
                </a:lnTo>
                <a:lnTo>
                  <a:pt x="756460" y="251646"/>
                </a:lnTo>
                <a:lnTo>
                  <a:pt x="755854" y="251794"/>
                </a:lnTo>
                <a:lnTo>
                  <a:pt x="755261" y="251953"/>
                </a:lnTo>
                <a:lnTo>
                  <a:pt x="754682" y="252123"/>
                </a:lnTo>
                <a:lnTo>
                  <a:pt x="754116" y="252304"/>
                </a:lnTo>
                <a:lnTo>
                  <a:pt x="753564" y="252496"/>
                </a:lnTo>
                <a:lnTo>
                  <a:pt x="753026" y="252699"/>
                </a:lnTo>
                <a:lnTo>
                  <a:pt x="752501" y="252913"/>
                </a:lnTo>
                <a:lnTo>
                  <a:pt x="751990" y="253138"/>
                </a:lnTo>
                <a:lnTo>
                  <a:pt x="751493" y="253374"/>
                </a:lnTo>
                <a:lnTo>
                  <a:pt x="751009" y="253621"/>
                </a:lnTo>
                <a:lnTo>
                  <a:pt x="750539" y="253879"/>
                </a:lnTo>
                <a:lnTo>
                  <a:pt x="750085" y="254138"/>
                </a:lnTo>
                <a:lnTo>
                  <a:pt x="749640" y="254401"/>
                </a:lnTo>
                <a:lnTo>
                  <a:pt x="749204" y="254667"/>
                </a:lnTo>
                <a:lnTo>
                  <a:pt x="748776" y="254936"/>
                </a:lnTo>
                <a:lnTo>
                  <a:pt x="748358" y="255207"/>
                </a:lnTo>
                <a:lnTo>
                  <a:pt x="747948" y="255482"/>
                </a:lnTo>
                <a:lnTo>
                  <a:pt x="747547" y="255760"/>
                </a:lnTo>
                <a:lnTo>
                  <a:pt x="747154" y="256042"/>
                </a:lnTo>
                <a:lnTo>
                  <a:pt x="746771" y="256326"/>
                </a:lnTo>
                <a:lnTo>
                  <a:pt x="746396" y="256613"/>
                </a:lnTo>
                <a:lnTo>
                  <a:pt x="746030" y="256903"/>
                </a:lnTo>
                <a:lnTo>
                  <a:pt x="745673" y="257197"/>
                </a:lnTo>
                <a:lnTo>
                  <a:pt x="745324" y="257493"/>
                </a:lnTo>
                <a:lnTo>
                  <a:pt x="744984" y="257793"/>
                </a:lnTo>
                <a:lnTo>
                  <a:pt x="744654" y="258095"/>
                </a:lnTo>
                <a:lnTo>
                  <a:pt x="744331" y="258401"/>
                </a:lnTo>
                <a:lnTo>
                  <a:pt x="744018" y="258710"/>
                </a:lnTo>
                <a:lnTo>
                  <a:pt x="743713" y="259022"/>
                </a:lnTo>
                <a:lnTo>
                  <a:pt x="743418" y="259336"/>
                </a:lnTo>
                <a:lnTo>
                  <a:pt x="743131" y="259654"/>
                </a:lnTo>
                <a:lnTo>
                  <a:pt x="742852" y="259975"/>
                </a:lnTo>
                <a:lnTo>
                  <a:pt x="742583" y="260300"/>
                </a:lnTo>
                <a:lnTo>
                  <a:pt x="742322" y="260627"/>
                </a:lnTo>
                <a:lnTo>
                  <a:pt x="742070" y="260957"/>
                </a:lnTo>
                <a:lnTo>
                  <a:pt x="741830" y="261281"/>
                </a:lnTo>
                <a:lnTo>
                  <a:pt x="741595" y="261600"/>
                </a:lnTo>
                <a:lnTo>
                  <a:pt x="741363" y="261915"/>
                </a:lnTo>
                <a:lnTo>
                  <a:pt x="741136" y="262224"/>
                </a:lnTo>
                <a:lnTo>
                  <a:pt x="740914" y="262529"/>
                </a:lnTo>
                <a:lnTo>
                  <a:pt x="740696" y="262829"/>
                </a:lnTo>
                <a:lnTo>
                  <a:pt x="740482" y="263124"/>
                </a:lnTo>
                <a:lnTo>
                  <a:pt x="740273" y="263415"/>
                </a:lnTo>
                <a:lnTo>
                  <a:pt x="740068" y="263700"/>
                </a:lnTo>
                <a:lnTo>
                  <a:pt x="739867" y="263981"/>
                </a:lnTo>
                <a:lnTo>
                  <a:pt x="739671" y="264257"/>
                </a:lnTo>
                <a:lnTo>
                  <a:pt x="739479" y="264528"/>
                </a:lnTo>
                <a:lnTo>
                  <a:pt x="739292" y="264794"/>
                </a:lnTo>
                <a:lnTo>
                  <a:pt x="739109" y="265055"/>
                </a:lnTo>
                <a:lnTo>
                  <a:pt x="738930" y="265312"/>
                </a:lnTo>
                <a:lnTo>
                  <a:pt x="738756" y="265563"/>
                </a:lnTo>
                <a:lnTo>
                  <a:pt x="738586" y="265810"/>
                </a:lnTo>
                <a:lnTo>
                  <a:pt x="738421" y="266052"/>
                </a:lnTo>
                <a:lnTo>
                  <a:pt x="738260" y="266289"/>
                </a:lnTo>
                <a:lnTo>
                  <a:pt x="738103" y="266522"/>
                </a:lnTo>
                <a:lnTo>
                  <a:pt x="737951" y="266749"/>
                </a:lnTo>
                <a:lnTo>
                  <a:pt x="737803" y="266972"/>
                </a:lnTo>
                <a:lnTo>
                  <a:pt x="737659" y="267190"/>
                </a:lnTo>
                <a:lnTo>
                  <a:pt x="737520" y="267403"/>
                </a:lnTo>
                <a:lnTo>
                  <a:pt x="735750" y="267403"/>
                </a:lnTo>
                <a:lnTo>
                  <a:pt x="735750" y="251983"/>
                </a:lnTo>
                <a:lnTo>
                  <a:pt x="721341" y="251983"/>
                </a:lnTo>
                <a:lnTo>
                  <a:pt x="721341" y="385457"/>
                </a:lnTo>
                <a:lnTo>
                  <a:pt x="736256" y="385457"/>
                </a:lnTo>
                <a:lnTo>
                  <a:pt x="736256" y="334140"/>
                </a:lnTo>
                <a:lnTo>
                  <a:pt x="737520" y="334140"/>
                </a:lnTo>
                <a:lnTo>
                  <a:pt x="737659" y="334364"/>
                </a:lnTo>
                <a:lnTo>
                  <a:pt x="737804" y="334592"/>
                </a:lnTo>
                <a:lnTo>
                  <a:pt x="737953" y="334825"/>
                </a:lnTo>
                <a:lnTo>
                  <a:pt x="738106" y="335064"/>
                </a:lnTo>
                <a:close/>
                <a:moveTo>
                  <a:pt x="736272" y="294409"/>
                </a:moveTo>
                <a:lnTo>
                  <a:pt x="736354" y="293574"/>
                </a:lnTo>
                <a:lnTo>
                  <a:pt x="736448" y="292748"/>
                </a:lnTo>
                <a:lnTo>
                  <a:pt x="736552" y="291932"/>
                </a:lnTo>
                <a:lnTo>
                  <a:pt x="736667" y="291126"/>
                </a:lnTo>
                <a:lnTo>
                  <a:pt x="736793" y="290328"/>
                </a:lnTo>
                <a:lnTo>
                  <a:pt x="736930" y="289540"/>
                </a:lnTo>
                <a:lnTo>
                  <a:pt x="737079" y="288762"/>
                </a:lnTo>
                <a:lnTo>
                  <a:pt x="737238" y="287993"/>
                </a:lnTo>
                <a:lnTo>
                  <a:pt x="737408" y="287233"/>
                </a:lnTo>
                <a:lnTo>
                  <a:pt x="737589" y="286483"/>
                </a:lnTo>
                <a:lnTo>
                  <a:pt x="737781" y="285742"/>
                </a:lnTo>
                <a:lnTo>
                  <a:pt x="737984" y="285011"/>
                </a:lnTo>
                <a:lnTo>
                  <a:pt x="738198" y="284289"/>
                </a:lnTo>
                <a:lnTo>
                  <a:pt x="738423" y="283577"/>
                </a:lnTo>
                <a:lnTo>
                  <a:pt x="738658" y="282874"/>
                </a:lnTo>
                <a:lnTo>
                  <a:pt x="738905" y="282180"/>
                </a:lnTo>
                <a:lnTo>
                  <a:pt x="739163" y="281496"/>
                </a:lnTo>
                <a:lnTo>
                  <a:pt x="739432" y="280818"/>
                </a:lnTo>
                <a:lnTo>
                  <a:pt x="739711" y="280152"/>
                </a:lnTo>
                <a:lnTo>
                  <a:pt x="740001" y="279500"/>
                </a:lnTo>
                <a:lnTo>
                  <a:pt x="740301" y="278860"/>
                </a:lnTo>
                <a:lnTo>
                  <a:pt x="740611" y="278232"/>
                </a:lnTo>
                <a:lnTo>
                  <a:pt x="740933" y="277618"/>
                </a:lnTo>
                <a:lnTo>
                  <a:pt x="741265" y="277016"/>
                </a:lnTo>
                <a:lnTo>
                  <a:pt x="741607" y="276426"/>
                </a:lnTo>
                <a:lnTo>
                  <a:pt x="741960" y="275850"/>
                </a:lnTo>
                <a:lnTo>
                  <a:pt x="742323" y="275286"/>
                </a:lnTo>
                <a:lnTo>
                  <a:pt x="742697" y="274735"/>
                </a:lnTo>
                <a:lnTo>
                  <a:pt x="743081" y="274197"/>
                </a:lnTo>
                <a:lnTo>
                  <a:pt x="743476" y="273671"/>
                </a:lnTo>
                <a:lnTo>
                  <a:pt x="743882" y="273159"/>
                </a:lnTo>
                <a:lnTo>
                  <a:pt x="744298" y="272658"/>
                </a:lnTo>
                <a:lnTo>
                  <a:pt x="744725" y="272171"/>
                </a:lnTo>
                <a:lnTo>
                  <a:pt x="745162" y="271696"/>
                </a:lnTo>
                <a:lnTo>
                  <a:pt x="745609" y="271235"/>
                </a:lnTo>
                <a:lnTo>
                  <a:pt x="746068" y="270785"/>
                </a:lnTo>
                <a:lnTo>
                  <a:pt x="746536" y="270349"/>
                </a:lnTo>
                <a:lnTo>
                  <a:pt x="747016" y="269925"/>
                </a:lnTo>
                <a:lnTo>
                  <a:pt x="747505" y="269514"/>
                </a:lnTo>
                <a:lnTo>
                  <a:pt x="748006" y="269116"/>
                </a:lnTo>
                <a:lnTo>
                  <a:pt x="748516" y="268730"/>
                </a:lnTo>
                <a:lnTo>
                  <a:pt x="749038" y="268354"/>
                </a:lnTo>
                <a:lnTo>
                  <a:pt x="749569" y="267993"/>
                </a:lnTo>
                <a:lnTo>
                  <a:pt x="750110" y="267649"/>
                </a:lnTo>
                <a:lnTo>
                  <a:pt x="750662" y="267321"/>
                </a:lnTo>
                <a:lnTo>
                  <a:pt x="751223" y="267008"/>
                </a:lnTo>
                <a:lnTo>
                  <a:pt x="751795" y="266712"/>
                </a:lnTo>
                <a:lnTo>
                  <a:pt x="752377" y="266432"/>
                </a:lnTo>
                <a:lnTo>
                  <a:pt x="752968" y="266167"/>
                </a:lnTo>
                <a:lnTo>
                  <a:pt x="753570" y="265919"/>
                </a:lnTo>
                <a:lnTo>
                  <a:pt x="754182" y="265687"/>
                </a:lnTo>
                <a:lnTo>
                  <a:pt x="754804" y="265470"/>
                </a:lnTo>
                <a:lnTo>
                  <a:pt x="755437" y="265270"/>
                </a:lnTo>
                <a:lnTo>
                  <a:pt x="756079" y="265086"/>
                </a:lnTo>
                <a:lnTo>
                  <a:pt x="756731" y="264918"/>
                </a:lnTo>
                <a:lnTo>
                  <a:pt x="757394" y="264766"/>
                </a:lnTo>
                <a:lnTo>
                  <a:pt x="758066" y="264629"/>
                </a:lnTo>
                <a:lnTo>
                  <a:pt x="758749" y="264509"/>
                </a:lnTo>
                <a:lnTo>
                  <a:pt x="759442" y="264405"/>
                </a:lnTo>
                <a:lnTo>
                  <a:pt x="760145" y="264317"/>
                </a:lnTo>
                <a:lnTo>
                  <a:pt x="760858" y="264245"/>
                </a:lnTo>
                <a:lnTo>
                  <a:pt x="761581" y="264189"/>
                </a:lnTo>
                <a:lnTo>
                  <a:pt x="762314" y="264149"/>
                </a:lnTo>
                <a:lnTo>
                  <a:pt x="763057" y="264125"/>
                </a:lnTo>
                <a:lnTo>
                  <a:pt x="763810" y="264117"/>
                </a:lnTo>
                <a:lnTo>
                  <a:pt x="764595" y="264125"/>
                </a:lnTo>
                <a:lnTo>
                  <a:pt x="765368" y="264151"/>
                </a:lnTo>
                <a:lnTo>
                  <a:pt x="766130" y="264193"/>
                </a:lnTo>
                <a:lnTo>
                  <a:pt x="766881" y="264252"/>
                </a:lnTo>
                <a:lnTo>
                  <a:pt x="767620" y="264328"/>
                </a:lnTo>
                <a:lnTo>
                  <a:pt x="768349" y="264421"/>
                </a:lnTo>
                <a:lnTo>
                  <a:pt x="769066" y="264531"/>
                </a:lnTo>
                <a:lnTo>
                  <a:pt x="769772" y="264658"/>
                </a:lnTo>
                <a:lnTo>
                  <a:pt x="770467" y="264801"/>
                </a:lnTo>
                <a:lnTo>
                  <a:pt x="771151" y="264962"/>
                </a:lnTo>
                <a:lnTo>
                  <a:pt x="771823" y="265139"/>
                </a:lnTo>
                <a:lnTo>
                  <a:pt x="772484" y="265333"/>
                </a:lnTo>
                <a:lnTo>
                  <a:pt x="773134" y="265545"/>
                </a:lnTo>
                <a:lnTo>
                  <a:pt x="773773" y="265773"/>
                </a:lnTo>
                <a:lnTo>
                  <a:pt x="774401" y="266018"/>
                </a:lnTo>
                <a:lnTo>
                  <a:pt x="775018" y="266280"/>
                </a:lnTo>
                <a:lnTo>
                  <a:pt x="775623" y="266558"/>
                </a:lnTo>
                <a:lnTo>
                  <a:pt x="776217" y="266854"/>
                </a:lnTo>
                <a:lnTo>
                  <a:pt x="776800" y="267167"/>
                </a:lnTo>
                <a:lnTo>
                  <a:pt x="777372" y="267496"/>
                </a:lnTo>
                <a:lnTo>
                  <a:pt x="777932" y="267843"/>
                </a:lnTo>
                <a:lnTo>
                  <a:pt x="778482" y="268206"/>
                </a:lnTo>
                <a:lnTo>
                  <a:pt x="779020" y="268586"/>
                </a:lnTo>
                <a:lnTo>
                  <a:pt x="779547" y="268983"/>
                </a:lnTo>
                <a:lnTo>
                  <a:pt x="780068" y="269389"/>
                </a:lnTo>
                <a:lnTo>
                  <a:pt x="780578" y="269808"/>
                </a:lnTo>
                <a:lnTo>
                  <a:pt x="781076" y="270238"/>
                </a:lnTo>
                <a:lnTo>
                  <a:pt x="781564" y="270681"/>
                </a:lnTo>
                <a:lnTo>
                  <a:pt x="782040" y="271135"/>
                </a:lnTo>
                <a:lnTo>
                  <a:pt x="782505" y="271602"/>
                </a:lnTo>
                <a:lnTo>
                  <a:pt x="782959" y="272081"/>
                </a:lnTo>
                <a:lnTo>
                  <a:pt x="783402" y="272571"/>
                </a:lnTo>
                <a:lnTo>
                  <a:pt x="783833" y="273074"/>
                </a:lnTo>
                <a:lnTo>
                  <a:pt x="784254" y="273589"/>
                </a:lnTo>
                <a:lnTo>
                  <a:pt x="784663" y="274116"/>
                </a:lnTo>
                <a:lnTo>
                  <a:pt x="785061" y="274655"/>
                </a:lnTo>
                <a:lnTo>
                  <a:pt x="785447" y="275206"/>
                </a:lnTo>
                <a:lnTo>
                  <a:pt x="785823" y="275769"/>
                </a:lnTo>
                <a:lnTo>
                  <a:pt x="786187" y="276345"/>
                </a:lnTo>
                <a:lnTo>
                  <a:pt x="786541" y="276932"/>
                </a:lnTo>
                <a:lnTo>
                  <a:pt x="786883" y="277531"/>
                </a:lnTo>
                <a:lnTo>
                  <a:pt x="787213" y="278143"/>
                </a:lnTo>
                <a:lnTo>
                  <a:pt x="787533" y="278766"/>
                </a:lnTo>
                <a:lnTo>
                  <a:pt x="787841" y="279402"/>
                </a:lnTo>
                <a:lnTo>
                  <a:pt x="788139" y="280050"/>
                </a:lnTo>
                <a:lnTo>
                  <a:pt x="788425" y="280709"/>
                </a:lnTo>
                <a:lnTo>
                  <a:pt x="788700" y="281381"/>
                </a:lnTo>
                <a:lnTo>
                  <a:pt x="788963" y="282065"/>
                </a:lnTo>
                <a:lnTo>
                  <a:pt x="789221" y="282753"/>
                </a:lnTo>
                <a:lnTo>
                  <a:pt x="789468" y="283448"/>
                </a:lnTo>
                <a:lnTo>
                  <a:pt x="789704" y="284151"/>
                </a:lnTo>
                <a:lnTo>
                  <a:pt x="789929" y="284860"/>
                </a:lnTo>
                <a:lnTo>
                  <a:pt x="790143" y="285576"/>
                </a:lnTo>
                <a:lnTo>
                  <a:pt x="790346" y="286299"/>
                </a:lnTo>
                <a:lnTo>
                  <a:pt x="790538" y="287030"/>
                </a:lnTo>
                <a:lnTo>
                  <a:pt x="790719" y="287767"/>
                </a:lnTo>
                <a:lnTo>
                  <a:pt x="790889" y="288511"/>
                </a:lnTo>
                <a:lnTo>
                  <a:pt x="791048" y="289263"/>
                </a:lnTo>
                <a:lnTo>
                  <a:pt x="791196" y="290021"/>
                </a:lnTo>
                <a:lnTo>
                  <a:pt x="791333" y="290786"/>
                </a:lnTo>
                <a:lnTo>
                  <a:pt x="791459" y="291559"/>
                </a:lnTo>
                <a:lnTo>
                  <a:pt x="791574" y="292338"/>
                </a:lnTo>
                <a:lnTo>
                  <a:pt x="791679" y="293125"/>
                </a:lnTo>
                <a:lnTo>
                  <a:pt x="791772" y="293918"/>
                </a:lnTo>
                <a:lnTo>
                  <a:pt x="791854" y="294719"/>
                </a:lnTo>
                <a:lnTo>
                  <a:pt x="791926" y="295526"/>
                </a:lnTo>
                <a:lnTo>
                  <a:pt x="791986" y="296341"/>
                </a:lnTo>
                <a:lnTo>
                  <a:pt x="792035" y="297162"/>
                </a:lnTo>
                <a:lnTo>
                  <a:pt x="792074" y="297991"/>
                </a:lnTo>
                <a:lnTo>
                  <a:pt x="792101" y="298827"/>
                </a:lnTo>
                <a:lnTo>
                  <a:pt x="792118" y="299669"/>
                </a:lnTo>
                <a:lnTo>
                  <a:pt x="792123" y="300519"/>
                </a:lnTo>
                <a:lnTo>
                  <a:pt x="792118" y="301379"/>
                </a:lnTo>
                <a:lnTo>
                  <a:pt x="792101" y="302233"/>
                </a:lnTo>
                <a:lnTo>
                  <a:pt x="792073" y="303080"/>
                </a:lnTo>
                <a:lnTo>
                  <a:pt x="792034" y="303921"/>
                </a:lnTo>
                <a:lnTo>
                  <a:pt x="791983" y="304755"/>
                </a:lnTo>
                <a:lnTo>
                  <a:pt x="791922" y="305583"/>
                </a:lnTo>
                <a:lnTo>
                  <a:pt x="791849" y="306404"/>
                </a:lnTo>
                <a:lnTo>
                  <a:pt x="791765" y="307218"/>
                </a:lnTo>
                <a:lnTo>
                  <a:pt x="791670" y="308026"/>
                </a:lnTo>
                <a:lnTo>
                  <a:pt x="791564" y="308827"/>
                </a:lnTo>
                <a:lnTo>
                  <a:pt x="791446" y="309621"/>
                </a:lnTo>
                <a:lnTo>
                  <a:pt x="791317" y="310409"/>
                </a:lnTo>
                <a:lnTo>
                  <a:pt x="791177" y="311191"/>
                </a:lnTo>
                <a:lnTo>
                  <a:pt x="791026" y="311966"/>
                </a:lnTo>
                <a:lnTo>
                  <a:pt x="790864" y="312734"/>
                </a:lnTo>
                <a:lnTo>
                  <a:pt x="790691" y="313496"/>
                </a:lnTo>
                <a:lnTo>
                  <a:pt x="790506" y="314251"/>
                </a:lnTo>
                <a:lnTo>
                  <a:pt x="790310" y="314999"/>
                </a:lnTo>
                <a:lnTo>
                  <a:pt x="790103" y="315741"/>
                </a:lnTo>
                <a:lnTo>
                  <a:pt x="789885" y="316476"/>
                </a:lnTo>
                <a:lnTo>
                  <a:pt x="789655" y="317205"/>
                </a:lnTo>
                <a:lnTo>
                  <a:pt x="789415" y="317927"/>
                </a:lnTo>
                <a:lnTo>
                  <a:pt x="789163" y="318643"/>
                </a:lnTo>
                <a:lnTo>
                  <a:pt x="788900" y="319352"/>
                </a:lnTo>
                <a:lnTo>
                  <a:pt x="788631" y="320046"/>
                </a:lnTo>
                <a:lnTo>
                  <a:pt x="788351" y="320729"/>
                </a:lnTo>
                <a:lnTo>
                  <a:pt x="788061" y="321400"/>
                </a:lnTo>
                <a:lnTo>
                  <a:pt x="787759" y="322059"/>
                </a:lnTo>
                <a:lnTo>
                  <a:pt x="787446" y="322706"/>
                </a:lnTo>
                <a:lnTo>
                  <a:pt x="787123" y="323341"/>
                </a:lnTo>
                <a:lnTo>
                  <a:pt x="786788" y="323965"/>
                </a:lnTo>
                <a:lnTo>
                  <a:pt x="786442" y="324576"/>
                </a:lnTo>
                <a:lnTo>
                  <a:pt x="786086" y="325176"/>
                </a:lnTo>
                <a:lnTo>
                  <a:pt x="785718" y="325764"/>
                </a:lnTo>
                <a:lnTo>
                  <a:pt x="785340" y="326340"/>
                </a:lnTo>
                <a:lnTo>
                  <a:pt x="784950" y="326904"/>
                </a:lnTo>
                <a:lnTo>
                  <a:pt x="784550" y="327456"/>
                </a:lnTo>
                <a:lnTo>
                  <a:pt x="784138" y="327997"/>
                </a:lnTo>
                <a:lnTo>
                  <a:pt x="783716" y="328525"/>
                </a:lnTo>
                <a:lnTo>
                  <a:pt x="783282" y="329042"/>
                </a:lnTo>
                <a:lnTo>
                  <a:pt x="782838" y="329547"/>
                </a:lnTo>
                <a:lnTo>
                  <a:pt x="782383" y="330040"/>
                </a:lnTo>
                <a:lnTo>
                  <a:pt x="781916" y="330521"/>
                </a:lnTo>
                <a:lnTo>
                  <a:pt x="781439" y="330991"/>
                </a:lnTo>
                <a:lnTo>
                  <a:pt x="780951" y="331448"/>
                </a:lnTo>
                <a:lnTo>
                  <a:pt x="780452" y="331894"/>
                </a:lnTo>
                <a:lnTo>
                  <a:pt x="779941" y="332328"/>
                </a:lnTo>
                <a:lnTo>
                  <a:pt x="779420" y="332750"/>
                </a:lnTo>
                <a:lnTo>
                  <a:pt x="778894" y="333152"/>
                </a:lnTo>
                <a:lnTo>
                  <a:pt x="778356" y="333537"/>
                </a:lnTo>
                <a:lnTo>
                  <a:pt x="777808" y="333905"/>
                </a:lnTo>
                <a:lnTo>
                  <a:pt x="777249" y="334256"/>
                </a:lnTo>
                <a:lnTo>
                  <a:pt x="776679" y="334590"/>
                </a:lnTo>
                <a:lnTo>
                  <a:pt x="776098" y="334906"/>
                </a:lnTo>
                <a:lnTo>
                  <a:pt x="775507" y="335206"/>
                </a:lnTo>
                <a:lnTo>
                  <a:pt x="774905" y="335488"/>
                </a:lnTo>
                <a:lnTo>
                  <a:pt x="774292" y="335754"/>
                </a:lnTo>
                <a:lnTo>
                  <a:pt x="773669" y="336002"/>
                </a:lnTo>
                <a:lnTo>
                  <a:pt x="773035" y="336233"/>
                </a:lnTo>
                <a:lnTo>
                  <a:pt x="772390" y="336447"/>
                </a:lnTo>
                <a:lnTo>
                  <a:pt x="771734" y="336644"/>
                </a:lnTo>
                <a:lnTo>
                  <a:pt x="771067" y="336823"/>
                </a:lnTo>
                <a:lnTo>
                  <a:pt x="770390" y="336986"/>
                </a:lnTo>
                <a:lnTo>
                  <a:pt x="769702" y="337132"/>
                </a:lnTo>
                <a:lnTo>
                  <a:pt x="769003" y="337260"/>
                </a:lnTo>
                <a:lnTo>
                  <a:pt x="768293" y="337371"/>
                </a:lnTo>
                <a:lnTo>
                  <a:pt x="767573" y="337465"/>
                </a:lnTo>
                <a:lnTo>
                  <a:pt x="766842" y="337542"/>
                </a:lnTo>
                <a:lnTo>
                  <a:pt x="766100" y="337602"/>
                </a:lnTo>
                <a:lnTo>
                  <a:pt x="765348" y="337645"/>
                </a:lnTo>
                <a:lnTo>
                  <a:pt x="764584" y="337671"/>
                </a:lnTo>
                <a:lnTo>
                  <a:pt x="763810" y="337679"/>
                </a:lnTo>
                <a:lnTo>
                  <a:pt x="763067" y="337671"/>
                </a:lnTo>
                <a:lnTo>
                  <a:pt x="762334" y="337647"/>
                </a:lnTo>
                <a:lnTo>
                  <a:pt x="761610" y="337606"/>
                </a:lnTo>
                <a:lnTo>
                  <a:pt x="760896" y="337549"/>
                </a:lnTo>
                <a:lnTo>
                  <a:pt x="760192" y="337476"/>
                </a:lnTo>
                <a:lnTo>
                  <a:pt x="759497" y="337387"/>
                </a:lnTo>
                <a:lnTo>
                  <a:pt x="758812" y="337281"/>
                </a:lnTo>
                <a:lnTo>
                  <a:pt x="758137" y="337160"/>
                </a:lnTo>
                <a:lnTo>
                  <a:pt x="757471" y="337022"/>
                </a:lnTo>
                <a:lnTo>
                  <a:pt x="756815" y="336867"/>
                </a:lnTo>
                <a:lnTo>
                  <a:pt x="756168" y="336697"/>
                </a:lnTo>
                <a:lnTo>
                  <a:pt x="755531" y="336510"/>
                </a:lnTo>
                <a:lnTo>
                  <a:pt x="754904" y="336307"/>
                </a:lnTo>
                <a:lnTo>
                  <a:pt x="754287" y="336088"/>
                </a:lnTo>
                <a:lnTo>
                  <a:pt x="753679" y="335852"/>
                </a:lnTo>
                <a:lnTo>
                  <a:pt x="753081" y="335601"/>
                </a:lnTo>
                <a:lnTo>
                  <a:pt x="752492" y="335333"/>
                </a:lnTo>
                <a:lnTo>
                  <a:pt x="751913" y="335049"/>
                </a:lnTo>
                <a:lnTo>
                  <a:pt x="751344" y="334748"/>
                </a:lnTo>
                <a:lnTo>
                  <a:pt x="750785" y="334432"/>
                </a:lnTo>
                <a:lnTo>
                  <a:pt x="750235" y="334099"/>
                </a:lnTo>
                <a:lnTo>
                  <a:pt x="749694" y="333750"/>
                </a:lnTo>
                <a:lnTo>
                  <a:pt x="749164" y="333384"/>
                </a:lnTo>
                <a:lnTo>
                  <a:pt x="748643" y="333003"/>
                </a:lnTo>
                <a:lnTo>
                  <a:pt x="748132" y="332601"/>
                </a:lnTo>
                <a:lnTo>
                  <a:pt x="747631" y="332188"/>
                </a:lnTo>
                <a:lnTo>
                  <a:pt x="747141" y="331761"/>
                </a:lnTo>
                <a:lnTo>
                  <a:pt x="746661" y="331323"/>
                </a:lnTo>
                <a:lnTo>
                  <a:pt x="746191" y="330871"/>
                </a:lnTo>
                <a:lnTo>
                  <a:pt x="745732" y="330408"/>
                </a:lnTo>
                <a:lnTo>
                  <a:pt x="745283" y="329931"/>
                </a:lnTo>
                <a:lnTo>
                  <a:pt x="744844" y="329442"/>
                </a:lnTo>
                <a:lnTo>
                  <a:pt x="744416" y="328941"/>
                </a:lnTo>
                <a:lnTo>
                  <a:pt x="743997" y="328427"/>
                </a:lnTo>
                <a:lnTo>
                  <a:pt x="743590" y="327901"/>
                </a:lnTo>
                <a:lnTo>
                  <a:pt x="743192" y="327362"/>
                </a:lnTo>
                <a:lnTo>
                  <a:pt x="742805" y="326811"/>
                </a:lnTo>
                <a:lnTo>
                  <a:pt x="742428" y="326247"/>
                </a:lnTo>
                <a:lnTo>
                  <a:pt x="742061" y="325671"/>
                </a:lnTo>
                <a:lnTo>
                  <a:pt x="741705" y="325082"/>
                </a:lnTo>
                <a:lnTo>
                  <a:pt x="741359" y="324480"/>
                </a:lnTo>
                <a:lnTo>
                  <a:pt x="741024" y="323867"/>
                </a:lnTo>
                <a:lnTo>
                  <a:pt x="740698" y="323240"/>
                </a:lnTo>
                <a:lnTo>
                  <a:pt x="740383" y="322601"/>
                </a:lnTo>
                <a:lnTo>
                  <a:pt x="740079" y="321950"/>
                </a:lnTo>
                <a:lnTo>
                  <a:pt x="739784" y="321286"/>
                </a:lnTo>
                <a:lnTo>
                  <a:pt x="739500" y="320610"/>
                </a:lnTo>
                <a:lnTo>
                  <a:pt x="739226" y="319921"/>
                </a:lnTo>
                <a:lnTo>
                  <a:pt x="738963" y="319216"/>
                </a:lnTo>
                <a:lnTo>
                  <a:pt x="738712" y="318502"/>
                </a:lnTo>
                <a:lnTo>
                  <a:pt x="738471" y="317779"/>
                </a:lnTo>
                <a:lnTo>
                  <a:pt x="738242" y="317047"/>
                </a:lnTo>
                <a:lnTo>
                  <a:pt x="738023" y="316306"/>
                </a:lnTo>
                <a:lnTo>
                  <a:pt x="737816" y="315556"/>
                </a:lnTo>
                <a:lnTo>
                  <a:pt x="737620" y="314797"/>
                </a:lnTo>
                <a:lnTo>
                  <a:pt x="737436" y="314029"/>
                </a:lnTo>
                <a:lnTo>
                  <a:pt x="737262" y="313252"/>
                </a:lnTo>
                <a:lnTo>
                  <a:pt x="737100" y="312466"/>
                </a:lnTo>
                <a:lnTo>
                  <a:pt x="736949" y="311671"/>
                </a:lnTo>
                <a:lnTo>
                  <a:pt x="736809" y="310868"/>
                </a:lnTo>
                <a:lnTo>
                  <a:pt x="736680" y="310055"/>
                </a:lnTo>
                <a:lnTo>
                  <a:pt x="736563" y="309233"/>
                </a:lnTo>
                <a:lnTo>
                  <a:pt x="736457" y="308402"/>
                </a:lnTo>
                <a:lnTo>
                  <a:pt x="736361" y="307562"/>
                </a:lnTo>
                <a:lnTo>
                  <a:pt x="736277" y="306713"/>
                </a:lnTo>
                <a:lnTo>
                  <a:pt x="736205" y="305855"/>
                </a:lnTo>
                <a:lnTo>
                  <a:pt x="736143" y="304988"/>
                </a:lnTo>
                <a:lnTo>
                  <a:pt x="736093" y="304112"/>
                </a:lnTo>
                <a:lnTo>
                  <a:pt x="736054" y="303228"/>
                </a:lnTo>
                <a:lnTo>
                  <a:pt x="736026" y="302334"/>
                </a:lnTo>
                <a:lnTo>
                  <a:pt x="736009" y="301431"/>
                </a:lnTo>
                <a:lnTo>
                  <a:pt x="736003" y="300519"/>
                </a:lnTo>
                <a:lnTo>
                  <a:pt x="736009" y="299618"/>
                </a:lnTo>
                <a:lnTo>
                  <a:pt x="736025" y="298726"/>
                </a:lnTo>
                <a:lnTo>
                  <a:pt x="736053" y="297844"/>
                </a:lnTo>
                <a:lnTo>
                  <a:pt x="736091" y="296971"/>
                </a:lnTo>
                <a:lnTo>
                  <a:pt x="736140" y="296108"/>
                </a:lnTo>
                <a:lnTo>
                  <a:pt x="736201" y="295254"/>
                </a:lnTo>
                <a:lnTo>
                  <a:pt x="736272" y="294409"/>
                </a:lnTo>
                <a:close/>
                <a:moveTo>
                  <a:pt x="720934" y="449110"/>
                </a:moveTo>
                <a:lnTo>
                  <a:pt x="721264" y="449033"/>
                </a:lnTo>
                <a:lnTo>
                  <a:pt x="721590" y="448945"/>
                </a:lnTo>
                <a:lnTo>
                  <a:pt x="721912" y="448847"/>
                </a:lnTo>
                <a:lnTo>
                  <a:pt x="722229" y="448739"/>
                </a:lnTo>
                <a:lnTo>
                  <a:pt x="722542" y="448620"/>
                </a:lnTo>
                <a:lnTo>
                  <a:pt x="722851" y="448491"/>
                </a:lnTo>
                <a:lnTo>
                  <a:pt x="723155" y="448352"/>
                </a:lnTo>
                <a:lnTo>
                  <a:pt x="723455" y="448202"/>
                </a:lnTo>
                <a:lnTo>
                  <a:pt x="723750" y="448043"/>
                </a:lnTo>
                <a:lnTo>
                  <a:pt x="724041" y="447872"/>
                </a:lnTo>
                <a:lnTo>
                  <a:pt x="724327" y="447692"/>
                </a:lnTo>
                <a:lnTo>
                  <a:pt x="724610" y="447501"/>
                </a:lnTo>
                <a:lnTo>
                  <a:pt x="724887" y="447300"/>
                </a:lnTo>
                <a:lnTo>
                  <a:pt x="725161" y="447089"/>
                </a:lnTo>
                <a:lnTo>
                  <a:pt x="725430" y="446867"/>
                </a:lnTo>
                <a:lnTo>
                  <a:pt x="725695" y="446635"/>
                </a:lnTo>
                <a:lnTo>
                  <a:pt x="725955" y="446392"/>
                </a:lnTo>
                <a:lnTo>
                  <a:pt x="726213" y="446143"/>
                </a:lnTo>
                <a:lnTo>
                  <a:pt x="726460" y="445889"/>
                </a:lnTo>
                <a:lnTo>
                  <a:pt x="726695" y="445631"/>
                </a:lnTo>
                <a:lnTo>
                  <a:pt x="726920" y="445369"/>
                </a:lnTo>
                <a:lnTo>
                  <a:pt x="727134" y="445103"/>
                </a:lnTo>
                <a:lnTo>
                  <a:pt x="727337" y="444832"/>
                </a:lnTo>
                <a:lnTo>
                  <a:pt x="727529" y="444558"/>
                </a:lnTo>
                <a:lnTo>
                  <a:pt x="727710" y="444279"/>
                </a:lnTo>
                <a:lnTo>
                  <a:pt x="727880" y="443996"/>
                </a:lnTo>
                <a:lnTo>
                  <a:pt x="728039" y="443709"/>
                </a:lnTo>
                <a:lnTo>
                  <a:pt x="728188" y="443417"/>
                </a:lnTo>
                <a:lnTo>
                  <a:pt x="728325" y="443122"/>
                </a:lnTo>
                <a:lnTo>
                  <a:pt x="728451" y="442822"/>
                </a:lnTo>
                <a:lnTo>
                  <a:pt x="728566" y="442518"/>
                </a:lnTo>
                <a:lnTo>
                  <a:pt x="728670" y="442210"/>
                </a:lnTo>
                <a:lnTo>
                  <a:pt x="728764" y="441898"/>
                </a:lnTo>
                <a:lnTo>
                  <a:pt x="728846" y="441582"/>
                </a:lnTo>
                <a:lnTo>
                  <a:pt x="728917" y="441261"/>
                </a:lnTo>
                <a:lnTo>
                  <a:pt x="728978" y="440937"/>
                </a:lnTo>
                <a:lnTo>
                  <a:pt x="729027" y="440608"/>
                </a:lnTo>
                <a:lnTo>
                  <a:pt x="729065" y="440275"/>
                </a:lnTo>
                <a:lnTo>
                  <a:pt x="729093" y="439938"/>
                </a:lnTo>
                <a:lnTo>
                  <a:pt x="729109" y="439597"/>
                </a:lnTo>
                <a:lnTo>
                  <a:pt x="729115" y="439251"/>
                </a:lnTo>
                <a:lnTo>
                  <a:pt x="729109" y="438905"/>
                </a:lnTo>
                <a:lnTo>
                  <a:pt x="729093" y="438564"/>
                </a:lnTo>
                <a:lnTo>
                  <a:pt x="729065" y="438227"/>
                </a:lnTo>
                <a:lnTo>
                  <a:pt x="729027" y="437894"/>
                </a:lnTo>
                <a:lnTo>
                  <a:pt x="728978" y="437565"/>
                </a:lnTo>
                <a:lnTo>
                  <a:pt x="728917" y="437241"/>
                </a:lnTo>
                <a:lnTo>
                  <a:pt x="728846" y="436920"/>
                </a:lnTo>
                <a:lnTo>
                  <a:pt x="728764" y="436604"/>
                </a:lnTo>
                <a:lnTo>
                  <a:pt x="728670" y="436292"/>
                </a:lnTo>
                <a:lnTo>
                  <a:pt x="728566" y="435984"/>
                </a:lnTo>
                <a:lnTo>
                  <a:pt x="728451" y="435680"/>
                </a:lnTo>
                <a:lnTo>
                  <a:pt x="728325" y="435380"/>
                </a:lnTo>
                <a:lnTo>
                  <a:pt x="728188" y="435085"/>
                </a:lnTo>
                <a:lnTo>
                  <a:pt x="728039" y="434793"/>
                </a:lnTo>
                <a:lnTo>
                  <a:pt x="727880" y="434506"/>
                </a:lnTo>
                <a:lnTo>
                  <a:pt x="727710" y="434223"/>
                </a:lnTo>
                <a:lnTo>
                  <a:pt x="727529" y="433944"/>
                </a:lnTo>
                <a:lnTo>
                  <a:pt x="727337" y="433670"/>
                </a:lnTo>
                <a:lnTo>
                  <a:pt x="727134" y="433399"/>
                </a:lnTo>
                <a:lnTo>
                  <a:pt x="726920" y="433133"/>
                </a:lnTo>
                <a:lnTo>
                  <a:pt x="726695" y="432871"/>
                </a:lnTo>
                <a:lnTo>
                  <a:pt x="726460" y="432613"/>
                </a:lnTo>
                <a:lnTo>
                  <a:pt x="726213" y="432359"/>
                </a:lnTo>
                <a:lnTo>
                  <a:pt x="725955" y="432110"/>
                </a:lnTo>
                <a:lnTo>
                  <a:pt x="725695" y="431867"/>
                </a:lnTo>
                <a:lnTo>
                  <a:pt x="725430" y="431635"/>
                </a:lnTo>
                <a:lnTo>
                  <a:pt x="725161" y="431413"/>
                </a:lnTo>
                <a:lnTo>
                  <a:pt x="724887" y="431202"/>
                </a:lnTo>
                <a:lnTo>
                  <a:pt x="724610" y="431001"/>
                </a:lnTo>
                <a:lnTo>
                  <a:pt x="724327" y="430810"/>
                </a:lnTo>
                <a:lnTo>
                  <a:pt x="724041" y="430630"/>
                </a:lnTo>
                <a:lnTo>
                  <a:pt x="723750" y="430459"/>
                </a:lnTo>
                <a:lnTo>
                  <a:pt x="723455" y="430300"/>
                </a:lnTo>
                <a:lnTo>
                  <a:pt x="723155" y="430150"/>
                </a:lnTo>
                <a:lnTo>
                  <a:pt x="722851" y="430011"/>
                </a:lnTo>
                <a:lnTo>
                  <a:pt x="722542" y="429882"/>
                </a:lnTo>
                <a:lnTo>
                  <a:pt x="722229" y="429763"/>
                </a:lnTo>
                <a:lnTo>
                  <a:pt x="721912" y="429655"/>
                </a:lnTo>
                <a:lnTo>
                  <a:pt x="721590" y="429557"/>
                </a:lnTo>
                <a:lnTo>
                  <a:pt x="721264" y="429469"/>
                </a:lnTo>
                <a:lnTo>
                  <a:pt x="720934" y="429392"/>
                </a:lnTo>
                <a:lnTo>
                  <a:pt x="720599" y="429325"/>
                </a:lnTo>
                <a:lnTo>
                  <a:pt x="720260" y="429268"/>
                </a:lnTo>
                <a:lnTo>
                  <a:pt x="719916" y="429222"/>
                </a:lnTo>
                <a:lnTo>
                  <a:pt x="719568" y="429186"/>
                </a:lnTo>
                <a:lnTo>
                  <a:pt x="719215" y="429160"/>
                </a:lnTo>
                <a:lnTo>
                  <a:pt x="718859" y="429144"/>
                </a:lnTo>
                <a:lnTo>
                  <a:pt x="718497" y="429139"/>
                </a:lnTo>
                <a:lnTo>
                  <a:pt x="718136" y="429144"/>
                </a:lnTo>
                <a:lnTo>
                  <a:pt x="717779" y="429160"/>
                </a:lnTo>
                <a:lnTo>
                  <a:pt x="717426" y="429186"/>
                </a:lnTo>
                <a:lnTo>
                  <a:pt x="717077" y="429222"/>
                </a:lnTo>
                <a:lnTo>
                  <a:pt x="716733" y="429268"/>
                </a:lnTo>
                <a:lnTo>
                  <a:pt x="716392" y="429325"/>
                </a:lnTo>
                <a:lnTo>
                  <a:pt x="716056" y="429392"/>
                </a:lnTo>
                <a:lnTo>
                  <a:pt x="715724" y="429469"/>
                </a:lnTo>
                <a:lnTo>
                  <a:pt x="715396" y="429557"/>
                </a:lnTo>
                <a:lnTo>
                  <a:pt x="715072" y="429655"/>
                </a:lnTo>
                <a:lnTo>
                  <a:pt x="714752" y="429763"/>
                </a:lnTo>
                <a:lnTo>
                  <a:pt x="714437" y="429882"/>
                </a:lnTo>
                <a:lnTo>
                  <a:pt x="714126" y="430011"/>
                </a:lnTo>
                <a:lnTo>
                  <a:pt x="713819" y="430150"/>
                </a:lnTo>
                <a:lnTo>
                  <a:pt x="713516" y="430300"/>
                </a:lnTo>
                <a:lnTo>
                  <a:pt x="713217" y="430459"/>
                </a:lnTo>
                <a:lnTo>
                  <a:pt x="712922" y="430630"/>
                </a:lnTo>
                <a:lnTo>
                  <a:pt x="712632" y="430810"/>
                </a:lnTo>
                <a:lnTo>
                  <a:pt x="712346" y="431001"/>
                </a:lnTo>
                <a:lnTo>
                  <a:pt x="712064" y="431202"/>
                </a:lnTo>
                <a:lnTo>
                  <a:pt x="711786" y="431413"/>
                </a:lnTo>
                <a:lnTo>
                  <a:pt x="711512" y="431635"/>
                </a:lnTo>
                <a:lnTo>
                  <a:pt x="711242" y="431867"/>
                </a:lnTo>
                <a:lnTo>
                  <a:pt x="710977" y="432110"/>
                </a:lnTo>
                <a:lnTo>
                  <a:pt x="710724" y="432359"/>
                </a:lnTo>
                <a:lnTo>
                  <a:pt x="710482" y="432613"/>
                </a:lnTo>
                <a:lnTo>
                  <a:pt x="710251" y="432871"/>
                </a:lnTo>
                <a:lnTo>
                  <a:pt x="710031" y="433133"/>
                </a:lnTo>
                <a:lnTo>
                  <a:pt x="709821" y="433399"/>
                </a:lnTo>
                <a:lnTo>
                  <a:pt x="709622" y="433670"/>
                </a:lnTo>
                <a:lnTo>
                  <a:pt x="709434" y="433944"/>
                </a:lnTo>
                <a:lnTo>
                  <a:pt x="709257" y="434223"/>
                </a:lnTo>
                <a:lnTo>
                  <a:pt x="709090" y="434506"/>
                </a:lnTo>
                <a:lnTo>
                  <a:pt x="708934" y="434793"/>
                </a:lnTo>
                <a:lnTo>
                  <a:pt x="708789" y="435085"/>
                </a:lnTo>
                <a:lnTo>
                  <a:pt x="708654" y="435380"/>
                </a:lnTo>
                <a:lnTo>
                  <a:pt x="708531" y="435680"/>
                </a:lnTo>
                <a:lnTo>
                  <a:pt x="708418" y="435984"/>
                </a:lnTo>
                <a:lnTo>
                  <a:pt x="708316" y="436292"/>
                </a:lnTo>
                <a:lnTo>
                  <a:pt x="708224" y="436604"/>
                </a:lnTo>
                <a:lnTo>
                  <a:pt x="708144" y="436920"/>
                </a:lnTo>
                <a:lnTo>
                  <a:pt x="708074" y="437241"/>
                </a:lnTo>
                <a:lnTo>
                  <a:pt x="708015" y="437565"/>
                </a:lnTo>
                <a:lnTo>
                  <a:pt x="707966" y="437894"/>
                </a:lnTo>
                <a:lnTo>
                  <a:pt x="707929" y="438227"/>
                </a:lnTo>
                <a:lnTo>
                  <a:pt x="707902" y="438564"/>
                </a:lnTo>
                <a:lnTo>
                  <a:pt x="707886" y="438905"/>
                </a:lnTo>
                <a:lnTo>
                  <a:pt x="707880" y="439251"/>
                </a:lnTo>
                <a:lnTo>
                  <a:pt x="707886" y="439597"/>
                </a:lnTo>
                <a:lnTo>
                  <a:pt x="707902" y="439938"/>
                </a:lnTo>
                <a:lnTo>
                  <a:pt x="707929" y="440275"/>
                </a:lnTo>
                <a:lnTo>
                  <a:pt x="707966" y="440608"/>
                </a:lnTo>
                <a:lnTo>
                  <a:pt x="708015" y="440937"/>
                </a:lnTo>
                <a:lnTo>
                  <a:pt x="708074" y="441261"/>
                </a:lnTo>
                <a:lnTo>
                  <a:pt x="708144" y="441582"/>
                </a:lnTo>
                <a:lnTo>
                  <a:pt x="708224" y="441898"/>
                </a:lnTo>
                <a:lnTo>
                  <a:pt x="708316" y="442210"/>
                </a:lnTo>
                <a:lnTo>
                  <a:pt x="708418" y="442518"/>
                </a:lnTo>
                <a:lnTo>
                  <a:pt x="708531" y="442822"/>
                </a:lnTo>
                <a:lnTo>
                  <a:pt x="708654" y="443122"/>
                </a:lnTo>
                <a:lnTo>
                  <a:pt x="708789" y="443417"/>
                </a:lnTo>
                <a:lnTo>
                  <a:pt x="708934" y="443709"/>
                </a:lnTo>
                <a:lnTo>
                  <a:pt x="709090" y="443996"/>
                </a:lnTo>
                <a:lnTo>
                  <a:pt x="709257" y="444279"/>
                </a:lnTo>
                <a:lnTo>
                  <a:pt x="709434" y="444558"/>
                </a:lnTo>
                <a:lnTo>
                  <a:pt x="709622" y="444832"/>
                </a:lnTo>
                <a:lnTo>
                  <a:pt x="709821" y="445103"/>
                </a:lnTo>
                <a:lnTo>
                  <a:pt x="710031" y="445369"/>
                </a:lnTo>
                <a:lnTo>
                  <a:pt x="710251" y="445631"/>
                </a:lnTo>
                <a:lnTo>
                  <a:pt x="710482" y="445889"/>
                </a:lnTo>
                <a:lnTo>
                  <a:pt x="710724" y="446143"/>
                </a:lnTo>
                <a:lnTo>
                  <a:pt x="710977" y="446392"/>
                </a:lnTo>
                <a:lnTo>
                  <a:pt x="711242" y="446635"/>
                </a:lnTo>
                <a:lnTo>
                  <a:pt x="711512" y="446867"/>
                </a:lnTo>
                <a:lnTo>
                  <a:pt x="711786" y="447089"/>
                </a:lnTo>
                <a:lnTo>
                  <a:pt x="712064" y="447300"/>
                </a:lnTo>
                <a:lnTo>
                  <a:pt x="712346" y="447501"/>
                </a:lnTo>
                <a:lnTo>
                  <a:pt x="712632" y="447692"/>
                </a:lnTo>
                <a:lnTo>
                  <a:pt x="712922" y="447872"/>
                </a:lnTo>
                <a:lnTo>
                  <a:pt x="713217" y="448043"/>
                </a:lnTo>
                <a:lnTo>
                  <a:pt x="713516" y="448202"/>
                </a:lnTo>
                <a:lnTo>
                  <a:pt x="713819" y="448352"/>
                </a:lnTo>
                <a:lnTo>
                  <a:pt x="714126" y="448491"/>
                </a:lnTo>
                <a:lnTo>
                  <a:pt x="714437" y="448620"/>
                </a:lnTo>
                <a:lnTo>
                  <a:pt x="714752" y="448739"/>
                </a:lnTo>
                <a:lnTo>
                  <a:pt x="715072" y="448847"/>
                </a:lnTo>
                <a:lnTo>
                  <a:pt x="715396" y="448945"/>
                </a:lnTo>
                <a:lnTo>
                  <a:pt x="715724" y="449033"/>
                </a:lnTo>
                <a:lnTo>
                  <a:pt x="716056" y="449110"/>
                </a:lnTo>
                <a:lnTo>
                  <a:pt x="716392" y="449177"/>
                </a:lnTo>
                <a:lnTo>
                  <a:pt x="716733" y="449234"/>
                </a:lnTo>
                <a:lnTo>
                  <a:pt x="717077" y="449280"/>
                </a:lnTo>
                <a:lnTo>
                  <a:pt x="717426" y="449316"/>
                </a:lnTo>
                <a:lnTo>
                  <a:pt x="717779" y="449342"/>
                </a:lnTo>
                <a:lnTo>
                  <a:pt x="718136" y="449358"/>
                </a:lnTo>
                <a:lnTo>
                  <a:pt x="718497" y="449363"/>
                </a:lnTo>
                <a:lnTo>
                  <a:pt x="718859" y="449358"/>
                </a:lnTo>
                <a:lnTo>
                  <a:pt x="719215" y="449342"/>
                </a:lnTo>
                <a:lnTo>
                  <a:pt x="719568" y="449316"/>
                </a:lnTo>
                <a:lnTo>
                  <a:pt x="719916" y="449280"/>
                </a:lnTo>
                <a:lnTo>
                  <a:pt x="720260" y="449234"/>
                </a:lnTo>
                <a:lnTo>
                  <a:pt x="720599" y="449177"/>
                </a:lnTo>
                <a:lnTo>
                  <a:pt x="720934" y="449110"/>
                </a:lnTo>
                <a:close/>
                <a:moveTo>
                  <a:pt x="1032199" y="449110"/>
                </a:moveTo>
                <a:lnTo>
                  <a:pt x="1032530" y="449033"/>
                </a:lnTo>
                <a:lnTo>
                  <a:pt x="1032856" y="448945"/>
                </a:lnTo>
                <a:lnTo>
                  <a:pt x="1033178" y="448847"/>
                </a:lnTo>
                <a:lnTo>
                  <a:pt x="1033495" y="448739"/>
                </a:lnTo>
                <a:lnTo>
                  <a:pt x="1033808" y="448620"/>
                </a:lnTo>
                <a:lnTo>
                  <a:pt x="1034116" y="448491"/>
                </a:lnTo>
                <a:lnTo>
                  <a:pt x="1034420" y="448352"/>
                </a:lnTo>
                <a:lnTo>
                  <a:pt x="1034720" y="448202"/>
                </a:lnTo>
                <a:lnTo>
                  <a:pt x="1035016" y="448043"/>
                </a:lnTo>
                <a:lnTo>
                  <a:pt x="1035307" y="447872"/>
                </a:lnTo>
                <a:lnTo>
                  <a:pt x="1035593" y="447692"/>
                </a:lnTo>
                <a:lnTo>
                  <a:pt x="1035875" y="447501"/>
                </a:lnTo>
                <a:lnTo>
                  <a:pt x="1036153" y="447300"/>
                </a:lnTo>
                <a:lnTo>
                  <a:pt x="1036427" y="447089"/>
                </a:lnTo>
                <a:lnTo>
                  <a:pt x="1036696" y="446867"/>
                </a:lnTo>
                <a:lnTo>
                  <a:pt x="1036960" y="446635"/>
                </a:lnTo>
                <a:lnTo>
                  <a:pt x="1037221" y="446392"/>
                </a:lnTo>
                <a:lnTo>
                  <a:pt x="1037478" y="446143"/>
                </a:lnTo>
                <a:lnTo>
                  <a:pt x="1037725" y="445889"/>
                </a:lnTo>
                <a:lnTo>
                  <a:pt x="1037961" y="445631"/>
                </a:lnTo>
                <a:lnTo>
                  <a:pt x="1038186" y="445369"/>
                </a:lnTo>
                <a:lnTo>
                  <a:pt x="1038400" y="445103"/>
                </a:lnTo>
                <a:lnTo>
                  <a:pt x="1038603" y="444832"/>
                </a:lnTo>
                <a:lnTo>
                  <a:pt x="1038795" y="444558"/>
                </a:lnTo>
                <a:lnTo>
                  <a:pt x="1038976" y="444279"/>
                </a:lnTo>
                <a:lnTo>
                  <a:pt x="1039146" y="443996"/>
                </a:lnTo>
                <a:lnTo>
                  <a:pt x="1039305" y="443709"/>
                </a:lnTo>
                <a:lnTo>
                  <a:pt x="1039453" y="443417"/>
                </a:lnTo>
                <a:lnTo>
                  <a:pt x="1039590" y="443122"/>
                </a:lnTo>
                <a:lnTo>
                  <a:pt x="1039717" y="442822"/>
                </a:lnTo>
                <a:lnTo>
                  <a:pt x="1039832" y="442518"/>
                </a:lnTo>
                <a:lnTo>
                  <a:pt x="1039936" y="442210"/>
                </a:lnTo>
                <a:lnTo>
                  <a:pt x="1040029" y="441898"/>
                </a:lnTo>
                <a:lnTo>
                  <a:pt x="1040112" y="441582"/>
                </a:lnTo>
                <a:lnTo>
                  <a:pt x="1040183" y="441261"/>
                </a:lnTo>
                <a:lnTo>
                  <a:pt x="1040243" y="440937"/>
                </a:lnTo>
                <a:lnTo>
                  <a:pt x="1040293" y="440608"/>
                </a:lnTo>
                <a:lnTo>
                  <a:pt x="1040331" y="440275"/>
                </a:lnTo>
                <a:lnTo>
                  <a:pt x="1040358" y="439938"/>
                </a:lnTo>
                <a:lnTo>
                  <a:pt x="1040375" y="439597"/>
                </a:lnTo>
                <a:lnTo>
                  <a:pt x="1040380" y="439251"/>
                </a:lnTo>
                <a:lnTo>
                  <a:pt x="1040375" y="438905"/>
                </a:lnTo>
                <a:lnTo>
                  <a:pt x="1040358" y="438564"/>
                </a:lnTo>
                <a:lnTo>
                  <a:pt x="1040331" y="438227"/>
                </a:lnTo>
                <a:lnTo>
                  <a:pt x="1040293" y="437894"/>
                </a:lnTo>
                <a:lnTo>
                  <a:pt x="1040243" y="437565"/>
                </a:lnTo>
                <a:lnTo>
                  <a:pt x="1040183" y="437241"/>
                </a:lnTo>
                <a:lnTo>
                  <a:pt x="1040112" y="436920"/>
                </a:lnTo>
                <a:lnTo>
                  <a:pt x="1040029" y="436604"/>
                </a:lnTo>
                <a:lnTo>
                  <a:pt x="1039936" y="436292"/>
                </a:lnTo>
                <a:lnTo>
                  <a:pt x="1039832" y="435984"/>
                </a:lnTo>
                <a:lnTo>
                  <a:pt x="1039717" y="435680"/>
                </a:lnTo>
                <a:lnTo>
                  <a:pt x="1039590" y="435380"/>
                </a:lnTo>
                <a:lnTo>
                  <a:pt x="1039453" y="435085"/>
                </a:lnTo>
                <a:lnTo>
                  <a:pt x="1039305" y="434793"/>
                </a:lnTo>
                <a:lnTo>
                  <a:pt x="1039146" y="434506"/>
                </a:lnTo>
                <a:lnTo>
                  <a:pt x="1038976" y="434223"/>
                </a:lnTo>
                <a:lnTo>
                  <a:pt x="1038795" y="433944"/>
                </a:lnTo>
                <a:lnTo>
                  <a:pt x="1038603" y="433670"/>
                </a:lnTo>
                <a:lnTo>
                  <a:pt x="1038400" y="433399"/>
                </a:lnTo>
                <a:lnTo>
                  <a:pt x="1038186" y="433133"/>
                </a:lnTo>
                <a:lnTo>
                  <a:pt x="1037961" y="432871"/>
                </a:lnTo>
                <a:lnTo>
                  <a:pt x="1037725" y="432613"/>
                </a:lnTo>
                <a:lnTo>
                  <a:pt x="1037478" y="432359"/>
                </a:lnTo>
                <a:lnTo>
                  <a:pt x="1037221" y="432110"/>
                </a:lnTo>
                <a:lnTo>
                  <a:pt x="1036960" y="431867"/>
                </a:lnTo>
                <a:lnTo>
                  <a:pt x="1036696" y="431635"/>
                </a:lnTo>
                <a:lnTo>
                  <a:pt x="1036427" y="431413"/>
                </a:lnTo>
                <a:lnTo>
                  <a:pt x="1036153" y="431202"/>
                </a:lnTo>
                <a:lnTo>
                  <a:pt x="1035875" y="431001"/>
                </a:lnTo>
                <a:lnTo>
                  <a:pt x="1035593" y="430810"/>
                </a:lnTo>
                <a:lnTo>
                  <a:pt x="1035307" y="430630"/>
                </a:lnTo>
                <a:lnTo>
                  <a:pt x="1035016" y="430459"/>
                </a:lnTo>
                <a:lnTo>
                  <a:pt x="1034720" y="430300"/>
                </a:lnTo>
                <a:lnTo>
                  <a:pt x="1034420" y="430150"/>
                </a:lnTo>
                <a:lnTo>
                  <a:pt x="1034116" y="430011"/>
                </a:lnTo>
                <a:lnTo>
                  <a:pt x="1033808" y="429882"/>
                </a:lnTo>
                <a:lnTo>
                  <a:pt x="1033495" y="429763"/>
                </a:lnTo>
                <a:lnTo>
                  <a:pt x="1033178" y="429655"/>
                </a:lnTo>
                <a:lnTo>
                  <a:pt x="1032856" y="429557"/>
                </a:lnTo>
                <a:lnTo>
                  <a:pt x="1032530" y="429469"/>
                </a:lnTo>
                <a:lnTo>
                  <a:pt x="1032199" y="429392"/>
                </a:lnTo>
                <a:lnTo>
                  <a:pt x="1031864" y="429325"/>
                </a:lnTo>
                <a:lnTo>
                  <a:pt x="1031525" y="429268"/>
                </a:lnTo>
                <a:lnTo>
                  <a:pt x="1031182" y="429222"/>
                </a:lnTo>
                <a:lnTo>
                  <a:pt x="1030834" y="429186"/>
                </a:lnTo>
                <a:lnTo>
                  <a:pt x="1030481" y="429160"/>
                </a:lnTo>
                <a:lnTo>
                  <a:pt x="1030124" y="429144"/>
                </a:lnTo>
                <a:lnTo>
                  <a:pt x="1029763" y="429139"/>
                </a:lnTo>
                <a:lnTo>
                  <a:pt x="1029402" y="429144"/>
                </a:lnTo>
                <a:lnTo>
                  <a:pt x="1029045" y="429160"/>
                </a:lnTo>
                <a:lnTo>
                  <a:pt x="1028692" y="429186"/>
                </a:lnTo>
                <a:lnTo>
                  <a:pt x="1028343" y="429222"/>
                </a:lnTo>
                <a:lnTo>
                  <a:pt x="1027998" y="429268"/>
                </a:lnTo>
                <a:lnTo>
                  <a:pt x="1027658" y="429325"/>
                </a:lnTo>
                <a:lnTo>
                  <a:pt x="1027322" y="429392"/>
                </a:lnTo>
                <a:lnTo>
                  <a:pt x="1026989" y="429469"/>
                </a:lnTo>
                <a:lnTo>
                  <a:pt x="1026662" y="429557"/>
                </a:lnTo>
                <a:lnTo>
                  <a:pt x="1026338" y="429655"/>
                </a:lnTo>
                <a:lnTo>
                  <a:pt x="1026018" y="429763"/>
                </a:lnTo>
                <a:lnTo>
                  <a:pt x="1025703" y="429882"/>
                </a:lnTo>
                <a:lnTo>
                  <a:pt x="1025391" y="430011"/>
                </a:lnTo>
                <a:lnTo>
                  <a:pt x="1025084" y="430150"/>
                </a:lnTo>
                <a:lnTo>
                  <a:pt x="1024781" y="430300"/>
                </a:lnTo>
                <a:lnTo>
                  <a:pt x="1024483" y="430459"/>
                </a:lnTo>
                <a:lnTo>
                  <a:pt x="1024188" y="430630"/>
                </a:lnTo>
                <a:lnTo>
                  <a:pt x="1023898" y="430810"/>
                </a:lnTo>
                <a:lnTo>
                  <a:pt x="1023611" y="431001"/>
                </a:lnTo>
                <a:lnTo>
                  <a:pt x="1023329" y="431202"/>
                </a:lnTo>
                <a:lnTo>
                  <a:pt x="1023051" y="431413"/>
                </a:lnTo>
                <a:lnTo>
                  <a:pt x="1022778" y="431635"/>
                </a:lnTo>
                <a:lnTo>
                  <a:pt x="1022508" y="431867"/>
                </a:lnTo>
                <a:lnTo>
                  <a:pt x="1022243" y="432110"/>
                </a:lnTo>
                <a:lnTo>
                  <a:pt x="1021990" y="432359"/>
                </a:lnTo>
                <a:lnTo>
                  <a:pt x="1021748" y="432613"/>
                </a:lnTo>
                <a:lnTo>
                  <a:pt x="1021517" y="432871"/>
                </a:lnTo>
                <a:lnTo>
                  <a:pt x="1021296" y="433133"/>
                </a:lnTo>
                <a:lnTo>
                  <a:pt x="1021087" y="433399"/>
                </a:lnTo>
                <a:lnTo>
                  <a:pt x="1020888" y="433670"/>
                </a:lnTo>
                <a:lnTo>
                  <a:pt x="1020700" y="433944"/>
                </a:lnTo>
                <a:lnTo>
                  <a:pt x="1020522" y="434223"/>
                </a:lnTo>
                <a:lnTo>
                  <a:pt x="1020356" y="434506"/>
                </a:lnTo>
                <a:lnTo>
                  <a:pt x="1020200" y="434793"/>
                </a:lnTo>
                <a:lnTo>
                  <a:pt x="1020054" y="435085"/>
                </a:lnTo>
                <a:lnTo>
                  <a:pt x="1019920" y="435380"/>
                </a:lnTo>
                <a:lnTo>
                  <a:pt x="1019796" y="435680"/>
                </a:lnTo>
                <a:lnTo>
                  <a:pt x="1019684" y="435984"/>
                </a:lnTo>
                <a:lnTo>
                  <a:pt x="1019581" y="436292"/>
                </a:lnTo>
                <a:lnTo>
                  <a:pt x="1019490" y="436604"/>
                </a:lnTo>
                <a:lnTo>
                  <a:pt x="1019409" y="436920"/>
                </a:lnTo>
                <a:lnTo>
                  <a:pt x="1019339" y="437241"/>
                </a:lnTo>
                <a:lnTo>
                  <a:pt x="1019280" y="437565"/>
                </a:lnTo>
                <a:lnTo>
                  <a:pt x="1019232" y="437894"/>
                </a:lnTo>
                <a:lnTo>
                  <a:pt x="1019194" y="438227"/>
                </a:lnTo>
                <a:lnTo>
                  <a:pt x="1019167" y="438564"/>
                </a:lnTo>
                <a:lnTo>
                  <a:pt x="1019151" y="438905"/>
                </a:lnTo>
                <a:lnTo>
                  <a:pt x="1019146" y="439251"/>
                </a:lnTo>
                <a:lnTo>
                  <a:pt x="1019151" y="439597"/>
                </a:lnTo>
                <a:lnTo>
                  <a:pt x="1019167" y="439938"/>
                </a:lnTo>
                <a:lnTo>
                  <a:pt x="1019194" y="440275"/>
                </a:lnTo>
                <a:lnTo>
                  <a:pt x="1019232" y="440608"/>
                </a:lnTo>
                <a:lnTo>
                  <a:pt x="1019280" y="440937"/>
                </a:lnTo>
                <a:lnTo>
                  <a:pt x="1019339" y="441261"/>
                </a:lnTo>
                <a:lnTo>
                  <a:pt x="1019409" y="441582"/>
                </a:lnTo>
                <a:lnTo>
                  <a:pt x="1019490" y="441898"/>
                </a:lnTo>
                <a:lnTo>
                  <a:pt x="1019581" y="442210"/>
                </a:lnTo>
                <a:lnTo>
                  <a:pt x="1019684" y="442518"/>
                </a:lnTo>
                <a:lnTo>
                  <a:pt x="1019796" y="442822"/>
                </a:lnTo>
                <a:lnTo>
                  <a:pt x="1019920" y="443122"/>
                </a:lnTo>
                <a:lnTo>
                  <a:pt x="1020054" y="443417"/>
                </a:lnTo>
                <a:lnTo>
                  <a:pt x="1020200" y="443709"/>
                </a:lnTo>
                <a:lnTo>
                  <a:pt x="1020356" y="443996"/>
                </a:lnTo>
                <a:lnTo>
                  <a:pt x="1020522" y="444279"/>
                </a:lnTo>
                <a:lnTo>
                  <a:pt x="1020700" y="444558"/>
                </a:lnTo>
                <a:lnTo>
                  <a:pt x="1020888" y="444832"/>
                </a:lnTo>
                <a:lnTo>
                  <a:pt x="1021087" y="445103"/>
                </a:lnTo>
                <a:lnTo>
                  <a:pt x="1021296" y="445369"/>
                </a:lnTo>
                <a:lnTo>
                  <a:pt x="1021517" y="445631"/>
                </a:lnTo>
                <a:lnTo>
                  <a:pt x="1021748" y="445889"/>
                </a:lnTo>
                <a:lnTo>
                  <a:pt x="1021990" y="446143"/>
                </a:lnTo>
                <a:lnTo>
                  <a:pt x="1022243" y="446392"/>
                </a:lnTo>
                <a:lnTo>
                  <a:pt x="1022508" y="446635"/>
                </a:lnTo>
                <a:lnTo>
                  <a:pt x="1022778" y="446867"/>
                </a:lnTo>
                <a:lnTo>
                  <a:pt x="1023051" y="447089"/>
                </a:lnTo>
                <a:lnTo>
                  <a:pt x="1023329" y="447300"/>
                </a:lnTo>
                <a:lnTo>
                  <a:pt x="1023611" y="447501"/>
                </a:lnTo>
                <a:lnTo>
                  <a:pt x="1023898" y="447692"/>
                </a:lnTo>
                <a:lnTo>
                  <a:pt x="1024188" y="447872"/>
                </a:lnTo>
                <a:lnTo>
                  <a:pt x="1024483" y="448043"/>
                </a:lnTo>
                <a:lnTo>
                  <a:pt x="1024781" y="448202"/>
                </a:lnTo>
                <a:lnTo>
                  <a:pt x="1025084" y="448352"/>
                </a:lnTo>
                <a:lnTo>
                  <a:pt x="1025391" y="448491"/>
                </a:lnTo>
                <a:lnTo>
                  <a:pt x="1025703" y="448620"/>
                </a:lnTo>
                <a:lnTo>
                  <a:pt x="1026018" y="448739"/>
                </a:lnTo>
                <a:lnTo>
                  <a:pt x="1026338" y="448847"/>
                </a:lnTo>
                <a:lnTo>
                  <a:pt x="1026662" y="448945"/>
                </a:lnTo>
                <a:lnTo>
                  <a:pt x="1026989" y="449033"/>
                </a:lnTo>
                <a:lnTo>
                  <a:pt x="1027322" y="449110"/>
                </a:lnTo>
                <a:lnTo>
                  <a:pt x="1027658" y="449177"/>
                </a:lnTo>
                <a:lnTo>
                  <a:pt x="1027998" y="449234"/>
                </a:lnTo>
                <a:lnTo>
                  <a:pt x="1028343" y="449280"/>
                </a:lnTo>
                <a:lnTo>
                  <a:pt x="1028692" y="449316"/>
                </a:lnTo>
                <a:lnTo>
                  <a:pt x="1029045" y="449342"/>
                </a:lnTo>
                <a:lnTo>
                  <a:pt x="1029402" y="449358"/>
                </a:lnTo>
                <a:lnTo>
                  <a:pt x="1029763" y="449363"/>
                </a:lnTo>
                <a:lnTo>
                  <a:pt x="1030124" y="449358"/>
                </a:lnTo>
                <a:lnTo>
                  <a:pt x="1030481" y="449342"/>
                </a:lnTo>
                <a:lnTo>
                  <a:pt x="1030834" y="449316"/>
                </a:lnTo>
                <a:lnTo>
                  <a:pt x="1031182" y="449280"/>
                </a:lnTo>
                <a:lnTo>
                  <a:pt x="1031525" y="449234"/>
                </a:lnTo>
                <a:lnTo>
                  <a:pt x="1031864" y="449177"/>
                </a:lnTo>
                <a:lnTo>
                  <a:pt x="1032199" y="449110"/>
                </a:lnTo>
                <a:close/>
                <a:moveTo>
                  <a:pt x="964100" y="478181"/>
                </a:moveTo>
                <a:lnTo>
                  <a:pt x="964100" y="538851"/>
                </a:lnTo>
                <a:lnTo>
                  <a:pt x="964107" y="539552"/>
                </a:lnTo>
                <a:lnTo>
                  <a:pt x="964128" y="540242"/>
                </a:lnTo>
                <a:lnTo>
                  <a:pt x="964162" y="540923"/>
                </a:lnTo>
                <a:lnTo>
                  <a:pt x="964209" y="541593"/>
                </a:lnTo>
                <a:lnTo>
                  <a:pt x="964271" y="542253"/>
                </a:lnTo>
                <a:lnTo>
                  <a:pt x="964345" y="542904"/>
                </a:lnTo>
                <a:lnTo>
                  <a:pt x="964434" y="543544"/>
                </a:lnTo>
                <a:lnTo>
                  <a:pt x="964536" y="544174"/>
                </a:lnTo>
                <a:lnTo>
                  <a:pt x="964652" y="544794"/>
                </a:lnTo>
                <a:lnTo>
                  <a:pt x="964781" y="545403"/>
                </a:lnTo>
                <a:lnTo>
                  <a:pt x="964924" y="546003"/>
                </a:lnTo>
                <a:lnTo>
                  <a:pt x="965080" y="546593"/>
                </a:lnTo>
                <a:lnTo>
                  <a:pt x="965250" y="547172"/>
                </a:lnTo>
                <a:lnTo>
                  <a:pt x="965434" y="547742"/>
                </a:lnTo>
                <a:lnTo>
                  <a:pt x="965631" y="548301"/>
                </a:lnTo>
                <a:lnTo>
                  <a:pt x="965842" y="548850"/>
                </a:lnTo>
                <a:lnTo>
                  <a:pt x="966066" y="549389"/>
                </a:lnTo>
                <a:lnTo>
                  <a:pt x="966305" y="549919"/>
                </a:lnTo>
                <a:lnTo>
                  <a:pt x="966556" y="550437"/>
                </a:lnTo>
                <a:lnTo>
                  <a:pt x="966822" y="550946"/>
                </a:lnTo>
                <a:lnTo>
                  <a:pt x="967100" y="551445"/>
                </a:lnTo>
                <a:lnTo>
                  <a:pt x="967393" y="551934"/>
                </a:lnTo>
                <a:lnTo>
                  <a:pt x="967699" y="552412"/>
                </a:lnTo>
                <a:lnTo>
                  <a:pt x="968019" y="552881"/>
                </a:lnTo>
                <a:lnTo>
                  <a:pt x="968354" y="553339"/>
                </a:lnTo>
                <a:lnTo>
                  <a:pt x="968696" y="553788"/>
                </a:lnTo>
                <a:lnTo>
                  <a:pt x="969046" y="554227"/>
                </a:lnTo>
                <a:lnTo>
                  <a:pt x="969402" y="554656"/>
                </a:lnTo>
                <a:lnTo>
                  <a:pt x="969765" y="555075"/>
                </a:lnTo>
                <a:lnTo>
                  <a:pt x="970136" y="555484"/>
                </a:lnTo>
                <a:lnTo>
                  <a:pt x="970513" y="555883"/>
                </a:lnTo>
                <a:lnTo>
                  <a:pt x="970898" y="556273"/>
                </a:lnTo>
                <a:lnTo>
                  <a:pt x="971289" y="556652"/>
                </a:lnTo>
                <a:lnTo>
                  <a:pt x="971688" y="557022"/>
                </a:lnTo>
                <a:lnTo>
                  <a:pt x="972093" y="557381"/>
                </a:lnTo>
                <a:lnTo>
                  <a:pt x="972506" y="557731"/>
                </a:lnTo>
                <a:lnTo>
                  <a:pt x="972925" y="558071"/>
                </a:lnTo>
                <a:lnTo>
                  <a:pt x="973352" y="558401"/>
                </a:lnTo>
                <a:lnTo>
                  <a:pt x="973786" y="558722"/>
                </a:lnTo>
                <a:lnTo>
                  <a:pt x="974226" y="559032"/>
                </a:lnTo>
                <a:lnTo>
                  <a:pt x="974674" y="559333"/>
                </a:lnTo>
                <a:lnTo>
                  <a:pt x="975129" y="559623"/>
                </a:lnTo>
                <a:lnTo>
                  <a:pt x="975590" y="559904"/>
                </a:lnTo>
                <a:lnTo>
                  <a:pt x="976059" y="560175"/>
                </a:lnTo>
                <a:lnTo>
                  <a:pt x="976535" y="560436"/>
                </a:lnTo>
                <a:lnTo>
                  <a:pt x="977017" y="560687"/>
                </a:lnTo>
                <a:lnTo>
                  <a:pt x="977507" y="560928"/>
                </a:lnTo>
                <a:lnTo>
                  <a:pt x="978004" y="561160"/>
                </a:lnTo>
                <a:lnTo>
                  <a:pt x="978510" y="561382"/>
                </a:lnTo>
                <a:lnTo>
                  <a:pt x="979017" y="561594"/>
                </a:lnTo>
                <a:lnTo>
                  <a:pt x="979525" y="561797"/>
                </a:lnTo>
                <a:lnTo>
                  <a:pt x="980033" y="561990"/>
                </a:lnTo>
                <a:lnTo>
                  <a:pt x="980543" y="562174"/>
                </a:lnTo>
                <a:lnTo>
                  <a:pt x="981053" y="562349"/>
                </a:lnTo>
                <a:lnTo>
                  <a:pt x="981565" y="562514"/>
                </a:lnTo>
                <a:lnTo>
                  <a:pt x="982077" y="562670"/>
                </a:lnTo>
                <a:lnTo>
                  <a:pt x="982590" y="562816"/>
                </a:lnTo>
                <a:lnTo>
                  <a:pt x="983104" y="562953"/>
                </a:lnTo>
                <a:lnTo>
                  <a:pt x="983619" y="563080"/>
                </a:lnTo>
                <a:lnTo>
                  <a:pt x="984134" y="563198"/>
                </a:lnTo>
                <a:lnTo>
                  <a:pt x="984651" y="563306"/>
                </a:lnTo>
                <a:lnTo>
                  <a:pt x="985168" y="563406"/>
                </a:lnTo>
                <a:lnTo>
                  <a:pt x="985686" y="563495"/>
                </a:lnTo>
                <a:lnTo>
                  <a:pt x="986206" y="563575"/>
                </a:lnTo>
                <a:lnTo>
                  <a:pt x="986726" y="563646"/>
                </a:lnTo>
                <a:lnTo>
                  <a:pt x="987247" y="563707"/>
                </a:lnTo>
                <a:lnTo>
                  <a:pt x="987769" y="563759"/>
                </a:lnTo>
                <a:lnTo>
                  <a:pt x="988291" y="563802"/>
                </a:lnTo>
                <a:lnTo>
                  <a:pt x="988815" y="563835"/>
                </a:lnTo>
                <a:lnTo>
                  <a:pt x="989339" y="563858"/>
                </a:lnTo>
                <a:lnTo>
                  <a:pt x="989865" y="563873"/>
                </a:lnTo>
                <a:lnTo>
                  <a:pt x="990391" y="563877"/>
                </a:lnTo>
                <a:lnTo>
                  <a:pt x="990736" y="563876"/>
                </a:lnTo>
                <a:lnTo>
                  <a:pt x="991076" y="563873"/>
                </a:lnTo>
                <a:lnTo>
                  <a:pt x="991411" y="563867"/>
                </a:lnTo>
                <a:lnTo>
                  <a:pt x="991741" y="563860"/>
                </a:lnTo>
                <a:lnTo>
                  <a:pt x="992066" y="563850"/>
                </a:lnTo>
                <a:lnTo>
                  <a:pt x="992386" y="563838"/>
                </a:lnTo>
                <a:lnTo>
                  <a:pt x="992700" y="563824"/>
                </a:lnTo>
                <a:lnTo>
                  <a:pt x="993010" y="563807"/>
                </a:lnTo>
                <a:lnTo>
                  <a:pt x="993315" y="563788"/>
                </a:lnTo>
                <a:lnTo>
                  <a:pt x="993614" y="563768"/>
                </a:lnTo>
                <a:lnTo>
                  <a:pt x="993909" y="563745"/>
                </a:lnTo>
                <a:lnTo>
                  <a:pt x="994198" y="563719"/>
                </a:lnTo>
                <a:lnTo>
                  <a:pt x="994483" y="563692"/>
                </a:lnTo>
                <a:lnTo>
                  <a:pt x="994762" y="563662"/>
                </a:lnTo>
                <a:lnTo>
                  <a:pt x="995037" y="563630"/>
                </a:lnTo>
                <a:lnTo>
                  <a:pt x="995306" y="563596"/>
                </a:lnTo>
                <a:lnTo>
                  <a:pt x="995571" y="563560"/>
                </a:lnTo>
                <a:lnTo>
                  <a:pt x="995830" y="563522"/>
                </a:lnTo>
                <a:lnTo>
                  <a:pt x="996084" y="563481"/>
                </a:lnTo>
                <a:lnTo>
                  <a:pt x="996333" y="563438"/>
                </a:lnTo>
                <a:lnTo>
                  <a:pt x="996577" y="563393"/>
                </a:lnTo>
                <a:lnTo>
                  <a:pt x="996816" y="563346"/>
                </a:lnTo>
                <a:lnTo>
                  <a:pt x="997050" y="563297"/>
                </a:lnTo>
                <a:lnTo>
                  <a:pt x="997279" y="563245"/>
                </a:lnTo>
                <a:lnTo>
                  <a:pt x="997504" y="563198"/>
                </a:lnTo>
                <a:lnTo>
                  <a:pt x="997724" y="563151"/>
                </a:lnTo>
                <a:lnTo>
                  <a:pt x="997940" y="563103"/>
                </a:lnTo>
                <a:lnTo>
                  <a:pt x="998152" y="563056"/>
                </a:lnTo>
                <a:lnTo>
                  <a:pt x="998360" y="563008"/>
                </a:lnTo>
                <a:lnTo>
                  <a:pt x="998563" y="562961"/>
                </a:lnTo>
                <a:lnTo>
                  <a:pt x="998762" y="562914"/>
                </a:lnTo>
                <a:lnTo>
                  <a:pt x="998958" y="562866"/>
                </a:lnTo>
                <a:lnTo>
                  <a:pt x="999149" y="562819"/>
                </a:lnTo>
                <a:lnTo>
                  <a:pt x="999336" y="562771"/>
                </a:lnTo>
                <a:lnTo>
                  <a:pt x="999518" y="562724"/>
                </a:lnTo>
                <a:lnTo>
                  <a:pt x="999697" y="562677"/>
                </a:lnTo>
                <a:lnTo>
                  <a:pt x="999871" y="562629"/>
                </a:lnTo>
                <a:lnTo>
                  <a:pt x="1000041" y="562582"/>
                </a:lnTo>
                <a:lnTo>
                  <a:pt x="1000207" y="562534"/>
                </a:lnTo>
                <a:lnTo>
                  <a:pt x="1000369" y="562487"/>
                </a:lnTo>
                <a:lnTo>
                  <a:pt x="1000527" y="562440"/>
                </a:lnTo>
                <a:lnTo>
                  <a:pt x="1000680" y="562392"/>
                </a:lnTo>
                <a:lnTo>
                  <a:pt x="1000830" y="562345"/>
                </a:lnTo>
                <a:lnTo>
                  <a:pt x="1000975" y="562297"/>
                </a:lnTo>
                <a:lnTo>
                  <a:pt x="1001116" y="562250"/>
                </a:lnTo>
                <a:lnTo>
                  <a:pt x="1001253" y="562203"/>
                </a:lnTo>
                <a:lnTo>
                  <a:pt x="1001385" y="562155"/>
                </a:lnTo>
                <a:lnTo>
                  <a:pt x="1001514" y="562108"/>
                </a:lnTo>
                <a:lnTo>
                  <a:pt x="998480" y="548710"/>
                </a:lnTo>
                <a:lnTo>
                  <a:pt x="998400" y="548726"/>
                </a:lnTo>
                <a:lnTo>
                  <a:pt x="998318" y="548742"/>
                </a:lnTo>
                <a:lnTo>
                  <a:pt x="998233" y="548759"/>
                </a:lnTo>
                <a:lnTo>
                  <a:pt x="998147" y="548777"/>
                </a:lnTo>
                <a:lnTo>
                  <a:pt x="998058" y="548794"/>
                </a:lnTo>
                <a:lnTo>
                  <a:pt x="997967" y="548813"/>
                </a:lnTo>
                <a:lnTo>
                  <a:pt x="997873" y="548831"/>
                </a:lnTo>
                <a:lnTo>
                  <a:pt x="997778" y="548850"/>
                </a:lnTo>
                <a:lnTo>
                  <a:pt x="997680" y="548870"/>
                </a:lnTo>
                <a:lnTo>
                  <a:pt x="997580" y="548890"/>
                </a:lnTo>
                <a:lnTo>
                  <a:pt x="997478" y="548910"/>
                </a:lnTo>
                <a:lnTo>
                  <a:pt x="997374" y="548931"/>
                </a:lnTo>
                <a:lnTo>
                  <a:pt x="997268" y="548952"/>
                </a:lnTo>
                <a:lnTo>
                  <a:pt x="997159" y="548974"/>
                </a:lnTo>
                <a:lnTo>
                  <a:pt x="997048" y="548996"/>
                </a:lnTo>
                <a:lnTo>
                  <a:pt x="996935" y="549019"/>
                </a:lnTo>
                <a:lnTo>
                  <a:pt x="996820" y="549042"/>
                </a:lnTo>
                <a:lnTo>
                  <a:pt x="996703" y="549065"/>
                </a:lnTo>
                <a:lnTo>
                  <a:pt x="996583" y="549089"/>
                </a:lnTo>
                <a:lnTo>
                  <a:pt x="996461" y="549114"/>
                </a:lnTo>
                <a:lnTo>
                  <a:pt x="996337" y="549138"/>
                </a:lnTo>
                <a:lnTo>
                  <a:pt x="996211" y="549164"/>
                </a:lnTo>
                <a:lnTo>
                  <a:pt x="996083" y="549189"/>
                </a:lnTo>
                <a:lnTo>
                  <a:pt x="995952" y="549215"/>
                </a:lnTo>
                <a:lnTo>
                  <a:pt x="995819" y="549236"/>
                </a:lnTo>
                <a:lnTo>
                  <a:pt x="995683" y="549256"/>
                </a:lnTo>
                <a:lnTo>
                  <a:pt x="995543" y="549275"/>
                </a:lnTo>
                <a:lnTo>
                  <a:pt x="995401" y="549293"/>
                </a:lnTo>
                <a:lnTo>
                  <a:pt x="995256" y="549310"/>
                </a:lnTo>
                <a:lnTo>
                  <a:pt x="995107" y="549326"/>
                </a:lnTo>
                <a:lnTo>
                  <a:pt x="994955" y="549341"/>
                </a:lnTo>
                <a:lnTo>
                  <a:pt x="994801" y="549356"/>
                </a:lnTo>
                <a:lnTo>
                  <a:pt x="994643" y="549369"/>
                </a:lnTo>
                <a:lnTo>
                  <a:pt x="994482" y="549382"/>
                </a:lnTo>
                <a:lnTo>
                  <a:pt x="994318" y="549394"/>
                </a:lnTo>
                <a:lnTo>
                  <a:pt x="994151" y="549405"/>
                </a:lnTo>
                <a:lnTo>
                  <a:pt x="993981" y="549415"/>
                </a:lnTo>
                <a:lnTo>
                  <a:pt x="993808" y="549424"/>
                </a:lnTo>
                <a:lnTo>
                  <a:pt x="993632" y="549433"/>
                </a:lnTo>
                <a:lnTo>
                  <a:pt x="993452" y="549440"/>
                </a:lnTo>
                <a:lnTo>
                  <a:pt x="993270" y="549447"/>
                </a:lnTo>
                <a:lnTo>
                  <a:pt x="993085" y="549452"/>
                </a:lnTo>
                <a:lnTo>
                  <a:pt x="992896" y="549457"/>
                </a:lnTo>
                <a:lnTo>
                  <a:pt x="992705" y="549461"/>
                </a:lnTo>
                <a:lnTo>
                  <a:pt x="992510" y="549464"/>
                </a:lnTo>
                <a:lnTo>
                  <a:pt x="992312" y="549466"/>
                </a:lnTo>
                <a:lnTo>
                  <a:pt x="992111" y="549468"/>
                </a:lnTo>
                <a:lnTo>
                  <a:pt x="991908" y="549468"/>
                </a:lnTo>
                <a:lnTo>
                  <a:pt x="991634" y="549466"/>
                </a:lnTo>
                <a:lnTo>
                  <a:pt x="991362" y="549461"/>
                </a:lnTo>
                <a:lnTo>
                  <a:pt x="991091" y="549452"/>
                </a:lnTo>
                <a:lnTo>
                  <a:pt x="990821" y="549440"/>
                </a:lnTo>
                <a:lnTo>
                  <a:pt x="990552" y="549424"/>
                </a:lnTo>
                <a:lnTo>
                  <a:pt x="990284" y="549405"/>
                </a:lnTo>
                <a:lnTo>
                  <a:pt x="990017" y="549382"/>
                </a:lnTo>
                <a:lnTo>
                  <a:pt x="989752" y="549356"/>
                </a:lnTo>
                <a:lnTo>
                  <a:pt x="989487" y="549326"/>
                </a:lnTo>
                <a:lnTo>
                  <a:pt x="989224" y="549293"/>
                </a:lnTo>
                <a:lnTo>
                  <a:pt x="988962" y="549256"/>
                </a:lnTo>
                <a:lnTo>
                  <a:pt x="988700" y="549215"/>
                </a:lnTo>
                <a:lnTo>
                  <a:pt x="988440" y="549172"/>
                </a:lnTo>
                <a:lnTo>
                  <a:pt x="988181" y="549124"/>
                </a:lnTo>
                <a:lnTo>
                  <a:pt x="987923" y="549073"/>
                </a:lnTo>
                <a:lnTo>
                  <a:pt x="987666" y="549019"/>
                </a:lnTo>
                <a:lnTo>
                  <a:pt x="987411" y="548961"/>
                </a:lnTo>
                <a:lnTo>
                  <a:pt x="987156" y="548899"/>
                </a:lnTo>
                <a:lnTo>
                  <a:pt x="986902" y="548834"/>
                </a:lnTo>
                <a:lnTo>
                  <a:pt x="986650" y="548766"/>
                </a:lnTo>
                <a:lnTo>
                  <a:pt x="986398" y="548694"/>
                </a:lnTo>
                <a:lnTo>
                  <a:pt x="986148" y="548619"/>
                </a:lnTo>
                <a:lnTo>
                  <a:pt x="985899" y="548540"/>
                </a:lnTo>
                <a:lnTo>
                  <a:pt x="985651" y="548457"/>
                </a:lnTo>
                <a:lnTo>
                  <a:pt x="985410" y="548364"/>
                </a:lnTo>
                <a:lnTo>
                  <a:pt x="985173" y="548264"/>
                </a:lnTo>
                <a:lnTo>
                  <a:pt x="984940" y="548157"/>
                </a:lnTo>
                <a:lnTo>
                  <a:pt x="984710" y="548043"/>
                </a:lnTo>
                <a:lnTo>
                  <a:pt x="984484" y="547922"/>
                </a:lnTo>
                <a:lnTo>
                  <a:pt x="984261" y="547793"/>
                </a:lnTo>
                <a:lnTo>
                  <a:pt x="984041" y="547658"/>
                </a:lnTo>
                <a:lnTo>
                  <a:pt x="983825" y="547516"/>
                </a:lnTo>
                <a:lnTo>
                  <a:pt x="983613" y="547367"/>
                </a:lnTo>
                <a:lnTo>
                  <a:pt x="983404" y="547211"/>
                </a:lnTo>
                <a:lnTo>
                  <a:pt x="983199" y="547047"/>
                </a:lnTo>
                <a:lnTo>
                  <a:pt x="982997" y="546877"/>
                </a:lnTo>
                <a:lnTo>
                  <a:pt x="982798" y="546700"/>
                </a:lnTo>
                <a:lnTo>
                  <a:pt x="982603" y="546515"/>
                </a:lnTo>
                <a:lnTo>
                  <a:pt x="982412" y="546324"/>
                </a:lnTo>
                <a:lnTo>
                  <a:pt x="982224" y="546126"/>
                </a:lnTo>
                <a:lnTo>
                  <a:pt x="982040" y="545920"/>
                </a:lnTo>
                <a:lnTo>
                  <a:pt x="981859" y="545708"/>
                </a:lnTo>
                <a:lnTo>
                  <a:pt x="981682" y="545488"/>
                </a:lnTo>
                <a:lnTo>
                  <a:pt x="981508" y="545262"/>
                </a:lnTo>
                <a:lnTo>
                  <a:pt x="981338" y="545029"/>
                </a:lnTo>
                <a:lnTo>
                  <a:pt x="981171" y="544788"/>
                </a:lnTo>
                <a:lnTo>
                  <a:pt x="981008" y="544541"/>
                </a:lnTo>
                <a:lnTo>
                  <a:pt x="980848" y="544286"/>
                </a:lnTo>
                <a:lnTo>
                  <a:pt x="980698" y="544017"/>
                </a:lnTo>
                <a:lnTo>
                  <a:pt x="980555" y="543737"/>
                </a:lnTo>
                <a:lnTo>
                  <a:pt x="980418" y="543447"/>
                </a:lnTo>
                <a:lnTo>
                  <a:pt x="980288" y="543145"/>
                </a:lnTo>
                <a:lnTo>
                  <a:pt x="980164" y="542832"/>
                </a:lnTo>
                <a:lnTo>
                  <a:pt x="980046" y="542509"/>
                </a:lnTo>
                <a:lnTo>
                  <a:pt x="979935" y="542174"/>
                </a:lnTo>
                <a:lnTo>
                  <a:pt x="979830" y="541828"/>
                </a:lnTo>
                <a:lnTo>
                  <a:pt x="979731" y="541472"/>
                </a:lnTo>
                <a:lnTo>
                  <a:pt x="979639" y="541104"/>
                </a:lnTo>
                <a:lnTo>
                  <a:pt x="979553" y="540726"/>
                </a:lnTo>
                <a:lnTo>
                  <a:pt x="979473" y="540336"/>
                </a:lnTo>
                <a:lnTo>
                  <a:pt x="979400" y="539936"/>
                </a:lnTo>
                <a:lnTo>
                  <a:pt x="979333" y="539524"/>
                </a:lnTo>
                <a:lnTo>
                  <a:pt x="979273" y="539102"/>
                </a:lnTo>
                <a:lnTo>
                  <a:pt x="979219" y="538668"/>
                </a:lnTo>
                <a:lnTo>
                  <a:pt x="979171" y="538224"/>
                </a:lnTo>
                <a:lnTo>
                  <a:pt x="979130" y="537769"/>
                </a:lnTo>
                <a:lnTo>
                  <a:pt x="979095" y="537302"/>
                </a:lnTo>
                <a:lnTo>
                  <a:pt x="979066" y="536825"/>
                </a:lnTo>
                <a:lnTo>
                  <a:pt x="979044" y="536337"/>
                </a:lnTo>
                <a:lnTo>
                  <a:pt x="979028" y="535838"/>
                </a:lnTo>
                <a:lnTo>
                  <a:pt x="979018" y="535327"/>
                </a:lnTo>
                <a:lnTo>
                  <a:pt x="979015" y="534806"/>
                </a:lnTo>
                <a:lnTo>
                  <a:pt x="979015" y="478181"/>
                </a:lnTo>
                <a:lnTo>
                  <a:pt x="999744" y="478181"/>
                </a:lnTo>
                <a:lnTo>
                  <a:pt x="999744" y="465541"/>
                </a:lnTo>
                <a:lnTo>
                  <a:pt x="979015" y="465541"/>
                </a:lnTo>
                <a:lnTo>
                  <a:pt x="979015" y="442284"/>
                </a:lnTo>
                <a:lnTo>
                  <a:pt x="964100" y="442284"/>
                </a:lnTo>
                <a:lnTo>
                  <a:pt x="964100" y="465541"/>
                </a:lnTo>
                <a:lnTo>
                  <a:pt x="949439" y="465541"/>
                </a:lnTo>
                <a:lnTo>
                  <a:pt x="949439" y="478181"/>
                </a:lnTo>
                <a:lnTo>
                  <a:pt x="964100" y="478181"/>
                </a:lnTo>
                <a:close/>
                <a:moveTo>
                  <a:pt x="768335" y="499494"/>
                </a:moveTo>
                <a:lnTo>
                  <a:pt x="768419" y="498854"/>
                </a:lnTo>
                <a:lnTo>
                  <a:pt x="768514" y="498223"/>
                </a:lnTo>
                <a:lnTo>
                  <a:pt x="768620" y="497600"/>
                </a:lnTo>
                <a:lnTo>
                  <a:pt x="768738" y="496987"/>
                </a:lnTo>
                <a:lnTo>
                  <a:pt x="768866" y="496382"/>
                </a:lnTo>
                <a:lnTo>
                  <a:pt x="769006" y="495786"/>
                </a:lnTo>
                <a:lnTo>
                  <a:pt x="769157" y="495199"/>
                </a:lnTo>
                <a:lnTo>
                  <a:pt x="769319" y="494620"/>
                </a:lnTo>
                <a:lnTo>
                  <a:pt x="769493" y="494051"/>
                </a:lnTo>
                <a:lnTo>
                  <a:pt x="769678" y="493490"/>
                </a:lnTo>
                <a:lnTo>
                  <a:pt x="769873" y="492938"/>
                </a:lnTo>
                <a:lnTo>
                  <a:pt x="770080" y="492394"/>
                </a:lnTo>
                <a:lnTo>
                  <a:pt x="770299" y="491860"/>
                </a:lnTo>
                <a:lnTo>
                  <a:pt x="770528" y="491334"/>
                </a:lnTo>
                <a:lnTo>
                  <a:pt x="770769" y="490817"/>
                </a:lnTo>
                <a:lnTo>
                  <a:pt x="771021" y="490309"/>
                </a:lnTo>
                <a:lnTo>
                  <a:pt x="771284" y="489809"/>
                </a:lnTo>
                <a:lnTo>
                  <a:pt x="771556" y="489319"/>
                </a:lnTo>
                <a:lnTo>
                  <a:pt x="771837" y="488839"/>
                </a:lnTo>
                <a:lnTo>
                  <a:pt x="772126" y="488369"/>
                </a:lnTo>
                <a:lnTo>
                  <a:pt x="772423" y="487908"/>
                </a:lnTo>
                <a:lnTo>
                  <a:pt x="772728" y="487458"/>
                </a:lnTo>
                <a:lnTo>
                  <a:pt x="773041" y="487017"/>
                </a:lnTo>
                <a:lnTo>
                  <a:pt x="773363" y="486586"/>
                </a:lnTo>
                <a:lnTo>
                  <a:pt x="773692" y="486165"/>
                </a:lnTo>
                <a:lnTo>
                  <a:pt x="774030" y="485754"/>
                </a:lnTo>
                <a:lnTo>
                  <a:pt x="774375" y="485353"/>
                </a:lnTo>
                <a:lnTo>
                  <a:pt x="774729" y="484961"/>
                </a:lnTo>
                <a:lnTo>
                  <a:pt x="775091" y="484580"/>
                </a:lnTo>
                <a:lnTo>
                  <a:pt x="775461" y="484208"/>
                </a:lnTo>
                <a:lnTo>
                  <a:pt x="775840" y="483846"/>
                </a:lnTo>
                <a:lnTo>
                  <a:pt x="776226" y="483495"/>
                </a:lnTo>
                <a:lnTo>
                  <a:pt x="776620" y="483153"/>
                </a:lnTo>
                <a:lnTo>
                  <a:pt x="777023" y="482820"/>
                </a:lnTo>
                <a:lnTo>
                  <a:pt x="777434" y="482498"/>
                </a:lnTo>
                <a:lnTo>
                  <a:pt x="777852" y="482186"/>
                </a:lnTo>
                <a:lnTo>
                  <a:pt x="778279" y="481883"/>
                </a:lnTo>
                <a:lnTo>
                  <a:pt x="778714" y="481591"/>
                </a:lnTo>
                <a:lnTo>
                  <a:pt x="779157" y="481308"/>
                </a:lnTo>
                <a:lnTo>
                  <a:pt x="779609" y="481035"/>
                </a:lnTo>
                <a:lnTo>
                  <a:pt x="780068" y="480772"/>
                </a:lnTo>
                <a:lnTo>
                  <a:pt x="780539" y="480519"/>
                </a:lnTo>
                <a:lnTo>
                  <a:pt x="781016" y="480277"/>
                </a:lnTo>
                <a:lnTo>
                  <a:pt x="781498" y="480046"/>
                </a:lnTo>
                <a:lnTo>
                  <a:pt x="781985" y="479826"/>
                </a:lnTo>
                <a:lnTo>
                  <a:pt x="782478" y="479616"/>
                </a:lnTo>
                <a:lnTo>
                  <a:pt x="782975" y="479417"/>
                </a:lnTo>
                <a:lnTo>
                  <a:pt x="783478" y="479229"/>
                </a:lnTo>
                <a:lnTo>
                  <a:pt x="783986" y="479052"/>
                </a:lnTo>
                <a:lnTo>
                  <a:pt x="784500" y="478885"/>
                </a:lnTo>
                <a:lnTo>
                  <a:pt x="785019" y="478729"/>
                </a:lnTo>
                <a:lnTo>
                  <a:pt x="785543" y="478584"/>
                </a:lnTo>
                <a:lnTo>
                  <a:pt x="786072" y="478450"/>
                </a:lnTo>
                <a:lnTo>
                  <a:pt x="786606" y="478326"/>
                </a:lnTo>
                <a:lnTo>
                  <a:pt x="787146" y="478213"/>
                </a:lnTo>
                <a:lnTo>
                  <a:pt x="787691" y="478111"/>
                </a:lnTo>
                <a:lnTo>
                  <a:pt x="788242" y="478019"/>
                </a:lnTo>
                <a:lnTo>
                  <a:pt x="788797" y="477939"/>
                </a:lnTo>
                <a:lnTo>
                  <a:pt x="789358" y="477869"/>
                </a:lnTo>
                <a:lnTo>
                  <a:pt x="789924" y="477810"/>
                </a:lnTo>
                <a:lnTo>
                  <a:pt x="790496" y="477761"/>
                </a:lnTo>
                <a:lnTo>
                  <a:pt x="791072" y="477724"/>
                </a:lnTo>
                <a:lnTo>
                  <a:pt x="791654" y="477697"/>
                </a:lnTo>
                <a:lnTo>
                  <a:pt x="792242" y="477681"/>
                </a:lnTo>
                <a:lnTo>
                  <a:pt x="792834" y="477675"/>
                </a:lnTo>
                <a:lnTo>
                  <a:pt x="793690" y="477687"/>
                </a:lnTo>
                <a:lnTo>
                  <a:pt x="794531" y="477720"/>
                </a:lnTo>
                <a:lnTo>
                  <a:pt x="795356" y="477776"/>
                </a:lnTo>
                <a:lnTo>
                  <a:pt x="796166" y="477854"/>
                </a:lnTo>
                <a:lnTo>
                  <a:pt x="796961" y="477955"/>
                </a:lnTo>
                <a:lnTo>
                  <a:pt x="797740" y="478078"/>
                </a:lnTo>
                <a:lnTo>
                  <a:pt x="798504" y="478224"/>
                </a:lnTo>
                <a:lnTo>
                  <a:pt x="799252" y="478392"/>
                </a:lnTo>
                <a:lnTo>
                  <a:pt x="799985" y="478582"/>
                </a:lnTo>
                <a:lnTo>
                  <a:pt x="800703" y="478794"/>
                </a:lnTo>
                <a:lnTo>
                  <a:pt x="801405" y="479029"/>
                </a:lnTo>
                <a:lnTo>
                  <a:pt x="802093" y="479287"/>
                </a:lnTo>
                <a:lnTo>
                  <a:pt x="802764" y="479567"/>
                </a:lnTo>
                <a:lnTo>
                  <a:pt x="803421" y="479869"/>
                </a:lnTo>
                <a:lnTo>
                  <a:pt x="804062" y="480193"/>
                </a:lnTo>
                <a:lnTo>
                  <a:pt x="804687" y="480540"/>
                </a:lnTo>
                <a:lnTo>
                  <a:pt x="805297" y="480910"/>
                </a:lnTo>
                <a:lnTo>
                  <a:pt x="805892" y="481301"/>
                </a:lnTo>
                <a:lnTo>
                  <a:pt x="806472" y="481715"/>
                </a:lnTo>
                <a:lnTo>
                  <a:pt x="807036" y="482152"/>
                </a:lnTo>
                <a:lnTo>
                  <a:pt x="807585" y="482611"/>
                </a:lnTo>
                <a:lnTo>
                  <a:pt x="808118" y="483092"/>
                </a:lnTo>
                <a:lnTo>
                  <a:pt x="808636" y="483596"/>
                </a:lnTo>
                <a:lnTo>
                  <a:pt x="809139" y="484122"/>
                </a:lnTo>
                <a:lnTo>
                  <a:pt x="809624" y="484662"/>
                </a:lnTo>
                <a:lnTo>
                  <a:pt x="810088" y="485220"/>
                </a:lnTo>
                <a:lnTo>
                  <a:pt x="810531" y="485796"/>
                </a:lnTo>
                <a:lnTo>
                  <a:pt x="810954" y="486390"/>
                </a:lnTo>
                <a:lnTo>
                  <a:pt x="811357" y="487001"/>
                </a:lnTo>
                <a:lnTo>
                  <a:pt x="811738" y="487629"/>
                </a:lnTo>
                <a:lnTo>
                  <a:pt x="812099" y="488275"/>
                </a:lnTo>
                <a:lnTo>
                  <a:pt x="812439" y="488939"/>
                </a:lnTo>
                <a:lnTo>
                  <a:pt x="812759" y="489620"/>
                </a:lnTo>
                <a:lnTo>
                  <a:pt x="813058" y="490318"/>
                </a:lnTo>
                <a:lnTo>
                  <a:pt x="813337" y="491035"/>
                </a:lnTo>
                <a:lnTo>
                  <a:pt x="813595" y="491768"/>
                </a:lnTo>
                <a:lnTo>
                  <a:pt x="813832" y="492520"/>
                </a:lnTo>
                <a:lnTo>
                  <a:pt x="814048" y="493289"/>
                </a:lnTo>
                <a:lnTo>
                  <a:pt x="814244" y="494075"/>
                </a:lnTo>
                <a:lnTo>
                  <a:pt x="814420" y="494879"/>
                </a:lnTo>
                <a:lnTo>
                  <a:pt x="814574" y="495701"/>
                </a:lnTo>
                <a:lnTo>
                  <a:pt x="814708" y="496540"/>
                </a:lnTo>
                <a:lnTo>
                  <a:pt x="814822" y="497397"/>
                </a:lnTo>
                <a:lnTo>
                  <a:pt x="814915" y="498271"/>
                </a:lnTo>
                <a:lnTo>
                  <a:pt x="814987" y="499163"/>
                </a:lnTo>
                <a:lnTo>
                  <a:pt x="815038" y="500072"/>
                </a:lnTo>
                <a:lnTo>
                  <a:pt x="815069" y="500999"/>
                </a:lnTo>
                <a:lnTo>
                  <a:pt x="815080" y="501943"/>
                </a:lnTo>
                <a:lnTo>
                  <a:pt x="815080" y="562613"/>
                </a:lnTo>
                <a:lnTo>
                  <a:pt x="829994" y="562613"/>
                </a:lnTo>
                <a:lnTo>
                  <a:pt x="829994" y="500932"/>
                </a:lnTo>
                <a:lnTo>
                  <a:pt x="829987" y="499907"/>
                </a:lnTo>
                <a:lnTo>
                  <a:pt x="829966" y="498898"/>
                </a:lnTo>
                <a:lnTo>
                  <a:pt x="829930" y="497903"/>
                </a:lnTo>
                <a:lnTo>
                  <a:pt x="829880" y="496923"/>
                </a:lnTo>
                <a:lnTo>
                  <a:pt x="829816" y="495958"/>
                </a:lnTo>
                <a:lnTo>
                  <a:pt x="829738" y="495007"/>
                </a:lnTo>
                <a:lnTo>
                  <a:pt x="829645" y="494072"/>
                </a:lnTo>
                <a:lnTo>
                  <a:pt x="829538" y="493152"/>
                </a:lnTo>
                <a:lnTo>
                  <a:pt x="829417" y="492246"/>
                </a:lnTo>
                <a:lnTo>
                  <a:pt x="829281" y="491356"/>
                </a:lnTo>
                <a:lnTo>
                  <a:pt x="829132" y="490480"/>
                </a:lnTo>
                <a:lnTo>
                  <a:pt x="828967" y="489620"/>
                </a:lnTo>
                <a:lnTo>
                  <a:pt x="828789" y="488774"/>
                </a:lnTo>
                <a:lnTo>
                  <a:pt x="828597" y="487943"/>
                </a:lnTo>
                <a:lnTo>
                  <a:pt x="828390" y="487127"/>
                </a:lnTo>
                <a:lnTo>
                  <a:pt x="828169" y="486326"/>
                </a:lnTo>
                <a:lnTo>
                  <a:pt x="827933" y="485540"/>
                </a:lnTo>
                <a:lnTo>
                  <a:pt x="827684" y="484769"/>
                </a:lnTo>
                <a:lnTo>
                  <a:pt x="827420" y="484013"/>
                </a:lnTo>
                <a:lnTo>
                  <a:pt x="827142" y="483272"/>
                </a:lnTo>
                <a:lnTo>
                  <a:pt x="826849" y="482546"/>
                </a:lnTo>
                <a:lnTo>
                  <a:pt x="826543" y="481834"/>
                </a:lnTo>
                <a:lnTo>
                  <a:pt x="826222" y="481138"/>
                </a:lnTo>
                <a:lnTo>
                  <a:pt x="825887" y="480456"/>
                </a:lnTo>
                <a:lnTo>
                  <a:pt x="825539" y="479784"/>
                </a:lnTo>
                <a:lnTo>
                  <a:pt x="825179" y="479126"/>
                </a:lnTo>
                <a:lnTo>
                  <a:pt x="824808" y="478483"/>
                </a:lnTo>
                <a:lnTo>
                  <a:pt x="824426" y="477854"/>
                </a:lnTo>
                <a:lnTo>
                  <a:pt x="824032" y="477240"/>
                </a:lnTo>
                <a:lnTo>
                  <a:pt x="823627" y="476640"/>
                </a:lnTo>
                <a:lnTo>
                  <a:pt x="823211" y="476055"/>
                </a:lnTo>
                <a:lnTo>
                  <a:pt x="822783" y="475484"/>
                </a:lnTo>
                <a:lnTo>
                  <a:pt x="822344" y="474928"/>
                </a:lnTo>
                <a:lnTo>
                  <a:pt x="821893" y="474386"/>
                </a:lnTo>
                <a:lnTo>
                  <a:pt x="821431" y="473859"/>
                </a:lnTo>
                <a:lnTo>
                  <a:pt x="820957" y="473346"/>
                </a:lnTo>
                <a:lnTo>
                  <a:pt x="820472" y="472848"/>
                </a:lnTo>
                <a:lnTo>
                  <a:pt x="819976" y="472364"/>
                </a:lnTo>
                <a:lnTo>
                  <a:pt x="819468" y="471895"/>
                </a:lnTo>
                <a:lnTo>
                  <a:pt x="818949" y="471440"/>
                </a:lnTo>
                <a:lnTo>
                  <a:pt x="818418" y="470999"/>
                </a:lnTo>
                <a:lnTo>
                  <a:pt x="817876" y="470573"/>
                </a:lnTo>
                <a:lnTo>
                  <a:pt x="817323" y="470162"/>
                </a:lnTo>
                <a:lnTo>
                  <a:pt x="816758" y="469765"/>
                </a:lnTo>
                <a:lnTo>
                  <a:pt x="816182" y="469383"/>
                </a:lnTo>
                <a:lnTo>
                  <a:pt x="815594" y="469015"/>
                </a:lnTo>
                <a:lnTo>
                  <a:pt x="814995" y="468661"/>
                </a:lnTo>
                <a:lnTo>
                  <a:pt x="814385" y="468322"/>
                </a:lnTo>
                <a:lnTo>
                  <a:pt x="813764" y="467992"/>
                </a:lnTo>
                <a:lnTo>
                  <a:pt x="813135" y="467676"/>
                </a:lnTo>
                <a:lnTo>
                  <a:pt x="812497" y="467374"/>
                </a:lnTo>
                <a:lnTo>
                  <a:pt x="811851" y="467086"/>
                </a:lnTo>
                <a:lnTo>
                  <a:pt x="811197" y="466812"/>
                </a:lnTo>
                <a:lnTo>
                  <a:pt x="810533" y="466553"/>
                </a:lnTo>
                <a:lnTo>
                  <a:pt x="809862" y="466307"/>
                </a:lnTo>
                <a:lnTo>
                  <a:pt x="809181" y="466075"/>
                </a:lnTo>
                <a:lnTo>
                  <a:pt x="808492" y="465857"/>
                </a:lnTo>
                <a:lnTo>
                  <a:pt x="807795" y="465654"/>
                </a:lnTo>
                <a:lnTo>
                  <a:pt x="807089" y="465464"/>
                </a:lnTo>
                <a:lnTo>
                  <a:pt x="806374" y="465289"/>
                </a:lnTo>
                <a:lnTo>
                  <a:pt x="805651" y="465127"/>
                </a:lnTo>
                <a:lnTo>
                  <a:pt x="804919" y="464980"/>
                </a:lnTo>
                <a:lnTo>
                  <a:pt x="804179" y="464846"/>
                </a:lnTo>
                <a:lnTo>
                  <a:pt x="803430" y="464727"/>
                </a:lnTo>
                <a:lnTo>
                  <a:pt x="802673" y="464621"/>
                </a:lnTo>
                <a:lnTo>
                  <a:pt x="801907" y="464530"/>
                </a:lnTo>
                <a:lnTo>
                  <a:pt x="801132" y="464453"/>
                </a:lnTo>
                <a:lnTo>
                  <a:pt x="800349" y="464390"/>
                </a:lnTo>
                <a:lnTo>
                  <a:pt x="799558" y="464341"/>
                </a:lnTo>
                <a:lnTo>
                  <a:pt x="798758" y="464305"/>
                </a:lnTo>
                <a:lnTo>
                  <a:pt x="797949" y="464284"/>
                </a:lnTo>
                <a:lnTo>
                  <a:pt x="797131" y="464277"/>
                </a:lnTo>
                <a:lnTo>
                  <a:pt x="796222" y="464285"/>
                </a:lnTo>
                <a:lnTo>
                  <a:pt x="795327" y="464309"/>
                </a:lnTo>
                <a:lnTo>
                  <a:pt x="794446" y="464348"/>
                </a:lnTo>
                <a:lnTo>
                  <a:pt x="793578" y="464404"/>
                </a:lnTo>
                <a:lnTo>
                  <a:pt x="792725" y="464475"/>
                </a:lnTo>
                <a:lnTo>
                  <a:pt x="791886" y="464562"/>
                </a:lnTo>
                <a:lnTo>
                  <a:pt x="791061" y="464664"/>
                </a:lnTo>
                <a:lnTo>
                  <a:pt x="790250" y="464783"/>
                </a:lnTo>
                <a:lnTo>
                  <a:pt x="789453" y="464917"/>
                </a:lnTo>
                <a:lnTo>
                  <a:pt x="788670" y="465067"/>
                </a:lnTo>
                <a:lnTo>
                  <a:pt x="787901" y="465233"/>
                </a:lnTo>
                <a:lnTo>
                  <a:pt x="787146" y="465415"/>
                </a:lnTo>
                <a:lnTo>
                  <a:pt x="786405" y="465612"/>
                </a:lnTo>
                <a:lnTo>
                  <a:pt x="785679" y="465826"/>
                </a:lnTo>
                <a:lnTo>
                  <a:pt x="784966" y="466055"/>
                </a:lnTo>
                <a:lnTo>
                  <a:pt x="784267" y="466300"/>
                </a:lnTo>
                <a:lnTo>
                  <a:pt x="783583" y="466560"/>
                </a:lnTo>
                <a:lnTo>
                  <a:pt x="782912" y="466837"/>
                </a:lnTo>
                <a:lnTo>
                  <a:pt x="782255" y="467129"/>
                </a:lnTo>
                <a:lnTo>
                  <a:pt x="781613" y="467437"/>
                </a:lnTo>
                <a:lnTo>
                  <a:pt x="780984" y="467761"/>
                </a:lnTo>
                <a:lnTo>
                  <a:pt x="780370" y="468101"/>
                </a:lnTo>
                <a:lnTo>
                  <a:pt x="779770" y="468456"/>
                </a:lnTo>
                <a:lnTo>
                  <a:pt x="779183" y="468828"/>
                </a:lnTo>
                <a:lnTo>
                  <a:pt x="778610" y="469207"/>
                </a:lnTo>
                <a:lnTo>
                  <a:pt x="778049" y="469596"/>
                </a:lnTo>
                <a:lnTo>
                  <a:pt x="777501" y="469995"/>
                </a:lnTo>
                <a:lnTo>
                  <a:pt x="776964" y="470404"/>
                </a:lnTo>
                <a:lnTo>
                  <a:pt x="776440" y="470823"/>
                </a:lnTo>
                <a:lnTo>
                  <a:pt x="775929" y="471253"/>
                </a:lnTo>
                <a:lnTo>
                  <a:pt x="775429" y="471692"/>
                </a:lnTo>
                <a:lnTo>
                  <a:pt x="774942" y="472142"/>
                </a:lnTo>
                <a:lnTo>
                  <a:pt x="774467" y="472602"/>
                </a:lnTo>
                <a:lnTo>
                  <a:pt x="774005" y="473072"/>
                </a:lnTo>
                <a:lnTo>
                  <a:pt x="773554" y="473551"/>
                </a:lnTo>
                <a:lnTo>
                  <a:pt x="773116" y="474041"/>
                </a:lnTo>
                <a:lnTo>
                  <a:pt x="772691" y="474542"/>
                </a:lnTo>
                <a:lnTo>
                  <a:pt x="772277" y="475052"/>
                </a:lnTo>
                <a:lnTo>
                  <a:pt x="771876" y="475572"/>
                </a:lnTo>
                <a:lnTo>
                  <a:pt x="771487" y="476102"/>
                </a:lnTo>
                <a:lnTo>
                  <a:pt x="771111" y="476643"/>
                </a:lnTo>
                <a:lnTo>
                  <a:pt x="770746" y="477193"/>
                </a:lnTo>
                <a:lnTo>
                  <a:pt x="770394" y="477754"/>
                </a:lnTo>
                <a:lnTo>
                  <a:pt x="770055" y="478325"/>
                </a:lnTo>
                <a:lnTo>
                  <a:pt x="769727" y="478906"/>
                </a:lnTo>
                <a:lnTo>
                  <a:pt x="769412" y="479497"/>
                </a:lnTo>
                <a:lnTo>
                  <a:pt x="769109" y="480098"/>
                </a:lnTo>
                <a:lnTo>
                  <a:pt x="768819" y="480709"/>
                </a:lnTo>
                <a:lnTo>
                  <a:pt x="767555" y="480709"/>
                </a:lnTo>
                <a:lnTo>
                  <a:pt x="767555" y="465541"/>
                </a:lnTo>
                <a:lnTo>
                  <a:pt x="753146" y="465541"/>
                </a:lnTo>
                <a:lnTo>
                  <a:pt x="753146" y="562613"/>
                </a:lnTo>
                <a:lnTo>
                  <a:pt x="768060" y="562613"/>
                </a:lnTo>
                <a:lnTo>
                  <a:pt x="768060" y="504218"/>
                </a:lnTo>
                <a:lnTo>
                  <a:pt x="768066" y="503517"/>
                </a:lnTo>
                <a:lnTo>
                  <a:pt x="768083" y="502825"/>
                </a:lnTo>
                <a:lnTo>
                  <a:pt x="768111" y="502141"/>
                </a:lnTo>
                <a:lnTo>
                  <a:pt x="768150" y="501466"/>
                </a:lnTo>
                <a:lnTo>
                  <a:pt x="768200" y="500800"/>
                </a:lnTo>
                <a:lnTo>
                  <a:pt x="768262" y="500142"/>
                </a:lnTo>
                <a:lnTo>
                  <a:pt x="768335" y="499494"/>
                </a:lnTo>
                <a:close/>
                <a:moveTo>
                  <a:pt x="710914" y="465541"/>
                </a:moveTo>
                <a:lnTo>
                  <a:pt x="710914" y="562613"/>
                </a:lnTo>
                <a:lnTo>
                  <a:pt x="725828" y="562613"/>
                </a:lnTo>
                <a:lnTo>
                  <a:pt x="725828" y="465541"/>
                </a:lnTo>
                <a:lnTo>
                  <a:pt x="710914" y="465541"/>
                </a:lnTo>
                <a:close/>
                <a:moveTo>
                  <a:pt x="1022179" y="465541"/>
                </a:moveTo>
                <a:lnTo>
                  <a:pt x="1022179" y="562613"/>
                </a:lnTo>
                <a:lnTo>
                  <a:pt x="1037094" y="562613"/>
                </a:lnTo>
                <a:lnTo>
                  <a:pt x="1037094" y="465541"/>
                </a:lnTo>
                <a:lnTo>
                  <a:pt x="1022179" y="465541"/>
                </a:lnTo>
                <a:close/>
                <a:moveTo>
                  <a:pt x="890534" y="564673"/>
                </a:moveTo>
                <a:lnTo>
                  <a:pt x="891172" y="564608"/>
                </a:lnTo>
                <a:lnTo>
                  <a:pt x="891801" y="564533"/>
                </a:lnTo>
                <a:lnTo>
                  <a:pt x="892421" y="564450"/>
                </a:lnTo>
                <a:lnTo>
                  <a:pt x="893032" y="564357"/>
                </a:lnTo>
                <a:lnTo>
                  <a:pt x="893635" y="564257"/>
                </a:lnTo>
                <a:lnTo>
                  <a:pt x="894228" y="564147"/>
                </a:lnTo>
                <a:lnTo>
                  <a:pt x="894812" y="564028"/>
                </a:lnTo>
                <a:lnTo>
                  <a:pt x="895388" y="563901"/>
                </a:lnTo>
                <a:lnTo>
                  <a:pt x="895954" y="563765"/>
                </a:lnTo>
                <a:lnTo>
                  <a:pt x="896511" y="563620"/>
                </a:lnTo>
                <a:lnTo>
                  <a:pt x="897059" y="563467"/>
                </a:lnTo>
                <a:lnTo>
                  <a:pt x="897599" y="563304"/>
                </a:lnTo>
                <a:lnTo>
                  <a:pt x="898129" y="563133"/>
                </a:lnTo>
                <a:lnTo>
                  <a:pt x="898650" y="562953"/>
                </a:lnTo>
                <a:lnTo>
                  <a:pt x="899162" y="562764"/>
                </a:lnTo>
                <a:lnTo>
                  <a:pt x="899666" y="562567"/>
                </a:lnTo>
                <a:lnTo>
                  <a:pt x="900160" y="562361"/>
                </a:lnTo>
                <a:lnTo>
                  <a:pt x="900646" y="562148"/>
                </a:lnTo>
                <a:lnTo>
                  <a:pt x="901123" y="561932"/>
                </a:lnTo>
                <a:lnTo>
                  <a:pt x="901593" y="561712"/>
                </a:lnTo>
                <a:lnTo>
                  <a:pt x="902054" y="561488"/>
                </a:lnTo>
                <a:lnTo>
                  <a:pt x="902507" y="561261"/>
                </a:lnTo>
                <a:lnTo>
                  <a:pt x="902953" y="561029"/>
                </a:lnTo>
                <a:lnTo>
                  <a:pt x="903390" y="560795"/>
                </a:lnTo>
                <a:lnTo>
                  <a:pt x="903818" y="560556"/>
                </a:lnTo>
                <a:lnTo>
                  <a:pt x="904239" y="560314"/>
                </a:lnTo>
                <a:lnTo>
                  <a:pt x="904652" y="560067"/>
                </a:lnTo>
                <a:lnTo>
                  <a:pt x="905056" y="559818"/>
                </a:lnTo>
                <a:lnTo>
                  <a:pt x="905453" y="559564"/>
                </a:lnTo>
                <a:lnTo>
                  <a:pt x="905841" y="559307"/>
                </a:lnTo>
                <a:lnTo>
                  <a:pt x="906221" y="559046"/>
                </a:lnTo>
                <a:lnTo>
                  <a:pt x="906593" y="558781"/>
                </a:lnTo>
                <a:lnTo>
                  <a:pt x="906957" y="558513"/>
                </a:lnTo>
                <a:lnTo>
                  <a:pt x="907313" y="558240"/>
                </a:lnTo>
                <a:lnTo>
                  <a:pt x="907661" y="557964"/>
                </a:lnTo>
                <a:lnTo>
                  <a:pt x="908000" y="557685"/>
                </a:lnTo>
                <a:lnTo>
                  <a:pt x="908332" y="557401"/>
                </a:lnTo>
                <a:lnTo>
                  <a:pt x="908655" y="557114"/>
                </a:lnTo>
                <a:lnTo>
                  <a:pt x="908970" y="556823"/>
                </a:lnTo>
                <a:lnTo>
                  <a:pt x="909277" y="556529"/>
                </a:lnTo>
                <a:lnTo>
                  <a:pt x="909576" y="556230"/>
                </a:lnTo>
                <a:lnTo>
                  <a:pt x="909868" y="555931"/>
                </a:lnTo>
                <a:lnTo>
                  <a:pt x="910152" y="555633"/>
                </a:lnTo>
                <a:lnTo>
                  <a:pt x="910430" y="555337"/>
                </a:lnTo>
                <a:lnTo>
                  <a:pt x="910700" y="555042"/>
                </a:lnTo>
                <a:lnTo>
                  <a:pt x="910963" y="554749"/>
                </a:lnTo>
                <a:lnTo>
                  <a:pt x="911220" y="554457"/>
                </a:lnTo>
                <a:lnTo>
                  <a:pt x="911469" y="554167"/>
                </a:lnTo>
                <a:lnTo>
                  <a:pt x="911711" y="553878"/>
                </a:lnTo>
                <a:lnTo>
                  <a:pt x="911946" y="553591"/>
                </a:lnTo>
                <a:lnTo>
                  <a:pt x="912175" y="553305"/>
                </a:lnTo>
                <a:lnTo>
                  <a:pt x="912396" y="553021"/>
                </a:lnTo>
                <a:lnTo>
                  <a:pt x="912610" y="552739"/>
                </a:lnTo>
                <a:lnTo>
                  <a:pt x="912817" y="552458"/>
                </a:lnTo>
                <a:lnTo>
                  <a:pt x="913017" y="552178"/>
                </a:lnTo>
                <a:lnTo>
                  <a:pt x="913210" y="551900"/>
                </a:lnTo>
                <a:lnTo>
                  <a:pt x="913396" y="551624"/>
                </a:lnTo>
                <a:lnTo>
                  <a:pt x="913575" y="551349"/>
                </a:lnTo>
                <a:lnTo>
                  <a:pt x="913747" y="551076"/>
                </a:lnTo>
                <a:lnTo>
                  <a:pt x="913912" y="550804"/>
                </a:lnTo>
                <a:lnTo>
                  <a:pt x="914070" y="550534"/>
                </a:lnTo>
                <a:lnTo>
                  <a:pt x="914221" y="550265"/>
                </a:lnTo>
                <a:lnTo>
                  <a:pt x="914365" y="549998"/>
                </a:lnTo>
                <a:lnTo>
                  <a:pt x="914502" y="549732"/>
                </a:lnTo>
                <a:lnTo>
                  <a:pt x="914632" y="549468"/>
                </a:lnTo>
                <a:lnTo>
                  <a:pt x="915391" y="549468"/>
                </a:lnTo>
                <a:lnTo>
                  <a:pt x="915391" y="562613"/>
                </a:lnTo>
                <a:lnTo>
                  <a:pt x="930305" y="562613"/>
                </a:lnTo>
                <a:lnTo>
                  <a:pt x="930305" y="498657"/>
                </a:lnTo>
                <a:lnTo>
                  <a:pt x="930299" y="497701"/>
                </a:lnTo>
                <a:lnTo>
                  <a:pt x="930279" y="496762"/>
                </a:lnTo>
                <a:lnTo>
                  <a:pt x="930246" y="495839"/>
                </a:lnTo>
                <a:lnTo>
                  <a:pt x="930200" y="494932"/>
                </a:lnTo>
                <a:lnTo>
                  <a:pt x="930141" y="494041"/>
                </a:lnTo>
                <a:lnTo>
                  <a:pt x="930068" y="493167"/>
                </a:lnTo>
                <a:lnTo>
                  <a:pt x="929983" y="492309"/>
                </a:lnTo>
                <a:lnTo>
                  <a:pt x="929884" y="491467"/>
                </a:lnTo>
                <a:lnTo>
                  <a:pt x="929772" y="490641"/>
                </a:lnTo>
                <a:lnTo>
                  <a:pt x="929647" y="489831"/>
                </a:lnTo>
                <a:lnTo>
                  <a:pt x="929509" y="489038"/>
                </a:lnTo>
                <a:lnTo>
                  <a:pt x="929357" y="488261"/>
                </a:lnTo>
                <a:lnTo>
                  <a:pt x="929193" y="487500"/>
                </a:lnTo>
                <a:lnTo>
                  <a:pt x="929015" y="486756"/>
                </a:lnTo>
                <a:lnTo>
                  <a:pt x="928824" y="486027"/>
                </a:lnTo>
                <a:lnTo>
                  <a:pt x="928620" y="485315"/>
                </a:lnTo>
                <a:lnTo>
                  <a:pt x="928403" y="484619"/>
                </a:lnTo>
                <a:lnTo>
                  <a:pt x="928172" y="483940"/>
                </a:lnTo>
                <a:lnTo>
                  <a:pt x="927929" y="483276"/>
                </a:lnTo>
                <a:lnTo>
                  <a:pt x="927672" y="482629"/>
                </a:lnTo>
                <a:lnTo>
                  <a:pt x="927402" y="481998"/>
                </a:lnTo>
                <a:lnTo>
                  <a:pt x="927119" y="481384"/>
                </a:lnTo>
                <a:lnTo>
                  <a:pt x="926823" y="480785"/>
                </a:lnTo>
                <a:lnTo>
                  <a:pt x="926514" y="480203"/>
                </a:lnTo>
                <a:lnTo>
                  <a:pt x="926194" y="479635"/>
                </a:lnTo>
                <a:lnTo>
                  <a:pt x="925868" y="479079"/>
                </a:lnTo>
                <a:lnTo>
                  <a:pt x="925535" y="478535"/>
                </a:lnTo>
                <a:lnTo>
                  <a:pt x="925195" y="478004"/>
                </a:lnTo>
                <a:lnTo>
                  <a:pt x="924849" y="477484"/>
                </a:lnTo>
                <a:lnTo>
                  <a:pt x="924495" y="476976"/>
                </a:lnTo>
                <a:lnTo>
                  <a:pt x="924135" y="476481"/>
                </a:lnTo>
                <a:lnTo>
                  <a:pt x="923768" y="475997"/>
                </a:lnTo>
                <a:lnTo>
                  <a:pt x="923394" y="475526"/>
                </a:lnTo>
                <a:lnTo>
                  <a:pt x="923013" y="475066"/>
                </a:lnTo>
                <a:lnTo>
                  <a:pt x="922626" y="474619"/>
                </a:lnTo>
                <a:lnTo>
                  <a:pt x="922232" y="474184"/>
                </a:lnTo>
                <a:lnTo>
                  <a:pt x="921831" y="473760"/>
                </a:lnTo>
                <a:lnTo>
                  <a:pt x="921423" y="473349"/>
                </a:lnTo>
                <a:lnTo>
                  <a:pt x="921008" y="472950"/>
                </a:lnTo>
                <a:lnTo>
                  <a:pt x="920587" y="472563"/>
                </a:lnTo>
                <a:lnTo>
                  <a:pt x="920159" y="472188"/>
                </a:lnTo>
                <a:lnTo>
                  <a:pt x="919724" y="471826"/>
                </a:lnTo>
                <a:lnTo>
                  <a:pt x="919282" y="471475"/>
                </a:lnTo>
                <a:lnTo>
                  <a:pt x="918833" y="471136"/>
                </a:lnTo>
                <a:lnTo>
                  <a:pt x="918378" y="470809"/>
                </a:lnTo>
                <a:lnTo>
                  <a:pt x="917915" y="470495"/>
                </a:lnTo>
                <a:lnTo>
                  <a:pt x="917446" y="470192"/>
                </a:lnTo>
                <a:lnTo>
                  <a:pt x="916971" y="469902"/>
                </a:lnTo>
                <a:lnTo>
                  <a:pt x="916496" y="469622"/>
                </a:lnTo>
                <a:lnTo>
                  <a:pt x="916020" y="469349"/>
                </a:lnTo>
                <a:lnTo>
                  <a:pt x="915542" y="469085"/>
                </a:lnTo>
                <a:lnTo>
                  <a:pt x="915062" y="468829"/>
                </a:lnTo>
                <a:lnTo>
                  <a:pt x="914581" y="468582"/>
                </a:lnTo>
                <a:lnTo>
                  <a:pt x="914099" y="468342"/>
                </a:lnTo>
                <a:lnTo>
                  <a:pt x="913615" y="468110"/>
                </a:lnTo>
                <a:lnTo>
                  <a:pt x="913130" y="467887"/>
                </a:lnTo>
                <a:lnTo>
                  <a:pt x="912643" y="467671"/>
                </a:lnTo>
                <a:lnTo>
                  <a:pt x="912154" y="467464"/>
                </a:lnTo>
                <a:lnTo>
                  <a:pt x="911664" y="467265"/>
                </a:lnTo>
                <a:lnTo>
                  <a:pt x="911172" y="467074"/>
                </a:lnTo>
                <a:lnTo>
                  <a:pt x="910679" y="466891"/>
                </a:lnTo>
                <a:lnTo>
                  <a:pt x="910184" y="466716"/>
                </a:lnTo>
                <a:lnTo>
                  <a:pt x="909688" y="466550"/>
                </a:lnTo>
                <a:lnTo>
                  <a:pt x="909190" y="466391"/>
                </a:lnTo>
                <a:lnTo>
                  <a:pt x="908691" y="466241"/>
                </a:lnTo>
                <a:lnTo>
                  <a:pt x="908190" y="466098"/>
                </a:lnTo>
                <a:lnTo>
                  <a:pt x="907688" y="465964"/>
                </a:lnTo>
                <a:lnTo>
                  <a:pt x="907184" y="465838"/>
                </a:lnTo>
                <a:lnTo>
                  <a:pt x="906678" y="465720"/>
                </a:lnTo>
                <a:lnTo>
                  <a:pt x="906171" y="465610"/>
                </a:lnTo>
                <a:lnTo>
                  <a:pt x="905663" y="465509"/>
                </a:lnTo>
                <a:lnTo>
                  <a:pt x="905153" y="465415"/>
                </a:lnTo>
                <a:lnTo>
                  <a:pt x="904649" y="465322"/>
                </a:lnTo>
                <a:lnTo>
                  <a:pt x="904151" y="465233"/>
                </a:lnTo>
                <a:lnTo>
                  <a:pt x="903658" y="465148"/>
                </a:lnTo>
                <a:lnTo>
                  <a:pt x="903169" y="465067"/>
                </a:lnTo>
                <a:lnTo>
                  <a:pt x="902685" y="464990"/>
                </a:lnTo>
                <a:lnTo>
                  <a:pt x="902206" y="464917"/>
                </a:lnTo>
                <a:lnTo>
                  <a:pt x="901732" y="464848"/>
                </a:lnTo>
                <a:lnTo>
                  <a:pt x="901262" y="464783"/>
                </a:lnTo>
                <a:lnTo>
                  <a:pt x="900798" y="464722"/>
                </a:lnTo>
                <a:lnTo>
                  <a:pt x="900338" y="464664"/>
                </a:lnTo>
                <a:lnTo>
                  <a:pt x="899883" y="464611"/>
                </a:lnTo>
                <a:lnTo>
                  <a:pt x="899433" y="464562"/>
                </a:lnTo>
                <a:lnTo>
                  <a:pt x="898988" y="464516"/>
                </a:lnTo>
                <a:lnTo>
                  <a:pt x="898548" y="464475"/>
                </a:lnTo>
                <a:lnTo>
                  <a:pt x="898112" y="464437"/>
                </a:lnTo>
                <a:lnTo>
                  <a:pt x="897681" y="464404"/>
                </a:lnTo>
                <a:lnTo>
                  <a:pt x="897255" y="464374"/>
                </a:lnTo>
                <a:lnTo>
                  <a:pt x="896834" y="464348"/>
                </a:lnTo>
                <a:lnTo>
                  <a:pt x="896418" y="464327"/>
                </a:lnTo>
                <a:lnTo>
                  <a:pt x="896006" y="464309"/>
                </a:lnTo>
                <a:lnTo>
                  <a:pt x="895600" y="464295"/>
                </a:lnTo>
                <a:lnTo>
                  <a:pt x="895198" y="464285"/>
                </a:lnTo>
                <a:lnTo>
                  <a:pt x="894801" y="464279"/>
                </a:lnTo>
                <a:lnTo>
                  <a:pt x="894409" y="464277"/>
                </a:lnTo>
                <a:lnTo>
                  <a:pt x="893798" y="464281"/>
                </a:lnTo>
                <a:lnTo>
                  <a:pt x="893185" y="464291"/>
                </a:lnTo>
                <a:lnTo>
                  <a:pt x="892572" y="464309"/>
                </a:lnTo>
                <a:lnTo>
                  <a:pt x="891958" y="464334"/>
                </a:lnTo>
                <a:lnTo>
                  <a:pt x="891343" y="464365"/>
                </a:lnTo>
                <a:lnTo>
                  <a:pt x="890728" y="464404"/>
                </a:lnTo>
                <a:lnTo>
                  <a:pt x="890111" y="464449"/>
                </a:lnTo>
                <a:lnTo>
                  <a:pt x="889494" y="464502"/>
                </a:lnTo>
                <a:lnTo>
                  <a:pt x="888875" y="464562"/>
                </a:lnTo>
                <a:lnTo>
                  <a:pt x="888256" y="464628"/>
                </a:lnTo>
                <a:lnTo>
                  <a:pt x="887636" y="464702"/>
                </a:lnTo>
                <a:lnTo>
                  <a:pt x="887015" y="464783"/>
                </a:lnTo>
                <a:lnTo>
                  <a:pt x="886393" y="464871"/>
                </a:lnTo>
                <a:lnTo>
                  <a:pt x="885770" y="464966"/>
                </a:lnTo>
                <a:lnTo>
                  <a:pt x="885146" y="465067"/>
                </a:lnTo>
                <a:lnTo>
                  <a:pt x="884522" y="465176"/>
                </a:lnTo>
                <a:lnTo>
                  <a:pt x="883897" y="465292"/>
                </a:lnTo>
                <a:lnTo>
                  <a:pt x="883270" y="465415"/>
                </a:lnTo>
                <a:lnTo>
                  <a:pt x="882643" y="465545"/>
                </a:lnTo>
                <a:lnTo>
                  <a:pt x="882015" y="465682"/>
                </a:lnTo>
                <a:lnTo>
                  <a:pt x="881386" y="465826"/>
                </a:lnTo>
                <a:lnTo>
                  <a:pt x="880756" y="465977"/>
                </a:lnTo>
                <a:lnTo>
                  <a:pt x="880126" y="466135"/>
                </a:lnTo>
                <a:lnTo>
                  <a:pt x="879494" y="466300"/>
                </a:lnTo>
                <a:lnTo>
                  <a:pt x="878869" y="466468"/>
                </a:lnTo>
                <a:lnTo>
                  <a:pt x="878249" y="466647"/>
                </a:lnTo>
                <a:lnTo>
                  <a:pt x="877632" y="466837"/>
                </a:lnTo>
                <a:lnTo>
                  <a:pt x="877019" y="467037"/>
                </a:lnTo>
                <a:lnTo>
                  <a:pt x="876410" y="467248"/>
                </a:lnTo>
                <a:lnTo>
                  <a:pt x="875805" y="467469"/>
                </a:lnTo>
                <a:lnTo>
                  <a:pt x="875204" y="467701"/>
                </a:lnTo>
                <a:lnTo>
                  <a:pt x="874607" y="467943"/>
                </a:lnTo>
                <a:lnTo>
                  <a:pt x="874014" y="468196"/>
                </a:lnTo>
                <a:lnTo>
                  <a:pt x="873425" y="468459"/>
                </a:lnTo>
                <a:lnTo>
                  <a:pt x="872839" y="468733"/>
                </a:lnTo>
                <a:lnTo>
                  <a:pt x="872258" y="469017"/>
                </a:lnTo>
                <a:lnTo>
                  <a:pt x="871681" y="469312"/>
                </a:lnTo>
                <a:lnTo>
                  <a:pt x="871107" y="469618"/>
                </a:lnTo>
                <a:lnTo>
                  <a:pt x="870538" y="469934"/>
                </a:lnTo>
                <a:lnTo>
                  <a:pt x="869972" y="470260"/>
                </a:lnTo>
                <a:lnTo>
                  <a:pt x="869411" y="470597"/>
                </a:lnTo>
                <a:lnTo>
                  <a:pt x="868853" y="470945"/>
                </a:lnTo>
                <a:lnTo>
                  <a:pt x="868300" y="471303"/>
                </a:lnTo>
                <a:lnTo>
                  <a:pt x="867750" y="471672"/>
                </a:lnTo>
                <a:lnTo>
                  <a:pt x="867204" y="472051"/>
                </a:lnTo>
                <a:lnTo>
                  <a:pt x="866662" y="472440"/>
                </a:lnTo>
                <a:lnTo>
                  <a:pt x="866125" y="472841"/>
                </a:lnTo>
                <a:lnTo>
                  <a:pt x="865591" y="473251"/>
                </a:lnTo>
                <a:lnTo>
                  <a:pt x="865068" y="473669"/>
                </a:lnTo>
                <a:lnTo>
                  <a:pt x="864555" y="474100"/>
                </a:lnTo>
                <a:lnTo>
                  <a:pt x="864050" y="474545"/>
                </a:lnTo>
                <a:lnTo>
                  <a:pt x="863554" y="475003"/>
                </a:lnTo>
                <a:lnTo>
                  <a:pt x="863067" y="475475"/>
                </a:lnTo>
                <a:lnTo>
                  <a:pt x="862589" y="475961"/>
                </a:lnTo>
                <a:lnTo>
                  <a:pt x="862119" y="476460"/>
                </a:lnTo>
                <a:lnTo>
                  <a:pt x="861658" y="476973"/>
                </a:lnTo>
                <a:lnTo>
                  <a:pt x="861206" y="477500"/>
                </a:lnTo>
                <a:lnTo>
                  <a:pt x="860763" y="478040"/>
                </a:lnTo>
                <a:lnTo>
                  <a:pt x="860329" y="478593"/>
                </a:lnTo>
                <a:lnTo>
                  <a:pt x="859903" y="479161"/>
                </a:lnTo>
                <a:lnTo>
                  <a:pt x="859486" y="479741"/>
                </a:lnTo>
                <a:lnTo>
                  <a:pt x="859078" y="480336"/>
                </a:lnTo>
                <a:lnTo>
                  <a:pt x="858678" y="480944"/>
                </a:lnTo>
                <a:lnTo>
                  <a:pt x="858288" y="481566"/>
                </a:lnTo>
                <a:lnTo>
                  <a:pt x="857906" y="482201"/>
                </a:lnTo>
                <a:lnTo>
                  <a:pt x="857533" y="482850"/>
                </a:lnTo>
                <a:lnTo>
                  <a:pt x="857169" y="483512"/>
                </a:lnTo>
                <a:lnTo>
                  <a:pt x="856813" y="484188"/>
                </a:lnTo>
                <a:lnTo>
                  <a:pt x="856466" y="484878"/>
                </a:lnTo>
                <a:lnTo>
                  <a:pt x="856129" y="485581"/>
                </a:lnTo>
                <a:lnTo>
                  <a:pt x="855799" y="486298"/>
                </a:lnTo>
                <a:lnTo>
                  <a:pt x="855479" y="487029"/>
                </a:lnTo>
                <a:lnTo>
                  <a:pt x="869635" y="492084"/>
                </a:lnTo>
                <a:lnTo>
                  <a:pt x="869847" y="491643"/>
                </a:lnTo>
                <a:lnTo>
                  <a:pt x="870071" y="491204"/>
                </a:lnTo>
                <a:lnTo>
                  <a:pt x="870308" y="490767"/>
                </a:lnTo>
                <a:lnTo>
                  <a:pt x="870557" y="490332"/>
                </a:lnTo>
                <a:lnTo>
                  <a:pt x="870819" y="489900"/>
                </a:lnTo>
                <a:lnTo>
                  <a:pt x="871093" y="489470"/>
                </a:lnTo>
                <a:lnTo>
                  <a:pt x="871380" y="489042"/>
                </a:lnTo>
                <a:lnTo>
                  <a:pt x="871679" y="488616"/>
                </a:lnTo>
                <a:lnTo>
                  <a:pt x="871990" y="488192"/>
                </a:lnTo>
                <a:lnTo>
                  <a:pt x="872315" y="487770"/>
                </a:lnTo>
                <a:lnTo>
                  <a:pt x="872651" y="487351"/>
                </a:lnTo>
                <a:lnTo>
                  <a:pt x="873001" y="486934"/>
                </a:lnTo>
                <a:lnTo>
                  <a:pt x="873362" y="486519"/>
                </a:lnTo>
                <a:lnTo>
                  <a:pt x="873737" y="486106"/>
                </a:lnTo>
                <a:lnTo>
                  <a:pt x="874123" y="485696"/>
                </a:lnTo>
                <a:lnTo>
                  <a:pt x="874523" y="485287"/>
                </a:lnTo>
                <a:lnTo>
                  <a:pt x="874934" y="484881"/>
                </a:lnTo>
                <a:lnTo>
                  <a:pt x="875359" y="484477"/>
                </a:lnTo>
                <a:lnTo>
                  <a:pt x="875795" y="484075"/>
                </a:lnTo>
                <a:lnTo>
                  <a:pt x="876245" y="483676"/>
                </a:lnTo>
                <a:lnTo>
                  <a:pt x="876707" y="483278"/>
                </a:lnTo>
                <a:lnTo>
                  <a:pt x="877181" y="482883"/>
                </a:lnTo>
                <a:lnTo>
                  <a:pt x="877668" y="482490"/>
                </a:lnTo>
                <a:lnTo>
                  <a:pt x="878167" y="482099"/>
                </a:lnTo>
                <a:lnTo>
                  <a:pt x="878681" y="481718"/>
                </a:lnTo>
                <a:lnTo>
                  <a:pt x="879210" y="481352"/>
                </a:lnTo>
                <a:lnTo>
                  <a:pt x="879756" y="481003"/>
                </a:lnTo>
                <a:lnTo>
                  <a:pt x="880318" y="480670"/>
                </a:lnTo>
                <a:lnTo>
                  <a:pt x="880895" y="480354"/>
                </a:lnTo>
                <a:lnTo>
                  <a:pt x="881489" y="480053"/>
                </a:lnTo>
                <a:lnTo>
                  <a:pt x="882099" y="479769"/>
                </a:lnTo>
                <a:lnTo>
                  <a:pt x="882724" y="479501"/>
                </a:lnTo>
                <a:lnTo>
                  <a:pt x="883366" y="479249"/>
                </a:lnTo>
                <a:lnTo>
                  <a:pt x="884024" y="479014"/>
                </a:lnTo>
                <a:lnTo>
                  <a:pt x="884698" y="478795"/>
                </a:lnTo>
                <a:lnTo>
                  <a:pt x="885387" y="478592"/>
                </a:lnTo>
                <a:lnTo>
                  <a:pt x="886093" y="478405"/>
                </a:lnTo>
                <a:lnTo>
                  <a:pt x="886815" y="478234"/>
                </a:lnTo>
                <a:lnTo>
                  <a:pt x="887553" y="478080"/>
                </a:lnTo>
                <a:lnTo>
                  <a:pt x="888307" y="477942"/>
                </a:lnTo>
                <a:lnTo>
                  <a:pt x="889077" y="477820"/>
                </a:lnTo>
                <a:lnTo>
                  <a:pt x="889863" y="477715"/>
                </a:lnTo>
                <a:lnTo>
                  <a:pt x="890665" y="477626"/>
                </a:lnTo>
                <a:lnTo>
                  <a:pt x="891483" y="477552"/>
                </a:lnTo>
                <a:lnTo>
                  <a:pt x="892316" y="477496"/>
                </a:lnTo>
                <a:lnTo>
                  <a:pt x="893166" y="477455"/>
                </a:lnTo>
                <a:lnTo>
                  <a:pt x="894032" y="477431"/>
                </a:lnTo>
                <a:lnTo>
                  <a:pt x="894915" y="477423"/>
                </a:lnTo>
                <a:lnTo>
                  <a:pt x="895764" y="477432"/>
                </a:lnTo>
                <a:lnTo>
                  <a:pt x="896595" y="477459"/>
                </a:lnTo>
                <a:lnTo>
                  <a:pt x="897408" y="477504"/>
                </a:lnTo>
                <a:lnTo>
                  <a:pt x="898203" y="477567"/>
                </a:lnTo>
                <a:lnTo>
                  <a:pt x="898979" y="477647"/>
                </a:lnTo>
                <a:lnTo>
                  <a:pt x="899737" y="477746"/>
                </a:lnTo>
                <a:lnTo>
                  <a:pt x="900477" y="477863"/>
                </a:lnTo>
                <a:lnTo>
                  <a:pt x="901199" y="477998"/>
                </a:lnTo>
                <a:lnTo>
                  <a:pt x="901903" y="478151"/>
                </a:lnTo>
                <a:lnTo>
                  <a:pt x="902588" y="478322"/>
                </a:lnTo>
                <a:lnTo>
                  <a:pt x="903255" y="478511"/>
                </a:lnTo>
                <a:lnTo>
                  <a:pt x="903904" y="478718"/>
                </a:lnTo>
                <a:lnTo>
                  <a:pt x="904535" y="478943"/>
                </a:lnTo>
                <a:lnTo>
                  <a:pt x="905148" y="479186"/>
                </a:lnTo>
                <a:lnTo>
                  <a:pt x="905742" y="479447"/>
                </a:lnTo>
                <a:lnTo>
                  <a:pt x="906318" y="479726"/>
                </a:lnTo>
                <a:lnTo>
                  <a:pt x="906876" y="480023"/>
                </a:lnTo>
                <a:lnTo>
                  <a:pt x="907416" y="480338"/>
                </a:lnTo>
                <a:lnTo>
                  <a:pt x="907937" y="480670"/>
                </a:lnTo>
                <a:lnTo>
                  <a:pt x="908441" y="481021"/>
                </a:lnTo>
                <a:lnTo>
                  <a:pt x="908926" y="481390"/>
                </a:lnTo>
                <a:lnTo>
                  <a:pt x="909393" y="481777"/>
                </a:lnTo>
                <a:lnTo>
                  <a:pt x="909841" y="482182"/>
                </a:lnTo>
                <a:lnTo>
                  <a:pt x="910272" y="482605"/>
                </a:lnTo>
                <a:lnTo>
                  <a:pt x="910689" y="483044"/>
                </a:lnTo>
                <a:lnTo>
                  <a:pt x="911089" y="483497"/>
                </a:lnTo>
                <a:lnTo>
                  <a:pt x="911471" y="483966"/>
                </a:lnTo>
                <a:lnTo>
                  <a:pt x="911836" y="484448"/>
                </a:lnTo>
                <a:lnTo>
                  <a:pt x="912182" y="484945"/>
                </a:lnTo>
                <a:lnTo>
                  <a:pt x="912511" y="485457"/>
                </a:lnTo>
                <a:lnTo>
                  <a:pt x="912822" y="485983"/>
                </a:lnTo>
                <a:lnTo>
                  <a:pt x="913116" y="486523"/>
                </a:lnTo>
                <a:lnTo>
                  <a:pt x="913391" y="487078"/>
                </a:lnTo>
                <a:lnTo>
                  <a:pt x="913649" y="487647"/>
                </a:lnTo>
                <a:lnTo>
                  <a:pt x="913889" y="488231"/>
                </a:lnTo>
                <a:lnTo>
                  <a:pt x="914111" y="488830"/>
                </a:lnTo>
                <a:lnTo>
                  <a:pt x="914315" y="489443"/>
                </a:lnTo>
                <a:lnTo>
                  <a:pt x="914502" y="490070"/>
                </a:lnTo>
                <a:lnTo>
                  <a:pt x="914671" y="490712"/>
                </a:lnTo>
                <a:lnTo>
                  <a:pt x="914822" y="491368"/>
                </a:lnTo>
                <a:lnTo>
                  <a:pt x="914955" y="492039"/>
                </a:lnTo>
                <a:lnTo>
                  <a:pt x="915071" y="492724"/>
                </a:lnTo>
                <a:lnTo>
                  <a:pt x="915168" y="493424"/>
                </a:lnTo>
                <a:lnTo>
                  <a:pt x="915248" y="494138"/>
                </a:lnTo>
                <a:lnTo>
                  <a:pt x="915311" y="494867"/>
                </a:lnTo>
                <a:lnTo>
                  <a:pt x="915355" y="495610"/>
                </a:lnTo>
                <a:lnTo>
                  <a:pt x="915382" y="496368"/>
                </a:lnTo>
                <a:lnTo>
                  <a:pt x="915391" y="497140"/>
                </a:lnTo>
                <a:lnTo>
                  <a:pt x="915391" y="497646"/>
                </a:lnTo>
                <a:lnTo>
                  <a:pt x="915386" y="497942"/>
                </a:lnTo>
                <a:lnTo>
                  <a:pt x="915373" y="498231"/>
                </a:lnTo>
                <a:lnTo>
                  <a:pt x="915350" y="498513"/>
                </a:lnTo>
                <a:lnTo>
                  <a:pt x="915319" y="498787"/>
                </a:lnTo>
                <a:lnTo>
                  <a:pt x="915278" y="499054"/>
                </a:lnTo>
                <a:lnTo>
                  <a:pt x="915229" y="499313"/>
                </a:lnTo>
                <a:lnTo>
                  <a:pt x="915170" y="499564"/>
                </a:lnTo>
                <a:lnTo>
                  <a:pt x="915103" y="499809"/>
                </a:lnTo>
                <a:lnTo>
                  <a:pt x="915026" y="500045"/>
                </a:lnTo>
                <a:lnTo>
                  <a:pt x="914941" y="500275"/>
                </a:lnTo>
                <a:lnTo>
                  <a:pt x="914846" y="500497"/>
                </a:lnTo>
                <a:lnTo>
                  <a:pt x="914743" y="500711"/>
                </a:lnTo>
                <a:lnTo>
                  <a:pt x="914630" y="500918"/>
                </a:lnTo>
                <a:lnTo>
                  <a:pt x="914509" y="501117"/>
                </a:lnTo>
                <a:lnTo>
                  <a:pt x="914378" y="501309"/>
                </a:lnTo>
                <a:lnTo>
                  <a:pt x="914239" y="501494"/>
                </a:lnTo>
                <a:lnTo>
                  <a:pt x="914091" y="501671"/>
                </a:lnTo>
                <a:lnTo>
                  <a:pt x="913933" y="501841"/>
                </a:lnTo>
                <a:lnTo>
                  <a:pt x="913767" y="502003"/>
                </a:lnTo>
                <a:lnTo>
                  <a:pt x="913591" y="502158"/>
                </a:lnTo>
                <a:lnTo>
                  <a:pt x="913407" y="502305"/>
                </a:lnTo>
                <a:lnTo>
                  <a:pt x="913213" y="502445"/>
                </a:lnTo>
                <a:lnTo>
                  <a:pt x="913011" y="502577"/>
                </a:lnTo>
                <a:lnTo>
                  <a:pt x="912800" y="502702"/>
                </a:lnTo>
                <a:lnTo>
                  <a:pt x="912584" y="502821"/>
                </a:lnTo>
                <a:lnTo>
                  <a:pt x="912357" y="502938"/>
                </a:lnTo>
                <a:lnTo>
                  <a:pt x="912120" y="503052"/>
                </a:lnTo>
                <a:lnTo>
                  <a:pt x="911873" y="503163"/>
                </a:lnTo>
                <a:lnTo>
                  <a:pt x="911615" y="503272"/>
                </a:lnTo>
                <a:lnTo>
                  <a:pt x="911346" y="503377"/>
                </a:lnTo>
                <a:lnTo>
                  <a:pt x="911067" y="503480"/>
                </a:lnTo>
                <a:lnTo>
                  <a:pt x="910777" y="503579"/>
                </a:lnTo>
                <a:lnTo>
                  <a:pt x="910477" y="503676"/>
                </a:lnTo>
                <a:lnTo>
                  <a:pt x="910166" y="503770"/>
                </a:lnTo>
                <a:lnTo>
                  <a:pt x="909845" y="503862"/>
                </a:lnTo>
                <a:lnTo>
                  <a:pt x="909513" y="503950"/>
                </a:lnTo>
                <a:lnTo>
                  <a:pt x="909171" y="504035"/>
                </a:lnTo>
                <a:lnTo>
                  <a:pt x="908818" y="504118"/>
                </a:lnTo>
                <a:lnTo>
                  <a:pt x="908455" y="504198"/>
                </a:lnTo>
                <a:lnTo>
                  <a:pt x="908081" y="504275"/>
                </a:lnTo>
                <a:lnTo>
                  <a:pt x="907696" y="504349"/>
                </a:lnTo>
                <a:lnTo>
                  <a:pt x="907301" y="504420"/>
                </a:lnTo>
                <a:lnTo>
                  <a:pt x="906896" y="504488"/>
                </a:lnTo>
                <a:lnTo>
                  <a:pt x="906480" y="504554"/>
                </a:lnTo>
                <a:lnTo>
                  <a:pt x="906053" y="504616"/>
                </a:lnTo>
                <a:lnTo>
                  <a:pt x="905616" y="504676"/>
                </a:lnTo>
                <a:lnTo>
                  <a:pt x="905168" y="504733"/>
                </a:lnTo>
                <a:lnTo>
                  <a:pt x="904710" y="504787"/>
                </a:lnTo>
                <a:lnTo>
                  <a:pt x="904246" y="504836"/>
                </a:lnTo>
                <a:lnTo>
                  <a:pt x="903771" y="504886"/>
                </a:lnTo>
                <a:lnTo>
                  <a:pt x="903283" y="504938"/>
                </a:lnTo>
                <a:lnTo>
                  <a:pt x="902784" y="504993"/>
                </a:lnTo>
                <a:lnTo>
                  <a:pt x="902274" y="505049"/>
                </a:lnTo>
                <a:lnTo>
                  <a:pt x="901752" y="505107"/>
                </a:lnTo>
                <a:lnTo>
                  <a:pt x="901218" y="505167"/>
                </a:lnTo>
                <a:lnTo>
                  <a:pt x="900673" y="505230"/>
                </a:lnTo>
                <a:lnTo>
                  <a:pt x="900116" y="505294"/>
                </a:lnTo>
                <a:lnTo>
                  <a:pt x="899547" y="505360"/>
                </a:lnTo>
                <a:lnTo>
                  <a:pt x="898967" y="505428"/>
                </a:lnTo>
                <a:lnTo>
                  <a:pt x="898375" y="505498"/>
                </a:lnTo>
                <a:lnTo>
                  <a:pt x="897771" y="505570"/>
                </a:lnTo>
                <a:lnTo>
                  <a:pt x="897156" y="505644"/>
                </a:lnTo>
                <a:lnTo>
                  <a:pt x="896529" y="505720"/>
                </a:lnTo>
                <a:lnTo>
                  <a:pt x="895891" y="505798"/>
                </a:lnTo>
                <a:lnTo>
                  <a:pt x="895241" y="505878"/>
                </a:lnTo>
                <a:lnTo>
                  <a:pt x="894579" y="505960"/>
                </a:lnTo>
                <a:lnTo>
                  <a:pt x="893905" y="506044"/>
                </a:lnTo>
                <a:lnTo>
                  <a:pt x="893220" y="506130"/>
                </a:lnTo>
                <a:lnTo>
                  <a:pt x="892524" y="506218"/>
                </a:lnTo>
                <a:lnTo>
                  <a:pt x="891816" y="506308"/>
                </a:lnTo>
                <a:lnTo>
                  <a:pt x="891096" y="506400"/>
                </a:lnTo>
                <a:lnTo>
                  <a:pt x="890364" y="506494"/>
                </a:lnTo>
                <a:lnTo>
                  <a:pt x="889801" y="506568"/>
                </a:lnTo>
                <a:lnTo>
                  <a:pt x="889238" y="506645"/>
                </a:lnTo>
                <a:lnTo>
                  <a:pt x="888675" y="506725"/>
                </a:lnTo>
                <a:lnTo>
                  <a:pt x="888112" y="506806"/>
                </a:lnTo>
                <a:lnTo>
                  <a:pt x="887549" y="506890"/>
                </a:lnTo>
                <a:lnTo>
                  <a:pt x="886987" y="506975"/>
                </a:lnTo>
                <a:lnTo>
                  <a:pt x="886425" y="507063"/>
                </a:lnTo>
                <a:lnTo>
                  <a:pt x="885863" y="507154"/>
                </a:lnTo>
                <a:lnTo>
                  <a:pt x="885302" y="507246"/>
                </a:lnTo>
                <a:lnTo>
                  <a:pt x="884740" y="507341"/>
                </a:lnTo>
                <a:lnTo>
                  <a:pt x="884179" y="507437"/>
                </a:lnTo>
                <a:lnTo>
                  <a:pt x="883618" y="507536"/>
                </a:lnTo>
                <a:lnTo>
                  <a:pt x="883057" y="507638"/>
                </a:lnTo>
                <a:lnTo>
                  <a:pt x="882497" y="507741"/>
                </a:lnTo>
                <a:lnTo>
                  <a:pt x="881936" y="507846"/>
                </a:lnTo>
                <a:lnTo>
                  <a:pt x="881376" y="507954"/>
                </a:lnTo>
                <a:lnTo>
                  <a:pt x="880816" y="508064"/>
                </a:lnTo>
                <a:lnTo>
                  <a:pt x="880257" y="508176"/>
                </a:lnTo>
                <a:lnTo>
                  <a:pt x="879697" y="508291"/>
                </a:lnTo>
                <a:lnTo>
                  <a:pt x="879138" y="508407"/>
                </a:lnTo>
                <a:lnTo>
                  <a:pt x="878579" y="508526"/>
                </a:lnTo>
                <a:lnTo>
                  <a:pt x="878020" y="508647"/>
                </a:lnTo>
                <a:lnTo>
                  <a:pt x="877461" y="508770"/>
                </a:lnTo>
                <a:lnTo>
                  <a:pt x="876903" y="508895"/>
                </a:lnTo>
                <a:lnTo>
                  <a:pt x="876352" y="509019"/>
                </a:lnTo>
                <a:lnTo>
                  <a:pt x="875805" y="509148"/>
                </a:lnTo>
                <a:lnTo>
                  <a:pt x="875262" y="509282"/>
                </a:lnTo>
                <a:lnTo>
                  <a:pt x="874723" y="509422"/>
                </a:lnTo>
                <a:lnTo>
                  <a:pt x="874188" y="509567"/>
                </a:lnTo>
                <a:lnTo>
                  <a:pt x="873656" y="509717"/>
                </a:lnTo>
                <a:lnTo>
                  <a:pt x="873129" y="509872"/>
                </a:lnTo>
                <a:lnTo>
                  <a:pt x="872606" y="510033"/>
                </a:lnTo>
                <a:lnTo>
                  <a:pt x="872086" y="510199"/>
                </a:lnTo>
                <a:lnTo>
                  <a:pt x="871571" y="510370"/>
                </a:lnTo>
                <a:lnTo>
                  <a:pt x="871059" y="510546"/>
                </a:lnTo>
                <a:lnTo>
                  <a:pt x="870552" y="510728"/>
                </a:lnTo>
                <a:lnTo>
                  <a:pt x="870048" y="510915"/>
                </a:lnTo>
                <a:lnTo>
                  <a:pt x="869549" y="511107"/>
                </a:lnTo>
                <a:lnTo>
                  <a:pt x="869053" y="511305"/>
                </a:lnTo>
                <a:lnTo>
                  <a:pt x="868561" y="511507"/>
                </a:lnTo>
                <a:lnTo>
                  <a:pt x="868073" y="511715"/>
                </a:lnTo>
                <a:lnTo>
                  <a:pt x="867589" y="511929"/>
                </a:lnTo>
                <a:lnTo>
                  <a:pt x="867109" y="512147"/>
                </a:lnTo>
                <a:lnTo>
                  <a:pt x="866633" y="512371"/>
                </a:lnTo>
                <a:lnTo>
                  <a:pt x="866161" y="512600"/>
                </a:lnTo>
                <a:lnTo>
                  <a:pt x="865693" y="512834"/>
                </a:lnTo>
                <a:lnTo>
                  <a:pt x="865229" y="513074"/>
                </a:lnTo>
                <a:lnTo>
                  <a:pt x="864769" y="513319"/>
                </a:lnTo>
                <a:lnTo>
                  <a:pt x="864315" y="513570"/>
                </a:lnTo>
                <a:lnTo>
                  <a:pt x="863868" y="513830"/>
                </a:lnTo>
                <a:lnTo>
                  <a:pt x="863429" y="514097"/>
                </a:lnTo>
                <a:lnTo>
                  <a:pt x="862998" y="514372"/>
                </a:lnTo>
                <a:lnTo>
                  <a:pt x="862574" y="514655"/>
                </a:lnTo>
                <a:lnTo>
                  <a:pt x="862158" y="514946"/>
                </a:lnTo>
                <a:lnTo>
                  <a:pt x="861750" y="515245"/>
                </a:lnTo>
                <a:lnTo>
                  <a:pt x="861349" y="515552"/>
                </a:lnTo>
                <a:lnTo>
                  <a:pt x="860956" y="515867"/>
                </a:lnTo>
                <a:lnTo>
                  <a:pt x="860571" y="516189"/>
                </a:lnTo>
                <a:lnTo>
                  <a:pt x="860194" y="516520"/>
                </a:lnTo>
                <a:lnTo>
                  <a:pt x="859824" y="516858"/>
                </a:lnTo>
                <a:lnTo>
                  <a:pt x="859462" y="517204"/>
                </a:lnTo>
                <a:lnTo>
                  <a:pt x="859107" y="517559"/>
                </a:lnTo>
                <a:lnTo>
                  <a:pt x="858760" y="517921"/>
                </a:lnTo>
                <a:lnTo>
                  <a:pt x="858421" y="518291"/>
                </a:lnTo>
                <a:lnTo>
                  <a:pt x="858090" y="518668"/>
                </a:lnTo>
                <a:lnTo>
                  <a:pt x="857766" y="519054"/>
                </a:lnTo>
                <a:lnTo>
                  <a:pt x="857450" y="519448"/>
                </a:lnTo>
                <a:lnTo>
                  <a:pt x="857141" y="519849"/>
                </a:lnTo>
                <a:lnTo>
                  <a:pt x="856841" y="520259"/>
                </a:lnTo>
                <a:lnTo>
                  <a:pt x="856548" y="520676"/>
                </a:lnTo>
                <a:lnTo>
                  <a:pt x="856262" y="521102"/>
                </a:lnTo>
                <a:lnTo>
                  <a:pt x="855985" y="521535"/>
                </a:lnTo>
                <a:lnTo>
                  <a:pt x="855716" y="521972"/>
                </a:lnTo>
                <a:lnTo>
                  <a:pt x="855460" y="522420"/>
                </a:lnTo>
                <a:lnTo>
                  <a:pt x="855214" y="522880"/>
                </a:lnTo>
                <a:lnTo>
                  <a:pt x="854980" y="523350"/>
                </a:lnTo>
                <a:lnTo>
                  <a:pt x="854758" y="523831"/>
                </a:lnTo>
                <a:lnTo>
                  <a:pt x="854547" y="524323"/>
                </a:lnTo>
                <a:lnTo>
                  <a:pt x="854347" y="524826"/>
                </a:lnTo>
                <a:lnTo>
                  <a:pt x="854159" y="525341"/>
                </a:lnTo>
                <a:lnTo>
                  <a:pt x="853982" y="525866"/>
                </a:lnTo>
                <a:lnTo>
                  <a:pt x="853817" y="526402"/>
                </a:lnTo>
                <a:lnTo>
                  <a:pt x="853662" y="526949"/>
                </a:lnTo>
                <a:lnTo>
                  <a:pt x="853520" y="527507"/>
                </a:lnTo>
                <a:lnTo>
                  <a:pt x="853389" y="528076"/>
                </a:lnTo>
                <a:lnTo>
                  <a:pt x="853269" y="528656"/>
                </a:lnTo>
                <a:lnTo>
                  <a:pt x="853160" y="529247"/>
                </a:lnTo>
                <a:lnTo>
                  <a:pt x="853063" y="529849"/>
                </a:lnTo>
                <a:lnTo>
                  <a:pt x="852978" y="530462"/>
                </a:lnTo>
                <a:lnTo>
                  <a:pt x="852904" y="531086"/>
                </a:lnTo>
                <a:lnTo>
                  <a:pt x="852841" y="531720"/>
                </a:lnTo>
                <a:lnTo>
                  <a:pt x="852790" y="532366"/>
                </a:lnTo>
                <a:lnTo>
                  <a:pt x="852750" y="533023"/>
                </a:lnTo>
                <a:lnTo>
                  <a:pt x="852721" y="533691"/>
                </a:lnTo>
                <a:lnTo>
                  <a:pt x="852704" y="534369"/>
                </a:lnTo>
                <a:lnTo>
                  <a:pt x="852698" y="535059"/>
                </a:lnTo>
                <a:lnTo>
                  <a:pt x="852706" y="535844"/>
                </a:lnTo>
                <a:lnTo>
                  <a:pt x="852729" y="536620"/>
                </a:lnTo>
                <a:lnTo>
                  <a:pt x="852767" y="537386"/>
                </a:lnTo>
                <a:lnTo>
                  <a:pt x="852821" y="538142"/>
                </a:lnTo>
                <a:lnTo>
                  <a:pt x="852890" y="538888"/>
                </a:lnTo>
                <a:lnTo>
                  <a:pt x="852975" y="539625"/>
                </a:lnTo>
                <a:lnTo>
                  <a:pt x="853075" y="540352"/>
                </a:lnTo>
                <a:lnTo>
                  <a:pt x="853190" y="541070"/>
                </a:lnTo>
                <a:lnTo>
                  <a:pt x="853320" y="541778"/>
                </a:lnTo>
                <a:lnTo>
                  <a:pt x="853466" y="542476"/>
                </a:lnTo>
                <a:lnTo>
                  <a:pt x="853628" y="543165"/>
                </a:lnTo>
                <a:lnTo>
                  <a:pt x="853804" y="543844"/>
                </a:lnTo>
                <a:lnTo>
                  <a:pt x="853996" y="544513"/>
                </a:lnTo>
                <a:lnTo>
                  <a:pt x="854204" y="545173"/>
                </a:lnTo>
                <a:lnTo>
                  <a:pt x="854426" y="545822"/>
                </a:lnTo>
                <a:lnTo>
                  <a:pt x="854664" y="546463"/>
                </a:lnTo>
                <a:lnTo>
                  <a:pt x="854918" y="547093"/>
                </a:lnTo>
                <a:lnTo>
                  <a:pt x="855187" y="547714"/>
                </a:lnTo>
                <a:lnTo>
                  <a:pt x="855471" y="548326"/>
                </a:lnTo>
                <a:lnTo>
                  <a:pt x="855770" y="548928"/>
                </a:lnTo>
                <a:lnTo>
                  <a:pt x="856085" y="549520"/>
                </a:lnTo>
                <a:lnTo>
                  <a:pt x="856416" y="550102"/>
                </a:lnTo>
                <a:lnTo>
                  <a:pt x="856761" y="550675"/>
                </a:lnTo>
                <a:lnTo>
                  <a:pt x="857122" y="551238"/>
                </a:lnTo>
                <a:lnTo>
                  <a:pt x="857496" y="551785"/>
                </a:lnTo>
                <a:lnTo>
                  <a:pt x="857881" y="552322"/>
                </a:lnTo>
                <a:lnTo>
                  <a:pt x="858277" y="552848"/>
                </a:lnTo>
                <a:lnTo>
                  <a:pt x="858683" y="553364"/>
                </a:lnTo>
                <a:lnTo>
                  <a:pt x="859100" y="553868"/>
                </a:lnTo>
                <a:lnTo>
                  <a:pt x="859528" y="554362"/>
                </a:lnTo>
                <a:lnTo>
                  <a:pt x="859966" y="554845"/>
                </a:lnTo>
                <a:lnTo>
                  <a:pt x="860415" y="555318"/>
                </a:lnTo>
                <a:lnTo>
                  <a:pt x="860876" y="555779"/>
                </a:lnTo>
                <a:lnTo>
                  <a:pt x="861346" y="556230"/>
                </a:lnTo>
                <a:lnTo>
                  <a:pt x="861828" y="556670"/>
                </a:lnTo>
                <a:lnTo>
                  <a:pt x="862320" y="557099"/>
                </a:lnTo>
                <a:lnTo>
                  <a:pt x="862823" y="557518"/>
                </a:lnTo>
                <a:lnTo>
                  <a:pt x="863337" y="557926"/>
                </a:lnTo>
                <a:lnTo>
                  <a:pt x="863862" y="558323"/>
                </a:lnTo>
                <a:lnTo>
                  <a:pt x="864397" y="558709"/>
                </a:lnTo>
                <a:lnTo>
                  <a:pt x="864943" y="559085"/>
                </a:lnTo>
                <a:lnTo>
                  <a:pt x="865500" y="559450"/>
                </a:lnTo>
                <a:lnTo>
                  <a:pt x="866067" y="559804"/>
                </a:lnTo>
                <a:lnTo>
                  <a:pt x="866646" y="560147"/>
                </a:lnTo>
                <a:lnTo>
                  <a:pt x="867235" y="560479"/>
                </a:lnTo>
                <a:lnTo>
                  <a:pt x="867835" y="560801"/>
                </a:lnTo>
                <a:lnTo>
                  <a:pt x="868445" y="561112"/>
                </a:lnTo>
                <a:lnTo>
                  <a:pt x="869067" y="561413"/>
                </a:lnTo>
                <a:lnTo>
                  <a:pt x="869696" y="561696"/>
                </a:lnTo>
                <a:lnTo>
                  <a:pt x="870332" y="561968"/>
                </a:lnTo>
                <a:lnTo>
                  <a:pt x="870973" y="562227"/>
                </a:lnTo>
                <a:lnTo>
                  <a:pt x="871621" y="562475"/>
                </a:lnTo>
                <a:lnTo>
                  <a:pt x="872274" y="562710"/>
                </a:lnTo>
                <a:lnTo>
                  <a:pt x="872933" y="562933"/>
                </a:lnTo>
                <a:lnTo>
                  <a:pt x="873599" y="563145"/>
                </a:lnTo>
                <a:lnTo>
                  <a:pt x="874270" y="563344"/>
                </a:lnTo>
                <a:lnTo>
                  <a:pt x="874947" y="563531"/>
                </a:lnTo>
                <a:lnTo>
                  <a:pt x="875630" y="563706"/>
                </a:lnTo>
                <a:lnTo>
                  <a:pt x="876319" y="563869"/>
                </a:lnTo>
                <a:lnTo>
                  <a:pt x="877014" y="564020"/>
                </a:lnTo>
                <a:lnTo>
                  <a:pt x="877714" y="564158"/>
                </a:lnTo>
                <a:lnTo>
                  <a:pt x="878421" y="564285"/>
                </a:lnTo>
                <a:lnTo>
                  <a:pt x="879134" y="564400"/>
                </a:lnTo>
                <a:lnTo>
                  <a:pt x="879852" y="564502"/>
                </a:lnTo>
                <a:lnTo>
                  <a:pt x="880577" y="564593"/>
                </a:lnTo>
                <a:lnTo>
                  <a:pt x="881307" y="564671"/>
                </a:lnTo>
                <a:lnTo>
                  <a:pt x="882044" y="564738"/>
                </a:lnTo>
                <a:lnTo>
                  <a:pt x="882786" y="564792"/>
                </a:lnTo>
                <a:lnTo>
                  <a:pt x="883534" y="564834"/>
                </a:lnTo>
                <a:lnTo>
                  <a:pt x="884288" y="564864"/>
                </a:lnTo>
                <a:lnTo>
                  <a:pt x="885048" y="564882"/>
                </a:lnTo>
                <a:lnTo>
                  <a:pt x="885814" y="564889"/>
                </a:lnTo>
                <a:lnTo>
                  <a:pt x="886515" y="564884"/>
                </a:lnTo>
                <a:lnTo>
                  <a:pt x="887207" y="564871"/>
                </a:lnTo>
                <a:lnTo>
                  <a:pt x="887891" y="564849"/>
                </a:lnTo>
                <a:lnTo>
                  <a:pt x="888565" y="564818"/>
                </a:lnTo>
                <a:lnTo>
                  <a:pt x="889230" y="564779"/>
                </a:lnTo>
                <a:lnTo>
                  <a:pt x="889886" y="564731"/>
                </a:lnTo>
                <a:lnTo>
                  <a:pt x="890534" y="564673"/>
                </a:lnTo>
                <a:close/>
                <a:moveTo>
                  <a:pt x="883155" y="551157"/>
                </a:moveTo>
                <a:lnTo>
                  <a:pt x="882493" y="551055"/>
                </a:lnTo>
                <a:lnTo>
                  <a:pt x="881841" y="550940"/>
                </a:lnTo>
                <a:lnTo>
                  <a:pt x="881201" y="550810"/>
                </a:lnTo>
                <a:lnTo>
                  <a:pt x="880571" y="550667"/>
                </a:lnTo>
                <a:lnTo>
                  <a:pt x="879952" y="550511"/>
                </a:lnTo>
                <a:lnTo>
                  <a:pt x="879344" y="550341"/>
                </a:lnTo>
                <a:lnTo>
                  <a:pt x="878747" y="550157"/>
                </a:lnTo>
                <a:lnTo>
                  <a:pt x="878160" y="549960"/>
                </a:lnTo>
                <a:lnTo>
                  <a:pt x="877584" y="549749"/>
                </a:lnTo>
                <a:lnTo>
                  <a:pt x="877019" y="549525"/>
                </a:lnTo>
                <a:lnTo>
                  <a:pt x="876465" y="549287"/>
                </a:lnTo>
                <a:lnTo>
                  <a:pt x="875921" y="549035"/>
                </a:lnTo>
                <a:lnTo>
                  <a:pt x="875388" y="548770"/>
                </a:lnTo>
                <a:lnTo>
                  <a:pt x="874866" y="548491"/>
                </a:lnTo>
                <a:lnTo>
                  <a:pt x="874355" y="548198"/>
                </a:lnTo>
                <a:lnTo>
                  <a:pt x="873854" y="547892"/>
                </a:lnTo>
                <a:lnTo>
                  <a:pt x="873364" y="547572"/>
                </a:lnTo>
                <a:lnTo>
                  <a:pt x="872895" y="547234"/>
                </a:lnTo>
                <a:lnTo>
                  <a:pt x="872445" y="546882"/>
                </a:lnTo>
                <a:lnTo>
                  <a:pt x="872016" y="546518"/>
                </a:lnTo>
                <a:lnTo>
                  <a:pt x="871607" y="546140"/>
                </a:lnTo>
                <a:lnTo>
                  <a:pt x="871217" y="545749"/>
                </a:lnTo>
                <a:lnTo>
                  <a:pt x="870848" y="545345"/>
                </a:lnTo>
                <a:lnTo>
                  <a:pt x="870499" y="544927"/>
                </a:lnTo>
                <a:lnTo>
                  <a:pt x="870169" y="544497"/>
                </a:lnTo>
                <a:lnTo>
                  <a:pt x="869859" y="544053"/>
                </a:lnTo>
                <a:lnTo>
                  <a:pt x="869570" y="543596"/>
                </a:lnTo>
                <a:lnTo>
                  <a:pt x="869300" y="543126"/>
                </a:lnTo>
                <a:lnTo>
                  <a:pt x="869051" y="542643"/>
                </a:lnTo>
                <a:lnTo>
                  <a:pt x="868821" y="542146"/>
                </a:lnTo>
                <a:lnTo>
                  <a:pt x="868611" y="541637"/>
                </a:lnTo>
                <a:lnTo>
                  <a:pt x="868422" y="541114"/>
                </a:lnTo>
                <a:lnTo>
                  <a:pt x="868252" y="540578"/>
                </a:lnTo>
                <a:lnTo>
                  <a:pt x="868102" y="540029"/>
                </a:lnTo>
                <a:lnTo>
                  <a:pt x="867972" y="539467"/>
                </a:lnTo>
                <a:lnTo>
                  <a:pt x="867863" y="538892"/>
                </a:lnTo>
                <a:lnTo>
                  <a:pt x="867773" y="538303"/>
                </a:lnTo>
                <a:lnTo>
                  <a:pt x="867703" y="537702"/>
                </a:lnTo>
                <a:lnTo>
                  <a:pt x="867653" y="537087"/>
                </a:lnTo>
                <a:lnTo>
                  <a:pt x="867623" y="536459"/>
                </a:lnTo>
                <a:lnTo>
                  <a:pt x="867613" y="535817"/>
                </a:lnTo>
                <a:lnTo>
                  <a:pt x="867618" y="535348"/>
                </a:lnTo>
                <a:lnTo>
                  <a:pt x="867634" y="534886"/>
                </a:lnTo>
                <a:lnTo>
                  <a:pt x="867660" y="534433"/>
                </a:lnTo>
                <a:lnTo>
                  <a:pt x="867697" y="533988"/>
                </a:lnTo>
                <a:lnTo>
                  <a:pt x="867745" y="533552"/>
                </a:lnTo>
                <a:lnTo>
                  <a:pt x="867803" y="533124"/>
                </a:lnTo>
                <a:lnTo>
                  <a:pt x="867871" y="532704"/>
                </a:lnTo>
                <a:lnTo>
                  <a:pt x="867950" y="532292"/>
                </a:lnTo>
                <a:lnTo>
                  <a:pt x="868040" y="531889"/>
                </a:lnTo>
                <a:lnTo>
                  <a:pt x="868140" y="531495"/>
                </a:lnTo>
                <a:lnTo>
                  <a:pt x="868250" y="531108"/>
                </a:lnTo>
                <a:lnTo>
                  <a:pt x="868371" y="530730"/>
                </a:lnTo>
                <a:lnTo>
                  <a:pt x="868503" y="530360"/>
                </a:lnTo>
                <a:lnTo>
                  <a:pt x="868645" y="529999"/>
                </a:lnTo>
                <a:lnTo>
                  <a:pt x="868798" y="529646"/>
                </a:lnTo>
                <a:lnTo>
                  <a:pt x="868961" y="529301"/>
                </a:lnTo>
                <a:lnTo>
                  <a:pt x="869135" y="528965"/>
                </a:lnTo>
                <a:lnTo>
                  <a:pt x="869319" y="528637"/>
                </a:lnTo>
                <a:lnTo>
                  <a:pt x="869514" y="528317"/>
                </a:lnTo>
                <a:lnTo>
                  <a:pt x="869720" y="528005"/>
                </a:lnTo>
                <a:lnTo>
                  <a:pt x="869936" y="527702"/>
                </a:lnTo>
                <a:lnTo>
                  <a:pt x="870162" y="527408"/>
                </a:lnTo>
                <a:lnTo>
                  <a:pt x="870399" y="527121"/>
                </a:lnTo>
                <a:lnTo>
                  <a:pt x="870646" y="526843"/>
                </a:lnTo>
                <a:lnTo>
                  <a:pt x="870908" y="526567"/>
                </a:lnTo>
                <a:lnTo>
                  <a:pt x="871176" y="526297"/>
                </a:lnTo>
                <a:lnTo>
                  <a:pt x="871450" y="526033"/>
                </a:lnTo>
                <a:lnTo>
                  <a:pt x="871731" y="525774"/>
                </a:lnTo>
                <a:lnTo>
                  <a:pt x="872019" y="525522"/>
                </a:lnTo>
                <a:lnTo>
                  <a:pt x="872313" y="525275"/>
                </a:lnTo>
                <a:lnTo>
                  <a:pt x="872614" y="525035"/>
                </a:lnTo>
                <a:lnTo>
                  <a:pt x="872922" y="524800"/>
                </a:lnTo>
                <a:lnTo>
                  <a:pt x="873236" y="524571"/>
                </a:lnTo>
                <a:lnTo>
                  <a:pt x="873556" y="524348"/>
                </a:lnTo>
                <a:lnTo>
                  <a:pt x="873883" y="524131"/>
                </a:lnTo>
                <a:lnTo>
                  <a:pt x="874217" y="523920"/>
                </a:lnTo>
                <a:lnTo>
                  <a:pt x="874558" y="523715"/>
                </a:lnTo>
                <a:lnTo>
                  <a:pt x="874904" y="523516"/>
                </a:lnTo>
                <a:lnTo>
                  <a:pt x="875258" y="523323"/>
                </a:lnTo>
                <a:lnTo>
                  <a:pt x="875618" y="523136"/>
                </a:lnTo>
                <a:lnTo>
                  <a:pt x="875985" y="522954"/>
                </a:lnTo>
                <a:lnTo>
                  <a:pt x="876358" y="522779"/>
                </a:lnTo>
                <a:lnTo>
                  <a:pt x="876738" y="522609"/>
                </a:lnTo>
                <a:lnTo>
                  <a:pt x="877124" y="522446"/>
                </a:lnTo>
                <a:lnTo>
                  <a:pt x="877517" y="522288"/>
                </a:lnTo>
                <a:lnTo>
                  <a:pt x="877917" y="522136"/>
                </a:lnTo>
                <a:lnTo>
                  <a:pt x="878323" y="521991"/>
                </a:lnTo>
                <a:lnTo>
                  <a:pt x="878736" y="521851"/>
                </a:lnTo>
                <a:lnTo>
                  <a:pt x="879158" y="521710"/>
                </a:lnTo>
                <a:lnTo>
                  <a:pt x="879584" y="521573"/>
                </a:lnTo>
                <a:lnTo>
                  <a:pt x="880012" y="521439"/>
                </a:lnTo>
                <a:lnTo>
                  <a:pt x="880442" y="521308"/>
                </a:lnTo>
                <a:lnTo>
                  <a:pt x="880875" y="521181"/>
                </a:lnTo>
                <a:lnTo>
                  <a:pt x="881311" y="521057"/>
                </a:lnTo>
                <a:lnTo>
                  <a:pt x="881750" y="520936"/>
                </a:lnTo>
                <a:lnTo>
                  <a:pt x="882191" y="520818"/>
                </a:lnTo>
                <a:lnTo>
                  <a:pt x="882634" y="520704"/>
                </a:lnTo>
                <a:lnTo>
                  <a:pt x="883081" y="520593"/>
                </a:lnTo>
                <a:lnTo>
                  <a:pt x="883530" y="520486"/>
                </a:lnTo>
                <a:lnTo>
                  <a:pt x="883981" y="520381"/>
                </a:lnTo>
                <a:lnTo>
                  <a:pt x="884436" y="520280"/>
                </a:lnTo>
                <a:lnTo>
                  <a:pt x="884892" y="520183"/>
                </a:lnTo>
                <a:lnTo>
                  <a:pt x="885352" y="520088"/>
                </a:lnTo>
                <a:lnTo>
                  <a:pt x="885814" y="519997"/>
                </a:lnTo>
                <a:lnTo>
                  <a:pt x="886279" y="519909"/>
                </a:lnTo>
                <a:lnTo>
                  <a:pt x="886746" y="519824"/>
                </a:lnTo>
                <a:lnTo>
                  <a:pt x="887216" y="519743"/>
                </a:lnTo>
                <a:lnTo>
                  <a:pt x="887689" y="519665"/>
                </a:lnTo>
                <a:lnTo>
                  <a:pt x="888164" y="519590"/>
                </a:lnTo>
                <a:lnTo>
                  <a:pt x="888642" y="519519"/>
                </a:lnTo>
                <a:lnTo>
                  <a:pt x="889123" y="519451"/>
                </a:lnTo>
                <a:lnTo>
                  <a:pt x="889606" y="519386"/>
                </a:lnTo>
                <a:lnTo>
                  <a:pt x="889809" y="519359"/>
                </a:lnTo>
                <a:lnTo>
                  <a:pt x="890016" y="519332"/>
                </a:lnTo>
                <a:lnTo>
                  <a:pt x="890229" y="519305"/>
                </a:lnTo>
                <a:lnTo>
                  <a:pt x="890447" y="519277"/>
                </a:lnTo>
                <a:lnTo>
                  <a:pt x="890670" y="519249"/>
                </a:lnTo>
                <a:lnTo>
                  <a:pt x="890897" y="519220"/>
                </a:lnTo>
                <a:lnTo>
                  <a:pt x="891130" y="519191"/>
                </a:lnTo>
                <a:lnTo>
                  <a:pt x="891368" y="519161"/>
                </a:lnTo>
                <a:lnTo>
                  <a:pt x="891611" y="519131"/>
                </a:lnTo>
                <a:lnTo>
                  <a:pt x="891860" y="519101"/>
                </a:lnTo>
                <a:lnTo>
                  <a:pt x="892113" y="519070"/>
                </a:lnTo>
                <a:lnTo>
                  <a:pt x="892371" y="519038"/>
                </a:lnTo>
                <a:lnTo>
                  <a:pt x="892634" y="519007"/>
                </a:lnTo>
                <a:lnTo>
                  <a:pt x="892902" y="518974"/>
                </a:lnTo>
                <a:lnTo>
                  <a:pt x="893176" y="518942"/>
                </a:lnTo>
                <a:lnTo>
                  <a:pt x="893454" y="518908"/>
                </a:lnTo>
                <a:lnTo>
                  <a:pt x="893737" y="518875"/>
                </a:lnTo>
                <a:lnTo>
                  <a:pt x="894026" y="518841"/>
                </a:lnTo>
                <a:lnTo>
                  <a:pt x="894319" y="518806"/>
                </a:lnTo>
                <a:lnTo>
                  <a:pt x="894618" y="518772"/>
                </a:lnTo>
                <a:lnTo>
                  <a:pt x="894921" y="518736"/>
                </a:lnTo>
                <a:lnTo>
                  <a:pt x="895230" y="518700"/>
                </a:lnTo>
                <a:lnTo>
                  <a:pt x="895544" y="518664"/>
                </a:lnTo>
                <a:lnTo>
                  <a:pt x="895863" y="518628"/>
                </a:lnTo>
                <a:lnTo>
                  <a:pt x="896189" y="518585"/>
                </a:lnTo>
                <a:lnTo>
                  <a:pt x="896517" y="518542"/>
                </a:lnTo>
                <a:lnTo>
                  <a:pt x="896845" y="518499"/>
                </a:lnTo>
                <a:lnTo>
                  <a:pt x="897174" y="518456"/>
                </a:lnTo>
                <a:lnTo>
                  <a:pt x="897503" y="518411"/>
                </a:lnTo>
                <a:lnTo>
                  <a:pt x="897833" y="518367"/>
                </a:lnTo>
                <a:lnTo>
                  <a:pt x="898164" y="518322"/>
                </a:lnTo>
                <a:lnTo>
                  <a:pt x="898496" y="518277"/>
                </a:lnTo>
                <a:lnTo>
                  <a:pt x="898828" y="518231"/>
                </a:lnTo>
                <a:lnTo>
                  <a:pt x="899161" y="518184"/>
                </a:lnTo>
                <a:lnTo>
                  <a:pt x="899494" y="518138"/>
                </a:lnTo>
                <a:lnTo>
                  <a:pt x="899828" y="518090"/>
                </a:lnTo>
                <a:lnTo>
                  <a:pt x="900163" y="518043"/>
                </a:lnTo>
                <a:lnTo>
                  <a:pt x="900498" y="517995"/>
                </a:lnTo>
                <a:lnTo>
                  <a:pt x="900834" y="517946"/>
                </a:lnTo>
                <a:lnTo>
                  <a:pt x="901171" y="517897"/>
                </a:lnTo>
                <a:lnTo>
                  <a:pt x="901509" y="517848"/>
                </a:lnTo>
                <a:lnTo>
                  <a:pt x="901847" y="517798"/>
                </a:lnTo>
                <a:lnTo>
                  <a:pt x="902185" y="517748"/>
                </a:lnTo>
                <a:lnTo>
                  <a:pt x="902525" y="517697"/>
                </a:lnTo>
                <a:lnTo>
                  <a:pt x="902865" y="517646"/>
                </a:lnTo>
                <a:lnTo>
                  <a:pt x="903205" y="517595"/>
                </a:lnTo>
                <a:lnTo>
                  <a:pt x="903547" y="517543"/>
                </a:lnTo>
                <a:lnTo>
                  <a:pt x="903889" y="517490"/>
                </a:lnTo>
                <a:lnTo>
                  <a:pt x="904234" y="517432"/>
                </a:lnTo>
                <a:lnTo>
                  <a:pt x="904577" y="517373"/>
                </a:lnTo>
                <a:lnTo>
                  <a:pt x="904916" y="517313"/>
                </a:lnTo>
                <a:lnTo>
                  <a:pt x="905251" y="517253"/>
                </a:lnTo>
                <a:lnTo>
                  <a:pt x="905583" y="517192"/>
                </a:lnTo>
                <a:lnTo>
                  <a:pt x="905911" y="517131"/>
                </a:lnTo>
                <a:lnTo>
                  <a:pt x="906236" y="517068"/>
                </a:lnTo>
                <a:lnTo>
                  <a:pt x="906557" y="517006"/>
                </a:lnTo>
                <a:lnTo>
                  <a:pt x="906875" y="516942"/>
                </a:lnTo>
                <a:lnTo>
                  <a:pt x="907189" y="516878"/>
                </a:lnTo>
                <a:lnTo>
                  <a:pt x="907500" y="516813"/>
                </a:lnTo>
                <a:lnTo>
                  <a:pt x="907807" y="516747"/>
                </a:lnTo>
                <a:lnTo>
                  <a:pt x="908111" y="516681"/>
                </a:lnTo>
                <a:lnTo>
                  <a:pt x="908411" y="516614"/>
                </a:lnTo>
                <a:lnTo>
                  <a:pt x="908707" y="516547"/>
                </a:lnTo>
                <a:lnTo>
                  <a:pt x="909001" y="516479"/>
                </a:lnTo>
                <a:lnTo>
                  <a:pt x="909290" y="516410"/>
                </a:lnTo>
                <a:lnTo>
                  <a:pt x="909576" y="516341"/>
                </a:lnTo>
                <a:lnTo>
                  <a:pt x="909859" y="516271"/>
                </a:lnTo>
                <a:lnTo>
                  <a:pt x="910138" y="516200"/>
                </a:lnTo>
                <a:lnTo>
                  <a:pt x="910414" y="516128"/>
                </a:lnTo>
                <a:lnTo>
                  <a:pt x="910686" y="516056"/>
                </a:lnTo>
                <a:lnTo>
                  <a:pt x="910955" y="515983"/>
                </a:lnTo>
                <a:lnTo>
                  <a:pt x="911220" y="515910"/>
                </a:lnTo>
                <a:lnTo>
                  <a:pt x="911484" y="515831"/>
                </a:lnTo>
                <a:lnTo>
                  <a:pt x="911741" y="515751"/>
                </a:lnTo>
                <a:lnTo>
                  <a:pt x="911990" y="515670"/>
                </a:lnTo>
                <a:lnTo>
                  <a:pt x="912231" y="515589"/>
                </a:lnTo>
                <a:lnTo>
                  <a:pt x="912464" y="515507"/>
                </a:lnTo>
                <a:lnTo>
                  <a:pt x="912689" y="515424"/>
                </a:lnTo>
                <a:lnTo>
                  <a:pt x="912906" y="515341"/>
                </a:lnTo>
                <a:lnTo>
                  <a:pt x="913116" y="515257"/>
                </a:lnTo>
                <a:lnTo>
                  <a:pt x="913317" y="515172"/>
                </a:lnTo>
                <a:lnTo>
                  <a:pt x="913511" y="515087"/>
                </a:lnTo>
                <a:lnTo>
                  <a:pt x="913696" y="515001"/>
                </a:lnTo>
                <a:lnTo>
                  <a:pt x="913874" y="514915"/>
                </a:lnTo>
                <a:lnTo>
                  <a:pt x="914044" y="514828"/>
                </a:lnTo>
                <a:lnTo>
                  <a:pt x="914206" y="514740"/>
                </a:lnTo>
                <a:lnTo>
                  <a:pt x="914360" y="514651"/>
                </a:lnTo>
                <a:lnTo>
                  <a:pt x="914506" y="514562"/>
                </a:lnTo>
                <a:lnTo>
                  <a:pt x="914644" y="514472"/>
                </a:lnTo>
                <a:lnTo>
                  <a:pt x="914775" y="514381"/>
                </a:lnTo>
                <a:lnTo>
                  <a:pt x="914897" y="514290"/>
                </a:lnTo>
                <a:lnTo>
                  <a:pt x="915011" y="514198"/>
                </a:lnTo>
                <a:lnTo>
                  <a:pt x="915118" y="514106"/>
                </a:lnTo>
                <a:lnTo>
                  <a:pt x="915217" y="514013"/>
                </a:lnTo>
                <a:lnTo>
                  <a:pt x="915308" y="513919"/>
                </a:lnTo>
                <a:lnTo>
                  <a:pt x="915391" y="513825"/>
                </a:lnTo>
                <a:lnTo>
                  <a:pt x="915391" y="527475"/>
                </a:lnTo>
                <a:lnTo>
                  <a:pt x="915385" y="527980"/>
                </a:lnTo>
                <a:lnTo>
                  <a:pt x="915369" y="528483"/>
                </a:lnTo>
                <a:lnTo>
                  <a:pt x="915341" y="528983"/>
                </a:lnTo>
                <a:lnTo>
                  <a:pt x="915303" y="529482"/>
                </a:lnTo>
                <a:lnTo>
                  <a:pt x="915254" y="529979"/>
                </a:lnTo>
                <a:lnTo>
                  <a:pt x="915193" y="530473"/>
                </a:lnTo>
                <a:lnTo>
                  <a:pt x="915122" y="530966"/>
                </a:lnTo>
                <a:lnTo>
                  <a:pt x="915040" y="531457"/>
                </a:lnTo>
                <a:lnTo>
                  <a:pt x="914946" y="531946"/>
                </a:lnTo>
                <a:lnTo>
                  <a:pt x="914842" y="532432"/>
                </a:lnTo>
                <a:lnTo>
                  <a:pt x="914727" y="532917"/>
                </a:lnTo>
                <a:lnTo>
                  <a:pt x="914601" y="533400"/>
                </a:lnTo>
                <a:lnTo>
                  <a:pt x="914464" y="533881"/>
                </a:lnTo>
                <a:lnTo>
                  <a:pt x="914315" y="534360"/>
                </a:lnTo>
                <a:lnTo>
                  <a:pt x="914156" y="534837"/>
                </a:lnTo>
                <a:lnTo>
                  <a:pt x="913986" y="535312"/>
                </a:lnTo>
                <a:lnTo>
                  <a:pt x="913805" y="535785"/>
                </a:lnTo>
                <a:lnTo>
                  <a:pt x="913613" y="536256"/>
                </a:lnTo>
                <a:lnTo>
                  <a:pt x="913410" y="536725"/>
                </a:lnTo>
                <a:lnTo>
                  <a:pt x="913196" y="537192"/>
                </a:lnTo>
                <a:lnTo>
                  <a:pt x="912971" y="537657"/>
                </a:lnTo>
                <a:lnTo>
                  <a:pt x="912735" y="538120"/>
                </a:lnTo>
                <a:lnTo>
                  <a:pt x="912489" y="538581"/>
                </a:lnTo>
                <a:lnTo>
                  <a:pt x="912231" y="539041"/>
                </a:lnTo>
                <a:lnTo>
                  <a:pt x="911967" y="539495"/>
                </a:lnTo>
                <a:lnTo>
                  <a:pt x="911694" y="539943"/>
                </a:lnTo>
                <a:lnTo>
                  <a:pt x="911409" y="540384"/>
                </a:lnTo>
                <a:lnTo>
                  <a:pt x="911114" y="540817"/>
                </a:lnTo>
                <a:lnTo>
                  <a:pt x="910809" y="541244"/>
                </a:lnTo>
                <a:lnTo>
                  <a:pt x="910493" y="541663"/>
                </a:lnTo>
                <a:lnTo>
                  <a:pt x="910166" y="542076"/>
                </a:lnTo>
                <a:lnTo>
                  <a:pt x="909829" y="542481"/>
                </a:lnTo>
                <a:lnTo>
                  <a:pt x="909482" y="542880"/>
                </a:lnTo>
                <a:lnTo>
                  <a:pt x="909124" y="543271"/>
                </a:lnTo>
                <a:lnTo>
                  <a:pt x="908755" y="543656"/>
                </a:lnTo>
                <a:lnTo>
                  <a:pt x="908376" y="544033"/>
                </a:lnTo>
                <a:lnTo>
                  <a:pt x="907986" y="544404"/>
                </a:lnTo>
                <a:lnTo>
                  <a:pt x="907586" y="544767"/>
                </a:lnTo>
                <a:lnTo>
                  <a:pt x="907175" y="545123"/>
                </a:lnTo>
                <a:lnTo>
                  <a:pt x="906754" y="545473"/>
                </a:lnTo>
                <a:lnTo>
                  <a:pt x="906322" y="545815"/>
                </a:lnTo>
                <a:lnTo>
                  <a:pt x="905879" y="546150"/>
                </a:lnTo>
                <a:lnTo>
                  <a:pt x="905426" y="546479"/>
                </a:lnTo>
                <a:lnTo>
                  <a:pt x="904963" y="546800"/>
                </a:lnTo>
                <a:lnTo>
                  <a:pt x="904489" y="547114"/>
                </a:lnTo>
                <a:lnTo>
                  <a:pt x="904005" y="547421"/>
                </a:lnTo>
                <a:lnTo>
                  <a:pt x="903509" y="547722"/>
                </a:lnTo>
                <a:lnTo>
                  <a:pt x="903004" y="548015"/>
                </a:lnTo>
                <a:lnTo>
                  <a:pt x="902493" y="548298"/>
                </a:lnTo>
                <a:lnTo>
                  <a:pt x="901973" y="548570"/>
                </a:lnTo>
                <a:lnTo>
                  <a:pt x="901444" y="548829"/>
                </a:lnTo>
                <a:lnTo>
                  <a:pt x="900904" y="549077"/>
                </a:lnTo>
                <a:lnTo>
                  <a:pt x="900355" y="549312"/>
                </a:lnTo>
                <a:lnTo>
                  <a:pt x="899797" y="549535"/>
                </a:lnTo>
                <a:lnTo>
                  <a:pt x="899228" y="549747"/>
                </a:lnTo>
                <a:lnTo>
                  <a:pt x="898650" y="549946"/>
                </a:lnTo>
                <a:lnTo>
                  <a:pt x="898063" y="550133"/>
                </a:lnTo>
                <a:lnTo>
                  <a:pt x="897465" y="550308"/>
                </a:lnTo>
                <a:lnTo>
                  <a:pt x="896858" y="550471"/>
                </a:lnTo>
                <a:lnTo>
                  <a:pt x="896242" y="550622"/>
                </a:lnTo>
                <a:lnTo>
                  <a:pt x="895615" y="550760"/>
                </a:lnTo>
                <a:lnTo>
                  <a:pt x="894979" y="550887"/>
                </a:lnTo>
                <a:lnTo>
                  <a:pt x="894334" y="551002"/>
                </a:lnTo>
                <a:lnTo>
                  <a:pt x="893679" y="551104"/>
                </a:lnTo>
                <a:lnTo>
                  <a:pt x="893014" y="551195"/>
                </a:lnTo>
                <a:lnTo>
                  <a:pt x="892339" y="551273"/>
                </a:lnTo>
                <a:lnTo>
                  <a:pt x="891655" y="551340"/>
                </a:lnTo>
                <a:lnTo>
                  <a:pt x="890961" y="551394"/>
                </a:lnTo>
                <a:lnTo>
                  <a:pt x="890258" y="551436"/>
                </a:lnTo>
                <a:lnTo>
                  <a:pt x="889544" y="551466"/>
                </a:lnTo>
                <a:lnTo>
                  <a:pt x="888822" y="551485"/>
                </a:lnTo>
                <a:lnTo>
                  <a:pt x="888089" y="551491"/>
                </a:lnTo>
                <a:lnTo>
                  <a:pt x="887352" y="551484"/>
                </a:lnTo>
                <a:lnTo>
                  <a:pt x="886626" y="551463"/>
                </a:lnTo>
                <a:lnTo>
                  <a:pt x="885910" y="551429"/>
                </a:lnTo>
                <a:lnTo>
                  <a:pt x="885205" y="551382"/>
                </a:lnTo>
                <a:lnTo>
                  <a:pt x="884511" y="551320"/>
                </a:lnTo>
                <a:lnTo>
                  <a:pt x="883827" y="551246"/>
                </a:lnTo>
                <a:lnTo>
                  <a:pt x="883155" y="551157"/>
                </a:lnTo>
                <a:close/>
                <a:moveTo>
                  <a:pt x="1363306" y="51064"/>
                </a:moveTo>
                <a:lnTo>
                  <a:pt x="1363306" y="111734"/>
                </a:lnTo>
                <a:lnTo>
                  <a:pt x="1363313" y="112435"/>
                </a:lnTo>
                <a:lnTo>
                  <a:pt x="1363333" y="113125"/>
                </a:lnTo>
                <a:lnTo>
                  <a:pt x="1363367" y="113806"/>
                </a:lnTo>
                <a:lnTo>
                  <a:pt x="1363415" y="114476"/>
                </a:lnTo>
                <a:lnTo>
                  <a:pt x="1363476" y="115136"/>
                </a:lnTo>
                <a:lnTo>
                  <a:pt x="1363551" y="115787"/>
                </a:lnTo>
                <a:lnTo>
                  <a:pt x="1363639" y="116427"/>
                </a:lnTo>
                <a:lnTo>
                  <a:pt x="1363741" y="117057"/>
                </a:lnTo>
                <a:lnTo>
                  <a:pt x="1363857" y="117677"/>
                </a:lnTo>
                <a:lnTo>
                  <a:pt x="1363986" y="118286"/>
                </a:lnTo>
                <a:lnTo>
                  <a:pt x="1364129" y="118886"/>
                </a:lnTo>
                <a:lnTo>
                  <a:pt x="1364286" y="119476"/>
                </a:lnTo>
                <a:lnTo>
                  <a:pt x="1364456" y="120055"/>
                </a:lnTo>
                <a:lnTo>
                  <a:pt x="1364639" y="120625"/>
                </a:lnTo>
                <a:lnTo>
                  <a:pt x="1364837" y="121184"/>
                </a:lnTo>
                <a:lnTo>
                  <a:pt x="1365048" y="121733"/>
                </a:lnTo>
                <a:lnTo>
                  <a:pt x="1365272" y="122272"/>
                </a:lnTo>
                <a:lnTo>
                  <a:pt x="1365510" y="122802"/>
                </a:lnTo>
                <a:lnTo>
                  <a:pt x="1365762" y="123320"/>
                </a:lnTo>
                <a:lnTo>
                  <a:pt x="1366027" y="123829"/>
                </a:lnTo>
                <a:lnTo>
                  <a:pt x="1366306" y="124328"/>
                </a:lnTo>
                <a:lnTo>
                  <a:pt x="1366599" y="124817"/>
                </a:lnTo>
                <a:lnTo>
                  <a:pt x="1366905" y="125295"/>
                </a:lnTo>
                <a:lnTo>
                  <a:pt x="1367224" y="125764"/>
                </a:lnTo>
                <a:lnTo>
                  <a:pt x="1367560" y="126222"/>
                </a:lnTo>
                <a:lnTo>
                  <a:pt x="1367902" y="126671"/>
                </a:lnTo>
                <a:lnTo>
                  <a:pt x="1368251" y="127110"/>
                </a:lnTo>
                <a:lnTo>
                  <a:pt x="1368608" y="127539"/>
                </a:lnTo>
                <a:lnTo>
                  <a:pt x="1368971" y="127958"/>
                </a:lnTo>
                <a:lnTo>
                  <a:pt x="1369342" y="128367"/>
                </a:lnTo>
                <a:lnTo>
                  <a:pt x="1369719" y="128766"/>
                </a:lnTo>
                <a:lnTo>
                  <a:pt x="1370103" y="129156"/>
                </a:lnTo>
                <a:lnTo>
                  <a:pt x="1370495" y="129535"/>
                </a:lnTo>
                <a:lnTo>
                  <a:pt x="1370893" y="129905"/>
                </a:lnTo>
                <a:lnTo>
                  <a:pt x="1371299" y="130264"/>
                </a:lnTo>
                <a:lnTo>
                  <a:pt x="1371711" y="130614"/>
                </a:lnTo>
                <a:lnTo>
                  <a:pt x="1372131" y="130954"/>
                </a:lnTo>
                <a:lnTo>
                  <a:pt x="1372558" y="131284"/>
                </a:lnTo>
                <a:lnTo>
                  <a:pt x="1372991" y="131605"/>
                </a:lnTo>
                <a:lnTo>
                  <a:pt x="1373432" y="131915"/>
                </a:lnTo>
                <a:lnTo>
                  <a:pt x="1373879" y="132216"/>
                </a:lnTo>
                <a:lnTo>
                  <a:pt x="1374334" y="132506"/>
                </a:lnTo>
                <a:lnTo>
                  <a:pt x="1374796" y="132787"/>
                </a:lnTo>
                <a:lnTo>
                  <a:pt x="1375264" y="133058"/>
                </a:lnTo>
                <a:lnTo>
                  <a:pt x="1375740" y="133319"/>
                </a:lnTo>
                <a:lnTo>
                  <a:pt x="1376223" y="133570"/>
                </a:lnTo>
                <a:lnTo>
                  <a:pt x="1376713" y="133811"/>
                </a:lnTo>
                <a:lnTo>
                  <a:pt x="1377210" y="134043"/>
                </a:lnTo>
                <a:lnTo>
                  <a:pt x="1377716" y="134265"/>
                </a:lnTo>
                <a:lnTo>
                  <a:pt x="1378222" y="134477"/>
                </a:lnTo>
                <a:lnTo>
                  <a:pt x="1378730" y="134680"/>
                </a:lnTo>
                <a:lnTo>
                  <a:pt x="1379239" y="134873"/>
                </a:lnTo>
                <a:lnTo>
                  <a:pt x="1379748" y="135057"/>
                </a:lnTo>
                <a:lnTo>
                  <a:pt x="1380259" y="135232"/>
                </a:lnTo>
                <a:lnTo>
                  <a:pt x="1380770" y="135397"/>
                </a:lnTo>
                <a:lnTo>
                  <a:pt x="1381282" y="135553"/>
                </a:lnTo>
                <a:lnTo>
                  <a:pt x="1381795" y="135699"/>
                </a:lnTo>
                <a:lnTo>
                  <a:pt x="1382309" y="135836"/>
                </a:lnTo>
                <a:lnTo>
                  <a:pt x="1382824" y="135963"/>
                </a:lnTo>
                <a:lnTo>
                  <a:pt x="1383340" y="136081"/>
                </a:lnTo>
                <a:lnTo>
                  <a:pt x="1383856" y="136189"/>
                </a:lnTo>
                <a:lnTo>
                  <a:pt x="1384374" y="136289"/>
                </a:lnTo>
                <a:lnTo>
                  <a:pt x="1384892" y="136378"/>
                </a:lnTo>
                <a:lnTo>
                  <a:pt x="1385411" y="136458"/>
                </a:lnTo>
                <a:lnTo>
                  <a:pt x="1385931" y="136529"/>
                </a:lnTo>
                <a:lnTo>
                  <a:pt x="1386452" y="136590"/>
                </a:lnTo>
                <a:lnTo>
                  <a:pt x="1386974" y="136642"/>
                </a:lnTo>
                <a:lnTo>
                  <a:pt x="1387497" y="136685"/>
                </a:lnTo>
                <a:lnTo>
                  <a:pt x="1388020" y="136718"/>
                </a:lnTo>
                <a:lnTo>
                  <a:pt x="1388545" y="136741"/>
                </a:lnTo>
                <a:lnTo>
                  <a:pt x="1389070" y="136756"/>
                </a:lnTo>
                <a:lnTo>
                  <a:pt x="1389596" y="136760"/>
                </a:lnTo>
                <a:lnTo>
                  <a:pt x="1389942" y="136759"/>
                </a:lnTo>
                <a:lnTo>
                  <a:pt x="1390282" y="136756"/>
                </a:lnTo>
                <a:lnTo>
                  <a:pt x="1390617" y="136750"/>
                </a:lnTo>
                <a:lnTo>
                  <a:pt x="1390946" y="136743"/>
                </a:lnTo>
                <a:lnTo>
                  <a:pt x="1391271" y="136733"/>
                </a:lnTo>
                <a:lnTo>
                  <a:pt x="1391591" y="136721"/>
                </a:lnTo>
                <a:lnTo>
                  <a:pt x="1391906" y="136707"/>
                </a:lnTo>
                <a:lnTo>
                  <a:pt x="1392216" y="136690"/>
                </a:lnTo>
                <a:lnTo>
                  <a:pt x="1392520" y="136671"/>
                </a:lnTo>
                <a:lnTo>
                  <a:pt x="1392820" y="136651"/>
                </a:lnTo>
                <a:lnTo>
                  <a:pt x="1393115" y="136628"/>
                </a:lnTo>
                <a:lnTo>
                  <a:pt x="1393404" y="136602"/>
                </a:lnTo>
                <a:lnTo>
                  <a:pt x="1393689" y="136575"/>
                </a:lnTo>
                <a:lnTo>
                  <a:pt x="1393968" y="136545"/>
                </a:lnTo>
                <a:lnTo>
                  <a:pt x="1394242" y="136513"/>
                </a:lnTo>
                <a:lnTo>
                  <a:pt x="1394512" y="136479"/>
                </a:lnTo>
                <a:lnTo>
                  <a:pt x="1394776" y="136443"/>
                </a:lnTo>
                <a:lnTo>
                  <a:pt x="1395035" y="136405"/>
                </a:lnTo>
                <a:lnTo>
                  <a:pt x="1395290" y="136364"/>
                </a:lnTo>
                <a:lnTo>
                  <a:pt x="1395539" y="136321"/>
                </a:lnTo>
                <a:lnTo>
                  <a:pt x="1395783" y="136276"/>
                </a:lnTo>
                <a:lnTo>
                  <a:pt x="1396022" y="136229"/>
                </a:lnTo>
                <a:lnTo>
                  <a:pt x="1396256" y="136180"/>
                </a:lnTo>
                <a:lnTo>
                  <a:pt x="1396485" y="136128"/>
                </a:lnTo>
                <a:lnTo>
                  <a:pt x="1396709" y="136081"/>
                </a:lnTo>
                <a:lnTo>
                  <a:pt x="1396930" y="136034"/>
                </a:lnTo>
                <a:lnTo>
                  <a:pt x="1397146" y="135986"/>
                </a:lnTo>
                <a:lnTo>
                  <a:pt x="1397357" y="135939"/>
                </a:lnTo>
                <a:lnTo>
                  <a:pt x="1397565" y="135891"/>
                </a:lnTo>
                <a:lnTo>
                  <a:pt x="1397769" y="135844"/>
                </a:lnTo>
                <a:lnTo>
                  <a:pt x="1397968" y="135797"/>
                </a:lnTo>
                <a:lnTo>
                  <a:pt x="1398163" y="135749"/>
                </a:lnTo>
                <a:lnTo>
                  <a:pt x="1398354" y="135702"/>
                </a:lnTo>
                <a:lnTo>
                  <a:pt x="1398541" y="135654"/>
                </a:lnTo>
                <a:lnTo>
                  <a:pt x="1398724" y="135607"/>
                </a:lnTo>
                <a:lnTo>
                  <a:pt x="1398902" y="135560"/>
                </a:lnTo>
                <a:lnTo>
                  <a:pt x="1399077" y="135512"/>
                </a:lnTo>
                <a:lnTo>
                  <a:pt x="1399247" y="135465"/>
                </a:lnTo>
                <a:lnTo>
                  <a:pt x="1399413" y="135417"/>
                </a:lnTo>
                <a:lnTo>
                  <a:pt x="1399575" y="135370"/>
                </a:lnTo>
                <a:lnTo>
                  <a:pt x="1399732" y="135323"/>
                </a:lnTo>
                <a:lnTo>
                  <a:pt x="1399886" y="135275"/>
                </a:lnTo>
                <a:lnTo>
                  <a:pt x="1400035" y="135228"/>
                </a:lnTo>
                <a:lnTo>
                  <a:pt x="1400180" y="135180"/>
                </a:lnTo>
                <a:lnTo>
                  <a:pt x="1400321" y="135133"/>
                </a:lnTo>
                <a:lnTo>
                  <a:pt x="1400458" y="135086"/>
                </a:lnTo>
                <a:lnTo>
                  <a:pt x="1400591" y="135038"/>
                </a:lnTo>
                <a:lnTo>
                  <a:pt x="1400719" y="134991"/>
                </a:lnTo>
                <a:lnTo>
                  <a:pt x="1397686" y="121593"/>
                </a:lnTo>
                <a:lnTo>
                  <a:pt x="1397606" y="121609"/>
                </a:lnTo>
                <a:lnTo>
                  <a:pt x="1397523" y="121625"/>
                </a:lnTo>
                <a:lnTo>
                  <a:pt x="1397439" y="121642"/>
                </a:lnTo>
                <a:lnTo>
                  <a:pt x="1397352" y="121660"/>
                </a:lnTo>
                <a:lnTo>
                  <a:pt x="1397263" y="121677"/>
                </a:lnTo>
                <a:lnTo>
                  <a:pt x="1397172" y="121696"/>
                </a:lnTo>
                <a:lnTo>
                  <a:pt x="1397079" y="121714"/>
                </a:lnTo>
                <a:lnTo>
                  <a:pt x="1396984" y="121733"/>
                </a:lnTo>
                <a:lnTo>
                  <a:pt x="1396886" y="121753"/>
                </a:lnTo>
                <a:lnTo>
                  <a:pt x="1396786" y="121773"/>
                </a:lnTo>
                <a:lnTo>
                  <a:pt x="1396684" y="121793"/>
                </a:lnTo>
                <a:lnTo>
                  <a:pt x="1396580" y="121814"/>
                </a:lnTo>
                <a:lnTo>
                  <a:pt x="1396473" y="121835"/>
                </a:lnTo>
                <a:lnTo>
                  <a:pt x="1396365" y="121857"/>
                </a:lnTo>
                <a:lnTo>
                  <a:pt x="1396254" y="121879"/>
                </a:lnTo>
                <a:lnTo>
                  <a:pt x="1396141" y="121902"/>
                </a:lnTo>
                <a:lnTo>
                  <a:pt x="1396026" y="121925"/>
                </a:lnTo>
                <a:lnTo>
                  <a:pt x="1395908" y="121948"/>
                </a:lnTo>
                <a:lnTo>
                  <a:pt x="1395789" y="121972"/>
                </a:lnTo>
                <a:lnTo>
                  <a:pt x="1395667" y="121997"/>
                </a:lnTo>
                <a:lnTo>
                  <a:pt x="1395543" y="122021"/>
                </a:lnTo>
                <a:lnTo>
                  <a:pt x="1395417" y="122047"/>
                </a:lnTo>
                <a:lnTo>
                  <a:pt x="1395288" y="122072"/>
                </a:lnTo>
                <a:lnTo>
                  <a:pt x="1395158" y="122098"/>
                </a:lnTo>
                <a:lnTo>
                  <a:pt x="1395025" y="122119"/>
                </a:lnTo>
                <a:lnTo>
                  <a:pt x="1394888" y="122139"/>
                </a:lnTo>
                <a:lnTo>
                  <a:pt x="1394749" y="122158"/>
                </a:lnTo>
                <a:lnTo>
                  <a:pt x="1394607" y="122176"/>
                </a:lnTo>
                <a:lnTo>
                  <a:pt x="1394461" y="122193"/>
                </a:lnTo>
                <a:lnTo>
                  <a:pt x="1394313" y="122209"/>
                </a:lnTo>
                <a:lnTo>
                  <a:pt x="1394161" y="122224"/>
                </a:lnTo>
                <a:lnTo>
                  <a:pt x="1394006" y="122239"/>
                </a:lnTo>
                <a:lnTo>
                  <a:pt x="1393848" y="122252"/>
                </a:lnTo>
                <a:lnTo>
                  <a:pt x="1393688" y="122265"/>
                </a:lnTo>
                <a:lnTo>
                  <a:pt x="1393524" y="122277"/>
                </a:lnTo>
                <a:lnTo>
                  <a:pt x="1393357" y="122288"/>
                </a:lnTo>
                <a:lnTo>
                  <a:pt x="1393187" y="122298"/>
                </a:lnTo>
                <a:lnTo>
                  <a:pt x="1393013" y="122307"/>
                </a:lnTo>
                <a:lnTo>
                  <a:pt x="1392837" y="122316"/>
                </a:lnTo>
                <a:lnTo>
                  <a:pt x="1392658" y="122323"/>
                </a:lnTo>
                <a:lnTo>
                  <a:pt x="1392476" y="122330"/>
                </a:lnTo>
                <a:lnTo>
                  <a:pt x="1392290" y="122335"/>
                </a:lnTo>
                <a:lnTo>
                  <a:pt x="1392102" y="122340"/>
                </a:lnTo>
                <a:lnTo>
                  <a:pt x="1391910" y="122344"/>
                </a:lnTo>
                <a:lnTo>
                  <a:pt x="1391715" y="122347"/>
                </a:lnTo>
                <a:lnTo>
                  <a:pt x="1391518" y="122349"/>
                </a:lnTo>
                <a:lnTo>
                  <a:pt x="1391317" y="122351"/>
                </a:lnTo>
                <a:lnTo>
                  <a:pt x="1391113" y="122351"/>
                </a:lnTo>
                <a:lnTo>
                  <a:pt x="1390840" y="122349"/>
                </a:lnTo>
                <a:lnTo>
                  <a:pt x="1390568" y="122344"/>
                </a:lnTo>
                <a:lnTo>
                  <a:pt x="1390297" y="122335"/>
                </a:lnTo>
                <a:lnTo>
                  <a:pt x="1390026" y="122323"/>
                </a:lnTo>
                <a:lnTo>
                  <a:pt x="1389758" y="122307"/>
                </a:lnTo>
                <a:lnTo>
                  <a:pt x="1389490" y="122288"/>
                </a:lnTo>
                <a:lnTo>
                  <a:pt x="1389223" y="122265"/>
                </a:lnTo>
                <a:lnTo>
                  <a:pt x="1388957" y="122239"/>
                </a:lnTo>
                <a:lnTo>
                  <a:pt x="1388693" y="122209"/>
                </a:lnTo>
                <a:lnTo>
                  <a:pt x="1388429" y="122176"/>
                </a:lnTo>
                <a:lnTo>
                  <a:pt x="1388167" y="122139"/>
                </a:lnTo>
                <a:lnTo>
                  <a:pt x="1387906" y="122098"/>
                </a:lnTo>
                <a:lnTo>
                  <a:pt x="1387646" y="122055"/>
                </a:lnTo>
                <a:lnTo>
                  <a:pt x="1387387" y="122007"/>
                </a:lnTo>
                <a:lnTo>
                  <a:pt x="1387129" y="121956"/>
                </a:lnTo>
                <a:lnTo>
                  <a:pt x="1386872" y="121902"/>
                </a:lnTo>
                <a:lnTo>
                  <a:pt x="1386616" y="121844"/>
                </a:lnTo>
                <a:lnTo>
                  <a:pt x="1386361" y="121782"/>
                </a:lnTo>
                <a:lnTo>
                  <a:pt x="1386108" y="121717"/>
                </a:lnTo>
                <a:lnTo>
                  <a:pt x="1385855" y="121649"/>
                </a:lnTo>
                <a:lnTo>
                  <a:pt x="1385604" y="121577"/>
                </a:lnTo>
                <a:lnTo>
                  <a:pt x="1385354" y="121502"/>
                </a:lnTo>
                <a:lnTo>
                  <a:pt x="1385105" y="121423"/>
                </a:lnTo>
                <a:lnTo>
                  <a:pt x="1384857" y="121340"/>
                </a:lnTo>
                <a:lnTo>
                  <a:pt x="1384616" y="121247"/>
                </a:lnTo>
                <a:lnTo>
                  <a:pt x="1384379" y="121147"/>
                </a:lnTo>
                <a:lnTo>
                  <a:pt x="1384146" y="121040"/>
                </a:lnTo>
                <a:lnTo>
                  <a:pt x="1383916" y="120926"/>
                </a:lnTo>
                <a:lnTo>
                  <a:pt x="1383689" y="120805"/>
                </a:lnTo>
                <a:lnTo>
                  <a:pt x="1383466" y="120676"/>
                </a:lnTo>
                <a:lnTo>
                  <a:pt x="1383247" y="120541"/>
                </a:lnTo>
                <a:lnTo>
                  <a:pt x="1383031" y="120399"/>
                </a:lnTo>
                <a:lnTo>
                  <a:pt x="1382818" y="120250"/>
                </a:lnTo>
                <a:lnTo>
                  <a:pt x="1382610" y="120094"/>
                </a:lnTo>
                <a:lnTo>
                  <a:pt x="1382404" y="119930"/>
                </a:lnTo>
                <a:lnTo>
                  <a:pt x="1382202" y="119760"/>
                </a:lnTo>
                <a:lnTo>
                  <a:pt x="1382004" y="119583"/>
                </a:lnTo>
                <a:lnTo>
                  <a:pt x="1381809" y="119398"/>
                </a:lnTo>
                <a:lnTo>
                  <a:pt x="1381618" y="119207"/>
                </a:lnTo>
                <a:lnTo>
                  <a:pt x="1381430" y="119009"/>
                </a:lnTo>
                <a:lnTo>
                  <a:pt x="1381246" y="118803"/>
                </a:lnTo>
                <a:lnTo>
                  <a:pt x="1381065" y="118591"/>
                </a:lnTo>
                <a:lnTo>
                  <a:pt x="1380887" y="118371"/>
                </a:lnTo>
                <a:lnTo>
                  <a:pt x="1380714" y="118145"/>
                </a:lnTo>
                <a:lnTo>
                  <a:pt x="1380543" y="117912"/>
                </a:lnTo>
                <a:lnTo>
                  <a:pt x="1380377" y="117671"/>
                </a:lnTo>
                <a:lnTo>
                  <a:pt x="1380213" y="117424"/>
                </a:lnTo>
                <a:lnTo>
                  <a:pt x="1380054" y="117169"/>
                </a:lnTo>
                <a:lnTo>
                  <a:pt x="1379904" y="116900"/>
                </a:lnTo>
                <a:lnTo>
                  <a:pt x="1379761" y="116620"/>
                </a:lnTo>
                <a:lnTo>
                  <a:pt x="1379624" y="116330"/>
                </a:lnTo>
                <a:lnTo>
                  <a:pt x="1379494" y="116028"/>
                </a:lnTo>
                <a:lnTo>
                  <a:pt x="1379369" y="115715"/>
                </a:lnTo>
                <a:lnTo>
                  <a:pt x="1379252" y="115392"/>
                </a:lnTo>
                <a:lnTo>
                  <a:pt x="1379140" y="115057"/>
                </a:lnTo>
                <a:lnTo>
                  <a:pt x="1379035" y="114711"/>
                </a:lnTo>
                <a:lnTo>
                  <a:pt x="1378937" y="114355"/>
                </a:lnTo>
                <a:lnTo>
                  <a:pt x="1378844" y="113987"/>
                </a:lnTo>
                <a:lnTo>
                  <a:pt x="1378759" y="113609"/>
                </a:lnTo>
                <a:lnTo>
                  <a:pt x="1378679" y="113219"/>
                </a:lnTo>
                <a:lnTo>
                  <a:pt x="1378606" y="112819"/>
                </a:lnTo>
                <a:lnTo>
                  <a:pt x="1378539" y="112407"/>
                </a:lnTo>
                <a:lnTo>
                  <a:pt x="1378479" y="111985"/>
                </a:lnTo>
                <a:lnTo>
                  <a:pt x="1378425" y="111551"/>
                </a:lnTo>
                <a:lnTo>
                  <a:pt x="1378377" y="111107"/>
                </a:lnTo>
                <a:lnTo>
                  <a:pt x="1378335" y="110652"/>
                </a:lnTo>
                <a:lnTo>
                  <a:pt x="1378300" y="110185"/>
                </a:lnTo>
                <a:lnTo>
                  <a:pt x="1378272" y="109708"/>
                </a:lnTo>
                <a:lnTo>
                  <a:pt x="1378250" y="109220"/>
                </a:lnTo>
                <a:lnTo>
                  <a:pt x="1378234" y="108721"/>
                </a:lnTo>
                <a:lnTo>
                  <a:pt x="1378224" y="108210"/>
                </a:lnTo>
                <a:lnTo>
                  <a:pt x="1378221" y="107689"/>
                </a:lnTo>
                <a:lnTo>
                  <a:pt x="1378221" y="51064"/>
                </a:lnTo>
                <a:lnTo>
                  <a:pt x="1398950" y="51064"/>
                </a:lnTo>
                <a:lnTo>
                  <a:pt x="1398950" y="38424"/>
                </a:lnTo>
                <a:lnTo>
                  <a:pt x="1378221" y="38424"/>
                </a:lnTo>
                <a:lnTo>
                  <a:pt x="1378221" y="15167"/>
                </a:lnTo>
                <a:lnTo>
                  <a:pt x="1363306" y="15167"/>
                </a:lnTo>
                <a:lnTo>
                  <a:pt x="1363306" y="38424"/>
                </a:lnTo>
                <a:lnTo>
                  <a:pt x="1348644" y="38424"/>
                </a:lnTo>
                <a:lnTo>
                  <a:pt x="1348644" y="51064"/>
                </a:lnTo>
                <a:lnTo>
                  <a:pt x="1363306" y="51064"/>
                </a:lnTo>
                <a:close/>
                <a:moveTo>
                  <a:pt x="1673529" y="111734"/>
                </a:moveTo>
                <a:lnTo>
                  <a:pt x="1673536" y="112435"/>
                </a:lnTo>
                <a:lnTo>
                  <a:pt x="1673556" y="113125"/>
                </a:lnTo>
                <a:lnTo>
                  <a:pt x="1673590" y="113806"/>
                </a:lnTo>
                <a:lnTo>
                  <a:pt x="1673638" y="114476"/>
                </a:lnTo>
                <a:lnTo>
                  <a:pt x="1673699" y="115136"/>
                </a:lnTo>
                <a:lnTo>
                  <a:pt x="1673774" y="115787"/>
                </a:lnTo>
                <a:lnTo>
                  <a:pt x="1673862" y="116427"/>
                </a:lnTo>
                <a:lnTo>
                  <a:pt x="1673964" y="117057"/>
                </a:lnTo>
                <a:lnTo>
                  <a:pt x="1674080" y="117677"/>
                </a:lnTo>
                <a:lnTo>
                  <a:pt x="1674209" y="118286"/>
                </a:lnTo>
                <a:lnTo>
                  <a:pt x="1674352" y="118886"/>
                </a:lnTo>
                <a:lnTo>
                  <a:pt x="1674509" y="119476"/>
                </a:lnTo>
                <a:lnTo>
                  <a:pt x="1674679" y="120055"/>
                </a:lnTo>
                <a:lnTo>
                  <a:pt x="1674862" y="120625"/>
                </a:lnTo>
                <a:lnTo>
                  <a:pt x="1675060" y="121184"/>
                </a:lnTo>
                <a:lnTo>
                  <a:pt x="1675270" y="121733"/>
                </a:lnTo>
                <a:lnTo>
                  <a:pt x="1675495" y="122272"/>
                </a:lnTo>
                <a:lnTo>
                  <a:pt x="1675733" y="122802"/>
                </a:lnTo>
                <a:lnTo>
                  <a:pt x="1675985" y="123320"/>
                </a:lnTo>
                <a:lnTo>
                  <a:pt x="1676250" y="123829"/>
                </a:lnTo>
                <a:lnTo>
                  <a:pt x="1676529" y="124328"/>
                </a:lnTo>
                <a:lnTo>
                  <a:pt x="1676822" y="124817"/>
                </a:lnTo>
                <a:lnTo>
                  <a:pt x="1677128" y="125295"/>
                </a:lnTo>
                <a:lnTo>
                  <a:pt x="1677447" y="125764"/>
                </a:lnTo>
                <a:lnTo>
                  <a:pt x="1677783" y="126222"/>
                </a:lnTo>
                <a:lnTo>
                  <a:pt x="1678125" y="126671"/>
                </a:lnTo>
                <a:lnTo>
                  <a:pt x="1678474" y="127110"/>
                </a:lnTo>
                <a:lnTo>
                  <a:pt x="1678831" y="127539"/>
                </a:lnTo>
                <a:lnTo>
                  <a:pt x="1679194" y="127958"/>
                </a:lnTo>
                <a:lnTo>
                  <a:pt x="1679564" y="128367"/>
                </a:lnTo>
                <a:lnTo>
                  <a:pt x="1679942" y="128766"/>
                </a:lnTo>
                <a:lnTo>
                  <a:pt x="1680326" y="129156"/>
                </a:lnTo>
                <a:lnTo>
                  <a:pt x="1680718" y="129535"/>
                </a:lnTo>
                <a:lnTo>
                  <a:pt x="1681116" y="129905"/>
                </a:lnTo>
                <a:lnTo>
                  <a:pt x="1681522" y="130264"/>
                </a:lnTo>
                <a:lnTo>
                  <a:pt x="1681934" y="130614"/>
                </a:lnTo>
                <a:lnTo>
                  <a:pt x="1682354" y="130954"/>
                </a:lnTo>
                <a:lnTo>
                  <a:pt x="1682780" y="131284"/>
                </a:lnTo>
                <a:lnTo>
                  <a:pt x="1683214" y="131605"/>
                </a:lnTo>
                <a:lnTo>
                  <a:pt x="1683655" y="131915"/>
                </a:lnTo>
                <a:lnTo>
                  <a:pt x="1684102" y="132216"/>
                </a:lnTo>
                <a:lnTo>
                  <a:pt x="1684557" y="132506"/>
                </a:lnTo>
                <a:lnTo>
                  <a:pt x="1685019" y="132787"/>
                </a:lnTo>
                <a:lnTo>
                  <a:pt x="1685487" y="133058"/>
                </a:lnTo>
                <a:lnTo>
                  <a:pt x="1685963" y="133319"/>
                </a:lnTo>
                <a:lnTo>
                  <a:pt x="1686446" y="133570"/>
                </a:lnTo>
                <a:lnTo>
                  <a:pt x="1686936" y="133811"/>
                </a:lnTo>
                <a:lnTo>
                  <a:pt x="1687432" y="134043"/>
                </a:lnTo>
                <a:lnTo>
                  <a:pt x="1687938" y="134265"/>
                </a:lnTo>
                <a:lnTo>
                  <a:pt x="1688445" y="134477"/>
                </a:lnTo>
                <a:lnTo>
                  <a:pt x="1688953" y="134680"/>
                </a:lnTo>
                <a:lnTo>
                  <a:pt x="1689462" y="134873"/>
                </a:lnTo>
                <a:lnTo>
                  <a:pt x="1689971" y="135057"/>
                </a:lnTo>
                <a:lnTo>
                  <a:pt x="1690482" y="135232"/>
                </a:lnTo>
                <a:lnTo>
                  <a:pt x="1690993" y="135397"/>
                </a:lnTo>
                <a:lnTo>
                  <a:pt x="1691505" y="135553"/>
                </a:lnTo>
                <a:lnTo>
                  <a:pt x="1692018" y="135699"/>
                </a:lnTo>
                <a:lnTo>
                  <a:pt x="1692532" y="135836"/>
                </a:lnTo>
                <a:lnTo>
                  <a:pt x="1693047" y="135963"/>
                </a:lnTo>
                <a:lnTo>
                  <a:pt x="1693563" y="136081"/>
                </a:lnTo>
                <a:lnTo>
                  <a:pt x="1694079" y="136189"/>
                </a:lnTo>
                <a:lnTo>
                  <a:pt x="1694597" y="136289"/>
                </a:lnTo>
                <a:lnTo>
                  <a:pt x="1695115" y="136378"/>
                </a:lnTo>
                <a:lnTo>
                  <a:pt x="1695634" y="136458"/>
                </a:lnTo>
                <a:lnTo>
                  <a:pt x="1696154" y="136529"/>
                </a:lnTo>
                <a:lnTo>
                  <a:pt x="1696675" y="136590"/>
                </a:lnTo>
                <a:lnTo>
                  <a:pt x="1697197" y="136642"/>
                </a:lnTo>
                <a:lnTo>
                  <a:pt x="1697720" y="136685"/>
                </a:lnTo>
                <a:lnTo>
                  <a:pt x="1698243" y="136718"/>
                </a:lnTo>
                <a:lnTo>
                  <a:pt x="1698768" y="136741"/>
                </a:lnTo>
                <a:lnTo>
                  <a:pt x="1699293" y="136756"/>
                </a:lnTo>
                <a:lnTo>
                  <a:pt x="1699819" y="136760"/>
                </a:lnTo>
                <a:lnTo>
                  <a:pt x="1700164" y="136759"/>
                </a:lnTo>
                <a:lnTo>
                  <a:pt x="1700504" y="136756"/>
                </a:lnTo>
                <a:lnTo>
                  <a:pt x="1700839" y="136750"/>
                </a:lnTo>
                <a:lnTo>
                  <a:pt x="1701169" y="136743"/>
                </a:lnTo>
                <a:lnTo>
                  <a:pt x="1701494" y="136733"/>
                </a:lnTo>
                <a:lnTo>
                  <a:pt x="1701814" y="136721"/>
                </a:lnTo>
                <a:lnTo>
                  <a:pt x="1702129" y="136707"/>
                </a:lnTo>
                <a:lnTo>
                  <a:pt x="1702439" y="136690"/>
                </a:lnTo>
                <a:lnTo>
                  <a:pt x="1702743" y="136671"/>
                </a:lnTo>
                <a:lnTo>
                  <a:pt x="1703043" y="136651"/>
                </a:lnTo>
                <a:lnTo>
                  <a:pt x="1703337" y="136628"/>
                </a:lnTo>
                <a:lnTo>
                  <a:pt x="1703627" y="136602"/>
                </a:lnTo>
                <a:lnTo>
                  <a:pt x="1703912" y="136575"/>
                </a:lnTo>
                <a:lnTo>
                  <a:pt x="1704191" y="136545"/>
                </a:lnTo>
                <a:lnTo>
                  <a:pt x="1704465" y="136513"/>
                </a:lnTo>
                <a:lnTo>
                  <a:pt x="1704735" y="136479"/>
                </a:lnTo>
                <a:lnTo>
                  <a:pt x="1704999" y="136443"/>
                </a:lnTo>
                <a:lnTo>
                  <a:pt x="1705258" y="136405"/>
                </a:lnTo>
                <a:lnTo>
                  <a:pt x="1705513" y="136364"/>
                </a:lnTo>
                <a:lnTo>
                  <a:pt x="1705762" y="136321"/>
                </a:lnTo>
                <a:lnTo>
                  <a:pt x="1706006" y="136276"/>
                </a:lnTo>
                <a:lnTo>
                  <a:pt x="1706245" y="136229"/>
                </a:lnTo>
                <a:lnTo>
                  <a:pt x="1706479" y="136180"/>
                </a:lnTo>
                <a:lnTo>
                  <a:pt x="1706708" y="136128"/>
                </a:lnTo>
                <a:lnTo>
                  <a:pt x="1706932" y="136081"/>
                </a:lnTo>
                <a:lnTo>
                  <a:pt x="1707152" y="136034"/>
                </a:lnTo>
                <a:lnTo>
                  <a:pt x="1707369" y="135986"/>
                </a:lnTo>
                <a:lnTo>
                  <a:pt x="1707580" y="135939"/>
                </a:lnTo>
                <a:lnTo>
                  <a:pt x="1707788" y="135891"/>
                </a:lnTo>
                <a:lnTo>
                  <a:pt x="1707992" y="135844"/>
                </a:lnTo>
                <a:lnTo>
                  <a:pt x="1708191" y="135797"/>
                </a:lnTo>
                <a:lnTo>
                  <a:pt x="1708386" y="135749"/>
                </a:lnTo>
                <a:lnTo>
                  <a:pt x="1708577" y="135702"/>
                </a:lnTo>
                <a:lnTo>
                  <a:pt x="1708764" y="135654"/>
                </a:lnTo>
                <a:lnTo>
                  <a:pt x="1708947" y="135607"/>
                </a:lnTo>
                <a:lnTo>
                  <a:pt x="1709125" y="135560"/>
                </a:lnTo>
                <a:lnTo>
                  <a:pt x="1709300" y="135512"/>
                </a:lnTo>
                <a:lnTo>
                  <a:pt x="1709470" y="135465"/>
                </a:lnTo>
                <a:lnTo>
                  <a:pt x="1709636" y="135417"/>
                </a:lnTo>
                <a:lnTo>
                  <a:pt x="1709798" y="135370"/>
                </a:lnTo>
                <a:lnTo>
                  <a:pt x="1709955" y="135323"/>
                </a:lnTo>
                <a:lnTo>
                  <a:pt x="1710109" y="135275"/>
                </a:lnTo>
                <a:lnTo>
                  <a:pt x="1710258" y="135228"/>
                </a:lnTo>
                <a:lnTo>
                  <a:pt x="1710403" y="135180"/>
                </a:lnTo>
                <a:lnTo>
                  <a:pt x="1710544" y="135133"/>
                </a:lnTo>
                <a:lnTo>
                  <a:pt x="1710681" y="135086"/>
                </a:lnTo>
                <a:lnTo>
                  <a:pt x="1710814" y="135038"/>
                </a:lnTo>
                <a:lnTo>
                  <a:pt x="1710942" y="134991"/>
                </a:lnTo>
                <a:lnTo>
                  <a:pt x="1707909" y="121593"/>
                </a:lnTo>
                <a:lnTo>
                  <a:pt x="1707829" y="121609"/>
                </a:lnTo>
                <a:lnTo>
                  <a:pt x="1707746" y="121625"/>
                </a:lnTo>
                <a:lnTo>
                  <a:pt x="1707662" y="121642"/>
                </a:lnTo>
                <a:lnTo>
                  <a:pt x="1707575" y="121660"/>
                </a:lnTo>
                <a:lnTo>
                  <a:pt x="1707486" y="121677"/>
                </a:lnTo>
                <a:lnTo>
                  <a:pt x="1707395" y="121696"/>
                </a:lnTo>
                <a:lnTo>
                  <a:pt x="1707302" y="121714"/>
                </a:lnTo>
                <a:lnTo>
                  <a:pt x="1707206" y="121733"/>
                </a:lnTo>
                <a:lnTo>
                  <a:pt x="1707109" y="121753"/>
                </a:lnTo>
                <a:lnTo>
                  <a:pt x="1707009" y="121773"/>
                </a:lnTo>
                <a:lnTo>
                  <a:pt x="1706907" y="121793"/>
                </a:lnTo>
                <a:lnTo>
                  <a:pt x="1706803" y="121814"/>
                </a:lnTo>
                <a:lnTo>
                  <a:pt x="1706696" y="121835"/>
                </a:lnTo>
                <a:lnTo>
                  <a:pt x="1706588" y="121857"/>
                </a:lnTo>
                <a:lnTo>
                  <a:pt x="1706477" y="121879"/>
                </a:lnTo>
                <a:lnTo>
                  <a:pt x="1706364" y="121902"/>
                </a:lnTo>
                <a:lnTo>
                  <a:pt x="1706249" y="121925"/>
                </a:lnTo>
                <a:lnTo>
                  <a:pt x="1706131" y="121948"/>
                </a:lnTo>
                <a:lnTo>
                  <a:pt x="1706012" y="121972"/>
                </a:lnTo>
                <a:lnTo>
                  <a:pt x="1705890" y="121997"/>
                </a:lnTo>
                <a:lnTo>
                  <a:pt x="1705766" y="122021"/>
                </a:lnTo>
                <a:lnTo>
                  <a:pt x="1705640" y="122047"/>
                </a:lnTo>
                <a:lnTo>
                  <a:pt x="1705511" y="122072"/>
                </a:lnTo>
                <a:lnTo>
                  <a:pt x="1705381" y="122098"/>
                </a:lnTo>
                <a:lnTo>
                  <a:pt x="1705248" y="122119"/>
                </a:lnTo>
                <a:lnTo>
                  <a:pt x="1705111" y="122139"/>
                </a:lnTo>
                <a:lnTo>
                  <a:pt x="1704972" y="122158"/>
                </a:lnTo>
                <a:lnTo>
                  <a:pt x="1704830" y="122176"/>
                </a:lnTo>
                <a:lnTo>
                  <a:pt x="1704684" y="122193"/>
                </a:lnTo>
                <a:lnTo>
                  <a:pt x="1704535" y="122209"/>
                </a:lnTo>
                <a:lnTo>
                  <a:pt x="1704384" y="122224"/>
                </a:lnTo>
                <a:lnTo>
                  <a:pt x="1704229" y="122239"/>
                </a:lnTo>
                <a:lnTo>
                  <a:pt x="1704071" y="122252"/>
                </a:lnTo>
                <a:lnTo>
                  <a:pt x="1703911" y="122265"/>
                </a:lnTo>
                <a:lnTo>
                  <a:pt x="1703747" y="122277"/>
                </a:lnTo>
                <a:lnTo>
                  <a:pt x="1703580" y="122288"/>
                </a:lnTo>
                <a:lnTo>
                  <a:pt x="1703410" y="122298"/>
                </a:lnTo>
                <a:lnTo>
                  <a:pt x="1703236" y="122307"/>
                </a:lnTo>
                <a:lnTo>
                  <a:pt x="1703060" y="122316"/>
                </a:lnTo>
                <a:lnTo>
                  <a:pt x="1702881" y="122323"/>
                </a:lnTo>
                <a:lnTo>
                  <a:pt x="1702699" y="122330"/>
                </a:lnTo>
                <a:lnTo>
                  <a:pt x="1702513" y="122335"/>
                </a:lnTo>
                <a:lnTo>
                  <a:pt x="1702325" y="122340"/>
                </a:lnTo>
                <a:lnTo>
                  <a:pt x="1702133" y="122344"/>
                </a:lnTo>
                <a:lnTo>
                  <a:pt x="1701938" y="122347"/>
                </a:lnTo>
                <a:lnTo>
                  <a:pt x="1701741" y="122349"/>
                </a:lnTo>
                <a:lnTo>
                  <a:pt x="1701540" y="122351"/>
                </a:lnTo>
                <a:lnTo>
                  <a:pt x="1701336" y="122351"/>
                </a:lnTo>
                <a:lnTo>
                  <a:pt x="1701063" y="122349"/>
                </a:lnTo>
                <a:lnTo>
                  <a:pt x="1700791" y="122344"/>
                </a:lnTo>
                <a:lnTo>
                  <a:pt x="1700519" y="122335"/>
                </a:lnTo>
                <a:lnTo>
                  <a:pt x="1700249" y="122323"/>
                </a:lnTo>
                <a:lnTo>
                  <a:pt x="1699980" y="122307"/>
                </a:lnTo>
                <a:lnTo>
                  <a:pt x="1699713" y="122288"/>
                </a:lnTo>
                <a:lnTo>
                  <a:pt x="1699446" y="122265"/>
                </a:lnTo>
                <a:lnTo>
                  <a:pt x="1699180" y="122239"/>
                </a:lnTo>
                <a:lnTo>
                  <a:pt x="1698916" y="122209"/>
                </a:lnTo>
                <a:lnTo>
                  <a:pt x="1698652" y="122176"/>
                </a:lnTo>
                <a:lnTo>
                  <a:pt x="1698390" y="122139"/>
                </a:lnTo>
                <a:lnTo>
                  <a:pt x="1698129" y="122098"/>
                </a:lnTo>
                <a:lnTo>
                  <a:pt x="1697869" y="122055"/>
                </a:lnTo>
                <a:lnTo>
                  <a:pt x="1697610" y="122007"/>
                </a:lnTo>
                <a:lnTo>
                  <a:pt x="1697352" y="121956"/>
                </a:lnTo>
                <a:lnTo>
                  <a:pt x="1697095" y="121902"/>
                </a:lnTo>
                <a:lnTo>
                  <a:pt x="1696839" y="121844"/>
                </a:lnTo>
                <a:lnTo>
                  <a:pt x="1696584" y="121782"/>
                </a:lnTo>
                <a:lnTo>
                  <a:pt x="1696331" y="121717"/>
                </a:lnTo>
                <a:lnTo>
                  <a:pt x="1696078" y="121649"/>
                </a:lnTo>
                <a:lnTo>
                  <a:pt x="1695827" y="121577"/>
                </a:lnTo>
                <a:lnTo>
                  <a:pt x="1695577" y="121502"/>
                </a:lnTo>
                <a:lnTo>
                  <a:pt x="1695328" y="121423"/>
                </a:lnTo>
                <a:lnTo>
                  <a:pt x="1695079" y="121340"/>
                </a:lnTo>
                <a:lnTo>
                  <a:pt x="1694839" y="121247"/>
                </a:lnTo>
                <a:lnTo>
                  <a:pt x="1694602" y="121147"/>
                </a:lnTo>
                <a:lnTo>
                  <a:pt x="1694369" y="121040"/>
                </a:lnTo>
                <a:lnTo>
                  <a:pt x="1694139" y="120926"/>
                </a:lnTo>
                <a:lnTo>
                  <a:pt x="1693912" y="120805"/>
                </a:lnTo>
                <a:lnTo>
                  <a:pt x="1693689" y="120676"/>
                </a:lnTo>
                <a:lnTo>
                  <a:pt x="1693470" y="120541"/>
                </a:lnTo>
                <a:lnTo>
                  <a:pt x="1693254" y="120399"/>
                </a:lnTo>
                <a:lnTo>
                  <a:pt x="1693041" y="120250"/>
                </a:lnTo>
                <a:lnTo>
                  <a:pt x="1692833" y="120094"/>
                </a:lnTo>
                <a:lnTo>
                  <a:pt x="1692627" y="119930"/>
                </a:lnTo>
                <a:lnTo>
                  <a:pt x="1692425" y="119760"/>
                </a:lnTo>
                <a:lnTo>
                  <a:pt x="1692227" y="119583"/>
                </a:lnTo>
                <a:lnTo>
                  <a:pt x="1692032" y="119398"/>
                </a:lnTo>
                <a:lnTo>
                  <a:pt x="1691841" y="119207"/>
                </a:lnTo>
                <a:lnTo>
                  <a:pt x="1691653" y="119009"/>
                </a:lnTo>
                <a:lnTo>
                  <a:pt x="1691468" y="118803"/>
                </a:lnTo>
                <a:lnTo>
                  <a:pt x="1691288" y="118591"/>
                </a:lnTo>
                <a:lnTo>
                  <a:pt x="1691110" y="118371"/>
                </a:lnTo>
                <a:lnTo>
                  <a:pt x="1690937" y="118145"/>
                </a:lnTo>
                <a:lnTo>
                  <a:pt x="1690766" y="117912"/>
                </a:lnTo>
                <a:lnTo>
                  <a:pt x="1690600" y="117671"/>
                </a:lnTo>
                <a:lnTo>
                  <a:pt x="1690436" y="117424"/>
                </a:lnTo>
                <a:lnTo>
                  <a:pt x="1690277" y="117169"/>
                </a:lnTo>
                <a:lnTo>
                  <a:pt x="1690127" y="116900"/>
                </a:lnTo>
                <a:lnTo>
                  <a:pt x="1689984" y="116620"/>
                </a:lnTo>
                <a:lnTo>
                  <a:pt x="1689847" y="116330"/>
                </a:lnTo>
                <a:lnTo>
                  <a:pt x="1689716" y="116028"/>
                </a:lnTo>
                <a:lnTo>
                  <a:pt x="1689592" y="115715"/>
                </a:lnTo>
                <a:lnTo>
                  <a:pt x="1689475" y="115392"/>
                </a:lnTo>
                <a:lnTo>
                  <a:pt x="1689363" y="115057"/>
                </a:lnTo>
                <a:lnTo>
                  <a:pt x="1689258" y="114711"/>
                </a:lnTo>
                <a:lnTo>
                  <a:pt x="1689160" y="114355"/>
                </a:lnTo>
                <a:lnTo>
                  <a:pt x="1689067" y="113987"/>
                </a:lnTo>
                <a:lnTo>
                  <a:pt x="1688981" y="113609"/>
                </a:lnTo>
                <a:lnTo>
                  <a:pt x="1688902" y="113219"/>
                </a:lnTo>
                <a:lnTo>
                  <a:pt x="1688829" y="112819"/>
                </a:lnTo>
                <a:lnTo>
                  <a:pt x="1688762" y="112407"/>
                </a:lnTo>
                <a:lnTo>
                  <a:pt x="1688702" y="111985"/>
                </a:lnTo>
                <a:lnTo>
                  <a:pt x="1688647" y="111551"/>
                </a:lnTo>
                <a:lnTo>
                  <a:pt x="1688600" y="111107"/>
                </a:lnTo>
                <a:lnTo>
                  <a:pt x="1688558" y="110652"/>
                </a:lnTo>
                <a:lnTo>
                  <a:pt x="1688523" y="110185"/>
                </a:lnTo>
                <a:lnTo>
                  <a:pt x="1688495" y="109708"/>
                </a:lnTo>
                <a:lnTo>
                  <a:pt x="1688472" y="109220"/>
                </a:lnTo>
                <a:lnTo>
                  <a:pt x="1688457" y="108721"/>
                </a:lnTo>
                <a:lnTo>
                  <a:pt x="1688447" y="108210"/>
                </a:lnTo>
                <a:lnTo>
                  <a:pt x="1688444" y="107689"/>
                </a:lnTo>
                <a:lnTo>
                  <a:pt x="1688444" y="51064"/>
                </a:lnTo>
                <a:lnTo>
                  <a:pt x="1709173" y="51064"/>
                </a:lnTo>
                <a:lnTo>
                  <a:pt x="1709173" y="38424"/>
                </a:lnTo>
                <a:lnTo>
                  <a:pt x="1688444" y="38424"/>
                </a:lnTo>
                <a:lnTo>
                  <a:pt x="1688444" y="15167"/>
                </a:lnTo>
                <a:lnTo>
                  <a:pt x="1673529" y="15167"/>
                </a:lnTo>
                <a:lnTo>
                  <a:pt x="1673529" y="38424"/>
                </a:lnTo>
                <a:lnTo>
                  <a:pt x="1658867" y="38424"/>
                </a:lnTo>
                <a:lnTo>
                  <a:pt x="1658867" y="51064"/>
                </a:lnTo>
                <a:lnTo>
                  <a:pt x="1673529" y="51064"/>
                </a:lnTo>
                <a:lnTo>
                  <a:pt x="1673529" y="111734"/>
                </a:lnTo>
                <a:close/>
                <a:moveTo>
                  <a:pt x="1098928" y="71392"/>
                </a:moveTo>
                <a:lnTo>
                  <a:pt x="1098989" y="70873"/>
                </a:lnTo>
                <a:lnTo>
                  <a:pt x="1099060" y="70358"/>
                </a:lnTo>
                <a:lnTo>
                  <a:pt x="1099142" y="69848"/>
                </a:lnTo>
                <a:lnTo>
                  <a:pt x="1099235" y="69343"/>
                </a:lnTo>
                <a:lnTo>
                  <a:pt x="1099340" y="68843"/>
                </a:lnTo>
                <a:lnTo>
                  <a:pt x="1099455" y="68348"/>
                </a:lnTo>
                <a:lnTo>
                  <a:pt x="1099581" y="67859"/>
                </a:lnTo>
                <a:lnTo>
                  <a:pt x="1099718" y="67374"/>
                </a:lnTo>
                <a:lnTo>
                  <a:pt x="1099866" y="66895"/>
                </a:lnTo>
                <a:lnTo>
                  <a:pt x="1100025" y="66420"/>
                </a:lnTo>
                <a:lnTo>
                  <a:pt x="1100195" y="65951"/>
                </a:lnTo>
                <a:lnTo>
                  <a:pt x="1100377" y="65486"/>
                </a:lnTo>
                <a:lnTo>
                  <a:pt x="1100569" y="65027"/>
                </a:lnTo>
                <a:lnTo>
                  <a:pt x="1100772" y="64572"/>
                </a:lnTo>
                <a:lnTo>
                  <a:pt x="1100985" y="64123"/>
                </a:lnTo>
                <a:lnTo>
                  <a:pt x="1101210" y="63679"/>
                </a:lnTo>
                <a:lnTo>
                  <a:pt x="1101446" y="63240"/>
                </a:lnTo>
                <a:lnTo>
                  <a:pt x="1101693" y="62805"/>
                </a:lnTo>
                <a:lnTo>
                  <a:pt x="1101951" y="62376"/>
                </a:lnTo>
                <a:lnTo>
                  <a:pt x="1102224" y="61948"/>
                </a:lnTo>
                <a:lnTo>
                  <a:pt x="1102504" y="61528"/>
                </a:lnTo>
                <a:lnTo>
                  <a:pt x="1102792" y="61116"/>
                </a:lnTo>
                <a:lnTo>
                  <a:pt x="1103089" y="60712"/>
                </a:lnTo>
                <a:lnTo>
                  <a:pt x="1103393" y="60316"/>
                </a:lnTo>
                <a:lnTo>
                  <a:pt x="1103705" y="59927"/>
                </a:lnTo>
                <a:lnTo>
                  <a:pt x="1104025" y="59547"/>
                </a:lnTo>
                <a:lnTo>
                  <a:pt x="1104352" y="59174"/>
                </a:lnTo>
                <a:lnTo>
                  <a:pt x="1104688" y="58810"/>
                </a:lnTo>
                <a:lnTo>
                  <a:pt x="1105032" y="58453"/>
                </a:lnTo>
                <a:lnTo>
                  <a:pt x="1105383" y="58104"/>
                </a:lnTo>
                <a:lnTo>
                  <a:pt x="1105743" y="57763"/>
                </a:lnTo>
                <a:lnTo>
                  <a:pt x="1106110" y="57430"/>
                </a:lnTo>
                <a:lnTo>
                  <a:pt x="1106485" y="57105"/>
                </a:lnTo>
                <a:lnTo>
                  <a:pt x="1106869" y="56787"/>
                </a:lnTo>
                <a:lnTo>
                  <a:pt x="1107260" y="56478"/>
                </a:lnTo>
                <a:lnTo>
                  <a:pt x="1107659" y="56176"/>
                </a:lnTo>
                <a:lnTo>
                  <a:pt x="1108065" y="55883"/>
                </a:lnTo>
                <a:lnTo>
                  <a:pt x="1108480" y="55597"/>
                </a:lnTo>
                <a:lnTo>
                  <a:pt x="1108903" y="55319"/>
                </a:lnTo>
                <a:lnTo>
                  <a:pt x="1109333" y="55049"/>
                </a:lnTo>
                <a:lnTo>
                  <a:pt x="1109772" y="54787"/>
                </a:lnTo>
                <a:lnTo>
                  <a:pt x="1110218" y="54533"/>
                </a:lnTo>
                <a:lnTo>
                  <a:pt x="1110672" y="54287"/>
                </a:lnTo>
                <a:lnTo>
                  <a:pt x="1111138" y="54045"/>
                </a:lnTo>
                <a:lnTo>
                  <a:pt x="1111610" y="53813"/>
                </a:lnTo>
                <a:lnTo>
                  <a:pt x="1112086" y="53591"/>
                </a:lnTo>
                <a:lnTo>
                  <a:pt x="1112568" y="53379"/>
                </a:lnTo>
                <a:lnTo>
                  <a:pt x="1113055" y="53178"/>
                </a:lnTo>
                <a:lnTo>
                  <a:pt x="1113548" y="52988"/>
                </a:lnTo>
                <a:lnTo>
                  <a:pt x="1114046" y="52807"/>
                </a:lnTo>
                <a:lnTo>
                  <a:pt x="1114548" y="52637"/>
                </a:lnTo>
                <a:lnTo>
                  <a:pt x="1115057" y="52477"/>
                </a:lnTo>
                <a:lnTo>
                  <a:pt x="1115570" y="52327"/>
                </a:lnTo>
                <a:lnTo>
                  <a:pt x="1116089" y="52188"/>
                </a:lnTo>
                <a:lnTo>
                  <a:pt x="1116613" y="52059"/>
                </a:lnTo>
                <a:lnTo>
                  <a:pt x="1117142" y="51941"/>
                </a:lnTo>
                <a:lnTo>
                  <a:pt x="1117677" y="51832"/>
                </a:lnTo>
                <a:lnTo>
                  <a:pt x="1118217" y="51734"/>
                </a:lnTo>
                <a:lnTo>
                  <a:pt x="1118762" y="51647"/>
                </a:lnTo>
                <a:lnTo>
                  <a:pt x="1119312" y="51569"/>
                </a:lnTo>
                <a:lnTo>
                  <a:pt x="1119868" y="51502"/>
                </a:lnTo>
                <a:lnTo>
                  <a:pt x="1120429" y="51446"/>
                </a:lnTo>
                <a:lnTo>
                  <a:pt x="1120995" y="51399"/>
                </a:lnTo>
                <a:lnTo>
                  <a:pt x="1121566" y="51363"/>
                </a:lnTo>
                <a:lnTo>
                  <a:pt x="1122143" y="51337"/>
                </a:lnTo>
                <a:lnTo>
                  <a:pt x="1122725" y="51322"/>
                </a:lnTo>
                <a:lnTo>
                  <a:pt x="1123312" y="51317"/>
                </a:lnTo>
                <a:lnTo>
                  <a:pt x="1123559" y="51317"/>
                </a:lnTo>
                <a:lnTo>
                  <a:pt x="1123805" y="51320"/>
                </a:lnTo>
                <a:lnTo>
                  <a:pt x="1124050" y="51324"/>
                </a:lnTo>
                <a:lnTo>
                  <a:pt x="1124293" y="51329"/>
                </a:lnTo>
                <a:lnTo>
                  <a:pt x="1124536" y="51336"/>
                </a:lnTo>
                <a:lnTo>
                  <a:pt x="1124777" y="51344"/>
                </a:lnTo>
                <a:lnTo>
                  <a:pt x="1125018" y="51354"/>
                </a:lnTo>
                <a:lnTo>
                  <a:pt x="1125257" y="51366"/>
                </a:lnTo>
                <a:lnTo>
                  <a:pt x="1125495" y="51379"/>
                </a:lnTo>
                <a:lnTo>
                  <a:pt x="1125732" y="51394"/>
                </a:lnTo>
                <a:lnTo>
                  <a:pt x="1125968" y="51410"/>
                </a:lnTo>
                <a:lnTo>
                  <a:pt x="1126203" y="51427"/>
                </a:lnTo>
                <a:lnTo>
                  <a:pt x="1126437" y="51447"/>
                </a:lnTo>
                <a:lnTo>
                  <a:pt x="1126670" y="51467"/>
                </a:lnTo>
                <a:lnTo>
                  <a:pt x="1126901" y="51490"/>
                </a:lnTo>
                <a:lnTo>
                  <a:pt x="1127132" y="51513"/>
                </a:lnTo>
                <a:lnTo>
                  <a:pt x="1127361" y="51539"/>
                </a:lnTo>
                <a:lnTo>
                  <a:pt x="1127590" y="51566"/>
                </a:lnTo>
                <a:lnTo>
                  <a:pt x="1127817" y="51594"/>
                </a:lnTo>
                <a:lnTo>
                  <a:pt x="1128043" y="51624"/>
                </a:lnTo>
                <a:lnTo>
                  <a:pt x="1128268" y="51655"/>
                </a:lnTo>
                <a:lnTo>
                  <a:pt x="1128492" y="51688"/>
                </a:lnTo>
                <a:lnTo>
                  <a:pt x="1128715" y="51723"/>
                </a:lnTo>
                <a:lnTo>
                  <a:pt x="1128937" y="51759"/>
                </a:lnTo>
                <a:lnTo>
                  <a:pt x="1129160" y="51790"/>
                </a:lnTo>
                <a:lnTo>
                  <a:pt x="1129376" y="51821"/>
                </a:lnTo>
                <a:lnTo>
                  <a:pt x="1129585" y="51851"/>
                </a:lnTo>
                <a:lnTo>
                  <a:pt x="1129788" y="51880"/>
                </a:lnTo>
                <a:lnTo>
                  <a:pt x="1129984" y="51909"/>
                </a:lnTo>
                <a:lnTo>
                  <a:pt x="1130173" y="51937"/>
                </a:lnTo>
                <a:lnTo>
                  <a:pt x="1130355" y="51964"/>
                </a:lnTo>
                <a:lnTo>
                  <a:pt x="1130531" y="51991"/>
                </a:lnTo>
                <a:lnTo>
                  <a:pt x="1130699" y="52017"/>
                </a:lnTo>
                <a:lnTo>
                  <a:pt x="1130861" y="52042"/>
                </a:lnTo>
                <a:lnTo>
                  <a:pt x="1131016" y="52067"/>
                </a:lnTo>
                <a:lnTo>
                  <a:pt x="1131164" y="52091"/>
                </a:lnTo>
                <a:lnTo>
                  <a:pt x="1131306" y="52114"/>
                </a:lnTo>
                <a:lnTo>
                  <a:pt x="1131440" y="52137"/>
                </a:lnTo>
                <a:lnTo>
                  <a:pt x="1131568" y="52159"/>
                </a:lnTo>
                <a:lnTo>
                  <a:pt x="1131689" y="52180"/>
                </a:lnTo>
                <a:lnTo>
                  <a:pt x="1131803" y="52201"/>
                </a:lnTo>
                <a:lnTo>
                  <a:pt x="1131911" y="52221"/>
                </a:lnTo>
                <a:lnTo>
                  <a:pt x="1132011" y="52241"/>
                </a:lnTo>
                <a:lnTo>
                  <a:pt x="1132105" y="52259"/>
                </a:lnTo>
                <a:lnTo>
                  <a:pt x="1132192" y="52278"/>
                </a:lnTo>
                <a:lnTo>
                  <a:pt x="1132272" y="52295"/>
                </a:lnTo>
                <a:lnTo>
                  <a:pt x="1132346" y="52312"/>
                </a:lnTo>
                <a:lnTo>
                  <a:pt x="1132412" y="52328"/>
                </a:lnTo>
                <a:lnTo>
                  <a:pt x="1132412" y="37160"/>
                </a:lnTo>
                <a:lnTo>
                  <a:pt x="1132305" y="37150"/>
                </a:lnTo>
                <a:lnTo>
                  <a:pt x="1132193" y="37140"/>
                </a:lnTo>
                <a:lnTo>
                  <a:pt x="1132078" y="37130"/>
                </a:lnTo>
                <a:lnTo>
                  <a:pt x="1131958" y="37120"/>
                </a:lnTo>
                <a:lnTo>
                  <a:pt x="1131834" y="37110"/>
                </a:lnTo>
                <a:lnTo>
                  <a:pt x="1131705" y="37101"/>
                </a:lnTo>
                <a:lnTo>
                  <a:pt x="1131573" y="37092"/>
                </a:lnTo>
                <a:lnTo>
                  <a:pt x="1131436" y="37083"/>
                </a:lnTo>
                <a:lnTo>
                  <a:pt x="1131296" y="37074"/>
                </a:lnTo>
                <a:lnTo>
                  <a:pt x="1131151" y="37066"/>
                </a:lnTo>
                <a:lnTo>
                  <a:pt x="1131002" y="37058"/>
                </a:lnTo>
                <a:lnTo>
                  <a:pt x="1130848" y="37050"/>
                </a:lnTo>
                <a:lnTo>
                  <a:pt x="1130691" y="37042"/>
                </a:lnTo>
                <a:lnTo>
                  <a:pt x="1130529" y="37034"/>
                </a:lnTo>
                <a:lnTo>
                  <a:pt x="1130363" y="37027"/>
                </a:lnTo>
                <a:lnTo>
                  <a:pt x="1130193" y="37020"/>
                </a:lnTo>
                <a:lnTo>
                  <a:pt x="1130019" y="37013"/>
                </a:lnTo>
                <a:lnTo>
                  <a:pt x="1129841" y="37006"/>
                </a:lnTo>
                <a:lnTo>
                  <a:pt x="1129659" y="37000"/>
                </a:lnTo>
                <a:lnTo>
                  <a:pt x="1129472" y="36994"/>
                </a:lnTo>
                <a:lnTo>
                  <a:pt x="1129281" y="36988"/>
                </a:lnTo>
                <a:lnTo>
                  <a:pt x="1129086" y="36982"/>
                </a:lnTo>
                <a:lnTo>
                  <a:pt x="1128887" y="36976"/>
                </a:lnTo>
                <a:lnTo>
                  <a:pt x="1128684" y="36971"/>
                </a:lnTo>
                <a:lnTo>
                  <a:pt x="1128480" y="36966"/>
                </a:lnTo>
                <a:lnTo>
                  <a:pt x="1128279" y="36961"/>
                </a:lnTo>
                <a:lnTo>
                  <a:pt x="1128080" y="36956"/>
                </a:lnTo>
                <a:lnTo>
                  <a:pt x="1127885" y="36951"/>
                </a:lnTo>
                <a:lnTo>
                  <a:pt x="1127692" y="36947"/>
                </a:lnTo>
                <a:lnTo>
                  <a:pt x="1127503" y="36943"/>
                </a:lnTo>
                <a:lnTo>
                  <a:pt x="1127316" y="36939"/>
                </a:lnTo>
                <a:lnTo>
                  <a:pt x="1127132" y="36936"/>
                </a:lnTo>
                <a:lnTo>
                  <a:pt x="1126951" y="36932"/>
                </a:lnTo>
                <a:lnTo>
                  <a:pt x="1126772" y="36929"/>
                </a:lnTo>
                <a:lnTo>
                  <a:pt x="1126597" y="36926"/>
                </a:lnTo>
                <a:lnTo>
                  <a:pt x="1126424" y="36923"/>
                </a:lnTo>
                <a:lnTo>
                  <a:pt x="1126255" y="36921"/>
                </a:lnTo>
                <a:lnTo>
                  <a:pt x="1126088" y="36919"/>
                </a:lnTo>
                <a:lnTo>
                  <a:pt x="1125924" y="36916"/>
                </a:lnTo>
                <a:lnTo>
                  <a:pt x="1125763" y="36915"/>
                </a:lnTo>
                <a:lnTo>
                  <a:pt x="1125604" y="36913"/>
                </a:lnTo>
                <a:lnTo>
                  <a:pt x="1125449" y="36912"/>
                </a:lnTo>
                <a:lnTo>
                  <a:pt x="1125296" y="36910"/>
                </a:lnTo>
                <a:lnTo>
                  <a:pt x="1125146" y="36909"/>
                </a:lnTo>
                <a:lnTo>
                  <a:pt x="1124999" y="36909"/>
                </a:lnTo>
                <a:lnTo>
                  <a:pt x="1124855" y="36908"/>
                </a:lnTo>
                <a:lnTo>
                  <a:pt x="1124714" y="36908"/>
                </a:lnTo>
                <a:lnTo>
                  <a:pt x="1124576" y="36908"/>
                </a:lnTo>
                <a:lnTo>
                  <a:pt x="1123852" y="36915"/>
                </a:lnTo>
                <a:lnTo>
                  <a:pt x="1123135" y="36939"/>
                </a:lnTo>
                <a:lnTo>
                  <a:pt x="1122423" y="36978"/>
                </a:lnTo>
                <a:lnTo>
                  <a:pt x="1121718" y="37032"/>
                </a:lnTo>
                <a:lnTo>
                  <a:pt x="1121019" y="37102"/>
                </a:lnTo>
                <a:lnTo>
                  <a:pt x="1120326" y="37188"/>
                </a:lnTo>
                <a:lnTo>
                  <a:pt x="1119639" y="37289"/>
                </a:lnTo>
                <a:lnTo>
                  <a:pt x="1118958" y="37406"/>
                </a:lnTo>
                <a:lnTo>
                  <a:pt x="1118284" y="37539"/>
                </a:lnTo>
                <a:lnTo>
                  <a:pt x="1117615" y="37687"/>
                </a:lnTo>
                <a:lnTo>
                  <a:pt x="1116953" y="37850"/>
                </a:lnTo>
                <a:lnTo>
                  <a:pt x="1116297" y="38029"/>
                </a:lnTo>
                <a:lnTo>
                  <a:pt x="1115647" y="38224"/>
                </a:lnTo>
                <a:lnTo>
                  <a:pt x="1115003" y="38434"/>
                </a:lnTo>
                <a:lnTo>
                  <a:pt x="1114365" y="38660"/>
                </a:lnTo>
                <a:lnTo>
                  <a:pt x="1113734" y="38902"/>
                </a:lnTo>
                <a:lnTo>
                  <a:pt x="1113108" y="39159"/>
                </a:lnTo>
                <a:lnTo>
                  <a:pt x="1112489" y="39432"/>
                </a:lnTo>
                <a:lnTo>
                  <a:pt x="1111876" y="39720"/>
                </a:lnTo>
                <a:lnTo>
                  <a:pt x="1111269" y="40024"/>
                </a:lnTo>
                <a:lnTo>
                  <a:pt x="1110668" y="40343"/>
                </a:lnTo>
                <a:lnTo>
                  <a:pt x="1110074" y="40678"/>
                </a:lnTo>
                <a:lnTo>
                  <a:pt x="1109485" y="41028"/>
                </a:lnTo>
                <a:lnTo>
                  <a:pt x="1108903" y="41395"/>
                </a:lnTo>
                <a:lnTo>
                  <a:pt x="1108331" y="41773"/>
                </a:lnTo>
                <a:lnTo>
                  <a:pt x="1107774" y="42161"/>
                </a:lnTo>
                <a:lnTo>
                  <a:pt x="1107232" y="42559"/>
                </a:lnTo>
                <a:lnTo>
                  <a:pt x="1106705" y="42966"/>
                </a:lnTo>
                <a:lnTo>
                  <a:pt x="1106193" y="43382"/>
                </a:lnTo>
                <a:lnTo>
                  <a:pt x="1105695" y="43808"/>
                </a:lnTo>
                <a:lnTo>
                  <a:pt x="1105213" y="44243"/>
                </a:lnTo>
                <a:lnTo>
                  <a:pt x="1104746" y="44688"/>
                </a:lnTo>
                <a:lnTo>
                  <a:pt x="1104293" y="45142"/>
                </a:lnTo>
                <a:lnTo>
                  <a:pt x="1103856" y="45606"/>
                </a:lnTo>
                <a:lnTo>
                  <a:pt x="1103433" y="46079"/>
                </a:lnTo>
                <a:lnTo>
                  <a:pt x="1103025" y="46561"/>
                </a:lnTo>
                <a:lnTo>
                  <a:pt x="1102633" y="47053"/>
                </a:lnTo>
                <a:lnTo>
                  <a:pt x="1102255" y="47554"/>
                </a:lnTo>
                <a:lnTo>
                  <a:pt x="1101892" y="48065"/>
                </a:lnTo>
                <a:lnTo>
                  <a:pt x="1101544" y="48585"/>
                </a:lnTo>
                <a:lnTo>
                  <a:pt x="1101211" y="49115"/>
                </a:lnTo>
                <a:lnTo>
                  <a:pt x="1100892" y="49654"/>
                </a:lnTo>
                <a:lnTo>
                  <a:pt x="1100589" y="50202"/>
                </a:lnTo>
                <a:lnTo>
                  <a:pt x="1100301" y="50760"/>
                </a:lnTo>
                <a:lnTo>
                  <a:pt x="1100027" y="51328"/>
                </a:lnTo>
                <a:lnTo>
                  <a:pt x="1099769" y="51904"/>
                </a:lnTo>
                <a:lnTo>
                  <a:pt x="1099525" y="52491"/>
                </a:lnTo>
                <a:lnTo>
                  <a:pt x="1099297" y="53086"/>
                </a:lnTo>
                <a:lnTo>
                  <a:pt x="1098286" y="53086"/>
                </a:lnTo>
                <a:lnTo>
                  <a:pt x="1098286" y="38424"/>
                </a:lnTo>
                <a:lnTo>
                  <a:pt x="1083876" y="38424"/>
                </a:lnTo>
                <a:lnTo>
                  <a:pt x="1083876" y="135496"/>
                </a:lnTo>
                <a:lnTo>
                  <a:pt x="1098791" y="135496"/>
                </a:lnTo>
                <a:lnTo>
                  <a:pt x="1098791" y="74068"/>
                </a:lnTo>
                <a:lnTo>
                  <a:pt x="1098797" y="73523"/>
                </a:lnTo>
                <a:lnTo>
                  <a:pt x="1098813" y="72983"/>
                </a:lnTo>
                <a:lnTo>
                  <a:pt x="1098840" y="72448"/>
                </a:lnTo>
                <a:lnTo>
                  <a:pt x="1098879" y="71917"/>
                </a:lnTo>
                <a:lnTo>
                  <a:pt x="1098928" y="71392"/>
                </a:lnTo>
                <a:close/>
                <a:moveTo>
                  <a:pt x="1193962" y="136986"/>
                </a:moveTo>
                <a:lnTo>
                  <a:pt x="1194971" y="136824"/>
                </a:lnTo>
                <a:lnTo>
                  <a:pt x="1195970" y="136639"/>
                </a:lnTo>
                <a:lnTo>
                  <a:pt x="1196957" y="136432"/>
                </a:lnTo>
                <a:lnTo>
                  <a:pt x="1197932" y="136204"/>
                </a:lnTo>
                <a:lnTo>
                  <a:pt x="1198897" y="135955"/>
                </a:lnTo>
                <a:lnTo>
                  <a:pt x="1199849" y="135683"/>
                </a:lnTo>
                <a:lnTo>
                  <a:pt x="1200791" y="135390"/>
                </a:lnTo>
                <a:lnTo>
                  <a:pt x="1201721" y="135075"/>
                </a:lnTo>
                <a:lnTo>
                  <a:pt x="1202639" y="134738"/>
                </a:lnTo>
                <a:lnTo>
                  <a:pt x="1203547" y="134380"/>
                </a:lnTo>
                <a:lnTo>
                  <a:pt x="1204442" y="133999"/>
                </a:lnTo>
                <a:lnTo>
                  <a:pt x="1205327" y="133597"/>
                </a:lnTo>
                <a:lnTo>
                  <a:pt x="1206199" y="133174"/>
                </a:lnTo>
                <a:lnTo>
                  <a:pt x="1207061" y="132729"/>
                </a:lnTo>
                <a:lnTo>
                  <a:pt x="1207911" y="132261"/>
                </a:lnTo>
                <a:lnTo>
                  <a:pt x="1208750" y="131773"/>
                </a:lnTo>
                <a:lnTo>
                  <a:pt x="1209577" y="131262"/>
                </a:lnTo>
                <a:lnTo>
                  <a:pt x="1210396" y="130732"/>
                </a:lnTo>
                <a:lnTo>
                  <a:pt x="1211200" y="130185"/>
                </a:lnTo>
                <a:lnTo>
                  <a:pt x="1211988" y="129620"/>
                </a:lnTo>
                <a:lnTo>
                  <a:pt x="1212762" y="129038"/>
                </a:lnTo>
                <a:lnTo>
                  <a:pt x="1213519" y="128439"/>
                </a:lnTo>
                <a:lnTo>
                  <a:pt x="1214262" y="127822"/>
                </a:lnTo>
                <a:lnTo>
                  <a:pt x="1214989" y="127188"/>
                </a:lnTo>
                <a:lnTo>
                  <a:pt x="1215700" y="126536"/>
                </a:lnTo>
                <a:lnTo>
                  <a:pt x="1216397" y="125868"/>
                </a:lnTo>
                <a:lnTo>
                  <a:pt x="1217077" y="125182"/>
                </a:lnTo>
                <a:lnTo>
                  <a:pt x="1217743" y="124478"/>
                </a:lnTo>
                <a:lnTo>
                  <a:pt x="1218393" y="123757"/>
                </a:lnTo>
                <a:lnTo>
                  <a:pt x="1219028" y="123019"/>
                </a:lnTo>
                <a:lnTo>
                  <a:pt x="1219648" y="122264"/>
                </a:lnTo>
                <a:lnTo>
                  <a:pt x="1220252" y="121491"/>
                </a:lnTo>
                <a:lnTo>
                  <a:pt x="1220840" y="120701"/>
                </a:lnTo>
                <a:lnTo>
                  <a:pt x="1221414" y="119894"/>
                </a:lnTo>
                <a:lnTo>
                  <a:pt x="1221972" y="119069"/>
                </a:lnTo>
                <a:lnTo>
                  <a:pt x="1222514" y="118227"/>
                </a:lnTo>
                <a:lnTo>
                  <a:pt x="1223042" y="117367"/>
                </a:lnTo>
                <a:lnTo>
                  <a:pt x="1223554" y="116491"/>
                </a:lnTo>
                <a:lnTo>
                  <a:pt x="1224050" y="115596"/>
                </a:lnTo>
                <a:lnTo>
                  <a:pt x="1224531" y="114685"/>
                </a:lnTo>
                <a:lnTo>
                  <a:pt x="1224997" y="113756"/>
                </a:lnTo>
                <a:lnTo>
                  <a:pt x="1225451" y="112812"/>
                </a:lnTo>
                <a:lnTo>
                  <a:pt x="1225886" y="111855"/>
                </a:lnTo>
                <a:lnTo>
                  <a:pt x="1226301" y="110885"/>
                </a:lnTo>
                <a:lnTo>
                  <a:pt x="1226697" y="109901"/>
                </a:lnTo>
                <a:lnTo>
                  <a:pt x="1227073" y="108905"/>
                </a:lnTo>
                <a:lnTo>
                  <a:pt x="1227431" y="107895"/>
                </a:lnTo>
                <a:lnTo>
                  <a:pt x="1227768" y="106872"/>
                </a:lnTo>
                <a:lnTo>
                  <a:pt x="1228087" y="105835"/>
                </a:lnTo>
                <a:lnTo>
                  <a:pt x="1228386" y="104786"/>
                </a:lnTo>
                <a:lnTo>
                  <a:pt x="1228666" y="103724"/>
                </a:lnTo>
                <a:lnTo>
                  <a:pt x="1228927" y="102648"/>
                </a:lnTo>
                <a:lnTo>
                  <a:pt x="1229168" y="101559"/>
                </a:lnTo>
                <a:lnTo>
                  <a:pt x="1229391" y="100457"/>
                </a:lnTo>
                <a:lnTo>
                  <a:pt x="1229593" y="99342"/>
                </a:lnTo>
                <a:lnTo>
                  <a:pt x="1229777" y="98214"/>
                </a:lnTo>
                <a:lnTo>
                  <a:pt x="1229941" y="97072"/>
                </a:lnTo>
                <a:lnTo>
                  <a:pt x="1230086" y="95917"/>
                </a:lnTo>
                <a:lnTo>
                  <a:pt x="1230211" y="94750"/>
                </a:lnTo>
                <a:lnTo>
                  <a:pt x="1230317" y="93569"/>
                </a:lnTo>
                <a:lnTo>
                  <a:pt x="1230404" y="92374"/>
                </a:lnTo>
                <a:lnTo>
                  <a:pt x="1230472" y="91167"/>
                </a:lnTo>
                <a:lnTo>
                  <a:pt x="1230520" y="89946"/>
                </a:lnTo>
                <a:lnTo>
                  <a:pt x="1230549" y="88713"/>
                </a:lnTo>
                <a:lnTo>
                  <a:pt x="1230559" y="87466"/>
                </a:lnTo>
                <a:lnTo>
                  <a:pt x="1230549" y="86209"/>
                </a:lnTo>
                <a:lnTo>
                  <a:pt x="1230520" y="84965"/>
                </a:lnTo>
                <a:lnTo>
                  <a:pt x="1230472" y="83734"/>
                </a:lnTo>
                <a:lnTo>
                  <a:pt x="1230404" y="82517"/>
                </a:lnTo>
                <a:lnTo>
                  <a:pt x="1230317" y="81313"/>
                </a:lnTo>
                <a:lnTo>
                  <a:pt x="1230211" y="80123"/>
                </a:lnTo>
                <a:lnTo>
                  <a:pt x="1230086" y="78946"/>
                </a:lnTo>
                <a:lnTo>
                  <a:pt x="1229941" y="77783"/>
                </a:lnTo>
                <a:lnTo>
                  <a:pt x="1229777" y="76632"/>
                </a:lnTo>
                <a:lnTo>
                  <a:pt x="1229593" y="75496"/>
                </a:lnTo>
                <a:lnTo>
                  <a:pt x="1229391" y="74372"/>
                </a:lnTo>
                <a:lnTo>
                  <a:pt x="1229168" y="73262"/>
                </a:lnTo>
                <a:lnTo>
                  <a:pt x="1228927" y="72166"/>
                </a:lnTo>
                <a:lnTo>
                  <a:pt x="1228666" y="71082"/>
                </a:lnTo>
                <a:lnTo>
                  <a:pt x="1228386" y="70012"/>
                </a:lnTo>
                <a:lnTo>
                  <a:pt x="1228087" y="68956"/>
                </a:lnTo>
                <a:lnTo>
                  <a:pt x="1227768" y="67913"/>
                </a:lnTo>
                <a:lnTo>
                  <a:pt x="1227431" y="66883"/>
                </a:lnTo>
                <a:lnTo>
                  <a:pt x="1227073" y="65867"/>
                </a:lnTo>
                <a:lnTo>
                  <a:pt x="1226697" y="64864"/>
                </a:lnTo>
                <a:lnTo>
                  <a:pt x="1226301" y="63874"/>
                </a:lnTo>
                <a:lnTo>
                  <a:pt x="1225886" y="62898"/>
                </a:lnTo>
                <a:lnTo>
                  <a:pt x="1225451" y="61935"/>
                </a:lnTo>
                <a:lnTo>
                  <a:pt x="1224997" y="60986"/>
                </a:lnTo>
                <a:lnTo>
                  <a:pt x="1224531" y="60052"/>
                </a:lnTo>
                <a:lnTo>
                  <a:pt x="1224050" y="59136"/>
                </a:lnTo>
                <a:lnTo>
                  <a:pt x="1223554" y="58237"/>
                </a:lnTo>
                <a:lnTo>
                  <a:pt x="1223042" y="57356"/>
                </a:lnTo>
                <a:lnTo>
                  <a:pt x="1222514" y="56492"/>
                </a:lnTo>
                <a:lnTo>
                  <a:pt x="1221972" y="55646"/>
                </a:lnTo>
                <a:lnTo>
                  <a:pt x="1221414" y="54817"/>
                </a:lnTo>
                <a:lnTo>
                  <a:pt x="1220840" y="54006"/>
                </a:lnTo>
                <a:lnTo>
                  <a:pt x="1220252" y="53213"/>
                </a:lnTo>
                <a:lnTo>
                  <a:pt x="1219648" y="52437"/>
                </a:lnTo>
                <a:lnTo>
                  <a:pt x="1219028" y="51678"/>
                </a:lnTo>
                <a:lnTo>
                  <a:pt x="1218393" y="50938"/>
                </a:lnTo>
                <a:lnTo>
                  <a:pt x="1217743" y="50214"/>
                </a:lnTo>
                <a:lnTo>
                  <a:pt x="1217077" y="49509"/>
                </a:lnTo>
                <a:lnTo>
                  <a:pt x="1216397" y="48820"/>
                </a:lnTo>
                <a:lnTo>
                  <a:pt x="1215700" y="48150"/>
                </a:lnTo>
                <a:lnTo>
                  <a:pt x="1214989" y="47497"/>
                </a:lnTo>
                <a:lnTo>
                  <a:pt x="1214262" y="46861"/>
                </a:lnTo>
                <a:lnTo>
                  <a:pt x="1213519" y="46243"/>
                </a:lnTo>
                <a:lnTo>
                  <a:pt x="1212762" y="45643"/>
                </a:lnTo>
                <a:lnTo>
                  <a:pt x="1211988" y="45060"/>
                </a:lnTo>
                <a:lnTo>
                  <a:pt x="1211200" y="44495"/>
                </a:lnTo>
                <a:lnTo>
                  <a:pt x="1210396" y="43947"/>
                </a:lnTo>
                <a:lnTo>
                  <a:pt x="1209577" y="43417"/>
                </a:lnTo>
                <a:lnTo>
                  <a:pt x="1208750" y="42906"/>
                </a:lnTo>
                <a:lnTo>
                  <a:pt x="1207911" y="42418"/>
                </a:lnTo>
                <a:lnTo>
                  <a:pt x="1207061" y="41951"/>
                </a:lnTo>
                <a:lnTo>
                  <a:pt x="1206199" y="41505"/>
                </a:lnTo>
                <a:lnTo>
                  <a:pt x="1205327" y="41082"/>
                </a:lnTo>
                <a:lnTo>
                  <a:pt x="1204442" y="40680"/>
                </a:lnTo>
                <a:lnTo>
                  <a:pt x="1203547" y="40300"/>
                </a:lnTo>
                <a:lnTo>
                  <a:pt x="1202639" y="39941"/>
                </a:lnTo>
                <a:lnTo>
                  <a:pt x="1201721" y="39604"/>
                </a:lnTo>
                <a:lnTo>
                  <a:pt x="1200791" y="39289"/>
                </a:lnTo>
                <a:lnTo>
                  <a:pt x="1199849" y="38996"/>
                </a:lnTo>
                <a:lnTo>
                  <a:pt x="1198897" y="38725"/>
                </a:lnTo>
                <a:lnTo>
                  <a:pt x="1197932" y="38475"/>
                </a:lnTo>
                <a:lnTo>
                  <a:pt x="1196957" y="38247"/>
                </a:lnTo>
                <a:lnTo>
                  <a:pt x="1195970" y="38040"/>
                </a:lnTo>
                <a:lnTo>
                  <a:pt x="1194971" y="37856"/>
                </a:lnTo>
                <a:lnTo>
                  <a:pt x="1193962" y="37693"/>
                </a:lnTo>
                <a:lnTo>
                  <a:pt x="1192940" y="37551"/>
                </a:lnTo>
                <a:lnTo>
                  <a:pt x="1191908" y="37432"/>
                </a:lnTo>
                <a:lnTo>
                  <a:pt x="1190863" y="37334"/>
                </a:lnTo>
                <a:lnTo>
                  <a:pt x="1189808" y="37258"/>
                </a:lnTo>
                <a:lnTo>
                  <a:pt x="1188741" y="37204"/>
                </a:lnTo>
                <a:lnTo>
                  <a:pt x="1187663" y="37171"/>
                </a:lnTo>
                <a:lnTo>
                  <a:pt x="1186573" y="37160"/>
                </a:lnTo>
                <a:lnTo>
                  <a:pt x="1185483" y="37171"/>
                </a:lnTo>
                <a:lnTo>
                  <a:pt x="1184405" y="37204"/>
                </a:lnTo>
                <a:lnTo>
                  <a:pt x="1183337" y="37258"/>
                </a:lnTo>
                <a:lnTo>
                  <a:pt x="1182281" y="37334"/>
                </a:lnTo>
                <a:lnTo>
                  <a:pt x="1181236" y="37432"/>
                </a:lnTo>
                <a:lnTo>
                  <a:pt x="1180202" y="37551"/>
                </a:lnTo>
                <a:lnTo>
                  <a:pt x="1179179" y="37693"/>
                </a:lnTo>
                <a:lnTo>
                  <a:pt x="1178168" y="37856"/>
                </a:lnTo>
                <a:lnTo>
                  <a:pt x="1177167" y="38040"/>
                </a:lnTo>
                <a:lnTo>
                  <a:pt x="1176178" y="38247"/>
                </a:lnTo>
                <a:lnTo>
                  <a:pt x="1175200" y="38475"/>
                </a:lnTo>
                <a:lnTo>
                  <a:pt x="1174234" y="38725"/>
                </a:lnTo>
                <a:lnTo>
                  <a:pt x="1173278" y="38996"/>
                </a:lnTo>
                <a:lnTo>
                  <a:pt x="1172334" y="39289"/>
                </a:lnTo>
                <a:lnTo>
                  <a:pt x="1171401" y="39604"/>
                </a:lnTo>
                <a:lnTo>
                  <a:pt x="1170479" y="39941"/>
                </a:lnTo>
                <a:lnTo>
                  <a:pt x="1169568" y="40300"/>
                </a:lnTo>
                <a:lnTo>
                  <a:pt x="1168668" y="40680"/>
                </a:lnTo>
                <a:lnTo>
                  <a:pt x="1167780" y="41082"/>
                </a:lnTo>
                <a:lnTo>
                  <a:pt x="1166903" y="41505"/>
                </a:lnTo>
                <a:lnTo>
                  <a:pt x="1166037" y="41951"/>
                </a:lnTo>
                <a:lnTo>
                  <a:pt x="1165182" y="42418"/>
                </a:lnTo>
                <a:lnTo>
                  <a:pt x="1164338" y="42906"/>
                </a:lnTo>
                <a:lnTo>
                  <a:pt x="1163506" y="43417"/>
                </a:lnTo>
                <a:lnTo>
                  <a:pt x="1162692" y="43947"/>
                </a:lnTo>
                <a:lnTo>
                  <a:pt x="1161893" y="44495"/>
                </a:lnTo>
                <a:lnTo>
                  <a:pt x="1161108" y="45060"/>
                </a:lnTo>
                <a:lnTo>
                  <a:pt x="1160339" y="45643"/>
                </a:lnTo>
                <a:lnTo>
                  <a:pt x="1159584" y="46243"/>
                </a:lnTo>
                <a:lnTo>
                  <a:pt x="1158845" y="46861"/>
                </a:lnTo>
                <a:lnTo>
                  <a:pt x="1158120" y="47497"/>
                </a:lnTo>
                <a:lnTo>
                  <a:pt x="1157411" y="48150"/>
                </a:lnTo>
                <a:lnTo>
                  <a:pt x="1156716" y="48820"/>
                </a:lnTo>
                <a:lnTo>
                  <a:pt x="1156036" y="49509"/>
                </a:lnTo>
                <a:lnTo>
                  <a:pt x="1155371" y="50214"/>
                </a:lnTo>
                <a:lnTo>
                  <a:pt x="1154721" y="50938"/>
                </a:lnTo>
                <a:lnTo>
                  <a:pt x="1154086" y="51678"/>
                </a:lnTo>
                <a:lnTo>
                  <a:pt x="1153466" y="52437"/>
                </a:lnTo>
                <a:lnTo>
                  <a:pt x="1152861" y="53213"/>
                </a:lnTo>
                <a:lnTo>
                  <a:pt x="1152271" y="54006"/>
                </a:lnTo>
                <a:lnTo>
                  <a:pt x="1151695" y="54817"/>
                </a:lnTo>
                <a:lnTo>
                  <a:pt x="1151135" y="55646"/>
                </a:lnTo>
                <a:lnTo>
                  <a:pt x="1150589" y="56492"/>
                </a:lnTo>
                <a:lnTo>
                  <a:pt x="1150059" y="57356"/>
                </a:lnTo>
                <a:lnTo>
                  <a:pt x="1149543" y="58237"/>
                </a:lnTo>
                <a:lnTo>
                  <a:pt x="1149042" y="59136"/>
                </a:lnTo>
                <a:lnTo>
                  <a:pt x="1148556" y="60052"/>
                </a:lnTo>
                <a:lnTo>
                  <a:pt x="1148085" y="60986"/>
                </a:lnTo>
                <a:lnTo>
                  <a:pt x="1147637" y="61935"/>
                </a:lnTo>
                <a:lnTo>
                  <a:pt x="1147207" y="62898"/>
                </a:lnTo>
                <a:lnTo>
                  <a:pt x="1146797" y="63874"/>
                </a:lnTo>
                <a:lnTo>
                  <a:pt x="1146405" y="64864"/>
                </a:lnTo>
                <a:lnTo>
                  <a:pt x="1146033" y="65867"/>
                </a:lnTo>
                <a:lnTo>
                  <a:pt x="1145680" y="66883"/>
                </a:lnTo>
                <a:lnTo>
                  <a:pt x="1145346" y="67913"/>
                </a:lnTo>
                <a:lnTo>
                  <a:pt x="1145031" y="68956"/>
                </a:lnTo>
                <a:lnTo>
                  <a:pt x="1144735" y="70012"/>
                </a:lnTo>
                <a:lnTo>
                  <a:pt x="1144458" y="71082"/>
                </a:lnTo>
                <a:lnTo>
                  <a:pt x="1144200" y="72166"/>
                </a:lnTo>
                <a:lnTo>
                  <a:pt x="1143962" y="73262"/>
                </a:lnTo>
                <a:lnTo>
                  <a:pt x="1143742" y="74372"/>
                </a:lnTo>
                <a:lnTo>
                  <a:pt x="1143542" y="75496"/>
                </a:lnTo>
                <a:lnTo>
                  <a:pt x="1143360" y="76632"/>
                </a:lnTo>
                <a:lnTo>
                  <a:pt x="1143198" y="77783"/>
                </a:lnTo>
                <a:lnTo>
                  <a:pt x="1143055" y="78946"/>
                </a:lnTo>
                <a:lnTo>
                  <a:pt x="1142931" y="80123"/>
                </a:lnTo>
                <a:lnTo>
                  <a:pt x="1142826" y="81313"/>
                </a:lnTo>
                <a:lnTo>
                  <a:pt x="1142740" y="82517"/>
                </a:lnTo>
                <a:lnTo>
                  <a:pt x="1142673" y="83734"/>
                </a:lnTo>
                <a:lnTo>
                  <a:pt x="1142625" y="84965"/>
                </a:lnTo>
                <a:lnTo>
                  <a:pt x="1142597" y="86209"/>
                </a:lnTo>
                <a:lnTo>
                  <a:pt x="1142587" y="87466"/>
                </a:lnTo>
                <a:lnTo>
                  <a:pt x="1142597" y="88713"/>
                </a:lnTo>
                <a:lnTo>
                  <a:pt x="1142625" y="89946"/>
                </a:lnTo>
                <a:lnTo>
                  <a:pt x="1142673" y="91167"/>
                </a:lnTo>
                <a:lnTo>
                  <a:pt x="1142740" y="92374"/>
                </a:lnTo>
                <a:lnTo>
                  <a:pt x="1142826" y="93569"/>
                </a:lnTo>
                <a:lnTo>
                  <a:pt x="1142931" y="94750"/>
                </a:lnTo>
                <a:lnTo>
                  <a:pt x="1143055" y="95917"/>
                </a:lnTo>
                <a:lnTo>
                  <a:pt x="1143198" y="97072"/>
                </a:lnTo>
                <a:lnTo>
                  <a:pt x="1143360" y="98214"/>
                </a:lnTo>
                <a:lnTo>
                  <a:pt x="1143542" y="99342"/>
                </a:lnTo>
                <a:lnTo>
                  <a:pt x="1143742" y="100457"/>
                </a:lnTo>
                <a:lnTo>
                  <a:pt x="1143962" y="101559"/>
                </a:lnTo>
                <a:lnTo>
                  <a:pt x="1144200" y="102648"/>
                </a:lnTo>
                <a:lnTo>
                  <a:pt x="1144458" y="103724"/>
                </a:lnTo>
                <a:lnTo>
                  <a:pt x="1144735" y="104786"/>
                </a:lnTo>
                <a:lnTo>
                  <a:pt x="1145031" y="105835"/>
                </a:lnTo>
                <a:lnTo>
                  <a:pt x="1145346" y="106872"/>
                </a:lnTo>
                <a:lnTo>
                  <a:pt x="1145680" y="107895"/>
                </a:lnTo>
                <a:lnTo>
                  <a:pt x="1146033" y="108905"/>
                </a:lnTo>
                <a:lnTo>
                  <a:pt x="1146405" y="109901"/>
                </a:lnTo>
                <a:lnTo>
                  <a:pt x="1146797" y="110885"/>
                </a:lnTo>
                <a:lnTo>
                  <a:pt x="1147207" y="111855"/>
                </a:lnTo>
                <a:lnTo>
                  <a:pt x="1147637" y="112812"/>
                </a:lnTo>
                <a:lnTo>
                  <a:pt x="1148085" y="113756"/>
                </a:lnTo>
                <a:lnTo>
                  <a:pt x="1148556" y="114685"/>
                </a:lnTo>
                <a:lnTo>
                  <a:pt x="1149042" y="115596"/>
                </a:lnTo>
                <a:lnTo>
                  <a:pt x="1149543" y="116491"/>
                </a:lnTo>
                <a:lnTo>
                  <a:pt x="1150059" y="117367"/>
                </a:lnTo>
                <a:lnTo>
                  <a:pt x="1150589" y="118227"/>
                </a:lnTo>
                <a:lnTo>
                  <a:pt x="1151135" y="119069"/>
                </a:lnTo>
                <a:lnTo>
                  <a:pt x="1151695" y="119894"/>
                </a:lnTo>
                <a:lnTo>
                  <a:pt x="1152271" y="120701"/>
                </a:lnTo>
                <a:lnTo>
                  <a:pt x="1152861" y="121491"/>
                </a:lnTo>
                <a:lnTo>
                  <a:pt x="1153466" y="122264"/>
                </a:lnTo>
                <a:lnTo>
                  <a:pt x="1154086" y="123019"/>
                </a:lnTo>
                <a:lnTo>
                  <a:pt x="1154721" y="123757"/>
                </a:lnTo>
                <a:lnTo>
                  <a:pt x="1155371" y="124478"/>
                </a:lnTo>
                <a:lnTo>
                  <a:pt x="1156036" y="125182"/>
                </a:lnTo>
                <a:lnTo>
                  <a:pt x="1156716" y="125868"/>
                </a:lnTo>
                <a:lnTo>
                  <a:pt x="1157411" y="126536"/>
                </a:lnTo>
                <a:lnTo>
                  <a:pt x="1158120" y="127188"/>
                </a:lnTo>
                <a:lnTo>
                  <a:pt x="1158845" y="127822"/>
                </a:lnTo>
                <a:lnTo>
                  <a:pt x="1159584" y="128439"/>
                </a:lnTo>
                <a:lnTo>
                  <a:pt x="1160339" y="129038"/>
                </a:lnTo>
                <a:lnTo>
                  <a:pt x="1161108" y="129620"/>
                </a:lnTo>
                <a:lnTo>
                  <a:pt x="1161893" y="130185"/>
                </a:lnTo>
                <a:lnTo>
                  <a:pt x="1162692" y="130732"/>
                </a:lnTo>
                <a:lnTo>
                  <a:pt x="1163506" y="131262"/>
                </a:lnTo>
                <a:lnTo>
                  <a:pt x="1164338" y="131773"/>
                </a:lnTo>
                <a:lnTo>
                  <a:pt x="1165182" y="132261"/>
                </a:lnTo>
                <a:lnTo>
                  <a:pt x="1166037" y="132729"/>
                </a:lnTo>
                <a:lnTo>
                  <a:pt x="1166903" y="133174"/>
                </a:lnTo>
                <a:lnTo>
                  <a:pt x="1167780" y="133597"/>
                </a:lnTo>
                <a:lnTo>
                  <a:pt x="1168668" y="133999"/>
                </a:lnTo>
                <a:lnTo>
                  <a:pt x="1169568" y="134380"/>
                </a:lnTo>
                <a:lnTo>
                  <a:pt x="1170479" y="134738"/>
                </a:lnTo>
                <a:lnTo>
                  <a:pt x="1171401" y="135075"/>
                </a:lnTo>
                <a:lnTo>
                  <a:pt x="1172334" y="135390"/>
                </a:lnTo>
                <a:lnTo>
                  <a:pt x="1173278" y="135683"/>
                </a:lnTo>
                <a:lnTo>
                  <a:pt x="1174234" y="135955"/>
                </a:lnTo>
                <a:lnTo>
                  <a:pt x="1175200" y="136204"/>
                </a:lnTo>
                <a:lnTo>
                  <a:pt x="1176178" y="136432"/>
                </a:lnTo>
                <a:lnTo>
                  <a:pt x="1177167" y="136639"/>
                </a:lnTo>
                <a:lnTo>
                  <a:pt x="1178168" y="136824"/>
                </a:lnTo>
                <a:lnTo>
                  <a:pt x="1179179" y="136986"/>
                </a:lnTo>
                <a:lnTo>
                  <a:pt x="1180202" y="137128"/>
                </a:lnTo>
                <a:lnTo>
                  <a:pt x="1181236" y="137247"/>
                </a:lnTo>
                <a:lnTo>
                  <a:pt x="1182281" y="137345"/>
                </a:lnTo>
                <a:lnTo>
                  <a:pt x="1183337" y="137421"/>
                </a:lnTo>
                <a:lnTo>
                  <a:pt x="1184405" y="137475"/>
                </a:lnTo>
                <a:lnTo>
                  <a:pt x="1185483" y="137508"/>
                </a:lnTo>
                <a:lnTo>
                  <a:pt x="1186573" y="137519"/>
                </a:lnTo>
                <a:lnTo>
                  <a:pt x="1187663" y="137508"/>
                </a:lnTo>
                <a:lnTo>
                  <a:pt x="1188741" y="137475"/>
                </a:lnTo>
                <a:lnTo>
                  <a:pt x="1189808" y="137421"/>
                </a:lnTo>
                <a:lnTo>
                  <a:pt x="1190863" y="137345"/>
                </a:lnTo>
                <a:lnTo>
                  <a:pt x="1191908" y="137247"/>
                </a:lnTo>
                <a:lnTo>
                  <a:pt x="1192940" y="137128"/>
                </a:lnTo>
                <a:lnTo>
                  <a:pt x="1193962" y="136986"/>
                </a:lnTo>
                <a:close/>
                <a:moveTo>
                  <a:pt x="1181049" y="123685"/>
                </a:moveTo>
                <a:lnTo>
                  <a:pt x="1180309" y="123552"/>
                </a:lnTo>
                <a:lnTo>
                  <a:pt x="1179582" y="123401"/>
                </a:lnTo>
                <a:lnTo>
                  <a:pt x="1178866" y="123232"/>
                </a:lnTo>
                <a:lnTo>
                  <a:pt x="1178163" y="123045"/>
                </a:lnTo>
                <a:lnTo>
                  <a:pt x="1177473" y="122841"/>
                </a:lnTo>
                <a:lnTo>
                  <a:pt x="1176794" y="122619"/>
                </a:lnTo>
                <a:lnTo>
                  <a:pt x="1176128" y="122379"/>
                </a:lnTo>
                <a:lnTo>
                  <a:pt x="1175474" y="122121"/>
                </a:lnTo>
                <a:lnTo>
                  <a:pt x="1174832" y="121846"/>
                </a:lnTo>
                <a:lnTo>
                  <a:pt x="1174203" y="121552"/>
                </a:lnTo>
                <a:lnTo>
                  <a:pt x="1173586" y="121241"/>
                </a:lnTo>
                <a:lnTo>
                  <a:pt x="1172981" y="120912"/>
                </a:lnTo>
                <a:lnTo>
                  <a:pt x="1172389" y="120566"/>
                </a:lnTo>
                <a:lnTo>
                  <a:pt x="1171808" y="120202"/>
                </a:lnTo>
                <a:lnTo>
                  <a:pt x="1171241" y="119819"/>
                </a:lnTo>
                <a:lnTo>
                  <a:pt x="1170685" y="119419"/>
                </a:lnTo>
                <a:lnTo>
                  <a:pt x="1170142" y="119002"/>
                </a:lnTo>
                <a:lnTo>
                  <a:pt x="1169610" y="118570"/>
                </a:lnTo>
                <a:lnTo>
                  <a:pt x="1169091" y="118126"/>
                </a:lnTo>
                <a:lnTo>
                  <a:pt x="1168582" y="117672"/>
                </a:lnTo>
                <a:lnTo>
                  <a:pt x="1168086" y="117206"/>
                </a:lnTo>
                <a:lnTo>
                  <a:pt x="1167601" y="116729"/>
                </a:lnTo>
                <a:lnTo>
                  <a:pt x="1167128" y="116241"/>
                </a:lnTo>
                <a:lnTo>
                  <a:pt x="1166666" y="115741"/>
                </a:lnTo>
                <a:lnTo>
                  <a:pt x="1166216" y="115231"/>
                </a:lnTo>
                <a:lnTo>
                  <a:pt x="1165778" y="114709"/>
                </a:lnTo>
                <a:lnTo>
                  <a:pt x="1165351" y="114176"/>
                </a:lnTo>
                <a:lnTo>
                  <a:pt x="1164936" y="113632"/>
                </a:lnTo>
                <a:lnTo>
                  <a:pt x="1164533" y="113077"/>
                </a:lnTo>
                <a:lnTo>
                  <a:pt x="1164141" y="112510"/>
                </a:lnTo>
                <a:lnTo>
                  <a:pt x="1163761" y="111933"/>
                </a:lnTo>
                <a:lnTo>
                  <a:pt x="1163392" y="111344"/>
                </a:lnTo>
                <a:lnTo>
                  <a:pt x="1163035" y="110744"/>
                </a:lnTo>
                <a:lnTo>
                  <a:pt x="1162690" y="110133"/>
                </a:lnTo>
                <a:lnTo>
                  <a:pt x="1162356" y="109510"/>
                </a:lnTo>
                <a:lnTo>
                  <a:pt x="1162034" y="108877"/>
                </a:lnTo>
                <a:lnTo>
                  <a:pt x="1161724" y="108232"/>
                </a:lnTo>
                <a:lnTo>
                  <a:pt x="1161425" y="107576"/>
                </a:lnTo>
                <a:lnTo>
                  <a:pt x="1161138" y="106909"/>
                </a:lnTo>
                <a:lnTo>
                  <a:pt x="1160862" y="106230"/>
                </a:lnTo>
                <a:lnTo>
                  <a:pt x="1160599" y="105541"/>
                </a:lnTo>
                <a:lnTo>
                  <a:pt x="1160346" y="104843"/>
                </a:lnTo>
                <a:lnTo>
                  <a:pt x="1160104" y="104141"/>
                </a:lnTo>
                <a:lnTo>
                  <a:pt x="1159873" y="103433"/>
                </a:lnTo>
                <a:lnTo>
                  <a:pt x="1159652" y="102721"/>
                </a:lnTo>
                <a:lnTo>
                  <a:pt x="1159443" y="102004"/>
                </a:lnTo>
                <a:lnTo>
                  <a:pt x="1159244" y="101283"/>
                </a:lnTo>
                <a:lnTo>
                  <a:pt x="1159056" y="100556"/>
                </a:lnTo>
                <a:lnTo>
                  <a:pt x="1158878" y="99825"/>
                </a:lnTo>
                <a:lnTo>
                  <a:pt x="1158712" y="99088"/>
                </a:lnTo>
                <a:lnTo>
                  <a:pt x="1158556" y="98347"/>
                </a:lnTo>
                <a:lnTo>
                  <a:pt x="1158411" y="97602"/>
                </a:lnTo>
                <a:lnTo>
                  <a:pt x="1158276" y="96851"/>
                </a:lnTo>
                <a:lnTo>
                  <a:pt x="1158153" y="96095"/>
                </a:lnTo>
                <a:lnTo>
                  <a:pt x="1158040" y="95335"/>
                </a:lnTo>
                <a:lnTo>
                  <a:pt x="1157937" y="94570"/>
                </a:lnTo>
                <a:lnTo>
                  <a:pt x="1157846" y="93800"/>
                </a:lnTo>
                <a:lnTo>
                  <a:pt x="1157765" y="93025"/>
                </a:lnTo>
                <a:lnTo>
                  <a:pt x="1157696" y="92245"/>
                </a:lnTo>
                <a:lnTo>
                  <a:pt x="1157636" y="91461"/>
                </a:lnTo>
                <a:lnTo>
                  <a:pt x="1157588" y="90671"/>
                </a:lnTo>
                <a:lnTo>
                  <a:pt x="1157550" y="89877"/>
                </a:lnTo>
                <a:lnTo>
                  <a:pt x="1157524" y="89078"/>
                </a:lnTo>
                <a:lnTo>
                  <a:pt x="1157507" y="88275"/>
                </a:lnTo>
                <a:lnTo>
                  <a:pt x="1157502" y="87466"/>
                </a:lnTo>
                <a:lnTo>
                  <a:pt x="1157507" y="86657"/>
                </a:lnTo>
                <a:lnTo>
                  <a:pt x="1157524" y="85853"/>
                </a:lnTo>
                <a:lnTo>
                  <a:pt x="1157550" y="85054"/>
                </a:lnTo>
                <a:lnTo>
                  <a:pt x="1157588" y="84259"/>
                </a:lnTo>
                <a:lnTo>
                  <a:pt x="1157636" y="83468"/>
                </a:lnTo>
                <a:lnTo>
                  <a:pt x="1157696" y="82683"/>
                </a:lnTo>
                <a:lnTo>
                  <a:pt x="1157765" y="81902"/>
                </a:lnTo>
                <a:lnTo>
                  <a:pt x="1157846" y="81125"/>
                </a:lnTo>
                <a:lnTo>
                  <a:pt x="1157937" y="80353"/>
                </a:lnTo>
                <a:lnTo>
                  <a:pt x="1158040" y="79586"/>
                </a:lnTo>
                <a:lnTo>
                  <a:pt x="1158153" y="78823"/>
                </a:lnTo>
                <a:lnTo>
                  <a:pt x="1158276" y="78065"/>
                </a:lnTo>
                <a:lnTo>
                  <a:pt x="1158411" y="77312"/>
                </a:lnTo>
                <a:lnTo>
                  <a:pt x="1158556" y="76563"/>
                </a:lnTo>
                <a:lnTo>
                  <a:pt x="1158712" y="75819"/>
                </a:lnTo>
                <a:lnTo>
                  <a:pt x="1158878" y="75079"/>
                </a:lnTo>
                <a:lnTo>
                  <a:pt x="1159056" y="74344"/>
                </a:lnTo>
                <a:lnTo>
                  <a:pt x="1159244" y="73614"/>
                </a:lnTo>
                <a:lnTo>
                  <a:pt x="1159443" y="72888"/>
                </a:lnTo>
                <a:lnTo>
                  <a:pt x="1159652" y="72167"/>
                </a:lnTo>
                <a:lnTo>
                  <a:pt x="1159873" y="71450"/>
                </a:lnTo>
                <a:lnTo>
                  <a:pt x="1160104" y="70738"/>
                </a:lnTo>
                <a:lnTo>
                  <a:pt x="1160346" y="70031"/>
                </a:lnTo>
                <a:lnTo>
                  <a:pt x="1160599" y="69328"/>
                </a:lnTo>
                <a:lnTo>
                  <a:pt x="1160862" y="68633"/>
                </a:lnTo>
                <a:lnTo>
                  <a:pt x="1161138" y="67950"/>
                </a:lnTo>
                <a:lnTo>
                  <a:pt x="1161425" y="67277"/>
                </a:lnTo>
                <a:lnTo>
                  <a:pt x="1161724" y="66616"/>
                </a:lnTo>
                <a:lnTo>
                  <a:pt x="1162034" y="65966"/>
                </a:lnTo>
                <a:lnTo>
                  <a:pt x="1162356" y="65327"/>
                </a:lnTo>
                <a:lnTo>
                  <a:pt x="1162690" y="64699"/>
                </a:lnTo>
                <a:lnTo>
                  <a:pt x="1163035" y="64083"/>
                </a:lnTo>
                <a:lnTo>
                  <a:pt x="1163392" y="63477"/>
                </a:lnTo>
                <a:lnTo>
                  <a:pt x="1163761" y="62883"/>
                </a:lnTo>
                <a:lnTo>
                  <a:pt x="1164141" y="62300"/>
                </a:lnTo>
                <a:lnTo>
                  <a:pt x="1164533" y="61729"/>
                </a:lnTo>
                <a:lnTo>
                  <a:pt x="1164936" y="61168"/>
                </a:lnTo>
                <a:lnTo>
                  <a:pt x="1165351" y="60619"/>
                </a:lnTo>
                <a:lnTo>
                  <a:pt x="1165778" y="60080"/>
                </a:lnTo>
                <a:lnTo>
                  <a:pt x="1166216" y="59554"/>
                </a:lnTo>
                <a:lnTo>
                  <a:pt x="1166666" y="59038"/>
                </a:lnTo>
                <a:lnTo>
                  <a:pt x="1167128" y="58533"/>
                </a:lnTo>
                <a:lnTo>
                  <a:pt x="1167601" y="58040"/>
                </a:lnTo>
                <a:lnTo>
                  <a:pt x="1168086" y="57558"/>
                </a:lnTo>
                <a:lnTo>
                  <a:pt x="1168582" y="57086"/>
                </a:lnTo>
                <a:lnTo>
                  <a:pt x="1169091" y="56627"/>
                </a:lnTo>
                <a:lnTo>
                  <a:pt x="1169610" y="56178"/>
                </a:lnTo>
                <a:lnTo>
                  <a:pt x="1170142" y="55741"/>
                </a:lnTo>
                <a:lnTo>
                  <a:pt x="1170685" y="55318"/>
                </a:lnTo>
                <a:lnTo>
                  <a:pt x="1171241" y="54913"/>
                </a:lnTo>
                <a:lnTo>
                  <a:pt x="1171808" y="54526"/>
                </a:lnTo>
                <a:lnTo>
                  <a:pt x="1172389" y="54157"/>
                </a:lnTo>
                <a:lnTo>
                  <a:pt x="1172981" y="53806"/>
                </a:lnTo>
                <a:lnTo>
                  <a:pt x="1173586" y="53473"/>
                </a:lnTo>
                <a:lnTo>
                  <a:pt x="1174203" y="53158"/>
                </a:lnTo>
                <a:lnTo>
                  <a:pt x="1174832" y="52862"/>
                </a:lnTo>
                <a:lnTo>
                  <a:pt x="1175474" y="52583"/>
                </a:lnTo>
                <a:lnTo>
                  <a:pt x="1176128" y="52322"/>
                </a:lnTo>
                <a:lnTo>
                  <a:pt x="1176794" y="52079"/>
                </a:lnTo>
                <a:lnTo>
                  <a:pt x="1177473" y="51854"/>
                </a:lnTo>
                <a:lnTo>
                  <a:pt x="1178163" y="51647"/>
                </a:lnTo>
                <a:lnTo>
                  <a:pt x="1178866" y="51458"/>
                </a:lnTo>
                <a:lnTo>
                  <a:pt x="1179582" y="51287"/>
                </a:lnTo>
                <a:lnTo>
                  <a:pt x="1180309" y="51134"/>
                </a:lnTo>
                <a:lnTo>
                  <a:pt x="1181049" y="50999"/>
                </a:lnTo>
                <a:lnTo>
                  <a:pt x="1181802" y="50882"/>
                </a:lnTo>
                <a:lnTo>
                  <a:pt x="1182566" y="50783"/>
                </a:lnTo>
                <a:lnTo>
                  <a:pt x="1183343" y="50702"/>
                </a:lnTo>
                <a:lnTo>
                  <a:pt x="1184132" y="50639"/>
                </a:lnTo>
                <a:lnTo>
                  <a:pt x="1184933" y="50594"/>
                </a:lnTo>
                <a:lnTo>
                  <a:pt x="1185747" y="50567"/>
                </a:lnTo>
                <a:lnTo>
                  <a:pt x="1186573" y="50558"/>
                </a:lnTo>
                <a:lnTo>
                  <a:pt x="1187399" y="50567"/>
                </a:lnTo>
                <a:lnTo>
                  <a:pt x="1188213" y="50594"/>
                </a:lnTo>
                <a:lnTo>
                  <a:pt x="1189014" y="50639"/>
                </a:lnTo>
                <a:lnTo>
                  <a:pt x="1189803" y="50702"/>
                </a:lnTo>
                <a:lnTo>
                  <a:pt x="1190580" y="50783"/>
                </a:lnTo>
                <a:lnTo>
                  <a:pt x="1191345" y="50882"/>
                </a:lnTo>
                <a:lnTo>
                  <a:pt x="1192097" y="50999"/>
                </a:lnTo>
                <a:lnTo>
                  <a:pt x="1192837" y="51134"/>
                </a:lnTo>
                <a:lnTo>
                  <a:pt x="1193564" y="51287"/>
                </a:lnTo>
                <a:lnTo>
                  <a:pt x="1194280" y="51458"/>
                </a:lnTo>
                <a:lnTo>
                  <a:pt x="1194983" y="51647"/>
                </a:lnTo>
                <a:lnTo>
                  <a:pt x="1195674" y="51854"/>
                </a:lnTo>
                <a:lnTo>
                  <a:pt x="1196352" y="52079"/>
                </a:lnTo>
                <a:lnTo>
                  <a:pt x="1197018" y="52322"/>
                </a:lnTo>
                <a:lnTo>
                  <a:pt x="1197672" y="52583"/>
                </a:lnTo>
                <a:lnTo>
                  <a:pt x="1198314" y="52862"/>
                </a:lnTo>
                <a:lnTo>
                  <a:pt x="1198943" y="53158"/>
                </a:lnTo>
                <a:lnTo>
                  <a:pt x="1199560" y="53473"/>
                </a:lnTo>
                <a:lnTo>
                  <a:pt x="1200165" y="53806"/>
                </a:lnTo>
                <a:lnTo>
                  <a:pt x="1200758" y="54157"/>
                </a:lnTo>
                <a:lnTo>
                  <a:pt x="1201338" y="54526"/>
                </a:lnTo>
                <a:lnTo>
                  <a:pt x="1201906" y="54913"/>
                </a:lnTo>
                <a:lnTo>
                  <a:pt x="1202461" y="55318"/>
                </a:lnTo>
                <a:lnTo>
                  <a:pt x="1203005" y="55741"/>
                </a:lnTo>
                <a:lnTo>
                  <a:pt x="1203536" y="56178"/>
                </a:lnTo>
                <a:lnTo>
                  <a:pt x="1204056" y="56627"/>
                </a:lnTo>
                <a:lnTo>
                  <a:pt x="1204564" y="57086"/>
                </a:lnTo>
                <a:lnTo>
                  <a:pt x="1205060" y="57558"/>
                </a:lnTo>
                <a:lnTo>
                  <a:pt x="1205545" y="58040"/>
                </a:lnTo>
                <a:lnTo>
                  <a:pt x="1206018" y="58533"/>
                </a:lnTo>
                <a:lnTo>
                  <a:pt x="1206480" y="59038"/>
                </a:lnTo>
                <a:lnTo>
                  <a:pt x="1206930" y="59554"/>
                </a:lnTo>
                <a:lnTo>
                  <a:pt x="1207368" y="60080"/>
                </a:lnTo>
                <a:lnTo>
                  <a:pt x="1207795" y="60619"/>
                </a:lnTo>
                <a:lnTo>
                  <a:pt x="1208210" y="61168"/>
                </a:lnTo>
                <a:lnTo>
                  <a:pt x="1208613" y="61729"/>
                </a:lnTo>
                <a:lnTo>
                  <a:pt x="1209005" y="62300"/>
                </a:lnTo>
                <a:lnTo>
                  <a:pt x="1209385" y="62883"/>
                </a:lnTo>
                <a:lnTo>
                  <a:pt x="1209754" y="63477"/>
                </a:lnTo>
                <a:lnTo>
                  <a:pt x="1210111" y="64083"/>
                </a:lnTo>
                <a:lnTo>
                  <a:pt x="1210456" y="64699"/>
                </a:lnTo>
                <a:lnTo>
                  <a:pt x="1210790" y="65327"/>
                </a:lnTo>
                <a:lnTo>
                  <a:pt x="1211112" y="65966"/>
                </a:lnTo>
                <a:lnTo>
                  <a:pt x="1211422" y="66616"/>
                </a:lnTo>
                <a:lnTo>
                  <a:pt x="1211721" y="67277"/>
                </a:lnTo>
                <a:lnTo>
                  <a:pt x="1212008" y="67950"/>
                </a:lnTo>
                <a:lnTo>
                  <a:pt x="1212284" y="68633"/>
                </a:lnTo>
                <a:lnTo>
                  <a:pt x="1212547" y="69328"/>
                </a:lnTo>
                <a:lnTo>
                  <a:pt x="1212800" y="70031"/>
                </a:lnTo>
                <a:lnTo>
                  <a:pt x="1213042" y="70738"/>
                </a:lnTo>
                <a:lnTo>
                  <a:pt x="1213273" y="71450"/>
                </a:lnTo>
                <a:lnTo>
                  <a:pt x="1213494" y="72167"/>
                </a:lnTo>
                <a:lnTo>
                  <a:pt x="1213703" y="72888"/>
                </a:lnTo>
                <a:lnTo>
                  <a:pt x="1213902" y="73614"/>
                </a:lnTo>
                <a:lnTo>
                  <a:pt x="1214090" y="74344"/>
                </a:lnTo>
                <a:lnTo>
                  <a:pt x="1214268" y="75079"/>
                </a:lnTo>
                <a:lnTo>
                  <a:pt x="1214435" y="75819"/>
                </a:lnTo>
                <a:lnTo>
                  <a:pt x="1214590" y="76563"/>
                </a:lnTo>
                <a:lnTo>
                  <a:pt x="1214736" y="77312"/>
                </a:lnTo>
                <a:lnTo>
                  <a:pt x="1214870" y="78065"/>
                </a:lnTo>
                <a:lnTo>
                  <a:pt x="1214994" y="78823"/>
                </a:lnTo>
                <a:lnTo>
                  <a:pt x="1215107" y="79586"/>
                </a:lnTo>
                <a:lnTo>
                  <a:pt x="1215209" y="80353"/>
                </a:lnTo>
                <a:lnTo>
                  <a:pt x="1215300" y="81125"/>
                </a:lnTo>
                <a:lnTo>
                  <a:pt x="1215381" y="81902"/>
                </a:lnTo>
                <a:lnTo>
                  <a:pt x="1215451" y="82683"/>
                </a:lnTo>
                <a:lnTo>
                  <a:pt x="1215510" y="83468"/>
                </a:lnTo>
                <a:lnTo>
                  <a:pt x="1215558" y="84259"/>
                </a:lnTo>
                <a:lnTo>
                  <a:pt x="1215596" y="85054"/>
                </a:lnTo>
                <a:lnTo>
                  <a:pt x="1215623" y="85853"/>
                </a:lnTo>
                <a:lnTo>
                  <a:pt x="1215639" y="86657"/>
                </a:lnTo>
                <a:lnTo>
                  <a:pt x="1215644" y="87466"/>
                </a:lnTo>
                <a:lnTo>
                  <a:pt x="1215639" y="88275"/>
                </a:lnTo>
                <a:lnTo>
                  <a:pt x="1215623" y="89078"/>
                </a:lnTo>
                <a:lnTo>
                  <a:pt x="1215596" y="89877"/>
                </a:lnTo>
                <a:lnTo>
                  <a:pt x="1215558" y="90671"/>
                </a:lnTo>
                <a:lnTo>
                  <a:pt x="1215510" y="91461"/>
                </a:lnTo>
                <a:lnTo>
                  <a:pt x="1215451" y="92245"/>
                </a:lnTo>
                <a:lnTo>
                  <a:pt x="1215381" y="93025"/>
                </a:lnTo>
                <a:lnTo>
                  <a:pt x="1215300" y="93800"/>
                </a:lnTo>
                <a:lnTo>
                  <a:pt x="1215209" y="94570"/>
                </a:lnTo>
                <a:lnTo>
                  <a:pt x="1215107" y="95335"/>
                </a:lnTo>
                <a:lnTo>
                  <a:pt x="1214994" y="96095"/>
                </a:lnTo>
                <a:lnTo>
                  <a:pt x="1214870" y="96851"/>
                </a:lnTo>
                <a:lnTo>
                  <a:pt x="1214736" y="97602"/>
                </a:lnTo>
                <a:lnTo>
                  <a:pt x="1214590" y="98347"/>
                </a:lnTo>
                <a:lnTo>
                  <a:pt x="1214435" y="99088"/>
                </a:lnTo>
                <a:lnTo>
                  <a:pt x="1214268" y="99825"/>
                </a:lnTo>
                <a:lnTo>
                  <a:pt x="1214090" y="100556"/>
                </a:lnTo>
                <a:lnTo>
                  <a:pt x="1213902" y="101283"/>
                </a:lnTo>
                <a:lnTo>
                  <a:pt x="1213703" y="102004"/>
                </a:lnTo>
                <a:lnTo>
                  <a:pt x="1213494" y="102721"/>
                </a:lnTo>
                <a:lnTo>
                  <a:pt x="1213273" y="103433"/>
                </a:lnTo>
                <a:lnTo>
                  <a:pt x="1213042" y="104141"/>
                </a:lnTo>
                <a:lnTo>
                  <a:pt x="1212800" y="104843"/>
                </a:lnTo>
                <a:lnTo>
                  <a:pt x="1212547" y="105541"/>
                </a:lnTo>
                <a:lnTo>
                  <a:pt x="1212284" y="106230"/>
                </a:lnTo>
                <a:lnTo>
                  <a:pt x="1212008" y="106909"/>
                </a:lnTo>
                <a:lnTo>
                  <a:pt x="1211721" y="107576"/>
                </a:lnTo>
                <a:lnTo>
                  <a:pt x="1211422" y="108232"/>
                </a:lnTo>
                <a:lnTo>
                  <a:pt x="1211112" y="108877"/>
                </a:lnTo>
                <a:lnTo>
                  <a:pt x="1210790" y="109510"/>
                </a:lnTo>
                <a:lnTo>
                  <a:pt x="1210456" y="110133"/>
                </a:lnTo>
                <a:lnTo>
                  <a:pt x="1210111" y="110744"/>
                </a:lnTo>
                <a:lnTo>
                  <a:pt x="1209754" y="111344"/>
                </a:lnTo>
                <a:lnTo>
                  <a:pt x="1209385" y="111933"/>
                </a:lnTo>
                <a:lnTo>
                  <a:pt x="1209005" y="112510"/>
                </a:lnTo>
                <a:lnTo>
                  <a:pt x="1208613" y="113077"/>
                </a:lnTo>
                <a:lnTo>
                  <a:pt x="1208210" y="113632"/>
                </a:lnTo>
                <a:lnTo>
                  <a:pt x="1207795" y="114176"/>
                </a:lnTo>
                <a:lnTo>
                  <a:pt x="1207368" y="114709"/>
                </a:lnTo>
                <a:lnTo>
                  <a:pt x="1206930" y="115231"/>
                </a:lnTo>
                <a:lnTo>
                  <a:pt x="1206480" y="115741"/>
                </a:lnTo>
                <a:lnTo>
                  <a:pt x="1206018" y="116241"/>
                </a:lnTo>
                <a:lnTo>
                  <a:pt x="1205545" y="116729"/>
                </a:lnTo>
                <a:lnTo>
                  <a:pt x="1205060" y="117206"/>
                </a:lnTo>
                <a:lnTo>
                  <a:pt x="1204564" y="117672"/>
                </a:lnTo>
                <a:lnTo>
                  <a:pt x="1204056" y="118126"/>
                </a:lnTo>
                <a:lnTo>
                  <a:pt x="1203536" y="118570"/>
                </a:lnTo>
                <a:lnTo>
                  <a:pt x="1203005" y="119002"/>
                </a:lnTo>
                <a:lnTo>
                  <a:pt x="1202461" y="119419"/>
                </a:lnTo>
                <a:lnTo>
                  <a:pt x="1201906" y="119819"/>
                </a:lnTo>
                <a:lnTo>
                  <a:pt x="1201338" y="120202"/>
                </a:lnTo>
                <a:lnTo>
                  <a:pt x="1200758" y="120566"/>
                </a:lnTo>
                <a:lnTo>
                  <a:pt x="1200165" y="120912"/>
                </a:lnTo>
                <a:lnTo>
                  <a:pt x="1199560" y="121241"/>
                </a:lnTo>
                <a:lnTo>
                  <a:pt x="1198943" y="121552"/>
                </a:lnTo>
                <a:lnTo>
                  <a:pt x="1198314" y="121846"/>
                </a:lnTo>
                <a:lnTo>
                  <a:pt x="1197672" y="122121"/>
                </a:lnTo>
                <a:lnTo>
                  <a:pt x="1197018" y="122379"/>
                </a:lnTo>
                <a:lnTo>
                  <a:pt x="1196352" y="122619"/>
                </a:lnTo>
                <a:lnTo>
                  <a:pt x="1195674" y="122841"/>
                </a:lnTo>
                <a:lnTo>
                  <a:pt x="1194983" y="123045"/>
                </a:lnTo>
                <a:lnTo>
                  <a:pt x="1194280" y="123232"/>
                </a:lnTo>
                <a:lnTo>
                  <a:pt x="1193564" y="123401"/>
                </a:lnTo>
                <a:lnTo>
                  <a:pt x="1192837" y="123552"/>
                </a:lnTo>
                <a:lnTo>
                  <a:pt x="1192097" y="123685"/>
                </a:lnTo>
                <a:lnTo>
                  <a:pt x="1191345" y="123801"/>
                </a:lnTo>
                <a:lnTo>
                  <a:pt x="1190580" y="123899"/>
                </a:lnTo>
                <a:lnTo>
                  <a:pt x="1189803" y="123979"/>
                </a:lnTo>
                <a:lnTo>
                  <a:pt x="1189014" y="124041"/>
                </a:lnTo>
                <a:lnTo>
                  <a:pt x="1188213" y="124085"/>
                </a:lnTo>
                <a:lnTo>
                  <a:pt x="1187399" y="124112"/>
                </a:lnTo>
                <a:lnTo>
                  <a:pt x="1186573" y="124121"/>
                </a:lnTo>
                <a:lnTo>
                  <a:pt x="1185747" y="124112"/>
                </a:lnTo>
                <a:lnTo>
                  <a:pt x="1184933" y="124085"/>
                </a:lnTo>
                <a:lnTo>
                  <a:pt x="1184132" y="124041"/>
                </a:lnTo>
                <a:lnTo>
                  <a:pt x="1183343" y="123979"/>
                </a:lnTo>
                <a:lnTo>
                  <a:pt x="1182566" y="123899"/>
                </a:lnTo>
                <a:lnTo>
                  <a:pt x="1181802" y="123801"/>
                </a:lnTo>
                <a:lnTo>
                  <a:pt x="1181049" y="123685"/>
                </a:lnTo>
                <a:close/>
                <a:moveTo>
                  <a:pt x="1590247" y="54463"/>
                </a:moveTo>
                <a:lnTo>
                  <a:pt x="1589832" y="53704"/>
                </a:lnTo>
                <a:lnTo>
                  <a:pt x="1589401" y="52960"/>
                </a:lnTo>
                <a:lnTo>
                  <a:pt x="1588953" y="52230"/>
                </a:lnTo>
                <a:lnTo>
                  <a:pt x="1588488" y="51513"/>
                </a:lnTo>
                <a:lnTo>
                  <a:pt x="1588006" y="50811"/>
                </a:lnTo>
                <a:lnTo>
                  <a:pt x="1587508" y="50123"/>
                </a:lnTo>
                <a:lnTo>
                  <a:pt x="1586994" y="49449"/>
                </a:lnTo>
                <a:lnTo>
                  <a:pt x="1586462" y="48789"/>
                </a:lnTo>
                <a:lnTo>
                  <a:pt x="1585914" y="48143"/>
                </a:lnTo>
                <a:lnTo>
                  <a:pt x="1585349" y="47511"/>
                </a:lnTo>
                <a:lnTo>
                  <a:pt x="1584768" y="46893"/>
                </a:lnTo>
                <a:lnTo>
                  <a:pt x="1584169" y="46289"/>
                </a:lnTo>
                <a:lnTo>
                  <a:pt x="1583554" y="45699"/>
                </a:lnTo>
                <a:lnTo>
                  <a:pt x="1582923" y="45123"/>
                </a:lnTo>
                <a:lnTo>
                  <a:pt x="1582275" y="44562"/>
                </a:lnTo>
                <a:lnTo>
                  <a:pt x="1581610" y="44014"/>
                </a:lnTo>
                <a:lnTo>
                  <a:pt x="1580928" y="43480"/>
                </a:lnTo>
                <a:lnTo>
                  <a:pt x="1580233" y="42964"/>
                </a:lnTo>
                <a:lnTo>
                  <a:pt x="1579516" y="42471"/>
                </a:lnTo>
                <a:lnTo>
                  <a:pt x="1578777" y="41999"/>
                </a:lnTo>
                <a:lnTo>
                  <a:pt x="1578018" y="41549"/>
                </a:lnTo>
                <a:lnTo>
                  <a:pt x="1577236" y="41121"/>
                </a:lnTo>
                <a:lnTo>
                  <a:pt x="1576433" y="40715"/>
                </a:lnTo>
                <a:lnTo>
                  <a:pt x="1575609" y="40331"/>
                </a:lnTo>
                <a:lnTo>
                  <a:pt x="1574763" y="39969"/>
                </a:lnTo>
                <a:lnTo>
                  <a:pt x="1573895" y="39629"/>
                </a:lnTo>
                <a:lnTo>
                  <a:pt x="1573006" y="39311"/>
                </a:lnTo>
                <a:lnTo>
                  <a:pt x="1572096" y="39015"/>
                </a:lnTo>
                <a:lnTo>
                  <a:pt x="1571164" y="38740"/>
                </a:lnTo>
                <a:lnTo>
                  <a:pt x="1570211" y="38488"/>
                </a:lnTo>
                <a:lnTo>
                  <a:pt x="1569236" y="38258"/>
                </a:lnTo>
                <a:lnTo>
                  <a:pt x="1568239" y="38049"/>
                </a:lnTo>
                <a:lnTo>
                  <a:pt x="1567221" y="37863"/>
                </a:lnTo>
                <a:lnTo>
                  <a:pt x="1566182" y="37698"/>
                </a:lnTo>
                <a:lnTo>
                  <a:pt x="1565121" y="37555"/>
                </a:lnTo>
                <a:lnTo>
                  <a:pt x="1564038" y="37435"/>
                </a:lnTo>
                <a:lnTo>
                  <a:pt x="1562934" y="37336"/>
                </a:lnTo>
                <a:lnTo>
                  <a:pt x="1561809" y="37259"/>
                </a:lnTo>
                <a:lnTo>
                  <a:pt x="1560662" y="37204"/>
                </a:lnTo>
                <a:lnTo>
                  <a:pt x="1559493" y="37171"/>
                </a:lnTo>
                <a:lnTo>
                  <a:pt x="1558303" y="37160"/>
                </a:lnTo>
                <a:lnTo>
                  <a:pt x="1557454" y="37167"/>
                </a:lnTo>
                <a:lnTo>
                  <a:pt x="1556612" y="37185"/>
                </a:lnTo>
                <a:lnTo>
                  <a:pt x="1555777" y="37217"/>
                </a:lnTo>
                <a:lnTo>
                  <a:pt x="1554950" y="37260"/>
                </a:lnTo>
                <a:lnTo>
                  <a:pt x="1554131" y="37317"/>
                </a:lnTo>
                <a:lnTo>
                  <a:pt x="1553319" y="37386"/>
                </a:lnTo>
                <a:lnTo>
                  <a:pt x="1552514" y="37467"/>
                </a:lnTo>
                <a:lnTo>
                  <a:pt x="1551717" y="37561"/>
                </a:lnTo>
                <a:lnTo>
                  <a:pt x="1550927" y="37667"/>
                </a:lnTo>
                <a:lnTo>
                  <a:pt x="1550145" y="37786"/>
                </a:lnTo>
                <a:lnTo>
                  <a:pt x="1549370" y="37917"/>
                </a:lnTo>
                <a:lnTo>
                  <a:pt x="1548602" y="38061"/>
                </a:lnTo>
                <a:lnTo>
                  <a:pt x="1547843" y="38217"/>
                </a:lnTo>
                <a:lnTo>
                  <a:pt x="1547090" y="38386"/>
                </a:lnTo>
                <a:lnTo>
                  <a:pt x="1546345" y="38568"/>
                </a:lnTo>
                <a:lnTo>
                  <a:pt x="1545608" y="38761"/>
                </a:lnTo>
                <a:lnTo>
                  <a:pt x="1544878" y="38968"/>
                </a:lnTo>
                <a:lnTo>
                  <a:pt x="1544155" y="39187"/>
                </a:lnTo>
                <a:lnTo>
                  <a:pt x="1543440" y="39418"/>
                </a:lnTo>
                <a:lnTo>
                  <a:pt x="1542732" y="39662"/>
                </a:lnTo>
                <a:lnTo>
                  <a:pt x="1542032" y="39918"/>
                </a:lnTo>
                <a:lnTo>
                  <a:pt x="1541339" y="40187"/>
                </a:lnTo>
                <a:lnTo>
                  <a:pt x="1540654" y="40469"/>
                </a:lnTo>
                <a:lnTo>
                  <a:pt x="1539976" y="40763"/>
                </a:lnTo>
                <a:lnTo>
                  <a:pt x="1539313" y="41068"/>
                </a:lnTo>
                <a:lnTo>
                  <a:pt x="1538662" y="41382"/>
                </a:lnTo>
                <a:lnTo>
                  <a:pt x="1538022" y="41706"/>
                </a:lnTo>
                <a:lnTo>
                  <a:pt x="1537394" y="42039"/>
                </a:lnTo>
                <a:lnTo>
                  <a:pt x="1536777" y="42382"/>
                </a:lnTo>
                <a:lnTo>
                  <a:pt x="1536172" y="42734"/>
                </a:lnTo>
                <a:lnTo>
                  <a:pt x="1535579" y="43095"/>
                </a:lnTo>
                <a:lnTo>
                  <a:pt x="1534997" y="43466"/>
                </a:lnTo>
                <a:lnTo>
                  <a:pt x="1534427" y="43847"/>
                </a:lnTo>
                <a:lnTo>
                  <a:pt x="1533869" y="44236"/>
                </a:lnTo>
                <a:lnTo>
                  <a:pt x="1533322" y="44636"/>
                </a:lnTo>
                <a:lnTo>
                  <a:pt x="1532787" y="45044"/>
                </a:lnTo>
                <a:lnTo>
                  <a:pt x="1532264" y="45462"/>
                </a:lnTo>
                <a:lnTo>
                  <a:pt x="1531752" y="45890"/>
                </a:lnTo>
                <a:lnTo>
                  <a:pt x="1531252" y="46327"/>
                </a:lnTo>
                <a:lnTo>
                  <a:pt x="1530763" y="46773"/>
                </a:lnTo>
                <a:lnTo>
                  <a:pt x="1530286" y="47229"/>
                </a:lnTo>
                <a:lnTo>
                  <a:pt x="1529821" y="47695"/>
                </a:lnTo>
                <a:lnTo>
                  <a:pt x="1529367" y="48169"/>
                </a:lnTo>
                <a:lnTo>
                  <a:pt x="1528925" y="48654"/>
                </a:lnTo>
                <a:lnTo>
                  <a:pt x="1528495" y="49147"/>
                </a:lnTo>
                <a:lnTo>
                  <a:pt x="1528076" y="49650"/>
                </a:lnTo>
                <a:lnTo>
                  <a:pt x="1527669" y="50163"/>
                </a:lnTo>
                <a:lnTo>
                  <a:pt x="1527273" y="50685"/>
                </a:lnTo>
                <a:lnTo>
                  <a:pt x="1526897" y="51215"/>
                </a:lnTo>
                <a:lnTo>
                  <a:pt x="1526536" y="51751"/>
                </a:lnTo>
                <a:lnTo>
                  <a:pt x="1526192" y="52294"/>
                </a:lnTo>
                <a:lnTo>
                  <a:pt x="1525863" y="52844"/>
                </a:lnTo>
                <a:lnTo>
                  <a:pt x="1525551" y="53400"/>
                </a:lnTo>
                <a:lnTo>
                  <a:pt x="1525255" y="53963"/>
                </a:lnTo>
                <a:lnTo>
                  <a:pt x="1524974" y="54533"/>
                </a:lnTo>
                <a:lnTo>
                  <a:pt x="1524710" y="55109"/>
                </a:lnTo>
                <a:lnTo>
                  <a:pt x="1524462" y="55691"/>
                </a:lnTo>
                <a:lnTo>
                  <a:pt x="1524229" y="56280"/>
                </a:lnTo>
                <a:lnTo>
                  <a:pt x="1524013" y="56876"/>
                </a:lnTo>
                <a:lnTo>
                  <a:pt x="1523813" y="57479"/>
                </a:lnTo>
                <a:lnTo>
                  <a:pt x="1523629" y="58087"/>
                </a:lnTo>
                <a:lnTo>
                  <a:pt x="1523461" y="58703"/>
                </a:lnTo>
                <a:lnTo>
                  <a:pt x="1523308" y="59325"/>
                </a:lnTo>
                <a:lnTo>
                  <a:pt x="1523172" y="59954"/>
                </a:lnTo>
                <a:lnTo>
                  <a:pt x="1523052" y="60589"/>
                </a:lnTo>
                <a:lnTo>
                  <a:pt x="1522948" y="61231"/>
                </a:lnTo>
                <a:lnTo>
                  <a:pt x="1522860" y="61879"/>
                </a:lnTo>
                <a:lnTo>
                  <a:pt x="1522788" y="62534"/>
                </a:lnTo>
                <a:lnTo>
                  <a:pt x="1522732" y="63196"/>
                </a:lnTo>
                <a:lnTo>
                  <a:pt x="1522692" y="63864"/>
                </a:lnTo>
                <a:lnTo>
                  <a:pt x="1522668" y="64539"/>
                </a:lnTo>
                <a:lnTo>
                  <a:pt x="1522660" y="65220"/>
                </a:lnTo>
                <a:lnTo>
                  <a:pt x="1522670" y="66052"/>
                </a:lnTo>
                <a:lnTo>
                  <a:pt x="1522703" y="66872"/>
                </a:lnTo>
                <a:lnTo>
                  <a:pt x="1522756" y="67680"/>
                </a:lnTo>
                <a:lnTo>
                  <a:pt x="1522832" y="68477"/>
                </a:lnTo>
                <a:lnTo>
                  <a:pt x="1522928" y="69262"/>
                </a:lnTo>
                <a:lnTo>
                  <a:pt x="1523047" y="70035"/>
                </a:lnTo>
                <a:lnTo>
                  <a:pt x="1523187" y="70797"/>
                </a:lnTo>
                <a:lnTo>
                  <a:pt x="1523348" y="71547"/>
                </a:lnTo>
                <a:lnTo>
                  <a:pt x="1523531" y="72286"/>
                </a:lnTo>
                <a:lnTo>
                  <a:pt x="1523735" y="73012"/>
                </a:lnTo>
                <a:lnTo>
                  <a:pt x="1523961" y="73728"/>
                </a:lnTo>
                <a:lnTo>
                  <a:pt x="1524208" y="74431"/>
                </a:lnTo>
                <a:lnTo>
                  <a:pt x="1524477" y="75123"/>
                </a:lnTo>
                <a:lnTo>
                  <a:pt x="1524767" y="75804"/>
                </a:lnTo>
                <a:lnTo>
                  <a:pt x="1525079" y="76472"/>
                </a:lnTo>
                <a:lnTo>
                  <a:pt x="1525412" y="77130"/>
                </a:lnTo>
                <a:lnTo>
                  <a:pt x="1525767" y="77775"/>
                </a:lnTo>
                <a:lnTo>
                  <a:pt x="1526144" y="78409"/>
                </a:lnTo>
                <a:lnTo>
                  <a:pt x="1526541" y="79031"/>
                </a:lnTo>
                <a:lnTo>
                  <a:pt x="1526961" y="79642"/>
                </a:lnTo>
                <a:lnTo>
                  <a:pt x="1527402" y="80241"/>
                </a:lnTo>
                <a:lnTo>
                  <a:pt x="1527864" y="80828"/>
                </a:lnTo>
                <a:lnTo>
                  <a:pt x="1528348" y="81404"/>
                </a:lnTo>
                <a:lnTo>
                  <a:pt x="1528853" y="81968"/>
                </a:lnTo>
                <a:lnTo>
                  <a:pt x="1529387" y="82515"/>
                </a:lnTo>
                <a:lnTo>
                  <a:pt x="1529945" y="83050"/>
                </a:lnTo>
                <a:lnTo>
                  <a:pt x="1530528" y="83572"/>
                </a:lnTo>
                <a:lnTo>
                  <a:pt x="1531135" y="84083"/>
                </a:lnTo>
                <a:lnTo>
                  <a:pt x="1531767" y="84582"/>
                </a:lnTo>
                <a:lnTo>
                  <a:pt x="1532424" y="85068"/>
                </a:lnTo>
                <a:lnTo>
                  <a:pt x="1533105" y="85543"/>
                </a:lnTo>
                <a:lnTo>
                  <a:pt x="1533811" y="86005"/>
                </a:lnTo>
                <a:lnTo>
                  <a:pt x="1534541" y="86456"/>
                </a:lnTo>
                <a:lnTo>
                  <a:pt x="1535296" y="86894"/>
                </a:lnTo>
                <a:lnTo>
                  <a:pt x="1536075" y="87320"/>
                </a:lnTo>
                <a:lnTo>
                  <a:pt x="1536879" y="87735"/>
                </a:lnTo>
                <a:lnTo>
                  <a:pt x="1537708" y="88137"/>
                </a:lnTo>
                <a:lnTo>
                  <a:pt x="1538561" y="88527"/>
                </a:lnTo>
                <a:lnTo>
                  <a:pt x="1539439" y="88905"/>
                </a:lnTo>
                <a:lnTo>
                  <a:pt x="1540341" y="89271"/>
                </a:lnTo>
                <a:lnTo>
                  <a:pt x="1541268" y="89624"/>
                </a:lnTo>
                <a:lnTo>
                  <a:pt x="1542220" y="89966"/>
                </a:lnTo>
                <a:lnTo>
                  <a:pt x="1543196" y="90296"/>
                </a:lnTo>
                <a:lnTo>
                  <a:pt x="1544196" y="90614"/>
                </a:lnTo>
                <a:lnTo>
                  <a:pt x="1545221" y="90919"/>
                </a:lnTo>
                <a:lnTo>
                  <a:pt x="1546271" y="91213"/>
                </a:lnTo>
                <a:lnTo>
                  <a:pt x="1547346" y="91494"/>
                </a:lnTo>
                <a:lnTo>
                  <a:pt x="1548445" y="91763"/>
                </a:lnTo>
                <a:lnTo>
                  <a:pt x="1564623" y="95555"/>
                </a:lnTo>
                <a:lnTo>
                  <a:pt x="1565227" y="95701"/>
                </a:lnTo>
                <a:lnTo>
                  <a:pt x="1565819" y="95852"/>
                </a:lnTo>
                <a:lnTo>
                  <a:pt x="1566397" y="96010"/>
                </a:lnTo>
                <a:lnTo>
                  <a:pt x="1566961" y="96173"/>
                </a:lnTo>
                <a:lnTo>
                  <a:pt x="1567513" y="96343"/>
                </a:lnTo>
                <a:lnTo>
                  <a:pt x="1568052" y="96519"/>
                </a:lnTo>
                <a:lnTo>
                  <a:pt x="1568577" y="96701"/>
                </a:lnTo>
                <a:lnTo>
                  <a:pt x="1569089" y="96889"/>
                </a:lnTo>
                <a:lnTo>
                  <a:pt x="1569588" y="97084"/>
                </a:lnTo>
                <a:lnTo>
                  <a:pt x="1570074" y="97284"/>
                </a:lnTo>
                <a:lnTo>
                  <a:pt x="1570547" y="97491"/>
                </a:lnTo>
                <a:lnTo>
                  <a:pt x="1571006" y="97704"/>
                </a:lnTo>
                <a:lnTo>
                  <a:pt x="1571452" y="97923"/>
                </a:lnTo>
                <a:lnTo>
                  <a:pt x="1571886" y="98148"/>
                </a:lnTo>
                <a:lnTo>
                  <a:pt x="1572306" y="98379"/>
                </a:lnTo>
                <a:lnTo>
                  <a:pt x="1572712" y="98617"/>
                </a:lnTo>
                <a:lnTo>
                  <a:pt x="1573106" y="98860"/>
                </a:lnTo>
                <a:lnTo>
                  <a:pt x="1573487" y="99110"/>
                </a:lnTo>
                <a:lnTo>
                  <a:pt x="1573854" y="99366"/>
                </a:lnTo>
                <a:lnTo>
                  <a:pt x="1574208" y="99628"/>
                </a:lnTo>
                <a:lnTo>
                  <a:pt x="1574549" y="99896"/>
                </a:lnTo>
                <a:lnTo>
                  <a:pt x="1574877" y="100170"/>
                </a:lnTo>
                <a:lnTo>
                  <a:pt x="1575192" y="100451"/>
                </a:lnTo>
                <a:lnTo>
                  <a:pt x="1575493" y="100738"/>
                </a:lnTo>
                <a:lnTo>
                  <a:pt x="1575782" y="101025"/>
                </a:lnTo>
                <a:lnTo>
                  <a:pt x="1576058" y="101318"/>
                </a:lnTo>
                <a:lnTo>
                  <a:pt x="1576323" y="101616"/>
                </a:lnTo>
                <a:lnTo>
                  <a:pt x="1576575" y="101921"/>
                </a:lnTo>
                <a:lnTo>
                  <a:pt x="1576814" y="102231"/>
                </a:lnTo>
                <a:lnTo>
                  <a:pt x="1577042" y="102547"/>
                </a:lnTo>
                <a:lnTo>
                  <a:pt x="1577257" y="102868"/>
                </a:lnTo>
                <a:lnTo>
                  <a:pt x="1577459" y="103195"/>
                </a:lnTo>
                <a:lnTo>
                  <a:pt x="1577650" y="103528"/>
                </a:lnTo>
                <a:lnTo>
                  <a:pt x="1577828" y="103867"/>
                </a:lnTo>
                <a:lnTo>
                  <a:pt x="1577994" y="104211"/>
                </a:lnTo>
                <a:lnTo>
                  <a:pt x="1578148" y="104561"/>
                </a:lnTo>
                <a:lnTo>
                  <a:pt x="1578289" y="104917"/>
                </a:lnTo>
                <a:lnTo>
                  <a:pt x="1578418" y="105278"/>
                </a:lnTo>
                <a:lnTo>
                  <a:pt x="1578535" y="105645"/>
                </a:lnTo>
                <a:lnTo>
                  <a:pt x="1578639" y="106018"/>
                </a:lnTo>
                <a:lnTo>
                  <a:pt x="1578731" y="106397"/>
                </a:lnTo>
                <a:lnTo>
                  <a:pt x="1578811" y="106781"/>
                </a:lnTo>
                <a:lnTo>
                  <a:pt x="1578879" y="107171"/>
                </a:lnTo>
                <a:lnTo>
                  <a:pt x="1578934" y="107566"/>
                </a:lnTo>
                <a:lnTo>
                  <a:pt x="1578977" y="107968"/>
                </a:lnTo>
                <a:lnTo>
                  <a:pt x="1579008" y="108375"/>
                </a:lnTo>
                <a:lnTo>
                  <a:pt x="1579026" y="108788"/>
                </a:lnTo>
                <a:lnTo>
                  <a:pt x="1579032" y="109206"/>
                </a:lnTo>
                <a:lnTo>
                  <a:pt x="1579022" y="109724"/>
                </a:lnTo>
                <a:lnTo>
                  <a:pt x="1578989" y="110237"/>
                </a:lnTo>
                <a:lnTo>
                  <a:pt x="1578936" y="110743"/>
                </a:lnTo>
                <a:lnTo>
                  <a:pt x="1578860" y="111242"/>
                </a:lnTo>
                <a:lnTo>
                  <a:pt x="1578764" y="111736"/>
                </a:lnTo>
                <a:lnTo>
                  <a:pt x="1578645" y="112224"/>
                </a:lnTo>
                <a:lnTo>
                  <a:pt x="1578505" y="112705"/>
                </a:lnTo>
                <a:lnTo>
                  <a:pt x="1578344" y="113180"/>
                </a:lnTo>
                <a:lnTo>
                  <a:pt x="1578161" y="113650"/>
                </a:lnTo>
                <a:lnTo>
                  <a:pt x="1577957" y="114113"/>
                </a:lnTo>
                <a:lnTo>
                  <a:pt x="1577731" y="114570"/>
                </a:lnTo>
                <a:lnTo>
                  <a:pt x="1577484" y="115020"/>
                </a:lnTo>
                <a:lnTo>
                  <a:pt x="1577215" y="115465"/>
                </a:lnTo>
                <a:lnTo>
                  <a:pt x="1576925" y="115903"/>
                </a:lnTo>
                <a:lnTo>
                  <a:pt x="1576613" y="116336"/>
                </a:lnTo>
                <a:lnTo>
                  <a:pt x="1576280" y="116762"/>
                </a:lnTo>
                <a:lnTo>
                  <a:pt x="1575925" y="117182"/>
                </a:lnTo>
                <a:lnTo>
                  <a:pt x="1575549" y="117596"/>
                </a:lnTo>
                <a:lnTo>
                  <a:pt x="1575151" y="118003"/>
                </a:lnTo>
                <a:lnTo>
                  <a:pt x="1574731" y="118405"/>
                </a:lnTo>
                <a:lnTo>
                  <a:pt x="1574291" y="118800"/>
                </a:lnTo>
                <a:lnTo>
                  <a:pt x="1573828" y="119190"/>
                </a:lnTo>
                <a:lnTo>
                  <a:pt x="1573344" y="119573"/>
                </a:lnTo>
                <a:lnTo>
                  <a:pt x="1572839" y="119950"/>
                </a:lnTo>
                <a:lnTo>
                  <a:pt x="1572321" y="120311"/>
                </a:lnTo>
                <a:lnTo>
                  <a:pt x="1571787" y="120656"/>
                </a:lnTo>
                <a:lnTo>
                  <a:pt x="1571239" y="120987"/>
                </a:lnTo>
                <a:lnTo>
                  <a:pt x="1570676" y="121301"/>
                </a:lnTo>
                <a:lnTo>
                  <a:pt x="1570098" y="121601"/>
                </a:lnTo>
                <a:lnTo>
                  <a:pt x="1569505" y="121885"/>
                </a:lnTo>
                <a:lnTo>
                  <a:pt x="1568897" y="122154"/>
                </a:lnTo>
                <a:lnTo>
                  <a:pt x="1568275" y="122407"/>
                </a:lnTo>
                <a:lnTo>
                  <a:pt x="1567637" y="122645"/>
                </a:lnTo>
                <a:lnTo>
                  <a:pt x="1566984" y="122868"/>
                </a:lnTo>
                <a:lnTo>
                  <a:pt x="1566317" y="123076"/>
                </a:lnTo>
                <a:lnTo>
                  <a:pt x="1565634" y="123268"/>
                </a:lnTo>
                <a:lnTo>
                  <a:pt x="1564937" y="123444"/>
                </a:lnTo>
                <a:lnTo>
                  <a:pt x="1564225" y="123606"/>
                </a:lnTo>
                <a:lnTo>
                  <a:pt x="1563497" y="123751"/>
                </a:lnTo>
                <a:lnTo>
                  <a:pt x="1562755" y="123882"/>
                </a:lnTo>
                <a:lnTo>
                  <a:pt x="1561998" y="123997"/>
                </a:lnTo>
                <a:lnTo>
                  <a:pt x="1561226" y="124097"/>
                </a:lnTo>
                <a:lnTo>
                  <a:pt x="1560439" y="124182"/>
                </a:lnTo>
                <a:lnTo>
                  <a:pt x="1559638" y="124251"/>
                </a:lnTo>
                <a:lnTo>
                  <a:pt x="1558821" y="124304"/>
                </a:lnTo>
                <a:lnTo>
                  <a:pt x="1557989" y="124343"/>
                </a:lnTo>
                <a:lnTo>
                  <a:pt x="1557143" y="124366"/>
                </a:lnTo>
                <a:lnTo>
                  <a:pt x="1556281" y="124374"/>
                </a:lnTo>
                <a:lnTo>
                  <a:pt x="1555523" y="124367"/>
                </a:lnTo>
                <a:lnTo>
                  <a:pt x="1554778" y="124346"/>
                </a:lnTo>
                <a:lnTo>
                  <a:pt x="1554044" y="124312"/>
                </a:lnTo>
                <a:lnTo>
                  <a:pt x="1553323" y="124265"/>
                </a:lnTo>
                <a:lnTo>
                  <a:pt x="1552614" y="124203"/>
                </a:lnTo>
                <a:lnTo>
                  <a:pt x="1551916" y="124129"/>
                </a:lnTo>
                <a:lnTo>
                  <a:pt x="1551231" y="124040"/>
                </a:lnTo>
                <a:lnTo>
                  <a:pt x="1550558" y="123938"/>
                </a:lnTo>
                <a:lnTo>
                  <a:pt x="1549897" y="123823"/>
                </a:lnTo>
                <a:lnTo>
                  <a:pt x="1549248" y="123693"/>
                </a:lnTo>
                <a:lnTo>
                  <a:pt x="1548611" y="123550"/>
                </a:lnTo>
                <a:lnTo>
                  <a:pt x="1547986" y="123394"/>
                </a:lnTo>
                <a:lnTo>
                  <a:pt x="1547373" y="123224"/>
                </a:lnTo>
                <a:lnTo>
                  <a:pt x="1546773" y="123040"/>
                </a:lnTo>
                <a:lnTo>
                  <a:pt x="1546184" y="122843"/>
                </a:lnTo>
                <a:lnTo>
                  <a:pt x="1545608" y="122632"/>
                </a:lnTo>
                <a:lnTo>
                  <a:pt x="1545043" y="122408"/>
                </a:lnTo>
                <a:lnTo>
                  <a:pt x="1544491" y="122170"/>
                </a:lnTo>
                <a:lnTo>
                  <a:pt x="1543950" y="121918"/>
                </a:lnTo>
                <a:lnTo>
                  <a:pt x="1543422" y="121653"/>
                </a:lnTo>
                <a:lnTo>
                  <a:pt x="1542906" y="121374"/>
                </a:lnTo>
                <a:lnTo>
                  <a:pt x="1542402" y="121081"/>
                </a:lnTo>
                <a:lnTo>
                  <a:pt x="1541909" y="120775"/>
                </a:lnTo>
                <a:lnTo>
                  <a:pt x="1541429" y="120455"/>
                </a:lnTo>
                <a:lnTo>
                  <a:pt x="1540967" y="120122"/>
                </a:lnTo>
                <a:lnTo>
                  <a:pt x="1540517" y="119775"/>
                </a:lnTo>
                <a:lnTo>
                  <a:pt x="1540080" y="119415"/>
                </a:lnTo>
                <a:lnTo>
                  <a:pt x="1539655" y="119040"/>
                </a:lnTo>
                <a:lnTo>
                  <a:pt x="1539242" y="118653"/>
                </a:lnTo>
                <a:lnTo>
                  <a:pt x="1538842" y="118251"/>
                </a:lnTo>
                <a:lnTo>
                  <a:pt x="1538455" y="117836"/>
                </a:lnTo>
                <a:lnTo>
                  <a:pt x="1538080" y="117408"/>
                </a:lnTo>
                <a:lnTo>
                  <a:pt x="1537718" y="116966"/>
                </a:lnTo>
                <a:lnTo>
                  <a:pt x="1537368" y="116510"/>
                </a:lnTo>
                <a:lnTo>
                  <a:pt x="1537030" y="116040"/>
                </a:lnTo>
                <a:lnTo>
                  <a:pt x="1536705" y="115557"/>
                </a:lnTo>
                <a:lnTo>
                  <a:pt x="1536393" y="115061"/>
                </a:lnTo>
                <a:lnTo>
                  <a:pt x="1536093" y="114551"/>
                </a:lnTo>
                <a:lnTo>
                  <a:pt x="1535806" y="114027"/>
                </a:lnTo>
                <a:lnTo>
                  <a:pt x="1535531" y="113489"/>
                </a:lnTo>
                <a:lnTo>
                  <a:pt x="1535269" y="112938"/>
                </a:lnTo>
                <a:lnTo>
                  <a:pt x="1535019" y="112374"/>
                </a:lnTo>
                <a:lnTo>
                  <a:pt x="1534781" y="111796"/>
                </a:lnTo>
                <a:lnTo>
                  <a:pt x="1534557" y="111204"/>
                </a:lnTo>
                <a:lnTo>
                  <a:pt x="1534344" y="110598"/>
                </a:lnTo>
                <a:lnTo>
                  <a:pt x="1534145" y="109979"/>
                </a:lnTo>
                <a:lnTo>
                  <a:pt x="1533957" y="109347"/>
                </a:lnTo>
                <a:lnTo>
                  <a:pt x="1533782" y="108700"/>
                </a:lnTo>
                <a:lnTo>
                  <a:pt x="1519626" y="112240"/>
                </a:lnTo>
                <a:lnTo>
                  <a:pt x="1519855" y="113261"/>
                </a:lnTo>
                <a:lnTo>
                  <a:pt x="1520108" y="114263"/>
                </a:lnTo>
                <a:lnTo>
                  <a:pt x="1520386" y="115243"/>
                </a:lnTo>
                <a:lnTo>
                  <a:pt x="1520688" y="116203"/>
                </a:lnTo>
                <a:lnTo>
                  <a:pt x="1521016" y="117143"/>
                </a:lnTo>
                <a:lnTo>
                  <a:pt x="1521368" y="118062"/>
                </a:lnTo>
                <a:lnTo>
                  <a:pt x="1521745" y="118960"/>
                </a:lnTo>
                <a:lnTo>
                  <a:pt x="1522147" y="119837"/>
                </a:lnTo>
                <a:lnTo>
                  <a:pt x="1522574" y="120694"/>
                </a:lnTo>
                <a:lnTo>
                  <a:pt x="1523025" y="121531"/>
                </a:lnTo>
                <a:lnTo>
                  <a:pt x="1523502" y="122346"/>
                </a:lnTo>
                <a:lnTo>
                  <a:pt x="1524003" y="123141"/>
                </a:lnTo>
                <a:lnTo>
                  <a:pt x="1524529" y="123916"/>
                </a:lnTo>
                <a:lnTo>
                  <a:pt x="1525079" y="124669"/>
                </a:lnTo>
                <a:lnTo>
                  <a:pt x="1525655" y="125402"/>
                </a:lnTo>
                <a:lnTo>
                  <a:pt x="1526255" y="126115"/>
                </a:lnTo>
                <a:lnTo>
                  <a:pt x="1526880" y="126807"/>
                </a:lnTo>
                <a:lnTo>
                  <a:pt x="1527530" y="127478"/>
                </a:lnTo>
                <a:lnTo>
                  <a:pt x="1528205" y="128129"/>
                </a:lnTo>
                <a:lnTo>
                  <a:pt x="1528904" y="128759"/>
                </a:lnTo>
                <a:lnTo>
                  <a:pt x="1529628" y="129368"/>
                </a:lnTo>
                <a:lnTo>
                  <a:pt x="1530377" y="129957"/>
                </a:lnTo>
                <a:lnTo>
                  <a:pt x="1531151" y="130525"/>
                </a:lnTo>
                <a:lnTo>
                  <a:pt x="1531950" y="131073"/>
                </a:lnTo>
                <a:lnTo>
                  <a:pt x="1532770" y="131598"/>
                </a:lnTo>
                <a:lnTo>
                  <a:pt x="1533607" y="132102"/>
                </a:lnTo>
                <a:lnTo>
                  <a:pt x="1534463" y="132583"/>
                </a:lnTo>
                <a:lnTo>
                  <a:pt x="1535336" y="133042"/>
                </a:lnTo>
                <a:lnTo>
                  <a:pt x="1536227" y="133479"/>
                </a:lnTo>
                <a:lnTo>
                  <a:pt x="1537136" y="133893"/>
                </a:lnTo>
                <a:lnTo>
                  <a:pt x="1538063" y="134284"/>
                </a:lnTo>
                <a:lnTo>
                  <a:pt x="1539007" y="134654"/>
                </a:lnTo>
                <a:lnTo>
                  <a:pt x="1539969" y="135001"/>
                </a:lnTo>
                <a:lnTo>
                  <a:pt x="1540949" y="135325"/>
                </a:lnTo>
                <a:lnTo>
                  <a:pt x="1541947" y="135627"/>
                </a:lnTo>
                <a:lnTo>
                  <a:pt x="1542962" y="135907"/>
                </a:lnTo>
                <a:lnTo>
                  <a:pt x="1543995" y="136165"/>
                </a:lnTo>
                <a:lnTo>
                  <a:pt x="1545046" y="136400"/>
                </a:lnTo>
                <a:lnTo>
                  <a:pt x="1546115" y="136612"/>
                </a:lnTo>
                <a:lnTo>
                  <a:pt x="1547202" y="136802"/>
                </a:lnTo>
                <a:lnTo>
                  <a:pt x="1548306" y="136970"/>
                </a:lnTo>
                <a:lnTo>
                  <a:pt x="1549428" y="137116"/>
                </a:lnTo>
                <a:lnTo>
                  <a:pt x="1550568" y="137239"/>
                </a:lnTo>
                <a:lnTo>
                  <a:pt x="1551726" y="137340"/>
                </a:lnTo>
                <a:lnTo>
                  <a:pt x="1552901" y="137418"/>
                </a:lnTo>
                <a:lnTo>
                  <a:pt x="1554094" y="137474"/>
                </a:lnTo>
                <a:lnTo>
                  <a:pt x="1555305" y="137508"/>
                </a:lnTo>
                <a:lnTo>
                  <a:pt x="1556534" y="137519"/>
                </a:lnTo>
                <a:lnTo>
                  <a:pt x="1557472" y="137512"/>
                </a:lnTo>
                <a:lnTo>
                  <a:pt x="1558400" y="137492"/>
                </a:lnTo>
                <a:lnTo>
                  <a:pt x="1559318" y="137459"/>
                </a:lnTo>
                <a:lnTo>
                  <a:pt x="1560227" y="137413"/>
                </a:lnTo>
                <a:lnTo>
                  <a:pt x="1561127" y="137354"/>
                </a:lnTo>
                <a:lnTo>
                  <a:pt x="1562016" y="137282"/>
                </a:lnTo>
                <a:lnTo>
                  <a:pt x="1562896" y="137196"/>
                </a:lnTo>
                <a:lnTo>
                  <a:pt x="1563766" y="137097"/>
                </a:lnTo>
                <a:lnTo>
                  <a:pt x="1564627" y="136985"/>
                </a:lnTo>
                <a:lnTo>
                  <a:pt x="1565478" y="136860"/>
                </a:lnTo>
                <a:lnTo>
                  <a:pt x="1566319" y="136722"/>
                </a:lnTo>
                <a:lnTo>
                  <a:pt x="1567151" y="136571"/>
                </a:lnTo>
                <a:lnTo>
                  <a:pt x="1567973" y="136406"/>
                </a:lnTo>
                <a:lnTo>
                  <a:pt x="1568785" y="136228"/>
                </a:lnTo>
                <a:lnTo>
                  <a:pt x="1569588" y="136038"/>
                </a:lnTo>
                <a:lnTo>
                  <a:pt x="1570381" y="135833"/>
                </a:lnTo>
                <a:lnTo>
                  <a:pt x="1571164" y="135616"/>
                </a:lnTo>
                <a:lnTo>
                  <a:pt x="1571938" y="135386"/>
                </a:lnTo>
                <a:lnTo>
                  <a:pt x="1572702" y="135142"/>
                </a:lnTo>
                <a:lnTo>
                  <a:pt x="1573457" y="134885"/>
                </a:lnTo>
                <a:lnTo>
                  <a:pt x="1574202" y="134616"/>
                </a:lnTo>
                <a:lnTo>
                  <a:pt x="1574937" y="134332"/>
                </a:lnTo>
                <a:lnTo>
                  <a:pt x="1575662" y="134036"/>
                </a:lnTo>
                <a:lnTo>
                  <a:pt x="1576378" y="133727"/>
                </a:lnTo>
                <a:lnTo>
                  <a:pt x="1577082" y="133406"/>
                </a:lnTo>
                <a:lnTo>
                  <a:pt x="1577774" y="133076"/>
                </a:lnTo>
                <a:lnTo>
                  <a:pt x="1578452" y="132735"/>
                </a:lnTo>
                <a:lnTo>
                  <a:pt x="1579117" y="132386"/>
                </a:lnTo>
                <a:lnTo>
                  <a:pt x="1579768" y="132026"/>
                </a:lnTo>
                <a:lnTo>
                  <a:pt x="1580407" y="131657"/>
                </a:lnTo>
                <a:lnTo>
                  <a:pt x="1581032" y="131278"/>
                </a:lnTo>
                <a:lnTo>
                  <a:pt x="1581644" y="130890"/>
                </a:lnTo>
                <a:lnTo>
                  <a:pt x="1582243" y="130492"/>
                </a:lnTo>
                <a:lnTo>
                  <a:pt x="1582829" y="130084"/>
                </a:lnTo>
                <a:lnTo>
                  <a:pt x="1583402" y="129667"/>
                </a:lnTo>
                <a:lnTo>
                  <a:pt x="1583962" y="129240"/>
                </a:lnTo>
                <a:lnTo>
                  <a:pt x="1584508" y="128803"/>
                </a:lnTo>
                <a:lnTo>
                  <a:pt x="1585041" y="128357"/>
                </a:lnTo>
                <a:lnTo>
                  <a:pt x="1585561" y="127901"/>
                </a:lnTo>
                <a:lnTo>
                  <a:pt x="1586068" y="127435"/>
                </a:lnTo>
                <a:lnTo>
                  <a:pt x="1586562" y="126960"/>
                </a:lnTo>
                <a:lnTo>
                  <a:pt x="1587043" y="126475"/>
                </a:lnTo>
                <a:lnTo>
                  <a:pt x="1587510" y="125980"/>
                </a:lnTo>
                <a:lnTo>
                  <a:pt x="1587964" y="125476"/>
                </a:lnTo>
                <a:lnTo>
                  <a:pt x="1588405" y="124962"/>
                </a:lnTo>
                <a:lnTo>
                  <a:pt x="1588833" y="124439"/>
                </a:lnTo>
                <a:lnTo>
                  <a:pt x="1589248" y="123905"/>
                </a:lnTo>
                <a:lnTo>
                  <a:pt x="1589650" y="123362"/>
                </a:lnTo>
                <a:lnTo>
                  <a:pt x="1590041" y="122812"/>
                </a:lnTo>
                <a:lnTo>
                  <a:pt x="1590417" y="122255"/>
                </a:lnTo>
                <a:lnTo>
                  <a:pt x="1590775" y="121692"/>
                </a:lnTo>
                <a:lnTo>
                  <a:pt x="1591117" y="121122"/>
                </a:lnTo>
                <a:lnTo>
                  <a:pt x="1591442" y="120547"/>
                </a:lnTo>
                <a:lnTo>
                  <a:pt x="1591751" y="119965"/>
                </a:lnTo>
                <a:lnTo>
                  <a:pt x="1592043" y="119378"/>
                </a:lnTo>
                <a:lnTo>
                  <a:pt x="1592318" y="118784"/>
                </a:lnTo>
                <a:lnTo>
                  <a:pt x="1592576" y="118184"/>
                </a:lnTo>
                <a:lnTo>
                  <a:pt x="1592818" y="117578"/>
                </a:lnTo>
                <a:lnTo>
                  <a:pt x="1593043" y="116966"/>
                </a:lnTo>
                <a:lnTo>
                  <a:pt x="1593252" y="116347"/>
                </a:lnTo>
                <a:lnTo>
                  <a:pt x="1593444" y="115723"/>
                </a:lnTo>
                <a:lnTo>
                  <a:pt x="1593619" y="115092"/>
                </a:lnTo>
                <a:lnTo>
                  <a:pt x="1593777" y="114455"/>
                </a:lnTo>
                <a:lnTo>
                  <a:pt x="1593919" y="113812"/>
                </a:lnTo>
                <a:lnTo>
                  <a:pt x="1594044" y="113163"/>
                </a:lnTo>
                <a:lnTo>
                  <a:pt x="1594152" y="112508"/>
                </a:lnTo>
                <a:lnTo>
                  <a:pt x="1594244" y="111847"/>
                </a:lnTo>
                <a:lnTo>
                  <a:pt x="1594319" y="111179"/>
                </a:lnTo>
                <a:lnTo>
                  <a:pt x="1594377" y="110506"/>
                </a:lnTo>
                <a:lnTo>
                  <a:pt x="1594419" y="109826"/>
                </a:lnTo>
                <a:lnTo>
                  <a:pt x="1594444" y="109140"/>
                </a:lnTo>
                <a:lnTo>
                  <a:pt x="1594452" y="108448"/>
                </a:lnTo>
                <a:lnTo>
                  <a:pt x="1594441" y="107606"/>
                </a:lnTo>
                <a:lnTo>
                  <a:pt x="1594408" y="106778"/>
                </a:lnTo>
                <a:lnTo>
                  <a:pt x="1594353" y="105962"/>
                </a:lnTo>
                <a:lnTo>
                  <a:pt x="1594275" y="105160"/>
                </a:lnTo>
                <a:lnTo>
                  <a:pt x="1594175" y="104370"/>
                </a:lnTo>
                <a:lnTo>
                  <a:pt x="1594054" y="103593"/>
                </a:lnTo>
                <a:lnTo>
                  <a:pt x="1593909" y="102830"/>
                </a:lnTo>
                <a:lnTo>
                  <a:pt x="1593743" y="102079"/>
                </a:lnTo>
                <a:lnTo>
                  <a:pt x="1593555" y="101341"/>
                </a:lnTo>
                <a:lnTo>
                  <a:pt x="1593344" y="100616"/>
                </a:lnTo>
                <a:lnTo>
                  <a:pt x="1593112" y="99904"/>
                </a:lnTo>
                <a:lnTo>
                  <a:pt x="1592857" y="99205"/>
                </a:lnTo>
                <a:lnTo>
                  <a:pt x="1592580" y="98519"/>
                </a:lnTo>
                <a:lnTo>
                  <a:pt x="1592281" y="97846"/>
                </a:lnTo>
                <a:lnTo>
                  <a:pt x="1591959" y="97186"/>
                </a:lnTo>
                <a:lnTo>
                  <a:pt x="1591616" y="96538"/>
                </a:lnTo>
                <a:lnTo>
                  <a:pt x="1591250" y="95904"/>
                </a:lnTo>
                <a:lnTo>
                  <a:pt x="1590862" y="95283"/>
                </a:lnTo>
                <a:lnTo>
                  <a:pt x="1590452" y="94674"/>
                </a:lnTo>
                <a:lnTo>
                  <a:pt x="1590020" y="94079"/>
                </a:lnTo>
                <a:lnTo>
                  <a:pt x="1589566" y="93496"/>
                </a:lnTo>
                <a:lnTo>
                  <a:pt x="1589089" y="92927"/>
                </a:lnTo>
                <a:lnTo>
                  <a:pt x="1588590" y="92370"/>
                </a:lnTo>
                <a:lnTo>
                  <a:pt x="1588070" y="91827"/>
                </a:lnTo>
                <a:lnTo>
                  <a:pt x="1587526" y="91290"/>
                </a:lnTo>
                <a:lnTo>
                  <a:pt x="1586960" y="90765"/>
                </a:lnTo>
                <a:lnTo>
                  <a:pt x="1586370" y="90252"/>
                </a:lnTo>
                <a:lnTo>
                  <a:pt x="1585758" y="89750"/>
                </a:lnTo>
                <a:lnTo>
                  <a:pt x="1585122" y="89260"/>
                </a:lnTo>
                <a:lnTo>
                  <a:pt x="1584463" y="88781"/>
                </a:lnTo>
                <a:lnTo>
                  <a:pt x="1583782" y="88314"/>
                </a:lnTo>
                <a:lnTo>
                  <a:pt x="1583077" y="87859"/>
                </a:lnTo>
                <a:lnTo>
                  <a:pt x="1582349" y="87416"/>
                </a:lnTo>
                <a:lnTo>
                  <a:pt x="1581598" y="86984"/>
                </a:lnTo>
                <a:lnTo>
                  <a:pt x="1580825" y="86563"/>
                </a:lnTo>
                <a:lnTo>
                  <a:pt x="1580028" y="86155"/>
                </a:lnTo>
                <a:lnTo>
                  <a:pt x="1579208" y="85758"/>
                </a:lnTo>
                <a:lnTo>
                  <a:pt x="1578365" y="85372"/>
                </a:lnTo>
                <a:lnTo>
                  <a:pt x="1577499" y="84998"/>
                </a:lnTo>
                <a:lnTo>
                  <a:pt x="1576610" y="84636"/>
                </a:lnTo>
                <a:lnTo>
                  <a:pt x="1575698" y="84286"/>
                </a:lnTo>
                <a:lnTo>
                  <a:pt x="1574762" y="83947"/>
                </a:lnTo>
                <a:lnTo>
                  <a:pt x="1573804" y="83619"/>
                </a:lnTo>
                <a:lnTo>
                  <a:pt x="1572823" y="83304"/>
                </a:lnTo>
                <a:lnTo>
                  <a:pt x="1571819" y="83000"/>
                </a:lnTo>
                <a:lnTo>
                  <a:pt x="1570792" y="82707"/>
                </a:lnTo>
                <a:lnTo>
                  <a:pt x="1569741" y="82426"/>
                </a:lnTo>
                <a:lnTo>
                  <a:pt x="1568668" y="82157"/>
                </a:lnTo>
                <a:lnTo>
                  <a:pt x="1554259" y="78618"/>
                </a:lnTo>
                <a:lnTo>
                  <a:pt x="1553550" y="78437"/>
                </a:lnTo>
                <a:lnTo>
                  <a:pt x="1552858" y="78253"/>
                </a:lnTo>
                <a:lnTo>
                  <a:pt x="1552181" y="78064"/>
                </a:lnTo>
                <a:lnTo>
                  <a:pt x="1551520" y="77872"/>
                </a:lnTo>
                <a:lnTo>
                  <a:pt x="1550875" y="77676"/>
                </a:lnTo>
                <a:lnTo>
                  <a:pt x="1550246" y="77477"/>
                </a:lnTo>
                <a:lnTo>
                  <a:pt x="1549632" y="77273"/>
                </a:lnTo>
                <a:lnTo>
                  <a:pt x="1549034" y="77066"/>
                </a:lnTo>
                <a:lnTo>
                  <a:pt x="1548452" y="76856"/>
                </a:lnTo>
                <a:lnTo>
                  <a:pt x="1547886" y="76641"/>
                </a:lnTo>
                <a:lnTo>
                  <a:pt x="1547336" y="76423"/>
                </a:lnTo>
                <a:lnTo>
                  <a:pt x="1546801" y="76201"/>
                </a:lnTo>
                <a:lnTo>
                  <a:pt x="1546283" y="75975"/>
                </a:lnTo>
                <a:lnTo>
                  <a:pt x="1545780" y="75746"/>
                </a:lnTo>
                <a:lnTo>
                  <a:pt x="1545292" y="75513"/>
                </a:lnTo>
                <a:lnTo>
                  <a:pt x="1544821" y="75276"/>
                </a:lnTo>
                <a:lnTo>
                  <a:pt x="1544366" y="75035"/>
                </a:lnTo>
                <a:lnTo>
                  <a:pt x="1543926" y="74791"/>
                </a:lnTo>
                <a:lnTo>
                  <a:pt x="1543502" y="74543"/>
                </a:lnTo>
                <a:lnTo>
                  <a:pt x="1543094" y="74291"/>
                </a:lnTo>
                <a:lnTo>
                  <a:pt x="1542701" y="74035"/>
                </a:lnTo>
                <a:lnTo>
                  <a:pt x="1542325" y="73776"/>
                </a:lnTo>
                <a:lnTo>
                  <a:pt x="1541964" y="73513"/>
                </a:lnTo>
                <a:lnTo>
                  <a:pt x="1541619" y="73246"/>
                </a:lnTo>
                <a:lnTo>
                  <a:pt x="1541289" y="72974"/>
                </a:lnTo>
                <a:lnTo>
                  <a:pt x="1540973" y="72693"/>
                </a:lnTo>
                <a:lnTo>
                  <a:pt x="1540671" y="72404"/>
                </a:lnTo>
                <a:lnTo>
                  <a:pt x="1540383" y="72107"/>
                </a:lnTo>
                <a:lnTo>
                  <a:pt x="1540109" y="71802"/>
                </a:lnTo>
                <a:lnTo>
                  <a:pt x="1539849" y="71489"/>
                </a:lnTo>
                <a:lnTo>
                  <a:pt x="1539604" y="71167"/>
                </a:lnTo>
                <a:lnTo>
                  <a:pt x="1539372" y="70838"/>
                </a:lnTo>
                <a:lnTo>
                  <a:pt x="1539154" y="70500"/>
                </a:lnTo>
                <a:lnTo>
                  <a:pt x="1538951" y="70155"/>
                </a:lnTo>
                <a:lnTo>
                  <a:pt x="1538761" y="69801"/>
                </a:lnTo>
                <a:lnTo>
                  <a:pt x="1538586" y="69439"/>
                </a:lnTo>
                <a:lnTo>
                  <a:pt x="1538424" y="69069"/>
                </a:lnTo>
                <a:lnTo>
                  <a:pt x="1538277" y="68690"/>
                </a:lnTo>
                <a:lnTo>
                  <a:pt x="1538143" y="68304"/>
                </a:lnTo>
                <a:lnTo>
                  <a:pt x="1538024" y="67910"/>
                </a:lnTo>
                <a:lnTo>
                  <a:pt x="1537918" y="67507"/>
                </a:lnTo>
                <a:lnTo>
                  <a:pt x="1537827" y="67096"/>
                </a:lnTo>
                <a:lnTo>
                  <a:pt x="1537750" y="66678"/>
                </a:lnTo>
                <a:lnTo>
                  <a:pt x="1537687" y="66251"/>
                </a:lnTo>
                <a:lnTo>
                  <a:pt x="1537638" y="65816"/>
                </a:lnTo>
                <a:lnTo>
                  <a:pt x="1537602" y="65373"/>
                </a:lnTo>
                <a:lnTo>
                  <a:pt x="1537581" y="64921"/>
                </a:lnTo>
                <a:lnTo>
                  <a:pt x="1537574" y="64462"/>
                </a:lnTo>
                <a:lnTo>
                  <a:pt x="1537585" y="63944"/>
                </a:lnTo>
                <a:lnTo>
                  <a:pt x="1537615" y="63434"/>
                </a:lnTo>
                <a:lnTo>
                  <a:pt x="1537666" y="62932"/>
                </a:lnTo>
                <a:lnTo>
                  <a:pt x="1537738" y="62438"/>
                </a:lnTo>
                <a:lnTo>
                  <a:pt x="1537829" y="61951"/>
                </a:lnTo>
                <a:lnTo>
                  <a:pt x="1537942" y="61472"/>
                </a:lnTo>
                <a:lnTo>
                  <a:pt x="1538074" y="61000"/>
                </a:lnTo>
                <a:lnTo>
                  <a:pt x="1538227" y="60537"/>
                </a:lnTo>
                <a:lnTo>
                  <a:pt x="1538401" y="60080"/>
                </a:lnTo>
                <a:lnTo>
                  <a:pt x="1538595" y="59632"/>
                </a:lnTo>
                <a:lnTo>
                  <a:pt x="1538809" y="59191"/>
                </a:lnTo>
                <a:lnTo>
                  <a:pt x="1539044" y="58758"/>
                </a:lnTo>
                <a:lnTo>
                  <a:pt x="1539299" y="58333"/>
                </a:lnTo>
                <a:lnTo>
                  <a:pt x="1539574" y="57915"/>
                </a:lnTo>
                <a:lnTo>
                  <a:pt x="1539870" y="57505"/>
                </a:lnTo>
                <a:lnTo>
                  <a:pt x="1540187" y="57103"/>
                </a:lnTo>
                <a:lnTo>
                  <a:pt x="1540523" y="56708"/>
                </a:lnTo>
                <a:lnTo>
                  <a:pt x="1540880" y="56321"/>
                </a:lnTo>
                <a:lnTo>
                  <a:pt x="1541258" y="55942"/>
                </a:lnTo>
                <a:lnTo>
                  <a:pt x="1541656" y="55570"/>
                </a:lnTo>
                <a:lnTo>
                  <a:pt x="1542074" y="55206"/>
                </a:lnTo>
                <a:lnTo>
                  <a:pt x="1542513" y="54850"/>
                </a:lnTo>
                <a:lnTo>
                  <a:pt x="1542972" y="54502"/>
                </a:lnTo>
                <a:lnTo>
                  <a:pt x="1543452" y="54161"/>
                </a:lnTo>
                <a:lnTo>
                  <a:pt x="1543952" y="53825"/>
                </a:lnTo>
                <a:lnTo>
                  <a:pt x="1544463" y="53505"/>
                </a:lnTo>
                <a:lnTo>
                  <a:pt x="1544983" y="53198"/>
                </a:lnTo>
                <a:lnTo>
                  <a:pt x="1545515" y="52905"/>
                </a:lnTo>
                <a:lnTo>
                  <a:pt x="1546056" y="52627"/>
                </a:lnTo>
                <a:lnTo>
                  <a:pt x="1546608" y="52363"/>
                </a:lnTo>
                <a:lnTo>
                  <a:pt x="1547170" y="52114"/>
                </a:lnTo>
                <a:lnTo>
                  <a:pt x="1547742" y="51878"/>
                </a:lnTo>
                <a:lnTo>
                  <a:pt x="1548325" y="51657"/>
                </a:lnTo>
                <a:lnTo>
                  <a:pt x="1548918" y="51451"/>
                </a:lnTo>
                <a:lnTo>
                  <a:pt x="1549521" y="51258"/>
                </a:lnTo>
                <a:lnTo>
                  <a:pt x="1550135" y="51080"/>
                </a:lnTo>
                <a:lnTo>
                  <a:pt x="1550759" y="50916"/>
                </a:lnTo>
                <a:lnTo>
                  <a:pt x="1551393" y="50766"/>
                </a:lnTo>
                <a:lnTo>
                  <a:pt x="1552038" y="50630"/>
                </a:lnTo>
                <a:lnTo>
                  <a:pt x="1552693" y="50509"/>
                </a:lnTo>
                <a:lnTo>
                  <a:pt x="1553358" y="50402"/>
                </a:lnTo>
                <a:lnTo>
                  <a:pt x="1554033" y="50310"/>
                </a:lnTo>
                <a:lnTo>
                  <a:pt x="1554719" y="50231"/>
                </a:lnTo>
                <a:lnTo>
                  <a:pt x="1555415" y="50167"/>
                </a:lnTo>
                <a:lnTo>
                  <a:pt x="1556122" y="50117"/>
                </a:lnTo>
                <a:lnTo>
                  <a:pt x="1556839" y="50081"/>
                </a:lnTo>
                <a:lnTo>
                  <a:pt x="1557566" y="50060"/>
                </a:lnTo>
                <a:lnTo>
                  <a:pt x="1558303" y="50053"/>
                </a:lnTo>
                <a:lnTo>
                  <a:pt x="1558842" y="50056"/>
                </a:lnTo>
                <a:lnTo>
                  <a:pt x="1559372" y="50067"/>
                </a:lnTo>
                <a:lnTo>
                  <a:pt x="1559894" y="50085"/>
                </a:lnTo>
                <a:lnTo>
                  <a:pt x="1560408" y="50111"/>
                </a:lnTo>
                <a:lnTo>
                  <a:pt x="1560914" y="50143"/>
                </a:lnTo>
                <a:lnTo>
                  <a:pt x="1561412" y="50183"/>
                </a:lnTo>
                <a:lnTo>
                  <a:pt x="1561902" y="50230"/>
                </a:lnTo>
                <a:lnTo>
                  <a:pt x="1562383" y="50284"/>
                </a:lnTo>
                <a:lnTo>
                  <a:pt x="1562857" y="50346"/>
                </a:lnTo>
                <a:lnTo>
                  <a:pt x="1563322" y="50415"/>
                </a:lnTo>
                <a:lnTo>
                  <a:pt x="1563779" y="50491"/>
                </a:lnTo>
                <a:lnTo>
                  <a:pt x="1564228" y="50574"/>
                </a:lnTo>
                <a:lnTo>
                  <a:pt x="1564669" y="50665"/>
                </a:lnTo>
                <a:lnTo>
                  <a:pt x="1565102" y="50762"/>
                </a:lnTo>
                <a:lnTo>
                  <a:pt x="1565527" y="50867"/>
                </a:lnTo>
                <a:lnTo>
                  <a:pt x="1565943" y="50980"/>
                </a:lnTo>
                <a:lnTo>
                  <a:pt x="1566352" y="51099"/>
                </a:lnTo>
                <a:lnTo>
                  <a:pt x="1566752" y="51226"/>
                </a:lnTo>
                <a:lnTo>
                  <a:pt x="1567144" y="51360"/>
                </a:lnTo>
                <a:lnTo>
                  <a:pt x="1567528" y="51501"/>
                </a:lnTo>
                <a:lnTo>
                  <a:pt x="1567905" y="51650"/>
                </a:lnTo>
                <a:lnTo>
                  <a:pt x="1568272" y="51805"/>
                </a:lnTo>
                <a:lnTo>
                  <a:pt x="1568632" y="51968"/>
                </a:lnTo>
                <a:lnTo>
                  <a:pt x="1568984" y="52138"/>
                </a:lnTo>
                <a:lnTo>
                  <a:pt x="1569328" y="52314"/>
                </a:lnTo>
                <a:lnTo>
                  <a:pt x="1569667" y="52494"/>
                </a:lnTo>
                <a:lnTo>
                  <a:pt x="1569999" y="52677"/>
                </a:lnTo>
                <a:lnTo>
                  <a:pt x="1570325" y="52865"/>
                </a:lnTo>
                <a:lnTo>
                  <a:pt x="1570645" y="53057"/>
                </a:lnTo>
                <a:lnTo>
                  <a:pt x="1570959" y="53252"/>
                </a:lnTo>
                <a:lnTo>
                  <a:pt x="1571266" y="53452"/>
                </a:lnTo>
                <a:lnTo>
                  <a:pt x="1571568" y="53655"/>
                </a:lnTo>
                <a:lnTo>
                  <a:pt x="1571863" y="53862"/>
                </a:lnTo>
                <a:lnTo>
                  <a:pt x="1572152" y="54074"/>
                </a:lnTo>
                <a:lnTo>
                  <a:pt x="1572436" y="54289"/>
                </a:lnTo>
                <a:lnTo>
                  <a:pt x="1572712" y="54508"/>
                </a:lnTo>
                <a:lnTo>
                  <a:pt x="1572983" y="54731"/>
                </a:lnTo>
                <a:lnTo>
                  <a:pt x="1573248" y="54959"/>
                </a:lnTo>
                <a:lnTo>
                  <a:pt x="1573506" y="55190"/>
                </a:lnTo>
                <a:lnTo>
                  <a:pt x="1573759" y="55425"/>
                </a:lnTo>
                <a:lnTo>
                  <a:pt x="1574005" y="55664"/>
                </a:lnTo>
                <a:lnTo>
                  <a:pt x="1574245" y="55906"/>
                </a:lnTo>
                <a:lnTo>
                  <a:pt x="1574479" y="56153"/>
                </a:lnTo>
                <a:lnTo>
                  <a:pt x="1574707" y="56404"/>
                </a:lnTo>
                <a:lnTo>
                  <a:pt x="1574928" y="56659"/>
                </a:lnTo>
                <a:lnTo>
                  <a:pt x="1575144" y="56918"/>
                </a:lnTo>
                <a:lnTo>
                  <a:pt x="1575353" y="57180"/>
                </a:lnTo>
                <a:lnTo>
                  <a:pt x="1575556" y="57447"/>
                </a:lnTo>
                <a:lnTo>
                  <a:pt x="1575760" y="57711"/>
                </a:lnTo>
                <a:lnTo>
                  <a:pt x="1575959" y="57975"/>
                </a:lnTo>
                <a:lnTo>
                  <a:pt x="1576154" y="58240"/>
                </a:lnTo>
                <a:lnTo>
                  <a:pt x="1576345" y="58505"/>
                </a:lnTo>
                <a:lnTo>
                  <a:pt x="1576531" y="58772"/>
                </a:lnTo>
                <a:lnTo>
                  <a:pt x="1576714" y="59039"/>
                </a:lnTo>
                <a:lnTo>
                  <a:pt x="1576892" y="59306"/>
                </a:lnTo>
                <a:lnTo>
                  <a:pt x="1577066" y="59575"/>
                </a:lnTo>
                <a:lnTo>
                  <a:pt x="1577236" y="59844"/>
                </a:lnTo>
                <a:lnTo>
                  <a:pt x="1577402" y="60113"/>
                </a:lnTo>
                <a:lnTo>
                  <a:pt x="1577563" y="60383"/>
                </a:lnTo>
                <a:lnTo>
                  <a:pt x="1577721" y="60654"/>
                </a:lnTo>
                <a:lnTo>
                  <a:pt x="1577874" y="60926"/>
                </a:lnTo>
                <a:lnTo>
                  <a:pt x="1578023" y="61198"/>
                </a:lnTo>
                <a:lnTo>
                  <a:pt x="1578168" y="61471"/>
                </a:lnTo>
                <a:lnTo>
                  <a:pt x="1578309" y="61744"/>
                </a:lnTo>
                <a:lnTo>
                  <a:pt x="1578446" y="62019"/>
                </a:lnTo>
                <a:lnTo>
                  <a:pt x="1578578" y="62293"/>
                </a:lnTo>
                <a:lnTo>
                  <a:pt x="1578706" y="62569"/>
                </a:lnTo>
                <a:lnTo>
                  <a:pt x="1578830" y="62845"/>
                </a:lnTo>
                <a:lnTo>
                  <a:pt x="1578950" y="63122"/>
                </a:lnTo>
                <a:lnTo>
                  <a:pt x="1579066" y="63399"/>
                </a:lnTo>
                <a:lnTo>
                  <a:pt x="1579178" y="63678"/>
                </a:lnTo>
                <a:lnTo>
                  <a:pt x="1579285" y="63956"/>
                </a:lnTo>
                <a:lnTo>
                  <a:pt x="1592683" y="60164"/>
                </a:lnTo>
                <a:lnTo>
                  <a:pt x="1592385" y="59308"/>
                </a:lnTo>
                <a:lnTo>
                  <a:pt x="1592070" y="58465"/>
                </a:lnTo>
                <a:lnTo>
                  <a:pt x="1591739" y="57637"/>
                </a:lnTo>
                <a:lnTo>
                  <a:pt x="1591391" y="56822"/>
                </a:lnTo>
                <a:lnTo>
                  <a:pt x="1591026" y="56021"/>
                </a:lnTo>
                <a:lnTo>
                  <a:pt x="1590645" y="55235"/>
                </a:lnTo>
                <a:lnTo>
                  <a:pt x="1590247" y="54463"/>
                </a:lnTo>
                <a:close/>
                <a:moveTo>
                  <a:pt x="1501079" y="80221"/>
                </a:moveTo>
                <a:lnTo>
                  <a:pt x="1501010" y="79171"/>
                </a:lnTo>
                <a:lnTo>
                  <a:pt x="1500929" y="78136"/>
                </a:lnTo>
                <a:lnTo>
                  <a:pt x="1500835" y="77116"/>
                </a:lnTo>
                <a:lnTo>
                  <a:pt x="1500729" y="76110"/>
                </a:lnTo>
                <a:lnTo>
                  <a:pt x="1500610" y="75120"/>
                </a:lnTo>
                <a:lnTo>
                  <a:pt x="1500479" y="74144"/>
                </a:lnTo>
                <a:lnTo>
                  <a:pt x="1500335" y="73183"/>
                </a:lnTo>
                <a:lnTo>
                  <a:pt x="1500179" y="72237"/>
                </a:lnTo>
                <a:lnTo>
                  <a:pt x="1500010" y="71307"/>
                </a:lnTo>
                <a:lnTo>
                  <a:pt x="1499828" y="70391"/>
                </a:lnTo>
                <a:lnTo>
                  <a:pt x="1499635" y="69490"/>
                </a:lnTo>
                <a:lnTo>
                  <a:pt x="1499428" y="68604"/>
                </a:lnTo>
                <a:lnTo>
                  <a:pt x="1499209" y="67732"/>
                </a:lnTo>
                <a:lnTo>
                  <a:pt x="1498978" y="66876"/>
                </a:lnTo>
                <a:lnTo>
                  <a:pt x="1498734" y="66035"/>
                </a:lnTo>
                <a:lnTo>
                  <a:pt x="1498478" y="65208"/>
                </a:lnTo>
                <a:lnTo>
                  <a:pt x="1498209" y="64397"/>
                </a:lnTo>
                <a:lnTo>
                  <a:pt x="1497927" y="63600"/>
                </a:lnTo>
                <a:lnTo>
                  <a:pt x="1497633" y="62819"/>
                </a:lnTo>
                <a:lnTo>
                  <a:pt x="1497329" y="62051"/>
                </a:lnTo>
                <a:lnTo>
                  <a:pt x="1497016" y="61296"/>
                </a:lnTo>
                <a:lnTo>
                  <a:pt x="1496694" y="60553"/>
                </a:lnTo>
                <a:lnTo>
                  <a:pt x="1496364" y="59824"/>
                </a:lnTo>
                <a:lnTo>
                  <a:pt x="1496025" y="59107"/>
                </a:lnTo>
                <a:lnTo>
                  <a:pt x="1495678" y="58403"/>
                </a:lnTo>
                <a:lnTo>
                  <a:pt x="1495322" y="57711"/>
                </a:lnTo>
                <a:lnTo>
                  <a:pt x="1494958" y="57033"/>
                </a:lnTo>
                <a:lnTo>
                  <a:pt x="1494585" y="56367"/>
                </a:lnTo>
                <a:lnTo>
                  <a:pt x="1494204" y="55713"/>
                </a:lnTo>
                <a:lnTo>
                  <a:pt x="1493813" y="55073"/>
                </a:lnTo>
                <a:lnTo>
                  <a:pt x="1493415" y="54445"/>
                </a:lnTo>
                <a:lnTo>
                  <a:pt x="1493008" y="53830"/>
                </a:lnTo>
                <a:lnTo>
                  <a:pt x="1492592" y="53228"/>
                </a:lnTo>
                <a:lnTo>
                  <a:pt x="1492168" y="52638"/>
                </a:lnTo>
                <a:lnTo>
                  <a:pt x="1491735" y="52061"/>
                </a:lnTo>
                <a:lnTo>
                  <a:pt x="1491293" y="51497"/>
                </a:lnTo>
                <a:lnTo>
                  <a:pt x="1490844" y="50945"/>
                </a:lnTo>
                <a:lnTo>
                  <a:pt x="1490385" y="50407"/>
                </a:lnTo>
                <a:lnTo>
                  <a:pt x="1489918" y="49881"/>
                </a:lnTo>
                <a:lnTo>
                  <a:pt x="1489442" y="49367"/>
                </a:lnTo>
                <a:lnTo>
                  <a:pt x="1488958" y="48867"/>
                </a:lnTo>
                <a:lnTo>
                  <a:pt x="1488465" y="48379"/>
                </a:lnTo>
                <a:lnTo>
                  <a:pt x="1487964" y="47904"/>
                </a:lnTo>
                <a:lnTo>
                  <a:pt x="1487456" y="47436"/>
                </a:lnTo>
                <a:lnTo>
                  <a:pt x="1486944" y="46978"/>
                </a:lnTo>
                <a:lnTo>
                  <a:pt x="1486427" y="46531"/>
                </a:lnTo>
                <a:lnTo>
                  <a:pt x="1485905" y="46096"/>
                </a:lnTo>
                <a:lnTo>
                  <a:pt x="1485379" y="45671"/>
                </a:lnTo>
                <a:lnTo>
                  <a:pt x="1484848" y="45258"/>
                </a:lnTo>
                <a:lnTo>
                  <a:pt x="1484312" y="44855"/>
                </a:lnTo>
                <a:lnTo>
                  <a:pt x="1483772" y="44463"/>
                </a:lnTo>
                <a:lnTo>
                  <a:pt x="1483227" y="44083"/>
                </a:lnTo>
                <a:lnTo>
                  <a:pt x="1482678" y="43713"/>
                </a:lnTo>
                <a:lnTo>
                  <a:pt x="1482124" y="43354"/>
                </a:lnTo>
                <a:lnTo>
                  <a:pt x="1481565" y="43006"/>
                </a:lnTo>
                <a:lnTo>
                  <a:pt x="1481002" y="42669"/>
                </a:lnTo>
                <a:lnTo>
                  <a:pt x="1480434" y="42343"/>
                </a:lnTo>
                <a:lnTo>
                  <a:pt x="1479862" y="42029"/>
                </a:lnTo>
                <a:lnTo>
                  <a:pt x="1479285" y="41725"/>
                </a:lnTo>
                <a:lnTo>
                  <a:pt x="1478703" y="41432"/>
                </a:lnTo>
                <a:lnTo>
                  <a:pt x="1478117" y="41150"/>
                </a:lnTo>
                <a:lnTo>
                  <a:pt x="1477526" y="40879"/>
                </a:lnTo>
                <a:lnTo>
                  <a:pt x="1476931" y="40619"/>
                </a:lnTo>
                <a:lnTo>
                  <a:pt x="1476331" y="40370"/>
                </a:lnTo>
                <a:lnTo>
                  <a:pt x="1475726" y="40132"/>
                </a:lnTo>
                <a:lnTo>
                  <a:pt x="1475117" y="39904"/>
                </a:lnTo>
                <a:lnTo>
                  <a:pt x="1474503" y="39688"/>
                </a:lnTo>
                <a:lnTo>
                  <a:pt x="1473886" y="39482"/>
                </a:lnTo>
                <a:lnTo>
                  <a:pt x="1473269" y="39285"/>
                </a:lnTo>
                <a:lnTo>
                  <a:pt x="1472651" y="39096"/>
                </a:lnTo>
                <a:lnTo>
                  <a:pt x="1472033" y="38916"/>
                </a:lnTo>
                <a:lnTo>
                  <a:pt x="1471414" y="38745"/>
                </a:lnTo>
                <a:lnTo>
                  <a:pt x="1470794" y="38582"/>
                </a:lnTo>
                <a:lnTo>
                  <a:pt x="1470174" y="38429"/>
                </a:lnTo>
                <a:lnTo>
                  <a:pt x="1469552" y="38284"/>
                </a:lnTo>
                <a:lnTo>
                  <a:pt x="1468931" y="38148"/>
                </a:lnTo>
                <a:lnTo>
                  <a:pt x="1468308" y="38021"/>
                </a:lnTo>
                <a:lnTo>
                  <a:pt x="1467685" y="37902"/>
                </a:lnTo>
                <a:lnTo>
                  <a:pt x="1467061" y="37792"/>
                </a:lnTo>
                <a:lnTo>
                  <a:pt x="1466437" y="37691"/>
                </a:lnTo>
                <a:lnTo>
                  <a:pt x="1465812" y="37599"/>
                </a:lnTo>
                <a:lnTo>
                  <a:pt x="1465186" y="37516"/>
                </a:lnTo>
                <a:lnTo>
                  <a:pt x="1464560" y="37441"/>
                </a:lnTo>
                <a:lnTo>
                  <a:pt x="1463933" y="37375"/>
                </a:lnTo>
                <a:lnTo>
                  <a:pt x="1463305" y="37318"/>
                </a:lnTo>
                <a:lnTo>
                  <a:pt x="1462677" y="37270"/>
                </a:lnTo>
                <a:lnTo>
                  <a:pt x="1462048" y="37231"/>
                </a:lnTo>
                <a:lnTo>
                  <a:pt x="1461418" y="37200"/>
                </a:lnTo>
                <a:lnTo>
                  <a:pt x="1460788" y="37178"/>
                </a:lnTo>
                <a:lnTo>
                  <a:pt x="1460157" y="37165"/>
                </a:lnTo>
                <a:lnTo>
                  <a:pt x="1459525" y="37160"/>
                </a:lnTo>
                <a:lnTo>
                  <a:pt x="1458435" y="37172"/>
                </a:lnTo>
                <a:lnTo>
                  <a:pt x="1457357" y="37205"/>
                </a:lnTo>
                <a:lnTo>
                  <a:pt x="1456290" y="37261"/>
                </a:lnTo>
                <a:lnTo>
                  <a:pt x="1455235" y="37339"/>
                </a:lnTo>
                <a:lnTo>
                  <a:pt x="1454190" y="37440"/>
                </a:lnTo>
                <a:lnTo>
                  <a:pt x="1453158" y="37563"/>
                </a:lnTo>
                <a:lnTo>
                  <a:pt x="1452137" y="37709"/>
                </a:lnTo>
                <a:lnTo>
                  <a:pt x="1451127" y="37877"/>
                </a:lnTo>
                <a:lnTo>
                  <a:pt x="1450128" y="38067"/>
                </a:lnTo>
                <a:lnTo>
                  <a:pt x="1449141" y="38280"/>
                </a:lnTo>
                <a:lnTo>
                  <a:pt x="1448166" y="38515"/>
                </a:lnTo>
                <a:lnTo>
                  <a:pt x="1447201" y="38772"/>
                </a:lnTo>
                <a:lnTo>
                  <a:pt x="1446249" y="39052"/>
                </a:lnTo>
                <a:lnTo>
                  <a:pt x="1445307" y="39354"/>
                </a:lnTo>
                <a:lnTo>
                  <a:pt x="1444377" y="39678"/>
                </a:lnTo>
                <a:lnTo>
                  <a:pt x="1443459" y="40025"/>
                </a:lnTo>
                <a:lnTo>
                  <a:pt x="1442552" y="40395"/>
                </a:lnTo>
                <a:lnTo>
                  <a:pt x="1441656" y="40786"/>
                </a:lnTo>
                <a:lnTo>
                  <a:pt x="1440771" y="41200"/>
                </a:lnTo>
                <a:lnTo>
                  <a:pt x="1439899" y="41637"/>
                </a:lnTo>
                <a:lnTo>
                  <a:pt x="1439037" y="42096"/>
                </a:lnTo>
                <a:lnTo>
                  <a:pt x="1438187" y="42577"/>
                </a:lnTo>
                <a:lnTo>
                  <a:pt x="1437348" y="43081"/>
                </a:lnTo>
                <a:lnTo>
                  <a:pt x="1436521" y="43607"/>
                </a:lnTo>
                <a:lnTo>
                  <a:pt x="1435712" y="44147"/>
                </a:lnTo>
                <a:lnTo>
                  <a:pt x="1434918" y="44706"/>
                </a:lnTo>
                <a:lnTo>
                  <a:pt x="1434139" y="45281"/>
                </a:lnTo>
                <a:lnTo>
                  <a:pt x="1433375" y="45875"/>
                </a:lnTo>
                <a:lnTo>
                  <a:pt x="1432626" y="46486"/>
                </a:lnTo>
                <a:lnTo>
                  <a:pt x="1431892" y="47114"/>
                </a:lnTo>
                <a:lnTo>
                  <a:pt x="1431172" y="47760"/>
                </a:lnTo>
                <a:lnTo>
                  <a:pt x="1430468" y="48424"/>
                </a:lnTo>
                <a:lnTo>
                  <a:pt x="1429779" y="49105"/>
                </a:lnTo>
                <a:lnTo>
                  <a:pt x="1429104" y="49803"/>
                </a:lnTo>
                <a:lnTo>
                  <a:pt x="1428444" y="50520"/>
                </a:lnTo>
                <a:lnTo>
                  <a:pt x="1427800" y="51254"/>
                </a:lnTo>
                <a:lnTo>
                  <a:pt x="1427170" y="52005"/>
                </a:lnTo>
                <a:lnTo>
                  <a:pt x="1426555" y="52774"/>
                </a:lnTo>
                <a:lnTo>
                  <a:pt x="1425955" y="53560"/>
                </a:lnTo>
                <a:lnTo>
                  <a:pt x="1425370" y="54364"/>
                </a:lnTo>
                <a:lnTo>
                  <a:pt x="1424800" y="55186"/>
                </a:lnTo>
                <a:lnTo>
                  <a:pt x="1424245" y="56025"/>
                </a:lnTo>
                <a:lnTo>
                  <a:pt x="1423704" y="56882"/>
                </a:lnTo>
                <a:lnTo>
                  <a:pt x="1423179" y="57756"/>
                </a:lnTo>
                <a:lnTo>
                  <a:pt x="1422669" y="58648"/>
                </a:lnTo>
                <a:lnTo>
                  <a:pt x="1422173" y="59557"/>
                </a:lnTo>
                <a:lnTo>
                  <a:pt x="1421693" y="60484"/>
                </a:lnTo>
                <a:lnTo>
                  <a:pt x="1421227" y="61428"/>
                </a:lnTo>
                <a:lnTo>
                  <a:pt x="1420784" y="62383"/>
                </a:lnTo>
                <a:lnTo>
                  <a:pt x="1420359" y="63349"/>
                </a:lnTo>
                <a:lnTo>
                  <a:pt x="1419953" y="64328"/>
                </a:lnTo>
                <a:lnTo>
                  <a:pt x="1419566" y="65319"/>
                </a:lnTo>
                <a:lnTo>
                  <a:pt x="1419198" y="66322"/>
                </a:lnTo>
                <a:lnTo>
                  <a:pt x="1418849" y="67337"/>
                </a:lnTo>
                <a:lnTo>
                  <a:pt x="1418519" y="68365"/>
                </a:lnTo>
                <a:lnTo>
                  <a:pt x="1418208" y="69405"/>
                </a:lnTo>
                <a:lnTo>
                  <a:pt x="1417915" y="70458"/>
                </a:lnTo>
                <a:lnTo>
                  <a:pt x="1417641" y="71523"/>
                </a:lnTo>
                <a:lnTo>
                  <a:pt x="1417387" y="72600"/>
                </a:lnTo>
                <a:lnTo>
                  <a:pt x="1417151" y="73689"/>
                </a:lnTo>
                <a:lnTo>
                  <a:pt x="1416934" y="74790"/>
                </a:lnTo>
                <a:lnTo>
                  <a:pt x="1416736" y="75904"/>
                </a:lnTo>
                <a:lnTo>
                  <a:pt x="1416556" y="77030"/>
                </a:lnTo>
                <a:lnTo>
                  <a:pt x="1416396" y="78169"/>
                </a:lnTo>
                <a:lnTo>
                  <a:pt x="1416254" y="79320"/>
                </a:lnTo>
                <a:lnTo>
                  <a:pt x="1416132" y="80483"/>
                </a:lnTo>
                <a:lnTo>
                  <a:pt x="1416028" y="81658"/>
                </a:lnTo>
                <a:lnTo>
                  <a:pt x="1415943" y="82845"/>
                </a:lnTo>
                <a:lnTo>
                  <a:pt x="1415877" y="84045"/>
                </a:lnTo>
                <a:lnTo>
                  <a:pt x="1415830" y="85258"/>
                </a:lnTo>
                <a:lnTo>
                  <a:pt x="1415801" y="86482"/>
                </a:lnTo>
                <a:lnTo>
                  <a:pt x="1415792" y="87719"/>
                </a:lnTo>
                <a:lnTo>
                  <a:pt x="1415801" y="88955"/>
                </a:lnTo>
                <a:lnTo>
                  <a:pt x="1415830" y="90179"/>
                </a:lnTo>
                <a:lnTo>
                  <a:pt x="1415877" y="91390"/>
                </a:lnTo>
                <a:lnTo>
                  <a:pt x="1415943" y="92589"/>
                </a:lnTo>
                <a:lnTo>
                  <a:pt x="1416028" y="93774"/>
                </a:lnTo>
                <a:lnTo>
                  <a:pt x="1416132" y="94947"/>
                </a:lnTo>
                <a:lnTo>
                  <a:pt x="1416254" y="96107"/>
                </a:lnTo>
                <a:lnTo>
                  <a:pt x="1416396" y="97255"/>
                </a:lnTo>
                <a:lnTo>
                  <a:pt x="1416556" y="98389"/>
                </a:lnTo>
                <a:lnTo>
                  <a:pt x="1416736" y="99511"/>
                </a:lnTo>
                <a:lnTo>
                  <a:pt x="1416934" y="100621"/>
                </a:lnTo>
                <a:lnTo>
                  <a:pt x="1417151" y="101717"/>
                </a:lnTo>
                <a:lnTo>
                  <a:pt x="1417387" y="102801"/>
                </a:lnTo>
                <a:lnTo>
                  <a:pt x="1417641" y="103872"/>
                </a:lnTo>
                <a:lnTo>
                  <a:pt x="1417915" y="104930"/>
                </a:lnTo>
                <a:lnTo>
                  <a:pt x="1418208" y="105976"/>
                </a:lnTo>
                <a:lnTo>
                  <a:pt x="1418519" y="107009"/>
                </a:lnTo>
                <a:lnTo>
                  <a:pt x="1418849" y="108029"/>
                </a:lnTo>
                <a:lnTo>
                  <a:pt x="1419198" y="109036"/>
                </a:lnTo>
                <a:lnTo>
                  <a:pt x="1419566" y="110031"/>
                </a:lnTo>
                <a:lnTo>
                  <a:pt x="1419953" y="111013"/>
                </a:lnTo>
                <a:lnTo>
                  <a:pt x="1420359" y="111982"/>
                </a:lnTo>
                <a:lnTo>
                  <a:pt x="1420784" y="112939"/>
                </a:lnTo>
                <a:lnTo>
                  <a:pt x="1421227" y="113883"/>
                </a:lnTo>
                <a:lnTo>
                  <a:pt x="1421693" y="114806"/>
                </a:lnTo>
                <a:lnTo>
                  <a:pt x="1422175" y="115713"/>
                </a:lnTo>
                <a:lnTo>
                  <a:pt x="1422674" y="116602"/>
                </a:lnTo>
                <a:lnTo>
                  <a:pt x="1423188" y="117474"/>
                </a:lnTo>
                <a:lnTo>
                  <a:pt x="1423718" y="118330"/>
                </a:lnTo>
                <a:lnTo>
                  <a:pt x="1424264" y="119168"/>
                </a:lnTo>
                <a:lnTo>
                  <a:pt x="1424827" y="119989"/>
                </a:lnTo>
                <a:lnTo>
                  <a:pt x="1425405" y="120792"/>
                </a:lnTo>
                <a:lnTo>
                  <a:pt x="1425999" y="121579"/>
                </a:lnTo>
                <a:lnTo>
                  <a:pt x="1426610" y="122349"/>
                </a:lnTo>
                <a:lnTo>
                  <a:pt x="1427236" y="123101"/>
                </a:lnTo>
                <a:lnTo>
                  <a:pt x="1427879" y="123836"/>
                </a:lnTo>
                <a:lnTo>
                  <a:pt x="1428537" y="124555"/>
                </a:lnTo>
                <a:lnTo>
                  <a:pt x="1429211" y="125256"/>
                </a:lnTo>
                <a:lnTo>
                  <a:pt x="1429902" y="125940"/>
                </a:lnTo>
                <a:lnTo>
                  <a:pt x="1430608" y="126607"/>
                </a:lnTo>
                <a:lnTo>
                  <a:pt x="1431331" y="127256"/>
                </a:lnTo>
                <a:lnTo>
                  <a:pt x="1432069" y="127889"/>
                </a:lnTo>
                <a:lnTo>
                  <a:pt x="1432824" y="128504"/>
                </a:lnTo>
                <a:lnTo>
                  <a:pt x="1433594" y="129103"/>
                </a:lnTo>
                <a:lnTo>
                  <a:pt x="1434381" y="129684"/>
                </a:lnTo>
                <a:lnTo>
                  <a:pt x="1435184" y="130248"/>
                </a:lnTo>
                <a:lnTo>
                  <a:pt x="1436002" y="130795"/>
                </a:lnTo>
                <a:lnTo>
                  <a:pt x="1436837" y="131325"/>
                </a:lnTo>
                <a:lnTo>
                  <a:pt x="1437691" y="131831"/>
                </a:lnTo>
                <a:lnTo>
                  <a:pt x="1438559" y="132315"/>
                </a:lnTo>
                <a:lnTo>
                  <a:pt x="1439441" y="132777"/>
                </a:lnTo>
                <a:lnTo>
                  <a:pt x="1440336" y="133218"/>
                </a:lnTo>
                <a:lnTo>
                  <a:pt x="1441244" y="133637"/>
                </a:lnTo>
                <a:lnTo>
                  <a:pt x="1442165" y="134035"/>
                </a:lnTo>
                <a:lnTo>
                  <a:pt x="1443100" y="134411"/>
                </a:lnTo>
                <a:lnTo>
                  <a:pt x="1444049" y="134766"/>
                </a:lnTo>
                <a:lnTo>
                  <a:pt x="1445010" y="135099"/>
                </a:lnTo>
                <a:lnTo>
                  <a:pt x="1445985" y="135411"/>
                </a:lnTo>
                <a:lnTo>
                  <a:pt x="1446974" y="135702"/>
                </a:lnTo>
                <a:lnTo>
                  <a:pt x="1447976" y="135970"/>
                </a:lnTo>
                <a:lnTo>
                  <a:pt x="1448991" y="136218"/>
                </a:lnTo>
                <a:lnTo>
                  <a:pt x="1450019" y="136443"/>
                </a:lnTo>
                <a:lnTo>
                  <a:pt x="1451061" y="136648"/>
                </a:lnTo>
                <a:lnTo>
                  <a:pt x="1452117" y="136831"/>
                </a:lnTo>
                <a:lnTo>
                  <a:pt x="1453186" y="136992"/>
                </a:lnTo>
                <a:lnTo>
                  <a:pt x="1454268" y="137132"/>
                </a:lnTo>
                <a:lnTo>
                  <a:pt x="1455363" y="137250"/>
                </a:lnTo>
                <a:lnTo>
                  <a:pt x="1456472" y="137347"/>
                </a:lnTo>
                <a:lnTo>
                  <a:pt x="1457595" y="137422"/>
                </a:lnTo>
                <a:lnTo>
                  <a:pt x="1458730" y="137476"/>
                </a:lnTo>
                <a:lnTo>
                  <a:pt x="1459879" y="137508"/>
                </a:lnTo>
                <a:lnTo>
                  <a:pt x="1461042" y="137519"/>
                </a:lnTo>
                <a:lnTo>
                  <a:pt x="1461860" y="137513"/>
                </a:lnTo>
                <a:lnTo>
                  <a:pt x="1462671" y="137498"/>
                </a:lnTo>
                <a:lnTo>
                  <a:pt x="1463476" y="137471"/>
                </a:lnTo>
                <a:lnTo>
                  <a:pt x="1464274" y="137434"/>
                </a:lnTo>
                <a:lnTo>
                  <a:pt x="1465065" y="137387"/>
                </a:lnTo>
                <a:lnTo>
                  <a:pt x="1465849" y="137329"/>
                </a:lnTo>
                <a:lnTo>
                  <a:pt x="1466626" y="137261"/>
                </a:lnTo>
                <a:lnTo>
                  <a:pt x="1467397" y="137182"/>
                </a:lnTo>
                <a:lnTo>
                  <a:pt x="1468160" y="137092"/>
                </a:lnTo>
                <a:lnTo>
                  <a:pt x="1468917" y="136992"/>
                </a:lnTo>
                <a:lnTo>
                  <a:pt x="1469667" y="136881"/>
                </a:lnTo>
                <a:lnTo>
                  <a:pt x="1470411" y="136760"/>
                </a:lnTo>
                <a:lnTo>
                  <a:pt x="1471147" y="136629"/>
                </a:lnTo>
                <a:lnTo>
                  <a:pt x="1471877" y="136486"/>
                </a:lnTo>
                <a:lnTo>
                  <a:pt x="1472600" y="136334"/>
                </a:lnTo>
                <a:lnTo>
                  <a:pt x="1473316" y="136170"/>
                </a:lnTo>
                <a:lnTo>
                  <a:pt x="1474026" y="135997"/>
                </a:lnTo>
                <a:lnTo>
                  <a:pt x="1474728" y="135812"/>
                </a:lnTo>
                <a:lnTo>
                  <a:pt x="1475424" y="135618"/>
                </a:lnTo>
                <a:lnTo>
                  <a:pt x="1476113" y="135412"/>
                </a:lnTo>
                <a:lnTo>
                  <a:pt x="1476795" y="135196"/>
                </a:lnTo>
                <a:lnTo>
                  <a:pt x="1477470" y="134970"/>
                </a:lnTo>
                <a:lnTo>
                  <a:pt x="1478139" y="134733"/>
                </a:lnTo>
                <a:lnTo>
                  <a:pt x="1478800" y="134485"/>
                </a:lnTo>
                <a:lnTo>
                  <a:pt x="1479454" y="134223"/>
                </a:lnTo>
                <a:lnTo>
                  <a:pt x="1480099" y="133952"/>
                </a:lnTo>
                <a:lnTo>
                  <a:pt x="1480736" y="133674"/>
                </a:lnTo>
                <a:lnTo>
                  <a:pt x="1481363" y="133386"/>
                </a:lnTo>
                <a:lnTo>
                  <a:pt x="1481982" y="133091"/>
                </a:lnTo>
                <a:lnTo>
                  <a:pt x="1482592" y="132787"/>
                </a:lnTo>
                <a:lnTo>
                  <a:pt x="1483193" y="132475"/>
                </a:lnTo>
                <a:lnTo>
                  <a:pt x="1483786" y="132154"/>
                </a:lnTo>
                <a:lnTo>
                  <a:pt x="1484370" y="131825"/>
                </a:lnTo>
                <a:lnTo>
                  <a:pt x="1484945" y="131488"/>
                </a:lnTo>
                <a:lnTo>
                  <a:pt x="1485511" y="131142"/>
                </a:lnTo>
                <a:lnTo>
                  <a:pt x="1486068" y="130788"/>
                </a:lnTo>
                <a:lnTo>
                  <a:pt x="1486617" y="130426"/>
                </a:lnTo>
                <a:lnTo>
                  <a:pt x="1487156" y="130055"/>
                </a:lnTo>
                <a:lnTo>
                  <a:pt x="1487687" y="129676"/>
                </a:lnTo>
                <a:lnTo>
                  <a:pt x="1488210" y="129289"/>
                </a:lnTo>
                <a:lnTo>
                  <a:pt x="1488723" y="128893"/>
                </a:lnTo>
                <a:lnTo>
                  <a:pt x="1489228" y="128489"/>
                </a:lnTo>
                <a:lnTo>
                  <a:pt x="1489724" y="128077"/>
                </a:lnTo>
                <a:lnTo>
                  <a:pt x="1490211" y="127656"/>
                </a:lnTo>
                <a:lnTo>
                  <a:pt x="1490689" y="127227"/>
                </a:lnTo>
                <a:lnTo>
                  <a:pt x="1491159" y="126790"/>
                </a:lnTo>
                <a:lnTo>
                  <a:pt x="1491620" y="126344"/>
                </a:lnTo>
                <a:lnTo>
                  <a:pt x="1492072" y="125890"/>
                </a:lnTo>
                <a:lnTo>
                  <a:pt x="1492514" y="125424"/>
                </a:lnTo>
                <a:lnTo>
                  <a:pt x="1492946" y="124951"/>
                </a:lnTo>
                <a:lnTo>
                  <a:pt x="1493366" y="124472"/>
                </a:lnTo>
                <a:lnTo>
                  <a:pt x="1493776" y="123987"/>
                </a:lnTo>
                <a:lnTo>
                  <a:pt x="1494176" y="123496"/>
                </a:lnTo>
                <a:lnTo>
                  <a:pt x="1494564" y="122999"/>
                </a:lnTo>
                <a:lnTo>
                  <a:pt x="1494942" y="122496"/>
                </a:lnTo>
                <a:lnTo>
                  <a:pt x="1495309" y="121986"/>
                </a:lnTo>
                <a:lnTo>
                  <a:pt x="1495665" y="121470"/>
                </a:lnTo>
                <a:lnTo>
                  <a:pt x="1496011" y="120949"/>
                </a:lnTo>
                <a:lnTo>
                  <a:pt x="1496346" y="120421"/>
                </a:lnTo>
                <a:lnTo>
                  <a:pt x="1496670" y="119886"/>
                </a:lnTo>
                <a:lnTo>
                  <a:pt x="1496983" y="119346"/>
                </a:lnTo>
                <a:lnTo>
                  <a:pt x="1497285" y="118800"/>
                </a:lnTo>
                <a:lnTo>
                  <a:pt x="1497577" y="118247"/>
                </a:lnTo>
                <a:lnTo>
                  <a:pt x="1497858" y="117689"/>
                </a:lnTo>
                <a:lnTo>
                  <a:pt x="1498128" y="117124"/>
                </a:lnTo>
                <a:lnTo>
                  <a:pt x="1498388" y="116553"/>
                </a:lnTo>
                <a:lnTo>
                  <a:pt x="1498636" y="115976"/>
                </a:lnTo>
                <a:lnTo>
                  <a:pt x="1498874" y="115392"/>
                </a:lnTo>
                <a:lnTo>
                  <a:pt x="1499102" y="114803"/>
                </a:lnTo>
                <a:lnTo>
                  <a:pt x="1499318" y="114207"/>
                </a:lnTo>
                <a:lnTo>
                  <a:pt x="1499524" y="113606"/>
                </a:lnTo>
                <a:lnTo>
                  <a:pt x="1499719" y="112998"/>
                </a:lnTo>
                <a:lnTo>
                  <a:pt x="1485310" y="108953"/>
                </a:lnTo>
                <a:lnTo>
                  <a:pt x="1485149" y="109372"/>
                </a:lnTo>
                <a:lnTo>
                  <a:pt x="1484983" y="109784"/>
                </a:lnTo>
                <a:lnTo>
                  <a:pt x="1484811" y="110192"/>
                </a:lnTo>
                <a:lnTo>
                  <a:pt x="1484634" y="110593"/>
                </a:lnTo>
                <a:lnTo>
                  <a:pt x="1484451" y="110989"/>
                </a:lnTo>
                <a:lnTo>
                  <a:pt x="1484263" y="111378"/>
                </a:lnTo>
                <a:lnTo>
                  <a:pt x="1484069" y="111763"/>
                </a:lnTo>
                <a:lnTo>
                  <a:pt x="1483870" y="112141"/>
                </a:lnTo>
                <a:lnTo>
                  <a:pt x="1483666" y="112514"/>
                </a:lnTo>
                <a:lnTo>
                  <a:pt x="1483455" y="112881"/>
                </a:lnTo>
                <a:lnTo>
                  <a:pt x="1483240" y="113243"/>
                </a:lnTo>
                <a:lnTo>
                  <a:pt x="1483019" y="113598"/>
                </a:lnTo>
                <a:lnTo>
                  <a:pt x="1482792" y="113948"/>
                </a:lnTo>
                <a:lnTo>
                  <a:pt x="1482560" y="114293"/>
                </a:lnTo>
                <a:lnTo>
                  <a:pt x="1482323" y="114631"/>
                </a:lnTo>
                <a:lnTo>
                  <a:pt x="1482080" y="114964"/>
                </a:lnTo>
                <a:lnTo>
                  <a:pt x="1481831" y="115291"/>
                </a:lnTo>
                <a:lnTo>
                  <a:pt x="1481577" y="115613"/>
                </a:lnTo>
                <a:lnTo>
                  <a:pt x="1481318" y="115928"/>
                </a:lnTo>
                <a:lnTo>
                  <a:pt x="1481053" y="116239"/>
                </a:lnTo>
                <a:lnTo>
                  <a:pt x="1480782" y="116543"/>
                </a:lnTo>
                <a:lnTo>
                  <a:pt x="1480506" y="116842"/>
                </a:lnTo>
                <a:lnTo>
                  <a:pt x="1480225" y="117135"/>
                </a:lnTo>
                <a:lnTo>
                  <a:pt x="1479938" y="117422"/>
                </a:lnTo>
                <a:lnTo>
                  <a:pt x="1479646" y="117698"/>
                </a:lnTo>
                <a:lnTo>
                  <a:pt x="1479349" y="117969"/>
                </a:lnTo>
                <a:lnTo>
                  <a:pt x="1479048" y="118233"/>
                </a:lnTo>
                <a:lnTo>
                  <a:pt x="1478742" y="118493"/>
                </a:lnTo>
                <a:lnTo>
                  <a:pt x="1478432" y="118746"/>
                </a:lnTo>
                <a:lnTo>
                  <a:pt x="1478117" y="118994"/>
                </a:lnTo>
                <a:lnTo>
                  <a:pt x="1477797" y="119236"/>
                </a:lnTo>
                <a:lnTo>
                  <a:pt x="1477473" y="119472"/>
                </a:lnTo>
                <a:lnTo>
                  <a:pt x="1477144" y="119703"/>
                </a:lnTo>
                <a:lnTo>
                  <a:pt x="1476811" y="119928"/>
                </a:lnTo>
                <a:lnTo>
                  <a:pt x="1476473" y="120147"/>
                </a:lnTo>
                <a:lnTo>
                  <a:pt x="1476130" y="120360"/>
                </a:lnTo>
                <a:lnTo>
                  <a:pt x="1475783" y="120568"/>
                </a:lnTo>
                <a:lnTo>
                  <a:pt x="1475431" y="120770"/>
                </a:lnTo>
                <a:lnTo>
                  <a:pt x="1475075" y="120967"/>
                </a:lnTo>
                <a:lnTo>
                  <a:pt x="1474714" y="121157"/>
                </a:lnTo>
                <a:lnTo>
                  <a:pt x="1474348" y="121342"/>
                </a:lnTo>
                <a:lnTo>
                  <a:pt x="1473978" y="121522"/>
                </a:lnTo>
                <a:lnTo>
                  <a:pt x="1473603" y="121695"/>
                </a:lnTo>
                <a:lnTo>
                  <a:pt x="1473223" y="121863"/>
                </a:lnTo>
                <a:lnTo>
                  <a:pt x="1472839" y="122025"/>
                </a:lnTo>
                <a:lnTo>
                  <a:pt x="1472450" y="122182"/>
                </a:lnTo>
                <a:lnTo>
                  <a:pt x="1472057" y="122333"/>
                </a:lnTo>
                <a:lnTo>
                  <a:pt x="1471659" y="122478"/>
                </a:lnTo>
                <a:lnTo>
                  <a:pt x="1471262" y="122612"/>
                </a:lnTo>
                <a:lnTo>
                  <a:pt x="1470861" y="122740"/>
                </a:lnTo>
                <a:lnTo>
                  <a:pt x="1470456" y="122863"/>
                </a:lnTo>
                <a:lnTo>
                  <a:pt x="1470047" y="122980"/>
                </a:lnTo>
                <a:lnTo>
                  <a:pt x="1469635" y="123091"/>
                </a:lnTo>
                <a:lnTo>
                  <a:pt x="1469218" y="123196"/>
                </a:lnTo>
                <a:lnTo>
                  <a:pt x="1468797" y="123296"/>
                </a:lnTo>
                <a:lnTo>
                  <a:pt x="1468373" y="123390"/>
                </a:lnTo>
                <a:lnTo>
                  <a:pt x="1467944" y="123479"/>
                </a:lnTo>
                <a:lnTo>
                  <a:pt x="1467512" y="123562"/>
                </a:lnTo>
                <a:lnTo>
                  <a:pt x="1467075" y="123639"/>
                </a:lnTo>
                <a:lnTo>
                  <a:pt x="1466635" y="123710"/>
                </a:lnTo>
                <a:lnTo>
                  <a:pt x="1466190" y="123776"/>
                </a:lnTo>
                <a:lnTo>
                  <a:pt x="1465742" y="123835"/>
                </a:lnTo>
                <a:lnTo>
                  <a:pt x="1465290" y="123890"/>
                </a:lnTo>
                <a:lnTo>
                  <a:pt x="1464834" y="123938"/>
                </a:lnTo>
                <a:lnTo>
                  <a:pt x="1464373" y="123981"/>
                </a:lnTo>
                <a:lnTo>
                  <a:pt x="1463909" y="124018"/>
                </a:lnTo>
                <a:lnTo>
                  <a:pt x="1463441" y="124049"/>
                </a:lnTo>
                <a:lnTo>
                  <a:pt x="1462969" y="124075"/>
                </a:lnTo>
                <a:lnTo>
                  <a:pt x="1462493" y="124095"/>
                </a:lnTo>
                <a:lnTo>
                  <a:pt x="1462013" y="124109"/>
                </a:lnTo>
                <a:lnTo>
                  <a:pt x="1461530" y="124118"/>
                </a:lnTo>
                <a:lnTo>
                  <a:pt x="1461042" y="124121"/>
                </a:lnTo>
                <a:lnTo>
                  <a:pt x="1460293" y="124114"/>
                </a:lnTo>
                <a:lnTo>
                  <a:pt x="1459551" y="124094"/>
                </a:lnTo>
                <a:lnTo>
                  <a:pt x="1458817" y="124060"/>
                </a:lnTo>
                <a:lnTo>
                  <a:pt x="1458091" y="124012"/>
                </a:lnTo>
                <a:lnTo>
                  <a:pt x="1457372" y="123951"/>
                </a:lnTo>
                <a:lnTo>
                  <a:pt x="1456661" y="123876"/>
                </a:lnTo>
                <a:lnTo>
                  <a:pt x="1455958" y="123787"/>
                </a:lnTo>
                <a:lnTo>
                  <a:pt x="1455263" y="123685"/>
                </a:lnTo>
                <a:lnTo>
                  <a:pt x="1454575" y="123570"/>
                </a:lnTo>
                <a:lnTo>
                  <a:pt x="1453895" y="123440"/>
                </a:lnTo>
                <a:lnTo>
                  <a:pt x="1453222" y="123298"/>
                </a:lnTo>
                <a:lnTo>
                  <a:pt x="1452557" y="123141"/>
                </a:lnTo>
                <a:lnTo>
                  <a:pt x="1451900" y="122971"/>
                </a:lnTo>
                <a:lnTo>
                  <a:pt x="1451251" y="122787"/>
                </a:lnTo>
                <a:lnTo>
                  <a:pt x="1450609" y="122590"/>
                </a:lnTo>
                <a:lnTo>
                  <a:pt x="1449975" y="122379"/>
                </a:lnTo>
                <a:lnTo>
                  <a:pt x="1449349" y="122155"/>
                </a:lnTo>
                <a:lnTo>
                  <a:pt x="1448730" y="121917"/>
                </a:lnTo>
                <a:lnTo>
                  <a:pt x="1448119" y="121665"/>
                </a:lnTo>
                <a:lnTo>
                  <a:pt x="1447516" y="121400"/>
                </a:lnTo>
                <a:lnTo>
                  <a:pt x="1446920" y="121121"/>
                </a:lnTo>
                <a:lnTo>
                  <a:pt x="1446332" y="120828"/>
                </a:lnTo>
                <a:lnTo>
                  <a:pt x="1445752" y="120522"/>
                </a:lnTo>
                <a:lnTo>
                  <a:pt x="1445179" y="120202"/>
                </a:lnTo>
                <a:lnTo>
                  <a:pt x="1444615" y="119864"/>
                </a:lnTo>
                <a:lnTo>
                  <a:pt x="1444062" y="119514"/>
                </a:lnTo>
                <a:lnTo>
                  <a:pt x="1443519" y="119151"/>
                </a:lnTo>
                <a:lnTo>
                  <a:pt x="1442986" y="118775"/>
                </a:lnTo>
                <a:lnTo>
                  <a:pt x="1442464" y="118387"/>
                </a:lnTo>
                <a:lnTo>
                  <a:pt x="1441952" y="117987"/>
                </a:lnTo>
                <a:lnTo>
                  <a:pt x="1441450" y="117574"/>
                </a:lnTo>
                <a:lnTo>
                  <a:pt x="1440959" y="117148"/>
                </a:lnTo>
                <a:lnTo>
                  <a:pt x="1440478" y="116710"/>
                </a:lnTo>
                <a:lnTo>
                  <a:pt x="1440007" y="116259"/>
                </a:lnTo>
                <a:lnTo>
                  <a:pt x="1439546" y="115796"/>
                </a:lnTo>
                <a:lnTo>
                  <a:pt x="1439096" y="115320"/>
                </a:lnTo>
                <a:lnTo>
                  <a:pt x="1438656" y="114832"/>
                </a:lnTo>
                <a:lnTo>
                  <a:pt x="1438227" y="114332"/>
                </a:lnTo>
                <a:lnTo>
                  <a:pt x="1437808" y="113819"/>
                </a:lnTo>
                <a:lnTo>
                  <a:pt x="1437399" y="113293"/>
                </a:lnTo>
                <a:lnTo>
                  <a:pt x="1437000" y="112755"/>
                </a:lnTo>
                <a:lnTo>
                  <a:pt x="1436612" y="112204"/>
                </a:lnTo>
                <a:lnTo>
                  <a:pt x="1436234" y="111641"/>
                </a:lnTo>
                <a:lnTo>
                  <a:pt x="1435866" y="111065"/>
                </a:lnTo>
                <a:lnTo>
                  <a:pt x="1435509" y="110477"/>
                </a:lnTo>
                <a:lnTo>
                  <a:pt x="1435162" y="109876"/>
                </a:lnTo>
                <a:lnTo>
                  <a:pt x="1434825" y="109263"/>
                </a:lnTo>
                <a:lnTo>
                  <a:pt x="1434499" y="108637"/>
                </a:lnTo>
                <a:lnTo>
                  <a:pt x="1434189" y="107994"/>
                </a:lnTo>
                <a:lnTo>
                  <a:pt x="1433893" y="107340"/>
                </a:lnTo>
                <a:lnTo>
                  <a:pt x="1433610" y="106673"/>
                </a:lnTo>
                <a:lnTo>
                  <a:pt x="1433340" y="105995"/>
                </a:lnTo>
                <a:lnTo>
                  <a:pt x="1433083" y="105306"/>
                </a:lnTo>
                <a:lnTo>
                  <a:pt x="1432840" y="104604"/>
                </a:lnTo>
                <a:lnTo>
                  <a:pt x="1432609" y="103892"/>
                </a:lnTo>
                <a:lnTo>
                  <a:pt x="1432392" y="103167"/>
                </a:lnTo>
                <a:lnTo>
                  <a:pt x="1432188" y="102431"/>
                </a:lnTo>
                <a:lnTo>
                  <a:pt x="1431997" y="101683"/>
                </a:lnTo>
                <a:lnTo>
                  <a:pt x="1431819" y="100924"/>
                </a:lnTo>
                <a:lnTo>
                  <a:pt x="1431655" y="100153"/>
                </a:lnTo>
                <a:lnTo>
                  <a:pt x="1431503" y="99370"/>
                </a:lnTo>
                <a:lnTo>
                  <a:pt x="1431365" y="98576"/>
                </a:lnTo>
                <a:lnTo>
                  <a:pt x="1431240" y="97770"/>
                </a:lnTo>
                <a:lnTo>
                  <a:pt x="1431128" y="96953"/>
                </a:lnTo>
                <a:lnTo>
                  <a:pt x="1431029" y="96124"/>
                </a:lnTo>
                <a:lnTo>
                  <a:pt x="1430944" y="95283"/>
                </a:lnTo>
                <a:lnTo>
                  <a:pt x="1430871" y="94430"/>
                </a:lnTo>
                <a:lnTo>
                  <a:pt x="1430812" y="93566"/>
                </a:lnTo>
                <a:lnTo>
                  <a:pt x="1430766" y="92691"/>
                </a:lnTo>
                <a:lnTo>
                  <a:pt x="1430741" y="92016"/>
                </a:lnTo>
                <a:lnTo>
                  <a:pt x="1501236" y="92016"/>
                </a:lnTo>
                <a:lnTo>
                  <a:pt x="1501236" y="85696"/>
                </a:lnTo>
                <a:lnTo>
                  <a:pt x="1501229" y="84572"/>
                </a:lnTo>
                <a:lnTo>
                  <a:pt x="1501211" y="83462"/>
                </a:lnTo>
                <a:lnTo>
                  <a:pt x="1501179" y="82367"/>
                </a:lnTo>
                <a:lnTo>
                  <a:pt x="1501136" y="81287"/>
                </a:lnTo>
                <a:lnTo>
                  <a:pt x="1501079" y="80221"/>
                </a:lnTo>
                <a:close/>
                <a:moveTo>
                  <a:pt x="1431195" y="75522"/>
                </a:moveTo>
                <a:lnTo>
                  <a:pt x="1431310" y="74886"/>
                </a:lnTo>
                <a:lnTo>
                  <a:pt x="1431437" y="74254"/>
                </a:lnTo>
                <a:lnTo>
                  <a:pt x="1431576" y="73626"/>
                </a:lnTo>
                <a:lnTo>
                  <a:pt x="1431727" y="73001"/>
                </a:lnTo>
                <a:lnTo>
                  <a:pt x="1431889" y="72379"/>
                </a:lnTo>
                <a:lnTo>
                  <a:pt x="1432064" y="71761"/>
                </a:lnTo>
                <a:lnTo>
                  <a:pt x="1432252" y="71147"/>
                </a:lnTo>
                <a:lnTo>
                  <a:pt x="1432451" y="70536"/>
                </a:lnTo>
                <a:lnTo>
                  <a:pt x="1432662" y="69929"/>
                </a:lnTo>
                <a:lnTo>
                  <a:pt x="1432885" y="69325"/>
                </a:lnTo>
                <a:lnTo>
                  <a:pt x="1433121" y="68724"/>
                </a:lnTo>
                <a:lnTo>
                  <a:pt x="1433368" y="68127"/>
                </a:lnTo>
                <a:lnTo>
                  <a:pt x="1433627" y="67534"/>
                </a:lnTo>
                <a:lnTo>
                  <a:pt x="1433899" y="66944"/>
                </a:lnTo>
                <a:lnTo>
                  <a:pt x="1434183" y="66358"/>
                </a:lnTo>
                <a:lnTo>
                  <a:pt x="1434477" y="65778"/>
                </a:lnTo>
                <a:lnTo>
                  <a:pt x="1434783" y="65207"/>
                </a:lnTo>
                <a:lnTo>
                  <a:pt x="1435098" y="64646"/>
                </a:lnTo>
                <a:lnTo>
                  <a:pt x="1435424" y="64093"/>
                </a:lnTo>
                <a:lnTo>
                  <a:pt x="1435760" y="63550"/>
                </a:lnTo>
                <a:lnTo>
                  <a:pt x="1436106" y="63016"/>
                </a:lnTo>
                <a:lnTo>
                  <a:pt x="1436463" y="62492"/>
                </a:lnTo>
                <a:lnTo>
                  <a:pt x="1436830" y="61976"/>
                </a:lnTo>
                <a:lnTo>
                  <a:pt x="1437207" y="61470"/>
                </a:lnTo>
                <a:lnTo>
                  <a:pt x="1437595" y="60973"/>
                </a:lnTo>
                <a:lnTo>
                  <a:pt x="1437993" y="60485"/>
                </a:lnTo>
                <a:lnTo>
                  <a:pt x="1438401" y="60006"/>
                </a:lnTo>
                <a:lnTo>
                  <a:pt x="1438820" y="59537"/>
                </a:lnTo>
                <a:lnTo>
                  <a:pt x="1439249" y="59077"/>
                </a:lnTo>
                <a:lnTo>
                  <a:pt x="1439688" y="58626"/>
                </a:lnTo>
                <a:lnTo>
                  <a:pt x="1440137" y="58184"/>
                </a:lnTo>
                <a:lnTo>
                  <a:pt x="1440597" y="57752"/>
                </a:lnTo>
                <a:lnTo>
                  <a:pt x="1441067" y="57328"/>
                </a:lnTo>
                <a:lnTo>
                  <a:pt x="1441548" y="56914"/>
                </a:lnTo>
                <a:lnTo>
                  <a:pt x="1442038" y="56509"/>
                </a:lnTo>
                <a:lnTo>
                  <a:pt x="1442539" y="56114"/>
                </a:lnTo>
                <a:lnTo>
                  <a:pt x="1443051" y="55727"/>
                </a:lnTo>
                <a:lnTo>
                  <a:pt x="1443573" y="55350"/>
                </a:lnTo>
                <a:lnTo>
                  <a:pt x="1444105" y="54982"/>
                </a:lnTo>
                <a:lnTo>
                  <a:pt x="1444651" y="54621"/>
                </a:lnTo>
                <a:lnTo>
                  <a:pt x="1445206" y="54276"/>
                </a:lnTo>
                <a:lnTo>
                  <a:pt x="1445770" y="53945"/>
                </a:lnTo>
                <a:lnTo>
                  <a:pt x="1446341" y="53630"/>
                </a:lnTo>
                <a:lnTo>
                  <a:pt x="1446921" y="53331"/>
                </a:lnTo>
                <a:lnTo>
                  <a:pt x="1447509" y="53047"/>
                </a:lnTo>
                <a:lnTo>
                  <a:pt x="1448106" y="52778"/>
                </a:lnTo>
                <a:lnTo>
                  <a:pt x="1448711" y="52525"/>
                </a:lnTo>
                <a:lnTo>
                  <a:pt x="1449324" y="52286"/>
                </a:lnTo>
                <a:lnTo>
                  <a:pt x="1449946" y="52064"/>
                </a:lnTo>
                <a:lnTo>
                  <a:pt x="1450576" y="51856"/>
                </a:lnTo>
                <a:lnTo>
                  <a:pt x="1451214" y="51664"/>
                </a:lnTo>
                <a:lnTo>
                  <a:pt x="1451861" y="51488"/>
                </a:lnTo>
                <a:lnTo>
                  <a:pt x="1452516" y="51326"/>
                </a:lnTo>
                <a:lnTo>
                  <a:pt x="1453179" y="51180"/>
                </a:lnTo>
                <a:lnTo>
                  <a:pt x="1453851" y="51050"/>
                </a:lnTo>
                <a:lnTo>
                  <a:pt x="1454531" y="50935"/>
                </a:lnTo>
                <a:lnTo>
                  <a:pt x="1455220" y="50835"/>
                </a:lnTo>
                <a:lnTo>
                  <a:pt x="1455916" y="50750"/>
                </a:lnTo>
                <a:lnTo>
                  <a:pt x="1456621" y="50681"/>
                </a:lnTo>
                <a:lnTo>
                  <a:pt x="1457335" y="50627"/>
                </a:lnTo>
                <a:lnTo>
                  <a:pt x="1458056" y="50589"/>
                </a:lnTo>
                <a:lnTo>
                  <a:pt x="1458787" y="50566"/>
                </a:lnTo>
                <a:lnTo>
                  <a:pt x="1459525" y="50558"/>
                </a:lnTo>
                <a:lnTo>
                  <a:pt x="1460195" y="50565"/>
                </a:lnTo>
                <a:lnTo>
                  <a:pt x="1460858" y="50584"/>
                </a:lnTo>
                <a:lnTo>
                  <a:pt x="1461514" y="50617"/>
                </a:lnTo>
                <a:lnTo>
                  <a:pt x="1462162" y="50662"/>
                </a:lnTo>
                <a:lnTo>
                  <a:pt x="1462802" y="50720"/>
                </a:lnTo>
                <a:lnTo>
                  <a:pt x="1463435" y="50791"/>
                </a:lnTo>
                <a:lnTo>
                  <a:pt x="1464061" y="50876"/>
                </a:lnTo>
                <a:lnTo>
                  <a:pt x="1464679" y="50973"/>
                </a:lnTo>
                <a:lnTo>
                  <a:pt x="1465290" y="51083"/>
                </a:lnTo>
                <a:lnTo>
                  <a:pt x="1465893" y="51206"/>
                </a:lnTo>
                <a:lnTo>
                  <a:pt x="1466489" y="51342"/>
                </a:lnTo>
                <a:lnTo>
                  <a:pt x="1467077" y="51491"/>
                </a:lnTo>
                <a:lnTo>
                  <a:pt x="1467658" y="51652"/>
                </a:lnTo>
                <a:lnTo>
                  <a:pt x="1468231" y="51827"/>
                </a:lnTo>
                <a:lnTo>
                  <a:pt x="1468797" y="52015"/>
                </a:lnTo>
                <a:lnTo>
                  <a:pt x="1469356" y="52216"/>
                </a:lnTo>
                <a:lnTo>
                  <a:pt x="1469907" y="52429"/>
                </a:lnTo>
                <a:lnTo>
                  <a:pt x="1470450" y="52656"/>
                </a:lnTo>
                <a:lnTo>
                  <a:pt x="1470986" y="52895"/>
                </a:lnTo>
                <a:lnTo>
                  <a:pt x="1471515" y="53148"/>
                </a:lnTo>
                <a:lnTo>
                  <a:pt x="1472036" y="53413"/>
                </a:lnTo>
                <a:lnTo>
                  <a:pt x="1472550" y="53691"/>
                </a:lnTo>
                <a:lnTo>
                  <a:pt x="1473056" y="53983"/>
                </a:lnTo>
                <a:lnTo>
                  <a:pt x="1473555" y="54287"/>
                </a:lnTo>
                <a:lnTo>
                  <a:pt x="1474050" y="54602"/>
                </a:lnTo>
                <a:lnTo>
                  <a:pt x="1474536" y="54927"/>
                </a:lnTo>
                <a:lnTo>
                  <a:pt x="1475012" y="55262"/>
                </a:lnTo>
                <a:lnTo>
                  <a:pt x="1475479" y="55605"/>
                </a:lnTo>
                <a:lnTo>
                  <a:pt x="1475936" y="55959"/>
                </a:lnTo>
                <a:lnTo>
                  <a:pt x="1476383" y="56321"/>
                </a:lnTo>
                <a:lnTo>
                  <a:pt x="1476821" y="56693"/>
                </a:lnTo>
                <a:lnTo>
                  <a:pt x="1477248" y="57075"/>
                </a:lnTo>
                <a:lnTo>
                  <a:pt x="1477667" y="57466"/>
                </a:lnTo>
                <a:lnTo>
                  <a:pt x="1478075" y="57866"/>
                </a:lnTo>
                <a:lnTo>
                  <a:pt x="1478474" y="58276"/>
                </a:lnTo>
                <a:lnTo>
                  <a:pt x="1478864" y="58695"/>
                </a:lnTo>
                <a:lnTo>
                  <a:pt x="1479243" y="59124"/>
                </a:lnTo>
                <a:lnTo>
                  <a:pt x="1479613" y="59562"/>
                </a:lnTo>
                <a:lnTo>
                  <a:pt x="1479973" y="60009"/>
                </a:lnTo>
                <a:lnTo>
                  <a:pt x="1480324" y="60466"/>
                </a:lnTo>
                <a:lnTo>
                  <a:pt x="1480665" y="60933"/>
                </a:lnTo>
                <a:lnTo>
                  <a:pt x="1480996" y="61409"/>
                </a:lnTo>
                <a:lnTo>
                  <a:pt x="1481318" y="61894"/>
                </a:lnTo>
                <a:lnTo>
                  <a:pt x="1481630" y="62389"/>
                </a:lnTo>
                <a:lnTo>
                  <a:pt x="1481933" y="62893"/>
                </a:lnTo>
                <a:lnTo>
                  <a:pt x="1482225" y="63406"/>
                </a:lnTo>
                <a:lnTo>
                  <a:pt x="1482508" y="63929"/>
                </a:lnTo>
                <a:lnTo>
                  <a:pt x="1482782" y="64462"/>
                </a:lnTo>
                <a:lnTo>
                  <a:pt x="1483050" y="65002"/>
                </a:lnTo>
                <a:lnTo>
                  <a:pt x="1483307" y="65549"/>
                </a:lnTo>
                <a:lnTo>
                  <a:pt x="1483552" y="66101"/>
                </a:lnTo>
                <a:lnTo>
                  <a:pt x="1483786" y="66660"/>
                </a:lnTo>
                <a:lnTo>
                  <a:pt x="1484008" y="67225"/>
                </a:lnTo>
                <a:lnTo>
                  <a:pt x="1484220" y="67796"/>
                </a:lnTo>
                <a:lnTo>
                  <a:pt x="1484419" y="68373"/>
                </a:lnTo>
                <a:lnTo>
                  <a:pt x="1484608" y="68956"/>
                </a:lnTo>
                <a:lnTo>
                  <a:pt x="1484784" y="69545"/>
                </a:lnTo>
                <a:lnTo>
                  <a:pt x="1484950" y="70141"/>
                </a:lnTo>
                <a:lnTo>
                  <a:pt x="1485104" y="70743"/>
                </a:lnTo>
                <a:lnTo>
                  <a:pt x="1485247" y="71350"/>
                </a:lnTo>
                <a:lnTo>
                  <a:pt x="1485378" y="71964"/>
                </a:lnTo>
                <a:lnTo>
                  <a:pt x="1485498" y="72585"/>
                </a:lnTo>
                <a:lnTo>
                  <a:pt x="1485606" y="73211"/>
                </a:lnTo>
                <a:lnTo>
                  <a:pt x="1485703" y="73843"/>
                </a:lnTo>
                <a:lnTo>
                  <a:pt x="1485789" y="74482"/>
                </a:lnTo>
                <a:lnTo>
                  <a:pt x="1485863" y="75127"/>
                </a:lnTo>
                <a:lnTo>
                  <a:pt x="1485926" y="75777"/>
                </a:lnTo>
                <a:lnTo>
                  <a:pt x="1485977" y="76434"/>
                </a:lnTo>
                <a:lnTo>
                  <a:pt x="1486017" y="77098"/>
                </a:lnTo>
                <a:lnTo>
                  <a:pt x="1486045" y="77767"/>
                </a:lnTo>
                <a:lnTo>
                  <a:pt x="1486062" y="78442"/>
                </a:lnTo>
                <a:lnTo>
                  <a:pt x="1486068" y="79124"/>
                </a:lnTo>
                <a:lnTo>
                  <a:pt x="1430779" y="79124"/>
                </a:lnTo>
                <a:lnTo>
                  <a:pt x="1430803" y="78752"/>
                </a:lnTo>
                <a:lnTo>
                  <a:pt x="1430858" y="78099"/>
                </a:lnTo>
                <a:lnTo>
                  <a:pt x="1430924" y="77449"/>
                </a:lnTo>
                <a:lnTo>
                  <a:pt x="1431002" y="76803"/>
                </a:lnTo>
                <a:lnTo>
                  <a:pt x="1431093" y="76161"/>
                </a:lnTo>
                <a:lnTo>
                  <a:pt x="1431195" y="75522"/>
                </a:lnTo>
                <a:close/>
                <a:moveTo>
                  <a:pt x="1314163" y="100843"/>
                </a:moveTo>
                <a:lnTo>
                  <a:pt x="1314059" y="101517"/>
                </a:lnTo>
                <a:lnTo>
                  <a:pt x="1313942" y="102180"/>
                </a:lnTo>
                <a:lnTo>
                  <a:pt x="1313810" y="102832"/>
                </a:lnTo>
                <a:lnTo>
                  <a:pt x="1313665" y="103473"/>
                </a:lnTo>
                <a:lnTo>
                  <a:pt x="1313506" y="104103"/>
                </a:lnTo>
                <a:lnTo>
                  <a:pt x="1313333" y="104721"/>
                </a:lnTo>
                <a:lnTo>
                  <a:pt x="1313147" y="105329"/>
                </a:lnTo>
                <a:lnTo>
                  <a:pt x="1312946" y="105925"/>
                </a:lnTo>
                <a:lnTo>
                  <a:pt x="1312732" y="106510"/>
                </a:lnTo>
                <a:lnTo>
                  <a:pt x="1312504" y="107083"/>
                </a:lnTo>
                <a:lnTo>
                  <a:pt x="1312262" y="107646"/>
                </a:lnTo>
                <a:lnTo>
                  <a:pt x="1312006" y="108197"/>
                </a:lnTo>
                <a:lnTo>
                  <a:pt x="1311737" y="108737"/>
                </a:lnTo>
                <a:lnTo>
                  <a:pt x="1311453" y="109266"/>
                </a:lnTo>
                <a:lnTo>
                  <a:pt x="1311156" y="109784"/>
                </a:lnTo>
                <a:lnTo>
                  <a:pt x="1310845" y="110291"/>
                </a:lnTo>
                <a:lnTo>
                  <a:pt x="1310520" y="110786"/>
                </a:lnTo>
                <a:lnTo>
                  <a:pt x="1310190" y="111270"/>
                </a:lnTo>
                <a:lnTo>
                  <a:pt x="1309854" y="111744"/>
                </a:lnTo>
                <a:lnTo>
                  <a:pt x="1309511" y="112208"/>
                </a:lnTo>
                <a:lnTo>
                  <a:pt x="1309161" y="112661"/>
                </a:lnTo>
                <a:lnTo>
                  <a:pt x="1308805" y="113103"/>
                </a:lnTo>
                <a:lnTo>
                  <a:pt x="1308442" y="113535"/>
                </a:lnTo>
                <a:lnTo>
                  <a:pt x="1308073" y="113956"/>
                </a:lnTo>
                <a:lnTo>
                  <a:pt x="1307697" y="114367"/>
                </a:lnTo>
                <a:lnTo>
                  <a:pt x="1307315" y="114767"/>
                </a:lnTo>
                <a:lnTo>
                  <a:pt x="1306926" y="115157"/>
                </a:lnTo>
                <a:lnTo>
                  <a:pt x="1306530" y="115536"/>
                </a:lnTo>
                <a:lnTo>
                  <a:pt x="1306128" y="115905"/>
                </a:lnTo>
                <a:lnTo>
                  <a:pt x="1305719" y="116263"/>
                </a:lnTo>
                <a:lnTo>
                  <a:pt x="1305304" y="116611"/>
                </a:lnTo>
                <a:lnTo>
                  <a:pt x="1304882" y="116948"/>
                </a:lnTo>
                <a:lnTo>
                  <a:pt x="1304453" y="117274"/>
                </a:lnTo>
                <a:lnTo>
                  <a:pt x="1304018" y="117590"/>
                </a:lnTo>
                <a:lnTo>
                  <a:pt x="1303576" y="117896"/>
                </a:lnTo>
                <a:lnTo>
                  <a:pt x="1303128" y="118191"/>
                </a:lnTo>
                <a:lnTo>
                  <a:pt x="1302673" y="118475"/>
                </a:lnTo>
                <a:lnTo>
                  <a:pt x="1302212" y="118749"/>
                </a:lnTo>
                <a:lnTo>
                  <a:pt x="1301743" y="119012"/>
                </a:lnTo>
                <a:lnTo>
                  <a:pt x="1301269" y="119265"/>
                </a:lnTo>
                <a:lnTo>
                  <a:pt x="1300788" y="119507"/>
                </a:lnTo>
                <a:lnTo>
                  <a:pt x="1300309" y="119739"/>
                </a:lnTo>
                <a:lnTo>
                  <a:pt x="1299830" y="119962"/>
                </a:lnTo>
                <a:lnTo>
                  <a:pt x="1299353" y="120174"/>
                </a:lnTo>
                <a:lnTo>
                  <a:pt x="1298876" y="120376"/>
                </a:lnTo>
                <a:lnTo>
                  <a:pt x="1298400" y="120569"/>
                </a:lnTo>
                <a:lnTo>
                  <a:pt x="1297924" y="120752"/>
                </a:lnTo>
                <a:lnTo>
                  <a:pt x="1297449" y="120924"/>
                </a:lnTo>
                <a:lnTo>
                  <a:pt x="1296975" y="121087"/>
                </a:lnTo>
                <a:lnTo>
                  <a:pt x="1296501" y="121240"/>
                </a:lnTo>
                <a:lnTo>
                  <a:pt x="1296028" y="121383"/>
                </a:lnTo>
                <a:lnTo>
                  <a:pt x="1295556" y="121517"/>
                </a:lnTo>
                <a:lnTo>
                  <a:pt x="1295084" y="121640"/>
                </a:lnTo>
                <a:lnTo>
                  <a:pt x="1294613" y="121754"/>
                </a:lnTo>
                <a:lnTo>
                  <a:pt x="1294143" y="121857"/>
                </a:lnTo>
                <a:lnTo>
                  <a:pt x="1293673" y="121951"/>
                </a:lnTo>
                <a:lnTo>
                  <a:pt x="1293204" y="122035"/>
                </a:lnTo>
                <a:lnTo>
                  <a:pt x="1292735" y="122109"/>
                </a:lnTo>
                <a:lnTo>
                  <a:pt x="1292268" y="122173"/>
                </a:lnTo>
                <a:lnTo>
                  <a:pt x="1291801" y="122228"/>
                </a:lnTo>
                <a:lnTo>
                  <a:pt x="1291334" y="122272"/>
                </a:lnTo>
                <a:lnTo>
                  <a:pt x="1290868" y="122307"/>
                </a:lnTo>
                <a:lnTo>
                  <a:pt x="1290403" y="122331"/>
                </a:lnTo>
                <a:lnTo>
                  <a:pt x="1289939" y="122346"/>
                </a:lnTo>
                <a:lnTo>
                  <a:pt x="1289475" y="122351"/>
                </a:lnTo>
                <a:lnTo>
                  <a:pt x="1288707" y="122340"/>
                </a:lnTo>
                <a:lnTo>
                  <a:pt x="1287950" y="122307"/>
                </a:lnTo>
                <a:lnTo>
                  <a:pt x="1287204" y="122252"/>
                </a:lnTo>
                <a:lnTo>
                  <a:pt x="1286470" y="122176"/>
                </a:lnTo>
                <a:lnTo>
                  <a:pt x="1285747" y="122077"/>
                </a:lnTo>
                <a:lnTo>
                  <a:pt x="1285035" y="121956"/>
                </a:lnTo>
                <a:lnTo>
                  <a:pt x="1284335" y="121814"/>
                </a:lnTo>
                <a:lnTo>
                  <a:pt x="1283647" y="121649"/>
                </a:lnTo>
                <a:lnTo>
                  <a:pt x="1282970" y="121463"/>
                </a:lnTo>
                <a:lnTo>
                  <a:pt x="1282304" y="121254"/>
                </a:lnTo>
                <a:lnTo>
                  <a:pt x="1281649" y="121024"/>
                </a:lnTo>
                <a:lnTo>
                  <a:pt x="1281007" y="120771"/>
                </a:lnTo>
                <a:lnTo>
                  <a:pt x="1280375" y="120497"/>
                </a:lnTo>
                <a:lnTo>
                  <a:pt x="1279755" y="120201"/>
                </a:lnTo>
                <a:lnTo>
                  <a:pt x="1279146" y="119883"/>
                </a:lnTo>
                <a:lnTo>
                  <a:pt x="1278549" y="119542"/>
                </a:lnTo>
                <a:lnTo>
                  <a:pt x="1277963" y="119180"/>
                </a:lnTo>
                <a:lnTo>
                  <a:pt x="1277388" y="118796"/>
                </a:lnTo>
                <a:lnTo>
                  <a:pt x="1276825" y="118390"/>
                </a:lnTo>
                <a:lnTo>
                  <a:pt x="1276274" y="117962"/>
                </a:lnTo>
                <a:lnTo>
                  <a:pt x="1275733" y="117513"/>
                </a:lnTo>
                <a:lnTo>
                  <a:pt x="1275205" y="117041"/>
                </a:lnTo>
                <a:lnTo>
                  <a:pt x="1274687" y="116547"/>
                </a:lnTo>
                <a:lnTo>
                  <a:pt x="1274181" y="116031"/>
                </a:lnTo>
                <a:lnTo>
                  <a:pt x="1273696" y="115497"/>
                </a:lnTo>
                <a:lnTo>
                  <a:pt x="1273232" y="114948"/>
                </a:lnTo>
                <a:lnTo>
                  <a:pt x="1272789" y="114384"/>
                </a:lnTo>
                <a:lnTo>
                  <a:pt x="1272366" y="113805"/>
                </a:lnTo>
                <a:lnTo>
                  <a:pt x="1271964" y="113212"/>
                </a:lnTo>
                <a:lnTo>
                  <a:pt x="1271582" y="112603"/>
                </a:lnTo>
                <a:lnTo>
                  <a:pt x="1271221" y="111979"/>
                </a:lnTo>
                <a:lnTo>
                  <a:pt x="1270881" y="111341"/>
                </a:lnTo>
                <a:lnTo>
                  <a:pt x="1270561" y="110687"/>
                </a:lnTo>
                <a:lnTo>
                  <a:pt x="1270262" y="110019"/>
                </a:lnTo>
                <a:lnTo>
                  <a:pt x="1269983" y="109335"/>
                </a:lnTo>
                <a:lnTo>
                  <a:pt x="1269726" y="108637"/>
                </a:lnTo>
                <a:lnTo>
                  <a:pt x="1269488" y="107924"/>
                </a:lnTo>
                <a:lnTo>
                  <a:pt x="1269272" y="107196"/>
                </a:lnTo>
                <a:lnTo>
                  <a:pt x="1269076" y="106453"/>
                </a:lnTo>
                <a:lnTo>
                  <a:pt x="1268901" y="105695"/>
                </a:lnTo>
                <a:lnTo>
                  <a:pt x="1268746" y="104922"/>
                </a:lnTo>
                <a:lnTo>
                  <a:pt x="1268612" y="104134"/>
                </a:lnTo>
                <a:lnTo>
                  <a:pt x="1268498" y="103332"/>
                </a:lnTo>
                <a:lnTo>
                  <a:pt x="1268405" y="102514"/>
                </a:lnTo>
                <a:lnTo>
                  <a:pt x="1268333" y="101682"/>
                </a:lnTo>
                <a:lnTo>
                  <a:pt x="1268282" y="100834"/>
                </a:lnTo>
                <a:lnTo>
                  <a:pt x="1268251" y="99972"/>
                </a:lnTo>
                <a:lnTo>
                  <a:pt x="1268240" y="99094"/>
                </a:lnTo>
                <a:lnTo>
                  <a:pt x="1268240" y="38424"/>
                </a:lnTo>
                <a:lnTo>
                  <a:pt x="1253326" y="38424"/>
                </a:lnTo>
                <a:lnTo>
                  <a:pt x="1253326" y="100106"/>
                </a:lnTo>
                <a:lnTo>
                  <a:pt x="1253333" y="101130"/>
                </a:lnTo>
                <a:lnTo>
                  <a:pt x="1253354" y="102141"/>
                </a:lnTo>
                <a:lnTo>
                  <a:pt x="1253389" y="103136"/>
                </a:lnTo>
                <a:lnTo>
                  <a:pt x="1253438" y="104117"/>
                </a:lnTo>
                <a:lnTo>
                  <a:pt x="1253501" y="105083"/>
                </a:lnTo>
                <a:lnTo>
                  <a:pt x="1253579" y="106034"/>
                </a:lnTo>
                <a:lnTo>
                  <a:pt x="1253670" y="106971"/>
                </a:lnTo>
                <a:lnTo>
                  <a:pt x="1253775" y="107893"/>
                </a:lnTo>
                <a:lnTo>
                  <a:pt x="1253895" y="108800"/>
                </a:lnTo>
                <a:lnTo>
                  <a:pt x="1254028" y="109693"/>
                </a:lnTo>
                <a:lnTo>
                  <a:pt x="1254176" y="110571"/>
                </a:lnTo>
                <a:lnTo>
                  <a:pt x="1254337" y="111434"/>
                </a:lnTo>
                <a:lnTo>
                  <a:pt x="1254513" y="112282"/>
                </a:lnTo>
                <a:lnTo>
                  <a:pt x="1254702" y="113116"/>
                </a:lnTo>
                <a:lnTo>
                  <a:pt x="1254906" y="113935"/>
                </a:lnTo>
                <a:lnTo>
                  <a:pt x="1255124" y="114739"/>
                </a:lnTo>
                <a:lnTo>
                  <a:pt x="1255355" y="115529"/>
                </a:lnTo>
                <a:lnTo>
                  <a:pt x="1255601" y="116304"/>
                </a:lnTo>
                <a:lnTo>
                  <a:pt x="1255861" y="117064"/>
                </a:lnTo>
                <a:lnTo>
                  <a:pt x="1256135" y="117810"/>
                </a:lnTo>
                <a:lnTo>
                  <a:pt x="1256423" y="118541"/>
                </a:lnTo>
                <a:lnTo>
                  <a:pt x="1256724" y="119257"/>
                </a:lnTo>
                <a:lnTo>
                  <a:pt x="1257040" y="119958"/>
                </a:lnTo>
                <a:lnTo>
                  <a:pt x="1257370" y="120645"/>
                </a:lnTo>
                <a:lnTo>
                  <a:pt x="1257713" y="121312"/>
                </a:lnTo>
                <a:lnTo>
                  <a:pt x="1258066" y="121965"/>
                </a:lnTo>
                <a:lnTo>
                  <a:pt x="1258429" y="122604"/>
                </a:lnTo>
                <a:lnTo>
                  <a:pt x="1258803" y="123229"/>
                </a:lnTo>
                <a:lnTo>
                  <a:pt x="1259187" y="123840"/>
                </a:lnTo>
                <a:lnTo>
                  <a:pt x="1259582" y="124437"/>
                </a:lnTo>
                <a:lnTo>
                  <a:pt x="1259988" y="125020"/>
                </a:lnTo>
                <a:lnTo>
                  <a:pt x="1260404" y="125588"/>
                </a:lnTo>
                <a:lnTo>
                  <a:pt x="1260831" y="126143"/>
                </a:lnTo>
                <a:lnTo>
                  <a:pt x="1261268" y="126684"/>
                </a:lnTo>
                <a:lnTo>
                  <a:pt x="1261715" y="127210"/>
                </a:lnTo>
                <a:lnTo>
                  <a:pt x="1262174" y="127723"/>
                </a:lnTo>
                <a:lnTo>
                  <a:pt x="1262642" y="128222"/>
                </a:lnTo>
                <a:lnTo>
                  <a:pt x="1263121" y="128706"/>
                </a:lnTo>
                <a:lnTo>
                  <a:pt x="1263611" y="129177"/>
                </a:lnTo>
                <a:lnTo>
                  <a:pt x="1264112" y="129633"/>
                </a:lnTo>
                <a:lnTo>
                  <a:pt x="1264622" y="130075"/>
                </a:lnTo>
                <a:lnTo>
                  <a:pt x="1265144" y="130504"/>
                </a:lnTo>
                <a:lnTo>
                  <a:pt x="1265676" y="130918"/>
                </a:lnTo>
                <a:lnTo>
                  <a:pt x="1266218" y="131318"/>
                </a:lnTo>
                <a:lnTo>
                  <a:pt x="1266771" y="131705"/>
                </a:lnTo>
                <a:lnTo>
                  <a:pt x="1267335" y="132077"/>
                </a:lnTo>
                <a:lnTo>
                  <a:pt x="1267909" y="132435"/>
                </a:lnTo>
                <a:lnTo>
                  <a:pt x="1268493" y="132779"/>
                </a:lnTo>
                <a:lnTo>
                  <a:pt x="1269087" y="133104"/>
                </a:lnTo>
                <a:lnTo>
                  <a:pt x="1269687" y="133415"/>
                </a:lnTo>
                <a:lnTo>
                  <a:pt x="1270294" y="133712"/>
                </a:lnTo>
                <a:lnTo>
                  <a:pt x="1270909" y="133995"/>
                </a:lnTo>
                <a:lnTo>
                  <a:pt x="1271530" y="134265"/>
                </a:lnTo>
                <a:lnTo>
                  <a:pt x="1272159" y="134521"/>
                </a:lnTo>
                <a:lnTo>
                  <a:pt x="1272794" y="134763"/>
                </a:lnTo>
                <a:lnTo>
                  <a:pt x="1273437" y="134991"/>
                </a:lnTo>
                <a:lnTo>
                  <a:pt x="1274086" y="135205"/>
                </a:lnTo>
                <a:lnTo>
                  <a:pt x="1274743" y="135406"/>
                </a:lnTo>
                <a:lnTo>
                  <a:pt x="1275406" y="135592"/>
                </a:lnTo>
                <a:lnTo>
                  <a:pt x="1276077" y="135765"/>
                </a:lnTo>
                <a:lnTo>
                  <a:pt x="1276755" y="135924"/>
                </a:lnTo>
                <a:lnTo>
                  <a:pt x="1277439" y="136069"/>
                </a:lnTo>
                <a:lnTo>
                  <a:pt x="1278131" y="136200"/>
                </a:lnTo>
                <a:lnTo>
                  <a:pt x="1278830" y="136318"/>
                </a:lnTo>
                <a:lnTo>
                  <a:pt x="1279535" y="136422"/>
                </a:lnTo>
                <a:lnTo>
                  <a:pt x="1280248" y="136511"/>
                </a:lnTo>
                <a:lnTo>
                  <a:pt x="1280968" y="136588"/>
                </a:lnTo>
                <a:lnTo>
                  <a:pt x="1281695" y="136650"/>
                </a:lnTo>
                <a:lnTo>
                  <a:pt x="1282429" y="136698"/>
                </a:lnTo>
                <a:lnTo>
                  <a:pt x="1283169" y="136733"/>
                </a:lnTo>
                <a:lnTo>
                  <a:pt x="1283917" y="136753"/>
                </a:lnTo>
                <a:lnTo>
                  <a:pt x="1284672" y="136760"/>
                </a:lnTo>
                <a:lnTo>
                  <a:pt x="1285582" y="136751"/>
                </a:lnTo>
                <a:lnTo>
                  <a:pt x="1286479" y="136725"/>
                </a:lnTo>
                <a:lnTo>
                  <a:pt x="1287362" y="136680"/>
                </a:lnTo>
                <a:lnTo>
                  <a:pt x="1288232" y="136618"/>
                </a:lnTo>
                <a:lnTo>
                  <a:pt x="1289089" y="136538"/>
                </a:lnTo>
                <a:lnTo>
                  <a:pt x="1289933" y="136440"/>
                </a:lnTo>
                <a:lnTo>
                  <a:pt x="1290764" y="136325"/>
                </a:lnTo>
                <a:lnTo>
                  <a:pt x="1291582" y="136192"/>
                </a:lnTo>
                <a:lnTo>
                  <a:pt x="1292386" y="136040"/>
                </a:lnTo>
                <a:lnTo>
                  <a:pt x="1293177" y="135872"/>
                </a:lnTo>
                <a:lnTo>
                  <a:pt x="1293956" y="135685"/>
                </a:lnTo>
                <a:lnTo>
                  <a:pt x="1294721" y="135481"/>
                </a:lnTo>
                <a:lnTo>
                  <a:pt x="1295472" y="135258"/>
                </a:lnTo>
                <a:lnTo>
                  <a:pt x="1296211" y="135018"/>
                </a:lnTo>
                <a:lnTo>
                  <a:pt x="1296936" y="134761"/>
                </a:lnTo>
                <a:lnTo>
                  <a:pt x="1297649" y="134485"/>
                </a:lnTo>
                <a:lnTo>
                  <a:pt x="1298348" y="134192"/>
                </a:lnTo>
                <a:lnTo>
                  <a:pt x="1299034" y="133881"/>
                </a:lnTo>
                <a:lnTo>
                  <a:pt x="1299707" y="133552"/>
                </a:lnTo>
                <a:lnTo>
                  <a:pt x="1300366" y="133205"/>
                </a:lnTo>
                <a:lnTo>
                  <a:pt x="1301013" y="132841"/>
                </a:lnTo>
                <a:lnTo>
                  <a:pt x="1301646" y="132459"/>
                </a:lnTo>
                <a:lnTo>
                  <a:pt x="1302266" y="132059"/>
                </a:lnTo>
                <a:lnTo>
                  <a:pt x="1302873" y="131641"/>
                </a:lnTo>
                <a:lnTo>
                  <a:pt x="1303467" y="131206"/>
                </a:lnTo>
                <a:lnTo>
                  <a:pt x="1304047" y="130762"/>
                </a:lnTo>
                <a:lnTo>
                  <a:pt x="1304615" y="130311"/>
                </a:lnTo>
                <a:lnTo>
                  <a:pt x="1305169" y="129852"/>
                </a:lnTo>
                <a:lnTo>
                  <a:pt x="1305710" y="129386"/>
                </a:lnTo>
                <a:lnTo>
                  <a:pt x="1306238" y="128912"/>
                </a:lnTo>
                <a:lnTo>
                  <a:pt x="1306753" y="128430"/>
                </a:lnTo>
                <a:lnTo>
                  <a:pt x="1307255" y="127941"/>
                </a:lnTo>
                <a:lnTo>
                  <a:pt x="1307743" y="127444"/>
                </a:lnTo>
                <a:lnTo>
                  <a:pt x="1308219" y="126939"/>
                </a:lnTo>
                <a:lnTo>
                  <a:pt x="1308681" y="126426"/>
                </a:lnTo>
                <a:lnTo>
                  <a:pt x="1309130" y="125906"/>
                </a:lnTo>
                <a:lnTo>
                  <a:pt x="1309565" y="125378"/>
                </a:lnTo>
                <a:lnTo>
                  <a:pt x="1309988" y="124843"/>
                </a:lnTo>
                <a:lnTo>
                  <a:pt x="1310398" y="124299"/>
                </a:lnTo>
                <a:lnTo>
                  <a:pt x="1310794" y="123749"/>
                </a:lnTo>
                <a:lnTo>
                  <a:pt x="1311177" y="123190"/>
                </a:lnTo>
                <a:lnTo>
                  <a:pt x="1311547" y="122624"/>
                </a:lnTo>
                <a:lnTo>
                  <a:pt x="1311904" y="122050"/>
                </a:lnTo>
                <a:lnTo>
                  <a:pt x="1312247" y="121468"/>
                </a:lnTo>
                <a:lnTo>
                  <a:pt x="1312578" y="120879"/>
                </a:lnTo>
                <a:lnTo>
                  <a:pt x="1312895" y="120282"/>
                </a:lnTo>
                <a:lnTo>
                  <a:pt x="1313199" y="119677"/>
                </a:lnTo>
                <a:lnTo>
                  <a:pt x="1313490" y="119065"/>
                </a:lnTo>
                <a:lnTo>
                  <a:pt x="1314501" y="119065"/>
                </a:lnTo>
                <a:lnTo>
                  <a:pt x="1314501" y="135496"/>
                </a:lnTo>
                <a:lnTo>
                  <a:pt x="1329416" y="135496"/>
                </a:lnTo>
                <a:lnTo>
                  <a:pt x="1329416" y="38424"/>
                </a:lnTo>
                <a:lnTo>
                  <a:pt x="1314501" y="38424"/>
                </a:lnTo>
                <a:lnTo>
                  <a:pt x="1314501" y="95808"/>
                </a:lnTo>
                <a:lnTo>
                  <a:pt x="1314495" y="96561"/>
                </a:lnTo>
                <a:lnTo>
                  <a:pt x="1314474" y="97302"/>
                </a:lnTo>
                <a:lnTo>
                  <a:pt x="1314439" y="98033"/>
                </a:lnTo>
                <a:lnTo>
                  <a:pt x="1314391" y="98752"/>
                </a:lnTo>
                <a:lnTo>
                  <a:pt x="1314329" y="99460"/>
                </a:lnTo>
                <a:lnTo>
                  <a:pt x="1314253" y="100157"/>
                </a:lnTo>
                <a:lnTo>
                  <a:pt x="1314163" y="100843"/>
                </a:lnTo>
                <a:close/>
                <a:moveTo>
                  <a:pt x="1621015" y="235551"/>
                </a:moveTo>
                <a:lnTo>
                  <a:pt x="1621345" y="235474"/>
                </a:lnTo>
                <a:lnTo>
                  <a:pt x="1621671" y="235386"/>
                </a:lnTo>
                <a:lnTo>
                  <a:pt x="1621993" y="235288"/>
                </a:lnTo>
                <a:lnTo>
                  <a:pt x="1622310" y="235180"/>
                </a:lnTo>
                <a:lnTo>
                  <a:pt x="1622623" y="235062"/>
                </a:lnTo>
                <a:lnTo>
                  <a:pt x="1622932" y="234933"/>
                </a:lnTo>
                <a:lnTo>
                  <a:pt x="1623236" y="234793"/>
                </a:lnTo>
                <a:lnTo>
                  <a:pt x="1623535" y="234644"/>
                </a:lnTo>
                <a:lnTo>
                  <a:pt x="1623831" y="234484"/>
                </a:lnTo>
                <a:lnTo>
                  <a:pt x="1624122" y="234314"/>
                </a:lnTo>
                <a:lnTo>
                  <a:pt x="1624408" y="234133"/>
                </a:lnTo>
                <a:lnTo>
                  <a:pt x="1624691" y="233943"/>
                </a:lnTo>
                <a:lnTo>
                  <a:pt x="1624968" y="233741"/>
                </a:lnTo>
                <a:lnTo>
                  <a:pt x="1625242" y="233530"/>
                </a:lnTo>
                <a:lnTo>
                  <a:pt x="1625511" y="233308"/>
                </a:lnTo>
                <a:lnTo>
                  <a:pt x="1625775" y="233076"/>
                </a:lnTo>
                <a:lnTo>
                  <a:pt x="1626036" y="232834"/>
                </a:lnTo>
                <a:lnTo>
                  <a:pt x="1626293" y="232584"/>
                </a:lnTo>
                <a:lnTo>
                  <a:pt x="1626540" y="232330"/>
                </a:lnTo>
                <a:lnTo>
                  <a:pt x="1626776" y="232073"/>
                </a:lnTo>
                <a:lnTo>
                  <a:pt x="1627001" y="231810"/>
                </a:lnTo>
                <a:lnTo>
                  <a:pt x="1627215" y="231544"/>
                </a:lnTo>
                <a:lnTo>
                  <a:pt x="1627418" y="231274"/>
                </a:lnTo>
                <a:lnTo>
                  <a:pt x="1627610" y="230999"/>
                </a:lnTo>
                <a:lnTo>
                  <a:pt x="1627791" y="230720"/>
                </a:lnTo>
                <a:lnTo>
                  <a:pt x="1627961" y="230437"/>
                </a:lnTo>
                <a:lnTo>
                  <a:pt x="1628120" y="230150"/>
                </a:lnTo>
                <a:lnTo>
                  <a:pt x="1628268" y="229859"/>
                </a:lnTo>
                <a:lnTo>
                  <a:pt x="1628406" y="229563"/>
                </a:lnTo>
                <a:lnTo>
                  <a:pt x="1628532" y="229264"/>
                </a:lnTo>
                <a:lnTo>
                  <a:pt x="1628647" y="228960"/>
                </a:lnTo>
                <a:lnTo>
                  <a:pt x="1628751" y="228652"/>
                </a:lnTo>
                <a:lnTo>
                  <a:pt x="1628844" y="228340"/>
                </a:lnTo>
                <a:lnTo>
                  <a:pt x="1628927" y="228023"/>
                </a:lnTo>
                <a:lnTo>
                  <a:pt x="1628998" y="227703"/>
                </a:lnTo>
                <a:lnTo>
                  <a:pt x="1629058" y="227378"/>
                </a:lnTo>
                <a:lnTo>
                  <a:pt x="1629108" y="227050"/>
                </a:lnTo>
                <a:lnTo>
                  <a:pt x="1629146" y="226717"/>
                </a:lnTo>
                <a:lnTo>
                  <a:pt x="1629174" y="226379"/>
                </a:lnTo>
                <a:lnTo>
                  <a:pt x="1629190" y="226038"/>
                </a:lnTo>
                <a:lnTo>
                  <a:pt x="1629196" y="225692"/>
                </a:lnTo>
                <a:lnTo>
                  <a:pt x="1629190" y="225347"/>
                </a:lnTo>
                <a:lnTo>
                  <a:pt x="1629174" y="225006"/>
                </a:lnTo>
                <a:lnTo>
                  <a:pt x="1629146" y="224668"/>
                </a:lnTo>
                <a:lnTo>
                  <a:pt x="1629108" y="224335"/>
                </a:lnTo>
                <a:lnTo>
                  <a:pt x="1629058" y="224007"/>
                </a:lnTo>
                <a:lnTo>
                  <a:pt x="1628998" y="223682"/>
                </a:lnTo>
                <a:lnTo>
                  <a:pt x="1628927" y="223362"/>
                </a:lnTo>
                <a:lnTo>
                  <a:pt x="1628844" y="223045"/>
                </a:lnTo>
                <a:lnTo>
                  <a:pt x="1628751" y="222733"/>
                </a:lnTo>
                <a:lnTo>
                  <a:pt x="1628647" y="222425"/>
                </a:lnTo>
                <a:lnTo>
                  <a:pt x="1628532" y="222121"/>
                </a:lnTo>
                <a:lnTo>
                  <a:pt x="1628406" y="221822"/>
                </a:lnTo>
                <a:lnTo>
                  <a:pt x="1628268" y="221526"/>
                </a:lnTo>
                <a:lnTo>
                  <a:pt x="1628120" y="221235"/>
                </a:lnTo>
                <a:lnTo>
                  <a:pt x="1627961" y="220948"/>
                </a:lnTo>
                <a:lnTo>
                  <a:pt x="1627791" y="220665"/>
                </a:lnTo>
                <a:lnTo>
                  <a:pt x="1627610" y="220386"/>
                </a:lnTo>
                <a:lnTo>
                  <a:pt x="1627418" y="220111"/>
                </a:lnTo>
                <a:lnTo>
                  <a:pt x="1627215" y="219841"/>
                </a:lnTo>
                <a:lnTo>
                  <a:pt x="1627001" y="219575"/>
                </a:lnTo>
                <a:lnTo>
                  <a:pt x="1626776" y="219312"/>
                </a:lnTo>
                <a:lnTo>
                  <a:pt x="1626540" y="219055"/>
                </a:lnTo>
                <a:lnTo>
                  <a:pt x="1626293" y="218801"/>
                </a:lnTo>
                <a:lnTo>
                  <a:pt x="1626036" y="218551"/>
                </a:lnTo>
                <a:lnTo>
                  <a:pt x="1625775" y="218309"/>
                </a:lnTo>
                <a:lnTo>
                  <a:pt x="1625511" y="218077"/>
                </a:lnTo>
                <a:lnTo>
                  <a:pt x="1625242" y="217855"/>
                </a:lnTo>
                <a:lnTo>
                  <a:pt x="1624968" y="217644"/>
                </a:lnTo>
                <a:lnTo>
                  <a:pt x="1624691" y="217442"/>
                </a:lnTo>
                <a:lnTo>
                  <a:pt x="1624408" y="217252"/>
                </a:lnTo>
                <a:lnTo>
                  <a:pt x="1624122" y="217071"/>
                </a:lnTo>
                <a:lnTo>
                  <a:pt x="1623831" y="216901"/>
                </a:lnTo>
                <a:lnTo>
                  <a:pt x="1623535" y="216741"/>
                </a:lnTo>
                <a:lnTo>
                  <a:pt x="1623236" y="216592"/>
                </a:lnTo>
                <a:lnTo>
                  <a:pt x="1622932" y="216452"/>
                </a:lnTo>
                <a:lnTo>
                  <a:pt x="1622623" y="216323"/>
                </a:lnTo>
                <a:lnTo>
                  <a:pt x="1622310" y="216205"/>
                </a:lnTo>
                <a:lnTo>
                  <a:pt x="1621993" y="216096"/>
                </a:lnTo>
                <a:lnTo>
                  <a:pt x="1621671" y="215999"/>
                </a:lnTo>
                <a:lnTo>
                  <a:pt x="1621345" y="215911"/>
                </a:lnTo>
                <a:lnTo>
                  <a:pt x="1621015" y="215834"/>
                </a:lnTo>
                <a:lnTo>
                  <a:pt x="1620680" y="215766"/>
                </a:lnTo>
                <a:lnTo>
                  <a:pt x="1620340" y="215710"/>
                </a:lnTo>
                <a:lnTo>
                  <a:pt x="1619997" y="215663"/>
                </a:lnTo>
                <a:lnTo>
                  <a:pt x="1619649" y="215627"/>
                </a:lnTo>
                <a:lnTo>
                  <a:pt x="1619296" y="215601"/>
                </a:lnTo>
                <a:lnTo>
                  <a:pt x="1618940" y="215586"/>
                </a:lnTo>
                <a:lnTo>
                  <a:pt x="1618578" y="215581"/>
                </a:lnTo>
                <a:lnTo>
                  <a:pt x="1618217" y="215586"/>
                </a:lnTo>
                <a:lnTo>
                  <a:pt x="1617860" y="215601"/>
                </a:lnTo>
                <a:lnTo>
                  <a:pt x="1617507" y="215627"/>
                </a:lnTo>
                <a:lnTo>
                  <a:pt x="1617158" y="215663"/>
                </a:lnTo>
                <a:lnTo>
                  <a:pt x="1616814" y="215710"/>
                </a:lnTo>
                <a:lnTo>
                  <a:pt x="1616473" y="215766"/>
                </a:lnTo>
                <a:lnTo>
                  <a:pt x="1616137" y="215834"/>
                </a:lnTo>
                <a:lnTo>
                  <a:pt x="1615805" y="215911"/>
                </a:lnTo>
                <a:lnTo>
                  <a:pt x="1615477" y="215999"/>
                </a:lnTo>
                <a:lnTo>
                  <a:pt x="1615153" y="216096"/>
                </a:lnTo>
                <a:lnTo>
                  <a:pt x="1614833" y="216205"/>
                </a:lnTo>
                <a:lnTo>
                  <a:pt x="1614518" y="216323"/>
                </a:lnTo>
                <a:lnTo>
                  <a:pt x="1614207" y="216452"/>
                </a:lnTo>
                <a:lnTo>
                  <a:pt x="1613900" y="216592"/>
                </a:lnTo>
                <a:lnTo>
                  <a:pt x="1613597" y="216741"/>
                </a:lnTo>
                <a:lnTo>
                  <a:pt x="1613298" y="216901"/>
                </a:lnTo>
                <a:lnTo>
                  <a:pt x="1613003" y="217071"/>
                </a:lnTo>
                <a:lnTo>
                  <a:pt x="1612713" y="217252"/>
                </a:lnTo>
                <a:lnTo>
                  <a:pt x="1612427" y="217442"/>
                </a:lnTo>
                <a:lnTo>
                  <a:pt x="1612145" y="217644"/>
                </a:lnTo>
                <a:lnTo>
                  <a:pt x="1611867" y="217855"/>
                </a:lnTo>
                <a:lnTo>
                  <a:pt x="1611593" y="218077"/>
                </a:lnTo>
                <a:lnTo>
                  <a:pt x="1611323" y="218309"/>
                </a:lnTo>
                <a:lnTo>
                  <a:pt x="1611058" y="218551"/>
                </a:lnTo>
                <a:lnTo>
                  <a:pt x="1610805" y="218801"/>
                </a:lnTo>
                <a:lnTo>
                  <a:pt x="1610563" y="219055"/>
                </a:lnTo>
                <a:lnTo>
                  <a:pt x="1610332" y="219312"/>
                </a:lnTo>
                <a:lnTo>
                  <a:pt x="1610112" y="219575"/>
                </a:lnTo>
                <a:lnTo>
                  <a:pt x="1609902" y="219841"/>
                </a:lnTo>
                <a:lnTo>
                  <a:pt x="1609703" y="220111"/>
                </a:lnTo>
                <a:lnTo>
                  <a:pt x="1609515" y="220386"/>
                </a:lnTo>
                <a:lnTo>
                  <a:pt x="1609337" y="220665"/>
                </a:lnTo>
                <a:lnTo>
                  <a:pt x="1609171" y="220948"/>
                </a:lnTo>
                <a:lnTo>
                  <a:pt x="1609015" y="221235"/>
                </a:lnTo>
                <a:lnTo>
                  <a:pt x="1608870" y="221526"/>
                </a:lnTo>
                <a:lnTo>
                  <a:pt x="1608735" y="221822"/>
                </a:lnTo>
                <a:lnTo>
                  <a:pt x="1608612" y="222121"/>
                </a:lnTo>
                <a:lnTo>
                  <a:pt x="1608499" y="222425"/>
                </a:lnTo>
                <a:lnTo>
                  <a:pt x="1608397" y="222733"/>
                </a:lnTo>
                <a:lnTo>
                  <a:pt x="1608305" y="223045"/>
                </a:lnTo>
                <a:lnTo>
                  <a:pt x="1608225" y="223362"/>
                </a:lnTo>
                <a:lnTo>
                  <a:pt x="1608155" y="223682"/>
                </a:lnTo>
                <a:lnTo>
                  <a:pt x="1608096" y="224007"/>
                </a:lnTo>
                <a:lnTo>
                  <a:pt x="1608047" y="224335"/>
                </a:lnTo>
                <a:lnTo>
                  <a:pt x="1608010" y="224668"/>
                </a:lnTo>
                <a:lnTo>
                  <a:pt x="1607983" y="225006"/>
                </a:lnTo>
                <a:lnTo>
                  <a:pt x="1607966" y="225347"/>
                </a:lnTo>
                <a:lnTo>
                  <a:pt x="1607961" y="225692"/>
                </a:lnTo>
                <a:lnTo>
                  <a:pt x="1607966" y="226038"/>
                </a:lnTo>
                <a:lnTo>
                  <a:pt x="1607983" y="226379"/>
                </a:lnTo>
                <a:lnTo>
                  <a:pt x="1608010" y="226717"/>
                </a:lnTo>
                <a:lnTo>
                  <a:pt x="1608047" y="227050"/>
                </a:lnTo>
                <a:lnTo>
                  <a:pt x="1608096" y="227378"/>
                </a:lnTo>
                <a:lnTo>
                  <a:pt x="1608155" y="227703"/>
                </a:lnTo>
                <a:lnTo>
                  <a:pt x="1608225" y="228023"/>
                </a:lnTo>
                <a:lnTo>
                  <a:pt x="1608305" y="228340"/>
                </a:lnTo>
                <a:lnTo>
                  <a:pt x="1608397" y="228652"/>
                </a:lnTo>
                <a:lnTo>
                  <a:pt x="1608499" y="228960"/>
                </a:lnTo>
                <a:lnTo>
                  <a:pt x="1608612" y="229264"/>
                </a:lnTo>
                <a:lnTo>
                  <a:pt x="1608735" y="229563"/>
                </a:lnTo>
                <a:lnTo>
                  <a:pt x="1608870" y="229859"/>
                </a:lnTo>
                <a:lnTo>
                  <a:pt x="1609015" y="230150"/>
                </a:lnTo>
                <a:lnTo>
                  <a:pt x="1609171" y="230437"/>
                </a:lnTo>
                <a:lnTo>
                  <a:pt x="1609337" y="230720"/>
                </a:lnTo>
                <a:lnTo>
                  <a:pt x="1609515" y="230999"/>
                </a:lnTo>
                <a:lnTo>
                  <a:pt x="1609703" y="231274"/>
                </a:lnTo>
                <a:lnTo>
                  <a:pt x="1609902" y="231544"/>
                </a:lnTo>
                <a:lnTo>
                  <a:pt x="1610112" y="231810"/>
                </a:lnTo>
                <a:lnTo>
                  <a:pt x="1610332" y="232073"/>
                </a:lnTo>
                <a:lnTo>
                  <a:pt x="1610563" y="232330"/>
                </a:lnTo>
                <a:lnTo>
                  <a:pt x="1610805" y="232584"/>
                </a:lnTo>
                <a:lnTo>
                  <a:pt x="1611058" y="232834"/>
                </a:lnTo>
                <a:lnTo>
                  <a:pt x="1611323" y="233076"/>
                </a:lnTo>
                <a:lnTo>
                  <a:pt x="1611593" y="233308"/>
                </a:lnTo>
                <a:lnTo>
                  <a:pt x="1611867" y="233530"/>
                </a:lnTo>
                <a:lnTo>
                  <a:pt x="1612145" y="233741"/>
                </a:lnTo>
                <a:lnTo>
                  <a:pt x="1612427" y="233943"/>
                </a:lnTo>
                <a:lnTo>
                  <a:pt x="1612713" y="234133"/>
                </a:lnTo>
                <a:lnTo>
                  <a:pt x="1613003" y="234314"/>
                </a:lnTo>
                <a:lnTo>
                  <a:pt x="1613298" y="234484"/>
                </a:lnTo>
                <a:lnTo>
                  <a:pt x="1613597" y="234644"/>
                </a:lnTo>
                <a:lnTo>
                  <a:pt x="1613900" y="234793"/>
                </a:lnTo>
                <a:lnTo>
                  <a:pt x="1614207" y="234933"/>
                </a:lnTo>
                <a:lnTo>
                  <a:pt x="1614518" y="235062"/>
                </a:lnTo>
                <a:lnTo>
                  <a:pt x="1614833" y="235180"/>
                </a:lnTo>
                <a:lnTo>
                  <a:pt x="1615153" y="235288"/>
                </a:lnTo>
                <a:lnTo>
                  <a:pt x="1615477" y="235386"/>
                </a:lnTo>
                <a:lnTo>
                  <a:pt x="1615805" y="235474"/>
                </a:lnTo>
                <a:lnTo>
                  <a:pt x="1616137" y="235551"/>
                </a:lnTo>
                <a:lnTo>
                  <a:pt x="1616473" y="235619"/>
                </a:lnTo>
                <a:lnTo>
                  <a:pt x="1616814" y="235675"/>
                </a:lnTo>
                <a:lnTo>
                  <a:pt x="1617158" y="235722"/>
                </a:lnTo>
                <a:lnTo>
                  <a:pt x="1617507" y="235758"/>
                </a:lnTo>
                <a:lnTo>
                  <a:pt x="1617860" y="235784"/>
                </a:lnTo>
                <a:lnTo>
                  <a:pt x="1618217" y="235799"/>
                </a:lnTo>
                <a:lnTo>
                  <a:pt x="1618578" y="235804"/>
                </a:lnTo>
                <a:lnTo>
                  <a:pt x="1618940" y="235799"/>
                </a:lnTo>
                <a:lnTo>
                  <a:pt x="1619296" y="235784"/>
                </a:lnTo>
                <a:lnTo>
                  <a:pt x="1619649" y="235758"/>
                </a:lnTo>
                <a:lnTo>
                  <a:pt x="1619997" y="235722"/>
                </a:lnTo>
                <a:lnTo>
                  <a:pt x="1620340" y="235675"/>
                </a:lnTo>
                <a:lnTo>
                  <a:pt x="1620680" y="235619"/>
                </a:lnTo>
                <a:lnTo>
                  <a:pt x="1621015" y="235551"/>
                </a:lnTo>
                <a:close/>
                <a:moveTo>
                  <a:pt x="1659799" y="264622"/>
                </a:moveTo>
                <a:lnTo>
                  <a:pt x="1659799" y="325292"/>
                </a:lnTo>
                <a:lnTo>
                  <a:pt x="1659806" y="325993"/>
                </a:lnTo>
                <a:lnTo>
                  <a:pt x="1659826" y="326684"/>
                </a:lnTo>
                <a:lnTo>
                  <a:pt x="1659860" y="327364"/>
                </a:lnTo>
                <a:lnTo>
                  <a:pt x="1659908" y="328035"/>
                </a:lnTo>
                <a:lnTo>
                  <a:pt x="1659969" y="328695"/>
                </a:lnTo>
                <a:lnTo>
                  <a:pt x="1660044" y="329345"/>
                </a:lnTo>
                <a:lnTo>
                  <a:pt x="1660133" y="329985"/>
                </a:lnTo>
                <a:lnTo>
                  <a:pt x="1660235" y="330615"/>
                </a:lnTo>
                <a:lnTo>
                  <a:pt x="1660350" y="331235"/>
                </a:lnTo>
                <a:lnTo>
                  <a:pt x="1660479" y="331845"/>
                </a:lnTo>
                <a:lnTo>
                  <a:pt x="1660622" y="332445"/>
                </a:lnTo>
                <a:lnTo>
                  <a:pt x="1660779" y="333034"/>
                </a:lnTo>
                <a:lnTo>
                  <a:pt x="1660949" y="333614"/>
                </a:lnTo>
                <a:lnTo>
                  <a:pt x="1661133" y="334183"/>
                </a:lnTo>
                <a:lnTo>
                  <a:pt x="1661330" y="334743"/>
                </a:lnTo>
                <a:lnTo>
                  <a:pt x="1661541" y="335292"/>
                </a:lnTo>
                <a:lnTo>
                  <a:pt x="1661765" y="335831"/>
                </a:lnTo>
                <a:lnTo>
                  <a:pt x="1662003" y="336360"/>
                </a:lnTo>
                <a:lnTo>
                  <a:pt x="1662255" y="336879"/>
                </a:lnTo>
                <a:lnTo>
                  <a:pt x="1662520" y="337388"/>
                </a:lnTo>
                <a:lnTo>
                  <a:pt x="1662799" y="337887"/>
                </a:lnTo>
                <a:lnTo>
                  <a:pt x="1663092" y="338375"/>
                </a:lnTo>
                <a:lnTo>
                  <a:pt x="1663398" y="338854"/>
                </a:lnTo>
                <a:lnTo>
                  <a:pt x="1663718" y="339322"/>
                </a:lnTo>
                <a:lnTo>
                  <a:pt x="1664053" y="339781"/>
                </a:lnTo>
                <a:lnTo>
                  <a:pt x="1664395" y="340230"/>
                </a:lnTo>
                <a:lnTo>
                  <a:pt x="1664744" y="340668"/>
                </a:lnTo>
                <a:lnTo>
                  <a:pt x="1665101" y="341097"/>
                </a:lnTo>
                <a:lnTo>
                  <a:pt x="1665464" y="341516"/>
                </a:lnTo>
                <a:lnTo>
                  <a:pt x="1665835" y="341925"/>
                </a:lnTo>
                <a:lnTo>
                  <a:pt x="1666212" y="342325"/>
                </a:lnTo>
                <a:lnTo>
                  <a:pt x="1666597" y="342714"/>
                </a:lnTo>
                <a:lnTo>
                  <a:pt x="1666988" y="343094"/>
                </a:lnTo>
                <a:lnTo>
                  <a:pt x="1667386" y="343463"/>
                </a:lnTo>
                <a:lnTo>
                  <a:pt x="1667792" y="343823"/>
                </a:lnTo>
                <a:lnTo>
                  <a:pt x="1668205" y="344173"/>
                </a:lnTo>
                <a:lnTo>
                  <a:pt x="1668624" y="344513"/>
                </a:lnTo>
                <a:lnTo>
                  <a:pt x="1669051" y="344843"/>
                </a:lnTo>
                <a:lnTo>
                  <a:pt x="1669484" y="345163"/>
                </a:lnTo>
                <a:lnTo>
                  <a:pt x="1669925" y="345474"/>
                </a:lnTo>
                <a:lnTo>
                  <a:pt x="1670373" y="345774"/>
                </a:lnTo>
                <a:lnTo>
                  <a:pt x="1670827" y="346065"/>
                </a:lnTo>
                <a:lnTo>
                  <a:pt x="1671289" y="346346"/>
                </a:lnTo>
                <a:lnTo>
                  <a:pt x="1671758" y="346617"/>
                </a:lnTo>
                <a:lnTo>
                  <a:pt x="1672233" y="346878"/>
                </a:lnTo>
                <a:lnTo>
                  <a:pt x="1672716" y="347129"/>
                </a:lnTo>
                <a:lnTo>
                  <a:pt x="1673206" y="347370"/>
                </a:lnTo>
                <a:lnTo>
                  <a:pt x="1673703" y="347601"/>
                </a:lnTo>
                <a:lnTo>
                  <a:pt x="1674209" y="347823"/>
                </a:lnTo>
                <a:lnTo>
                  <a:pt x="1674716" y="348035"/>
                </a:lnTo>
                <a:lnTo>
                  <a:pt x="1675223" y="348238"/>
                </a:lnTo>
                <a:lnTo>
                  <a:pt x="1675732" y="348432"/>
                </a:lnTo>
                <a:lnTo>
                  <a:pt x="1676242" y="348616"/>
                </a:lnTo>
                <a:lnTo>
                  <a:pt x="1676752" y="348790"/>
                </a:lnTo>
                <a:lnTo>
                  <a:pt x="1677263" y="348955"/>
                </a:lnTo>
                <a:lnTo>
                  <a:pt x="1677776" y="349111"/>
                </a:lnTo>
                <a:lnTo>
                  <a:pt x="1678289" y="349257"/>
                </a:lnTo>
                <a:lnTo>
                  <a:pt x="1678802" y="349394"/>
                </a:lnTo>
                <a:lnTo>
                  <a:pt x="1679317" y="349522"/>
                </a:lnTo>
                <a:lnTo>
                  <a:pt x="1679833" y="349639"/>
                </a:lnTo>
                <a:lnTo>
                  <a:pt x="1680350" y="349748"/>
                </a:lnTo>
                <a:lnTo>
                  <a:pt x="1680867" y="349847"/>
                </a:lnTo>
                <a:lnTo>
                  <a:pt x="1681385" y="349937"/>
                </a:lnTo>
                <a:lnTo>
                  <a:pt x="1681904" y="350017"/>
                </a:lnTo>
                <a:lnTo>
                  <a:pt x="1682425" y="350088"/>
                </a:lnTo>
                <a:lnTo>
                  <a:pt x="1682946" y="350149"/>
                </a:lnTo>
                <a:lnTo>
                  <a:pt x="1683467" y="350201"/>
                </a:lnTo>
                <a:lnTo>
                  <a:pt x="1683990" y="350243"/>
                </a:lnTo>
                <a:lnTo>
                  <a:pt x="1684514" y="350276"/>
                </a:lnTo>
                <a:lnTo>
                  <a:pt x="1685038" y="350300"/>
                </a:lnTo>
                <a:lnTo>
                  <a:pt x="1685563" y="350314"/>
                </a:lnTo>
                <a:lnTo>
                  <a:pt x="1686090" y="350319"/>
                </a:lnTo>
                <a:lnTo>
                  <a:pt x="1686435" y="350318"/>
                </a:lnTo>
                <a:lnTo>
                  <a:pt x="1686775" y="350314"/>
                </a:lnTo>
                <a:lnTo>
                  <a:pt x="1687110" y="350309"/>
                </a:lnTo>
                <a:lnTo>
                  <a:pt x="1687440" y="350301"/>
                </a:lnTo>
                <a:lnTo>
                  <a:pt x="1687765" y="350291"/>
                </a:lnTo>
                <a:lnTo>
                  <a:pt x="1688084" y="350279"/>
                </a:lnTo>
                <a:lnTo>
                  <a:pt x="1688399" y="350265"/>
                </a:lnTo>
                <a:lnTo>
                  <a:pt x="1688709" y="350249"/>
                </a:lnTo>
                <a:lnTo>
                  <a:pt x="1689014" y="350230"/>
                </a:lnTo>
                <a:lnTo>
                  <a:pt x="1689313" y="350209"/>
                </a:lnTo>
                <a:lnTo>
                  <a:pt x="1689608" y="350186"/>
                </a:lnTo>
                <a:lnTo>
                  <a:pt x="1689897" y="350161"/>
                </a:lnTo>
                <a:lnTo>
                  <a:pt x="1690182" y="350133"/>
                </a:lnTo>
                <a:lnTo>
                  <a:pt x="1690461" y="350104"/>
                </a:lnTo>
                <a:lnTo>
                  <a:pt x="1690736" y="350072"/>
                </a:lnTo>
                <a:lnTo>
                  <a:pt x="1691005" y="350038"/>
                </a:lnTo>
                <a:lnTo>
                  <a:pt x="1691269" y="350002"/>
                </a:lnTo>
                <a:lnTo>
                  <a:pt x="1691529" y="349963"/>
                </a:lnTo>
                <a:lnTo>
                  <a:pt x="1691783" y="349923"/>
                </a:lnTo>
                <a:lnTo>
                  <a:pt x="1692032" y="349880"/>
                </a:lnTo>
                <a:lnTo>
                  <a:pt x="1692276" y="349835"/>
                </a:lnTo>
                <a:lnTo>
                  <a:pt x="1692515" y="349788"/>
                </a:lnTo>
                <a:lnTo>
                  <a:pt x="1692749" y="349738"/>
                </a:lnTo>
                <a:lnTo>
                  <a:pt x="1692978" y="349687"/>
                </a:lnTo>
                <a:lnTo>
                  <a:pt x="1693203" y="349639"/>
                </a:lnTo>
                <a:lnTo>
                  <a:pt x="1693423" y="349592"/>
                </a:lnTo>
                <a:lnTo>
                  <a:pt x="1693639" y="349545"/>
                </a:lnTo>
                <a:lnTo>
                  <a:pt x="1693851" y="349497"/>
                </a:lnTo>
                <a:lnTo>
                  <a:pt x="1694058" y="349450"/>
                </a:lnTo>
                <a:lnTo>
                  <a:pt x="1694262" y="349402"/>
                </a:lnTo>
                <a:lnTo>
                  <a:pt x="1694461" y="349355"/>
                </a:lnTo>
                <a:lnTo>
                  <a:pt x="1694656" y="349308"/>
                </a:lnTo>
                <a:lnTo>
                  <a:pt x="1694847" y="349260"/>
                </a:lnTo>
                <a:lnTo>
                  <a:pt x="1695034" y="349213"/>
                </a:lnTo>
                <a:lnTo>
                  <a:pt x="1695217" y="349165"/>
                </a:lnTo>
                <a:lnTo>
                  <a:pt x="1695396" y="349118"/>
                </a:lnTo>
                <a:lnTo>
                  <a:pt x="1695570" y="349071"/>
                </a:lnTo>
                <a:lnTo>
                  <a:pt x="1695740" y="349023"/>
                </a:lnTo>
                <a:lnTo>
                  <a:pt x="1695906" y="348976"/>
                </a:lnTo>
                <a:lnTo>
                  <a:pt x="1696068" y="348928"/>
                </a:lnTo>
                <a:lnTo>
                  <a:pt x="1696226" y="348881"/>
                </a:lnTo>
                <a:lnTo>
                  <a:pt x="1696379" y="348834"/>
                </a:lnTo>
                <a:lnTo>
                  <a:pt x="1696528" y="348786"/>
                </a:lnTo>
                <a:lnTo>
                  <a:pt x="1696674" y="348739"/>
                </a:lnTo>
                <a:lnTo>
                  <a:pt x="1696815" y="348691"/>
                </a:lnTo>
                <a:lnTo>
                  <a:pt x="1696951" y="348644"/>
                </a:lnTo>
                <a:lnTo>
                  <a:pt x="1697084" y="348597"/>
                </a:lnTo>
                <a:lnTo>
                  <a:pt x="1697213" y="348549"/>
                </a:lnTo>
                <a:lnTo>
                  <a:pt x="1694179" y="335151"/>
                </a:lnTo>
                <a:lnTo>
                  <a:pt x="1694099" y="335167"/>
                </a:lnTo>
                <a:lnTo>
                  <a:pt x="1694017" y="335184"/>
                </a:lnTo>
                <a:lnTo>
                  <a:pt x="1693932" y="335201"/>
                </a:lnTo>
                <a:lnTo>
                  <a:pt x="1693845" y="335218"/>
                </a:lnTo>
                <a:lnTo>
                  <a:pt x="1693757" y="335236"/>
                </a:lnTo>
                <a:lnTo>
                  <a:pt x="1693665" y="335254"/>
                </a:lnTo>
                <a:lnTo>
                  <a:pt x="1693572" y="335273"/>
                </a:lnTo>
                <a:lnTo>
                  <a:pt x="1693477" y="335292"/>
                </a:lnTo>
                <a:lnTo>
                  <a:pt x="1693379" y="335311"/>
                </a:lnTo>
                <a:lnTo>
                  <a:pt x="1693279" y="335331"/>
                </a:lnTo>
                <a:lnTo>
                  <a:pt x="1693177" y="335352"/>
                </a:lnTo>
                <a:lnTo>
                  <a:pt x="1693073" y="335373"/>
                </a:lnTo>
                <a:lnTo>
                  <a:pt x="1692967" y="335394"/>
                </a:lnTo>
                <a:lnTo>
                  <a:pt x="1692858" y="335416"/>
                </a:lnTo>
                <a:lnTo>
                  <a:pt x="1692747" y="335438"/>
                </a:lnTo>
                <a:lnTo>
                  <a:pt x="1692634" y="335460"/>
                </a:lnTo>
                <a:lnTo>
                  <a:pt x="1692519" y="335483"/>
                </a:lnTo>
                <a:lnTo>
                  <a:pt x="1692402" y="335507"/>
                </a:lnTo>
                <a:lnTo>
                  <a:pt x="1692282" y="335531"/>
                </a:lnTo>
                <a:lnTo>
                  <a:pt x="1692160" y="335555"/>
                </a:lnTo>
                <a:lnTo>
                  <a:pt x="1692036" y="335580"/>
                </a:lnTo>
                <a:lnTo>
                  <a:pt x="1691910" y="335605"/>
                </a:lnTo>
                <a:lnTo>
                  <a:pt x="1691782" y="335631"/>
                </a:lnTo>
                <a:lnTo>
                  <a:pt x="1691651" y="335657"/>
                </a:lnTo>
                <a:lnTo>
                  <a:pt x="1691518" y="335678"/>
                </a:lnTo>
                <a:lnTo>
                  <a:pt x="1691382" y="335697"/>
                </a:lnTo>
                <a:lnTo>
                  <a:pt x="1691242" y="335716"/>
                </a:lnTo>
                <a:lnTo>
                  <a:pt x="1691100" y="335734"/>
                </a:lnTo>
                <a:lnTo>
                  <a:pt x="1690954" y="335751"/>
                </a:lnTo>
                <a:lnTo>
                  <a:pt x="1690806" y="335768"/>
                </a:lnTo>
                <a:lnTo>
                  <a:pt x="1690654" y="335783"/>
                </a:lnTo>
                <a:lnTo>
                  <a:pt x="1690499" y="335797"/>
                </a:lnTo>
                <a:lnTo>
                  <a:pt x="1690342" y="335811"/>
                </a:lnTo>
                <a:lnTo>
                  <a:pt x="1690181" y="335824"/>
                </a:lnTo>
                <a:lnTo>
                  <a:pt x="1690017" y="335836"/>
                </a:lnTo>
                <a:lnTo>
                  <a:pt x="1689850" y="335847"/>
                </a:lnTo>
                <a:lnTo>
                  <a:pt x="1689680" y="335857"/>
                </a:lnTo>
                <a:lnTo>
                  <a:pt x="1689507" y="335866"/>
                </a:lnTo>
                <a:lnTo>
                  <a:pt x="1689330" y="335874"/>
                </a:lnTo>
                <a:lnTo>
                  <a:pt x="1689151" y="335882"/>
                </a:lnTo>
                <a:lnTo>
                  <a:pt x="1688969" y="335888"/>
                </a:lnTo>
                <a:lnTo>
                  <a:pt x="1688783" y="335894"/>
                </a:lnTo>
                <a:lnTo>
                  <a:pt x="1688595" y="335899"/>
                </a:lnTo>
                <a:lnTo>
                  <a:pt x="1688403" y="335903"/>
                </a:lnTo>
                <a:lnTo>
                  <a:pt x="1688209" y="335906"/>
                </a:lnTo>
                <a:lnTo>
                  <a:pt x="1688011" y="335908"/>
                </a:lnTo>
                <a:lnTo>
                  <a:pt x="1687810" y="335909"/>
                </a:lnTo>
                <a:lnTo>
                  <a:pt x="1687606" y="335910"/>
                </a:lnTo>
                <a:lnTo>
                  <a:pt x="1687333" y="335908"/>
                </a:lnTo>
                <a:lnTo>
                  <a:pt x="1687061" y="335903"/>
                </a:lnTo>
                <a:lnTo>
                  <a:pt x="1686790" y="335894"/>
                </a:lnTo>
                <a:lnTo>
                  <a:pt x="1686520" y="335882"/>
                </a:lnTo>
                <a:lnTo>
                  <a:pt x="1686251" y="335866"/>
                </a:lnTo>
                <a:lnTo>
                  <a:pt x="1685983" y="335847"/>
                </a:lnTo>
                <a:lnTo>
                  <a:pt x="1685716" y="335824"/>
                </a:lnTo>
                <a:lnTo>
                  <a:pt x="1685451" y="335797"/>
                </a:lnTo>
                <a:lnTo>
                  <a:pt x="1685186" y="335768"/>
                </a:lnTo>
                <a:lnTo>
                  <a:pt x="1684923" y="335734"/>
                </a:lnTo>
                <a:lnTo>
                  <a:pt x="1684660" y="335697"/>
                </a:lnTo>
                <a:lnTo>
                  <a:pt x="1684399" y="335657"/>
                </a:lnTo>
                <a:lnTo>
                  <a:pt x="1684139" y="335613"/>
                </a:lnTo>
                <a:lnTo>
                  <a:pt x="1683880" y="335566"/>
                </a:lnTo>
                <a:lnTo>
                  <a:pt x="1683622" y="335515"/>
                </a:lnTo>
                <a:lnTo>
                  <a:pt x="1683365" y="335460"/>
                </a:lnTo>
                <a:lnTo>
                  <a:pt x="1683109" y="335402"/>
                </a:lnTo>
                <a:lnTo>
                  <a:pt x="1682855" y="335341"/>
                </a:lnTo>
                <a:lnTo>
                  <a:pt x="1682601" y="335276"/>
                </a:lnTo>
                <a:lnTo>
                  <a:pt x="1682349" y="335208"/>
                </a:lnTo>
                <a:lnTo>
                  <a:pt x="1682097" y="335136"/>
                </a:lnTo>
                <a:lnTo>
                  <a:pt x="1681847" y="335060"/>
                </a:lnTo>
                <a:lnTo>
                  <a:pt x="1681598" y="334981"/>
                </a:lnTo>
                <a:lnTo>
                  <a:pt x="1681350" y="334899"/>
                </a:lnTo>
                <a:lnTo>
                  <a:pt x="1681109" y="334806"/>
                </a:lnTo>
                <a:lnTo>
                  <a:pt x="1680872" y="334705"/>
                </a:lnTo>
                <a:lnTo>
                  <a:pt x="1680639" y="334598"/>
                </a:lnTo>
                <a:lnTo>
                  <a:pt x="1680409" y="334484"/>
                </a:lnTo>
                <a:lnTo>
                  <a:pt x="1680182" y="334363"/>
                </a:lnTo>
                <a:lnTo>
                  <a:pt x="1679959" y="334235"/>
                </a:lnTo>
                <a:lnTo>
                  <a:pt x="1679740" y="334100"/>
                </a:lnTo>
                <a:lnTo>
                  <a:pt x="1679524" y="333958"/>
                </a:lnTo>
                <a:lnTo>
                  <a:pt x="1679312" y="333808"/>
                </a:lnTo>
                <a:lnTo>
                  <a:pt x="1679103" y="333652"/>
                </a:lnTo>
                <a:lnTo>
                  <a:pt x="1678897" y="333489"/>
                </a:lnTo>
                <a:lnTo>
                  <a:pt x="1678695" y="333319"/>
                </a:lnTo>
                <a:lnTo>
                  <a:pt x="1678497" y="333141"/>
                </a:lnTo>
                <a:lnTo>
                  <a:pt x="1678302" y="332957"/>
                </a:lnTo>
                <a:lnTo>
                  <a:pt x="1678111" y="332766"/>
                </a:lnTo>
                <a:lnTo>
                  <a:pt x="1677923" y="332567"/>
                </a:lnTo>
                <a:lnTo>
                  <a:pt x="1677739" y="332362"/>
                </a:lnTo>
                <a:lnTo>
                  <a:pt x="1677558" y="332149"/>
                </a:lnTo>
                <a:lnTo>
                  <a:pt x="1677381" y="331930"/>
                </a:lnTo>
                <a:lnTo>
                  <a:pt x="1677207" y="331704"/>
                </a:lnTo>
                <a:lnTo>
                  <a:pt x="1677036" y="331470"/>
                </a:lnTo>
                <a:lnTo>
                  <a:pt x="1676870" y="331230"/>
                </a:lnTo>
                <a:lnTo>
                  <a:pt x="1676706" y="330982"/>
                </a:lnTo>
                <a:lnTo>
                  <a:pt x="1676547" y="330727"/>
                </a:lnTo>
                <a:lnTo>
                  <a:pt x="1676397" y="330459"/>
                </a:lnTo>
                <a:lnTo>
                  <a:pt x="1676254" y="330179"/>
                </a:lnTo>
                <a:lnTo>
                  <a:pt x="1676117" y="329888"/>
                </a:lnTo>
                <a:lnTo>
                  <a:pt x="1675987" y="329586"/>
                </a:lnTo>
                <a:lnTo>
                  <a:pt x="1675863" y="329274"/>
                </a:lnTo>
                <a:lnTo>
                  <a:pt x="1675745" y="328950"/>
                </a:lnTo>
                <a:lnTo>
                  <a:pt x="1675634" y="328615"/>
                </a:lnTo>
                <a:lnTo>
                  <a:pt x="1675529" y="328270"/>
                </a:lnTo>
                <a:lnTo>
                  <a:pt x="1675430" y="327913"/>
                </a:lnTo>
                <a:lnTo>
                  <a:pt x="1675338" y="327546"/>
                </a:lnTo>
                <a:lnTo>
                  <a:pt x="1675252" y="327167"/>
                </a:lnTo>
                <a:lnTo>
                  <a:pt x="1675172" y="326778"/>
                </a:lnTo>
                <a:lnTo>
                  <a:pt x="1675099" y="326377"/>
                </a:lnTo>
                <a:lnTo>
                  <a:pt x="1675032" y="325966"/>
                </a:lnTo>
                <a:lnTo>
                  <a:pt x="1674972" y="325543"/>
                </a:lnTo>
                <a:lnTo>
                  <a:pt x="1674918" y="325110"/>
                </a:lnTo>
                <a:lnTo>
                  <a:pt x="1674870" y="324666"/>
                </a:lnTo>
                <a:lnTo>
                  <a:pt x="1674829" y="324210"/>
                </a:lnTo>
                <a:lnTo>
                  <a:pt x="1674794" y="323744"/>
                </a:lnTo>
                <a:lnTo>
                  <a:pt x="1674765" y="323267"/>
                </a:lnTo>
                <a:lnTo>
                  <a:pt x="1674743" y="322778"/>
                </a:lnTo>
                <a:lnTo>
                  <a:pt x="1674727" y="322279"/>
                </a:lnTo>
                <a:lnTo>
                  <a:pt x="1674717" y="321769"/>
                </a:lnTo>
                <a:lnTo>
                  <a:pt x="1674714" y="321248"/>
                </a:lnTo>
                <a:lnTo>
                  <a:pt x="1674714" y="264622"/>
                </a:lnTo>
                <a:lnTo>
                  <a:pt x="1695443" y="264622"/>
                </a:lnTo>
                <a:lnTo>
                  <a:pt x="1695443" y="251983"/>
                </a:lnTo>
                <a:lnTo>
                  <a:pt x="1674714" y="251983"/>
                </a:lnTo>
                <a:lnTo>
                  <a:pt x="1674714" y="228726"/>
                </a:lnTo>
                <a:lnTo>
                  <a:pt x="1659799" y="228726"/>
                </a:lnTo>
                <a:lnTo>
                  <a:pt x="1659799" y="251983"/>
                </a:lnTo>
                <a:lnTo>
                  <a:pt x="1645137" y="251983"/>
                </a:lnTo>
                <a:lnTo>
                  <a:pt x="1645137" y="264622"/>
                </a:lnTo>
                <a:lnTo>
                  <a:pt x="1659799" y="264622"/>
                </a:lnTo>
                <a:close/>
                <a:moveTo>
                  <a:pt x="1347606" y="350814"/>
                </a:moveTo>
                <a:lnTo>
                  <a:pt x="1348288" y="350733"/>
                </a:lnTo>
                <a:lnTo>
                  <a:pt x="1348957" y="350642"/>
                </a:lnTo>
                <a:lnTo>
                  <a:pt x="1349614" y="350540"/>
                </a:lnTo>
                <a:lnTo>
                  <a:pt x="1350257" y="350427"/>
                </a:lnTo>
                <a:lnTo>
                  <a:pt x="1350888" y="350303"/>
                </a:lnTo>
                <a:lnTo>
                  <a:pt x="1351505" y="350169"/>
                </a:lnTo>
                <a:lnTo>
                  <a:pt x="1352110" y="350023"/>
                </a:lnTo>
                <a:lnTo>
                  <a:pt x="1352702" y="349868"/>
                </a:lnTo>
                <a:lnTo>
                  <a:pt x="1353281" y="349701"/>
                </a:lnTo>
                <a:lnTo>
                  <a:pt x="1353846" y="349523"/>
                </a:lnTo>
                <a:lnTo>
                  <a:pt x="1354399" y="349335"/>
                </a:lnTo>
                <a:lnTo>
                  <a:pt x="1354939" y="349136"/>
                </a:lnTo>
                <a:lnTo>
                  <a:pt x="1355466" y="348927"/>
                </a:lnTo>
                <a:lnTo>
                  <a:pt x="1355980" y="348706"/>
                </a:lnTo>
                <a:lnTo>
                  <a:pt x="1356481" y="348475"/>
                </a:lnTo>
                <a:lnTo>
                  <a:pt x="1356969" y="348233"/>
                </a:lnTo>
                <a:lnTo>
                  <a:pt x="1357445" y="347981"/>
                </a:lnTo>
                <a:lnTo>
                  <a:pt x="1357909" y="347716"/>
                </a:lnTo>
                <a:lnTo>
                  <a:pt x="1358364" y="347448"/>
                </a:lnTo>
                <a:lnTo>
                  <a:pt x="1358810" y="347178"/>
                </a:lnTo>
                <a:lnTo>
                  <a:pt x="1359247" y="346904"/>
                </a:lnTo>
                <a:lnTo>
                  <a:pt x="1359676" y="346628"/>
                </a:lnTo>
                <a:lnTo>
                  <a:pt x="1360095" y="346349"/>
                </a:lnTo>
                <a:lnTo>
                  <a:pt x="1360505" y="346067"/>
                </a:lnTo>
                <a:lnTo>
                  <a:pt x="1360906" y="345783"/>
                </a:lnTo>
                <a:lnTo>
                  <a:pt x="1361299" y="345495"/>
                </a:lnTo>
                <a:lnTo>
                  <a:pt x="1361682" y="345205"/>
                </a:lnTo>
                <a:lnTo>
                  <a:pt x="1362056" y="344911"/>
                </a:lnTo>
                <a:lnTo>
                  <a:pt x="1362421" y="344615"/>
                </a:lnTo>
                <a:lnTo>
                  <a:pt x="1362778" y="344316"/>
                </a:lnTo>
                <a:lnTo>
                  <a:pt x="1363125" y="344014"/>
                </a:lnTo>
                <a:lnTo>
                  <a:pt x="1363463" y="343710"/>
                </a:lnTo>
                <a:lnTo>
                  <a:pt x="1363792" y="343402"/>
                </a:lnTo>
                <a:lnTo>
                  <a:pt x="1364113" y="343092"/>
                </a:lnTo>
                <a:lnTo>
                  <a:pt x="1364424" y="342779"/>
                </a:lnTo>
                <a:lnTo>
                  <a:pt x="1364726" y="342462"/>
                </a:lnTo>
                <a:lnTo>
                  <a:pt x="1365019" y="342143"/>
                </a:lnTo>
                <a:lnTo>
                  <a:pt x="1365304" y="341822"/>
                </a:lnTo>
                <a:lnTo>
                  <a:pt x="1365579" y="341497"/>
                </a:lnTo>
                <a:lnTo>
                  <a:pt x="1365845" y="341170"/>
                </a:lnTo>
                <a:lnTo>
                  <a:pt x="1366103" y="340839"/>
                </a:lnTo>
                <a:lnTo>
                  <a:pt x="1366353" y="340505"/>
                </a:lnTo>
                <a:lnTo>
                  <a:pt x="1366599" y="340175"/>
                </a:lnTo>
                <a:lnTo>
                  <a:pt x="1366839" y="339850"/>
                </a:lnTo>
                <a:lnTo>
                  <a:pt x="1367075" y="339530"/>
                </a:lnTo>
                <a:lnTo>
                  <a:pt x="1367306" y="339214"/>
                </a:lnTo>
                <a:lnTo>
                  <a:pt x="1367532" y="338904"/>
                </a:lnTo>
                <a:lnTo>
                  <a:pt x="1367754" y="338598"/>
                </a:lnTo>
                <a:lnTo>
                  <a:pt x="1367970" y="338297"/>
                </a:lnTo>
                <a:lnTo>
                  <a:pt x="1368182" y="338001"/>
                </a:lnTo>
                <a:lnTo>
                  <a:pt x="1368389" y="337710"/>
                </a:lnTo>
                <a:lnTo>
                  <a:pt x="1368591" y="337424"/>
                </a:lnTo>
                <a:lnTo>
                  <a:pt x="1368789" y="337142"/>
                </a:lnTo>
                <a:lnTo>
                  <a:pt x="1368981" y="336865"/>
                </a:lnTo>
                <a:lnTo>
                  <a:pt x="1369169" y="336593"/>
                </a:lnTo>
                <a:lnTo>
                  <a:pt x="1369351" y="336326"/>
                </a:lnTo>
                <a:lnTo>
                  <a:pt x="1369529" y="336064"/>
                </a:lnTo>
                <a:lnTo>
                  <a:pt x="1369702" y="335807"/>
                </a:lnTo>
                <a:lnTo>
                  <a:pt x="1369871" y="335554"/>
                </a:lnTo>
                <a:lnTo>
                  <a:pt x="1370034" y="335306"/>
                </a:lnTo>
                <a:lnTo>
                  <a:pt x="1370193" y="335064"/>
                </a:lnTo>
                <a:lnTo>
                  <a:pt x="1370347" y="334825"/>
                </a:lnTo>
                <a:lnTo>
                  <a:pt x="1370496" y="334592"/>
                </a:lnTo>
                <a:lnTo>
                  <a:pt x="1370640" y="334364"/>
                </a:lnTo>
                <a:lnTo>
                  <a:pt x="1370779" y="334140"/>
                </a:lnTo>
                <a:lnTo>
                  <a:pt x="1372549" y="334140"/>
                </a:lnTo>
                <a:lnTo>
                  <a:pt x="1372549" y="349055"/>
                </a:lnTo>
                <a:lnTo>
                  <a:pt x="1386958" y="349055"/>
                </a:lnTo>
                <a:lnTo>
                  <a:pt x="1386958" y="219625"/>
                </a:lnTo>
                <a:lnTo>
                  <a:pt x="1372043" y="219625"/>
                </a:lnTo>
                <a:lnTo>
                  <a:pt x="1372043" y="267403"/>
                </a:lnTo>
                <a:lnTo>
                  <a:pt x="1370779" y="267403"/>
                </a:lnTo>
                <a:lnTo>
                  <a:pt x="1370640" y="267190"/>
                </a:lnTo>
                <a:lnTo>
                  <a:pt x="1370496" y="266972"/>
                </a:lnTo>
                <a:lnTo>
                  <a:pt x="1370348" y="266749"/>
                </a:lnTo>
                <a:lnTo>
                  <a:pt x="1370195" y="266522"/>
                </a:lnTo>
                <a:lnTo>
                  <a:pt x="1370037" y="266289"/>
                </a:lnTo>
                <a:lnTo>
                  <a:pt x="1369875" y="266052"/>
                </a:lnTo>
                <a:lnTo>
                  <a:pt x="1369708" y="265810"/>
                </a:lnTo>
                <a:lnTo>
                  <a:pt x="1369536" y="265563"/>
                </a:lnTo>
                <a:lnTo>
                  <a:pt x="1369360" y="265312"/>
                </a:lnTo>
                <a:lnTo>
                  <a:pt x="1369180" y="265055"/>
                </a:lnTo>
                <a:lnTo>
                  <a:pt x="1368994" y="264794"/>
                </a:lnTo>
                <a:lnTo>
                  <a:pt x="1368804" y="264528"/>
                </a:lnTo>
                <a:lnTo>
                  <a:pt x="1368610" y="264257"/>
                </a:lnTo>
                <a:lnTo>
                  <a:pt x="1368411" y="263981"/>
                </a:lnTo>
                <a:lnTo>
                  <a:pt x="1368207" y="263700"/>
                </a:lnTo>
                <a:lnTo>
                  <a:pt x="1367999" y="263415"/>
                </a:lnTo>
                <a:lnTo>
                  <a:pt x="1367786" y="263124"/>
                </a:lnTo>
                <a:lnTo>
                  <a:pt x="1367568" y="262829"/>
                </a:lnTo>
                <a:lnTo>
                  <a:pt x="1367346" y="262529"/>
                </a:lnTo>
                <a:lnTo>
                  <a:pt x="1367119" y="262224"/>
                </a:lnTo>
                <a:lnTo>
                  <a:pt x="1366888" y="261915"/>
                </a:lnTo>
                <a:lnTo>
                  <a:pt x="1366652" y="261600"/>
                </a:lnTo>
                <a:lnTo>
                  <a:pt x="1366411" y="261281"/>
                </a:lnTo>
                <a:lnTo>
                  <a:pt x="1366166" y="260957"/>
                </a:lnTo>
                <a:lnTo>
                  <a:pt x="1365919" y="260627"/>
                </a:lnTo>
                <a:lnTo>
                  <a:pt x="1365663" y="260300"/>
                </a:lnTo>
                <a:lnTo>
                  <a:pt x="1365397" y="259975"/>
                </a:lnTo>
                <a:lnTo>
                  <a:pt x="1365123" y="259654"/>
                </a:lnTo>
                <a:lnTo>
                  <a:pt x="1364839" y="259336"/>
                </a:lnTo>
                <a:lnTo>
                  <a:pt x="1364546" y="259022"/>
                </a:lnTo>
                <a:lnTo>
                  <a:pt x="1364244" y="258710"/>
                </a:lnTo>
                <a:lnTo>
                  <a:pt x="1363933" y="258401"/>
                </a:lnTo>
                <a:lnTo>
                  <a:pt x="1363612" y="258095"/>
                </a:lnTo>
                <a:lnTo>
                  <a:pt x="1363282" y="257793"/>
                </a:lnTo>
                <a:lnTo>
                  <a:pt x="1362943" y="257493"/>
                </a:lnTo>
                <a:lnTo>
                  <a:pt x="1362595" y="257197"/>
                </a:lnTo>
                <a:lnTo>
                  <a:pt x="1362238" y="256903"/>
                </a:lnTo>
                <a:lnTo>
                  <a:pt x="1361871" y="256613"/>
                </a:lnTo>
                <a:lnTo>
                  <a:pt x="1361495" y="256326"/>
                </a:lnTo>
                <a:lnTo>
                  <a:pt x="1361110" y="256042"/>
                </a:lnTo>
                <a:lnTo>
                  <a:pt x="1360716" y="255760"/>
                </a:lnTo>
                <a:lnTo>
                  <a:pt x="1360312" y="255482"/>
                </a:lnTo>
                <a:lnTo>
                  <a:pt x="1359899" y="255207"/>
                </a:lnTo>
                <a:lnTo>
                  <a:pt x="1359477" y="254936"/>
                </a:lnTo>
                <a:lnTo>
                  <a:pt x="1359046" y="254667"/>
                </a:lnTo>
                <a:lnTo>
                  <a:pt x="1358606" y="254401"/>
                </a:lnTo>
                <a:lnTo>
                  <a:pt x="1358156" y="254138"/>
                </a:lnTo>
                <a:lnTo>
                  <a:pt x="1357697" y="253879"/>
                </a:lnTo>
                <a:lnTo>
                  <a:pt x="1357232" y="253621"/>
                </a:lnTo>
                <a:lnTo>
                  <a:pt x="1356753" y="253374"/>
                </a:lnTo>
                <a:lnTo>
                  <a:pt x="1356261" y="253138"/>
                </a:lnTo>
                <a:lnTo>
                  <a:pt x="1355754" y="252913"/>
                </a:lnTo>
                <a:lnTo>
                  <a:pt x="1355234" y="252699"/>
                </a:lnTo>
                <a:lnTo>
                  <a:pt x="1354699" y="252496"/>
                </a:lnTo>
                <a:lnTo>
                  <a:pt x="1354151" y="252304"/>
                </a:lnTo>
                <a:lnTo>
                  <a:pt x="1353589" y="252123"/>
                </a:lnTo>
                <a:lnTo>
                  <a:pt x="1353014" y="251953"/>
                </a:lnTo>
                <a:lnTo>
                  <a:pt x="1352424" y="251794"/>
                </a:lnTo>
                <a:lnTo>
                  <a:pt x="1351821" y="251646"/>
                </a:lnTo>
                <a:lnTo>
                  <a:pt x="1351204" y="251509"/>
                </a:lnTo>
                <a:lnTo>
                  <a:pt x="1350573" y="251383"/>
                </a:lnTo>
                <a:lnTo>
                  <a:pt x="1349928" y="251267"/>
                </a:lnTo>
                <a:lnTo>
                  <a:pt x="1349269" y="251163"/>
                </a:lnTo>
                <a:lnTo>
                  <a:pt x="1348597" y="251070"/>
                </a:lnTo>
                <a:lnTo>
                  <a:pt x="1347910" y="250988"/>
                </a:lnTo>
                <a:lnTo>
                  <a:pt x="1347210" y="250916"/>
                </a:lnTo>
                <a:lnTo>
                  <a:pt x="1346496" y="250856"/>
                </a:lnTo>
                <a:lnTo>
                  <a:pt x="1345769" y="250807"/>
                </a:lnTo>
                <a:lnTo>
                  <a:pt x="1345027" y="250768"/>
                </a:lnTo>
                <a:lnTo>
                  <a:pt x="1344272" y="250741"/>
                </a:lnTo>
                <a:lnTo>
                  <a:pt x="1343502" y="250724"/>
                </a:lnTo>
                <a:lnTo>
                  <a:pt x="1342719" y="250719"/>
                </a:lnTo>
                <a:lnTo>
                  <a:pt x="1341703" y="250730"/>
                </a:lnTo>
                <a:lnTo>
                  <a:pt x="1340696" y="250761"/>
                </a:lnTo>
                <a:lnTo>
                  <a:pt x="1339700" y="250815"/>
                </a:lnTo>
                <a:lnTo>
                  <a:pt x="1338713" y="250889"/>
                </a:lnTo>
                <a:lnTo>
                  <a:pt x="1337737" y="250985"/>
                </a:lnTo>
                <a:lnTo>
                  <a:pt x="1336771" y="251102"/>
                </a:lnTo>
                <a:lnTo>
                  <a:pt x="1335815" y="251240"/>
                </a:lnTo>
                <a:lnTo>
                  <a:pt x="1334869" y="251400"/>
                </a:lnTo>
                <a:lnTo>
                  <a:pt x="1333933" y="251581"/>
                </a:lnTo>
                <a:lnTo>
                  <a:pt x="1333007" y="251783"/>
                </a:lnTo>
                <a:lnTo>
                  <a:pt x="1332091" y="252007"/>
                </a:lnTo>
                <a:lnTo>
                  <a:pt x="1331186" y="252251"/>
                </a:lnTo>
                <a:lnTo>
                  <a:pt x="1330290" y="252518"/>
                </a:lnTo>
                <a:lnTo>
                  <a:pt x="1329405" y="252805"/>
                </a:lnTo>
                <a:lnTo>
                  <a:pt x="1328529" y="253114"/>
                </a:lnTo>
                <a:lnTo>
                  <a:pt x="1327664" y="253443"/>
                </a:lnTo>
                <a:lnTo>
                  <a:pt x="1326809" y="253795"/>
                </a:lnTo>
                <a:lnTo>
                  <a:pt x="1325964" y="254167"/>
                </a:lnTo>
                <a:lnTo>
                  <a:pt x="1325129" y="254561"/>
                </a:lnTo>
                <a:lnTo>
                  <a:pt x="1324304" y="254976"/>
                </a:lnTo>
                <a:lnTo>
                  <a:pt x="1323489" y="255412"/>
                </a:lnTo>
                <a:lnTo>
                  <a:pt x="1322685" y="255870"/>
                </a:lnTo>
                <a:lnTo>
                  <a:pt x="1321890" y="256349"/>
                </a:lnTo>
                <a:lnTo>
                  <a:pt x="1321106" y="256849"/>
                </a:lnTo>
                <a:lnTo>
                  <a:pt x="1320333" y="257369"/>
                </a:lnTo>
                <a:lnTo>
                  <a:pt x="1319575" y="257906"/>
                </a:lnTo>
                <a:lnTo>
                  <a:pt x="1318831" y="258462"/>
                </a:lnTo>
                <a:lnTo>
                  <a:pt x="1318102" y="259035"/>
                </a:lnTo>
                <a:lnTo>
                  <a:pt x="1317387" y="259626"/>
                </a:lnTo>
                <a:lnTo>
                  <a:pt x="1316686" y="260234"/>
                </a:lnTo>
                <a:lnTo>
                  <a:pt x="1315999" y="260861"/>
                </a:lnTo>
                <a:lnTo>
                  <a:pt x="1315326" y="261505"/>
                </a:lnTo>
                <a:lnTo>
                  <a:pt x="1314668" y="262167"/>
                </a:lnTo>
                <a:lnTo>
                  <a:pt x="1314024" y="262846"/>
                </a:lnTo>
                <a:lnTo>
                  <a:pt x="1313395" y="263544"/>
                </a:lnTo>
                <a:lnTo>
                  <a:pt x="1312779" y="264259"/>
                </a:lnTo>
                <a:lnTo>
                  <a:pt x="1312178" y="264992"/>
                </a:lnTo>
                <a:lnTo>
                  <a:pt x="1311591" y="265743"/>
                </a:lnTo>
                <a:lnTo>
                  <a:pt x="1311019" y="266511"/>
                </a:lnTo>
                <a:lnTo>
                  <a:pt x="1310460" y="267298"/>
                </a:lnTo>
                <a:lnTo>
                  <a:pt x="1309916" y="268102"/>
                </a:lnTo>
                <a:lnTo>
                  <a:pt x="1309386" y="268924"/>
                </a:lnTo>
                <a:lnTo>
                  <a:pt x="1308871" y="269764"/>
                </a:lnTo>
                <a:lnTo>
                  <a:pt x="1308369" y="270621"/>
                </a:lnTo>
                <a:lnTo>
                  <a:pt x="1307882" y="271496"/>
                </a:lnTo>
                <a:lnTo>
                  <a:pt x="1307410" y="272389"/>
                </a:lnTo>
                <a:lnTo>
                  <a:pt x="1306951" y="273300"/>
                </a:lnTo>
                <a:lnTo>
                  <a:pt x="1306507" y="274229"/>
                </a:lnTo>
                <a:lnTo>
                  <a:pt x="1306079" y="275173"/>
                </a:lnTo>
                <a:lnTo>
                  <a:pt x="1305669" y="276131"/>
                </a:lnTo>
                <a:lnTo>
                  <a:pt x="1305278" y="277104"/>
                </a:lnTo>
                <a:lnTo>
                  <a:pt x="1304904" y="278091"/>
                </a:lnTo>
                <a:lnTo>
                  <a:pt x="1304549" y="279091"/>
                </a:lnTo>
                <a:lnTo>
                  <a:pt x="1304212" y="280106"/>
                </a:lnTo>
                <a:lnTo>
                  <a:pt x="1303893" y="281135"/>
                </a:lnTo>
                <a:lnTo>
                  <a:pt x="1303593" y="282177"/>
                </a:lnTo>
                <a:lnTo>
                  <a:pt x="1303310" y="283234"/>
                </a:lnTo>
                <a:lnTo>
                  <a:pt x="1303046" y="284305"/>
                </a:lnTo>
                <a:lnTo>
                  <a:pt x="1302800" y="285390"/>
                </a:lnTo>
                <a:lnTo>
                  <a:pt x="1302573" y="286489"/>
                </a:lnTo>
                <a:lnTo>
                  <a:pt x="1302363" y="287602"/>
                </a:lnTo>
                <a:lnTo>
                  <a:pt x="1302172" y="288729"/>
                </a:lnTo>
                <a:lnTo>
                  <a:pt x="1301999" y="289870"/>
                </a:lnTo>
                <a:lnTo>
                  <a:pt x="1301844" y="291025"/>
                </a:lnTo>
                <a:lnTo>
                  <a:pt x="1301708" y="292194"/>
                </a:lnTo>
                <a:lnTo>
                  <a:pt x="1301589" y="293378"/>
                </a:lnTo>
                <a:lnTo>
                  <a:pt x="1301489" y="294575"/>
                </a:lnTo>
                <a:lnTo>
                  <a:pt x="1301407" y="295786"/>
                </a:lnTo>
                <a:lnTo>
                  <a:pt x="1301343" y="297011"/>
                </a:lnTo>
                <a:lnTo>
                  <a:pt x="1301298" y="298251"/>
                </a:lnTo>
                <a:lnTo>
                  <a:pt x="1301271" y="299504"/>
                </a:lnTo>
                <a:lnTo>
                  <a:pt x="1301261" y="300772"/>
                </a:lnTo>
                <a:lnTo>
                  <a:pt x="1301271" y="302050"/>
                </a:lnTo>
                <a:lnTo>
                  <a:pt x="1301298" y="303313"/>
                </a:lnTo>
                <a:lnTo>
                  <a:pt x="1301343" y="304563"/>
                </a:lnTo>
                <a:lnTo>
                  <a:pt x="1301407" y="305798"/>
                </a:lnTo>
                <a:lnTo>
                  <a:pt x="1301489" y="307018"/>
                </a:lnTo>
                <a:lnTo>
                  <a:pt x="1301589" y="308225"/>
                </a:lnTo>
                <a:lnTo>
                  <a:pt x="1301708" y="309417"/>
                </a:lnTo>
                <a:lnTo>
                  <a:pt x="1301844" y="310595"/>
                </a:lnTo>
                <a:lnTo>
                  <a:pt x="1301999" y="311759"/>
                </a:lnTo>
                <a:lnTo>
                  <a:pt x="1302172" y="312909"/>
                </a:lnTo>
                <a:lnTo>
                  <a:pt x="1302363" y="314044"/>
                </a:lnTo>
                <a:lnTo>
                  <a:pt x="1302573" y="315165"/>
                </a:lnTo>
                <a:lnTo>
                  <a:pt x="1302800" y="316272"/>
                </a:lnTo>
                <a:lnTo>
                  <a:pt x="1303046" y="317364"/>
                </a:lnTo>
                <a:lnTo>
                  <a:pt x="1303310" y="318442"/>
                </a:lnTo>
                <a:lnTo>
                  <a:pt x="1303593" y="319506"/>
                </a:lnTo>
                <a:lnTo>
                  <a:pt x="1303893" y="320556"/>
                </a:lnTo>
                <a:lnTo>
                  <a:pt x="1304212" y="321591"/>
                </a:lnTo>
                <a:lnTo>
                  <a:pt x="1304549" y="322613"/>
                </a:lnTo>
                <a:lnTo>
                  <a:pt x="1304904" y="323619"/>
                </a:lnTo>
                <a:lnTo>
                  <a:pt x="1305278" y="324612"/>
                </a:lnTo>
                <a:lnTo>
                  <a:pt x="1305669" y="325590"/>
                </a:lnTo>
                <a:lnTo>
                  <a:pt x="1306079" y="326555"/>
                </a:lnTo>
                <a:lnTo>
                  <a:pt x="1306507" y="327504"/>
                </a:lnTo>
                <a:lnTo>
                  <a:pt x="1306951" y="328433"/>
                </a:lnTo>
                <a:lnTo>
                  <a:pt x="1307409" y="329344"/>
                </a:lnTo>
                <a:lnTo>
                  <a:pt x="1307881" y="330238"/>
                </a:lnTo>
                <a:lnTo>
                  <a:pt x="1308368" y="331114"/>
                </a:lnTo>
                <a:lnTo>
                  <a:pt x="1308868" y="331972"/>
                </a:lnTo>
                <a:lnTo>
                  <a:pt x="1309382" y="332813"/>
                </a:lnTo>
                <a:lnTo>
                  <a:pt x="1309911" y="333636"/>
                </a:lnTo>
                <a:lnTo>
                  <a:pt x="1310453" y="334442"/>
                </a:lnTo>
                <a:lnTo>
                  <a:pt x="1311010" y="335230"/>
                </a:lnTo>
                <a:lnTo>
                  <a:pt x="1311580" y="336001"/>
                </a:lnTo>
                <a:lnTo>
                  <a:pt x="1312165" y="336754"/>
                </a:lnTo>
                <a:lnTo>
                  <a:pt x="1312763" y="337490"/>
                </a:lnTo>
                <a:lnTo>
                  <a:pt x="1313376" y="338208"/>
                </a:lnTo>
                <a:lnTo>
                  <a:pt x="1314003" y="338908"/>
                </a:lnTo>
                <a:lnTo>
                  <a:pt x="1314644" y="339591"/>
                </a:lnTo>
                <a:lnTo>
                  <a:pt x="1315298" y="340256"/>
                </a:lnTo>
                <a:lnTo>
                  <a:pt x="1315967" y="340904"/>
                </a:lnTo>
                <a:lnTo>
                  <a:pt x="1316650" y="341534"/>
                </a:lnTo>
                <a:lnTo>
                  <a:pt x="1317347" y="342147"/>
                </a:lnTo>
                <a:lnTo>
                  <a:pt x="1318058" y="342742"/>
                </a:lnTo>
                <a:lnTo>
                  <a:pt x="1318783" y="343320"/>
                </a:lnTo>
                <a:lnTo>
                  <a:pt x="1319522" y="343880"/>
                </a:lnTo>
                <a:lnTo>
                  <a:pt x="1320275" y="344422"/>
                </a:lnTo>
                <a:lnTo>
                  <a:pt x="1321042" y="344947"/>
                </a:lnTo>
                <a:lnTo>
                  <a:pt x="1321822" y="345447"/>
                </a:lnTo>
                <a:lnTo>
                  <a:pt x="1322611" y="345926"/>
                </a:lnTo>
                <a:lnTo>
                  <a:pt x="1323409" y="346384"/>
                </a:lnTo>
                <a:lnTo>
                  <a:pt x="1324218" y="346820"/>
                </a:lnTo>
                <a:lnTo>
                  <a:pt x="1325037" y="347235"/>
                </a:lnTo>
                <a:lnTo>
                  <a:pt x="1325865" y="347629"/>
                </a:lnTo>
                <a:lnTo>
                  <a:pt x="1326704" y="348001"/>
                </a:lnTo>
                <a:lnTo>
                  <a:pt x="1327552" y="348353"/>
                </a:lnTo>
                <a:lnTo>
                  <a:pt x="1328410" y="348683"/>
                </a:lnTo>
                <a:lnTo>
                  <a:pt x="1329278" y="348991"/>
                </a:lnTo>
                <a:lnTo>
                  <a:pt x="1330156" y="349279"/>
                </a:lnTo>
                <a:lnTo>
                  <a:pt x="1331044" y="349545"/>
                </a:lnTo>
                <a:lnTo>
                  <a:pt x="1331941" y="349789"/>
                </a:lnTo>
                <a:lnTo>
                  <a:pt x="1332849" y="350013"/>
                </a:lnTo>
                <a:lnTo>
                  <a:pt x="1333766" y="350215"/>
                </a:lnTo>
                <a:lnTo>
                  <a:pt x="1334693" y="350396"/>
                </a:lnTo>
                <a:lnTo>
                  <a:pt x="1335630" y="350556"/>
                </a:lnTo>
                <a:lnTo>
                  <a:pt x="1336577" y="350694"/>
                </a:lnTo>
                <a:lnTo>
                  <a:pt x="1337534" y="350811"/>
                </a:lnTo>
                <a:lnTo>
                  <a:pt x="1338501" y="350907"/>
                </a:lnTo>
                <a:lnTo>
                  <a:pt x="1339478" y="350981"/>
                </a:lnTo>
                <a:lnTo>
                  <a:pt x="1340464" y="351035"/>
                </a:lnTo>
                <a:lnTo>
                  <a:pt x="1341460" y="351067"/>
                </a:lnTo>
                <a:lnTo>
                  <a:pt x="1342467" y="351077"/>
                </a:lnTo>
                <a:lnTo>
                  <a:pt x="1343240" y="351072"/>
                </a:lnTo>
                <a:lnTo>
                  <a:pt x="1344000" y="351056"/>
                </a:lnTo>
                <a:lnTo>
                  <a:pt x="1344747" y="351029"/>
                </a:lnTo>
                <a:lnTo>
                  <a:pt x="1345481" y="350991"/>
                </a:lnTo>
                <a:lnTo>
                  <a:pt x="1346202" y="350943"/>
                </a:lnTo>
                <a:lnTo>
                  <a:pt x="1346910" y="350884"/>
                </a:lnTo>
                <a:lnTo>
                  <a:pt x="1347606" y="350814"/>
                </a:lnTo>
                <a:close/>
                <a:moveTo>
                  <a:pt x="1339291" y="337260"/>
                </a:moveTo>
                <a:lnTo>
                  <a:pt x="1338590" y="337132"/>
                </a:lnTo>
                <a:lnTo>
                  <a:pt x="1337900" y="336986"/>
                </a:lnTo>
                <a:lnTo>
                  <a:pt x="1337221" y="336823"/>
                </a:lnTo>
                <a:lnTo>
                  <a:pt x="1336552" y="336644"/>
                </a:lnTo>
                <a:lnTo>
                  <a:pt x="1335894" y="336447"/>
                </a:lnTo>
                <a:lnTo>
                  <a:pt x="1335246" y="336233"/>
                </a:lnTo>
                <a:lnTo>
                  <a:pt x="1334609" y="336002"/>
                </a:lnTo>
                <a:lnTo>
                  <a:pt x="1333982" y="335754"/>
                </a:lnTo>
                <a:lnTo>
                  <a:pt x="1333366" y="335488"/>
                </a:lnTo>
                <a:lnTo>
                  <a:pt x="1332760" y="335206"/>
                </a:lnTo>
                <a:lnTo>
                  <a:pt x="1332165" y="334906"/>
                </a:lnTo>
                <a:lnTo>
                  <a:pt x="1331581" y="334590"/>
                </a:lnTo>
                <a:lnTo>
                  <a:pt x="1331007" y="334256"/>
                </a:lnTo>
                <a:lnTo>
                  <a:pt x="1330443" y="333905"/>
                </a:lnTo>
                <a:lnTo>
                  <a:pt x="1329890" y="333537"/>
                </a:lnTo>
                <a:lnTo>
                  <a:pt x="1329348" y="333152"/>
                </a:lnTo>
                <a:lnTo>
                  <a:pt x="1328816" y="332750"/>
                </a:lnTo>
                <a:lnTo>
                  <a:pt x="1328300" y="332328"/>
                </a:lnTo>
                <a:lnTo>
                  <a:pt x="1327794" y="331894"/>
                </a:lnTo>
                <a:lnTo>
                  <a:pt x="1327299" y="331448"/>
                </a:lnTo>
                <a:lnTo>
                  <a:pt x="1326815" y="330991"/>
                </a:lnTo>
                <a:lnTo>
                  <a:pt x="1326341" y="330521"/>
                </a:lnTo>
                <a:lnTo>
                  <a:pt x="1325877" y="330040"/>
                </a:lnTo>
                <a:lnTo>
                  <a:pt x="1325424" y="329547"/>
                </a:lnTo>
                <a:lnTo>
                  <a:pt x="1324982" y="329042"/>
                </a:lnTo>
                <a:lnTo>
                  <a:pt x="1324550" y="328525"/>
                </a:lnTo>
                <a:lnTo>
                  <a:pt x="1324129" y="327997"/>
                </a:lnTo>
                <a:lnTo>
                  <a:pt x="1323718" y="327456"/>
                </a:lnTo>
                <a:lnTo>
                  <a:pt x="1323318" y="326904"/>
                </a:lnTo>
                <a:lnTo>
                  <a:pt x="1322928" y="326340"/>
                </a:lnTo>
                <a:lnTo>
                  <a:pt x="1322549" y="325764"/>
                </a:lnTo>
                <a:lnTo>
                  <a:pt x="1322180" y="325176"/>
                </a:lnTo>
                <a:lnTo>
                  <a:pt x="1321822" y="324576"/>
                </a:lnTo>
                <a:lnTo>
                  <a:pt x="1321474" y="323965"/>
                </a:lnTo>
                <a:lnTo>
                  <a:pt x="1321137" y="323341"/>
                </a:lnTo>
                <a:lnTo>
                  <a:pt x="1320811" y="322706"/>
                </a:lnTo>
                <a:lnTo>
                  <a:pt x="1320495" y="322059"/>
                </a:lnTo>
                <a:lnTo>
                  <a:pt x="1320189" y="321400"/>
                </a:lnTo>
                <a:lnTo>
                  <a:pt x="1319894" y="320729"/>
                </a:lnTo>
                <a:lnTo>
                  <a:pt x="1319610" y="320046"/>
                </a:lnTo>
                <a:lnTo>
                  <a:pt x="1319336" y="319352"/>
                </a:lnTo>
                <a:lnTo>
                  <a:pt x="1319078" y="318643"/>
                </a:lnTo>
                <a:lnTo>
                  <a:pt x="1318831" y="317927"/>
                </a:lnTo>
                <a:lnTo>
                  <a:pt x="1318596" y="317205"/>
                </a:lnTo>
                <a:lnTo>
                  <a:pt x="1318371" y="316476"/>
                </a:lnTo>
                <a:lnTo>
                  <a:pt x="1318157" y="315741"/>
                </a:lnTo>
                <a:lnTo>
                  <a:pt x="1317954" y="314999"/>
                </a:lnTo>
                <a:lnTo>
                  <a:pt x="1317762" y="314251"/>
                </a:lnTo>
                <a:lnTo>
                  <a:pt x="1317581" y="313496"/>
                </a:lnTo>
                <a:lnTo>
                  <a:pt x="1317411" y="312734"/>
                </a:lnTo>
                <a:lnTo>
                  <a:pt x="1317251" y="311966"/>
                </a:lnTo>
                <a:lnTo>
                  <a:pt x="1317103" y="311191"/>
                </a:lnTo>
                <a:lnTo>
                  <a:pt x="1316966" y="310409"/>
                </a:lnTo>
                <a:lnTo>
                  <a:pt x="1316840" y="309621"/>
                </a:lnTo>
                <a:lnTo>
                  <a:pt x="1316725" y="308827"/>
                </a:lnTo>
                <a:lnTo>
                  <a:pt x="1316621" y="308026"/>
                </a:lnTo>
                <a:lnTo>
                  <a:pt x="1316527" y="307218"/>
                </a:lnTo>
                <a:lnTo>
                  <a:pt x="1316445" y="306404"/>
                </a:lnTo>
                <a:lnTo>
                  <a:pt x="1316374" y="305583"/>
                </a:lnTo>
                <a:lnTo>
                  <a:pt x="1316313" y="304755"/>
                </a:lnTo>
                <a:lnTo>
                  <a:pt x="1316264" y="303921"/>
                </a:lnTo>
                <a:lnTo>
                  <a:pt x="1316226" y="303080"/>
                </a:lnTo>
                <a:lnTo>
                  <a:pt x="1316198" y="302233"/>
                </a:lnTo>
                <a:lnTo>
                  <a:pt x="1316182" y="301379"/>
                </a:lnTo>
                <a:lnTo>
                  <a:pt x="1316176" y="300519"/>
                </a:lnTo>
                <a:lnTo>
                  <a:pt x="1316182" y="299669"/>
                </a:lnTo>
                <a:lnTo>
                  <a:pt x="1316198" y="298827"/>
                </a:lnTo>
                <a:lnTo>
                  <a:pt x="1316225" y="297991"/>
                </a:lnTo>
                <a:lnTo>
                  <a:pt x="1316262" y="297162"/>
                </a:lnTo>
                <a:lnTo>
                  <a:pt x="1316311" y="296341"/>
                </a:lnTo>
                <a:lnTo>
                  <a:pt x="1316370" y="295526"/>
                </a:lnTo>
                <a:lnTo>
                  <a:pt x="1316440" y="294719"/>
                </a:lnTo>
                <a:lnTo>
                  <a:pt x="1316520" y="293918"/>
                </a:lnTo>
                <a:lnTo>
                  <a:pt x="1316612" y="293125"/>
                </a:lnTo>
                <a:lnTo>
                  <a:pt x="1316714" y="292338"/>
                </a:lnTo>
                <a:lnTo>
                  <a:pt x="1316827" y="291559"/>
                </a:lnTo>
                <a:lnTo>
                  <a:pt x="1316950" y="290786"/>
                </a:lnTo>
                <a:lnTo>
                  <a:pt x="1317085" y="290021"/>
                </a:lnTo>
                <a:lnTo>
                  <a:pt x="1317230" y="289263"/>
                </a:lnTo>
                <a:lnTo>
                  <a:pt x="1317386" y="288511"/>
                </a:lnTo>
                <a:lnTo>
                  <a:pt x="1317553" y="287767"/>
                </a:lnTo>
                <a:lnTo>
                  <a:pt x="1317730" y="287030"/>
                </a:lnTo>
                <a:lnTo>
                  <a:pt x="1317918" y="286299"/>
                </a:lnTo>
                <a:lnTo>
                  <a:pt x="1318117" y="285576"/>
                </a:lnTo>
                <a:lnTo>
                  <a:pt x="1318327" y="284860"/>
                </a:lnTo>
                <a:lnTo>
                  <a:pt x="1318547" y="284151"/>
                </a:lnTo>
                <a:lnTo>
                  <a:pt x="1318778" y="283448"/>
                </a:lnTo>
                <a:lnTo>
                  <a:pt x="1319020" y="282753"/>
                </a:lnTo>
                <a:lnTo>
                  <a:pt x="1319273" y="282065"/>
                </a:lnTo>
                <a:lnTo>
                  <a:pt x="1319542" y="281381"/>
                </a:lnTo>
                <a:lnTo>
                  <a:pt x="1319821" y="280709"/>
                </a:lnTo>
                <a:lnTo>
                  <a:pt x="1320111" y="280050"/>
                </a:lnTo>
                <a:lnTo>
                  <a:pt x="1320412" y="279402"/>
                </a:lnTo>
                <a:lnTo>
                  <a:pt x="1320724" y="278766"/>
                </a:lnTo>
                <a:lnTo>
                  <a:pt x="1321046" y="278143"/>
                </a:lnTo>
                <a:lnTo>
                  <a:pt x="1321380" y="277531"/>
                </a:lnTo>
                <a:lnTo>
                  <a:pt x="1321724" y="276932"/>
                </a:lnTo>
                <a:lnTo>
                  <a:pt x="1322078" y="276345"/>
                </a:lnTo>
                <a:lnTo>
                  <a:pt x="1322444" y="275769"/>
                </a:lnTo>
                <a:lnTo>
                  <a:pt x="1322820" y="275206"/>
                </a:lnTo>
                <a:lnTo>
                  <a:pt x="1323207" y="274655"/>
                </a:lnTo>
                <a:lnTo>
                  <a:pt x="1323605" y="274116"/>
                </a:lnTo>
                <a:lnTo>
                  <a:pt x="1324013" y="273589"/>
                </a:lnTo>
                <a:lnTo>
                  <a:pt x="1324432" y="273074"/>
                </a:lnTo>
                <a:lnTo>
                  <a:pt x="1324862" y="272571"/>
                </a:lnTo>
                <a:lnTo>
                  <a:pt x="1325303" y="272081"/>
                </a:lnTo>
                <a:lnTo>
                  <a:pt x="1325755" y="271602"/>
                </a:lnTo>
                <a:lnTo>
                  <a:pt x="1326217" y="271135"/>
                </a:lnTo>
                <a:lnTo>
                  <a:pt x="1326690" y="270681"/>
                </a:lnTo>
                <a:lnTo>
                  <a:pt x="1327174" y="270238"/>
                </a:lnTo>
                <a:lnTo>
                  <a:pt x="1327668" y="269808"/>
                </a:lnTo>
                <a:lnTo>
                  <a:pt x="1328173" y="269389"/>
                </a:lnTo>
                <a:lnTo>
                  <a:pt x="1328689" y="268983"/>
                </a:lnTo>
                <a:lnTo>
                  <a:pt x="1329222" y="268586"/>
                </a:lnTo>
                <a:lnTo>
                  <a:pt x="1329765" y="268206"/>
                </a:lnTo>
                <a:lnTo>
                  <a:pt x="1330319" y="267843"/>
                </a:lnTo>
                <a:lnTo>
                  <a:pt x="1330884" y="267496"/>
                </a:lnTo>
                <a:lnTo>
                  <a:pt x="1331460" y="267167"/>
                </a:lnTo>
                <a:lnTo>
                  <a:pt x="1332047" y="266854"/>
                </a:lnTo>
                <a:lnTo>
                  <a:pt x="1332645" y="266558"/>
                </a:lnTo>
                <a:lnTo>
                  <a:pt x="1333254" y="266280"/>
                </a:lnTo>
                <a:lnTo>
                  <a:pt x="1333874" y="266018"/>
                </a:lnTo>
                <a:lnTo>
                  <a:pt x="1334504" y="265773"/>
                </a:lnTo>
                <a:lnTo>
                  <a:pt x="1335146" y="265545"/>
                </a:lnTo>
                <a:lnTo>
                  <a:pt x="1335799" y="265333"/>
                </a:lnTo>
                <a:lnTo>
                  <a:pt x="1336463" y="265139"/>
                </a:lnTo>
                <a:lnTo>
                  <a:pt x="1337138" y="264962"/>
                </a:lnTo>
                <a:lnTo>
                  <a:pt x="1337823" y="264801"/>
                </a:lnTo>
                <a:lnTo>
                  <a:pt x="1338520" y="264658"/>
                </a:lnTo>
                <a:lnTo>
                  <a:pt x="1339228" y="264531"/>
                </a:lnTo>
                <a:lnTo>
                  <a:pt x="1339947" y="264421"/>
                </a:lnTo>
                <a:lnTo>
                  <a:pt x="1340676" y="264328"/>
                </a:lnTo>
                <a:lnTo>
                  <a:pt x="1341417" y="264252"/>
                </a:lnTo>
                <a:lnTo>
                  <a:pt x="1342168" y="264193"/>
                </a:lnTo>
                <a:lnTo>
                  <a:pt x="1342931" y="264151"/>
                </a:lnTo>
                <a:lnTo>
                  <a:pt x="1343704" y="264125"/>
                </a:lnTo>
                <a:lnTo>
                  <a:pt x="1344489" y="264117"/>
                </a:lnTo>
                <a:lnTo>
                  <a:pt x="1345242" y="264125"/>
                </a:lnTo>
                <a:lnTo>
                  <a:pt x="1345985" y="264149"/>
                </a:lnTo>
                <a:lnTo>
                  <a:pt x="1346719" y="264189"/>
                </a:lnTo>
                <a:lnTo>
                  <a:pt x="1347442" y="264245"/>
                </a:lnTo>
                <a:lnTo>
                  <a:pt x="1348155" y="264317"/>
                </a:lnTo>
                <a:lnTo>
                  <a:pt x="1348857" y="264405"/>
                </a:lnTo>
                <a:lnTo>
                  <a:pt x="1349550" y="264509"/>
                </a:lnTo>
                <a:lnTo>
                  <a:pt x="1350233" y="264629"/>
                </a:lnTo>
                <a:lnTo>
                  <a:pt x="1350905" y="264766"/>
                </a:lnTo>
                <a:lnTo>
                  <a:pt x="1351568" y="264918"/>
                </a:lnTo>
                <a:lnTo>
                  <a:pt x="1352220" y="265086"/>
                </a:lnTo>
                <a:lnTo>
                  <a:pt x="1352863" y="265270"/>
                </a:lnTo>
                <a:lnTo>
                  <a:pt x="1353495" y="265470"/>
                </a:lnTo>
                <a:lnTo>
                  <a:pt x="1354117" y="265687"/>
                </a:lnTo>
                <a:lnTo>
                  <a:pt x="1354729" y="265919"/>
                </a:lnTo>
                <a:lnTo>
                  <a:pt x="1355331" y="266167"/>
                </a:lnTo>
                <a:lnTo>
                  <a:pt x="1355923" y="266432"/>
                </a:lnTo>
                <a:lnTo>
                  <a:pt x="1356504" y="266712"/>
                </a:lnTo>
                <a:lnTo>
                  <a:pt x="1357076" y="267008"/>
                </a:lnTo>
                <a:lnTo>
                  <a:pt x="1357638" y="267321"/>
                </a:lnTo>
                <a:lnTo>
                  <a:pt x="1358189" y="267649"/>
                </a:lnTo>
                <a:lnTo>
                  <a:pt x="1358730" y="267993"/>
                </a:lnTo>
                <a:lnTo>
                  <a:pt x="1359262" y="268354"/>
                </a:lnTo>
                <a:lnTo>
                  <a:pt x="1359783" y="268730"/>
                </a:lnTo>
                <a:lnTo>
                  <a:pt x="1360294" y="269116"/>
                </a:lnTo>
                <a:lnTo>
                  <a:pt x="1360794" y="269514"/>
                </a:lnTo>
                <a:lnTo>
                  <a:pt x="1361284" y="269925"/>
                </a:lnTo>
                <a:lnTo>
                  <a:pt x="1361763" y="270349"/>
                </a:lnTo>
                <a:lnTo>
                  <a:pt x="1362232" y="270785"/>
                </a:lnTo>
                <a:lnTo>
                  <a:pt x="1362690" y="271235"/>
                </a:lnTo>
                <a:lnTo>
                  <a:pt x="1363138" y="271696"/>
                </a:lnTo>
                <a:lnTo>
                  <a:pt x="1363575" y="272171"/>
                </a:lnTo>
                <a:lnTo>
                  <a:pt x="1364001" y="272658"/>
                </a:lnTo>
                <a:lnTo>
                  <a:pt x="1364417" y="273159"/>
                </a:lnTo>
                <a:lnTo>
                  <a:pt x="1364823" y="273671"/>
                </a:lnTo>
                <a:lnTo>
                  <a:pt x="1365218" y="274197"/>
                </a:lnTo>
                <a:lnTo>
                  <a:pt x="1365602" y="274735"/>
                </a:lnTo>
                <a:lnTo>
                  <a:pt x="1365976" y="275286"/>
                </a:lnTo>
                <a:lnTo>
                  <a:pt x="1366340" y="275850"/>
                </a:lnTo>
                <a:lnTo>
                  <a:pt x="1366693" y="276426"/>
                </a:lnTo>
                <a:lnTo>
                  <a:pt x="1367035" y="277016"/>
                </a:lnTo>
                <a:lnTo>
                  <a:pt x="1367367" y="277618"/>
                </a:lnTo>
                <a:lnTo>
                  <a:pt x="1367688" y="278232"/>
                </a:lnTo>
                <a:lnTo>
                  <a:pt x="1367999" y="278860"/>
                </a:lnTo>
                <a:lnTo>
                  <a:pt x="1368299" y="279500"/>
                </a:lnTo>
                <a:lnTo>
                  <a:pt x="1368588" y="280152"/>
                </a:lnTo>
                <a:lnTo>
                  <a:pt x="1368868" y="280818"/>
                </a:lnTo>
                <a:lnTo>
                  <a:pt x="1369136" y="281496"/>
                </a:lnTo>
                <a:lnTo>
                  <a:pt x="1369394" y="282180"/>
                </a:lnTo>
                <a:lnTo>
                  <a:pt x="1369641" y="282874"/>
                </a:lnTo>
                <a:lnTo>
                  <a:pt x="1369877" y="283577"/>
                </a:lnTo>
                <a:lnTo>
                  <a:pt x="1370102" y="284289"/>
                </a:lnTo>
                <a:lnTo>
                  <a:pt x="1370316" y="285011"/>
                </a:lnTo>
                <a:lnTo>
                  <a:pt x="1370519" y="285742"/>
                </a:lnTo>
                <a:lnTo>
                  <a:pt x="1370711" y="286483"/>
                </a:lnTo>
                <a:lnTo>
                  <a:pt x="1370892" y="287233"/>
                </a:lnTo>
                <a:lnTo>
                  <a:pt x="1371062" y="287993"/>
                </a:lnTo>
                <a:lnTo>
                  <a:pt x="1371221" y="288762"/>
                </a:lnTo>
                <a:lnTo>
                  <a:pt x="1371369" y="289540"/>
                </a:lnTo>
                <a:lnTo>
                  <a:pt x="1371506" y="290328"/>
                </a:lnTo>
                <a:lnTo>
                  <a:pt x="1371632" y="291126"/>
                </a:lnTo>
                <a:lnTo>
                  <a:pt x="1371747" y="291932"/>
                </a:lnTo>
                <a:lnTo>
                  <a:pt x="1371852" y="292748"/>
                </a:lnTo>
                <a:lnTo>
                  <a:pt x="1371945" y="293574"/>
                </a:lnTo>
                <a:lnTo>
                  <a:pt x="1372027" y="294409"/>
                </a:lnTo>
                <a:lnTo>
                  <a:pt x="1372098" y="295254"/>
                </a:lnTo>
                <a:lnTo>
                  <a:pt x="1372159" y="296108"/>
                </a:lnTo>
                <a:lnTo>
                  <a:pt x="1372208" y="296971"/>
                </a:lnTo>
                <a:lnTo>
                  <a:pt x="1372247" y="297844"/>
                </a:lnTo>
                <a:lnTo>
                  <a:pt x="1372274" y="298726"/>
                </a:lnTo>
                <a:lnTo>
                  <a:pt x="1372290" y="299618"/>
                </a:lnTo>
                <a:lnTo>
                  <a:pt x="1372296" y="300519"/>
                </a:lnTo>
                <a:lnTo>
                  <a:pt x="1372290" y="301431"/>
                </a:lnTo>
                <a:lnTo>
                  <a:pt x="1372274" y="302334"/>
                </a:lnTo>
                <a:lnTo>
                  <a:pt x="1372246" y="303228"/>
                </a:lnTo>
                <a:lnTo>
                  <a:pt x="1372206" y="304112"/>
                </a:lnTo>
                <a:lnTo>
                  <a:pt x="1372156" y="304988"/>
                </a:lnTo>
                <a:lnTo>
                  <a:pt x="1372094" y="305855"/>
                </a:lnTo>
                <a:lnTo>
                  <a:pt x="1372022" y="306713"/>
                </a:lnTo>
                <a:lnTo>
                  <a:pt x="1371938" y="307562"/>
                </a:lnTo>
                <a:lnTo>
                  <a:pt x="1371843" y="308402"/>
                </a:lnTo>
                <a:lnTo>
                  <a:pt x="1371736" y="309233"/>
                </a:lnTo>
                <a:lnTo>
                  <a:pt x="1371619" y="310055"/>
                </a:lnTo>
                <a:lnTo>
                  <a:pt x="1371490" y="310868"/>
                </a:lnTo>
                <a:lnTo>
                  <a:pt x="1371350" y="311671"/>
                </a:lnTo>
                <a:lnTo>
                  <a:pt x="1371199" y="312466"/>
                </a:lnTo>
                <a:lnTo>
                  <a:pt x="1371037" y="313252"/>
                </a:lnTo>
                <a:lnTo>
                  <a:pt x="1370863" y="314029"/>
                </a:lnTo>
                <a:lnTo>
                  <a:pt x="1370679" y="314797"/>
                </a:lnTo>
                <a:lnTo>
                  <a:pt x="1370483" y="315556"/>
                </a:lnTo>
                <a:lnTo>
                  <a:pt x="1370276" y="316306"/>
                </a:lnTo>
                <a:lnTo>
                  <a:pt x="1370058" y="317047"/>
                </a:lnTo>
                <a:lnTo>
                  <a:pt x="1369828" y="317779"/>
                </a:lnTo>
                <a:lnTo>
                  <a:pt x="1369588" y="318502"/>
                </a:lnTo>
                <a:lnTo>
                  <a:pt x="1369336" y="319216"/>
                </a:lnTo>
                <a:lnTo>
                  <a:pt x="1369073" y="319921"/>
                </a:lnTo>
                <a:lnTo>
                  <a:pt x="1368799" y="320610"/>
                </a:lnTo>
                <a:lnTo>
                  <a:pt x="1368515" y="321286"/>
                </a:lnTo>
                <a:lnTo>
                  <a:pt x="1368221" y="321950"/>
                </a:lnTo>
                <a:lnTo>
                  <a:pt x="1367916" y="322601"/>
                </a:lnTo>
                <a:lnTo>
                  <a:pt x="1367601" y="323240"/>
                </a:lnTo>
                <a:lnTo>
                  <a:pt x="1367276" y="323867"/>
                </a:lnTo>
                <a:lnTo>
                  <a:pt x="1366940" y="324480"/>
                </a:lnTo>
                <a:lnTo>
                  <a:pt x="1366594" y="325082"/>
                </a:lnTo>
                <a:lnTo>
                  <a:pt x="1366238" y="325671"/>
                </a:lnTo>
                <a:lnTo>
                  <a:pt x="1365871" y="326247"/>
                </a:lnTo>
                <a:lnTo>
                  <a:pt x="1365494" y="326811"/>
                </a:lnTo>
                <a:lnTo>
                  <a:pt x="1365107" y="327362"/>
                </a:lnTo>
                <a:lnTo>
                  <a:pt x="1364710" y="327901"/>
                </a:lnTo>
                <a:lnTo>
                  <a:pt x="1364302" y="328427"/>
                </a:lnTo>
                <a:lnTo>
                  <a:pt x="1363884" y="328941"/>
                </a:lnTo>
                <a:lnTo>
                  <a:pt x="1363455" y="329442"/>
                </a:lnTo>
                <a:lnTo>
                  <a:pt x="1363016" y="329931"/>
                </a:lnTo>
                <a:lnTo>
                  <a:pt x="1362567" y="330408"/>
                </a:lnTo>
                <a:lnTo>
                  <a:pt x="1362108" y="330871"/>
                </a:lnTo>
                <a:lnTo>
                  <a:pt x="1361638" y="331323"/>
                </a:lnTo>
                <a:lnTo>
                  <a:pt x="1361158" y="331761"/>
                </a:lnTo>
                <a:lnTo>
                  <a:pt x="1360668" y="332188"/>
                </a:lnTo>
                <a:lnTo>
                  <a:pt x="1360167" y="332601"/>
                </a:lnTo>
                <a:lnTo>
                  <a:pt x="1359656" y="333003"/>
                </a:lnTo>
                <a:lnTo>
                  <a:pt x="1359135" y="333384"/>
                </a:lnTo>
                <a:lnTo>
                  <a:pt x="1358605" y="333750"/>
                </a:lnTo>
                <a:lnTo>
                  <a:pt x="1358065" y="334099"/>
                </a:lnTo>
                <a:lnTo>
                  <a:pt x="1357515" y="334432"/>
                </a:lnTo>
                <a:lnTo>
                  <a:pt x="1356955" y="334748"/>
                </a:lnTo>
                <a:lnTo>
                  <a:pt x="1356386" y="335049"/>
                </a:lnTo>
                <a:lnTo>
                  <a:pt x="1355807" y="335333"/>
                </a:lnTo>
                <a:lnTo>
                  <a:pt x="1355218" y="335601"/>
                </a:lnTo>
                <a:lnTo>
                  <a:pt x="1354620" y="335852"/>
                </a:lnTo>
                <a:lnTo>
                  <a:pt x="1354012" y="336088"/>
                </a:lnTo>
                <a:lnTo>
                  <a:pt x="1353395" y="336307"/>
                </a:lnTo>
                <a:lnTo>
                  <a:pt x="1352768" y="336510"/>
                </a:lnTo>
                <a:lnTo>
                  <a:pt x="1352131" y="336697"/>
                </a:lnTo>
                <a:lnTo>
                  <a:pt x="1351485" y="336867"/>
                </a:lnTo>
                <a:lnTo>
                  <a:pt x="1350828" y="337022"/>
                </a:lnTo>
                <a:lnTo>
                  <a:pt x="1350163" y="337160"/>
                </a:lnTo>
                <a:lnTo>
                  <a:pt x="1349487" y="337281"/>
                </a:lnTo>
                <a:lnTo>
                  <a:pt x="1348802" y="337387"/>
                </a:lnTo>
                <a:lnTo>
                  <a:pt x="1348107" y="337476"/>
                </a:lnTo>
                <a:lnTo>
                  <a:pt x="1347403" y="337549"/>
                </a:lnTo>
                <a:lnTo>
                  <a:pt x="1346689" y="337606"/>
                </a:lnTo>
                <a:lnTo>
                  <a:pt x="1345965" y="337647"/>
                </a:lnTo>
                <a:lnTo>
                  <a:pt x="1345232" y="337671"/>
                </a:lnTo>
                <a:lnTo>
                  <a:pt x="1344489" y="337679"/>
                </a:lnTo>
                <a:lnTo>
                  <a:pt x="1343715" y="337671"/>
                </a:lnTo>
                <a:lnTo>
                  <a:pt x="1342951" y="337645"/>
                </a:lnTo>
                <a:lnTo>
                  <a:pt x="1342198" y="337602"/>
                </a:lnTo>
                <a:lnTo>
                  <a:pt x="1341455" y="337542"/>
                </a:lnTo>
                <a:lnTo>
                  <a:pt x="1340723" y="337465"/>
                </a:lnTo>
                <a:lnTo>
                  <a:pt x="1340002" y="337371"/>
                </a:lnTo>
                <a:lnTo>
                  <a:pt x="1339291" y="337260"/>
                </a:lnTo>
                <a:close/>
                <a:moveTo>
                  <a:pt x="1575604" y="251983"/>
                </a:moveTo>
                <a:lnTo>
                  <a:pt x="1554622" y="326051"/>
                </a:lnTo>
                <a:lnTo>
                  <a:pt x="1553611" y="326051"/>
                </a:lnTo>
                <a:lnTo>
                  <a:pt x="1533135" y="251983"/>
                </a:lnTo>
                <a:lnTo>
                  <a:pt x="1517209" y="251983"/>
                </a:lnTo>
                <a:lnTo>
                  <a:pt x="1496480" y="326304"/>
                </a:lnTo>
                <a:lnTo>
                  <a:pt x="1495469" y="326304"/>
                </a:lnTo>
                <a:lnTo>
                  <a:pt x="1474487" y="251983"/>
                </a:lnTo>
                <a:lnTo>
                  <a:pt x="1458814" y="251983"/>
                </a:lnTo>
                <a:lnTo>
                  <a:pt x="1488391" y="349055"/>
                </a:lnTo>
                <a:lnTo>
                  <a:pt x="1503053" y="349055"/>
                </a:lnTo>
                <a:lnTo>
                  <a:pt x="1524287" y="274481"/>
                </a:lnTo>
                <a:lnTo>
                  <a:pt x="1525804" y="274481"/>
                </a:lnTo>
                <a:lnTo>
                  <a:pt x="1547038" y="349055"/>
                </a:lnTo>
                <a:lnTo>
                  <a:pt x="1561700" y="349055"/>
                </a:lnTo>
                <a:lnTo>
                  <a:pt x="1591277" y="251983"/>
                </a:lnTo>
                <a:lnTo>
                  <a:pt x="1575604" y="251983"/>
                </a:lnTo>
                <a:close/>
                <a:moveTo>
                  <a:pt x="1610995" y="251983"/>
                </a:moveTo>
                <a:lnTo>
                  <a:pt x="1610995" y="349055"/>
                </a:lnTo>
                <a:lnTo>
                  <a:pt x="1625909" y="349055"/>
                </a:lnTo>
                <a:lnTo>
                  <a:pt x="1625909" y="251983"/>
                </a:lnTo>
                <a:lnTo>
                  <a:pt x="1610995" y="251983"/>
                </a:lnTo>
                <a:close/>
                <a:moveTo>
                  <a:pt x="1282967" y="293780"/>
                </a:moveTo>
                <a:lnTo>
                  <a:pt x="1282899" y="292730"/>
                </a:lnTo>
                <a:lnTo>
                  <a:pt x="1282817" y="291694"/>
                </a:lnTo>
                <a:lnTo>
                  <a:pt x="1282723" y="290674"/>
                </a:lnTo>
                <a:lnTo>
                  <a:pt x="1282617" y="289669"/>
                </a:lnTo>
                <a:lnTo>
                  <a:pt x="1282498" y="288678"/>
                </a:lnTo>
                <a:lnTo>
                  <a:pt x="1282367" y="287702"/>
                </a:lnTo>
                <a:lnTo>
                  <a:pt x="1282223" y="286742"/>
                </a:lnTo>
                <a:lnTo>
                  <a:pt x="1282067" y="285796"/>
                </a:lnTo>
                <a:lnTo>
                  <a:pt x="1281898" y="284865"/>
                </a:lnTo>
                <a:lnTo>
                  <a:pt x="1281717" y="283949"/>
                </a:lnTo>
                <a:lnTo>
                  <a:pt x="1281523" y="283048"/>
                </a:lnTo>
                <a:lnTo>
                  <a:pt x="1281316" y="282162"/>
                </a:lnTo>
                <a:lnTo>
                  <a:pt x="1281097" y="281291"/>
                </a:lnTo>
                <a:lnTo>
                  <a:pt x="1280866" y="280435"/>
                </a:lnTo>
                <a:lnTo>
                  <a:pt x="1280622" y="279593"/>
                </a:lnTo>
                <a:lnTo>
                  <a:pt x="1280366" y="278767"/>
                </a:lnTo>
                <a:lnTo>
                  <a:pt x="1280097" y="277955"/>
                </a:lnTo>
                <a:lnTo>
                  <a:pt x="1279815" y="277159"/>
                </a:lnTo>
                <a:lnTo>
                  <a:pt x="1279521" y="276377"/>
                </a:lnTo>
                <a:lnTo>
                  <a:pt x="1279217" y="275609"/>
                </a:lnTo>
                <a:lnTo>
                  <a:pt x="1278904" y="274854"/>
                </a:lnTo>
                <a:lnTo>
                  <a:pt x="1278582" y="274112"/>
                </a:lnTo>
                <a:lnTo>
                  <a:pt x="1278252" y="273382"/>
                </a:lnTo>
                <a:lnTo>
                  <a:pt x="1277914" y="272665"/>
                </a:lnTo>
                <a:lnTo>
                  <a:pt x="1277566" y="271961"/>
                </a:lnTo>
                <a:lnTo>
                  <a:pt x="1277210" y="271270"/>
                </a:lnTo>
                <a:lnTo>
                  <a:pt x="1276846" y="270591"/>
                </a:lnTo>
                <a:lnTo>
                  <a:pt x="1276473" y="269925"/>
                </a:lnTo>
                <a:lnTo>
                  <a:pt x="1276092" y="269272"/>
                </a:lnTo>
                <a:lnTo>
                  <a:pt x="1275702" y="268631"/>
                </a:lnTo>
                <a:lnTo>
                  <a:pt x="1275303" y="268004"/>
                </a:lnTo>
                <a:lnTo>
                  <a:pt x="1274896" y="267388"/>
                </a:lnTo>
                <a:lnTo>
                  <a:pt x="1274480" y="266786"/>
                </a:lnTo>
                <a:lnTo>
                  <a:pt x="1274056" y="266196"/>
                </a:lnTo>
                <a:lnTo>
                  <a:pt x="1273623" y="265620"/>
                </a:lnTo>
                <a:lnTo>
                  <a:pt x="1273182" y="265055"/>
                </a:lnTo>
                <a:lnTo>
                  <a:pt x="1272732" y="264504"/>
                </a:lnTo>
                <a:lnTo>
                  <a:pt x="1272273" y="263965"/>
                </a:lnTo>
                <a:lnTo>
                  <a:pt x="1271806" y="263439"/>
                </a:lnTo>
                <a:lnTo>
                  <a:pt x="1271330" y="262926"/>
                </a:lnTo>
                <a:lnTo>
                  <a:pt x="1270846" y="262425"/>
                </a:lnTo>
                <a:lnTo>
                  <a:pt x="1270354" y="261938"/>
                </a:lnTo>
                <a:lnTo>
                  <a:pt x="1269852" y="261463"/>
                </a:lnTo>
                <a:lnTo>
                  <a:pt x="1269344" y="260994"/>
                </a:lnTo>
                <a:lnTo>
                  <a:pt x="1268832" y="260537"/>
                </a:lnTo>
                <a:lnTo>
                  <a:pt x="1268315" y="260090"/>
                </a:lnTo>
                <a:lnTo>
                  <a:pt x="1267793" y="259654"/>
                </a:lnTo>
                <a:lnTo>
                  <a:pt x="1267267" y="259230"/>
                </a:lnTo>
                <a:lnTo>
                  <a:pt x="1266736" y="258816"/>
                </a:lnTo>
                <a:lnTo>
                  <a:pt x="1266200" y="258413"/>
                </a:lnTo>
                <a:lnTo>
                  <a:pt x="1265660" y="258022"/>
                </a:lnTo>
                <a:lnTo>
                  <a:pt x="1265115" y="257641"/>
                </a:lnTo>
                <a:lnTo>
                  <a:pt x="1264566" y="257271"/>
                </a:lnTo>
                <a:lnTo>
                  <a:pt x="1264012" y="256912"/>
                </a:lnTo>
                <a:lnTo>
                  <a:pt x="1263453" y="256565"/>
                </a:lnTo>
                <a:lnTo>
                  <a:pt x="1262890" y="256228"/>
                </a:lnTo>
                <a:lnTo>
                  <a:pt x="1262322" y="255902"/>
                </a:lnTo>
                <a:lnTo>
                  <a:pt x="1261750" y="255587"/>
                </a:lnTo>
                <a:lnTo>
                  <a:pt x="1261173" y="255283"/>
                </a:lnTo>
                <a:lnTo>
                  <a:pt x="1260591" y="254990"/>
                </a:lnTo>
                <a:lnTo>
                  <a:pt x="1260005" y="254708"/>
                </a:lnTo>
                <a:lnTo>
                  <a:pt x="1259414" y="254437"/>
                </a:lnTo>
                <a:lnTo>
                  <a:pt x="1258819" y="254177"/>
                </a:lnTo>
                <a:lnTo>
                  <a:pt x="1258219" y="253928"/>
                </a:lnTo>
                <a:lnTo>
                  <a:pt x="1257614" y="253690"/>
                </a:lnTo>
                <a:lnTo>
                  <a:pt x="1257005" y="253463"/>
                </a:lnTo>
                <a:lnTo>
                  <a:pt x="1256391" y="253247"/>
                </a:lnTo>
                <a:lnTo>
                  <a:pt x="1255774" y="253041"/>
                </a:lnTo>
                <a:lnTo>
                  <a:pt x="1255157" y="252843"/>
                </a:lnTo>
                <a:lnTo>
                  <a:pt x="1254540" y="252654"/>
                </a:lnTo>
                <a:lnTo>
                  <a:pt x="1253921" y="252474"/>
                </a:lnTo>
                <a:lnTo>
                  <a:pt x="1253302" y="252303"/>
                </a:lnTo>
                <a:lnTo>
                  <a:pt x="1252682" y="252141"/>
                </a:lnTo>
                <a:lnTo>
                  <a:pt x="1252062" y="251987"/>
                </a:lnTo>
                <a:lnTo>
                  <a:pt x="1251441" y="251842"/>
                </a:lnTo>
                <a:lnTo>
                  <a:pt x="1250819" y="251706"/>
                </a:lnTo>
                <a:lnTo>
                  <a:pt x="1250196" y="251579"/>
                </a:lnTo>
                <a:lnTo>
                  <a:pt x="1249573" y="251461"/>
                </a:lnTo>
                <a:lnTo>
                  <a:pt x="1248950" y="251351"/>
                </a:lnTo>
                <a:lnTo>
                  <a:pt x="1248325" y="251250"/>
                </a:lnTo>
                <a:lnTo>
                  <a:pt x="1247700" y="251158"/>
                </a:lnTo>
                <a:lnTo>
                  <a:pt x="1247074" y="251074"/>
                </a:lnTo>
                <a:lnTo>
                  <a:pt x="1246448" y="251000"/>
                </a:lnTo>
                <a:lnTo>
                  <a:pt x="1245821" y="250934"/>
                </a:lnTo>
                <a:lnTo>
                  <a:pt x="1245193" y="250877"/>
                </a:lnTo>
                <a:lnTo>
                  <a:pt x="1244565" y="250829"/>
                </a:lnTo>
                <a:lnTo>
                  <a:pt x="1243936" y="250789"/>
                </a:lnTo>
                <a:lnTo>
                  <a:pt x="1243306" y="250758"/>
                </a:lnTo>
                <a:lnTo>
                  <a:pt x="1242676" y="250736"/>
                </a:lnTo>
                <a:lnTo>
                  <a:pt x="1242045" y="250723"/>
                </a:lnTo>
                <a:lnTo>
                  <a:pt x="1241413" y="250719"/>
                </a:lnTo>
                <a:lnTo>
                  <a:pt x="1240323" y="250730"/>
                </a:lnTo>
                <a:lnTo>
                  <a:pt x="1239245" y="250764"/>
                </a:lnTo>
                <a:lnTo>
                  <a:pt x="1238178" y="250820"/>
                </a:lnTo>
                <a:lnTo>
                  <a:pt x="1237123" y="250898"/>
                </a:lnTo>
                <a:lnTo>
                  <a:pt x="1236079" y="250999"/>
                </a:lnTo>
                <a:lnTo>
                  <a:pt x="1235046" y="251122"/>
                </a:lnTo>
                <a:lnTo>
                  <a:pt x="1234025" y="251267"/>
                </a:lnTo>
                <a:lnTo>
                  <a:pt x="1233015" y="251435"/>
                </a:lnTo>
                <a:lnTo>
                  <a:pt x="1232016" y="251625"/>
                </a:lnTo>
                <a:lnTo>
                  <a:pt x="1231029" y="251838"/>
                </a:lnTo>
                <a:lnTo>
                  <a:pt x="1230054" y="252073"/>
                </a:lnTo>
                <a:lnTo>
                  <a:pt x="1229090" y="252330"/>
                </a:lnTo>
                <a:lnTo>
                  <a:pt x="1228137" y="252610"/>
                </a:lnTo>
                <a:lnTo>
                  <a:pt x="1227195" y="252912"/>
                </a:lnTo>
                <a:lnTo>
                  <a:pt x="1226265" y="253237"/>
                </a:lnTo>
                <a:lnTo>
                  <a:pt x="1225347" y="253584"/>
                </a:lnTo>
                <a:lnTo>
                  <a:pt x="1224440" y="253953"/>
                </a:lnTo>
                <a:lnTo>
                  <a:pt x="1223544" y="254345"/>
                </a:lnTo>
                <a:lnTo>
                  <a:pt x="1222660" y="254759"/>
                </a:lnTo>
                <a:lnTo>
                  <a:pt x="1221787" y="255195"/>
                </a:lnTo>
                <a:lnTo>
                  <a:pt x="1220925" y="255654"/>
                </a:lnTo>
                <a:lnTo>
                  <a:pt x="1220075" y="256135"/>
                </a:lnTo>
                <a:lnTo>
                  <a:pt x="1219236" y="256639"/>
                </a:lnTo>
                <a:lnTo>
                  <a:pt x="1218409" y="257165"/>
                </a:lnTo>
                <a:lnTo>
                  <a:pt x="1217600" y="257706"/>
                </a:lnTo>
                <a:lnTo>
                  <a:pt x="1216806" y="258264"/>
                </a:lnTo>
                <a:lnTo>
                  <a:pt x="1216027" y="258840"/>
                </a:lnTo>
                <a:lnTo>
                  <a:pt x="1215263" y="259433"/>
                </a:lnTo>
                <a:lnTo>
                  <a:pt x="1214514" y="260044"/>
                </a:lnTo>
                <a:lnTo>
                  <a:pt x="1213780" y="260673"/>
                </a:lnTo>
                <a:lnTo>
                  <a:pt x="1213061" y="261319"/>
                </a:lnTo>
                <a:lnTo>
                  <a:pt x="1212356" y="261982"/>
                </a:lnTo>
                <a:lnTo>
                  <a:pt x="1211667" y="262663"/>
                </a:lnTo>
                <a:lnTo>
                  <a:pt x="1210992" y="263362"/>
                </a:lnTo>
                <a:lnTo>
                  <a:pt x="1210332" y="264078"/>
                </a:lnTo>
                <a:lnTo>
                  <a:pt x="1209688" y="264812"/>
                </a:lnTo>
                <a:lnTo>
                  <a:pt x="1209058" y="265563"/>
                </a:lnTo>
                <a:lnTo>
                  <a:pt x="1208443" y="266332"/>
                </a:lnTo>
                <a:lnTo>
                  <a:pt x="1207843" y="267119"/>
                </a:lnTo>
                <a:lnTo>
                  <a:pt x="1207258" y="267923"/>
                </a:lnTo>
                <a:lnTo>
                  <a:pt x="1206688" y="268744"/>
                </a:lnTo>
                <a:lnTo>
                  <a:pt x="1206133" y="269583"/>
                </a:lnTo>
                <a:lnTo>
                  <a:pt x="1205593" y="270440"/>
                </a:lnTo>
                <a:lnTo>
                  <a:pt x="1205067" y="271314"/>
                </a:lnTo>
                <a:lnTo>
                  <a:pt x="1204557" y="272206"/>
                </a:lnTo>
                <a:lnTo>
                  <a:pt x="1204061" y="273116"/>
                </a:lnTo>
                <a:lnTo>
                  <a:pt x="1203581" y="274042"/>
                </a:lnTo>
                <a:lnTo>
                  <a:pt x="1203115" y="274987"/>
                </a:lnTo>
                <a:lnTo>
                  <a:pt x="1202672" y="275941"/>
                </a:lnTo>
                <a:lnTo>
                  <a:pt x="1202247" y="276907"/>
                </a:lnTo>
                <a:lnTo>
                  <a:pt x="1201841" y="277886"/>
                </a:lnTo>
                <a:lnTo>
                  <a:pt x="1201454" y="278877"/>
                </a:lnTo>
                <a:lnTo>
                  <a:pt x="1201086" y="279880"/>
                </a:lnTo>
                <a:lnTo>
                  <a:pt x="1200737" y="280896"/>
                </a:lnTo>
                <a:lnTo>
                  <a:pt x="1200407" y="281924"/>
                </a:lnTo>
                <a:lnTo>
                  <a:pt x="1200096" y="282964"/>
                </a:lnTo>
                <a:lnTo>
                  <a:pt x="1199803" y="284016"/>
                </a:lnTo>
                <a:lnTo>
                  <a:pt x="1199529" y="285081"/>
                </a:lnTo>
                <a:lnTo>
                  <a:pt x="1199275" y="286158"/>
                </a:lnTo>
                <a:lnTo>
                  <a:pt x="1199039" y="287247"/>
                </a:lnTo>
                <a:lnTo>
                  <a:pt x="1198822" y="288349"/>
                </a:lnTo>
                <a:lnTo>
                  <a:pt x="1198624" y="289463"/>
                </a:lnTo>
                <a:lnTo>
                  <a:pt x="1198444" y="290589"/>
                </a:lnTo>
                <a:lnTo>
                  <a:pt x="1198284" y="291727"/>
                </a:lnTo>
                <a:lnTo>
                  <a:pt x="1198142" y="292878"/>
                </a:lnTo>
                <a:lnTo>
                  <a:pt x="1198020" y="294041"/>
                </a:lnTo>
                <a:lnTo>
                  <a:pt x="1197916" y="295216"/>
                </a:lnTo>
                <a:lnTo>
                  <a:pt x="1197831" y="296404"/>
                </a:lnTo>
                <a:lnTo>
                  <a:pt x="1197765" y="297604"/>
                </a:lnTo>
                <a:lnTo>
                  <a:pt x="1197718" y="298816"/>
                </a:lnTo>
                <a:lnTo>
                  <a:pt x="1197689" y="300040"/>
                </a:lnTo>
                <a:lnTo>
                  <a:pt x="1197680" y="301277"/>
                </a:lnTo>
                <a:lnTo>
                  <a:pt x="1197689" y="302514"/>
                </a:lnTo>
                <a:lnTo>
                  <a:pt x="1197718" y="303738"/>
                </a:lnTo>
                <a:lnTo>
                  <a:pt x="1197765" y="304949"/>
                </a:lnTo>
                <a:lnTo>
                  <a:pt x="1197831" y="306147"/>
                </a:lnTo>
                <a:lnTo>
                  <a:pt x="1197916" y="307333"/>
                </a:lnTo>
                <a:lnTo>
                  <a:pt x="1198020" y="308506"/>
                </a:lnTo>
                <a:lnTo>
                  <a:pt x="1198142" y="309666"/>
                </a:lnTo>
                <a:lnTo>
                  <a:pt x="1198284" y="310813"/>
                </a:lnTo>
                <a:lnTo>
                  <a:pt x="1198444" y="311948"/>
                </a:lnTo>
                <a:lnTo>
                  <a:pt x="1198624" y="313070"/>
                </a:lnTo>
                <a:lnTo>
                  <a:pt x="1198822" y="314179"/>
                </a:lnTo>
                <a:lnTo>
                  <a:pt x="1199039" y="315276"/>
                </a:lnTo>
                <a:lnTo>
                  <a:pt x="1199275" y="316359"/>
                </a:lnTo>
                <a:lnTo>
                  <a:pt x="1199529" y="317430"/>
                </a:lnTo>
                <a:lnTo>
                  <a:pt x="1199803" y="318489"/>
                </a:lnTo>
                <a:lnTo>
                  <a:pt x="1200096" y="319534"/>
                </a:lnTo>
                <a:lnTo>
                  <a:pt x="1200407" y="320567"/>
                </a:lnTo>
                <a:lnTo>
                  <a:pt x="1200737" y="321587"/>
                </a:lnTo>
                <a:lnTo>
                  <a:pt x="1201086" y="322595"/>
                </a:lnTo>
                <a:lnTo>
                  <a:pt x="1201454" y="323590"/>
                </a:lnTo>
                <a:lnTo>
                  <a:pt x="1201841" y="324572"/>
                </a:lnTo>
                <a:lnTo>
                  <a:pt x="1202247" y="325541"/>
                </a:lnTo>
                <a:lnTo>
                  <a:pt x="1202672" y="326497"/>
                </a:lnTo>
                <a:lnTo>
                  <a:pt x="1203115" y="327441"/>
                </a:lnTo>
                <a:lnTo>
                  <a:pt x="1203581" y="328365"/>
                </a:lnTo>
                <a:lnTo>
                  <a:pt x="1204064" y="329271"/>
                </a:lnTo>
                <a:lnTo>
                  <a:pt x="1204562" y="330161"/>
                </a:lnTo>
                <a:lnTo>
                  <a:pt x="1205076" y="331033"/>
                </a:lnTo>
                <a:lnTo>
                  <a:pt x="1205606" y="331888"/>
                </a:lnTo>
                <a:lnTo>
                  <a:pt x="1206153" y="332726"/>
                </a:lnTo>
                <a:lnTo>
                  <a:pt x="1206715" y="333547"/>
                </a:lnTo>
                <a:lnTo>
                  <a:pt x="1207293" y="334351"/>
                </a:lnTo>
                <a:lnTo>
                  <a:pt x="1207888" y="335138"/>
                </a:lnTo>
                <a:lnTo>
                  <a:pt x="1208498" y="335907"/>
                </a:lnTo>
                <a:lnTo>
                  <a:pt x="1209124" y="336660"/>
                </a:lnTo>
                <a:lnTo>
                  <a:pt x="1209767" y="337395"/>
                </a:lnTo>
                <a:lnTo>
                  <a:pt x="1210425" y="338113"/>
                </a:lnTo>
                <a:lnTo>
                  <a:pt x="1211100" y="338814"/>
                </a:lnTo>
                <a:lnTo>
                  <a:pt x="1211790" y="339498"/>
                </a:lnTo>
                <a:lnTo>
                  <a:pt x="1212496" y="340165"/>
                </a:lnTo>
                <a:lnTo>
                  <a:pt x="1213219" y="340815"/>
                </a:lnTo>
                <a:lnTo>
                  <a:pt x="1213957" y="341447"/>
                </a:lnTo>
                <a:lnTo>
                  <a:pt x="1214712" y="342063"/>
                </a:lnTo>
                <a:lnTo>
                  <a:pt x="1215483" y="342661"/>
                </a:lnTo>
                <a:lnTo>
                  <a:pt x="1216269" y="343243"/>
                </a:lnTo>
                <a:lnTo>
                  <a:pt x="1217072" y="343807"/>
                </a:lnTo>
                <a:lnTo>
                  <a:pt x="1217890" y="344354"/>
                </a:lnTo>
                <a:lnTo>
                  <a:pt x="1218725" y="344884"/>
                </a:lnTo>
                <a:lnTo>
                  <a:pt x="1219580" y="345389"/>
                </a:lnTo>
                <a:lnTo>
                  <a:pt x="1220448" y="345873"/>
                </a:lnTo>
                <a:lnTo>
                  <a:pt x="1221329" y="346335"/>
                </a:lnTo>
                <a:lnTo>
                  <a:pt x="1222224" y="346776"/>
                </a:lnTo>
                <a:lnTo>
                  <a:pt x="1223132" y="347196"/>
                </a:lnTo>
                <a:lnTo>
                  <a:pt x="1224053" y="347593"/>
                </a:lnTo>
                <a:lnTo>
                  <a:pt x="1224988" y="347970"/>
                </a:lnTo>
                <a:lnTo>
                  <a:pt x="1225937" y="348325"/>
                </a:lnTo>
                <a:lnTo>
                  <a:pt x="1226898" y="348658"/>
                </a:lnTo>
                <a:lnTo>
                  <a:pt x="1227873" y="348970"/>
                </a:lnTo>
                <a:lnTo>
                  <a:pt x="1228862" y="349260"/>
                </a:lnTo>
                <a:lnTo>
                  <a:pt x="1229864" y="349529"/>
                </a:lnTo>
                <a:lnTo>
                  <a:pt x="1230879" y="349776"/>
                </a:lnTo>
                <a:lnTo>
                  <a:pt x="1231907" y="350002"/>
                </a:lnTo>
                <a:lnTo>
                  <a:pt x="1232949" y="350206"/>
                </a:lnTo>
                <a:lnTo>
                  <a:pt x="1234005" y="350389"/>
                </a:lnTo>
                <a:lnTo>
                  <a:pt x="1235074" y="350550"/>
                </a:lnTo>
                <a:lnTo>
                  <a:pt x="1236156" y="350690"/>
                </a:lnTo>
                <a:lnTo>
                  <a:pt x="1237251" y="350808"/>
                </a:lnTo>
                <a:lnTo>
                  <a:pt x="1238360" y="350905"/>
                </a:lnTo>
                <a:lnTo>
                  <a:pt x="1239483" y="350980"/>
                </a:lnTo>
                <a:lnTo>
                  <a:pt x="1240618" y="351034"/>
                </a:lnTo>
                <a:lnTo>
                  <a:pt x="1241767" y="351066"/>
                </a:lnTo>
                <a:lnTo>
                  <a:pt x="1242930" y="351077"/>
                </a:lnTo>
                <a:lnTo>
                  <a:pt x="1243748" y="351072"/>
                </a:lnTo>
                <a:lnTo>
                  <a:pt x="1244559" y="351056"/>
                </a:lnTo>
                <a:lnTo>
                  <a:pt x="1245364" y="351030"/>
                </a:lnTo>
                <a:lnTo>
                  <a:pt x="1246162" y="350993"/>
                </a:lnTo>
                <a:lnTo>
                  <a:pt x="1246953" y="350946"/>
                </a:lnTo>
                <a:lnTo>
                  <a:pt x="1247737" y="350888"/>
                </a:lnTo>
                <a:lnTo>
                  <a:pt x="1248514" y="350819"/>
                </a:lnTo>
                <a:lnTo>
                  <a:pt x="1249285" y="350740"/>
                </a:lnTo>
                <a:lnTo>
                  <a:pt x="1250048" y="350651"/>
                </a:lnTo>
                <a:lnTo>
                  <a:pt x="1250805" y="350551"/>
                </a:lnTo>
                <a:lnTo>
                  <a:pt x="1251556" y="350440"/>
                </a:lnTo>
                <a:lnTo>
                  <a:pt x="1252299" y="350319"/>
                </a:lnTo>
                <a:lnTo>
                  <a:pt x="1253035" y="350187"/>
                </a:lnTo>
                <a:lnTo>
                  <a:pt x="1253765" y="350045"/>
                </a:lnTo>
                <a:lnTo>
                  <a:pt x="1254488" y="349892"/>
                </a:lnTo>
                <a:lnTo>
                  <a:pt x="1255204" y="349729"/>
                </a:lnTo>
                <a:lnTo>
                  <a:pt x="1255914" y="349555"/>
                </a:lnTo>
                <a:lnTo>
                  <a:pt x="1256616" y="349371"/>
                </a:lnTo>
                <a:lnTo>
                  <a:pt x="1257312" y="349176"/>
                </a:lnTo>
                <a:lnTo>
                  <a:pt x="1258001" y="348971"/>
                </a:lnTo>
                <a:lnTo>
                  <a:pt x="1258683" y="348755"/>
                </a:lnTo>
                <a:lnTo>
                  <a:pt x="1259358" y="348528"/>
                </a:lnTo>
                <a:lnTo>
                  <a:pt x="1260027" y="348291"/>
                </a:lnTo>
                <a:lnTo>
                  <a:pt x="1260688" y="348044"/>
                </a:lnTo>
                <a:lnTo>
                  <a:pt x="1261342" y="347781"/>
                </a:lnTo>
                <a:lnTo>
                  <a:pt x="1261988" y="347511"/>
                </a:lnTo>
                <a:lnTo>
                  <a:pt x="1262624" y="347232"/>
                </a:lnTo>
                <a:lnTo>
                  <a:pt x="1263251" y="346945"/>
                </a:lnTo>
                <a:lnTo>
                  <a:pt x="1263870" y="346649"/>
                </a:lnTo>
                <a:lnTo>
                  <a:pt x="1264480" y="346345"/>
                </a:lnTo>
                <a:lnTo>
                  <a:pt x="1265082" y="346033"/>
                </a:lnTo>
                <a:lnTo>
                  <a:pt x="1265674" y="345712"/>
                </a:lnTo>
                <a:lnTo>
                  <a:pt x="1266258" y="345383"/>
                </a:lnTo>
                <a:lnTo>
                  <a:pt x="1266833" y="345046"/>
                </a:lnTo>
                <a:lnTo>
                  <a:pt x="1267399" y="344701"/>
                </a:lnTo>
                <a:lnTo>
                  <a:pt x="1267956" y="344347"/>
                </a:lnTo>
                <a:lnTo>
                  <a:pt x="1268505" y="343984"/>
                </a:lnTo>
                <a:lnTo>
                  <a:pt x="1269045" y="343614"/>
                </a:lnTo>
                <a:lnTo>
                  <a:pt x="1269576" y="343235"/>
                </a:lnTo>
                <a:lnTo>
                  <a:pt x="1270098" y="342847"/>
                </a:lnTo>
                <a:lnTo>
                  <a:pt x="1270611" y="342452"/>
                </a:lnTo>
                <a:lnTo>
                  <a:pt x="1271116" y="342048"/>
                </a:lnTo>
                <a:lnTo>
                  <a:pt x="1271612" y="341635"/>
                </a:lnTo>
                <a:lnTo>
                  <a:pt x="1272099" y="341215"/>
                </a:lnTo>
                <a:lnTo>
                  <a:pt x="1272578" y="340786"/>
                </a:lnTo>
                <a:lnTo>
                  <a:pt x="1273047" y="340349"/>
                </a:lnTo>
                <a:lnTo>
                  <a:pt x="1273508" y="339903"/>
                </a:lnTo>
                <a:lnTo>
                  <a:pt x="1273960" y="339449"/>
                </a:lnTo>
                <a:lnTo>
                  <a:pt x="1274402" y="338982"/>
                </a:lnTo>
                <a:lnTo>
                  <a:pt x="1274834" y="338510"/>
                </a:lnTo>
                <a:lnTo>
                  <a:pt x="1275255" y="338031"/>
                </a:lnTo>
                <a:lnTo>
                  <a:pt x="1275665" y="337546"/>
                </a:lnTo>
                <a:lnTo>
                  <a:pt x="1276064" y="337055"/>
                </a:lnTo>
                <a:lnTo>
                  <a:pt x="1276452" y="336558"/>
                </a:lnTo>
                <a:lnTo>
                  <a:pt x="1276830" y="336054"/>
                </a:lnTo>
                <a:lnTo>
                  <a:pt x="1277197" y="335545"/>
                </a:lnTo>
                <a:lnTo>
                  <a:pt x="1277553" y="335029"/>
                </a:lnTo>
                <a:lnTo>
                  <a:pt x="1277899" y="334507"/>
                </a:lnTo>
                <a:lnTo>
                  <a:pt x="1278234" y="333979"/>
                </a:lnTo>
                <a:lnTo>
                  <a:pt x="1278558" y="333445"/>
                </a:lnTo>
                <a:lnTo>
                  <a:pt x="1278871" y="332905"/>
                </a:lnTo>
                <a:lnTo>
                  <a:pt x="1279173" y="332358"/>
                </a:lnTo>
                <a:lnTo>
                  <a:pt x="1279465" y="331806"/>
                </a:lnTo>
                <a:lnTo>
                  <a:pt x="1279746" y="331247"/>
                </a:lnTo>
                <a:lnTo>
                  <a:pt x="1280016" y="330682"/>
                </a:lnTo>
                <a:lnTo>
                  <a:pt x="1280276" y="330111"/>
                </a:lnTo>
                <a:lnTo>
                  <a:pt x="1280525" y="329534"/>
                </a:lnTo>
                <a:lnTo>
                  <a:pt x="1280762" y="328951"/>
                </a:lnTo>
                <a:lnTo>
                  <a:pt x="1280990" y="328362"/>
                </a:lnTo>
                <a:lnTo>
                  <a:pt x="1281206" y="327766"/>
                </a:lnTo>
                <a:lnTo>
                  <a:pt x="1281412" y="327164"/>
                </a:lnTo>
                <a:lnTo>
                  <a:pt x="1281607" y="326556"/>
                </a:lnTo>
                <a:lnTo>
                  <a:pt x="1267198" y="322512"/>
                </a:lnTo>
                <a:lnTo>
                  <a:pt x="1267037" y="322930"/>
                </a:lnTo>
                <a:lnTo>
                  <a:pt x="1266871" y="323343"/>
                </a:lnTo>
                <a:lnTo>
                  <a:pt x="1266699" y="323750"/>
                </a:lnTo>
                <a:lnTo>
                  <a:pt x="1266522" y="324151"/>
                </a:lnTo>
                <a:lnTo>
                  <a:pt x="1266339" y="324547"/>
                </a:lnTo>
                <a:lnTo>
                  <a:pt x="1266151" y="324937"/>
                </a:lnTo>
                <a:lnTo>
                  <a:pt x="1265957" y="325321"/>
                </a:lnTo>
                <a:lnTo>
                  <a:pt x="1265758" y="325700"/>
                </a:lnTo>
                <a:lnTo>
                  <a:pt x="1265554" y="326073"/>
                </a:lnTo>
                <a:lnTo>
                  <a:pt x="1265344" y="326440"/>
                </a:lnTo>
                <a:lnTo>
                  <a:pt x="1265128" y="326801"/>
                </a:lnTo>
                <a:lnTo>
                  <a:pt x="1264907" y="327157"/>
                </a:lnTo>
                <a:lnTo>
                  <a:pt x="1264680" y="327507"/>
                </a:lnTo>
                <a:lnTo>
                  <a:pt x="1264448" y="327851"/>
                </a:lnTo>
                <a:lnTo>
                  <a:pt x="1264211" y="328190"/>
                </a:lnTo>
                <a:lnTo>
                  <a:pt x="1263968" y="328523"/>
                </a:lnTo>
                <a:lnTo>
                  <a:pt x="1263719" y="328850"/>
                </a:lnTo>
                <a:lnTo>
                  <a:pt x="1263465" y="329171"/>
                </a:lnTo>
                <a:lnTo>
                  <a:pt x="1263206" y="329487"/>
                </a:lnTo>
                <a:lnTo>
                  <a:pt x="1262941" y="329797"/>
                </a:lnTo>
                <a:lnTo>
                  <a:pt x="1262670" y="330101"/>
                </a:lnTo>
                <a:lnTo>
                  <a:pt x="1262394" y="330400"/>
                </a:lnTo>
                <a:lnTo>
                  <a:pt x="1262113" y="330693"/>
                </a:lnTo>
                <a:lnTo>
                  <a:pt x="1261826" y="330980"/>
                </a:lnTo>
                <a:lnTo>
                  <a:pt x="1261534" y="331257"/>
                </a:lnTo>
                <a:lnTo>
                  <a:pt x="1261238" y="331527"/>
                </a:lnTo>
                <a:lnTo>
                  <a:pt x="1260936" y="331792"/>
                </a:lnTo>
                <a:lnTo>
                  <a:pt x="1260631" y="332051"/>
                </a:lnTo>
                <a:lnTo>
                  <a:pt x="1260320" y="332305"/>
                </a:lnTo>
                <a:lnTo>
                  <a:pt x="1260005" y="332552"/>
                </a:lnTo>
                <a:lnTo>
                  <a:pt x="1259686" y="332794"/>
                </a:lnTo>
                <a:lnTo>
                  <a:pt x="1259361" y="333031"/>
                </a:lnTo>
                <a:lnTo>
                  <a:pt x="1259032" y="333261"/>
                </a:lnTo>
                <a:lnTo>
                  <a:pt x="1258699" y="333486"/>
                </a:lnTo>
                <a:lnTo>
                  <a:pt x="1258361" y="333705"/>
                </a:lnTo>
                <a:lnTo>
                  <a:pt x="1258018" y="333919"/>
                </a:lnTo>
                <a:lnTo>
                  <a:pt x="1257671" y="334127"/>
                </a:lnTo>
                <a:lnTo>
                  <a:pt x="1257319" y="334329"/>
                </a:lnTo>
                <a:lnTo>
                  <a:pt x="1256963" y="334525"/>
                </a:lnTo>
                <a:lnTo>
                  <a:pt x="1256602" y="334716"/>
                </a:lnTo>
                <a:lnTo>
                  <a:pt x="1256236" y="334901"/>
                </a:lnTo>
                <a:lnTo>
                  <a:pt x="1255866" y="335080"/>
                </a:lnTo>
                <a:lnTo>
                  <a:pt x="1255491" y="335254"/>
                </a:lnTo>
                <a:lnTo>
                  <a:pt x="1255111" y="335422"/>
                </a:lnTo>
                <a:lnTo>
                  <a:pt x="1254727" y="335584"/>
                </a:lnTo>
                <a:lnTo>
                  <a:pt x="1254338" y="335740"/>
                </a:lnTo>
                <a:lnTo>
                  <a:pt x="1253945" y="335891"/>
                </a:lnTo>
                <a:lnTo>
                  <a:pt x="1253547" y="336036"/>
                </a:lnTo>
                <a:lnTo>
                  <a:pt x="1253150" y="336170"/>
                </a:lnTo>
                <a:lnTo>
                  <a:pt x="1252749" y="336299"/>
                </a:lnTo>
                <a:lnTo>
                  <a:pt x="1252344" y="336421"/>
                </a:lnTo>
                <a:lnTo>
                  <a:pt x="1251936" y="336538"/>
                </a:lnTo>
                <a:lnTo>
                  <a:pt x="1251523" y="336649"/>
                </a:lnTo>
                <a:lnTo>
                  <a:pt x="1251106" y="336755"/>
                </a:lnTo>
                <a:lnTo>
                  <a:pt x="1250685" y="336855"/>
                </a:lnTo>
                <a:lnTo>
                  <a:pt x="1250261" y="336949"/>
                </a:lnTo>
                <a:lnTo>
                  <a:pt x="1249832" y="337037"/>
                </a:lnTo>
                <a:lnTo>
                  <a:pt x="1249400" y="337120"/>
                </a:lnTo>
                <a:lnTo>
                  <a:pt x="1248963" y="337197"/>
                </a:lnTo>
                <a:lnTo>
                  <a:pt x="1248523" y="337268"/>
                </a:lnTo>
                <a:lnTo>
                  <a:pt x="1248078" y="337334"/>
                </a:lnTo>
                <a:lnTo>
                  <a:pt x="1247630" y="337394"/>
                </a:lnTo>
                <a:lnTo>
                  <a:pt x="1247178" y="337448"/>
                </a:lnTo>
                <a:lnTo>
                  <a:pt x="1246722" y="337497"/>
                </a:lnTo>
                <a:lnTo>
                  <a:pt x="1246262" y="337539"/>
                </a:lnTo>
                <a:lnTo>
                  <a:pt x="1245797" y="337577"/>
                </a:lnTo>
                <a:lnTo>
                  <a:pt x="1245329" y="337608"/>
                </a:lnTo>
                <a:lnTo>
                  <a:pt x="1244857" y="337634"/>
                </a:lnTo>
                <a:lnTo>
                  <a:pt x="1244381" y="337654"/>
                </a:lnTo>
                <a:lnTo>
                  <a:pt x="1243902" y="337668"/>
                </a:lnTo>
                <a:lnTo>
                  <a:pt x="1243418" y="337676"/>
                </a:lnTo>
                <a:lnTo>
                  <a:pt x="1242930" y="337679"/>
                </a:lnTo>
                <a:lnTo>
                  <a:pt x="1242181" y="337672"/>
                </a:lnTo>
                <a:lnTo>
                  <a:pt x="1241439" y="337652"/>
                </a:lnTo>
                <a:lnTo>
                  <a:pt x="1240705" y="337618"/>
                </a:lnTo>
                <a:lnTo>
                  <a:pt x="1239979" y="337570"/>
                </a:lnTo>
                <a:lnTo>
                  <a:pt x="1239260" y="337509"/>
                </a:lnTo>
                <a:lnTo>
                  <a:pt x="1238549" y="337434"/>
                </a:lnTo>
                <a:lnTo>
                  <a:pt x="1237846" y="337346"/>
                </a:lnTo>
                <a:lnTo>
                  <a:pt x="1237151" y="337244"/>
                </a:lnTo>
                <a:lnTo>
                  <a:pt x="1236463" y="337128"/>
                </a:lnTo>
                <a:lnTo>
                  <a:pt x="1235783" y="336999"/>
                </a:lnTo>
                <a:lnTo>
                  <a:pt x="1235110" y="336856"/>
                </a:lnTo>
                <a:lnTo>
                  <a:pt x="1234446" y="336700"/>
                </a:lnTo>
                <a:lnTo>
                  <a:pt x="1233788" y="336530"/>
                </a:lnTo>
                <a:lnTo>
                  <a:pt x="1233139" y="336346"/>
                </a:lnTo>
                <a:lnTo>
                  <a:pt x="1232497" y="336149"/>
                </a:lnTo>
                <a:lnTo>
                  <a:pt x="1231863" y="335938"/>
                </a:lnTo>
                <a:lnTo>
                  <a:pt x="1231237" y="335713"/>
                </a:lnTo>
                <a:lnTo>
                  <a:pt x="1230618" y="335475"/>
                </a:lnTo>
                <a:lnTo>
                  <a:pt x="1230007" y="335224"/>
                </a:lnTo>
                <a:lnTo>
                  <a:pt x="1229404" y="334958"/>
                </a:lnTo>
                <a:lnTo>
                  <a:pt x="1228808" y="334679"/>
                </a:lnTo>
                <a:lnTo>
                  <a:pt x="1228220" y="334387"/>
                </a:lnTo>
                <a:lnTo>
                  <a:pt x="1227640" y="334081"/>
                </a:lnTo>
                <a:lnTo>
                  <a:pt x="1227067" y="333761"/>
                </a:lnTo>
                <a:lnTo>
                  <a:pt x="1226503" y="333423"/>
                </a:lnTo>
                <a:lnTo>
                  <a:pt x="1225950" y="333072"/>
                </a:lnTo>
                <a:lnTo>
                  <a:pt x="1225407" y="332709"/>
                </a:lnTo>
                <a:lnTo>
                  <a:pt x="1224874" y="332334"/>
                </a:lnTo>
                <a:lnTo>
                  <a:pt x="1224352" y="331946"/>
                </a:lnTo>
                <a:lnTo>
                  <a:pt x="1223840" y="331545"/>
                </a:lnTo>
                <a:lnTo>
                  <a:pt x="1223338" y="331132"/>
                </a:lnTo>
                <a:lnTo>
                  <a:pt x="1222847" y="330706"/>
                </a:lnTo>
                <a:lnTo>
                  <a:pt x="1222366" y="330268"/>
                </a:lnTo>
                <a:lnTo>
                  <a:pt x="1221895" y="329818"/>
                </a:lnTo>
                <a:lnTo>
                  <a:pt x="1221435" y="329355"/>
                </a:lnTo>
                <a:lnTo>
                  <a:pt x="1220984" y="328879"/>
                </a:lnTo>
                <a:lnTo>
                  <a:pt x="1220544" y="328391"/>
                </a:lnTo>
                <a:lnTo>
                  <a:pt x="1220115" y="327890"/>
                </a:lnTo>
                <a:lnTo>
                  <a:pt x="1219696" y="327377"/>
                </a:lnTo>
                <a:lnTo>
                  <a:pt x="1219287" y="326851"/>
                </a:lnTo>
                <a:lnTo>
                  <a:pt x="1218888" y="326313"/>
                </a:lnTo>
                <a:lnTo>
                  <a:pt x="1218500" y="325762"/>
                </a:lnTo>
                <a:lnTo>
                  <a:pt x="1218122" y="325199"/>
                </a:lnTo>
                <a:lnTo>
                  <a:pt x="1217754" y="324624"/>
                </a:lnTo>
                <a:lnTo>
                  <a:pt x="1217397" y="324035"/>
                </a:lnTo>
                <a:lnTo>
                  <a:pt x="1217050" y="323435"/>
                </a:lnTo>
                <a:lnTo>
                  <a:pt x="1216713" y="322821"/>
                </a:lnTo>
                <a:lnTo>
                  <a:pt x="1216387" y="322196"/>
                </a:lnTo>
                <a:lnTo>
                  <a:pt x="1216077" y="321553"/>
                </a:lnTo>
                <a:lnTo>
                  <a:pt x="1215781" y="320898"/>
                </a:lnTo>
                <a:lnTo>
                  <a:pt x="1215498" y="320232"/>
                </a:lnTo>
                <a:lnTo>
                  <a:pt x="1215228" y="319554"/>
                </a:lnTo>
                <a:lnTo>
                  <a:pt x="1214971" y="318864"/>
                </a:lnTo>
                <a:lnTo>
                  <a:pt x="1214728" y="318163"/>
                </a:lnTo>
                <a:lnTo>
                  <a:pt x="1214497" y="317450"/>
                </a:lnTo>
                <a:lnTo>
                  <a:pt x="1214280" y="316726"/>
                </a:lnTo>
                <a:lnTo>
                  <a:pt x="1214076" y="315990"/>
                </a:lnTo>
                <a:lnTo>
                  <a:pt x="1213885" y="315242"/>
                </a:lnTo>
                <a:lnTo>
                  <a:pt x="1213707" y="314482"/>
                </a:lnTo>
                <a:lnTo>
                  <a:pt x="1213543" y="313711"/>
                </a:lnTo>
                <a:lnTo>
                  <a:pt x="1213391" y="312929"/>
                </a:lnTo>
                <a:lnTo>
                  <a:pt x="1213253" y="312135"/>
                </a:lnTo>
                <a:lnTo>
                  <a:pt x="1213128" y="311329"/>
                </a:lnTo>
                <a:lnTo>
                  <a:pt x="1213016" y="310511"/>
                </a:lnTo>
                <a:lnTo>
                  <a:pt x="1212917" y="309682"/>
                </a:lnTo>
                <a:lnTo>
                  <a:pt x="1212832" y="308841"/>
                </a:lnTo>
                <a:lnTo>
                  <a:pt x="1212759" y="307989"/>
                </a:lnTo>
                <a:lnTo>
                  <a:pt x="1212700" y="307125"/>
                </a:lnTo>
                <a:lnTo>
                  <a:pt x="1212654" y="306249"/>
                </a:lnTo>
                <a:lnTo>
                  <a:pt x="1212629" y="305575"/>
                </a:lnTo>
                <a:lnTo>
                  <a:pt x="1283124" y="305575"/>
                </a:lnTo>
                <a:lnTo>
                  <a:pt x="1283124" y="299255"/>
                </a:lnTo>
                <a:lnTo>
                  <a:pt x="1283117" y="298130"/>
                </a:lnTo>
                <a:lnTo>
                  <a:pt x="1283099" y="297020"/>
                </a:lnTo>
                <a:lnTo>
                  <a:pt x="1283067" y="295925"/>
                </a:lnTo>
                <a:lnTo>
                  <a:pt x="1283024" y="294845"/>
                </a:lnTo>
                <a:lnTo>
                  <a:pt x="1282967" y="293780"/>
                </a:lnTo>
                <a:close/>
                <a:moveTo>
                  <a:pt x="1212981" y="289719"/>
                </a:moveTo>
                <a:lnTo>
                  <a:pt x="1213084" y="289080"/>
                </a:lnTo>
                <a:lnTo>
                  <a:pt x="1213198" y="288445"/>
                </a:lnTo>
                <a:lnTo>
                  <a:pt x="1213325" y="287813"/>
                </a:lnTo>
                <a:lnTo>
                  <a:pt x="1213464" y="287184"/>
                </a:lnTo>
                <a:lnTo>
                  <a:pt x="1213615" y="286559"/>
                </a:lnTo>
                <a:lnTo>
                  <a:pt x="1213778" y="285938"/>
                </a:lnTo>
                <a:lnTo>
                  <a:pt x="1213953" y="285320"/>
                </a:lnTo>
                <a:lnTo>
                  <a:pt x="1214140" y="284705"/>
                </a:lnTo>
                <a:lnTo>
                  <a:pt x="1214339" y="284094"/>
                </a:lnTo>
                <a:lnTo>
                  <a:pt x="1214550" y="283487"/>
                </a:lnTo>
                <a:lnTo>
                  <a:pt x="1214773" y="282883"/>
                </a:lnTo>
                <a:lnTo>
                  <a:pt x="1215009" y="282283"/>
                </a:lnTo>
                <a:lnTo>
                  <a:pt x="1215256" y="281686"/>
                </a:lnTo>
                <a:lnTo>
                  <a:pt x="1215516" y="281093"/>
                </a:lnTo>
                <a:lnTo>
                  <a:pt x="1215787" y="280503"/>
                </a:lnTo>
                <a:lnTo>
                  <a:pt x="1216071" y="279916"/>
                </a:lnTo>
                <a:lnTo>
                  <a:pt x="1216366" y="279336"/>
                </a:lnTo>
                <a:lnTo>
                  <a:pt x="1216671" y="278766"/>
                </a:lnTo>
                <a:lnTo>
                  <a:pt x="1216986" y="278204"/>
                </a:lnTo>
                <a:lnTo>
                  <a:pt x="1217312" y="277652"/>
                </a:lnTo>
                <a:lnTo>
                  <a:pt x="1217648" y="277109"/>
                </a:lnTo>
                <a:lnTo>
                  <a:pt x="1217994" y="276575"/>
                </a:lnTo>
                <a:lnTo>
                  <a:pt x="1218351" y="276050"/>
                </a:lnTo>
                <a:lnTo>
                  <a:pt x="1218718" y="275535"/>
                </a:lnTo>
                <a:lnTo>
                  <a:pt x="1219095" y="275028"/>
                </a:lnTo>
                <a:lnTo>
                  <a:pt x="1219483" y="274531"/>
                </a:lnTo>
                <a:lnTo>
                  <a:pt x="1219881" y="274044"/>
                </a:lnTo>
                <a:lnTo>
                  <a:pt x="1220289" y="273565"/>
                </a:lnTo>
                <a:lnTo>
                  <a:pt x="1220708" y="273096"/>
                </a:lnTo>
                <a:lnTo>
                  <a:pt x="1221137" y="272635"/>
                </a:lnTo>
                <a:lnTo>
                  <a:pt x="1221576" y="272184"/>
                </a:lnTo>
                <a:lnTo>
                  <a:pt x="1222025" y="271743"/>
                </a:lnTo>
                <a:lnTo>
                  <a:pt x="1222485" y="271310"/>
                </a:lnTo>
                <a:lnTo>
                  <a:pt x="1222955" y="270887"/>
                </a:lnTo>
                <a:lnTo>
                  <a:pt x="1223436" y="270473"/>
                </a:lnTo>
                <a:lnTo>
                  <a:pt x="1223926" y="270068"/>
                </a:lnTo>
                <a:lnTo>
                  <a:pt x="1224428" y="269672"/>
                </a:lnTo>
                <a:lnTo>
                  <a:pt x="1224939" y="269286"/>
                </a:lnTo>
                <a:lnTo>
                  <a:pt x="1225461" y="268909"/>
                </a:lnTo>
                <a:lnTo>
                  <a:pt x="1225993" y="268541"/>
                </a:lnTo>
                <a:lnTo>
                  <a:pt x="1226539" y="268180"/>
                </a:lnTo>
                <a:lnTo>
                  <a:pt x="1227094" y="267834"/>
                </a:lnTo>
                <a:lnTo>
                  <a:pt x="1227658" y="267504"/>
                </a:lnTo>
                <a:lnTo>
                  <a:pt x="1228229" y="267189"/>
                </a:lnTo>
                <a:lnTo>
                  <a:pt x="1228809" y="266889"/>
                </a:lnTo>
                <a:lnTo>
                  <a:pt x="1229398" y="266605"/>
                </a:lnTo>
                <a:lnTo>
                  <a:pt x="1229994" y="266336"/>
                </a:lnTo>
                <a:lnTo>
                  <a:pt x="1230599" y="266083"/>
                </a:lnTo>
                <a:lnTo>
                  <a:pt x="1231212" y="265845"/>
                </a:lnTo>
                <a:lnTo>
                  <a:pt x="1231834" y="265622"/>
                </a:lnTo>
                <a:lnTo>
                  <a:pt x="1232464" y="265415"/>
                </a:lnTo>
                <a:lnTo>
                  <a:pt x="1233102" y="265223"/>
                </a:lnTo>
                <a:lnTo>
                  <a:pt x="1233749" y="265046"/>
                </a:lnTo>
                <a:lnTo>
                  <a:pt x="1234404" y="264885"/>
                </a:lnTo>
                <a:lnTo>
                  <a:pt x="1235068" y="264739"/>
                </a:lnTo>
                <a:lnTo>
                  <a:pt x="1235739" y="264608"/>
                </a:lnTo>
                <a:lnTo>
                  <a:pt x="1236419" y="264493"/>
                </a:lnTo>
                <a:lnTo>
                  <a:pt x="1237108" y="264393"/>
                </a:lnTo>
                <a:lnTo>
                  <a:pt x="1237804" y="264309"/>
                </a:lnTo>
                <a:lnTo>
                  <a:pt x="1238509" y="264240"/>
                </a:lnTo>
                <a:lnTo>
                  <a:pt x="1239223" y="264186"/>
                </a:lnTo>
                <a:lnTo>
                  <a:pt x="1239945" y="264148"/>
                </a:lnTo>
                <a:lnTo>
                  <a:pt x="1240675" y="264125"/>
                </a:lnTo>
                <a:lnTo>
                  <a:pt x="1241413" y="264117"/>
                </a:lnTo>
                <a:lnTo>
                  <a:pt x="1242083" y="264123"/>
                </a:lnTo>
                <a:lnTo>
                  <a:pt x="1242746" y="264143"/>
                </a:lnTo>
                <a:lnTo>
                  <a:pt x="1243402" y="264175"/>
                </a:lnTo>
                <a:lnTo>
                  <a:pt x="1244050" y="264220"/>
                </a:lnTo>
                <a:lnTo>
                  <a:pt x="1244690" y="264279"/>
                </a:lnTo>
                <a:lnTo>
                  <a:pt x="1245323" y="264350"/>
                </a:lnTo>
                <a:lnTo>
                  <a:pt x="1245949" y="264434"/>
                </a:lnTo>
                <a:lnTo>
                  <a:pt x="1246567" y="264531"/>
                </a:lnTo>
                <a:lnTo>
                  <a:pt x="1247178" y="264641"/>
                </a:lnTo>
                <a:lnTo>
                  <a:pt x="1247781" y="264764"/>
                </a:lnTo>
                <a:lnTo>
                  <a:pt x="1248377" y="264900"/>
                </a:lnTo>
                <a:lnTo>
                  <a:pt x="1248965" y="265049"/>
                </a:lnTo>
                <a:lnTo>
                  <a:pt x="1249546" y="265211"/>
                </a:lnTo>
                <a:lnTo>
                  <a:pt x="1250119" y="265386"/>
                </a:lnTo>
                <a:lnTo>
                  <a:pt x="1250685" y="265573"/>
                </a:lnTo>
                <a:lnTo>
                  <a:pt x="1251244" y="265774"/>
                </a:lnTo>
                <a:lnTo>
                  <a:pt x="1251795" y="265988"/>
                </a:lnTo>
                <a:lnTo>
                  <a:pt x="1252338" y="266214"/>
                </a:lnTo>
                <a:lnTo>
                  <a:pt x="1252874" y="266454"/>
                </a:lnTo>
                <a:lnTo>
                  <a:pt x="1253403" y="266706"/>
                </a:lnTo>
                <a:lnTo>
                  <a:pt x="1253924" y="266972"/>
                </a:lnTo>
                <a:lnTo>
                  <a:pt x="1254438" y="267250"/>
                </a:lnTo>
                <a:lnTo>
                  <a:pt x="1254944" y="267541"/>
                </a:lnTo>
                <a:lnTo>
                  <a:pt x="1255443" y="267846"/>
                </a:lnTo>
                <a:lnTo>
                  <a:pt x="1255938" y="268161"/>
                </a:lnTo>
                <a:lnTo>
                  <a:pt x="1256424" y="268486"/>
                </a:lnTo>
                <a:lnTo>
                  <a:pt x="1256900" y="268820"/>
                </a:lnTo>
                <a:lnTo>
                  <a:pt x="1257367" y="269164"/>
                </a:lnTo>
                <a:lnTo>
                  <a:pt x="1257824" y="269517"/>
                </a:lnTo>
                <a:lnTo>
                  <a:pt x="1258271" y="269880"/>
                </a:lnTo>
                <a:lnTo>
                  <a:pt x="1258709" y="270252"/>
                </a:lnTo>
                <a:lnTo>
                  <a:pt x="1259137" y="270633"/>
                </a:lnTo>
                <a:lnTo>
                  <a:pt x="1259555" y="271024"/>
                </a:lnTo>
                <a:lnTo>
                  <a:pt x="1259963" y="271425"/>
                </a:lnTo>
                <a:lnTo>
                  <a:pt x="1260362" y="271834"/>
                </a:lnTo>
                <a:lnTo>
                  <a:pt x="1260752" y="272254"/>
                </a:lnTo>
                <a:lnTo>
                  <a:pt x="1261131" y="272682"/>
                </a:lnTo>
                <a:lnTo>
                  <a:pt x="1261501" y="273120"/>
                </a:lnTo>
                <a:lnTo>
                  <a:pt x="1261862" y="273568"/>
                </a:lnTo>
                <a:lnTo>
                  <a:pt x="1262212" y="274025"/>
                </a:lnTo>
                <a:lnTo>
                  <a:pt x="1262553" y="274491"/>
                </a:lnTo>
                <a:lnTo>
                  <a:pt x="1262885" y="274967"/>
                </a:lnTo>
                <a:lnTo>
                  <a:pt x="1263206" y="275452"/>
                </a:lnTo>
                <a:lnTo>
                  <a:pt x="1263518" y="275947"/>
                </a:lnTo>
                <a:lnTo>
                  <a:pt x="1263821" y="276451"/>
                </a:lnTo>
                <a:lnTo>
                  <a:pt x="1264113" y="276965"/>
                </a:lnTo>
                <a:lnTo>
                  <a:pt x="1264396" y="277488"/>
                </a:lnTo>
                <a:lnTo>
                  <a:pt x="1264670" y="278020"/>
                </a:lnTo>
                <a:lnTo>
                  <a:pt x="1264938" y="278561"/>
                </a:lnTo>
                <a:lnTo>
                  <a:pt x="1265195" y="279107"/>
                </a:lnTo>
                <a:lnTo>
                  <a:pt x="1265440" y="279660"/>
                </a:lnTo>
                <a:lnTo>
                  <a:pt x="1265674" y="280218"/>
                </a:lnTo>
                <a:lnTo>
                  <a:pt x="1265897" y="280783"/>
                </a:lnTo>
                <a:lnTo>
                  <a:pt x="1266108" y="281354"/>
                </a:lnTo>
                <a:lnTo>
                  <a:pt x="1266307" y="281931"/>
                </a:lnTo>
                <a:lnTo>
                  <a:pt x="1266496" y="282514"/>
                </a:lnTo>
                <a:lnTo>
                  <a:pt x="1266672" y="283104"/>
                </a:lnTo>
                <a:lnTo>
                  <a:pt x="1266838" y="283699"/>
                </a:lnTo>
                <a:lnTo>
                  <a:pt x="1266992" y="284301"/>
                </a:lnTo>
                <a:lnTo>
                  <a:pt x="1267135" y="284909"/>
                </a:lnTo>
                <a:lnTo>
                  <a:pt x="1267266" y="285523"/>
                </a:lnTo>
                <a:lnTo>
                  <a:pt x="1267386" y="286143"/>
                </a:lnTo>
                <a:lnTo>
                  <a:pt x="1267494" y="286769"/>
                </a:lnTo>
                <a:lnTo>
                  <a:pt x="1267591" y="287402"/>
                </a:lnTo>
                <a:lnTo>
                  <a:pt x="1267677" y="288040"/>
                </a:lnTo>
                <a:lnTo>
                  <a:pt x="1267751" y="288685"/>
                </a:lnTo>
                <a:lnTo>
                  <a:pt x="1267814" y="289336"/>
                </a:lnTo>
                <a:lnTo>
                  <a:pt x="1267865" y="289993"/>
                </a:lnTo>
                <a:lnTo>
                  <a:pt x="1267905" y="290656"/>
                </a:lnTo>
                <a:lnTo>
                  <a:pt x="1267933" y="291325"/>
                </a:lnTo>
                <a:lnTo>
                  <a:pt x="1267951" y="292001"/>
                </a:lnTo>
                <a:lnTo>
                  <a:pt x="1267956" y="292682"/>
                </a:lnTo>
                <a:lnTo>
                  <a:pt x="1212667" y="292682"/>
                </a:lnTo>
                <a:lnTo>
                  <a:pt x="1212691" y="292310"/>
                </a:lnTo>
                <a:lnTo>
                  <a:pt x="1212746" y="291657"/>
                </a:lnTo>
                <a:lnTo>
                  <a:pt x="1212812" y="291008"/>
                </a:lnTo>
                <a:lnTo>
                  <a:pt x="1212890" y="290362"/>
                </a:lnTo>
                <a:lnTo>
                  <a:pt x="1212981" y="289719"/>
                </a:lnTo>
                <a:close/>
                <a:moveTo>
                  <a:pt x="1179386" y="293780"/>
                </a:moveTo>
                <a:lnTo>
                  <a:pt x="1179317" y="292730"/>
                </a:lnTo>
                <a:lnTo>
                  <a:pt x="1179236" y="291694"/>
                </a:lnTo>
                <a:lnTo>
                  <a:pt x="1179142" y="290674"/>
                </a:lnTo>
                <a:lnTo>
                  <a:pt x="1179036" y="289669"/>
                </a:lnTo>
                <a:lnTo>
                  <a:pt x="1178917" y="288678"/>
                </a:lnTo>
                <a:lnTo>
                  <a:pt x="1178786" y="287702"/>
                </a:lnTo>
                <a:lnTo>
                  <a:pt x="1178642" y="286742"/>
                </a:lnTo>
                <a:lnTo>
                  <a:pt x="1178485" y="285796"/>
                </a:lnTo>
                <a:lnTo>
                  <a:pt x="1178316" y="284865"/>
                </a:lnTo>
                <a:lnTo>
                  <a:pt x="1178135" y="283949"/>
                </a:lnTo>
                <a:lnTo>
                  <a:pt x="1177941" y="283048"/>
                </a:lnTo>
                <a:lnTo>
                  <a:pt x="1177735" y="282162"/>
                </a:lnTo>
                <a:lnTo>
                  <a:pt x="1177516" y="281291"/>
                </a:lnTo>
                <a:lnTo>
                  <a:pt x="1177285" y="280435"/>
                </a:lnTo>
                <a:lnTo>
                  <a:pt x="1177041" y="279593"/>
                </a:lnTo>
                <a:lnTo>
                  <a:pt x="1176784" y="278767"/>
                </a:lnTo>
                <a:lnTo>
                  <a:pt x="1176515" y="277955"/>
                </a:lnTo>
                <a:lnTo>
                  <a:pt x="1176234" y="277159"/>
                </a:lnTo>
                <a:lnTo>
                  <a:pt x="1175940" y="276377"/>
                </a:lnTo>
                <a:lnTo>
                  <a:pt x="1175635" y="275609"/>
                </a:lnTo>
                <a:lnTo>
                  <a:pt x="1175322" y="274854"/>
                </a:lnTo>
                <a:lnTo>
                  <a:pt x="1175001" y="274112"/>
                </a:lnTo>
                <a:lnTo>
                  <a:pt x="1174671" y="273382"/>
                </a:lnTo>
                <a:lnTo>
                  <a:pt x="1174332" y="272665"/>
                </a:lnTo>
                <a:lnTo>
                  <a:pt x="1173985" y="271961"/>
                </a:lnTo>
                <a:lnTo>
                  <a:pt x="1173629" y="271270"/>
                </a:lnTo>
                <a:lnTo>
                  <a:pt x="1173265" y="270591"/>
                </a:lnTo>
                <a:lnTo>
                  <a:pt x="1172892" y="269925"/>
                </a:lnTo>
                <a:lnTo>
                  <a:pt x="1172510" y="269272"/>
                </a:lnTo>
                <a:lnTo>
                  <a:pt x="1172120" y="268631"/>
                </a:lnTo>
                <a:lnTo>
                  <a:pt x="1171722" y="268004"/>
                </a:lnTo>
                <a:lnTo>
                  <a:pt x="1171314" y="267388"/>
                </a:lnTo>
                <a:lnTo>
                  <a:pt x="1170899" y="266786"/>
                </a:lnTo>
                <a:lnTo>
                  <a:pt x="1170474" y="266196"/>
                </a:lnTo>
                <a:lnTo>
                  <a:pt x="1170041" y="265620"/>
                </a:lnTo>
                <a:lnTo>
                  <a:pt x="1169600" y="265055"/>
                </a:lnTo>
                <a:lnTo>
                  <a:pt x="1169150" y="264504"/>
                </a:lnTo>
                <a:lnTo>
                  <a:pt x="1168692" y="263965"/>
                </a:lnTo>
                <a:lnTo>
                  <a:pt x="1168225" y="263439"/>
                </a:lnTo>
                <a:lnTo>
                  <a:pt x="1167749" y="262926"/>
                </a:lnTo>
                <a:lnTo>
                  <a:pt x="1167265" y="262425"/>
                </a:lnTo>
                <a:lnTo>
                  <a:pt x="1166772" y="261938"/>
                </a:lnTo>
                <a:lnTo>
                  <a:pt x="1166271" y="261463"/>
                </a:lnTo>
                <a:lnTo>
                  <a:pt x="1165763" y="260994"/>
                </a:lnTo>
                <a:lnTo>
                  <a:pt x="1165250" y="260537"/>
                </a:lnTo>
                <a:lnTo>
                  <a:pt x="1164733" y="260090"/>
                </a:lnTo>
                <a:lnTo>
                  <a:pt x="1164212" y="259654"/>
                </a:lnTo>
                <a:lnTo>
                  <a:pt x="1163685" y="259230"/>
                </a:lnTo>
                <a:lnTo>
                  <a:pt x="1163154" y="258816"/>
                </a:lnTo>
                <a:lnTo>
                  <a:pt x="1162619" y="258413"/>
                </a:lnTo>
                <a:lnTo>
                  <a:pt x="1162079" y="258022"/>
                </a:lnTo>
                <a:lnTo>
                  <a:pt x="1161534" y="257641"/>
                </a:lnTo>
                <a:lnTo>
                  <a:pt x="1160984" y="257271"/>
                </a:lnTo>
                <a:lnTo>
                  <a:pt x="1160430" y="256912"/>
                </a:lnTo>
                <a:lnTo>
                  <a:pt x="1159872" y="256565"/>
                </a:lnTo>
                <a:lnTo>
                  <a:pt x="1159309" y="256228"/>
                </a:lnTo>
                <a:lnTo>
                  <a:pt x="1158741" y="255902"/>
                </a:lnTo>
                <a:lnTo>
                  <a:pt x="1158169" y="255587"/>
                </a:lnTo>
                <a:lnTo>
                  <a:pt x="1157592" y="255283"/>
                </a:lnTo>
                <a:lnTo>
                  <a:pt x="1157010" y="254990"/>
                </a:lnTo>
                <a:lnTo>
                  <a:pt x="1156424" y="254708"/>
                </a:lnTo>
                <a:lnTo>
                  <a:pt x="1155833" y="254437"/>
                </a:lnTo>
                <a:lnTo>
                  <a:pt x="1155237" y="254177"/>
                </a:lnTo>
                <a:lnTo>
                  <a:pt x="1154637" y="253928"/>
                </a:lnTo>
                <a:lnTo>
                  <a:pt x="1154033" y="253690"/>
                </a:lnTo>
                <a:lnTo>
                  <a:pt x="1153423" y="253463"/>
                </a:lnTo>
                <a:lnTo>
                  <a:pt x="1152810" y="253247"/>
                </a:lnTo>
                <a:lnTo>
                  <a:pt x="1152193" y="253041"/>
                </a:lnTo>
                <a:lnTo>
                  <a:pt x="1151576" y="252843"/>
                </a:lnTo>
                <a:lnTo>
                  <a:pt x="1150958" y="252654"/>
                </a:lnTo>
                <a:lnTo>
                  <a:pt x="1150340" y="252474"/>
                </a:lnTo>
                <a:lnTo>
                  <a:pt x="1149720" y="252303"/>
                </a:lnTo>
                <a:lnTo>
                  <a:pt x="1149101" y="252141"/>
                </a:lnTo>
                <a:lnTo>
                  <a:pt x="1148480" y="251987"/>
                </a:lnTo>
                <a:lnTo>
                  <a:pt x="1147859" y="251842"/>
                </a:lnTo>
                <a:lnTo>
                  <a:pt x="1147237" y="251706"/>
                </a:lnTo>
                <a:lnTo>
                  <a:pt x="1146615" y="251579"/>
                </a:lnTo>
                <a:lnTo>
                  <a:pt x="1145992" y="251461"/>
                </a:lnTo>
                <a:lnTo>
                  <a:pt x="1145368" y="251351"/>
                </a:lnTo>
                <a:lnTo>
                  <a:pt x="1144744" y="251250"/>
                </a:lnTo>
                <a:lnTo>
                  <a:pt x="1144119" y="251158"/>
                </a:lnTo>
                <a:lnTo>
                  <a:pt x="1143493" y="251074"/>
                </a:lnTo>
                <a:lnTo>
                  <a:pt x="1142866" y="251000"/>
                </a:lnTo>
                <a:lnTo>
                  <a:pt x="1142239" y="250934"/>
                </a:lnTo>
                <a:lnTo>
                  <a:pt x="1141612" y="250877"/>
                </a:lnTo>
                <a:lnTo>
                  <a:pt x="1140983" y="250829"/>
                </a:lnTo>
                <a:lnTo>
                  <a:pt x="1140354" y="250789"/>
                </a:lnTo>
                <a:lnTo>
                  <a:pt x="1139725" y="250758"/>
                </a:lnTo>
                <a:lnTo>
                  <a:pt x="1139094" y="250736"/>
                </a:lnTo>
                <a:lnTo>
                  <a:pt x="1138463" y="250723"/>
                </a:lnTo>
                <a:lnTo>
                  <a:pt x="1137832" y="250719"/>
                </a:lnTo>
                <a:lnTo>
                  <a:pt x="1136742" y="250730"/>
                </a:lnTo>
                <a:lnTo>
                  <a:pt x="1135664" y="250764"/>
                </a:lnTo>
                <a:lnTo>
                  <a:pt x="1134597" y="250820"/>
                </a:lnTo>
                <a:lnTo>
                  <a:pt x="1133541" y="250898"/>
                </a:lnTo>
                <a:lnTo>
                  <a:pt x="1132497" y="250999"/>
                </a:lnTo>
                <a:lnTo>
                  <a:pt x="1131464" y="251122"/>
                </a:lnTo>
                <a:lnTo>
                  <a:pt x="1130443" y="251267"/>
                </a:lnTo>
                <a:lnTo>
                  <a:pt x="1129433" y="251435"/>
                </a:lnTo>
                <a:lnTo>
                  <a:pt x="1128435" y="251625"/>
                </a:lnTo>
                <a:lnTo>
                  <a:pt x="1127448" y="251838"/>
                </a:lnTo>
                <a:lnTo>
                  <a:pt x="1126472" y="252073"/>
                </a:lnTo>
                <a:lnTo>
                  <a:pt x="1125508" y="252330"/>
                </a:lnTo>
                <a:lnTo>
                  <a:pt x="1124555" y="252610"/>
                </a:lnTo>
                <a:lnTo>
                  <a:pt x="1123614" y="252912"/>
                </a:lnTo>
                <a:lnTo>
                  <a:pt x="1122684" y="253237"/>
                </a:lnTo>
                <a:lnTo>
                  <a:pt x="1121765" y="253584"/>
                </a:lnTo>
                <a:lnTo>
                  <a:pt x="1120858" y="253953"/>
                </a:lnTo>
                <a:lnTo>
                  <a:pt x="1119962" y="254345"/>
                </a:lnTo>
                <a:lnTo>
                  <a:pt x="1119078" y="254759"/>
                </a:lnTo>
                <a:lnTo>
                  <a:pt x="1118205" y="255195"/>
                </a:lnTo>
                <a:lnTo>
                  <a:pt x="1117344" y="255654"/>
                </a:lnTo>
                <a:lnTo>
                  <a:pt x="1116494" y="256135"/>
                </a:lnTo>
                <a:lnTo>
                  <a:pt x="1115655" y="256639"/>
                </a:lnTo>
                <a:lnTo>
                  <a:pt x="1114828" y="257165"/>
                </a:lnTo>
                <a:lnTo>
                  <a:pt x="1114019" y="257706"/>
                </a:lnTo>
                <a:lnTo>
                  <a:pt x="1113225" y="258264"/>
                </a:lnTo>
                <a:lnTo>
                  <a:pt x="1112446" y="258840"/>
                </a:lnTo>
                <a:lnTo>
                  <a:pt x="1111682" y="259433"/>
                </a:lnTo>
                <a:lnTo>
                  <a:pt x="1110933" y="260044"/>
                </a:lnTo>
                <a:lnTo>
                  <a:pt x="1110198" y="260673"/>
                </a:lnTo>
                <a:lnTo>
                  <a:pt x="1109479" y="261319"/>
                </a:lnTo>
                <a:lnTo>
                  <a:pt x="1108775" y="261982"/>
                </a:lnTo>
                <a:lnTo>
                  <a:pt x="1108085" y="262663"/>
                </a:lnTo>
                <a:lnTo>
                  <a:pt x="1107411" y="263362"/>
                </a:lnTo>
                <a:lnTo>
                  <a:pt x="1106751" y="264078"/>
                </a:lnTo>
                <a:lnTo>
                  <a:pt x="1106106" y="264812"/>
                </a:lnTo>
                <a:lnTo>
                  <a:pt x="1105476" y="265563"/>
                </a:lnTo>
                <a:lnTo>
                  <a:pt x="1104862" y="266332"/>
                </a:lnTo>
                <a:lnTo>
                  <a:pt x="1104262" y="267119"/>
                </a:lnTo>
                <a:lnTo>
                  <a:pt x="1103677" y="267923"/>
                </a:lnTo>
                <a:lnTo>
                  <a:pt x="1103107" y="268744"/>
                </a:lnTo>
                <a:lnTo>
                  <a:pt x="1102551" y="269583"/>
                </a:lnTo>
                <a:lnTo>
                  <a:pt x="1102011" y="270440"/>
                </a:lnTo>
                <a:lnTo>
                  <a:pt x="1101486" y="271314"/>
                </a:lnTo>
                <a:lnTo>
                  <a:pt x="1100975" y="272206"/>
                </a:lnTo>
                <a:lnTo>
                  <a:pt x="1100480" y="273116"/>
                </a:lnTo>
                <a:lnTo>
                  <a:pt x="1099999" y="274042"/>
                </a:lnTo>
                <a:lnTo>
                  <a:pt x="1099534" y="274987"/>
                </a:lnTo>
                <a:lnTo>
                  <a:pt x="1099090" y="275941"/>
                </a:lnTo>
                <a:lnTo>
                  <a:pt x="1098666" y="276907"/>
                </a:lnTo>
                <a:lnTo>
                  <a:pt x="1098260" y="277886"/>
                </a:lnTo>
                <a:lnTo>
                  <a:pt x="1097873" y="278877"/>
                </a:lnTo>
                <a:lnTo>
                  <a:pt x="1097505" y="279880"/>
                </a:lnTo>
                <a:lnTo>
                  <a:pt x="1097156" y="280896"/>
                </a:lnTo>
                <a:lnTo>
                  <a:pt x="1096826" y="281924"/>
                </a:lnTo>
                <a:lnTo>
                  <a:pt x="1096514" y="282964"/>
                </a:lnTo>
                <a:lnTo>
                  <a:pt x="1096222" y="284016"/>
                </a:lnTo>
                <a:lnTo>
                  <a:pt x="1095948" y="285081"/>
                </a:lnTo>
                <a:lnTo>
                  <a:pt x="1095693" y="286158"/>
                </a:lnTo>
                <a:lnTo>
                  <a:pt x="1095457" y="287247"/>
                </a:lnTo>
                <a:lnTo>
                  <a:pt x="1095240" y="288349"/>
                </a:lnTo>
                <a:lnTo>
                  <a:pt x="1095042" y="289463"/>
                </a:lnTo>
                <a:lnTo>
                  <a:pt x="1094863" y="290589"/>
                </a:lnTo>
                <a:lnTo>
                  <a:pt x="1094703" y="291727"/>
                </a:lnTo>
                <a:lnTo>
                  <a:pt x="1094561" y="292878"/>
                </a:lnTo>
                <a:lnTo>
                  <a:pt x="1094438" y="294041"/>
                </a:lnTo>
                <a:lnTo>
                  <a:pt x="1094335" y="295216"/>
                </a:lnTo>
                <a:lnTo>
                  <a:pt x="1094250" y="296404"/>
                </a:lnTo>
                <a:lnTo>
                  <a:pt x="1094184" y="297604"/>
                </a:lnTo>
                <a:lnTo>
                  <a:pt x="1094136" y="298816"/>
                </a:lnTo>
                <a:lnTo>
                  <a:pt x="1094108" y="300040"/>
                </a:lnTo>
                <a:lnTo>
                  <a:pt x="1094099" y="301277"/>
                </a:lnTo>
                <a:lnTo>
                  <a:pt x="1094108" y="302514"/>
                </a:lnTo>
                <a:lnTo>
                  <a:pt x="1094136" y="303738"/>
                </a:lnTo>
                <a:lnTo>
                  <a:pt x="1094184" y="304949"/>
                </a:lnTo>
                <a:lnTo>
                  <a:pt x="1094250" y="306147"/>
                </a:lnTo>
                <a:lnTo>
                  <a:pt x="1094335" y="307333"/>
                </a:lnTo>
                <a:lnTo>
                  <a:pt x="1094438" y="308506"/>
                </a:lnTo>
                <a:lnTo>
                  <a:pt x="1094561" y="309666"/>
                </a:lnTo>
                <a:lnTo>
                  <a:pt x="1094703" y="310813"/>
                </a:lnTo>
                <a:lnTo>
                  <a:pt x="1094863" y="311948"/>
                </a:lnTo>
                <a:lnTo>
                  <a:pt x="1095042" y="313070"/>
                </a:lnTo>
                <a:lnTo>
                  <a:pt x="1095240" y="314179"/>
                </a:lnTo>
                <a:lnTo>
                  <a:pt x="1095457" y="315276"/>
                </a:lnTo>
                <a:lnTo>
                  <a:pt x="1095693" y="316359"/>
                </a:lnTo>
                <a:lnTo>
                  <a:pt x="1095948" y="317430"/>
                </a:lnTo>
                <a:lnTo>
                  <a:pt x="1096222" y="318489"/>
                </a:lnTo>
                <a:lnTo>
                  <a:pt x="1096514" y="319534"/>
                </a:lnTo>
                <a:lnTo>
                  <a:pt x="1096826" y="320567"/>
                </a:lnTo>
                <a:lnTo>
                  <a:pt x="1097156" y="321587"/>
                </a:lnTo>
                <a:lnTo>
                  <a:pt x="1097505" y="322595"/>
                </a:lnTo>
                <a:lnTo>
                  <a:pt x="1097873" y="323590"/>
                </a:lnTo>
                <a:lnTo>
                  <a:pt x="1098260" y="324572"/>
                </a:lnTo>
                <a:lnTo>
                  <a:pt x="1098666" y="325541"/>
                </a:lnTo>
                <a:lnTo>
                  <a:pt x="1099090" y="326497"/>
                </a:lnTo>
                <a:lnTo>
                  <a:pt x="1099534" y="327441"/>
                </a:lnTo>
                <a:lnTo>
                  <a:pt x="1100000" y="328365"/>
                </a:lnTo>
                <a:lnTo>
                  <a:pt x="1100482" y="329271"/>
                </a:lnTo>
                <a:lnTo>
                  <a:pt x="1100980" y="330161"/>
                </a:lnTo>
                <a:lnTo>
                  <a:pt x="1101495" y="331033"/>
                </a:lnTo>
                <a:lnTo>
                  <a:pt x="1102025" y="331888"/>
                </a:lnTo>
                <a:lnTo>
                  <a:pt x="1102571" y="332726"/>
                </a:lnTo>
                <a:lnTo>
                  <a:pt x="1103133" y="333547"/>
                </a:lnTo>
                <a:lnTo>
                  <a:pt x="1103712" y="334351"/>
                </a:lnTo>
                <a:lnTo>
                  <a:pt x="1104306" y="335138"/>
                </a:lnTo>
                <a:lnTo>
                  <a:pt x="1104916" y="335907"/>
                </a:lnTo>
                <a:lnTo>
                  <a:pt x="1105543" y="336660"/>
                </a:lnTo>
                <a:lnTo>
                  <a:pt x="1106185" y="337395"/>
                </a:lnTo>
                <a:lnTo>
                  <a:pt x="1106844" y="338113"/>
                </a:lnTo>
                <a:lnTo>
                  <a:pt x="1107518" y="338814"/>
                </a:lnTo>
                <a:lnTo>
                  <a:pt x="1108209" y="339498"/>
                </a:lnTo>
                <a:lnTo>
                  <a:pt x="1108915" y="340165"/>
                </a:lnTo>
                <a:lnTo>
                  <a:pt x="1109638" y="340815"/>
                </a:lnTo>
                <a:lnTo>
                  <a:pt x="1110376" y="341447"/>
                </a:lnTo>
                <a:lnTo>
                  <a:pt x="1111131" y="342063"/>
                </a:lnTo>
                <a:lnTo>
                  <a:pt x="1111901" y="342661"/>
                </a:lnTo>
                <a:lnTo>
                  <a:pt x="1112688" y="343243"/>
                </a:lnTo>
                <a:lnTo>
                  <a:pt x="1113490" y="343807"/>
                </a:lnTo>
                <a:lnTo>
                  <a:pt x="1114309" y="344354"/>
                </a:lnTo>
                <a:lnTo>
                  <a:pt x="1115144" y="344884"/>
                </a:lnTo>
                <a:lnTo>
                  <a:pt x="1115998" y="345389"/>
                </a:lnTo>
                <a:lnTo>
                  <a:pt x="1116866" y="345873"/>
                </a:lnTo>
                <a:lnTo>
                  <a:pt x="1117748" y="346335"/>
                </a:lnTo>
                <a:lnTo>
                  <a:pt x="1118642" y="346776"/>
                </a:lnTo>
                <a:lnTo>
                  <a:pt x="1119550" y="347196"/>
                </a:lnTo>
                <a:lnTo>
                  <a:pt x="1120472" y="347593"/>
                </a:lnTo>
                <a:lnTo>
                  <a:pt x="1121407" y="347970"/>
                </a:lnTo>
                <a:lnTo>
                  <a:pt x="1122355" y="348325"/>
                </a:lnTo>
                <a:lnTo>
                  <a:pt x="1123317" y="348658"/>
                </a:lnTo>
                <a:lnTo>
                  <a:pt x="1124292" y="348970"/>
                </a:lnTo>
                <a:lnTo>
                  <a:pt x="1125280" y="349260"/>
                </a:lnTo>
                <a:lnTo>
                  <a:pt x="1126282" y="349529"/>
                </a:lnTo>
                <a:lnTo>
                  <a:pt x="1127297" y="349776"/>
                </a:lnTo>
                <a:lnTo>
                  <a:pt x="1128326" y="350002"/>
                </a:lnTo>
                <a:lnTo>
                  <a:pt x="1129368" y="350206"/>
                </a:lnTo>
                <a:lnTo>
                  <a:pt x="1130423" y="350389"/>
                </a:lnTo>
                <a:lnTo>
                  <a:pt x="1131492" y="350550"/>
                </a:lnTo>
                <a:lnTo>
                  <a:pt x="1132574" y="350690"/>
                </a:lnTo>
                <a:lnTo>
                  <a:pt x="1133670" y="350808"/>
                </a:lnTo>
                <a:lnTo>
                  <a:pt x="1134779" y="350905"/>
                </a:lnTo>
                <a:lnTo>
                  <a:pt x="1135901" y="350980"/>
                </a:lnTo>
                <a:lnTo>
                  <a:pt x="1137037" y="351034"/>
                </a:lnTo>
                <a:lnTo>
                  <a:pt x="1138186" y="351066"/>
                </a:lnTo>
                <a:lnTo>
                  <a:pt x="1139348" y="351077"/>
                </a:lnTo>
                <a:lnTo>
                  <a:pt x="1140167" y="351072"/>
                </a:lnTo>
                <a:lnTo>
                  <a:pt x="1140978" y="351056"/>
                </a:lnTo>
                <a:lnTo>
                  <a:pt x="1141783" y="351030"/>
                </a:lnTo>
                <a:lnTo>
                  <a:pt x="1142580" y="350993"/>
                </a:lnTo>
                <a:lnTo>
                  <a:pt x="1143371" y="350946"/>
                </a:lnTo>
                <a:lnTo>
                  <a:pt x="1144155" y="350888"/>
                </a:lnTo>
                <a:lnTo>
                  <a:pt x="1144933" y="350819"/>
                </a:lnTo>
                <a:lnTo>
                  <a:pt x="1145703" y="350740"/>
                </a:lnTo>
                <a:lnTo>
                  <a:pt x="1146467" y="350651"/>
                </a:lnTo>
                <a:lnTo>
                  <a:pt x="1147224" y="350551"/>
                </a:lnTo>
                <a:lnTo>
                  <a:pt x="1147974" y="350440"/>
                </a:lnTo>
                <a:lnTo>
                  <a:pt x="1148717" y="350319"/>
                </a:lnTo>
                <a:lnTo>
                  <a:pt x="1149454" y="350187"/>
                </a:lnTo>
                <a:lnTo>
                  <a:pt x="1150184" y="350045"/>
                </a:lnTo>
                <a:lnTo>
                  <a:pt x="1150907" y="349892"/>
                </a:lnTo>
                <a:lnTo>
                  <a:pt x="1151623" y="349729"/>
                </a:lnTo>
                <a:lnTo>
                  <a:pt x="1152332" y="349555"/>
                </a:lnTo>
                <a:lnTo>
                  <a:pt x="1153035" y="349371"/>
                </a:lnTo>
                <a:lnTo>
                  <a:pt x="1153730" y="349176"/>
                </a:lnTo>
                <a:lnTo>
                  <a:pt x="1154419" y="348971"/>
                </a:lnTo>
                <a:lnTo>
                  <a:pt x="1155102" y="348755"/>
                </a:lnTo>
                <a:lnTo>
                  <a:pt x="1155777" y="348528"/>
                </a:lnTo>
                <a:lnTo>
                  <a:pt x="1156445" y="348291"/>
                </a:lnTo>
                <a:lnTo>
                  <a:pt x="1157107" y="348044"/>
                </a:lnTo>
                <a:lnTo>
                  <a:pt x="1157761" y="347781"/>
                </a:lnTo>
                <a:lnTo>
                  <a:pt x="1158406" y="347511"/>
                </a:lnTo>
                <a:lnTo>
                  <a:pt x="1159042" y="347232"/>
                </a:lnTo>
                <a:lnTo>
                  <a:pt x="1159670" y="346945"/>
                </a:lnTo>
                <a:lnTo>
                  <a:pt x="1160289" y="346649"/>
                </a:lnTo>
                <a:lnTo>
                  <a:pt x="1160899" y="346345"/>
                </a:lnTo>
                <a:lnTo>
                  <a:pt x="1161500" y="346033"/>
                </a:lnTo>
                <a:lnTo>
                  <a:pt x="1162093" y="345712"/>
                </a:lnTo>
                <a:lnTo>
                  <a:pt x="1162676" y="345383"/>
                </a:lnTo>
                <a:lnTo>
                  <a:pt x="1163251" y="345046"/>
                </a:lnTo>
                <a:lnTo>
                  <a:pt x="1163817" y="344701"/>
                </a:lnTo>
                <a:lnTo>
                  <a:pt x="1164375" y="344347"/>
                </a:lnTo>
                <a:lnTo>
                  <a:pt x="1164923" y="343984"/>
                </a:lnTo>
                <a:lnTo>
                  <a:pt x="1165463" y="343614"/>
                </a:lnTo>
                <a:lnTo>
                  <a:pt x="1165994" y="343235"/>
                </a:lnTo>
                <a:lnTo>
                  <a:pt x="1166516" y="342847"/>
                </a:lnTo>
                <a:lnTo>
                  <a:pt x="1167030" y="342452"/>
                </a:lnTo>
                <a:lnTo>
                  <a:pt x="1167535" y="342048"/>
                </a:lnTo>
                <a:lnTo>
                  <a:pt x="1168031" y="341635"/>
                </a:lnTo>
                <a:lnTo>
                  <a:pt x="1168518" y="341215"/>
                </a:lnTo>
                <a:lnTo>
                  <a:pt x="1168996" y="340786"/>
                </a:lnTo>
                <a:lnTo>
                  <a:pt x="1169466" y="340349"/>
                </a:lnTo>
                <a:lnTo>
                  <a:pt x="1169926" y="339903"/>
                </a:lnTo>
                <a:lnTo>
                  <a:pt x="1170379" y="339449"/>
                </a:lnTo>
                <a:lnTo>
                  <a:pt x="1170821" y="338982"/>
                </a:lnTo>
                <a:lnTo>
                  <a:pt x="1171252" y="338510"/>
                </a:lnTo>
                <a:lnTo>
                  <a:pt x="1171673" y="338031"/>
                </a:lnTo>
                <a:lnTo>
                  <a:pt x="1172083" y="337546"/>
                </a:lnTo>
                <a:lnTo>
                  <a:pt x="1172482" y="337055"/>
                </a:lnTo>
                <a:lnTo>
                  <a:pt x="1172871" y="336558"/>
                </a:lnTo>
                <a:lnTo>
                  <a:pt x="1173249" y="336054"/>
                </a:lnTo>
                <a:lnTo>
                  <a:pt x="1173616" y="335545"/>
                </a:lnTo>
                <a:lnTo>
                  <a:pt x="1173972" y="335029"/>
                </a:lnTo>
                <a:lnTo>
                  <a:pt x="1174317" y="334507"/>
                </a:lnTo>
                <a:lnTo>
                  <a:pt x="1174652" y="333979"/>
                </a:lnTo>
                <a:lnTo>
                  <a:pt x="1174976" y="333445"/>
                </a:lnTo>
                <a:lnTo>
                  <a:pt x="1175289" y="332905"/>
                </a:lnTo>
                <a:lnTo>
                  <a:pt x="1175592" y="332358"/>
                </a:lnTo>
                <a:lnTo>
                  <a:pt x="1175884" y="331806"/>
                </a:lnTo>
                <a:lnTo>
                  <a:pt x="1176165" y="331247"/>
                </a:lnTo>
                <a:lnTo>
                  <a:pt x="1176435" y="330682"/>
                </a:lnTo>
                <a:lnTo>
                  <a:pt x="1176694" y="330111"/>
                </a:lnTo>
                <a:lnTo>
                  <a:pt x="1176943" y="329534"/>
                </a:lnTo>
                <a:lnTo>
                  <a:pt x="1177181" y="328951"/>
                </a:lnTo>
                <a:lnTo>
                  <a:pt x="1177408" y="328362"/>
                </a:lnTo>
                <a:lnTo>
                  <a:pt x="1177625" y="327766"/>
                </a:lnTo>
                <a:lnTo>
                  <a:pt x="1177831" y="327164"/>
                </a:lnTo>
                <a:lnTo>
                  <a:pt x="1178026" y="326556"/>
                </a:lnTo>
                <a:lnTo>
                  <a:pt x="1163616" y="322512"/>
                </a:lnTo>
                <a:lnTo>
                  <a:pt x="1163456" y="322930"/>
                </a:lnTo>
                <a:lnTo>
                  <a:pt x="1163289" y="323343"/>
                </a:lnTo>
                <a:lnTo>
                  <a:pt x="1163118" y="323750"/>
                </a:lnTo>
                <a:lnTo>
                  <a:pt x="1162941" y="324151"/>
                </a:lnTo>
                <a:lnTo>
                  <a:pt x="1162758" y="324547"/>
                </a:lnTo>
                <a:lnTo>
                  <a:pt x="1162570" y="324937"/>
                </a:lnTo>
                <a:lnTo>
                  <a:pt x="1162376" y="325321"/>
                </a:lnTo>
                <a:lnTo>
                  <a:pt x="1162177" y="325700"/>
                </a:lnTo>
                <a:lnTo>
                  <a:pt x="1161972" y="326073"/>
                </a:lnTo>
                <a:lnTo>
                  <a:pt x="1161762" y="326440"/>
                </a:lnTo>
                <a:lnTo>
                  <a:pt x="1161547" y="326801"/>
                </a:lnTo>
                <a:lnTo>
                  <a:pt x="1161326" y="327157"/>
                </a:lnTo>
                <a:lnTo>
                  <a:pt x="1161099" y="327507"/>
                </a:lnTo>
                <a:lnTo>
                  <a:pt x="1160867" y="327851"/>
                </a:lnTo>
                <a:lnTo>
                  <a:pt x="1160629" y="328190"/>
                </a:lnTo>
                <a:lnTo>
                  <a:pt x="1160386" y="328523"/>
                </a:lnTo>
                <a:lnTo>
                  <a:pt x="1160138" y="328850"/>
                </a:lnTo>
                <a:lnTo>
                  <a:pt x="1159884" y="329171"/>
                </a:lnTo>
                <a:lnTo>
                  <a:pt x="1159624" y="329487"/>
                </a:lnTo>
                <a:lnTo>
                  <a:pt x="1159359" y="329797"/>
                </a:lnTo>
                <a:lnTo>
                  <a:pt x="1159089" y="330101"/>
                </a:lnTo>
                <a:lnTo>
                  <a:pt x="1158813" y="330400"/>
                </a:lnTo>
                <a:lnTo>
                  <a:pt x="1158532" y="330693"/>
                </a:lnTo>
                <a:lnTo>
                  <a:pt x="1158245" y="330980"/>
                </a:lnTo>
                <a:lnTo>
                  <a:pt x="1157953" y="331257"/>
                </a:lnTo>
                <a:lnTo>
                  <a:pt x="1157656" y="331527"/>
                </a:lnTo>
                <a:lnTo>
                  <a:pt x="1157355" y="331792"/>
                </a:lnTo>
                <a:lnTo>
                  <a:pt x="1157049" y="332051"/>
                </a:lnTo>
                <a:lnTo>
                  <a:pt x="1156739" y="332305"/>
                </a:lnTo>
                <a:lnTo>
                  <a:pt x="1156424" y="332552"/>
                </a:lnTo>
                <a:lnTo>
                  <a:pt x="1156104" y="332794"/>
                </a:lnTo>
                <a:lnTo>
                  <a:pt x="1155780" y="333031"/>
                </a:lnTo>
                <a:lnTo>
                  <a:pt x="1155451" y="333261"/>
                </a:lnTo>
                <a:lnTo>
                  <a:pt x="1155118" y="333486"/>
                </a:lnTo>
                <a:lnTo>
                  <a:pt x="1154780" y="333705"/>
                </a:lnTo>
                <a:lnTo>
                  <a:pt x="1154437" y="333919"/>
                </a:lnTo>
                <a:lnTo>
                  <a:pt x="1154090" y="334127"/>
                </a:lnTo>
                <a:lnTo>
                  <a:pt x="1153738" y="334329"/>
                </a:lnTo>
                <a:lnTo>
                  <a:pt x="1153381" y="334525"/>
                </a:lnTo>
                <a:lnTo>
                  <a:pt x="1153020" y="334716"/>
                </a:lnTo>
                <a:lnTo>
                  <a:pt x="1152654" y="334901"/>
                </a:lnTo>
                <a:lnTo>
                  <a:pt x="1152284" y="335080"/>
                </a:lnTo>
                <a:lnTo>
                  <a:pt x="1151909" y="335254"/>
                </a:lnTo>
                <a:lnTo>
                  <a:pt x="1151530" y="335422"/>
                </a:lnTo>
                <a:lnTo>
                  <a:pt x="1151146" y="335584"/>
                </a:lnTo>
                <a:lnTo>
                  <a:pt x="1150757" y="335740"/>
                </a:lnTo>
                <a:lnTo>
                  <a:pt x="1150363" y="335891"/>
                </a:lnTo>
                <a:lnTo>
                  <a:pt x="1149966" y="336036"/>
                </a:lnTo>
                <a:lnTo>
                  <a:pt x="1149569" y="336170"/>
                </a:lnTo>
                <a:lnTo>
                  <a:pt x="1149168" y="336299"/>
                </a:lnTo>
                <a:lnTo>
                  <a:pt x="1148763" y="336421"/>
                </a:lnTo>
                <a:lnTo>
                  <a:pt x="1148354" y="336538"/>
                </a:lnTo>
                <a:lnTo>
                  <a:pt x="1147941" y="336649"/>
                </a:lnTo>
                <a:lnTo>
                  <a:pt x="1147525" y="336755"/>
                </a:lnTo>
                <a:lnTo>
                  <a:pt x="1147104" y="336855"/>
                </a:lnTo>
                <a:lnTo>
                  <a:pt x="1146679" y="336949"/>
                </a:lnTo>
                <a:lnTo>
                  <a:pt x="1146251" y="337037"/>
                </a:lnTo>
                <a:lnTo>
                  <a:pt x="1145818" y="337120"/>
                </a:lnTo>
                <a:lnTo>
                  <a:pt x="1145382" y="337197"/>
                </a:lnTo>
                <a:lnTo>
                  <a:pt x="1144941" y="337268"/>
                </a:lnTo>
                <a:lnTo>
                  <a:pt x="1144497" y="337334"/>
                </a:lnTo>
                <a:lnTo>
                  <a:pt x="1144049" y="337394"/>
                </a:lnTo>
                <a:lnTo>
                  <a:pt x="1143596" y="337448"/>
                </a:lnTo>
                <a:lnTo>
                  <a:pt x="1143140" y="337497"/>
                </a:lnTo>
                <a:lnTo>
                  <a:pt x="1142680" y="337539"/>
                </a:lnTo>
                <a:lnTo>
                  <a:pt x="1142216" y="337577"/>
                </a:lnTo>
                <a:lnTo>
                  <a:pt x="1141748" y="337608"/>
                </a:lnTo>
                <a:lnTo>
                  <a:pt x="1141276" y="337634"/>
                </a:lnTo>
                <a:lnTo>
                  <a:pt x="1140800" y="337654"/>
                </a:lnTo>
                <a:lnTo>
                  <a:pt x="1140320" y="337668"/>
                </a:lnTo>
                <a:lnTo>
                  <a:pt x="1139836" y="337676"/>
                </a:lnTo>
                <a:lnTo>
                  <a:pt x="1139348" y="337679"/>
                </a:lnTo>
                <a:lnTo>
                  <a:pt x="1138599" y="337672"/>
                </a:lnTo>
                <a:lnTo>
                  <a:pt x="1137858" y="337652"/>
                </a:lnTo>
                <a:lnTo>
                  <a:pt x="1137124" y="337618"/>
                </a:lnTo>
                <a:lnTo>
                  <a:pt x="1136397" y="337570"/>
                </a:lnTo>
                <a:lnTo>
                  <a:pt x="1135679" y="337509"/>
                </a:lnTo>
                <a:lnTo>
                  <a:pt x="1134968" y="337434"/>
                </a:lnTo>
                <a:lnTo>
                  <a:pt x="1134265" y="337346"/>
                </a:lnTo>
                <a:lnTo>
                  <a:pt x="1133569" y="337244"/>
                </a:lnTo>
                <a:lnTo>
                  <a:pt x="1132881" y="337128"/>
                </a:lnTo>
                <a:lnTo>
                  <a:pt x="1132201" y="336999"/>
                </a:lnTo>
                <a:lnTo>
                  <a:pt x="1131529" y="336856"/>
                </a:lnTo>
                <a:lnTo>
                  <a:pt x="1130864" y="336700"/>
                </a:lnTo>
                <a:lnTo>
                  <a:pt x="1130207" y="336530"/>
                </a:lnTo>
                <a:lnTo>
                  <a:pt x="1129557" y="336346"/>
                </a:lnTo>
                <a:lnTo>
                  <a:pt x="1128916" y="336149"/>
                </a:lnTo>
                <a:lnTo>
                  <a:pt x="1128282" y="335938"/>
                </a:lnTo>
                <a:lnTo>
                  <a:pt x="1127655" y="335713"/>
                </a:lnTo>
                <a:lnTo>
                  <a:pt x="1127037" y="335475"/>
                </a:lnTo>
                <a:lnTo>
                  <a:pt x="1126426" y="335224"/>
                </a:lnTo>
                <a:lnTo>
                  <a:pt x="1125822" y="334958"/>
                </a:lnTo>
                <a:lnTo>
                  <a:pt x="1125227" y="334679"/>
                </a:lnTo>
                <a:lnTo>
                  <a:pt x="1124639" y="334387"/>
                </a:lnTo>
                <a:lnTo>
                  <a:pt x="1124058" y="334081"/>
                </a:lnTo>
                <a:lnTo>
                  <a:pt x="1123486" y="333761"/>
                </a:lnTo>
                <a:lnTo>
                  <a:pt x="1122922" y="333423"/>
                </a:lnTo>
                <a:lnTo>
                  <a:pt x="1122369" y="333072"/>
                </a:lnTo>
                <a:lnTo>
                  <a:pt x="1121826" y="332709"/>
                </a:lnTo>
                <a:lnTo>
                  <a:pt x="1121293" y="332334"/>
                </a:lnTo>
                <a:lnTo>
                  <a:pt x="1120771" y="331946"/>
                </a:lnTo>
                <a:lnTo>
                  <a:pt x="1120259" y="331545"/>
                </a:lnTo>
                <a:lnTo>
                  <a:pt x="1119757" y="331132"/>
                </a:lnTo>
                <a:lnTo>
                  <a:pt x="1119265" y="330706"/>
                </a:lnTo>
                <a:lnTo>
                  <a:pt x="1118784" y="330268"/>
                </a:lnTo>
                <a:lnTo>
                  <a:pt x="1118314" y="329818"/>
                </a:lnTo>
                <a:lnTo>
                  <a:pt x="1117853" y="329355"/>
                </a:lnTo>
                <a:lnTo>
                  <a:pt x="1117403" y="328879"/>
                </a:lnTo>
                <a:lnTo>
                  <a:pt x="1116963" y="328391"/>
                </a:lnTo>
                <a:lnTo>
                  <a:pt x="1116533" y="327890"/>
                </a:lnTo>
                <a:lnTo>
                  <a:pt x="1116114" y="327377"/>
                </a:lnTo>
                <a:lnTo>
                  <a:pt x="1115705" y="326851"/>
                </a:lnTo>
                <a:lnTo>
                  <a:pt x="1115307" y="326313"/>
                </a:lnTo>
                <a:lnTo>
                  <a:pt x="1114918" y="325762"/>
                </a:lnTo>
                <a:lnTo>
                  <a:pt x="1114540" y="325199"/>
                </a:lnTo>
                <a:lnTo>
                  <a:pt x="1114173" y="324624"/>
                </a:lnTo>
                <a:lnTo>
                  <a:pt x="1113815" y="324035"/>
                </a:lnTo>
                <a:lnTo>
                  <a:pt x="1113468" y="323435"/>
                </a:lnTo>
                <a:lnTo>
                  <a:pt x="1113132" y="322821"/>
                </a:lnTo>
                <a:lnTo>
                  <a:pt x="1112805" y="322196"/>
                </a:lnTo>
                <a:lnTo>
                  <a:pt x="1112496" y="321553"/>
                </a:lnTo>
                <a:lnTo>
                  <a:pt x="1112200" y="320898"/>
                </a:lnTo>
                <a:lnTo>
                  <a:pt x="1111917" y="320232"/>
                </a:lnTo>
                <a:lnTo>
                  <a:pt x="1111647" y="319554"/>
                </a:lnTo>
                <a:lnTo>
                  <a:pt x="1111390" y="318864"/>
                </a:lnTo>
                <a:lnTo>
                  <a:pt x="1111146" y="318163"/>
                </a:lnTo>
                <a:lnTo>
                  <a:pt x="1110916" y="317450"/>
                </a:lnTo>
                <a:lnTo>
                  <a:pt x="1110699" y="316726"/>
                </a:lnTo>
                <a:lnTo>
                  <a:pt x="1110495" y="315990"/>
                </a:lnTo>
                <a:lnTo>
                  <a:pt x="1110304" y="315242"/>
                </a:lnTo>
                <a:lnTo>
                  <a:pt x="1110126" y="314482"/>
                </a:lnTo>
                <a:lnTo>
                  <a:pt x="1109961" y="313711"/>
                </a:lnTo>
                <a:lnTo>
                  <a:pt x="1109810" y="312929"/>
                </a:lnTo>
                <a:lnTo>
                  <a:pt x="1109672" y="312135"/>
                </a:lnTo>
                <a:lnTo>
                  <a:pt x="1109547" y="311329"/>
                </a:lnTo>
                <a:lnTo>
                  <a:pt x="1109435" y="310511"/>
                </a:lnTo>
                <a:lnTo>
                  <a:pt x="1109336" y="309682"/>
                </a:lnTo>
                <a:lnTo>
                  <a:pt x="1109250" y="308841"/>
                </a:lnTo>
                <a:lnTo>
                  <a:pt x="1109178" y="307989"/>
                </a:lnTo>
                <a:lnTo>
                  <a:pt x="1109119" y="307125"/>
                </a:lnTo>
                <a:lnTo>
                  <a:pt x="1109073" y="306249"/>
                </a:lnTo>
                <a:lnTo>
                  <a:pt x="1109048" y="305575"/>
                </a:lnTo>
                <a:lnTo>
                  <a:pt x="1179542" y="305575"/>
                </a:lnTo>
                <a:lnTo>
                  <a:pt x="1179542" y="299255"/>
                </a:lnTo>
                <a:lnTo>
                  <a:pt x="1179536" y="298130"/>
                </a:lnTo>
                <a:lnTo>
                  <a:pt x="1179517" y="297020"/>
                </a:lnTo>
                <a:lnTo>
                  <a:pt x="1179486" y="295925"/>
                </a:lnTo>
                <a:lnTo>
                  <a:pt x="1179442" y="294845"/>
                </a:lnTo>
                <a:lnTo>
                  <a:pt x="1179386" y="293780"/>
                </a:lnTo>
                <a:close/>
                <a:moveTo>
                  <a:pt x="1109400" y="289719"/>
                </a:moveTo>
                <a:lnTo>
                  <a:pt x="1109502" y="289080"/>
                </a:lnTo>
                <a:lnTo>
                  <a:pt x="1109617" y="288445"/>
                </a:lnTo>
                <a:lnTo>
                  <a:pt x="1109744" y="287813"/>
                </a:lnTo>
                <a:lnTo>
                  <a:pt x="1109882" y="287184"/>
                </a:lnTo>
                <a:lnTo>
                  <a:pt x="1110033" y="286559"/>
                </a:lnTo>
                <a:lnTo>
                  <a:pt x="1110196" y="285938"/>
                </a:lnTo>
                <a:lnTo>
                  <a:pt x="1110371" y="285320"/>
                </a:lnTo>
                <a:lnTo>
                  <a:pt x="1110558" y="284705"/>
                </a:lnTo>
                <a:lnTo>
                  <a:pt x="1110757" y="284094"/>
                </a:lnTo>
                <a:lnTo>
                  <a:pt x="1110969" y="283487"/>
                </a:lnTo>
                <a:lnTo>
                  <a:pt x="1111192" y="282883"/>
                </a:lnTo>
                <a:lnTo>
                  <a:pt x="1111427" y="282283"/>
                </a:lnTo>
                <a:lnTo>
                  <a:pt x="1111675" y="281686"/>
                </a:lnTo>
                <a:lnTo>
                  <a:pt x="1111934" y="281093"/>
                </a:lnTo>
                <a:lnTo>
                  <a:pt x="1112206" y="280503"/>
                </a:lnTo>
                <a:lnTo>
                  <a:pt x="1112489" y="279916"/>
                </a:lnTo>
                <a:lnTo>
                  <a:pt x="1112784" y="279336"/>
                </a:lnTo>
                <a:lnTo>
                  <a:pt x="1113089" y="278766"/>
                </a:lnTo>
                <a:lnTo>
                  <a:pt x="1113405" y="278204"/>
                </a:lnTo>
                <a:lnTo>
                  <a:pt x="1113730" y="277652"/>
                </a:lnTo>
                <a:lnTo>
                  <a:pt x="1114066" y="277109"/>
                </a:lnTo>
                <a:lnTo>
                  <a:pt x="1114413" y="276575"/>
                </a:lnTo>
                <a:lnTo>
                  <a:pt x="1114769" y="276050"/>
                </a:lnTo>
                <a:lnTo>
                  <a:pt x="1115136" y="275535"/>
                </a:lnTo>
                <a:lnTo>
                  <a:pt x="1115514" y="275028"/>
                </a:lnTo>
                <a:lnTo>
                  <a:pt x="1115901" y="274531"/>
                </a:lnTo>
                <a:lnTo>
                  <a:pt x="1116299" y="274044"/>
                </a:lnTo>
                <a:lnTo>
                  <a:pt x="1116708" y="273565"/>
                </a:lnTo>
                <a:lnTo>
                  <a:pt x="1117126" y="273096"/>
                </a:lnTo>
                <a:lnTo>
                  <a:pt x="1117555" y="272635"/>
                </a:lnTo>
                <a:lnTo>
                  <a:pt x="1117994" y="272184"/>
                </a:lnTo>
                <a:lnTo>
                  <a:pt x="1118444" y="271743"/>
                </a:lnTo>
                <a:lnTo>
                  <a:pt x="1118904" y="271310"/>
                </a:lnTo>
                <a:lnTo>
                  <a:pt x="1119374" y="270887"/>
                </a:lnTo>
                <a:lnTo>
                  <a:pt x="1119854" y="270473"/>
                </a:lnTo>
                <a:lnTo>
                  <a:pt x="1120345" y="270068"/>
                </a:lnTo>
                <a:lnTo>
                  <a:pt x="1120846" y="269672"/>
                </a:lnTo>
                <a:lnTo>
                  <a:pt x="1121358" y="269286"/>
                </a:lnTo>
                <a:lnTo>
                  <a:pt x="1121879" y="268909"/>
                </a:lnTo>
                <a:lnTo>
                  <a:pt x="1122411" y="268541"/>
                </a:lnTo>
                <a:lnTo>
                  <a:pt x="1122958" y="268180"/>
                </a:lnTo>
                <a:lnTo>
                  <a:pt x="1123513" y="267834"/>
                </a:lnTo>
                <a:lnTo>
                  <a:pt x="1124076" y="267504"/>
                </a:lnTo>
                <a:lnTo>
                  <a:pt x="1124648" y="267189"/>
                </a:lnTo>
                <a:lnTo>
                  <a:pt x="1125228" y="266889"/>
                </a:lnTo>
                <a:lnTo>
                  <a:pt x="1125816" y="266605"/>
                </a:lnTo>
                <a:lnTo>
                  <a:pt x="1126413" y="266336"/>
                </a:lnTo>
                <a:lnTo>
                  <a:pt x="1127018" y="266083"/>
                </a:lnTo>
                <a:lnTo>
                  <a:pt x="1127631" y="265845"/>
                </a:lnTo>
                <a:lnTo>
                  <a:pt x="1128253" y="265622"/>
                </a:lnTo>
                <a:lnTo>
                  <a:pt x="1128883" y="265415"/>
                </a:lnTo>
                <a:lnTo>
                  <a:pt x="1129521" y="265223"/>
                </a:lnTo>
                <a:lnTo>
                  <a:pt x="1130168" y="265046"/>
                </a:lnTo>
                <a:lnTo>
                  <a:pt x="1130823" y="264885"/>
                </a:lnTo>
                <a:lnTo>
                  <a:pt x="1131486" y="264739"/>
                </a:lnTo>
                <a:lnTo>
                  <a:pt x="1132158" y="264608"/>
                </a:lnTo>
                <a:lnTo>
                  <a:pt x="1132838" y="264493"/>
                </a:lnTo>
                <a:lnTo>
                  <a:pt x="1133526" y="264393"/>
                </a:lnTo>
                <a:lnTo>
                  <a:pt x="1134223" y="264309"/>
                </a:lnTo>
                <a:lnTo>
                  <a:pt x="1134928" y="264240"/>
                </a:lnTo>
                <a:lnTo>
                  <a:pt x="1135641" y="264186"/>
                </a:lnTo>
                <a:lnTo>
                  <a:pt x="1136363" y="264148"/>
                </a:lnTo>
                <a:lnTo>
                  <a:pt x="1137093" y="264125"/>
                </a:lnTo>
                <a:lnTo>
                  <a:pt x="1137832" y="264117"/>
                </a:lnTo>
                <a:lnTo>
                  <a:pt x="1138502" y="264123"/>
                </a:lnTo>
                <a:lnTo>
                  <a:pt x="1139165" y="264143"/>
                </a:lnTo>
                <a:lnTo>
                  <a:pt x="1139820" y="264175"/>
                </a:lnTo>
                <a:lnTo>
                  <a:pt x="1140468" y="264220"/>
                </a:lnTo>
                <a:lnTo>
                  <a:pt x="1141109" y="264279"/>
                </a:lnTo>
                <a:lnTo>
                  <a:pt x="1141742" y="264350"/>
                </a:lnTo>
                <a:lnTo>
                  <a:pt x="1142368" y="264434"/>
                </a:lnTo>
                <a:lnTo>
                  <a:pt x="1142986" y="264531"/>
                </a:lnTo>
                <a:lnTo>
                  <a:pt x="1143596" y="264641"/>
                </a:lnTo>
                <a:lnTo>
                  <a:pt x="1144200" y="264764"/>
                </a:lnTo>
                <a:lnTo>
                  <a:pt x="1144795" y="264900"/>
                </a:lnTo>
                <a:lnTo>
                  <a:pt x="1145384" y="265049"/>
                </a:lnTo>
                <a:lnTo>
                  <a:pt x="1145965" y="265211"/>
                </a:lnTo>
                <a:lnTo>
                  <a:pt x="1146538" y="265386"/>
                </a:lnTo>
                <a:lnTo>
                  <a:pt x="1147104" y="265573"/>
                </a:lnTo>
                <a:lnTo>
                  <a:pt x="1147662" y="265774"/>
                </a:lnTo>
                <a:lnTo>
                  <a:pt x="1148213" y="265988"/>
                </a:lnTo>
                <a:lnTo>
                  <a:pt x="1148757" y="266214"/>
                </a:lnTo>
                <a:lnTo>
                  <a:pt x="1149293" y="266454"/>
                </a:lnTo>
                <a:lnTo>
                  <a:pt x="1149822" y="266706"/>
                </a:lnTo>
                <a:lnTo>
                  <a:pt x="1150343" y="266972"/>
                </a:lnTo>
                <a:lnTo>
                  <a:pt x="1150857" y="267250"/>
                </a:lnTo>
                <a:lnTo>
                  <a:pt x="1151363" y="267541"/>
                </a:lnTo>
                <a:lnTo>
                  <a:pt x="1151862" y="267846"/>
                </a:lnTo>
                <a:lnTo>
                  <a:pt x="1152357" y="268161"/>
                </a:lnTo>
                <a:lnTo>
                  <a:pt x="1152843" y="268486"/>
                </a:lnTo>
                <a:lnTo>
                  <a:pt x="1153319" y="268820"/>
                </a:lnTo>
                <a:lnTo>
                  <a:pt x="1153786" y="269164"/>
                </a:lnTo>
                <a:lnTo>
                  <a:pt x="1154242" y="269517"/>
                </a:lnTo>
                <a:lnTo>
                  <a:pt x="1154690" y="269880"/>
                </a:lnTo>
                <a:lnTo>
                  <a:pt x="1155127" y="270252"/>
                </a:lnTo>
                <a:lnTo>
                  <a:pt x="1155555" y="270633"/>
                </a:lnTo>
                <a:lnTo>
                  <a:pt x="1155973" y="271024"/>
                </a:lnTo>
                <a:lnTo>
                  <a:pt x="1156382" y="271425"/>
                </a:lnTo>
                <a:lnTo>
                  <a:pt x="1156781" y="271834"/>
                </a:lnTo>
                <a:lnTo>
                  <a:pt x="1157170" y="272254"/>
                </a:lnTo>
                <a:lnTo>
                  <a:pt x="1157550" y="272682"/>
                </a:lnTo>
                <a:lnTo>
                  <a:pt x="1157920" y="273120"/>
                </a:lnTo>
                <a:lnTo>
                  <a:pt x="1158280" y="273568"/>
                </a:lnTo>
                <a:lnTo>
                  <a:pt x="1158631" y="274025"/>
                </a:lnTo>
                <a:lnTo>
                  <a:pt x="1158972" y="274491"/>
                </a:lnTo>
                <a:lnTo>
                  <a:pt x="1159303" y="274967"/>
                </a:lnTo>
                <a:lnTo>
                  <a:pt x="1159625" y="275452"/>
                </a:lnTo>
                <a:lnTo>
                  <a:pt x="1159937" y="275947"/>
                </a:lnTo>
                <a:lnTo>
                  <a:pt x="1160239" y="276451"/>
                </a:lnTo>
                <a:lnTo>
                  <a:pt x="1160532" y="276965"/>
                </a:lnTo>
                <a:lnTo>
                  <a:pt x="1160815" y="277488"/>
                </a:lnTo>
                <a:lnTo>
                  <a:pt x="1161088" y="278020"/>
                </a:lnTo>
                <a:lnTo>
                  <a:pt x="1161357" y="278561"/>
                </a:lnTo>
                <a:lnTo>
                  <a:pt x="1161613" y="279107"/>
                </a:lnTo>
                <a:lnTo>
                  <a:pt x="1161859" y="279660"/>
                </a:lnTo>
                <a:lnTo>
                  <a:pt x="1162093" y="280218"/>
                </a:lnTo>
                <a:lnTo>
                  <a:pt x="1162315" y="280783"/>
                </a:lnTo>
                <a:lnTo>
                  <a:pt x="1162526" y="281354"/>
                </a:lnTo>
                <a:lnTo>
                  <a:pt x="1162726" y="281931"/>
                </a:lnTo>
                <a:lnTo>
                  <a:pt x="1162914" y="282514"/>
                </a:lnTo>
                <a:lnTo>
                  <a:pt x="1163091" y="283104"/>
                </a:lnTo>
                <a:lnTo>
                  <a:pt x="1163256" y="283699"/>
                </a:lnTo>
                <a:lnTo>
                  <a:pt x="1163411" y="284301"/>
                </a:lnTo>
                <a:lnTo>
                  <a:pt x="1163553" y="284909"/>
                </a:lnTo>
                <a:lnTo>
                  <a:pt x="1163684" y="285523"/>
                </a:lnTo>
                <a:lnTo>
                  <a:pt x="1163804" y="286143"/>
                </a:lnTo>
                <a:lnTo>
                  <a:pt x="1163913" y="286769"/>
                </a:lnTo>
                <a:lnTo>
                  <a:pt x="1164010" y="287402"/>
                </a:lnTo>
                <a:lnTo>
                  <a:pt x="1164095" y="288040"/>
                </a:lnTo>
                <a:lnTo>
                  <a:pt x="1164169" y="288685"/>
                </a:lnTo>
                <a:lnTo>
                  <a:pt x="1164232" y="289336"/>
                </a:lnTo>
                <a:lnTo>
                  <a:pt x="1164284" y="289993"/>
                </a:lnTo>
                <a:lnTo>
                  <a:pt x="1164323" y="290656"/>
                </a:lnTo>
                <a:lnTo>
                  <a:pt x="1164352" y="291325"/>
                </a:lnTo>
                <a:lnTo>
                  <a:pt x="1164369" y="292001"/>
                </a:lnTo>
                <a:lnTo>
                  <a:pt x="1164375" y="292682"/>
                </a:lnTo>
                <a:lnTo>
                  <a:pt x="1109086" y="292682"/>
                </a:lnTo>
                <a:lnTo>
                  <a:pt x="1109110" y="292310"/>
                </a:lnTo>
                <a:lnTo>
                  <a:pt x="1109164" y="291657"/>
                </a:lnTo>
                <a:lnTo>
                  <a:pt x="1109231" y="291008"/>
                </a:lnTo>
                <a:lnTo>
                  <a:pt x="1109309" y="290362"/>
                </a:lnTo>
                <a:lnTo>
                  <a:pt x="1109400" y="289719"/>
                </a:lnTo>
                <a:close/>
                <a:moveTo>
                  <a:pt x="1044715" y="350739"/>
                </a:moveTo>
                <a:lnTo>
                  <a:pt x="1045542" y="350635"/>
                </a:lnTo>
                <a:lnTo>
                  <a:pt x="1046359" y="350517"/>
                </a:lnTo>
                <a:lnTo>
                  <a:pt x="1047166" y="350386"/>
                </a:lnTo>
                <a:lnTo>
                  <a:pt x="1047965" y="350241"/>
                </a:lnTo>
                <a:lnTo>
                  <a:pt x="1048754" y="350082"/>
                </a:lnTo>
                <a:lnTo>
                  <a:pt x="1049534" y="349909"/>
                </a:lnTo>
                <a:lnTo>
                  <a:pt x="1050305" y="349722"/>
                </a:lnTo>
                <a:lnTo>
                  <a:pt x="1051067" y="349522"/>
                </a:lnTo>
                <a:lnTo>
                  <a:pt x="1051819" y="349308"/>
                </a:lnTo>
                <a:lnTo>
                  <a:pt x="1052562" y="349080"/>
                </a:lnTo>
                <a:lnTo>
                  <a:pt x="1053297" y="348838"/>
                </a:lnTo>
                <a:lnTo>
                  <a:pt x="1054021" y="348582"/>
                </a:lnTo>
                <a:lnTo>
                  <a:pt x="1054737" y="348312"/>
                </a:lnTo>
                <a:lnTo>
                  <a:pt x="1055443" y="348029"/>
                </a:lnTo>
                <a:lnTo>
                  <a:pt x="1056140" y="347732"/>
                </a:lnTo>
                <a:lnTo>
                  <a:pt x="1056828" y="347421"/>
                </a:lnTo>
                <a:lnTo>
                  <a:pt x="1057507" y="347096"/>
                </a:lnTo>
                <a:lnTo>
                  <a:pt x="1058181" y="346754"/>
                </a:lnTo>
                <a:lnTo>
                  <a:pt x="1058843" y="346402"/>
                </a:lnTo>
                <a:lnTo>
                  <a:pt x="1059495" y="346041"/>
                </a:lnTo>
                <a:lnTo>
                  <a:pt x="1060135" y="345670"/>
                </a:lnTo>
                <a:lnTo>
                  <a:pt x="1060764" y="345290"/>
                </a:lnTo>
                <a:lnTo>
                  <a:pt x="1061382" y="344900"/>
                </a:lnTo>
                <a:lnTo>
                  <a:pt x="1061989" y="344500"/>
                </a:lnTo>
                <a:lnTo>
                  <a:pt x="1062584" y="344090"/>
                </a:lnTo>
                <a:lnTo>
                  <a:pt x="1063168" y="343671"/>
                </a:lnTo>
                <a:lnTo>
                  <a:pt x="1063741" y="343242"/>
                </a:lnTo>
                <a:lnTo>
                  <a:pt x="1064303" y="342804"/>
                </a:lnTo>
                <a:lnTo>
                  <a:pt x="1064854" y="342356"/>
                </a:lnTo>
                <a:lnTo>
                  <a:pt x="1065393" y="341898"/>
                </a:lnTo>
                <a:lnTo>
                  <a:pt x="1065922" y="341431"/>
                </a:lnTo>
                <a:lnTo>
                  <a:pt x="1066439" y="340954"/>
                </a:lnTo>
                <a:lnTo>
                  <a:pt x="1066945" y="340467"/>
                </a:lnTo>
                <a:lnTo>
                  <a:pt x="1067439" y="339971"/>
                </a:lnTo>
                <a:lnTo>
                  <a:pt x="1067923" y="339465"/>
                </a:lnTo>
                <a:lnTo>
                  <a:pt x="1068395" y="338949"/>
                </a:lnTo>
                <a:lnTo>
                  <a:pt x="1068856" y="338424"/>
                </a:lnTo>
                <a:lnTo>
                  <a:pt x="1069306" y="337889"/>
                </a:lnTo>
                <a:lnTo>
                  <a:pt x="1069745" y="337344"/>
                </a:lnTo>
                <a:lnTo>
                  <a:pt x="1070173" y="336790"/>
                </a:lnTo>
                <a:lnTo>
                  <a:pt x="1070589" y="336226"/>
                </a:lnTo>
                <a:lnTo>
                  <a:pt x="1070999" y="335649"/>
                </a:lnTo>
                <a:lnTo>
                  <a:pt x="1071395" y="335066"/>
                </a:lnTo>
                <a:lnTo>
                  <a:pt x="1071779" y="334477"/>
                </a:lnTo>
                <a:lnTo>
                  <a:pt x="1072150" y="333882"/>
                </a:lnTo>
                <a:lnTo>
                  <a:pt x="1072507" y="333281"/>
                </a:lnTo>
                <a:lnTo>
                  <a:pt x="1072852" y="332675"/>
                </a:lnTo>
                <a:lnTo>
                  <a:pt x="1073184" y="332062"/>
                </a:lnTo>
                <a:lnTo>
                  <a:pt x="1073503" y="331444"/>
                </a:lnTo>
                <a:lnTo>
                  <a:pt x="1073809" y="330819"/>
                </a:lnTo>
                <a:lnTo>
                  <a:pt x="1074102" y="330189"/>
                </a:lnTo>
                <a:lnTo>
                  <a:pt x="1074382" y="329553"/>
                </a:lnTo>
                <a:lnTo>
                  <a:pt x="1074650" y="328911"/>
                </a:lnTo>
                <a:lnTo>
                  <a:pt x="1074904" y="328262"/>
                </a:lnTo>
                <a:lnTo>
                  <a:pt x="1075145" y="327608"/>
                </a:lnTo>
                <a:lnTo>
                  <a:pt x="1075373" y="326948"/>
                </a:lnTo>
                <a:lnTo>
                  <a:pt x="1075589" y="326283"/>
                </a:lnTo>
                <a:lnTo>
                  <a:pt x="1075791" y="325611"/>
                </a:lnTo>
                <a:lnTo>
                  <a:pt x="1075981" y="324933"/>
                </a:lnTo>
                <a:lnTo>
                  <a:pt x="1076157" y="324249"/>
                </a:lnTo>
                <a:lnTo>
                  <a:pt x="1076321" y="323560"/>
                </a:lnTo>
                <a:lnTo>
                  <a:pt x="1076471" y="322864"/>
                </a:lnTo>
                <a:lnTo>
                  <a:pt x="1076609" y="322163"/>
                </a:lnTo>
                <a:lnTo>
                  <a:pt x="1076734" y="321455"/>
                </a:lnTo>
                <a:lnTo>
                  <a:pt x="1076846" y="320742"/>
                </a:lnTo>
                <a:lnTo>
                  <a:pt x="1061931" y="320742"/>
                </a:lnTo>
                <a:lnTo>
                  <a:pt x="1061812" y="321182"/>
                </a:lnTo>
                <a:lnTo>
                  <a:pt x="1061686" y="321616"/>
                </a:lnTo>
                <a:lnTo>
                  <a:pt x="1061554" y="322046"/>
                </a:lnTo>
                <a:lnTo>
                  <a:pt x="1061415" y="322470"/>
                </a:lnTo>
                <a:lnTo>
                  <a:pt x="1061269" y="322888"/>
                </a:lnTo>
                <a:lnTo>
                  <a:pt x="1061117" y="323302"/>
                </a:lnTo>
                <a:lnTo>
                  <a:pt x="1060959" y="323710"/>
                </a:lnTo>
                <a:lnTo>
                  <a:pt x="1060793" y="324113"/>
                </a:lnTo>
                <a:lnTo>
                  <a:pt x="1060621" y="324510"/>
                </a:lnTo>
                <a:lnTo>
                  <a:pt x="1060443" y="324903"/>
                </a:lnTo>
                <a:lnTo>
                  <a:pt x="1060258" y="325290"/>
                </a:lnTo>
                <a:lnTo>
                  <a:pt x="1060067" y="325672"/>
                </a:lnTo>
                <a:lnTo>
                  <a:pt x="1059868" y="326048"/>
                </a:lnTo>
                <a:lnTo>
                  <a:pt x="1059664" y="326419"/>
                </a:lnTo>
                <a:lnTo>
                  <a:pt x="1059452" y="326785"/>
                </a:lnTo>
                <a:lnTo>
                  <a:pt x="1059234" y="327146"/>
                </a:lnTo>
                <a:lnTo>
                  <a:pt x="1059010" y="327502"/>
                </a:lnTo>
                <a:lnTo>
                  <a:pt x="1058779" y="327852"/>
                </a:lnTo>
                <a:lnTo>
                  <a:pt x="1058541" y="328197"/>
                </a:lnTo>
                <a:lnTo>
                  <a:pt x="1058297" y="328537"/>
                </a:lnTo>
                <a:lnTo>
                  <a:pt x="1058046" y="328871"/>
                </a:lnTo>
                <a:lnTo>
                  <a:pt x="1057789" y="329200"/>
                </a:lnTo>
                <a:lnTo>
                  <a:pt x="1057525" y="329524"/>
                </a:lnTo>
                <a:lnTo>
                  <a:pt x="1057254" y="329843"/>
                </a:lnTo>
                <a:lnTo>
                  <a:pt x="1056978" y="330156"/>
                </a:lnTo>
                <a:lnTo>
                  <a:pt x="1056696" y="330462"/>
                </a:lnTo>
                <a:lnTo>
                  <a:pt x="1056410" y="330763"/>
                </a:lnTo>
                <a:lnTo>
                  <a:pt x="1056118" y="331058"/>
                </a:lnTo>
                <a:lnTo>
                  <a:pt x="1055822" y="331346"/>
                </a:lnTo>
                <a:lnTo>
                  <a:pt x="1055520" y="331628"/>
                </a:lnTo>
                <a:lnTo>
                  <a:pt x="1055214" y="331904"/>
                </a:lnTo>
                <a:lnTo>
                  <a:pt x="1054902" y="332174"/>
                </a:lnTo>
                <a:lnTo>
                  <a:pt x="1054585" y="332438"/>
                </a:lnTo>
                <a:lnTo>
                  <a:pt x="1054263" y="332695"/>
                </a:lnTo>
                <a:lnTo>
                  <a:pt x="1053936" y="332947"/>
                </a:lnTo>
                <a:lnTo>
                  <a:pt x="1053605" y="333192"/>
                </a:lnTo>
                <a:lnTo>
                  <a:pt x="1053268" y="333431"/>
                </a:lnTo>
                <a:lnTo>
                  <a:pt x="1052926" y="333664"/>
                </a:lnTo>
                <a:lnTo>
                  <a:pt x="1052579" y="333891"/>
                </a:lnTo>
                <a:lnTo>
                  <a:pt x="1052226" y="334112"/>
                </a:lnTo>
                <a:lnTo>
                  <a:pt x="1051869" y="334327"/>
                </a:lnTo>
                <a:lnTo>
                  <a:pt x="1051507" y="334535"/>
                </a:lnTo>
                <a:lnTo>
                  <a:pt x="1051140" y="334737"/>
                </a:lnTo>
                <a:lnTo>
                  <a:pt x="1050768" y="334934"/>
                </a:lnTo>
                <a:lnTo>
                  <a:pt x="1050390" y="335124"/>
                </a:lnTo>
                <a:lnTo>
                  <a:pt x="1050008" y="335308"/>
                </a:lnTo>
                <a:lnTo>
                  <a:pt x="1049621" y="335485"/>
                </a:lnTo>
                <a:lnTo>
                  <a:pt x="1049228" y="335657"/>
                </a:lnTo>
                <a:lnTo>
                  <a:pt x="1048831" y="335822"/>
                </a:lnTo>
                <a:lnTo>
                  <a:pt x="1048431" y="335980"/>
                </a:lnTo>
                <a:lnTo>
                  <a:pt x="1048026" y="336131"/>
                </a:lnTo>
                <a:lnTo>
                  <a:pt x="1047618" y="336275"/>
                </a:lnTo>
                <a:lnTo>
                  <a:pt x="1047207" y="336412"/>
                </a:lnTo>
                <a:lnTo>
                  <a:pt x="1046791" y="336542"/>
                </a:lnTo>
                <a:lnTo>
                  <a:pt x="1046372" y="336665"/>
                </a:lnTo>
                <a:lnTo>
                  <a:pt x="1045949" y="336780"/>
                </a:lnTo>
                <a:lnTo>
                  <a:pt x="1045522" y="336889"/>
                </a:lnTo>
                <a:lnTo>
                  <a:pt x="1045092" y="336991"/>
                </a:lnTo>
                <a:lnTo>
                  <a:pt x="1044658" y="337086"/>
                </a:lnTo>
                <a:lnTo>
                  <a:pt x="1044220" y="337174"/>
                </a:lnTo>
                <a:lnTo>
                  <a:pt x="1043778" y="337254"/>
                </a:lnTo>
                <a:lnTo>
                  <a:pt x="1043333" y="337328"/>
                </a:lnTo>
                <a:lnTo>
                  <a:pt x="1042884" y="337395"/>
                </a:lnTo>
                <a:lnTo>
                  <a:pt x="1042431" y="337455"/>
                </a:lnTo>
                <a:lnTo>
                  <a:pt x="1041974" y="337507"/>
                </a:lnTo>
                <a:lnTo>
                  <a:pt x="1041514" y="337553"/>
                </a:lnTo>
                <a:lnTo>
                  <a:pt x="1041050" y="337591"/>
                </a:lnTo>
                <a:lnTo>
                  <a:pt x="1040582" y="337623"/>
                </a:lnTo>
                <a:lnTo>
                  <a:pt x="1040111" y="337648"/>
                </a:lnTo>
                <a:lnTo>
                  <a:pt x="1039636" y="337665"/>
                </a:lnTo>
                <a:lnTo>
                  <a:pt x="1039157" y="337676"/>
                </a:lnTo>
                <a:lnTo>
                  <a:pt x="1038674" y="337679"/>
                </a:lnTo>
                <a:lnTo>
                  <a:pt x="1037941" y="337671"/>
                </a:lnTo>
                <a:lnTo>
                  <a:pt x="1037215" y="337647"/>
                </a:lnTo>
                <a:lnTo>
                  <a:pt x="1036498" y="337607"/>
                </a:lnTo>
                <a:lnTo>
                  <a:pt x="1035788" y="337551"/>
                </a:lnTo>
                <a:lnTo>
                  <a:pt x="1035086" y="337479"/>
                </a:lnTo>
                <a:lnTo>
                  <a:pt x="1034392" y="337391"/>
                </a:lnTo>
                <a:lnTo>
                  <a:pt x="1033706" y="337287"/>
                </a:lnTo>
                <a:lnTo>
                  <a:pt x="1033028" y="337167"/>
                </a:lnTo>
                <a:lnTo>
                  <a:pt x="1032358" y="337031"/>
                </a:lnTo>
                <a:lnTo>
                  <a:pt x="1031696" y="336878"/>
                </a:lnTo>
                <a:lnTo>
                  <a:pt x="1031042" y="336710"/>
                </a:lnTo>
                <a:lnTo>
                  <a:pt x="1030395" y="336526"/>
                </a:lnTo>
                <a:lnTo>
                  <a:pt x="1029757" y="336326"/>
                </a:lnTo>
                <a:lnTo>
                  <a:pt x="1029126" y="336109"/>
                </a:lnTo>
                <a:lnTo>
                  <a:pt x="1028503" y="335877"/>
                </a:lnTo>
                <a:lnTo>
                  <a:pt x="1027888" y="335629"/>
                </a:lnTo>
                <a:lnTo>
                  <a:pt x="1027281" y="335365"/>
                </a:lnTo>
                <a:lnTo>
                  <a:pt x="1026682" y="335084"/>
                </a:lnTo>
                <a:lnTo>
                  <a:pt x="1026091" y="334788"/>
                </a:lnTo>
                <a:lnTo>
                  <a:pt x="1025508" y="334475"/>
                </a:lnTo>
                <a:lnTo>
                  <a:pt x="1024932" y="334147"/>
                </a:lnTo>
                <a:lnTo>
                  <a:pt x="1024365" y="333803"/>
                </a:lnTo>
                <a:lnTo>
                  <a:pt x="1023805" y="333442"/>
                </a:lnTo>
                <a:lnTo>
                  <a:pt x="1023254" y="333066"/>
                </a:lnTo>
                <a:lnTo>
                  <a:pt x="1022716" y="332675"/>
                </a:lnTo>
                <a:lnTo>
                  <a:pt x="1022189" y="332271"/>
                </a:lnTo>
                <a:lnTo>
                  <a:pt x="1021672" y="331854"/>
                </a:lnTo>
                <a:lnTo>
                  <a:pt x="1021165" y="331424"/>
                </a:lnTo>
                <a:lnTo>
                  <a:pt x="1020668" y="330982"/>
                </a:lnTo>
                <a:lnTo>
                  <a:pt x="1020181" y="330526"/>
                </a:lnTo>
                <a:lnTo>
                  <a:pt x="1019704" y="330057"/>
                </a:lnTo>
                <a:lnTo>
                  <a:pt x="1019237" y="329576"/>
                </a:lnTo>
                <a:lnTo>
                  <a:pt x="1018781" y="329081"/>
                </a:lnTo>
                <a:lnTo>
                  <a:pt x="1018334" y="328574"/>
                </a:lnTo>
                <a:lnTo>
                  <a:pt x="1017897" y="328054"/>
                </a:lnTo>
                <a:lnTo>
                  <a:pt x="1017471" y="327520"/>
                </a:lnTo>
                <a:lnTo>
                  <a:pt x="1017055" y="326974"/>
                </a:lnTo>
                <a:lnTo>
                  <a:pt x="1016649" y="326415"/>
                </a:lnTo>
                <a:lnTo>
                  <a:pt x="1016253" y="325842"/>
                </a:lnTo>
                <a:lnTo>
                  <a:pt x="1015867" y="325257"/>
                </a:lnTo>
                <a:lnTo>
                  <a:pt x="1015491" y="324659"/>
                </a:lnTo>
                <a:lnTo>
                  <a:pt x="1015125" y="324048"/>
                </a:lnTo>
                <a:lnTo>
                  <a:pt x="1014769" y="323424"/>
                </a:lnTo>
                <a:lnTo>
                  <a:pt x="1014424" y="322787"/>
                </a:lnTo>
                <a:lnTo>
                  <a:pt x="1014088" y="322137"/>
                </a:lnTo>
                <a:lnTo>
                  <a:pt x="1013763" y="321475"/>
                </a:lnTo>
                <a:lnTo>
                  <a:pt x="1013447" y="320799"/>
                </a:lnTo>
                <a:lnTo>
                  <a:pt x="1013142" y="320110"/>
                </a:lnTo>
                <a:lnTo>
                  <a:pt x="1012853" y="319410"/>
                </a:lnTo>
                <a:lnTo>
                  <a:pt x="1012577" y="318700"/>
                </a:lnTo>
                <a:lnTo>
                  <a:pt x="1012313" y="317979"/>
                </a:lnTo>
                <a:lnTo>
                  <a:pt x="1012061" y="317249"/>
                </a:lnTo>
                <a:lnTo>
                  <a:pt x="1011821" y="316508"/>
                </a:lnTo>
                <a:lnTo>
                  <a:pt x="1011594" y="315757"/>
                </a:lnTo>
                <a:lnTo>
                  <a:pt x="1011379" y="314997"/>
                </a:lnTo>
                <a:lnTo>
                  <a:pt x="1011176" y="314226"/>
                </a:lnTo>
                <a:lnTo>
                  <a:pt x="1010985" y="313445"/>
                </a:lnTo>
                <a:lnTo>
                  <a:pt x="1010807" y="312654"/>
                </a:lnTo>
                <a:lnTo>
                  <a:pt x="1010641" y="311853"/>
                </a:lnTo>
                <a:lnTo>
                  <a:pt x="1010488" y="311041"/>
                </a:lnTo>
                <a:lnTo>
                  <a:pt x="1010346" y="310220"/>
                </a:lnTo>
                <a:lnTo>
                  <a:pt x="1010217" y="309389"/>
                </a:lnTo>
                <a:lnTo>
                  <a:pt x="1010101" y="308547"/>
                </a:lnTo>
                <a:lnTo>
                  <a:pt x="1009996" y="307695"/>
                </a:lnTo>
                <a:lnTo>
                  <a:pt x="1009904" y="306834"/>
                </a:lnTo>
                <a:lnTo>
                  <a:pt x="1009824" y="305962"/>
                </a:lnTo>
                <a:lnTo>
                  <a:pt x="1009757" y="305080"/>
                </a:lnTo>
                <a:lnTo>
                  <a:pt x="1009701" y="304188"/>
                </a:lnTo>
                <a:lnTo>
                  <a:pt x="1009658" y="303286"/>
                </a:lnTo>
                <a:lnTo>
                  <a:pt x="1009628" y="302374"/>
                </a:lnTo>
                <a:lnTo>
                  <a:pt x="1009609" y="301451"/>
                </a:lnTo>
                <a:lnTo>
                  <a:pt x="1009603" y="300519"/>
                </a:lnTo>
                <a:lnTo>
                  <a:pt x="1009609" y="299607"/>
                </a:lnTo>
                <a:lnTo>
                  <a:pt x="1009628" y="298706"/>
                </a:lnTo>
                <a:lnTo>
                  <a:pt x="1009659" y="297814"/>
                </a:lnTo>
                <a:lnTo>
                  <a:pt x="1009703" y="296932"/>
                </a:lnTo>
                <a:lnTo>
                  <a:pt x="1009759" y="296060"/>
                </a:lnTo>
                <a:lnTo>
                  <a:pt x="1009828" y="295198"/>
                </a:lnTo>
                <a:lnTo>
                  <a:pt x="1009909" y="294346"/>
                </a:lnTo>
                <a:lnTo>
                  <a:pt x="1010003" y="293504"/>
                </a:lnTo>
                <a:lnTo>
                  <a:pt x="1010110" y="292671"/>
                </a:lnTo>
                <a:lnTo>
                  <a:pt x="1010228" y="291849"/>
                </a:lnTo>
                <a:lnTo>
                  <a:pt x="1010360" y="291036"/>
                </a:lnTo>
                <a:lnTo>
                  <a:pt x="1010504" y="290233"/>
                </a:lnTo>
                <a:lnTo>
                  <a:pt x="1010660" y="289440"/>
                </a:lnTo>
                <a:lnTo>
                  <a:pt x="1010829" y="288657"/>
                </a:lnTo>
                <a:lnTo>
                  <a:pt x="1011010" y="287884"/>
                </a:lnTo>
                <a:lnTo>
                  <a:pt x="1011204" y="287121"/>
                </a:lnTo>
                <a:lnTo>
                  <a:pt x="1011410" y="286367"/>
                </a:lnTo>
                <a:lnTo>
                  <a:pt x="1011629" y="285624"/>
                </a:lnTo>
                <a:lnTo>
                  <a:pt x="1011861" y="284890"/>
                </a:lnTo>
                <a:lnTo>
                  <a:pt x="1012105" y="284166"/>
                </a:lnTo>
                <a:lnTo>
                  <a:pt x="1012361" y="283452"/>
                </a:lnTo>
                <a:lnTo>
                  <a:pt x="1012630" y="282748"/>
                </a:lnTo>
                <a:lnTo>
                  <a:pt x="1012911" y="282054"/>
                </a:lnTo>
                <a:lnTo>
                  <a:pt x="1013205" y="281370"/>
                </a:lnTo>
                <a:lnTo>
                  <a:pt x="1013516" y="280692"/>
                </a:lnTo>
                <a:lnTo>
                  <a:pt x="1013836" y="280027"/>
                </a:lnTo>
                <a:lnTo>
                  <a:pt x="1014166" y="279374"/>
                </a:lnTo>
                <a:lnTo>
                  <a:pt x="1014506" y="278735"/>
                </a:lnTo>
                <a:lnTo>
                  <a:pt x="1014856" y="278109"/>
                </a:lnTo>
                <a:lnTo>
                  <a:pt x="1015216" y="277495"/>
                </a:lnTo>
                <a:lnTo>
                  <a:pt x="1015585" y="276895"/>
                </a:lnTo>
                <a:lnTo>
                  <a:pt x="1015965" y="276307"/>
                </a:lnTo>
                <a:lnTo>
                  <a:pt x="1016354" y="275732"/>
                </a:lnTo>
                <a:lnTo>
                  <a:pt x="1016754" y="275171"/>
                </a:lnTo>
                <a:lnTo>
                  <a:pt x="1017163" y="274622"/>
                </a:lnTo>
                <a:lnTo>
                  <a:pt x="1017582" y="274086"/>
                </a:lnTo>
                <a:lnTo>
                  <a:pt x="1018011" y="273564"/>
                </a:lnTo>
                <a:lnTo>
                  <a:pt x="1018449" y="273054"/>
                </a:lnTo>
                <a:lnTo>
                  <a:pt x="1018898" y="272557"/>
                </a:lnTo>
                <a:lnTo>
                  <a:pt x="1019357" y="272073"/>
                </a:lnTo>
                <a:lnTo>
                  <a:pt x="1019825" y="271602"/>
                </a:lnTo>
                <a:lnTo>
                  <a:pt x="1020303" y="271144"/>
                </a:lnTo>
                <a:lnTo>
                  <a:pt x="1020791" y="270699"/>
                </a:lnTo>
                <a:lnTo>
                  <a:pt x="1021289" y="270266"/>
                </a:lnTo>
                <a:lnTo>
                  <a:pt x="1021797" y="269847"/>
                </a:lnTo>
                <a:lnTo>
                  <a:pt x="1022315" y="269441"/>
                </a:lnTo>
                <a:lnTo>
                  <a:pt x="1022843" y="269047"/>
                </a:lnTo>
                <a:lnTo>
                  <a:pt x="1023380" y="268667"/>
                </a:lnTo>
                <a:lnTo>
                  <a:pt x="1023932" y="268296"/>
                </a:lnTo>
                <a:lnTo>
                  <a:pt x="1024491" y="267940"/>
                </a:lnTo>
                <a:lnTo>
                  <a:pt x="1025057" y="267601"/>
                </a:lnTo>
                <a:lnTo>
                  <a:pt x="1025631" y="267277"/>
                </a:lnTo>
                <a:lnTo>
                  <a:pt x="1026212" y="266969"/>
                </a:lnTo>
                <a:lnTo>
                  <a:pt x="1026801" y="266676"/>
                </a:lnTo>
                <a:lnTo>
                  <a:pt x="1027397" y="266400"/>
                </a:lnTo>
                <a:lnTo>
                  <a:pt x="1028001" y="266139"/>
                </a:lnTo>
                <a:lnTo>
                  <a:pt x="1028612" y="265894"/>
                </a:lnTo>
                <a:lnTo>
                  <a:pt x="1029230" y="265665"/>
                </a:lnTo>
                <a:lnTo>
                  <a:pt x="1029856" y="265452"/>
                </a:lnTo>
                <a:lnTo>
                  <a:pt x="1030490" y="265254"/>
                </a:lnTo>
                <a:lnTo>
                  <a:pt x="1031131" y="265073"/>
                </a:lnTo>
                <a:lnTo>
                  <a:pt x="1031779" y="264907"/>
                </a:lnTo>
                <a:lnTo>
                  <a:pt x="1032435" y="264757"/>
                </a:lnTo>
                <a:lnTo>
                  <a:pt x="1033099" y="264622"/>
                </a:lnTo>
                <a:lnTo>
                  <a:pt x="1033769" y="264504"/>
                </a:lnTo>
                <a:lnTo>
                  <a:pt x="1034448" y="264401"/>
                </a:lnTo>
                <a:lnTo>
                  <a:pt x="1035133" y="264314"/>
                </a:lnTo>
                <a:lnTo>
                  <a:pt x="1035827" y="264243"/>
                </a:lnTo>
                <a:lnTo>
                  <a:pt x="1036527" y="264188"/>
                </a:lnTo>
                <a:lnTo>
                  <a:pt x="1037235" y="264148"/>
                </a:lnTo>
                <a:lnTo>
                  <a:pt x="1037951" y="264125"/>
                </a:lnTo>
                <a:lnTo>
                  <a:pt x="1038674" y="264117"/>
                </a:lnTo>
                <a:lnTo>
                  <a:pt x="1039489" y="264126"/>
                </a:lnTo>
                <a:lnTo>
                  <a:pt x="1040289" y="264153"/>
                </a:lnTo>
                <a:lnTo>
                  <a:pt x="1041076" y="264198"/>
                </a:lnTo>
                <a:lnTo>
                  <a:pt x="1041848" y="264261"/>
                </a:lnTo>
                <a:lnTo>
                  <a:pt x="1042606" y="264342"/>
                </a:lnTo>
                <a:lnTo>
                  <a:pt x="1043351" y="264441"/>
                </a:lnTo>
                <a:lnTo>
                  <a:pt x="1044081" y="264558"/>
                </a:lnTo>
                <a:lnTo>
                  <a:pt x="1044797" y="264693"/>
                </a:lnTo>
                <a:lnTo>
                  <a:pt x="1045499" y="264846"/>
                </a:lnTo>
                <a:lnTo>
                  <a:pt x="1046188" y="265017"/>
                </a:lnTo>
                <a:lnTo>
                  <a:pt x="1046862" y="265205"/>
                </a:lnTo>
                <a:lnTo>
                  <a:pt x="1047522" y="265412"/>
                </a:lnTo>
                <a:lnTo>
                  <a:pt x="1048168" y="265637"/>
                </a:lnTo>
                <a:lnTo>
                  <a:pt x="1048800" y="265880"/>
                </a:lnTo>
                <a:lnTo>
                  <a:pt x="1049418" y="266141"/>
                </a:lnTo>
                <a:lnTo>
                  <a:pt x="1050022" y="266420"/>
                </a:lnTo>
                <a:lnTo>
                  <a:pt x="1050611" y="266717"/>
                </a:lnTo>
                <a:lnTo>
                  <a:pt x="1051187" y="267032"/>
                </a:lnTo>
                <a:lnTo>
                  <a:pt x="1051749" y="267365"/>
                </a:lnTo>
                <a:lnTo>
                  <a:pt x="1052297" y="267716"/>
                </a:lnTo>
                <a:lnTo>
                  <a:pt x="1052830" y="268084"/>
                </a:lnTo>
                <a:lnTo>
                  <a:pt x="1053350" y="268471"/>
                </a:lnTo>
                <a:lnTo>
                  <a:pt x="1053856" y="268876"/>
                </a:lnTo>
                <a:lnTo>
                  <a:pt x="1054347" y="269299"/>
                </a:lnTo>
                <a:lnTo>
                  <a:pt x="1054830" y="269728"/>
                </a:lnTo>
                <a:lnTo>
                  <a:pt x="1055298" y="270163"/>
                </a:lnTo>
                <a:lnTo>
                  <a:pt x="1055751" y="270603"/>
                </a:lnTo>
                <a:lnTo>
                  <a:pt x="1056190" y="271048"/>
                </a:lnTo>
                <a:lnTo>
                  <a:pt x="1056615" y="271498"/>
                </a:lnTo>
                <a:lnTo>
                  <a:pt x="1057025" y="271953"/>
                </a:lnTo>
                <a:lnTo>
                  <a:pt x="1057421" y="272414"/>
                </a:lnTo>
                <a:lnTo>
                  <a:pt x="1057802" y="272880"/>
                </a:lnTo>
                <a:lnTo>
                  <a:pt x="1058169" y="273352"/>
                </a:lnTo>
                <a:lnTo>
                  <a:pt x="1058521" y="273828"/>
                </a:lnTo>
                <a:lnTo>
                  <a:pt x="1058859" y="274310"/>
                </a:lnTo>
                <a:lnTo>
                  <a:pt x="1059182" y="274797"/>
                </a:lnTo>
                <a:lnTo>
                  <a:pt x="1059491" y="275290"/>
                </a:lnTo>
                <a:lnTo>
                  <a:pt x="1059785" y="275787"/>
                </a:lnTo>
                <a:lnTo>
                  <a:pt x="1060065" y="276290"/>
                </a:lnTo>
                <a:lnTo>
                  <a:pt x="1060330" y="276799"/>
                </a:lnTo>
                <a:lnTo>
                  <a:pt x="1060581" y="277312"/>
                </a:lnTo>
                <a:lnTo>
                  <a:pt x="1060817" y="277831"/>
                </a:lnTo>
                <a:lnTo>
                  <a:pt x="1061039" y="278355"/>
                </a:lnTo>
                <a:lnTo>
                  <a:pt x="1061246" y="278884"/>
                </a:lnTo>
                <a:lnTo>
                  <a:pt x="1061439" y="279419"/>
                </a:lnTo>
                <a:lnTo>
                  <a:pt x="1061618" y="279958"/>
                </a:lnTo>
                <a:lnTo>
                  <a:pt x="1061781" y="280504"/>
                </a:lnTo>
                <a:lnTo>
                  <a:pt x="1061931" y="281054"/>
                </a:lnTo>
                <a:lnTo>
                  <a:pt x="1076846" y="281054"/>
                </a:lnTo>
                <a:lnTo>
                  <a:pt x="1076733" y="280299"/>
                </a:lnTo>
                <a:lnTo>
                  <a:pt x="1076607" y="279553"/>
                </a:lnTo>
                <a:lnTo>
                  <a:pt x="1076467" y="278814"/>
                </a:lnTo>
                <a:lnTo>
                  <a:pt x="1076314" y="278084"/>
                </a:lnTo>
                <a:lnTo>
                  <a:pt x="1076146" y="277361"/>
                </a:lnTo>
                <a:lnTo>
                  <a:pt x="1075965" y="276646"/>
                </a:lnTo>
                <a:lnTo>
                  <a:pt x="1075770" y="275939"/>
                </a:lnTo>
                <a:lnTo>
                  <a:pt x="1075561" y="275240"/>
                </a:lnTo>
                <a:lnTo>
                  <a:pt x="1075338" y="274548"/>
                </a:lnTo>
                <a:lnTo>
                  <a:pt x="1075101" y="273865"/>
                </a:lnTo>
                <a:lnTo>
                  <a:pt x="1074851" y="273190"/>
                </a:lnTo>
                <a:lnTo>
                  <a:pt x="1074586" y="272522"/>
                </a:lnTo>
                <a:lnTo>
                  <a:pt x="1074308" y="271863"/>
                </a:lnTo>
                <a:lnTo>
                  <a:pt x="1074016" y="271211"/>
                </a:lnTo>
                <a:lnTo>
                  <a:pt x="1073710" y="270567"/>
                </a:lnTo>
                <a:lnTo>
                  <a:pt x="1073391" y="269931"/>
                </a:lnTo>
                <a:lnTo>
                  <a:pt x="1073057" y="269303"/>
                </a:lnTo>
                <a:lnTo>
                  <a:pt x="1072710" y="268683"/>
                </a:lnTo>
                <a:lnTo>
                  <a:pt x="1072349" y="268071"/>
                </a:lnTo>
                <a:lnTo>
                  <a:pt x="1071974" y="267466"/>
                </a:lnTo>
                <a:lnTo>
                  <a:pt x="1071585" y="266870"/>
                </a:lnTo>
                <a:lnTo>
                  <a:pt x="1071183" y="266281"/>
                </a:lnTo>
                <a:lnTo>
                  <a:pt x="1070766" y="265701"/>
                </a:lnTo>
                <a:lnTo>
                  <a:pt x="1070336" y="265128"/>
                </a:lnTo>
                <a:lnTo>
                  <a:pt x="1069894" y="264564"/>
                </a:lnTo>
                <a:lnTo>
                  <a:pt x="1069441" y="264012"/>
                </a:lnTo>
                <a:lnTo>
                  <a:pt x="1068978" y="263469"/>
                </a:lnTo>
                <a:lnTo>
                  <a:pt x="1068505" y="262937"/>
                </a:lnTo>
                <a:lnTo>
                  <a:pt x="1068022" y="262416"/>
                </a:lnTo>
                <a:lnTo>
                  <a:pt x="1067528" y="261905"/>
                </a:lnTo>
                <a:lnTo>
                  <a:pt x="1067024" y="261405"/>
                </a:lnTo>
                <a:lnTo>
                  <a:pt x="1066509" y="260915"/>
                </a:lnTo>
                <a:lnTo>
                  <a:pt x="1065984" y="260436"/>
                </a:lnTo>
                <a:lnTo>
                  <a:pt x="1065449" y="259967"/>
                </a:lnTo>
                <a:lnTo>
                  <a:pt x="1064904" y="259509"/>
                </a:lnTo>
                <a:lnTo>
                  <a:pt x="1064348" y="259061"/>
                </a:lnTo>
                <a:lnTo>
                  <a:pt x="1063782" y="258624"/>
                </a:lnTo>
                <a:lnTo>
                  <a:pt x="1063206" y="258197"/>
                </a:lnTo>
                <a:lnTo>
                  <a:pt x="1062619" y="257781"/>
                </a:lnTo>
                <a:lnTo>
                  <a:pt x="1062022" y="257376"/>
                </a:lnTo>
                <a:lnTo>
                  <a:pt x="1061415" y="256981"/>
                </a:lnTo>
                <a:lnTo>
                  <a:pt x="1060797" y="256596"/>
                </a:lnTo>
                <a:lnTo>
                  <a:pt x="1060169" y="256222"/>
                </a:lnTo>
                <a:lnTo>
                  <a:pt x="1059531" y="255859"/>
                </a:lnTo>
                <a:lnTo>
                  <a:pt x="1058883" y="255506"/>
                </a:lnTo>
                <a:lnTo>
                  <a:pt x="1058224" y="255164"/>
                </a:lnTo>
                <a:lnTo>
                  <a:pt x="1057555" y="254832"/>
                </a:lnTo>
                <a:lnTo>
                  <a:pt x="1056875" y="254511"/>
                </a:lnTo>
                <a:lnTo>
                  <a:pt x="1056187" y="254201"/>
                </a:lnTo>
                <a:lnTo>
                  <a:pt x="1055492" y="253905"/>
                </a:lnTo>
                <a:lnTo>
                  <a:pt x="1054789" y="253622"/>
                </a:lnTo>
                <a:lnTo>
                  <a:pt x="1054080" y="253352"/>
                </a:lnTo>
                <a:lnTo>
                  <a:pt x="1053364" y="253095"/>
                </a:lnTo>
                <a:lnTo>
                  <a:pt x="1052641" y="252852"/>
                </a:lnTo>
                <a:lnTo>
                  <a:pt x="1051910" y="252621"/>
                </a:lnTo>
                <a:lnTo>
                  <a:pt x="1051173" y="252404"/>
                </a:lnTo>
                <a:lnTo>
                  <a:pt x="1050429" y="252200"/>
                </a:lnTo>
                <a:lnTo>
                  <a:pt x="1049677" y="252009"/>
                </a:lnTo>
                <a:lnTo>
                  <a:pt x="1048919" y="251831"/>
                </a:lnTo>
                <a:lnTo>
                  <a:pt x="1048154" y="251667"/>
                </a:lnTo>
                <a:lnTo>
                  <a:pt x="1047381" y="251515"/>
                </a:lnTo>
                <a:lnTo>
                  <a:pt x="1046602" y="251377"/>
                </a:lnTo>
                <a:lnTo>
                  <a:pt x="1045815" y="251252"/>
                </a:lnTo>
                <a:lnTo>
                  <a:pt x="1045022" y="251140"/>
                </a:lnTo>
                <a:lnTo>
                  <a:pt x="1044221" y="251041"/>
                </a:lnTo>
                <a:lnTo>
                  <a:pt x="1043414" y="250956"/>
                </a:lnTo>
                <a:lnTo>
                  <a:pt x="1042599" y="250883"/>
                </a:lnTo>
                <a:lnTo>
                  <a:pt x="1041778" y="250824"/>
                </a:lnTo>
                <a:lnTo>
                  <a:pt x="1040949" y="250778"/>
                </a:lnTo>
                <a:lnTo>
                  <a:pt x="1040114" y="250745"/>
                </a:lnTo>
                <a:lnTo>
                  <a:pt x="1039271" y="250725"/>
                </a:lnTo>
                <a:lnTo>
                  <a:pt x="1038421" y="250719"/>
                </a:lnTo>
                <a:lnTo>
                  <a:pt x="1037332" y="250730"/>
                </a:lnTo>
                <a:lnTo>
                  <a:pt x="1036253" y="250764"/>
                </a:lnTo>
                <a:lnTo>
                  <a:pt x="1035186" y="250820"/>
                </a:lnTo>
                <a:lnTo>
                  <a:pt x="1034131" y="250898"/>
                </a:lnTo>
                <a:lnTo>
                  <a:pt x="1033087" y="250999"/>
                </a:lnTo>
                <a:lnTo>
                  <a:pt x="1032054" y="251122"/>
                </a:lnTo>
                <a:lnTo>
                  <a:pt x="1031033" y="251267"/>
                </a:lnTo>
                <a:lnTo>
                  <a:pt x="1030023" y="251435"/>
                </a:lnTo>
                <a:lnTo>
                  <a:pt x="1029025" y="251625"/>
                </a:lnTo>
                <a:lnTo>
                  <a:pt x="1028038" y="251838"/>
                </a:lnTo>
                <a:lnTo>
                  <a:pt x="1027062" y="252073"/>
                </a:lnTo>
                <a:lnTo>
                  <a:pt x="1026098" y="252330"/>
                </a:lnTo>
                <a:lnTo>
                  <a:pt x="1025145" y="252610"/>
                </a:lnTo>
                <a:lnTo>
                  <a:pt x="1024203" y="252912"/>
                </a:lnTo>
                <a:lnTo>
                  <a:pt x="1023274" y="253237"/>
                </a:lnTo>
                <a:lnTo>
                  <a:pt x="1022355" y="253584"/>
                </a:lnTo>
                <a:lnTo>
                  <a:pt x="1021448" y="253953"/>
                </a:lnTo>
                <a:lnTo>
                  <a:pt x="1020552" y="254345"/>
                </a:lnTo>
                <a:lnTo>
                  <a:pt x="1019668" y="254759"/>
                </a:lnTo>
                <a:lnTo>
                  <a:pt x="1018795" y="255195"/>
                </a:lnTo>
                <a:lnTo>
                  <a:pt x="1017933" y="255654"/>
                </a:lnTo>
                <a:lnTo>
                  <a:pt x="1017083" y="256135"/>
                </a:lnTo>
                <a:lnTo>
                  <a:pt x="1016244" y="256639"/>
                </a:lnTo>
                <a:lnTo>
                  <a:pt x="1015417" y="257165"/>
                </a:lnTo>
                <a:lnTo>
                  <a:pt x="1014608" y="257706"/>
                </a:lnTo>
                <a:lnTo>
                  <a:pt x="1013814" y="258264"/>
                </a:lnTo>
                <a:lnTo>
                  <a:pt x="1013035" y="258839"/>
                </a:lnTo>
                <a:lnTo>
                  <a:pt x="1012271" y="259431"/>
                </a:lnTo>
                <a:lnTo>
                  <a:pt x="1011522" y="260041"/>
                </a:lnTo>
                <a:lnTo>
                  <a:pt x="1010788" y="260669"/>
                </a:lnTo>
                <a:lnTo>
                  <a:pt x="1010069" y="261313"/>
                </a:lnTo>
                <a:lnTo>
                  <a:pt x="1009364" y="261975"/>
                </a:lnTo>
                <a:lnTo>
                  <a:pt x="1008675" y="262654"/>
                </a:lnTo>
                <a:lnTo>
                  <a:pt x="1008000" y="263351"/>
                </a:lnTo>
                <a:lnTo>
                  <a:pt x="1007341" y="264065"/>
                </a:lnTo>
                <a:lnTo>
                  <a:pt x="1006696" y="264796"/>
                </a:lnTo>
                <a:lnTo>
                  <a:pt x="1006066" y="265545"/>
                </a:lnTo>
                <a:lnTo>
                  <a:pt x="1005451" y="266311"/>
                </a:lnTo>
                <a:lnTo>
                  <a:pt x="1004851" y="267094"/>
                </a:lnTo>
                <a:lnTo>
                  <a:pt x="1004266" y="267895"/>
                </a:lnTo>
                <a:lnTo>
                  <a:pt x="1003696" y="268713"/>
                </a:lnTo>
                <a:lnTo>
                  <a:pt x="1003141" y="269548"/>
                </a:lnTo>
                <a:lnTo>
                  <a:pt x="1002601" y="270401"/>
                </a:lnTo>
                <a:lnTo>
                  <a:pt x="1002075" y="271271"/>
                </a:lnTo>
                <a:lnTo>
                  <a:pt x="1001565" y="272158"/>
                </a:lnTo>
                <a:lnTo>
                  <a:pt x="1001069" y="273062"/>
                </a:lnTo>
                <a:lnTo>
                  <a:pt x="1000589" y="273984"/>
                </a:lnTo>
                <a:lnTo>
                  <a:pt x="1000123" y="274924"/>
                </a:lnTo>
                <a:lnTo>
                  <a:pt x="999680" y="275872"/>
                </a:lnTo>
                <a:lnTo>
                  <a:pt x="999255" y="276833"/>
                </a:lnTo>
                <a:lnTo>
                  <a:pt x="998849" y="277806"/>
                </a:lnTo>
                <a:lnTo>
                  <a:pt x="998463" y="278791"/>
                </a:lnTo>
                <a:lnTo>
                  <a:pt x="998095" y="279788"/>
                </a:lnTo>
                <a:lnTo>
                  <a:pt x="997745" y="280797"/>
                </a:lnTo>
                <a:lnTo>
                  <a:pt x="997415" y="281818"/>
                </a:lnTo>
                <a:lnTo>
                  <a:pt x="997104" y="282852"/>
                </a:lnTo>
                <a:lnTo>
                  <a:pt x="996811" y="283897"/>
                </a:lnTo>
                <a:lnTo>
                  <a:pt x="996538" y="284954"/>
                </a:lnTo>
                <a:lnTo>
                  <a:pt x="996283" y="286024"/>
                </a:lnTo>
                <a:lnTo>
                  <a:pt x="996047" y="287105"/>
                </a:lnTo>
                <a:lnTo>
                  <a:pt x="995830" y="288199"/>
                </a:lnTo>
                <a:lnTo>
                  <a:pt x="995632" y="289304"/>
                </a:lnTo>
                <a:lnTo>
                  <a:pt x="995453" y="290422"/>
                </a:lnTo>
                <a:lnTo>
                  <a:pt x="995292" y="291552"/>
                </a:lnTo>
                <a:lnTo>
                  <a:pt x="995151" y="292694"/>
                </a:lnTo>
                <a:lnTo>
                  <a:pt x="995028" y="293848"/>
                </a:lnTo>
                <a:lnTo>
                  <a:pt x="994924" y="295014"/>
                </a:lnTo>
                <a:lnTo>
                  <a:pt x="994839" y="296192"/>
                </a:lnTo>
                <a:lnTo>
                  <a:pt x="994773" y="297382"/>
                </a:lnTo>
                <a:lnTo>
                  <a:pt x="994726" y="298584"/>
                </a:lnTo>
                <a:lnTo>
                  <a:pt x="994698" y="299798"/>
                </a:lnTo>
                <a:lnTo>
                  <a:pt x="994688" y="301024"/>
                </a:lnTo>
                <a:lnTo>
                  <a:pt x="994698" y="302230"/>
                </a:lnTo>
                <a:lnTo>
                  <a:pt x="994725" y="303425"/>
                </a:lnTo>
                <a:lnTo>
                  <a:pt x="994771" y="304608"/>
                </a:lnTo>
                <a:lnTo>
                  <a:pt x="994836" y="305780"/>
                </a:lnTo>
                <a:lnTo>
                  <a:pt x="994919" y="306941"/>
                </a:lnTo>
                <a:lnTo>
                  <a:pt x="995020" y="308091"/>
                </a:lnTo>
                <a:lnTo>
                  <a:pt x="995140" y="309229"/>
                </a:lnTo>
                <a:lnTo>
                  <a:pt x="995278" y="310357"/>
                </a:lnTo>
                <a:lnTo>
                  <a:pt x="995435" y="311473"/>
                </a:lnTo>
                <a:lnTo>
                  <a:pt x="995610" y="312578"/>
                </a:lnTo>
                <a:lnTo>
                  <a:pt x="995803" y="313672"/>
                </a:lnTo>
                <a:lnTo>
                  <a:pt x="996015" y="314754"/>
                </a:lnTo>
                <a:lnTo>
                  <a:pt x="996246" y="315826"/>
                </a:lnTo>
                <a:lnTo>
                  <a:pt x="996495" y="316886"/>
                </a:lnTo>
                <a:lnTo>
                  <a:pt x="996762" y="317935"/>
                </a:lnTo>
                <a:lnTo>
                  <a:pt x="997048" y="318973"/>
                </a:lnTo>
                <a:lnTo>
                  <a:pt x="997352" y="319999"/>
                </a:lnTo>
                <a:lnTo>
                  <a:pt x="997674" y="321015"/>
                </a:lnTo>
                <a:lnTo>
                  <a:pt x="998015" y="322019"/>
                </a:lnTo>
                <a:lnTo>
                  <a:pt x="998375" y="323012"/>
                </a:lnTo>
                <a:lnTo>
                  <a:pt x="998753" y="323994"/>
                </a:lnTo>
                <a:lnTo>
                  <a:pt x="999149" y="324965"/>
                </a:lnTo>
                <a:lnTo>
                  <a:pt x="999564" y="325924"/>
                </a:lnTo>
                <a:lnTo>
                  <a:pt x="999997" y="326872"/>
                </a:lnTo>
                <a:lnTo>
                  <a:pt x="1000447" y="327807"/>
                </a:lnTo>
                <a:lnTo>
                  <a:pt x="1000913" y="328724"/>
                </a:lnTo>
                <a:lnTo>
                  <a:pt x="1001395" y="329624"/>
                </a:lnTo>
                <a:lnTo>
                  <a:pt x="1001893" y="330508"/>
                </a:lnTo>
                <a:lnTo>
                  <a:pt x="1002406" y="331375"/>
                </a:lnTo>
                <a:lnTo>
                  <a:pt x="1002936" y="332224"/>
                </a:lnTo>
                <a:lnTo>
                  <a:pt x="1003481" y="333057"/>
                </a:lnTo>
                <a:lnTo>
                  <a:pt x="1004042" y="333873"/>
                </a:lnTo>
                <a:lnTo>
                  <a:pt x="1004618" y="334672"/>
                </a:lnTo>
                <a:lnTo>
                  <a:pt x="1005211" y="335455"/>
                </a:lnTo>
                <a:lnTo>
                  <a:pt x="1005819" y="336220"/>
                </a:lnTo>
                <a:lnTo>
                  <a:pt x="1006443" y="336968"/>
                </a:lnTo>
                <a:lnTo>
                  <a:pt x="1007083" y="337700"/>
                </a:lnTo>
                <a:lnTo>
                  <a:pt x="1007739" y="338414"/>
                </a:lnTo>
                <a:lnTo>
                  <a:pt x="1008410" y="339112"/>
                </a:lnTo>
                <a:lnTo>
                  <a:pt x="1009097" y="339793"/>
                </a:lnTo>
                <a:lnTo>
                  <a:pt x="1009800" y="340457"/>
                </a:lnTo>
                <a:lnTo>
                  <a:pt x="1010519" y="341104"/>
                </a:lnTo>
                <a:lnTo>
                  <a:pt x="1011254" y="341734"/>
                </a:lnTo>
                <a:lnTo>
                  <a:pt x="1012004" y="342347"/>
                </a:lnTo>
                <a:lnTo>
                  <a:pt x="1012771" y="342943"/>
                </a:lnTo>
                <a:lnTo>
                  <a:pt x="1013553" y="343523"/>
                </a:lnTo>
                <a:lnTo>
                  <a:pt x="1014351" y="344085"/>
                </a:lnTo>
                <a:lnTo>
                  <a:pt x="1015164" y="344631"/>
                </a:lnTo>
                <a:lnTo>
                  <a:pt x="1015993" y="345157"/>
                </a:lnTo>
                <a:lnTo>
                  <a:pt x="1016834" y="345661"/>
                </a:lnTo>
                <a:lnTo>
                  <a:pt x="1017688" y="346142"/>
                </a:lnTo>
                <a:lnTo>
                  <a:pt x="1018556" y="346601"/>
                </a:lnTo>
                <a:lnTo>
                  <a:pt x="1019437" y="347037"/>
                </a:lnTo>
                <a:lnTo>
                  <a:pt x="1020331" y="347451"/>
                </a:lnTo>
                <a:lnTo>
                  <a:pt x="1021238" y="347843"/>
                </a:lnTo>
                <a:lnTo>
                  <a:pt x="1022158" y="348212"/>
                </a:lnTo>
                <a:lnTo>
                  <a:pt x="1023092" y="348559"/>
                </a:lnTo>
                <a:lnTo>
                  <a:pt x="1024038" y="348884"/>
                </a:lnTo>
                <a:lnTo>
                  <a:pt x="1024998" y="349186"/>
                </a:lnTo>
                <a:lnTo>
                  <a:pt x="1025971" y="349466"/>
                </a:lnTo>
                <a:lnTo>
                  <a:pt x="1026957" y="349723"/>
                </a:lnTo>
                <a:lnTo>
                  <a:pt x="1027957" y="349958"/>
                </a:lnTo>
                <a:lnTo>
                  <a:pt x="1028969" y="350171"/>
                </a:lnTo>
                <a:lnTo>
                  <a:pt x="1029995" y="350361"/>
                </a:lnTo>
                <a:lnTo>
                  <a:pt x="1031034" y="350529"/>
                </a:lnTo>
                <a:lnTo>
                  <a:pt x="1032086" y="350674"/>
                </a:lnTo>
                <a:lnTo>
                  <a:pt x="1033151" y="350797"/>
                </a:lnTo>
                <a:lnTo>
                  <a:pt x="1034229" y="350898"/>
                </a:lnTo>
                <a:lnTo>
                  <a:pt x="1035321" y="350976"/>
                </a:lnTo>
                <a:lnTo>
                  <a:pt x="1036425" y="351032"/>
                </a:lnTo>
                <a:lnTo>
                  <a:pt x="1037543" y="351066"/>
                </a:lnTo>
                <a:lnTo>
                  <a:pt x="1038674" y="351077"/>
                </a:lnTo>
                <a:lnTo>
                  <a:pt x="1039565" y="351070"/>
                </a:lnTo>
                <a:lnTo>
                  <a:pt x="1040446" y="351050"/>
                </a:lnTo>
                <a:lnTo>
                  <a:pt x="1041319" y="351015"/>
                </a:lnTo>
                <a:lnTo>
                  <a:pt x="1042182" y="350967"/>
                </a:lnTo>
                <a:lnTo>
                  <a:pt x="1043035" y="350904"/>
                </a:lnTo>
                <a:lnTo>
                  <a:pt x="1043880" y="350828"/>
                </a:lnTo>
                <a:lnTo>
                  <a:pt x="1044715" y="350739"/>
                </a:lnTo>
                <a:close/>
                <a:moveTo>
                  <a:pt x="1396119" y="447700"/>
                </a:moveTo>
                <a:lnTo>
                  <a:pt x="1396062" y="448269"/>
                </a:lnTo>
                <a:lnTo>
                  <a:pt x="1395995" y="448835"/>
                </a:lnTo>
                <a:lnTo>
                  <a:pt x="1395918" y="449398"/>
                </a:lnTo>
                <a:lnTo>
                  <a:pt x="1395830" y="449958"/>
                </a:lnTo>
                <a:lnTo>
                  <a:pt x="1395732" y="450516"/>
                </a:lnTo>
                <a:lnTo>
                  <a:pt x="1395624" y="451070"/>
                </a:lnTo>
                <a:lnTo>
                  <a:pt x="1395505" y="451622"/>
                </a:lnTo>
                <a:lnTo>
                  <a:pt x="1395377" y="452171"/>
                </a:lnTo>
                <a:lnTo>
                  <a:pt x="1395237" y="452717"/>
                </a:lnTo>
                <a:lnTo>
                  <a:pt x="1395088" y="453260"/>
                </a:lnTo>
                <a:lnTo>
                  <a:pt x="1394928" y="453801"/>
                </a:lnTo>
                <a:lnTo>
                  <a:pt x="1394758" y="454338"/>
                </a:lnTo>
                <a:lnTo>
                  <a:pt x="1394577" y="454873"/>
                </a:lnTo>
                <a:lnTo>
                  <a:pt x="1394386" y="455405"/>
                </a:lnTo>
                <a:lnTo>
                  <a:pt x="1394185" y="455934"/>
                </a:lnTo>
                <a:lnTo>
                  <a:pt x="1393974" y="456460"/>
                </a:lnTo>
                <a:lnTo>
                  <a:pt x="1393752" y="456983"/>
                </a:lnTo>
                <a:lnTo>
                  <a:pt x="1393520" y="457503"/>
                </a:lnTo>
                <a:lnTo>
                  <a:pt x="1393278" y="458021"/>
                </a:lnTo>
                <a:lnTo>
                  <a:pt x="1393034" y="458531"/>
                </a:lnTo>
                <a:lnTo>
                  <a:pt x="1392786" y="459039"/>
                </a:lnTo>
                <a:lnTo>
                  <a:pt x="1392534" y="459546"/>
                </a:lnTo>
                <a:lnTo>
                  <a:pt x="1392279" y="460052"/>
                </a:lnTo>
                <a:lnTo>
                  <a:pt x="1392020" y="460556"/>
                </a:lnTo>
                <a:lnTo>
                  <a:pt x="1391757" y="461058"/>
                </a:lnTo>
                <a:lnTo>
                  <a:pt x="1391491" y="461559"/>
                </a:lnTo>
                <a:lnTo>
                  <a:pt x="1391220" y="462058"/>
                </a:lnTo>
                <a:lnTo>
                  <a:pt x="1390946" y="462556"/>
                </a:lnTo>
                <a:lnTo>
                  <a:pt x="1390669" y="463052"/>
                </a:lnTo>
                <a:lnTo>
                  <a:pt x="1390387" y="463547"/>
                </a:lnTo>
                <a:lnTo>
                  <a:pt x="1390102" y="464040"/>
                </a:lnTo>
                <a:lnTo>
                  <a:pt x="1389813" y="464532"/>
                </a:lnTo>
                <a:lnTo>
                  <a:pt x="1389521" y="465022"/>
                </a:lnTo>
                <a:lnTo>
                  <a:pt x="1389224" y="465511"/>
                </a:lnTo>
                <a:lnTo>
                  <a:pt x="1388924" y="465998"/>
                </a:lnTo>
                <a:lnTo>
                  <a:pt x="1388620" y="466483"/>
                </a:lnTo>
                <a:lnTo>
                  <a:pt x="1388313" y="466967"/>
                </a:lnTo>
                <a:lnTo>
                  <a:pt x="1388002" y="467450"/>
                </a:lnTo>
                <a:lnTo>
                  <a:pt x="1387687" y="467931"/>
                </a:lnTo>
                <a:lnTo>
                  <a:pt x="1387368" y="468410"/>
                </a:lnTo>
                <a:lnTo>
                  <a:pt x="1387045" y="468888"/>
                </a:lnTo>
                <a:lnTo>
                  <a:pt x="1386719" y="469364"/>
                </a:lnTo>
                <a:lnTo>
                  <a:pt x="1386389" y="469839"/>
                </a:lnTo>
                <a:lnTo>
                  <a:pt x="1394478" y="476411"/>
                </a:lnTo>
                <a:lnTo>
                  <a:pt x="1394897" y="476072"/>
                </a:lnTo>
                <a:lnTo>
                  <a:pt x="1395311" y="475728"/>
                </a:lnTo>
                <a:lnTo>
                  <a:pt x="1395719" y="475378"/>
                </a:lnTo>
                <a:lnTo>
                  <a:pt x="1396122" y="475025"/>
                </a:lnTo>
                <a:lnTo>
                  <a:pt x="1396519" y="474666"/>
                </a:lnTo>
                <a:lnTo>
                  <a:pt x="1396912" y="474302"/>
                </a:lnTo>
                <a:lnTo>
                  <a:pt x="1397299" y="473934"/>
                </a:lnTo>
                <a:lnTo>
                  <a:pt x="1397681" y="473560"/>
                </a:lnTo>
                <a:lnTo>
                  <a:pt x="1398057" y="473182"/>
                </a:lnTo>
                <a:lnTo>
                  <a:pt x="1398428" y="472799"/>
                </a:lnTo>
                <a:lnTo>
                  <a:pt x="1398794" y="472412"/>
                </a:lnTo>
                <a:lnTo>
                  <a:pt x="1399155" y="472019"/>
                </a:lnTo>
                <a:lnTo>
                  <a:pt x="1399511" y="471622"/>
                </a:lnTo>
                <a:lnTo>
                  <a:pt x="1399861" y="471219"/>
                </a:lnTo>
                <a:lnTo>
                  <a:pt x="1400206" y="470812"/>
                </a:lnTo>
                <a:lnTo>
                  <a:pt x="1400545" y="470401"/>
                </a:lnTo>
                <a:lnTo>
                  <a:pt x="1400880" y="469984"/>
                </a:lnTo>
                <a:lnTo>
                  <a:pt x="1401209" y="469562"/>
                </a:lnTo>
                <a:lnTo>
                  <a:pt x="1401533" y="469136"/>
                </a:lnTo>
                <a:lnTo>
                  <a:pt x="1401852" y="468705"/>
                </a:lnTo>
                <a:lnTo>
                  <a:pt x="1402165" y="468269"/>
                </a:lnTo>
                <a:lnTo>
                  <a:pt x="1402473" y="467828"/>
                </a:lnTo>
                <a:lnTo>
                  <a:pt x="1402776" y="467382"/>
                </a:lnTo>
                <a:lnTo>
                  <a:pt x="1403073" y="466932"/>
                </a:lnTo>
                <a:lnTo>
                  <a:pt x="1403371" y="466473"/>
                </a:lnTo>
                <a:lnTo>
                  <a:pt x="1403662" y="466013"/>
                </a:lnTo>
                <a:lnTo>
                  <a:pt x="1403946" y="465552"/>
                </a:lnTo>
                <a:lnTo>
                  <a:pt x="1404225" y="465090"/>
                </a:lnTo>
                <a:lnTo>
                  <a:pt x="1404498" y="464627"/>
                </a:lnTo>
                <a:lnTo>
                  <a:pt x="1404764" y="464163"/>
                </a:lnTo>
                <a:lnTo>
                  <a:pt x="1405024" y="463698"/>
                </a:lnTo>
                <a:lnTo>
                  <a:pt x="1405278" y="463231"/>
                </a:lnTo>
                <a:lnTo>
                  <a:pt x="1405526" y="462764"/>
                </a:lnTo>
                <a:lnTo>
                  <a:pt x="1405768" y="462295"/>
                </a:lnTo>
                <a:lnTo>
                  <a:pt x="1406004" y="461825"/>
                </a:lnTo>
                <a:lnTo>
                  <a:pt x="1406233" y="461354"/>
                </a:lnTo>
                <a:lnTo>
                  <a:pt x="1406457" y="460883"/>
                </a:lnTo>
                <a:lnTo>
                  <a:pt x="1406674" y="460410"/>
                </a:lnTo>
                <a:lnTo>
                  <a:pt x="1406885" y="459935"/>
                </a:lnTo>
                <a:lnTo>
                  <a:pt x="1407090" y="459460"/>
                </a:lnTo>
                <a:lnTo>
                  <a:pt x="1407289" y="458984"/>
                </a:lnTo>
                <a:lnTo>
                  <a:pt x="1407481" y="458507"/>
                </a:lnTo>
                <a:lnTo>
                  <a:pt x="1407668" y="458028"/>
                </a:lnTo>
                <a:lnTo>
                  <a:pt x="1407848" y="457549"/>
                </a:lnTo>
                <a:lnTo>
                  <a:pt x="1408023" y="457068"/>
                </a:lnTo>
                <a:lnTo>
                  <a:pt x="1408191" y="456586"/>
                </a:lnTo>
                <a:lnTo>
                  <a:pt x="1408353" y="456103"/>
                </a:lnTo>
                <a:lnTo>
                  <a:pt x="1408508" y="455619"/>
                </a:lnTo>
                <a:lnTo>
                  <a:pt x="1408663" y="455131"/>
                </a:lnTo>
                <a:lnTo>
                  <a:pt x="1408811" y="454645"/>
                </a:lnTo>
                <a:lnTo>
                  <a:pt x="1408953" y="454161"/>
                </a:lnTo>
                <a:lnTo>
                  <a:pt x="1409088" y="453679"/>
                </a:lnTo>
                <a:lnTo>
                  <a:pt x="1409216" y="453201"/>
                </a:lnTo>
                <a:lnTo>
                  <a:pt x="1409338" y="452724"/>
                </a:lnTo>
                <a:lnTo>
                  <a:pt x="1409453" y="452250"/>
                </a:lnTo>
                <a:lnTo>
                  <a:pt x="1409562" y="451778"/>
                </a:lnTo>
                <a:lnTo>
                  <a:pt x="1409664" y="451309"/>
                </a:lnTo>
                <a:lnTo>
                  <a:pt x="1409759" y="450842"/>
                </a:lnTo>
                <a:lnTo>
                  <a:pt x="1409848" y="450378"/>
                </a:lnTo>
                <a:lnTo>
                  <a:pt x="1409930" y="449916"/>
                </a:lnTo>
                <a:lnTo>
                  <a:pt x="1410006" y="449456"/>
                </a:lnTo>
                <a:lnTo>
                  <a:pt x="1410075" y="448999"/>
                </a:lnTo>
                <a:lnTo>
                  <a:pt x="1410138" y="448544"/>
                </a:lnTo>
                <a:lnTo>
                  <a:pt x="1410194" y="448092"/>
                </a:lnTo>
                <a:lnTo>
                  <a:pt x="1410243" y="447642"/>
                </a:lnTo>
                <a:lnTo>
                  <a:pt x="1410286" y="447194"/>
                </a:lnTo>
                <a:lnTo>
                  <a:pt x="1410322" y="446749"/>
                </a:lnTo>
                <a:lnTo>
                  <a:pt x="1410352" y="446306"/>
                </a:lnTo>
                <a:lnTo>
                  <a:pt x="1410375" y="445866"/>
                </a:lnTo>
                <a:lnTo>
                  <a:pt x="1410391" y="445428"/>
                </a:lnTo>
                <a:lnTo>
                  <a:pt x="1410401" y="444993"/>
                </a:lnTo>
                <a:lnTo>
                  <a:pt x="1410404" y="444560"/>
                </a:lnTo>
                <a:lnTo>
                  <a:pt x="1410404" y="433184"/>
                </a:lnTo>
                <a:lnTo>
                  <a:pt x="1396248" y="433184"/>
                </a:lnTo>
                <a:lnTo>
                  <a:pt x="1396248" y="444812"/>
                </a:lnTo>
                <a:lnTo>
                  <a:pt x="1396243" y="445396"/>
                </a:lnTo>
                <a:lnTo>
                  <a:pt x="1396227" y="445976"/>
                </a:lnTo>
                <a:lnTo>
                  <a:pt x="1396202" y="446553"/>
                </a:lnTo>
                <a:lnTo>
                  <a:pt x="1396166" y="447128"/>
                </a:lnTo>
                <a:lnTo>
                  <a:pt x="1396119" y="447700"/>
                </a:lnTo>
                <a:close/>
                <a:moveTo>
                  <a:pt x="1363762" y="447700"/>
                </a:moveTo>
                <a:lnTo>
                  <a:pt x="1363705" y="448269"/>
                </a:lnTo>
                <a:lnTo>
                  <a:pt x="1363638" y="448835"/>
                </a:lnTo>
                <a:lnTo>
                  <a:pt x="1363561" y="449398"/>
                </a:lnTo>
                <a:lnTo>
                  <a:pt x="1363473" y="449958"/>
                </a:lnTo>
                <a:lnTo>
                  <a:pt x="1363375" y="450516"/>
                </a:lnTo>
                <a:lnTo>
                  <a:pt x="1363267" y="451070"/>
                </a:lnTo>
                <a:lnTo>
                  <a:pt x="1363148" y="451622"/>
                </a:lnTo>
                <a:lnTo>
                  <a:pt x="1363019" y="452171"/>
                </a:lnTo>
                <a:lnTo>
                  <a:pt x="1362880" y="452717"/>
                </a:lnTo>
                <a:lnTo>
                  <a:pt x="1362730" y="453260"/>
                </a:lnTo>
                <a:lnTo>
                  <a:pt x="1362571" y="453801"/>
                </a:lnTo>
                <a:lnTo>
                  <a:pt x="1362400" y="454338"/>
                </a:lnTo>
                <a:lnTo>
                  <a:pt x="1362220" y="454873"/>
                </a:lnTo>
                <a:lnTo>
                  <a:pt x="1362029" y="455405"/>
                </a:lnTo>
                <a:lnTo>
                  <a:pt x="1361828" y="455934"/>
                </a:lnTo>
                <a:lnTo>
                  <a:pt x="1361617" y="456460"/>
                </a:lnTo>
                <a:lnTo>
                  <a:pt x="1361395" y="456983"/>
                </a:lnTo>
                <a:lnTo>
                  <a:pt x="1361163" y="457503"/>
                </a:lnTo>
                <a:lnTo>
                  <a:pt x="1360920" y="458021"/>
                </a:lnTo>
                <a:lnTo>
                  <a:pt x="1360676" y="458531"/>
                </a:lnTo>
                <a:lnTo>
                  <a:pt x="1360428" y="459039"/>
                </a:lnTo>
                <a:lnTo>
                  <a:pt x="1360177" y="459546"/>
                </a:lnTo>
                <a:lnTo>
                  <a:pt x="1359922" y="460052"/>
                </a:lnTo>
                <a:lnTo>
                  <a:pt x="1359662" y="460556"/>
                </a:lnTo>
                <a:lnTo>
                  <a:pt x="1359400" y="461058"/>
                </a:lnTo>
                <a:lnTo>
                  <a:pt x="1359133" y="461559"/>
                </a:lnTo>
                <a:lnTo>
                  <a:pt x="1358863" y="462058"/>
                </a:lnTo>
                <a:lnTo>
                  <a:pt x="1358589" y="462556"/>
                </a:lnTo>
                <a:lnTo>
                  <a:pt x="1358311" y="463052"/>
                </a:lnTo>
                <a:lnTo>
                  <a:pt x="1358030" y="463547"/>
                </a:lnTo>
                <a:lnTo>
                  <a:pt x="1357745" y="464040"/>
                </a:lnTo>
                <a:lnTo>
                  <a:pt x="1357456" y="464532"/>
                </a:lnTo>
                <a:lnTo>
                  <a:pt x="1357163" y="465022"/>
                </a:lnTo>
                <a:lnTo>
                  <a:pt x="1356867" y="465511"/>
                </a:lnTo>
                <a:lnTo>
                  <a:pt x="1356567" y="465998"/>
                </a:lnTo>
                <a:lnTo>
                  <a:pt x="1356263" y="466483"/>
                </a:lnTo>
                <a:lnTo>
                  <a:pt x="1355955" y="466967"/>
                </a:lnTo>
                <a:lnTo>
                  <a:pt x="1355644" y="467450"/>
                </a:lnTo>
                <a:lnTo>
                  <a:pt x="1355329" y="467931"/>
                </a:lnTo>
                <a:lnTo>
                  <a:pt x="1355010" y="468410"/>
                </a:lnTo>
                <a:lnTo>
                  <a:pt x="1354688" y="468888"/>
                </a:lnTo>
                <a:lnTo>
                  <a:pt x="1354362" y="469364"/>
                </a:lnTo>
                <a:lnTo>
                  <a:pt x="1354032" y="469839"/>
                </a:lnTo>
                <a:lnTo>
                  <a:pt x="1362121" y="476411"/>
                </a:lnTo>
                <a:lnTo>
                  <a:pt x="1362540" y="476072"/>
                </a:lnTo>
                <a:lnTo>
                  <a:pt x="1362953" y="475728"/>
                </a:lnTo>
                <a:lnTo>
                  <a:pt x="1363361" y="475378"/>
                </a:lnTo>
                <a:lnTo>
                  <a:pt x="1363764" y="475025"/>
                </a:lnTo>
                <a:lnTo>
                  <a:pt x="1364162" y="474666"/>
                </a:lnTo>
                <a:lnTo>
                  <a:pt x="1364554" y="474302"/>
                </a:lnTo>
                <a:lnTo>
                  <a:pt x="1364941" y="473934"/>
                </a:lnTo>
                <a:lnTo>
                  <a:pt x="1365323" y="473560"/>
                </a:lnTo>
                <a:lnTo>
                  <a:pt x="1365700" y="473182"/>
                </a:lnTo>
                <a:lnTo>
                  <a:pt x="1366071" y="472799"/>
                </a:lnTo>
                <a:lnTo>
                  <a:pt x="1366437" y="472412"/>
                </a:lnTo>
                <a:lnTo>
                  <a:pt x="1366798" y="472019"/>
                </a:lnTo>
                <a:lnTo>
                  <a:pt x="1367153" y="471622"/>
                </a:lnTo>
                <a:lnTo>
                  <a:pt x="1367504" y="471219"/>
                </a:lnTo>
                <a:lnTo>
                  <a:pt x="1367848" y="470812"/>
                </a:lnTo>
                <a:lnTo>
                  <a:pt x="1368188" y="470401"/>
                </a:lnTo>
                <a:lnTo>
                  <a:pt x="1368523" y="469984"/>
                </a:lnTo>
                <a:lnTo>
                  <a:pt x="1368852" y="469562"/>
                </a:lnTo>
                <a:lnTo>
                  <a:pt x="1369176" y="469136"/>
                </a:lnTo>
                <a:lnTo>
                  <a:pt x="1369494" y="468705"/>
                </a:lnTo>
                <a:lnTo>
                  <a:pt x="1369808" y="468269"/>
                </a:lnTo>
                <a:lnTo>
                  <a:pt x="1370116" y="467828"/>
                </a:lnTo>
                <a:lnTo>
                  <a:pt x="1370419" y="467382"/>
                </a:lnTo>
                <a:lnTo>
                  <a:pt x="1370716" y="466932"/>
                </a:lnTo>
                <a:lnTo>
                  <a:pt x="1371013" y="466473"/>
                </a:lnTo>
                <a:lnTo>
                  <a:pt x="1371304" y="466013"/>
                </a:lnTo>
                <a:lnTo>
                  <a:pt x="1371589" y="465552"/>
                </a:lnTo>
                <a:lnTo>
                  <a:pt x="1371868" y="465090"/>
                </a:lnTo>
                <a:lnTo>
                  <a:pt x="1372140" y="464627"/>
                </a:lnTo>
                <a:lnTo>
                  <a:pt x="1372407" y="464163"/>
                </a:lnTo>
                <a:lnTo>
                  <a:pt x="1372667" y="463698"/>
                </a:lnTo>
                <a:lnTo>
                  <a:pt x="1372921" y="463231"/>
                </a:lnTo>
                <a:lnTo>
                  <a:pt x="1373169" y="462764"/>
                </a:lnTo>
                <a:lnTo>
                  <a:pt x="1373411" y="462295"/>
                </a:lnTo>
                <a:lnTo>
                  <a:pt x="1373646" y="461825"/>
                </a:lnTo>
                <a:lnTo>
                  <a:pt x="1373876" y="461354"/>
                </a:lnTo>
                <a:lnTo>
                  <a:pt x="1374099" y="460883"/>
                </a:lnTo>
                <a:lnTo>
                  <a:pt x="1374317" y="460410"/>
                </a:lnTo>
                <a:lnTo>
                  <a:pt x="1374528" y="459935"/>
                </a:lnTo>
                <a:lnTo>
                  <a:pt x="1374733" y="459460"/>
                </a:lnTo>
                <a:lnTo>
                  <a:pt x="1374931" y="458984"/>
                </a:lnTo>
                <a:lnTo>
                  <a:pt x="1375124" y="458507"/>
                </a:lnTo>
                <a:lnTo>
                  <a:pt x="1375311" y="458028"/>
                </a:lnTo>
                <a:lnTo>
                  <a:pt x="1375491" y="457549"/>
                </a:lnTo>
                <a:lnTo>
                  <a:pt x="1375665" y="457068"/>
                </a:lnTo>
                <a:lnTo>
                  <a:pt x="1375833" y="456586"/>
                </a:lnTo>
                <a:lnTo>
                  <a:pt x="1375995" y="456103"/>
                </a:lnTo>
                <a:lnTo>
                  <a:pt x="1376151" y="455619"/>
                </a:lnTo>
                <a:lnTo>
                  <a:pt x="1376306" y="455131"/>
                </a:lnTo>
                <a:lnTo>
                  <a:pt x="1376454" y="454645"/>
                </a:lnTo>
                <a:lnTo>
                  <a:pt x="1376595" y="454161"/>
                </a:lnTo>
                <a:lnTo>
                  <a:pt x="1376730" y="453679"/>
                </a:lnTo>
                <a:lnTo>
                  <a:pt x="1376859" y="453201"/>
                </a:lnTo>
                <a:lnTo>
                  <a:pt x="1376980" y="452724"/>
                </a:lnTo>
                <a:lnTo>
                  <a:pt x="1377096" y="452250"/>
                </a:lnTo>
                <a:lnTo>
                  <a:pt x="1377204" y="451778"/>
                </a:lnTo>
                <a:lnTo>
                  <a:pt x="1377306" y="451309"/>
                </a:lnTo>
                <a:lnTo>
                  <a:pt x="1377402" y="450842"/>
                </a:lnTo>
                <a:lnTo>
                  <a:pt x="1377491" y="450378"/>
                </a:lnTo>
                <a:lnTo>
                  <a:pt x="1377573" y="449916"/>
                </a:lnTo>
                <a:lnTo>
                  <a:pt x="1377649" y="449456"/>
                </a:lnTo>
                <a:lnTo>
                  <a:pt x="1377718" y="448999"/>
                </a:lnTo>
                <a:lnTo>
                  <a:pt x="1377780" y="448544"/>
                </a:lnTo>
                <a:lnTo>
                  <a:pt x="1377836" y="448092"/>
                </a:lnTo>
                <a:lnTo>
                  <a:pt x="1377886" y="447642"/>
                </a:lnTo>
                <a:lnTo>
                  <a:pt x="1377929" y="447194"/>
                </a:lnTo>
                <a:lnTo>
                  <a:pt x="1377965" y="446749"/>
                </a:lnTo>
                <a:lnTo>
                  <a:pt x="1377994" y="446306"/>
                </a:lnTo>
                <a:lnTo>
                  <a:pt x="1378017" y="445866"/>
                </a:lnTo>
                <a:lnTo>
                  <a:pt x="1378034" y="445428"/>
                </a:lnTo>
                <a:lnTo>
                  <a:pt x="1378044" y="444993"/>
                </a:lnTo>
                <a:lnTo>
                  <a:pt x="1378047" y="444560"/>
                </a:lnTo>
                <a:lnTo>
                  <a:pt x="1378047" y="433184"/>
                </a:lnTo>
                <a:lnTo>
                  <a:pt x="1363891" y="433184"/>
                </a:lnTo>
                <a:lnTo>
                  <a:pt x="1363891" y="444812"/>
                </a:lnTo>
                <a:lnTo>
                  <a:pt x="1363885" y="445396"/>
                </a:lnTo>
                <a:lnTo>
                  <a:pt x="1363870" y="445976"/>
                </a:lnTo>
                <a:lnTo>
                  <a:pt x="1363844" y="446553"/>
                </a:lnTo>
                <a:lnTo>
                  <a:pt x="1363808" y="447128"/>
                </a:lnTo>
                <a:lnTo>
                  <a:pt x="1363762" y="447700"/>
                </a:lnTo>
                <a:close/>
                <a:moveTo>
                  <a:pt x="1309448" y="522300"/>
                </a:moveTo>
                <a:lnTo>
                  <a:pt x="1309485" y="521697"/>
                </a:lnTo>
                <a:lnTo>
                  <a:pt x="1309527" y="521102"/>
                </a:lnTo>
                <a:lnTo>
                  <a:pt x="1309574" y="520517"/>
                </a:lnTo>
                <a:lnTo>
                  <a:pt x="1309625" y="519940"/>
                </a:lnTo>
                <a:lnTo>
                  <a:pt x="1309682" y="519372"/>
                </a:lnTo>
                <a:lnTo>
                  <a:pt x="1309743" y="518814"/>
                </a:lnTo>
                <a:lnTo>
                  <a:pt x="1309809" y="518264"/>
                </a:lnTo>
                <a:lnTo>
                  <a:pt x="1309880" y="517724"/>
                </a:lnTo>
                <a:lnTo>
                  <a:pt x="1309956" y="517192"/>
                </a:lnTo>
                <a:lnTo>
                  <a:pt x="1310036" y="516669"/>
                </a:lnTo>
                <a:lnTo>
                  <a:pt x="1310122" y="516156"/>
                </a:lnTo>
                <a:lnTo>
                  <a:pt x="1310212" y="515651"/>
                </a:lnTo>
                <a:lnTo>
                  <a:pt x="1310307" y="515156"/>
                </a:lnTo>
                <a:lnTo>
                  <a:pt x="1310407" y="514669"/>
                </a:lnTo>
                <a:lnTo>
                  <a:pt x="1310511" y="514191"/>
                </a:lnTo>
                <a:lnTo>
                  <a:pt x="1310621" y="513723"/>
                </a:lnTo>
                <a:lnTo>
                  <a:pt x="1310735" y="513263"/>
                </a:lnTo>
                <a:lnTo>
                  <a:pt x="1310854" y="512813"/>
                </a:lnTo>
                <a:lnTo>
                  <a:pt x="1310978" y="512371"/>
                </a:lnTo>
                <a:lnTo>
                  <a:pt x="1311108" y="511936"/>
                </a:lnTo>
                <a:lnTo>
                  <a:pt x="1311244" y="511507"/>
                </a:lnTo>
                <a:lnTo>
                  <a:pt x="1311386" y="511082"/>
                </a:lnTo>
                <a:lnTo>
                  <a:pt x="1311535" y="510663"/>
                </a:lnTo>
                <a:lnTo>
                  <a:pt x="1311690" y="510249"/>
                </a:lnTo>
                <a:lnTo>
                  <a:pt x="1311851" y="509839"/>
                </a:lnTo>
                <a:lnTo>
                  <a:pt x="1312019" y="509435"/>
                </a:lnTo>
                <a:lnTo>
                  <a:pt x="1312193" y="509036"/>
                </a:lnTo>
                <a:lnTo>
                  <a:pt x="1312373" y="508641"/>
                </a:lnTo>
                <a:lnTo>
                  <a:pt x="1312560" y="508252"/>
                </a:lnTo>
                <a:lnTo>
                  <a:pt x="1312754" y="507868"/>
                </a:lnTo>
                <a:lnTo>
                  <a:pt x="1312953" y="507489"/>
                </a:lnTo>
                <a:lnTo>
                  <a:pt x="1313159" y="507115"/>
                </a:lnTo>
                <a:lnTo>
                  <a:pt x="1313371" y="506746"/>
                </a:lnTo>
                <a:lnTo>
                  <a:pt x="1313590" y="506382"/>
                </a:lnTo>
                <a:lnTo>
                  <a:pt x="1313815" y="506023"/>
                </a:lnTo>
                <a:lnTo>
                  <a:pt x="1314046" y="505669"/>
                </a:lnTo>
                <a:lnTo>
                  <a:pt x="1314284" y="505321"/>
                </a:lnTo>
                <a:lnTo>
                  <a:pt x="1314528" y="504977"/>
                </a:lnTo>
                <a:lnTo>
                  <a:pt x="1314779" y="504638"/>
                </a:lnTo>
                <a:lnTo>
                  <a:pt x="1315036" y="504304"/>
                </a:lnTo>
                <a:lnTo>
                  <a:pt x="1315299" y="503976"/>
                </a:lnTo>
                <a:lnTo>
                  <a:pt x="1315568" y="503652"/>
                </a:lnTo>
                <a:lnTo>
                  <a:pt x="1315844" y="503334"/>
                </a:lnTo>
                <a:lnTo>
                  <a:pt x="1316127" y="503013"/>
                </a:lnTo>
                <a:lnTo>
                  <a:pt x="1316418" y="502694"/>
                </a:lnTo>
                <a:lnTo>
                  <a:pt x="1316716" y="502376"/>
                </a:lnTo>
                <a:lnTo>
                  <a:pt x="1317022" y="502059"/>
                </a:lnTo>
                <a:lnTo>
                  <a:pt x="1317336" y="501744"/>
                </a:lnTo>
                <a:lnTo>
                  <a:pt x="1317657" y="501430"/>
                </a:lnTo>
                <a:lnTo>
                  <a:pt x="1317986" y="501117"/>
                </a:lnTo>
                <a:lnTo>
                  <a:pt x="1318323" y="500806"/>
                </a:lnTo>
                <a:lnTo>
                  <a:pt x="1318668" y="500496"/>
                </a:lnTo>
                <a:lnTo>
                  <a:pt x="1319020" y="500187"/>
                </a:lnTo>
                <a:lnTo>
                  <a:pt x="1319379" y="499880"/>
                </a:lnTo>
                <a:lnTo>
                  <a:pt x="1319747" y="499573"/>
                </a:lnTo>
                <a:lnTo>
                  <a:pt x="1320122" y="499269"/>
                </a:lnTo>
                <a:lnTo>
                  <a:pt x="1320505" y="498965"/>
                </a:lnTo>
                <a:lnTo>
                  <a:pt x="1320895" y="498663"/>
                </a:lnTo>
                <a:lnTo>
                  <a:pt x="1321293" y="498362"/>
                </a:lnTo>
                <a:lnTo>
                  <a:pt x="1321699" y="498063"/>
                </a:lnTo>
                <a:lnTo>
                  <a:pt x="1322113" y="497764"/>
                </a:lnTo>
                <a:lnTo>
                  <a:pt x="1322534" y="497468"/>
                </a:lnTo>
                <a:lnTo>
                  <a:pt x="1322963" y="497172"/>
                </a:lnTo>
                <a:lnTo>
                  <a:pt x="1323399" y="496878"/>
                </a:lnTo>
                <a:lnTo>
                  <a:pt x="1323844" y="496585"/>
                </a:lnTo>
                <a:lnTo>
                  <a:pt x="1324296" y="496293"/>
                </a:lnTo>
                <a:lnTo>
                  <a:pt x="1324755" y="496003"/>
                </a:lnTo>
                <a:lnTo>
                  <a:pt x="1325216" y="495717"/>
                </a:lnTo>
                <a:lnTo>
                  <a:pt x="1325671" y="495427"/>
                </a:lnTo>
                <a:lnTo>
                  <a:pt x="1326120" y="495134"/>
                </a:lnTo>
                <a:lnTo>
                  <a:pt x="1326564" y="494837"/>
                </a:lnTo>
                <a:lnTo>
                  <a:pt x="1327001" y="494537"/>
                </a:lnTo>
                <a:lnTo>
                  <a:pt x="1327433" y="494233"/>
                </a:lnTo>
                <a:lnTo>
                  <a:pt x="1327860" y="493926"/>
                </a:lnTo>
                <a:lnTo>
                  <a:pt x="1328280" y="493615"/>
                </a:lnTo>
                <a:lnTo>
                  <a:pt x="1328695" y="493301"/>
                </a:lnTo>
                <a:lnTo>
                  <a:pt x="1329105" y="492983"/>
                </a:lnTo>
                <a:lnTo>
                  <a:pt x="1329508" y="492662"/>
                </a:lnTo>
                <a:lnTo>
                  <a:pt x="1329906" y="492337"/>
                </a:lnTo>
                <a:lnTo>
                  <a:pt x="1330298" y="492009"/>
                </a:lnTo>
                <a:lnTo>
                  <a:pt x="1330685" y="491677"/>
                </a:lnTo>
                <a:lnTo>
                  <a:pt x="1331065" y="491342"/>
                </a:lnTo>
                <a:lnTo>
                  <a:pt x="1331440" y="491003"/>
                </a:lnTo>
                <a:lnTo>
                  <a:pt x="1331810" y="490661"/>
                </a:lnTo>
                <a:lnTo>
                  <a:pt x="1332173" y="490315"/>
                </a:lnTo>
                <a:lnTo>
                  <a:pt x="1332531" y="489966"/>
                </a:lnTo>
                <a:lnTo>
                  <a:pt x="1332883" y="489613"/>
                </a:lnTo>
                <a:lnTo>
                  <a:pt x="1333230" y="489256"/>
                </a:lnTo>
                <a:lnTo>
                  <a:pt x="1333571" y="488896"/>
                </a:lnTo>
                <a:lnTo>
                  <a:pt x="1333906" y="488533"/>
                </a:lnTo>
                <a:lnTo>
                  <a:pt x="1334235" y="488166"/>
                </a:lnTo>
                <a:lnTo>
                  <a:pt x="1334564" y="487795"/>
                </a:lnTo>
                <a:lnTo>
                  <a:pt x="1334885" y="487421"/>
                </a:lnTo>
                <a:lnTo>
                  <a:pt x="1335201" y="487041"/>
                </a:lnTo>
                <a:lnTo>
                  <a:pt x="1335510" y="486658"/>
                </a:lnTo>
                <a:lnTo>
                  <a:pt x="1335812" y="486271"/>
                </a:lnTo>
                <a:lnTo>
                  <a:pt x="1336107" y="485879"/>
                </a:lnTo>
                <a:lnTo>
                  <a:pt x="1336396" y="485483"/>
                </a:lnTo>
                <a:lnTo>
                  <a:pt x="1336679" y="485084"/>
                </a:lnTo>
                <a:lnTo>
                  <a:pt x="1336955" y="484679"/>
                </a:lnTo>
                <a:lnTo>
                  <a:pt x="1337224" y="484271"/>
                </a:lnTo>
                <a:lnTo>
                  <a:pt x="1337486" y="483859"/>
                </a:lnTo>
                <a:lnTo>
                  <a:pt x="1337743" y="483442"/>
                </a:lnTo>
                <a:lnTo>
                  <a:pt x="1337992" y="483021"/>
                </a:lnTo>
                <a:lnTo>
                  <a:pt x="1338235" y="482596"/>
                </a:lnTo>
                <a:lnTo>
                  <a:pt x="1338471" y="482167"/>
                </a:lnTo>
                <a:lnTo>
                  <a:pt x="1338701" y="481734"/>
                </a:lnTo>
                <a:lnTo>
                  <a:pt x="1338924" y="481297"/>
                </a:lnTo>
                <a:lnTo>
                  <a:pt x="1339141" y="480855"/>
                </a:lnTo>
                <a:lnTo>
                  <a:pt x="1339351" y="480409"/>
                </a:lnTo>
                <a:lnTo>
                  <a:pt x="1339554" y="479959"/>
                </a:lnTo>
                <a:lnTo>
                  <a:pt x="1339751" y="479505"/>
                </a:lnTo>
                <a:lnTo>
                  <a:pt x="1339941" y="479047"/>
                </a:lnTo>
                <a:lnTo>
                  <a:pt x="1340125" y="478584"/>
                </a:lnTo>
                <a:lnTo>
                  <a:pt x="1340302" y="478118"/>
                </a:lnTo>
                <a:lnTo>
                  <a:pt x="1340477" y="477647"/>
                </a:lnTo>
                <a:lnTo>
                  <a:pt x="1340645" y="477171"/>
                </a:lnTo>
                <a:lnTo>
                  <a:pt x="1340806" y="476691"/>
                </a:lnTo>
                <a:lnTo>
                  <a:pt x="1340959" y="476206"/>
                </a:lnTo>
                <a:lnTo>
                  <a:pt x="1341104" y="475717"/>
                </a:lnTo>
                <a:lnTo>
                  <a:pt x="1341242" y="475222"/>
                </a:lnTo>
                <a:lnTo>
                  <a:pt x="1341373" y="474724"/>
                </a:lnTo>
                <a:lnTo>
                  <a:pt x="1341496" y="474221"/>
                </a:lnTo>
                <a:lnTo>
                  <a:pt x="1341611" y="473713"/>
                </a:lnTo>
                <a:lnTo>
                  <a:pt x="1341720" y="473200"/>
                </a:lnTo>
                <a:lnTo>
                  <a:pt x="1341820" y="472683"/>
                </a:lnTo>
                <a:lnTo>
                  <a:pt x="1341914" y="472161"/>
                </a:lnTo>
                <a:lnTo>
                  <a:pt x="1341999" y="471635"/>
                </a:lnTo>
                <a:lnTo>
                  <a:pt x="1342078" y="471104"/>
                </a:lnTo>
                <a:lnTo>
                  <a:pt x="1342149" y="470569"/>
                </a:lnTo>
                <a:lnTo>
                  <a:pt x="1342212" y="470028"/>
                </a:lnTo>
                <a:lnTo>
                  <a:pt x="1342268" y="469484"/>
                </a:lnTo>
                <a:lnTo>
                  <a:pt x="1342316" y="468934"/>
                </a:lnTo>
                <a:lnTo>
                  <a:pt x="1342357" y="468380"/>
                </a:lnTo>
                <a:lnTo>
                  <a:pt x="1342391" y="467822"/>
                </a:lnTo>
                <a:lnTo>
                  <a:pt x="1342417" y="467259"/>
                </a:lnTo>
                <a:lnTo>
                  <a:pt x="1342436" y="466691"/>
                </a:lnTo>
                <a:lnTo>
                  <a:pt x="1342447" y="466118"/>
                </a:lnTo>
                <a:lnTo>
                  <a:pt x="1342451" y="465541"/>
                </a:lnTo>
                <a:lnTo>
                  <a:pt x="1342443" y="464723"/>
                </a:lnTo>
                <a:lnTo>
                  <a:pt x="1342419" y="463913"/>
                </a:lnTo>
                <a:lnTo>
                  <a:pt x="1342380" y="463110"/>
                </a:lnTo>
                <a:lnTo>
                  <a:pt x="1342324" y="462315"/>
                </a:lnTo>
                <a:lnTo>
                  <a:pt x="1342253" y="461527"/>
                </a:lnTo>
                <a:lnTo>
                  <a:pt x="1342166" y="460746"/>
                </a:lnTo>
                <a:lnTo>
                  <a:pt x="1342064" y="459973"/>
                </a:lnTo>
                <a:lnTo>
                  <a:pt x="1341945" y="459207"/>
                </a:lnTo>
                <a:lnTo>
                  <a:pt x="1341811" y="458449"/>
                </a:lnTo>
                <a:lnTo>
                  <a:pt x="1341661" y="457699"/>
                </a:lnTo>
                <a:lnTo>
                  <a:pt x="1341495" y="456955"/>
                </a:lnTo>
                <a:lnTo>
                  <a:pt x="1341313" y="456220"/>
                </a:lnTo>
                <a:lnTo>
                  <a:pt x="1341116" y="455491"/>
                </a:lnTo>
                <a:lnTo>
                  <a:pt x="1340902" y="454770"/>
                </a:lnTo>
                <a:lnTo>
                  <a:pt x="1340673" y="454057"/>
                </a:lnTo>
                <a:lnTo>
                  <a:pt x="1340428" y="453351"/>
                </a:lnTo>
                <a:lnTo>
                  <a:pt x="1340168" y="452653"/>
                </a:lnTo>
                <a:lnTo>
                  <a:pt x="1339891" y="451962"/>
                </a:lnTo>
                <a:lnTo>
                  <a:pt x="1339599" y="451278"/>
                </a:lnTo>
                <a:lnTo>
                  <a:pt x="1339291" y="450602"/>
                </a:lnTo>
                <a:lnTo>
                  <a:pt x="1338967" y="449933"/>
                </a:lnTo>
                <a:lnTo>
                  <a:pt x="1338627" y="449272"/>
                </a:lnTo>
                <a:lnTo>
                  <a:pt x="1338272" y="448619"/>
                </a:lnTo>
                <a:lnTo>
                  <a:pt x="1337901" y="447972"/>
                </a:lnTo>
                <a:lnTo>
                  <a:pt x="1337520" y="447336"/>
                </a:lnTo>
                <a:lnTo>
                  <a:pt x="1337126" y="446710"/>
                </a:lnTo>
                <a:lnTo>
                  <a:pt x="1336720" y="446096"/>
                </a:lnTo>
                <a:lnTo>
                  <a:pt x="1336300" y="445494"/>
                </a:lnTo>
                <a:lnTo>
                  <a:pt x="1335866" y="444902"/>
                </a:lnTo>
                <a:lnTo>
                  <a:pt x="1335420" y="444323"/>
                </a:lnTo>
                <a:lnTo>
                  <a:pt x="1334961" y="443754"/>
                </a:lnTo>
                <a:lnTo>
                  <a:pt x="1334488" y="443197"/>
                </a:lnTo>
                <a:lnTo>
                  <a:pt x="1334002" y="442652"/>
                </a:lnTo>
                <a:lnTo>
                  <a:pt x="1333503" y="442118"/>
                </a:lnTo>
                <a:lnTo>
                  <a:pt x="1332991" y="441595"/>
                </a:lnTo>
                <a:lnTo>
                  <a:pt x="1332465" y="441084"/>
                </a:lnTo>
                <a:lnTo>
                  <a:pt x="1331927" y="440584"/>
                </a:lnTo>
                <a:lnTo>
                  <a:pt x="1331375" y="440095"/>
                </a:lnTo>
                <a:lnTo>
                  <a:pt x="1330810" y="439618"/>
                </a:lnTo>
                <a:lnTo>
                  <a:pt x="1330232" y="439153"/>
                </a:lnTo>
                <a:lnTo>
                  <a:pt x="1329641" y="438698"/>
                </a:lnTo>
                <a:lnTo>
                  <a:pt x="1329037" y="438256"/>
                </a:lnTo>
                <a:lnTo>
                  <a:pt x="1328420" y="437824"/>
                </a:lnTo>
                <a:lnTo>
                  <a:pt x="1327789" y="437404"/>
                </a:lnTo>
                <a:lnTo>
                  <a:pt x="1327145" y="436996"/>
                </a:lnTo>
                <a:lnTo>
                  <a:pt x="1326488" y="436598"/>
                </a:lnTo>
                <a:lnTo>
                  <a:pt x="1325818" y="436213"/>
                </a:lnTo>
                <a:lnTo>
                  <a:pt x="1325135" y="435838"/>
                </a:lnTo>
                <a:lnTo>
                  <a:pt x="1324445" y="435477"/>
                </a:lnTo>
                <a:lnTo>
                  <a:pt x="1323745" y="435132"/>
                </a:lnTo>
                <a:lnTo>
                  <a:pt x="1323035" y="434801"/>
                </a:lnTo>
                <a:lnTo>
                  <a:pt x="1322315" y="434487"/>
                </a:lnTo>
                <a:lnTo>
                  <a:pt x="1321585" y="434187"/>
                </a:lnTo>
                <a:lnTo>
                  <a:pt x="1320845" y="433903"/>
                </a:lnTo>
                <a:lnTo>
                  <a:pt x="1320095" y="433634"/>
                </a:lnTo>
                <a:lnTo>
                  <a:pt x="1319334" y="433381"/>
                </a:lnTo>
                <a:lnTo>
                  <a:pt x="1318564" y="433142"/>
                </a:lnTo>
                <a:lnTo>
                  <a:pt x="1317783" y="432920"/>
                </a:lnTo>
                <a:lnTo>
                  <a:pt x="1316993" y="432712"/>
                </a:lnTo>
                <a:lnTo>
                  <a:pt x="1316192" y="432520"/>
                </a:lnTo>
                <a:lnTo>
                  <a:pt x="1315381" y="432344"/>
                </a:lnTo>
                <a:lnTo>
                  <a:pt x="1314560" y="432182"/>
                </a:lnTo>
                <a:lnTo>
                  <a:pt x="1313729" y="432037"/>
                </a:lnTo>
                <a:lnTo>
                  <a:pt x="1312888" y="431906"/>
                </a:lnTo>
                <a:lnTo>
                  <a:pt x="1312037" y="431791"/>
                </a:lnTo>
                <a:lnTo>
                  <a:pt x="1311176" y="431691"/>
                </a:lnTo>
                <a:lnTo>
                  <a:pt x="1310304" y="431606"/>
                </a:lnTo>
                <a:lnTo>
                  <a:pt x="1309423" y="431537"/>
                </a:lnTo>
                <a:lnTo>
                  <a:pt x="1308531" y="431484"/>
                </a:lnTo>
                <a:lnTo>
                  <a:pt x="1307630" y="431445"/>
                </a:lnTo>
                <a:lnTo>
                  <a:pt x="1306718" y="431422"/>
                </a:lnTo>
                <a:lnTo>
                  <a:pt x="1305796" y="431414"/>
                </a:lnTo>
                <a:lnTo>
                  <a:pt x="1304946" y="431421"/>
                </a:lnTo>
                <a:lnTo>
                  <a:pt x="1304102" y="431443"/>
                </a:lnTo>
                <a:lnTo>
                  <a:pt x="1303265" y="431478"/>
                </a:lnTo>
                <a:lnTo>
                  <a:pt x="1302434" y="431527"/>
                </a:lnTo>
                <a:lnTo>
                  <a:pt x="1301610" y="431590"/>
                </a:lnTo>
                <a:lnTo>
                  <a:pt x="1300791" y="431667"/>
                </a:lnTo>
                <a:lnTo>
                  <a:pt x="1299980" y="431759"/>
                </a:lnTo>
                <a:lnTo>
                  <a:pt x="1299174" y="431864"/>
                </a:lnTo>
                <a:lnTo>
                  <a:pt x="1298375" y="431983"/>
                </a:lnTo>
                <a:lnTo>
                  <a:pt x="1297582" y="432117"/>
                </a:lnTo>
                <a:lnTo>
                  <a:pt x="1296796" y="432264"/>
                </a:lnTo>
                <a:lnTo>
                  <a:pt x="1296016" y="432426"/>
                </a:lnTo>
                <a:lnTo>
                  <a:pt x="1295242" y="432601"/>
                </a:lnTo>
                <a:lnTo>
                  <a:pt x="1294475" y="432791"/>
                </a:lnTo>
                <a:lnTo>
                  <a:pt x="1293714" y="432994"/>
                </a:lnTo>
                <a:lnTo>
                  <a:pt x="1292960" y="433212"/>
                </a:lnTo>
                <a:lnTo>
                  <a:pt x="1292212" y="433444"/>
                </a:lnTo>
                <a:lnTo>
                  <a:pt x="1291470" y="433690"/>
                </a:lnTo>
                <a:lnTo>
                  <a:pt x="1290734" y="433949"/>
                </a:lnTo>
                <a:lnTo>
                  <a:pt x="1290005" y="434223"/>
                </a:lnTo>
                <a:lnTo>
                  <a:pt x="1289283" y="434511"/>
                </a:lnTo>
                <a:lnTo>
                  <a:pt x="1288566" y="434813"/>
                </a:lnTo>
                <a:lnTo>
                  <a:pt x="1287856" y="435129"/>
                </a:lnTo>
                <a:lnTo>
                  <a:pt x="1287153" y="435459"/>
                </a:lnTo>
                <a:lnTo>
                  <a:pt x="1286463" y="435802"/>
                </a:lnTo>
                <a:lnTo>
                  <a:pt x="1285785" y="436158"/>
                </a:lnTo>
                <a:lnTo>
                  <a:pt x="1285117" y="436527"/>
                </a:lnTo>
                <a:lnTo>
                  <a:pt x="1284461" y="436907"/>
                </a:lnTo>
                <a:lnTo>
                  <a:pt x="1283817" y="437301"/>
                </a:lnTo>
                <a:lnTo>
                  <a:pt x="1283183" y="437707"/>
                </a:lnTo>
                <a:lnTo>
                  <a:pt x="1282561" y="438125"/>
                </a:lnTo>
                <a:lnTo>
                  <a:pt x="1281949" y="438556"/>
                </a:lnTo>
                <a:lnTo>
                  <a:pt x="1281349" y="438999"/>
                </a:lnTo>
                <a:lnTo>
                  <a:pt x="1280760" y="439455"/>
                </a:lnTo>
                <a:lnTo>
                  <a:pt x="1280183" y="439923"/>
                </a:lnTo>
                <a:lnTo>
                  <a:pt x="1279616" y="440404"/>
                </a:lnTo>
                <a:lnTo>
                  <a:pt x="1279061" y="440898"/>
                </a:lnTo>
                <a:lnTo>
                  <a:pt x="1278517" y="441404"/>
                </a:lnTo>
                <a:lnTo>
                  <a:pt x="1277984" y="441922"/>
                </a:lnTo>
                <a:lnTo>
                  <a:pt x="1277462" y="442453"/>
                </a:lnTo>
                <a:lnTo>
                  <a:pt x="1276952" y="442996"/>
                </a:lnTo>
                <a:lnTo>
                  <a:pt x="1276452" y="443552"/>
                </a:lnTo>
                <a:lnTo>
                  <a:pt x="1275964" y="444121"/>
                </a:lnTo>
                <a:lnTo>
                  <a:pt x="1275487" y="444702"/>
                </a:lnTo>
                <a:lnTo>
                  <a:pt x="1275022" y="445295"/>
                </a:lnTo>
                <a:lnTo>
                  <a:pt x="1274567" y="445901"/>
                </a:lnTo>
                <a:lnTo>
                  <a:pt x="1274124" y="446520"/>
                </a:lnTo>
                <a:lnTo>
                  <a:pt x="1273691" y="447151"/>
                </a:lnTo>
                <a:lnTo>
                  <a:pt x="1273278" y="447793"/>
                </a:lnTo>
                <a:lnTo>
                  <a:pt x="1272880" y="448447"/>
                </a:lnTo>
                <a:lnTo>
                  <a:pt x="1272499" y="449111"/>
                </a:lnTo>
                <a:lnTo>
                  <a:pt x="1272133" y="449786"/>
                </a:lnTo>
                <a:lnTo>
                  <a:pt x="1271782" y="450471"/>
                </a:lnTo>
                <a:lnTo>
                  <a:pt x="1271448" y="451168"/>
                </a:lnTo>
                <a:lnTo>
                  <a:pt x="1271129" y="451875"/>
                </a:lnTo>
                <a:lnTo>
                  <a:pt x="1270826" y="452593"/>
                </a:lnTo>
                <a:lnTo>
                  <a:pt x="1270539" y="453321"/>
                </a:lnTo>
                <a:lnTo>
                  <a:pt x="1270268" y="454061"/>
                </a:lnTo>
                <a:lnTo>
                  <a:pt x="1270013" y="454811"/>
                </a:lnTo>
                <a:lnTo>
                  <a:pt x="1269773" y="455572"/>
                </a:lnTo>
                <a:lnTo>
                  <a:pt x="1269549" y="456344"/>
                </a:lnTo>
                <a:lnTo>
                  <a:pt x="1269341" y="457126"/>
                </a:lnTo>
                <a:lnTo>
                  <a:pt x="1269149" y="457919"/>
                </a:lnTo>
                <a:lnTo>
                  <a:pt x="1268973" y="458723"/>
                </a:lnTo>
                <a:lnTo>
                  <a:pt x="1268812" y="459538"/>
                </a:lnTo>
                <a:lnTo>
                  <a:pt x="1268667" y="460363"/>
                </a:lnTo>
                <a:lnTo>
                  <a:pt x="1268538" y="461199"/>
                </a:lnTo>
                <a:lnTo>
                  <a:pt x="1268425" y="462046"/>
                </a:lnTo>
                <a:lnTo>
                  <a:pt x="1268327" y="462904"/>
                </a:lnTo>
                <a:lnTo>
                  <a:pt x="1268246" y="463772"/>
                </a:lnTo>
                <a:lnTo>
                  <a:pt x="1268180" y="464651"/>
                </a:lnTo>
                <a:lnTo>
                  <a:pt x="1268130" y="465541"/>
                </a:lnTo>
                <a:lnTo>
                  <a:pt x="1284056" y="465541"/>
                </a:lnTo>
                <a:lnTo>
                  <a:pt x="1284103" y="464925"/>
                </a:lnTo>
                <a:lnTo>
                  <a:pt x="1284159" y="464318"/>
                </a:lnTo>
                <a:lnTo>
                  <a:pt x="1284225" y="463721"/>
                </a:lnTo>
                <a:lnTo>
                  <a:pt x="1284300" y="463135"/>
                </a:lnTo>
                <a:lnTo>
                  <a:pt x="1284384" y="462558"/>
                </a:lnTo>
                <a:lnTo>
                  <a:pt x="1284479" y="461990"/>
                </a:lnTo>
                <a:lnTo>
                  <a:pt x="1284582" y="461433"/>
                </a:lnTo>
                <a:lnTo>
                  <a:pt x="1284695" y="460886"/>
                </a:lnTo>
                <a:lnTo>
                  <a:pt x="1284817" y="460348"/>
                </a:lnTo>
                <a:lnTo>
                  <a:pt x="1284949" y="459821"/>
                </a:lnTo>
                <a:lnTo>
                  <a:pt x="1285090" y="459303"/>
                </a:lnTo>
                <a:lnTo>
                  <a:pt x="1285241" y="458795"/>
                </a:lnTo>
                <a:lnTo>
                  <a:pt x="1285401" y="458297"/>
                </a:lnTo>
                <a:lnTo>
                  <a:pt x="1285570" y="457809"/>
                </a:lnTo>
                <a:lnTo>
                  <a:pt x="1285749" y="457331"/>
                </a:lnTo>
                <a:lnTo>
                  <a:pt x="1285938" y="456862"/>
                </a:lnTo>
                <a:lnTo>
                  <a:pt x="1286136" y="456404"/>
                </a:lnTo>
                <a:lnTo>
                  <a:pt x="1286343" y="455955"/>
                </a:lnTo>
                <a:lnTo>
                  <a:pt x="1286559" y="455516"/>
                </a:lnTo>
                <a:lnTo>
                  <a:pt x="1286786" y="455087"/>
                </a:lnTo>
                <a:lnTo>
                  <a:pt x="1287021" y="454668"/>
                </a:lnTo>
                <a:lnTo>
                  <a:pt x="1287266" y="454259"/>
                </a:lnTo>
                <a:lnTo>
                  <a:pt x="1287521" y="453860"/>
                </a:lnTo>
                <a:lnTo>
                  <a:pt x="1287784" y="453471"/>
                </a:lnTo>
                <a:lnTo>
                  <a:pt x="1288056" y="453090"/>
                </a:lnTo>
                <a:lnTo>
                  <a:pt x="1288333" y="452719"/>
                </a:lnTo>
                <a:lnTo>
                  <a:pt x="1288615" y="452356"/>
                </a:lnTo>
                <a:lnTo>
                  <a:pt x="1288903" y="452001"/>
                </a:lnTo>
                <a:lnTo>
                  <a:pt x="1289196" y="451655"/>
                </a:lnTo>
                <a:lnTo>
                  <a:pt x="1289495" y="451318"/>
                </a:lnTo>
                <a:lnTo>
                  <a:pt x="1289799" y="450989"/>
                </a:lnTo>
                <a:lnTo>
                  <a:pt x="1290109" y="450669"/>
                </a:lnTo>
                <a:lnTo>
                  <a:pt x="1290424" y="450357"/>
                </a:lnTo>
                <a:lnTo>
                  <a:pt x="1290745" y="450054"/>
                </a:lnTo>
                <a:lnTo>
                  <a:pt x="1291071" y="449759"/>
                </a:lnTo>
                <a:lnTo>
                  <a:pt x="1291403" y="449473"/>
                </a:lnTo>
                <a:lnTo>
                  <a:pt x="1291740" y="449196"/>
                </a:lnTo>
                <a:lnTo>
                  <a:pt x="1292082" y="448927"/>
                </a:lnTo>
                <a:lnTo>
                  <a:pt x="1292431" y="448666"/>
                </a:lnTo>
                <a:lnTo>
                  <a:pt x="1292784" y="448415"/>
                </a:lnTo>
                <a:lnTo>
                  <a:pt x="1293143" y="448171"/>
                </a:lnTo>
                <a:lnTo>
                  <a:pt x="1293508" y="447937"/>
                </a:lnTo>
                <a:lnTo>
                  <a:pt x="1293878" y="447711"/>
                </a:lnTo>
                <a:lnTo>
                  <a:pt x="1294254" y="447493"/>
                </a:lnTo>
                <a:lnTo>
                  <a:pt x="1294635" y="447284"/>
                </a:lnTo>
                <a:lnTo>
                  <a:pt x="1295021" y="447084"/>
                </a:lnTo>
                <a:lnTo>
                  <a:pt x="1295413" y="446892"/>
                </a:lnTo>
                <a:lnTo>
                  <a:pt x="1295811" y="446708"/>
                </a:lnTo>
                <a:lnTo>
                  <a:pt x="1296212" y="446533"/>
                </a:lnTo>
                <a:lnTo>
                  <a:pt x="1296614" y="446365"/>
                </a:lnTo>
                <a:lnTo>
                  <a:pt x="1297017" y="446205"/>
                </a:lnTo>
                <a:lnTo>
                  <a:pt x="1297422" y="446052"/>
                </a:lnTo>
                <a:lnTo>
                  <a:pt x="1297828" y="445906"/>
                </a:lnTo>
                <a:lnTo>
                  <a:pt x="1298236" y="445768"/>
                </a:lnTo>
                <a:lnTo>
                  <a:pt x="1298645" y="445638"/>
                </a:lnTo>
                <a:lnTo>
                  <a:pt x="1299055" y="445515"/>
                </a:lnTo>
                <a:lnTo>
                  <a:pt x="1299466" y="445399"/>
                </a:lnTo>
                <a:lnTo>
                  <a:pt x="1299879" y="445291"/>
                </a:lnTo>
                <a:lnTo>
                  <a:pt x="1300293" y="445190"/>
                </a:lnTo>
                <a:lnTo>
                  <a:pt x="1300709" y="445097"/>
                </a:lnTo>
                <a:lnTo>
                  <a:pt x="1301125" y="445011"/>
                </a:lnTo>
                <a:lnTo>
                  <a:pt x="1301543" y="444933"/>
                </a:lnTo>
                <a:lnTo>
                  <a:pt x="1301963" y="444862"/>
                </a:lnTo>
                <a:lnTo>
                  <a:pt x="1302383" y="444798"/>
                </a:lnTo>
                <a:lnTo>
                  <a:pt x="1302805" y="444742"/>
                </a:lnTo>
                <a:lnTo>
                  <a:pt x="1303229" y="444694"/>
                </a:lnTo>
                <a:lnTo>
                  <a:pt x="1303653" y="444653"/>
                </a:lnTo>
                <a:lnTo>
                  <a:pt x="1304079" y="444619"/>
                </a:lnTo>
                <a:lnTo>
                  <a:pt x="1304506" y="444593"/>
                </a:lnTo>
                <a:lnTo>
                  <a:pt x="1304935" y="444575"/>
                </a:lnTo>
                <a:lnTo>
                  <a:pt x="1305365" y="444563"/>
                </a:lnTo>
                <a:lnTo>
                  <a:pt x="1305796" y="444560"/>
                </a:lnTo>
                <a:lnTo>
                  <a:pt x="1306289" y="444564"/>
                </a:lnTo>
                <a:lnTo>
                  <a:pt x="1306779" y="444577"/>
                </a:lnTo>
                <a:lnTo>
                  <a:pt x="1307264" y="444598"/>
                </a:lnTo>
                <a:lnTo>
                  <a:pt x="1307746" y="444628"/>
                </a:lnTo>
                <a:lnTo>
                  <a:pt x="1308225" y="444667"/>
                </a:lnTo>
                <a:lnTo>
                  <a:pt x="1308699" y="444714"/>
                </a:lnTo>
                <a:lnTo>
                  <a:pt x="1309170" y="444769"/>
                </a:lnTo>
                <a:lnTo>
                  <a:pt x="1309637" y="444833"/>
                </a:lnTo>
                <a:lnTo>
                  <a:pt x="1310100" y="444906"/>
                </a:lnTo>
                <a:lnTo>
                  <a:pt x="1310560" y="444988"/>
                </a:lnTo>
                <a:lnTo>
                  <a:pt x="1311016" y="445077"/>
                </a:lnTo>
                <a:lnTo>
                  <a:pt x="1311468" y="445176"/>
                </a:lnTo>
                <a:lnTo>
                  <a:pt x="1311916" y="445283"/>
                </a:lnTo>
                <a:lnTo>
                  <a:pt x="1312361" y="445398"/>
                </a:lnTo>
                <a:lnTo>
                  <a:pt x="1312802" y="445522"/>
                </a:lnTo>
                <a:lnTo>
                  <a:pt x="1313239" y="445655"/>
                </a:lnTo>
                <a:lnTo>
                  <a:pt x="1313673" y="445796"/>
                </a:lnTo>
                <a:lnTo>
                  <a:pt x="1314103" y="445946"/>
                </a:lnTo>
                <a:lnTo>
                  <a:pt x="1314529" y="446104"/>
                </a:lnTo>
                <a:lnTo>
                  <a:pt x="1314951" y="446271"/>
                </a:lnTo>
                <a:lnTo>
                  <a:pt x="1315370" y="446447"/>
                </a:lnTo>
                <a:lnTo>
                  <a:pt x="1315784" y="446631"/>
                </a:lnTo>
                <a:lnTo>
                  <a:pt x="1316196" y="446823"/>
                </a:lnTo>
                <a:lnTo>
                  <a:pt x="1316603" y="447024"/>
                </a:lnTo>
                <a:lnTo>
                  <a:pt x="1317005" y="447233"/>
                </a:lnTo>
                <a:lnTo>
                  <a:pt x="1317400" y="447450"/>
                </a:lnTo>
                <a:lnTo>
                  <a:pt x="1317789" y="447673"/>
                </a:lnTo>
                <a:lnTo>
                  <a:pt x="1318171" y="447904"/>
                </a:lnTo>
                <a:lnTo>
                  <a:pt x="1318545" y="448142"/>
                </a:lnTo>
                <a:lnTo>
                  <a:pt x="1318914" y="448387"/>
                </a:lnTo>
                <a:lnTo>
                  <a:pt x="1319275" y="448639"/>
                </a:lnTo>
                <a:lnTo>
                  <a:pt x="1319629" y="448899"/>
                </a:lnTo>
                <a:lnTo>
                  <a:pt x="1319977" y="449166"/>
                </a:lnTo>
                <a:lnTo>
                  <a:pt x="1320318" y="449440"/>
                </a:lnTo>
                <a:lnTo>
                  <a:pt x="1320652" y="449722"/>
                </a:lnTo>
                <a:lnTo>
                  <a:pt x="1320979" y="450010"/>
                </a:lnTo>
                <a:lnTo>
                  <a:pt x="1321300" y="450306"/>
                </a:lnTo>
                <a:lnTo>
                  <a:pt x="1321613" y="450609"/>
                </a:lnTo>
                <a:lnTo>
                  <a:pt x="1321920" y="450920"/>
                </a:lnTo>
                <a:lnTo>
                  <a:pt x="1322220" y="451238"/>
                </a:lnTo>
                <a:lnTo>
                  <a:pt x="1322514" y="451562"/>
                </a:lnTo>
                <a:lnTo>
                  <a:pt x="1322800" y="451895"/>
                </a:lnTo>
                <a:lnTo>
                  <a:pt x="1323080" y="452234"/>
                </a:lnTo>
                <a:lnTo>
                  <a:pt x="1323353" y="452580"/>
                </a:lnTo>
                <a:lnTo>
                  <a:pt x="1323619" y="452934"/>
                </a:lnTo>
                <a:lnTo>
                  <a:pt x="1323878" y="453295"/>
                </a:lnTo>
                <a:lnTo>
                  <a:pt x="1324130" y="453664"/>
                </a:lnTo>
                <a:lnTo>
                  <a:pt x="1324376" y="454039"/>
                </a:lnTo>
                <a:lnTo>
                  <a:pt x="1324613" y="454421"/>
                </a:lnTo>
                <a:lnTo>
                  <a:pt x="1324840" y="454809"/>
                </a:lnTo>
                <a:lnTo>
                  <a:pt x="1325057" y="455203"/>
                </a:lnTo>
                <a:lnTo>
                  <a:pt x="1325264" y="455602"/>
                </a:lnTo>
                <a:lnTo>
                  <a:pt x="1325461" y="456007"/>
                </a:lnTo>
                <a:lnTo>
                  <a:pt x="1325648" y="456417"/>
                </a:lnTo>
                <a:lnTo>
                  <a:pt x="1325825" y="456833"/>
                </a:lnTo>
                <a:lnTo>
                  <a:pt x="1325991" y="457255"/>
                </a:lnTo>
                <a:lnTo>
                  <a:pt x="1326148" y="457683"/>
                </a:lnTo>
                <a:lnTo>
                  <a:pt x="1326294" y="458116"/>
                </a:lnTo>
                <a:lnTo>
                  <a:pt x="1326430" y="458556"/>
                </a:lnTo>
                <a:lnTo>
                  <a:pt x="1326556" y="459000"/>
                </a:lnTo>
                <a:lnTo>
                  <a:pt x="1326672" y="459451"/>
                </a:lnTo>
                <a:lnTo>
                  <a:pt x="1326778" y="459907"/>
                </a:lnTo>
                <a:lnTo>
                  <a:pt x="1326874" y="460369"/>
                </a:lnTo>
                <a:lnTo>
                  <a:pt x="1326960" y="460837"/>
                </a:lnTo>
                <a:lnTo>
                  <a:pt x="1327036" y="461310"/>
                </a:lnTo>
                <a:lnTo>
                  <a:pt x="1327101" y="461789"/>
                </a:lnTo>
                <a:lnTo>
                  <a:pt x="1327157" y="462274"/>
                </a:lnTo>
                <a:lnTo>
                  <a:pt x="1327202" y="462764"/>
                </a:lnTo>
                <a:lnTo>
                  <a:pt x="1327238" y="463260"/>
                </a:lnTo>
                <a:lnTo>
                  <a:pt x="1327263" y="463762"/>
                </a:lnTo>
                <a:lnTo>
                  <a:pt x="1327278" y="464270"/>
                </a:lnTo>
                <a:lnTo>
                  <a:pt x="1327283" y="464783"/>
                </a:lnTo>
                <a:lnTo>
                  <a:pt x="1327280" y="465197"/>
                </a:lnTo>
                <a:lnTo>
                  <a:pt x="1327271" y="465609"/>
                </a:lnTo>
                <a:lnTo>
                  <a:pt x="1327255" y="466017"/>
                </a:lnTo>
                <a:lnTo>
                  <a:pt x="1327234" y="466423"/>
                </a:lnTo>
                <a:lnTo>
                  <a:pt x="1327206" y="466825"/>
                </a:lnTo>
                <a:lnTo>
                  <a:pt x="1327173" y="467224"/>
                </a:lnTo>
                <a:lnTo>
                  <a:pt x="1327133" y="467620"/>
                </a:lnTo>
                <a:lnTo>
                  <a:pt x="1327087" y="468013"/>
                </a:lnTo>
                <a:lnTo>
                  <a:pt x="1327034" y="468403"/>
                </a:lnTo>
                <a:lnTo>
                  <a:pt x="1326976" y="468790"/>
                </a:lnTo>
                <a:lnTo>
                  <a:pt x="1326911" y="469174"/>
                </a:lnTo>
                <a:lnTo>
                  <a:pt x="1326841" y="469554"/>
                </a:lnTo>
                <a:lnTo>
                  <a:pt x="1326764" y="469932"/>
                </a:lnTo>
                <a:lnTo>
                  <a:pt x="1326681" y="470307"/>
                </a:lnTo>
                <a:lnTo>
                  <a:pt x="1326592" y="470678"/>
                </a:lnTo>
                <a:lnTo>
                  <a:pt x="1326497" y="471047"/>
                </a:lnTo>
                <a:lnTo>
                  <a:pt x="1326395" y="471412"/>
                </a:lnTo>
                <a:lnTo>
                  <a:pt x="1326288" y="471774"/>
                </a:lnTo>
                <a:lnTo>
                  <a:pt x="1326174" y="472133"/>
                </a:lnTo>
                <a:lnTo>
                  <a:pt x="1326054" y="472490"/>
                </a:lnTo>
                <a:lnTo>
                  <a:pt x="1325928" y="472843"/>
                </a:lnTo>
                <a:lnTo>
                  <a:pt x="1325796" y="473193"/>
                </a:lnTo>
                <a:lnTo>
                  <a:pt x="1325658" y="473540"/>
                </a:lnTo>
                <a:lnTo>
                  <a:pt x="1325514" y="473883"/>
                </a:lnTo>
                <a:lnTo>
                  <a:pt x="1325369" y="474224"/>
                </a:lnTo>
                <a:lnTo>
                  <a:pt x="1325221" y="474562"/>
                </a:lnTo>
                <a:lnTo>
                  <a:pt x="1325067" y="474896"/>
                </a:lnTo>
                <a:lnTo>
                  <a:pt x="1324910" y="475226"/>
                </a:lnTo>
                <a:lnTo>
                  <a:pt x="1324748" y="475554"/>
                </a:lnTo>
                <a:lnTo>
                  <a:pt x="1324582" y="475878"/>
                </a:lnTo>
                <a:lnTo>
                  <a:pt x="1324411" y="476199"/>
                </a:lnTo>
                <a:lnTo>
                  <a:pt x="1324236" y="476517"/>
                </a:lnTo>
                <a:lnTo>
                  <a:pt x="1324056" y="476831"/>
                </a:lnTo>
                <a:lnTo>
                  <a:pt x="1323872" y="477142"/>
                </a:lnTo>
                <a:lnTo>
                  <a:pt x="1323684" y="477450"/>
                </a:lnTo>
                <a:lnTo>
                  <a:pt x="1323491" y="477754"/>
                </a:lnTo>
                <a:lnTo>
                  <a:pt x="1323294" y="478056"/>
                </a:lnTo>
                <a:lnTo>
                  <a:pt x="1323093" y="478353"/>
                </a:lnTo>
                <a:lnTo>
                  <a:pt x="1322887" y="478648"/>
                </a:lnTo>
                <a:lnTo>
                  <a:pt x="1322677" y="478939"/>
                </a:lnTo>
                <a:lnTo>
                  <a:pt x="1322462" y="479227"/>
                </a:lnTo>
                <a:lnTo>
                  <a:pt x="1322243" y="479512"/>
                </a:lnTo>
                <a:lnTo>
                  <a:pt x="1322020" y="479793"/>
                </a:lnTo>
                <a:lnTo>
                  <a:pt x="1321792" y="480072"/>
                </a:lnTo>
                <a:lnTo>
                  <a:pt x="1321560" y="480346"/>
                </a:lnTo>
                <a:lnTo>
                  <a:pt x="1321323" y="480618"/>
                </a:lnTo>
                <a:lnTo>
                  <a:pt x="1321082" y="480886"/>
                </a:lnTo>
                <a:lnTo>
                  <a:pt x="1320837" y="481151"/>
                </a:lnTo>
                <a:lnTo>
                  <a:pt x="1320588" y="481408"/>
                </a:lnTo>
                <a:lnTo>
                  <a:pt x="1320337" y="481662"/>
                </a:lnTo>
                <a:lnTo>
                  <a:pt x="1320083" y="481913"/>
                </a:lnTo>
                <a:lnTo>
                  <a:pt x="1319826" y="482161"/>
                </a:lnTo>
                <a:lnTo>
                  <a:pt x="1319567" y="482406"/>
                </a:lnTo>
                <a:lnTo>
                  <a:pt x="1319305" y="482648"/>
                </a:lnTo>
                <a:lnTo>
                  <a:pt x="1319040" y="482888"/>
                </a:lnTo>
                <a:lnTo>
                  <a:pt x="1318773" y="483124"/>
                </a:lnTo>
                <a:lnTo>
                  <a:pt x="1318503" y="483358"/>
                </a:lnTo>
                <a:lnTo>
                  <a:pt x="1318230" y="483589"/>
                </a:lnTo>
                <a:lnTo>
                  <a:pt x="1317955" y="483817"/>
                </a:lnTo>
                <a:lnTo>
                  <a:pt x="1317677" y="484043"/>
                </a:lnTo>
                <a:lnTo>
                  <a:pt x="1317397" y="484265"/>
                </a:lnTo>
                <a:lnTo>
                  <a:pt x="1317114" y="484484"/>
                </a:lnTo>
                <a:lnTo>
                  <a:pt x="1316828" y="484701"/>
                </a:lnTo>
                <a:lnTo>
                  <a:pt x="1316540" y="484915"/>
                </a:lnTo>
                <a:lnTo>
                  <a:pt x="1316249" y="485126"/>
                </a:lnTo>
                <a:lnTo>
                  <a:pt x="1315955" y="485334"/>
                </a:lnTo>
                <a:lnTo>
                  <a:pt x="1315659" y="485539"/>
                </a:lnTo>
                <a:lnTo>
                  <a:pt x="1315360" y="485742"/>
                </a:lnTo>
                <a:lnTo>
                  <a:pt x="1315058" y="485941"/>
                </a:lnTo>
                <a:lnTo>
                  <a:pt x="1314754" y="486138"/>
                </a:lnTo>
                <a:lnTo>
                  <a:pt x="1314447" y="486332"/>
                </a:lnTo>
                <a:lnTo>
                  <a:pt x="1314138" y="486523"/>
                </a:lnTo>
                <a:lnTo>
                  <a:pt x="1313625" y="486835"/>
                </a:lnTo>
                <a:lnTo>
                  <a:pt x="1313118" y="487149"/>
                </a:lnTo>
                <a:lnTo>
                  <a:pt x="1312617" y="487466"/>
                </a:lnTo>
                <a:lnTo>
                  <a:pt x="1312123" y="487785"/>
                </a:lnTo>
                <a:lnTo>
                  <a:pt x="1311634" y="488107"/>
                </a:lnTo>
                <a:lnTo>
                  <a:pt x="1311152" y="488431"/>
                </a:lnTo>
                <a:lnTo>
                  <a:pt x="1310676" y="488757"/>
                </a:lnTo>
                <a:lnTo>
                  <a:pt x="1310206" y="489086"/>
                </a:lnTo>
                <a:lnTo>
                  <a:pt x="1309742" y="489417"/>
                </a:lnTo>
                <a:lnTo>
                  <a:pt x="1309284" y="489751"/>
                </a:lnTo>
                <a:lnTo>
                  <a:pt x="1308832" y="490087"/>
                </a:lnTo>
                <a:lnTo>
                  <a:pt x="1308387" y="490426"/>
                </a:lnTo>
                <a:lnTo>
                  <a:pt x="1307948" y="490766"/>
                </a:lnTo>
                <a:lnTo>
                  <a:pt x="1307515" y="491110"/>
                </a:lnTo>
                <a:lnTo>
                  <a:pt x="1307087" y="491455"/>
                </a:lnTo>
                <a:lnTo>
                  <a:pt x="1306667" y="491804"/>
                </a:lnTo>
                <a:lnTo>
                  <a:pt x="1306252" y="492154"/>
                </a:lnTo>
                <a:lnTo>
                  <a:pt x="1305843" y="492507"/>
                </a:lnTo>
                <a:lnTo>
                  <a:pt x="1305441" y="492862"/>
                </a:lnTo>
                <a:lnTo>
                  <a:pt x="1305045" y="493220"/>
                </a:lnTo>
                <a:lnTo>
                  <a:pt x="1304654" y="493580"/>
                </a:lnTo>
                <a:lnTo>
                  <a:pt x="1304270" y="493943"/>
                </a:lnTo>
                <a:lnTo>
                  <a:pt x="1303893" y="494308"/>
                </a:lnTo>
                <a:lnTo>
                  <a:pt x="1303521" y="494676"/>
                </a:lnTo>
                <a:lnTo>
                  <a:pt x="1303156" y="495049"/>
                </a:lnTo>
                <a:lnTo>
                  <a:pt x="1302798" y="495432"/>
                </a:lnTo>
                <a:lnTo>
                  <a:pt x="1302446" y="495824"/>
                </a:lnTo>
                <a:lnTo>
                  <a:pt x="1302102" y="496226"/>
                </a:lnTo>
                <a:lnTo>
                  <a:pt x="1301765" y="496637"/>
                </a:lnTo>
                <a:lnTo>
                  <a:pt x="1301435" y="497057"/>
                </a:lnTo>
                <a:lnTo>
                  <a:pt x="1301112" y="497487"/>
                </a:lnTo>
                <a:lnTo>
                  <a:pt x="1300796" y="497927"/>
                </a:lnTo>
                <a:lnTo>
                  <a:pt x="1300487" y="498376"/>
                </a:lnTo>
                <a:lnTo>
                  <a:pt x="1300185" y="498834"/>
                </a:lnTo>
                <a:lnTo>
                  <a:pt x="1299890" y="499302"/>
                </a:lnTo>
                <a:lnTo>
                  <a:pt x="1299603" y="499779"/>
                </a:lnTo>
                <a:lnTo>
                  <a:pt x="1299322" y="500265"/>
                </a:lnTo>
                <a:lnTo>
                  <a:pt x="1299048" y="500761"/>
                </a:lnTo>
                <a:lnTo>
                  <a:pt x="1298781" y="501267"/>
                </a:lnTo>
                <a:lnTo>
                  <a:pt x="1298521" y="501782"/>
                </a:lnTo>
                <a:lnTo>
                  <a:pt x="1298268" y="502306"/>
                </a:lnTo>
                <a:lnTo>
                  <a:pt x="1298023" y="502840"/>
                </a:lnTo>
                <a:lnTo>
                  <a:pt x="1297784" y="503383"/>
                </a:lnTo>
                <a:lnTo>
                  <a:pt x="1297552" y="503936"/>
                </a:lnTo>
                <a:lnTo>
                  <a:pt x="1297327" y="504498"/>
                </a:lnTo>
                <a:lnTo>
                  <a:pt x="1297110" y="505069"/>
                </a:lnTo>
                <a:lnTo>
                  <a:pt x="1296899" y="505650"/>
                </a:lnTo>
                <a:lnTo>
                  <a:pt x="1296695" y="506241"/>
                </a:lnTo>
                <a:lnTo>
                  <a:pt x="1296499" y="506844"/>
                </a:lnTo>
                <a:lnTo>
                  <a:pt x="1296311" y="507465"/>
                </a:lnTo>
                <a:lnTo>
                  <a:pt x="1296131" y="508103"/>
                </a:lnTo>
                <a:lnTo>
                  <a:pt x="1295958" y="508758"/>
                </a:lnTo>
                <a:lnTo>
                  <a:pt x="1295794" y="509430"/>
                </a:lnTo>
                <a:lnTo>
                  <a:pt x="1295637" y="510120"/>
                </a:lnTo>
                <a:lnTo>
                  <a:pt x="1295488" y="510826"/>
                </a:lnTo>
                <a:lnTo>
                  <a:pt x="1295347" y="511549"/>
                </a:lnTo>
                <a:lnTo>
                  <a:pt x="1295214" y="512290"/>
                </a:lnTo>
                <a:lnTo>
                  <a:pt x="1295089" y="513048"/>
                </a:lnTo>
                <a:lnTo>
                  <a:pt x="1294972" y="513823"/>
                </a:lnTo>
                <a:lnTo>
                  <a:pt x="1294863" y="514615"/>
                </a:lnTo>
                <a:lnTo>
                  <a:pt x="1294761" y="515424"/>
                </a:lnTo>
                <a:lnTo>
                  <a:pt x="1294668" y="516250"/>
                </a:lnTo>
                <a:lnTo>
                  <a:pt x="1294582" y="517093"/>
                </a:lnTo>
                <a:lnTo>
                  <a:pt x="1294505" y="517954"/>
                </a:lnTo>
                <a:lnTo>
                  <a:pt x="1294435" y="518831"/>
                </a:lnTo>
                <a:lnTo>
                  <a:pt x="1294373" y="519726"/>
                </a:lnTo>
                <a:lnTo>
                  <a:pt x="1294319" y="520637"/>
                </a:lnTo>
                <a:lnTo>
                  <a:pt x="1294273" y="521566"/>
                </a:lnTo>
                <a:lnTo>
                  <a:pt x="1294235" y="522512"/>
                </a:lnTo>
                <a:lnTo>
                  <a:pt x="1294204" y="523475"/>
                </a:lnTo>
                <a:lnTo>
                  <a:pt x="1294182" y="524456"/>
                </a:lnTo>
                <a:lnTo>
                  <a:pt x="1294168" y="525453"/>
                </a:lnTo>
                <a:lnTo>
                  <a:pt x="1294168" y="526211"/>
                </a:lnTo>
                <a:lnTo>
                  <a:pt x="1309335" y="526211"/>
                </a:lnTo>
                <a:lnTo>
                  <a:pt x="1309335" y="525453"/>
                </a:lnTo>
                <a:lnTo>
                  <a:pt x="1309348" y="524804"/>
                </a:lnTo>
                <a:lnTo>
                  <a:pt x="1309366" y="524165"/>
                </a:lnTo>
                <a:lnTo>
                  <a:pt x="1309388" y="523534"/>
                </a:lnTo>
                <a:lnTo>
                  <a:pt x="1309416" y="522913"/>
                </a:lnTo>
                <a:lnTo>
                  <a:pt x="1309448" y="522300"/>
                </a:lnTo>
                <a:close/>
                <a:moveTo>
                  <a:pt x="1185789" y="499494"/>
                </a:moveTo>
                <a:lnTo>
                  <a:pt x="1185873" y="498854"/>
                </a:lnTo>
                <a:lnTo>
                  <a:pt x="1185968" y="498223"/>
                </a:lnTo>
                <a:lnTo>
                  <a:pt x="1186074" y="497600"/>
                </a:lnTo>
                <a:lnTo>
                  <a:pt x="1186192" y="496987"/>
                </a:lnTo>
                <a:lnTo>
                  <a:pt x="1186320" y="496382"/>
                </a:lnTo>
                <a:lnTo>
                  <a:pt x="1186460" y="495786"/>
                </a:lnTo>
                <a:lnTo>
                  <a:pt x="1186611" y="495199"/>
                </a:lnTo>
                <a:lnTo>
                  <a:pt x="1186774" y="494620"/>
                </a:lnTo>
                <a:lnTo>
                  <a:pt x="1186947" y="494051"/>
                </a:lnTo>
                <a:lnTo>
                  <a:pt x="1187132" y="493490"/>
                </a:lnTo>
                <a:lnTo>
                  <a:pt x="1187327" y="492938"/>
                </a:lnTo>
                <a:lnTo>
                  <a:pt x="1187535" y="492394"/>
                </a:lnTo>
                <a:lnTo>
                  <a:pt x="1187753" y="491860"/>
                </a:lnTo>
                <a:lnTo>
                  <a:pt x="1187982" y="491334"/>
                </a:lnTo>
                <a:lnTo>
                  <a:pt x="1188223" y="490817"/>
                </a:lnTo>
                <a:lnTo>
                  <a:pt x="1188475" y="490309"/>
                </a:lnTo>
                <a:lnTo>
                  <a:pt x="1188738" y="489809"/>
                </a:lnTo>
                <a:lnTo>
                  <a:pt x="1189010" y="489319"/>
                </a:lnTo>
                <a:lnTo>
                  <a:pt x="1189291" y="488839"/>
                </a:lnTo>
                <a:lnTo>
                  <a:pt x="1189580" y="488369"/>
                </a:lnTo>
                <a:lnTo>
                  <a:pt x="1189877" y="487908"/>
                </a:lnTo>
                <a:lnTo>
                  <a:pt x="1190182" y="487458"/>
                </a:lnTo>
                <a:lnTo>
                  <a:pt x="1190495" y="487017"/>
                </a:lnTo>
                <a:lnTo>
                  <a:pt x="1190817" y="486586"/>
                </a:lnTo>
                <a:lnTo>
                  <a:pt x="1191146" y="486165"/>
                </a:lnTo>
                <a:lnTo>
                  <a:pt x="1191484" y="485754"/>
                </a:lnTo>
                <a:lnTo>
                  <a:pt x="1191829" y="485353"/>
                </a:lnTo>
                <a:lnTo>
                  <a:pt x="1192183" y="484961"/>
                </a:lnTo>
                <a:lnTo>
                  <a:pt x="1192545" y="484580"/>
                </a:lnTo>
                <a:lnTo>
                  <a:pt x="1192915" y="484208"/>
                </a:lnTo>
                <a:lnTo>
                  <a:pt x="1193294" y="483846"/>
                </a:lnTo>
                <a:lnTo>
                  <a:pt x="1193680" y="483495"/>
                </a:lnTo>
                <a:lnTo>
                  <a:pt x="1194074" y="483153"/>
                </a:lnTo>
                <a:lnTo>
                  <a:pt x="1194477" y="482820"/>
                </a:lnTo>
                <a:lnTo>
                  <a:pt x="1194888" y="482498"/>
                </a:lnTo>
                <a:lnTo>
                  <a:pt x="1195306" y="482186"/>
                </a:lnTo>
                <a:lnTo>
                  <a:pt x="1195733" y="481883"/>
                </a:lnTo>
                <a:lnTo>
                  <a:pt x="1196168" y="481591"/>
                </a:lnTo>
                <a:lnTo>
                  <a:pt x="1196611" y="481308"/>
                </a:lnTo>
                <a:lnTo>
                  <a:pt x="1197063" y="481035"/>
                </a:lnTo>
                <a:lnTo>
                  <a:pt x="1197522" y="480772"/>
                </a:lnTo>
                <a:lnTo>
                  <a:pt x="1197994" y="480519"/>
                </a:lnTo>
                <a:lnTo>
                  <a:pt x="1198470" y="480277"/>
                </a:lnTo>
                <a:lnTo>
                  <a:pt x="1198952" y="480046"/>
                </a:lnTo>
                <a:lnTo>
                  <a:pt x="1199439" y="479826"/>
                </a:lnTo>
                <a:lnTo>
                  <a:pt x="1199932" y="479616"/>
                </a:lnTo>
                <a:lnTo>
                  <a:pt x="1200429" y="479417"/>
                </a:lnTo>
                <a:lnTo>
                  <a:pt x="1200932" y="479229"/>
                </a:lnTo>
                <a:lnTo>
                  <a:pt x="1201440" y="479052"/>
                </a:lnTo>
                <a:lnTo>
                  <a:pt x="1201954" y="478885"/>
                </a:lnTo>
                <a:lnTo>
                  <a:pt x="1202473" y="478729"/>
                </a:lnTo>
                <a:lnTo>
                  <a:pt x="1202997" y="478584"/>
                </a:lnTo>
                <a:lnTo>
                  <a:pt x="1203526" y="478450"/>
                </a:lnTo>
                <a:lnTo>
                  <a:pt x="1204060" y="478326"/>
                </a:lnTo>
                <a:lnTo>
                  <a:pt x="1204600" y="478213"/>
                </a:lnTo>
                <a:lnTo>
                  <a:pt x="1205145" y="478111"/>
                </a:lnTo>
                <a:lnTo>
                  <a:pt x="1205696" y="478019"/>
                </a:lnTo>
                <a:lnTo>
                  <a:pt x="1206251" y="477939"/>
                </a:lnTo>
                <a:lnTo>
                  <a:pt x="1206812" y="477869"/>
                </a:lnTo>
                <a:lnTo>
                  <a:pt x="1207378" y="477810"/>
                </a:lnTo>
                <a:lnTo>
                  <a:pt x="1207950" y="477761"/>
                </a:lnTo>
                <a:lnTo>
                  <a:pt x="1208526" y="477724"/>
                </a:lnTo>
                <a:lnTo>
                  <a:pt x="1209108" y="477697"/>
                </a:lnTo>
                <a:lnTo>
                  <a:pt x="1209696" y="477681"/>
                </a:lnTo>
                <a:lnTo>
                  <a:pt x="1210288" y="477675"/>
                </a:lnTo>
                <a:lnTo>
                  <a:pt x="1211144" y="477687"/>
                </a:lnTo>
                <a:lnTo>
                  <a:pt x="1211985" y="477720"/>
                </a:lnTo>
                <a:lnTo>
                  <a:pt x="1212810" y="477776"/>
                </a:lnTo>
                <a:lnTo>
                  <a:pt x="1213620" y="477854"/>
                </a:lnTo>
                <a:lnTo>
                  <a:pt x="1214415" y="477955"/>
                </a:lnTo>
                <a:lnTo>
                  <a:pt x="1215194" y="478078"/>
                </a:lnTo>
                <a:lnTo>
                  <a:pt x="1215958" y="478224"/>
                </a:lnTo>
                <a:lnTo>
                  <a:pt x="1216706" y="478392"/>
                </a:lnTo>
                <a:lnTo>
                  <a:pt x="1217439" y="478582"/>
                </a:lnTo>
                <a:lnTo>
                  <a:pt x="1218157" y="478794"/>
                </a:lnTo>
                <a:lnTo>
                  <a:pt x="1218859" y="479029"/>
                </a:lnTo>
                <a:lnTo>
                  <a:pt x="1219547" y="479287"/>
                </a:lnTo>
                <a:lnTo>
                  <a:pt x="1220218" y="479567"/>
                </a:lnTo>
                <a:lnTo>
                  <a:pt x="1220875" y="479869"/>
                </a:lnTo>
                <a:lnTo>
                  <a:pt x="1221516" y="480193"/>
                </a:lnTo>
                <a:lnTo>
                  <a:pt x="1222141" y="480540"/>
                </a:lnTo>
                <a:lnTo>
                  <a:pt x="1222751" y="480910"/>
                </a:lnTo>
                <a:lnTo>
                  <a:pt x="1223346" y="481301"/>
                </a:lnTo>
                <a:lnTo>
                  <a:pt x="1223926" y="481715"/>
                </a:lnTo>
                <a:lnTo>
                  <a:pt x="1224490" y="482152"/>
                </a:lnTo>
                <a:lnTo>
                  <a:pt x="1225039" y="482611"/>
                </a:lnTo>
                <a:lnTo>
                  <a:pt x="1225572" y="483092"/>
                </a:lnTo>
                <a:lnTo>
                  <a:pt x="1226090" y="483596"/>
                </a:lnTo>
                <a:lnTo>
                  <a:pt x="1226593" y="484122"/>
                </a:lnTo>
                <a:lnTo>
                  <a:pt x="1227078" y="484662"/>
                </a:lnTo>
                <a:lnTo>
                  <a:pt x="1227542" y="485220"/>
                </a:lnTo>
                <a:lnTo>
                  <a:pt x="1227986" y="485796"/>
                </a:lnTo>
                <a:lnTo>
                  <a:pt x="1228408" y="486390"/>
                </a:lnTo>
                <a:lnTo>
                  <a:pt x="1228811" y="487001"/>
                </a:lnTo>
                <a:lnTo>
                  <a:pt x="1229192" y="487629"/>
                </a:lnTo>
                <a:lnTo>
                  <a:pt x="1229553" y="488275"/>
                </a:lnTo>
                <a:lnTo>
                  <a:pt x="1229894" y="488939"/>
                </a:lnTo>
                <a:lnTo>
                  <a:pt x="1230213" y="489620"/>
                </a:lnTo>
                <a:lnTo>
                  <a:pt x="1230512" y="490318"/>
                </a:lnTo>
                <a:lnTo>
                  <a:pt x="1230791" y="491035"/>
                </a:lnTo>
                <a:lnTo>
                  <a:pt x="1231049" y="491768"/>
                </a:lnTo>
                <a:lnTo>
                  <a:pt x="1231286" y="492520"/>
                </a:lnTo>
                <a:lnTo>
                  <a:pt x="1231502" y="493289"/>
                </a:lnTo>
                <a:lnTo>
                  <a:pt x="1231698" y="494075"/>
                </a:lnTo>
                <a:lnTo>
                  <a:pt x="1231874" y="494879"/>
                </a:lnTo>
                <a:lnTo>
                  <a:pt x="1232028" y="495701"/>
                </a:lnTo>
                <a:lnTo>
                  <a:pt x="1232163" y="496540"/>
                </a:lnTo>
                <a:lnTo>
                  <a:pt x="1232276" y="497397"/>
                </a:lnTo>
                <a:lnTo>
                  <a:pt x="1232369" y="498271"/>
                </a:lnTo>
                <a:lnTo>
                  <a:pt x="1232441" y="499163"/>
                </a:lnTo>
                <a:lnTo>
                  <a:pt x="1232493" y="500072"/>
                </a:lnTo>
                <a:lnTo>
                  <a:pt x="1232524" y="500999"/>
                </a:lnTo>
                <a:lnTo>
                  <a:pt x="1232534" y="501943"/>
                </a:lnTo>
                <a:lnTo>
                  <a:pt x="1232534" y="562613"/>
                </a:lnTo>
                <a:lnTo>
                  <a:pt x="1247448" y="562613"/>
                </a:lnTo>
                <a:lnTo>
                  <a:pt x="1247448" y="500932"/>
                </a:lnTo>
                <a:lnTo>
                  <a:pt x="1247441" y="499907"/>
                </a:lnTo>
                <a:lnTo>
                  <a:pt x="1247420" y="498898"/>
                </a:lnTo>
                <a:lnTo>
                  <a:pt x="1247384" y="497903"/>
                </a:lnTo>
                <a:lnTo>
                  <a:pt x="1247334" y="496923"/>
                </a:lnTo>
                <a:lnTo>
                  <a:pt x="1247270" y="495958"/>
                </a:lnTo>
                <a:lnTo>
                  <a:pt x="1247192" y="495007"/>
                </a:lnTo>
                <a:lnTo>
                  <a:pt x="1247099" y="494072"/>
                </a:lnTo>
                <a:lnTo>
                  <a:pt x="1246992" y="493152"/>
                </a:lnTo>
                <a:lnTo>
                  <a:pt x="1246871" y="492246"/>
                </a:lnTo>
                <a:lnTo>
                  <a:pt x="1246735" y="491356"/>
                </a:lnTo>
                <a:lnTo>
                  <a:pt x="1246585" y="490480"/>
                </a:lnTo>
                <a:lnTo>
                  <a:pt x="1246421" y="489620"/>
                </a:lnTo>
                <a:lnTo>
                  <a:pt x="1246243" y="488774"/>
                </a:lnTo>
                <a:lnTo>
                  <a:pt x="1246051" y="487943"/>
                </a:lnTo>
                <a:lnTo>
                  <a:pt x="1245844" y="487127"/>
                </a:lnTo>
                <a:lnTo>
                  <a:pt x="1245623" y="486326"/>
                </a:lnTo>
                <a:lnTo>
                  <a:pt x="1245387" y="485540"/>
                </a:lnTo>
                <a:lnTo>
                  <a:pt x="1245138" y="484769"/>
                </a:lnTo>
                <a:lnTo>
                  <a:pt x="1244874" y="484013"/>
                </a:lnTo>
                <a:lnTo>
                  <a:pt x="1244596" y="483272"/>
                </a:lnTo>
                <a:lnTo>
                  <a:pt x="1244303" y="482546"/>
                </a:lnTo>
                <a:lnTo>
                  <a:pt x="1243997" y="481834"/>
                </a:lnTo>
                <a:lnTo>
                  <a:pt x="1243676" y="481138"/>
                </a:lnTo>
                <a:lnTo>
                  <a:pt x="1243341" y="480456"/>
                </a:lnTo>
                <a:lnTo>
                  <a:pt x="1242993" y="479784"/>
                </a:lnTo>
                <a:lnTo>
                  <a:pt x="1242633" y="479126"/>
                </a:lnTo>
                <a:lnTo>
                  <a:pt x="1242262" y="478483"/>
                </a:lnTo>
                <a:lnTo>
                  <a:pt x="1241880" y="477854"/>
                </a:lnTo>
                <a:lnTo>
                  <a:pt x="1241486" y="477240"/>
                </a:lnTo>
                <a:lnTo>
                  <a:pt x="1241081" y="476640"/>
                </a:lnTo>
                <a:lnTo>
                  <a:pt x="1240665" y="476055"/>
                </a:lnTo>
                <a:lnTo>
                  <a:pt x="1240237" y="475484"/>
                </a:lnTo>
                <a:lnTo>
                  <a:pt x="1239798" y="474928"/>
                </a:lnTo>
                <a:lnTo>
                  <a:pt x="1239347" y="474386"/>
                </a:lnTo>
                <a:lnTo>
                  <a:pt x="1238885" y="473859"/>
                </a:lnTo>
                <a:lnTo>
                  <a:pt x="1238411" y="473346"/>
                </a:lnTo>
                <a:lnTo>
                  <a:pt x="1237926" y="472848"/>
                </a:lnTo>
                <a:lnTo>
                  <a:pt x="1237430" y="472364"/>
                </a:lnTo>
                <a:lnTo>
                  <a:pt x="1236922" y="471895"/>
                </a:lnTo>
                <a:lnTo>
                  <a:pt x="1236403" y="471440"/>
                </a:lnTo>
                <a:lnTo>
                  <a:pt x="1235872" y="470999"/>
                </a:lnTo>
                <a:lnTo>
                  <a:pt x="1235330" y="470573"/>
                </a:lnTo>
                <a:lnTo>
                  <a:pt x="1234777" y="470162"/>
                </a:lnTo>
                <a:lnTo>
                  <a:pt x="1234212" y="469765"/>
                </a:lnTo>
                <a:lnTo>
                  <a:pt x="1233636" y="469383"/>
                </a:lnTo>
                <a:lnTo>
                  <a:pt x="1233048" y="469015"/>
                </a:lnTo>
                <a:lnTo>
                  <a:pt x="1232449" y="468661"/>
                </a:lnTo>
                <a:lnTo>
                  <a:pt x="1231839" y="468322"/>
                </a:lnTo>
                <a:lnTo>
                  <a:pt x="1231218" y="467992"/>
                </a:lnTo>
                <a:lnTo>
                  <a:pt x="1230589" y="467676"/>
                </a:lnTo>
                <a:lnTo>
                  <a:pt x="1229952" y="467374"/>
                </a:lnTo>
                <a:lnTo>
                  <a:pt x="1229305" y="467086"/>
                </a:lnTo>
                <a:lnTo>
                  <a:pt x="1228651" y="466812"/>
                </a:lnTo>
                <a:lnTo>
                  <a:pt x="1227987" y="466553"/>
                </a:lnTo>
                <a:lnTo>
                  <a:pt x="1227316" y="466307"/>
                </a:lnTo>
                <a:lnTo>
                  <a:pt x="1226635" y="466075"/>
                </a:lnTo>
                <a:lnTo>
                  <a:pt x="1225946" y="465857"/>
                </a:lnTo>
                <a:lnTo>
                  <a:pt x="1225249" y="465654"/>
                </a:lnTo>
                <a:lnTo>
                  <a:pt x="1224543" y="465464"/>
                </a:lnTo>
                <a:lnTo>
                  <a:pt x="1223828" y="465289"/>
                </a:lnTo>
                <a:lnTo>
                  <a:pt x="1223105" y="465127"/>
                </a:lnTo>
                <a:lnTo>
                  <a:pt x="1222373" y="464980"/>
                </a:lnTo>
                <a:lnTo>
                  <a:pt x="1221633" y="464846"/>
                </a:lnTo>
                <a:lnTo>
                  <a:pt x="1220884" y="464727"/>
                </a:lnTo>
                <a:lnTo>
                  <a:pt x="1220127" y="464621"/>
                </a:lnTo>
                <a:lnTo>
                  <a:pt x="1219361" y="464530"/>
                </a:lnTo>
                <a:lnTo>
                  <a:pt x="1218586" y="464453"/>
                </a:lnTo>
                <a:lnTo>
                  <a:pt x="1217803" y="464390"/>
                </a:lnTo>
                <a:lnTo>
                  <a:pt x="1217012" y="464341"/>
                </a:lnTo>
                <a:lnTo>
                  <a:pt x="1216212" y="464305"/>
                </a:lnTo>
                <a:lnTo>
                  <a:pt x="1215403" y="464284"/>
                </a:lnTo>
                <a:lnTo>
                  <a:pt x="1214586" y="464277"/>
                </a:lnTo>
                <a:lnTo>
                  <a:pt x="1213676" y="464285"/>
                </a:lnTo>
                <a:lnTo>
                  <a:pt x="1212781" y="464309"/>
                </a:lnTo>
                <a:lnTo>
                  <a:pt x="1211900" y="464348"/>
                </a:lnTo>
                <a:lnTo>
                  <a:pt x="1211032" y="464404"/>
                </a:lnTo>
                <a:lnTo>
                  <a:pt x="1210179" y="464475"/>
                </a:lnTo>
                <a:lnTo>
                  <a:pt x="1209340" y="464562"/>
                </a:lnTo>
                <a:lnTo>
                  <a:pt x="1208515" y="464664"/>
                </a:lnTo>
                <a:lnTo>
                  <a:pt x="1207704" y="464783"/>
                </a:lnTo>
                <a:lnTo>
                  <a:pt x="1206907" y="464917"/>
                </a:lnTo>
                <a:lnTo>
                  <a:pt x="1206124" y="465067"/>
                </a:lnTo>
                <a:lnTo>
                  <a:pt x="1205355" y="465233"/>
                </a:lnTo>
                <a:lnTo>
                  <a:pt x="1204600" y="465415"/>
                </a:lnTo>
                <a:lnTo>
                  <a:pt x="1203859" y="465612"/>
                </a:lnTo>
                <a:lnTo>
                  <a:pt x="1203133" y="465826"/>
                </a:lnTo>
                <a:lnTo>
                  <a:pt x="1202420" y="466055"/>
                </a:lnTo>
                <a:lnTo>
                  <a:pt x="1201721" y="466300"/>
                </a:lnTo>
                <a:lnTo>
                  <a:pt x="1201037" y="466560"/>
                </a:lnTo>
                <a:lnTo>
                  <a:pt x="1200366" y="466837"/>
                </a:lnTo>
                <a:lnTo>
                  <a:pt x="1199709" y="467129"/>
                </a:lnTo>
                <a:lnTo>
                  <a:pt x="1199067" y="467437"/>
                </a:lnTo>
                <a:lnTo>
                  <a:pt x="1198438" y="467761"/>
                </a:lnTo>
                <a:lnTo>
                  <a:pt x="1197824" y="468101"/>
                </a:lnTo>
                <a:lnTo>
                  <a:pt x="1197224" y="468456"/>
                </a:lnTo>
                <a:lnTo>
                  <a:pt x="1196637" y="468828"/>
                </a:lnTo>
                <a:lnTo>
                  <a:pt x="1196064" y="469207"/>
                </a:lnTo>
                <a:lnTo>
                  <a:pt x="1195503" y="469596"/>
                </a:lnTo>
                <a:lnTo>
                  <a:pt x="1194955" y="469995"/>
                </a:lnTo>
                <a:lnTo>
                  <a:pt x="1194418" y="470404"/>
                </a:lnTo>
                <a:lnTo>
                  <a:pt x="1193894" y="470823"/>
                </a:lnTo>
                <a:lnTo>
                  <a:pt x="1193383" y="471253"/>
                </a:lnTo>
                <a:lnTo>
                  <a:pt x="1192883" y="471692"/>
                </a:lnTo>
                <a:lnTo>
                  <a:pt x="1192396" y="472142"/>
                </a:lnTo>
                <a:lnTo>
                  <a:pt x="1191921" y="472602"/>
                </a:lnTo>
                <a:lnTo>
                  <a:pt x="1191459" y="473072"/>
                </a:lnTo>
                <a:lnTo>
                  <a:pt x="1191008" y="473551"/>
                </a:lnTo>
                <a:lnTo>
                  <a:pt x="1190570" y="474041"/>
                </a:lnTo>
                <a:lnTo>
                  <a:pt x="1190145" y="474542"/>
                </a:lnTo>
                <a:lnTo>
                  <a:pt x="1189731" y="475052"/>
                </a:lnTo>
                <a:lnTo>
                  <a:pt x="1189330" y="475572"/>
                </a:lnTo>
                <a:lnTo>
                  <a:pt x="1188941" y="476102"/>
                </a:lnTo>
                <a:lnTo>
                  <a:pt x="1188565" y="476643"/>
                </a:lnTo>
                <a:lnTo>
                  <a:pt x="1188200" y="477193"/>
                </a:lnTo>
                <a:lnTo>
                  <a:pt x="1187848" y="477754"/>
                </a:lnTo>
                <a:lnTo>
                  <a:pt x="1187509" y="478325"/>
                </a:lnTo>
                <a:lnTo>
                  <a:pt x="1187181" y="478906"/>
                </a:lnTo>
                <a:lnTo>
                  <a:pt x="1186866" y="479497"/>
                </a:lnTo>
                <a:lnTo>
                  <a:pt x="1186563" y="480098"/>
                </a:lnTo>
                <a:lnTo>
                  <a:pt x="1186273" y="480709"/>
                </a:lnTo>
                <a:lnTo>
                  <a:pt x="1185009" y="480709"/>
                </a:lnTo>
                <a:lnTo>
                  <a:pt x="1185009" y="465541"/>
                </a:lnTo>
                <a:lnTo>
                  <a:pt x="1170600" y="465541"/>
                </a:lnTo>
                <a:lnTo>
                  <a:pt x="1170600" y="562613"/>
                </a:lnTo>
                <a:lnTo>
                  <a:pt x="1185514" y="562613"/>
                </a:lnTo>
                <a:lnTo>
                  <a:pt x="1185514" y="504218"/>
                </a:lnTo>
                <a:lnTo>
                  <a:pt x="1185520" y="503517"/>
                </a:lnTo>
                <a:lnTo>
                  <a:pt x="1185537" y="502825"/>
                </a:lnTo>
                <a:lnTo>
                  <a:pt x="1185565" y="502141"/>
                </a:lnTo>
                <a:lnTo>
                  <a:pt x="1185604" y="501466"/>
                </a:lnTo>
                <a:lnTo>
                  <a:pt x="1185654" y="500800"/>
                </a:lnTo>
                <a:lnTo>
                  <a:pt x="1185716" y="500142"/>
                </a:lnTo>
                <a:lnTo>
                  <a:pt x="1185789" y="499494"/>
                </a:lnTo>
                <a:close/>
                <a:moveTo>
                  <a:pt x="1111235" y="564103"/>
                </a:moveTo>
                <a:lnTo>
                  <a:pt x="1112245" y="563941"/>
                </a:lnTo>
                <a:lnTo>
                  <a:pt x="1113244" y="563756"/>
                </a:lnTo>
                <a:lnTo>
                  <a:pt x="1114231" y="563549"/>
                </a:lnTo>
                <a:lnTo>
                  <a:pt x="1115206" y="563321"/>
                </a:lnTo>
                <a:lnTo>
                  <a:pt x="1116171" y="563072"/>
                </a:lnTo>
                <a:lnTo>
                  <a:pt x="1117123" y="562800"/>
                </a:lnTo>
                <a:lnTo>
                  <a:pt x="1118065" y="562507"/>
                </a:lnTo>
                <a:lnTo>
                  <a:pt x="1118995" y="562192"/>
                </a:lnTo>
                <a:lnTo>
                  <a:pt x="1119913" y="561855"/>
                </a:lnTo>
                <a:lnTo>
                  <a:pt x="1120820" y="561497"/>
                </a:lnTo>
                <a:lnTo>
                  <a:pt x="1121716" y="561116"/>
                </a:lnTo>
                <a:lnTo>
                  <a:pt x="1122601" y="560714"/>
                </a:lnTo>
                <a:lnTo>
                  <a:pt x="1123473" y="560291"/>
                </a:lnTo>
                <a:lnTo>
                  <a:pt x="1124335" y="559846"/>
                </a:lnTo>
                <a:lnTo>
                  <a:pt x="1125185" y="559378"/>
                </a:lnTo>
                <a:lnTo>
                  <a:pt x="1126024" y="558890"/>
                </a:lnTo>
                <a:lnTo>
                  <a:pt x="1126851" y="558379"/>
                </a:lnTo>
                <a:lnTo>
                  <a:pt x="1127670" y="557849"/>
                </a:lnTo>
                <a:lnTo>
                  <a:pt x="1128474" y="557302"/>
                </a:lnTo>
                <a:lnTo>
                  <a:pt x="1129262" y="556737"/>
                </a:lnTo>
                <a:lnTo>
                  <a:pt x="1130035" y="556155"/>
                </a:lnTo>
                <a:lnTo>
                  <a:pt x="1130793" y="555556"/>
                </a:lnTo>
                <a:lnTo>
                  <a:pt x="1131536" y="554939"/>
                </a:lnTo>
                <a:lnTo>
                  <a:pt x="1132263" y="554305"/>
                </a:lnTo>
                <a:lnTo>
                  <a:pt x="1132974" y="553653"/>
                </a:lnTo>
                <a:lnTo>
                  <a:pt x="1133670" y="552985"/>
                </a:lnTo>
                <a:lnTo>
                  <a:pt x="1134351" y="552299"/>
                </a:lnTo>
                <a:lnTo>
                  <a:pt x="1135017" y="551595"/>
                </a:lnTo>
                <a:lnTo>
                  <a:pt x="1135667" y="550874"/>
                </a:lnTo>
                <a:lnTo>
                  <a:pt x="1136302" y="550136"/>
                </a:lnTo>
                <a:lnTo>
                  <a:pt x="1136921" y="549381"/>
                </a:lnTo>
                <a:lnTo>
                  <a:pt x="1137525" y="548608"/>
                </a:lnTo>
                <a:lnTo>
                  <a:pt x="1138114" y="547818"/>
                </a:lnTo>
                <a:lnTo>
                  <a:pt x="1138688" y="547011"/>
                </a:lnTo>
                <a:lnTo>
                  <a:pt x="1139246" y="546186"/>
                </a:lnTo>
                <a:lnTo>
                  <a:pt x="1139788" y="545344"/>
                </a:lnTo>
                <a:lnTo>
                  <a:pt x="1140316" y="544484"/>
                </a:lnTo>
                <a:lnTo>
                  <a:pt x="1140828" y="543608"/>
                </a:lnTo>
                <a:lnTo>
                  <a:pt x="1141324" y="542713"/>
                </a:lnTo>
                <a:lnTo>
                  <a:pt x="1141805" y="541802"/>
                </a:lnTo>
                <a:lnTo>
                  <a:pt x="1142271" y="540873"/>
                </a:lnTo>
                <a:lnTo>
                  <a:pt x="1142725" y="539929"/>
                </a:lnTo>
                <a:lnTo>
                  <a:pt x="1143159" y="538972"/>
                </a:lnTo>
                <a:lnTo>
                  <a:pt x="1143575" y="538002"/>
                </a:lnTo>
                <a:lnTo>
                  <a:pt x="1143971" y="537018"/>
                </a:lnTo>
                <a:lnTo>
                  <a:pt x="1144347" y="536022"/>
                </a:lnTo>
                <a:lnTo>
                  <a:pt x="1144704" y="535012"/>
                </a:lnTo>
                <a:lnTo>
                  <a:pt x="1145042" y="533989"/>
                </a:lnTo>
                <a:lnTo>
                  <a:pt x="1145361" y="532952"/>
                </a:lnTo>
                <a:lnTo>
                  <a:pt x="1145660" y="531903"/>
                </a:lnTo>
                <a:lnTo>
                  <a:pt x="1145940" y="530841"/>
                </a:lnTo>
                <a:lnTo>
                  <a:pt x="1146201" y="529765"/>
                </a:lnTo>
                <a:lnTo>
                  <a:pt x="1146442" y="528676"/>
                </a:lnTo>
                <a:lnTo>
                  <a:pt x="1146664" y="527574"/>
                </a:lnTo>
                <a:lnTo>
                  <a:pt x="1146867" y="526459"/>
                </a:lnTo>
                <a:lnTo>
                  <a:pt x="1147051" y="525331"/>
                </a:lnTo>
                <a:lnTo>
                  <a:pt x="1147215" y="524189"/>
                </a:lnTo>
                <a:lnTo>
                  <a:pt x="1147360" y="523034"/>
                </a:lnTo>
                <a:lnTo>
                  <a:pt x="1147485" y="521866"/>
                </a:lnTo>
                <a:lnTo>
                  <a:pt x="1147591" y="520685"/>
                </a:lnTo>
                <a:lnTo>
                  <a:pt x="1147678" y="519491"/>
                </a:lnTo>
                <a:lnTo>
                  <a:pt x="1147746" y="518284"/>
                </a:lnTo>
                <a:lnTo>
                  <a:pt x="1147794" y="517063"/>
                </a:lnTo>
                <a:lnTo>
                  <a:pt x="1147823" y="515830"/>
                </a:lnTo>
                <a:lnTo>
                  <a:pt x="1147833" y="514583"/>
                </a:lnTo>
                <a:lnTo>
                  <a:pt x="1147823" y="513326"/>
                </a:lnTo>
                <a:lnTo>
                  <a:pt x="1147794" y="512082"/>
                </a:lnTo>
                <a:lnTo>
                  <a:pt x="1147746" y="510851"/>
                </a:lnTo>
                <a:lnTo>
                  <a:pt x="1147678" y="509634"/>
                </a:lnTo>
                <a:lnTo>
                  <a:pt x="1147591" y="508430"/>
                </a:lnTo>
                <a:lnTo>
                  <a:pt x="1147485" y="507240"/>
                </a:lnTo>
                <a:lnTo>
                  <a:pt x="1147360" y="506063"/>
                </a:lnTo>
                <a:lnTo>
                  <a:pt x="1147215" y="504900"/>
                </a:lnTo>
                <a:lnTo>
                  <a:pt x="1147051" y="503749"/>
                </a:lnTo>
                <a:lnTo>
                  <a:pt x="1146867" y="502613"/>
                </a:lnTo>
                <a:lnTo>
                  <a:pt x="1146664" y="501489"/>
                </a:lnTo>
                <a:lnTo>
                  <a:pt x="1146442" y="500379"/>
                </a:lnTo>
                <a:lnTo>
                  <a:pt x="1146201" y="499283"/>
                </a:lnTo>
                <a:lnTo>
                  <a:pt x="1145940" y="498199"/>
                </a:lnTo>
                <a:lnTo>
                  <a:pt x="1145660" y="497129"/>
                </a:lnTo>
                <a:lnTo>
                  <a:pt x="1145361" y="496073"/>
                </a:lnTo>
                <a:lnTo>
                  <a:pt x="1145042" y="495030"/>
                </a:lnTo>
                <a:lnTo>
                  <a:pt x="1144704" y="494000"/>
                </a:lnTo>
                <a:lnTo>
                  <a:pt x="1144347" y="492984"/>
                </a:lnTo>
                <a:lnTo>
                  <a:pt x="1143971" y="491981"/>
                </a:lnTo>
                <a:lnTo>
                  <a:pt x="1143575" y="490991"/>
                </a:lnTo>
                <a:lnTo>
                  <a:pt x="1143159" y="490015"/>
                </a:lnTo>
                <a:lnTo>
                  <a:pt x="1142725" y="489052"/>
                </a:lnTo>
                <a:lnTo>
                  <a:pt x="1142271" y="488103"/>
                </a:lnTo>
                <a:lnTo>
                  <a:pt x="1141805" y="487169"/>
                </a:lnTo>
                <a:lnTo>
                  <a:pt x="1141324" y="486253"/>
                </a:lnTo>
                <a:lnTo>
                  <a:pt x="1140828" y="485354"/>
                </a:lnTo>
                <a:lnTo>
                  <a:pt x="1140316" y="484473"/>
                </a:lnTo>
                <a:lnTo>
                  <a:pt x="1139788" y="483609"/>
                </a:lnTo>
                <a:lnTo>
                  <a:pt x="1139246" y="482763"/>
                </a:lnTo>
                <a:lnTo>
                  <a:pt x="1138688" y="481934"/>
                </a:lnTo>
                <a:lnTo>
                  <a:pt x="1138114" y="481123"/>
                </a:lnTo>
                <a:lnTo>
                  <a:pt x="1137525" y="480330"/>
                </a:lnTo>
                <a:lnTo>
                  <a:pt x="1136921" y="479554"/>
                </a:lnTo>
                <a:lnTo>
                  <a:pt x="1136302" y="478795"/>
                </a:lnTo>
                <a:lnTo>
                  <a:pt x="1135667" y="478055"/>
                </a:lnTo>
                <a:lnTo>
                  <a:pt x="1135017" y="477331"/>
                </a:lnTo>
                <a:lnTo>
                  <a:pt x="1134351" y="476626"/>
                </a:lnTo>
                <a:lnTo>
                  <a:pt x="1133670" y="475937"/>
                </a:lnTo>
                <a:lnTo>
                  <a:pt x="1132974" y="475267"/>
                </a:lnTo>
                <a:lnTo>
                  <a:pt x="1132263" y="474614"/>
                </a:lnTo>
                <a:lnTo>
                  <a:pt x="1131536" y="473978"/>
                </a:lnTo>
                <a:lnTo>
                  <a:pt x="1130793" y="473360"/>
                </a:lnTo>
                <a:lnTo>
                  <a:pt x="1130035" y="472760"/>
                </a:lnTo>
                <a:lnTo>
                  <a:pt x="1129262" y="472177"/>
                </a:lnTo>
                <a:lnTo>
                  <a:pt x="1128474" y="471612"/>
                </a:lnTo>
                <a:lnTo>
                  <a:pt x="1127670" y="471064"/>
                </a:lnTo>
                <a:lnTo>
                  <a:pt x="1126851" y="470534"/>
                </a:lnTo>
                <a:lnTo>
                  <a:pt x="1126024" y="470023"/>
                </a:lnTo>
                <a:lnTo>
                  <a:pt x="1125185" y="469535"/>
                </a:lnTo>
                <a:lnTo>
                  <a:pt x="1124335" y="469068"/>
                </a:lnTo>
                <a:lnTo>
                  <a:pt x="1123473" y="468622"/>
                </a:lnTo>
                <a:lnTo>
                  <a:pt x="1122601" y="468199"/>
                </a:lnTo>
                <a:lnTo>
                  <a:pt x="1121716" y="467797"/>
                </a:lnTo>
                <a:lnTo>
                  <a:pt x="1120820" y="467417"/>
                </a:lnTo>
                <a:lnTo>
                  <a:pt x="1119913" y="467058"/>
                </a:lnTo>
                <a:lnTo>
                  <a:pt x="1118995" y="466721"/>
                </a:lnTo>
                <a:lnTo>
                  <a:pt x="1118065" y="466406"/>
                </a:lnTo>
                <a:lnTo>
                  <a:pt x="1117123" y="466113"/>
                </a:lnTo>
                <a:lnTo>
                  <a:pt x="1116171" y="465842"/>
                </a:lnTo>
                <a:lnTo>
                  <a:pt x="1115206" y="465592"/>
                </a:lnTo>
                <a:lnTo>
                  <a:pt x="1114231" y="465364"/>
                </a:lnTo>
                <a:lnTo>
                  <a:pt x="1113244" y="465157"/>
                </a:lnTo>
                <a:lnTo>
                  <a:pt x="1112245" y="464973"/>
                </a:lnTo>
                <a:lnTo>
                  <a:pt x="1111235" y="464810"/>
                </a:lnTo>
                <a:lnTo>
                  <a:pt x="1110214" y="464668"/>
                </a:lnTo>
                <a:lnTo>
                  <a:pt x="1109181" y="464549"/>
                </a:lnTo>
                <a:lnTo>
                  <a:pt x="1108137" y="464451"/>
                </a:lnTo>
                <a:lnTo>
                  <a:pt x="1107082" y="464375"/>
                </a:lnTo>
                <a:lnTo>
                  <a:pt x="1106015" y="464321"/>
                </a:lnTo>
                <a:lnTo>
                  <a:pt x="1104937" y="464288"/>
                </a:lnTo>
                <a:lnTo>
                  <a:pt x="1103847" y="464277"/>
                </a:lnTo>
                <a:lnTo>
                  <a:pt x="1102757" y="464288"/>
                </a:lnTo>
                <a:lnTo>
                  <a:pt x="1101678" y="464321"/>
                </a:lnTo>
                <a:lnTo>
                  <a:pt x="1100611" y="464375"/>
                </a:lnTo>
                <a:lnTo>
                  <a:pt x="1099555" y="464451"/>
                </a:lnTo>
                <a:lnTo>
                  <a:pt x="1098510" y="464549"/>
                </a:lnTo>
                <a:lnTo>
                  <a:pt x="1097476" y="464668"/>
                </a:lnTo>
                <a:lnTo>
                  <a:pt x="1096453" y="464810"/>
                </a:lnTo>
                <a:lnTo>
                  <a:pt x="1095442" y="464973"/>
                </a:lnTo>
                <a:lnTo>
                  <a:pt x="1094441" y="465157"/>
                </a:lnTo>
                <a:lnTo>
                  <a:pt x="1093452" y="465364"/>
                </a:lnTo>
                <a:lnTo>
                  <a:pt x="1092474" y="465592"/>
                </a:lnTo>
                <a:lnTo>
                  <a:pt x="1091508" y="465842"/>
                </a:lnTo>
                <a:lnTo>
                  <a:pt x="1090552" y="466113"/>
                </a:lnTo>
                <a:lnTo>
                  <a:pt x="1089608" y="466406"/>
                </a:lnTo>
                <a:lnTo>
                  <a:pt x="1088674" y="466721"/>
                </a:lnTo>
                <a:lnTo>
                  <a:pt x="1087753" y="467058"/>
                </a:lnTo>
                <a:lnTo>
                  <a:pt x="1086842" y="467417"/>
                </a:lnTo>
                <a:lnTo>
                  <a:pt x="1085942" y="467797"/>
                </a:lnTo>
                <a:lnTo>
                  <a:pt x="1085054" y="468199"/>
                </a:lnTo>
                <a:lnTo>
                  <a:pt x="1084177" y="468622"/>
                </a:lnTo>
                <a:lnTo>
                  <a:pt x="1083311" y="469068"/>
                </a:lnTo>
                <a:lnTo>
                  <a:pt x="1082456" y="469535"/>
                </a:lnTo>
                <a:lnTo>
                  <a:pt x="1081612" y="470023"/>
                </a:lnTo>
                <a:lnTo>
                  <a:pt x="1080780" y="470534"/>
                </a:lnTo>
                <a:lnTo>
                  <a:pt x="1079966" y="471064"/>
                </a:lnTo>
                <a:lnTo>
                  <a:pt x="1079166" y="471612"/>
                </a:lnTo>
                <a:lnTo>
                  <a:pt x="1078382" y="472177"/>
                </a:lnTo>
                <a:lnTo>
                  <a:pt x="1077613" y="472760"/>
                </a:lnTo>
                <a:lnTo>
                  <a:pt x="1076858" y="473360"/>
                </a:lnTo>
                <a:lnTo>
                  <a:pt x="1076119" y="473978"/>
                </a:lnTo>
                <a:lnTo>
                  <a:pt x="1075394" y="474614"/>
                </a:lnTo>
                <a:lnTo>
                  <a:pt x="1074685" y="475267"/>
                </a:lnTo>
                <a:lnTo>
                  <a:pt x="1073990" y="475937"/>
                </a:lnTo>
                <a:lnTo>
                  <a:pt x="1073310" y="476626"/>
                </a:lnTo>
                <a:lnTo>
                  <a:pt x="1072645" y="477331"/>
                </a:lnTo>
                <a:lnTo>
                  <a:pt x="1071995" y="478055"/>
                </a:lnTo>
                <a:lnTo>
                  <a:pt x="1071360" y="478795"/>
                </a:lnTo>
                <a:lnTo>
                  <a:pt x="1070740" y="479554"/>
                </a:lnTo>
                <a:lnTo>
                  <a:pt x="1070135" y="480330"/>
                </a:lnTo>
                <a:lnTo>
                  <a:pt x="1069544" y="481123"/>
                </a:lnTo>
                <a:lnTo>
                  <a:pt x="1068969" y="481934"/>
                </a:lnTo>
                <a:lnTo>
                  <a:pt x="1068409" y="482763"/>
                </a:lnTo>
                <a:lnTo>
                  <a:pt x="1067863" y="483609"/>
                </a:lnTo>
                <a:lnTo>
                  <a:pt x="1067333" y="484473"/>
                </a:lnTo>
                <a:lnTo>
                  <a:pt x="1066817" y="485354"/>
                </a:lnTo>
                <a:lnTo>
                  <a:pt x="1066316" y="486253"/>
                </a:lnTo>
                <a:lnTo>
                  <a:pt x="1065830" y="487169"/>
                </a:lnTo>
                <a:lnTo>
                  <a:pt x="1065359" y="488103"/>
                </a:lnTo>
                <a:lnTo>
                  <a:pt x="1064911" y="489052"/>
                </a:lnTo>
                <a:lnTo>
                  <a:pt x="1064481" y="490015"/>
                </a:lnTo>
                <a:lnTo>
                  <a:pt x="1064071" y="490991"/>
                </a:lnTo>
                <a:lnTo>
                  <a:pt x="1063679" y="491981"/>
                </a:lnTo>
                <a:lnTo>
                  <a:pt x="1063307" y="492984"/>
                </a:lnTo>
                <a:lnTo>
                  <a:pt x="1062954" y="494000"/>
                </a:lnTo>
                <a:lnTo>
                  <a:pt x="1062620" y="495030"/>
                </a:lnTo>
                <a:lnTo>
                  <a:pt x="1062305" y="496073"/>
                </a:lnTo>
                <a:lnTo>
                  <a:pt x="1062009" y="497129"/>
                </a:lnTo>
                <a:lnTo>
                  <a:pt x="1061732" y="498199"/>
                </a:lnTo>
                <a:lnTo>
                  <a:pt x="1061474" y="499283"/>
                </a:lnTo>
                <a:lnTo>
                  <a:pt x="1061236" y="500379"/>
                </a:lnTo>
                <a:lnTo>
                  <a:pt x="1061016" y="501489"/>
                </a:lnTo>
                <a:lnTo>
                  <a:pt x="1060816" y="502613"/>
                </a:lnTo>
                <a:lnTo>
                  <a:pt x="1060634" y="503749"/>
                </a:lnTo>
                <a:lnTo>
                  <a:pt x="1060472" y="504900"/>
                </a:lnTo>
                <a:lnTo>
                  <a:pt x="1060329" y="506063"/>
                </a:lnTo>
                <a:lnTo>
                  <a:pt x="1060205" y="507240"/>
                </a:lnTo>
                <a:lnTo>
                  <a:pt x="1060100" y="508430"/>
                </a:lnTo>
                <a:lnTo>
                  <a:pt x="1060014" y="509634"/>
                </a:lnTo>
                <a:lnTo>
                  <a:pt x="1059947" y="510851"/>
                </a:lnTo>
                <a:lnTo>
                  <a:pt x="1059899" y="512082"/>
                </a:lnTo>
                <a:lnTo>
                  <a:pt x="1059871" y="513326"/>
                </a:lnTo>
                <a:lnTo>
                  <a:pt x="1059861" y="514583"/>
                </a:lnTo>
                <a:lnTo>
                  <a:pt x="1059871" y="515830"/>
                </a:lnTo>
                <a:lnTo>
                  <a:pt x="1059899" y="517063"/>
                </a:lnTo>
                <a:lnTo>
                  <a:pt x="1059947" y="518284"/>
                </a:lnTo>
                <a:lnTo>
                  <a:pt x="1060014" y="519491"/>
                </a:lnTo>
                <a:lnTo>
                  <a:pt x="1060100" y="520685"/>
                </a:lnTo>
                <a:lnTo>
                  <a:pt x="1060205" y="521866"/>
                </a:lnTo>
                <a:lnTo>
                  <a:pt x="1060329" y="523034"/>
                </a:lnTo>
                <a:lnTo>
                  <a:pt x="1060472" y="524189"/>
                </a:lnTo>
                <a:lnTo>
                  <a:pt x="1060634" y="525331"/>
                </a:lnTo>
                <a:lnTo>
                  <a:pt x="1060816" y="526459"/>
                </a:lnTo>
                <a:lnTo>
                  <a:pt x="1061016" y="527574"/>
                </a:lnTo>
                <a:lnTo>
                  <a:pt x="1061236" y="528676"/>
                </a:lnTo>
                <a:lnTo>
                  <a:pt x="1061474" y="529765"/>
                </a:lnTo>
                <a:lnTo>
                  <a:pt x="1061732" y="530841"/>
                </a:lnTo>
                <a:lnTo>
                  <a:pt x="1062009" y="531903"/>
                </a:lnTo>
                <a:lnTo>
                  <a:pt x="1062305" y="532952"/>
                </a:lnTo>
                <a:lnTo>
                  <a:pt x="1062620" y="533989"/>
                </a:lnTo>
                <a:lnTo>
                  <a:pt x="1062954" y="535012"/>
                </a:lnTo>
                <a:lnTo>
                  <a:pt x="1063307" y="536022"/>
                </a:lnTo>
                <a:lnTo>
                  <a:pt x="1063679" y="537018"/>
                </a:lnTo>
                <a:lnTo>
                  <a:pt x="1064071" y="538002"/>
                </a:lnTo>
                <a:lnTo>
                  <a:pt x="1064481" y="538972"/>
                </a:lnTo>
                <a:lnTo>
                  <a:pt x="1064911" y="539929"/>
                </a:lnTo>
                <a:lnTo>
                  <a:pt x="1065359" y="540873"/>
                </a:lnTo>
                <a:lnTo>
                  <a:pt x="1065830" y="541802"/>
                </a:lnTo>
                <a:lnTo>
                  <a:pt x="1066316" y="542713"/>
                </a:lnTo>
                <a:lnTo>
                  <a:pt x="1066817" y="543608"/>
                </a:lnTo>
                <a:lnTo>
                  <a:pt x="1067333" y="544484"/>
                </a:lnTo>
                <a:lnTo>
                  <a:pt x="1067863" y="545344"/>
                </a:lnTo>
                <a:lnTo>
                  <a:pt x="1068409" y="546186"/>
                </a:lnTo>
                <a:lnTo>
                  <a:pt x="1068969" y="547011"/>
                </a:lnTo>
                <a:lnTo>
                  <a:pt x="1069544" y="547818"/>
                </a:lnTo>
                <a:lnTo>
                  <a:pt x="1070135" y="548608"/>
                </a:lnTo>
                <a:lnTo>
                  <a:pt x="1070740" y="549381"/>
                </a:lnTo>
                <a:lnTo>
                  <a:pt x="1071360" y="550136"/>
                </a:lnTo>
                <a:lnTo>
                  <a:pt x="1071995" y="550874"/>
                </a:lnTo>
                <a:lnTo>
                  <a:pt x="1072645" y="551595"/>
                </a:lnTo>
                <a:lnTo>
                  <a:pt x="1073310" y="552299"/>
                </a:lnTo>
                <a:lnTo>
                  <a:pt x="1073990" y="552985"/>
                </a:lnTo>
                <a:lnTo>
                  <a:pt x="1074685" y="553653"/>
                </a:lnTo>
                <a:lnTo>
                  <a:pt x="1075394" y="554305"/>
                </a:lnTo>
                <a:lnTo>
                  <a:pt x="1076119" y="554939"/>
                </a:lnTo>
                <a:lnTo>
                  <a:pt x="1076858" y="555556"/>
                </a:lnTo>
                <a:lnTo>
                  <a:pt x="1077613" y="556155"/>
                </a:lnTo>
                <a:lnTo>
                  <a:pt x="1078382" y="556737"/>
                </a:lnTo>
                <a:lnTo>
                  <a:pt x="1079166" y="557302"/>
                </a:lnTo>
                <a:lnTo>
                  <a:pt x="1079966" y="557849"/>
                </a:lnTo>
                <a:lnTo>
                  <a:pt x="1080780" y="558379"/>
                </a:lnTo>
                <a:lnTo>
                  <a:pt x="1081612" y="558890"/>
                </a:lnTo>
                <a:lnTo>
                  <a:pt x="1082456" y="559378"/>
                </a:lnTo>
                <a:lnTo>
                  <a:pt x="1083311" y="559846"/>
                </a:lnTo>
                <a:lnTo>
                  <a:pt x="1084177" y="560291"/>
                </a:lnTo>
                <a:lnTo>
                  <a:pt x="1085054" y="560714"/>
                </a:lnTo>
                <a:lnTo>
                  <a:pt x="1085942" y="561116"/>
                </a:lnTo>
                <a:lnTo>
                  <a:pt x="1086842" y="561497"/>
                </a:lnTo>
                <a:lnTo>
                  <a:pt x="1087753" y="561855"/>
                </a:lnTo>
                <a:lnTo>
                  <a:pt x="1088674" y="562192"/>
                </a:lnTo>
                <a:lnTo>
                  <a:pt x="1089608" y="562507"/>
                </a:lnTo>
                <a:lnTo>
                  <a:pt x="1090552" y="562800"/>
                </a:lnTo>
                <a:lnTo>
                  <a:pt x="1091508" y="563072"/>
                </a:lnTo>
                <a:lnTo>
                  <a:pt x="1092474" y="563321"/>
                </a:lnTo>
                <a:lnTo>
                  <a:pt x="1093452" y="563549"/>
                </a:lnTo>
                <a:lnTo>
                  <a:pt x="1094441" y="563756"/>
                </a:lnTo>
                <a:lnTo>
                  <a:pt x="1095442" y="563941"/>
                </a:lnTo>
                <a:lnTo>
                  <a:pt x="1096453" y="564103"/>
                </a:lnTo>
                <a:lnTo>
                  <a:pt x="1097476" y="564245"/>
                </a:lnTo>
                <a:lnTo>
                  <a:pt x="1098510" y="564364"/>
                </a:lnTo>
                <a:lnTo>
                  <a:pt x="1099555" y="564462"/>
                </a:lnTo>
                <a:lnTo>
                  <a:pt x="1100611" y="564538"/>
                </a:lnTo>
                <a:lnTo>
                  <a:pt x="1101678" y="564592"/>
                </a:lnTo>
                <a:lnTo>
                  <a:pt x="1102757" y="564625"/>
                </a:lnTo>
                <a:lnTo>
                  <a:pt x="1103847" y="564636"/>
                </a:lnTo>
                <a:lnTo>
                  <a:pt x="1104937" y="564625"/>
                </a:lnTo>
                <a:lnTo>
                  <a:pt x="1106015" y="564592"/>
                </a:lnTo>
                <a:lnTo>
                  <a:pt x="1107082" y="564538"/>
                </a:lnTo>
                <a:lnTo>
                  <a:pt x="1108137" y="564462"/>
                </a:lnTo>
                <a:lnTo>
                  <a:pt x="1109181" y="564364"/>
                </a:lnTo>
                <a:lnTo>
                  <a:pt x="1110214" y="564245"/>
                </a:lnTo>
                <a:lnTo>
                  <a:pt x="1111235" y="564103"/>
                </a:lnTo>
                <a:close/>
                <a:moveTo>
                  <a:pt x="1098323" y="550802"/>
                </a:moveTo>
                <a:lnTo>
                  <a:pt x="1097583" y="550669"/>
                </a:lnTo>
                <a:lnTo>
                  <a:pt x="1096856" y="550518"/>
                </a:lnTo>
                <a:lnTo>
                  <a:pt x="1096140" y="550349"/>
                </a:lnTo>
                <a:lnTo>
                  <a:pt x="1095437" y="550162"/>
                </a:lnTo>
                <a:lnTo>
                  <a:pt x="1094746" y="549958"/>
                </a:lnTo>
                <a:lnTo>
                  <a:pt x="1094068" y="549736"/>
                </a:lnTo>
                <a:lnTo>
                  <a:pt x="1093402" y="549496"/>
                </a:lnTo>
                <a:lnTo>
                  <a:pt x="1092748" y="549238"/>
                </a:lnTo>
                <a:lnTo>
                  <a:pt x="1092106" y="548963"/>
                </a:lnTo>
                <a:lnTo>
                  <a:pt x="1091477" y="548669"/>
                </a:lnTo>
                <a:lnTo>
                  <a:pt x="1090860" y="548358"/>
                </a:lnTo>
                <a:lnTo>
                  <a:pt x="1090255" y="548029"/>
                </a:lnTo>
                <a:lnTo>
                  <a:pt x="1089662" y="547683"/>
                </a:lnTo>
                <a:lnTo>
                  <a:pt x="1089082" y="547319"/>
                </a:lnTo>
                <a:lnTo>
                  <a:pt x="1088514" y="546936"/>
                </a:lnTo>
                <a:lnTo>
                  <a:pt x="1087959" y="546536"/>
                </a:lnTo>
                <a:lnTo>
                  <a:pt x="1087415" y="546119"/>
                </a:lnTo>
                <a:lnTo>
                  <a:pt x="1086884" y="545687"/>
                </a:lnTo>
                <a:lnTo>
                  <a:pt x="1086364" y="545243"/>
                </a:lnTo>
                <a:lnTo>
                  <a:pt x="1085856" y="544789"/>
                </a:lnTo>
                <a:lnTo>
                  <a:pt x="1085360" y="544323"/>
                </a:lnTo>
                <a:lnTo>
                  <a:pt x="1084875" y="543846"/>
                </a:lnTo>
                <a:lnTo>
                  <a:pt x="1084402" y="543358"/>
                </a:lnTo>
                <a:lnTo>
                  <a:pt x="1083940" y="542858"/>
                </a:lnTo>
                <a:lnTo>
                  <a:pt x="1083490" y="542348"/>
                </a:lnTo>
                <a:lnTo>
                  <a:pt x="1083052" y="541826"/>
                </a:lnTo>
                <a:lnTo>
                  <a:pt x="1082625" y="541293"/>
                </a:lnTo>
                <a:lnTo>
                  <a:pt x="1082210" y="540749"/>
                </a:lnTo>
                <a:lnTo>
                  <a:pt x="1081807" y="540194"/>
                </a:lnTo>
                <a:lnTo>
                  <a:pt x="1081415" y="539627"/>
                </a:lnTo>
                <a:lnTo>
                  <a:pt x="1081035" y="539050"/>
                </a:lnTo>
                <a:lnTo>
                  <a:pt x="1080666" y="538461"/>
                </a:lnTo>
                <a:lnTo>
                  <a:pt x="1080309" y="537861"/>
                </a:lnTo>
                <a:lnTo>
                  <a:pt x="1079964" y="537250"/>
                </a:lnTo>
                <a:lnTo>
                  <a:pt x="1079630" y="536627"/>
                </a:lnTo>
                <a:lnTo>
                  <a:pt x="1079308" y="535994"/>
                </a:lnTo>
                <a:lnTo>
                  <a:pt x="1078998" y="535349"/>
                </a:lnTo>
                <a:lnTo>
                  <a:pt x="1078699" y="534693"/>
                </a:lnTo>
                <a:lnTo>
                  <a:pt x="1078412" y="534026"/>
                </a:lnTo>
                <a:lnTo>
                  <a:pt x="1078136" y="533347"/>
                </a:lnTo>
                <a:lnTo>
                  <a:pt x="1077873" y="532658"/>
                </a:lnTo>
                <a:lnTo>
                  <a:pt x="1077620" y="531960"/>
                </a:lnTo>
                <a:lnTo>
                  <a:pt x="1077378" y="531258"/>
                </a:lnTo>
                <a:lnTo>
                  <a:pt x="1077147" y="530550"/>
                </a:lnTo>
                <a:lnTo>
                  <a:pt x="1076926" y="529838"/>
                </a:lnTo>
                <a:lnTo>
                  <a:pt x="1076717" y="529121"/>
                </a:lnTo>
                <a:lnTo>
                  <a:pt x="1076518" y="528400"/>
                </a:lnTo>
                <a:lnTo>
                  <a:pt x="1076330" y="527673"/>
                </a:lnTo>
                <a:lnTo>
                  <a:pt x="1076152" y="526942"/>
                </a:lnTo>
                <a:lnTo>
                  <a:pt x="1075985" y="526205"/>
                </a:lnTo>
                <a:lnTo>
                  <a:pt x="1075830" y="525464"/>
                </a:lnTo>
                <a:lnTo>
                  <a:pt x="1075684" y="524719"/>
                </a:lnTo>
                <a:lnTo>
                  <a:pt x="1075550" y="523968"/>
                </a:lnTo>
                <a:lnTo>
                  <a:pt x="1075426" y="523212"/>
                </a:lnTo>
                <a:lnTo>
                  <a:pt x="1075313" y="522452"/>
                </a:lnTo>
                <a:lnTo>
                  <a:pt x="1075211" y="521687"/>
                </a:lnTo>
                <a:lnTo>
                  <a:pt x="1075120" y="520917"/>
                </a:lnTo>
                <a:lnTo>
                  <a:pt x="1075039" y="520142"/>
                </a:lnTo>
                <a:lnTo>
                  <a:pt x="1074969" y="519362"/>
                </a:lnTo>
                <a:lnTo>
                  <a:pt x="1074910" y="518578"/>
                </a:lnTo>
                <a:lnTo>
                  <a:pt x="1074862" y="517788"/>
                </a:lnTo>
                <a:lnTo>
                  <a:pt x="1074824" y="516994"/>
                </a:lnTo>
                <a:lnTo>
                  <a:pt x="1074797" y="516195"/>
                </a:lnTo>
                <a:lnTo>
                  <a:pt x="1074781" y="515392"/>
                </a:lnTo>
                <a:lnTo>
                  <a:pt x="1074776" y="514583"/>
                </a:lnTo>
                <a:lnTo>
                  <a:pt x="1074781" y="513774"/>
                </a:lnTo>
                <a:lnTo>
                  <a:pt x="1074797" y="512970"/>
                </a:lnTo>
                <a:lnTo>
                  <a:pt x="1074824" y="512171"/>
                </a:lnTo>
                <a:lnTo>
                  <a:pt x="1074862" y="511376"/>
                </a:lnTo>
                <a:lnTo>
                  <a:pt x="1074910" y="510585"/>
                </a:lnTo>
                <a:lnTo>
                  <a:pt x="1074969" y="509800"/>
                </a:lnTo>
                <a:lnTo>
                  <a:pt x="1075039" y="509019"/>
                </a:lnTo>
                <a:lnTo>
                  <a:pt x="1075120" y="508242"/>
                </a:lnTo>
                <a:lnTo>
                  <a:pt x="1075211" y="507470"/>
                </a:lnTo>
                <a:lnTo>
                  <a:pt x="1075313" y="506703"/>
                </a:lnTo>
                <a:lnTo>
                  <a:pt x="1075426" y="505940"/>
                </a:lnTo>
                <a:lnTo>
                  <a:pt x="1075550" y="505182"/>
                </a:lnTo>
                <a:lnTo>
                  <a:pt x="1075684" y="504429"/>
                </a:lnTo>
                <a:lnTo>
                  <a:pt x="1075830" y="503680"/>
                </a:lnTo>
                <a:lnTo>
                  <a:pt x="1075985" y="502936"/>
                </a:lnTo>
                <a:lnTo>
                  <a:pt x="1076152" y="502196"/>
                </a:lnTo>
                <a:lnTo>
                  <a:pt x="1076330" y="501461"/>
                </a:lnTo>
                <a:lnTo>
                  <a:pt x="1076518" y="500731"/>
                </a:lnTo>
                <a:lnTo>
                  <a:pt x="1076717" y="500005"/>
                </a:lnTo>
                <a:lnTo>
                  <a:pt x="1076926" y="499284"/>
                </a:lnTo>
                <a:lnTo>
                  <a:pt x="1077147" y="498567"/>
                </a:lnTo>
                <a:lnTo>
                  <a:pt x="1077378" y="497855"/>
                </a:lnTo>
                <a:lnTo>
                  <a:pt x="1077620" y="497148"/>
                </a:lnTo>
                <a:lnTo>
                  <a:pt x="1077873" y="496445"/>
                </a:lnTo>
                <a:lnTo>
                  <a:pt x="1078136" y="495750"/>
                </a:lnTo>
                <a:lnTo>
                  <a:pt x="1078412" y="495067"/>
                </a:lnTo>
                <a:lnTo>
                  <a:pt x="1078699" y="494394"/>
                </a:lnTo>
                <a:lnTo>
                  <a:pt x="1078998" y="493733"/>
                </a:lnTo>
                <a:lnTo>
                  <a:pt x="1079308" y="493083"/>
                </a:lnTo>
                <a:lnTo>
                  <a:pt x="1079630" y="492444"/>
                </a:lnTo>
                <a:lnTo>
                  <a:pt x="1079964" y="491816"/>
                </a:lnTo>
                <a:lnTo>
                  <a:pt x="1080309" y="491200"/>
                </a:lnTo>
                <a:lnTo>
                  <a:pt x="1080666" y="490594"/>
                </a:lnTo>
                <a:lnTo>
                  <a:pt x="1081035" y="490000"/>
                </a:lnTo>
                <a:lnTo>
                  <a:pt x="1081415" y="489417"/>
                </a:lnTo>
                <a:lnTo>
                  <a:pt x="1081807" y="488846"/>
                </a:lnTo>
                <a:lnTo>
                  <a:pt x="1082210" y="488285"/>
                </a:lnTo>
                <a:lnTo>
                  <a:pt x="1082625" y="487736"/>
                </a:lnTo>
                <a:lnTo>
                  <a:pt x="1083052" y="487197"/>
                </a:lnTo>
                <a:lnTo>
                  <a:pt x="1083490" y="486671"/>
                </a:lnTo>
                <a:lnTo>
                  <a:pt x="1083940" y="486155"/>
                </a:lnTo>
                <a:lnTo>
                  <a:pt x="1084402" y="485650"/>
                </a:lnTo>
                <a:lnTo>
                  <a:pt x="1084875" y="485157"/>
                </a:lnTo>
                <a:lnTo>
                  <a:pt x="1085360" y="484675"/>
                </a:lnTo>
                <a:lnTo>
                  <a:pt x="1085856" y="484203"/>
                </a:lnTo>
                <a:lnTo>
                  <a:pt x="1086364" y="483744"/>
                </a:lnTo>
                <a:lnTo>
                  <a:pt x="1086884" y="483295"/>
                </a:lnTo>
                <a:lnTo>
                  <a:pt x="1087415" y="482858"/>
                </a:lnTo>
                <a:lnTo>
                  <a:pt x="1087959" y="482435"/>
                </a:lnTo>
                <a:lnTo>
                  <a:pt x="1088514" y="482030"/>
                </a:lnTo>
                <a:lnTo>
                  <a:pt x="1089082" y="481643"/>
                </a:lnTo>
                <a:lnTo>
                  <a:pt x="1089662" y="481274"/>
                </a:lnTo>
                <a:lnTo>
                  <a:pt x="1090255" y="480923"/>
                </a:lnTo>
                <a:lnTo>
                  <a:pt x="1090860" y="480590"/>
                </a:lnTo>
                <a:lnTo>
                  <a:pt x="1091477" y="480275"/>
                </a:lnTo>
                <a:lnTo>
                  <a:pt x="1092106" y="479979"/>
                </a:lnTo>
                <a:lnTo>
                  <a:pt x="1092748" y="479700"/>
                </a:lnTo>
                <a:lnTo>
                  <a:pt x="1093402" y="479439"/>
                </a:lnTo>
                <a:lnTo>
                  <a:pt x="1094068" y="479196"/>
                </a:lnTo>
                <a:lnTo>
                  <a:pt x="1094746" y="478971"/>
                </a:lnTo>
                <a:lnTo>
                  <a:pt x="1095437" y="478764"/>
                </a:lnTo>
                <a:lnTo>
                  <a:pt x="1096140" y="478575"/>
                </a:lnTo>
                <a:lnTo>
                  <a:pt x="1096856" y="478404"/>
                </a:lnTo>
                <a:lnTo>
                  <a:pt x="1097583" y="478251"/>
                </a:lnTo>
                <a:lnTo>
                  <a:pt x="1098323" y="478116"/>
                </a:lnTo>
                <a:lnTo>
                  <a:pt x="1099075" y="477999"/>
                </a:lnTo>
                <a:lnTo>
                  <a:pt x="1099840" y="477900"/>
                </a:lnTo>
                <a:lnTo>
                  <a:pt x="1100617" y="477819"/>
                </a:lnTo>
                <a:lnTo>
                  <a:pt x="1101406" y="477756"/>
                </a:lnTo>
                <a:lnTo>
                  <a:pt x="1102207" y="477711"/>
                </a:lnTo>
                <a:lnTo>
                  <a:pt x="1103021" y="477684"/>
                </a:lnTo>
                <a:lnTo>
                  <a:pt x="1103847" y="477675"/>
                </a:lnTo>
                <a:lnTo>
                  <a:pt x="1104673" y="477684"/>
                </a:lnTo>
                <a:lnTo>
                  <a:pt x="1105487" y="477711"/>
                </a:lnTo>
                <a:lnTo>
                  <a:pt x="1106288" y="477756"/>
                </a:lnTo>
                <a:lnTo>
                  <a:pt x="1107077" y="477819"/>
                </a:lnTo>
                <a:lnTo>
                  <a:pt x="1107854" y="477900"/>
                </a:lnTo>
                <a:lnTo>
                  <a:pt x="1108618" y="477999"/>
                </a:lnTo>
                <a:lnTo>
                  <a:pt x="1109371" y="478116"/>
                </a:lnTo>
                <a:lnTo>
                  <a:pt x="1110111" y="478251"/>
                </a:lnTo>
                <a:lnTo>
                  <a:pt x="1110838" y="478404"/>
                </a:lnTo>
                <a:lnTo>
                  <a:pt x="1111554" y="478575"/>
                </a:lnTo>
                <a:lnTo>
                  <a:pt x="1112257" y="478764"/>
                </a:lnTo>
                <a:lnTo>
                  <a:pt x="1112947" y="478971"/>
                </a:lnTo>
                <a:lnTo>
                  <a:pt x="1113626" y="479196"/>
                </a:lnTo>
                <a:lnTo>
                  <a:pt x="1114292" y="479439"/>
                </a:lnTo>
                <a:lnTo>
                  <a:pt x="1114946" y="479700"/>
                </a:lnTo>
                <a:lnTo>
                  <a:pt x="1115588" y="479979"/>
                </a:lnTo>
                <a:lnTo>
                  <a:pt x="1116217" y="480275"/>
                </a:lnTo>
                <a:lnTo>
                  <a:pt x="1116834" y="480590"/>
                </a:lnTo>
                <a:lnTo>
                  <a:pt x="1117439" y="480923"/>
                </a:lnTo>
                <a:lnTo>
                  <a:pt x="1118031" y="481274"/>
                </a:lnTo>
                <a:lnTo>
                  <a:pt x="1118612" y="481643"/>
                </a:lnTo>
                <a:lnTo>
                  <a:pt x="1119179" y="482030"/>
                </a:lnTo>
                <a:lnTo>
                  <a:pt x="1119735" y="482435"/>
                </a:lnTo>
                <a:lnTo>
                  <a:pt x="1120278" y="482858"/>
                </a:lnTo>
                <a:lnTo>
                  <a:pt x="1120810" y="483295"/>
                </a:lnTo>
                <a:lnTo>
                  <a:pt x="1121330" y="483744"/>
                </a:lnTo>
                <a:lnTo>
                  <a:pt x="1121838" y="484203"/>
                </a:lnTo>
                <a:lnTo>
                  <a:pt x="1122334" y="484675"/>
                </a:lnTo>
                <a:lnTo>
                  <a:pt x="1122819" y="485157"/>
                </a:lnTo>
                <a:lnTo>
                  <a:pt x="1123292" y="485650"/>
                </a:lnTo>
                <a:lnTo>
                  <a:pt x="1123754" y="486155"/>
                </a:lnTo>
                <a:lnTo>
                  <a:pt x="1124204" y="486671"/>
                </a:lnTo>
                <a:lnTo>
                  <a:pt x="1124642" y="487197"/>
                </a:lnTo>
                <a:lnTo>
                  <a:pt x="1125069" y="487736"/>
                </a:lnTo>
                <a:lnTo>
                  <a:pt x="1125484" y="488285"/>
                </a:lnTo>
                <a:lnTo>
                  <a:pt x="1125887" y="488846"/>
                </a:lnTo>
                <a:lnTo>
                  <a:pt x="1126279" y="489417"/>
                </a:lnTo>
                <a:lnTo>
                  <a:pt x="1126659" y="490000"/>
                </a:lnTo>
                <a:lnTo>
                  <a:pt x="1127028" y="490594"/>
                </a:lnTo>
                <a:lnTo>
                  <a:pt x="1127385" y="491200"/>
                </a:lnTo>
                <a:lnTo>
                  <a:pt x="1127730" y="491816"/>
                </a:lnTo>
                <a:lnTo>
                  <a:pt x="1128064" y="492444"/>
                </a:lnTo>
                <a:lnTo>
                  <a:pt x="1128386" y="493083"/>
                </a:lnTo>
                <a:lnTo>
                  <a:pt x="1128696" y="493733"/>
                </a:lnTo>
                <a:lnTo>
                  <a:pt x="1128995" y="494394"/>
                </a:lnTo>
                <a:lnTo>
                  <a:pt x="1129282" y="495067"/>
                </a:lnTo>
                <a:lnTo>
                  <a:pt x="1129557" y="495750"/>
                </a:lnTo>
                <a:lnTo>
                  <a:pt x="1129821" y="496445"/>
                </a:lnTo>
                <a:lnTo>
                  <a:pt x="1130074" y="497148"/>
                </a:lnTo>
                <a:lnTo>
                  <a:pt x="1130316" y="497855"/>
                </a:lnTo>
                <a:lnTo>
                  <a:pt x="1130547" y="498567"/>
                </a:lnTo>
                <a:lnTo>
                  <a:pt x="1130767" y="499284"/>
                </a:lnTo>
                <a:lnTo>
                  <a:pt x="1130977" y="500005"/>
                </a:lnTo>
                <a:lnTo>
                  <a:pt x="1131176" y="500731"/>
                </a:lnTo>
                <a:lnTo>
                  <a:pt x="1131364" y="501461"/>
                </a:lnTo>
                <a:lnTo>
                  <a:pt x="1131542" y="502196"/>
                </a:lnTo>
                <a:lnTo>
                  <a:pt x="1131708" y="502936"/>
                </a:lnTo>
                <a:lnTo>
                  <a:pt x="1131864" y="503680"/>
                </a:lnTo>
                <a:lnTo>
                  <a:pt x="1132009" y="504429"/>
                </a:lnTo>
                <a:lnTo>
                  <a:pt x="1132144" y="505182"/>
                </a:lnTo>
                <a:lnTo>
                  <a:pt x="1132267" y="505940"/>
                </a:lnTo>
                <a:lnTo>
                  <a:pt x="1132380" y="506703"/>
                </a:lnTo>
                <a:lnTo>
                  <a:pt x="1132483" y="507470"/>
                </a:lnTo>
                <a:lnTo>
                  <a:pt x="1132574" y="508242"/>
                </a:lnTo>
                <a:lnTo>
                  <a:pt x="1132655" y="509019"/>
                </a:lnTo>
                <a:lnTo>
                  <a:pt x="1132724" y="509800"/>
                </a:lnTo>
                <a:lnTo>
                  <a:pt x="1132784" y="510585"/>
                </a:lnTo>
                <a:lnTo>
                  <a:pt x="1132832" y="511376"/>
                </a:lnTo>
                <a:lnTo>
                  <a:pt x="1132870" y="512171"/>
                </a:lnTo>
                <a:lnTo>
                  <a:pt x="1132896" y="512970"/>
                </a:lnTo>
                <a:lnTo>
                  <a:pt x="1132913" y="513774"/>
                </a:lnTo>
                <a:lnTo>
                  <a:pt x="1132918" y="514583"/>
                </a:lnTo>
                <a:lnTo>
                  <a:pt x="1132913" y="515392"/>
                </a:lnTo>
                <a:lnTo>
                  <a:pt x="1132896" y="516195"/>
                </a:lnTo>
                <a:lnTo>
                  <a:pt x="1132870" y="516994"/>
                </a:lnTo>
                <a:lnTo>
                  <a:pt x="1132832" y="517788"/>
                </a:lnTo>
                <a:lnTo>
                  <a:pt x="1132784" y="518578"/>
                </a:lnTo>
                <a:lnTo>
                  <a:pt x="1132724" y="519362"/>
                </a:lnTo>
                <a:lnTo>
                  <a:pt x="1132655" y="520142"/>
                </a:lnTo>
                <a:lnTo>
                  <a:pt x="1132574" y="520917"/>
                </a:lnTo>
                <a:lnTo>
                  <a:pt x="1132483" y="521687"/>
                </a:lnTo>
                <a:lnTo>
                  <a:pt x="1132380" y="522452"/>
                </a:lnTo>
                <a:lnTo>
                  <a:pt x="1132267" y="523212"/>
                </a:lnTo>
                <a:lnTo>
                  <a:pt x="1132144" y="523968"/>
                </a:lnTo>
                <a:lnTo>
                  <a:pt x="1132009" y="524719"/>
                </a:lnTo>
                <a:lnTo>
                  <a:pt x="1131864" y="525464"/>
                </a:lnTo>
                <a:lnTo>
                  <a:pt x="1131708" y="526205"/>
                </a:lnTo>
                <a:lnTo>
                  <a:pt x="1131542" y="526942"/>
                </a:lnTo>
                <a:lnTo>
                  <a:pt x="1131364" y="527673"/>
                </a:lnTo>
                <a:lnTo>
                  <a:pt x="1131176" y="528400"/>
                </a:lnTo>
                <a:lnTo>
                  <a:pt x="1130977" y="529121"/>
                </a:lnTo>
                <a:lnTo>
                  <a:pt x="1130767" y="529838"/>
                </a:lnTo>
                <a:lnTo>
                  <a:pt x="1130547" y="530550"/>
                </a:lnTo>
                <a:lnTo>
                  <a:pt x="1130316" y="531258"/>
                </a:lnTo>
                <a:lnTo>
                  <a:pt x="1130074" y="531960"/>
                </a:lnTo>
                <a:lnTo>
                  <a:pt x="1129821" y="532658"/>
                </a:lnTo>
                <a:lnTo>
                  <a:pt x="1129557" y="533347"/>
                </a:lnTo>
                <a:lnTo>
                  <a:pt x="1129282" y="534026"/>
                </a:lnTo>
                <a:lnTo>
                  <a:pt x="1128995" y="534693"/>
                </a:lnTo>
                <a:lnTo>
                  <a:pt x="1128696" y="535349"/>
                </a:lnTo>
                <a:lnTo>
                  <a:pt x="1128386" y="535994"/>
                </a:lnTo>
                <a:lnTo>
                  <a:pt x="1128064" y="536627"/>
                </a:lnTo>
                <a:lnTo>
                  <a:pt x="1127730" y="537250"/>
                </a:lnTo>
                <a:lnTo>
                  <a:pt x="1127385" y="537861"/>
                </a:lnTo>
                <a:lnTo>
                  <a:pt x="1127028" y="538461"/>
                </a:lnTo>
                <a:lnTo>
                  <a:pt x="1126659" y="539050"/>
                </a:lnTo>
                <a:lnTo>
                  <a:pt x="1126279" y="539627"/>
                </a:lnTo>
                <a:lnTo>
                  <a:pt x="1125887" y="540194"/>
                </a:lnTo>
                <a:lnTo>
                  <a:pt x="1125484" y="540749"/>
                </a:lnTo>
                <a:lnTo>
                  <a:pt x="1125069" y="541293"/>
                </a:lnTo>
                <a:lnTo>
                  <a:pt x="1124642" y="541826"/>
                </a:lnTo>
                <a:lnTo>
                  <a:pt x="1124204" y="542348"/>
                </a:lnTo>
                <a:lnTo>
                  <a:pt x="1123754" y="542858"/>
                </a:lnTo>
                <a:lnTo>
                  <a:pt x="1123292" y="543358"/>
                </a:lnTo>
                <a:lnTo>
                  <a:pt x="1122819" y="543846"/>
                </a:lnTo>
                <a:lnTo>
                  <a:pt x="1122334" y="544323"/>
                </a:lnTo>
                <a:lnTo>
                  <a:pt x="1121838" y="544789"/>
                </a:lnTo>
                <a:lnTo>
                  <a:pt x="1121330" y="545243"/>
                </a:lnTo>
                <a:lnTo>
                  <a:pt x="1120810" y="545687"/>
                </a:lnTo>
                <a:lnTo>
                  <a:pt x="1120278" y="546119"/>
                </a:lnTo>
                <a:lnTo>
                  <a:pt x="1119735" y="546536"/>
                </a:lnTo>
                <a:lnTo>
                  <a:pt x="1119179" y="546936"/>
                </a:lnTo>
                <a:lnTo>
                  <a:pt x="1118612" y="547319"/>
                </a:lnTo>
                <a:lnTo>
                  <a:pt x="1118031" y="547683"/>
                </a:lnTo>
                <a:lnTo>
                  <a:pt x="1117439" y="548029"/>
                </a:lnTo>
                <a:lnTo>
                  <a:pt x="1116834" y="548358"/>
                </a:lnTo>
                <a:lnTo>
                  <a:pt x="1116217" y="548669"/>
                </a:lnTo>
                <a:lnTo>
                  <a:pt x="1115588" y="548963"/>
                </a:lnTo>
                <a:lnTo>
                  <a:pt x="1114946" y="549238"/>
                </a:lnTo>
                <a:lnTo>
                  <a:pt x="1114292" y="549496"/>
                </a:lnTo>
                <a:lnTo>
                  <a:pt x="1113626" y="549736"/>
                </a:lnTo>
                <a:lnTo>
                  <a:pt x="1112947" y="549958"/>
                </a:lnTo>
                <a:lnTo>
                  <a:pt x="1112257" y="550162"/>
                </a:lnTo>
                <a:lnTo>
                  <a:pt x="1111554" y="550349"/>
                </a:lnTo>
                <a:lnTo>
                  <a:pt x="1110838" y="550518"/>
                </a:lnTo>
                <a:lnTo>
                  <a:pt x="1110111" y="550669"/>
                </a:lnTo>
                <a:lnTo>
                  <a:pt x="1109371" y="550802"/>
                </a:lnTo>
                <a:lnTo>
                  <a:pt x="1108618" y="550918"/>
                </a:lnTo>
                <a:lnTo>
                  <a:pt x="1107854" y="551016"/>
                </a:lnTo>
                <a:lnTo>
                  <a:pt x="1107077" y="551096"/>
                </a:lnTo>
                <a:lnTo>
                  <a:pt x="1106288" y="551158"/>
                </a:lnTo>
                <a:lnTo>
                  <a:pt x="1105487" y="551202"/>
                </a:lnTo>
                <a:lnTo>
                  <a:pt x="1104673" y="551229"/>
                </a:lnTo>
                <a:lnTo>
                  <a:pt x="1103847" y="551238"/>
                </a:lnTo>
                <a:lnTo>
                  <a:pt x="1103021" y="551229"/>
                </a:lnTo>
                <a:lnTo>
                  <a:pt x="1102207" y="551202"/>
                </a:lnTo>
                <a:lnTo>
                  <a:pt x="1101406" y="551158"/>
                </a:lnTo>
                <a:lnTo>
                  <a:pt x="1100617" y="551096"/>
                </a:lnTo>
                <a:lnTo>
                  <a:pt x="1099840" y="551016"/>
                </a:lnTo>
                <a:lnTo>
                  <a:pt x="1099075" y="550918"/>
                </a:lnTo>
                <a:lnTo>
                  <a:pt x="1098323" y="550802"/>
                </a:lnTo>
                <a:close/>
                <a:moveTo>
                  <a:pt x="1304046" y="563496"/>
                </a:moveTo>
                <a:lnTo>
                  <a:pt x="1304293" y="563456"/>
                </a:lnTo>
                <a:lnTo>
                  <a:pt x="1304538" y="563411"/>
                </a:lnTo>
                <a:lnTo>
                  <a:pt x="1304780" y="563361"/>
                </a:lnTo>
                <a:lnTo>
                  <a:pt x="1305021" y="563306"/>
                </a:lnTo>
                <a:lnTo>
                  <a:pt x="1305259" y="563245"/>
                </a:lnTo>
                <a:lnTo>
                  <a:pt x="1305495" y="563180"/>
                </a:lnTo>
                <a:lnTo>
                  <a:pt x="1305728" y="563108"/>
                </a:lnTo>
                <a:lnTo>
                  <a:pt x="1305960" y="563032"/>
                </a:lnTo>
                <a:lnTo>
                  <a:pt x="1306189" y="562950"/>
                </a:lnTo>
                <a:lnTo>
                  <a:pt x="1306416" y="562864"/>
                </a:lnTo>
                <a:lnTo>
                  <a:pt x="1306641" y="562771"/>
                </a:lnTo>
                <a:lnTo>
                  <a:pt x="1306864" y="562674"/>
                </a:lnTo>
                <a:lnTo>
                  <a:pt x="1307084" y="562571"/>
                </a:lnTo>
                <a:lnTo>
                  <a:pt x="1307303" y="562463"/>
                </a:lnTo>
                <a:lnTo>
                  <a:pt x="1307519" y="562350"/>
                </a:lnTo>
                <a:lnTo>
                  <a:pt x="1307733" y="562232"/>
                </a:lnTo>
                <a:lnTo>
                  <a:pt x="1307945" y="562108"/>
                </a:lnTo>
                <a:lnTo>
                  <a:pt x="1308159" y="561974"/>
                </a:lnTo>
                <a:lnTo>
                  <a:pt x="1308369" y="561837"/>
                </a:lnTo>
                <a:lnTo>
                  <a:pt x="1308576" y="561697"/>
                </a:lnTo>
                <a:lnTo>
                  <a:pt x="1308779" y="561553"/>
                </a:lnTo>
                <a:lnTo>
                  <a:pt x="1308978" y="561406"/>
                </a:lnTo>
                <a:lnTo>
                  <a:pt x="1309173" y="561255"/>
                </a:lnTo>
                <a:lnTo>
                  <a:pt x="1309365" y="561100"/>
                </a:lnTo>
                <a:lnTo>
                  <a:pt x="1309553" y="560942"/>
                </a:lnTo>
                <a:lnTo>
                  <a:pt x="1309737" y="560781"/>
                </a:lnTo>
                <a:lnTo>
                  <a:pt x="1309917" y="560616"/>
                </a:lnTo>
                <a:lnTo>
                  <a:pt x="1310094" y="560447"/>
                </a:lnTo>
                <a:lnTo>
                  <a:pt x="1310267" y="560275"/>
                </a:lnTo>
                <a:lnTo>
                  <a:pt x="1310437" y="560100"/>
                </a:lnTo>
                <a:lnTo>
                  <a:pt x="1310602" y="559920"/>
                </a:lnTo>
                <a:lnTo>
                  <a:pt x="1310764" y="559738"/>
                </a:lnTo>
                <a:lnTo>
                  <a:pt x="1310922" y="559552"/>
                </a:lnTo>
                <a:lnTo>
                  <a:pt x="1311076" y="559362"/>
                </a:lnTo>
                <a:lnTo>
                  <a:pt x="1311227" y="559169"/>
                </a:lnTo>
                <a:lnTo>
                  <a:pt x="1311374" y="558973"/>
                </a:lnTo>
                <a:lnTo>
                  <a:pt x="1311517" y="558772"/>
                </a:lnTo>
                <a:lnTo>
                  <a:pt x="1311657" y="558569"/>
                </a:lnTo>
                <a:lnTo>
                  <a:pt x="1311792" y="558362"/>
                </a:lnTo>
                <a:lnTo>
                  <a:pt x="1311924" y="558151"/>
                </a:lnTo>
                <a:lnTo>
                  <a:pt x="1312053" y="557937"/>
                </a:lnTo>
                <a:lnTo>
                  <a:pt x="1312181" y="557720"/>
                </a:lnTo>
                <a:lnTo>
                  <a:pt x="1312305" y="557501"/>
                </a:lnTo>
                <a:lnTo>
                  <a:pt x="1312423" y="557281"/>
                </a:lnTo>
                <a:lnTo>
                  <a:pt x="1312535" y="557059"/>
                </a:lnTo>
                <a:lnTo>
                  <a:pt x="1312642" y="556835"/>
                </a:lnTo>
                <a:lnTo>
                  <a:pt x="1312744" y="556610"/>
                </a:lnTo>
                <a:lnTo>
                  <a:pt x="1312840" y="556382"/>
                </a:lnTo>
                <a:lnTo>
                  <a:pt x="1312930" y="556153"/>
                </a:lnTo>
                <a:lnTo>
                  <a:pt x="1313015" y="555922"/>
                </a:lnTo>
                <a:lnTo>
                  <a:pt x="1313095" y="555690"/>
                </a:lnTo>
                <a:lnTo>
                  <a:pt x="1313169" y="555455"/>
                </a:lnTo>
                <a:lnTo>
                  <a:pt x="1313238" y="555219"/>
                </a:lnTo>
                <a:lnTo>
                  <a:pt x="1313301" y="554981"/>
                </a:lnTo>
                <a:lnTo>
                  <a:pt x="1313358" y="554742"/>
                </a:lnTo>
                <a:lnTo>
                  <a:pt x="1313410" y="554500"/>
                </a:lnTo>
                <a:lnTo>
                  <a:pt x="1313457" y="554257"/>
                </a:lnTo>
                <a:lnTo>
                  <a:pt x="1313498" y="554012"/>
                </a:lnTo>
                <a:lnTo>
                  <a:pt x="1313534" y="553766"/>
                </a:lnTo>
                <a:lnTo>
                  <a:pt x="1313564" y="553517"/>
                </a:lnTo>
                <a:lnTo>
                  <a:pt x="1313589" y="553267"/>
                </a:lnTo>
                <a:lnTo>
                  <a:pt x="1313608" y="553015"/>
                </a:lnTo>
                <a:lnTo>
                  <a:pt x="1313622" y="552762"/>
                </a:lnTo>
                <a:lnTo>
                  <a:pt x="1313630" y="552506"/>
                </a:lnTo>
                <a:lnTo>
                  <a:pt x="1313632" y="552249"/>
                </a:lnTo>
                <a:lnTo>
                  <a:pt x="1313627" y="551862"/>
                </a:lnTo>
                <a:lnTo>
                  <a:pt x="1313609" y="551479"/>
                </a:lnTo>
                <a:lnTo>
                  <a:pt x="1313580" y="551100"/>
                </a:lnTo>
                <a:lnTo>
                  <a:pt x="1313539" y="550727"/>
                </a:lnTo>
                <a:lnTo>
                  <a:pt x="1313487" y="550358"/>
                </a:lnTo>
                <a:lnTo>
                  <a:pt x="1313423" y="549994"/>
                </a:lnTo>
                <a:lnTo>
                  <a:pt x="1313348" y="549634"/>
                </a:lnTo>
                <a:lnTo>
                  <a:pt x="1313260" y="549279"/>
                </a:lnTo>
                <a:lnTo>
                  <a:pt x="1313161" y="548928"/>
                </a:lnTo>
                <a:lnTo>
                  <a:pt x="1313051" y="548582"/>
                </a:lnTo>
                <a:lnTo>
                  <a:pt x="1312929" y="548241"/>
                </a:lnTo>
                <a:lnTo>
                  <a:pt x="1312795" y="547904"/>
                </a:lnTo>
                <a:lnTo>
                  <a:pt x="1312650" y="547572"/>
                </a:lnTo>
                <a:lnTo>
                  <a:pt x="1312493" y="547244"/>
                </a:lnTo>
                <a:lnTo>
                  <a:pt x="1312324" y="546922"/>
                </a:lnTo>
                <a:lnTo>
                  <a:pt x="1312144" y="546603"/>
                </a:lnTo>
                <a:lnTo>
                  <a:pt x="1311952" y="546290"/>
                </a:lnTo>
                <a:lnTo>
                  <a:pt x="1311748" y="545980"/>
                </a:lnTo>
                <a:lnTo>
                  <a:pt x="1311533" y="545676"/>
                </a:lnTo>
                <a:lnTo>
                  <a:pt x="1311306" y="545376"/>
                </a:lnTo>
                <a:lnTo>
                  <a:pt x="1311068" y="545081"/>
                </a:lnTo>
                <a:lnTo>
                  <a:pt x="1310818" y="544790"/>
                </a:lnTo>
                <a:lnTo>
                  <a:pt x="1310556" y="544504"/>
                </a:lnTo>
                <a:lnTo>
                  <a:pt x="1310283" y="544223"/>
                </a:lnTo>
                <a:lnTo>
                  <a:pt x="1310002" y="543949"/>
                </a:lnTo>
                <a:lnTo>
                  <a:pt x="1309716" y="543688"/>
                </a:lnTo>
                <a:lnTo>
                  <a:pt x="1309425" y="543438"/>
                </a:lnTo>
                <a:lnTo>
                  <a:pt x="1309130" y="543199"/>
                </a:lnTo>
                <a:lnTo>
                  <a:pt x="1308830" y="542973"/>
                </a:lnTo>
                <a:lnTo>
                  <a:pt x="1308525" y="542757"/>
                </a:lnTo>
                <a:lnTo>
                  <a:pt x="1308216" y="542554"/>
                </a:lnTo>
                <a:lnTo>
                  <a:pt x="1307903" y="542362"/>
                </a:lnTo>
                <a:lnTo>
                  <a:pt x="1307584" y="542182"/>
                </a:lnTo>
                <a:lnTo>
                  <a:pt x="1307261" y="542013"/>
                </a:lnTo>
                <a:lnTo>
                  <a:pt x="1306934" y="541856"/>
                </a:lnTo>
                <a:lnTo>
                  <a:pt x="1306602" y="541711"/>
                </a:lnTo>
                <a:lnTo>
                  <a:pt x="1306265" y="541577"/>
                </a:lnTo>
                <a:lnTo>
                  <a:pt x="1305924" y="541455"/>
                </a:lnTo>
                <a:lnTo>
                  <a:pt x="1305578" y="541344"/>
                </a:lnTo>
                <a:lnTo>
                  <a:pt x="1305227" y="541245"/>
                </a:lnTo>
                <a:lnTo>
                  <a:pt x="1304872" y="541158"/>
                </a:lnTo>
                <a:lnTo>
                  <a:pt x="1304512" y="541083"/>
                </a:lnTo>
                <a:lnTo>
                  <a:pt x="1304148" y="541019"/>
                </a:lnTo>
                <a:lnTo>
                  <a:pt x="1303779" y="540966"/>
                </a:lnTo>
                <a:lnTo>
                  <a:pt x="1303405" y="540926"/>
                </a:lnTo>
                <a:lnTo>
                  <a:pt x="1303027" y="540897"/>
                </a:lnTo>
                <a:lnTo>
                  <a:pt x="1302644" y="540879"/>
                </a:lnTo>
                <a:lnTo>
                  <a:pt x="1302257" y="540873"/>
                </a:lnTo>
                <a:lnTo>
                  <a:pt x="1301869" y="540879"/>
                </a:lnTo>
                <a:lnTo>
                  <a:pt x="1301487" y="540897"/>
                </a:lnTo>
                <a:lnTo>
                  <a:pt x="1301108" y="540926"/>
                </a:lnTo>
                <a:lnTo>
                  <a:pt x="1300735" y="540966"/>
                </a:lnTo>
                <a:lnTo>
                  <a:pt x="1300366" y="541019"/>
                </a:lnTo>
                <a:lnTo>
                  <a:pt x="1300001" y="541083"/>
                </a:lnTo>
                <a:lnTo>
                  <a:pt x="1299642" y="541158"/>
                </a:lnTo>
                <a:lnTo>
                  <a:pt x="1299287" y="541245"/>
                </a:lnTo>
                <a:lnTo>
                  <a:pt x="1298936" y="541344"/>
                </a:lnTo>
                <a:lnTo>
                  <a:pt x="1298590" y="541455"/>
                </a:lnTo>
                <a:lnTo>
                  <a:pt x="1298249" y="541577"/>
                </a:lnTo>
                <a:lnTo>
                  <a:pt x="1297912" y="541711"/>
                </a:lnTo>
                <a:lnTo>
                  <a:pt x="1297580" y="541856"/>
                </a:lnTo>
                <a:lnTo>
                  <a:pt x="1297252" y="542013"/>
                </a:lnTo>
                <a:lnTo>
                  <a:pt x="1296930" y="542182"/>
                </a:lnTo>
                <a:lnTo>
                  <a:pt x="1296611" y="542362"/>
                </a:lnTo>
                <a:lnTo>
                  <a:pt x="1296298" y="542554"/>
                </a:lnTo>
                <a:lnTo>
                  <a:pt x="1295989" y="542757"/>
                </a:lnTo>
                <a:lnTo>
                  <a:pt x="1295684" y="542973"/>
                </a:lnTo>
                <a:lnTo>
                  <a:pt x="1295384" y="543199"/>
                </a:lnTo>
                <a:lnTo>
                  <a:pt x="1295089" y="543438"/>
                </a:lnTo>
                <a:lnTo>
                  <a:pt x="1294798" y="543688"/>
                </a:lnTo>
                <a:lnTo>
                  <a:pt x="1294512" y="543949"/>
                </a:lnTo>
                <a:lnTo>
                  <a:pt x="1294231" y="544223"/>
                </a:lnTo>
                <a:lnTo>
                  <a:pt x="1293958" y="544504"/>
                </a:lnTo>
                <a:lnTo>
                  <a:pt x="1293696" y="544790"/>
                </a:lnTo>
                <a:lnTo>
                  <a:pt x="1293446" y="545081"/>
                </a:lnTo>
                <a:lnTo>
                  <a:pt x="1293207" y="545376"/>
                </a:lnTo>
                <a:lnTo>
                  <a:pt x="1292981" y="545676"/>
                </a:lnTo>
                <a:lnTo>
                  <a:pt x="1292765" y="545980"/>
                </a:lnTo>
                <a:lnTo>
                  <a:pt x="1292562" y="546290"/>
                </a:lnTo>
                <a:lnTo>
                  <a:pt x="1292370" y="546603"/>
                </a:lnTo>
                <a:lnTo>
                  <a:pt x="1292190" y="546922"/>
                </a:lnTo>
                <a:lnTo>
                  <a:pt x="1292021" y="547244"/>
                </a:lnTo>
                <a:lnTo>
                  <a:pt x="1291864" y="547572"/>
                </a:lnTo>
                <a:lnTo>
                  <a:pt x="1291719" y="547904"/>
                </a:lnTo>
                <a:lnTo>
                  <a:pt x="1291585" y="548241"/>
                </a:lnTo>
                <a:lnTo>
                  <a:pt x="1291463" y="548582"/>
                </a:lnTo>
                <a:lnTo>
                  <a:pt x="1291352" y="548928"/>
                </a:lnTo>
                <a:lnTo>
                  <a:pt x="1291253" y="549279"/>
                </a:lnTo>
                <a:lnTo>
                  <a:pt x="1291166" y="549634"/>
                </a:lnTo>
                <a:lnTo>
                  <a:pt x="1291091" y="549994"/>
                </a:lnTo>
                <a:lnTo>
                  <a:pt x="1291027" y="550358"/>
                </a:lnTo>
                <a:lnTo>
                  <a:pt x="1290974" y="550727"/>
                </a:lnTo>
                <a:lnTo>
                  <a:pt x="1290934" y="551100"/>
                </a:lnTo>
                <a:lnTo>
                  <a:pt x="1290905" y="551479"/>
                </a:lnTo>
                <a:lnTo>
                  <a:pt x="1290887" y="551862"/>
                </a:lnTo>
                <a:lnTo>
                  <a:pt x="1290881" y="552249"/>
                </a:lnTo>
                <a:lnTo>
                  <a:pt x="1290887" y="552636"/>
                </a:lnTo>
                <a:lnTo>
                  <a:pt x="1290905" y="553019"/>
                </a:lnTo>
                <a:lnTo>
                  <a:pt x="1290934" y="553397"/>
                </a:lnTo>
                <a:lnTo>
                  <a:pt x="1290974" y="553771"/>
                </a:lnTo>
                <a:lnTo>
                  <a:pt x="1291027" y="554140"/>
                </a:lnTo>
                <a:lnTo>
                  <a:pt x="1291091" y="554504"/>
                </a:lnTo>
                <a:lnTo>
                  <a:pt x="1291166" y="554864"/>
                </a:lnTo>
                <a:lnTo>
                  <a:pt x="1291253" y="555219"/>
                </a:lnTo>
                <a:lnTo>
                  <a:pt x="1291352" y="555570"/>
                </a:lnTo>
                <a:lnTo>
                  <a:pt x="1291463" y="555916"/>
                </a:lnTo>
                <a:lnTo>
                  <a:pt x="1291585" y="556257"/>
                </a:lnTo>
                <a:lnTo>
                  <a:pt x="1291719" y="556594"/>
                </a:lnTo>
                <a:lnTo>
                  <a:pt x="1291864" y="556926"/>
                </a:lnTo>
                <a:lnTo>
                  <a:pt x="1292021" y="557253"/>
                </a:lnTo>
                <a:lnTo>
                  <a:pt x="1292190" y="557576"/>
                </a:lnTo>
                <a:lnTo>
                  <a:pt x="1292370" y="557895"/>
                </a:lnTo>
                <a:lnTo>
                  <a:pt x="1292562" y="558208"/>
                </a:lnTo>
                <a:lnTo>
                  <a:pt x="1292765" y="558517"/>
                </a:lnTo>
                <a:lnTo>
                  <a:pt x="1292981" y="558822"/>
                </a:lnTo>
                <a:lnTo>
                  <a:pt x="1293207" y="559122"/>
                </a:lnTo>
                <a:lnTo>
                  <a:pt x="1293446" y="559417"/>
                </a:lnTo>
                <a:lnTo>
                  <a:pt x="1293696" y="559708"/>
                </a:lnTo>
                <a:lnTo>
                  <a:pt x="1293958" y="559994"/>
                </a:lnTo>
                <a:lnTo>
                  <a:pt x="1294231" y="560275"/>
                </a:lnTo>
                <a:lnTo>
                  <a:pt x="1294512" y="560548"/>
                </a:lnTo>
                <a:lnTo>
                  <a:pt x="1294798" y="560810"/>
                </a:lnTo>
                <a:lnTo>
                  <a:pt x="1295089" y="561060"/>
                </a:lnTo>
                <a:lnTo>
                  <a:pt x="1295384" y="561299"/>
                </a:lnTo>
                <a:lnTo>
                  <a:pt x="1295684" y="561525"/>
                </a:lnTo>
                <a:lnTo>
                  <a:pt x="1295989" y="561740"/>
                </a:lnTo>
                <a:lnTo>
                  <a:pt x="1296298" y="561944"/>
                </a:lnTo>
                <a:lnTo>
                  <a:pt x="1296611" y="562136"/>
                </a:lnTo>
                <a:lnTo>
                  <a:pt x="1296930" y="562316"/>
                </a:lnTo>
                <a:lnTo>
                  <a:pt x="1297252" y="562485"/>
                </a:lnTo>
                <a:lnTo>
                  <a:pt x="1297580" y="562642"/>
                </a:lnTo>
                <a:lnTo>
                  <a:pt x="1297912" y="562787"/>
                </a:lnTo>
                <a:lnTo>
                  <a:pt x="1298249" y="562921"/>
                </a:lnTo>
                <a:lnTo>
                  <a:pt x="1298590" y="563043"/>
                </a:lnTo>
                <a:lnTo>
                  <a:pt x="1298936" y="563154"/>
                </a:lnTo>
                <a:lnTo>
                  <a:pt x="1299287" y="563252"/>
                </a:lnTo>
                <a:lnTo>
                  <a:pt x="1299642" y="563340"/>
                </a:lnTo>
                <a:lnTo>
                  <a:pt x="1300001" y="563415"/>
                </a:lnTo>
                <a:lnTo>
                  <a:pt x="1300366" y="563479"/>
                </a:lnTo>
                <a:lnTo>
                  <a:pt x="1300735" y="563532"/>
                </a:lnTo>
                <a:lnTo>
                  <a:pt x="1301108" y="563572"/>
                </a:lnTo>
                <a:lnTo>
                  <a:pt x="1301487" y="563601"/>
                </a:lnTo>
                <a:lnTo>
                  <a:pt x="1301869" y="563619"/>
                </a:lnTo>
                <a:lnTo>
                  <a:pt x="1302257" y="563625"/>
                </a:lnTo>
                <a:lnTo>
                  <a:pt x="1302519" y="563622"/>
                </a:lnTo>
                <a:lnTo>
                  <a:pt x="1302779" y="563614"/>
                </a:lnTo>
                <a:lnTo>
                  <a:pt x="1303037" y="563601"/>
                </a:lnTo>
                <a:lnTo>
                  <a:pt x="1303293" y="563582"/>
                </a:lnTo>
                <a:lnTo>
                  <a:pt x="1303546" y="563559"/>
                </a:lnTo>
                <a:lnTo>
                  <a:pt x="1303797" y="563530"/>
                </a:lnTo>
                <a:lnTo>
                  <a:pt x="1304046" y="563496"/>
                </a:lnTo>
                <a:close/>
                <a:moveTo>
                  <a:pt x="2176288" y="21993"/>
                </a:moveTo>
                <a:lnTo>
                  <a:pt x="2176618" y="21916"/>
                </a:lnTo>
                <a:lnTo>
                  <a:pt x="2176944" y="21828"/>
                </a:lnTo>
                <a:lnTo>
                  <a:pt x="2177266" y="21730"/>
                </a:lnTo>
                <a:lnTo>
                  <a:pt x="2177583" y="21622"/>
                </a:lnTo>
                <a:lnTo>
                  <a:pt x="2177896" y="21503"/>
                </a:lnTo>
                <a:lnTo>
                  <a:pt x="2178205" y="21374"/>
                </a:lnTo>
                <a:lnTo>
                  <a:pt x="2178509" y="21235"/>
                </a:lnTo>
                <a:lnTo>
                  <a:pt x="2178808" y="21085"/>
                </a:lnTo>
                <a:lnTo>
                  <a:pt x="2179104" y="20926"/>
                </a:lnTo>
                <a:lnTo>
                  <a:pt x="2179395" y="20755"/>
                </a:lnTo>
                <a:lnTo>
                  <a:pt x="2179681" y="20575"/>
                </a:lnTo>
                <a:lnTo>
                  <a:pt x="2179964" y="20384"/>
                </a:lnTo>
                <a:lnTo>
                  <a:pt x="2180241" y="20183"/>
                </a:lnTo>
                <a:lnTo>
                  <a:pt x="2180515" y="19972"/>
                </a:lnTo>
                <a:lnTo>
                  <a:pt x="2180784" y="19750"/>
                </a:lnTo>
                <a:lnTo>
                  <a:pt x="2181048" y="19518"/>
                </a:lnTo>
                <a:lnTo>
                  <a:pt x="2181309" y="19275"/>
                </a:lnTo>
                <a:lnTo>
                  <a:pt x="2181567" y="19026"/>
                </a:lnTo>
                <a:lnTo>
                  <a:pt x="2181813" y="18772"/>
                </a:lnTo>
                <a:lnTo>
                  <a:pt x="2182049" y="18514"/>
                </a:lnTo>
                <a:lnTo>
                  <a:pt x="2182274" y="18252"/>
                </a:lnTo>
                <a:lnTo>
                  <a:pt x="2182488" y="17986"/>
                </a:lnTo>
                <a:lnTo>
                  <a:pt x="2182691" y="17715"/>
                </a:lnTo>
                <a:lnTo>
                  <a:pt x="2182883" y="17441"/>
                </a:lnTo>
                <a:lnTo>
                  <a:pt x="2183064" y="17162"/>
                </a:lnTo>
                <a:lnTo>
                  <a:pt x="2183234" y="16879"/>
                </a:lnTo>
                <a:lnTo>
                  <a:pt x="2183393" y="16592"/>
                </a:lnTo>
                <a:lnTo>
                  <a:pt x="2183541" y="16300"/>
                </a:lnTo>
                <a:lnTo>
                  <a:pt x="2183679" y="16005"/>
                </a:lnTo>
                <a:lnTo>
                  <a:pt x="2183805" y="15705"/>
                </a:lnTo>
                <a:lnTo>
                  <a:pt x="2183920" y="15401"/>
                </a:lnTo>
                <a:lnTo>
                  <a:pt x="2184024" y="15093"/>
                </a:lnTo>
                <a:lnTo>
                  <a:pt x="2184117" y="14781"/>
                </a:lnTo>
                <a:lnTo>
                  <a:pt x="2184200" y="14465"/>
                </a:lnTo>
                <a:lnTo>
                  <a:pt x="2184271" y="14144"/>
                </a:lnTo>
                <a:lnTo>
                  <a:pt x="2184331" y="13820"/>
                </a:lnTo>
                <a:lnTo>
                  <a:pt x="2184381" y="13491"/>
                </a:lnTo>
                <a:lnTo>
                  <a:pt x="2184419" y="13158"/>
                </a:lnTo>
                <a:lnTo>
                  <a:pt x="2184447" y="12821"/>
                </a:lnTo>
                <a:lnTo>
                  <a:pt x="2184463" y="12480"/>
                </a:lnTo>
                <a:lnTo>
                  <a:pt x="2184469" y="12134"/>
                </a:lnTo>
                <a:lnTo>
                  <a:pt x="2184463" y="11788"/>
                </a:lnTo>
                <a:lnTo>
                  <a:pt x="2184447" y="11447"/>
                </a:lnTo>
                <a:lnTo>
                  <a:pt x="2184419" y="11110"/>
                </a:lnTo>
                <a:lnTo>
                  <a:pt x="2184381" y="10777"/>
                </a:lnTo>
                <a:lnTo>
                  <a:pt x="2184331" y="10448"/>
                </a:lnTo>
                <a:lnTo>
                  <a:pt x="2184271" y="10124"/>
                </a:lnTo>
                <a:lnTo>
                  <a:pt x="2184200" y="9803"/>
                </a:lnTo>
                <a:lnTo>
                  <a:pt x="2184117" y="9487"/>
                </a:lnTo>
                <a:lnTo>
                  <a:pt x="2184024" y="9175"/>
                </a:lnTo>
                <a:lnTo>
                  <a:pt x="2183920" y="8867"/>
                </a:lnTo>
                <a:lnTo>
                  <a:pt x="2183805" y="8563"/>
                </a:lnTo>
                <a:lnTo>
                  <a:pt x="2183679" y="8263"/>
                </a:lnTo>
                <a:lnTo>
                  <a:pt x="2183541" y="7968"/>
                </a:lnTo>
                <a:lnTo>
                  <a:pt x="2183393" y="7676"/>
                </a:lnTo>
                <a:lnTo>
                  <a:pt x="2183234" y="7389"/>
                </a:lnTo>
                <a:lnTo>
                  <a:pt x="2183064" y="7106"/>
                </a:lnTo>
                <a:lnTo>
                  <a:pt x="2182883" y="6827"/>
                </a:lnTo>
                <a:lnTo>
                  <a:pt x="2182691" y="6553"/>
                </a:lnTo>
                <a:lnTo>
                  <a:pt x="2182488" y="6282"/>
                </a:lnTo>
                <a:lnTo>
                  <a:pt x="2182274" y="6016"/>
                </a:lnTo>
                <a:lnTo>
                  <a:pt x="2182049" y="5754"/>
                </a:lnTo>
                <a:lnTo>
                  <a:pt x="2181813" y="5496"/>
                </a:lnTo>
                <a:lnTo>
                  <a:pt x="2181567" y="5242"/>
                </a:lnTo>
                <a:lnTo>
                  <a:pt x="2181309" y="4993"/>
                </a:lnTo>
                <a:lnTo>
                  <a:pt x="2181048" y="4750"/>
                </a:lnTo>
                <a:lnTo>
                  <a:pt x="2180784" y="4518"/>
                </a:lnTo>
                <a:lnTo>
                  <a:pt x="2180515" y="4296"/>
                </a:lnTo>
                <a:lnTo>
                  <a:pt x="2180241" y="4085"/>
                </a:lnTo>
                <a:lnTo>
                  <a:pt x="2179964" y="3884"/>
                </a:lnTo>
                <a:lnTo>
                  <a:pt x="2179681" y="3693"/>
                </a:lnTo>
                <a:lnTo>
                  <a:pt x="2179395" y="3513"/>
                </a:lnTo>
                <a:lnTo>
                  <a:pt x="2179104" y="3342"/>
                </a:lnTo>
                <a:lnTo>
                  <a:pt x="2178808" y="3183"/>
                </a:lnTo>
                <a:lnTo>
                  <a:pt x="2178509" y="3033"/>
                </a:lnTo>
                <a:lnTo>
                  <a:pt x="2178205" y="2894"/>
                </a:lnTo>
                <a:lnTo>
                  <a:pt x="2177896" y="2765"/>
                </a:lnTo>
                <a:lnTo>
                  <a:pt x="2177583" y="2646"/>
                </a:lnTo>
                <a:lnTo>
                  <a:pt x="2177266" y="2538"/>
                </a:lnTo>
                <a:lnTo>
                  <a:pt x="2176944" y="2440"/>
                </a:lnTo>
                <a:lnTo>
                  <a:pt x="2176618" y="2352"/>
                </a:lnTo>
                <a:lnTo>
                  <a:pt x="2176288" y="2275"/>
                </a:lnTo>
                <a:lnTo>
                  <a:pt x="2175953" y="2208"/>
                </a:lnTo>
                <a:lnTo>
                  <a:pt x="2175613" y="2151"/>
                </a:lnTo>
                <a:lnTo>
                  <a:pt x="2175270" y="2105"/>
                </a:lnTo>
                <a:lnTo>
                  <a:pt x="2174922" y="2069"/>
                </a:lnTo>
                <a:lnTo>
                  <a:pt x="2174569" y="2043"/>
                </a:lnTo>
                <a:lnTo>
                  <a:pt x="2174213" y="2027"/>
                </a:lnTo>
                <a:lnTo>
                  <a:pt x="2173851" y="2022"/>
                </a:lnTo>
                <a:lnTo>
                  <a:pt x="2173490" y="2027"/>
                </a:lnTo>
                <a:lnTo>
                  <a:pt x="2173133" y="2043"/>
                </a:lnTo>
                <a:lnTo>
                  <a:pt x="2172780" y="2069"/>
                </a:lnTo>
                <a:lnTo>
                  <a:pt x="2172431" y="2105"/>
                </a:lnTo>
                <a:lnTo>
                  <a:pt x="2172087" y="2151"/>
                </a:lnTo>
                <a:lnTo>
                  <a:pt x="2171746" y="2208"/>
                </a:lnTo>
                <a:lnTo>
                  <a:pt x="2171410" y="2275"/>
                </a:lnTo>
                <a:lnTo>
                  <a:pt x="2171078" y="2352"/>
                </a:lnTo>
                <a:lnTo>
                  <a:pt x="2170750" y="2440"/>
                </a:lnTo>
                <a:lnTo>
                  <a:pt x="2170426" y="2538"/>
                </a:lnTo>
                <a:lnTo>
                  <a:pt x="2170106" y="2646"/>
                </a:lnTo>
                <a:lnTo>
                  <a:pt x="2169791" y="2765"/>
                </a:lnTo>
                <a:lnTo>
                  <a:pt x="2169480" y="2894"/>
                </a:lnTo>
                <a:lnTo>
                  <a:pt x="2169173" y="3033"/>
                </a:lnTo>
                <a:lnTo>
                  <a:pt x="2168870" y="3183"/>
                </a:lnTo>
                <a:lnTo>
                  <a:pt x="2168571" y="3342"/>
                </a:lnTo>
                <a:lnTo>
                  <a:pt x="2168276" y="3513"/>
                </a:lnTo>
                <a:lnTo>
                  <a:pt x="2167986" y="3693"/>
                </a:lnTo>
                <a:lnTo>
                  <a:pt x="2167700" y="3884"/>
                </a:lnTo>
                <a:lnTo>
                  <a:pt x="2167417" y="4085"/>
                </a:lnTo>
                <a:lnTo>
                  <a:pt x="2167140" y="4296"/>
                </a:lnTo>
                <a:lnTo>
                  <a:pt x="2166866" y="4518"/>
                </a:lnTo>
                <a:lnTo>
                  <a:pt x="2166596" y="4750"/>
                </a:lnTo>
                <a:lnTo>
                  <a:pt x="2166331" y="4993"/>
                </a:lnTo>
                <a:lnTo>
                  <a:pt x="2166078" y="5242"/>
                </a:lnTo>
                <a:lnTo>
                  <a:pt x="2165836" y="5496"/>
                </a:lnTo>
                <a:lnTo>
                  <a:pt x="2165605" y="5754"/>
                </a:lnTo>
                <a:lnTo>
                  <a:pt x="2165385" y="6016"/>
                </a:lnTo>
                <a:lnTo>
                  <a:pt x="2165175" y="6282"/>
                </a:lnTo>
                <a:lnTo>
                  <a:pt x="2164976" y="6553"/>
                </a:lnTo>
                <a:lnTo>
                  <a:pt x="2164788" y="6827"/>
                </a:lnTo>
                <a:lnTo>
                  <a:pt x="2164610" y="7106"/>
                </a:lnTo>
                <a:lnTo>
                  <a:pt x="2164444" y="7389"/>
                </a:lnTo>
                <a:lnTo>
                  <a:pt x="2164288" y="7676"/>
                </a:lnTo>
                <a:lnTo>
                  <a:pt x="2164143" y="7968"/>
                </a:lnTo>
                <a:lnTo>
                  <a:pt x="2164008" y="8263"/>
                </a:lnTo>
                <a:lnTo>
                  <a:pt x="2163885" y="8563"/>
                </a:lnTo>
                <a:lnTo>
                  <a:pt x="2163772" y="8867"/>
                </a:lnTo>
                <a:lnTo>
                  <a:pt x="2163670" y="9175"/>
                </a:lnTo>
                <a:lnTo>
                  <a:pt x="2163578" y="9487"/>
                </a:lnTo>
                <a:lnTo>
                  <a:pt x="2163497" y="9803"/>
                </a:lnTo>
                <a:lnTo>
                  <a:pt x="2163428" y="10124"/>
                </a:lnTo>
                <a:lnTo>
                  <a:pt x="2163368" y="10448"/>
                </a:lnTo>
                <a:lnTo>
                  <a:pt x="2163320" y="10777"/>
                </a:lnTo>
                <a:lnTo>
                  <a:pt x="2163282" y="11110"/>
                </a:lnTo>
                <a:lnTo>
                  <a:pt x="2163256" y="11447"/>
                </a:lnTo>
                <a:lnTo>
                  <a:pt x="2163239" y="11788"/>
                </a:lnTo>
                <a:lnTo>
                  <a:pt x="2163234" y="12134"/>
                </a:lnTo>
                <a:lnTo>
                  <a:pt x="2163239" y="12480"/>
                </a:lnTo>
                <a:lnTo>
                  <a:pt x="2163256" y="12821"/>
                </a:lnTo>
                <a:lnTo>
                  <a:pt x="2163282" y="13158"/>
                </a:lnTo>
                <a:lnTo>
                  <a:pt x="2163320" y="13491"/>
                </a:lnTo>
                <a:lnTo>
                  <a:pt x="2163368" y="13820"/>
                </a:lnTo>
                <a:lnTo>
                  <a:pt x="2163428" y="14144"/>
                </a:lnTo>
                <a:lnTo>
                  <a:pt x="2163497" y="14465"/>
                </a:lnTo>
                <a:lnTo>
                  <a:pt x="2163578" y="14781"/>
                </a:lnTo>
                <a:lnTo>
                  <a:pt x="2163670" y="15093"/>
                </a:lnTo>
                <a:lnTo>
                  <a:pt x="2163772" y="15401"/>
                </a:lnTo>
                <a:lnTo>
                  <a:pt x="2163885" y="15705"/>
                </a:lnTo>
                <a:lnTo>
                  <a:pt x="2164008" y="16005"/>
                </a:lnTo>
                <a:lnTo>
                  <a:pt x="2164143" y="16300"/>
                </a:lnTo>
                <a:lnTo>
                  <a:pt x="2164288" y="16592"/>
                </a:lnTo>
                <a:lnTo>
                  <a:pt x="2164444" y="16879"/>
                </a:lnTo>
                <a:lnTo>
                  <a:pt x="2164610" y="17162"/>
                </a:lnTo>
                <a:lnTo>
                  <a:pt x="2164788" y="17441"/>
                </a:lnTo>
                <a:lnTo>
                  <a:pt x="2164976" y="17715"/>
                </a:lnTo>
                <a:lnTo>
                  <a:pt x="2165175" y="17986"/>
                </a:lnTo>
                <a:lnTo>
                  <a:pt x="2165385" y="18252"/>
                </a:lnTo>
                <a:lnTo>
                  <a:pt x="2165605" y="18514"/>
                </a:lnTo>
                <a:lnTo>
                  <a:pt x="2165836" y="18772"/>
                </a:lnTo>
                <a:lnTo>
                  <a:pt x="2166078" y="19026"/>
                </a:lnTo>
                <a:lnTo>
                  <a:pt x="2166331" y="19275"/>
                </a:lnTo>
                <a:lnTo>
                  <a:pt x="2166596" y="19518"/>
                </a:lnTo>
                <a:lnTo>
                  <a:pt x="2166866" y="19750"/>
                </a:lnTo>
                <a:lnTo>
                  <a:pt x="2167140" y="19972"/>
                </a:lnTo>
                <a:lnTo>
                  <a:pt x="2167417" y="20183"/>
                </a:lnTo>
                <a:lnTo>
                  <a:pt x="2167700" y="20384"/>
                </a:lnTo>
                <a:lnTo>
                  <a:pt x="2167986" y="20575"/>
                </a:lnTo>
                <a:lnTo>
                  <a:pt x="2168276" y="20755"/>
                </a:lnTo>
                <a:lnTo>
                  <a:pt x="2168571" y="20926"/>
                </a:lnTo>
                <a:lnTo>
                  <a:pt x="2168870" y="21085"/>
                </a:lnTo>
                <a:lnTo>
                  <a:pt x="2169173" y="21235"/>
                </a:lnTo>
                <a:lnTo>
                  <a:pt x="2169480" y="21374"/>
                </a:lnTo>
                <a:lnTo>
                  <a:pt x="2169791" y="21503"/>
                </a:lnTo>
                <a:lnTo>
                  <a:pt x="2170106" y="21622"/>
                </a:lnTo>
                <a:lnTo>
                  <a:pt x="2170426" y="21730"/>
                </a:lnTo>
                <a:lnTo>
                  <a:pt x="2170750" y="21828"/>
                </a:lnTo>
                <a:lnTo>
                  <a:pt x="2171078" y="21916"/>
                </a:lnTo>
                <a:lnTo>
                  <a:pt x="2171410" y="21993"/>
                </a:lnTo>
                <a:lnTo>
                  <a:pt x="2171746" y="22060"/>
                </a:lnTo>
                <a:lnTo>
                  <a:pt x="2172087" y="22117"/>
                </a:lnTo>
                <a:lnTo>
                  <a:pt x="2172431" y="22163"/>
                </a:lnTo>
                <a:lnTo>
                  <a:pt x="2172780" y="22199"/>
                </a:lnTo>
                <a:lnTo>
                  <a:pt x="2173133" y="22225"/>
                </a:lnTo>
                <a:lnTo>
                  <a:pt x="2173490" y="22241"/>
                </a:lnTo>
                <a:lnTo>
                  <a:pt x="2173851" y="22246"/>
                </a:lnTo>
                <a:lnTo>
                  <a:pt x="2174213" y="22241"/>
                </a:lnTo>
                <a:lnTo>
                  <a:pt x="2174569" y="22225"/>
                </a:lnTo>
                <a:lnTo>
                  <a:pt x="2174922" y="22199"/>
                </a:lnTo>
                <a:lnTo>
                  <a:pt x="2175270" y="22163"/>
                </a:lnTo>
                <a:lnTo>
                  <a:pt x="2175613" y="22117"/>
                </a:lnTo>
                <a:lnTo>
                  <a:pt x="2175953" y="22060"/>
                </a:lnTo>
                <a:lnTo>
                  <a:pt x="2176288" y="21993"/>
                </a:lnTo>
                <a:close/>
                <a:moveTo>
                  <a:pt x="2361552" y="21993"/>
                </a:moveTo>
                <a:lnTo>
                  <a:pt x="2361883" y="21916"/>
                </a:lnTo>
                <a:lnTo>
                  <a:pt x="2362209" y="21828"/>
                </a:lnTo>
                <a:lnTo>
                  <a:pt x="2362531" y="21730"/>
                </a:lnTo>
                <a:lnTo>
                  <a:pt x="2362848" y="21622"/>
                </a:lnTo>
                <a:lnTo>
                  <a:pt x="2363161" y="21503"/>
                </a:lnTo>
                <a:lnTo>
                  <a:pt x="2363469" y="21374"/>
                </a:lnTo>
                <a:lnTo>
                  <a:pt x="2363773" y="21235"/>
                </a:lnTo>
                <a:lnTo>
                  <a:pt x="2364073" y="21085"/>
                </a:lnTo>
                <a:lnTo>
                  <a:pt x="2364369" y="20926"/>
                </a:lnTo>
                <a:lnTo>
                  <a:pt x="2364660" y="20755"/>
                </a:lnTo>
                <a:lnTo>
                  <a:pt x="2364946" y="20575"/>
                </a:lnTo>
                <a:lnTo>
                  <a:pt x="2365228" y="20384"/>
                </a:lnTo>
                <a:lnTo>
                  <a:pt x="2365506" y="20183"/>
                </a:lnTo>
                <a:lnTo>
                  <a:pt x="2365780" y="19972"/>
                </a:lnTo>
                <a:lnTo>
                  <a:pt x="2366049" y="19750"/>
                </a:lnTo>
                <a:lnTo>
                  <a:pt x="2366313" y="19518"/>
                </a:lnTo>
                <a:lnTo>
                  <a:pt x="2366573" y="19275"/>
                </a:lnTo>
                <a:lnTo>
                  <a:pt x="2366831" y="19026"/>
                </a:lnTo>
                <a:lnTo>
                  <a:pt x="2367078" y="18772"/>
                </a:lnTo>
                <a:lnTo>
                  <a:pt x="2367314" y="18514"/>
                </a:lnTo>
                <a:lnTo>
                  <a:pt x="2367539" y="18252"/>
                </a:lnTo>
                <a:lnTo>
                  <a:pt x="2367753" y="17986"/>
                </a:lnTo>
                <a:lnTo>
                  <a:pt x="2367956" y="17715"/>
                </a:lnTo>
                <a:lnTo>
                  <a:pt x="2368148" y="17441"/>
                </a:lnTo>
                <a:lnTo>
                  <a:pt x="2368329" y="17162"/>
                </a:lnTo>
                <a:lnTo>
                  <a:pt x="2368499" y="16879"/>
                </a:lnTo>
                <a:lnTo>
                  <a:pt x="2368658" y="16592"/>
                </a:lnTo>
                <a:lnTo>
                  <a:pt x="2368806" y="16300"/>
                </a:lnTo>
                <a:lnTo>
                  <a:pt x="2368944" y="16005"/>
                </a:lnTo>
                <a:lnTo>
                  <a:pt x="2369070" y="15705"/>
                </a:lnTo>
                <a:lnTo>
                  <a:pt x="2369185" y="15401"/>
                </a:lnTo>
                <a:lnTo>
                  <a:pt x="2369289" y="15093"/>
                </a:lnTo>
                <a:lnTo>
                  <a:pt x="2369382" y="14781"/>
                </a:lnTo>
                <a:lnTo>
                  <a:pt x="2369465" y="14465"/>
                </a:lnTo>
                <a:lnTo>
                  <a:pt x="2369536" y="14144"/>
                </a:lnTo>
                <a:lnTo>
                  <a:pt x="2369596" y="13820"/>
                </a:lnTo>
                <a:lnTo>
                  <a:pt x="2369646" y="13491"/>
                </a:lnTo>
                <a:lnTo>
                  <a:pt x="2369684" y="13158"/>
                </a:lnTo>
                <a:lnTo>
                  <a:pt x="2369712" y="12821"/>
                </a:lnTo>
                <a:lnTo>
                  <a:pt x="2369728" y="12480"/>
                </a:lnTo>
                <a:lnTo>
                  <a:pt x="2369734" y="12134"/>
                </a:lnTo>
                <a:lnTo>
                  <a:pt x="2369728" y="11788"/>
                </a:lnTo>
                <a:lnTo>
                  <a:pt x="2369712" y="11447"/>
                </a:lnTo>
                <a:lnTo>
                  <a:pt x="2369684" y="11110"/>
                </a:lnTo>
                <a:lnTo>
                  <a:pt x="2369646" y="10777"/>
                </a:lnTo>
                <a:lnTo>
                  <a:pt x="2369596" y="10448"/>
                </a:lnTo>
                <a:lnTo>
                  <a:pt x="2369536" y="10124"/>
                </a:lnTo>
                <a:lnTo>
                  <a:pt x="2369465" y="9803"/>
                </a:lnTo>
                <a:lnTo>
                  <a:pt x="2369382" y="9487"/>
                </a:lnTo>
                <a:lnTo>
                  <a:pt x="2369289" y="9175"/>
                </a:lnTo>
                <a:lnTo>
                  <a:pt x="2369185" y="8867"/>
                </a:lnTo>
                <a:lnTo>
                  <a:pt x="2369070" y="8563"/>
                </a:lnTo>
                <a:lnTo>
                  <a:pt x="2368944" y="8263"/>
                </a:lnTo>
                <a:lnTo>
                  <a:pt x="2368806" y="7968"/>
                </a:lnTo>
                <a:lnTo>
                  <a:pt x="2368658" y="7676"/>
                </a:lnTo>
                <a:lnTo>
                  <a:pt x="2368499" y="7389"/>
                </a:lnTo>
                <a:lnTo>
                  <a:pt x="2368329" y="7106"/>
                </a:lnTo>
                <a:lnTo>
                  <a:pt x="2368148" y="6827"/>
                </a:lnTo>
                <a:lnTo>
                  <a:pt x="2367956" y="6553"/>
                </a:lnTo>
                <a:lnTo>
                  <a:pt x="2367753" y="6282"/>
                </a:lnTo>
                <a:lnTo>
                  <a:pt x="2367539" y="6016"/>
                </a:lnTo>
                <a:lnTo>
                  <a:pt x="2367314" y="5754"/>
                </a:lnTo>
                <a:lnTo>
                  <a:pt x="2367078" y="5496"/>
                </a:lnTo>
                <a:lnTo>
                  <a:pt x="2366831" y="5242"/>
                </a:lnTo>
                <a:lnTo>
                  <a:pt x="2366573" y="4993"/>
                </a:lnTo>
                <a:lnTo>
                  <a:pt x="2366313" y="4750"/>
                </a:lnTo>
                <a:lnTo>
                  <a:pt x="2366049" y="4518"/>
                </a:lnTo>
                <a:lnTo>
                  <a:pt x="2365780" y="4296"/>
                </a:lnTo>
                <a:lnTo>
                  <a:pt x="2365506" y="4085"/>
                </a:lnTo>
                <a:lnTo>
                  <a:pt x="2365228" y="3884"/>
                </a:lnTo>
                <a:lnTo>
                  <a:pt x="2364946" y="3693"/>
                </a:lnTo>
                <a:lnTo>
                  <a:pt x="2364660" y="3513"/>
                </a:lnTo>
                <a:lnTo>
                  <a:pt x="2364369" y="3342"/>
                </a:lnTo>
                <a:lnTo>
                  <a:pt x="2364073" y="3183"/>
                </a:lnTo>
                <a:lnTo>
                  <a:pt x="2363773" y="3033"/>
                </a:lnTo>
                <a:lnTo>
                  <a:pt x="2363469" y="2894"/>
                </a:lnTo>
                <a:lnTo>
                  <a:pt x="2363161" y="2765"/>
                </a:lnTo>
                <a:lnTo>
                  <a:pt x="2362848" y="2646"/>
                </a:lnTo>
                <a:lnTo>
                  <a:pt x="2362531" y="2538"/>
                </a:lnTo>
                <a:lnTo>
                  <a:pt x="2362209" y="2440"/>
                </a:lnTo>
                <a:lnTo>
                  <a:pt x="2361883" y="2352"/>
                </a:lnTo>
                <a:lnTo>
                  <a:pt x="2361552" y="2275"/>
                </a:lnTo>
                <a:lnTo>
                  <a:pt x="2361218" y="2208"/>
                </a:lnTo>
                <a:lnTo>
                  <a:pt x="2360878" y="2151"/>
                </a:lnTo>
                <a:lnTo>
                  <a:pt x="2360535" y="2105"/>
                </a:lnTo>
                <a:lnTo>
                  <a:pt x="2360187" y="2069"/>
                </a:lnTo>
                <a:lnTo>
                  <a:pt x="2359834" y="2043"/>
                </a:lnTo>
                <a:lnTo>
                  <a:pt x="2359477" y="2027"/>
                </a:lnTo>
                <a:lnTo>
                  <a:pt x="2359116" y="2022"/>
                </a:lnTo>
                <a:lnTo>
                  <a:pt x="2358755" y="2027"/>
                </a:lnTo>
                <a:lnTo>
                  <a:pt x="2358398" y="2043"/>
                </a:lnTo>
                <a:lnTo>
                  <a:pt x="2358045" y="2069"/>
                </a:lnTo>
                <a:lnTo>
                  <a:pt x="2357696" y="2105"/>
                </a:lnTo>
                <a:lnTo>
                  <a:pt x="2357351" y="2151"/>
                </a:lnTo>
                <a:lnTo>
                  <a:pt x="2357011" y="2208"/>
                </a:lnTo>
                <a:lnTo>
                  <a:pt x="2356675" y="2275"/>
                </a:lnTo>
                <a:lnTo>
                  <a:pt x="2356342" y="2352"/>
                </a:lnTo>
                <a:lnTo>
                  <a:pt x="2356014" y="2440"/>
                </a:lnTo>
                <a:lnTo>
                  <a:pt x="2355691" y="2538"/>
                </a:lnTo>
                <a:lnTo>
                  <a:pt x="2355371" y="2646"/>
                </a:lnTo>
                <a:lnTo>
                  <a:pt x="2355056" y="2765"/>
                </a:lnTo>
                <a:lnTo>
                  <a:pt x="2354744" y="2894"/>
                </a:lnTo>
                <a:lnTo>
                  <a:pt x="2354437" y="3033"/>
                </a:lnTo>
                <a:lnTo>
                  <a:pt x="2354134" y="3183"/>
                </a:lnTo>
                <a:lnTo>
                  <a:pt x="2353836" y="3342"/>
                </a:lnTo>
                <a:lnTo>
                  <a:pt x="2353541" y="3513"/>
                </a:lnTo>
                <a:lnTo>
                  <a:pt x="2353251" y="3693"/>
                </a:lnTo>
                <a:lnTo>
                  <a:pt x="2352964" y="3884"/>
                </a:lnTo>
                <a:lnTo>
                  <a:pt x="2352682" y="4085"/>
                </a:lnTo>
                <a:lnTo>
                  <a:pt x="2352404" y="4296"/>
                </a:lnTo>
                <a:lnTo>
                  <a:pt x="2352131" y="4518"/>
                </a:lnTo>
                <a:lnTo>
                  <a:pt x="2351861" y="4750"/>
                </a:lnTo>
                <a:lnTo>
                  <a:pt x="2351596" y="4993"/>
                </a:lnTo>
                <a:lnTo>
                  <a:pt x="2351343" y="5242"/>
                </a:lnTo>
                <a:lnTo>
                  <a:pt x="2351101" y="5496"/>
                </a:lnTo>
                <a:lnTo>
                  <a:pt x="2350870" y="5754"/>
                </a:lnTo>
                <a:lnTo>
                  <a:pt x="2350649" y="6016"/>
                </a:lnTo>
                <a:lnTo>
                  <a:pt x="2350440" y="6282"/>
                </a:lnTo>
                <a:lnTo>
                  <a:pt x="2350241" y="6553"/>
                </a:lnTo>
                <a:lnTo>
                  <a:pt x="2350053" y="6827"/>
                </a:lnTo>
                <a:lnTo>
                  <a:pt x="2349875" y="7106"/>
                </a:lnTo>
                <a:lnTo>
                  <a:pt x="2349709" y="7389"/>
                </a:lnTo>
                <a:lnTo>
                  <a:pt x="2349553" y="7676"/>
                </a:lnTo>
                <a:lnTo>
                  <a:pt x="2349407" y="7968"/>
                </a:lnTo>
                <a:lnTo>
                  <a:pt x="2349273" y="8263"/>
                </a:lnTo>
                <a:lnTo>
                  <a:pt x="2349149" y="8563"/>
                </a:lnTo>
                <a:lnTo>
                  <a:pt x="2349036" y="8867"/>
                </a:lnTo>
                <a:lnTo>
                  <a:pt x="2348934" y="9175"/>
                </a:lnTo>
                <a:lnTo>
                  <a:pt x="2348843" y="9487"/>
                </a:lnTo>
                <a:lnTo>
                  <a:pt x="2348762" y="9803"/>
                </a:lnTo>
                <a:lnTo>
                  <a:pt x="2348692" y="10124"/>
                </a:lnTo>
                <a:lnTo>
                  <a:pt x="2348633" y="10448"/>
                </a:lnTo>
                <a:lnTo>
                  <a:pt x="2348585" y="10777"/>
                </a:lnTo>
                <a:lnTo>
                  <a:pt x="2348547" y="11110"/>
                </a:lnTo>
                <a:lnTo>
                  <a:pt x="2348520" y="11447"/>
                </a:lnTo>
                <a:lnTo>
                  <a:pt x="2348504" y="11788"/>
                </a:lnTo>
                <a:lnTo>
                  <a:pt x="2348499" y="12134"/>
                </a:lnTo>
                <a:lnTo>
                  <a:pt x="2348504" y="12480"/>
                </a:lnTo>
                <a:lnTo>
                  <a:pt x="2348520" y="12821"/>
                </a:lnTo>
                <a:lnTo>
                  <a:pt x="2348547" y="13158"/>
                </a:lnTo>
                <a:lnTo>
                  <a:pt x="2348585" y="13491"/>
                </a:lnTo>
                <a:lnTo>
                  <a:pt x="2348633" y="13820"/>
                </a:lnTo>
                <a:lnTo>
                  <a:pt x="2348692" y="14144"/>
                </a:lnTo>
                <a:lnTo>
                  <a:pt x="2348762" y="14465"/>
                </a:lnTo>
                <a:lnTo>
                  <a:pt x="2348843" y="14781"/>
                </a:lnTo>
                <a:lnTo>
                  <a:pt x="2348934" y="15093"/>
                </a:lnTo>
                <a:lnTo>
                  <a:pt x="2349036" y="15401"/>
                </a:lnTo>
                <a:lnTo>
                  <a:pt x="2349149" y="15705"/>
                </a:lnTo>
                <a:lnTo>
                  <a:pt x="2349273" y="16005"/>
                </a:lnTo>
                <a:lnTo>
                  <a:pt x="2349407" y="16300"/>
                </a:lnTo>
                <a:lnTo>
                  <a:pt x="2349553" y="16592"/>
                </a:lnTo>
                <a:lnTo>
                  <a:pt x="2349709" y="16879"/>
                </a:lnTo>
                <a:lnTo>
                  <a:pt x="2349875" y="17162"/>
                </a:lnTo>
                <a:lnTo>
                  <a:pt x="2350053" y="17441"/>
                </a:lnTo>
                <a:lnTo>
                  <a:pt x="2350241" y="17715"/>
                </a:lnTo>
                <a:lnTo>
                  <a:pt x="2350440" y="17986"/>
                </a:lnTo>
                <a:lnTo>
                  <a:pt x="2350649" y="18252"/>
                </a:lnTo>
                <a:lnTo>
                  <a:pt x="2350870" y="18514"/>
                </a:lnTo>
                <a:lnTo>
                  <a:pt x="2351101" y="18772"/>
                </a:lnTo>
                <a:lnTo>
                  <a:pt x="2351343" y="19026"/>
                </a:lnTo>
                <a:lnTo>
                  <a:pt x="2351596" y="19275"/>
                </a:lnTo>
                <a:lnTo>
                  <a:pt x="2351861" y="19518"/>
                </a:lnTo>
                <a:lnTo>
                  <a:pt x="2352131" y="19750"/>
                </a:lnTo>
                <a:lnTo>
                  <a:pt x="2352404" y="19972"/>
                </a:lnTo>
                <a:lnTo>
                  <a:pt x="2352682" y="20183"/>
                </a:lnTo>
                <a:lnTo>
                  <a:pt x="2352964" y="20384"/>
                </a:lnTo>
                <a:lnTo>
                  <a:pt x="2353251" y="20575"/>
                </a:lnTo>
                <a:lnTo>
                  <a:pt x="2353541" y="20755"/>
                </a:lnTo>
                <a:lnTo>
                  <a:pt x="2353836" y="20926"/>
                </a:lnTo>
                <a:lnTo>
                  <a:pt x="2354134" y="21085"/>
                </a:lnTo>
                <a:lnTo>
                  <a:pt x="2354437" y="21235"/>
                </a:lnTo>
                <a:lnTo>
                  <a:pt x="2354744" y="21374"/>
                </a:lnTo>
                <a:lnTo>
                  <a:pt x="2355056" y="21503"/>
                </a:lnTo>
                <a:lnTo>
                  <a:pt x="2355371" y="21622"/>
                </a:lnTo>
                <a:lnTo>
                  <a:pt x="2355691" y="21730"/>
                </a:lnTo>
                <a:lnTo>
                  <a:pt x="2356014" y="21828"/>
                </a:lnTo>
                <a:lnTo>
                  <a:pt x="2356342" y="21916"/>
                </a:lnTo>
                <a:lnTo>
                  <a:pt x="2356675" y="21993"/>
                </a:lnTo>
                <a:lnTo>
                  <a:pt x="2357011" y="22060"/>
                </a:lnTo>
                <a:lnTo>
                  <a:pt x="2357351" y="22117"/>
                </a:lnTo>
                <a:lnTo>
                  <a:pt x="2357696" y="22163"/>
                </a:lnTo>
                <a:lnTo>
                  <a:pt x="2358045" y="22199"/>
                </a:lnTo>
                <a:lnTo>
                  <a:pt x="2358398" y="22225"/>
                </a:lnTo>
                <a:lnTo>
                  <a:pt x="2358755" y="22241"/>
                </a:lnTo>
                <a:lnTo>
                  <a:pt x="2359116" y="22246"/>
                </a:lnTo>
                <a:lnTo>
                  <a:pt x="2359477" y="22241"/>
                </a:lnTo>
                <a:lnTo>
                  <a:pt x="2359834" y="22225"/>
                </a:lnTo>
                <a:lnTo>
                  <a:pt x="2360187" y="22199"/>
                </a:lnTo>
                <a:lnTo>
                  <a:pt x="2360535" y="22163"/>
                </a:lnTo>
                <a:lnTo>
                  <a:pt x="2360878" y="22117"/>
                </a:lnTo>
                <a:lnTo>
                  <a:pt x="2361218" y="22060"/>
                </a:lnTo>
                <a:lnTo>
                  <a:pt x="2361552" y="21993"/>
                </a:lnTo>
                <a:close/>
                <a:moveTo>
                  <a:pt x="1940027" y="87881"/>
                </a:moveTo>
                <a:lnTo>
                  <a:pt x="1941163" y="87757"/>
                </a:lnTo>
                <a:lnTo>
                  <a:pt x="1942280" y="87613"/>
                </a:lnTo>
                <a:lnTo>
                  <a:pt x="1943378" y="87451"/>
                </a:lnTo>
                <a:lnTo>
                  <a:pt x="1944458" y="87270"/>
                </a:lnTo>
                <a:lnTo>
                  <a:pt x="1945518" y="87069"/>
                </a:lnTo>
                <a:lnTo>
                  <a:pt x="1946560" y="86850"/>
                </a:lnTo>
                <a:lnTo>
                  <a:pt x="1947583" y="86611"/>
                </a:lnTo>
                <a:lnTo>
                  <a:pt x="1948587" y="86353"/>
                </a:lnTo>
                <a:lnTo>
                  <a:pt x="1949572" y="86077"/>
                </a:lnTo>
                <a:lnTo>
                  <a:pt x="1950538" y="85781"/>
                </a:lnTo>
                <a:lnTo>
                  <a:pt x="1951485" y="85466"/>
                </a:lnTo>
                <a:lnTo>
                  <a:pt x="1952414" y="85132"/>
                </a:lnTo>
                <a:lnTo>
                  <a:pt x="1953323" y="84778"/>
                </a:lnTo>
                <a:lnTo>
                  <a:pt x="1954214" y="84406"/>
                </a:lnTo>
                <a:lnTo>
                  <a:pt x="1955086" y="84015"/>
                </a:lnTo>
                <a:lnTo>
                  <a:pt x="1955939" y="83604"/>
                </a:lnTo>
                <a:lnTo>
                  <a:pt x="1956773" y="83175"/>
                </a:lnTo>
                <a:lnTo>
                  <a:pt x="1957588" y="82726"/>
                </a:lnTo>
                <a:lnTo>
                  <a:pt x="1958385" y="82256"/>
                </a:lnTo>
                <a:lnTo>
                  <a:pt x="1959164" y="81773"/>
                </a:lnTo>
                <a:lnTo>
                  <a:pt x="1959926" y="81277"/>
                </a:lnTo>
                <a:lnTo>
                  <a:pt x="1960671" y="80767"/>
                </a:lnTo>
                <a:lnTo>
                  <a:pt x="1961397" y="80244"/>
                </a:lnTo>
                <a:lnTo>
                  <a:pt x="1962107" y="79708"/>
                </a:lnTo>
                <a:lnTo>
                  <a:pt x="1962798" y="79159"/>
                </a:lnTo>
                <a:lnTo>
                  <a:pt x="1963472" y="78597"/>
                </a:lnTo>
                <a:lnTo>
                  <a:pt x="1964129" y="78022"/>
                </a:lnTo>
                <a:lnTo>
                  <a:pt x="1964768" y="77433"/>
                </a:lnTo>
                <a:lnTo>
                  <a:pt x="1965389" y="76832"/>
                </a:lnTo>
                <a:lnTo>
                  <a:pt x="1965993" y="76217"/>
                </a:lnTo>
                <a:lnTo>
                  <a:pt x="1966580" y="75589"/>
                </a:lnTo>
                <a:lnTo>
                  <a:pt x="1967148" y="74947"/>
                </a:lnTo>
                <a:lnTo>
                  <a:pt x="1967700" y="74293"/>
                </a:lnTo>
                <a:lnTo>
                  <a:pt x="1968233" y="73626"/>
                </a:lnTo>
                <a:lnTo>
                  <a:pt x="1968749" y="72945"/>
                </a:lnTo>
                <a:lnTo>
                  <a:pt x="1969248" y="72251"/>
                </a:lnTo>
                <a:lnTo>
                  <a:pt x="1969729" y="71544"/>
                </a:lnTo>
                <a:lnTo>
                  <a:pt x="1970192" y="70824"/>
                </a:lnTo>
                <a:lnTo>
                  <a:pt x="1970638" y="70090"/>
                </a:lnTo>
                <a:lnTo>
                  <a:pt x="1971067" y="69344"/>
                </a:lnTo>
                <a:lnTo>
                  <a:pt x="1971477" y="68584"/>
                </a:lnTo>
                <a:lnTo>
                  <a:pt x="1971871" y="67811"/>
                </a:lnTo>
                <a:lnTo>
                  <a:pt x="1972252" y="67028"/>
                </a:lnTo>
                <a:lnTo>
                  <a:pt x="1972618" y="66238"/>
                </a:lnTo>
                <a:lnTo>
                  <a:pt x="1972967" y="65440"/>
                </a:lnTo>
                <a:lnTo>
                  <a:pt x="1973300" y="64636"/>
                </a:lnTo>
                <a:lnTo>
                  <a:pt x="1973616" y="63824"/>
                </a:lnTo>
                <a:lnTo>
                  <a:pt x="1973917" y="63004"/>
                </a:lnTo>
                <a:lnTo>
                  <a:pt x="1974201" y="62178"/>
                </a:lnTo>
                <a:lnTo>
                  <a:pt x="1974469" y="61344"/>
                </a:lnTo>
                <a:lnTo>
                  <a:pt x="1974721" y="60503"/>
                </a:lnTo>
                <a:lnTo>
                  <a:pt x="1974956" y="59655"/>
                </a:lnTo>
                <a:lnTo>
                  <a:pt x="1975175" y="58799"/>
                </a:lnTo>
                <a:lnTo>
                  <a:pt x="1975378" y="57937"/>
                </a:lnTo>
                <a:lnTo>
                  <a:pt x="1975565" y="57067"/>
                </a:lnTo>
                <a:lnTo>
                  <a:pt x="1975736" y="56190"/>
                </a:lnTo>
                <a:lnTo>
                  <a:pt x="1975890" y="55305"/>
                </a:lnTo>
                <a:lnTo>
                  <a:pt x="1976028" y="54413"/>
                </a:lnTo>
                <a:lnTo>
                  <a:pt x="1976150" y="53514"/>
                </a:lnTo>
                <a:lnTo>
                  <a:pt x="1976255" y="52608"/>
                </a:lnTo>
                <a:lnTo>
                  <a:pt x="1976344" y="51695"/>
                </a:lnTo>
                <a:lnTo>
                  <a:pt x="1976418" y="50774"/>
                </a:lnTo>
                <a:lnTo>
                  <a:pt x="1976474" y="49846"/>
                </a:lnTo>
                <a:lnTo>
                  <a:pt x="1976515" y="48911"/>
                </a:lnTo>
                <a:lnTo>
                  <a:pt x="1976539" y="47969"/>
                </a:lnTo>
                <a:lnTo>
                  <a:pt x="1976547" y="47019"/>
                </a:lnTo>
                <a:lnTo>
                  <a:pt x="1976539" y="46070"/>
                </a:lnTo>
                <a:lnTo>
                  <a:pt x="1976515" y="45128"/>
                </a:lnTo>
                <a:lnTo>
                  <a:pt x="1976474" y="44193"/>
                </a:lnTo>
                <a:lnTo>
                  <a:pt x="1976418" y="43266"/>
                </a:lnTo>
                <a:lnTo>
                  <a:pt x="1976344" y="42346"/>
                </a:lnTo>
                <a:lnTo>
                  <a:pt x="1976255" y="41434"/>
                </a:lnTo>
                <a:lnTo>
                  <a:pt x="1976150" y="40529"/>
                </a:lnTo>
                <a:lnTo>
                  <a:pt x="1976028" y="39632"/>
                </a:lnTo>
                <a:lnTo>
                  <a:pt x="1975890" y="38742"/>
                </a:lnTo>
                <a:lnTo>
                  <a:pt x="1975736" y="37860"/>
                </a:lnTo>
                <a:lnTo>
                  <a:pt x="1975565" y="36985"/>
                </a:lnTo>
                <a:lnTo>
                  <a:pt x="1975378" y="36118"/>
                </a:lnTo>
                <a:lnTo>
                  <a:pt x="1975175" y="35258"/>
                </a:lnTo>
                <a:lnTo>
                  <a:pt x="1974956" y="34405"/>
                </a:lnTo>
                <a:lnTo>
                  <a:pt x="1974721" y="33560"/>
                </a:lnTo>
                <a:lnTo>
                  <a:pt x="1974469" y="32722"/>
                </a:lnTo>
                <a:lnTo>
                  <a:pt x="1974201" y="31892"/>
                </a:lnTo>
                <a:lnTo>
                  <a:pt x="1973917" y="31070"/>
                </a:lnTo>
                <a:lnTo>
                  <a:pt x="1973616" y="30254"/>
                </a:lnTo>
                <a:lnTo>
                  <a:pt x="1973300" y="29447"/>
                </a:lnTo>
                <a:lnTo>
                  <a:pt x="1972967" y="28646"/>
                </a:lnTo>
                <a:lnTo>
                  <a:pt x="1972618" y="27854"/>
                </a:lnTo>
                <a:lnTo>
                  <a:pt x="1972252" y="27068"/>
                </a:lnTo>
                <a:lnTo>
                  <a:pt x="1971871" y="26290"/>
                </a:lnTo>
                <a:lnTo>
                  <a:pt x="1971472" y="25523"/>
                </a:lnTo>
                <a:lnTo>
                  <a:pt x="1971056" y="24769"/>
                </a:lnTo>
                <a:lnTo>
                  <a:pt x="1970623" y="24028"/>
                </a:lnTo>
                <a:lnTo>
                  <a:pt x="1970171" y="23301"/>
                </a:lnTo>
                <a:lnTo>
                  <a:pt x="1969703" y="22587"/>
                </a:lnTo>
                <a:lnTo>
                  <a:pt x="1969216" y="21886"/>
                </a:lnTo>
                <a:lnTo>
                  <a:pt x="1968713" y="21199"/>
                </a:lnTo>
                <a:lnTo>
                  <a:pt x="1968191" y="20525"/>
                </a:lnTo>
                <a:lnTo>
                  <a:pt x="1967652" y="19865"/>
                </a:lnTo>
                <a:lnTo>
                  <a:pt x="1967096" y="19218"/>
                </a:lnTo>
                <a:lnTo>
                  <a:pt x="1966522" y="18584"/>
                </a:lnTo>
                <a:lnTo>
                  <a:pt x="1965930" y="17964"/>
                </a:lnTo>
                <a:lnTo>
                  <a:pt x="1965321" y="17357"/>
                </a:lnTo>
                <a:lnTo>
                  <a:pt x="1964694" y="16764"/>
                </a:lnTo>
                <a:lnTo>
                  <a:pt x="1964050" y="16184"/>
                </a:lnTo>
                <a:lnTo>
                  <a:pt x="1963388" y="15617"/>
                </a:lnTo>
                <a:lnTo>
                  <a:pt x="1962709" y="15064"/>
                </a:lnTo>
                <a:lnTo>
                  <a:pt x="1962012" y="14524"/>
                </a:lnTo>
                <a:lnTo>
                  <a:pt x="1961297" y="13997"/>
                </a:lnTo>
                <a:lnTo>
                  <a:pt x="1960565" y="13484"/>
                </a:lnTo>
                <a:lnTo>
                  <a:pt x="1959816" y="12984"/>
                </a:lnTo>
                <a:lnTo>
                  <a:pt x="1959049" y="12498"/>
                </a:lnTo>
                <a:lnTo>
                  <a:pt x="1958264" y="12025"/>
                </a:lnTo>
                <a:lnTo>
                  <a:pt x="1957462" y="11565"/>
                </a:lnTo>
                <a:lnTo>
                  <a:pt x="1956646" y="11117"/>
                </a:lnTo>
                <a:lnTo>
                  <a:pt x="1955811" y="10687"/>
                </a:lnTo>
                <a:lnTo>
                  <a:pt x="1954957" y="10277"/>
                </a:lnTo>
                <a:lnTo>
                  <a:pt x="1954084" y="9885"/>
                </a:lnTo>
                <a:lnTo>
                  <a:pt x="1953191" y="9513"/>
                </a:lnTo>
                <a:lnTo>
                  <a:pt x="1952279" y="9160"/>
                </a:lnTo>
                <a:lnTo>
                  <a:pt x="1951348" y="8826"/>
                </a:lnTo>
                <a:lnTo>
                  <a:pt x="1950397" y="8511"/>
                </a:lnTo>
                <a:lnTo>
                  <a:pt x="1949428" y="8215"/>
                </a:lnTo>
                <a:lnTo>
                  <a:pt x="1948438" y="7938"/>
                </a:lnTo>
                <a:lnTo>
                  <a:pt x="1947430" y="7680"/>
                </a:lnTo>
                <a:lnTo>
                  <a:pt x="1946402" y="7442"/>
                </a:lnTo>
                <a:lnTo>
                  <a:pt x="1945355" y="7222"/>
                </a:lnTo>
                <a:lnTo>
                  <a:pt x="1944288" y="7022"/>
                </a:lnTo>
                <a:lnTo>
                  <a:pt x="1943202" y="6840"/>
                </a:lnTo>
                <a:lnTo>
                  <a:pt x="1942097" y="6678"/>
                </a:lnTo>
                <a:lnTo>
                  <a:pt x="1940973" y="6535"/>
                </a:lnTo>
                <a:lnTo>
                  <a:pt x="1939829" y="6411"/>
                </a:lnTo>
                <a:lnTo>
                  <a:pt x="1938666" y="6306"/>
                </a:lnTo>
                <a:lnTo>
                  <a:pt x="1937484" y="6220"/>
                </a:lnTo>
                <a:lnTo>
                  <a:pt x="1936282" y="6153"/>
                </a:lnTo>
                <a:lnTo>
                  <a:pt x="1935061" y="6105"/>
                </a:lnTo>
                <a:lnTo>
                  <a:pt x="1933821" y="6077"/>
                </a:lnTo>
                <a:lnTo>
                  <a:pt x="1932561" y="6067"/>
                </a:lnTo>
                <a:lnTo>
                  <a:pt x="1888829" y="6067"/>
                </a:lnTo>
                <a:lnTo>
                  <a:pt x="1888829" y="135496"/>
                </a:lnTo>
                <a:lnTo>
                  <a:pt x="1904502" y="135496"/>
                </a:lnTo>
                <a:lnTo>
                  <a:pt x="1904502" y="88224"/>
                </a:lnTo>
                <a:lnTo>
                  <a:pt x="1932814" y="88224"/>
                </a:lnTo>
                <a:lnTo>
                  <a:pt x="1934064" y="88215"/>
                </a:lnTo>
                <a:lnTo>
                  <a:pt x="1935294" y="88186"/>
                </a:lnTo>
                <a:lnTo>
                  <a:pt x="1936506" y="88138"/>
                </a:lnTo>
                <a:lnTo>
                  <a:pt x="1937698" y="88072"/>
                </a:lnTo>
                <a:lnTo>
                  <a:pt x="1938872" y="87986"/>
                </a:lnTo>
                <a:lnTo>
                  <a:pt x="1940027" y="87881"/>
                </a:lnTo>
                <a:close/>
                <a:moveTo>
                  <a:pt x="1934629" y="20026"/>
                </a:moveTo>
                <a:lnTo>
                  <a:pt x="1935458" y="20069"/>
                </a:lnTo>
                <a:lnTo>
                  <a:pt x="1936273" y="20124"/>
                </a:lnTo>
                <a:lnTo>
                  <a:pt x="1937072" y="20192"/>
                </a:lnTo>
                <a:lnTo>
                  <a:pt x="1937858" y="20272"/>
                </a:lnTo>
                <a:lnTo>
                  <a:pt x="1938629" y="20364"/>
                </a:lnTo>
                <a:lnTo>
                  <a:pt x="1939385" y="20468"/>
                </a:lnTo>
                <a:lnTo>
                  <a:pt x="1940127" y="20585"/>
                </a:lnTo>
                <a:lnTo>
                  <a:pt x="1940854" y="20714"/>
                </a:lnTo>
                <a:lnTo>
                  <a:pt x="1941567" y="20855"/>
                </a:lnTo>
                <a:lnTo>
                  <a:pt x="1942266" y="21009"/>
                </a:lnTo>
                <a:lnTo>
                  <a:pt x="1942950" y="21175"/>
                </a:lnTo>
                <a:lnTo>
                  <a:pt x="1943619" y="21353"/>
                </a:lnTo>
                <a:lnTo>
                  <a:pt x="1944274" y="21543"/>
                </a:lnTo>
                <a:lnTo>
                  <a:pt x="1944915" y="21746"/>
                </a:lnTo>
                <a:lnTo>
                  <a:pt x="1945541" y="21961"/>
                </a:lnTo>
                <a:lnTo>
                  <a:pt x="1946152" y="22189"/>
                </a:lnTo>
                <a:lnTo>
                  <a:pt x="1946750" y="22428"/>
                </a:lnTo>
                <a:lnTo>
                  <a:pt x="1947332" y="22680"/>
                </a:lnTo>
                <a:lnTo>
                  <a:pt x="1947900" y="22944"/>
                </a:lnTo>
                <a:lnTo>
                  <a:pt x="1948454" y="23221"/>
                </a:lnTo>
                <a:lnTo>
                  <a:pt x="1948993" y="23510"/>
                </a:lnTo>
                <a:lnTo>
                  <a:pt x="1949519" y="23804"/>
                </a:lnTo>
                <a:lnTo>
                  <a:pt x="1950032" y="24107"/>
                </a:lnTo>
                <a:lnTo>
                  <a:pt x="1950533" y="24420"/>
                </a:lnTo>
                <a:lnTo>
                  <a:pt x="1951022" y="24742"/>
                </a:lnTo>
                <a:lnTo>
                  <a:pt x="1951499" y="25073"/>
                </a:lnTo>
                <a:lnTo>
                  <a:pt x="1951963" y="25413"/>
                </a:lnTo>
                <a:lnTo>
                  <a:pt x="1952415" y="25763"/>
                </a:lnTo>
                <a:lnTo>
                  <a:pt x="1952855" y="26122"/>
                </a:lnTo>
                <a:lnTo>
                  <a:pt x="1953283" y="26490"/>
                </a:lnTo>
                <a:lnTo>
                  <a:pt x="1953698" y="26867"/>
                </a:lnTo>
                <a:lnTo>
                  <a:pt x="1954101" y="27253"/>
                </a:lnTo>
                <a:lnTo>
                  <a:pt x="1954491" y="27649"/>
                </a:lnTo>
                <a:lnTo>
                  <a:pt x="1954870" y="28054"/>
                </a:lnTo>
                <a:lnTo>
                  <a:pt x="1955236" y="28468"/>
                </a:lnTo>
                <a:lnTo>
                  <a:pt x="1955589" y="28891"/>
                </a:lnTo>
                <a:lnTo>
                  <a:pt x="1955931" y="29324"/>
                </a:lnTo>
                <a:lnTo>
                  <a:pt x="1956260" y="29766"/>
                </a:lnTo>
                <a:lnTo>
                  <a:pt x="1956577" y="30217"/>
                </a:lnTo>
                <a:lnTo>
                  <a:pt x="1956881" y="30677"/>
                </a:lnTo>
                <a:lnTo>
                  <a:pt x="1957174" y="31146"/>
                </a:lnTo>
                <a:lnTo>
                  <a:pt x="1957454" y="31625"/>
                </a:lnTo>
                <a:lnTo>
                  <a:pt x="1957721" y="32112"/>
                </a:lnTo>
                <a:lnTo>
                  <a:pt x="1957977" y="32609"/>
                </a:lnTo>
                <a:lnTo>
                  <a:pt x="1958220" y="33116"/>
                </a:lnTo>
                <a:lnTo>
                  <a:pt x="1958457" y="33629"/>
                </a:lnTo>
                <a:lnTo>
                  <a:pt x="1958684" y="34149"/>
                </a:lnTo>
                <a:lnTo>
                  <a:pt x="1958901" y="34674"/>
                </a:lnTo>
                <a:lnTo>
                  <a:pt x="1959108" y="35205"/>
                </a:lnTo>
                <a:lnTo>
                  <a:pt x="1959305" y="35741"/>
                </a:lnTo>
                <a:lnTo>
                  <a:pt x="1959492" y="36284"/>
                </a:lnTo>
                <a:lnTo>
                  <a:pt x="1959668" y="36831"/>
                </a:lnTo>
                <a:lnTo>
                  <a:pt x="1959835" y="37385"/>
                </a:lnTo>
                <a:lnTo>
                  <a:pt x="1959992" y="37944"/>
                </a:lnTo>
                <a:lnTo>
                  <a:pt x="1960138" y="38509"/>
                </a:lnTo>
                <a:lnTo>
                  <a:pt x="1960274" y="39080"/>
                </a:lnTo>
                <a:lnTo>
                  <a:pt x="1960400" y="39657"/>
                </a:lnTo>
                <a:lnTo>
                  <a:pt x="1960516" y="40239"/>
                </a:lnTo>
                <a:lnTo>
                  <a:pt x="1960622" y="40827"/>
                </a:lnTo>
                <a:lnTo>
                  <a:pt x="1960718" y="41420"/>
                </a:lnTo>
                <a:lnTo>
                  <a:pt x="1960804" y="42020"/>
                </a:lnTo>
                <a:lnTo>
                  <a:pt x="1960880" y="42625"/>
                </a:lnTo>
                <a:lnTo>
                  <a:pt x="1960945" y="43235"/>
                </a:lnTo>
                <a:lnTo>
                  <a:pt x="1961001" y="43852"/>
                </a:lnTo>
                <a:lnTo>
                  <a:pt x="1961046" y="44474"/>
                </a:lnTo>
                <a:lnTo>
                  <a:pt x="1961082" y="45102"/>
                </a:lnTo>
                <a:lnTo>
                  <a:pt x="1961107" y="45735"/>
                </a:lnTo>
                <a:lnTo>
                  <a:pt x="1961122" y="46374"/>
                </a:lnTo>
                <a:lnTo>
                  <a:pt x="1961127" y="47019"/>
                </a:lnTo>
                <a:lnTo>
                  <a:pt x="1961122" y="47664"/>
                </a:lnTo>
                <a:lnTo>
                  <a:pt x="1961107" y="48304"/>
                </a:lnTo>
                <a:lnTo>
                  <a:pt x="1961082" y="48938"/>
                </a:lnTo>
                <a:lnTo>
                  <a:pt x="1961046" y="49566"/>
                </a:lnTo>
                <a:lnTo>
                  <a:pt x="1961001" y="50190"/>
                </a:lnTo>
                <a:lnTo>
                  <a:pt x="1960945" y="50807"/>
                </a:lnTo>
                <a:lnTo>
                  <a:pt x="1960880" y="51419"/>
                </a:lnTo>
                <a:lnTo>
                  <a:pt x="1960804" y="52026"/>
                </a:lnTo>
                <a:lnTo>
                  <a:pt x="1960718" y="52627"/>
                </a:lnTo>
                <a:lnTo>
                  <a:pt x="1960622" y="53223"/>
                </a:lnTo>
                <a:lnTo>
                  <a:pt x="1960516" y="53813"/>
                </a:lnTo>
                <a:lnTo>
                  <a:pt x="1960400" y="54398"/>
                </a:lnTo>
                <a:lnTo>
                  <a:pt x="1960274" y="54977"/>
                </a:lnTo>
                <a:lnTo>
                  <a:pt x="1960138" y="55551"/>
                </a:lnTo>
                <a:lnTo>
                  <a:pt x="1959992" y="56119"/>
                </a:lnTo>
                <a:lnTo>
                  <a:pt x="1959835" y="56682"/>
                </a:lnTo>
                <a:lnTo>
                  <a:pt x="1959668" y="57239"/>
                </a:lnTo>
                <a:lnTo>
                  <a:pt x="1959492" y="57791"/>
                </a:lnTo>
                <a:lnTo>
                  <a:pt x="1959305" y="58337"/>
                </a:lnTo>
                <a:lnTo>
                  <a:pt x="1959108" y="58878"/>
                </a:lnTo>
                <a:lnTo>
                  <a:pt x="1958901" y="59413"/>
                </a:lnTo>
                <a:lnTo>
                  <a:pt x="1958684" y="59943"/>
                </a:lnTo>
                <a:lnTo>
                  <a:pt x="1958457" y="60467"/>
                </a:lnTo>
                <a:lnTo>
                  <a:pt x="1958220" y="60986"/>
                </a:lnTo>
                <a:lnTo>
                  <a:pt x="1957977" y="61492"/>
                </a:lnTo>
                <a:lnTo>
                  <a:pt x="1957722" y="61990"/>
                </a:lnTo>
                <a:lnTo>
                  <a:pt x="1957455" y="62479"/>
                </a:lnTo>
                <a:lnTo>
                  <a:pt x="1957175" y="62959"/>
                </a:lnTo>
                <a:lnTo>
                  <a:pt x="1956884" y="63431"/>
                </a:lnTo>
                <a:lnTo>
                  <a:pt x="1956581" y="63893"/>
                </a:lnTo>
                <a:lnTo>
                  <a:pt x="1956265" y="64347"/>
                </a:lnTo>
                <a:lnTo>
                  <a:pt x="1955938" y="64792"/>
                </a:lnTo>
                <a:lnTo>
                  <a:pt x="1955598" y="65228"/>
                </a:lnTo>
                <a:lnTo>
                  <a:pt x="1955247" y="65656"/>
                </a:lnTo>
                <a:lnTo>
                  <a:pt x="1954883" y="66074"/>
                </a:lnTo>
                <a:lnTo>
                  <a:pt x="1954507" y="66484"/>
                </a:lnTo>
                <a:lnTo>
                  <a:pt x="1954119" y="66885"/>
                </a:lnTo>
                <a:lnTo>
                  <a:pt x="1953719" y="67278"/>
                </a:lnTo>
                <a:lnTo>
                  <a:pt x="1953307" y="67661"/>
                </a:lnTo>
                <a:lnTo>
                  <a:pt x="1952883" y="68036"/>
                </a:lnTo>
                <a:lnTo>
                  <a:pt x="1952447" y="68402"/>
                </a:lnTo>
                <a:lnTo>
                  <a:pt x="1951999" y="68759"/>
                </a:lnTo>
                <a:lnTo>
                  <a:pt x="1951539" y="69108"/>
                </a:lnTo>
                <a:lnTo>
                  <a:pt x="1951066" y="69448"/>
                </a:lnTo>
                <a:lnTo>
                  <a:pt x="1950582" y="69778"/>
                </a:lnTo>
                <a:lnTo>
                  <a:pt x="1950085" y="70101"/>
                </a:lnTo>
                <a:lnTo>
                  <a:pt x="1949577" y="70414"/>
                </a:lnTo>
                <a:lnTo>
                  <a:pt x="1949056" y="70718"/>
                </a:lnTo>
                <a:lnTo>
                  <a:pt x="1948522" y="71012"/>
                </a:lnTo>
                <a:lnTo>
                  <a:pt x="1947974" y="71294"/>
                </a:lnTo>
                <a:lnTo>
                  <a:pt x="1947412" y="71563"/>
                </a:lnTo>
                <a:lnTo>
                  <a:pt x="1946836" y="71819"/>
                </a:lnTo>
                <a:lnTo>
                  <a:pt x="1946245" y="72063"/>
                </a:lnTo>
                <a:lnTo>
                  <a:pt x="1945640" y="72294"/>
                </a:lnTo>
                <a:lnTo>
                  <a:pt x="1945020" y="72513"/>
                </a:lnTo>
                <a:lnTo>
                  <a:pt x="1944387" y="72720"/>
                </a:lnTo>
                <a:lnTo>
                  <a:pt x="1943739" y="72914"/>
                </a:lnTo>
                <a:lnTo>
                  <a:pt x="1943077" y="73095"/>
                </a:lnTo>
                <a:lnTo>
                  <a:pt x="1942400" y="73264"/>
                </a:lnTo>
                <a:lnTo>
                  <a:pt x="1941709" y="73420"/>
                </a:lnTo>
                <a:lnTo>
                  <a:pt x="1941004" y="73564"/>
                </a:lnTo>
                <a:lnTo>
                  <a:pt x="1940285" y="73695"/>
                </a:lnTo>
                <a:lnTo>
                  <a:pt x="1939552" y="73814"/>
                </a:lnTo>
                <a:lnTo>
                  <a:pt x="1938804" y="73921"/>
                </a:lnTo>
                <a:lnTo>
                  <a:pt x="1938042" y="74014"/>
                </a:lnTo>
                <a:lnTo>
                  <a:pt x="1937266" y="74096"/>
                </a:lnTo>
                <a:lnTo>
                  <a:pt x="1936475" y="74164"/>
                </a:lnTo>
                <a:lnTo>
                  <a:pt x="1935671" y="74221"/>
                </a:lnTo>
                <a:lnTo>
                  <a:pt x="1934851" y="74264"/>
                </a:lnTo>
                <a:lnTo>
                  <a:pt x="1934018" y="74296"/>
                </a:lnTo>
                <a:lnTo>
                  <a:pt x="1933171" y="74315"/>
                </a:lnTo>
                <a:lnTo>
                  <a:pt x="1932309" y="74321"/>
                </a:lnTo>
                <a:lnTo>
                  <a:pt x="1904502" y="74321"/>
                </a:lnTo>
                <a:lnTo>
                  <a:pt x="1904502" y="19971"/>
                </a:lnTo>
                <a:lnTo>
                  <a:pt x="1932056" y="19971"/>
                </a:lnTo>
                <a:lnTo>
                  <a:pt x="1932928" y="19977"/>
                </a:lnTo>
                <a:lnTo>
                  <a:pt x="1933786" y="19995"/>
                </a:lnTo>
                <a:lnTo>
                  <a:pt x="1934629" y="20026"/>
                </a:lnTo>
                <a:close/>
                <a:moveTo>
                  <a:pt x="2115104" y="71392"/>
                </a:moveTo>
                <a:lnTo>
                  <a:pt x="2115164" y="70873"/>
                </a:lnTo>
                <a:lnTo>
                  <a:pt x="2115235" y="70358"/>
                </a:lnTo>
                <a:lnTo>
                  <a:pt x="2115318" y="69848"/>
                </a:lnTo>
                <a:lnTo>
                  <a:pt x="2115411" y="69343"/>
                </a:lnTo>
                <a:lnTo>
                  <a:pt x="2115515" y="68843"/>
                </a:lnTo>
                <a:lnTo>
                  <a:pt x="2115630" y="68348"/>
                </a:lnTo>
                <a:lnTo>
                  <a:pt x="2115757" y="67859"/>
                </a:lnTo>
                <a:lnTo>
                  <a:pt x="2115894" y="67374"/>
                </a:lnTo>
                <a:lnTo>
                  <a:pt x="2116042" y="66895"/>
                </a:lnTo>
                <a:lnTo>
                  <a:pt x="2116201" y="66420"/>
                </a:lnTo>
                <a:lnTo>
                  <a:pt x="2116371" y="65951"/>
                </a:lnTo>
                <a:lnTo>
                  <a:pt x="2116552" y="65486"/>
                </a:lnTo>
                <a:lnTo>
                  <a:pt x="2116744" y="65027"/>
                </a:lnTo>
                <a:lnTo>
                  <a:pt x="2116947" y="64572"/>
                </a:lnTo>
                <a:lnTo>
                  <a:pt x="2117161" y="64123"/>
                </a:lnTo>
                <a:lnTo>
                  <a:pt x="2117386" y="63679"/>
                </a:lnTo>
                <a:lnTo>
                  <a:pt x="2117622" y="63240"/>
                </a:lnTo>
                <a:lnTo>
                  <a:pt x="2117869" y="62805"/>
                </a:lnTo>
                <a:lnTo>
                  <a:pt x="2118127" y="62376"/>
                </a:lnTo>
                <a:lnTo>
                  <a:pt x="2118399" y="61948"/>
                </a:lnTo>
                <a:lnTo>
                  <a:pt x="2118680" y="61528"/>
                </a:lnTo>
                <a:lnTo>
                  <a:pt x="2118968" y="61116"/>
                </a:lnTo>
                <a:lnTo>
                  <a:pt x="2119264" y="60712"/>
                </a:lnTo>
                <a:lnTo>
                  <a:pt x="2119568" y="60316"/>
                </a:lnTo>
                <a:lnTo>
                  <a:pt x="2119880" y="59927"/>
                </a:lnTo>
                <a:lnTo>
                  <a:pt x="2120200" y="59547"/>
                </a:lnTo>
                <a:lnTo>
                  <a:pt x="2120528" y="59174"/>
                </a:lnTo>
                <a:lnTo>
                  <a:pt x="2120864" y="58810"/>
                </a:lnTo>
                <a:lnTo>
                  <a:pt x="2121207" y="58453"/>
                </a:lnTo>
                <a:lnTo>
                  <a:pt x="2121559" y="58104"/>
                </a:lnTo>
                <a:lnTo>
                  <a:pt x="2121918" y="57763"/>
                </a:lnTo>
                <a:lnTo>
                  <a:pt x="2122286" y="57430"/>
                </a:lnTo>
                <a:lnTo>
                  <a:pt x="2122661" y="57105"/>
                </a:lnTo>
                <a:lnTo>
                  <a:pt x="2123044" y="56787"/>
                </a:lnTo>
                <a:lnTo>
                  <a:pt x="2123435" y="56478"/>
                </a:lnTo>
                <a:lnTo>
                  <a:pt x="2123834" y="56176"/>
                </a:lnTo>
                <a:lnTo>
                  <a:pt x="2124241" y="55883"/>
                </a:lnTo>
                <a:lnTo>
                  <a:pt x="2124656" y="55597"/>
                </a:lnTo>
                <a:lnTo>
                  <a:pt x="2125078" y="55319"/>
                </a:lnTo>
                <a:lnTo>
                  <a:pt x="2125509" y="55049"/>
                </a:lnTo>
                <a:lnTo>
                  <a:pt x="2125947" y="54787"/>
                </a:lnTo>
                <a:lnTo>
                  <a:pt x="2126394" y="54533"/>
                </a:lnTo>
                <a:lnTo>
                  <a:pt x="2126848" y="54287"/>
                </a:lnTo>
                <a:lnTo>
                  <a:pt x="2127314" y="54045"/>
                </a:lnTo>
                <a:lnTo>
                  <a:pt x="2127785" y="53813"/>
                </a:lnTo>
                <a:lnTo>
                  <a:pt x="2128262" y="53591"/>
                </a:lnTo>
                <a:lnTo>
                  <a:pt x="2128744" y="53379"/>
                </a:lnTo>
                <a:lnTo>
                  <a:pt x="2129231" y="53178"/>
                </a:lnTo>
                <a:lnTo>
                  <a:pt x="2129723" y="52988"/>
                </a:lnTo>
                <a:lnTo>
                  <a:pt x="2130221" y="52807"/>
                </a:lnTo>
                <a:lnTo>
                  <a:pt x="2130724" y="52637"/>
                </a:lnTo>
                <a:lnTo>
                  <a:pt x="2131232" y="52477"/>
                </a:lnTo>
                <a:lnTo>
                  <a:pt x="2131746" y="52327"/>
                </a:lnTo>
                <a:lnTo>
                  <a:pt x="2132264" y="52188"/>
                </a:lnTo>
                <a:lnTo>
                  <a:pt x="2132788" y="52059"/>
                </a:lnTo>
                <a:lnTo>
                  <a:pt x="2133318" y="51941"/>
                </a:lnTo>
                <a:lnTo>
                  <a:pt x="2133852" y="51832"/>
                </a:lnTo>
                <a:lnTo>
                  <a:pt x="2134392" y="51734"/>
                </a:lnTo>
                <a:lnTo>
                  <a:pt x="2134937" y="51647"/>
                </a:lnTo>
                <a:lnTo>
                  <a:pt x="2135488" y="51569"/>
                </a:lnTo>
                <a:lnTo>
                  <a:pt x="2136043" y="51502"/>
                </a:lnTo>
                <a:lnTo>
                  <a:pt x="2136604" y="51446"/>
                </a:lnTo>
                <a:lnTo>
                  <a:pt x="2137170" y="51399"/>
                </a:lnTo>
                <a:lnTo>
                  <a:pt x="2137742" y="51363"/>
                </a:lnTo>
                <a:lnTo>
                  <a:pt x="2138318" y="51337"/>
                </a:lnTo>
                <a:lnTo>
                  <a:pt x="2138900" y="51322"/>
                </a:lnTo>
                <a:lnTo>
                  <a:pt x="2139488" y="51317"/>
                </a:lnTo>
                <a:lnTo>
                  <a:pt x="2139734" y="51317"/>
                </a:lnTo>
                <a:lnTo>
                  <a:pt x="2139980" y="51320"/>
                </a:lnTo>
                <a:lnTo>
                  <a:pt x="2140225" y="51324"/>
                </a:lnTo>
                <a:lnTo>
                  <a:pt x="2140469" y="51329"/>
                </a:lnTo>
                <a:lnTo>
                  <a:pt x="2140711" y="51336"/>
                </a:lnTo>
                <a:lnTo>
                  <a:pt x="2140953" y="51344"/>
                </a:lnTo>
                <a:lnTo>
                  <a:pt x="2141193" y="51354"/>
                </a:lnTo>
                <a:lnTo>
                  <a:pt x="2141433" y="51366"/>
                </a:lnTo>
                <a:lnTo>
                  <a:pt x="2141671" y="51379"/>
                </a:lnTo>
                <a:lnTo>
                  <a:pt x="2141908" y="51394"/>
                </a:lnTo>
                <a:lnTo>
                  <a:pt x="2142144" y="51410"/>
                </a:lnTo>
                <a:lnTo>
                  <a:pt x="2142379" y="51427"/>
                </a:lnTo>
                <a:lnTo>
                  <a:pt x="2142613" y="51447"/>
                </a:lnTo>
                <a:lnTo>
                  <a:pt x="2142845" y="51467"/>
                </a:lnTo>
                <a:lnTo>
                  <a:pt x="2143077" y="51490"/>
                </a:lnTo>
                <a:lnTo>
                  <a:pt x="2143307" y="51513"/>
                </a:lnTo>
                <a:lnTo>
                  <a:pt x="2143537" y="51539"/>
                </a:lnTo>
                <a:lnTo>
                  <a:pt x="2143765" y="51566"/>
                </a:lnTo>
                <a:lnTo>
                  <a:pt x="2143992" y="51594"/>
                </a:lnTo>
                <a:lnTo>
                  <a:pt x="2144218" y="51624"/>
                </a:lnTo>
                <a:lnTo>
                  <a:pt x="2144443" y="51655"/>
                </a:lnTo>
                <a:lnTo>
                  <a:pt x="2144667" y="51688"/>
                </a:lnTo>
                <a:lnTo>
                  <a:pt x="2144890" y="51723"/>
                </a:lnTo>
                <a:lnTo>
                  <a:pt x="2145112" y="51759"/>
                </a:lnTo>
                <a:lnTo>
                  <a:pt x="2145335" y="51790"/>
                </a:lnTo>
                <a:lnTo>
                  <a:pt x="2145551" y="51821"/>
                </a:lnTo>
                <a:lnTo>
                  <a:pt x="2145761" y="51851"/>
                </a:lnTo>
                <a:lnTo>
                  <a:pt x="2145963" y="51880"/>
                </a:lnTo>
                <a:lnTo>
                  <a:pt x="2146159" y="51909"/>
                </a:lnTo>
                <a:lnTo>
                  <a:pt x="2146348" y="51937"/>
                </a:lnTo>
                <a:lnTo>
                  <a:pt x="2146531" y="51964"/>
                </a:lnTo>
                <a:lnTo>
                  <a:pt x="2146706" y="51991"/>
                </a:lnTo>
                <a:lnTo>
                  <a:pt x="2146875" y="52017"/>
                </a:lnTo>
                <a:lnTo>
                  <a:pt x="2147037" y="52042"/>
                </a:lnTo>
                <a:lnTo>
                  <a:pt x="2147192" y="52067"/>
                </a:lnTo>
                <a:lnTo>
                  <a:pt x="2147340" y="52091"/>
                </a:lnTo>
                <a:lnTo>
                  <a:pt x="2147481" y="52114"/>
                </a:lnTo>
                <a:lnTo>
                  <a:pt x="2147616" y="52137"/>
                </a:lnTo>
                <a:lnTo>
                  <a:pt x="2147744" y="52159"/>
                </a:lnTo>
                <a:lnTo>
                  <a:pt x="2147865" y="52180"/>
                </a:lnTo>
                <a:lnTo>
                  <a:pt x="2147979" y="52201"/>
                </a:lnTo>
                <a:lnTo>
                  <a:pt x="2148086" y="52221"/>
                </a:lnTo>
                <a:lnTo>
                  <a:pt x="2148187" y="52241"/>
                </a:lnTo>
                <a:lnTo>
                  <a:pt x="2148281" y="52259"/>
                </a:lnTo>
                <a:lnTo>
                  <a:pt x="2148368" y="52278"/>
                </a:lnTo>
                <a:lnTo>
                  <a:pt x="2148448" y="52295"/>
                </a:lnTo>
                <a:lnTo>
                  <a:pt x="2148521" y="52312"/>
                </a:lnTo>
                <a:lnTo>
                  <a:pt x="2148588" y="52328"/>
                </a:lnTo>
                <a:lnTo>
                  <a:pt x="2148588" y="37160"/>
                </a:lnTo>
                <a:lnTo>
                  <a:pt x="2148481" y="37150"/>
                </a:lnTo>
                <a:lnTo>
                  <a:pt x="2148369" y="37140"/>
                </a:lnTo>
                <a:lnTo>
                  <a:pt x="2148253" y="37130"/>
                </a:lnTo>
                <a:lnTo>
                  <a:pt x="2148133" y="37120"/>
                </a:lnTo>
                <a:lnTo>
                  <a:pt x="2148009" y="37110"/>
                </a:lnTo>
                <a:lnTo>
                  <a:pt x="2147881" y="37101"/>
                </a:lnTo>
                <a:lnTo>
                  <a:pt x="2147749" y="37092"/>
                </a:lnTo>
                <a:lnTo>
                  <a:pt x="2147612" y="37083"/>
                </a:lnTo>
                <a:lnTo>
                  <a:pt x="2147471" y="37074"/>
                </a:lnTo>
                <a:lnTo>
                  <a:pt x="2147326" y="37066"/>
                </a:lnTo>
                <a:lnTo>
                  <a:pt x="2147177" y="37058"/>
                </a:lnTo>
                <a:lnTo>
                  <a:pt x="2147024" y="37050"/>
                </a:lnTo>
                <a:lnTo>
                  <a:pt x="2146866" y="37042"/>
                </a:lnTo>
                <a:lnTo>
                  <a:pt x="2146705" y="37034"/>
                </a:lnTo>
                <a:lnTo>
                  <a:pt x="2146539" y="37027"/>
                </a:lnTo>
                <a:lnTo>
                  <a:pt x="2146369" y="37020"/>
                </a:lnTo>
                <a:lnTo>
                  <a:pt x="2146195" y="37013"/>
                </a:lnTo>
                <a:lnTo>
                  <a:pt x="2146017" y="37006"/>
                </a:lnTo>
                <a:lnTo>
                  <a:pt x="2145834" y="37000"/>
                </a:lnTo>
                <a:lnTo>
                  <a:pt x="2145647" y="36994"/>
                </a:lnTo>
                <a:lnTo>
                  <a:pt x="2145457" y="36988"/>
                </a:lnTo>
                <a:lnTo>
                  <a:pt x="2145262" y="36982"/>
                </a:lnTo>
                <a:lnTo>
                  <a:pt x="2145063" y="36976"/>
                </a:lnTo>
                <a:lnTo>
                  <a:pt x="2144859" y="36971"/>
                </a:lnTo>
                <a:lnTo>
                  <a:pt x="2144655" y="36966"/>
                </a:lnTo>
                <a:lnTo>
                  <a:pt x="2144454" y="36961"/>
                </a:lnTo>
                <a:lnTo>
                  <a:pt x="2144256" y="36956"/>
                </a:lnTo>
                <a:lnTo>
                  <a:pt x="2144061" y="36951"/>
                </a:lnTo>
                <a:lnTo>
                  <a:pt x="2143868" y="36947"/>
                </a:lnTo>
                <a:lnTo>
                  <a:pt x="2143678" y="36943"/>
                </a:lnTo>
                <a:lnTo>
                  <a:pt x="2143491" y="36939"/>
                </a:lnTo>
                <a:lnTo>
                  <a:pt x="2143307" y="36936"/>
                </a:lnTo>
                <a:lnTo>
                  <a:pt x="2143126" y="36932"/>
                </a:lnTo>
                <a:lnTo>
                  <a:pt x="2142948" y="36929"/>
                </a:lnTo>
                <a:lnTo>
                  <a:pt x="2142773" y="36926"/>
                </a:lnTo>
                <a:lnTo>
                  <a:pt x="2142600" y="36923"/>
                </a:lnTo>
                <a:lnTo>
                  <a:pt x="2142430" y="36921"/>
                </a:lnTo>
                <a:lnTo>
                  <a:pt x="2142263" y="36919"/>
                </a:lnTo>
                <a:lnTo>
                  <a:pt x="2142099" y="36916"/>
                </a:lnTo>
                <a:lnTo>
                  <a:pt x="2141938" y="36915"/>
                </a:lnTo>
                <a:lnTo>
                  <a:pt x="2141780" y="36913"/>
                </a:lnTo>
                <a:lnTo>
                  <a:pt x="2141624" y="36912"/>
                </a:lnTo>
                <a:lnTo>
                  <a:pt x="2141472" y="36910"/>
                </a:lnTo>
                <a:lnTo>
                  <a:pt x="2141322" y="36909"/>
                </a:lnTo>
                <a:lnTo>
                  <a:pt x="2141175" y="36909"/>
                </a:lnTo>
                <a:lnTo>
                  <a:pt x="2141031" y="36908"/>
                </a:lnTo>
                <a:lnTo>
                  <a:pt x="2140890" y="36908"/>
                </a:lnTo>
                <a:lnTo>
                  <a:pt x="2140751" y="36908"/>
                </a:lnTo>
                <a:lnTo>
                  <a:pt x="2140028" y="36915"/>
                </a:lnTo>
                <a:lnTo>
                  <a:pt x="2139310" y="36939"/>
                </a:lnTo>
                <a:lnTo>
                  <a:pt x="2138599" y="36978"/>
                </a:lnTo>
                <a:lnTo>
                  <a:pt x="2137893" y="37032"/>
                </a:lnTo>
                <a:lnTo>
                  <a:pt x="2137194" y="37102"/>
                </a:lnTo>
                <a:lnTo>
                  <a:pt x="2136501" y="37188"/>
                </a:lnTo>
                <a:lnTo>
                  <a:pt x="2135815" y="37289"/>
                </a:lnTo>
                <a:lnTo>
                  <a:pt x="2135134" y="37406"/>
                </a:lnTo>
                <a:lnTo>
                  <a:pt x="2134459" y="37539"/>
                </a:lnTo>
                <a:lnTo>
                  <a:pt x="2133791" y="37687"/>
                </a:lnTo>
                <a:lnTo>
                  <a:pt x="2133129" y="37850"/>
                </a:lnTo>
                <a:lnTo>
                  <a:pt x="2132472" y="38029"/>
                </a:lnTo>
                <a:lnTo>
                  <a:pt x="2131822" y="38224"/>
                </a:lnTo>
                <a:lnTo>
                  <a:pt x="2131179" y="38434"/>
                </a:lnTo>
                <a:lnTo>
                  <a:pt x="2130541" y="38660"/>
                </a:lnTo>
                <a:lnTo>
                  <a:pt x="2129909" y="38902"/>
                </a:lnTo>
                <a:lnTo>
                  <a:pt x="2129284" y="39159"/>
                </a:lnTo>
                <a:lnTo>
                  <a:pt x="2128665" y="39432"/>
                </a:lnTo>
                <a:lnTo>
                  <a:pt x="2128052" y="39720"/>
                </a:lnTo>
                <a:lnTo>
                  <a:pt x="2127445" y="40024"/>
                </a:lnTo>
                <a:lnTo>
                  <a:pt x="2126844" y="40343"/>
                </a:lnTo>
                <a:lnTo>
                  <a:pt x="2126249" y="40678"/>
                </a:lnTo>
                <a:lnTo>
                  <a:pt x="2125661" y="41028"/>
                </a:lnTo>
                <a:lnTo>
                  <a:pt x="2125078" y="41395"/>
                </a:lnTo>
                <a:lnTo>
                  <a:pt x="2124506" y="41773"/>
                </a:lnTo>
                <a:lnTo>
                  <a:pt x="2123949" y="42161"/>
                </a:lnTo>
                <a:lnTo>
                  <a:pt x="2123407" y="42559"/>
                </a:lnTo>
                <a:lnTo>
                  <a:pt x="2122880" y="42966"/>
                </a:lnTo>
                <a:lnTo>
                  <a:pt x="2122368" y="43382"/>
                </a:lnTo>
                <a:lnTo>
                  <a:pt x="2121871" y="43808"/>
                </a:lnTo>
                <a:lnTo>
                  <a:pt x="2121389" y="44243"/>
                </a:lnTo>
                <a:lnTo>
                  <a:pt x="2120921" y="44688"/>
                </a:lnTo>
                <a:lnTo>
                  <a:pt x="2120469" y="45142"/>
                </a:lnTo>
                <a:lnTo>
                  <a:pt x="2120031" y="45606"/>
                </a:lnTo>
                <a:lnTo>
                  <a:pt x="2119609" y="46079"/>
                </a:lnTo>
                <a:lnTo>
                  <a:pt x="2119201" y="46561"/>
                </a:lnTo>
                <a:lnTo>
                  <a:pt x="2118808" y="47053"/>
                </a:lnTo>
                <a:lnTo>
                  <a:pt x="2118430" y="47554"/>
                </a:lnTo>
                <a:lnTo>
                  <a:pt x="2118067" y="48065"/>
                </a:lnTo>
                <a:lnTo>
                  <a:pt x="2117719" y="48585"/>
                </a:lnTo>
                <a:lnTo>
                  <a:pt x="2117386" y="49115"/>
                </a:lnTo>
                <a:lnTo>
                  <a:pt x="2117068" y="49654"/>
                </a:lnTo>
                <a:lnTo>
                  <a:pt x="2116765" y="50202"/>
                </a:lnTo>
                <a:lnTo>
                  <a:pt x="2116476" y="50760"/>
                </a:lnTo>
                <a:lnTo>
                  <a:pt x="2116203" y="51328"/>
                </a:lnTo>
                <a:lnTo>
                  <a:pt x="2115944" y="51904"/>
                </a:lnTo>
                <a:lnTo>
                  <a:pt x="2115701" y="52491"/>
                </a:lnTo>
                <a:lnTo>
                  <a:pt x="2115472" y="53086"/>
                </a:lnTo>
                <a:lnTo>
                  <a:pt x="2114461" y="53086"/>
                </a:lnTo>
                <a:lnTo>
                  <a:pt x="2114461" y="38424"/>
                </a:lnTo>
                <a:lnTo>
                  <a:pt x="2100052" y="38424"/>
                </a:lnTo>
                <a:lnTo>
                  <a:pt x="2100052" y="135496"/>
                </a:lnTo>
                <a:lnTo>
                  <a:pt x="2114967" y="135496"/>
                </a:lnTo>
                <a:lnTo>
                  <a:pt x="2114967" y="74068"/>
                </a:lnTo>
                <a:lnTo>
                  <a:pt x="2114972" y="73523"/>
                </a:lnTo>
                <a:lnTo>
                  <a:pt x="2114989" y="72983"/>
                </a:lnTo>
                <a:lnTo>
                  <a:pt x="2115016" y="72448"/>
                </a:lnTo>
                <a:lnTo>
                  <a:pt x="2115054" y="71917"/>
                </a:lnTo>
                <a:lnTo>
                  <a:pt x="2115104" y="71392"/>
                </a:lnTo>
                <a:close/>
                <a:moveTo>
                  <a:pt x="2351532" y="38424"/>
                </a:moveTo>
                <a:lnTo>
                  <a:pt x="2351532" y="135496"/>
                </a:lnTo>
                <a:lnTo>
                  <a:pt x="2366447" y="135496"/>
                </a:lnTo>
                <a:lnTo>
                  <a:pt x="2366447" y="38424"/>
                </a:lnTo>
                <a:lnTo>
                  <a:pt x="2351532" y="38424"/>
                </a:lnTo>
                <a:close/>
                <a:moveTo>
                  <a:pt x="2166268" y="38424"/>
                </a:moveTo>
                <a:lnTo>
                  <a:pt x="2166268" y="135496"/>
                </a:lnTo>
                <a:lnTo>
                  <a:pt x="2181182" y="135496"/>
                </a:lnTo>
                <a:lnTo>
                  <a:pt x="2181182" y="38424"/>
                </a:lnTo>
                <a:lnTo>
                  <a:pt x="2166268" y="38424"/>
                </a:lnTo>
                <a:close/>
                <a:moveTo>
                  <a:pt x="2274823" y="54463"/>
                </a:moveTo>
                <a:lnTo>
                  <a:pt x="2274408" y="53704"/>
                </a:lnTo>
                <a:lnTo>
                  <a:pt x="2273977" y="52960"/>
                </a:lnTo>
                <a:lnTo>
                  <a:pt x="2273529" y="52230"/>
                </a:lnTo>
                <a:lnTo>
                  <a:pt x="2273064" y="51513"/>
                </a:lnTo>
                <a:lnTo>
                  <a:pt x="2272582" y="50811"/>
                </a:lnTo>
                <a:lnTo>
                  <a:pt x="2272084" y="50123"/>
                </a:lnTo>
                <a:lnTo>
                  <a:pt x="2271569" y="49449"/>
                </a:lnTo>
                <a:lnTo>
                  <a:pt x="2271038" y="48789"/>
                </a:lnTo>
                <a:lnTo>
                  <a:pt x="2270490" y="48143"/>
                </a:lnTo>
                <a:lnTo>
                  <a:pt x="2269925" y="47511"/>
                </a:lnTo>
                <a:lnTo>
                  <a:pt x="2269343" y="46893"/>
                </a:lnTo>
                <a:lnTo>
                  <a:pt x="2268745" y="46289"/>
                </a:lnTo>
                <a:lnTo>
                  <a:pt x="2268130" y="45699"/>
                </a:lnTo>
                <a:lnTo>
                  <a:pt x="2267499" y="45123"/>
                </a:lnTo>
                <a:lnTo>
                  <a:pt x="2266851" y="44562"/>
                </a:lnTo>
                <a:lnTo>
                  <a:pt x="2266186" y="44014"/>
                </a:lnTo>
                <a:lnTo>
                  <a:pt x="2265504" y="43480"/>
                </a:lnTo>
                <a:lnTo>
                  <a:pt x="2264809" y="42964"/>
                </a:lnTo>
                <a:lnTo>
                  <a:pt x="2264092" y="42471"/>
                </a:lnTo>
                <a:lnTo>
                  <a:pt x="2263353" y="41999"/>
                </a:lnTo>
                <a:lnTo>
                  <a:pt x="2262594" y="41549"/>
                </a:lnTo>
                <a:lnTo>
                  <a:pt x="2261812" y="41121"/>
                </a:lnTo>
                <a:lnTo>
                  <a:pt x="2261009" y="40715"/>
                </a:lnTo>
                <a:lnTo>
                  <a:pt x="2260185" y="40331"/>
                </a:lnTo>
                <a:lnTo>
                  <a:pt x="2259339" y="39969"/>
                </a:lnTo>
                <a:lnTo>
                  <a:pt x="2258471" y="39629"/>
                </a:lnTo>
                <a:lnTo>
                  <a:pt x="2257582" y="39311"/>
                </a:lnTo>
                <a:lnTo>
                  <a:pt x="2256672" y="39015"/>
                </a:lnTo>
                <a:lnTo>
                  <a:pt x="2255740" y="38740"/>
                </a:lnTo>
                <a:lnTo>
                  <a:pt x="2254787" y="38488"/>
                </a:lnTo>
                <a:lnTo>
                  <a:pt x="2253812" y="38258"/>
                </a:lnTo>
                <a:lnTo>
                  <a:pt x="2252815" y="38049"/>
                </a:lnTo>
                <a:lnTo>
                  <a:pt x="2251797" y="37863"/>
                </a:lnTo>
                <a:lnTo>
                  <a:pt x="2250758" y="37698"/>
                </a:lnTo>
                <a:lnTo>
                  <a:pt x="2249697" y="37555"/>
                </a:lnTo>
                <a:lnTo>
                  <a:pt x="2248614" y="37435"/>
                </a:lnTo>
                <a:lnTo>
                  <a:pt x="2247510" y="37336"/>
                </a:lnTo>
                <a:lnTo>
                  <a:pt x="2246385" y="37259"/>
                </a:lnTo>
                <a:lnTo>
                  <a:pt x="2245238" y="37204"/>
                </a:lnTo>
                <a:lnTo>
                  <a:pt x="2244069" y="37171"/>
                </a:lnTo>
                <a:lnTo>
                  <a:pt x="2242879" y="37160"/>
                </a:lnTo>
                <a:lnTo>
                  <a:pt x="2242030" y="37167"/>
                </a:lnTo>
                <a:lnTo>
                  <a:pt x="2241188" y="37185"/>
                </a:lnTo>
                <a:lnTo>
                  <a:pt x="2240353" y="37217"/>
                </a:lnTo>
                <a:lnTo>
                  <a:pt x="2239526" y="37260"/>
                </a:lnTo>
                <a:lnTo>
                  <a:pt x="2238707" y="37317"/>
                </a:lnTo>
                <a:lnTo>
                  <a:pt x="2237895" y="37386"/>
                </a:lnTo>
                <a:lnTo>
                  <a:pt x="2237090" y="37467"/>
                </a:lnTo>
                <a:lnTo>
                  <a:pt x="2236293" y="37561"/>
                </a:lnTo>
                <a:lnTo>
                  <a:pt x="2235503" y="37667"/>
                </a:lnTo>
                <a:lnTo>
                  <a:pt x="2234721" y="37786"/>
                </a:lnTo>
                <a:lnTo>
                  <a:pt x="2233946" y="37917"/>
                </a:lnTo>
                <a:lnTo>
                  <a:pt x="2233178" y="38061"/>
                </a:lnTo>
                <a:lnTo>
                  <a:pt x="2232419" y="38217"/>
                </a:lnTo>
                <a:lnTo>
                  <a:pt x="2231666" y="38386"/>
                </a:lnTo>
                <a:lnTo>
                  <a:pt x="2230921" y="38568"/>
                </a:lnTo>
                <a:lnTo>
                  <a:pt x="2230184" y="38761"/>
                </a:lnTo>
                <a:lnTo>
                  <a:pt x="2229454" y="38968"/>
                </a:lnTo>
                <a:lnTo>
                  <a:pt x="2228731" y="39187"/>
                </a:lnTo>
                <a:lnTo>
                  <a:pt x="2228016" y="39418"/>
                </a:lnTo>
                <a:lnTo>
                  <a:pt x="2227308" y="39662"/>
                </a:lnTo>
                <a:lnTo>
                  <a:pt x="2226608" y="39918"/>
                </a:lnTo>
                <a:lnTo>
                  <a:pt x="2225915" y="40187"/>
                </a:lnTo>
                <a:lnTo>
                  <a:pt x="2225230" y="40469"/>
                </a:lnTo>
                <a:lnTo>
                  <a:pt x="2224552" y="40763"/>
                </a:lnTo>
                <a:lnTo>
                  <a:pt x="2223889" y="41068"/>
                </a:lnTo>
                <a:lnTo>
                  <a:pt x="2223238" y="41382"/>
                </a:lnTo>
                <a:lnTo>
                  <a:pt x="2222598" y="41706"/>
                </a:lnTo>
                <a:lnTo>
                  <a:pt x="2221970" y="42039"/>
                </a:lnTo>
                <a:lnTo>
                  <a:pt x="2221353" y="42382"/>
                </a:lnTo>
                <a:lnTo>
                  <a:pt x="2220748" y="42734"/>
                </a:lnTo>
                <a:lnTo>
                  <a:pt x="2220155" y="43095"/>
                </a:lnTo>
                <a:lnTo>
                  <a:pt x="2219573" y="43466"/>
                </a:lnTo>
                <a:lnTo>
                  <a:pt x="2219003" y="43847"/>
                </a:lnTo>
                <a:lnTo>
                  <a:pt x="2218445" y="44236"/>
                </a:lnTo>
                <a:lnTo>
                  <a:pt x="2217898" y="44636"/>
                </a:lnTo>
                <a:lnTo>
                  <a:pt x="2217363" y="45044"/>
                </a:lnTo>
                <a:lnTo>
                  <a:pt x="2216840" y="45462"/>
                </a:lnTo>
                <a:lnTo>
                  <a:pt x="2216328" y="45890"/>
                </a:lnTo>
                <a:lnTo>
                  <a:pt x="2215828" y="46327"/>
                </a:lnTo>
                <a:lnTo>
                  <a:pt x="2215339" y="46773"/>
                </a:lnTo>
                <a:lnTo>
                  <a:pt x="2214862" y="47229"/>
                </a:lnTo>
                <a:lnTo>
                  <a:pt x="2214397" y="47695"/>
                </a:lnTo>
                <a:lnTo>
                  <a:pt x="2213943" y="48169"/>
                </a:lnTo>
                <a:lnTo>
                  <a:pt x="2213501" y="48654"/>
                </a:lnTo>
                <a:lnTo>
                  <a:pt x="2213071" y="49147"/>
                </a:lnTo>
                <a:lnTo>
                  <a:pt x="2212652" y="49650"/>
                </a:lnTo>
                <a:lnTo>
                  <a:pt x="2212245" y="50163"/>
                </a:lnTo>
                <a:lnTo>
                  <a:pt x="2211849" y="50685"/>
                </a:lnTo>
                <a:lnTo>
                  <a:pt x="2211473" y="51215"/>
                </a:lnTo>
                <a:lnTo>
                  <a:pt x="2211112" y="51751"/>
                </a:lnTo>
                <a:lnTo>
                  <a:pt x="2210768" y="52294"/>
                </a:lnTo>
                <a:lnTo>
                  <a:pt x="2210439" y="52844"/>
                </a:lnTo>
                <a:lnTo>
                  <a:pt x="2210127" y="53400"/>
                </a:lnTo>
                <a:lnTo>
                  <a:pt x="2209831" y="53963"/>
                </a:lnTo>
                <a:lnTo>
                  <a:pt x="2209550" y="54533"/>
                </a:lnTo>
                <a:lnTo>
                  <a:pt x="2209286" y="55109"/>
                </a:lnTo>
                <a:lnTo>
                  <a:pt x="2209038" y="55691"/>
                </a:lnTo>
                <a:lnTo>
                  <a:pt x="2208805" y="56280"/>
                </a:lnTo>
                <a:lnTo>
                  <a:pt x="2208589" y="56876"/>
                </a:lnTo>
                <a:lnTo>
                  <a:pt x="2208389" y="57479"/>
                </a:lnTo>
                <a:lnTo>
                  <a:pt x="2208205" y="58087"/>
                </a:lnTo>
                <a:lnTo>
                  <a:pt x="2208037" y="58703"/>
                </a:lnTo>
                <a:lnTo>
                  <a:pt x="2207884" y="59325"/>
                </a:lnTo>
                <a:lnTo>
                  <a:pt x="2207748" y="59954"/>
                </a:lnTo>
                <a:lnTo>
                  <a:pt x="2207628" y="60589"/>
                </a:lnTo>
                <a:lnTo>
                  <a:pt x="2207524" y="61231"/>
                </a:lnTo>
                <a:lnTo>
                  <a:pt x="2207436" y="61879"/>
                </a:lnTo>
                <a:lnTo>
                  <a:pt x="2207364" y="62534"/>
                </a:lnTo>
                <a:lnTo>
                  <a:pt x="2207308" y="63196"/>
                </a:lnTo>
                <a:lnTo>
                  <a:pt x="2207268" y="63864"/>
                </a:lnTo>
                <a:lnTo>
                  <a:pt x="2207244" y="64539"/>
                </a:lnTo>
                <a:lnTo>
                  <a:pt x="2207236" y="65220"/>
                </a:lnTo>
                <a:lnTo>
                  <a:pt x="2207246" y="66052"/>
                </a:lnTo>
                <a:lnTo>
                  <a:pt x="2207279" y="66872"/>
                </a:lnTo>
                <a:lnTo>
                  <a:pt x="2207332" y="67680"/>
                </a:lnTo>
                <a:lnTo>
                  <a:pt x="2207408" y="68477"/>
                </a:lnTo>
                <a:lnTo>
                  <a:pt x="2207504" y="69262"/>
                </a:lnTo>
                <a:lnTo>
                  <a:pt x="2207623" y="70035"/>
                </a:lnTo>
                <a:lnTo>
                  <a:pt x="2207763" y="70797"/>
                </a:lnTo>
                <a:lnTo>
                  <a:pt x="2207924" y="71547"/>
                </a:lnTo>
                <a:lnTo>
                  <a:pt x="2208107" y="72286"/>
                </a:lnTo>
                <a:lnTo>
                  <a:pt x="2208311" y="73012"/>
                </a:lnTo>
                <a:lnTo>
                  <a:pt x="2208537" y="73728"/>
                </a:lnTo>
                <a:lnTo>
                  <a:pt x="2208784" y="74431"/>
                </a:lnTo>
                <a:lnTo>
                  <a:pt x="2209053" y="75123"/>
                </a:lnTo>
                <a:lnTo>
                  <a:pt x="2209343" y="75804"/>
                </a:lnTo>
                <a:lnTo>
                  <a:pt x="2209655" y="76472"/>
                </a:lnTo>
                <a:lnTo>
                  <a:pt x="2209988" y="77130"/>
                </a:lnTo>
                <a:lnTo>
                  <a:pt x="2210343" y="77775"/>
                </a:lnTo>
                <a:lnTo>
                  <a:pt x="2210719" y="78409"/>
                </a:lnTo>
                <a:lnTo>
                  <a:pt x="2211117" y="79031"/>
                </a:lnTo>
                <a:lnTo>
                  <a:pt x="2211537" y="79642"/>
                </a:lnTo>
                <a:lnTo>
                  <a:pt x="2211978" y="80241"/>
                </a:lnTo>
                <a:lnTo>
                  <a:pt x="2212440" y="80828"/>
                </a:lnTo>
                <a:lnTo>
                  <a:pt x="2212924" y="81404"/>
                </a:lnTo>
                <a:lnTo>
                  <a:pt x="2213429" y="81968"/>
                </a:lnTo>
                <a:lnTo>
                  <a:pt x="2213963" y="82515"/>
                </a:lnTo>
                <a:lnTo>
                  <a:pt x="2214521" y="83050"/>
                </a:lnTo>
                <a:lnTo>
                  <a:pt x="2215104" y="83572"/>
                </a:lnTo>
                <a:lnTo>
                  <a:pt x="2215711" y="84083"/>
                </a:lnTo>
                <a:lnTo>
                  <a:pt x="2216343" y="84582"/>
                </a:lnTo>
                <a:lnTo>
                  <a:pt x="2217000" y="85068"/>
                </a:lnTo>
                <a:lnTo>
                  <a:pt x="2217681" y="85543"/>
                </a:lnTo>
                <a:lnTo>
                  <a:pt x="2218387" y="86005"/>
                </a:lnTo>
                <a:lnTo>
                  <a:pt x="2219117" y="86456"/>
                </a:lnTo>
                <a:lnTo>
                  <a:pt x="2219872" y="86894"/>
                </a:lnTo>
                <a:lnTo>
                  <a:pt x="2220651" y="87320"/>
                </a:lnTo>
                <a:lnTo>
                  <a:pt x="2221455" y="87735"/>
                </a:lnTo>
                <a:lnTo>
                  <a:pt x="2222284" y="88137"/>
                </a:lnTo>
                <a:lnTo>
                  <a:pt x="2223137" y="88527"/>
                </a:lnTo>
                <a:lnTo>
                  <a:pt x="2224015" y="88905"/>
                </a:lnTo>
                <a:lnTo>
                  <a:pt x="2224917" y="89271"/>
                </a:lnTo>
                <a:lnTo>
                  <a:pt x="2225844" y="89624"/>
                </a:lnTo>
                <a:lnTo>
                  <a:pt x="2226795" y="89966"/>
                </a:lnTo>
                <a:lnTo>
                  <a:pt x="2227772" y="90296"/>
                </a:lnTo>
                <a:lnTo>
                  <a:pt x="2228772" y="90614"/>
                </a:lnTo>
                <a:lnTo>
                  <a:pt x="2229797" y="90919"/>
                </a:lnTo>
                <a:lnTo>
                  <a:pt x="2230847" y="91213"/>
                </a:lnTo>
                <a:lnTo>
                  <a:pt x="2231922" y="91494"/>
                </a:lnTo>
                <a:lnTo>
                  <a:pt x="2233021" y="91763"/>
                </a:lnTo>
                <a:lnTo>
                  <a:pt x="2249199" y="95555"/>
                </a:lnTo>
                <a:lnTo>
                  <a:pt x="2249803" y="95701"/>
                </a:lnTo>
                <a:lnTo>
                  <a:pt x="2250395" y="95852"/>
                </a:lnTo>
                <a:lnTo>
                  <a:pt x="2250973" y="96010"/>
                </a:lnTo>
                <a:lnTo>
                  <a:pt x="2251537" y="96173"/>
                </a:lnTo>
                <a:lnTo>
                  <a:pt x="2252089" y="96343"/>
                </a:lnTo>
                <a:lnTo>
                  <a:pt x="2252628" y="96519"/>
                </a:lnTo>
                <a:lnTo>
                  <a:pt x="2253153" y="96701"/>
                </a:lnTo>
                <a:lnTo>
                  <a:pt x="2253665" y="96889"/>
                </a:lnTo>
                <a:lnTo>
                  <a:pt x="2254164" y="97084"/>
                </a:lnTo>
                <a:lnTo>
                  <a:pt x="2254650" y="97284"/>
                </a:lnTo>
                <a:lnTo>
                  <a:pt x="2255123" y="97491"/>
                </a:lnTo>
                <a:lnTo>
                  <a:pt x="2255582" y="97704"/>
                </a:lnTo>
                <a:lnTo>
                  <a:pt x="2256028" y="97923"/>
                </a:lnTo>
                <a:lnTo>
                  <a:pt x="2256462" y="98148"/>
                </a:lnTo>
                <a:lnTo>
                  <a:pt x="2256882" y="98379"/>
                </a:lnTo>
                <a:lnTo>
                  <a:pt x="2257288" y="98617"/>
                </a:lnTo>
                <a:lnTo>
                  <a:pt x="2257682" y="98860"/>
                </a:lnTo>
                <a:lnTo>
                  <a:pt x="2258063" y="99110"/>
                </a:lnTo>
                <a:lnTo>
                  <a:pt x="2258430" y="99366"/>
                </a:lnTo>
                <a:lnTo>
                  <a:pt x="2258784" y="99628"/>
                </a:lnTo>
                <a:lnTo>
                  <a:pt x="2259125" y="99896"/>
                </a:lnTo>
                <a:lnTo>
                  <a:pt x="2259453" y="100170"/>
                </a:lnTo>
                <a:lnTo>
                  <a:pt x="2259768" y="100451"/>
                </a:lnTo>
                <a:lnTo>
                  <a:pt x="2260069" y="100738"/>
                </a:lnTo>
                <a:lnTo>
                  <a:pt x="2260358" y="101025"/>
                </a:lnTo>
                <a:lnTo>
                  <a:pt x="2260634" y="101318"/>
                </a:lnTo>
                <a:lnTo>
                  <a:pt x="2260899" y="101616"/>
                </a:lnTo>
                <a:lnTo>
                  <a:pt x="2261151" y="101921"/>
                </a:lnTo>
                <a:lnTo>
                  <a:pt x="2261390" y="102231"/>
                </a:lnTo>
                <a:lnTo>
                  <a:pt x="2261618" y="102547"/>
                </a:lnTo>
                <a:lnTo>
                  <a:pt x="2261833" y="102868"/>
                </a:lnTo>
                <a:lnTo>
                  <a:pt x="2262035" y="103195"/>
                </a:lnTo>
                <a:lnTo>
                  <a:pt x="2262226" y="103528"/>
                </a:lnTo>
                <a:lnTo>
                  <a:pt x="2262404" y="103867"/>
                </a:lnTo>
                <a:lnTo>
                  <a:pt x="2262570" y="104211"/>
                </a:lnTo>
                <a:lnTo>
                  <a:pt x="2262724" y="104561"/>
                </a:lnTo>
                <a:lnTo>
                  <a:pt x="2262865" y="104917"/>
                </a:lnTo>
                <a:lnTo>
                  <a:pt x="2262994" y="105278"/>
                </a:lnTo>
                <a:lnTo>
                  <a:pt x="2263111" y="105645"/>
                </a:lnTo>
                <a:lnTo>
                  <a:pt x="2263215" y="106018"/>
                </a:lnTo>
                <a:lnTo>
                  <a:pt x="2263307" y="106397"/>
                </a:lnTo>
                <a:lnTo>
                  <a:pt x="2263387" y="106781"/>
                </a:lnTo>
                <a:lnTo>
                  <a:pt x="2263455" y="107171"/>
                </a:lnTo>
                <a:lnTo>
                  <a:pt x="2263510" y="107566"/>
                </a:lnTo>
                <a:lnTo>
                  <a:pt x="2263553" y="107968"/>
                </a:lnTo>
                <a:lnTo>
                  <a:pt x="2263584" y="108375"/>
                </a:lnTo>
                <a:lnTo>
                  <a:pt x="2263602" y="108788"/>
                </a:lnTo>
                <a:lnTo>
                  <a:pt x="2263608" y="109206"/>
                </a:lnTo>
                <a:lnTo>
                  <a:pt x="2263598" y="109724"/>
                </a:lnTo>
                <a:lnTo>
                  <a:pt x="2263565" y="110237"/>
                </a:lnTo>
                <a:lnTo>
                  <a:pt x="2263512" y="110743"/>
                </a:lnTo>
                <a:lnTo>
                  <a:pt x="2263436" y="111242"/>
                </a:lnTo>
                <a:lnTo>
                  <a:pt x="2263339" y="111736"/>
                </a:lnTo>
                <a:lnTo>
                  <a:pt x="2263221" y="112224"/>
                </a:lnTo>
                <a:lnTo>
                  <a:pt x="2263081" y="112705"/>
                </a:lnTo>
                <a:lnTo>
                  <a:pt x="2262920" y="113180"/>
                </a:lnTo>
                <a:lnTo>
                  <a:pt x="2262737" y="113650"/>
                </a:lnTo>
                <a:lnTo>
                  <a:pt x="2262533" y="114113"/>
                </a:lnTo>
                <a:lnTo>
                  <a:pt x="2262307" y="114570"/>
                </a:lnTo>
                <a:lnTo>
                  <a:pt x="2262060" y="115020"/>
                </a:lnTo>
                <a:lnTo>
                  <a:pt x="2261791" y="115465"/>
                </a:lnTo>
                <a:lnTo>
                  <a:pt x="2261501" y="115903"/>
                </a:lnTo>
                <a:lnTo>
                  <a:pt x="2261189" y="116336"/>
                </a:lnTo>
                <a:lnTo>
                  <a:pt x="2260856" y="116762"/>
                </a:lnTo>
                <a:lnTo>
                  <a:pt x="2260501" y="117182"/>
                </a:lnTo>
                <a:lnTo>
                  <a:pt x="2260124" y="117596"/>
                </a:lnTo>
                <a:lnTo>
                  <a:pt x="2259727" y="118003"/>
                </a:lnTo>
                <a:lnTo>
                  <a:pt x="2259307" y="118405"/>
                </a:lnTo>
                <a:lnTo>
                  <a:pt x="2258866" y="118800"/>
                </a:lnTo>
                <a:lnTo>
                  <a:pt x="2258404" y="119190"/>
                </a:lnTo>
                <a:lnTo>
                  <a:pt x="2257920" y="119573"/>
                </a:lnTo>
                <a:lnTo>
                  <a:pt x="2257415" y="119950"/>
                </a:lnTo>
                <a:lnTo>
                  <a:pt x="2256896" y="120311"/>
                </a:lnTo>
                <a:lnTo>
                  <a:pt x="2256363" y="120656"/>
                </a:lnTo>
                <a:lnTo>
                  <a:pt x="2255815" y="120987"/>
                </a:lnTo>
                <a:lnTo>
                  <a:pt x="2255252" y="121301"/>
                </a:lnTo>
                <a:lnTo>
                  <a:pt x="2254674" y="121601"/>
                </a:lnTo>
                <a:lnTo>
                  <a:pt x="2254081" y="121885"/>
                </a:lnTo>
                <a:lnTo>
                  <a:pt x="2253473" y="122154"/>
                </a:lnTo>
                <a:lnTo>
                  <a:pt x="2252851" y="122407"/>
                </a:lnTo>
                <a:lnTo>
                  <a:pt x="2252213" y="122645"/>
                </a:lnTo>
                <a:lnTo>
                  <a:pt x="2251560" y="122868"/>
                </a:lnTo>
                <a:lnTo>
                  <a:pt x="2250893" y="123076"/>
                </a:lnTo>
                <a:lnTo>
                  <a:pt x="2250210" y="123268"/>
                </a:lnTo>
                <a:lnTo>
                  <a:pt x="2249513" y="123444"/>
                </a:lnTo>
                <a:lnTo>
                  <a:pt x="2248801" y="123606"/>
                </a:lnTo>
                <a:lnTo>
                  <a:pt x="2248073" y="123751"/>
                </a:lnTo>
                <a:lnTo>
                  <a:pt x="2247331" y="123882"/>
                </a:lnTo>
                <a:lnTo>
                  <a:pt x="2246574" y="123997"/>
                </a:lnTo>
                <a:lnTo>
                  <a:pt x="2245802" y="124097"/>
                </a:lnTo>
                <a:lnTo>
                  <a:pt x="2245015" y="124182"/>
                </a:lnTo>
                <a:lnTo>
                  <a:pt x="2244214" y="124251"/>
                </a:lnTo>
                <a:lnTo>
                  <a:pt x="2243397" y="124304"/>
                </a:lnTo>
                <a:lnTo>
                  <a:pt x="2242565" y="124343"/>
                </a:lnTo>
                <a:lnTo>
                  <a:pt x="2241719" y="124366"/>
                </a:lnTo>
                <a:lnTo>
                  <a:pt x="2240857" y="124374"/>
                </a:lnTo>
                <a:lnTo>
                  <a:pt x="2240099" y="124367"/>
                </a:lnTo>
                <a:lnTo>
                  <a:pt x="2239354" y="124346"/>
                </a:lnTo>
                <a:lnTo>
                  <a:pt x="2238620" y="124312"/>
                </a:lnTo>
                <a:lnTo>
                  <a:pt x="2237899" y="124265"/>
                </a:lnTo>
                <a:lnTo>
                  <a:pt x="2237190" y="124203"/>
                </a:lnTo>
                <a:lnTo>
                  <a:pt x="2236492" y="124129"/>
                </a:lnTo>
                <a:lnTo>
                  <a:pt x="2235807" y="124040"/>
                </a:lnTo>
                <a:lnTo>
                  <a:pt x="2235134" y="123938"/>
                </a:lnTo>
                <a:lnTo>
                  <a:pt x="2234473" y="123823"/>
                </a:lnTo>
                <a:lnTo>
                  <a:pt x="2233824" y="123693"/>
                </a:lnTo>
                <a:lnTo>
                  <a:pt x="2233187" y="123550"/>
                </a:lnTo>
                <a:lnTo>
                  <a:pt x="2232562" y="123394"/>
                </a:lnTo>
                <a:lnTo>
                  <a:pt x="2231949" y="123224"/>
                </a:lnTo>
                <a:lnTo>
                  <a:pt x="2231349" y="123040"/>
                </a:lnTo>
                <a:lnTo>
                  <a:pt x="2230760" y="122843"/>
                </a:lnTo>
                <a:lnTo>
                  <a:pt x="2230183" y="122632"/>
                </a:lnTo>
                <a:lnTo>
                  <a:pt x="2229619" y="122408"/>
                </a:lnTo>
                <a:lnTo>
                  <a:pt x="2229067" y="122170"/>
                </a:lnTo>
                <a:lnTo>
                  <a:pt x="2228526" y="121918"/>
                </a:lnTo>
                <a:lnTo>
                  <a:pt x="2227998" y="121653"/>
                </a:lnTo>
                <a:lnTo>
                  <a:pt x="2227482" y="121374"/>
                </a:lnTo>
                <a:lnTo>
                  <a:pt x="2226978" y="121081"/>
                </a:lnTo>
                <a:lnTo>
                  <a:pt x="2226485" y="120775"/>
                </a:lnTo>
                <a:lnTo>
                  <a:pt x="2226005" y="120455"/>
                </a:lnTo>
                <a:lnTo>
                  <a:pt x="2225543" y="120122"/>
                </a:lnTo>
                <a:lnTo>
                  <a:pt x="2225093" y="119775"/>
                </a:lnTo>
                <a:lnTo>
                  <a:pt x="2224656" y="119415"/>
                </a:lnTo>
                <a:lnTo>
                  <a:pt x="2224231" y="119040"/>
                </a:lnTo>
                <a:lnTo>
                  <a:pt x="2223818" y="118653"/>
                </a:lnTo>
                <a:lnTo>
                  <a:pt x="2223418" y="118251"/>
                </a:lnTo>
                <a:lnTo>
                  <a:pt x="2223031" y="117836"/>
                </a:lnTo>
                <a:lnTo>
                  <a:pt x="2222656" y="117408"/>
                </a:lnTo>
                <a:lnTo>
                  <a:pt x="2222294" y="116966"/>
                </a:lnTo>
                <a:lnTo>
                  <a:pt x="2221944" y="116510"/>
                </a:lnTo>
                <a:lnTo>
                  <a:pt x="2221606" y="116040"/>
                </a:lnTo>
                <a:lnTo>
                  <a:pt x="2221281" y="115557"/>
                </a:lnTo>
                <a:lnTo>
                  <a:pt x="2220969" y="115061"/>
                </a:lnTo>
                <a:lnTo>
                  <a:pt x="2220669" y="114551"/>
                </a:lnTo>
                <a:lnTo>
                  <a:pt x="2220382" y="114027"/>
                </a:lnTo>
                <a:lnTo>
                  <a:pt x="2220107" y="113489"/>
                </a:lnTo>
                <a:lnTo>
                  <a:pt x="2219845" y="112938"/>
                </a:lnTo>
                <a:lnTo>
                  <a:pt x="2219595" y="112374"/>
                </a:lnTo>
                <a:lnTo>
                  <a:pt x="2219357" y="111796"/>
                </a:lnTo>
                <a:lnTo>
                  <a:pt x="2219133" y="111204"/>
                </a:lnTo>
                <a:lnTo>
                  <a:pt x="2218920" y="110598"/>
                </a:lnTo>
                <a:lnTo>
                  <a:pt x="2218721" y="109979"/>
                </a:lnTo>
                <a:lnTo>
                  <a:pt x="2218533" y="109347"/>
                </a:lnTo>
                <a:lnTo>
                  <a:pt x="2218358" y="108700"/>
                </a:lnTo>
                <a:lnTo>
                  <a:pt x="2204202" y="112240"/>
                </a:lnTo>
                <a:lnTo>
                  <a:pt x="2204430" y="113261"/>
                </a:lnTo>
                <a:lnTo>
                  <a:pt x="2204684" y="114263"/>
                </a:lnTo>
                <a:lnTo>
                  <a:pt x="2204962" y="115243"/>
                </a:lnTo>
                <a:lnTo>
                  <a:pt x="2205264" y="116203"/>
                </a:lnTo>
                <a:lnTo>
                  <a:pt x="2205592" y="117143"/>
                </a:lnTo>
                <a:lnTo>
                  <a:pt x="2205944" y="118062"/>
                </a:lnTo>
                <a:lnTo>
                  <a:pt x="2206321" y="118960"/>
                </a:lnTo>
                <a:lnTo>
                  <a:pt x="2206723" y="119837"/>
                </a:lnTo>
                <a:lnTo>
                  <a:pt x="2207150" y="120694"/>
                </a:lnTo>
                <a:lnTo>
                  <a:pt x="2207601" y="121531"/>
                </a:lnTo>
                <a:lnTo>
                  <a:pt x="2208077" y="122346"/>
                </a:lnTo>
                <a:lnTo>
                  <a:pt x="2208579" y="123141"/>
                </a:lnTo>
                <a:lnTo>
                  <a:pt x="2209104" y="123916"/>
                </a:lnTo>
                <a:lnTo>
                  <a:pt x="2209655" y="124669"/>
                </a:lnTo>
                <a:lnTo>
                  <a:pt x="2210231" y="125402"/>
                </a:lnTo>
                <a:lnTo>
                  <a:pt x="2210831" y="126115"/>
                </a:lnTo>
                <a:lnTo>
                  <a:pt x="2211456" y="126807"/>
                </a:lnTo>
                <a:lnTo>
                  <a:pt x="2212106" y="127478"/>
                </a:lnTo>
                <a:lnTo>
                  <a:pt x="2212780" y="128129"/>
                </a:lnTo>
                <a:lnTo>
                  <a:pt x="2213480" y="128759"/>
                </a:lnTo>
                <a:lnTo>
                  <a:pt x="2214204" y="129368"/>
                </a:lnTo>
                <a:lnTo>
                  <a:pt x="2214953" y="129957"/>
                </a:lnTo>
                <a:lnTo>
                  <a:pt x="2215727" y="130525"/>
                </a:lnTo>
                <a:lnTo>
                  <a:pt x="2216526" y="131073"/>
                </a:lnTo>
                <a:lnTo>
                  <a:pt x="2217346" y="131598"/>
                </a:lnTo>
                <a:lnTo>
                  <a:pt x="2218183" y="132102"/>
                </a:lnTo>
                <a:lnTo>
                  <a:pt x="2219039" y="132583"/>
                </a:lnTo>
                <a:lnTo>
                  <a:pt x="2219912" y="133042"/>
                </a:lnTo>
                <a:lnTo>
                  <a:pt x="2220803" y="133479"/>
                </a:lnTo>
                <a:lnTo>
                  <a:pt x="2221712" y="133893"/>
                </a:lnTo>
                <a:lnTo>
                  <a:pt x="2222639" y="134284"/>
                </a:lnTo>
                <a:lnTo>
                  <a:pt x="2223583" y="134654"/>
                </a:lnTo>
                <a:lnTo>
                  <a:pt x="2224545" y="135001"/>
                </a:lnTo>
                <a:lnTo>
                  <a:pt x="2225525" y="135325"/>
                </a:lnTo>
                <a:lnTo>
                  <a:pt x="2226523" y="135627"/>
                </a:lnTo>
                <a:lnTo>
                  <a:pt x="2227538" y="135907"/>
                </a:lnTo>
                <a:lnTo>
                  <a:pt x="2228571" y="136165"/>
                </a:lnTo>
                <a:lnTo>
                  <a:pt x="2229622" y="136400"/>
                </a:lnTo>
                <a:lnTo>
                  <a:pt x="2230691" y="136612"/>
                </a:lnTo>
                <a:lnTo>
                  <a:pt x="2231778" y="136802"/>
                </a:lnTo>
                <a:lnTo>
                  <a:pt x="2232882" y="136970"/>
                </a:lnTo>
                <a:lnTo>
                  <a:pt x="2234004" y="137116"/>
                </a:lnTo>
                <a:lnTo>
                  <a:pt x="2235144" y="137239"/>
                </a:lnTo>
                <a:lnTo>
                  <a:pt x="2236301" y="137340"/>
                </a:lnTo>
                <a:lnTo>
                  <a:pt x="2237477" y="137418"/>
                </a:lnTo>
                <a:lnTo>
                  <a:pt x="2238670" y="137474"/>
                </a:lnTo>
                <a:lnTo>
                  <a:pt x="2239881" y="137508"/>
                </a:lnTo>
                <a:lnTo>
                  <a:pt x="2241110" y="137519"/>
                </a:lnTo>
                <a:lnTo>
                  <a:pt x="2242048" y="137512"/>
                </a:lnTo>
                <a:lnTo>
                  <a:pt x="2242976" y="137492"/>
                </a:lnTo>
                <a:lnTo>
                  <a:pt x="2243894" y="137459"/>
                </a:lnTo>
                <a:lnTo>
                  <a:pt x="2244803" y="137413"/>
                </a:lnTo>
                <a:lnTo>
                  <a:pt x="2245703" y="137354"/>
                </a:lnTo>
                <a:lnTo>
                  <a:pt x="2246592" y="137282"/>
                </a:lnTo>
                <a:lnTo>
                  <a:pt x="2247472" y="137196"/>
                </a:lnTo>
                <a:lnTo>
                  <a:pt x="2248342" y="137097"/>
                </a:lnTo>
                <a:lnTo>
                  <a:pt x="2249203" y="136985"/>
                </a:lnTo>
                <a:lnTo>
                  <a:pt x="2250054" y="136860"/>
                </a:lnTo>
                <a:lnTo>
                  <a:pt x="2250895" y="136722"/>
                </a:lnTo>
                <a:lnTo>
                  <a:pt x="2251727" y="136571"/>
                </a:lnTo>
                <a:lnTo>
                  <a:pt x="2252549" y="136406"/>
                </a:lnTo>
                <a:lnTo>
                  <a:pt x="2253361" y="136228"/>
                </a:lnTo>
                <a:lnTo>
                  <a:pt x="2254164" y="136038"/>
                </a:lnTo>
                <a:lnTo>
                  <a:pt x="2254957" y="135833"/>
                </a:lnTo>
                <a:lnTo>
                  <a:pt x="2255740" y="135616"/>
                </a:lnTo>
                <a:lnTo>
                  <a:pt x="2256514" y="135386"/>
                </a:lnTo>
                <a:lnTo>
                  <a:pt x="2257278" y="135142"/>
                </a:lnTo>
                <a:lnTo>
                  <a:pt x="2258033" y="134885"/>
                </a:lnTo>
                <a:lnTo>
                  <a:pt x="2258777" y="134616"/>
                </a:lnTo>
                <a:lnTo>
                  <a:pt x="2259513" y="134332"/>
                </a:lnTo>
                <a:lnTo>
                  <a:pt x="2260238" y="134036"/>
                </a:lnTo>
                <a:lnTo>
                  <a:pt x="2260954" y="133727"/>
                </a:lnTo>
                <a:lnTo>
                  <a:pt x="2261658" y="133406"/>
                </a:lnTo>
                <a:lnTo>
                  <a:pt x="2262349" y="133076"/>
                </a:lnTo>
                <a:lnTo>
                  <a:pt x="2263028" y="132735"/>
                </a:lnTo>
                <a:lnTo>
                  <a:pt x="2263692" y="132386"/>
                </a:lnTo>
                <a:lnTo>
                  <a:pt x="2264344" y="132026"/>
                </a:lnTo>
                <a:lnTo>
                  <a:pt x="2264983" y="131657"/>
                </a:lnTo>
                <a:lnTo>
                  <a:pt x="2265608" y="131278"/>
                </a:lnTo>
                <a:lnTo>
                  <a:pt x="2266220" y="130890"/>
                </a:lnTo>
                <a:lnTo>
                  <a:pt x="2266819" y="130492"/>
                </a:lnTo>
                <a:lnTo>
                  <a:pt x="2267405" y="130084"/>
                </a:lnTo>
                <a:lnTo>
                  <a:pt x="2267978" y="129667"/>
                </a:lnTo>
                <a:lnTo>
                  <a:pt x="2268538" y="129240"/>
                </a:lnTo>
                <a:lnTo>
                  <a:pt x="2269084" y="128803"/>
                </a:lnTo>
                <a:lnTo>
                  <a:pt x="2269617" y="128357"/>
                </a:lnTo>
                <a:lnTo>
                  <a:pt x="2270137" y="127901"/>
                </a:lnTo>
                <a:lnTo>
                  <a:pt x="2270644" y="127435"/>
                </a:lnTo>
                <a:lnTo>
                  <a:pt x="2271138" y="126960"/>
                </a:lnTo>
                <a:lnTo>
                  <a:pt x="2271619" y="126475"/>
                </a:lnTo>
                <a:lnTo>
                  <a:pt x="2272086" y="125980"/>
                </a:lnTo>
                <a:lnTo>
                  <a:pt x="2272540" y="125476"/>
                </a:lnTo>
                <a:lnTo>
                  <a:pt x="2272981" y="124962"/>
                </a:lnTo>
                <a:lnTo>
                  <a:pt x="2273409" y="124439"/>
                </a:lnTo>
                <a:lnTo>
                  <a:pt x="2273824" y="123905"/>
                </a:lnTo>
                <a:lnTo>
                  <a:pt x="2274226" y="123362"/>
                </a:lnTo>
                <a:lnTo>
                  <a:pt x="2274617" y="122812"/>
                </a:lnTo>
                <a:lnTo>
                  <a:pt x="2274993" y="122255"/>
                </a:lnTo>
                <a:lnTo>
                  <a:pt x="2275351" y="121692"/>
                </a:lnTo>
                <a:lnTo>
                  <a:pt x="2275693" y="121122"/>
                </a:lnTo>
                <a:lnTo>
                  <a:pt x="2276018" y="120547"/>
                </a:lnTo>
                <a:lnTo>
                  <a:pt x="2276327" y="119965"/>
                </a:lnTo>
                <a:lnTo>
                  <a:pt x="2276619" y="119378"/>
                </a:lnTo>
                <a:lnTo>
                  <a:pt x="2276894" y="118784"/>
                </a:lnTo>
                <a:lnTo>
                  <a:pt x="2277152" y="118184"/>
                </a:lnTo>
                <a:lnTo>
                  <a:pt x="2277394" y="117578"/>
                </a:lnTo>
                <a:lnTo>
                  <a:pt x="2277619" y="116966"/>
                </a:lnTo>
                <a:lnTo>
                  <a:pt x="2277828" y="116347"/>
                </a:lnTo>
                <a:lnTo>
                  <a:pt x="2278020" y="115723"/>
                </a:lnTo>
                <a:lnTo>
                  <a:pt x="2278195" y="115092"/>
                </a:lnTo>
                <a:lnTo>
                  <a:pt x="2278353" y="114455"/>
                </a:lnTo>
                <a:lnTo>
                  <a:pt x="2278495" y="113812"/>
                </a:lnTo>
                <a:lnTo>
                  <a:pt x="2278620" y="113163"/>
                </a:lnTo>
                <a:lnTo>
                  <a:pt x="2278728" y="112508"/>
                </a:lnTo>
                <a:lnTo>
                  <a:pt x="2278820" y="111847"/>
                </a:lnTo>
                <a:lnTo>
                  <a:pt x="2278895" y="111179"/>
                </a:lnTo>
                <a:lnTo>
                  <a:pt x="2278954" y="110506"/>
                </a:lnTo>
                <a:lnTo>
                  <a:pt x="2278995" y="109826"/>
                </a:lnTo>
                <a:lnTo>
                  <a:pt x="2279020" y="109140"/>
                </a:lnTo>
                <a:lnTo>
                  <a:pt x="2279029" y="108448"/>
                </a:lnTo>
                <a:lnTo>
                  <a:pt x="2279018" y="107606"/>
                </a:lnTo>
                <a:lnTo>
                  <a:pt x="2278984" y="106778"/>
                </a:lnTo>
                <a:lnTo>
                  <a:pt x="2278929" y="105962"/>
                </a:lnTo>
                <a:lnTo>
                  <a:pt x="2278851" y="105160"/>
                </a:lnTo>
                <a:lnTo>
                  <a:pt x="2278752" y="104370"/>
                </a:lnTo>
                <a:lnTo>
                  <a:pt x="2278630" y="103593"/>
                </a:lnTo>
                <a:lnTo>
                  <a:pt x="2278486" y="102830"/>
                </a:lnTo>
                <a:lnTo>
                  <a:pt x="2278319" y="102079"/>
                </a:lnTo>
                <a:lnTo>
                  <a:pt x="2278131" y="101341"/>
                </a:lnTo>
                <a:lnTo>
                  <a:pt x="2277920" y="100616"/>
                </a:lnTo>
                <a:lnTo>
                  <a:pt x="2277688" y="99904"/>
                </a:lnTo>
                <a:lnTo>
                  <a:pt x="2277433" y="99205"/>
                </a:lnTo>
                <a:lnTo>
                  <a:pt x="2277156" y="98519"/>
                </a:lnTo>
                <a:lnTo>
                  <a:pt x="2276857" y="97846"/>
                </a:lnTo>
                <a:lnTo>
                  <a:pt x="2276535" y="97186"/>
                </a:lnTo>
                <a:lnTo>
                  <a:pt x="2276192" y="96538"/>
                </a:lnTo>
                <a:lnTo>
                  <a:pt x="2275826" y="95904"/>
                </a:lnTo>
                <a:lnTo>
                  <a:pt x="2275438" y="95283"/>
                </a:lnTo>
                <a:lnTo>
                  <a:pt x="2275028" y="94674"/>
                </a:lnTo>
                <a:lnTo>
                  <a:pt x="2274596" y="94079"/>
                </a:lnTo>
                <a:lnTo>
                  <a:pt x="2274142" y="93496"/>
                </a:lnTo>
                <a:lnTo>
                  <a:pt x="2273665" y="92927"/>
                </a:lnTo>
                <a:lnTo>
                  <a:pt x="2273166" y="92370"/>
                </a:lnTo>
                <a:lnTo>
                  <a:pt x="2272646" y="91827"/>
                </a:lnTo>
                <a:lnTo>
                  <a:pt x="2272102" y="91290"/>
                </a:lnTo>
                <a:lnTo>
                  <a:pt x="2271536" y="90765"/>
                </a:lnTo>
                <a:lnTo>
                  <a:pt x="2270946" y="90252"/>
                </a:lnTo>
                <a:lnTo>
                  <a:pt x="2270334" y="89750"/>
                </a:lnTo>
                <a:lnTo>
                  <a:pt x="2269698" y="89260"/>
                </a:lnTo>
                <a:lnTo>
                  <a:pt x="2269039" y="88781"/>
                </a:lnTo>
                <a:lnTo>
                  <a:pt x="2268358" y="88314"/>
                </a:lnTo>
                <a:lnTo>
                  <a:pt x="2267653" y="87859"/>
                </a:lnTo>
                <a:lnTo>
                  <a:pt x="2266925" y="87416"/>
                </a:lnTo>
                <a:lnTo>
                  <a:pt x="2266174" y="86984"/>
                </a:lnTo>
                <a:lnTo>
                  <a:pt x="2265401" y="86563"/>
                </a:lnTo>
                <a:lnTo>
                  <a:pt x="2264604" y="86155"/>
                </a:lnTo>
                <a:lnTo>
                  <a:pt x="2263784" y="85758"/>
                </a:lnTo>
                <a:lnTo>
                  <a:pt x="2262941" y="85372"/>
                </a:lnTo>
                <a:lnTo>
                  <a:pt x="2262075" y="84998"/>
                </a:lnTo>
                <a:lnTo>
                  <a:pt x="2261186" y="84636"/>
                </a:lnTo>
                <a:lnTo>
                  <a:pt x="2260274" y="84286"/>
                </a:lnTo>
                <a:lnTo>
                  <a:pt x="2259338" y="83947"/>
                </a:lnTo>
                <a:lnTo>
                  <a:pt x="2258380" y="83619"/>
                </a:lnTo>
                <a:lnTo>
                  <a:pt x="2257399" y="83304"/>
                </a:lnTo>
                <a:lnTo>
                  <a:pt x="2256395" y="83000"/>
                </a:lnTo>
                <a:lnTo>
                  <a:pt x="2255367" y="82707"/>
                </a:lnTo>
                <a:lnTo>
                  <a:pt x="2254317" y="82426"/>
                </a:lnTo>
                <a:lnTo>
                  <a:pt x="2253244" y="82157"/>
                </a:lnTo>
                <a:lnTo>
                  <a:pt x="2238835" y="78618"/>
                </a:lnTo>
                <a:lnTo>
                  <a:pt x="2238126" y="78437"/>
                </a:lnTo>
                <a:lnTo>
                  <a:pt x="2237434" y="78253"/>
                </a:lnTo>
                <a:lnTo>
                  <a:pt x="2236757" y="78064"/>
                </a:lnTo>
                <a:lnTo>
                  <a:pt x="2236096" y="77872"/>
                </a:lnTo>
                <a:lnTo>
                  <a:pt x="2235451" y="77676"/>
                </a:lnTo>
                <a:lnTo>
                  <a:pt x="2234822" y="77477"/>
                </a:lnTo>
                <a:lnTo>
                  <a:pt x="2234208" y="77273"/>
                </a:lnTo>
                <a:lnTo>
                  <a:pt x="2233610" y="77066"/>
                </a:lnTo>
                <a:lnTo>
                  <a:pt x="2233028" y="76856"/>
                </a:lnTo>
                <a:lnTo>
                  <a:pt x="2232462" y="76641"/>
                </a:lnTo>
                <a:lnTo>
                  <a:pt x="2231912" y="76423"/>
                </a:lnTo>
                <a:lnTo>
                  <a:pt x="2231377" y="76201"/>
                </a:lnTo>
                <a:lnTo>
                  <a:pt x="2230859" y="75975"/>
                </a:lnTo>
                <a:lnTo>
                  <a:pt x="2230356" y="75746"/>
                </a:lnTo>
                <a:lnTo>
                  <a:pt x="2229868" y="75513"/>
                </a:lnTo>
                <a:lnTo>
                  <a:pt x="2229397" y="75276"/>
                </a:lnTo>
                <a:lnTo>
                  <a:pt x="2228942" y="75035"/>
                </a:lnTo>
                <a:lnTo>
                  <a:pt x="2228502" y="74791"/>
                </a:lnTo>
                <a:lnTo>
                  <a:pt x="2228078" y="74543"/>
                </a:lnTo>
                <a:lnTo>
                  <a:pt x="2227670" y="74291"/>
                </a:lnTo>
                <a:lnTo>
                  <a:pt x="2227277" y="74035"/>
                </a:lnTo>
                <a:lnTo>
                  <a:pt x="2226901" y="73776"/>
                </a:lnTo>
                <a:lnTo>
                  <a:pt x="2226540" y="73513"/>
                </a:lnTo>
                <a:lnTo>
                  <a:pt x="2226195" y="73246"/>
                </a:lnTo>
                <a:lnTo>
                  <a:pt x="2225865" y="72974"/>
                </a:lnTo>
                <a:lnTo>
                  <a:pt x="2225549" y="72693"/>
                </a:lnTo>
                <a:lnTo>
                  <a:pt x="2225247" y="72404"/>
                </a:lnTo>
                <a:lnTo>
                  <a:pt x="2224959" y="72107"/>
                </a:lnTo>
                <a:lnTo>
                  <a:pt x="2224685" y="71802"/>
                </a:lnTo>
                <a:lnTo>
                  <a:pt x="2224425" y="71489"/>
                </a:lnTo>
                <a:lnTo>
                  <a:pt x="2224180" y="71167"/>
                </a:lnTo>
                <a:lnTo>
                  <a:pt x="2223948" y="70838"/>
                </a:lnTo>
                <a:lnTo>
                  <a:pt x="2223730" y="70500"/>
                </a:lnTo>
                <a:lnTo>
                  <a:pt x="2223527" y="70155"/>
                </a:lnTo>
                <a:lnTo>
                  <a:pt x="2223337" y="69801"/>
                </a:lnTo>
                <a:lnTo>
                  <a:pt x="2223162" y="69439"/>
                </a:lnTo>
                <a:lnTo>
                  <a:pt x="2223000" y="69069"/>
                </a:lnTo>
                <a:lnTo>
                  <a:pt x="2222853" y="68690"/>
                </a:lnTo>
                <a:lnTo>
                  <a:pt x="2222719" y="68304"/>
                </a:lnTo>
                <a:lnTo>
                  <a:pt x="2222600" y="67910"/>
                </a:lnTo>
                <a:lnTo>
                  <a:pt x="2222494" y="67507"/>
                </a:lnTo>
                <a:lnTo>
                  <a:pt x="2222403" y="67096"/>
                </a:lnTo>
                <a:lnTo>
                  <a:pt x="2222326" y="66678"/>
                </a:lnTo>
                <a:lnTo>
                  <a:pt x="2222263" y="66251"/>
                </a:lnTo>
                <a:lnTo>
                  <a:pt x="2222214" y="65816"/>
                </a:lnTo>
                <a:lnTo>
                  <a:pt x="2222178" y="65373"/>
                </a:lnTo>
                <a:lnTo>
                  <a:pt x="2222157" y="64921"/>
                </a:lnTo>
                <a:lnTo>
                  <a:pt x="2222150" y="64462"/>
                </a:lnTo>
                <a:lnTo>
                  <a:pt x="2222161" y="63944"/>
                </a:lnTo>
                <a:lnTo>
                  <a:pt x="2222191" y="63434"/>
                </a:lnTo>
                <a:lnTo>
                  <a:pt x="2222242" y="62932"/>
                </a:lnTo>
                <a:lnTo>
                  <a:pt x="2222314" y="62438"/>
                </a:lnTo>
                <a:lnTo>
                  <a:pt x="2222405" y="61951"/>
                </a:lnTo>
                <a:lnTo>
                  <a:pt x="2222518" y="61472"/>
                </a:lnTo>
                <a:lnTo>
                  <a:pt x="2222650" y="61000"/>
                </a:lnTo>
                <a:lnTo>
                  <a:pt x="2222803" y="60537"/>
                </a:lnTo>
                <a:lnTo>
                  <a:pt x="2222977" y="60080"/>
                </a:lnTo>
                <a:lnTo>
                  <a:pt x="2223171" y="59632"/>
                </a:lnTo>
                <a:lnTo>
                  <a:pt x="2223385" y="59191"/>
                </a:lnTo>
                <a:lnTo>
                  <a:pt x="2223620" y="58758"/>
                </a:lnTo>
                <a:lnTo>
                  <a:pt x="2223875" y="58333"/>
                </a:lnTo>
                <a:lnTo>
                  <a:pt x="2224150" y="57915"/>
                </a:lnTo>
                <a:lnTo>
                  <a:pt x="2224446" y="57505"/>
                </a:lnTo>
                <a:lnTo>
                  <a:pt x="2224763" y="57103"/>
                </a:lnTo>
                <a:lnTo>
                  <a:pt x="2225099" y="56708"/>
                </a:lnTo>
                <a:lnTo>
                  <a:pt x="2225456" y="56321"/>
                </a:lnTo>
                <a:lnTo>
                  <a:pt x="2225834" y="55942"/>
                </a:lnTo>
                <a:lnTo>
                  <a:pt x="2226232" y="55570"/>
                </a:lnTo>
                <a:lnTo>
                  <a:pt x="2226650" y="55206"/>
                </a:lnTo>
                <a:lnTo>
                  <a:pt x="2227089" y="54850"/>
                </a:lnTo>
                <a:lnTo>
                  <a:pt x="2227548" y="54502"/>
                </a:lnTo>
                <a:lnTo>
                  <a:pt x="2228028" y="54161"/>
                </a:lnTo>
                <a:lnTo>
                  <a:pt x="2228528" y="53825"/>
                </a:lnTo>
                <a:lnTo>
                  <a:pt x="2229039" y="53505"/>
                </a:lnTo>
                <a:lnTo>
                  <a:pt x="2229559" y="53198"/>
                </a:lnTo>
                <a:lnTo>
                  <a:pt x="2230091" y="52905"/>
                </a:lnTo>
                <a:lnTo>
                  <a:pt x="2230632" y="52627"/>
                </a:lnTo>
                <a:lnTo>
                  <a:pt x="2231184" y="52363"/>
                </a:lnTo>
                <a:lnTo>
                  <a:pt x="2231746" y="52114"/>
                </a:lnTo>
                <a:lnTo>
                  <a:pt x="2232318" y="51878"/>
                </a:lnTo>
                <a:lnTo>
                  <a:pt x="2232901" y="51657"/>
                </a:lnTo>
                <a:lnTo>
                  <a:pt x="2233494" y="51451"/>
                </a:lnTo>
                <a:lnTo>
                  <a:pt x="2234097" y="51258"/>
                </a:lnTo>
                <a:lnTo>
                  <a:pt x="2234711" y="51080"/>
                </a:lnTo>
                <a:lnTo>
                  <a:pt x="2235335" y="50916"/>
                </a:lnTo>
                <a:lnTo>
                  <a:pt x="2235969" y="50766"/>
                </a:lnTo>
                <a:lnTo>
                  <a:pt x="2236614" y="50630"/>
                </a:lnTo>
                <a:lnTo>
                  <a:pt x="2237269" y="50509"/>
                </a:lnTo>
                <a:lnTo>
                  <a:pt x="2237934" y="50402"/>
                </a:lnTo>
                <a:lnTo>
                  <a:pt x="2238609" y="50310"/>
                </a:lnTo>
                <a:lnTo>
                  <a:pt x="2239295" y="50231"/>
                </a:lnTo>
                <a:lnTo>
                  <a:pt x="2239991" y="50167"/>
                </a:lnTo>
                <a:lnTo>
                  <a:pt x="2240698" y="50117"/>
                </a:lnTo>
                <a:lnTo>
                  <a:pt x="2241415" y="50081"/>
                </a:lnTo>
                <a:lnTo>
                  <a:pt x="2242142" y="50060"/>
                </a:lnTo>
                <a:lnTo>
                  <a:pt x="2242879" y="50053"/>
                </a:lnTo>
                <a:lnTo>
                  <a:pt x="2243418" y="50056"/>
                </a:lnTo>
                <a:lnTo>
                  <a:pt x="2243948" y="50067"/>
                </a:lnTo>
                <a:lnTo>
                  <a:pt x="2244470" y="50085"/>
                </a:lnTo>
                <a:lnTo>
                  <a:pt x="2244984" y="50111"/>
                </a:lnTo>
                <a:lnTo>
                  <a:pt x="2245490" y="50143"/>
                </a:lnTo>
                <a:lnTo>
                  <a:pt x="2245988" y="50183"/>
                </a:lnTo>
                <a:lnTo>
                  <a:pt x="2246477" y="50230"/>
                </a:lnTo>
                <a:lnTo>
                  <a:pt x="2246959" y="50284"/>
                </a:lnTo>
                <a:lnTo>
                  <a:pt x="2247432" y="50346"/>
                </a:lnTo>
                <a:lnTo>
                  <a:pt x="2247898" y="50415"/>
                </a:lnTo>
                <a:lnTo>
                  <a:pt x="2248355" y="50491"/>
                </a:lnTo>
                <a:lnTo>
                  <a:pt x="2248804" y="50574"/>
                </a:lnTo>
                <a:lnTo>
                  <a:pt x="2249245" y="50665"/>
                </a:lnTo>
                <a:lnTo>
                  <a:pt x="2249678" y="50762"/>
                </a:lnTo>
                <a:lnTo>
                  <a:pt x="2250103" y="50867"/>
                </a:lnTo>
                <a:lnTo>
                  <a:pt x="2250519" y="50980"/>
                </a:lnTo>
                <a:lnTo>
                  <a:pt x="2250928" y="51099"/>
                </a:lnTo>
                <a:lnTo>
                  <a:pt x="2251328" y="51226"/>
                </a:lnTo>
                <a:lnTo>
                  <a:pt x="2251720" y="51360"/>
                </a:lnTo>
                <a:lnTo>
                  <a:pt x="2252104" y="51501"/>
                </a:lnTo>
                <a:lnTo>
                  <a:pt x="2252480" y="51650"/>
                </a:lnTo>
                <a:lnTo>
                  <a:pt x="2252848" y="51805"/>
                </a:lnTo>
                <a:lnTo>
                  <a:pt x="2253208" y="51968"/>
                </a:lnTo>
                <a:lnTo>
                  <a:pt x="2253560" y="52138"/>
                </a:lnTo>
                <a:lnTo>
                  <a:pt x="2253904" y="52314"/>
                </a:lnTo>
                <a:lnTo>
                  <a:pt x="2254243" y="52494"/>
                </a:lnTo>
                <a:lnTo>
                  <a:pt x="2254575" y="52677"/>
                </a:lnTo>
                <a:lnTo>
                  <a:pt x="2254901" y="52865"/>
                </a:lnTo>
                <a:lnTo>
                  <a:pt x="2255221" y="53057"/>
                </a:lnTo>
                <a:lnTo>
                  <a:pt x="2255535" y="53252"/>
                </a:lnTo>
                <a:lnTo>
                  <a:pt x="2255842" y="53452"/>
                </a:lnTo>
                <a:lnTo>
                  <a:pt x="2256144" y="53655"/>
                </a:lnTo>
                <a:lnTo>
                  <a:pt x="2256439" y="53862"/>
                </a:lnTo>
                <a:lnTo>
                  <a:pt x="2256728" y="54074"/>
                </a:lnTo>
                <a:lnTo>
                  <a:pt x="2257011" y="54289"/>
                </a:lnTo>
                <a:lnTo>
                  <a:pt x="2257288" y="54508"/>
                </a:lnTo>
                <a:lnTo>
                  <a:pt x="2257559" y="54731"/>
                </a:lnTo>
                <a:lnTo>
                  <a:pt x="2257824" y="54959"/>
                </a:lnTo>
                <a:lnTo>
                  <a:pt x="2258082" y="55190"/>
                </a:lnTo>
                <a:lnTo>
                  <a:pt x="2258335" y="55425"/>
                </a:lnTo>
                <a:lnTo>
                  <a:pt x="2258581" y="55664"/>
                </a:lnTo>
                <a:lnTo>
                  <a:pt x="2258821" y="55906"/>
                </a:lnTo>
                <a:lnTo>
                  <a:pt x="2259055" y="56153"/>
                </a:lnTo>
                <a:lnTo>
                  <a:pt x="2259283" y="56404"/>
                </a:lnTo>
                <a:lnTo>
                  <a:pt x="2259504" y="56659"/>
                </a:lnTo>
                <a:lnTo>
                  <a:pt x="2259720" y="56918"/>
                </a:lnTo>
                <a:lnTo>
                  <a:pt x="2259929" y="57180"/>
                </a:lnTo>
                <a:lnTo>
                  <a:pt x="2260132" y="57447"/>
                </a:lnTo>
                <a:lnTo>
                  <a:pt x="2260336" y="57711"/>
                </a:lnTo>
                <a:lnTo>
                  <a:pt x="2260535" y="57975"/>
                </a:lnTo>
                <a:lnTo>
                  <a:pt x="2260730" y="58240"/>
                </a:lnTo>
                <a:lnTo>
                  <a:pt x="2260921" y="58505"/>
                </a:lnTo>
                <a:lnTo>
                  <a:pt x="2261107" y="58772"/>
                </a:lnTo>
                <a:lnTo>
                  <a:pt x="2261290" y="59039"/>
                </a:lnTo>
                <a:lnTo>
                  <a:pt x="2261468" y="59306"/>
                </a:lnTo>
                <a:lnTo>
                  <a:pt x="2261642" y="59575"/>
                </a:lnTo>
                <a:lnTo>
                  <a:pt x="2261812" y="59844"/>
                </a:lnTo>
                <a:lnTo>
                  <a:pt x="2261978" y="60113"/>
                </a:lnTo>
                <a:lnTo>
                  <a:pt x="2262139" y="60383"/>
                </a:lnTo>
                <a:lnTo>
                  <a:pt x="2262297" y="60654"/>
                </a:lnTo>
                <a:lnTo>
                  <a:pt x="2262450" y="60926"/>
                </a:lnTo>
                <a:lnTo>
                  <a:pt x="2262599" y="61198"/>
                </a:lnTo>
                <a:lnTo>
                  <a:pt x="2262744" y="61471"/>
                </a:lnTo>
                <a:lnTo>
                  <a:pt x="2262885" y="61744"/>
                </a:lnTo>
                <a:lnTo>
                  <a:pt x="2263022" y="62019"/>
                </a:lnTo>
                <a:lnTo>
                  <a:pt x="2263154" y="62293"/>
                </a:lnTo>
                <a:lnTo>
                  <a:pt x="2263282" y="62569"/>
                </a:lnTo>
                <a:lnTo>
                  <a:pt x="2263406" y="62845"/>
                </a:lnTo>
                <a:lnTo>
                  <a:pt x="2263526" y="63122"/>
                </a:lnTo>
                <a:lnTo>
                  <a:pt x="2263642" y="63399"/>
                </a:lnTo>
                <a:lnTo>
                  <a:pt x="2263754" y="63678"/>
                </a:lnTo>
                <a:lnTo>
                  <a:pt x="2263861" y="63956"/>
                </a:lnTo>
                <a:lnTo>
                  <a:pt x="2277259" y="60164"/>
                </a:lnTo>
                <a:lnTo>
                  <a:pt x="2276961" y="59308"/>
                </a:lnTo>
                <a:lnTo>
                  <a:pt x="2276646" y="58465"/>
                </a:lnTo>
                <a:lnTo>
                  <a:pt x="2276315" y="57637"/>
                </a:lnTo>
                <a:lnTo>
                  <a:pt x="2275967" y="56822"/>
                </a:lnTo>
                <a:lnTo>
                  <a:pt x="2275602" y="56021"/>
                </a:lnTo>
                <a:lnTo>
                  <a:pt x="2275221" y="55235"/>
                </a:lnTo>
                <a:lnTo>
                  <a:pt x="2274823" y="54463"/>
                </a:lnTo>
                <a:close/>
                <a:moveTo>
                  <a:pt x="1777389" y="136986"/>
                </a:moveTo>
                <a:lnTo>
                  <a:pt x="1778399" y="136824"/>
                </a:lnTo>
                <a:lnTo>
                  <a:pt x="1779397" y="136639"/>
                </a:lnTo>
                <a:lnTo>
                  <a:pt x="1780384" y="136432"/>
                </a:lnTo>
                <a:lnTo>
                  <a:pt x="1781360" y="136204"/>
                </a:lnTo>
                <a:lnTo>
                  <a:pt x="1782324" y="135955"/>
                </a:lnTo>
                <a:lnTo>
                  <a:pt x="1783277" y="135683"/>
                </a:lnTo>
                <a:lnTo>
                  <a:pt x="1784218" y="135390"/>
                </a:lnTo>
                <a:lnTo>
                  <a:pt x="1785148" y="135075"/>
                </a:lnTo>
                <a:lnTo>
                  <a:pt x="1786067" y="134738"/>
                </a:lnTo>
                <a:lnTo>
                  <a:pt x="1786974" y="134380"/>
                </a:lnTo>
                <a:lnTo>
                  <a:pt x="1787870" y="133999"/>
                </a:lnTo>
                <a:lnTo>
                  <a:pt x="1788754" y="133597"/>
                </a:lnTo>
                <a:lnTo>
                  <a:pt x="1789627" y="133174"/>
                </a:lnTo>
                <a:lnTo>
                  <a:pt x="1790489" y="132729"/>
                </a:lnTo>
                <a:lnTo>
                  <a:pt x="1791339" y="132261"/>
                </a:lnTo>
                <a:lnTo>
                  <a:pt x="1792177" y="131773"/>
                </a:lnTo>
                <a:lnTo>
                  <a:pt x="1793005" y="131262"/>
                </a:lnTo>
                <a:lnTo>
                  <a:pt x="1793824" y="130732"/>
                </a:lnTo>
                <a:lnTo>
                  <a:pt x="1794628" y="130185"/>
                </a:lnTo>
                <a:lnTo>
                  <a:pt x="1795416" y="129620"/>
                </a:lnTo>
                <a:lnTo>
                  <a:pt x="1796189" y="129038"/>
                </a:lnTo>
                <a:lnTo>
                  <a:pt x="1796947" y="128439"/>
                </a:lnTo>
                <a:lnTo>
                  <a:pt x="1797689" y="127822"/>
                </a:lnTo>
                <a:lnTo>
                  <a:pt x="1798416" y="127188"/>
                </a:lnTo>
                <a:lnTo>
                  <a:pt x="1799128" y="126536"/>
                </a:lnTo>
                <a:lnTo>
                  <a:pt x="1799824" y="125868"/>
                </a:lnTo>
                <a:lnTo>
                  <a:pt x="1800505" y="125182"/>
                </a:lnTo>
                <a:lnTo>
                  <a:pt x="1801171" y="124478"/>
                </a:lnTo>
                <a:lnTo>
                  <a:pt x="1801821" y="123757"/>
                </a:lnTo>
                <a:lnTo>
                  <a:pt x="1802456" y="123019"/>
                </a:lnTo>
                <a:lnTo>
                  <a:pt x="1803075" y="122264"/>
                </a:lnTo>
                <a:lnTo>
                  <a:pt x="1803679" y="121491"/>
                </a:lnTo>
                <a:lnTo>
                  <a:pt x="1804268" y="120701"/>
                </a:lnTo>
                <a:lnTo>
                  <a:pt x="1804841" y="119894"/>
                </a:lnTo>
                <a:lnTo>
                  <a:pt x="1805399" y="119069"/>
                </a:lnTo>
                <a:lnTo>
                  <a:pt x="1805942" y="118227"/>
                </a:lnTo>
                <a:lnTo>
                  <a:pt x="1806469" y="117367"/>
                </a:lnTo>
                <a:lnTo>
                  <a:pt x="1806981" y="116491"/>
                </a:lnTo>
                <a:lnTo>
                  <a:pt x="1807478" y="115596"/>
                </a:lnTo>
                <a:lnTo>
                  <a:pt x="1807959" y="114685"/>
                </a:lnTo>
                <a:lnTo>
                  <a:pt x="1808425" y="113756"/>
                </a:lnTo>
                <a:lnTo>
                  <a:pt x="1808879" y="112812"/>
                </a:lnTo>
                <a:lnTo>
                  <a:pt x="1809313" y="111855"/>
                </a:lnTo>
                <a:lnTo>
                  <a:pt x="1809728" y="110885"/>
                </a:lnTo>
                <a:lnTo>
                  <a:pt x="1810124" y="109901"/>
                </a:lnTo>
                <a:lnTo>
                  <a:pt x="1810501" y="108905"/>
                </a:lnTo>
                <a:lnTo>
                  <a:pt x="1810858" y="107895"/>
                </a:lnTo>
                <a:lnTo>
                  <a:pt x="1811196" y="106872"/>
                </a:lnTo>
                <a:lnTo>
                  <a:pt x="1811515" y="105835"/>
                </a:lnTo>
                <a:lnTo>
                  <a:pt x="1811814" y="104786"/>
                </a:lnTo>
                <a:lnTo>
                  <a:pt x="1812094" y="103724"/>
                </a:lnTo>
                <a:lnTo>
                  <a:pt x="1812355" y="102648"/>
                </a:lnTo>
                <a:lnTo>
                  <a:pt x="1812596" y="101559"/>
                </a:lnTo>
                <a:lnTo>
                  <a:pt x="1812818" y="100457"/>
                </a:lnTo>
                <a:lnTo>
                  <a:pt x="1813021" y="99342"/>
                </a:lnTo>
                <a:lnTo>
                  <a:pt x="1813204" y="98214"/>
                </a:lnTo>
                <a:lnTo>
                  <a:pt x="1813368" y="97072"/>
                </a:lnTo>
                <a:lnTo>
                  <a:pt x="1813513" y="95917"/>
                </a:lnTo>
                <a:lnTo>
                  <a:pt x="1813639" y="94750"/>
                </a:lnTo>
                <a:lnTo>
                  <a:pt x="1813745" y="93569"/>
                </a:lnTo>
                <a:lnTo>
                  <a:pt x="1813832" y="92374"/>
                </a:lnTo>
                <a:lnTo>
                  <a:pt x="1813899" y="91167"/>
                </a:lnTo>
                <a:lnTo>
                  <a:pt x="1813948" y="89946"/>
                </a:lnTo>
                <a:lnTo>
                  <a:pt x="1813977" y="88713"/>
                </a:lnTo>
                <a:lnTo>
                  <a:pt x="1813986" y="87466"/>
                </a:lnTo>
                <a:lnTo>
                  <a:pt x="1813977" y="86209"/>
                </a:lnTo>
                <a:lnTo>
                  <a:pt x="1813948" y="84965"/>
                </a:lnTo>
                <a:lnTo>
                  <a:pt x="1813899" y="83734"/>
                </a:lnTo>
                <a:lnTo>
                  <a:pt x="1813832" y="82517"/>
                </a:lnTo>
                <a:lnTo>
                  <a:pt x="1813745" y="81313"/>
                </a:lnTo>
                <a:lnTo>
                  <a:pt x="1813639" y="80123"/>
                </a:lnTo>
                <a:lnTo>
                  <a:pt x="1813513" y="78946"/>
                </a:lnTo>
                <a:lnTo>
                  <a:pt x="1813368" y="77783"/>
                </a:lnTo>
                <a:lnTo>
                  <a:pt x="1813204" y="76632"/>
                </a:lnTo>
                <a:lnTo>
                  <a:pt x="1813021" y="75496"/>
                </a:lnTo>
                <a:lnTo>
                  <a:pt x="1812818" y="74372"/>
                </a:lnTo>
                <a:lnTo>
                  <a:pt x="1812596" y="73262"/>
                </a:lnTo>
                <a:lnTo>
                  <a:pt x="1812355" y="72166"/>
                </a:lnTo>
                <a:lnTo>
                  <a:pt x="1812094" y="71082"/>
                </a:lnTo>
                <a:lnTo>
                  <a:pt x="1811814" y="70012"/>
                </a:lnTo>
                <a:lnTo>
                  <a:pt x="1811515" y="68956"/>
                </a:lnTo>
                <a:lnTo>
                  <a:pt x="1811196" y="67913"/>
                </a:lnTo>
                <a:lnTo>
                  <a:pt x="1810858" y="66883"/>
                </a:lnTo>
                <a:lnTo>
                  <a:pt x="1810501" y="65867"/>
                </a:lnTo>
                <a:lnTo>
                  <a:pt x="1810124" y="64864"/>
                </a:lnTo>
                <a:lnTo>
                  <a:pt x="1809728" y="63874"/>
                </a:lnTo>
                <a:lnTo>
                  <a:pt x="1809313" y="62898"/>
                </a:lnTo>
                <a:lnTo>
                  <a:pt x="1808879" y="61935"/>
                </a:lnTo>
                <a:lnTo>
                  <a:pt x="1808425" y="60986"/>
                </a:lnTo>
                <a:lnTo>
                  <a:pt x="1807959" y="60052"/>
                </a:lnTo>
                <a:lnTo>
                  <a:pt x="1807478" y="59136"/>
                </a:lnTo>
                <a:lnTo>
                  <a:pt x="1806981" y="58237"/>
                </a:lnTo>
                <a:lnTo>
                  <a:pt x="1806469" y="57356"/>
                </a:lnTo>
                <a:lnTo>
                  <a:pt x="1805942" y="56492"/>
                </a:lnTo>
                <a:lnTo>
                  <a:pt x="1805399" y="55646"/>
                </a:lnTo>
                <a:lnTo>
                  <a:pt x="1804841" y="54817"/>
                </a:lnTo>
                <a:lnTo>
                  <a:pt x="1804268" y="54006"/>
                </a:lnTo>
                <a:lnTo>
                  <a:pt x="1803679" y="53213"/>
                </a:lnTo>
                <a:lnTo>
                  <a:pt x="1803075" y="52437"/>
                </a:lnTo>
                <a:lnTo>
                  <a:pt x="1802456" y="51678"/>
                </a:lnTo>
                <a:lnTo>
                  <a:pt x="1801821" y="50938"/>
                </a:lnTo>
                <a:lnTo>
                  <a:pt x="1801171" y="50214"/>
                </a:lnTo>
                <a:lnTo>
                  <a:pt x="1800505" y="49509"/>
                </a:lnTo>
                <a:lnTo>
                  <a:pt x="1799824" y="48820"/>
                </a:lnTo>
                <a:lnTo>
                  <a:pt x="1799128" y="48150"/>
                </a:lnTo>
                <a:lnTo>
                  <a:pt x="1798416" y="47497"/>
                </a:lnTo>
                <a:lnTo>
                  <a:pt x="1797689" y="46861"/>
                </a:lnTo>
                <a:lnTo>
                  <a:pt x="1796947" y="46243"/>
                </a:lnTo>
                <a:lnTo>
                  <a:pt x="1796189" y="45643"/>
                </a:lnTo>
                <a:lnTo>
                  <a:pt x="1795416" y="45060"/>
                </a:lnTo>
                <a:lnTo>
                  <a:pt x="1794628" y="44495"/>
                </a:lnTo>
                <a:lnTo>
                  <a:pt x="1793824" y="43947"/>
                </a:lnTo>
                <a:lnTo>
                  <a:pt x="1793005" y="43417"/>
                </a:lnTo>
                <a:lnTo>
                  <a:pt x="1792177" y="42906"/>
                </a:lnTo>
                <a:lnTo>
                  <a:pt x="1791339" y="42418"/>
                </a:lnTo>
                <a:lnTo>
                  <a:pt x="1790489" y="41951"/>
                </a:lnTo>
                <a:lnTo>
                  <a:pt x="1789627" y="41505"/>
                </a:lnTo>
                <a:lnTo>
                  <a:pt x="1788754" y="41082"/>
                </a:lnTo>
                <a:lnTo>
                  <a:pt x="1787870" y="40680"/>
                </a:lnTo>
                <a:lnTo>
                  <a:pt x="1786974" y="40300"/>
                </a:lnTo>
                <a:lnTo>
                  <a:pt x="1786067" y="39941"/>
                </a:lnTo>
                <a:lnTo>
                  <a:pt x="1785148" y="39604"/>
                </a:lnTo>
                <a:lnTo>
                  <a:pt x="1784218" y="39289"/>
                </a:lnTo>
                <a:lnTo>
                  <a:pt x="1783277" y="38996"/>
                </a:lnTo>
                <a:lnTo>
                  <a:pt x="1782324" y="38725"/>
                </a:lnTo>
                <a:lnTo>
                  <a:pt x="1781360" y="38475"/>
                </a:lnTo>
                <a:lnTo>
                  <a:pt x="1780384" y="38247"/>
                </a:lnTo>
                <a:lnTo>
                  <a:pt x="1779397" y="38040"/>
                </a:lnTo>
                <a:lnTo>
                  <a:pt x="1778399" y="37856"/>
                </a:lnTo>
                <a:lnTo>
                  <a:pt x="1777389" y="37693"/>
                </a:lnTo>
                <a:lnTo>
                  <a:pt x="1776368" y="37551"/>
                </a:lnTo>
                <a:lnTo>
                  <a:pt x="1775335" y="37432"/>
                </a:lnTo>
                <a:lnTo>
                  <a:pt x="1774291" y="37334"/>
                </a:lnTo>
                <a:lnTo>
                  <a:pt x="1773236" y="37258"/>
                </a:lnTo>
                <a:lnTo>
                  <a:pt x="1772169" y="37204"/>
                </a:lnTo>
                <a:lnTo>
                  <a:pt x="1771090" y="37171"/>
                </a:lnTo>
                <a:lnTo>
                  <a:pt x="1770001" y="37160"/>
                </a:lnTo>
                <a:lnTo>
                  <a:pt x="1768911" y="37171"/>
                </a:lnTo>
                <a:lnTo>
                  <a:pt x="1767832" y="37204"/>
                </a:lnTo>
                <a:lnTo>
                  <a:pt x="1766765" y="37258"/>
                </a:lnTo>
                <a:lnTo>
                  <a:pt x="1765709" y="37334"/>
                </a:lnTo>
                <a:lnTo>
                  <a:pt x="1764663" y="37432"/>
                </a:lnTo>
                <a:lnTo>
                  <a:pt x="1763630" y="37551"/>
                </a:lnTo>
                <a:lnTo>
                  <a:pt x="1762607" y="37693"/>
                </a:lnTo>
                <a:lnTo>
                  <a:pt x="1761595" y="37856"/>
                </a:lnTo>
                <a:lnTo>
                  <a:pt x="1760595" y="38040"/>
                </a:lnTo>
                <a:lnTo>
                  <a:pt x="1759606" y="38247"/>
                </a:lnTo>
                <a:lnTo>
                  <a:pt x="1758628" y="38475"/>
                </a:lnTo>
                <a:lnTo>
                  <a:pt x="1757661" y="38725"/>
                </a:lnTo>
                <a:lnTo>
                  <a:pt x="1756706" y="38996"/>
                </a:lnTo>
                <a:lnTo>
                  <a:pt x="1755761" y="39289"/>
                </a:lnTo>
                <a:lnTo>
                  <a:pt x="1754828" y="39604"/>
                </a:lnTo>
                <a:lnTo>
                  <a:pt x="1753906" y="39941"/>
                </a:lnTo>
                <a:lnTo>
                  <a:pt x="1752995" y="40300"/>
                </a:lnTo>
                <a:lnTo>
                  <a:pt x="1752096" y="40680"/>
                </a:lnTo>
                <a:lnTo>
                  <a:pt x="1751207" y="41082"/>
                </a:lnTo>
                <a:lnTo>
                  <a:pt x="1750330" y="41505"/>
                </a:lnTo>
                <a:lnTo>
                  <a:pt x="1749464" y="41951"/>
                </a:lnTo>
                <a:lnTo>
                  <a:pt x="1748609" y="42418"/>
                </a:lnTo>
                <a:lnTo>
                  <a:pt x="1747766" y="42906"/>
                </a:lnTo>
                <a:lnTo>
                  <a:pt x="1746933" y="43417"/>
                </a:lnTo>
                <a:lnTo>
                  <a:pt x="1746119" y="43947"/>
                </a:lnTo>
                <a:lnTo>
                  <a:pt x="1745320" y="44495"/>
                </a:lnTo>
                <a:lnTo>
                  <a:pt x="1744536" y="45060"/>
                </a:lnTo>
                <a:lnTo>
                  <a:pt x="1743766" y="45643"/>
                </a:lnTo>
                <a:lnTo>
                  <a:pt x="1743012" y="46243"/>
                </a:lnTo>
                <a:lnTo>
                  <a:pt x="1742273" y="46861"/>
                </a:lnTo>
                <a:lnTo>
                  <a:pt x="1741548" y="47497"/>
                </a:lnTo>
                <a:lnTo>
                  <a:pt x="1740838" y="48150"/>
                </a:lnTo>
                <a:lnTo>
                  <a:pt x="1740144" y="48820"/>
                </a:lnTo>
                <a:lnTo>
                  <a:pt x="1739464" y="49509"/>
                </a:lnTo>
                <a:lnTo>
                  <a:pt x="1738799" y="50214"/>
                </a:lnTo>
                <a:lnTo>
                  <a:pt x="1738149" y="50938"/>
                </a:lnTo>
                <a:lnTo>
                  <a:pt x="1737514" y="51678"/>
                </a:lnTo>
                <a:lnTo>
                  <a:pt x="1736894" y="52437"/>
                </a:lnTo>
                <a:lnTo>
                  <a:pt x="1736289" y="53213"/>
                </a:lnTo>
                <a:lnTo>
                  <a:pt x="1735698" y="54006"/>
                </a:lnTo>
                <a:lnTo>
                  <a:pt x="1735123" y="54817"/>
                </a:lnTo>
                <a:lnTo>
                  <a:pt x="1734562" y="55646"/>
                </a:lnTo>
                <a:lnTo>
                  <a:pt x="1734017" y="56492"/>
                </a:lnTo>
                <a:lnTo>
                  <a:pt x="1733486" y="57356"/>
                </a:lnTo>
                <a:lnTo>
                  <a:pt x="1732971" y="58237"/>
                </a:lnTo>
                <a:lnTo>
                  <a:pt x="1732470" y="59136"/>
                </a:lnTo>
                <a:lnTo>
                  <a:pt x="1731984" y="60052"/>
                </a:lnTo>
                <a:lnTo>
                  <a:pt x="1731513" y="60986"/>
                </a:lnTo>
                <a:lnTo>
                  <a:pt x="1731064" y="61935"/>
                </a:lnTo>
                <a:lnTo>
                  <a:pt x="1730635" y="62898"/>
                </a:lnTo>
                <a:lnTo>
                  <a:pt x="1730224" y="63874"/>
                </a:lnTo>
                <a:lnTo>
                  <a:pt x="1729833" y="64864"/>
                </a:lnTo>
                <a:lnTo>
                  <a:pt x="1729461" y="65867"/>
                </a:lnTo>
                <a:lnTo>
                  <a:pt x="1729108" y="66883"/>
                </a:lnTo>
                <a:lnTo>
                  <a:pt x="1728773" y="67913"/>
                </a:lnTo>
                <a:lnTo>
                  <a:pt x="1728458" y="68956"/>
                </a:lnTo>
                <a:lnTo>
                  <a:pt x="1728163" y="70012"/>
                </a:lnTo>
                <a:lnTo>
                  <a:pt x="1727886" y="71082"/>
                </a:lnTo>
                <a:lnTo>
                  <a:pt x="1727628" y="72166"/>
                </a:lnTo>
                <a:lnTo>
                  <a:pt x="1727389" y="73262"/>
                </a:lnTo>
                <a:lnTo>
                  <a:pt x="1727170" y="74372"/>
                </a:lnTo>
                <a:lnTo>
                  <a:pt x="1726969" y="75496"/>
                </a:lnTo>
                <a:lnTo>
                  <a:pt x="1726788" y="76632"/>
                </a:lnTo>
                <a:lnTo>
                  <a:pt x="1726626" y="77783"/>
                </a:lnTo>
                <a:lnTo>
                  <a:pt x="1726483" y="78946"/>
                </a:lnTo>
                <a:lnTo>
                  <a:pt x="1726358" y="80123"/>
                </a:lnTo>
                <a:lnTo>
                  <a:pt x="1726253" y="81313"/>
                </a:lnTo>
                <a:lnTo>
                  <a:pt x="1726168" y="82517"/>
                </a:lnTo>
                <a:lnTo>
                  <a:pt x="1726101" y="83734"/>
                </a:lnTo>
                <a:lnTo>
                  <a:pt x="1726053" y="84965"/>
                </a:lnTo>
                <a:lnTo>
                  <a:pt x="1726024" y="86209"/>
                </a:lnTo>
                <a:lnTo>
                  <a:pt x="1726015" y="87466"/>
                </a:lnTo>
                <a:lnTo>
                  <a:pt x="1726024" y="88713"/>
                </a:lnTo>
                <a:lnTo>
                  <a:pt x="1726053" y="89946"/>
                </a:lnTo>
                <a:lnTo>
                  <a:pt x="1726101" y="91167"/>
                </a:lnTo>
                <a:lnTo>
                  <a:pt x="1726168" y="92374"/>
                </a:lnTo>
                <a:lnTo>
                  <a:pt x="1726253" y="93569"/>
                </a:lnTo>
                <a:lnTo>
                  <a:pt x="1726358" y="94750"/>
                </a:lnTo>
                <a:lnTo>
                  <a:pt x="1726483" y="95917"/>
                </a:lnTo>
                <a:lnTo>
                  <a:pt x="1726626" y="97072"/>
                </a:lnTo>
                <a:lnTo>
                  <a:pt x="1726788" y="98214"/>
                </a:lnTo>
                <a:lnTo>
                  <a:pt x="1726969" y="99342"/>
                </a:lnTo>
                <a:lnTo>
                  <a:pt x="1727170" y="100457"/>
                </a:lnTo>
                <a:lnTo>
                  <a:pt x="1727389" y="101559"/>
                </a:lnTo>
                <a:lnTo>
                  <a:pt x="1727628" y="102648"/>
                </a:lnTo>
                <a:lnTo>
                  <a:pt x="1727886" y="103724"/>
                </a:lnTo>
                <a:lnTo>
                  <a:pt x="1728163" y="104786"/>
                </a:lnTo>
                <a:lnTo>
                  <a:pt x="1728458" y="105835"/>
                </a:lnTo>
                <a:lnTo>
                  <a:pt x="1728773" y="106872"/>
                </a:lnTo>
                <a:lnTo>
                  <a:pt x="1729108" y="107895"/>
                </a:lnTo>
                <a:lnTo>
                  <a:pt x="1729461" y="108905"/>
                </a:lnTo>
                <a:lnTo>
                  <a:pt x="1729833" y="109901"/>
                </a:lnTo>
                <a:lnTo>
                  <a:pt x="1730224" y="110885"/>
                </a:lnTo>
                <a:lnTo>
                  <a:pt x="1730635" y="111855"/>
                </a:lnTo>
                <a:lnTo>
                  <a:pt x="1731064" y="112812"/>
                </a:lnTo>
                <a:lnTo>
                  <a:pt x="1731513" y="113756"/>
                </a:lnTo>
                <a:lnTo>
                  <a:pt x="1731984" y="114685"/>
                </a:lnTo>
                <a:lnTo>
                  <a:pt x="1732470" y="115596"/>
                </a:lnTo>
                <a:lnTo>
                  <a:pt x="1732971" y="116491"/>
                </a:lnTo>
                <a:lnTo>
                  <a:pt x="1733486" y="117367"/>
                </a:lnTo>
                <a:lnTo>
                  <a:pt x="1734017" y="118227"/>
                </a:lnTo>
                <a:lnTo>
                  <a:pt x="1734562" y="119069"/>
                </a:lnTo>
                <a:lnTo>
                  <a:pt x="1735123" y="119894"/>
                </a:lnTo>
                <a:lnTo>
                  <a:pt x="1735698" y="120701"/>
                </a:lnTo>
                <a:lnTo>
                  <a:pt x="1736289" y="121491"/>
                </a:lnTo>
                <a:lnTo>
                  <a:pt x="1736894" y="122264"/>
                </a:lnTo>
                <a:lnTo>
                  <a:pt x="1737514" y="123019"/>
                </a:lnTo>
                <a:lnTo>
                  <a:pt x="1738149" y="123757"/>
                </a:lnTo>
                <a:lnTo>
                  <a:pt x="1738799" y="124478"/>
                </a:lnTo>
                <a:lnTo>
                  <a:pt x="1739464" y="125182"/>
                </a:lnTo>
                <a:lnTo>
                  <a:pt x="1740144" y="125868"/>
                </a:lnTo>
                <a:lnTo>
                  <a:pt x="1740838" y="126536"/>
                </a:lnTo>
                <a:lnTo>
                  <a:pt x="1741548" y="127188"/>
                </a:lnTo>
                <a:lnTo>
                  <a:pt x="1742273" y="127822"/>
                </a:lnTo>
                <a:lnTo>
                  <a:pt x="1743012" y="128439"/>
                </a:lnTo>
                <a:lnTo>
                  <a:pt x="1743766" y="129038"/>
                </a:lnTo>
                <a:lnTo>
                  <a:pt x="1744536" y="129620"/>
                </a:lnTo>
                <a:lnTo>
                  <a:pt x="1745320" y="130185"/>
                </a:lnTo>
                <a:lnTo>
                  <a:pt x="1746119" y="130732"/>
                </a:lnTo>
                <a:lnTo>
                  <a:pt x="1746933" y="131262"/>
                </a:lnTo>
                <a:lnTo>
                  <a:pt x="1747766" y="131773"/>
                </a:lnTo>
                <a:lnTo>
                  <a:pt x="1748609" y="132261"/>
                </a:lnTo>
                <a:lnTo>
                  <a:pt x="1749464" y="132729"/>
                </a:lnTo>
                <a:lnTo>
                  <a:pt x="1750330" y="133174"/>
                </a:lnTo>
                <a:lnTo>
                  <a:pt x="1751207" y="133597"/>
                </a:lnTo>
                <a:lnTo>
                  <a:pt x="1752096" y="133999"/>
                </a:lnTo>
                <a:lnTo>
                  <a:pt x="1752995" y="134380"/>
                </a:lnTo>
                <a:lnTo>
                  <a:pt x="1753906" y="134738"/>
                </a:lnTo>
                <a:lnTo>
                  <a:pt x="1754828" y="135075"/>
                </a:lnTo>
                <a:lnTo>
                  <a:pt x="1755761" y="135390"/>
                </a:lnTo>
                <a:lnTo>
                  <a:pt x="1756706" y="135683"/>
                </a:lnTo>
                <a:lnTo>
                  <a:pt x="1757661" y="135955"/>
                </a:lnTo>
                <a:lnTo>
                  <a:pt x="1758628" y="136204"/>
                </a:lnTo>
                <a:lnTo>
                  <a:pt x="1759606" y="136432"/>
                </a:lnTo>
                <a:lnTo>
                  <a:pt x="1760595" y="136639"/>
                </a:lnTo>
                <a:lnTo>
                  <a:pt x="1761595" y="136824"/>
                </a:lnTo>
                <a:lnTo>
                  <a:pt x="1762607" y="136986"/>
                </a:lnTo>
                <a:lnTo>
                  <a:pt x="1763630" y="137128"/>
                </a:lnTo>
                <a:lnTo>
                  <a:pt x="1764663" y="137247"/>
                </a:lnTo>
                <a:lnTo>
                  <a:pt x="1765709" y="137345"/>
                </a:lnTo>
                <a:lnTo>
                  <a:pt x="1766765" y="137421"/>
                </a:lnTo>
                <a:lnTo>
                  <a:pt x="1767832" y="137475"/>
                </a:lnTo>
                <a:lnTo>
                  <a:pt x="1768911" y="137508"/>
                </a:lnTo>
                <a:lnTo>
                  <a:pt x="1770001" y="137519"/>
                </a:lnTo>
                <a:lnTo>
                  <a:pt x="1771090" y="137508"/>
                </a:lnTo>
                <a:lnTo>
                  <a:pt x="1772169" y="137475"/>
                </a:lnTo>
                <a:lnTo>
                  <a:pt x="1773236" y="137421"/>
                </a:lnTo>
                <a:lnTo>
                  <a:pt x="1774291" y="137345"/>
                </a:lnTo>
                <a:lnTo>
                  <a:pt x="1775335" y="137247"/>
                </a:lnTo>
                <a:lnTo>
                  <a:pt x="1776368" y="137128"/>
                </a:lnTo>
                <a:lnTo>
                  <a:pt x="1777389" y="136986"/>
                </a:lnTo>
                <a:close/>
                <a:moveTo>
                  <a:pt x="1764477" y="123685"/>
                </a:moveTo>
                <a:lnTo>
                  <a:pt x="1763737" y="123552"/>
                </a:lnTo>
                <a:lnTo>
                  <a:pt x="1763009" y="123401"/>
                </a:lnTo>
                <a:lnTo>
                  <a:pt x="1762294" y="123232"/>
                </a:lnTo>
                <a:lnTo>
                  <a:pt x="1761591" y="123045"/>
                </a:lnTo>
                <a:lnTo>
                  <a:pt x="1760900" y="122841"/>
                </a:lnTo>
                <a:lnTo>
                  <a:pt x="1760222" y="122619"/>
                </a:lnTo>
                <a:lnTo>
                  <a:pt x="1759555" y="122379"/>
                </a:lnTo>
                <a:lnTo>
                  <a:pt x="1758902" y="122121"/>
                </a:lnTo>
                <a:lnTo>
                  <a:pt x="1758260" y="121846"/>
                </a:lnTo>
                <a:lnTo>
                  <a:pt x="1757631" y="121552"/>
                </a:lnTo>
                <a:lnTo>
                  <a:pt x="1757014" y="121241"/>
                </a:lnTo>
                <a:lnTo>
                  <a:pt x="1756409" y="120912"/>
                </a:lnTo>
                <a:lnTo>
                  <a:pt x="1755816" y="120566"/>
                </a:lnTo>
                <a:lnTo>
                  <a:pt x="1755236" y="120202"/>
                </a:lnTo>
                <a:lnTo>
                  <a:pt x="1754668" y="119819"/>
                </a:lnTo>
                <a:lnTo>
                  <a:pt x="1754113" y="119419"/>
                </a:lnTo>
                <a:lnTo>
                  <a:pt x="1753569" y="119002"/>
                </a:lnTo>
                <a:lnTo>
                  <a:pt x="1753038" y="118570"/>
                </a:lnTo>
                <a:lnTo>
                  <a:pt x="1752518" y="118126"/>
                </a:lnTo>
                <a:lnTo>
                  <a:pt x="1752010" y="117672"/>
                </a:lnTo>
                <a:lnTo>
                  <a:pt x="1751514" y="117206"/>
                </a:lnTo>
                <a:lnTo>
                  <a:pt x="1751029" y="116729"/>
                </a:lnTo>
                <a:lnTo>
                  <a:pt x="1750555" y="116241"/>
                </a:lnTo>
                <a:lnTo>
                  <a:pt x="1750094" y="115741"/>
                </a:lnTo>
                <a:lnTo>
                  <a:pt x="1749644" y="115231"/>
                </a:lnTo>
                <a:lnTo>
                  <a:pt x="1749206" y="114709"/>
                </a:lnTo>
                <a:lnTo>
                  <a:pt x="1748779" y="114176"/>
                </a:lnTo>
                <a:lnTo>
                  <a:pt x="1748364" y="113632"/>
                </a:lnTo>
                <a:lnTo>
                  <a:pt x="1747960" y="113077"/>
                </a:lnTo>
                <a:lnTo>
                  <a:pt x="1747569" y="112510"/>
                </a:lnTo>
                <a:lnTo>
                  <a:pt x="1747188" y="111933"/>
                </a:lnTo>
                <a:lnTo>
                  <a:pt x="1746820" y="111344"/>
                </a:lnTo>
                <a:lnTo>
                  <a:pt x="1746463" y="110744"/>
                </a:lnTo>
                <a:lnTo>
                  <a:pt x="1746118" y="110133"/>
                </a:lnTo>
                <a:lnTo>
                  <a:pt x="1745784" y="109510"/>
                </a:lnTo>
                <a:lnTo>
                  <a:pt x="1745462" y="108877"/>
                </a:lnTo>
                <a:lnTo>
                  <a:pt x="1745152" y="108232"/>
                </a:lnTo>
                <a:lnTo>
                  <a:pt x="1744853" y="107576"/>
                </a:lnTo>
                <a:lnTo>
                  <a:pt x="1744566" y="106909"/>
                </a:lnTo>
                <a:lnTo>
                  <a:pt x="1744290" y="106230"/>
                </a:lnTo>
                <a:lnTo>
                  <a:pt x="1744026" y="105541"/>
                </a:lnTo>
                <a:lnTo>
                  <a:pt x="1743774" y="104843"/>
                </a:lnTo>
                <a:lnTo>
                  <a:pt x="1743532" y="104141"/>
                </a:lnTo>
                <a:lnTo>
                  <a:pt x="1743301" y="103433"/>
                </a:lnTo>
                <a:lnTo>
                  <a:pt x="1743080" y="102721"/>
                </a:lnTo>
                <a:lnTo>
                  <a:pt x="1742870" y="102004"/>
                </a:lnTo>
                <a:lnTo>
                  <a:pt x="1742671" y="101283"/>
                </a:lnTo>
                <a:lnTo>
                  <a:pt x="1742483" y="100556"/>
                </a:lnTo>
                <a:lnTo>
                  <a:pt x="1742306" y="99825"/>
                </a:lnTo>
                <a:lnTo>
                  <a:pt x="1742139" y="99088"/>
                </a:lnTo>
                <a:lnTo>
                  <a:pt x="1741983" y="98347"/>
                </a:lnTo>
                <a:lnTo>
                  <a:pt x="1741838" y="97602"/>
                </a:lnTo>
                <a:lnTo>
                  <a:pt x="1741704" y="96851"/>
                </a:lnTo>
                <a:lnTo>
                  <a:pt x="1741580" y="96095"/>
                </a:lnTo>
                <a:lnTo>
                  <a:pt x="1741467" y="95335"/>
                </a:lnTo>
                <a:lnTo>
                  <a:pt x="1741365" y="94570"/>
                </a:lnTo>
                <a:lnTo>
                  <a:pt x="1741274" y="93800"/>
                </a:lnTo>
                <a:lnTo>
                  <a:pt x="1741193" y="93025"/>
                </a:lnTo>
                <a:lnTo>
                  <a:pt x="1741123" y="92245"/>
                </a:lnTo>
                <a:lnTo>
                  <a:pt x="1741064" y="91461"/>
                </a:lnTo>
                <a:lnTo>
                  <a:pt x="1741016" y="90671"/>
                </a:lnTo>
                <a:lnTo>
                  <a:pt x="1740978" y="89877"/>
                </a:lnTo>
                <a:lnTo>
                  <a:pt x="1740951" y="89078"/>
                </a:lnTo>
                <a:lnTo>
                  <a:pt x="1740935" y="88275"/>
                </a:lnTo>
                <a:lnTo>
                  <a:pt x="1740930" y="87466"/>
                </a:lnTo>
                <a:lnTo>
                  <a:pt x="1740935" y="86657"/>
                </a:lnTo>
                <a:lnTo>
                  <a:pt x="1740951" y="85853"/>
                </a:lnTo>
                <a:lnTo>
                  <a:pt x="1740978" y="85054"/>
                </a:lnTo>
                <a:lnTo>
                  <a:pt x="1741016" y="84259"/>
                </a:lnTo>
                <a:lnTo>
                  <a:pt x="1741064" y="83468"/>
                </a:lnTo>
                <a:lnTo>
                  <a:pt x="1741123" y="82683"/>
                </a:lnTo>
                <a:lnTo>
                  <a:pt x="1741193" y="81902"/>
                </a:lnTo>
                <a:lnTo>
                  <a:pt x="1741274" y="81125"/>
                </a:lnTo>
                <a:lnTo>
                  <a:pt x="1741365" y="80353"/>
                </a:lnTo>
                <a:lnTo>
                  <a:pt x="1741467" y="79586"/>
                </a:lnTo>
                <a:lnTo>
                  <a:pt x="1741580" y="78823"/>
                </a:lnTo>
                <a:lnTo>
                  <a:pt x="1741704" y="78065"/>
                </a:lnTo>
                <a:lnTo>
                  <a:pt x="1741838" y="77312"/>
                </a:lnTo>
                <a:lnTo>
                  <a:pt x="1741983" y="76563"/>
                </a:lnTo>
                <a:lnTo>
                  <a:pt x="1742139" y="75819"/>
                </a:lnTo>
                <a:lnTo>
                  <a:pt x="1742306" y="75079"/>
                </a:lnTo>
                <a:lnTo>
                  <a:pt x="1742483" y="74344"/>
                </a:lnTo>
                <a:lnTo>
                  <a:pt x="1742671" y="73614"/>
                </a:lnTo>
                <a:lnTo>
                  <a:pt x="1742870" y="72888"/>
                </a:lnTo>
                <a:lnTo>
                  <a:pt x="1743080" y="72167"/>
                </a:lnTo>
                <a:lnTo>
                  <a:pt x="1743301" y="71450"/>
                </a:lnTo>
                <a:lnTo>
                  <a:pt x="1743532" y="70738"/>
                </a:lnTo>
                <a:lnTo>
                  <a:pt x="1743774" y="70031"/>
                </a:lnTo>
                <a:lnTo>
                  <a:pt x="1744026" y="69328"/>
                </a:lnTo>
                <a:lnTo>
                  <a:pt x="1744290" y="68633"/>
                </a:lnTo>
                <a:lnTo>
                  <a:pt x="1744566" y="67950"/>
                </a:lnTo>
                <a:lnTo>
                  <a:pt x="1744853" y="67277"/>
                </a:lnTo>
                <a:lnTo>
                  <a:pt x="1745152" y="66616"/>
                </a:lnTo>
                <a:lnTo>
                  <a:pt x="1745462" y="65966"/>
                </a:lnTo>
                <a:lnTo>
                  <a:pt x="1745784" y="65327"/>
                </a:lnTo>
                <a:lnTo>
                  <a:pt x="1746118" y="64699"/>
                </a:lnTo>
                <a:lnTo>
                  <a:pt x="1746463" y="64083"/>
                </a:lnTo>
                <a:lnTo>
                  <a:pt x="1746820" y="63477"/>
                </a:lnTo>
                <a:lnTo>
                  <a:pt x="1747188" y="62883"/>
                </a:lnTo>
                <a:lnTo>
                  <a:pt x="1747569" y="62300"/>
                </a:lnTo>
                <a:lnTo>
                  <a:pt x="1747960" y="61729"/>
                </a:lnTo>
                <a:lnTo>
                  <a:pt x="1748364" y="61168"/>
                </a:lnTo>
                <a:lnTo>
                  <a:pt x="1748779" y="60619"/>
                </a:lnTo>
                <a:lnTo>
                  <a:pt x="1749206" y="60080"/>
                </a:lnTo>
                <a:lnTo>
                  <a:pt x="1749644" y="59554"/>
                </a:lnTo>
                <a:lnTo>
                  <a:pt x="1750094" y="59038"/>
                </a:lnTo>
                <a:lnTo>
                  <a:pt x="1750555" y="58533"/>
                </a:lnTo>
                <a:lnTo>
                  <a:pt x="1751029" y="58040"/>
                </a:lnTo>
                <a:lnTo>
                  <a:pt x="1751514" y="57558"/>
                </a:lnTo>
                <a:lnTo>
                  <a:pt x="1752010" y="57086"/>
                </a:lnTo>
                <a:lnTo>
                  <a:pt x="1752518" y="56627"/>
                </a:lnTo>
                <a:lnTo>
                  <a:pt x="1753038" y="56178"/>
                </a:lnTo>
                <a:lnTo>
                  <a:pt x="1753569" y="55741"/>
                </a:lnTo>
                <a:lnTo>
                  <a:pt x="1754113" y="55318"/>
                </a:lnTo>
                <a:lnTo>
                  <a:pt x="1754668" y="54913"/>
                </a:lnTo>
                <a:lnTo>
                  <a:pt x="1755236" y="54526"/>
                </a:lnTo>
                <a:lnTo>
                  <a:pt x="1755816" y="54157"/>
                </a:lnTo>
                <a:lnTo>
                  <a:pt x="1756409" y="53806"/>
                </a:lnTo>
                <a:lnTo>
                  <a:pt x="1757014" y="53473"/>
                </a:lnTo>
                <a:lnTo>
                  <a:pt x="1757631" y="53158"/>
                </a:lnTo>
                <a:lnTo>
                  <a:pt x="1758260" y="52862"/>
                </a:lnTo>
                <a:lnTo>
                  <a:pt x="1758902" y="52583"/>
                </a:lnTo>
                <a:lnTo>
                  <a:pt x="1759555" y="52322"/>
                </a:lnTo>
                <a:lnTo>
                  <a:pt x="1760222" y="52079"/>
                </a:lnTo>
                <a:lnTo>
                  <a:pt x="1760900" y="51854"/>
                </a:lnTo>
                <a:lnTo>
                  <a:pt x="1761591" y="51647"/>
                </a:lnTo>
                <a:lnTo>
                  <a:pt x="1762294" y="51458"/>
                </a:lnTo>
                <a:lnTo>
                  <a:pt x="1763009" y="51287"/>
                </a:lnTo>
                <a:lnTo>
                  <a:pt x="1763737" y="51134"/>
                </a:lnTo>
                <a:lnTo>
                  <a:pt x="1764477" y="50999"/>
                </a:lnTo>
                <a:lnTo>
                  <a:pt x="1765229" y="50882"/>
                </a:lnTo>
                <a:lnTo>
                  <a:pt x="1765994" y="50783"/>
                </a:lnTo>
                <a:lnTo>
                  <a:pt x="1766771" y="50702"/>
                </a:lnTo>
                <a:lnTo>
                  <a:pt x="1767560" y="50639"/>
                </a:lnTo>
                <a:lnTo>
                  <a:pt x="1768361" y="50594"/>
                </a:lnTo>
                <a:lnTo>
                  <a:pt x="1769175" y="50567"/>
                </a:lnTo>
                <a:lnTo>
                  <a:pt x="1770001" y="50558"/>
                </a:lnTo>
                <a:lnTo>
                  <a:pt x="1770827" y="50567"/>
                </a:lnTo>
                <a:lnTo>
                  <a:pt x="1771640" y="50594"/>
                </a:lnTo>
                <a:lnTo>
                  <a:pt x="1772442" y="50639"/>
                </a:lnTo>
                <a:lnTo>
                  <a:pt x="1773231" y="50702"/>
                </a:lnTo>
                <a:lnTo>
                  <a:pt x="1774008" y="50783"/>
                </a:lnTo>
                <a:lnTo>
                  <a:pt x="1774772" y="50882"/>
                </a:lnTo>
                <a:lnTo>
                  <a:pt x="1775524" y="50999"/>
                </a:lnTo>
                <a:lnTo>
                  <a:pt x="1776264" y="51134"/>
                </a:lnTo>
                <a:lnTo>
                  <a:pt x="1776992" y="51287"/>
                </a:lnTo>
                <a:lnTo>
                  <a:pt x="1777707" y="51458"/>
                </a:lnTo>
                <a:lnTo>
                  <a:pt x="1778410" y="51647"/>
                </a:lnTo>
                <a:lnTo>
                  <a:pt x="1779101" y="51854"/>
                </a:lnTo>
                <a:lnTo>
                  <a:pt x="1779780" y="52079"/>
                </a:lnTo>
                <a:lnTo>
                  <a:pt x="1780446" y="52322"/>
                </a:lnTo>
                <a:lnTo>
                  <a:pt x="1781100" y="52583"/>
                </a:lnTo>
                <a:lnTo>
                  <a:pt x="1781741" y="52862"/>
                </a:lnTo>
                <a:lnTo>
                  <a:pt x="1782371" y="53158"/>
                </a:lnTo>
                <a:lnTo>
                  <a:pt x="1782988" y="53473"/>
                </a:lnTo>
                <a:lnTo>
                  <a:pt x="1783593" y="53806"/>
                </a:lnTo>
                <a:lnTo>
                  <a:pt x="1784185" y="54157"/>
                </a:lnTo>
                <a:lnTo>
                  <a:pt x="1784765" y="54526"/>
                </a:lnTo>
                <a:lnTo>
                  <a:pt x="1785333" y="54913"/>
                </a:lnTo>
                <a:lnTo>
                  <a:pt x="1785889" y="55318"/>
                </a:lnTo>
                <a:lnTo>
                  <a:pt x="1786432" y="55741"/>
                </a:lnTo>
                <a:lnTo>
                  <a:pt x="1786964" y="56178"/>
                </a:lnTo>
                <a:lnTo>
                  <a:pt x="1787483" y="56627"/>
                </a:lnTo>
                <a:lnTo>
                  <a:pt x="1787991" y="57086"/>
                </a:lnTo>
                <a:lnTo>
                  <a:pt x="1788488" y="57558"/>
                </a:lnTo>
                <a:lnTo>
                  <a:pt x="1788973" y="58040"/>
                </a:lnTo>
                <a:lnTo>
                  <a:pt x="1789446" y="58533"/>
                </a:lnTo>
                <a:lnTo>
                  <a:pt x="1789908" y="59038"/>
                </a:lnTo>
                <a:lnTo>
                  <a:pt x="1790357" y="59554"/>
                </a:lnTo>
                <a:lnTo>
                  <a:pt x="1790796" y="60080"/>
                </a:lnTo>
                <a:lnTo>
                  <a:pt x="1791222" y="60619"/>
                </a:lnTo>
                <a:lnTo>
                  <a:pt x="1791638" y="61168"/>
                </a:lnTo>
                <a:lnTo>
                  <a:pt x="1792041" y="61729"/>
                </a:lnTo>
                <a:lnTo>
                  <a:pt x="1792433" y="62300"/>
                </a:lnTo>
                <a:lnTo>
                  <a:pt x="1792813" y="62883"/>
                </a:lnTo>
                <a:lnTo>
                  <a:pt x="1793182" y="63477"/>
                </a:lnTo>
                <a:lnTo>
                  <a:pt x="1793538" y="64083"/>
                </a:lnTo>
                <a:lnTo>
                  <a:pt x="1793884" y="64699"/>
                </a:lnTo>
                <a:lnTo>
                  <a:pt x="1794217" y="65327"/>
                </a:lnTo>
                <a:lnTo>
                  <a:pt x="1794539" y="65966"/>
                </a:lnTo>
                <a:lnTo>
                  <a:pt x="1794850" y="66616"/>
                </a:lnTo>
                <a:lnTo>
                  <a:pt x="1795149" y="67277"/>
                </a:lnTo>
                <a:lnTo>
                  <a:pt x="1795436" y="67950"/>
                </a:lnTo>
                <a:lnTo>
                  <a:pt x="1795711" y="68633"/>
                </a:lnTo>
                <a:lnTo>
                  <a:pt x="1795975" y="69328"/>
                </a:lnTo>
                <a:lnTo>
                  <a:pt x="1796228" y="70031"/>
                </a:lnTo>
                <a:lnTo>
                  <a:pt x="1796470" y="70738"/>
                </a:lnTo>
                <a:lnTo>
                  <a:pt x="1796701" y="71450"/>
                </a:lnTo>
                <a:lnTo>
                  <a:pt x="1796921" y="72167"/>
                </a:lnTo>
                <a:lnTo>
                  <a:pt x="1797131" y="72888"/>
                </a:lnTo>
                <a:lnTo>
                  <a:pt x="1797330" y="73614"/>
                </a:lnTo>
                <a:lnTo>
                  <a:pt x="1797518" y="74344"/>
                </a:lnTo>
                <a:lnTo>
                  <a:pt x="1797695" y="75079"/>
                </a:lnTo>
                <a:lnTo>
                  <a:pt x="1797862" y="75819"/>
                </a:lnTo>
                <a:lnTo>
                  <a:pt x="1798018" y="76563"/>
                </a:lnTo>
                <a:lnTo>
                  <a:pt x="1798163" y="77312"/>
                </a:lnTo>
                <a:lnTo>
                  <a:pt x="1798298" y="78065"/>
                </a:lnTo>
                <a:lnTo>
                  <a:pt x="1798421" y="78823"/>
                </a:lnTo>
                <a:lnTo>
                  <a:pt x="1798534" y="79586"/>
                </a:lnTo>
                <a:lnTo>
                  <a:pt x="1798636" y="80353"/>
                </a:lnTo>
                <a:lnTo>
                  <a:pt x="1798728" y="81125"/>
                </a:lnTo>
                <a:lnTo>
                  <a:pt x="1798808" y="81902"/>
                </a:lnTo>
                <a:lnTo>
                  <a:pt x="1798878" y="82683"/>
                </a:lnTo>
                <a:lnTo>
                  <a:pt x="1798937" y="83468"/>
                </a:lnTo>
                <a:lnTo>
                  <a:pt x="1798986" y="84259"/>
                </a:lnTo>
                <a:lnTo>
                  <a:pt x="1799023" y="85054"/>
                </a:lnTo>
                <a:lnTo>
                  <a:pt x="1799050" y="85853"/>
                </a:lnTo>
                <a:lnTo>
                  <a:pt x="1799066" y="86657"/>
                </a:lnTo>
                <a:lnTo>
                  <a:pt x="1799072" y="87466"/>
                </a:lnTo>
                <a:lnTo>
                  <a:pt x="1799066" y="88275"/>
                </a:lnTo>
                <a:lnTo>
                  <a:pt x="1799050" y="89078"/>
                </a:lnTo>
                <a:lnTo>
                  <a:pt x="1799023" y="89877"/>
                </a:lnTo>
                <a:lnTo>
                  <a:pt x="1798986" y="90671"/>
                </a:lnTo>
                <a:lnTo>
                  <a:pt x="1798937" y="91461"/>
                </a:lnTo>
                <a:lnTo>
                  <a:pt x="1798878" y="92245"/>
                </a:lnTo>
                <a:lnTo>
                  <a:pt x="1798808" y="93025"/>
                </a:lnTo>
                <a:lnTo>
                  <a:pt x="1798728" y="93800"/>
                </a:lnTo>
                <a:lnTo>
                  <a:pt x="1798636" y="94570"/>
                </a:lnTo>
                <a:lnTo>
                  <a:pt x="1798534" y="95335"/>
                </a:lnTo>
                <a:lnTo>
                  <a:pt x="1798421" y="96095"/>
                </a:lnTo>
                <a:lnTo>
                  <a:pt x="1798298" y="96851"/>
                </a:lnTo>
                <a:lnTo>
                  <a:pt x="1798163" y="97602"/>
                </a:lnTo>
                <a:lnTo>
                  <a:pt x="1798018" y="98347"/>
                </a:lnTo>
                <a:lnTo>
                  <a:pt x="1797862" y="99088"/>
                </a:lnTo>
                <a:lnTo>
                  <a:pt x="1797695" y="99825"/>
                </a:lnTo>
                <a:lnTo>
                  <a:pt x="1797518" y="100556"/>
                </a:lnTo>
                <a:lnTo>
                  <a:pt x="1797330" y="101283"/>
                </a:lnTo>
                <a:lnTo>
                  <a:pt x="1797131" y="102004"/>
                </a:lnTo>
                <a:lnTo>
                  <a:pt x="1796921" y="102721"/>
                </a:lnTo>
                <a:lnTo>
                  <a:pt x="1796701" y="103433"/>
                </a:lnTo>
                <a:lnTo>
                  <a:pt x="1796470" y="104141"/>
                </a:lnTo>
                <a:lnTo>
                  <a:pt x="1796228" y="104843"/>
                </a:lnTo>
                <a:lnTo>
                  <a:pt x="1795975" y="105541"/>
                </a:lnTo>
                <a:lnTo>
                  <a:pt x="1795711" y="106230"/>
                </a:lnTo>
                <a:lnTo>
                  <a:pt x="1795436" y="106909"/>
                </a:lnTo>
                <a:lnTo>
                  <a:pt x="1795149" y="107576"/>
                </a:lnTo>
                <a:lnTo>
                  <a:pt x="1794850" y="108232"/>
                </a:lnTo>
                <a:lnTo>
                  <a:pt x="1794539" y="108877"/>
                </a:lnTo>
                <a:lnTo>
                  <a:pt x="1794217" y="109510"/>
                </a:lnTo>
                <a:lnTo>
                  <a:pt x="1793884" y="110133"/>
                </a:lnTo>
                <a:lnTo>
                  <a:pt x="1793538" y="110744"/>
                </a:lnTo>
                <a:lnTo>
                  <a:pt x="1793182" y="111344"/>
                </a:lnTo>
                <a:lnTo>
                  <a:pt x="1792813" y="111933"/>
                </a:lnTo>
                <a:lnTo>
                  <a:pt x="1792433" y="112510"/>
                </a:lnTo>
                <a:lnTo>
                  <a:pt x="1792041" y="113077"/>
                </a:lnTo>
                <a:lnTo>
                  <a:pt x="1791638" y="113632"/>
                </a:lnTo>
                <a:lnTo>
                  <a:pt x="1791222" y="114176"/>
                </a:lnTo>
                <a:lnTo>
                  <a:pt x="1790796" y="114709"/>
                </a:lnTo>
                <a:lnTo>
                  <a:pt x="1790357" y="115231"/>
                </a:lnTo>
                <a:lnTo>
                  <a:pt x="1789908" y="115741"/>
                </a:lnTo>
                <a:lnTo>
                  <a:pt x="1789446" y="116241"/>
                </a:lnTo>
                <a:lnTo>
                  <a:pt x="1788973" y="116729"/>
                </a:lnTo>
                <a:lnTo>
                  <a:pt x="1788488" y="117206"/>
                </a:lnTo>
                <a:lnTo>
                  <a:pt x="1787991" y="117672"/>
                </a:lnTo>
                <a:lnTo>
                  <a:pt x="1787483" y="118126"/>
                </a:lnTo>
                <a:lnTo>
                  <a:pt x="1786964" y="118570"/>
                </a:lnTo>
                <a:lnTo>
                  <a:pt x="1786432" y="119002"/>
                </a:lnTo>
                <a:lnTo>
                  <a:pt x="1785889" y="119419"/>
                </a:lnTo>
                <a:lnTo>
                  <a:pt x="1785333" y="119819"/>
                </a:lnTo>
                <a:lnTo>
                  <a:pt x="1784765" y="120202"/>
                </a:lnTo>
                <a:lnTo>
                  <a:pt x="1784185" y="120566"/>
                </a:lnTo>
                <a:lnTo>
                  <a:pt x="1783593" y="120912"/>
                </a:lnTo>
                <a:lnTo>
                  <a:pt x="1782988" y="121241"/>
                </a:lnTo>
                <a:lnTo>
                  <a:pt x="1782371" y="121552"/>
                </a:lnTo>
                <a:lnTo>
                  <a:pt x="1781741" y="121846"/>
                </a:lnTo>
                <a:lnTo>
                  <a:pt x="1781100" y="122121"/>
                </a:lnTo>
                <a:lnTo>
                  <a:pt x="1780446" y="122379"/>
                </a:lnTo>
                <a:lnTo>
                  <a:pt x="1779780" y="122619"/>
                </a:lnTo>
                <a:lnTo>
                  <a:pt x="1779101" y="122841"/>
                </a:lnTo>
                <a:lnTo>
                  <a:pt x="1778410" y="123045"/>
                </a:lnTo>
                <a:lnTo>
                  <a:pt x="1777707" y="123232"/>
                </a:lnTo>
                <a:lnTo>
                  <a:pt x="1776992" y="123401"/>
                </a:lnTo>
                <a:lnTo>
                  <a:pt x="1776264" y="123552"/>
                </a:lnTo>
                <a:lnTo>
                  <a:pt x="1775524" y="123685"/>
                </a:lnTo>
                <a:lnTo>
                  <a:pt x="1774772" y="123801"/>
                </a:lnTo>
                <a:lnTo>
                  <a:pt x="1774008" y="123899"/>
                </a:lnTo>
                <a:lnTo>
                  <a:pt x="1773231" y="123979"/>
                </a:lnTo>
                <a:lnTo>
                  <a:pt x="1772442" y="124041"/>
                </a:lnTo>
                <a:lnTo>
                  <a:pt x="1771640" y="124085"/>
                </a:lnTo>
                <a:lnTo>
                  <a:pt x="1770827" y="124112"/>
                </a:lnTo>
                <a:lnTo>
                  <a:pt x="1770001" y="124121"/>
                </a:lnTo>
                <a:lnTo>
                  <a:pt x="1769175" y="124112"/>
                </a:lnTo>
                <a:lnTo>
                  <a:pt x="1768361" y="124085"/>
                </a:lnTo>
                <a:lnTo>
                  <a:pt x="1767560" y="124041"/>
                </a:lnTo>
                <a:lnTo>
                  <a:pt x="1766771" y="123979"/>
                </a:lnTo>
                <a:lnTo>
                  <a:pt x="1765994" y="123899"/>
                </a:lnTo>
                <a:lnTo>
                  <a:pt x="1765229" y="123801"/>
                </a:lnTo>
                <a:lnTo>
                  <a:pt x="1764477" y="123685"/>
                </a:lnTo>
                <a:close/>
                <a:moveTo>
                  <a:pt x="2460087" y="54463"/>
                </a:moveTo>
                <a:lnTo>
                  <a:pt x="2459673" y="53704"/>
                </a:lnTo>
                <a:lnTo>
                  <a:pt x="2459241" y="52960"/>
                </a:lnTo>
                <a:lnTo>
                  <a:pt x="2458793" y="52230"/>
                </a:lnTo>
                <a:lnTo>
                  <a:pt x="2458328" y="51513"/>
                </a:lnTo>
                <a:lnTo>
                  <a:pt x="2457847" y="50811"/>
                </a:lnTo>
                <a:lnTo>
                  <a:pt x="2457349" y="50123"/>
                </a:lnTo>
                <a:lnTo>
                  <a:pt x="2456834" y="49449"/>
                </a:lnTo>
                <a:lnTo>
                  <a:pt x="2456303" y="48789"/>
                </a:lnTo>
                <a:lnTo>
                  <a:pt x="2455755" y="48143"/>
                </a:lnTo>
                <a:lnTo>
                  <a:pt x="2455190" y="47511"/>
                </a:lnTo>
                <a:lnTo>
                  <a:pt x="2454608" y="46893"/>
                </a:lnTo>
                <a:lnTo>
                  <a:pt x="2454010" y="46289"/>
                </a:lnTo>
                <a:lnTo>
                  <a:pt x="2453395" y="45699"/>
                </a:lnTo>
                <a:lnTo>
                  <a:pt x="2452764" y="45123"/>
                </a:lnTo>
                <a:lnTo>
                  <a:pt x="2452115" y="44562"/>
                </a:lnTo>
                <a:lnTo>
                  <a:pt x="2451450" y="44014"/>
                </a:lnTo>
                <a:lnTo>
                  <a:pt x="2450769" y="43480"/>
                </a:lnTo>
                <a:lnTo>
                  <a:pt x="2450073" y="42964"/>
                </a:lnTo>
                <a:lnTo>
                  <a:pt x="2449357" y="42471"/>
                </a:lnTo>
                <a:lnTo>
                  <a:pt x="2448618" y="41999"/>
                </a:lnTo>
                <a:lnTo>
                  <a:pt x="2447858" y="41549"/>
                </a:lnTo>
                <a:lnTo>
                  <a:pt x="2447077" y="41121"/>
                </a:lnTo>
                <a:lnTo>
                  <a:pt x="2446274" y="40715"/>
                </a:lnTo>
                <a:lnTo>
                  <a:pt x="2445450" y="40331"/>
                </a:lnTo>
                <a:lnTo>
                  <a:pt x="2444604" y="39969"/>
                </a:lnTo>
                <a:lnTo>
                  <a:pt x="2443736" y="39629"/>
                </a:lnTo>
                <a:lnTo>
                  <a:pt x="2442847" y="39311"/>
                </a:lnTo>
                <a:lnTo>
                  <a:pt x="2441937" y="39015"/>
                </a:lnTo>
                <a:lnTo>
                  <a:pt x="2441005" y="38740"/>
                </a:lnTo>
                <a:lnTo>
                  <a:pt x="2440052" y="38488"/>
                </a:lnTo>
                <a:lnTo>
                  <a:pt x="2439077" y="38258"/>
                </a:lnTo>
                <a:lnTo>
                  <a:pt x="2438080" y="38049"/>
                </a:lnTo>
                <a:lnTo>
                  <a:pt x="2437062" y="37863"/>
                </a:lnTo>
                <a:lnTo>
                  <a:pt x="2436023" y="37698"/>
                </a:lnTo>
                <a:lnTo>
                  <a:pt x="2434962" y="37555"/>
                </a:lnTo>
                <a:lnTo>
                  <a:pt x="2433879" y="37435"/>
                </a:lnTo>
                <a:lnTo>
                  <a:pt x="2432775" y="37336"/>
                </a:lnTo>
                <a:lnTo>
                  <a:pt x="2431650" y="37259"/>
                </a:lnTo>
                <a:lnTo>
                  <a:pt x="2430503" y="37204"/>
                </a:lnTo>
                <a:lnTo>
                  <a:pt x="2429334" y="37171"/>
                </a:lnTo>
                <a:lnTo>
                  <a:pt x="2428144" y="37160"/>
                </a:lnTo>
                <a:lnTo>
                  <a:pt x="2427295" y="37167"/>
                </a:lnTo>
                <a:lnTo>
                  <a:pt x="2426453" y="37185"/>
                </a:lnTo>
                <a:lnTo>
                  <a:pt x="2425618" y="37217"/>
                </a:lnTo>
                <a:lnTo>
                  <a:pt x="2424791" y="37260"/>
                </a:lnTo>
                <a:lnTo>
                  <a:pt x="2423972" y="37317"/>
                </a:lnTo>
                <a:lnTo>
                  <a:pt x="2423159" y="37386"/>
                </a:lnTo>
                <a:lnTo>
                  <a:pt x="2422355" y="37467"/>
                </a:lnTo>
                <a:lnTo>
                  <a:pt x="2421557" y="37561"/>
                </a:lnTo>
                <a:lnTo>
                  <a:pt x="2420768" y="37667"/>
                </a:lnTo>
                <a:lnTo>
                  <a:pt x="2419985" y="37786"/>
                </a:lnTo>
                <a:lnTo>
                  <a:pt x="2419211" y="37917"/>
                </a:lnTo>
                <a:lnTo>
                  <a:pt x="2418443" y="38061"/>
                </a:lnTo>
                <a:lnTo>
                  <a:pt x="2417683" y="38217"/>
                </a:lnTo>
                <a:lnTo>
                  <a:pt x="2416931" y="38386"/>
                </a:lnTo>
                <a:lnTo>
                  <a:pt x="2416186" y="38568"/>
                </a:lnTo>
                <a:lnTo>
                  <a:pt x="2415448" y="38761"/>
                </a:lnTo>
                <a:lnTo>
                  <a:pt x="2414718" y="38968"/>
                </a:lnTo>
                <a:lnTo>
                  <a:pt x="2413996" y="39187"/>
                </a:lnTo>
                <a:lnTo>
                  <a:pt x="2413281" y="39418"/>
                </a:lnTo>
                <a:lnTo>
                  <a:pt x="2412573" y="39662"/>
                </a:lnTo>
                <a:lnTo>
                  <a:pt x="2411873" y="39918"/>
                </a:lnTo>
                <a:lnTo>
                  <a:pt x="2411180" y="40187"/>
                </a:lnTo>
                <a:lnTo>
                  <a:pt x="2410495" y="40469"/>
                </a:lnTo>
                <a:lnTo>
                  <a:pt x="2409817" y="40763"/>
                </a:lnTo>
                <a:lnTo>
                  <a:pt x="2409154" y="41068"/>
                </a:lnTo>
                <a:lnTo>
                  <a:pt x="2408502" y="41382"/>
                </a:lnTo>
                <a:lnTo>
                  <a:pt x="2407862" y="41706"/>
                </a:lnTo>
                <a:lnTo>
                  <a:pt x="2407234" y="42039"/>
                </a:lnTo>
                <a:lnTo>
                  <a:pt x="2406618" y="42382"/>
                </a:lnTo>
                <a:lnTo>
                  <a:pt x="2406013" y="42734"/>
                </a:lnTo>
                <a:lnTo>
                  <a:pt x="2405420" y="43095"/>
                </a:lnTo>
                <a:lnTo>
                  <a:pt x="2404838" y="43466"/>
                </a:lnTo>
                <a:lnTo>
                  <a:pt x="2404268" y="43847"/>
                </a:lnTo>
                <a:lnTo>
                  <a:pt x="2403710" y="44236"/>
                </a:lnTo>
                <a:lnTo>
                  <a:pt x="2403163" y="44636"/>
                </a:lnTo>
                <a:lnTo>
                  <a:pt x="2402628" y="45044"/>
                </a:lnTo>
                <a:lnTo>
                  <a:pt x="2402104" y="45462"/>
                </a:lnTo>
                <a:lnTo>
                  <a:pt x="2401593" y="45890"/>
                </a:lnTo>
                <a:lnTo>
                  <a:pt x="2401092" y="46327"/>
                </a:lnTo>
                <a:lnTo>
                  <a:pt x="2400604" y="46773"/>
                </a:lnTo>
                <a:lnTo>
                  <a:pt x="2400127" y="47229"/>
                </a:lnTo>
                <a:lnTo>
                  <a:pt x="2399662" y="47695"/>
                </a:lnTo>
                <a:lnTo>
                  <a:pt x="2399208" y="48169"/>
                </a:lnTo>
                <a:lnTo>
                  <a:pt x="2398766" y="48654"/>
                </a:lnTo>
                <a:lnTo>
                  <a:pt x="2398335" y="49147"/>
                </a:lnTo>
                <a:lnTo>
                  <a:pt x="2397917" y="49650"/>
                </a:lnTo>
                <a:lnTo>
                  <a:pt x="2397510" y="50163"/>
                </a:lnTo>
                <a:lnTo>
                  <a:pt x="2397114" y="50685"/>
                </a:lnTo>
                <a:lnTo>
                  <a:pt x="2396738" y="51215"/>
                </a:lnTo>
                <a:lnTo>
                  <a:pt x="2396377" y="51751"/>
                </a:lnTo>
                <a:lnTo>
                  <a:pt x="2396033" y="52294"/>
                </a:lnTo>
                <a:lnTo>
                  <a:pt x="2395704" y="52844"/>
                </a:lnTo>
                <a:lnTo>
                  <a:pt x="2395392" y="53400"/>
                </a:lnTo>
                <a:lnTo>
                  <a:pt x="2395096" y="53963"/>
                </a:lnTo>
                <a:lnTo>
                  <a:pt x="2394815" y="54533"/>
                </a:lnTo>
                <a:lnTo>
                  <a:pt x="2394551" y="55109"/>
                </a:lnTo>
                <a:lnTo>
                  <a:pt x="2394303" y="55691"/>
                </a:lnTo>
                <a:lnTo>
                  <a:pt x="2394070" y="56280"/>
                </a:lnTo>
                <a:lnTo>
                  <a:pt x="2393854" y="56876"/>
                </a:lnTo>
                <a:lnTo>
                  <a:pt x="2393654" y="57479"/>
                </a:lnTo>
                <a:lnTo>
                  <a:pt x="2393470" y="58087"/>
                </a:lnTo>
                <a:lnTo>
                  <a:pt x="2393302" y="58703"/>
                </a:lnTo>
                <a:lnTo>
                  <a:pt x="2393149" y="59325"/>
                </a:lnTo>
                <a:lnTo>
                  <a:pt x="2393013" y="59954"/>
                </a:lnTo>
                <a:lnTo>
                  <a:pt x="2392893" y="60589"/>
                </a:lnTo>
                <a:lnTo>
                  <a:pt x="2392789" y="61231"/>
                </a:lnTo>
                <a:lnTo>
                  <a:pt x="2392701" y="61879"/>
                </a:lnTo>
                <a:lnTo>
                  <a:pt x="2392629" y="62534"/>
                </a:lnTo>
                <a:lnTo>
                  <a:pt x="2392573" y="63196"/>
                </a:lnTo>
                <a:lnTo>
                  <a:pt x="2392533" y="63864"/>
                </a:lnTo>
                <a:lnTo>
                  <a:pt x="2392509" y="64539"/>
                </a:lnTo>
                <a:lnTo>
                  <a:pt x="2392501" y="65220"/>
                </a:lnTo>
                <a:lnTo>
                  <a:pt x="2392511" y="66052"/>
                </a:lnTo>
                <a:lnTo>
                  <a:pt x="2392544" y="66872"/>
                </a:lnTo>
                <a:lnTo>
                  <a:pt x="2392597" y="67680"/>
                </a:lnTo>
                <a:lnTo>
                  <a:pt x="2392673" y="68477"/>
                </a:lnTo>
                <a:lnTo>
                  <a:pt x="2392769" y="69262"/>
                </a:lnTo>
                <a:lnTo>
                  <a:pt x="2392888" y="70035"/>
                </a:lnTo>
                <a:lnTo>
                  <a:pt x="2393027" y="70797"/>
                </a:lnTo>
                <a:lnTo>
                  <a:pt x="2393189" y="71547"/>
                </a:lnTo>
                <a:lnTo>
                  <a:pt x="2393372" y="72286"/>
                </a:lnTo>
                <a:lnTo>
                  <a:pt x="2393576" y="73012"/>
                </a:lnTo>
                <a:lnTo>
                  <a:pt x="2393802" y="73728"/>
                </a:lnTo>
                <a:lnTo>
                  <a:pt x="2394049" y="74431"/>
                </a:lnTo>
                <a:lnTo>
                  <a:pt x="2394318" y="75123"/>
                </a:lnTo>
                <a:lnTo>
                  <a:pt x="2394608" y="75804"/>
                </a:lnTo>
                <a:lnTo>
                  <a:pt x="2394920" y="76472"/>
                </a:lnTo>
                <a:lnTo>
                  <a:pt x="2395253" y="77130"/>
                </a:lnTo>
                <a:lnTo>
                  <a:pt x="2395608" y="77775"/>
                </a:lnTo>
                <a:lnTo>
                  <a:pt x="2395984" y="78409"/>
                </a:lnTo>
                <a:lnTo>
                  <a:pt x="2396382" y="79031"/>
                </a:lnTo>
                <a:lnTo>
                  <a:pt x="2396801" y="79642"/>
                </a:lnTo>
                <a:lnTo>
                  <a:pt x="2397242" y="80241"/>
                </a:lnTo>
                <a:lnTo>
                  <a:pt x="2397705" y="80828"/>
                </a:lnTo>
                <a:lnTo>
                  <a:pt x="2398188" y="81404"/>
                </a:lnTo>
                <a:lnTo>
                  <a:pt x="2398694" y="81968"/>
                </a:lnTo>
                <a:lnTo>
                  <a:pt x="2399228" y="82515"/>
                </a:lnTo>
                <a:lnTo>
                  <a:pt x="2399786" y="83050"/>
                </a:lnTo>
                <a:lnTo>
                  <a:pt x="2400369" y="83572"/>
                </a:lnTo>
                <a:lnTo>
                  <a:pt x="2400976" y="84083"/>
                </a:lnTo>
                <a:lnTo>
                  <a:pt x="2401608" y="84582"/>
                </a:lnTo>
                <a:lnTo>
                  <a:pt x="2402265" y="85068"/>
                </a:lnTo>
                <a:lnTo>
                  <a:pt x="2402946" y="85543"/>
                </a:lnTo>
                <a:lnTo>
                  <a:pt x="2403651" y="86005"/>
                </a:lnTo>
                <a:lnTo>
                  <a:pt x="2404382" y="86456"/>
                </a:lnTo>
                <a:lnTo>
                  <a:pt x="2405137" y="86894"/>
                </a:lnTo>
                <a:lnTo>
                  <a:pt x="2405916" y="87320"/>
                </a:lnTo>
                <a:lnTo>
                  <a:pt x="2406720" y="87735"/>
                </a:lnTo>
                <a:lnTo>
                  <a:pt x="2407549" y="88137"/>
                </a:lnTo>
                <a:lnTo>
                  <a:pt x="2408402" y="88527"/>
                </a:lnTo>
                <a:lnTo>
                  <a:pt x="2409279" y="88905"/>
                </a:lnTo>
                <a:lnTo>
                  <a:pt x="2410182" y="89271"/>
                </a:lnTo>
                <a:lnTo>
                  <a:pt x="2411109" y="89624"/>
                </a:lnTo>
                <a:lnTo>
                  <a:pt x="2412060" y="89966"/>
                </a:lnTo>
                <a:lnTo>
                  <a:pt x="2413036" y="90296"/>
                </a:lnTo>
                <a:lnTo>
                  <a:pt x="2414037" y="90614"/>
                </a:lnTo>
                <a:lnTo>
                  <a:pt x="2415062" y="90919"/>
                </a:lnTo>
                <a:lnTo>
                  <a:pt x="2416112" y="91213"/>
                </a:lnTo>
                <a:lnTo>
                  <a:pt x="2417186" y="91494"/>
                </a:lnTo>
                <a:lnTo>
                  <a:pt x="2418285" y="91763"/>
                </a:lnTo>
                <a:lnTo>
                  <a:pt x="2434464" y="95555"/>
                </a:lnTo>
                <a:lnTo>
                  <a:pt x="2435068" y="95701"/>
                </a:lnTo>
                <a:lnTo>
                  <a:pt x="2435659" y="95852"/>
                </a:lnTo>
                <a:lnTo>
                  <a:pt x="2436237" y="96010"/>
                </a:lnTo>
                <a:lnTo>
                  <a:pt x="2436802" y="96173"/>
                </a:lnTo>
                <a:lnTo>
                  <a:pt x="2437354" y="96343"/>
                </a:lnTo>
                <a:lnTo>
                  <a:pt x="2437892" y="96519"/>
                </a:lnTo>
                <a:lnTo>
                  <a:pt x="2438418" y="96701"/>
                </a:lnTo>
                <a:lnTo>
                  <a:pt x="2438930" y="96889"/>
                </a:lnTo>
                <a:lnTo>
                  <a:pt x="2439429" y="97084"/>
                </a:lnTo>
                <a:lnTo>
                  <a:pt x="2439915" y="97284"/>
                </a:lnTo>
                <a:lnTo>
                  <a:pt x="2440387" y="97491"/>
                </a:lnTo>
                <a:lnTo>
                  <a:pt x="2440847" y="97704"/>
                </a:lnTo>
                <a:lnTo>
                  <a:pt x="2441293" y="97923"/>
                </a:lnTo>
                <a:lnTo>
                  <a:pt x="2441726" y="98148"/>
                </a:lnTo>
                <a:lnTo>
                  <a:pt x="2442146" y="98379"/>
                </a:lnTo>
                <a:lnTo>
                  <a:pt x="2442553" y="98617"/>
                </a:lnTo>
                <a:lnTo>
                  <a:pt x="2442947" y="98860"/>
                </a:lnTo>
                <a:lnTo>
                  <a:pt x="2443327" y="99110"/>
                </a:lnTo>
                <a:lnTo>
                  <a:pt x="2443695" y="99366"/>
                </a:lnTo>
                <a:lnTo>
                  <a:pt x="2444049" y="99628"/>
                </a:lnTo>
                <a:lnTo>
                  <a:pt x="2444390" y="99896"/>
                </a:lnTo>
                <a:lnTo>
                  <a:pt x="2444718" y="100170"/>
                </a:lnTo>
                <a:lnTo>
                  <a:pt x="2445033" y="100451"/>
                </a:lnTo>
                <a:lnTo>
                  <a:pt x="2445334" y="100738"/>
                </a:lnTo>
                <a:lnTo>
                  <a:pt x="2445623" y="101025"/>
                </a:lnTo>
                <a:lnTo>
                  <a:pt x="2445899" y="101318"/>
                </a:lnTo>
                <a:lnTo>
                  <a:pt x="2446164" y="101616"/>
                </a:lnTo>
                <a:lnTo>
                  <a:pt x="2446415" y="101921"/>
                </a:lnTo>
                <a:lnTo>
                  <a:pt x="2446655" y="102231"/>
                </a:lnTo>
                <a:lnTo>
                  <a:pt x="2446882" y="102547"/>
                </a:lnTo>
                <a:lnTo>
                  <a:pt x="2447097" y="102868"/>
                </a:lnTo>
                <a:lnTo>
                  <a:pt x="2447300" y="103195"/>
                </a:lnTo>
                <a:lnTo>
                  <a:pt x="2447491" y="103528"/>
                </a:lnTo>
                <a:lnTo>
                  <a:pt x="2447669" y="103867"/>
                </a:lnTo>
                <a:lnTo>
                  <a:pt x="2447835" y="104211"/>
                </a:lnTo>
                <a:lnTo>
                  <a:pt x="2447988" y="104561"/>
                </a:lnTo>
                <a:lnTo>
                  <a:pt x="2448130" y="104917"/>
                </a:lnTo>
                <a:lnTo>
                  <a:pt x="2448259" y="105278"/>
                </a:lnTo>
                <a:lnTo>
                  <a:pt x="2448375" y="105645"/>
                </a:lnTo>
                <a:lnTo>
                  <a:pt x="2448480" y="106018"/>
                </a:lnTo>
                <a:lnTo>
                  <a:pt x="2448572" y="106397"/>
                </a:lnTo>
                <a:lnTo>
                  <a:pt x="2448652" y="106781"/>
                </a:lnTo>
                <a:lnTo>
                  <a:pt x="2448719" y="107171"/>
                </a:lnTo>
                <a:lnTo>
                  <a:pt x="2448775" y="107566"/>
                </a:lnTo>
                <a:lnTo>
                  <a:pt x="2448818" y="107968"/>
                </a:lnTo>
                <a:lnTo>
                  <a:pt x="2448848" y="108375"/>
                </a:lnTo>
                <a:lnTo>
                  <a:pt x="2448867" y="108788"/>
                </a:lnTo>
                <a:lnTo>
                  <a:pt x="2448873" y="109206"/>
                </a:lnTo>
                <a:lnTo>
                  <a:pt x="2448862" y="109724"/>
                </a:lnTo>
                <a:lnTo>
                  <a:pt x="2448830" y="110237"/>
                </a:lnTo>
                <a:lnTo>
                  <a:pt x="2448776" y="110743"/>
                </a:lnTo>
                <a:lnTo>
                  <a:pt x="2448701" y="111242"/>
                </a:lnTo>
                <a:lnTo>
                  <a:pt x="2448604" y="111736"/>
                </a:lnTo>
                <a:lnTo>
                  <a:pt x="2448486" y="112224"/>
                </a:lnTo>
                <a:lnTo>
                  <a:pt x="2448346" y="112705"/>
                </a:lnTo>
                <a:lnTo>
                  <a:pt x="2448185" y="113180"/>
                </a:lnTo>
                <a:lnTo>
                  <a:pt x="2448002" y="113650"/>
                </a:lnTo>
                <a:lnTo>
                  <a:pt x="2447798" y="114113"/>
                </a:lnTo>
                <a:lnTo>
                  <a:pt x="2447572" y="114570"/>
                </a:lnTo>
                <a:lnTo>
                  <a:pt x="2447325" y="115020"/>
                </a:lnTo>
                <a:lnTo>
                  <a:pt x="2447056" y="115465"/>
                </a:lnTo>
                <a:lnTo>
                  <a:pt x="2446766" y="115903"/>
                </a:lnTo>
                <a:lnTo>
                  <a:pt x="2446454" y="116336"/>
                </a:lnTo>
                <a:lnTo>
                  <a:pt x="2446120" y="116762"/>
                </a:lnTo>
                <a:lnTo>
                  <a:pt x="2445766" y="117182"/>
                </a:lnTo>
                <a:lnTo>
                  <a:pt x="2445389" y="117596"/>
                </a:lnTo>
                <a:lnTo>
                  <a:pt x="2444991" y="118003"/>
                </a:lnTo>
                <a:lnTo>
                  <a:pt x="2444572" y="118405"/>
                </a:lnTo>
                <a:lnTo>
                  <a:pt x="2444131" y="118800"/>
                </a:lnTo>
                <a:lnTo>
                  <a:pt x="2443669" y="119190"/>
                </a:lnTo>
                <a:lnTo>
                  <a:pt x="2443185" y="119573"/>
                </a:lnTo>
                <a:lnTo>
                  <a:pt x="2442680" y="119950"/>
                </a:lnTo>
                <a:lnTo>
                  <a:pt x="2442161" y="120311"/>
                </a:lnTo>
                <a:lnTo>
                  <a:pt x="2441628" y="120656"/>
                </a:lnTo>
                <a:lnTo>
                  <a:pt x="2441080" y="120987"/>
                </a:lnTo>
                <a:lnTo>
                  <a:pt x="2440517" y="121301"/>
                </a:lnTo>
                <a:lnTo>
                  <a:pt x="2439939" y="121601"/>
                </a:lnTo>
                <a:lnTo>
                  <a:pt x="2439346" y="121885"/>
                </a:lnTo>
                <a:lnTo>
                  <a:pt x="2438738" y="122154"/>
                </a:lnTo>
                <a:lnTo>
                  <a:pt x="2438115" y="122407"/>
                </a:lnTo>
                <a:lnTo>
                  <a:pt x="2437478" y="122645"/>
                </a:lnTo>
                <a:lnTo>
                  <a:pt x="2436825" y="122868"/>
                </a:lnTo>
                <a:lnTo>
                  <a:pt x="2436157" y="123076"/>
                </a:lnTo>
                <a:lnTo>
                  <a:pt x="2435475" y="123268"/>
                </a:lnTo>
                <a:lnTo>
                  <a:pt x="2434778" y="123444"/>
                </a:lnTo>
                <a:lnTo>
                  <a:pt x="2434065" y="123606"/>
                </a:lnTo>
                <a:lnTo>
                  <a:pt x="2433338" y="123751"/>
                </a:lnTo>
                <a:lnTo>
                  <a:pt x="2432596" y="123882"/>
                </a:lnTo>
                <a:lnTo>
                  <a:pt x="2431839" y="123997"/>
                </a:lnTo>
                <a:lnTo>
                  <a:pt x="2431067" y="124097"/>
                </a:lnTo>
                <a:lnTo>
                  <a:pt x="2430280" y="124182"/>
                </a:lnTo>
                <a:lnTo>
                  <a:pt x="2429478" y="124251"/>
                </a:lnTo>
                <a:lnTo>
                  <a:pt x="2428661" y="124304"/>
                </a:lnTo>
                <a:lnTo>
                  <a:pt x="2427830" y="124343"/>
                </a:lnTo>
                <a:lnTo>
                  <a:pt x="2426983" y="124366"/>
                </a:lnTo>
                <a:lnTo>
                  <a:pt x="2426122" y="124374"/>
                </a:lnTo>
                <a:lnTo>
                  <a:pt x="2425364" y="124367"/>
                </a:lnTo>
                <a:lnTo>
                  <a:pt x="2424619" y="124346"/>
                </a:lnTo>
                <a:lnTo>
                  <a:pt x="2423885" y="124312"/>
                </a:lnTo>
                <a:lnTo>
                  <a:pt x="2423164" y="124265"/>
                </a:lnTo>
                <a:lnTo>
                  <a:pt x="2422454" y="124203"/>
                </a:lnTo>
                <a:lnTo>
                  <a:pt x="2421757" y="124129"/>
                </a:lnTo>
                <a:lnTo>
                  <a:pt x="2421072" y="124040"/>
                </a:lnTo>
                <a:lnTo>
                  <a:pt x="2420399" y="123938"/>
                </a:lnTo>
                <a:lnTo>
                  <a:pt x="2419738" y="123823"/>
                </a:lnTo>
                <a:lnTo>
                  <a:pt x="2419089" y="123693"/>
                </a:lnTo>
                <a:lnTo>
                  <a:pt x="2418452" y="123550"/>
                </a:lnTo>
                <a:lnTo>
                  <a:pt x="2417827" y="123394"/>
                </a:lnTo>
                <a:lnTo>
                  <a:pt x="2417214" y="123224"/>
                </a:lnTo>
                <a:lnTo>
                  <a:pt x="2416613" y="123040"/>
                </a:lnTo>
                <a:lnTo>
                  <a:pt x="2416025" y="122843"/>
                </a:lnTo>
                <a:lnTo>
                  <a:pt x="2415448" y="122632"/>
                </a:lnTo>
                <a:lnTo>
                  <a:pt x="2414884" y="122408"/>
                </a:lnTo>
                <a:lnTo>
                  <a:pt x="2414331" y="122170"/>
                </a:lnTo>
                <a:lnTo>
                  <a:pt x="2413791" y="121918"/>
                </a:lnTo>
                <a:lnTo>
                  <a:pt x="2413263" y="121653"/>
                </a:lnTo>
                <a:lnTo>
                  <a:pt x="2412747" y="121374"/>
                </a:lnTo>
                <a:lnTo>
                  <a:pt x="2412242" y="121081"/>
                </a:lnTo>
                <a:lnTo>
                  <a:pt x="2411750" y="120775"/>
                </a:lnTo>
                <a:lnTo>
                  <a:pt x="2411270" y="120455"/>
                </a:lnTo>
                <a:lnTo>
                  <a:pt x="2410808" y="120122"/>
                </a:lnTo>
                <a:lnTo>
                  <a:pt x="2410358" y="119775"/>
                </a:lnTo>
                <a:lnTo>
                  <a:pt x="2409920" y="119415"/>
                </a:lnTo>
                <a:lnTo>
                  <a:pt x="2409496" y="119040"/>
                </a:lnTo>
                <a:lnTo>
                  <a:pt x="2409083" y="118653"/>
                </a:lnTo>
                <a:lnTo>
                  <a:pt x="2408683" y="118251"/>
                </a:lnTo>
                <a:lnTo>
                  <a:pt x="2408296" y="117836"/>
                </a:lnTo>
                <a:lnTo>
                  <a:pt x="2407921" y="117408"/>
                </a:lnTo>
                <a:lnTo>
                  <a:pt x="2407558" y="116966"/>
                </a:lnTo>
                <a:lnTo>
                  <a:pt x="2407209" y="116510"/>
                </a:lnTo>
                <a:lnTo>
                  <a:pt x="2406871" y="116040"/>
                </a:lnTo>
                <a:lnTo>
                  <a:pt x="2406546" y="115557"/>
                </a:lnTo>
                <a:lnTo>
                  <a:pt x="2406234" y="115061"/>
                </a:lnTo>
                <a:lnTo>
                  <a:pt x="2405934" y="114551"/>
                </a:lnTo>
                <a:lnTo>
                  <a:pt x="2405647" y="114027"/>
                </a:lnTo>
                <a:lnTo>
                  <a:pt x="2405372" y="113489"/>
                </a:lnTo>
                <a:lnTo>
                  <a:pt x="2405110" y="112938"/>
                </a:lnTo>
                <a:lnTo>
                  <a:pt x="2404860" y="112374"/>
                </a:lnTo>
                <a:lnTo>
                  <a:pt x="2404622" y="111796"/>
                </a:lnTo>
                <a:lnTo>
                  <a:pt x="2404398" y="111204"/>
                </a:lnTo>
                <a:lnTo>
                  <a:pt x="2404185" y="110598"/>
                </a:lnTo>
                <a:lnTo>
                  <a:pt x="2403986" y="109979"/>
                </a:lnTo>
                <a:lnTo>
                  <a:pt x="2403798" y="109347"/>
                </a:lnTo>
                <a:lnTo>
                  <a:pt x="2403623" y="108700"/>
                </a:lnTo>
                <a:lnTo>
                  <a:pt x="2389467" y="112240"/>
                </a:lnTo>
                <a:lnTo>
                  <a:pt x="2389695" y="113261"/>
                </a:lnTo>
                <a:lnTo>
                  <a:pt x="2389948" y="114263"/>
                </a:lnTo>
                <a:lnTo>
                  <a:pt x="2390226" y="115243"/>
                </a:lnTo>
                <a:lnTo>
                  <a:pt x="2390529" y="116203"/>
                </a:lnTo>
                <a:lnTo>
                  <a:pt x="2390857" y="117143"/>
                </a:lnTo>
                <a:lnTo>
                  <a:pt x="2391209" y="118062"/>
                </a:lnTo>
                <a:lnTo>
                  <a:pt x="2391586" y="118960"/>
                </a:lnTo>
                <a:lnTo>
                  <a:pt x="2391988" y="119837"/>
                </a:lnTo>
                <a:lnTo>
                  <a:pt x="2392415" y="120694"/>
                </a:lnTo>
                <a:lnTo>
                  <a:pt x="2392866" y="121531"/>
                </a:lnTo>
                <a:lnTo>
                  <a:pt x="2393342" y="122346"/>
                </a:lnTo>
                <a:lnTo>
                  <a:pt x="2393843" y="123141"/>
                </a:lnTo>
                <a:lnTo>
                  <a:pt x="2394369" y="123916"/>
                </a:lnTo>
                <a:lnTo>
                  <a:pt x="2394920" y="124669"/>
                </a:lnTo>
                <a:lnTo>
                  <a:pt x="2395495" y="125402"/>
                </a:lnTo>
                <a:lnTo>
                  <a:pt x="2396096" y="126115"/>
                </a:lnTo>
                <a:lnTo>
                  <a:pt x="2396721" y="126807"/>
                </a:lnTo>
                <a:lnTo>
                  <a:pt x="2397371" y="127478"/>
                </a:lnTo>
                <a:lnTo>
                  <a:pt x="2398045" y="128129"/>
                </a:lnTo>
                <a:lnTo>
                  <a:pt x="2398745" y="128759"/>
                </a:lnTo>
                <a:lnTo>
                  <a:pt x="2399469" y="129368"/>
                </a:lnTo>
                <a:lnTo>
                  <a:pt x="2400218" y="129957"/>
                </a:lnTo>
                <a:lnTo>
                  <a:pt x="2400992" y="130525"/>
                </a:lnTo>
                <a:lnTo>
                  <a:pt x="2401790" y="131073"/>
                </a:lnTo>
                <a:lnTo>
                  <a:pt x="2402610" y="131598"/>
                </a:lnTo>
                <a:lnTo>
                  <a:pt x="2403448" y="132102"/>
                </a:lnTo>
                <a:lnTo>
                  <a:pt x="2404304" y="132583"/>
                </a:lnTo>
                <a:lnTo>
                  <a:pt x="2405177" y="133042"/>
                </a:lnTo>
                <a:lnTo>
                  <a:pt x="2406068" y="133479"/>
                </a:lnTo>
                <a:lnTo>
                  <a:pt x="2406977" y="133893"/>
                </a:lnTo>
                <a:lnTo>
                  <a:pt x="2407903" y="134284"/>
                </a:lnTo>
                <a:lnTo>
                  <a:pt x="2408847" y="134654"/>
                </a:lnTo>
                <a:lnTo>
                  <a:pt x="2409810" y="135001"/>
                </a:lnTo>
                <a:lnTo>
                  <a:pt x="2410790" y="135325"/>
                </a:lnTo>
                <a:lnTo>
                  <a:pt x="2411787" y="135627"/>
                </a:lnTo>
                <a:lnTo>
                  <a:pt x="2412803" y="135907"/>
                </a:lnTo>
                <a:lnTo>
                  <a:pt x="2413836" y="136165"/>
                </a:lnTo>
                <a:lnTo>
                  <a:pt x="2414887" y="136400"/>
                </a:lnTo>
                <a:lnTo>
                  <a:pt x="2415956" y="136612"/>
                </a:lnTo>
                <a:lnTo>
                  <a:pt x="2417042" y="136802"/>
                </a:lnTo>
                <a:lnTo>
                  <a:pt x="2418146" y="136970"/>
                </a:lnTo>
                <a:lnTo>
                  <a:pt x="2419269" y="137116"/>
                </a:lnTo>
                <a:lnTo>
                  <a:pt x="2420408" y="137239"/>
                </a:lnTo>
                <a:lnTo>
                  <a:pt x="2421566" y="137340"/>
                </a:lnTo>
                <a:lnTo>
                  <a:pt x="2422741" y="137418"/>
                </a:lnTo>
                <a:lnTo>
                  <a:pt x="2423935" y="137474"/>
                </a:lnTo>
                <a:lnTo>
                  <a:pt x="2425146" y="137508"/>
                </a:lnTo>
                <a:lnTo>
                  <a:pt x="2426374" y="137519"/>
                </a:lnTo>
                <a:lnTo>
                  <a:pt x="2427312" y="137512"/>
                </a:lnTo>
                <a:lnTo>
                  <a:pt x="2428241" y="137492"/>
                </a:lnTo>
                <a:lnTo>
                  <a:pt x="2429159" y="137459"/>
                </a:lnTo>
                <a:lnTo>
                  <a:pt x="2430068" y="137413"/>
                </a:lnTo>
                <a:lnTo>
                  <a:pt x="2430967" y="137354"/>
                </a:lnTo>
                <a:lnTo>
                  <a:pt x="2431857" y="137282"/>
                </a:lnTo>
                <a:lnTo>
                  <a:pt x="2432737" y="137196"/>
                </a:lnTo>
                <a:lnTo>
                  <a:pt x="2433607" y="137097"/>
                </a:lnTo>
                <a:lnTo>
                  <a:pt x="2434468" y="136985"/>
                </a:lnTo>
                <a:lnTo>
                  <a:pt x="2435319" y="136860"/>
                </a:lnTo>
                <a:lnTo>
                  <a:pt x="2436160" y="136722"/>
                </a:lnTo>
                <a:lnTo>
                  <a:pt x="2436992" y="136571"/>
                </a:lnTo>
                <a:lnTo>
                  <a:pt x="2437814" y="136406"/>
                </a:lnTo>
                <a:lnTo>
                  <a:pt x="2438626" y="136228"/>
                </a:lnTo>
                <a:lnTo>
                  <a:pt x="2439429" y="136038"/>
                </a:lnTo>
                <a:lnTo>
                  <a:pt x="2440222" y="135833"/>
                </a:lnTo>
                <a:lnTo>
                  <a:pt x="2441005" y="135616"/>
                </a:lnTo>
                <a:lnTo>
                  <a:pt x="2441779" y="135386"/>
                </a:lnTo>
                <a:lnTo>
                  <a:pt x="2442543" y="135142"/>
                </a:lnTo>
                <a:lnTo>
                  <a:pt x="2443298" y="134885"/>
                </a:lnTo>
                <a:lnTo>
                  <a:pt x="2444042" y="134616"/>
                </a:lnTo>
                <a:lnTo>
                  <a:pt x="2444778" y="134332"/>
                </a:lnTo>
                <a:lnTo>
                  <a:pt x="2445503" y="134036"/>
                </a:lnTo>
                <a:lnTo>
                  <a:pt x="2446219" y="133727"/>
                </a:lnTo>
                <a:lnTo>
                  <a:pt x="2446923" y="133406"/>
                </a:lnTo>
                <a:lnTo>
                  <a:pt x="2447614" y="133076"/>
                </a:lnTo>
                <a:lnTo>
                  <a:pt x="2448292" y="132735"/>
                </a:lnTo>
                <a:lnTo>
                  <a:pt x="2448957" y="132386"/>
                </a:lnTo>
                <a:lnTo>
                  <a:pt x="2449609" y="132026"/>
                </a:lnTo>
                <a:lnTo>
                  <a:pt x="2450248" y="131657"/>
                </a:lnTo>
                <a:lnTo>
                  <a:pt x="2450873" y="131278"/>
                </a:lnTo>
                <a:lnTo>
                  <a:pt x="2451485" y="130890"/>
                </a:lnTo>
                <a:lnTo>
                  <a:pt x="2452084" y="130492"/>
                </a:lnTo>
                <a:lnTo>
                  <a:pt x="2452670" y="130084"/>
                </a:lnTo>
                <a:lnTo>
                  <a:pt x="2453243" y="129667"/>
                </a:lnTo>
                <a:lnTo>
                  <a:pt x="2453802" y="129240"/>
                </a:lnTo>
                <a:lnTo>
                  <a:pt x="2454349" y="128803"/>
                </a:lnTo>
                <a:lnTo>
                  <a:pt x="2454882" y="128357"/>
                </a:lnTo>
                <a:lnTo>
                  <a:pt x="2455402" y="127901"/>
                </a:lnTo>
                <a:lnTo>
                  <a:pt x="2455909" y="127435"/>
                </a:lnTo>
                <a:lnTo>
                  <a:pt x="2456403" y="126960"/>
                </a:lnTo>
                <a:lnTo>
                  <a:pt x="2456883" y="126475"/>
                </a:lnTo>
                <a:lnTo>
                  <a:pt x="2457351" y="125980"/>
                </a:lnTo>
                <a:lnTo>
                  <a:pt x="2457805" y="125476"/>
                </a:lnTo>
                <a:lnTo>
                  <a:pt x="2458246" y="124962"/>
                </a:lnTo>
                <a:lnTo>
                  <a:pt x="2458674" y="124439"/>
                </a:lnTo>
                <a:lnTo>
                  <a:pt x="2459089" y="123905"/>
                </a:lnTo>
                <a:lnTo>
                  <a:pt x="2459490" y="123362"/>
                </a:lnTo>
                <a:lnTo>
                  <a:pt x="2459882" y="122812"/>
                </a:lnTo>
                <a:lnTo>
                  <a:pt x="2460257" y="122255"/>
                </a:lnTo>
                <a:lnTo>
                  <a:pt x="2460616" y="121692"/>
                </a:lnTo>
                <a:lnTo>
                  <a:pt x="2460958" y="121122"/>
                </a:lnTo>
                <a:lnTo>
                  <a:pt x="2461283" y="120547"/>
                </a:lnTo>
                <a:lnTo>
                  <a:pt x="2461592" y="119965"/>
                </a:lnTo>
                <a:lnTo>
                  <a:pt x="2461883" y="119378"/>
                </a:lnTo>
                <a:lnTo>
                  <a:pt x="2462159" y="118784"/>
                </a:lnTo>
                <a:lnTo>
                  <a:pt x="2462417" y="118184"/>
                </a:lnTo>
                <a:lnTo>
                  <a:pt x="2462659" y="117578"/>
                </a:lnTo>
                <a:lnTo>
                  <a:pt x="2462884" y="116966"/>
                </a:lnTo>
                <a:lnTo>
                  <a:pt x="2463093" y="116347"/>
                </a:lnTo>
                <a:lnTo>
                  <a:pt x="2463284" y="115723"/>
                </a:lnTo>
                <a:lnTo>
                  <a:pt x="2463459" y="115092"/>
                </a:lnTo>
                <a:lnTo>
                  <a:pt x="2463618" y="114455"/>
                </a:lnTo>
                <a:lnTo>
                  <a:pt x="2463760" y="113812"/>
                </a:lnTo>
                <a:lnTo>
                  <a:pt x="2463885" y="113163"/>
                </a:lnTo>
                <a:lnTo>
                  <a:pt x="2463993" y="112508"/>
                </a:lnTo>
                <a:lnTo>
                  <a:pt x="2464085" y="111847"/>
                </a:lnTo>
                <a:lnTo>
                  <a:pt x="2464160" y="111179"/>
                </a:lnTo>
                <a:lnTo>
                  <a:pt x="2464218" y="110506"/>
                </a:lnTo>
                <a:lnTo>
                  <a:pt x="2464260" y="109826"/>
                </a:lnTo>
                <a:lnTo>
                  <a:pt x="2464285" y="109140"/>
                </a:lnTo>
                <a:lnTo>
                  <a:pt x="2464293" y="108448"/>
                </a:lnTo>
                <a:lnTo>
                  <a:pt x="2464282" y="107606"/>
                </a:lnTo>
                <a:lnTo>
                  <a:pt x="2464249" y="106778"/>
                </a:lnTo>
                <a:lnTo>
                  <a:pt x="2464194" y="105962"/>
                </a:lnTo>
                <a:lnTo>
                  <a:pt x="2464116" y="105160"/>
                </a:lnTo>
                <a:lnTo>
                  <a:pt x="2464016" y="104370"/>
                </a:lnTo>
                <a:lnTo>
                  <a:pt x="2463894" y="103593"/>
                </a:lnTo>
                <a:lnTo>
                  <a:pt x="2463750" y="102830"/>
                </a:lnTo>
                <a:lnTo>
                  <a:pt x="2463584" y="102079"/>
                </a:lnTo>
                <a:lnTo>
                  <a:pt x="2463396" y="101341"/>
                </a:lnTo>
                <a:lnTo>
                  <a:pt x="2463185" y="100616"/>
                </a:lnTo>
                <a:lnTo>
                  <a:pt x="2462952" y="99904"/>
                </a:lnTo>
                <a:lnTo>
                  <a:pt x="2462698" y="99205"/>
                </a:lnTo>
                <a:lnTo>
                  <a:pt x="2462421" y="98519"/>
                </a:lnTo>
                <a:lnTo>
                  <a:pt x="2462121" y="97846"/>
                </a:lnTo>
                <a:lnTo>
                  <a:pt x="2461800" y="97186"/>
                </a:lnTo>
                <a:lnTo>
                  <a:pt x="2461456" y="96538"/>
                </a:lnTo>
                <a:lnTo>
                  <a:pt x="2461091" y="95904"/>
                </a:lnTo>
                <a:lnTo>
                  <a:pt x="2460703" y="95283"/>
                </a:lnTo>
                <a:lnTo>
                  <a:pt x="2460293" y="94674"/>
                </a:lnTo>
                <a:lnTo>
                  <a:pt x="2459861" y="94079"/>
                </a:lnTo>
                <a:lnTo>
                  <a:pt x="2459406" y="93496"/>
                </a:lnTo>
                <a:lnTo>
                  <a:pt x="2458930" y="92927"/>
                </a:lnTo>
                <a:lnTo>
                  <a:pt x="2458431" y="92370"/>
                </a:lnTo>
                <a:lnTo>
                  <a:pt x="2457910" y="91827"/>
                </a:lnTo>
                <a:lnTo>
                  <a:pt x="2457367" y="91290"/>
                </a:lnTo>
                <a:lnTo>
                  <a:pt x="2456800" y="90765"/>
                </a:lnTo>
                <a:lnTo>
                  <a:pt x="2456211" y="90252"/>
                </a:lnTo>
                <a:lnTo>
                  <a:pt x="2455598" y="89750"/>
                </a:lnTo>
                <a:lnTo>
                  <a:pt x="2454963" y="89260"/>
                </a:lnTo>
                <a:lnTo>
                  <a:pt x="2454304" y="88781"/>
                </a:lnTo>
                <a:lnTo>
                  <a:pt x="2453622" y="88314"/>
                </a:lnTo>
                <a:lnTo>
                  <a:pt x="2452918" y="87859"/>
                </a:lnTo>
                <a:lnTo>
                  <a:pt x="2452190" y="87416"/>
                </a:lnTo>
                <a:lnTo>
                  <a:pt x="2451439" y="86984"/>
                </a:lnTo>
                <a:lnTo>
                  <a:pt x="2450665" y="86563"/>
                </a:lnTo>
                <a:lnTo>
                  <a:pt x="2449868" y="86155"/>
                </a:lnTo>
                <a:lnTo>
                  <a:pt x="2449048" y="85758"/>
                </a:lnTo>
                <a:lnTo>
                  <a:pt x="2448205" y="85372"/>
                </a:lnTo>
                <a:lnTo>
                  <a:pt x="2447339" y="84998"/>
                </a:lnTo>
                <a:lnTo>
                  <a:pt x="2446450" y="84636"/>
                </a:lnTo>
                <a:lnTo>
                  <a:pt x="2445538" y="84286"/>
                </a:lnTo>
                <a:lnTo>
                  <a:pt x="2444603" y="83947"/>
                </a:lnTo>
                <a:lnTo>
                  <a:pt x="2443645" y="83619"/>
                </a:lnTo>
                <a:lnTo>
                  <a:pt x="2442664" y="83304"/>
                </a:lnTo>
                <a:lnTo>
                  <a:pt x="2441660" y="83000"/>
                </a:lnTo>
                <a:lnTo>
                  <a:pt x="2440632" y="82707"/>
                </a:lnTo>
                <a:lnTo>
                  <a:pt x="2439582" y="82426"/>
                </a:lnTo>
                <a:lnTo>
                  <a:pt x="2438509" y="82157"/>
                </a:lnTo>
                <a:lnTo>
                  <a:pt x="2424099" y="78618"/>
                </a:lnTo>
                <a:lnTo>
                  <a:pt x="2423391" y="78437"/>
                </a:lnTo>
                <a:lnTo>
                  <a:pt x="2422699" y="78253"/>
                </a:lnTo>
                <a:lnTo>
                  <a:pt x="2422022" y="78064"/>
                </a:lnTo>
                <a:lnTo>
                  <a:pt x="2421361" y="77872"/>
                </a:lnTo>
                <a:lnTo>
                  <a:pt x="2420716" y="77676"/>
                </a:lnTo>
                <a:lnTo>
                  <a:pt x="2420086" y="77477"/>
                </a:lnTo>
                <a:lnTo>
                  <a:pt x="2419473" y="77273"/>
                </a:lnTo>
                <a:lnTo>
                  <a:pt x="2418875" y="77066"/>
                </a:lnTo>
                <a:lnTo>
                  <a:pt x="2418293" y="76856"/>
                </a:lnTo>
                <a:lnTo>
                  <a:pt x="2417727" y="76641"/>
                </a:lnTo>
                <a:lnTo>
                  <a:pt x="2417176" y="76423"/>
                </a:lnTo>
                <a:lnTo>
                  <a:pt x="2416642" y="76201"/>
                </a:lnTo>
                <a:lnTo>
                  <a:pt x="2416123" y="75975"/>
                </a:lnTo>
                <a:lnTo>
                  <a:pt x="2415620" y="75746"/>
                </a:lnTo>
                <a:lnTo>
                  <a:pt x="2415133" y="75513"/>
                </a:lnTo>
                <a:lnTo>
                  <a:pt x="2414662" y="75276"/>
                </a:lnTo>
                <a:lnTo>
                  <a:pt x="2414206" y="75035"/>
                </a:lnTo>
                <a:lnTo>
                  <a:pt x="2413766" y="74791"/>
                </a:lnTo>
                <a:lnTo>
                  <a:pt x="2413342" y="74543"/>
                </a:lnTo>
                <a:lnTo>
                  <a:pt x="2412934" y="74291"/>
                </a:lnTo>
                <a:lnTo>
                  <a:pt x="2412542" y="74035"/>
                </a:lnTo>
                <a:lnTo>
                  <a:pt x="2412165" y="73776"/>
                </a:lnTo>
                <a:lnTo>
                  <a:pt x="2411805" y="73513"/>
                </a:lnTo>
                <a:lnTo>
                  <a:pt x="2411460" y="73246"/>
                </a:lnTo>
                <a:lnTo>
                  <a:pt x="2411130" y="72974"/>
                </a:lnTo>
                <a:lnTo>
                  <a:pt x="2410814" y="72693"/>
                </a:lnTo>
                <a:lnTo>
                  <a:pt x="2410512" y="72404"/>
                </a:lnTo>
                <a:lnTo>
                  <a:pt x="2410224" y="72107"/>
                </a:lnTo>
                <a:lnTo>
                  <a:pt x="2409950" y="71802"/>
                </a:lnTo>
                <a:lnTo>
                  <a:pt x="2409690" y="71489"/>
                </a:lnTo>
                <a:lnTo>
                  <a:pt x="2409445" y="71167"/>
                </a:lnTo>
                <a:lnTo>
                  <a:pt x="2409213" y="70838"/>
                </a:lnTo>
                <a:lnTo>
                  <a:pt x="2408995" y="70500"/>
                </a:lnTo>
                <a:lnTo>
                  <a:pt x="2408792" y="70155"/>
                </a:lnTo>
                <a:lnTo>
                  <a:pt x="2408602" y="69801"/>
                </a:lnTo>
                <a:lnTo>
                  <a:pt x="2408426" y="69439"/>
                </a:lnTo>
                <a:lnTo>
                  <a:pt x="2408265" y="69069"/>
                </a:lnTo>
                <a:lnTo>
                  <a:pt x="2408117" y="68690"/>
                </a:lnTo>
                <a:lnTo>
                  <a:pt x="2407984" y="68304"/>
                </a:lnTo>
                <a:lnTo>
                  <a:pt x="2407865" y="67910"/>
                </a:lnTo>
                <a:lnTo>
                  <a:pt x="2407759" y="67507"/>
                </a:lnTo>
                <a:lnTo>
                  <a:pt x="2407668" y="67096"/>
                </a:lnTo>
                <a:lnTo>
                  <a:pt x="2407591" y="66678"/>
                </a:lnTo>
                <a:lnTo>
                  <a:pt x="2407528" y="66251"/>
                </a:lnTo>
                <a:lnTo>
                  <a:pt x="2407478" y="65816"/>
                </a:lnTo>
                <a:lnTo>
                  <a:pt x="2407443" y="65373"/>
                </a:lnTo>
                <a:lnTo>
                  <a:pt x="2407422" y="64921"/>
                </a:lnTo>
                <a:lnTo>
                  <a:pt x="2407415" y="64462"/>
                </a:lnTo>
                <a:lnTo>
                  <a:pt x="2407425" y="63944"/>
                </a:lnTo>
                <a:lnTo>
                  <a:pt x="2407456" y="63434"/>
                </a:lnTo>
                <a:lnTo>
                  <a:pt x="2407507" y="62932"/>
                </a:lnTo>
                <a:lnTo>
                  <a:pt x="2407578" y="62438"/>
                </a:lnTo>
                <a:lnTo>
                  <a:pt x="2407670" y="61951"/>
                </a:lnTo>
                <a:lnTo>
                  <a:pt x="2407783" y="61472"/>
                </a:lnTo>
                <a:lnTo>
                  <a:pt x="2407915" y="61000"/>
                </a:lnTo>
                <a:lnTo>
                  <a:pt x="2408068" y="60537"/>
                </a:lnTo>
                <a:lnTo>
                  <a:pt x="2408242" y="60080"/>
                </a:lnTo>
                <a:lnTo>
                  <a:pt x="2408436" y="59632"/>
                </a:lnTo>
                <a:lnTo>
                  <a:pt x="2408650" y="59191"/>
                </a:lnTo>
                <a:lnTo>
                  <a:pt x="2408885" y="58758"/>
                </a:lnTo>
                <a:lnTo>
                  <a:pt x="2409140" y="58333"/>
                </a:lnTo>
                <a:lnTo>
                  <a:pt x="2409415" y="57915"/>
                </a:lnTo>
                <a:lnTo>
                  <a:pt x="2409711" y="57505"/>
                </a:lnTo>
                <a:lnTo>
                  <a:pt x="2410027" y="57103"/>
                </a:lnTo>
                <a:lnTo>
                  <a:pt x="2410364" y="56708"/>
                </a:lnTo>
                <a:lnTo>
                  <a:pt x="2410721" y="56321"/>
                </a:lnTo>
                <a:lnTo>
                  <a:pt x="2411099" y="55942"/>
                </a:lnTo>
                <a:lnTo>
                  <a:pt x="2411497" y="55570"/>
                </a:lnTo>
                <a:lnTo>
                  <a:pt x="2411915" y="55206"/>
                </a:lnTo>
                <a:lnTo>
                  <a:pt x="2412354" y="54850"/>
                </a:lnTo>
                <a:lnTo>
                  <a:pt x="2412813" y="54502"/>
                </a:lnTo>
                <a:lnTo>
                  <a:pt x="2413293" y="54161"/>
                </a:lnTo>
                <a:lnTo>
                  <a:pt x="2413793" y="53825"/>
                </a:lnTo>
                <a:lnTo>
                  <a:pt x="2414303" y="53505"/>
                </a:lnTo>
                <a:lnTo>
                  <a:pt x="2414824" y="53198"/>
                </a:lnTo>
                <a:lnTo>
                  <a:pt x="2415355" y="52905"/>
                </a:lnTo>
                <a:lnTo>
                  <a:pt x="2415897" y="52627"/>
                </a:lnTo>
                <a:lnTo>
                  <a:pt x="2416449" y="52363"/>
                </a:lnTo>
                <a:lnTo>
                  <a:pt x="2417011" y="52114"/>
                </a:lnTo>
                <a:lnTo>
                  <a:pt x="2417583" y="51878"/>
                </a:lnTo>
                <a:lnTo>
                  <a:pt x="2418166" y="51657"/>
                </a:lnTo>
                <a:lnTo>
                  <a:pt x="2418759" y="51451"/>
                </a:lnTo>
                <a:lnTo>
                  <a:pt x="2419362" y="51258"/>
                </a:lnTo>
                <a:lnTo>
                  <a:pt x="2419976" y="51080"/>
                </a:lnTo>
                <a:lnTo>
                  <a:pt x="2420600" y="50916"/>
                </a:lnTo>
                <a:lnTo>
                  <a:pt x="2421234" y="50766"/>
                </a:lnTo>
                <a:lnTo>
                  <a:pt x="2421879" y="50630"/>
                </a:lnTo>
                <a:lnTo>
                  <a:pt x="2422533" y="50509"/>
                </a:lnTo>
                <a:lnTo>
                  <a:pt x="2423199" y="50402"/>
                </a:lnTo>
                <a:lnTo>
                  <a:pt x="2423874" y="50310"/>
                </a:lnTo>
                <a:lnTo>
                  <a:pt x="2424560" y="50231"/>
                </a:lnTo>
                <a:lnTo>
                  <a:pt x="2425256" y="50167"/>
                </a:lnTo>
                <a:lnTo>
                  <a:pt x="2425963" y="50117"/>
                </a:lnTo>
                <a:lnTo>
                  <a:pt x="2426680" y="50081"/>
                </a:lnTo>
                <a:lnTo>
                  <a:pt x="2427407" y="50060"/>
                </a:lnTo>
                <a:lnTo>
                  <a:pt x="2428144" y="50053"/>
                </a:lnTo>
                <a:lnTo>
                  <a:pt x="2428683" y="50056"/>
                </a:lnTo>
                <a:lnTo>
                  <a:pt x="2429213" y="50067"/>
                </a:lnTo>
                <a:lnTo>
                  <a:pt x="2429735" y="50085"/>
                </a:lnTo>
                <a:lnTo>
                  <a:pt x="2430249" y="50111"/>
                </a:lnTo>
                <a:lnTo>
                  <a:pt x="2430755" y="50143"/>
                </a:lnTo>
                <a:lnTo>
                  <a:pt x="2431253" y="50183"/>
                </a:lnTo>
                <a:lnTo>
                  <a:pt x="2431742" y="50230"/>
                </a:lnTo>
                <a:lnTo>
                  <a:pt x="2432224" y="50284"/>
                </a:lnTo>
                <a:lnTo>
                  <a:pt x="2432697" y="50346"/>
                </a:lnTo>
                <a:lnTo>
                  <a:pt x="2433163" y="50415"/>
                </a:lnTo>
                <a:lnTo>
                  <a:pt x="2433620" y="50491"/>
                </a:lnTo>
                <a:lnTo>
                  <a:pt x="2434069" y="50574"/>
                </a:lnTo>
                <a:lnTo>
                  <a:pt x="2434510" y="50665"/>
                </a:lnTo>
                <a:lnTo>
                  <a:pt x="2434943" y="50762"/>
                </a:lnTo>
                <a:lnTo>
                  <a:pt x="2435368" y="50867"/>
                </a:lnTo>
                <a:lnTo>
                  <a:pt x="2435784" y="50980"/>
                </a:lnTo>
                <a:lnTo>
                  <a:pt x="2436193" y="51099"/>
                </a:lnTo>
                <a:lnTo>
                  <a:pt x="2436593" y="51226"/>
                </a:lnTo>
                <a:lnTo>
                  <a:pt x="2436985" y="51360"/>
                </a:lnTo>
                <a:lnTo>
                  <a:pt x="2437369" y="51501"/>
                </a:lnTo>
                <a:lnTo>
                  <a:pt x="2437745" y="51650"/>
                </a:lnTo>
                <a:lnTo>
                  <a:pt x="2438113" y="51805"/>
                </a:lnTo>
                <a:lnTo>
                  <a:pt x="2438473" y="51968"/>
                </a:lnTo>
                <a:lnTo>
                  <a:pt x="2438825" y="52138"/>
                </a:lnTo>
                <a:lnTo>
                  <a:pt x="2439169" y="52314"/>
                </a:lnTo>
                <a:lnTo>
                  <a:pt x="2439508" y="52494"/>
                </a:lnTo>
                <a:lnTo>
                  <a:pt x="2439840" y="52677"/>
                </a:lnTo>
                <a:lnTo>
                  <a:pt x="2440166" y="52865"/>
                </a:lnTo>
                <a:lnTo>
                  <a:pt x="2440486" y="53057"/>
                </a:lnTo>
                <a:lnTo>
                  <a:pt x="2440800" y="53252"/>
                </a:lnTo>
                <a:lnTo>
                  <a:pt x="2441107" y="53452"/>
                </a:lnTo>
                <a:lnTo>
                  <a:pt x="2441409" y="53655"/>
                </a:lnTo>
                <a:lnTo>
                  <a:pt x="2441704" y="53862"/>
                </a:lnTo>
                <a:lnTo>
                  <a:pt x="2441993" y="54074"/>
                </a:lnTo>
                <a:lnTo>
                  <a:pt x="2442276" y="54289"/>
                </a:lnTo>
                <a:lnTo>
                  <a:pt x="2442553" y="54508"/>
                </a:lnTo>
                <a:lnTo>
                  <a:pt x="2442824" y="54731"/>
                </a:lnTo>
                <a:lnTo>
                  <a:pt x="2443089" y="54959"/>
                </a:lnTo>
                <a:lnTo>
                  <a:pt x="2443347" y="55190"/>
                </a:lnTo>
                <a:lnTo>
                  <a:pt x="2443600" y="55425"/>
                </a:lnTo>
                <a:lnTo>
                  <a:pt x="2443846" y="55664"/>
                </a:lnTo>
                <a:lnTo>
                  <a:pt x="2444086" y="55906"/>
                </a:lnTo>
                <a:lnTo>
                  <a:pt x="2444320" y="56153"/>
                </a:lnTo>
                <a:lnTo>
                  <a:pt x="2444547" y="56404"/>
                </a:lnTo>
                <a:lnTo>
                  <a:pt x="2444769" y="56659"/>
                </a:lnTo>
                <a:lnTo>
                  <a:pt x="2444985" y="56918"/>
                </a:lnTo>
                <a:lnTo>
                  <a:pt x="2445194" y="57180"/>
                </a:lnTo>
                <a:lnTo>
                  <a:pt x="2445397" y="57447"/>
                </a:lnTo>
                <a:lnTo>
                  <a:pt x="2445600" y="57711"/>
                </a:lnTo>
                <a:lnTo>
                  <a:pt x="2445800" y="57975"/>
                </a:lnTo>
                <a:lnTo>
                  <a:pt x="2445995" y="58240"/>
                </a:lnTo>
                <a:lnTo>
                  <a:pt x="2446185" y="58505"/>
                </a:lnTo>
                <a:lnTo>
                  <a:pt x="2446372" y="58772"/>
                </a:lnTo>
                <a:lnTo>
                  <a:pt x="2446554" y="59039"/>
                </a:lnTo>
                <a:lnTo>
                  <a:pt x="2446733" y="59306"/>
                </a:lnTo>
                <a:lnTo>
                  <a:pt x="2446907" y="59575"/>
                </a:lnTo>
                <a:lnTo>
                  <a:pt x="2447077" y="59844"/>
                </a:lnTo>
                <a:lnTo>
                  <a:pt x="2447243" y="60113"/>
                </a:lnTo>
                <a:lnTo>
                  <a:pt x="2447404" y="60383"/>
                </a:lnTo>
                <a:lnTo>
                  <a:pt x="2447562" y="60654"/>
                </a:lnTo>
                <a:lnTo>
                  <a:pt x="2447715" y="60926"/>
                </a:lnTo>
                <a:lnTo>
                  <a:pt x="2447864" y="61198"/>
                </a:lnTo>
                <a:lnTo>
                  <a:pt x="2448009" y="61471"/>
                </a:lnTo>
                <a:lnTo>
                  <a:pt x="2448150" y="61744"/>
                </a:lnTo>
                <a:lnTo>
                  <a:pt x="2448286" y="62019"/>
                </a:lnTo>
                <a:lnTo>
                  <a:pt x="2448419" y="62293"/>
                </a:lnTo>
                <a:lnTo>
                  <a:pt x="2448547" y="62569"/>
                </a:lnTo>
                <a:lnTo>
                  <a:pt x="2448671" y="62845"/>
                </a:lnTo>
                <a:lnTo>
                  <a:pt x="2448791" y="63122"/>
                </a:lnTo>
                <a:lnTo>
                  <a:pt x="2448907" y="63399"/>
                </a:lnTo>
                <a:lnTo>
                  <a:pt x="2449018" y="63678"/>
                </a:lnTo>
                <a:lnTo>
                  <a:pt x="2449126" y="63956"/>
                </a:lnTo>
                <a:lnTo>
                  <a:pt x="2462524" y="60164"/>
                </a:lnTo>
                <a:lnTo>
                  <a:pt x="2462226" y="59308"/>
                </a:lnTo>
                <a:lnTo>
                  <a:pt x="2461911" y="58465"/>
                </a:lnTo>
                <a:lnTo>
                  <a:pt x="2461580" y="57637"/>
                </a:lnTo>
                <a:lnTo>
                  <a:pt x="2461232" y="56822"/>
                </a:lnTo>
                <a:lnTo>
                  <a:pt x="2460867" y="56021"/>
                </a:lnTo>
                <a:lnTo>
                  <a:pt x="2460486" y="55235"/>
                </a:lnTo>
                <a:lnTo>
                  <a:pt x="2460087" y="54463"/>
                </a:lnTo>
                <a:close/>
                <a:moveTo>
                  <a:pt x="2033058" y="137556"/>
                </a:moveTo>
                <a:lnTo>
                  <a:pt x="2033696" y="137491"/>
                </a:lnTo>
                <a:lnTo>
                  <a:pt x="2034325" y="137416"/>
                </a:lnTo>
                <a:lnTo>
                  <a:pt x="2034945" y="137333"/>
                </a:lnTo>
                <a:lnTo>
                  <a:pt x="2035557" y="137240"/>
                </a:lnTo>
                <a:lnTo>
                  <a:pt x="2036159" y="137140"/>
                </a:lnTo>
                <a:lnTo>
                  <a:pt x="2036752" y="137030"/>
                </a:lnTo>
                <a:lnTo>
                  <a:pt x="2037336" y="136911"/>
                </a:lnTo>
                <a:lnTo>
                  <a:pt x="2037912" y="136784"/>
                </a:lnTo>
                <a:lnTo>
                  <a:pt x="2038478" y="136648"/>
                </a:lnTo>
                <a:lnTo>
                  <a:pt x="2039035" y="136503"/>
                </a:lnTo>
                <a:lnTo>
                  <a:pt x="2039583" y="136350"/>
                </a:lnTo>
                <a:lnTo>
                  <a:pt x="2040123" y="136187"/>
                </a:lnTo>
                <a:lnTo>
                  <a:pt x="2040653" y="136016"/>
                </a:lnTo>
                <a:lnTo>
                  <a:pt x="2041174" y="135836"/>
                </a:lnTo>
                <a:lnTo>
                  <a:pt x="2041686" y="135647"/>
                </a:lnTo>
                <a:lnTo>
                  <a:pt x="2042190" y="135450"/>
                </a:lnTo>
                <a:lnTo>
                  <a:pt x="2042684" y="135244"/>
                </a:lnTo>
                <a:lnTo>
                  <a:pt x="2043170" y="135031"/>
                </a:lnTo>
                <a:lnTo>
                  <a:pt x="2043647" y="134815"/>
                </a:lnTo>
                <a:lnTo>
                  <a:pt x="2044117" y="134595"/>
                </a:lnTo>
                <a:lnTo>
                  <a:pt x="2044578" y="134371"/>
                </a:lnTo>
                <a:lnTo>
                  <a:pt x="2045031" y="134144"/>
                </a:lnTo>
                <a:lnTo>
                  <a:pt x="2045477" y="133912"/>
                </a:lnTo>
                <a:lnTo>
                  <a:pt x="2045914" y="133678"/>
                </a:lnTo>
                <a:lnTo>
                  <a:pt x="2046342" y="133439"/>
                </a:lnTo>
                <a:lnTo>
                  <a:pt x="2046763" y="133197"/>
                </a:lnTo>
                <a:lnTo>
                  <a:pt x="2047176" y="132950"/>
                </a:lnTo>
                <a:lnTo>
                  <a:pt x="2047580" y="132701"/>
                </a:lnTo>
                <a:lnTo>
                  <a:pt x="2047977" y="132447"/>
                </a:lnTo>
                <a:lnTo>
                  <a:pt x="2048365" y="132190"/>
                </a:lnTo>
                <a:lnTo>
                  <a:pt x="2048745" y="131929"/>
                </a:lnTo>
                <a:lnTo>
                  <a:pt x="2049117" y="131664"/>
                </a:lnTo>
                <a:lnTo>
                  <a:pt x="2049481" y="131396"/>
                </a:lnTo>
                <a:lnTo>
                  <a:pt x="2049837" y="131123"/>
                </a:lnTo>
                <a:lnTo>
                  <a:pt x="2050185" y="130847"/>
                </a:lnTo>
                <a:lnTo>
                  <a:pt x="2050524" y="130568"/>
                </a:lnTo>
                <a:lnTo>
                  <a:pt x="2050856" y="130284"/>
                </a:lnTo>
                <a:lnTo>
                  <a:pt x="2051179" y="129997"/>
                </a:lnTo>
                <a:lnTo>
                  <a:pt x="2051494" y="129706"/>
                </a:lnTo>
                <a:lnTo>
                  <a:pt x="2051802" y="129412"/>
                </a:lnTo>
                <a:lnTo>
                  <a:pt x="2052101" y="129113"/>
                </a:lnTo>
                <a:lnTo>
                  <a:pt x="2052392" y="128814"/>
                </a:lnTo>
                <a:lnTo>
                  <a:pt x="2052676" y="128516"/>
                </a:lnTo>
                <a:lnTo>
                  <a:pt x="2052954" y="128220"/>
                </a:lnTo>
                <a:lnTo>
                  <a:pt x="2053224" y="127925"/>
                </a:lnTo>
                <a:lnTo>
                  <a:pt x="2053487" y="127632"/>
                </a:lnTo>
                <a:lnTo>
                  <a:pt x="2053744" y="127340"/>
                </a:lnTo>
                <a:lnTo>
                  <a:pt x="2053993" y="127050"/>
                </a:lnTo>
                <a:lnTo>
                  <a:pt x="2054235" y="126761"/>
                </a:lnTo>
                <a:lnTo>
                  <a:pt x="2054470" y="126474"/>
                </a:lnTo>
                <a:lnTo>
                  <a:pt x="2054699" y="126188"/>
                </a:lnTo>
                <a:lnTo>
                  <a:pt x="2054920" y="125904"/>
                </a:lnTo>
                <a:lnTo>
                  <a:pt x="2055134" y="125622"/>
                </a:lnTo>
                <a:lnTo>
                  <a:pt x="2055341" y="125341"/>
                </a:lnTo>
                <a:lnTo>
                  <a:pt x="2055541" y="125061"/>
                </a:lnTo>
                <a:lnTo>
                  <a:pt x="2055734" y="124783"/>
                </a:lnTo>
                <a:lnTo>
                  <a:pt x="2055921" y="124507"/>
                </a:lnTo>
                <a:lnTo>
                  <a:pt x="2056100" y="124232"/>
                </a:lnTo>
                <a:lnTo>
                  <a:pt x="2056272" y="123959"/>
                </a:lnTo>
                <a:lnTo>
                  <a:pt x="2056437" y="123687"/>
                </a:lnTo>
                <a:lnTo>
                  <a:pt x="2056595" y="123417"/>
                </a:lnTo>
                <a:lnTo>
                  <a:pt x="2056746" y="123148"/>
                </a:lnTo>
                <a:lnTo>
                  <a:pt x="2056890" y="122881"/>
                </a:lnTo>
                <a:lnTo>
                  <a:pt x="2057026" y="122615"/>
                </a:lnTo>
                <a:lnTo>
                  <a:pt x="2057156" y="122351"/>
                </a:lnTo>
                <a:lnTo>
                  <a:pt x="2057915" y="122351"/>
                </a:lnTo>
                <a:lnTo>
                  <a:pt x="2057915" y="135496"/>
                </a:lnTo>
                <a:lnTo>
                  <a:pt x="2072830" y="135496"/>
                </a:lnTo>
                <a:lnTo>
                  <a:pt x="2072830" y="71540"/>
                </a:lnTo>
                <a:lnTo>
                  <a:pt x="2072823" y="70584"/>
                </a:lnTo>
                <a:lnTo>
                  <a:pt x="2072803" y="69645"/>
                </a:lnTo>
                <a:lnTo>
                  <a:pt x="2072770" y="68722"/>
                </a:lnTo>
                <a:lnTo>
                  <a:pt x="2072724" y="67815"/>
                </a:lnTo>
                <a:lnTo>
                  <a:pt x="2072665" y="66924"/>
                </a:lnTo>
                <a:lnTo>
                  <a:pt x="2072593" y="66050"/>
                </a:lnTo>
                <a:lnTo>
                  <a:pt x="2072507" y="65192"/>
                </a:lnTo>
                <a:lnTo>
                  <a:pt x="2072408" y="64350"/>
                </a:lnTo>
                <a:lnTo>
                  <a:pt x="2072296" y="63524"/>
                </a:lnTo>
                <a:lnTo>
                  <a:pt x="2072171" y="62714"/>
                </a:lnTo>
                <a:lnTo>
                  <a:pt x="2072033" y="61921"/>
                </a:lnTo>
                <a:lnTo>
                  <a:pt x="2071881" y="61144"/>
                </a:lnTo>
                <a:lnTo>
                  <a:pt x="2071717" y="60383"/>
                </a:lnTo>
                <a:lnTo>
                  <a:pt x="2071539" y="59639"/>
                </a:lnTo>
                <a:lnTo>
                  <a:pt x="2071348" y="58910"/>
                </a:lnTo>
                <a:lnTo>
                  <a:pt x="2071144" y="58198"/>
                </a:lnTo>
                <a:lnTo>
                  <a:pt x="2070927" y="57502"/>
                </a:lnTo>
                <a:lnTo>
                  <a:pt x="2070696" y="56823"/>
                </a:lnTo>
                <a:lnTo>
                  <a:pt x="2070453" y="56159"/>
                </a:lnTo>
                <a:lnTo>
                  <a:pt x="2070196" y="55512"/>
                </a:lnTo>
                <a:lnTo>
                  <a:pt x="2069926" y="54881"/>
                </a:lnTo>
                <a:lnTo>
                  <a:pt x="2069643" y="54267"/>
                </a:lnTo>
                <a:lnTo>
                  <a:pt x="2069347" y="53668"/>
                </a:lnTo>
                <a:lnTo>
                  <a:pt x="2069037" y="53086"/>
                </a:lnTo>
                <a:lnTo>
                  <a:pt x="2068718" y="52518"/>
                </a:lnTo>
                <a:lnTo>
                  <a:pt x="2068392" y="51962"/>
                </a:lnTo>
                <a:lnTo>
                  <a:pt x="2068059" y="51418"/>
                </a:lnTo>
                <a:lnTo>
                  <a:pt x="2067719" y="50887"/>
                </a:lnTo>
                <a:lnTo>
                  <a:pt x="2067373" y="50367"/>
                </a:lnTo>
                <a:lnTo>
                  <a:pt x="2067019" y="49859"/>
                </a:lnTo>
                <a:lnTo>
                  <a:pt x="2066659" y="49364"/>
                </a:lnTo>
                <a:lnTo>
                  <a:pt x="2066292" y="48880"/>
                </a:lnTo>
                <a:lnTo>
                  <a:pt x="2065918" y="48409"/>
                </a:lnTo>
                <a:lnTo>
                  <a:pt x="2065538" y="47949"/>
                </a:lnTo>
                <a:lnTo>
                  <a:pt x="2065150" y="47502"/>
                </a:lnTo>
                <a:lnTo>
                  <a:pt x="2064756" y="47067"/>
                </a:lnTo>
                <a:lnTo>
                  <a:pt x="2064355" y="46643"/>
                </a:lnTo>
                <a:lnTo>
                  <a:pt x="2063947" y="46232"/>
                </a:lnTo>
                <a:lnTo>
                  <a:pt x="2063532" y="45833"/>
                </a:lnTo>
                <a:lnTo>
                  <a:pt x="2063111" y="45446"/>
                </a:lnTo>
                <a:lnTo>
                  <a:pt x="2062683" y="45071"/>
                </a:lnTo>
                <a:lnTo>
                  <a:pt x="2062248" y="44709"/>
                </a:lnTo>
                <a:lnTo>
                  <a:pt x="2061806" y="44358"/>
                </a:lnTo>
                <a:lnTo>
                  <a:pt x="2061357" y="44019"/>
                </a:lnTo>
                <a:lnTo>
                  <a:pt x="2060902" y="43692"/>
                </a:lnTo>
                <a:lnTo>
                  <a:pt x="2060440" y="43378"/>
                </a:lnTo>
                <a:lnTo>
                  <a:pt x="2059971" y="43075"/>
                </a:lnTo>
                <a:lnTo>
                  <a:pt x="2059495" y="42785"/>
                </a:lnTo>
                <a:lnTo>
                  <a:pt x="2059020" y="42505"/>
                </a:lnTo>
                <a:lnTo>
                  <a:pt x="2058544" y="42232"/>
                </a:lnTo>
                <a:lnTo>
                  <a:pt x="2058066" y="41968"/>
                </a:lnTo>
                <a:lnTo>
                  <a:pt x="2057587" y="41712"/>
                </a:lnTo>
                <a:lnTo>
                  <a:pt x="2057106" y="41465"/>
                </a:lnTo>
                <a:lnTo>
                  <a:pt x="2056623" y="41225"/>
                </a:lnTo>
                <a:lnTo>
                  <a:pt x="2056139" y="40993"/>
                </a:lnTo>
                <a:lnTo>
                  <a:pt x="2055654" y="40770"/>
                </a:lnTo>
                <a:lnTo>
                  <a:pt x="2055167" y="40554"/>
                </a:lnTo>
                <a:lnTo>
                  <a:pt x="2054678" y="40347"/>
                </a:lnTo>
                <a:lnTo>
                  <a:pt x="2054188" y="40148"/>
                </a:lnTo>
                <a:lnTo>
                  <a:pt x="2053696" y="39957"/>
                </a:lnTo>
                <a:lnTo>
                  <a:pt x="2053203" y="39774"/>
                </a:lnTo>
                <a:lnTo>
                  <a:pt x="2052708" y="39599"/>
                </a:lnTo>
                <a:lnTo>
                  <a:pt x="2052212" y="39433"/>
                </a:lnTo>
                <a:lnTo>
                  <a:pt x="2051714" y="39274"/>
                </a:lnTo>
                <a:lnTo>
                  <a:pt x="2051215" y="39124"/>
                </a:lnTo>
                <a:lnTo>
                  <a:pt x="2050714" y="38981"/>
                </a:lnTo>
                <a:lnTo>
                  <a:pt x="2050212" y="38847"/>
                </a:lnTo>
                <a:lnTo>
                  <a:pt x="2049708" y="38721"/>
                </a:lnTo>
                <a:lnTo>
                  <a:pt x="2049202" y="38603"/>
                </a:lnTo>
                <a:lnTo>
                  <a:pt x="2048695" y="38493"/>
                </a:lnTo>
                <a:lnTo>
                  <a:pt x="2048187" y="38392"/>
                </a:lnTo>
                <a:lnTo>
                  <a:pt x="2047677" y="38298"/>
                </a:lnTo>
                <a:lnTo>
                  <a:pt x="2047173" y="38205"/>
                </a:lnTo>
                <a:lnTo>
                  <a:pt x="2046675" y="38116"/>
                </a:lnTo>
                <a:lnTo>
                  <a:pt x="2046182" y="38031"/>
                </a:lnTo>
                <a:lnTo>
                  <a:pt x="2045693" y="37950"/>
                </a:lnTo>
                <a:lnTo>
                  <a:pt x="2045209" y="37873"/>
                </a:lnTo>
                <a:lnTo>
                  <a:pt x="2044730" y="37800"/>
                </a:lnTo>
                <a:lnTo>
                  <a:pt x="2044256" y="37731"/>
                </a:lnTo>
                <a:lnTo>
                  <a:pt x="2043786" y="37666"/>
                </a:lnTo>
                <a:lnTo>
                  <a:pt x="2043322" y="37605"/>
                </a:lnTo>
                <a:lnTo>
                  <a:pt x="2042862" y="37547"/>
                </a:lnTo>
                <a:lnTo>
                  <a:pt x="2042407" y="37494"/>
                </a:lnTo>
                <a:lnTo>
                  <a:pt x="2041957" y="37445"/>
                </a:lnTo>
                <a:lnTo>
                  <a:pt x="2041512" y="37399"/>
                </a:lnTo>
                <a:lnTo>
                  <a:pt x="2041072" y="37358"/>
                </a:lnTo>
                <a:lnTo>
                  <a:pt x="2040636" y="37320"/>
                </a:lnTo>
                <a:lnTo>
                  <a:pt x="2040205" y="37287"/>
                </a:lnTo>
                <a:lnTo>
                  <a:pt x="2039779" y="37257"/>
                </a:lnTo>
                <a:lnTo>
                  <a:pt x="2039358" y="37231"/>
                </a:lnTo>
                <a:lnTo>
                  <a:pt x="2038942" y="37210"/>
                </a:lnTo>
                <a:lnTo>
                  <a:pt x="2038530" y="37192"/>
                </a:lnTo>
                <a:lnTo>
                  <a:pt x="2038124" y="37178"/>
                </a:lnTo>
                <a:lnTo>
                  <a:pt x="2037722" y="37168"/>
                </a:lnTo>
                <a:lnTo>
                  <a:pt x="2037325" y="37162"/>
                </a:lnTo>
                <a:lnTo>
                  <a:pt x="2036933" y="37160"/>
                </a:lnTo>
                <a:lnTo>
                  <a:pt x="2036322" y="37164"/>
                </a:lnTo>
                <a:lnTo>
                  <a:pt x="2035709" y="37174"/>
                </a:lnTo>
                <a:lnTo>
                  <a:pt x="2035096" y="37192"/>
                </a:lnTo>
                <a:lnTo>
                  <a:pt x="2034482" y="37217"/>
                </a:lnTo>
                <a:lnTo>
                  <a:pt x="2033867" y="37248"/>
                </a:lnTo>
                <a:lnTo>
                  <a:pt x="2033252" y="37287"/>
                </a:lnTo>
                <a:lnTo>
                  <a:pt x="2032635" y="37332"/>
                </a:lnTo>
                <a:lnTo>
                  <a:pt x="2032018" y="37385"/>
                </a:lnTo>
                <a:lnTo>
                  <a:pt x="2031399" y="37445"/>
                </a:lnTo>
                <a:lnTo>
                  <a:pt x="2030780" y="37511"/>
                </a:lnTo>
                <a:lnTo>
                  <a:pt x="2030160" y="37585"/>
                </a:lnTo>
                <a:lnTo>
                  <a:pt x="2029539" y="37666"/>
                </a:lnTo>
                <a:lnTo>
                  <a:pt x="2028917" y="37754"/>
                </a:lnTo>
                <a:lnTo>
                  <a:pt x="2028294" y="37849"/>
                </a:lnTo>
                <a:lnTo>
                  <a:pt x="2027671" y="37950"/>
                </a:lnTo>
                <a:lnTo>
                  <a:pt x="2027046" y="38059"/>
                </a:lnTo>
                <a:lnTo>
                  <a:pt x="2026421" y="38175"/>
                </a:lnTo>
                <a:lnTo>
                  <a:pt x="2025794" y="38298"/>
                </a:lnTo>
                <a:lnTo>
                  <a:pt x="2025167" y="38428"/>
                </a:lnTo>
                <a:lnTo>
                  <a:pt x="2024539" y="38565"/>
                </a:lnTo>
                <a:lnTo>
                  <a:pt x="2023910" y="38709"/>
                </a:lnTo>
                <a:lnTo>
                  <a:pt x="2023280" y="38860"/>
                </a:lnTo>
                <a:lnTo>
                  <a:pt x="2022650" y="39018"/>
                </a:lnTo>
                <a:lnTo>
                  <a:pt x="2022018" y="39183"/>
                </a:lnTo>
                <a:lnTo>
                  <a:pt x="2021394" y="39351"/>
                </a:lnTo>
                <a:lnTo>
                  <a:pt x="2020773" y="39530"/>
                </a:lnTo>
                <a:lnTo>
                  <a:pt x="2020156" y="39720"/>
                </a:lnTo>
                <a:lnTo>
                  <a:pt x="2019543" y="39920"/>
                </a:lnTo>
                <a:lnTo>
                  <a:pt x="2018934" y="40131"/>
                </a:lnTo>
                <a:lnTo>
                  <a:pt x="2018329" y="40352"/>
                </a:lnTo>
                <a:lnTo>
                  <a:pt x="2017728" y="40584"/>
                </a:lnTo>
                <a:lnTo>
                  <a:pt x="2017131" y="40826"/>
                </a:lnTo>
                <a:lnTo>
                  <a:pt x="2016538" y="41079"/>
                </a:lnTo>
                <a:lnTo>
                  <a:pt x="2015949" y="41342"/>
                </a:lnTo>
                <a:lnTo>
                  <a:pt x="2015363" y="41616"/>
                </a:lnTo>
                <a:lnTo>
                  <a:pt x="2014782" y="41900"/>
                </a:lnTo>
                <a:lnTo>
                  <a:pt x="2014205" y="42195"/>
                </a:lnTo>
                <a:lnTo>
                  <a:pt x="2013631" y="42501"/>
                </a:lnTo>
                <a:lnTo>
                  <a:pt x="2013062" y="42817"/>
                </a:lnTo>
                <a:lnTo>
                  <a:pt x="2012496" y="43143"/>
                </a:lnTo>
                <a:lnTo>
                  <a:pt x="2011935" y="43480"/>
                </a:lnTo>
                <a:lnTo>
                  <a:pt x="2011377" y="43828"/>
                </a:lnTo>
                <a:lnTo>
                  <a:pt x="2010824" y="44186"/>
                </a:lnTo>
                <a:lnTo>
                  <a:pt x="2010274" y="44555"/>
                </a:lnTo>
                <a:lnTo>
                  <a:pt x="2009728" y="44934"/>
                </a:lnTo>
                <a:lnTo>
                  <a:pt x="2009186" y="45323"/>
                </a:lnTo>
                <a:lnTo>
                  <a:pt x="2008649" y="45724"/>
                </a:lnTo>
                <a:lnTo>
                  <a:pt x="2008115" y="46134"/>
                </a:lnTo>
                <a:lnTo>
                  <a:pt x="2007592" y="46552"/>
                </a:lnTo>
                <a:lnTo>
                  <a:pt x="2007079" y="46983"/>
                </a:lnTo>
                <a:lnTo>
                  <a:pt x="2006574" y="47428"/>
                </a:lnTo>
                <a:lnTo>
                  <a:pt x="2006078" y="47886"/>
                </a:lnTo>
                <a:lnTo>
                  <a:pt x="2005591" y="48358"/>
                </a:lnTo>
                <a:lnTo>
                  <a:pt x="2005113" y="48844"/>
                </a:lnTo>
                <a:lnTo>
                  <a:pt x="2004643" y="49343"/>
                </a:lnTo>
                <a:lnTo>
                  <a:pt x="2004182" y="49856"/>
                </a:lnTo>
                <a:lnTo>
                  <a:pt x="2003730" y="50383"/>
                </a:lnTo>
                <a:lnTo>
                  <a:pt x="2003287" y="50923"/>
                </a:lnTo>
                <a:lnTo>
                  <a:pt x="2002853" y="51476"/>
                </a:lnTo>
                <a:lnTo>
                  <a:pt x="2002427" y="52044"/>
                </a:lnTo>
                <a:lnTo>
                  <a:pt x="2002010" y="52624"/>
                </a:lnTo>
                <a:lnTo>
                  <a:pt x="2001602" y="53219"/>
                </a:lnTo>
                <a:lnTo>
                  <a:pt x="2001202" y="53827"/>
                </a:lnTo>
                <a:lnTo>
                  <a:pt x="2000812" y="54449"/>
                </a:lnTo>
                <a:lnTo>
                  <a:pt x="2000430" y="55084"/>
                </a:lnTo>
                <a:lnTo>
                  <a:pt x="2000057" y="55733"/>
                </a:lnTo>
                <a:lnTo>
                  <a:pt x="1999693" y="56395"/>
                </a:lnTo>
                <a:lnTo>
                  <a:pt x="1999337" y="57071"/>
                </a:lnTo>
                <a:lnTo>
                  <a:pt x="1998990" y="57761"/>
                </a:lnTo>
                <a:lnTo>
                  <a:pt x="1998653" y="58464"/>
                </a:lnTo>
                <a:lnTo>
                  <a:pt x="1998323" y="59181"/>
                </a:lnTo>
                <a:lnTo>
                  <a:pt x="1998003" y="59912"/>
                </a:lnTo>
                <a:lnTo>
                  <a:pt x="2012159" y="64967"/>
                </a:lnTo>
                <a:lnTo>
                  <a:pt x="2012371" y="64526"/>
                </a:lnTo>
                <a:lnTo>
                  <a:pt x="2012595" y="64087"/>
                </a:lnTo>
                <a:lnTo>
                  <a:pt x="2012832" y="63650"/>
                </a:lnTo>
                <a:lnTo>
                  <a:pt x="2013081" y="63215"/>
                </a:lnTo>
                <a:lnTo>
                  <a:pt x="2013343" y="62783"/>
                </a:lnTo>
                <a:lnTo>
                  <a:pt x="2013617" y="62353"/>
                </a:lnTo>
                <a:lnTo>
                  <a:pt x="2013904" y="61925"/>
                </a:lnTo>
                <a:lnTo>
                  <a:pt x="2014203" y="61499"/>
                </a:lnTo>
                <a:lnTo>
                  <a:pt x="2014515" y="61075"/>
                </a:lnTo>
                <a:lnTo>
                  <a:pt x="2014839" y="60653"/>
                </a:lnTo>
                <a:lnTo>
                  <a:pt x="2015175" y="60234"/>
                </a:lnTo>
                <a:lnTo>
                  <a:pt x="2015525" y="59817"/>
                </a:lnTo>
                <a:lnTo>
                  <a:pt x="2015886" y="59402"/>
                </a:lnTo>
                <a:lnTo>
                  <a:pt x="2016261" y="58989"/>
                </a:lnTo>
                <a:lnTo>
                  <a:pt x="2016648" y="58579"/>
                </a:lnTo>
                <a:lnTo>
                  <a:pt x="2017047" y="58170"/>
                </a:lnTo>
                <a:lnTo>
                  <a:pt x="2017459" y="57764"/>
                </a:lnTo>
                <a:lnTo>
                  <a:pt x="2017883" y="57360"/>
                </a:lnTo>
                <a:lnTo>
                  <a:pt x="2018320" y="56958"/>
                </a:lnTo>
                <a:lnTo>
                  <a:pt x="2018769" y="56559"/>
                </a:lnTo>
                <a:lnTo>
                  <a:pt x="2019231" y="56161"/>
                </a:lnTo>
                <a:lnTo>
                  <a:pt x="2019705" y="55766"/>
                </a:lnTo>
                <a:lnTo>
                  <a:pt x="2020192" y="55373"/>
                </a:lnTo>
                <a:lnTo>
                  <a:pt x="2020691" y="54982"/>
                </a:lnTo>
                <a:lnTo>
                  <a:pt x="2021205" y="54601"/>
                </a:lnTo>
                <a:lnTo>
                  <a:pt x="2021734" y="54235"/>
                </a:lnTo>
                <a:lnTo>
                  <a:pt x="2022280" y="53886"/>
                </a:lnTo>
                <a:lnTo>
                  <a:pt x="2022842" y="53553"/>
                </a:lnTo>
                <a:lnTo>
                  <a:pt x="2023419" y="53237"/>
                </a:lnTo>
                <a:lnTo>
                  <a:pt x="2024013" y="52936"/>
                </a:lnTo>
                <a:lnTo>
                  <a:pt x="2024623" y="52652"/>
                </a:lnTo>
                <a:lnTo>
                  <a:pt x="2025248" y="52384"/>
                </a:lnTo>
                <a:lnTo>
                  <a:pt x="2025890" y="52132"/>
                </a:lnTo>
                <a:lnTo>
                  <a:pt x="2026548" y="51897"/>
                </a:lnTo>
                <a:lnTo>
                  <a:pt x="2027222" y="51678"/>
                </a:lnTo>
                <a:lnTo>
                  <a:pt x="2027912" y="51475"/>
                </a:lnTo>
                <a:lnTo>
                  <a:pt x="2028617" y="51288"/>
                </a:lnTo>
                <a:lnTo>
                  <a:pt x="2029339" y="51117"/>
                </a:lnTo>
                <a:lnTo>
                  <a:pt x="2030077" y="50963"/>
                </a:lnTo>
                <a:lnTo>
                  <a:pt x="2030831" y="50825"/>
                </a:lnTo>
                <a:lnTo>
                  <a:pt x="2031601" y="50703"/>
                </a:lnTo>
                <a:lnTo>
                  <a:pt x="2032387" y="50598"/>
                </a:lnTo>
                <a:lnTo>
                  <a:pt x="2033189" y="50509"/>
                </a:lnTo>
                <a:lnTo>
                  <a:pt x="2034007" y="50435"/>
                </a:lnTo>
                <a:lnTo>
                  <a:pt x="2034841" y="50379"/>
                </a:lnTo>
                <a:lnTo>
                  <a:pt x="2035691" y="50338"/>
                </a:lnTo>
                <a:lnTo>
                  <a:pt x="2036557" y="50314"/>
                </a:lnTo>
                <a:lnTo>
                  <a:pt x="2037439" y="50306"/>
                </a:lnTo>
                <a:lnTo>
                  <a:pt x="2038288" y="50315"/>
                </a:lnTo>
                <a:lnTo>
                  <a:pt x="2039119" y="50342"/>
                </a:lnTo>
                <a:lnTo>
                  <a:pt x="2039932" y="50387"/>
                </a:lnTo>
                <a:lnTo>
                  <a:pt x="2040727" y="50450"/>
                </a:lnTo>
                <a:lnTo>
                  <a:pt x="2041503" y="50530"/>
                </a:lnTo>
                <a:lnTo>
                  <a:pt x="2042261" y="50629"/>
                </a:lnTo>
                <a:lnTo>
                  <a:pt x="2043001" y="50746"/>
                </a:lnTo>
                <a:lnTo>
                  <a:pt x="2043723" y="50881"/>
                </a:lnTo>
                <a:lnTo>
                  <a:pt x="2044427" y="51034"/>
                </a:lnTo>
                <a:lnTo>
                  <a:pt x="2045112" y="51205"/>
                </a:lnTo>
                <a:lnTo>
                  <a:pt x="2045779" y="51394"/>
                </a:lnTo>
                <a:lnTo>
                  <a:pt x="2046428" y="51601"/>
                </a:lnTo>
                <a:lnTo>
                  <a:pt x="2047059" y="51826"/>
                </a:lnTo>
                <a:lnTo>
                  <a:pt x="2047672" y="52069"/>
                </a:lnTo>
                <a:lnTo>
                  <a:pt x="2048266" y="52330"/>
                </a:lnTo>
                <a:lnTo>
                  <a:pt x="2048842" y="52609"/>
                </a:lnTo>
                <a:lnTo>
                  <a:pt x="2049400" y="52906"/>
                </a:lnTo>
                <a:lnTo>
                  <a:pt x="2049940" y="53221"/>
                </a:lnTo>
                <a:lnTo>
                  <a:pt x="2050461" y="53553"/>
                </a:lnTo>
                <a:lnTo>
                  <a:pt x="2050965" y="53904"/>
                </a:lnTo>
                <a:lnTo>
                  <a:pt x="2051450" y="54273"/>
                </a:lnTo>
                <a:lnTo>
                  <a:pt x="2051917" y="54660"/>
                </a:lnTo>
                <a:lnTo>
                  <a:pt x="2052365" y="55065"/>
                </a:lnTo>
                <a:lnTo>
                  <a:pt x="2052796" y="55488"/>
                </a:lnTo>
                <a:lnTo>
                  <a:pt x="2053213" y="55927"/>
                </a:lnTo>
                <a:lnTo>
                  <a:pt x="2053613" y="56380"/>
                </a:lnTo>
                <a:lnTo>
                  <a:pt x="2053995" y="56849"/>
                </a:lnTo>
                <a:lnTo>
                  <a:pt x="2054360" y="57331"/>
                </a:lnTo>
                <a:lnTo>
                  <a:pt x="2054706" y="57828"/>
                </a:lnTo>
                <a:lnTo>
                  <a:pt x="2055035" y="58340"/>
                </a:lnTo>
                <a:lnTo>
                  <a:pt x="2055346" y="58866"/>
                </a:lnTo>
                <a:lnTo>
                  <a:pt x="2055640" y="59406"/>
                </a:lnTo>
                <a:lnTo>
                  <a:pt x="2055915" y="59961"/>
                </a:lnTo>
                <a:lnTo>
                  <a:pt x="2056173" y="60530"/>
                </a:lnTo>
                <a:lnTo>
                  <a:pt x="2056413" y="61114"/>
                </a:lnTo>
                <a:lnTo>
                  <a:pt x="2056635" y="61713"/>
                </a:lnTo>
                <a:lnTo>
                  <a:pt x="2056839" y="62326"/>
                </a:lnTo>
                <a:lnTo>
                  <a:pt x="2057026" y="62953"/>
                </a:lnTo>
                <a:lnTo>
                  <a:pt x="2057195" y="63595"/>
                </a:lnTo>
                <a:lnTo>
                  <a:pt x="2057346" y="64251"/>
                </a:lnTo>
                <a:lnTo>
                  <a:pt x="2057479" y="64922"/>
                </a:lnTo>
                <a:lnTo>
                  <a:pt x="2057595" y="65607"/>
                </a:lnTo>
                <a:lnTo>
                  <a:pt x="2057692" y="66307"/>
                </a:lnTo>
                <a:lnTo>
                  <a:pt x="2057772" y="67021"/>
                </a:lnTo>
                <a:lnTo>
                  <a:pt x="2057835" y="67750"/>
                </a:lnTo>
                <a:lnTo>
                  <a:pt x="2057879" y="68493"/>
                </a:lnTo>
                <a:lnTo>
                  <a:pt x="2057906" y="69251"/>
                </a:lnTo>
                <a:lnTo>
                  <a:pt x="2057915" y="70023"/>
                </a:lnTo>
                <a:lnTo>
                  <a:pt x="2057915" y="70529"/>
                </a:lnTo>
                <a:lnTo>
                  <a:pt x="2057910" y="70825"/>
                </a:lnTo>
                <a:lnTo>
                  <a:pt x="2057897" y="71114"/>
                </a:lnTo>
                <a:lnTo>
                  <a:pt x="2057874" y="71396"/>
                </a:lnTo>
                <a:lnTo>
                  <a:pt x="2057843" y="71670"/>
                </a:lnTo>
                <a:lnTo>
                  <a:pt x="2057802" y="71937"/>
                </a:lnTo>
                <a:lnTo>
                  <a:pt x="2057753" y="72196"/>
                </a:lnTo>
                <a:lnTo>
                  <a:pt x="2057694" y="72447"/>
                </a:lnTo>
                <a:lnTo>
                  <a:pt x="2057627" y="72692"/>
                </a:lnTo>
                <a:lnTo>
                  <a:pt x="2057550" y="72928"/>
                </a:lnTo>
                <a:lnTo>
                  <a:pt x="2057465" y="73158"/>
                </a:lnTo>
                <a:lnTo>
                  <a:pt x="2057370" y="73380"/>
                </a:lnTo>
                <a:lnTo>
                  <a:pt x="2057267" y="73594"/>
                </a:lnTo>
                <a:lnTo>
                  <a:pt x="2057154" y="73801"/>
                </a:lnTo>
                <a:lnTo>
                  <a:pt x="2057033" y="74000"/>
                </a:lnTo>
                <a:lnTo>
                  <a:pt x="2056903" y="74192"/>
                </a:lnTo>
                <a:lnTo>
                  <a:pt x="2056763" y="74377"/>
                </a:lnTo>
                <a:lnTo>
                  <a:pt x="2056615" y="74554"/>
                </a:lnTo>
                <a:lnTo>
                  <a:pt x="2056457" y="74724"/>
                </a:lnTo>
                <a:lnTo>
                  <a:pt x="2056291" y="74886"/>
                </a:lnTo>
                <a:lnTo>
                  <a:pt x="2056115" y="75041"/>
                </a:lnTo>
                <a:lnTo>
                  <a:pt x="2055931" y="75188"/>
                </a:lnTo>
                <a:lnTo>
                  <a:pt x="2055737" y="75328"/>
                </a:lnTo>
                <a:lnTo>
                  <a:pt x="2055535" y="75460"/>
                </a:lnTo>
                <a:lnTo>
                  <a:pt x="2055324" y="75585"/>
                </a:lnTo>
                <a:lnTo>
                  <a:pt x="2055108" y="75704"/>
                </a:lnTo>
                <a:lnTo>
                  <a:pt x="2054881" y="75821"/>
                </a:lnTo>
                <a:lnTo>
                  <a:pt x="2054644" y="75935"/>
                </a:lnTo>
                <a:lnTo>
                  <a:pt x="2054397" y="76046"/>
                </a:lnTo>
                <a:lnTo>
                  <a:pt x="2054139" y="76155"/>
                </a:lnTo>
                <a:lnTo>
                  <a:pt x="2053870" y="76260"/>
                </a:lnTo>
                <a:lnTo>
                  <a:pt x="2053591" y="76363"/>
                </a:lnTo>
                <a:lnTo>
                  <a:pt x="2053301" y="76462"/>
                </a:lnTo>
                <a:lnTo>
                  <a:pt x="2053001" y="76559"/>
                </a:lnTo>
                <a:lnTo>
                  <a:pt x="2052690" y="76653"/>
                </a:lnTo>
                <a:lnTo>
                  <a:pt x="2052369" y="76745"/>
                </a:lnTo>
                <a:lnTo>
                  <a:pt x="2052037" y="76833"/>
                </a:lnTo>
                <a:lnTo>
                  <a:pt x="2051695" y="76918"/>
                </a:lnTo>
                <a:lnTo>
                  <a:pt x="2051342" y="77001"/>
                </a:lnTo>
                <a:lnTo>
                  <a:pt x="2050979" y="77081"/>
                </a:lnTo>
                <a:lnTo>
                  <a:pt x="2050605" y="77158"/>
                </a:lnTo>
                <a:lnTo>
                  <a:pt x="2050220" y="77232"/>
                </a:lnTo>
                <a:lnTo>
                  <a:pt x="2049825" y="77303"/>
                </a:lnTo>
                <a:lnTo>
                  <a:pt x="2049420" y="77371"/>
                </a:lnTo>
                <a:lnTo>
                  <a:pt x="2049004" y="77437"/>
                </a:lnTo>
                <a:lnTo>
                  <a:pt x="2048577" y="77499"/>
                </a:lnTo>
                <a:lnTo>
                  <a:pt x="2048140" y="77559"/>
                </a:lnTo>
                <a:lnTo>
                  <a:pt x="2047693" y="77616"/>
                </a:lnTo>
                <a:lnTo>
                  <a:pt x="2047234" y="77670"/>
                </a:lnTo>
                <a:lnTo>
                  <a:pt x="2046770" y="77719"/>
                </a:lnTo>
                <a:lnTo>
                  <a:pt x="2046295" y="77769"/>
                </a:lnTo>
                <a:lnTo>
                  <a:pt x="2045807" y="77821"/>
                </a:lnTo>
                <a:lnTo>
                  <a:pt x="2045309" y="77876"/>
                </a:lnTo>
                <a:lnTo>
                  <a:pt x="2044798" y="77932"/>
                </a:lnTo>
                <a:lnTo>
                  <a:pt x="2044276" y="77990"/>
                </a:lnTo>
                <a:lnTo>
                  <a:pt x="2043742" y="78050"/>
                </a:lnTo>
                <a:lnTo>
                  <a:pt x="2043197" y="78113"/>
                </a:lnTo>
                <a:lnTo>
                  <a:pt x="2042640" y="78177"/>
                </a:lnTo>
                <a:lnTo>
                  <a:pt x="2042071" y="78243"/>
                </a:lnTo>
                <a:lnTo>
                  <a:pt x="2041491" y="78311"/>
                </a:lnTo>
                <a:lnTo>
                  <a:pt x="2040899" y="78381"/>
                </a:lnTo>
                <a:lnTo>
                  <a:pt x="2040295" y="78453"/>
                </a:lnTo>
                <a:lnTo>
                  <a:pt x="2039680" y="78527"/>
                </a:lnTo>
                <a:lnTo>
                  <a:pt x="2039053" y="78603"/>
                </a:lnTo>
                <a:lnTo>
                  <a:pt x="2038415" y="78681"/>
                </a:lnTo>
                <a:lnTo>
                  <a:pt x="2037765" y="78761"/>
                </a:lnTo>
                <a:lnTo>
                  <a:pt x="2037103" y="78843"/>
                </a:lnTo>
                <a:lnTo>
                  <a:pt x="2036429" y="78927"/>
                </a:lnTo>
                <a:lnTo>
                  <a:pt x="2035745" y="79013"/>
                </a:lnTo>
                <a:lnTo>
                  <a:pt x="2035048" y="79101"/>
                </a:lnTo>
                <a:lnTo>
                  <a:pt x="2034340" y="79191"/>
                </a:lnTo>
                <a:lnTo>
                  <a:pt x="2033620" y="79283"/>
                </a:lnTo>
                <a:lnTo>
                  <a:pt x="2032888" y="79377"/>
                </a:lnTo>
                <a:lnTo>
                  <a:pt x="2032325" y="79451"/>
                </a:lnTo>
                <a:lnTo>
                  <a:pt x="2031762" y="79528"/>
                </a:lnTo>
                <a:lnTo>
                  <a:pt x="2031199" y="79608"/>
                </a:lnTo>
                <a:lnTo>
                  <a:pt x="2030636" y="79689"/>
                </a:lnTo>
                <a:lnTo>
                  <a:pt x="2030073" y="79773"/>
                </a:lnTo>
                <a:lnTo>
                  <a:pt x="2029511" y="79859"/>
                </a:lnTo>
                <a:lnTo>
                  <a:pt x="2028949" y="79946"/>
                </a:lnTo>
                <a:lnTo>
                  <a:pt x="2028387" y="80037"/>
                </a:lnTo>
                <a:lnTo>
                  <a:pt x="2027826" y="80129"/>
                </a:lnTo>
                <a:lnTo>
                  <a:pt x="2027264" y="80224"/>
                </a:lnTo>
                <a:lnTo>
                  <a:pt x="2026703" y="80320"/>
                </a:lnTo>
                <a:lnTo>
                  <a:pt x="2026142" y="80419"/>
                </a:lnTo>
                <a:lnTo>
                  <a:pt x="2025581" y="80521"/>
                </a:lnTo>
                <a:lnTo>
                  <a:pt x="2025021" y="80624"/>
                </a:lnTo>
                <a:lnTo>
                  <a:pt x="2024460" y="80729"/>
                </a:lnTo>
                <a:lnTo>
                  <a:pt x="2023900" y="80837"/>
                </a:lnTo>
                <a:lnTo>
                  <a:pt x="2023340" y="80947"/>
                </a:lnTo>
                <a:lnTo>
                  <a:pt x="2022781" y="81059"/>
                </a:lnTo>
                <a:lnTo>
                  <a:pt x="2022221" y="81174"/>
                </a:lnTo>
                <a:lnTo>
                  <a:pt x="2021662" y="81290"/>
                </a:lnTo>
                <a:lnTo>
                  <a:pt x="2021103" y="81409"/>
                </a:lnTo>
                <a:lnTo>
                  <a:pt x="2020544" y="81530"/>
                </a:lnTo>
                <a:lnTo>
                  <a:pt x="2019986" y="81653"/>
                </a:lnTo>
                <a:lnTo>
                  <a:pt x="2019427" y="81778"/>
                </a:lnTo>
                <a:lnTo>
                  <a:pt x="2018876" y="81902"/>
                </a:lnTo>
                <a:lnTo>
                  <a:pt x="2018329" y="82031"/>
                </a:lnTo>
                <a:lnTo>
                  <a:pt x="2017786" y="82165"/>
                </a:lnTo>
                <a:lnTo>
                  <a:pt x="2017247" y="82305"/>
                </a:lnTo>
                <a:lnTo>
                  <a:pt x="2016712" y="82450"/>
                </a:lnTo>
                <a:lnTo>
                  <a:pt x="2016180" y="82600"/>
                </a:lnTo>
                <a:lnTo>
                  <a:pt x="2015653" y="82755"/>
                </a:lnTo>
                <a:lnTo>
                  <a:pt x="2015130" y="82916"/>
                </a:lnTo>
                <a:lnTo>
                  <a:pt x="2014610" y="83082"/>
                </a:lnTo>
                <a:lnTo>
                  <a:pt x="2014095" y="83253"/>
                </a:lnTo>
                <a:lnTo>
                  <a:pt x="2013583" y="83429"/>
                </a:lnTo>
                <a:lnTo>
                  <a:pt x="2013076" y="83611"/>
                </a:lnTo>
                <a:lnTo>
                  <a:pt x="2012572" y="83798"/>
                </a:lnTo>
                <a:lnTo>
                  <a:pt x="2012073" y="83990"/>
                </a:lnTo>
                <a:lnTo>
                  <a:pt x="2011577" y="84188"/>
                </a:lnTo>
                <a:lnTo>
                  <a:pt x="2011085" y="84390"/>
                </a:lnTo>
                <a:lnTo>
                  <a:pt x="2010597" y="84598"/>
                </a:lnTo>
                <a:lnTo>
                  <a:pt x="2010113" y="84812"/>
                </a:lnTo>
                <a:lnTo>
                  <a:pt x="2009633" y="85030"/>
                </a:lnTo>
                <a:lnTo>
                  <a:pt x="2009157" y="85254"/>
                </a:lnTo>
                <a:lnTo>
                  <a:pt x="2008685" y="85483"/>
                </a:lnTo>
                <a:lnTo>
                  <a:pt x="2008217" y="85717"/>
                </a:lnTo>
                <a:lnTo>
                  <a:pt x="2007753" y="85957"/>
                </a:lnTo>
                <a:lnTo>
                  <a:pt x="2007293" y="86202"/>
                </a:lnTo>
                <a:lnTo>
                  <a:pt x="2006839" y="86453"/>
                </a:lnTo>
                <a:lnTo>
                  <a:pt x="2006392" y="86713"/>
                </a:lnTo>
                <a:lnTo>
                  <a:pt x="2005953" y="86980"/>
                </a:lnTo>
                <a:lnTo>
                  <a:pt x="2005522" y="87255"/>
                </a:lnTo>
                <a:lnTo>
                  <a:pt x="2005098" y="87538"/>
                </a:lnTo>
                <a:lnTo>
                  <a:pt x="2004682" y="87829"/>
                </a:lnTo>
                <a:lnTo>
                  <a:pt x="2004274" y="88128"/>
                </a:lnTo>
                <a:lnTo>
                  <a:pt x="2003873" y="88435"/>
                </a:lnTo>
                <a:lnTo>
                  <a:pt x="2003481" y="88750"/>
                </a:lnTo>
                <a:lnTo>
                  <a:pt x="2003095" y="89072"/>
                </a:lnTo>
                <a:lnTo>
                  <a:pt x="2002718" y="89403"/>
                </a:lnTo>
                <a:lnTo>
                  <a:pt x="2002348" y="89741"/>
                </a:lnTo>
                <a:lnTo>
                  <a:pt x="2001986" y="90087"/>
                </a:lnTo>
                <a:lnTo>
                  <a:pt x="2001631" y="90442"/>
                </a:lnTo>
                <a:lnTo>
                  <a:pt x="2001284" y="90804"/>
                </a:lnTo>
                <a:lnTo>
                  <a:pt x="2000945" y="91174"/>
                </a:lnTo>
                <a:lnTo>
                  <a:pt x="2000614" y="91551"/>
                </a:lnTo>
                <a:lnTo>
                  <a:pt x="2000290" y="91937"/>
                </a:lnTo>
                <a:lnTo>
                  <a:pt x="1999974" y="92331"/>
                </a:lnTo>
                <a:lnTo>
                  <a:pt x="1999666" y="92732"/>
                </a:lnTo>
                <a:lnTo>
                  <a:pt x="1999365" y="93142"/>
                </a:lnTo>
                <a:lnTo>
                  <a:pt x="1999072" y="93559"/>
                </a:lnTo>
                <a:lnTo>
                  <a:pt x="1998786" y="93985"/>
                </a:lnTo>
                <a:lnTo>
                  <a:pt x="1998509" y="94418"/>
                </a:lnTo>
                <a:lnTo>
                  <a:pt x="1998241" y="94855"/>
                </a:lnTo>
                <a:lnTo>
                  <a:pt x="1997984" y="95303"/>
                </a:lnTo>
                <a:lnTo>
                  <a:pt x="1997738" y="95763"/>
                </a:lnTo>
                <a:lnTo>
                  <a:pt x="1997505" y="96233"/>
                </a:lnTo>
                <a:lnTo>
                  <a:pt x="1997282" y="96714"/>
                </a:lnTo>
                <a:lnTo>
                  <a:pt x="1997071" y="97206"/>
                </a:lnTo>
                <a:lnTo>
                  <a:pt x="1996871" y="97710"/>
                </a:lnTo>
                <a:lnTo>
                  <a:pt x="1996683" y="98224"/>
                </a:lnTo>
                <a:lnTo>
                  <a:pt x="1996506" y="98749"/>
                </a:lnTo>
                <a:lnTo>
                  <a:pt x="1996341" y="99285"/>
                </a:lnTo>
                <a:lnTo>
                  <a:pt x="1996187" y="99832"/>
                </a:lnTo>
                <a:lnTo>
                  <a:pt x="1996044" y="100390"/>
                </a:lnTo>
                <a:lnTo>
                  <a:pt x="1995913" y="100959"/>
                </a:lnTo>
                <a:lnTo>
                  <a:pt x="1995793" y="101539"/>
                </a:lnTo>
                <a:lnTo>
                  <a:pt x="1995684" y="102130"/>
                </a:lnTo>
                <a:lnTo>
                  <a:pt x="1995587" y="102732"/>
                </a:lnTo>
                <a:lnTo>
                  <a:pt x="1995502" y="103345"/>
                </a:lnTo>
                <a:lnTo>
                  <a:pt x="1995428" y="103969"/>
                </a:lnTo>
                <a:lnTo>
                  <a:pt x="1995365" y="104603"/>
                </a:lnTo>
                <a:lnTo>
                  <a:pt x="1995314" y="105249"/>
                </a:lnTo>
                <a:lnTo>
                  <a:pt x="1995274" y="105906"/>
                </a:lnTo>
                <a:lnTo>
                  <a:pt x="1995245" y="106574"/>
                </a:lnTo>
                <a:lnTo>
                  <a:pt x="1995228" y="107252"/>
                </a:lnTo>
                <a:lnTo>
                  <a:pt x="1995222" y="107942"/>
                </a:lnTo>
                <a:lnTo>
                  <a:pt x="1995230" y="108727"/>
                </a:lnTo>
                <a:lnTo>
                  <a:pt x="1995253" y="109503"/>
                </a:lnTo>
                <a:lnTo>
                  <a:pt x="1995291" y="110269"/>
                </a:lnTo>
                <a:lnTo>
                  <a:pt x="1995345" y="111025"/>
                </a:lnTo>
                <a:lnTo>
                  <a:pt x="1995414" y="111771"/>
                </a:lnTo>
                <a:lnTo>
                  <a:pt x="1995499" y="112508"/>
                </a:lnTo>
                <a:lnTo>
                  <a:pt x="1995599" y="113235"/>
                </a:lnTo>
                <a:lnTo>
                  <a:pt x="1995714" y="113953"/>
                </a:lnTo>
                <a:lnTo>
                  <a:pt x="1995844" y="114661"/>
                </a:lnTo>
                <a:lnTo>
                  <a:pt x="1995990" y="115359"/>
                </a:lnTo>
                <a:lnTo>
                  <a:pt x="1996152" y="116048"/>
                </a:lnTo>
                <a:lnTo>
                  <a:pt x="1996328" y="116727"/>
                </a:lnTo>
                <a:lnTo>
                  <a:pt x="1996520" y="117396"/>
                </a:lnTo>
                <a:lnTo>
                  <a:pt x="1996728" y="118056"/>
                </a:lnTo>
                <a:lnTo>
                  <a:pt x="1996950" y="118705"/>
                </a:lnTo>
                <a:lnTo>
                  <a:pt x="1997188" y="119346"/>
                </a:lnTo>
                <a:lnTo>
                  <a:pt x="1997442" y="119976"/>
                </a:lnTo>
                <a:lnTo>
                  <a:pt x="1997711" y="120597"/>
                </a:lnTo>
                <a:lnTo>
                  <a:pt x="1997995" y="121209"/>
                </a:lnTo>
                <a:lnTo>
                  <a:pt x="1998294" y="121811"/>
                </a:lnTo>
                <a:lnTo>
                  <a:pt x="1998609" y="122403"/>
                </a:lnTo>
                <a:lnTo>
                  <a:pt x="1998940" y="122985"/>
                </a:lnTo>
                <a:lnTo>
                  <a:pt x="1999285" y="123558"/>
                </a:lnTo>
                <a:lnTo>
                  <a:pt x="1999646" y="124121"/>
                </a:lnTo>
                <a:lnTo>
                  <a:pt x="2000020" y="124668"/>
                </a:lnTo>
                <a:lnTo>
                  <a:pt x="2000405" y="125205"/>
                </a:lnTo>
                <a:lnTo>
                  <a:pt x="2000800" y="125731"/>
                </a:lnTo>
                <a:lnTo>
                  <a:pt x="2001207" y="126247"/>
                </a:lnTo>
                <a:lnTo>
                  <a:pt x="2001624" y="126751"/>
                </a:lnTo>
                <a:lnTo>
                  <a:pt x="2002052" y="127245"/>
                </a:lnTo>
                <a:lnTo>
                  <a:pt x="2002490" y="127728"/>
                </a:lnTo>
                <a:lnTo>
                  <a:pt x="2002939" y="128201"/>
                </a:lnTo>
                <a:lnTo>
                  <a:pt x="2003399" y="128662"/>
                </a:lnTo>
                <a:lnTo>
                  <a:pt x="2003870" y="129113"/>
                </a:lnTo>
                <a:lnTo>
                  <a:pt x="2004352" y="129553"/>
                </a:lnTo>
                <a:lnTo>
                  <a:pt x="2004844" y="129982"/>
                </a:lnTo>
                <a:lnTo>
                  <a:pt x="2005347" y="130401"/>
                </a:lnTo>
                <a:lnTo>
                  <a:pt x="2005861" y="130809"/>
                </a:lnTo>
                <a:lnTo>
                  <a:pt x="2006386" y="131206"/>
                </a:lnTo>
                <a:lnTo>
                  <a:pt x="2006921" y="131592"/>
                </a:lnTo>
                <a:lnTo>
                  <a:pt x="2007467" y="131968"/>
                </a:lnTo>
                <a:lnTo>
                  <a:pt x="2008024" y="132333"/>
                </a:lnTo>
                <a:lnTo>
                  <a:pt x="2008591" y="132687"/>
                </a:lnTo>
                <a:lnTo>
                  <a:pt x="2009170" y="133030"/>
                </a:lnTo>
                <a:lnTo>
                  <a:pt x="2009759" y="133362"/>
                </a:lnTo>
                <a:lnTo>
                  <a:pt x="2010359" y="133684"/>
                </a:lnTo>
                <a:lnTo>
                  <a:pt x="2010969" y="133995"/>
                </a:lnTo>
                <a:lnTo>
                  <a:pt x="2011591" y="134296"/>
                </a:lnTo>
                <a:lnTo>
                  <a:pt x="2012220" y="134579"/>
                </a:lnTo>
                <a:lnTo>
                  <a:pt x="2012856" y="134851"/>
                </a:lnTo>
                <a:lnTo>
                  <a:pt x="2013497" y="135110"/>
                </a:lnTo>
                <a:lnTo>
                  <a:pt x="2014145" y="135358"/>
                </a:lnTo>
                <a:lnTo>
                  <a:pt x="2014798" y="135593"/>
                </a:lnTo>
                <a:lnTo>
                  <a:pt x="2015457" y="135816"/>
                </a:lnTo>
                <a:lnTo>
                  <a:pt x="2016123" y="136028"/>
                </a:lnTo>
                <a:lnTo>
                  <a:pt x="2016794" y="136227"/>
                </a:lnTo>
                <a:lnTo>
                  <a:pt x="2017471" y="136414"/>
                </a:lnTo>
                <a:lnTo>
                  <a:pt x="2018154" y="136589"/>
                </a:lnTo>
                <a:lnTo>
                  <a:pt x="2018843" y="136752"/>
                </a:lnTo>
                <a:lnTo>
                  <a:pt x="2019538" y="136903"/>
                </a:lnTo>
                <a:lnTo>
                  <a:pt x="2020239" y="137041"/>
                </a:lnTo>
                <a:lnTo>
                  <a:pt x="2020945" y="137168"/>
                </a:lnTo>
                <a:lnTo>
                  <a:pt x="2021658" y="137283"/>
                </a:lnTo>
                <a:lnTo>
                  <a:pt x="2022376" y="137385"/>
                </a:lnTo>
                <a:lnTo>
                  <a:pt x="2023101" y="137476"/>
                </a:lnTo>
                <a:lnTo>
                  <a:pt x="2023831" y="137554"/>
                </a:lnTo>
                <a:lnTo>
                  <a:pt x="2024568" y="137621"/>
                </a:lnTo>
                <a:lnTo>
                  <a:pt x="2025310" y="137675"/>
                </a:lnTo>
                <a:lnTo>
                  <a:pt x="2026058" y="137717"/>
                </a:lnTo>
                <a:lnTo>
                  <a:pt x="2026812" y="137747"/>
                </a:lnTo>
                <a:lnTo>
                  <a:pt x="2027572" y="137765"/>
                </a:lnTo>
                <a:lnTo>
                  <a:pt x="2028338" y="137772"/>
                </a:lnTo>
                <a:lnTo>
                  <a:pt x="2029039" y="137767"/>
                </a:lnTo>
                <a:lnTo>
                  <a:pt x="2029732" y="137754"/>
                </a:lnTo>
                <a:lnTo>
                  <a:pt x="2030415" y="137732"/>
                </a:lnTo>
                <a:lnTo>
                  <a:pt x="2031089" y="137701"/>
                </a:lnTo>
                <a:lnTo>
                  <a:pt x="2031754" y="137662"/>
                </a:lnTo>
                <a:lnTo>
                  <a:pt x="2032410" y="137614"/>
                </a:lnTo>
                <a:lnTo>
                  <a:pt x="2033058" y="137556"/>
                </a:lnTo>
                <a:close/>
                <a:moveTo>
                  <a:pt x="2025679" y="124040"/>
                </a:moveTo>
                <a:lnTo>
                  <a:pt x="2025017" y="123938"/>
                </a:lnTo>
                <a:lnTo>
                  <a:pt x="2024365" y="123823"/>
                </a:lnTo>
                <a:lnTo>
                  <a:pt x="2023725" y="123693"/>
                </a:lnTo>
                <a:lnTo>
                  <a:pt x="2023095" y="123550"/>
                </a:lnTo>
                <a:lnTo>
                  <a:pt x="2022476" y="123394"/>
                </a:lnTo>
                <a:lnTo>
                  <a:pt x="2021868" y="123224"/>
                </a:lnTo>
                <a:lnTo>
                  <a:pt x="2021271" y="123040"/>
                </a:lnTo>
                <a:lnTo>
                  <a:pt x="2020684" y="122843"/>
                </a:lnTo>
                <a:lnTo>
                  <a:pt x="2020108" y="122632"/>
                </a:lnTo>
                <a:lnTo>
                  <a:pt x="2019543" y="122408"/>
                </a:lnTo>
                <a:lnTo>
                  <a:pt x="2018989" y="122170"/>
                </a:lnTo>
                <a:lnTo>
                  <a:pt x="2018445" y="121918"/>
                </a:lnTo>
                <a:lnTo>
                  <a:pt x="2017912" y="121653"/>
                </a:lnTo>
                <a:lnTo>
                  <a:pt x="2017390" y="121374"/>
                </a:lnTo>
                <a:lnTo>
                  <a:pt x="2016879" y="121081"/>
                </a:lnTo>
                <a:lnTo>
                  <a:pt x="2016378" y="120775"/>
                </a:lnTo>
                <a:lnTo>
                  <a:pt x="2015888" y="120455"/>
                </a:lnTo>
                <a:lnTo>
                  <a:pt x="2015419" y="120117"/>
                </a:lnTo>
                <a:lnTo>
                  <a:pt x="2014970" y="119765"/>
                </a:lnTo>
                <a:lnTo>
                  <a:pt x="2014540" y="119401"/>
                </a:lnTo>
                <a:lnTo>
                  <a:pt x="2014131" y="119023"/>
                </a:lnTo>
                <a:lnTo>
                  <a:pt x="2013741" y="118632"/>
                </a:lnTo>
                <a:lnTo>
                  <a:pt x="2013372" y="118228"/>
                </a:lnTo>
                <a:lnTo>
                  <a:pt x="2013023" y="117810"/>
                </a:lnTo>
                <a:lnTo>
                  <a:pt x="2012693" y="117380"/>
                </a:lnTo>
                <a:lnTo>
                  <a:pt x="2012384" y="116936"/>
                </a:lnTo>
                <a:lnTo>
                  <a:pt x="2012094" y="116479"/>
                </a:lnTo>
                <a:lnTo>
                  <a:pt x="2011825" y="116009"/>
                </a:lnTo>
                <a:lnTo>
                  <a:pt x="2011575" y="115526"/>
                </a:lnTo>
                <a:lnTo>
                  <a:pt x="2011345" y="115029"/>
                </a:lnTo>
                <a:lnTo>
                  <a:pt x="2011136" y="114520"/>
                </a:lnTo>
                <a:lnTo>
                  <a:pt x="2010946" y="113997"/>
                </a:lnTo>
                <a:lnTo>
                  <a:pt x="2010776" y="113461"/>
                </a:lnTo>
                <a:lnTo>
                  <a:pt x="2010626" y="112912"/>
                </a:lnTo>
                <a:lnTo>
                  <a:pt x="2010497" y="112350"/>
                </a:lnTo>
                <a:lnTo>
                  <a:pt x="2010387" y="111775"/>
                </a:lnTo>
                <a:lnTo>
                  <a:pt x="2010297" y="111186"/>
                </a:lnTo>
                <a:lnTo>
                  <a:pt x="2010227" y="110585"/>
                </a:lnTo>
                <a:lnTo>
                  <a:pt x="2010177" y="109970"/>
                </a:lnTo>
                <a:lnTo>
                  <a:pt x="2010147" y="109342"/>
                </a:lnTo>
                <a:lnTo>
                  <a:pt x="2010137" y="108700"/>
                </a:lnTo>
                <a:lnTo>
                  <a:pt x="2010142" y="108231"/>
                </a:lnTo>
                <a:lnTo>
                  <a:pt x="2010158" y="107769"/>
                </a:lnTo>
                <a:lnTo>
                  <a:pt x="2010185" y="107316"/>
                </a:lnTo>
                <a:lnTo>
                  <a:pt x="2010221" y="106871"/>
                </a:lnTo>
                <a:lnTo>
                  <a:pt x="2010269" y="106435"/>
                </a:lnTo>
                <a:lnTo>
                  <a:pt x="2010327" y="106007"/>
                </a:lnTo>
                <a:lnTo>
                  <a:pt x="2010395" y="105587"/>
                </a:lnTo>
                <a:lnTo>
                  <a:pt x="2010474" y="105175"/>
                </a:lnTo>
                <a:lnTo>
                  <a:pt x="2010564" y="104772"/>
                </a:lnTo>
                <a:lnTo>
                  <a:pt x="2010664" y="104378"/>
                </a:lnTo>
                <a:lnTo>
                  <a:pt x="2010774" y="103991"/>
                </a:lnTo>
                <a:lnTo>
                  <a:pt x="2010895" y="103613"/>
                </a:lnTo>
                <a:lnTo>
                  <a:pt x="2011027" y="103243"/>
                </a:lnTo>
                <a:lnTo>
                  <a:pt x="2011169" y="102882"/>
                </a:lnTo>
                <a:lnTo>
                  <a:pt x="2011322" y="102529"/>
                </a:lnTo>
                <a:lnTo>
                  <a:pt x="2011485" y="102184"/>
                </a:lnTo>
                <a:lnTo>
                  <a:pt x="2011659" y="101848"/>
                </a:lnTo>
                <a:lnTo>
                  <a:pt x="2011843" y="101520"/>
                </a:lnTo>
                <a:lnTo>
                  <a:pt x="2012038" y="101200"/>
                </a:lnTo>
                <a:lnTo>
                  <a:pt x="2012244" y="100888"/>
                </a:lnTo>
                <a:lnTo>
                  <a:pt x="2012460" y="100585"/>
                </a:lnTo>
                <a:lnTo>
                  <a:pt x="2012686" y="100291"/>
                </a:lnTo>
                <a:lnTo>
                  <a:pt x="2012923" y="100004"/>
                </a:lnTo>
                <a:lnTo>
                  <a:pt x="2013171" y="99726"/>
                </a:lnTo>
                <a:lnTo>
                  <a:pt x="2013432" y="99450"/>
                </a:lnTo>
                <a:lnTo>
                  <a:pt x="2013700" y="99180"/>
                </a:lnTo>
                <a:lnTo>
                  <a:pt x="2013974" y="98916"/>
                </a:lnTo>
                <a:lnTo>
                  <a:pt x="2014256" y="98657"/>
                </a:lnTo>
                <a:lnTo>
                  <a:pt x="2014543" y="98405"/>
                </a:lnTo>
                <a:lnTo>
                  <a:pt x="2014837" y="98158"/>
                </a:lnTo>
                <a:lnTo>
                  <a:pt x="2015138" y="97918"/>
                </a:lnTo>
                <a:lnTo>
                  <a:pt x="2015446" y="97683"/>
                </a:lnTo>
                <a:lnTo>
                  <a:pt x="2015760" y="97454"/>
                </a:lnTo>
                <a:lnTo>
                  <a:pt x="2016080" y="97231"/>
                </a:lnTo>
                <a:lnTo>
                  <a:pt x="2016408" y="97014"/>
                </a:lnTo>
                <a:lnTo>
                  <a:pt x="2016741" y="96803"/>
                </a:lnTo>
                <a:lnTo>
                  <a:pt x="2017082" y="96598"/>
                </a:lnTo>
                <a:lnTo>
                  <a:pt x="2017429" y="96399"/>
                </a:lnTo>
                <a:lnTo>
                  <a:pt x="2017782" y="96206"/>
                </a:lnTo>
                <a:lnTo>
                  <a:pt x="2018142" y="96019"/>
                </a:lnTo>
                <a:lnTo>
                  <a:pt x="2018509" y="95837"/>
                </a:lnTo>
                <a:lnTo>
                  <a:pt x="2018882" y="95662"/>
                </a:lnTo>
                <a:lnTo>
                  <a:pt x="2019262" y="95492"/>
                </a:lnTo>
                <a:lnTo>
                  <a:pt x="2019648" y="95329"/>
                </a:lnTo>
                <a:lnTo>
                  <a:pt x="2020041" y="95171"/>
                </a:lnTo>
                <a:lnTo>
                  <a:pt x="2020441" y="95019"/>
                </a:lnTo>
                <a:lnTo>
                  <a:pt x="2020847" y="94874"/>
                </a:lnTo>
                <a:lnTo>
                  <a:pt x="2021260" y="94734"/>
                </a:lnTo>
                <a:lnTo>
                  <a:pt x="2021683" y="94593"/>
                </a:lnTo>
                <a:lnTo>
                  <a:pt x="2022108" y="94456"/>
                </a:lnTo>
                <a:lnTo>
                  <a:pt x="2022536" y="94322"/>
                </a:lnTo>
                <a:lnTo>
                  <a:pt x="2022966" y="94191"/>
                </a:lnTo>
                <a:lnTo>
                  <a:pt x="2023399" y="94064"/>
                </a:lnTo>
                <a:lnTo>
                  <a:pt x="2023835" y="93940"/>
                </a:lnTo>
                <a:lnTo>
                  <a:pt x="2024274" y="93819"/>
                </a:lnTo>
                <a:lnTo>
                  <a:pt x="2024715" y="93701"/>
                </a:lnTo>
                <a:lnTo>
                  <a:pt x="2025158" y="93587"/>
                </a:lnTo>
                <a:lnTo>
                  <a:pt x="2025605" y="93476"/>
                </a:lnTo>
                <a:lnTo>
                  <a:pt x="2026054" y="93369"/>
                </a:lnTo>
                <a:lnTo>
                  <a:pt x="2026505" y="93264"/>
                </a:lnTo>
                <a:lnTo>
                  <a:pt x="2026960" y="93163"/>
                </a:lnTo>
                <a:lnTo>
                  <a:pt x="2027416" y="93066"/>
                </a:lnTo>
                <a:lnTo>
                  <a:pt x="2027876" y="92971"/>
                </a:lnTo>
                <a:lnTo>
                  <a:pt x="2028338" y="92880"/>
                </a:lnTo>
                <a:lnTo>
                  <a:pt x="2028803" y="92792"/>
                </a:lnTo>
                <a:lnTo>
                  <a:pt x="2029270" y="92707"/>
                </a:lnTo>
                <a:lnTo>
                  <a:pt x="2029740" y="92626"/>
                </a:lnTo>
                <a:lnTo>
                  <a:pt x="2030213" y="92548"/>
                </a:lnTo>
                <a:lnTo>
                  <a:pt x="2030688" y="92473"/>
                </a:lnTo>
                <a:lnTo>
                  <a:pt x="2031166" y="92402"/>
                </a:lnTo>
                <a:lnTo>
                  <a:pt x="2031647" y="92334"/>
                </a:lnTo>
                <a:lnTo>
                  <a:pt x="2032130" y="92269"/>
                </a:lnTo>
                <a:lnTo>
                  <a:pt x="2032333" y="92242"/>
                </a:lnTo>
                <a:lnTo>
                  <a:pt x="2032540" y="92215"/>
                </a:lnTo>
                <a:lnTo>
                  <a:pt x="2032753" y="92188"/>
                </a:lnTo>
                <a:lnTo>
                  <a:pt x="2032971" y="92160"/>
                </a:lnTo>
                <a:lnTo>
                  <a:pt x="2033194" y="92132"/>
                </a:lnTo>
                <a:lnTo>
                  <a:pt x="2033422" y="92103"/>
                </a:lnTo>
                <a:lnTo>
                  <a:pt x="2033654" y="92074"/>
                </a:lnTo>
                <a:lnTo>
                  <a:pt x="2033892" y="92044"/>
                </a:lnTo>
                <a:lnTo>
                  <a:pt x="2034135" y="92014"/>
                </a:lnTo>
                <a:lnTo>
                  <a:pt x="2034384" y="91984"/>
                </a:lnTo>
                <a:lnTo>
                  <a:pt x="2034637" y="91953"/>
                </a:lnTo>
                <a:lnTo>
                  <a:pt x="2034895" y="91921"/>
                </a:lnTo>
                <a:lnTo>
                  <a:pt x="2035158" y="91890"/>
                </a:lnTo>
                <a:lnTo>
                  <a:pt x="2035426" y="91857"/>
                </a:lnTo>
                <a:lnTo>
                  <a:pt x="2035700" y="91825"/>
                </a:lnTo>
                <a:lnTo>
                  <a:pt x="2035978" y="91791"/>
                </a:lnTo>
                <a:lnTo>
                  <a:pt x="2036261" y="91758"/>
                </a:lnTo>
                <a:lnTo>
                  <a:pt x="2036550" y="91724"/>
                </a:lnTo>
                <a:lnTo>
                  <a:pt x="2036843" y="91689"/>
                </a:lnTo>
                <a:lnTo>
                  <a:pt x="2037142" y="91655"/>
                </a:lnTo>
                <a:lnTo>
                  <a:pt x="2037445" y="91619"/>
                </a:lnTo>
                <a:lnTo>
                  <a:pt x="2037754" y="91583"/>
                </a:lnTo>
                <a:lnTo>
                  <a:pt x="2038068" y="91547"/>
                </a:lnTo>
                <a:lnTo>
                  <a:pt x="2038386" y="91511"/>
                </a:lnTo>
                <a:lnTo>
                  <a:pt x="2038713" y="91468"/>
                </a:lnTo>
                <a:lnTo>
                  <a:pt x="2039041" y="91425"/>
                </a:lnTo>
                <a:lnTo>
                  <a:pt x="2039369" y="91382"/>
                </a:lnTo>
                <a:lnTo>
                  <a:pt x="2039698" y="91339"/>
                </a:lnTo>
                <a:lnTo>
                  <a:pt x="2040027" y="91294"/>
                </a:lnTo>
                <a:lnTo>
                  <a:pt x="2040358" y="91250"/>
                </a:lnTo>
                <a:lnTo>
                  <a:pt x="2040688" y="91205"/>
                </a:lnTo>
                <a:lnTo>
                  <a:pt x="2041020" y="91160"/>
                </a:lnTo>
                <a:lnTo>
                  <a:pt x="2041352" y="91114"/>
                </a:lnTo>
                <a:lnTo>
                  <a:pt x="2041685" y="91067"/>
                </a:lnTo>
                <a:lnTo>
                  <a:pt x="2042018" y="91021"/>
                </a:lnTo>
                <a:lnTo>
                  <a:pt x="2042352" y="90973"/>
                </a:lnTo>
                <a:lnTo>
                  <a:pt x="2042687" y="90926"/>
                </a:lnTo>
                <a:lnTo>
                  <a:pt x="2043022" y="90878"/>
                </a:lnTo>
                <a:lnTo>
                  <a:pt x="2043359" y="90829"/>
                </a:lnTo>
                <a:lnTo>
                  <a:pt x="2043695" y="90780"/>
                </a:lnTo>
                <a:lnTo>
                  <a:pt x="2044033" y="90731"/>
                </a:lnTo>
                <a:lnTo>
                  <a:pt x="2044371" y="90681"/>
                </a:lnTo>
                <a:lnTo>
                  <a:pt x="2044709" y="90631"/>
                </a:lnTo>
                <a:lnTo>
                  <a:pt x="2045049" y="90580"/>
                </a:lnTo>
                <a:lnTo>
                  <a:pt x="2045389" y="90529"/>
                </a:lnTo>
                <a:lnTo>
                  <a:pt x="2045729" y="90478"/>
                </a:lnTo>
                <a:lnTo>
                  <a:pt x="2046071" y="90426"/>
                </a:lnTo>
                <a:lnTo>
                  <a:pt x="2046413" y="90373"/>
                </a:lnTo>
                <a:lnTo>
                  <a:pt x="2046759" y="90315"/>
                </a:lnTo>
                <a:lnTo>
                  <a:pt x="2047101" y="90256"/>
                </a:lnTo>
                <a:lnTo>
                  <a:pt x="2047440" y="90196"/>
                </a:lnTo>
                <a:lnTo>
                  <a:pt x="2047775" y="90136"/>
                </a:lnTo>
                <a:lnTo>
                  <a:pt x="2048107" y="90075"/>
                </a:lnTo>
                <a:lnTo>
                  <a:pt x="2048435" y="90014"/>
                </a:lnTo>
                <a:lnTo>
                  <a:pt x="2048760" y="89951"/>
                </a:lnTo>
                <a:lnTo>
                  <a:pt x="2049081" y="89889"/>
                </a:lnTo>
                <a:lnTo>
                  <a:pt x="2049399" y="89825"/>
                </a:lnTo>
                <a:lnTo>
                  <a:pt x="2049713" y="89761"/>
                </a:lnTo>
                <a:lnTo>
                  <a:pt x="2050024" y="89696"/>
                </a:lnTo>
                <a:lnTo>
                  <a:pt x="2050331" y="89630"/>
                </a:lnTo>
                <a:lnTo>
                  <a:pt x="2050635" y="89564"/>
                </a:lnTo>
                <a:lnTo>
                  <a:pt x="2050935" y="89497"/>
                </a:lnTo>
                <a:lnTo>
                  <a:pt x="2051232" y="89430"/>
                </a:lnTo>
                <a:lnTo>
                  <a:pt x="2051525" y="89362"/>
                </a:lnTo>
                <a:lnTo>
                  <a:pt x="2051814" y="89293"/>
                </a:lnTo>
                <a:lnTo>
                  <a:pt x="2052101" y="89224"/>
                </a:lnTo>
                <a:lnTo>
                  <a:pt x="2052383" y="89154"/>
                </a:lnTo>
                <a:lnTo>
                  <a:pt x="2052662" y="89083"/>
                </a:lnTo>
                <a:lnTo>
                  <a:pt x="2052938" y="89011"/>
                </a:lnTo>
                <a:lnTo>
                  <a:pt x="2053210" y="88939"/>
                </a:lnTo>
                <a:lnTo>
                  <a:pt x="2053479" y="88866"/>
                </a:lnTo>
                <a:lnTo>
                  <a:pt x="2053744" y="88793"/>
                </a:lnTo>
                <a:lnTo>
                  <a:pt x="2054008" y="88714"/>
                </a:lnTo>
                <a:lnTo>
                  <a:pt x="2054265" y="88634"/>
                </a:lnTo>
                <a:lnTo>
                  <a:pt x="2054514" y="88553"/>
                </a:lnTo>
                <a:lnTo>
                  <a:pt x="2054755" y="88472"/>
                </a:lnTo>
                <a:lnTo>
                  <a:pt x="2054988" y="88390"/>
                </a:lnTo>
                <a:lnTo>
                  <a:pt x="2055213" y="88307"/>
                </a:lnTo>
                <a:lnTo>
                  <a:pt x="2055430" y="88224"/>
                </a:lnTo>
                <a:lnTo>
                  <a:pt x="2055640" y="88140"/>
                </a:lnTo>
                <a:lnTo>
                  <a:pt x="2055841" y="88055"/>
                </a:lnTo>
                <a:lnTo>
                  <a:pt x="2056035" y="87970"/>
                </a:lnTo>
                <a:lnTo>
                  <a:pt x="2056220" y="87884"/>
                </a:lnTo>
                <a:lnTo>
                  <a:pt x="2056398" y="87798"/>
                </a:lnTo>
                <a:lnTo>
                  <a:pt x="2056568" y="87711"/>
                </a:lnTo>
                <a:lnTo>
                  <a:pt x="2056730" y="87623"/>
                </a:lnTo>
                <a:lnTo>
                  <a:pt x="2056884" y="87534"/>
                </a:lnTo>
                <a:lnTo>
                  <a:pt x="2057030" y="87445"/>
                </a:lnTo>
                <a:lnTo>
                  <a:pt x="2057168" y="87355"/>
                </a:lnTo>
                <a:lnTo>
                  <a:pt x="2057298" y="87264"/>
                </a:lnTo>
                <a:lnTo>
                  <a:pt x="2057421" y="87173"/>
                </a:lnTo>
                <a:lnTo>
                  <a:pt x="2057535" y="87081"/>
                </a:lnTo>
                <a:lnTo>
                  <a:pt x="2057642" y="86989"/>
                </a:lnTo>
                <a:lnTo>
                  <a:pt x="2057741" y="86896"/>
                </a:lnTo>
                <a:lnTo>
                  <a:pt x="2057832" y="86802"/>
                </a:lnTo>
                <a:lnTo>
                  <a:pt x="2057915" y="86708"/>
                </a:lnTo>
                <a:lnTo>
                  <a:pt x="2057915" y="100358"/>
                </a:lnTo>
                <a:lnTo>
                  <a:pt x="2057909" y="100863"/>
                </a:lnTo>
                <a:lnTo>
                  <a:pt x="2057893" y="101366"/>
                </a:lnTo>
                <a:lnTo>
                  <a:pt x="2057865" y="101866"/>
                </a:lnTo>
                <a:lnTo>
                  <a:pt x="2057827" y="102365"/>
                </a:lnTo>
                <a:lnTo>
                  <a:pt x="2057777" y="102862"/>
                </a:lnTo>
                <a:lnTo>
                  <a:pt x="2057717" y="103356"/>
                </a:lnTo>
                <a:lnTo>
                  <a:pt x="2057646" y="103849"/>
                </a:lnTo>
                <a:lnTo>
                  <a:pt x="2057564" y="104340"/>
                </a:lnTo>
                <a:lnTo>
                  <a:pt x="2057470" y="104829"/>
                </a:lnTo>
                <a:lnTo>
                  <a:pt x="2057366" y="105315"/>
                </a:lnTo>
                <a:lnTo>
                  <a:pt x="2057251" y="105800"/>
                </a:lnTo>
                <a:lnTo>
                  <a:pt x="2057125" y="106283"/>
                </a:lnTo>
                <a:lnTo>
                  <a:pt x="2056988" y="106764"/>
                </a:lnTo>
                <a:lnTo>
                  <a:pt x="2056839" y="107243"/>
                </a:lnTo>
                <a:lnTo>
                  <a:pt x="2056680" y="107720"/>
                </a:lnTo>
                <a:lnTo>
                  <a:pt x="2056510" y="108195"/>
                </a:lnTo>
                <a:lnTo>
                  <a:pt x="2056329" y="108668"/>
                </a:lnTo>
                <a:lnTo>
                  <a:pt x="2056137" y="109139"/>
                </a:lnTo>
                <a:lnTo>
                  <a:pt x="2055934" y="109608"/>
                </a:lnTo>
                <a:lnTo>
                  <a:pt x="2055720" y="110075"/>
                </a:lnTo>
                <a:lnTo>
                  <a:pt x="2055495" y="110540"/>
                </a:lnTo>
                <a:lnTo>
                  <a:pt x="2055260" y="111003"/>
                </a:lnTo>
                <a:lnTo>
                  <a:pt x="2055013" y="111464"/>
                </a:lnTo>
                <a:lnTo>
                  <a:pt x="2054755" y="111924"/>
                </a:lnTo>
                <a:lnTo>
                  <a:pt x="2054492" y="112378"/>
                </a:lnTo>
                <a:lnTo>
                  <a:pt x="2054218" y="112826"/>
                </a:lnTo>
                <a:lnTo>
                  <a:pt x="2053933" y="113267"/>
                </a:lnTo>
                <a:lnTo>
                  <a:pt x="2053638" y="113700"/>
                </a:lnTo>
                <a:lnTo>
                  <a:pt x="2053333" y="114127"/>
                </a:lnTo>
                <a:lnTo>
                  <a:pt x="2053017" y="114546"/>
                </a:lnTo>
                <a:lnTo>
                  <a:pt x="2052690" y="114959"/>
                </a:lnTo>
                <a:lnTo>
                  <a:pt x="2052353" y="115364"/>
                </a:lnTo>
                <a:lnTo>
                  <a:pt x="2052006" y="115763"/>
                </a:lnTo>
                <a:lnTo>
                  <a:pt x="2051648" y="116154"/>
                </a:lnTo>
                <a:lnTo>
                  <a:pt x="2051279" y="116539"/>
                </a:lnTo>
                <a:lnTo>
                  <a:pt x="2050900" y="116916"/>
                </a:lnTo>
                <a:lnTo>
                  <a:pt x="2050510" y="117287"/>
                </a:lnTo>
                <a:lnTo>
                  <a:pt x="2050110" y="117650"/>
                </a:lnTo>
                <a:lnTo>
                  <a:pt x="2049699" y="118006"/>
                </a:lnTo>
                <a:lnTo>
                  <a:pt x="2049278" y="118356"/>
                </a:lnTo>
                <a:lnTo>
                  <a:pt x="2048846" y="118698"/>
                </a:lnTo>
                <a:lnTo>
                  <a:pt x="2048403" y="119033"/>
                </a:lnTo>
                <a:lnTo>
                  <a:pt x="2047950" y="119362"/>
                </a:lnTo>
                <a:lnTo>
                  <a:pt x="2047487" y="119683"/>
                </a:lnTo>
                <a:lnTo>
                  <a:pt x="2047013" y="119997"/>
                </a:lnTo>
                <a:lnTo>
                  <a:pt x="2046529" y="120304"/>
                </a:lnTo>
                <a:lnTo>
                  <a:pt x="2046033" y="120604"/>
                </a:lnTo>
                <a:lnTo>
                  <a:pt x="2045528" y="120898"/>
                </a:lnTo>
                <a:lnTo>
                  <a:pt x="2045017" y="121181"/>
                </a:lnTo>
                <a:lnTo>
                  <a:pt x="2044497" y="121453"/>
                </a:lnTo>
                <a:lnTo>
                  <a:pt x="2043968" y="121712"/>
                </a:lnTo>
                <a:lnTo>
                  <a:pt x="2043428" y="121960"/>
                </a:lnTo>
                <a:lnTo>
                  <a:pt x="2042879" y="122195"/>
                </a:lnTo>
                <a:lnTo>
                  <a:pt x="2042321" y="122418"/>
                </a:lnTo>
                <a:lnTo>
                  <a:pt x="2041752" y="122630"/>
                </a:lnTo>
                <a:lnTo>
                  <a:pt x="2041174" y="122829"/>
                </a:lnTo>
                <a:lnTo>
                  <a:pt x="2040587" y="123016"/>
                </a:lnTo>
                <a:lnTo>
                  <a:pt x="2039989" y="123191"/>
                </a:lnTo>
                <a:lnTo>
                  <a:pt x="2039382" y="123354"/>
                </a:lnTo>
                <a:lnTo>
                  <a:pt x="2038766" y="123505"/>
                </a:lnTo>
                <a:lnTo>
                  <a:pt x="2038140" y="123643"/>
                </a:lnTo>
                <a:lnTo>
                  <a:pt x="2037504" y="123770"/>
                </a:lnTo>
                <a:lnTo>
                  <a:pt x="2036858" y="123885"/>
                </a:lnTo>
                <a:lnTo>
                  <a:pt x="2036203" y="123987"/>
                </a:lnTo>
                <a:lnTo>
                  <a:pt x="2035538" y="124078"/>
                </a:lnTo>
                <a:lnTo>
                  <a:pt x="2034863" y="124156"/>
                </a:lnTo>
                <a:lnTo>
                  <a:pt x="2034179" y="124223"/>
                </a:lnTo>
                <a:lnTo>
                  <a:pt x="2033485" y="124277"/>
                </a:lnTo>
                <a:lnTo>
                  <a:pt x="2032782" y="124319"/>
                </a:lnTo>
                <a:lnTo>
                  <a:pt x="2032068" y="124349"/>
                </a:lnTo>
                <a:lnTo>
                  <a:pt x="2031346" y="124368"/>
                </a:lnTo>
                <a:lnTo>
                  <a:pt x="2030613" y="124374"/>
                </a:lnTo>
                <a:lnTo>
                  <a:pt x="2029876" y="124367"/>
                </a:lnTo>
                <a:lnTo>
                  <a:pt x="2029149" y="124346"/>
                </a:lnTo>
                <a:lnTo>
                  <a:pt x="2028434" y="124312"/>
                </a:lnTo>
                <a:lnTo>
                  <a:pt x="2027729" y="124265"/>
                </a:lnTo>
                <a:lnTo>
                  <a:pt x="2027035" y="124203"/>
                </a:lnTo>
                <a:lnTo>
                  <a:pt x="2026351" y="124129"/>
                </a:lnTo>
                <a:lnTo>
                  <a:pt x="2025679" y="124040"/>
                </a:lnTo>
                <a:close/>
                <a:moveTo>
                  <a:pt x="2549457" y="136379"/>
                </a:moveTo>
                <a:lnTo>
                  <a:pt x="2549704" y="136339"/>
                </a:lnTo>
                <a:lnTo>
                  <a:pt x="2549948" y="136294"/>
                </a:lnTo>
                <a:lnTo>
                  <a:pt x="2550191" y="136244"/>
                </a:lnTo>
                <a:lnTo>
                  <a:pt x="2550431" y="136189"/>
                </a:lnTo>
                <a:lnTo>
                  <a:pt x="2550669" y="136128"/>
                </a:lnTo>
                <a:lnTo>
                  <a:pt x="2550905" y="136063"/>
                </a:lnTo>
                <a:lnTo>
                  <a:pt x="2551139" y="135991"/>
                </a:lnTo>
                <a:lnTo>
                  <a:pt x="2551370" y="135915"/>
                </a:lnTo>
                <a:lnTo>
                  <a:pt x="2551600" y="135833"/>
                </a:lnTo>
                <a:lnTo>
                  <a:pt x="2551827" y="135747"/>
                </a:lnTo>
                <a:lnTo>
                  <a:pt x="2552052" y="135654"/>
                </a:lnTo>
                <a:lnTo>
                  <a:pt x="2552274" y="135557"/>
                </a:lnTo>
                <a:lnTo>
                  <a:pt x="2552495" y="135454"/>
                </a:lnTo>
                <a:lnTo>
                  <a:pt x="2552713" y="135346"/>
                </a:lnTo>
                <a:lnTo>
                  <a:pt x="2552929" y="135233"/>
                </a:lnTo>
                <a:lnTo>
                  <a:pt x="2553143" y="135115"/>
                </a:lnTo>
                <a:lnTo>
                  <a:pt x="2553355" y="134991"/>
                </a:lnTo>
                <a:lnTo>
                  <a:pt x="2553569" y="134857"/>
                </a:lnTo>
                <a:lnTo>
                  <a:pt x="2553780" y="134720"/>
                </a:lnTo>
                <a:lnTo>
                  <a:pt x="2553986" y="134580"/>
                </a:lnTo>
                <a:lnTo>
                  <a:pt x="2554189" y="134436"/>
                </a:lnTo>
                <a:lnTo>
                  <a:pt x="2554388" y="134289"/>
                </a:lnTo>
                <a:lnTo>
                  <a:pt x="2554584" y="134138"/>
                </a:lnTo>
                <a:lnTo>
                  <a:pt x="2554775" y="133983"/>
                </a:lnTo>
                <a:lnTo>
                  <a:pt x="2554963" y="133825"/>
                </a:lnTo>
                <a:lnTo>
                  <a:pt x="2555147" y="133664"/>
                </a:lnTo>
                <a:lnTo>
                  <a:pt x="2555328" y="133499"/>
                </a:lnTo>
                <a:lnTo>
                  <a:pt x="2555505" y="133330"/>
                </a:lnTo>
                <a:lnTo>
                  <a:pt x="2555678" y="133158"/>
                </a:lnTo>
                <a:lnTo>
                  <a:pt x="2555847" y="132983"/>
                </a:lnTo>
                <a:lnTo>
                  <a:pt x="2556012" y="132803"/>
                </a:lnTo>
                <a:lnTo>
                  <a:pt x="2556174" y="132621"/>
                </a:lnTo>
                <a:lnTo>
                  <a:pt x="2556332" y="132435"/>
                </a:lnTo>
                <a:lnTo>
                  <a:pt x="2556487" y="132245"/>
                </a:lnTo>
                <a:lnTo>
                  <a:pt x="2556637" y="132052"/>
                </a:lnTo>
                <a:lnTo>
                  <a:pt x="2556784" y="131855"/>
                </a:lnTo>
                <a:lnTo>
                  <a:pt x="2556927" y="131655"/>
                </a:lnTo>
                <a:lnTo>
                  <a:pt x="2557067" y="131452"/>
                </a:lnTo>
                <a:lnTo>
                  <a:pt x="2557203" y="131245"/>
                </a:lnTo>
                <a:lnTo>
                  <a:pt x="2557335" y="131034"/>
                </a:lnTo>
                <a:lnTo>
                  <a:pt x="2557463" y="130820"/>
                </a:lnTo>
                <a:lnTo>
                  <a:pt x="2557592" y="130603"/>
                </a:lnTo>
                <a:lnTo>
                  <a:pt x="2557715" y="130384"/>
                </a:lnTo>
                <a:lnTo>
                  <a:pt x="2557833" y="130164"/>
                </a:lnTo>
                <a:lnTo>
                  <a:pt x="2557946" y="129942"/>
                </a:lnTo>
                <a:lnTo>
                  <a:pt x="2558053" y="129718"/>
                </a:lnTo>
                <a:lnTo>
                  <a:pt x="2558154" y="129493"/>
                </a:lnTo>
                <a:lnTo>
                  <a:pt x="2558250" y="129265"/>
                </a:lnTo>
                <a:lnTo>
                  <a:pt x="2558341" y="129036"/>
                </a:lnTo>
                <a:lnTo>
                  <a:pt x="2558426" y="128805"/>
                </a:lnTo>
                <a:lnTo>
                  <a:pt x="2558505" y="128573"/>
                </a:lnTo>
                <a:lnTo>
                  <a:pt x="2558579" y="128338"/>
                </a:lnTo>
                <a:lnTo>
                  <a:pt x="2558648" y="128102"/>
                </a:lnTo>
                <a:lnTo>
                  <a:pt x="2558711" y="127864"/>
                </a:lnTo>
                <a:lnTo>
                  <a:pt x="2558769" y="127625"/>
                </a:lnTo>
                <a:lnTo>
                  <a:pt x="2558821" y="127383"/>
                </a:lnTo>
                <a:lnTo>
                  <a:pt x="2558867" y="127140"/>
                </a:lnTo>
                <a:lnTo>
                  <a:pt x="2558908" y="126895"/>
                </a:lnTo>
                <a:lnTo>
                  <a:pt x="2558944" y="126649"/>
                </a:lnTo>
                <a:lnTo>
                  <a:pt x="2558974" y="126400"/>
                </a:lnTo>
                <a:lnTo>
                  <a:pt x="2558999" y="126150"/>
                </a:lnTo>
                <a:lnTo>
                  <a:pt x="2559018" y="125898"/>
                </a:lnTo>
                <a:lnTo>
                  <a:pt x="2559032" y="125645"/>
                </a:lnTo>
                <a:lnTo>
                  <a:pt x="2559040" y="125389"/>
                </a:lnTo>
                <a:lnTo>
                  <a:pt x="2559043" y="125132"/>
                </a:lnTo>
                <a:lnTo>
                  <a:pt x="2559037" y="124745"/>
                </a:lnTo>
                <a:lnTo>
                  <a:pt x="2559020" y="124362"/>
                </a:lnTo>
                <a:lnTo>
                  <a:pt x="2558990" y="123984"/>
                </a:lnTo>
                <a:lnTo>
                  <a:pt x="2558950" y="123610"/>
                </a:lnTo>
                <a:lnTo>
                  <a:pt x="2558897" y="123241"/>
                </a:lnTo>
                <a:lnTo>
                  <a:pt x="2558833" y="122877"/>
                </a:lnTo>
                <a:lnTo>
                  <a:pt x="2558758" y="122517"/>
                </a:lnTo>
                <a:lnTo>
                  <a:pt x="2558671" y="122162"/>
                </a:lnTo>
                <a:lnTo>
                  <a:pt x="2558572" y="121811"/>
                </a:lnTo>
                <a:lnTo>
                  <a:pt x="2558461" y="121465"/>
                </a:lnTo>
                <a:lnTo>
                  <a:pt x="2558339" y="121124"/>
                </a:lnTo>
                <a:lnTo>
                  <a:pt x="2558206" y="120787"/>
                </a:lnTo>
                <a:lnTo>
                  <a:pt x="2558060" y="120455"/>
                </a:lnTo>
                <a:lnTo>
                  <a:pt x="2557903" y="120127"/>
                </a:lnTo>
                <a:lnTo>
                  <a:pt x="2557735" y="119805"/>
                </a:lnTo>
                <a:lnTo>
                  <a:pt x="2557554" y="119486"/>
                </a:lnTo>
                <a:lnTo>
                  <a:pt x="2557362" y="119173"/>
                </a:lnTo>
                <a:lnTo>
                  <a:pt x="2557159" y="118863"/>
                </a:lnTo>
                <a:lnTo>
                  <a:pt x="2556944" y="118559"/>
                </a:lnTo>
                <a:lnTo>
                  <a:pt x="2556717" y="118259"/>
                </a:lnTo>
                <a:lnTo>
                  <a:pt x="2556479" y="117964"/>
                </a:lnTo>
                <a:lnTo>
                  <a:pt x="2556228" y="117673"/>
                </a:lnTo>
                <a:lnTo>
                  <a:pt x="2555967" y="117387"/>
                </a:lnTo>
                <a:lnTo>
                  <a:pt x="2555694" y="117106"/>
                </a:lnTo>
                <a:lnTo>
                  <a:pt x="2555412" y="116832"/>
                </a:lnTo>
                <a:lnTo>
                  <a:pt x="2555126" y="116571"/>
                </a:lnTo>
                <a:lnTo>
                  <a:pt x="2554835" y="116321"/>
                </a:lnTo>
                <a:lnTo>
                  <a:pt x="2554540" y="116082"/>
                </a:lnTo>
                <a:lnTo>
                  <a:pt x="2554240" y="115856"/>
                </a:lnTo>
                <a:lnTo>
                  <a:pt x="2553936" y="115640"/>
                </a:lnTo>
                <a:lnTo>
                  <a:pt x="2553627" y="115437"/>
                </a:lnTo>
                <a:lnTo>
                  <a:pt x="2553313" y="115245"/>
                </a:lnTo>
                <a:lnTo>
                  <a:pt x="2552995" y="115065"/>
                </a:lnTo>
                <a:lnTo>
                  <a:pt x="2552672" y="114896"/>
                </a:lnTo>
                <a:lnTo>
                  <a:pt x="2552344" y="114739"/>
                </a:lnTo>
                <a:lnTo>
                  <a:pt x="2552012" y="114594"/>
                </a:lnTo>
                <a:lnTo>
                  <a:pt x="2551675" y="114460"/>
                </a:lnTo>
                <a:lnTo>
                  <a:pt x="2551334" y="114338"/>
                </a:lnTo>
                <a:lnTo>
                  <a:pt x="2550988" y="114227"/>
                </a:lnTo>
                <a:lnTo>
                  <a:pt x="2550637" y="114128"/>
                </a:lnTo>
                <a:lnTo>
                  <a:pt x="2550282" y="114041"/>
                </a:lnTo>
                <a:lnTo>
                  <a:pt x="2549923" y="113966"/>
                </a:lnTo>
                <a:lnTo>
                  <a:pt x="2549558" y="113902"/>
                </a:lnTo>
                <a:lnTo>
                  <a:pt x="2549189" y="113849"/>
                </a:lnTo>
                <a:lnTo>
                  <a:pt x="2548816" y="113809"/>
                </a:lnTo>
                <a:lnTo>
                  <a:pt x="2548437" y="113780"/>
                </a:lnTo>
                <a:lnTo>
                  <a:pt x="2548055" y="113762"/>
                </a:lnTo>
                <a:lnTo>
                  <a:pt x="2547667" y="113756"/>
                </a:lnTo>
                <a:lnTo>
                  <a:pt x="2547280" y="113762"/>
                </a:lnTo>
                <a:lnTo>
                  <a:pt x="2546897" y="113780"/>
                </a:lnTo>
                <a:lnTo>
                  <a:pt x="2546519" y="113809"/>
                </a:lnTo>
                <a:lnTo>
                  <a:pt x="2546145" y="113849"/>
                </a:lnTo>
                <a:lnTo>
                  <a:pt x="2545776" y="113902"/>
                </a:lnTo>
                <a:lnTo>
                  <a:pt x="2545412" y="113966"/>
                </a:lnTo>
                <a:lnTo>
                  <a:pt x="2545052" y="114041"/>
                </a:lnTo>
                <a:lnTo>
                  <a:pt x="2544697" y="114128"/>
                </a:lnTo>
                <a:lnTo>
                  <a:pt x="2544346" y="114227"/>
                </a:lnTo>
                <a:lnTo>
                  <a:pt x="2544000" y="114338"/>
                </a:lnTo>
                <a:lnTo>
                  <a:pt x="2543659" y="114460"/>
                </a:lnTo>
                <a:lnTo>
                  <a:pt x="2543322" y="114594"/>
                </a:lnTo>
                <a:lnTo>
                  <a:pt x="2542990" y="114739"/>
                </a:lnTo>
                <a:lnTo>
                  <a:pt x="2542663" y="114896"/>
                </a:lnTo>
                <a:lnTo>
                  <a:pt x="2542340" y="115065"/>
                </a:lnTo>
                <a:lnTo>
                  <a:pt x="2542022" y="115245"/>
                </a:lnTo>
                <a:lnTo>
                  <a:pt x="2541708" y="115437"/>
                </a:lnTo>
                <a:lnTo>
                  <a:pt x="2541399" y="115640"/>
                </a:lnTo>
                <a:lnTo>
                  <a:pt x="2541094" y="115856"/>
                </a:lnTo>
                <a:lnTo>
                  <a:pt x="2540795" y="116082"/>
                </a:lnTo>
                <a:lnTo>
                  <a:pt x="2540499" y="116321"/>
                </a:lnTo>
                <a:lnTo>
                  <a:pt x="2540209" y="116571"/>
                </a:lnTo>
                <a:lnTo>
                  <a:pt x="2539923" y="116832"/>
                </a:lnTo>
                <a:lnTo>
                  <a:pt x="2539641" y="117106"/>
                </a:lnTo>
                <a:lnTo>
                  <a:pt x="2539368" y="117387"/>
                </a:lnTo>
                <a:lnTo>
                  <a:pt x="2539106" y="117673"/>
                </a:lnTo>
                <a:lnTo>
                  <a:pt x="2538856" y="117964"/>
                </a:lnTo>
                <a:lnTo>
                  <a:pt x="2538618" y="118259"/>
                </a:lnTo>
                <a:lnTo>
                  <a:pt x="2538391" y="118559"/>
                </a:lnTo>
                <a:lnTo>
                  <a:pt x="2538176" y="118863"/>
                </a:lnTo>
                <a:lnTo>
                  <a:pt x="2537972" y="119173"/>
                </a:lnTo>
                <a:lnTo>
                  <a:pt x="2537780" y="119486"/>
                </a:lnTo>
                <a:lnTo>
                  <a:pt x="2537600" y="119805"/>
                </a:lnTo>
                <a:lnTo>
                  <a:pt x="2537431" y="120127"/>
                </a:lnTo>
                <a:lnTo>
                  <a:pt x="2537274" y="120455"/>
                </a:lnTo>
                <a:lnTo>
                  <a:pt x="2537129" y="120787"/>
                </a:lnTo>
                <a:lnTo>
                  <a:pt x="2536995" y="121124"/>
                </a:lnTo>
                <a:lnTo>
                  <a:pt x="2536873" y="121465"/>
                </a:lnTo>
                <a:lnTo>
                  <a:pt x="2536763" y="121811"/>
                </a:lnTo>
                <a:lnTo>
                  <a:pt x="2536664" y="122162"/>
                </a:lnTo>
                <a:lnTo>
                  <a:pt x="2536576" y="122517"/>
                </a:lnTo>
                <a:lnTo>
                  <a:pt x="2536501" y="122877"/>
                </a:lnTo>
                <a:lnTo>
                  <a:pt x="2536437" y="123241"/>
                </a:lnTo>
                <a:lnTo>
                  <a:pt x="2536385" y="123610"/>
                </a:lnTo>
                <a:lnTo>
                  <a:pt x="2536344" y="123984"/>
                </a:lnTo>
                <a:lnTo>
                  <a:pt x="2536315" y="124362"/>
                </a:lnTo>
                <a:lnTo>
                  <a:pt x="2536297" y="124745"/>
                </a:lnTo>
                <a:lnTo>
                  <a:pt x="2536292" y="125132"/>
                </a:lnTo>
                <a:lnTo>
                  <a:pt x="2536297" y="125519"/>
                </a:lnTo>
                <a:lnTo>
                  <a:pt x="2536315" y="125902"/>
                </a:lnTo>
                <a:lnTo>
                  <a:pt x="2536344" y="126280"/>
                </a:lnTo>
                <a:lnTo>
                  <a:pt x="2536385" y="126654"/>
                </a:lnTo>
                <a:lnTo>
                  <a:pt x="2536437" y="127023"/>
                </a:lnTo>
                <a:lnTo>
                  <a:pt x="2536501" y="127387"/>
                </a:lnTo>
                <a:lnTo>
                  <a:pt x="2536576" y="127747"/>
                </a:lnTo>
                <a:lnTo>
                  <a:pt x="2536664" y="128102"/>
                </a:lnTo>
                <a:lnTo>
                  <a:pt x="2536763" y="128453"/>
                </a:lnTo>
                <a:lnTo>
                  <a:pt x="2536873" y="128799"/>
                </a:lnTo>
                <a:lnTo>
                  <a:pt x="2536995" y="129140"/>
                </a:lnTo>
                <a:lnTo>
                  <a:pt x="2537129" y="129477"/>
                </a:lnTo>
                <a:lnTo>
                  <a:pt x="2537274" y="129809"/>
                </a:lnTo>
                <a:lnTo>
                  <a:pt x="2537431" y="130136"/>
                </a:lnTo>
                <a:lnTo>
                  <a:pt x="2537600" y="130459"/>
                </a:lnTo>
                <a:lnTo>
                  <a:pt x="2537780" y="130778"/>
                </a:lnTo>
                <a:lnTo>
                  <a:pt x="2537972" y="131091"/>
                </a:lnTo>
                <a:lnTo>
                  <a:pt x="2538176" y="131400"/>
                </a:lnTo>
                <a:lnTo>
                  <a:pt x="2538391" y="131705"/>
                </a:lnTo>
                <a:lnTo>
                  <a:pt x="2538618" y="132005"/>
                </a:lnTo>
                <a:lnTo>
                  <a:pt x="2538856" y="132300"/>
                </a:lnTo>
                <a:lnTo>
                  <a:pt x="2539106" y="132591"/>
                </a:lnTo>
                <a:lnTo>
                  <a:pt x="2539368" y="132877"/>
                </a:lnTo>
                <a:lnTo>
                  <a:pt x="2539641" y="133158"/>
                </a:lnTo>
                <a:lnTo>
                  <a:pt x="2539923" y="133431"/>
                </a:lnTo>
                <a:lnTo>
                  <a:pt x="2540209" y="133693"/>
                </a:lnTo>
                <a:lnTo>
                  <a:pt x="2540499" y="133943"/>
                </a:lnTo>
                <a:lnTo>
                  <a:pt x="2540795" y="134182"/>
                </a:lnTo>
                <a:lnTo>
                  <a:pt x="2541094" y="134408"/>
                </a:lnTo>
                <a:lnTo>
                  <a:pt x="2541399" y="134623"/>
                </a:lnTo>
                <a:lnTo>
                  <a:pt x="2541708" y="134827"/>
                </a:lnTo>
                <a:lnTo>
                  <a:pt x="2542022" y="135019"/>
                </a:lnTo>
                <a:lnTo>
                  <a:pt x="2542340" y="135199"/>
                </a:lnTo>
                <a:lnTo>
                  <a:pt x="2542663" y="135368"/>
                </a:lnTo>
                <a:lnTo>
                  <a:pt x="2542990" y="135525"/>
                </a:lnTo>
                <a:lnTo>
                  <a:pt x="2543322" y="135670"/>
                </a:lnTo>
                <a:lnTo>
                  <a:pt x="2543659" y="135804"/>
                </a:lnTo>
                <a:lnTo>
                  <a:pt x="2544000" y="135926"/>
                </a:lnTo>
                <a:lnTo>
                  <a:pt x="2544346" y="136037"/>
                </a:lnTo>
                <a:lnTo>
                  <a:pt x="2544697" y="136135"/>
                </a:lnTo>
                <a:lnTo>
                  <a:pt x="2545052" y="136223"/>
                </a:lnTo>
                <a:lnTo>
                  <a:pt x="2545412" y="136298"/>
                </a:lnTo>
                <a:lnTo>
                  <a:pt x="2545776" y="136362"/>
                </a:lnTo>
                <a:lnTo>
                  <a:pt x="2546145" y="136415"/>
                </a:lnTo>
                <a:lnTo>
                  <a:pt x="2546519" y="136455"/>
                </a:lnTo>
                <a:lnTo>
                  <a:pt x="2546897" y="136484"/>
                </a:lnTo>
                <a:lnTo>
                  <a:pt x="2547280" y="136502"/>
                </a:lnTo>
                <a:lnTo>
                  <a:pt x="2547667" y="136508"/>
                </a:lnTo>
                <a:lnTo>
                  <a:pt x="2547929" y="136505"/>
                </a:lnTo>
                <a:lnTo>
                  <a:pt x="2548189" y="136497"/>
                </a:lnTo>
                <a:lnTo>
                  <a:pt x="2548447" y="136484"/>
                </a:lnTo>
                <a:lnTo>
                  <a:pt x="2548703" y="136465"/>
                </a:lnTo>
                <a:lnTo>
                  <a:pt x="2548956" y="136442"/>
                </a:lnTo>
                <a:lnTo>
                  <a:pt x="2549208" y="136413"/>
                </a:lnTo>
                <a:lnTo>
                  <a:pt x="2549457" y="136379"/>
                </a:lnTo>
                <a:close/>
                <a:moveTo>
                  <a:pt x="2598467" y="136379"/>
                </a:moveTo>
                <a:lnTo>
                  <a:pt x="2598714" y="136339"/>
                </a:lnTo>
                <a:lnTo>
                  <a:pt x="2598958" y="136294"/>
                </a:lnTo>
                <a:lnTo>
                  <a:pt x="2599201" y="136244"/>
                </a:lnTo>
                <a:lnTo>
                  <a:pt x="2599441" y="136189"/>
                </a:lnTo>
                <a:lnTo>
                  <a:pt x="2599679" y="136128"/>
                </a:lnTo>
                <a:lnTo>
                  <a:pt x="2599915" y="136063"/>
                </a:lnTo>
                <a:lnTo>
                  <a:pt x="2600149" y="135991"/>
                </a:lnTo>
                <a:lnTo>
                  <a:pt x="2600380" y="135915"/>
                </a:lnTo>
                <a:lnTo>
                  <a:pt x="2600610" y="135833"/>
                </a:lnTo>
                <a:lnTo>
                  <a:pt x="2600837" y="135747"/>
                </a:lnTo>
                <a:lnTo>
                  <a:pt x="2601062" y="135654"/>
                </a:lnTo>
                <a:lnTo>
                  <a:pt x="2601284" y="135557"/>
                </a:lnTo>
                <a:lnTo>
                  <a:pt x="2601505" y="135454"/>
                </a:lnTo>
                <a:lnTo>
                  <a:pt x="2601723" y="135346"/>
                </a:lnTo>
                <a:lnTo>
                  <a:pt x="2601939" y="135233"/>
                </a:lnTo>
                <a:lnTo>
                  <a:pt x="2602153" y="135115"/>
                </a:lnTo>
                <a:lnTo>
                  <a:pt x="2602365" y="134991"/>
                </a:lnTo>
                <a:lnTo>
                  <a:pt x="2602579" y="134857"/>
                </a:lnTo>
                <a:lnTo>
                  <a:pt x="2602789" y="134720"/>
                </a:lnTo>
                <a:lnTo>
                  <a:pt x="2602996" y="134580"/>
                </a:lnTo>
                <a:lnTo>
                  <a:pt x="2603199" y="134436"/>
                </a:lnTo>
                <a:lnTo>
                  <a:pt x="2603398" y="134289"/>
                </a:lnTo>
                <a:lnTo>
                  <a:pt x="2603593" y="134138"/>
                </a:lnTo>
                <a:lnTo>
                  <a:pt x="2603785" y="133983"/>
                </a:lnTo>
                <a:lnTo>
                  <a:pt x="2603973" y="133825"/>
                </a:lnTo>
                <a:lnTo>
                  <a:pt x="2604157" y="133664"/>
                </a:lnTo>
                <a:lnTo>
                  <a:pt x="2604338" y="133499"/>
                </a:lnTo>
                <a:lnTo>
                  <a:pt x="2604515" y="133330"/>
                </a:lnTo>
                <a:lnTo>
                  <a:pt x="2604688" y="133158"/>
                </a:lnTo>
                <a:lnTo>
                  <a:pt x="2604857" y="132983"/>
                </a:lnTo>
                <a:lnTo>
                  <a:pt x="2605022" y="132803"/>
                </a:lnTo>
                <a:lnTo>
                  <a:pt x="2605184" y="132621"/>
                </a:lnTo>
                <a:lnTo>
                  <a:pt x="2605342" y="132435"/>
                </a:lnTo>
                <a:lnTo>
                  <a:pt x="2605497" y="132245"/>
                </a:lnTo>
                <a:lnTo>
                  <a:pt x="2605647" y="132052"/>
                </a:lnTo>
                <a:lnTo>
                  <a:pt x="2605794" y="131855"/>
                </a:lnTo>
                <a:lnTo>
                  <a:pt x="2605937" y="131655"/>
                </a:lnTo>
                <a:lnTo>
                  <a:pt x="2606077" y="131452"/>
                </a:lnTo>
                <a:lnTo>
                  <a:pt x="2606213" y="131245"/>
                </a:lnTo>
                <a:lnTo>
                  <a:pt x="2606345" y="131034"/>
                </a:lnTo>
                <a:lnTo>
                  <a:pt x="2606473" y="130820"/>
                </a:lnTo>
                <a:lnTo>
                  <a:pt x="2606602" y="130603"/>
                </a:lnTo>
                <a:lnTo>
                  <a:pt x="2606725" y="130384"/>
                </a:lnTo>
                <a:lnTo>
                  <a:pt x="2606843" y="130164"/>
                </a:lnTo>
                <a:lnTo>
                  <a:pt x="2606956" y="129942"/>
                </a:lnTo>
                <a:lnTo>
                  <a:pt x="2607063" y="129718"/>
                </a:lnTo>
                <a:lnTo>
                  <a:pt x="2607164" y="129493"/>
                </a:lnTo>
                <a:lnTo>
                  <a:pt x="2607260" y="129265"/>
                </a:lnTo>
                <a:lnTo>
                  <a:pt x="2607351" y="129036"/>
                </a:lnTo>
                <a:lnTo>
                  <a:pt x="2607436" y="128805"/>
                </a:lnTo>
                <a:lnTo>
                  <a:pt x="2607515" y="128573"/>
                </a:lnTo>
                <a:lnTo>
                  <a:pt x="2607589" y="128338"/>
                </a:lnTo>
                <a:lnTo>
                  <a:pt x="2607658" y="128102"/>
                </a:lnTo>
                <a:lnTo>
                  <a:pt x="2607721" y="127864"/>
                </a:lnTo>
                <a:lnTo>
                  <a:pt x="2607779" y="127625"/>
                </a:lnTo>
                <a:lnTo>
                  <a:pt x="2607831" y="127383"/>
                </a:lnTo>
                <a:lnTo>
                  <a:pt x="2607877" y="127140"/>
                </a:lnTo>
                <a:lnTo>
                  <a:pt x="2607918" y="126895"/>
                </a:lnTo>
                <a:lnTo>
                  <a:pt x="2607954" y="126649"/>
                </a:lnTo>
                <a:lnTo>
                  <a:pt x="2607984" y="126400"/>
                </a:lnTo>
                <a:lnTo>
                  <a:pt x="2608009" y="126150"/>
                </a:lnTo>
                <a:lnTo>
                  <a:pt x="2608028" y="125898"/>
                </a:lnTo>
                <a:lnTo>
                  <a:pt x="2608042" y="125645"/>
                </a:lnTo>
                <a:lnTo>
                  <a:pt x="2608050" y="125389"/>
                </a:lnTo>
                <a:lnTo>
                  <a:pt x="2608053" y="125132"/>
                </a:lnTo>
                <a:lnTo>
                  <a:pt x="2608047" y="124745"/>
                </a:lnTo>
                <a:lnTo>
                  <a:pt x="2608030" y="124362"/>
                </a:lnTo>
                <a:lnTo>
                  <a:pt x="2608001" y="123984"/>
                </a:lnTo>
                <a:lnTo>
                  <a:pt x="2607960" y="123610"/>
                </a:lnTo>
                <a:lnTo>
                  <a:pt x="2607908" y="123241"/>
                </a:lnTo>
                <a:lnTo>
                  <a:pt x="2607844" y="122877"/>
                </a:lnTo>
                <a:lnTo>
                  <a:pt x="2607768" y="122517"/>
                </a:lnTo>
                <a:lnTo>
                  <a:pt x="2607681" y="122162"/>
                </a:lnTo>
                <a:lnTo>
                  <a:pt x="2607582" y="121811"/>
                </a:lnTo>
                <a:lnTo>
                  <a:pt x="2607471" y="121465"/>
                </a:lnTo>
                <a:lnTo>
                  <a:pt x="2607349" y="121124"/>
                </a:lnTo>
                <a:lnTo>
                  <a:pt x="2607216" y="120787"/>
                </a:lnTo>
                <a:lnTo>
                  <a:pt x="2607070" y="120455"/>
                </a:lnTo>
                <a:lnTo>
                  <a:pt x="2606913" y="120127"/>
                </a:lnTo>
                <a:lnTo>
                  <a:pt x="2606745" y="119805"/>
                </a:lnTo>
                <a:lnTo>
                  <a:pt x="2606564" y="119486"/>
                </a:lnTo>
                <a:lnTo>
                  <a:pt x="2606372" y="119173"/>
                </a:lnTo>
                <a:lnTo>
                  <a:pt x="2606169" y="118863"/>
                </a:lnTo>
                <a:lnTo>
                  <a:pt x="2605954" y="118559"/>
                </a:lnTo>
                <a:lnTo>
                  <a:pt x="2605727" y="118259"/>
                </a:lnTo>
                <a:lnTo>
                  <a:pt x="2605488" y="117964"/>
                </a:lnTo>
                <a:lnTo>
                  <a:pt x="2605238" y="117673"/>
                </a:lnTo>
                <a:lnTo>
                  <a:pt x="2604977" y="117387"/>
                </a:lnTo>
                <a:lnTo>
                  <a:pt x="2604703" y="117106"/>
                </a:lnTo>
                <a:lnTo>
                  <a:pt x="2604422" y="116832"/>
                </a:lnTo>
                <a:lnTo>
                  <a:pt x="2604136" y="116571"/>
                </a:lnTo>
                <a:lnTo>
                  <a:pt x="2603845" y="116321"/>
                </a:lnTo>
                <a:lnTo>
                  <a:pt x="2603550" y="116082"/>
                </a:lnTo>
                <a:lnTo>
                  <a:pt x="2603250" y="115856"/>
                </a:lnTo>
                <a:lnTo>
                  <a:pt x="2602946" y="115640"/>
                </a:lnTo>
                <a:lnTo>
                  <a:pt x="2602637" y="115437"/>
                </a:lnTo>
                <a:lnTo>
                  <a:pt x="2602323" y="115245"/>
                </a:lnTo>
                <a:lnTo>
                  <a:pt x="2602005" y="115065"/>
                </a:lnTo>
                <a:lnTo>
                  <a:pt x="2601682" y="114896"/>
                </a:lnTo>
                <a:lnTo>
                  <a:pt x="2601354" y="114739"/>
                </a:lnTo>
                <a:lnTo>
                  <a:pt x="2601022" y="114594"/>
                </a:lnTo>
                <a:lnTo>
                  <a:pt x="2600685" y="114460"/>
                </a:lnTo>
                <a:lnTo>
                  <a:pt x="2600344" y="114338"/>
                </a:lnTo>
                <a:lnTo>
                  <a:pt x="2599998" y="114227"/>
                </a:lnTo>
                <a:lnTo>
                  <a:pt x="2599648" y="114128"/>
                </a:lnTo>
                <a:lnTo>
                  <a:pt x="2599292" y="114041"/>
                </a:lnTo>
                <a:lnTo>
                  <a:pt x="2598933" y="113966"/>
                </a:lnTo>
                <a:lnTo>
                  <a:pt x="2598568" y="113902"/>
                </a:lnTo>
                <a:lnTo>
                  <a:pt x="2598199" y="113849"/>
                </a:lnTo>
                <a:lnTo>
                  <a:pt x="2597826" y="113809"/>
                </a:lnTo>
                <a:lnTo>
                  <a:pt x="2597447" y="113780"/>
                </a:lnTo>
                <a:lnTo>
                  <a:pt x="2597065" y="113762"/>
                </a:lnTo>
                <a:lnTo>
                  <a:pt x="2596677" y="113756"/>
                </a:lnTo>
                <a:lnTo>
                  <a:pt x="2596290" y="113762"/>
                </a:lnTo>
                <a:lnTo>
                  <a:pt x="2595907" y="113780"/>
                </a:lnTo>
                <a:lnTo>
                  <a:pt x="2595529" y="113809"/>
                </a:lnTo>
                <a:lnTo>
                  <a:pt x="2595155" y="113849"/>
                </a:lnTo>
                <a:lnTo>
                  <a:pt x="2594786" y="113902"/>
                </a:lnTo>
                <a:lnTo>
                  <a:pt x="2594422" y="113966"/>
                </a:lnTo>
                <a:lnTo>
                  <a:pt x="2594062" y="114041"/>
                </a:lnTo>
                <a:lnTo>
                  <a:pt x="2593707" y="114128"/>
                </a:lnTo>
                <a:lnTo>
                  <a:pt x="2593356" y="114227"/>
                </a:lnTo>
                <a:lnTo>
                  <a:pt x="2593010" y="114338"/>
                </a:lnTo>
                <a:lnTo>
                  <a:pt x="2592669" y="114460"/>
                </a:lnTo>
                <a:lnTo>
                  <a:pt x="2592332" y="114594"/>
                </a:lnTo>
                <a:lnTo>
                  <a:pt x="2592000" y="114739"/>
                </a:lnTo>
                <a:lnTo>
                  <a:pt x="2591673" y="114896"/>
                </a:lnTo>
                <a:lnTo>
                  <a:pt x="2591350" y="115065"/>
                </a:lnTo>
                <a:lnTo>
                  <a:pt x="2591032" y="115245"/>
                </a:lnTo>
                <a:lnTo>
                  <a:pt x="2590718" y="115437"/>
                </a:lnTo>
                <a:lnTo>
                  <a:pt x="2590409" y="115640"/>
                </a:lnTo>
                <a:lnTo>
                  <a:pt x="2590104" y="115856"/>
                </a:lnTo>
                <a:lnTo>
                  <a:pt x="2589804" y="116082"/>
                </a:lnTo>
                <a:lnTo>
                  <a:pt x="2589509" y="116321"/>
                </a:lnTo>
                <a:lnTo>
                  <a:pt x="2589219" y="116571"/>
                </a:lnTo>
                <a:lnTo>
                  <a:pt x="2588933" y="116832"/>
                </a:lnTo>
                <a:lnTo>
                  <a:pt x="2588651" y="117106"/>
                </a:lnTo>
                <a:lnTo>
                  <a:pt x="2588378" y="117387"/>
                </a:lnTo>
                <a:lnTo>
                  <a:pt x="2588116" y="117673"/>
                </a:lnTo>
                <a:lnTo>
                  <a:pt x="2587866" y="117964"/>
                </a:lnTo>
                <a:lnTo>
                  <a:pt x="2587628" y="118259"/>
                </a:lnTo>
                <a:lnTo>
                  <a:pt x="2587401" y="118559"/>
                </a:lnTo>
                <a:lnTo>
                  <a:pt x="2587186" y="118863"/>
                </a:lnTo>
                <a:lnTo>
                  <a:pt x="2586982" y="119173"/>
                </a:lnTo>
                <a:lnTo>
                  <a:pt x="2586790" y="119486"/>
                </a:lnTo>
                <a:lnTo>
                  <a:pt x="2586610" y="119805"/>
                </a:lnTo>
                <a:lnTo>
                  <a:pt x="2586441" y="120127"/>
                </a:lnTo>
                <a:lnTo>
                  <a:pt x="2586284" y="120455"/>
                </a:lnTo>
                <a:lnTo>
                  <a:pt x="2586139" y="120787"/>
                </a:lnTo>
                <a:lnTo>
                  <a:pt x="2586005" y="121124"/>
                </a:lnTo>
                <a:lnTo>
                  <a:pt x="2585883" y="121465"/>
                </a:lnTo>
                <a:lnTo>
                  <a:pt x="2585773" y="121811"/>
                </a:lnTo>
                <a:lnTo>
                  <a:pt x="2585674" y="122162"/>
                </a:lnTo>
                <a:lnTo>
                  <a:pt x="2585586" y="122517"/>
                </a:lnTo>
                <a:lnTo>
                  <a:pt x="2585511" y="122877"/>
                </a:lnTo>
                <a:lnTo>
                  <a:pt x="2585447" y="123241"/>
                </a:lnTo>
                <a:lnTo>
                  <a:pt x="2585394" y="123610"/>
                </a:lnTo>
                <a:lnTo>
                  <a:pt x="2585354" y="123984"/>
                </a:lnTo>
                <a:lnTo>
                  <a:pt x="2585325" y="124362"/>
                </a:lnTo>
                <a:lnTo>
                  <a:pt x="2585307" y="124745"/>
                </a:lnTo>
                <a:lnTo>
                  <a:pt x="2585301" y="125132"/>
                </a:lnTo>
                <a:lnTo>
                  <a:pt x="2585307" y="125519"/>
                </a:lnTo>
                <a:lnTo>
                  <a:pt x="2585325" y="125902"/>
                </a:lnTo>
                <a:lnTo>
                  <a:pt x="2585354" y="126280"/>
                </a:lnTo>
                <a:lnTo>
                  <a:pt x="2585394" y="126654"/>
                </a:lnTo>
                <a:lnTo>
                  <a:pt x="2585447" y="127023"/>
                </a:lnTo>
                <a:lnTo>
                  <a:pt x="2585511" y="127387"/>
                </a:lnTo>
                <a:lnTo>
                  <a:pt x="2585586" y="127747"/>
                </a:lnTo>
                <a:lnTo>
                  <a:pt x="2585674" y="128102"/>
                </a:lnTo>
                <a:lnTo>
                  <a:pt x="2585773" y="128453"/>
                </a:lnTo>
                <a:lnTo>
                  <a:pt x="2585883" y="128799"/>
                </a:lnTo>
                <a:lnTo>
                  <a:pt x="2586005" y="129140"/>
                </a:lnTo>
                <a:lnTo>
                  <a:pt x="2586139" y="129477"/>
                </a:lnTo>
                <a:lnTo>
                  <a:pt x="2586284" y="129809"/>
                </a:lnTo>
                <a:lnTo>
                  <a:pt x="2586441" y="130136"/>
                </a:lnTo>
                <a:lnTo>
                  <a:pt x="2586610" y="130459"/>
                </a:lnTo>
                <a:lnTo>
                  <a:pt x="2586790" y="130778"/>
                </a:lnTo>
                <a:lnTo>
                  <a:pt x="2586982" y="131091"/>
                </a:lnTo>
                <a:lnTo>
                  <a:pt x="2587186" y="131400"/>
                </a:lnTo>
                <a:lnTo>
                  <a:pt x="2587401" y="131705"/>
                </a:lnTo>
                <a:lnTo>
                  <a:pt x="2587628" y="132005"/>
                </a:lnTo>
                <a:lnTo>
                  <a:pt x="2587866" y="132300"/>
                </a:lnTo>
                <a:lnTo>
                  <a:pt x="2588116" y="132591"/>
                </a:lnTo>
                <a:lnTo>
                  <a:pt x="2588378" y="132877"/>
                </a:lnTo>
                <a:lnTo>
                  <a:pt x="2588651" y="133158"/>
                </a:lnTo>
                <a:lnTo>
                  <a:pt x="2588933" y="133431"/>
                </a:lnTo>
                <a:lnTo>
                  <a:pt x="2589219" y="133693"/>
                </a:lnTo>
                <a:lnTo>
                  <a:pt x="2589509" y="133943"/>
                </a:lnTo>
                <a:lnTo>
                  <a:pt x="2589804" y="134182"/>
                </a:lnTo>
                <a:lnTo>
                  <a:pt x="2590104" y="134408"/>
                </a:lnTo>
                <a:lnTo>
                  <a:pt x="2590409" y="134623"/>
                </a:lnTo>
                <a:lnTo>
                  <a:pt x="2590718" y="134827"/>
                </a:lnTo>
                <a:lnTo>
                  <a:pt x="2591032" y="135019"/>
                </a:lnTo>
                <a:lnTo>
                  <a:pt x="2591350" y="135199"/>
                </a:lnTo>
                <a:lnTo>
                  <a:pt x="2591673" y="135368"/>
                </a:lnTo>
                <a:lnTo>
                  <a:pt x="2592000" y="135525"/>
                </a:lnTo>
                <a:lnTo>
                  <a:pt x="2592332" y="135670"/>
                </a:lnTo>
                <a:lnTo>
                  <a:pt x="2592669" y="135804"/>
                </a:lnTo>
                <a:lnTo>
                  <a:pt x="2593010" y="135926"/>
                </a:lnTo>
                <a:lnTo>
                  <a:pt x="2593356" y="136037"/>
                </a:lnTo>
                <a:lnTo>
                  <a:pt x="2593707" y="136135"/>
                </a:lnTo>
                <a:lnTo>
                  <a:pt x="2594062" y="136223"/>
                </a:lnTo>
                <a:lnTo>
                  <a:pt x="2594422" y="136298"/>
                </a:lnTo>
                <a:lnTo>
                  <a:pt x="2594786" y="136362"/>
                </a:lnTo>
                <a:lnTo>
                  <a:pt x="2595155" y="136415"/>
                </a:lnTo>
                <a:lnTo>
                  <a:pt x="2595529" y="136455"/>
                </a:lnTo>
                <a:lnTo>
                  <a:pt x="2595907" y="136484"/>
                </a:lnTo>
                <a:lnTo>
                  <a:pt x="2596290" y="136502"/>
                </a:lnTo>
                <a:lnTo>
                  <a:pt x="2596677" y="136508"/>
                </a:lnTo>
                <a:lnTo>
                  <a:pt x="2596939" y="136505"/>
                </a:lnTo>
                <a:lnTo>
                  <a:pt x="2597199" y="136497"/>
                </a:lnTo>
                <a:lnTo>
                  <a:pt x="2597457" y="136484"/>
                </a:lnTo>
                <a:lnTo>
                  <a:pt x="2597713" y="136465"/>
                </a:lnTo>
                <a:lnTo>
                  <a:pt x="2597966" y="136442"/>
                </a:lnTo>
                <a:lnTo>
                  <a:pt x="2598218" y="136413"/>
                </a:lnTo>
                <a:lnTo>
                  <a:pt x="2598467" y="136379"/>
                </a:lnTo>
                <a:close/>
                <a:moveTo>
                  <a:pt x="2647477" y="136379"/>
                </a:moveTo>
                <a:lnTo>
                  <a:pt x="2647724" y="136339"/>
                </a:lnTo>
                <a:lnTo>
                  <a:pt x="2647968" y="136294"/>
                </a:lnTo>
                <a:lnTo>
                  <a:pt x="2648211" y="136244"/>
                </a:lnTo>
                <a:lnTo>
                  <a:pt x="2648451" y="136189"/>
                </a:lnTo>
                <a:lnTo>
                  <a:pt x="2648689" y="136128"/>
                </a:lnTo>
                <a:lnTo>
                  <a:pt x="2648925" y="136063"/>
                </a:lnTo>
                <a:lnTo>
                  <a:pt x="2649159" y="135991"/>
                </a:lnTo>
                <a:lnTo>
                  <a:pt x="2649390" y="135915"/>
                </a:lnTo>
                <a:lnTo>
                  <a:pt x="2649620" y="135833"/>
                </a:lnTo>
                <a:lnTo>
                  <a:pt x="2649847" y="135747"/>
                </a:lnTo>
                <a:lnTo>
                  <a:pt x="2650072" y="135654"/>
                </a:lnTo>
                <a:lnTo>
                  <a:pt x="2650294" y="135557"/>
                </a:lnTo>
                <a:lnTo>
                  <a:pt x="2650515" y="135454"/>
                </a:lnTo>
                <a:lnTo>
                  <a:pt x="2650733" y="135346"/>
                </a:lnTo>
                <a:lnTo>
                  <a:pt x="2650949" y="135233"/>
                </a:lnTo>
                <a:lnTo>
                  <a:pt x="2651163" y="135115"/>
                </a:lnTo>
                <a:lnTo>
                  <a:pt x="2651375" y="134991"/>
                </a:lnTo>
                <a:lnTo>
                  <a:pt x="2651589" y="134857"/>
                </a:lnTo>
                <a:lnTo>
                  <a:pt x="2651799" y="134720"/>
                </a:lnTo>
                <a:lnTo>
                  <a:pt x="2652006" y="134580"/>
                </a:lnTo>
                <a:lnTo>
                  <a:pt x="2652209" y="134436"/>
                </a:lnTo>
                <a:lnTo>
                  <a:pt x="2652408" y="134289"/>
                </a:lnTo>
                <a:lnTo>
                  <a:pt x="2652603" y="134138"/>
                </a:lnTo>
                <a:lnTo>
                  <a:pt x="2652795" y="133983"/>
                </a:lnTo>
                <a:lnTo>
                  <a:pt x="2652983" y="133825"/>
                </a:lnTo>
                <a:lnTo>
                  <a:pt x="2653167" y="133664"/>
                </a:lnTo>
                <a:lnTo>
                  <a:pt x="2653348" y="133499"/>
                </a:lnTo>
                <a:lnTo>
                  <a:pt x="2653525" y="133330"/>
                </a:lnTo>
                <a:lnTo>
                  <a:pt x="2653698" y="133158"/>
                </a:lnTo>
                <a:lnTo>
                  <a:pt x="2653867" y="132983"/>
                </a:lnTo>
                <a:lnTo>
                  <a:pt x="2654032" y="132803"/>
                </a:lnTo>
                <a:lnTo>
                  <a:pt x="2654194" y="132621"/>
                </a:lnTo>
                <a:lnTo>
                  <a:pt x="2654352" y="132435"/>
                </a:lnTo>
                <a:lnTo>
                  <a:pt x="2654507" y="132245"/>
                </a:lnTo>
                <a:lnTo>
                  <a:pt x="2654657" y="132052"/>
                </a:lnTo>
                <a:lnTo>
                  <a:pt x="2654804" y="131855"/>
                </a:lnTo>
                <a:lnTo>
                  <a:pt x="2654947" y="131655"/>
                </a:lnTo>
                <a:lnTo>
                  <a:pt x="2655087" y="131452"/>
                </a:lnTo>
                <a:lnTo>
                  <a:pt x="2655223" y="131245"/>
                </a:lnTo>
                <a:lnTo>
                  <a:pt x="2655355" y="131034"/>
                </a:lnTo>
                <a:lnTo>
                  <a:pt x="2655483" y="130820"/>
                </a:lnTo>
                <a:lnTo>
                  <a:pt x="2655612" y="130603"/>
                </a:lnTo>
                <a:lnTo>
                  <a:pt x="2655735" y="130384"/>
                </a:lnTo>
                <a:lnTo>
                  <a:pt x="2655853" y="130164"/>
                </a:lnTo>
                <a:lnTo>
                  <a:pt x="2655966" y="129942"/>
                </a:lnTo>
                <a:lnTo>
                  <a:pt x="2656073" y="129718"/>
                </a:lnTo>
                <a:lnTo>
                  <a:pt x="2656174" y="129493"/>
                </a:lnTo>
                <a:lnTo>
                  <a:pt x="2656270" y="129265"/>
                </a:lnTo>
                <a:lnTo>
                  <a:pt x="2656361" y="129036"/>
                </a:lnTo>
                <a:lnTo>
                  <a:pt x="2656446" y="128805"/>
                </a:lnTo>
                <a:lnTo>
                  <a:pt x="2656525" y="128573"/>
                </a:lnTo>
                <a:lnTo>
                  <a:pt x="2656599" y="128338"/>
                </a:lnTo>
                <a:lnTo>
                  <a:pt x="2656668" y="128102"/>
                </a:lnTo>
                <a:lnTo>
                  <a:pt x="2656731" y="127864"/>
                </a:lnTo>
                <a:lnTo>
                  <a:pt x="2656789" y="127625"/>
                </a:lnTo>
                <a:lnTo>
                  <a:pt x="2656841" y="127383"/>
                </a:lnTo>
                <a:lnTo>
                  <a:pt x="2656887" y="127140"/>
                </a:lnTo>
                <a:lnTo>
                  <a:pt x="2656928" y="126895"/>
                </a:lnTo>
                <a:lnTo>
                  <a:pt x="2656964" y="126649"/>
                </a:lnTo>
                <a:lnTo>
                  <a:pt x="2656994" y="126400"/>
                </a:lnTo>
                <a:lnTo>
                  <a:pt x="2657019" y="126150"/>
                </a:lnTo>
                <a:lnTo>
                  <a:pt x="2657038" y="125898"/>
                </a:lnTo>
                <a:lnTo>
                  <a:pt x="2657052" y="125645"/>
                </a:lnTo>
                <a:lnTo>
                  <a:pt x="2657060" y="125389"/>
                </a:lnTo>
                <a:lnTo>
                  <a:pt x="2657063" y="125132"/>
                </a:lnTo>
                <a:lnTo>
                  <a:pt x="2657057" y="124745"/>
                </a:lnTo>
                <a:lnTo>
                  <a:pt x="2657040" y="124362"/>
                </a:lnTo>
                <a:lnTo>
                  <a:pt x="2657010" y="123984"/>
                </a:lnTo>
                <a:lnTo>
                  <a:pt x="2656970" y="123610"/>
                </a:lnTo>
                <a:lnTo>
                  <a:pt x="2656917" y="123241"/>
                </a:lnTo>
                <a:lnTo>
                  <a:pt x="2656853" y="122877"/>
                </a:lnTo>
                <a:lnTo>
                  <a:pt x="2656778" y="122517"/>
                </a:lnTo>
                <a:lnTo>
                  <a:pt x="2656691" y="122162"/>
                </a:lnTo>
                <a:lnTo>
                  <a:pt x="2656592" y="121811"/>
                </a:lnTo>
                <a:lnTo>
                  <a:pt x="2656481" y="121465"/>
                </a:lnTo>
                <a:lnTo>
                  <a:pt x="2656359" y="121124"/>
                </a:lnTo>
                <a:lnTo>
                  <a:pt x="2656225" y="120787"/>
                </a:lnTo>
                <a:lnTo>
                  <a:pt x="2656080" y="120455"/>
                </a:lnTo>
                <a:lnTo>
                  <a:pt x="2655923" y="120127"/>
                </a:lnTo>
                <a:lnTo>
                  <a:pt x="2655754" y="119805"/>
                </a:lnTo>
                <a:lnTo>
                  <a:pt x="2655574" y="119486"/>
                </a:lnTo>
                <a:lnTo>
                  <a:pt x="2655382" y="119173"/>
                </a:lnTo>
                <a:lnTo>
                  <a:pt x="2655179" y="118863"/>
                </a:lnTo>
                <a:lnTo>
                  <a:pt x="2654964" y="118559"/>
                </a:lnTo>
                <a:lnTo>
                  <a:pt x="2654737" y="118259"/>
                </a:lnTo>
                <a:lnTo>
                  <a:pt x="2654498" y="117964"/>
                </a:lnTo>
                <a:lnTo>
                  <a:pt x="2654248" y="117673"/>
                </a:lnTo>
                <a:lnTo>
                  <a:pt x="2653987" y="117387"/>
                </a:lnTo>
                <a:lnTo>
                  <a:pt x="2653713" y="117106"/>
                </a:lnTo>
                <a:lnTo>
                  <a:pt x="2653432" y="116832"/>
                </a:lnTo>
                <a:lnTo>
                  <a:pt x="2653146" y="116571"/>
                </a:lnTo>
                <a:lnTo>
                  <a:pt x="2652855" y="116321"/>
                </a:lnTo>
                <a:lnTo>
                  <a:pt x="2652560" y="116082"/>
                </a:lnTo>
                <a:lnTo>
                  <a:pt x="2652260" y="115856"/>
                </a:lnTo>
                <a:lnTo>
                  <a:pt x="2651956" y="115640"/>
                </a:lnTo>
                <a:lnTo>
                  <a:pt x="2651647" y="115437"/>
                </a:lnTo>
                <a:lnTo>
                  <a:pt x="2651333" y="115245"/>
                </a:lnTo>
                <a:lnTo>
                  <a:pt x="2651015" y="115065"/>
                </a:lnTo>
                <a:lnTo>
                  <a:pt x="2650692" y="114896"/>
                </a:lnTo>
                <a:lnTo>
                  <a:pt x="2650364" y="114739"/>
                </a:lnTo>
                <a:lnTo>
                  <a:pt x="2650032" y="114594"/>
                </a:lnTo>
                <a:lnTo>
                  <a:pt x="2649695" y="114460"/>
                </a:lnTo>
                <a:lnTo>
                  <a:pt x="2649354" y="114338"/>
                </a:lnTo>
                <a:lnTo>
                  <a:pt x="2649008" y="114227"/>
                </a:lnTo>
                <a:lnTo>
                  <a:pt x="2648658" y="114128"/>
                </a:lnTo>
                <a:lnTo>
                  <a:pt x="2648302" y="114041"/>
                </a:lnTo>
                <a:lnTo>
                  <a:pt x="2647943" y="113966"/>
                </a:lnTo>
                <a:lnTo>
                  <a:pt x="2647578" y="113902"/>
                </a:lnTo>
                <a:lnTo>
                  <a:pt x="2647209" y="113849"/>
                </a:lnTo>
                <a:lnTo>
                  <a:pt x="2646836" y="113809"/>
                </a:lnTo>
                <a:lnTo>
                  <a:pt x="2646457" y="113780"/>
                </a:lnTo>
                <a:lnTo>
                  <a:pt x="2646075" y="113762"/>
                </a:lnTo>
                <a:lnTo>
                  <a:pt x="2645687" y="113756"/>
                </a:lnTo>
                <a:lnTo>
                  <a:pt x="2645300" y="113762"/>
                </a:lnTo>
                <a:lnTo>
                  <a:pt x="2644917" y="113780"/>
                </a:lnTo>
                <a:lnTo>
                  <a:pt x="2644539" y="113809"/>
                </a:lnTo>
                <a:lnTo>
                  <a:pt x="2644165" y="113849"/>
                </a:lnTo>
                <a:lnTo>
                  <a:pt x="2643796" y="113902"/>
                </a:lnTo>
                <a:lnTo>
                  <a:pt x="2643432" y="113966"/>
                </a:lnTo>
                <a:lnTo>
                  <a:pt x="2643072" y="114041"/>
                </a:lnTo>
                <a:lnTo>
                  <a:pt x="2642717" y="114128"/>
                </a:lnTo>
                <a:lnTo>
                  <a:pt x="2642366" y="114227"/>
                </a:lnTo>
                <a:lnTo>
                  <a:pt x="2642020" y="114338"/>
                </a:lnTo>
                <a:lnTo>
                  <a:pt x="2641679" y="114460"/>
                </a:lnTo>
                <a:lnTo>
                  <a:pt x="2641342" y="114594"/>
                </a:lnTo>
                <a:lnTo>
                  <a:pt x="2641010" y="114739"/>
                </a:lnTo>
                <a:lnTo>
                  <a:pt x="2640683" y="114896"/>
                </a:lnTo>
                <a:lnTo>
                  <a:pt x="2640360" y="115065"/>
                </a:lnTo>
                <a:lnTo>
                  <a:pt x="2640042" y="115245"/>
                </a:lnTo>
                <a:lnTo>
                  <a:pt x="2639728" y="115437"/>
                </a:lnTo>
                <a:lnTo>
                  <a:pt x="2639419" y="115640"/>
                </a:lnTo>
                <a:lnTo>
                  <a:pt x="2639114" y="115856"/>
                </a:lnTo>
                <a:lnTo>
                  <a:pt x="2638814" y="116082"/>
                </a:lnTo>
                <a:lnTo>
                  <a:pt x="2638519" y="116321"/>
                </a:lnTo>
                <a:lnTo>
                  <a:pt x="2638228" y="116571"/>
                </a:lnTo>
                <a:lnTo>
                  <a:pt x="2637942" y="116832"/>
                </a:lnTo>
                <a:lnTo>
                  <a:pt x="2637661" y="117106"/>
                </a:lnTo>
                <a:lnTo>
                  <a:pt x="2637388" y="117387"/>
                </a:lnTo>
                <a:lnTo>
                  <a:pt x="2637126" y="117673"/>
                </a:lnTo>
                <a:lnTo>
                  <a:pt x="2636876" y="117964"/>
                </a:lnTo>
                <a:lnTo>
                  <a:pt x="2636638" y="118259"/>
                </a:lnTo>
                <a:lnTo>
                  <a:pt x="2636411" y="118559"/>
                </a:lnTo>
                <a:lnTo>
                  <a:pt x="2636196" y="118863"/>
                </a:lnTo>
                <a:lnTo>
                  <a:pt x="2635992" y="119173"/>
                </a:lnTo>
                <a:lnTo>
                  <a:pt x="2635800" y="119486"/>
                </a:lnTo>
                <a:lnTo>
                  <a:pt x="2635620" y="119805"/>
                </a:lnTo>
                <a:lnTo>
                  <a:pt x="2635451" y="120127"/>
                </a:lnTo>
                <a:lnTo>
                  <a:pt x="2635294" y="120455"/>
                </a:lnTo>
                <a:lnTo>
                  <a:pt x="2635149" y="120787"/>
                </a:lnTo>
                <a:lnTo>
                  <a:pt x="2635015" y="121124"/>
                </a:lnTo>
                <a:lnTo>
                  <a:pt x="2634893" y="121465"/>
                </a:lnTo>
                <a:lnTo>
                  <a:pt x="2634783" y="121811"/>
                </a:lnTo>
                <a:lnTo>
                  <a:pt x="2634684" y="122162"/>
                </a:lnTo>
                <a:lnTo>
                  <a:pt x="2634596" y="122517"/>
                </a:lnTo>
                <a:lnTo>
                  <a:pt x="2634521" y="122877"/>
                </a:lnTo>
                <a:lnTo>
                  <a:pt x="2634457" y="123241"/>
                </a:lnTo>
                <a:lnTo>
                  <a:pt x="2634405" y="123610"/>
                </a:lnTo>
                <a:lnTo>
                  <a:pt x="2634364" y="123984"/>
                </a:lnTo>
                <a:lnTo>
                  <a:pt x="2634335" y="124362"/>
                </a:lnTo>
                <a:lnTo>
                  <a:pt x="2634317" y="124745"/>
                </a:lnTo>
                <a:lnTo>
                  <a:pt x="2634312" y="125132"/>
                </a:lnTo>
                <a:lnTo>
                  <a:pt x="2634317" y="125519"/>
                </a:lnTo>
                <a:lnTo>
                  <a:pt x="2634335" y="125902"/>
                </a:lnTo>
                <a:lnTo>
                  <a:pt x="2634364" y="126280"/>
                </a:lnTo>
                <a:lnTo>
                  <a:pt x="2634405" y="126654"/>
                </a:lnTo>
                <a:lnTo>
                  <a:pt x="2634457" y="127023"/>
                </a:lnTo>
                <a:lnTo>
                  <a:pt x="2634521" y="127387"/>
                </a:lnTo>
                <a:lnTo>
                  <a:pt x="2634596" y="127747"/>
                </a:lnTo>
                <a:lnTo>
                  <a:pt x="2634684" y="128102"/>
                </a:lnTo>
                <a:lnTo>
                  <a:pt x="2634783" y="128453"/>
                </a:lnTo>
                <a:lnTo>
                  <a:pt x="2634893" y="128799"/>
                </a:lnTo>
                <a:lnTo>
                  <a:pt x="2635015" y="129140"/>
                </a:lnTo>
                <a:lnTo>
                  <a:pt x="2635149" y="129477"/>
                </a:lnTo>
                <a:lnTo>
                  <a:pt x="2635294" y="129809"/>
                </a:lnTo>
                <a:lnTo>
                  <a:pt x="2635451" y="130136"/>
                </a:lnTo>
                <a:lnTo>
                  <a:pt x="2635620" y="130459"/>
                </a:lnTo>
                <a:lnTo>
                  <a:pt x="2635800" y="130778"/>
                </a:lnTo>
                <a:lnTo>
                  <a:pt x="2635992" y="131091"/>
                </a:lnTo>
                <a:lnTo>
                  <a:pt x="2636196" y="131400"/>
                </a:lnTo>
                <a:lnTo>
                  <a:pt x="2636411" y="131705"/>
                </a:lnTo>
                <a:lnTo>
                  <a:pt x="2636638" y="132005"/>
                </a:lnTo>
                <a:lnTo>
                  <a:pt x="2636876" y="132300"/>
                </a:lnTo>
                <a:lnTo>
                  <a:pt x="2637126" y="132591"/>
                </a:lnTo>
                <a:lnTo>
                  <a:pt x="2637388" y="132877"/>
                </a:lnTo>
                <a:lnTo>
                  <a:pt x="2637661" y="133158"/>
                </a:lnTo>
                <a:lnTo>
                  <a:pt x="2637942" y="133431"/>
                </a:lnTo>
                <a:lnTo>
                  <a:pt x="2638228" y="133693"/>
                </a:lnTo>
                <a:lnTo>
                  <a:pt x="2638519" y="133943"/>
                </a:lnTo>
                <a:lnTo>
                  <a:pt x="2638814" y="134182"/>
                </a:lnTo>
                <a:lnTo>
                  <a:pt x="2639114" y="134408"/>
                </a:lnTo>
                <a:lnTo>
                  <a:pt x="2639419" y="134623"/>
                </a:lnTo>
                <a:lnTo>
                  <a:pt x="2639728" y="134827"/>
                </a:lnTo>
                <a:lnTo>
                  <a:pt x="2640042" y="135019"/>
                </a:lnTo>
                <a:lnTo>
                  <a:pt x="2640360" y="135199"/>
                </a:lnTo>
                <a:lnTo>
                  <a:pt x="2640683" y="135368"/>
                </a:lnTo>
                <a:lnTo>
                  <a:pt x="2641010" y="135525"/>
                </a:lnTo>
                <a:lnTo>
                  <a:pt x="2641342" y="135670"/>
                </a:lnTo>
                <a:lnTo>
                  <a:pt x="2641679" y="135804"/>
                </a:lnTo>
                <a:lnTo>
                  <a:pt x="2642020" y="135926"/>
                </a:lnTo>
                <a:lnTo>
                  <a:pt x="2642366" y="136037"/>
                </a:lnTo>
                <a:lnTo>
                  <a:pt x="2642717" y="136135"/>
                </a:lnTo>
                <a:lnTo>
                  <a:pt x="2643072" y="136223"/>
                </a:lnTo>
                <a:lnTo>
                  <a:pt x="2643432" y="136298"/>
                </a:lnTo>
                <a:lnTo>
                  <a:pt x="2643796" y="136362"/>
                </a:lnTo>
                <a:lnTo>
                  <a:pt x="2644165" y="136415"/>
                </a:lnTo>
                <a:lnTo>
                  <a:pt x="2644539" y="136455"/>
                </a:lnTo>
                <a:lnTo>
                  <a:pt x="2644917" y="136484"/>
                </a:lnTo>
                <a:lnTo>
                  <a:pt x="2645300" y="136502"/>
                </a:lnTo>
                <a:lnTo>
                  <a:pt x="2645687" y="136508"/>
                </a:lnTo>
                <a:lnTo>
                  <a:pt x="2645949" y="136505"/>
                </a:lnTo>
                <a:lnTo>
                  <a:pt x="2646209" y="136497"/>
                </a:lnTo>
                <a:lnTo>
                  <a:pt x="2646467" y="136484"/>
                </a:lnTo>
                <a:lnTo>
                  <a:pt x="2646723" y="136465"/>
                </a:lnTo>
                <a:lnTo>
                  <a:pt x="2646976" y="136442"/>
                </a:lnTo>
                <a:lnTo>
                  <a:pt x="2647228" y="136413"/>
                </a:lnTo>
                <a:lnTo>
                  <a:pt x="2647477" y="136379"/>
                </a:lnTo>
                <a:close/>
                <a:moveTo>
                  <a:pt x="2688745" y="128418"/>
                </a:moveTo>
                <a:lnTo>
                  <a:pt x="2688662" y="129121"/>
                </a:lnTo>
                <a:lnTo>
                  <a:pt x="2688577" y="129824"/>
                </a:lnTo>
                <a:lnTo>
                  <a:pt x="2688490" y="130525"/>
                </a:lnTo>
                <a:lnTo>
                  <a:pt x="2688401" y="131225"/>
                </a:lnTo>
                <a:lnTo>
                  <a:pt x="2688311" y="131923"/>
                </a:lnTo>
                <a:lnTo>
                  <a:pt x="2688218" y="132620"/>
                </a:lnTo>
                <a:lnTo>
                  <a:pt x="2688125" y="133316"/>
                </a:lnTo>
                <a:lnTo>
                  <a:pt x="2688029" y="134011"/>
                </a:lnTo>
                <a:lnTo>
                  <a:pt x="2687931" y="134704"/>
                </a:lnTo>
                <a:lnTo>
                  <a:pt x="2687832" y="135396"/>
                </a:lnTo>
                <a:lnTo>
                  <a:pt x="2687731" y="136086"/>
                </a:lnTo>
                <a:lnTo>
                  <a:pt x="2687629" y="136775"/>
                </a:lnTo>
                <a:lnTo>
                  <a:pt x="2687524" y="137463"/>
                </a:lnTo>
                <a:lnTo>
                  <a:pt x="2687418" y="138150"/>
                </a:lnTo>
                <a:lnTo>
                  <a:pt x="2687310" y="138835"/>
                </a:lnTo>
                <a:lnTo>
                  <a:pt x="2687200" y="139519"/>
                </a:lnTo>
                <a:lnTo>
                  <a:pt x="2687089" y="140202"/>
                </a:lnTo>
                <a:lnTo>
                  <a:pt x="2686976" y="140883"/>
                </a:lnTo>
                <a:lnTo>
                  <a:pt x="2686861" y="141563"/>
                </a:lnTo>
                <a:lnTo>
                  <a:pt x="2686750" y="142245"/>
                </a:lnTo>
                <a:lnTo>
                  <a:pt x="2686640" y="142922"/>
                </a:lnTo>
                <a:lnTo>
                  <a:pt x="2686529" y="143593"/>
                </a:lnTo>
                <a:lnTo>
                  <a:pt x="2686418" y="144258"/>
                </a:lnTo>
                <a:lnTo>
                  <a:pt x="2686308" y="144918"/>
                </a:lnTo>
                <a:lnTo>
                  <a:pt x="2686197" y="145572"/>
                </a:lnTo>
                <a:lnTo>
                  <a:pt x="2686087" y="146221"/>
                </a:lnTo>
                <a:lnTo>
                  <a:pt x="2685976" y="146865"/>
                </a:lnTo>
                <a:lnTo>
                  <a:pt x="2685865" y="147503"/>
                </a:lnTo>
                <a:lnTo>
                  <a:pt x="2685755" y="148136"/>
                </a:lnTo>
                <a:lnTo>
                  <a:pt x="2685644" y="148763"/>
                </a:lnTo>
                <a:lnTo>
                  <a:pt x="2685534" y="149384"/>
                </a:lnTo>
                <a:lnTo>
                  <a:pt x="2685423" y="150000"/>
                </a:lnTo>
                <a:lnTo>
                  <a:pt x="2685312" y="150611"/>
                </a:lnTo>
                <a:lnTo>
                  <a:pt x="2685202" y="151216"/>
                </a:lnTo>
                <a:lnTo>
                  <a:pt x="2685091" y="151815"/>
                </a:lnTo>
                <a:lnTo>
                  <a:pt x="2684981" y="152410"/>
                </a:lnTo>
                <a:lnTo>
                  <a:pt x="2684870" y="152998"/>
                </a:lnTo>
                <a:lnTo>
                  <a:pt x="2684759" y="153581"/>
                </a:lnTo>
                <a:lnTo>
                  <a:pt x="2684649" y="154159"/>
                </a:lnTo>
                <a:lnTo>
                  <a:pt x="2684538" y="154731"/>
                </a:lnTo>
                <a:lnTo>
                  <a:pt x="2684427" y="155298"/>
                </a:lnTo>
                <a:lnTo>
                  <a:pt x="2684317" y="155859"/>
                </a:lnTo>
                <a:lnTo>
                  <a:pt x="2684206" y="156415"/>
                </a:lnTo>
                <a:lnTo>
                  <a:pt x="2684097" y="156963"/>
                </a:lnTo>
                <a:lnTo>
                  <a:pt x="2683989" y="157503"/>
                </a:lnTo>
                <a:lnTo>
                  <a:pt x="2683882" y="158033"/>
                </a:lnTo>
                <a:lnTo>
                  <a:pt x="2683778" y="158555"/>
                </a:lnTo>
                <a:lnTo>
                  <a:pt x="2683675" y="159067"/>
                </a:lnTo>
                <a:lnTo>
                  <a:pt x="2683574" y="159571"/>
                </a:lnTo>
                <a:lnTo>
                  <a:pt x="2683475" y="160065"/>
                </a:lnTo>
                <a:lnTo>
                  <a:pt x="2683378" y="160551"/>
                </a:lnTo>
                <a:lnTo>
                  <a:pt x="2683282" y="161027"/>
                </a:lnTo>
                <a:lnTo>
                  <a:pt x="2683188" y="161495"/>
                </a:lnTo>
                <a:lnTo>
                  <a:pt x="2683096" y="161953"/>
                </a:lnTo>
                <a:lnTo>
                  <a:pt x="2683006" y="162403"/>
                </a:lnTo>
                <a:lnTo>
                  <a:pt x="2682917" y="162843"/>
                </a:lnTo>
                <a:lnTo>
                  <a:pt x="2682830" y="163275"/>
                </a:lnTo>
                <a:lnTo>
                  <a:pt x="2682745" y="163697"/>
                </a:lnTo>
                <a:lnTo>
                  <a:pt x="2682662" y="164111"/>
                </a:lnTo>
                <a:lnTo>
                  <a:pt x="2682580" y="164516"/>
                </a:lnTo>
                <a:lnTo>
                  <a:pt x="2682500" y="164911"/>
                </a:lnTo>
                <a:lnTo>
                  <a:pt x="2682422" y="165298"/>
                </a:lnTo>
                <a:lnTo>
                  <a:pt x="2682346" y="165675"/>
                </a:lnTo>
                <a:lnTo>
                  <a:pt x="2682271" y="166044"/>
                </a:lnTo>
                <a:lnTo>
                  <a:pt x="2682198" y="166403"/>
                </a:lnTo>
                <a:lnTo>
                  <a:pt x="2682127" y="166754"/>
                </a:lnTo>
                <a:lnTo>
                  <a:pt x="2682058" y="167095"/>
                </a:lnTo>
                <a:lnTo>
                  <a:pt x="2693433" y="167095"/>
                </a:lnTo>
                <a:lnTo>
                  <a:pt x="2693561" y="166732"/>
                </a:lnTo>
                <a:lnTo>
                  <a:pt x="2693692" y="166358"/>
                </a:lnTo>
                <a:lnTo>
                  <a:pt x="2693825" y="165975"/>
                </a:lnTo>
                <a:lnTo>
                  <a:pt x="2693962" y="165580"/>
                </a:lnTo>
                <a:lnTo>
                  <a:pt x="2694101" y="165176"/>
                </a:lnTo>
                <a:lnTo>
                  <a:pt x="2694243" y="164761"/>
                </a:lnTo>
                <a:lnTo>
                  <a:pt x="2694388" y="164336"/>
                </a:lnTo>
                <a:lnTo>
                  <a:pt x="2694536" y="163900"/>
                </a:lnTo>
                <a:lnTo>
                  <a:pt x="2694686" y="163455"/>
                </a:lnTo>
                <a:lnTo>
                  <a:pt x="2694840" y="162998"/>
                </a:lnTo>
                <a:lnTo>
                  <a:pt x="2694996" y="162532"/>
                </a:lnTo>
                <a:lnTo>
                  <a:pt x="2695155" y="162055"/>
                </a:lnTo>
                <a:lnTo>
                  <a:pt x="2695317" y="161568"/>
                </a:lnTo>
                <a:lnTo>
                  <a:pt x="2695482" y="161071"/>
                </a:lnTo>
                <a:lnTo>
                  <a:pt x="2695650" y="160563"/>
                </a:lnTo>
                <a:lnTo>
                  <a:pt x="2695821" y="160045"/>
                </a:lnTo>
                <a:lnTo>
                  <a:pt x="2695994" y="159517"/>
                </a:lnTo>
                <a:lnTo>
                  <a:pt x="2696170" y="158978"/>
                </a:lnTo>
                <a:lnTo>
                  <a:pt x="2696350" y="158429"/>
                </a:lnTo>
                <a:lnTo>
                  <a:pt x="2696532" y="157870"/>
                </a:lnTo>
                <a:lnTo>
                  <a:pt x="2696717" y="157301"/>
                </a:lnTo>
                <a:lnTo>
                  <a:pt x="2696904" y="156721"/>
                </a:lnTo>
                <a:lnTo>
                  <a:pt x="2697095" y="156131"/>
                </a:lnTo>
                <a:lnTo>
                  <a:pt x="2697288" y="155530"/>
                </a:lnTo>
                <a:lnTo>
                  <a:pt x="2697483" y="154923"/>
                </a:lnTo>
                <a:lnTo>
                  <a:pt x="2697677" y="154312"/>
                </a:lnTo>
                <a:lnTo>
                  <a:pt x="2697870" y="153698"/>
                </a:lnTo>
                <a:lnTo>
                  <a:pt x="2698063" y="153081"/>
                </a:lnTo>
                <a:lnTo>
                  <a:pt x="2698254" y="152461"/>
                </a:lnTo>
                <a:lnTo>
                  <a:pt x="2698446" y="151837"/>
                </a:lnTo>
                <a:lnTo>
                  <a:pt x="2698636" y="151210"/>
                </a:lnTo>
                <a:lnTo>
                  <a:pt x="2698826" y="150580"/>
                </a:lnTo>
                <a:lnTo>
                  <a:pt x="2699015" y="149946"/>
                </a:lnTo>
                <a:lnTo>
                  <a:pt x="2699204" y="149309"/>
                </a:lnTo>
                <a:lnTo>
                  <a:pt x="2699392" y="148669"/>
                </a:lnTo>
                <a:lnTo>
                  <a:pt x="2699579" y="148025"/>
                </a:lnTo>
                <a:lnTo>
                  <a:pt x="2699766" y="147379"/>
                </a:lnTo>
                <a:lnTo>
                  <a:pt x="2699952" y="146728"/>
                </a:lnTo>
                <a:lnTo>
                  <a:pt x="2700137" y="146075"/>
                </a:lnTo>
                <a:lnTo>
                  <a:pt x="2700322" y="145418"/>
                </a:lnTo>
                <a:lnTo>
                  <a:pt x="2700506" y="144758"/>
                </a:lnTo>
                <a:lnTo>
                  <a:pt x="2700689" y="144095"/>
                </a:lnTo>
                <a:lnTo>
                  <a:pt x="2700872" y="143429"/>
                </a:lnTo>
                <a:lnTo>
                  <a:pt x="2701054" y="142759"/>
                </a:lnTo>
                <a:lnTo>
                  <a:pt x="2701235" y="142086"/>
                </a:lnTo>
                <a:lnTo>
                  <a:pt x="2701416" y="141409"/>
                </a:lnTo>
                <a:lnTo>
                  <a:pt x="2701596" y="140730"/>
                </a:lnTo>
                <a:lnTo>
                  <a:pt x="2701776" y="140047"/>
                </a:lnTo>
                <a:lnTo>
                  <a:pt x="2701958" y="139364"/>
                </a:lnTo>
                <a:lnTo>
                  <a:pt x="2702136" y="138684"/>
                </a:lnTo>
                <a:lnTo>
                  <a:pt x="2702311" y="138009"/>
                </a:lnTo>
                <a:lnTo>
                  <a:pt x="2702481" y="137336"/>
                </a:lnTo>
                <a:lnTo>
                  <a:pt x="2702648" y="136667"/>
                </a:lnTo>
                <a:lnTo>
                  <a:pt x="2702810" y="136002"/>
                </a:lnTo>
                <a:lnTo>
                  <a:pt x="2702969" y="135340"/>
                </a:lnTo>
                <a:lnTo>
                  <a:pt x="2703124" y="134682"/>
                </a:lnTo>
                <a:lnTo>
                  <a:pt x="2703274" y="134027"/>
                </a:lnTo>
                <a:lnTo>
                  <a:pt x="2703421" y="133376"/>
                </a:lnTo>
                <a:lnTo>
                  <a:pt x="2703564" y="132728"/>
                </a:lnTo>
                <a:lnTo>
                  <a:pt x="2703703" y="132084"/>
                </a:lnTo>
                <a:lnTo>
                  <a:pt x="2703838" y="131443"/>
                </a:lnTo>
                <a:lnTo>
                  <a:pt x="2703969" y="130806"/>
                </a:lnTo>
                <a:lnTo>
                  <a:pt x="2704096" y="130172"/>
                </a:lnTo>
                <a:lnTo>
                  <a:pt x="2704219" y="129542"/>
                </a:lnTo>
                <a:lnTo>
                  <a:pt x="2704338" y="128915"/>
                </a:lnTo>
                <a:lnTo>
                  <a:pt x="2704453" y="128292"/>
                </a:lnTo>
                <a:lnTo>
                  <a:pt x="2704565" y="127672"/>
                </a:lnTo>
                <a:lnTo>
                  <a:pt x="2704672" y="127056"/>
                </a:lnTo>
                <a:lnTo>
                  <a:pt x="2704775" y="126443"/>
                </a:lnTo>
                <a:lnTo>
                  <a:pt x="2704875" y="125834"/>
                </a:lnTo>
                <a:lnTo>
                  <a:pt x="2704970" y="125229"/>
                </a:lnTo>
                <a:lnTo>
                  <a:pt x="2705062" y="124626"/>
                </a:lnTo>
                <a:lnTo>
                  <a:pt x="2706073" y="117801"/>
                </a:lnTo>
                <a:lnTo>
                  <a:pt x="2689894" y="117801"/>
                </a:lnTo>
                <a:lnTo>
                  <a:pt x="2689136" y="124879"/>
                </a:lnTo>
                <a:lnTo>
                  <a:pt x="2689061" y="125589"/>
                </a:lnTo>
                <a:lnTo>
                  <a:pt x="2688985" y="126298"/>
                </a:lnTo>
                <a:lnTo>
                  <a:pt x="2688907" y="127006"/>
                </a:lnTo>
                <a:lnTo>
                  <a:pt x="2688827" y="127713"/>
                </a:lnTo>
                <a:lnTo>
                  <a:pt x="2688745" y="128418"/>
                </a:lnTo>
                <a:close/>
                <a:moveTo>
                  <a:pt x="2402568" y="235551"/>
                </a:moveTo>
                <a:lnTo>
                  <a:pt x="2402898" y="235474"/>
                </a:lnTo>
                <a:lnTo>
                  <a:pt x="2403224" y="235386"/>
                </a:lnTo>
                <a:lnTo>
                  <a:pt x="2403546" y="235288"/>
                </a:lnTo>
                <a:lnTo>
                  <a:pt x="2403863" y="235180"/>
                </a:lnTo>
                <a:lnTo>
                  <a:pt x="2404176" y="235062"/>
                </a:lnTo>
                <a:lnTo>
                  <a:pt x="2404485" y="234933"/>
                </a:lnTo>
                <a:lnTo>
                  <a:pt x="2404789" y="234793"/>
                </a:lnTo>
                <a:lnTo>
                  <a:pt x="2405089" y="234644"/>
                </a:lnTo>
                <a:lnTo>
                  <a:pt x="2405384" y="234484"/>
                </a:lnTo>
                <a:lnTo>
                  <a:pt x="2405675" y="234314"/>
                </a:lnTo>
                <a:lnTo>
                  <a:pt x="2405962" y="234133"/>
                </a:lnTo>
                <a:lnTo>
                  <a:pt x="2406244" y="233943"/>
                </a:lnTo>
                <a:lnTo>
                  <a:pt x="2406522" y="233741"/>
                </a:lnTo>
                <a:lnTo>
                  <a:pt x="2406795" y="233530"/>
                </a:lnTo>
                <a:lnTo>
                  <a:pt x="2407064" y="233308"/>
                </a:lnTo>
                <a:lnTo>
                  <a:pt x="2407329" y="233076"/>
                </a:lnTo>
                <a:lnTo>
                  <a:pt x="2407589" y="232834"/>
                </a:lnTo>
                <a:lnTo>
                  <a:pt x="2407847" y="232584"/>
                </a:lnTo>
                <a:lnTo>
                  <a:pt x="2408094" y="232330"/>
                </a:lnTo>
                <a:lnTo>
                  <a:pt x="2408330" y="232073"/>
                </a:lnTo>
                <a:lnTo>
                  <a:pt x="2408555" y="231810"/>
                </a:lnTo>
                <a:lnTo>
                  <a:pt x="2408768" y="231544"/>
                </a:lnTo>
                <a:lnTo>
                  <a:pt x="2408971" y="231274"/>
                </a:lnTo>
                <a:lnTo>
                  <a:pt x="2409163" y="230999"/>
                </a:lnTo>
                <a:lnTo>
                  <a:pt x="2409345" y="230720"/>
                </a:lnTo>
                <a:lnTo>
                  <a:pt x="2409515" y="230437"/>
                </a:lnTo>
                <a:lnTo>
                  <a:pt x="2409674" y="230150"/>
                </a:lnTo>
                <a:lnTo>
                  <a:pt x="2409822" y="229859"/>
                </a:lnTo>
                <a:lnTo>
                  <a:pt x="2409959" y="229563"/>
                </a:lnTo>
                <a:lnTo>
                  <a:pt x="2410085" y="229264"/>
                </a:lnTo>
                <a:lnTo>
                  <a:pt x="2410200" y="228960"/>
                </a:lnTo>
                <a:lnTo>
                  <a:pt x="2410305" y="228652"/>
                </a:lnTo>
                <a:lnTo>
                  <a:pt x="2410398" y="228340"/>
                </a:lnTo>
                <a:lnTo>
                  <a:pt x="2410480" y="228023"/>
                </a:lnTo>
                <a:lnTo>
                  <a:pt x="2410552" y="227703"/>
                </a:lnTo>
                <a:lnTo>
                  <a:pt x="2410612" y="227378"/>
                </a:lnTo>
                <a:lnTo>
                  <a:pt x="2410661" y="227050"/>
                </a:lnTo>
                <a:lnTo>
                  <a:pt x="2410700" y="226717"/>
                </a:lnTo>
                <a:lnTo>
                  <a:pt x="2410727" y="226379"/>
                </a:lnTo>
                <a:lnTo>
                  <a:pt x="2410744" y="226038"/>
                </a:lnTo>
                <a:lnTo>
                  <a:pt x="2410749" y="225692"/>
                </a:lnTo>
                <a:lnTo>
                  <a:pt x="2410744" y="225347"/>
                </a:lnTo>
                <a:lnTo>
                  <a:pt x="2410727" y="225006"/>
                </a:lnTo>
                <a:lnTo>
                  <a:pt x="2410700" y="224668"/>
                </a:lnTo>
                <a:lnTo>
                  <a:pt x="2410661" y="224335"/>
                </a:lnTo>
                <a:lnTo>
                  <a:pt x="2410612" y="224007"/>
                </a:lnTo>
                <a:lnTo>
                  <a:pt x="2410552" y="223682"/>
                </a:lnTo>
                <a:lnTo>
                  <a:pt x="2410480" y="223362"/>
                </a:lnTo>
                <a:lnTo>
                  <a:pt x="2410398" y="223045"/>
                </a:lnTo>
                <a:lnTo>
                  <a:pt x="2410305" y="222733"/>
                </a:lnTo>
                <a:lnTo>
                  <a:pt x="2410200" y="222425"/>
                </a:lnTo>
                <a:lnTo>
                  <a:pt x="2410085" y="222121"/>
                </a:lnTo>
                <a:lnTo>
                  <a:pt x="2409959" y="221822"/>
                </a:lnTo>
                <a:lnTo>
                  <a:pt x="2409822" y="221526"/>
                </a:lnTo>
                <a:lnTo>
                  <a:pt x="2409674" y="221235"/>
                </a:lnTo>
                <a:lnTo>
                  <a:pt x="2409515" y="220948"/>
                </a:lnTo>
                <a:lnTo>
                  <a:pt x="2409345" y="220665"/>
                </a:lnTo>
                <a:lnTo>
                  <a:pt x="2409163" y="220386"/>
                </a:lnTo>
                <a:lnTo>
                  <a:pt x="2408971" y="220111"/>
                </a:lnTo>
                <a:lnTo>
                  <a:pt x="2408768" y="219841"/>
                </a:lnTo>
                <a:lnTo>
                  <a:pt x="2408555" y="219575"/>
                </a:lnTo>
                <a:lnTo>
                  <a:pt x="2408330" y="219312"/>
                </a:lnTo>
                <a:lnTo>
                  <a:pt x="2408094" y="219055"/>
                </a:lnTo>
                <a:lnTo>
                  <a:pt x="2407847" y="218801"/>
                </a:lnTo>
                <a:lnTo>
                  <a:pt x="2407589" y="218551"/>
                </a:lnTo>
                <a:lnTo>
                  <a:pt x="2407329" y="218309"/>
                </a:lnTo>
                <a:lnTo>
                  <a:pt x="2407064" y="218077"/>
                </a:lnTo>
                <a:lnTo>
                  <a:pt x="2406795" y="217855"/>
                </a:lnTo>
                <a:lnTo>
                  <a:pt x="2406522" y="217644"/>
                </a:lnTo>
                <a:lnTo>
                  <a:pt x="2406244" y="217442"/>
                </a:lnTo>
                <a:lnTo>
                  <a:pt x="2405962" y="217252"/>
                </a:lnTo>
                <a:lnTo>
                  <a:pt x="2405675" y="217071"/>
                </a:lnTo>
                <a:lnTo>
                  <a:pt x="2405384" y="216901"/>
                </a:lnTo>
                <a:lnTo>
                  <a:pt x="2405089" y="216741"/>
                </a:lnTo>
                <a:lnTo>
                  <a:pt x="2404789" y="216592"/>
                </a:lnTo>
                <a:lnTo>
                  <a:pt x="2404485" y="216452"/>
                </a:lnTo>
                <a:lnTo>
                  <a:pt x="2404176" y="216323"/>
                </a:lnTo>
                <a:lnTo>
                  <a:pt x="2403863" y="216205"/>
                </a:lnTo>
                <a:lnTo>
                  <a:pt x="2403546" y="216096"/>
                </a:lnTo>
                <a:lnTo>
                  <a:pt x="2403224" y="215999"/>
                </a:lnTo>
                <a:lnTo>
                  <a:pt x="2402898" y="215911"/>
                </a:lnTo>
                <a:lnTo>
                  <a:pt x="2402568" y="215834"/>
                </a:lnTo>
                <a:lnTo>
                  <a:pt x="2402233" y="215766"/>
                </a:lnTo>
                <a:lnTo>
                  <a:pt x="2401894" y="215710"/>
                </a:lnTo>
                <a:lnTo>
                  <a:pt x="2401550" y="215663"/>
                </a:lnTo>
                <a:lnTo>
                  <a:pt x="2401202" y="215627"/>
                </a:lnTo>
                <a:lnTo>
                  <a:pt x="2400849" y="215601"/>
                </a:lnTo>
                <a:lnTo>
                  <a:pt x="2400493" y="215586"/>
                </a:lnTo>
                <a:lnTo>
                  <a:pt x="2400131" y="215581"/>
                </a:lnTo>
                <a:lnTo>
                  <a:pt x="2399770" y="215586"/>
                </a:lnTo>
                <a:lnTo>
                  <a:pt x="2399413" y="215601"/>
                </a:lnTo>
                <a:lnTo>
                  <a:pt x="2399060" y="215627"/>
                </a:lnTo>
                <a:lnTo>
                  <a:pt x="2398711" y="215663"/>
                </a:lnTo>
                <a:lnTo>
                  <a:pt x="2398367" y="215710"/>
                </a:lnTo>
                <a:lnTo>
                  <a:pt x="2398026" y="215766"/>
                </a:lnTo>
                <a:lnTo>
                  <a:pt x="2397690" y="215834"/>
                </a:lnTo>
                <a:lnTo>
                  <a:pt x="2397358" y="215911"/>
                </a:lnTo>
                <a:lnTo>
                  <a:pt x="2397030" y="215999"/>
                </a:lnTo>
                <a:lnTo>
                  <a:pt x="2396706" y="216096"/>
                </a:lnTo>
                <a:lnTo>
                  <a:pt x="2396386" y="216205"/>
                </a:lnTo>
                <a:lnTo>
                  <a:pt x="2396071" y="216323"/>
                </a:lnTo>
                <a:lnTo>
                  <a:pt x="2395760" y="216452"/>
                </a:lnTo>
                <a:lnTo>
                  <a:pt x="2395453" y="216592"/>
                </a:lnTo>
                <a:lnTo>
                  <a:pt x="2395150" y="216741"/>
                </a:lnTo>
                <a:lnTo>
                  <a:pt x="2394851" y="216901"/>
                </a:lnTo>
                <a:lnTo>
                  <a:pt x="2394556" y="217071"/>
                </a:lnTo>
                <a:lnTo>
                  <a:pt x="2394266" y="217252"/>
                </a:lnTo>
                <a:lnTo>
                  <a:pt x="2393980" y="217442"/>
                </a:lnTo>
                <a:lnTo>
                  <a:pt x="2393698" y="217644"/>
                </a:lnTo>
                <a:lnTo>
                  <a:pt x="2393420" y="217855"/>
                </a:lnTo>
                <a:lnTo>
                  <a:pt x="2393146" y="218077"/>
                </a:lnTo>
                <a:lnTo>
                  <a:pt x="2392877" y="218309"/>
                </a:lnTo>
                <a:lnTo>
                  <a:pt x="2392611" y="218551"/>
                </a:lnTo>
                <a:lnTo>
                  <a:pt x="2392358" y="218801"/>
                </a:lnTo>
                <a:lnTo>
                  <a:pt x="2392116" y="219055"/>
                </a:lnTo>
                <a:lnTo>
                  <a:pt x="2391885" y="219312"/>
                </a:lnTo>
                <a:lnTo>
                  <a:pt x="2391665" y="219575"/>
                </a:lnTo>
                <a:lnTo>
                  <a:pt x="2391455" y="219841"/>
                </a:lnTo>
                <a:lnTo>
                  <a:pt x="2391256" y="220111"/>
                </a:lnTo>
                <a:lnTo>
                  <a:pt x="2391068" y="220386"/>
                </a:lnTo>
                <a:lnTo>
                  <a:pt x="2390891" y="220665"/>
                </a:lnTo>
                <a:lnTo>
                  <a:pt x="2390724" y="220948"/>
                </a:lnTo>
                <a:lnTo>
                  <a:pt x="2390568" y="221235"/>
                </a:lnTo>
                <a:lnTo>
                  <a:pt x="2390423" y="221526"/>
                </a:lnTo>
                <a:lnTo>
                  <a:pt x="2390288" y="221822"/>
                </a:lnTo>
                <a:lnTo>
                  <a:pt x="2390165" y="222121"/>
                </a:lnTo>
                <a:lnTo>
                  <a:pt x="2390052" y="222425"/>
                </a:lnTo>
                <a:lnTo>
                  <a:pt x="2389950" y="222733"/>
                </a:lnTo>
                <a:lnTo>
                  <a:pt x="2389858" y="223045"/>
                </a:lnTo>
                <a:lnTo>
                  <a:pt x="2389778" y="223362"/>
                </a:lnTo>
                <a:lnTo>
                  <a:pt x="2389708" y="223682"/>
                </a:lnTo>
                <a:lnTo>
                  <a:pt x="2389649" y="224007"/>
                </a:lnTo>
                <a:lnTo>
                  <a:pt x="2389600" y="224335"/>
                </a:lnTo>
                <a:lnTo>
                  <a:pt x="2389563" y="224668"/>
                </a:lnTo>
                <a:lnTo>
                  <a:pt x="2389536" y="225006"/>
                </a:lnTo>
                <a:lnTo>
                  <a:pt x="2389520" y="225347"/>
                </a:lnTo>
                <a:lnTo>
                  <a:pt x="2389514" y="225692"/>
                </a:lnTo>
                <a:lnTo>
                  <a:pt x="2389520" y="226038"/>
                </a:lnTo>
                <a:lnTo>
                  <a:pt x="2389536" y="226379"/>
                </a:lnTo>
                <a:lnTo>
                  <a:pt x="2389563" y="226717"/>
                </a:lnTo>
                <a:lnTo>
                  <a:pt x="2389600" y="227050"/>
                </a:lnTo>
                <a:lnTo>
                  <a:pt x="2389649" y="227378"/>
                </a:lnTo>
                <a:lnTo>
                  <a:pt x="2389708" y="227703"/>
                </a:lnTo>
                <a:lnTo>
                  <a:pt x="2389778" y="228023"/>
                </a:lnTo>
                <a:lnTo>
                  <a:pt x="2389858" y="228340"/>
                </a:lnTo>
                <a:lnTo>
                  <a:pt x="2389950" y="228652"/>
                </a:lnTo>
                <a:lnTo>
                  <a:pt x="2390052" y="228960"/>
                </a:lnTo>
                <a:lnTo>
                  <a:pt x="2390165" y="229264"/>
                </a:lnTo>
                <a:lnTo>
                  <a:pt x="2390288" y="229563"/>
                </a:lnTo>
                <a:lnTo>
                  <a:pt x="2390423" y="229859"/>
                </a:lnTo>
                <a:lnTo>
                  <a:pt x="2390568" y="230150"/>
                </a:lnTo>
                <a:lnTo>
                  <a:pt x="2390724" y="230437"/>
                </a:lnTo>
                <a:lnTo>
                  <a:pt x="2390891" y="230720"/>
                </a:lnTo>
                <a:lnTo>
                  <a:pt x="2391068" y="230999"/>
                </a:lnTo>
                <a:lnTo>
                  <a:pt x="2391256" y="231274"/>
                </a:lnTo>
                <a:lnTo>
                  <a:pt x="2391455" y="231544"/>
                </a:lnTo>
                <a:lnTo>
                  <a:pt x="2391665" y="231810"/>
                </a:lnTo>
                <a:lnTo>
                  <a:pt x="2391885" y="232073"/>
                </a:lnTo>
                <a:lnTo>
                  <a:pt x="2392116" y="232330"/>
                </a:lnTo>
                <a:lnTo>
                  <a:pt x="2392358" y="232584"/>
                </a:lnTo>
                <a:lnTo>
                  <a:pt x="2392611" y="232834"/>
                </a:lnTo>
                <a:lnTo>
                  <a:pt x="2392877" y="233076"/>
                </a:lnTo>
                <a:lnTo>
                  <a:pt x="2393146" y="233308"/>
                </a:lnTo>
                <a:lnTo>
                  <a:pt x="2393420" y="233530"/>
                </a:lnTo>
                <a:lnTo>
                  <a:pt x="2393698" y="233741"/>
                </a:lnTo>
                <a:lnTo>
                  <a:pt x="2393980" y="233943"/>
                </a:lnTo>
                <a:lnTo>
                  <a:pt x="2394266" y="234133"/>
                </a:lnTo>
                <a:lnTo>
                  <a:pt x="2394556" y="234314"/>
                </a:lnTo>
                <a:lnTo>
                  <a:pt x="2394851" y="234484"/>
                </a:lnTo>
                <a:lnTo>
                  <a:pt x="2395150" y="234644"/>
                </a:lnTo>
                <a:lnTo>
                  <a:pt x="2395453" y="234793"/>
                </a:lnTo>
                <a:lnTo>
                  <a:pt x="2395760" y="234933"/>
                </a:lnTo>
                <a:lnTo>
                  <a:pt x="2396071" y="235062"/>
                </a:lnTo>
                <a:lnTo>
                  <a:pt x="2396386" y="235180"/>
                </a:lnTo>
                <a:lnTo>
                  <a:pt x="2396706" y="235288"/>
                </a:lnTo>
                <a:lnTo>
                  <a:pt x="2397030" y="235386"/>
                </a:lnTo>
                <a:lnTo>
                  <a:pt x="2397358" y="235474"/>
                </a:lnTo>
                <a:lnTo>
                  <a:pt x="2397690" y="235551"/>
                </a:lnTo>
                <a:lnTo>
                  <a:pt x="2398026" y="235619"/>
                </a:lnTo>
                <a:lnTo>
                  <a:pt x="2398367" y="235675"/>
                </a:lnTo>
                <a:lnTo>
                  <a:pt x="2398711" y="235722"/>
                </a:lnTo>
                <a:lnTo>
                  <a:pt x="2399060" y="235758"/>
                </a:lnTo>
                <a:lnTo>
                  <a:pt x="2399413" y="235784"/>
                </a:lnTo>
                <a:lnTo>
                  <a:pt x="2399770" y="235799"/>
                </a:lnTo>
                <a:lnTo>
                  <a:pt x="2400131" y="235804"/>
                </a:lnTo>
                <a:lnTo>
                  <a:pt x="2400493" y="235799"/>
                </a:lnTo>
                <a:lnTo>
                  <a:pt x="2400849" y="235784"/>
                </a:lnTo>
                <a:lnTo>
                  <a:pt x="2401202" y="235758"/>
                </a:lnTo>
                <a:lnTo>
                  <a:pt x="2401550" y="235722"/>
                </a:lnTo>
                <a:lnTo>
                  <a:pt x="2401894" y="235675"/>
                </a:lnTo>
                <a:lnTo>
                  <a:pt x="2402233" y="235619"/>
                </a:lnTo>
                <a:lnTo>
                  <a:pt x="2402568" y="235551"/>
                </a:lnTo>
                <a:close/>
                <a:moveTo>
                  <a:pt x="1989767" y="285935"/>
                </a:moveTo>
                <a:lnTo>
                  <a:pt x="1989852" y="285295"/>
                </a:lnTo>
                <a:lnTo>
                  <a:pt x="1989949" y="284664"/>
                </a:lnTo>
                <a:lnTo>
                  <a:pt x="1990058" y="284042"/>
                </a:lnTo>
                <a:lnTo>
                  <a:pt x="1990177" y="283428"/>
                </a:lnTo>
                <a:lnTo>
                  <a:pt x="1990309" y="282823"/>
                </a:lnTo>
                <a:lnTo>
                  <a:pt x="1990451" y="282227"/>
                </a:lnTo>
                <a:lnTo>
                  <a:pt x="1990605" y="281640"/>
                </a:lnTo>
                <a:lnTo>
                  <a:pt x="1990771" y="281062"/>
                </a:lnTo>
                <a:lnTo>
                  <a:pt x="1990948" y="280492"/>
                </a:lnTo>
                <a:lnTo>
                  <a:pt x="1991136" y="279931"/>
                </a:lnTo>
                <a:lnTo>
                  <a:pt x="1991336" y="279379"/>
                </a:lnTo>
                <a:lnTo>
                  <a:pt x="1991547" y="278836"/>
                </a:lnTo>
                <a:lnTo>
                  <a:pt x="1991769" y="278301"/>
                </a:lnTo>
                <a:lnTo>
                  <a:pt x="1992003" y="277775"/>
                </a:lnTo>
                <a:lnTo>
                  <a:pt x="1992249" y="277258"/>
                </a:lnTo>
                <a:lnTo>
                  <a:pt x="1992505" y="276750"/>
                </a:lnTo>
                <a:lnTo>
                  <a:pt x="1992773" y="276251"/>
                </a:lnTo>
                <a:lnTo>
                  <a:pt x="1993057" y="275761"/>
                </a:lnTo>
                <a:lnTo>
                  <a:pt x="1993348" y="275280"/>
                </a:lnTo>
                <a:lnTo>
                  <a:pt x="1993648" y="274810"/>
                </a:lnTo>
                <a:lnTo>
                  <a:pt x="1993957" y="274350"/>
                </a:lnTo>
                <a:lnTo>
                  <a:pt x="1994273" y="273899"/>
                </a:lnTo>
                <a:lnTo>
                  <a:pt x="1994598" y="273458"/>
                </a:lnTo>
                <a:lnTo>
                  <a:pt x="1994932" y="273027"/>
                </a:lnTo>
                <a:lnTo>
                  <a:pt x="1995273" y="272606"/>
                </a:lnTo>
                <a:lnTo>
                  <a:pt x="1995623" y="272195"/>
                </a:lnTo>
                <a:lnTo>
                  <a:pt x="1995982" y="271794"/>
                </a:lnTo>
                <a:lnTo>
                  <a:pt x="1996348" y="271403"/>
                </a:lnTo>
                <a:lnTo>
                  <a:pt x="1996723" y="271021"/>
                </a:lnTo>
                <a:lnTo>
                  <a:pt x="1997107" y="270650"/>
                </a:lnTo>
                <a:lnTo>
                  <a:pt x="1997498" y="270288"/>
                </a:lnTo>
                <a:lnTo>
                  <a:pt x="1997898" y="269936"/>
                </a:lnTo>
                <a:lnTo>
                  <a:pt x="1998307" y="269594"/>
                </a:lnTo>
                <a:lnTo>
                  <a:pt x="1998724" y="269262"/>
                </a:lnTo>
                <a:lnTo>
                  <a:pt x="1999149" y="268940"/>
                </a:lnTo>
                <a:lnTo>
                  <a:pt x="1999582" y="268627"/>
                </a:lnTo>
                <a:lnTo>
                  <a:pt x="2000024" y="268325"/>
                </a:lnTo>
                <a:lnTo>
                  <a:pt x="2000474" y="268032"/>
                </a:lnTo>
                <a:lnTo>
                  <a:pt x="2000932" y="267749"/>
                </a:lnTo>
                <a:lnTo>
                  <a:pt x="2001399" y="267477"/>
                </a:lnTo>
                <a:lnTo>
                  <a:pt x="2001874" y="267214"/>
                </a:lnTo>
                <a:lnTo>
                  <a:pt x="2002361" y="266961"/>
                </a:lnTo>
                <a:lnTo>
                  <a:pt x="2002854" y="266719"/>
                </a:lnTo>
                <a:lnTo>
                  <a:pt x="2003351" y="266488"/>
                </a:lnTo>
                <a:lnTo>
                  <a:pt x="2003854" y="266267"/>
                </a:lnTo>
                <a:lnTo>
                  <a:pt x="2004362" y="266058"/>
                </a:lnTo>
                <a:lnTo>
                  <a:pt x="2004876" y="265859"/>
                </a:lnTo>
                <a:lnTo>
                  <a:pt x="2005395" y="265671"/>
                </a:lnTo>
                <a:lnTo>
                  <a:pt x="2005919" y="265493"/>
                </a:lnTo>
                <a:lnTo>
                  <a:pt x="2006448" y="265326"/>
                </a:lnTo>
                <a:lnTo>
                  <a:pt x="2006982" y="265171"/>
                </a:lnTo>
                <a:lnTo>
                  <a:pt x="2007522" y="265025"/>
                </a:lnTo>
                <a:lnTo>
                  <a:pt x="2008067" y="264891"/>
                </a:lnTo>
                <a:lnTo>
                  <a:pt x="2008618" y="264767"/>
                </a:lnTo>
                <a:lnTo>
                  <a:pt x="2009173" y="264654"/>
                </a:lnTo>
                <a:lnTo>
                  <a:pt x="2009734" y="264552"/>
                </a:lnTo>
                <a:lnTo>
                  <a:pt x="2010300" y="264461"/>
                </a:lnTo>
                <a:lnTo>
                  <a:pt x="2010872" y="264380"/>
                </a:lnTo>
                <a:lnTo>
                  <a:pt x="2011448" y="264310"/>
                </a:lnTo>
                <a:lnTo>
                  <a:pt x="2012030" y="264251"/>
                </a:lnTo>
                <a:lnTo>
                  <a:pt x="2012618" y="264203"/>
                </a:lnTo>
                <a:lnTo>
                  <a:pt x="2013210" y="264165"/>
                </a:lnTo>
                <a:lnTo>
                  <a:pt x="2013808" y="264138"/>
                </a:lnTo>
                <a:lnTo>
                  <a:pt x="2014411" y="264122"/>
                </a:lnTo>
                <a:lnTo>
                  <a:pt x="2015019" y="264117"/>
                </a:lnTo>
                <a:lnTo>
                  <a:pt x="2015891" y="264128"/>
                </a:lnTo>
                <a:lnTo>
                  <a:pt x="2016746" y="264161"/>
                </a:lnTo>
                <a:lnTo>
                  <a:pt x="2017586" y="264217"/>
                </a:lnTo>
                <a:lnTo>
                  <a:pt x="2018409" y="264294"/>
                </a:lnTo>
                <a:lnTo>
                  <a:pt x="2019216" y="264394"/>
                </a:lnTo>
                <a:lnTo>
                  <a:pt x="2020008" y="264516"/>
                </a:lnTo>
                <a:lnTo>
                  <a:pt x="2020783" y="264660"/>
                </a:lnTo>
                <a:lnTo>
                  <a:pt x="2021543" y="264826"/>
                </a:lnTo>
                <a:lnTo>
                  <a:pt x="2022286" y="265014"/>
                </a:lnTo>
                <a:lnTo>
                  <a:pt x="2023013" y="265225"/>
                </a:lnTo>
                <a:lnTo>
                  <a:pt x="2023725" y="265458"/>
                </a:lnTo>
                <a:lnTo>
                  <a:pt x="2024420" y="265713"/>
                </a:lnTo>
                <a:lnTo>
                  <a:pt x="2025099" y="265990"/>
                </a:lnTo>
                <a:lnTo>
                  <a:pt x="2025762" y="266289"/>
                </a:lnTo>
                <a:lnTo>
                  <a:pt x="2026410" y="266610"/>
                </a:lnTo>
                <a:lnTo>
                  <a:pt x="2027041" y="266954"/>
                </a:lnTo>
                <a:lnTo>
                  <a:pt x="2027656" y="267319"/>
                </a:lnTo>
                <a:lnTo>
                  <a:pt x="2028255" y="267707"/>
                </a:lnTo>
                <a:lnTo>
                  <a:pt x="2028838" y="268117"/>
                </a:lnTo>
                <a:lnTo>
                  <a:pt x="2029405" y="268549"/>
                </a:lnTo>
                <a:lnTo>
                  <a:pt x="2029957" y="269004"/>
                </a:lnTo>
                <a:lnTo>
                  <a:pt x="2030492" y="269480"/>
                </a:lnTo>
                <a:lnTo>
                  <a:pt x="2031011" y="269979"/>
                </a:lnTo>
                <a:lnTo>
                  <a:pt x="2031514" y="270500"/>
                </a:lnTo>
                <a:lnTo>
                  <a:pt x="2032004" y="271036"/>
                </a:lnTo>
                <a:lnTo>
                  <a:pt x="2032473" y="271590"/>
                </a:lnTo>
                <a:lnTo>
                  <a:pt x="2032921" y="272162"/>
                </a:lnTo>
                <a:lnTo>
                  <a:pt x="2033348" y="272752"/>
                </a:lnTo>
                <a:lnTo>
                  <a:pt x="2033755" y="273361"/>
                </a:lnTo>
                <a:lnTo>
                  <a:pt x="2034141" y="273988"/>
                </a:lnTo>
                <a:lnTo>
                  <a:pt x="2034505" y="274633"/>
                </a:lnTo>
                <a:lnTo>
                  <a:pt x="2034849" y="275296"/>
                </a:lnTo>
                <a:lnTo>
                  <a:pt x="2035172" y="275977"/>
                </a:lnTo>
                <a:lnTo>
                  <a:pt x="2035475" y="276677"/>
                </a:lnTo>
                <a:lnTo>
                  <a:pt x="2035756" y="277395"/>
                </a:lnTo>
                <a:lnTo>
                  <a:pt x="2036017" y="278131"/>
                </a:lnTo>
                <a:lnTo>
                  <a:pt x="2036256" y="278885"/>
                </a:lnTo>
                <a:lnTo>
                  <a:pt x="2036475" y="279658"/>
                </a:lnTo>
                <a:lnTo>
                  <a:pt x="2036673" y="280449"/>
                </a:lnTo>
                <a:lnTo>
                  <a:pt x="2036851" y="281258"/>
                </a:lnTo>
                <a:lnTo>
                  <a:pt x="2037007" y="282085"/>
                </a:lnTo>
                <a:lnTo>
                  <a:pt x="2037142" y="282930"/>
                </a:lnTo>
                <a:lnTo>
                  <a:pt x="2037257" y="283794"/>
                </a:lnTo>
                <a:lnTo>
                  <a:pt x="2037351" y="284676"/>
                </a:lnTo>
                <a:lnTo>
                  <a:pt x="2037424" y="285576"/>
                </a:lnTo>
                <a:lnTo>
                  <a:pt x="2037476" y="286494"/>
                </a:lnTo>
                <a:lnTo>
                  <a:pt x="2037507" y="287430"/>
                </a:lnTo>
                <a:lnTo>
                  <a:pt x="2037518" y="288385"/>
                </a:lnTo>
                <a:lnTo>
                  <a:pt x="2037518" y="349055"/>
                </a:lnTo>
                <a:lnTo>
                  <a:pt x="2052432" y="349055"/>
                </a:lnTo>
                <a:lnTo>
                  <a:pt x="2052432" y="287374"/>
                </a:lnTo>
                <a:lnTo>
                  <a:pt x="2052425" y="286339"/>
                </a:lnTo>
                <a:lnTo>
                  <a:pt x="2052403" y="285319"/>
                </a:lnTo>
                <a:lnTo>
                  <a:pt x="2052367" y="284315"/>
                </a:lnTo>
                <a:lnTo>
                  <a:pt x="2052316" y="283325"/>
                </a:lnTo>
                <a:lnTo>
                  <a:pt x="2052251" y="282352"/>
                </a:lnTo>
                <a:lnTo>
                  <a:pt x="2052172" y="281394"/>
                </a:lnTo>
                <a:lnTo>
                  <a:pt x="2052077" y="280451"/>
                </a:lnTo>
                <a:lnTo>
                  <a:pt x="2051969" y="279523"/>
                </a:lnTo>
                <a:lnTo>
                  <a:pt x="2051846" y="278611"/>
                </a:lnTo>
                <a:lnTo>
                  <a:pt x="2051708" y="277714"/>
                </a:lnTo>
                <a:lnTo>
                  <a:pt x="2051556" y="276833"/>
                </a:lnTo>
                <a:lnTo>
                  <a:pt x="2051390" y="275966"/>
                </a:lnTo>
                <a:lnTo>
                  <a:pt x="2051208" y="275116"/>
                </a:lnTo>
                <a:lnTo>
                  <a:pt x="2051013" y="274280"/>
                </a:lnTo>
                <a:lnTo>
                  <a:pt x="2050803" y="273460"/>
                </a:lnTo>
                <a:lnTo>
                  <a:pt x="2050578" y="272656"/>
                </a:lnTo>
                <a:lnTo>
                  <a:pt x="2050340" y="271866"/>
                </a:lnTo>
                <a:lnTo>
                  <a:pt x="2050086" y="271092"/>
                </a:lnTo>
                <a:lnTo>
                  <a:pt x="2049818" y="270334"/>
                </a:lnTo>
                <a:lnTo>
                  <a:pt x="2049536" y="269590"/>
                </a:lnTo>
                <a:lnTo>
                  <a:pt x="2049239" y="268863"/>
                </a:lnTo>
                <a:lnTo>
                  <a:pt x="2048927" y="268150"/>
                </a:lnTo>
                <a:lnTo>
                  <a:pt x="2048602" y="267453"/>
                </a:lnTo>
                <a:lnTo>
                  <a:pt x="2048261" y="266771"/>
                </a:lnTo>
                <a:lnTo>
                  <a:pt x="2047913" y="266099"/>
                </a:lnTo>
                <a:lnTo>
                  <a:pt x="2047553" y="265442"/>
                </a:lnTo>
                <a:lnTo>
                  <a:pt x="2047182" y="264799"/>
                </a:lnTo>
                <a:lnTo>
                  <a:pt x="2046799" y="264171"/>
                </a:lnTo>
                <a:lnTo>
                  <a:pt x="2046404" y="263558"/>
                </a:lnTo>
                <a:lnTo>
                  <a:pt x="2045998" y="262960"/>
                </a:lnTo>
                <a:lnTo>
                  <a:pt x="2045580" y="262376"/>
                </a:lnTo>
                <a:lnTo>
                  <a:pt x="2045151" y="261807"/>
                </a:lnTo>
                <a:lnTo>
                  <a:pt x="2044709" y="261252"/>
                </a:lnTo>
                <a:lnTo>
                  <a:pt x="2044257" y="260712"/>
                </a:lnTo>
                <a:lnTo>
                  <a:pt x="2043792" y="260187"/>
                </a:lnTo>
                <a:lnTo>
                  <a:pt x="2043316" y="259677"/>
                </a:lnTo>
                <a:lnTo>
                  <a:pt x="2042828" y="259182"/>
                </a:lnTo>
                <a:lnTo>
                  <a:pt x="2042329" y="258701"/>
                </a:lnTo>
                <a:lnTo>
                  <a:pt x="2041818" y="258234"/>
                </a:lnTo>
                <a:lnTo>
                  <a:pt x="2041295" y="257783"/>
                </a:lnTo>
                <a:lnTo>
                  <a:pt x="2040761" y="257346"/>
                </a:lnTo>
                <a:lnTo>
                  <a:pt x="2040215" y="256924"/>
                </a:lnTo>
                <a:lnTo>
                  <a:pt x="2039658" y="256517"/>
                </a:lnTo>
                <a:lnTo>
                  <a:pt x="2039089" y="256124"/>
                </a:lnTo>
                <a:lnTo>
                  <a:pt x="2038508" y="255746"/>
                </a:lnTo>
                <a:lnTo>
                  <a:pt x="2037916" y="255383"/>
                </a:lnTo>
                <a:lnTo>
                  <a:pt x="2037312" y="255034"/>
                </a:lnTo>
                <a:lnTo>
                  <a:pt x="2036696" y="254700"/>
                </a:lnTo>
                <a:lnTo>
                  <a:pt x="2036070" y="254375"/>
                </a:lnTo>
                <a:lnTo>
                  <a:pt x="2035436" y="254064"/>
                </a:lnTo>
                <a:lnTo>
                  <a:pt x="2034793" y="253767"/>
                </a:lnTo>
                <a:lnTo>
                  <a:pt x="2034142" y="253484"/>
                </a:lnTo>
                <a:lnTo>
                  <a:pt x="2033482" y="253214"/>
                </a:lnTo>
                <a:lnTo>
                  <a:pt x="2032813" y="252958"/>
                </a:lnTo>
                <a:lnTo>
                  <a:pt x="2032136" y="252717"/>
                </a:lnTo>
                <a:lnTo>
                  <a:pt x="2031451" y="252488"/>
                </a:lnTo>
                <a:lnTo>
                  <a:pt x="2030756" y="252274"/>
                </a:lnTo>
                <a:lnTo>
                  <a:pt x="2030054" y="252074"/>
                </a:lnTo>
                <a:lnTo>
                  <a:pt x="2029342" y="251887"/>
                </a:lnTo>
                <a:lnTo>
                  <a:pt x="2028622" y="251714"/>
                </a:lnTo>
                <a:lnTo>
                  <a:pt x="2027894" y="251555"/>
                </a:lnTo>
                <a:lnTo>
                  <a:pt x="2027157" y="251410"/>
                </a:lnTo>
                <a:lnTo>
                  <a:pt x="2026411" y="251279"/>
                </a:lnTo>
                <a:lnTo>
                  <a:pt x="2025657" y="251161"/>
                </a:lnTo>
                <a:lnTo>
                  <a:pt x="2024895" y="251058"/>
                </a:lnTo>
                <a:lnTo>
                  <a:pt x="2024124" y="250968"/>
                </a:lnTo>
                <a:lnTo>
                  <a:pt x="2023344" y="250892"/>
                </a:lnTo>
                <a:lnTo>
                  <a:pt x="2022555" y="250829"/>
                </a:lnTo>
                <a:lnTo>
                  <a:pt x="2021759" y="250781"/>
                </a:lnTo>
                <a:lnTo>
                  <a:pt x="2020953" y="250747"/>
                </a:lnTo>
                <a:lnTo>
                  <a:pt x="2020139" y="250726"/>
                </a:lnTo>
                <a:lnTo>
                  <a:pt x="2019317" y="250719"/>
                </a:lnTo>
                <a:lnTo>
                  <a:pt x="2018371" y="250727"/>
                </a:lnTo>
                <a:lnTo>
                  <a:pt x="2017442" y="250750"/>
                </a:lnTo>
                <a:lnTo>
                  <a:pt x="2016528" y="250789"/>
                </a:lnTo>
                <a:lnTo>
                  <a:pt x="2015630" y="250844"/>
                </a:lnTo>
                <a:lnTo>
                  <a:pt x="2014748" y="250914"/>
                </a:lnTo>
                <a:lnTo>
                  <a:pt x="2013882" y="250999"/>
                </a:lnTo>
                <a:lnTo>
                  <a:pt x="2013031" y="251101"/>
                </a:lnTo>
                <a:lnTo>
                  <a:pt x="2012196" y="251217"/>
                </a:lnTo>
                <a:lnTo>
                  <a:pt x="2011377" y="251350"/>
                </a:lnTo>
                <a:lnTo>
                  <a:pt x="2010574" y="251498"/>
                </a:lnTo>
                <a:lnTo>
                  <a:pt x="2009787" y="251661"/>
                </a:lnTo>
                <a:lnTo>
                  <a:pt x="2009015" y="251841"/>
                </a:lnTo>
                <a:lnTo>
                  <a:pt x="2008260" y="252035"/>
                </a:lnTo>
                <a:lnTo>
                  <a:pt x="2007520" y="252246"/>
                </a:lnTo>
                <a:lnTo>
                  <a:pt x="2006795" y="252472"/>
                </a:lnTo>
                <a:lnTo>
                  <a:pt x="2006087" y="252713"/>
                </a:lnTo>
                <a:lnTo>
                  <a:pt x="2005395" y="252970"/>
                </a:lnTo>
                <a:lnTo>
                  <a:pt x="2004718" y="253243"/>
                </a:lnTo>
                <a:lnTo>
                  <a:pt x="2004057" y="253531"/>
                </a:lnTo>
                <a:lnTo>
                  <a:pt x="2003412" y="253835"/>
                </a:lnTo>
                <a:lnTo>
                  <a:pt x="2002782" y="254154"/>
                </a:lnTo>
                <a:lnTo>
                  <a:pt x="2002169" y="254489"/>
                </a:lnTo>
                <a:lnTo>
                  <a:pt x="2001571" y="254840"/>
                </a:lnTo>
                <a:lnTo>
                  <a:pt x="2000989" y="255206"/>
                </a:lnTo>
                <a:lnTo>
                  <a:pt x="2000426" y="255580"/>
                </a:lnTo>
                <a:lnTo>
                  <a:pt x="1999875" y="255965"/>
                </a:lnTo>
                <a:lnTo>
                  <a:pt x="1999336" y="256360"/>
                </a:lnTo>
                <a:lnTo>
                  <a:pt x="1998809" y="256767"/>
                </a:lnTo>
                <a:lnTo>
                  <a:pt x="1998293" y="257184"/>
                </a:lnTo>
                <a:lnTo>
                  <a:pt x="1997790" y="257611"/>
                </a:lnTo>
                <a:lnTo>
                  <a:pt x="1997298" y="258050"/>
                </a:lnTo>
                <a:lnTo>
                  <a:pt x="1996818" y="258499"/>
                </a:lnTo>
                <a:lnTo>
                  <a:pt x="1996350" y="258959"/>
                </a:lnTo>
                <a:lnTo>
                  <a:pt x="1995894" y="259430"/>
                </a:lnTo>
                <a:lnTo>
                  <a:pt x="1995449" y="259912"/>
                </a:lnTo>
                <a:lnTo>
                  <a:pt x="1995017" y="260404"/>
                </a:lnTo>
                <a:lnTo>
                  <a:pt x="1994596" y="260907"/>
                </a:lnTo>
                <a:lnTo>
                  <a:pt x="1994187" y="261421"/>
                </a:lnTo>
                <a:lnTo>
                  <a:pt x="1993791" y="261945"/>
                </a:lnTo>
                <a:lnTo>
                  <a:pt x="1993405" y="262481"/>
                </a:lnTo>
                <a:lnTo>
                  <a:pt x="1993032" y="263027"/>
                </a:lnTo>
                <a:lnTo>
                  <a:pt x="1992671" y="263584"/>
                </a:lnTo>
                <a:lnTo>
                  <a:pt x="1992321" y="264151"/>
                </a:lnTo>
                <a:lnTo>
                  <a:pt x="1991984" y="264730"/>
                </a:lnTo>
                <a:lnTo>
                  <a:pt x="1991658" y="265319"/>
                </a:lnTo>
                <a:lnTo>
                  <a:pt x="1991344" y="265918"/>
                </a:lnTo>
                <a:lnTo>
                  <a:pt x="1991042" y="266529"/>
                </a:lnTo>
                <a:lnTo>
                  <a:pt x="1990751" y="267150"/>
                </a:lnTo>
                <a:lnTo>
                  <a:pt x="1989487" y="267150"/>
                </a:lnTo>
                <a:lnTo>
                  <a:pt x="1989487" y="219625"/>
                </a:lnTo>
                <a:lnTo>
                  <a:pt x="1974572" y="219625"/>
                </a:lnTo>
                <a:lnTo>
                  <a:pt x="1974572" y="349055"/>
                </a:lnTo>
                <a:lnTo>
                  <a:pt x="1989487" y="349055"/>
                </a:lnTo>
                <a:lnTo>
                  <a:pt x="1989487" y="290660"/>
                </a:lnTo>
                <a:lnTo>
                  <a:pt x="1989493" y="289959"/>
                </a:lnTo>
                <a:lnTo>
                  <a:pt x="1989510" y="289266"/>
                </a:lnTo>
                <a:lnTo>
                  <a:pt x="1989538" y="288582"/>
                </a:lnTo>
                <a:lnTo>
                  <a:pt x="1989578" y="287907"/>
                </a:lnTo>
                <a:lnTo>
                  <a:pt x="1989630" y="287241"/>
                </a:lnTo>
                <a:lnTo>
                  <a:pt x="1989692" y="286584"/>
                </a:lnTo>
                <a:lnTo>
                  <a:pt x="1989767" y="285935"/>
                </a:lnTo>
                <a:close/>
                <a:moveTo>
                  <a:pt x="1735158" y="285935"/>
                </a:moveTo>
                <a:lnTo>
                  <a:pt x="1735244" y="285295"/>
                </a:lnTo>
                <a:lnTo>
                  <a:pt x="1735341" y="284664"/>
                </a:lnTo>
                <a:lnTo>
                  <a:pt x="1735449" y="284042"/>
                </a:lnTo>
                <a:lnTo>
                  <a:pt x="1735569" y="283428"/>
                </a:lnTo>
                <a:lnTo>
                  <a:pt x="1735700" y="282823"/>
                </a:lnTo>
                <a:lnTo>
                  <a:pt x="1735843" y="282227"/>
                </a:lnTo>
                <a:lnTo>
                  <a:pt x="1735997" y="281640"/>
                </a:lnTo>
                <a:lnTo>
                  <a:pt x="1736162" y="281062"/>
                </a:lnTo>
                <a:lnTo>
                  <a:pt x="1736339" y="280492"/>
                </a:lnTo>
                <a:lnTo>
                  <a:pt x="1736527" y="279931"/>
                </a:lnTo>
                <a:lnTo>
                  <a:pt x="1736727" y="279379"/>
                </a:lnTo>
                <a:lnTo>
                  <a:pt x="1736938" y="278836"/>
                </a:lnTo>
                <a:lnTo>
                  <a:pt x="1737161" y="278301"/>
                </a:lnTo>
                <a:lnTo>
                  <a:pt x="1737394" y="277775"/>
                </a:lnTo>
                <a:lnTo>
                  <a:pt x="1737640" y="277258"/>
                </a:lnTo>
                <a:lnTo>
                  <a:pt x="1737897" y="276750"/>
                </a:lnTo>
                <a:lnTo>
                  <a:pt x="1738165" y="276251"/>
                </a:lnTo>
                <a:lnTo>
                  <a:pt x="1738448" y="275761"/>
                </a:lnTo>
                <a:lnTo>
                  <a:pt x="1738740" y="275280"/>
                </a:lnTo>
                <a:lnTo>
                  <a:pt x="1739040" y="274810"/>
                </a:lnTo>
                <a:lnTo>
                  <a:pt x="1739348" y="274350"/>
                </a:lnTo>
                <a:lnTo>
                  <a:pt x="1739665" y="273899"/>
                </a:lnTo>
                <a:lnTo>
                  <a:pt x="1739990" y="273458"/>
                </a:lnTo>
                <a:lnTo>
                  <a:pt x="1740323" y="273027"/>
                </a:lnTo>
                <a:lnTo>
                  <a:pt x="1740665" y="272606"/>
                </a:lnTo>
                <a:lnTo>
                  <a:pt x="1741015" y="272195"/>
                </a:lnTo>
                <a:lnTo>
                  <a:pt x="1741373" y="271794"/>
                </a:lnTo>
                <a:lnTo>
                  <a:pt x="1741740" y="271403"/>
                </a:lnTo>
                <a:lnTo>
                  <a:pt x="1742115" y="271021"/>
                </a:lnTo>
                <a:lnTo>
                  <a:pt x="1742498" y="270650"/>
                </a:lnTo>
                <a:lnTo>
                  <a:pt x="1742890" y="270288"/>
                </a:lnTo>
                <a:lnTo>
                  <a:pt x="1743290" y="269936"/>
                </a:lnTo>
                <a:lnTo>
                  <a:pt x="1743698" y="269594"/>
                </a:lnTo>
                <a:lnTo>
                  <a:pt x="1744115" y="269262"/>
                </a:lnTo>
                <a:lnTo>
                  <a:pt x="1744540" y="268940"/>
                </a:lnTo>
                <a:lnTo>
                  <a:pt x="1744973" y="268627"/>
                </a:lnTo>
                <a:lnTo>
                  <a:pt x="1745415" y="268325"/>
                </a:lnTo>
                <a:lnTo>
                  <a:pt x="1745865" y="268032"/>
                </a:lnTo>
                <a:lnTo>
                  <a:pt x="1746323" y="267749"/>
                </a:lnTo>
                <a:lnTo>
                  <a:pt x="1746790" y="267477"/>
                </a:lnTo>
                <a:lnTo>
                  <a:pt x="1747265" y="267214"/>
                </a:lnTo>
                <a:lnTo>
                  <a:pt x="1747752" y="266961"/>
                </a:lnTo>
                <a:lnTo>
                  <a:pt x="1748245" y="266719"/>
                </a:lnTo>
                <a:lnTo>
                  <a:pt x="1748742" y="266488"/>
                </a:lnTo>
                <a:lnTo>
                  <a:pt x="1749245" y="266267"/>
                </a:lnTo>
                <a:lnTo>
                  <a:pt x="1749754" y="266058"/>
                </a:lnTo>
                <a:lnTo>
                  <a:pt x="1750267" y="265859"/>
                </a:lnTo>
                <a:lnTo>
                  <a:pt x="1750786" y="265671"/>
                </a:lnTo>
                <a:lnTo>
                  <a:pt x="1751310" y="265493"/>
                </a:lnTo>
                <a:lnTo>
                  <a:pt x="1751839" y="265326"/>
                </a:lnTo>
                <a:lnTo>
                  <a:pt x="1752374" y="265171"/>
                </a:lnTo>
                <a:lnTo>
                  <a:pt x="1752914" y="265025"/>
                </a:lnTo>
                <a:lnTo>
                  <a:pt x="1753459" y="264891"/>
                </a:lnTo>
                <a:lnTo>
                  <a:pt x="1754009" y="264767"/>
                </a:lnTo>
                <a:lnTo>
                  <a:pt x="1754565" y="264654"/>
                </a:lnTo>
                <a:lnTo>
                  <a:pt x="1755125" y="264552"/>
                </a:lnTo>
                <a:lnTo>
                  <a:pt x="1755692" y="264461"/>
                </a:lnTo>
                <a:lnTo>
                  <a:pt x="1756263" y="264380"/>
                </a:lnTo>
                <a:lnTo>
                  <a:pt x="1756840" y="264310"/>
                </a:lnTo>
                <a:lnTo>
                  <a:pt x="1757422" y="264251"/>
                </a:lnTo>
                <a:lnTo>
                  <a:pt x="1758009" y="264203"/>
                </a:lnTo>
                <a:lnTo>
                  <a:pt x="1758601" y="264165"/>
                </a:lnTo>
                <a:lnTo>
                  <a:pt x="1759199" y="264138"/>
                </a:lnTo>
                <a:lnTo>
                  <a:pt x="1759802" y="264122"/>
                </a:lnTo>
                <a:lnTo>
                  <a:pt x="1760410" y="264117"/>
                </a:lnTo>
                <a:lnTo>
                  <a:pt x="1761282" y="264128"/>
                </a:lnTo>
                <a:lnTo>
                  <a:pt x="1762137" y="264161"/>
                </a:lnTo>
                <a:lnTo>
                  <a:pt x="1762977" y="264217"/>
                </a:lnTo>
                <a:lnTo>
                  <a:pt x="1763800" y="264294"/>
                </a:lnTo>
                <a:lnTo>
                  <a:pt x="1764608" y="264394"/>
                </a:lnTo>
                <a:lnTo>
                  <a:pt x="1765399" y="264516"/>
                </a:lnTo>
                <a:lnTo>
                  <a:pt x="1766174" y="264660"/>
                </a:lnTo>
                <a:lnTo>
                  <a:pt x="1766934" y="264826"/>
                </a:lnTo>
                <a:lnTo>
                  <a:pt x="1767677" y="265014"/>
                </a:lnTo>
                <a:lnTo>
                  <a:pt x="1768404" y="265225"/>
                </a:lnTo>
                <a:lnTo>
                  <a:pt x="1769116" y="265458"/>
                </a:lnTo>
                <a:lnTo>
                  <a:pt x="1769811" y="265713"/>
                </a:lnTo>
                <a:lnTo>
                  <a:pt x="1770490" y="265990"/>
                </a:lnTo>
                <a:lnTo>
                  <a:pt x="1771154" y="266289"/>
                </a:lnTo>
                <a:lnTo>
                  <a:pt x="1771801" y="266610"/>
                </a:lnTo>
                <a:lnTo>
                  <a:pt x="1772432" y="266954"/>
                </a:lnTo>
                <a:lnTo>
                  <a:pt x="1773047" y="267319"/>
                </a:lnTo>
                <a:lnTo>
                  <a:pt x="1773646" y="267707"/>
                </a:lnTo>
                <a:lnTo>
                  <a:pt x="1774230" y="268117"/>
                </a:lnTo>
                <a:lnTo>
                  <a:pt x="1774797" y="268549"/>
                </a:lnTo>
                <a:lnTo>
                  <a:pt x="1775348" y="269004"/>
                </a:lnTo>
                <a:lnTo>
                  <a:pt x="1775883" y="269480"/>
                </a:lnTo>
                <a:lnTo>
                  <a:pt x="1776402" y="269979"/>
                </a:lnTo>
                <a:lnTo>
                  <a:pt x="1776905" y="270500"/>
                </a:lnTo>
                <a:lnTo>
                  <a:pt x="1777395" y="271036"/>
                </a:lnTo>
                <a:lnTo>
                  <a:pt x="1777864" y="271590"/>
                </a:lnTo>
                <a:lnTo>
                  <a:pt x="1778312" y="272162"/>
                </a:lnTo>
                <a:lnTo>
                  <a:pt x="1778740" y="272752"/>
                </a:lnTo>
                <a:lnTo>
                  <a:pt x="1779146" y="273361"/>
                </a:lnTo>
                <a:lnTo>
                  <a:pt x="1779532" y="273988"/>
                </a:lnTo>
                <a:lnTo>
                  <a:pt x="1779897" y="274633"/>
                </a:lnTo>
                <a:lnTo>
                  <a:pt x="1780241" y="275296"/>
                </a:lnTo>
                <a:lnTo>
                  <a:pt x="1780564" y="275977"/>
                </a:lnTo>
                <a:lnTo>
                  <a:pt x="1780866" y="276677"/>
                </a:lnTo>
                <a:lnTo>
                  <a:pt x="1781147" y="277395"/>
                </a:lnTo>
                <a:lnTo>
                  <a:pt x="1781408" y="278131"/>
                </a:lnTo>
                <a:lnTo>
                  <a:pt x="1781648" y="278885"/>
                </a:lnTo>
                <a:lnTo>
                  <a:pt x="1781867" y="279658"/>
                </a:lnTo>
                <a:lnTo>
                  <a:pt x="1782065" y="280449"/>
                </a:lnTo>
                <a:lnTo>
                  <a:pt x="1782242" y="281258"/>
                </a:lnTo>
                <a:lnTo>
                  <a:pt x="1782398" y="282085"/>
                </a:lnTo>
                <a:lnTo>
                  <a:pt x="1782534" y="282930"/>
                </a:lnTo>
                <a:lnTo>
                  <a:pt x="1782648" y="283794"/>
                </a:lnTo>
                <a:lnTo>
                  <a:pt x="1782742" y="284676"/>
                </a:lnTo>
                <a:lnTo>
                  <a:pt x="1782815" y="285576"/>
                </a:lnTo>
                <a:lnTo>
                  <a:pt x="1782867" y="286494"/>
                </a:lnTo>
                <a:lnTo>
                  <a:pt x="1782898" y="287430"/>
                </a:lnTo>
                <a:lnTo>
                  <a:pt x="1782909" y="288385"/>
                </a:lnTo>
                <a:lnTo>
                  <a:pt x="1782909" y="349055"/>
                </a:lnTo>
                <a:lnTo>
                  <a:pt x="1797824" y="349055"/>
                </a:lnTo>
                <a:lnTo>
                  <a:pt x="1797824" y="287374"/>
                </a:lnTo>
                <a:lnTo>
                  <a:pt x="1797816" y="286339"/>
                </a:lnTo>
                <a:lnTo>
                  <a:pt x="1797795" y="285319"/>
                </a:lnTo>
                <a:lnTo>
                  <a:pt x="1797758" y="284315"/>
                </a:lnTo>
                <a:lnTo>
                  <a:pt x="1797708" y="283325"/>
                </a:lnTo>
                <a:lnTo>
                  <a:pt x="1797642" y="282352"/>
                </a:lnTo>
                <a:lnTo>
                  <a:pt x="1797563" y="281394"/>
                </a:lnTo>
                <a:lnTo>
                  <a:pt x="1797469" y="280451"/>
                </a:lnTo>
                <a:lnTo>
                  <a:pt x="1797360" y="279523"/>
                </a:lnTo>
                <a:lnTo>
                  <a:pt x="1797237" y="278611"/>
                </a:lnTo>
                <a:lnTo>
                  <a:pt x="1797099" y="277714"/>
                </a:lnTo>
                <a:lnTo>
                  <a:pt x="1796947" y="276833"/>
                </a:lnTo>
                <a:lnTo>
                  <a:pt x="1796781" y="275966"/>
                </a:lnTo>
                <a:lnTo>
                  <a:pt x="1796600" y="275116"/>
                </a:lnTo>
                <a:lnTo>
                  <a:pt x="1796404" y="274280"/>
                </a:lnTo>
                <a:lnTo>
                  <a:pt x="1796194" y="273460"/>
                </a:lnTo>
                <a:lnTo>
                  <a:pt x="1795970" y="272656"/>
                </a:lnTo>
                <a:lnTo>
                  <a:pt x="1795731" y="271866"/>
                </a:lnTo>
                <a:lnTo>
                  <a:pt x="1795477" y="271092"/>
                </a:lnTo>
                <a:lnTo>
                  <a:pt x="1795209" y="270334"/>
                </a:lnTo>
                <a:lnTo>
                  <a:pt x="1794927" y="269590"/>
                </a:lnTo>
                <a:lnTo>
                  <a:pt x="1794630" y="268863"/>
                </a:lnTo>
                <a:lnTo>
                  <a:pt x="1794319" y="268150"/>
                </a:lnTo>
                <a:lnTo>
                  <a:pt x="1793993" y="267453"/>
                </a:lnTo>
                <a:lnTo>
                  <a:pt x="1793653" y="266771"/>
                </a:lnTo>
                <a:lnTo>
                  <a:pt x="1793304" y="266099"/>
                </a:lnTo>
                <a:lnTo>
                  <a:pt x="1792945" y="265442"/>
                </a:lnTo>
                <a:lnTo>
                  <a:pt x="1792573" y="264799"/>
                </a:lnTo>
                <a:lnTo>
                  <a:pt x="1792190" y="264171"/>
                </a:lnTo>
                <a:lnTo>
                  <a:pt x="1791796" y="263558"/>
                </a:lnTo>
                <a:lnTo>
                  <a:pt x="1791389" y="262960"/>
                </a:lnTo>
                <a:lnTo>
                  <a:pt x="1790971" y="262376"/>
                </a:lnTo>
                <a:lnTo>
                  <a:pt x="1790542" y="261807"/>
                </a:lnTo>
                <a:lnTo>
                  <a:pt x="1790101" y="261252"/>
                </a:lnTo>
                <a:lnTo>
                  <a:pt x="1789648" y="260712"/>
                </a:lnTo>
                <a:lnTo>
                  <a:pt x="1789183" y="260187"/>
                </a:lnTo>
                <a:lnTo>
                  <a:pt x="1788707" y="259677"/>
                </a:lnTo>
                <a:lnTo>
                  <a:pt x="1788220" y="259182"/>
                </a:lnTo>
                <a:lnTo>
                  <a:pt x="1787720" y="258701"/>
                </a:lnTo>
                <a:lnTo>
                  <a:pt x="1787209" y="258234"/>
                </a:lnTo>
                <a:lnTo>
                  <a:pt x="1786687" y="257783"/>
                </a:lnTo>
                <a:lnTo>
                  <a:pt x="1786153" y="257346"/>
                </a:lnTo>
                <a:lnTo>
                  <a:pt x="1785607" y="256924"/>
                </a:lnTo>
                <a:lnTo>
                  <a:pt x="1785049" y="256517"/>
                </a:lnTo>
                <a:lnTo>
                  <a:pt x="1784480" y="256124"/>
                </a:lnTo>
                <a:lnTo>
                  <a:pt x="1783899" y="255746"/>
                </a:lnTo>
                <a:lnTo>
                  <a:pt x="1783307" y="255383"/>
                </a:lnTo>
                <a:lnTo>
                  <a:pt x="1782703" y="255034"/>
                </a:lnTo>
                <a:lnTo>
                  <a:pt x="1782087" y="254700"/>
                </a:lnTo>
                <a:lnTo>
                  <a:pt x="1781462" y="254375"/>
                </a:lnTo>
                <a:lnTo>
                  <a:pt x="1780827" y="254064"/>
                </a:lnTo>
                <a:lnTo>
                  <a:pt x="1780184" y="253767"/>
                </a:lnTo>
                <a:lnTo>
                  <a:pt x="1779533" y="253484"/>
                </a:lnTo>
                <a:lnTo>
                  <a:pt x="1778873" y="253214"/>
                </a:lnTo>
                <a:lnTo>
                  <a:pt x="1778205" y="252958"/>
                </a:lnTo>
                <a:lnTo>
                  <a:pt x="1777527" y="252717"/>
                </a:lnTo>
                <a:lnTo>
                  <a:pt x="1776842" y="252488"/>
                </a:lnTo>
                <a:lnTo>
                  <a:pt x="1776148" y="252274"/>
                </a:lnTo>
                <a:lnTo>
                  <a:pt x="1775445" y="252074"/>
                </a:lnTo>
                <a:lnTo>
                  <a:pt x="1774734" y="251887"/>
                </a:lnTo>
                <a:lnTo>
                  <a:pt x="1774014" y="251714"/>
                </a:lnTo>
                <a:lnTo>
                  <a:pt x="1773285" y="251555"/>
                </a:lnTo>
                <a:lnTo>
                  <a:pt x="1772548" y="251410"/>
                </a:lnTo>
                <a:lnTo>
                  <a:pt x="1771803" y="251279"/>
                </a:lnTo>
                <a:lnTo>
                  <a:pt x="1771049" y="251161"/>
                </a:lnTo>
                <a:lnTo>
                  <a:pt x="1770286" y="251058"/>
                </a:lnTo>
                <a:lnTo>
                  <a:pt x="1769515" y="250968"/>
                </a:lnTo>
                <a:lnTo>
                  <a:pt x="1768735" y="250892"/>
                </a:lnTo>
                <a:lnTo>
                  <a:pt x="1767947" y="250829"/>
                </a:lnTo>
                <a:lnTo>
                  <a:pt x="1767150" y="250781"/>
                </a:lnTo>
                <a:lnTo>
                  <a:pt x="1766344" y="250747"/>
                </a:lnTo>
                <a:lnTo>
                  <a:pt x="1765530" y="250726"/>
                </a:lnTo>
                <a:lnTo>
                  <a:pt x="1764708" y="250719"/>
                </a:lnTo>
                <a:lnTo>
                  <a:pt x="1763763" y="250727"/>
                </a:lnTo>
                <a:lnTo>
                  <a:pt x="1762833" y="250750"/>
                </a:lnTo>
                <a:lnTo>
                  <a:pt x="1761919" y="250789"/>
                </a:lnTo>
                <a:lnTo>
                  <a:pt x="1761021" y="250844"/>
                </a:lnTo>
                <a:lnTo>
                  <a:pt x="1760139" y="250914"/>
                </a:lnTo>
                <a:lnTo>
                  <a:pt x="1759273" y="250999"/>
                </a:lnTo>
                <a:lnTo>
                  <a:pt x="1758422" y="251101"/>
                </a:lnTo>
                <a:lnTo>
                  <a:pt x="1757588" y="251217"/>
                </a:lnTo>
                <a:lnTo>
                  <a:pt x="1756769" y="251350"/>
                </a:lnTo>
                <a:lnTo>
                  <a:pt x="1755965" y="251498"/>
                </a:lnTo>
                <a:lnTo>
                  <a:pt x="1755178" y="251661"/>
                </a:lnTo>
                <a:lnTo>
                  <a:pt x="1754407" y="251841"/>
                </a:lnTo>
                <a:lnTo>
                  <a:pt x="1753651" y="252035"/>
                </a:lnTo>
                <a:lnTo>
                  <a:pt x="1752911" y="252246"/>
                </a:lnTo>
                <a:lnTo>
                  <a:pt x="1752187" y="252472"/>
                </a:lnTo>
                <a:lnTo>
                  <a:pt x="1751478" y="252713"/>
                </a:lnTo>
                <a:lnTo>
                  <a:pt x="1750786" y="252970"/>
                </a:lnTo>
                <a:lnTo>
                  <a:pt x="1750109" y="253243"/>
                </a:lnTo>
                <a:lnTo>
                  <a:pt x="1749448" y="253531"/>
                </a:lnTo>
                <a:lnTo>
                  <a:pt x="1748803" y="253835"/>
                </a:lnTo>
                <a:lnTo>
                  <a:pt x="1748174" y="254154"/>
                </a:lnTo>
                <a:lnTo>
                  <a:pt x="1747560" y="254489"/>
                </a:lnTo>
                <a:lnTo>
                  <a:pt x="1746962" y="254840"/>
                </a:lnTo>
                <a:lnTo>
                  <a:pt x="1746380" y="255206"/>
                </a:lnTo>
                <a:lnTo>
                  <a:pt x="1745818" y="255580"/>
                </a:lnTo>
                <a:lnTo>
                  <a:pt x="1745267" y="255965"/>
                </a:lnTo>
                <a:lnTo>
                  <a:pt x="1744727" y="256360"/>
                </a:lnTo>
                <a:lnTo>
                  <a:pt x="1744200" y="256767"/>
                </a:lnTo>
                <a:lnTo>
                  <a:pt x="1743685" y="257184"/>
                </a:lnTo>
                <a:lnTo>
                  <a:pt x="1743181" y="257611"/>
                </a:lnTo>
                <a:lnTo>
                  <a:pt x="1742689" y="258050"/>
                </a:lnTo>
                <a:lnTo>
                  <a:pt x="1742209" y="258499"/>
                </a:lnTo>
                <a:lnTo>
                  <a:pt x="1741741" y="258959"/>
                </a:lnTo>
                <a:lnTo>
                  <a:pt x="1741285" y="259430"/>
                </a:lnTo>
                <a:lnTo>
                  <a:pt x="1740841" y="259912"/>
                </a:lnTo>
                <a:lnTo>
                  <a:pt x="1740408" y="260404"/>
                </a:lnTo>
                <a:lnTo>
                  <a:pt x="1739988" y="260907"/>
                </a:lnTo>
                <a:lnTo>
                  <a:pt x="1739579" y="261421"/>
                </a:lnTo>
                <a:lnTo>
                  <a:pt x="1739182" y="261945"/>
                </a:lnTo>
                <a:lnTo>
                  <a:pt x="1738797" y="262481"/>
                </a:lnTo>
                <a:lnTo>
                  <a:pt x="1738423" y="263027"/>
                </a:lnTo>
                <a:lnTo>
                  <a:pt x="1738062" y="263584"/>
                </a:lnTo>
                <a:lnTo>
                  <a:pt x="1737713" y="264151"/>
                </a:lnTo>
                <a:lnTo>
                  <a:pt x="1737375" y="264730"/>
                </a:lnTo>
                <a:lnTo>
                  <a:pt x="1737049" y="265319"/>
                </a:lnTo>
                <a:lnTo>
                  <a:pt x="1736735" y="265918"/>
                </a:lnTo>
                <a:lnTo>
                  <a:pt x="1736433" y="266529"/>
                </a:lnTo>
                <a:lnTo>
                  <a:pt x="1736142" y="267150"/>
                </a:lnTo>
                <a:lnTo>
                  <a:pt x="1734878" y="267150"/>
                </a:lnTo>
                <a:lnTo>
                  <a:pt x="1734878" y="219625"/>
                </a:lnTo>
                <a:lnTo>
                  <a:pt x="1719964" y="219625"/>
                </a:lnTo>
                <a:lnTo>
                  <a:pt x="1719964" y="349055"/>
                </a:lnTo>
                <a:lnTo>
                  <a:pt x="1734878" y="349055"/>
                </a:lnTo>
                <a:lnTo>
                  <a:pt x="1734878" y="290660"/>
                </a:lnTo>
                <a:lnTo>
                  <a:pt x="1734884" y="289959"/>
                </a:lnTo>
                <a:lnTo>
                  <a:pt x="1734901" y="289266"/>
                </a:lnTo>
                <a:lnTo>
                  <a:pt x="1734930" y="288582"/>
                </a:lnTo>
                <a:lnTo>
                  <a:pt x="1734970" y="287907"/>
                </a:lnTo>
                <a:lnTo>
                  <a:pt x="1735021" y="287241"/>
                </a:lnTo>
                <a:lnTo>
                  <a:pt x="1735084" y="286584"/>
                </a:lnTo>
                <a:lnTo>
                  <a:pt x="1735158" y="285935"/>
                </a:lnTo>
                <a:close/>
                <a:moveTo>
                  <a:pt x="2195186" y="285935"/>
                </a:moveTo>
                <a:lnTo>
                  <a:pt x="2195270" y="285295"/>
                </a:lnTo>
                <a:lnTo>
                  <a:pt x="2195365" y="284664"/>
                </a:lnTo>
                <a:lnTo>
                  <a:pt x="2195472" y="284042"/>
                </a:lnTo>
                <a:lnTo>
                  <a:pt x="2195589" y="283428"/>
                </a:lnTo>
                <a:lnTo>
                  <a:pt x="2195718" y="282823"/>
                </a:lnTo>
                <a:lnTo>
                  <a:pt x="2195858" y="282227"/>
                </a:lnTo>
                <a:lnTo>
                  <a:pt x="2196009" y="281640"/>
                </a:lnTo>
                <a:lnTo>
                  <a:pt x="2196171" y="281062"/>
                </a:lnTo>
                <a:lnTo>
                  <a:pt x="2196345" y="280492"/>
                </a:lnTo>
                <a:lnTo>
                  <a:pt x="2196529" y="279931"/>
                </a:lnTo>
                <a:lnTo>
                  <a:pt x="2196725" y="279379"/>
                </a:lnTo>
                <a:lnTo>
                  <a:pt x="2196932" y="278836"/>
                </a:lnTo>
                <a:lnTo>
                  <a:pt x="2197150" y="278301"/>
                </a:lnTo>
                <a:lnTo>
                  <a:pt x="2197380" y="277775"/>
                </a:lnTo>
                <a:lnTo>
                  <a:pt x="2197620" y="277258"/>
                </a:lnTo>
                <a:lnTo>
                  <a:pt x="2197872" y="276750"/>
                </a:lnTo>
                <a:lnTo>
                  <a:pt x="2198135" y="276251"/>
                </a:lnTo>
                <a:lnTo>
                  <a:pt x="2198408" y="275761"/>
                </a:lnTo>
                <a:lnTo>
                  <a:pt x="2198689" y="275280"/>
                </a:lnTo>
                <a:lnTo>
                  <a:pt x="2198977" y="274810"/>
                </a:lnTo>
                <a:lnTo>
                  <a:pt x="2199274" y="274350"/>
                </a:lnTo>
                <a:lnTo>
                  <a:pt x="2199580" y="273899"/>
                </a:lnTo>
                <a:lnTo>
                  <a:pt x="2199893" y="273458"/>
                </a:lnTo>
                <a:lnTo>
                  <a:pt x="2200214" y="273027"/>
                </a:lnTo>
                <a:lnTo>
                  <a:pt x="2200544" y="272606"/>
                </a:lnTo>
                <a:lnTo>
                  <a:pt x="2200881" y="272195"/>
                </a:lnTo>
                <a:lnTo>
                  <a:pt x="2201227" y="271794"/>
                </a:lnTo>
                <a:lnTo>
                  <a:pt x="2201581" y="271403"/>
                </a:lnTo>
                <a:lnTo>
                  <a:pt x="2201943" y="271021"/>
                </a:lnTo>
                <a:lnTo>
                  <a:pt x="2202313" y="270650"/>
                </a:lnTo>
                <a:lnTo>
                  <a:pt x="2202691" y="270288"/>
                </a:lnTo>
                <a:lnTo>
                  <a:pt x="2203077" y="269936"/>
                </a:lnTo>
                <a:lnTo>
                  <a:pt x="2203472" y="269594"/>
                </a:lnTo>
                <a:lnTo>
                  <a:pt x="2203874" y="269262"/>
                </a:lnTo>
                <a:lnTo>
                  <a:pt x="2204285" y="268940"/>
                </a:lnTo>
                <a:lnTo>
                  <a:pt x="2204704" y="268627"/>
                </a:lnTo>
                <a:lnTo>
                  <a:pt x="2205131" y="268325"/>
                </a:lnTo>
                <a:lnTo>
                  <a:pt x="2205566" y="268032"/>
                </a:lnTo>
                <a:lnTo>
                  <a:pt x="2206009" y="267749"/>
                </a:lnTo>
                <a:lnTo>
                  <a:pt x="2206460" y="267477"/>
                </a:lnTo>
                <a:lnTo>
                  <a:pt x="2206920" y="267214"/>
                </a:lnTo>
                <a:lnTo>
                  <a:pt x="2207391" y="266961"/>
                </a:lnTo>
                <a:lnTo>
                  <a:pt x="2207868" y="266719"/>
                </a:lnTo>
                <a:lnTo>
                  <a:pt x="2208350" y="266488"/>
                </a:lnTo>
                <a:lnTo>
                  <a:pt x="2208837" y="266267"/>
                </a:lnTo>
                <a:lnTo>
                  <a:pt x="2209329" y="266058"/>
                </a:lnTo>
                <a:lnTo>
                  <a:pt x="2209827" y="265859"/>
                </a:lnTo>
                <a:lnTo>
                  <a:pt x="2210330" y="265671"/>
                </a:lnTo>
                <a:lnTo>
                  <a:pt x="2210838" y="265493"/>
                </a:lnTo>
                <a:lnTo>
                  <a:pt x="2211351" y="265326"/>
                </a:lnTo>
                <a:lnTo>
                  <a:pt x="2211870" y="265171"/>
                </a:lnTo>
                <a:lnTo>
                  <a:pt x="2212394" y="265025"/>
                </a:lnTo>
                <a:lnTo>
                  <a:pt x="2212923" y="264891"/>
                </a:lnTo>
                <a:lnTo>
                  <a:pt x="2213458" y="264767"/>
                </a:lnTo>
                <a:lnTo>
                  <a:pt x="2213998" y="264654"/>
                </a:lnTo>
                <a:lnTo>
                  <a:pt x="2214543" y="264552"/>
                </a:lnTo>
                <a:lnTo>
                  <a:pt x="2215093" y="264461"/>
                </a:lnTo>
                <a:lnTo>
                  <a:pt x="2215649" y="264380"/>
                </a:lnTo>
                <a:lnTo>
                  <a:pt x="2216210" y="264310"/>
                </a:lnTo>
                <a:lnTo>
                  <a:pt x="2216776" y="264251"/>
                </a:lnTo>
                <a:lnTo>
                  <a:pt x="2217347" y="264203"/>
                </a:lnTo>
                <a:lnTo>
                  <a:pt x="2217924" y="264165"/>
                </a:lnTo>
                <a:lnTo>
                  <a:pt x="2218506" y="264138"/>
                </a:lnTo>
                <a:lnTo>
                  <a:pt x="2219093" y="264122"/>
                </a:lnTo>
                <a:lnTo>
                  <a:pt x="2219686" y="264117"/>
                </a:lnTo>
                <a:lnTo>
                  <a:pt x="2220542" y="264128"/>
                </a:lnTo>
                <a:lnTo>
                  <a:pt x="2221382" y="264162"/>
                </a:lnTo>
                <a:lnTo>
                  <a:pt x="2222208" y="264218"/>
                </a:lnTo>
                <a:lnTo>
                  <a:pt x="2223018" y="264296"/>
                </a:lnTo>
                <a:lnTo>
                  <a:pt x="2223812" y="264397"/>
                </a:lnTo>
                <a:lnTo>
                  <a:pt x="2224591" y="264520"/>
                </a:lnTo>
                <a:lnTo>
                  <a:pt x="2225355" y="264665"/>
                </a:lnTo>
                <a:lnTo>
                  <a:pt x="2226104" y="264833"/>
                </a:lnTo>
                <a:lnTo>
                  <a:pt x="2226837" y="265023"/>
                </a:lnTo>
                <a:lnTo>
                  <a:pt x="2227555" y="265236"/>
                </a:lnTo>
                <a:lnTo>
                  <a:pt x="2228257" y="265471"/>
                </a:lnTo>
                <a:lnTo>
                  <a:pt x="2228944" y="265728"/>
                </a:lnTo>
                <a:lnTo>
                  <a:pt x="2229616" y="266008"/>
                </a:lnTo>
                <a:lnTo>
                  <a:pt x="2230272" y="266310"/>
                </a:lnTo>
                <a:lnTo>
                  <a:pt x="2230913" y="266635"/>
                </a:lnTo>
                <a:lnTo>
                  <a:pt x="2231539" y="266982"/>
                </a:lnTo>
                <a:lnTo>
                  <a:pt x="2232149" y="267351"/>
                </a:lnTo>
                <a:lnTo>
                  <a:pt x="2232744" y="267743"/>
                </a:lnTo>
                <a:lnTo>
                  <a:pt x="2233323" y="268157"/>
                </a:lnTo>
                <a:lnTo>
                  <a:pt x="2233888" y="268593"/>
                </a:lnTo>
                <a:lnTo>
                  <a:pt x="2234436" y="269052"/>
                </a:lnTo>
                <a:lnTo>
                  <a:pt x="2234970" y="269533"/>
                </a:lnTo>
                <a:lnTo>
                  <a:pt x="2235488" y="270037"/>
                </a:lnTo>
                <a:lnTo>
                  <a:pt x="2235991" y="270563"/>
                </a:lnTo>
                <a:lnTo>
                  <a:pt x="2236475" y="271104"/>
                </a:lnTo>
                <a:lnTo>
                  <a:pt x="2236940" y="271662"/>
                </a:lnTo>
                <a:lnTo>
                  <a:pt x="2237383" y="272238"/>
                </a:lnTo>
                <a:lnTo>
                  <a:pt x="2237806" y="272831"/>
                </a:lnTo>
                <a:lnTo>
                  <a:pt x="2238208" y="273442"/>
                </a:lnTo>
                <a:lnTo>
                  <a:pt x="2238590" y="274071"/>
                </a:lnTo>
                <a:lnTo>
                  <a:pt x="2238951" y="274717"/>
                </a:lnTo>
                <a:lnTo>
                  <a:pt x="2239291" y="275380"/>
                </a:lnTo>
                <a:lnTo>
                  <a:pt x="2239611" y="276061"/>
                </a:lnTo>
                <a:lnTo>
                  <a:pt x="2239910" y="276760"/>
                </a:lnTo>
                <a:lnTo>
                  <a:pt x="2240188" y="277476"/>
                </a:lnTo>
                <a:lnTo>
                  <a:pt x="2240446" y="278210"/>
                </a:lnTo>
                <a:lnTo>
                  <a:pt x="2240683" y="278961"/>
                </a:lnTo>
                <a:lnTo>
                  <a:pt x="2240900" y="279730"/>
                </a:lnTo>
                <a:lnTo>
                  <a:pt x="2241096" y="280517"/>
                </a:lnTo>
                <a:lnTo>
                  <a:pt x="2241271" y="281321"/>
                </a:lnTo>
                <a:lnTo>
                  <a:pt x="2241426" y="282142"/>
                </a:lnTo>
                <a:lnTo>
                  <a:pt x="2241560" y="282981"/>
                </a:lnTo>
                <a:lnTo>
                  <a:pt x="2241674" y="283838"/>
                </a:lnTo>
                <a:lnTo>
                  <a:pt x="2241766" y="284712"/>
                </a:lnTo>
                <a:lnTo>
                  <a:pt x="2241839" y="285604"/>
                </a:lnTo>
                <a:lnTo>
                  <a:pt x="2241890" y="286514"/>
                </a:lnTo>
                <a:lnTo>
                  <a:pt x="2241921" y="287440"/>
                </a:lnTo>
                <a:lnTo>
                  <a:pt x="2241931" y="288385"/>
                </a:lnTo>
                <a:lnTo>
                  <a:pt x="2241931" y="349055"/>
                </a:lnTo>
                <a:lnTo>
                  <a:pt x="2256846" y="349055"/>
                </a:lnTo>
                <a:lnTo>
                  <a:pt x="2256846" y="287374"/>
                </a:lnTo>
                <a:lnTo>
                  <a:pt x="2256839" y="286349"/>
                </a:lnTo>
                <a:lnTo>
                  <a:pt x="2256817" y="285339"/>
                </a:lnTo>
                <a:lnTo>
                  <a:pt x="2256782" y="284344"/>
                </a:lnTo>
                <a:lnTo>
                  <a:pt x="2256732" y="283364"/>
                </a:lnTo>
                <a:lnTo>
                  <a:pt x="2256668" y="282399"/>
                </a:lnTo>
                <a:lnTo>
                  <a:pt x="2256589" y="281449"/>
                </a:lnTo>
                <a:lnTo>
                  <a:pt x="2256497" y="280514"/>
                </a:lnTo>
                <a:lnTo>
                  <a:pt x="2256390" y="279593"/>
                </a:lnTo>
                <a:lnTo>
                  <a:pt x="2256268" y="278688"/>
                </a:lnTo>
                <a:lnTo>
                  <a:pt x="2256133" y="277797"/>
                </a:lnTo>
                <a:lnTo>
                  <a:pt x="2255983" y="276922"/>
                </a:lnTo>
                <a:lnTo>
                  <a:pt x="2255819" y="276061"/>
                </a:lnTo>
                <a:lnTo>
                  <a:pt x="2255641" y="275216"/>
                </a:lnTo>
                <a:lnTo>
                  <a:pt x="2255448" y="274385"/>
                </a:lnTo>
                <a:lnTo>
                  <a:pt x="2255241" y="273569"/>
                </a:lnTo>
                <a:lnTo>
                  <a:pt x="2255020" y="272768"/>
                </a:lnTo>
                <a:lnTo>
                  <a:pt x="2254785" y="271982"/>
                </a:lnTo>
                <a:lnTo>
                  <a:pt x="2254535" y="271211"/>
                </a:lnTo>
                <a:lnTo>
                  <a:pt x="2254271" y="270455"/>
                </a:lnTo>
                <a:lnTo>
                  <a:pt x="2253993" y="269713"/>
                </a:lnTo>
                <a:lnTo>
                  <a:pt x="2253701" y="268987"/>
                </a:lnTo>
                <a:lnTo>
                  <a:pt x="2253394" y="268276"/>
                </a:lnTo>
                <a:lnTo>
                  <a:pt x="2253073" y="267579"/>
                </a:lnTo>
                <a:lnTo>
                  <a:pt x="2252738" y="266898"/>
                </a:lnTo>
                <a:lnTo>
                  <a:pt x="2252390" y="266225"/>
                </a:lnTo>
                <a:lnTo>
                  <a:pt x="2252031" y="265568"/>
                </a:lnTo>
                <a:lnTo>
                  <a:pt x="2251660" y="264925"/>
                </a:lnTo>
                <a:lnTo>
                  <a:pt x="2251278" y="264296"/>
                </a:lnTo>
                <a:lnTo>
                  <a:pt x="2250884" y="263682"/>
                </a:lnTo>
                <a:lnTo>
                  <a:pt x="2250479" y="263082"/>
                </a:lnTo>
                <a:lnTo>
                  <a:pt x="2250062" y="262497"/>
                </a:lnTo>
                <a:lnTo>
                  <a:pt x="2249634" y="261926"/>
                </a:lnTo>
                <a:lnTo>
                  <a:pt x="2249195" y="261370"/>
                </a:lnTo>
                <a:lnTo>
                  <a:pt x="2248744" y="260828"/>
                </a:lnTo>
                <a:lnTo>
                  <a:pt x="2248282" y="260301"/>
                </a:lnTo>
                <a:lnTo>
                  <a:pt x="2247809" y="259788"/>
                </a:lnTo>
                <a:lnTo>
                  <a:pt x="2247324" y="259289"/>
                </a:lnTo>
                <a:lnTo>
                  <a:pt x="2246827" y="258806"/>
                </a:lnTo>
                <a:lnTo>
                  <a:pt x="2246320" y="258336"/>
                </a:lnTo>
                <a:lnTo>
                  <a:pt x="2245800" y="257881"/>
                </a:lnTo>
                <a:lnTo>
                  <a:pt x="2245270" y="257441"/>
                </a:lnTo>
                <a:lnTo>
                  <a:pt x="2244728" y="257015"/>
                </a:lnTo>
                <a:lnTo>
                  <a:pt x="2244174" y="256604"/>
                </a:lnTo>
                <a:lnTo>
                  <a:pt x="2243610" y="256207"/>
                </a:lnTo>
                <a:lnTo>
                  <a:pt x="2243033" y="255824"/>
                </a:lnTo>
                <a:lnTo>
                  <a:pt x="2242446" y="255456"/>
                </a:lnTo>
                <a:lnTo>
                  <a:pt x="2241847" y="255103"/>
                </a:lnTo>
                <a:lnTo>
                  <a:pt x="2241236" y="254764"/>
                </a:lnTo>
                <a:lnTo>
                  <a:pt x="2240616" y="254434"/>
                </a:lnTo>
                <a:lnTo>
                  <a:pt x="2239987" y="254118"/>
                </a:lnTo>
                <a:lnTo>
                  <a:pt x="2239349" y="253816"/>
                </a:lnTo>
                <a:lnTo>
                  <a:pt x="2238703" y="253528"/>
                </a:lnTo>
                <a:lnTo>
                  <a:pt x="2238048" y="253254"/>
                </a:lnTo>
                <a:lnTo>
                  <a:pt x="2237385" y="252994"/>
                </a:lnTo>
                <a:lnTo>
                  <a:pt x="2236713" y="252748"/>
                </a:lnTo>
                <a:lnTo>
                  <a:pt x="2236033" y="252517"/>
                </a:lnTo>
                <a:lnTo>
                  <a:pt x="2235344" y="252299"/>
                </a:lnTo>
                <a:lnTo>
                  <a:pt x="2234646" y="252095"/>
                </a:lnTo>
                <a:lnTo>
                  <a:pt x="2233940" y="251906"/>
                </a:lnTo>
                <a:lnTo>
                  <a:pt x="2233226" y="251730"/>
                </a:lnTo>
                <a:lnTo>
                  <a:pt x="2232503" y="251569"/>
                </a:lnTo>
                <a:lnTo>
                  <a:pt x="2231771" y="251421"/>
                </a:lnTo>
                <a:lnTo>
                  <a:pt x="2231031" y="251288"/>
                </a:lnTo>
                <a:lnTo>
                  <a:pt x="2230282" y="251168"/>
                </a:lnTo>
                <a:lnTo>
                  <a:pt x="2229524" y="251063"/>
                </a:lnTo>
                <a:lnTo>
                  <a:pt x="2228759" y="250972"/>
                </a:lnTo>
                <a:lnTo>
                  <a:pt x="2227984" y="250894"/>
                </a:lnTo>
                <a:lnTo>
                  <a:pt x="2227201" y="250831"/>
                </a:lnTo>
                <a:lnTo>
                  <a:pt x="2226409" y="250782"/>
                </a:lnTo>
                <a:lnTo>
                  <a:pt x="2225609" y="250747"/>
                </a:lnTo>
                <a:lnTo>
                  <a:pt x="2224801" y="250726"/>
                </a:lnTo>
                <a:lnTo>
                  <a:pt x="2223983" y="250719"/>
                </a:lnTo>
                <a:lnTo>
                  <a:pt x="2223074" y="250727"/>
                </a:lnTo>
                <a:lnTo>
                  <a:pt x="2222179" y="250750"/>
                </a:lnTo>
                <a:lnTo>
                  <a:pt x="2221297" y="250790"/>
                </a:lnTo>
                <a:lnTo>
                  <a:pt x="2220430" y="250845"/>
                </a:lnTo>
                <a:lnTo>
                  <a:pt x="2219577" y="250916"/>
                </a:lnTo>
                <a:lnTo>
                  <a:pt x="2218738" y="251003"/>
                </a:lnTo>
                <a:lnTo>
                  <a:pt x="2217913" y="251106"/>
                </a:lnTo>
                <a:lnTo>
                  <a:pt x="2217102" y="251224"/>
                </a:lnTo>
                <a:lnTo>
                  <a:pt x="2216305" y="251359"/>
                </a:lnTo>
                <a:lnTo>
                  <a:pt x="2215522" y="251509"/>
                </a:lnTo>
                <a:lnTo>
                  <a:pt x="2214753" y="251675"/>
                </a:lnTo>
                <a:lnTo>
                  <a:pt x="2213998" y="251856"/>
                </a:lnTo>
                <a:lnTo>
                  <a:pt x="2213257" y="252054"/>
                </a:lnTo>
                <a:lnTo>
                  <a:pt x="2212530" y="252267"/>
                </a:lnTo>
                <a:lnTo>
                  <a:pt x="2211817" y="252496"/>
                </a:lnTo>
                <a:lnTo>
                  <a:pt x="2211119" y="252741"/>
                </a:lnTo>
                <a:lnTo>
                  <a:pt x="2210434" y="253002"/>
                </a:lnTo>
                <a:lnTo>
                  <a:pt x="2209764" y="253278"/>
                </a:lnTo>
                <a:lnTo>
                  <a:pt x="2209107" y="253571"/>
                </a:lnTo>
                <a:lnTo>
                  <a:pt x="2208464" y="253879"/>
                </a:lnTo>
                <a:lnTo>
                  <a:pt x="2207836" y="254203"/>
                </a:lnTo>
                <a:lnTo>
                  <a:pt x="2207222" y="254542"/>
                </a:lnTo>
                <a:lnTo>
                  <a:pt x="2206621" y="254898"/>
                </a:lnTo>
                <a:lnTo>
                  <a:pt x="2206035" y="255269"/>
                </a:lnTo>
                <a:lnTo>
                  <a:pt x="2205462" y="255648"/>
                </a:lnTo>
                <a:lnTo>
                  <a:pt x="2204901" y="256037"/>
                </a:lnTo>
                <a:lnTo>
                  <a:pt x="2204352" y="256436"/>
                </a:lnTo>
                <a:lnTo>
                  <a:pt x="2203816" y="256846"/>
                </a:lnTo>
                <a:lnTo>
                  <a:pt x="2203292" y="257265"/>
                </a:lnTo>
                <a:lnTo>
                  <a:pt x="2202780" y="257694"/>
                </a:lnTo>
                <a:lnTo>
                  <a:pt x="2202281" y="258134"/>
                </a:lnTo>
                <a:lnTo>
                  <a:pt x="2201794" y="258584"/>
                </a:lnTo>
                <a:lnTo>
                  <a:pt x="2201319" y="259043"/>
                </a:lnTo>
                <a:lnTo>
                  <a:pt x="2200856" y="259513"/>
                </a:lnTo>
                <a:lnTo>
                  <a:pt x="2200406" y="259993"/>
                </a:lnTo>
                <a:lnTo>
                  <a:pt x="2199968" y="260483"/>
                </a:lnTo>
                <a:lnTo>
                  <a:pt x="2199542" y="260983"/>
                </a:lnTo>
                <a:lnTo>
                  <a:pt x="2199129" y="261493"/>
                </a:lnTo>
                <a:lnTo>
                  <a:pt x="2198728" y="262014"/>
                </a:lnTo>
                <a:lnTo>
                  <a:pt x="2198339" y="262544"/>
                </a:lnTo>
                <a:lnTo>
                  <a:pt x="2197962" y="263084"/>
                </a:lnTo>
                <a:lnTo>
                  <a:pt x="2197598" y="263635"/>
                </a:lnTo>
                <a:lnTo>
                  <a:pt x="2197246" y="264196"/>
                </a:lnTo>
                <a:lnTo>
                  <a:pt x="2196906" y="264766"/>
                </a:lnTo>
                <a:lnTo>
                  <a:pt x="2196579" y="265347"/>
                </a:lnTo>
                <a:lnTo>
                  <a:pt x="2196264" y="265938"/>
                </a:lnTo>
                <a:lnTo>
                  <a:pt x="2195961" y="266539"/>
                </a:lnTo>
                <a:lnTo>
                  <a:pt x="2195670" y="267150"/>
                </a:lnTo>
                <a:lnTo>
                  <a:pt x="2194406" y="267150"/>
                </a:lnTo>
                <a:lnTo>
                  <a:pt x="2194406" y="251983"/>
                </a:lnTo>
                <a:lnTo>
                  <a:pt x="2179997" y="251983"/>
                </a:lnTo>
                <a:lnTo>
                  <a:pt x="2179997" y="349055"/>
                </a:lnTo>
                <a:lnTo>
                  <a:pt x="2194912" y="349055"/>
                </a:lnTo>
                <a:lnTo>
                  <a:pt x="2194912" y="290660"/>
                </a:lnTo>
                <a:lnTo>
                  <a:pt x="2194918" y="289959"/>
                </a:lnTo>
                <a:lnTo>
                  <a:pt x="2194934" y="289266"/>
                </a:lnTo>
                <a:lnTo>
                  <a:pt x="2194962" y="288582"/>
                </a:lnTo>
                <a:lnTo>
                  <a:pt x="2195002" y="287907"/>
                </a:lnTo>
                <a:lnTo>
                  <a:pt x="2195052" y="287241"/>
                </a:lnTo>
                <a:lnTo>
                  <a:pt x="2195113" y="286584"/>
                </a:lnTo>
                <a:lnTo>
                  <a:pt x="2195186" y="285935"/>
                </a:lnTo>
                <a:close/>
                <a:moveTo>
                  <a:pt x="2449969" y="285935"/>
                </a:moveTo>
                <a:lnTo>
                  <a:pt x="2450053" y="285295"/>
                </a:lnTo>
                <a:lnTo>
                  <a:pt x="2450148" y="284664"/>
                </a:lnTo>
                <a:lnTo>
                  <a:pt x="2450254" y="284042"/>
                </a:lnTo>
                <a:lnTo>
                  <a:pt x="2450372" y="283428"/>
                </a:lnTo>
                <a:lnTo>
                  <a:pt x="2450500" y="282823"/>
                </a:lnTo>
                <a:lnTo>
                  <a:pt x="2450640" y="282227"/>
                </a:lnTo>
                <a:lnTo>
                  <a:pt x="2450791" y="281640"/>
                </a:lnTo>
                <a:lnTo>
                  <a:pt x="2450954" y="281062"/>
                </a:lnTo>
                <a:lnTo>
                  <a:pt x="2451127" y="280492"/>
                </a:lnTo>
                <a:lnTo>
                  <a:pt x="2451312" y="279931"/>
                </a:lnTo>
                <a:lnTo>
                  <a:pt x="2451508" y="279379"/>
                </a:lnTo>
                <a:lnTo>
                  <a:pt x="2451715" y="278836"/>
                </a:lnTo>
                <a:lnTo>
                  <a:pt x="2451933" y="278301"/>
                </a:lnTo>
                <a:lnTo>
                  <a:pt x="2452162" y="277775"/>
                </a:lnTo>
                <a:lnTo>
                  <a:pt x="2452403" y="277258"/>
                </a:lnTo>
                <a:lnTo>
                  <a:pt x="2452655" y="276750"/>
                </a:lnTo>
                <a:lnTo>
                  <a:pt x="2452918" y="276251"/>
                </a:lnTo>
                <a:lnTo>
                  <a:pt x="2453190" y="275761"/>
                </a:lnTo>
                <a:lnTo>
                  <a:pt x="2453471" y="275280"/>
                </a:lnTo>
                <a:lnTo>
                  <a:pt x="2453760" y="274810"/>
                </a:lnTo>
                <a:lnTo>
                  <a:pt x="2454057" y="274350"/>
                </a:lnTo>
                <a:lnTo>
                  <a:pt x="2454362" y="273899"/>
                </a:lnTo>
                <a:lnTo>
                  <a:pt x="2454675" y="273458"/>
                </a:lnTo>
                <a:lnTo>
                  <a:pt x="2454997" y="273027"/>
                </a:lnTo>
                <a:lnTo>
                  <a:pt x="2455326" y="272606"/>
                </a:lnTo>
                <a:lnTo>
                  <a:pt x="2455664" y="272195"/>
                </a:lnTo>
                <a:lnTo>
                  <a:pt x="2456010" y="271794"/>
                </a:lnTo>
                <a:lnTo>
                  <a:pt x="2456364" y="271403"/>
                </a:lnTo>
                <a:lnTo>
                  <a:pt x="2456725" y="271021"/>
                </a:lnTo>
                <a:lnTo>
                  <a:pt x="2457096" y="270650"/>
                </a:lnTo>
                <a:lnTo>
                  <a:pt x="2457474" y="270288"/>
                </a:lnTo>
                <a:lnTo>
                  <a:pt x="2457860" y="269936"/>
                </a:lnTo>
                <a:lnTo>
                  <a:pt x="2458255" y="269594"/>
                </a:lnTo>
                <a:lnTo>
                  <a:pt x="2458657" y="269262"/>
                </a:lnTo>
                <a:lnTo>
                  <a:pt x="2459068" y="268940"/>
                </a:lnTo>
                <a:lnTo>
                  <a:pt x="2459487" y="268627"/>
                </a:lnTo>
                <a:lnTo>
                  <a:pt x="2459913" y="268325"/>
                </a:lnTo>
                <a:lnTo>
                  <a:pt x="2460349" y="268032"/>
                </a:lnTo>
                <a:lnTo>
                  <a:pt x="2460792" y="267749"/>
                </a:lnTo>
                <a:lnTo>
                  <a:pt x="2461243" y="267477"/>
                </a:lnTo>
                <a:lnTo>
                  <a:pt x="2461702" y="267214"/>
                </a:lnTo>
                <a:lnTo>
                  <a:pt x="2462174" y="266961"/>
                </a:lnTo>
                <a:lnTo>
                  <a:pt x="2462650" y="266719"/>
                </a:lnTo>
                <a:lnTo>
                  <a:pt x="2463132" y="266488"/>
                </a:lnTo>
                <a:lnTo>
                  <a:pt x="2463619" y="266267"/>
                </a:lnTo>
                <a:lnTo>
                  <a:pt x="2464112" y="266058"/>
                </a:lnTo>
                <a:lnTo>
                  <a:pt x="2464609" y="265859"/>
                </a:lnTo>
                <a:lnTo>
                  <a:pt x="2465112" y="265671"/>
                </a:lnTo>
                <a:lnTo>
                  <a:pt x="2465621" y="265493"/>
                </a:lnTo>
                <a:lnTo>
                  <a:pt x="2466134" y="265326"/>
                </a:lnTo>
                <a:lnTo>
                  <a:pt x="2466653" y="265171"/>
                </a:lnTo>
                <a:lnTo>
                  <a:pt x="2467177" y="265025"/>
                </a:lnTo>
                <a:lnTo>
                  <a:pt x="2467706" y="264891"/>
                </a:lnTo>
                <a:lnTo>
                  <a:pt x="2468241" y="264767"/>
                </a:lnTo>
                <a:lnTo>
                  <a:pt x="2468780" y="264654"/>
                </a:lnTo>
                <a:lnTo>
                  <a:pt x="2469326" y="264552"/>
                </a:lnTo>
                <a:lnTo>
                  <a:pt x="2469876" y="264461"/>
                </a:lnTo>
                <a:lnTo>
                  <a:pt x="2470432" y="264380"/>
                </a:lnTo>
                <a:lnTo>
                  <a:pt x="2470992" y="264310"/>
                </a:lnTo>
                <a:lnTo>
                  <a:pt x="2471559" y="264251"/>
                </a:lnTo>
                <a:lnTo>
                  <a:pt x="2472130" y="264203"/>
                </a:lnTo>
                <a:lnTo>
                  <a:pt x="2472707" y="264165"/>
                </a:lnTo>
                <a:lnTo>
                  <a:pt x="2473289" y="264138"/>
                </a:lnTo>
                <a:lnTo>
                  <a:pt x="2473876" y="264122"/>
                </a:lnTo>
                <a:lnTo>
                  <a:pt x="2474468" y="264117"/>
                </a:lnTo>
                <a:lnTo>
                  <a:pt x="2475324" y="264128"/>
                </a:lnTo>
                <a:lnTo>
                  <a:pt x="2476165" y="264162"/>
                </a:lnTo>
                <a:lnTo>
                  <a:pt x="2476990" y="264218"/>
                </a:lnTo>
                <a:lnTo>
                  <a:pt x="2477800" y="264296"/>
                </a:lnTo>
                <a:lnTo>
                  <a:pt x="2478595" y="264397"/>
                </a:lnTo>
                <a:lnTo>
                  <a:pt x="2479374" y="264520"/>
                </a:lnTo>
                <a:lnTo>
                  <a:pt x="2480138" y="264665"/>
                </a:lnTo>
                <a:lnTo>
                  <a:pt x="2480886" y="264833"/>
                </a:lnTo>
                <a:lnTo>
                  <a:pt x="2481620" y="265023"/>
                </a:lnTo>
                <a:lnTo>
                  <a:pt x="2482337" y="265236"/>
                </a:lnTo>
                <a:lnTo>
                  <a:pt x="2483040" y="265471"/>
                </a:lnTo>
                <a:lnTo>
                  <a:pt x="2483727" y="265728"/>
                </a:lnTo>
                <a:lnTo>
                  <a:pt x="2484398" y="266008"/>
                </a:lnTo>
                <a:lnTo>
                  <a:pt x="2485055" y="266310"/>
                </a:lnTo>
                <a:lnTo>
                  <a:pt x="2485696" y="266635"/>
                </a:lnTo>
                <a:lnTo>
                  <a:pt x="2486321" y="266982"/>
                </a:lnTo>
                <a:lnTo>
                  <a:pt x="2486932" y="267351"/>
                </a:lnTo>
                <a:lnTo>
                  <a:pt x="2487526" y="267743"/>
                </a:lnTo>
                <a:lnTo>
                  <a:pt x="2488106" y="268157"/>
                </a:lnTo>
                <a:lnTo>
                  <a:pt x="2488670" y="268593"/>
                </a:lnTo>
                <a:lnTo>
                  <a:pt x="2489219" y="269052"/>
                </a:lnTo>
                <a:lnTo>
                  <a:pt x="2489752" y="269533"/>
                </a:lnTo>
                <a:lnTo>
                  <a:pt x="2490270" y="270037"/>
                </a:lnTo>
                <a:lnTo>
                  <a:pt x="2490773" y="270563"/>
                </a:lnTo>
                <a:lnTo>
                  <a:pt x="2491258" y="271104"/>
                </a:lnTo>
                <a:lnTo>
                  <a:pt x="2491722" y="271662"/>
                </a:lnTo>
                <a:lnTo>
                  <a:pt x="2492166" y="272238"/>
                </a:lnTo>
                <a:lnTo>
                  <a:pt x="2492588" y="272831"/>
                </a:lnTo>
                <a:lnTo>
                  <a:pt x="2492991" y="273442"/>
                </a:lnTo>
                <a:lnTo>
                  <a:pt x="2493372" y="274071"/>
                </a:lnTo>
                <a:lnTo>
                  <a:pt x="2493733" y="274717"/>
                </a:lnTo>
                <a:lnTo>
                  <a:pt x="2494074" y="275380"/>
                </a:lnTo>
                <a:lnTo>
                  <a:pt x="2494393" y="276061"/>
                </a:lnTo>
                <a:lnTo>
                  <a:pt x="2494692" y="276760"/>
                </a:lnTo>
                <a:lnTo>
                  <a:pt x="2494971" y="277476"/>
                </a:lnTo>
                <a:lnTo>
                  <a:pt x="2495229" y="278210"/>
                </a:lnTo>
                <a:lnTo>
                  <a:pt x="2495466" y="278961"/>
                </a:lnTo>
                <a:lnTo>
                  <a:pt x="2495683" y="279730"/>
                </a:lnTo>
                <a:lnTo>
                  <a:pt x="2495879" y="280517"/>
                </a:lnTo>
                <a:lnTo>
                  <a:pt x="2496054" y="281321"/>
                </a:lnTo>
                <a:lnTo>
                  <a:pt x="2496209" y="282142"/>
                </a:lnTo>
                <a:lnTo>
                  <a:pt x="2496343" y="282981"/>
                </a:lnTo>
                <a:lnTo>
                  <a:pt x="2496456" y="283838"/>
                </a:lnTo>
                <a:lnTo>
                  <a:pt x="2496549" y="284712"/>
                </a:lnTo>
                <a:lnTo>
                  <a:pt x="2496621" y="285604"/>
                </a:lnTo>
                <a:lnTo>
                  <a:pt x="2496673" y="286514"/>
                </a:lnTo>
                <a:lnTo>
                  <a:pt x="2496704" y="287440"/>
                </a:lnTo>
                <a:lnTo>
                  <a:pt x="2496714" y="288385"/>
                </a:lnTo>
                <a:lnTo>
                  <a:pt x="2496714" y="349055"/>
                </a:lnTo>
                <a:lnTo>
                  <a:pt x="2511628" y="349055"/>
                </a:lnTo>
                <a:lnTo>
                  <a:pt x="2511628" y="287374"/>
                </a:lnTo>
                <a:lnTo>
                  <a:pt x="2511621" y="286349"/>
                </a:lnTo>
                <a:lnTo>
                  <a:pt x="2511600" y="285339"/>
                </a:lnTo>
                <a:lnTo>
                  <a:pt x="2511564" y="284344"/>
                </a:lnTo>
                <a:lnTo>
                  <a:pt x="2511514" y="283364"/>
                </a:lnTo>
                <a:lnTo>
                  <a:pt x="2511450" y="282399"/>
                </a:lnTo>
                <a:lnTo>
                  <a:pt x="2511372" y="281449"/>
                </a:lnTo>
                <a:lnTo>
                  <a:pt x="2511279" y="280514"/>
                </a:lnTo>
                <a:lnTo>
                  <a:pt x="2511172" y="279593"/>
                </a:lnTo>
                <a:lnTo>
                  <a:pt x="2511051" y="278688"/>
                </a:lnTo>
                <a:lnTo>
                  <a:pt x="2510915" y="277797"/>
                </a:lnTo>
                <a:lnTo>
                  <a:pt x="2510765" y="276922"/>
                </a:lnTo>
                <a:lnTo>
                  <a:pt x="2510601" y="276061"/>
                </a:lnTo>
                <a:lnTo>
                  <a:pt x="2510423" y="275216"/>
                </a:lnTo>
                <a:lnTo>
                  <a:pt x="2510231" y="274385"/>
                </a:lnTo>
                <a:lnTo>
                  <a:pt x="2510024" y="273569"/>
                </a:lnTo>
                <a:lnTo>
                  <a:pt x="2509803" y="272768"/>
                </a:lnTo>
                <a:lnTo>
                  <a:pt x="2509567" y="271982"/>
                </a:lnTo>
                <a:lnTo>
                  <a:pt x="2509318" y="271211"/>
                </a:lnTo>
                <a:lnTo>
                  <a:pt x="2509054" y="270455"/>
                </a:lnTo>
                <a:lnTo>
                  <a:pt x="2508776" y="269713"/>
                </a:lnTo>
                <a:lnTo>
                  <a:pt x="2508483" y="268987"/>
                </a:lnTo>
                <a:lnTo>
                  <a:pt x="2508177" y="268276"/>
                </a:lnTo>
                <a:lnTo>
                  <a:pt x="2507856" y="267579"/>
                </a:lnTo>
                <a:lnTo>
                  <a:pt x="2507521" y="266898"/>
                </a:lnTo>
                <a:lnTo>
                  <a:pt x="2507173" y="266225"/>
                </a:lnTo>
                <a:lnTo>
                  <a:pt x="2506813" y="265568"/>
                </a:lnTo>
                <a:lnTo>
                  <a:pt x="2506442" y="264925"/>
                </a:lnTo>
                <a:lnTo>
                  <a:pt x="2506060" y="264296"/>
                </a:lnTo>
                <a:lnTo>
                  <a:pt x="2505666" y="263682"/>
                </a:lnTo>
                <a:lnTo>
                  <a:pt x="2505261" y="263082"/>
                </a:lnTo>
                <a:lnTo>
                  <a:pt x="2504845" y="262497"/>
                </a:lnTo>
                <a:lnTo>
                  <a:pt x="2504417" y="261926"/>
                </a:lnTo>
                <a:lnTo>
                  <a:pt x="2503978" y="261370"/>
                </a:lnTo>
                <a:lnTo>
                  <a:pt x="2503527" y="260828"/>
                </a:lnTo>
                <a:lnTo>
                  <a:pt x="2503065" y="260301"/>
                </a:lnTo>
                <a:lnTo>
                  <a:pt x="2502591" y="259788"/>
                </a:lnTo>
                <a:lnTo>
                  <a:pt x="2502106" y="259289"/>
                </a:lnTo>
                <a:lnTo>
                  <a:pt x="2501610" y="258806"/>
                </a:lnTo>
                <a:lnTo>
                  <a:pt x="2501102" y="258336"/>
                </a:lnTo>
                <a:lnTo>
                  <a:pt x="2500583" y="257881"/>
                </a:lnTo>
                <a:lnTo>
                  <a:pt x="2500052" y="257441"/>
                </a:lnTo>
                <a:lnTo>
                  <a:pt x="2499510" y="257015"/>
                </a:lnTo>
                <a:lnTo>
                  <a:pt x="2498957" y="256604"/>
                </a:lnTo>
                <a:lnTo>
                  <a:pt x="2498392" y="256207"/>
                </a:lnTo>
                <a:lnTo>
                  <a:pt x="2497816" y="255824"/>
                </a:lnTo>
                <a:lnTo>
                  <a:pt x="2497228" y="255456"/>
                </a:lnTo>
                <a:lnTo>
                  <a:pt x="2496629" y="255103"/>
                </a:lnTo>
                <a:lnTo>
                  <a:pt x="2496019" y="254764"/>
                </a:lnTo>
                <a:lnTo>
                  <a:pt x="2495398" y="254434"/>
                </a:lnTo>
                <a:lnTo>
                  <a:pt x="2494769" y="254118"/>
                </a:lnTo>
                <a:lnTo>
                  <a:pt x="2494132" y="253816"/>
                </a:lnTo>
                <a:lnTo>
                  <a:pt x="2493485" y="253528"/>
                </a:lnTo>
                <a:lnTo>
                  <a:pt x="2492831" y="253254"/>
                </a:lnTo>
                <a:lnTo>
                  <a:pt x="2492168" y="252994"/>
                </a:lnTo>
                <a:lnTo>
                  <a:pt x="2491496" y="252748"/>
                </a:lnTo>
                <a:lnTo>
                  <a:pt x="2490815" y="252517"/>
                </a:lnTo>
                <a:lnTo>
                  <a:pt x="2490126" y="252299"/>
                </a:lnTo>
                <a:lnTo>
                  <a:pt x="2489429" y="252095"/>
                </a:lnTo>
                <a:lnTo>
                  <a:pt x="2488723" y="251906"/>
                </a:lnTo>
                <a:lnTo>
                  <a:pt x="2488008" y="251730"/>
                </a:lnTo>
                <a:lnTo>
                  <a:pt x="2487285" y="251569"/>
                </a:lnTo>
                <a:lnTo>
                  <a:pt x="2486553" y="251421"/>
                </a:lnTo>
                <a:lnTo>
                  <a:pt x="2485813" y="251288"/>
                </a:lnTo>
                <a:lnTo>
                  <a:pt x="2485064" y="251168"/>
                </a:lnTo>
                <a:lnTo>
                  <a:pt x="2484307" y="251063"/>
                </a:lnTo>
                <a:lnTo>
                  <a:pt x="2483541" y="250972"/>
                </a:lnTo>
                <a:lnTo>
                  <a:pt x="2482767" y="250894"/>
                </a:lnTo>
                <a:lnTo>
                  <a:pt x="2481983" y="250831"/>
                </a:lnTo>
                <a:lnTo>
                  <a:pt x="2481192" y="250782"/>
                </a:lnTo>
                <a:lnTo>
                  <a:pt x="2480392" y="250747"/>
                </a:lnTo>
                <a:lnTo>
                  <a:pt x="2479583" y="250726"/>
                </a:lnTo>
                <a:lnTo>
                  <a:pt x="2478766" y="250719"/>
                </a:lnTo>
                <a:lnTo>
                  <a:pt x="2477856" y="250727"/>
                </a:lnTo>
                <a:lnTo>
                  <a:pt x="2476961" y="250750"/>
                </a:lnTo>
                <a:lnTo>
                  <a:pt x="2476080" y="250790"/>
                </a:lnTo>
                <a:lnTo>
                  <a:pt x="2475213" y="250845"/>
                </a:lnTo>
                <a:lnTo>
                  <a:pt x="2474359" y="250916"/>
                </a:lnTo>
                <a:lnTo>
                  <a:pt x="2473520" y="251003"/>
                </a:lnTo>
                <a:lnTo>
                  <a:pt x="2472695" y="251106"/>
                </a:lnTo>
                <a:lnTo>
                  <a:pt x="2471884" y="251224"/>
                </a:lnTo>
                <a:lnTo>
                  <a:pt x="2471087" y="251359"/>
                </a:lnTo>
                <a:lnTo>
                  <a:pt x="2470304" y="251509"/>
                </a:lnTo>
                <a:lnTo>
                  <a:pt x="2469535" y="251675"/>
                </a:lnTo>
                <a:lnTo>
                  <a:pt x="2468780" y="251856"/>
                </a:lnTo>
                <a:lnTo>
                  <a:pt x="2468040" y="252054"/>
                </a:lnTo>
                <a:lnTo>
                  <a:pt x="2467313" y="252267"/>
                </a:lnTo>
                <a:lnTo>
                  <a:pt x="2466600" y="252496"/>
                </a:lnTo>
                <a:lnTo>
                  <a:pt x="2465901" y="252741"/>
                </a:lnTo>
                <a:lnTo>
                  <a:pt x="2465217" y="253002"/>
                </a:lnTo>
                <a:lnTo>
                  <a:pt x="2464546" y="253278"/>
                </a:lnTo>
                <a:lnTo>
                  <a:pt x="2463890" y="253571"/>
                </a:lnTo>
                <a:lnTo>
                  <a:pt x="2463247" y="253879"/>
                </a:lnTo>
                <a:lnTo>
                  <a:pt x="2462619" y="254203"/>
                </a:lnTo>
                <a:lnTo>
                  <a:pt x="2462004" y="254542"/>
                </a:lnTo>
                <a:lnTo>
                  <a:pt x="2461404" y="254898"/>
                </a:lnTo>
                <a:lnTo>
                  <a:pt x="2460817" y="255269"/>
                </a:lnTo>
                <a:lnTo>
                  <a:pt x="2460244" y="255648"/>
                </a:lnTo>
                <a:lnTo>
                  <a:pt x="2459683" y="256037"/>
                </a:lnTo>
                <a:lnTo>
                  <a:pt x="2459135" y="256436"/>
                </a:lnTo>
                <a:lnTo>
                  <a:pt x="2458599" y="256846"/>
                </a:lnTo>
                <a:lnTo>
                  <a:pt x="2458074" y="257265"/>
                </a:lnTo>
                <a:lnTo>
                  <a:pt x="2457563" y="257694"/>
                </a:lnTo>
                <a:lnTo>
                  <a:pt x="2457063" y="258134"/>
                </a:lnTo>
                <a:lnTo>
                  <a:pt x="2456576" y="258584"/>
                </a:lnTo>
                <a:lnTo>
                  <a:pt x="2456101" y="259043"/>
                </a:lnTo>
                <a:lnTo>
                  <a:pt x="2455639" y="259513"/>
                </a:lnTo>
                <a:lnTo>
                  <a:pt x="2455188" y="259993"/>
                </a:lnTo>
                <a:lnTo>
                  <a:pt x="2454750" y="260483"/>
                </a:lnTo>
                <a:lnTo>
                  <a:pt x="2454325" y="260983"/>
                </a:lnTo>
                <a:lnTo>
                  <a:pt x="2453911" y="261493"/>
                </a:lnTo>
                <a:lnTo>
                  <a:pt x="2453510" y="262014"/>
                </a:lnTo>
                <a:lnTo>
                  <a:pt x="2453121" y="262544"/>
                </a:lnTo>
                <a:lnTo>
                  <a:pt x="2452745" y="263084"/>
                </a:lnTo>
                <a:lnTo>
                  <a:pt x="2452380" y="263635"/>
                </a:lnTo>
                <a:lnTo>
                  <a:pt x="2452028" y="264196"/>
                </a:lnTo>
                <a:lnTo>
                  <a:pt x="2451689" y="264766"/>
                </a:lnTo>
                <a:lnTo>
                  <a:pt x="2451361" y="265347"/>
                </a:lnTo>
                <a:lnTo>
                  <a:pt x="2451046" y="265938"/>
                </a:lnTo>
                <a:lnTo>
                  <a:pt x="2450743" y="266539"/>
                </a:lnTo>
                <a:lnTo>
                  <a:pt x="2450453" y="267150"/>
                </a:lnTo>
                <a:lnTo>
                  <a:pt x="2449189" y="267150"/>
                </a:lnTo>
                <a:lnTo>
                  <a:pt x="2449189" y="251983"/>
                </a:lnTo>
                <a:lnTo>
                  <a:pt x="2434780" y="251983"/>
                </a:lnTo>
                <a:lnTo>
                  <a:pt x="2434780" y="349055"/>
                </a:lnTo>
                <a:lnTo>
                  <a:pt x="2449695" y="349055"/>
                </a:lnTo>
                <a:lnTo>
                  <a:pt x="2449695" y="290660"/>
                </a:lnTo>
                <a:lnTo>
                  <a:pt x="2449700" y="289959"/>
                </a:lnTo>
                <a:lnTo>
                  <a:pt x="2449717" y="289266"/>
                </a:lnTo>
                <a:lnTo>
                  <a:pt x="2449745" y="288582"/>
                </a:lnTo>
                <a:lnTo>
                  <a:pt x="2449784" y="287907"/>
                </a:lnTo>
                <a:lnTo>
                  <a:pt x="2449835" y="287241"/>
                </a:lnTo>
                <a:lnTo>
                  <a:pt x="2449896" y="286584"/>
                </a:lnTo>
                <a:lnTo>
                  <a:pt x="2449969" y="285935"/>
                </a:lnTo>
                <a:close/>
                <a:moveTo>
                  <a:pt x="2392548" y="251983"/>
                </a:moveTo>
                <a:lnTo>
                  <a:pt x="2392548" y="349055"/>
                </a:lnTo>
                <a:lnTo>
                  <a:pt x="2407463" y="349055"/>
                </a:lnTo>
                <a:lnTo>
                  <a:pt x="2407463" y="251983"/>
                </a:lnTo>
                <a:lnTo>
                  <a:pt x="2392548" y="251983"/>
                </a:lnTo>
                <a:close/>
                <a:moveTo>
                  <a:pt x="1920639" y="350739"/>
                </a:moveTo>
                <a:lnTo>
                  <a:pt x="1921465" y="350635"/>
                </a:lnTo>
                <a:lnTo>
                  <a:pt x="1922282" y="350517"/>
                </a:lnTo>
                <a:lnTo>
                  <a:pt x="1923090" y="350386"/>
                </a:lnTo>
                <a:lnTo>
                  <a:pt x="1923888" y="350241"/>
                </a:lnTo>
                <a:lnTo>
                  <a:pt x="1924678" y="350082"/>
                </a:lnTo>
                <a:lnTo>
                  <a:pt x="1925458" y="349909"/>
                </a:lnTo>
                <a:lnTo>
                  <a:pt x="1926229" y="349722"/>
                </a:lnTo>
                <a:lnTo>
                  <a:pt x="1926990" y="349522"/>
                </a:lnTo>
                <a:lnTo>
                  <a:pt x="1927743" y="349308"/>
                </a:lnTo>
                <a:lnTo>
                  <a:pt x="1928486" y="349080"/>
                </a:lnTo>
                <a:lnTo>
                  <a:pt x="1929220" y="348838"/>
                </a:lnTo>
                <a:lnTo>
                  <a:pt x="1929945" y="348582"/>
                </a:lnTo>
                <a:lnTo>
                  <a:pt x="1930660" y="348312"/>
                </a:lnTo>
                <a:lnTo>
                  <a:pt x="1931367" y="348029"/>
                </a:lnTo>
                <a:lnTo>
                  <a:pt x="1932064" y="347732"/>
                </a:lnTo>
                <a:lnTo>
                  <a:pt x="1932752" y="347421"/>
                </a:lnTo>
                <a:lnTo>
                  <a:pt x="1933430" y="347096"/>
                </a:lnTo>
                <a:lnTo>
                  <a:pt x="1934104" y="346754"/>
                </a:lnTo>
                <a:lnTo>
                  <a:pt x="1934767" y="346402"/>
                </a:lnTo>
                <a:lnTo>
                  <a:pt x="1935418" y="346041"/>
                </a:lnTo>
                <a:lnTo>
                  <a:pt x="1936058" y="345670"/>
                </a:lnTo>
                <a:lnTo>
                  <a:pt x="1936688" y="345290"/>
                </a:lnTo>
                <a:lnTo>
                  <a:pt x="1937305" y="344900"/>
                </a:lnTo>
                <a:lnTo>
                  <a:pt x="1937912" y="344500"/>
                </a:lnTo>
                <a:lnTo>
                  <a:pt x="1938507" y="344090"/>
                </a:lnTo>
                <a:lnTo>
                  <a:pt x="1939092" y="343671"/>
                </a:lnTo>
                <a:lnTo>
                  <a:pt x="1939665" y="343242"/>
                </a:lnTo>
                <a:lnTo>
                  <a:pt x="1940227" y="342804"/>
                </a:lnTo>
                <a:lnTo>
                  <a:pt x="1940777" y="342356"/>
                </a:lnTo>
                <a:lnTo>
                  <a:pt x="1941317" y="341898"/>
                </a:lnTo>
                <a:lnTo>
                  <a:pt x="1941845" y="341431"/>
                </a:lnTo>
                <a:lnTo>
                  <a:pt x="1942362" y="340954"/>
                </a:lnTo>
                <a:lnTo>
                  <a:pt x="1942868" y="340467"/>
                </a:lnTo>
                <a:lnTo>
                  <a:pt x="1943363" y="339971"/>
                </a:lnTo>
                <a:lnTo>
                  <a:pt x="1943846" y="339465"/>
                </a:lnTo>
                <a:lnTo>
                  <a:pt x="1944319" y="338949"/>
                </a:lnTo>
                <a:lnTo>
                  <a:pt x="1944780" y="338424"/>
                </a:lnTo>
                <a:lnTo>
                  <a:pt x="1945230" y="337889"/>
                </a:lnTo>
                <a:lnTo>
                  <a:pt x="1945669" y="337344"/>
                </a:lnTo>
                <a:lnTo>
                  <a:pt x="1946096" y="336790"/>
                </a:lnTo>
                <a:lnTo>
                  <a:pt x="1946513" y="336226"/>
                </a:lnTo>
                <a:lnTo>
                  <a:pt x="1946922" y="335649"/>
                </a:lnTo>
                <a:lnTo>
                  <a:pt x="1947319" y="335066"/>
                </a:lnTo>
                <a:lnTo>
                  <a:pt x="1947702" y="334477"/>
                </a:lnTo>
                <a:lnTo>
                  <a:pt x="1948073" y="333882"/>
                </a:lnTo>
                <a:lnTo>
                  <a:pt x="1948431" y="333281"/>
                </a:lnTo>
                <a:lnTo>
                  <a:pt x="1948776" y="332675"/>
                </a:lnTo>
                <a:lnTo>
                  <a:pt x="1949108" y="332062"/>
                </a:lnTo>
                <a:lnTo>
                  <a:pt x="1949427" y="331444"/>
                </a:lnTo>
                <a:lnTo>
                  <a:pt x="1949733" y="330819"/>
                </a:lnTo>
                <a:lnTo>
                  <a:pt x="1950026" y="330189"/>
                </a:lnTo>
                <a:lnTo>
                  <a:pt x="1950306" y="329553"/>
                </a:lnTo>
                <a:lnTo>
                  <a:pt x="1950573" y="328911"/>
                </a:lnTo>
                <a:lnTo>
                  <a:pt x="1950827" y="328262"/>
                </a:lnTo>
                <a:lnTo>
                  <a:pt x="1951068" y="327608"/>
                </a:lnTo>
                <a:lnTo>
                  <a:pt x="1951297" y="326948"/>
                </a:lnTo>
                <a:lnTo>
                  <a:pt x="1951512" y="326283"/>
                </a:lnTo>
                <a:lnTo>
                  <a:pt x="1951715" y="325611"/>
                </a:lnTo>
                <a:lnTo>
                  <a:pt x="1951904" y="324933"/>
                </a:lnTo>
                <a:lnTo>
                  <a:pt x="1952081" y="324249"/>
                </a:lnTo>
                <a:lnTo>
                  <a:pt x="1952244" y="323560"/>
                </a:lnTo>
                <a:lnTo>
                  <a:pt x="1952395" y="322864"/>
                </a:lnTo>
                <a:lnTo>
                  <a:pt x="1952533" y="322163"/>
                </a:lnTo>
                <a:lnTo>
                  <a:pt x="1952657" y="321455"/>
                </a:lnTo>
                <a:lnTo>
                  <a:pt x="1952769" y="320742"/>
                </a:lnTo>
                <a:lnTo>
                  <a:pt x="1937854" y="320742"/>
                </a:lnTo>
                <a:lnTo>
                  <a:pt x="1937735" y="321182"/>
                </a:lnTo>
                <a:lnTo>
                  <a:pt x="1937609" y="321616"/>
                </a:lnTo>
                <a:lnTo>
                  <a:pt x="1937477" y="322046"/>
                </a:lnTo>
                <a:lnTo>
                  <a:pt x="1937338" y="322470"/>
                </a:lnTo>
                <a:lnTo>
                  <a:pt x="1937193" y="322888"/>
                </a:lnTo>
                <a:lnTo>
                  <a:pt x="1937041" y="323302"/>
                </a:lnTo>
                <a:lnTo>
                  <a:pt x="1936882" y="323710"/>
                </a:lnTo>
                <a:lnTo>
                  <a:pt x="1936717" y="324113"/>
                </a:lnTo>
                <a:lnTo>
                  <a:pt x="1936545" y="324510"/>
                </a:lnTo>
                <a:lnTo>
                  <a:pt x="1936367" y="324903"/>
                </a:lnTo>
                <a:lnTo>
                  <a:pt x="1936182" y="325290"/>
                </a:lnTo>
                <a:lnTo>
                  <a:pt x="1935990" y="325672"/>
                </a:lnTo>
                <a:lnTo>
                  <a:pt x="1935792" y="326048"/>
                </a:lnTo>
                <a:lnTo>
                  <a:pt x="1935587" y="326419"/>
                </a:lnTo>
                <a:lnTo>
                  <a:pt x="1935376" y="326785"/>
                </a:lnTo>
                <a:lnTo>
                  <a:pt x="1935158" y="327146"/>
                </a:lnTo>
                <a:lnTo>
                  <a:pt x="1934933" y="327502"/>
                </a:lnTo>
                <a:lnTo>
                  <a:pt x="1934702" y="327852"/>
                </a:lnTo>
                <a:lnTo>
                  <a:pt x="1934465" y="328197"/>
                </a:lnTo>
                <a:lnTo>
                  <a:pt x="1934220" y="328537"/>
                </a:lnTo>
                <a:lnTo>
                  <a:pt x="1933970" y="328871"/>
                </a:lnTo>
                <a:lnTo>
                  <a:pt x="1933712" y="329200"/>
                </a:lnTo>
                <a:lnTo>
                  <a:pt x="1933448" y="329524"/>
                </a:lnTo>
                <a:lnTo>
                  <a:pt x="1933178" y="329843"/>
                </a:lnTo>
                <a:lnTo>
                  <a:pt x="1932901" y="330156"/>
                </a:lnTo>
                <a:lnTo>
                  <a:pt x="1932620" y="330462"/>
                </a:lnTo>
                <a:lnTo>
                  <a:pt x="1932334" y="330763"/>
                </a:lnTo>
                <a:lnTo>
                  <a:pt x="1932042" y="331058"/>
                </a:lnTo>
                <a:lnTo>
                  <a:pt x="1931745" y="331346"/>
                </a:lnTo>
                <a:lnTo>
                  <a:pt x="1931444" y="331628"/>
                </a:lnTo>
                <a:lnTo>
                  <a:pt x="1931137" y="331904"/>
                </a:lnTo>
                <a:lnTo>
                  <a:pt x="1930825" y="332174"/>
                </a:lnTo>
                <a:lnTo>
                  <a:pt x="1930509" y="332438"/>
                </a:lnTo>
                <a:lnTo>
                  <a:pt x="1930187" y="332695"/>
                </a:lnTo>
                <a:lnTo>
                  <a:pt x="1929860" y="332947"/>
                </a:lnTo>
                <a:lnTo>
                  <a:pt x="1929528" y="333192"/>
                </a:lnTo>
                <a:lnTo>
                  <a:pt x="1929191" y="333431"/>
                </a:lnTo>
                <a:lnTo>
                  <a:pt x="1928849" y="333664"/>
                </a:lnTo>
                <a:lnTo>
                  <a:pt x="1928502" y="333891"/>
                </a:lnTo>
                <a:lnTo>
                  <a:pt x="1928150" y="334112"/>
                </a:lnTo>
                <a:lnTo>
                  <a:pt x="1927793" y="334327"/>
                </a:lnTo>
                <a:lnTo>
                  <a:pt x="1927431" y="334535"/>
                </a:lnTo>
                <a:lnTo>
                  <a:pt x="1927064" y="334737"/>
                </a:lnTo>
                <a:lnTo>
                  <a:pt x="1926691" y="334934"/>
                </a:lnTo>
                <a:lnTo>
                  <a:pt x="1926314" y="335124"/>
                </a:lnTo>
                <a:lnTo>
                  <a:pt x="1925932" y="335308"/>
                </a:lnTo>
                <a:lnTo>
                  <a:pt x="1925544" y="335485"/>
                </a:lnTo>
                <a:lnTo>
                  <a:pt x="1925152" y="335657"/>
                </a:lnTo>
                <a:lnTo>
                  <a:pt x="1924755" y="335822"/>
                </a:lnTo>
                <a:lnTo>
                  <a:pt x="1924354" y="335980"/>
                </a:lnTo>
                <a:lnTo>
                  <a:pt x="1923950" y="336131"/>
                </a:lnTo>
                <a:lnTo>
                  <a:pt x="1923542" y="336275"/>
                </a:lnTo>
                <a:lnTo>
                  <a:pt x="1923130" y="336412"/>
                </a:lnTo>
                <a:lnTo>
                  <a:pt x="1922715" y="336542"/>
                </a:lnTo>
                <a:lnTo>
                  <a:pt x="1922295" y="336665"/>
                </a:lnTo>
                <a:lnTo>
                  <a:pt x="1921872" y="336780"/>
                </a:lnTo>
                <a:lnTo>
                  <a:pt x="1921446" y="336889"/>
                </a:lnTo>
                <a:lnTo>
                  <a:pt x="1921015" y="336991"/>
                </a:lnTo>
                <a:lnTo>
                  <a:pt x="1920581" y="337086"/>
                </a:lnTo>
                <a:lnTo>
                  <a:pt x="1920143" y="337174"/>
                </a:lnTo>
                <a:lnTo>
                  <a:pt x="1919702" y="337254"/>
                </a:lnTo>
                <a:lnTo>
                  <a:pt x="1919256" y="337328"/>
                </a:lnTo>
                <a:lnTo>
                  <a:pt x="1918807" y="337395"/>
                </a:lnTo>
                <a:lnTo>
                  <a:pt x="1918354" y="337455"/>
                </a:lnTo>
                <a:lnTo>
                  <a:pt x="1917898" y="337507"/>
                </a:lnTo>
                <a:lnTo>
                  <a:pt x="1917438" y="337553"/>
                </a:lnTo>
                <a:lnTo>
                  <a:pt x="1916974" y="337591"/>
                </a:lnTo>
                <a:lnTo>
                  <a:pt x="1916506" y="337623"/>
                </a:lnTo>
                <a:lnTo>
                  <a:pt x="1916034" y="337648"/>
                </a:lnTo>
                <a:lnTo>
                  <a:pt x="1915559" y="337665"/>
                </a:lnTo>
                <a:lnTo>
                  <a:pt x="1915080" y="337676"/>
                </a:lnTo>
                <a:lnTo>
                  <a:pt x="1914598" y="337679"/>
                </a:lnTo>
                <a:lnTo>
                  <a:pt x="1913864" y="337671"/>
                </a:lnTo>
                <a:lnTo>
                  <a:pt x="1913139" y="337647"/>
                </a:lnTo>
                <a:lnTo>
                  <a:pt x="1912421" y="337607"/>
                </a:lnTo>
                <a:lnTo>
                  <a:pt x="1911712" y="337551"/>
                </a:lnTo>
                <a:lnTo>
                  <a:pt x="1911010" y="337479"/>
                </a:lnTo>
                <a:lnTo>
                  <a:pt x="1910316" y="337391"/>
                </a:lnTo>
                <a:lnTo>
                  <a:pt x="1909630" y="337287"/>
                </a:lnTo>
                <a:lnTo>
                  <a:pt x="1908952" y="337167"/>
                </a:lnTo>
                <a:lnTo>
                  <a:pt x="1908282" y="337031"/>
                </a:lnTo>
                <a:lnTo>
                  <a:pt x="1907619" y="336878"/>
                </a:lnTo>
                <a:lnTo>
                  <a:pt x="1906965" y="336710"/>
                </a:lnTo>
                <a:lnTo>
                  <a:pt x="1906319" y="336526"/>
                </a:lnTo>
                <a:lnTo>
                  <a:pt x="1905680" y="336326"/>
                </a:lnTo>
                <a:lnTo>
                  <a:pt x="1905049" y="336109"/>
                </a:lnTo>
                <a:lnTo>
                  <a:pt x="1904427" y="335877"/>
                </a:lnTo>
                <a:lnTo>
                  <a:pt x="1903812" y="335629"/>
                </a:lnTo>
                <a:lnTo>
                  <a:pt x="1903205" y="335365"/>
                </a:lnTo>
                <a:lnTo>
                  <a:pt x="1902606" y="335084"/>
                </a:lnTo>
                <a:lnTo>
                  <a:pt x="1902015" y="334788"/>
                </a:lnTo>
                <a:lnTo>
                  <a:pt x="1901431" y="334475"/>
                </a:lnTo>
                <a:lnTo>
                  <a:pt x="1900856" y="334147"/>
                </a:lnTo>
                <a:lnTo>
                  <a:pt x="1900289" y="333803"/>
                </a:lnTo>
                <a:lnTo>
                  <a:pt x="1899729" y="333442"/>
                </a:lnTo>
                <a:lnTo>
                  <a:pt x="1899177" y="333066"/>
                </a:lnTo>
                <a:lnTo>
                  <a:pt x="1898640" y="332675"/>
                </a:lnTo>
                <a:lnTo>
                  <a:pt x="1898113" y="332271"/>
                </a:lnTo>
                <a:lnTo>
                  <a:pt x="1897595" y="331854"/>
                </a:lnTo>
                <a:lnTo>
                  <a:pt x="1897088" y="331424"/>
                </a:lnTo>
                <a:lnTo>
                  <a:pt x="1896591" y="330982"/>
                </a:lnTo>
                <a:lnTo>
                  <a:pt x="1896104" y="330526"/>
                </a:lnTo>
                <a:lnTo>
                  <a:pt x="1895627" y="330057"/>
                </a:lnTo>
                <a:lnTo>
                  <a:pt x="1895161" y="329576"/>
                </a:lnTo>
                <a:lnTo>
                  <a:pt x="1894704" y="329081"/>
                </a:lnTo>
                <a:lnTo>
                  <a:pt x="1894258" y="328574"/>
                </a:lnTo>
                <a:lnTo>
                  <a:pt x="1893821" y="328054"/>
                </a:lnTo>
                <a:lnTo>
                  <a:pt x="1893395" y="327520"/>
                </a:lnTo>
                <a:lnTo>
                  <a:pt x="1892978" y="326974"/>
                </a:lnTo>
                <a:lnTo>
                  <a:pt x="1892572" y="326415"/>
                </a:lnTo>
                <a:lnTo>
                  <a:pt x="1892176" y="325842"/>
                </a:lnTo>
                <a:lnTo>
                  <a:pt x="1891790" y="325257"/>
                </a:lnTo>
                <a:lnTo>
                  <a:pt x="1891414" y="324659"/>
                </a:lnTo>
                <a:lnTo>
                  <a:pt x="1891048" y="324048"/>
                </a:lnTo>
                <a:lnTo>
                  <a:pt x="1890693" y="323424"/>
                </a:lnTo>
                <a:lnTo>
                  <a:pt x="1890347" y="322787"/>
                </a:lnTo>
                <a:lnTo>
                  <a:pt x="1890012" y="322137"/>
                </a:lnTo>
                <a:lnTo>
                  <a:pt x="1889686" y="321475"/>
                </a:lnTo>
                <a:lnTo>
                  <a:pt x="1889371" y="320799"/>
                </a:lnTo>
                <a:lnTo>
                  <a:pt x="1889066" y="320110"/>
                </a:lnTo>
                <a:lnTo>
                  <a:pt x="1888777" y="319410"/>
                </a:lnTo>
                <a:lnTo>
                  <a:pt x="1888500" y="318700"/>
                </a:lnTo>
                <a:lnTo>
                  <a:pt x="1888236" y="317979"/>
                </a:lnTo>
                <a:lnTo>
                  <a:pt x="1887984" y="317249"/>
                </a:lnTo>
                <a:lnTo>
                  <a:pt x="1887745" y="316508"/>
                </a:lnTo>
                <a:lnTo>
                  <a:pt x="1887517" y="315757"/>
                </a:lnTo>
                <a:lnTo>
                  <a:pt x="1887302" y="314997"/>
                </a:lnTo>
                <a:lnTo>
                  <a:pt x="1887099" y="314226"/>
                </a:lnTo>
                <a:lnTo>
                  <a:pt x="1886909" y="313445"/>
                </a:lnTo>
                <a:lnTo>
                  <a:pt x="1886731" y="312654"/>
                </a:lnTo>
                <a:lnTo>
                  <a:pt x="1886565" y="311853"/>
                </a:lnTo>
                <a:lnTo>
                  <a:pt x="1886411" y="311041"/>
                </a:lnTo>
                <a:lnTo>
                  <a:pt x="1886270" y="310220"/>
                </a:lnTo>
                <a:lnTo>
                  <a:pt x="1886141" y="309389"/>
                </a:lnTo>
                <a:lnTo>
                  <a:pt x="1886024" y="308547"/>
                </a:lnTo>
                <a:lnTo>
                  <a:pt x="1885920" y="307695"/>
                </a:lnTo>
                <a:lnTo>
                  <a:pt x="1885828" y="306834"/>
                </a:lnTo>
                <a:lnTo>
                  <a:pt x="1885748" y="305962"/>
                </a:lnTo>
                <a:lnTo>
                  <a:pt x="1885680" y="305080"/>
                </a:lnTo>
                <a:lnTo>
                  <a:pt x="1885625" y="304188"/>
                </a:lnTo>
                <a:lnTo>
                  <a:pt x="1885582" y="303286"/>
                </a:lnTo>
                <a:lnTo>
                  <a:pt x="1885551" y="302374"/>
                </a:lnTo>
                <a:lnTo>
                  <a:pt x="1885533" y="301451"/>
                </a:lnTo>
                <a:lnTo>
                  <a:pt x="1885526" y="300519"/>
                </a:lnTo>
                <a:lnTo>
                  <a:pt x="1885533" y="299607"/>
                </a:lnTo>
                <a:lnTo>
                  <a:pt x="1885551" y="298706"/>
                </a:lnTo>
                <a:lnTo>
                  <a:pt x="1885583" y="297814"/>
                </a:lnTo>
                <a:lnTo>
                  <a:pt x="1885627" y="296932"/>
                </a:lnTo>
                <a:lnTo>
                  <a:pt x="1885683" y="296060"/>
                </a:lnTo>
                <a:lnTo>
                  <a:pt x="1885752" y="295198"/>
                </a:lnTo>
                <a:lnTo>
                  <a:pt x="1885833" y="294346"/>
                </a:lnTo>
                <a:lnTo>
                  <a:pt x="1885927" y="293504"/>
                </a:lnTo>
                <a:lnTo>
                  <a:pt x="1886033" y="292671"/>
                </a:lnTo>
                <a:lnTo>
                  <a:pt x="1886152" y="291849"/>
                </a:lnTo>
                <a:lnTo>
                  <a:pt x="1886283" y="291036"/>
                </a:lnTo>
                <a:lnTo>
                  <a:pt x="1886427" y="290233"/>
                </a:lnTo>
                <a:lnTo>
                  <a:pt x="1886583" y="289440"/>
                </a:lnTo>
                <a:lnTo>
                  <a:pt x="1886752" y="288657"/>
                </a:lnTo>
                <a:lnTo>
                  <a:pt x="1886934" y="287884"/>
                </a:lnTo>
                <a:lnTo>
                  <a:pt x="1887128" y="287121"/>
                </a:lnTo>
                <a:lnTo>
                  <a:pt x="1887334" y="286367"/>
                </a:lnTo>
                <a:lnTo>
                  <a:pt x="1887553" y="285624"/>
                </a:lnTo>
                <a:lnTo>
                  <a:pt x="1887784" y="284890"/>
                </a:lnTo>
                <a:lnTo>
                  <a:pt x="1888028" y="284166"/>
                </a:lnTo>
                <a:lnTo>
                  <a:pt x="1888285" y="283452"/>
                </a:lnTo>
                <a:lnTo>
                  <a:pt x="1888554" y="282748"/>
                </a:lnTo>
                <a:lnTo>
                  <a:pt x="1888835" y="282054"/>
                </a:lnTo>
                <a:lnTo>
                  <a:pt x="1889129" y="281370"/>
                </a:lnTo>
                <a:lnTo>
                  <a:pt x="1889439" y="280692"/>
                </a:lnTo>
                <a:lnTo>
                  <a:pt x="1889760" y="280027"/>
                </a:lnTo>
                <a:lnTo>
                  <a:pt x="1890090" y="279374"/>
                </a:lnTo>
                <a:lnTo>
                  <a:pt x="1890430" y="278735"/>
                </a:lnTo>
                <a:lnTo>
                  <a:pt x="1890780" y="278109"/>
                </a:lnTo>
                <a:lnTo>
                  <a:pt x="1891139" y="277495"/>
                </a:lnTo>
                <a:lnTo>
                  <a:pt x="1891509" y="276895"/>
                </a:lnTo>
                <a:lnTo>
                  <a:pt x="1891888" y="276307"/>
                </a:lnTo>
                <a:lnTo>
                  <a:pt x="1892278" y="275732"/>
                </a:lnTo>
                <a:lnTo>
                  <a:pt x="1892677" y="275171"/>
                </a:lnTo>
                <a:lnTo>
                  <a:pt x="1893086" y="274622"/>
                </a:lnTo>
                <a:lnTo>
                  <a:pt x="1893505" y="274086"/>
                </a:lnTo>
                <a:lnTo>
                  <a:pt x="1893934" y="273564"/>
                </a:lnTo>
                <a:lnTo>
                  <a:pt x="1894373" y="273054"/>
                </a:lnTo>
                <a:lnTo>
                  <a:pt x="1894822" y="272557"/>
                </a:lnTo>
                <a:lnTo>
                  <a:pt x="1895280" y="272073"/>
                </a:lnTo>
                <a:lnTo>
                  <a:pt x="1895748" y="271602"/>
                </a:lnTo>
                <a:lnTo>
                  <a:pt x="1896227" y="271144"/>
                </a:lnTo>
                <a:lnTo>
                  <a:pt x="1896715" y="270699"/>
                </a:lnTo>
                <a:lnTo>
                  <a:pt x="1897213" y="270266"/>
                </a:lnTo>
                <a:lnTo>
                  <a:pt x="1897721" y="269847"/>
                </a:lnTo>
                <a:lnTo>
                  <a:pt x="1898239" y="269441"/>
                </a:lnTo>
                <a:lnTo>
                  <a:pt x="1898766" y="269047"/>
                </a:lnTo>
                <a:lnTo>
                  <a:pt x="1899304" y="268667"/>
                </a:lnTo>
                <a:lnTo>
                  <a:pt x="1899855" y="268296"/>
                </a:lnTo>
                <a:lnTo>
                  <a:pt x="1900414" y="267940"/>
                </a:lnTo>
                <a:lnTo>
                  <a:pt x="1900980" y="267601"/>
                </a:lnTo>
                <a:lnTo>
                  <a:pt x="1901554" y="267277"/>
                </a:lnTo>
                <a:lnTo>
                  <a:pt x="1902135" y="266969"/>
                </a:lnTo>
                <a:lnTo>
                  <a:pt x="1902724" y="266676"/>
                </a:lnTo>
                <a:lnTo>
                  <a:pt x="1903320" y="266400"/>
                </a:lnTo>
                <a:lnTo>
                  <a:pt x="1903924" y="266139"/>
                </a:lnTo>
                <a:lnTo>
                  <a:pt x="1904535" y="265894"/>
                </a:lnTo>
                <a:lnTo>
                  <a:pt x="1905154" y="265665"/>
                </a:lnTo>
                <a:lnTo>
                  <a:pt x="1905780" y="265452"/>
                </a:lnTo>
                <a:lnTo>
                  <a:pt x="1906413" y="265254"/>
                </a:lnTo>
                <a:lnTo>
                  <a:pt x="1907054" y="265073"/>
                </a:lnTo>
                <a:lnTo>
                  <a:pt x="1907703" y="264907"/>
                </a:lnTo>
                <a:lnTo>
                  <a:pt x="1908359" y="264757"/>
                </a:lnTo>
                <a:lnTo>
                  <a:pt x="1909022" y="264622"/>
                </a:lnTo>
                <a:lnTo>
                  <a:pt x="1909693" y="264504"/>
                </a:lnTo>
                <a:lnTo>
                  <a:pt x="1910371" y="264401"/>
                </a:lnTo>
                <a:lnTo>
                  <a:pt x="1911057" y="264314"/>
                </a:lnTo>
                <a:lnTo>
                  <a:pt x="1911750" y="264243"/>
                </a:lnTo>
                <a:lnTo>
                  <a:pt x="1912451" y="264188"/>
                </a:lnTo>
                <a:lnTo>
                  <a:pt x="1913159" y="264148"/>
                </a:lnTo>
                <a:lnTo>
                  <a:pt x="1913875" y="264125"/>
                </a:lnTo>
                <a:lnTo>
                  <a:pt x="1914598" y="264117"/>
                </a:lnTo>
                <a:lnTo>
                  <a:pt x="1915412" y="264126"/>
                </a:lnTo>
                <a:lnTo>
                  <a:pt x="1916213" y="264153"/>
                </a:lnTo>
                <a:lnTo>
                  <a:pt x="1916999" y="264198"/>
                </a:lnTo>
                <a:lnTo>
                  <a:pt x="1917772" y="264261"/>
                </a:lnTo>
                <a:lnTo>
                  <a:pt x="1918530" y="264342"/>
                </a:lnTo>
                <a:lnTo>
                  <a:pt x="1919274" y="264441"/>
                </a:lnTo>
                <a:lnTo>
                  <a:pt x="1920005" y="264558"/>
                </a:lnTo>
                <a:lnTo>
                  <a:pt x="1920721" y="264693"/>
                </a:lnTo>
                <a:lnTo>
                  <a:pt x="1921423" y="264846"/>
                </a:lnTo>
                <a:lnTo>
                  <a:pt x="1922111" y="265017"/>
                </a:lnTo>
                <a:lnTo>
                  <a:pt x="1922785" y="265205"/>
                </a:lnTo>
                <a:lnTo>
                  <a:pt x="1923445" y="265412"/>
                </a:lnTo>
                <a:lnTo>
                  <a:pt x="1924091" y="265637"/>
                </a:lnTo>
                <a:lnTo>
                  <a:pt x="1924723" y="265880"/>
                </a:lnTo>
                <a:lnTo>
                  <a:pt x="1925341" y="266141"/>
                </a:lnTo>
                <a:lnTo>
                  <a:pt x="1925945" y="266420"/>
                </a:lnTo>
                <a:lnTo>
                  <a:pt x="1926535" y="266717"/>
                </a:lnTo>
                <a:lnTo>
                  <a:pt x="1927111" y="267032"/>
                </a:lnTo>
                <a:lnTo>
                  <a:pt x="1927673" y="267365"/>
                </a:lnTo>
                <a:lnTo>
                  <a:pt x="1928220" y="267716"/>
                </a:lnTo>
                <a:lnTo>
                  <a:pt x="1928754" y="268084"/>
                </a:lnTo>
                <a:lnTo>
                  <a:pt x="1929274" y="268471"/>
                </a:lnTo>
                <a:lnTo>
                  <a:pt x="1929779" y="268876"/>
                </a:lnTo>
                <a:lnTo>
                  <a:pt x="1930271" y="269299"/>
                </a:lnTo>
                <a:lnTo>
                  <a:pt x="1930753" y="269728"/>
                </a:lnTo>
                <a:lnTo>
                  <a:pt x="1931221" y="270163"/>
                </a:lnTo>
                <a:lnTo>
                  <a:pt x="1931675" y="270603"/>
                </a:lnTo>
                <a:lnTo>
                  <a:pt x="1932114" y="271048"/>
                </a:lnTo>
                <a:lnTo>
                  <a:pt x="1932539" y="271498"/>
                </a:lnTo>
                <a:lnTo>
                  <a:pt x="1932949" y="271953"/>
                </a:lnTo>
                <a:lnTo>
                  <a:pt x="1933344" y="272414"/>
                </a:lnTo>
                <a:lnTo>
                  <a:pt x="1933726" y="272880"/>
                </a:lnTo>
                <a:lnTo>
                  <a:pt x="1934092" y="273352"/>
                </a:lnTo>
                <a:lnTo>
                  <a:pt x="1934444" y="273828"/>
                </a:lnTo>
                <a:lnTo>
                  <a:pt x="1934782" y="274310"/>
                </a:lnTo>
                <a:lnTo>
                  <a:pt x="1935105" y="274797"/>
                </a:lnTo>
                <a:lnTo>
                  <a:pt x="1935414" y="275290"/>
                </a:lnTo>
                <a:lnTo>
                  <a:pt x="1935708" y="275787"/>
                </a:lnTo>
                <a:lnTo>
                  <a:pt x="1935988" y="276290"/>
                </a:lnTo>
                <a:lnTo>
                  <a:pt x="1936253" y="276799"/>
                </a:lnTo>
                <a:lnTo>
                  <a:pt x="1936504" y="277312"/>
                </a:lnTo>
                <a:lnTo>
                  <a:pt x="1936741" y="277831"/>
                </a:lnTo>
                <a:lnTo>
                  <a:pt x="1936962" y="278355"/>
                </a:lnTo>
                <a:lnTo>
                  <a:pt x="1937170" y="278884"/>
                </a:lnTo>
                <a:lnTo>
                  <a:pt x="1937363" y="279419"/>
                </a:lnTo>
                <a:lnTo>
                  <a:pt x="1937541" y="279958"/>
                </a:lnTo>
                <a:lnTo>
                  <a:pt x="1937705" y="280504"/>
                </a:lnTo>
                <a:lnTo>
                  <a:pt x="1937854" y="281054"/>
                </a:lnTo>
                <a:lnTo>
                  <a:pt x="1952769" y="281054"/>
                </a:lnTo>
                <a:lnTo>
                  <a:pt x="1952657" y="280299"/>
                </a:lnTo>
                <a:lnTo>
                  <a:pt x="1952531" y="279553"/>
                </a:lnTo>
                <a:lnTo>
                  <a:pt x="1952391" y="278814"/>
                </a:lnTo>
                <a:lnTo>
                  <a:pt x="1952237" y="278084"/>
                </a:lnTo>
                <a:lnTo>
                  <a:pt x="1952070" y="277361"/>
                </a:lnTo>
                <a:lnTo>
                  <a:pt x="1951888" y="276646"/>
                </a:lnTo>
                <a:lnTo>
                  <a:pt x="1951693" y="275939"/>
                </a:lnTo>
                <a:lnTo>
                  <a:pt x="1951484" y="275240"/>
                </a:lnTo>
                <a:lnTo>
                  <a:pt x="1951261" y="274548"/>
                </a:lnTo>
                <a:lnTo>
                  <a:pt x="1951025" y="273865"/>
                </a:lnTo>
                <a:lnTo>
                  <a:pt x="1950774" y="273190"/>
                </a:lnTo>
                <a:lnTo>
                  <a:pt x="1950510" y="272522"/>
                </a:lnTo>
                <a:lnTo>
                  <a:pt x="1950232" y="271863"/>
                </a:lnTo>
                <a:lnTo>
                  <a:pt x="1949940" y="271211"/>
                </a:lnTo>
                <a:lnTo>
                  <a:pt x="1949634" y="270567"/>
                </a:lnTo>
                <a:lnTo>
                  <a:pt x="1949314" y="269931"/>
                </a:lnTo>
                <a:lnTo>
                  <a:pt x="1948981" y="269303"/>
                </a:lnTo>
                <a:lnTo>
                  <a:pt x="1948634" y="268683"/>
                </a:lnTo>
                <a:lnTo>
                  <a:pt x="1948273" y="268071"/>
                </a:lnTo>
                <a:lnTo>
                  <a:pt x="1947898" y="267466"/>
                </a:lnTo>
                <a:lnTo>
                  <a:pt x="1947509" y="266870"/>
                </a:lnTo>
                <a:lnTo>
                  <a:pt x="1947106" y="266281"/>
                </a:lnTo>
                <a:lnTo>
                  <a:pt x="1946690" y="265701"/>
                </a:lnTo>
                <a:lnTo>
                  <a:pt x="1946260" y="265128"/>
                </a:lnTo>
                <a:lnTo>
                  <a:pt x="1945818" y="264564"/>
                </a:lnTo>
                <a:lnTo>
                  <a:pt x="1945365" y="264012"/>
                </a:lnTo>
                <a:lnTo>
                  <a:pt x="1944902" y="263469"/>
                </a:lnTo>
                <a:lnTo>
                  <a:pt x="1944429" y="262937"/>
                </a:lnTo>
                <a:lnTo>
                  <a:pt x="1943945" y="262416"/>
                </a:lnTo>
                <a:lnTo>
                  <a:pt x="1943451" y="261905"/>
                </a:lnTo>
                <a:lnTo>
                  <a:pt x="1942947" y="261405"/>
                </a:lnTo>
                <a:lnTo>
                  <a:pt x="1942433" y="260915"/>
                </a:lnTo>
                <a:lnTo>
                  <a:pt x="1941908" y="260436"/>
                </a:lnTo>
                <a:lnTo>
                  <a:pt x="1941373" y="259967"/>
                </a:lnTo>
                <a:lnTo>
                  <a:pt x="1940828" y="259509"/>
                </a:lnTo>
                <a:lnTo>
                  <a:pt x="1940272" y="259061"/>
                </a:lnTo>
                <a:lnTo>
                  <a:pt x="1939706" y="258624"/>
                </a:lnTo>
                <a:lnTo>
                  <a:pt x="1939129" y="258197"/>
                </a:lnTo>
                <a:lnTo>
                  <a:pt x="1938543" y="257781"/>
                </a:lnTo>
                <a:lnTo>
                  <a:pt x="1937946" y="257376"/>
                </a:lnTo>
                <a:lnTo>
                  <a:pt x="1937338" y="256981"/>
                </a:lnTo>
                <a:lnTo>
                  <a:pt x="1936721" y="256596"/>
                </a:lnTo>
                <a:lnTo>
                  <a:pt x="1936093" y="256222"/>
                </a:lnTo>
                <a:lnTo>
                  <a:pt x="1935455" y="255859"/>
                </a:lnTo>
                <a:lnTo>
                  <a:pt x="1934806" y="255506"/>
                </a:lnTo>
                <a:lnTo>
                  <a:pt x="1934147" y="255164"/>
                </a:lnTo>
                <a:lnTo>
                  <a:pt x="1933478" y="254832"/>
                </a:lnTo>
                <a:lnTo>
                  <a:pt x="1932799" y="254511"/>
                </a:lnTo>
                <a:lnTo>
                  <a:pt x="1932110" y="254201"/>
                </a:lnTo>
                <a:lnTo>
                  <a:pt x="1931415" y="253905"/>
                </a:lnTo>
                <a:lnTo>
                  <a:pt x="1930713" y="253622"/>
                </a:lnTo>
                <a:lnTo>
                  <a:pt x="1930004" y="253352"/>
                </a:lnTo>
                <a:lnTo>
                  <a:pt x="1929288" y="253095"/>
                </a:lnTo>
                <a:lnTo>
                  <a:pt x="1928564" y="252852"/>
                </a:lnTo>
                <a:lnTo>
                  <a:pt x="1927834" y="252621"/>
                </a:lnTo>
                <a:lnTo>
                  <a:pt x="1927097" y="252404"/>
                </a:lnTo>
                <a:lnTo>
                  <a:pt x="1926352" y="252200"/>
                </a:lnTo>
                <a:lnTo>
                  <a:pt x="1925601" y="252009"/>
                </a:lnTo>
                <a:lnTo>
                  <a:pt x="1924843" y="251831"/>
                </a:lnTo>
                <a:lnTo>
                  <a:pt x="1924077" y="251667"/>
                </a:lnTo>
                <a:lnTo>
                  <a:pt x="1923305" y="251515"/>
                </a:lnTo>
                <a:lnTo>
                  <a:pt x="1922525" y="251377"/>
                </a:lnTo>
                <a:lnTo>
                  <a:pt x="1921739" y="251252"/>
                </a:lnTo>
                <a:lnTo>
                  <a:pt x="1920945" y="251140"/>
                </a:lnTo>
                <a:lnTo>
                  <a:pt x="1920145" y="251041"/>
                </a:lnTo>
                <a:lnTo>
                  <a:pt x="1919337" y="250956"/>
                </a:lnTo>
                <a:lnTo>
                  <a:pt x="1918523" y="250883"/>
                </a:lnTo>
                <a:lnTo>
                  <a:pt x="1917701" y="250824"/>
                </a:lnTo>
                <a:lnTo>
                  <a:pt x="1916873" y="250778"/>
                </a:lnTo>
                <a:lnTo>
                  <a:pt x="1916037" y="250745"/>
                </a:lnTo>
                <a:lnTo>
                  <a:pt x="1915194" y="250725"/>
                </a:lnTo>
                <a:lnTo>
                  <a:pt x="1914345" y="250719"/>
                </a:lnTo>
                <a:lnTo>
                  <a:pt x="1913255" y="250730"/>
                </a:lnTo>
                <a:lnTo>
                  <a:pt x="1912177" y="250764"/>
                </a:lnTo>
                <a:lnTo>
                  <a:pt x="1911110" y="250820"/>
                </a:lnTo>
                <a:lnTo>
                  <a:pt x="1910054" y="250898"/>
                </a:lnTo>
                <a:lnTo>
                  <a:pt x="1909010" y="250999"/>
                </a:lnTo>
                <a:lnTo>
                  <a:pt x="1907978" y="251122"/>
                </a:lnTo>
                <a:lnTo>
                  <a:pt x="1906956" y="251267"/>
                </a:lnTo>
                <a:lnTo>
                  <a:pt x="1905947" y="251435"/>
                </a:lnTo>
                <a:lnTo>
                  <a:pt x="1904948" y="251625"/>
                </a:lnTo>
                <a:lnTo>
                  <a:pt x="1903961" y="251838"/>
                </a:lnTo>
                <a:lnTo>
                  <a:pt x="1902985" y="252073"/>
                </a:lnTo>
                <a:lnTo>
                  <a:pt x="1902021" y="252330"/>
                </a:lnTo>
                <a:lnTo>
                  <a:pt x="1901068" y="252610"/>
                </a:lnTo>
                <a:lnTo>
                  <a:pt x="1900127" y="252912"/>
                </a:lnTo>
                <a:lnTo>
                  <a:pt x="1899197" y="253237"/>
                </a:lnTo>
                <a:lnTo>
                  <a:pt x="1898279" y="253584"/>
                </a:lnTo>
                <a:lnTo>
                  <a:pt x="1897371" y="253953"/>
                </a:lnTo>
                <a:lnTo>
                  <a:pt x="1896476" y="254345"/>
                </a:lnTo>
                <a:lnTo>
                  <a:pt x="1895591" y="254759"/>
                </a:lnTo>
                <a:lnTo>
                  <a:pt x="1894718" y="255195"/>
                </a:lnTo>
                <a:lnTo>
                  <a:pt x="1893857" y="255654"/>
                </a:lnTo>
                <a:lnTo>
                  <a:pt x="1893007" y="256135"/>
                </a:lnTo>
                <a:lnTo>
                  <a:pt x="1892168" y="256639"/>
                </a:lnTo>
                <a:lnTo>
                  <a:pt x="1891341" y="257165"/>
                </a:lnTo>
                <a:lnTo>
                  <a:pt x="1890532" y="257706"/>
                </a:lnTo>
                <a:lnTo>
                  <a:pt x="1889738" y="258264"/>
                </a:lnTo>
                <a:lnTo>
                  <a:pt x="1888959" y="258839"/>
                </a:lnTo>
                <a:lnTo>
                  <a:pt x="1888195" y="259431"/>
                </a:lnTo>
                <a:lnTo>
                  <a:pt x="1887446" y="260041"/>
                </a:lnTo>
                <a:lnTo>
                  <a:pt x="1886712" y="260669"/>
                </a:lnTo>
                <a:lnTo>
                  <a:pt x="1885992" y="261313"/>
                </a:lnTo>
                <a:lnTo>
                  <a:pt x="1885288" y="261975"/>
                </a:lnTo>
                <a:lnTo>
                  <a:pt x="1884598" y="262654"/>
                </a:lnTo>
                <a:lnTo>
                  <a:pt x="1883924" y="263351"/>
                </a:lnTo>
                <a:lnTo>
                  <a:pt x="1883264" y="264065"/>
                </a:lnTo>
                <a:lnTo>
                  <a:pt x="1882619" y="264796"/>
                </a:lnTo>
                <a:lnTo>
                  <a:pt x="1881990" y="265545"/>
                </a:lnTo>
                <a:lnTo>
                  <a:pt x="1881375" y="266311"/>
                </a:lnTo>
                <a:lnTo>
                  <a:pt x="1880775" y="267094"/>
                </a:lnTo>
                <a:lnTo>
                  <a:pt x="1880190" y="267895"/>
                </a:lnTo>
                <a:lnTo>
                  <a:pt x="1879620" y="268713"/>
                </a:lnTo>
                <a:lnTo>
                  <a:pt x="1879065" y="269548"/>
                </a:lnTo>
                <a:lnTo>
                  <a:pt x="1878524" y="270401"/>
                </a:lnTo>
                <a:lnTo>
                  <a:pt x="1877999" y="271271"/>
                </a:lnTo>
                <a:lnTo>
                  <a:pt x="1877489" y="272158"/>
                </a:lnTo>
                <a:lnTo>
                  <a:pt x="1876993" y="273062"/>
                </a:lnTo>
                <a:lnTo>
                  <a:pt x="1876513" y="273984"/>
                </a:lnTo>
                <a:lnTo>
                  <a:pt x="1876047" y="274924"/>
                </a:lnTo>
                <a:lnTo>
                  <a:pt x="1875603" y="275872"/>
                </a:lnTo>
                <a:lnTo>
                  <a:pt x="1875179" y="276833"/>
                </a:lnTo>
                <a:lnTo>
                  <a:pt x="1874773" y="277806"/>
                </a:lnTo>
                <a:lnTo>
                  <a:pt x="1874386" y="278791"/>
                </a:lnTo>
                <a:lnTo>
                  <a:pt x="1874018" y="279788"/>
                </a:lnTo>
                <a:lnTo>
                  <a:pt x="1873669" y="280797"/>
                </a:lnTo>
                <a:lnTo>
                  <a:pt x="1873339" y="281818"/>
                </a:lnTo>
                <a:lnTo>
                  <a:pt x="1873027" y="282852"/>
                </a:lnTo>
                <a:lnTo>
                  <a:pt x="1872735" y="283897"/>
                </a:lnTo>
                <a:lnTo>
                  <a:pt x="1872461" y="284954"/>
                </a:lnTo>
                <a:lnTo>
                  <a:pt x="1872206" y="286024"/>
                </a:lnTo>
                <a:lnTo>
                  <a:pt x="1871971" y="287105"/>
                </a:lnTo>
                <a:lnTo>
                  <a:pt x="1871753" y="288199"/>
                </a:lnTo>
                <a:lnTo>
                  <a:pt x="1871555" y="289304"/>
                </a:lnTo>
                <a:lnTo>
                  <a:pt x="1871376" y="290422"/>
                </a:lnTo>
                <a:lnTo>
                  <a:pt x="1871216" y="291552"/>
                </a:lnTo>
                <a:lnTo>
                  <a:pt x="1871074" y="292694"/>
                </a:lnTo>
                <a:lnTo>
                  <a:pt x="1870951" y="293848"/>
                </a:lnTo>
                <a:lnTo>
                  <a:pt x="1870848" y="295014"/>
                </a:lnTo>
                <a:lnTo>
                  <a:pt x="1870763" y="296192"/>
                </a:lnTo>
                <a:lnTo>
                  <a:pt x="1870697" y="297382"/>
                </a:lnTo>
                <a:lnTo>
                  <a:pt x="1870649" y="298584"/>
                </a:lnTo>
                <a:lnTo>
                  <a:pt x="1870621" y="299798"/>
                </a:lnTo>
                <a:lnTo>
                  <a:pt x="1870612" y="301024"/>
                </a:lnTo>
                <a:lnTo>
                  <a:pt x="1870621" y="302230"/>
                </a:lnTo>
                <a:lnTo>
                  <a:pt x="1870649" y="303425"/>
                </a:lnTo>
                <a:lnTo>
                  <a:pt x="1870695" y="304608"/>
                </a:lnTo>
                <a:lnTo>
                  <a:pt x="1870759" y="305780"/>
                </a:lnTo>
                <a:lnTo>
                  <a:pt x="1870842" y="306941"/>
                </a:lnTo>
                <a:lnTo>
                  <a:pt x="1870944" y="308091"/>
                </a:lnTo>
                <a:lnTo>
                  <a:pt x="1871063" y="309229"/>
                </a:lnTo>
                <a:lnTo>
                  <a:pt x="1871202" y="310357"/>
                </a:lnTo>
                <a:lnTo>
                  <a:pt x="1871358" y="311473"/>
                </a:lnTo>
                <a:lnTo>
                  <a:pt x="1871533" y="312578"/>
                </a:lnTo>
                <a:lnTo>
                  <a:pt x="1871727" y="313672"/>
                </a:lnTo>
                <a:lnTo>
                  <a:pt x="1871939" y="314754"/>
                </a:lnTo>
                <a:lnTo>
                  <a:pt x="1872169" y="315826"/>
                </a:lnTo>
                <a:lnTo>
                  <a:pt x="1872418" y="316886"/>
                </a:lnTo>
                <a:lnTo>
                  <a:pt x="1872685" y="317935"/>
                </a:lnTo>
                <a:lnTo>
                  <a:pt x="1872971" y="318973"/>
                </a:lnTo>
                <a:lnTo>
                  <a:pt x="1873275" y="319999"/>
                </a:lnTo>
                <a:lnTo>
                  <a:pt x="1873598" y="321015"/>
                </a:lnTo>
                <a:lnTo>
                  <a:pt x="1873939" y="322019"/>
                </a:lnTo>
                <a:lnTo>
                  <a:pt x="1874298" y="323012"/>
                </a:lnTo>
                <a:lnTo>
                  <a:pt x="1874676" y="323994"/>
                </a:lnTo>
                <a:lnTo>
                  <a:pt x="1875073" y="324965"/>
                </a:lnTo>
                <a:lnTo>
                  <a:pt x="1875487" y="325924"/>
                </a:lnTo>
                <a:lnTo>
                  <a:pt x="1875920" y="326872"/>
                </a:lnTo>
                <a:lnTo>
                  <a:pt x="1876371" y="327807"/>
                </a:lnTo>
                <a:lnTo>
                  <a:pt x="1876837" y="328724"/>
                </a:lnTo>
                <a:lnTo>
                  <a:pt x="1877319" y="329624"/>
                </a:lnTo>
                <a:lnTo>
                  <a:pt x="1877816" y="330508"/>
                </a:lnTo>
                <a:lnTo>
                  <a:pt x="1878330" y="331375"/>
                </a:lnTo>
                <a:lnTo>
                  <a:pt x="1878859" y="332224"/>
                </a:lnTo>
                <a:lnTo>
                  <a:pt x="1879404" y="333057"/>
                </a:lnTo>
                <a:lnTo>
                  <a:pt x="1879965" y="333873"/>
                </a:lnTo>
                <a:lnTo>
                  <a:pt x="1880542" y="334672"/>
                </a:lnTo>
                <a:lnTo>
                  <a:pt x="1881134" y="335455"/>
                </a:lnTo>
                <a:lnTo>
                  <a:pt x="1881743" y="336220"/>
                </a:lnTo>
                <a:lnTo>
                  <a:pt x="1882367" y="336968"/>
                </a:lnTo>
                <a:lnTo>
                  <a:pt x="1883007" y="337700"/>
                </a:lnTo>
                <a:lnTo>
                  <a:pt x="1883662" y="338414"/>
                </a:lnTo>
                <a:lnTo>
                  <a:pt x="1884334" y="339112"/>
                </a:lnTo>
                <a:lnTo>
                  <a:pt x="1885021" y="339793"/>
                </a:lnTo>
                <a:lnTo>
                  <a:pt x="1885724" y="340457"/>
                </a:lnTo>
                <a:lnTo>
                  <a:pt x="1886443" y="341104"/>
                </a:lnTo>
                <a:lnTo>
                  <a:pt x="1887178" y="341734"/>
                </a:lnTo>
                <a:lnTo>
                  <a:pt x="1887928" y="342347"/>
                </a:lnTo>
                <a:lnTo>
                  <a:pt x="1888694" y="342943"/>
                </a:lnTo>
                <a:lnTo>
                  <a:pt x="1889476" y="343523"/>
                </a:lnTo>
                <a:lnTo>
                  <a:pt x="1890274" y="344085"/>
                </a:lnTo>
                <a:lnTo>
                  <a:pt x="1891088" y="344631"/>
                </a:lnTo>
                <a:lnTo>
                  <a:pt x="1891916" y="345157"/>
                </a:lnTo>
                <a:lnTo>
                  <a:pt x="1892757" y="345661"/>
                </a:lnTo>
                <a:lnTo>
                  <a:pt x="1893612" y="346142"/>
                </a:lnTo>
                <a:lnTo>
                  <a:pt x="1894480" y="346601"/>
                </a:lnTo>
                <a:lnTo>
                  <a:pt x="1895360" y="347037"/>
                </a:lnTo>
                <a:lnTo>
                  <a:pt x="1896254" y="347451"/>
                </a:lnTo>
                <a:lnTo>
                  <a:pt x="1897162" y="347843"/>
                </a:lnTo>
                <a:lnTo>
                  <a:pt x="1898082" y="348212"/>
                </a:lnTo>
                <a:lnTo>
                  <a:pt x="1899015" y="348559"/>
                </a:lnTo>
                <a:lnTo>
                  <a:pt x="1899962" y="348884"/>
                </a:lnTo>
                <a:lnTo>
                  <a:pt x="1900922" y="349186"/>
                </a:lnTo>
                <a:lnTo>
                  <a:pt x="1901895" y="349466"/>
                </a:lnTo>
                <a:lnTo>
                  <a:pt x="1902881" y="349723"/>
                </a:lnTo>
                <a:lnTo>
                  <a:pt x="1903880" y="349958"/>
                </a:lnTo>
                <a:lnTo>
                  <a:pt x="1904893" y="350171"/>
                </a:lnTo>
                <a:lnTo>
                  <a:pt x="1905918" y="350361"/>
                </a:lnTo>
                <a:lnTo>
                  <a:pt x="1906957" y="350529"/>
                </a:lnTo>
                <a:lnTo>
                  <a:pt x="1908009" y="350674"/>
                </a:lnTo>
                <a:lnTo>
                  <a:pt x="1909074" y="350797"/>
                </a:lnTo>
                <a:lnTo>
                  <a:pt x="1910153" y="350898"/>
                </a:lnTo>
                <a:lnTo>
                  <a:pt x="1911244" y="350976"/>
                </a:lnTo>
                <a:lnTo>
                  <a:pt x="1912349" y="351032"/>
                </a:lnTo>
                <a:lnTo>
                  <a:pt x="1913467" y="351066"/>
                </a:lnTo>
                <a:lnTo>
                  <a:pt x="1914598" y="351077"/>
                </a:lnTo>
                <a:lnTo>
                  <a:pt x="1915488" y="351070"/>
                </a:lnTo>
                <a:lnTo>
                  <a:pt x="1916370" y="351050"/>
                </a:lnTo>
                <a:lnTo>
                  <a:pt x="1917242" y="351015"/>
                </a:lnTo>
                <a:lnTo>
                  <a:pt x="1918105" y="350967"/>
                </a:lnTo>
                <a:lnTo>
                  <a:pt x="1918959" y="350904"/>
                </a:lnTo>
                <a:lnTo>
                  <a:pt x="1919803" y="350828"/>
                </a:lnTo>
                <a:lnTo>
                  <a:pt x="1920639" y="350739"/>
                </a:lnTo>
                <a:close/>
                <a:moveTo>
                  <a:pt x="2113003" y="351115"/>
                </a:moveTo>
                <a:lnTo>
                  <a:pt x="2113641" y="351049"/>
                </a:lnTo>
                <a:lnTo>
                  <a:pt x="2114271" y="350975"/>
                </a:lnTo>
                <a:lnTo>
                  <a:pt x="2114891" y="350891"/>
                </a:lnTo>
                <a:lnTo>
                  <a:pt x="2115502" y="350799"/>
                </a:lnTo>
                <a:lnTo>
                  <a:pt x="2116104" y="350698"/>
                </a:lnTo>
                <a:lnTo>
                  <a:pt x="2116698" y="350588"/>
                </a:lnTo>
                <a:lnTo>
                  <a:pt x="2117282" y="350470"/>
                </a:lnTo>
                <a:lnTo>
                  <a:pt x="2117857" y="350343"/>
                </a:lnTo>
                <a:lnTo>
                  <a:pt x="2118423" y="350206"/>
                </a:lnTo>
                <a:lnTo>
                  <a:pt x="2118981" y="350062"/>
                </a:lnTo>
                <a:lnTo>
                  <a:pt x="2119529" y="349908"/>
                </a:lnTo>
                <a:lnTo>
                  <a:pt x="2120068" y="349746"/>
                </a:lnTo>
                <a:lnTo>
                  <a:pt x="2120598" y="349575"/>
                </a:lnTo>
                <a:lnTo>
                  <a:pt x="2121120" y="349395"/>
                </a:lnTo>
                <a:lnTo>
                  <a:pt x="2121632" y="349206"/>
                </a:lnTo>
                <a:lnTo>
                  <a:pt x="2122135" y="349008"/>
                </a:lnTo>
                <a:lnTo>
                  <a:pt x="2122629" y="348802"/>
                </a:lnTo>
                <a:lnTo>
                  <a:pt x="2123115" y="348590"/>
                </a:lnTo>
                <a:lnTo>
                  <a:pt x="2123593" y="348373"/>
                </a:lnTo>
                <a:lnTo>
                  <a:pt x="2124062" y="348153"/>
                </a:lnTo>
                <a:lnTo>
                  <a:pt x="2124524" y="347930"/>
                </a:lnTo>
                <a:lnTo>
                  <a:pt x="2124977" y="347702"/>
                </a:lnTo>
                <a:lnTo>
                  <a:pt x="2125422" y="347471"/>
                </a:lnTo>
                <a:lnTo>
                  <a:pt x="2125859" y="347236"/>
                </a:lnTo>
                <a:lnTo>
                  <a:pt x="2126288" y="346997"/>
                </a:lnTo>
                <a:lnTo>
                  <a:pt x="2126709" y="346755"/>
                </a:lnTo>
                <a:lnTo>
                  <a:pt x="2127121" y="346509"/>
                </a:lnTo>
                <a:lnTo>
                  <a:pt x="2127526" y="346259"/>
                </a:lnTo>
                <a:lnTo>
                  <a:pt x="2127922" y="346006"/>
                </a:lnTo>
                <a:lnTo>
                  <a:pt x="2128311" y="345748"/>
                </a:lnTo>
                <a:lnTo>
                  <a:pt x="2128691" y="345487"/>
                </a:lnTo>
                <a:lnTo>
                  <a:pt x="2129063" y="345223"/>
                </a:lnTo>
                <a:lnTo>
                  <a:pt x="2129427" y="344954"/>
                </a:lnTo>
                <a:lnTo>
                  <a:pt x="2129783" y="344682"/>
                </a:lnTo>
                <a:lnTo>
                  <a:pt x="2130130" y="344406"/>
                </a:lnTo>
                <a:lnTo>
                  <a:pt x="2130470" y="344126"/>
                </a:lnTo>
                <a:lnTo>
                  <a:pt x="2130801" y="343843"/>
                </a:lnTo>
                <a:lnTo>
                  <a:pt x="2131125" y="343556"/>
                </a:lnTo>
                <a:lnTo>
                  <a:pt x="2131440" y="343265"/>
                </a:lnTo>
                <a:lnTo>
                  <a:pt x="2131747" y="342970"/>
                </a:lnTo>
                <a:lnTo>
                  <a:pt x="2132046" y="342672"/>
                </a:lnTo>
                <a:lnTo>
                  <a:pt x="2132337" y="342372"/>
                </a:lnTo>
                <a:lnTo>
                  <a:pt x="2132622" y="342075"/>
                </a:lnTo>
                <a:lnTo>
                  <a:pt x="2132899" y="341778"/>
                </a:lnTo>
                <a:lnTo>
                  <a:pt x="2133169" y="341483"/>
                </a:lnTo>
                <a:lnTo>
                  <a:pt x="2133433" y="341190"/>
                </a:lnTo>
                <a:lnTo>
                  <a:pt x="2133689" y="340898"/>
                </a:lnTo>
                <a:lnTo>
                  <a:pt x="2133938" y="340608"/>
                </a:lnTo>
                <a:lnTo>
                  <a:pt x="2134181" y="340320"/>
                </a:lnTo>
                <a:lnTo>
                  <a:pt x="2134416" y="340032"/>
                </a:lnTo>
                <a:lnTo>
                  <a:pt x="2134644" y="339747"/>
                </a:lnTo>
                <a:lnTo>
                  <a:pt x="2134865" y="339463"/>
                </a:lnTo>
                <a:lnTo>
                  <a:pt x="2135079" y="339180"/>
                </a:lnTo>
                <a:lnTo>
                  <a:pt x="2135287" y="338899"/>
                </a:lnTo>
                <a:lnTo>
                  <a:pt x="2135487" y="338620"/>
                </a:lnTo>
                <a:lnTo>
                  <a:pt x="2135680" y="338342"/>
                </a:lnTo>
                <a:lnTo>
                  <a:pt x="2135866" y="338065"/>
                </a:lnTo>
                <a:lnTo>
                  <a:pt x="2136045" y="337791"/>
                </a:lnTo>
                <a:lnTo>
                  <a:pt x="2136217" y="337517"/>
                </a:lnTo>
                <a:lnTo>
                  <a:pt x="2136382" y="337246"/>
                </a:lnTo>
                <a:lnTo>
                  <a:pt x="2136540" y="336975"/>
                </a:lnTo>
                <a:lnTo>
                  <a:pt x="2136691" y="336707"/>
                </a:lnTo>
                <a:lnTo>
                  <a:pt x="2136835" y="336439"/>
                </a:lnTo>
                <a:lnTo>
                  <a:pt x="2136972" y="336174"/>
                </a:lnTo>
                <a:lnTo>
                  <a:pt x="2137102" y="335910"/>
                </a:lnTo>
                <a:lnTo>
                  <a:pt x="2137860" y="335910"/>
                </a:lnTo>
                <a:lnTo>
                  <a:pt x="2137860" y="349055"/>
                </a:lnTo>
                <a:lnTo>
                  <a:pt x="2152775" y="349055"/>
                </a:lnTo>
                <a:lnTo>
                  <a:pt x="2152775" y="285099"/>
                </a:lnTo>
                <a:lnTo>
                  <a:pt x="2152768" y="284143"/>
                </a:lnTo>
                <a:lnTo>
                  <a:pt x="2152748" y="283204"/>
                </a:lnTo>
                <a:lnTo>
                  <a:pt x="2152716" y="282280"/>
                </a:lnTo>
                <a:lnTo>
                  <a:pt x="2152670" y="281373"/>
                </a:lnTo>
                <a:lnTo>
                  <a:pt x="2152610" y="280483"/>
                </a:lnTo>
                <a:lnTo>
                  <a:pt x="2152538" y="279608"/>
                </a:lnTo>
                <a:lnTo>
                  <a:pt x="2152452" y="278750"/>
                </a:lnTo>
                <a:lnTo>
                  <a:pt x="2152354" y="277908"/>
                </a:lnTo>
                <a:lnTo>
                  <a:pt x="2152242" y="277082"/>
                </a:lnTo>
                <a:lnTo>
                  <a:pt x="2152117" y="276273"/>
                </a:lnTo>
                <a:lnTo>
                  <a:pt x="2151978" y="275480"/>
                </a:lnTo>
                <a:lnTo>
                  <a:pt x="2151827" y="274702"/>
                </a:lnTo>
                <a:lnTo>
                  <a:pt x="2151662" y="273942"/>
                </a:lnTo>
                <a:lnTo>
                  <a:pt x="2151485" y="273197"/>
                </a:lnTo>
                <a:lnTo>
                  <a:pt x="2151294" y="272469"/>
                </a:lnTo>
                <a:lnTo>
                  <a:pt x="2151090" y="271757"/>
                </a:lnTo>
                <a:lnTo>
                  <a:pt x="2150872" y="271061"/>
                </a:lnTo>
                <a:lnTo>
                  <a:pt x="2150642" y="270381"/>
                </a:lnTo>
                <a:lnTo>
                  <a:pt x="2150398" y="269718"/>
                </a:lnTo>
                <a:lnTo>
                  <a:pt x="2150142" y="269071"/>
                </a:lnTo>
                <a:lnTo>
                  <a:pt x="2149872" y="268440"/>
                </a:lnTo>
                <a:lnTo>
                  <a:pt x="2149589" y="267825"/>
                </a:lnTo>
                <a:lnTo>
                  <a:pt x="2149292" y="267227"/>
                </a:lnTo>
                <a:lnTo>
                  <a:pt x="2148983" y="266645"/>
                </a:lnTo>
                <a:lnTo>
                  <a:pt x="2148664" y="266077"/>
                </a:lnTo>
                <a:lnTo>
                  <a:pt x="2148337" y="265521"/>
                </a:lnTo>
                <a:lnTo>
                  <a:pt x="2148004" y="264977"/>
                </a:lnTo>
                <a:lnTo>
                  <a:pt x="2147665" y="264445"/>
                </a:lnTo>
                <a:lnTo>
                  <a:pt x="2147318" y="263925"/>
                </a:lnTo>
                <a:lnTo>
                  <a:pt x="2146965" y="263418"/>
                </a:lnTo>
                <a:lnTo>
                  <a:pt x="2146604" y="262922"/>
                </a:lnTo>
                <a:lnTo>
                  <a:pt x="2146237" y="262439"/>
                </a:lnTo>
                <a:lnTo>
                  <a:pt x="2145864" y="261967"/>
                </a:lnTo>
                <a:lnTo>
                  <a:pt x="2145483" y="261508"/>
                </a:lnTo>
                <a:lnTo>
                  <a:pt x="2145095" y="261060"/>
                </a:lnTo>
                <a:lnTo>
                  <a:pt x="2144701" y="260625"/>
                </a:lnTo>
                <a:lnTo>
                  <a:pt x="2144300" y="260202"/>
                </a:lnTo>
                <a:lnTo>
                  <a:pt x="2143892" y="259791"/>
                </a:lnTo>
                <a:lnTo>
                  <a:pt x="2143478" y="259392"/>
                </a:lnTo>
                <a:lnTo>
                  <a:pt x="2143056" y="259005"/>
                </a:lnTo>
                <a:lnTo>
                  <a:pt x="2142628" y="258630"/>
                </a:lnTo>
                <a:lnTo>
                  <a:pt x="2142193" y="258267"/>
                </a:lnTo>
                <a:lnTo>
                  <a:pt x="2141751" y="257916"/>
                </a:lnTo>
                <a:lnTo>
                  <a:pt x="2141303" y="257578"/>
                </a:lnTo>
                <a:lnTo>
                  <a:pt x="2140847" y="257251"/>
                </a:lnTo>
                <a:lnTo>
                  <a:pt x="2140385" y="256936"/>
                </a:lnTo>
                <a:lnTo>
                  <a:pt x="2139916" y="256634"/>
                </a:lnTo>
                <a:lnTo>
                  <a:pt x="2139440" y="256343"/>
                </a:lnTo>
                <a:lnTo>
                  <a:pt x="2138965" y="256063"/>
                </a:lnTo>
                <a:lnTo>
                  <a:pt x="2138489" y="255791"/>
                </a:lnTo>
                <a:lnTo>
                  <a:pt x="2138011" y="255527"/>
                </a:lnTo>
                <a:lnTo>
                  <a:pt x="2137532" y="255271"/>
                </a:lnTo>
                <a:lnTo>
                  <a:pt x="2137051" y="255023"/>
                </a:lnTo>
                <a:lnTo>
                  <a:pt x="2136569" y="254783"/>
                </a:lnTo>
                <a:lnTo>
                  <a:pt x="2136085" y="254552"/>
                </a:lnTo>
                <a:lnTo>
                  <a:pt x="2135599" y="254328"/>
                </a:lnTo>
                <a:lnTo>
                  <a:pt x="2135112" y="254113"/>
                </a:lnTo>
                <a:lnTo>
                  <a:pt x="2134623" y="253906"/>
                </a:lnTo>
                <a:lnTo>
                  <a:pt x="2134133" y="253706"/>
                </a:lnTo>
                <a:lnTo>
                  <a:pt x="2133642" y="253515"/>
                </a:lnTo>
                <a:lnTo>
                  <a:pt x="2133149" y="253332"/>
                </a:lnTo>
                <a:lnTo>
                  <a:pt x="2132654" y="253158"/>
                </a:lnTo>
                <a:lnTo>
                  <a:pt x="2132158" y="252991"/>
                </a:lnTo>
                <a:lnTo>
                  <a:pt x="2131660" y="252832"/>
                </a:lnTo>
                <a:lnTo>
                  <a:pt x="2131160" y="252682"/>
                </a:lnTo>
                <a:lnTo>
                  <a:pt x="2130660" y="252540"/>
                </a:lnTo>
                <a:lnTo>
                  <a:pt x="2130157" y="252406"/>
                </a:lnTo>
                <a:lnTo>
                  <a:pt x="2129653" y="252280"/>
                </a:lnTo>
                <a:lnTo>
                  <a:pt x="2129148" y="252162"/>
                </a:lnTo>
                <a:lnTo>
                  <a:pt x="2128641" y="252052"/>
                </a:lnTo>
                <a:lnTo>
                  <a:pt x="2128132" y="251950"/>
                </a:lnTo>
                <a:lnTo>
                  <a:pt x="2127622" y="251856"/>
                </a:lnTo>
                <a:lnTo>
                  <a:pt x="2127119" y="251764"/>
                </a:lnTo>
                <a:lnTo>
                  <a:pt x="2126621" y="251675"/>
                </a:lnTo>
                <a:lnTo>
                  <a:pt x="2126127" y="251590"/>
                </a:lnTo>
                <a:lnTo>
                  <a:pt x="2125638" y="251509"/>
                </a:lnTo>
                <a:lnTo>
                  <a:pt x="2125155" y="251432"/>
                </a:lnTo>
                <a:lnTo>
                  <a:pt x="2124676" y="251359"/>
                </a:lnTo>
                <a:lnTo>
                  <a:pt x="2124201" y="251290"/>
                </a:lnTo>
                <a:lnTo>
                  <a:pt x="2123732" y="251224"/>
                </a:lnTo>
                <a:lnTo>
                  <a:pt x="2123267" y="251163"/>
                </a:lnTo>
                <a:lnTo>
                  <a:pt x="2122808" y="251106"/>
                </a:lnTo>
                <a:lnTo>
                  <a:pt x="2122353" y="251053"/>
                </a:lnTo>
                <a:lnTo>
                  <a:pt x="2121903" y="251003"/>
                </a:lnTo>
                <a:lnTo>
                  <a:pt x="2121457" y="250958"/>
                </a:lnTo>
                <a:lnTo>
                  <a:pt x="2121017" y="250916"/>
                </a:lnTo>
                <a:lnTo>
                  <a:pt x="2120581" y="250879"/>
                </a:lnTo>
                <a:lnTo>
                  <a:pt x="2120151" y="250845"/>
                </a:lnTo>
                <a:lnTo>
                  <a:pt x="2119725" y="250816"/>
                </a:lnTo>
                <a:lnTo>
                  <a:pt x="2119304" y="250790"/>
                </a:lnTo>
                <a:lnTo>
                  <a:pt x="2118887" y="250768"/>
                </a:lnTo>
                <a:lnTo>
                  <a:pt x="2118476" y="250750"/>
                </a:lnTo>
                <a:lnTo>
                  <a:pt x="2118069" y="250737"/>
                </a:lnTo>
                <a:lnTo>
                  <a:pt x="2117667" y="250727"/>
                </a:lnTo>
                <a:lnTo>
                  <a:pt x="2117270" y="250721"/>
                </a:lnTo>
                <a:lnTo>
                  <a:pt x="2116878" y="250719"/>
                </a:lnTo>
                <a:lnTo>
                  <a:pt x="2116267" y="250722"/>
                </a:lnTo>
                <a:lnTo>
                  <a:pt x="2115655" y="250733"/>
                </a:lnTo>
                <a:lnTo>
                  <a:pt x="2115042" y="250750"/>
                </a:lnTo>
                <a:lnTo>
                  <a:pt x="2114428" y="250775"/>
                </a:lnTo>
                <a:lnTo>
                  <a:pt x="2113813" y="250807"/>
                </a:lnTo>
                <a:lnTo>
                  <a:pt x="2113197" y="250845"/>
                </a:lnTo>
                <a:lnTo>
                  <a:pt x="2112580" y="250891"/>
                </a:lnTo>
                <a:lnTo>
                  <a:pt x="2111963" y="250944"/>
                </a:lnTo>
                <a:lnTo>
                  <a:pt x="2111345" y="251003"/>
                </a:lnTo>
                <a:lnTo>
                  <a:pt x="2110725" y="251070"/>
                </a:lnTo>
                <a:lnTo>
                  <a:pt x="2110105" y="251144"/>
                </a:lnTo>
                <a:lnTo>
                  <a:pt x="2109484" y="251224"/>
                </a:lnTo>
                <a:lnTo>
                  <a:pt x="2108862" y="251312"/>
                </a:lnTo>
                <a:lnTo>
                  <a:pt x="2108240" y="251407"/>
                </a:lnTo>
                <a:lnTo>
                  <a:pt x="2107616" y="251509"/>
                </a:lnTo>
                <a:lnTo>
                  <a:pt x="2106991" y="251618"/>
                </a:lnTo>
                <a:lnTo>
                  <a:pt x="2106366" y="251734"/>
                </a:lnTo>
                <a:lnTo>
                  <a:pt x="2105740" y="251856"/>
                </a:lnTo>
                <a:lnTo>
                  <a:pt x="2105113" y="251986"/>
                </a:lnTo>
                <a:lnTo>
                  <a:pt x="2104485" y="252123"/>
                </a:lnTo>
                <a:lnTo>
                  <a:pt x="2103856" y="252267"/>
                </a:lnTo>
                <a:lnTo>
                  <a:pt x="2103226" y="252418"/>
                </a:lnTo>
                <a:lnTo>
                  <a:pt x="2102595" y="252576"/>
                </a:lnTo>
                <a:lnTo>
                  <a:pt x="2101964" y="252741"/>
                </a:lnTo>
                <a:lnTo>
                  <a:pt x="2101339" y="252910"/>
                </a:lnTo>
                <a:lnTo>
                  <a:pt x="2100718" y="253089"/>
                </a:lnTo>
                <a:lnTo>
                  <a:pt x="2100101" y="253278"/>
                </a:lnTo>
                <a:lnTo>
                  <a:pt x="2099488" y="253479"/>
                </a:lnTo>
                <a:lnTo>
                  <a:pt x="2098879" y="253689"/>
                </a:lnTo>
                <a:lnTo>
                  <a:pt x="2098274" y="253910"/>
                </a:lnTo>
                <a:lnTo>
                  <a:pt x="2097673" y="254142"/>
                </a:lnTo>
                <a:lnTo>
                  <a:pt x="2097076" y="254384"/>
                </a:lnTo>
                <a:lnTo>
                  <a:pt x="2096483" y="254637"/>
                </a:lnTo>
                <a:lnTo>
                  <a:pt x="2095894" y="254900"/>
                </a:lnTo>
                <a:lnTo>
                  <a:pt x="2095309" y="255174"/>
                </a:lnTo>
                <a:lnTo>
                  <a:pt x="2094728" y="255459"/>
                </a:lnTo>
                <a:lnTo>
                  <a:pt x="2094150" y="255754"/>
                </a:lnTo>
                <a:lnTo>
                  <a:pt x="2093577" y="256059"/>
                </a:lnTo>
                <a:lnTo>
                  <a:pt x="2093007" y="256375"/>
                </a:lnTo>
                <a:lnTo>
                  <a:pt x="2092442" y="256702"/>
                </a:lnTo>
                <a:lnTo>
                  <a:pt x="2091880" y="257039"/>
                </a:lnTo>
                <a:lnTo>
                  <a:pt x="2091323" y="257386"/>
                </a:lnTo>
                <a:lnTo>
                  <a:pt x="2090769" y="257744"/>
                </a:lnTo>
                <a:lnTo>
                  <a:pt x="2090219" y="258113"/>
                </a:lnTo>
                <a:lnTo>
                  <a:pt x="2089674" y="258492"/>
                </a:lnTo>
                <a:lnTo>
                  <a:pt x="2089132" y="258882"/>
                </a:lnTo>
                <a:lnTo>
                  <a:pt x="2088594" y="259282"/>
                </a:lnTo>
                <a:lnTo>
                  <a:pt x="2088060" y="259693"/>
                </a:lnTo>
                <a:lnTo>
                  <a:pt x="2087538" y="260111"/>
                </a:lnTo>
                <a:lnTo>
                  <a:pt x="2087024" y="260542"/>
                </a:lnTo>
                <a:lnTo>
                  <a:pt x="2086520" y="260987"/>
                </a:lnTo>
                <a:lnTo>
                  <a:pt x="2086024" y="261445"/>
                </a:lnTo>
                <a:lnTo>
                  <a:pt x="2085537" y="261917"/>
                </a:lnTo>
                <a:lnTo>
                  <a:pt x="2085058" y="262403"/>
                </a:lnTo>
                <a:lnTo>
                  <a:pt x="2084589" y="262902"/>
                </a:lnTo>
                <a:lnTo>
                  <a:pt x="2084128" y="263415"/>
                </a:lnTo>
                <a:lnTo>
                  <a:pt x="2083676" y="263941"/>
                </a:lnTo>
                <a:lnTo>
                  <a:pt x="2083233" y="264481"/>
                </a:lnTo>
                <a:lnTo>
                  <a:pt x="2082798" y="265035"/>
                </a:lnTo>
                <a:lnTo>
                  <a:pt x="2082372" y="265602"/>
                </a:lnTo>
                <a:lnTo>
                  <a:pt x="2081955" y="266183"/>
                </a:lnTo>
                <a:lnTo>
                  <a:pt x="2081547" y="266777"/>
                </a:lnTo>
                <a:lnTo>
                  <a:pt x="2081148" y="267385"/>
                </a:lnTo>
                <a:lnTo>
                  <a:pt x="2080757" y="268007"/>
                </a:lnTo>
                <a:lnTo>
                  <a:pt x="2080375" y="268642"/>
                </a:lnTo>
                <a:lnTo>
                  <a:pt x="2080002" y="269291"/>
                </a:lnTo>
                <a:lnTo>
                  <a:pt x="2079638" y="269954"/>
                </a:lnTo>
                <a:lnTo>
                  <a:pt x="2079283" y="270630"/>
                </a:lnTo>
                <a:lnTo>
                  <a:pt x="2078936" y="271319"/>
                </a:lnTo>
                <a:lnTo>
                  <a:pt x="2078598" y="272023"/>
                </a:lnTo>
                <a:lnTo>
                  <a:pt x="2078269" y="272740"/>
                </a:lnTo>
                <a:lnTo>
                  <a:pt x="2077948" y="273470"/>
                </a:lnTo>
                <a:lnTo>
                  <a:pt x="2092105" y="278526"/>
                </a:lnTo>
                <a:lnTo>
                  <a:pt x="2092316" y="278085"/>
                </a:lnTo>
                <a:lnTo>
                  <a:pt x="2092541" y="277646"/>
                </a:lnTo>
                <a:lnTo>
                  <a:pt x="2092777" y="277209"/>
                </a:lnTo>
                <a:lnTo>
                  <a:pt x="2093026" y="276774"/>
                </a:lnTo>
                <a:lnTo>
                  <a:pt x="2093288" y="276341"/>
                </a:lnTo>
                <a:lnTo>
                  <a:pt x="2093562" y="275911"/>
                </a:lnTo>
                <a:lnTo>
                  <a:pt x="2093849" y="275483"/>
                </a:lnTo>
                <a:lnTo>
                  <a:pt x="2094148" y="275057"/>
                </a:lnTo>
                <a:lnTo>
                  <a:pt x="2094460" y="274633"/>
                </a:lnTo>
                <a:lnTo>
                  <a:pt x="2094784" y="274212"/>
                </a:lnTo>
                <a:lnTo>
                  <a:pt x="2095121" y="273792"/>
                </a:lnTo>
                <a:lnTo>
                  <a:pt x="2095470" y="273375"/>
                </a:lnTo>
                <a:lnTo>
                  <a:pt x="2095832" y="272960"/>
                </a:lnTo>
                <a:lnTo>
                  <a:pt x="2096206" y="272548"/>
                </a:lnTo>
                <a:lnTo>
                  <a:pt x="2096593" y="272137"/>
                </a:lnTo>
                <a:lnTo>
                  <a:pt x="2096992" y="271729"/>
                </a:lnTo>
                <a:lnTo>
                  <a:pt x="2097404" y="271323"/>
                </a:lnTo>
                <a:lnTo>
                  <a:pt x="2097828" y="270919"/>
                </a:lnTo>
                <a:lnTo>
                  <a:pt x="2098265" y="270517"/>
                </a:lnTo>
                <a:lnTo>
                  <a:pt x="2098714" y="270117"/>
                </a:lnTo>
                <a:lnTo>
                  <a:pt x="2099176" y="269720"/>
                </a:lnTo>
                <a:lnTo>
                  <a:pt x="2099650" y="269325"/>
                </a:lnTo>
                <a:lnTo>
                  <a:pt x="2100137" y="268932"/>
                </a:lnTo>
                <a:lnTo>
                  <a:pt x="2100637" y="268541"/>
                </a:lnTo>
                <a:lnTo>
                  <a:pt x="2101150" y="268159"/>
                </a:lnTo>
                <a:lnTo>
                  <a:pt x="2101680" y="267794"/>
                </a:lnTo>
                <a:lnTo>
                  <a:pt x="2102225" y="267445"/>
                </a:lnTo>
                <a:lnTo>
                  <a:pt x="2102787" y="267112"/>
                </a:lnTo>
                <a:lnTo>
                  <a:pt x="2103365" y="266795"/>
                </a:lnTo>
                <a:lnTo>
                  <a:pt x="2103958" y="266495"/>
                </a:lnTo>
                <a:lnTo>
                  <a:pt x="2104568" y="266211"/>
                </a:lnTo>
                <a:lnTo>
                  <a:pt x="2105194" y="265943"/>
                </a:lnTo>
                <a:lnTo>
                  <a:pt x="2105836" y="265691"/>
                </a:lnTo>
                <a:lnTo>
                  <a:pt x="2106493" y="265455"/>
                </a:lnTo>
                <a:lnTo>
                  <a:pt x="2107167" y="265236"/>
                </a:lnTo>
                <a:lnTo>
                  <a:pt x="2107857" y="265033"/>
                </a:lnTo>
                <a:lnTo>
                  <a:pt x="2108563" y="264846"/>
                </a:lnTo>
                <a:lnTo>
                  <a:pt x="2109285" y="264676"/>
                </a:lnTo>
                <a:lnTo>
                  <a:pt x="2110022" y="264522"/>
                </a:lnTo>
                <a:lnTo>
                  <a:pt x="2110776" y="264384"/>
                </a:lnTo>
                <a:lnTo>
                  <a:pt x="2111546" y="264262"/>
                </a:lnTo>
                <a:lnTo>
                  <a:pt x="2112332" y="264156"/>
                </a:lnTo>
                <a:lnTo>
                  <a:pt x="2113134" y="264067"/>
                </a:lnTo>
                <a:lnTo>
                  <a:pt x="2113952" y="263994"/>
                </a:lnTo>
                <a:lnTo>
                  <a:pt x="2114786" y="263937"/>
                </a:lnTo>
                <a:lnTo>
                  <a:pt x="2115636" y="263897"/>
                </a:lnTo>
                <a:lnTo>
                  <a:pt x="2116502" y="263872"/>
                </a:lnTo>
                <a:lnTo>
                  <a:pt x="2117384" y="263864"/>
                </a:lnTo>
                <a:lnTo>
                  <a:pt x="2118233" y="263873"/>
                </a:lnTo>
                <a:lnTo>
                  <a:pt x="2119064" y="263900"/>
                </a:lnTo>
                <a:lnTo>
                  <a:pt x="2119877" y="263945"/>
                </a:lnTo>
                <a:lnTo>
                  <a:pt x="2120672" y="264008"/>
                </a:lnTo>
                <a:lnTo>
                  <a:pt x="2121448" y="264089"/>
                </a:lnTo>
                <a:lnTo>
                  <a:pt x="2122207" y="264188"/>
                </a:lnTo>
                <a:lnTo>
                  <a:pt x="2122947" y="264305"/>
                </a:lnTo>
                <a:lnTo>
                  <a:pt x="2123669" y="264440"/>
                </a:lnTo>
                <a:lnTo>
                  <a:pt x="2124372" y="264593"/>
                </a:lnTo>
                <a:lnTo>
                  <a:pt x="2125058" y="264764"/>
                </a:lnTo>
                <a:lnTo>
                  <a:pt x="2125725" y="264953"/>
                </a:lnTo>
                <a:lnTo>
                  <a:pt x="2126374" y="265160"/>
                </a:lnTo>
                <a:lnTo>
                  <a:pt x="2127005" y="265385"/>
                </a:lnTo>
                <a:lnTo>
                  <a:pt x="2127617" y="265627"/>
                </a:lnTo>
                <a:lnTo>
                  <a:pt x="2128211" y="265888"/>
                </a:lnTo>
                <a:lnTo>
                  <a:pt x="2128788" y="266167"/>
                </a:lnTo>
                <a:lnTo>
                  <a:pt x="2129346" y="266464"/>
                </a:lnTo>
                <a:lnTo>
                  <a:pt x="2129885" y="266779"/>
                </a:lnTo>
                <a:lnTo>
                  <a:pt x="2130407" y="267112"/>
                </a:lnTo>
                <a:lnTo>
                  <a:pt x="2130910" y="267463"/>
                </a:lnTo>
                <a:lnTo>
                  <a:pt x="2131395" y="267832"/>
                </a:lnTo>
                <a:lnTo>
                  <a:pt x="2131862" y="268219"/>
                </a:lnTo>
                <a:lnTo>
                  <a:pt x="2132311" y="268623"/>
                </a:lnTo>
                <a:lnTo>
                  <a:pt x="2132741" y="269046"/>
                </a:lnTo>
                <a:lnTo>
                  <a:pt x="2133159" y="269485"/>
                </a:lnTo>
                <a:lnTo>
                  <a:pt x="2133559" y="269939"/>
                </a:lnTo>
                <a:lnTo>
                  <a:pt x="2133941" y="270407"/>
                </a:lnTo>
                <a:lnTo>
                  <a:pt x="2134305" y="270890"/>
                </a:lnTo>
                <a:lnTo>
                  <a:pt x="2134652" y="271387"/>
                </a:lnTo>
                <a:lnTo>
                  <a:pt x="2134981" y="271898"/>
                </a:lnTo>
                <a:lnTo>
                  <a:pt x="2135292" y="272424"/>
                </a:lnTo>
                <a:lnTo>
                  <a:pt x="2135585" y="272965"/>
                </a:lnTo>
                <a:lnTo>
                  <a:pt x="2135860" y="273520"/>
                </a:lnTo>
                <a:lnTo>
                  <a:pt x="2136118" y="274089"/>
                </a:lnTo>
                <a:lnTo>
                  <a:pt x="2136358" y="274673"/>
                </a:lnTo>
                <a:lnTo>
                  <a:pt x="2136580" y="275271"/>
                </a:lnTo>
                <a:lnTo>
                  <a:pt x="2136785" y="275884"/>
                </a:lnTo>
                <a:lnTo>
                  <a:pt x="2136971" y="276512"/>
                </a:lnTo>
                <a:lnTo>
                  <a:pt x="2137140" y="277153"/>
                </a:lnTo>
                <a:lnTo>
                  <a:pt x="2137291" y="277810"/>
                </a:lnTo>
                <a:lnTo>
                  <a:pt x="2137425" y="278481"/>
                </a:lnTo>
                <a:lnTo>
                  <a:pt x="2137540" y="279166"/>
                </a:lnTo>
                <a:lnTo>
                  <a:pt x="2137638" y="279866"/>
                </a:lnTo>
                <a:lnTo>
                  <a:pt x="2137718" y="280580"/>
                </a:lnTo>
                <a:lnTo>
                  <a:pt x="2137780" y="281309"/>
                </a:lnTo>
                <a:lnTo>
                  <a:pt x="2137825" y="282052"/>
                </a:lnTo>
                <a:lnTo>
                  <a:pt x="2137851" y="282810"/>
                </a:lnTo>
                <a:lnTo>
                  <a:pt x="2137860" y="283582"/>
                </a:lnTo>
                <a:lnTo>
                  <a:pt x="2137860" y="284087"/>
                </a:lnTo>
                <a:lnTo>
                  <a:pt x="2137856" y="284384"/>
                </a:lnTo>
                <a:lnTo>
                  <a:pt x="2137842" y="284673"/>
                </a:lnTo>
                <a:lnTo>
                  <a:pt x="2137820" y="284954"/>
                </a:lnTo>
                <a:lnTo>
                  <a:pt x="2137788" y="285228"/>
                </a:lnTo>
                <a:lnTo>
                  <a:pt x="2137748" y="285495"/>
                </a:lnTo>
                <a:lnTo>
                  <a:pt x="2137698" y="285754"/>
                </a:lnTo>
                <a:lnTo>
                  <a:pt x="2137640" y="286006"/>
                </a:lnTo>
                <a:lnTo>
                  <a:pt x="2137572" y="286250"/>
                </a:lnTo>
                <a:lnTo>
                  <a:pt x="2137496" y="286487"/>
                </a:lnTo>
                <a:lnTo>
                  <a:pt x="2137410" y="286716"/>
                </a:lnTo>
                <a:lnTo>
                  <a:pt x="2137316" y="286938"/>
                </a:lnTo>
                <a:lnTo>
                  <a:pt x="2137212" y="287153"/>
                </a:lnTo>
                <a:lnTo>
                  <a:pt x="2137100" y="287359"/>
                </a:lnTo>
                <a:lnTo>
                  <a:pt x="2136978" y="287559"/>
                </a:lnTo>
                <a:lnTo>
                  <a:pt x="2136848" y="287751"/>
                </a:lnTo>
                <a:lnTo>
                  <a:pt x="2136709" y="287935"/>
                </a:lnTo>
                <a:lnTo>
                  <a:pt x="2136560" y="288113"/>
                </a:lnTo>
                <a:lnTo>
                  <a:pt x="2136403" y="288282"/>
                </a:lnTo>
                <a:lnTo>
                  <a:pt x="2136236" y="288444"/>
                </a:lnTo>
                <a:lnTo>
                  <a:pt x="2136061" y="288599"/>
                </a:lnTo>
                <a:lnTo>
                  <a:pt x="2135876" y="288746"/>
                </a:lnTo>
                <a:lnTo>
                  <a:pt x="2135683" y="288886"/>
                </a:lnTo>
                <a:lnTo>
                  <a:pt x="2135481" y="289018"/>
                </a:lnTo>
                <a:lnTo>
                  <a:pt x="2135269" y="289143"/>
                </a:lnTo>
                <a:lnTo>
                  <a:pt x="2135053" y="289263"/>
                </a:lnTo>
                <a:lnTo>
                  <a:pt x="2134827" y="289380"/>
                </a:lnTo>
                <a:lnTo>
                  <a:pt x="2134590" y="289494"/>
                </a:lnTo>
                <a:lnTo>
                  <a:pt x="2134342" y="289605"/>
                </a:lnTo>
                <a:lnTo>
                  <a:pt x="2134084" y="289713"/>
                </a:lnTo>
                <a:lnTo>
                  <a:pt x="2133816" y="289819"/>
                </a:lnTo>
                <a:lnTo>
                  <a:pt x="2133536" y="289921"/>
                </a:lnTo>
                <a:lnTo>
                  <a:pt x="2133247" y="290021"/>
                </a:lnTo>
                <a:lnTo>
                  <a:pt x="2132947" y="290118"/>
                </a:lnTo>
                <a:lnTo>
                  <a:pt x="2132636" y="290212"/>
                </a:lnTo>
                <a:lnTo>
                  <a:pt x="2132315" y="290303"/>
                </a:lnTo>
                <a:lnTo>
                  <a:pt x="2131983" y="290391"/>
                </a:lnTo>
                <a:lnTo>
                  <a:pt x="2131640" y="290477"/>
                </a:lnTo>
                <a:lnTo>
                  <a:pt x="2131288" y="290559"/>
                </a:lnTo>
                <a:lnTo>
                  <a:pt x="2130924" y="290639"/>
                </a:lnTo>
                <a:lnTo>
                  <a:pt x="2130550" y="290716"/>
                </a:lnTo>
                <a:lnTo>
                  <a:pt x="2130166" y="290790"/>
                </a:lnTo>
                <a:lnTo>
                  <a:pt x="2129771" y="290861"/>
                </a:lnTo>
                <a:lnTo>
                  <a:pt x="2129365" y="290930"/>
                </a:lnTo>
                <a:lnTo>
                  <a:pt x="2128949" y="290995"/>
                </a:lnTo>
                <a:lnTo>
                  <a:pt x="2128523" y="291058"/>
                </a:lnTo>
                <a:lnTo>
                  <a:pt x="2128086" y="291118"/>
                </a:lnTo>
                <a:lnTo>
                  <a:pt x="2127638" y="291175"/>
                </a:lnTo>
                <a:lnTo>
                  <a:pt x="2127180" y="291229"/>
                </a:lnTo>
                <a:lnTo>
                  <a:pt x="2126716" y="291277"/>
                </a:lnTo>
                <a:lnTo>
                  <a:pt x="2126240" y="291328"/>
                </a:lnTo>
                <a:lnTo>
                  <a:pt x="2125753" y="291380"/>
                </a:lnTo>
                <a:lnTo>
                  <a:pt x="2125254" y="291434"/>
                </a:lnTo>
                <a:lnTo>
                  <a:pt x="2124743" y="291490"/>
                </a:lnTo>
                <a:lnTo>
                  <a:pt x="2124221" y="291549"/>
                </a:lnTo>
                <a:lnTo>
                  <a:pt x="2123687" y="291609"/>
                </a:lnTo>
                <a:lnTo>
                  <a:pt x="2123142" y="291671"/>
                </a:lnTo>
                <a:lnTo>
                  <a:pt x="2122585" y="291735"/>
                </a:lnTo>
                <a:lnTo>
                  <a:pt x="2122016" y="291801"/>
                </a:lnTo>
                <a:lnTo>
                  <a:pt x="2121436" y="291870"/>
                </a:lnTo>
                <a:lnTo>
                  <a:pt x="2120844" y="291940"/>
                </a:lnTo>
                <a:lnTo>
                  <a:pt x="2120240" y="292012"/>
                </a:lnTo>
                <a:lnTo>
                  <a:pt x="2119625" y="292086"/>
                </a:lnTo>
                <a:lnTo>
                  <a:pt x="2118998" y="292162"/>
                </a:lnTo>
                <a:lnTo>
                  <a:pt x="2118360" y="292240"/>
                </a:lnTo>
                <a:lnTo>
                  <a:pt x="2117710" y="292320"/>
                </a:lnTo>
                <a:lnTo>
                  <a:pt x="2117048" y="292402"/>
                </a:lnTo>
                <a:lnTo>
                  <a:pt x="2116375" y="292486"/>
                </a:lnTo>
                <a:lnTo>
                  <a:pt x="2115690" y="292572"/>
                </a:lnTo>
                <a:lnTo>
                  <a:pt x="2114993" y="292660"/>
                </a:lnTo>
                <a:lnTo>
                  <a:pt x="2114285" y="292749"/>
                </a:lnTo>
                <a:lnTo>
                  <a:pt x="2113565" y="292841"/>
                </a:lnTo>
                <a:lnTo>
                  <a:pt x="2112834" y="292935"/>
                </a:lnTo>
                <a:lnTo>
                  <a:pt x="2112270" y="293010"/>
                </a:lnTo>
                <a:lnTo>
                  <a:pt x="2111707" y="293087"/>
                </a:lnTo>
                <a:lnTo>
                  <a:pt x="2111144" y="293166"/>
                </a:lnTo>
                <a:lnTo>
                  <a:pt x="2110581" y="293248"/>
                </a:lnTo>
                <a:lnTo>
                  <a:pt x="2110019" y="293331"/>
                </a:lnTo>
                <a:lnTo>
                  <a:pt x="2109457" y="293417"/>
                </a:lnTo>
                <a:lnTo>
                  <a:pt x="2108895" y="293505"/>
                </a:lnTo>
                <a:lnTo>
                  <a:pt x="2108333" y="293595"/>
                </a:lnTo>
                <a:lnTo>
                  <a:pt x="2107771" y="293688"/>
                </a:lnTo>
                <a:lnTo>
                  <a:pt x="2107210" y="293782"/>
                </a:lnTo>
                <a:lnTo>
                  <a:pt x="2106648" y="293879"/>
                </a:lnTo>
                <a:lnTo>
                  <a:pt x="2106087" y="293978"/>
                </a:lnTo>
                <a:lnTo>
                  <a:pt x="2105527" y="294079"/>
                </a:lnTo>
                <a:lnTo>
                  <a:pt x="2104966" y="294182"/>
                </a:lnTo>
                <a:lnTo>
                  <a:pt x="2104406" y="294288"/>
                </a:lnTo>
                <a:lnTo>
                  <a:pt x="2103846" y="294396"/>
                </a:lnTo>
                <a:lnTo>
                  <a:pt x="2103286" y="294506"/>
                </a:lnTo>
                <a:lnTo>
                  <a:pt x="2102726" y="294618"/>
                </a:lnTo>
                <a:lnTo>
                  <a:pt x="2102167" y="294732"/>
                </a:lnTo>
                <a:lnTo>
                  <a:pt x="2101607" y="294849"/>
                </a:lnTo>
                <a:lnTo>
                  <a:pt x="2101048" y="294967"/>
                </a:lnTo>
                <a:lnTo>
                  <a:pt x="2100490" y="295088"/>
                </a:lnTo>
                <a:lnTo>
                  <a:pt x="2099931" y="295211"/>
                </a:lnTo>
                <a:lnTo>
                  <a:pt x="2099373" y="295337"/>
                </a:lnTo>
                <a:lnTo>
                  <a:pt x="2098822" y="295460"/>
                </a:lnTo>
                <a:lnTo>
                  <a:pt x="2098275" y="295589"/>
                </a:lnTo>
                <a:lnTo>
                  <a:pt x="2097731" y="295724"/>
                </a:lnTo>
                <a:lnTo>
                  <a:pt x="2097192" y="295863"/>
                </a:lnTo>
                <a:lnTo>
                  <a:pt x="2096657" y="296008"/>
                </a:lnTo>
                <a:lnTo>
                  <a:pt x="2096126" y="296158"/>
                </a:lnTo>
                <a:lnTo>
                  <a:pt x="2095598" y="296314"/>
                </a:lnTo>
                <a:lnTo>
                  <a:pt x="2095075" y="296474"/>
                </a:lnTo>
                <a:lnTo>
                  <a:pt x="2094556" y="296640"/>
                </a:lnTo>
                <a:lnTo>
                  <a:pt x="2094040" y="296811"/>
                </a:lnTo>
                <a:lnTo>
                  <a:pt x="2093529" y="296988"/>
                </a:lnTo>
                <a:lnTo>
                  <a:pt x="2093021" y="297169"/>
                </a:lnTo>
                <a:lnTo>
                  <a:pt x="2092518" y="297356"/>
                </a:lnTo>
                <a:lnTo>
                  <a:pt x="2092018" y="297549"/>
                </a:lnTo>
                <a:lnTo>
                  <a:pt x="2091522" y="297746"/>
                </a:lnTo>
                <a:lnTo>
                  <a:pt x="2091030" y="297949"/>
                </a:lnTo>
                <a:lnTo>
                  <a:pt x="2090543" y="298157"/>
                </a:lnTo>
                <a:lnTo>
                  <a:pt x="2090059" y="298370"/>
                </a:lnTo>
                <a:lnTo>
                  <a:pt x="2089579" y="298589"/>
                </a:lnTo>
                <a:lnTo>
                  <a:pt x="2089103" y="298813"/>
                </a:lnTo>
                <a:lnTo>
                  <a:pt x="2088631" y="299042"/>
                </a:lnTo>
                <a:lnTo>
                  <a:pt x="2088163" y="299276"/>
                </a:lnTo>
                <a:lnTo>
                  <a:pt x="2087699" y="299516"/>
                </a:lnTo>
                <a:lnTo>
                  <a:pt x="2087239" y="299760"/>
                </a:lnTo>
                <a:lnTo>
                  <a:pt x="2086784" y="300012"/>
                </a:lnTo>
                <a:lnTo>
                  <a:pt x="2086338" y="300271"/>
                </a:lnTo>
                <a:lnTo>
                  <a:pt x="2085899" y="300539"/>
                </a:lnTo>
                <a:lnTo>
                  <a:pt x="2085467" y="300814"/>
                </a:lnTo>
                <a:lnTo>
                  <a:pt x="2085044" y="301097"/>
                </a:lnTo>
                <a:lnTo>
                  <a:pt x="2084628" y="301388"/>
                </a:lnTo>
                <a:lnTo>
                  <a:pt x="2084219" y="301687"/>
                </a:lnTo>
                <a:lnTo>
                  <a:pt x="2083819" y="301993"/>
                </a:lnTo>
                <a:lnTo>
                  <a:pt x="2083426" y="302308"/>
                </a:lnTo>
                <a:lnTo>
                  <a:pt x="2083041" y="302631"/>
                </a:lnTo>
                <a:lnTo>
                  <a:pt x="2082663" y="302961"/>
                </a:lnTo>
                <a:lnTo>
                  <a:pt x="2082293" y="303300"/>
                </a:lnTo>
                <a:lnTo>
                  <a:pt x="2081931" y="303646"/>
                </a:lnTo>
                <a:lnTo>
                  <a:pt x="2081577" y="304000"/>
                </a:lnTo>
                <a:lnTo>
                  <a:pt x="2081230" y="304362"/>
                </a:lnTo>
                <a:lnTo>
                  <a:pt x="2080891" y="304732"/>
                </a:lnTo>
                <a:lnTo>
                  <a:pt x="2080559" y="305110"/>
                </a:lnTo>
                <a:lnTo>
                  <a:pt x="2080235" y="305496"/>
                </a:lnTo>
                <a:lnTo>
                  <a:pt x="2079919" y="305889"/>
                </a:lnTo>
                <a:lnTo>
                  <a:pt x="2079611" y="306291"/>
                </a:lnTo>
                <a:lnTo>
                  <a:pt x="2079310" y="306700"/>
                </a:lnTo>
                <a:lnTo>
                  <a:pt x="2079017" y="307118"/>
                </a:lnTo>
                <a:lnTo>
                  <a:pt x="2078732" y="307543"/>
                </a:lnTo>
                <a:lnTo>
                  <a:pt x="2078454" y="307976"/>
                </a:lnTo>
                <a:lnTo>
                  <a:pt x="2078186" y="308414"/>
                </a:lnTo>
                <a:lnTo>
                  <a:pt x="2077929" y="308862"/>
                </a:lnTo>
                <a:lnTo>
                  <a:pt x="2077684" y="309321"/>
                </a:lnTo>
                <a:lnTo>
                  <a:pt x="2077450" y="309791"/>
                </a:lnTo>
                <a:lnTo>
                  <a:pt x="2077227" y="310273"/>
                </a:lnTo>
                <a:lnTo>
                  <a:pt x="2077016" y="310765"/>
                </a:lnTo>
                <a:lnTo>
                  <a:pt x="2076817" y="311268"/>
                </a:lnTo>
                <a:lnTo>
                  <a:pt x="2076628" y="311782"/>
                </a:lnTo>
                <a:lnTo>
                  <a:pt x="2076451" y="312307"/>
                </a:lnTo>
                <a:lnTo>
                  <a:pt x="2076286" y="312843"/>
                </a:lnTo>
                <a:lnTo>
                  <a:pt x="2076132" y="313390"/>
                </a:lnTo>
                <a:lnTo>
                  <a:pt x="2075989" y="313948"/>
                </a:lnTo>
                <a:lnTo>
                  <a:pt x="2075858" y="314517"/>
                </a:lnTo>
                <a:lnTo>
                  <a:pt x="2075738" y="315097"/>
                </a:lnTo>
                <a:lnTo>
                  <a:pt x="2075630" y="315688"/>
                </a:lnTo>
                <a:lnTo>
                  <a:pt x="2075533" y="316290"/>
                </a:lnTo>
                <a:lnTo>
                  <a:pt x="2075447" y="316903"/>
                </a:lnTo>
                <a:lnTo>
                  <a:pt x="2075373" y="317527"/>
                </a:lnTo>
                <a:lnTo>
                  <a:pt x="2075310" y="318162"/>
                </a:lnTo>
                <a:lnTo>
                  <a:pt x="2075259" y="318808"/>
                </a:lnTo>
                <a:lnTo>
                  <a:pt x="2075219" y="319464"/>
                </a:lnTo>
                <a:lnTo>
                  <a:pt x="2075190" y="320132"/>
                </a:lnTo>
                <a:lnTo>
                  <a:pt x="2075173" y="320811"/>
                </a:lnTo>
                <a:lnTo>
                  <a:pt x="2075168" y="321501"/>
                </a:lnTo>
                <a:lnTo>
                  <a:pt x="2075175" y="322286"/>
                </a:lnTo>
                <a:lnTo>
                  <a:pt x="2075198" y="323061"/>
                </a:lnTo>
                <a:lnTo>
                  <a:pt x="2075237" y="323827"/>
                </a:lnTo>
                <a:lnTo>
                  <a:pt x="2075291" y="324583"/>
                </a:lnTo>
                <a:lnTo>
                  <a:pt x="2075360" y="325330"/>
                </a:lnTo>
                <a:lnTo>
                  <a:pt x="2075444" y="326067"/>
                </a:lnTo>
                <a:lnTo>
                  <a:pt x="2075544" y="326794"/>
                </a:lnTo>
                <a:lnTo>
                  <a:pt x="2075659" y="327511"/>
                </a:lnTo>
                <a:lnTo>
                  <a:pt x="2075790" y="328219"/>
                </a:lnTo>
                <a:lnTo>
                  <a:pt x="2075936" y="328918"/>
                </a:lnTo>
                <a:lnTo>
                  <a:pt x="2076097" y="329606"/>
                </a:lnTo>
                <a:lnTo>
                  <a:pt x="2076274" y="330285"/>
                </a:lnTo>
                <a:lnTo>
                  <a:pt x="2076466" y="330954"/>
                </a:lnTo>
                <a:lnTo>
                  <a:pt x="2076673" y="331614"/>
                </a:lnTo>
                <a:lnTo>
                  <a:pt x="2076896" y="332264"/>
                </a:lnTo>
                <a:lnTo>
                  <a:pt x="2077134" y="332904"/>
                </a:lnTo>
                <a:lnTo>
                  <a:pt x="2077387" y="333535"/>
                </a:lnTo>
                <a:lnTo>
                  <a:pt x="2077656" y="334156"/>
                </a:lnTo>
                <a:lnTo>
                  <a:pt x="2077940" y="334767"/>
                </a:lnTo>
                <a:lnTo>
                  <a:pt x="2078240" y="335369"/>
                </a:lnTo>
                <a:lnTo>
                  <a:pt x="2078555" y="335961"/>
                </a:lnTo>
                <a:lnTo>
                  <a:pt x="2078885" y="336543"/>
                </a:lnTo>
                <a:lnTo>
                  <a:pt x="2079231" y="337116"/>
                </a:lnTo>
                <a:lnTo>
                  <a:pt x="2079592" y="337679"/>
                </a:lnTo>
                <a:lnTo>
                  <a:pt x="2079966" y="338227"/>
                </a:lnTo>
                <a:lnTo>
                  <a:pt x="2080350" y="338764"/>
                </a:lnTo>
                <a:lnTo>
                  <a:pt x="2080746" y="339290"/>
                </a:lnTo>
                <a:lnTo>
                  <a:pt x="2081152" y="339805"/>
                </a:lnTo>
                <a:lnTo>
                  <a:pt x="2081569" y="340310"/>
                </a:lnTo>
                <a:lnTo>
                  <a:pt x="2081997" y="340804"/>
                </a:lnTo>
                <a:lnTo>
                  <a:pt x="2082436" y="341287"/>
                </a:lnTo>
                <a:lnTo>
                  <a:pt x="2082885" y="341759"/>
                </a:lnTo>
                <a:lnTo>
                  <a:pt x="2083345" y="342221"/>
                </a:lnTo>
                <a:lnTo>
                  <a:pt x="2083816" y="342671"/>
                </a:lnTo>
                <a:lnTo>
                  <a:pt x="2084297" y="343112"/>
                </a:lnTo>
                <a:lnTo>
                  <a:pt x="2084790" y="343541"/>
                </a:lnTo>
                <a:lnTo>
                  <a:pt x="2085293" y="343959"/>
                </a:lnTo>
                <a:lnTo>
                  <a:pt x="2085806" y="344367"/>
                </a:lnTo>
                <a:lnTo>
                  <a:pt x="2086331" y="344764"/>
                </a:lnTo>
                <a:lnTo>
                  <a:pt x="2086866" y="345151"/>
                </a:lnTo>
                <a:lnTo>
                  <a:pt x="2087412" y="345526"/>
                </a:lnTo>
                <a:lnTo>
                  <a:pt x="2087969" y="345891"/>
                </a:lnTo>
                <a:lnTo>
                  <a:pt x="2088537" y="346245"/>
                </a:lnTo>
                <a:lnTo>
                  <a:pt x="2089115" y="346588"/>
                </a:lnTo>
                <a:lnTo>
                  <a:pt x="2089704" y="346921"/>
                </a:lnTo>
                <a:lnTo>
                  <a:pt x="2090304" y="347243"/>
                </a:lnTo>
                <a:lnTo>
                  <a:pt x="2090915" y="347554"/>
                </a:lnTo>
                <a:lnTo>
                  <a:pt x="2091536" y="347854"/>
                </a:lnTo>
                <a:lnTo>
                  <a:pt x="2092166" y="348138"/>
                </a:lnTo>
                <a:lnTo>
                  <a:pt x="2092801" y="348409"/>
                </a:lnTo>
                <a:lnTo>
                  <a:pt x="2093443" y="348669"/>
                </a:lnTo>
                <a:lnTo>
                  <a:pt x="2094090" y="348916"/>
                </a:lnTo>
                <a:lnTo>
                  <a:pt x="2094744" y="349152"/>
                </a:lnTo>
                <a:lnTo>
                  <a:pt x="2095403" y="349375"/>
                </a:lnTo>
                <a:lnTo>
                  <a:pt x="2096068" y="349586"/>
                </a:lnTo>
                <a:lnTo>
                  <a:pt x="2096739" y="349785"/>
                </a:lnTo>
                <a:lnTo>
                  <a:pt x="2097416" y="349972"/>
                </a:lnTo>
                <a:lnTo>
                  <a:pt x="2098099" y="350147"/>
                </a:lnTo>
                <a:lnTo>
                  <a:pt x="2098788" y="350310"/>
                </a:lnTo>
                <a:lnTo>
                  <a:pt x="2099483" y="350461"/>
                </a:lnTo>
                <a:lnTo>
                  <a:pt x="2100184" y="350600"/>
                </a:lnTo>
                <a:lnTo>
                  <a:pt x="2100891" y="350727"/>
                </a:lnTo>
                <a:lnTo>
                  <a:pt x="2101603" y="350841"/>
                </a:lnTo>
                <a:lnTo>
                  <a:pt x="2102322" y="350944"/>
                </a:lnTo>
                <a:lnTo>
                  <a:pt x="2103046" y="351034"/>
                </a:lnTo>
                <a:lnTo>
                  <a:pt x="2103777" y="351113"/>
                </a:lnTo>
                <a:lnTo>
                  <a:pt x="2104513" y="351179"/>
                </a:lnTo>
                <a:lnTo>
                  <a:pt x="2105255" y="351233"/>
                </a:lnTo>
                <a:lnTo>
                  <a:pt x="2106003" y="351276"/>
                </a:lnTo>
                <a:lnTo>
                  <a:pt x="2106757" y="351306"/>
                </a:lnTo>
                <a:lnTo>
                  <a:pt x="2107518" y="351324"/>
                </a:lnTo>
                <a:lnTo>
                  <a:pt x="2108283" y="351330"/>
                </a:lnTo>
                <a:lnTo>
                  <a:pt x="2108985" y="351326"/>
                </a:lnTo>
                <a:lnTo>
                  <a:pt x="2109677" y="351312"/>
                </a:lnTo>
                <a:lnTo>
                  <a:pt x="2110360" y="351290"/>
                </a:lnTo>
                <a:lnTo>
                  <a:pt x="2111034" y="351260"/>
                </a:lnTo>
                <a:lnTo>
                  <a:pt x="2111700" y="351220"/>
                </a:lnTo>
                <a:lnTo>
                  <a:pt x="2112356" y="351172"/>
                </a:lnTo>
                <a:lnTo>
                  <a:pt x="2113003" y="351115"/>
                </a:lnTo>
                <a:close/>
                <a:moveTo>
                  <a:pt x="2105624" y="337599"/>
                </a:moveTo>
                <a:lnTo>
                  <a:pt x="2104962" y="337497"/>
                </a:lnTo>
                <a:lnTo>
                  <a:pt x="2104311" y="337381"/>
                </a:lnTo>
                <a:lnTo>
                  <a:pt x="2103670" y="337252"/>
                </a:lnTo>
                <a:lnTo>
                  <a:pt x="2103041" y="337109"/>
                </a:lnTo>
                <a:lnTo>
                  <a:pt x="2102422" y="336952"/>
                </a:lnTo>
                <a:lnTo>
                  <a:pt x="2101814" y="336782"/>
                </a:lnTo>
                <a:lnTo>
                  <a:pt x="2101216" y="336599"/>
                </a:lnTo>
                <a:lnTo>
                  <a:pt x="2100630" y="336401"/>
                </a:lnTo>
                <a:lnTo>
                  <a:pt x="2100054" y="336191"/>
                </a:lnTo>
                <a:lnTo>
                  <a:pt x="2099489" y="335966"/>
                </a:lnTo>
                <a:lnTo>
                  <a:pt x="2098934" y="335728"/>
                </a:lnTo>
                <a:lnTo>
                  <a:pt x="2098390" y="335476"/>
                </a:lnTo>
                <a:lnTo>
                  <a:pt x="2097858" y="335211"/>
                </a:lnTo>
                <a:lnTo>
                  <a:pt x="2097335" y="334932"/>
                </a:lnTo>
                <a:lnTo>
                  <a:pt x="2096824" y="334640"/>
                </a:lnTo>
                <a:lnTo>
                  <a:pt x="2096323" y="334333"/>
                </a:lnTo>
                <a:lnTo>
                  <a:pt x="2095834" y="334014"/>
                </a:lnTo>
                <a:lnTo>
                  <a:pt x="2095364" y="333675"/>
                </a:lnTo>
                <a:lnTo>
                  <a:pt x="2094915" y="333324"/>
                </a:lnTo>
                <a:lnTo>
                  <a:pt x="2094486" y="332959"/>
                </a:lnTo>
                <a:lnTo>
                  <a:pt x="2094076" y="332581"/>
                </a:lnTo>
                <a:lnTo>
                  <a:pt x="2093687" y="332190"/>
                </a:lnTo>
                <a:lnTo>
                  <a:pt x="2093317" y="331786"/>
                </a:lnTo>
                <a:lnTo>
                  <a:pt x="2092968" y="331369"/>
                </a:lnTo>
                <a:lnTo>
                  <a:pt x="2092638" y="330938"/>
                </a:lnTo>
                <a:lnTo>
                  <a:pt x="2092329" y="330494"/>
                </a:lnTo>
                <a:lnTo>
                  <a:pt x="2092039" y="330038"/>
                </a:lnTo>
                <a:lnTo>
                  <a:pt x="2091770" y="329568"/>
                </a:lnTo>
                <a:lnTo>
                  <a:pt x="2091520" y="329084"/>
                </a:lnTo>
                <a:lnTo>
                  <a:pt x="2091291" y="328588"/>
                </a:lnTo>
                <a:lnTo>
                  <a:pt x="2091081" y="328078"/>
                </a:lnTo>
                <a:lnTo>
                  <a:pt x="2090891" y="327556"/>
                </a:lnTo>
                <a:lnTo>
                  <a:pt x="2090722" y="327020"/>
                </a:lnTo>
                <a:lnTo>
                  <a:pt x="2090572" y="326471"/>
                </a:lnTo>
                <a:lnTo>
                  <a:pt x="2090442" y="325909"/>
                </a:lnTo>
                <a:lnTo>
                  <a:pt x="2090332" y="325333"/>
                </a:lnTo>
                <a:lnTo>
                  <a:pt x="2090242" y="324745"/>
                </a:lnTo>
                <a:lnTo>
                  <a:pt x="2090172" y="324143"/>
                </a:lnTo>
                <a:lnTo>
                  <a:pt x="2090122" y="323528"/>
                </a:lnTo>
                <a:lnTo>
                  <a:pt x="2090093" y="322900"/>
                </a:lnTo>
                <a:lnTo>
                  <a:pt x="2090083" y="322259"/>
                </a:lnTo>
                <a:lnTo>
                  <a:pt x="2090088" y="321789"/>
                </a:lnTo>
                <a:lnTo>
                  <a:pt x="2090104" y="321328"/>
                </a:lnTo>
                <a:lnTo>
                  <a:pt x="2090130" y="320875"/>
                </a:lnTo>
                <a:lnTo>
                  <a:pt x="2090167" y="320430"/>
                </a:lnTo>
                <a:lnTo>
                  <a:pt x="2090214" y="319993"/>
                </a:lnTo>
                <a:lnTo>
                  <a:pt x="2090272" y="319565"/>
                </a:lnTo>
                <a:lnTo>
                  <a:pt x="2090341" y="319145"/>
                </a:lnTo>
                <a:lnTo>
                  <a:pt x="2090420" y="318734"/>
                </a:lnTo>
                <a:lnTo>
                  <a:pt x="2090509" y="318331"/>
                </a:lnTo>
                <a:lnTo>
                  <a:pt x="2090609" y="317936"/>
                </a:lnTo>
                <a:lnTo>
                  <a:pt x="2090720" y="317550"/>
                </a:lnTo>
                <a:lnTo>
                  <a:pt x="2090841" y="317172"/>
                </a:lnTo>
                <a:lnTo>
                  <a:pt x="2090973" y="316802"/>
                </a:lnTo>
                <a:lnTo>
                  <a:pt x="2091115" y="316440"/>
                </a:lnTo>
                <a:lnTo>
                  <a:pt x="2091267" y="316087"/>
                </a:lnTo>
                <a:lnTo>
                  <a:pt x="2091431" y="315743"/>
                </a:lnTo>
                <a:lnTo>
                  <a:pt x="2091605" y="315406"/>
                </a:lnTo>
                <a:lnTo>
                  <a:pt x="2091789" y="315078"/>
                </a:lnTo>
                <a:lnTo>
                  <a:pt x="2091984" y="314758"/>
                </a:lnTo>
                <a:lnTo>
                  <a:pt x="2092189" y="314447"/>
                </a:lnTo>
                <a:lnTo>
                  <a:pt x="2092405" y="314144"/>
                </a:lnTo>
                <a:lnTo>
                  <a:pt x="2092631" y="313849"/>
                </a:lnTo>
                <a:lnTo>
                  <a:pt x="2092868" y="313563"/>
                </a:lnTo>
                <a:lnTo>
                  <a:pt x="2093116" y="313285"/>
                </a:lnTo>
                <a:lnTo>
                  <a:pt x="2093377" y="313009"/>
                </a:lnTo>
                <a:lnTo>
                  <a:pt x="2093645" y="312738"/>
                </a:lnTo>
                <a:lnTo>
                  <a:pt x="2093920" y="312474"/>
                </a:lnTo>
                <a:lnTo>
                  <a:pt x="2094201" y="312216"/>
                </a:lnTo>
                <a:lnTo>
                  <a:pt x="2094489" y="311963"/>
                </a:lnTo>
                <a:lnTo>
                  <a:pt x="2094783" y="311717"/>
                </a:lnTo>
                <a:lnTo>
                  <a:pt x="2095084" y="311476"/>
                </a:lnTo>
                <a:lnTo>
                  <a:pt x="2095391" y="311241"/>
                </a:lnTo>
                <a:lnTo>
                  <a:pt x="2095705" y="311013"/>
                </a:lnTo>
                <a:lnTo>
                  <a:pt x="2096026" y="310790"/>
                </a:lnTo>
                <a:lnTo>
                  <a:pt x="2096353" y="310573"/>
                </a:lnTo>
                <a:lnTo>
                  <a:pt x="2096687" y="310362"/>
                </a:lnTo>
                <a:lnTo>
                  <a:pt x="2097027" y="310157"/>
                </a:lnTo>
                <a:lnTo>
                  <a:pt x="2097374" y="309958"/>
                </a:lnTo>
                <a:lnTo>
                  <a:pt x="2097728" y="309765"/>
                </a:lnTo>
                <a:lnTo>
                  <a:pt x="2098088" y="309577"/>
                </a:lnTo>
                <a:lnTo>
                  <a:pt x="2098454" y="309396"/>
                </a:lnTo>
                <a:lnTo>
                  <a:pt x="2098828" y="309220"/>
                </a:lnTo>
                <a:lnTo>
                  <a:pt x="2099207" y="309051"/>
                </a:lnTo>
                <a:lnTo>
                  <a:pt x="2099594" y="308887"/>
                </a:lnTo>
                <a:lnTo>
                  <a:pt x="2099987" y="308730"/>
                </a:lnTo>
                <a:lnTo>
                  <a:pt x="2100386" y="308578"/>
                </a:lnTo>
                <a:lnTo>
                  <a:pt x="2100793" y="308432"/>
                </a:lnTo>
                <a:lnTo>
                  <a:pt x="2101205" y="308292"/>
                </a:lnTo>
                <a:lnTo>
                  <a:pt x="2101628" y="308152"/>
                </a:lnTo>
                <a:lnTo>
                  <a:pt x="2102053" y="308014"/>
                </a:lnTo>
                <a:lnTo>
                  <a:pt x="2102481" y="307880"/>
                </a:lnTo>
                <a:lnTo>
                  <a:pt x="2102912" y="307750"/>
                </a:lnTo>
                <a:lnTo>
                  <a:pt x="2103345" y="307622"/>
                </a:lnTo>
                <a:lnTo>
                  <a:pt x="2103781" y="307498"/>
                </a:lnTo>
                <a:lnTo>
                  <a:pt x="2104219" y="307377"/>
                </a:lnTo>
                <a:lnTo>
                  <a:pt x="2104660" y="307260"/>
                </a:lnTo>
                <a:lnTo>
                  <a:pt x="2105104" y="307146"/>
                </a:lnTo>
                <a:lnTo>
                  <a:pt x="2105550" y="307035"/>
                </a:lnTo>
                <a:lnTo>
                  <a:pt x="2105999" y="306927"/>
                </a:lnTo>
                <a:lnTo>
                  <a:pt x="2106451" y="306823"/>
                </a:lnTo>
                <a:lnTo>
                  <a:pt x="2106905" y="306722"/>
                </a:lnTo>
                <a:lnTo>
                  <a:pt x="2107362" y="306624"/>
                </a:lnTo>
                <a:lnTo>
                  <a:pt x="2107821" y="306530"/>
                </a:lnTo>
                <a:lnTo>
                  <a:pt x="2108284" y="306438"/>
                </a:lnTo>
                <a:lnTo>
                  <a:pt x="2108748" y="306351"/>
                </a:lnTo>
                <a:lnTo>
                  <a:pt x="2109216" y="306266"/>
                </a:lnTo>
                <a:lnTo>
                  <a:pt x="2109686" y="306185"/>
                </a:lnTo>
                <a:lnTo>
                  <a:pt x="2110158" y="306107"/>
                </a:lnTo>
                <a:lnTo>
                  <a:pt x="2110634" y="306032"/>
                </a:lnTo>
                <a:lnTo>
                  <a:pt x="2111112" y="305960"/>
                </a:lnTo>
                <a:lnTo>
                  <a:pt x="2111592" y="305892"/>
                </a:lnTo>
                <a:lnTo>
                  <a:pt x="2112075" y="305827"/>
                </a:lnTo>
                <a:lnTo>
                  <a:pt x="2112278" y="305801"/>
                </a:lnTo>
                <a:lnTo>
                  <a:pt x="2112486" y="305774"/>
                </a:lnTo>
                <a:lnTo>
                  <a:pt x="2112698" y="305747"/>
                </a:lnTo>
                <a:lnTo>
                  <a:pt x="2112916" y="305719"/>
                </a:lnTo>
                <a:lnTo>
                  <a:pt x="2113139" y="305690"/>
                </a:lnTo>
                <a:lnTo>
                  <a:pt x="2113367" y="305662"/>
                </a:lnTo>
                <a:lnTo>
                  <a:pt x="2113600" y="305632"/>
                </a:lnTo>
                <a:lnTo>
                  <a:pt x="2113838" y="305603"/>
                </a:lnTo>
                <a:lnTo>
                  <a:pt x="2114081" y="305573"/>
                </a:lnTo>
                <a:lnTo>
                  <a:pt x="2114329" y="305542"/>
                </a:lnTo>
                <a:lnTo>
                  <a:pt x="2114582" y="305511"/>
                </a:lnTo>
                <a:lnTo>
                  <a:pt x="2114840" y="305480"/>
                </a:lnTo>
                <a:lnTo>
                  <a:pt x="2115103" y="305448"/>
                </a:lnTo>
                <a:lnTo>
                  <a:pt x="2115372" y="305416"/>
                </a:lnTo>
                <a:lnTo>
                  <a:pt x="2115645" y="305383"/>
                </a:lnTo>
                <a:lnTo>
                  <a:pt x="2115923" y="305350"/>
                </a:lnTo>
                <a:lnTo>
                  <a:pt x="2116207" y="305316"/>
                </a:lnTo>
                <a:lnTo>
                  <a:pt x="2116495" y="305282"/>
                </a:lnTo>
                <a:lnTo>
                  <a:pt x="2116789" y="305248"/>
                </a:lnTo>
                <a:lnTo>
                  <a:pt x="2117087" y="305213"/>
                </a:lnTo>
                <a:lnTo>
                  <a:pt x="2117391" y="305178"/>
                </a:lnTo>
                <a:lnTo>
                  <a:pt x="2117699" y="305142"/>
                </a:lnTo>
                <a:lnTo>
                  <a:pt x="2118013" y="305106"/>
                </a:lnTo>
                <a:lnTo>
                  <a:pt x="2118332" y="305069"/>
                </a:lnTo>
                <a:lnTo>
                  <a:pt x="2118659" y="305027"/>
                </a:lnTo>
                <a:lnTo>
                  <a:pt x="2118986" y="304984"/>
                </a:lnTo>
                <a:lnTo>
                  <a:pt x="2119314" y="304941"/>
                </a:lnTo>
                <a:lnTo>
                  <a:pt x="2119643" y="304897"/>
                </a:lnTo>
                <a:lnTo>
                  <a:pt x="2119973" y="304853"/>
                </a:lnTo>
                <a:lnTo>
                  <a:pt x="2120303" y="304808"/>
                </a:lnTo>
                <a:lnTo>
                  <a:pt x="2120634" y="304763"/>
                </a:lnTo>
                <a:lnTo>
                  <a:pt x="2120965" y="304718"/>
                </a:lnTo>
                <a:lnTo>
                  <a:pt x="2121297" y="304672"/>
                </a:lnTo>
                <a:lnTo>
                  <a:pt x="2121630" y="304626"/>
                </a:lnTo>
                <a:lnTo>
                  <a:pt x="2121964" y="304579"/>
                </a:lnTo>
                <a:lnTo>
                  <a:pt x="2122298" y="304532"/>
                </a:lnTo>
                <a:lnTo>
                  <a:pt x="2122632" y="304484"/>
                </a:lnTo>
                <a:lnTo>
                  <a:pt x="2122968" y="304436"/>
                </a:lnTo>
                <a:lnTo>
                  <a:pt x="2123304" y="304388"/>
                </a:lnTo>
                <a:lnTo>
                  <a:pt x="2123641" y="304339"/>
                </a:lnTo>
                <a:lnTo>
                  <a:pt x="2123978" y="304289"/>
                </a:lnTo>
                <a:lnTo>
                  <a:pt x="2124316" y="304240"/>
                </a:lnTo>
                <a:lnTo>
                  <a:pt x="2124655" y="304189"/>
                </a:lnTo>
                <a:lnTo>
                  <a:pt x="2124994" y="304139"/>
                </a:lnTo>
                <a:lnTo>
                  <a:pt x="2125334" y="304088"/>
                </a:lnTo>
                <a:lnTo>
                  <a:pt x="2125675" y="304036"/>
                </a:lnTo>
                <a:lnTo>
                  <a:pt x="2126016" y="303984"/>
                </a:lnTo>
                <a:lnTo>
                  <a:pt x="2126358" y="303932"/>
                </a:lnTo>
                <a:lnTo>
                  <a:pt x="2126704" y="303873"/>
                </a:lnTo>
                <a:lnTo>
                  <a:pt x="2127046" y="303814"/>
                </a:lnTo>
                <a:lnTo>
                  <a:pt x="2127385" y="303755"/>
                </a:lnTo>
                <a:lnTo>
                  <a:pt x="2127720" y="303695"/>
                </a:lnTo>
                <a:lnTo>
                  <a:pt x="2128052" y="303634"/>
                </a:lnTo>
                <a:lnTo>
                  <a:pt x="2128380" y="303572"/>
                </a:lnTo>
                <a:lnTo>
                  <a:pt x="2128705" y="303510"/>
                </a:lnTo>
                <a:lnTo>
                  <a:pt x="2129026" y="303447"/>
                </a:lnTo>
                <a:lnTo>
                  <a:pt x="2129344" y="303384"/>
                </a:lnTo>
                <a:lnTo>
                  <a:pt x="2129658" y="303319"/>
                </a:lnTo>
                <a:lnTo>
                  <a:pt x="2129969" y="303254"/>
                </a:lnTo>
                <a:lnTo>
                  <a:pt x="2130276" y="303189"/>
                </a:lnTo>
                <a:lnTo>
                  <a:pt x="2130580" y="303123"/>
                </a:lnTo>
                <a:lnTo>
                  <a:pt x="2130880" y="303056"/>
                </a:lnTo>
                <a:lnTo>
                  <a:pt x="2131177" y="302989"/>
                </a:lnTo>
                <a:lnTo>
                  <a:pt x="2131470" y="302920"/>
                </a:lnTo>
                <a:lnTo>
                  <a:pt x="2131760" y="302852"/>
                </a:lnTo>
                <a:lnTo>
                  <a:pt x="2132046" y="302782"/>
                </a:lnTo>
                <a:lnTo>
                  <a:pt x="2132328" y="302712"/>
                </a:lnTo>
                <a:lnTo>
                  <a:pt x="2132608" y="302641"/>
                </a:lnTo>
                <a:lnTo>
                  <a:pt x="2132883" y="302570"/>
                </a:lnTo>
                <a:lnTo>
                  <a:pt x="2133155" y="302498"/>
                </a:lnTo>
                <a:lnTo>
                  <a:pt x="2133424" y="302425"/>
                </a:lnTo>
                <a:lnTo>
                  <a:pt x="2133689" y="302352"/>
                </a:lnTo>
                <a:lnTo>
                  <a:pt x="2133954" y="302272"/>
                </a:lnTo>
                <a:lnTo>
                  <a:pt x="2134210" y="302192"/>
                </a:lnTo>
                <a:lnTo>
                  <a:pt x="2134459" y="302112"/>
                </a:lnTo>
                <a:lnTo>
                  <a:pt x="2134700" y="302030"/>
                </a:lnTo>
                <a:lnTo>
                  <a:pt x="2134933" y="301948"/>
                </a:lnTo>
                <a:lnTo>
                  <a:pt x="2135158" y="301866"/>
                </a:lnTo>
                <a:lnTo>
                  <a:pt x="2135376" y="301782"/>
                </a:lnTo>
                <a:lnTo>
                  <a:pt x="2135585" y="301699"/>
                </a:lnTo>
                <a:lnTo>
                  <a:pt x="2135786" y="301614"/>
                </a:lnTo>
                <a:lnTo>
                  <a:pt x="2135980" y="301529"/>
                </a:lnTo>
                <a:lnTo>
                  <a:pt x="2136166" y="301443"/>
                </a:lnTo>
                <a:lnTo>
                  <a:pt x="2136343" y="301356"/>
                </a:lnTo>
                <a:lnTo>
                  <a:pt x="2136513" y="301269"/>
                </a:lnTo>
                <a:lnTo>
                  <a:pt x="2136675" y="301181"/>
                </a:lnTo>
                <a:lnTo>
                  <a:pt x="2136829" y="301093"/>
                </a:lnTo>
                <a:lnTo>
                  <a:pt x="2136975" y="301003"/>
                </a:lnTo>
                <a:lnTo>
                  <a:pt x="2137114" y="300914"/>
                </a:lnTo>
                <a:lnTo>
                  <a:pt x="2137244" y="300823"/>
                </a:lnTo>
                <a:lnTo>
                  <a:pt x="2137366" y="300732"/>
                </a:lnTo>
                <a:lnTo>
                  <a:pt x="2137481" y="300640"/>
                </a:lnTo>
                <a:lnTo>
                  <a:pt x="2137588" y="300547"/>
                </a:lnTo>
                <a:lnTo>
                  <a:pt x="2137686" y="300454"/>
                </a:lnTo>
                <a:lnTo>
                  <a:pt x="2137777" y="300361"/>
                </a:lnTo>
                <a:lnTo>
                  <a:pt x="2137860" y="300266"/>
                </a:lnTo>
                <a:lnTo>
                  <a:pt x="2137860" y="313917"/>
                </a:lnTo>
                <a:lnTo>
                  <a:pt x="2137855" y="314421"/>
                </a:lnTo>
                <a:lnTo>
                  <a:pt x="2137838" y="314924"/>
                </a:lnTo>
                <a:lnTo>
                  <a:pt x="2137811" y="315425"/>
                </a:lnTo>
                <a:lnTo>
                  <a:pt x="2137772" y="315923"/>
                </a:lnTo>
                <a:lnTo>
                  <a:pt x="2137723" y="316420"/>
                </a:lnTo>
                <a:lnTo>
                  <a:pt x="2137663" y="316915"/>
                </a:lnTo>
                <a:lnTo>
                  <a:pt x="2137591" y="317408"/>
                </a:lnTo>
                <a:lnTo>
                  <a:pt x="2137509" y="317898"/>
                </a:lnTo>
                <a:lnTo>
                  <a:pt x="2137416" y="318387"/>
                </a:lnTo>
                <a:lnTo>
                  <a:pt x="2137312" y="318874"/>
                </a:lnTo>
                <a:lnTo>
                  <a:pt x="2137196" y="319359"/>
                </a:lnTo>
                <a:lnTo>
                  <a:pt x="2137070" y="319842"/>
                </a:lnTo>
                <a:lnTo>
                  <a:pt x="2136933" y="320323"/>
                </a:lnTo>
                <a:lnTo>
                  <a:pt x="2136785" y="320801"/>
                </a:lnTo>
                <a:lnTo>
                  <a:pt x="2136626" y="321278"/>
                </a:lnTo>
                <a:lnTo>
                  <a:pt x="2136456" y="321753"/>
                </a:lnTo>
                <a:lnTo>
                  <a:pt x="2136275" y="322226"/>
                </a:lnTo>
                <a:lnTo>
                  <a:pt x="2136083" y="322697"/>
                </a:lnTo>
                <a:lnTo>
                  <a:pt x="2135880" y="323166"/>
                </a:lnTo>
                <a:lnTo>
                  <a:pt x="2135666" y="323634"/>
                </a:lnTo>
                <a:lnTo>
                  <a:pt x="2135441" y="324099"/>
                </a:lnTo>
                <a:lnTo>
                  <a:pt x="2135205" y="324562"/>
                </a:lnTo>
                <a:lnTo>
                  <a:pt x="2134958" y="325023"/>
                </a:lnTo>
                <a:lnTo>
                  <a:pt x="2134700" y="325482"/>
                </a:lnTo>
                <a:lnTo>
                  <a:pt x="2134437" y="325937"/>
                </a:lnTo>
                <a:lnTo>
                  <a:pt x="2134163" y="326384"/>
                </a:lnTo>
                <a:lnTo>
                  <a:pt x="2133879" y="326825"/>
                </a:lnTo>
                <a:lnTo>
                  <a:pt x="2133584" y="327259"/>
                </a:lnTo>
                <a:lnTo>
                  <a:pt x="2133278" y="327685"/>
                </a:lnTo>
                <a:lnTo>
                  <a:pt x="2132962" y="328105"/>
                </a:lnTo>
                <a:lnTo>
                  <a:pt x="2132636" y="328517"/>
                </a:lnTo>
                <a:lnTo>
                  <a:pt x="2132299" y="328923"/>
                </a:lnTo>
                <a:lnTo>
                  <a:pt x="2131951" y="329321"/>
                </a:lnTo>
                <a:lnTo>
                  <a:pt x="2131593" y="329713"/>
                </a:lnTo>
                <a:lnTo>
                  <a:pt x="2131224" y="330097"/>
                </a:lnTo>
                <a:lnTo>
                  <a:pt x="2130845" y="330475"/>
                </a:lnTo>
                <a:lnTo>
                  <a:pt x="2130455" y="330845"/>
                </a:lnTo>
                <a:lnTo>
                  <a:pt x="2130055" y="331208"/>
                </a:lnTo>
                <a:lnTo>
                  <a:pt x="2129644" y="331565"/>
                </a:lnTo>
                <a:lnTo>
                  <a:pt x="2129223" y="331914"/>
                </a:lnTo>
                <a:lnTo>
                  <a:pt x="2128791" y="332257"/>
                </a:lnTo>
                <a:lnTo>
                  <a:pt x="2128349" y="332592"/>
                </a:lnTo>
                <a:lnTo>
                  <a:pt x="2127896" y="332920"/>
                </a:lnTo>
                <a:lnTo>
                  <a:pt x="2127432" y="333241"/>
                </a:lnTo>
                <a:lnTo>
                  <a:pt x="2126958" y="333556"/>
                </a:lnTo>
                <a:lnTo>
                  <a:pt x="2126474" y="333863"/>
                </a:lnTo>
                <a:lnTo>
                  <a:pt x="2125979" y="334163"/>
                </a:lnTo>
                <a:lnTo>
                  <a:pt x="2125473" y="334456"/>
                </a:lnTo>
                <a:lnTo>
                  <a:pt x="2124963" y="334740"/>
                </a:lnTo>
                <a:lnTo>
                  <a:pt x="2124443" y="335011"/>
                </a:lnTo>
                <a:lnTo>
                  <a:pt x="2123913" y="335271"/>
                </a:lnTo>
                <a:lnTo>
                  <a:pt x="2123374" y="335518"/>
                </a:lnTo>
                <a:lnTo>
                  <a:pt x="2122825" y="335754"/>
                </a:lnTo>
                <a:lnTo>
                  <a:pt x="2122266" y="335977"/>
                </a:lnTo>
                <a:lnTo>
                  <a:pt x="2121698" y="336188"/>
                </a:lnTo>
                <a:lnTo>
                  <a:pt x="2121120" y="336387"/>
                </a:lnTo>
                <a:lnTo>
                  <a:pt x="2120532" y="336574"/>
                </a:lnTo>
                <a:lnTo>
                  <a:pt x="2119935" y="336749"/>
                </a:lnTo>
                <a:lnTo>
                  <a:pt x="2119328" y="336912"/>
                </a:lnTo>
                <a:lnTo>
                  <a:pt x="2118711" y="337063"/>
                </a:lnTo>
                <a:lnTo>
                  <a:pt x="2118085" y="337202"/>
                </a:lnTo>
                <a:lnTo>
                  <a:pt x="2117449" y="337329"/>
                </a:lnTo>
                <a:lnTo>
                  <a:pt x="2116803" y="337443"/>
                </a:lnTo>
                <a:lnTo>
                  <a:pt x="2116148" y="337546"/>
                </a:lnTo>
                <a:lnTo>
                  <a:pt x="2115483" y="337636"/>
                </a:lnTo>
                <a:lnTo>
                  <a:pt x="2114809" y="337715"/>
                </a:lnTo>
                <a:lnTo>
                  <a:pt x="2114124" y="337781"/>
                </a:lnTo>
                <a:lnTo>
                  <a:pt x="2113431" y="337835"/>
                </a:lnTo>
                <a:lnTo>
                  <a:pt x="2112727" y="337878"/>
                </a:lnTo>
                <a:lnTo>
                  <a:pt x="2112014" y="337908"/>
                </a:lnTo>
                <a:lnTo>
                  <a:pt x="2111291" y="337926"/>
                </a:lnTo>
                <a:lnTo>
                  <a:pt x="2110559" y="337932"/>
                </a:lnTo>
                <a:lnTo>
                  <a:pt x="2109821" y="337925"/>
                </a:lnTo>
                <a:lnTo>
                  <a:pt x="2109095" y="337905"/>
                </a:lnTo>
                <a:lnTo>
                  <a:pt x="2108379" y="337871"/>
                </a:lnTo>
                <a:lnTo>
                  <a:pt x="2107674" y="337823"/>
                </a:lnTo>
                <a:lnTo>
                  <a:pt x="2106980" y="337762"/>
                </a:lnTo>
                <a:lnTo>
                  <a:pt x="2106297" y="337687"/>
                </a:lnTo>
                <a:lnTo>
                  <a:pt x="2105624" y="337599"/>
                </a:lnTo>
                <a:close/>
                <a:moveTo>
                  <a:pt x="2329883" y="387162"/>
                </a:moveTo>
                <a:lnTo>
                  <a:pt x="2330797" y="387065"/>
                </a:lnTo>
                <a:lnTo>
                  <a:pt x="2331702" y="386955"/>
                </a:lnTo>
                <a:lnTo>
                  <a:pt x="2332600" y="386832"/>
                </a:lnTo>
                <a:lnTo>
                  <a:pt x="2333491" y="386696"/>
                </a:lnTo>
                <a:lnTo>
                  <a:pt x="2334374" y="386547"/>
                </a:lnTo>
                <a:lnTo>
                  <a:pt x="2335250" y="386385"/>
                </a:lnTo>
                <a:lnTo>
                  <a:pt x="2336118" y="386210"/>
                </a:lnTo>
                <a:lnTo>
                  <a:pt x="2336979" y="386023"/>
                </a:lnTo>
                <a:lnTo>
                  <a:pt x="2337833" y="385822"/>
                </a:lnTo>
                <a:lnTo>
                  <a:pt x="2338678" y="385608"/>
                </a:lnTo>
                <a:lnTo>
                  <a:pt x="2339517" y="385382"/>
                </a:lnTo>
                <a:lnTo>
                  <a:pt x="2340348" y="385142"/>
                </a:lnTo>
                <a:lnTo>
                  <a:pt x="2341171" y="384890"/>
                </a:lnTo>
                <a:lnTo>
                  <a:pt x="2341988" y="384624"/>
                </a:lnTo>
                <a:lnTo>
                  <a:pt x="2342796" y="384346"/>
                </a:lnTo>
                <a:lnTo>
                  <a:pt x="2343597" y="384055"/>
                </a:lnTo>
                <a:lnTo>
                  <a:pt x="2344391" y="383751"/>
                </a:lnTo>
                <a:lnTo>
                  <a:pt x="2345180" y="383438"/>
                </a:lnTo>
                <a:lnTo>
                  <a:pt x="2345954" y="383110"/>
                </a:lnTo>
                <a:lnTo>
                  <a:pt x="2346716" y="382768"/>
                </a:lnTo>
                <a:lnTo>
                  <a:pt x="2347463" y="382411"/>
                </a:lnTo>
                <a:lnTo>
                  <a:pt x="2348197" y="382040"/>
                </a:lnTo>
                <a:lnTo>
                  <a:pt x="2348918" y="381653"/>
                </a:lnTo>
                <a:lnTo>
                  <a:pt x="2349624" y="381252"/>
                </a:lnTo>
                <a:lnTo>
                  <a:pt x="2350318" y="380836"/>
                </a:lnTo>
                <a:lnTo>
                  <a:pt x="2350997" y="380406"/>
                </a:lnTo>
                <a:lnTo>
                  <a:pt x="2351663" y="379961"/>
                </a:lnTo>
                <a:lnTo>
                  <a:pt x="2352316" y="379501"/>
                </a:lnTo>
                <a:lnTo>
                  <a:pt x="2352954" y="379027"/>
                </a:lnTo>
                <a:lnTo>
                  <a:pt x="2353580" y="378537"/>
                </a:lnTo>
                <a:lnTo>
                  <a:pt x="2354191" y="378033"/>
                </a:lnTo>
                <a:lnTo>
                  <a:pt x="2354789" y="377515"/>
                </a:lnTo>
                <a:lnTo>
                  <a:pt x="2355373" y="376981"/>
                </a:lnTo>
                <a:lnTo>
                  <a:pt x="2355944" y="376433"/>
                </a:lnTo>
                <a:lnTo>
                  <a:pt x="2356501" y="375871"/>
                </a:lnTo>
                <a:lnTo>
                  <a:pt x="2357045" y="375293"/>
                </a:lnTo>
                <a:lnTo>
                  <a:pt x="2357575" y="374701"/>
                </a:lnTo>
                <a:lnTo>
                  <a:pt x="2358091" y="374094"/>
                </a:lnTo>
                <a:lnTo>
                  <a:pt x="2358594" y="373473"/>
                </a:lnTo>
                <a:lnTo>
                  <a:pt x="2359083" y="372836"/>
                </a:lnTo>
                <a:lnTo>
                  <a:pt x="2359558" y="372185"/>
                </a:lnTo>
                <a:lnTo>
                  <a:pt x="2360022" y="371524"/>
                </a:lnTo>
                <a:lnTo>
                  <a:pt x="2360467" y="370847"/>
                </a:lnTo>
                <a:lnTo>
                  <a:pt x="2360892" y="370153"/>
                </a:lnTo>
                <a:lnTo>
                  <a:pt x="2361296" y="369443"/>
                </a:lnTo>
                <a:lnTo>
                  <a:pt x="2361682" y="368717"/>
                </a:lnTo>
                <a:lnTo>
                  <a:pt x="2362047" y="367975"/>
                </a:lnTo>
                <a:lnTo>
                  <a:pt x="2362393" y="367216"/>
                </a:lnTo>
                <a:lnTo>
                  <a:pt x="2362718" y="366441"/>
                </a:lnTo>
                <a:lnTo>
                  <a:pt x="2363025" y="365650"/>
                </a:lnTo>
                <a:lnTo>
                  <a:pt x="2363311" y="364843"/>
                </a:lnTo>
                <a:lnTo>
                  <a:pt x="2363578" y="364019"/>
                </a:lnTo>
                <a:lnTo>
                  <a:pt x="2363824" y="363180"/>
                </a:lnTo>
                <a:lnTo>
                  <a:pt x="2364051" y="362324"/>
                </a:lnTo>
                <a:lnTo>
                  <a:pt x="2364259" y="361451"/>
                </a:lnTo>
                <a:lnTo>
                  <a:pt x="2364446" y="360563"/>
                </a:lnTo>
                <a:lnTo>
                  <a:pt x="2364614" y="359658"/>
                </a:lnTo>
                <a:lnTo>
                  <a:pt x="2364762" y="358737"/>
                </a:lnTo>
                <a:lnTo>
                  <a:pt x="2364891" y="357800"/>
                </a:lnTo>
                <a:lnTo>
                  <a:pt x="2364999" y="356846"/>
                </a:lnTo>
                <a:lnTo>
                  <a:pt x="2365088" y="355877"/>
                </a:lnTo>
                <a:lnTo>
                  <a:pt x="2365157" y="354891"/>
                </a:lnTo>
                <a:lnTo>
                  <a:pt x="2365207" y="353889"/>
                </a:lnTo>
                <a:lnTo>
                  <a:pt x="2365236" y="352870"/>
                </a:lnTo>
                <a:lnTo>
                  <a:pt x="2365246" y="351836"/>
                </a:lnTo>
                <a:lnTo>
                  <a:pt x="2365246" y="251983"/>
                </a:lnTo>
                <a:lnTo>
                  <a:pt x="2350837" y="251983"/>
                </a:lnTo>
                <a:lnTo>
                  <a:pt x="2350837" y="267403"/>
                </a:lnTo>
                <a:lnTo>
                  <a:pt x="2349321" y="267403"/>
                </a:lnTo>
                <a:lnTo>
                  <a:pt x="2349181" y="267190"/>
                </a:lnTo>
                <a:lnTo>
                  <a:pt x="2349037" y="266972"/>
                </a:lnTo>
                <a:lnTo>
                  <a:pt x="2348888" y="266749"/>
                </a:lnTo>
                <a:lnTo>
                  <a:pt x="2348734" y="266522"/>
                </a:lnTo>
                <a:lnTo>
                  <a:pt x="2348576" y="266289"/>
                </a:lnTo>
                <a:lnTo>
                  <a:pt x="2348412" y="266052"/>
                </a:lnTo>
                <a:lnTo>
                  <a:pt x="2348244" y="265810"/>
                </a:lnTo>
                <a:lnTo>
                  <a:pt x="2348071" y="265563"/>
                </a:lnTo>
                <a:lnTo>
                  <a:pt x="2347893" y="265312"/>
                </a:lnTo>
                <a:lnTo>
                  <a:pt x="2347710" y="265055"/>
                </a:lnTo>
                <a:lnTo>
                  <a:pt x="2347522" y="264794"/>
                </a:lnTo>
                <a:lnTo>
                  <a:pt x="2347330" y="264528"/>
                </a:lnTo>
                <a:lnTo>
                  <a:pt x="2347133" y="264257"/>
                </a:lnTo>
                <a:lnTo>
                  <a:pt x="2346930" y="263981"/>
                </a:lnTo>
                <a:lnTo>
                  <a:pt x="2346723" y="263700"/>
                </a:lnTo>
                <a:lnTo>
                  <a:pt x="2346512" y="263415"/>
                </a:lnTo>
                <a:lnTo>
                  <a:pt x="2346295" y="263124"/>
                </a:lnTo>
                <a:lnTo>
                  <a:pt x="2346074" y="262829"/>
                </a:lnTo>
                <a:lnTo>
                  <a:pt x="2345847" y="262529"/>
                </a:lnTo>
                <a:lnTo>
                  <a:pt x="2345616" y="262224"/>
                </a:lnTo>
                <a:lnTo>
                  <a:pt x="2345380" y="261915"/>
                </a:lnTo>
                <a:lnTo>
                  <a:pt x="2345140" y="261600"/>
                </a:lnTo>
                <a:lnTo>
                  <a:pt x="2344894" y="261281"/>
                </a:lnTo>
                <a:lnTo>
                  <a:pt x="2344644" y="260957"/>
                </a:lnTo>
                <a:lnTo>
                  <a:pt x="2344392" y="260627"/>
                </a:lnTo>
                <a:lnTo>
                  <a:pt x="2344130" y="260300"/>
                </a:lnTo>
                <a:lnTo>
                  <a:pt x="2343860" y="259975"/>
                </a:lnTo>
                <a:lnTo>
                  <a:pt x="2343580" y="259654"/>
                </a:lnTo>
                <a:lnTo>
                  <a:pt x="2343291" y="259336"/>
                </a:lnTo>
                <a:lnTo>
                  <a:pt x="2342993" y="259022"/>
                </a:lnTo>
                <a:lnTo>
                  <a:pt x="2342685" y="258710"/>
                </a:lnTo>
                <a:lnTo>
                  <a:pt x="2342369" y="258401"/>
                </a:lnTo>
                <a:lnTo>
                  <a:pt x="2342043" y="258095"/>
                </a:lnTo>
                <a:lnTo>
                  <a:pt x="2341708" y="257793"/>
                </a:lnTo>
                <a:lnTo>
                  <a:pt x="2341364" y="257493"/>
                </a:lnTo>
                <a:lnTo>
                  <a:pt x="2341010" y="257197"/>
                </a:lnTo>
                <a:lnTo>
                  <a:pt x="2340647" y="256903"/>
                </a:lnTo>
                <a:lnTo>
                  <a:pt x="2340275" y="256613"/>
                </a:lnTo>
                <a:lnTo>
                  <a:pt x="2339894" y="256326"/>
                </a:lnTo>
                <a:lnTo>
                  <a:pt x="2339504" y="256042"/>
                </a:lnTo>
                <a:lnTo>
                  <a:pt x="2339104" y="255760"/>
                </a:lnTo>
                <a:lnTo>
                  <a:pt x="2338695" y="255482"/>
                </a:lnTo>
                <a:lnTo>
                  <a:pt x="2338277" y="255207"/>
                </a:lnTo>
                <a:lnTo>
                  <a:pt x="2337850" y="254936"/>
                </a:lnTo>
                <a:lnTo>
                  <a:pt x="2337414" y="254667"/>
                </a:lnTo>
                <a:lnTo>
                  <a:pt x="2336968" y="254401"/>
                </a:lnTo>
                <a:lnTo>
                  <a:pt x="2336513" y="254138"/>
                </a:lnTo>
                <a:lnTo>
                  <a:pt x="2336049" y="253879"/>
                </a:lnTo>
                <a:lnTo>
                  <a:pt x="2335579" y="253621"/>
                </a:lnTo>
                <a:lnTo>
                  <a:pt x="2335095" y="253374"/>
                </a:lnTo>
                <a:lnTo>
                  <a:pt x="2334597" y="253138"/>
                </a:lnTo>
                <a:lnTo>
                  <a:pt x="2334086" y="252913"/>
                </a:lnTo>
                <a:lnTo>
                  <a:pt x="2333562" y="252699"/>
                </a:lnTo>
                <a:lnTo>
                  <a:pt x="2333023" y="252496"/>
                </a:lnTo>
                <a:lnTo>
                  <a:pt x="2332471" y="252304"/>
                </a:lnTo>
                <a:lnTo>
                  <a:pt x="2331906" y="252123"/>
                </a:lnTo>
                <a:lnTo>
                  <a:pt x="2331327" y="251953"/>
                </a:lnTo>
                <a:lnTo>
                  <a:pt x="2330734" y="251794"/>
                </a:lnTo>
                <a:lnTo>
                  <a:pt x="2330128" y="251646"/>
                </a:lnTo>
                <a:lnTo>
                  <a:pt x="2329508" y="251509"/>
                </a:lnTo>
                <a:lnTo>
                  <a:pt x="2328875" y="251383"/>
                </a:lnTo>
                <a:lnTo>
                  <a:pt x="2328227" y="251267"/>
                </a:lnTo>
                <a:lnTo>
                  <a:pt x="2327567" y="251163"/>
                </a:lnTo>
                <a:lnTo>
                  <a:pt x="2326892" y="251070"/>
                </a:lnTo>
                <a:lnTo>
                  <a:pt x="2326204" y="250988"/>
                </a:lnTo>
                <a:lnTo>
                  <a:pt x="2325503" y="250916"/>
                </a:lnTo>
                <a:lnTo>
                  <a:pt x="2324788" y="250856"/>
                </a:lnTo>
                <a:lnTo>
                  <a:pt x="2324059" y="250807"/>
                </a:lnTo>
                <a:lnTo>
                  <a:pt x="2323317" y="250768"/>
                </a:lnTo>
                <a:lnTo>
                  <a:pt x="2322561" y="250741"/>
                </a:lnTo>
                <a:lnTo>
                  <a:pt x="2321791" y="250724"/>
                </a:lnTo>
                <a:lnTo>
                  <a:pt x="2321008" y="250719"/>
                </a:lnTo>
                <a:lnTo>
                  <a:pt x="2319991" y="250730"/>
                </a:lnTo>
                <a:lnTo>
                  <a:pt x="2318985" y="250761"/>
                </a:lnTo>
                <a:lnTo>
                  <a:pt x="2317988" y="250815"/>
                </a:lnTo>
                <a:lnTo>
                  <a:pt x="2317002" y="250889"/>
                </a:lnTo>
                <a:lnTo>
                  <a:pt x="2316026" y="250985"/>
                </a:lnTo>
                <a:lnTo>
                  <a:pt x="2315059" y="251102"/>
                </a:lnTo>
                <a:lnTo>
                  <a:pt x="2314103" y="251240"/>
                </a:lnTo>
                <a:lnTo>
                  <a:pt x="2313157" y="251400"/>
                </a:lnTo>
                <a:lnTo>
                  <a:pt x="2312221" y="251581"/>
                </a:lnTo>
                <a:lnTo>
                  <a:pt x="2311296" y="251783"/>
                </a:lnTo>
                <a:lnTo>
                  <a:pt x="2310380" y="252007"/>
                </a:lnTo>
                <a:lnTo>
                  <a:pt x="2309474" y="252251"/>
                </a:lnTo>
                <a:lnTo>
                  <a:pt x="2308579" y="252518"/>
                </a:lnTo>
                <a:lnTo>
                  <a:pt x="2307693" y="252805"/>
                </a:lnTo>
                <a:lnTo>
                  <a:pt x="2306818" y="253114"/>
                </a:lnTo>
                <a:lnTo>
                  <a:pt x="2305953" y="253443"/>
                </a:lnTo>
                <a:lnTo>
                  <a:pt x="2305098" y="253795"/>
                </a:lnTo>
                <a:lnTo>
                  <a:pt x="2304253" y="254167"/>
                </a:lnTo>
                <a:lnTo>
                  <a:pt x="2303418" y="254561"/>
                </a:lnTo>
                <a:lnTo>
                  <a:pt x="2302593" y="254976"/>
                </a:lnTo>
                <a:lnTo>
                  <a:pt x="2301778" y="255412"/>
                </a:lnTo>
                <a:lnTo>
                  <a:pt x="2300973" y="255870"/>
                </a:lnTo>
                <a:lnTo>
                  <a:pt x="2300179" y="256349"/>
                </a:lnTo>
                <a:lnTo>
                  <a:pt x="2299394" y="256849"/>
                </a:lnTo>
                <a:lnTo>
                  <a:pt x="2298622" y="257363"/>
                </a:lnTo>
                <a:lnTo>
                  <a:pt x="2297864" y="257895"/>
                </a:lnTo>
                <a:lnTo>
                  <a:pt x="2297120" y="258445"/>
                </a:lnTo>
                <a:lnTo>
                  <a:pt x="2296390" y="259012"/>
                </a:lnTo>
                <a:lnTo>
                  <a:pt x="2295675" y="259596"/>
                </a:lnTo>
                <a:lnTo>
                  <a:pt x="2294974" y="260199"/>
                </a:lnTo>
                <a:lnTo>
                  <a:pt x="2294287" y="260818"/>
                </a:lnTo>
                <a:lnTo>
                  <a:pt x="2293615" y="261456"/>
                </a:lnTo>
                <a:lnTo>
                  <a:pt x="2292957" y="262110"/>
                </a:lnTo>
                <a:lnTo>
                  <a:pt x="2292313" y="262783"/>
                </a:lnTo>
                <a:lnTo>
                  <a:pt x="2291683" y="263473"/>
                </a:lnTo>
                <a:lnTo>
                  <a:pt x="2291068" y="264180"/>
                </a:lnTo>
                <a:lnTo>
                  <a:pt x="2290466" y="264905"/>
                </a:lnTo>
                <a:lnTo>
                  <a:pt x="2289880" y="265648"/>
                </a:lnTo>
                <a:lnTo>
                  <a:pt x="2289307" y="266408"/>
                </a:lnTo>
                <a:lnTo>
                  <a:pt x="2288749" y="267185"/>
                </a:lnTo>
                <a:lnTo>
                  <a:pt x="2288204" y="267981"/>
                </a:lnTo>
                <a:lnTo>
                  <a:pt x="2287675" y="268794"/>
                </a:lnTo>
                <a:lnTo>
                  <a:pt x="2287159" y="269624"/>
                </a:lnTo>
                <a:lnTo>
                  <a:pt x="2286658" y="270472"/>
                </a:lnTo>
                <a:lnTo>
                  <a:pt x="2286171" y="271337"/>
                </a:lnTo>
                <a:lnTo>
                  <a:pt x="2285698" y="272220"/>
                </a:lnTo>
                <a:lnTo>
                  <a:pt x="2285240" y="273121"/>
                </a:lnTo>
                <a:lnTo>
                  <a:pt x="2284795" y="274039"/>
                </a:lnTo>
                <a:lnTo>
                  <a:pt x="2284367" y="274967"/>
                </a:lnTo>
                <a:lnTo>
                  <a:pt x="2283958" y="275909"/>
                </a:lnTo>
                <a:lnTo>
                  <a:pt x="2283566" y="276864"/>
                </a:lnTo>
                <a:lnTo>
                  <a:pt x="2283193" y="277833"/>
                </a:lnTo>
                <a:lnTo>
                  <a:pt x="2282837" y="278814"/>
                </a:lnTo>
                <a:lnTo>
                  <a:pt x="2282501" y="279810"/>
                </a:lnTo>
                <a:lnTo>
                  <a:pt x="2282182" y="280818"/>
                </a:lnTo>
                <a:lnTo>
                  <a:pt x="2281881" y="281840"/>
                </a:lnTo>
                <a:lnTo>
                  <a:pt x="2281599" y="282876"/>
                </a:lnTo>
                <a:lnTo>
                  <a:pt x="2281335" y="283925"/>
                </a:lnTo>
                <a:lnTo>
                  <a:pt x="2281089" y="284987"/>
                </a:lnTo>
                <a:lnTo>
                  <a:pt x="2280861" y="286062"/>
                </a:lnTo>
                <a:lnTo>
                  <a:pt x="2280652" y="287151"/>
                </a:lnTo>
                <a:lnTo>
                  <a:pt x="2280461" y="288254"/>
                </a:lnTo>
                <a:lnTo>
                  <a:pt x="2280288" y="289369"/>
                </a:lnTo>
                <a:lnTo>
                  <a:pt x="2280133" y="290498"/>
                </a:lnTo>
                <a:lnTo>
                  <a:pt x="2279996" y="291641"/>
                </a:lnTo>
                <a:lnTo>
                  <a:pt x="2279878" y="292797"/>
                </a:lnTo>
                <a:lnTo>
                  <a:pt x="2279778" y="293966"/>
                </a:lnTo>
                <a:lnTo>
                  <a:pt x="2279696" y="295149"/>
                </a:lnTo>
                <a:lnTo>
                  <a:pt x="2279632" y="296345"/>
                </a:lnTo>
                <a:lnTo>
                  <a:pt x="2279587" y="297554"/>
                </a:lnTo>
                <a:lnTo>
                  <a:pt x="2279559" y="298777"/>
                </a:lnTo>
                <a:lnTo>
                  <a:pt x="2279550" y="300013"/>
                </a:lnTo>
                <a:lnTo>
                  <a:pt x="2279559" y="301269"/>
                </a:lnTo>
                <a:lnTo>
                  <a:pt x="2279587" y="302510"/>
                </a:lnTo>
                <a:lnTo>
                  <a:pt x="2279634" y="303734"/>
                </a:lnTo>
                <a:lnTo>
                  <a:pt x="2279699" y="304943"/>
                </a:lnTo>
                <a:lnTo>
                  <a:pt x="2279783" y="306136"/>
                </a:lnTo>
                <a:lnTo>
                  <a:pt x="2279886" y="307313"/>
                </a:lnTo>
                <a:lnTo>
                  <a:pt x="2280007" y="308474"/>
                </a:lnTo>
                <a:lnTo>
                  <a:pt x="2280147" y="309619"/>
                </a:lnTo>
                <a:lnTo>
                  <a:pt x="2280305" y="310749"/>
                </a:lnTo>
                <a:lnTo>
                  <a:pt x="2280483" y="311863"/>
                </a:lnTo>
                <a:lnTo>
                  <a:pt x="2280679" y="312961"/>
                </a:lnTo>
                <a:lnTo>
                  <a:pt x="2280893" y="314043"/>
                </a:lnTo>
                <a:lnTo>
                  <a:pt x="2281126" y="315110"/>
                </a:lnTo>
                <a:lnTo>
                  <a:pt x="2281378" y="316160"/>
                </a:lnTo>
                <a:lnTo>
                  <a:pt x="2281648" y="317195"/>
                </a:lnTo>
                <a:lnTo>
                  <a:pt x="2281937" y="318214"/>
                </a:lnTo>
                <a:lnTo>
                  <a:pt x="2282245" y="319218"/>
                </a:lnTo>
                <a:lnTo>
                  <a:pt x="2282572" y="320205"/>
                </a:lnTo>
                <a:lnTo>
                  <a:pt x="2282917" y="321177"/>
                </a:lnTo>
                <a:lnTo>
                  <a:pt x="2283280" y="322133"/>
                </a:lnTo>
                <a:lnTo>
                  <a:pt x="2283663" y="323073"/>
                </a:lnTo>
                <a:lnTo>
                  <a:pt x="2284064" y="323997"/>
                </a:lnTo>
                <a:lnTo>
                  <a:pt x="2284483" y="324905"/>
                </a:lnTo>
                <a:lnTo>
                  <a:pt x="2284922" y="325798"/>
                </a:lnTo>
                <a:lnTo>
                  <a:pt x="2285381" y="326674"/>
                </a:lnTo>
                <a:lnTo>
                  <a:pt x="2285854" y="327532"/>
                </a:lnTo>
                <a:lnTo>
                  <a:pt x="2286341" y="328373"/>
                </a:lnTo>
                <a:lnTo>
                  <a:pt x="2286841" y="329197"/>
                </a:lnTo>
                <a:lnTo>
                  <a:pt x="2287354" y="330002"/>
                </a:lnTo>
                <a:lnTo>
                  <a:pt x="2287880" y="330791"/>
                </a:lnTo>
                <a:lnTo>
                  <a:pt x="2288420" y="331561"/>
                </a:lnTo>
                <a:lnTo>
                  <a:pt x="2288974" y="332314"/>
                </a:lnTo>
                <a:lnTo>
                  <a:pt x="2289540" y="333050"/>
                </a:lnTo>
                <a:lnTo>
                  <a:pt x="2290120" y="333768"/>
                </a:lnTo>
                <a:lnTo>
                  <a:pt x="2290714" y="334468"/>
                </a:lnTo>
                <a:lnTo>
                  <a:pt x="2291321" y="335151"/>
                </a:lnTo>
                <a:lnTo>
                  <a:pt x="2291941" y="335817"/>
                </a:lnTo>
                <a:lnTo>
                  <a:pt x="2292574" y="336464"/>
                </a:lnTo>
                <a:lnTo>
                  <a:pt x="2293222" y="337095"/>
                </a:lnTo>
                <a:lnTo>
                  <a:pt x="2293882" y="337707"/>
                </a:lnTo>
                <a:lnTo>
                  <a:pt x="2294556" y="338302"/>
                </a:lnTo>
                <a:lnTo>
                  <a:pt x="2295243" y="338880"/>
                </a:lnTo>
                <a:lnTo>
                  <a:pt x="2295943" y="339440"/>
                </a:lnTo>
                <a:lnTo>
                  <a:pt x="2296657" y="339982"/>
                </a:lnTo>
                <a:lnTo>
                  <a:pt x="2297385" y="340507"/>
                </a:lnTo>
                <a:lnTo>
                  <a:pt x="2298125" y="341015"/>
                </a:lnTo>
                <a:lnTo>
                  <a:pt x="2298879" y="341504"/>
                </a:lnTo>
                <a:lnTo>
                  <a:pt x="2299647" y="341977"/>
                </a:lnTo>
                <a:lnTo>
                  <a:pt x="2300430" y="342431"/>
                </a:lnTo>
                <a:lnTo>
                  <a:pt x="2301222" y="342865"/>
                </a:lnTo>
                <a:lnTo>
                  <a:pt x="2302023" y="343280"/>
                </a:lnTo>
                <a:lnTo>
                  <a:pt x="2302831" y="343676"/>
                </a:lnTo>
                <a:lnTo>
                  <a:pt x="2303648" y="344053"/>
                </a:lnTo>
                <a:lnTo>
                  <a:pt x="2304474" y="344410"/>
                </a:lnTo>
                <a:lnTo>
                  <a:pt x="2305307" y="344748"/>
                </a:lnTo>
                <a:lnTo>
                  <a:pt x="2306149" y="345066"/>
                </a:lnTo>
                <a:lnTo>
                  <a:pt x="2307000" y="345366"/>
                </a:lnTo>
                <a:lnTo>
                  <a:pt x="2307858" y="345646"/>
                </a:lnTo>
                <a:lnTo>
                  <a:pt x="2308725" y="345906"/>
                </a:lnTo>
                <a:lnTo>
                  <a:pt x="2309601" y="346148"/>
                </a:lnTo>
                <a:lnTo>
                  <a:pt x="2310484" y="346370"/>
                </a:lnTo>
                <a:lnTo>
                  <a:pt x="2311376" y="346573"/>
                </a:lnTo>
                <a:lnTo>
                  <a:pt x="2312277" y="346756"/>
                </a:lnTo>
                <a:lnTo>
                  <a:pt x="2313185" y="346920"/>
                </a:lnTo>
                <a:lnTo>
                  <a:pt x="2314102" y="347065"/>
                </a:lnTo>
                <a:lnTo>
                  <a:pt x="2315028" y="347191"/>
                </a:lnTo>
                <a:lnTo>
                  <a:pt x="2315961" y="347297"/>
                </a:lnTo>
                <a:lnTo>
                  <a:pt x="2316903" y="347384"/>
                </a:lnTo>
                <a:lnTo>
                  <a:pt x="2317854" y="347451"/>
                </a:lnTo>
                <a:lnTo>
                  <a:pt x="2318813" y="347500"/>
                </a:lnTo>
                <a:lnTo>
                  <a:pt x="2319780" y="347528"/>
                </a:lnTo>
                <a:lnTo>
                  <a:pt x="2320755" y="347538"/>
                </a:lnTo>
                <a:lnTo>
                  <a:pt x="2321538" y="347533"/>
                </a:lnTo>
                <a:lnTo>
                  <a:pt x="2322308" y="347517"/>
                </a:lnTo>
                <a:lnTo>
                  <a:pt x="2323064" y="347492"/>
                </a:lnTo>
                <a:lnTo>
                  <a:pt x="2323806" y="347456"/>
                </a:lnTo>
                <a:lnTo>
                  <a:pt x="2324535" y="347409"/>
                </a:lnTo>
                <a:lnTo>
                  <a:pt x="2325250" y="347352"/>
                </a:lnTo>
                <a:lnTo>
                  <a:pt x="2325952" y="347285"/>
                </a:lnTo>
                <a:lnTo>
                  <a:pt x="2326639" y="347208"/>
                </a:lnTo>
                <a:lnTo>
                  <a:pt x="2327314" y="347120"/>
                </a:lnTo>
                <a:lnTo>
                  <a:pt x="2327975" y="347022"/>
                </a:lnTo>
                <a:lnTo>
                  <a:pt x="2328622" y="346914"/>
                </a:lnTo>
                <a:lnTo>
                  <a:pt x="2329255" y="346796"/>
                </a:lnTo>
                <a:lnTo>
                  <a:pt x="2329875" y="346667"/>
                </a:lnTo>
                <a:lnTo>
                  <a:pt x="2330481" y="346527"/>
                </a:lnTo>
                <a:lnTo>
                  <a:pt x="2331074" y="346378"/>
                </a:lnTo>
                <a:lnTo>
                  <a:pt x="2331653" y="346218"/>
                </a:lnTo>
                <a:lnTo>
                  <a:pt x="2332219" y="346048"/>
                </a:lnTo>
                <a:lnTo>
                  <a:pt x="2332771" y="345867"/>
                </a:lnTo>
                <a:lnTo>
                  <a:pt x="2333309" y="345677"/>
                </a:lnTo>
                <a:lnTo>
                  <a:pt x="2333833" y="345475"/>
                </a:lnTo>
                <a:lnTo>
                  <a:pt x="2334345" y="345264"/>
                </a:lnTo>
                <a:lnTo>
                  <a:pt x="2334842" y="345042"/>
                </a:lnTo>
                <a:lnTo>
                  <a:pt x="2335326" y="344810"/>
                </a:lnTo>
                <a:lnTo>
                  <a:pt x="2335796" y="344568"/>
                </a:lnTo>
                <a:lnTo>
                  <a:pt x="2336260" y="344314"/>
                </a:lnTo>
                <a:lnTo>
                  <a:pt x="2336715" y="344057"/>
                </a:lnTo>
                <a:lnTo>
                  <a:pt x="2337161" y="343797"/>
                </a:lnTo>
                <a:lnTo>
                  <a:pt x="2337597" y="343534"/>
                </a:lnTo>
                <a:lnTo>
                  <a:pt x="2338025" y="343268"/>
                </a:lnTo>
                <a:lnTo>
                  <a:pt x="2338443" y="343000"/>
                </a:lnTo>
                <a:lnTo>
                  <a:pt x="2338851" y="342728"/>
                </a:lnTo>
                <a:lnTo>
                  <a:pt x="2339251" y="342454"/>
                </a:lnTo>
                <a:lnTo>
                  <a:pt x="2339641" y="342177"/>
                </a:lnTo>
                <a:lnTo>
                  <a:pt x="2340023" y="341897"/>
                </a:lnTo>
                <a:lnTo>
                  <a:pt x="2340394" y="341615"/>
                </a:lnTo>
                <a:lnTo>
                  <a:pt x="2340757" y="341329"/>
                </a:lnTo>
                <a:lnTo>
                  <a:pt x="2341111" y="341041"/>
                </a:lnTo>
                <a:lnTo>
                  <a:pt x="2341455" y="340749"/>
                </a:lnTo>
                <a:lnTo>
                  <a:pt x="2341790" y="340455"/>
                </a:lnTo>
                <a:lnTo>
                  <a:pt x="2342116" y="340158"/>
                </a:lnTo>
                <a:lnTo>
                  <a:pt x="2342433" y="339858"/>
                </a:lnTo>
                <a:lnTo>
                  <a:pt x="2342740" y="339555"/>
                </a:lnTo>
                <a:lnTo>
                  <a:pt x="2343038" y="339250"/>
                </a:lnTo>
                <a:lnTo>
                  <a:pt x="2343327" y="338941"/>
                </a:lnTo>
                <a:lnTo>
                  <a:pt x="2343607" y="338630"/>
                </a:lnTo>
                <a:lnTo>
                  <a:pt x="2343878" y="338316"/>
                </a:lnTo>
                <a:lnTo>
                  <a:pt x="2344139" y="337999"/>
                </a:lnTo>
                <a:lnTo>
                  <a:pt x="2344391" y="337679"/>
                </a:lnTo>
                <a:lnTo>
                  <a:pt x="2344641" y="337355"/>
                </a:lnTo>
                <a:lnTo>
                  <a:pt x="2344887" y="337035"/>
                </a:lnTo>
                <a:lnTo>
                  <a:pt x="2345128" y="336719"/>
                </a:lnTo>
                <a:lnTo>
                  <a:pt x="2345364" y="336408"/>
                </a:lnTo>
                <a:lnTo>
                  <a:pt x="2345595" y="336102"/>
                </a:lnTo>
                <a:lnTo>
                  <a:pt x="2345821" y="335799"/>
                </a:lnTo>
                <a:lnTo>
                  <a:pt x="2346042" y="335501"/>
                </a:lnTo>
                <a:lnTo>
                  <a:pt x="2346259" y="335208"/>
                </a:lnTo>
                <a:lnTo>
                  <a:pt x="2346471" y="334918"/>
                </a:lnTo>
                <a:lnTo>
                  <a:pt x="2346678" y="334633"/>
                </a:lnTo>
                <a:lnTo>
                  <a:pt x="2346880" y="334353"/>
                </a:lnTo>
                <a:lnTo>
                  <a:pt x="2347077" y="334077"/>
                </a:lnTo>
                <a:lnTo>
                  <a:pt x="2347269" y="333805"/>
                </a:lnTo>
                <a:lnTo>
                  <a:pt x="2347457" y="333538"/>
                </a:lnTo>
                <a:lnTo>
                  <a:pt x="2347640" y="333275"/>
                </a:lnTo>
                <a:lnTo>
                  <a:pt x="2347818" y="333017"/>
                </a:lnTo>
                <a:lnTo>
                  <a:pt x="2347991" y="332763"/>
                </a:lnTo>
                <a:lnTo>
                  <a:pt x="2348159" y="332513"/>
                </a:lnTo>
                <a:lnTo>
                  <a:pt x="2348323" y="332268"/>
                </a:lnTo>
                <a:lnTo>
                  <a:pt x="2348481" y="332027"/>
                </a:lnTo>
                <a:lnTo>
                  <a:pt x="2348635" y="331790"/>
                </a:lnTo>
                <a:lnTo>
                  <a:pt x="2348784" y="331558"/>
                </a:lnTo>
                <a:lnTo>
                  <a:pt x="2348928" y="331330"/>
                </a:lnTo>
                <a:lnTo>
                  <a:pt x="2349068" y="331107"/>
                </a:lnTo>
                <a:lnTo>
                  <a:pt x="2350332" y="331107"/>
                </a:lnTo>
                <a:lnTo>
                  <a:pt x="2350332" y="350824"/>
                </a:lnTo>
                <a:lnTo>
                  <a:pt x="2350318" y="351824"/>
                </a:lnTo>
                <a:lnTo>
                  <a:pt x="2350278" y="352802"/>
                </a:lnTo>
                <a:lnTo>
                  <a:pt x="2350212" y="353757"/>
                </a:lnTo>
                <a:lnTo>
                  <a:pt x="2350119" y="354690"/>
                </a:lnTo>
                <a:lnTo>
                  <a:pt x="2350000" y="355600"/>
                </a:lnTo>
                <a:lnTo>
                  <a:pt x="2349854" y="356489"/>
                </a:lnTo>
                <a:lnTo>
                  <a:pt x="2349681" y="357354"/>
                </a:lnTo>
                <a:lnTo>
                  <a:pt x="2349482" y="358198"/>
                </a:lnTo>
                <a:lnTo>
                  <a:pt x="2349256" y="359018"/>
                </a:lnTo>
                <a:lnTo>
                  <a:pt x="2349004" y="359817"/>
                </a:lnTo>
                <a:lnTo>
                  <a:pt x="2348725" y="360593"/>
                </a:lnTo>
                <a:lnTo>
                  <a:pt x="2348420" y="361347"/>
                </a:lnTo>
                <a:lnTo>
                  <a:pt x="2348088" y="362078"/>
                </a:lnTo>
                <a:lnTo>
                  <a:pt x="2347729" y="362787"/>
                </a:lnTo>
                <a:lnTo>
                  <a:pt x="2347344" y="363474"/>
                </a:lnTo>
                <a:lnTo>
                  <a:pt x="2346933" y="364138"/>
                </a:lnTo>
                <a:lnTo>
                  <a:pt x="2346495" y="364780"/>
                </a:lnTo>
                <a:lnTo>
                  <a:pt x="2346030" y="365399"/>
                </a:lnTo>
                <a:lnTo>
                  <a:pt x="2345539" y="365997"/>
                </a:lnTo>
                <a:lnTo>
                  <a:pt x="2345021" y="366571"/>
                </a:lnTo>
                <a:lnTo>
                  <a:pt x="2344477" y="367124"/>
                </a:lnTo>
                <a:lnTo>
                  <a:pt x="2343906" y="367654"/>
                </a:lnTo>
                <a:lnTo>
                  <a:pt x="2343309" y="368161"/>
                </a:lnTo>
                <a:lnTo>
                  <a:pt x="2342685" y="368646"/>
                </a:lnTo>
                <a:lnTo>
                  <a:pt x="2342040" y="369110"/>
                </a:lnTo>
                <a:lnTo>
                  <a:pt x="2341382" y="369555"/>
                </a:lnTo>
                <a:lnTo>
                  <a:pt x="2340709" y="369979"/>
                </a:lnTo>
                <a:lnTo>
                  <a:pt x="2340022" y="370384"/>
                </a:lnTo>
                <a:lnTo>
                  <a:pt x="2339320" y="370769"/>
                </a:lnTo>
                <a:lnTo>
                  <a:pt x="2338604" y="371135"/>
                </a:lnTo>
                <a:lnTo>
                  <a:pt x="2337874" y="371480"/>
                </a:lnTo>
                <a:lnTo>
                  <a:pt x="2337130" y="371806"/>
                </a:lnTo>
                <a:lnTo>
                  <a:pt x="2336372" y="372112"/>
                </a:lnTo>
                <a:lnTo>
                  <a:pt x="2335599" y="372399"/>
                </a:lnTo>
                <a:lnTo>
                  <a:pt x="2334812" y="372665"/>
                </a:lnTo>
                <a:lnTo>
                  <a:pt x="2334011" y="372912"/>
                </a:lnTo>
                <a:lnTo>
                  <a:pt x="2333195" y="373139"/>
                </a:lnTo>
                <a:lnTo>
                  <a:pt x="2332365" y="373347"/>
                </a:lnTo>
                <a:lnTo>
                  <a:pt x="2331521" y="373534"/>
                </a:lnTo>
                <a:lnTo>
                  <a:pt x="2330663" y="373702"/>
                </a:lnTo>
                <a:lnTo>
                  <a:pt x="2329790" y="373850"/>
                </a:lnTo>
                <a:lnTo>
                  <a:pt x="2328904" y="373979"/>
                </a:lnTo>
                <a:lnTo>
                  <a:pt x="2328002" y="374087"/>
                </a:lnTo>
                <a:lnTo>
                  <a:pt x="2327087" y="374176"/>
                </a:lnTo>
                <a:lnTo>
                  <a:pt x="2326157" y="374245"/>
                </a:lnTo>
                <a:lnTo>
                  <a:pt x="2325214" y="374295"/>
                </a:lnTo>
                <a:lnTo>
                  <a:pt x="2324255" y="374324"/>
                </a:lnTo>
                <a:lnTo>
                  <a:pt x="2323283" y="374334"/>
                </a:lnTo>
                <a:lnTo>
                  <a:pt x="2322557" y="374330"/>
                </a:lnTo>
                <a:lnTo>
                  <a:pt x="2321842" y="374316"/>
                </a:lnTo>
                <a:lnTo>
                  <a:pt x="2321139" y="374294"/>
                </a:lnTo>
                <a:lnTo>
                  <a:pt x="2320448" y="374262"/>
                </a:lnTo>
                <a:lnTo>
                  <a:pt x="2319768" y="374222"/>
                </a:lnTo>
                <a:lnTo>
                  <a:pt x="2319100" y="374172"/>
                </a:lnTo>
                <a:lnTo>
                  <a:pt x="2318443" y="374114"/>
                </a:lnTo>
                <a:lnTo>
                  <a:pt x="2317799" y="374046"/>
                </a:lnTo>
                <a:lnTo>
                  <a:pt x="2317165" y="373970"/>
                </a:lnTo>
                <a:lnTo>
                  <a:pt x="2316544" y="373884"/>
                </a:lnTo>
                <a:lnTo>
                  <a:pt x="2315934" y="373790"/>
                </a:lnTo>
                <a:lnTo>
                  <a:pt x="2315336" y="373686"/>
                </a:lnTo>
                <a:lnTo>
                  <a:pt x="2314749" y="373574"/>
                </a:lnTo>
                <a:lnTo>
                  <a:pt x="2314174" y="373452"/>
                </a:lnTo>
                <a:lnTo>
                  <a:pt x="2313611" y="373322"/>
                </a:lnTo>
                <a:lnTo>
                  <a:pt x="2313059" y="373182"/>
                </a:lnTo>
                <a:lnTo>
                  <a:pt x="2312519" y="373034"/>
                </a:lnTo>
                <a:lnTo>
                  <a:pt x="2311990" y="372877"/>
                </a:lnTo>
                <a:lnTo>
                  <a:pt x="2311473" y="372710"/>
                </a:lnTo>
                <a:lnTo>
                  <a:pt x="2310968" y="372535"/>
                </a:lnTo>
                <a:lnTo>
                  <a:pt x="2310474" y="372350"/>
                </a:lnTo>
                <a:lnTo>
                  <a:pt x="2309992" y="372157"/>
                </a:lnTo>
                <a:lnTo>
                  <a:pt x="2309522" y="371954"/>
                </a:lnTo>
                <a:lnTo>
                  <a:pt x="2309063" y="371743"/>
                </a:lnTo>
                <a:lnTo>
                  <a:pt x="2308620" y="371531"/>
                </a:lnTo>
                <a:lnTo>
                  <a:pt x="2308184" y="371315"/>
                </a:lnTo>
                <a:lnTo>
                  <a:pt x="2307756" y="371096"/>
                </a:lnTo>
                <a:lnTo>
                  <a:pt x="2307336" y="370874"/>
                </a:lnTo>
                <a:lnTo>
                  <a:pt x="2306924" y="370649"/>
                </a:lnTo>
                <a:lnTo>
                  <a:pt x="2306520" y="370420"/>
                </a:lnTo>
                <a:lnTo>
                  <a:pt x="2306123" y="370188"/>
                </a:lnTo>
                <a:lnTo>
                  <a:pt x="2305735" y="369952"/>
                </a:lnTo>
                <a:lnTo>
                  <a:pt x="2305355" y="369714"/>
                </a:lnTo>
                <a:lnTo>
                  <a:pt x="2304982" y="369472"/>
                </a:lnTo>
                <a:lnTo>
                  <a:pt x="2304617" y="369227"/>
                </a:lnTo>
                <a:lnTo>
                  <a:pt x="2304260" y="368978"/>
                </a:lnTo>
                <a:lnTo>
                  <a:pt x="2303912" y="368726"/>
                </a:lnTo>
                <a:lnTo>
                  <a:pt x="2303571" y="368471"/>
                </a:lnTo>
                <a:lnTo>
                  <a:pt x="2303237" y="368213"/>
                </a:lnTo>
                <a:lnTo>
                  <a:pt x="2302912" y="367951"/>
                </a:lnTo>
                <a:lnTo>
                  <a:pt x="2302595" y="367686"/>
                </a:lnTo>
                <a:lnTo>
                  <a:pt x="2302285" y="367418"/>
                </a:lnTo>
                <a:lnTo>
                  <a:pt x="2301984" y="367146"/>
                </a:lnTo>
                <a:lnTo>
                  <a:pt x="2301690" y="366871"/>
                </a:lnTo>
                <a:lnTo>
                  <a:pt x="2301405" y="366593"/>
                </a:lnTo>
                <a:lnTo>
                  <a:pt x="2301127" y="366312"/>
                </a:lnTo>
                <a:lnTo>
                  <a:pt x="2300857" y="366027"/>
                </a:lnTo>
                <a:lnTo>
                  <a:pt x="2300595" y="365739"/>
                </a:lnTo>
                <a:lnTo>
                  <a:pt x="2300339" y="365456"/>
                </a:lnTo>
                <a:lnTo>
                  <a:pt x="2300086" y="365176"/>
                </a:lnTo>
                <a:lnTo>
                  <a:pt x="2299837" y="364898"/>
                </a:lnTo>
                <a:lnTo>
                  <a:pt x="2299592" y="364623"/>
                </a:lnTo>
                <a:lnTo>
                  <a:pt x="2299351" y="364350"/>
                </a:lnTo>
                <a:lnTo>
                  <a:pt x="2299114" y="364080"/>
                </a:lnTo>
                <a:lnTo>
                  <a:pt x="2298880" y="363813"/>
                </a:lnTo>
                <a:lnTo>
                  <a:pt x="2298650" y="363548"/>
                </a:lnTo>
                <a:lnTo>
                  <a:pt x="2298423" y="363286"/>
                </a:lnTo>
                <a:lnTo>
                  <a:pt x="2298201" y="363027"/>
                </a:lnTo>
                <a:lnTo>
                  <a:pt x="2297982" y="362770"/>
                </a:lnTo>
                <a:lnTo>
                  <a:pt x="2297767" y="362516"/>
                </a:lnTo>
                <a:lnTo>
                  <a:pt x="2297555" y="362265"/>
                </a:lnTo>
                <a:lnTo>
                  <a:pt x="2297348" y="362016"/>
                </a:lnTo>
                <a:lnTo>
                  <a:pt x="2297144" y="361770"/>
                </a:lnTo>
                <a:lnTo>
                  <a:pt x="2296943" y="361526"/>
                </a:lnTo>
                <a:lnTo>
                  <a:pt x="2296747" y="361285"/>
                </a:lnTo>
                <a:lnTo>
                  <a:pt x="2296554" y="361047"/>
                </a:lnTo>
                <a:lnTo>
                  <a:pt x="2296365" y="360811"/>
                </a:lnTo>
                <a:lnTo>
                  <a:pt x="2296180" y="360578"/>
                </a:lnTo>
                <a:lnTo>
                  <a:pt x="2295998" y="360348"/>
                </a:lnTo>
                <a:lnTo>
                  <a:pt x="2295820" y="360120"/>
                </a:lnTo>
                <a:lnTo>
                  <a:pt x="2295646" y="359895"/>
                </a:lnTo>
                <a:lnTo>
                  <a:pt x="2295476" y="359672"/>
                </a:lnTo>
                <a:lnTo>
                  <a:pt x="2283595" y="368014"/>
                </a:lnTo>
                <a:lnTo>
                  <a:pt x="2283851" y="368434"/>
                </a:lnTo>
                <a:lnTo>
                  <a:pt x="2284115" y="368853"/>
                </a:lnTo>
                <a:lnTo>
                  <a:pt x="2284385" y="369268"/>
                </a:lnTo>
                <a:lnTo>
                  <a:pt x="2284664" y="369682"/>
                </a:lnTo>
                <a:lnTo>
                  <a:pt x="2284949" y="370093"/>
                </a:lnTo>
                <a:lnTo>
                  <a:pt x="2285242" y="370503"/>
                </a:lnTo>
                <a:lnTo>
                  <a:pt x="2285541" y="370910"/>
                </a:lnTo>
                <a:lnTo>
                  <a:pt x="2285849" y="371315"/>
                </a:lnTo>
                <a:lnTo>
                  <a:pt x="2286163" y="371717"/>
                </a:lnTo>
                <a:lnTo>
                  <a:pt x="2286485" y="372118"/>
                </a:lnTo>
                <a:lnTo>
                  <a:pt x="2286813" y="372516"/>
                </a:lnTo>
                <a:lnTo>
                  <a:pt x="2287149" y="372912"/>
                </a:lnTo>
                <a:lnTo>
                  <a:pt x="2287493" y="373306"/>
                </a:lnTo>
                <a:lnTo>
                  <a:pt x="2287843" y="373698"/>
                </a:lnTo>
                <a:lnTo>
                  <a:pt x="2288201" y="374087"/>
                </a:lnTo>
                <a:lnTo>
                  <a:pt x="2288566" y="374474"/>
                </a:lnTo>
                <a:lnTo>
                  <a:pt x="2288938" y="374860"/>
                </a:lnTo>
                <a:lnTo>
                  <a:pt x="2289318" y="375243"/>
                </a:lnTo>
                <a:lnTo>
                  <a:pt x="2289705" y="375623"/>
                </a:lnTo>
                <a:lnTo>
                  <a:pt x="2290099" y="376002"/>
                </a:lnTo>
                <a:lnTo>
                  <a:pt x="2290500" y="376378"/>
                </a:lnTo>
                <a:lnTo>
                  <a:pt x="2290908" y="376752"/>
                </a:lnTo>
                <a:lnTo>
                  <a:pt x="2291324" y="377124"/>
                </a:lnTo>
                <a:lnTo>
                  <a:pt x="2291747" y="377494"/>
                </a:lnTo>
                <a:lnTo>
                  <a:pt x="2292184" y="377865"/>
                </a:lnTo>
                <a:lnTo>
                  <a:pt x="2292629" y="378230"/>
                </a:lnTo>
                <a:lnTo>
                  <a:pt x="2293083" y="378588"/>
                </a:lnTo>
                <a:lnTo>
                  <a:pt x="2293547" y="378940"/>
                </a:lnTo>
                <a:lnTo>
                  <a:pt x="2294019" y="379287"/>
                </a:lnTo>
                <a:lnTo>
                  <a:pt x="2294500" y="379627"/>
                </a:lnTo>
                <a:lnTo>
                  <a:pt x="2294991" y="379961"/>
                </a:lnTo>
                <a:lnTo>
                  <a:pt x="2295490" y="380289"/>
                </a:lnTo>
                <a:lnTo>
                  <a:pt x="2295998" y="380610"/>
                </a:lnTo>
                <a:lnTo>
                  <a:pt x="2296516" y="380926"/>
                </a:lnTo>
                <a:lnTo>
                  <a:pt x="2297042" y="381235"/>
                </a:lnTo>
                <a:lnTo>
                  <a:pt x="2297577" y="381539"/>
                </a:lnTo>
                <a:lnTo>
                  <a:pt x="2298122" y="381836"/>
                </a:lnTo>
                <a:lnTo>
                  <a:pt x="2298675" y="382127"/>
                </a:lnTo>
                <a:lnTo>
                  <a:pt x="2299237" y="382412"/>
                </a:lnTo>
                <a:lnTo>
                  <a:pt x="2299808" y="382690"/>
                </a:lnTo>
                <a:lnTo>
                  <a:pt x="2300389" y="382963"/>
                </a:lnTo>
                <a:lnTo>
                  <a:pt x="2300978" y="383229"/>
                </a:lnTo>
                <a:lnTo>
                  <a:pt x="2301576" y="383489"/>
                </a:lnTo>
                <a:lnTo>
                  <a:pt x="2302184" y="383744"/>
                </a:lnTo>
                <a:lnTo>
                  <a:pt x="2302800" y="383991"/>
                </a:lnTo>
                <a:lnTo>
                  <a:pt x="2303425" y="384233"/>
                </a:lnTo>
                <a:lnTo>
                  <a:pt x="2304059" y="384469"/>
                </a:lnTo>
                <a:lnTo>
                  <a:pt x="2304703" y="384699"/>
                </a:lnTo>
                <a:lnTo>
                  <a:pt x="2305356" y="384925"/>
                </a:lnTo>
                <a:lnTo>
                  <a:pt x="2306019" y="385143"/>
                </a:lnTo>
                <a:lnTo>
                  <a:pt x="2306693" y="385350"/>
                </a:lnTo>
                <a:lnTo>
                  <a:pt x="2307378" y="385548"/>
                </a:lnTo>
                <a:lnTo>
                  <a:pt x="2308073" y="385736"/>
                </a:lnTo>
                <a:lnTo>
                  <a:pt x="2308779" y="385915"/>
                </a:lnTo>
                <a:lnTo>
                  <a:pt x="2309495" y="386084"/>
                </a:lnTo>
                <a:lnTo>
                  <a:pt x="2310222" y="386243"/>
                </a:lnTo>
                <a:lnTo>
                  <a:pt x="2310959" y="386393"/>
                </a:lnTo>
                <a:lnTo>
                  <a:pt x="2311707" y="386533"/>
                </a:lnTo>
                <a:lnTo>
                  <a:pt x="2312466" y="386663"/>
                </a:lnTo>
                <a:lnTo>
                  <a:pt x="2313234" y="386784"/>
                </a:lnTo>
                <a:lnTo>
                  <a:pt x="2314014" y="386895"/>
                </a:lnTo>
                <a:lnTo>
                  <a:pt x="2314804" y="386996"/>
                </a:lnTo>
                <a:lnTo>
                  <a:pt x="2315604" y="387088"/>
                </a:lnTo>
                <a:lnTo>
                  <a:pt x="2316415" y="387170"/>
                </a:lnTo>
                <a:lnTo>
                  <a:pt x="2317237" y="387243"/>
                </a:lnTo>
                <a:lnTo>
                  <a:pt x="2318069" y="387305"/>
                </a:lnTo>
                <a:lnTo>
                  <a:pt x="2318912" y="387359"/>
                </a:lnTo>
                <a:lnTo>
                  <a:pt x="2319765" y="387402"/>
                </a:lnTo>
                <a:lnTo>
                  <a:pt x="2320629" y="387436"/>
                </a:lnTo>
                <a:lnTo>
                  <a:pt x="2321503" y="387460"/>
                </a:lnTo>
                <a:lnTo>
                  <a:pt x="2322388" y="387474"/>
                </a:lnTo>
                <a:lnTo>
                  <a:pt x="2323283" y="387479"/>
                </a:lnTo>
                <a:lnTo>
                  <a:pt x="2324248" y="387473"/>
                </a:lnTo>
                <a:lnTo>
                  <a:pt x="2325206" y="387453"/>
                </a:lnTo>
                <a:lnTo>
                  <a:pt x="2326157" y="387421"/>
                </a:lnTo>
                <a:lnTo>
                  <a:pt x="2327099" y="387376"/>
                </a:lnTo>
                <a:lnTo>
                  <a:pt x="2328035" y="387317"/>
                </a:lnTo>
                <a:lnTo>
                  <a:pt x="2328963" y="387246"/>
                </a:lnTo>
                <a:lnTo>
                  <a:pt x="2329883" y="387162"/>
                </a:lnTo>
                <a:close/>
                <a:moveTo>
                  <a:pt x="2317579" y="333769"/>
                </a:moveTo>
                <a:lnTo>
                  <a:pt x="2316879" y="333656"/>
                </a:lnTo>
                <a:lnTo>
                  <a:pt x="2316189" y="333527"/>
                </a:lnTo>
                <a:lnTo>
                  <a:pt x="2315510" y="333383"/>
                </a:lnTo>
                <a:lnTo>
                  <a:pt x="2314841" y="333224"/>
                </a:lnTo>
                <a:lnTo>
                  <a:pt x="2314182" y="333050"/>
                </a:lnTo>
                <a:lnTo>
                  <a:pt x="2313535" y="332861"/>
                </a:lnTo>
                <a:lnTo>
                  <a:pt x="2312897" y="332656"/>
                </a:lnTo>
                <a:lnTo>
                  <a:pt x="2312271" y="332437"/>
                </a:lnTo>
                <a:lnTo>
                  <a:pt x="2311655" y="332202"/>
                </a:lnTo>
                <a:lnTo>
                  <a:pt x="2311049" y="331952"/>
                </a:lnTo>
                <a:lnTo>
                  <a:pt x="2310454" y="331687"/>
                </a:lnTo>
                <a:lnTo>
                  <a:pt x="2309869" y="331407"/>
                </a:lnTo>
                <a:lnTo>
                  <a:pt x="2309295" y="331112"/>
                </a:lnTo>
                <a:lnTo>
                  <a:pt x="2308732" y="330802"/>
                </a:lnTo>
                <a:lnTo>
                  <a:pt x="2308179" y="330476"/>
                </a:lnTo>
                <a:lnTo>
                  <a:pt x="2307636" y="330135"/>
                </a:lnTo>
                <a:lnTo>
                  <a:pt x="2307104" y="329780"/>
                </a:lnTo>
                <a:lnTo>
                  <a:pt x="2306588" y="329405"/>
                </a:lnTo>
                <a:lnTo>
                  <a:pt x="2306083" y="329019"/>
                </a:lnTo>
                <a:lnTo>
                  <a:pt x="2305588" y="328622"/>
                </a:lnTo>
                <a:lnTo>
                  <a:pt x="2305103" y="328214"/>
                </a:lnTo>
                <a:lnTo>
                  <a:pt x="2304629" y="327794"/>
                </a:lnTo>
                <a:lnTo>
                  <a:pt x="2304166" y="327362"/>
                </a:lnTo>
                <a:lnTo>
                  <a:pt x="2303713" y="326919"/>
                </a:lnTo>
                <a:lnTo>
                  <a:pt x="2303270" y="326465"/>
                </a:lnTo>
                <a:lnTo>
                  <a:pt x="2302838" y="325999"/>
                </a:lnTo>
                <a:lnTo>
                  <a:pt x="2302417" y="325522"/>
                </a:lnTo>
                <a:lnTo>
                  <a:pt x="2302006" y="325034"/>
                </a:lnTo>
                <a:lnTo>
                  <a:pt x="2301606" y="324534"/>
                </a:lnTo>
                <a:lnTo>
                  <a:pt x="2301216" y="324023"/>
                </a:lnTo>
                <a:lnTo>
                  <a:pt x="2300837" y="323500"/>
                </a:lnTo>
                <a:lnTo>
                  <a:pt x="2300469" y="322966"/>
                </a:lnTo>
                <a:lnTo>
                  <a:pt x="2300110" y="322420"/>
                </a:lnTo>
                <a:lnTo>
                  <a:pt x="2299763" y="321864"/>
                </a:lnTo>
                <a:lnTo>
                  <a:pt x="2299426" y="321295"/>
                </a:lnTo>
                <a:lnTo>
                  <a:pt x="2299099" y="320715"/>
                </a:lnTo>
                <a:lnTo>
                  <a:pt x="2298783" y="320124"/>
                </a:lnTo>
                <a:lnTo>
                  <a:pt x="2298478" y="319522"/>
                </a:lnTo>
                <a:lnTo>
                  <a:pt x="2298183" y="318908"/>
                </a:lnTo>
                <a:lnTo>
                  <a:pt x="2297898" y="318282"/>
                </a:lnTo>
                <a:lnTo>
                  <a:pt x="2297625" y="317646"/>
                </a:lnTo>
                <a:lnTo>
                  <a:pt x="2297367" y="316994"/>
                </a:lnTo>
                <a:lnTo>
                  <a:pt x="2297120" y="316334"/>
                </a:lnTo>
                <a:lnTo>
                  <a:pt x="2296884" y="315666"/>
                </a:lnTo>
                <a:lnTo>
                  <a:pt x="2296659" y="314989"/>
                </a:lnTo>
                <a:lnTo>
                  <a:pt x="2296445" y="314305"/>
                </a:lnTo>
                <a:lnTo>
                  <a:pt x="2296242" y="313613"/>
                </a:lnTo>
                <a:lnTo>
                  <a:pt x="2296050" y="312912"/>
                </a:lnTo>
                <a:lnTo>
                  <a:pt x="2295869" y="312203"/>
                </a:lnTo>
                <a:lnTo>
                  <a:pt x="2295699" y="311487"/>
                </a:lnTo>
                <a:lnTo>
                  <a:pt x="2295540" y="310762"/>
                </a:lnTo>
                <a:lnTo>
                  <a:pt x="2295392" y="310029"/>
                </a:lnTo>
                <a:lnTo>
                  <a:pt x="2295255" y="309288"/>
                </a:lnTo>
                <a:lnTo>
                  <a:pt x="2295128" y="308538"/>
                </a:lnTo>
                <a:lnTo>
                  <a:pt x="2295013" y="307781"/>
                </a:lnTo>
                <a:lnTo>
                  <a:pt x="2294909" y="307015"/>
                </a:lnTo>
                <a:lnTo>
                  <a:pt x="2294816" y="306242"/>
                </a:lnTo>
                <a:lnTo>
                  <a:pt x="2294733" y="305460"/>
                </a:lnTo>
                <a:lnTo>
                  <a:pt x="2294662" y="304670"/>
                </a:lnTo>
                <a:lnTo>
                  <a:pt x="2294602" y="303872"/>
                </a:lnTo>
                <a:lnTo>
                  <a:pt x="2294552" y="303066"/>
                </a:lnTo>
                <a:lnTo>
                  <a:pt x="2294514" y="302252"/>
                </a:lnTo>
                <a:lnTo>
                  <a:pt x="2294486" y="301430"/>
                </a:lnTo>
                <a:lnTo>
                  <a:pt x="2294470" y="300599"/>
                </a:lnTo>
                <a:lnTo>
                  <a:pt x="2294464" y="299760"/>
                </a:lnTo>
                <a:lnTo>
                  <a:pt x="2294470" y="298942"/>
                </a:lnTo>
                <a:lnTo>
                  <a:pt x="2294486" y="298130"/>
                </a:lnTo>
                <a:lnTo>
                  <a:pt x="2294513" y="297323"/>
                </a:lnTo>
                <a:lnTo>
                  <a:pt x="2294551" y="296523"/>
                </a:lnTo>
                <a:lnTo>
                  <a:pt x="2294599" y="295729"/>
                </a:lnTo>
                <a:lnTo>
                  <a:pt x="2294658" y="294942"/>
                </a:lnTo>
                <a:lnTo>
                  <a:pt x="2294728" y="294160"/>
                </a:lnTo>
                <a:lnTo>
                  <a:pt x="2294809" y="293385"/>
                </a:lnTo>
                <a:lnTo>
                  <a:pt x="2294900" y="292615"/>
                </a:lnTo>
                <a:lnTo>
                  <a:pt x="2295002" y="291852"/>
                </a:lnTo>
                <a:lnTo>
                  <a:pt x="2295115" y="291095"/>
                </a:lnTo>
                <a:lnTo>
                  <a:pt x="2295239" y="290344"/>
                </a:lnTo>
                <a:lnTo>
                  <a:pt x="2295373" y="289599"/>
                </a:lnTo>
                <a:lnTo>
                  <a:pt x="2295518" y="288861"/>
                </a:lnTo>
                <a:lnTo>
                  <a:pt x="2295674" y="288128"/>
                </a:lnTo>
                <a:lnTo>
                  <a:pt x="2295841" y="287402"/>
                </a:lnTo>
                <a:lnTo>
                  <a:pt x="2296018" y="286682"/>
                </a:lnTo>
                <a:lnTo>
                  <a:pt x="2296206" y="285968"/>
                </a:lnTo>
                <a:lnTo>
                  <a:pt x="2296405" y="285260"/>
                </a:lnTo>
                <a:lnTo>
                  <a:pt x="2296615" y="284558"/>
                </a:lnTo>
                <a:lnTo>
                  <a:pt x="2296836" y="283862"/>
                </a:lnTo>
                <a:lnTo>
                  <a:pt x="2297067" y="283173"/>
                </a:lnTo>
                <a:lnTo>
                  <a:pt x="2297309" y="282489"/>
                </a:lnTo>
                <a:lnTo>
                  <a:pt x="2297561" y="281812"/>
                </a:lnTo>
                <a:lnTo>
                  <a:pt x="2297830" y="281144"/>
                </a:lnTo>
                <a:lnTo>
                  <a:pt x="2298110" y="280487"/>
                </a:lnTo>
                <a:lnTo>
                  <a:pt x="2298400" y="279841"/>
                </a:lnTo>
                <a:lnTo>
                  <a:pt x="2298701" y="279207"/>
                </a:lnTo>
                <a:lnTo>
                  <a:pt x="2299012" y="278584"/>
                </a:lnTo>
                <a:lnTo>
                  <a:pt x="2299335" y="277973"/>
                </a:lnTo>
                <a:lnTo>
                  <a:pt x="2299668" y="277373"/>
                </a:lnTo>
                <a:lnTo>
                  <a:pt x="2300012" y="276785"/>
                </a:lnTo>
                <a:lnTo>
                  <a:pt x="2300367" y="276207"/>
                </a:lnTo>
                <a:lnTo>
                  <a:pt x="2300732" y="275642"/>
                </a:lnTo>
                <a:lnTo>
                  <a:pt x="2301108" y="275087"/>
                </a:lnTo>
                <a:lnTo>
                  <a:pt x="2301495" y="274545"/>
                </a:lnTo>
                <a:lnTo>
                  <a:pt x="2301893" y="274013"/>
                </a:lnTo>
                <a:lnTo>
                  <a:pt x="2302302" y="273493"/>
                </a:lnTo>
                <a:lnTo>
                  <a:pt x="2302721" y="272984"/>
                </a:lnTo>
                <a:lnTo>
                  <a:pt x="2303151" y="272487"/>
                </a:lnTo>
                <a:lnTo>
                  <a:pt x="2303591" y="272001"/>
                </a:lnTo>
                <a:lnTo>
                  <a:pt x="2304043" y="271527"/>
                </a:lnTo>
                <a:lnTo>
                  <a:pt x="2304505" y="271064"/>
                </a:lnTo>
                <a:lnTo>
                  <a:pt x="2304978" y="270612"/>
                </a:lnTo>
                <a:lnTo>
                  <a:pt x="2305462" y="270172"/>
                </a:lnTo>
                <a:lnTo>
                  <a:pt x="2305956" y="269743"/>
                </a:lnTo>
                <a:lnTo>
                  <a:pt x="2306462" y="269326"/>
                </a:lnTo>
                <a:lnTo>
                  <a:pt x="2306978" y="268920"/>
                </a:lnTo>
                <a:lnTo>
                  <a:pt x="2307510" y="268528"/>
                </a:lnTo>
                <a:lnTo>
                  <a:pt x="2308053" y="268153"/>
                </a:lnTo>
                <a:lnTo>
                  <a:pt x="2308607" y="267794"/>
                </a:lnTo>
                <a:lnTo>
                  <a:pt x="2309172" y="267452"/>
                </a:lnTo>
                <a:lnTo>
                  <a:pt x="2309748" y="267127"/>
                </a:lnTo>
                <a:lnTo>
                  <a:pt x="2310335" y="266819"/>
                </a:lnTo>
                <a:lnTo>
                  <a:pt x="2310933" y="266527"/>
                </a:lnTo>
                <a:lnTo>
                  <a:pt x="2311542" y="266252"/>
                </a:lnTo>
                <a:lnTo>
                  <a:pt x="2312162" y="265993"/>
                </a:lnTo>
                <a:lnTo>
                  <a:pt x="2312793" y="265751"/>
                </a:lnTo>
                <a:lnTo>
                  <a:pt x="2313435" y="265526"/>
                </a:lnTo>
                <a:lnTo>
                  <a:pt x="2314088" y="265318"/>
                </a:lnTo>
                <a:lnTo>
                  <a:pt x="2314751" y="265126"/>
                </a:lnTo>
                <a:lnTo>
                  <a:pt x="2315426" y="264951"/>
                </a:lnTo>
                <a:lnTo>
                  <a:pt x="2316112" y="264792"/>
                </a:lnTo>
                <a:lnTo>
                  <a:pt x="2316809" y="264651"/>
                </a:lnTo>
                <a:lnTo>
                  <a:pt x="2317516" y="264525"/>
                </a:lnTo>
                <a:lnTo>
                  <a:pt x="2318235" y="264417"/>
                </a:lnTo>
                <a:lnTo>
                  <a:pt x="2318965" y="264325"/>
                </a:lnTo>
                <a:lnTo>
                  <a:pt x="2319705" y="264250"/>
                </a:lnTo>
                <a:lnTo>
                  <a:pt x="2320457" y="264192"/>
                </a:lnTo>
                <a:lnTo>
                  <a:pt x="2321219" y="264150"/>
                </a:lnTo>
                <a:lnTo>
                  <a:pt x="2321993" y="264125"/>
                </a:lnTo>
                <a:lnTo>
                  <a:pt x="2322777" y="264117"/>
                </a:lnTo>
                <a:lnTo>
                  <a:pt x="2323531" y="264125"/>
                </a:lnTo>
                <a:lnTo>
                  <a:pt x="2324274" y="264148"/>
                </a:lnTo>
                <a:lnTo>
                  <a:pt x="2325007" y="264188"/>
                </a:lnTo>
                <a:lnTo>
                  <a:pt x="2325730" y="264243"/>
                </a:lnTo>
                <a:lnTo>
                  <a:pt x="2326443" y="264314"/>
                </a:lnTo>
                <a:lnTo>
                  <a:pt x="2327146" y="264401"/>
                </a:lnTo>
                <a:lnTo>
                  <a:pt x="2327839" y="264504"/>
                </a:lnTo>
                <a:lnTo>
                  <a:pt x="2328521" y="264622"/>
                </a:lnTo>
                <a:lnTo>
                  <a:pt x="2329194" y="264757"/>
                </a:lnTo>
                <a:lnTo>
                  <a:pt x="2329856" y="264907"/>
                </a:lnTo>
                <a:lnTo>
                  <a:pt x="2330509" y="265073"/>
                </a:lnTo>
                <a:lnTo>
                  <a:pt x="2331151" y="265254"/>
                </a:lnTo>
                <a:lnTo>
                  <a:pt x="2331783" y="265452"/>
                </a:lnTo>
                <a:lnTo>
                  <a:pt x="2332405" y="265665"/>
                </a:lnTo>
                <a:lnTo>
                  <a:pt x="2333017" y="265894"/>
                </a:lnTo>
                <a:lnTo>
                  <a:pt x="2333619" y="266139"/>
                </a:lnTo>
                <a:lnTo>
                  <a:pt x="2334211" y="266400"/>
                </a:lnTo>
                <a:lnTo>
                  <a:pt x="2334793" y="266676"/>
                </a:lnTo>
                <a:lnTo>
                  <a:pt x="2335364" y="266969"/>
                </a:lnTo>
                <a:lnTo>
                  <a:pt x="2335926" y="267277"/>
                </a:lnTo>
                <a:lnTo>
                  <a:pt x="2336477" y="267601"/>
                </a:lnTo>
                <a:lnTo>
                  <a:pt x="2337019" y="267940"/>
                </a:lnTo>
                <a:lnTo>
                  <a:pt x="2337550" y="268296"/>
                </a:lnTo>
                <a:lnTo>
                  <a:pt x="2338071" y="268667"/>
                </a:lnTo>
                <a:lnTo>
                  <a:pt x="2338582" y="269052"/>
                </a:lnTo>
                <a:lnTo>
                  <a:pt x="2339082" y="269450"/>
                </a:lnTo>
                <a:lnTo>
                  <a:pt x="2339572" y="269859"/>
                </a:lnTo>
                <a:lnTo>
                  <a:pt x="2340051" y="270280"/>
                </a:lnTo>
                <a:lnTo>
                  <a:pt x="2340520" y="270714"/>
                </a:lnTo>
                <a:lnTo>
                  <a:pt x="2340978" y="271159"/>
                </a:lnTo>
                <a:lnTo>
                  <a:pt x="2341426" y="271617"/>
                </a:lnTo>
                <a:lnTo>
                  <a:pt x="2341863" y="272087"/>
                </a:lnTo>
                <a:lnTo>
                  <a:pt x="2342290" y="272569"/>
                </a:lnTo>
                <a:lnTo>
                  <a:pt x="2342706" y="273062"/>
                </a:lnTo>
                <a:lnTo>
                  <a:pt x="2343111" y="273568"/>
                </a:lnTo>
                <a:lnTo>
                  <a:pt x="2343506" y="274086"/>
                </a:lnTo>
                <a:lnTo>
                  <a:pt x="2343891" y="274616"/>
                </a:lnTo>
                <a:lnTo>
                  <a:pt x="2344265" y="275158"/>
                </a:lnTo>
                <a:lnTo>
                  <a:pt x="2344628" y="275713"/>
                </a:lnTo>
                <a:lnTo>
                  <a:pt x="2344981" y="276279"/>
                </a:lnTo>
                <a:lnTo>
                  <a:pt x="2345323" y="276857"/>
                </a:lnTo>
                <a:lnTo>
                  <a:pt x="2345655" y="277448"/>
                </a:lnTo>
                <a:lnTo>
                  <a:pt x="2345976" y="278050"/>
                </a:lnTo>
                <a:lnTo>
                  <a:pt x="2346287" y="278665"/>
                </a:lnTo>
                <a:lnTo>
                  <a:pt x="2346587" y="279291"/>
                </a:lnTo>
                <a:lnTo>
                  <a:pt x="2346877" y="279930"/>
                </a:lnTo>
                <a:lnTo>
                  <a:pt x="2347156" y="280581"/>
                </a:lnTo>
                <a:lnTo>
                  <a:pt x="2347425" y="281243"/>
                </a:lnTo>
                <a:lnTo>
                  <a:pt x="2347682" y="281917"/>
                </a:lnTo>
                <a:lnTo>
                  <a:pt x="2347929" y="282598"/>
                </a:lnTo>
                <a:lnTo>
                  <a:pt x="2348165" y="283289"/>
                </a:lnTo>
                <a:lnTo>
                  <a:pt x="2348390" y="283987"/>
                </a:lnTo>
                <a:lnTo>
                  <a:pt x="2348604" y="284695"/>
                </a:lnTo>
                <a:lnTo>
                  <a:pt x="2348807" y="285411"/>
                </a:lnTo>
                <a:lnTo>
                  <a:pt x="2348999" y="286135"/>
                </a:lnTo>
                <a:lnTo>
                  <a:pt x="2349180" y="286868"/>
                </a:lnTo>
                <a:lnTo>
                  <a:pt x="2349350" y="287610"/>
                </a:lnTo>
                <a:lnTo>
                  <a:pt x="2349509" y="288360"/>
                </a:lnTo>
                <a:lnTo>
                  <a:pt x="2349657" y="289119"/>
                </a:lnTo>
                <a:lnTo>
                  <a:pt x="2349794" y="289886"/>
                </a:lnTo>
                <a:lnTo>
                  <a:pt x="2349921" y="290662"/>
                </a:lnTo>
                <a:lnTo>
                  <a:pt x="2350036" y="291446"/>
                </a:lnTo>
                <a:lnTo>
                  <a:pt x="2350140" y="292239"/>
                </a:lnTo>
                <a:lnTo>
                  <a:pt x="2350233" y="293040"/>
                </a:lnTo>
                <a:lnTo>
                  <a:pt x="2350316" y="293851"/>
                </a:lnTo>
                <a:lnTo>
                  <a:pt x="2350387" y="294669"/>
                </a:lnTo>
                <a:lnTo>
                  <a:pt x="2350447" y="295496"/>
                </a:lnTo>
                <a:lnTo>
                  <a:pt x="2350497" y="296332"/>
                </a:lnTo>
                <a:lnTo>
                  <a:pt x="2350535" y="297176"/>
                </a:lnTo>
                <a:lnTo>
                  <a:pt x="2350563" y="298029"/>
                </a:lnTo>
                <a:lnTo>
                  <a:pt x="2350579" y="298891"/>
                </a:lnTo>
                <a:lnTo>
                  <a:pt x="2350584" y="299760"/>
                </a:lnTo>
                <a:lnTo>
                  <a:pt x="2350579" y="300651"/>
                </a:lnTo>
                <a:lnTo>
                  <a:pt x="2350562" y="301530"/>
                </a:lnTo>
                <a:lnTo>
                  <a:pt x="2350534" y="302399"/>
                </a:lnTo>
                <a:lnTo>
                  <a:pt x="2350495" y="303257"/>
                </a:lnTo>
                <a:lnTo>
                  <a:pt x="2350445" y="304105"/>
                </a:lnTo>
                <a:lnTo>
                  <a:pt x="2350383" y="304943"/>
                </a:lnTo>
                <a:lnTo>
                  <a:pt x="2350310" y="305770"/>
                </a:lnTo>
                <a:lnTo>
                  <a:pt x="2350226" y="306586"/>
                </a:lnTo>
                <a:lnTo>
                  <a:pt x="2350131" y="307392"/>
                </a:lnTo>
                <a:lnTo>
                  <a:pt x="2350025" y="308187"/>
                </a:lnTo>
                <a:lnTo>
                  <a:pt x="2349907" y="308972"/>
                </a:lnTo>
                <a:lnTo>
                  <a:pt x="2349779" y="309746"/>
                </a:lnTo>
                <a:lnTo>
                  <a:pt x="2349639" y="310509"/>
                </a:lnTo>
                <a:lnTo>
                  <a:pt x="2349488" y="311263"/>
                </a:lnTo>
                <a:lnTo>
                  <a:pt x="2349325" y="312005"/>
                </a:lnTo>
                <a:lnTo>
                  <a:pt x="2349152" y="312737"/>
                </a:lnTo>
                <a:lnTo>
                  <a:pt x="2348967" y="313459"/>
                </a:lnTo>
                <a:lnTo>
                  <a:pt x="2348771" y="314170"/>
                </a:lnTo>
                <a:lnTo>
                  <a:pt x="2348564" y="314870"/>
                </a:lnTo>
                <a:lnTo>
                  <a:pt x="2348346" y="315560"/>
                </a:lnTo>
                <a:lnTo>
                  <a:pt x="2348117" y="316239"/>
                </a:lnTo>
                <a:lnTo>
                  <a:pt x="2347876" y="316908"/>
                </a:lnTo>
                <a:lnTo>
                  <a:pt x="2347624" y="317567"/>
                </a:lnTo>
                <a:lnTo>
                  <a:pt x="2347361" y="318214"/>
                </a:lnTo>
                <a:lnTo>
                  <a:pt x="2347088" y="318851"/>
                </a:lnTo>
                <a:lnTo>
                  <a:pt x="2346804" y="319474"/>
                </a:lnTo>
                <a:lnTo>
                  <a:pt x="2346509" y="320086"/>
                </a:lnTo>
                <a:lnTo>
                  <a:pt x="2346204" y="320684"/>
                </a:lnTo>
                <a:lnTo>
                  <a:pt x="2345889" y="321271"/>
                </a:lnTo>
                <a:lnTo>
                  <a:pt x="2345564" y="321844"/>
                </a:lnTo>
                <a:lnTo>
                  <a:pt x="2345229" y="322405"/>
                </a:lnTo>
                <a:lnTo>
                  <a:pt x="2344883" y="322954"/>
                </a:lnTo>
                <a:lnTo>
                  <a:pt x="2344526" y="323490"/>
                </a:lnTo>
                <a:lnTo>
                  <a:pt x="2344160" y="324014"/>
                </a:lnTo>
                <a:lnTo>
                  <a:pt x="2343783" y="324525"/>
                </a:lnTo>
                <a:lnTo>
                  <a:pt x="2343396" y="325024"/>
                </a:lnTo>
                <a:lnTo>
                  <a:pt x="2342998" y="325510"/>
                </a:lnTo>
                <a:lnTo>
                  <a:pt x="2342590" y="325984"/>
                </a:lnTo>
                <a:lnTo>
                  <a:pt x="2342172" y="326445"/>
                </a:lnTo>
                <a:lnTo>
                  <a:pt x="2341744" y="326893"/>
                </a:lnTo>
                <a:lnTo>
                  <a:pt x="2341305" y="327330"/>
                </a:lnTo>
                <a:lnTo>
                  <a:pt x="2340856" y="327753"/>
                </a:lnTo>
                <a:lnTo>
                  <a:pt x="2340397" y="328164"/>
                </a:lnTo>
                <a:lnTo>
                  <a:pt x="2339927" y="328563"/>
                </a:lnTo>
                <a:lnTo>
                  <a:pt x="2339447" y="328949"/>
                </a:lnTo>
                <a:lnTo>
                  <a:pt x="2338957" y="329323"/>
                </a:lnTo>
                <a:lnTo>
                  <a:pt x="2338456" y="329684"/>
                </a:lnTo>
                <a:lnTo>
                  <a:pt x="2337945" y="330032"/>
                </a:lnTo>
                <a:lnTo>
                  <a:pt x="2337424" y="330368"/>
                </a:lnTo>
                <a:lnTo>
                  <a:pt x="2336893" y="330688"/>
                </a:lnTo>
                <a:lnTo>
                  <a:pt x="2336353" y="330995"/>
                </a:lnTo>
                <a:lnTo>
                  <a:pt x="2335803" y="331288"/>
                </a:lnTo>
                <a:lnTo>
                  <a:pt x="2335244" y="331566"/>
                </a:lnTo>
                <a:lnTo>
                  <a:pt x="2334674" y="331830"/>
                </a:lnTo>
                <a:lnTo>
                  <a:pt x="2334096" y="332079"/>
                </a:lnTo>
                <a:lnTo>
                  <a:pt x="2333507" y="332314"/>
                </a:lnTo>
                <a:lnTo>
                  <a:pt x="2332909" y="332536"/>
                </a:lnTo>
                <a:lnTo>
                  <a:pt x="2332301" y="332742"/>
                </a:lnTo>
                <a:lnTo>
                  <a:pt x="2331683" y="332935"/>
                </a:lnTo>
                <a:lnTo>
                  <a:pt x="2331056" y="333113"/>
                </a:lnTo>
                <a:lnTo>
                  <a:pt x="2330419" y="333277"/>
                </a:lnTo>
                <a:lnTo>
                  <a:pt x="2329773" y="333427"/>
                </a:lnTo>
                <a:lnTo>
                  <a:pt x="2329117" y="333563"/>
                </a:lnTo>
                <a:lnTo>
                  <a:pt x="2328451" y="333684"/>
                </a:lnTo>
                <a:lnTo>
                  <a:pt x="2327776" y="333791"/>
                </a:lnTo>
                <a:lnTo>
                  <a:pt x="2327091" y="333883"/>
                </a:lnTo>
                <a:lnTo>
                  <a:pt x="2326396" y="333962"/>
                </a:lnTo>
                <a:lnTo>
                  <a:pt x="2325691" y="334026"/>
                </a:lnTo>
                <a:lnTo>
                  <a:pt x="2324977" y="334076"/>
                </a:lnTo>
                <a:lnTo>
                  <a:pt x="2324254" y="334112"/>
                </a:lnTo>
                <a:lnTo>
                  <a:pt x="2323520" y="334133"/>
                </a:lnTo>
                <a:lnTo>
                  <a:pt x="2322777" y="334140"/>
                </a:lnTo>
                <a:lnTo>
                  <a:pt x="2322003" y="334133"/>
                </a:lnTo>
                <a:lnTo>
                  <a:pt x="2321240" y="334110"/>
                </a:lnTo>
                <a:lnTo>
                  <a:pt x="2320486" y="334072"/>
                </a:lnTo>
                <a:lnTo>
                  <a:pt x="2319744" y="334019"/>
                </a:lnTo>
                <a:lnTo>
                  <a:pt x="2319012" y="333951"/>
                </a:lnTo>
                <a:lnTo>
                  <a:pt x="2318290" y="333868"/>
                </a:lnTo>
                <a:lnTo>
                  <a:pt x="2317579" y="333769"/>
                </a:lnTo>
                <a:close/>
                <a:moveTo>
                  <a:pt x="2584666" y="387162"/>
                </a:moveTo>
                <a:lnTo>
                  <a:pt x="2585579" y="387065"/>
                </a:lnTo>
                <a:lnTo>
                  <a:pt x="2586485" y="386955"/>
                </a:lnTo>
                <a:lnTo>
                  <a:pt x="2587383" y="386832"/>
                </a:lnTo>
                <a:lnTo>
                  <a:pt x="2588273" y="386696"/>
                </a:lnTo>
                <a:lnTo>
                  <a:pt x="2589157" y="386547"/>
                </a:lnTo>
                <a:lnTo>
                  <a:pt x="2590032" y="386385"/>
                </a:lnTo>
                <a:lnTo>
                  <a:pt x="2590901" y="386210"/>
                </a:lnTo>
                <a:lnTo>
                  <a:pt x="2591762" y="386023"/>
                </a:lnTo>
                <a:lnTo>
                  <a:pt x="2592615" y="385822"/>
                </a:lnTo>
                <a:lnTo>
                  <a:pt x="2593461" y="385608"/>
                </a:lnTo>
                <a:lnTo>
                  <a:pt x="2594299" y="385382"/>
                </a:lnTo>
                <a:lnTo>
                  <a:pt x="2595130" y="385142"/>
                </a:lnTo>
                <a:lnTo>
                  <a:pt x="2595954" y="384890"/>
                </a:lnTo>
                <a:lnTo>
                  <a:pt x="2596770" y="384624"/>
                </a:lnTo>
                <a:lnTo>
                  <a:pt x="2597579" y="384346"/>
                </a:lnTo>
                <a:lnTo>
                  <a:pt x="2598380" y="384055"/>
                </a:lnTo>
                <a:lnTo>
                  <a:pt x="2599173" y="383751"/>
                </a:lnTo>
                <a:lnTo>
                  <a:pt x="2599962" y="383438"/>
                </a:lnTo>
                <a:lnTo>
                  <a:pt x="2600737" y="383110"/>
                </a:lnTo>
                <a:lnTo>
                  <a:pt x="2601498" y="382768"/>
                </a:lnTo>
                <a:lnTo>
                  <a:pt x="2602246" y="382411"/>
                </a:lnTo>
                <a:lnTo>
                  <a:pt x="2602980" y="382040"/>
                </a:lnTo>
                <a:lnTo>
                  <a:pt x="2603700" y="381653"/>
                </a:lnTo>
                <a:lnTo>
                  <a:pt x="2604407" y="381252"/>
                </a:lnTo>
                <a:lnTo>
                  <a:pt x="2605100" y="380836"/>
                </a:lnTo>
                <a:lnTo>
                  <a:pt x="2605780" y="380406"/>
                </a:lnTo>
                <a:lnTo>
                  <a:pt x="2606446" y="379961"/>
                </a:lnTo>
                <a:lnTo>
                  <a:pt x="2607098" y="379501"/>
                </a:lnTo>
                <a:lnTo>
                  <a:pt x="2607737" y="379027"/>
                </a:lnTo>
                <a:lnTo>
                  <a:pt x="2608362" y="378537"/>
                </a:lnTo>
                <a:lnTo>
                  <a:pt x="2608974" y="378033"/>
                </a:lnTo>
                <a:lnTo>
                  <a:pt x="2609572" y="377515"/>
                </a:lnTo>
                <a:lnTo>
                  <a:pt x="2610156" y="376981"/>
                </a:lnTo>
                <a:lnTo>
                  <a:pt x="2610727" y="376433"/>
                </a:lnTo>
                <a:lnTo>
                  <a:pt x="2611284" y="375871"/>
                </a:lnTo>
                <a:lnTo>
                  <a:pt x="2611827" y="375293"/>
                </a:lnTo>
                <a:lnTo>
                  <a:pt x="2612357" y="374701"/>
                </a:lnTo>
                <a:lnTo>
                  <a:pt x="2612874" y="374094"/>
                </a:lnTo>
                <a:lnTo>
                  <a:pt x="2613376" y="373473"/>
                </a:lnTo>
                <a:lnTo>
                  <a:pt x="2613865" y="372836"/>
                </a:lnTo>
                <a:lnTo>
                  <a:pt x="2614341" y="372185"/>
                </a:lnTo>
                <a:lnTo>
                  <a:pt x="2614805" y="371524"/>
                </a:lnTo>
                <a:lnTo>
                  <a:pt x="2615249" y="370847"/>
                </a:lnTo>
                <a:lnTo>
                  <a:pt x="2615674" y="370153"/>
                </a:lnTo>
                <a:lnTo>
                  <a:pt x="2616079" y="369443"/>
                </a:lnTo>
                <a:lnTo>
                  <a:pt x="2616464" y="368717"/>
                </a:lnTo>
                <a:lnTo>
                  <a:pt x="2616829" y="367975"/>
                </a:lnTo>
                <a:lnTo>
                  <a:pt x="2617175" y="367216"/>
                </a:lnTo>
                <a:lnTo>
                  <a:pt x="2617501" y="366441"/>
                </a:lnTo>
                <a:lnTo>
                  <a:pt x="2617807" y="365650"/>
                </a:lnTo>
                <a:lnTo>
                  <a:pt x="2618093" y="364843"/>
                </a:lnTo>
                <a:lnTo>
                  <a:pt x="2618360" y="364019"/>
                </a:lnTo>
                <a:lnTo>
                  <a:pt x="2618607" y="363180"/>
                </a:lnTo>
                <a:lnTo>
                  <a:pt x="2618834" y="362324"/>
                </a:lnTo>
                <a:lnTo>
                  <a:pt x="2619041" y="361451"/>
                </a:lnTo>
                <a:lnTo>
                  <a:pt x="2619229" y="360563"/>
                </a:lnTo>
                <a:lnTo>
                  <a:pt x="2619397" y="359658"/>
                </a:lnTo>
                <a:lnTo>
                  <a:pt x="2619545" y="358737"/>
                </a:lnTo>
                <a:lnTo>
                  <a:pt x="2619673" y="357800"/>
                </a:lnTo>
                <a:lnTo>
                  <a:pt x="2619782" y="356846"/>
                </a:lnTo>
                <a:lnTo>
                  <a:pt x="2619871" y="355877"/>
                </a:lnTo>
                <a:lnTo>
                  <a:pt x="2619940" y="354891"/>
                </a:lnTo>
                <a:lnTo>
                  <a:pt x="2619989" y="353889"/>
                </a:lnTo>
                <a:lnTo>
                  <a:pt x="2620019" y="352870"/>
                </a:lnTo>
                <a:lnTo>
                  <a:pt x="2620029" y="351836"/>
                </a:lnTo>
                <a:lnTo>
                  <a:pt x="2620029" y="251983"/>
                </a:lnTo>
                <a:lnTo>
                  <a:pt x="2605620" y="251983"/>
                </a:lnTo>
                <a:lnTo>
                  <a:pt x="2605620" y="267403"/>
                </a:lnTo>
                <a:lnTo>
                  <a:pt x="2604103" y="267403"/>
                </a:lnTo>
                <a:lnTo>
                  <a:pt x="2603964" y="267190"/>
                </a:lnTo>
                <a:lnTo>
                  <a:pt x="2603820" y="266972"/>
                </a:lnTo>
                <a:lnTo>
                  <a:pt x="2603671" y="266749"/>
                </a:lnTo>
                <a:lnTo>
                  <a:pt x="2603517" y="266522"/>
                </a:lnTo>
                <a:lnTo>
                  <a:pt x="2603358" y="266289"/>
                </a:lnTo>
                <a:lnTo>
                  <a:pt x="2603195" y="266052"/>
                </a:lnTo>
                <a:lnTo>
                  <a:pt x="2603026" y="265810"/>
                </a:lnTo>
                <a:lnTo>
                  <a:pt x="2602853" y="265563"/>
                </a:lnTo>
                <a:lnTo>
                  <a:pt x="2602675" y="265312"/>
                </a:lnTo>
                <a:lnTo>
                  <a:pt x="2602492" y="265055"/>
                </a:lnTo>
                <a:lnTo>
                  <a:pt x="2602305" y="264794"/>
                </a:lnTo>
                <a:lnTo>
                  <a:pt x="2602112" y="264528"/>
                </a:lnTo>
                <a:lnTo>
                  <a:pt x="2601915" y="264257"/>
                </a:lnTo>
                <a:lnTo>
                  <a:pt x="2601713" y="263981"/>
                </a:lnTo>
                <a:lnTo>
                  <a:pt x="2601506" y="263700"/>
                </a:lnTo>
                <a:lnTo>
                  <a:pt x="2601294" y="263415"/>
                </a:lnTo>
                <a:lnTo>
                  <a:pt x="2601078" y="263124"/>
                </a:lnTo>
                <a:lnTo>
                  <a:pt x="2600856" y="262829"/>
                </a:lnTo>
                <a:lnTo>
                  <a:pt x="2600630" y="262529"/>
                </a:lnTo>
                <a:lnTo>
                  <a:pt x="2600399" y="262224"/>
                </a:lnTo>
                <a:lnTo>
                  <a:pt x="2600163" y="261915"/>
                </a:lnTo>
                <a:lnTo>
                  <a:pt x="2599922" y="261600"/>
                </a:lnTo>
                <a:lnTo>
                  <a:pt x="2599677" y="261281"/>
                </a:lnTo>
                <a:lnTo>
                  <a:pt x="2599426" y="260957"/>
                </a:lnTo>
                <a:lnTo>
                  <a:pt x="2599174" y="260627"/>
                </a:lnTo>
                <a:lnTo>
                  <a:pt x="2598913" y="260300"/>
                </a:lnTo>
                <a:lnTo>
                  <a:pt x="2598642" y="259975"/>
                </a:lnTo>
                <a:lnTo>
                  <a:pt x="2598363" y="259654"/>
                </a:lnTo>
                <a:lnTo>
                  <a:pt x="2598074" y="259336"/>
                </a:lnTo>
                <a:lnTo>
                  <a:pt x="2597775" y="259022"/>
                </a:lnTo>
                <a:lnTo>
                  <a:pt x="2597468" y="258710"/>
                </a:lnTo>
                <a:lnTo>
                  <a:pt x="2597151" y="258401"/>
                </a:lnTo>
                <a:lnTo>
                  <a:pt x="2596825" y="258095"/>
                </a:lnTo>
                <a:lnTo>
                  <a:pt x="2596490" y="257793"/>
                </a:lnTo>
                <a:lnTo>
                  <a:pt x="2596146" y="257493"/>
                </a:lnTo>
                <a:lnTo>
                  <a:pt x="2595792" y="257197"/>
                </a:lnTo>
                <a:lnTo>
                  <a:pt x="2595430" y="256903"/>
                </a:lnTo>
                <a:lnTo>
                  <a:pt x="2595058" y="256613"/>
                </a:lnTo>
                <a:lnTo>
                  <a:pt x="2594677" y="256326"/>
                </a:lnTo>
                <a:lnTo>
                  <a:pt x="2594286" y="256042"/>
                </a:lnTo>
                <a:lnTo>
                  <a:pt x="2593887" y="255760"/>
                </a:lnTo>
                <a:lnTo>
                  <a:pt x="2593478" y="255482"/>
                </a:lnTo>
                <a:lnTo>
                  <a:pt x="2593060" y="255207"/>
                </a:lnTo>
                <a:lnTo>
                  <a:pt x="2592633" y="254936"/>
                </a:lnTo>
                <a:lnTo>
                  <a:pt x="2592196" y="254667"/>
                </a:lnTo>
                <a:lnTo>
                  <a:pt x="2591750" y="254401"/>
                </a:lnTo>
                <a:lnTo>
                  <a:pt x="2591295" y="254138"/>
                </a:lnTo>
                <a:lnTo>
                  <a:pt x="2590831" y="253879"/>
                </a:lnTo>
                <a:lnTo>
                  <a:pt x="2590361" y="253621"/>
                </a:lnTo>
                <a:lnTo>
                  <a:pt x="2589877" y="253374"/>
                </a:lnTo>
                <a:lnTo>
                  <a:pt x="2589380" y="253138"/>
                </a:lnTo>
                <a:lnTo>
                  <a:pt x="2588869" y="252913"/>
                </a:lnTo>
                <a:lnTo>
                  <a:pt x="2588344" y="252699"/>
                </a:lnTo>
                <a:lnTo>
                  <a:pt x="2587806" y="252496"/>
                </a:lnTo>
                <a:lnTo>
                  <a:pt x="2587254" y="252304"/>
                </a:lnTo>
                <a:lnTo>
                  <a:pt x="2586689" y="252123"/>
                </a:lnTo>
                <a:lnTo>
                  <a:pt x="2586109" y="251953"/>
                </a:lnTo>
                <a:lnTo>
                  <a:pt x="2585517" y="251794"/>
                </a:lnTo>
                <a:lnTo>
                  <a:pt x="2584910" y="251646"/>
                </a:lnTo>
                <a:lnTo>
                  <a:pt x="2584291" y="251509"/>
                </a:lnTo>
                <a:lnTo>
                  <a:pt x="2583657" y="251383"/>
                </a:lnTo>
                <a:lnTo>
                  <a:pt x="2583010" y="251267"/>
                </a:lnTo>
                <a:lnTo>
                  <a:pt x="2582349" y="251163"/>
                </a:lnTo>
                <a:lnTo>
                  <a:pt x="2581675" y="251070"/>
                </a:lnTo>
                <a:lnTo>
                  <a:pt x="2580987" y="250988"/>
                </a:lnTo>
                <a:lnTo>
                  <a:pt x="2580285" y="250916"/>
                </a:lnTo>
                <a:lnTo>
                  <a:pt x="2579570" y="250856"/>
                </a:lnTo>
                <a:lnTo>
                  <a:pt x="2578841" y="250807"/>
                </a:lnTo>
                <a:lnTo>
                  <a:pt x="2578099" y="250768"/>
                </a:lnTo>
                <a:lnTo>
                  <a:pt x="2577343" y="250741"/>
                </a:lnTo>
                <a:lnTo>
                  <a:pt x="2576574" y="250724"/>
                </a:lnTo>
                <a:lnTo>
                  <a:pt x="2575790" y="250719"/>
                </a:lnTo>
                <a:lnTo>
                  <a:pt x="2574774" y="250730"/>
                </a:lnTo>
                <a:lnTo>
                  <a:pt x="2573767" y="250761"/>
                </a:lnTo>
                <a:lnTo>
                  <a:pt x="2572771" y="250815"/>
                </a:lnTo>
                <a:lnTo>
                  <a:pt x="2571784" y="250889"/>
                </a:lnTo>
                <a:lnTo>
                  <a:pt x="2570808" y="250985"/>
                </a:lnTo>
                <a:lnTo>
                  <a:pt x="2569842" y="251102"/>
                </a:lnTo>
                <a:lnTo>
                  <a:pt x="2568886" y="251240"/>
                </a:lnTo>
                <a:lnTo>
                  <a:pt x="2567940" y="251400"/>
                </a:lnTo>
                <a:lnTo>
                  <a:pt x="2567004" y="251581"/>
                </a:lnTo>
                <a:lnTo>
                  <a:pt x="2566078" y="251783"/>
                </a:lnTo>
                <a:lnTo>
                  <a:pt x="2565162" y="252007"/>
                </a:lnTo>
                <a:lnTo>
                  <a:pt x="2564257" y="252251"/>
                </a:lnTo>
                <a:lnTo>
                  <a:pt x="2563361" y="252518"/>
                </a:lnTo>
                <a:lnTo>
                  <a:pt x="2562476" y="252805"/>
                </a:lnTo>
                <a:lnTo>
                  <a:pt x="2561600" y="253114"/>
                </a:lnTo>
                <a:lnTo>
                  <a:pt x="2560735" y="253443"/>
                </a:lnTo>
                <a:lnTo>
                  <a:pt x="2559880" y="253795"/>
                </a:lnTo>
                <a:lnTo>
                  <a:pt x="2559035" y="254167"/>
                </a:lnTo>
                <a:lnTo>
                  <a:pt x="2558200" y="254561"/>
                </a:lnTo>
                <a:lnTo>
                  <a:pt x="2557375" y="254976"/>
                </a:lnTo>
                <a:lnTo>
                  <a:pt x="2556560" y="255412"/>
                </a:lnTo>
                <a:lnTo>
                  <a:pt x="2555756" y="255870"/>
                </a:lnTo>
                <a:lnTo>
                  <a:pt x="2554961" y="256349"/>
                </a:lnTo>
                <a:lnTo>
                  <a:pt x="2554177" y="256849"/>
                </a:lnTo>
                <a:lnTo>
                  <a:pt x="2553404" y="257363"/>
                </a:lnTo>
                <a:lnTo>
                  <a:pt x="2552646" y="257895"/>
                </a:lnTo>
                <a:lnTo>
                  <a:pt x="2551902" y="258445"/>
                </a:lnTo>
                <a:lnTo>
                  <a:pt x="2551173" y="259012"/>
                </a:lnTo>
                <a:lnTo>
                  <a:pt x="2550458" y="259596"/>
                </a:lnTo>
                <a:lnTo>
                  <a:pt x="2549757" y="260199"/>
                </a:lnTo>
                <a:lnTo>
                  <a:pt x="2549070" y="260818"/>
                </a:lnTo>
                <a:lnTo>
                  <a:pt x="2548397" y="261456"/>
                </a:lnTo>
                <a:lnTo>
                  <a:pt x="2547739" y="262110"/>
                </a:lnTo>
                <a:lnTo>
                  <a:pt x="2547095" y="262783"/>
                </a:lnTo>
                <a:lnTo>
                  <a:pt x="2546466" y="263473"/>
                </a:lnTo>
                <a:lnTo>
                  <a:pt x="2545850" y="264180"/>
                </a:lnTo>
                <a:lnTo>
                  <a:pt x="2545249" y="264905"/>
                </a:lnTo>
                <a:lnTo>
                  <a:pt x="2544662" y="265648"/>
                </a:lnTo>
                <a:lnTo>
                  <a:pt x="2544090" y="266408"/>
                </a:lnTo>
                <a:lnTo>
                  <a:pt x="2543531" y="267185"/>
                </a:lnTo>
                <a:lnTo>
                  <a:pt x="2542987" y="267981"/>
                </a:lnTo>
                <a:lnTo>
                  <a:pt x="2542457" y="268794"/>
                </a:lnTo>
                <a:lnTo>
                  <a:pt x="2541942" y="269624"/>
                </a:lnTo>
                <a:lnTo>
                  <a:pt x="2541440" y="270472"/>
                </a:lnTo>
                <a:lnTo>
                  <a:pt x="2540953" y="271337"/>
                </a:lnTo>
                <a:lnTo>
                  <a:pt x="2540481" y="272220"/>
                </a:lnTo>
                <a:lnTo>
                  <a:pt x="2540022" y="273121"/>
                </a:lnTo>
                <a:lnTo>
                  <a:pt x="2539578" y="274039"/>
                </a:lnTo>
                <a:lnTo>
                  <a:pt x="2539150" y="274967"/>
                </a:lnTo>
                <a:lnTo>
                  <a:pt x="2538740" y="275909"/>
                </a:lnTo>
                <a:lnTo>
                  <a:pt x="2538348" y="276864"/>
                </a:lnTo>
                <a:lnTo>
                  <a:pt x="2537975" y="277833"/>
                </a:lnTo>
                <a:lnTo>
                  <a:pt x="2537620" y="278814"/>
                </a:lnTo>
                <a:lnTo>
                  <a:pt x="2537283" y="279810"/>
                </a:lnTo>
                <a:lnTo>
                  <a:pt x="2536964" y="280818"/>
                </a:lnTo>
                <a:lnTo>
                  <a:pt x="2536664" y="281840"/>
                </a:lnTo>
                <a:lnTo>
                  <a:pt x="2536381" y="282876"/>
                </a:lnTo>
                <a:lnTo>
                  <a:pt x="2536117" y="283925"/>
                </a:lnTo>
                <a:lnTo>
                  <a:pt x="2535872" y="284987"/>
                </a:lnTo>
                <a:lnTo>
                  <a:pt x="2535644" y="286062"/>
                </a:lnTo>
                <a:lnTo>
                  <a:pt x="2535434" y="287151"/>
                </a:lnTo>
                <a:lnTo>
                  <a:pt x="2535243" y="288254"/>
                </a:lnTo>
                <a:lnTo>
                  <a:pt x="2535070" y="289369"/>
                </a:lnTo>
                <a:lnTo>
                  <a:pt x="2534915" y="290498"/>
                </a:lnTo>
                <a:lnTo>
                  <a:pt x="2534779" y="291641"/>
                </a:lnTo>
                <a:lnTo>
                  <a:pt x="2534660" y="292797"/>
                </a:lnTo>
                <a:lnTo>
                  <a:pt x="2534560" y="293966"/>
                </a:lnTo>
                <a:lnTo>
                  <a:pt x="2534478" y="295149"/>
                </a:lnTo>
                <a:lnTo>
                  <a:pt x="2534414" y="296345"/>
                </a:lnTo>
                <a:lnTo>
                  <a:pt x="2534369" y="297554"/>
                </a:lnTo>
                <a:lnTo>
                  <a:pt x="2534342" y="298777"/>
                </a:lnTo>
                <a:lnTo>
                  <a:pt x="2534332" y="300013"/>
                </a:lnTo>
                <a:lnTo>
                  <a:pt x="2534342" y="301269"/>
                </a:lnTo>
                <a:lnTo>
                  <a:pt x="2534370" y="302510"/>
                </a:lnTo>
                <a:lnTo>
                  <a:pt x="2534416" y="303734"/>
                </a:lnTo>
                <a:lnTo>
                  <a:pt x="2534482" y="304943"/>
                </a:lnTo>
                <a:lnTo>
                  <a:pt x="2534566" y="306136"/>
                </a:lnTo>
                <a:lnTo>
                  <a:pt x="2534668" y="307313"/>
                </a:lnTo>
                <a:lnTo>
                  <a:pt x="2534789" y="308474"/>
                </a:lnTo>
                <a:lnTo>
                  <a:pt x="2534929" y="309619"/>
                </a:lnTo>
                <a:lnTo>
                  <a:pt x="2535088" y="310749"/>
                </a:lnTo>
                <a:lnTo>
                  <a:pt x="2535265" y="311863"/>
                </a:lnTo>
                <a:lnTo>
                  <a:pt x="2535461" y="312961"/>
                </a:lnTo>
                <a:lnTo>
                  <a:pt x="2535675" y="314043"/>
                </a:lnTo>
                <a:lnTo>
                  <a:pt x="2535909" y="315110"/>
                </a:lnTo>
                <a:lnTo>
                  <a:pt x="2536160" y="316160"/>
                </a:lnTo>
                <a:lnTo>
                  <a:pt x="2536431" y="317195"/>
                </a:lnTo>
                <a:lnTo>
                  <a:pt x="2536720" y="318214"/>
                </a:lnTo>
                <a:lnTo>
                  <a:pt x="2537028" y="319218"/>
                </a:lnTo>
                <a:lnTo>
                  <a:pt x="2537354" y="320205"/>
                </a:lnTo>
                <a:lnTo>
                  <a:pt x="2537699" y="321177"/>
                </a:lnTo>
                <a:lnTo>
                  <a:pt x="2538063" y="322133"/>
                </a:lnTo>
                <a:lnTo>
                  <a:pt x="2538445" y="323073"/>
                </a:lnTo>
                <a:lnTo>
                  <a:pt x="2538846" y="323997"/>
                </a:lnTo>
                <a:lnTo>
                  <a:pt x="2539266" y="324905"/>
                </a:lnTo>
                <a:lnTo>
                  <a:pt x="2539704" y="325798"/>
                </a:lnTo>
                <a:lnTo>
                  <a:pt x="2540164" y="326674"/>
                </a:lnTo>
                <a:lnTo>
                  <a:pt x="2540637" y="327532"/>
                </a:lnTo>
                <a:lnTo>
                  <a:pt x="2541123" y="328373"/>
                </a:lnTo>
                <a:lnTo>
                  <a:pt x="2541623" y="329197"/>
                </a:lnTo>
                <a:lnTo>
                  <a:pt x="2542136" y="330002"/>
                </a:lnTo>
                <a:lnTo>
                  <a:pt x="2542663" y="330791"/>
                </a:lnTo>
                <a:lnTo>
                  <a:pt x="2543203" y="331561"/>
                </a:lnTo>
                <a:lnTo>
                  <a:pt x="2543756" y="332314"/>
                </a:lnTo>
                <a:lnTo>
                  <a:pt x="2544323" y="333050"/>
                </a:lnTo>
                <a:lnTo>
                  <a:pt x="2544903" y="333768"/>
                </a:lnTo>
                <a:lnTo>
                  <a:pt x="2545496" y="334468"/>
                </a:lnTo>
                <a:lnTo>
                  <a:pt x="2546103" y="335151"/>
                </a:lnTo>
                <a:lnTo>
                  <a:pt x="2546723" y="335817"/>
                </a:lnTo>
                <a:lnTo>
                  <a:pt x="2547357" y="336464"/>
                </a:lnTo>
                <a:lnTo>
                  <a:pt x="2548004" y="337095"/>
                </a:lnTo>
                <a:lnTo>
                  <a:pt x="2548664" y="337707"/>
                </a:lnTo>
                <a:lnTo>
                  <a:pt x="2549338" y="338302"/>
                </a:lnTo>
                <a:lnTo>
                  <a:pt x="2550025" y="338880"/>
                </a:lnTo>
                <a:lnTo>
                  <a:pt x="2550726" y="339440"/>
                </a:lnTo>
                <a:lnTo>
                  <a:pt x="2551440" y="339982"/>
                </a:lnTo>
                <a:lnTo>
                  <a:pt x="2552167" y="340507"/>
                </a:lnTo>
                <a:lnTo>
                  <a:pt x="2552908" y="341015"/>
                </a:lnTo>
                <a:lnTo>
                  <a:pt x="2553662" y="341504"/>
                </a:lnTo>
                <a:lnTo>
                  <a:pt x="2554429" y="341977"/>
                </a:lnTo>
                <a:lnTo>
                  <a:pt x="2555213" y="342431"/>
                </a:lnTo>
                <a:lnTo>
                  <a:pt x="2556005" y="342865"/>
                </a:lnTo>
                <a:lnTo>
                  <a:pt x="2556805" y="343280"/>
                </a:lnTo>
                <a:lnTo>
                  <a:pt x="2557614" y="343676"/>
                </a:lnTo>
                <a:lnTo>
                  <a:pt x="2558431" y="344053"/>
                </a:lnTo>
                <a:lnTo>
                  <a:pt x="2559256" y="344410"/>
                </a:lnTo>
                <a:lnTo>
                  <a:pt x="2560090" y="344748"/>
                </a:lnTo>
                <a:lnTo>
                  <a:pt x="2560932" y="345066"/>
                </a:lnTo>
                <a:lnTo>
                  <a:pt x="2561782" y="345366"/>
                </a:lnTo>
                <a:lnTo>
                  <a:pt x="2562641" y="345646"/>
                </a:lnTo>
                <a:lnTo>
                  <a:pt x="2563508" y="345906"/>
                </a:lnTo>
                <a:lnTo>
                  <a:pt x="2564383" y="346148"/>
                </a:lnTo>
                <a:lnTo>
                  <a:pt x="2565267" y="346370"/>
                </a:lnTo>
                <a:lnTo>
                  <a:pt x="2566159" y="346573"/>
                </a:lnTo>
                <a:lnTo>
                  <a:pt x="2567059" y="346756"/>
                </a:lnTo>
                <a:lnTo>
                  <a:pt x="2567968" y="346920"/>
                </a:lnTo>
                <a:lnTo>
                  <a:pt x="2568885" y="347065"/>
                </a:lnTo>
                <a:lnTo>
                  <a:pt x="2569810" y="347191"/>
                </a:lnTo>
                <a:lnTo>
                  <a:pt x="2570744" y="347297"/>
                </a:lnTo>
                <a:lnTo>
                  <a:pt x="2571686" y="347384"/>
                </a:lnTo>
                <a:lnTo>
                  <a:pt x="2572636" y="347451"/>
                </a:lnTo>
                <a:lnTo>
                  <a:pt x="2573595" y="347500"/>
                </a:lnTo>
                <a:lnTo>
                  <a:pt x="2574562" y="347528"/>
                </a:lnTo>
                <a:lnTo>
                  <a:pt x="2575538" y="347538"/>
                </a:lnTo>
                <a:lnTo>
                  <a:pt x="2576321" y="347533"/>
                </a:lnTo>
                <a:lnTo>
                  <a:pt x="2577090" y="347517"/>
                </a:lnTo>
                <a:lnTo>
                  <a:pt x="2577846" y="347492"/>
                </a:lnTo>
                <a:lnTo>
                  <a:pt x="2578589" y="347456"/>
                </a:lnTo>
                <a:lnTo>
                  <a:pt x="2579317" y="347409"/>
                </a:lnTo>
                <a:lnTo>
                  <a:pt x="2580033" y="347352"/>
                </a:lnTo>
                <a:lnTo>
                  <a:pt x="2580734" y="347285"/>
                </a:lnTo>
                <a:lnTo>
                  <a:pt x="2581422" y="347208"/>
                </a:lnTo>
                <a:lnTo>
                  <a:pt x="2582096" y="347120"/>
                </a:lnTo>
                <a:lnTo>
                  <a:pt x="2582757" y="347022"/>
                </a:lnTo>
                <a:lnTo>
                  <a:pt x="2583404" y="346914"/>
                </a:lnTo>
                <a:lnTo>
                  <a:pt x="2584038" y="346796"/>
                </a:lnTo>
                <a:lnTo>
                  <a:pt x="2584658" y="346667"/>
                </a:lnTo>
                <a:lnTo>
                  <a:pt x="2585264" y="346527"/>
                </a:lnTo>
                <a:lnTo>
                  <a:pt x="2585857" y="346378"/>
                </a:lnTo>
                <a:lnTo>
                  <a:pt x="2586436" y="346218"/>
                </a:lnTo>
                <a:lnTo>
                  <a:pt x="2587001" y="346048"/>
                </a:lnTo>
                <a:lnTo>
                  <a:pt x="2587553" y="345867"/>
                </a:lnTo>
                <a:lnTo>
                  <a:pt x="2588091" y="345677"/>
                </a:lnTo>
                <a:lnTo>
                  <a:pt x="2588616" y="345475"/>
                </a:lnTo>
                <a:lnTo>
                  <a:pt x="2589127" y="345264"/>
                </a:lnTo>
                <a:lnTo>
                  <a:pt x="2589624" y="345042"/>
                </a:lnTo>
                <a:lnTo>
                  <a:pt x="2590108" y="344810"/>
                </a:lnTo>
                <a:lnTo>
                  <a:pt x="2590578" y="344568"/>
                </a:lnTo>
                <a:lnTo>
                  <a:pt x="2591043" y="344314"/>
                </a:lnTo>
                <a:lnTo>
                  <a:pt x="2591498" y="344057"/>
                </a:lnTo>
                <a:lnTo>
                  <a:pt x="2591943" y="343797"/>
                </a:lnTo>
                <a:lnTo>
                  <a:pt x="2592380" y="343534"/>
                </a:lnTo>
                <a:lnTo>
                  <a:pt x="2592807" y="343268"/>
                </a:lnTo>
                <a:lnTo>
                  <a:pt x="2593225" y="343000"/>
                </a:lnTo>
                <a:lnTo>
                  <a:pt x="2593634" y="342728"/>
                </a:lnTo>
                <a:lnTo>
                  <a:pt x="2594034" y="342454"/>
                </a:lnTo>
                <a:lnTo>
                  <a:pt x="2594424" y="342177"/>
                </a:lnTo>
                <a:lnTo>
                  <a:pt x="2594805" y="341897"/>
                </a:lnTo>
                <a:lnTo>
                  <a:pt x="2595177" y="341615"/>
                </a:lnTo>
                <a:lnTo>
                  <a:pt x="2595540" y="341329"/>
                </a:lnTo>
                <a:lnTo>
                  <a:pt x="2595893" y="341041"/>
                </a:lnTo>
                <a:lnTo>
                  <a:pt x="2596238" y="340749"/>
                </a:lnTo>
                <a:lnTo>
                  <a:pt x="2596573" y="340455"/>
                </a:lnTo>
                <a:lnTo>
                  <a:pt x="2596898" y="340158"/>
                </a:lnTo>
                <a:lnTo>
                  <a:pt x="2597215" y="339858"/>
                </a:lnTo>
                <a:lnTo>
                  <a:pt x="2597523" y="339555"/>
                </a:lnTo>
                <a:lnTo>
                  <a:pt x="2597821" y="339250"/>
                </a:lnTo>
                <a:lnTo>
                  <a:pt x="2598110" y="338941"/>
                </a:lnTo>
                <a:lnTo>
                  <a:pt x="2598389" y="338630"/>
                </a:lnTo>
                <a:lnTo>
                  <a:pt x="2598660" y="338316"/>
                </a:lnTo>
                <a:lnTo>
                  <a:pt x="2598921" y="337999"/>
                </a:lnTo>
                <a:lnTo>
                  <a:pt x="2599173" y="337679"/>
                </a:lnTo>
                <a:lnTo>
                  <a:pt x="2599424" y="337355"/>
                </a:lnTo>
                <a:lnTo>
                  <a:pt x="2599669" y="337035"/>
                </a:lnTo>
                <a:lnTo>
                  <a:pt x="2599910" y="336719"/>
                </a:lnTo>
                <a:lnTo>
                  <a:pt x="2600146" y="336408"/>
                </a:lnTo>
                <a:lnTo>
                  <a:pt x="2600377" y="336102"/>
                </a:lnTo>
                <a:lnTo>
                  <a:pt x="2600603" y="335799"/>
                </a:lnTo>
                <a:lnTo>
                  <a:pt x="2600825" y="335501"/>
                </a:lnTo>
                <a:lnTo>
                  <a:pt x="2601041" y="335208"/>
                </a:lnTo>
                <a:lnTo>
                  <a:pt x="2601253" y="334918"/>
                </a:lnTo>
                <a:lnTo>
                  <a:pt x="2601460" y="334633"/>
                </a:lnTo>
                <a:lnTo>
                  <a:pt x="2601662" y="334353"/>
                </a:lnTo>
                <a:lnTo>
                  <a:pt x="2601859" y="334077"/>
                </a:lnTo>
                <a:lnTo>
                  <a:pt x="2602052" y="333805"/>
                </a:lnTo>
                <a:lnTo>
                  <a:pt x="2602240" y="333538"/>
                </a:lnTo>
                <a:lnTo>
                  <a:pt x="2602422" y="333275"/>
                </a:lnTo>
                <a:lnTo>
                  <a:pt x="2602600" y="333017"/>
                </a:lnTo>
                <a:lnTo>
                  <a:pt x="2602773" y="332763"/>
                </a:lnTo>
                <a:lnTo>
                  <a:pt x="2602942" y="332513"/>
                </a:lnTo>
                <a:lnTo>
                  <a:pt x="2603105" y="332268"/>
                </a:lnTo>
                <a:lnTo>
                  <a:pt x="2603264" y="332027"/>
                </a:lnTo>
                <a:lnTo>
                  <a:pt x="2603418" y="331790"/>
                </a:lnTo>
                <a:lnTo>
                  <a:pt x="2603567" y="331558"/>
                </a:lnTo>
                <a:lnTo>
                  <a:pt x="2603711" y="331330"/>
                </a:lnTo>
                <a:lnTo>
                  <a:pt x="2603850" y="331107"/>
                </a:lnTo>
                <a:lnTo>
                  <a:pt x="2605114" y="331107"/>
                </a:lnTo>
                <a:lnTo>
                  <a:pt x="2605114" y="350824"/>
                </a:lnTo>
                <a:lnTo>
                  <a:pt x="2605101" y="351824"/>
                </a:lnTo>
                <a:lnTo>
                  <a:pt x="2605061" y="352802"/>
                </a:lnTo>
                <a:lnTo>
                  <a:pt x="2604995" y="353757"/>
                </a:lnTo>
                <a:lnTo>
                  <a:pt x="2604902" y="354690"/>
                </a:lnTo>
                <a:lnTo>
                  <a:pt x="2604782" y="355600"/>
                </a:lnTo>
                <a:lnTo>
                  <a:pt x="2604636" y="356489"/>
                </a:lnTo>
                <a:lnTo>
                  <a:pt x="2604464" y="357354"/>
                </a:lnTo>
                <a:lnTo>
                  <a:pt x="2604264" y="358198"/>
                </a:lnTo>
                <a:lnTo>
                  <a:pt x="2604039" y="359018"/>
                </a:lnTo>
                <a:lnTo>
                  <a:pt x="2603786" y="359817"/>
                </a:lnTo>
                <a:lnTo>
                  <a:pt x="2603508" y="360593"/>
                </a:lnTo>
                <a:lnTo>
                  <a:pt x="2603202" y="361347"/>
                </a:lnTo>
                <a:lnTo>
                  <a:pt x="2602870" y="362078"/>
                </a:lnTo>
                <a:lnTo>
                  <a:pt x="2602512" y="362787"/>
                </a:lnTo>
                <a:lnTo>
                  <a:pt x="2602127" y="363474"/>
                </a:lnTo>
                <a:lnTo>
                  <a:pt x="2601715" y="364138"/>
                </a:lnTo>
                <a:lnTo>
                  <a:pt x="2601277" y="364780"/>
                </a:lnTo>
                <a:lnTo>
                  <a:pt x="2600813" y="365399"/>
                </a:lnTo>
                <a:lnTo>
                  <a:pt x="2600321" y="365997"/>
                </a:lnTo>
                <a:lnTo>
                  <a:pt x="2599804" y="366571"/>
                </a:lnTo>
                <a:lnTo>
                  <a:pt x="2599259" y="367124"/>
                </a:lnTo>
                <a:lnTo>
                  <a:pt x="2598689" y="367654"/>
                </a:lnTo>
                <a:lnTo>
                  <a:pt x="2598091" y="368161"/>
                </a:lnTo>
                <a:lnTo>
                  <a:pt x="2597467" y="368646"/>
                </a:lnTo>
                <a:lnTo>
                  <a:pt x="2596823" y="369110"/>
                </a:lnTo>
                <a:lnTo>
                  <a:pt x="2596164" y="369555"/>
                </a:lnTo>
                <a:lnTo>
                  <a:pt x="2595491" y="369979"/>
                </a:lnTo>
                <a:lnTo>
                  <a:pt x="2594804" y="370384"/>
                </a:lnTo>
                <a:lnTo>
                  <a:pt x="2594103" y="370769"/>
                </a:lnTo>
                <a:lnTo>
                  <a:pt x="2593387" y="371135"/>
                </a:lnTo>
                <a:lnTo>
                  <a:pt x="2592657" y="371480"/>
                </a:lnTo>
                <a:lnTo>
                  <a:pt x="2591913" y="371806"/>
                </a:lnTo>
                <a:lnTo>
                  <a:pt x="2591154" y="372112"/>
                </a:lnTo>
                <a:lnTo>
                  <a:pt x="2590382" y="372399"/>
                </a:lnTo>
                <a:lnTo>
                  <a:pt x="2589595" y="372665"/>
                </a:lnTo>
                <a:lnTo>
                  <a:pt x="2588793" y="372912"/>
                </a:lnTo>
                <a:lnTo>
                  <a:pt x="2587978" y="373139"/>
                </a:lnTo>
                <a:lnTo>
                  <a:pt x="2587148" y="373347"/>
                </a:lnTo>
                <a:lnTo>
                  <a:pt x="2586304" y="373534"/>
                </a:lnTo>
                <a:lnTo>
                  <a:pt x="2585446" y="373702"/>
                </a:lnTo>
                <a:lnTo>
                  <a:pt x="2584573" y="373850"/>
                </a:lnTo>
                <a:lnTo>
                  <a:pt x="2583686" y="373979"/>
                </a:lnTo>
                <a:lnTo>
                  <a:pt x="2582785" y="374087"/>
                </a:lnTo>
                <a:lnTo>
                  <a:pt x="2581870" y="374176"/>
                </a:lnTo>
                <a:lnTo>
                  <a:pt x="2580940" y="374245"/>
                </a:lnTo>
                <a:lnTo>
                  <a:pt x="2579996" y="374295"/>
                </a:lnTo>
                <a:lnTo>
                  <a:pt x="2579038" y="374324"/>
                </a:lnTo>
                <a:lnTo>
                  <a:pt x="2578065" y="374334"/>
                </a:lnTo>
                <a:lnTo>
                  <a:pt x="2577339" y="374330"/>
                </a:lnTo>
                <a:lnTo>
                  <a:pt x="2576625" y="374316"/>
                </a:lnTo>
                <a:lnTo>
                  <a:pt x="2575922" y="374294"/>
                </a:lnTo>
                <a:lnTo>
                  <a:pt x="2575230" y="374262"/>
                </a:lnTo>
                <a:lnTo>
                  <a:pt x="2574551" y="374222"/>
                </a:lnTo>
                <a:lnTo>
                  <a:pt x="2573882" y="374172"/>
                </a:lnTo>
                <a:lnTo>
                  <a:pt x="2573226" y="374114"/>
                </a:lnTo>
                <a:lnTo>
                  <a:pt x="2572581" y="374046"/>
                </a:lnTo>
                <a:lnTo>
                  <a:pt x="2571948" y="373970"/>
                </a:lnTo>
                <a:lnTo>
                  <a:pt x="2571326" y="373884"/>
                </a:lnTo>
                <a:lnTo>
                  <a:pt x="2570717" y="373790"/>
                </a:lnTo>
                <a:lnTo>
                  <a:pt x="2570118" y="373686"/>
                </a:lnTo>
                <a:lnTo>
                  <a:pt x="2569532" y="373574"/>
                </a:lnTo>
                <a:lnTo>
                  <a:pt x="2568956" y="373452"/>
                </a:lnTo>
                <a:lnTo>
                  <a:pt x="2568393" y="373322"/>
                </a:lnTo>
                <a:lnTo>
                  <a:pt x="2567841" y="373182"/>
                </a:lnTo>
                <a:lnTo>
                  <a:pt x="2567301" y="373034"/>
                </a:lnTo>
                <a:lnTo>
                  <a:pt x="2566773" y="372877"/>
                </a:lnTo>
                <a:lnTo>
                  <a:pt x="2566256" y="372710"/>
                </a:lnTo>
                <a:lnTo>
                  <a:pt x="2565750" y="372535"/>
                </a:lnTo>
                <a:lnTo>
                  <a:pt x="2565257" y="372350"/>
                </a:lnTo>
                <a:lnTo>
                  <a:pt x="2564775" y="372157"/>
                </a:lnTo>
                <a:lnTo>
                  <a:pt x="2564304" y="371954"/>
                </a:lnTo>
                <a:lnTo>
                  <a:pt x="2563846" y="371743"/>
                </a:lnTo>
                <a:lnTo>
                  <a:pt x="2563402" y="371531"/>
                </a:lnTo>
                <a:lnTo>
                  <a:pt x="2562966" y="371315"/>
                </a:lnTo>
                <a:lnTo>
                  <a:pt x="2562538" y="371096"/>
                </a:lnTo>
                <a:lnTo>
                  <a:pt x="2562118" y="370874"/>
                </a:lnTo>
                <a:lnTo>
                  <a:pt x="2561706" y="370649"/>
                </a:lnTo>
                <a:lnTo>
                  <a:pt x="2561302" y="370420"/>
                </a:lnTo>
                <a:lnTo>
                  <a:pt x="2560906" y="370188"/>
                </a:lnTo>
                <a:lnTo>
                  <a:pt x="2560517" y="369952"/>
                </a:lnTo>
                <a:lnTo>
                  <a:pt x="2560137" y="369714"/>
                </a:lnTo>
                <a:lnTo>
                  <a:pt x="2559764" y="369472"/>
                </a:lnTo>
                <a:lnTo>
                  <a:pt x="2559400" y="369227"/>
                </a:lnTo>
                <a:lnTo>
                  <a:pt x="2559043" y="368978"/>
                </a:lnTo>
                <a:lnTo>
                  <a:pt x="2558694" y="368726"/>
                </a:lnTo>
                <a:lnTo>
                  <a:pt x="2558353" y="368471"/>
                </a:lnTo>
                <a:lnTo>
                  <a:pt x="2558020" y="368213"/>
                </a:lnTo>
                <a:lnTo>
                  <a:pt x="2557695" y="367951"/>
                </a:lnTo>
                <a:lnTo>
                  <a:pt x="2557377" y="367686"/>
                </a:lnTo>
                <a:lnTo>
                  <a:pt x="2557068" y="367418"/>
                </a:lnTo>
                <a:lnTo>
                  <a:pt x="2556767" y="367146"/>
                </a:lnTo>
                <a:lnTo>
                  <a:pt x="2556473" y="366871"/>
                </a:lnTo>
                <a:lnTo>
                  <a:pt x="2556187" y="366593"/>
                </a:lnTo>
                <a:lnTo>
                  <a:pt x="2555909" y="366312"/>
                </a:lnTo>
                <a:lnTo>
                  <a:pt x="2555639" y="366027"/>
                </a:lnTo>
                <a:lnTo>
                  <a:pt x="2555377" y="365739"/>
                </a:lnTo>
                <a:lnTo>
                  <a:pt x="2555121" y="365456"/>
                </a:lnTo>
                <a:lnTo>
                  <a:pt x="2554869" y="365176"/>
                </a:lnTo>
                <a:lnTo>
                  <a:pt x="2554620" y="364898"/>
                </a:lnTo>
                <a:lnTo>
                  <a:pt x="2554375" y="364623"/>
                </a:lnTo>
                <a:lnTo>
                  <a:pt x="2554134" y="364350"/>
                </a:lnTo>
                <a:lnTo>
                  <a:pt x="2553896" y="364080"/>
                </a:lnTo>
                <a:lnTo>
                  <a:pt x="2553662" y="363813"/>
                </a:lnTo>
                <a:lnTo>
                  <a:pt x="2553432" y="363548"/>
                </a:lnTo>
                <a:lnTo>
                  <a:pt x="2553206" y="363286"/>
                </a:lnTo>
                <a:lnTo>
                  <a:pt x="2552983" y="363027"/>
                </a:lnTo>
                <a:lnTo>
                  <a:pt x="2552764" y="362770"/>
                </a:lnTo>
                <a:lnTo>
                  <a:pt x="2552549" y="362516"/>
                </a:lnTo>
                <a:lnTo>
                  <a:pt x="2552338" y="362265"/>
                </a:lnTo>
                <a:lnTo>
                  <a:pt x="2552130" y="362016"/>
                </a:lnTo>
                <a:lnTo>
                  <a:pt x="2551926" y="361770"/>
                </a:lnTo>
                <a:lnTo>
                  <a:pt x="2551726" y="361526"/>
                </a:lnTo>
                <a:lnTo>
                  <a:pt x="2551529" y="361285"/>
                </a:lnTo>
                <a:lnTo>
                  <a:pt x="2551337" y="361047"/>
                </a:lnTo>
                <a:lnTo>
                  <a:pt x="2551148" y="360811"/>
                </a:lnTo>
                <a:lnTo>
                  <a:pt x="2550962" y="360578"/>
                </a:lnTo>
                <a:lnTo>
                  <a:pt x="2550781" y="360348"/>
                </a:lnTo>
                <a:lnTo>
                  <a:pt x="2550603" y="360120"/>
                </a:lnTo>
                <a:lnTo>
                  <a:pt x="2550429" y="359895"/>
                </a:lnTo>
                <a:lnTo>
                  <a:pt x="2550258" y="359672"/>
                </a:lnTo>
                <a:lnTo>
                  <a:pt x="2538377" y="368014"/>
                </a:lnTo>
                <a:lnTo>
                  <a:pt x="2538634" y="368434"/>
                </a:lnTo>
                <a:lnTo>
                  <a:pt x="2538897" y="368853"/>
                </a:lnTo>
                <a:lnTo>
                  <a:pt x="2539168" y="369268"/>
                </a:lnTo>
                <a:lnTo>
                  <a:pt x="2539446" y="369682"/>
                </a:lnTo>
                <a:lnTo>
                  <a:pt x="2539732" y="370093"/>
                </a:lnTo>
                <a:lnTo>
                  <a:pt x="2540024" y="370503"/>
                </a:lnTo>
                <a:lnTo>
                  <a:pt x="2540324" y="370910"/>
                </a:lnTo>
                <a:lnTo>
                  <a:pt x="2540631" y="371315"/>
                </a:lnTo>
                <a:lnTo>
                  <a:pt x="2540945" y="371717"/>
                </a:lnTo>
                <a:lnTo>
                  <a:pt x="2541267" y="372118"/>
                </a:lnTo>
                <a:lnTo>
                  <a:pt x="2541596" y="372516"/>
                </a:lnTo>
                <a:lnTo>
                  <a:pt x="2541932" y="372912"/>
                </a:lnTo>
                <a:lnTo>
                  <a:pt x="2542275" y="373306"/>
                </a:lnTo>
                <a:lnTo>
                  <a:pt x="2542626" y="373698"/>
                </a:lnTo>
                <a:lnTo>
                  <a:pt x="2542984" y="374087"/>
                </a:lnTo>
                <a:lnTo>
                  <a:pt x="2543349" y="374474"/>
                </a:lnTo>
                <a:lnTo>
                  <a:pt x="2543721" y="374860"/>
                </a:lnTo>
                <a:lnTo>
                  <a:pt x="2544100" y="375243"/>
                </a:lnTo>
                <a:lnTo>
                  <a:pt x="2544487" y="375623"/>
                </a:lnTo>
                <a:lnTo>
                  <a:pt x="2544881" y="376002"/>
                </a:lnTo>
                <a:lnTo>
                  <a:pt x="2545282" y="376378"/>
                </a:lnTo>
                <a:lnTo>
                  <a:pt x="2545691" y="376752"/>
                </a:lnTo>
                <a:lnTo>
                  <a:pt x="2546107" y="377124"/>
                </a:lnTo>
                <a:lnTo>
                  <a:pt x="2546530" y="377494"/>
                </a:lnTo>
                <a:lnTo>
                  <a:pt x="2546966" y="377865"/>
                </a:lnTo>
                <a:lnTo>
                  <a:pt x="2547411" y="378230"/>
                </a:lnTo>
                <a:lnTo>
                  <a:pt x="2547866" y="378588"/>
                </a:lnTo>
                <a:lnTo>
                  <a:pt x="2548329" y="378940"/>
                </a:lnTo>
                <a:lnTo>
                  <a:pt x="2548801" y="379287"/>
                </a:lnTo>
                <a:lnTo>
                  <a:pt x="2549283" y="379627"/>
                </a:lnTo>
                <a:lnTo>
                  <a:pt x="2549773" y="379961"/>
                </a:lnTo>
                <a:lnTo>
                  <a:pt x="2550272" y="380289"/>
                </a:lnTo>
                <a:lnTo>
                  <a:pt x="2550781" y="380610"/>
                </a:lnTo>
                <a:lnTo>
                  <a:pt x="2551298" y="380926"/>
                </a:lnTo>
                <a:lnTo>
                  <a:pt x="2551824" y="381235"/>
                </a:lnTo>
                <a:lnTo>
                  <a:pt x="2552360" y="381539"/>
                </a:lnTo>
                <a:lnTo>
                  <a:pt x="2552904" y="381836"/>
                </a:lnTo>
                <a:lnTo>
                  <a:pt x="2553457" y="382127"/>
                </a:lnTo>
                <a:lnTo>
                  <a:pt x="2554020" y="382412"/>
                </a:lnTo>
                <a:lnTo>
                  <a:pt x="2554591" y="382690"/>
                </a:lnTo>
                <a:lnTo>
                  <a:pt x="2555171" y="382963"/>
                </a:lnTo>
                <a:lnTo>
                  <a:pt x="2555761" y="383229"/>
                </a:lnTo>
                <a:lnTo>
                  <a:pt x="2556359" y="383489"/>
                </a:lnTo>
                <a:lnTo>
                  <a:pt x="2556966" y="383744"/>
                </a:lnTo>
                <a:lnTo>
                  <a:pt x="2557582" y="383991"/>
                </a:lnTo>
                <a:lnTo>
                  <a:pt x="2558208" y="384233"/>
                </a:lnTo>
                <a:lnTo>
                  <a:pt x="2558842" y="384469"/>
                </a:lnTo>
                <a:lnTo>
                  <a:pt x="2559485" y="384699"/>
                </a:lnTo>
                <a:lnTo>
                  <a:pt x="2560138" y="384925"/>
                </a:lnTo>
                <a:lnTo>
                  <a:pt x="2560802" y="385143"/>
                </a:lnTo>
                <a:lnTo>
                  <a:pt x="2561476" y="385350"/>
                </a:lnTo>
                <a:lnTo>
                  <a:pt x="2562161" y="385548"/>
                </a:lnTo>
                <a:lnTo>
                  <a:pt x="2562856" y="385736"/>
                </a:lnTo>
                <a:lnTo>
                  <a:pt x="2563562" y="385915"/>
                </a:lnTo>
                <a:lnTo>
                  <a:pt x="2564278" y="386084"/>
                </a:lnTo>
                <a:lnTo>
                  <a:pt x="2565005" y="386243"/>
                </a:lnTo>
                <a:lnTo>
                  <a:pt x="2565742" y="386393"/>
                </a:lnTo>
                <a:lnTo>
                  <a:pt x="2566490" y="386533"/>
                </a:lnTo>
                <a:lnTo>
                  <a:pt x="2567248" y="386663"/>
                </a:lnTo>
                <a:lnTo>
                  <a:pt x="2568017" y="386784"/>
                </a:lnTo>
                <a:lnTo>
                  <a:pt x="2568796" y="386895"/>
                </a:lnTo>
                <a:lnTo>
                  <a:pt x="2569586" y="386996"/>
                </a:lnTo>
                <a:lnTo>
                  <a:pt x="2570387" y="387088"/>
                </a:lnTo>
                <a:lnTo>
                  <a:pt x="2571198" y="387170"/>
                </a:lnTo>
                <a:lnTo>
                  <a:pt x="2572019" y="387243"/>
                </a:lnTo>
                <a:lnTo>
                  <a:pt x="2572852" y="387305"/>
                </a:lnTo>
                <a:lnTo>
                  <a:pt x="2573694" y="387359"/>
                </a:lnTo>
                <a:lnTo>
                  <a:pt x="2574547" y="387402"/>
                </a:lnTo>
                <a:lnTo>
                  <a:pt x="2575411" y="387436"/>
                </a:lnTo>
                <a:lnTo>
                  <a:pt x="2576285" y="387460"/>
                </a:lnTo>
                <a:lnTo>
                  <a:pt x="2577170" y="387474"/>
                </a:lnTo>
                <a:lnTo>
                  <a:pt x="2578065" y="387479"/>
                </a:lnTo>
                <a:lnTo>
                  <a:pt x="2579031" y="387473"/>
                </a:lnTo>
                <a:lnTo>
                  <a:pt x="2579989" y="387453"/>
                </a:lnTo>
                <a:lnTo>
                  <a:pt x="2580939" y="387421"/>
                </a:lnTo>
                <a:lnTo>
                  <a:pt x="2581882" y="387376"/>
                </a:lnTo>
                <a:lnTo>
                  <a:pt x="2582817" y="387317"/>
                </a:lnTo>
                <a:lnTo>
                  <a:pt x="2583745" y="387246"/>
                </a:lnTo>
                <a:lnTo>
                  <a:pt x="2584666" y="387162"/>
                </a:lnTo>
                <a:close/>
                <a:moveTo>
                  <a:pt x="2572362" y="333769"/>
                </a:moveTo>
                <a:lnTo>
                  <a:pt x="2571661" y="333656"/>
                </a:lnTo>
                <a:lnTo>
                  <a:pt x="2570972" y="333527"/>
                </a:lnTo>
                <a:lnTo>
                  <a:pt x="2570292" y="333383"/>
                </a:lnTo>
                <a:lnTo>
                  <a:pt x="2569623" y="333224"/>
                </a:lnTo>
                <a:lnTo>
                  <a:pt x="2568965" y="333050"/>
                </a:lnTo>
                <a:lnTo>
                  <a:pt x="2568317" y="332861"/>
                </a:lnTo>
                <a:lnTo>
                  <a:pt x="2567680" y="332656"/>
                </a:lnTo>
                <a:lnTo>
                  <a:pt x="2567053" y="332437"/>
                </a:lnTo>
                <a:lnTo>
                  <a:pt x="2566437" y="332202"/>
                </a:lnTo>
                <a:lnTo>
                  <a:pt x="2565831" y="331952"/>
                </a:lnTo>
                <a:lnTo>
                  <a:pt x="2565236" y="331687"/>
                </a:lnTo>
                <a:lnTo>
                  <a:pt x="2564652" y="331407"/>
                </a:lnTo>
                <a:lnTo>
                  <a:pt x="2564078" y="331112"/>
                </a:lnTo>
                <a:lnTo>
                  <a:pt x="2563514" y="330802"/>
                </a:lnTo>
                <a:lnTo>
                  <a:pt x="2562961" y="330476"/>
                </a:lnTo>
                <a:lnTo>
                  <a:pt x="2562419" y="330135"/>
                </a:lnTo>
                <a:lnTo>
                  <a:pt x="2561887" y="329780"/>
                </a:lnTo>
                <a:lnTo>
                  <a:pt x="2561371" y="329405"/>
                </a:lnTo>
                <a:lnTo>
                  <a:pt x="2560865" y="329019"/>
                </a:lnTo>
                <a:lnTo>
                  <a:pt x="2560370" y="328622"/>
                </a:lnTo>
                <a:lnTo>
                  <a:pt x="2559886" y="328214"/>
                </a:lnTo>
                <a:lnTo>
                  <a:pt x="2559412" y="327794"/>
                </a:lnTo>
                <a:lnTo>
                  <a:pt x="2558948" y="327362"/>
                </a:lnTo>
                <a:lnTo>
                  <a:pt x="2558495" y="326919"/>
                </a:lnTo>
                <a:lnTo>
                  <a:pt x="2558053" y="326465"/>
                </a:lnTo>
                <a:lnTo>
                  <a:pt x="2557621" y="325999"/>
                </a:lnTo>
                <a:lnTo>
                  <a:pt x="2557200" y="325522"/>
                </a:lnTo>
                <a:lnTo>
                  <a:pt x="2556789" y="325034"/>
                </a:lnTo>
                <a:lnTo>
                  <a:pt x="2556389" y="324534"/>
                </a:lnTo>
                <a:lnTo>
                  <a:pt x="2555999" y="324023"/>
                </a:lnTo>
                <a:lnTo>
                  <a:pt x="2555620" y="323500"/>
                </a:lnTo>
                <a:lnTo>
                  <a:pt x="2555251" y="322966"/>
                </a:lnTo>
                <a:lnTo>
                  <a:pt x="2554893" y="322420"/>
                </a:lnTo>
                <a:lnTo>
                  <a:pt x="2554545" y="321864"/>
                </a:lnTo>
                <a:lnTo>
                  <a:pt x="2554208" y="321295"/>
                </a:lnTo>
                <a:lnTo>
                  <a:pt x="2553882" y="320715"/>
                </a:lnTo>
                <a:lnTo>
                  <a:pt x="2553566" y="320124"/>
                </a:lnTo>
                <a:lnTo>
                  <a:pt x="2553260" y="319522"/>
                </a:lnTo>
                <a:lnTo>
                  <a:pt x="2552965" y="318908"/>
                </a:lnTo>
                <a:lnTo>
                  <a:pt x="2552681" y="318282"/>
                </a:lnTo>
                <a:lnTo>
                  <a:pt x="2552407" y="317646"/>
                </a:lnTo>
                <a:lnTo>
                  <a:pt x="2552149" y="316994"/>
                </a:lnTo>
                <a:lnTo>
                  <a:pt x="2551902" y="316334"/>
                </a:lnTo>
                <a:lnTo>
                  <a:pt x="2551667" y="315666"/>
                </a:lnTo>
                <a:lnTo>
                  <a:pt x="2551442" y="314989"/>
                </a:lnTo>
                <a:lnTo>
                  <a:pt x="2551228" y="314305"/>
                </a:lnTo>
                <a:lnTo>
                  <a:pt x="2551025" y="313613"/>
                </a:lnTo>
                <a:lnTo>
                  <a:pt x="2550833" y="312912"/>
                </a:lnTo>
                <a:lnTo>
                  <a:pt x="2550652" y="312203"/>
                </a:lnTo>
                <a:lnTo>
                  <a:pt x="2550481" y="311487"/>
                </a:lnTo>
                <a:lnTo>
                  <a:pt x="2550322" y="310762"/>
                </a:lnTo>
                <a:lnTo>
                  <a:pt x="2550174" y="310029"/>
                </a:lnTo>
                <a:lnTo>
                  <a:pt x="2550037" y="309288"/>
                </a:lnTo>
                <a:lnTo>
                  <a:pt x="2549911" y="308538"/>
                </a:lnTo>
                <a:lnTo>
                  <a:pt x="2549796" y="307781"/>
                </a:lnTo>
                <a:lnTo>
                  <a:pt x="2549691" y="307015"/>
                </a:lnTo>
                <a:lnTo>
                  <a:pt x="2549598" y="306242"/>
                </a:lnTo>
                <a:lnTo>
                  <a:pt x="2549516" y="305460"/>
                </a:lnTo>
                <a:lnTo>
                  <a:pt x="2549445" y="304670"/>
                </a:lnTo>
                <a:lnTo>
                  <a:pt x="2549384" y="303872"/>
                </a:lnTo>
                <a:lnTo>
                  <a:pt x="2549335" y="303066"/>
                </a:lnTo>
                <a:lnTo>
                  <a:pt x="2549296" y="302252"/>
                </a:lnTo>
                <a:lnTo>
                  <a:pt x="2549269" y="301430"/>
                </a:lnTo>
                <a:lnTo>
                  <a:pt x="2549253" y="300599"/>
                </a:lnTo>
                <a:lnTo>
                  <a:pt x="2549247" y="299760"/>
                </a:lnTo>
                <a:lnTo>
                  <a:pt x="2549252" y="298942"/>
                </a:lnTo>
                <a:lnTo>
                  <a:pt x="2549269" y="298130"/>
                </a:lnTo>
                <a:lnTo>
                  <a:pt x="2549295" y="297323"/>
                </a:lnTo>
                <a:lnTo>
                  <a:pt x="2549333" y="296523"/>
                </a:lnTo>
                <a:lnTo>
                  <a:pt x="2549381" y="295729"/>
                </a:lnTo>
                <a:lnTo>
                  <a:pt x="2549441" y="294942"/>
                </a:lnTo>
                <a:lnTo>
                  <a:pt x="2549510" y="294160"/>
                </a:lnTo>
                <a:lnTo>
                  <a:pt x="2549591" y="293385"/>
                </a:lnTo>
                <a:lnTo>
                  <a:pt x="2549683" y="292615"/>
                </a:lnTo>
                <a:lnTo>
                  <a:pt x="2549785" y="291852"/>
                </a:lnTo>
                <a:lnTo>
                  <a:pt x="2549898" y="291095"/>
                </a:lnTo>
                <a:lnTo>
                  <a:pt x="2550021" y="290344"/>
                </a:lnTo>
                <a:lnTo>
                  <a:pt x="2550156" y="289599"/>
                </a:lnTo>
                <a:lnTo>
                  <a:pt x="2550301" y="288861"/>
                </a:lnTo>
                <a:lnTo>
                  <a:pt x="2550457" y="288128"/>
                </a:lnTo>
                <a:lnTo>
                  <a:pt x="2550623" y="287402"/>
                </a:lnTo>
                <a:lnTo>
                  <a:pt x="2550801" y="286682"/>
                </a:lnTo>
                <a:lnTo>
                  <a:pt x="2550989" y="285968"/>
                </a:lnTo>
                <a:lnTo>
                  <a:pt x="2551188" y="285260"/>
                </a:lnTo>
                <a:lnTo>
                  <a:pt x="2551398" y="284558"/>
                </a:lnTo>
                <a:lnTo>
                  <a:pt x="2551618" y="283862"/>
                </a:lnTo>
                <a:lnTo>
                  <a:pt x="2551849" y="283173"/>
                </a:lnTo>
                <a:lnTo>
                  <a:pt x="2552091" y="282489"/>
                </a:lnTo>
                <a:lnTo>
                  <a:pt x="2552344" y="281812"/>
                </a:lnTo>
                <a:lnTo>
                  <a:pt x="2552613" y="281144"/>
                </a:lnTo>
                <a:lnTo>
                  <a:pt x="2552892" y="280487"/>
                </a:lnTo>
                <a:lnTo>
                  <a:pt x="2553182" y="279841"/>
                </a:lnTo>
                <a:lnTo>
                  <a:pt x="2553483" y="279207"/>
                </a:lnTo>
                <a:lnTo>
                  <a:pt x="2553795" y="278584"/>
                </a:lnTo>
                <a:lnTo>
                  <a:pt x="2554117" y="277973"/>
                </a:lnTo>
                <a:lnTo>
                  <a:pt x="2554450" y="277373"/>
                </a:lnTo>
                <a:lnTo>
                  <a:pt x="2554794" y="276785"/>
                </a:lnTo>
                <a:lnTo>
                  <a:pt x="2555149" y="276207"/>
                </a:lnTo>
                <a:lnTo>
                  <a:pt x="2555515" y="275642"/>
                </a:lnTo>
                <a:lnTo>
                  <a:pt x="2555891" y="275087"/>
                </a:lnTo>
                <a:lnTo>
                  <a:pt x="2556278" y="274545"/>
                </a:lnTo>
                <a:lnTo>
                  <a:pt x="2556675" y="274013"/>
                </a:lnTo>
                <a:lnTo>
                  <a:pt x="2557084" y="273493"/>
                </a:lnTo>
                <a:lnTo>
                  <a:pt x="2557503" y="272984"/>
                </a:lnTo>
                <a:lnTo>
                  <a:pt x="2557933" y="272487"/>
                </a:lnTo>
                <a:lnTo>
                  <a:pt x="2558374" y="272001"/>
                </a:lnTo>
                <a:lnTo>
                  <a:pt x="2558825" y="271527"/>
                </a:lnTo>
                <a:lnTo>
                  <a:pt x="2559288" y="271064"/>
                </a:lnTo>
                <a:lnTo>
                  <a:pt x="2559761" y="270612"/>
                </a:lnTo>
                <a:lnTo>
                  <a:pt x="2560245" y="270172"/>
                </a:lnTo>
                <a:lnTo>
                  <a:pt x="2560739" y="269743"/>
                </a:lnTo>
                <a:lnTo>
                  <a:pt x="2561244" y="269326"/>
                </a:lnTo>
                <a:lnTo>
                  <a:pt x="2561760" y="268920"/>
                </a:lnTo>
                <a:lnTo>
                  <a:pt x="2562292" y="268528"/>
                </a:lnTo>
                <a:lnTo>
                  <a:pt x="2562836" y="268153"/>
                </a:lnTo>
                <a:lnTo>
                  <a:pt x="2563390" y="267794"/>
                </a:lnTo>
                <a:lnTo>
                  <a:pt x="2563955" y="267452"/>
                </a:lnTo>
                <a:lnTo>
                  <a:pt x="2564531" y="267127"/>
                </a:lnTo>
                <a:lnTo>
                  <a:pt x="2565118" y="266819"/>
                </a:lnTo>
                <a:lnTo>
                  <a:pt x="2565716" y="266527"/>
                </a:lnTo>
                <a:lnTo>
                  <a:pt x="2566325" y="266252"/>
                </a:lnTo>
                <a:lnTo>
                  <a:pt x="2566944" y="265993"/>
                </a:lnTo>
                <a:lnTo>
                  <a:pt x="2567575" y="265751"/>
                </a:lnTo>
                <a:lnTo>
                  <a:pt x="2568217" y="265526"/>
                </a:lnTo>
                <a:lnTo>
                  <a:pt x="2568870" y="265318"/>
                </a:lnTo>
                <a:lnTo>
                  <a:pt x="2569534" y="265126"/>
                </a:lnTo>
                <a:lnTo>
                  <a:pt x="2570209" y="264951"/>
                </a:lnTo>
                <a:lnTo>
                  <a:pt x="2570894" y="264792"/>
                </a:lnTo>
                <a:lnTo>
                  <a:pt x="2571591" y="264651"/>
                </a:lnTo>
                <a:lnTo>
                  <a:pt x="2572299" y="264525"/>
                </a:lnTo>
                <a:lnTo>
                  <a:pt x="2573017" y="264417"/>
                </a:lnTo>
                <a:lnTo>
                  <a:pt x="2573747" y="264325"/>
                </a:lnTo>
                <a:lnTo>
                  <a:pt x="2574488" y="264250"/>
                </a:lnTo>
                <a:lnTo>
                  <a:pt x="2575239" y="264192"/>
                </a:lnTo>
                <a:lnTo>
                  <a:pt x="2576002" y="264150"/>
                </a:lnTo>
                <a:lnTo>
                  <a:pt x="2576775" y="264125"/>
                </a:lnTo>
                <a:lnTo>
                  <a:pt x="2577560" y="264117"/>
                </a:lnTo>
                <a:lnTo>
                  <a:pt x="2578313" y="264125"/>
                </a:lnTo>
                <a:lnTo>
                  <a:pt x="2579056" y="264148"/>
                </a:lnTo>
                <a:lnTo>
                  <a:pt x="2579789" y="264188"/>
                </a:lnTo>
                <a:lnTo>
                  <a:pt x="2580513" y="264243"/>
                </a:lnTo>
                <a:lnTo>
                  <a:pt x="2581225" y="264314"/>
                </a:lnTo>
                <a:lnTo>
                  <a:pt x="2581928" y="264401"/>
                </a:lnTo>
                <a:lnTo>
                  <a:pt x="2582621" y="264504"/>
                </a:lnTo>
                <a:lnTo>
                  <a:pt x="2583304" y="264622"/>
                </a:lnTo>
                <a:lnTo>
                  <a:pt x="2583976" y="264757"/>
                </a:lnTo>
                <a:lnTo>
                  <a:pt x="2584639" y="264907"/>
                </a:lnTo>
                <a:lnTo>
                  <a:pt x="2585291" y="265073"/>
                </a:lnTo>
                <a:lnTo>
                  <a:pt x="2585934" y="265254"/>
                </a:lnTo>
                <a:lnTo>
                  <a:pt x="2586566" y="265452"/>
                </a:lnTo>
                <a:lnTo>
                  <a:pt x="2587188" y="265665"/>
                </a:lnTo>
                <a:lnTo>
                  <a:pt x="2587800" y="265894"/>
                </a:lnTo>
                <a:lnTo>
                  <a:pt x="2588402" y="266139"/>
                </a:lnTo>
                <a:lnTo>
                  <a:pt x="2588994" y="266400"/>
                </a:lnTo>
                <a:lnTo>
                  <a:pt x="2589575" y="266676"/>
                </a:lnTo>
                <a:lnTo>
                  <a:pt x="2590147" y="266969"/>
                </a:lnTo>
                <a:lnTo>
                  <a:pt x="2590709" y="267277"/>
                </a:lnTo>
                <a:lnTo>
                  <a:pt x="2591260" y="267601"/>
                </a:lnTo>
                <a:lnTo>
                  <a:pt x="2591801" y="267940"/>
                </a:lnTo>
                <a:lnTo>
                  <a:pt x="2592333" y="268296"/>
                </a:lnTo>
                <a:lnTo>
                  <a:pt x="2592854" y="268667"/>
                </a:lnTo>
                <a:lnTo>
                  <a:pt x="2593365" y="269052"/>
                </a:lnTo>
                <a:lnTo>
                  <a:pt x="2593865" y="269450"/>
                </a:lnTo>
                <a:lnTo>
                  <a:pt x="2594355" y="269859"/>
                </a:lnTo>
                <a:lnTo>
                  <a:pt x="2594834" y="270280"/>
                </a:lnTo>
                <a:lnTo>
                  <a:pt x="2595303" y="270714"/>
                </a:lnTo>
                <a:lnTo>
                  <a:pt x="2595761" y="271159"/>
                </a:lnTo>
                <a:lnTo>
                  <a:pt x="2596209" y="271617"/>
                </a:lnTo>
                <a:lnTo>
                  <a:pt x="2596646" y="272087"/>
                </a:lnTo>
                <a:lnTo>
                  <a:pt x="2597072" y="272569"/>
                </a:lnTo>
                <a:lnTo>
                  <a:pt x="2597488" y="273062"/>
                </a:lnTo>
                <a:lnTo>
                  <a:pt x="2597894" y="273568"/>
                </a:lnTo>
                <a:lnTo>
                  <a:pt x="2598289" y="274086"/>
                </a:lnTo>
                <a:lnTo>
                  <a:pt x="2598673" y="274616"/>
                </a:lnTo>
                <a:lnTo>
                  <a:pt x="2599047" y="275158"/>
                </a:lnTo>
                <a:lnTo>
                  <a:pt x="2599411" y="275713"/>
                </a:lnTo>
                <a:lnTo>
                  <a:pt x="2599763" y="276279"/>
                </a:lnTo>
                <a:lnTo>
                  <a:pt x="2600106" y="276857"/>
                </a:lnTo>
                <a:lnTo>
                  <a:pt x="2600437" y="277448"/>
                </a:lnTo>
                <a:lnTo>
                  <a:pt x="2600759" y="278050"/>
                </a:lnTo>
                <a:lnTo>
                  <a:pt x="2601069" y="278665"/>
                </a:lnTo>
                <a:lnTo>
                  <a:pt x="2601370" y="279291"/>
                </a:lnTo>
                <a:lnTo>
                  <a:pt x="2601659" y="279930"/>
                </a:lnTo>
                <a:lnTo>
                  <a:pt x="2601938" y="280581"/>
                </a:lnTo>
                <a:lnTo>
                  <a:pt x="2602207" y="281243"/>
                </a:lnTo>
                <a:lnTo>
                  <a:pt x="2602465" y="281917"/>
                </a:lnTo>
                <a:lnTo>
                  <a:pt x="2602712" y="282598"/>
                </a:lnTo>
                <a:lnTo>
                  <a:pt x="2602948" y="283289"/>
                </a:lnTo>
                <a:lnTo>
                  <a:pt x="2603173" y="283987"/>
                </a:lnTo>
                <a:lnTo>
                  <a:pt x="2603386" y="284695"/>
                </a:lnTo>
                <a:lnTo>
                  <a:pt x="2603589" y="285411"/>
                </a:lnTo>
                <a:lnTo>
                  <a:pt x="2603781" y="286135"/>
                </a:lnTo>
                <a:lnTo>
                  <a:pt x="2603962" y="286868"/>
                </a:lnTo>
                <a:lnTo>
                  <a:pt x="2604133" y="287610"/>
                </a:lnTo>
                <a:lnTo>
                  <a:pt x="2604292" y="288360"/>
                </a:lnTo>
                <a:lnTo>
                  <a:pt x="2604440" y="289119"/>
                </a:lnTo>
                <a:lnTo>
                  <a:pt x="2604577" y="289886"/>
                </a:lnTo>
                <a:lnTo>
                  <a:pt x="2604703" y="290662"/>
                </a:lnTo>
                <a:lnTo>
                  <a:pt x="2604818" y="291446"/>
                </a:lnTo>
                <a:lnTo>
                  <a:pt x="2604922" y="292239"/>
                </a:lnTo>
                <a:lnTo>
                  <a:pt x="2605016" y="293040"/>
                </a:lnTo>
                <a:lnTo>
                  <a:pt x="2605098" y="293851"/>
                </a:lnTo>
                <a:lnTo>
                  <a:pt x="2605169" y="294669"/>
                </a:lnTo>
                <a:lnTo>
                  <a:pt x="2605230" y="295496"/>
                </a:lnTo>
                <a:lnTo>
                  <a:pt x="2605279" y="296332"/>
                </a:lnTo>
                <a:lnTo>
                  <a:pt x="2605317" y="297176"/>
                </a:lnTo>
                <a:lnTo>
                  <a:pt x="2605345" y="298029"/>
                </a:lnTo>
                <a:lnTo>
                  <a:pt x="2605361" y="298891"/>
                </a:lnTo>
                <a:lnTo>
                  <a:pt x="2605367" y="299760"/>
                </a:lnTo>
                <a:lnTo>
                  <a:pt x="2605361" y="300651"/>
                </a:lnTo>
                <a:lnTo>
                  <a:pt x="2605344" y="301530"/>
                </a:lnTo>
                <a:lnTo>
                  <a:pt x="2605316" y="302399"/>
                </a:lnTo>
                <a:lnTo>
                  <a:pt x="2605277" y="303257"/>
                </a:lnTo>
                <a:lnTo>
                  <a:pt x="2605227" y="304105"/>
                </a:lnTo>
                <a:lnTo>
                  <a:pt x="2605165" y="304943"/>
                </a:lnTo>
                <a:lnTo>
                  <a:pt x="2605093" y="305770"/>
                </a:lnTo>
                <a:lnTo>
                  <a:pt x="2605009" y="306586"/>
                </a:lnTo>
                <a:lnTo>
                  <a:pt x="2604914" y="307392"/>
                </a:lnTo>
                <a:lnTo>
                  <a:pt x="2604807" y="308187"/>
                </a:lnTo>
                <a:lnTo>
                  <a:pt x="2604690" y="308972"/>
                </a:lnTo>
                <a:lnTo>
                  <a:pt x="2604561" y="309746"/>
                </a:lnTo>
                <a:lnTo>
                  <a:pt x="2604421" y="310509"/>
                </a:lnTo>
                <a:lnTo>
                  <a:pt x="2604270" y="311263"/>
                </a:lnTo>
                <a:lnTo>
                  <a:pt x="2604108" y="312005"/>
                </a:lnTo>
                <a:lnTo>
                  <a:pt x="2603934" y="312737"/>
                </a:lnTo>
                <a:lnTo>
                  <a:pt x="2603750" y="313459"/>
                </a:lnTo>
                <a:lnTo>
                  <a:pt x="2603554" y="314170"/>
                </a:lnTo>
                <a:lnTo>
                  <a:pt x="2603347" y="314870"/>
                </a:lnTo>
                <a:lnTo>
                  <a:pt x="2603129" y="315560"/>
                </a:lnTo>
                <a:lnTo>
                  <a:pt x="2602899" y="316239"/>
                </a:lnTo>
                <a:lnTo>
                  <a:pt x="2602659" y="316908"/>
                </a:lnTo>
                <a:lnTo>
                  <a:pt x="2602407" y="317567"/>
                </a:lnTo>
                <a:lnTo>
                  <a:pt x="2602144" y="318214"/>
                </a:lnTo>
                <a:lnTo>
                  <a:pt x="2601870" y="318851"/>
                </a:lnTo>
                <a:lnTo>
                  <a:pt x="2601586" y="319474"/>
                </a:lnTo>
                <a:lnTo>
                  <a:pt x="2601292" y="320086"/>
                </a:lnTo>
                <a:lnTo>
                  <a:pt x="2600987" y="320684"/>
                </a:lnTo>
                <a:lnTo>
                  <a:pt x="2600672" y="321271"/>
                </a:lnTo>
                <a:lnTo>
                  <a:pt x="2600347" y="321844"/>
                </a:lnTo>
                <a:lnTo>
                  <a:pt x="2600011" y="322405"/>
                </a:lnTo>
                <a:lnTo>
                  <a:pt x="2599665" y="322954"/>
                </a:lnTo>
                <a:lnTo>
                  <a:pt x="2599309" y="323490"/>
                </a:lnTo>
                <a:lnTo>
                  <a:pt x="2598942" y="324014"/>
                </a:lnTo>
                <a:lnTo>
                  <a:pt x="2598565" y="324525"/>
                </a:lnTo>
                <a:lnTo>
                  <a:pt x="2598178" y="325024"/>
                </a:lnTo>
                <a:lnTo>
                  <a:pt x="2597781" y="325510"/>
                </a:lnTo>
                <a:lnTo>
                  <a:pt x="2597373" y="325984"/>
                </a:lnTo>
                <a:lnTo>
                  <a:pt x="2596955" y="326445"/>
                </a:lnTo>
                <a:lnTo>
                  <a:pt x="2596526" y="326893"/>
                </a:lnTo>
                <a:lnTo>
                  <a:pt x="2596088" y="327330"/>
                </a:lnTo>
                <a:lnTo>
                  <a:pt x="2595638" y="327753"/>
                </a:lnTo>
                <a:lnTo>
                  <a:pt x="2595179" y="328164"/>
                </a:lnTo>
                <a:lnTo>
                  <a:pt x="2594709" y="328563"/>
                </a:lnTo>
                <a:lnTo>
                  <a:pt x="2594229" y="328949"/>
                </a:lnTo>
                <a:lnTo>
                  <a:pt x="2593739" y="329323"/>
                </a:lnTo>
                <a:lnTo>
                  <a:pt x="2593238" y="329684"/>
                </a:lnTo>
                <a:lnTo>
                  <a:pt x="2592727" y="330032"/>
                </a:lnTo>
                <a:lnTo>
                  <a:pt x="2592206" y="330368"/>
                </a:lnTo>
                <a:lnTo>
                  <a:pt x="2591676" y="330688"/>
                </a:lnTo>
                <a:lnTo>
                  <a:pt x="2591136" y="330995"/>
                </a:lnTo>
                <a:lnTo>
                  <a:pt x="2590586" y="331288"/>
                </a:lnTo>
                <a:lnTo>
                  <a:pt x="2590026" y="331566"/>
                </a:lnTo>
                <a:lnTo>
                  <a:pt x="2589457" y="331830"/>
                </a:lnTo>
                <a:lnTo>
                  <a:pt x="2588878" y="332079"/>
                </a:lnTo>
                <a:lnTo>
                  <a:pt x="2588289" y="332314"/>
                </a:lnTo>
                <a:lnTo>
                  <a:pt x="2587691" y="332536"/>
                </a:lnTo>
                <a:lnTo>
                  <a:pt x="2587083" y="332742"/>
                </a:lnTo>
                <a:lnTo>
                  <a:pt x="2586466" y="332935"/>
                </a:lnTo>
                <a:lnTo>
                  <a:pt x="2585839" y="333113"/>
                </a:lnTo>
                <a:lnTo>
                  <a:pt x="2585202" y="333277"/>
                </a:lnTo>
                <a:lnTo>
                  <a:pt x="2584555" y="333427"/>
                </a:lnTo>
                <a:lnTo>
                  <a:pt x="2583899" y="333563"/>
                </a:lnTo>
                <a:lnTo>
                  <a:pt x="2583234" y="333684"/>
                </a:lnTo>
                <a:lnTo>
                  <a:pt x="2582558" y="333791"/>
                </a:lnTo>
                <a:lnTo>
                  <a:pt x="2581873" y="333883"/>
                </a:lnTo>
                <a:lnTo>
                  <a:pt x="2581178" y="333962"/>
                </a:lnTo>
                <a:lnTo>
                  <a:pt x="2580474" y="334026"/>
                </a:lnTo>
                <a:lnTo>
                  <a:pt x="2579760" y="334076"/>
                </a:lnTo>
                <a:lnTo>
                  <a:pt x="2579036" y="334112"/>
                </a:lnTo>
                <a:lnTo>
                  <a:pt x="2578303" y="334133"/>
                </a:lnTo>
                <a:lnTo>
                  <a:pt x="2577560" y="334140"/>
                </a:lnTo>
                <a:lnTo>
                  <a:pt x="2576786" y="334133"/>
                </a:lnTo>
                <a:lnTo>
                  <a:pt x="2576022" y="334110"/>
                </a:lnTo>
                <a:lnTo>
                  <a:pt x="2575269" y="334072"/>
                </a:lnTo>
                <a:lnTo>
                  <a:pt x="2574526" y="334019"/>
                </a:lnTo>
                <a:lnTo>
                  <a:pt x="2573794" y="333951"/>
                </a:lnTo>
                <a:lnTo>
                  <a:pt x="2573073" y="333868"/>
                </a:lnTo>
                <a:lnTo>
                  <a:pt x="2572362" y="33376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C74DE4-C7B6-4F64-9F1B-659D9156C4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2164" y="1668467"/>
            <a:ext cx="284745" cy="213558"/>
          </a:xfrm>
          <a:custGeom xmlns:a="http://schemas.openxmlformats.org/drawingml/2006/main">
            <a:pathLst>
              <a:path w="284745" h="213558">
                <a:moveTo>
                  <a:pt x="98371" y="213558"/>
                </a:moveTo>
                <a:lnTo>
                  <a:pt x="0" y="112125"/>
                </a:lnTo>
                <a:lnTo>
                  <a:pt x="20739" y="90741"/>
                </a:lnTo>
                <a:lnTo>
                  <a:pt x="98371" y="170789"/>
                </a:lnTo>
                <a:lnTo>
                  <a:pt x="264006" y="0"/>
                </a:lnTo>
                <a:lnTo>
                  <a:pt x="284745" y="21385"/>
                </a:lnTo>
                <a:lnTo>
                  <a:pt x="98371" y="213558"/>
                </a:lnTo>
                <a:close/>
              </a:path>
            </a:pathLst>
          </a:custGeom>
          <a:solidFill xmlns:a="http://schemas.openxmlformats.org/drawingml/2006/main">
            <a:srgbClr val="22863A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7F90B1-4AA9-4B67-88AC-E242E2FB0D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36076" y="4622693"/>
            <a:ext cx="284745" cy="213558"/>
          </a:xfrm>
          <a:custGeom xmlns:a="http://schemas.openxmlformats.org/drawingml/2006/main">
            <a:pathLst>
              <a:path w="284745" h="213558">
                <a:moveTo>
                  <a:pt x="98371" y="213558"/>
                </a:moveTo>
                <a:lnTo>
                  <a:pt x="0" y="112125"/>
                </a:lnTo>
                <a:lnTo>
                  <a:pt x="20739" y="90741"/>
                </a:lnTo>
                <a:lnTo>
                  <a:pt x="98371" y="170789"/>
                </a:lnTo>
                <a:lnTo>
                  <a:pt x="264006" y="0"/>
                </a:lnTo>
                <a:lnTo>
                  <a:pt x="284745" y="21385"/>
                </a:lnTo>
                <a:lnTo>
                  <a:pt x="98371" y="213558"/>
                </a:lnTo>
                <a:close/>
              </a:path>
            </a:pathLst>
          </a:custGeom>
          <a:solidFill xmlns:a="http://schemas.openxmlformats.org/drawingml/2006/main">
            <a:srgbClr val="22863A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C49615-6856-416B-B262-9D07E2F2E1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69112" y="4622693"/>
            <a:ext cx="284745" cy="213558"/>
          </a:xfrm>
          <a:custGeom xmlns:a="http://schemas.openxmlformats.org/drawingml/2006/main">
            <a:pathLst>
              <a:path w="284745" h="213558">
                <a:moveTo>
                  <a:pt x="98371" y="213558"/>
                </a:moveTo>
                <a:lnTo>
                  <a:pt x="0" y="112125"/>
                </a:lnTo>
                <a:lnTo>
                  <a:pt x="20739" y="90741"/>
                </a:lnTo>
                <a:lnTo>
                  <a:pt x="98371" y="170789"/>
                </a:lnTo>
                <a:lnTo>
                  <a:pt x="264006" y="0"/>
                </a:lnTo>
                <a:lnTo>
                  <a:pt x="284745" y="21385"/>
                </a:lnTo>
                <a:lnTo>
                  <a:pt x="98371" y="213558"/>
                </a:lnTo>
                <a:close/>
              </a:path>
            </a:pathLst>
          </a:custGeom>
          <a:solidFill xmlns:a="http://schemas.openxmlformats.org/drawingml/2006/main">
            <a:srgbClr val="22863A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468D87-C258-497A-A49F-9FA10B57F4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36083" y="1650670"/>
            <a:ext cx="249152" cy="249092"/>
          </a:xfrm>
          <a:custGeom xmlns:a="http://schemas.openxmlformats.org/drawingml/2006/main">
            <a:pathLst>
              <a:path w="249152" h="249092">
                <a:moveTo>
                  <a:pt x="235804" y="0"/>
                </a:moveTo>
                <a:cubicBezTo>
                  <a:pt x="239344" y="0"/>
                  <a:pt x="242739" y="1406"/>
                  <a:pt x="245242" y="3909"/>
                </a:cubicBezTo>
                <a:cubicBezTo>
                  <a:pt x="247745" y="6412"/>
                  <a:pt x="249152" y="9807"/>
                  <a:pt x="249152" y="13347"/>
                </a:cubicBezTo>
                <a:lnTo>
                  <a:pt x="249152" y="133474"/>
                </a:lnTo>
                <a:lnTo>
                  <a:pt x="249080" y="134720"/>
                </a:lnTo>
                <a:cubicBezTo>
                  <a:pt x="248769" y="148152"/>
                  <a:pt x="245052" y="161286"/>
                  <a:pt x="238279" y="172890"/>
                </a:cubicBezTo>
                <a:cubicBezTo>
                  <a:pt x="231506" y="184494"/>
                  <a:pt x="221898" y="194188"/>
                  <a:pt x="210355" y="201065"/>
                </a:cubicBezTo>
                <a:lnTo>
                  <a:pt x="134115" y="246446"/>
                </a:lnTo>
                <a:lnTo>
                  <a:pt x="131961" y="247532"/>
                </a:lnTo>
                <a:cubicBezTo>
                  <a:pt x="129395" y="248621"/>
                  <a:pt x="126608" y="249092"/>
                  <a:pt x="123826" y="248907"/>
                </a:cubicBezTo>
                <a:cubicBezTo>
                  <a:pt x="121044" y="248721"/>
                  <a:pt x="118344" y="247885"/>
                  <a:pt x="115944" y="246464"/>
                </a:cubicBezTo>
                <a:lnTo>
                  <a:pt x="38974" y="201012"/>
                </a:lnTo>
                <a:cubicBezTo>
                  <a:pt x="27866" y="194442"/>
                  <a:pt x="18527" y="185263"/>
                  <a:pt x="11767" y="174270"/>
                </a:cubicBezTo>
                <a:cubicBezTo>
                  <a:pt x="5006" y="163277"/>
                  <a:pt x="1028" y="150801"/>
                  <a:pt x="178" y="137923"/>
                </a:cubicBezTo>
                <a:lnTo>
                  <a:pt x="89" y="134827"/>
                </a:lnTo>
                <a:lnTo>
                  <a:pt x="0" y="133474"/>
                </a:lnTo>
                <a:lnTo>
                  <a:pt x="0" y="13347"/>
                </a:lnTo>
                <a:cubicBezTo>
                  <a:pt x="0" y="9807"/>
                  <a:pt x="1406" y="6412"/>
                  <a:pt x="3909" y="3909"/>
                </a:cubicBezTo>
                <a:cubicBezTo>
                  <a:pt x="6412" y="1406"/>
                  <a:pt x="9807" y="0"/>
                  <a:pt x="13347" y="0"/>
                </a:cubicBezTo>
                <a:cubicBezTo>
                  <a:pt x="16887" y="0"/>
                  <a:pt x="20282" y="1406"/>
                  <a:pt x="22785" y="3909"/>
                </a:cubicBezTo>
                <a:cubicBezTo>
                  <a:pt x="25289" y="6412"/>
                  <a:pt x="26695" y="9807"/>
                  <a:pt x="26695" y="13347"/>
                </a:cubicBezTo>
                <a:lnTo>
                  <a:pt x="26695" y="73375"/>
                </a:lnTo>
                <a:cubicBezTo>
                  <a:pt x="40142" y="61413"/>
                  <a:pt x="57269" y="54400"/>
                  <a:pt x="75244" y="53496"/>
                </a:cubicBezTo>
                <a:lnTo>
                  <a:pt x="79319" y="53390"/>
                </a:lnTo>
                <a:lnTo>
                  <a:pt x="169726" y="53390"/>
                </a:lnTo>
                <a:lnTo>
                  <a:pt x="173819" y="53496"/>
                </a:lnTo>
                <a:cubicBezTo>
                  <a:pt x="191831" y="54395"/>
                  <a:pt x="208994" y="61429"/>
                  <a:pt x="222457" y="73429"/>
                </a:cubicBezTo>
                <a:lnTo>
                  <a:pt x="222457" y="13347"/>
                </a:lnTo>
                <a:cubicBezTo>
                  <a:pt x="222457" y="9807"/>
                  <a:pt x="223863" y="6412"/>
                  <a:pt x="226366" y="3909"/>
                </a:cubicBezTo>
                <a:cubicBezTo>
                  <a:pt x="228869" y="1406"/>
                  <a:pt x="232264" y="0"/>
                  <a:pt x="235804" y="0"/>
                </a:cubicBezTo>
                <a:close/>
                <a:moveTo>
                  <a:pt x="79319" y="80084"/>
                </a:moveTo>
                <a:cubicBezTo>
                  <a:pt x="67785" y="80091"/>
                  <a:pt x="56572" y="83886"/>
                  <a:pt x="47406" y="90887"/>
                </a:cubicBezTo>
                <a:cubicBezTo>
                  <a:pt x="38239" y="97888"/>
                  <a:pt x="31627" y="107707"/>
                  <a:pt x="28586" y="118833"/>
                </a:cubicBezTo>
                <a:cubicBezTo>
                  <a:pt x="25544" y="129959"/>
                  <a:pt x="26242" y="141776"/>
                  <a:pt x="30573" y="152466"/>
                </a:cubicBezTo>
                <a:cubicBezTo>
                  <a:pt x="34903" y="163157"/>
                  <a:pt x="42626" y="172128"/>
                  <a:pt x="52553" y="178001"/>
                </a:cubicBezTo>
                <a:lnTo>
                  <a:pt x="124985" y="220784"/>
                </a:lnTo>
                <a:lnTo>
                  <a:pt x="196705" y="178126"/>
                </a:lnTo>
                <a:cubicBezTo>
                  <a:pt x="206628" y="172218"/>
                  <a:pt x="214337" y="163217"/>
                  <a:pt x="218649" y="152504"/>
                </a:cubicBezTo>
                <a:cubicBezTo>
                  <a:pt x="222961" y="141791"/>
                  <a:pt x="223637" y="129959"/>
                  <a:pt x="220573" y="118825"/>
                </a:cubicBezTo>
                <a:cubicBezTo>
                  <a:pt x="217509" y="107691"/>
                  <a:pt x="210874" y="97870"/>
                  <a:pt x="201689" y="90871"/>
                </a:cubicBezTo>
                <a:cubicBezTo>
                  <a:pt x="192503" y="83873"/>
                  <a:pt x="181274" y="80083"/>
                  <a:pt x="169726" y="80084"/>
                </a:cubicBezTo>
                <a:lnTo>
                  <a:pt x="79319" y="80084"/>
                </a:lnTo>
                <a:close/>
                <a:moveTo>
                  <a:pt x="173516" y="115678"/>
                </a:moveTo>
                <a:cubicBezTo>
                  <a:pt x="177056" y="115678"/>
                  <a:pt x="180451" y="117084"/>
                  <a:pt x="182954" y="119587"/>
                </a:cubicBezTo>
                <a:cubicBezTo>
                  <a:pt x="185457" y="122090"/>
                  <a:pt x="186864" y="125485"/>
                  <a:pt x="186864" y="129025"/>
                </a:cubicBezTo>
                <a:cubicBezTo>
                  <a:pt x="186864" y="132565"/>
                  <a:pt x="185457" y="135960"/>
                  <a:pt x="182954" y="138463"/>
                </a:cubicBezTo>
                <a:cubicBezTo>
                  <a:pt x="180451" y="140966"/>
                  <a:pt x="177056" y="142372"/>
                  <a:pt x="173516" y="142372"/>
                </a:cubicBezTo>
                <a:lnTo>
                  <a:pt x="75635" y="142372"/>
                </a:lnTo>
                <a:cubicBezTo>
                  <a:pt x="72095" y="142372"/>
                  <a:pt x="68700" y="140966"/>
                  <a:pt x="66197" y="138463"/>
                </a:cubicBezTo>
                <a:cubicBezTo>
                  <a:pt x="63694" y="135960"/>
                  <a:pt x="62288" y="132565"/>
                  <a:pt x="62288" y="129025"/>
                </a:cubicBezTo>
                <a:cubicBezTo>
                  <a:pt x="62288" y="125485"/>
                  <a:pt x="63694" y="122090"/>
                  <a:pt x="66197" y="119587"/>
                </a:cubicBezTo>
                <a:cubicBezTo>
                  <a:pt x="68700" y="117084"/>
                  <a:pt x="72095" y="115678"/>
                  <a:pt x="75635" y="115678"/>
                </a:cubicBezTo>
                <a:lnTo>
                  <a:pt x="173516" y="115678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0709F9-FD09-4E6B-8F9B-F1BD112645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80153" y="4587100"/>
            <a:ext cx="249152" cy="249092"/>
          </a:xfrm>
          <a:custGeom xmlns:a="http://schemas.openxmlformats.org/drawingml/2006/main">
            <a:pathLst>
              <a:path w="249152" h="249092">
                <a:moveTo>
                  <a:pt x="235804" y="0"/>
                </a:moveTo>
                <a:cubicBezTo>
                  <a:pt x="239344" y="0"/>
                  <a:pt x="242739" y="1406"/>
                  <a:pt x="245242" y="3909"/>
                </a:cubicBezTo>
                <a:cubicBezTo>
                  <a:pt x="247745" y="6412"/>
                  <a:pt x="249152" y="9807"/>
                  <a:pt x="249152" y="13347"/>
                </a:cubicBezTo>
                <a:lnTo>
                  <a:pt x="249152" y="133474"/>
                </a:lnTo>
                <a:lnTo>
                  <a:pt x="249080" y="134720"/>
                </a:lnTo>
                <a:cubicBezTo>
                  <a:pt x="248769" y="148152"/>
                  <a:pt x="245052" y="161286"/>
                  <a:pt x="238279" y="172890"/>
                </a:cubicBezTo>
                <a:cubicBezTo>
                  <a:pt x="231506" y="184494"/>
                  <a:pt x="221898" y="194188"/>
                  <a:pt x="210355" y="201065"/>
                </a:cubicBezTo>
                <a:lnTo>
                  <a:pt x="134115" y="246446"/>
                </a:lnTo>
                <a:lnTo>
                  <a:pt x="131961" y="247532"/>
                </a:lnTo>
                <a:cubicBezTo>
                  <a:pt x="129395" y="248621"/>
                  <a:pt x="126608" y="249092"/>
                  <a:pt x="123826" y="248907"/>
                </a:cubicBezTo>
                <a:cubicBezTo>
                  <a:pt x="121044" y="248721"/>
                  <a:pt x="118344" y="247885"/>
                  <a:pt x="115944" y="246464"/>
                </a:cubicBezTo>
                <a:lnTo>
                  <a:pt x="38974" y="201012"/>
                </a:lnTo>
                <a:cubicBezTo>
                  <a:pt x="27866" y="194442"/>
                  <a:pt x="18527" y="185263"/>
                  <a:pt x="11767" y="174270"/>
                </a:cubicBezTo>
                <a:cubicBezTo>
                  <a:pt x="5006" y="163277"/>
                  <a:pt x="1028" y="150801"/>
                  <a:pt x="178" y="137923"/>
                </a:cubicBezTo>
                <a:lnTo>
                  <a:pt x="89" y="134827"/>
                </a:lnTo>
                <a:lnTo>
                  <a:pt x="0" y="133474"/>
                </a:lnTo>
                <a:lnTo>
                  <a:pt x="0" y="13347"/>
                </a:lnTo>
                <a:cubicBezTo>
                  <a:pt x="0" y="9807"/>
                  <a:pt x="1406" y="6412"/>
                  <a:pt x="3909" y="3909"/>
                </a:cubicBezTo>
                <a:cubicBezTo>
                  <a:pt x="6412" y="1406"/>
                  <a:pt x="9807" y="0"/>
                  <a:pt x="13347" y="0"/>
                </a:cubicBezTo>
                <a:cubicBezTo>
                  <a:pt x="16887" y="0"/>
                  <a:pt x="20282" y="1406"/>
                  <a:pt x="22785" y="3909"/>
                </a:cubicBezTo>
                <a:cubicBezTo>
                  <a:pt x="25289" y="6412"/>
                  <a:pt x="26695" y="9807"/>
                  <a:pt x="26695" y="13347"/>
                </a:cubicBezTo>
                <a:lnTo>
                  <a:pt x="26695" y="73375"/>
                </a:lnTo>
                <a:cubicBezTo>
                  <a:pt x="40142" y="61413"/>
                  <a:pt x="57269" y="54400"/>
                  <a:pt x="75244" y="53496"/>
                </a:cubicBezTo>
                <a:lnTo>
                  <a:pt x="79319" y="53390"/>
                </a:lnTo>
                <a:lnTo>
                  <a:pt x="169726" y="53390"/>
                </a:lnTo>
                <a:lnTo>
                  <a:pt x="173819" y="53496"/>
                </a:lnTo>
                <a:cubicBezTo>
                  <a:pt x="191831" y="54395"/>
                  <a:pt x="208994" y="61429"/>
                  <a:pt x="222457" y="73429"/>
                </a:cubicBezTo>
                <a:lnTo>
                  <a:pt x="222457" y="13347"/>
                </a:lnTo>
                <a:cubicBezTo>
                  <a:pt x="222457" y="9807"/>
                  <a:pt x="223863" y="6412"/>
                  <a:pt x="226366" y="3909"/>
                </a:cubicBezTo>
                <a:cubicBezTo>
                  <a:pt x="228869" y="1406"/>
                  <a:pt x="232264" y="0"/>
                  <a:pt x="235804" y="0"/>
                </a:cubicBezTo>
                <a:close/>
                <a:moveTo>
                  <a:pt x="79319" y="80084"/>
                </a:moveTo>
                <a:cubicBezTo>
                  <a:pt x="67785" y="80091"/>
                  <a:pt x="56572" y="83886"/>
                  <a:pt x="47406" y="90887"/>
                </a:cubicBezTo>
                <a:cubicBezTo>
                  <a:pt x="38239" y="97888"/>
                  <a:pt x="31627" y="107707"/>
                  <a:pt x="28586" y="118833"/>
                </a:cubicBezTo>
                <a:cubicBezTo>
                  <a:pt x="25544" y="129959"/>
                  <a:pt x="26242" y="141776"/>
                  <a:pt x="30573" y="152466"/>
                </a:cubicBezTo>
                <a:cubicBezTo>
                  <a:pt x="34903" y="163157"/>
                  <a:pt x="42626" y="172128"/>
                  <a:pt x="52553" y="178001"/>
                </a:cubicBezTo>
                <a:lnTo>
                  <a:pt x="124985" y="220784"/>
                </a:lnTo>
                <a:lnTo>
                  <a:pt x="196705" y="178126"/>
                </a:lnTo>
                <a:cubicBezTo>
                  <a:pt x="206628" y="172218"/>
                  <a:pt x="214337" y="163217"/>
                  <a:pt x="218649" y="152504"/>
                </a:cubicBezTo>
                <a:cubicBezTo>
                  <a:pt x="222961" y="141791"/>
                  <a:pt x="223637" y="129959"/>
                  <a:pt x="220573" y="118825"/>
                </a:cubicBezTo>
                <a:cubicBezTo>
                  <a:pt x="217509" y="107691"/>
                  <a:pt x="210874" y="97870"/>
                  <a:pt x="201689" y="90871"/>
                </a:cubicBezTo>
                <a:cubicBezTo>
                  <a:pt x="192503" y="83873"/>
                  <a:pt x="181274" y="80083"/>
                  <a:pt x="169726" y="80084"/>
                </a:cubicBezTo>
                <a:lnTo>
                  <a:pt x="79319" y="80084"/>
                </a:lnTo>
                <a:close/>
                <a:moveTo>
                  <a:pt x="173516" y="115678"/>
                </a:moveTo>
                <a:cubicBezTo>
                  <a:pt x="177056" y="115678"/>
                  <a:pt x="180451" y="117084"/>
                  <a:pt x="182954" y="119587"/>
                </a:cubicBezTo>
                <a:cubicBezTo>
                  <a:pt x="185457" y="122090"/>
                  <a:pt x="186864" y="125485"/>
                  <a:pt x="186864" y="129025"/>
                </a:cubicBezTo>
                <a:cubicBezTo>
                  <a:pt x="186864" y="132565"/>
                  <a:pt x="185457" y="135960"/>
                  <a:pt x="182954" y="138463"/>
                </a:cubicBezTo>
                <a:cubicBezTo>
                  <a:pt x="180451" y="140966"/>
                  <a:pt x="177056" y="142372"/>
                  <a:pt x="173516" y="142372"/>
                </a:cubicBezTo>
                <a:lnTo>
                  <a:pt x="75635" y="142372"/>
                </a:lnTo>
                <a:cubicBezTo>
                  <a:pt x="72095" y="142372"/>
                  <a:pt x="68700" y="140966"/>
                  <a:pt x="66197" y="138463"/>
                </a:cubicBezTo>
                <a:cubicBezTo>
                  <a:pt x="63694" y="135960"/>
                  <a:pt x="62288" y="132565"/>
                  <a:pt x="62288" y="129025"/>
                </a:cubicBezTo>
                <a:cubicBezTo>
                  <a:pt x="62288" y="125485"/>
                  <a:pt x="63694" y="122090"/>
                  <a:pt x="66197" y="119587"/>
                </a:cubicBezTo>
                <a:cubicBezTo>
                  <a:pt x="68700" y="117084"/>
                  <a:pt x="72095" y="115678"/>
                  <a:pt x="75635" y="115678"/>
                </a:cubicBezTo>
                <a:lnTo>
                  <a:pt x="173516" y="115678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54799D-B505-474B-883D-E4DD30D459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47937" y="4604897"/>
            <a:ext cx="249152" cy="249092"/>
          </a:xfrm>
          <a:custGeom xmlns:a="http://schemas.openxmlformats.org/drawingml/2006/main">
            <a:pathLst>
              <a:path w="249152" h="249092">
                <a:moveTo>
                  <a:pt x="235804" y="0"/>
                </a:moveTo>
                <a:cubicBezTo>
                  <a:pt x="239344" y="0"/>
                  <a:pt x="242739" y="1406"/>
                  <a:pt x="245242" y="3909"/>
                </a:cubicBezTo>
                <a:cubicBezTo>
                  <a:pt x="247745" y="6412"/>
                  <a:pt x="249152" y="9807"/>
                  <a:pt x="249152" y="13347"/>
                </a:cubicBezTo>
                <a:lnTo>
                  <a:pt x="249152" y="133474"/>
                </a:lnTo>
                <a:lnTo>
                  <a:pt x="249080" y="134720"/>
                </a:lnTo>
                <a:cubicBezTo>
                  <a:pt x="248769" y="148152"/>
                  <a:pt x="245052" y="161286"/>
                  <a:pt x="238279" y="172890"/>
                </a:cubicBezTo>
                <a:cubicBezTo>
                  <a:pt x="231506" y="184494"/>
                  <a:pt x="221898" y="194188"/>
                  <a:pt x="210355" y="201065"/>
                </a:cubicBezTo>
                <a:lnTo>
                  <a:pt x="134115" y="246446"/>
                </a:lnTo>
                <a:lnTo>
                  <a:pt x="131961" y="247532"/>
                </a:lnTo>
                <a:cubicBezTo>
                  <a:pt x="129395" y="248621"/>
                  <a:pt x="126608" y="249092"/>
                  <a:pt x="123826" y="248907"/>
                </a:cubicBezTo>
                <a:cubicBezTo>
                  <a:pt x="121044" y="248721"/>
                  <a:pt x="118344" y="247885"/>
                  <a:pt x="115944" y="246464"/>
                </a:cubicBezTo>
                <a:lnTo>
                  <a:pt x="38974" y="201012"/>
                </a:lnTo>
                <a:cubicBezTo>
                  <a:pt x="27866" y="194442"/>
                  <a:pt x="18527" y="185263"/>
                  <a:pt x="11767" y="174270"/>
                </a:cubicBezTo>
                <a:cubicBezTo>
                  <a:pt x="5006" y="163277"/>
                  <a:pt x="1028" y="150801"/>
                  <a:pt x="178" y="137923"/>
                </a:cubicBezTo>
                <a:lnTo>
                  <a:pt x="89" y="134827"/>
                </a:lnTo>
                <a:lnTo>
                  <a:pt x="0" y="133474"/>
                </a:lnTo>
                <a:lnTo>
                  <a:pt x="0" y="13347"/>
                </a:lnTo>
                <a:cubicBezTo>
                  <a:pt x="0" y="9807"/>
                  <a:pt x="1406" y="6412"/>
                  <a:pt x="3909" y="3909"/>
                </a:cubicBezTo>
                <a:cubicBezTo>
                  <a:pt x="6412" y="1406"/>
                  <a:pt x="9807" y="0"/>
                  <a:pt x="13347" y="0"/>
                </a:cubicBezTo>
                <a:cubicBezTo>
                  <a:pt x="16887" y="0"/>
                  <a:pt x="20282" y="1406"/>
                  <a:pt x="22785" y="3909"/>
                </a:cubicBezTo>
                <a:cubicBezTo>
                  <a:pt x="25289" y="6412"/>
                  <a:pt x="26695" y="9807"/>
                  <a:pt x="26695" y="13347"/>
                </a:cubicBezTo>
                <a:lnTo>
                  <a:pt x="26695" y="73375"/>
                </a:lnTo>
                <a:cubicBezTo>
                  <a:pt x="40142" y="61413"/>
                  <a:pt x="57269" y="54400"/>
                  <a:pt x="75244" y="53496"/>
                </a:cubicBezTo>
                <a:lnTo>
                  <a:pt x="79319" y="53390"/>
                </a:lnTo>
                <a:lnTo>
                  <a:pt x="169726" y="53390"/>
                </a:lnTo>
                <a:lnTo>
                  <a:pt x="173819" y="53496"/>
                </a:lnTo>
                <a:cubicBezTo>
                  <a:pt x="191831" y="54395"/>
                  <a:pt x="208994" y="61429"/>
                  <a:pt x="222457" y="73429"/>
                </a:cubicBezTo>
                <a:lnTo>
                  <a:pt x="222457" y="13347"/>
                </a:lnTo>
                <a:cubicBezTo>
                  <a:pt x="222457" y="9807"/>
                  <a:pt x="223863" y="6412"/>
                  <a:pt x="226366" y="3909"/>
                </a:cubicBezTo>
                <a:cubicBezTo>
                  <a:pt x="228869" y="1406"/>
                  <a:pt x="232264" y="0"/>
                  <a:pt x="235804" y="0"/>
                </a:cubicBezTo>
                <a:close/>
                <a:moveTo>
                  <a:pt x="79319" y="80084"/>
                </a:moveTo>
                <a:cubicBezTo>
                  <a:pt x="67785" y="80091"/>
                  <a:pt x="56572" y="83886"/>
                  <a:pt x="47406" y="90887"/>
                </a:cubicBezTo>
                <a:cubicBezTo>
                  <a:pt x="38239" y="97888"/>
                  <a:pt x="31627" y="107707"/>
                  <a:pt x="28586" y="118833"/>
                </a:cubicBezTo>
                <a:cubicBezTo>
                  <a:pt x="25544" y="129959"/>
                  <a:pt x="26242" y="141776"/>
                  <a:pt x="30573" y="152466"/>
                </a:cubicBezTo>
                <a:cubicBezTo>
                  <a:pt x="34903" y="163157"/>
                  <a:pt x="42626" y="172128"/>
                  <a:pt x="52553" y="178001"/>
                </a:cubicBezTo>
                <a:lnTo>
                  <a:pt x="124985" y="220784"/>
                </a:lnTo>
                <a:lnTo>
                  <a:pt x="196705" y="178126"/>
                </a:lnTo>
                <a:cubicBezTo>
                  <a:pt x="206628" y="172218"/>
                  <a:pt x="214337" y="163217"/>
                  <a:pt x="218649" y="152504"/>
                </a:cubicBezTo>
                <a:cubicBezTo>
                  <a:pt x="222961" y="141791"/>
                  <a:pt x="223637" y="129959"/>
                  <a:pt x="220573" y="118825"/>
                </a:cubicBezTo>
                <a:cubicBezTo>
                  <a:pt x="217509" y="107691"/>
                  <a:pt x="210874" y="97870"/>
                  <a:pt x="201689" y="90871"/>
                </a:cubicBezTo>
                <a:cubicBezTo>
                  <a:pt x="192503" y="83873"/>
                  <a:pt x="181274" y="80083"/>
                  <a:pt x="169726" y="80084"/>
                </a:cubicBezTo>
                <a:lnTo>
                  <a:pt x="79319" y="80084"/>
                </a:lnTo>
                <a:close/>
                <a:moveTo>
                  <a:pt x="173516" y="115678"/>
                </a:moveTo>
                <a:cubicBezTo>
                  <a:pt x="177056" y="115678"/>
                  <a:pt x="180451" y="117084"/>
                  <a:pt x="182954" y="119587"/>
                </a:cubicBezTo>
                <a:cubicBezTo>
                  <a:pt x="185457" y="122090"/>
                  <a:pt x="186864" y="125485"/>
                  <a:pt x="186864" y="129025"/>
                </a:cubicBezTo>
                <a:cubicBezTo>
                  <a:pt x="186864" y="132565"/>
                  <a:pt x="185457" y="135960"/>
                  <a:pt x="182954" y="138463"/>
                </a:cubicBezTo>
                <a:cubicBezTo>
                  <a:pt x="180451" y="140966"/>
                  <a:pt x="177056" y="142372"/>
                  <a:pt x="173516" y="142372"/>
                </a:cubicBezTo>
                <a:lnTo>
                  <a:pt x="75635" y="142372"/>
                </a:lnTo>
                <a:cubicBezTo>
                  <a:pt x="72095" y="142372"/>
                  <a:pt x="68700" y="140966"/>
                  <a:pt x="66197" y="138463"/>
                </a:cubicBezTo>
                <a:cubicBezTo>
                  <a:pt x="63694" y="135960"/>
                  <a:pt x="62288" y="132565"/>
                  <a:pt x="62288" y="129025"/>
                </a:cubicBezTo>
                <a:cubicBezTo>
                  <a:pt x="62288" y="125485"/>
                  <a:pt x="63694" y="122090"/>
                  <a:pt x="66197" y="119587"/>
                </a:cubicBezTo>
                <a:cubicBezTo>
                  <a:pt x="68700" y="117084"/>
                  <a:pt x="72095" y="115678"/>
                  <a:pt x="75635" y="115678"/>
                </a:cubicBezTo>
                <a:lnTo>
                  <a:pt x="173516" y="115678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D5FB61-D4FA-4C72-9277-27B963687B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16715" y="197825"/>
            <a:ext cx="1761570" cy="210222"/>
          </a:xfrm>
          <a:custGeom xmlns:a="http://schemas.openxmlformats.org/drawingml/2006/main">
            <a:pathLst>
              <a:path w="1761570" h="210222">
                <a:moveTo>
                  <a:pt x="43784" y="67445"/>
                </a:moveTo>
                <a:lnTo>
                  <a:pt x="92218" y="36503"/>
                </a:lnTo>
                <a:lnTo>
                  <a:pt x="93432" y="36503"/>
                </a:lnTo>
                <a:lnTo>
                  <a:pt x="93432" y="207087"/>
                </a:lnTo>
                <a:lnTo>
                  <a:pt x="130946" y="207087"/>
                </a:lnTo>
                <a:lnTo>
                  <a:pt x="130946" y="0"/>
                </a:lnTo>
                <a:lnTo>
                  <a:pt x="95252" y="0"/>
                </a:lnTo>
                <a:lnTo>
                  <a:pt x="43784" y="33065"/>
                </a:lnTo>
                <a:lnTo>
                  <a:pt x="43784" y="67445"/>
                </a:lnTo>
                <a:close/>
                <a:moveTo>
                  <a:pt x="478601" y="206972"/>
                </a:moveTo>
                <a:lnTo>
                  <a:pt x="480483" y="206882"/>
                </a:lnTo>
                <a:lnTo>
                  <a:pt x="482337" y="206767"/>
                </a:lnTo>
                <a:lnTo>
                  <a:pt x="484163" y="206626"/>
                </a:lnTo>
                <a:lnTo>
                  <a:pt x="485960" y="206459"/>
                </a:lnTo>
                <a:lnTo>
                  <a:pt x="487730" y="206267"/>
                </a:lnTo>
                <a:lnTo>
                  <a:pt x="489471" y="206049"/>
                </a:lnTo>
                <a:lnTo>
                  <a:pt x="491185" y="205806"/>
                </a:lnTo>
                <a:lnTo>
                  <a:pt x="492870" y="205536"/>
                </a:lnTo>
                <a:lnTo>
                  <a:pt x="494527" y="205242"/>
                </a:lnTo>
                <a:lnTo>
                  <a:pt x="496156" y="204921"/>
                </a:lnTo>
                <a:lnTo>
                  <a:pt x="497757" y="204575"/>
                </a:lnTo>
                <a:lnTo>
                  <a:pt x="499330" y="204204"/>
                </a:lnTo>
                <a:lnTo>
                  <a:pt x="500875" y="203806"/>
                </a:lnTo>
                <a:lnTo>
                  <a:pt x="502392" y="203383"/>
                </a:lnTo>
                <a:lnTo>
                  <a:pt x="503880" y="202935"/>
                </a:lnTo>
                <a:lnTo>
                  <a:pt x="505341" y="202461"/>
                </a:lnTo>
                <a:lnTo>
                  <a:pt x="506774" y="201961"/>
                </a:lnTo>
                <a:lnTo>
                  <a:pt x="508178" y="201436"/>
                </a:lnTo>
                <a:lnTo>
                  <a:pt x="509554" y="200885"/>
                </a:lnTo>
                <a:lnTo>
                  <a:pt x="510902" y="200308"/>
                </a:lnTo>
                <a:lnTo>
                  <a:pt x="512223" y="199706"/>
                </a:lnTo>
                <a:lnTo>
                  <a:pt x="513515" y="199081"/>
                </a:lnTo>
                <a:lnTo>
                  <a:pt x="514780" y="198438"/>
                </a:lnTo>
                <a:lnTo>
                  <a:pt x="516018" y="197776"/>
                </a:lnTo>
                <a:lnTo>
                  <a:pt x="517228" y="197096"/>
                </a:lnTo>
                <a:lnTo>
                  <a:pt x="518411" y="196397"/>
                </a:lnTo>
                <a:lnTo>
                  <a:pt x="519566" y="195680"/>
                </a:lnTo>
                <a:lnTo>
                  <a:pt x="520694" y="194944"/>
                </a:lnTo>
                <a:lnTo>
                  <a:pt x="521795" y="194189"/>
                </a:lnTo>
                <a:lnTo>
                  <a:pt x="522868" y="193416"/>
                </a:lnTo>
                <a:lnTo>
                  <a:pt x="523914" y="192624"/>
                </a:lnTo>
                <a:lnTo>
                  <a:pt x="524933" y="191813"/>
                </a:lnTo>
                <a:lnTo>
                  <a:pt x="525924" y="190984"/>
                </a:lnTo>
                <a:lnTo>
                  <a:pt x="526888" y="190136"/>
                </a:lnTo>
                <a:lnTo>
                  <a:pt x="527824" y="189270"/>
                </a:lnTo>
                <a:lnTo>
                  <a:pt x="528733" y="188385"/>
                </a:lnTo>
                <a:lnTo>
                  <a:pt x="529615" y="187482"/>
                </a:lnTo>
                <a:lnTo>
                  <a:pt x="530469" y="186559"/>
                </a:lnTo>
                <a:lnTo>
                  <a:pt x="531296" y="185619"/>
                </a:lnTo>
                <a:lnTo>
                  <a:pt x="532095" y="184659"/>
                </a:lnTo>
                <a:lnTo>
                  <a:pt x="532867" y="183681"/>
                </a:lnTo>
                <a:lnTo>
                  <a:pt x="533612" y="182685"/>
                </a:lnTo>
                <a:lnTo>
                  <a:pt x="534329" y="181670"/>
                </a:lnTo>
                <a:lnTo>
                  <a:pt x="535019" y="180636"/>
                </a:lnTo>
                <a:lnTo>
                  <a:pt x="535682" y="179583"/>
                </a:lnTo>
                <a:lnTo>
                  <a:pt x="536317" y="178508"/>
                </a:lnTo>
                <a:lnTo>
                  <a:pt x="536925" y="177421"/>
                </a:lnTo>
                <a:lnTo>
                  <a:pt x="537507" y="176322"/>
                </a:lnTo>
                <a:lnTo>
                  <a:pt x="538061" y="175213"/>
                </a:lnTo>
                <a:lnTo>
                  <a:pt x="538588" y="174092"/>
                </a:lnTo>
                <a:lnTo>
                  <a:pt x="539088" y="172960"/>
                </a:lnTo>
                <a:lnTo>
                  <a:pt x="539561" y="171817"/>
                </a:lnTo>
                <a:lnTo>
                  <a:pt x="540007" y="170663"/>
                </a:lnTo>
                <a:lnTo>
                  <a:pt x="540426" y="169497"/>
                </a:lnTo>
                <a:lnTo>
                  <a:pt x="540818" y="168320"/>
                </a:lnTo>
                <a:lnTo>
                  <a:pt x="541183" y="167132"/>
                </a:lnTo>
                <a:lnTo>
                  <a:pt x="541521" y="165933"/>
                </a:lnTo>
                <a:lnTo>
                  <a:pt x="541832" y="164722"/>
                </a:lnTo>
                <a:lnTo>
                  <a:pt x="542116" y="163500"/>
                </a:lnTo>
                <a:lnTo>
                  <a:pt x="542373" y="162267"/>
                </a:lnTo>
                <a:lnTo>
                  <a:pt x="542603" y="161023"/>
                </a:lnTo>
                <a:lnTo>
                  <a:pt x="542805" y="159767"/>
                </a:lnTo>
                <a:lnTo>
                  <a:pt x="542981" y="158500"/>
                </a:lnTo>
                <a:lnTo>
                  <a:pt x="543130" y="157222"/>
                </a:lnTo>
                <a:lnTo>
                  <a:pt x="543251" y="155933"/>
                </a:lnTo>
                <a:lnTo>
                  <a:pt x="543346" y="154633"/>
                </a:lnTo>
                <a:lnTo>
                  <a:pt x="543414" y="153321"/>
                </a:lnTo>
                <a:lnTo>
                  <a:pt x="543454" y="151998"/>
                </a:lnTo>
                <a:lnTo>
                  <a:pt x="543468" y="150664"/>
                </a:lnTo>
                <a:lnTo>
                  <a:pt x="543456" y="149357"/>
                </a:lnTo>
                <a:lnTo>
                  <a:pt x="543423" y="148067"/>
                </a:lnTo>
                <a:lnTo>
                  <a:pt x="543367" y="146793"/>
                </a:lnTo>
                <a:lnTo>
                  <a:pt x="543288" y="145535"/>
                </a:lnTo>
                <a:lnTo>
                  <a:pt x="543187" y="144293"/>
                </a:lnTo>
                <a:lnTo>
                  <a:pt x="543063" y="143068"/>
                </a:lnTo>
                <a:lnTo>
                  <a:pt x="542917" y="141858"/>
                </a:lnTo>
                <a:lnTo>
                  <a:pt x="542749" y="140665"/>
                </a:lnTo>
                <a:lnTo>
                  <a:pt x="542558" y="139487"/>
                </a:lnTo>
                <a:lnTo>
                  <a:pt x="542344" y="138326"/>
                </a:lnTo>
                <a:lnTo>
                  <a:pt x="542108" y="137181"/>
                </a:lnTo>
                <a:lnTo>
                  <a:pt x="541850" y="136053"/>
                </a:lnTo>
                <a:lnTo>
                  <a:pt x="541569" y="134940"/>
                </a:lnTo>
                <a:lnTo>
                  <a:pt x="541266" y="133843"/>
                </a:lnTo>
                <a:lnTo>
                  <a:pt x="540940" y="132763"/>
                </a:lnTo>
                <a:lnTo>
                  <a:pt x="540591" y="131699"/>
                </a:lnTo>
                <a:lnTo>
                  <a:pt x="540221" y="130651"/>
                </a:lnTo>
                <a:lnTo>
                  <a:pt x="539827" y="129619"/>
                </a:lnTo>
                <a:lnTo>
                  <a:pt x="539412" y="128603"/>
                </a:lnTo>
                <a:lnTo>
                  <a:pt x="538974" y="127604"/>
                </a:lnTo>
                <a:lnTo>
                  <a:pt x="538513" y="126620"/>
                </a:lnTo>
                <a:lnTo>
                  <a:pt x="538030" y="125653"/>
                </a:lnTo>
                <a:lnTo>
                  <a:pt x="537524" y="124702"/>
                </a:lnTo>
                <a:lnTo>
                  <a:pt x="536996" y="123767"/>
                </a:lnTo>
                <a:lnTo>
                  <a:pt x="536450" y="122849"/>
                </a:lnTo>
                <a:lnTo>
                  <a:pt x="535892" y="121948"/>
                </a:lnTo>
                <a:lnTo>
                  <a:pt x="535320" y="121065"/>
                </a:lnTo>
                <a:lnTo>
                  <a:pt x="534735" y="120200"/>
                </a:lnTo>
                <a:lnTo>
                  <a:pt x="534137" y="119352"/>
                </a:lnTo>
                <a:lnTo>
                  <a:pt x="533527" y="118521"/>
                </a:lnTo>
                <a:lnTo>
                  <a:pt x="532903" y="117709"/>
                </a:lnTo>
                <a:lnTo>
                  <a:pt x="532266" y="116913"/>
                </a:lnTo>
                <a:lnTo>
                  <a:pt x="531616" y="116136"/>
                </a:lnTo>
                <a:lnTo>
                  <a:pt x="530954" y="115376"/>
                </a:lnTo>
                <a:lnTo>
                  <a:pt x="530278" y="114633"/>
                </a:lnTo>
                <a:lnTo>
                  <a:pt x="529589" y="113908"/>
                </a:lnTo>
                <a:lnTo>
                  <a:pt x="528888" y="113201"/>
                </a:lnTo>
                <a:lnTo>
                  <a:pt x="528173" y="112511"/>
                </a:lnTo>
                <a:lnTo>
                  <a:pt x="527445" y="111838"/>
                </a:lnTo>
                <a:lnTo>
                  <a:pt x="526705" y="111183"/>
                </a:lnTo>
                <a:lnTo>
                  <a:pt x="525951" y="110546"/>
                </a:lnTo>
                <a:lnTo>
                  <a:pt x="525185" y="109927"/>
                </a:lnTo>
                <a:lnTo>
                  <a:pt x="524405" y="109324"/>
                </a:lnTo>
                <a:lnTo>
                  <a:pt x="523612" y="108740"/>
                </a:lnTo>
                <a:lnTo>
                  <a:pt x="522807" y="108173"/>
                </a:lnTo>
                <a:lnTo>
                  <a:pt x="521988" y="107623"/>
                </a:lnTo>
                <a:lnTo>
                  <a:pt x="521157" y="107091"/>
                </a:lnTo>
                <a:lnTo>
                  <a:pt x="520312" y="106577"/>
                </a:lnTo>
                <a:lnTo>
                  <a:pt x="519468" y="106073"/>
                </a:lnTo>
                <a:lnTo>
                  <a:pt x="518620" y="105588"/>
                </a:lnTo>
                <a:lnTo>
                  <a:pt x="517770" y="105122"/>
                </a:lnTo>
                <a:lnTo>
                  <a:pt x="516916" y="104675"/>
                </a:lnTo>
                <a:lnTo>
                  <a:pt x="516059" y="104248"/>
                </a:lnTo>
                <a:lnTo>
                  <a:pt x="515199" y="103841"/>
                </a:lnTo>
                <a:lnTo>
                  <a:pt x="514336" y="103452"/>
                </a:lnTo>
                <a:lnTo>
                  <a:pt x="513470" y="103083"/>
                </a:lnTo>
                <a:lnTo>
                  <a:pt x="512600" y="102733"/>
                </a:lnTo>
                <a:lnTo>
                  <a:pt x="511728" y="102402"/>
                </a:lnTo>
                <a:lnTo>
                  <a:pt x="510852" y="102091"/>
                </a:lnTo>
                <a:lnTo>
                  <a:pt x="509973" y="101799"/>
                </a:lnTo>
                <a:lnTo>
                  <a:pt x="509091" y="101527"/>
                </a:lnTo>
                <a:lnTo>
                  <a:pt x="508205" y="101273"/>
                </a:lnTo>
                <a:lnTo>
                  <a:pt x="507317" y="101039"/>
                </a:lnTo>
                <a:lnTo>
                  <a:pt x="506425" y="100825"/>
                </a:lnTo>
                <a:lnTo>
                  <a:pt x="505530" y="100629"/>
                </a:lnTo>
                <a:lnTo>
                  <a:pt x="504633" y="100453"/>
                </a:lnTo>
                <a:lnTo>
                  <a:pt x="503731" y="100296"/>
                </a:lnTo>
                <a:lnTo>
                  <a:pt x="502827" y="100159"/>
                </a:lnTo>
                <a:lnTo>
                  <a:pt x="501920" y="100041"/>
                </a:lnTo>
                <a:lnTo>
                  <a:pt x="501009" y="99942"/>
                </a:lnTo>
                <a:lnTo>
                  <a:pt x="500095" y="99862"/>
                </a:lnTo>
                <a:lnTo>
                  <a:pt x="499179" y="99802"/>
                </a:lnTo>
                <a:lnTo>
                  <a:pt x="499179" y="97780"/>
                </a:lnTo>
                <a:lnTo>
                  <a:pt x="500018" y="97572"/>
                </a:lnTo>
                <a:lnTo>
                  <a:pt x="500851" y="97354"/>
                </a:lnTo>
                <a:lnTo>
                  <a:pt x="501676" y="97124"/>
                </a:lnTo>
                <a:lnTo>
                  <a:pt x="502496" y="96884"/>
                </a:lnTo>
                <a:lnTo>
                  <a:pt x="503308" y="96633"/>
                </a:lnTo>
                <a:lnTo>
                  <a:pt x="504114" y="96371"/>
                </a:lnTo>
                <a:lnTo>
                  <a:pt x="504914" y="96098"/>
                </a:lnTo>
                <a:lnTo>
                  <a:pt x="505706" y="95814"/>
                </a:lnTo>
                <a:lnTo>
                  <a:pt x="506492" y="95519"/>
                </a:lnTo>
                <a:lnTo>
                  <a:pt x="507271" y="95213"/>
                </a:lnTo>
                <a:lnTo>
                  <a:pt x="508044" y="94897"/>
                </a:lnTo>
                <a:lnTo>
                  <a:pt x="508810" y="94569"/>
                </a:lnTo>
                <a:lnTo>
                  <a:pt x="509569" y="94231"/>
                </a:lnTo>
                <a:lnTo>
                  <a:pt x="510322" y="93882"/>
                </a:lnTo>
                <a:lnTo>
                  <a:pt x="511068" y="93522"/>
                </a:lnTo>
                <a:lnTo>
                  <a:pt x="511807" y="93151"/>
                </a:lnTo>
                <a:lnTo>
                  <a:pt x="512539" y="92769"/>
                </a:lnTo>
                <a:lnTo>
                  <a:pt x="513265" y="92376"/>
                </a:lnTo>
                <a:lnTo>
                  <a:pt x="513985" y="91973"/>
                </a:lnTo>
                <a:lnTo>
                  <a:pt x="514697" y="91558"/>
                </a:lnTo>
                <a:lnTo>
                  <a:pt x="515403" y="91133"/>
                </a:lnTo>
                <a:lnTo>
                  <a:pt x="516102" y="90697"/>
                </a:lnTo>
                <a:lnTo>
                  <a:pt x="516795" y="90250"/>
                </a:lnTo>
                <a:lnTo>
                  <a:pt x="517481" y="89792"/>
                </a:lnTo>
                <a:lnTo>
                  <a:pt x="518157" y="89322"/>
                </a:lnTo>
                <a:lnTo>
                  <a:pt x="518823" y="88842"/>
                </a:lnTo>
                <a:lnTo>
                  <a:pt x="519476" y="88349"/>
                </a:lnTo>
                <a:lnTo>
                  <a:pt x="520118" y="87845"/>
                </a:lnTo>
                <a:lnTo>
                  <a:pt x="520749" y="87330"/>
                </a:lnTo>
                <a:lnTo>
                  <a:pt x="521367" y="86802"/>
                </a:lnTo>
                <a:lnTo>
                  <a:pt x="521975" y="86264"/>
                </a:lnTo>
                <a:lnTo>
                  <a:pt x="522570" y="85713"/>
                </a:lnTo>
                <a:lnTo>
                  <a:pt x="523154" y="85151"/>
                </a:lnTo>
                <a:lnTo>
                  <a:pt x="523727" y="84578"/>
                </a:lnTo>
                <a:lnTo>
                  <a:pt x="524288" y="83993"/>
                </a:lnTo>
                <a:lnTo>
                  <a:pt x="524837" y="83396"/>
                </a:lnTo>
                <a:lnTo>
                  <a:pt x="525375" y="82788"/>
                </a:lnTo>
                <a:lnTo>
                  <a:pt x="525901" y="82168"/>
                </a:lnTo>
                <a:lnTo>
                  <a:pt x="526415" y="81536"/>
                </a:lnTo>
                <a:lnTo>
                  <a:pt x="526918" y="80893"/>
                </a:lnTo>
                <a:lnTo>
                  <a:pt x="527410" y="80239"/>
                </a:lnTo>
                <a:lnTo>
                  <a:pt x="527889" y="79573"/>
                </a:lnTo>
                <a:lnTo>
                  <a:pt x="528358" y="78895"/>
                </a:lnTo>
                <a:lnTo>
                  <a:pt x="528814" y="78205"/>
                </a:lnTo>
                <a:lnTo>
                  <a:pt x="529259" y="77504"/>
                </a:lnTo>
                <a:lnTo>
                  <a:pt x="529693" y="76792"/>
                </a:lnTo>
                <a:lnTo>
                  <a:pt x="530114" y="76068"/>
                </a:lnTo>
                <a:lnTo>
                  <a:pt x="530525" y="75332"/>
                </a:lnTo>
                <a:lnTo>
                  <a:pt x="530921" y="74576"/>
                </a:lnTo>
                <a:lnTo>
                  <a:pt x="531300" y="73807"/>
                </a:lnTo>
                <a:lnTo>
                  <a:pt x="531662" y="73025"/>
                </a:lnTo>
                <a:lnTo>
                  <a:pt x="532008" y="72231"/>
                </a:lnTo>
                <a:lnTo>
                  <a:pt x="532336" y="71424"/>
                </a:lnTo>
                <a:lnTo>
                  <a:pt x="532648" y="70605"/>
                </a:lnTo>
                <a:lnTo>
                  <a:pt x="532943" y="69773"/>
                </a:lnTo>
                <a:lnTo>
                  <a:pt x="533221" y="68928"/>
                </a:lnTo>
                <a:lnTo>
                  <a:pt x="533482" y="68071"/>
                </a:lnTo>
                <a:lnTo>
                  <a:pt x="533727" y="67200"/>
                </a:lnTo>
                <a:lnTo>
                  <a:pt x="533954" y="66318"/>
                </a:lnTo>
                <a:lnTo>
                  <a:pt x="534165" y="65423"/>
                </a:lnTo>
                <a:lnTo>
                  <a:pt x="534359" y="64515"/>
                </a:lnTo>
                <a:lnTo>
                  <a:pt x="534536" y="63594"/>
                </a:lnTo>
                <a:lnTo>
                  <a:pt x="534696" y="62661"/>
                </a:lnTo>
                <a:lnTo>
                  <a:pt x="534839" y="61715"/>
                </a:lnTo>
                <a:lnTo>
                  <a:pt x="534965" y="60756"/>
                </a:lnTo>
                <a:lnTo>
                  <a:pt x="535075" y="59785"/>
                </a:lnTo>
                <a:lnTo>
                  <a:pt x="535168" y="58801"/>
                </a:lnTo>
                <a:lnTo>
                  <a:pt x="535244" y="57805"/>
                </a:lnTo>
                <a:lnTo>
                  <a:pt x="535303" y="56796"/>
                </a:lnTo>
                <a:lnTo>
                  <a:pt x="535345" y="55774"/>
                </a:lnTo>
                <a:lnTo>
                  <a:pt x="535370" y="54740"/>
                </a:lnTo>
                <a:lnTo>
                  <a:pt x="535378" y="53693"/>
                </a:lnTo>
                <a:lnTo>
                  <a:pt x="535365" y="52418"/>
                </a:lnTo>
                <a:lnTo>
                  <a:pt x="535326" y="51154"/>
                </a:lnTo>
                <a:lnTo>
                  <a:pt x="535261" y="49901"/>
                </a:lnTo>
                <a:lnTo>
                  <a:pt x="535170" y="48660"/>
                </a:lnTo>
                <a:lnTo>
                  <a:pt x="535054" y="47429"/>
                </a:lnTo>
                <a:lnTo>
                  <a:pt x="534911" y="46210"/>
                </a:lnTo>
                <a:lnTo>
                  <a:pt x="534742" y="45003"/>
                </a:lnTo>
                <a:lnTo>
                  <a:pt x="534547" y="43806"/>
                </a:lnTo>
                <a:lnTo>
                  <a:pt x="534326" y="42621"/>
                </a:lnTo>
                <a:lnTo>
                  <a:pt x="534079" y="41447"/>
                </a:lnTo>
                <a:lnTo>
                  <a:pt x="533806" y="40284"/>
                </a:lnTo>
                <a:lnTo>
                  <a:pt x="533508" y="39132"/>
                </a:lnTo>
                <a:lnTo>
                  <a:pt x="533183" y="37992"/>
                </a:lnTo>
                <a:lnTo>
                  <a:pt x="532832" y="36863"/>
                </a:lnTo>
                <a:lnTo>
                  <a:pt x="532455" y="35745"/>
                </a:lnTo>
                <a:lnTo>
                  <a:pt x="532053" y="34638"/>
                </a:lnTo>
                <a:lnTo>
                  <a:pt x="531624" y="33543"/>
                </a:lnTo>
                <a:lnTo>
                  <a:pt x="531169" y="32458"/>
                </a:lnTo>
                <a:lnTo>
                  <a:pt x="530689" y="31386"/>
                </a:lnTo>
                <a:lnTo>
                  <a:pt x="530182" y="30324"/>
                </a:lnTo>
                <a:lnTo>
                  <a:pt x="529649" y="29273"/>
                </a:lnTo>
                <a:lnTo>
                  <a:pt x="529091" y="28234"/>
                </a:lnTo>
                <a:lnTo>
                  <a:pt x="528506" y="27206"/>
                </a:lnTo>
                <a:lnTo>
                  <a:pt x="527896" y="26189"/>
                </a:lnTo>
                <a:lnTo>
                  <a:pt x="527267" y="25187"/>
                </a:lnTo>
                <a:lnTo>
                  <a:pt x="526613" y="24203"/>
                </a:lnTo>
                <a:lnTo>
                  <a:pt x="525932" y="23236"/>
                </a:lnTo>
                <a:lnTo>
                  <a:pt x="525225" y="22288"/>
                </a:lnTo>
                <a:lnTo>
                  <a:pt x="524491" y="21357"/>
                </a:lnTo>
                <a:lnTo>
                  <a:pt x="523731" y="20445"/>
                </a:lnTo>
                <a:lnTo>
                  <a:pt x="522945" y="19550"/>
                </a:lnTo>
                <a:lnTo>
                  <a:pt x="522132" y="18673"/>
                </a:lnTo>
                <a:lnTo>
                  <a:pt x="521293" y="17814"/>
                </a:lnTo>
                <a:lnTo>
                  <a:pt x="520428" y="16973"/>
                </a:lnTo>
                <a:lnTo>
                  <a:pt x="519536" y="16150"/>
                </a:lnTo>
                <a:lnTo>
                  <a:pt x="518618" y="15344"/>
                </a:lnTo>
                <a:lnTo>
                  <a:pt x="517674" y="14557"/>
                </a:lnTo>
                <a:lnTo>
                  <a:pt x="516703" y="13788"/>
                </a:lnTo>
                <a:lnTo>
                  <a:pt x="515706" y="13036"/>
                </a:lnTo>
                <a:lnTo>
                  <a:pt x="514683" y="12303"/>
                </a:lnTo>
                <a:lnTo>
                  <a:pt x="513634" y="11587"/>
                </a:lnTo>
                <a:lnTo>
                  <a:pt x="512558" y="10889"/>
                </a:lnTo>
                <a:lnTo>
                  <a:pt x="511455" y="10209"/>
                </a:lnTo>
                <a:lnTo>
                  <a:pt x="510327" y="9547"/>
                </a:lnTo>
                <a:lnTo>
                  <a:pt x="509172" y="8903"/>
                </a:lnTo>
                <a:lnTo>
                  <a:pt x="507990" y="8277"/>
                </a:lnTo>
                <a:lnTo>
                  <a:pt x="506783" y="7669"/>
                </a:lnTo>
                <a:lnTo>
                  <a:pt x="505549" y="7078"/>
                </a:lnTo>
                <a:lnTo>
                  <a:pt x="504297" y="6501"/>
                </a:lnTo>
                <a:lnTo>
                  <a:pt x="503019" y="5948"/>
                </a:lnTo>
                <a:lnTo>
                  <a:pt x="501714" y="5419"/>
                </a:lnTo>
                <a:lnTo>
                  <a:pt x="500384" y="4915"/>
                </a:lnTo>
                <a:lnTo>
                  <a:pt x="499026" y="4436"/>
                </a:lnTo>
                <a:lnTo>
                  <a:pt x="497643" y="3981"/>
                </a:lnTo>
                <a:lnTo>
                  <a:pt x="496233" y="3551"/>
                </a:lnTo>
                <a:lnTo>
                  <a:pt x="494797" y="3146"/>
                </a:lnTo>
                <a:lnTo>
                  <a:pt x="493334" y="2765"/>
                </a:lnTo>
                <a:lnTo>
                  <a:pt x="491845" y="2409"/>
                </a:lnTo>
                <a:lnTo>
                  <a:pt x="490330" y="2077"/>
                </a:lnTo>
                <a:lnTo>
                  <a:pt x="488789" y="1770"/>
                </a:lnTo>
                <a:lnTo>
                  <a:pt x="487221" y="1487"/>
                </a:lnTo>
                <a:lnTo>
                  <a:pt x="485627" y="1229"/>
                </a:lnTo>
                <a:lnTo>
                  <a:pt x="484006" y="995"/>
                </a:lnTo>
                <a:lnTo>
                  <a:pt x="482359" y="786"/>
                </a:lnTo>
                <a:lnTo>
                  <a:pt x="480686" y="602"/>
                </a:lnTo>
                <a:lnTo>
                  <a:pt x="478987" y="442"/>
                </a:lnTo>
                <a:lnTo>
                  <a:pt x="477261" y="307"/>
                </a:lnTo>
                <a:lnTo>
                  <a:pt x="475509" y="197"/>
                </a:lnTo>
                <a:lnTo>
                  <a:pt x="473730" y="111"/>
                </a:lnTo>
                <a:lnTo>
                  <a:pt x="471925" y="49"/>
                </a:lnTo>
                <a:lnTo>
                  <a:pt x="470094" y="12"/>
                </a:lnTo>
                <a:lnTo>
                  <a:pt x="468237" y="0"/>
                </a:lnTo>
                <a:lnTo>
                  <a:pt x="388961" y="0"/>
                </a:lnTo>
                <a:lnTo>
                  <a:pt x="388961" y="207087"/>
                </a:lnTo>
                <a:lnTo>
                  <a:pt x="472787" y="207087"/>
                </a:lnTo>
                <a:lnTo>
                  <a:pt x="474753" y="207074"/>
                </a:lnTo>
                <a:lnTo>
                  <a:pt x="476691" y="207036"/>
                </a:lnTo>
                <a:lnTo>
                  <a:pt x="478601" y="206972"/>
                </a:lnTo>
                <a:close/>
                <a:moveTo>
                  <a:pt x="469748" y="115101"/>
                </a:moveTo>
                <a:lnTo>
                  <a:pt x="470689" y="115139"/>
                </a:lnTo>
                <a:lnTo>
                  <a:pt x="471619" y="115192"/>
                </a:lnTo>
                <a:lnTo>
                  <a:pt x="472537" y="115260"/>
                </a:lnTo>
                <a:lnTo>
                  <a:pt x="473444" y="115343"/>
                </a:lnTo>
                <a:lnTo>
                  <a:pt x="474340" y="115441"/>
                </a:lnTo>
                <a:lnTo>
                  <a:pt x="475225" y="115554"/>
                </a:lnTo>
                <a:lnTo>
                  <a:pt x="476099" y="115682"/>
                </a:lnTo>
                <a:lnTo>
                  <a:pt x="476961" y="115826"/>
                </a:lnTo>
                <a:lnTo>
                  <a:pt x="477812" y="115984"/>
                </a:lnTo>
                <a:lnTo>
                  <a:pt x="478652" y="116158"/>
                </a:lnTo>
                <a:lnTo>
                  <a:pt x="479480" y="116347"/>
                </a:lnTo>
                <a:lnTo>
                  <a:pt x="480298" y="116550"/>
                </a:lnTo>
                <a:lnTo>
                  <a:pt x="481104" y="116769"/>
                </a:lnTo>
                <a:lnTo>
                  <a:pt x="481899" y="117003"/>
                </a:lnTo>
                <a:lnTo>
                  <a:pt x="482682" y="117252"/>
                </a:lnTo>
                <a:lnTo>
                  <a:pt x="483455" y="117517"/>
                </a:lnTo>
                <a:lnTo>
                  <a:pt x="484216" y="117796"/>
                </a:lnTo>
                <a:lnTo>
                  <a:pt x="484966" y="118090"/>
                </a:lnTo>
                <a:lnTo>
                  <a:pt x="485705" y="118400"/>
                </a:lnTo>
                <a:lnTo>
                  <a:pt x="486432" y="118724"/>
                </a:lnTo>
                <a:lnTo>
                  <a:pt x="487148" y="119064"/>
                </a:lnTo>
                <a:lnTo>
                  <a:pt x="487853" y="119419"/>
                </a:lnTo>
                <a:lnTo>
                  <a:pt x="488546" y="119778"/>
                </a:lnTo>
                <a:lnTo>
                  <a:pt x="489226" y="120149"/>
                </a:lnTo>
                <a:lnTo>
                  <a:pt x="489892" y="120531"/>
                </a:lnTo>
                <a:lnTo>
                  <a:pt x="490544" y="120924"/>
                </a:lnTo>
                <a:lnTo>
                  <a:pt x="491184" y="121329"/>
                </a:lnTo>
                <a:lnTo>
                  <a:pt x="491810" y="121745"/>
                </a:lnTo>
                <a:lnTo>
                  <a:pt x="492422" y="122171"/>
                </a:lnTo>
                <a:lnTo>
                  <a:pt x="493022" y="122610"/>
                </a:lnTo>
                <a:lnTo>
                  <a:pt x="493608" y="123059"/>
                </a:lnTo>
                <a:lnTo>
                  <a:pt x="494180" y="123520"/>
                </a:lnTo>
                <a:lnTo>
                  <a:pt x="494740" y="123992"/>
                </a:lnTo>
                <a:lnTo>
                  <a:pt x="495286" y="124475"/>
                </a:lnTo>
                <a:lnTo>
                  <a:pt x="495818" y="124969"/>
                </a:lnTo>
                <a:lnTo>
                  <a:pt x="496337" y="125475"/>
                </a:lnTo>
                <a:lnTo>
                  <a:pt x="496843" y="125991"/>
                </a:lnTo>
                <a:lnTo>
                  <a:pt x="497336" y="126519"/>
                </a:lnTo>
                <a:lnTo>
                  <a:pt x="497815" y="127059"/>
                </a:lnTo>
                <a:lnTo>
                  <a:pt x="498281" y="127609"/>
                </a:lnTo>
                <a:lnTo>
                  <a:pt x="498734" y="128171"/>
                </a:lnTo>
                <a:lnTo>
                  <a:pt x="499173" y="128744"/>
                </a:lnTo>
                <a:lnTo>
                  <a:pt x="499599" y="129328"/>
                </a:lnTo>
                <a:lnTo>
                  <a:pt x="500011" y="129924"/>
                </a:lnTo>
                <a:lnTo>
                  <a:pt x="500411" y="130530"/>
                </a:lnTo>
                <a:lnTo>
                  <a:pt x="500796" y="131148"/>
                </a:lnTo>
                <a:lnTo>
                  <a:pt x="501168" y="131767"/>
                </a:lnTo>
                <a:lnTo>
                  <a:pt x="501523" y="132391"/>
                </a:lnTo>
                <a:lnTo>
                  <a:pt x="501863" y="133022"/>
                </a:lnTo>
                <a:lnTo>
                  <a:pt x="502187" y="133659"/>
                </a:lnTo>
                <a:lnTo>
                  <a:pt x="502495" y="134303"/>
                </a:lnTo>
                <a:lnTo>
                  <a:pt x="502787" y="134953"/>
                </a:lnTo>
                <a:lnTo>
                  <a:pt x="503064" y="135609"/>
                </a:lnTo>
                <a:lnTo>
                  <a:pt x="503324" y="136272"/>
                </a:lnTo>
                <a:lnTo>
                  <a:pt x="503569" y="136940"/>
                </a:lnTo>
                <a:lnTo>
                  <a:pt x="503798" y="137616"/>
                </a:lnTo>
                <a:lnTo>
                  <a:pt x="504012" y="138297"/>
                </a:lnTo>
                <a:lnTo>
                  <a:pt x="504209" y="138985"/>
                </a:lnTo>
                <a:lnTo>
                  <a:pt x="504391" y="139679"/>
                </a:lnTo>
                <a:lnTo>
                  <a:pt x="504557" y="140379"/>
                </a:lnTo>
                <a:lnTo>
                  <a:pt x="504707" y="141086"/>
                </a:lnTo>
                <a:lnTo>
                  <a:pt x="504841" y="141799"/>
                </a:lnTo>
                <a:lnTo>
                  <a:pt x="504960" y="142519"/>
                </a:lnTo>
                <a:lnTo>
                  <a:pt x="505062" y="143244"/>
                </a:lnTo>
                <a:lnTo>
                  <a:pt x="505149" y="143976"/>
                </a:lnTo>
                <a:lnTo>
                  <a:pt x="505220" y="144715"/>
                </a:lnTo>
                <a:lnTo>
                  <a:pt x="505276" y="145460"/>
                </a:lnTo>
                <a:lnTo>
                  <a:pt x="505315" y="146211"/>
                </a:lnTo>
                <a:lnTo>
                  <a:pt x="505339" y="146968"/>
                </a:lnTo>
                <a:lnTo>
                  <a:pt x="505347" y="147732"/>
                </a:lnTo>
                <a:lnTo>
                  <a:pt x="505331" y="148752"/>
                </a:lnTo>
                <a:lnTo>
                  <a:pt x="505283" y="149757"/>
                </a:lnTo>
                <a:lnTo>
                  <a:pt x="505204" y="150746"/>
                </a:lnTo>
                <a:lnTo>
                  <a:pt x="505094" y="151720"/>
                </a:lnTo>
                <a:lnTo>
                  <a:pt x="504952" y="152679"/>
                </a:lnTo>
                <a:lnTo>
                  <a:pt x="504778" y="153622"/>
                </a:lnTo>
                <a:lnTo>
                  <a:pt x="504573" y="154549"/>
                </a:lnTo>
                <a:lnTo>
                  <a:pt x="504336" y="155461"/>
                </a:lnTo>
                <a:lnTo>
                  <a:pt x="504067" y="156358"/>
                </a:lnTo>
                <a:lnTo>
                  <a:pt x="503767" y="157239"/>
                </a:lnTo>
                <a:lnTo>
                  <a:pt x="503435" y="158105"/>
                </a:lnTo>
                <a:lnTo>
                  <a:pt x="503072" y="158955"/>
                </a:lnTo>
                <a:lnTo>
                  <a:pt x="502677" y="159790"/>
                </a:lnTo>
                <a:lnTo>
                  <a:pt x="502250" y="160610"/>
                </a:lnTo>
                <a:lnTo>
                  <a:pt x="501792" y="161414"/>
                </a:lnTo>
                <a:lnTo>
                  <a:pt x="501302" y="162202"/>
                </a:lnTo>
                <a:lnTo>
                  <a:pt x="500781" y="162976"/>
                </a:lnTo>
                <a:lnTo>
                  <a:pt x="500228" y="163733"/>
                </a:lnTo>
                <a:lnTo>
                  <a:pt x="499643" y="164475"/>
                </a:lnTo>
                <a:lnTo>
                  <a:pt x="499027" y="165202"/>
                </a:lnTo>
                <a:lnTo>
                  <a:pt x="498379" y="165914"/>
                </a:lnTo>
                <a:lnTo>
                  <a:pt x="497700" y="166609"/>
                </a:lnTo>
                <a:lnTo>
                  <a:pt x="496989" y="167290"/>
                </a:lnTo>
                <a:lnTo>
                  <a:pt x="496246" y="167955"/>
                </a:lnTo>
                <a:lnTo>
                  <a:pt x="495476" y="168590"/>
                </a:lnTo>
                <a:lnTo>
                  <a:pt x="494667" y="169198"/>
                </a:lnTo>
                <a:lnTo>
                  <a:pt x="493818" y="169780"/>
                </a:lnTo>
                <a:lnTo>
                  <a:pt x="492929" y="170334"/>
                </a:lnTo>
                <a:lnTo>
                  <a:pt x="492001" y="170861"/>
                </a:lnTo>
                <a:lnTo>
                  <a:pt x="491032" y="171361"/>
                </a:lnTo>
                <a:lnTo>
                  <a:pt x="490025" y="171834"/>
                </a:lnTo>
                <a:lnTo>
                  <a:pt x="488977" y="172280"/>
                </a:lnTo>
                <a:lnTo>
                  <a:pt x="487890" y="172699"/>
                </a:lnTo>
                <a:lnTo>
                  <a:pt x="486763" y="173091"/>
                </a:lnTo>
                <a:lnTo>
                  <a:pt x="485596" y="173456"/>
                </a:lnTo>
                <a:lnTo>
                  <a:pt x="484390" y="173794"/>
                </a:lnTo>
                <a:lnTo>
                  <a:pt x="483144" y="174105"/>
                </a:lnTo>
                <a:lnTo>
                  <a:pt x="481859" y="174389"/>
                </a:lnTo>
                <a:lnTo>
                  <a:pt x="480534" y="174646"/>
                </a:lnTo>
                <a:lnTo>
                  <a:pt x="479169" y="174876"/>
                </a:lnTo>
                <a:lnTo>
                  <a:pt x="477764" y="175078"/>
                </a:lnTo>
                <a:lnTo>
                  <a:pt x="476320" y="175254"/>
                </a:lnTo>
                <a:lnTo>
                  <a:pt x="474836" y="175403"/>
                </a:lnTo>
                <a:lnTo>
                  <a:pt x="473312" y="175525"/>
                </a:lnTo>
                <a:lnTo>
                  <a:pt x="471749" y="175619"/>
                </a:lnTo>
                <a:lnTo>
                  <a:pt x="470146" y="175687"/>
                </a:lnTo>
                <a:lnTo>
                  <a:pt x="468504" y="175727"/>
                </a:lnTo>
                <a:lnTo>
                  <a:pt x="466821" y="175741"/>
                </a:lnTo>
                <a:lnTo>
                  <a:pt x="426476" y="175741"/>
                </a:lnTo>
                <a:lnTo>
                  <a:pt x="426476" y="115071"/>
                </a:lnTo>
                <a:lnTo>
                  <a:pt x="467832" y="115071"/>
                </a:lnTo>
                <a:lnTo>
                  <a:pt x="468796" y="115078"/>
                </a:lnTo>
                <a:lnTo>
                  <a:pt x="469748" y="115101"/>
                </a:lnTo>
                <a:close/>
                <a:moveTo>
                  <a:pt x="467101" y="30996"/>
                </a:moveTo>
                <a:lnTo>
                  <a:pt x="468412" y="31063"/>
                </a:lnTo>
                <a:lnTo>
                  <a:pt x="469695" y="31158"/>
                </a:lnTo>
                <a:lnTo>
                  <a:pt x="470949" y="31280"/>
                </a:lnTo>
                <a:lnTo>
                  <a:pt x="472174" y="31428"/>
                </a:lnTo>
                <a:lnTo>
                  <a:pt x="473371" y="31604"/>
                </a:lnTo>
                <a:lnTo>
                  <a:pt x="474540" y="31807"/>
                </a:lnTo>
                <a:lnTo>
                  <a:pt x="475680" y="32037"/>
                </a:lnTo>
                <a:lnTo>
                  <a:pt x="476792" y="32293"/>
                </a:lnTo>
                <a:lnTo>
                  <a:pt x="477875" y="32577"/>
                </a:lnTo>
                <a:lnTo>
                  <a:pt x="478930" y="32888"/>
                </a:lnTo>
                <a:lnTo>
                  <a:pt x="479956" y="33226"/>
                </a:lnTo>
                <a:lnTo>
                  <a:pt x="480954" y="33591"/>
                </a:lnTo>
                <a:lnTo>
                  <a:pt x="481924" y="33983"/>
                </a:lnTo>
                <a:lnTo>
                  <a:pt x="482865" y="34402"/>
                </a:lnTo>
                <a:lnTo>
                  <a:pt x="483778" y="34848"/>
                </a:lnTo>
                <a:lnTo>
                  <a:pt x="484662" y="35321"/>
                </a:lnTo>
                <a:lnTo>
                  <a:pt x="485518" y="35821"/>
                </a:lnTo>
                <a:lnTo>
                  <a:pt x="486345" y="36349"/>
                </a:lnTo>
                <a:lnTo>
                  <a:pt x="487144" y="36903"/>
                </a:lnTo>
                <a:lnTo>
                  <a:pt x="487915" y="37484"/>
                </a:lnTo>
                <a:lnTo>
                  <a:pt x="488657" y="38092"/>
                </a:lnTo>
                <a:lnTo>
                  <a:pt x="489370" y="38728"/>
                </a:lnTo>
                <a:lnTo>
                  <a:pt x="490063" y="39384"/>
                </a:lnTo>
                <a:lnTo>
                  <a:pt x="490727" y="40055"/>
                </a:lnTo>
                <a:lnTo>
                  <a:pt x="491361" y="40741"/>
                </a:lnTo>
                <a:lnTo>
                  <a:pt x="491966" y="41441"/>
                </a:lnTo>
                <a:lnTo>
                  <a:pt x="492541" y="42156"/>
                </a:lnTo>
                <a:lnTo>
                  <a:pt x="493086" y="42886"/>
                </a:lnTo>
                <a:lnTo>
                  <a:pt x="493602" y="43631"/>
                </a:lnTo>
                <a:lnTo>
                  <a:pt x="494089" y="44390"/>
                </a:lnTo>
                <a:lnTo>
                  <a:pt x="494546" y="45164"/>
                </a:lnTo>
                <a:lnTo>
                  <a:pt x="494974" y="45953"/>
                </a:lnTo>
                <a:lnTo>
                  <a:pt x="495372" y="46757"/>
                </a:lnTo>
                <a:lnTo>
                  <a:pt x="495741" y="47575"/>
                </a:lnTo>
                <a:lnTo>
                  <a:pt x="496080" y="48409"/>
                </a:lnTo>
                <a:lnTo>
                  <a:pt x="496389" y="49256"/>
                </a:lnTo>
                <a:lnTo>
                  <a:pt x="496670" y="50119"/>
                </a:lnTo>
                <a:lnTo>
                  <a:pt x="496920" y="50997"/>
                </a:lnTo>
                <a:lnTo>
                  <a:pt x="497141" y="51889"/>
                </a:lnTo>
                <a:lnTo>
                  <a:pt x="497333" y="52796"/>
                </a:lnTo>
                <a:lnTo>
                  <a:pt x="497495" y="53717"/>
                </a:lnTo>
                <a:lnTo>
                  <a:pt x="497628" y="54654"/>
                </a:lnTo>
                <a:lnTo>
                  <a:pt x="497731" y="55605"/>
                </a:lnTo>
                <a:lnTo>
                  <a:pt x="497805" y="56571"/>
                </a:lnTo>
                <a:lnTo>
                  <a:pt x="497849" y="57551"/>
                </a:lnTo>
                <a:lnTo>
                  <a:pt x="497864" y="58547"/>
                </a:lnTo>
                <a:lnTo>
                  <a:pt x="497856" y="59301"/>
                </a:lnTo>
                <a:lnTo>
                  <a:pt x="497832" y="60046"/>
                </a:lnTo>
                <a:lnTo>
                  <a:pt x="497793" y="60784"/>
                </a:lnTo>
                <a:lnTo>
                  <a:pt x="497738" y="61513"/>
                </a:lnTo>
                <a:lnTo>
                  <a:pt x="497667" y="62233"/>
                </a:lnTo>
                <a:lnTo>
                  <a:pt x="497580" y="62945"/>
                </a:lnTo>
                <a:lnTo>
                  <a:pt x="497477" y="63649"/>
                </a:lnTo>
                <a:lnTo>
                  <a:pt x="497358" y="64344"/>
                </a:lnTo>
                <a:lnTo>
                  <a:pt x="497224" y="65031"/>
                </a:lnTo>
                <a:lnTo>
                  <a:pt x="497074" y="65709"/>
                </a:lnTo>
                <a:lnTo>
                  <a:pt x="496908" y="66379"/>
                </a:lnTo>
                <a:lnTo>
                  <a:pt x="496726" y="67040"/>
                </a:lnTo>
                <a:lnTo>
                  <a:pt x="496529" y="67693"/>
                </a:lnTo>
                <a:lnTo>
                  <a:pt x="496316" y="68338"/>
                </a:lnTo>
                <a:lnTo>
                  <a:pt x="496087" y="68974"/>
                </a:lnTo>
                <a:lnTo>
                  <a:pt x="495842" y="69602"/>
                </a:lnTo>
                <a:lnTo>
                  <a:pt x="495581" y="70221"/>
                </a:lnTo>
                <a:lnTo>
                  <a:pt x="495305" y="70832"/>
                </a:lnTo>
                <a:lnTo>
                  <a:pt x="495012" y="71435"/>
                </a:lnTo>
                <a:lnTo>
                  <a:pt x="494704" y="72029"/>
                </a:lnTo>
                <a:lnTo>
                  <a:pt x="494380" y="72614"/>
                </a:lnTo>
                <a:lnTo>
                  <a:pt x="494041" y="73192"/>
                </a:lnTo>
                <a:lnTo>
                  <a:pt x="493685" y="73760"/>
                </a:lnTo>
                <a:lnTo>
                  <a:pt x="493314" y="74321"/>
                </a:lnTo>
                <a:lnTo>
                  <a:pt x="492937" y="74863"/>
                </a:lnTo>
                <a:lnTo>
                  <a:pt x="492549" y="75396"/>
                </a:lnTo>
                <a:lnTo>
                  <a:pt x="492149" y="75918"/>
                </a:lnTo>
                <a:lnTo>
                  <a:pt x="491738" y="76430"/>
                </a:lnTo>
                <a:lnTo>
                  <a:pt x="491315" y="76932"/>
                </a:lnTo>
                <a:lnTo>
                  <a:pt x="490881" y="77424"/>
                </a:lnTo>
                <a:lnTo>
                  <a:pt x="490435" y="77905"/>
                </a:lnTo>
                <a:lnTo>
                  <a:pt x="489977" y="78377"/>
                </a:lnTo>
                <a:lnTo>
                  <a:pt x="489508" y="78838"/>
                </a:lnTo>
                <a:lnTo>
                  <a:pt x="489027" y="79289"/>
                </a:lnTo>
                <a:lnTo>
                  <a:pt x="488534" y="79730"/>
                </a:lnTo>
                <a:lnTo>
                  <a:pt x="488030" y="80160"/>
                </a:lnTo>
                <a:lnTo>
                  <a:pt x="487515" y="80581"/>
                </a:lnTo>
                <a:lnTo>
                  <a:pt x="486988" y="80991"/>
                </a:lnTo>
                <a:lnTo>
                  <a:pt x="486449" y="81391"/>
                </a:lnTo>
                <a:lnTo>
                  <a:pt x="485899" y="81781"/>
                </a:lnTo>
                <a:lnTo>
                  <a:pt x="485337" y="82161"/>
                </a:lnTo>
                <a:lnTo>
                  <a:pt x="484763" y="82530"/>
                </a:lnTo>
                <a:lnTo>
                  <a:pt x="484178" y="82890"/>
                </a:lnTo>
                <a:lnTo>
                  <a:pt x="483581" y="83239"/>
                </a:lnTo>
                <a:lnTo>
                  <a:pt x="482973" y="83578"/>
                </a:lnTo>
                <a:lnTo>
                  <a:pt x="482353" y="83907"/>
                </a:lnTo>
                <a:lnTo>
                  <a:pt x="481722" y="84225"/>
                </a:lnTo>
                <a:lnTo>
                  <a:pt x="481079" y="84534"/>
                </a:lnTo>
                <a:lnTo>
                  <a:pt x="480427" y="84822"/>
                </a:lnTo>
                <a:lnTo>
                  <a:pt x="479768" y="85099"/>
                </a:lnTo>
                <a:lnTo>
                  <a:pt x="479102" y="85363"/>
                </a:lnTo>
                <a:lnTo>
                  <a:pt x="478430" y="85615"/>
                </a:lnTo>
                <a:lnTo>
                  <a:pt x="477751" y="85855"/>
                </a:lnTo>
                <a:lnTo>
                  <a:pt x="477066" y="86082"/>
                </a:lnTo>
                <a:lnTo>
                  <a:pt x="476373" y="86297"/>
                </a:lnTo>
                <a:lnTo>
                  <a:pt x="475675" y="86500"/>
                </a:lnTo>
                <a:lnTo>
                  <a:pt x="474969" y="86690"/>
                </a:lnTo>
                <a:lnTo>
                  <a:pt x="474257" y="86868"/>
                </a:lnTo>
                <a:lnTo>
                  <a:pt x="473538" y="87034"/>
                </a:lnTo>
                <a:lnTo>
                  <a:pt x="472812" y="87188"/>
                </a:lnTo>
                <a:lnTo>
                  <a:pt x="472080" y="87329"/>
                </a:lnTo>
                <a:lnTo>
                  <a:pt x="471341" y="87458"/>
                </a:lnTo>
                <a:lnTo>
                  <a:pt x="470596" y="87575"/>
                </a:lnTo>
                <a:lnTo>
                  <a:pt x="469843" y="87679"/>
                </a:lnTo>
                <a:lnTo>
                  <a:pt x="469085" y="87772"/>
                </a:lnTo>
                <a:lnTo>
                  <a:pt x="468319" y="87851"/>
                </a:lnTo>
                <a:lnTo>
                  <a:pt x="467547" y="87919"/>
                </a:lnTo>
                <a:lnTo>
                  <a:pt x="466768" y="87974"/>
                </a:lnTo>
                <a:lnTo>
                  <a:pt x="465982" y="88017"/>
                </a:lnTo>
                <a:lnTo>
                  <a:pt x="465190" y="88048"/>
                </a:lnTo>
                <a:lnTo>
                  <a:pt x="464391" y="88067"/>
                </a:lnTo>
                <a:lnTo>
                  <a:pt x="463585" y="88073"/>
                </a:lnTo>
                <a:lnTo>
                  <a:pt x="426476" y="88073"/>
                </a:lnTo>
                <a:lnTo>
                  <a:pt x="426476" y="30942"/>
                </a:lnTo>
                <a:lnTo>
                  <a:pt x="464394" y="30942"/>
                </a:lnTo>
                <a:lnTo>
                  <a:pt x="465762" y="30955"/>
                </a:lnTo>
                <a:lnTo>
                  <a:pt x="467101" y="30996"/>
                </a:lnTo>
                <a:close/>
                <a:moveTo>
                  <a:pt x="1227421" y="31447"/>
                </a:moveTo>
                <a:lnTo>
                  <a:pt x="1291428" y="31447"/>
                </a:lnTo>
                <a:lnTo>
                  <a:pt x="1291428" y="0"/>
                </a:lnTo>
                <a:lnTo>
                  <a:pt x="1126203" y="0"/>
                </a:lnTo>
                <a:lnTo>
                  <a:pt x="1126203" y="31447"/>
                </a:lnTo>
                <a:lnTo>
                  <a:pt x="1190210" y="31447"/>
                </a:lnTo>
                <a:lnTo>
                  <a:pt x="1190210" y="207087"/>
                </a:lnTo>
                <a:lnTo>
                  <a:pt x="1227421" y="207087"/>
                </a:lnTo>
                <a:lnTo>
                  <a:pt x="1227421" y="31447"/>
                </a:lnTo>
                <a:close/>
                <a:moveTo>
                  <a:pt x="859165" y="86446"/>
                </a:moveTo>
                <a:lnTo>
                  <a:pt x="858666" y="84923"/>
                </a:lnTo>
                <a:lnTo>
                  <a:pt x="858124" y="83428"/>
                </a:lnTo>
                <a:lnTo>
                  <a:pt x="857541" y="81961"/>
                </a:lnTo>
                <a:lnTo>
                  <a:pt x="856915" y="80523"/>
                </a:lnTo>
                <a:lnTo>
                  <a:pt x="856249" y="79113"/>
                </a:lnTo>
                <a:lnTo>
                  <a:pt x="855540" y="77731"/>
                </a:lnTo>
                <a:lnTo>
                  <a:pt x="854789" y="76378"/>
                </a:lnTo>
                <a:lnTo>
                  <a:pt x="853997" y="75054"/>
                </a:lnTo>
                <a:lnTo>
                  <a:pt x="853163" y="73758"/>
                </a:lnTo>
                <a:lnTo>
                  <a:pt x="852287" y="72490"/>
                </a:lnTo>
                <a:lnTo>
                  <a:pt x="851370" y="71251"/>
                </a:lnTo>
                <a:lnTo>
                  <a:pt x="850410" y="70040"/>
                </a:lnTo>
                <a:lnTo>
                  <a:pt x="849409" y="68858"/>
                </a:lnTo>
                <a:lnTo>
                  <a:pt x="848366" y="67704"/>
                </a:lnTo>
                <a:lnTo>
                  <a:pt x="847281" y="66579"/>
                </a:lnTo>
                <a:lnTo>
                  <a:pt x="846155" y="65482"/>
                </a:lnTo>
                <a:lnTo>
                  <a:pt x="844987" y="64413"/>
                </a:lnTo>
                <a:lnTo>
                  <a:pt x="843777" y="63373"/>
                </a:lnTo>
                <a:lnTo>
                  <a:pt x="842525" y="62361"/>
                </a:lnTo>
                <a:lnTo>
                  <a:pt x="841231" y="61378"/>
                </a:lnTo>
                <a:lnTo>
                  <a:pt x="839905" y="60429"/>
                </a:lnTo>
                <a:lnTo>
                  <a:pt x="838538" y="59521"/>
                </a:lnTo>
                <a:lnTo>
                  <a:pt x="837131" y="58652"/>
                </a:lnTo>
                <a:lnTo>
                  <a:pt x="835684" y="57825"/>
                </a:lnTo>
                <a:lnTo>
                  <a:pt x="834196" y="57037"/>
                </a:lnTo>
                <a:lnTo>
                  <a:pt x="832668" y="56290"/>
                </a:lnTo>
                <a:lnTo>
                  <a:pt x="831099" y="55584"/>
                </a:lnTo>
                <a:lnTo>
                  <a:pt x="829490" y="54918"/>
                </a:lnTo>
                <a:lnTo>
                  <a:pt x="827841" y="54292"/>
                </a:lnTo>
                <a:lnTo>
                  <a:pt x="826151" y="53706"/>
                </a:lnTo>
                <a:lnTo>
                  <a:pt x="824421" y="53161"/>
                </a:lnTo>
                <a:lnTo>
                  <a:pt x="822651" y="52657"/>
                </a:lnTo>
                <a:lnTo>
                  <a:pt x="820840" y="52192"/>
                </a:lnTo>
                <a:lnTo>
                  <a:pt x="818989" y="51768"/>
                </a:lnTo>
                <a:lnTo>
                  <a:pt x="817097" y="51385"/>
                </a:lnTo>
                <a:lnTo>
                  <a:pt x="815165" y="51041"/>
                </a:lnTo>
                <a:lnTo>
                  <a:pt x="813193" y="50739"/>
                </a:lnTo>
                <a:lnTo>
                  <a:pt x="811181" y="50476"/>
                </a:lnTo>
                <a:lnTo>
                  <a:pt x="809127" y="50254"/>
                </a:lnTo>
                <a:lnTo>
                  <a:pt x="807034" y="50072"/>
                </a:lnTo>
                <a:lnTo>
                  <a:pt x="804900" y="49931"/>
                </a:lnTo>
                <a:lnTo>
                  <a:pt x="802726" y="49830"/>
                </a:lnTo>
                <a:lnTo>
                  <a:pt x="800512" y="49770"/>
                </a:lnTo>
                <a:lnTo>
                  <a:pt x="798257" y="49749"/>
                </a:lnTo>
                <a:lnTo>
                  <a:pt x="796714" y="49760"/>
                </a:lnTo>
                <a:lnTo>
                  <a:pt x="795186" y="49790"/>
                </a:lnTo>
                <a:lnTo>
                  <a:pt x="793673" y="49841"/>
                </a:lnTo>
                <a:lnTo>
                  <a:pt x="792176" y="49912"/>
                </a:lnTo>
                <a:lnTo>
                  <a:pt x="790693" y="50004"/>
                </a:lnTo>
                <a:lnTo>
                  <a:pt x="789226" y="50116"/>
                </a:lnTo>
                <a:lnTo>
                  <a:pt x="787773" y="50248"/>
                </a:lnTo>
                <a:lnTo>
                  <a:pt x="786336" y="50401"/>
                </a:lnTo>
                <a:lnTo>
                  <a:pt x="784914" y="50574"/>
                </a:lnTo>
                <a:lnTo>
                  <a:pt x="783507" y="50768"/>
                </a:lnTo>
                <a:lnTo>
                  <a:pt x="782115" y="50981"/>
                </a:lnTo>
                <a:lnTo>
                  <a:pt x="780738" y="51216"/>
                </a:lnTo>
                <a:lnTo>
                  <a:pt x="779376" y="51470"/>
                </a:lnTo>
                <a:lnTo>
                  <a:pt x="778030" y="51745"/>
                </a:lnTo>
                <a:lnTo>
                  <a:pt x="776698" y="52040"/>
                </a:lnTo>
                <a:lnTo>
                  <a:pt x="775382" y="52356"/>
                </a:lnTo>
                <a:lnTo>
                  <a:pt x="774080" y="52692"/>
                </a:lnTo>
                <a:lnTo>
                  <a:pt x="772794" y="53048"/>
                </a:lnTo>
                <a:lnTo>
                  <a:pt x="771523" y="53425"/>
                </a:lnTo>
                <a:lnTo>
                  <a:pt x="770267" y="53822"/>
                </a:lnTo>
                <a:lnTo>
                  <a:pt x="769026" y="54240"/>
                </a:lnTo>
                <a:lnTo>
                  <a:pt x="767800" y="54677"/>
                </a:lnTo>
                <a:lnTo>
                  <a:pt x="766589" y="55136"/>
                </a:lnTo>
                <a:lnTo>
                  <a:pt x="765394" y="55614"/>
                </a:lnTo>
                <a:lnTo>
                  <a:pt x="764225" y="56103"/>
                </a:lnTo>
                <a:lnTo>
                  <a:pt x="763077" y="56609"/>
                </a:lnTo>
                <a:lnTo>
                  <a:pt x="761951" y="57131"/>
                </a:lnTo>
                <a:lnTo>
                  <a:pt x="760846" y="57670"/>
                </a:lnTo>
                <a:lnTo>
                  <a:pt x="759763" y="58226"/>
                </a:lnTo>
                <a:lnTo>
                  <a:pt x="758701" y="58799"/>
                </a:lnTo>
                <a:lnTo>
                  <a:pt x="757660" y="59389"/>
                </a:lnTo>
                <a:lnTo>
                  <a:pt x="756641" y="59996"/>
                </a:lnTo>
                <a:lnTo>
                  <a:pt x="755644" y="60619"/>
                </a:lnTo>
                <a:lnTo>
                  <a:pt x="754668" y="61260"/>
                </a:lnTo>
                <a:lnTo>
                  <a:pt x="753713" y="61917"/>
                </a:lnTo>
                <a:lnTo>
                  <a:pt x="752779" y="62591"/>
                </a:lnTo>
                <a:lnTo>
                  <a:pt x="751867" y="63282"/>
                </a:lnTo>
                <a:lnTo>
                  <a:pt x="750977" y="63990"/>
                </a:lnTo>
                <a:lnTo>
                  <a:pt x="750108" y="64715"/>
                </a:lnTo>
                <a:lnTo>
                  <a:pt x="749260" y="65456"/>
                </a:lnTo>
                <a:lnTo>
                  <a:pt x="748434" y="66215"/>
                </a:lnTo>
                <a:lnTo>
                  <a:pt x="747629" y="66990"/>
                </a:lnTo>
                <a:lnTo>
                  <a:pt x="746845" y="67782"/>
                </a:lnTo>
                <a:lnTo>
                  <a:pt x="746083" y="68591"/>
                </a:lnTo>
                <a:lnTo>
                  <a:pt x="745342" y="69417"/>
                </a:lnTo>
                <a:lnTo>
                  <a:pt x="744623" y="70259"/>
                </a:lnTo>
                <a:lnTo>
                  <a:pt x="743925" y="71119"/>
                </a:lnTo>
                <a:lnTo>
                  <a:pt x="743249" y="71995"/>
                </a:lnTo>
                <a:lnTo>
                  <a:pt x="742606" y="72878"/>
                </a:lnTo>
                <a:lnTo>
                  <a:pt x="741990" y="73774"/>
                </a:lnTo>
                <a:lnTo>
                  <a:pt x="741402" y="74684"/>
                </a:lnTo>
                <a:lnTo>
                  <a:pt x="740842" y="75607"/>
                </a:lnTo>
                <a:lnTo>
                  <a:pt x="740309" y="76544"/>
                </a:lnTo>
                <a:lnTo>
                  <a:pt x="739805" y="77493"/>
                </a:lnTo>
                <a:lnTo>
                  <a:pt x="739328" y="78456"/>
                </a:lnTo>
                <a:lnTo>
                  <a:pt x="738879" y="79433"/>
                </a:lnTo>
                <a:lnTo>
                  <a:pt x="738457" y="80423"/>
                </a:lnTo>
                <a:lnTo>
                  <a:pt x="738063" y="81426"/>
                </a:lnTo>
                <a:lnTo>
                  <a:pt x="737697" y="82442"/>
                </a:lnTo>
                <a:lnTo>
                  <a:pt x="737359" y="83472"/>
                </a:lnTo>
                <a:lnTo>
                  <a:pt x="737048" y="84515"/>
                </a:lnTo>
                <a:lnTo>
                  <a:pt x="736766" y="85571"/>
                </a:lnTo>
                <a:lnTo>
                  <a:pt x="736511" y="86641"/>
                </a:lnTo>
                <a:lnTo>
                  <a:pt x="736283" y="87724"/>
                </a:lnTo>
                <a:lnTo>
                  <a:pt x="736084" y="88821"/>
                </a:lnTo>
                <a:lnTo>
                  <a:pt x="735912" y="89931"/>
                </a:lnTo>
                <a:lnTo>
                  <a:pt x="735768" y="91054"/>
                </a:lnTo>
                <a:lnTo>
                  <a:pt x="735651" y="92190"/>
                </a:lnTo>
                <a:lnTo>
                  <a:pt x="735563" y="93340"/>
                </a:lnTo>
                <a:lnTo>
                  <a:pt x="735502" y="94503"/>
                </a:lnTo>
                <a:lnTo>
                  <a:pt x="735468" y="95680"/>
                </a:lnTo>
                <a:lnTo>
                  <a:pt x="735463" y="96870"/>
                </a:lnTo>
                <a:lnTo>
                  <a:pt x="735473" y="98275"/>
                </a:lnTo>
                <a:lnTo>
                  <a:pt x="735521" y="99660"/>
                </a:lnTo>
                <a:lnTo>
                  <a:pt x="735607" y="101025"/>
                </a:lnTo>
                <a:lnTo>
                  <a:pt x="735730" y="102369"/>
                </a:lnTo>
                <a:lnTo>
                  <a:pt x="735891" y="103693"/>
                </a:lnTo>
                <a:lnTo>
                  <a:pt x="736089" y="104997"/>
                </a:lnTo>
                <a:lnTo>
                  <a:pt x="736324" y="106280"/>
                </a:lnTo>
                <a:lnTo>
                  <a:pt x="736598" y="107543"/>
                </a:lnTo>
                <a:lnTo>
                  <a:pt x="736909" y="108786"/>
                </a:lnTo>
                <a:lnTo>
                  <a:pt x="737257" y="110008"/>
                </a:lnTo>
                <a:lnTo>
                  <a:pt x="737643" y="111210"/>
                </a:lnTo>
                <a:lnTo>
                  <a:pt x="738067" y="112391"/>
                </a:lnTo>
                <a:lnTo>
                  <a:pt x="738528" y="113552"/>
                </a:lnTo>
                <a:lnTo>
                  <a:pt x="739027" y="114693"/>
                </a:lnTo>
                <a:lnTo>
                  <a:pt x="739563" y="115813"/>
                </a:lnTo>
                <a:lnTo>
                  <a:pt x="740137" y="116913"/>
                </a:lnTo>
                <a:lnTo>
                  <a:pt x="740748" y="117993"/>
                </a:lnTo>
                <a:lnTo>
                  <a:pt x="741397" y="119052"/>
                </a:lnTo>
                <a:lnTo>
                  <a:pt x="742084" y="120091"/>
                </a:lnTo>
                <a:lnTo>
                  <a:pt x="742808" y="121110"/>
                </a:lnTo>
                <a:lnTo>
                  <a:pt x="743570" y="122108"/>
                </a:lnTo>
                <a:lnTo>
                  <a:pt x="744369" y="123086"/>
                </a:lnTo>
                <a:lnTo>
                  <a:pt x="745206" y="124043"/>
                </a:lnTo>
                <a:lnTo>
                  <a:pt x="746080" y="124980"/>
                </a:lnTo>
                <a:lnTo>
                  <a:pt x="746994" y="125888"/>
                </a:lnTo>
                <a:lnTo>
                  <a:pt x="747947" y="126773"/>
                </a:lnTo>
                <a:lnTo>
                  <a:pt x="748942" y="127636"/>
                </a:lnTo>
                <a:lnTo>
                  <a:pt x="749976" y="128477"/>
                </a:lnTo>
                <a:lnTo>
                  <a:pt x="751051" y="129296"/>
                </a:lnTo>
                <a:lnTo>
                  <a:pt x="752166" y="130093"/>
                </a:lnTo>
                <a:lnTo>
                  <a:pt x="753322" y="130868"/>
                </a:lnTo>
                <a:lnTo>
                  <a:pt x="754518" y="131620"/>
                </a:lnTo>
                <a:lnTo>
                  <a:pt x="755754" y="132351"/>
                </a:lnTo>
                <a:lnTo>
                  <a:pt x="757031" y="133059"/>
                </a:lnTo>
                <a:lnTo>
                  <a:pt x="758348" y="133745"/>
                </a:lnTo>
                <a:lnTo>
                  <a:pt x="759706" y="134409"/>
                </a:lnTo>
                <a:lnTo>
                  <a:pt x="761104" y="135051"/>
                </a:lnTo>
                <a:lnTo>
                  <a:pt x="762542" y="135671"/>
                </a:lnTo>
                <a:lnTo>
                  <a:pt x="764021" y="136269"/>
                </a:lnTo>
                <a:lnTo>
                  <a:pt x="765540" y="136845"/>
                </a:lnTo>
                <a:lnTo>
                  <a:pt x="767099" y="137398"/>
                </a:lnTo>
                <a:lnTo>
                  <a:pt x="768699" y="137930"/>
                </a:lnTo>
                <a:lnTo>
                  <a:pt x="770339" y="138439"/>
                </a:lnTo>
                <a:lnTo>
                  <a:pt x="772020" y="138926"/>
                </a:lnTo>
                <a:lnTo>
                  <a:pt x="773740" y="139391"/>
                </a:lnTo>
                <a:lnTo>
                  <a:pt x="775502" y="139834"/>
                </a:lnTo>
                <a:lnTo>
                  <a:pt x="777303" y="140255"/>
                </a:lnTo>
                <a:lnTo>
                  <a:pt x="779146" y="140653"/>
                </a:lnTo>
                <a:lnTo>
                  <a:pt x="805638" y="146215"/>
                </a:lnTo>
                <a:lnTo>
                  <a:pt x="806521" y="146412"/>
                </a:lnTo>
                <a:lnTo>
                  <a:pt x="807385" y="146616"/>
                </a:lnTo>
                <a:lnTo>
                  <a:pt x="808229" y="146828"/>
                </a:lnTo>
                <a:lnTo>
                  <a:pt x="809054" y="147046"/>
                </a:lnTo>
                <a:lnTo>
                  <a:pt x="809858" y="147272"/>
                </a:lnTo>
                <a:lnTo>
                  <a:pt x="810643" y="147504"/>
                </a:lnTo>
                <a:lnTo>
                  <a:pt x="811409" y="147743"/>
                </a:lnTo>
                <a:lnTo>
                  <a:pt x="812154" y="147990"/>
                </a:lnTo>
                <a:lnTo>
                  <a:pt x="812881" y="148243"/>
                </a:lnTo>
                <a:lnTo>
                  <a:pt x="813587" y="148504"/>
                </a:lnTo>
                <a:lnTo>
                  <a:pt x="814274" y="148771"/>
                </a:lnTo>
                <a:lnTo>
                  <a:pt x="814941" y="149046"/>
                </a:lnTo>
                <a:lnTo>
                  <a:pt x="815588" y="149328"/>
                </a:lnTo>
                <a:lnTo>
                  <a:pt x="816216" y="149616"/>
                </a:lnTo>
                <a:lnTo>
                  <a:pt x="816824" y="149912"/>
                </a:lnTo>
                <a:lnTo>
                  <a:pt x="817413" y="150214"/>
                </a:lnTo>
                <a:lnTo>
                  <a:pt x="817981" y="150524"/>
                </a:lnTo>
                <a:lnTo>
                  <a:pt x="818530" y="150841"/>
                </a:lnTo>
                <a:lnTo>
                  <a:pt x="819060" y="151165"/>
                </a:lnTo>
                <a:lnTo>
                  <a:pt x="819570" y="151495"/>
                </a:lnTo>
                <a:lnTo>
                  <a:pt x="820060" y="151833"/>
                </a:lnTo>
                <a:lnTo>
                  <a:pt x="820530" y="152178"/>
                </a:lnTo>
                <a:lnTo>
                  <a:pt x="820981" y="152530"/>
                </a:lnTo>
                <a:lnTo>
                  <a:pt x="821412" y="152888"/>
                </a:lnTo>
                <a:lnTo>
                  <a:pt x="821833" y="153255"/>
                </a:lnTo>
                <a:lnTo>
                  <a:pt x="822236" y="153629"/>
                </a:lnTo>
                <a:lnTo>
                  <a:pt x="822621" y="154012"/>
                </a:lnTo>
                <a:lnTo>
                  <a:pt x="822988" y="154402"/>
                </a:lnTo>
                <a:lnTo>
                  <a:pt x="823337" y="154801"/>
                </a:lnTo>
                <a:lnTo>
                  <a:pt x="823668" y="155208"/>
                </a:lnTo>
                <a:lnTo>
                  <a:pt x="823982" y="155623"/>
                </a:lnTo>
                <a:lnTo>
                  <a:pt x="824277" y="156046"/>
                </a:lnTo>
                <a:lnTo>
                  <a:pt x="824555" y="156477"/>
                </a:lnTo>
                <a:lnTo>
                  <a:pt x="824814" y="156916"/>
                </a:lnTo>
                <a:lnTo>
                  <a:pt x="825056" y="157363"/>
                </a:lnTo>
                <a:lnTo>
                  <a:pt x="825280" y="157818"/>
                </a:lnTo>
                <a:lnTo>
                  <a:pt x="825486" y="158281"/>
                </a:lnTo>
                <a:lnTo>
                  <a:pt x="825674" y="158753"/>
                </a:lnTo>
                <a:lnTo>
                  <a:pt x="825844" y="159232"/>
                </a:lnTo>
                <a:lnTo>
                  <a:pt x="825996" y="159719"/>
                </a:lnTo>
                <a:lnTo>
                  <a:pt x="826131" y="160215"/>
                </a:lnTo>
                <a:lnTo>
                  <a:pt x="826247" y="160719"/>
                </a:lnTo>
                <a:lnTo>
                  <a:pt x="826345" y="161230"/>
                </a:lnTo>
                <a:lnTo>
                  <a:pt x="826426" y="161750"/>
                </a:lnTo>
                <a:lnTo>
                  <a:pt x="826489" y="162278"/>
                </a:lnTo>
                <a:lnTo>
                  <a:pt x="826533" y="162814"/>
                </a:lnTo>
                <a:lnTo>
                  <a:pt x="826560" y="163358"/>
                </a:lnTo>
                <a:lnTo>
                  <a:pt x="826569" y="163910"/>
                </a:lnTo>
                <a:lnTo>
                  <a:pt x="826555" y="164563"/>
                </a:lnTo>
                <a:lnTo>
                  <a:pt x="826514" y="165207"/>
                </a:lnTo>
                <a:lnTo>
                  <a:pt x="826444" y="165842"/>
                </a:lnTo>
                <a:lnTo>
                  <a:pt x="826347" y="166469"/>
                </a:lnTo>
                <a:lnTo>
                  <a:pt x="826223" y="167087"/>
                </a:lnTo>
                <a:lnTo>
                  <a:pt x="826070" y="167696"/>
                </a:lnTo>
                <a:lnTo>
                  <a:pt x="825890" y="168296"/>
                </a:lnTo>
                <a:lnTo>
                  <a:pt x="825682" y="168887"/>
                </a:lnTo>
                <a:lnTo>
                  <a:pt x="825446" y="169470"/>
                </a:lnTo>
                <a:lnTo>
                  <a:pt x="825182" y="170044"/>
                </a:lnTo>
                <a:lnTo>
                  <a:pt x="824891" y="170609"/>
                </a:lnTo>
                <a:lnTo>
                  <a:pt x="824572" y="171165"/>
                </a:lnTo>
                <a:lnTo>
                  <a:pt x="824225" y="171713"/>
                </a:lnTo>
                <a:lnTo>
                  <a:pt x="823851" y="172252"/>
                </a:lnTo>
                <a:lnTo>
                  <a:pt x="823449" y="172782"/>
                </a:lnTo>
                <a:lnTo>
                  <a:pt x="823019" y="173303"/>
                </a:lnTo>
                <a:lnTo>
                  <a:pt x="822561" y="173815"/>
                </a:lnTo>
                <a:lnTo>
                  <a:pt x="822076" y="174319"/>
                </a:lnTo>
                <a:lnTo>
                  <a:pt x="821563" y="174814"/>
                </a:lnTo>
                <a:lnTo>
                  <a:pt x="821022" y="175300"/>
                </a:lnTo>
                <a:lnTo>
                  <a:pt x="820453" y="175777"/>
                </a:lnTo>
                <a:lnTo>
                  <a:pt x="819857" y="176246"/>
                </a:lnTo>
                <a:lnTo>
                  <a:pt x="819233" y="176706"/>
                </a:lnTo>
                <a:lnTo>
                  <a:pt x="818581" y="177156"/>
                </a:lnTo>
                <a:lnTo>
                  <a:pt x="817915" y="177594"/>
                </a:lnTo>
                <a:lnTo>
                  <a:pt x="817231" y="178012"/>
                </a:lnTo>
                <a:lnTo>
                  <a:pt x="816529" y="178413"/>
                </a:lnTo>
                <a:lnTo>
                  <a:pt x="815809" y="178794"/>
                </a:lnTo>
                <a:lnTo>
                  <a:pt x="815071" y="179157"/>
                </a:lnTo>
                <a:lnTo>
                  <a:pt x="814315" y="179501"/>
                </a:lnTo>
                <a:lnTo>
                  <a:pt x="813541" y="179827"/>
                </a:lnTo>
                <a:lnTo>
                  <a:pt x="812750" y="180134"/>
                </a:lnTo>
                <a:lnTo>
                  <a:pt x="811940" y="180422"/>
                </a:lnTo>
                <a:lnTo>
                  <a:pt x="811113" y="180692"/>
                </a:lnTo>
                <a:lnTo>
                  <a:pt x="810268" y="180943"/>
                </a:lnTo>
                <a:lnTo>
                  <a:pt x="809405" y="181176"/>
                </a:lnTo>
                <a:lnTo>
                  <a:pt x="808524" y="181390"/>
                </a:lnTo>
                <a:lnTo>
                  <a:pt x="807625" y="181585"/>
                </a:lnTo>
                <a:lnTo>
                  <a:pt x="806708" y="181762"/>
                </a:lnTo>
                <a:lnTo>
                  <a:pt x="805773" y="181920"/>
                </a:lnTo>
                <a:lnTo>
                  <a:pt x="804820" y="182060"/>
                </a:lnTo>
                <a:lnTo>
                  <a:pt x="803850" y="182181"/>
                </a:lnTo>
                <a:lnTo>
                  <a:pt x="802861" y="182283"/>
                </a:lnTo>
                <a:lnTo>
                  <a:pt x="801855" y="182367"/>
                </a:lnTo>
                <a:lnTo>
                  <a:pt x="800830" y="182432"/>
                </a:lnTo>
                <a:lnTo>
                  <a:pt x="799788" y="182478"/>
                </a:lnTo>
                <a:lnTo>
                  <a:pt x="798728" y="182506"/>
                </a:lnTo>
                <a:lnTo>
                  <a:pt x="797650" y="182516"/>
                </a:lnTo>
                <a:lnTo>
                  <a:pt x="796605" y="182506"/>
                </a:lnTo>
                <a:lnTo>
                  <a:pt x="795576" y="182478"/>
                </a:lnTo>
                <a:lnTo>
                  <a:pt x="794564" y="182432"/>
                </a:lnTo>
                <a:lnTo>
                  <a:pt x="793569" y="182367"/>
                </a:lnTo>
                <a:lnTo>
                  <a:pt x="792590" y="182283"/>
                </a:lnTo>
                <a:lnTo>
                  <a:pt x="791627" y="182181"/>
                </a:lnTo>
                <a:lnTo>
                  <a:pt x="790681" y="182060"/>
                </a:lnTo>
                <a:lnTo>
                  <a:pt x="789752" y="181920"/>
                </a:lnTo>
                <a:lnTo>
                  <a:pt x="788838" y="181762"/>
                </a:lnTo>
                <a:lnTo>
                  <a:pt x="787942" y="181585"/>
                </a:lnTo>
                <a:lnTo>
                  <a:pt x="787062" y="181390"/>
                </a:lnTo>
                <a:lnTo>
                  <a:pt x="786198" y="181176"/>
                </a:lnTo>
                <a:lnTo>
                  <a:pt x="785351" y="180943"/>
                </a:lnTo>
                <a:lnTo>
                  <a:pt x="784521" y="180692"/>
                </a:lnTo>
                <a:lnTo>
                  <a:pt x="783707" y="180422"/>
                </a:lnTo>
                <a:lnTo>
                  <a:pt x="782909" y="180134"/>
                </a:lnTo>
                <a:lnTo>
                  <a:pt x="782128" y="179827"/>
                </a:lnTo>
                <a:lnTo>
                  <a:pt x="781364" y="179501"/>
                </a:lnTo>
                <a:lnTo>
                  <a:pt x="780616" y="179157"/>
                </a:lnTo>
                <a:lnTo>
                  <a:pt x="779884" y="178794"/>
                </a:lnTo>
                <a:lnTo>
                  <a:pt x="779169" y="178413"/>
                </a:lnTo>
                <a:lnTo>
                  <a:pt x="778471" y="178012"/>
                </a:lnTo>
                <a:lnTo>
                  <a:pt x="777789" y="177594"/>
                </a:lnTo>
                <a:lnTo>
                  <a:pt x="777123" y="177156"/>
                </a:lnTo>
                <a:lnTo>
                  <a:pt x="776475" y="176701"/>
                </a:lnTo>
                <a:lnTo>
                  <a:pt x="775847" y="176227"/>
                </a:lnTo>
                <a:lnTo>
                  <a:pt x="775237" y="175736"/>
                </a:lnTo>
                <a:lnTo>
                  <a:pt x="774646" y="175227"/>
                </a:lnTo>
                <a:lnTo>
                  <a:pt x="774074" y="174700"/>
                </a:lnTo>
                <a:lnTo>
                  <a:pt x="773521" y="174155"/>
                </a:lnTo>
                <a:lnTo>
                  <a:pt x="772987" y="173592"/>
                </a:lnTo>
                <a:lnTo>
                  <a:pt x="772472" y="173011"/>
                </a:lnTo>
                <a:lnTo>
                  <a:pt x="771976" y="172412"/>
                </a:lnTo>
                <a:lnTo>
                  <a:pt x="771499" y="171795"/>
                </a:lnTo>
                <a:lnTo>
                  <a:pt x="771040" y="171161"/>
                </a:lnTo>
                <a:lnTo>
                  <a:pt x="770601" y="170508"/>
                </a:lnTo>
                <a:lnTo>
                  <a:pt x="770181" y="169838"/>
                </a:lnTo>
                <a:lnTo>
                  <a:pt x="769780" y="169149"/>
                </a:lnTo>
                <a:lnTo>
                  <a:pt x="769397" y="168443"/>
                </a:lnTo>
                <a:lnTo>
                  <a:pt x="769034" y="167719"/>
                </a:lnTo>
                <a:lnTo>
                  <a:pt x="768689" y="166977"/>
                </a:lnTo>
                <a:lnTo>
                  <a:pt x="768364" y="166217"/>
                </a:lnTo>
                <a:lnTo>
                  <a:pt x="768057" y="165439"/>
                </a:lnTo>
                <a:lnTo>
                  <a:pt x="767770" y="164643"/>
                </a:lnTo>
                <a:lnTo>
                  <a:pt x="767501" y="163830"/>
                </a:lnTo>
                <a:lnTo>
                  <a:pt x="767252" y="162998"/>
                </a:lnTo>
                <a:lnTo>
                  <a:pt x="767021" y="162149"/>
                </a:lnTo>
                <a:lnTo>
                  <a:pt x="766809" y="161281"/>
                </a:lnTo>
                <a:lnTo>
                  <a:pt x="731115" y="164719"/>
                </a:lnTo>
                <a:lnTo>
                  <a:pt x="731417" y="166489"/>
                </a:lnTo>
                <a:lnTo>
                  <a:pt x="731769" y="168227"/>
                </a:lnTo>
                <a:lnTo>
                  <a:pt x="732169" y="169931"/>
                </a:lnTo>
                <a:lnTo>
                  <a:pt x="732618" y="171603"/>
                </a:lnTo>
                <a:lnTo>
                  <a:pt x="733115" y="173243"/>
                </a:lnTo>
                <a:lnTo>
                  <a:pt x="733662" y="174850"/>
                </a:lnTo>
                <a:lnTo>
                  <a:pt x="734257" y="176424"/>
                </a:lnTo>
                <a:lnTo>
                  <a:pt x="734901" y="177965"/>
                </a:lnTo>
                <a:lnTo>
                  <a:pt x="735594" y="179474"/>
                </a:lnTo>
                <a:lnTo>
                  <a:pt x="736336" y="180950"/>
                </a:lnTo>
                <a:lnTo>
                  <a:pt x="737126" y="182394"/>
                </a:lnTo>
                <a:lnTo>
                  <a:pt x="737966" y="183805"/>
                </a:lnTo>
                <a:lnTo>
                  <a:pt x="738854" y="185183"/>
                </a:lnTo>
                <a:lnTo>
                  <a:pt x="739791" y="186529"/>
                </a:lnTo>
                <a:lnTo>
                  <a:pt x="740776" y="187842"/>
                </a:lnTo>
                <a:lnTo>
                  <a:pt x="741811" y="189122"/>
                </a:lnTo>
                <a:lnTo>
                  <a:pt x="742894" y="190370"/>
                </a:lnTo>
                <a:lnTo>
                  <a:pt x="744026" y="191585"/>
                </a:lnTo>
                <a:lnTo>
                  <a:pt x="745207" y="192767"/>
                </a:lnTo>
                <a:lnTo>
                  <a:pt x="746437" y="193917"/>
                </a:lnTo>
                <a:lnTo>
                  <a:pt x="747716" y="195034"/>
                </a:lnTo>
                <a:lnTo>
                  <a:pt x="749043" y="196118"/>
                </a:lnTo>
                <a:lnTo>
                  <a:pt x="750419" y="197170"/>
                </a:lnTo>
                <a:lnTo>
                  <a:pt x="751844" y="198189"/>
                </a:lnTo>
                <a:lnTo>
                  <a:pt x="753313" y="199162"/>
                </a:lnTo>
                <a:lnTo>
                  <a:pt x="754820" y="200095"/>
                </a:lnTo>
                <a:lnTo>
                  <a:pt x="756366" y="200985"/>
                </a:lnTo>
                <a:lnTo>
                  <a:pt x="757950" y="201835"/>
                </a:lnTo>
                <a:lnTo>
                  <a:pt x="759573" y="202642"/>
                </a:lnTo>
                <a:lnTo>
                  <a:pt x="761235" y="203409"/>
                </a:lnTo>
                <a:lnTo>
                  <a:pt x="762936" y="204134"/>
                </a:lnTo>
                <a:lnTo>
                  <a:pt x="764675" y="204818"/>
                </a:lnTo>
                <a:lnTo>
                  <a:pt x="766452" y="205460"/>
                </a:lnTo>
                <a:lnTo>
                  <a:pt x="768268" y="206060"/>
                </a:lnTo>
                <a:lnTo>
                  <a:pt x="770123" y="206620"/>
                </a:lnTo>
                <a:lnTo>
                  <a:pt x="772017" y="207138"/>
                </a:lnTo>
                <a:lnTo>
                  <a:pt x="773949" y="207614"/>
                </a:lnTo>
                <a:lnTo>
                  <a:pt x="775920" y="208049"/>
                </a:lnTo>
                <a:lnTo>
                  <a:pt x="777929" y="208443"/>
                </a:lnTo>
                <a:lnTo>
                  <a:pt x="779977" y="208795"/>
                </a:lnTo>
                <a:lnTo>
                  <a:pt x="782063" y="209106"/>
                </a:lnTo>
                <a:lnTo>
                  <a:pt x="784189" y="209375"/>
                </a:lnTo>
                <a:lnTo>
                  <a:pt x="786352" y="209603"/>
                </a:lnTo>
                <a:lnTo>
                  <a:pt x="788555" y="209789"/>
                </a:lnTo>
                <a:lnTo>
                  <a:pt x="790796" y="209934"/>
                </a:lnTo>
                <a:lnTo>
                  <a:pt x="793076" y="210038"/>
                </a:lnTo>
                <a:lnTo>
                  <a:pt x="795394" y="210100"/>
                </a:lnTo>
                <a:lnTo>
                  <a:pt x="797751" y="210121"/>
                </a:lnTo>
                <a:lnTo>
                  <a:pt x="799361" y="210110"/>
                </a:lnTo>
                <a:lnTo>
                  <a:pt x="800956" y="210077"/>
                </a:lnTo>
                <a:lnTo>
                  <a:pt x="802535" y="210023"/>
                </a:lnTo>
                <a:lnTo>
                  <a:pt x="804099" y="209946"/>
                </a:lnTo>
                <a:lnTo>
                  <a:pt x="805647" y="209848"/>
                </a:lnTo>
                <a:lnTo>
                  <a:pt x="807180" y="209729"/>
                </a:lnTo>
                <a:lnTo>
                  <a:pt x="808698" y="209587"/>
                </a:lnTo>
                <a:lnTo>
                  <a:pt x="810200" y="209424"/>
                </a:lnTo>
                <a:lnTo>
                  <a:pt x="811686" y="209239"/>
                </a:lnTo>
                <a:lnTo>
                  <a:pt x="813157" y="209032"/>
                </a:lnTo>
                <a:lnTo>
                  <a:pt x="814613" y="208804"/>
                </a:lnTo>
                <a:lnTo>
                  <a:pt x="816053" y="208553"/>
                </a:lnTo>
                <a:lnTo>
                  <a:pt x="817478" y="208281"/>
                </a:lnTo>
                <a:lnTo>
                  <a:pt x="818887" y="207987"/>
                </a:lnTo>
                <a:lnTo>
                  <a:pt x="820281" y="207672"/>
                </a:lnTo>
                <a:lnTo>
                  <a:pt x="821659" y="207334"/>
                </a:lnTo>
                <a:lnTo>
                  <a:pt x="823022" y="206975"/>
                </a:lnTo>
                <a:lnTo>
                  <a:pt x="824370" y="206594"/>
                </a:lnTo>
                <a:lnTo>
                  <a:pt x="825702" y="206191"/>
                </a:lnTo>
                <a:lnTo>
                  <a:pt x="827019" y="205767"/>
                </a:lnTo>
                <a:lnTo>
                  <a:pt x="828320" y="205321"/>
                </a:lnTo>
                <a:lnTo>
                  <a:pt x="829606" y="204853"/>
                </a:lnTo>
                <a:lnTo>
                  <a:pt x="830876" y="204363"/>
                </a:lnTo>
                <a:lnTo>
                  <a:pt x="832131" y="203851"/>
                </a:lnTo>
                <a:lnTo>
                  <a:pt x="833366" y="203320"/>
                </a:lnTo>
                <a:lnTo>
                  <a:pt x="834579" y="202773"/>
                </a:lnTo>
                <a:lnTo>
                  <a:pt x="835769" y="202208"/>
                </a:lnTo>
                <a:lnTo>
                  <a:pt x="836936" y="201627"/>
                </a:lnTo>
                <a:lnTo>
                  <a:pt x="838081" y="201028"/>
                </a:lnTo>
                <a:lnTo>
                  <a:pt x="839202" y="200413"/>
                </a:lnTo>
                <a:lnTo>
                  <a:pt x="840301" y="199781"/>
                </a:lnTo>
                <a:lnTo>
                  <a:pt x="841377" y="199133"/>
                </a:lnTo>
                <a:lnTo>
                  <a:pt x="842430" y="198467"/>
                </a:lnTo>
                <a:lnTo>
                  <a:pt x="843461" y="197784"/>
                </a:lnTo>
                <a:lnTo>
                  <a:pt x="844468" y="197085"/>
                </a:lnTo>
                <a:lnTo>
                  <a:pt x="845453" y="196369"/>
                </a:lnTo>
                <a:lnTo>
                  <a:pt x="846415" y="195636"/>
                </a:lnTo>
                <a:lnTo>
                  <a:pt x="847354" y="194886"/>
                </a:lnTo>
                <a:lnTo>
                  <a:pt x="848270" y="194119"/>
                </a:lnTo>
                <a:lnTo>
                  <a:pt x="849163" y="193335"/>
                </a:lnTo>
                <a:lnTo>
                  <a:pt x="850034" y="192535"/>
                </a:lnTo>
                <a:lnTo>
                  <a:pt x="850881" y="191717"/>
                </a:lnTo>
                <a:lnTo>
                  <a:pt x="851706" y="190883"/>
                </a:lnTo>
                <a:lnTo>
                  <a:pt x="852508" y="190032"/>
                </a:lnTo>
                <a:lnTo>
                  <a:pt x="853288" y="189164"/>
                </a:lnTo>
                <a:lnTo>
                  <a:pt x="854044" y="188279"/>
                </a:lnTo>
                <a:lnTo>
                  <a:pt x="854778" y="187378"/>
                </a:lnTo>
                <a:lnTo>
                  <a:pt x="855489" y="186459"/>
                </a:lnTo>
                <a:lnTo>
                  <a:pt x="856182" y="185518"/>
                </a:lnTo>
                <a:lnTo>
                  <a:pt x="856846" y="184565"/>
                </a:lnTo>
                <a:lnTo>
                  <a:pt x="857481" y="183600"/>
                </a:lnTo>
                <a:lnTo>
                  <a:pt x="858087" y="182622"/>
                </a:lnTo>
                <a:lnTo>
                  <a:pt x="858663" y="181633"/>
                </a:lnTo>
                <a:lnTo>
                  <a:pt x="859211" y="180632"/>
                </a:lnTo>
                <a:lnTo>
                  <a:pt x="859729" y="179619"/>
                </a:lnTo>
                <a:lnTo>
                  <a:pt x="860219" y="178595"/>
                </a:lnTo>
                <a:lnTo>
                  <a:pt x="860679" y="177558"/>
                </a:lnTo>
                <a:lnTo>
                  <a:pt x="861110" y="176509"/>
                </a:lnTo>
                <a:lnTo>
                  <a:pt x="861512" y="175448"/>
                </a:lnTo>
                <a:lnTo>
                  <a:pt x="861884" y="174376"/>
                </a:lnTo>
                <a:lnTo>
                  <a:pt x="862228" y="173291"/>
                </a:lnTo>
                <a:lnTo>
                  <a:pt x="862542" y="172195"/>
                </a:lnTo>
                <a:lnTo>
                  <a:pt x="862827" y="171086"/>
                </a:lnTo>
                <a:lnTo>
                  <a:pt x="863084" y="169966"/>
                </a:lnTo>
                <a:lnTo>
                  <a:pt x="863311" y="168834"/>
                </a:lnTo>
                <a:lnTo>
                  <a:pt x="863508" y="167689"/>
                </a:lnTo>
                <a:lnTo>
                  <a:pt x="863677" y="166533"/>
                </a:lnTo>
                <a:lnTo>
                  <a:pt x="863817" y="165365"/>
                </a:lnTo>
                <a:lnTo>
                  <a:pt x="863927" y="164185"/>
                </a:lnTo>
                <a:lnTo>
                  <a:pt x="864008" y="162993"/>
                </a:lnTo>
                <a:lnTo>
                  <a:pt x="864060" y="161789"/>
                </a:lnTo>
                <a:lnTo>
                  <a:pt x="864083" y="160573"/>
                </a:lnTo>
                <a:lnTo>
                  <a:pt x="864056" y="159194"/>
                </a:lnTo>
                <a:lnTo>
                  <a:pt x="863992" y="157837"/>
                </a:lnTo>
                <a:lnTo>
                  <a:pt x="863891" y="156502"/>
                </a:lnTo>
                <a:lnTo>
                  <a:pt x="863752" y="155189"/>
                </a:lnTo>
                <a:lnTo>
                  <a:pt x="863576" y="153898"/>
                </a:lnTo>
                <a:lnTo>
                  <a:pt x="863363" y="152629"/>
                </a:lnTo>
                <a:lnTo>
                  <a:pt x="863113" y="151383"/>
                </a:lnTo>
                <a:lnTo>
                  <a:pt x="862825" y="150158"/>
                </a:lnTo>
                <a:lnTo>
                  <a:pt x="862500" y="148956"/>
                </a:lnTo>
                <a:lnTo>
                  <a:pt x="862138" y="147776"/>
                </a:lnTo>
                <a:lnTo>
                  <a:pt x="861739" y="146618"/>
                </a:lnTo>
                <a:lnTo>
                  <a:pt x="861303" y="145482"/>
                </a:lnTo>
                <a:lnTo>
                  <a:pt x="860829" y="144368"/>
                </a:lnTo>
                <a:lnTo>
                  <a:pt x="860318" y="143276"/>
                </a:lnTo>
                <a:lnTo>
                  <a:pt x="859770" y="142206"/>
                </a:lnTo>
                <a:lnTo>
                  <a:pt x="859185" y="141159"/>
                </a:lnTo>
                <a:lnTo>
                  <a:pt x="858562" y="140134"/>
                </a:lnTo>
                <a:lnTo>
                  <a:pt x="857903" y="139130"/>
                </a:lnTo>
                <a:lnTo>
                  <a:pt x="857206" y="138149"/>
                </a:lnTo>
                <a:lnTo>
                  <a:pt x="856472" y="137190"/>
                </a:lnTo>
                <a:lnTo>
                  <a:pt x="855700" y="136253"/>
                </a:lnTo>
                <a:lnTo>
                  <a:pt x="854892" y="135338"/>
                </a:lnTo>
                <a:lnTo>
                  <a:pt x="854046" y="134446"/>
                </a:lnTo>
                <a:lnTo>
                  <a:pt x="853163" y="133575"/>
                </a:lnTo>
                <a:lnTo>
                  <a:pt x="852250" y="132725"/>
                </a:lnTo>
                <a:lnTo>
                  <a:pt x="851298" y="131895"/>
                </a:lnTo>
                <a:lnTo>
                  <a:pt x="850306" y="131084"/>
                </a:lnTo>
                <a:lnTo>
                  <a:pt x="849276" y="130292"/>
                </a:lnTo>
                <a:lnTo>
                  <a:pt x="848205" y="129519"/>
                </a:lnTo>
                <a:lnTo>
                  <a:pt x="847096" y="128766"/>
                </a:lnTo>
                <a:lnTo>
                  <a:pt x="845947" y="128032"/>
                </a:lnTo>
                <a:lnTo>
                  <a:pt x="844759" y="127317"/>
                </a:lnTo>
                <a:lnTo>
                  <a:pt x="843532" y="126622"/>
                </a:lnTo>
                <a:lnTo>
                  <a:pt x="842265" y="125946"/>
                </a:lnTo>
                <a:lnTo>
                  <a:pt x="840959" y="125289"/>
                </a:lnTo>
                <a:lnTo>
                  <a:pt x="839613" y="124652"/>
                </a:lnTo>
                <a:lnTo>
                  <a:pt x="838228" y="124034"/>
                </a:lnTo>
                <a:lnTo>
                  <a:pt x="836804" y="123435"/>
                </a:lnTo>
                <a:lnTo>
                  <a:pt x="835341" y="122855"/>
                </a:lnTo>
                <a:lnTo>
                  <a:pt x="833838" y="122295"/>
                </a:lnTo>
                <a:lnTo>
                  <a:pt x="832296" y="121754"/>
                </a:lnTo>
                <a:lnTo>
                  <a:pt x="830715" y="121233"/>
                </a:lnTo>
                <a:lnTo>
                  <a:pt x="829094" y="120730"/>
                </a:lnTo>
                <a:lnTo>
                  <a:pt x="827434" y="120247"/>
                </a:lnTo>
                <a:lnTo>
                  <a:pt x="825735" y="119784"/>
                </a:lnTo>
                <a:lnTo>
                  <a:pt x="823996" y="119339"/>
                </a:lnTo>
                <a:lnTo>
                  <a:pt x="822218" y="118914"/>
                </a:lnTo>
                <a:lnTo>
                  <a:pt x="820401" y="118509"/>
                </a:lnTo>
                <a:lnTo>
                  <a:pt x="793909" y="112846"/>
                </a:lnTo>
                <a:lnTo>
                  <a:pt x="792934" y="112616"/>
                </a:lnTo>
                <a:lnTo>
                  <a:pt x="791983" y="112381"/>
                </a:lnTo>
                <a:lnTo>
                  <a:pt x="791055" y="112140"/>
                </a:lnTo>
                <a:lnTo>
                  <a:pt x="790150" y="111894"/>
                </a:lnTo>
                <a:lnTo>
                  <a:pt x="789269" y="111643"/>
                </a:lnTo>
                <a:lnTo>
                  <a:pt x="788410" y="111386"/>
                </a:lnTo>
                <a:lnTo>
                  <a:pt x="787575" y="111125"/>
                </a:lnTo>
                <a:lnTo>
                  <a:pt x="786763" y="110858"/>
                </a:lnTo>
                <a:lnTo>
                  <a:pt x="785974" y="110585"/>
                </a:lnTo>
                <a:lnTo>
                  <a:pt x="785208" y="110308"/>
                </a:lnTo>
                <a:lnTo>
                  <a:pt x="784466" y="110025"/>
                </a:lnTo>
                <a:lnTo>
                  <a:pt x="783746" y="109737"/>
                </a:lnTo>
                <a:lnTo>
                  <a:pt x="783050" y="109444"/>
                </a:lnTo>
                <a:lnTo>
                  <a:pt x="782377" y="109145"/>
                </a:lnTo>
                <a:lnTo>
                  <a:pt x="781727" y="108841"/>
                </a:lnTo>
                <a:lnTo>
                  <a:pt x="781100" y="108532"/>
                </a:lnTo>
                <a:lnTo>
                  <a:pt x="780497" y="108218"/>
                </a:lnTo>
                <a:lnTo>
                  <a:pt x="779917" y="107898"/>
                </a:lnTo>
                <a:lnTo>
                  <a:pt x="779359" y="107573"/>
                </a:lnTo>
                <a:lnTo>
                  <a:pt x="778825" y="107243"/>
                </a:lnTo>
                <a:lnTo>
                  <a:pt x="778314" y="106907"/>
                </a:lnTo>
                <a:lnTo>
                  <a:pt x="777827" y="106566"/>
                </a:lnTo>
                <a:lnTo>
                  <a:pt x="777362" y="106220"/>
                </a:lnTo>
                <a:lnTo>
                  <a:pt x="776921" y="105869"/>
                </a:lnTo>
                <a:lnTo>
                  <a:pt x="776509" y="105511"/>
                </a:lnTo>
                <a:lnTo>
                  <a:pt x="776114" y="105144"/>
                </a:lnTo>
                <a:lnTo>
                  <a:pt x="775738" y="104768"/>
                </a:lnTo>
                <a:lnTo>
                  <a:pt x="775379" y="104383"/>
                </a:lnTo>
                <a:lnTo>
                  <a:pt x="775038" y="103990"/>
                </a:lnTo>
                <a:lnTo>
                  <a:pt x="774715" y="103588"/>
                </a:lnTo>
                <a:lnTo>
                  <a:pt x="774410" y="103177"/>
                </a:lnTo>
                <a:lnTo>
                  <a:pt x="774123" y="102757"/>
                </a:lnTo>
                <a:lnTo>
                  <a:pt x="773854" y="102329"/>
                </a:lnTo>
                <a:lnTo>
                  <a:pt x="773603" y="101891"/>
                </a:lnTo>
                <a:lnTo>
                  <a:pt x="773370" y="101445"/>
                </a:lnTo>
                <a:lnTo>
                  <a:pt x="773154" y="100990"/>
                </a:lnTo>
                <a:lnTo>
                  <a:pt x="772957" y="100527"/>
                </a:lnTo>
                <a:lnTo>
                  <a:pt x="772777" y="100054"/>
                </a:lnTo>
                <a:lnTo>
                  <a:pt x="772616" y="99573"/>
                </a:lnTo>
                <a:lnTo>
                  <a:pt x="772472" y="99083"/>
                </a:lnTo>
                <a:lnTo>
                  <a:pt x="772346" y="98584"/>
                </a:lnTo>
                <a:lnTo>
                  <a:pt x="772238" y="98077"/>
                </a:lnTo>
                <a:lnTo>
                  <a:pt x="772148" y="97561"/>
                </a:lnTo>
                <a:lnTo>
                  <a:pt x="772076" y="97036"/>
                </a:lnTo>
                <a:lnTo>
                  <a:pt x="772021" y="96502"/>
                </a:lnTo>
                <a:lnTo>
                  <a:pt x="771985" y="95959"/>
                </a:lnTo>
                <a:lnTo>
                  <a:pt x="771967" y="95408"/>
                </a:lnTo>
                <a:lnTo>
                  <a:pt x="771966" y="94847"/>
                </a:lnTo>
                <a:lnTo>
                  <a:pt x="771971" y="94195"/>
                </a:lnTo>
                <a:lnTo>
                  <a:pt x="772003" y="93553"/>
                </a:lnTo>
                <a:lnTo>
                  <a:pt x="772063" y="92922"/>
                </a:lnTo>
                <a:lnTo>
                  <a:pt x="772149" y="92300"/>
                </a:lnTo>
                <a:lnTo>
                  <a:pt x="772262" y="91688"/>
                </a:lnTo>
                <a:lnTo>
                  <a:pt x="772402" y="91087"/>
                </a:lnTo>
                <a:lnTo>
                  <a:pt x="772570" y="90496"/>
                </a:lnTo>
                <a:lnTo>
                  <a:pt x="772764" y="89915"/>
                </a:lnTo>
                <a:lnTo>
                  <a:pt x="772985" y="89345"/>
                </a:lnTo>
                <a:lnTo>
                  <a:pt x="773234" y="88784"/>
                </a:lnTo>
                <a:lnTo>
                  <a:pt x="773509" y="88234"/>
                </a:lnTo>
                <a:lnTo>
                  <a:pt x="773812" y="87693"/>
                </a:lnTo>
                <a:lnTo>
                  <a:pt x="774141" y="87163"/>
                </a:lnTo>
                <a:lnTo>
                  <a:pt x="774498" y="86644"/>
                </a:lnTo>
                <a:lnTo>
                  <a:pt x="774881" y="86134"/>
                </a:lnTo>
                <a:lnTo>
                  <a:pt x="775292" y="85635"/>
                </a:lnTo>
                <a:lnTo>
                  <a:pt x="775729" y="85145"/>
                </a:lnTo>
                <a:lnTo>
                  <a:pt x="776194" y="84666"/>
                </a:lnTo>
                <a:lnTo>
                  <a:pt x="776686" y="84197"/>
                </a:lnTo>
                <a:lnTo>
                  <a:pt x="777205" y="83739"/>
                </a:lnTo>
                <a:lnTo>
                  <a:pt x="777750" y="83290"/>
                </a:lnTo>
                <a:lnTo>
                  <a:pt x="778323" y="82852"/>
                </a:lnTo>
                <a:lnTo>
                  <a:pt x="778923" y="82424"/>
                </a:lnTo>
                <a:lnTo>
                  <a:pt x="779550" y="82006"/>
                </a:lnTo>
                <a:lnTo>
                  <a:pt x="780205" y="81601"/>
                </a:lnTo>
                <a:lnTo>
                  <a:pt x="780873" y="81214"/>
                </a:lnTo>
                <a:lnTo>
                  <a:pt x="781553" y="80844"/>
                </a:lnTo>
                <a:lnTo>
                  <a:pt x="782246" y="80492"/>
                </a:lnTo>
                <a:lnTo>
                  <a:pt x="782952" y="80156"/>
                </a:lnTo>
                <a:lnTo>
                  <a:pt x="783670" y="79838"/>
                </a:lnTo>
                <a:lnTo>
                  <a:pt x="784401" y="79537"/>
                </a:lnTo>
                <a:lnTo>
                  <a:pt x="785145" y="79253"/>
                </a:lnTo>
                <a:lnTo>
                  <a:pt x="785901" y="78986"/>
                </a:lnTo>
                <a:lnTo>
                  <a:pt x="786670" y="78737"/>
                </a:lnTo>
                <a:lnTo>
                  <a:pt x="787452" y="78505"/>
                </a:lnTo>
                <a:lnTo>
                  <a:pt x="788246" y="78290"/>
                </a:lnTo>
                <a:lnTo>
                  <a:pt x="789053" y="78092"/>
                </a:lnTo>
                <a:lnTo>
                  <a:pt x="789872" y="77911"/>
                </a:lnTo>
                <a:lnTo>
                  <a:pt x="790704" y="77748"/>
                </a:lnTo>
                <a:lnTo>
                  <a:pt x="791549" y="77601"/>
                </a:lnTo>
                <a:lnTo>
                  <a:pt x="792407" y="77472"/>
                </a:lnTo>
                <a:lnTo>
                  <a:pt x="793277" y="77361"/>
                </a:lnTo>
                <a:lnTo>
                  <a:pt x="794159" y="77266"/>
                </a:lnTo>
                <a:lnTo>
                  <a:pt x="795055" y="77189"/>
                </a:lnTo>
                <a:lnTo>
                  <a:pt x="795962" y="77128"/>
                </a:lnTo>
                <a:lnTo>
                  <a:pt x="796883" y="77085"/>
                </a:lnTo>
                <a:lnTo>
                  <a:pt x="797816" y="77060"/>
                </a:lnTo>
                <a:lnTo>
                  <a:pt x="798762" y="77051"/>
                </a:lnTo>
                <a:lnTo>
                  <a:pt x="799465" y="77056"/>
                </a:lnTo>
                <a:lnTo>
                  <a:pt x="800160" y="77070"/>
                </a:lnTo>
                <a:lnTo>
                  <a:pt x="800844" y="77094"/>
                </a:lnTo>
                <a:lnTo>
                  <a:pt x="801520" y="77127"/>
                </a:lnTo>
                <a:lnTo>
                  <a:pt x="802187" y="77169"/>
                </a:lnTo>
                <a:lnTo>
                  <a:pt x="802845" y="77222"/>
                </a:lnTo>
                <a:lnTo>
                  <a:pt x="803493" y="77283"/>
                </a:lnTo>
                <a:lnTo>
                  <a:pt x="804133" y="77354"/>
                </a:lnTo>
                <a:lnTo>
                  <a:pt x="804763" y="77435"/>
                </a:lnTo>
                <a:lnTo>
                  <a:pt x="805384" y="77525"/>
                </a:lnTo>
                <a:lnTo>
                  <a:pt x="805996" y="77624"/>
                </a:lnTo>
                <a:lnTo>
                  <a:pt x="806599" y="77733"/>
                </a:lnTo>
                <a:lnTo>
                  <a:pt x="807192" y="77852"/>
                </a:lnTo>
                <a:lnTo>
                  <a:pt x="807777" y="77980"/>
                </a:lnTo>
                <a:lnTo>
                  <a:pt x="808352" y="78117"/>
                </a:lnTo>
                <a:lnTo>
                  <a:pt x="808919" y="78264"/>
                </a:lnTo>
                <a:lnTo>
                  <a:pt x="809476" y="78421"/>
                </a:lnTo>
                <a:lnTo>
                  <a:pt x="810024" y="78587"/>
                </a:lnTo>
                <a:lnTo>
                  <a:pt x="810563" y="78762"/>
                </a:lnTo>
                <a:lnTo>
                  <a:pt x="811093" y="78947"/>
                </a:lnTo>
                <a:lnTo>
                  <a:pt x="811613" y="79141"/>
                </a:lnTo>
                <a:lnTo>
                  <a:pt x="812125" y="79345"/>
                </a:lnTo>
                <a:lnTo>
                  <a:pt x="812627" y="79558"/>
                </a:lnTo>
                <a:lnTo>
                  <a:pt x="813121" y="79781"/>
                </a:lnTo>
                <a:lnTo>
                  <a:pt x="813605" y="80012"/>
                </a:lnTo>
                <a:lnTo>
                  <a:pt x="814081" y="80248"/>
                </a:lnTo>
                <a:lnTo>
                  <a:pt x="814549" y="80490"/>
                </a:lnTo>
                <a:lnTo>
                  <a:pt x="815008" y="80739"/>
                </a:lnTo>
                <a:lnTo>
                  <a:pt x="815459" y="80993"/>
                </a:lnTo>
                <a:lnTo>
                  <a:pt x="815901" y="81254"/>
                </a:lnTo>
                <a:lnTo>
                  <a:pt x="816335" y="81520"/>
                </a:lnTo>
                <a:lnTo>
                  <a:pt x="816761" y="81792"/>
                </a:lnTo>
                <a:lnTo>
                  <a:pt x="817178" y="82070"/>
                </a:lnTo>
                <a:lnTo>
                  <a:pt x="817587" y="82355"/>
                </a:lnTo>
                <a:lnTo>
                  <a:pt x="817987" y="82645"/>
                </a:lnTo>
                <a:lnTo>
                  <a:pt x="818379" y="82941"/>
                </a:lnTo>
                <a:lnTo>
                  <a:pt x="818762" y="83243"/>
                </a:lnTo>
                <a:lnTo>
                  <a:pt x="819137" y="83551"/>
                </a:lnTo>
                <a:lnTo>
                  <a:pt x="819504" y="83865"/>
                </a:lnTo>
                <a:lnTo>
                  <a:pt x="819862" y="84185"/>
                </a:lnTo>
                <a:lnTo>
                  <a:pt x="820211" y="84511"/>
                </a:lnTo>
                <a:lnTo>
                  <a:pt x="820553" y="84843"/>
                </a:lnTo>
                <a:lnTo>
                  <a:pt x="820886" y="85181"/>
                </a:lnTo>
                <a:lnTo>
                  <a:pt x="821210" y="85525"/>
                </a:lnTo>
                <a:lnTo>
                  <a:pt x="821526" y="85875"/>
                </a:lnTo>
                <a:lnTo>
                  <a:pt x="821834" y="86231"/>
                </a:lnTo>
                <a:lnTo>
                  <a:pt x="822133" y="86593"/>
                </a:lnTo>
                <a:lnTo>
                  <a:pt x="822423" y="86960"/>
                </a:lnTo>
                <a:lnTo>
                  <a:pt x="822715" y="87332"/>
                </a:lnTo>
                <a:lnTo>
                  <a:pt x="822998" y="87706"/>
                </a:lnTo>
                <a:lnTo>
                  <a:pt x="823275" y="88082"/>
                </a:lnTo>
                <a:lnTo>
                  <a:pt x="823544" y="88460"/>
                </a:lnTo>
                <a:lnTo>
                  <a:pt x="823806" y="88841"/>
                </a:lnTo>
                <a:lnTo>
                  <a:pt x="824060" y="89223"/>
                </a:lnTo>
                <a:lnTo>
                  <a:pt x="824307" y="89607"/>
                </a:lnTo>
                <a:lnTo>
                  <a:pt x="824547" y="89994"/>
                </a:lnTo>
                <a:lnTo>
                  <a:pt x="824779" y="90383"/>
                </a:lnTo>
                <a:lnTo>
                  <a:pt x="825004" y="90773"/>
                </a:lnTo>
                <a:lnTo>
                  <a:pt x="825221" y="91166"/>
                </a:lnTo>
                <a:lnTo>
                  <a:pt x="825432" y="91561"/>
                </a:lnTo>
                <a:lnTo>
                  <a:pt x="825634" y="91958"/>
                </a:lnTo>
                <a:lnTo>
                  <a:pt x="825830" y="92357"/>
                </a:lnTo>
                <a:lnTo>
                  <a:pt x="826018" y="92759"/>
                </a:lnTo>
                <a:lnTo>
                  <a:pt x="826198" y="93162"/>
                </a:lnTo>
                <a:lnTo>
                  <a:pt x="826372" y="93568"/>
                </a:lnTo>
                <a:lnTo>
                  <a:pt x="826538" y="93975"/>
                </a:lnTo>
                <a:lnTo>
                  <a:pt x="826696" y="94385"/>
                </a:lnTo>
                <a:lnTo>
                  <a:pt x="826847" y="94797"/>
                </a:lnTo>
                <a:lnTo>
                  <a:pt x="826991" y="95211"/>
                </a:lnTo>
                <a:lnTo>
                  <a:pt x="827127" y="95627"/>
                </a:lnTo>
                <a:lnTo>
                  <a:pt x="827256" y="96045"/>
                </a:lnTo>
                <a:lnTo>
                  <a:pt x="827378" y="96465"/>
                </a:lnTo>
                <a:lnTo>
                  <a:pt x="860747" y="92825"/>
                </a:lnTo>
                <a:lnTo>
                  <a:pt x="860414" y="91188"/>
                </a:lnTo>
                <a:lnTo>
                  <a:pt x="860040" y="89579"/>
                </a:lnTo>
                <a:lnTo>
                  <a:pt x="859623" y="87998"/>
                </a:lnTo>
                <a:lnTo>
                  <a:pt x="859165" y="86446"/>
                </a:lnTo>
                <a:close/>
                <a:moveTo>
                  <a:pt x="1032050" y="124851"/>
                </a:moveTo>
                <a:lnTo>
                  <a:pt x="1032000" y="123198"/>
                </a:lnTo>
                <a:lnTo>
                  <a:pt x="1031932" y="121565"/>
                </a:lnTo>
                <a:lnTo>
                  <a:pt x="1031843" y="119951"/>
                </a:lnTo>
                <a:lnTo>
                  <a:pt x="1031735" y="118357"/>
                </a:lnTo>
                <a:lnTo>
                  <a:pt x="1031607" y="116783"/>
                </a:lnTo>
                <a:lnTo>
                  <a:pt x="1031460" y="115228"/>
                </a:lnTo>
                <a:lnTo>
                  <a:pt x="1031293" y="113693"/>
                </a:lnTo>
                <a:lnTo>
                  <a:pt x="1031106" y="112178"/>
                </a:lnTo>
                <a:lnTo>
                  <a:pt x="1030899" y="110682"/>
                </a:lnTo>
                <a:lnTo>
                  <a:pt x="1030673" y="109206"/>
                </a:lnTo>
                <a:lnTo>
                  <a:pt x="1030427" y="107750"/>
                </a:lnTo>
                <a:lnTo>
                  <a:pt x="1030162" y="106313"/>
                </a:lnTo>
                <a:lnTo>
                  <a:pt x="1029877" y="104896"/>
                </a:lnTo>
                <a:lnTo>
                  <a:pt x="1029572" y="103499"/>
                </a:lnTo>
                <a:lnTo>
                  <a:pt x="1029248" y="102121"/>
                </a:lnTo>
                <a:lnTo>
                  <a:pt x="1028904" y="100763"/>
                </a:lnTo>
                <a:lnTo>
                  <a:pt x="1028540" y="99424"/>
                </a:lnTo>
                <a:lnTo>
                  <a:pt x="1028157" y="98106"/>
                </a:lnTo>
                <a:lnTo>
                  <a:pt x="1027754" y="96807"/>
                </a:lnTo>
                <a:lnTo>
                  <a:pt x="1027331" y="95527"/>
                </a:lnTo>
                <a:lnTo>
                  <a:pt x="1026888" y="94267"/>
                </a:lnTo>
                <a:lnTo>
                  <a:pt x="1026426" y="93027"/>
                </a:lnTo>
                <a:lnTo>
                  <a:pt x="1025947" y="91798"/>
                </a:lnTo>
                <a:lnTo>
                  <a:pt x="1025453" y="90587"/>
                </a:lnTo>
                <a:lnTo>
                  <a:pt x="1024944" y="89393"/>
                </a:lnTo>
                <a:lnTo>
                  <a:pt x="1024421" y="88219"/>
                </a:lnTo>
                <a:lnTo>
                  <a:pt x="1023883" y="87062"/>
                </a:lnTo>
                <a:lnTo>
                  <a:pt x="1023330" y="85924"/>
                </a:lnTo>
                <a:lnTo>
                  <a:pt x="1022762" y="84804"/>
                </a:lnTo>
                <a:lnTo>
                  <a:pt x="1022179" y="83702"/>
                </a:lnTo>
                <a:lnTo>
                  <a:pt x="1021582" y="82619"/>
                </a:lnTo>
                <a:lnTo>
                  <a:pt x="1020970" y="81553"/>
                </a:lnTo>
                <a:lnTo>
                  <a:pt x="1020344" y="80506"/>
                </a:lnTo>
                <a:lnTo>
                  <a:pt x="1019702" y="79478"/>
                </a:lnTo>
                <a:lnTo>
                  <a:pt x="1019046" y="78467"/>
                </a:lnTo>
                <a:lnTo>
                  <a:pt x="1018375" y="77475"/>
                </a:lnTo>
                <a:lnTo>
                  <a:pt x="1017689" y="76501"/>
                </a:lnTo>
                <a:lnTo>
                  <a:pt x="1016989" y="75545"/>
                </a:lnTo>
                <a:lnTo>
                  <a:pt x="1016274" y="74608"/>
                </a:lnTo>
                <a:lnTo>
                  <a:pt x="1015544" y="73689"/>
                </a:lnTo>
                <a:lnTo>
                  <a:pt x="1014799" y="72788"/>
                </a:lnTo>
                <a:lnTo>
                  <a:pt x="1014040" y="71905"/>
                </a:lnTo>
                <a:lnTo>
                  <a:pt x="1013265" y="71041"/>
                </a:lnTo>
                <a:lnTo>
                  <a:pt x="1012476" y="70195"/>
                </a:lnTo>
                <a:lnTo>
                  <a:pt x="1011673" y="69367"/>
                </a:lnTo>
                <a:lnTo>
                  <a:pt x="1010854" y="68557"/>
                </a:lnTo>
                <a:lnTo>
                  <a:pt x="1010032" y="67765"/>
                </a:lnTo>
                <a:lnTo>
                  <a:pt x="1009199" y="66991"/>
                </a:lnTo>
                <a:lnTo>
                  <a:pt x="1008355" y="66235"/>
                </a:lnTo>
                <a:lnTo>
                  <a:pt x="1007501" y="65496"/>
                </a:lnTo>
                <a:lnTo>
                  <a:pt x="1006636" y="64774"/>
                </a:lnTo>
                <a:lnTo>
                  <a:pt x="1005761" y="64070"/>
                </a:lnTo>
                <a:lnTo>
                  <a:pt x="1004875" y="63384"/>
                </a:lnTo>
                <a:lnTo>
                  <a:pt x="1003978" y="62715"/>
                </a:lnTo>
                <a:lnTo>
                  <a:pt x="1003072" y="62064"/>
                </a:lnTo>
                <a:lnTo>
                  <a:pt x="1002154" y="61430"/>
                </a:lnTo>
                <a:lnTo>
                  <a:pt x="1001226" y="60814"/>
                </a:lnTo>
                <a:lnTo>
                  <a:pt x="1000288" y="60215"/>
                </a:lnTo>
                <a:lnTo>
                  <a:pt x="999339" y="59634"/>
                </a:lnTo>
                <a:lnTo>
                  <a:pt x="998379" y="59070"/>
                </a:lnTo>
                <a:lnTo>
                  <a:pt x="997409" y="58524"/>
                </a:lnTo>
                <a:lnTo>
                  <a:pt x="996428" y="57996"/>
                </a:lnTo>
                <a:lnTo>
                  <a:pt x="995437" y="57485"/>
                </a:lnTo>
                <a:lnTo>
                  <a:pt x="994436" y="56992"/>
                </a:lnTo>
                <a:lnTo>
                  <a:pt x="993423" y="56516"/>
                </a:lnTo>
                <a:lnTo>
                  <a:pt x="992401" y="56058"/>
                </a:lnTo>
                <a:lnTo>
                  <a:pt x="991367" y="55617"/>
                </a:lnTo>
                <a:lnTo>
                  <a:pt x="990324" y="55194"/>
                </a:lnTo>
                <a:lnTo>
                  <a:pt x="989269" y="54789"/>
                </a:lnTo>
                <a:lnTo>
                  <a:pt x="988204" y="54401"/>
                </a:lnTo>
                <a:lnTo>
                  <a:pt x="987140" y="54021"/>
                </a:lnTo>
                <a:lnTo>
                  <a:pt x="986070" y="53658"/>
                </a:lnTo>
                <a:lnTo>
                  <a:pt x="984994" y="53311"/>
                </a:lnTo>
                <a:lnTo>
                  <a:pt x="983912" y="52980"/>
                </a:lnTo>
                <a:lnTo>
                  <a:pt x="982825" y="52665"/>
                </a:lnTo>
                <a:lnTo>
                  <a:pt x="981733" y="52366"/>
                </a:lnTo>
                <a:lnTo>
                  <a:pt x="980635" y="52083"/>
                </a:lnTo>
                <a:lnTo>
                  <a:pt x="979531" y="51817"/>
                </a:lnTo>
                <a:lnTo>
                  <a:pt x="978421" y="51566"/>
                </a:lnTo>
                <a:lnTo>
                  <a:pt x="977306" y="51332"/>
                </a:lnTo>
                <a:lnTo>
                  <a:pt x="976185" y="51114"/>
                </a:lnTo>
                <a:lnTo>
                  <a:pt x="975059" y="50912"/>
                </a:lnTo>
                <a:lnTo>
                  <a:pt x="973927" y="50727"/>
                </a:lnTo>
                <a:lnTo>
                  <a:pt x="972790" y="50557"/>
                </a:lnTo>
                <a:lnTo>
                  <a:pt x="971646" y="50404"/>
                </a:lnTo>
                <a:lnTo>
                  <a:pt x="970498" y="50266"/>
                </a:lnTo>
                <a:lnTo>
                  <a:pt x="969343" y="50145"/>
                </a:lnTo>
                <a:lnTo>
                  <a:pt x="968183" y="50040"/>
                </a:lnTo>
                <a:lnTo>
                  <a:pt x="967018" y="49951"/>
                </a:lnTo>
                <a:lnTo>
                  <a:pt x="965846" y="49879"/>
                </a:lnTo>
                <a:lnTo>
                  <a:pt x="964669" y="49822"/>
                </a:lnTo>
                <a:lnTo>
                  <a:pt x="963487" y="49782"/>
                </a:lnTo>
                <a:lnTo>
                  <a:pt x="962299" y="49758"/>
                </a:lnTo>
                <a:lnTo>
                  <a:pt x="961105" y="49749"/>
                </a:lnTo>
                <a:lnTo>
                  <a:pt x="959261" y="49767"/>
                </a:lnTo>
                <a:lnTo>
                  <a:pt x="957437" y="49820"/>
                </a:lnTo>
                <a:lnTo>
                  <a:pt x="955634" y="49909"/>
                </a:lnTo>
                <a:lnTo>
                  <a:pt x="953850" y="50033"/>
                </a:lnTo>
                <a:lnTo>
                  <a:pt x="952086" y="50193"/>
                </a:lnTo>
                <a:lnTo>
                  <a:pt x="950342" y="50388"/>
                </a:lnTo>
                <a:lnTo>
                  <a:pt x="948619" y="50618"/>
                </a:lnTo>
                <a:lnTo>
                  <a:pt x="946915" y="50884"/>
                </a:lnTo>
                <a:lnTo>
                  <a:pt x="945231" y="51186"/>
                </a:lnTo>
                <a:lnTo>
                  <a:pt x="943568" y="51522"/>
                </a:lnTo>
                <a:lnTo>
                  <a:pt x="941924" y="51895"/>
                </a:lnTo>
                <a:lnTo>
                  <a:pt x="940300" y="52303"/>
                </a:lnTo>
                <a:lnTo>
                  <a:pt x="938697" y="52746"/>
                </a:lnTo>
                <a:lnTo>
                  <a:pt x="937113" y="53225"/>
                </a:lnTo>
                <a:lnTo>
                  <a:pt x="935549" y="53739"/>
                </a:lnTo>
                <a:lnTo>
                  <a:pt x="934006" y="54288"/>
                </a:lnTo>
                <a:lnTo>
                  <a:pt x="932482" y="54874"/>
                </a:lnTo>
                <a:lnTo>
                  <a:pt x="930979" y="55494"/>
                </a:lnTo>
                <a:lnTo>
                  <a:pt x="929495" y="56150"/>
                </a:lnTo>
                <a:lnTo>
                  <a:pt x="928031" y="56842"/>
                </a:lnTo>
                <a:lnTo>
                  <a:pt x="926588" y="57569"/>
                </a:lnTo>
                <a:lnTo>
                  <a:pt x="925164" y="58331"/>
                </a:lnTo>
                <a:lnTo>
                  <a:pt x="923761" y="59129"/>
                </a:lnTo>
                <a:lnTo>
                  <a:pt x="922377" y="59962"/>
                </a:lnTo>
                <a:lnTo>
                  <a:pt x="921016" y="60819"/>
                </a:lnTo>
                <a:lnTo>
                  <a:pt x="919681" y="61704"/>
                </a:lnTo>
                <a:lnTo>
                  <a:pt x="918371" y="62617"/>
                </a:lnTo>
                <a:lnTo>
                  <a:pt x="917086" y="63557"/>
                </a:lnTo>
                <a:lnTo>
                  <a:pt x="915826" y="64527"/>
                </a:lnTo>
                <a:lnTo>
                  <a:pt x="914591" y="65524"/>
                </a:lnTo>
                <a:lnTo>
                  <a:pt x="913382" y="66549"/>
                </a:lnTo>
                <a:lnTo>
                  <a:pt x="912198" y="67602"/>
                </a:lnTo>
                <a:lnTo>
                  <a:pt x="911040" y="68684"/>
                </a:lnTo>
                <a:lnTo>
                  <a:pt x="909906" y="69793"/>
                </a:lnTo>
                <a:lnTo>
                  <a:pt x="908798" y="70931"/>
                </a:lnTo>
                <a:lnTo>
                  <a:pt x="907715" y="72096"/>
                </a:lnTo>
                <a:lnTo>
                  <a:pt x="906658" y="73290"/>
                </a:lnTo>
                <a:lnTo>
                  <a:pt x="905626" y="74512"/>
                </a:lnTo>
                <a:lnTo>
                  <a:pt x="904619" y="75762"/>
                </a:lnTo>
                <a:lnTo>
                  <a:pt x="903637" y="77040"/>
                </a:lnTo>
                <a:lnTo>
                  <a:pt x="902681" y="78346"/>
                </a:lnTo>
                <a:lnTo>
                  <a:pt x="901749" y="79680"/>
                </a:lnTo>
                <a:lnTo>
                  <a:pt x="900844" y="81042"/>
                </a:lnTo>
                <a:lnTo>
                  <a:pt x="899963" y="82433"/>
                </a:lnTo>
                <a:lnTo>
                  <a:pt x="899108" y="83851"/>
                </a:lnTo>
                <a:lnTo>
                  <a:pt x="898278" y="85298"/>
                </a:lnTo>
                <a:lnTo>
                  <a:pt x="897473" y="86772"/>
                </a:lnTo>
                <a:lnTo>
                  <a:pt x="896694" y="88275"/>
                </a:lnTo>
                <a:lnTo>
                  <a:pt x="895951" y="89793"/>
                </a:lnTo>
                <a:lnTo>
                  <a:pt x="895240" y="91332"/>
                </a:lnTo>
                <a:lnTo>
                  <a:pt x="894561" y="92892"/>
                </a:lnTo>
                <a:lnTo>
                  <a:pt x="893913" y="94471"/>
                </a:lnTo>
                <a:lnTo>
                  <a:pt x="893297" y="96071"/>
                </a:lnTo>
                <a:lnTo>
                  <a:pt x="892712" y="97691"/>
                </a:lnTo>
                <a:lnTo>
                  <a:pt x="892159" y="99332"/>
                </a:lnTo>
                <a:lnTo>
                  <a:pt x="891638" y="100993"/>
                </a:lnTo>
                <a:lnTo>
                  <a:pt x="891148" y="102675"/>
                </a:lnTo>
                <a:lnTo>
                  <a:pt x="890690" y="104376"/>
                </a:lnTo>
                <a:lnTo>
                  <a:pt x="890263" y="106098"/>
                </a:lnTo>
                <a:lnTo>
                  <a:pt x="889868" y="107841"/>
                </a:lnTo>
                <a:lnTo>
                  <a:pt x="889505" y="109604"/>
                </a:lnTo>
                <a:lnTo>
                  <a:pt x="889173" y="111387"/>
                </a:lnTo>
                <a:lnTo>
                  <a:pt x="888873" y="113191"/>
                </a:lnTo>
                <a:lnTo>
                  <a:pt x="888604" y="115015"/>
                </a:lnTo>
                <a:lnTo>
                  <a:pt x="888367" y="116859"/>
                </a:lnTo>
                <a:lnTo>
                  <a:pt x="888162" y="118724"/>
                </a:lnTo>
                <a:lnTo>
                  <a:pt x="887988" y="120609"/>
                </a:lnTo>
                <a:lnTo>
                  <a:pt x="887846" y="122514"/>
                </a:lnTo>
                <a:lnTo>
                  <a:pt x="887735" y="124440"/>
                </a:lnTo>
                <a:lnTo>
                  <a:pt x="887656" y="126386"/>
                </a:lnTo>
                <a:lnTo>
                  <a:pt x="887609" y="128353"/>
                </a:lnTo>
                <a:lnTo>
                  <a:pt x="887593" y="130339"/>
                </a:lnTo>
                <a:lnTo>
                  <a:pt x="887609" y="132359"/>
                </a:lnTo>
                <a:lnTo>
                  <a:pt x="887656" y="134357"/>
                </a:lnTo>
                <a:lnTo>
                  <a:pt x="887735" y="136332"/>
                </a:lnTo>
                <a:lnTo>
                  <a:pt x="887846" y="138286"/>
                </a:lnTo>
                <a:lnTo>
                  <a:pt x="887988" y="140217"/>
                </a:lnTo>
                <a:lnTo>
                  <a:pt x="888162" y="142126"/>
                </a:lnTo>
                <a:lnTo>
                  <a:pt x="888367" y="144013"/>
                </a:lnTo>
                <a:lnTo>
                  <a:pt x="888604" y="145878"/>
                </a:lnTo>
                <a:lnTo>
                  <a:pt x="888873" y="147720"/>
                </a:lnTo>
                <a:lnTo>
                  <a:pt x="889173" y="149541"/>
                </a:lnTo>
                <a:lnTo>
                  <a:pt x="889505" y="151340"/>
                </a:lnTo>
                <a:lnTo>
                  <a:pt x="889868" y="153116"/>
                </a:lnTo>
                <a:lnTo>
                  <a:pt x="890263" y="154870"/>
                </a:lnTo>
                <a:lnTo>
                  <a:pt x="890690" y="156602"/>
                </a:lnTo>
                <a:lnTo>
                  <a:pt x="891148" y="158312"/>
                </a:lnTo>
                <a:lnTo>
                  <a:pt x="891638" y="160000"/>
                </a:lnTo>
                <a:lnTo>
                  <a:pt x="892159" y="161666"/>
                </a:lnTo>
                <a:lnTo>
                  <a:pt x="892712" y="163310"/>
                </a:lnTo>
                <a:lnTo>
                  <a:pt x="893297" y="164931"/>
                </a:lnTo>
                <a:lnTo>
                  <a:pt x="893913" y="166531"/>
                </a:lnTo>
                <a:lnTo>
                  <a:pt x="894561" y="168108"/>
                </a:lnTo>
                <a:lnTo>
                  <a:pt x="895240" y="169663"/>
                </a:lnTo>
                <a:lnTo>
                  <a:pt x="895951" y="171196"/>
                </a:lnTo>
                <a:lnTo>
                  <a:pt x="896694" y="172707"/>
                </a:lnTo>
                <a:lnTo>
                  <a:pt x="897466" y="174185"/>
                </a:lnTo>
                <a:lnTo>
                  <a:pt x="898264" y="175634"/>
                </a:lnTo>
                <a:lnTo>
                  <a:pt x="899090" y="177055"/>
                </a:lnTo>
                <a:lnTo>
                  <a:pt x="899943" y="178449"/>
                </a:lnTo>
                <a:lnTo>
                  <a:pt x="900823" y="179814"/>
                </a:lnTo>
                <a:lnTo>
                  <a:pt x="901730" y="181151"/>
                </a:lnTo>
                <a:lnTo>
                  <a:pt x="902665" y="182460"/>
                </a:lnTo>
                <a:lnTo>
                  <a:pt x="903626" y="183740"/>
                </a:lnTo>
                <a:lnTo>
                  <a:pt x="904614" y="184993"/>
                </a:lnTo>
                <a:lnTo>
                  <a:pt x="905629" y="186218"/>
                </a:lnTo>
                <a:lnTo>
                  <a:pt x="906671" y="187414"/>
                </a:lnTo>
                <a:lnTo>
                  <a:pt x="907741" y="188583"/>
                </a:lnTo>
                <a:lnTo>
                  <a:pt x="908837" y="189723"/>
                </a:lnTo>
                <a:lnTo>
                  <a:pt x="909960" y="190835"/>
                </a:lnTo>
                <a:lnTo>
                  <a:pt x="911111" y="191920"/>
                </a:lnTo>
                <a:lnTo>
                  <a:pt x="912288" y="192976"/>
                </a:lnTo>
                <a:lnTo>
                  <a:pt x="913493" y="194004"/>
                </a:lnTo>
                <a:lnTo>
                  <a:pt x="914724" y="195004"/>
                </a:lnTo>
                <a:lnTo>
                  <a:pt x="915983" y="195975"/>
                </a:lnTo>
                <a:lnTo>
                  <a:pt x="917268" y="196919"/>
                </a:lnTo>
                <a:lnTo>
                  <a:pt x="918581" y="197835"/>
                </a:lnTo>
                <a:lnTo>
                  <a:pt x="919920" y="198722"/>
                </a:lnTo>
                <a:lnTo>
                  <a:pt x="921287" y="199582"/>
                </a:lnTo>
                <a:lnTo>
                  <a:pt x="922681" y="200413"/>
                </a:lnTo>
                <a:lnTo>
                  <a:pt x="924107" y="201205"/>
                </a:lnTo>
                <a:lnTo>
                  <a:pt x="925556" y="201964"/>
                </a:lnTo>
                <a:lnTo>
                  <a:pt x="927027" y="202688"/>
                </a:lnTo>
                <a:lnTo>
                  <a:pt x="928520" y="203379"/>
                </a:lnTo>
                <a:lnTo>
                  <a:pt x="930035" y="204037"/>
                </a:lnTo>
                <a:lnTo>
                  <a:pt x="931573" y="204660"/>
                </a:lnTo>
                <a:lnTo>
                  <a:pt x="933132" y="205250"/>
                </a:lnTo>
                <a:lnTo>
                  <a:pt x="934714" y="205806"/>
                </a:lnTo>
                <a:lnTo>
                  <a:pt x="936317" y="206329"/>
                </a:lnTo>
                <a:lnTo>
                  <a:pt x="937943" y="206817"/>
                </a:lnTo>
                <a:lnTo>
                  <a:pt x="939591" y="207272"/>
                </a:lnTo>
                <a:lnTo>
                  <a:pt x="941261" y="207694"/>
                </a:lnTo>
                <a:lnTo>
                  <a:pt x="942953" y="208081"/>
                </a:lnTo>
                <a:lnTo>
                  <a:pt x="944667" y="208435"/>
                </a:lnTo>
                <a:lnTo>
                  <a:pt x="946404" y="208755"/>
                </a:lnTo>
                <a:lnTo>
                  <a:pt x="948162" y="209042"/>
                </a:lnTo>
                <a:lnTo>
                  <a:pt x="949943" y="209295"/>
                </a:lnTo>
                <a:lnTo>
                  <a:pt x="951745" y="209514"/>
                </a:lnTo>
                <a:lnTo>
                  <a:pt x="953570" y="209699"/>
                </a:lnTo>
                <a:lnTo>
                  <a:pt x="955417" y="209851"/>
                </a:lnTo>
                <a:lnTo>
                  <a:pt x="957286" y="209969"/>
                </a:lnTo>
                <a:lnTo>
                  <a:pt x="959177" y="210053"/>
                </a:lnTo>
                <a:lnTo>
                  <a:pt x="961091" y="210104"/>
                </a:lnTo>
                <a:lnTo>
                  <a:pt x="963026" y="210121"/>
                </a:lnTo>
                <a:lnTo>
                  <a:pt x="964528" y="210111"/>
                </a:lnTo>
                <a:lnTo>
                  <a:pt x="966015" y="210083"/>
                </a:lnTo>
                <a:lnTo>
                  <a:pt x="967488" y="210035"/>
                </a:lnTo>
                <a:lnTo>
                  <a:pt x="968947" y="209969"/>
                </a:lnTo>
                <a:lnTo>
                  <a:pt x="970392" y="209884"/>
                </a:lnTo>
                <a:lnTo>
                  <a:pt x="971823" y="209779"/>
                </a:lnTo>
                <a:lnTo>
                  <a:pt x="973240" y="209656"/>
                </a:lnTo>
                <a:lnTo>
                  <a:pt x="974643" y="209514"/>
                </a:lnTo>
                <a:lnTo>
                  <a:pt x="976032" y="209353"/>
                </a:lnTo>
                <a:lnTo>
                  <a:pt x="977407" y="209173"/>
                </a:lnTo>
                <a:lnTo>
                  <a:pt x="978768" y="208973"/>
                </a:lnTo>
                <a:lnTo>
                  <a:pt x="980115" y="208755"/>
                </a:lnTo>
                <a:lnTo>
                  <a:pt x="981448" y="208518"/>
                </a:lnTo>
                <a:lnTo>
                  <a:pt x="982766" y="208263"/>
                </a:lnTo>
                <a:lnTo>
                  <a:pt x="984071" y="207988"/>
                </a:lnTo>
                <a:lnTo>
                  <a:pt x="985362" y="207694"/>
                </a:lnTo>
                <a:lnTo>
                  <a:pt x="986638" y="207381"/>
                </a:lnTo>
                <a:lnTo>
                  <a:pt x="987901" y="207049"/>
                </a:lnTo>
                <a:lnTo>
                  <a:pt x="989149" y="206698"/>
                </a:lnTo>
                <a:lnTo>
                  <a:pt x="990384" y="206329"/>
                </a:lnTo>
                <a:lnTo>
                  <a:pt x="991604" y="205940"/>
                </a:lnTo>
                <a:lnTo>
                  <a:pt x="992811" y="205532"/>
                </a:lnTo>
                <a:lnTo>
                  <a:pt x="994003" y="205106"/>
                </a:lnTo>
                <a:lnTo>
                  <a:pt x="995181" y="204660"/>
                </a:lnTo>
                <a:lnTo>
                  <a:pt x="996344" y="204189"/>
                </a:lnTo>
                <a:lnTo>
                  <a:pt x="997489" y="203702"/>
                </a:lnTo>
                <a:lnTo>
                  <a:pt x="998616" y="203200"/>
                </a:lnTo>
                <a:lnTo>
                  <a:pt x="999726" y="202683"/>
                </a:lnTo>
                <a:lnTo>
                  <a:pt x="1000818" y="202150"/>
                </a:lnTo>
                <a:lnTo>
                  <a:pt x="1001893" y="201601"/>
                </a:lnTo>
                <a:lnTo>
                  <a:pt x="1002950" y="201038"/>
                </a:lnTo>
                <a:lnTo>
                  <a:pt x="1003990" y="200458"/>
                </a:lnTo>
                <a:lnTo>
                  <a:pt x="1005012" y="199864"/>
                </a:lnTo>
                <a:lnTo>
                  <a:pt x="1006016" y="199253"/>
                </a:lnTo>
                <a:lnTo>
                  <a:pt x="1007003" y="198628"/>
                </a:lnTo>
                <a:lnTo>
                  <a:pt x="1007973" y="197987"/>
                </a:lnTo>
                <a:lnTo>
                  <a:pt x="1008924" y="197330"/>
                </a:lnTo>
                <a:lnTo>
                  <a:pt x="1009859" y="196658"/>
                </a:lnTo>
                <a:lnTo>
                  <a:pt x="1010775" y="195971"/>
                </a:lnTo>
                <a:lnTo>
                  <a:pt x="1011675" y="195268"/>
                </a:lnTo>
                <a:lnTo>
                  <a:pt x="1012556" y="194549"/>
                </a:lnTo>
                <a:lnTo>
                  <a:pt x="1013420" y="193815"/>
                </a:lnTo>
                <a:lnTo>
                  <a:pt x="1014267" y="193066"/>
                </a:lnTo>
                <a:lnTo>
                  <a:pt x="1015096" y="192302"/>
                </a:lnTo>
                <a:lnTo>
                  <a:pt x="1015907" y="191521"/>
                </a:lnTo>
                <a:lnTo>
                  <a:pt x="1016701" y="190726"/>
                </a:lnTo>
                <a:lnTo>
                  <a:pt x="1017477" y="189915"/>
                </a:lnTo>
                <a:lnTo>
                  <a:pt x="1018236" y="189088"/>
                </a:lnTo>
                <a:lnTo>
                  <a:pt x="1018984" y="188240"/>
                </a:lnTo>
                <a:lnTo>
                  <a:pt x="1019712" y="187379"/>
                </a:lnTo>
                <a:lnTo>
                  <a:pt x="1020419" y="186507"/>
                </a:lnTo>
                <a:lnTo>
                  <a:pt x="1021107" y="185622"/>
                </a:lnTo>
                <a:lnTo>
                  <a:pt x="1021773" y="184726"/>
                </a:lnTo>
                <a:lnTo>
                  <a:pt x="1022420" y="183818"/>
                </a:lnTo>
                <a:lnTo>
                  <a:pt x="1023046" y="182897"/>
                </a:lnTo>
                <a:lnTo>
                  <a:pt x="1023651" y="181965"/>
                </a:lnTo>
                <a:lnTo>
                  <a:pt x="1024237" y="181021"/>
                </a:lnTo>
                <a:lnTo>
                  <a:pt x="1024801" y="180065"/>
                </a:lnTo>
                <a:lnTo>
                  <a:pt x="1025346" y="179097"/>
                </a:lnTo>
                <a:lnTo>
                  <a:pt x="1025870" y="178117"/>
                </a:lnTo>
                <a:lnTo>
                  <a:pt x="1026374" y="177125"/>
                </a:lnTo>
                <a:lnTo>
                  <a:pt x="1026858" y="176121"/>
                </a:lnTo>
                <a:lnTo>
                  <a:pt x="1027321" y="175106"/>
                </a:lnTo>
                <a:lnTo>
                  <a:pt x="1027763" y="174078"/>
                </a:lnTo>
                <a:lnTo>
                  <a:pt x="1028186" y="173038"/>
                </a:lnTo>
                <a:lnTo>
                  <a:pt x="1028588" y="171987"/>
                </a:lnTo>
                <a:lnTo>
                  <a:pt x="1028969" y="170923"/>
                </a:lnTo>
                <a:lnTo>
                  <a:pt x="1029331" y="169848"/>
                </a:lnTo>
                <a:lnTo>
                  <a:pt x="1029672" y="168761"/>
                </a:lnTo>
                <a:lnTo>
                  <a:pt x="1029992" y="167661"/>
                </a:lnTo>
                <a:lnTo>
                  <a:pt x="1030292" y="166550"/>
                </a:lnTo>
                <a:lnTo>
                  <a:pt x="1030572" y="165427"/>
                </a:lnTo>
                <a:lnTo>
                  <a:pt x="996395" y="161585"/>
                </a:lnTo>
                <a:lnTo>
                  <a:pt x="996188" y="162129"/>
                </a:lnTo>
                <a:lnTo>
                  <a:pt x="995974" y="162665"/>
                </a:lnTo>
                <a:lnTo>
                  <a:pt x="995752" y="163194"/>
                </a:lnTo>
                <a:lnTo>
                  <a:pt x="995521" y="163716"/>
                </a:lnTo>
                <a:lnTo>
                  <a:pt x="995283" y="164231"/>
                </a:lnTo>
                <a:lnTo>
                  <a:pt x="995036" y="164738"/>
                </a:lnTo>
                <a:lnTo>
                  <a:pt x="994781" y="165238"/>
                </a:lnTo>
                <a:lnTo>
                  <a:pt x="994518" y="165730"/>
                </a:lnTo>
                <a:lnTo>
                  <a:pt x="994248" y="166215"/>
                </a:lnTo>
                <a:lnTo>
                  <a:pt x="993969" y="166693"/>
                </a:lnTo>
                <a:lnTo>
                  <a:pt x="993682" y="167163"/>
                </a:lnTo>
                <a:lnTo>
                  <a:pt x="993387" y="167626"/>
                </a:lnTo>
                <a:lnTo>
                  <a:pt x="993083" y="168082"/>
                </a:lnTo>
                <a:lnTo>
                  <a:pt x="992772" y="168530"/>
                </a:lnTo>
                <a:lnTo>
                  <a:pt x="992453" y="168971"/>
                </a:lnTo>
                <a:lnTo>
                  <a:pt x="992125" y="169404"/>
                </a:lnTo>
                <a:lnTo>
                  <a:pt x="991790" y="169830"/>
                </a:lnTo>
                <a:lnTo>
                  <a:pt x="991446" y="170249"/>
                </a:lnTo>
                <a:lnTo>
                  <a:pt x="991095" y="170660"/>
                </a:lnTo>
                <a:lnTo>
                  <a:pt x="990735" y="171064"/>
                </a:lnTo>
                <a:lnTo>
                  <a:pt x="990367" y="171461"/>
                </a:lnTo>
                <a:lnTo>
                  <a:pt x="989991" y="171850"/>
                </a:lnTo>
                <a:lnTo>
                  <a:pt x="989607" y="172232"/>
                </a:lnTo>
                <a:lnTo>
                  <a:pt x="989215" y="172606"/>
                </a:lnTo>
                <a:lnTo>
                  <a:pt x="988816" y="172973"/>
                </a:lnTo>
                <a:lnTo>
                  <a:pt x="988411" y="173333"/>
                </a:lnTo>
                <a:lnTo>
                  <a:pt x="988000" y="173685"/>
                </a:lnTo>
                <a:lnTo>
                  <a:pt x="987584" y="174030"/>
                </a:lnTo>
                <a:lnTo>
                  <a:pt x="987161" y="174368"/>
                </a:lnTo>
                <a:lnTo>
                  <a:pt x="986732" y="174698"/>
                </a:lnTo>
                <a:lnTo>
                  <a:pt x="986297" y="175021"/>
                </a:lnTo>
                <a:lnTo>
                  <a:pt x="985856" y="175336"/>
                </a:lnTo>
                <a:lnTo>
                  <a:pt x="985409" y="175644"/>
                </a:lnTo>
                <a:lnTo>
                  <a:pt x="984957" y="175945"/>
                </a:lnTo>
                <a:lnTo>
                  <a:pt x="984498" y="176239"/>
                </a:lnTo>
                <a:lnTo>
                  <a:pt x="984033" y="176525"/>
                </a:lnTo>
                <a:lnTo>
                  <a:pt x="983563" y="176803"/>
                </a:lnTo>
                <a:lnTo>
                  <a:pt x="983086" y="177074"/>
                </a:lnTo>
                <a:lnTo>
                  <a:pt x="982603" y="177338"/>
                </a:lnTo>
                <a:lnTo>
                  <a:pt x="982115" y="177595"/>
                </a:lnTo>
                <a:lnTo>
                  <a:pt x="981620" y="177844"/>
                </a:lnTo>
                <a:lnTo>
                  <a:pt x="981120" y="178086"/>
                </a:lnTo>
                <a:lnTo>
                  <a:pt x="980613" y="178320"/>
                </a:lnTo>
                <a:lnTo>
                  <a:pt x="980101" y="178547"/>
                </a:lnTo>
                <a:lnTo>
                  <a:pt x="979582" y="178766"/>
                </a:lnTo>
                <a:lnTo>
                  <a:pt x="979058" y="178979"/>
                </a:lnTo>
                <a:lnTo>
                  <a:pt x="978528" y="179184"/>
                </a:lnTo>
                <a:lnTo>
                  <a:pt x="977991" y="179381"/>
                </a:lnTo>
                <a:lnTo>
                  <a:pt x="977450" y="179563"/>
                </a:lnTo>
                <a:lnTo>
                  <a:pt x="976902" y="179736"/>
                </a:lnTo>
                <a:lnTo>
                  <a:pt x="976350" y="179902"/>
                </a:lnTo>
                <a:lnTo>
                  <a:pt x="975792" y="180061"/>
                </a:lnTo>
                <a:lnTo>
                  <a:pt x="975229" y="180211"/>
                </a:lnTo>
                <a:lnTo>
                  <a:pt x="974661" y="180354"/>
                </a:lnTo>
                <a:lnTo>
                  <a:pt x="974087" y="180489"/>
                </a:lnTo>
                <a:lnTo>
                  <a:pt x="973509" y="180617"/>
                </a:lnTo>
                <a:lnTo>
                  <a:pt x="972925" y="180737"/>
                </a:lnTo>
                <a:lnTo>
                  <a:pt x="972335" y="180849"/>
                </a:lnTo>
                <a:lnTo>
                  <a:pt x="971741" y="180953"/>
                </a:lnTo>
                <a:lnTo>
                  <a:pt x="971141" y="181049"/>
                </a:lnTo>
                <a:lnTo>
                  <a:pt x="970536" y="181138"/>
                </a:lnTo>
                <a:lnTo>
                  <a:pt x="969925" y="181219"/>
                </a:lnTo>
                <a:lnTo>
                  <a:pt x="969310" y="181293"/>
                </a:lnTo>
                <a:lnTo>
                  <a:pt x="968689" y="181358"/>
                </a:lnTo>
                <a:lnTo>
                  <a:pt x="968063" y="181416"/>
                </a:lnTo>
                <a:lnTo>
                  <a:pt x="967431" y="181467"/>
                </a:lnTo>
                <a:lnTo>
                  <a:pt x="966794" y="181509"/>
                </a:lnTo>
                <a:lnTo>
                  <a:pt x="966152" y="181544"/>
                </a:lnTo>
                <a:lnTo>
                  <a:pt x="965505" y="181571"/>
                </a:lnTo>
                <a:lnTo>
                  <a:pt x="964853" y="181590"/>
                </a:lnTo>
                <a:lnTo>
                  <a:pt x="964195" y="181602"/>
                </a:lnTo>
                <a:lnTo>
                  <a:pt x="963532" y="181606"/>
                </a:lnTo>
                <a:lnTo>
                  <a:pt x="962543" y="181597"/>
                </a:lnTo>
                <a:lnTo>
                  <a:pt x="961564" y="181571"/>
                </a:lnTo>
                <a:lnTo>
                  <a:pt x="960596" y="181527"/>
                </a:lnTo>
                <a:lnTo>
                  <a:pt x="959639" y="181465"/>
                </a:lnTo>
                <a:lnTo>
                  <a:pt x="958692" y="181386"/>
                </a:lnTo>
                <a:lnTo>
                  <a:pt x="957755" y="181290"/>
                </a:lnTo>
                <a:lnTo>
                  <a:pt x="956830" y="181176"/>
                </a:lnTo>
                <a:lnTo>
                  <a:pt x="955914" y="181044"/>
                </a:lnTo>
                <a:lnTo>
                  <a:pt x="955010" y="180895"/>
                </a:lnTo>
                <a:lnTo>
                  <a:pt x="954115" y="180728"/>
                </a:lnTo>
                <a:lnTo>
                  <a:pt x="953232" y="180544"/>
                </a:lnTo>
                <a:lnTo>
                  <a:pt x="952358" y="180342"/>
                </a:lnTo>
                <a:lnTo>
                  <a:pt x="951496" y="180122"/>
                </a:lnTo>
                <a:lnTo>
                  <a:pt x="950644" y="179885"/>
                </a:lnTo>
                <a:lnTo>
                  <a:pt x="949802" y="179631"/>
                </a:lnTo>
                <a:lnTo>
                  <a:pt x="948971" y="179359"/>
                </a:lnTo>
                <a:lnTo>
                  <a:pt x="948150" y="179069"/>
                </a:lnTo>
                <a:lnTo>
                  <a:pt x="947340" y="178762"/>
                </a:lnTo>
                <a:lnTo>
                  <a:pt x="946541" y="178437"/>
                </a:lnTo>
                <a:lnTo>
                  <a:pt x="945752" y="178095"/>
                </a:lnTo>
                <a:lnTo>
                  <a:pt x="944974" y="177735"/>
                </a:lnTo>
                <a:lnTo>
                  <a:pt x="944206" y="177357"/>
                </a:lnTo>
                <a:lnTo>
                  <a:pt x="943449" y="176962"/>
                </a:lnTo>
                <a:lnTo>
                  <a:pt x="942702" y="176550"/>
                </a:lnTo>
                <a:lnTo>
                  <a:pt x="941967" y="176112"/>
                </a:lnTo>
                <a:lnTo>
                  <a:pt x="941246" y="175659"/>
                </a:lnTo>
                <a:lnTo>
                  <a:pt x="940539" y="175191"/>
                </a:lnTo>
                <a:lnTo>
                  <a:pt x="939845" y="174707"/>
                </a:lnTo>
                <a:lnTo>
                  <a:pt x="939165" y="174208"/>
                </a:lnTo>
                <a:lnTo>
                  <a:pt x="938499" y="173693"/>
                </a:lnTo>
                <a:lnTo>
                  <a:pt x="937847" y="173163"/>
                </a:lnTo>
                <a:lnTo>
                  <a:pt x="937208" y="172617"/>
                </a:lnTo>
                <a:lnTo>
                  <a:pt x="936583" y="172056"/>
                </a:lnTo>
                <a:lnTo>
                  <a:pt x="935971" y="171480"/>
                </a:lnTo>
                <a:lnTo>
                  <a:pt x="935373" y="170888"/>
                </a:lnTo>
                <a:lnTo>
                  <a:pt x="934789" y="170281"/>
                </a:lnTo>
                <a:lnTo>
                  <a:pt x="934219" y="169658"/>
                </a:lnTo>
                <a:lnTo>
                  <a:pt x="933662" y="169019"/>
                </a:lnTo>
                <a:lnTo>
                  <a:pt x="933119" y="168366"/>
                </a:lnTo>
                <a:lnTo>
                  <a:pt x="932590" y="167696"/>
                </a:lnTo>
                <a:lnTo>
                  <a:pt x="932074" y="167012"/>
                </a:lnTo>
                <a:lnTo>
                  <a:pt x="931573" y="166312"/>
                </a:lnTo>
                <a:lnTo>
                  <a:pt x="931084" y="165596"/>
                </a:lnTo>
                <a:lnTo>
                  <a:pt x="930610" y="164865"/>
                </a:lnTo>
                <a:lnTo>
                  <a:pt x="930149" y="164119"/>
                </a:lnTo>
                <a:lnTo>
                  <a:pt x="929702" y="163357"/>
                </a:lnTo>
                <a:lnTo>
                  <a:pt x="929269" y="162580"/>
                </a:lnTo>
                <a:lnTo>
                  <a:pt x="928849" y="161787"/>
                </a:lnTo>
                <a:lnTo>
                  <a:pt x="928444" y="160971"/>
                </a:lnTo>
                <a:lnTo>
                  <a:pt x="928057" y="160142"/>
                </a:lnTo>
                <a:lnTo>
                  <a:pt x="927688" y="159300"/>
                </a:lnTo>
                <a:lnTo>
                  <a:pt x="927335" y="158444"/>
                </a:lnTo>
                <a:lnTo>
                  <a:pt x="926999" y="157575"/>
                </a:lnTo>
                <a:lnTo>
                  <a:pt x="926681" y="156693"/>
                </a:lnTo>
                <a:lnTo>
                  <a:pt x="926380" y="155797"/>
                </a:lnTo>
                <a:lnTo>
                  <a:pt x="926096" y="154888"/>
                </a:lnTo>
                <a:lnTo>
                  <a:pt x="925829" y="153966"/>
                </a:lnTo>
                <a:lnTo>
                  <a:pt x="925580" y="153030"/>
                </a:lnTo>
                <a:lnTo>
                  <a:pt x="925348" y="152081"/>
                </a:lnTo>
                <a:lnTo>
                  <a:pt x="925133" y="151119"/>
                </a:lnTo>
                <a:lnTo>
                  <a:pt x="924935" y="150143"/>
                </a:lnTo>
                <a:lnTo>
                  <a:pt x="924754" y="149154"/>
                </a:lnTo>
                <a:lnTo>
                  <a:pt x="924591" y="148152"/>
                </a:lnTo>
                <a:lnTo>
                  <a:pt x="924445" y="147136"/>
                </a:lnTo>
                <a:lnTo>
                  <a:pt x="924316" y="146107"/>
                </a:lnTo>
                <a:lnTo>
                  <a:pt x="924204" y="145065"/>
                </a:lnTo>
                <a:lnTo>
                  <a:pt x="924109" y="144009"/>
                </a:lnTo>
                <a:lnTo>
                  <a:pt x="924032" y="142940"/>
                </a:lnTo>
                <a:lnTo>
                  <a:pt x="923971" y="141857"/>
                </a:lnTo>
                <a:lnTo>
                  <a:pt x="923928" y="140761"/>
                </a:lnTo>
                <a:lnTo>
                  <a:pt x="923903" y="139652"/>
                </a:lnTo>
                <a:lnTo>
                  <a:pt x="923901" y="139440"/>
                </a:lnTo>
                <a:lnTo>
                  <a:pt x="1032089" y="139440"/>
                </a:lnTo>
                <a:lnTo>
                  <a:pt x="1032089" y="128216"/>
                </a:lnTo>
                <a:lnTo>
                  <a:pt x="1032079" y="126524"/>
                </a:lnTo>
                <a:lnTo>
                  <a:pt x="1032050" y="124851"/>
                </a:lnTo>
                <a:close/>
                <a:moveTo>
                  <a:pt x="924229" y="111892"/>
                </a:moveTo>
                <a:lnTo>
                  <a:pt x="924340" y="111063"/>
                </a:lnTo>
                <a:lnTo>
                  <a:pt x="924467" y="110240"/>
                </a:lnTo>
                <a:lnTo>
                  <a:pt x="924610" y="109423"/>
                </a:lnTo>
                <a:lnTo>
                  <a:pt x="924768" y="108611"/>
                </a:lnTo>
                <a:lnTo>
                  <a:pt x="924943" y="107806"/>
                </a:lnTo>
                <a:lnTo>
                  <a:pt x="925133" y="107007"/>
                </a:lnTo>
                <a:lnTo>
                  <a:pt x="925339" y="106213"/>
                </a:lnTo>
                <a:lnTo>
                  <a:pt x="925560" y="105426"/>
                </a:lnTo>
                <a:lnTo>
                  <a:pt x="925798" y="104645"/>
                </a:lnTo>
                <a:lnTo>
                  <a:pt x="926051" y="103869"/>
                </a:lnTo>
                <a:lnTo>
                  <a:pt x="926320" y="103100"/>
                </a:lnTo>
                <a:lnTo>
                  <a:pt x="926605" y="102336"/>
                </a:lnTo>
                <a:lnTo>
                  <a:pt x="926906" y="101579"/>
                </a:lnTo>
                <a:lnTo>
                  <a:pt x="927222" y="100827"/>
                </a:lnTo>
                <a:lnTo>
                  <a:pt x="927555" y="100082"/>
                </a:lnTo>
                <a:lnTo>
                  <a:pt x="927903" y="99342"/>
                </a:lnTo>
                <a:lnTo>
                  <a:pt x="928267" y="98609"/>
                </a:lnTo>
                <a:lnTo>
                  <a:pt x="928646" y="97881"/>
                </a:lnTo>
                <a:lnTo>
                  <a:pt x="929049" y="97154"/>
                </a:lnTo>
                <a:lnTo>
                  <a:pt x="929465" y="96439"/>
                </a:lnTo>
                <a:lnTo>
                  <a:pt x="929893" y="95735"/>
                </a:lnTo>
                <a:lnTo>
                  <a:pt x="930335" y="95044"/>
                </a:lnTo>
                <a:lnTo>
                  <a:pt x="930789" y="94365"/>
                </a:lnTo>
                <a:lnTo>
                  <a:pt x="931257" y="93697"/>
                </a:lnTo>
                <a:lnTo>
                  <a:pt x="931737" y="93042"/>
                </a:lnTo>
                <a:lnTo>
                  <a:pt x="932231" y="92398"/>
                </a:lnTo>
                <a:lnTo>
                  <a:pt x="932737" y="91767"/>
                </a:lnTo>
                <a:lnTo>
                  <a:pt x="933256" y="91147"/>
                </a:lnTo>
                <a:lnTo>
                  <a:pt x="933789" y="90539"/>
                </a:lnTo>
                <a:lnTo>
                  <a:pt x="934334" y="89943"/>
                </a:lnTo>
                <a:lnTo>
                  <a:pt x="934893" y="89359"/>
                </a:lnTo>
                <a:lnTo>
                  <a:pt x="935464" y="88787"/>
                </a:lnTo>
                <a:lnTo>
                  <a:pt x="936049" y="88227"/>
                </a:lnTo>
                <a:lnTo>
                  <a:pt x="936646" y="87679"/>
                </a:lnTo>
                <a:lnTo>
                  <a:pt x="937256" y="87143"/>
                </a:lnTo>
                <a:lnTo>
                  <a:pt x="937880" y="86619"/>
                </a:lnTo>
                <a:lnTo>
                  <a:pt x="938516" y="86107"/>
                </a:lnTo>
                <a:lnTo>
                  <a:pt x="939165" y="85607"/>
                </a:lnTo>
                <a:lnTo>
                  <a:pt x="939828" y="85118"/>
                </a:lnTo>
                <a:lnTo>
                  <a:pt x="940503" y="84642"/>
                </a:lnTo>
                <a:lnTo>
                  <a:pt x="941191" y="84177"/>
                </a:lnTo>
                <a:lnTo>
                  <a:pt x="941893" y="83725"/>
                </a:lnTo>
                <a:lnTo>
                  <a:pt x="942605" y="83279"/>
                </a:lnTo>
                <a:lnTo>
                  <a:pt x="943327" y="82853"/>
                </a:lnTo>
                <a:lnTo>
                  <a:pt x="944059" y="82445"/>
                </a:lnTo>
                <a:lnTo>
                  <a:pt x="944800" y="82056"/>
                </a:lnTo>
                <a:lnTo>
                  <a:pt x="945550" y="81687"/>
                </a:lnTo>
                <a:lnTo>
                  <a:pt x="946310" y="81336"/>
                </a:lnTo>
                <a:lnTo>
                  <a:pt x="947080" y="81004"/>
                </a:lnTo>
                <a:lnTo>
                  <a:pt x="947859" y="80691"/>
                </a:lnTo>
                <a:lnTo>
                  <a:pt x="948647" y="80397"/>
                </a:lnTo>
                <a:lnTo>
                  <a:pt x="949445" y="80122"/>
                </a:lnTo>
                <a:lnTo>
                  <a:pt x="950252" y="79866"/>
                </a:lnTo>
                <a:lnTo>
                  <a:pt x="951069" y="79629"/>
                </a:lnTo>
                <a:lnTo>
                  <a:pt x="951895" y="79411"/>
                </a:lnTo>
                <a:lnTo>
                  <a:pt x="952731" y="79212"/>
                </a:lnTo>
                <a:lnTo>
                  <a:pt x="953577" y="79032"/>
                </a:lnTo>
                <a:lnTo>
                  <a:pt x="954431" y="78871"/>
                </a:lnTo>
                <a:lnTo>
                  <a:pt x="955296" y="78729"/>
                </a:lnTo>
                <a:lnTo>
                  <a:pt x="956169" y="78606"/>
                </a:lnTo>
                <a:lnTo>
                  <a:pt x="957052" y="78501"/>
                </a:lnTo>
                <a:lnTo>
                  <a:pt x="957945" y="78416"/>
                </a:lnTo>
                <a:lnTo>
                  <a:pt x="958847" y="78350"/>
                </a:lnTo>
                <a:lnTo>
                  <a:pt x="959759" y="78302"/>
                </a:lnTo>
                <a:lnTo>
                  <a:pt x="960680" y="78274"/>
                </a:lnTo>
                <a:lnTo>
                  <a:pt x="961611" y="78264"/>
                </a:lnTo>
                <a:lnTo>
                  <a:pt x="962482" y="78273"/>
                </a:lnTo>
                <a:lnTo>
                  <a:pt x="963345" y="78297"/>
                </a:lnTo>
                <a:lnTo>
                  <a:pt x="964199" y="78339"/>
                </a:lnTo>
                <a:lnTo>
                  <a:pt x="965043" y="78396"/>
                </a:lnTo>
                <a:lnTo>
                  <a:pt x="965878" y="78471"/>
                </a:lnTo>
                <a:lnTo>
                  <a:pt x="966704" y="78561"/>
                </a:lnTo>
                <a:lnTo>
                  <a:pt x="967521" y="78669"/>
                </a:lnTo>
                <a:lnTo>
                  <a:pt x="968329" y="78792"/>
                </a:lnTo>
                <a:lnTo>
                  <a:pt x="969128" y="78933"/>
                </a:lnTo>
                <a:lnTo>
                  <a:pt x="969918" y="79089"/>
                </a:lnTo>
                <a:lnTo>
                  <a:pt x="970698" y="79263"/>
                </a:lnTo>
                <a:lnTo>
                  <a:pt x="971469" y="79452"/>
                </a:lnTo>
                <a:lnTo>
                  <a:pt x="972232" y="79659"/>
                </a:lnTo>
                <a:lnTo>
                  <a:pt x="972985" y="79882"/>
                </a:lnTo>
                <a:lnTo>
                  <a:pt x="973729" y="80121"/>
                </a:lnTo>
                <a:lnTo>
                  <a:pt x="974464" y="80377"/>
                </a:lnTo>
                <a:lnTo>
                  <a:pt x="975189" y="80649"/>
                </a:lnTo>
                <a:lnTo>
                  <a:pt x="975906" y="80938"/>
                </a:lnTo>
                <a:lnTo>
                  <a:pt x="976613" y="81243"/>
                </a:lnTo>
                <a:lnTo>
                  <a:pt x="977312" y="81565"/>
                </a:lnTo>
                <a:lnTo>
                  <a:pt x="978001" y="81903"/>
                </a:lnTo>
                <a:lnTo>
                  <a:pt x="978681" y="82258"/>
                </a:lnTo>
                <a:lnTo>
                  <a:pt x="979352" y="82629"/>
                </a:lnTo>
                <a:lnTo>
                  <a:pt x="980014" y="83017"/>
                </a:lnTo>
                <a:lnTo>
                  <a:pt x="980673" y="83419"/>
                </a:lnTo>
                <a:lnTo>
                  <a:pt x="981321" y="83833"/>
                </a:lnTo>
                <a:lnTo>
                  <a:pt x="981956" y="84260"/>
                </a:lnTo>
                <a:lnTo>
                  <a:pt x="982578" y="84699"/>
                </a:lnTo>
                <a:lnTo>
                  <a:pt x="983189" y="85151"/>
                </a:lnTo>
                <a:lnTo>
                  <a:pt x="983787" y="85614"/>
                </a:lnTo>
                <a:lnTo>
                  <a:pt x="984373" y="86090"/>
                </a:lnTo>
                <a:lnTo>
                  <a:pt x="984946" y="86578"/>
                </a:lnTo>
                <a:lnTo>
                  <a:pt x="985507" y="87079"/>
                </a:lnTo>
                <a:lnTo>
                  <a:pt x="986056" y="87592"/>
                </a:lnTo>
                <a:lnTo>
                  <a:pt x="986593" y="88117"/>
                </a:lnTo>
                <a:lnTo>
                  <a:pt x="987117" y="88654"/>
                </a:lnTo>
                <a:lnTo>
                  <a:pt x="987629" y="89204"/>
                </a:lnTo>
                <a:lnTo>
                  <a:pt x="988129" y="89766"/>
                </a:lnTo>
                <a:lnTo>
                  <a:pt x="988617" y="90340"/>
                </a:lnTo>
                <a:lnTo>
                  <a:pt x="989092" y="90926"/>
                </a:lnTo>
                <a:lnTo>
                  <a:pt x="989555" y="91525"/>
                </a:lnTo>
                <a:lnTo>
                  <a:pt x="990005" y="92136"/>
                </a:lnTo>
                <a:lnTo>
                  <a:pt x="990444" y="92760"/>
                </a:lnTo>
                <a:lnTo>
                  <a:pt x="990870" y="93395"/>
                </a:lnTo>
                <a:lnTo>
                  <a:pt x="991284" y="94043"/>
                </a:lnTo>
                <a:lnTo>
                  <a:pt x="991685" y="94704"/>
                </a:lnTo>
                <a:lnTo>
                  <a:pt x="992074" y="95376"/>
                </a:lnTo>
                <a:lnTo>
                  <a:pt x="992451" y="96061"/>
                </a:lnTo>
                <a:lnTo>
                  <a:pt x="992814" y="96747"/>
                </a:lnTo>
                <a:lnTo>
                  <a:pt x="993163" y="97442"/>
                </a:lnTo>
                <a:lnTo>
                  <a:pt x="993496" y="98145"/>
                </a:lnTo>
                <a:lnTo>
                  <a:pt x="993813" y="98856"/>
                </a:lnTo>
                <a:lnTo>
                  <a:pt x="994116" y="99575"/>
                </a:lnTo>
                <a:lnTo>
                  <a:pt x="994404" y="100301"/>
                </a:lnTo>
                <a:lnTo>
                  <a:pt x="994677" y="101036"/>
                </a:lnTo>
                <a:lnTo>
                  <a:pt x="994934" y="101780"/>
                </a:lnTo>
                <a:lnTo>
                  <a:pt x="995177" y="102531"/>
                </a:lnTo>
                <a:lnTo>
                  <a:pt x="995404" y="103290"/>
                </a:lnTo>
                <a:lnTo>
                  <a:pt x="995616" y="104057"/>
                </a:lnTo>
                <a:lnTo>
                  <a:pt x="995813" y="104833"/>
                </a:lnTo>
                <a:lnTo>
                  <a:pt x="995995" y="105616"/>
                </a:lnTo>
                <a:lnTo>
                  <a:pt x="996162" y="106408"/>
                </a:lnTo>
                <a:lnTo>
                  <a:pt x="996314" y="107207"/>
                </a:lnTo>
                <a:lnTo>
                  <a:pt x="996451" y="108015"/>
                </a:lnTo>
                <a:lnTo>
                  <a:pt x="996573" y="108831"/>
                </a:lnTo>
                <a:lnTo>
                  <a:pt x="996679" y="109655"/>
                </a:lnTo>
                <a:lnTo>
                  <a:pt x="996771" y="110487"/>
                </a:lnTo>
                <a:lnTo>
                  <a:pt x="996847" y="111327"/>
                </a:lnTo>
                <a:lnTo>
                  <a:pt x="996908" y="112175"/>
                </a:lnTo>
                <a:lnTo>
                  <a:pt x="996954" y="113031"/>
                </a:lnTo>
                <a:lnTo>
                  <a:pt x="996985" y="113895"/>
                </a:lnTo>
                <a:lnTo>
                  <a:pt x="997001" y="114767"/>
                </a:lnTo>
                <a:lnTo>
                  <a:pt x="923971" y="114767"/>
                </a:lnTo>
                <a:lnTo>
                  <a:pt x="923990" y="114415"/>
                </a:lnTo>
                <a:lnTo>
                  <a:pt x="924054" y="113568"/>
                </a:lnTo>
                <a:lnTo>
                  <a:pt x="924134" y="112727"/>
                </a:lnTo>
                <a:lnTo>
                  <a:pt x="924229" y="111892"/>
                </a:lnTo>
                <a:close/>
                <a:moveTo>
                  <a:pt x="623136" y="210129"/>
                </a:moveTo>
                <a:lnTo>
                  <a:pt x="624099" y="210077"/>
                </a:lnTo>
                <a:lnTo>
                  <a:pt x="625050" y="210013"/>
                </a:lnTo>
                <a:lnTo>
                  <a:pt x="625990" y="209938"/>
                </a:lnTo>
                <a:lnTo>
                  <a:pt x="626920" y="209851"/>
                </a:lnTo>
                <a:lnTo>
                  <a:pt x="627839" y="209752"/>
                </a:lnTo>
                <a:lnTo>
                  <a:pt x="628746" y="209642"/>
                </a:lnTo>
                <a:lnTo>
                  <a:pt x="629643" y="209521"/>
                </a:lnTo>
                <a:lnTo>
                  <a:pt x="630529" y="209387"/>
                </a:lnTo>
                <a:lnTo>
                  <a:pt x="631404" y="209243"/>
                </a:lnTo>
                <a:lnTo>
                  <a:pt x="632269" y="209086"/>
                </a:lnTo>
                <a:lnTo>
                  <a:pt x="633122" y="208918"/>
                </a:lnTo>
                <a:lnTo>
                  <a:pt x="633964" y="208739"/>
                </a:lnTo>
                <a:lnTo>
                  <a:pt x="634796" y="208547"/>
                </a:lnTo>
                <a:lnTo>
                  <a:pt x="635617" y="208345"/>
                </a:lnTo>
                <a:lnTo>
                  <a:pt x="636426" y="208130"/>
                </a:lnTo>
                <a:lnTo>
                  <a:pt x="637225" y="207904"/>
                </a:lnTo>
                <a:lnTo>
                  <a:pt x="638013" y="207667"/>
                </a:lnTo>
                <a:lnTo>
                  <a:pt x="638791" y="207418"/>
                </a:lnTo>
                <a:lnTo>
                  <a:pt x="639557" y="207157"/>
                </a:lnTo>
                <a:lnTo>
                  <a:pt x="640312" y="206885"/>
                </a:lnTo>
                <a:lnTo>
                  <a:pt x="641065" y="206595"/>
                </a:lnTo>
                <a:lnTo>
                  <a:pt x="641807" y="206297"/>
                </a:lnTo>
                <a:lnTo>
                  <a:pt x="642538" y="205992"/>
                </a:lnTo>
                <a:lnTo>
                  <a:pt x="643259" y="205680"/>
                </a:lnTo>
                <a:lnTo>
                  <a:pt x="643968" y="205360"/>
                </a:lnTo>
                <a:lnTo>
                  <a:pt x="644667" y="205033"/>
                </a:lnTo>
                <a:lnTo>
                  <a:pt x="645354" y="204699"/>
                </a:lnTo>
                <a:lnTo>
                  <a:pt x="646031" y="204357"/>
                </a:lnTo>
                <a:lnTo>
                  <a:pt x="646697" y="204008"/>
                </a:lnTo>
                <a:lnTo>
                  <a:pt x="647352" y="203651"/>
                </a:lnTo>
                <a:lnTo>
                  <a:pt x="647996" y="203287"/>
                </a:lnTo>
                <a:lnTo>
                  <a:pt x="648629" y="202916"/>
                </a:lnTo>
                <a:lnTo>
                  <a:pt x="649251" y="202537"/>
                </a:lnTo>
                <a:lnTo>
                  <a:pt x="649863" y="202151"/>
                </a:lnTo>
                <a:lnTo>
                  <a:pt x="650463" y="201758"/>
                </a:lnTo>
                <a:lnTo>
                  <a:pt x="651053" y="201357"/>
                </a:lnTo>
                <a:lnTo>
                  <a:pt x="651632" y="200949"/>
                </a:lnTo>
                <a:lnTo>
                  <a:pt x="652200" y="200533"/>
                </a:lnTo>
                <a:lnTo>
                  <a:pt x="652757" y="200111"/>
                </a:lnTo>
                <a:lnTo>
                  <a:pt x="653303" y="199680"/>
                </a:lnTo>
                <a:lnTo>
                  <a:pt x="653838" y="199243"/>
                </a:lnTo>
                <a:lnTo>
                  <a:pt x="654363" y="198798"/>
                </a:lnTo>
                <a:lnTo>
                  <a:pt x="654876" y="198345"/>
                </a:lnTo>
                <a:lnTo>
                  <a:pt x="655379" y="197885"/>
                </a:lnTo>
                <a:lnTo>
                  <a:pt x="655879" y="197412"/>
                </a:lnTo>
                <a:lnTo>
                  <a:pt x="656371" y="196936"/>
                </a:lnTo>
                <a:lnTo>
                  <a:pt x="656853" y="196457"/>
                </a:lnTo>
                <a:lnTo>
                  <a:pt x="657325" y="195975"/>
                </a:lnTo>
                <a:lnTo>
                  <a:pt x="657788" y="195491"/>
                </a:lnTo>
                <a:lnTo>
                  <a:pt x="658242" y="195004"/>
                </a:lnTo>
                <a:lnTo>
                  <a:pt x="658685" y="194513"/>
                </a:lnTo>
                <a:lnTo>
                  <a:pt x="659120" y="194021"/>
                </a:lnTo>
                <a:lnTo>
                  <a:pt x="659545" y="193525"/>
                </a:lnTo>
                <a:lnTo>
                  <a:pt x="659960" y="193026"/>
                </a:lnTo>
                <a:lnTo>
                  <a:pt x="660367" y="192525"/>
                </a:lnTo>
                <a:lnTo>
                  <a:pt x="660763" y="192021"/>
                </a:lnTo>
                <a:lnTo>
                  <a:pt x="661150" y="191514"/>
                </a:lnTo>
                <a:lnTo>
                  <a:pt x="661528" y="191004"/>
                </a:lnTo>
                <a:lnTo>
                  <a:pt x="661896" y="190491"/>
                </a:lnTo>
                <a:lnTo>
                  <a:pt x="662255" y="189976"/>
                </a:lnTo>
                <a:lnTo>
                  <a:pt x="662604" y="189458"/>
                </a:lnTo>
                <a:lnTo>
                  <a:pt x="662943" y="188937"/>
                </a:lnTo>
                <a:lnTo>
                  <a:pt x="663274" y="188413"/>
                </a:lnTo>
                <a:lnTo>
                  <a:pt x="663594" y="187886"/>
                </a:lnTo>
                <a:lnTo>
                  <a:pt x="663906" y="187357"/>
                </a:lnTo>
                <a:lnTo>
                  <a:pt x="664207" y="186824"/>
                </a:lnTo>
                <a:lnTo>
                  <a:pt x="664500" y="186289"/>
                </a:lnTo>
                <a:lnTo>
                  <a:pt x="664783" y="185751"/>
                </a:lnTo>
                <a:lnTo>
                  <a:pt x="665996" y="185751"/>
                </a:lnTo>
                <a:lnTo>
                  <a:pt x="665996" y="207087"/>
                </a:lnTo>
                <a:lnTo>
                  <a:pt x="701184" y="207087"/>
                </a:lnTo>
                <a:lnTo>
                  <a:pt x="701184" y="103139"/>
                </a:lnTo>
                <a:lnTo>
                  <a:pt x="701175" y="101859"/>
                </a:lnTo>
                <a:lnTo>
                  <a:pt x="701145" y="100596"/>
                </a:lnTo>
                <a:lnTo>
                  <a:pt x="701096" y="99352"/>
                </a:lnTo>
                <a:lnTo>
                  <a:pt x="701027" y="98125"/>
                </a:lnTo>
                <a:lnTo>
                  <a:pt x="700939" y="96917"/>
                </a:lnTo>
                <a:lnTo>
                  <a:pt x="700831" y="95726"/>
                </a:lnTo>
                <a:lnTo>
                  <a:pt x="700703" y="94553"/>
                </a:lnTo>
                <a:lnTo>
                  <a:pt x="700555" y="93398"/>
                </a:lnTo>
                <a:lnTo>
                  <a:pt x="700388" y="92261"/>
                </a:lnTo>
                <a:lnTo>
                  <a:pt x="700201" y="91142"/>
                </a:lnTo>
                <a:lnTo>
                  <a:pt x="699995" y="90041"/>
                </a:lnTo>
                <a:lnTo>
                  <a:pt x="699769" y="88957"/>
                </a:lnTo>
                <a:lnTo>
                  <a:pt x="699523" y="87892"/>
                </a:lnTo>
                <a:lnTo>
                  <a:pt x="699258" y="86845"/>
                </a:lnTo>
                <a:lnTo>
                  <a:pt x="698973" y="85815"/>
                </a:lnTo>
                <a:lnTo>
                  <a:pt x="698668" y="84803"/>
                </a:lnTo>
                <a:lnTo>
                  <a:pt x="698343" y="83809"/>
                </a:lnTo>
                <a:lnTo>
                  <a:pt x="697999" y="82834"/>
                </a:lnTo>
                <a:lnTo>
                  <a:pt x="697636" y="81876"/>
                </a:lnTo>
                <a:lnTo>
                  <a:pt x="697252" y="80935"/>
                </a:lnTo>
                <a:lnTo>
                  <a:pt x="696849" y="80013"/>
                </a:lnTo>
                <a:lnTo>
                  <a:pt x="696426" y="79109"/>
                </a:lnTo>
                <a:lnTo>
                  <a:pt x="695984" y="78223"/>
                </a:lnTo>
                <a:lnTo>
                  <a:pt x="695522" y="77354"/>
                </a:lnTo>
                <a:lnTo>
                  <a:pt x="695052" y="76502"/>
                </a:lnTo>
                <a:lnTo>
                  <a:pt x="694570" y="75665"/>
                </a:lnTo>
                <a:lnTo>
                  <a:pt x="694075" y="74844"/>
                </a:lnTo>
                <a:lnTo>
                  <a:pt x="693567" y="74037"/>
                </a:lnTo>
                <a:lnTo>
                  <a:pt x="693047" y="73246"/>
                </a:lnTo>
                <a:lnTo>
                  <a:pt x="692514" y="72469"/>
                </a:lnTo>
                <a:lnTo>
                  <a:pt x="691968" y="71708"/>
                </a:lnTo>
                <a:lnTo>
                  <a:pt x="691410" y="70961"/>
                </a:lnTo>
                <a:lnTo>
                  <a:pt x="690839" y="70230"/>
                </a:lnTo>
                <a:lnTo>
                  <a:pt x="690255" y="69514"/>
                </a:lnTo>
                <a:lnTo>
                  <a:pt x="689659" y="68813"/>
                </a:lnTo>
                <a:lnTo>
                  <a:pt x="689051" y="68127"/>
                </a:lnTo>
                <a:lnTo>
                  <a:pt x="688429" y="67457"/>
                </a:lnTo>
                <a:lnTo>
                  <a:pt x="687795" y="66801"/>
                </a:lnTo>
                <a:lnTo>
                  <a:pt x="687148" y="66160"/>
                </a:lnTo>
                <a:lnTo>
                  <a:pt x="686489" y="65535"/>
                </a:lnTo>
                <a:lnTo>
                  <a:pt x="685817" y="64924"/>
                </a:lnTo>
                <a:lnTo>
                  <a:pt x="685132" y="64329"/>
                </a:lnTo>
                <a:lnTo>
                  <a:pt x="684435" y="63749"/>
                </a:lnTo>
                <a:lnTo>
                  <a:pt x="683725" y="63184"/>
                </a:lnTo>
                <a:lnTo>
                  <a:pt x="683002" y="62634"/>
                </a:lnTo>
                <a:lnTo>
                  <a:pt x="682267" y="62099"/>
                </a:lnTo>
                <a:lnTo>
                  <a:pt x="681519" y="61579"/>
                </a:lnTo>
                <a:lnTo>
                  <a:pt x="680759" y="61074"/>
                </a:lnTo>
                <a:lnTo>
                  <a:pt x="679989" y="60575"/>
                </a:lnTo>
                <a:lnTo>
                  <a:pt x="679212" y="60087"/>
                </a:lnTo>
                <a:lnTo>
                  <a:pt x="678428" y="59611"/>
                </a:lnTo>
                <a:lnTo>
                  <a:pt x="677638" y="59148"/>
                </a:lnTo>
                <a:lnTo>
                  <a:pt x="676842" y="58696"/>
                </a:lnTo>
                <a:lnTo>
                  <a:pt x="676038" y="58256"/>
                </a:lnTo>
                <a:lnTo>
                  <a:pt x="675228" y="57828"/>
                </a:lnTo>
                <a:lnTo>
                  <a:pt x="674411" y="57412"/>
                </a:lnTo>
                <a:lnTo>
                  <a:pt x="673588" y="57008"/>
                </a:lnTo>
                <a:lnTo>
                  <a:pt x="672757" y="56616"/>
                </a:lnTo>
                <a:lnTo>
                  <a:pt x="671921" y="56235"/>
                </a:lnTo>
                <a:lnTo>
                  <a:pt x="671077" y="55867"/>
                </a:lnTo>
                <a:lnTo>
                  <a:pt x="670227" y="55511"/>
                </a:lnTo>
                <a:lnTo>
                  <a:pt x="669370" y="55166"/>
                </a:lnTo>
                <a:lnTo>
                  <a:pt x="668506" y="54834"/>
                </a:lnTo>
                <a:lnTo>
                  <a:pt x="667636" y="54513"/>
                </a:lnTo>
                <a:lnTo>
                  <a:pt x="666759" y="54205"/>
                </a:lnTo>
                <a:lnTo>
                  <a:pt x="665876" y="53908"/>
                </a:lnTo>
                <a:lnTo>
                  <a:pt x="664986" y="53623"/>
                </a:lnTo>
                <a:lnTo>
                  <a:pt x="664089" y="53350"/>
                </a:lnTo>
                <a:lnTo>
                  <a:pt x="663185" y="53089"/>
                </a:lnTo>
                <a:lnTo>
                  <a:pt x="662275" y="52841"/>
                </a:lnTo>
                <a:lnTo>
                  <a:pt x="661358" y="52604"/>
                </a:lnTo>
                <a:lnTo>
                  <a:pt x="660434" y="52378"/>
                </a:lnTo>
                <a:lnTo>
                  <a:pt x="659507" y="52164"/>
                </a:lnTo>
                <a:lnTo>
                  <a:pt x="658580" y="51959"/>
                </a:lnTo>
                <a:lnTo>
                  <a:pt x="657652" y="51762"/>
                </a:lnTo>
                <a:lnTo>
                  <a:pt x="656724" y="51575"/>
                </a:lnTo>
                <a:lnTo>
                  <a:pt x="655796" y="51397"/>
                </a:lnTo>
                <a:lnTo>
                  <a:pt x="654867" y="51228"/>
                </a:lnTo>
                <a:lnTo>
                  <a:pt x="653937" y="51069"/>
                </a:lnTo>
                <a:lnTo>
                  <a:pt x="653008" y="50918"/>
                </a:lnTo>
                <a:lnTo>
                  <a:pt x="652078" y="50776"/>
                </a:lnTo>
                <a:lnTo>
                  <a:pt x="651148" y="50644"/>
                </a:lnTo>
                <a:lnTo>
                  <a:pt x="650217" y="50521"/>
                </a:lnTo>
                <a:lnTo>
                  <a:pt x="649286" y="50407"/>
                </a:lnTo>
                <a:lnTo>
                  <a:pt x="648355" y="50302"/>
                </a:lnTo>
                <a:lnTo>
                  <a:pt x="647423" y="50206"/>
                </a:lnTo>
                <a:lnTo>
                  <a:pt x="646491" y="50119"/>
                </a:lnTo>
                <a:lnTo>
                  <a:pt x="645559" y="50042"/>
                </a:lnTo>
                <a:lnTo>
                  <a:pt x="644626" y="49973"/>
                </a:lnTo>
                <a:lnTo>
                  <a:pt x="643693" y="49914"/>
                </a:lnTo>
                <a:lnTo>
                  <a:pt x="642760" y="49864"/>
                </a:lnTo>
                <a:lnTo>
                  <a:pt x="641826" y="49822"/>
                </a:lnTo>
                <a:lnTo>
                  <a:pt x="640892" y="49791"/>
                </a:lnTo>
                <a:lnTo>
                  <a:pt x="639958" y="49768"/>
                </a:lnTo>
                <a:lnTo>
                  <a:pt x="639023" y="49754"/>
                </a:lnTo>
                <a:lnTo>
                  <a:pt x="638088" y="49749"/>
                </a:lnTo>
                <a:lnTo>
                  <a:pt x="636736" y="49758"/>
                </a:lnTo>
                <a:lnTo>
                  <a:pt x="635394" y="49783"/>
                </a:lnTo>
                <a:lnTo>
                  <a:pt x="634062" y="49825"/>
                </a:lnTo>
                <a:lnTo>
                  <a:pt x="632740" y="49884"/>
                </a:lnTo>
                <a:lnTo>
                  <a:pt x="631427" y="49960"/>
                </a:lnTo>
                <a:lnTo>
                  <a:pt x="630125" y="50053"/>
                </a:lnTo>
                <a:lnTo>
                  <a:pt x="628832" y="50162"/>
                </a:lnTo>
                <a:lnTo>
                  <a:pt x="627549" y="50289"/>
                </a:lnTo>
                <a:lnTo>
                  <a:pt x="626276" y="50432"/>
                </a:lnTo>
                <a:lnTo>
                  <a:pt x="625013" y="50592"/>
                </a:lnTo>
                <a:lnTo>
                  <a:pt x="623759" y="50769"/>
                </a:lnTo>
                <a:lnTo>
                  <a:pt x="622516" y="50963"/>
                </a:lnTo>
                <a:lnTo>
                  <a:pt x="621282" y="51173"/>
                </a:lnTo>
                <a:lnTo>
                  <a:pt x="620058" y="51401"/>
                </a:lnTo>
                <a:lnTo>
                  <a:pt x="618844" y="51645"/>
                </a:lnTo>
                <a:lnTo>
                  <a:pt x="617640" y="51907"/>
                </a:lnTo>
                <a:lnTo>
                  <a:pt x="616445" y="52185"/>
                </a:lnTo>
                <a:lnTo>
                  <a:pt x="615261" y="52480"/>
                </a:lnTo>
                <a:lnTo>
                  <a:pt x="614086" y="52791"/>
                </a:lnTo>
                <a:lnTo>
                  <a:pt x="612921" y="53120"/>
                </a:lnTo>
                <a:lnTo>
                  <a:pt x="611766" y="53465"/>
                </a:lnTo>
                <a:lnTo>
                  <a:pt x="610620" y="53828"/>
                </a:lnTo>
                <a:lnTo>
                  <a:pt x="609485" y="54207"/>
                </a:lnTo>
                <a:lnTo>
                  <a:pt x="608359" y="54603"/>
                </a:lnTo>
                <a:lnTo>
                  <a:pt x="607246" y="55007"/>
                </a:lnTo>
                <a:lnTo>
                  <a:pt x="606147" y="55429"/>
                </a:lnTo>
                <a:lnTo>
                  <a:pt x="605062" y="55867"/>
                </a:lnTo>
                <a:lnTo>
                  <a:pt x="603992" y="56322"/>
                </a:lnTo>
                <a:lnTo>
                  <a:pt x="602936" y="56794"/>
                </a:lnTo>
                <a:lnTo>
                  <a:pt x="601894" y="57283"/>
                </a:lnTo>
                <a:lnTo>
                  <a:pt x="600867" y="57788"/>
                </a:lnTo>
                <a:lnTo>
                  <a:pt x="599854" y="58311"/>
                </a:lnTo>
                <a:lnTo>
                  <a:pt x="598856" y="58850"/>
                </a:lnTo>
                <a:lnTo>
                  <a:pt x="597872" y="59406"/>
                </a:lnTo>
                <a:lnTo>
                  <a:pt x="596902" y="59979"/>
                </a:lnTo>
                <a:lnTo>
                  <a:pt x="595947" y="60569"/>
                </a:lnTo>
                <a:lnTo>
                  <a:pt x="595007" y="61176"/>
                </a:lnTo>
                <a:lnTo>
                  <a:pt x="594080" y="61799"/>
                </a:lnTo>
                <a:lnTo>
                  <a:pt x="593168" y="62440"/>
                </a:lnTo>
                <a:lnTo>
                  <a:pt x="592271" y="63097"/>
                </a:lnTo>
                <a:lnTo>
                  <a:pt x="591387" y="63771"/>
                </a:lnTo>
                <a:lnTo>
                  <a:pt x="590519" y="64462"/>
                </a:lnTo>
                <a:lnTo>
                  <a:pt x="589664" y="65170"/>
                </a:lnTo>
                <a:lnTo>
                  <a:pt x="588824" y="65894"/>
                </a:lnTo>
                <a:lnTo>
                  <a:pt x="587999" y="66636"/>
                </a:lnTo>
                <a:lnTo>
                  <a:pt x="587187" y="67394"/>
                </a:lnTo>
                <a:lnTo>
                  <a:pt x="586391" y="68170"/>
                </a:lnTo>
                <a:lnTo>
                  <a:pt x="585608" y="68962"/>
                </a:lnTo>
                <a:lnTo>
                  <a:pt x="584842" y="69762"/>
                </a:lnTo>
                <a:lnTo>
                  <a:pt x="584094" y="70578"/>
                </a:lnTo>
                <a:lnTo>
                  <a:pt x="583365" y="71411"/>
                </a:lnTo>
                <a:lnTo>
                  <a:pt x="582653" y="72259"/>
                </a:lnTo>
                <a:lnTo>
                  <a:pt x="581960" y="73124"/>
                </a:lnTo>
                <a:lnTo>
                  <a:pt x="581285" y="74005"/>
                </a:lnTo>
                <a:lnTo>
                  <a:pt x="580629" y="74902"/>
                </a:lnTo>
                <a:lnTo>
                  <a:pt x="579991" y="75815"/>
                </a:lnTo>
                <a:lnTo>
                  <a:pt x="579370" y="76744"/>
                </a:lnTo>
                <a:lnTo>
                  <a:pt x="578769" y="77690"/>
                </a:lnTo>
                <a:lnTo>
                  <a:pt x="578185" y="78652"/>
                </a:lnTo>
                <a:lnTo>
                  <a:pt x="577620" y="79629"/>
                </a:lnTo>
                <a:lnTo>
                  <a:pt x="577073" y="80623"/>
                </a:lnTo>
                <a:lnTo>
                  <a:pt x="576544" y="81633"/>
                </a:lnTo>
                <a:lnTo>
                  <a:pt x="576034" y="82660"/>
                </a:lnTo>
                <a:lnTo>
                  <a:pt x="575541" y="83702"/>
                </a:lnTo>
                <a:lnTo>
                  <a:pt x="575067" y="84761"/>
                </a:lnTo>
                <a:lnTo>
                  <a:pt x="574612" y="85835"/>
                </a:lnTo>
                <a:lnTo>
                  <a:pt x="574174" y="86926"/>
                </a:lnTo>
                <a:lnTo>
                  <a:pt x="573755" y="88033"/>
                </a:lnTo>
                <a:lnTo>
                  <a:pt x="573354" y="89157"/>
                </a:lnTo>
                <a:lnTo>
                  <a:pt x="572971" y="90296"/>
                </a:lnTo>
                <a:lnTo>
                  <a:pt x="572607" y="91451"/>
                </a:lnTo>
                <a:lnTo>
                  <a:pt x="572261" y="92623"/>
                </a:lnTo>
                <a:lnTo>
                  <a:pt x="606438" y="97477"/>
                </a:lnTo>
                <a:lnTo>
                  <a:pt x="606674" y="96815"/>
                </a:lnTo>
                <a:lnTo>
                  <a:pt x="606928" y="96160"/>
                </a:lnTo>
                <a:lnTo>
                  <a:pt x="607200" y="95513"/>
                </a:lnTo>
                <a:lnTo>
                  <a:pt x="607489" y="94873"/>
                </a:lnTo>
                <a:lnTo>
                  <a:pt x="607795" y="94240"/>
                </a:lnTo>
                <a:lnTo>
                  <a:pt x="608119" y="93615"/>
                </a:lnTo>
                <a:lnTo>
                  <a:pt x="608461" y="92997"/>
                </a:lnTo>
                <a:lnTo>
                  <a:pt x="608820" y="92387"/>
                </a:lnTo>
                <a:lnTo>
                  <a:pt x="609197" y="91784"/>
                </a:lnTo>
                <a:lnTo>
                  <a:pt x="609591" y="91188"/>
                </a:lnTo>
                <a:lnTo>
                  <a:pt x="610003" y="90600"/>
                </a:lnTo>
                <a:lnTo>
                  <a:pt x="610432" y="90019"/>
                </a:lnTo>
                <a:lnTo>
                  <a:pt x="610879" y="89446"/>
                </a:lnTo>
                <a:lnTo>
                  <a:pt x="611344" y="88879"/>
                </a:lnTo>
                <a:lnTo>
                  <a:pt x="611826" y="88321"/>
                </a:lnTo>
                <a:lnTo>
                  <a:pt x="612325" y="87769"/>
                </a:lnTo>
                <a:lnTo>
                  <a:pt x="612843" y="87225"/>
                </a:lnTo>
                <a:lnTo>
                  <a:pt x="613377" y="86689"/>
                </a:lnTo>
                <a:lnTo>
                  <a:pt x="613930" y="86159"/>
                </a:lnTo>
                <a:lnTo>
                  <a:pt x="614499" y="85637"/>
                </a:lnTo>
                <a:lnTo>
                  <a:pt x="615087" y="85123"/>
                </a:lnTo>
                <a:lnTo>
                  <a:pt x="615692" y="84616"/>
                </a:lnTo>
                <a:lnTo>
                  <a:pt x="616314" y="84116"/>
                </a:lnTo>
                <a:lnTo>
                  <a:pt x="616954" y="83624"/>
                </a:lnTo>
                <a:lnTo>
                  <a:pt x="617621" y="83145"/>
                </a:lnTo>
                <a:lnTo>
                  <a:pt x="618307" y="82687"/>
                </a:lnTo>
                <a:lnTo>
                  <a:pt x="619013" y="82249"/>
                </a:lnTo>
                <a:lnTo>
                  <a:pt x="619738" y="81832"/>
                </a:lnTo>
                <a:lnTo>
                  <a:pt x="620482" y="81434"/>
                </a:lnTo>
                <a:lnTo>
                  <a:pt x="621245" y="81058"/>
                </a:lnTo>
                <a:lnTo>
                  <a:pt x="622028" y="80701"/>
                </a:lnTo>
                <a:lnTo>
                  <a:pt x="622830" y="80365"/>
                </a:lnTo>
                <a:lnTo>
                  <a:pt x="623652" y="80050"/>
                </a:lnTo>
                <a:lnTo>
                  <a:pt x="624492" y="79754"/>
                </a:lnTo>
                <a:lnTo>
                  <a:pt x="625352" y="79480"/>
                </a:lnTo>
                <a:lnTo>
                  <a:pt x="626232" y="79225"/>
                </a:lnTo>
                <a:lnTo>
                  <a:pt x="627130" y="78991"/>
                </a:lnTo>
                <a:lnTo>
                  <a:pt x="628048" y="78777"/>
                </a:lnTo>
                <a:lnTo>
                  <a:pt x="628986" y="78583"/>
                </a:lnTo>
                <a:lnTo>
                  <a:pt x="629942" y="78410"/>
                </a:lnTo>
                <a:lnTo>
                  <a:pt x="630918" y="78258"/>
                </a:lnTo>
                <a:lnTo>
                  <a:pt x="631913" y="78125"/>
                </a:lnTo>
                <a:lnTo>
                  <a:pt x="632928" y="78013"/>
                </a:lnTo>
                <a:lnTo>
                  <a:pt x="633961" y="77922"/>
                </a:lnTo>
                <a:lnTo>
                  <a:pt x="635015" y="77850"/>
                </a:lnTo>
                <a:lnTo>
                  <a:pt x="636087" y="77799"/>
                </a:lnTo>
                <a:lnTo>
                  <a:pt x="637179" y="77769"/>
                </a:lnTo>
                <a:lnTo>
                  <a:pt x="638290" y="77759"/>
                </a:lnTo>
                <a:lnTo>
                  <a:pt x="639341" y="77770"/>
                </a:lnTo>
                <a:lnTo>
                  <a:pt x="640372" y="77802"/>
                </a:lnTo>
                <a:lnTo>
                  <a:pt x="641382" y="77857"/>
                </a:lnTo>
                <a:lnTo>
                  <a:pt x="642371" y="77933"/>
                </a:lnTo>
                <a:lnTo>
                  <a:pt x="643340" y="78031"/>
                </a:lnTo>
                <a:lnTo>
                  <a:pt x="644287" y="78151"/>
                </a:lnTo>
                <a:lnTo>
                  <a:pt x="645214" y="78292"/>
                </a:lnTo>
                <a:lnTo>
                  <a:pt x="646121" y="78455"/>
                </a:lnTo>
                <a:lnTo>
                  <a:pt x="647006" y="78640"/>
                </a:lnTo>
                <a:lnTo>
                  <a:pt x="647871" y="78847"/>
                </a:lnTo>
                <a:lnTo>
                  <a:pt x="648716" y="79076"/>
                </a:lnTo>
                <a:lnTo>
                  <a:pt x="649539" y="79326"/>
                </a:lnTo>
                <a:lnTo>
                  <a:pt x="650342" y="79598"/>
                </a:lnTo>
                <a:lnTo>
                  <a:pt x="651124" y="79892"/>
                </a:lnTo>
                <a:lnTo>
                  <a:pt x="651885" y="80208"/>
                </a:lnTo>
                <a:lnTo>
                  <a:pt x="652626" y="80545"/>
                </a:lnTo>
                <a:lnTo>
                  <a:pt x="653346" y="80904"/>
                </a:lnTo>
                <a:lnTo>
                  <a:pt x="654045" y="81285"/>
                </a:lnTo>
                <a:lnTo>
                  <a:pt x="654724" y="81688"/>
                </a:lnTo>
                <a:lnTo>
                  <a:pt x="655381" y="82112"/>
                </a:lnTo>
                <a:lnTo>
                  <a:pt x="656018" y="82559"/>
                </a:lnTo>
                <a:lnTo>
                  <a:pt x="656635" y="83027"/>
                </a:lnTo>
                <a:lnTo>
                  <a:pt x="657230" y="83516"/>
                </a:lnTo>
                <a:lnTo>
                  <a:pt x="657805" y="84028"/>
                </a:lnTo>
                <a:lnTo>
                  <a:pt x="658358" y="84559"/>
                </a:lnTo>
                <a:lnTo>
                  <a:pt x="658887" y="85109"/>
                </a:lnTo>
                <a:lnTo>
                  <a:pt x="659393" y="85676"/>
                </a:lnTo>
                <a:lnTo>
                  <a:pt x="659875" y="86261"/>
                </a:lnTo>
                <a:lnTo>
                  <a:pt x="660334" y="86864"/>
                </a:lnTo>
                <a:lnTo>
                  <a:pt x="660769" y="87485"/>
                </a:lnTo>
                <a:lnTo>
                  <a:pt x="661181" y="88124"/>
                </a:lnTo>
                <a:lnTo>
                  <a:pt x="661569" y="88780"/>
                </a:lnTo>
                <a:lnTo>
                  <a:pt x="661934" y="89455"/>
                </a:lnTo>
                <a:lnTo>
                  <a:pt x="662275" y="90148"/>
                </a:lnTo>
                <a:lnTo>
                  <a:pt x="662592" y="90858"/>
                </a:lnTo>
                <a:lnTo>
                  <a:pt x="662887" y="91586"/>
                </a:lnTo>
                <a:lnTo>
                  <a:pt x="663157" y="92333"/>
                </a:lnTo>
                <a:lnTo>
                  <a:pt x="663404" y="93097"/>
                </a:lnTo>
                <a:lnTo>
                  <a:pt x="663628" y="93879"/>
                </a:lnTo>
                <a:lnTo>
                  <a:pt x="663828" y="94679"/>
                </a:lnTo>
                <a:lnTo>
                  <a:pt x="664004" y="95497"/>
                </a:lnTo>
                <a:lnTo>
                  <a:pt x="664157" y="96333"/>
                </a:lnTo>
                <a:lnTo>
                  <a:pt x="664286" y="97186"/>
                </a:lnTo>
                <a:lnTo>
                  <a:pt x="664392" y="98058"/>
                </a:lnTo>
                <a:lnTo>
                  <a:pt x="664474" y="98947"/>
                </a:lnTo>
                <a:lnTo>
                  <a:pt x="664533" y="99855"/>
                </a:lnTo>
                <a:lnTo>
                  <a:pt x="664569" y="100780"/>
                </a:lnTo>
                <a:lnTo>
                  <a:pt x="664580" y="101723"/>
                </a:lnTo>
                <a:lnTo>
                  <a:pt x="664580" y="102330"/>
                </a:lnTo>
                <a:lnTo>
                  <a:pt x="664573" y="102764"/>
                </a:lnTo>
                <a:lnTo>
                  <a:pt x="664553" y="103187"/>
                </a:lnTo>
                <a:lnTo>
                  <a:pt x="664519" y="103602"/>
                </a:lnTo>
                <a:lnTo>
                  <a:pt x="664471" y="104007"/>
                </a:lnTo>
                <a:lnTo>
                  <a:pt x="664409" y="104402"/>
                </a:lnTo>
                <a:lnTo>
                  <a:pt x="664334" y="104789"/>
                </a:lnTo>
                <a:lnTo>
                  <a:pt x="664245" y="105165"/>
                </a:lnTo>
                <a:lnTo>
                  <a:pt x="664142" y="105532"/>
                </a:lnTo>
                <a:lnTo>
                  <a:pt x="664026" y="105890"/>
                </a:lnTo>
                <a:lnTo>
                  <a:pt x="663896" y="106238"/>
                </a:lnTo>
                <a:lnTo>
                  <a:pt x="663752" y="106576"/>
                </a:lnTo>
                <a:lnTo>
                  <a:pt x="663594" y="106906"/>
                </a:lnTo>
                <a:lnTo>
                  <a:pt x="663423" y="107225"/>
                </a:lnTo>
                <a:lnTo>
                  <a:pt x="663238" y="107536"/>
                </a:lnTo>
                <a:lnTo>
                  <a:pt x="663040" y="107836"/>
                </a:lnTo>
                <a:lnTo>
                  <a:pt x="662828" y="108127"/>
                </a:lnTo>
                <a:lnTo>
                  <a:pt x="662602" y="108409"/>
                </a:lnTo>
                <a:lnTo>
                  <a:pt x="662362" y="108682"/>
                </a:lnTo>
                <a:lnTo>
                  <a:pt x="662109" y="108944"/>
                </a:lnTo>
                <a:lnTo>
                  <a:pt x="661842" y="109198"/>
                </a:lnTo>
                <a:lnTo>
                  <a:pt x="661561" y="109441"/>
                </a:lnTo>
                <a:lnTo>
                  <a:pt x="661267" y="109676"/>
                </a:lnTo>
                <a:lnTo>
                  <a:pt x="660958" y="109901"/>
                </a:lnTo>
                <a:lnTo>
                  <a:pt x="660637" y="110116"/>
                </a:lnTo>
                <a:lnTo>
                  <a:pt x="660308" y="110316"/>
                </a:lnTo>
                <a:lnTo>
                  <a:pt x="659964" y="110512"/>
                </a:lnTo>
                <a:lnTo>
                  <a:pt x="659603" y="110704"/>
                </a:lnTo>
                <a:lnTo>
                  <a:pt x="659227" y="110891"/>
                </a:lnTo>
                <a:lnTo>
                  <a:pt x="658834" y="111075"/>
                </a:lnTo>
                <a:lnTo>
                  <a:pt x="658425" y="111254"/>
                </a:lnTo>
                <a:lnTo>
                  <a:pt x="658000" y="111429"/>
                </a:lnTo>
                <a:lnTo>
                  <a:pt x="657558" y="111599"/>
                </a:lnTo>
                <a:lnTo>
                  <a:pt x="657101" y="111766"/>
                </a:lnTo>
                <a:lnTo>
                  <a:pt x="656627" y="111928"/>
                </a:lnTo>
                <a:lnTo>
                  <a:pt x="656137" y="112086"/>
                </a:lnTo>
                <a:lnTo>
                  <a:pt x="655631" y="112240"/>
                </a:lnTo>
                <a:lnTo>
                  <a:pt x="655109" y="112389"/>
                </a:lnTo>
                <a:lnTo>
                  <a:pt x="654571" y="112534"/>
                </a:lnTo>
                <a:lnTo>
                  <a:pt x="654017" y="112676"/>
                </a:lnTo>
                <a:lnTo>
                  <a:pt x="653446" y="112813"/>
                </a:lnTo>
                <a:lnTo>
                  <a:pt x="652859" y="112945"/>
                </a:lnTo>
                <a:lnTo>
                  <a:pt x="652257" y="113074"/>
                </a:lnTo>
                <a:lnTo>
                  <a:pt x="651638" y="113198"/>
                </a:lnTo>
                <a:lnTo>
                  <a:pt x="651002" y="113318"/>
                </a:lnTo>
                <a:lnTo>
                  <a:pt x="650351" y="113434"/>
                </a:lnTo>
                <a:lnTo>
                  <a:pt x="649684" y="113546"/>
                </a:lnTo>
                <a:lnTo>
                  <a:pt x="649000" y="113653"/>
                </a:lnTo>
                <a:lnTo>
                  <a:pt x="648300" y="113756"/>
                </a:lnTo>
                <a:lnTo>
                  <a:pt x="647584" y="113850"/>
                </a:lnTo>
                <a:lnTo>
                  <a:pt x="646849" y="113944"/>
                </a:lnTo>
                <a:lnTo>
                  <a:pt x="646096" y="114039"/>
                </a:lnTo>
                <a:lnTo>
                  <a:pt x="645326" y="114136"/>
                </a:lnTo>
                <a:lnTo>
                  <a:pt x="644538" y="114233"/>
                </a:lnTo>
                <a:lnTo>
                  <a:pt x="643731" y="114331"/>
                </a:lnTo>
                <a:lnTo>
                  <a:pt x="642907" y="114431"/>
                </a:lnTo>
                <a:lnTo>
                  <a:pt x="642065" y="114532"/>
                </a:lnTo>
                <a:lnTo>
                  <a:pt x="641205" y="114633"/>
                </a:lnTo>
                <a:lnTo>
                  <a:pt x="640327" y="114736"/>
                </a:lnTo>
                <a:lnTo>
                  <a:pt x="639431" y="114840"/>
                </a:lnTo>
                <a:lnTo>
                  <a:pt x="638517" y="114944"/>
                </a:lnTo>
                <a:lnTo>
                  <a:pt x="637586" y="115050"/>
                </a:lnTo>
                <a:lnTo>
                  <a:pt x="636636" y="115157"/>
                </a:lnTo>
                <a:lnTo>
                  <a:pt x="635669" y="115265"/>
                </a:lnTo>
                <a:lnTo>
                  <a:pt x="634683" y="115374"/>
                </a:lnTo>
                <a:lnTo>
                  <a:pt x="633680" y="115484"/>
                </a:lnTo>
                <a:lnTo>
                  <a:pt x="632659" y="115595"/>
                </a:lnTo>
                <a:lnTo>
                  <a:pt x="631620" y="115708"/>
                </a:lnTo>
                <a:lnTo>
                  <a:pt x="630563" y="115821"/>
                </a:lnTo>
                <a:lnTo>
                  <a:pt x="629488" y="115935"/>
                </a:lnTo>
                <a:lnTo>
                  <a:pt x="628395" y="116050"/>
                </a:lnTo>
                <a:lnTo>
                  <a:pt x="627285" y="116167"/>
                </a:lnTo>
                <a:lnTo>
                  <a:pt x="626156" y="116284"/>
                </a:lnTo>
                <a:lnTo>
                  <a:pt x="625213" y="116388"/>
                </a:lnTo>
                <a:lnTo>
                  <a:pt x="624273" y="116497"/>
                </a:lnTo>
                <a:lnTo>
                  <a:pt x="623336" y="116611"/>
                </a:lnTo>
                <a:lnTo>
                  <a:pt x="622401" y="116731"/>
                </a:lnTo>
                <a:lnTo>
                  <a:pt x="621468" y="116856"/>
                </a:lnTo>
                <a:lnTo>
                  <a:pt x="620538" y="116986"/>
                </a:lnTo>
                <a:lnTo>
                  <a:pt x="619610" y="117121"/>
                </a:lnTo>
                <a:lnTo>
                  <a:pt x="618684" y="117262"/>
                </a:lnTo>
                <a:lnTo>
                  <a:pt x="617762" y="117408"/>
                </a:lnTo>
                <a:lnTo>
                  <a:pt x="616841" y="117559"/>
                </a:lnTo>
                <a:lnTo>
                  <a:pt x="615923" y="117715"/>
                </a:lnTo>
                <a:lnTo>
                  <a:pt x="615008" y="117877"/>
                </a:lnTo>
                <a:lnTo>
                  <a:pt x="614095" y="118044"/>
                </a:lnTo>
                <a:lnTo>
                  <a:pt x="613184" y="118216"/>
                </a:lnTo>
                <a:lnTo>
                  <a:pt x="612276" y="118393"/>
                </a:lnTo>
                <a:lnTo>
                  <a:pt x="611370" y="118576"/>
                </a:lnTo>
                <a:lnTo>
                  <a:pt x="610467" y="118764"/>
                </a:lnTo>
                <a:lnTo>
                  <a:pt x="609566" y="118957"/>
                </a:lnTo>
                <a:lnTo>
                  <a:pt x="608668" y="119156"/>
                </a:lnTo>
                <a:lnTo>
                  <a:pt x="607772" y="119360"/>
                </a:lnTo>
                <a:lnTo>
                  <a:pt x="606879" y="119569"/>
                </a:lnTo>
                <a:lnTo>
                  <a:pt x="605988" y="119783"/>
                </a:lnTo>
                <a:lnTo>
                  <a:pt x="605100" y="120003"/>
                </a:lnTo>
                <a:lnTo>
                  <a:pt x="604214" y="120228"/>
                </a:lnTo>
                <a:lnTo>
                  <a:pt x="603341" y="120451"/>
                </a:lnTo>
                <a:lnTo>
                  <a:pt x="602476" y="120684"/>
                </a:lnTo>
                <a:lnTo>
                  <a:pt x="601618" y="120925"/>
                </a:lnTo>
                <a:lnTo>
                  <a:pt x="600767" y="121174"/>
                </a:lnTo>
                <a:lnTo>
                  <a:pt x="599924" y="121433"/>
                </a:lnTo>
                <a:lnTo>
                  <a:pt x="599088" y="121700"/>
                </a:lnTo>
                <a:lnTo>
                  <a:pt x="598260" y="121976"/>
                </a:lnTo>
                <a:lnTo>
                  <a:pt x="597439" y="122261"/>
                </a:lnTo>
                <a:lnTo>
                  <a:pt x="596625" y="122555"/>
                </a:lnTo>
                <a:lnTo>
                  <a:pt x="595819" y="122858"/>
                </a:lnTo>
                <a:lnTo>
                  <a:pt x="595020" y="123169"/>
                </a:lnTo>
                <a:lnTo>
                  <a:pt x="594228" y="123489"/>
                </a:lnTo>
                <a:lnTo>
                  <a:pt x="593444" y="123818"/>
                </a:lnTo>
                <a:lnTo>
                  <a:pt x="592667" y="124155"/>
                </a:lnTo>
                <a:lnTo>
                  <a:pt x="591898" y="124502"/>
                </a:lnTo>
                <a:lnTo>
                  <a:pt x="591136" y="124857"/>
                </a:lnTo>
                <a:lnTo>
                  <a:pt x="590381" y="125221"/>
                </a:lnTo>
                <a:lnTo>
                  <a:pt x="589634" y="125593"/>
                </a:lnTo>
                <a:lnTo>
                  <a:pt x="588894" y="125975"/>
                </a:lnTo>
                <a:lnTo>
                  <a:pt x="588161" y="126365"/>
                </a:lnTo>
                <a:lnTo>
                  <a:pt x="587436" y="126764"/>
                </a:lnTo>
                <a:lnTo>
                  <a:pt x="586718" y="127172"/>
                </a:lnTo>
                <a:lnTo>
                  <a:pt x="586008" y="127588"/>
                </a:lnTo>
                <a:lnTo>
                  <a:pt x="585305" y="128014"/>
                </a:lnTo>
                <a:lnTo>
                  <a:pt x="584611" y="128449"/>
                </a:lnTo>
                <a:lnTo>
                  <a:pt x="583931" y="128897"/>
                </a:lnTo>
                <a:lnTo>
                  <a:pt x="583262" y="129357"/>
                </a:lnTo>
                <a:lnTo>
                  <a:pt x="582605" y="129828"/>
                </a:lnTo>
                <a:lnTo>
                  <a:pt x="581961" y="130312"/>
                </a:lnTo>
                <a:lnTo>
                  <a:pt x="581330" y="130807"/>
                </a:lnTo>
                <a:lnTo>
                  <a:pt x="580710" y="131314"/>
                </a:lnTo>
                <a:lnTo>
                  <a:pt x="580103" y="131834"/>
                </a:lnTo>
                <a:lnTo>
                  <a:pt x="579508" y="132365"/>
                </a:lnTo>
                <a:lnTo>
                  <a:pt x="578925" y="132908"/>
                </a:lnTo>
                <a:lnTo>
                  <a:pt x="578355" y="133463"/>
                </a:lnTo>
                <a:lnTo>
                  <a:pt x="577797" y="134030"/>
                </a:lnTo>
                <a:lnTo>
                  <a:pt x="577251" y="134609"/>
                </a:lnTo>
                <a:lnTo>
                  <a:pt x="576718" y="135200"/>
                </a:lnTo>
                <a:lnTo>
                  <a:pt x="576196" y="135803"/>
                </a:lnTo>
                <a:lnTo>
                  <a:pt x="575687" y="136418"/>
                </a:lnTo>
                <a:lnTo>
                  <a:pt x="575191" y="137044"/>
                </a:lnTo>
                <a:lnTo>
                  <a:pt x="574706" y="137683"/>
                </a:lnTo>
                <a:lnTo>
                  <a:pt x="574234" y="138334"/>
                </a:lnTo>
                <a:lnTo>
                  <a:pt x="573775" y="138996"/>
                </a:lnTo>
                <a:lnTo>
                  <a:pt x="573327" y="139671"/>
                </a:lnTo>
                <a:lnTo>
                  <a:pt x="572892" y="140357"/>
                </a:lnTo>
                <a:lnTo>
                  <a:pt x="572469" y="141055"/>
                </a:lnTo>
                <a:lnTo>
                  <a:pt x="572058" y="141766"/>
                </a:lnTo>
                <a:lnTo>
                  <a:pt x="571662" y="142490"/>
                </a:lnTo>
                <a:lnTo>
                  <a:pt x="571283" y="143230"/>
                </a:lnTo>
                <a:lnTo>
                  <a:pt x="570921" y="143985"/>
                </a:lnTo>
                <a:lnTo>
                  <a:pt x="570575" y="144757"/>
                </a:lnTo>
                <a:lnTo>
                  <a:pt x="570247" y="145544"/>
                </a:lnTo>
                <a:lnTo>
                  <a:pt x="569935" y="146347"/>
                </a:lnTo>
                <a:lnTo>
                  <a:pt x="569640" y="147166"/>
                </a:lnTo>
                <a:lnTo>
                  <a:pt x="569362" y="148001"/>
                </a:lnTo>
                <a:lnTo>
                  <a:pt x="569101" y="148852"/>
                </a:lnTo>
                <a:lnTo>
                  <a:pt x="568856" y="149718"/>
                </a:lnTo>
                <a:lnTo>
                  <a:pt x="568629" y="150600"/>
                </a:lnTo>
                <a:lnTo>
                  <a:pt x="568418" y="151498"/>
                </a:lnTo>
                <a:lnTo>
                  <a:pt x="568224" y="152412"/>
                </a:lnTo>
                <a:lnTo>
                  <a:pt x="568047" y="153341"/>
                </a:lnTo>
                <a:lnTo>
                  <a:pt x="567887" y="154287"/>
                </a:lnTo>
                <a:lnTo>
                  <a:pt x="567744" y="155248"/>
                </a:lnTo>
                <a:lnTo>
                  <a:pt x="567618" y="156225"/>
                </a:lnTo>
                <a:lnTo>
                  <a:pt x="567508" y="157218"/>
                </a:lnTo>
                <a:lnTo>
                  <a:pt x="567416" y="158226"/>
                </a:lnTo>
                <a:lnTo>
                  <a:pt x="567340" y="159250"/>
                </a:lnTo>
                <a:lnTo>
                  <a:pt x="567281" y="160291"/>
                </a:lnTo>
                <a:lnTo>
                  <a:pt x="567239" y="161346"/>
                </a:lnTo>
                <a:lnTo>
                  <a:pt x="567213" y="162418"/>
                </a:lnTo>
                <a:lnTo>
                  <a:pt x="567205" y="163506"/>
                </a:lnTo>
                <a:lnTo>
                  <a:pt x="567217" y="164770"/>
                </a:lnTo>
                <a:lnTo>
                  <a:pt x="567252" y="166017"/>
                </a:lnTo>
                <a:lnTo>
                  <a:pt x="567311" y="167247"/>
                </a:lnTo>
                <a:lnTo>
                  <a:pt x="567393" y="168460"/>
                </a:lnTo>
                <a:lnTo>
                  <a:pt x="567499" y="169657"/>
                </a:lnTo>
                <a:lnTo>
                  <a:pt x="567628" y="170837"/>
                </a:lnTo>
                <a:lnTo>
                  <a:pt x="567781" y="172000"/>
                </a:lnTo>
                <a:lnTo>
                  <a:pt x="567958" y="173146"/>
                </a:lnTo>
                <a:lnTo>
                  <a:pt x="568158" y="174275"/>
                </a:lnTo>
                <a:lnTo>
                  <a:pt x="568381" y="175387"/>
                </a:lnTo>
                <a:lnTo>
                  <a:pt x="568628" y="176482"/>
                </a:lnTo>
                <a:lnTo>
                  <a:pt x="568899" y="177561"/>
                </a:lnTo>
                <a:lnTo>
                  <a:pt x="569193" y="178623"/>
                </a:lnTo>
                <a:lnTo>
                  <a:pt x="569510" y="179668"/>
                </a:lnTo>
                <a:lnTo>
                  <a:pt x="569851" y="180696"/>
                </a:lnTo>
                <a:lnTo>
                  <a:pt x="570216" y="181707"/>
                </a:lnTo>
                <a:lnTo>
                  <a:pt x="570604" y="182701"/>
                </a:lnTo>
                <a:lnTo>
                  <a:pt x="571016" y="183679"/>
                </a:lnTo>
                <a:lnTo>
                  <a:pt x="571451" y="184639"/>
                </a:lnTo>
                <a:lnTo>
                  <a:pt x="571910" y="185583"/>
                </a:lnTo>
                <a:lnTo>
                  <a:pt x="572392" y="186510"/>
                </a:lnTo>
                <a:lnTo>
                  <a:pt x="572898" y="187420"/>
                </a:lnTo>
                <a:lnTo>
                  <a:pt x="573427" y="188313"/>
                </a:lnTo>
                <a:lnTo>
                  <a:pt x="573980" y="189189"/>
                </a:lnTo>
                <a:lnTo>
                  <a:pt x="574561" y="190049"/>
                </a:lnTo>
                <a:lnTo>
                  <a:pt x="575159" y="190890"/>
                </a:lnTo>
                <a:lnTo>
                  <a:pt x="575774" y="191714"/>
                </a:lnTo>
                <a:lnTo>
                  <a:pt x="576406" y="192521"/>
                </a:lnTo>
                <a:lnTo>
                  <a:pt x="577055" y="193310"/>
                </a:lnTo>
                <a:lnTo>
                  <a:pt x="577721" y="194081"/>
                </a:lnTo>
                <a:lnTo>
                  <a:pt x="578403" y="194835"/>
                </a:lnTo>
                <a:lnTo>
                  <a:pt x="579103" y="195571"/>
                </a:lnTo>
                <a:lnTo>
                  <a:pt x="579819" y="196290"/>
                </a:lnTo>
                <a:lnTo>
                  <a:pt x="580552" y="196991"/>
                </a:lnTo>
                <a:lnTo>
                  <a:pt x="581302" y="197674"/>
                </a:lnTo>
                <a:lnTo>
                  <a:pt x="582069" y="198340"/>
                </a:lnTo>
                <a:lnTo>
                  <a:pt x="582853" y="198989"/>
                </a:lnTo>
                <a:lnTo>
                  <a:pt x="583653" y="199620"/>
                </a:lnTo>
                <a:lnTo>
                  <a:pt x="584471" y="200233"/>
                </a:lnTo>
                <a:lnTo>
                  <a:pt x="585305" y="200829"/>
                </a:lnTo>
                <a:lnTo>
                  <a:pt x="586156" y="201407"/>
                </a:lnTo>
                <a:lnTo>
                  <a:pt x="587024" y="201968"/>
                </a:lnTo>
                <a:lnTo>
                  <a:pt x="587908" y="202511"/>
                </a:lnTo>
                <a:lnTo>
                  <a:pt x="588810" y="203037"/>
                </a:lnTo>
                <a:lnTo>
                  <a:pt x="589729" y="203545"/>
                </a:lnTo>
                <a:lnTo>
                  <a:pt x="590664" y="204035"/>
                </a:lnTo>
                <a:lnTo>
                  <a:pt x="591616" y="204508"/>
                </a:lnTo>
                <a:lnTo>
                  <a:pt x="592585" y="204964"/>
                </a:lnTo>
                <a:lnTo>
                  <a:pt x="593576" y="205393"/>
                </a:lnTo>
                <a:lnTo>
                  <a:pt x="594577" y="205803"/>
                </a:lnTo>
                <a:lnTo>
                  <a:pt x="595589" y="206196"/>
                </a:lnTo>
                <a:lnTo>
                  <a:pt x="596610" y="206570"/>
                </a:lnTo>
                <a:lnTo>
                  <a:pt x="597642" y="206926"/>
                </a:lnTo>
                <a:lnTo>
                  <a:pt x="598684" y="207264"/>
                </a:lnTo>
                <a:lnTo>
                  <a:pt x="599736" y="207583"/>
                </a:lnTo>
                <a:lnTo>
                  <a:pt x="600798" y="207885"/>
                </a:lnTo>
                <a:lnTo>
                  <a:pt x="601870" y="208168"/>
                </a:lnTo>
                <a:lnTo>
                  <a:pt x="602953" y="208432"/>
                </a:lnTo>
                <a:lnTo>
                  <a:pt x="604046" y="208679"/>
                </a:lnTo>
                <a:lnTo>
                  <a:pt x="605149" y="208907"/>
                </a:lnTo>
                <a:lnTo>
                  <a:pt x="606262" y="209117"/>
                </a:lnTo>
                <a:lnTo>
                  <a:pt x="607385" y="209309"/>
                </a:lnTo>
                <a:lnTo>
                  <a:pt x="608519" y="209482"/>
                </a:lnTo>
                <a:lnTo>
                  <a:pt x="609663" y="209637"/>
                </a:lnTo>
                <a:lnTo>
                  <a:pt x="610817" y="209774"/>
                </a:lnTo>
                <a:lnTo>
                  <a:pt x="611981" y="209893"/>
                </a:lnTo>
                <a:lnTo>
                  <a:pt x="613155" y="209993"/>
                </a:lnTo>
                <a:lnTo>
                  <a:pt x="614339" y="210076"/>
                </a:lnTo>
                <a:lnTo>
                  <a:pt x="615534" y="210139"/>
                </a:lnTo>
                <a:lnTo>
                  <a:pt x="616739" y="210185"/>
                </a:lnTo>
                <a:lnTo>
                  <a:pt x="617954" y="210213"/>
                </a:lnTo>
                <a:lnTo>
                  <a:pt x="619179" y="210222"/>
                </a:lnTo>
                <a:lnTo>
                  <a:pt x="620185" y="210216"/>
                </a:lnTo>
                <a:lnTo>
                  <a:pt x="621179" y="210198"/>
                </a:lnTo>
                <a:lnTo>
                  <a:pt x="622163" y="210170"/>
                </a:lnTo>
                <a:lnTo>
                  <a:pt x="623136" y="210129"/>
                </a:lnTo>
                <a:close/>
                <a:moveTo>
                  <a:pt x="624987" y="183181"/>
                </a:moveTo>
                <a:lnTo>
                  <a:pt x="624098" y="183101"/>
                </a:lnTo>
                <a:lnTo>
                  <a:pt x="623224" y="183002"/>
                </a:lnTo>
                <a:lnTo>
                  <a:pt x="622363" y="182886"/>
                </a:lnTo>
                <a:lnTo>
                  <a:pt x="621516" y="182752"/>
                </a:lnTo>
                <a:lnTo>
                  <a:pt x="620683" y="182599"/>
                </a:lnTo>
                <a:lnTo>
                  <a:pt x="619864" y="182429"/>
                </a:lnTo>
                <a:lnTo>
                  <a:pt x="619059" y="182241"/>
                </a:lnTo>
                <a:lnTo>
                  <a:pt x="618269" y="182035"/>
                </a:lnTo>
                <a:lnTo>
                  <a:pt x="617492" y="181812"/>
                </a:lnTo>
                <a:lnTo>
                  <a:pt x="616730" y="181570"/>
                </a:lnTo>
                <a:lnTo>
                  <a:pt x="615981" y="181310"/>
                </a:lnTo>
                <a:lnTo>
                  <a:pt x="615247" y="181033"/>
                </a:lnTo>
                <a:lnTo>
                  <a:pt x="614526" y="180737"/>
                </a:lnTo>
                <a:lnTo>
                  <a:pt x="613820" y="180424"/>
                </a:lnTo>
                <a:lnTo>
                  <a:pt x="613127" y="180093"/>
                </a:lnTo>
                <a:lnTo>
                  <a:pt x="612449" y="179743"/>
                </a:lnTo>
                <a:lnTo>
                  <a:pt x="611785" y="179376"/>
                </a:lnTo>
                <a:lnTo>
                  <a:pt x="611134" y="178991"/>
                </a:lnTo>
                <a:lnTo>
                  <a:pt x="610498" y="178588"/>
                </a:lnTo>
                <a:lnTo>
                  <a:pt x="609876" y="178168"/>
                </a:lnTo>
                <a:lnTo>
                  <a:pt x="609274" y="177729"/>
                </a:lnTo>
                <a:lnTo>
                  <a:pt x="608697" y="177274"/>
                </a:lnTo>
                <a:lnTo>
                  <a:pt x="608146" y="176801"/>
                </a:lnTo>
                <a:lnTo>
                  <a:pt x="607621" y="176311"/>
                </a:lnTo>
                <a:lnTo>
                  <a:pt x="607121" y="175804"/>
                </a:lnTo>
                <a:lnTo>
                  <a:pt x="606647" y="175280"/>
                </a:lnTo>
                <a:lnTo>
                  <a:pt x="606198" y="174738"/>
                </a:lnTo>
                <a:lnTo>
                  <a:pt x="605775" y="174179"/>
                </a:lnTo>
                <a:lnTo>
                  <a:pt x="605378" y="173603"/>
                </a:lnTo>
                <a:lnTo>
                  <a:pt x="605006" y="173010"/>
                </a:lnTo>
                <a:lnTo>
                  <a:pt x="604660" y="172400"/>
                </a:lnTo>
                <a:lnTo>
                  <a:pt x="604340" y="171772"/>
                </a:lnTo>
                <a:lnTo>
                  <a:pt x="604045" y="171127"/>
                </a:lnTo>
                <a:lnTo>
                  <a:pt x="603776" y="170465"/>
                </a:lnTo>
                <a:lnTo>
                  <a:pt x="603533" y="169786"/>
                </a:lnTo>
                <a:lnTo>
                  <a:pt x="603315" y="169090"/>
                </a:lnTo>
                <a:lnTo>
                  <a:pt x="603123" y="168376"/>
                </a:lnTo>
                <a:lnTo>
                  <a:pt x="602956" y="167645"/>
                </a:lnTo>
                <a:lnTo>
                  <a:pt x="602815" y="166897"/>
                </a:lnTo>
                <a:lnTo>
                  <a:pt x="602700" y="166132"/>
                </a:lnTo>
                <a:lnTo>
                  <a:pt x="602610" y="165350"/>
                </a:lnTo>
                <a:lnTo>
                  <a:pt x="602546" y="164550"/>
                </a:lnTo>
                <a:lnTo>
                  <a:pt x="602507" y="163733"/>
                </a:lnTo>
                <a:lnTo>
                  <a:pt x="602495" y="162899"/>
                </a:lnTo>
                <a:lnTo>
                  <a:pt x="602501" y="162314"/>
                </a:lnTo>
                <a:lnTo>
                  <a:pt x="602521" y="161738"/>
                </a:lnTo>
                <a:lnTo>
                  <a:pt x="602553" y="161171"/>
                </a:lnTo>
                <a:lnTo>
                  <a:pt x="602599" y="160613"/>
                </a:lnTo>
                <a:lnTo>
                  <a:pt x="602657" y="160064"/>
                </a:lnTo>
                <a:lnTo>
                  <a:pt x="602728" y="159524"/>
                </a:lnTo>
                <a:lnTo>
                  <a:pt x="602813" y="158994"/>
                </a:lnTo>
                <a:lnTo>
                  <a:pt x="602910" y="158472"/>
                </a:lnTo>
                <a:lnTo>
                  <a:pt x="603021" y="157960"/>
                </a:lnTo>
                <a:lnTo>
                  <a:pt x="603144" y="157457"/>
                </a:lnTo>
                <a:lnTo>
                  <a:pt x="603281" y="156963"/>
                </a:lnTo>
                <a:lnTo>
                  <a:pt x="603430" y="156478"/>
                </a:lnTo>
                <a:lnTo>
                  <a:pt x="603592" y="156002"/>
                </a:lnTo>
                <a:lnTo>
                  <a:pt x="603768" y="155536"/>
                </a:lnTo>
                <a:lnTo>
                  <a:pt x="603956" y="155078"/>
                </a:lnTo>
                <a:lnTo>
                  <a:pt x="604157" y="154630"/>
                </a:lnTo>
                <a:lnTo>
                  <a:pt x="604372" y="154191"/>
                </a:lnTo>
                <a:lnTo>
                  <a:pt x="604599" y="153761"/>
                </a:lnTo>
                <a:lnTo>
                  <a:pt x="604839" y="153340"/>
                </a:lnTo>
                <a:lnTo>
                  <a:pt x="605093" y="152928"/>
                </a:lnTo>
                <a:lnTo>
                  <a:pt x="605359" y="152525"/>
                </a:lnTo>
                <a:lnTo>
                  <a:pt x="605638" y="152132"/>
                </a:lnTo>
                <a:lnTo>
                  <a:pt x="605931" y="151747"/>
                </a:lnTo>
                <a:lnTo>
                  <a:pt x="606236" y="151372"/>
                </a:lnTo>
                <a:lnTo>
                  <a:pt x="606552" y="150996"/>
                </a:lnTo>
                <a:lnTo>
                  <a:pt x="606878" y="150627"/>
                </a:lnTo>
                <a:lnTo>
                  <a:pt x="607214" y="150266"/>
                </a:lnTo>
                <a:lnTo>
                  <a:pt x="607559" y="149911"/>
                </a:lnTo>
                <a:lnTo>
                  <a:pt x="607913" y="149564"/>
                </a:lnTo>
                <a:lnTo>
                  <a:pt x="608277" y="149223"/>
                </a:lnTo>
                <a:lnTo>
                  <a:pt x="608651" y="148889"/>
                </a:lnTo>
                <a:lnTo>
                  <a:pt x="609033" y="148563"/>
                </a:lnTo>
                <a:lnTo>
                  <a:pt x="609426" y="148243"/>
                </a:lnTo>
                <a:lnTo>
                  <a:pt x="609828" y="147931"/>
                </a:lnTo>
                <a:lnTo>
                  <a:pt x="610239" y="147625"/>
                </a:lnTo>
                <a:lnTo>
                  <a:pt x="610660" y="147327"/>
                </a:lnTo>
                <a:lnTo>
                  <a:pt x="611090" y="147036"/>
                </a:lnTo>
                <a:lnTo>
                  <a:pt x="611530" y="146751"/>
                </a:lnTo>
                <a:lnTo>
                  <a:pt x="611979" y="146474"/>
                </a:lnTo>
                <a:lnTo>
                  <a:pt x="612438" y="146204"/>
                </a:lnTo>
                <a:lnTo>
                  <a:pt x="612906" y="145940"/>
                </a:lnTo>
                <a:lnTo>
                  <a:pt x="613384" y="145684"/>
                </a:lnTo>
                <a:lnTo>
                  <a:pt x="613871" y="145435"/>
                </a:lnTo>
                <a:lnTo>
                  <a:pt x="614367" y="145192"/>
                </a:lnTo>
                <a:lnTo>
                  <a:pt x="614873" y="144957"/>
                </a:lnTo>
                <a:lnTo>
                  <a:pt x="615389" y="144729"/>
                </a:lnTo>
                <a:lnTo>
                  <a:pt x="615914" y="144508"/>
                </a:lnTo>
                <a:lnTo>
                  <a:pt x="616449" y="144294"/>
                </a:lnTo>
                <a:lnTo>
                  <a:pt x="616991" y="144085"/>
                </a:lnTo>
                <a:lnTo>
                  <a:pt x="617539" y="143882"/>
                </a:lnTo>
                <a:lnTo>
                  <a:pt x="618093" y="143684"/>
                </a:lnTo>
                <a:lnTo>
                  <a:pt x="618654" y="143490"/>
                </a:lnTo>
                <a:lnTo>
                  <a:pt x="619220" y="143302"/>
                </a:lnTo>
                <a:lnTo>
                  <a:pt x="619792" y="143118"/>
                </a:lnTo>
                <a:lnTo>
                  <a:pt x="620370" y="142939"/>
                </a:lnTo>
                <a:lnTo>
                  <a:pt x="620954" y="142766"/>
                </a:lnTo>
                <a:lnTo>
                  <a:pt x="621544" y="142597"/>
                </a:lnTo>
                <a:lnTo>
                  <a:pt x="622140" y="142433"/>
                </a:lnTo>
                <a:lnTo>
                  <a:pt x="622742" y="142274"/>
                </a:lnTo>
                <a:lnTo>
                  <a:pt x="623350" y="142120"/>
                </a:lnTo>
                <a:lnTo>
                  <a:pt x="623964" y="141970"/>
                </a:lnTo>
                <a:lnTo>
                  <a:pt x="624584" y="141826"/>
                </a:lnTo>
                <a:lnTo>
                  <a:pt x="625209" y="141687"/>
                </a:lnTo>
                <a:lnTo>
                  <a:pt x="625841" y="141552"/>
                </a:lnTo>
                <a:lnTo>
                  <a:pt x="626479" y="141423"/>
                </a:lnTo>
                <a:lnTo>
                  <a:pt x="627123" y="141298"/>
                </a:lnTo>
                <a:lnTo>
                  <a:pt x="627772" y="141178"/>
                </a:lnTo>
                <a:lnTo>
                  <a:pt x="628428" y="141063"/>
                </a:lnTo>
                <a:lnTo>
                  <a:pt x="629090" y="140954"/>
                </a:lnTo>
                <a:lnTo>
                  <a:pt x="629757" y="140849"/>
                </a:lnTo>
                <a:lnTo>
                  <a:pt x="630431" y="140748"/>
                </a:lnTo>
                <a:lnTo>
                  <a:pt x="631111" y="140653"/>
                </a:lnTo>
                <a:lnTo>
                  <a:pt x="631416" y="140611"/>
                </a:lnTo>
                <a:lnTo>
                  <a:pt x="631726" y="140568"/>
                </a:lnTo>
                <a:lnTo>
                  <a:pt x="632041" y="140524"/>
                </a:lnTo>
                <a:lnTo>
                  <a:pt x="632360" y="140479"/>
                </a:lnTo>
                <a:lnTo>
                  <a:pt x="632684" y="140434"/>
                </a:lnTo>
                <a:lnTo>
                  <a:pt x="633013" y="140388"/>
                </a:lnTo>
                <a:lnTo>
                  <a:pt x="633346" y="140341"/>
                </a:lnTo>
                <a:lnTo>
                  <a:pt x="633683" y="140294"/>
                </a:lnTo>
                <a:lnTo>
                  <a:pt x="634026" y="140246"/>
                </a:lnTo>
                <a:lnTo>
                  <a:pt x="634372" y="140197"/>
                </a:lnTo>
                <a:lnTo>
                  <a:pt x="634724" y="140147"/>
                </a:lnTo>
                <a:lnTo>
                  <a:pt x="635079" y="140097"/>
                </a:lnTo>
                <a:lnTo>
                  <a:pt x="635440" y="140046"/>
                </a:lnTo>
                <a:lnTo>
                  <a:pt x="635805" y="139995"/>
                </a:lnTo>
                <a:lnTo>
                  <a:pt x="636174" y="139942"/>
                </a:lnTo>
                <a:lnTo>
                  <a:pt x="636548" y="139889"/>
                </a:lnTo>
                <a:lnTo>
                  <a:pt x="636927" y="139836"/>
                </a:lnTo>
                <a:lnTo>
                  <a:pt x="637310" y="139781"/>
                </a:lnTo>
                <a:lnTo>
                  <a:pt x="637698" y="139726"/>
                </a:lnTo>
                <a:lnTo>
                  <a:pt x="638090" y="139670"/>
                </a:lnTo>
                <a:lnTo>
                  <a:pt x="638487" y="139614"/>
                </a:lnTo>
                <a:lnTo>
                  <a:pt x="638889" y="139557"/>
                </a:lnTo>
                <a:lnTo>
                  <a:pt x="639295" y="139499"/>
                </a:lnTo>
                <a:lnTo>
                  <a:pt x="639706" y="139440"/>
                </a:lnTo>
                <a:lnTo>
                  <a:pt x="640119" y="139381"/>
                </a:lnTo>
                <a:lnTo>
                  <a:pt x="640532" y="139321"/>
                </a:lnTo>
                <a:lnTo>
                  <a:pt x="640946" y="139260"/>
                </a:lnTo>
                <a:lnTo>
                  <a:pt x="641360" y="139198"/>
                </a:lnTo>
                <a:lnTo>
                  <a:pt x="641774" y="139136"/>
                </a:lnTo>
                <a:lnTo>
                  <a:pt x="642189" y="139073"/>
                </a:lnTo>
                <a:lnTo>
                  <a:pt x="642604" y="139010"/>
                </a:lnTo>
                <a:lnTo>
                  <a:pt x="643020" y="138946"/>
                </a:lnTo>
                <a:lnTo>
                  <a:pt x="643436" y="138881"/>
                </a:lnTo>
                <a:lnTo>
                  <a:pt x="643852" y="138815"/>
                </a:lnTo>
                <a:lnTo>
                  <a:pt x="644269" y="138749"/>
                </a:lnTo>
                <a:lnTo>
                  <a:pt x="644685" y="138682"/>
                </a:lnTo>
                <a:lnTo>
                  <a:pt x="645103" y="138614"/>
                </a:lnTo>
                <a:lnTo>
                  <a:pt x="645520" y="138545"/>
                </a:lnTo>
                <a:lnTo>
                  <a:pt x="645938" y="138476"/>
                </a:lnTo>
                <a:lnTo>
                  <a:pt x="646357" y="138406"/>
                </a:lnTo>
                <a:lnTo>
                  <a:pt x="646775" y="138336"/>
                </a:lnTo>
                <a:lnTo>
                  <a:pt x="647194" y="138264"/>
                </a:lnTo>
                <a:lnTo>
                  <a:pt x="647614" y="138192"/>
                </a:lnTo>
                <a:lnTo>
                  <a:pt x="648034" y="138120"/>
                </a:lnTo>
                <a:lnTo>
                  <a:pt x="648454" y="138046"/>
                </a:lnTo>
                <a:lnTo>
                  <a:pt x="648874" y="137972"/>
                </a:lnTo>
                <a:lnTo>
                  <a:pt x="649295" y="137898"/>
                </a:lnTo>
                <a:lnTo>
                  <a:pt x="649716" y="137822"/>
                </a:lnTo>
                <a:lnTo>
                  <a:pt x="650136" y="137746"/>
                </a:lnTo>
                <a:lnTo>
                  <a:pt x="650552" y="137668"/>
                </a:lnTo>
                <a:lnTo>
                  <a:pt x="650964" y="137590"/>
                </a:lnTo>
                <a:lnTo>
                  <a:pt x="651373" y="137510"/>
                </a:lnTo>
                <a:lnTo>
                  <a:pt x="651779" y="137430"/>
                </a:lnTo>
                <a:lnTo>
                  <a:pt x="652181" y="137348"/>
                </a:lnTo>
                <a:lnTo>
                  <a:pt x="652579" y="137265"/>
                </a:lnTo>
                <a:lnTo>
                  <a:pt x="652974" y="137182"/>
                </a:lnTo>
                <a:lnTo>
                  <a:pt x="653366" y="137097"/>
                </a:lnTo>
                <a:lnTo>
                  <a:pt x="653754" y="137011"/>
                </a:lnTo>
                <a:lnTo>
                  <a:pt x="654138" y="136924"/>
                </a:lnTo>
                <a:lnTo>
                  <a:pt x="654519" y="136836"/>
                </a:lnTo>
                <a:lnTo>
                  <a:pt x="654897" y="136747"/>
                </a:lnTo>
                <a:lnTo>
                  <a:pt x="655270" y="136657"/>
                </a:lnTo>
                <a:lnTo>
                  <a:pt x="655641" y="136566"/>
                </a:lnTo>
                <a:lnTo>
                  <a:pt x="656008" y="136474"/>
                </a:lnTo>
                <a:lnTo>
                  <a:pt x="656371" y="136381"/>
                </a:lnTo>
                <a:lnTo>
                  <a:pt x="656731" y="136286"/>
                </a:lnTo>
                <a:lnTo>
                  <a:pt x="657087" y="136191"/>
                </a:lnTo>
                <a:lnTo>
                  <a:pt x="657440" y="136095"/>
                </a:lnTo>
                <a:lnTo>
                  <a:pt x="657790" y="135997"/>
                </a:lnTo>
                <a:lnTo>
                  <a:pt x="658135" y="135899"/>
                </a:lnTo>
                <a:lnTo>
                  <a:pt x="658478" y="135799"/>
                </a:lnTo>
                <a:lnTo>
                  <a:pt x="658817" y="135699"/>
                </a:lnTo>
                <a:lnTo>
                  <a:pt x="659158" y="135597"/>
                </a:lnTo>
                <a:lnTo>
                  <a:pt x="659491" y="135495"/>
                </a:lnTo>
                <a:lnTo>
                  <a:pt x="659815" y="135392"/>
                </a:lnTo>
                <a:lnTo>
                  <a:pt x="660131" y="135289"/>
                </a:lnTo>
                <a:lnTo>
                  <a:pt x="660439" y="135184"/>
                </a:lnTo>
                <a:lnTo>
                  <a:pt x="660738" y="135079"/>
                </a:lnTo>
                <a:lnTo>
                  <a:pt x="661028" y="134974"/>
                </a:lnTo>
                <a:lnTo>
                  <a:pt x="661311" y="134867"/>
                </a:lnTo>
                <a:lnTo>
                  <a:pt x="661585" y="134760"/>
                </a:lnTo>
                <a:lnTo>
                  <a:pt x="661850" y="134652"/>
                </a:lnTo>
                <a:lnTo>
                  <a:pt x="662107" y="134544"/>
                </a:lnTo>
                <a:lnTo>
                  <a:pt x="662356" y="134435"/>
                </a:lnTo>
                <a:lnTo>
                  <a:pt x="662596" y="134325"/>
                </a:lnTo>
                <a:lnTo>
                  <a:pt x="662828" y="134214"/>
                </a:lnTo>
                <a:lnTo>
                  <a:pt x="663051" y="134103"/>
                </a:lnTo>
                <a:lnTo>
                  <a:pt x="663266" y="133991"/>
                </a:lnTo>
                <a:lnTo>
                  <a:pt x="663472" y="133878"/>
                </a:lnTo>
                <a:lnTo>
                  <a:pt x="663670" y="133765"/>
                </a:lnTo>
                <a:lnTo>
                  <a:pt x="663860" y="133651"/>
                </a:lnTo>
                <a:lnTo>
                  <a:pt x="664041" y="133536"/>
                </a:lnTo>
                <a:lnTo>
                  <a:pt x="664214" y="133420"/>
                </a:lnTo>
                <a:lnTo>
                  <a:pt x="664378" y="133304"/>
                </a:lnTo>
                <a:lnTo>
                  <a:pt x="664534" y="133187"/>
                </a:lnTo>
                <a:lnTo>
                  <a:pt x="664681" y="133070"/>
                </a:lnTo>
                <a:lnTo>
                  <a:pt x="664681" y="151372"/>
                </a:lnTo>
                <a:lnTo>
                  <a:pt x="664674" y="152086"/>
                </a:lnTo>
                <a:lnTo>
                  <a:pt x="664650" y="152795"/>
                </a:lnTo>
                <a:lnTo>
                  <a:pt x="664612" y="153500"/>
                </a:lnTo>
                <a:lnTo>
                  <a:pt x="664558" y="154200"/>
                </a:lnTo>
                <a:lnTo>
                  <a:pt x="664488" y="154896"/>
                </a:lnTo>
                <a:lnTo>
                  <a:pt x="664403" y="155587"/>
                </a:lnTo>
                <a:lnTo>
                  <a:pt x="664303" y="156274"/>
                </a:lnTo>
                <a:lnTo>
                  <a:pt x="664187" y="156956"/>
                </a:lnTo>
                <a:lnTo>
                  <a:pt x="664056" y="157633"/>
                </a:lnTo>
                <a:lnTo>
                  <a:pt x="663909" y="158306"/>
                </a:lnTo>
                <a:lnTo>
                  <a:pt x="663747" y="158974"/>
                </a:lnTo>
                <a:lnTo>
                  <a:pt x="663569" y="159638"/>
                </a:lnTo>
                <a:lnTo>
                  <a:pt x="663376" y="160297"/>
                </a:lnTo>
                <a:lnTo>
                  <a:pt x="663167" y="160952"/>
                </a:lnTo>
                <a:lnTo>
                  <a:pt x="662943" y="161602"/>
                </a:lnTo>
                <a:lnTo>
                  <a:pt x="662704" y="162247"/>
                </a:lnTo>
                <a:lnTo>
                  <a:pt x="662449" y="162888"/>
                </a:lnTo>
                <a:lnTo>
                  <a:pt x="662179" y="163525"/>
                </a:lnTo>
                <a:lnTo>
                  <a:pt x="661893" y="164157"/>
                </a:lnTo>
                <a:lnTo>
                  <a:pt x="661592" y="164784"/>
                </a:lnTo>
                <a:lnTo>
                  <a:pt x="661275" y="165406"/>
                </a:lnTo>
                <a:lnTo>
                  <a:pt x="660943" y="166025"/>
                </a:lnTo>
                <a:lnTo>
                  <a:pt x="660595" y="166638"/>
                </a:lnTo>
                <a:lnTo>
                  <a:pt x="660232" y="167247"/>
                </a:lnTo>
                <a:lnTo>
                  <a:pt x="659863" y="167849"/>
                </a:lnTo>
                <a:lnTo>
                  <a:pt x="659482" y="168441"/>
                </a:lnTo>
                <a:lnTo>
                  <a:pt x="659087" y="169023"/>
                </a:lnTo>
                <a:lnTo>
                  <a:pt x="658679" y="169595"/>
                </a:lnTo>
                <a:lnTo>
                  <a:pt x="658258" y="170158"/>
                </a:lnTo>
                <a:lnTo>
                  <a:pt x="657824" y="170710"/>
                </a:lnTo>
                <a:lnTo>
                  <a:pt x="657378" y="171253"/>
                </a:lnTo>
                <a:lnTo>
                  <a:pt x="656918" y="171786"/>
                </a:lnTo>
                <a:lnTo>
                  <a:pt x="656445" y="172309"/>
                </a:lnTo>
                <a:lnTo>
                  <a:pt x="655959" y="172823"/>
                </a:lnTo>
                <a:lnTo>
                  <a:pt x="655461" y="173326"/>
                </a:lnTo>
                <a:lnTo>
                  <a:pt x="654949" y="173820"/>
                </a:lnTo>
                <a:lnTo>
                  <a:pt x="654424" y="174303"/>
                </a:lnTo>
                <a:lnTo>
                  <a:pt x="653886" y="174777"/>
                </a:lnTo>
                <a:lnTo>
                  <a:pt x="653336" y="175242"/>
                </a:lnTo>
                <a:lnTo>
                  <a:pt x="652772" y="175696"/>
                </a:lnTo>
                <a:lnTo>
                  <a:pt x="652195" y="176140"/>
                </a:lnTo>
                <a:lnTo>
                  <a:pt x="651606" y="176575"/>
                </a:lnTo>
                <a:lnTo>
                  <a:pt x="651003" y="177000"/>
                </a:lnTo>
                <a:lnTo>
                  <a:pt x="650387" y="177415"/>
                </a:lnTo>
                <a:lnTo>
                  <a:pt x="649759" y="177820"/>
                </a:lnTo>
                <a:lnTo>
                  <a:pt x="649117" y="178215"/>
                </a:lnTo>
                <a:lnTo>
                  <a:pt x="648462" y="178601"/>
                </a:lnTo>
                <a:lnTo>
                  <a:pt x="647795" y="178977"/>
                </a:lnTo>
                <a:lnTo>
                  <a:pt x="647116" y="179331"/>
                </a:lnTo>
                <a:lnTo>
                  <a:pt x="646426" y="179671"/>
                </a:lnTo>
                <a:lnTo>
                  <a:pt x="645727" y="179996"/>
                </a:lnTo>
                <a:lnTo>
                  <a:pt x="645017" y="180305"/>
                </a:lnTo>
                <a:lnTo>
                  <a:pt x="644297" y="180600"/>
                </a:lnTo>
                <a:lnTo>
                  <a:pt x="643567" y="180879"/>
                </a:lnTo>
                <a:lnTo>
                  <a:pt x="642827" y="181143"/>
                </a:lnTo>
                <a:lnTo>
                  <a:pt x="642076" y="181392"/>
                </a:lnTo>
                <a:lnTo>
                  <a:pt x="641315" y="181626"/>
                </a:lnTo>
                <a:lnTo>
                  <a:pt x="640545" y="181845"/>
                </a:lnTo>
                <a:lnTo>
                  <a:pt x="639764" y="182049"/>
                </a:lnTo>
                <a:lnTo>
                  <a:pt x="638972" y="182238"/>
                </a:lnTo>
                <a:lnTo>
                  <a:pt x="638171" y="182411"/>
                </a:lnTo>
                <a:lnTo>
                  <a:pt x="637359" y="182570"/>
                </a:lnTo>
                <a:lnTo>
                  <a:pt x="636538" y="182713"/>
                </a:lnTo>
                <a:lnTo>
                  <a:pt x="635706" y="182841"/>
                </a:lnTo>
                <a:lnTo>
                  <a:pt x="634864" y="182955"/>
                </a:lnTo>
                <a:lnTo>
                  <a:pt x="634011" y="183053"/>
                </a:lnTo>
                <a:lnTo>
                  <a:pt x="633149" y="183136"/>
                </a:lnTo>
                <a:lnTo>
                  <a:pt x="632276" y="183204"/>
                </a:lnTo>
                <a:lnTo>
                  <a:pt x="631393" y="183257"/>
                </a:lnTo>
                <a:lnTo>
                  <a:pt x="630500" y="183294"/>
                </a:lnTo>
                <a:lnTo>
                  <a:pt x="629597" y="183317"/>
                </a:lnTo>
                <a:lnTo>
                  <a:pt x="628684" y="183325"/>
                </a:lnTo>
                <a:lnTo>
                  <a:pt x="627739" y="183316"/>
                </a:lnTo>
                <a:lnTo>
                  <a:pt x="626808" y="183289"/>
                </a:lnTo>
                <a:lnTo>
                  <a:pt x="625890" y="183244"/>
                </a:lnTo>
                <a:lnTo>
                  <a:pt x="624987" y="183181"/>
                </a:lnTo>
                <a:close/>
                <a:moveTo>
                  <a:pt x="234959" y="209230"/>
                </a:moveTo>
                <a:lnTo>
                  <a:pt x="235440" y="209184"/>
                </a:lnTo>
                <a:lnTo>
                  <a:pt x="235918" y="209128"/>
                </a:lnTo>
                <a:lnTo>
                  <a:pt x="236392" y="209062"/>
                </a:lnTo>
                <a:lnTo>
                  <a:pt x="236863" y="208986"/>
                </a:lnTo>
                <a:lnTo>
                  <a:pt x="237330" y="208899"/>
                </a:lnTo>
                <a:lnTo>
                  <a:pt x="237794" y="208803"/>
                </a:lnTo>
                <a:lnTo>
                  <a:pt x="238255" y="208696"/>
                </a:lnTo>
                <a:lnTo>
                  <a:pt x="238711" y="208579"/>
                </a:lnTo>
                <a:lnTo>
                  <a:pt x="239165" y="208451"/>
                </a:lnTo>
                <a:lnTo>
                  <a:pt x="239614" y="208314"/>
                </a:lnTo>
                <a:lnTo>
                  <a:pt x="240061" y="208166"/>
                </a:lnTo>
                <a:lnTo>
                  <a:pt x="240503" y="208008"/>
                </a:lnTo>
                <a:lnTo>
                  <a:pt x="240943" y="207840"/>
                </a:lnTo>
                <a:lnTo>
                  <a:pt x="241378" y="207662"/>
                </a:lnTo>
                <a:lnTo>
                  <a:pt x="241810" y="207474"/>
                </a:lnTo>
                <a:lnTo>
                  <a:pt x="242239" y="207275"/>
                </a:lnTo>
                <a:lnTo>
                  <a:pt x="242664" y="207066"/>
                </a:lnTo>
                <a:lnTo>
                  <a:pt x="243086" y="206848"/>
                </a:lnTo>
                <a:lnTo>
                  <a:pt x="243504" y="206618"/>
                </a:lnTo>
                <a:lnTo>
                  <a:pt x="243919" y="206379"/>
                </a:lnTo>
                <a:lnTo>
                  <a:pt x="244337" y="206123"/>
                </a:lnTo>
                <a:lnTo>
                  <a:pt x="244747" y="205860"/>
                </a:lnTo>
                <a:lnTo>
                  <a:pt x="245151" y="205589"/>
                </a:lnTo>
                <a:lnTo>
                  <a:pt x="245548" y="205312"/>
                </a:lnTo>
                <a:lnTo>
                  <a:pt x="245938" y="205027"/>
                </a:lnTo>
                <a:lnTo>
                  <a:pt x="246320" y="204736"/>
                </a:lnTo>
                <a:lnTo>
                  <a:pt x="246696" y="204438"/>
                </a:lnTo>
                <a:lnTo>
                  <a:pt x="247065" y="204132"/>
                </a:lnTo>
                <a:lnTo>
                  <a:pt x="247426" y="203820"/>
                </a:lnTo>
                <a:lnTo>
                  <a:pt x="247781" y="203500"/>
                </a:lnTo>
                <a:lnTo>
                  <a:pt x="248128" y="203174"/>
                </a:lnTo>
                <a:lnTo>
                  <a:pt x="248469" y="202840"/>
                </a:lnTo>
                <a:lnTo>
                  <a:pt x="248803" y="202500"/>
                </a:lnTo>
                <a:lnTo>
                  <a:pt x="249129" y="202152"/>
                </a:lnTo>
                <a:lnTo>
                  <a:pt x="249449" y="201797"/>
                </a:lnTo>
                <a:lnTo>
                  <a:pt x="249761" y="201436"/>
                </a:lnTo>
                <a:lnTo>
                  <a:pt x="250067" y="201067"/>
                </a:lnTo>
                <a:lnTo>
                  <a:pt x="250365" y="200691"/>
                </a:lnTo>
                <a:lnTo>
                  <a:pt x="250656" y="200309"/>
                </a:lnTo>
                <a:lnTo>
                  <a:pt x="250941" y="199919"/>
                </a:lnTo>
                <a:lnTo>
                  <a:pt x="251218" y="199522"/>
                </a:lnTo>
                <a:lnTo>
                  <a:pt x="251489" y="199118"/>
                </a:lnTo>
                <a:lnTo>
                  <a:pt x="251752" y="198708"/>
                </a:lnTo>
                <a:lnTo>
                  <a:pt x="252008" y="198290"/>
                </a:lnTo>
                <a:lnTo>
                  <a:pt x="252264" y="197867"/>
                </a:lnTo>
                <a:lnTo>
                  <a:pt x="252510" y="197440"/>
                </a:lnTo>
                <a:lnTo>
                  <a:pt x="252744" y="197009"/>
                </a:lnTo>
                <a:lnTo>
                  <a:pt x="252969" y="196574"/>
                </a:lnTo>
                <a:lnTo>
                  <a:pt x="253183" y="196135"/>
                </a:lnTo>
                <a:lnTo>
                  <a:pt x="253386" y="195692"/>
                </a:lnTo>
                <a:lnTo>
                  <a:pt x="253579" y="195246"/>
                </a:lnTo>
                <a:lnTo>
                  <a:pt x="253761" y="194796"/>
                </a:lnTo>
                <a:lnTo>
                  <a:pt x="253933" y="194342"/>
                </a:lnTo>
                <a:lnTo>
                  <a:pt x="254094" y="193884"/>
                </a:lnTo>
                <a:lnTo>
                  <a:pt x="254244" y="193422"/>
                </a:lnTo>
                <a:lnTo>
                  <a:pt x="254384" y="192956"/>
                </a:lnTo>
                <a:lnTo>
                  <a:pt x="254514" y="192486"/>
                </a:lnTo>
                <a:lnTo>
                  <a:pt x="254633" y="192013"/>
                </a:lnTo>
                <a:lnTo>
                  <a:pt x="254741" y="191536"/>
                </a:lnTo>
                <a:lnTo>
                  <a:pt x="254839" y="191054"/>
                </a:lnTo>
                <a:lnTo>
                  <a:pt x="254927" y="190569"/>
                </a:lnTo>
                <a:lnTo>
                  <a:pt x="255004" y="190080"/>
                </a:lnTo>
                <a:lnTo>
                  <a:pt x="255070" y="189588"/>
                </a:lnTo>
                <a:lnTo>
                  <a:pt x="255126" y="189091"/>
                </a:lnTo>
                <a:lnTo>
                  <a:pt x="255171" y="188591"/>
                </a:lnTo>
                <a:lnTo>
                  <a:pt x="255206" y="188086"/>
                </a:lnTo>
                <a:lnTo>
                  <a:pt x="255230" y="187578"/>
                </a:lnTo>
                <a:lnTo>
                  <a:pt x="255244" y="187066"/>
                </a:lnTo>
                <a:lnTo>
                  <a:pt x="255224" y="186312"/>
                </a:lnTo>
                <a:lnTo>
                  <a:pt x="255181" y="185567"/>
                </a:lnTo>
                <a:lnTo>
                  <a:pt x="255116" y="184832"/>
                </a:lnTo>
                <a:lnTo>
                  <a:pt x="255028" y="184105"/>
                </a:lnTo>
                <a:lnTo>
                  <a:pt x="254916" y="183388"/>
                </a:lnTo>
                <a:lnTo>
                  <a:pt x="254783" y="182680"/>
                </a:lnTo>
                <a:lnTo>
                  <a:pt x="254626" y="181981"/>
                </a:lnTo>
                <a:lnTo>
                  <a:pt x="254446" y="181291"/>
                </a:lnTo>
                <a:lnTo>
                  <a:pt x="254244" y="180610"/>
                </a:lnTo>
                <a:lnTo>
                  <a:pt x="254019" y="179939"/>
                </a:lnTo>
                <a:lnTo>
                  <a:pt x="253770" y="179276"/>
                </a:lnTo>
                <a:lnTo>
                  <a:pt x="253500" y="178623"/>
                </a:lnTo>
                <a:lnTo>
                  <a:pt x="253206" y="177978"/>
                </a:lnTo>
                <a:lnTo>
                  <a:pt x="252889" y="177343"/>
                </a:lnTo>
                <a:lnTo>
                  <a:pt x="252550" y="176717"/>
                </a:lnTo>
                <a:lnTo>
                  <a:pt x="252188" y="176100"/>
                </a:lnTo>
                <a:lnTo>
                  <a:pt x="251803" y="175493"/>
                </a:lnTo>
                <a:lnTo>
                  <a:pt x="251395" y="174894"/>
                </a:lnTo>
                <a:lnTo>
                  <a:pt x="250965" y="174305"/>
                </a:lnTo>
                <a:lnTo>
                  <a:pt x="250511" y="173724"/>
                </a:lnTo>
                <a:lnTo>
                  <a:pt x="250035" y="173153"/>
                </a:lnTo>
                <a:lnTo>
                  <a:pt x="249536" y="172591"/>
                </a:lnTo>
                <a:lnTo>
                  <a:pt x="249014" y="172038"/>
                </a:lnTo>
                <a:lnTo>
                  <a:pt x="248469" y="171494"/>
                </a:lnTo>
                <a:lnTo>
                  <a:pt x="247917" y="170966"/>
                </a:lnTo>
                <a:lnTo>
                  <a:pt x="247357" y="170460"/>
                </a:lnTo>
                <a:lnTo>
                  <a:pt x="246790" y="169977"/>
                </a:lnTo>
                <a:lnTo>
                  <a:pt x="246214" y="169517"/>
                </a:lnTo>
                <a:lnTo>
                  <a:pt x="245630" y="169078"/>
                </a:lnTo>
                <a:lnTo>
                  <a:pt x="245037" y="168663"/>
                </a:lnTo>
                <a:lnTo>
                  <a:pt x="244437" y="168269"/>
                </a:lnTo>
                <a:lnTo>
                  <a:pt x="243829" y="167899"/>
                </a:lnTo>
                <a:lnTo>
                  <a:pt x="243213" y="167550"/>
                </a:lnTo>
                <a:lnTo>
                  <a:pt x="242588" y="167225"/>
                </a:lnTo>
                <a:lnTo>
                  <a:pt x="241956" y="166921"/>
                </a:lnTo>
                <a:lnTo>
                  <a:pt x="241315" y="166640"/>
                </a:lnTo>
                <a:lnTo>
                  <a:pt x="240666" y="166382"/>
                </a:lnTo>
                <a:lnTo>
                  <a:pt x="240010" y="166146"/>
                </a:lnTo>
                <a:lnTo>
                  <a:pt x="239345" y="165933"/>
                </a:lnTo>
                <a:lnTo>
                  <a:pt x="238672" y="165742"/>
                </a:lnTo>
                <a:lnTo>
                  <a:pt x="237991" y="165573"/>
                </a:lnTo>
                <a:lnTo>
                  <a:pt x="237302" y="165427"/>
                </a:lnTo>
                <a:lnTo>
                  <a:pt x="236605" y="165303"/>
                </a:lnTo>
                <a:lnTo>
                  <a:pt x="235900" y="165202"/>
                </a:lnTo>
                <a:lnTo>
                  <a:pt x="235186" y="165124"/>
                </a:lnTo>
                <a:lnTo>
                  <a:pt x="234465" y="165067"/>
                </a:lnTo>
                <a:lnTo>
                  <a:pt x="233736" y="165034"/>
                </a:lnTo>
                <a:lnTo>
                  <a:pt x="232998" y="165022"/>
                </a:lnTo>
                <a:lnTo>
                  <a:pt x="232236" y="165034"/>
                </a:lnTo>
                <a:lnTo>
                  <a:pt x="231483" y="165067"/>
                </a:lnTo>
                <a:lnTo>
                  <a:pt x="230739" y="165124"/>
                </a:lnTo>
                <a:lnTo>
                  <a:pt x="230004" y="165202"/>
                </a:lnTo>
                <a:lnTo>
                  <a:pt x="229278" y="165303"/>
                </a:lnTo>
                <a:lnTo>
                  <a:pt x="228562" y="165427"/>
                </a:lnTo>
                <a:lnTo>
                  <a:pt x="227854" y="165573"/>
                </a:lnTo>
                <a:lnTo>
                  <a:pt x="227156" y="165742"/>
                </a:lnTo>
                <a:lnTo>
                  <a:pt x="226467" y="165933"/>
                </a:lnTo>
                <a:lnTo>
                  <a:pt x="225787" y="166146"/>
                </a:lnTo>
                <a:lnTo>
                  <a:pt x="225116" y="166382"/>
                </a:lnTo>
                <a:lnTo>
                  <a:pt x="224454" y="166640"/>
                </a:lnTo>
                <a:lnTo>
                  <a:pt x="223801" y="166921"/>
                </a:lnTo>
                <a:lnTo>
                  <a:pt x="223158" y="167225"/>
                </a:lnTo>
                <a:lnTo>
                  <a:pt x="222523" y="167550"/>
                </a:lnTo>
                <a:lnTo>
                  <a:pt x="221898" y="167899"/>
                </a:lnTo>
                <a:lnTo>
                  <a:pt x="221282" y="168269"/>
                </a:lnTo>
                <a:lnTo>
                  <a:pt x="220675" y="168663"/>
                </a:lnTo>
                <a:lnTo>
                  <a:pt x="220077" y="169078"/>
                </a:lnTo>
                <a:lnTo>
                  <a:pt x="219488" y="169517"/>
                </a:lnTo>
                <a:lnTo>
                  <a:pt x="218908" y="169977"/>
                </a:lnTo>
                <a:lnTo>
                  <a:pt x="218338" y="170460"/>
                </a:lnTo>
                <a:lnTo>
                  <a:pt x="217776" y="170966"/>
                </a:lnTo>
                <a:lnTo>
                  <a:pt x="217224" y="171494"/>
                </a:lnTo>
                <a:lnTo>
                  <a:pt x="216688" y="172038"/>
                </a:lnTo>
                <a:lnTo>
                  <a:pt x="216175" y="172591"/>
                </a:lnTo>
                <a:lnTo>
                  <a:pt x="215685" y="173153"/>
                </a:lnTo>
                <a:lnTo>
                  <a:pt x="215218" y="173724"/>
                </a:lnTo>
                <a:lnTo>
                  <a:pt x="214775" y="174305"/>
                </a:lnTo>
                <a:lnTo>
                  <a:pt x="214355" y="174894"/>
                </a:lnTo>
                <a:lnTo>
                  <a:pt x="213958" y="175493"/>
                </a:lnTo>
                <a:lnTo>
                  <a:pt x="213584" y="176100"/>
                </a:lnTo>
                <a:lnTo>
                  <a:pt x="213233" y="176717"/>
                </a:lnTo>
                <a:lnTo>
                  <a:pt x="212905" y="177343"/>
                </a:lnTo>
                <a:lnTo>
                  <a:pt x="212601" y="177978"/>
                </a:lnTo>
                <a:lnTo>
                  <a:pt x="212320" y="178623"/>
                </a:lnTo>
                <a:lnTo>
                  <a:pt x="212062" y="179276"/>
                </a:lnTo>
                <a:lnTo>
                  <a:pt x="211827" y="179939"/>
                </a:lnTo>
                <a:lnTo>
                  <a:pt x="211615" y="180610"/>
                </a:lnTo>
                <a:lnTo>
                  <a:pt x="211427" y="181291"/>
                </a:lnTo>
                <a:lnTo>
                  <a:pt x="211261" y="181981"/>
                </a:lnTo>
                <a:lnTo>
                  <a:pt x="211119" y="182680"/>
                </a:lnTo>
                <a:lnTo>
                  <a:pt x="211000" y="183388"/>
                </a:lnTo>
                <a:lnTo>
                  <a:pt x="210904" y="184105"/>
                </a:lnTo>
                <a:lnTo>
                  <a:pt x="210832" y="184832"/>
                </a:lnTo>
                <a:lnTo>
                  <a:pt x="210782" y="185567"/>
                </a:lnTo>
                <a:lnTo>
                  <a:pt x="210756" y="186312"/>
                </a:lnTo>
                <a:lnTo>
                  <a:pt x="210753" y="187066"/>
                </a:lnTo>
                <a:lnTo>
                  <a:pt x="210756" y="187836"/>
                </a:lnTo>
                <a:lnTo>
                  <a:pt x="210782" y="188597"/>
                </a:lnTo>
                <a:lnTo>
                  <a:pt x="210832" y="189347"/>
                </a:lnTo>
                <a:lnTo>
                  <a:pt x="210904" y="190088"/>
                </a:lnTo>
                <a:lnTo>
                  <a:pt x="211000" y="190819"/>
                </a:lnTo>
                <a:lnTo>
                  <a:pt x="211119" y="191540"/>
                </a:lnTo>
                <a:lnTo>
                  <a:pt x="211261" y="192252"/>
                </a:lnTo>
                <a:lnTo>
                  <a:pt x="211427" y="192953"/>
                </a:lnTo>
                <a:lnTo>
                  <a:pt x="211615" y="193645"/>
                </a:lnTo>
                <a:lnTo>
                  <a:pt x="211827" y="194327"/>
                </a:lnTo>
                <a:lnTo>
                  <a:pt x="212062" y="194999"/>
                </a:lnTo>
                <a:lnTo>
                  <a:pt x="212320" y="195661"/>
                </a:lnTo>
                <a:lnTo>
                  <a:pt x="212601" y="196313"/>
                </a:lnTo>
                <a:lnTo>
                  <a:pt x="212905" y="196956"/>
                </a:lnTo>
                <a:lnTo>
                  <a:pt x="213233" y="197588"/>
                </a:lnTo>
                <a:lnTo>
                  <a:pt x="213584" y="198211"/>
                </a:lnTo>
                <a:lnTo>
                  <a:pt x="213958" y="198824"/>
                </a:lnTo>
                <a:lnTo>
                  <a:pt x="214355" y="199427"/>
                </a:lnTo>
                <a:lnTo>
                  <a:pt x="214775" y="200021"/>
                </a:lnTo>
                <a:lnTo>
                  <a:pt x="215218" y="200604"/>
                </a:lnTo>
                <a:lnTo>
                  <a:pt x="215685" y="201178"/>
                </a:lnTo>
                <a:lnTo>
                  <a:pt x="216175" y="201742"/>
                </a:lnTo>
                <a:lnTo>
                  <a:pt x="216688" y="202296"/>
                </a:lnTo>
                <a:lnTo>
                  <a:pt x="217224" y="202840"/>
                </a:lnTo>
                <a:lnTo>
                  <a:pt x="217776" y="203368"/>
                </a:lnTo>
                <a:lnTo>
                  <a:pt x="218338" y="203874"/>
                </a:lnTo>
                <a:lnTo>
                  <a:pt x="218908" y="204357"/>
                </a:lnTo>
                <a:lnTo>
                  <a:pt x="219488" y="204818"/>
                </a:lnTo>
                <a:lnTo>
                  <a:pt x="220077" y="205256"/>
                </a:lnTo>
                <a:lnTo>
                  <a:pt x="220675" y="205671"/>
                </a:lnTo>
                <a:lnTo>
                  <a:pt x="221282" y="206065"/>
                </a:lnTo>
                <a:lnTo>
                  <a:pt x="221898" y="206435"/>
                </a:lnTo>
                <a:lnTo>
                  <a:pt x="222523" y="206784"/>
                </a:lnTo>
                <a:lnTo>
                  <a:pt x="223158" y="207110"/>
                </a:lnTo>
                <a:lnTo>
                  <a:pt x="223801" y="207413"/>
                </a:lnTo>
                <a:lnTo>
                  <a:pt x="224454" y="207694"/>
                </a:lnTo>
                <a:lnTo>
                  <a:pt x="225116" y="207952"/>
                </a:lnTo>
                <a:lnTo>
                  <a:pt x="225787" y="208188"/>
                </a:lnTo>
                <a:lnTo>
                  <a:pt x="226467" y="208402"/>
                </a:lnTo>
                <a:lnTo>
                  <a:pt x="227156" y="208593"/>
                </a:lnTo>
                <a:lnTo>
                  <a:pt x="227854" y="208761"/>
                </a:lnTo>
                <a:lnTo>
                  <a:pt x="228562" y="208907"/>
                </a:lnTo>
                <a:lnTo>
                  <a:pt x="229278" y="209031"/>
                </a:lnTo>
                <a:lnTo>
                  <a:pt x="230004" y="209132"/>
                </a:lnTo>
                <a:lnTo>
                  <a:pt x="230739" y="209210"/>
                </a:lnTo>
                <a:lnTo>
                  <a:pt x="231483" y="209267"/>
                </a:lnTo>
                <a:lnTo>
                  <a:pt x="232236" y="209300"/>
                </a:lnTo>
                <a:lnTo>
                  <a:pt x="232998" y="209312"/>
                </a:lnTo>
                <a:lnTo>
                  <a:pt x="233494" y="209307"/>
                </a:lnTo>
                <a:lnTo>
                  <a:pt x="233985" y="209291"/>
                </a:lnTo>
                <a:lnTo>
                  <a:pt x="234474" y="209266"/>
                </a:lnTo>
                <a:lnTo>
                  <a:pt x="234959" y="209230"/>
                </a:lnTo>
                <a:close/>
                <a:moveTo>
                  <a:pt x="1656914" y="114161"/>
                </a:moveTo>
                <a:lnTo>
                  <a:pt x="1656914" y="0"/>
                </a:lnTo>
                <a:lnTo>
                  <a:pt x="1620310" y="0"/>
                </a:lnTo>
                <a:lnTo>
                  <a:pt x="1620310" y="207087"/>
                </a:lnTo>
                <a:lnTo>
                  <a:pt x="1656914" y="207087"/>
                </a:lnTo>
                <a:lnTo>
                  <a:pt x="1656914" y="154880"/>
                </a:lnTo>
                <a:lnTo>
                  <a:pt x="1670232" y="140605"/>
                </a:lnTo>
                <a:lnTo>
                  <a:pt x="1717787" y="207087"/>
                </a:lnTo>
                <a:lnTo>
                  <a:pt x="1761570" y="207087"/>
                </a:lnTo>
                <a:lnTo>
                  <a:pt x="1697817" y="118814"/>
                </a:lnTo>
                <a:lnTo>
                  <a:pt x="1758031" y="51772"/>
                </a:lnTo>
                <a:lnTo>
                  <a:pt x="1715259" y="51772"/>
                </a:lnTo>
                <a:lnTo>
                  <a:pt x="1659442" y="114161"/>
                </a:lnTo>
                <a:lnTo>
                  <a:pt x="1656914" y="114161"/>
                </a:lnTo>
                <a:close/>
                <a:moveTo>
                  <a:pt x="1585209" y="86446"/>
                </a:moveTo>
                <a:lnTo>
                  <a:pt x="1584709" y="84923"/>
                </a:lnTo>
                <a:lnTo>
                  <a:pt x="1584167" y="83428"/>
                </a:lnTo>
                <a:lnTo>
                  <a:pt x="1583584" y="81961"/>
                </a:lnTo>
                <a:lnTo>
                  <a:pt x="1582959" y="80523"/>
                </a:lnTo>
                <a:lnTo>
                  <a:pt x="1582292" y="79113"/>
                </a:lnTo>
                <a:lnTo>
                  <a:pt x="1581583" y="77731"/>
                </a:lnTo>
                <a:lnTo>
                  <a:pt x="1580833" y="76378"/>
                </a:lnTo>
                <a:lnTo>
                  <a:pt x="1580040" y="75054"/>
                </a:lnTo>
                <a:lnTo>
                  <a:pt x="1579206" y="73758"/>
                </a:lnTo>
                <a:lnTo>
                  <a:pt x="1578330" y="72490"/>
                </a:lnTo>
                <a:lnTo>
                  <a:pt x="1577413" y="71251"/>
                </a:lnTo>
                <a:lnTo>
                  <a:pt x="1576454" y="70040"/>
                </a:lnTo>
                <a:lnTo>
                  <a:pt x="1575452" y="68858"/>
                </a:lnTo>
                <a:lnTo>
                  <a:pt x="1574409" y="67704"/>
                </a:lnTo>
                <a:lnTo>
                  <a:pt x="1573325" y="66579"/>
                </a:lnTo>
                <a:lnTo>
                  <a:pt x="1572198" y="65482"/>
                </a:lnTo>
                <a:lnTo>
                  <a:pt x="1571030" y="64413"/>
                </a:lnTo>
                <a:lnTo>
                  <a:pt x="1569820" y="63373"/>
                </a:lnTo>
                <a:lnTo>
                  <a:pt x="1568568" y="62361"/>
                </a:lnTo>
                <a:lnTo>
                  <a:pt x="1567274" y="61378"/>
                </a:lnTo>
                <a:lnTo>
                  <a:pt x="1565948" y="60429"/>
                </a:lnTo>
                <a:lnTo>
                  <a:pt x="1564582" y="59521"/>
                </a:lnTo>
                <a:lnTo>
                  <a:pt x="1563175" y="58652"/>
                </a:lnTo>
                <a:lnTo>
                  <a:pt x="1561727" y="57825"/>
                </a:lnTo>
                <a:lnTo>
                  <a:pt x="1560239" y="57037"/>
                </a:lnTo>
                <a:lnTo>
                  <a:pt x="1558711" y="56290"/>
                </a:lnTo>
                <a:lnTo>
                  <a:pt x="1557143" y="55584"/>
                </a:lnTo>
                <a:lnTo>
                  <a:pt x="1555534" y="54918"/>
                </a:lnTo>
                <a:lnTo>
                  <a:pt x="1553884" y="54292"/>
                </a:lnTo>
                <a:lnTo>
                  <a:pt x="1552195" y="53706"/>
                </a:lnTo>
                <a:lnTo>
                  <a:pt x="1550465" y="53161"/>
                </a:lnTo>
                <a:lnTo>
                  <a:pt x="1548694" y="52657"/>
                </a:lnTo>
                <a:lnTo>
                  <a:pt x="1546883" y="52192"/>
                </a:lnTo>
                <a:lnTo>
                  <a:pt x="1545032" y="51768"/>
                </a:lnTo>
                <a:lnTo>
                  <a:pt x="1543141" y="51385"/>
                </a:lnTo>
                <a:lnTo>
                  <a:pt x="1541209" y="51041"/>
                </a:lnTo>
                <a:lnTo>
                  <a:pt x="1539237" y="50739"/>
                </a:lnTo>
                <a:lnTo>
                  <a:pt x="1537224" y="50476"/>
                </a:lnTo>
                <a:lnTo>
                  <a:pt x="1535171" y="50254"/>
                </a:lnTo>
                <a:lnTo>
                  <a:pt x="1533077" y="50072"/>
                </a:lnTo>
                <a:lnTo>
                  <a:pt x="1530944" y="49931"/>
                </a:lnTo>
                <a:lnTo>
                  <a:pt x="1528769" y="49830"/>
                </a:lnTo>
                <a:lnTo>
                  <a:pt x="1526555" y="49770"/>
                </a:lnTo>
                <a:lnTo>
                  <a:pt x="1524300" y="49749"/>
                </a:lnTo>
                <a:lnTo>
                  <a:pt x="1522757" y="49760"/>
                </a:lnTo>
                <a:lnTo>
                  <a:pt x="1521229" y="49790"/>
                </a:lnTo>
                <a:lnTo>
                  <a:pt x="1519716" y="49841"/>
                </a:lnTo>
                <a:lnTo>
                  <a:pt x="1518219" y="49912"/>
                </a:lnTo>
                <a:lnTo>
                  <a:pt x="1516736" y="50004"/>
                </a:lnTo>
                <a:lnTo>
                  <a:pt x="1515269" y="50116"/>
                </a:lnTo>
                <a:lnTo>
                  <a:pt x="1513817" y="50248"/>
                </a:lnTo>
                <a:lnTo>
                  <a:pt x="1512379" y="50401"/>
                </a:lnTo>
                <a:lnTo>
                  <a:pt x="1510957" y="50574"/>
                </a:lnTo>
                <a:lnTo>
                  <a:pt x="1509550" y="50768"/>
                </a:lnTo>
                <a:lnTo>
                  <a:pt x="1508158" y="50981"/>
                </a:lnTo>
                <a:lnTo>
                  <a:pt x="1506781" y="51216"/>
                </a:lnTo>
                <a:lnTo>
                  <a:pt x="1505420" y="51470"/>
                </a:lnTo>
                <a:lnTo>
                  <a:pt x="1504073" y="51745"/>
                </a:lnTo>
                <a:lnTo>
                  <a:pt x="1502741" y="52040"/>
                </a:lnTo>
                <a:lnTo>
                  <a:pt x="1501425" y="52356"/>
                </a:lnTo>
                <a:lnTo>
                  <a:pt x="1500124" y="52692"/>
                </a:lnTo>
                <a:lnTo>
                  <a:pt x="1498837" y="53048"/>
                </a:lnTo>
                <a:lnTo>
                  <a:pt x="1497566" y="53425"/>
                </a:lnTo>
                <a:lnTo>
                  <a:pt x="1496310" y="53822"/>
                </a:lnTo>
                <a:lnTo>
                  <a:pt x="1495069" y="54240"/>
                </a:lnTo>
                <a:lnTo>
                  <a:pt x="1493843" y="54677"/>
                </a:lnTo>
                <a:lnTo>
                  <a:pt x="1492633" y="55136"/>
                </a:lnTo>
                <a:lnTo>
                  <a:pt x="1491437" y="55614"/>
                </a:lnTo>
                <a:lnTo>
                  <a:pt x="1490268" y="56103"/>
                </a:lnTo>
                <a:lnTo>
                  <a:pt x="1489120" y="56609"/>
                </a:lnTo>
                <a:lnTo>
                  <a:pt x="1487994" y="57131"/>
                </a:lnTo>
                <a:lnTo>
                  <a:pt x="1486889" y="57670"/>
                </a:lnTo>
                <a:lnTo>
                  <a:pt x="1485806" y="58226"/>
                </a:lnTo>
                <a:lnTo>
                  <a:pt x="1484744" y="58799"/>
                </a:lnTo>
                <a:lnTo>
                  <a:pt x="1483704" y="59389"/>
                </a:lnTo>
                <a:lnTo>
                  <a:pt x="1482685" y="59996"/>
                </a:lnTo>
                <a:lnTo>
                  <a:pt x="1481687" y="60619"/>
                </a:lnTo>
                <a:lnTo>
                  <a:pt x="1480711" y="61260"/>
                </a:lnTo>
                <a:lnTo>
                  <a:pt x="1479756" y="61917"/>
                </a:lnTo>
                <a:lnTo>
                  <a:pt x="1478823" y="62591"/>
                </a:lnTo>
                <a:lnTo>
                  <a:pt x="1477911" y="63282"/>
                </a:lnTo>
                <a:lnTo>
                  <a:pt x="1477020" y="63990"/>
                </a:lnTo>
                <a:lnTo>
                  <a:pt x="1476151" y="64715"/>
                </a:lnTo>
                <a:lnTo>
                  <a:pt x="1475303" y="65456"/>
                </a:lnTo>
                <a:lnTo>
                  <a:pt x="1474477" y="66215"/>
                </a:lnTo>
                <a:lnTo>
                  <a:pt x="1473672" y="66990"/>
                </a:lnTo>
                <a:lnTo>
                  <a:pt x="1472888" y="67782"/>
                </a:lnTo>
                <a:lnTo>
                  <a:pt x="1472126" y="68591"/>
                </a:lnTo>
                <a:lnTo>
                  <a:pt x="1471386" y="69417"/>
                </a:lnTo>
                <a:lnTo>
                  <a:pt x="1470666" y="70259"/>
                </a:lnTo>
                <a:lnTo>
                  <a:pt x="1469969" y="71119"/>
                </a:lnTo>
                <a:lnTo>
                  <a:pt x="1469292" y="71995"/>
                </a:lnTo>
                <a:lnTo>
                  <a:pt x="1468649" y="72878"/>
                </a:lnTo>
                <a:lnTo>
                  <a:pt x="1468033" y="73774"/>
                </a:lnTo>
                <a:lnTo>
                  <a:pt x="1467445" y="74684"/>
                </a:lnTo>
                <a:lnTo>
                  <a:pt x="1466885" y="75607"/>
                </a:lnTo>
                <a:lnTo>
                  <a:pt x="1466353" y="76544"/>
                </a:lnTo>
                <a:lnTo>
                  <a:pt x="1465848" y="77493"/>
                </a:lnTo>
                <a:lnTo>
                  <a:pt x="1465371" y="78456"/>
                </a:lnTo>
                <a:lnTo>
                  <a:pt x="1464922" y="79433"/>
                </a:lnTo>
                <a:lnTo>
                  <a:pt x="1464500" y="80423"/>
                </a:lnTo>
                <a:lnTo>
                  <a:pt x="1464107" y="81426"/>
                </a:lnTo>
                <a:lnTo>
                  <a:pt x="1463740" y="82442"/>
                </a:lnTo>
                <a:lnTo>
                  <a:pt x="1463402" y="83472"/>
                </a:lnTo>
                <a:lnTo>
                  <a:pt x="1463092" y="84515"/>
                </a:lnTo>
                <a:lnTo>
                  <a:pt x="1462809" y="85571"/>
                </a:lnTo>
                <a:lnTo>
                  <a:pt x="1462554" y="86641"/>
                </a:lnTo>
                <a:lnTo>
                  <a:pt x="1462326" y="87724"/>
                </a:lnTo>
                <a:lnTo>
                  <a:pt x="1462127" y="88821"/>
                </a:lnTo>
                <a:lnTo>
                  <a:pt x="1461955" y="89931"/>
                </a:lnTo>
                <a:lnTo>
                  <a:pt x="1461811" y="91054"/>
                </a:lnTo>
                <a:lnTo>
                  <a:pt x="1461694" y="92190"/>
                </a:lnTo>
                <a:lnTo>
                  <a:pt x="1461606" y="93340"/>
                </a:lnTo>
                <a:lnTo>
                  <a:pt x="1461545" y="94503"/>
                </a:lnTo>
                <a:lnTo>
                  <a:pt x="1461512" y="95680"/>
                </a:lnTo>
                <a:lnTo>
                  <a:pt x="1461506" y="96870"/>
                </a:lnTo>
                <a:lnTo>
                  <a:pt x="1461517" y="98275"/>
                </a:lnTo>
                <a:lnTo>
                  <a:pt x="1461565" y="99660"/>
                </a:lnTo>
                <a:lnTo>
                  <a:pt x="1461650" y="101025"/>
                </a:lnTo>
                <a:lnTo>
                  <a:pt x="1461773" y="102369"/>
                </a:lnTo>
                <a:lnTo>
                  <a:pt x="1461934" y="103693"/>
                </a:lnTo>
                <a:lnTo>
                  <a:pt x="1462132" y="104997"/>
                </a:lnTo>
                <a:lnTo>
                  <a:pt x="1462368" y="106280"/>
                </a:lnTo>
                <a:lnTo>
                  <a:pt x="1462641" y="107543"/>
                </a:lnTo>
                <a:lnTo>
                  <a:pt x="1462952" y="108786"/>
                </a:lnTo>
                <a:lnTo>
                  <a:pt x="1463300" y="110008"/>
                </a:lnTo>
                <a:lnTo>
                  <a:pt x="1463686" y="111210"/>
                </a:lnTo>
                <a:lnTo>
                  <a:pt x="1464110" y="112391"/>
                </a:lnTo>
                <a:lnTo>
                  <a:pt x="1464571" y="113552"/>
                </a:lnTo>
                <a:lnTo>
                  <a:pt x="1465070" y="114693"/>
                </a:lnTo>
                <a:lnTo>
                  <a:pt x="1465606" y="115813"/>
                </a:lnTo>
                <a:lnTo>
                  <a:pt x="1466180" y="116913"/>
                </a:lnTo>
                <a:lnTo>
                  <a:pt x="1466792" y="117993"/>
                </a:lnTo>
                <a:lnTo>
                  <a:pt x="1467441" y="119052"/>
                </a:lnTo>
                <a:lnTo>
                  <a:pt x="1468127" y="120091"/>
                </a:lnTo>
                <a:lnTo>
                  <a:pt x="1468851" y="121110"/>
                </a:lnTo>
                <a:lnTo>
                  <a:pt x="1469613" y="122108"/>
                </a:lnTo>
                <a:lnTo>
                  <a:pt x="1470412" y="123086"/>
                </a:lnTo>
                <a:lnTo>
                  <a:pt x="1471249" y="124043"/>
                </a:lnTo>
                <a:lnTo>
                  <a:pt x="1472124" y="124980"/>
                </a:lnTo>
                <a:lnTo>
                  <a:pt x="1473037" y="125888"/>
                </a:lnTo>
                <a:lnTo>
                  <a:pt x="1473991" y="126773"/>
                </a:lnTo>
                <a:lnTo>
                  <a:pt x="1474985" y="127636"/>
                </a:lnTo>
                <a:lnTo>
                  <a:pt x="1476019" y="128477"/>
                </a:lnTo>
                <a:lnTo>
                  <a:pt x="1477094" y="129296"/>
                </a:lnTo>
                <a:lnTo>
                  <a:pt x="1478210" y="130093"/>
                </a:lnTo>
                <a:lnTo>
                  <a:pt x="1479365" y="130868"/>
                </a:lnTo>
                <a:lnTo>
                  <a:pt x="1480561" y="131620"/>
                </a:lnTo>
                <a:lnTo>
                  <a:pt x="1481798" y="132351"/>
                </a:lnTo>
                <a:lnTo>
                  <a:pt x="1483074" y="133059"/>
                </a:lnTo>
                <a:lnTo>
                  <a:pt x="1484392" y="133745"/>
                </a:lnTo>
                <a:lnTo>
                  <a:pt x="1485749" y="134409"/>
                </a:lnTo>
                <a:lnTo>
                  <a:pt x="1487147" y="135051"/>
                </a:lnTo>
                <a:lnTo>
                  <a:pt x="1488585" y="135671"/>
                </a:lnTo>
                <a:lnTo>
                  <a:pt x="1490064" y="136269"/>
                </a:lnTo>
                <a:lnTo>
                  <a:pt x="1491583" y="136845"/>
                </a:lnTo>
                <a:lnTo>
                  <a:pt x="1493142" y="137398"/>
                </a:lnTo>
                <a:lnTo>
                  <a:pt x="1494742" y="137930"/>
                </a:lnTo>
                <a:lnTo>
                  <a:pt x="1496382" y="138439"/>
                </a:lnTo>
                <a:lnTo>
                  <a:pt x="1498063" y="138926"/>
                </a:lnTo>
                <a:lnTo>
                  <a:pt x="1499784" y="139391"/>
                </a:lnTo>
                <a:lnTo>
                  <a:pt x="1501545" y="139834"/>
                </a:lnTo>
                <a:lnTo>
                  <a:pt x="1503347" y="140255"/>
                </a:lnTo>
                <a:lnTo>
                  <a:pt x="1505189" y="140653"/>
                </a:lnTo>
                <a:lnTo>
                  <a:pt x="1531681" y="146215"/>
                </a:lnTo>
                <a:lnTo>
                  <a:pt x="1532565" y="146412"/>
                </a:lnTo>
                <a:lnTo>
                  <a:pt x="1533428" y="146616"/>
                </a:lnTo>
                <a:lnTo>
                  <a:pt x="1534272" y="146828"/>
                </a:lnTo>
                <a:lnTo>
                  <a:pt x="1535097" y="147046"/>
                </a:lnTo>
                <a:lnTo>
                  <a:pt x="1535902" y="147272"/>
                </a:lnTo>
                <a:lnTo>
                  <a:pt x="1536687" y="147504"/>
                </a:lnTo>
                <a:lnTo>
                  <a:pt x="1537452" y="147743"/>
                </a:lnTo>
                <a:lnTo>
                  <a:pt x="1538198" y="147990"/>
                </a:lnTo>
                <a:lnTo>
                  <a:pt x="1538924" y="148243"/>
                </a:lnTo>
                <a:lnTo>
                  <a:pt x="1539630" y="148504"/>
                </a:lnTo>
                <a:lnTo>
                  <a:pt x="1540317" y="148771"/>
                </a:lnTo>
                <a:lnTo>
                  <a:pt x="1540984" y="149046"/>
                </a:lnTo>
                <a:lnTo>
                  <a:pt x="1541632" y="149328"/>
                </a:lnTo>
                <a:lnTo>
                  <a:pt x="1542259" y="149616"/>
                </a:lnTo>
                <a:lnTo>
                  <a:pt x="1542867" y="149912"/>
                </a:lnTo>
                <a:lnTo>
                  <a:pt x="1543456" y="150214"/>
                </a:lnTo>
                <a:lnTo>
                  <a:pt x="1544025" y="150524"/>
                </a:lnTo>
                <a:lnTo>
                  <a:pt x="1544574" y="150841"/>
                </a:lnTo>
                <a:lnTo>
                  <a:pt x="1545103" y="151165"/>
                </a:lnTo>
                <a:lnTo>
                  <a:pt x="1545613" y="151495"/>
                </a:lnTo>
                <a:lnTo>
                  <a:pt x="1546103" y="151833"/>
                </a:lnTo>
                <a:lnTo>
                  <a:pt x="1546574" y="152178"/>
                </a:lnTo>
                <a:lnTo>
                  <a:pt x="1547024" y="152530"/>
                </a:lnTo>
                <a:lnTo>
                  <a:pt x="1547456" y="152888"/>
                </a:lnTo>
                <a:lnTo>
                  <a:pt x="1547876" y="153255"/>
                </a:lnTo>
                <a:lnTo>
                  <a:pt x="1548279" y="153629"/>
                </a:lnTo>
                <a:lnTo>
                  <a:pt x="1548664" y="154012"/>
                </a:lnTo>
                <a:lnTo>
                  <a:pt x="1549031" y="154402"/>
                </a:lnTo>
                <a:lnTo>
                  <a:pt x="1549380" y="154801"/>
                </a:lnTo>
                <a:lnTo>
                  <a:pt x="1549712" y="155208"/>
                </a:lnTo>
                <a:lnTo>
                  <a:pt x="1550025" y="155623"/>
                </a:lnTo>
                <a:lnTo>
                  <a:pt x="1550320" y="156046"/>
                </a:lnTo>
                <a:lnTo>
                  <a:pt x="1550598" y="156477"/>
                </a:lnTo>
                <a:lnTo>
                  <a:pt x="1550858" y="156916"/>
                </a:lnTo>
                <a:lnTo>
                  <a:pt x="1551099" y="157363"/>
                </a:lnTo>
                <a:lnTo>
                  <a:pt x="1551323" y="157818"/>
                </a:lnTo>
                <a:lnTo>
                  <a:pt x="1551529" y="158281"/>
                </a:lnTo>
                <a:lnTo>
                  <a:pt x="1551717" y="158753"/>
                </a:lnTo>
                <a:lnTo>
                  <a:pt x="1551887" y="159232"/>
                </a:lnTo>
                <a:lnTo>
                  <a:pt x="1552039" y="159719"/>
                </a:lnTo>
                <a:lnTo>
                  <a:pt x="1552174" y="160215"/>
                </a:lnTo>
                <a:lnTo>
                  <a:pt x="1552290" y="160719"/>
                </a:lnTo>
                <a:lnTo>
                  <a:pt x="1552389" y="161230"/>
                </a:lnTo>
                <a:lnTo>
                  <a:pt x="1552469" y="161750"/>
                </a:lnTo>
                <a:lnTo>
                  <a:pt x="1552532" y="162278"/>
                </a:lnTo>
                <a:lnTo>
                  <a:pt x="1552577" y="162814"/>
                </a:lnTo>
                <a:lnTo>
                  <a:pt x="1552603" y="163358"/>
                </a:lnTo>
                <a:lnTo>
                  <a:pt x="1552612" y="163910"/>
                </a:lnTo>
                <a:lnTo>
                  <a:pt x="1552599" y="164563"/>
                </a:lnTo>
                <a:lnTo>
                  <a:pt x="1552557" y="165207"/>
                </a:lnTo>
                <a:lnTo>
                  <a:pt x="1552488" y="165842"/>
                </a:lnTo>
                <a:lnTo>
                  <a:pt x="1552391" y="166469"/>
                </a:lnTo>
                <a:lnTo>
                  <a:pt x="1552266" y="167087"/>
                </a:lnTo>
                <a:lnTo>
                  <a:pt x="1552113" y="167696"/>
                </a:lnTo>
                <a:lnTo>
                  <a:pt x="1551933" y="168296"/>
                </a:lnTo>
                <a:lnTo>
                  <a:pt x="1551725" y="168887"/>
                </a:lnTo>
                <a:lnTo>
                  <a:pt x="1551489" y="169470"/>
                </a:lnTo>
                <a:lnTo>
                  <a:pt x="1551226" y="170044"/>
                </a:lnTo>
                <a:lnTo>
                  <a:pt x="1550934" y="170609"/>
                </a:lnTo>
                <a:lnTo>
                  <a:pt x="1550615" y="171165"/>
                </a:lnTo>
                <a:lnTo>
                  <a:pt x="1550269" y="171713"/>
                </a:lnTo>
                <a:lnTo>
                  <a:pt x="1549894" y="172252"/>
                </a:lnTo>
                <a:lnTo>
                  <a:pt x="1549492" y="172782"/>
                </a:lnTo>
                <a:lnTo>
                  <a:pt x="1549062" y="173303"/>
                </a:lnTo>
                <a:lnTo>
                  <a:pt x="1548605" y="173815"/>
                </a:lnTo>
                <a:lnTo>
                  <a:pt x="1548119" y="174319"/>
                </a:lnTo>
                <a:lnTo>
                  <a:pt x="1547606" y="174814"/>
                </a:lnTo>
                <a:lnTo>
                  <a:pt x="1547065" y="175300"/>
                </a:lnTo>
                <a:lnTo>
                  <a:pt x="1546497" y="175777"/>
                </a:lnTo>
                <a:lnTo>
                  <a:pt x="1545900" y="176246"/>
                </a:lnTo>
                <a:lnTo>
                  <a:pt x="1545276" y="176706"/>
                </a:lnTo>
                <a:lnTo>
                  <a:pt x="1544624" y="177156"/>
                </a:lnTo>
                <a:lnTo>
                  <a:pt x="1543958" y="177594"/>
                </a:lnTo>
                <a:lnTo>
                  <a:pt x="1543274" y="178012"/>
                </a:lnTo>
                <a:lnTo>
                  <a:pt x="1542572" y="178413"/>
                </a:lnTo>
                <a:lnTo>
                  <a:pt x="1541852" y="178794"/>
                </a:lnTo>
                <a:lnTo>
                  <a:pt x="1541114" y="179157"/>
                </a:lnTo>
                <a:lnTo>
                  <a:pt x="1540358" y="179501"/>
                </a:lnTo>
                <a:lnTo>
                  <a:pt x="1539585" y="179827"/>
                </a:lnTo>
                <a:lnTo>
                  <a:pt x="1538793" y="180134"/>
                </a:lnTo>
                <a:lnTo>
                  <a:pt x="1537984" y="180422"/>
                </a:lnTo>
                <a:lnTo>
                  <a:pt x="1537156" y="180692"/>
                </a:lnTo>
                <a:lnTo>
                  <a:pt x="1536311" y="180943"/>
                </a:lnTo>
                <a:lnTo>
                  <a:pt x="1535448" y="181176"/>
                </a:lnTo>
                <a:lnTo>
                  <a:pt x="1534567" y="181390"/>
                </a:lnTo>
                <a:lnTo>
                  <a:pt x="1533668" y="181585"/>
                </a:lnTo>
                <a:lnTo>
                  <a:pt x="1532751" y="181762"/>
                </a:lnTo>
                <a:lnTo>
                  <a:pt x="1531816" y="181920"/>
                </a:lnTo>
                <a:lnTo>
                  <a:pt x="1530863" y="182060"/>
                </a:lnTo>
                <a:lnTo>
                  <a:pt x="1529893" y="182181"/>
                </a:lnTo>
                <a:lnTo>
                  <a:pt x="1528904" y="182283"/>
                </a:lnTo>
                <a:lnTo>
                  <a:pt x="1527898" y="182367"/>
                </a:lnTo>
                <a:lnTo>
                  <a:pt x="1526874" y="182432"/>
                </a:lnTo>
                <a:lnTo>
                  <a:pt x="1525831" y="182478"/>
                </a:lnTo>
                <a:lnTo>
                  <a:pt x="1524771" y="182506"/>
                </a:lnTo>
                <a:lnTo>
                  <a:pt x="1523693" y="182516"/>
                </a:lnTo>
                <a:lnTo>
                  <a:pt x="1522648" y="182506"/>
                </a:lnTo>
                <a:lnTo>
                  <a:pt x="1521619" y="182478"/>
                </a:lnTo>
                <a:lnTo>
                  <a:pt x="1520607" y="182432"/>
                </a:lnTo>
                <a:lnTo>
                  <a:pt x="1519612" y="182367"/>
                </a:lnTo>
                <a:lnTo>
                  <a:pt x="1518633" y="182283"/>
                </a:lnTo>
                <a:lnTo>
                  <a:pt x="1517670" y="182181"/>
                </a:lnTo>
                <a:lnTo>
                  <a:pt x="1516724" y="182060"/>
                </a:lnTo>
                <a:lnTo>
                  <a:pt x="1515795" y="181920"/>
                </a:lnTo>
                <a:lnTo>
                  <a:pt x="1514882" y="181762"/>
                </a:lnTo>
                <a:lnTo>
                  <a:pt x="1513985" y="181585"/>
                </a:lnTo>
                <a:lnTo>
                  <a:pt x="1513105" y="181390"/>
                </a:lnTo>
                <a:lnTo>
                  <a:pt x="1512242" y="181176"/>
                </a:lnTo>
                <a:lnTo>
                  <a:pt x="1511395" y="180943"/>
                </a:lnTo>
                <a:lnTo>
                  <a:pt x="1510564" y="180692"/>
                </a:lnTo>
                <a:lnTo>
                  <a:pt x="1509750" y="180422"/>
                </a:lnTo>
                <a:lnTo>
                  <a:pt x="1508952" y="180134"/>
                </a:lnTo>
                <a:lnTo>
                  <a:pt x="1508171" y="179827"/>
                </a:lnTo>
                <a:lnTo>
                  <a:pt x="1507407" y="179501"/>
                </a:lnTo>
                <a:lnTo>
                  <a:pt x="1506659" y="179157"/>
                </a:lnTo>
                <a:lnTo>
                  <a:pt x="1505927" y="178794"/>
                </a:lnTo>
                <a:lnTo>
                  <a:pt x="1505212" y="178413"/>
                </a:lnTo>
                <a:lnTo>
                  <a:pt x="1504514" y="178012"/>
                </a:lnTo>
                <a:lnTo>
                  <a:pt x="1503832" y="177594"/>
                </a:lnTo>
                <a:lnTo>
                  <a:pt x="1503166" y="177156"/>
                </a:lnTo>
                <a:lnTo>
                  <a:pt x="1502519" y="176701"/>
                </a:lnTo>
                <a:lnTo>
                  <a:pt x="1501890" y="176227"/>
                </a:lnTo>
                <a:lnTo>
                  <a:pt x="1501280" y="175736"/>
                </a:lnTo>
                <a:lnTo>
                  <a:pt x="1500689" y="175227"/>
                </a:lnTo>
                <a:lnTo>
                  <a:pt x="1500117" y="174700"/>
                </a:lnTo>
                <a:lnTo>
                  <a:pt x="1499564" y="174155"/>
                </a:lnTo>
                <a:lnTo>
                  <a:pt x="1499030" y="173592"/>
                </a:lnTo>
                <a:lnTo>
                  <a:pt x="1498515" y="173011"/>
                </a:lnTo>
                <a:lnTo>
                  <a:pt x="1498019" y="172412"/>
                </a:lnTo>
                <a:lnTo>
                  <a:pt x="1497542" y="171795"/>
                </a:lnTo>
                <a:lnTo>
                  <a:pt x="1497084" y="171161"/>
                </a:lnTo>
                <a:lnTo>
                  <a:pt x="1496644" y="170508"/>
                </a:lnTo>
                <a:lnTo>
                  <a:pt x="1496224" y="169838"/>
                </a:lnTo>
                <a:lnTo>
                  <a:pt x="1495823" y="169149"/>
                </a:lnTo>
                <a:lnTo>
                  <a:pt x="1495440" y="168443"/>
                </a:lnTo>
                <a:lnTo>
                  <a:pt x="1495077" y="167719"/>
                </a:lnTo>
                <a:lnTo>
                  <a:pt x="1494733" y="166977"/>
                </a:lnTo>
                <a:lnTo>
                  <a:pt x="1494407" y="166217"/>
                </a:lnTo>
                <a:lnTo>
                  <a:pt x="1494101" y="165439"/>
                </a:lnTo>
                <a:lnTo>
                  <a:pt x="1493813" y="164643"/>
                </a:lnTo>
                <a:lnTo>
                  <a:pt x="1493545" y="163830"/>
                </a:lnTo>
                <a:lnTo>
                  <a:pt x="1493295" y="162998"/>
                </a:lnTo>
                <a:lnTo>
                  <a:pt x="1493064" y="162149"/>
                </a:lnTo>
                <a:lnTo>
                  <a:pt x="1492853" y="161281"/>
                </a:lnTo>
                <a:lnTo>
                  <a:pt x="1457158" y="164719"/>
                </a:lnTo>
                <a:lnTo>
                  <a:pt x="1457461" y="166489"/>
                </a:lnTo>
                <a:lnTo>
                  <a:pt x="1457812" y="168227"/>
                </a:lnTo>
                <a:lnTo>
                  <a:pt x="1458212" y="169931"/>
                </a:lnTo>
                <a:lnTo>
                  <a:pt x="1458661" y="171603"/>
                </a:lnTo>
                <a:lnTo>
                  <a:pt x="1459159" y="173243"/>
                </a:lnTo>
                <a:lnTo>
                  <a:pt x="1459705" y="174850"/>
                </a:lnTo>
                <a:lnTo>
                  <a:pt x="1460301" y="176424"/>
                </a:lnTo>
                <a:lnTo>
                  <a:pt x="1460945" y="177965"/>
                </a:lnTo>
                <a:lnTo>
                  <a:pt x="1461638" y="179474"/>
                </a:lnTo>
                <a:lnTo>
                  <a:pt x="1462379" y="180950"/>
                </a:lnTo>
                <a:lnTo>
                  <a:pt x="1463170" y="182394"/>
                </a:lnTo>
                <a:lnTo>
                  <a:pt x="1464009" y="183805"/>
                </a:lnTo>
                <a:lnTo>
                  <a:pt x="1464897" y="185183"/>
                </a:lnTo>
                <a:lnTo>
                  <a:pt x="1465834" y="186529"/>
                </a:lnTo>
                <a:lnTo>
                  <a:pt x="1466820" y="187842"/>
                </a:lnTo>
                <a:lnTo>
                  <a:pt x="1467854" y="189122"/>
                </a:lnTo>
                <a:lnTo>
                  <a:pt x="1468938" y="190370"/>
                </a:lnTo>
                <a:lnTo>
                  <a:pt x="1470070" y="191585"/>
                </a:lnTo>
                <a:lnTo>
                  <a:pt x="1471251" y="192767"/>
                </a:lnTo>
                <a:lnTo>
                  <a:pt x="1472480" y="193917"/>
                </a:lnTo>
                <a:lnTo>
                  <a:pt x="1473759" y="195034"/>
                </a:lnTo>
                <a:lnTo>
                  <a:pt x="1475086" y="196118"/>
                </a:lnTo>
                <a:lnTo>
                  <a:pt x="1476462" y="197170"/>
                </a:lnTo>
                <a:lnTo>
                  <a:pt x="1477887" y="198189"/>
                </a:lnTo>
                <a:lnTo>
                  <a:pt x="1479356" y="199162"/>
                </a:lnTo>
                <a:lnTo>
                  <a:pt x="1480863" y="200095"/>
                </a:lnTo>
                <a:lnTo>
                  <a:pt x="1482409" y="200985"/>
                </a:lnTo>
                <a:lnTo>
                  <a:pt x="1483994" y="201835"/>
                </a:lnTo>
                <a:lnTo>
                  <a:pt x="1485617" y="202642"/>
                </a:lnTo>
                <a:lnTo>
                  <a:pt x="1487278" y="203409"/>
                </a:lnTo>
                <a:lnTo>
                  <a:pt x="1488979" y="204134"/>
                </a:lnTo>
                <a:lnTo>
                  <a:pt x="1490718" y="204818"/>
                </a:lnTo>
                <a:lnTo>
                  <a:pt x="1492495" y="205460"/>
                </a:lnTo>
                <a:lnTo>
                  <a:pt x="1494312" y="206060"/>
                </a:lnTo>
                <a:lnTo>
                  <a:pt x="1496167" y="206620"/>
                </a:lnTo>
                <a:lnTo>
                  <a:pt x="1498060" y="207138"/>
                </a:lnTo>
                <a:lnTo>
                  <a:pt x="1499992" y="207614"/>
                </a:lnTo>
                <a:lnTo>
                  <a:pt x="1501963" y="208049"/>
                </a:lnTo>
                <a:lnTo>
                  <a:pt x="1503972" y="208443"/>
                </a:lnTo>
                <a:lnTo>
                  <a:pt x="1506020" y="208795"/>
                </a:lnTo>
                <a:lnTo>
                  <a:pt x="1508107" y="209106"/>
                </a:lnTo>
                <a:lnTo>
                  <a:pt x="1510232" y="209375"/>
                </a:lnTo>
                <a:lnTo>
                  <a:pt x="1512396" y="209603"/>
                </a:lnTo>
                <a:lnTo>
                  <a:pt x="1514598" y="209789"/>
                </a:lnTo>
                <a:lnTo>
                  <a:pt x="1516839" y="209934"/>
                </a:lnTo>
                <a:lnTo>
                  <a:pt x="1519119" y="210038"/>
                </a:lnTo>
                <a:lnTo>
                  <a:pt x="1521437" y="210100"/>
                </a:lnTo>
                <a:lnTo>
                  <a:pt x="1523794" y="210121"/>
                </a:lnTo>
                <a:lnTo>
                  <a:pt x="1525404" y="210110"/>
                </a:lnTo>
                <a:lnTo>
                  <a:pt x="1526999" y="210077"/>
                </a:lnTo>
                <a:lnTo>
                  <a:pt x="1528578" y="210023"/>
                </a:lnTo>
                <a:lnTo>
                  <a:pt x="1530142" y="209946"/>
                </a:lnTo>
                <a:lnTo>
                  <a:pt x="1531690" y="209848"/>
                </a:lnTo>
                <a:lnTo>
                  <a:pt x="1533223" y="209729"/>
                </a:lnTo>
                <a:lnTo>
                  <a:pt x="1534741" y="209587"/>
                </a:lnTo>
                <a:lnTo>
                  <a:pt x="1536243" y="209424"/>
                </a:lnTo>
                <a:lnTo>
                  <a:pt x="1537729" y="209239"/>
                </a:lnTo>
                <a:lnTo>
                  <a:pt x="1539200" y="209032"/>
                </a:lnTo>
                <a:lnTo>
                  <a:pt x="1540656" y="208804"/>
                </a:lnTo>
                <a:lnTo>
                  <a:pt x="1542096" y="208553"/>
                </a:lnTo>
                <a:lnTo>
                  <a:pt x="1543521" y="208281"/>
                </a:lnTo>
                <a:lnTo>
                  <a:pt x="1544930" y="207987"/>
                </a:lnTo>
                <a:lnTo>
                  <a:pt x="1546324" y="207672"/>
                </a:lnTo>
                <a:lnTo>
                  <a:pt x="1547703" y="207334"/>
                </a:lnTo>
                <a:lnTo>
                  <a:pt x="1549066" y="206975"/>
                </a:lnTo>
                <a:lnTo>
                  <a:pt x="1550413" y="206594"/>
                </a:lnTo>
                <a:lnTo>
                  <a:pt x="1551745" y="206191"/>
                </a:lnTo>
                <a:lnTo>
                  <a:pt x="1553062" y="205767"/>
                </a:lnTo>
                <a:lnTo>
                  <a:pt x="1554363" y="205321"/>
                </a:lnTo>
                <a:lnTo>
                  <a:pt x="1555649" y="204853"/>
                </a:lnTo>
                <a:lnTo>
                  <a:pt x="1556919" y="204363"/>
                </a:lnTo>
                <a:lnTo>
                  <a:pt x="1558174" y="203851"/>
                </a:lnTo>
                <a:lnTo>
                  <a:pt x="1559410" y="203320"/>
                </a:lnTo>
                <a:lnTo>
                  <a:pt x="1560622" y="202773"/>
                </a:lnTo>
                <a:lnTo>
                  <a:pt x="1561813" y="202208"/>
                </a:lnTo>
                <a:lnTo>
                  <a:pt x="1562980" y="201627"/>
                </a:lnTo>
                <a:lnTo>
                  <a:pt x="1564124" y="201028"/>
                </a:lnTo>
                <a:lnTo>
                  <a:pt x="1565246" y="200413"/>
                </a:lnTo>
                <a:lnTo>
                  <a:pt x="1566345" y="199781"/>
                </a:lnTo>
                <a:lnTo>
                  <a:pt x="1567420" y="199133"/>
                </a:lnTo>
                <a:lnTo>
                  <a:pt x="1568474" y="198467"/>
                </a:lnTo>
                <a:lnTo>
                  <a:pt x="1569504" y="197784"/>
                </a:lnTo>
                <a:lnTo>
                  <a:pt x="1570511" y="197085"/>
                </a:lnTo>
                <a:lnTo>
                  <a:pt x="1571496" y="196369"/>
                </a:lnTo>
                <a:lnTo>
                  <a:pt x="1572458" y="195636"/>
                </a:lnTo>
                <a:lnTo>
                  <a:pt x="1573397" y="194886"/>
                </a:lnTo>
                <a:lnTo>
                  <a:pt x="1574313" y="194119"/>
                </a:lnTo>
                <a:lnTo>
                  <a:pt x="1575206" y="193335"/>
                </a:lnTo>
                <a:lnTo>
                  <a:pt x="1576077" y="192535"/>
                </a:lnTo>
                <a:lnTo>
                  <a:pt x="1576925" y="191717"/>
                </a:lnTo>
                <a:lnTo>
                  <a:pt x="1577750" y="190883"/>
                </a:lnTo>
                <a:lnTo>
                  <a:pt x="1578552" y="190032"/>
                </a:lnTo>
                <a:lnTo>
                  <a:pt x="1579331" y="189164"/>
                </a:lnTo>
                <a:lnTo>
                  <a:pt x="1580087" y="188279"/>
                </a:lnTo>
                <a:lnTo>
                  <a:pt x="1580821" y="187378"/>
                </a:lnTo>
                <a:lnTo>
                  <a:pt x="1581532" y="186459"/>
                </a:lnTo>
                <a:lnTo>
                  <a:pt x="1582225" y="185518"/>
                </a:lnTo>
                <a:lnTo>
                  <a:pt x="1582889" y="184565"/>
                </a:lnTo>
                <a:lnTo>
                  <a:pt x="1583524" y="183600"/>
                </a:lnTo>
                <a:lnTo>
                  <a:pt x="1584130" y="182622"/>
                </a:lnTo>
                <a:lnTo>
                  <a:pt x="1584707" y="181633"/>
                </a:lnTo>
                <a:lnTo>
                  <a:pt x="1585254" y="180632"/>
                </a:lnTo>
                <a:lnTo>
                  <a:pt x="1585773" y="179619"/>
                </a:lnTo>
                <a:lnTo>
                  <a:pt x="1586262" y="178595"/>
                </a:lnTo>
                <a:lnTo>
                  <a:pt x="1586722" y="177558"/>
                </a:lnTo>
                <a:lnTo>
                  <a:pt x="1587153" y="176509"/>
                </a:lnTo>
                <a:lnTo>
                  <a:pt x="1587555" y="175448"/>
                </a:lnTo>
                <a:lnTo>
                  <a:pt x="1587927" y="174376"/>
                </a:lnTo>
                <a:lnTo>
                  <a:pt x="1588271" y="173291"/>
                </a:lnTo>
                <a:lnTo>
                  <a:pt x="1588585" y="172195"/>
                </a:lnTo>
                <a:lnTo>
                  <a:pt x="1588871" y="171086"/>
                </a:lnTo>
                <a:lnTo>
                  <a:pt x="1589127" y="169966"/>
                </a:lnTo>
                <a:lnTo>
                  <a:pt x="1589354" y="168834"/>
                </a:lnTo>
                <a:lnTo>
                  <a:pt x="1589552" y="167689"/>
                </a:lnTo>
                <a:lnTo>
                  <a:pt x="1589720" y="166533"/>
                </a:lnTo>
                <a:lnTo>
                  <a:pt x="1589860" y="165365"/>
                </a:lnTo>
                <a:lnTo>
                  <a:pt x="1589970" y="164185"/>
                </a:lnTo>
                <a:lnTo>
                  <a:pt x="1590052" y="162993"/>
                </a:lnTo>
                <a:lnTo>
                  <a:pt x="1590104" y="161789"/>
                </a:lnTo>
                <a:lnTo>
                  <a:pt x="1590127" y="160573"/>
                </a:lnTo>
                <a:lnTo>
                  <a:pt x="1590100" y="159194"/>
                </a:lnTo>
                <a:lnTo>
                  <a:pt x="1590036" y="157837"/>
                </a:lnTo>
                <a:lnTo>
                  <a:pt x="1589934" y="156502"/>
                </a:lnTo>
                <a:lnTo>
                  <a:pt x="1589795" y="155189"/>
                </a:lnTo>
                <a:lnTo>
                  <a:pt x="1589619" y="153898"/>
                </a:lnTo>
                <a:lnTo>
                  <a:pt x="1589406" y="152629"/>
                </a:lnTo>
                <a:lnTo>
                  <a:pt x="1589156" y="151383"/>
                </a:lnTo>
                <a:lnTo>
                  <a:pt x="1588868" y="150158"/>
                </a:lnTo>
                <a:lnTo>
                  <a:pt x="1588544" y="148956"/>
                </a:lnTo>
                <a:lnTo>
                  <a:pt x="1588182" y="147776"/>
                </a:lnTo>
                <a:lnTo>
                  <a:pt x="1587783" y="146618"/>
                </a:lnTo>
                <a:lnTo>
                  <a:pt x="1587346" y="145482"/>
                </a:lnTo>
                <a:lnTo>
                  <a:pt x="1586872" y="144368"/>
                </a:lnTo>
                <a:lnTo>
                  <a:pt x="1586362" y="143276"/>
                </a:lnTo>
                <a:lnTo>
                  <a:pt x="1585814" y="142206"/>
                </a:lnTo>
                <a:lnTo>
                  <a:pt x="1585228" y="141159"/>
                </a:lnTo>
                <a:lnTo>
                  <a:pt x="1584606" y="140134"/>
                </a:lnTo>
                <a:lnTo>
                  <a:pt x="1583946" y="139130"/>
                </a:lnTo>
                <a:lnTo>
                  <a:pt x="1583249" y="138149"/>
                </a:lnTo>
                <a:lnTo>
                  <a:pt x="1582515" y="137190"/>
                </a:lnTo>
                <a:lnTo>
                  <a:pt x="1581744" y="136253"/>
                </a:lnTo>
                <a:lnTo>
                  <a:pt x="1580935" y="135338"/>
                </a:lnTo>
                <a:lnTo>
                  <a:pt x="1580089" y="134446"/>
                </a:lnTo>
                <a:lnTo>
                  <a:pt x="1579206" y="133575"/>
                </a:lnTo>
                <a:lnTo>
                  <a:pt x="1578293" y="132725"/>
                </a:lnTo>
                <a:lnTo>
                  <a:pt x="1577341" y="131895"/>
                </a:lnTo>
                <a:lnTo>
                  <a:pt x="1576350" y="131084"/>
                </a:lnTo>
                <a:lnTo>
                  <a:pt x="1575319" y="130292"/>
                </a:lnTo>
                <a:lnTo>
                  <a:pt x="1574249" y="129519"/>
                </a:lnTo>
                <a:lnTo>
                  <a:pt x="1573139" y="128766"/>
                </a:lnTo>
                <a:lnTo>
                  <a:pt x="1571990" y="128032"/>
                </a:lnTo>
                <a:lnTo>
                  <a:pt x="1570802" y="127317"/>
                </a:lnTo>
                <a:lnTo>
                  <a:pt x="1569575" y="126622"/>
                </a:lnTo>
                <a:lnTo>
                  <a:pt x="1568308" y="125946"/>
                </a:lnTo>
                <a:lnTo>
                  <a:pt x="1567002" y="125289"/>
                </a:lnTo>
                <a:lnTo>
                  <a:pt x="1565657" y="124652"/>
                </a:lnTo>
                <a:lnTo>
                  <a:pt x="1564272" y="124034"/>
                </a:lnTo>
                <a:lnTo>
                  <a:pt x="1562848" y="123435"/>
                </a:lnTo>
                <a:lnTo>
                  <a:pt x="1561384" y="122855"/>
                </a:lnTo>
                <a:lnTo>
                  <a:pt x="1559882" y="122295"/>
                </a:lnTo>
                <a:lnTo>
                  <a:pt x="1558340" y="121754"/>
                </a:lnTo>
                <a:lnTo>
                  <a:pt x="1556758" y="121233"/>
                </a:lnTo>
                <a:lnTo>
                  <a:pt x="1555138" y="120730"/>
                </a:lnTo>
                <a:lnTo>
                  <a:pt x="1553478" y="120247"/>
                </a:lnTo>
                <a:lnTo>
                  <a:pt x="1551778" y="119784"/>
                </a:lnTo>
                <a:lnTo>
                  <a:pt x="1550040" y="119339"/>
                </a:lnTo>
                <a:lnTo>
                  <a:pt x="1548262" y="118914"/>
                </a:lnTo>
                <a:lnTo>
                  <a:pt x="1546444" y="118509"/>
                </a:lnTo>
                <a:lnTo>
                  <a:pt x="1519952" y="112846"/>
                </a:lnTo>
                <a:lnTo>
                  <a:pt x="1518978" y="112616"/>
                </a:lnTo>
                <a:lnTo>
                  <a:pt x="1518026" y="112381"/>
                </a:lnTo>
                <a:lnTo>
                  <a:pt x="1517098" y="112140"/>
                </a:lnTo>
                <a:lnTo>
                  <a:pt x="1516194" y="111894"/>
                </a:lnTo>
                <a:lnTo>
                  <a:pt x="1515312" y="111643"/>
                </a:lnTo>
                <a:lnTo>
                  <a:pt x="1514454" y="111386"/>
                </a:lnTo>
                <a:lnTo>
                  <a:pt x="1513618" y="111125"/>
                </a:lnTo>
                <a:lnTo>
                  <a:pt x="1512806" y="110858"/>
                </a:lnTo>
                <a:lnTo>
                  <a:pt x="1512017" y="110585"/>
                </a:lnTo>
                <a:lnTo>
                  <a:pt x="1511252" y="110308"/>
                </a:lnTo>
                <a:lnTo>
                  <a:pt x="1510509" y="110025"/>
                </a:lnTo>
                <a:lnTo>
                  <a:pt x="1509790" y="109737"/>
                </a:lnTo>
                <a:lnTo>
                  <a:pt x="1509093" y="109444"/>
                </a:lnTo>
                <a:lnTo>
                  <a:pt x="1508420" y="109145"/>
                </a:lnTo>
                <a:lnTo>
                  <a:pt x="1507770" y="108841"/>
                </a:lnTo>
                <a:lnTo>
                  <a:pt x="1507144" y="108532"/>
                </a:lnTo>
                <a:lnTo>
                  <a:pt x="1506540" y="108218"/>
                </a:lnTo>
                <a:lnTo>
                  <a:pt x="1505960" y="107898"/>
                </a:lnTo>
                <a:lnTo>
                  <a:pt x="1505403" y="107573"/>
                </a:lnTo>
                <a:lnTo>
                  <a:pt x="1504869" y="107243"/>
                </a:lnTo>
                <a:lnTo>
                  <a:pt x="1504358" y="106907"/>
                </a:lnTo>
                <a:lnTo>
                  <a:pt x="1503870" y="106566"/>
                </a:lnTo>
                <a:lnTo>
                  <a:pt x="1503406" y="106220"/>
                </a:lnTo>
                <a:lnTo>
                  <a:pt x="1502964" y="105869"/>
                </a:lnTo>
                <a:lnTo>
                  <a:pt x="1502552" y="105511"/>
                </a:lnTo>
                <a:lnTo>
                  <a:pt x="1502157" y="105144"/>
                </a:lnTo>
                <a:lnTo>
                  <a:pt x="1501781" y="104768"/>
                </a:lnTo>
                <a:lnTo>
                  <a:pt x="1501422" y="104383"/>
                </a:lnTo>
                <a:lnTo>
                  <a:pt x="1501081" y="103990"/>
                </a:lnTo>
                <a:lnTo>
                  <a:pt x="1500759" y="103588"/>
                </a:lnTo>
                <a:lnTo>
                  <a:pt x="1500454" y="103177"/>
                </a:lnTo>
                <a:lnTo>
                  <a:pt x="1500167" y="102757"/>
                </a:lnTo>
                <a:lnTo>
                  <a:pt x="1499898" y="102329"/>
                </a:lnTo>
                <a:lnTo>
                  <a:pt x="1499646" y="101891"/>
                </a:lnTo>
                <a:lnTo>
                  <a:pt x="1499413" y="101445"/>
                </a:lnTo>
                <a:lnTo>
                  <a:pt x="1499198" y="100990"/>
                </a:lnTo>
                <a:lnTo>
                  <a:pt x="1499000" y="100527"/>
                </a:lnTo>
                <a:lnTo>
                  <a:pt x="1498820" y="100054"/>
                </a:lnTo>
                <a:lnTo>
                  <a:pt x="1498659" y="99573"/>
                </a:lnTo>
                <a:lnTo>
                  <a:pt x="1498515" y="99083"/>
                </a:lnTo>
                <a:lnTo>
                  <a:pt x="1498389" y="98584"/>
                </a:lnTo>
                <a:lnTo>
                  <a:pt x="1498281" y="98077"/>
                </a:lnTo>
                <a:lnTo>
                  <a:pt x="1498191" y="97561"/>
                </a:lnTo>
                <a:lnTo>
                  <a:pt x="1498119" y="97036"/>
                </a:lnTo>
                <a:lnTo>
                  <a:pt x="1498065" y="96502"/>
                </a:lnTo>
                <a:lnTo>
                  <a:pt x="1498028" y="95959"/>
                </a:lnTo>
                <a:lnTo>
                  <a:pt x="1498010" y="95408"/>
                </a:lnTo>
                <a:lnTo>
                  <a:pt x="1498009" y="94847"/>
                </a:lnTo>
                <a:lnTo>
                  <a:pt x="1498015" y="94195"/>
                </a:lnTo>
                <a:lnTo>
                  <a:pt x="1498047" y="93553"/>
                </a:lnTo>
                <a:lnTo>
                  <a:pt x="1498106" y="92922"/>
                </a:lnTo>
                <a:lnTo>
                  <a:pt x="1498192" y="92300"/>
                </a:lnTo>
                <a:lnTo>
                  <a:pt x="1498305" y="91688"/>
                </a:lnTo>
                <a:lnTo>
                  <a:pt x="1498446" y="91087"/>
                </a:lnTo>
                <a:lnTo>
                  <a:pt x="1498613" y="90496"/>
                </a:lnTo>
                <a:lnTo>
                  <a:pt x="1498807" y="89915"/>
                </a:lnTo>
                <a:lnTo>
                  <a:pt x="1499029" y="89345"/>
                </a:lnTo>
                <a:lnTo>
                  <a:pt x="1499277" y="88784"/>
                </a:lnTo>
                <a:lnTo>
                  <a:pt x="1499552" y="88234"/>
                </a:lnTo>
                <a:lnTo>
                  <a:pt x="1499855" y="87693"/>
                </a:lnTo>
                <a:lnTo>
                  <a:pt x="1500184" y="87163"/>
                </a:lnTo>
                <a:lnTo>
                  <a:pt x="1500541" y="86644"/>
                </a:lnTo>
                <a:lnTo>
                  <a:pt x="1500924" y="86134"/>
                </a:lnTo>
                <a:lnTo>
                  <a:pt x="1501335" y="85635"/>
                </a:lnTo>
                <a:lnTo>
                  <a:pt x="1501773" y="85145"/>
                </a:lnTo>
                <a:lnTo>
                  <a:pt x="1502237" y="84666"/>
                </a:lnTo>
                <a:lnTo>
                  <a:pt x="1502729" y="84197"/>
                </a:lnTo>
                <a:lnTo>
                  <a:pt x="1503248" y="83739"/>
                </a:lnTo>
                <a:lnTo>
                  <a:pt x="1503794" y="83290"/>
                </a:lnTo>
                <a:lnTo>
                  <a:pt x="1504366" y="82852"/>
                </a:lnTo>
                <a:lnTo>
                  <a:pt x="1504966" y="82424"/>
                </a:lnTo>
                <a:lnTo>
                  <a:pt x="1505593" y="82006"/>
                </a:lnTo>
                <a:lnTo>
                  <a:pt x="1506248" y="81601"/>
                </a:lnTo>
                <a:lnTo>
                  <a:pt x="1506916" y="81214"/>
                </a:lnTo>
                <a:lnTo>
                  <a:pt x="1507597" y="80844"/>
                </a:lnTo>
                <a:lnTo>
                  <a:pt x="1508290" y="80492"/>
                </a:lnTo>
                <a:lnTo>
                  <a:pt x="1508995" y="80156"/>
                </a:lnTo>
                <a:lnTo>
                  <a:pt x="1509714" y="79838"/>
                </a:lnTo>
                <a:lnTo>
                  <a:pt x="1510445" y="79537"/>
                </a:lnTo>
                <a:lnTo>
                  <a:pt x="1511188" y="79253"/>
                </a:lnTo>
                <a:lnTo>
                  <a:pt x="1511945" y="78986"/>
                </a:lnTo>
                <a:lnTo>
                  <a:pt x="1512713" y="78737"/>
                </a:lnTo>
                <a:lnTo>
                  <a:pt x="1513495" y="78505"/>
                </a:lnTo>
                <a:lnTo>
                  <a:pt x="1514289" y="78290"/>
                </a:lnTo>
                <a:lnTo>
                  <a:pt x="1515096" y="78092"/>
                </a:lnTo>
                <a:lnTo>
                  <a:pt x="1515916" y="77911"/>
                </a:lnTo>
                <a:lnTo>
                  <a:pt x="1516748" y="77748"/>
                </a:lnTo>
                <a:lnTo>
                  <a:pt x="1517592" y="77601"/>
                </a:lnTo>
                <a:lnTo>
                  <a:pt x="1518450" y="77472"/>
                </a:lnTo>
                <a:lnTo>
                  <a:pt x="1519320" y="77361"/>
                </a:lnTo>
                <a:lnTo>
                  <a:pt x="1520202" y="77266"/>
                </a:lnTo>
                <a:lnTo>
                  <a:pt x="1521098" y="77189"/>
                </a:lnTo>
                <a:lnTo>
                  <a:pt x="1522006" y="77128"/>
                </a:lnTo>
                <a:lnTo>
                  <a:pt x="1522926" y="77085"/>
                </a:lnTo>
                <a:lnTo>
                  <a:pt x="1523859" y="77060"/>
                </a:lnTo>
                <a:lnTo>
                  <a:pt x="1524805" y="77051"/>
                </a:lnTo>
                <a:lnTo>
                  <a:pt x="1525509" y="77056"/>
                </a:lnTo>
                <a:lnTo>
                  <a:pt x="1526203" y="77070"/>
                </a:lnTo>
                <a:lnTo>
                  <a:pt x="1526888" y="77094"/>
                </a:lnTo>
                <a:lnTo>
                  <a:pt x="1527564" y="77127"/>
                </a:lnTo>
                <a:lnTo>
                  <a:pt x="1528230" y="77169"/>
                </a:lnTo>
                <a:lnTo>
                  <a:pt x="1528888" y="77222"/>
                </a:lnTo>
                <a:lnTo>
                  <a:pt x="1529536" y="77283"/>
                </a:lnTo>
                <a:lnTo>
                  <a:pt x="1530176" y="77354"/>
                </a:lnTo>
                <a:lnTo>
                  <a:pt x="1530806" y="77435"/>
                </a:lnTo>
                <a:lnTo>
                  <a:pt x="1531427" y="77525"/>
                </a:lnTo>
                <a:lnTo>
                  <a:pt x="1532039" y="77624"/>
                </a:lnTo>
                <a:lnTo>
                  <a:pt x="1532642" y="77733"/>
                </a:lnTo>
                <a:lnTo>
                  <a:pt x="1533236" y="77852"/>
                </a:lnTo>
                <a:lnTo>
                  <a:pt x="1533820" y="77980"/>
                </a:lnTo>
                <a:lnTo>
                  <a:pt x="1534396" y="78117"/>
                </a:lnTo>
                <a:lnTo>
                  <a:pt x="1534962" y="78264"/>
                </a:lnTo>
                <a:lnTo>
                  <a:pt x="1535519" y="78421"/>
                </a:lnTo>
                <a:lnTo>
                  <a:pt x="1536067" y="78587"/>
                </a:lnTo>
                <a:lnTo>
                  <a:pt x="1536606" y="78762"/>
                </a:lnTo>
                <a:lnTo>
                  <a:pt x="1537136" y="78947"/>
                </a:lnTo>
                <a:lnTo>
                  <a:pt x="1537657" y="79141"/>
                </a:lnTo>
                <a:lnTo>
                  <a:pt x="1538168" y="79345"/>
                </a:lnTo>
                <a:lnTo>
                  <a:pt x="1538671" y="79558"/>
                </a:lnTo>
                <a:lnTo>
                  <a:pt x="1539164" y="79781"/>
                </a:lnTo>
                <a:lnTo>
                  <a:pt x="1539648" y="80012"/>
                </a:lnTo>
                <a:lnTo>
                  <a:pt x="1540125" y="80248"/>
                </a:lnTo>
                <a:lnTo>
                  <a:pt x="1540592" y="80490"/>
                </a:lnTo>
                <a:lnTo>
                  <a:pt x="1541051" y="80739"/>
                </a:lnTo>
                <a:lnTo>
                  <a:pt x="1541502" y="80993"/>
                </a:lnTo>
                <a:lnTo>
                  <a:pt x="1541945" y="81254"/>
                </a:lnTo>
                <a:lnTo>
                  <a:pt x="1542379" y="81520"/>
                </a:lnTo>
                <a:lnTo>
                  <a:pt x="1542804" y="81792"/>
                </a:lnTo>
                <a:lnTo>
                  <a:pt x="1543221" y="82070"/>
                </a:lnTo>
                <a:lnTo>
                  <a:pt x="1543630" y="82355"/>
                </a:lnTo>
                <a:lnTo>
                  <a:pt x="1544030" y="82645"/>
                </a:lnTo>
                <a:lnTo>
                  <a:pt x="1544422" y="82941"/>
                </a:lnTo>
                <a:lnTo>
                  <a:pt x="1544805" y="83243"/>
                </a:lnTo>
                <a:lnTo>
                  <a:pt x="1545180" y="83551"/>
                </a:lnTo>
                <a:lnTo>
                  <a:pt x="1545547" y="83865"/>
                </a:lnTo>
                <a:lnTo>
                  <a:pt x="1545905" y="84185"/>
                </a:lnTo>
                <a:lnTo>
                  <a:pt x="1546255" y="84511"/>
                </a:lnTo>
                <a:lnTo>
                  <a:pt x="1546596" y="84843"/>
                </a:lnTo>
                <a:lnTo>
                  <a:pt x="1546929" y="85181"/>
                </a:lnTo>
                <a:lnTo>
                  <a:pt x="1547253" y="85525"/>
                </a:lnTo>
                <a:lnTo>
                  <a:pt x="1547569" y="85875"/>
                </a:lnTo>
                <a:lnTo>
                  <a:pt x="1547877" y="86231"/>
                </a:lnTo>
                <a:lnTo>
                  <a:pt x="1548176" y="86593"/>
                </a:lnTo>
                <a:lnTo>
                  <a:pt x="1548467" y="86960"/>
                </a:lnTo>
                <a:lnTo>
                  <a:pt x="1548758" y="87332"/>
                </a:lnTo>
                <a:lnTo>
                  <a:pt x="1549042" y="87706"/>
                </a:lnTo>
                <a:lnTo>
                  <a:pt x="1549318" y="88082"/>
                </a:lnTo>
                <a:lnTo>
                  <a:pt x="1549587" y="88460"/>
                </a:lnTo>
                <a:lnTo>
                  <a:pt x="1549849" y="88841"/>
                </a:lnTo>
                <a:lnTo>
                  <a:pt x="1550104" y="89223"/>
                </a:lnTo>
                <a:lnTo>
                  <a:pt x="1550351" y="89607"/>
                </a:lnTo>
                <a:lnTo>
                  <a:pt x="1550590" y="89994"/>
                </a:lnTo>
                <a:lnTo>
                  <a:pt x="1550822" y="90383"/>
                </a:lnTo>
                <a:lnTo>
                  <a:pt x="1551047" y="90773"/>
                </a:lnTo>
                <a:lnTo>
                  <a:pt x="1551265" y="91166"/>
                </a:lnTo>
                <a:lnTo>
                  <a:pt x="1551475" y="91561"/>
                </a:lnTo>
                <a:lnTo>
                  <a:pt x="1551678" y="91958"/>
                </a:lnTo>
                <a:lnTo>
                  <a:pt x="1551873" y="92357"/>
                </a:lnTo>
                <a:lnTo>
                  <a:pt x="1552061" y="92759"/>
                </a:lnTo>
                <a:lnTo>
                  <a:pt x="1552242" y="93162"/>
                </a:lnTo>
                <a:lnTo>
                  <a:pt x="1552415" y="93568"/>
                </a:lnTo>
                <a:lnTo>
                  <a:pt x="1552581" y="93975"/>
                </a:lnTo>
                <a:lnTo>
                  <a:pt x="1552739" y="94385"/>
                </a:lnTo>
                <a:lnTo>
                  <a:pt x="1552891" y="94797"/>
                </a:lnTo>
                <a:lnTo>
                  <a:pt x="1553034" y="95211"/>
                </a:lnTo>
                <a:lnTo>
                  <a:pt x="1553171" y="95627"/>
                </a:lnTo>
                <a:lnTo>
                  <a:pt x="1553300" y="96045"/>
                </a:lnTo>
                <a:lnTo>
                  <a:pt x="1553421" y="96465"/>
                </a:lnTo>
                <a:lnTo>
                  <a:pt x="1586790" y="92825"/>
                </a:lnTo>
                <a:lnTo>
                  <a:pt x="1586457" y="91188"/>
                </a:lnTo>
                <a:lnTo>
                  <a:pt x="1586083" y="89579"/>
                </a:lnTo>
                <a:lnTo>
                  <a:pt x="1585667" y="87998"/>
                </a:lnTo>
                <a:lnTo>
                  <a:pt x="1585209" y="86446"/>
                </a:lnTo>
                <a:close/>
                <a:moveTo>
                  <a:pt x="1349180" y="210129"/>
                </a:moveTo>
                <a:lnTo>
                  <a:pt x="1350142" y="210077"/>
                </a:lnTo>
                <a:lnTo>
                  <a:pt x="1351093" y="210013"/>
                </a:lnTo>
                <a:lnTo>
                  <a:pt x="1352034" y="209938"/>
                </a:lnTo>
                <a:lnTo>
                  <a:pt x="1352963" y="209851"/>
                </a:lnTo>
                <a:lnTo>
                  <a:pt x="1353882" y="209752"/>
                </a:lnTo>
                <a:lnTo>
                  <a:pt x="1354790" y="209642"/>
                </a:lnTo>
                <a:lnTo>
                  <a:pt x="1355687" y="209521"/>
                </a:lnTo>
                <a:lnTo>
                  <a:pt x="1356573" y="209387"/>
                </a:lnTo>
                <a:lnTo>
                  <a:pt x="1357448" y="209243"/>
                </a:lnTo>
                <a:lnTo>
                  <a:pt x="1358312" y="209086"/>
                </a:lnTo>
                <a:lnTo>
                  <a:pt x="1359165" y="208918"/>
                </a:lnTo>
                <a:lnTo>
                  <a:pt x="1360008" y="208739"/>
                </a:lnTo>
                <a:lnTo>
                  <a:pt x="1360839" y="208547"/>
                </a:lnTo>
                <a:lnTo>
                  <a:pt x="1361660" y="208345"/>
                </a:lnTo>
                <a:lnTo>
                  <a:pt x="1362470" y="208130"/>
                </a:lnTo>
                <a:lnTo>
                  <a:pt x="1363269" y="207904"/>
                </a:lnTo>
                <a:lnTo>
                  <a:pt x="1364057" y="207667"/>
                </a:lnTo>
                <a:lnTo>
                  <a:pt x="1364834" y="207418"/>
                </a:lnTo>
                <a:lnTo>
                  <a:pt x="1365600" y="207157"/>
                </a:lnTo>
                <a:lnTo>
                  <a:pt x="1366356" y="206885"/>
                </a:lnTo>
                <a:lnTo>
                  <a:pt x="1367108" y="206595"/>
                </a:lnTo>
                <a:lnTo>
                  <a:pt x="1367851" y="206297"/>
                </a:lnTo>
                <a:lnTo>
                  <a:pt x="1368582" y="205992"/>
                </a:lnTo>
                <a:lnTo>
                  <a:pt x="1369302" y="205680"/>
                </a:lnTo>
                <a:lnTo>
                  <a:pt x="1370011" y="205360"/>
                </a:lnTo>
                <a:lnTo>
                  <a:pt x="1370710" y="205033"/>
                </a:lnTo>
                <a:lnTo>
                  <a:pt x="1371397" y="204699"/>
                </a:lnTo>
                <a:lnTo>
                  <a:pt x="1372074" y="204357"/>
                </a:lnTo>
                <a:lnTo>
                  <a:pt x="1372740" y="204008"/>
                </a:lnTo>
                <a:lnTo>
                  <a:pt x="1373395" y="203651"/>
                </a:lnTo>
                <a:lnTo>
                  <a:pt x="1374039" y="203287"/>
                </a:lnTo>
                <a:lnTo>
                  <a:pt x="1374672" y="202916"/>
                </a:lnTo>
                <a:lnTo>
                  <a:pt x="1375295" y="202537"/>
                </a:lnTo>
                <a:lnTo>
                  <a:pt x="1375906" y="202151"/>
                </a:lnTo>
                <a:lnTo>
                  <a:pt x="1376507" y="201758"/>
                </a:lnTo>
                <a:lnTo>
                  <a:pt x="1377096" y="201357"/>
                </a:lnTo>
                <a:lnTo>
                  <a:pt x="1377675" y="200949"/>
                </a:lnTo>
                <a:lnTo>
                  <a:pt x="1378243" y="200533"/>
                </a:lnTo>
                <a:lnTo>
                  <a:pt x="1378800" y="200111"/>
                </a:lnTo>
                <a:lnTo>
                  <a:pt x="1379346" y="199680"/>
                </a:lnTo>
                <a:lnTo>
                  <a:pt x="1379881" y="199243"/>
                </a:lnTo>
                <a:lnTo>
                  <a:pt x="1380406" y="198798"/>
                </a:lnTo>
                <a:lnTo>
                  <a:pt x="1380919" y="198345"/>
                </a:lnTo>
                <a:lnTo>
                  <a:pt x="1381422" y="197885"/>
                </a:lnTo>
                <a:lnTo>
                  <a:pt x="1381923" y="197412"/>
                </a:lnTo>
                <a:lnTo>
                  <a:pt x="1382414" y="196936"/>
                </a:lnTo>
                <a:lnTo>
                  <a:pt x="1382896" y="196457"/>
                </a:lnTo>
                <a:lnTo>
                  <a:pt x="1383368" y="195975"/>
                </a:lnTo>
                <a:lnTo>
                  <a:pt x="1383831" y="195491"/>
                </a:lnTo>
                <a:lnTo>
                  <a:pt x="1384285" y="195004"/>
                </a:lnTo>
                <a:lnTo>
                  <a:pt x="1384729" y="194513"/>
                </a:lnTo>
                <a:lnTo>
                  <a:pt x="1385163" y="194021"/>
                </a:lnTo>
                <a:lnTo>
                  <a:pt x="1385588" y="193525"/>
                </a:lnTo>
                <a:lnTo>
                  <a:pt x="1386004" y="193026"/>
                </a:lnTo>
                <a:lnTo>
                  <a:pt x="1386410" y="192525"/>
                </a:lnTo>
                <a:lnTo>
                  <a:pt x="1386806" y="192021"/>
                </a:lnTo>
                <a:lnTo>
                  <a:pt x="1387193" y="191514"/>
                </a:lnTo>
                <a:lnTo>
                  <a:pt x="1387571" y="191004"/>
                </a:lnTo>
                <a:lnTo>
                  <a:pt x="1387939" y="190491"/>
                </a:lnTo>
                <a:lnTo>
                  <a:pt x="1388298" y="189976"/>
                </a:lnTo>
                <a:lnTo>
                  <a:pt x="1388647" y="189458"/>
                </a:lnTo>
                <a:lnTo>
                  <a:pt x="1388987" y="188937"/>
                </a:lnTo>
                <a:lnTo>
                  <a:pt x="1389317" y="188413"/>
                </a:lnTo>
                <a:lnTo>
                  <a:pt x="1389638" y="187886"/>
                </a:lnTo>
                <a:lnTo>
                  <a:pt x="1389949" y="187357"/>
                </a:lnTo>
                <a:lnTo>
                  <a:pt x="1390251" y="186824"/>
                </a:lnTo>
                <a:lnTo>
                  <a:pt x="1390543" y="186289"/>
                </a:lnTo>
                <a:lnTo>
                  <a:pt x="1390826" y="185751"/>
                </a:lnTo>
                <a:lnTo>
                  <a:pt x="1392039" y="185751"/>
                </a:lnTo>
                <a:lnTo>
                  <a:pt x="1392039" y="207087"/>
                </a:lnTo>
                <a:lnTo>
                  <a:pt x="1427228" y="207087"/>
                </a:lnTo>
                <a:lnTo>
                  <a:pt x="1427228" y="103139"/>
                </a:lnTo>
                <a:lnTo>
                  <a:pt x="1427218" y="101859"/>
                </a:lnTo>
                <a:lnTo>
                  <a:pt x="1427188" y="100596"/>
                </a:lnTo>
                <a:lnTo>
                  <a:pt x="1427139" y="99352"/>
                </a:lnTo>
                <a:lnTo>
                  <a:pt x="1427071" y="98125"/>
                </a:lnTo>
                <a:lnTo>
                  <a:pt x="1426982" y="96917"/>
                </a:lnTo>
                <a:lnTo>
                  <a:pt x="1426874" y="95726"/>
                </a:lnTo>
                <a:lnTo>
                  <a:pt x="1426746" y="94553"/>
                </a:lnTo>
                <a:lnTo>
                  <a:pt x="1426599" y="93398"/>
                </a:lnTo>
                <a:lnTo>
                  <a:pt x="1426432" y="92261"/>
                </a:lnTo>
                <a:lnTo>
                  <a:pt x="1426245" y="91142"/>
                </a:lnTo>
                <a:lnTo>
                  <a:pt x="1426038" y="90041"/>
                </a:lnTo>
                <a:lnTo>
                  <a:pt x="1425812" y="88957"/>
                </a:lnTo>
                <a:lnTo>
                  <a:pt x="1425566" y="87892"/>
                </a:lnTo>
                <a:lnTo>
                  <a:pt x="1425301" y="86845"/>
                </a:lnTo>
                <a:lnTo>
                  <a:pt x="1425016" y="85815"/>
                </a:lnTo>
                <a:lnTo>
                  <a:pt x="1424711" y="84803"/>
                </a:lnTo>
                <a:lnTo>
                  <a:pt x="1424387" y="83809"/>
                </a:lnTo>
                <a:lnTo>
                  <a:pt x="1424043" y="82834"/>
                </a:lnTo>
                <a:lnTo>
                  <a:pt x="1423679" y="81876"/>
                </a:lnTo>
                <a:lnTo>
                  <a:pt x="1423295" y="80935"/>
                </a:lnTo>
                <a:lnTo>
                  <a:pt x="1422892" y="80013"/>
                </a:lnTo>
                <a:lnTo>
                  <a:pt x="1422470" y="79109"/>
                </a:lnTo>
                <a:lnTo>
                  <a:pt x="1422027" y="78223"/>
                </a:lnTo>
                <a:lnTo>
                  <a:pt x="1421565" y="77354"/>
                </a:lnTo>
                <a:lnTo>
                  <a:pt x="1421096" y="76502"/>
                </a:lnTo>
                <a:lnTo>
                  <a:pt x="1420613" y="75665"/>
                </a:lnTo>
                <a:lnTo>
                  <a:pt x="1420118" y="74844"/>
                </a:lnTo>
                <a:lnTo>
                  <a:pt x="1419610" y="74037"/>
                </a:lnTo>
                <a:lnTo>
                  <a:pt x="1419090" y="73246"/>
                </a:lnTo>
                <a:lnTo>
                  <a:pt x="1418557" y="72469"/>
                </a:lnTo>
                <a:lnTo>
                  <a:pt x="1418011" y="71708"/>
                </a:lnTo>
                <a:lnTo>
                  <a:pt x="1417453" y="70961"/>
                </a:lnTo>
                <a:lnTo>
                  <a:pt x="1416882" y="70230"/>
                </a:lnTo>
                <a:lnTo>
                  <a:pt x="1416299" y="69514"/>
                </a:lnTo>
                <a:lnTo>
                  <a:pt x="1415703" y="68813"/>
                </a:lnTo>
                <a:lnTo>
                  <a:pt x="1415094" y="68127"/>
                </a:lnTo>
                <a:lnTo>
                  <a:pt x="1414472" y="67457"/>
                </a:lnTo>
                <a:lnTo>
                  <a:pt x="1413838" y="66801"/>
                </a:lnTo>
                <a:lnTo>
                  <a:pt x="1413192" y="66160"/>
                </a:lnTo>
                <a:lnTo>
                  <a:pt x="1412532" y="65535"/>
                </a:lnTo>
                <a:lnTo>
                  <a:pt x="1411860" y="64924"/>
                </a:lnTo>
                <a:lnTo>
                  <a:pt x="1411176" y="64329"/>
                </a:lnTo>
                <a:lnTo>
                  <a:pt x="1410478" y="63749"/>
                </a:lnTo>
                <a:lnTo>
                  <a:pt x="1409768" y="63184"/>
                </a:lnTo>
                <a:lnTo>
                  <a:pt x="1409046" y="62634"/>
                </a:lnTo>
                <a:lnTo>
                  <a:pt x="1408311" y="62099"/>
                </a:lnTo>
                <a:lnTo>
                  <a:pt x="1407563" y="61579"/>
                </a:lnTo>
                <a:lnTo>
                  <a:pt x="1406802" y="61074"/>
                </a:lnTo>
                <a:lnTo>
                  <a:pt x="1406032" y="60575"/>
                </a:lnTo>
                <a:lnTo>
                  <a:pt x="1405255" y="60087"/>
                </a:lnTo>
                <a:lnTo>
                  <a:pt x="1404472" y="59611"/>
                </a:lnTo>
                <a:lnTo>
                  <a:pt x="1403682" y="59148"/>
                </a:lnTo>
                <a:lnTo>
                  <a:pt x="1402885" y="58696"/>
                </a:lnTo>
                <a:lnTo>
                  <a:pt x="1402081" y="58256"/>
                </a:lnTo>
                <a:lnTo>
                  <a:pt x="1401271" y="57828"/>
                </a:lnTo>
                <a:lnTo>
                  <a:pt x="1400454" y="57412"/>
                </a:lnTo>
                <a:lnTo>
                  <a:pt x="1399631" y="57008"/>
                </a:lnTo>
                <a:lnTo>
                  <a:pt x="1398801" y="56616"/>
                </a:lnTo>
                <a:lnTo>
                  <a:pt x="1397964" y="56235"/>
                </a:lnTo>
                <a:lnTo>
                  <a:pt x="1397120" y="55867"/>
                </a:lnTo>
                <a:lnTo>
                  <a:pt x="1396270" y="55511"/>
                </a:lnTo>
                <a:lnTo>
                  <a:pt x="1395413" y="55166"/>
                </a:lnTo>
                <a:lnTo>
                  <a:pt x="1394550" y="54834"/>
                </a:lnTo>
                <a:lnTo>
                  <a:pt x="1393680" y="54513"/>
                </a:lnTo>
                <a:lnTo>
                  <a:pt x="1392803" y="54205"/>
                </a:lnTo>
                <a:lnTo>
                  <a:pt x="1391919" y="53908"/>
                </a:lnTo>
                <a:lnTo>
                  <a:pt x="1391029" y="53623"/>
                </a:lnTo>
                <a:lnTo>
                  <a:pt x="1390132" y="53350"/>
                </a:lnTo>
                <a:lnTo>
                  <a:pt x="1389228" y="53089"/>
                </a:lnTo>
                <a:lnTo>
                  <a:pt x="1388318" y="52841"/>
                </a:lnTo>
                <a:lnTo>
                  <a:pt x="1387401" y="52604"/>
                </a:lnTo>
                <a:lnTo>
                  <a:pt x="1386478" y="52378"/>
                </a:lnTo>
                <a:lnTo>
                  <a:pt x="1385551" y="52164"/>
                </a:lnTo>
                <a:lnTo>
                  <a:pt x="1384623" y="51959"/>
                </a:lnTo>
                <a:lnTo>
                  <a:pt x="1383696" y="51762"/>
                </a:lnTo>
                <a:lnTo>
                  <a:pt x="1382767" y="51575"/>
                </a:lnTo>
                <a:lnTo>
                  <a:pt x="1381839" y="51397"/>
                </a:lnTo>
                <a:lnTo>
                  <a:pt x="1380910" y="51228"/>
                </a:lnTo>
                <a:lnTo>
                  <a:pt x="1379981" y="51069"/>
                </a:lnTo>
                <a:lnTo>
                  <a:pt x="1379051" y="50918"/>
                </a:lnTo>
                <a:lnTo>
                  <a:pt x="1378121" y="50776"/>
                </a:lnTo>
                <a:lnTo>
                  <a:pt x="1377191" y="50644"/>
                </a:lnTo>
                <a:lnTo>
                  <a:pt x="1376261" y="50521"/>
                </a:lnTo>
                <a:lnTo>
                  <a:pt x="1375330" y="50407"/>
                </a:lnTo>
                <a:lnTo>
                  <a:pt x="1374398" y="50302"/>
                </a:lnTo>
                <a:lnTo>
                  <a:pt x="1373467" y="50206"/>
                </a:lnTo>
                <a:lnTo>
                  <a:pt x="1372535" y="50119"/>
                </a:lnTo>
                <a:lnTo>
                  <a:pt x="1371602" y="50042"/>
                </a:lnTo>
                <a:lnTo>
                  <a:pt x="1370670" y="49973"/>
                </a:lnTo>
                <a:lnTo>
                  <a:pt x="1369737" y="49914"/>
                </a:lnTo>
                <a:lnTo>
                  <a:pt x="1368803" y="49864"/>
                </a:lnTo>
                <a:lnTo>
                  <a:pt x="1367870" y="49822"/>
                </a:lnTo>
                <a:lnTo>
                  <a:pt x="1366935" y="49791"/>
                </a:lnTo>
                <a:lnTo>
                  <a:pt x="1366001" y="49768"/>
                </a:lnTo>
                <a:lnTo>
                  <a:pt x="1365066" y="49754"/>
                </a:lnTo>
                <a:lnTo>
                  <a:pt x="1364131" y="49749"/>
                </a:lnTo>
                <a:lnTo>
                  <a:pt x="1362779" y="49758"/>
                </a:lnTo>
                <a:lnTo>
                  <a:pt x="1361437" y="49783"/>
                </a:lnTo>
                <a:lnTo>
                  <a:pt x="1360105" y="49825"/>
                </a:lnTo>
                <a:lnTo>
                  <a:pt x="1358783" y="49884"/>
                </a:lnTo>
                <a:lnTo>
                  <a:pt x="1357471" y="49960"/>
                </a:lnTo>
                <a:lnTo>
                  <a:pt x="1356168" y="50053"/>
                </a:lnTo>
                <a:lnTo>
                  <a:pt x="1354875" y="50162"/>
                </a:lnTo>
                <a:lnTo>
                  <a:pt x="1353592" y="50289"/>
                </a:lnTo>
                <a:lnTo>
                  <a:pt x="1352319" y="50432"/>
                </a:lnTo>
                <a:lnTo>
                  <a:pt x="1351056" y="50592"/>
                </a:lnTo>
                <a:lnTo>
                  <a:pt x="1349803" y="50769"/>
                </a:lnTo>
                <a:lnTo>
                  <a:pt x="1348559" y="50963"/>
                </a:lnTo>
                <a:lnTo>
                  <a:pt x="1347325" y="51173"/>
                </a:lnTo>
                <a:lnTo>
                  <a:pt x="1346101" y="51401"/>
                </a:lnTo>
                <a:lnTo>
                  <a:pt x="1344887" y="51645"/>
                </a:lnTo>
                <a:lnTo>
                  <a:pt x="1343683" y="51907"/>
                </a:lnTo>
                <a:lnTo>
                  <a:pt x="1342489" y="52185"/>
                </a:lnTo>
                <a:lnTo>
                  <a:pt x="1341304" y="52480"/>
                </a:lnTo>
                <a:lnTo>
                  <a:pt x="1340129" y="52791"/>
                </a:lnTo>
                <a:lnTo>
                  <a:pt x="1338964" y="53120"/>
                </a:lnTo>
                <a:lnTo>
                  <a:pt x="1337809" y="53465"/>
                </a:lnTo>
                <a:lnTo>
                  <a:pt x="1336664" y="53828"/>
                </a:lnTo>
                <a:lnTo>
                  <a:pt x="1335528" y="54207"/>
                </a:lnTo>
                <a:lnTo>
                  <a:pt x="1334403" y="54603"/>
                </a:lnTo>
                <a:lnTo>
                  <a:pt x="1333289" y="55007"/>
                </a:lnTo>
                <a:lnTo>
                  <a:pt x="1332190" y="55429"/>
                </a:lnTo>
                <a:lnTo>
                  <a:pt x="1331105" y="55867"/>
                </a:lnTo>
                <a:lnTo>
                  <a:pt x="1330035" y="56322"/>
                </a:lnTo>
                <a:lnTo>
                  <a:pt x="1328979" y="56794"/>
                </a:lnTo>
                <a:lnTo>
                  <a:pt x="1327937" y="57283"/>
                </a:lnTo>
                <a:lnTo>
                  <a:pt x="1326910" y="57788"/>
                </a:lnTo>
                <a:lnTo>
                  <a:pt x="1325898" y="58311"/>
                </a:lnTo>
                <a:lnTo>
                  <a:pt x="1324899" y="58850"/>
                </a:lnTo>
                <a:lnTo>
                  <a:pt x="1323915" y="59406"/>
                </a:lnTo>
                <a:lnTo>
                  <a:pt x="1322946" y="59979"/>
                </a:lnTo>
                <a:lnTo>
                  <a:pt x="1321991" y="60569"/>
                </a:lnTo>
                <a:lnTo>
                  <a:pt x="1321050" y="61176"/>
                </a:lnTo>
                <a:lnTo>
                  <a:pt x="1320123" y="61799"/>
                </a:lnTo>
                <a:lnTo>
                  <a:pt x="1319211" y="62440"/>
                </a:lnTo>
                <a:lnTo>
                  <a:pt x="1318314" y="63097"/>
                </a:lnTo>
                <a:lnTo>
                  <a:pt x="1317431" y="63771"/>
                </a:lnTo>
                <a:lnTo>
                  <a:pt x="1316562" y="64462"/>
                </a:lnTo>
                <a:lnTo>
                  <a:pt x="1315707" y="65170"/>
                </a:lnTo>
                <a:lnTo>
                  <a:pt x="1314867" y="65894"/>
                </a:lnTo>
                <a:lnTo>
                  <a:pt x="1314042" y="66636"/>
                </a:lnTo>
                <a:lnTo>
                  <a:pt x="1313231" y="67394"/>
                </a:lnTo>
                <a:lnTo>
                  <a:pt x="1312434" y="68170"/>
                </a:lnTo>
                <a:lnTo>
                  <a:pt x="1311651" y="68962"/>
                </a:lnTo>
                <a:lnTo>
                  <a:pt x="1310885" y="69762"/>
                </a:lnTo>
                <a:lnTo>
                  <a:pt x="1310137" y="70578"/>
                </a:lnTo>
                <a:lnTo>
                  <a:pt x="1309408" y="71411"/>
                </a:lnTo>
                <a:lnTo>
                  <a:pt x="1308696" y="72259"/>
                </a:lnTo>
                <a:lnTo>
                  <a:pt x="1308003" y="73124"/>
                </a:lnTo>
                <a:lnTo>
                  <a:pt x="1307329" y="74005"/>
                </a:lnTo>
                <a:lnTo>
                  <a:pt x="1306672" y="74902"/>
                </a:lnTo>
                <a:lnTo>
                  <a:pt x="1306034" y="75815"/>
                </a:lnTo>
                <a:lnTo>
                  <a:pt x="1305414" y="76744"/>
                </a:lnTo>
                <a:lnTo>
                  <a:pt x="1304812" y="77690"/>
                </a:lnTo>
                <a:lnTo>
                  <a:pt x="1304228" y="78652"/>
                </a:lnTo>
                <a:lnTo>
                  <a:pt x="1303663" y="79629"/>
                </a:lnTo>
                <a:lnTo>
                  <a:pt x="1303116" y="80623"/>
                </a:lnTo>
                <a:lnTo>
                  <a:pt x="1302587" y="81633"/>
                </a:lnTo>
                <a:lnTo>
                  <a:pt x="1302077" y="82660"/>
                </a:lnTo>
                <a:lnTo>
                  <a:pt x="1301585" y="83702"/>
                </a:lnTo>
                <a:lnTo>
                  <a:pt x="1301111" y="84761"/>
                </a:lnTo>
                <a:lnTo>
                  <a:pt x="1300655" y="85835"/>
                </a:lnTo>
                <a:lnTo>
                  <a:pt x="1300217" y="86926"/>
                </a:lnTo>
                <a:lnTo>
                  <a:pt x="1299798" y="88033"/>
                </a:lnTo>
                <a:lnTo>
                  <a:pt x="1299397" y="89157"/>
                </a:lnTo>
                <a:lnTo>
                  <a:pt x="1299015" y="90296"/>
                </a:lnTo>
                <a:lnTo>
                  <a:pt x="1298650" y="91451"/>
                </a:lnTo>
                <a:lnTo>
                  <a:pt x="1298304" y="92623"/>
                </a:lnTo>
                <a:lnTo>
                  <a:pt x="1332481" y="97477"/>
                </a:lnTo>
                <a:lnTo>
                  <a:pt x="1332718" y="96815"/>
                </a:lnTo>
                <a:lnTo>
                  <a:pt x="1332971" y="96160"/>
                </a:lnTo>
                <a:lnTo>
                  <a:pt x="1333243" y="95513"/>
                </a:lnTo>
                <a:lnTo>
                  <a:pt x="1333532" y="94873"/>
                </a:lnTo>
                <a:lnTo>
                  <a:pt x="1333838" y="94240"/>
                </a:lnTo>
                <a:lnTo>
                  <a:pt x="1334162" y="93615"/>
                </a:lnTo>
                <a:lnTo>
                  <a:pt x="1334504" y="92997"/>
                </a:lnTo>
                <a:lnTo>
                  <a:pt x="1334863" y="92387"/>
                </a:lnTo>
                <a:lnTo>
                  <a:pt x="1335240" y="91784"/>
                </a:lnTo>
                <a:lnTo>
                  <a:pt x="1335634" y="91188"/>
                </a:lnTo>
                <a:lnTo>
                  <a:pt x="1336046" y="90600"/>
                </a:lnTo>
                <a:lnTo>
                  <a:pt x="1336476" y="90019"/>
                </a:lnTo>
                <a:lnTo>
                  <a:pt x="1336922" y="89446"/>
                </a:lnTo>
                <a:lnTo>
                  <a:pt x="1337387" y="88879"/>
                </a:lnTo>
                <a:lnTo>
                  <a:pt x="1337869" y="88321"/>
                </a:lnTo>
                <a:lnTo>
                  <a:pt x="1338369" y="87769"/>
                </a:lnTo>
                <a:lnTo>
                  <a:pt x="1338886" y="87225"/>
                </a:lnTo>
                <a:lnTo>
                  <a:pt x="1339421" y="86689"/>
                </a:lnTo>
                <a:lnTo>
                  <a:pt x="1339973" y="86159"/>
                </a:lnTo>
                <a:lnTo>
                  <a:pt x="1340543" y="85637"/>
                </a:lnTo>
                <a:lnTo>
                  <a:pt x="1341130" y="85123"/>
                </a:lnTo>
                <a:lnTo>
                  <a:pt x="1341735" y="84616"/>
                </a:lnTo>
                <a:lnTo>
                  <a:pt x="1342358" y="84116"/>
                </a:lnTo>
                <a:lnTo>
                  <a:pt x="1342998" y="83624"/>
                </a:lnTo>
                <a:lnTo>
                  <a:pt x="1343665" y="83145"/>
                </a:lnTo>
                <a:lnTo>
                  <a:pt x="1344351" y="82687"/>
                </a:lnTo>
                <a:lnTo>
                  <a:pt x="1345056" y="82249"/>
                </a:lnTo>
                <a:lnTo>
                  <a:pt x="1345781" y="81832"/>
                </a:lnTo>
                <a:lnTo>
                  <a:pt x="1346525" y="81434"/>
                </a:lnTo>
                <a:lnTo>
                  <a:pt x="1347289" y="81058"/>
                </a:lnTo>
                <a:lnTo>
                  <a:pt x="1348071" y="80701"/>
                </a:lnTo>
                <a:lnTo>
                  <a:pt x="1348873" y="80365"/>
                </a:lnTo>
                <a:lnTo>
                  <a:pt x="1349695" y="80050"/>
                </a:lnTo>
                <a:lnTo>
                  <a:pt x="1350536" y="79754"/>
                </a:lnTo>
                <a:lnTo>
                  <a:pt x="1351396" y="79480"/>
                </a:lnTo>
                <a:lnTo>
                  <a:pt x="1352275" y="79225"/>
                </a:lnTo>
                <a:lnTo>
                  <a:pt x="1353174" y="78991"/>
                </a:lnTo>
                <a:lnTo>
                  <a:pt x="1354091" y="78777"/>
                </a:lnTo>
                <a:lnTo>
                  <a:pt x="1355029" y="78583"/>
                </a:lnTo>
                <a:lnTo>
                  <a:pt x="1355985" y="78410"/>
                </a:lnTo>
                <a:lnTo>
                  <a:pt x="1356961" y="78258"/>
                </a:lnTo>
                <a:lnTo>
                  <a:pt x="1357956" y="78125"/>
                </a:lnTo>
                <a:lnTo>
                  <a:pt x="1358971" y="78013"/>
                </a:lnTo>
                <a:lnTo>
                  <a:pt x="1360005" y="77922"/>
                </a:lnTo>
                <a:lnTo>
                  <a:pt x="1361058" y="77850"/>
                </a:lnTo>
                <a:lnTo>
                  <a:pt x="1362130" y="77799"/>
                </a:lnTo>
                <a:lnTo>
                  <a:pt x="1363222" y="77769"/>
                </a:lnTo>
                <a:lnTo>
                  <a:pt x="1364333" y="77759"/>
                </a:lnTo>
                <a:lnTo>
                  <a:pt x="1365385" y="77770"/>
                </a:lnTo>
                <a:lnTo>
                  <a:pt x="1366415" y="77802"/>
                </a:lnTo>
                <a:lnTo>
                  <a:pt x="1367425" y="77857"/>
                </a:lnTo>
                <a:lnTo>
                  <a:pt x="1368414" y="77933"/>
                </a:lnTo>
                <a:lnTo>
                  <a:pt x="1369383" y="78031"/>
                </a:lnTo>
                <a:lnTo>
                  <a:pt x="1370331" y="78151"/>
                </a:lnTo>
                <a:lnTo>
                  <a:pt x="1371258" y="78292"/>
                </a:lnTo>
                <a:lnTo>
                  <a:pt x="1372164" y="78455"/>
                </a:lnTo>
                <a:lnTo>
                  <a:pt x="1373050" y="78640"/>
                </a:lnTo>
                <a:lnTo>
                  <a:pt x="1373915" y="78847"/>
                </a:lnTo>
                <a:lnTo>
                  <a:pt x="1374759" y="79076"/>
                </a:lnTo>
                <a:lnTo>
                  <a:pt x="1375582" y="79326"/>
                </a:lnTo>
                <a:lnTo>
                  <a:pt x="1376385" y="79598"/>
                </a:lnTo>
                <a:lnTo>
                  <a:pt x="1377167" y="79892"/>
                </a:lnTo>
                <a:lnTo>
                  <a:pt x="1377929" y="80208"/>
                </a:lnTo>
                <a:lnTo>
                  <a:pt x="1378669" y="80545"/>
                </a:lnTo>
                <a:lnTo>
                  <a:pt x="1379389" y="80904"/>
                </a:lnTo>
                <a:lnTo>
                  <a:pt x="1380088" y="81285"/>
                </a:lnTo>
                <a:lnTo>
                  <a:pt x="1380767" y="81688"/>
                </a:lnTo>
                <a:lnTo>
                  <a:pt x="1381425" y="82112"/>
                </a:lnTo>
                <a:lnTo>
                  <a:pt x="1382062" y="82559"/>
                </a:lnTo>
                <a:lnTo>
                  <a:pt x="1382678" y="83027"/>
                </a:lnTo>
                <a:lnTo>
                  <a:pt x="1383274" y="83516"/>
                </a:lnTo>
                <a:lnTo>
                  <a:pt x="1383849" y="84028"/>
                </a:lnTo>
                <a:lnTo>
                  <a:pt x="1384402" y="84559"/>
                </a:lnTo>
                <a:lnTo>
                  <a:pt x="1384931" y="85109"/>
                </a:lnTo>
                <a:lnTo>
                  <a:pt x="1385437" y="85676"/>
                </a:lnTo>
                <a:lnTo>
                  <a:pt x="1385919" y="86261"/>
                </a:lnTo>
                <a:lnTo>
                  <a:pt x="1386378" y="86864"/>
                </a:lnTo>
                <a:lnTo>
                  <a:pt x="1386813" y="87485"/>
                </a:lnTo>
                <a:lnTo>
                  <a:pt x="1387224" y="88124"/>
                </a:lnTo>
                <a:lnTo>
                  <a:pt x="1387613" y="88780"/>
                </a:lnTo>
                <a:lnTo>
                  <a:pt x="1387977" y="89455"/>
                </a:lnTo>
                <a:lnTo>
                  <a:pt x="1388318" y="90148"/>
                </a:lnTo>
                <a:lnTo>
                  <a:pt x="1388636" y="90858"/>
                </a:lnTo>
                <a:lnTo>
                  <a:pt x="1388930" y="91586"/>
                </a:lnTo>
                <a:lnTo>
                  <a:pt x="1389200" y="92333"/>
                </a:lnTo>
                <a:lnTo>
                  <a:pt x="1389447" y="93097"/>
                </a:lnTo>
                <a:lnTo>
                  <a:pt x="1389671" y="93879"/>
                </a:lnTo>
                <a:lnTo>
                  <a:pt x="1389871" y="94679"/>
                </a:lnTo>
                <a:lnTo>
                  <a:pt x="1390047" y="95497"/>
                </a:lnTo>
                <a:lnTo>
                  <a:pt x="1390200" y="96333"/>
                </a:lnTo>
                <a:lnTo>
                  <a:pt x="1390329" y="97186"/>
                </a:lnTo>
                <a:lnTo>
                  <a:pt x="1390435" y="98058"/>
                </a:lnTo>
                <a:lnTo>
                  <a:pt x="1390518" y="98947"/>
                </a:lnTo>
                <a:lnTo>
                  <a:pt x="1390576" y="99855"/>
                </a:lnTo>
                <a:lnTo>
                  <a:pt x="1390612" y="100780"/>
                </a:lnTo>
                <a:lnTo>
                  <a:pt x="1390624" y="101723"/>
                </a:lnTo>
                <a:lnTo>
                  <a:pt x="1390624" y="102330"/>
                </a:lnTo>
                <a:lnTo>
                  <a:pt x="1390617" y="102764"/>
                </a:lnTo>
                <a:lnTo>
                  <a:pt x="1390596" y="103187"/>
                </a:lnTo>
                <a:lnTo>
                  <a:pt x="1390562" y="103602"/>
                </a:lnTo>
                <a:lnTo>
                  <a:pt x="1390514" y="104007"/>
                </a:lnTo>
                <a:lnTo>
                  <a:pt x="1390452" y="104402"/>
                </a:lnTo>
                <a:lnTo>
                  <a:pt x="1390377" y="104789"/>
                </a:lnTo>
                <a:lnTo>
                  <a:pt x="1390288" y="105165"/>
                </a:lnTo>
                <a:lnTo>
                  <a:pt x="1390185" y="105532"/>
                </a:lnTo>
                <a:lnTo>
                  <a:pt x="1390069" y="105890"/>
                </a:lnTo>
                <a:lnTo>
                  <a:pt x="1389939" y="106238"/>
                </a:lnTo>
                <a:lnTo>
                  <a:pt x="1389795" y="106576"/>
                </a:lnTo>
                <a:lnTo>
                  <a:pt x="1389638" y="106906"/>
                </a:lnTo>
                <a:lnTo>
                  <a:pt x="1389466" y="107225"/>
                </a:lnTo>
                <a:lnTo>
                  <a:pt x="1389282" y="107536"/>
                </a:lnTo>
                <a:lnTo>
                  <a:pt x="1389083" y="107836"/>
                </a:lnTo>
                <a:lnTo>
                  <a:pt x="1388871" y="108127"/>
                </a:lnTo>
                <a:lnTo>
                  <a:pt x="1388645" y="108409"/>
                </a:lnTo>
                <a:lnTo>
                  <a:pt x="1388405" y="108682"/>
                </a:lnTo>
                <a:lnTo>
                  <a:pt x="1388152" y="108944"/>
                </a:lnTo>
                <a:lnTo>
                  <a:pt x="1387885" y="109198"/>
                </a:lnTo>
                <a:lnTo>
                  <a:pt x="1387604" y="109441"/>
                </a:lnTo>
                <a:lnTo>
                  <a:pt x="1387310" y="109676"/>
                </a:lnTo>
                <a:lnTo>
                  <a:pt x="1387002" y="109901"/>
                </a:lnTo>
                <a:lnTo>
                  <a:pt x="1386680" y="110116"/>
                </a:lnTo>
                <a:lnTo>
                  <a:pt x="1386352" y="110316"/>
                </a:lnTo>
                <a:lnTo>
                  <a:pt x="1386007" y="110512"/>
                </a:lnTo>
                <a:lnTo>
                  <a:pt x="1385647" y="110704"/>
                </a:lnTo>
                <a:lnTo>
                  <a:pt x="1385270" y="110891"/>
                </a:lnTo>
                <a:lnTo>
                  <a:pt x="1384877" y="111075"/>
                </a:lnTo>
                <a:lnTo>
                  <a:pt x="1384468" y="111254"/>
                </a:lnTo>
                <a:lnTo>
                  <a:pt x="1384043" y="111429"/>
                </a:lnTo>
                <a:lnTo>
                  <a:pt x="1383602" y="111599"/>
                </a:lnTo>
                <a:lnTo>
                  <a:pt x="1383144" y="111766"/>
                </a:lnTo>
                <a:lnTo>
                  <a:pt x="1382670" y="111928"/>
                </a:lnTo>
                <a:lnTo>
                  <a:pt x="1382181" y="112086"/>
                </a:lnTo>
                <a:lnTo>
                  <a:pt x="1381675" y="112240"/>
                </a:lnTo>
                <a:lnTo>
                  <a:pt x="1381153" y="112389"/>
                </a:lnTo>
                <a:lnTo>
                  <a:pt x="1380614" y="112534"/>
                </a:lnTo>
                <a:lnTo>
                  <a:pt x="1380060" y="112676"/>
                </a:lnTo>
                <a:lnTo>
                  <a:pt x="1379489" y="112813"/>
                </a:lnTo>
                <a:lnTo>
                  <a:pt x="1378903" y="112945"/>
                </a:lnTo>
                <a:lnTo>
                  <a:pt x="1378300" y="113074"/>
                </a:lnTo>
                <a:lnTo>
                  <a:pt x="1377681" y="113198"/>
                </a:lnTo>
                <a:lnTo>
                  <a:pt x="1377046" y="113318"/>
                </a:lnTo>
                <a:lnTo>
                  <a:pt x="1376395" y="113434"/>
                </a:lnTo>
                <a:lnTo>
                  <a:pt x="1375727" y="113546"/>
                </a:lnTo>
                <a:lnTo>
                  <a:pt x="1375043" y="113653"/>
                </a:lnTo>
                <a:lnTo>
                  <a:pt x="1374344" y="113756"/>
                </a:lnTo>
                <a:lnTo>
                  <a:pt x="1373627" y="113850"/>
                </a:lnTo>
                <a:lnTo>
                  <a:pt x="1372892" y="113944"/>
                </a:lnTo>
                <a:lnTo>
                  <a:pt x="1372140" y="114039"/>
                </a:lnTo>
                <a:lnTo>
                  <a:pt x="1371369" y="114136"/>
                </a:lnTo>
                <a:lnTo>
                  <a:pt x="1370581" y="114233"/>
                </a:lnTo>
                <a:lnTo>
                  <a:pt x="1369774" y="114331"/>
                </a:lnTo>
                <a:lnTo>
                  <a:pt x="1368950" y="114431"/>
                </a:lnTo>
                <a:lnTo>
                  <a:pt x="1368108" y="114532"/>
                </a:lnTo>
                <a:lnTo>
                  <a:pt x="1367248" y="114633"/>
                </a:lnTo>
                <a:lnTo>
                  <a:pt x="1366370" y="114736"/>
                </a:lnTo>
                <a:lnTo>
                  <a:pt x="1365474" y="114840"/>
                </a:lnTo>
                <a:lnTo>
                  <a:pt x="1364561" y="114944"/>
                </a:lnTo>
                <a:lnTo>
                  <a:pt x="1363629" y="115050"/>
                </a:lnTo>
                <a:lnTo>
                  <a:pt x="1362679" y="115157"/>
                </a:lnTo>
                <a:lnTo>
                  <a:pt x="1361712" y="115265"/>
                </a:lnTo>
                <a:lnTo>
                  <a:pt x="1360727" y="115374"/>
                </a:lnTo>
                <a:lnTo>
                  <a:pt x="1359723" y="115484"/>
                </a:lnTo>
                <a:lnTo>
                  <a:pt x="1358702" y="115595"/>
                </a:lnTo>
                <a:lnTo>
                  <a:pt x="1357663" y="115708"/>
                </a:lnTo>
                <a:lnTo>
                  <a:pt x="1356606" y="115821"/>
                </a:lnTo>
                <a:lnTo>
                  <a:pt x="1355531" y="115935"/>
                </a:lnTo>
                <a:lnTo>
                  <a:pt x="1354438" y="116050"/>
                </a:lnTo>
                <a:lnTo>
                  <a:pt x="1353328" y="116167"/>
                </a:lnTo>
                <a:lnTo>
                  <a:pt x="1352199" y="116284"/>
                </a:lnTo>
                <a:lnTo>
                  <a:pt x="1351257" y="116388"/>
                </a:lnTo>
                <a:lnTo>
                  <a:pt x="1350317" y="116497"/>
                </a:lnTo>
                <a:lnTo>
                  <a:pt x="1349379" y="116611"/>
                </a:lnTo>
                <a:lnTo>
                  <a:pt x="1348444" y="116731"/>
                </a:lnTo>
                <a:lnTo>
                  <a:pt x="1347511" y="116856"/>
                </a:lnTo>
                <a:lnTo>
                  <a:pt x="1346581" y="116986"/>
                </a:lnTo>
                <a:lnTo>
                  <a:pt x="1345653" y="117121"/>
                </a:lnTo>
                <a:lnTo>
                  <a:pt x="1344728" y="117262"/>
                </a:lnTo>
                <a:lnTo>
                  <a:pt x="1343805" y="117408"/>
                </a:lnTo>
                <a:lnTo>
                  <a:pt x="1342884" y="117559"/>
                </a:lnTo>
                <a:lnTo>
                  <a:pt x="1341966" y="117715"/>
                </a:lnTo>
                <a:lnTo>
                  <a:pt x="1341051" y="117877"/>
                </a:lnTo>
                <a:lnTo>
                  <a:pt x="1340138" y="118044"/>
                </a:lnTo>
                <a:lnTo>
                  <a:pt x="1339227" y="118216"/>
                </a:lnTo>
                <a:lnTo>
                  <a:pt x="1338319" y="118393"/>
                </a:lnTo>
                <a:lnTo>
                  <a:pt x="1337414" y="118576"/>
                </a:lnTo>
                <a:lnTo>
                  <a:pt x="1336510" y="118764"/>
                </a:lnTo>
                <a:lnTo>
                  <a:pt x="1335610" y="118957"/>
                </a:lnTo>
                <a:lnTo>
                  <a:pt x="1334711" y="119156"/>
                </a:lnTo>
                <a:lnTo>
                  <a:pt x="1333816" y="119360"/>
                </a:lnTo>
                <a:lnTo>
                  <a:pt x="1332922" y="119569"/>
                </a:lnTo>
                <a:lnTo>
                  <a:pt x="1332031" y="119783"/>
                </a:lnTo>
                <a:lnTo>
                  <a:pt x="1331143" y="120003"/>
                </a:lnTo>
                <a:lnTo>
                  <a:pt x="1330257" y="120228"/>
                </a:lnTo>
                <a:lnTo>
                  <a:pt x="1329384" y="120451"/>
                </a:lnTo>
                <a:lnTo>
                  <a:pt x="1328519" y="120684"/>
                </a:lnTo>
                <a:lnTo>
                  <a:pt x="1327661" y="120925"/>
                </a:lnTo>
                <a:lnTo>
                  <a:pt x="1326810" y="121174"/>
                </a:lnTo>
                <a:lnTo>
                  <a:pt x="1325967" y="121433"/>
                </a:lnTo>
                <a:lnTo>
                  <a:pt x="1325131" y="121700"/>
                </a:lnTo>
                <a:lnTo>
                  <a:pt x="1324303" y="121976"/>
                </a:lnTo>
                <a:lnTo>
                  <a:pt x="1323482" y="122261"/>
                </a:lnTo>
                <a:lnTo>
                  <a:pt x="1322668" y="122555"/>
                </a:lnTo>
                <a:lnTo>
                  <a:pt x="1321862" y="122858"/>
                </a:lnTo>
                <a:lnTo>
                  <a:pt x="1321063" y="123169"/>
                </a:lnTo>
                <a:lnTo>
                  <a:pt x="1320272" y="123489"/>
                </a:lnTo>
                <a:lnTo>
                  <a:pt x="1319487" y="123818"/>
                </a:lnTo>
                <a:lnTo>
                  <a:pt x="1318711" y="124155"/>
                </a:lnTo>
                <a:lnTo>
                  <a:pt x="1317941" y="124502"/>
                </a:lnTo>
                <a:lnTo>
                  <a:pt x="1317179" y="124857"/>
                </a:lnTo>
                <a:lnTo>
                  <a:pt x="1316424" y="125221"/>
                </a:lnTo>
                <a:lnTo>
                  <a:pt x="1315677" y="125593"/>
                </a:lnTo>
                <a:lnTo>
                  <a:pt x="1314937" y="125975"/>
                </a:lnTo>
                <a:lnTo>
                  <a:pt x="1314205" y="126365"/>
                </a:lnTo>
                <a:lnTo>
                  <a:pt x="1313479" y="126764"/>
                </a:lnTo>
                <a:lnTo>
                  <a:pt x="1312761" y="127172"/>
                </a:lnTo>
                <a:lnTo>
                  <a:pt x="1312051" y="127588"/>
                </a:lnTo>
                <a:lnTo>
                  <a:pt x="1311348" y="128014"/>
                </a:lnTo>
                <a:lnTo>
                  <a:pt x="1310655" y="128449"/>
                </a:lnTo>
                <a:lnTo>
                  <a:pt x="1309974" y="128897"/>
                </a:lnTo>
                <a:lnTo>
                  <a:pt x="1309305" y="129357"/>
                </a:lnTo>
                <a:lnTo>
                  <a:pt x="1308649" y="129828"/>
                </a:lnTo>
                <a:lnTo>
                  <a:pt x="1308005" y="130312"/>
                </a:lnTo>
                <a:lnTo>
                  <a:pt x="1307373" y="130807"/>
                </a:lnTo>
                <a:lnTo>
                  <a:pt x="1306753" y="131314"/>
                </a:lnTo>
                <a:lnTo>
                  <a:pt x="1306146" y="131834"/>
                </a:lnTo>
                <a:lnTo>
                  <a:pt x="1305551" y="132365"/>
                </a:lnTo>
                <a:lnTo>
                  <a:pt x="1304969" y="132908"/>
                </a:lnTo>
                <a:lnTo>
                  <a:pt x="1304398" y="133463"/>
                </a:lnTo>
                <a:lnTo>
                  <a:pt x="1303840" y="134030"/>
                </a:lnTo>
                <a:lnTo>
                  <a:pt x="1303294" y="134609"/>
                </a:lnTo>
                <a:lnTo>
                  <a:pt x="1302761" y="135200"/>
                </a:lnTo>
                <a:lnTo>
                  <a:pt x="1302240" y="135803"/>
                </a:lnTo>
                <a:lnTo>
                  <a:pt x="1301731" y="136418"/>
                </a:lnTo>
                <a:lnTo>
                  <a:pt x="1301234" y="137044"/>
                </a:lnTo>
                <a:lnTo>
                  <a:pt x="1300750" y="137683"/>
                </a:lnTo>
                <a:lnTo>
                  <a:pt x="1300278" y="138334"/>
                </a:lnTo>
                <a:lnTo>
                  <a:pt x="1299818" y="138996"/>
                </a:lnTo>
                <a:lnTo>
                  <a:pt x="1299370" y="139671"/>
                </a:lnTo>
                <a:lnTo>
                  <a:pt x="1298935" y="140357"/>
                </a:lnTo>
                <a:lnTo>
                  <a:pt x="1298512" y="141055"/>
                </a:lnTo>
                <a:lnTo>
                  <a:pt x="1298102" y="141766"/>
                </a:lnTo>
                <a:lnTo>
                  <a:pt x="1297706" y="142490"/>
                </a:lnTo>
                <a:lnTo>
                  <a:pt x="1297327" y="143230"/>
                </a:lnTo>
                <a:lnTo>
                  <a:pt x="1296964" y="143985"/>
                </a:lnTo>
                <a:lnTo>
                  <a:pt x="1296619" y="144757"/>
                </a:lnTo>
                <a:lnTo>
                  <a:pt x="1296290" y="145544"/>
                </a:lnTo>
                <a:lnTo>
                  <a:pt x="1295978" y="146347"/>
                </a:lnTo>
                <a:lnTo>
                  <a:pt x="1295683" y="147166"/>
                </a:lnTo>
                <a:lnTo>
                  <a:pt x="1295405" y="148001"/>
                </a:lnTo>
                <a:lnTo>
                  <a:pt x="1295144" y="148852"/>
                </a:lnTo>
                <a:lnTo>
                  <a:pt x="1294900" y="149718"/>
                </a:lnTo>
                <a:lnTo>
                  <a:pt x="1294672" y="150600"/>
                </a:lnTo>
                <a:lnTo>
                  <a:pt x="1294462" y="151498"/>
                </a:lnTo>
                <a:lnTo>
                  <a:pt x="1294268" y="152412"/>
                </a:lnTo>
                <a:lnTo>
                  <a:pt x="1294091" y="153341"/>
                </a:lnTo>
                <a:lnTo>
                  <a:pt x="1293931" y="154287"/>
                </a:lnTo>
                <a:lnTo>
                  <a:pt x="1293787" y="155248"/>
                </a:lnTo>
                <a:lnTo>
                  <a:pt x="1293661" y="156225"/>
                </a:lnTo>
                <a:lnTo>
                  <a:pt x="1293552" y="157218"/>
                </a:lnTo>
                <a:lnTo>
                  <a:pt x="1293459" y="158226"/>
                </a:lnTo>
                <a:lnTo>
                  <a:pt x="1293383" y="159250"/>
                </a:lnTo>
                <a:lnTo>
                  <a:pt x="1293324" y="160291"/>
                </a:lnTo>
                <a:lnTo>
                  <a:pt x="1293282" y="161346"/>
                </a:lnTo>
                <a:lnTo>
                  <a:pt x="1293257" y="162418"/>
                </a:lnTo>
                <a:lnTo>
                  <a:pt x="1293248" y="163506"/>
                </a:lnTo>
                <a:lnTo>
                  <a:pt x="1293260" y="164770"/>
                </a:lnTo>
                <a:lnTo>
                  <a:pt x="1293295" y="166017"/>
                </a:lnTo>
                <a:lnTo>
                  <a:pt x="1293354" y="167247"/>
                </a:lnTo>
                <a:lnTo>
                  <a:pt x="1293436" y="168460"/>
                </a:lnTo>
                <a:lnTo>
                  <a:pt x="1293542" y="169657"/>
                </a:lnTo>
                <a:lnTo>
                  <a:pt x="1293672" y="170837"/>
                </a:lnTo>
                <a:lnTo>
                  <a:pt x="1293824" y="172000"/>
                </a:lnTo>
                <a:lnTo>
                  <a:pt x="1294001" y="173146"/>
                </a:lnTo>
                <a:lnTo>
                  <a:pt x="1294201" y="174275"/>
                </a:lnTo>
                <a:lnTo>
                  <a:pt x="1294424" y="175387"/>
                </a:lnTo>
                <a:lnTo>
                  <a:pt x="1294671" y="176482"/>
                </a:lnTo>
                <a:lnTo>
                  <a:pt x="1294942" y="177561"/>
                </a:lnTo>
                <a:lnTo>
                  <a:pt x="1295236" y="178623"/>
                </a:lnTo>
                <a:lnTo>
                  <a:pt x="1295553" y="179668"/>
                </a:lnTo>
                <a:lnTo>
                  <a:pt x="1295895" y="180696"/>
                </a:lnTo>
                <a:lnTo>
                  <a:pt x="1296259" y="181707"/>
                </a:lnTo>
                <a:lnTo>
                  <a:pt x="1296647" y="182701"/>
                </a:lnTo>
                <a:lnTo>
                  <a:pt x="1297059" y="183679"/>
                </a:lnTo>
                <a:lnTo>
                  <a:pt x="1297494" y="184639"/>
                </a:lnTo>
                <a:lnTo>
                  <a:pt x="1297953" y="185583"/>
                </a:lnTo>
                <a:lnTo>
                  <a:pt x="1298435" y="186510"/>
                </a:lnTo>
                <a:lnTo>
                  <a:pt x="1298941" y="187420"/>
                </a:lnTo>
                <a:lnTo>
                  <a:pt x="1299470" y="188313"/>
                </a:lnTo>
                <a:lnTo>
                  <a:pt x="1300023" y="189189"/>
                </a:lnTo>
                <a:lnTo>
                  <a:pt x="1300604" y="190049"/>
                </a:lnTo>
                <a:lnTo>
                  <a:pt x="1301203" y="190890"/>
                </a:lnTo>
                <a:lnTo>
                  <a:pt x="1301818" y="191714"/>
                </a:lnTo>
                <a:lnTo>
                  <a:pt x="1302450" y="192521"/>
                </a:lnTo>
                <a:lnTo>
                  <a:pt x="1303099" y="193310"/>
                </a:lnTo>
                <a:lnTo>
                  <a:pt x="1303764" y="194081"/>
                </a:lnTo>
                <a:lnTo>
                  <a:pt x="1304447" y="194835"/>
                </a:lnTo>
                <a:lnTo>
                  <a:pt x="1305146" y="195571"/>
                </a:lnTo>
                <a:lnTo>
                  <a:pt x="1305862" y="196290"/>
                </a:lnTo>
                <a:lnTo>
                  <a:pt x="1306596" y="196991"/>
                </a:lnTo>
                <a:lnTo>
                  <a:pt x="1307345" y="197674"/>
                </a:lnTo>
                <a:lnTo>
                  <a:pt x="1308112" y="198340"/>
                </a:lnTo>
                <a:lnTo>
                  <a:pt x="1308896" y="198989"/>
                </a:lnTo>
                <a:lnTo>
                  <a:pt x="1309696" y="199620"/>
                </a:lnTo>
                <a:lnTo>
                  <a:pt x="1310514" y="200233"/>
                </a:lnTo>
                <a:lnTo>
                  <a:pt x="1311348" y="200829"/>
                </a:lnTo>
                <a:lnTo>
                  <a:pt x="1312199" y="201407"/>
                </a:lnTo>
                <a:lnTo>
                  <a:pt x="1313067" y="201968"/>
                </a:lnTo>
                <a:lnTo>
                  <a:pt x="1313952" y="202511"/>
                </a:lnTo>
                <a:lnTo>
                  <a:pt x="1314853" y="203037"/>
                </a:lnTo>
                <a:lnTo>
                  <a:pt x="1315772" y="203545"/>
                </a:lnTo>
                <a:lnTo>
                  <a:pt x="1316707" y="204035"/>
                </a:lnTo>
                <a:lnTo>
                  <a:pt x="1317659" y="204508"/>
                </a:lnTo>
                <a:lnTo>
                  <a:pt x="1318628" y="204964"/>
                </a:lnTo>
                <a:lnTo>
                  <a:pt x="1319619" y="205393"/>
                </a:lnTo>
                <a:lnTo>
                  <a:pt x="1320620" y="205803"/>
                </a:lnTo>
                <a:lnTo>
                  <a:pt x="1321632" y="206196"/>
                </a:lnTo>
                <a:lnTo>
                  <a:pt x="1322653" y="206570"/>
                </a:lnTo>
                <a:lnTo>
                  <a:pt x="1323685" y="206926"/>
                </a:lnTo>
                <a:lnTo>
                  <a:pt x="1324727" y="207264"/>
                </a:lnTo>
                <a:lnTo>
                  <a:pt x="1325779" y="207583"/>
                </a:lnTo>
                <a:lnTo>
                  <a:pt x="1326841" y="207885"/>
                </a:lnTo>
                <a:lnTo>
                  <a:pt x="1327914" y="208168"/>
                </a:lnTo>
                <a:lnTo>
                  <a:pt x="1328996" y="208432"/>
                </a:lnTo>
                <a:lnTo>
                  <a:pt x="1330089" y="208679"/>
                </a:lnTo>
                <a:lnTo>
                  <a:pt x="1331192" y="208907"/>
                </a:lnTo>
                <a:lnTo>
                  <a:pt x="1332305" y="209117"/>
                </a:lnTo>
                <a:lnTo>
                  <a:pt x="1333429" y="209309"/>
                </a:lnTo>
                <a:lnTo>
                  <a:pt x="1334562" y="209482"/>
                </a:lnTo>
                <a:lnTo>
                  <a:pt x="1335706" y="209637"/>
                </a:lnTo>
                <a:lnTo>
                  <a:pt x="1336860" y="209774"/>
                </a:lnTo>
                <a:lnTo>
                  <a:pt x="1338024" y="209893"/>
                </a:lnTo>
                <a:lnTo>
                  <a:pt x="1339198" y="209993"/>
                </a:lnTo>
                <a:lnTo>
                  <a:pt x="1340383" y="210076"/>
                </a:lnTo>
                <a:lnTo>
                  <a:pt x="1341577" y="210139"/>
                </a:lnTo>
                <a:lnTo>
                  <a:pt x="1342782" y="210185"/>
                </a:lnTo>
                <a:lnTo>
                  <a:pt x="1343997" y="210213"/>
                </a:lnTo>
                <a:lnTo>
                  <a:pt x="1345222" y="210222"/>
                </a:lnTo>
                <a:lnTo>
                  <a:pt x="1346228" y="210216"/>
                </a:lnTo>
                <a:lnTo>
                  <a:pt x="1347223" y="210198"/>
                </a:lnTo>
                <a:lnTo>
                  <a:pt x="1348207" y="210170"/>
                </a:lnTo>
                <a:lnTo>
                  <a:pt x="1349180" y="210129"/>
                </a:lnTo>
                <a:close/>
                <a:moveTo>
                  <a:pt x="1351031" y="183181"/>
                </a:moveTo>
                <a:lnTo>
                  <a:pt x="1350142" y="183101"/>
                </a:lnTo>
                <a:lnTo>
                  <a:pt x="1349267" y="183002"/>
                </a:lnTo>
                <a:lnTo>
                  <a:pt x="1348406" y="182886"/>
                </a:lnTo>
                <a:lnTo>
                  <a:pt x="1347559" y="182752"/>
                </a:lnTo>
                <a:lnTo>
                  <a:pt x="1346726" y="182599"/>
                </a:lnTo>
                <a:lnTo>
                  <a:pt x="1345907" y="182429"/>
                </a:lnTo>
                <a:lnTo>
                  <a:pt x="1345103" y="182241"/>
                </a:lnTo>
                <a:lnTo>
                  <a:pt x="1344312" y="182035"/>
                </a:lnTo>
                <a:lnTo>
                  <a:pt x="1343535" y="181812"/>
                </a:lnTo>
                <a:lnTo>
                  <a:pt x="1342773" y="181570"/>
                </a:lnTo>
                <a:lnTo>
                  <a:pt x="1342024" y="181310"/>
                </a:lnTo>
                <a:lnTo>
                  <a:pt x="1341290" y="181033"/>
                </a:lnTo>
                <a:lnTo>
                  <a:pt x="1340569" y="180737"/>
                </a:lnTo>
                <a:lnTo>
                  <a:pt x="1339863" y="180424"/>
                </a:lnTo>
                <a:lnTo>
                  <a:pt x="1339171" y="180093"/>
                </a:lnTo>
                <a:lnTo>
                  <a:pt x="1338492" y="179743"/>
                </a:lnTo>
                <a:lnTo>
                  <a:pt x="1337828" y="179376"/>
                </a:lnTo>
                <a:lnTo>
                  <a:pt x="1337178" y="178991"/>
                </a:lnTo>
                <a:lnTo>
                  <a:pt x="1336542" y="178588"/>
                </a:lnTo>
                <a:lnTo>
                  <a:pt x="1335919" y="178168"/>
                </a:lnTo>
                <a:lnTo>
                  <a:pt x="1335317" y="177729"/>
                </a:lnTo>
                <a:lnTo>
                  <a:pt x="1334740" y="177274"/>
                </a:lnTo>
                <a:lnTo>
                  <a:pt x="1334189" y="176801"/>
                </a:lnTo>
                <a:lnTo>
                  <a:pt x="1333664" y="176311"/>
                </a:lnTo>
                <a:lnTo>
                  <a:pt x="1333164" y="175804"/>
                </a:lnTo>
                <a:lnTo>
                  <a:pt x="1332690" y="175280"/>
                </a:lnTo>
                <a:lnTo>
                  <a:pt x="1332241" y="174738"/>
                </a:lnTo>
                <a:lnTo>
                  <a:pt x="1331819" y="174179"/>
                </a:lnTo>
                <a:lnTo>
                  <a:pt x="1331421" y="173603"/>
                </a:lnTo>
                <a:lnTo>
                  <a:pt x="1331050" y="173010"/>
                </a:lnTo>
                <a:lnTo>
                  <a:pt x="1330704" y="172400"/>
                </a:lnTo>
                <a:lnTo>
                  <a:pt x="1330383" y="171772"/>
                </a:lnTo>
                <a:lnTo>
                  <a:pt x="1330089" y="171127"/>
                </a:lnTo>
                <a:lnTo>
                  <a:pt x="1329819" y="170465"/>
                </a:lnTo>
                <a:lnTo>
                  <a:pt x="1329576" y="169786"/>
                </a:lnTo>
                <a:lnTo>
                  <a:pt x="1329358" y="169090"/>
                </a:lnTo>
                <a:lnTo>
                  <a:pt x="1329166" y="168376"/>
                </a:lnTo>
                <a:lnTo>
                  <a:pt x="1328999" y="167645"/>
                </a:lnTo>
                <a:lnTo>
                  <a:pt x="1328858" y="166897"/>
                </a:lnTo>
                <a:lnTo>
                  <a:pt x="1328743" y="166132"/>
                </a:lnTo>
                <a:lnTo>
                  <a:pt x="1328653" y="165350"/>
                </a:lnTo>
                <a:lnTo>
                  <a:pt x="1328589" y="164550"/>
                </a:lnTo>
                <a:lnTo>
                  <a:pt x="1328551" y="163733"/>
                </a:lnTo>
                <a:lnTo>
                  <a:pt x="1328538" y="162899"/>
                </a:lnTo>
                <a:lnTo>
                  <a:pt x="1328544" y="162314"/>
                </a:lnTo>
                <a:lnTo>
                  <a:pt x="1328564" y="161738"/>
                </a:lnTo>
                <a:lnTo>
                  <a:pt x="1328596" y="161171"/>
                </a:lnTo>
                <a:lnTo>
                  <a:pt x="1328642" y="160613"/>
                </a:lnTo>
                <a:lnTo>
                  <a:pt x="1328700" y="160064"/>
                </a:lnTo>
                <a:lnTo>
                  <a:pt x="1328772" y="159524"/>
                </a:lnTo>
                <a:lnTo>
                  <a:pt x="1328856" y="158994"/>
                </a:lnTo>
                <a:lnTo>
                  <a:pt x="1328954" y="158472"/>
                </a:lnTo>
                <a:lnTo>
                  <a:pt x="1329064" y="157960"/>
                </a:lnTo>
                <a:lnTo>
                  <a:pt x="1329187" y="157457"/>
                </a:lnTo>
                <a:lnTo>
                  <a:pt x="1329324" y="156963"/>
                </a:lnTo>
                <a:lnTo>
                  <a:pt x="1329473" y="156478"/>
                </a:lnTo>
                <a:lnTo>
                  <a:pt x="1329636" y="156002"/>
                </a:lnTo>
                <a:lnTo>
                  <a:pt x="1329811" y="155536"/>
                </a:lnTo>
                <a:lnTo>
                  <a:pt x="1329999" y="155078"/>
                </a:lnTo>
                <a:lnTo>
                  <a:pt x="1330201" y="154630"/>
                </a:lnTo>
                <a:lnTo>
                  <a:pt x="1330415" y="154191"/>
                </a:lnTo>
                <a:lnTo>
                  <a:pt x="1330642" y="153761"/>
                </a:lnTo>
                <a:lnTo>
                  <a:pt x="1330883" y="153340"/>
                </a:lnTo>
                <a:lnTo>
                  <a:pt x="1331136" y="152928"/>
                </a:lnTo>
                <a:lnTo>
                  <a:pt x="1331402" y="152525"/>
                </a:lnTo>
                <a:lnTo>
                  <a:pt x="1331682" y="152132"/>
                </a:lnTo>
                <a:lnTo>
                  <a:pt x="1331974" y="151747"/>
                </a:lnTo>
                <a:lnTo>
                  <a:pt x="1332279" y="151372"/>
                </a:lnTo>
                <a:lnTo>
                  <a:pt x="1332596" y="150996"/>
                </a:lnTo>
                <a:lnTo>
                  <a:pt x="1332922" y="150627"/>
                </a:lnTo>
                <a:lnTo>
                  <a:pt x="1333257" y="150266"/>
                </a:lnTo>
                <a:lnTo>
                  <a:pt x="1333602" y="149911"/>
                </a:lnTo>
                <a:lnTo>
                  <a:pt x="1333957" y="149564"/>
                </a:lnTo>
                <a:lnTo>
                  <a:pt x="1334321" y="149223"/>
                </a:lnTo>
                <a:lnTo>
                  <a:pt x="1334694" y="148889"/>
                </a:lnTo>
                <a:lnTo>
                  <a:pt x="1335077" y="148563"/>
                </a:lnTo>
                <a:lnTo>
                  <a:pt x="1335469" y="148243"/>
                </a:lnTo>
                <a:lnTo>
                  <a:pt x="1335871" y="147931"/>
                </a:lnTo>
                <a:lnTo>
                  <a:pt x="1336282" y="147625"/>
                </a:lnTo>
                <a:lnTo>
                  <a:pt x="1336703" y="147327"/>
                </a:lnTo>
                <a:lnTo>
                  <a:pt x="1337133" y="147036"/>
                </a:lnTo>
                <a:lnTo>
                  <a:pt x="1337573" y="146751"/>
                </a:lnTo>
                <a:lnTo>
                  <a:pt x="1338022" y="146474"/>
                </a:lnTo>
                <a:lnTo>
                  <a:pt x="1338481" y="146204"/>
                </a:lnTo>
                <a:lnTo>
                  <a:pt x="1338949" y="145940"/>
                </a:lnTo>
                <a:lnTo>
                  <a:pt x="1339427" y="145684"/>
                </a:lnTo>
                <a:lnTo>
                  <a:pt x="1339914" y="145435"/>
                </a:lnTo>
                <a:lnTo>
                  <a:pt x="1340411" y="145192"/>
                </a:lnTo>
                <a:lnTo>
                  <a:pt x="1340917" y="144957"/>
                </a:lnTo>
                <a:lnTo>
                  <a:pt x="1341432" y="144729"/>
                </a:lnTo>
                <a:lnTo>
                  <a:pt x="1341957" y="144508"/>
                </a:lnTo>
                <a:lnTo>
                  <a:pt x="1342492" y="144294"/>
                </a:lnTo>
                <a:lnTo>
                  <a:pt x="1343034" y="144085"/>
                </a:lnTo>
                <a:lnTo>
                  <a:pt x="1343582" y="143882"/>
                </a:lnTo>
                <a:lnTo>
                  <a:pt x="1344137" y="143684"/>
                </a:lnTo>
                <a:lnTo>
                  <a:pt x="1344697" y="143490"/>
                </a:lnTo>
                <a:lnTo>
                  <a:pt x="1345263" y="143302"/>
                </a:lnTo>
                <a:lnTo>
                  <a:pt x="1345835" y="143118"/>
                </a:lnTo>
                <a:lnTo>
                  <a:pt x="1346413" y="142939"/>
                </a:lnTo>
                <a:lnTo>
                  <a:pt x="1346997" y="142766"/>
                </a:lnTo>
                <a:lnTo>
                  <a:pt x="1347587" y="142597"/>
                </a:lnTo>
                <a:lnTo>
                  <a:pt x="1348183" y="142433"/>
                </a:lnTo>
                <a:lnTo>
                  <a:pt x="1348785" y="142274"/>
                </a:lnTo>
                <a:lnTo>
                  <a:pt x="1349393" y="142120"/>
                </a:lnTo>
                <a:lnTo>
                  <a:pt x="1350007" y="141970"/>
                </a:lnTo>
                <a:lnTo>
                  <a:pt x="1350627" y="141826"/>
                </a:lnTo>
                <a:lnTo>
                  <a:pt x="1351253" y="141687"/>
                </a:lnTo>
                <a:lnTo>
                  <a:pt x="1351885" y="141552"/>
                </a:lnTo>
                <a:lnTo>
                  <a:pt x="1352522" y="141423"/>
                </a:lnTo>
                <a:lnTo>
                  <a:pt x="1353166" y="141298"/>
                </a:lnTo>
                <a:lnTo>
                  <a:pt x="1353816" y="141178"/>
                </a:lnTo>
                <a:lnTo>
                  <a:pt x="1354472" y="141063"/>
                </a:lnTo>
                <a:lnTo>
                  <a:pt x="1355133" y="140954"/>
                </a:lnTo>
                <a:lnTo>
                  <a:pt x="1355801" y="140849"/>
                </a:lnTo>
                <a:lnTo>
                  <a:pt x="1356474" y="140748"/>
                </a:lnTo>
                <a:lnTo>
                  <a:pt x="1357154" y="140653"/>
                </a:lnTo>
                <a:lnTo>
                  <a:pt x="1357460" y="140611"/>
                </a:lnTo>
                <a:lnTo>
                  <a:pt x="1357770" y="140568"/>
                </a:lnTo>
                <a:lnTo>
                  <a:pt x="1358084" y="140524"/>
                </a:lnTo>
                <a:lnTo>
                  <a:pt x="1358404" y="140479"/>
                </a:lnTo>
                <a:lnTo>
                  <a:pt x="1358728" y="140434"/>
                </a:lnTo>
                <a:lnTo>
                  <a:pt x="1359056" y="140388"/>
                </a:lnTo>
                <a:lnTo>
                  <a:pt x="1359389" y="140341"/>
                </a:lnTo>
                <a:lnTo>
                  <a:pt x="1359727" y="140294"/>
                </a:lnTo>
                <a:lnTo>
                  <a:pt x="1360069" y="140246"/>
                </a:lnTo>
                <a:lnTo>
                  <a:pt x="1360416" y="140197"/>
                </a:lnTo>
                <a:lnTo>
                  <a:pt x="1360767" y="140147"/>
                </a:lnTo>
                <a:lnTo>
                  <a:pt x="1361123" y="140097"/>
                </a:lnTo>
                <a:lnTo>
                  <a:pt x="1361483" y="140046"/>
                </a:lnTo>
                <a:lnTo>
                  <a:pt x="1361848" y="139995"/>
                </a:lnTo>
                <a:lnTo>
                  <a:pt x="1362218" y="139942"/>
                </a:lnTo>
                <a:lnTo>
                  <a:pt x="1362592" y="139889"/>
                </a:lnTo>
                <a:lnTo>
                  <a:pt x="1362970" y="139836"/>
                </a:lnTo>
                <a:lnTo>
                  <a:pt x="1363354" y="139781"/>
                </a:lnTo>
                <a:lnTo>
                  <a:pt x="1363741" y="139726"/>
                </a:lnTo>
                <a:lnTo>
                  <a:pt x="1364134" y="139670"/>
                </a:lnTo>
                <a:lnTo>
                  <a:pt x="1364531" y="139614"/>
                </a:lnTo>
                <a:lnTo>
                  <a:pt x="1364932" y="139557"/>
                </a:lnTo>
                <a:lnTo>
                  <a:pt x="1365338" y="139499"/>
                </a:lnTo>
                <a:lnTo>
                  <a:pt x="1365749" y="139440"/>
                </a:lnTo>
                <a:lnTo>
                  <a:pt x="1366162" y="139381"/>
                </a:lnTo>
                <a:lnTo>
                  <a:pt x="1366575" y="139321"/>
                </a:lnTo>
                <a:lnTo>
                  <a:pt x="1366989" y="139260"/>
                </a:lnTo>
                <a:lnTo>
                  <a:pt x="1367403" y="139198"/>
                </a:lnTo>
                <a:lnTo>
                  <a:pt x="1367818" y="139136"/>
                </a:lnTo>
                <a:lnTo>
                  <a:pt x="1368232" y="139073"/>
                </a:lnTo>
                <a:lnTo>
                  <a:pt x="1368648" y="139010"/>
                </a:lnTo>
                <a:lnTo>
                  <a:pt x="1369063" y="138946"/>
                </a:lnTo>
                <a:lnTo>
                  <a:pt x="1369479" y="138881"/>
                </a:lnTo>
                <a:lnTo>
                  <a:pt x="1369895" y="138815"/>
                </a:lnTo>
                <a:lnTo>
                  <a:pt x="1370312" y="138749"/>
                </a:lnTo>
                <a:lnTo>
                  <a:pt x="1370729" y="138682"/>
                </a:lnTo>
                <a:lnTo>
                  <a:pt x="1371146" y="138614"/>
                </a:lnTo>
                <a:lnTo>
                  <a:pt x="1371564" y="138545"/>
                </a:lnTo>
                <a:lnTo>
                  <a:pt x="1371982" y="138476"/>
                </a:lnTo>
                <a:lnTo>
                  <a:pt x="1372400" y="138406"/>
                </a:lnTo>
                <a:lnTo>
                  <a:pt x="1372819" y="138336"/>
                </a:lnTo>
                <a:lnTo>
                  <a:pt x="1373238" y="138264"/>
                </a:lnTo>
                <a:lnTo>
                  <a:pt x="1373657" y="138192"/>
                </a:lnTo>
                <a:lnTo>
                  <a:pt x="1374077" y="138120"/>
                </a:lnTo>
                <a:lnTo>
                  <a:pt x="1374497" y="138046"/>
                </a:lnTo>
                <a:lnTo>
                  <a:pt x="1374917" y="137972"/>
                </a:lnTo>
                <a:lnTo>
                  <a:pt x="1375338" y="137898"/>
                </a:lnTo>
                <a:lnTo>
                  <a:pt x="1375759" y="137822"/>
                </a:lnTo>
                <a:lnTo>
                  <a:pt x="1376179" y="137746"/>
                </a:lnTo>
                <a:lnTo>
                  <a:pt x="1376595" y="137668"/>
                </a:lnTo>
                <a:lnTo>
                  <a:pt x="1377008" y="137590"/>
                </a:lnTo>
                <a:lnTo>
                  <a:pt x="1377417" y="137510"/>
                </a:lnTo>
                <a:lnTo>
                  <a:pt x="1377822" y="137430"/>
                </a:lnTo>
                <a:lnTo>
                  <a:pt x="1378224" y="137348"/>
                </a:lnTo>
                <a:lnTo>
                  <a:pt x="1378623" y="137265"/>
                </a:lnTo>
                <a:lnTo>
                  <a:pt x="1379018" y="137182"/>
                </a:lnTo>
                <a:lnTo>
                  <a:pt x="1379409" y="137097"/>
                </a:lnTo>
                <a:lnTo>
                  <a:pt x="1379797" y="137011"/>
                </a:lnTo>
                <a:lnTo>
                  <a:pt x="1380181" y="136924"/>
                </a:lnTo>
                <a:lnTo>
                  <a:pt x="1380562" y="136836"/>
                </a:lnTo>
                <a:lnTo>
                  <a:pt x="1380940" y="136747"/>
                </a:lnTo>
                <a:lnTo>
                  <a:pt x="1381314" y="136657"/>
                </a:lnTo>
                <a:lnTo>
                  <a:pt x="1381684" y="136566"/>
                </a:lnTo>
                <a:lnTo>
                  <a:pt x="1382051" y="136474"/>
                </a:lnTo>
                <a:lnTo>
                  <a:pt x="1382414" y="136381"/>
                </a:lnTo>
                <a:lnTo>
                  <a:pt x="1382774" y="136286"/>
                </a:lnTo>
                <a:lnTo>
                  <a:pt x="1383131" y="136191"/>
                </a:lnTo>
                <a:lnTo>
                  <a:pt x="1383484" y="136095"/>
                </a:lnTo>
                <a:lnTo>
                  <a:pt x="1383833" y="135997"/>
                </a:lnTo>
                <a:lnTo>
                  <a:pt x="1384179" y="135899"/>
                </a:lnTo>
                <a:lnTo>
                  <a:pt x="1384521" y="135799"/>
                </a:lnTo>
                <a:lnTo>
                  <a:pt x="1384860" y="135699"/>
                </a:lnTo>
                <a:lnTo>
                  <a:pt x="1385201" y="135597"/>
                </a:lnTo>
                <a:lnTo>
                  <a:pt x="1385534" y="135495"/>
                </a:lnTo>
                <a:lnTo>
                  <a:pt x="1385858" y="135392"/>
                </a:lnTo>
                <a:lnTo>
                  <a:pt x="1386174" y="135289"/>
                </a:lnTo>
                <a:lnTo>
                  <a:pt x="1386482" y="135184"/>
                </a:lnTo>
                <a:lnTo>
                  <a:pt x="1386781" y="135079"/>
                </a:lnTo>
                <a:lnTo>
                  <a:pt x="1387072" y="134974"/>
                </a:lnTo>
                <a:lnTo>
                  <a:pt x="1387354" y="134867"/>
                </a:lnTo>
                <a:lnTo>
                  <a:pt x="1387628" y="134760"/>
                </a:lnTo>
                <a:lnTo>
                  <a:pt x="1387893" y="134652"/>
                </a:lnTo>
                <a:lnTo>
                  <a:pt x="1388150" y="134544"/>
                </a:lnTo>
                <a:lnTo>
                  <a:pt x="1388399" y="134435"/>
                </a:lnTo>
                <a:lnTo>
                  <a:pt x="1388639" y="134325"/>
                </a:lnTo>
                <a:lnTo>
                  <a:pt x="1388871" y="134214"/>
                </a:lnTo>
                <a:lnTo>
                  <a:pt x="1389094" y="134103"/>
                </a:lnTo>
                <a:lnTo>
                  <a:pt x="1389309" y="133991"/>
                </a:lnTo>
                <a:lnTo>
                  <a:pt x="1389515" y="133878"/>
                </a:lnTo>
                <a:lnTo>
                  <a:pt x="1389713" y="133765"/>
                </a:lnTo>
                <a:lnTo>
                  <a:pt x="1389903" y="133651"/>
                </a:lnTo>
                <a:lnTo>
                  <a:pt x="1390084" y="133536"/>
                </a:lnTo>
                <a:lnTo>
                  <a:pt x="1390257" y="133420"/>
                </a:lnTo>
                <a:lnTo>
                  <a:pt x="1390421" y="133304"/>
                </a:lnTo>
                <a:lnTo>
                  <a:pt x="1390577" y="133187"/>
                </a:lnTo>
                <a:lnTo>
                  <a:pt x="1390725" y="133070"/>
                </a:lnTo>
                <a:lnTo>
                  <a:pt x="1390725" y="151372"/>
                </a:lnTo>
                <a:lnTo>
                  <a:pt x="1390717" y="152086"/>
                </a:lnTo>
                <a:lnTo>
                  <a:pt x="1390694" y="152795"/>
                </a:lnTo>
                <a:lnTo>
                  <a:pt x="1390655" y="153500"/>
                </a:lnTo>
                <a:lnTo>
                  <a:pt x="1390601" y="154200"/>
                </a:lnTo>
                <a:lnTo>
                  <a:pt x="1390532" y="154896"/>
                </a:lnTo>
                <a:lnTo>
                  <a:pt x="1390447" y="155587"/>
                </a:lnTo>
                <a:lnTo>
                  <a:pt x="1390346" y="156274"/>
                </a:lnTo>
                <a:lnTo>
                  <a:pt x="1390230" y="156956"/>
                </a:lnTo>
                <a:lnTo>
                  <a:pt x="1390099" y="157633"/>
                </a:lnTo>
                <a:lnTo>
                  <a:pt x="1389952" y="158306"/>
                </a:lnTo>
                <a:lnTo>
                  <a:pt x="1389790" y="158974"/>
                </a:lnTo>
                <a:lnTo>
                  <a:pt x="1389612" y="159638"/>
                </a:lnTo>
                <a:lnTo>
                  <a:pt x="1389419" y="160297"/>
                </a:lnTo>
                <a:lnTo>
                  <a:pt x="1389211" y="160952"/>
                </a:lnTo>
                <a:lnTo>
                  <a:pt x="1388987" y="161602"/>
                </a:lnTo>
                <a:lnTo>
                  <a:pt x="1388747" y="162247"/>
                </a:lnTo>
                <a:lnTo>
                  <a:pt x="1388492" y="162888"/>
                </a:lnTo>
                <a:lnTo>
                  <a:pt x="1388222" y="163525"/>
                </a:lnTo>
                <a:lnTo>
                  <a:pt x="1387936" y="164157"/>
                </a:lnTo>
                <a:lnTo>
                  <a:pt x="1387635" y="164784"/>
                </a:lnTo>
                <a:lnTo>
                  <a:pt x="1387318" y="165406"/>
                </a:lnTo>
                <a:lnTo>
                  <a:pt x="1386986" y="166025"/>
                </a:lnTo>
                <a:lnTo>
                  <a:pt x="1386639" y="166638"/>
                </a:lnTo>
                <a:lnTo>
                  <a:pt x="1386275" y="167247"/>
                </a:lnTo>
                <a:lnTo>
                  <a:pt x="1385907" y="167849"/>
                </a:lnTo>
                <a:lnTo>
                  <a:pt x="1385525" y="168441"/>
                </a:lnTo>
                <a:lnTo>
                  <a:pt x="1385130" y="169023"/>
                </a:lnTo>
                <a:lnTo>
                  <a:pt x="1384722" y="169595"/>
                </a:lnTo>
                <a:lnTo>
                  <a:pt x="1384301" y="170158"/>
                </a:lnTo>
                <a:lnTo>
                  <a:pt x="1383868" y="170710"/>
                </a:lnTo>
                <a:lnTo>
                  <a:pt x="1383421" y="171253"/>
                </a:lnTo>
                <a:lnTo>
                  <a:pt x="1382961" y="171786"/>
                </a:lnTo>
                <a:lnTo>
                  <a:pt x="1382488" y="172309"/>
                </a:lnTo>
                <a:lnTo>
                  <a:pt x="1382003" y="172823"/>
                </a:lnTo>
                <a:lnTo>
                  <a:pt x="1381504" y="173326"/>
                </a:lnTo>
                <a:lnTo>
                  <a:pt x="1380992" y="173820"/>
                </a:lnTo>
                <a:lnTo>
                  <a:pt x="1380467" y="174303"/>
                </a:lnTo>
                <a:lnTo>
                  <a:pt x="1379930" y="174777"/>
                </a:lnTo>
                <a:lnTo>
                  <a:pt x="1379379" y="175242"/>
                </a:lnTo>
                <a:lnTo>
                  <a:pt x="1378815" y="175696"/>
                </a:lnTo>
                <a:lnTo>
                  <a:pt x="1378239" y="176140"/>
                </a:lnTo>
                <a:lnTo>
                  <a:pt x="1377649" y="176575"/>
                </a:lnTo>
                <a:lnTo>
                  <a:pt x="1377046" y="177000"/>
                </a:lnTo>
                <a:lnTo>
                  <a:pt x="1376431" y="177415"/>
                </a:lnTo>
                <a:lnTo>
                  <a:pt x="1375802" y="177820"/>
                </a:lnTo>
                <a:lnTo>
                  <a:pt x="1375160" y="178215"/>
                </a:lnTo>
                <a:lnTo>
                  <a:pt x="1374506" y="178601"/>
                </a:lnTo>
                <a:lnTo>
                  <a:pt x="1373838" y="178977"/>
                </a:lnTo>
                <a:lnTo>
                  <a:pt x="1373159" y="179331"/>
                </a:lnTo>
                <a:lnTo>
                  <a:pt x="1372470" y="179671"/>
                </a:lnTo>
                <a:lnTo>
                  <a:pt x="1371770" y="179996"/>
                </a:lnTo>
                <a:lnTo>
                  <a:pt x="1371060" y="180305"/>
                </a:lnTo>
                <a:lnTo>
                  <a:pt x="1370340" y="180600"/>
                </a:lnTo>
                <a:lnTo>
                  <a:pt x="1369610" y="180879"/>
                </a:lnTo>
                <a:lnTo>
                  <a:pt x="1368870" y="181143"/>
                </a:lnTo>
                <a:lnTo>
                  <a:pt x="1368119" y="181392"/>
                </a:lnTo>
                <a:lnTo>
                  <a:pt x="1367359" y="181626"/>
                </a:lnTo>
                <a:lnTo>
                  <a:pt x="1366588" y="181845"/>
                </a:lnTo>
                <a:lnTo>
                  <a:pt x="1365807" y="182049"/>
                </a:lnTo>
                <a:lnTo>
                  <a:pt x="1365016" y="182238"/>
                </a:lnTo>
                <a:lnTo>
                  <a:pt x="1364214" y="182411"/>
                </a:lnTo>
                <a:lnTo>
                  <a:pt x="1363403" y="182570"/>
                </a:lnTo>
                <a:lnTo>
                  <a:pt x="1362581" y="182713"/>
                </a:lnTo>
                <a:lnTo>
                  <a:pt x="1361749" y="182841"/>
                </a:lnTo>
                <a:lnTo>
                  <a:pt x="1360907" y="182955"/>
                </a:lnTo>
                <a:lnTo>
                  <a:pt x="1360055" y="183053"/>
                </a:lnTo>
                <a:lnTo>
                  <a:pt x="1359192" y="183136"/>
                </a:lnTo>
                <a:lnTo>
                  <a:pt x="1358319" y="183204"/>
                </a:lnTo>
                <a:lnTo>
                  <a:pt x="1357437" y="183257"/>
                </a:lnTo>
                <a:lnTo>
                  <a:pt x="1356544" y="183294"/>
                </a:lnTo>
                <a:lnTo>
                  <a:pt x="1355640" y="183317"/>
                </a:lnTo>
                <a:lnTo>
                  <a:pt x="1354727" y="183325"/>
                </a:lnTo>
                <a:lnTo>
                  <a:pt x="1353782" y="183316"/>
                </a:lnTo>
                <a:lnTo>
                  <a:pt x="1352851" y="183289"/>
                </a:lnTo>
                <a:lnTo>
                  <a:pt x="1351934" y="183244"/>
                </a:lnTo>
                <a:lnTo>
                  <a:pt x="1351031" y="18318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9A5496-B778-461E-96E3-2E04AF346E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0084" y="209346"/>
            <a:ext cx="120127" cy="186864"/>
          </a:xfrm>
          <a:custGeom xmlns:a="http://schemas.openxmlformats.org/drawingml/2006/main">
            <a:pathLst>
              <a:path w="120127" h="186864">
                <a:moveTo>
                  <a:pt x="13347" y="80084"/>
                </a:moveTo>
                <a:cubicBezTo>
                  <a:pt x="5976" y="80084"/>
                  <a:pt x="0" y="86060"/>
                  <a:pt x="0" y="93432"/>
                </a:cubicBezTo>
                <a:cubicBezTo>
                  <a:pt x="0" y="100803"/>
                  <a:pt x="5976" y="106779"/>
                  <a:pt x="13347" y="106779"/>
                </a:cubicBezTo>
                <a:lnTo>
                  <a:pt x="13347" y="93432"/>
                </a:lnTo>
                <a:lnTo>
                  <a:pt x="13347" y="80084"/>
                </a:lnTo>
                <a:close/>
                <a:moveTo>
                  <a:pt x="106779" y="106779"/>
                </a:moveTo>
                <a:cubicBezTo>
                  <a:pt x="114151" y="106779"/>
                  <a:pt x="120127" y="100803"/>
                  <a:pt x="120127" y="93432"/>
                </a:cubicBezTo>
                <a:cubicBezTo>
                  <a:pt x="120127" y="86060"/>
                  <a:pt x="114151" y="80084"/>
                  <a:pt x="106779" y="80084"/>
                </a:cubicBezTo>
                <a:lnTo>
                  <a:pt x="106779" y="93432"/>
                </a:lnTo>
                <a:lnTo>
                  <a:pt x="106779" y="106779"/>
                </a:lnTo>
                <a:close/>
                <a:moveTo>
                  <a:pt x="13347" y="160169"/>
                </a:moveTo>
                <a:cubicBezTo>
                  <a:pt x="5976" y="160169"/>
                  <a:pt x="0" y="166145"/>
                  <a:pt x="0" y="173516"/>
                </a:cubicBezTo>
                <a:cubicBezTo>
                  <a:pt x="0" y="180888"/>
                  <a:pt x="5976" y="186864"/>
                  <a:pt x="13347" y="186864"/>
                </a:cubicBezTo>
                <a:lnTo>
                  <a:pt x="13347" y="173516"/>
                </a:lnTo>
                <a:lnTo>
                  <a:pt x="13347" y="160169"/>
                </a:lnTo>
                <a:close/>
                <a:moveTo>
                  <a:pt x="106779" y="186864"/>
                </a:moveTo>
                <a:cubicBezTo>
                  <a:pt x="114151" y="186864"/>
                  <a:pt x="120127" y="180888"/>
                  <a:pt x="120127" y="173516"/>
                </a:cubicBezTo>
                <a:cubicBezTo>
                  <a:pt x="120127" y="166145"/>
                  <a:pt x="114151" y="160169"/>
                  <a:pt x="106779" y="160169"/>
                </a:cubicBezTo>
                <a:lnTo>
                  <a:pt x="106779" y="173516"/>
                </a:lnTo>
                <a:lnTo>
                  <a:pt x="106779" y="186864"/>
                </a:lnTo>
                <a:close/>
                <a:moveTo>
                  <a:pt x="13347" y="0"/>
                </a:moveTo>
                <a:cubicBezTo>
                  <a:pt x="5976" y="0"/>
                  <a:pt x="0" y="5976"/>
                  <a:pt x="0" y="13347"/>
                </a:cubicBezTo>
                <a:cubicBezTo>
                  <a:pt x="0" y="20719"/>
                  <a:pt x="5976" y="26695"/>
                  <a:pt x="13347" y="26695"/>
                </a:cubicBezTo>
                <a:lnTo>
                  <a:pt x="13347" y="13347"/>
                </a:lnTo>
                <a:lnTo>
                  <a:pt x="13347" y="0"/>
                </a:lnTo>
                <a:close/>
                <a:moveTo>
                  <a:pt x="106779" y="26695"/>
                </a:moveTo>
                <a:cubicBezTo>
                  <a:pt x="114151" y="26695"/>
                  <a:pt x="120127" y="20719"/>
                  <a:pt x="120127" y="13347"/>
                </a:cubicBezTo>
                <a:cubicBezTo>
                  <a:pt x="120127" y="5976"/>
                  <a:pt x="114151" y="0"/>
                  <a:pt x="106779" y="0"/>
                </a:cubicBezTo>
                <a:lnTo>
                  <a:pt x="106779" y="13347"/>
                </a:lnTo>
                <a:lnTo>
                  <a:pt x="106779" y="26695"/>
                </a:lnTo>
                <a:close/>
                <a:moveTo>
                  <a:pt x="13347" y="93432"/>
                </a:moveTo>
                <a:lnTo>
                  <a:pt x="13347" y="106779"/>
                </a:lnTo>
                <a:lnTo>
                  <a:pt x="106779" y="106779"/>
                </a:lnTo>
                <a:lnTo>
                  <a:pt x="106779" y="93432"/>
                </a:lnTo>
                <a:lnTo>
                  <a:pt x="106779" y="80084"/>
                </a:lnTo>
                <a:lnTo>
                  <a:pt x="13347" y="80084"/>
                </a:lnTo>
                <a:lnTo>
                  <a:pt x="13347" y="93432"/>
                </a:lnTo>
                <a:close/>
                <a:moveTo>
                  <a:pt x="13347" y="173516"/>
                </a:moveTo>
                <a:lnTo>
                  <a:pt x="13347" y="186864"/>
                </a:lnTo>
                <a:lnTo>
                  <a:pt x="106779" y="186864"/>
                </a:lnTo>
                <a:lnTo>
                  <a:pt x="106779" y="173516"/>
                </a:lnTo>
                <a:lnTo>
                  <a:pt x="106779" y="160169"/>
                </a:lnTo>
                <a:lnTo>
                  <a:pt x="13347" y="160169"/>
                </a:lnTo>
                <a:lnTo>
                  <a:pt x="13347" y="173516"/>
                </a:lnTo>
                <a:close/>
                <a:moveTo>
                  <a:pt x="13347" y="13347"/>
                </a:moveTo>
                <a:lnTo>
                  <a:pt x="13347" y="26695"/>
                </a:lnTo>
                <a:lnTo>
                  <a:pt x="106779" y="26695"/>
                </a:lnTo>
                <a:lnTo>
                  <a:pt x="106779" y="13347"/>
                </a:lnTo>
                <a:lnTo>
                  <a:pt x="106779" y="0"/>
                </a:lnTo>
                <a:lnTo>
                  <a:pt x="13347" y="0"/>
                </a:lnTo>
                <a:lnTo>
                  <a:pt x="13347" y="13347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C74BFB-93E6-4E47-812E-BED4A00FAC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0021" y="202672"/>
            <a:ext cx="40042" cy="200211"/>
          </a:xfrm>
          <a:custGeom xmlns:a="http://schemas.openxmlformats.org/drawingml/2006/main">
            <a:pathLst>
              <a:path w="40042" h="200211">
                <a:moveTo>
                  <a:pt x="20021" y="106779"/>
                </a:moveTo>
                <a:lnTo>
                  <a:pt x="20021" y="120127"/>
                </a:lnTo>
                <a:lnTo>
                  <a:pt x="20021" y="106779"/>
                </a:lnTo>
                <a:close/>
                <a:moveTo>
                  <a:pt x="20021" y="186864"/>
                </a:moveTo>
                <a:lnTo>
                  <a:pt x="20021" y="200211"/>
                </a:lnTo>
                <a:lnTo>
                  <a:pt x="20021" y="186864"/>
                </a:lnTo>
                <a:close/>
                <a:moveTo>
                  <a:pt x="20021" y="106779"/>
                </a:moveTo>
                <a:lnTo>
                  <a:pt x="20021" y="93432"/>
                </a:lnTo>
                <a:cubicBezTo>
                  <a:pt x="21791" y="93432"/>
                  <a:pt x="23489" y="94135"/>
                  <a:pt x="24740" y="95387"/>
                </a:cubicBezTo>
                <a:lnTo>
                  <a:pt x="15302" y="104825"/>
                </a:lnTo>
                <a:lnTo>
                  <a:pt x="5864" y="114263"/>
                </a:lnTo>
                <a:cubicBezTo>
                  <a:pt x="9619" y="118017"/>
                  <a:pt x="14711" y="120127"/>
                  <a:pt x="20021" y="120127"/>
                </a:cubicBezTo>
                <a:lnTo>
                  <a:pt x="20021" y="106779"/>
                </a:lnTo>
                <a:close/>
                <a:moveTo>
                  <a:pt x="15302" y="104825"/>
                </a:moveTo>
                <a:lnTo>
                  <a:pt x="24740" y="95387"/>
                </a:lnTo>
                <a:cubicBezTo>
                  <a:pt x="25992" y="96638"/>
                  <a:pt x="26695" y="98336"/>
                  <a:pt x="26695" y="100106"/>
                </a:cubicBezTo>
                <a:lnTo>
                  <a:pt x="13347" y="100106"/>
                </a:lnTo>
                <a:lnTo>
                  <a:pt x="0" y="100106"/>
                </a:lnTo>
                <a:cubicBezTo>
                  <a:pt x="0" y="105415"/>
                  <a:pt x="2109" y="110508"/>
                  <a:pt x="5864" y="114263"/>
                </a:cubicBezTo>
                <a:lnTo>
                  <a:pt x="15302" y="104825"/>
                </a:lnTo>
                <a:close/>
                <a:moveTo>
                  <a:pt x="13347" y="100106"/>
                </a:moveTo>
                <a:lnTo>
                  <a:pt x="26695" y="100106"/>
                </a:lnTo>
                <a:cubicBezTo>
                  <a:pt x="26695" y="101876"/>
                  <a:pt x="25992" y="103573"/>
                  <a:pt x="24740" y="104825"/>
                </a:cubicBezTo>
                <a:lnTo>
                  <a:pt x="15302" y="95387"/>
                </a:lnTo>
                <a:lnTo>
                  <a:pt x="5864" y="85948"/>
                </a:lnTo>
                <a:cubicBezTo>
                  <a:pt x="2109" y="89703"/>
                  <a:pt x="0" y="94796"/>
                  <a:pt x="0" y="100106"/>
                </a:cubicBezTo>
                <a:lnTo>
                  <a:pt x="13347" y="100106"/>
                </a:lnTo>
                <a:close/>
                <a:moveTo>
                  <a:pt x="15302" y="95387"/>
                </a:moveTo>
                <a:lnTo>
                  <a:pt x="24740" y="104825"/>
                </a:lnTo>
                <a:cubicBezTo>
                  <a:pt x="23489" y="106076"/>
                  <a:pt x="21791" y="106779"/>
                  <a:pt x="20021" y="106779"/>
                </a:cubicBezTo>
                <a:lnTo>
                  <a:pt x="20021" y="93432"/>
                </a:lnTo>
                <a:lnTo>
                  <a:pt x="20021" y="80084"/>
                </a:lnTo>
                <a:cubicBezTo>
                  <a:pt x="14711" y="80084"/>
                  <a:pt x="9619" y="82194"/>
                  <a:pt x="5864" y="85948"/>
                </a:cubicBezTo>
                <a:lnTo>
                  <a:pt x="15302" y="95387"/>
                </a:lnTo>
                <a:close/>
                <a:moveTo>
                  <a:pt x="20021" y="106779"/>
                </a:moveTo>
                <a:lnTo>
                  <a:pt x="20021" y="120127"/>
                </a:lnTo>
                <a:cubicBezTo>
                  <a:pt x="25331" y="120127"/>
                  <a:pt x="30423" y="118017"/>
                  <a:pt x="34178" y="114263"/>
                </a:cubicBezTo>
                <a:lnTo>
                  <a:pt x="24740" y="104825"/>
                </a:lnTo>
                <a:lnTo>
                  <a:pt x="15302" y="95387"/>
                </a:lnTo>
                <a:cubicBezTo>
                  <a:pt x="16554" y="94135"/>
                  <a:pt x="18251" y="93432"/>
                  <a:pt x="20021" y="93432"/>
                </a:cubicBezTo>
                <a:lnTo>
                  <a:pt x="20021" y="106779"/>
                </a:lnTo>
                <a:close/>
                <a:moveTo>
                  <a:pt x="24740" y="104825"/>
                </a:moveTo>
                <a:lnTo>
                  <a:pt x="34178" y="114263"/>
                </a:lnTo>
                <a:cubicBezTo>
                  <a:pt x="37933" y="110508"/>
                  <a:pt x="40042" y="105415"/>
                  <a:pt x="40042" y="100106"/>
                </a:cubicBezTo>
                <a:lnTo>
                  <a:pt x="26695" y="100106"/>
                </a:lnTo>
                <a:lnTo>
                  <a:pt x="13347" y="100106"/>
                </a:lnTo>
                <a:cubicBezTo>
                  <a:pt x="13347" y="98336"/>
                  <a:pt x="14051" y="96638"/>
                  <a:pt x="15302" y="95387"/>
                </a:cubicBezTo>
                <a:lnTo>
                  <a:pt x="24740" y="104825"/>
                </a:lnTo>
                <a:close/>
                <a:moveTo>
                  <a:pt x="26695" y="100106"/>
                </a:moveTo>
                <a:lnTo>
                  <a:pt x="40042" y="100106"/>
                </a:lnTo>
                <a:cubicBezTo>
                  <a:pt x="40042" y="94796"/>
                  <a:pt x="37933" y="89703"/>
                  <a:pt x="34178" y="85948"/>
                </a:cubicBezTo>
                <a:lnTo>
                  <a:pt x="24740" y="95387"/>
                </a:lnTo>
                <a:lnTo>
                  <a:pt x="15302" y="104825"/>
                </a:lnTo>
                <a:cubicBezTo>
                  <a:pt x="14051" y="103573"/>
                  <a:pt x="13347" y="101876"/>
                  <a:pt x="13347" y="100106"/>
                </a:cubicBezTo>
                <a:lnTo>
                  <a:pt x="26695" y="100106"/>
                </a:lnTo>
                <a:close/>
                <a:moveTo>
                  <a:pt x="24740" y="95387"/>
                </a:moveTo>
                <a:lnTo>
                  <a:pt x="34178" y="85948"/>
                </a:lnTo>
                <a:cubicBezTo>
                  <a:pt x="30424" y="82194"/>
                  <a:pt x="25331" y="80084"/>
                  <a:pt x="20021" y="80084"/>
                </a:cubicBezTo>
                <a:lnTo>
                  <a:pt x="20021" y="93432"/>
                </a:lnTo>
                <a:lnTo>
                  <a:pt x="20021" y="106779"/>
                </a:lnTo>
                <a:cubicBezTo>
                  <a:pt x="18251" y="106779"/>
                  <a:pt x="16554" y="106076"/>
                  <a:pt x="15302" y="104825"/>
                </a:cubicBezTo>
                <a:lnTo>
                  <a:pt x="24740" y="95387"/>
                </a:lnTo>
                <a:close/>
                <a:moveTo>
                  <a:pt x="20021" y="186864"/>
                </a:moveTo>
                <a:lnTo>
                  <a:pt x="20021" y="173516"/>
                </a:lnTo>
                <a:cubicBezTo>
                  <a:pt x="21791" y="173516"/>
                  <a:pt x="23489" y="174219"/>
                  <a:pt x="24740" y="175471"/>
                </a:cubicBezTo>
                <a:lnTo>
                  <a:pt x="15302" y="184909"/>
                </a:lnTo>
                <a:lnTo>
                  <a:pt x="5864" y="194347"/>
                </a:lnTo>
                <a:cubicBezTo>
                  <a:pt x="9619" y="198102"/>
                  <a:pt x="14711" y="200211"/>
                  <a:pt x="20021" y="200211"/>
                </a:cubicBezTo>
                <a:lnTo>
                  <a:pt x="20021" y="186864"/>
                </a:lnTo>
                <a:close/>
                <a:moveTo>
                  <a:pt x="15302" y="184909"/>
                </a:moveTo>
                <a:lnTo>
                  <a:pt x="24740" y="175471"/>
                </a:lnTo>
                <a:cubicBezTo>
                  <a:pt x="25992" y="176723"/>
                  <a:pt x="26695" y="178420"/>
                  <a:pt x="26695" y="180190"/>
                </a:cubicBezTo>
                <a:lnTo>
                  <a:pt x="13347" y="180190"/>
                </a:lnTo>
                <a:lnTo>
                  <a:pt x="0" y="180190"/>
                </a:lnTo>
                <a:cubicBezTo>
                  <a:pt x="0" y="185500"/>
                  <a:pt x="2109" y="190592"/>
                  <a:pt x="5864" y="194347"/>
                </a:cubicBezTo>
                <a:lnTo>
                  <a:pt x="15302" y="184909"/>
                </a:lnTo>
                <a:close/>
                <a:moveTo>
                  <a:pt x="13347" y="180190"/>
                </a:moveTo>
                <a:lnTo>
                  <a:pt x="26695" y="180190"/>
                </a:lnTo>
                <a:cubicBezTo>
                  <a:pt x="26695" y="181960"/>
                  <a:pt x="25992" y="183657"/>
                  <a:pt x="24740" y="184909"/>
                </a:cubicBezTo>
                <a:lnTo>
                  <a:pt x="15302" y="175471"/>
                </a:lnTo>
                <a:lnTo>
                  <a:pt x="5864" y="166033"/>
                </a:lnTo>
                <a:cubicBezTo>
                  <a:pt x="2109" y="169788"/>
                  <a:pt x="0" y="174880"/>
                  <a:pt x="0" y="180190"/>
                </a:cubicBezTo>
                <a:lnTo>
                  <a:pt x="13347" y="180190"/>
                </a:lnTo>
                <a:close/>
                <a:moveTo>
                  <a:pt x="15302" y="175471"/>
                </a:moveTo>
                <a:lnTo>
                  <a:pt x="24740" y="184909"/>
                </a:lnTo>
                <a:cubicBezTo>
                  <a:pt x="23489" y="186161"/>
                  <a:pt x="21791" y="186864"/>
                  <a:pt x="20021" y="186864"/>
                </a:cubicBezTo>
                <a:lnTo>
                  <a:pt x="20021" y="173516"/>
                </a:lnTo>
                <a:lnTo>
                  <a:pt x="20021" y="160169"/>
                </a:lnTo>
                <a:cubicBezTo>
                  <a:pt x="14711" y="160169"/>
                  <a:pt x="9619" y="162278"/>
                  <a:pt x="5864" y="166033"/>
                </a:cubicBezTo>
                <a:lnTo>
                  <a:pt x="15302" y="175471"/>
                </a:lnTo>
                <a:close/>
                <a:moveTo>
                  <a:pt x="20021" y="186864"/>
                </a:moveTo>
                <a:lnTo>
                  <a:pt x="20021" y="200211"/>
                </a:lnTo>
                <a:cubicBezTo>
                  <a:pt x="25331" y="200211"/>
                  <a:pt x="30423" y="198102"/>
                  <a:pt x="34178" y="194347"/>
                </a:cubicBezTo>
                <a:lnTo>
                  <a:pt x="24740" y="184909"/>
                </a:lnTo>
                <a:lnTo>
                  <a:pt x="15302" y="175471"/>
                </a:lnTo>
                <a:cubicBezTo>
                  <a:pt x="16554" y="174219"/>
                  <a:pt x="18251" y="173516"/>
                  <a:pt x="20021" y="173516"/>
                </a:cubicBezTo>
                <a:lnTo>
                  <a:pt x="20021" y="186864"/>
                </a:lnTo>
                <a:close/>
                <a:moveTo>
                  <a:pt x="24740" y="184909"/>
                </a:moveTo>
                <a:lnTo>
                  <a:pt x="34178" y="194347"/>
                </a:lnTo>
                <a:cubicBezTo>
                  <a:pt x="37933" y="190592"/>
                  <a:pt x="40042" y="185500"/>
                  <a:pt x="40042" y="180190"/>
                </a:cubicBezTo>
                <a:lnTo>
                  <a:pt x="26695" y="180190"/>
                </a:lnTo>
                <a:lnTo>
                  <a:pt x="13347" y="180190"/>
                </a:lnTo>
                <a:cubicBezTo>
                  <a:pt x="13347" y="178420"/>
                  <a:pt x="14051" y="176723"/>
                  <a:pt x="15302" y="175471"/>
                </a:cubicBezTo>
                <a:lnTo>
                  <a:pt x="24740" y="184909"/>
                </a:lnTo>
                <a:close/>
                <a:moveTo>
                  <a:pt x="26695" y="180190"/>
                </a:moveTo>
                <a:lnTo>
                  <a:pt x="40042" y="180190"/>
                </a:lnTo>
                <a:cubicBezTo>
                  <a:pt x="40042" y="174880"/>
                  <a:pt x="37933" y="169788"/>
                  <a:pt x="34178" y="166033"/>
                </a:cubicBezTo>
                <a:lnTo>
                  <a:pt x="24740" y="175471"/>
                </a:lnTo>
                <a:lnTo>
                  <a:pt x="15302" y="184909"/>
                </a:lnTo>
                <a:cubicBezTo>
                  <a:pt x="14051" y="183657"/>
                  <a:pt x="13347" y="181960"/>
                  <a:pt x="13347" y="180190"/>
                </a:cubicBezTo>
                <a:lnTo>
                  <a:pt x="26695" y="180190"/>
                </a:lnTo>
                <a:close/>
                <a:moveTo>
                  <a:pt x="24740" y="175471"/>
                </a:moveTo>
                <a:lnTo>
                  <a:pt x="34178" y="166033"/>
                </a:lnTo>
                <a:cubicBezTo>
                  <a:pt x="30423" y="162278"/>
                  <a:pt x="25331" y="160169"/>
                  <a:pt x="20021" y="160169"/>
                </a:cubicBezTo>
                <a:lnTo>
                  <a:pt x="20021" y="173516"/>
                </a:lnTo>
                <a:lnTo>
                  <a:pt x="20021" y="186864"/>
                </a:lnTo>
                <a:cubicBezTo>
                  <a:pt x="18251" y="186864"/>
                  <a:pt x="16554" y="186161"/>
                  <a:pt x="15302" y="184909"/>
                </a:cubicBezTo>
                <a:lnTo>
                  <a:pt x="24740" y="175471"/>
                </a:lnTo>
                <a:close/>
                <a:moveTo>
                  <a:pt x="20021" y="26695"/>
                </a:moveTo>
                <a:lnTo>
                  <a:pt x="20021" y="13347"/>
                </a:lnTo>
                <a:cubicBezTo>
                  <a:pt x="21791" y="13347"/>
                  <a:pt x="23489" y="14051"/>
                  <a:pt x="24740" y="15302"/>
                </a:cubicBezTo>
                <a:lnTo>
                  <a:pt x="15302" y="24740"/>
                </a:lnTo>
                <a:lnTo>
                  <a:pt x="5864" y="34178"/>
                </a:lnTo>
                <a:cubicBezTo>
                  <a:pt x="9619" y="37933"/>
                  <a:pt x="14711" y="40042"/>
                  <a:pt x="20021" y="40042"/>
                </a:cubicBezTo>
                <a:lnTo>
                  <a:pt x="20021" y="26695"/>
                </a:lnTo>
                <a:close/>
                <a:moveTo>
                  <a:pt x="15302" y="24740"/>
                </a:moveTo>
                <a:lnTo>
                  <a:pt x="24740" y="15302"/>
                </a:lnTo>
                <a:cubicBezTo>
                  <a:pt x="25992" y="16554"/>
                  <a:pt x="26695" y="18251"/>
                  <a:pt x="26695" y="20021"/>
                </a:cubicBezTo>
                <a:lnTo>
                  <a:pt x="13347" y="20021"/>
                </a:lnTo>
                <a:lnTo>
                  <a:pt x="0" y="20021"/>
                </a:lnTo>
                <a:cubicBezTo>
                  <a:pt x="0" y="25331"/>
                  <a:pt x="2109" y="30423"/>
                  <a:pt x="5864" y="34178"/>
                </a:cubicBezTo>
                <a:lnTo>
                  <a:pt x="15302" y="24740"/>
                </a:lnTo>
                <a:close/>
                <a:moveTo>
                  <a:pt x="13347" y="20021"/>
                </a:moveTo>
                <a:lnTo>
                  <a:pt x="26695" y="20021"/>
                </a:lnTo>
                <a:cubicBezTo>
                  <a:pt x="26695" y="21791"/>
                  <a:pt x="25992" y="23489"/>
                  <a:pt x="24740" y="24740"/>
                </a:cubicBezTo>
                <a:lnTo>
                  <a:pt x="15302" y="15302"/>
                </a:lnTo>
                <a:lnTo>
                  <a:pt x="5864" y="5864"/>
                </a:lnTo>
                <a:cubicBezTo>
                  <a:pt x="2109" y="9619"/>
                  <a:pt x="0" y="14711"/>
                  <a:pt x="0" y="20021"/>
                </a:cubicBezTo>
                <a:lnTo>
                  <a:pt x="13347" y="20021"/>
                </a:lnTo>
                <a:close/>
                <a:moveTo>
                  <a:pt x="15302" y="15302"/>
                </a:moveTo>
                <a:lnTo>
                  <a:pt x="24740" y="24740"/>
                </a:lnTo>
                <a:cubicBezTo>
                  <a:pt x="23489" y="25992"/>
                  <a:pt x="21791" y="26695"/>
                  <a:pt x="20021" y="26695"/>
                </a:cubicBezTo>
                <a:lnTo>
                  <a:pt x="20021" y="13347"/>
                </a:lnTo>
                <a:lnTo>
                  <a:pt x="20021" y="0"/>
                </a:lnTo>
                <a:cubicBezTo>
                  <a:pt x="14711" y="0"/>
                  <a:pt x="9619" y="2109"/>
                  <a:pt x="5864" y="5864"/>
                </a:cubicBezTo>
                <a:lnTo>
                  <a:pt x="15302" y="15302"/>
                </a:lnTo>
                <a:close/>
                <a:moveTo>
                  <a:pt x="20021" y="26695"/>
                </a:moveTo>
                <a:lnTo>
                  <a:pt x="20021" y="40042"/>
                </a:lnTo>
                <a:cubicBezTo>
                  <a:pt x="25331" y="40042"/>
                  <a:pt x="30423" y="37933"/>
                  <a:pt x="34178" y="34178"/>
                </a:cubicBezTo>
                <a:lnTo>
                  <a:pt x="24740" y="24740"/>
                </a:lnTo>
                <a:lnTo>
                  <a:pt x="15302" y="15302"/>
                </a:lnTo>
                <a:cubicBezTo>
                  <a:pt x="16554" y="14051"/>
                  <a:pt x="18251" y="13347"/>
                  <a:pt x="20021" y="13347"/>
                </a:cubicBezTo>
                <a:lnTo>
                  <a:pt x="20021" y="26695"/>
                </a:lnTo>
                <a:close/>
                <a:moveTo>
                  <a:pt x="24740" y="24740"/>
                </a:moveTo>
                <a:lnTo>
                  <a:pt x="34178" y="34178"/>
                </a:lnTo>
                <a:cubicBezTo>
                  <a:pt x="37933" y="30423"/>
                  <a:pt x="40042" y="25331"/>
                  <a:pt x="40042" y="20021"/>
                </a:cubicBezTo>
                <a:lnTo>
                  <a:pt x="26695" y="20021"/>
                </a:lnTo>
                <a:lnTo>
                  <a:pt x="13347" y="20021"/>
                </a:lnTo>
                <a:cubicBezTo>
                  <a:pt x="13347" y="18251"/>
                  <a:pt x="14051" y="16554"/>
                  <a:pt x="15302" y="15302"/>
                </a:cubicBezTo>
                <a:lnTo>
                  <a:pt x="24740" y="24740"/>
                </a:lnTo>
                <a:close/>
                <a:moveTo>
                  <a:pt x="26695" y="20021"/>
                </a:moveTo>
                <a:lnTo>
                  <a:pt x="40042" y="20021"/>
                </a:lnTo>
                <a:cubicBezTo>
                  <a:pt x="40042" y="14711"/>
                  <a:pt x="37933" y="9619"/>
                  <a:pt x="34178" y="5864"/>
                </a:cubicBezTo>
                <a:lnTo>
                  <a:pt x="24740" y="15302"/>
                </a:lnTo>
                <a:lnTo>
                  <a:pt x="15302" y="24740"/>
                </a:lnTo>
                <a:cubicBezTo>
                  <a:pt x="14051" y="23489"/>
                  <a:pt x="13347" y="21791"/>
                  <a:pt x="13347" y="20021"/>
                </a:cubicBezTo>
                <a:lnTo>
                  <a:pt x="26695" y="20021"/>
                </a:lnTo>
                <a:close/>
                <a:moveTo>
                  <a:pt x="24740" y="15302"/>
                </a:moveTo>
                <a:lnTo>
                  <a:pt x="34178" y="5864"/>
                </a:lnTo>
                <a:cubicBezTo>
                  <a:pt x="30424" y="2109"/>
                  <a:pt x="25331" y="0"/>
                  <a:pt x="20021" y="0"/>
                </a:cubicBezTo>
                <a:lnTo>
                  <a:pt x="20021" y="13347"/>
                </a:lnTo>
                <a:lnTo>
                  <a:pt x="20021" y="26695"/>
                </a:lnTo>
                <a:cubicBezTo>
                  <a:pt x="18251" y="26695"/>
                  <a:pt x="16554" y="25992"/>
                  <a:pt x="15302" y="24740"/>
                </a:cubicBezTo>
                <a:lnTo>
                  <a:pt x="24740" y="15302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D43B88-D9FE-48FA-8ABF-EA77121F13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3263" y="48981"/>
            <a:ext cx="347033" cy="427117"/>
          </a:xfrm>
          <a:custGeom xmlns:a="http://schemas.openxmlformats.org/drawingml/2006/main">
            <a:pathLst>
              <a:path w="347033" h="427117">
                <a:moveTo>
                  <a:pt x="165601" y="392"/>
                </a:moveTo>
                <a:lnTo>
                  <a:pt x="162990" y="695"/>
                </a:lnTo>
                <a:lnTo>
                  <a:pt x="160395" y="1082"/>
                </a:lnTo>
                <a:lnTo>
                  <a:pt x="157820" y="1553"/>
                </a:lnTo>
                <a:lnTo>
                  <a:pt x="155265" y="2107"/>
                </a:lnTo>
                <a:lnTo>
                  <a:pt x="152733" y="2744"/>
                </a:lnTo>
                <a:lnTo>
                  <a:pt x="150225" y="3462"/>
                </a:lnTo>
                <a:lnTo>
                  <a:pt x="147744" y="4260"/>
                </a:lnTo>
                <a:lnTo>
                  <a:pt x="145291" y="5139"/>
                </a:lnTo>
                <a:lnTo>
                  <a:pt x="142869" y="6096"/>
                </a:lnTo>
                <a:lnTo>
                  <a:pt x="140480" y="7132"/>
                </a:lnTo>
                <a:lnTo>
                  <a:pt x="138124" y="8245"/>
                </a:lnTo>
                <a:lnTo>
                  <a:pt x="135805" y="9434"/>
                </a:lnTo>
                <a:lnTo>
                  <a:pt x="133524" y="10700"/>
                </a:lnTo>
                <a:lnTo>
                  <a:pt x="131284" y="12040"/>
                </a:lnTo>
                <a:lnTo>
                  <a:pt x="129085" y="13455"/>
                </a:lnTo>
                <a:lnTo>
                  <a:pt x="126931" y="14943"/>
                </a:lnTo>
                <a:lnTo>
                  <a:pt x="124823" y="16504"/>
                </a:lnTo>
                <a:lnTo>
                  <a:pt x="122762" y="18136"/>
                </a:lnTo>
                <a:lnTo>
                  <a:pt x="120752" y="19840"/>
                </a:lnTo>
                <a:lnTo>
                  <a:pt x="118793" y="21613"/>
                </a:lnTo>
                <a:lnTo>
                  <a:pt x="116888" y="23456"/>
                </a:lnTo>
                <a:lnTo>
                  <a:pt x="115045" y="25361"/>
                </a:lnTo>
                <a:lnTo>
                  <a:pt x="113272" y="27320"/>
                </a:lnTo>
                <a:lnTo>
                  <a:pt x="111568" y="29330"/>
                </a:lnTo>
                <a:lnTo>
                  <a:pt x="109936" y="31391"/>
                </a:lnTo>
                <a:lnTo>
                  <a:pt x="108375" y="33499"/>
                </a:lnTo>
                <a:lnTo>
                  <a:pt x="106887" y="35654"/>
                </a:lnTo>
                <a:lnTo>
                  <a:pt x="105472" y="37852"/>
                </a:lnTo>
                <a:lnTo>
                  <a:pt x="104132" y="40093"/>
                </a:lnTo>
                <a:lnTo>
                  <a:pt x="102866" y="42373"/>
                </a:lnTo>
                <a:lnTo>
                  <a:pt x="101677" y="44692"/>
                </a:lnTo>
                <a:lnTo>
                  <a:pt x="100564" y="47048"/>
                </a:lnTo>
                <a:lnTo>
                  <a:pt x="99528" y="49437"/>
                </a:lnTo>
                <a:lnTo>
                  <a:pt x="98570" y="51860"/>
                </a:lnTo>
                <a:lnTo>
                  <a:pt x="97692" y="54312"/>
                </a:lnTo>
                <a:lnTo>
                  <a:pt x="96894" y="56793"/>
                </a:lnTo>
                <a:lnTo>
                  <a:pt x="96176" y="59301"/>
                </a:lnTo>
                <a:lnTo>
                  <a:pt x="95539" y="61833"/>
                </a:lnTo>
                <a:lnTo>
                  <a:pt x="94985" y="64388"/>
                </a:lnTo>
                <a:lnTo>
                  <a:pt x="94555" y="66737"/>
                </a:lnTo>
                <a:lnTo>
                  <a:pt x="40042" y="66737"/>
                </a:lnTo>
                <a:lnTo>
                  <a:pt x="38717" y="66759"/>
                </a:lnTo>
                <a:lnTo>
                  <a:pt x="37398" y="66824"/>
                </a:lnTo>
                <a:lnTo>
                  <a:pt x="36085" y="66933"/>
                </a:lnTo>
                <a:lnTo>
                  <a:pt x="34779" y="67084"/>
                </a:lnTo>
                <a:lnTo>
                  <a:pt x="33482" y="67278"/>
                </a:lnTo>
                <a:lnTo>
                  <a:pt x="32194" y="67514"/>
                </a:lnTo>
                <a:lnTo>
                  <a:pt x="30916" y="67791"/>
                </a:lnTo>
                <a:lnTo>
                  <a:pt x="29650" y="68109"/>
                </a:lnTo>
                <a:lnTo>
                  <a:pt x="28397" y="68468"/>
                </a:lnTo>
                <a:lnTo>
                  <a:pt x="27156" y="68867"/>
                </a:lnTo>
                <a:lnTo>
                  <a:pt x="25930" y="69306"/>
                </a:lnTo>
                <a:lnTo>
                  <a:pt x="24719" y="69785"/>
                </a:lnTo>
                <a:lnTo>
                  <a:pt x="23524" y="70303"/>
                </a:lnTo>
                <a:lnTo>
                  <a:pt x="22346" y="70859"/>
                </a:lnTo>
                <a:lnTo>
                  <a:pt x="21187" y="71454"/>
                </a:lnTo>
                <a:lnTo>
                  <a:pt x="20046" y="72087"/>
                </a:lnTo>
                <a:lnTo>
                  <a:pt x="18926" y="72757"/>
                </a:lnTo>
                <a:lnTo>
                  <a:pt x="17827" y="73465"/>
                </a:lnTo>
                <a:lnTo>
                  <a:pt x="16750" y="74209"/>
                </a:lnTo>
                <a:lnTo>
                  <a:pt x="15695" y="74989"/>
                </a:lnTo>
                <a:lnTo>
                  <a:pt x="14665" y="75805"/>
                </a:lnTo>
                <a:lnTo>
                  <a:pt x="13660" y="76657"/>
                </a:lnTo>
                <a:lnTo>
                  <a:pt x="12681" y="77544"/>
                </a:lnTo>
                <a:lnTo>
                  <a:pt x="11728" y="78465"/>
                </a:lnTo>
                <a:lnTo>
                  <a:pt x="10807" y="79418"/>
                </a:lnTo>
                <a:lnTo>
                  <a:pt x="9920" y="80397"/>
                </a:lnTo>
                <a:lnTo>
                  <a:pt x="9068" y="81402"/>
                </a:lnTo>
                <a:lnTo>
                  <a:pt x="8252" y="82432"/>
                </a:lnTo>
                <a:lnTo>
                  <a:pt x="7472" y="83487"/>
                </a:lnTo>
                <a:lnTo>
                  <a:pt x="6728" y="84564"/>
                </a:lnTo>
                <a:lnTo>
                  <a:pt x="6020" y="85663"/>
                </a:lnTo>
                <a:lnTo>
                  <a:pt x="5350" y="86783"/>
                </a:lnTo>
                <a:lnTo>
                  <a:pt x="4717" y="87924"/>
                </a:lnTo>
                <a:lnTo>
                  <a:pt x="4122" y="89083"/>
                </a:lnTo>
                <a:lnTo>
                  <a:pt x="3566" y="90261"/>
                </a:lnTo>
                <a:lnTo>
                  <a:pt x="3048" y="91456"/>
                </a:lnTo>
                <a:lnTo>
                  <a:pt x="2569" y="92667"/>
                </a:lnTo>
                <a:lnTo>
                  <a:pt x="2130" y="93893"/>
                </a:lnTo>
                <a:lnTo>
                  <a:pt x="1731" y="95134"/>
                </a:lnTo>
                <a:lnTo>
                  <a:pt x="1372" y="96387"/>
                </a:lnTo>
                <a:lnTo>
                  <a:pt x="1054" y="97653"/>
                </a:lnTo>
                <a:lnTo>
                  <a:pt x="777" y="98931"/>
                </a:lnTo>
                <a:lnTo>
                  <a:pt x="541" y="100219"/>
                </a:lnTo>
                <a:lnTo>
                  <a:pt x="347" y="101516"/>
                </a:lnTo>
                <a:lnTo>
                  <a:pt x="196" y="102822"/>
                </a:lnTo>
                <a:lnTo>
                  <a:pt x="87" y="104135"/>
                </a:lnTo>
                <a:lnTo>
                  <a:pt x="22" y="105454"/>
                </a:lnTo>
                <a:lnTo>
                  <a:pt x="0" y="106779"/>
                </a:lnTo>
                <a:lnTo>
                  <a:pt x="0" y="387075"/>
                </a:lnTo>
                <a:lnTo>
                  <a:pt x="22" y="388400"/>
                </a:lnTo>
                <a:lnTo>
                  <a:pt x="87" y="389719"/>
                </a:lnTo>
                <a:lnTo>
                  <a:pt x="196" y="391032"/>
                </a:lnTo>
                <a:lnTo>
                  <a:pt x="347" y="392338"/>
                </a:lnTo>
                <a:lnTo>
                  <a:pt x="541" y="393635"/>
                </a:lnTo>
                <a:lnTo>
                  <a:pt x="777" y="394923"/>
                </a:lnTo>
                <a:lnTo>
                  <a:pt x="1054" y="396201"/>
                </a:lnTo>
                <a:lnTo>
                  <a:pt x="1372" y="397467"/>
                </a:lnTo>
                <a:lnTo>
                  <a:pt x="1731" y="398720"/>
                </a:lnTo>
                <a:lnTo>
                  <a:pt x="2130" y="399961"/>
                </a:lnTo>
                <a:lnTo>
                  <a:pt x="2569" y="401187"/>
                </a:lnTo>
                <a:lnTo>
                  <a:pt x="3048" y="402398"/>
                </a:lnTo>
                <a:lnTo>
                  <a:pt x="3566" y="403593"/>
                </a:lnTo>
                <a:lnTo>
                  <a:pt x="4122" y="404771"/>
                </a:lnTo>
                <a:lnTo>
                  <a:pt x="4717" y="405930"/>
                </a:lnTo>
                <a:lnTo>
                  <a:pt x="5350" y="407071"/>
                </a:lnTo>
                <a:lnTo>
                  <a:pt x="6020" y="408191"/>
                </a:lnTo>
                <a:lnTo>
                  <a:pt x="6728" y="409290"/>
                </a:lnTo>
                <a:lnTo>
                  <a:pt x="7472" y="410367"/>
                </a:lnTo>
                <a:lnTo>
                  <a:pt x="8252" y="411422"/>
                </a:lnTo>
                <a:lnTo>
                  <a:pt x="9068" y="412452"/>
                </a:lnTo>
                <a:lnTo>
                  <a:pt x="9920" y="413457"/>
                </a:lnTo>
                <a:lnTo>
                  <a:pt x="10807" y="414436"/>
                </a:lnTo>
                <a:lnTo>
                  <a:pt x="11728" y="415389"/>
                </a:lnTo>
                <a:lnTo>
                  <a:pt x="12681" y="416310"/>
                </a:lnTo>
                <a:lnTo>
                  <a:pt x="13660" y="417197"/>
                </a:lnTo>
                <a:lnTo>
                  <a:pt x="14665" y="418049"/>
                </a:lnTo>
                <a:lnTo>
                  <a:pt x="15695" y="418865"/>
                </a:lnTo>
                <a:lnTo>
                  <a:pt x="16750" y="419645"/>
                </a:lnTo>
                <a:lnTo>
                  <a:pt x="17827" y="420389"/>
                </a:lnTo>
                <a:lnTo>
                  <a:pt x="18926" y="421097"/>
                </a:lnTo>
                <a:lnTo>
                  <a:pt x="20046" y="421767"/>
                </a:lnTo>
                <a:lnTo>
                  <a:pt x="21187" y="422400"/>
                </a:lnTo>
                <a:lnTo>
                  <a:pt x="22346" y="422995"/>
                </a:lnTo>
                <a:lnTo>
                  <a:pt x="23524" y="423551"/>
                </a:lnTo>
                <a:lnTo>
                  <a:pt x="24719" y="424069"/>
                </a:lnTo>
                <a:lnTo>
                  <a:pt x="25930" y="424548"/>
                </a:lnTo>
                <a:lnTo>
                  <a:pt x="27156" y="424987"/>
                </a:lnTo>
                <a:lnTo>
                  <a:pt x="28397" y="425386"/>
                </a:lnTo>
                <a:lnTo>
                  <a:pt x="29650" y="425745"/>
                </a:lnTo>
                <a:lnTo>
                  <a:pt x="30916" y="426063"/>
                </a:lnTo>
                <a:lnTo>
                  <a:pt x="32194" y="426340"/>
                </a:lnTo>
                <a:lnTo>
                  <a:pt x="33482" y="426576"/>
                </a:lnTo>
                <a:lnTo>
                  <a:pt x="34779" y="426770"/>
                </a:lnTo>
                <a:lnTo>
                  <a:pt x="36085" y="426921"/>
                </a:lnTo>
                <a:lnTo>
                  <a:pt x="37398" y="427030"/>
                </a:lnTo>
                <a:lnTo>
                  <a:pt x="38717" y="427095"/>
                </a:lnTo>
                <a:lnTo>
                  <a:pt x="40042" y="427117"/>
                </a:lnTo>
                <a:lnTo>
                  <a:pt x="306990" y="427117"/>
                </a:lnTo>
                <a:lnTo>
                  <a:pt x="308315" y="427095"/>
                </a:lnTo>
                <a:lnTo>
                  <a:pt x="309635" y="427030"/>
                </a:lnTo>
                <a:lnTo>
                  <a:pt x="310948" y="426921"/>
                </a:lnTo>
                <a:lnTo>
                  <a:pt x="312254" y="426770"/>
                </a:lnTo>
                <a:lnTo>
                  <a:pt x="313551" y="426576"/>
                </a:lnTo>
                <a:lnTo>
                  <a:pt x="314839" y="426340"/>
                </a:lnTo>
                <a:lnTo>
                  <a:pt x="316116" y="426063"/>
                </a:lnTo>
                <a:lnTo>
                  <a:pt x="317382" y="425745"/>
                </a:lnTo>
                <a:lnTo>
                  <a:pt x="318636" y="425386"/>
                </a:lnTo>
                <a:lnTo>
                  <a:pt x="319877" y="424987"/>
                </a:lnTo>
                <a:lnTo>
                  <a:pt x="321103" y="424548"/>
                </a:lnTo>
                <a:lnTo>
                  <a:pt x="322314" y="424069"/>
                </a:lnTo>
                <a:lnTo>
                  <a:pt x="323509" y="423551"/>
                </a:lnTo>
                <a:lnTo>
                  <a:pt x="324686" y="422995"/>
                </a:lnTo>
                <a:lnTo>
                  <a:pt x="325846" y="422400"/>
                </a:lnTo>
                <a:lnTo>
                  <a:pt x="326986" y="421767"/>
                </a:lnTo>
                <a:lnTo>
                  <a:pt x="328107" y="421097"/>
                </a:lnTo>
                <a:lnTo>
                  <a:pt x="329206" y="420389"/>
                </a:lnTo>
                <a:lnTo>
                  <a:pt x="330283" y="419645"/>
                </a:lnTo>
                <a:lnTo>
                  <a:pt x="331337" y="418865"/>
                </a:lnTo>
                <a:lnTo>
                  <a:pt x="332367" y="418049"/>
                </a:lnTo>
                <a:lnTo>
                  <a:pt x="333373" y="417197"/>
                </a:lnTo>
                <a:lnTo>
                  <a:pt x="334352" y="416310"/>
                </a:lnTo>
                <a:lnTo>
                  <a:pt x="335304" y="415389"/>
                </a:lnTo>
                <a:lnTo>
                  <a:pt x="336226" y="414436"/>
                </a:lnTo>
                <a:lnTo>
                  <a:pt x="337113" y="413457"/>
                </a:lnTo>
                <a:lnTo>
                  <a:pt x="337964" y="412452"/>
                </a:lnTo>
                <a:lnTo>
                  <a:pt x="338781" y="411422"/>
                </a:lnTo>
                <a:lnTo>
                  <a:pt x="339561" y="410367"/>
                </a:lnTo>
                <a:lnTo>
                  <a:pt x="340305" y="409290"/>
                </a:lnTo>
                <a:lnTo>
                  <a:pt x="341012" y="408191"/>
                </a:lnTo>
                <a:lnTo>
                  <a:pt x="341683" y="407071"/>
                </a:lnTo>
                <a:lnTo>
                  <a:pt x="342315" y="405930"/>
                </a:lnTo>
                <a:lnTo>
                  <a:pt x="342910" y="404771"/>
                </a:lnTo>
                <a:lnTo>
                  <a:pt x="343467" y="403593"/>
                </a:lnTo>
                <a:lnTo>
                  <a:pt x="343985" y="402398"/>
                </a:lnTo>
                <a:lnTo>
                  <a:pt x="344463" y="401187"/>
                </a:lnTo>
                <a:lnTo>
                  <a:pt x="344902" y="399961"/>
                </a:lnTo>
                <a:lnTo>
                  <a:pt x="345302" y="398720"/>
                </a:lnTo>
                <a:lnTo>
                  <a:pt x="345661" y="397467"/>
                </a:lnTo>
                <a:lnTo>
                  <a:pt x="345979" y="396201"/>
                </a:lnTo>
                <a:lnTo>
                  <a:pt x="346256" y="394923"/>
                </a:lnTo>
                <a:lnTo>
                  <a:pt x="346492" y="393635"/>
                </a:lnTo>
                <a:lnTo>
                  <a:pt x="346685" y="392338"/>
                </a:lnTo>
                <a:lnTo>
                  <a:pt x="346837" y="391032"/>
                </a:lnTo>
                <a:lnTo>
                  <a:pt x="346945" y="389719"/>
                </a:lnTo>
                <a:lnTo>
                  <a:pt x="347011" y="388400"/>
                </a:lnTo>
                <a:lnTo>
                  <a:pt x="347033" y="387075"/>
                </a:lnTo>
                <a:lnTo>
                  <a:pt x="347033" y="106779"/>
                </a:lnTo>
                <a:lnTo>
                  <a:pt x="347011" y="105454"/>
                </a:lnTo>
                <a:lnTo>
                  <a:pt x="346945" y="104135"/>
                </a:lnTo>
                <a:lnTo>
                  <a:pt x="346837" y="102822"/>
                </a:lnTo>
                <a:lnTo>
                  <a:pt x="346685" y="101516"/>
                </a:lnTo>
                <a:lnTo>
                  <a:pt x="346492" y="100219"/>
                </a:lnTo>
                <a:lnTo>
                  <a:pt x="346256" y="98931"/>
                </a:lnTo>
                <a:lnTo>
                  <a:pt x="345979" y="97653"/>
                </a:lnTo>
                <a:lnTo>
                  <a:pt x="345661" y="96387"/>
                </a:lnTo>
                <a:lnTo>
                  <a:pt x="345302" y="95134"/>
                </a:lnTo>
                <a:lnTo>
                  <a:pt x="344902" y="93893"/>
                </a:lnTo>
                <a:lnTo>
                  <a:pt x="344463" y="92667"/>
                </a:lnTo>
                <a:lnTo>
                  <a:pt x="343985" y="91456"/>
                </a:lnTo>
                <a:lnTo>
                  <a:pt x="343467" y="90261"/>
                </a:lnTo>
                <a:lnTo>
                  <a:pt x="342910" y="89083"/>
                </a:lnTo>
                <a:lnTo>
                  <a:pt x="342315" y="87924"/>
                </a:lnTo>
                <a:lnTo>
                  <a:pt x="341683" y="86783"/>
                </a:lnTo>
                <a:lnTo>
                  <a:pt x="341012" y="85663"/>
                </a:lnTo>
                <a:lnTo>
                  <a:pt x="340305" y="84564"/>
                </a:lnTo>
                <a:lnTo>
                  <a:pt x="339561" y="83487"/>
                </a:lnTo>
                <a:lnTo>
                  <a:pt x="338781" y="82432"/>
                </a:lnTo>
                <a:lnTo>
                  <a:pt x="337964" y="81402"/>
                </a:lnTo>
                <a:lnTo>
                  <a:pt x="337113" y="80397"/>
                </a:lnTo>
                <a:lnTo>
                  <a:pt x="336226" y="79418"/>
                </a:lnTo>
                <a:lnTo>
                  <a:pt x="335304" y="78465"/>
                </a:lnTo>
                <a:lnTo>
                  <a:pt x="334352" y="77544"/>
                </a:lnTo>
                <a:lnTo>
                  <a:pt x="333373" y="76657"/>
                </a:lnTo>
                <a:lnTo>
                  <a:pt x="332367" y="75805"/>
                </a:lnTo>
                <a:lnTo>
                  <a:pt x="331337" y="74989"/>
                </a:lnTo>
                <a:lnTo>
                  <a:pt x="330283" y="74209"/>
                </a:lnTo>
                <a:lnTo>
                  <a:pt x="329206" y="73465"/>
                </a:lnTo>
                <a:lnTo>
                  <a:pt x="328107" y="72757"/>
                </a:lnTo>
                <a:lnTo>
                  <a:pt x="326986" y="72087"/>
                </a:lnTo>
                <a:lnTo>
                  <a:pt x="325846" y="71454"/>
                </a:lnTo>
                <a:lnTo>
                  <a:pt x="324686" y="70859"/>
                </a:lnTo>
                <a:lnTo>
                  <a:pt x="323509" y="70303"/>
                </a:lnTo>
                <a:lnTo>
                  <a:pt x="322314" y="69785"/>
                </a:lnTo>
                <a:lnTo>
                  <a:pt x="321103" y="69306"/>
                </a:lnTo>
                <a:lnTo>
                  <a:pt x="319877" y="68867"/>
                </a:lnTo>
                <a:lnTo>
                  <a:pt x="318636" y="68468"/>
                </a:lnTo>
                <a:lnTo>
                  <a:pt x="317382" y="68109"/>
                </a:lnTo>
                <a:lnTo>
                  <a:pt x="316116" y="67791"/>
                </a:lnTo>
                <a:lnTo>
                  <a:pt x="314839" y="67514"/>
                </a:lnTo>
                <a:lnTo>
                  <a:pt x="313551" y="67278"/>
                </a:lnTo>
                <a:lnTo>
                  <a:pt x="312254" y="67084"/>
                </a:lnTo>
                <a:lnTo>
                  <a:pt x="310948" y="66933"/>
                </a:lnTo>
                <a:lnTo>
                  <a:pt x="309635" y="66824"/>
                </a:lnTo>
                <a:lnTo>
                  <a:pt x="308315" y="66759"/>
                </a:lnTo>
                <a:lnTo>
                  <a:pt x="306990" y="66737"/>
                </a:lnTo>
                <a:lnTo>
                  <a:pt x="252477" y="66737"/>
                </a:lnTo>
                <a:lnTo>
                  <a:pt x="252048" y="64388"/>
                </a:lnTo>
                <a:lnTo>
                  <a:pt x="251493" y="61833"/>
                </a:lnTo>
                <a:lnTo>
                  <a:pt x="250857" y="59301"/>
                </a:lnTo>
                <a:lnTo>
                  <a:pt x="250139" y="56793"/>
                </a:lnTo>
                <a:lnTo>
                  <a:pt x="249340" y="54312"/>
                </a:lnTo>
                <a:lnTo>
                  <a:pt x="248462" y="51860"/>
                </a:lnTo>
                <a:lnTo>
                  <a:pt x="247505" y="49437"/>
                </a:lnTo>
                <a:lnTo>
                  <a:pt x="246469" y="47048"/>
                </a:lnTo>
                <a:lnTo>
                  <a:pt x="245356" y="44692"/>
                </a:lnTo>
                <a:lnTo>
                  <a:pt x="244166" y="42373"/>
                </a:lnTo>
                <a:lnTo>
                  <a:pt x="242901" y="40093"/>
                </a:lnTo>
                <a:lnTo>
                  <a:pt x="241560" y="37852"/>
                </a:lnTo>
                <a:lnTo>
                  <a:pt x="240146" y="35654"/>
                </a:lnTo>
                <a:lnTo>
                  <a:pt x="238658" y="33499"/>
                </a:lnTo>
                <a:lnTo>
                  <a:pt x="237097" y="31391"/>
                </a:lnTo>
                <a:lnTo>
                  <a:pt x="235464" y="29330"/>
                </a:lnTo>
                <a:lnTo>
                  <a:pt x="233761" y="27320"/>
                </a:lnTo>
                <a:lnTo>
                  <a:pt x="231987" y="25361"/>
                </a:lnTo>
                <a:lnTo>
                  <a:pt x="230145" y="23456"/>
                </a:lnTo>
                <a:lnTo>
                  <a:pt x="228240" y="21613"/>
                </a:lnTo>
                <a:lnTo>
                  <a:pt x="226281" y="19840"/>
                </a:lnTo>
                <a:lnTo>
                  <a:pt x="224270" y="18136"/>
                </a:lnTo>
                <a:lnTo>
                  <a:pt x="222210" y="16504"/>
                </a:lnTo>
                <a:lnTo>
                  <a:pt x="220102" y="14943"/>
                </a:lnTo>
                <a:lnTo>
                  <a:pt x="217947" y="13455"/>
                </a:lnTo>
                <a:lnTo>
                  <a:pt x="215749" y="12040"/>
                </a:lnTo>
                <a:lnTo>
                  <a:pt x="213508" y="10700"/>
                </a:lnTo>
                <a:lnTo>
                  <a:pt x="211227" y="9434"/>
                </a:lnTo>
                <a:lnTo>
                  <a:pt x="208908" y="8245"/>
                </a:lnTo>
                <a:lnTo>
                  <a:pt x="206553" y="7132"/>
                </a:lnTo>
                <a:lnTo>
                  <a:pt x="204163" y="6096"/>
                </a:lnTo>
                <a:lnTo>
                  <a:pt x="201741" y="5139"/>
                </a:lnTo>
                <a:lnTo>
                  <a:pt x="199289" y="4260"/>
                </a:lnTo>
                <a:lnTo>
                  <a:pt x="196808" y="3462"/>
                </a:lnTo>
                <a:lnTo>
                  <a:pt x="194300" y="2744"/>
                </a:lnTo>
                <a:lnTo>
                  <a:pt x="191768" y="2107"/>
                </a:lnTo>
                <a:lnTo>
                  <a:pt x="189213" y="1553"/>
                </a:lnTo>
                <a:lnTo>
                  <a:pt x="186637" y="1082"/>
                </a:lnTo>
                <a:lnTo>
                  <a:pt x="184043" y="695"/>
                </a:lnTo>
                <a:lnTo>
                  <a:pt x="181432" y="392"/>
                </a:lnTo>
                <a:lnTo>
                  <a:pt x="178805" y="175"/>
                </a:lnTo>
                <a:lnTo>
                  <a:pt x="176166" y="44"/>
                </a:lnTo>
                <a:lnTo>
                  <a:pt x="173516" y="0"/>
                </a:lnTo>
                <a:lnTo>
                  <a:pt x="170866" y="44"/>
                </a:lnTo>
                <a:lnTo>
                  <a:pt x="168227" y="175"/>
                </a:lnTo>
                <a:lnTo>
                  <a:pt x="165601" y="392"/>
                </a:lnTo>
                <a:close/>
                <a:moveTo>
                  <a:pt x="39601" y="400415"/>
                </a:moveTo>
                <a:lnTo>
                  <a:pt x="39161" y="400393"/>
                </a:lnTo>
                <a:lnTo>
                  <a:pt x="38723" y="400357"/>
                </a:lnTo>
                <a:lnTo>
                  <a:pt x="38288" y="400306"/>
                </a:lnTo>
                <a:lnTo>
                  <a:pt x="37855" y="400242"/>
                </a:lnTo>
                <a:lnTo>
                  <a:pt x="37426" y="400163"/>
                </a:lnTo>
                <a:lnTo>
                  <a:pt x="37000" y="400071"/>
                </a:lnTo>
                <a:lnTo>
                  <a:pt x="36578" y="399965"/>
                </a:lnTo>
                <a:lnTo>
                  <a:pt x="36160" y="399845"/>
                </a:lnTo>
                <a:lnTo>
                  <a:pt x="35747" y="399712"/>
                </a:lnTo>
                <a:lnTo>
                  <a:pt x="35338" y="399566"/>
                </a:lnTo>
                <a:lnTo>
                  <a:pt x="34934" y="399406"/>
                </a:lnTo>
                <a:lnTo>
                  <a:pt x="34536" y="399234"/>
                </a:lnTo>
                <a:lnTo>
                  <a:pt x="34144" y="399048"/>
                </a:lnTo>
                <a:lnTo>
                  <a:pt x="33757" y="398850"/>
                </a:lnTo>
                <a:lnTo>
                  <a:pt x="33377" y="398639"/>
                </a:lnTo>
                <a:lnTo>
                  <a:pt x="33003" y="398415"/>
                </a:lnTo>
                <a:lnTo>
                  <a:pt x="32637" y="398180"/>
                </a:lnTo>
                <a:lnTo>
                  <a:pt x="32278" y="397932"/>
                </a:lnTo>
                <a:lnTo>
                  <a:pt x="31927" y="397672"/>
                </a:lnTo>
                <a:lnTo>
                  <a:pt x="31583" y="397399"/>
                </a:lnTo>
                <a:lnTo>
                  <a:pt x="31248" y="397116"/>
                </a:lnTo>
                <a:lnTo>
                  <a:pt x="30922" y="396820"/>
                </a:lnTo>
                <a:lnTo>
                  <a:pt x="30604" y="396513"/>
                </a:lnTo>
                <a:lnTo>
                  <a:pt x="30297" y="396195"/>
                </a:lnTo>
                <a:lnTo>
                  <a:pt x="30001" y="395869"/>
                </a:lnTo>
                <a:lnTo>
                  <a:pt x="29718" y="395534"/>
                </a:lnTo>
                <a:lnTo>
                  <a:pt x="29445" y="395190"/>
                </a:lnTo>
                <a:lnTo>
                  <a:pt x="29185" y="394839"/>
                </a:lnTo>
                <a:lnTo>
                  <a:pt x="28937" y="394480"/>
                </a:lnTo>
                <a:lnTo>
                  <a:pt x="28702" y="394113"/>
                </a:lnTo>
                <a:lnTo>
                  <a:pt x="28478" y="393740"/>
                </a:lnTo>
                <a:lnTo>
                  <a:pt x="28267" y="393360"/>
                </a:lnTo>
                <a:lnTo>
                  <a:pt x="28069" y="392973"/>
                </a:lnTo>
                <a:lnTo>
                  <a:pt x="27883" y="392581"/>
                </a:lnTo>
                <a:lnTo>
                  <a:pt x="27711" y="392183"/>
                </a:lnTo>
                <a:lnTo>
                  <a:pt x="27551" y="391779"/>
                </a:lnTo>
                <a:lnTo>
                  <a:pt x="27405" y="391370"/>
                </a:lnTo>
                <a:lnTo>
                  <a:pt x="27272" y="390957"/>
                </a:lnTo>
                <a:lnTo>
                  <a:pt x="27152" y="390539"/>
                </a:lnTo>
                <a:lnTo>
                  <a:pt x="27046" y="390117"/>
                </a:lnTo>
                <a:lnTo>
                  <a:pt x="26954" y="389691"/>
                </a:lnTo>
                <a:lnTo>
                  <a:pt x="26875" y="389262"/>
                </a:lnTo>
                <a:lnTo>
                  <a:pt x="26811" y="388829"/>
                </a:lnTo>
                <a:lnTo>
                  <a:pt x="26760" y="388394"/>
                </a:lnTo>
                <a:lnTo>
                  <a:pt x="26724" y="387956"/>
                </a:lnTo>
                <a:lnTo>
                  <a:pt x="26702" y="387516"/>
                </a:lnTo>
                <a:lnTo>
                  <a:pt x="26695" y="387075"/>
                </a:lnTo>
                <a:lnTo>
                  <a:pt x="26695" y="106779"/>
                </a:lnTo>
                <a:lnTo>
                  <a:pt x="26702" y="106338"/>
                </a:lnTo>
                <a:lnTo>
                  <a:pt x="26724" y="105898"/>
                </a:lnTo>
                <a:lnTo>
                  <a:pt x="26760" y="105460"/>
                </a:lnTo>
                <a:lnTo>
                  <a:pt x="26811" y="105025"/>
                </a:lnTo>
                <a:lnTo>
                  <a:pt x="26875" y="104592"/>
                </a:lnTo>
                <a:lnTo>
                  <a:pt x="26954" y="104163"/>
                </a:lnTo>
                <a:lnTo>
                  <a:pt x="27046" y="103737"/>
                </a:lnTo>
                <a:lnTo>
                  <a:pt x="27152" y="103315"/>
                </a:lnTo>
                <a:lnTo>
                  <a:pt x="27272" y="102897"/>
                </a:lnTo>
                <a:lnTo>
                  <a:pt x="27405" y="102484"/>
                </a:lnTo>
                <a:lnTo>
                  <a:pt x="27551" y="102075"/>
                </a:lnTo>
                <a:lnTo>
                  <a:pt x="27711" y="101671"/>
                </a:lnTo>
                <a:lnTo>
                  <a:pt x="27883" y="101273"/>
                </a:lnTo>
                <a:lnTo>
                  <a:pt x="28069" y="100881"/>
                </a:lnTo>
                <a:lnTo>
                  <a:pt x="28267" y="100494"/>
                </a:lnTo>
                <a:lnTo>
                  <a:pt x="28478" y="100114"/>
                </a:lnTo>
                <a:lnTo>
                  <a:pt x="28702" y="99741"/>
                </a:lnTo>
                <a:lnTo>
                  <a:pt x="28937" y="99374"/>
                </a:lnTo>
                <a:lnTo>
                  <a:pt x="29185" y="99015"/>
                </a:lnTo>
                <a:lnTo>
                  <a:pt x="29445" y="98664"/>
                </a:lnTo>
                <a:lnTo>
                  <a:pt x="29718" y="98320"/>
                </a:lnTo>
                <a:lnTo>
                  <a:pt x="30001" y="97985"/>
                </a:lnTo>
                <a:lnTo>
                  <a:pt x="30297" y="97659"/>
                </a:lnTo>
                <a:lnTo>
                  <a:pt x="30604" y="97341"/>
                </a:lnTo>
                <a:lnTo>
                  <a:pt x="30922" y="97034"/>
                </a:lnTo>
                <a:lnTo>
                  <a:pt x="31248" y="96738"/>
                </a:lnTo>
                <a:lnTo>
                  <a:pt x="31583" y="96455"/>
                </a:lnTo>
                <a:lnTo>
                  <a:pt x="31927" y="96182"/>
                </a:lnTo>
                <a:lnTo>
                  <a:pt x="32278" y="95922"/>
                </a:lnTo>
                <a:lnTo>
                  <a:pt x="32637" y="95674"/>
                </a:lnTo>
                <a:lnTo>
                  <a:pt x="33003" y="95439"/>
                </a:lnTo>
                <a:lnTo>
                  <a:pt x="33377" y="95215"/>
                </a:lnTo>
                <a:lnTo>
                  <a:pt x="33757" y="95004"/>
                </a:lnTo>
                <a:lnTo>
                  <a:pt x="34144" y="94806"/>
                </a:lnTo>
                <a:lnTo>
                  <a:pt x="34536" y="94620"/>
                </a:lnTo>
                <a:lnTo>
                  <a:pt x="34934" y="94448"/>
                </a:lnTo>
                <a:lnTo>
                  <a:pt x="35338" y="94288"/>
                </a:lnTo>
                <a:lnTo>
                  <a:pt x="35747" y="94142"/>
                </a:lnTo>
                <a:lnTo>
                  <a:pt x="36160" y="94009"/>
                </a:lnTo>
                <a:lnTo>
                  <a:pt x="36578" y="93889"/>
                </a:lnTo>
                <a:lnTo>
                  <a:pt x="37000" y="93783"/>
                </a:lnTo>
                <a:lnTo>
                  <a:pt x="37426" y="93691"/>
                </a:lnTo>
                <a:lnTo>
                  <a:pt x="37855" y="93612"/>
                </a:lnTo>
                <a:lnTo>
                  <a:pt x="38288" y="93548"/>
                </a:lnTo>
                <a:lnTo>
                  <a:pt x="38723" y="93497"/>
                </a:lnTo>
                <a:lnTo>
                  <a:pt x="39161" y="93461"/>
                </a:lnTo>
                <a:lnTo>
                  <a:pt x="39601" y="93439"/>
                </a:lnTo>
                <a:lnTo>
                  <a:pt x="40042" y="93432"/>
                </a:lnTo>
                <a:lnTo>
                  <a:pt x="106779" y="93432"/>
                </a:lnTo>
                <a:lnTo>
                  <a:pt x="107693" y="93401"/>
                </a:lnTo>
                <a:lnTo>
                  <a:pt x="108590" y="93310"/>
                </a:lnTo>
                <a:lnTo>
                  <a:pt x="109469" y="93161"/>
                </a:lnTo>
                <a:lnTo>
                  <a:pt x="110328" y="92955"/>
                </a:lnTo>
                <a:lnTo>
                  <a:pt x="111163" y="92695"/>
                </a:lnTo>
                <a:lnTo>
                  <a:pt x="111975" y="92383"/>
                </a:lnTo>
                <a:lnTo>
                  <a:pt x="112760" y="92020"/>
                </a:lnTo>
                <a:lnTo>
                  <a:pt x="113516" y="91610"/>
                </a:lnTo>
                <a:lnTo>
                  <a:pt x="114242" y="91152"/>
                </a:lnTo>
                <a:lnTo>
                  <a:pt x="114935" y="90651"/>
                </a:lnTo>
                <a:lnTo>
                  <a:pt x="115595" y="90107"/>
                </a:lnTo>
                <a:lnTo>
                  <a:pt x="116217" y="89522"/>
                </a:lnTo>
                <a:lnTo>
                  <a:pt x="116802" y="88900"/>
                </a:lnTo>
                <a:lnTo>
                  <a:pt x="117346" y="88241"/>
                </a:lnTo>
                <a:lnTo>
                  <a:pt x="117847" y="87547"/>
                </a:lnTo>
                <a:lnTo>
                  <a:pt x="118304" y="86821"/>
                </a:lnTo>
                <a:lnTo>
                  <a:pt x="118715" y="86065"/>
                </a:lnTo>
                <a:lnTo>
                  <a:pt x="119078" y="85280"/>
                </a:lnTo>
                <a:lnTo>
                  <a:pt x="119390" y="84469"/>
                </a:lnTo>
                <a:lnTo>
                  <a:pt x="119650" y="83633"/>
                </a:lnTo>
                <a:lnTo>
                  <a:pt x="119855" y="82774"/>
                </a:lnTo>
                <a:lnTo>
                  <a:pt x="120005" y="81896"/>
                </a:lnTo>
                <a:lnTo>
                  <a:pt x="120096" y="80998"/>
                </a:lnTo>
                <a:lnTo>
                  <a:pt x="120127" y="80084"/>
                </a:lnTo>
                <a:lnTo>
                  <a:pt x="120156" y="78318"/>
                </a:lnTo>
                <a:lnTo>
                  <a:pt x="120243" y="76558"/>
                </a:lnTo>
                <a:lnTo>
                  <a:pt x="120388" y="74808"/>
                </a:lnTo>
                <a:lnTo>
                  <a:pt x="120590" y="73067"/>
                </a:lnTo>
                <a:lnTo>
                  <a:pt x="120848" y="71337"/>
                </a:lnTo>
                <a:lnTo>
                  <a:pt x="121162" y="69620"/>
                </a:lnTo>
                <a:lnTo>
                  <a:pt x="121531" y="67917"/>
                </a:lnTo>
                <a:lnTo>
                  <a:pt x="121956" y="66229"/>
                </a:lnTo>
                <a:lnTo>
                  <a:pt x="122434" y="64557"/>
                </a:lnTo>
                <a:lnTo>
                  <a:pt x="122967" y="62903"/>
                </a:lnTo>
                <a:lnTo>
                  <a:pt x="123552" y="61268"/>
                </a:lnTo>
                <a:lnTo>
                  <a:pt x="124191" y="59653"/>
                </a:lnTo>
                <a:lnTo>
                  <a:pt x="124881" y="58060"/>
                </a:lnTo>
                <a:lnTo>
                  <a:pt x="125623" y="56490"/>
                </a:lnTo>
                <a:lnTo>
                  <a:pt x="126416" y="54944"/>
                </a:lnTo>
                <a:lnTo>
                  <a:pt x="127260" y="53423"/>
                </a:lnTo>
                <a:lnTo>
                  <a:pt x="128154" y="51929"/>
                </a:lnTo>
                <a:lnTo>
                  <a:pt x="129097" y="50464"/>
                </a:lnTo>
                <a:lnTo>
                  <a:pt x="130089" y="49028"/>
                </a:lnTo>
                <a:lnTo>
                  <a:pt x="131129" y="47622"/>
                </a:lnTo>
                <a:lnTo>
                  <a:pt x="132218" y="46248"/>
                </a:lnTo>
                <a:lnTo>
                  <a:pt x="133353" y="44908"/>
                </a:lnTo>
                <a:lnTo>
                  <a:pt x="134535" y="43602"/>
                </a:lnTo>
                <a:lnTo>
                  <a:pt x="135764" y="42332"/>
                </a:lnTo>
                <a:lnTo>
                  <a:pt x="137034" y="41104"/>
                </a:lnTo>
                <a:lnTo>
                  <a:pt x="138340" y="39921"/>
                </a:lnTo>
                <a:lnTo>
                  <a:pt x="139680" y="38786"/>
                </a:lnTo>
                <a:lnTo>
                  <a:pt x="141054" y="37697"/>
                </a:lnTo>
                <a:lnTo>
                  <a:pt x="142459" y="36657"/>
                </a:lnTo>
                <a:lnTo>
                  <a:pt x="143896" y="35665"/>
                </a:lnTo>
                <a:lnTo>
                  <a:pt x="145361" y="34722"/>
                </a:lnTo>
                <a:lnTo>
                  <a:pt x="146855" y="33828"/>
                </a:lnTo>
                <a:lnTo>
                  <a:pt x="148376" y="32984"/>
                </a:lnTo>
                <a:lnTo>
                  <a:pt x="149922" y="32191"/>
                </a:lnTo>
                <a:lnTo>
                  <a:pt x="151492" y="31449"/>
                </a:lnTo>
                <a:lnTo>
                  <a:pt x="153085" y="30759"/>
                </a:lnTo>
                <a:lnTo>
                  <a:pt x="154700" y="30121"/>
                </a:lnTo>
                <a:lnTo>
                  <a:pt x="156335" y="29535"/>
                </a:lnTo>
                <a:lnTo>
                  <a:pt x="157989" y="29003"/>
                </a:lnTo>
                <a:lnTo>
                  <a:pt x="159660" y="28524"/>
                </a:lnTo>
                <a:lnTo>
                  <a:pt x="161349" y="28100"/>
                </a:lnTo>
                <a:lnTo>
                  <a:pt x="163052" y="27730"/>
                </a:lnTo>
                <a:lnTo>
                  <a:pt x="164769" y="27416"/>
                </a:lnTo>
                <a:lnTo>
                  <a:pt x="166499" y="27158"/>
                </a:lnTo>
                <a:lnTo>
                  <a:pt x="168239" y="26956"/>
                </a:lnTo>
                <a:lnTo>
                  <a:pt x="169990" y="26811"/>
                </a:lnTo>
                <a:lnTo>
                  <a:pt x="171750" y="26724"/>
                </a:lnTo>
                <a:lnTo>
                  <a:pt x="173516" y="26695"/>
                </a:lnTo>
                <a:lnTo>
                  <a:pt x="175283" y="26724"/>
                </a:lnTo>
                <a:lnTo>
                  <a:pt x="177042" y="26811"/>
                </a:lnTo>
                <a:lnTo>
                  <a:pt x="178793" y="26956"/>
                </a:lnTo>
                <a:lnTo>
                  <a:pt x="180534" y="27158"/>
                </a:lnTo>
                <a:lnTo>
                  <a:pt x="182264" y="27416"/>
                </a:lnTo>
                <a:lnTo>
                  <a:pt x="183981" y="27730"/>
                </a:lnTo>
                <a:lnTo>
                  <a:pt x="185684" y="28100"/>
                </a:lnTo>
                <a:lnTo>
                  <a:pt x="187372" y="28524"/>
                </a:lnTo>
                <a:lnTo>
                  <a:pt x="189044" y="29003"/>
                </a:lnTo>
                <a:lnTo>
                  <a:pt x="190698" y="29535"/>
                </a:lnTo>
                <a:lnTo>
                  <a:pt x="192333" y="30121"/>
                </a:lnTo>
                <a:lnTo>
                  <a:pt x="193948" y="30759"/>
                </a:lnTo>
                <a:lnTo>
                  <a:pt x="195541" y="31449"/>
                </a:lnTo>
                <a:lnTo>
                  <a:pt x="197111" y="32191"/>
                </a:lnTo>
                <a:lnTo>
                  <a:pt x="198657" y="32984"/>
                </a:lnTo>
                <a:lnTo>
                  <a:pt x="200177" y="33828"/>
                </a:lnTo>
                <a:lnTo>
                  <a:pt x="201671" y="34722"/>
                </a:lnTo>
                <a:lnTo>
                  <a:pt x="203137" y="35665"/>
                </a:lnTo>
                <a:lnTo>
                  <a:pt x="204573" y="36657"/>
                </a:lnTo>
                <a:lnTo>
                  <a:pt x="205979" y="37697"/>
                </a:lnTo>
                <a:lnTo>
                  <a:pt x="207352" y="38786"/>
                </a:lnTo>
                <a:lnTo>
                  <a:pt x="208693" y="39921"/>
                </a:lnTo>
                <a:lnTo>
                  <a:pt x="209999" y="41104"/>
                </a:lnTo>
                <a:lnTo>
                  <a:pt x="211268" y="42332"/>
                </a:lnTo>
                <a:lnTo>
                  <a:pt x="212497" y="43602"/>
                </a:lnTo>
                <a:lnTo>
                  <a:pt x="213679" y="44908"/>
                </a:lnTo>
                <a:lnTo>
                  <a:pt x="214815" y="46248"/>
                </a:lnTo>
                <a:lnTo>
                  <a:pt x="215903" y="47622"/>
                </a:lnTo>
                <a:lnTo>
                  <a:pt x="216944" y="49028"/>
                </a:lnTo>
                <a:lnTo>
                  <a:pt x="217936" y="50464"/>
                </a:lnTo>
                <a:lnTo>
                  <a:pt x="218879" y="51929"/>
                </a:lnTo>
                <a:lnTo>
                  <a:pt x="219773" y="53423"/>
                </a:lnTo>
                <a:lnTo>
                  <a:pt x="220616" y="54944"/>
                </a:lnTo>
                <a:lnTo>
                  <a:pt x="221409" y="56490"/>
                </a:lnTo>
                <a:lnTo>
                  <a:pt x="222151" y="58060"/>
                </a:lnTo>
                <a:lnTo>
                  <a:pt x="222842" y="59653"/>
                </a:lnTo>
                <a:lnTo>
                  <a:pt x="223480" y="61268"/>
                </a:lnTo>
                <a:lnTo>
                  <a:pt x="224066" y="62903"/>
                </a:lnTo>
                <a:lnTo>
                  <a:pt x="224598" y="64557"/>
                </a:lnTo>
                <a:lnTo>
                  <a:pt x="225077" y="66229"/>
                </a:lnTo>
                <a:lnTo>
                  <a:pt x="225501" y="67917"/>
                </a:lnTo>
                <a:lnTo>
                  <a:pt x="225871" y="69620"/>
                </a:lnTo>
                <a:lnTo>
                  <a:pt x="226185" y="71337"/>
                </a:lnTo>
                <a:lnTo>
                  <a:pt x="226443" y="73067"/>
                </a:lnTo>
                <a:lnTo>
                  <a:pt x="226645" y="74808"/>
                </a:lnTo>
                <a:lnTo>
                  <a:pt x="226789" y="76558"/>
                </a:lnTo>
                <a:lnTo>
                  <a:pt x="226877" y="78318"/>
                </a:lnTo>
                <a:lnTo>
                  <a:pt x="226906" y="80084"/>
                </a:lnTo>
                <a:lnTo>
                  <a:pt x="226937" y="80998"/>
                </a:lnTo>
                <a:lnTo>
                  <a:pt x="227028" y="81896"/>
                </a:lnTo>
                <a:lnTo>
                  <a:pt x="227177" y="82774"/>
                </a:lnTo>
                <a:lnTo>
                  <a:pt x="227383" y="83633"/>
                </a:lnTo>
                <a:lnTo>
                  <a:pt x="227643" y="84469"/>
                </a:lnTo>
                <a:lnTo>
                  <a:pt x="227955" y="85280"/>
                </a:lnTo>
                <a:lnTo>
                  <a:pt x="228317" y="86065"/>
                </a:lnTo>
                <a:lnTo>
                  <a:pt x="228728" y="86821"/>
                </a:lnTo>
                <a:lnTo>
                  <a:pt x="229185" y="87547"/>
                </a:lnTo>
                <a:lnTo>
                  <a:pt x="229687" y="88241"/>
                </a:lnTo>
                <a:lnTo>
                  <a:pt x="230231" y="88900"/>
                </a:lnTo>
                <a:lnTo>
                  <a:pt x="230815" y="89522"/>
                </a:lnTo>
                <a:lnTo>
                  <a:pt x="231438" y="90107"/>
                </a:lnTo>
                <a:lnTo>
                  <a:pt x="232097" y="90651"/>
                </a:lnTo>
                <a:lnTo>
                  <a:pt x="232791" y="91152"/>
                </a:lnTo>
                <a:lnTo>
                  <a:pt x="233517" y="91610"/>
                </a:lnTo>
                <a:lnTo>
                  <a:pt x="234273" y="92020"/>
                </a:lnTo>
                <a:lnTo>
                  <a:pt x="235058" y="92383"/>
                </a:lnTo>
                <a:lnTo>
                  <a:pt x="235869" y="92695"/>
                </a:lnTo>
                <a:lnTo>
                  <a:pt x="236705" y="92955"/>
                </a:lnTo>
                <a:lnTo>
                  <a:pt x="237563" y="93161"/>
                </a:lnTo>
                <a:lnTo>
                  <a:pt x="238442" y="93310"/>
                </a:lnTo>
                <a:lnTo>
                  <a:pt x="239339" y="93401"/>
                </a:lnTo>
                <a:lnTo>
                  <a:pt x="240253" y="93432"/>
                </a:lnTo>
                <a:lnTo>
                  <a:pt x="306990" y="93432"/>
                </a:lnTo>
                <a:lnTo>
                  <a:pt x="307432" y="93439"/>
                </a:lnTo>
                <a:lnTo>
                  <a:pt x="307872" y="93461"/>
                </a:lnTo>
                <a:lnTo>
                  <a:pt x="308310" y="93497"/>
                </a:lnTo>
                <a:lnTo>
                  <a:pt x="308745" y="93548"/>
                </a:lnTo>
                <a:lnTo>
                  <a:pt x="309177" y="93612"/>
                </a:lnTo>
                <a:lnTo>
                  <a:pt x="309606" y="93691"/>
                </a:lnTo>
                <a:lnTo>
                  <a:pt x="310032" y="93783"/>
                </a:lnTo>
                <a:lnTo>
                  <a:pt x="310454" y="93889"/>
                </a:lnTo>
                <a:lnTo>
                  <a:pt x="310872" y="94009"/>
                </a:lnTo>
                <a:lnTo>
                  <a:pt x="311286" y="94142"/>
                </a:lnTo>
                <a:lnTo>
                  <a:pt x="311694" y="94288"/>
                </a:lnTo>
                <a:lnTo>
                  <a:pt x="312098" y="94448"/>
                </a:lnTo>
                <a:lnTo>
                  <a:pt x="312496" y="94620"/>
                </a:lnTo>
                <a:lnTo>
                  <a:pt x="312889" y="94806"/>
                </a:lnTo>
                <a:lnTo>
                  <a:pt x="313276" y="95004"/>
                </a:lnTo>
                <a:lnTo>
                  <a:pt x="313656" y="95215"/>
                </a:lnTo>
                <a:lnTo>
                  <a:pt x="314029" y="95439"/>
                </a:lnTo>
                <a:lnTo>
                  <a:pt x="314395" y="95674"/>
                </a:lnTo>
                <a:lnTo>
                  <a:pt x="314755" y="95922"/>
                </a:lnTo>
                <a:lnTo>
                  <a:pt x="315106" y="96182"/>
                </a:lnTo>
                <a:lnTo>
                  <a:pt x="315449" y="96455"/>
                </a:lnTo>
                <a:lnTo>
                  <a:pt x="315784" y="96738"/>
                </a:lnTo>
                <a:lnTo>
                  <a:pt x="316111" y="97034"/>
                </a:lnTo>
                <a:lnTo>
                  <a:pt x="316428" y="97341"/>
                </a:lnTo>
                <a:lnTo>
                  <a:pt x="316736" y="97659"/>
                </a:lnTo>
                <a:lnTo>
                  <a:pt x="317031" y="97985"/>
                </a:lnTo>
                <a:lnTo>
                  <a:pt x="317315" y="98320"/>
                </a:lnTo>
                <a:lnTo>
                  <a:pt x="317587" y="98664"/>
                </a:lnTo>
                <a:lnTo>
                  <a:pt x="317847" y="99015"/>
                </a:lnTo>
                <a:lnTo>
                  <a:pt x="318095" y="99374"/>
                </a:lnTo>
                <a:lnTo>
                  <a:pt x="318331" y="99741"/>
                </a:lnTo>
                <a:lnTo>
                  <a:pt x="318554" y="100114"/>
                </a:lnTo>
                <a:lnTo>
                  <a:pt x="318765" y="100494"/>
                </a:lnTo>
                <a:lnTo>
                  <a:pt x="318964" y="100881"/>
                </a:lnTo>
                <a:lnTo>
                  <a:pt x="319149" y="101273"/>
                </a:lnTo>
                <a:lnTo>
                  <a:pt x="319322" y="101671"/>
                </a:lnTo>
                <a:lnTo>
                  <a:pt x="319481" y="102075"/>
                </a:lnTo>
                <a:lnTo>
                  <a:pt x="319628" y="102484"/>
                </a:lnTo>
                <a:lnTo>
                  <a:pt x="319761" y="102897"/>
                </a:lnTo>
                <a:lnTo>
                  <a:pt x="319880" y="103315"/>
                </a:lnTo>
                <a:lnTo>
                  <a:pt x="319987" y="103737"/>
                </a:lnTo>
                <a:lnTo>
                  <a:pt x="320079" y="104163"/>
                </a:lnTo>
                <a:lnTo>
                  <a:pt x="320157" y="104592"/>
                </a:lnTo>
                <a:lnTo>
                  <a:pt x="320222" y="105025"/>
                </a:lnTo>
                <a:lnTo>
                  <a:pt x="320272" y="105460"/>
                </a:lnTo>
                <a:lnTo>
                  <a:pt x="320309" y="105898"/>
                </a:lnTo>
                <a:lnTo>
                  <a:pt x="320330" y="106338"/>
                </a:lnTo>
                <a:lnTo>
                  <a:pt x="320338" y="106779"/>
                </a:lnTo>
                <a:lnTo>
                  <a:pt x="320338" y="387075"/>
                </a:lnTo>
                <a:lnTo>
                  <a:pt x="320330" y="387516"/>
                </a:lnTo>
                <a:lnTo>
                  <a:pt x="320309" y="387956"/>
                </a:lnTo>
                <a:lnTo>
                  <a:pt x="320272" y="388394"/>
                </a:lnTo>
                <a:lnTo>
                  <a:pt x="320222" y="388829"/>
                </a:lnTo>
                <a:lnTo>
                  <a:pt x="320157" y="389262"/>
                </a:lnTo>
                <a:lnTo>
                  <a:pt x="320079" y="389691"/>
                </a:lnTo>
                <a:lnTo>
                  <a:pt x="319987" y="390117"/>
                </a:lnTo>
                <a:lnTo>
                  <a:pt x="319880" y="390539"/>
                </a:lnTo>
                <a:lnTo>
                  <a:pt x="319761" y="390957"/>
                </a:lnTo>
                <a:lnTo>
                  <a:pt x="319628" y="391370"/>
                </a:lnTo>
                <a:lnTo>
                  <a:pt x="319481" y="391779"/>
                </a:lnTo>
                <a:lnTo>
                  <a:pt x="319322" y="392183"/>
                </a:lnTo>
                <a:lnTo>
                  <a:pt x="319149" y="392581"/>
                </a:lnTo>
                <a:lnTo>
                  <a:pt x="318964" y="392973"/>
                </a:lnTo>
                <a:lnTo>
                  <a:pt x="318765" y="393360"/>
                </a:lnTo>
                <a:lnTo>
                  <a:pt x="318554" y="393740"/>
                </a:lnTo>
                <a:lnTo>
                  <a:pt x="318331" y="394113"/>
                </a:lnTo>
                <a:lnTo>
                  <a:pt x="318095" y="394480"/>
                </a:lnTo>
                <a:lnTo>
                  <a:pt x="317847" y="394839"/>
                </a:lnTo>
                <a:lnTo>
                  <a:pt x="317587" y="395190"/>
                </a:lnTo>
                <a:lnTo>
                  <a:pt x="317315" y="395534"/>
                </a:lnTo>
                <a:lnTo>
                  <a:pt x="317031" y="395869"/>
                </a:lnTo>
                <a:lnTo>
                  <a:pt x="316736" y="396195"/>
                </a:lnTo>
                <a:lnTo>
                  <a:pt x="316428" y="396513"/>
                </a:lnTo>
                <a:lnTo>
                  <a:pt x="316111" y="396820"/>
                </a:lnTo>
                <a:lnTo>
                  <a:pt x="315784" y="397116"/>
                </a:lnTo>
                <a:lnTo>
                  <a:pt x="315449" y="397399"/>
                </a:lnTo>
                <a:lnTo>
                  <a:pt x="315106" y="397672"/>
                </a:lnTo>
                <a:lnTo>
                  <a:pt x="314755" y="397932"/>
                </a:lnTo>
                <a:lnTo>
                  <a:pt x="314395" y="398180"/>
                </a:lnTo>
                <a:lnTo>
                  <a:pt x="314029" y="398415"/>
                </a:lnTo>
                <a:lnTo>
                  <a:pt x="313656" y="398639"/>
                </a:lnTo>
                <a:lnTo>
                  <a:pt x="313275" y="398850"/>
                </a:lnTo>
                <a:lnTo>
                  <a:pt x="312889" y="399048"/>
                </a:lnTo>
                <a:lnTo>
                  <a:pt x="312496" y="399234"/>
                </a:lnTo>
                <a:lnTo>
                  <a:pt x="312098" y="399406"/>
                </a:lnTo>
                <a:lnTo>
                  <a:pt x="311694" y="399566"/>
                </a:lnTo>
                <a:lnTo>
                  <a:pt x="311286" y="399712"/>
                </a:lnTo>
                <a:lnTo>
                  <a:pt x="310872" y="399845"/>
                </a:lnTo>
                <a:lnTo>
                  <a:pt x="310454" y="399965"/>
                </a:lnTo>
                <a:lnTo>
                  <a:pt x="310032" y="400071"/>
                </a:lnTo>
                <a:lnTo>
                  <a:pt x="309606" y="400163"/>
                </a:lnTo>
                <a:lnTo>
                  <a:pt x="309177" y="400242"/>
                </a:lnTo>
                <a:lnTo>
                  <a:pt x="308745" y="400306"/>
                </a:lnTo>
                <a:lnTo>
                  <a:pt x="308310" y="400357"/>
                </a:lnTo>
                <a:lnTo>
                  <a:pt x="307872" y="400393"/>
                </a:lnTo>
                <a:lnTo>
                  <a:pt x="307432" y="400415"/>
                </a:lnTo>
                <a:lnTo>
                  <a:pt x="306990" y="400422"/>
                </a:lnTo>
                <a:lnTo>
                  <a:pt x="40042" y="400422"/>
                </a:lnTo>
                <a:lnTo>
                  <a:pt x="39601" y="400415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A617F4-307D-439A-9473-C5209B567E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6758" y="102567"/>
            <a:ext cx="40042" cy="40042"/>
          </a:xfrm>
          <a:custGeom xmlns:a="http://schemas.openxmlformats.org/drawingml/2006/main">
            <a:pathLst>
              <a:path w="40042" h="40042">
                <a:moveTo>
                  <a:pt x="20021" y="13347"/>
                </a:moveTo>
                <a:lnTo>
                  <a:pt x="20021" y="0"/>
                </a:lnTo>
                <a:lnTo>
                  <a:pt x="20021" y="13347"/>
                </a:lnTo>
                <a:close/>
                <a:moveTo>
                  <a:pt x="20021" y="26695"/>
                </a:moveTo>
                <a:lnTo>
                  <a:pt x="20021" y="13347"/>
                </a:lnTo>
                <a:cubicBezTo>
                  <a:pt x="21791" y="13347"/>
                  <a:pt x="23489" y="14051"/>
                  <a:pt x="24740" y="15302"/>
                </a:cubicBezTo>
                <a:lnTo>
                  <a:pt x="15302" y="24740"/>
                </a:lnTo>
                <a:lnTo>
                  <a:pt x="5864" y="34178"/>
                </a:lnTo>
                <a:cubicBezTo>
                  <a:pt x="9619" y="37933"/>
                  <a:pt x="14711" y="40042"/>
                  <a:pt x="20021" y="40042"/>
                </a:cubicBezTo>
                <a:lnTo>
                  <a:pt x="20021" y="26695"/>
                </a:lnTo>
                <a:close/>
                <a:moveTo>
                  <a:pt x="15302" y="24740"/>
                </a:moveTo>
                <a:lnTo>
                  <a:pt x="24740" y="15302"/>
                </a:lnTo>
                <a:cubicBezTo>
                  <a:pt x="25992" y="16554"/>
                  <a:pt x="26695" y="18251"/>
                  <a:pt x="26695" y="20021"/>
                </a:cubicBezTo>
                <a:lnTo>
                  <a:pt x="13347" y="20021"/>
                </a:lnTo>
                <a:lnTo>
                  <a:pt x="0" y="20021"/>
                </a:lnTo>
                <a:cubicBezTo>
                  <a:pt x="0" y="25331"/>
                  <a:pt x="2109" y="30423"/>
                  <a:pt x="5864" y="34178"/>
                </a:cubicBezTo>
                <a:lnTo>
                  <a:pt x="15302" y="24740"/>
                </a:lnTo>
                <a:close/>
                <a:moveTo>
                  <a:pt x="13347" y="20021"/>
                </a:moveTo>
                <a:lnTo>
                  <a:pt x="26695" y="20021"/>
                </a:lnTo>
                <a:cubicBezTo>
                  <a:pt x="26695" y="21791"/>
                  <a:pt x="25992" y="23489"/>
                  <a:pt x="24740" y="24740"/>
                </a:cubicBezTo>
                <a:lnTo>
                  <a:pt x="15302" y="15302"/>
                </a:lnTo>
                <a:lnTo>
                  <a:pt x="5864" y="5864"/>
                </a:lnTo>
                <a:cubicBezTo>
                  <a:pt x="2109" y="9619"/>
                  <a:pt x="0" y="14711"/>
                  <a:pt x="0" y="20021"/>
                </a:cubicBezTo>
                <a:lnTo>
                  <a:pt x="13347" y="20021"/>
                </a:lnTo>
                <a:close/>
                <a:moveTo>
                  <a:pt x="15302" y="15302"/>
                </a:moveTo>
                <a:lnTo>
                  <a:pt x="24740" y="24740"/>
                </a:lnTo>
                <a:cubicBezTo>
                  <a:pt x="23489" y="25992"/>
                  <a:pt x="21791" y="26695"/>
                  <a:pt x="20021" y="26695"/>
                </a:cubicBezTo>
                <a:lnTo>
                  <a:pt x="20021" y="13347"/>
                </a:lnTo>
                <a:lnTo>
                  <a:pt x="20021" y="0"/>
                </a:lnTo>
                <a:cubicBezTo>
                  <a:pt x="14711" y="0"/>
                  <a:pt x="9619" y="2109"/>
                  <a:pt x="5864" y="5864"/>
                </a:cubicBezTo>
                <a:lnTo>
                  <a:pt x="15302" y="15302"/>
                </a:lnTo>
                <a:close/>
                <a:moveTo>
                  <a:pt x="20021" y="26695"/>
                </a:moveTo>
                <a:lnTo>
                  <a:pt x="20021" y="40042"/>
                </a:lnTo>
                <a:cubicBezTo>
                  <a:pt x="25331" y="40042"/>
                  <a:pt x="30423" y="37933"/>
                  <a:pt x="34178" y="34178"/>
                </a:cubicBezTo>
                <a:lnTo>
                  <a:pt x="24740" y="24740"/>
                </a:lnTo>
                <a:lnTo>
                  <a:pt x="15302" y="15302"/>
                </a:lnTo>
                <a:cubicBezTo>
                  <a:pt x="16554" y="14051"/>
                  <a:pt x="18251" y="13347"/>
                  <a:pt x="20021" y="13347"/>
                </a:cubicBezTo>
                <a:lnTo>
                  <a:pt x="20021" y="26695"/>
                </a:lnTo>
                <a:close/>
                <a:moveTo>
                  <a:pt x="24740" y="24740"/>
                </a:moveTo>
                <a:lnTo>
                  <a:pt x="34178" y="34178"/>
                </a:lnTo>
                <a:cubicBezTo>
                  <a:pt x="37933" y="30423"/>
                  <a:pt x="40042" y="25331"/>
                  <a:pt x="40042" y="20021"/>
                </a:cubicBezTo>
                <a:lnTo>
                  <a:pt x="26695" y="20021"/>
                </a:lnTo>
                <a:lnTo>
                  <a:pt x="13347" y="20021"/>
                </a:lnTo>
                <a:cubicBezTo>
                  <a:pt x="13347" y="18251"/>
                  <a:pt x="14051" y="16554"/>
                  <a:pt x="15302" y="15302"/>
                </a:cubicBezTo>
                <a:lnTo>
                  <a:pt x="24740" y="24740"/>
                </a:lnTo>
                <a:close/>
                <a:moveTo>
                  <a:pt x="26695" y="20021"/>
                </a:moveTo>
                <a:lnTo>
                  <a:pt x="40042" y="20021"/>
                </a:lnTo>
                <a:cubicBezTo>
                  <a:pt x="40042" y="14711"/>
                  <a:pt x="37933" y="9619"/>
                  <a:pt x="34178" y="5864"/>
                </a:cubicBezTo>
                <a:lnTo>
                  <a:pt x="24740" y="15302"/>
                </a:lnTo>
                <a:lnTo>
                  <a:pt x="15302" y="24740"/>
                </a:lnTo>
                <a:cubicBezTo>
                  <a:pt x="14051" y="23489"/>
                  <a:pt x="13347" y="21791"/>
                  <a:pt x="13347" y="20021"/>
                </a:cubicBezTo>
                <a:lnTo>
                  <a:pt x="26695" y="20021"/>
                </a:lnTo>
                <a:close/>
                <a:moveTo>
                  <a:pt x="24740" y="15302"/>
                </a:moveTo>
                <a:lnTo>
                  <a:pt x="34178" y="5864"/>
                </a:lnTo>
                <a:cubicBezTo>
                  <a:pt x="30423" y="2109"/>
                  <a:pt x="25331" y="0"/>
                  <a:pt x="20021" y="0"/>
                </a:cubicBezTo>
                <a:lnTo>
                  <a:pt x="20021" y="13347"/>
                </a:lnTo>
                <a:lnTo>
                  <a:pt x="20021" y="26695"/>
                </a:lnTo>
                <a:cubicBezTo>
                  <a:pt x="18251" y="26695"/>
                  <a:pt x="16554" y="25992"/>
                  <a:pt x="15302" y="24740"/>
                </a:cubicBezTo>
                <a:lnTo>
                  <a:pt x="24740" y="15302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78FBA4-8180-4689-B19D-E317DB87B9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463" y="425556"/>
            <a:ext cx="396264" cy="123419"/>
          </a:xfrm>
          <a:custGeom xmlns:a="http://schemas.openxmlformats.org/drawingml/2006/main">
            <a:pathLst>
              <a:path w="396264" h="123419">
                <a:moveTo>
                  <a:pt x="0" y="121728"/>
                </a:moveTo>
                <a:close/>
                <a:moveTo>
                  <a:pt x="41929" y="121728"/>
                </a:moveTo>
                <a:lnTo>
                  <a:pt x="41929" y="20457"/>
                </a:lnTo>
                <a:lnTo>
                  <a:pt x="5917" y="20457"/>
                </a:lnTo>
                <a:lnTo>
                  <a:pt x="5917" y="5748"/>
                </a:lnTo>
                <a:lnTo>
                  <a:pt x="95523" y="5748"/>
                </a:lnTo>
                <a:lnTo>
                  <a:pt x="95523" y="20457"/>
                </a:lnTo>
                <a:lnTo>
                  <a:pt x="59512" y="20457"/>
                </a:lnTo>
                <a:lnTo>
                  <a:pt x="59512" y="121728"/>
                </a:lnTo>
                <a:lnTo>
                  <a:pt x="41929" y="121728"/>
                </a:lnTo>
                <a:close/>
                <a:moveTo>
                  <a:pt x="101374" y="121728"/>
                </a:moveTo>
                <a:close/>
                <a:moveTo>
                  <a:pt x="140429" y="123419"/>
                </a:moveTo>
                <a:cubicBezTo>
                  <a:pt x="131525" y="123419"/>
                  <a:pt x="124649" y="121334"/>
                  <a:pt x="119803" y="117164"/>
                </a:cubicBezTo>
                <a:cubicBezTo>
                  <a:pt x="115069" y="112993"/>
                  <a:pt x="112702" y="106850"/>
                  <a:pt x="112702" y="98735"/>
                </a:cubicBezTo>
                <a:cubicBezTo>
                  <a:pt x="112702" y="91973"/>
                  <a:pt x="114505" y="86562"/>
                  <a:pt x="118112" y="82505"/>
                </a:cubicBezTo>
                <a:cubicBezTo>
                  <a:pt x="121831" y="78334"/>
                  <a:pt x="127749" y="75291"/>
                  <a:pt x="135864" y="73375"/>
                </a:cubicBezTo>
                <a:cubicBezTo>
                  <a:pt x="144092" y="71459"/>
                  <a:pt x="154912" y="70501"/>
                  <a:pt x="168325" y="70501"/>
                </a:cubicBezTo>
                <a:lnTo>
                  <a:pt x="168325" y="61033"/>
                </a:lnTo>
                <a:cubicBezTo>
                  <a:pt x="168325" y="55623"/>
                  <a:pt x="166916" y="51678"/>
                  <a:pt x="164098" y="49199"/>
                </a:cubicBezTo>
                <a:cubicBezTo>
                  <a:pt x="161393" y="46719"/>
                  <a:pt x="156772" y="45479"/>
                  <a:pt x="150235" y="45479"/>
                </a:cubicBezTo>
                <a:cubicBezTo>
                  <a:pt x="144261" y="45479"/>
                  <a:pt x="139640" y="46719"/>
                  <a:pt x="136371" y="49199"/>
                </a:cubicBezTo>
                <a:cubicBezTo>
                  <a:pt x="133103" y="51678"/>
                  <a:pt x="131468" y="55172"/>
                  <a:pt x="131468" y="59681"/>
                </a:cubicBezTo>
                <a:lnTo>
                  <a:pt x="131468" y="61710"/>
                </a:lnTo>
                <a:lnTo>
                  <a:pt x="115914" y="61710"/>
                </a:lnTo>
                <a:cubicBezTo>
                  <a:pt x="115689" y="59906"/>
                  <a:pt x="115520" y="58723"/>
                  <a:pt x="115407" y="58159"/>
                </a:cubicBezTo>
                <a:cubicBezTo>
                  <a:pt x="115407" y="57596"/>
                  <a:pt x="115407" y="57370"/>
                  <a:pt x="115407" y="57483"/>
                </a:cubicBezTo>
                <a:cubicBezTo>
                  <a:pt x="115407" y="57596"/>
                  <a:pt x="115407" y="57765"/>
                  <a:pt x="115407" y="57990"/>
                </a:cubicBezTo>
                <a:cubicBezTo>
                  <a:pt x="115520" y="58215"/>
                  <a:pt x="115576" y="58215"/>
                  <a:pt x="115576" y="57990"/>
                </a:cubicBezTo>
                <a:cubicBezTo>
                  <a:pt x="115576" y="50551"/>
                  <a:pt x="118732" y="44634"/>
                  <a:pt x="125044" y="40238"/>
                </a:cubicBezTo>
                <a:cubicBezTo>
                  <a:pt x="131468" y="35842"/>
                  <a:pt x="140034" y="33644"/>
                  <a:pt x="150742" y="33644"/>
                </a:cubicBezTo>
                <a:cubicBezTo>
                  <a:pt x="162126" y="33644"/>
                  <a:pt x="170692" y="35842"/>
                  <a:pt x="176440" y="40238"/>
                </a:cubicBezTo>
                <a:cubicBezTo>
                  <a:pt x="182301" y="44634"/>
                  <a:pt x="185232" y="51340"/>
                  <a:pt x="185232" y="60357"/>
                </a:cubicBezTo>
                <a:lnTo>
                  <a:pt x="185232" y="106174"/>
                </a:lnTo>
                <a:cubicBezTo>
                  <a:pt x="185232" y="107978"/>
                  <a:pt x="185682" y="109274"/>
                  <a:pt x="186584" y="110063"/>
                </a:cubicBezTo>
                <a:cubicBezTo>
                  <a:pt x="187486" y="110852"/>
                  <a:pt x="188669" y="111246"/>
                  <a:pt x="190134" y="111246"/>
                </a:cubicBezTo>
                <a:cubicBezTo>
                  <a:pt x="192727" y="111246"/>
                  <a:pt x="194981" y="110570"/>
                  <a:pt x="196897" y="109217"/>
                </a:cubicBezTo>
                <a:lnTo>
                  <a:pt x="196897" y="120207"/>
                </a:lnTo>
                <a:cubicBezTo>
                  <a:pt x="195432" y="121221"/>
                  <a:pt x="193629" y="122010"/>
                  <a:pt x="191487" y="122574"/>
                </a:cubicBezTo>
                <a:cubicBezTo>
                  <a:pt x="189346" y="123137"/>
                  <a:pt x="187091" y="123419"/>
                  <a:pt x="184724" y="123419"/>
                </a:cubicBezTo>
                <a:cubicBezTo>
                  <a:pt x="181343" y="123419"/>
                  <a:pt x="178582" y="122968"/>
                  <a:pt x="176440" y="122066"/>
                </a:cubicBezTo>
                <a:cubicBezTo>
                  <a:pt x="174299" y="121278"/>
                  <a:pt x="172721" y="119869"/>
                  <a:pt x="171706" y="117840"/>
                </a:cubicBezTo>
                <a:cubicBezTo>
                  <a:pt x="170692" y="115811"/>
                  <a:pt x="170016" y="112993"/>
                  <a:pt x="169677" y="109386"/>
                </a:cubicBezTo>
                <a:cubicBezTo>
                  <a:pt x="167761" y="112881"/>
                  <a:pt x="165282" y="115698"/>
                  <a:pt x="162238" y="117840"/>
                </a:cubicBezTo>
                <a:cubicBezTo>
                  <a:pt x="159195" y="119869"/>
                  <a:pt x="155814" y="121278"/>
                  <a:pt x="152094" y="122066"/>
                </a:cubicBezTo>
                <a:cubicBezTo>
                  <a:pt x="148375" y="122968"/>
                  <a:pt x="144486" y="123419"/>
                  <a:pt x="140429" y="123419"/>
                </a:cubicBezTo>
                <a:close/>
                <a:moveTo>
                  <a:pt x="145670" y="111415"/>
                </a:moveTo>
                <a:cubicBezTo>
                  <a:pt x="150855" y="111415"/>
                  <a:pt x="155081" y="110288"/>
                  <a:pt x="158350" y="108034"/>
                </a:cubicBezTo>
                <a:cubicBezTo>
                  <a:pt x="161731" y="105780"/>
                  <a:pt x="164211" y="102736"/>
                  <a:pt x="165789" y="98904"/>
                </a:cubicBezTo>
                <a:cubicBezTo>
                  <a:pt x="167479" y="95072"/>
                  <a:pt x="168325" y="90789"/>
                  <a:pt x="168325" y="86055"/>
                </a:cubicBezTo>
                <a:lnTo>
                  <a:pt x="168325" y="80814"/>
                </a:lnTo>
                <a:cubicBezTo>
                  <a:pt x="158632" y="80814"/>
                  <a:pt x="150911" y="81378"/>
                  <a:pt x="145163" y="82505"/>
                </a:cubicBezTo>
                <a:cubicBezTo>
                  <a:pt x="139527" y="83519"/>
                  <a:pt x="135469" y="85266"/>
                  <a:pt x="132990" y="87746"/>
                </a:cubicBezTo>
                <a:cubicBezTo>
                  <a:pt x="130623" y="90113"/>
                  <a:pt x="129439" y="93494"/>
                  <a:pt x="129439" y="97890"/>
                </a:cubicBezTo>
                <a:cubicBezTo>
                  <a:pt x="129439" y="102398"/>
                  <a:pt x="130736" y="105780"/>
                  <a:pt x="133328" y="108034"/>
                </a:cubicBezTo>
                <a:cubicBezTo>
                  <a:pt x="136033" y="110288"/>
                  <a:pt x="140147" y="111415"/>
                  <a:pt x="145670" y="111415"/>
                </a:cubicBezTo>
                <a:close/>
                <a:moveTo>
                  <a:pt x="202748" y="121728"/>
                </a:moveTo>
                <a:close/>
                <a:moveTo>
                  <a:pt x="252285" y="123419"/>
                </a:moveTo>
                <a:cubicBezTo>
                  <a:pt x="245184" y="123419"/>
                  <a:pt x="238873" y="122461"/>
                  <a:pt x="233350" y="120545"/>
                </a:cubicBezTo>
                <a:cubicBezTo>
                  <a:pt x="227940" y="118516"/>
                  <a:pt x="223656" y="115642"/>
                  <a:pt x="220501" y="111922"/>
                </a:cubicBezTo>
                <a:cubicBezTo>
                  <a:pt x="217457" y="108090"/>
                  <a:pt x="215936" y="103582"/>
                  <a:pt x="215936" y="98397"/>
                </a:cubicBezTo>
                <a:cubicBezTo>
                  <a:pt x="215936" y="98059"/>
                  <a:pt x="215936" y="97552"/>
                  <a:pt x="215936" y="96875"/>
                </a:cubicBezTo>
                <a:cubicBezTo>
                  <a:pt x="215936" y="96199"/>
                  <a:pt x="215992" y="95467"/>
                  <a:pt x="216105" y="94678"/>
                </a:cubicBezTo>
                <a:lnTo>
                  <a:pt x="230645" y="94678"/>
                </a:lnTo>
                <a:lnTo>
                  <a:pt x="230645" y="96368"/>
                </a:lnTo>
                <a:cubicBezTo>
                  <a:pt x="230645" y="101102"/>
                  <a:pt x="232673" y="104822"/>
                  <a:pt x="236731" y="107527"/>
                </a:cubicBezTo>
                <a:cubicBezTo>
                  <a:pt x="240901" y="110119"/>
                  <a:pt x="246819" y="111415"/>
                  <a:pt x="254483" y="111415"/>
                </a:cubicBezTo>
                <a:cubicBezTo>
                  <a:pt x="261358" y="111415"/>
                  <a:pt x="266543" y="110232"/>
                  <a:pt x="270037" y="107865"/>
                </a:cubicBezTo>
                <a:cubicBezTo>
                  <a:pt x="273644" y="105385"/>
                  <a:pt x="275447" y="102173"/>
                  <a:pt x="275447" y="98228"/>
                </a:cubicBezTo>
                <a:cubicBezTo>
                  <a:pt x="275447" y="95636"/>
                  <a:pt x="274715" y="93494"/>
                  <a:pt x="273249" y="91803"/>
                </a:cubicBezTo>
                <a:cubicBezTo>
                  <a:pt x="271784" y="90113"/>
                  <a:pt x="269136" y="88648"/>
                  <a:pt x="265303" y="87408"/>
                </a:cubicBezTo>
                <a:cubicBezTo>
                  <a:pt x="261584" y="86168"/>
                  <a:pt x="256174" y="84984"/>
                  <a:pt x="249073" y="83857"/>
                </a:cubicBezTo>
                <a:cubicBezTo>
                  <a:pt x="241521" y="82505"/>
                  <a:pt x="235435" y="80870"/>
                  <a:pt x="230814" y="78954"/>
                </a:cubicBezTo>
                <a:cubicBezTo>
                  <a:pt x="226192" y="76926"/>
                  <a:pt x="222867" y="74333"/>
                  <a:pt x="220839" y="71177"/>
                </a:cubicBezTo>
                <a:cubicBezTo>
                  <a:pt x="218810" y="67909"/>
                  <a:pt x="217795" y="63851"/>
                  <a:pt x="217795" y="59004"/>
                </a:cubicBezTo>
                <a:cubicBezTo>
                  <a:pt x="217795" y="53369"/>
                  <a:pt x="219317" y="48691"/>
                  <a:pt x="222360" y="44972"/>
                </a:cubicBezTo>
                <a:cubicBezTo>
                  <a:pt x="225404" y="41252"/>
                  <a:pt x="229630" y="38435"/>
                  <a:pt x="235040" y="36519"/>
                </a:cubicBezTo>
                <a:cubicBezTo>
                  <a:pt x="240563" y="34602"/>
                  <a:pt x="246988" y="33644"/>
                  <a:pt x="254314" y="33644"/>
                </a:cubicBezTo>
                <a:cubicBezTo>
                  <a:pt x="260739" y="33644"/>
                  <a:pt x="266487" y="34602"/>
                  <a:pt x="271559" y="36519"/>
                </a:cubicBezTo>
                <a:cubicBezTo>
                  <a:pt x="276744" y="38435"/>
                  <a:pt x="280858" y="41140"/>
                  <a:pt x="283901" y="44634"/>
                </a:cubicBezTo>
                <a:cubicBezTo>
                  <a:pt x="286944" y="48015"/>
                  <a:pt x="288466" y="52129"/>
                  <a:pt x="288466" y="56976"/>
                </a:cubicBezTo>
                <a:cubicBezTo>
                  <a:pt x="288466" y="57314"/>
                  <a:pt x="288466" y="57708"/>
                  <a:pt x="288466" y="58159"/>
                </a:cubicBezTo>
                <a:cubicBezTo>
                  <a:pt x="288466" y="58610"/>
                  <a:pt x="288353" y="59230"/>
                  <a:pt x="288127" y="60019"/>
                </a:cubicBezTo>
                <a:lnTo>
                  <a:pt x="273419" y="60019"/>
                </a:lnTo>
                <a:cubicBezTo>
                  <a:pt x="273419" y="55961"/>
                  <a:pt x="272461" y="52918"/>
                  <a:pt x="270544" y="50889"/>
                </a:cubicBezTo>
                <a:cubicBezTo>
                  <a:pt x="268741" y="48748"/>
                  <a:pt x="266261" y="47339"/>
                  <a:pt x="263105" y="46663"/>
                </a:cubicBezTo>
                <a:cubicBezTo>
                  <a:pt x="260062" y="45874"/>
                  <a:pt x="256681" y="45479"/>
                  <a:pt x="252961" y="45479"/>
                </a:cubicBezTo>
                <a:cubicBezTo>
                  <a:pt x="239887" y="45479"/>
                  <a:pt x="233350" y="49537"/>
                  <a:pt x="233350" y="57652"/>
                </a:cubicBezTo>
                <a:cubicBezTo>
                  <a:pt x="233350" y="59793"/>
                  <a:pt x="234026" y="61597"/>
                  <a:pt x="235378" y="63062"/>
                </a:cubicBezTo>
                <a:cubicBezTo>
                  <a:pt x="236731" y="64415"/>
                  <a:pt x="239154" y="65654"/>
                  <a:pt x="242648" y="66782"/>
                </a:cubicBezTo>
                <a:cubicBezTo>
                  <a:pt x="246255" y="67909"/>
                  <a:pt x="251383" y="69092"/>
                  <a:pt x="258033" y="70332"/>
                </a:cubicBezTo>
                <a:cubicBezTo>
                  <a:pt x="266261" y="71797"/>
                  <a:pt x="272742" y="73601"/>
                  <a:pt x="277476" y="75742"/>
                </a:cubicBezTo>
                <a:cubicBezTo>
                  <a:pt x="282323" y="77884"/>
                  <a:pt x="285817" y="80645"/>
                  <a:pt x="287958" y="84026"/>
                </a:cubicBezTo>
                <a:cubicBezTo>
                  <a:pt x="290100" y="87295"/>
                  <a:pt x="291171" y="91578"/>
                  <a:pt x="291171" y="96875"/>
                </a:cubicBezTo>
                <a:cubicBezTo>
                  <a:pt x="291171" y="102849"/>
                  <a:pt x="289593" y="107808"/>
                  <a:pt x="286437" y="111753"/>
                </a:cubicBezTo>
                <a:cubicBezTo>
                  <a:pt x="283394" y="115698"/>
                  <a:pt x="278941" y="118629"/>
                  <a:pt x="273080" y="120545"/>
                </a:cubicBezTo>
                <a:cubicBezTo>
                  <a:pt x="267332" y="122461"/>
                  <a:pt x="260400" y="123419"/>
                  <a:pt x="252285" y="123419"/>
                </a:cubicBezTo>
                <a:close/>
                <a:moveTo>
                  <a:pt x="304123" y="121728"/>
                </a:moveTo>
                <a:close/>
                <a:moveTo>
                  <a:pt x="317479" y="121728"/>
                </a:moveTo>
                <a:lnTo>
                  <a:pt x="317479" y="0"/>
                </a:lnTo>
                <a:lnTo>
                  <a:pt x="334386" y="0"/>
                </a:lnTo>
                <a:lnTo>
                  <a:pt x="334386" y="82674"/>
                </a:lnTo>
                <a:lnTo>
                  <a:pt x="374286" y="35335"/>
                </a:lnTo>
                <a:lnTo>
                  <a:pt x="394236" y="35335"/>
                </a:lnTo>
                <a:lnTo>
                  <a:pt x="359915" y="75573"/>
                </a:lnTo>
                <a:lnTo>
                  <a:pt x="396264" y="121728"/>
                </a:lnTo>
                <a:lnTo>
                  <a:pt x="375638" y="121728"/>
                </a:lnTo>
                <a:lnTo>
                  <a:pt x="348080" y="87408"/>
                </a:lnTo>
                <a:lnTo>
                  <a:pt x="334386" y="100933"/>
                </a:lnTo>
                <a:lnTo>
                  <a:pt x="334386" y="121728"/>
                </a:lnTo>
                <a:lnTo>
                  <a:pt x="317479" y="121728"/>
                </a:lnTo>
                <a:close/>
              </a:path>
            </a:pathLst>
          </a:custGeom>
          <a:solidFill xmlns:a="http://schemas.openxmlformats.org/drawingml/2006/main">
            <a:srgbClr val="6F42C1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93C13F-6101-4855-A593-264AF8852F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463" y="431305"/>
            <a:ext cx="4835090" cy="4627928"/>
          </a:xfrm>
          <a:custGeom xmlns:a="http://schemas.openxmlformats.org/drawingml/2006/main">
            <a:pathLst>
              <a:path w="4835090" h="4627928">
                <a:moveTo>
                  <a:pt x="259101" y="366569"/>
                </a:moveTo>
                <a:lnTo>
                  <a:pt x="260000" y="366477"/>
                </a:lnTo>
                <a:lnTo>
                  <a:pt x="260889" y="366371"/>
                </a:lnTo>
                <a:lnTo>
                  <a:pt x="261766" y="366252"/>
                </a:lnTo>
                <a:lnTo>
                  <a:pt x="262632" y="366118"/>
                </a:lnTo>
                <a:lnTo>
                  <a:pt x="263487" y="365970"/>
                </a:lnTo>
                <a:lnTo>
                  <a:pt x="264331" y="365808"/>
                </a:lnTo>
                <a:lnTo>
                  <a:pt x="265164" y="365632"/>
                </a:lnTo>
                <a:lnTo>
                  <a:pt x="265985" y="365442"/>
                </a:lnTo>
                <a:lnTo>
                  <a:pt x="266796" y="365237"/>
                </a:lnTo>
                <a:lnTo>
                  <a:pt x="267595" y="365019"/>
                </a:lnTo>
                <a:lnTo>
                  <a:pt x="268383" y="364786"/>
                </a:lnTo>
                <a:lnTo>
                  <a:pt x="269160" y="364540"/>
                </a:lnTo>
                <a:lnTo>
                  <a:pt x="269926" y="364279"/>
                </a:lnTo>
                <a:lnTo>
                  <a:pt x="270681" y="364004"/>
                </a:lnTo>
                <a:lnTo>
                  <a:pt x="271424" y="363716"/>
                </a:lnTo>
                <a:lnTo>
                  <a:pt x="272156" y="363413"/>
                </a:lnTo>
                <a:lnTo>
                  <a:pt x="272878" y="363096"/>
                </a:lnTo>
                <a:lnTo>
                  <a:pt x="273588" y="362765"/>
                </a:lnTo>
                <a:lnTo>
                  <a:pt x="274299" y="362421"/>
                </a:lnTo>
                <a:lnTo>
                  <a:pt x="274998" y="362065"/>
                </a:lnTo>
                <a:lnTo>
                  <a:pt x="275682" y="361697"/>
                </a:lnTo>
                <a:lnTo>
                  <a:pt x="276354" y="361318"/>
                </a:lnTo>
                <a:lnTo>
                  <a:pt x="277012" y="360927"/>
                </a:lnTo>
                <a:lnTo>
                  <a:pt x="277656" y="360524"/>
                </a:lnTo>
                <a:lnTo>
                  <a:pt x="278287" y="360110"/>
                </a:lnTo>
                <a:lnTo>
                  <a:pt x="278904" y="359684"/>
                </a:lnTo>
                <a:lnTo>
                  <a:pt x="279508" y="359246"/>
                </a:lnTo>
                <a:lnTo>
                  <a:pt x="280098" y="358796"/>
                </a:lnTo>
                <a:lnTo>
                  <a:pt x="280675" y="358335"/>
                </a:lnTo>
                <a:lnTo>
                  <a:pt x="281238" y="357862"/>
                </a:lnTo>
                <a:lnTo>
                  <a:pt x="281788" y="357377"/>
                </a:lnTo>
                <a:lnTo>
                  <a:pt x="282324" y="356880"/>
                </a:lnTo>
                <a:lnTo>
                  <a:pt x="282847" y="356372"/>
                </a:lnTo>
                <a:lnTo>
                  <a:pt x="283356" y="355852"/>
                </a:lnTo>
                <a:lnTo>
                  <a:pt x="283852" y="355320"/>
                </a:lnTo>
                <a:lnTo>
                  <a:pt x="284334" y="354776"/>
                </a:lnTo>
                <a:lnTo>
                  <a:pt x="284803" y="354221"/>
                </a:lnTo>
                <a:lnTo>
                  <a:pt x="285258" y="353654"/>
                </a:lnTo>
                <a:lnTo>
                  <a:pt x="285700" y="353075"/>
                </a:lnTo>
                <a:lnTo>
                  <a:pt x="286128" y="352484"/>
                </a:lnTo>
                <a:lnTo>
                  <a:pt x="286543" y="351882"/>
                </a:lnTo>
                <a:lnTo>
                  <a:pt x="286944" y="351268"/>
                </a:lnTo>
                <a:lnTo>
                  <a:pt x="287344" y="350629"/>
                </a:lnTo>
                <a:lnTo>
                  <a:pt x="287727" y="349981"/>
                </a:lnTo>
                <a:lnTo>
                  <a:pt x="288093" y="349324"/>
                </a:lnTo>
                <a:lnTo>
                  <a:pt x="288442" y="348657"/>
                </a:lnTo>
                <a:lnTo>
                  <a:pt x="288774" y="347981"/>
                </a:lnTo>
                <a:lnTo>
                  <a:pt x="289089" y="347295"/>
                </a:lnTo>
                <a:lnTo>
                  <a:pt x="289387" y="346600"/>
                </a:lnTo>
                <a:lnTo>
                  <a:pt x="289668" y="345896"/>
                </a:lnTo>
                <a:lnTo>
                  <a:pt x="289932" y="345182"/>
                </a:lnTo>
                <a:lnTo>
                  <a:pt x="290179" y="344458"/>
                </a:lnTo>
                <a:lnTo>
                  <a:pt x="290408" y="343726"/>
                </a:lnTo>
                <a:lnTo>
                  <a:pt x="290621" y="342984"/>
                </a:lnTo>
                <a:lnTo>
                  <a:pt x="290817" y="342232"/>
                </a:lnTo>
                <a:lnTo>
                  <a:pt x="290996" y="341472"/>
                </a:lnTo>
                <a:lnTo>
                  <a:pt x="291157" y="340701"/>
                </a:lnTo>
                <a:lnTo>
                  <a:pt x="291302" y="339922"/>
                </a:lnTo>
                <a:lnTo>
                  <a:pt x="291430" y="339133"/>
                </a:lnTo>
                <a:lnTo>
                  <a:pt x="291540" y="338334"/>
                </a:lnTo>
                <a:lnTo>
                  <a:pt x="291634" y="337527"/>
                </a:lnTo>
                <a:lnTo>
                  <a:pt x="291711" y="336710"/>
                </a:lnTo>
                <a:lnTo>
                  <a:pt x="291770" y="335883"/>
                </a:lnTo>
                <a:lnTo>
                  <a:pt x="291813" y="335047"/>
                </a:lnTo>
                <a:lnTo>
                  <a:pt x="291838" y="334202"/>
                </a:lnTo>
                <a:lnTo>
                  <a:pt x="291847" y="333347"/>
                </a:lnTo>
                <a:lnTo>
                  <a:pt x="275955" y="333347"/>
                </a:lnTo>
                <a:lnTo>
                  <a:pt x="275945" y="334253"/>
                </a:lnTo>
                <a:lnTo>
                  <a:pt x="275915" y="335139"/>
                </a:lnTo>
                <a:lnTo>
                  <a:pt x="275865" y="336005"/>
                </a:lnTo>
                <a:lnTo>
                  <a:pt x="275795" y="336850"/>
                </a:lnTo>
                <a:lnTo>
                  <a:pt x="275705" y="337676"/>
                </a:lnTo>
                <a:lnTo>
                  <a:pt x="275595" y="338482"/>
                </a:lnTo>
                <a:lnTo>
                  <a:pt x="275466" y="339268"/>
                </a:lnTo>
                <a:lnTo>
                  <a:pt x="275316" y="340034"/>
                </a:lnTo>
                <a:lnTo>
                  <a:pt x="275146" y="340781"/>
                </a:lnTo>
                <a:lnTo>
                  <a:pt x="274957" y="341507"/>
                </a:lnTo>
                <a:lnTo>
                  <a:pt x="274747" y="342213"/>
                </a:lnTo>
                <a:lnTo>
                  <a:pt x="274518" y="342899"/>
                </a:lnTo>
                <a:lnTo>
                  <a:pt x="274268" y="343566"/>
                </a:lnTo>
                <a:lnTo>
                  <a:pt x="273999" y="344212"/>
                </a:lnTo>
                <a:lnTo>
                  <a:pt x="273709" y="344838"/>
                </a:lnTo>
                <a:lnTo>
                  <a:pt x="273400" y="345445"/>
                </a:lnTo>
                <a:lnTo>
                  <a:pt x="273070" y="346031"/>
                </a:lnTo>
                <a:lnTo>
                  <a:pt x="272721" y="346598"/>
                </a:lnTo>
                <a:lnTo>
                  <a:pt x="272352" y="347144"/>
                </a:lnTo>
                <a:lnTo>
                  <a:pt x="271963" y="347671"/>
                </a:lnTo>
                <a:lnTo>
                  <a:pt x="271554" y="348177"/>
                </a:lnTo>
                <a:lnTo>
                  <a:pt x="271124" y="348664"/>
                </a:lnTo>
                <a:lnTo>
                  <a:pt x="270675" y="349131"/>
                </a:lnTo>
                <a:lnTo>
                  <a:pt x="270206" y="349577"/>
                </a:lnTo>
                <a:lnTo>
                  <a:pt x="269732" y="350005"/>
                </a:lnTo>
                <a:lnTo>
                  <a:pt x="269240" y="350415"/>
                </a:lnTo>
                <a:lnTo>
                  <a:pt x="268730" y="350806"/>
                </a:lnTo>
                <a:lnTo>
                  <a:pt x="268201" y="351179"/>
                </a:lnTo>
                <a:lnTo>
                  <a:pt x="267654" y="351534"/>
                </a:lnTo>
                <a:lnTo>
                  <a:pt x="267089" y="351870"/>
                </a:lnTo>
                <a:lnTo>
                  <a:pt x="266506" y="352189"/>
                </a:lnTo>
                <a:lnTo>
                  <a:pt x="265904" y="352489"/>
                </a:lnTo>
                <a:lnTo>
                  <a:pt x="265285" y="352771"/>
                </a:lnTo>
                <a:lnTo>
                  <a:pt x="264647" y="353035"/>
                </a:lnTo>
                <a:lnTo>
                  <a:pt x="263991" y="353281"/>
                </a:lnTo>
                <a:lnTo>
                  <a:pt x="263317" y="353508"/>
                </a:lnTo>
                <a:lnTo>
                  <a:pt x="262624" y="353717"/>
                </a:lnTo>
                <a:lnTo>
                  <a:pt x="261914" y="353909"/>
                </a:lnTo>
                <a:lnTo>
                  <a:pt x="261185" y="354081"/>
                </a:lnTo>
                <a:lnTo>
                  <a:pt x="260438" y="354236"/>
                </a:lnTo>
                <a:lnTo>
                  <a:pt x="259673" y="354373"/>
                </a:lnTo>
                <a:lnTo>
                  <a:pt x="258889" y="354491"/>
                </a:lnTo>
                <a:lnTo>
                  <a:pt x="258088" y="354591"/>
                </a:lnTo>
                <a:lnTo>
                  <a:pt x="257268" y="354673"/>
                </a:lnTo>
                <a:lnTo>
                  <a:pt x="256430" y="354737"/>
                </a:lnTo>
                <a:lnTo>
                  <a:pt x="255574" y="354782"/>
                </a:lnTo>
                <a:lnTo>
                  <a:pt x="254699" y="354809"/>
                </a:lnTo>
                <a:lnTo>
                  <a:pt x="253807" y="354819"/>
                </a:lnTo>
                <a:lnTo>
                  <a:pt x="252995" y="354807"/>
                </a:lnTo>
                <a:lnTo>
                  <a:pt x="252196" y="354770"/>
                </a:lnTo>
                <a:lnTo>
                  <a:pt x="251408" y="354710"/>
                </a:lnTo>
                <a:lnTo>
                  <a:pt x="250632" y="354626"/>
                </a:lnTo>
                <a:lnTo>
                  <a:pt x="249868" y="354518"/>
                </a:lnTo>
                <a:lnTo>
                  <a:pt x="249115" y="354385"/>
                </a:lnTo>
                <a:lnTo>
                  <a:pt x="248374" y="354229"/>
                </a:lnTo>
                <a:lnTo>
                  <a:pt x="247645" y="354048"/>
                </a:lnTo>
                <a:lnTo>
                  <a:pt x="246928" y="353844"/>
                </a:lnTo>
                <a:lnTo>
                  <a:pt x="246222" y="353615"/>
                </a:lnTo>
                <a:lnTo>
                  <a:pt x="245528" y="353362"/>
                </a:lnTo>
                <a:lnTo>
                  <a:pt x="244846" y="353085"/>
                </a:lnTo>
                <a:lnTo>
                  <a:pt x="244176" y="352785"/>
                </a:lnTo>
                <a:lnTo>
                  <a:pt x="243517" y="352460"/>
                </a:lnTo>
                <a:lnTo>
                  <a:pt x="242870" y="352111"/>
                </a:lnTo>
                <a:lnTo>
                  <a:pt x="242235" y="351738"/>
                </a:lnTo>
                <a:lnTo>
                  <a:pt x="241612" y="351341"/>
                </a:lnTo>
                <a:lnTo>
                  <a:pt x="241000" y="350919"/>
                </a:lnTo>
                <a:lnTo>
                  <a:pt x="240400" y="350474"/>
                </a:lnTo>
                <a:lnTo>
                  <a:pt x="239812" y="350005"/>
                </a:lnTo>
                <a:lnTo>
                  <a:pt x="239235" y="349511"/>
                </a:lnTo>
                <a:lnTo>
                  <a:pt x="238671" y="348994"/>
                </a:lnTo>
                <a:lnTo>
                  <a:pt x="238118" y="348452"/>
                </a:lnTo>
                <a:lnTo>
                  <a:pt x="237576" y="347887"/>
                </a:lnTo>
                <a:lnTo>
                  <a:pt x="237052" y="347298"/>
                </a:lnTo>
                <a:lnTo>
                  <a:pt x="236550" y="346687"/>
                </a:lnTo>
                <a:lnTo>
                  <a:pt x="236071" y="346053"/>
                </a:lnTo>
                <a:lnTo>
                  <a:pt x="235613" y="345398"/>
                </a:lnTo>
                <a:lnTo>
                  <a:pt x="235178" y="344720"/>
                </a:lnTo>
                <a:lnTo>
                  <a:pt x="234766" y="344019"/>
                </a:lnTo>
                <a:lnTo>
                  <a:pt x="234375" y="343297"/>
                </a:lnTo>
                <a:lnTo>
                  <a:pt x="234007" y="342552"/>
                </a:lnTo>
                <a:lnTo>
                  <a:pt x="233661" y="341784"/>
                </a:lnTo>
                <a:lnTo>
                  <a:pt x="233338" y="340995"/>
                </a:lnTo>
                <a:lnTo>
                  <a:pt x="233037" y="340183"/>
                </a:lnTo>
                <a:lnTo>
                  <a:pt x="232758" y="339349"/>
                </a:lnTo>
                <a:lnTo>
                  <a:pt x="232501" y="338492"/>
                </a:lnTo>
                <a:lnTo>
                  <a:pt x="232267" y="337613"/>
                </a:lnTo>
                <a:lnTo>
                  <a:pt x="232055" y="336712"/>
                </a:lnTo>
                <a:lnTo>
                  <a:pt x="231866" y="335789"/>
                </a:lnTo>
                <a:lnTo>
                  <a:pt x="231698" y="334843"/>
                </a:lnTo>
                <a:lnTo>
                  <a:pt x="231553" y="333875"/>
                </a:lnTo>
                <a:lnTo>
                  <a:pt x="231431" y="332885"/>
                </a:lnTo>
                <a:lnTo>
                  <a:pt x="231330" y="331872"/>
                </a:lnTo>
                <a:lnTo>
                  <a:pt x="231252" y="330837"/>
                </a:lnTo>
                <a:lnTo>
                  <a:pt x="231196" y="329780"/>
                </a:lnTo>
                <a:lnTo>
                  <a:pt x="231163" y="328701"/>
                </a:lnTo>
                <a:lnTo>
                  <a:pt x="231152" y="327599"/>
                </a:lnTo>
                <a:lnTo>
                  <a:pt x="231152" y="324724"/>
                </a:lnTo>
                <a:lnTo>
                  <a:pt x="291847" y="324724"/>
                </a:lnTo>
                <a:lnTo>
                  <a:pt x="291847" y="313228"/>
                </a:lnTo>
                <a:lnTo>
                  <a:pt x="291839" y="312358"/>
                </a:lnTo>
                <a:lnTo>
                  <a:pt x="291814" y="311497"/>
                </a:lnTo>
                <a:lnTo>
                  <a:pt x="291773" y="310644"/>
                </a:lnTo>
                <a:lnTo>
                  <a:pt x="291715" y="309799"/>
                </a:lnTo>
                <a:lnTo>
                  <a:pt x="291641" y="308963"/>
                </a:lnTo>
                <a:lnTo>
                  <a:pt x="291551" y="308135"/>
                </a:lnTo>
                <a:lnTo>
                  <a:pt x="291444" y="307314"/>
                </a:lnTo>
                <a:lnTo>
                  <a:pt x="291321" y="306503"/>
                </a:lnTo>
                <a:lnTo>
                  <a:pt x="291181" y="305699"/>
                </a:lnTo>
                <a:lnTo>
                  <a:pt x="291025" y="304904"/>
                </a:lnTo>
                <a:lnTo>
                  <a:pt x="290852" y="304116"/>
                </a:lnTo>
                <a:lnTo>
                  <a:pt x="290663" y="303337"/>
                </a:lnTo>
                <a:lnTo>
                  <a:pt x="290458" y="302567"/>
                </a:lnTo>
                <a:lnTo>
                  <a:pt x="290236" y="301804"/>
                </a:lnTo>
                <a:lnTo>
                  <a:pt x="289998" y="301050"/>
                </a:lnTo>
                <a:lnTo>
                  <a:pt x="289743" y="300304"/>
                </a:lnTo>
                <a:lnTo>
                  <a:pt x="289472" y="299566"/>
                </a:lnTo>
                <a:lnTo>
                  <a:pt x="289184" y="298836"/>
                </a:lnTo>
                <a:lnTo>
                  <a:pt x="288880" y="298115"/>
                </a:lnTo>
                <a:lnTo>
                  <a:pt x="288559" y="297401"/>
                </a:lnTo>
                <a:lnTo>
                  <a:pt x="288222" y="296696"/>
                </a:lnTo>
                <a:lnTo>
                  <a:pt x="287869" y="295999"/>
                </a:lnTo>
                <a:lnTo>
                  <a:pt x="287499" y="295311"/>
                </a:lnTo>
                <a:lnTo>
                  <a:pt x="287113" y="294630"/>
                </a:lnTo>
                <a:lnTo>
                  <a:pt x="286726" y="293960"/>
                </a:lnTo>
                <a:lnTo>
                  <a:pt x="286325" y="293301"/>
                </a:lnTo>
                <a:lnTo>
                  <a:pt x="285911" y="292654"/>
                </a:lnTo>
                <a:lnTo>
                  <a:pt x="285483" y="292019"/>
                </a:lnTo>
                <a:lnTo>
                  <a:pt x="285042" y="291396"/>
                </a:lnTo>
                <a:lnTo>
                  <a:pt x="284588" y="290784"/>
                </a:lnTo>
                <a:lnTo>
                  <a:pt x="284119" y="290184"/>
                </a:lnTo>
                <a:lnTo>
                  <a:pt x="283638" y="289596"/>
                </a:lnTo>
                <a:lnTo>
                  <a:pt x="283143" y="289020"/>
                </a:lnTo>
                <a:lnTo>
                  <a:pt x="282634" y="288455"/>
                </a:lnTo>
                <a:lnTo>
                  <a:pt x="282112" y="287902"/>
                </a:lnTo>
                <a:lnTo>
                  <a:pt x="281576" y="287361"/>
                </a:lnTo>
                <a:lnTo>
                  <a:pt x="281027" y="286831"/>
                </a:lnTo>
                <a:lnTo>
                  <a:pt x="280464" y="286313"/>
                </a:lnTo>
                <a:lnTo>
                  <a:pt x="279888" y="285807"/>
                </a:lnTo>
                <a:lnTo>
                  <a:pt x="279298" y="285313"/>
                </a:lnTo>
                <a:lnTo>
                  <a:pt x="278695" y="284830"/>
                </a:lnTo>
                <a:lnTo>
                  <a:pt x="278078" y="284360"/>
                </a:lnTo>
                <a:lnTo>
                  <a:pt x="277448" y="283901"/>
                </a:lnTo>
                <a:lnTo>
                  <a:pt x="276805" y="283453"/>
                </a:lnTo>
                <a:lnTo>
                  <a:pt x="276147" y="283018"/>
                </a:lnTo>
                <a:lnTo>
                  <a:pt x="275477" y="282594"/>
                </a:lnTo>
                <a:lnTo>
                  <a:pt x="274793" y="282182"/>
                </a:lnTo>
                <a:lnTo>
                  <a:pt x="274095" y="281781"/>
                </a:lnTo>
                <a:lnTo>
                  <a:pt x="273399" y="281395"/>
                </a:lnTo>
                <a:lnTo>
                  <a:pt x="272691" y="281025"/>
                </a:lnTo>
                <a:lnTo>
                  <a:pt x="271971" y="280672"/>
                </a:lnTo>
                <a:lnTo>
                  <a:pt x="271239" y="280335"/>
                </a:lnTo>
                <a:lnTo>
                  <a:pt x="270496" y="280014"/>
                </a:lnTo>
                <a:lnTo>
                  <a:pt x="269741" y="279710"/>
                </a:lnTo>
                <a:lnTo>
                  <a:pt x="268975" y="279423"/>
                </a:lnTo>
                <a:lnTo>
                  <a:pt x="268196" y="279151"/>
                </a:lnTo>
                <a:lnTo>
                  <a:pt x="267406" y="278897"/>
                </a:lnTo>
                <a:lnTo>
                  <a:pt x="266604" y="278658"/>
                </a:lnTo>
                <a:lnTo>
                  <a:pt x="265791" y="278436"/>
                </a:lnTo>
                <a:lnTo>
                  <a:pt x="264965" y="278231"/>
                </a:lnTo>
                <a:lnTo>
                  <a:pt x="264128" y="278042"/>
                </a:lnTo>
                <a:lnTo>
                  <a:pt x="263279" y="277869"/>
                </a:lnTo>
                <a:lnTo>
                  <a:pt x="262419" y="277713"/>
                </a:lnTo>
                <a:lnTo>
                  <a:pt x="261546" y="277574"/>
                </a:lnTo>
                <a:lnTo>
                  <a:pt x="260662" y="277450"/>
                </a:lnTo>
                <a:lnTo>
                  <a:pt x="259766" y="277343"/>
                </a:lnTo>
                <a:lnTo>
                  <a:pt x="258859" y="277253"/>
                </a:lnTo>
                <a:lnTo>
                  <a:pt x="257940" y="277179"/>
                </a:lnTo>
                <a:lnTo>
                  <a:pt x="257008" y="277122"/>
                </a:lnTo>
                <a:lnTo>
                  <a:pt x="256066" y="277081"/>
                </a:lnTo>
                <a:lnTo>
                  <a:pt x="255111" y="277056"/>
                </a:lnTo>
                <a:lnTo>
                  <a:pt x="254145" y="277048"/>
                </a:lnTo>
                <a:lnTo>
                  <a:pt x="253108" y="277057"/>
                </a:lnTo>
                <a:lnTo>
                  <a:pt x="252083" y="277085"/>
                </a:lnTo>
                <a:lnTo>
                  <a:pt x="251070" y="277132"/>
                </a:lnTo>
                <a:lnTo>
                  <a:pt x="250069" y="277198"/>
                </a:lnTo>
                <a:lnTo>
                  <a:pt x="249079" y="277282"/>
                </a:lnTo>
                <a:lnTo>
                  <a:pt x="248101" y="277386"/>
                </a:lnTo>
                <a:lnTo>
                  <a:pt x="247134" y="277508"/>
                </a:lnTo>
                <a:lnTo>
                  <a:pt x="246180" y="277649"/>
                </a:lnTo>
                <a:lnTo>
                  <a:pt x="245237" y="277808"/>
                </a:lnTo>
                <a:lnTo>
                  <a:pt x="244306" y="277987"/>
                </a:lnTo>
                <a:lnTo>
                  <a:pt x="243387" y="278184"/>
                </a:lnTo>
                <a:lnTo>
                  <a:pt x="242479" y="278400"/>
                </a:lnTo>
                <a:lnTo>
                  <a:pt x="241583" y="278635"/>
                </a:lnTo>
                <a:lnTo>
                  <a:pt x="240699" y="278888"/>
                </a:lnTo>
                <a:lnTo>
                  <a:pt x="239827" y="279161"/>
                </a:lnTo>
                <a:lnTo>
                  <a:pt x="238966" y="279452"/>
                </a:lnTo>
                <a:lnTo>
                  <a:pt x="238118" y="279762"/>
                </a:lnTo>
                <a:lnTo>
                  <a:pt x="237280" y="280091"/>
                </a:lnTo>
                <a:lnTo>
                  <a:pt x="236455" y="280438"/>
                </a:lnTo>
                <a:lnTo>
                  <a:pt x="235641" y="280804"/>
                </a:lnTo>
                <a:lnTo>
                  <a:pt x="234840" y="281189"/>
                </a:lnTo>
                <a:lnTo>
                  <a:pt x="234049" y="281593"/>
                </a:lnTo>
                <a:lnTo>
                  <a:pt x="233271" y="282016"/>
                </a:lnTo>
                <a:lnTo>
                  <a:pt x="232504" y="282457"/>
                </a:lnTo>
                <a:lnTo>
                  <a:pt x="231751" y="282902"/>
                </a:lnTo>
                <a:lnTo>
                  <a:pt x="231012" y="283362"/>
                </a:lnTo>
                <a:lnTo>
                  <a:pt x="230288" y="283836"/>
                </a:lnTo>
                <a:lnTo>
                  <a:pt x="229579" y="284327"/>
                </a:lnTo>
                <a:lnTo>
                  <a:pt x="228884" y="284832"/>
                </a:lnTo>
                <a:lnTo>
                  <a:pt x="228204" y="285353"/>
                </a:lnTo>
                <a:lnTo>
                  <a:pt x="227538" y="285889"/>
                </a:lnTo>
                <a:lnTo>
                  <a:pt x="226888" y="286440"/>
                </a:lnTo>
                <a:lnTo>
                  <a:pt x="226251" y="287007"/>
                </a:lnTo>
                <a:lnTo>
                  <a:pt x="225630" y="287588"/>
                </a:lnTo>
                <a:lnTo>
                  <a:pt x="225023" y="288185"/>
                </a:lnTo>
                <a:lnTo>
                  <a:pt x="224431" y="288798"/>
                </a:lnTo>
                <a:lnTo>
                  <a:pt x="223854" y="289425"/>
                </a:lnTo>
                <a:lnTo>
                  <a:pt x="223291" y="290068"/>
                </a:lnTo>
                <a:lnTo>
                  <a:pt x="222743" y="290726"/>
                </a:lnTo>
                <a:lnTo>
                  <a:pt x="222210" y="291399"/>
                </a:lnTo>
                <a:lnTo>
                  <a:pt x="221691" y="292088"/>
                </a:lnTo>
                <a:lnTo>
                  <a:pt x="221187" y="292792"/>
                </a:lnTo>
                <a:lnTo>
                  <a:pt x="220698" y="293511"/>
                </a:lnTo>
                <a:lnTo>
                  <a:pt x="220223" y="294245"/>
                </a:lnTo>
                <a:lnTo>
                  <a:pt x="219764" y="294995"/>
                </a:lnTo>
                <a:lnTo>
                  <a:pt x="219318" y="295760"/>
                </a:lnTo>
                <a:lnTo>
                  <a:pt x="218888" y="296540"/>
                </a:lnTo>
                <a:lnTo>
                  <a:pt x="218472" y="297336"/>
                </a:lnTo>
                <a:lnTo>
                  <a:pt x="218072" y="298145"/>
                </a:lnTo>
                <a:lnTo>
                  <a:pt x="217689" y="298966"/>
                </a:lnTo>
                <a:lnTo>
                  <a:pt x="217323" y="299800"/>
                </a:lnTo>
                <a:lnTo>
                  <a:pt x="216974" y="300647"/>
                </a:lnTo>
                <a:lnTo>
                  <a:pt x="216642" y="301505"/>
                </a:lnTo>
                <a:lnTo>
                  <a:pt x="216327" y="302376"/>
                </a:lnTo>
                <a:lnTo>
                  <a:pt x="216029" y="303259"/>
                </a:lnTo>
                <a:lnTo>
                  <a:pt x="215748" y="304155"/>
                </a:lnTo>
                <a:lnTo>
                  <a:pt x="215484" y="305063"/>
                </a:lnTo>
                <a:lnTo>
                  <a:pt x="215237" y="305983"/>
                </a:lnTo>
                <a:lnTo>
                  <a:pt x="215007" y="306915"/>
                </a:lnTo>
                <a:lnTo>
                  <a:pt x="214795" y="307860"/>
                </a:lnTo>
                <a:lnTo>
                  <a:pt x="214599" y="308817"/>
                </a:lnTo>
                <a:lnTo>
                  <a:pt x="214420" y="309787"/>
                </a:lnTo>
                <a:lnTo>
                  <a:pt x="214258" y="310768"/>
                </a:lnTo>
                <a:lnTo>
                  <a:pt x="214114" y="311763"/>
                </a:lnTo>
                <a:lnTo>
                  <a:pt x="213986" y="312769"/>
                </a:lnTo>
                <a:lnTo>
                  <a:pt x="213875" y="313788"/>
                </a:lnTo>
                <a:lnTo>
                  <a:pt x="213782" y="314819"/>
                </a:lnTo>
                <a:lnTo>
                  <a:pt x="213705" y="315862"/>
                </a:lnTo>
                <a:lnTo>
                  <a:pt x="213645" y="316918"/>
                </a:lnTo>
                <a:lnTo>
                  <a:pt x="213603" y="317986"/>
                </a:lnTo>
                <a:lnTo>
                  <a:pt x="213577" y="319067"/>
                </a:lnTo>
                <a:lnTo>
                  <a:pt x="213569" y="320159"/>
                </a:lnTo>
                <a:lnTo>
                  <a:pt x="213569" y="323710"/>
                </a:lnTo>
                <a:lnTo>
                  <a:pt x="213576" y="324762"/>
                </a:lnTo>
                <a:lnTo>
                  <a:pt x="213598" y="325803"/>
                </a:lnTo>
                <a:lnTo>
                  <a:pt x="213635" y="326835"/>
                </a:lnTo>
                <a:lnTo>
                  <a:pt x="213686" y="327857"/>
                </a:lnTo>
                <a:lnTo>
                  <a:pt x="213752" y="328869"/>
                </a:lnTo>
                <a:lnTo>
                  <a:pt x="213833" y="329870"/>
                </a:lnTo>
                <a:lnTo>
                  <a:pt x="213928" y="330862"/>
                </a:lnTo>
                <a:lnTo>
                  <a:pt x="214038" y="331844"/>
                </a:lnTo>
                <a:lnTo>
                  <a:pt x="214163" y="332816"/>
                </a:lnTo>
                <a:lnTo>
                  <a:pt x="214303" y="333778"/>
                </a:lnTo>
                <a:lnTo>
                  <a:pt x="214457" y="334730"/>
                </a:lnTo>
                <a:lnTo>
                  <a:pt x="214625" y="335672"/>
                </a:lnTo>
                <a:lnTo>
                  <a:pt x="214809" y="336603"/>
                </a:lnTo>
                <a:lnTo>
                  <a:pt x="215007" y="337525"/>
                </a:lnTo>
                <a:lnTo>
                  <a:pt x="215220" y="338437"/>
                </a:lnTo>
                <a:lnTo>
                  <a:pt x="215447" y="339339"/>
                </a:lnTo>
                <a:lnTo>
                  <a:pt x="215689" y="340231"/>
                </a:lnTo>
                <a:lnTo>
                  <a:pt x="215946" y="341113"/>
                </a:lnTo>
                <a:lnTo>
                  <a:pt x="216218" y="341985"/>
                </a:lnTo>
                <a:lnTo>
                  <a:pt x="216504" y="342848"/>
                </a:lnTo>
                <a:lnTo>
                  <a:pt x="216805" y="343700"/>
                </a:lnTo>
                <a:lnTo>
                  <a:pt x="217120" y="344542"/>
                </a:lnTo>
                <a:lnTo>
                  <a:pt x="217451" y="345374"/>
                </a:lnTo>
                <a:lnTo>
                  <a:pt x="217795" y="346196"/>
                </a:lnTo>
                <a:lnTo>
                  <a:pt x="218169" y="347006"/>
                </a:lnTo>
                <a:lnTo>
                  <a:pt x="218559" y="347800"/>
                </a:lnTo>
                <a:lnTo>
                  <a:pt x="218963" y="348579"/>
                </a:lnTo>
                <a:lnTo>
                  <a:pt x="219383" y="349343"/>
                </a:lnTo>
                <a:lnTo>
                  <a:pt x="219818" y="350091"/>
                </a:lnTo>
                <a:lnTo>
                  <a:pt x="220268" y="350824"/>
                </a:lnTo>
                <a:lnTo>
                  <a:pt x="220734" y="351542"/>
                </a:lnTo>
                <a:lnTo>
                  <a:pt x="221214" y="352245"/>
                </a:lnTo>
                <a:lnTo>
                  <a:pt x="221710" y="352932"/>
                </a:lnTo>
                <a:lnTo>
                  <a:pt x="222222" y="353604"/>
                </a:lnTo>
                <a:lnTo>
                  <a:pt x="222748" y="354261"/>
                </a:lnTo>
                <a:lnTo>
                  <a:pt x="223290" y="354903"/>
                </a:lnTo>
                <a:lnTo>
                  <a:pt x="223847" y="355529"/>
                </a:lnTo>
                <a:lnTo>
                  <a:pt x="224420" y="356140"/>
                </a:lnTo>
                <a:lnTo>
                  <a:pt x="225007" y="356736"/>
                </a:lnTo>
                <a:lnTo>
                  <a:pt x="225610" y="357317"/>
                </a:lnTo>
                <a:lnTo>
                  <a:pt x="226228" y="357882"/>
                </a:lnTo>
                <a:lnTo>
                  <a:pt x="226862" y="358432"/>
                </a:lnTo>
                <a:lnTo>
                  <a:pt x="227510" y="358967"/>
                </a:lnTo>
                <a:lnTo>
                  <a:pt x="228174" y="359486"/>
                </a:lnTo>
                <a:lnTo>
                  <a:pt x="228854" y="359991"/>
                </a:lnTo>
                <a:lnTo>
                  <a:pt x="229548" y="360480"/>
                </a:lnTo>
                <a:lnTo>
                  <a:pt x="230258" y="360954"/>
                </a:lnTo>
                <a:lnTo>
                  <a:pt x="230983" y="361412"/>
                </a:lnTo>
                <a:lnTo>
                  <a:pt x="231737" y="361853"/>
                </a:lnTo>
                <a:lnTo>
                  <a:pt x="232508" y="362276"/>
                </a:lnTo>
                <a:lnTo>
                  <a:pt x="233294" y="362680"/>
                </a:lnTo>
                <a:lnTo>
                  <a:pt x="234096" y="363065"/>
                </a:lnTo>
                <a:lnTo>
                  <a:pt x="234914" y="363431"/>
                </a:lnTo>
                <a:lnTo>
                  <a:pt x="235748" y="363779"/>
                </a:lnTo>
                <a:lnTo>
                  <a:pt x="236598" y="364108"/>
                </a:lnTo>
                <a:lnTo>
                  <a:pt x="237464" y="364418"/>
                </a:lnTo>
                <a:lnTo>
                  <a:pt x="238345" y="364709"/>
                </a:lnTo>
                <a:lnTo>
                  <a:pt x="239242" y="364981"/>
                </a:lnTo>
                <a:lnTo>
                  <a:pt x="240155" y="365235"/>
                </a:lnTo>
                <a:lnTo>
                  <a:pt x="241084" y="365470"/>
                </a:lnTo>
                <a:lnTo>
                  <a:pt x="242029" y="365686"/>
                </a:lnTo>
                <a:lnTo>
                  <a:pt x="242990" y="365883"/>
                </a:lnTo>
                <a:lnTo>
                  <a:pt x="243967" y="366061"/>
                </a:lnTo>
                <a:lnTo>
                  <a:pt x="244959" y="366221"/>
                </a:lnTo>
                <a:lnTo>
                  <a:pt x="245967" y="366362"/>
                </a:lnTo>
                <a:lnTo>
                  <a:pt x="246991" y="366484"/>
                </a:lnTo>
                <a:lnTo>
                  <a:pt x="248031" y="366587"/>
                </a:lnTo>
                <a:lnTo>
                  <a:pt x="249087" y="366672"/>
                </a:lnTo>
                <a:lnTo>
                  <a:pt x="250159" y="366738"/>
                </a:lnTo>
                <a:lnTo>
                  <a:pt x="251246" y="366785"/>
                </a:lnTo>
                <a:lnTo>
                  <a:pt x="252349" y="366813"/>
                </a:lnTo>
                <a:lnTo>
                  <a:pt x="253469" y="366822"/>
                </a:lnTo>
                <a:lnTo>
                  <a:pt x="254435" y="366815"/>
                </a:lnTo>
                <a:lnTo>
                  <a:pt x="255391" y="366794"/>
                </a:lnTo>
                <a:lnTo>
                  <a:pt x="256335" y="366759"/>
                </a:lnTo>
                <a:lnTo>
                  <a:pt x="257268" y="366710"/>
                </a:lnTo>
                <a:lnTo>
                  <a:pt x="258190" y="366646"/>
                </a:lnTo>
                <a:lnTo>
                  <a:pt x="259101" y="366569"/>
                </a:lnTo>
                <a:close/>
                <a:moveTo>
                  <a:pt x="231431" y="310509"/>
                </a:moveTo>
                <a:lnTo>
                  <a:pt x="231479" y="310037"/>
                </a:lnTo>
                <a:lnTo>
                  <a:pt x="231537" y="309565"/>
                </a:lnTo>
                <a:lnTo>
                  <a:pt x="231603" y="309095"/>
                </a:lnTo>
                <a:lnTo>
                  <a:pt x="231677" y="308626"/>
                </a:lnTo>
                <a:lnTo>
                  <a:pt x="231761" y="308158"/>
                </a:lnTo>
                <a:lnTo>
                  <a:pt x="231854" y="307692"/>
                </a:lnTo>
                <a:lnTo>
                  <a:pt x="231955" y="307226"/>
                </a:lnTo>
                <a:lnTo>
                  <a:pt x="232065" y="306762"/>
                </a:lnTo>
                <a:lnTo>
                  <a:pt x="232184" y="306298"/>
                </a:lnTo>
                <a:lnTo>
                  <a:pt x="232311" y="305836"/>
                </a:lnTo>
                <a:lnTo>
                  <a:pt x="232448" y="305376"/>
                </a:lnTo>
                <a:lnTo>
                  <a:pt x="232593" y="304916"/>
                </a:lnTo>
                <a:lnTo>
                  <a:pt x="232747" y="304458"/>
                </a:lnTo>
                <a:lnTo>
                  <a:pt x="232910" y="304000"/>
                </a:lnTo>
                <a:lnTo>
                  <a:pt x="233082" y="303544"/>
                </a:lnTo>
                <a:lnTo>
                  <a:pt x="233262" y="303089"/>
                </a:lnTo>
                <a:lnTo>
                  <a:pt x="233452" y="302635"/>
                </a:lnTo>
                <a:lnTo>
                  <a:pt x="233650" y="302183"/>
                </a:lnTo>
                <a:lnTo>
                  <a:pt x="233857" y="301731"/>
                </a:lnTo>
                <a:lnTo>
                  <a:pt x="234086" y="301270"/>
                </a:lnTo>
                <a:lnTo>
                  <a:pt x="234323" y="300815"/>
                </a:lnTo>
                <a:lnTo>
                  <a:pt x="234567" y="300368"/>
                </a:lnTo>
                <a:lnTo>
                  <a:pt x="234820" y="299928"/>
                </a:lnTo>
                <a:lnTo>
                  <a:pt x="235079" y="299495"/>
                </a:lnTo>
                <a:lnTo>
                  <a:pt x="235347" y="299068"/>
                </a:lnTo>
                <a:lnTo>
                  <a:pt x="235622" y="298649"/>
                </a:lnTo>
                <a:lnTo>
                  <a:pt x="235904" y="298237"/>
                </a:lnTo>
                <a:lnTo>
                  <a:pt x="236195" y="297832"/>
                </a:lnTo>
                <a:lnTo>
                  <a:pt x="236493" y="297434"/>
                </a:lnTo>
                <a:lnTo>
                  <a:pt x="236798" y="297043"/>
                </a:lnTo>
                <a:lnTo>
                  <a:pt x="237111" y="296659"/>
                </a:lnTo>
                <a:lnTo>
                  <a:pt x="237432" y="296282"/>
                </a:lnTo>
                <a:lnTo>
                  <a:pt x="237761" y="295912"/>
                </a:lnTo>
                <a:lnTo>
                  <a:pt x="238097" y="295550"/>
                </a:lnTo>
                <a:lnTo>
                  <a:pt x="238440" y="295194"/>
                </a:lnTo>
                <a:lnTo>
                  <a:pt x="238792" y="294845"/>
                </a:lnTo>
                <a:lnTo>
                  <a:pt x="239151" y="294504"/>
                </a:lnTo>
                <a:lnTo>
                  <a:pt x="239517" y="294169"/>
                </a:lnTo>
                <a:lnTo>
                  <a:pt x="239892" y="293841"/>
                </a:lnTo>
                <a:lnTo>
                  <a:pt x="240273" y="293521"/>
                </a:lnTo>
                <a:lnTo>
                  <a:pt x="240663" y="293207"/>
                </a:lnTo>
                <a:lnTo>
                  <a:pt x="241060" y="292901"/>
                </a:lnTo>
                <a:lnTo>
                  <a:pt x="241465" y="292602"/>
                </a:lnTo>
                <a:lnTo>
                  <a:pt x="241891" y="292312"/>
                </a:lnTo>
                <a:lnTo>
                  <a:pt x="242325" y="292035"/>
                </a:lnTo>
                <a:lnTo>
                  <a:pt x="242767" y="291770"/>
                </a:lnTo>
                <a:lnTo>
                  <a:pt x="243217" y="291517"/>
                </a:lnTo>
                <a:lnTo>
                  <a:pt x="243674" y="291277"/>
                </a:lnTo>
                <a:lnTo>
                  <a:pt x="244138" y="291048"/>
                </a:lnTo>
                <a:lnTo>
                  <a:pt x="244611" y="290833"/>
                </a:lnTo>
                <a:lnTo>
                  <a:pt x="245090" y="290629"/>
                </a:lnTo>
                <a:lnTo>
                  <a:pt x="245578" y="290438"/>
                </a:lnTo>
                <a:lnTo>
                  <a:pt x="246073" y="290260"/>
                </a:lnTo>
                <a:lnTo>
                  <a:pt x="246576" y="290093"/>
                </a:lnTo>
                <a:lnTo>
                  <a:pt x="247086" y="289939"/>
                </a:lnTo>
                <a:lnTo>
                  <a:pt x="247604" y="289797"/>
                </a:lnTo>
                <a:lnTo>
                  <a:pt x="248130" y="289668"/>
                </a:lnTo>
                <a:lnTo>
                  <a:pt x="248663" y="289551"/>
                </a:lnTo>
                <a:lnTo>
                  <a:pt x="249204" y="289446"/>
                </a:lnTo>
                <a:lnTo>
                  <a:pt x="249753" y="289353"/>
                </a:lnTo>
                <a:lnTo>
                  <a:pt x="250309" y="289273"/>
                </a:lnTo>
                <a:lnTo>
                  <a:pt x="250873" y="289206"/>
                </a:lnTo>
                <a:lnTo>
                  <a:pt x="251445" y="289150"/>
                </a:lnTo>
                <a:lnTo>
                  <a:pt x="252024" y="289107"/>
                </a:lnTo>
                <a:lnTo>
                  <a:pt x="252610" y="289076"/>
                </a:lnTo>
                <a:lnTo>
                  <a:pt x="253205" y="289058"/>
                </a:lnTo>
                <a:lnTo>
                  <a:pt x="253807" y="289051"/>
                </a:lnTo>
                <a:lnTo>
                  <a:pt x="254340" y="289056"/>
                </a:lnTo>
                <a:lnTo>
                  <a:pt x="254867" y="289071"/>
                </a:lnTo>
                <a:lnTo>
                  <a:pt x="255389" y="289096"/>
                </a:lnTo>
                <a:lnTo>
                  <a:pt x="255906" y="289131"/>
                </a:lnTo>
                <a:lnTo>
                  <a:pt x="256418" y="289176"/>
                </a:lnTo>
                <a:lnTo>
                  <a:pt x="256924" y="289231"/>
                </a:lnTo>
                <a:lnTo>
                  <a:pt x="257425" y="289296"/>
                </a:lnTo>
                <a:lnTo>
                  <a:pt x="257921" y="289371"/>
                </a:lnTo>
                <a:lnTo>
                  <a:pt x="258411" y="289456"/>
                </a:lnTo>
                <a:lnTo>
                  <a:pt x="258896" y="289550"/>
                </a:lnTo>
                <a:lnTo>
                  <a:pt x="259376" y="289655"/>
                </a:lnTo>
                <a:lnTo>
                  <a:pt x="259851" y="289770"/>
                </a:lnTo>
                <a:lnTo>
                  <a:pt x="260320" y="289895"/>
                </a:lnTo>
                <a:lnTo>
                  <a:pt x="260784" y="290029"/>
                </a:lnTo>
                <a:lnTo>
                  <a:pt x="261243" y="290174"/>
                </a:lnTo>
                <a:lnTo>
                  <a:pt x="261697" y="290329"/>
                </a:lnTo>
                <a:lnTo>
                  <a:pt x="262145" y="290493"/>
                </a:lnTo>
                <a:lnTo>
                  <a:pt x="262588" y="290668"/>
                </a:lnTo>
                <a:lnTo>
                  <a:pt x="263025" y="290853"/>
                </a:lnTo>
                <a:lnTo>
                  <a:pt x="263458" y="291047"/>
                </a:lnTo>
                <a:lnTo>
                  <a:pt x="263885" y="291252"/>
                </a:lnTo>
                <a:lnTo>
                  <a:pt x="264307" y="291466"/>
                </a:lnTo>
                <a:lnTo>
                  <a:pt x="264723" y="291691"/>
                </a:lnTo>
                <a:lnTo>
                  <a:pt x="265134" y="291926"/>
                </a:lnTo>
                <a:lnTo>
                  <a:pt x="265539" y="292169"/>
                </a:lnTo>
                <a:lnTo>
                  <a:pt x="265935" y="292420"/>
                </a:lnTo>
                <a:lnTo>
                  <a:pt x="266323" y="292678"/>
                </a:lnTo>
                <a:lnTo>
                  <a:pt x="266703" y="292945"/>
                </a:lnTo>
                <a:lnTo>
                  <a:pt x="267074" y="293218"/>
                </a:lnTo>
                <a:lnTo>
                  <a:pt x="267438" y="293500"/>
                </a:lnTo>
                <a:lnTo>
                  <a:pt x="267793" y="293789"/>
                </a:lnTo>
                <a:lnTo>
                  <a:pt x="268140" y="294086"/>
                </a:lnTo>
                <a:lnTo>
                  <a:pt x="268479" y="294390"/>
                </a:lnTo>
                <a:lnTo>
                  <a:pt x="268809" y="294702"/>
                </a:lnTo>
                <a:lnTo>
                  <a:pt x="269131" y="295022"/>
                </a:lnTo>
                <a:lnTo>
                  <a:pt x="269445" y="295349"/>
                </a:lnTo>
                <a:lnTo>
                  <a:pt x="269751" y="295684"/>
                </a:lnTo>
                <a:lnTo>
                  <a:pt x="270049" y="296027"/>
                </a:lnTo>
                <a:lnTo>
                  <a:pt x="270338" y="296377"/>
                </a:lnTo>
                <a:lnTo>
                  <a:pt x="270620" y="296735"/>
                </a:lnTo>
                <a:lnTo>
                  <a:pt x="270893" y="297100"/>
                </a:lnTo>
                <a:lnTo>
                  <a:pt x="271157" y="297473"/>
                </a:lnTo>
                <a:lnTo>
                  <a:pt x="271414" y="297854"/>
                </a:lnTo>
                <a:lnTo>
                  <a:pt x="271662" y="298242"/>
                </a:lnTo>
                <a:lnTo>
                  <a:pt x="271902" y="298638"/>
                </a:lnTo>
                <a:lnTo>
                  <a:pt x="272134" y="299042"/>
                </a:lnTo>
                <a:lnTo>
                  <a:pt x="272358" y="299453"/>
                </a:lnTo>
                <a:lnTo>
                  <a:pt x="272573" y="299872"/>
                </a:lnTo>
                <a:lnTo>
                  <a:pt x="272794" y="300283"/>
                </a:lnTo>
                <a:lnTo>
                  <a:pt x="273005" y="300699"/>
                </a:lnTo>
                <a:lnTo>
                  <a:pt x="273207" y="301121"/>
                </a:lnTo>
                <a:lnTo>
                  <a:pt x="273400" y="301548"/>
                </a:lnTo>
                <a:lnTo>
                  <a:pt x="273583" y="301981"/>
                </a:lnTo>
                <a:lnTo>
                  <a:pt x="273757" y="302418"/>
                </a:lnTo>
                <a:lnTo>
                  <a:pt x="273921" y="302861"/>
                </a:lnTo>
                <a:lnTo>
                  <a:pt x="274076" y="303309"/>
                </a:lnTo>
                <a:lnTo>
                  <a:pt x="274222" y="303763"/>
                </a:lnTo>
                <a:lnTo>
                  <a:pt x="274358" y="304221"/>
                </a:lnTo>
                <a:lnTo>
                  <a:pt x="274485" y="304686"/>
                </a:lnTo>
                <a:lnTo>
                  <a:pt x="274602" y="305155"/>
                </a:lnTo>
                <a:lnTo>
                  <a:pt x="274710" y="305629"/>
                </a:lnTo>
                <a:lnTo>
                  <a:pt x="274809" y="306109"/>
                </a:lnTo>
                <a:lnTo>
                  <a:pt x="274898" y="306595"/>
                </a:lnTo>
                <a:lnTo>
                  <a:pt x="274978" y="307085"/>
                </a:lnTo>
                <a:lnTo>
                  <a:pt x="275048" y="307581"/>
                </a:lnTo>
                <a:lnTo>
                  <a:pt x="275109" y="308082"/>
                </a:lnTo>
                <a:lnTo>
                  <a:pt x="275161" y="308588"/>
                </a:lnTo>
                <a:lnTo>
                  <a:pt x="275203" y="309100"/>
                </a:lnTo>
                <a:lnTo>
                  <a:pt x="275236" y="309617"/>
                </a:lnTo>
                <a:lnTo>
                  <a:pt x="275260" y="310139"/>
                </a:lnTo>
                <a:lnTo>
                  <a:pt x="275274" y="310666"/>
                </a:lnTo>
                <a:lnTo>
                  <a:pt x="275278" y="311199"/>
                </a:lnTo>
                <a:lnTo>
                  <a:pt x="275278" y="313735"/>
                </a:lnTo>
                <a:lnTo>
                  <a:pt x="231321" y="313735"/>
                </a:lnTo>
                <a:lnTo>
                  <a:pt x="231321" y="312890"/>
                </a:lnTo>
                <a:lnTo>
                  <a:pt x="231325" y="312411"/>
                </a:lnTo>
                <a:lnTo>
                  <a:pt x="231338" y="311934"/>
                </a:lnTo>
                <a:lnTo>
                  <a:pt x="231360" y="311458"/>
                </a:lnTo>
                <a:lnTo>
                  <a:pt x="231391" y="310983"/>
                </a:lnTo>
                <a:lnTo>
                  <a:pt x="231431" y="310509"/>
                </a:lnTo>
                <a:close/>
                <a:moveTo>
                  <a:pt x="135263" y="357570"/>
                </a:moveTo>
                <a:lnTo>
                  <a:pt x="135610" y="357936"/>
                </a:lnTo>
                <a:lnTo>
                  <a:pt x="135967" y="358296"/>
                </a:lnTo>
                <a:lnTo>
                  <a:pt x="136334" y="358650"/>
                </a:lnTo>
                <a:lnTo>
                  <a:pt x="136709" y="359000"/>
                </a:lnTo>
                <a:lnTo>
                  <a:pt x="137094" y="359344"/>
                </a:lnTo>
                <a:lnTo>
                  <a:pt x="137489" y="359683"/>
                </a:lnTo>
                <a:lnTo>
                  <a:pt x="137893" y="360017"/>
                </a:lnTo>
                <a:lnTo>
                  <a:pt x="138306" y="360346"/>
                </a:lnTo>
                <a:lnTo>
                  <a:pt x="138729" y="360669"/>
                </a:lnTo>
                <a:lnTo>
                  <a:pt x="139161" y="360987"/>
                </a:lnTo>
                <a:lnTo>
                  <a:pt x="139602" y="361299"/>
                </a:lnTo>
                <a:lnTo>
                  <a:pt x="140053" y="361607"/>
                </a:lnTo>
                <a:lnTo>
                  <a:pt x="140513" y="361909"/>
                </a:lnTo>
                <a:lnTo>
                  <a:pt x="140983" y="362205"/>
                </a:lnTo>
                <a:lnTo>
                  <a:pt x="141462" y="362497"/>
                </a:lnTo>
                <a:lnTo>
                  <a:pt x="141950" y="362783"/>
                </a:lnTo>
                <a:lnTo>
                  <a:pt x="142448" y="363064"/>
                </a:lnTo>
                <a:lnTo>
                  <a:pt x="142955" y="363340"/>
                </a:lnTo>
                <a:lnTo>
                  <a:pt x="143472" y="363610"/>
                </a:lnTo>
                <a:lnTo>
                  <a:pt x="144011" y="363872"/>
                </a:lnTo>
                <a:lnTo>
                  <a:pt x="144558" y="364123"/>
                </a:lnTo>
                <a:lnTo>
                  <a:pt x="145112" y="364363"/>
                </a:lnTo>
                <a:lnTo>
                  <a:pt x="145675" y="364591"/>
                </a:lnTo>
                <a:lnTo>
                  <a:pt x="146244" y="364809"/>
                </a:lnTo>
                <a:lnTo>
                  <a:pt x="146822" y="365015"/>
                </a:lnTo>
                <a:lnTo>
                  <a:pt x="147407" y="365210"/>
                </a:lnTo>
                <a:lnTo>
                  <a:pt x="147999" y="365395"/>
                </a:lnTo>
                <a:lnTo>
                  <a:pt x="148599" y="365567"/>
                </a:lnTo>
                <a:lnTo>
                  <a:pt x="149207" y="365729"/>
                </a:lnTo>
                <a:lnTo>
                  <a:pt x="149823" y="365880"/>
                </a:lnTo>
                <a:lnTo>
                  <a:pt x="150446" y="366019"/>
                </a:lnTo>
                <a:lnTo>
                  <a:pt x="151077" y="366147"/>
                </a:lnTo>
                <a:lnTo>
                  <a:pt x="151715" y="366265"/>
                </a:lnTo>
                <a:lnTo>
                  <a:pt x="152361" y="366371"/>
                </a:lnTo>
                <a:lnTo>
                  <a:pt x="153015" y="366465"/>
                </a:lnTo>
                <a:lnTo>
                  <a:pt x="153676" y="366549"/>
                </a:lnTo>
                <a:lnTo>
                  <a:pt x="154345" y="366622"/>
                </a:lnTo>
                <a:lnTo>
                  <a:pt x="155022" y="366683"/>
                </a:lnTo>
                <a:lnTo>
                  <a:pt x="155706" y="366733"/>
                </a:lnTo>
                <a:lnTo>
                  <a:pt x="156398" y="366772"/>
                </a:lnTo>
                <a:lnTo>
                  <a:pt x="157097" y="366800"/>
                </a:lnTo>
                <a:lnTo>
                  <a:pt x="157804" y="366817"/>
                </a:lnTo>
                <a:lnTo>
                  <a:pt x="158519" y="366822"/>
                </a:lnTo>
                <a:lnTo>
                  <a:pt x="159319" y="366814"/>
                </a:lnTo>
                <a:lnTo>
                  <a:pt x="160112" y="366788"/>
                </a:lnTo>
                <a:lnTo>
                  <a:pt x="160899" y="366746"/>
                </a:lnTo>
                <a:lnTo>
                  <a:pt x="161680" y="366686"/>
                </a:lnTo>
                <a:lnTo>
                  <a:pt x="162454" y="366609"/>
                </a:lnTo>
                <a:lnTo>
                  <a:pt x="163221" y="366516"/>
                </a:lnTo>
                <a:lnTo>
                  <a:pt x="163982" y="366405"/>
                </a:lnTo>
                <a:lnTo>
                  <a:pt x="164737" y="366278"/>
                </a:lnTo>
                <a:lnTo>
                  <a:pt x="165485" y="366133"/>
                </a:lnTo>
                <a:lnTo>
                  <a:pt x="166227" y="365971"/>
                </a:lnTo>
                <a:lnTo>
                  <a:pt x="166962" y="365792"/>
                </a:lnTo>
                <a:lnTo>
                  <a:pt x="167691" y="365597"/>
                </a:lnTo>
                <a:lnTo>
                  <a:pt x="168413" y="365384"/>
                </a:lnTo>
                <a:lnTo>
                  <a:pt x="169129" y="365154"/>
                </a:lnTo>
                <a:lnTo>
                  <a:pt x="169839" y="364907"/>
                </a:lnTo>
                <a:lnTo>
                  <a:pt x="170541" y="364643"/>
                </a:lnTo>
                <a:lnTo>
                  <a:pt x="171238" y="364362"/>
                </a:lnTo>
                <a:lnTo>
                  <a:pt x="171928" y="364064"/>
                </a:lnTo>
                <a:lnTo>
                  <a:pt x="172612" y="363749"/>
                </a:lnTo>
                <a:lnTo>
                  <a:pt x="173289" y="363417"/>
                </a:lnTo>
                <a:lnTo>
                  <a:pt x="173960" y="363068"/>
                </a:lnTo>
                <a:lnTo>
                  <a:pt x="174624" y="362702"/>
                </a:lnTo>
                <a:lnTo>
                  <a:pt x="175282" y="362319"/>
                </a:lnTo>
                <a:lnTo>
                  <a:pt x="175933" y="361919"/>
                </a:lnTo>
                <a:lnTo>
                  <a:pt x="176589" y="361489"/>
                </a:lnTo>
                <a:lnTo>
                  <a:pt x="177235" y="361042"/>
                </a:lnTo>
                <a:lnTo>
                  <a:pt x="177869" y="360580"/>
                </a:lnTo>
                <a:lnTo>
                  <a:pt x="178492" y="360102"/>
                </a:lnTo>
                <a:lnTo>
                  <a:pt x="179104" y="359608"/>
                </a:lnTo>
                <a:lnTo>
                  <a:pt x="179705" y="359098"/>
                </a:lnTo>
                <a:lnTo>
                  <a:pt x="180295" y="358572"/>
                </a:lnTo>
                <a:lnTo>
                  <a:pt x="180873" y="358031"/>
                </a:lnTo>
                <a:lnTo>
                  <a:pt x="181441" y="357473"/>
                </a:lnTo>
                <a:lnTo>
                  <a:pt x="181997" y="356900"/>
                </a:lnTo>
                <a:lnTo>
                  <a:pt x="182542" y="356311"/>
                </a:lnTo>
                <a:lnTo>
                  <a:pt x="183076" y="355706"/>
                </a:lnTo>
                <a:lnTo>
                  <a:pt x="183599" y="355085"/>
                </a:lnTo>
                <a:lnTo>
                  <a:pt x="184110" y="354449"/>
                </a:lnTo>
                <a:lnTo>
                  <a:pt x="184611" y="353796"/>
                </a:lnTo>
                <a:lnTo>
                  <a:pt x="185100" y="353128"/>
                </a:lnTo>
                <a:lnTo>
                  <a:pt x="185578" y="352444"/>
                </a:lnTo>
                <a:lnTo>
                  <a:pt x="186045" y="351743"/>
                </a:lnTo>
                <a:lnTo>
                  <a:pt x="186501" y="351028"/>
                </a:lnTo>
                <a:lnTo>
                  <a:pt x="186946" y="350296"/>
                </a:lnTo>
                <a:lnTo>
                  <a:pt x="187379" y="349548"/>
                </a:lnTo>
                <a:lnTo>
                  <a:pt x="187802" y="348785"/>
                </a:lnTo>
                <a:lnTo>
                  <a:pt x="188213" y="348005"/>
                </a:lnTo>
                <a:lnTo>
                  <a:pt x="188613" y="347210"/>
                </a:lnTo>
                <a:lnTo>
                  <a:pt x="188999" y="346385"/>
                </a:lnTo>
                <a:lnTo>
                  <a:pt x="189369" y="345545"/>
                </a:lnTo>
                <a:lnTo>
                  <a:pt x="189722" y="344690"/>
                </a:lnTo>
                <a:lnTo>
                  <a:pt x="190059" y="343820"/>
                </a:lnTo>
                <a:lnTo>
                  <a:pt x="190380" y="342934"/>
                </a:lnTo>
                <a:lnTo>
                  <a:pt x="190684" y="342033"/>
                </a:lnTo>
                <a:lnTo>
                  <a:pt x="190972" y="341116"/>
                </a:lnTo>
                <a:lnTo>
                  <a:pt x="191243" y="340185"/>
                </a:lnTo>
                <a:lnTo>
                  <a:pt x="191498" y="339238"/>
                </a:lnTo>
                <a:lnTo>
                  <a:pt x="191736" y="338276"/>
                </a:lnTo>
                <a:lnTo>
                  <a:pt x="191958" y="337298"/>
                </a:lnTo>
                <a:lnTo>
                  <a:pt x="192163" y="336305"/>
                </a:lnTo>
                <a:lnTo>
                  <a:pt x="192352" y="335298"/>
                </a:lnTo>
                <a:lnTo>
                  <a:pt x="192525" y="334274"/>
                </a:lnTo>
                <a:lnTo>
                  <a:pt x="192681" y="333236"/>
                </a:lnTo>
                <a:lnTo>
                  <a:pt x="192821" y="332182"/>
                </a:lnTo>
                <a:lnTo>
                  <a:pt x="192944" y="331113"/>
                </a:lnTo>
                <a:lnTo>
                  <a:pt x="193051" y="330029"/>
                </a:lnTo>
                <a:lnTo>
                  <a:pt x="193141" y="328929"/>
                </a:lnTo>
                <a:lnTo>
                  <a:pt x="193215" y="327815"/>
                </a:lnTo>
                <a:lnTo>
                  <a:pt x="193273" y="326684"/>
                </a:lnTo>
                <a:lnTo>
                  <a:pt x="193314" y="325539"/>
                </a:lnTo>
                <a:lnTo>
                  <a:pt x="193339" y="324379"/>
                </a:lnTo>
                <a:lnTo>
                  <a:pt x="193347" y="323203"/>
                </a:lnTo>
                <a:lnTo>
                  <a:pt x="193347" y="321005"/>
                </a:lnTo>
                <a:lnTo>
                  <a:pt x="193339" y="319733"/>
                </a:lnTo>
                <a:lnTo>
                  <a:pt x="193315" y="318481"/>
                </a:lnTo>
                <a:lnTo>
                  <a:pt x="193275" y="317249"/>
                </a:lnTo>
                <a:lnTo>
                  <a:pt x="193220" y="316036"/>
                </a:lnTo>
                <a:lnTo>
                  <a:pt x="193149" y="314844"/>
                </a:lnTo>
                <a:lnTo>
                  <a:pt x="193061" y="313672"/>
                </a:lnTo>
                <a:lnTo>
                  <a:pt x="192958" y="312519"/>
                </a:lnTo>
                <a:lnTo>
                  <a:pt x="192840" y="311387"/>
                </a:lnTo>
                <a:lnTo>
                  <a:pt x="192705" y="310274"/>
                </a:lnTo>
                <a:lnTo>
                  <a:pt x="192554" y="309182"/>
                </a:lnTo>
                <a:lnTo>
                  <a:pt x="192388" y="308109"/>
                </a:lnTo>
                <a:lnTo>
                  <a:pt x="192206" y="307057"/>
                </a:lnTo>
                <a:lnTo>
                  <a:pt x="192007" y="306024"/>
                </a:lnTo>
                <a:lnTo>
                  <a:pt x="191793" y="305012"/>
                </a:lnTo>
                <a:lnTo>
                  <a:pt x="191564" y="304019"/>
                </a:lnTo>
                <a:lnTo>
                  <a:pt x="191318" y="303046"/>
                </a:lnTo>
                <a:lnTo>
                  <a:pt x="191056" y="302093"/>
                </a:lnTo>
                <a:lnTo>
                  <a:pt x="190779" y="301161"/>
                </a:lnTo>
                <a:lnTo>
                  <a:pt x="190486" y="300248"/>
                </a:lnTo>
                <a:lnTo>
                  <a:pt x="190177" y="299355"/>
                </a:lnTo>
                <a:lnTo>
                  <a:pt x="189852" y="298482"/>
                </a:lnTo>
                <a:lnTo>
                  <a:pt x="189511" y="297629"/>
                </a:lnTo>
                <a:lnTo>
                  <a:pt x="189154" y="296796"/>
                </a:lnTo>
                <a:lnTo>
                  <a:pt x="188782" y="295983"/>
                </a:lnTo>
                <a:lnTo>
                  <a:pt x="188410" y="295189"/>
                </a:lnTo>
                <a:lnTo>
                  <a:pt x="188026" y="294412"/>
                </a:lnTo>
                <a:lnTo>
                  <a:pt x="187630" y="293653"/>
                </a:lnTo>
                <a:lnTo>
                  <a:pt x="187223" y="292912"/>
                </a:lnTo>
                <a:lnTo>
                  <a:pt x="186804" y="292188"/>
                </a:lnTo>
                <a:lnTo>
                  <a:pt x="186373" y="291482"/>
                </a:lnTo>
                <a:lnTo>
                  <a:pt x="185930" y="290793"/>
                </a:lnTo>
                <a:lnTo>
                  <a:pt x="185476" y="290122"/>
                </a:lnTo>
                <a:lnTo>
                  <a:pt x="185010" y="289469"/>
                </a:lnTo>
                <a:lnTo>
                  <a:pt x="184532" y="288833"/>
                </a:lnTo>
                <a:lnTo>
                  <a:pt x="184042" y="288215"/>
                </a:lnTo>
                <a:lnTo>
                  <a:pt x="183541" y="287614"/>
                </a:lnTo>
                <a:lnTo>
                  <a:pt x="183028" y="287031"/>
                </a:lnTo>
                <a:lnTo>
                  <a:pt x="182503" y="286466"/>
                </a:lnTo>
                <a:lnTo>
                  <a:pt x="181966" y="285918"/>
                </a:lnTo>
                <a:lnTo>
                  <a:pt x="181418" y="285388"/>
                </a:lnTo>
                <a:lnTo>
                  <a:pt x="180858" y="284876"/>
                </a:lnTo>
                <a:lnTo>
                  <a:pt x="180286" y="284381"/>
                </a:lnTo>
                <a:lnTo>
                  <a:pt x="179703" y="283904"/>
                </a:lnTo>
                <a:lnTo>
                  <a:pt x="179108" y="283444"/>
                </a:lnTo>
                <a:lnTo>
                  <a:pt x="178501" y="283002"/>
                </a:lnTo>
                <a:lnTo>
                  <a:pt x="177882" y="282577"/>
                </a:lnTo>
                <a:lnTo>
                  <a:pt x="177251" y="282171"/>
                </a:lnTo>
                <a:lnTo>
                  <a:pt x="176609" y="281781"/>
                </a:lnTo>
                <a:lnTo>
                  <a:pt x="175971" y="281395"/>
                </a:lnTo>
                <a:lnTo>
                  <a:pt x="175326" y="281025"/>
                </a:lnTo>
                <a:lnTo>
                  <a:pt x="174673" y="280672"/>
                </a:lnTo>
                <a:lnTo>
                  <a:pt x="174012" y="280335"/>
                </a:lnTo>
                <a:lnTo>
                  <a:pt x="173344" y="280014"/>
                </a:lnTo>
                <a:lnTo>
                  <a:pt x="172668" y="279710"/>
                </a:lnTo>
                <a:lnTo>
                  <a:pt x="171984" y="279423"/>
                </a:lnTo>
                <a:lnTo>
                  <a:pt x="171293" y="279151"/>
                </a:lnTo>
                <a:lnTo>
                  <a:pt x="170594" y="278897"/>
                </a:lnTo>
                <a:lnTo>
                  <a:pt x="169888" y="278658"/>
                </a:lnTo>
                <a:lnTo>
                  <a:pt x="169173" y="278436"/>
                </a:lnTo>
                <a:lnTo>
                  <a:pt x="168452" y="278231"/>
                </a:lnTo>
                <a:lnTo>
                  <a:pt x="167722" y="278042"/>
                </a:lnTo>
                <a:lnTo>
                  <a:pt x="166985" y="277869"/>
                </a:lnTo>
                <a:lnTo>
                  <a:pt x="166241" y="277713"/>
                </a:lnTo>
                <a:lnTo>
                  <a:pt x="165488" y="277574"/>
                </a:lnTo>
                <a:lnTo>
                  <a:pt x="164728" y="277450"/>
                </a:lnTo>
                <a:lnTo>
                  <a:pt x="163961" y="277343"/>
                </a:lnTo>
                <a:lnTo>
                  <a:pt x="163186" y="277253"/>
                </a:lnTo>
                <a:lnTo>
                  <a:pt x="162403" y="277179"/>
                </a:lnTo>
                <a:lnTo>
                  <a:pt x="161612" y="277122"/>
                </a:lnTo>
                <a:lnTo>
                  <a:pt x="160814" y="277081"/>
                </a:lnTo>
                <a:lnTo>
                  <a:pt x="160009" y="277056"/>
                </a:lnTo>
                <a:lnTo>
                  <a:pt x="159195" y="277048"/>
                </a:lnTo>
                <a:lnTo>
                  <a:pt x="158411" y="277054"/>
                </a:lnTo>
                <a:lnTo>
                  <a:pt x="157635" y="277072"/>
                </a:lnTo>
                <a:lnTo>
                  <a:pt x="156868" y="277103"/>
                </a:lnTo>
                <a:lnTo>
                  <a:pt x="156110" y="277146"/>
                </a:lnTo>
                <a:lnTo>
                  <a:pt x="155360" y="277202"/>
                </a:lnTo>
                <a:lnTo>
                  <a:pt x="154620" y="277270"/>
                </a:lnTo>
                <a:lnTo>
                  <a:pt x="153888" y="277350"/>
                </a:lnTo>
                <a:lnTo>
                  <a:pt x="153165" y="277442"/>
                </a:lnTo>
                <a:lnTo>
                  <a:pt x="152451" y="277547"/>
                </a:lnTo>
                <a:lnTo>
                  <a:pt x="151746" y="277664"/>
                </a:lnTo>
                <a:lnTo>
                  <a:pt x="151049" y="277793"/>
                </a:lnTo>
                <a:lnTo>
                  <a:pt x="150361" y="277935"/>
                </a:lnTo>
                <a:lnTo>
                  <a:pt x="149683" y="278089"/>
                </a:lnTo>
                <a:lnTo>
                  <a:pt x="149012" y="278256"/>
                </a:lnTo>
                <a:lnTo>
                  <a:pt x="148351" y="278434"/>
                </a:lnTo>
                <a:lnTo>
                  <a:pt x="147699" y="278626"/>
                </a:lnTo>
                <a:lnTo>
                  <a:pt x="147055" y="278829"/>
                </a:lnTo>
                <a:lnTo>
                  <a:pt x="146420" y="279045"/>
                </a:lnTo>
                <a:lnTo>
                  <a:pt x="145794" y="279273"/>
                </a:lnTo>
                <a:lnTo>
                  <a:pt x="145177" y="279513"/>
                </a:lnTo>
                <a:lnTo>
                  <a:pt x="144568" y="279766"/>
                </a:lnTo>
                <a:lnTo>
                  <a:pt x="143969" y="280031"/>
                </a:lnTo>
                <a:lnTo>
                  <a:pt x="143378" y="280308"/>
                </a:lnTo>
                <a:lnTo>
                  <a:pt x="142796" y="280598"/>
                </a:lnTo>
                <a:lnTo>
                  <a:pt x="142237" y="280900"/>
                </a:lnTo>
                <a:lnTo>
                  <a:pt x="141690" y="281213"/>
                </a:lnTo>
                <a:lnTo>
                  <a:pt x="141153" y="281538"/>
                </a:lnTo>
                <a:lnTo>
                  <a:pt x="140626" y="281875"/>
                </a:lnTo>
                <a:lnTo>
                  <a:pt x="140110" y="282224"/>
                </a:lnTo>
                <a:lnTo>
                  <a:pt x="139605" y="282584"/>
                </a:lnTo>
                <a:lnTo>
                  <a:pt x="139110" y="282957"/>
                </a:lnTo>
                <a:lnTo>
                  <a:pt x="138625" y="283340"/>
                </a:lnTo>
                <a:lnTo>
                  <a:pt x="138152" y="283736"/>
                </a:lnTo>
                <a:lnTo>
                  <a:pt x="137688" y="284144"/>
                </a:lnTo>
                <a:lnTo>
                  <a:pt x="137236" y="284563"/>
                </a:lnTo>
                <a:lnTo>
                  <a:pt x="136794" y="284994"/>
                </a:lnTo>
                <a:lnTo>
                  <a:pt x="136362" y="285436"/>
                </a:lnTo>
                <a:lnTo>
                  <a:pt x="135941" y="285891"/>
                </a:lnTo>
                <a:lnTo>
                  <a:pt x="135531" y="286357"/>
                </a:lnTo>
                <a:lnTo>
                  <a:pt x="135131" y="286835"/>
                </a:lnTo>
                <a:lnTo>
                  <a:pt x="134742" y="287324"/>
                </a:lnTo>
                <a:lnTo>
                  <a:pt x="134363" y="287826"/>
                </a:lnTo>
                <a:lnTo>
                  <a:pt x="133995" y="288339"/>
                </a:lnTo>
                <a:lnTo>
                  <a:pt x="133638" y="288863"/>
                </a:lnTo>
                <a:lnTo>
                  <a:pt x="133291" y="289400"/>
                </a:lnTo>
                <a:lnTo>
                  <a:pt x="132955" y="289948"/>
                </a:lnTo>
                <a:lnTo>
                  <a:pt x="132629" y="290508"/>
                </a:lnTo>
                <a:lnTo>
                  <a:pt x="132314" y="291080"/>
                </a:lnTo>
                <a:lnTo>
                  <a:pt x="130454" y="278738"/>
                </a:lnTo>
                <a:lnTo>
                  <a:pt x="116759" y="278738"/>
                </a:lnTo>
                <a:lnTo>
                  <a:pt x="116759" y="395733"/>
                </a:lnTo>
                <a:lnTo>
                  <a:pt x="133666" y="395733"/>
                </a:lnTo>
                <a:lnTo>
                  <a:pt x="133666" y="355664"/>
                </a:lnTo>
                <a:lnTo>
                  <a:pt x="133967" y="356056"/>
                </a:lnTo>
                <a:lnTo>
                  <a:pt x="134277" y="356442"/>
                </a:lnTo>
                <a:lnTo>
                  <a:pt x="134596" y="356823"/>
                </a:lnTo>
                <a:lnTo>
                  <a:pt x="134925" y="357199"/>
                </a:lnTo>
                <a:lnTo>
                  <a:pt x="135263" y="357570"/>
                </a:lnTo>
                <a:close/>
                <a:moveTo>
                  <a:pt x="149987" y="354074"/>
                </a:moveTo>
                <a:lnTo>
                  <a:pt x="149295" y="353898"/>
                </a:lnTo>
                <a:lnTo>
                  <a:pt x="148615" y="353698"/>
                </a:lnTo>
                <a:lnTo>
                  <a:pt x="147946" y="353475"/>
                </a:lnTo>
                <a:lnTo>
                  <a:pt x="147289" y="353229"/>
                </a:lnTo>
                <a:lnTo>
                  <a:pt x="146642" y="352959"/>
                </a:lnTo>
                <a:lnTo>
                  <a:pt x="146007" y="352665"/>
                </a:lnTo>
                <a:lnTo>
                  <a:pt x="145382" y="352348"/>
                </a:lnTo>
                <a:lnTo>
                  <a:pt x="144769" y="352008"/>
                </a:lnTo>
                <a:lnTo>
                  <a:pt x="144167" y="351644"/>
                </a:lnTo>
                <a:lnTo>
                  <a:pt x="143576" y="351256"/>
                </a:lnTo>
                <a:lnTo>
                  <a:pt x="142996" y="350845"/>
                </a:lnTo>
                <a:lnTo>
                  <a:pt x="142428" y="350411"/>
                </a:lnTo>
                <a:lnTo>
                  <a:pt x="141871" y="349953"/>
                </a:lnTo>
                <a:lnTo>
                  <a:pt x="141324" y="349472"/>
                </a:lnTo>
                <a:lnTo>
                  <a:pt x="140789" y="348967"/>
                </a:lnTo>
                <a:lnTo>
                  <a:pt x="140265" y="348439"/>
                </a:lnTo>
                <a:lnTo>
                  <a:pt x="139752" y="347887"/>
                </a:lnTo>
                <a:lnTo>
                  <a:pt x="139256" y="347310"/>
                </a:lnTo>
                <a:lnTo>
                  <a:pt x="138780" y="346708"/>
                </a:lnTo>
                <a:lnTo>
                  <a:pt x="138326" y="346080"/>
                </a:lnTo>
                <a:lnTo>
                  <a:pt x="137893" y="345426"/>
                </a:lnTo>
                <a:lnTo>
                  <a:pt x="137481" y="344746"/>
                </a:lnTo>
                <a:lnTo>
                  <a:pt x="137090" y="344040"/>
                </a:lnTo>
                <a:lnTo>
                  <a:pt x="136720" y="343309"/>
                </a:lnTo>
                <a:lnTo>
                  <a:pt x="136371" y="342552"/>
                </a:lnTo>
                <a:lnTo>
                  <a:pt x="136044" y="341768"/>
                </a:lnTo>
                <a:lnTo>
                  <a:pt x="135737" y="340959"/>
                </a:lnTo>
                <a:lnTo>
                  <a:pt x="135452" y="340125"/>
                </a:lnTo>
                <a:lnTo>
                  <a:pt x="135188" y="339264"/>
                </a:lnTo>
                <a:lnTo>
                  <a:pt x="134945" y="338378"/>
                </a:lnTo>
                <a:lnTo>
                  <a:pt x="134723" y="337465"/>
                </a:lnTo>
                <a:lnTo>
                  <a:pt x="134522" y="336527"/>
                </a:lnTo>
                <a:lnTo>
                  <a:pt x="134342" y="335563"/>
                </a:lnTo>
                <a:lnTo>
                  <a:pt x="134184" y="334574"/>
                </a:lnTo>
                <a:lnTo>
                  <a:pt x="134046" y="333558"/>
                </a:lnTo>
                <a:lnTo>
                  <a:pt x="133930" y="332517"/>
                </a:lnTo>
                <a:lnTo>
                  <a:pt x="133835" y="331449"/>
                </a:lnTo>
                <a:lnTo>
                  <a:pt x="133761" y="330356"/>
                </a:lnTo>
                <a:lnTo>
                  <a:pt x="133708" y="329238"/>
                </a:lnTo>
                <a:lnTo>
                  <a:pt x="133677" y="328093"/>
                </a:lnTo>
                <a:lnTo>
                  <a:pt x="133666" y="326922"/>
                </a:lnTo>
                <a:lnTo>
                  <a:pt x="133666" y="317117"/>
                </a:lnTo>
                <a:lnTo>
                  <a:pt x="133671" y="316251"/>
                </a:lnTo>
                <a:lnTo>
                  <a:pt x="133687" y="315400"/>
                </a:lnTo>
                <a:lnTo>
                  <a:pt x="133714" y="314565"/>
                </a:lnTo>
                <a:lnTo>
                  <a:pt x="133751" y="313745"/>
                </a:lnTo>
                <a:lnTo>
                  <a:pt x="133798" y="312940"/>
                </a:lnTo>
                <a:lnTo>
                  <a:pt x="133856" y="312150"/>
                </a:lnTo>
                <a:lnTo>
                  <a:pt x="133925" y="311376"/>
                </a:lnTo>
                <a:lnTo>
                  <a:pt x="134004" y="310617"/>
                </a:lnTo>
                <a:lnTo>
                  <a:pt x="134094" y="309873"/>
                </a:lnTo>
                <a:lnTo>
                  <a:pt x="134194" y="309144"/>
                </a:lnTo>
                <a:lnTo>
                  <a:pt x="134305" y="308431"/>
                </a:lnTo>
                <a:lnTo>
                  <a:pt x="134427" y="307733"/>
                </a:lnTo>
                <a:lnTo>
                  <a:pt x="134559" y="307050"/>
                </a:lnTo>
                <a:lnTo>
                  <a:pt x="134702" y="306383"/>
                </a:lnTo>
                <a:lnTo>
                  <a:pt x="134855" y="305731"/>
                </a:lnTo>
                <a:lnTo>
                  <a:pt x="135019" y="305094"/>
                </a:lnTo>
                <a:lnTo>
                  <a:pt x="135193" y="304472"/>
                </a:lnTo>
                <a:lnTo>
                  <a:pt x="135378" y="303866"/>
                </a:lnTo>
                <a:lnTo>
                  <a:pt x="135573" y="303275"/>
                </a:lnTo>
                <a:lnTo>
                  <a:pt x="135779" y="302699"/>
                </a:lnTo>
                <a:lnTo>
                  <a:pt x="135996" y="302138"/>
                </a:lnTo>
                <a:lnTo>
                  <a:pt x="136223" y="301593"/>
                </a:lnTo>
                <a:lnTo>
                  <a:pt x="136461" y="301063"/>
                </a:lnTo>
                <a:lnTo>
                  <a:pt x="136709" y="300548"/>
                </a:lnTo>
                <a:lnTo>
                  <a:pt x="136966" y="300033"/>
                </a:lnTo>
                <a:lnTo>
                  <a:pt x="137229" y="299531"/>
                </a:lnTo>
                <a:lnTo>
                  <a:pt x="137499" y="299042"/>
                </a:lnTo>
                <a:lnTo>
                  <a:pt x="137775" y="298566"/>
                </a:lnTo>
                <a:lnTo>
                  <a:pt x="138058" y="298103"/>
                </a:lnTo>
                <a:lnTo>
                  <a:pt x="138347" y="297653"/>
                </a:lnTo>
                <a:lnTo>
                  <a:pt x="138643" y="297215"/>
                </a:lnTo>
                <a:lnTo>
                  <a:pt x="138945" y="296791"/>
                </a:lnTo>
                <a:lnTo>
                  <a:pt x="139253" y="296379"/>
                </a:lnTo>
                <a:lnTo>
                  <a:pt x="139568" y="295981"/>
                </a:lnTo>
                <a:lnTo>
                  <a:pt x="139890" y="295595"/>
                </a:lnTo>
                <a:lnTo>
                  <a:pt x="140217" y="295222"/>
                </a:lnTo>
                <a:lnTo>
                  <a:pt x="140552" y="294862"/>
                </a:lnTo>
                <a:lnTo>
                  <a:pt x="140893" y="294515"/>
                </a:lnTo>
                <a:lnTo>
                  <a:pt x="141240" y="294181"/>
                </a:lnTo>
                <a:lnTo>
                  <a:pt x="141593" y="293860"/>
                </a:lnTo>
                <a:lnTo>
                  <a:pt x="141954" y="293552"/>
                </a:lnTo>
                <a:lnTo>
                  <a:pt x="142320" y="293257"/>
                </a:lnTo>
                <a:lnTo>
                  <a:pt x="142693" y="292974"/>
                </a:lnTo>
                <a:lnTo>
                  <a:pt x="143073" y="292705"/>
                </a:lnTo>
                <a:lnTo>
                  <a:pt x="143459" y="292448"/>
                </a:lnTo>
                <a:lnTo>
                  <a:pt x="143851" y="292205"/>
                </a:lnTo>
                <a:lnTo>
                  <a:pt x="144250" y="291974"/>
                </a:lnTo>
                <a:lnTo>
                  <a:pt x="144655" y="291756"/>
                </a:lnTo>
                <a:lnTo>
                  <a:pt x="145065" y="291536"/>
                </a:lnTo>
                <a:lnTo>
                  <a:pt x="145477" y="291324"/>
                </a:lnTo>
                <a:lnTo>
                  <a:pt x="145892" y="291122"/>
                </a:lnTo>
                <a:lnTo>
                  <a:pt x="146309" y="290930"/>
                </a:lnTo>
                <a:lnTo>
                  <a:pt x="146728" y="290747"/>
                </a:lnTo>
                <a:lnTo>
                  <a:pt x="147149" y="290573"/>
                </a:lnTo>
                <a:lnTo>
                  <a:pt x="147573" y="290408"/>
                </a:lnTo>
                <a:lnTo>
                  <a:pt x="147999" y="290253"/>
                </a:lnTo>
                <a:lnTo>
                  <a:pt x="148428" y="290108"/>
                </a:lnTo>
                <a:lnTo>
                  <a:pt x="148859" y="289972"/>
                </a:lnTo>
                <a:lnTo>
                  <a:pt x="149292" y="289845"/>
                </a:lnTo>
                <a:lnTo>
                  <a:pt x="149727" y="289728"/>
                </a:lnTo>
                <a:lnTo>
                  <a:pt x="150165" y="289620"/>
                </a:lnTo>
                <a:lnTo>
                  <a:pt x="150606" y="289521"/>
                </a:lnTo>
                <a:lnTo>
                  <a:pt x="151048" y="289432"/>
                </a:lnTo>
                <a:lnTo>
                  <a:pt x="151493" y="289352"/>
                </a:lnTo>
                <a:lnTo>
                  <a:pt x="151941" y="289281"/>
                </a:lnTo>
                <a:lnTo>
                  <a:pt x="152390" y="289220"/>
                </a:lnTo>
                <a:lnTo>
                  <a:pt x="152842" y="289169"/>
                </a:lnTo>
                <a:lnTo>
                  <a:pt x="153297" y="289127"/>
                </a:lnTo>
                <a:lnTo>
                  <a:pt x="153753" y="289094"/>
                </a:lnTo>
                <a:lnTo>
                  <a:pt x="154212" y="289070"/>
                </a:lnTo>
                <a:lnTo>
                  <a:pt x="154674" y="289056"/>
                </a:lnTo>
                <a:lnTo>
                  <a:pt x="155138" y="289051"/>
                </a:lnTo>
                <a:lnTo>
                  <a:pt x="155615" y="289056"/>
                </a:lnTo>
                <a:lnTo>
                  <a:pt x="156089" y="289071"/>
                </a:lnTo>
                <a:lnTo>
                  <a:pt x="156559" y="289096"/>
                </a:lnTo>
                <a:lnTo>
                  <a:pt x="157026" y="289131"/>
                </a:lnTo>
                <a:lnTo>
                  <a:pt x="157489" y="289176"/>
                </a:lnTo>
                <a:lnTo>
                  <a:pt x="157948" y="289231"/>
                </a:lnTo>
                <a:lnTo>
                  <a:pt x="158404" y="289296"/>
                </a:lnTo>
                <a:lnTo>
                  <a:pt x="158857" y="289371"/>
                </a:lnTo>
                <a:lnTo>
                  <a:pt x="159306" y="289456"/>
                </a:lnTo>
                <a:lnTo>
                  <a:pt x="159752" y="289550"/>
                </a:lnTo>
                <a:lnTo>
                  <a:pt x="160194" y="289655"/>
                </a:lnTo>
                <a:lnTo>
                  <a:pt x="160632" y="289770"/>
                </a:lnTo>
                <a:lnTo>
                  <a:pt x="161067" y="289895"/>
                </a:lnTo>
                <a:lnTo>
                  <a:pt x="161499" y="290029"/>
                </a:lnTo>
                <a:lnTo>
                  <a:pt x="161927" y="290174"/>
                </a:lnTo>
                <a:lnTo>
                  <a:pt x="162351" y="290329"/>
                </a:lnTo>
                <a:lnTo>
                  <a:pt x="162772" y="290493"/>
                </a:lnTo>
                <a:lnTo>
                  <a:pt x="163189" y="290668"/>
                </a:lnTo>
                <a:lnTo>
                  <a:pt x="163603" y="290853"/>
                </a:lnTo>
                <a:lnTo>
                  <a:pt x="164014" y="291047"/>
                </a:lnTo>
                <a:lnTo>
                  <a:pt x="164420" y="291252"/>
                </a:lnTo>
                <a:lnTo>
                  <a:pt x="164824" y="291466"/>
                </a:lnTo>
                <a:lnTo>
                  <a:pt x="165224" y="291691"/>
                </a:lnTo>
                <a:lnTo>
                  <a:pt x="165620" y="291926"/>
                </a:lnTo>
                <a:lnTo>
                  <a:pt x="166025" y="292157"/>
                </a:lnTo>
                <a:lnTo>
                  <a:pt x="166423" y="292400"/>
                </a:lnTo>
                <a:lnTo>
                  <a:pt x="166814" y="292655"/>
                </a:lnTo>
                <a:lnTo>
                  <a:pt x="167198" y="292921"/>
                </a:lnTo>
                <a:lnTo>
                  <a:pt x="167575" y="293199"/>
                </a:lnTo>
                <a:lnTo>
                  <a:pt x="167944" y="293489"/>
                </a:lnTo>
                <a:lnTo>
                  <a:pt x="168307" y="293791"/>
                </a:lnTo>
                <a:lnTo>
                  <a:pt x="168663" y="294105"/>
                </a:lnTo>
                <a:lnTo>
                  <a:pt x="169012" y="294430"/>
                </a:lnTo>
                <a:lnTo>
                  <a:pt x="169353" y="294767"/>
                </a:lnTo>
                <a:lnTo>
                  <a:pt x="169688" y="295115"/>
                </a:lnTo>
                <a:lnTo>
                  <a:pt x="170016" y="295476"/>
                </a:lnTo>
                <a:lnTo>
                  <a:pt x="170336" y="295848"/>
                </a:lnTo>
                <a:lnTo>
                  <a:pt x="170650" y="296232"/>
                </a:lnTo>
                <a:lnTo>
                  <a:pt x="170956" y="296627"/>
                </a:lnTo>
                <a:lnTo>
                  <a:pt x="171255" y="297035"/>
                </a:lnTo>
                <a:lnTo>
                  <a:pt x="171548" y="297454"/>
                </a:lnTo>
                <a:lnTo>
                  <a:pt x="171833" y="297885"/>
                </a:lnTo>
                <a:lnTo>
                  <a:pt x="172111" y="298327"/>
                </a:lnTo>
                <a:lnTo>
                  <a:pt x="172382" y="298782"/>
                </a:lnTo>
                <a:lnTo>
                  <a:pt x="172647" y="299248"/>
                </a:lnTo>
                <a:lnTo>
                  <a:pt x="172904" y="299726"/>
                </a:lnTo>
                <a:lnTo>
                  <a:pt x="173154" y="300215"/>
                </a:lnTo>
                <a:lnTo>
                  <a:pt x="173397" y="300717"/>
                </a:lnTo>
                <a:lnTo>
                  <a:pt x="173631" y="301231"/>
                </a:lnTo>
                <a:lnTo>
                  <a:pt x="173856" y="301761"/>
                </a:lnTo>
                <a:lnTo>
                  <a:pt x="174070" y="302304"/>
                </a:lnTo>
                <a:lnTo>
                  <a:pt x="174275" y="302863"/>
                </a:lnTo>
                <a:lnTo>
                  <a:pt x="174470" y="303436"/>
                </a:lnTo>
                <a:lnTo>
                  <a:pt x="174654" y="304024"/>
                </a:lnTo>
                <a:lnTo>
                  <a:pt x="174829" y="304627"/>
                </a:lnTo>
                <a:lnTo>
                  <a:pt x="174994" y="305244"/>
                </a:lnTo>
                <a:lnTo>
                  <a:pt x="175148" y="305876"/>
                </a:lnTo>
                <a:lnTo>
                  <a:pt x="175293" y="306523"/>
                </a:lnTo>
                <a:lnTo>
                  <a:pt x="175428" y="307184"/>
                </a:lnTo>
                <a:lnTo>
                  <a:pt x="175552" y="307860"/>
                </a:lnTo>
                <a:lnTo>
                  <a:pt x="175667" y="308551"/>
                </a:lnTo>
                <a:lnTo>
                  <a:pt x="175772" y="309256"/>
                </a:lnTo>
                <a:lnTo>
                  <a:pt x="175867" y="309976"/>
                </a:lnTo>
                <a:lnTo>
                  <a:pt x="175952" y="310711"/>
                </a:lnTo>
                <a:lnTo>
                  <a:pt x="176026" y="311460"/>
                </a:lnTo>
                <a:lnTo>
                  <a:pt x="176091" y="312224"/>
                </a:lnTo>
                <a:lnTo>
                  <a:pt x="176146" y="313003"/>
                </a:lnTo>
                <a:lnTo>
                  <a:pt x="176191" y="313796"/>
                </a:lnTo>
                <a:lnTo>
                  <a:pt x="176226" y="314604"/>
                </a:lnTo>
                <a:lnTo>
                  <a:pt x="176251" y="315427"/>
                </a:lnTo>
                <a:lnTo>
                  <a:pt x="176266" y="316264"/>
                </a:lnTo>
                <a:lnTo>
                  <a:pt x="176271" y="317117"/>
                </a:lnTo>
                <a:lnTo>
                  <a:pt x="176271" y="326922"/>
                </a:lnTo>
                <a:lnTo>
                  <a:pt x="176261" y="328093"/>
                </a:lnTo>
                <a:lnTo>
                  <a:pt x="176230" y="329238"/>
                </a:lnTo>
                <a:lnTo>
                  <a:pt x="176179" y="330356"/>
                </a:lnTo>
                <a:lnTo>
                  <a:pt x="176107" y="331449"/>
                </a:lnTo>
                <a:lnTo>
                  <a:pt x="176014" y="332517"/>
                </a:lnTo>
                <a:lnTo>
                  <a:pt x="175901" y="333558"/>
                </a:lnTo>
                <a:lnTo>
                  <a:pt x="175768" y="334574"/>
                </a:lnTo>
                <a:lnTo>
                  <a:pt x="175614" y="335563"/>
                </a:lnTo>
                <a:lnTo>
                  <a:pt x="175439" y="336527"/>
                </a:lnTo>
                <a:lnTo>
                  <a:pt x="175244" y="337465"/>
                </a:lnTo>
                <a:lnTo>
                  <a:pt x="175028" y="338378"/>
                </a:lnTo>
                <a:lnTo>
                  <a:pt x="174792" y="339264"/>
                </a:lnTo>
                <a:lnTo>
                  <a:pt x="174535" y="340125"/>
                </a:lnTo>
                <a:lnTo>
                  <a:pt x="174257" y="340959"/>
                </a:lnTo>
                <a:lnTo>
                  <a:pt x="173960" y="341768"/>
                </a:lnTo>
                <a:lnTo>
                  <a:pt x="173641" y="342552"/>
                </a:lnTo>
                <a:lnTo>
                  <a:pt x="173302" y="343309"/>
                </a:lnTo>
                <a:lnTo>
                  <a:pt x="172942" y="344040"/>
                </a:lnTo>
                <a:lnTo>
                  <a:pt x="172562" y="344746"/>
                </a:lnTo>
                <a:lnTo>
                  <a:pt x="172162" y="345426"/>
                </a:lnTo>
                <a:lnTo>
                  <a:pt x="171741" y="346080"/>
                </a:lnTo>
                <a:lnTo>
                  <a:pt x="171299" y="346708"/>
                </a:lnTo>
                <a:lnTo>
                  <a:pt x="170836" y="347310"/>
                </a:lnTo>
                <a:lnTo>
                  <a:pt x="170354" y="347887"/>
                </a:lnTo>
                <a:lnTo>
                  <a:pt x="169855" y="348439"/>
                </a:lnTo>
                <a:lnTo>
                  <a:pt x="169344" y="348967"/>
                </a:lnTo>
                <a:lnTo>
                  <a:pt x="168821" y="349472"/>
                </a:lnTo>
                <a:lnTo>
                  <a:pt x="168287" y="349953"/>
                </a:lnTo>
                <a:lnTo>
                  <a:pt x="167741" y="350411"/>
                </a:lnTo>
                <a:lnTo>
                  <a:pt x="167184" y="350845"/>
                </a:lnTo>
                <a:lnTo>
                  <a:pt x="166614" y="351256"/>
                </a:lnTo>
                <a:lnTo>
                  <a:pt x="166033" y="351644"/>
                </a:lnTo>
                <a:lnTo>
                  <a:pt x="165440" y="352008"/>
                </a:lnTo>
                <a:lnTo>
                  <a:pt x="164835" y="352348"/>
                </a:lnTo>
                <a:lnTo>
                  <a:pt x="164219" y="352665"/>
                </a:lnTo>
                <a:lnTo>
                  <a:pt x="163591" y="352959"/>
                </a:lnTo>
                <a:lnTo>
                  <a:pt x="162951" y="353229"/>
                </a:lnTo>
                <a:lnTo>
                  <a:pt x="162299" y="353475"/>
                </a:lnTo>
                <a:lnTo>
                  <a:pt x="161636" y="353698"/>
                </a:lnTo>
                <a:lnTo>
                  <a:pt x="160961" y="353898"/>
                </a:lnTo>
                <a:lnTo>
                  <a:pt x="160274" y="354074"/>
                </a:lnTo>
                <a:lnTo>
                  <a:pt x="159576" y="354226"/>
                </a:lnTo>
                <a:lnTo>
                  <a:pt x="158865" y="354356"/>
                </a:lnTo>
                <a:lnTo>
                  <a:pt x="158143" y="354461"/>
                </a:lnTo>
                <a:lnTo>
                  <a:pt x="157409" y="354543"/>
                </a:lnTo>
                <a:lnTo>
                  <a:pt x="156664" y="354602"/>
                </a:lnTo>
                <a:lnTo>
                  <a:pt x="155907" y="354637"/>
                </a:lnTo>
                <a:lnTo>
                  <a:pt x="155138" y="354649"/>
                </a:lnTo>
                <a:lnTo>
                  <a:pt x="154368" y="354637"/>
                </a:lnTo>
                <a:lnTo>
                  <a:pt x="153610" y="354602"/>
                </a:lnTo>
                <a:lnTo>
                  <a:pt x="152863" y="354543"/>
                </a:lnTo>
                <a:lnTo>
                  <a:pt x="152127" y="354461"/>
                </a:lnTo>
                <a:lnTo>
                  <a:pt x="151403" y="354356"/>
                </a:lnTo>
                <a:lnTo>
                  <a:pt x="150689" y="354226"/>
                </a:lnTo>
                <a:lnTo>
                  <a:pt x="149987" y="354074"/>
                </a:lnTo>
                <a:close/>
                <a:moveTo>
                  <a:pt x="333709" y="365131"/>
                </a:moveTo>
                <a:lnTo>
                  <a:pt x="350278" y="365131"/>
                </a:lnTo>
                <a:lnTo>
                  <a:pt x="388994" y="365131"/>
                </a:lnTo>
                <a:lnTo>
                  <a:pt x="388994" y="352113"/>
                </a:lnTo>
                <a:lnTo>
                  <a:pt x="350278" y="352113"/>
                </a:lnTo>
                <a:lnTo>
                  <a:pt x="350278" y="311875"/>
                </a:lnTo>
                <a:lnTo>
                  <a:pt x="350281" y="311426"/>
                </a:lnTo>
                <a:lnTo>
                  <a:pt x="350291" y="310977"/>
                </a:lnTo>
                <a:lnTo>
                  <a:pt x="350307" y="310531"/>
                </a:lnTo>
                <a:lnTo>
                  <a:pt x="350330" y="310086"/>
                </a:lnTo>
                <a:lnTo>
                  <a:pt x="350359" y="309643"/>
                </a:lnTo>
                <a:lnTo>
                  <a:pt x="350394" y="309202"/>
                </a:lnTo>
                <a:lnTo>
                  <a:pt x="350436" y="308763"/>
                </a:lnTo>
                <a:lnTo>
                  <a:pt x="350485" y="308325"/>
                </a:lnTo>
                <a:lnTo>
                  <a:pt x="350540" y="307889"/>
                </a:lnTo>
                <a:lnTo>
                  <a:pt x="350601" y="307455"/>
                </a:lnTo>
                <a:lnTo>
                  <a:pt x="350669" y="307023"/>
                </a:lnTo>
                <a:lnTo>
                  <a:pt x="350743" y="306592"/>
                </a:lnTo>
                <a:lnTo>
                  <a:pt x="350824" y="306163"/>
                </a:lnTo>
                <a:lnTo>
                  <a:pt x="350911" y="305736"/>
                </a:lnTo>
                <a:lnTo>
                  <a:pt x="351005" y="305311"/>
                </a:lnTo>
                <a:lnTo>
                  <a:pt x="351105" y="304887"/>
                </a:lnTo>
                <a:lnTo>
                  <a:pt x="351211" y="304465"/>
                </a:lnTo>
                <a:lnTo>
                  <a:pt x="351324" y="304045"/>
                </a:lnTo>
                <a:lnTo>
                  <a:pt x="351444" y="303627"/>
                </a:lnTo>
                <a:lnTo>
                  <a:pt x="351570" y="303210"/>
                </a:lnTo>
                <a:lnTo>
                  <a:pt x="351702" y="302796"/>
                </a:lnTo>
                <a:lnTo>
                  <a:pt x="351841" y="302383"/>
                </a:lnTo>
                <a:lnTo>
                  <a:pt x="351986" y="301972"/>
                </a:lnTo>
                <a:lnTo>
                  <a:pt x="352138" y="301562"/>
                </a:lnTo>
                <a:lnTo>
                  <a:pt x="352296" y="301156"/>
                </a:lnTo>
                <a:lnTo>
                  <a:pt x="352461" y="300757"/>
                </a:lnTo>
                <a:lnTo>
                  <a:pt x="352632" y="300363"/>
                </a:lnTo>
                <a:lnTo>
                  <a:pt x="352809" y="299975"/>
                </a:lnTo>
                <a:lnTo>
                  <a:pt x="352993" y="299593"/>
                </a:lnTo>
                <a:lnTo>
                  <a:pt x="353184" y="299216"/>
                </a:lnTo>
                <a:lnTo>
                  <a:pt x="353381" y="298846"/>
                </a:lnTo>
                <a:lnTo>
                  <a:pt x="353584" y="298481"/>
                </a:lnTo>
                <a:lnTo>
                  <a:pt x="353794" y="298123"/>
                </a:lnTo>
                <a:lnTo>
                  <a:pt x="354010" y="297770"/>
                </a:lnTo>
                <a:lnTo>
                  <a:pt x="354233" y="297423"/>
                </a:lnTo>
                <a:lnTo>
                  <a:pt x="354462" y="297082"/>
                </a:lnTo>
                <a:lnTo>
                  <a:pt x="354698" y="296747"/>
                </a:lnTo>
                <a:lnTo>
                  <a:pt x="354940" y="296417"/>
                </a:lnTo>
                <a:lnTo>
                  <a:pt x="355189" y="296094"/>
                </a:lnTo>
                <a:lnTo>
                  <a:pt x="355444" y="295776"/>
                </a:lnTo>
                <a:lnTo>
                  <a:pt x="355706" y="295465"/>
                </a:lnTo>
                <a:lnTo>
                  <a:pt x="355974" y="295159"/>
                </a:lnTo>
                <a:lnTo>
                  <a:pt x="356248" y="294859"/>
                </a:lnTo>
                <a:lnTo>
                  <a:pt x="356529" y="294565"/>
                </a:lnTo>
                <a:lnTo>
                  <a:pt x="356816" y="294276"/>
                </a:lnTo>
                <a:lnTo>
                  <a:pt x="357110" y="293994"/>
                </a:lnTo>
                <a:lnTo>
                  <a:pt x="357410" y="293718"/>
                </a:lnTo>
                <a:lnTo>
                  <a:pt x="357717" y="293447"/>
                </a:lnTo>
                <a:lnTo>
                  <a:pt x="358044" y="293185"/>
                </a:lnTo>
                <a:lnTo>
                  <a:pt x="358377" y="292934"/>
                </a:lnTo>
                <a:lnTo>
                  <a:pt x="358716" y="292694"/>
                </a:lnTo>
                <a:lnTo>
                  <a:pt x="359060" y="292465"/>
                </a:lnTo>
                <a:lnTo>
                  <a:pt x="359411" y="292248"/>
                </a:lnTo>
                <a:lnTo>
                  <a:pt x="359767" y="292042"/>
                </a:lnTo>
                <a:lnTo>
                  <a:pt x="360129" y="291846"/>
                </a:lnTo>
                <a:lnTo>
                  <a:pt x="360497" y="291662"/>
                </a:lnTo>
                <a:lnTo>
                  <a:pt x="360871" y="291490"/>
                </a:lnTo>
                <a:lnTo>
                  <a:pt x="361251" y="291328"/>
                </a:lnTo>
                <a:lnTo>
                  <a:pt x="361637" y="291177"/>
                </a:lnTo>
                <a:lnTo>
                  <a:pt x="362028" y="291038"/>
                </a:lnTo>
                <a:lnTo>
                  <a:pt x="362426" y="290910"/>
                </a:lnTo>
                <a:lnTo>
                  <a:pt x="362829" y="290793"/>
                </a:lnTo>
                <a:lnTo>
                  <a:pt x="363238" y="290687"/>
                </a:lnTo>
                <a:lnTo>
                  <a:pt x="363653" y="290592"/>
                </a:lnTo>
                <a:lnTo>
                  <a:pt x="364074" y="290508"/>
                </a:lnTo>
                <a:lnTo>
                  <a:pt x="364501" y="290436"/>
                </a:lnTo>
                <a:lnTo>
                  <a:pt x="364933" y="290374"/>
                </a:lnTo>
                <a:lnTo>
                  <a:pt x="365372" y="290324"/>
                </a:lnTo>
                <a:lnTo>
                  <a:pt x="365816" y="290285"/>
                </a:lnTo>
                <a:lnTo>
                  <a:pt x="366267" y="290257"/>
                </a:lnTo>
                <a:lnTo>
                  <a:pt x="366723" y="290240"/>
                </a:lnTo>
                <a:lnTo>
                  <a:pt x="367185" y="290235"/>
                </a:lnTo>
                <a:lnTo>
                  <a:pt x="367660" y="290239"/>
                </a:lnTo>
                <a:lnTo>
                  <a:pt x="368128" y="290253"/>
                </a:lnTo>
                <a:lnTo>
                  <a:pt x="368588" y="290275"/>
                </a:lnTo>
                <a:lnTo>
                  <a:pt x="369040" y="290305"/>
                </a:lnTo>
                <a:lnTo>
                  <a:pt x="369485" y="290345"/>
                </a:lnTo>
                <a:lnTo>
                  <a:pt x="369922" y="290393"/>
                </a:lnTo>
                <a:lnTo>
                  <a:pt x="370351" y="290451"/>
                </a:lnTo>
                <a:lnTo>
                  <a:pt x="370773" y="290517"/>
                </a:lnTo>
                <a:lnTo>
                  <a:pt x="371187" y="290592"/>
                </a:lnTo>
                <a:lnTo>
                  <a:pt x="371593" y="290675"/>
                </a:lnTo>
                <a:lnTo>
                  <a:pt x="371992" y="290768"/>
                </a:lnTo>
                <a:lnTo>
                  <a:pt x="372384" y="290869"/>
                </a:lnTo>
                <a:lnTo>
                  <a:pt x="372767" y="290979"/>
                </a:lnTo>
                <a:lnTo>
                  <a:pt x="373143" y="291098"/>
                </a:lnTo>
                <a:lnTo>
                  <a:pt x="373512" y="291226"/>
                </a:lnTo>
                <a:lnTo>
                  <a:pt x="373872" y="291362"/>
                </a:lnTo>
                <a:lnTo>
                  <a:pt x="374225" y="291507"/>
                </a:lnTo>
                <a:lnTo>
                  <a:pt x="374571" y="291661"/>
                </a:lnTo>
                <a:lnTo>
                  <a:pt x="374909" y="291824"/>
                </a:lnTo>
                <a:lnTo>
                  <a:pt x="375239" y="291996"/>
                </a:lnTo>
                <a:lnTo>
                  <a:pt x="375562" y="292177"/>
                </a:lnTo>
                <a:lnTo>
                  <a:pt x="375876" y="292366"/>
                </a:lnTo>
                <a:lnTo>
                  <a:pt x="376184" y="292564"/>
                </a:lnTo>
                <a:lnTo>
                  <a:pt x="376483" y="292771"/>
                </a:lnTo>
                <a:lnTo>
                  <a:pt x="376790" y="292971"/>
                </a:lnTo>
                <a:lnTo>
                  <a:pt x="377089" y="293176"/>
                </a:lnTo>
                <a:lnTo>
                  <a:pt x="377382" y="293386"/>
                </a:lnTo>
                <a:lnTo>
                  <a:pt x="377667" y="293602"/>
                </a:lnTo>
                <a:lnTo>
                  <a:pt x="377945" y="293823"/>
                </a:lnTo>
                <a:lnTo>
                  <a:pt x="378216" y="294049"/>
                </a:lnTo>
                <a:lnTo>
                  <a:pt x="378481" y="294281"/>
                </a:lnTo>
                <a:lnTo>
                  <a:pt x="378738" y="294518"/>
                </a:lnTo>
                <a:lnTo>
                  <a:pt x="378988" y="294760"/>
                </a:lnTo>
                <a:lnTo>
                  <a:pt x="379231" y="295007"/>
                </a:lnTo>
                <a:lnTo>
                  <a:pt x="379467" y="295260"/>
                </a:lnTo>
                <a:lnTo>
                  <a:pt x="379696" y="295518"/>
                </a:lnTo>
                <a:lnTo>
                  <a:pt x="379918" y="295781"/>
                </a:lnTo>
                <a:lnTo>
                  <a:pt x="380133" y="296050"/>
                </a:lnTo>
                <a:lnTo>
                  <a:pt x="380340" y="296324"/>
                </a:lnTo>
                <a:lnTo>
                  <a:pt x="380541" y="296603"/>
                </a:lnTo>
                <a:lnTo>
                  <a:pt x="380735" y="296887"/>
                </a:lnTo>
                <a:lnTo>
                  <a:pt x="380921" y="297177"/>
                </a:lnTo>
                <a:lnTo>
                  <a:pt x="381101" y="297472"/>
                </a:lnTo>
                <a:lnTo>
                  <a:pt x="381274" y="297772"/>
                </a:lnTo>
                <a:lnTo>
                  <a:pt x="381439" y="298078"/>
                </a:lnTo>
                <a:lnTo>
                  <a:pt x="381598" y="298389"/>
                </a:lnTo>
                <a:lnTo>
                  <a:pt x="381749" y="298705"/>
                </a:lnTo>
                <a:lnTo>
                  <a:pt x="381894" y="299026"/>
                </a:lnTo>
                <a:lnTo>
                  <a:pt x="382045" y="299351"/>
                </a:lnTo>
                <a:lnTo>
                  <a:pt x="382191" y="299679"/>
                </a:lnTo>
                <a:lnTo>
                  <a:pt x="382330" y="300009"/>
                </a:lnTo>
                <a:lnTo>
                  <a:pt x="382462" y="300341"/>
                </a:lnTo>
                <a:lnTo>
                  <a:pt x="382588" y="300676"/>
                </a:lnTo>
                <a:lnTo>
                  <a:pt x="382707" y="301013"/>
                </a:lnTo>
                <a:lnTo>
                  <a:pt x="382820" y="301352"/>
                </a:lnTo>
                <a:lnTo>
                  <a:pt x="382927" y="301694"/>
                </a:lnTo>
                <a:lnTo>
                  <a:pt x="383027" y="302038"/>
                </a:lnTo>
                <a:lnTo>
                  <a:pt x="383121" y="302384"/>
                </a:lnTo>
                <a:lnTo>
                  <a:pt x="383208" y="302733"/>
                </a:lnTo>
                <a:lnTo>
                  <a:pt x="383288" y="303084"/>
                </a:lnTo>
                <a:lnTo>
                  <a:pt x="383363" y="303437"/>
                </a:lnTo>
                <a:lnTo>
                  <a:pt x="383430" y="303793"/>
                </a:lnTo>
                <a:lnTo>
                  <a:pt x="383492" y="304151"/>
                </a:lnTo>
                <a:lnTo>
                  <a:pt x="383547" y="304512"/>
                </a:lnTo>
                <a:lnTo>
                  <a:pt x="383595" y="304874"/>
                </a:lnTo>
                <a:lnTo>
                  <a:pt x="383637" y="305240"/>
                </a:lnTo>
                <a:lnTo>
                  <a:pt x="383673" y="305607"/>
                </a:lnTo>
                <a:lnTo>
                  <a:pt x="383702" y="305977"/>
                </a:lnTo>
                <a:lnTo>
                  <a:pt x="383724" y="306349"/>
                </a:lnTo>
                <a:lnTo>
                  <a:pt x="383740" y="306723"/>
                </a:lnTo>
                <a:lnTo>
                  <a:pt x="383750" y="307100"/>
                </a:lnTo>
                <a:lnTo>
                  <a:pt x="383753" y="307480"/>
                </a:lnTo>
                <a:lnTo>
                  <a:pt x="383753" y="311030"/>
                </a:lnTo>
                <a:lnTo>
                  <a:pt x="398124" y="311030"/>
                </a:lnTo>
                <a:lnTo>
                  <a:pt x="398152" y="310848"/>
                </a:lnTo>
                <a:lnTo>
                  <a:pt x="398178" y="310668"/>
                </a:lnTo>
                <a:lnTo>
                  <a:pt x="398203" y="310491"/>
                </a:lnTo>
                <a:lnTo>
                  <a:pt x="398227" y="310316"/>
                </a:lnTo>
                <a:lnTo>
                  <a:pt x="398250" y="310143"/>
                </a:lnTo>
                <a:lnTo>
                  <a:pt x="398272" y="309973"/>
                </a:lnTo>
                <a:lnTo>
                  <a:pt x="398293" y="309805"/>
                </a:lnTo>
                <a:lnTo>
                  <a:pt x="398312" y="309640"/>
                </a:lnTo>
                <a:lnTo>
                  <a:pt x="398330" y="309477"/>
                </a:lnTo>
                <a:lnTo>
                  <a:pt x="398347" y="309316"/>
                </a:lnTo>
                <a:lnTo>
                  <a:pt x="398363" y="309157"/>
                </a:lnTo>
                <a:lnTo>
                  <a:pt x="398378" y="309001"/>
                </a:lnTo>
                <a:lnTo>
                  <a:pt x="398391" y="308847"/>
                </a:lnTo>
                <a:lnTo>
                  <a:pt x="398404" y="308696"/>
                </a:lnTo>
                <a:lnTo>
                  <a:pt x="398415" y="308547"/>
                </a:lnTo>
                <a:lnTo>
                  <a:pt x="398425" y="308400"/>
                </a:lnTo>
                <a:lnTo>
                  <a:pt x="398433" y="308256"/>
                </a:lnTo>
                <a:lnTo>
                  <a:pt x="398441" y="308114"/>
                </a:lnTo>
                <a:lnTo>
                  <a:pt x="398448" y="307974"/>
                </a:lnTo>
                <a:lnTo>
                  <a:pt x="398453" y="307837"/>
                </a:lnTo>
                <a:lnTo>
                  <a:pt x="398457" y="307702"/>
                </a:lnTo>
                <a:lnTo>
                  <a:pt x="398460" y="307569"/>
                </a:lnTo>
                <a:lnTo>
                  <a:pt x="398462" y="307439"/>
                </a:lnTo>
                <a:lnTo>
                  <a:pt x="398462" y="307311"/>
                </a:lnTo>
                <a:lnTo>
                  <a:pt x="398476" y="307169"/>
                </a:lnTo>
                <a:lnTo>
                  <a:pt x="398489" y="307028"/>
                </a:lnTo>
                <a:lnTo>
                  <a:pt x="398502" y="306885"/>
                </a:lnTo>
                <a:lnTo>
                  <a:pt x="398514" y="306742"/>
                </a:lnTo>
                <a:lnTo>
                  <a:pt x="398525" y="306599"/>
                </a:lnTo>
                <a:lnTo>
                  <a:pt x="398536" y="306455"/>
                </a:lnTo>
                <a:lnTo>
                  <a:pt x="398546" y="306310"/>
                </a:lnTo>
                <a:lnTo>
                  <a:pt x="398556" y="306165"/>
                </a:lnTo>
                <a:lnTo>
                  <a:pt x="398565" y="306019"/>
                </a:lnTo>
                <a:lnTo>
                  <a:pt x="398574" y="305872"/>
                </a:lnTo>
                <a:lnTo>
                  <a:pt x="398582" y="305725"/>
                </a:lnTo>
                <a:lnTo>
                  <a:pt x="398589" y="305578"/>
                </a:lnTo>
                <a:lnTo>
                  <a:pt x="398596" y="305429"/>
                </a:lnTo>
                <a:lnTo>
                  <a:pt x="398602" y="305281"/>
                </a:lnTo>
                <a:lnTo>
                  <a:pt x="398608" y="305131"/>
                </a:lnTo>
                <a:lnTo>
                  <a:pt x="398613" y="304981"/>
                </a:lnTo>
                <a:lnTo>
                  <a:pt x="398617" y="304831"/>
                </a:lnTo>
                <a:lnTo>
                  <a:pt x="398621" y="304679"/>
                </a:lnTo>
                <a:lnTo>
                  <a:pt x="398624" y="304528"/>
                </a:lnTo>
                <a:lnTo>
                  <a:pt x="398627" y="304375"/>
                </a:lnTo>
                <a:lnTo>
                  <a:pt x="398629" y="304222"/>
                </a:lnTo>
                <a:lnTo>
                  <a:pt x="398630" y="304069"/>
                </a:lnTo>
                <a:lnTo>
                  <a:pt x="398631" y="303915"/>
                </a:lnTo>
                <a:lnTo>
                  <a:pt x="398631" y="303760"/>
                </a:lnTo>
                <a:lnTo>
                  <a:pt x="398619" y="302795"/>
                </a:lnTo>
                <a:lnTo>
                  <a:pt x="398583" y="301845"/>
                </a:lnTo>
                <a:lnTo>
                  <a:pt x="398523" y="300910"/>
                </a:lnTo>
                <a:lnTo>
                  <a:pt x="398439" y="299989"/>
                </a:lnTo>
                <a:lnTo>
                  <a:pt x="398330" y="299083"/>
                </a:lnTo>
                <a:lnTo>
                  <a:pt x="398198" y="298192"/>
                </a:lnTo>
                <a:lnTo>
                  <a:pt x="398042" y="297315"/>
                </a:lnTo>
                <a:lnTo>
                  <a:pt x="397861" y="296453"/>
                </a:lnTo>
                <a:lnTo>
                  <a:pt x="397657" y="295605"/>
                </a:lnTo>
                <a:lnTo>
                  <a:pt x="397428" y="294773"/>
                </a:lnTo>
                <a:lnTo>
                  <a:pt x="397175" y="293955"/>
                </a:lnTo>
                <a:lnTo>
                  <a:pt x="396898" y="293151"/>
                </a:lnTo>
                <a:lnTo>
                  <a:pt x="396597" y="292363"/>
                </a:lnTo>
                <a:lnTo>
                  <a:pt x="396273" y="291589"/>
                </a:lnTo>
                <a:lnTo>
                  <a:pt x="395924" y="290829"/>
                </a:lnTo>
                <a:lnTo>
                  <a:pt x="395551" y="290085"/>
                </a:lnTo>
                <a:lnTo>
                  <a:pt x="395153" y="289355"/>
                </a:lnTo>
                <a:lnTo>
                  <a:pt x="394732" y="288639"/>
                </a:lnTo>
                <a:lnTo>
                  <a:pt x="394287" y="287939"/>
                </a:lnTo>
                <a:lnTo>
                  <a:pt x="393818" y="287253"/>
                </a:lnTo>
                <a:lnTo>
                  <a:pt x="393324" y="286581"/>
                </a:lnTo>
                <a:lnTo>
                  <a:pt x="392807" y="285925"/>
                </a:lnTo>
                <a:lnTo>
                  <a:pt x="392265" y="285283"/>
                </a:lnTo>
                <a:lnTo>
                  <a:pt x="391700" y="284656"/>
                </a:lnTo>
                <a:lnTo>
                  <a:pt x="391126" y="284035"/>
                </a:lnTo>
                <a:lnTo>
                  <a:pt x="390531" y="283440"/>
                </a:lnTo>
                <a:lnTo>
                  <a:pt x="389916" y="282872"/>
                </a:lnTo>
                <a:lnTo>
                  <a:pt x="389281" y="282331"/>
                </a:lnTo>
                <a:lnTo>
                  <a:pt x="388625" y="281816"/>
                </a:lnTo>
                <a:lnTo>
                  <a:pt x="387948" y="281327"/>
                </a:lnTo>
                <a:lnTo>
                  <a:pt x="387251" y="280865"/>
                </a:lnTo>
                <a:lnTo>
                  <a:pt x="386534" y="280429"/>
                </a:lnTo>
                <a:lnTo>
                  <a:pt x="385795" y="280019"/>
                </a:lnTo>
                <a:lnTo>
                  <a:pt x="385037" y="279636"/>
                </a:lnTo>
                <a:lnTo>
                  <a:pt x="384257" y="279280"/>
                </a:lnTo>
                <a:lnTo>
                  <a:pt x="383458" y="278950"/>
                </a:lnTo>
                <a:lnTo>
                  <a:pt x="382637" y="278646"/>
                </a:lnTo>
                <a:lnTo>
                  <a:pt x="381796" y="278368"/>
                </a:lnTo>
                <a:lnTo>
                  <a:pt x="380935" y="278117"/>
                </a:lnTo>
                <a:lnTo>
                  <a:pt x="380053" y="277893"/>
                </a:lnTo>
                <a:lnTo>
                  <a:pt x="379150" y="277695"/>
                </a:lnTo>
                <a:lnTo>
                  <a:pt x="378227" y="277523"/>
                </a:lnTo>
                <a:lnTo>
                  <a:pt x="377283" y="277378"/>
                </a:lnTo>
                <a:lnTo>
                  <a:pt x="376319" y="277259"/>
                </a:lnTo>
                <a:lnTo>
                  <a:pt x="375334" y="277167"/>
                </a:lnTo>
                <a:lnTo>
                  <a:pt x="374329" y="277100"/>
                </a:lnTo>
                <a:lnTo>
                  <a:pt x="373303" y="277061"/>
                </a:lnTo>
                <a:lnTo>
                  <a:pt x="372257" y="277048"/>
                </a:lnTo>
                <a:lnTo>
                  <a:pt x="371570" y="277054"/>
                </a:lnTo>
                <a:lnTo>
                  <a:pt x="370889" y="277075"/>
                </a:lnTo>
                <a:lnTo>
                  <a:pt x="370215" y="277108"/>
                </a:lnTo>
                <a:lnTo>
                  <a:pt x="369547" y="277156"/>
                </a:lnTo>
                <a:lnTo>
                  <a:pt x="368886" y="277216"/>
                </a:lnTo>
                <a:lnTo>
                  <a:pt x="368231" y="277291"/>
                </a:lnTo>
                <a:lnTo>
                  <a:pt x="367583" y="277378"/>
                </a:lnTo>
                <a:lnTo>
                  <a:pt x="366941" y="277480"/>
                </a:lnTo>
                <a:lnTo>
                  <a:pt x="366305" y="277594"/>
                </a:lnTo>
                <a:lnTo>
                  <a:pt x="365676" y="277723"/>
                </a:lnTo>
                <a:lnTo>
                  <a:pt x="365054" y="277864"/>
                </a:lnTo>
                <a:lnTo>
                  <a:pt x="364437" y="278020"/>
                </a:lnTo>
                <a:lnTo>
                  <a:pt x="363828" y="278189"/>
                </a:lnTo>
                <a:lnTo>
                  <a:pt x="363225" y="278371"/>
                </a:lnTo>
                <a:lnTo>
                  <a:pt x="362628" y="278567"/>
                </a:lnTo>
                <a:lnTo>
                  <a:pt x="362038" y="278776"/>
                </a:lnTo>
                <a:lnTo>
                  <a:pt x="361454" y="278999"/>
                </a:lnTo>
                <a:lnTo>
                  <a:pt x="360876" y="279235"/>
                </a:lnTo>
                <a:lnTo>
                  <a:pt x="360306" y="279485"/>
                </a:lnTo>
                <a:lnTo>
                  <a:pt x="359741" y="279748"/>
                </a:lnTo>
                <a:lnTo>
                  <a:pt x="359183" y="280025"/>
                </a:lnTo>
                <a:lnTo>
                  <a:pt x="358632" y="280315"/>
                </a:lnTo>
                <a:lnTo>
                  <a:pt x="358087" y="280619"/>
                </a:lnTo>
                <a:lnTo>
                  <a:pt x="357548" y="280936"/>
                </a:lnTo>
                <a:lnTo>
                  <a:pt x="357032" y="281251"/>
                </a:lnTo>
                <a:lnTo>
                  <a:pt x="356528" y="281577"/>
                </a:lnTo>
                <a:lnTo>
                  <a:pt x="356034" y="281913"/>
                </a:lnTo>
                <a:lnTo>
                  <a:pt x="355552" y="282260"/>
                </a:lnTo>
                <a:lnTo>
                  <a:pt x="355081" y="282618"/>
                </a:lnTo>
                <a:lnTo>
                  <a:pt x="354621" y="282986"/>
                </a:lnTo>
                <a:lnTo>
                  <a:pt x="354172" y="283365"/>
                </a:lnTo>
                <a:lnTo>
                  <a:pt x="353735" y="283754"/>
                </a:lnTo>
                <a:lnTo>
                  <a:pt x="353308" y="284154"/>
                </a:lnTo>
                <a:lnTo>
                  <a:pt x="352893" y="284564"/>
                </a:lnTo>
                <a:lnTo>
                  <a:pt x="352489" y="284985"/>
                </a:lnTo>
                <a:lnTo>
                  <a:pt x="352096" y="285416"/>
                </a:lnTo>
                <a:lnTo>
                  <a:pt x="351714" y="285858"/>
                </a:lnTo>
                <a:lnTo>
                  <a:pt x="351343" y="286311"/>
                </a:lnTo>
                <a:lnTo>
                  <a:pt x="350983" y="286774"/>
                </a:lnTo>
                <a:lnTo>
                  <a:pt x="350635" y="287248"/>
                </a:lnTo>
                <a:lnTo>
                  <a:pt x="350298" y="287732"/>
                </a:lnTo>
                <a:lnTo>
                  <a:pt x="349972" y="288227"/>
                </a:lnTo>
                <a:lnTo>
                  <a:pt x="349657" y="288733"/>
                </a:lnTo>
                <a:lnTo>
                  <a:pt x="349353" y="289249"/>
                </a:lnTo>
                <a:lnTo>
                  <a:pt x="349060" y="289775"/>
                </a:lnTo>
                <a:lnTo>
                  <a:pt x="348779" y="290312"/>
                </a:lnTo>
                <a:lnTo>
                  <a:pt x="348508" y="290860"/>
                </a:lnTo>
                <a:lnTo>
                  <a:pt x="348249" y="291418"/>
                </a:lnTo>
                <a:lnTo>
                  <a:pt x="347404" y="278738"/>
                </a:lnTo>
                <a:lnTo>
                  <a:pt x="311900" y="278738"/>
                </a:lnTo>
                <a:lnTo>
                  <a:pt x="311900" y="291926"/>
                </a:lnTo>
                <a:lnTo>
                  <a:pt x="333709" y="291926"/>
                </a:lnTo>
                <a:lnTo>
                  <a:pt x="333709" y="352113"/>
                </a:lnTo>
                <a:lnTo>
                  <a:pt x="311054" y="352113"/>
                </a:lnTo>
                <a:lnTo>
                  <a:pt x="311054" y="365131"/>
                </a:lnTo>
                <a:lnTo>
                  <a:pt x="333709" y="365131"/>
                </a:lnTo>
                <a:close/>
                <a:moveTo>
                  <a:pt x="147699" y="493907"/>
                </a:moveTo>
                <a:lnTo>
                  <a:pt x="147699" y="510138"/>
                </a:lnTo>
                <a:lnTo>
                  <a:pt x="163591" y="510138"/>
                </a:lnTo>
                <a:lnTo>
                  <a:pt x="163591" y="493907"/>
                </a:lnTo>
                <a:lnTo>
                  <a:pt x="147699" y="493907"/>
                </a:lnTo>
                <a:close/>
                <a:moveTo>
                  <a:pt x="117436" y="614283"/>
                </a:moveTo>
                <a:lnTo>
                  <a:pt x="148375" y="614283"/>
                </a:lnTo>
                <a:lnTo>
                  <a:pt x="165282" y="614283"/>
                </a:lnTo>
                <a:lnTo>
                  <a:pt x="194530" y="614283"/>
                </a:lnTo>
                <a:lnTo>
                  <a:pt x="194530" y="601265"/>
                </a:lnTo>
                <a:lnTo>
                  <a:pt x="165282" y="601265"/>
                </a:lnTo>
                <a:lnTo>
                  <a:pt x="165282" y="527890"/>
                </a:lnTo>
                <a:lnTo>
                  <a:pt x="117436" y="527890"/>
                </a:lnTo>
                <a:lnTo>
                  <a:pt x="117436" y="541077"/>
                </a:lnTo>
                <a:lnTo>
                  <a:pt x="148375" y="541077"/>
                </a:lnTo>
                <a:lnTo>
                  <a:pt x="148375" y="601265"/>
                </a:lnTo>
                <a:lnTo>
                  <a:pt x="117436" y="601265"/>
                </a:lnTo>
                <a:lnTo>
                  <a:pt x="117436" y="614283"/>
                </a:lnTo>
                <a:close/>
                <a:moveTo>
                  <a:pt x="234265" y="561243"/>
                </a:moveTo>
                <a:lnTo>
                  <a:pt x="234305" y="560678"/>
                </a:lnTo>
                <a:lnTo>
                  <a:pt x="234353" y="560118"/>
                </a:lnTo>
                <a:lnTo>
                  <a:pt x="234411" y="559565"/>
                </a:lnTo>
                <a:lnTo>
                  <a:pt x="234477" y="559017"/>
                </a:lnTo>
                <a:lnTo>
                  <a:pt x="234552" y="558475"/>
                </a:lnTo>
                <a:lnTo>
                  <a:pt x="234635" y="557939"/>
                </a:lnTo>
                <a:lnTo>
                  <a:pt x="234728" y="557409"/>
                </a:lnTo>
                <a:lnTo>
                  <a:pt x="234829" y="556885"/>
                </a:lnTo>
                <a:lnTo>
                  <a:pt x="234939" y="556366"/>
                </a:lnTo>
                <a:lnTo>
                  <a:pt x="235058" y="555854"/>
                </a:lnTo>
                <a:lnTo>
                  <a:pt x="235186" y="555347"/>
                </a:lnTo>
                <a:lnTo>
                  <a:pt x="235322" y="554846"/>
                </a:lnTo>
                <a:lnTo>
                  <a:pt x="235467" y="554352"/>
                </a:lnTo>
                <a:lnTo>
                  <a:pt x="235621" y="553863"/>
                </a:lnTo>
                <a:lnTo>
                  <a:pt x="235784" y="553379"/>
                </a:lnTo>
                <a:lnTo>
                  <a:pt x="235956" y="552902"/>
                </a:lnTo>
                <a:lnTo>
                  <a:pt x="236137" y="552431"/>
                </a:lnTo>
                <a:lnTo>
                  <a:pt x="236326" y="551965"/>
                </a:lnTo>
                <a:lnTo>
                  <a:pt x="236524" y="551506"/>
                </a:lnTo>
                <a:lnTo>
                  <a:pt x="236731" y="551052"/>
                </a:lnTo>
                <a:lnTo>
                  <a:pt x="236946" y="550591"/>
                </a:lnTo>
                <a:lnTo>
                  <a:pt x="237168" y="550140"/>
                </a:lnTo>
                <a:lnTo>
                  <a:pt x="237397" y="549697"/>
                </a:lnTo>
                <a:lnTo>
                  <a:pt x="237633" y="549263"/>
                </a:lnTo>
                <a:lnTo>
                  <a:pt x="237876" y="548837"/>
                </a:lnTo>
                <a:lnTo>
                  <a:pt x="238126" y="548421"/>
                </a:lnTo>
                <a:lnTo>
                  <a:pt x="238383" y="548013"/>
                </a:lnTo>
                <a:lnTo>
                  <a:pt x="238647" y="547614"/>
                </a:lnTo>
                <a:lnTo>
                  <a:pt x="238918" y="547224"/>
                </a:lnTo>
                <a:lnTo>
                  <a:pt x="239197" y="546843"/>
                </a:lnTo>
                <a:lnTo>
                  <a:pt x="239482" y="546470"/>
                </a:lnTo>
                <a:lnTo>
                  <a:pt x="239774" y="546107"/>
                </a:lnTo>
                <a:lnTo>
                  <a:pt x="240074" y="545752"/>
                </a:lnTo>
                <a:lnTo>
                  <a:pt x="240380" y="545406"/>
                </a:lnTo>
                <a:lnTo>
                  <a:pt x="240693" y="545069"/>
                </a:lnTo>
                <a:lnTo>
                  <a:pt x="241014" y="544740"/>
                </a:lnTo>
                <a:lnTo>
                  <a:pt x="241342" y="544420"/>
                </a:lnTo>
                <a:lnTo>
                  <a:pt x="241676" y="544110"/>
                </a:lnTo>
                <a:lnTo>
                  <a:pt x="242018" y="543808"/>
                </a:lnTo>
                <a:lnTo>
                  <a:pt x="242367" y="543514"/>
                </a:lnTo>
                <a:lnTo>
                  <a:pt x="242722" y="543230"/>
                </a:lnTo>
                <a:lnTo>
                  <a:pt x="243085" y="542954"/>
                </a:lnTo>
                <a:lnTo>
                  <a:pt x="243455" y="542687"/>
                </a:lnTo>
                <a:lnTo>
                  <a:pt x="243832" y="542429"/>
                </a:lnTo>
                <a:lnTo>
                  <a:pt x="244215" y="542167"/>
                </a:lnTo>
                <a:lnTo>
                  <a:pt x="244604" y="541916"/>
                </a:lnTo>
                <a:lnTo>
                  <a:pt x="244999" y="541676"/>
                </a:lnTo>
                <a:lnTo>
                  <a:pt x="245400" y="541448"/>
                </a:lnTo>
                <a:lnTo>
                  <a:pt x="245807" y="541230"/>
                </a:lnTo>
                <a:lnTo>
                  <a:pt x="246220" y="541024"/>
                </a:lnTo>
                <a:lnTo>
                  <a:pt x="246638" y="540829"/>
                </a:lnTo>
                <a:lnTo>
                  <a:pt x="247063" y="540645"/>
                </a:lnTo>
                <a:lnTo>
                  <a:pt x="247493" y="540472"/>
                </a:lnTo>
                <a:lnTo>
                  <a:pt x="247929" y="540310"/>
                </a:lnTo>
                <a:lnTo>
                  <a:pt x="248371" y="540160"/>
                </a:lnTo>
                <a:lnTo>
                  <a:pt x="248819" y="540020"/>
                </a:lnTo>
                <a:lnTo>
                  <a:pt x="249273" y="539892"/>
                </a:lnTo>
                <a:lnTo>
                  <a:pt x="249733" y="539775"/>
                </a:lnTo>
                <a:lnTo>
                  <a:pt x="250198" y="539669"/>
                </a:lnTo>
                <a:lnTo>
                  <a:pt x="250670" y="539574"/>
                </a:lnTo>
                <a:lnTo>
                  <a:pt x="251147" y="539490"/>
                </a:lnTo>
                <a:lnTo>
                  <a:pt x="251630" y="539418"/>
                </a:lnTo>
                <a:lnTo>
                  <a:pt x="252119" y="539357"/>
                </a:lnTo>
                <a:lnTo>
                  <a:pt x="252614" y="539306"/>
                </a:lnTo>
                <a:lnTo>
                  <a:pt x="253115" y="539267"/>
                </a:lnTo>
                <a:lnTo>
                  <a:pt x="253621" y="539240"/>
                </a:lnTo>
                <a:lnTo>
                  <a:pt x="254134" y="539223"/>
                </a:lnTo>
                <a:lnTo>
                  <a:pt x="254652" y="539217"/>
                </a:lnTo>
                <a:lnTo>
                  <a:pt x="255392" y="539227"/>
                </a:lnTo>
                <a:lnTo>
                  <a:pt x="256117" y="539256"/>
                </a:lnTo>
                <a:lnTo>
                  <a:pt x="256829" y="539304"/>
                </a:lnTo>
                <a:lnTo>
                  <a:pt x="257526" y="539372"/>
                </a:lnTo>
                <a:lnTo>
                  <a:pt x="258210" y="539459"/>
                </a:lnTo>
                <a:lnTo>
                  <a:pt x="258879" y="539566"/>
                </a:lnTo>
                <a:lnTo>
                  <a:pt x="259534" y="539692"/>
                </a:lnTo>
                <a:lnTo>
                  <a:pt x="260175" y="539837"/>
                </a:lnTo>
                <a:lnTo>
                  <a:pt x="260802" y="540002"/>
                </a:lnTo>
                <a:lnTo>
                  <a:pt x="261415" y="540186"/>
                </a:lnTo>
                <a:lnTo>
                  <a:pt x="262014" y="540389"/>
                </a:lnTo>
                <a:lnTo>
                  <a:pt x="262598" y="540612"/>
                </a:lnTo>
                <a:lnTo>
                  <a:pt x="263169" y="540854"/>
                </a:lnTo>
                <a:lnTo>
                  <a:pt x="263725" y="541116"/>
                </a:lnTo>
                <a:lnTo>
                  <a:pt x="264268" y="541397"/>
                </a:lnTo>
                <a:lnTo>
                  <a:pt x="264796" y="541697"/>
                </a:lnTo>
                <a:lnTo>
                  <a:pt x="265310" y="542017"/>
                </a:lnTo>
                <a:lnTo>
                  <a:pt x="265811" y="542356"/>
                </a:lnTo>
                <a:lnTo>
                  <a:pt x="266297" y="542714"/>
                </a:lnTo>
                <a:lnTo>
                  <a:pt x="266769" y="543092"/>
                </a:lnTo>
                <a:lnTo>
                  <a:pt x="267226" y="543489"/>
                </a:lnTo>
                <a:lnTo>
                  <a:pt x="267670" y="543905"/>
                </a:lnTo>
                <a:lnTo>
                  <a:pt x="268100" y="544341"/>
                </a:lnTo>
                <a:lnTo>
                  <a:pt x="268516" y="544797"/>
                </a:lnTo>
                <a:lnTo>
                  <a:pt x="268929" y="545273"/>
                </a:lnTo>
                <a:lnTo>
                  <a:pt x="269326" y="545772"/>
                </a:lnTo>
                <a:lnTo>
                  <a:pt x="269704" y="546294"/>
                </a:lnTo>
                <a:lnTo>
                  <a:pt x="270065" y="546839"/>
                </a:lnTo>
                <a:lnTo>
                  <a:pt x="270409" y="547407"/>
                </a:lnTo>
                <a:lnTo>
                  <a:pt x="270735" y="547998"/>
                </a:lnTo>
                <a:lnTo>
                  <a:pt x="271043" y="548612"/>
                </a:lnTo>
                <a:lnTo>
                  <a:pt x="271333" y="549249"/>
                </a:lnTo>
                <a:lnTo>
                  <a:pt x="271606" y="549908"/>
                </a:lnTo>
                <a:lnTo>
                  <a:pt x="271862" y="550591"/>
                </a:lnTo>
                <a:lnTo>
                  <a:pt x="272099" y="551296"/>
                </a:lnTo>
                <a:lnTo>
                  <a:pt x="272320" y="552024"/>
                </a:lnTo>
                <a:lnTo>
                  <a:pt x="272522" y="552775"/>
                </a:lnTo>
                <a:lnTo>
                  <a:pt x="272707" y="553549"/>
                </a:lnTo>
                <a:lnTo>
                  <a:pt x="272874" y="554346"/>
                </a:lnTo>
                <a:lnTo>
                  <a:pt x="273024" y="555166"/>
                </a:lnTo>
                <a:lnTo>
                  <a:pt x="273156" y="556009"/>
                </a:lnTo>
                <a:lnTo>
                  <a:pt x="273271" y="556874"/>
                </a:lnTo>
                <a:lnTo>
                  <a:pt x="273367" y="557763"/>
                </a:lnTo>
                <a:lnTo>
                  <a:pt x="273447" y="558674"/>
                </a:lnTo>
                <a:lnTo>
                  <a:pt x="273508" y="559608"/>
                </a:lnTo>
                <a:lnTo>
                  <a:pt x="273552" y="560566"/>
                </a:lnTo>
                <a:lnTo>
                  <a:pt x="273579" y="561546"/>
                </a:lnTo>
                <a:lnTo>
                  <a:pt x="273588" y="562549"/>
                </a:lnTo>
                <a:lnTo>
                  <a:pt x="273588" y="614283"/>
                </a:lnTo>
                <a:lnTo>
                  <a:pt x="290494" y="614283"/>
                </a:lnTo>
                <a:lnTo>
                  <a:pt x="290494" y="557646"/>
                </a:lnTo>
                <a:lnTo>
                  <a:pt x="290480" y="556363"/>
                </a:lnTo>
                <a:lnTo>
                  <a:pt x="290436" y="555106"/>
                </a:lnTo>
                <a:lnTo>
                  <a:pt x="290362" y="553876"/>
                </a:lnTo>
                <a:lnTo>
                  <a:pt x="290260" y="552672"/>
                </a:lnTo>
                <a:lnTo>
                  <a:pt x="290127" y="551495"/>
                </a:lnTo>
                <a:lnTo>
                  <a:pt x="289966" y="550344"/>
                </a:lnTo>
                <a:lnTo>
                  <a:pt x="289775" y="549220"/>
                </a:lnTo>
                <a:lnTo>
                  <a:pt x="289555" y="548121"/>
                </a:lnTo>
                <a:lnTo>
                  <a:pt x="289306" y="547050"/>
                </a:lnTo>
                <a:lnTo>
                  <a:pt x="289027" y="546005"/>
                </a:lnTo>
                <a:lnTo>
                  <a:pt x="288719" y="544986"/>
                </a:lnTo>
                <a:lnTo>
                  <a:pt x="288381" y="543993"/>
                </a:lnTo>
                <a:lnTo>
                  <a:pt x="288014" y="543027"/>
                </a:lnTo>
                <a:lnTo>
                  <a:pt x="287618" y="542088"/>
                </a:lnTo>
                <a:lnTo>
                  <a:pt x="287192" y="541175"/>
                </a:lnTo>
                <a:lnTo>
                  <a:pt x="286737" y="540288"/>
                </a:lnTo>
                <a:lnTo>
                  <a:pt x="286253" y="539428"/>
                </a:lnTo>
                <a:lnTo>
                  <a:pt x="285739" y="538594"/>
                </a:lnTo>
                <a:lnTo>
                  <a:pt x="285196" y="537786"/>
                </a:lnTo>
                <a:lnTo>
                  <a:pt x="284624" y="537005"/>
                </a:lnTo>
                <a:lnTo>
                  <a:pt x="284022" y="536250"/>
                </a:lnTo>
                <a:lnTo>
                  <a:pt x="283391" y="535522"/>
                </a:lnTo>
                <a:lnTo>
                  <a:pt x="282731" y="534820"/>
                </a:lnTo>
                <a:lnTo>
                  <a:pt x="282041" y="534145"/>
                </a:lnTo>
                <a:lnTo>
                  <a:pt x="281327" y="533497"/>
                </a:lnTo>
                <a:lnTo>
                  <a:pt x="280592" y="532876"/>
                </a:lnTo>
                <a:lnTo>
                  <a:pt x="279838" y="532283"/>
                </a:lnTo>
                <a:lnTo>
                  <a:pt x="279064" y="531717"/>
                </a:lnTo>
                <a:lnTo>
                  <a:pt x="278269" y="531179"/>
                </a:lnTo>
                <a:lnTo>
                  <a:pt x="277455" y="530669"/>
                </a:lnTo>
                <a:lnTo>
                  <a:pt x="276621" y="530186"/>
                </a:lnTo>
                <a:lnTo>
                  <a:pt x="275767" y="529731"/>
                </a:lnTo>
                <a:lnTo>
                  <a:pt x="274893" y="529303"/>
                </a:lnTo>
                <a:lnTo>
                  <a:pt x="273999" y="528903"/>
                </a:lnTo>
                <a:lnTo>
                  <a:pt x="273085" y="528531"/>
                </a:lnTo>
                <a:lnTo>
                  <a:pt x="272151" y="528186"/>
                </a:lnTo>
                <a:lnTo>
                  <a:pt x="271197" y="527868"/>
                </a:lnTo>
                <a:lnTo>
                  <a:pt x="270223" y="527579"/>
                </a:lnTo>
                <a:lnTo>
                  <a:pt x="269229" y="527317"/>
                </a:lnTo>
                <a:lnTo>
                  <a:pt x="268215" y="527082"/>
                </a:lnTo>
                <a:lnTo>
                  <a:pt x="267181" y="526875"/>
                </a:lnTo>
                <a:lnTo>
                  <a:pt x="266128" y="526696"/>
                </a:lnTo>
                <a:lnTo>
                  <a:pt x="265054" y="526544"/>
                </a:lnTo>
                <a:lnTo>
                  <a:pt x="263960" y="526420"/>
                </a:lnTo>
                <a:lnTo>
                  <a:pt x="262847" y="526323"/>
                </a:lnTo>
                <a:lnTo>
                  <a:pt x="261713" y="526254"/>
                </a:lnTo>
                <a:lnTo>
                  <a:pt x="260559" y="526213"/>
                </a:lnTo>
                <a:lnTo>
                  <a:pt x="259386" y="526199"/>
                </a:lnTo>
                <a:lnTo>
                  <a:pt x="258670" y="526205"/>
                </a:lnTo>
                <a:lnTo>
                  <a:pt x="257959" y="526223"/>
                </a:lnTo>
                <a:lnTo>
                  <a:pt x="257254" y="526252"/>
                </a:lnTo>
                <a:lnTo>
                  <a:pt x="256554" y="526293"/>
                </a:lnTo>
                <a:lnTo>
                  <a:pt x="255859" y="526346"/>
                </a:lnTo>
                <a:lnTo>
                  <a:pt x="255170" y="526411"/>
                </a:lnTo>
                <a:lnTo>
                  <a:pt x="254486" y="526487"/>
                </a:lnTo>
                <a:lnTo>
                  <a:pt x="253807" y="526575"/>
                </a:lnTo>
                <a:lnTo>
                  <a:pt x="253133" y="526675"/>
                </a:lnTo>
                <a:lnTo>
                  <a:pt x="252465" y="526786"/>
                </a:lnTo>
                <a:lnTo>
                  <a:pt x="251802" y="526909"/>
                </a:lnTo>
                <a:lnTo>
                  <a:pt x="251144" y="527044"/>
                </a:lnTo>
                <a:lnTo>
                  <a:pt x="250491" y="527191"/>
                </a:lnTo>
                <a:lnTo>
                  <a:pt x="249844" y="527350"/>
                </a:lnTo>
                <a:lnTo>
                  <a:pt x="249202" y="527520"/>
                </a:lnTo>
                <a:lnTo>
                  <a:pt x="248566" y="527702"/>
                </a:lnTo>
                <a:lnTo>
                  <a:pt x="247934" y="527896"/>
                </a:lnTo>
                <a:lnTo>
                  <a:pt x="247308" y="528101"/>
                </a:lnTo>
                <a:lnTo>
                  <a:pt x="246687" y="528318"/>
                </a:lnTo>
                <a:lnTo>
                  <a:pt x="246072" y="528547"/>
                </a:lnTo>
                <a:lnTo>
                  <a:pt x="245462" y="528788"/>
                </a:lnTo>
                <a:lnTo>
                  <a:pt x="244857" y="529040"/>
                </a:lnTo>
                <a:lnTo>
                  <a:pt x="244257" y="529305"/>
                </a:lnTo>
                <a:lnTo>
                  <a:pt x="243663" y="529581"/>
                </a:lnTo>
                <a:lnTo>
                  <a:pt x="243077" y="529869"/>
                </a:lnTo>
                <a:lnTo>
                  <a:pt x="242502" y="530171"/>
                </a:lnTo>
                <a:lnTo>
                  <a:pt x="241938" y="530487"/>
                </a:lnTo>
                <a:lnTo>
                  <a:pt x="241385" y="530816"/>
                </a:lnTo>
                <a:lnTo>
                  <a:pt x="240843" y="531158"/>
                </a:lnTo>
                <a:lnTo>
                  <a:pt x="240313" y="531514"/>
                </a:lnTo>
                <a:lnTo>
                  <a:pt x="239794" y="531884"/>
                </a:lnTo>
                <a:lnTo>
                  <a:pt x="239286" y="532267"/>
                </a:lnTo>
                <a:lnTo>
                  <a:pt x="238789" y="532663"/>
                </a:lnTo>
                <a:lnTo>
                  <a:pt x="238303" y="533073"/>
                </a:lnTo>
                <a:lnTo>
                  <a:pt x="237828" y="533497"/>
                </a:lnTo>
                <a:lnTo>
                  <a:pt x="237365" y="533934"/>
                </a:lnTo>
                <a:lnTo>
                  <a:pt x="236913" y="534384"/>
                </a:lnTo>
                <a:lnTo>
                  <a:pt x="236472" y="534849"/>
                </a:lnTo>
                <a:lnTo>
                  <a:pt x="236042" y="535326"/>
                </a:lnTo>
                <a:lnTo>
                  <a:pt x="235623" y="535817"/>
                </a:lnTo>
                <a:lnTo>
                  <a:pt x="235215" y="536322"/>
                </a:lnTo>
                <a:lnTo>
                  <a:pt x="234818" y="536840"/>
                </a:lnTo>
                <a:lnTo>
                  <a:pt x="234433" y="537371"/>
                </a:lnTo>
                <a:lnTo>
                  <a:pt x="234059" y="537916"/>
                </a:lnTo>
                <a:lnTo>
                  <a:pt x="233696" y="538475"/>
                </a:lnTo>
                <a:lnTo>
                  <a:pt x="233344" y="539047"/>
                </a:lnTo>
                <a:lnTo>
                  <a:pt x="233003" y="539633"/>
                </a:lnTo>
                <a:lnTo>
                  <a:pt x="232673" y="540232"/>
                </a:lnTo>
                <a:lnTo>
                  <a:pt x="230983" y="527890"/>
                </a:lnTo>
                <a:lnTo>
                  <a:pt x="217288" y="527890"/>
                </a:lnTo>
                <a:lnTo>
                  <a:pt x="217288" y="614283"/>
                </a:lnTo>
                <a:lnTo>
                  <a:pt x="234195" y="614283"/>
                </a:lnTo>
                <a:lnTo>
                  <a:pt x="234195" y="563563"/>
                </a:lnTo>
                <a:lnTo>
                  <a:pt x="234199" y="562974"/>
                </a:lnTo>
                <a:lnTo>
                  <a:pt x="234213" y="562391"/>
                </a:lnTo>
                <a:lnTo>
                  <a:pt x="234235" y="561814"/>
                </a:lnTo>
                <a:lnTo>
                  <a:pt x="234265" y="561243"/>
                </a:lnTo>
                <a:close/>
                <a:moveTo>
                  <a:pt x="260465" y="1113817"/>
                </a:moveTo>
                <a:lnTo>
                  <a:pt x="261415" y="1113676"/>
                </a:lnTo>
                <a:lnTo>
                  <a:pt x="262353" y="1113516"/>
                </a:lnTo>
                <a:lnTo>
                  <a:pt x="263278" y="1113338"/>
                </a:lnTo>
                <a:lnTo>
                  <a:pt x="264191" y="1113140"/>
                </a:lnTo>
                <a:lnTo>
                  <a:pt x="265092" y="1112924"/>
                </a:lnTo>
                <a:lnTo>
                  <a:pt x="265980" y="1112690"/>
                </a:lnTo>
                <a:lnTo>
                  <a:pt x="266857" y="1112436"/>
                </a:lnTo>
                <a:lnTo>
                  <a:pt x="267720" y="1112164"/>
                </a:lnTo>
                <a:lnTo>
                  <a:pt x="268572" y="1111872"/>
                </a:lnTo>
                <a:lnTo>
                  <a:pt x="269411" y="1111562"/>
                </a:lnTo>
                <a:lnTo>
                  <a:pt x="270238" y="1111234"/>
                </a:lnTo>
                <a:lnTo>
                  <a:pt x="271053" y="1110886"/>
                </a:lnTo>
                <a:lnTo>
                  <a:pt x="271855" y="1110520"/>
                </a:lnTo>
                <a:lnTo>
                  <a:pt x="272645" y="1110135"/>
                </a:lnTo>
                <a:lnTo>
                  <a:pt x="273422" y="1109731"/>
                </a:lnTo>
                <a:lnTo>
                  <a:pt x="274187" y="1109308"/>
                </a:lnTo>
                <a:lnTo>
                  <a:pt x="274940" y="1108867"/>
                </a:lnTo>
                <a:lnTo>
                  <a:pt x="275680" y="1108394"/>
                </a:lnTo>
                <a:lnTo>
                  <a:pt x="276404" y="1107907"/>
                </a:lnTo>
                <a:lnTo>
                  <a:pt x="277114" y="1107406"/>
                </a:lnTo>
                <a:lnTo>
                  <a:pt x="277810" y="1106890"/>
                </a:lnTo>
                <a:lnTo>
                  <a:pt x="278490" y="1106359"/>
                </a:lnTo>
                <a:lnTo>
                  <a:pt x="279156" y="1105813"/>
                </a:lnTo>
                <a:lnTo>
                  <a:pt x="279808" y="1105253"/>
                </a:lnTo>
                <a:lnTo>
                  <a:pt x="280444" y="1104678"/>
                </a:lnTo>
                <a:lnTo>
                  <a:pt x="281066" y="1104088"/>
                </a:lnTo>
                <a:lnTo>
                  <a:pt x="281673" y="1103484"/>
                </a:lnTo>
                <a:lnTo>
                  <a:pt x="282266" y="1102864"/>
                </a:lnTo>
                <a:lnTo>
                  <a:pt x="282844" y="1102231"/>
                </a:lnTo>
                <a:lnTo>
                  <a:pt x="283407" y="1101582"/>
                </a:lnTo>
                <a:lnTo>
                  <a:pt x="283956" y="1100919"/>
                </a:lnTo>
                <a:lnTo>
                  <a:pt x="284490" y="1100242"/>
                </a:lnTo>
                <a:lnTo>
                  <a:pt x="285009" y="1099549"/>
                </a:lnTo>
                <a:lnTo>
                  <a:pt x="285514" y="1098842"/>
                </a:lnTo>
                <a:lnTo>
                  <a:pt x="286003" y="1098120"/>
                </a:lnTo>
                <a:lnTo>
                  <a:pt x="286479" y="1097384"/>
                </a:lnTo>
                <a:lnTo>
                  <a:pt x="286939" y="1096633"/>
                </a:lnTo>
                <a:lnTo>
                  <a:pt x="287385" y="1095867"/>
                </a:lnTo>
                <a:lnTo>
                  <a:pt x="287816" y="1095087"/>
                </a:lnTo>
                <a:lnTo>
                  <a:pt x="288233" y="1094291"/>
                </a:lnTo>
                <a:lnTo>
                  <a:pt x="288635" y="1093482"/>
                </a:lnTo>
                <a:lnTo>
                  <a:pt x="289021" y="1092659"/>
                </a:lnTo>
                <a:lnTo>
                  <a:pt x="289391" y="1091826"/>
                </a:lnTo>
                <a:lnTo>
                  <a:pt x="289744" y="1090983"/>
                </a:lnTo>
                <a:lnTo>
                  <a:pt x="290081" y="1090128"/>
                </a:lnTo>
                <a:lnTo>
                  <a:pt x="290402" y="1089264"/>
                </a:lnTo>
                <a:lnTo>
                  <a:pt x="290706" y="1088388"/>
                </a:lnTo>
                <a:lnTo>
                  <a:pt x="290993" y="1087503"/>
                </a:lnTo>
                <a:lnTo>
                  <a:pt x="291265" y="1086606"/>
                </a:lnTo>
                <a:lnTo>
                  <a:pt x="291519" y="1085699"/>
                </a:lnTo>
                <a:lnTo>
                  <a:pt x="291758" y="1084782"/>
                </a:lnTo>
                <a:lnTo>
                  <a:pt x="291980" y="1083854"/>
                </a:lnTo>
                <a:lnTo>
                  <a:pt x="292185" y="1082915"/>
                </a:lnTo>
                <a:lnTo>
                  <a:pt x="292374" y="1081966"/>
                </a:lnTo>
                <a:lnTo>
                  <a:pt x="292547" y="1081006"/>
                </a:lnTo>
                <a:lnTo>
                  <a:pt x="292703" y="1080036"/>
                </a:lnTo>
                <a:lnTo>
                  <a:pt x="292843" y="1079055"/>
                </a:lnTo>
                <a:lnTo>
                  <a:pt x="292966" y="1078063"/>
                </a:lnTo>
                <a:lnTo>
                  <a:pt x="293073" y="1077061"/>
                </a:lnTo>
                <a:lnTo>
                  <a:pt x="293163" y="1076048"/>
                </a:lnTo>
                <a:lnTo>
                  <a:pt x="293237" y="1075025"/>
                </a:lnTo>
                <a:lnTo>
                  <a:pt x="293295" y="1073991"/>
                </a:lnTo>
                <a:lnTo>
                  <a:pt x="293336" y="1072947"/>
                </a:lnTo>
                <a:lnTo>
                  <a:pt x="293360" y="1071892"/>
                </a:lnTo>
                <a:lnTo>
                  <a:pt x="293369" y="1070827"/>
                </a:lnTo>
                <a:lnTo>
                  <a:pt x="293369" y="1067953"/>
                </a:lnTo>
                <a:lnTo>
                  <a:pt x="293360" y="1066901"/>
                </a:lnTo>
                <a:lnTo>
                  <a:pt x="293336" y="1065859"/>
                </a:lnTo>
                <a:lnTo>
                  <a:pt x="293295" y="1064827"/>
                </a:lnTo>
                <a:lnTo>
                  <a:pt x="293237" y="1063806"/>
                </a:lnTo>
                <a:lnTo>
                  <a:pt x="293163" y="1062794"/>
                </a:lnTo>
                <a:lnTo>
                  <a:pt x="293073" y="1061792"/>
                </a:lnTo>
                <a:lnTo>
                  <a:pt x="292966" y="1060800"/>
                </a:lnTo>
                <a:lnTo>
                  <a:pt x="292843" y="1059818"/>
                </a:lnTo>
                <a:lnTo>
                  <a:pt x="292703" y="1058847"/>
                </a:lnTo>
                <a:lnTo>
                  <a:pt x="292547" y="1057885"/>
                </a:lnTo>
                <a:lnTo>
                  <a:pt x="292374" y="1056933"/>
                </a:lnTo>
                <a:lnTo>
                  <a:pt x="292185" y="1055991"/>
                </a:lnTo>
                <a:lnTo>
                  <a:pt x="291980" y="1055059"/>
                </a:lnTo>
                <a:lnTo>
                  <a:pt x="291758" y="1054137"/>
                </a:lnTo>
                <a:lnTo>
                  <a:pt x="291519" y="1053225"/>
                </a:lnTo>
                <a:lnTo>
                  <a:pt x="291265" y="1052323"/>
                </a:lnTo>
                <a:lnTo>
                  <a:pt x="290993" y="1051431"/>
                </a:lnTo>
                <a:lnTo>
                  <a:pt x="290706" y="1050549"/>
                </a:lnTo>
                <a:lnTo>
                  <a:pt x="290402" y="1049677"/>
                </a:lnTo>
                <a:lnTo>
                  <a:pt x="290081" y="1048815"/>
                </a:lnTo>
                <a:lnTo>
                  <a:pt x="289744" y="1047963"/>
                </a:lnTo>
                <a:lnTo>
                  <a:pt x="289391" y="1047121"/>
                </a:lnTo>
                <a:lnTo>
                  <a:pt x="289021" y="1046289"/>
                </a:lnTo>
                <a:lnTo>
                  <a:pt x="288635" y="1045467"/>
                </a:lnTo>
                <a:lnTo>
                  <a:pt x="288233" y="1044657"/>
                </a:lnTo>
                <a:lnTo>
                  <a:pt x="287816" y="1043862"/>
                </a:lnTo>
                <a:lnTo>
                  <a:pt x="287385" y="1043081"/>
                </a:lnTo>
                <a:lnTo>
                  <a:pt x="286939" y="1042315"/>
                </a:lnTo>
                <a:lnTo>
                  <a:pt x="286479" y="1041564"/>
                </a:lnTo>
                <a:lnTo>
                  <a:pt x="286003" y="1040828"/>
                </a:lnTo>
                <a:lnTo>
                  <a:pt x="285514" y="1040106"/>
                </a:lnTo>
                <a:lnTo>
                  <a:pt x="285009" y="1039399"/>
                </a:lnTo>
                <a:lnTo>
                  <a:pt x="284490" y="1038707"/>
                </a:lnTo>
                <a:lnTo>
                  <a:pt x="283956" y="1038029"/>
                </a:lnTo>
                <a:lnTo>
                  <a:pt x="283407" y="1037366"/>
                </a:lnTo>
                <a:lnTo>
                  <a:pt x="282844" y="1036717"/>
                </a:lnTo>
                <a:lnTo>
                  <a:pt x="282266" y="1036084"/>
                </a:lnTo>
                <a:lnTo>
                  <a:pt x="281673" y="1035465"/>
                </a:lnTo>
                <a:lnTo>
                  <a:pt x="281066" y="1034860"/>
                </a:lnTo>
                <a:lnTo>
                  <a:pt x="280444" y="1034271"/>
                </a:lnTo>
                <a:lnTo>
                  <a:pt x="279808" y="1033696"/>
                </a:lnTo>
                <a:lnTo>
                  <a:pt x="279156" y="1033135"/>
                </a:lnTo>
                <a:lnTo>
                  <a:pt x="278490" y="1032590"/>
                </a:lnTo>
                <a:lnTo>
                  <a:pt x="277810" y="1032059"/>
                </a:lnTo>
                <a:lnTo>
                  <a:pt x="277114" y="1031542"/>
                </a:lnTo>
                <a:lnTo>
                  <a:pt x="276404" y="1031041"/>
                </a:lnTo>
                <a:lnTo>
                  <a:pt x="275680" y="1030554"/>
                </a:lnTo>
                <a:lnTo>
                  <a:pt x="274940" y="1030081"/>
                </a:lnTo>
                <a:lnTo>
                  <a:pt x="274187" y="1029626"/>
                </a:lnTo>
                <a:lnTo>
                  <a:pt x="273421" y="1029190"/>
                </a:lnTo>
                <a:lnTo>
                  <a:pt x="272642" y="1028774"/>
                </a:lnTo>
                <a:lnTo>
                  <a:pt x="271850" y="1028377"/>
                </a:lnTo>
                <a:lnTo>
                  <a:pt x="271045" y="1027999"/>
                </a:lnTo>
                <a:lnTo>
                  <a:pt x="270227" y="1027641"/>
                </a:lnTo>
                <a:lnTo>
                  <a:pt x="269397" y="1027302"/>
                </a:lnTo>
                <a:lnTo>
                  <a:pt x="268553" y="1026982"/>
                </a:lnTo>
                <a:lnTo>
                  <a:pt x="267697" y="1026682"/>
                </a:lnTo>
                <a:lnTo>
                  <a:pt x="266827" y="1026401"/>
                </a:lnTo>
                <a:lnTo>
                  <a:pt x="265945" y="1026139"/>
                </a:lnTo>
                <a:lnTo>
                  <a:pt x="265050" y="1025897"/>
                </a:lnTo>
                <a:lnTo>
                  <a:pt x="264142" y="1025674"/>
                </a:lnTo>
                <a:lnTo>
                  <a:pt x="263221" y="1025471"/>
                </a:lnTo>
                <a:lnTo>
                  <a:pt x="262287" y="1025287"/>
                </a:lnTo>
                <a:lnTo>
                  <a:pt x="261340" y="1025122"/>
                </a:lnTo>
                <a:lnTo>
                  <a:pt x="260380" y="1024977"/>
                </a:lnTo>
                <a:lnTo>
                  <a:pt x="259407" y="1024851"/>
                </a:lnTo>
                <a:lnTo>
                  <a:pt x="258421" y="1024745"/>
                </a:lnTo>
                <a:lnTo>
                  <a:pt x="257423" y="1024657"/>
                </a:lnTo>
                <a:lnTo>
                  <a:pt x="256411" y="1024590"/>
                </a:lnTo>
                <a:lnTo>
                  <a:pt x="255387" y="1024541"/>
                </a:lnTo>
                <a:lnTo>
                  <a:pt x="254350" y="1024512"/>
                </a:lnTo>
                <a:lnTo>
                  <a:pt x="253300" y="1024502"/>
                </a:lnTo>
                <a:lnTo>
                  <a:pt x="252277" y="1024512"/>
                </a:lnTo>
                <a:lnTo>
                  <a:pt x="251266" y="1024541"/>
                </a:lnTo>
                <a:lnTo>
                  <a:pt x="250267" y="1024590"/>
                </a:lnTo>
                <a:lnTo>
                  <a:pt x="249280" y="1024657"/>
                </a:lnTo>
                <a:lnTo>
                  <a:pt x="248304" y="1024745"/>
                </a:lnTo>
                <a:lnTo>
                  <a:pt x="247340" y="1024851"/>
                </a:lnTo>
                <a:lnTo>
                  <a:pt x="246388" y="1024977"/>
                </a:lnTo>
                <a:lnTo>
                  <a:pt x="245447" y="1025122"/>
                </a:lnTo>
                <a:lnTo>
                  <a:pt x="244519" y="1025287"/>
                </a:lnTo>
                <a:lnTo>
                  <a:pt x="243602" y="1025471"/>
                </a:lnTo>
                <a:lnTo>
                  <a:pt x="242696" y="1025674"/>
                </a:lnTo>
                <a:lnTo>
                  <a:pt x="241803" y="1025897"/>
                </a:lnTo>
                <a:lnTo>
                  <a:pt x="240921" y="1026139"/>
                </a:lnTo>
                <a:lnTo>
                  <a:pt x="240051" y="1026401"/>
                </a:lnTo>
                <a:lnTo>
                  <a:pt x="239193" y="1026682"/>
                </a:lnTo>
                <a:lnTo>
                  <a:pt x="238347" y="1026982"/>
                </a:lnTo>
                <a:lnTo>
                  <a:pt x="237512" y="1027302"/>
                </a:lnTo>
                <a:lnTo>
                  <a:pt x="236689" y="1027641"/>
                </a:lnTo>
                <a:lnTo>
                  <a:pt x="235877" y="1027999"/>
                </a:lnTo>
                <a:lnTo>
                  <a:pt x="235078" y="1028377"/>
                </a:lnTo>
                <a:lnTo>
                  <a:pt x="234290" y="1028774"/>
                </a:lnTo>
                <a:lnTo>
                  <a:pt x="233514" y="1029190"/>
                </a:lnTo>
                <a:lnTo>
                  <a:pt x="232750" y="1029626"/>
                </a:lnTo>
                <a:lnTo>
                  <a:pt x="231997" y="1030081"/>
                </a:lnTo>
                <a:lnTo>
                  <a:pt x="231258" y="1030540"/>
                </a:lnTo>
                <a:lnTo>
                  <a:pt x="230533" y="1031014"/>
                </a:lnTo>
                <a:lnTo>
                  <a:pt x="229823" y="1031503"/>
                </a:lnTo>
                <a:lnTo>
                  <a:pt x="229128" y="1032007"/>
                </a:lnTo>
                <a:lnTo>
                  <a:pt x="228447" y="1032526"/>
                </a:lnTo>
                <a:lnTo>
                  <a:pt x="227781" y="1033061"/>
                </a:lnTo>
                <a:lnTo>
                  <a:pt x="227130" y="1033611"/>
                </a:lnTo>
                <a:lnTo>
                  <a:pt x="226493" y="1034177"/>
                </a:lnTo>
                <a:lnTo>
                  <a:pt x="225871" y="1034757"/>
                </a:lnTo>
                <a:lnTo>
                  <a:pt x="225264" y="1035353"/>
                </a:lnTo>
                <a:lnTo>
                  <a:pt x="224671" y="1035964"/>
                </a:lnTo>
                <a:lnTo>
                  <a:pt x="224093" y="1036590"/>
                </a:lnTo>
                <a:lnTo>
                  <a:pt x="223530" y="1037232"/>
                </a:lnTo>
                <a:lnTo>
                  <a:pt x="222981" y="1037889"/>
                </a:lnTo>
                <a:lnTo>
                  <a:pt x="222447" y="1038561"/>
                </a:lnTo>
                <a:lnTo>
                  <a:pt x="221928" y="1039249"/>
                </a:lnTo>
                <a:lnTo>
                  <a:pt x="221424" y="1039951"/>
                </a:lnTo>
                <a:lnTo>
                  <a:pt x="220934" y="1040669"/>
                </a:lnTo>
                <a:lnTo>
                  <a:pt x="220459" y="1041402"/>
                </a:lnTo>
                <a:lnTo>
                  <a:pt x="219998" y="1042151"/>
                </a:lnTo>
                <a:lnTo>
                  <a:pt x="219552" y="1042915"/>
                </a:lnTo>
                <a:lnTo>
                  <a:pt x="219121" y="1043694"/>
                </a:lnTo>
                <a:lnTo>
                  <a:pt x="218705" y="1044488"/>
                </a:lnTo>
                <a:lnTo>
                  <a:pt x="218303" y="1045297"/>
                </a:lnTo>
                <a:lnTo>
                  <a:pt x="217916" y="1046120"/>
                </a:lnTo>
                <a:lnTo>
                  <a:pt x="217547" y="1046953"/>
                </a:lnTo>
                <a:lnTo>
                  <a:pt x="217193" y="1047796"/>
                </a:lnTo>
                <a:lnTo>
                  <a:pt x="216856" y="1048651"/>
                </a:lnTo>
                <a:lnTo>
                  <a:pt x="216536" y="1049515"/>
                </a:lnTo>
                <a:lnTo>
                  <a:pt x="216232" y="1050391"/>
                </a:lnTo>
                <a:lnTo>
                  <a:pt x="215944" y="1051276"/>
                </a:lnTo>
                <a:lnTo>
                  <a:pt x="215673" y="1052173"/>
                </a:lnTo>
                <a:lnTo>
                  <a:pt x="215418" y="1053080"/>
                </a:lnTo>
                <a:lnTo>
                  <a:pt x="215180" y="1053997"/>
                </a:lnTo>
                <a:lnTo>
                  <a:pt x="214958" y="1054925"/>
                </a:lnTo>
                <a:lnTo>
                  <a:pt x="214752" y="1055864"/>
                </a:lnTo>
                <a:lnTo>
                  <a:pt x="214563" y="1056813"/>
                </a:lnTo>
                <a:lnTo>
                  <a:pt x="214391" y="1057773"/>
                </a:lnTo>
                <a:lnTo>
                  <a:pt x="214234" y="1058744"/>
                </a:lnTo>
                <a:lnTo>
                  <a:pt x="214095" y="1059725"/>
                </a:lnTo>
                <a:lnTo>
                  <a:pt x="213971" y="1060716"/>
                </a:lnTo>
                <a:lnTo>
                  <a:pt x="213865" y="1061718"/>
                </a:lnTo>
                <a:lnTo>
                  <a:pt x="213774" y="1062731"/>
                </a:lnTo>
                <a:lnTo>
                  <a:pt x="213700" y="1063754"/>
                </a:lnTo>
                <a:lnTo>
                  <a:pt x="213643" y="1064788"/>
                </a:lnTo>
                <a:lnTo>
                  <a:pt x="213602" y="1065832"/>
                </a:lnTo>
                <a:lnTo>
                  <a:pt x="213577" y="1066887"/>
                </a:lnTo>
                <a:lnTo>
                  <a:pt x="213569" y="1067953"/>
                </a:lnTo>
                <a:lnTo>
                  <a:pt x="213569" y="1070827"/>
                </a:lnTo>
                <a:lnTo>
                  <a:pt x="213577" y="1071865"/>
                </a:lnTo>
                <a:lnTo>
                  <a:pt x="213602" y="1072894"/>
                </a:lnTo>
                <a:lnTo>
                  <a:pt x="213643" y="1073915"/>
                </a:lnTo>
                <a:lnTo>
                  <a:pt x="213700" y="1074927"/>
                </a:lnTo>
                <a:lnTo>
                  <a:pt x="213774" y="1075929"/>
                </a:lnTo>
                <a:lnTo>
                  <a:pt x="213865" y="1076924"/>
                </a:lnTo>
                <a:lnTo>
                  <a:pt x="213971" y="1077909"/>
                </a:lnTo>
                <a:lnTo>
                  <a:pt x="214095" y="1078885"/>
                </a:lnTo>
                <a:lnTo>
                  <a:pt x="214234" y="1079853"/>
                </a:lnTo>
                <a:lnTo>
                  <a:pt x="214391" y="1080812"/>
                </a:lnTo>
                <a:lnTo>
                  <a:pt x="214563" y="1081762"/>
                </a:lnTo>
                <a:lnTo>
                  <a:pt x="214752" y="1082704"/>
                </a:lnTo>
                <a:lnTo>
                  <a:pt x="214958" y="1083636"/>
                </a:lnTo>
                <a:lnTo>
                  <a:pt x="215180" y="1084560"/>
                </a:lnTo>
                <a:lnTo>
                  <a:pt x="215418" y="1085475"/>
                </a:lnTo>
                <a:lnTo>
                  <a:pt x="215673" y="1086381"/>
                </a:lnTo>
                <a:lnTo>
                  <a:pt x="215944" y="1087278"/>
                </a:lnTo>
                <a:lnTo>
                  <a:pt x="216232" y="1088166"/>
                </a:lnTo>
                <a:lnTo>
                  <a:pt x="216536" y="1089046"/>
                </a:lnTo>
                <a:lnTo>
                  <a:pt x="216856" y="1089917"/>
                </a:lnTo>
                <a:lnTo>
                  <a:pt x="217193" y="1090779"/>
                </a:lnTo>
                <a:lnTo>
                  <a:pt x="217547" y="1091632"/>
                </a:lnTo>
                <a:lnTo>
                  <a:pt x="217916" y="1092477"/>
                </a:lnTo>
                <a:lnTo>
                  <a:pt x="218303" y="1093312"/>
                </a:lnTo>
                <a:lnTo>
                  <a:pt x="218705" y="1094122"/>
                </a:lnTo>
                <a:lnTo>
                  <a:pt x="219121" y="1094917"/>
                </a:lnTo>
                <a:lnTo>
                  <a:pt x="219552" y="1095698"/>
                </a:lnTo>
                <a:lnTo>
                  <a:pt x="219998" y="1096464"/>
                </a:lnTo>
                <a:lnTo>
                  <a:pt x="220459" y="1097215"/>
                </a:lnTo>
                <a:lnTo>
                  <a:pt x="220934" y="1097951"/>
                </a:lnTo>
                <a:lnTo>
                  <a:pt x="221424" y="1098673"/>
                </a:lnTo>
                <a:lnTo>
                  <a:pt x="221928" y="1099380"/>
                </a:lnTo>
                <a:lnTo>
                  <a:pt x="222447" y="1100073"/>
                </a:lnTo>
                <a:lnTo>
                  <a:pt x="222981" y="1100750"/>
                </a:lnTo>
                <a:lnTo>
                  <a:pt x="223530" y="1101413"/>
                </a:lnTo>
                <a:lnTo>
                  <a:pt x="224093" y="1102062"/>
                </a:lnTo>
                <a:lnTo>
                  <a:pt x="224671" y="1102695"/>
                </a:lnTo>
                <a:lnTo>
                  <a:pt x="225264" y="1103315"/>
                </a:lnTo>
                <a:lnTo>
                  <a:pt x="225871" y="1103919"/>
                </a:lnTo>
                <a:lnTo>
                  <a:pt x="226493" y="1104509"/>
                </a:lnTo>
                <a:lnTo>
                  <a:pt x="227130" y="1105084"/>
                </a:lnTo>
                <a:lnTo>
                  <a:pt x="227781" y="1105644"/>
                </a:lnTo>
                <a:lnTo>
                  <a:pt x="228447" y="1106190"/>
                </a:lnTo>
                <a:lnTo>
                  <a:pt x="229128" y="1106720"/>
                </a:lnTo>
                <a:lnTo>
                  <a:pt x="229823" y="1107237"/>
                </a:lnTo>
                <a:lnTo>
                  <a:pt x="230533" y="1107738"/>
                </a:lnTo>
                <a:lnTo>
                  <a:pt x="231258" y="1108225"/>
                </a:lnTo>
                <a:lnTo>
                  <a:pt x="231997" y="1108697"/>
                </a:lnTo>
                <a:lnTo>
                  <a:pt x="232750" y="1109153"/>
                </a:lnTo>
                <a:lnTo>
                  <a:pt x="233515" y="1109589"/>
                </a:lnTo>
                <a:lnTo>
                  <a:pt x="234293" y="1110005"/>
                </a:lnTo>
                <a:lnTo>
                  <a:pt x="235083" y="1110402"/>
                </a:lnTo>
                <a:lnTo>
                  <a:pt x="235885" y="1110780"/>
                </a:lnTo>
                <a:lnTo>
                  <a:pt x="236699" y="1111139"/>
                </a:lnTo>
                <a:lnTo>
                  <a:pt x="237526" y="1111478"/>
                </a:lnTo>
                <a:lnTo>
                  <a:pt x="238365" y="1111797"/>
                </a:lnTo>
                <a:lnTo>
                  <a:pt x="239217" y="1112098"/>
                </a:lnTo>
                <a:lnTo>
                  <a:pt x="240081" y="1112378"/>
                </a:lnTo>
                <a:lnTo>
                  <a:pt x="240957" y="1112640"/>
                </a:lnTo>
                <a:lnTo>
                  <a:pt x="241845" y="1112882"/>
                </a:lnTo>
                <a:lnTo>
                  <a:pt x="242746" y="1113105"/>
                </a:lnTo>
                <a:lnTo>
                  <a:pt x="243659" y="1113308"/>
                </a:lnTo>
                <a:lnTo>
                  <a:pt x="244585" y="1113492"/>
                </a:lnTo>
                <a:lnTo>
                  <a:pt x="245522" y="1113657"/>
                </a:lnTo>
                <a:lnTo>
                  <a:pt x="246473" y="1113802"/>
                </a:lnTo>
                <a:lnTo>
                  <a:pt x="247435" y="1113928"/>
                </a:lnTo>
                <a:lnTo>
                  <a:pt x="248410" y="1114035"/>
                </a:lnTo>
                <a:lnTo>
                  <a:pt x="249397" y="1114122"/>
                </a:lnTo>
                <a:lnTo>
                  <a:pt x="250396" y="1114190"/>
                </a:lnTo>
                <a:lnTo>
                  <a:pt x="251408" y="1114238"/>
                </a:lnTo>
                <a:lnTo>
                  <a:pt x="252432" y="1114267"/>
                </a:lnTo>
                <a:lnTo>
                  <a:pt x="253469" y="1114277"/>
                </a:lnTo>
                <a:lnTo>
                  <a:pt x="254505" y="1114268"/>
                </a:lnTo>
                <a:lnTo>
                  <a:pt x="255529" y="1114239"/>
                </a:lnTo>
                <a:lnTo>
                  <a:pt x="256541" y="1114193"/>
                </a:lnTo>
                <a:lnTo>
                  <a:pt x="257540" y="1114127"/>
                </a:lnTo>
                <a:lnTo>
                  <a:pt x="258527" y="1114042"/>
                </a:lnTo>
                <a:lnTo>
                  <a:pt x="259502" y="1113939"/>
                </a:lnTo>
                <a:lnTo>
                  <a:pt x="260465" y="1113817"/>
                </a:lnTo>
                <a:close/>
                <a:moveTo>
                  <a:pt x="248120" y="1101669"/>
                </a:moveTo>
                <a:lnTo>
                  <a:pt x="247401" y="1101484"/>
                </a:lnTo>
                <a:lnTo>
                  <a:pt x="246693" y="1101275"/>
                </a:lnTo>
                <a:lnTo>
                  <a:pt x="245996" y="1101040"/>
                </a:lnTo>
                <a:lnTo>
                  <a:pt x="245310" y="1100782"/>
                </a:lnTo>
                <a:lnTo>
                  <a:pt x="244635" y="1100498"/>
                </a:lnTo>
                <a:lnTo>
                  <a:pt x="243971" y="1100190"/>
                </a:lnTo>
                <a:lnTo>
                  <a:pt x="243319" y="1099857"/>
                </a:lnTo>
                <a:lnTo>
                  <a:pt x="242677" y="1099499"/>
                </a:lnTo>
                <a:lnTo>
                  <a:pt x="242047" y="1099117"/>
                </a:lnTo>
                <a:lnTo>
                  <a:pt x="241428" y="1098710"/>
                </a:lnTo>
                <a:lnTo>
                  <a:pt x="240820" y="1098279"/>
                </a:lnTo>
                <a:lnTo>
                  <a:pt x="240224" y="1097823"/>
                </a:lnTo>
                <a:lnTo>
                  <a:pt x="239638" y="1097342"/>
                </a:lnTo>
                <a:lnTo>
                  <a:pt x="239064" y="1096837"/>
                </a:lnTo>
                <a:lnTo>
                  <a:pt x="238500" y="1096306"/>
                </a:lnTo>
                <a:lnTo>
                  <a:pt x="237948" y="1095752"/>
                </a:lnTo>
                <a:lnTo>
                  <a:pt x="237407" y="1095172"/>
                </a:lnTo>
                <a:lnTo>
                  <a:pt x="236897" y="1094557"/>
                </a:lnTo>
                <a:lnTo>
                  <a:pt x="236408" y="1093922"/>
                </a:lnTo>
                <a:lnTo>
                  <a:pt x="235941" y="1093268"/>
                </a:lnTo>
                <a:lnTo>
                  <a:pt x="235496" y="1092594"/>
                </a:lnTo>
                <a:lnTo>
                  <a:pt x="235072" y="1091901"/>
                </a:lnTo>
                <a:lnTo>
                  <a:pt x="234670" y="1091189"/>
                </a:lnTo>
                <a:lnTo>
                  <a:pt x="234290" y="1090457"/>
                </a:lnTo>
                <a:lnTo>
                  <a:pt x="233932" y="1089706"/>
                </a:lnTo>
                <a:lnTo>
                  <a:pt x="233595" y="1088935"/>
                </a:lnTo>
                <a:lnTo>
                  <a:pt x="233280" y="1088145"/>
                </a:lnTo>
                <a:lnTo>
                  <a:pt x="232987" y="1087336"/>
                </a:lnTo>
                <a:lnTo>
                  <a:pt x="232716" y="1086508"/>
                </a:lnTo>
                <a:lnTo>
                  <a:pt x="232466" y="1085660"/>
                </a:lnTo>
                <a:lnTo>
                  <a:pt x="232238" y="1084792"/>
                </a:lnTo>
                <a:lnTo>
                  <a:pt x="232031" y="1083905"/>
                </a:lnTo>
                <a:lnTo>
                  <a:pt x="231847" y="1082999"/>
                </a:lnTo>
                <a:lnTo>
                  <a:pt x="231684" y="1082074"/>
                </a:lnTo>
                <a:lnTo>
                  <a:pt x="231543" y="1081129"/>
                </a:lnTo>
                <a:lnTo>
                  <a:pt x="231423" y="1080165"/>
                </a:lnTo>
                <a:lnTo>
                  <a:pt x="231326" y="1079181"/>
                </a:lnTo>
                <a:lnTo>
                  <a:pt x="231250" y="1078178"/>
                </a:lnTo>
                <a:lnTo>
                  <a:pt x="231195" y="1077156"/>
                </a:lnTo>
                <a:lnTo>
                  <a:pt x="231163" y="1076114"/>
                </a:lnTo>
                <a:lnTo>
                  <a:pt x="231152" y="1075053"/>
                </a:lnTo>
                <a:lnTo>
                  <a:pt x="231152" y="1063726"/>
                </a:lnTo>
                <a:lnTo>
                  <a:pt x="231163" y="1062665"/>
                </a:lnTo>
                <a:lnTo>
                  <a:pt x="231195" y="1061624"/>
                </a:lnTo>
                <a:lnTo>
                  <a:pt x="231250" y="1060603"/>
                </a:lnTo>
                <a:lnTo>
                  <a:pt x="231326" y="1059603"/>
                </a:lnTo>
                <a:lnTo>
                  <a:pt x="231423" y="1058622"/>
                </a:lnTo>
                <a:lnTo>
                  <a:pt x="231543" y="1057661"/>
                </a:lnTo>
                <a:lnTo>
                  <a:pt x="231684" y="1056720"/>
                </a:lnTo>
                <a:lnTo>
                  <a:pt x="231847" y="1055798"/>
                </a:lnTo>
                <a:lnTo>
                  <a:pt x="232031" y="1054897"/>
                </a:lnTo>
                <a:lnTo>
                  <a:pt x="232238" y="1054016"/>
                </a:lnTo>
                <a:lnTo>
                  <a:pt x="232466" y="1053155"/>
                </a:lnTo>
                <a:lnTo>
                  <a:pt x="232716" y="1052314"/>
                </a:lnTo>
                <a:lnTo>
                  <a:pt x="232987" y="1051493"/>
                </a:lnTo>
                <a:lnTo>
                  <a:pt x="233280" y="1050691"/>
                </a:lnTo>
                <a:lnTo>
                  <a:pt x="233595" y="1049910"/>
                </a:lnTo>
                <a:lnTo>
                  <a:pt x="233932" y="1049149"/>
                </a:lnTo>
                <a:lnTo>
                  <a:pt x="234290" y="1048407"/>
                </a:lnTo>
                <a:lnTo>
                  <a:pt x="234670" y="1047686"/>
                </a:lnTo>
                <a:lnTo>
                  <a:pt x="235072" y="1046984"/>
                </a:lnTo>
                <a:lnTo>
                  <a:pt x="235496" y="1046303"/>
                </a:lnTo>
                <a:lnTo>
                  <a:pt x="235941" y="1045641"/>
                </a:lnTo>
                <a:lnTo>
                  <a:pt x="236408" y="1044999"/>
                </a:lnTo>
                <a:lnTo>
                  <a:pt x="236897" y="1044378"/>
                </a:lnTo>
                <a:lnTo>
                  <a:pt x="237407" y="1043776"/>
                </a:lnTo>
                <a:lnTo>
                  <a:pt x="237948" y="1043183"/>
                </a:lnTo>
                <a:lnTo>
                  <a:pt x="238500" y="1042615"/>
                </a:lnTo>
                <a:lnTo>
                  <a:pt x="239064" y="1042072"/>
                </a:lnTo>
                <a:lnTo>
                  <a:pt x="239638" y="1041554"/>
                </a:lnTo>
                <a:lnTo>
                  <a:pt x="240224" y="1041062"/>
                </a:lnTo>
                <a:lnTo>
                  <a:pt x="240820" y="1040595"/>
                </a:lnTo>
                <a:lnTo>
                  <a:pt x="241428" y="1040154"/>
                </a:lnTo>
                <a:lnTo>
                  <a:pt x="242047" y="1039737"/>
                </a:lnTo>
                <a:lnTo>
                  <a:pt x="242677" y="1039346"/>
                </a:lnTo>
                <a:lnTo>
                  <a:pt x="243319" y="1038980"/>
                </a:lnTo>
                <a:lnTo>
                  <a:pt x="243971" y="1038639"/>
                </a:lnTo>
                <a:lnTo>
                  <a:pt x="244635" y="1038324"/>
                </a:lnTo>
                <a:lnTo>
                  <a:pt x="245310" y="1038033"/>
                </a:lnTo>
                <a:lnTo>
                  <a:pt x="245996" y="1037768"/>
                </a:lnTo>
                <a:lnTo>
                  <a:pt x="246693" y="1037528"/>
                </a:lnTo>
                <a:lnTo>
                  <a:pt x="247401" y="1037314"/>
                </a:lnTo>
                <a:lnTo>
                  <a:pt x="248120" y="1037125"/>
                </a:lnTo>
                <a:lnTo>
                  <a:pt x="248851" y="1036960"/>
                </a:lnTo>
                <a:lnTo>
                  <a:pt x="249593" y="1036822"/>
                </a:lnTo>
                <a:lnTo>
                  <a:pt x="250346" y="1036708"/>
                </a:lnTo>
                <a:lnTo>
                  <a:pt x="251110" y="1036620"/>
                </a:lnTo>
                <a:lnTo>
                  <a:pt x="251885" y="1036557"/>
                </a:lnTo>
                <a:lnTo>
                  <a:pt x="252671" y="1036519"/>
                </a:lnTo>
                <a:lnTo>
                  <a:pt x="253469" y="1036506"/>
                </a:lnTo>
                <a:lnTo>
                  <a:pt x="254280" y="1036519"/>
                </a:lnTo>
                <a:lnTo>
                  <a:pt x="255078" y="1036557"/>
                </a:lnTo>
                <a:lnTo>
                  <a:pt x="255865" y="1036620"/>
                </a:lnTo>
                <a:lnTo>
                  <a:pt x="256639" y="1036708"/>
                </a:lnTo>
                <a:lnTo>
                  <a:pt x="257400" y="1036822"/>
                </a:lnTo>
                <a:lnTo>
                  <a:pt x="258150" y="1036960"/>
                </a:lnTo>
                <a:lnTo>
                  <a:pt x="258887" y="1037125"/>
                </a:lnTo>
                <a:lnTo>
                  <a:pt x="259611" y="1037314"/>
                </a:lnTo>
                <a:lnTo>
                  <a:pt x="260324" y="1037528"/>
                </a:lnTo>
                <a:lnTo>
                  <a:pt x="261024" y="1037768"/>
                </a:lnTo>
                <a:lnTo>
                  <a:pt x="261712" y="1038033"/>
                </a:lnTo>
                <a:lnTo>
                  <a:pt x="262387" y="1038324"/>
                </a:lnTo>
                <a:lnTo>
                  <a:pt x="263050" y="1038639"/>
                </a:lnTo>
                <a:lnTo>
                  <a:pt x="263701" y="1038980"/>
                </a:lnTo>
                <a:lnTo>
                  <a:pt x="264339" y="1039346"/>
                </a:lnTo>
                <a:lnTo>
                  <a:pt x="264965" y="1039737"/>
                </a:lnTo>
                <a:lnTo>
                  <a:pt x="265579" y="1040154"/>
                </a:lnTo>
                <a:lnTo>
                  <a:pt x="266180" y="1040595"/>
                </a:lnTo>
                <a:lnTo>
                  <a:pt x="266769" y="1041062"/>
                </a:lnTo>
                <a:lnTo>
                  <a:pt x="267346" y="1041554"/>
                </a:lnTo>
                <a:lnTo>
                  <a:pt x="267911" y="1042072"/>
                </a:lnTo>
                <a:lnTo>
                  <a:pt x="268463" y="1042615"/>
                </a:lnTo>
                <a:lnTo>
                  <a:pt x="269003" y="1043183"/>
                </a:lnTo>
                <a:lnTo>
                  <a:pt x="269530" y="1043776"/>
                </a:lnTo>
                <a:lnTo>
                  <a:pt x="270040" y="1044378"/>
                </a:lnTo>
                <a:lnTo>
                  <a:pt x="270529" y="1044999"/>
                </a:lnTo>
                <a:lnTo>
                  <a:pt x="270996" y="1045641"/>
                </a:lnTo>
                <a:lnTo>
                  <a:pt x="271441" y="1046303"/>
                </a:lnTo>
                <a:lnTo>
                  <a:pt x="271865" y="1046984"/>
                </a:lnTo>
                <a:lnTo>
                  <a:pt x="272267" y="1047686"/>
                </a:lnTo>
                <a:lnTo>
                  <a:pt x="272647" y="1048407"/>
                </a:lnTo>
                <a:lnTo>
                  <a:pt x="273005" y="1049149"/>
                </a:lnTo>
                <a:lnTo>
                  <a:pt x="273342" y="1049910"/>
                </a:lnTo>
                <a:lnTo>
                  <a:pt x="273657" y="1050691"/>
                </a:lnTo>
                <a:lnTo>
                  <a:pt x="273950" y="1051493"/>
                </a:lnTo>
                <a:lnTo>
                  <a:pt x="274222" y="1052314"/>
                </a:lnTo>
                <a:lnTo>
                  <a:pt x="274471" y="1053155"/>
                </a:lnTo>
                <a:lnTo>
                  <a:pt x="274699" y="1054016"/>
                </a:lnTo>
                <a:lnTo>
                  <a:pt x="274906" y="1054897"/>
                </a:lnTo>
                <a:lnTo>
                  <a:pt x="275090" y="1055798"/>
                </a:lnTo>
                <a:lnTo>
                  <a:pt x="275253" y="1056720"/>
                </a:lnTo>
                <a:lnTo>
                  <a:pt x="275395" y="1057661"/>
                </a:lnTo>
                <a:lnTo>
                  <a:pt x="275514" y="1058622"/>
                </a:lnTo>
                <a:lnTo>
                  <a:pt x="275612" y="1059603"/>
                </a:lnTo>
                <a:lnTo>
                  <a:pt x="275688" y="1060603"/>
                </a:lnTo>
                <a:lnTo>
                  <a:pt x="275742" y="1061624"/>
                </a:lnTo>
                <a:lnTo>
                  <a:pt x="275775" y="1062665"/>
                </a:lnTo>
                <a:lnTo>
                  <a:pt x="275785" y="1063726"/>
                </a:lnTo>
                <a:lnTo>
                  <a:pt x="275785" y="1075053"/>
                </a:lnTo>
                <a:lnTo>
                  <a:pt x="275775" y="1076114"/>
                </a:lnTo>
                <a:lnTo>
                  <a:pt x="275742" y="1077156"/>
                </a:lnTo>
                <a:lnTo>
                  <a:pt x="275688" y="1078178"/>
                </a:lnTo>
                <a:lnTo>
                  <a:pt x="275612" y="1079181"/>
                </a:lnTo>
                <a:lnTo>
                  <a:pt x="275514" y="1080165"/>
                </a:lnTo>
                <a:lnTo>
                  <a:pt x="275395" y="1081129"/>
                </a:lnTo>
                <a:lnTo>
                  <a:pt x="275253" y="1082074"/>
                </a:lnTo>
                <a:lnTo>
                  <a:pt x="275090" y="1082999"/>
                </a:lnTo>
                <a:lnTo>
                  <a:pt x="274906" y="1083905"/>
                </a:lnTo>
                <a:lnTo>
                  <a:pt x="274699" y="1084792"/>
                </a:lnTo>
                <a:lnTo>
                  <a:pt x="274471" y="1085660"/>
                </a:lnTo>
                <a:lnTo>
                  <a:pt x="274222" y="1086508"/>
                </a:lnTo>
                <a:lnTo>
                  <a:pt x="273950" y="1087336"/>
                </a:lnTo>
                <a:lnTo>
                  <a:pt x="273657" y="1088145"/>
                </a:lnTo>
                <a:lnTo>
                  <a:pt x="273342" y="1088935"/>
                </a:lnTo>
                <a:lnTo>
                  <a:pt x="273005" y="1089706"/>
                </a:lnTo>
                <a:lnTo>
                  <a:pt x="272647" y="1090457"/>
                </a:lnTo>
                <a:lnTo>
                  <a:pt x="272267" y="1091189"/>
                </a:lnTo>
                <a:lnTo>
                  <a:pt x="271865" y="1091901"/>
                </a:lnTo>
                <a:lnTo>
                  <a:pt x="271441" y="1092594"/>
                </a:lnTo>
                <a:lnTo>
                  <a:pt x="270996" y="1093268"/>
                </a:lnTo>
                <a:lnTo>
                  <a:pt x="270529" y="1093922"/>
                </a:lnTo>
                <a:lnTo>
                  <a:pt x="270040" y="1094557"/>
                </a:lnTo>
                <a:lnTo>
                  <a:pt x="269530" y="1095172"/>
                </a:lnTo>
                <a:lnTo>
                  <a:pt x="269003" y="1095752"/>
                </a:lnTo>
                <a:lnTo>
                  <a:pt x="268463" y="1096306"/>
                </a:lnTo>
                <a:lnTo>
                  <a:pt x="267911" y="1096837"/>
                </a:lnTo>
                <a:lnTo>
                  <a:pt x="267346" y="1097342"/>
                </a:lnTo>
                <a:lnTo>
                  <a:pt x="266769" y="1097823"/>
                </a:lnTo>
                <a:lnTo>
                  <a:pt x="266180" y="1098279"/>
                </a:lnTo>
                <a:lnTo>
                  <a:pt x="265579" y="1098710"/>
                </a:lnTo>
                <a:lnTo>
                  <a:pt x="264965" y="1099117"/>
                </a:lnTo>
                <a:lnTo>
                  <a:pt x="264339" y="1099499"/>
                </a:lnTo>
                <a:lnTo>
                  <a:pt x="263701" y="1099857"/>
                </a:lnTo>
                <a:lnTo>
                  <a:pt x="263050" y="1100190"/>
                </a:lnTo>
                <a:lnTo>
                  <a:pt x="262387" y="1100498"/>
                </a:lnTo>
                <a:lnTo>
                  <a:pt x="261712" y="1100782"/>
                </a:lnTo>
                <a:lnTo>
                  <a:pt x="261024" y="1101040"/>
                </a:lnTo>
                <a:lnTo>
                  <a:pt x="260324" y="1101275"/>
                </a:lnTo>
                <a:lnTo>
                  <a:pt x="259611" y="1101484"/>
                </a:lnTo>
                <a:lnTo>
                  <a:pt x="258887" y="1101669"/>
                </a:lnTo>
                <a:lnTo>
                  <a:pt x="258150" y="1101829"/>
                </a:lnTo>
                <a:lnTo>
                  <a:pt x="257400" y="1101965"/>
                </a:lnTo>
                <a:lnTo>
                  <a:pt x="256639" y="1102076"/>
                </a:lnTo>
                <a:lnTo>
                  <a:pt x="255865" y="1102162"/>
                </a:lnTo>
                <a:lnTo>
                  <a:pt x="255078" y="1102224"/>
                </a:lnTo>
                <a:lnTo>
                  <a:pt x="254280" y="1102261"/>
                </a:lnTo>
                <a:lnTo>
                  <a:pt x="253469" y="1102273"/>
                </a:lnTo>
                <a:lnTo>
                  <a:pt x="252671" y="1102261"/>
                </a:lnTo>
                <a:lnTo>
                  <a:pt x="251885" y="1102224"/>
                </a:lnTo>
                <a:lnTo>
                  <a:pt x="251110" y="1102162"/>
                </a:lnTo>
                <a:lnTo>
                  <a:pt x="250346" y="1102076"/>
                </a:lnTo>
                <a:lnTo>
                  <a:pt x="249593" y="1101965"/>
                </a:lnTo>
                <a:lnTo>
                  <a:pt x="248851" y="1101829"/>
                </a:lnTo>
                <a:lnTo>
                  <a:pt x="248120" y="1101669"/>
                </a:lnTo>
                <a:close/>
                <a:moveTo>
                  <a:pt x="157441" y="1114023"/>
                </a:moveTo>
                <a:lnTo>
                  <a:pt x="158247" y="1113932"/>
                </a:lnTo>
                <a:lnTo>
                  <a:pt x="159045" y="1113826"/>
                </a:lnTo>
                <a:lnTo>
                  <a:pt x="159834" y="1113706"/>
                </a:lnTo>
                <a:lnTo>
                  <a:pt x="160616" y="1113573"/>
                </a:lnTo>
                <a:lnTo>
                  <a:pt x="161389" y="1113425"/>
                </a:lnTo>
                <a:lnTo>
                  <a:pt x="162154" y="1113263"/>
                </a:lnTo>
                <a:lnTo>
                  <a:pt x="162911" y="1113086"/>
                </a:lnTo>
                <a:lnTo>
                  <a:pt x="163659" y="1112896"/>
                </a:lnTo>
                <a:lnTo>
                  <a:pt x="164399" y="1112692"/>
                </a:lnTo>
                <a:lnTo>
                  <a:pt x="165131" y="1112474"/>
                </a:lnTo>
                <a:lnTo>
                  <a:pt x="165855" y="1112241"/>
                </a:lnTo>
                <a:lnTo>
                  <a:pt x="166571" y="1111995"/>
                </a:lnTo>
                <a:lnTo>
                  <a:pt x="167278" y="1111734"/>
                </a:lnTo>
                <a:lnTo>
                  <a:pt x="167977" y="1111459"/>
                </a:lnTo>
                <a:lnTo>
                  <a:pt x="168668" y="1111170"/>
                </a:lnTo>
                <a:lnTo>
                  <a:pt x="169351" y="1110867"/>
                </a:lnTo>
                <a:lnTo>
                  <a:pt x="170025" y="1110551"/>
                </a:lnTo>
                <a:lnTo>
                  <a:pt x="170692" y="1110219"/>
                </a:lnTo>
                <a:lnTo>
                  <a:pt x="171362" y="1109861"/>
                </a:lnTo>
                <a:lnTo>
                  <a:pt x="172020" y="1109489"/>
                </a:lnTo>
                <a:lnTo>
                  <a:pt x="172665" y="1109105"/>
                </a:lnTo>
                <a:lnTo>
                  <a:pt x="173298" y="1108707"/>
                </a:lnTo>
                <a:lnTo>
                  <a:pt x="173919" y="1108297"/>
                </a:lnTo>
                <a:lnTo>
                  <a:pt x="174527" y="1107873"/>
                </a:lnTo>
                <a:lnTo>
                  <a:pt x="175124" y="1107437"/>
                </a:lnTo>
                <a:lnTo>
                  <a:pt x="175707" y="1106988"/>
                </a:lnTo>
                <a:lnTo>
                  <a:pt x="176279" y="1106526"/>
                </a:lnTo>
                <a:lnTo>
                  <a:pt x="176838" y="1106051"/>
                </a:lnTo>
                <a:lnTo>
                  <a:pt x="177385" y="1105563"/>
                </a:lnTo>
                <a:lnTo>
                  <a:pt x="177919" y="1105063"/>
                </a:lnTo>
                <a:lnTo>
                  <a:pt x="178442" y="1104549"/>
                </a:lnTo>
                <a:lnTo>
                  <a:pt x="178951" y="1104022"/>
                </a:lnTo>
                <a:lnTo>
                  <a:pt x="179449" y="1103483"/>
                </a:lnTo>
                <a:lnTo>
                  <a:pt x="179934" y="1102931"/>
                </a:lnTo>
                <a:lnTo>
                  <a:pt x="180407" y="1102365"/>
                </a:lnTo>
                <a:lnTo>
                  <a:pt x="180868" y="1101787"/>
                </a:lnTo>
                <a:lnTo>
                  <a:pt x="181316" y="1101196"/>
                </a:lnTo>
                <a:lnTo>
                  <a:pt x="181752" y="1100592"/>
                </a:lnTo>
                <a:lnTo>
                  <a:pt x="182175" y="1099975"/>
                </a:lnTo>
                <a:lnTo>
                  <a:pt x="182586" y="1099345"/>
                </a:lnTo>
                <a:lnTo>
                  <a:pt x="182985" y="1098702"/>
                </a:lnTo>
                <a:lnTo>
                  <a:pt x="183372" y="1098046"/>
                </a:lnTo>
                <a:lnTo>
                  <a:pt x="183758" y="1097378"/>
                </a:lnTo>
                <a:lnTo>
                  <a:pt x="184128" y="1096699"/>
                </a:lnTo>
                <a:lnTo>
                  <a:pt x="184481" y="1096007"/>
                </a:lnTo>
                <a:lnTo>
                  <a:pt x="184818" y="1095304"/>
                </a:lnTo>
                <a:lnTo>
                  <a:pt x="185139" y="1094589"/>
                </a:lnTo>
                <a:lnTo>
                  <a:pt x="185443" y="1093862"/>
                </a:lnTo>
                <a:lnTo>
                  <a:pt x="185731" y="1093124"/>
                </a:lnTo>
                <a:lnTo>
                  <a:pt x="186002" y="1092373"/>
                </a:lnTo>
                <a:lnTo>
                  <a:pt x="186257" y="1091611"/>
                </a:lnTo>
                <a:lnTo>
                  <a:pt x="186495" y="1090838"/>
                </a:lnTo>
                <a:lnTo>
                  <a:pt x="186717" y="1090052"/>
                </a:lnTo>
                <a:lnTo>
                  <a:pt x="186922" y="1089255"/>
                </a:lnTo>
                <a:lnTo>
                  <a:pt x="187111" y="1088446"/>
                </a:lnTo>
                <a:lnTo>
                  <a:pt x="187284" y="1087625"/>
                </a:lnTo>
                <a:lnTo>
                  <a:pt x="187440" y="1086793"/>
                </a:lnTo>
                <a:lnTo>
                  <a:pt x="187580" y="1085949"/>
                </a:lnTo>
                <a:lnTo>
                  <a:pt x="187703" y="1085093"/>
                </a:lnTo>
                <a:lnTo>
                  <a:pt x="187810" y="1084225"/>
                </a:lnTo>
                <a:lnTo>
                  <a:pt x="187900" y="1083346"/>
                </a:lnTo>
                <a:lnTo>
                  <a:pt x="187974" y="1082455"/>
                </a:lnTo>
                <a:lnTo>
                  <a:pt x="188032" y="1081552"/>
                </a:lnTo>
                <a:lnTo>
                  <a:pt x="188073" y="1080637"/>
                </a:lnTo>
                <a:lnTo>
                  <a:pt x="188097" y="1079711"/>
                </a:lnTo>
                <a:lnTo>
                  <a:pt x="188106" y="1078773"/>
                </a:lnTo>
                <a:lnTo>
                  <a:pt x="173059" y="1078773"/>
                </a:lnTo>
                <a:lnTo>
                  <a:pt x="173054" y="1079458"/>
                </a:lnTo>
                <a:lnTo>
                  <a:pt x="173040" y="1080133"/>
                </a:lnTo>
                <a:lnTo>
                  <a:pt x="173016" y="1080796"/>
                </a:lnTo>
                <a:lnTo>
                  <a:pt x="172984" y="1081450"/>
                </a:lnTo>
                <a:lnTo>
                  <a:pt x="172941" y="1082093"/>
                </a:lnTo>
                <a:lnTo>
                  <a:pt x="172890" y="1082725"/>
                </a:lnTo>
                <a:lnTo>
                  <a:pt x="172829" y="1083346"/>
                </a:lnTo>
                <a:lnTo>
                  <a:pt x="172758" y="1083958"/>
                </a:lnTo>
                <a:lnTo>
                  <a:pt x="172678" y="1084558"/>
                </a:lnTo>
                <a:lnTo>
                  <a:pt x="172589" y="1085148"/>
                </a:lnTo>
                <a:lnTo>
                  <a:pt x="172490" y="1085727"/>
                </a:lnTo>
                <a:lnTo>
                  <a:pt x="172382" y="1086296"/>
                </a:lnTo>
                <a:lnTo>
                  <a:pt x="172265" y="1086855"/>
                </a:lnTo>
                <a:lnTo>
                  <a:pt x="172138" y="1087402"/>
                </a:lnTo>
                <a:lnTo>
                  <a:pt x="172002" y="1087939"/>
                </a:lnTo>
                <a:lnTo>
                  <a:pt x="171856" y="1088466"/>
                </a:lnTo>
                <a:lnTo>
                  <a:pt x="171701" y="1088982"/>
                </a:lnTo>
                <a:lnTo>
                  <a:pt x="171537" y="1089487"/>
                </a:lnTo>
                <a:lnTo>
                  <a:pt x="171363" y="1089982"/>
                </a:lnTo>
                <a:lnTo>
                  <a:pt x="171180" y="1090467"/>
                </a:lnTo>
                <a:lnTo>
                  <a:pt x="170988" y="1090940"/>
                </a:lnTo>
                <a:lnTo>
                  <a:pt x="170786" y="1091403"/>
                </a:lnTo>
                <a:lnTo>
                  <a:pt x="170574" y="1091856"/>
                </a:lnTo>
                <a:lnTo>
                  <a:pt x="170354" y="1092298"/>
                </a:lnTo>
                <a:lnTo>
                  <a:pt x="170138" y="1092716"/>
                </a:lnTo>
                <a:lnTo>
                  <a:pt x="169916" y="1093126"/>
                </a:lnTo>
                <a:lnTo>
                  <a:pt x="169685" y="1093526"/>
                </a:lnTo>
                <a:lnTo>
                  <a:pt x="169447" y="1093918"/>
                </a:lnTo>
                <a:lnTo>
                  <a:pt x="169202" y="1094301"/>
                </a:lnTo>
                <a:lnTo>
                  <a:pt x="168948" y="1094676"/>
                </a:lnTo>
                <a:lnTo>
                  <a:pt x="168687" y="1095041"/>
                </a:lnTo>
                <a:lnTo>
                  <a:pt x="168419" y="1095398"/>
                </a:lnTo>
                <a:lnTo>
                  <a:pt x="168143" y="1095746"/>
                </a:lnTo>
                <a:lnTo>
                  <a:pt x="167859" y="1096085"/>
                </a:lnTo>
                <a:lnTo>
                  <a:pt x="167567" y="1096415"/>
                </a:lnTo>
                <a:lnTo>
                  <a:pt x="167268" y="1096736"/>
                </a:lnTo>
                <a:lnTo>
                  <a:pt x="166961" y="1097049"/>
                </a:lnTo>
                <a:lnTo>
                  <a:pt x="166647" y="1097353"/>
                </a:lnTo>
                <a:lnTo>
                  <a:pt x="166325" y="1097648"/>
                </a:lnTo>
                <a:lnTo>
                  <a:pt x="165995" y="1097934"/>
                </a:lnTo>
                <a:lnTo>
                  <a:pt x="165658" y="1098211"/>
                </a:lnTo>
                <a:lnTo>
                  <a:pt x="165313" y="1098480"/>
                </a:lnTo>
                <a:lnTo>
                  <a:pt x="164961" y="1098740"/>
                </a:lnTo>
                <a:lnTo>
                  <a:pt x="164601" y="1098991"/>
                </a:lnTo>
                <a:lnTo>
                  <a:pt x="164233" y="1099233"/>
                </a:lnTo>
                <a:lnTo>
                  <a:pt x="163857" y="1099466"/>
                </a:lnTo>
                <a:lnTo>
                  <a:pt x="163474" y="1099691"/>
                </a:lnTo>
                <a:lnTo>
                  <a:pt x="163084" y="1099906"/>
                </a:lnTo>
                <a:lnTo>
                  <a:pt x="162701" y="1100099"/>
                </a:lnTo>
                <a:lnTo>
                  <a:pt x="162312" y="1100284"/>
                </a:lnTo>
                <a:lnTo>
                  <a:pt x="161919" y="1100461"/>
                </a:lnTo>
                <a:lnTo>
                  <a:pt x="161520" y="1100629"/>
                </a:lnTo>
                <a:lnTo>
                  <a:pt x="161116" y="1100790"/>
                </a:lnTo>
                <a:lnTo>
                  <a:pt x="160706" y="1100942"/>
                </a:lnTo>
                <a:lnTo>
                  <a:pt x="160292" y="1101086"/>
                </a:lnTo>
                <a:lnTo>
                  <a:pt x="159871" y="1101221"/>
                </a:lnTo>
                <a:lnTo>
                  <a:pt x="159446" y="1101349"/>
                </a:lnTo>
                <a:lnTo>
                  <a:pt x="159016" y="1101468"/>
                </a:lnTo>
                <a:lnTo>
                  <a:pt x="158580" y="1101579"/>
                </a:lnTo>
                <a:lnTo>
                  <a:pt x="158139" y="1101681"/>
                </a:lnTo>
                <a:lnTo>
                  <a:pt x="157692" y="1101776"/>
                </a:lnTo>
                <a:lnTo>
                  <a:pt x="157240" y="1101862"/>
                </a:lnTo>
                <a:lnTo>
                  <a:pt x="156783" y="1101940"/>
                </a:lnTo>
                <a:lnTo>
                  <a:pt x="156321" y="1102010"/>
                </a:lnTo>
                <a:lnTo>
                  <a:pt x="155853" y="1102072"/>
                </a:lnTo>
                <a:lnTo>
                  <a:pt x="155381" y="1102125"/>
                </a:lnTo>
                <a:lnTo>
                  <a:pt x="154902" y="1102171"/>
                </a:lnTo>
                <a:lnTo>
                  <a:pt x="154419" y="1102208"/>
                </a:lnTo>
                <a:lnTo>
                  <a:pt x="153930" y="1102236"/>
                </a:lnTo>
                <a:lnTo>
                  <a:pt x="153436" y="1102257"/>
                </a:lnTo>
                <a:lnTo>
                  <a:pt x="152937" y="1102269"/>
                </a:lnTo>
                <a:lnTo>
                  <a:pt x="152433" y="1102273"/>
                </a:lnTo>
                <a:lnTo>
                  <a:pt x="151608" y="1102261"/>
                </a:lnTo>
                <a:lnTo>
                  <a:pt x="150796" y="1102225"/>
                </a:lnTo>
                <a:lnTo>
                  <a:pt x="149997" y="1102165"/>
                </a:lnTo>
                <a:lnTo>
                  <a:pt x="149211" y="1102081"/>
                </a:lnTo>
                <a:lnTo>
                  <a:pt x="148438" y="1101972"/>
                </a:lnTo>
                <a:lnTo>
                  <a:pt x="147678" y="1101840"/>
                </a:lnTo>
                <a:lnTo>
                  <a:pt x="146930" y="1101684"/>
                </a:lnTo>
                <a:lnTo>
                  <a:pt x="146196" y="1101503"/>
                </a:lnTo>
                <a:lnTo>
                  <a:pt x="145474" y="1101298"/>
                </a:lnTo>
                <a:lnTo>
                  <a:pt x="144766" y="1101070"/>
                </a:lnTo>
                <a:lnTo>
                  <a:pt x="144070" y="1100817"/>
                </a:lnTo>
                <a:lnTo>
                  <a:pt x="143387" y="1100540"/>
                </a:lnTo>
                <a:lnTo>
                  <a:pt x="142718" y="1100239"/>
                </a:lnTo>
                <a:lnTo>
                  <a:pt x="142061" y="1099914"/>
                </a:lnTo>
                <a:lnTo>
                  <a:pt x="141417" y="1099565"/>
                </a:lnTo>
                <a:lnTo>
                  <a:pt x="140786" y="1099192"/>
                </a:lnTo>
                <a:lnTo>
                  <a:pt x="140168" y="1098795"/>
                </a:lnTo>
                <a:lnTo>
                  <a:pt x="139562" y="1098374"/>
                </a:lnTo>
                <a:lnTo>
                  <a:pt x="138970" y="1097929"/>
                </a:lnTo>
                <a:lnTo>
                  <a:pt x="138391" y="1097459"/>
                </a:lnTo>
                <a:lnTo>
                  <a:pt x="137824" y="1096966"/>
                </a:lnTo>
                <a:lnTo>
                  <a:pt x="137270" y="1096449"/>
                </a:lnTo>
                <a:lnTo>
                  <a:pt x="136730" y="1095907"/>
                </a:lnTo>
                <a:lnTo>
                  <a:pt x="136202" y="1095342"/>
                </a:lnTo>
                <a:lnTo>
                  <a:pt x="135705" y="1094753"/>
                </a:lnTo>
                <a:lnTo>
                  <a:pt x="135230" y="1094142"/>
                </a:lnTo>
                <a:lnTo>
                  <a:pt x="134776" y="1093508"/>
                </a:lnTo>
                <a:lnTo>
                  <a:pt x="134342" y="1092852"/>
                </a:lnTo>
                <a:lnTo>
                  <a:pt x="133930" y="1092174"/>
                </a:lnTo>
                <a:lnTo>
                  <a:pt x="133539" y="1091474"/>
                </a:lnTo>
                <a:lnTo>
                  <a:pt x="133169" y="1090751"/>
                </a:lnTo>
                <a:lnTo>
                  <a:pt x="132821" y="1090006"/>
                </a:lnTo>
                <a:lnTo>
                  <a:pt x="132493" y="1089239"/>
                </a:lnTo>
                <a:lnTo>
                  <a:pt x="132187" y="1088449"/>
                </a:lnTo>
                <a:lnTo>
                  <a:pt x="131901" y="1087638"/>
                </a:lnTo>
                <a:lnTo>
                  <a:pt x="131637" y="1086803"/>
                </a:lnTo>
                <a:lnTo>
                  <a:pt x="131394" y="1085947"/>
                </a:lnTo>
                <a:lnTo>
                  <a:pt x="131172" y="1085068"/>
                </a:lnTo>
                <a:lnTo>
                  <a:pt x="130972" y="1084167"/>
                </a:lnTo>
                <a:lnTo>
                  <a:pt x="130792" y="1083244"/>
                </a:lnTo>
                <a:lnTo>
                  <a:pt x="130633" y="1082298"/>
                </a:lnTo>
                <a:lnTo>
                  <a:pt x="130496" y="1081330"/>
                </a:lnTo>
                <a:lnTo>
                  <a:pt x="130380" y="1080339"/>
                </a:lnTo>
                <a:lnTo>
                  <a:pt x="130285" y="1079327"/>
                </a:lnTo>
                <a:lnTo>
                  <a:pt x="130211" y="1078292"/>
                </a:lnTo>
                <a:lnTo>
                  <a:pt x="130158" y="1077235"/>
                </a:lnTo>
                <a:lnTo>
                  <a:pt x="130126" y="1076155"/>
                </a:lnTo>
                <a:lnTo>
                  <a:pt x="130116" y="1075053"/>
                </a:lnTo>
                <a:lnTo>
                  <a:pt x="130116" y="1063726"/>
                </a:lnTo>
                <a:lnTo>
                  <a:pt x="130127" y="1062583"/>
                </a:lnTo>
                <a:lnTo>
                  <a:pt x="130159" y="1061466"/>
                </a:lnTo>
                <a:lnTo>
                  <a:pt x="130213" y="1060374"/>
                </a:lnTo>
                <a:lnTo>
                  <a:pt x="130289" y="1059307"/>
                </a:lnTo>
                <a:lnTo>
                  <a:pt x="130387" y="1058265"/>
                </a:lnTo>
                <a:lnTo>
                  <a:pt x="130507" y="1057248"/>
                </a:lnTo>
                <a:lnTo>
                  <a:pt x="130648" y="1056257"/>
                </a:lnTo>
                <a:lnTo>
                  <a:pt x="130811" y="1055291"/>
                </a:lnTo>
                <a:lnTo>
                  <a:pt x="130995" y="1054351"/>
                </a:lnTo>
                <a:lnTo>
                  <a:pt x="131202" y="1053435"/>
                </a:lnTo>
                <a:lnTo>
                  <a:pt x="131430" y="1052545"/>
                </a:lnTo>
                <a:lnTo>
                  <a:pt x="131680" y="1051680"/>
                </a:lnTo>
                <a:lnTo>
                  <a:pt x="131951" y="1050840"/>
                </a:lnTo>
                <a:lnTo>
                  <a:pt x="132244" y="1050025"/>
                </a:lnTo>
                <a:lnTo>
                  <a:pt x="132559" y="1049236"/>
                </a:lnTo>
                <a:lnTo>
                  <a:pt x="132896" y="1048472"/>
                </a:lnTo>
                <a:lnTo>
                  <a:pt x="133254" y="1047733"/>
                </a:lnTo>
                <a:lnTo>
                  <a:pt x="133634" y="1047020"/>
                </a:lnTo>
                <a:lnTo>
                  <a:pt x="134036" y="1046331"/>
                </a:lnTo>
                <a:lnTo>
                  <a:pt x="134460" y="1045668"/>
                </a:lnTo>
                <a:lnTo>
                  <a:pt x="134905" y="1045031"/>
                </a:lnTo>
                <a:lnTo>
                  <a:pt x="135372" y="1044418"/>
                </a:lnTo>
                <a:lnTo>
                  <a:pt x="135861" y="1043831"/>
                </a:lnTo>
                <a:lnTo>
                  <a:pt x="136371" y="1043268"/>
                </a:lnTo>
                <a:lnTo>
                  <a:pt x="136911" y="1042717"/>
                </a:lnTo>
                <a:lnTo>
                  <a:pt x="137461" y="1042188"/>
                </a:lnTo>
                <a:lnTo>
                  <a:pt x="138020" y="1041684"/>
                </a:lnTo>
                <a:lnTo>
                  <a:pt x="138588" y="1041202"/>
                </a:lnTo>
                <a:lnTo>
                  <a:pt x="139165" y="1040744"/>
                </a:lnTo>
                <a:lnTo>
                  <a:pt x="139752" y="1040310"/>
                </a:lnTo>
                <a:lnTo>
                  <a:pt x="140349" y="1039899"/>
                </a:lnTo>
                <a:lnTo>
                  <a:pt x="140955" y="1039512"/>
                </a:lnTo>
                <a:lnTo>
                  <a:pt x="141570" y="1039148"/>
                </a:lnTo>
                <a:lnTo>
                  <a:pt x="142195" y="1038807"/>
                </a:lnTo>
                <a:lnTo>
                  <a:pt x="142829" y="1038490"/>
                </a:lnTo>
                <a:lnTo>
                  <a:pt x="143472" y="1038197"/>
                </a:lnTo>
                <a:lnTo>
                  <a:pt x="144125" y="1037927"/>
                </a:lnTo>
                <a:lnTo>
                  <a:pt x="144787" y="1037680"/>
                </a:lnTo>
                <a:lnTo>
                  <a:pt x="145459" y="1037457"/>
                </a:lnTo>
                <a:lnTo>
                  <a:pt x="146139" y="1037258"/>
                </a:lnTo>
                <a:lnTo>
                  <a:pt x="146830" y="1037081"/>
                </a:lnTo>
                <a:lnTo>
                  <a:pt x="147530" y="1036929"/>
                </a:lnTo>
                <a:lnTo>
                  <a:pt x="148239" y="1036800"/>
                </a:lnTo>
                <a:lnTo>
                  <a:pt x="148957" y="1036694"/>
                </a:lnTo>
                <a:lnTo>
                  <a:pt x="149685" y="1036612"/>
                </a:lnTo>
                <a:lnTo>
                  <a:pt x="150423" y="1036553"/>
                </a:lnTo>
                <a:lnTo>
                  <a:pt x="151169" y="1036518"/>
                </a:lnTo>
                <a:lnTo>
                  <a:pt x="151925" y="1036506"/>
                </a:lnTo>
                <a:lnTo>
                  <a:pt x="152444" y="1036511"/>
                </a:lnTo>
                <a:lnTo>
                  <a:pt x="152956" y="1036524"/>
                </a:lnTo>
                <a:lnTo>
                  <a:pt x="153463" y="1036546"/>
                </a:lnTo>
                <a:lnTo>
                  <a:pt x="153964" y="1036577"/>
                </a:lnTo>
                <a:lnTo>
                  <a:pt x="154458" y="1036616"/>
                </a:lnTo>
                <a:lnTo>
                  <a:pt x="154947" y="1036665"/>
                </a:lnTo>
                <a:lnTo>
                  <a:pt x="155431" y="1036722"/>
                </a:lnTo>
                <a:lnTo>
                  <a:pt x="155908" y="1036788"/>
                </a:lnTo>
                <a:lnTo>
                  <a:pt x="156379" y="1036863"/>
                </a:lnTo>
                <a:lnTo>
                  <a:pt x="156845" y="1036946"/>
                </a:lnTo>
                <a:lnTo>
                  <a:pt x="157304" y="1037039"/>
                </a:lnTo>
                <a:lnTo>
                  <a:pt x="157758" y="1037140"/>
                </a:lnTo>
                <a:lnTo>
                  <a:pt x="158206" y="1037250"/>
                </a:lnTo>
                <a:lnTo>
                  <a:pt x="158648" y="1037369"/>
                </a:lnTo>
                <a:lnTo>
                  <a:pt x="159084" y="1037497"/>
                </a:lnTo>
                <a:lnTo>
                  <a:pt x="159515" y="1037633"/>
                </a:lnTo>
                <a:lnTo>
                  <a:pt x="159939" y="1037778"/>
                </a:lnTo>
                <a:lnTo>
                  <a:pt x="160358" y="1037932"/>
                </a:lnTo>
                <a:lnTo>
                  <a:pt x="160770" y="1038095"/>
                </a:lnTo>
                <a:lnTo>
                  <a:pt x="161177" y="1038267"/>
                </a:lnTo>
                <a:lnTo>
                  <a:pt x="161578" y="1038447"/>
                </a:lnTo>
                <a:lnTo>
                  <a:pt x="161973" y="1038637"/>
                </a:lnTo>
                <a:lnTo>
                  <a:pt x="162362" y="1038835"/>
                </a:lnTo>
                <a:lnTo>
                  <a:pt x="162746" y="1039042"/>
                </a:lnTo>
                <a:lnTo>
                  <a:pt x="163137" y="1039244"/>
                </a:lnTo>
                <a:lnTo>
                  <a:pt x="163521" y="1039456"/>
                </a:lnTo>
                <a:lnTo>
                  <a:pt x="163897" y="1039678"/>
                </a:lnTo>
                <a:lnTo>
                  <a:pt x="164267" y="1039911"/>
                </a:lnTo>
                <a:lnTo>
                  <a:pt x="164630" y="1040153"/>
                </a:lnTo>
                <a:lnTo>
                  <a:pt x="164986" y="1040405"/>
                </a:lnTo>
                <a:lnTo>
                  <a:pt x="165334" y="1040667"/>
                </a:lnTo>
                <a:lnTo>
                  <a:pt x="165676" y="1040939"/>
                </a:lnTo>
                <a:lnTo>
                  <a:pt x="166011" y="1041221"/>
                </a:lnTo>
                <a:lnTo>
                  <a:pt x="166338" y="1041513"/>
                </a:lnTo>
                <a:lnTo>
                  <a:pt x="166659" y="1041815"/>
                </a:lnTo>
                <a:lnTo>
                  <a:pt x="166972" y="1042127"/>
                </a:lnTo>
                <a:lnTo>
                  <a:pt x="167279" y="1042449"/>
                </a:lnTo>
                <a:lnTo>
                  <a:pt x="167578" y="1042781"/>
                </a:lnTo>
                <a:lnTo>
                  <a:pt x="167870" y="1043123"/>
                </a:lnTo>
                <a:lnTo>
                  <a:pt x="168156" y="1043475"/>
                </a:lnTo>
                <a:lnTo>
                  <a:pt x="168434" y="1043837"/>
                </a:lnTo>
                <a:lnTo>
                  <a:pt x="168705" y="1044209"/>
                </a:lnTo>
                <a:lnTo>
                  <a:pt x="168969" y="1044591"/>
                </a:lnTo>
                <a:lnTo>
                  <a:pt x="169227" y="1044983"/>
                </a:lnTo>
                <a:lnTo>
                  <a:pt x="169477" y="1045385"/>
                </a:lnTo>
                <a:lnTo>
                  <a:pt x="169720" y="1045796"/>
                </a:lnTo>
                <a:lnTo>
                  <a:pt x="169956" y="1046218"/>
                </a:lnTo>
                <a:lnTo>
                  <a:pt x="170185" y="1046650"/>
                </a:lnTo>
                <a:lnTo>
                  <a:pt x="170405" y="1047078"/>
                </a:lnTo>
                <a:lnTo>
                  <a:pt x="170617" y="1047518"/>
                </a:lnTo>
                <a:lnTo>
                  <a:pt x="170819" y="1047968"/>
                </a:lnTo>
                <a:lnTo>
                  <a:pt x="171011" y="1048430"/>
                </a:lnTo>
                <a:lnTo>
                  <a:pt x="171194" y="1048903"/>
                </a:lnTo>
                <a:lnTo>
                  <a:pt x="171368" y="1049387"/>
                </a:lnTo>
                <a:lnTo>
                  <a:pt x="171532" y="1049882"/>
                </a:lnTo>
                <a:lnTo>
                  <a:pt x="171687" y="1050388"/>
                </a:lnTo>
                <a:lnTo>
                  <a:pt x="171833" y="1050906"/>
                </a:lnTo>
                <a:lnTo>
                  <a:pt x="171969" y="1051434"/>
                </a:lnTo>
                <a:lnTo>
                  <a:pt x="172096" y="1051974"/>
                </a:lnTo>
                <a:lnTo>
                  <a:pt x="172213" y="1052525"/>
                </a:lnTo>
                <a:lnTo>
                  <a:pt x="172321" y="1053087"/>
                </a:lnTo>
                <a:lnTo>
                  <a:pt x="172420" y="1053660"/>
                </a:lnTo>
                <a:lnTo>
                  <a:pt x="172509" y="1054245"/>
                </a:lnTo>
                <a:lnTo>
                  <a:pt x="172589" y="1054840"/>
                </a:lnTo>
                <a:lnTo>
                  <a:pt x="172660" y="1055447"/>
                </a:lnTo>
                <a:lnTo>
                  <a:pt x="172721" y="1056065"/>
                </a:lnTo>
                <a:lnTo>
                  <a:pt x="172772" y="1056694"/>
                </a:lnTo>
                <a:lnTo>
                  <a:pt x="172815" y="1057334"/>
                </a:lnTo>
                <a:lnTo>
                  <a:pt x="172847" y="1057986"/>
                </a:lnTo>
                <a:lnTo>
                  <a:pt x="172871" y="1058648"/>
                </a:lnTo>
                <a:lnTo>
                  <a:pt x="172885" y="1059322"/>
                </a:lnTo>
                <a:lnTo>
                  <a:pt x="172890" y="1060006"/>
                </a:lnTo>
                <a:lnTo>
                  <a:pt x="188106" y="1060006"/>
                </a:lnTo>
                <a:lnTo>
                  <a:pt x="188098" y="1059082"/>
                </a:lnTo>
                <a:lnTo>
                  <a:pt x="188074" y="1058170"/>
                </a:lnTo>
                <a:lnTo>
                  <a:pt x="188034" y="1057270"/>
                </a:lnTo>
                <a:lnTo>
                  <a:pt x="187979" y="1056381"/>
                </a:lnTo>
                <a:lnTo>
                  <a:pt x="187908" y="1055504"/>
                </a:lnTo>
                <a:lnTo>
                  <a:pt x="187820" y="1054639"/>
                </a:lnTo>
                <a:lnTo>
                  <a:pt x="187717" y="1053785"/>
                </a:lnTo>
                <a:lnTo>
                  <a:pt x="187598" y="1052943"/>
                </a:lnTo>
                <a:lnTo>
                  <a:pt x="187464" y="1052113"/>
                </a:lnTo>
                <a:lnTo>
                  <a:pt x="187313" y="1051295"/>
                </a:lnTo>
                <a:lnTo>
                  <a:pt x="187147" y="1050488"/>
                </a:lnTo>
                <a:lnTo>
                  <a:pt x="186964" y="1049693"/>
                </a:lnTo>
                <a:lnTo>
                  <a:pt x="186766" y="1048910"/>
                </a:lnTo>
                <a:lnTo>
                  <a:pt x="186552" y="1048139"/>
                </a:lnTo>
                <a:lnTo>
                  <a:pt x="186323" y="1047379"/>
                </a:lnTo>
                <a:lnTo>
                  <a:pt x="186077" y="1046631"/>
                </a:lnTo>
                <a:lnTo>
                  <a:pt x="185815" y="1045895"/>
                </a:lnTo>
                <a:lnTo>
                  <a:pt x="185538" y="1045171"/>
                </a:lnTo>
                <a:lnTo>
                  <a:pt x="185245" y="1044458"/>
                </a:lnTo>
                <a:lnTo>
                  <a:pt x="184936" y="1043757"/>
                </a:lnTo>
                <a:lnTo>
                  <a:pt x="184611" y="1043068"/>
                </a:lnTo>
                <a:lnTo>
                  <a:pt x="184270" y="1042391"/>
                </a:lnTo>
                <a:lnTo>
                  <a:pt x="183913" y="1041725"/>
                </a:lnTo>
                <a:lnTo>
                  <a:pt x="183541" y="1041071"/>
                </a:lnTo>
                <a:lnTo>
                  <a:pt x="183155" y="1040415"/>
                </a:lnTo>
                <a:lnTo>
                  <a:pt x="182757" y="1039772"/>
                </a:lnTo>
                <a:lnTo>
                  <a:pt x="182347" y="1039143"/>
                </a:lnTo>
                <a:lnTo>
                  <a:pt x="181925" y="1038526"/>
                </a:lnTo>
                <a:lnTo>
                  <a:pt x="181492" y="1037921"/>
                </a:lnTo>
                <a:lnTo>
                  <a:pt x="181047" y="1037330"/>
                </a:lnTo>
                <a:lnTo>
                  <a:pt x="180590" y="1036752"/>
                </a:lnTo>
                <a:lnTo>
                  <a:pt x="180122" y="1036187"/>
                </a:lnTo>
                <a:lnTo>
                  <a:pt x="179642" y="1035634"/>
                </a:lnTo>
                <a:lnTo>
                  <a:pt x="179150" y="1035095"/>
                </a:lnTo>
                <a:lnTo>
                  <a:pt x="178646" y="1034568"/>
                </a:lnTo>
                <a:lnTo>
                  <a:pt x="178131" y="1034055"/>
                </a:lnTo>
                <a:lnTo>
                  <a:pt x="177604" y="1033554"/>
                </a:lnTo>
                <a:lnTo>
                  <a:pt x="177065" y="1033066"/>
                </a:lnTo>
                <a:lnTo>
                  <a:pt x="176514" y="1032591"/>
                </a:lnTo>
                <a:lnTo>
                  <a:pt x="175952" y="1032129"/>
                </a:lnTo>
                <a:lnTo>
                  <a:pt x="175378" y="1031680"/>
                </a:lnTo>
                <a:lnTo>
                  <a:pt x="174792" y="1031244"/>
                </a:lnTo>
                <a:lnTo>
                  <a:pt x="174194" y="1030821"/>
                </a:lnTo>
                <a:lnTo>
                  <a:pt x="173585" y="1030410"/>
                </a:lnTo>
                <a:lnTo>
                  <a:pt x="172964" y="1030013"/>
                </a:lnTo>
                <a:lnTo>
                  <a:pt x="172331" y="1029628"/>
                </a:lnTo>
                <a:lnTo>
                  <a:pt x="171686" y="1029257"/>
                </a:lnTo>
                <a:lnTo>
                  <a:pt x="171030" y="1028898"/>
                </a:lnTo>
                <a:lnTo>
                  <a:pt x="170363" y="1028539"/>
                </a:lnTo>
                <a:lnTo>
                  <a:pt x="169688" y="1028196"/>
                </a:lnTo>
                <a:lnTo>
                  <a:pt x="169004" y="1027868"/>
                </a:lnTo>
                <a:lnTo>
                  <a:pt x="168311" y="1027555"/>
                </a:lnTo>
                <a:lnTo>
                  <a:pt x="167609" y="1027257"/>
                </a:lnTo>
                <a:lnTo>
                  <a:pt x="166898" y="1026975"/>
                </a:lnTo>
                <a:lnTo>
                  <a:pt x="166179" y="1026708"/>
                </a:lnTo>
                <a:lnTo>
                  <a:pt x="165451" y="1026456"/>
                </a:lnTo>
                <a:lnTo>
                  <a:pt x="164714" y="1026219"/>
                </a:lnTo>
                <a:lnTo>
                  <a:pt x="163968" y="1025998"/>
                </a:lnTo>
                <a:lnTo>
                  <a:pt x="163213" y="1025792"/>
                </a:lnTo>
                <a:lnTo>
                  <a:pt x="162450" y="1025601"/>
                </a:lnTo>
                <a:lnTo>
                  <a:pt x="161678" y="1025426"/>
                </a:lnTo>
                <a:lnTo>
                  <a:pt x="160896" y="1025265"/>
                </a:lnTo>
                <a:lnTo>
                  <a:pt x="160107" y="1025120"/>
                </a:lnTo>
                <a:lnTo>
                  <a:pt x="159308" y="1024991"/>
                </a:lnTo>
                <a:lnTo>
                  <a:pt x="158500" y="1024876"/>
                </a:lnTo>
                <a:lnTo>
                  <a:pt x="157684" y="1024777"/>
                </a:lnTo>
                <a:lnTo>
                  <a:pt x="156859" y="1024693"/>
                </a:lnTo>
                <a:lnTo>
                  <a:pt x="156025" y="1024624"/>
                </a:lnTo>
                <a:lnTo>
                  <a:pt x="155183" y="1024571"/>
                </a:lnTo>
                <a:lnTo>
                  <a:pt x="154331" y="1024533"/>
                </a:lnTo>
                <a:lnTo>
                  <a:pt x="153471" y="1024510"/>
                </a:lnTo>
                <a:lnTo>
                  <a:pt x="152602" y="1024502"/>
                </a:lnTo>
                <a:lnTo>
                  <a:pt x="150573" y="1024502"/>
                </a:lnTo>
                <a:lnTo>
                  <a:pt x="149885" y="1024508"/>
                </a:lnTo>
                <a:lnTo>
                  <a:pt x="149201" y="1024524"/>
                </a:lnTo>
                <a:lnTo>
                  <a:pt x="148523" y="1024550"/>
                </a:lnTo>
                <a:lnTo>
                  <a:pt x="147849" y="1024587"/>
                </a:lnTo>
                <a:lnTo>
                  <a:pt x="147180" y="1024634"/>
                </a:lnTo>
                <a:lnTo>
                  <a:pt x="146515" y="1024693"/>
                </a:lnTo>
                <a:lnTo>
                  <a:pt x="145855" y="1024761"/>
                </a:lnTo>
                <a:lnTo>
                  <a:pt x="145200" y="1024840"/>
                </a:lnTo>
                <a:lnTo>
                  <a:pt x="144550" y="1024930"/>
                </a:lnTo>
                <a:lnTo>
                  <a:pt x="143904" y="1025031"/>
                </a:lnTo>
                <a:lnTo>
                  <a:pt x="143263" y="1025142"/>
                </a:lnTo>
                <a:lnTo>
                  <a:pt x="142627" y="1025263"/>
                </a:lnTo>
                <a:lnTo>
                  <a:pt x="141995" y="1025395"/>
                </a:lnTo>
                <a:lnTo>
                  <a:pt x="141368" y="1025538"/>
                </a:lnTo>
                <a:lnTo>
                  <a:pt x="140746" y="1025691"/>
                </a:lnTo>
                <a:lnTo>
                  <a:pt x="140128" y="1025855"/>
                </a:lnTo>
                <a:lnTo>
                  <a:pt x="139515" y="1026029"/>
                </a:lnTo>
                <a:lnTo>
                  <a:pt x="138907" y="1026214"/>
                </a:lnTo>
                <a:lnTo>
                  <a:pt x="138304" y="1026410"/>
                </a:lnTo>
                <a:lnTo>
                  <a:pt x="137705" y="1026616"/>
                </a:lnTo>
                <a:lnTo>
                  <a:pt x="137111" y="1026832"/>
                </a:lnTo>
                <a:lnTo>
                  <a:pt x="136521" y="1027059"/>
                </a:lnTo>
                <a:lnTo>
                  <a:pt x="135937" y="1027297"/>
                </a:lnTo>
                <a:lnTo>
                  <a:pt x="135357" y="1027545"/>
                </a:lnTo>
                <a:lnTo>
                  <a:pt x="134782" y="1027790"/>
                </a:lnTo>
                <a:lnTo>
                  <a:pt x="134213" y="1028044"/>
                </a:lnTo>
                <a:lnTo>
                  <a:pt x="133650" y="1028309"/>
                </a:lnTo>
                <a:lnTo>
                  <a:pt x="133093" y="1028583"/>
                </a:lnTo>
                <a:lnTo>
                  <a:pt x="132542" y="1028868"/>
                </a:lnTo>
                <a:lnTo>
                  <a:pt x="131997" y="1029162"/>
                </a:lnTo>
                <a:lnTo>
                  <a:pt x="131457" y="1029466"/>
                </a:lnTo>
                <a:lnTo>
                  <a:pt x="130923" y="1029781"/>
                </a:lnTo>
                <a:lnTo>
                  <a:pt x="130396" y="1030105"/>
                </a:lnTo>
                <a:lnTo>
                  <a:pt x="129874" y="1030439"/>
                </a:lnTo>
                <a:lnTo>
                  <a:pt x="129358" y="1030784"/>
                </a:lnTo>
                <a:lnTo>
                  <a:pt x="128848" y="1031138"/>
                </a:lnTo>
                <a:lnTo>
                  <a:pt x="128343" y="1031502"/>
                </a:lnTo>
                <a:lnTo>
                  <a:pt x="127845" y="1031876"/>
                </a:lnTo>
                <a:lnTo>
                  <a:pt x="127352" y="1032261"/>
                </a:lnTo>
                <a:lnTo>
                  <a:pt x="126866" y="1032655"/>
                </a:lnTo>
                <a:lnTo>
                  <a:pt x="126385" y="1033059"/>
                </a:lnTo>
                <a:lnTo>
                  <a:pt x="125910" y="1033473"/>
                </a:lnTo>
                <a:lnTo>
                  <a:pt x="125441" y="1033897"/>
                </a:lnTo>
                <a:lnTo>
                  <a:pt x="124978" y="1034331"/>
                </a:lnTo>
                <a:lnTo>
                  <a:pt x="124521" y="1034776"/>
                </a:lnTo>
                <a:lnTo>
                  <a:pt x="124069" y="1035230"/>
                </a:lnTo>
                <a:lnTo>
                  <a:pt x="123624" y="1035694"/>
                </a:lnTo>
                <a:lnTo>
                  <a:pt x="123184" y="1036168"/>
                </a:lnTo>
                <a:lnTo>
                  <a:pt x="122765" y="1036637"/>
                </a:lnTo>
                <a:lnTo>
                  <a:pt x="122354" y="1037114"/>
                </a:lnTo>
                <a:lnTo>
                  <a:pt x="121950" y="1037600"/>
                </a:lnTo>
                <a:lnTo>
                  <a:pt x="121554" y="1038093"/>
                </a:lnTo>
                <a:lnTo>
                  <a:pt x="121166" y="1038595"/>
                </a:lnTo>
                <a:lnTo>
                  <a:pt x="120785" y="1039105"/>
                </a:lnTo>
                <a:lnTo>
                  <a:pt x="120412" y="1039624"/>
                </a:lnTo>
                <a:lnTo>
                  <a:pt x="120047" y="1040150"/>
                </a:lnTo>
                <a:lnTo>
                  <a:pt x="119689" y="1040685"/>
                </a:lnTo>
                <a:lnTo>
                  <a:pt x="119339" y="1041228"/>
                </a:lnTo>
                <a:lnTo>
                  <a:pt x="118996" y="1041779"/>
                </a:lnTo>
                <a:lnTo>
                  <a:pt x="118661" y="1042339"/>
                </a:lnTo>
                <a:lnTo>
                  <a:pt x="118334" y="1042907"/>
                </a:lnTo>
                <a:lnTo>
                  <a:pt x="118014" y="1043482"/>
                </a:lnTo>
                <a:lnTo>
                  <a:pt x="117702" y="1044067"/>
                </a:lnTo>
                <a:lnTo>
                  <a:pt x="117398" y="1044659"/>
                </a:lnTo>
                <a:lnTo>
                  <a:pt x="117101" y="1045259"/>
                </a:lnTo>
                <a:lnTo>
                  <a:pt x="116812" y="1045868"/>
                </a:lnTo>
                <a:lnTo>
                  <a:pt x="116531" y="1046485"/>
                </a:lnTo>
                <a:lnTo>
                  <a:pt x="116257" y="1047110"/>
                </a:lnTo>
                <a:lnTo>
                  <a:pt x="115991" y="1047744"/>
                </a:lnTo>
                <a:lnTo>
                  <a:pt x="115732" y="1048385"/>
                </a:lnTo>
                <a:lnTo>
                  <a:pt x="115481" y="1049035"/>
                </a:lnTo>
                <a:lnTo>
                  <a:pt x="115238" y="1049693"/>
                </a:lnTo>
                <a:lnTo>
                  <a:pt x="115003" y="1050345"/>
                </a:lnTo>
                <a:lnTo>
                  <a:pt x="114779" y="1051004"/>
                </a:lnTo>
                <a:lnTo>
                  <a:pt x="114564" y="1051669"/>
                </a:lnTo>
                <a:lnTo>
                  <a:pt x="114360" y="1052342"/>
                </a:lnTo>
                <a:lnTo>
                  <a:pt x="114165" y="1053022"/>
                </a:lnTo>
                <a:lnTo>
                  <a:pt x="113980" y="1053709"/>
                </a:lnTo>
                <a:lnTo>
                  <a:pt x="113806" y="1054402"/>
                </a:lnTo>
                <a:lnTo>
                  <a:pt x="113641" y="1055103"/>
                </a:lnTo>
                <a:lnTo>
                  <a:pt x="113486" y="1055811"/>
                </a:lnTo>
                <a:lnTo>
                  <a:pt x="113342" y="1056526"/>
                </a:lnTo>
                <a:lnTo>
                  <a:pt x="113207" y="1057248"/>
                </a:lnTo>
                <a:lnTo>
                  <a:pt x="113082" y="1057977"/>
                </a:lnTo>
                <a:lnTo>
                  <a:pt x="112967" y="1058714"/>
                </a:lnTo>
                <a:lnTo>
                  <a:pt x="112863" y="1059457"/>
                </a:lnTo>
                <a:lnTo>
                  <a:pt x="112768" y="1060207"/>
                </a:lnTo>
                <a:lnTo>
                  <a:pt x="112683" y="1060964"/>
                </a:lnTo>
                <a:lnTo>
                  <a:pt x="112608" y="1061729"/>
                </a:lnTo>
                <a:lnTo>
                  <a:pt x="112543" y="1062500"/>
                </a:lnTo>
                <a:lnTo>
                  <a:pt x="112488" y="1063278"/>
                </a:lnTo>
                <a:lnTo>
                  <a:pt x="112443" y="1064064"/>
                </a:lnTo>
                <a:lnTo>
                  <a:pt x="112409" y="1064856"/>
                </a:lnTo>
                <a:lnTo>
                  <a:pt x="112384" y="1065656"/>
                </a:lnTo>
                <a:lnTo>
                  <a:pt x="112369" y="1066462"/>
                </a:lnTo>
                <a:lnTo>
                  <a:pt x="112364" y="1067276"/>
                </a:lnTo>
                <a:lnTo>
                  <a:pt x="112364" y="1071334"/>
                </a:lnTo>
                <a:lnTo>
                  <a:pt x="112369" y="1072148"/>
                </a:lnTo>
                <a:lnTo>
                  <a:pt x="112384" y="1072955"/>
                </a:lnTo>
                <a:lnTo>
                  <a:pt x="112409" y="1073756"/>
                </a:lnTo>
                <a:lnTo>
                  <a:pt x="112443" y="1074551"/>
                </a:lnTo>
                <a:lnTo>
                  <a:pt x="112488" y="1075339"/>
                </a:lnTo>
                <a:lnTo>
                  <a:pt x="112543" y="1076121"/>
                </a:lnTo>
                <a:lnTo>
                  <a:pt x="112608" y="1076896"/>
                </a:lnTo>
                <a:lnTo>
                  <a:pt x="112683" y="1077664"/>
                </a:lnTo>
                <a:lnTo>
                  <a:pt x="112768" y="1078427"/>
                </a:lnTo>
                <a:lnTo>
                  <a:pt x="112863" y="1079183"/>
                </a:lnTo>
                <a:lnTo>
                  <a:pt x="112967" y="1079932"/>
                </a:lnTo>
                <a:lnTo>
                  <a:pt x="113082" y="1080675"/>
                </a:lnTo>
                <a:lnTo>
                  <a:pt x="113207" y="1081411"/>
                </a:lnTo>
                <a:lnTo>
                  <a:pt x="113342" y="1082141"/>
                </a:lnTo>
                <a:lnTo>
                  <a:pt x="113486" y="1082865"/>
                </a:lnTo>
                <a:lnTo>
                  <a:pt x="113641" y="1083582"/>
                </a:lnTo>
                <a:lnTo>
                  <a:pt x="113806" y="1084292"/>
                </a:lnTo>
                <a:lnTo>
                  <a:pt x="113980" y="1084997"/>
                </a:lnTo>
                <a:lnTo>
                  <a:pt x="114165" y="1085694"/>
                </a:lnTo>
                <a:lnTo>
                  <a:pt x="114360" y="1086386"/>
                </a:lnTo>
                <a:lnTo>
                  <a:pt x="114564" y="1087070"/>
                </a:lnTo>
                <a:lnTo>
                  <a:pt x="114779" y="1087749"/>
                </a:lnTo>
                <a:lnTo>
                  <a:pt x="115003" y="1088421"/>
                </a:lnTo>
                <a:lnTo>
                  <a:pt x="115238" y="1089086"/>
                </a:lnTo>
                <a:lnTo>
                  <a:pt x="115481" y="1089731"/>
                </a:lnTo>
                <a:lnTo>
                  <a:pt x="115732" y="1090368"/>
                </a:lnTo>
                <a:lnTo>
                  <a:pt x="115991" y="1090998"/>
                </a:lnTo>
                <a:lnTo>
                  <a:pt x="116257" y="1091622"/>
                </a:lnTo>
                <a:lnTo>
                  <a:pt x="116531" y="1092238"/>
                </a:lnTo>
                <a:lnTo>
                  <a:pt x="116812" y="1092848"/>
                </a:lnTo>
                <a:lnTo>
                  <a:pt x="117101" y="1093450"/>
                </a:lnTo>
                <a:lnTo>
                  <a:pt x="117398" y="1094045"/>
                </a:lnTo>
                <a:lnTo>
                  <a:pt x="117702" y="1094633"/>
                </a:lnTo>
                <a:lnTo>
                  <a:pt x="118014" y="1095215"/>
                </a:lnTo>
                <a:lnTo>
                  <a:pt x="118334" y="1095789"/>
                </a:lnTo>
                <a:lnTo>
                  <a:pt x="118661" y="1096356"/>
                </a:lnTo>
                <a:lnTo>
                  <a:pt x="118996" y="1096916"/>
                </a:lnTo>
                <a:lnTo>
                  <a:pt x="119339" y="1097469"/>
                </a:lnTo>
                <a:lnTo>
                  <a:pt x="119689" y="1098015"/>
                </a:lnTo>
                <a:lnTo>
                  <a:pt x="120047" y="1098554"/>
                </a:lnTo>
                <a:lnTo>
                  <a:pt x="120412" y="1099085"/>
                </a:lnTo>
                <a:lnTo>
                  <a:pt x="120785" y="1099610"/>
                </a:lnTo>
                <a:lnTo>
                  <a:pt x="121166" y="1100128"/>
                </a:lnTo>
                <a:lnTo>
                  <a:pt x="121554" y="1100639"/>
                </a:lnTo>
                <a:lnTo>
                  <a:pt x="121950" y="1101142"/>
                </a:lnTo>
                <a:lnTo>
                  <a:pt x="122354" y="1101639"/>
                </a:lnTo>
                <a:lnTo>
                  <a:pt x="122765" y="1102129"/>
                </a:lnTo>
                <a:lnTo>
                  <a:pt x="123184" y="1102611"/>
                </a:lnTo>
                <a:lnTo>
                  <a:pt x="123624" y="1103072"/>
                </a:lnTo>
                <a:lnTo>
                  <a:pt x="124069" y="1103523"/>
                </a:lnTo>
                <a:lnTo>
                  <a:pt x="124521" y="1103966"/>
                </a:lnTo>
                <a:lnTo>
                  <a:pt x="124978" y="1104401"/>
                </a:lnTo>
                <a:lnTo>
                  <a:pt x="125441" y="1104826"/>
                </a:lnTo>
                <a:lnTo>
                  <a:pt x="125910" y="1105242"/>
                </a:lnTo>
                <a:lnTo>
                  <a:pt x="126385" y="1105650"/>
                </a:lnTo>
                <a:lnTo>
                  <a:pt x="126866" y="1106049"/>
                </a:lnTo>
                <a:lnTo>
                  <a:pt x="127352" y="1106439"/>
                </a:lnTo>
                <a:lnTo>
                  <a:pt x="127845" y="1106820"/>
                </a:lnTo>
                <a:lnTo>
                  <a:pt x="128343" y="1107193"/>
                </a:lnTo>
                <a:lnTo>
                  <a:pt x="128848" y="1107556"/>
                </a:lnTo>
                <a:lnTo>
                  <a:pt x="129358" y="1107911"/>
                </a:lnTo>
                <a:lnTo>
                  <a:pt x="129874" y="1108257"/>
                </a:lnTo>
                <a:lnTo>
                  <a:pt x="130396" y="1108595"/>
                </a:lnTo>
                <a:lnTo>
                  <a:pt x="130923" y="1108923"/>
                </a:lnTo>
                <a:lnTo>
                  <a:pt x="131457" y="1109243"/>
                </a:lnTo>
                <a:lnTo>
                  <a:pt x="131997" y="1109554"/>
                </a:lnTo>
                <a:lnTo>
                  <a:pt x="132542" y="1109856"/>
                </a:lnTo>
                <a:lnTo>
                  <a:pt x="133093" y="1110149"/>
                </a:lnTo>
                <a:lnTo>
                  <a:pt x="133650" y="1110433"/>
                </a:lnTo>
                <a:lnTo>
                  <a:pt x="134213" y="1110709"/>
                </a:lnTo>
                <a:lnTo>
                  <a:pt x="134782" y="1110976"/>
                </a:lnTo>
                <a:lnTo>
                  <a:pt x="135357" y="1111234"/>
                </a:lnTo>
                <a:lnTo>
                  <a:pt x="135950" y="1111482"/>
                </a:lnTo>
                <a:lnTo>
                  <a:pt x="136546" y="1111720"/>
                </a:lnTo>
                <a:lnTo>
                  <a:pt x="137145" y="1111947"/>
                </a:lnTo>
                <a:lnTo>
                  <a:pt x="137747" y="1112164"/>
                </a:lnTo>
                <a:lnTo>
                  <a:pt x="138352" y="1112370"/>
                </a:lnTo>
                <a:lnTo>
                  <a:pt x="138960" y="1112565"/>
                </a:lnTo>
                <a:lnTo>
                  <a:pt x="139571" y="1112750"/>
                </a:lnTo>
                <a:lnTo>
                  <a:pt x="140185" y="1112924"/>
                </a:lnTo>
                <a:lnTo>
                  <a:pt x="140801" y="1113088"/>
                </a:lnTo>
                <a:lnTo>
                  <a:pt x="141421" y="1113241"/>
                </a:lnTo>
                <a:lnTo>
                  <a:pt x="142043" y="1113384"/>
                </a:lnTo>
                <a:lnTo>
                  <a:pt x="142669" y="1113516"/>
                </a:lnTo>
                <a:lnTo>
                  <a:pt x="143297" y="1113638"/>
                </a:lnTo>
                <a:lnTo>
                  <a:pt x="143929" y="1113749"/>
                </a:lnTo>
                <a:lnTo>
                  <a:pt x="144563" y="1113849"/>
                </a:lnTo>
                <a:lnTo>
                  <a:pt x="145200" y="1113939"/>
                </a:lnTo>
                <a:lnTo>
                  <a:pt x="145840" y="1114018"/>
                </a:lnTo>
                <a:lnTo>
                  <a:pt x="146483" y="1114087"/>
                </a:lnTo>
                <a:lnTo>
                  <a:pt x="147130" y="1114145"/>
                </a:lnTo>
                <a:lnTo>
                  <a:pt x="147778" y="1114192"/>
                </a:lnTo>
                <a:lnTo>
                  <a:pt x="148430" y="1114229"/>
                </a:lnTo>
                <a:lnTo>
                  <a:pt x="149085" y="1114256"/>
                </a:lnTo>
                <a:lnTo>
                  <a:pt x="149743" y="1114272"/>
                </a:lnTo>
                <a:lnTo>
                  <a:pt x="150404" y="1114277"/>
                </a:lnTo>
                <a:lnTo>
                  <a:pt x="152433" y="1114277"/>
                </a:lnTo>
                <a:lnTo>
                  <a:pt x="153288" y="1114270"/>
                </a:lnTo>
                <a:lnTo>
                  <a:pt x="154135" y="1114249"/>
                </a:lnTo>
                <a:lnTo>
                  <a:pt x="154974" y="1114214"/>
                </a:lnTo>
                <a:lnTo>
                  <a:pt x="155804" y="1114164"/>
                </a:lnTo>
                <a:lnTo>
                  <a:pt x="156627" y="1114101"/>
                </a:lnTo>
                <a:lnTo>
                  <a:pt x="157441" y="1114023"/>
                </a:lnTo>
                <a:close/>
                <a:moveTo>
                  <a:pt x="115407" y="2294145"/>
                </a:moveTo>
                <a:lnTo>
                  <a:pt x="115407" y="2294134"/>
                </a:lnTo>
                <a:lnTo>
                  <a:pt x="115407" y="2294114"/>
                </a:lnTo>
                <a:lnTo>
                  <a:pt x="115407" y="2294113"/>
                </a:lnTo>
                <a:lnTo>
                  <a:pt x="115407" y="2294128"/>
                </a:lnTo>
                <a:lnTo>
                  <a:pt x="115407" y="2294143"/>
                </a:lnTo>
                <a:lnTo>
                  <a:pt x="115407" y="2294145"/>
                </a:lnTo>
                <a:close/>
                <a:moveTo>
                  <a:pt x="115407" y="2294157"/>
                </a:moveTo>
                <a:lnTo>
                  <a:pt x="115407" y="2294183"/>
                </a:lnTo>
                <a:lnTo>
                  <a:pt x="115407" y="2294188"/>
                </a:lnTo>
                <a:lnTo>
                  <a:pt x="115407" y="2294176"/>
                </a:lnTo>
                <a:lnTo>
                  <a:pt x="115407" y="2294160"/>
                </a:lnTo>
                <a:lnTo>
                  <a:pt x="115407" y="2294145"/>
                </a:lnTo>
                <a:lnTo>
                  <a:pt x="115407" y="2294157"/>
                </a:lnTo>
                <a:close/>
                <a:moveTo>
                  <a:pt x="115407" y="2294213"/>
                </a:moveTo>
                <a:lnTo>
                  <a:pt x="115407" y="2294188"/>
                </a:lnTo>
                <a:lnTo>
                  <a:pt x="115407" y="2294194"/>
                </a:lnTo>
                <a:lnTo>
                  <a:pt x="115407" y="2294212"/>
                </a:lnTo>
                <a:lnTo>
                  <a:pt x="115407" y="2294230"/>
                </a:lnTo>
                <a:lnTo>
                  <a:pt x="115407" y="2294235"/>
                </a:lnTo>
                <a:lnTo>
                  <a:pt x="115407" y="2294213"/>
                </a:lnTo>
                <a:close/>
                <a:moveTo>
                  <a:pt x="115407" y="2294310"/>
                </a:moveTo>
                <a:lnTo>
                  <a:pt x="115407" y="2294289"/>
                </a:lnTo>
                <a:lnTo>
                  <a:pt x="115407" y="2294274"/>
                </a:lnTo>
                <a:lnTo>
                  <a:pt x="115407" y="2294283"/>
                </a:lnTo>
                <a:lnTo>
                  <a:pt x="115407" y="2294310"/>
                </a:lnTo>
                <a:close/>
                <a:moveTo>
                  <a:pt x="115407" y="2294521"/>
                </a:moveTo>
                <a:lnTo>
                  <a:pt x="115407" y="2294467"/>
                </a:lnTo>
                <a:lnTo>
                  <a:pt x="115407" y="2294416"/>
                </a:lnTo>
                <a:lnTo>
                  <a:pt x="115407" y="2294423"/>
                </a:lnTo>
                <a:lnTo>
                  <a:pt x="115407" y="2294447"/>
                </a:lnTo>
                <a:lnTo>
                  <a:pt x="115407" y="2294472"/>
                </a:lnTo>
                <a:lnTo>
                  <a:pt x="115407" y="2294498"/>
                </a:lnTo>
                <a:lnTo>
                  <a:pt x="115407" y="2294521"/>
                </a:lnTo>
                <a:close/>
                <a:moveTo>
                  <a:pt x="374215" y="2359920"/>
                </a:moveTo>
                <a:lnTo>
                  <a:pt x="374736" y="2359885"/>
                </a:lnTo>
                <a:lnTo>
                  <a:pt x="375258" y="2359845"/>
                </a:lnTo>
                <a:lnTo>
                  <a:pt x="375779" y="2359800"/>
                </a:lnTo>
                <a:lnTo>
                  <a:pt x="376300" y="2359751"/>
                </a:lnTo>
                <a:lnTo>
                  <a:pt x="376822" y="2359697"/>
                </a:lnTo>
                <a:lnTo>
                  <a:pt x="377343" y="2359638"/>
                </a:lnTo>
                <a:lnTo>
                  <a:pt x="377864" y="2359575"/>
                </a:lnTo>
                <a:lnTo>
                  <a:pt x="378385" y="2359506"/>
                </a:lnTo>
                <a:lnTo>
                  <a:pt x="378907" y="2359434"/>
                </a:lnTo>
                <a:lnTo>
                  <a:pt x="379428" y="2359356"/>
                </a:lnTo>
                <a:lnTo>
                  <a:pt x="379949" y="2359274"/>
                </a:lnTo>
                <a:lnTo>
                  <a:pt x="380471" y="2359187"/>
                </a:lnTo>
                <a:lnTo>
                  <a:pt x="380992" y="2359096"/>
                </a:lnTo>
                <a:lnTo>
                  <a:pt x="381513" y="2358999"/>
                </a:lnTo>
                <a:lnTo>
                  <a:pt x="382035" y="2358898"/>
                </a:lnTo>
                <a:lnTo>
                  <a:pt x="382556" y="2358793"/>
                </a:lnTo>
                <a:lnTo>
                  <a:pt x="383077" y="2358682"/>
                </a:lnTo>
                <a:lnTo>
                  <a:pt x="383595" y="2358582"/>
                </a:lnTo>
                <a:lnTo>
                  <a:pt x="384104" y="2358477"/>
                </a:lnTo>
                <a:lnTo>
                  <a:pt x="384607" y="2358368"/>
                </a:lnTo>
                <a:lnTo>
                  <a:pt x="385101" y="2358255"/>
                </a:lnTo>
                <a:lnTo>
                  <a:pt x="385588" y="2358138"/>
                </a:lnTo>
                <a:lnTo>
                  <a:pt x="386067" y="2358017"/>
                </a:lnTo>
                <a:lnTo>
                  <a:pt x="386539" y="2357891"/>
                </a:lnTo>
                <a:lnTo>
                  <a:pt x="387003" y="2357762"/>
                </a:lnTo>
                <a:lnTo>
                  <a:pt x="387460" y="2357628"/>
                </a:lnTo>
                <a:lnTo>
                  <a:pt x="387908" y="2357491"/>
                </a:lnTo>
                <a:lnTo>
                  <a:pt x="388350" y="2357349"/>
                </a:lnTo>
                <a:lnTo>
                  <a:pt x="388783" y="2357203"/>
                </a:lnTo>
                <a:lnTo>
                  <a:pt x="389209" y="2357053"/>
                </a:lnTo>
                <a:lnTo>
                  <a:pt x="389627" y="2356899"/>
                </a:lnTo>
                <a:lnTo>
                  <a:pt x="390038" y="2356741"/>
                </a:lnTo>
                <a:lnTo>
                  <a:pt x="390441" y="2356578"/>
                </a:lnTo>
                <a:lnTo>
                  <a:pt x="390836" y="2356412"/>
                </a:lnTo>
                <a:lnTo>
                  <a:pt x="391224" y="2356241"/>
                </a:lnTo>
                <a:lnTo>
                  <a:pt x="391604" y="2356067"/>
                </a:lnTo>
                <a:lnTo>
                  <a:pt x="391977" y="2355888"/>
                </a:lnTo>
                <a:lnTo>
                  <a:pt x="392341" y="2355705"/>
                </a:lnTo>
                <a:lnTo>
                  <a:pt x="392699" y="2355518"/>
                </a:lnTo>
                <a:lnTo>
                  <a:pt x="393048" y="2355327"/>
                </a:lnTo>
                <a:lnTo>
                  <a:pt x="393390" y="2355132"/>
                </a:lnTo>
                <a:lnTo>
                  <a:pt x="393390" y="2342114"/>
                </a:lnTo>
                <a:lnTo>
                  <a:pt x="393092" y="2342254"/>
                </a:lnTo>
                <a:lnTo>
                  <a:pt x="392790" y="2342394"/>
                </a:lnTo>
                <a:lnTo>
                  <a:pt x="392484" y="2342534"/>
                </a:lnTo>
                <a:lnTo>
                  <a:pt x="392174" y="2342673"/>
                </a:lnTo>
                <a:lnTo>
                  <a:pt x="391859" y="2342811"/>
                </a:lnTo>
                <a:lnTo>
                  <a:pt x="391541" y="2342948"/>
                </a:lnTo>
                <a:lnTo>
                  <a:pt x="391218" y="2343086"/>
                </a:lnTo>
                <a:lnTo>
                  <a:pt x="390892" y="2343222"/>
                </a:lnTo>
                <a:lnTo>
                  <a:pt x="390561" y="2343358"/>
                </a:lnTo>
                <a:lnTo>
                  <a:pt x="390226" y="2343493"/>
                </a:lnTo>
                <a:lnTo>
                  <a:pt x="389887" y="2343628"/>
                </a:lnTo>
                <a:lnTo>
                  <a:pt x="389544" y="2343762"/>
                </a:lnTo>
                <a:lnTo>
                  <a:pt x="389197" y="2343896"/>
                </a:lnTo>
                <a:lnTo>
                  <a:pt x="388845" y="2344029"/>
                </a:lnTo>
                <a:lnTo>
                  <a:pt x="388490" y="2344161"/>
                </a:lnTo>
                <a:lnTo>
                  <a:pt x="388130" y="2344293"/>
                </a:lnTo>
                <a:lnTo>
                  <a:pt x="387767" y="2344424"/>
                </a:lnTo>
                <a:lnTo>
                  <a:pt x="387399" y="2344555"/>
                </a:lnTo>
                <a:lnTo>
                  <a:pt x="387027" y="2344685"/>
                </a:lnTo>
                <a:lnTo>
                  <a:pt x="386651" y="2344814"/>
                </a:lnTo>
                <a:lnTo>
                  <a:pt x="386271" y="2344943"/>
                </a:lnTo>
                <a:lnTo>
                  <a:pt x="385887" y="2345071"/>
                </a:lnTo>
                <a:lnTo>
                  <a:pt x="385498" y="2345199"/>
                </a:lnTo>
                <a:lnTo>
                  <a:pt x="385106" y="2345326"/>
                </a:lnTo>
                <a:lnTo>
                  <a:pt x="384724" y="2345436"/>
                </a:lnTo>
                <a:lnTo>
                  <a:pt x="384339" y="2345542"/>
                </a:lnTo>
                <a:lnTo>
                  <a:pt x="383952" y="2345643"/>
                </a:lnTo>
                <a:lnTo>
                  <a:pt x="383561" y="2345739"/>
                </a:lnTo>
                <a:lnTo>
                  <a:pt x="383167" y="2345831"/>
                </a:lnTo>
                <a:lnTo>
                  <a:pt x="382771" y="2345918"/>
                </a:lnTo>
                <a:lnTo>
                  <a:pt x="382371" y="2346000"/>
                </a:lnTo>
                <a:lnTo>
                  <a:pt x="381969" y="2346077"/>
                </a:lnTo>
                <a:lnTo>
                  <a:pt x="381563" y="2346150"/>
                </a:lnTo>
                <a:lnTo>
                  <a:pt x="381155" y="2346218"/>
                </a:lnTo>
                <a:lnTo>
                  <a:pt x="380744" y="2346282"/>
                </a:lnTo>
                <a:lnTo>
                  <a:pt x="380330" y="2346340"/>
                </a:lnTo>
                <a:lnTo>
                  <a:pt x="379913" y="2346394"/>
                </a:lnTo>
                <a:lnTo>
                  <a:pt x="379493" y="2346444"/>
                </a:lnTo>
                <a:lnTo>
                  <a:pt x="379070" y="2346488"/>
                </a:lnTo>
                <a:lnTo>
                  <a:pt x="378644" y="2346528"/>
                </a:lnTo>
                <a:lnTo>
                  <a:pt x="378215" y="2346563"/>
                </a:lnTo>
                <a:lnTo>
                  <a:pt x="377783" y="2346594"/>
                </a:lnTo>
                <a:lnTo>
                  <a:pt x="377348" y="2346620"/>
                </a:lnTo>
                <a:lnTo>
                  <a:pt x="376911" y="2346641"/>
                </a:lnTo>
                <a:lnTo>
                  <a:pt x="376470" y="2346657"/>
                </a:lnTo>
                <a:lnTo>
                  <a:pt x="376027" y="2346669"/>
                </a:lnTo>
                <a:lnTo>
                  <a:pt x="375580" y="2346676"/>
                </a:lnTo>
                <a:lnTo>
                  <a:pt x="375131" y="2346678"/>
                </a:lnTo>
                <a:lnTo>
                  <a:pt x="374557" y="2346676"/>
                </a:lnTo>
                <a:lnTo>
                  <a:pt x="373992" y="2346667"/>
                </a:lnTo>
                <a:lnTo>
                  <a:pt x="373435" y="2346652"/>
                </a:lnTo>
                <a:lnTo>
                  <a:pt x="372886" y="2346632"/>
                </a:lnTo>
                <a:lnTo>
                  <a:pt x="372345" y="2346605"/>
                </a:lnTo>
                <a:lnTo>
                  <a:pt x="371813" y="2346573"/>
                </a:lnTo>
                <a:lnTo>
                  <a:pt x="371289" y="2346535"/>
                </a:lnTo>
                <a:lnTo>
                  <a:pt x="370773" y="2346491"/>
                </a:lnTo>
                <a:lnTo>
                  <a:pt x="370265" y="2346441"/>
                </a:lnTo>
                <a:lnTo>
                  <a:pt x="369765" y="2346385"/>
                </a:lnTo>
                <a:lnTo>
                  <a:pt x="369274" y="2346323"/>
                </a:lnTo>
                <a:lnTo>
                  <a:pt x="368791" y="2346256"/>
                </a:lnTo>
                <a:lnTo>
                  <a:pt x="368316" y="2346182"/>
                </a:lnTo>
                <a:lnTo>
                  <a:pt x="367849" y="2346103"/>
                </a:lnTo>
                <a:lnTo>
                  <a:pt x="367391" y="2346018"/>
                </a:lnTo>
                <a:lnTo>
                  <a:pt x="366941" y="2345927"/>
                </a:lnTo>
                <a:lnTo>
                  <a:pt x="366499" y="2345830"/>
                </a:lnTo>
                <a:lnTo>
                  <a:pt x="366065" y="2345728"/>
                </a:lnTo>
                <a:lnTo>
                  <a:pt x="365639" y="2345619"/>
                </a:lnTo>
                <a:lnTo>
                  <a:pt x="365222" y="2345504"/>
                </a:lnTo>
                <a:lnTo>
                  <a:pt x="364813" y="2345384"/>
                </a:lnTo>
                <a:lnTo>
                  <a:pt x="364412" y="2345258"/>
                </a:lnTo>
                <a:lnTo>
                  <a:pt x="364019" y="2345126"/>
                </a:lnTo>
                <a:lnTo>
                  <a:pt x="363634" y="2344988"/>
                </a:lnTo>
                <a:lnTo>
                  <a:pt x="363258" y="2344843"/>
                </a:lnTo>
                <a:lnTo>
                  <a:pt x="362889" y="2344692"/>
                </a:lnTo>
                <a:lnTo>
                  <a:pt x="362528" y="2344533"/>
                </a:lnTo>
                <a:lnTo>
                  <a:pt x="362174" y="2344368"/>
                </a:lnTo>
                <a:lnTo>
                  <a:pt x="361828" y="2344195"/>
                </a:lnTo>
                <a:lnTo>
                  <a:pt x="361489" y="2344016"/>
                </a:lnTo>
                <a:lnTo>
                  <a:pt x="361159" y="2343829"/>
                </a:lnTo>
                <a:lnTo>
                  <a:pt x="360835" y="2343635"/>
                </a:lnTo>
                <a:lnTo>
                  <a:pt x="360520" y="2343434"/>
                </a:lnTo>
                <a:lnTo>
                  <a:pt x="360212" y="2343227"/>
                </a:lnTo>
                <a:lnTo>
                  <a:pt x="359912" y="2343012"/>
                </a:lnTo>
                <a:lnTo>
                  <a:pt x="359619" y="2342790"/>
                </a:lnTo>
                <a:lnTo>
                  <a:pt x="359334" y="2342561"/>
                </a:lnTo>
                <a:lnTo>
                  <a:pt x="359057" y="2342325"/>
                </a:lnTo>
                <a:lnTo>
                  <a:pt x="358787" y="2342082"/>
                </a:lnTo>
                <a:lnTo>
                  <a:pt x="358525" y="2341832"/>
                </a:lnTo>
                <a:lnTo>
                  <a:pt x="358270" y="2341575"/>
                </a:lnTo>
                <a:lnTo>
                  <a:pt x="358023" y="2341310"/>
                </a:lnTo>
                <a:lnTo>
                  <a:pt x="357784" y="2341039"/>
                </a:lnTo>
                <a:lnTo>
                  <a:pt x="357553" y="2340761"/>
                </a:lnTo>
                <a:lnTo>
                  <a:pt x="357329" y="2340476"/>
                </a:lnTo>
                <a:lnTo>
                  <a:pt x="357112" y="2340183"/>
                </a:lnTo>
                <a:lnTo>
                  <a:pt x="356904" y="2339884"/>
                </a:lnTo>
                <a:lnTo>
                  <a:pt x="356703" y="2339578"/>
                </a:lnTo>
                <a:lnTo>
                  <a:pt x="356509" y="2339264"/>
                </a:lnTo>
                <a:lnTo>
                  <a:pt x="356325" y="2338944"/>
                </a:lnTo>
                <a:lnTo>
                  <a:pt x="356148" y="2338616"/>
                </a:lnTo>
                <a:lnTo>
                  <a:pt x="355979" y="2338281"/>
                </a:lnTo>
                <a:lnTo>
                  <a:pt x="355819" y="2337940"/>
                </a:lnTo>
                <a:lnTo>
                  <a:pt x="355667" y="2337591"/>
                </a:lnTo>
                <a:lnTo>
                  <a:pt x="355523" y="2337235"/>
                </a:lnTo>
                <a:lnTo>
                  <a:pt x="355388" y="2336873"/>
                </a:lnTo>
                <a:lnTo>
                  <a:pt x="355260" y="2336503"/>
                </a:lnTo>
                <a:lnTo>
                  <a:pt x="355141" y="2336126"/>
                </a:lnTo>
                <a:lnTo>
                  <a:pt x="355030" y="2335742"/>
                </a:lnTo>
                <a:lnTo>
                  <a:pt x="354927" y="2335351"/>
                </a:lnTo>
                <a:lnTo>
                  <a:pt x="354833" y="2334953"/>
                </a:lnTo>
                <a:lnTo>
                  <a:pt x="354747" y="2334548"/>
                </a:lnTo>
                <a:lnTo>
                  <a:pt x="354669" y="2334136"/>
                </a:lnTo>
                <a:lnTo>
                  <a:pt x="354599" y="2333717"/>
                </a:lnTo>
                <a:lnTo>
                  <a:pt x="354537" y="2333290"/>
                </a:lnTo>
                <a:lnTo>
                  <a:pt x="354484" y="2332857"/>
                </a:lnTo>
                <a:lnTo>
                  <a:pt x="354438" y="2332417"/>
                </a:lnTo>
                <a:lnTo>
                  <a:pt x="354401" y="2331970"/>
                </a:lnTo>
                <a:lnTo>
                  <a:pt x="354373" y="2331515"/>
                </a:lnTo>
                <a:lnTo>
                  <a:pt x="354352" y="2331054"/>
                </a:lnTo>
                <a:lnTo>
                  <a:pt x="354340" y="2330585"/>
                </a:lnTo>
                <a:lnTo>
                  <a:pt x="354336" y="2330110"/>
                </a:lnTo>
                <a:lnTo>
                  <a:pt x="354336" y="2285138"/>
                </a:lnTo>
                <a:lnTo>
                  <a:pt x="393390" y="2285138"/>
                </a:lnTo>
                <a:lnTo>
                  <a:pt x="393390" y="2271951"/>
                </a:lnTo>
                <a:lnTo>
                  <a:pt x="354336" y="2271951"/>
                </a:lnTo>
                <a:lnTo>
                  <a:pt x="354336" y="2244393"/>
                </a:lnTo>
                <a:lnTo>
                  <a:pt x="343854" y="2244393"/>
                </a:lnTo>
                <a:lnTo>
                  <a:pt x="337936" y="2271951"/>
                </a:lnTo>
                <a:lnTo>
                  <a:pt x="312407" y="2271951"/>
                </a:lnTo>
                <a:lnTo>
                  <a:pt x="312407" y="2285138"/>
                </a:lnTo>
                <a:lnTo>
                  <a:pt x="337429" y="2285138"/>
                </a:lnTo>
                <a:lnTo>
                  <a:pt x="337429" y="2331462"/>
                </a:lnTo>
                <a:lnTo>
                  <a:pt x="337445" y="2332716"/>
                </a:lnTo>
                <a:lnTo>
                  <a:pt x="337491" y="2333940"/>
                </a:lnTo>
                <a:lnTo>
                  <a:pt x="337569" y="2335134"/>
                </a:lnTo>
                <a:lnTo>
                  <a:pt x="337678" y="2336300"/>
                </a:lnTo>
                <a:lnTo>
                  <a:pt x="337818" y="2337435"/>
                </a:lnTo>
                <a:lnTo>
                  <a:pt x="337989" y="2338542"/>
                </a:lnTo>
                <a:lnTo>
                  <a:pt x="338191" y="2339619"/>
                </a:lnTo>
                <a:lnTo>
                  <a:pt x="338425" y="2340667"/>
                </a:lnTo>
                <a:lnTo>
                  <a:pt x="338689" y="2341686"/>
                </a:lnTo>
                <a:lnTo>
                  <a:pt x="338985" y="2342675"/>
                </a:lnTo>
                <a:lnTo>
                  <a:pt x="339311" y="2343635"/>
                </a:lnTo>
                <a:lnTo>
                  <a:pt x="339669" y="2344565"/>
                </a:lnTo>
                <a:lnTo>
                  <a:pt x="340058" y="2345466"/>
                </a:lnTo>
                <a:lnTo>
                  <a:pt x="340478" y="2346338"/>
                </a:lnTo>
                <a:lnTo>
                  <a:pt x="340929" y="2347180"/>
                </a:lnTo>
                <a:lnTo>
                  <a:pt x="341411" y="2347993"/>
                </a:lnTo>
                <a:lnTo>
                  <a:pt x="341925" y="2348777"/>
                </a:lnTo>
                <a:lnTo>
                  <a:pt x="342469" y="2349531"/>
                </a:lnTo>
                <a:lnTo>
                  <a:pt x="343045" y="2350256"/>
                </a:lnTo>
                <a:lnTo>
                  <a:pt x="343652" y="2350952"/>
                </a:lnTo>
                <a:lnTo>
                  <a:pt x="344289" y="2351618"/>
                </a:lnTo>
                <a:lnTo>
                  <a:pt x="344958" y="2352255"/>
                </a:lnTo>
                <a:lnTo>
                  <a:pt x="345658" y="2352863"/>
                </a:lnTo>
                <a:lnTo>
                  <a:pt x="346390" y="2353441"/>
                </a:lnTo>
                <a:lnTo>
                  <a:pt x="347147" y="2353979"/>
                </a:lnTo>
                <a:lnTo>
                  <a:pt x="347926" y="2354494"/>
                </a:lnTo>
                <a:lnTo>
                  <a:pt x="348727" y="2354987"/>
                </a:lnTo>
                <a:lnTo>
                  <a:pt x="349550" y="2355456"/>
                </a:lnTo>
                <a:lnTo>
                  <a:pt x="350395" y="2355902"/>
                </a:lnTo>
                <a:lnTo>
                  <a:pt x="351261" y="2356326"/>
                </a:lnTo>
                <a:lnTo>
                  <a:pt x="352149" y="2356727"/>
                </a:lnTo>
                <a:lnTo>
                  <a:pt x="353058" y="2357104"/>
                </a:lnTo>
                <a:lnTo>
                  <a:pt x="353990" y="2357459"/>
                </a:lnTo>
                <a:lnTo>
                  <a:pt x="354943" y="2357791"/>
                </a:lnTo>
                <a:lnTo>
                  <a:pt x="355917" y="2358100"/>
                </a:lnTo>
                <a:lnTo>
                  <a:pt x="356914" y="2358386"/>
                </a:lnTo>
                <a:lnTo>
                  <a:pt x="357932" y="2358650"/>
                </a:lnTo>
                <a:lnTo>
                  <a:pt x="358972" y="2358890"/>
                </a:lnTo>
                <a:lnTo>
                  <a:pt x="360034" y="2359108"/>
                </a:lnTo>
                <a:lnTo>
                  <a:pt x="361117" y="2359302"/>
                </a:lnTo>
                <a:lnTo>
                  <a:pt x="362222" y="2359474"/>
                </a:lnTo>
                <a:lnTo>
                  <a:pt x="363349" y="2359623"/>
                </a:lnTo>
                <a:lnTo>
                  <a:pt x="364498" y="2359749"/>
                </a:lnTo>
                <a:lnTo>
                  <a:pt x="365668" y="2359852"/>
                </a:lnTo>
                <a:lnTo>
                  <a:pt x="366860" y="2359932"/>
                </a:lnTo>
                <a:lnTo>
                  <a:pt x="368074" y="2359989"/>
                </a:lnTo>
                <a:lnTo>
                  <a:pt x="369309" y="2360023"/>
                </a:lnTo>
                <a:lnTo>
                  <a:pt x="370566" y="2360035"/>
                </a:lnTo>
                <a:lnTo>
                  <a:pt x="371087" y="2360032"/>
                </a:lnTo>
                <a:lnTo>
                  <a:pt x="371609" y="2360025"/>
                </a:lnTo>
                <a:lnTo>
                  <a:pt x="372130" y="2360014"/>
                </a:lnTo>
                <a:lnTo>
                  <a:pt x="372651" y="2359997"/>
                </a:lnTo>
                <a:lnTo>
                  <a:pt x="373173" y="2359976"/>
                </a:lnTo>
                <a:lnTo>
                  <a:pt x="373694" y="2359950"/>
                </a:lnTo>
                <a:lnTo>
                  <a:pt x="374215" y="2359920"/>
                </a:lnTo>
                <a:close/>
                <a:moveTo>
                  <a:pt x="258001" y="2359859"/>
                </a:moveTo>
                <a:lnTo>
                  <a:pt x="258815" y="2359781"/>
                </a:lnTo>
                <a:lnTo>
                  <a:pt x="259621" y="2359690"/>
                </a:lnTo>
                <a:lnTo>
                  <a:pt x="260419" y="2359584"/>
                </a:lnTo>
                <a:lnTo>
                  <a:pt x="261209" y="2359464"/>
                </a:lnTo>
                <a:lnTo>
                  <a:pt x="261990" y="2359330"/>
                </a:lnTo>
                <a:lnTo>
                  <a:pt x="262763" y="2359182"/>
                </a:lnTo>
                <a:lnTo>
                  <a:pt x="263528" y="2359020"/>
                </a:lnTo>
                <a:lnTo>
                  <a:pt x="264285" y="2358844"/>
                </a:lnTo>
                <a:lnTo>
                  <a:pt x="265033" y="2358654"/>
                </a:lnTo>
                <a:lnTo>
                  <a:pt x="265774" y="2358450"/>
                </a:lnTo>
                <a:lnTo>
                  <a:pt x="266506" y="2358231"/>
                </a:lnTo>
                <a:lnTo>
                  <a:pt x="267229" y="2357999"/>
                </a:lnTo>
                <a:lnTo>
                  <a:pt x="267945" y="2357752"/>
                </a:lnTo>
                <a:lnTo>
                  <a:pt x="268652" y="2357492"/>
                </a:lnTo>
                <a:lnTo>
                  <a:pt x="269352" y="2357217"/>
                </a:lnTo>
                <a:lnTo>
                  <a:pt x="270043" y="2356928"/>
                </a:lnTo>
                <a:lnTo>
                  <a:pt x="270725" y="2356625"/>
                </a:lnTo>
                <a:lnTo>
                  <a:pt x="271400" y="2356308"/>
                </a:lnTo>
                <a:lnTo>
                  <a:pt x="272066" y="2355977"/>
                </a:lnTo>
                <a:lnTo>
                  <a:pt x="272736" y="2355619"/>
                </a:lnTo>
                <a:lnTo>
                  <a:pt x="273394" y="2355247"/>
                </a:lnTo>
                <a:lnTo>
                  <a:pt x="274039" y="2354862"/>
                </a:lnTo>
                <a:lnTo>
                  <a:pt x="274672" y="2354465"/>
                </a:lnTo>
                <a:lnTo>
                  <a:pt x="275293" y="2354055"/>
                </a:lnTo>
                <a:lnTo>
                  <a:pt x="275902" y="2353631"/>
                </a:lnTo>
                <a:lnTo>
                  <a:pt x="276498" y="2353195"/>
                </a:lnTo>
                <a:lnTo>
                  <a:pt x="277082" y="2352746"/>
                </a:lnTo>
                <a:lnTo>
                  <a:pt x="277653" y="2352284"/>
                </a:lnTo>
                <a:lnTo>
                  <a:pt x="278212" y="2351809"/>
                </a:lnTo>
                <a:lnTo>
                  <a:pt x="278759" y="2351321"/>
                </a:lnTo>
                <a:lnTo>
                  <a:pt x="279294" y="2350821"/>
                </a:lnTo>
                <a:lnTo>
                  <a:pt x="279816" y="2350307"/>
                </a:lnTo>
                <a:lnTo>
                  <a:pt x="280326" y="2349780"/>
                </a:lnTo>
                <a:lnTo>
                  <a:pt x="280823" y="2349241"/>
                </a:lnTo>
                <a:lnTo>
                  <a:pt x="281308" y="2348688"/>
                </a:lnTo>
                <a:lnTo>
                  <a:pt x="281781" y="2348123"/>
                </a:lnTo>
                <a:lnTo>
                  <a:pt x="282242" y="2347545"/>
                </a:lnTo>
                <a:lnTo>
                  <a:pt x="282690" y="2346954"/>
                </a:lnTo>
                <a:lnTo>
                  <a:pt x="283126" y="2346350"/>
                </a:lnTo>
                <a:lnTo>
                  <a:pt x="283549" y="2345733"/>
                </a:lnTo>
                <a:lnTo>
                  <a:pt x="283961" y="2345103"/>
                </a:lnTo>
                <a:lnTo>
                  <a:pt x="284360" y="2344460"/>
                </a:lnTo>
                <a:lnTo>
                  <a:pt x="284746" y="2343804"/>
                </a:lnTo>
                <a:lnTo>
                  <a:pt x="285132" y="2343136"/>
                </a:lnTo>
                <a:lnTo>
                  <a:pt x="285502" y="2342456"/>
                </a:lnTo>
                <a:lnTo>
                  <a:pt x="285856" y="2341765"/>
                </a:lnTo>
                <a:lnTo>
                  <a:pt x="286193" y="2341062"/>
                </a:lnTo>
                <a:lnTo>
                  <a:pt x="286513" y="2340347"/>
                </a:lnTo>
                <a:lnTo>
                  <a:pt x="286817" y="2339620"/>
                </a:lnTo>
                <a:lnTo>
                  <a:pt x="287105" y="2338881"/>
                </a:lnTo>
                <a:lnTo>
                  <a:pt x="287376" y="2338131"/>
                </a:lnTo>
                <a:lnTo>
                  <a:pt x="287631" y="2337369"/>
                </a:lnTo>
                <a:lnTo>
                  <a:pt x="287869" y="2336596"/>
                </a:lnTo>
                <a:lnTo>
                  <a:pt x="288091" y="2335810"/>
                </a:lnTo>
                <a:lnTo>
                  <a:pt x="288296" y="2335013"/>
                </a:lnTo>
                <a:lnTo>
                  <a:pt x="288486" y="2334204"/>
                </a:lnTo>
                <a:lnTo>
                  <a:pt x="288658" y="2333383"/>
                </a:lnTo>
                <a:lnTo>
                  <a:pt x="288814" y="2332551"/>
                </a:lnTo>
                <a:lnTo>
                  <a:pt x="288954" y="2331707"/>
                </a:lnTo>
                <a:lnTo>
                  <a:pt x="289077" y="2330851"/>
                </a:lnTo>
                <a:lnTo>
                  <a:pt x="289184" y="2329983"/>
                </a:lnTo>
                <a:lnTo>
                  <a:pt x="289274" y="2329104"/>
                </a:lnTo>
                <a:lnTo>
                  <a:pt x="289348" y="2328213"/>
                </a:lnTo>
                <a:lnTo>
                  <a:pt x="289406" y="2327310"/>
                </a:lnTo>
                <a:lnTo>
                  <a:pt x="289447" y="2326395"/>
                </a:lnTo>
                <a:lnTo>
                  <a:pt x="289472" y="2325469"/>
                </a:lnTo>
                <a:lnTo>
                  <a:pt x="289480" y="2324531"/>
                </a:lnTo>
                <a:lnTo>
                  <a:pt x="274433" y="2324531"/>
                </a:lnTo>
                <a:lnTo>
                  <a:pt x="274428" y="2325216"/>
                </a:lnTo>
                <a:lnTo>
                  <a:pt x="274414" y="2325890"/>
                </a:lnTo>
                <a:lnTo>
                  <a:pt x="274391" y="2326554"/>
                </a:lnTo>
                <a:lnTo>
                  <a:pt x="274358" y="2327208"/>
                </a:lnTo>
                <a:lnTo>
                  <a:pt x="274316" y="2327851"/>
                </a:lnTo>
                <a:lnTo>
                  <a:pt x="274264" y="2328483"/>
                </a:lnTo>
                <a:lnTo>
                  <a:pt x="274203" y="2329104"/>
                </a:lnTo>
                <a:lnTo>
                  <a:pt x="274132" y="2329716"/>
                </a:lnTo>
                <a:lnTo>
                  <a:pt x="274053" y="2330316"/>
                </a:lnTo>
                <a:lnTo>
                  <a:pt x="273963" y="2330906"/>
                </a:lnTo>
                <a:lnTo>
                  <a:pt x="273865" y="2331485"/>
                </a:lnTo>
                <a:lnTo>
                  <a:pt x="273757" y="2332054"/>
                </a:lnTo>
                <a:lnTo>
                  <a:pt x="273639" y="2332613"/>
                </a:lnTo>
                <a:lnTo>
                  <a:pt x="273512" y="2333160"/>
                </a:lnTo>
                <a:lnTo>
                  <a:pt x="273376" y="2333697"/>
                </a:lnTo>
                <a:lnTo>
                  <a:pt x="273231" y="2334224"/>
                </a:lnTo>
                <a:lnTo>
                  <a:pt x="273076" y="2334740"/>
                </a:lnTo>
                <a:lnTo>
                  <a:pt x="272911" y="2335245"/>
                </a:lnTo>
                <a:lnTo>
                  <a:pt x="272738" y="2335740"/>
                </a:lnTo>
                <a:lnTo>
                  <a:pt x="272554" y="2336225"/>
                </a:lnTo>
                <a:lnTo>
                  <a:pt x="272362" y="2336698"/>
                </a:lnTo>
                <a:lnTo>
                  <a:pt x="272160" y="2337161"/>
                </a:lnTo>
                <a:lnTo>
                  <a:pt x="271949" y="2337614"/>
                </a:lnTo>
                <a:lnTo>
                  <a:pt x="271728" y="2338056"/>
                </a:lnTo>
                <a:lnTo>
                  <a:pt x="271513" y="2338474"/>
                </a:lnTo>
                <a:lnTo>
                  <a:pt x="271290" y="2338884"/>
                </a:lnTo>
                <a:lnTo>
                  <a:pt x="271060" y="2339284"/>
                </a:lnTo>
                <a:lnTo>
                  <a:pt x="270822" y="2339676"/>
                </a:lnTo>
                <a:lnTo>
                  <a:pt x="270576" y="2340059"/>
                </a:lnTo>
                <a:lnTo>
                  <a:pt x="270323" y="2340434"/>
                </a:lnTo>
                <a:lnTo>
                  <a:pt x="270062" y="2340799"/>
                </a:lnTo>
                <a:lnTo>
                  <a:pt x="269793" y="2341156"/>
                </a:lnTo>
                <a:lnTo>
                  <a:pt x="269517" y="2341503"/>
                </a:lnTo>
                <a:lnTo>
                  <a:pt x="269233" y="2341842"/>
                </a:lnTo>
                <a:lnTo>
                  <a:pt x="268942" y="2342173"/>
                </a:lnTo>
                <a:lnTo>
                  <a:pt x="268642" y="2342494"/>
                </a:lnTo>
                <a:lnTo>
                  <a:pt x="268336" y="2342807"/>
                </a:lnTo>
                <a:lnTo>
                  <a:pt x="268021" y="2343111"/>
                </a:lnTo>
                <a:lnTo>
                  <a:pt x="267699" y="2343406"/>
                </a:lnTo>
                <a:lnTo>
                  <a:pt x="267370" y="2343692"/>
                </a:lnTo>
                <a:lnTo>
                  <a:pt x="267032" y="2343969"/>
                </a:lnTo>
                <a:lnTo>
                  <a:pt x="266688" y="2344238"/>
                </a:lnTo>
                <a:lnTo>
                  <a:pt x="266335" y="2344497"/>
                </a:lnTo>
                <a:lnTo>
                  <a:pt x="265975" y="2344748"/>
                </a:lnTo>
                <a:lnTo>
                  <a:pt x="265607" y="2344991"/>
                </a:lnTo>
                <a:lnTo>
                  <a:pt x="265232" y="2345224"/>
                </a:lnTo>
                <a:lnTo>
                  <a:pt x="264849" y="2345448"/>
                </a:lnTo>
                <a:lnTo>
                  <a:pt x="264458" y="2345664"/>
                </a:lnTo>
                <a:lnTo>
                  <a:pt x="264075" y="2345857"/>
                </a:lnTo>
                <a:lnTo>
                  <a:pt x="263687" y="2346042"/>
                </a:lnTo>
                <a:lnTo>
                  <a:pt x="263293" y="2346219"/>
                </a:lnTo>
                <a:lnTo>
                  <a:pt x="262894" y="2346387"/>
                </a:lnTo>
                <a:lnTo>
                  <a:pt x="262490" y="2346548"/>
                </a:lnTo>
                <a:lnTo>
                  <a:pt x="262080" y="2346700"/>
                </a:lnTo>
                <a:lnTo>
                  <a:pt x="261666" y="2346844"/>
                </a:lnTo>
                <a:lnTo>
                  <a:pt x="261246" y="2346979"/>
                </a:lnTo>
                <a:lnTo>
                  <a:pt x="260820" y="2347107"/>
                </a:lnTo>
                <a:lnTo>
                  <a:pt x="260390" y="2347226"/>
                </a:lnTo>
                <a:lnTo>
                  <a:pt x="259954" y="2347337"/>
                </a:lnTo>
                <a:lnTo>
                  <a:pt x="259513" y="2347439"/>
                </a:lnTo>
                <a:lnTo>
                  <a:pt x="259066" y="2347534"/>
                </a:lnTo>
                <a:lnTo>
                  <a:pt x="258615" y="2347620"/>
                </a:lnTo>
                <a:lnTo>
                  <a:pt x="258158" y="2347698"/>
                </a:lnTo>
                <a:lnTo>
                  <a:pt x="257695" y="2347768"/>
                </a:lnTo>
                <a:lnTo>
                  <a:pt x="257228" y="2347830"/>
                </a:lnTo>
                <a:lnTo>
                  <a:pt x="256755" y="2347883"/>
                </a:lnTo>
                <a:lnTo>
                  <a:pt x="256277" y="2347928"/>
                </a:lnTo>
                <a:lnTo>
                  <a:pt x="255793" y="2347965"/>
                </a:lnTo>
                <a:lnTo>
                  <a:pt x="255305" y="2347994"/>
                </a:lnTo>
                <a:lnTo>
                  <a:pt x="254811" y="2348015"/>
                </a:lnTo>
                <a:lnTo>
                  <a:pt x="254311" y="2348027"/>
                </a:lnTo>
                <a:lnTo>
                  <a:pt x="253807" y="2348031"/>
                </a:lnTo>
                <a:lnTo>
                  <a:pt x="252982" y="2348019"/>
                </a:lnTo>
                <a:lnTo>
                  <a:pt x="252170" y="2347983"/>
                </a:lnTo>
                <a:lnTo>
                  <a:pt x="251371" y="2347923"/>
                </a:lnTo>
                <a:lnTo>
                  <a:pt x="250585" y="2347838"/>
                </a:lnTo>
                <a:lnTo>
                  <a:pt x="249812" y="2347730"/>
                </a:lnTo>
                <a:lnTo>
                  <a:pt x="249052" y="2347598"/>
                </a:lnTo>
                <a:lnTo>
                  <a:pt x="248304" y="2347441"/>
                </a:lnTo>
                <a:lnTo>
                  <a:pt x="247570" y="2347261"/>
                </a:lnTo>
                <a:lnTo>
                  <a:pt x="246849" y="2347056"/>
                </a:lnTo>
                <a:lnTo>
                  <a:pt x="246140" y="2346828"/>
                </a:lnTo>
                <a:lnTo>
                  <a:pt x="245444" y="2346575"/>
                </a:lnTo>
                <a:lnTo>
                  <a:pt x="244762" y="2346298"/>
                </a:lnTo>
                <a:lnTo>
                  <a:pt x="244092" y="2345997"/>
                </a:lnTo>
                <a:lnTo>
                  <a:pt x="243435" y="2345672"/>
                </a:lnTo>
                <a:lnTo>
                  <a:pt x="242791" y="2345323"/>
                </a:lnTo>
                <a:lnTo>
                  <a:pt x="242160" y="2344950"/>
                </a:lnTo>
                <a:lnTo>
                  <a:pt x="241542" y="2344553"/>
                </a:lnTo>
                <a:lnTo>
                  <a:pt x="240937" y="2344132"/>
                </a:lnTo>
                <a:lnTo>
                  <a:pt x="240344" y="2343687"/>
                </a:lnTo>
                <a:lnTo>
                  <a:pt x="239765" y="2343217"/>
                </a:lnTo>
                <a:lnTo>
                  <a:pt x="239198" y="2342724"/>
                </a:lnTo>
                <a:lnTo>
                  <a:pt x="238645" y="2342207"/>
                </a:lnTo>
                <a:lnTo>
                  <a:pt x="238104" y="2341665"/>
                </a:lnTo>
                <a:lnTo>
                  <a:pt x="237576" y="2341099"/>
                </a:lnTo>
                <a:lnTo>
                  <a:pt x="237080" y="2340511"/>
                </a:lnTo>
                <a:lnTo>
                  <a:pt x="236604" y="2339899"/>
                </a:lnTo>
                <a:lnTo>
                  <a:pt x="236150" y="2339266"/>
                </a:lnTo>
                <a:lnTo>
                  <a:pt x="235717" y="2338610"/>
                </a:lnTo>
                <a:lnTo>
                  <a:pt x="235304" y="2337932"/>
                </a:lnTo>
                <a:lnTo>
                  <a:pt x="234914" y="2337232"/>
                </a:lnTo>
                <a:lnTo>
                  <a:pt x="234544" y="2336509"/>
                </a:lnTo>
                <a:lnTo>
                  <a:pt x="234195" y="2335764"/>
                </a:lnTo>
                <a:lnTo>
                  <a:pt x="233867" y="2334997"/>
                </a:lnTo>
                <a:lnTo>
                  <a:pt x="233561" y="2334207"/>
                </a:lnTo>
                <a:lnTo>
                  <a:pt x="233276" y="2333396"/>
                </a:lnTo>
                <a:lnTo>
                  <a:pt x="233012" y="2332561"/>
                </a:lnTo>
                <a:lnTo>
                  <a:pt x="232768" y="2331705"/>
                </a:lnTo>
                <a:lnTo>
                  <a:pt x="232547" y="2330826"/>
                </a:lnTo>
                <a:lnTo>
                  <a:pt x="232346" y="2329925"/>
                </a:lnTo>
                <a:lnTo>
                  <a:pt x="232166" y="2329002"/>
                </a:lnTo>
                <a:lnTo>
                  <a:pt x="232008" y="2328056"/>
                </a:lnTo>
                <a:lnTo>
                  <a:pt x="231870" y="2327088"/>
                </a:lnTo>
                <a:lnTo>
                  <a:pt x="231754" y="2326098"/>
                </a:lnTo>
                <a:lnTo>
                  <a:pt x="231659" y="2325085"/>
                </a:lnTo>
                <a:lnTo>
                  <a:pt x="231585" y="2324050"/>
                </a:lnTo>
                <a:lnTo>
                  <a:pt x="231532" y="2322993"/>
                </a:lnTo>
                <a:lnTo>
                  <a:pt x="231500" y="2321913"/>
                </a:lnTo>
                <a:lnTo>
                  <a:pt x="231490" y="2320811"/>
                </a:lnTo>
                <a:lnTo>
                  <a:pt x="231490" y="2309484"/>
                </a:lnTo>
                <a:lnTo>
                  <a:pt x="231501" y="2308341"/>
                </a:lnTo>
                <a:lnTo>
                  <a:pt x="231533" y="2307224"/>
                </a:lnTo>
                <a:lnTo>
                  <a:pt x="231588" y="2306131"/>
                </a:lnTo>
                <a:lnTo>
                  <a:pt x="231664" y="2305064"/>
                </a:lnTo>
                <a:lnTo>
                  <a:pt x="231761" y="2304023"/>
                </a:lnTo>
                <a:lnTo>
                  <a:pt x="231881" y="2303006"/>
                </a:lnTo>
                <a:lnTo>
                  <a:pt x="232022" y="2302015"/>
                </a:lnTo>
                <a:lnTo>
                  <a:pt x="232185" y="2301049"/>
                </a:lnTo>
                <a:lnTo>
                  <a:pt x="232370" y="2300108"/>
                </a:lnTo>
                <a:lnTo>
                  <a:pt x="232576" y="2299193"/>
                </a:lnTo>
                <a:lnTo>
                  <a:pt x="232804" y="2298303"/>
                </a:lnTo>
                <a:lnTo>
                  <a:pt x="233054" y="2297438"/>
                </a:lnTo>
                <a:lnTo>
                  <a:pt x="233325" y="2296598"/>
                </a:lnTo>
                <a:lnTo>
                  <a:pt x="233618" y="2295783"/>
                </a:lnTo>
                <a:lnTo>
                  <a:pt x="233933" y="2294994"/>
                </a:lnTo>
                <a:lnTo>
                  <a:pt x="234270" y="2294230"/>
                </a:lnTo>
                <a:lnTo>
                  <a:pt x="234628" y="2293491"/>
                </a:lnTo>
                <a:lnTo>
                  <a:pt x="235009" y="2292778"/>
                </a:lnTo>
                <a:lnTo>
                  <a:pt x="235410" y="2292089"/>
                </a:lnTo>
                <a:lnTo>
                  <a:pt x="235834" y="2291426"/>
                </a:lnTo>
                <a:lnTo>
                  <a:pt x="236279" y="2290789"/>
                </a:lnTo>
                <a:lnTo>
                  <a:pt x="236746" y="2290176"/>
                </a:lnTo>
                <a:lnTo>
                  <a:pt x="237235" y="2289589"/>
                </a:lnTo>
                <a:lnTo>
                  <a:pt x="237745" y="2289027"/>
                </a:lnTo>
                <a:lnTo>
                  <a:pt x="238285" y="2288475"/>
                </a:lnTo>
                <a:lnTo>
                  <a:pt x="238835" y="2287946"/>
                </a:lnTo>
                <a:lnTo>
                  <a:pt x="239394" y="2287442"/>
                </a:lnTo>
                <a:lnTo>
                  <a:pt x="239962" y="2286960"/>
                </a:lnTo>
                <a:lnTo>
                  <a:pt x="240540" y="2286502"/>
                </a:lnTo>
                <a:lnTo>
                  <a:pt x="241127" y="2286068"/>
                </a:lnTo>
                <a:lnTo>
                  <a:pt x="241723" y="2285657"/>
                </a:lnTo>
                <a:lnTo>
                  <a:pt x="242329" y="2285270"/>
                </a:lnTo>
                <a:lnTo>
                  <a:pt x="242944" y="2284906"/>
                </a:lnTo>
                <a:lnTo>
                  <a:pt x="243569" y="2284565"/>
                </a:lnTo>
                <a:lnTo>
                  <a:pt x="244203" y="2284248"/>
                </a:lnTo>
                <a:lnTo>
                  <a:pt x="244846" y="2283955"/>
                </a:lnTo>
                <a:lnTo>
                  <a:pt x="245499" y="2283685"/>
                </a:lnTo>
                <a:lnTo>
                  <a:pt x="246161" y="2283438"/>
                </a:lnTo>
                <a:lnTo>
                  <a:pt x="246833" y="2283215"/>
                </a:lnTo>
                <a:lnTo>
                  <a:pt x="247514" y="2283015"/>
                </a:lnTo>
                <a:lnTo>
                  <a:pt x="248204" y="2282839"/>
                </a:lnTo>
                <a:lnTo>
                  <a:pt x="248904" y="2282687"/>
                </a:lnTo>
                <a:lnTo>
                  <a:pt x="249613" y="2282558"/>
                </a:lnTo>
                <a:lnTo>
                  <a:pt x="250331" y="2282452"/>
                </a:lnTo>
                <a:lnTo>
                  <a:pt x="251059" y="2282370"/>
                </a:lnTo>
                <a:lnTo>
                  <a:pt x="251797" y="2282311"/>
                </a:lnTo>
                <a:lnTo>
                  <a:pt x="252543" y="2282276"/>
                </a:lnTo>
                <a:lnTo>
                  <a:pt x="253300" y="2282264"/>
                </a:lnTo>
                <a:lnTo>
                  <a:pt x="253818" y="2282268"/>
                </a:lnTo>
                <a:lnTo>
                  <a:pt x="254330" y="2282282"/>
                </a:lnTo>
                <a:lnTo>
                  <a:pt x="254837" y="2282304"/>
                </a:lnTo>
                <a:lnTo>
                  <a:pt x="255338" y="2282335"/>
                </a:lnTo>
                <a:lnTo>
                  <a:pt x="255833" y="2282374"/>
                </a:lnTo>
                <a:lnTo>
                  <a:pt x="256322" y="2282423"/>
                </a:lnTo>
                <a:lnTo>
                  <a:pt x="256805" y="2282480"/>
                </a:lnTo>
                <a:lnTo>
                  <a:pt x="257282" y="2282546"/>
                </a:lnTo>
                <a:lnTo>
                  <a:pt x="257753" y="2282621"/>
                </a:lnTo>
                <a:lnTo>
                  <a:pt x="258219" y="2282704"/>
                </a:lnTo>
                <a:lnTo>
                  <a:pt x="258679" y="2282797"/>
                </a:lnTo>
                <a:lnTo>
                  <a:pt x="259132" y="2282898"/>
                </a:lnTo>
                <a:lnTo>
                  <a:pt x="259580" y="2283008"/>
                </a:lnTo>
                <a:lnTo>
                  <a:pt x="260022" y="2283127"/>
                </a:lnTo>
                <a:lnTo>
                  <a:pt x="260459" y="2283255"/>
                </a:lnTo>
                <a:lnTo>
                  <a:pt x="260889" y="2283391"/>
                </a:lnTo>
                <a:lnTo>
                  <a:pt x="261313" y="2283536"/>
                </a:lnTo>
                <a:lnTo>
                  <a:pt x="261732" y="2283690"/>
                </a:lnTo>
                <a:lnTo>
                  <a:pt x="262144" y="2283853"/>
                </a:lnTo>
                <a:lnTo>
                  <a:pt x="262551" y="2284025"/>
                </a:lnTo>
                <a:lnTo>
                  <a:pt x="262952" y="2284205"/>
                </a:lnTo>
                <a:lnTo>
                  <a:pt x="263347" y="2284395"/>
                </a:lnTo>
                <a:lnTo>
                  <a:pt x="263737" y="2284593"/>
                </a:lnTo>
                <a:lnTo>
                  <a:pt x="264120" y="2284800"/>
                </a:lnTo>
                <a:lnTo>
                  <a:pt x="264511" y="2285002"/>
                </a:lnTo>
                <a:lnTo>
                  <a:pt x="264895" y="2285214"/>
                </a:lnTo>
                <a:lnTo>
                  <a:pt x="265272" y="2285436"/>
                </a:lnTo>
                <a:lnTo>
                  <a:pt x="265641" y="2285669"/>
                </a:lnTo>
                <a:lnTo>
                  <a:pt x="266004" y="2285911"/>
                </a:lnTo>
                <a:lnTo>
                  <a:pt x="266360" y="2286163"/>
                </a:lnTo>
                <a:lnTo>
                  <a:pt x="266709" y="2286425"/>
                </a:lnTo>
                <a:lnTo>
                  <a:pt x="267050" y="2286697"/>
                </a:lnTo>
                <a:lnTo>
                  <a:pt x="267385" y="2286979"/>
                </a:lnTo>
                <a:lnTo>
                  <a:pt x="267713" y="2287271"/>
                </a:lnTo>
                <a:lnTo>
                  <a:pt x="268033" y="2287573"/>
                </a:lnTo>
                <a:lnTo>
                  <a:pt x="268347" y="2287885"/>
                </a:lnTo>
                <a:lnTo>
                  <a:pt x="268653" y="2288207"/>
                </a:lnTo>
                <a:lnTo>
                  <a:pt x="268952" y="2288539"/>
                </a:lnTo>
                <a:lnTo>
                  <a:pt x="269245" y="2288881"/>
                </a:lnTo>
                <a:lnTo>
                  <a:pt x="269530" y="2289233"/>
                </a:lnTo>
                <a:lnTo>
                  <a:pt x="269808" y="2289595"/>
                </a:lnTo>
                <a:lnTo>
                  <a:pt x="270079" y="2289967"/>
                </a:lnTo>
                <a:lnTo>
                  <a:pt x="270344" y="2290349"/>
                </a:lnTo>
                <a:lnTo>
                  <a:pt x="270601" y="2290741"/>
                </a:lnTo>
                <a:lnTo>
                  <a:pt x="270851" y="2291143"/>
                </a:lnTo>
                <a:lnTo>
                  <a:pt x="271094" y="2291554"/>
                </a:lnTo>
                <a:lnTo>
                  <a:pt x="271330" y="2291976"/>
                </a:lnTo>
                <a:lnTo>
                  <a:pt x="271559" y="2292408"/>
                </a:lnTo>
                <a:lnTo>
                  <a:pt x="271780" y="2292836"/>
                </a:lnTo>
                <a:lnTo>
                  <a:pt x="271991" y="2293276"/>
                </a:lnTo>
                <a:lnTo>
                  <a:pt x="272193" y="2293726"/>
                </a:lnTo>
                <a:lnTo>
                  <a:pt x="272385" y="2294188"/>
                </a:lnTo>
                <a:lnTo>
                  <a:pt x="272569" y="2294661"/>
                </a:lnTo>
                <a:lnTo>
                  <a:pt x="272742" y="2295145"/>
                </a:lnTo>
                <a:lnTo>
                  <a:pt x="272907" y="2295640"/>
                </a:lnTo>
                <a:lnTo>
                  <a:pt x="273062" y="2296146"/>
                </a:lnTo>
                <a:lnTo>
                  <a:pt x="273207" y="2296664"/>
                </a:lnTo>
                <a:lnTo>
                  <a:pt x="273343" y="2297192"/>
                </a:lnTo>
                <a:lnTo>
                  <a:pt x="273470" y="2297732"/>
                </a:lnTo>
                <a:lnTo>
                  <a:pt x="273588" y="2298283"/>
                </a:lnTo>
                <a:lnTo>
                  <a:pt x="273696" y="2298845"/>
                </a:lnTo>
                <a:lnTo>
                  <a:pt x="273794" y="2299418"/>
                </a:lnTo>
                <a:lnTo>
                  <a:pt x="273883" y="2300003"/>
                </a:lnTo>
                <a:lnTo>
                  <a:pt x="273963" y="2300598"/>
                </a:lnTo>
                <a:lnTo>
                  <a:pt x="274034" y="2301205"/>
                </a:lnTo>
                <a:lnTo>
                  <a:pt x="274095" y="2301823"/>
                </a:lnTo>
                <a:lnTo>
                  <a:pt x="274146" y="2302452"/>
                </a:lnTo>
                <a:lnTo>
                  <a:pt x="274189" y="2303092"/>
                </a:lnTo>
                <a:lnTo>
                  <a:pt x="274222" y="2303743"/>
                </a:lnTo>
                <a:lnTo>
                  <a:pt x="274245" y="2304406"/>
                </a:lnTo>
                <a:lnTo>
                  <a:pt x="274259" y="2305079"/>
                </a:lnTo>
                <a:lnTo>
                  <a:pt x="274264" y="2305764"/>
                </a:lnTo>
                <a:lnTo>
                  <a:pt x="289480" y="2305764"/>
                </a:lnTo>
                <a:lnTo>
                  <a:pt x="289472" y="2304840"/>
                </a:lnTo>
                <a:lnTo>
                  <a:pt x="289448" y="2303928"/>
                </a:lnTo>
                <a:lnTo>
                  <a:pt x="289409" y="2303027"/>
                </a:lnTo>
                <a:lnTo>
                  <a:pt x="289353" y="2302139"/>
                </a:lnTo>
                <a:lnTo>
                  <a:pt x="289282" y="2301262"/>
                </a:lnTo>
                <a:lnTo>
                  <a:pt x="289195" y="2300396"/>
                </a:lnTo>
                <a:lnTo>
                  <a:pt x="289092" y="2299543"/>
                </a:lnTo>
                <a:lnTo>
                  <a:pt x="288973" y="2298701"/>
                </a:lnTo>
                <a:lnTo>
                  <a:pt x="288838" y="2297871"/>
                </a:lnTo>
                <a:lnTo>
                  <a:pt x="288687" y="2297053"/>
                </a:lnTo>
                <a:lnTo>
                  <a:pt x="288521" y="2296246"/>
                </a:lnTo>
                <a:lnTo>
                  <a:pt x="288339" y="2295451"/>
                </a:lnTo>
                <a:lnTo>
                  <a:pt x="288141" y="2294668"/>
                </a:lnTo>
                <a:lnTo>
                  <a:pt x="287927" y="2293897"/>
                </a:lnTo>
                <a:lnTo>
                  <a:pt x="287697" y="2293137"/>
                </a:lnTo>
                <a:lnTo>
                  <a:pt x="287451" y="2292389"/>
                </a:lnTo>
                <a:lnTo>
                  <a:pt x="287190" y="2291653"/>
                </a:lnTo>
                <a:lnTo>
                  <a:pt x="286912" y="2290929"/>
                </a:lnTo>
                <a:lnTo>
                  <a:pt x="286619" y="2290216"/>
                </a:lnTo>
                <a:lnTo>
                  <a:pt x="286310" y="2289515"/>
                </a:lnTo>
                <a:lnTo>
                  <a:pt x="285985" y="2288826"/>
                </a:lnTo>
                <a:lnTo>
                  <a:pt x="285644" y="2288149"/>
                </a:lnTo>
                <a:lnTo>
                  <a:pt x="285288" y="2287483"/>
                </a:lnTo>
                <a:lnTo>
                  <a:pt x="284915" y="2286829"/>
                </a:lnTo>
                <a:lnTo>
                  <a:pt x="284529" y="2286173"/>
                </a:lnTo>
                <a:lnTo>
                  <a:pt x="284131" y="2285530"/>
                </a:lnTo>
                <a:lnTo>
                  <a:pt x="283721" y="2284900"/>
                </a:lnTo>
                <a:lnTo>
                  <a:pt x="283300" y="2284283"/>
                </a:lnTo>
                <a:lnTo>
                  <a:pt x="282866" y="2283679"/>
                </a:lnTo>
                <a:lnTo>
                  <a:pt x="282421" y="2283088"/>
                </a:lnTo>
                <a:lnTo>
                  <a:pt x="281965" y="2282510"/>
                </a:lnTo>
                <a:lnTo>
                  <a:pt x="281496" y="2281945"/>
                </a:lnTo>
                <a:lnTo>
                  <a:pt x="281016" y="2281392"/>
                </a:lnTo>
                <a:lnTo>
                  <a:pt x="280524" y="2280853"/>
                </a:lnTo>
                <a:lnTo>
                  <a:pt x="280020" y="2280326"/>
                </a:lnTo>
                <a:lnTo>
                  <a:pt x="279505" y="2279813"/>
                </a:lnTo>
                <a:lnTo>
                  <a:pt x="278978" y="2279312"/>
                </a:lnTo>
                <a:lnTo>
                  <a:pt x="278439" y="2278824"/>
                </a:lnTo>
                <a:lnTo>
                  <a:pt x="277888" y="2278349"/>
                </a:lnTo>
                <a:lnTo>
                  <a:pt x="277326" y="2277887"/>
                </a:lnTo>
                <a:lnTo>
                  <a:pt x="276752" y="2277438"/>
                </a:lnTo>
                <a:lnTo>
                  <a:pt x="276166" y="2277002"/>
                </a:lnTo>
                <a:lnTo>
                  <a:pt x="275568" y="2276578"/>
                </a:lnTo>
                <a:lnTo>
                  <a:pt x="274959" y="2276168"/>
                </a:lnTo>
                <a:lnTo>
                  <a:pt x="274338" y="2275771"/>
                </a:lnTo>
                <a:lnTo>
                  <a:pt x="273705" y="2275386"/>
                </a:lnTo>
                <a:lnTo>
                  <a:pt x="273060" y="2275015"/>
                </a:lnTo>
                <a:lnTo>
                  <a:pt x="272404" y="2274656"/>
                </a:lnTo>
                <a:lnTo>
                  <a:pt x="271738" y="2274297"/>
                </a:lnTo>
                <a:lnTo>
                  <a:pt x="271062" y="2273954"/>
                </a:lnTo>
                <a:lnTo>
                  <a:pt x="270378" y="2273626"/>
                </a:lnTo>
                <a:lnTo>
                  <a:pt x="269685" y="2273313"/>
                </a:lnTo>
                <a:lnTo>
                  <a:pt x="268983" y="2273015"/>
                </a:lnTo>
                <a:lnTo>
                  <a:pt x="268273" y="2272733"/>
                </a:lnTo>
                <a:lnTo>
                  <a:pt x="267553" y="2272466"/>
                </a:lnTo>
                <a:lnTo>
                  <a:pt x="266825" y="2272214"/>
                </a:lnTo>
                <a:lnTo>
                  <a:pt x="266088" y="2271977"/>
                </a:lnTo>
                <a:lnTo>
                  <a:pt x="265342" y="2271756"/>
                </a:lnTo>
                <a:lnTo>
                  <a:pt x="264587" y="2271550"/>
                </a:lnTo>
                <a:lnTo>
                  <a:pt x="263824" y="2271359"/>
                </a:lnTo>
                <a:lnTo>
                  <a:pt x="263052" y="2271184"/>
                </a:lnTo>
                <a:lnTo>
                  <a:pt x="262271" y="2271023"/>
                </a:lnTo>
                <a:lnTo>
                  <a:pt x="261481" y="2270878"/>
                </a:lnTo>
                <a:lnTo>
                  <a:pt x="260682" y="2270749"/>
                </a:lnTo>
                <a:lnTo>
                  <a:pt x="259875" y="2270634"/>
                </a:lnTo>
                <a:lnTo>
                  <a:pt x="259058" y="2270535"/>
                </a:lnTo>
                <a:lnTo>
                  <a:pt x="258233" y="2270451"/>
                </a:lnTo>
                <a:lnTo>
                  <a:pt x="257399" y="2270382"/>
                </a:lnTo>
                <a:lnTo>
                  <a:pt x="256557" y="2270329"/>
                </a:lnTo>
                <a:lnTo>
                  <a:pt x="255705" y="2270291"/>
                </a:lnTo>
                <a:lnTo>
                  <a:pt x="254845" y="2270268"/>
                </a:lnTo>
                <a:lnTo>
                  <a:pt x="253976" y="2270260"/>
                </a:lnTo>
                <a:lnTo>
                  <a:pt x="251947" y="2270260"/>
                </a:lnTo>
                <a:lnTo>
                  <a:pt x="251259" y="2270266"/>
                </a:lnTo>
                <a:lnTo>
                  <a:pt x="250576" y="2270281"/>
                </a:lnTo>
                <a:lnTo>
                  <a:pt x="249897" y="2270308"/>
                </a:lnTo>
                <a:lnTo>
                  <a:pt x="249223" y="2270345"/>
                </a:lnTo>
                <a:lnTo>
                  <a:pt x="248554" y="2270392"/>
                </a:lnTo>
                <a:lnTo>
                  <a:pt x="247889" y="2270450"/>
                </a:lnTo>
                <a:lnTo>
                  <a:pt x="247230" y="2270519"/>
                </a:lnTo>
                <a:lnTo>
                  <a:pt x="246574" y="2270598"/>
                </a:lnTo>
                <a:lnTo>
                  <a:pt x="245924" y="2270688"/>
                </a:lnTo>
                <a:lnTo>
                  <a:pt x="245278" y="2270789"/>
                </a:lnTo>
                <a:lnTo>
                  <a:pt x="244637" y="2270900"/>
                </a:lnTo>
                <a:lnTo>
                  <a:pt x="244001" y="2271021"/>
                </a:lnTo>
                <a:lnTo>
                  <a:pt x="243369" y="2271153"/>
                </a:lnTo>
                <a:lnTo>
                  <a:pt x="242742" y="2271296"/>
                </a:lnTo>
                <a:lnTo>
                  <a:pt x="242120" y="2271449"/>
                </a:lnTo>
                <a:lnTo>
                  <a:pt x="241502" y="2271613"/>
                </a:lnTo>
                <a:lnTo>
                  <a:pt x="240890" y="2271787"/>
                </a:lnTo>
                <a:lnTo>
                  <a:pt x="240281" y="2271972"/>
                </a:lnTo>
                <a:lnTo>
                  <a:pt x="239678" y="2272167"/>
                </a:lnTo>
                <a:lnTo>
                  <a:pt x="239079" y="2272373"/>
                </a:lnTo>
                <a:lnTo>
                  <a:pt x="238485" y="2272590"/>
                </a:lnTo>
                <a:lnTo>
                  <a:pt x="237896" y="2272817"/>
                </a:lnTo>
                <a:lnTo>
                  <a:pt x="237311" y="2273055"/>
                </a:lnTo>
                <a:lnTo>
                  <a:pt x="236731" y="2273303"/>
                </a:lnTo>
                <a:lnTo>
                  <a:pt x="236156" y="2273548"/>
                </a:lnTo>
                <a:lnTo>
                  <a:pt x="235587" y="2273802"/>
                </a:lnTo>
                <a:lnTo>
                  <a:pt x="235024" y="2274067"/>
                </a:lnTo>
                <a:lnTo>
                  <a:pt x="234467" y="2274341"/>
                </a:lnTo>
                <a:lnTo>
                  <a:pt x="233916" y="2274626"/>
                </a:lnTo>
                <a:lnTo>
                  <a:pt x="233371" y="2274920"/>
                </a:lnTo>
                <a:lnTo>
                  <a:pt x="232831" y="2275224"/>
                </a:lnTo>
                <a:lnTo>
                  <a:pt x="232298" y="2275539"/>
                </a:lnTo>
                <a:lnTo>
                  <a:pt x="231770" y="2275863"/>
                </a:lnTo>
                <a:lnTo>
                  <a:pt x="231248" y="2276197"/>
                </a:lnTo>
                <a:lnTo>
                  <a:pt x="230732" y="2276542"/>
                </a:lnTo>
                <a:lnTo>
                  <a:pt x="230222" y="2276896"/>
                </a:lnTo>
                <a:lnTo>
                  <a:pt x="229718" y="2277260"/>
                </a:lnTo>
                <a:lnTo>
                  <a:pt x="229219" y="2277634"/>
                </a:lnTo>
                <a:lnTo>
                  <a:pt x="228727" y="2278019"/>
                </a:lnTo>
                <a:lnTo>
                  <a:pt x="228240" y="2278413"/>
                </a:lnTo>
                <a:lnTo>
                  <a:pt x="227759" y="2278817"/>
                </a:lnTo>
                <a:lnTo>
                  <a:pt x="227284" y="2279231"/>
                </a:lnTo>
                <a:lnTo>
                  <a:pt x="226815" y="2279655"/>
                </a:lnTo>
                <a:lnTo>
                  <a:pt x="226352" y="2280089"/>
                </a:lnTo>
                <a:lnTo>
                  <a:pt x="225895" y="2280533"/>
                </a:lnTo>
                <a:lnTo>
                  <a:pt x="225443" y="2280988"/>
                </a:lnTo>
                <a:lnTo>
                  <a:pt x="224998" y="2281452"/>
                </a:lnTo>
                <a:lnTo>
                  <a:pt x="224558" y="2281926"/>
                </a:lnTo>
                <a:lnTo>
                  <a:pt x="224139" y="2282395"/>
                </a:lnTo>
                <a:lnTo>
                  <a:pt x="223728" y="2282872"/>
                </a:lnTo>
                <a:lnTo>
                  <a:pt x="223324" y="2283357"/>
                </a:lnTo>
                <a:lnTo>
                  <a:pt x="222929" y="2283851"/>
                </a:lnTo>
                <a:lnTo>
                  <a:pt x="222540" y="2284353"/>
                </a:lnTo>
                <a:lnTo>
                  <a:pt x="222160" y="2284863"/>
                </a:lnTo>
                <a:lnTo>
                  <a:pt x="221786" y="2285382"/>
                </a:lnTo>
                <a:lnTo>
                  <a:pt x="221421" y="2285908"/>
                </a:lnTo>
                <a:lnTo>
                  <a:pt x="221063" y="2286443"/>
                </a:lnTo>
                <a:lnTo>
                  <a:pt x="220713" y="2286986"/>
                </a:lnTo>
                <a:lnTo>
                  <a:pt x="220371" y="2287537"/>
                </a:lnTo>
                <a:lnTo>
                  <a:pt x="220036" y="2288097"/>
                </a:lnTo>
                <a:lnTo>
                  <a:pt x="219708" y="2288664"/>
                </a:lnTo>
                <a:lnTo>
                  <a:pt x="219389" y="2289240"/>
                </a:lnTo>
                <a:lnTo>
                  <a:pt x="219077" y="2289824"/>
                </a:lnTo>
                <a:lnTo>
                  <a:pt x="218772" y="2290417"/>
                </a:lnTo>
                <a:lnTo>
                  <a:pt x="218476" y="2291017"/>
                </a:lnTo>
                <a:lnTo>
                  <a:pt x="218186" y="2291626"/>
                </a:lnTo>
                <a:lnTo>
                  <a:pt x="217905" y="2292243"/>
                </a:lnTo>
                <a:lnTo>
                  <a:pt x="217631" y="2292868"/>
                </a:lnTo>
                <a:lnTo>
                  <a:pt x="217365" y="2293502"/>
                </a:lnTo>
                <a:lnTo>
                  <a:pt x="217106" y="2294143"/>
                </a:lnTo>
                <a:lnTo>
                  <a:pt x="216855" y="2294793"/>
                </a:lnTo>
                <a:lnTo>
                  <a:pt x="216612" y="2295451"/>
                </a:lnTo>
                <a:lnTo>
                  <a:pt x="216377" y="2296103"/>
                </a:lnTo>
                <a:lnTo>
                  <a:pt x="216153" y="2296761"/>
                </a:lnTo>
                <a:lnTo>
                  <a:pt x="215938" y="2297427"/>
                </a:lnTo>
                <a:lnTo>
                  <a:pt x="215734" y="2298100"/>
                </a:lnTo>
                <a:lnTo>
                  <a:pt x="215539" y="2298780"/>
                </a:lnTo>
                <a:lnTo>
                  <a:pt x="215355" y="2299467"/>
                </a:lnTo>
                <a:lnTo>
                  <a:pt x="215180" y="2300160"/>
                </a:lnTo>
                <a:lnTo>
                  <a:pt x="215015" y="2300861"/>
                </a:lnTo>
                <a:lnTo>
                  <a:pt x="214861" y="2301569"/>
                </a:lnTo>
                <a:lnTo>
                  <a:pt x="214716" y="2302284"/>
                </a:lnTo>
                <a:lnTo>
                  <a:pt x="214581" y="2303006"/>
                </a:lnTo>
                <a:lnTo>
                  <a:pt x="214456" y="2303735"/>
                </a:lnTo>
                <a:lnTo>
                  <a:pt x="214342" y="2304472"/>
                </a:lnTo>
                <a:lnTo>
                  <a:pt x="214237" y="2305215"/>
                </a:lnTo>
                <a:lnTo>
                  <a:pt x="214142" y="2305965"/>
                </a:lnTo>
                <a:lnTo>
                  <a:pt x="214057" y="2306722"/>
                </a:lnTo>
                <a:lnTo>
                  <a:pt x="213982" y="2307487"/>
                </a:lnTo>
                <a:lnTo>
                  <a:pt x="213917" y="2308258"/>
                </a:lnTo>
                <a:lnTo>
                  <a:pt x="213863" y="2309036"/>
                </a:lnTo>
                <a:lnTo>
                  <a:pt x="213818" y="2309822"/>
                </a:lnTo>
                <a:lnTo>
                  <a:pt x="213783" y="2310614"/>
                </a:lnTo>
                <a:lnTo>
                  <a:pt x="213758" y="2311414"/>
                </a:lnTo>
                <a:lnTo>
                  <a:pt x="213743" y="2312220"/>
                </a:lnTo>
                <a:lnTo>
                  <a:pt x="213738" y="2313034"/>
                </a:lnTo>
                <a:lnTo>
                  <a:pt x="213738" y="2317092"/>
                </a:lnTo>
                <a:lnTo>
                  <a:pt x="213743" y="2317906"/>
                </a:lnTo>
                <a:lnTo>
                  <a:pt x="213758" y="2318713"/>
                </a:lnTo>
                <a:lnTo>
                  <a:pt x="213783" y="2319514"/>
                </a:lnTo>
                <a:lnTo>
                  <a:pt x="213818" y="2320309"/>
                </a:lnTo>
                <a:lnTo>
                  <a:pt x="213863" y="2321097"/>
                </a:lnTo>
                <a:lnTo>
                  <a:pt x="213917" y="2321879"/>
                </a:lnTo>
                <a:lnTo>
                  <a:pt x="213982" y="2322654"/>
                </a:lnTo>
                <a:lnTo>
                  <a:pt x="214057" y="2323422"/>
                </a:lnTo>
                <a:lnTo>
                  <a:pt x="214142" y="2324185"/>
                </a:lnTo>
                <a:lnTo>
                  <a:pt x="214237" y="2324940"/>
                </a:lnTo>
                <a:lnTo>
                  <a:pt x="214342" y="2325690"/>
                </a:lnTo>
                <a:lnTo>
                  <a:pt x="214456" y="2326433"/>
                </a:lnTo>
                <a:lnTo>
                  <a:pt x="214581" y="2327169"/>
                </a:lnTo>
                <a:lnTo>
                  <a:pt x="214716" y="2327899"/>
                </a:lnTo>
                <a:lnTo>
                  <a:pt x="214861" y="2328623"/>
                </a:lnTo>
                <a:lnTo>
                  <a:pt x="215015" y="2329340"/>
                </a:lnTo>
                <a:lnTo>
                  <a:pt x="215180" y="2330050"/>
                </a:lnTo>
                <a:lnTo>
                  <a:pt x="215355" y="2330755"/>
                </a:lnTo>
                <a:lnTo>
                  <a:pt x="215539" y="2331452"/>
                </a:lnTo>
                <a:lnTo>
                  <a:pt x="215734" y="2332143"/>
                </a:lnTo>
                <a:lnTo>
                  <a:pt x="215938" y="2332828"/>
                </a:lnTo>
                <a:lnTo>
                  <a:pt x="216153" y="2333507"/>
                </a:lnTo>
                <a:lnTo>
                  <a:pt x="216377" y="2334178"/>
                </a:lnTo>
                <a:lnTo>
                  <a:pt x="216612" y="2334844"/>
                </a:lnTo>
                <a:lnTo>
                  <a:pt x="216855" y="2335488"/>
                </a:lnTo>
                <a:lnTo>
                  <a:pt x="217106" y="2336126"/>
                </a:lnTo>
                <a:lnTo>
                  <a:pt x="217365" y="2336756"/>
                </a:lnTo>
                <a:lnTo>
                  <a:pt x="217631" y="2337380"/>
                </a:lnTo>
                <a:lnTo>
                  <a:pt x="217905" y="2337996"/>
                </a:lnTo>
                <a:lnTo>
                  <a:pt x="218186" y="2338606"/>
                </a:lnTo>
                <a:lnTo>
                  <a:pt x="218476" y="2339208"/>
                </a:lnTo>
                <a:lnTo>
                  <a:pt x="218772" y="2339803"/>
                </a:lnTo>
                <a:lnTo>
                  <a:pt x="219077" y="2340391"/>
                </a:lnTo>
                <a:lnTo>
                  <a:pt x="219389" y="2340973"/>
                </a:lnTo>
                <a:lnTo>
                  <a:pt x="219708" y="2341547"/>
                </a:lnTo>
                <a:lnTo>
                  <a:pt x="220036" y="2342114"/>
                </a:lnTo>
                <a:lnTo>
                  <a:pt x="220371" y="2342674"/>
                </a:lnTo>
                <a:lnTo>
                  <a:pt x="220713" y="2343227"/>
                </a:lnTo>
                <a:lnTo>
                  <a:pt x="221063" y="2343773"/>
                </a:lnTo>
                <a:lnTo>
                  <a:pt x="221421" y="2344312"/>
                </a:lnTo>
                <a:lnTo>
                  <a:pt x="221786" y="2344843"/>
                </a:lnTo>
                <a:lnTo>
                  <a:pt x="222160" y="2345368"/>
                </a:lnTo>
                <a:lnTo>
                  <a:pt x="222540" y="2345886"/>
                </a:lnTo>
                <a:lnTo>
                  <a:pt x="222929" y="2346397"/>
                </a:lnTo>
                <a:lnTo>
                  <a:pt x="223324" y="2346900"/>
                </a:lnTo>
                <a:lnTo>
                  <a:pt x="223728" y="2347397"/>
                </a:lnTo>
                <a:lnTo>
                  <a:pt x="224139" y="2347887"/>
                </a:lnTo>
                <a:lnTo>
                  <a:pt x="224558" y="2348369"/>
                </a:lnTo>
                <a:lnTo>
                  <a:pt x="224998" y="2348830"/>
                </a:lnTo>
                <a:lnTo>
                  <a:pt x="225443" y="2349281"/>
                </a:lnTo>
                <a:lnTo>
                  <a:pt x="225895" y="2349724"/>
                </a:lnTo>
                <a:lnTo>
                  <a:pt x="226352" y="2350158"/>
                </a:lnTo>
                <a:lnTo>
                  <a:pt x="226815" y="2350584"/>
                </a:lnTo>
                <a:lnTo>
                  <a:pt x="227284" y="2351000"/>
                </a:lnTo>
                <a:lnTo>
                  <a:pt x="227759" y="2351408"/>
                </a:lnTo>
                <a:lnTo>
                  <a:pt x="228240" y="2351807"/>
                </a:lnTo>
                <a:lnTo>
                  <a:pt x="228727" y="2352197"/>
                </a:lnTo>
                <a:lnTo>
                  <a:pt x="229219" y="2352578"/>
                </a:lnTo>
                <a:lnTo>
                  <a:pt x="229718" y="2352951"/>
                </a:lnTo>
                <a:lnTo>
                  <a:pt x="230222" y="2353314"/>
                </a:lnTo>
                <a:lnTo>
                  <a:pt x="230732" y="2353669"/>
                </a:lnTo>
                <a:lnTo>
                  <a:pt x="231248" y="2354015"/>
                </a:lnTo>
                <a:lnTo>
                  <a:pt x="231770" y="2354353"/>
                </a:lnTo>
                <a:lnTo>
                  <a:pt x="232298" y="2354681"/>
                </a:lnTo>
                <a:lnTo>
                  <a:pt x="232831" y="2355001"/>
                </a:lnTo>
                <a:lnTo>
                  <a:pt x="233371" y="2355311"/>
                </a:lnTo>
                <a:lnTo>
                  <a:pt x="233916" y="2355613"/>
                </a:lnTo>
                <a:lnTo>
                  <a:pt x="234467" y="2355907"/>
                </a:lnTo>
                <a:lnTo>
                  <a:pt x="235024" y="2356191"/>
                </a:lnTo>
                <a:lnTo>
                  <a:pt x="235587" y="2356467"/>
                </a:lnTo>
                <a:lnTo>
                  <a:pt x="236156" y="2356734"/>
                </a:lnTo>
                <a:lnTo>
                  <a:pt x="236731" y="2356992"/>
                </a:lnTo>
                <a:lnTo>
                  <a:pt x="237324" y="2357240"/>
                </a:lnTo>
                <a:lnTo>
                  <a:pt x="237920" y="2357478"/>
                </a:lnTo>
                <a:lnTo>
                  <a:pt x="238519" y="2357705"/>
                </a:lnTo>
                <a:lnTo>
                  <a:pt x="239121" y="2357921"/>
                </a:lnTo>
                <a:lnTo>
                  <a:pt x="239726" y="2358127"/>
                </a:lnTo>
                <a:lnTo>
                  <a:pt x="240334" y="2358323"/>
                </a:lnTo>
                <a:lnTo>
                  <a:pt x="240945" y="2358508"/>
                </a:lnTo>
                <a:lnTo>
                  <a:pt x="241559" y="2358682"/>
                </a:lnTo>
                <a:lnTo>
                  <a:pt x="242175" y="2358846"/>
                </a:lnTo>
                <a:lnTo>
                  <a:pt x="242795" y="2358999"/>
                </a:lnTo>
                <a:lnTo>
                  <a:pt x="243418" y="2359142"/>
                </a:lnTo>
                <a:lnTo>
                  <a:pt x="244043" y="2359274"/>
                </a:lnTo>
                <a:lnTo>
                  <a:pt x="244672" y="2359395"/>
                </a:lnTo>
                <a:lnTo>
                  <a:pt x="245303" y="2359506"/>
                </a:lnTo>
                <a:lnTo>
                  <a:pt x="245937" y="2359607"/>
                </a:lnTo>
                <a:lnTo>
                  <a:pt x="246574" y="2359697"/>
                </a:lnTo>
                <a:lnTo>
                  <a:pt x="247215" y="2359776"/>
                </a:lnTo>
                <a:lnTo>
                  <a:pt x="247858" y="2359845"/>
                </a:lnTo>
                <a:lnTo>
                  <a:pt x="248504" y="2359903"/>
                </a:lnTo>
                <a:lnTo>
                  <a:pt x="249153" y="2359950"/>
                </a:lnTo>
                <a:lnTo>
                  <a:pt x="249805" y="2359987"/>
                </a:lnTo>
                <a:lnTo>
                  <a:pt x="250459" y="2360014"/>
                </a:lnTo>
                <a:lnTo>
                  <a:pt x="251117" y="2360029"/>
                </a:lnTo>
                <a:lnTo>
                  <a:pt x="251778" y="2360035"/>
                </a:lnTo>
                <a:lnTo>
                  <a:pt x="253807" y="2360035"/>
                </a:lnTo>
                <a:lnTo>
                  <a:pt x="254662" y="2360028"/>
                </a:lnTo>
                <a:lnTo>
                  <a:pt x="255509" y="2360007"/>
                </a:lnTo>
                <a:lnTo>
                  <a:pt x="256348" y="2359971"/>
                </a:lnTo>
                <a:lnTo>
                  <a:pt x="257179" y="2359922"/>
                </a:lnTo>
                <a:lnTo>
                  <a:pt x="258001" y="2359859"/>
                </a:lnTo>
                <a:close/>
                <a:moveTo>
                  <a:pt x="115468" y="2295108"/>
                </a:moveTo>
                <a:lnTo>
                  <a:pt x="115485" y="2295208"/>
                </a:lnTo>
                <a:lnTo>
                  <a:pt x="115502" y="2295314"/>
                </a:lnTo>
                <a:lnTo>
                  <a:pt x="115520" y="2295426"/>
                </a:lnTo>
                <a:lnTo>
                  <a:pt x="115538" y="2295545"/>
                </a:lnTo>
                <a:lnTo>
                  <a:pt x="115557" y="2295670"/>
                </a:lnTo>
                <a:lnTo>
                  <a:pt x="115577" y="2295802"/>
                </a:lnTo>
                <a:lnTo>
                  <a:pt x="115597" y="2295940"/>
                </a:lnTo>
                <a:lnTo>
                  <a:pt x="115618" y="2296085"/>
                </a:lnTo>
                <a:lnTo>
                  <a:pt x="115640" y="2296236"/>
                </a:lnTo>
                <a:lnTo>
                  <a:pt x="115662" y="2296394"/>
                </a:lnTo>
                <a:lnTo>
                  <a:pt x="115684" y="2296558"/>
                </a:lnTo>
                <a:lnTo>
                  <a:pt x="115707" y="2296729"/>
                </a:lnTo>
                <a:lnTo>
                  <a:pt x="115731" y="2296906"/>
                </a:lnTo>
                <a:lnTo>
                  <a:pt x="115756" y="2297089"/>
                </a:lnTo>
                <a:lnTo>
                  <a:pt x="115780" y="2297279"/>
                </a:lnTo>
                <a:lnTo>
                  <a:pt x="115806" y="2297475"/>
                </a:lnTo>
                <a:lnTo>
                  <a:pt x="115832" y="2297678"/>
                </a:lnTo>
                <a:lnTo>
                  <a:pt x="115859" y="2297887"/>
                </a:lnTo>
                <a:lnTo>
                  <a:pt x="115886" y="2298103"/>
                </a:lnTo>
                <a:lnTo>
                  <a:pt x="115914" y="2298325"/>
                </a:lnTo>
                <a:lnTo>
                  <a:pt x="131468" y="2298325"/>
                </a:lnTo>
                <a:lnTo>
                  <a:pt x="131468" y="2296296"/>
                </a:lnTo>
                <a:lnTo>
                  <a:pt x="131477" y="2295738"/>
                </a:lnTo>
                <a:lnTo>
                  <a:pt x="131502" y="2295190"/>
                </a:lnTo>
                <a:lnTo>
                  <a:pt x="131545" y="2294653"/>
                </a:lnTo>
                <a:lnTo>
                  <a:pt x="131604" y="2294127"/>
                </a:lnTo>
                <a:lnTo>
                  <a:pt x="131681" y="2293611"/>
                </a:lnTo>
                <a:lnTo>
                  <a:pt x="131775" y="2293105"/>
                </a:lnTo>
                <a:lnTo>
                  <a:pt x="131885" y="2292610"/>
                </a:lnTo>
                <a:lnTo>
                  <a:pt x="132013" y="2292126"/>
                </a:lnTo>
                <a:lnTo>
                  <a:pt x="132158" y="2291652"/>
                </a:lnTo>
                <a:lnTo>
                  <a:pt x="132319" y="2291189"/>
                </a:lnTo>
                <a:lnTo>
                  <a:pt x="132498" y="2290737"/>
                </a:lnTo>
                <a:lnTo>
                  <a:pt x="132694" y="2290295"/>
                </a:lnTo>
                <a:lnTo>
                  <a:pt x="132907" y="2289863"/>
                </a:lnTo>
                <a:lnTo>
                  <a:pt x="133137" y="2289442"/>
                </a:lnTo>
                <a:lnTo>
                  <a:pt x="133383" y="2289032"/>
                </a:lnTo>
                <a:lnTo>
                  <a:pt x="133647" y="2288632"/>
                </a:lnTo>
                <a:lnTo>
                  <a:pt x="133928" y="2288243"/>
                </a:lnTo>
                <a:lnTo>
                  <a:pt x="134226" y="2287864"/>
                </a:lnTo>
                <a:lnTo>
                  <a:pt x="134541" y="2287496"/>
                </a:lnTo>
                <a:lnTo>
                  <a:pt x="134873" y="2287139"/>
                </a:lnTo>
                <a:lnTo>
                  <a:pt x="135222" y="2286792"/>
                </a:lnTo>
                <a:lnTo>
                  <a:pt x="135588" y="2286455"/>
                </a:lnTo>
                <a:lnTo>
                  <a:pt x="135971" y="2286130"/>
                </a:lnTo>
                <a:lnTo>
                  <a:pt x="136371" y="2285814"/>
                </a:lnTo>
                <a:lnTo>
                  <a:pt x="136787" y="2285511"/>
                </a:lnTo>
                <a:lnTo>
                  <a:pt x="137216" y="2285220"/>
                </a:lnTo>
                <a:lnTo>
                  <a:pt x="137660" y="2284943"/>
                </a:lnTo>
                <a:lnTo>
                  <a:pt x="138118" y="2284678"/>
                </a:lnTo>
                <a:lnTo>
                  <a:pt x="138590" y="2284426"/>
                </a:lnTo>
                <a:lnTo>
                  <a:pt x="139076" y="2284187"/>
                </a:lnTo>
                <a:lnTo>
                  <a:pt x="139576" y="2283961"/>
                </a:lnTo>
                <a:lnTo>
                  <a:pt x="140091" y="2283748"/>
                </a:lnTo>
                <a:lnTo>
                  <a:pt x="140619" y="2283548"/>
                </a:lnTo>
                <a:lnTo>
                  <a:pt x="141161" y="2283361"/>
                </a:lnTo>
                <a:lnTo>
                  <a:pt x="141718" y="2283186"/>
                </a:lnTo>
                <a:lnTo>
                  <a:pt x="142288" y="2283025"/>
                </a:lnTo>
                <a:lnTo>
                  <a:pt x="142873" y="2282876"/>
                </a:lnTo>
                <a:lnTo>
                  <a:pt x="143472" y="2282741"/>
                </a:lnTo>
                <a:lnTo>
                  <a:pt x="144085" y="2282618"/>
                </a:lnTo>
                <a:lnTo>
                  <a:pt x="144712" y="2282508"/>
                </a:lnTo>
                <a:lnTo>
                  <a:pt x="145353" y="2282411"/>
                </a:lnTo>
                <a:lnTo>
                  <a:pt x="146008" y="2282327"/>
                </a:lnTo>
                <a:lnTo>
                  <a:pt x="146677" y="2282256"/>
                </a:lnTo>
                <a:lnTo>
                  <a:pt x="147361" y="2282198"/>
                </a:lnTo>
                <a:lnTo>
                  <a:pt x="148058" y="2282153"/>
                </a:lnTo>
                <a:lnTo>
                  <a:pt x="148769" y="2282121"/>
                </a:lnTo>
                <a:lnTo>
                  <a:pt x="149495" y="2282101"/>
                </a:lnTo>
                <a:lnTo>
                  <a:pt x="150235" y="2282095"/>
                </a:lnTo>
                <a:lnTo>
                  <a:pt x="151042" y="2282101"/>
                </a:lnTo>
                <a:lnTo>
                  <a:pt x="151829" y="2282121"/>
                </a:lnTo>
                <a:lnTo>
                  <a:pt x="152596" y="2282153"/>
                </a:lnTo>
                <a:lnTo>
                  <a:pt x="153344" y="2282198"/>
                </a:lnTo>
                <a:lnTo>
                  <a:pt x="154071" y="2282256"/>
                </a:lnTo>
                <a:lnTo>
                  <a:pt x="154778" y="2282327"/>
                </a:lnTo>
                <a:lnTo>
                  <a:pt x="155466" y="2282411"/>
                </a:lnTo>
                <a:lnTo>
                  <a:pt x="156133" y="2282508"/>
                </a:lnTo>
                <a:lnTo>
                  <a:pt x="156781" y="2282618"/>
                </a:lnTo>
                <a:lnTo>
                  <a:pt x="157408" y="2282741"/>
                </a:lnTo>
                <a:lnTo>
                  <a:pt x="158016" y="2282876"/>
                </a:lnTo>
                <a:lnTo>
                  <a:pt x="158603" y="2283025"/>
                </a:lnTo>
                <a:lnTo>
                  <a:pt x="159171" y="2283186"/>
                </a:lnTo>
                <a:lnTo>
                  <a:pt x="159719" y="2283361"/>
                </a:lnTo>
                <a:lnTo>
                  <a:pt x="160247" y="2283548"/>
                </a:lnTo>
                <a:lnTo>
                  <a:pt x="160754" y="2283748"/>
                </a:lnTo>
                <a:lnTo>
                  <a:pt x="161242" y="2283961"/>
                </a:lnTo>
                <a:lnTo>
                  <a:pt x="161710" y="2284187"/>
                </a:lnTo>
                <a:lnTo>
                  <a:pt x="162158" y="2284426"/>
                </a:lnTo>
                <a:lnTo>
                  <a:pt x="162586" y="2284678"/>
                </a:lnTo>
                <a:lnTo>
                  <a:pt x="162994" y="2284943"/>
                </a:lnTo>
                <a:lnTo>
                  <a:pt x="163382" y="2285220"/>
                </a:lnTo>
                <a:lnTo>
                  <a:pt x="163750" y="2285511"/>
                </a:lnTo>
                <a:lnTo>
                  <a:pt x="164098" y="2285814"/>
                </a:lnTo>
                <a:lnTo>
                  <a:pt x="164443" y="2286132"/>
                </a:lnTo>
                <a:lnTo>
                  <a:pt x="164773" y="2286465"/>
                </a:lnTo>
                <a:lnTo>
                  <a:pt x="165089" y="2286813"/>
                </a:lnTo>
                <a:lnTo>
                  <a:pt x="165390" y="2287176"/>
                </a:lnTo>
                <a:lnTo>
                  <a:pt x="165676" y="2287555"/>
                </a:lnTo>
                <a:lnTo>
                  <a:pt x="165947" y="2287949"/>
                </a:lnTo>
                <a:lnTo>
                  <a:pt x="166204" y="2288358"/>
                </a:lnTo>
                <a:lnTo>
                  <a:pt x="166446" y="2288782"/>
                </a:lnTo>
                <a:lnTo>
                  <a:pt x="166674" y="2289222"/>
                </a:lnTo>
                <a:lnTo>
                  <a:pt x="166887" y="2289677"/>
                </a:lnTo>
                <a:lnTo>
                  <a:pt x="167085" y="2290147"/>
                </a:lnTo>
                <a:lnTo>
                  <a:pt x="167268" y="2290633"/>
                </a:lnTo>
                <a:lnTo>
                  <a:pt x="167437" y="2291133"/>
                </a:lnTo>
                <a:lnTo>
                  <a:pt x="167591" y="2291649"/>
                </a:lnTo>
                <a:lnTo>
                  <a:pt x="167730" y="2292181"/>
                </a:lnTo>
                <a:lnTo>
                  <a:pt x="167855" y="2292727"/>
                </a:lnTo>
                <a:lnTo>
                  <a:pt x="167965" y="2293289"/>
                </a:lnTo>
                <a:lnTo>
                  <a:pt x="168061" y="2293866"/>
                </a:lnTo>
                <a:lnTo>
                  <a:pt x="168141" y="2294458"/>
                </a:lnTo>
                <a:lnTo>
                  <a:pt x="168207" y="2295066"/>
                </a:lnTo>
                <a:lnTo>
                  <a:pt x="168259" y="2295689"/>
                </a:lnTo>
                <a:lnTo>
                  <a:pt x="168295" y="2296327"/>
                </a:lnTo>
                <a:lnTo>
                  <a:pt x="168317" y="2296980"/>
                </a:lnTo>
                <a:lnTo>
                  <a:pt x="168325" y="2297649"/>
                </a:lnTo>
                <a:lnTo>
                  <a:pt x="168325" y="2307117"/>
                </a:lnTo>
                <a:lnTo>
                  <a:pt x="166662" y="2307122"/>
                </a:lnTo>
                <a:lnTo>
                  <a:pt x="165026" y="2307137"/>
                </a:lnTo>
                <a:lnTo>
                  <a:pt x="163417" y="2307162"/>
                </a:lnTo>
                <a:lnTo>
                  <a:pt x="161835" y="2307197"/>
                </a:lnTo>
                <a:lnTo>
                  <a:pt x="160279" y="2307242"/>
                </a:lnTo>
                <a:lnTo>
                  <a:pt x="158751" y="2307297"/>
                </a:lnTo>
                <a:lnTo>
                  <a:pt x="157250" y="2307361"/>
                </a:lnTo>
                <a:lnTo>
                  <a:pt x="155776" y="2307436"/>
                </a:lnTo>
                <a:lnTo>
                  <a:pt x="154329" y="2307521"/>
                </a:lnTo>
                <a:lnTo>
                  <a:pt x="152909" y="2307616"/>
                </a:lnTo>
                <a:lnTo>
                  <a:pt x="151516" y="2307721"/>
                </a:lnTo>
                <a:lnTo>
                  <a:pt x="150150" y="2307835"/>
                </a:lnTo>
                <a:lnTo>
                  <a:pt x="148811" y="2307960"/>
                </a:lnTo>
                <a:lnTo>
                  <a:pt x="147499" y="2308095"/>
                </a:lnTo>
                <a:lnTo>
                  <a:pt x="146214" y="2308240"/>
                </a:lnTo>
                <a:lnTo>
                  <a:pt x="144956" y="2308394"/>
                </a:lnTo>
                <a:lnTo>
                  <a:pt x="143725" y="2308559"/>
                </a:lnTo>
                <a:lnTo>
                  <a:pt x="142521" y="2308734"/>
                </a:lnTo>
                <a:lnTo>
                  <a:pt x="141344" y="2308918"/>
                </a:lnTo>
                <a:lnTo>
                  <a:pt x="140194" y="2309113"/>
                </a:lnTo>
                <a:lnTo>
                  <a:pt x="139071" y="2309317"/>
                </a:lnTo>
                <a:lnTo>
                  <a:pt x="137975" y="2309532"/>
                </a:lnTo>
                <a:lnTo>
                  <a:pt x="136906" y="2309756"/>
                </a:lnTo>
                <a:lnTo>
                  <a:pt x="135864" y="2309991"/>
                </a:lnTo>
                <a:lnTo>
                  <a:pt x="134861" y="2310236"/>
                </a:lnTo>
                <a:lnTo>
                  <a:pt x="133881" y="2310493"/>
                </a:lnTo>
                <a:lnTo>
                  <a:pt x="132924" y="2310762"/>
                </a:lnTo>
                <a:lnTo>
                  <a:pt x="131989" y="2311043"/>
                </a:lnTo>
                <a:lnTo>
                  <a:pt x="131078" y="2311335"/>
                </a:lnTo>
                <a:lnTo>
                  <a:pt x="130190" y="2311639"/>
                </a:lnTo>
                <a:lnTo>
                  <a:pt x="129324" y="2311955"/>
                </a:lnTo>
                <a:lnTo>
                  <a:pt x="128481" y="2312283"/>
                </a:lnTo>
                <a:lnTo>
                  <a:pt x="127662" y="2312622"/>
                </a:lnTo>
                <a:lnTo>
                  <a:pt x="126865" y="2312973"/>
                </a:lnTo>
                <a:lnTo>
                  <a:pt x="126091" y="2313336"/>
                </a:lnTo>
                <a:lnTo>
                  <a:pt x="125340" y="2313711"/>
                </a:lnTo>
                <a:lnTo>
                  <a:pt x="124611" y="2314097"/>
                </a:lnTo>
                <a:lnTo>
                  <a:pt x="123906" y="2314495"/>
                </a:lnTo>
                <a:lnTo>
                  <a:pt x="123224" y="2314905"/>
                </a:lnTo>
                <a:lnTo>
                  <a:pt x="122564" y="2315326"/>
                </a:lnTo>
                <a:lnTo>
                  <a:pt x="121927" y="2315759"/>
                </a:lnTo>
                <a:lnTo>
                  <a:pt x="121314" y="2316204"/>
                </a:lnTo>
                <a:lnTo>
                  <a:pt x="120723" y="2316661"/>
                </a:lnTo>
                <a:lnTo>
                  <a:pt x="120155" y="2317129"/>
                </a:lnTo>
                <a:lnTo>
                  <a:pt x="119610" y="2317610"/>
                </a:lnTo>
                <a:lnTo>
                  <a:pt x="119088" y="2318102"/>
                </a:lnTo>
                <a:lnTo>
                  <a:pt x="118588" y="2318605"/>
                </a:lnTo>
                <a:lnTo>
                  <a:pt x="118112" y="2319121"/>
                </a:lnTo>
                <a:lnTo>
                  <a:pt x="117670" y="2319635"/>
                </a:lnTo>
                <a:lnTo>
                  <a:pt x="117248" y="2320163"/>
                </a:lnTo>
                <a:lnTo>
                  <a:pt x="116844" y="2320706"/>
                </a:lnTo>
                <a:lnTo>
                  <a:pt x="116459" y="2321262"/>
                </a:lnTo>
                <a:lnTo>
                  <a:pt x="116092" y="2321833"/>
                </a:lnTo>
                <a:lnTo>
                  <a:pt x="115745" y="2322417"/>
                </a:lnTo>
                <a:lnTo>
                  <a:pt x="115416" y="2323016"/>
                </a:lnTo>
                <a:lnTo>
                  <a:pt x="115106" y="2323629"/>
                </a:lnTo>
                <a:lnTo>
                  <a:pt x="114815" y="2324256"/>
                </a:lnTo>
                <a:lnTo>
                  <a:pt x="114543" y="2324897"/>
                </a:lnTo>
                <a:lnTo>
                  <a:pt x="114289" y="2325552"/>
                </a:lnTo>
                <a:lnTo>
                  <a:pt x="114054" y="2326221"/>
                </a:lnTo>
                <a:lnTo>
                  <a:pt x="113838" y="2326905"/>
                </a:lnTo>
                <a:lnTo>
                  <a:pt x="113641" y="2327602"/>
                </a:lnTo>
                <a:lnTo>
                  <a:pt x="113463" y="2328314"/>
                </a:lnTo>
                <a:lnTo>
                  <a:pt x="113303" y="2329039"/>
                </a:lnTo>
                <a:lnTo>
                  <a:pt x="113162" y="2329779"/>
                </a:lnTo>
                <a:lnTo>
                  <a:pt x="113040" y="2330532"/>
                </a:lnTo>
                <a:lnTo>
                  <a:pt x="112937" y="2331300"/>
                </a:lnTo>
                <a:lnTo>
                  <a:pt x="112852" y="2332082"/>
                </a:lnTo>
                <a:lnTo>
                  <a:pt x="112786" y="2332878"/>
                </a:lnTo>
                <a:lnTo>
                  <a:pt x="112739" y="2333688"/>
                </a:lnTo>
                <a:lnTo>
                  <a:pt x="112711" y="2334513"/>
                </a:lnTo>
                <a:lnTo>
                  <a:pt x="112702" y="2335351"/>
                </a:lnTo>
                <a:lnTo>
                  <a:pt x="112714" y="2336355"/>
                </a:lnTo>
                <a:lnTo>
                  <a:pt x="112751" y="2337339"/>
                </a:lnTo>
                <a:lnTo>
                  <a:pt x="112813" y="2338302"/>
                </a:lnTo>
                <a:lnTo>
                  <a:pt x="112899" y="2339244"/>
                </a:lnTo>
                <a:lnTo>
                  <a:pt x="113010" y="2340166"/>
                </a:lnTo>
                <a:lnTo>
                  <a:pt x="113146" y="2341067"/>
                </a:lnTo>
                <a:lnTo>
                  <a:pt x="113306" y="2341948"/>
                </a:lnTo>
                <a:lnTo>
                  <a:pt x="113491" y="2342809"/>
                </a:lnTo>
                <a:lnTo>
                  <a:pt x="113700" y="2343648"/>
                </a:lnTo>
                <a:lnTo>
                  <a:pt x="113935" y="2344468"/>
                </a:lnTo>
                <a:lnTo>
                  <a:pt x="114193" y="2345266"/>
                </a:lnTo>
                <a:lnTo>
                  <a:pt x="114477" y="2346044"/>
                </a:lnTo>
                <a:lnTo>
                  <a:pt x="114785" y="2346802"/>
                </a:lnTo>
                <a:lnTo>
                  <a:pt x="115118" y="2347539"/>
                </a:lnTo>
                <a:lnTo>
                  <a:pt x="115475" y="2348256"/>
                </a:lnTo>
                <a:lnTo>
                  <a:pt x="115858" y="2348952"/>
                </a:lnTo>
                <a:lnTo>
                  <a:pt x="116264" y="2349627"/>
                </a:lnTo>
                <a:lnTo>
                  <a:pt x="116696" y="2350282"/>
                </a:lnTo>
                <a:lnTo>
                  <a:pt x="117152" y="2350916"/>
                </a:lnTo>
                <a:lnTo>
                  <a:pt x="117633" y="2351530"/>
                </a:lnTo>
                <a:lnTo>
                  <a:pt x="118138" y="2352123"/>
                </a:lnTo>
                <a:lnTo>
                  <a:pt x="118668" y="2352696"/>
                </a:lnTo>
                <a:lnTo>
                  <a:pt x="119223" y="2353248"/>
                </a:lnTo>
                <a:lnTo>
                  <a:pt x="119803" y="2353779"/>
                </a:lnTo>
                <a:lnTo>
                  <a:pt x="120419" y="2354290"/>
                </a:lnTo>
                <a:lnTo>
                  <a:pt x="121056" y="2354778"/>
                </a:lnTo>
                <a:lnTo>
                  <a:pt x="121715" y="2355245"/>
                </a:lnTo>
                <a:lnTo>
                  <a:pt x="122395" y="2355691"/>
                </a:lnTo>
                <a:lnTo>
                  <a:pt x="123096" y="2356114"/>
                </a:lnTo>
                <a:lnTo>
                  <a:pt x="123818" y="2356516"/>
                </a:lnTo>
                <a:lnTo>
                  <a:pt x="124561" y="2356896"/>
                </a:lnTo>
                <a:lnTo>
                  <a:pt x="125325" y="2357255"/>
                </a:lnTo>
                <a:lnTo>
                  <a:pt x="126111" y="2357591"/>
                </a:lnTo>
                <a:lnTo>
                  <a:pt x="126917" y="2357906"/>
                </a:lnTo>
                <a:lnTo>
                  <a:pt x="127745" y="2358199"/>
                </a:lnTo>
                <a:lnTo>
                  <a:pt x="128594" y="2358471"/>
                </a:lnTo>
                <a:lnTo>
                  <a:pt x="129464" y="2358721"/>
                </a:lnTo>
                <a:lnTo>
                  <a:pt x="130355" y="2358949"/>
                </a:lnTo>
                <a:lnTo>
                  <a:pt x="131267" y="2359155"/>
                </a:lnTo>
                <a:lnTo>
                  <a:pt x="132201" y="2359340"/>
                </a:lnTo>
                <a:lnTo>
                  <a:pt x="133155" y="2359503"/>
                </a:lnTo>
                <a:lnTo>
                  <a:pt x="134131" y="2359644"/>
                </a:lnTo>
                <a:lnTo>
                  <a:pt x="135128" y="2359763"/>
                </a:lnTo>
                <a:lnTo>
                  <a:pt x="136146" y="2359861"/>
                </a:lnTo>
                <a:lnTo>
                  <a:pt x="137185" y="2359937"/>
                </a:lnTo>
                <a:lnTo>
                  <a:pt x="138245" y="2359991"/>
                </a:lnTo>
                <a:lnTo>
                  <a:pt x="139326" y="2360024"/>
                </a:lnTo>
                <a:lnTo>
                  <a:pt x="140429" y="2360035"/>
                </a:lnTo>
                <a:lnTo>
                  <a:pt x="140935" y="2360032"/>
                </a:lnTo>
                <a:lnTo>
                  <a:pt x="141440" y="2360025"/>
                </a:lnTo>
                <a:lnTo>
                  <a:pt x="141942" y="2360014"/>
                </a:lnTo>
                <a:lnTo>
                  <a:pt x="142443" y="2359997"/>
                </a:lnTo>
                <a:lnTo>
                  <a:pt x="142943" y="2359976"/>
                </a:lnTo>
                <a:lnTo>
                  <a:pt x="143440" y="2359950"/>
                </a:lnTo>
                <a:lnTo>
                  <a:pt x="143936" y="2359920"/>
                </a:lnTo>
                <a:lnTo>
                  <a:pt x="144430" y="2359885"/>
                </a:lnTo>
                <a:lnTo>
                  <a:pt x="144922" y="2359845"/>
                </a:lnTo>
                <a:lnTo>
                  <a:pt x="145413" y="2359800"/>
                </a:lnTo>
                <a:lnTo>
                  <a:pt x="145901" y="2359751"/>
                </a:lnTo>
                <a:lnTo>
                  <a:pt x="146388" y="2359697"/>
                </a:lnTo>
                <a:lnTo>
                  <a:pt x="146874" y="2359638"/>
                </a:lnTo>
                <a:lnTo>
                  <a:pt x="147357" y="2359575"/>
                </a:lnTo>
                <a:lnTo>
                  <a:pt x="147839" y="2359506"/>
                </a:lnTo>
                <a:lnTo>
                  <a:pt x="148319" y="2359434"/>
                </a:lnTo>
                <a:lnTo>
                  <a:pt x="148797" y="2359356"/>
                </a:lnTo>
                <a:lnTo>
                  <a:pt x="149273" y="2359274"/>
                </a:lnTo>
                <a:lnTo>
                  <a:pt x="149748" y="2359187"/>
                </a:lnTo>
                <a:lnTo>
                  <a:pt x="150221" y="2359096"/>
                </a:lnTo>
                <a:lnTo>
                  <a:pt x="150692" y="2358999"/>
                </a:lnTo>
                <a:lnTo>
                  <a:pt x="151161" y="2358898"/>
                </a:lnTo>
                <a:lnTo>
                  <a:pt x="151629" y="2358793"/>
                </a:lnTo>
                <a:lnTo>
                  <a:pt x="152094" y="2358682"/>
                </a:lnTo>
                <a:lnTo>
                  <a:pt x="152558" y="2358580"/>
                </a:lnTo>
                <a:lnTo>
                  <a:pt x="153017" y="2358472"/>
                </a:lnTo>
                <a:lnTo>
                  <a:pt x="153473" y="2358357"/>
                </a:lnTo>
                <a:lnTo>
                  <a:pt x="153926" y="2358236"/>
                </a:lnTo>
                <a:lnTo>
                  <a:pt x="154375" y="2358108"/>
                </a:lnTo>
                <a:lnTo>
                  <a:pt x="154821" y="2357974"/>
                </a:lnTo>
                <a:lnTo>
                  <a:pt x="155263" y="2357834"/>
                </a:lnTo>
                <a:lnTo>
                  <a:pt x="155701" y="2357687"/>
                </a:lnTo>
                <a:lnTo>
                  <a:pt x="156136" y="2357533"/>
                </a:lnTo>
                <a:lnTo>
                  <a:pt x="156568" y="2357373"/>
                </a:lnTo>
                <a:lnTo>
                  <a:pt x="156996" y="2357207"/>
                </a:lnTo>
                <a:lnTo>
                  <a:pt x="157420" y="2357034"/>
                </a:lnTo>
                <a:lnTo>
                  <a:pt x="157841" y="2356854"/>
                </a:lnTo>
                <a:lnTo>
                  <a:pt x="158258" y="2356669"/>
                </a:lnTo>
                <a:lnTo>
                  <a:pt x="158672" y="2356476"/>
                </a:lnTo>
                <a:lnTo>
                  <a:pt x="159082" y="2356278"/>
                </a:lnTo>
                <a:lnTo>
                  <a:pt x="159489" y="2356072"/>
                </a:lnTo>
                <a:lnTo>
                  <a:pt x="159893" y="2355861"/>
                </a:lnTo>
                <a:lnTo>
                  <a:pt x="160292" y="2355643"/>
                </a:lnTo>
                <a:lnTo>
                  <a:pt x="160689" y="2355418"/>
                </a:lnTo>
                <a:lnTo>
                  <a:pt x="161081" y="2355187"/>
                </a:lnTo>
                <a:lnTo>
                  <a:pt x="161471" y="2354950"/>
                </a:lnTo>
                <a:lnTo>
                  <a:pt x="161856" y="2354706"/>
                </a:lnTo>
                <a:lnTo>
                  <a:pt x="162238" y="2354455"/>
                </a:lnTo>
                <a:lnTo>
                  <a:pt x="162616" y="2354184"/>
                </a:lnTo>
                <a:lnTo>
                  <a:pt x="162987" y="2353906"/>
                </a:lnTo>
                <a:lnTo>
                  <a:pt x="163353" y="2353621"/>
                </a:lnTo>
                <a:lnTo>
                  <a:pt x="163713" y="2353328"/>
                </a:lnTo>
                <a:lnTo>
                  <a:pt x="164067" y="2353029"/>
                </a:lnTo>
                <a:lnTo>
                  <a:pt x="164415" y="2352723"/>
                </a:lnTo>
                <a:lnTo>
                  <a:pt x="164757" y="2352409"/>
                </a:lnTo>
                <a:lnTo>
                  <a:pt x="165094" y="2352089"/>
                </a:lnTo>
                <a:lnTo>
                  <a:pt x="165424" y="2351761"/>
                </a:lnTo>
                <a:lnTo>
                  <a:pt x="165749" y="2351426"/>
                </a:lnTo>
                <a:lnTo>
                  <a:pt x="166068" y="2351085"/>
                </a:lnTo>
                <a:lnTo>
                  <a:pt x="166381" y="2350736"/>
                </a:lnTo>
                <a:lnTo>
                  <a:pt x="166688" y="2350380"/>
                </a:lnTo>
                <a:lnTo>
                  <a:pt x="166989" y="2350018"/>
                </a:lnTo>
                <a:lnTo>
                  <a:pt x="167284" y="2349648"/>
                </a:lnTo>
                <a:lnTo>
                  <a:pt x="167573" y="2349271"/>
                </a:lnTo>
                <a:lnTo>
                  <a:pt x="167857" y="2348887"/>
                </a:lnTo>
                <a:lnTo>
                  <a:pt x="168135" y="2348496"/>
                </a:lnTo>
                <a:lnTo>
                  <a:pt x="168406" y="2348098"/>
                </a:lnTo>
                <a:lnTo>
                  <a:pt x="168672" y="2347693"/>
                </a:lnTo>
                <a:lnTo>
                  <a:pt x="168932" y="2347281"/>
                </a:lnTo>
                <a:lnTo>
                  <a:pt x="169187" y="2346862"/>
                </a:lnTo>
                <a:lnTo>
                  <a:pt x="169435" y="2346435"/>
                </a:lnTo>
                <a:lnTo>
                  <a:pt x="169677" y="2346002"/>
                </a:lnTo>
                <a:lnTo>
                  <a:pt x="169721" y="2346449"/>
                </a:lnTo>
                <a:lnTo>
                  <a:pt x="169769" y="2346887"/>
                </a:lnTo>
                <a:lnTo>
                  <a:pt x="169820" y="2347318"/>
                </a:lnTo>
                <a:lnTo>
                  <a:pt x="169875" y="2347740"/>
                </a:lnTo>
                <a:lnTo>
                  <a:pt x="169933" y="2348154"/>
                </a:lnTo>
                <a:lnTo>
                  <a:pt x="169994" y="2348559"/>
                </a:lnTo>
                <a:lnTo>
                  <a:pt x="170060" y="2348957"/>
                </a:lnTo>
                <a:lnTo>
                  <a:pt x="170128" y="2349346"/>
                </a:lnTo>
                <a:lnTo>
                  <a:pt x="170200" y="2349727"/>
                </a:lnTo>
                <a:lnTo>
                  <a:pt x="170276" y="2350100"/>
                </a:lnTo>
                <a:lnTo>
                  <a:pt x="170355" y="2350464"/>
                </a:lnTo>
                <a:lnTo>
                  <a:pt x="170438" y="2350821"/>
                </a:lnTo>
                <a:lnTo>
                  <a:pt x="170524" y="2351169"/>
                </a:lnTo>
                <a:lnTo>
                  <a:pt x="170614" y="2351509"/>
                </a:lnTo>
                <a:lnTo>
                  <a:pt x="170708" y="2351840"/>
                </a:lnTo>
                <a:lnTo>
                  <a:pt x="170804" y="2352164"/>
                </a:lnTo>
                <a:lnTo>
                  <a:pt x="170905" y="2352479"/>
                </a:lnTo>
                <a:lnTo>
                  <a:pt x="171009" y="2352786"/>
                </a:lnTo>
                <a:lnTo>
                  <a:pt x="171116" y="2353085"/>
                </a:lnTo>
                <a:lnTo>
                  <a:pt x="171227" y="2353375"/>
                </a:lnTo>
                <a:lnTo>
                  <a:pt x="171342" y="2353658"/>
                </a:lnTo>
                <a:lnTo>
                  <a:pt x="171460" y="2353932"/>
                </a:lnTo>
                <a:lnTo>
                  <a:pt x="171581" y="2354198"/>
                </a:lnTo>
                <a:lnTo>
                  <a:pt x="171706" y="2354455"/>
                </a:lnTo>
                <a:lnTo>
                  <a:pt x="171836" y="2354706"/>
                </a:lnTo>
                <a:lnTo>
                  <a:pt x="171972" y="2354950"/>
                </a:lnTo>
                <a:lnTo>
                  <a:pt x="172113" y="2355187"/>
                </a:lnTo>
                <a:lnTo>
                  <a:pt x="172260" y="2355418"/>
                </a:lnTo>
                <a:lnTo>
                  <a:pt x="172414" y="2355643"/>
                </a:lnTo>
                <a:lnTo>
                  <a:pt x="172573" y="2355861"/>
                </a:lnTo>
                <a:lnTo>
                  <a:pt x="172738" y="2356072"/>
                </a:lnTo>
                <a:lnTo>
                  <a:pt x="172908" y="2356278"/>
                </a:lnTo>
                <a:lnTo>
                  <a:pt x="173085" y="2356476"/>
                </a:lnTo>
                <a:lnTo>
                  <a:pt x="173268" y="2356669"/>
                </a:lnTo>
                <a:lnTo>
                  <a:pt x="173456" y="2356854"/>
                </a:lnTo>
                <a:lnTo>
                  <a:pt x="173650" y="2357034"/>
                </a:lnTo>
                <a:lnTo>
                  <a:pt x="173851" y="2357207"/>
                </a:lnTo>
                <a:lnTo>
                  <a:pt x="174057" y="2357373"/>
                </a:lnTo>
                <a:lnTo>
                  <a:pt x="174269" y="2357533"/>
                </a:lnTo>
                <a:lnTo>
                  <a:pt x="174486" y="2357687"/>
                </a:lnTo>
                <a:lnTo>
                  <a:pt x="174710" y="2357834"/>
                </a:lnTo>
                <a:lnTo>
                  <a:pt x="174940" y="2357974"/>
                </a:lnTo>
                <a:lnTo>
                  <a:pt x="175175" y="2358108"/>
                </a:lnTo>
                <a:lnTo>
                  <a:pt x="175416" y="2358236"/>
                </a:lnTo>
                <a:lnTo>
                  <a:pt x="175663" y="2358357"/>
                </a:lnTo>
                <a:lnTo>
                  <a:pt x="175916" y="2358472"/>
                </a:lnTo>
                <a:lnTo>
                  <a:pt x="176175" y="2358580"/>
                </a:lnTo>
                <a:lnTo>
                  <a:pt x="176440" y="2358682"/>
                </a:lnTo>
                <a:lnTo>
                  <a:pt x="176711" y="2358793"/>
                </a:lnTo>
                <a:lnTo>
                  <a:pt x="176988" y="2358898"/>
                </a:lnTo>
                <a:lnTo>
                  <a:pt x="177272" y="2358999"/>
                </a:lnTo>
                <a:lnTo>
                  <a:pt x="177562" y="2359096"/>
                </a:lnTo>
                <a:lnTo>
                  <a:pt x="177859" y="2359187"/>
                </a:lnTo>
                <a:lnTo>
                  <a:pt x="178162" y="2359274"/>
                </a:lnTo>
                <a:lnTo>
                  <a:pt x="178472" y="2359356"/>
                </a:lnTo>
                <a:lnTo>
                  <a:pt x="178788" y="2359434"/>
                </a:lnTo>
                <a:lnTo>
                  <a:pt x="179111" y="2359506"/>
                </a:lnTo>
                <a:lnTo>
                  <a:pt x="179440" y="2359575"/>
                </a:lnTo>
                <a:lnTo>
                  <a:pt x="179775" y="2359638"/>
                </a:lnTo>
                <a:lnTo>
                  <a:pt x="180117" y="2359697"/>
                </a:lnTo>
                <a:lnTo>
                  <a:pt x="180466" y="2359751"/>
                </a:lnTo>
                <a:lnTo>
                  <a:pt x="180821" y="2359800"/>
                </a:lnTo>
                <a:lnTo>
                  <a:pt x="181182" y="2359845"/>
                </a:lnTo>
                <a:lnTo>
                  <a:pt x="181550" y="2359885"/>
                </a:lnTo>
                <a:lnTo>
                  <a:pt x="181924" y="2359920"/>
                </a:lnTo>
                <a:lnTo>
                  <a:pt x="182305" y="2359950"/>
                </a:lnTo>
                <a:lnTo>
                  <a:pt x="182692" y="2359976"/>
                </a:lnTo>
                <a:lnTo>
                  <a:pt x="183085" y="2359997"/>
                </a:lnTo>
                <a:lnTo>
                  <a:pt x="183485" y="2360014"/>
                </a:lnTo>
                <a:lnTo>
                  <a:pt x="183892" y="2360025"/>
                </a:lnTo>
                <a:lnTo>
                  <a:pt x="184305" y="2360032"/>
                </a:lnTo>
                <a:lnTo>
                  <a:pt x="184724" y="2360035"/>
                </a:lnTo>
                <a:lnTo>
                  <a:pt x="185020" y="2360033"/>
                </a:lnTo>
                <a:lnTo>
                  <a:pt x="185314" y="2360029"/>
                </a:lnTo>
                <a:lnTo>
                  <a:pt x="185607" y="2360022"/>
                </a:lnTo>
                <a:lnTo>
                  <a:pt x="185898" y="2360011"/>
                </a:lnTo>
                <a:lnTo>
                  <a:pt x="186189" y="2359998"/>
                </a:lnTo>
                <a:lnTo>
                  <a:pt x="186478" y="2359982"/>
                </a:lnTo>
                <a:lnTo>
                  <a:pt x="186767" y="2359963"/>
                </a:lnTo>
                <a:lnTo>
                  <a:pt x="187054" y="2359941"/>
                </a:lnTo>
                <a:lnTo>
                  <a:pt x="187340" y="2359916"/>
                </a:lnTo>
                <a:lnTo>
                  <a:pt x="187624" y="2359888"/>
                </a:lnTo>
                <a:lnTo>
                  <a:pt x="187908" y="2359857"/>
                </a:lnTo>
                <a:lnTo>
                  <a:pt x="188190" y="2359823"/>
                </a:lnTo>
                <a:lnTo>
                  <a:pt x="188471" y="2359787"/>
                </a:lnTo>
                <a:lnTo>
                  <a:pt x="188751" y="2359747"/>
                </a:lnTo>
                <a:lnTo>
                  <a:pt x="189030" y="2359705"/>
                </a:lnTo>
                <a:lnTo>
                  <a:pt x="189308" y="2359659"/>
                </a:lnTo>
                <a:lnTo>
                  <a:pt x="189584" y="2359611"/>
                </a:lnTo>
                <a:lnTo>
                  <a:pt x="189860" y="2359559"/>
                </a:lnTo>
                <a:lnTo>
                  <a:pt x="190134" y="2359505"/>
                </a:lnTo>
                <a:lnTo>
                  <a:pt x="190407" y="2359448"/>
                </a:lnTo>
                <a:lnTo>
                  <a:pt x="190679" y="2359388"/>
                </a:lnTo>
                <a:lnTo>
                  <a:pt x="190949" y="2359324"/>
                </a:lnTo>
                <a:lnTo>
                  <a:pt x="191219" y="2359258"/>
                </a:lnTo>
                <a:lnTo>
                  <a:pt x="191487" y="2359189"/>
                </a:lnTo>
                <a:lnTo>
                  <a:pt x="191753" y="2359118"/>
                </a:lnTo>
                <a:lnTo>
                  <a:pt x="192015" y="2359044"/>
                </a:lnTo>
                <a:lnTo>
                  <a:pt x="192274" y="2358968"/>
                </a:lnTo>
                <a:lnTo>
                  <a:pt x="192530" y="2358889"/>
                </a:lnTo>
                <a:lnTo>
                  <a:pt x="192781" y="2358808"/>
                </a:lnTo>
                <a:lnTo>
                  <a:pt x="193030" y="2358725"/>
                </a:lnTo>
                <a:lnTo>
                  <a:pt x="193275" y="2358639"/>
                </a:lnTo>
                <a:lnTo>
                  <a:pt x="193516" y="2358551"/>
                </a:lnTo>
                <a:lnTo>
                  <a:pt x="193754" y="2358460"/>
                </a:lnTo>
                <a:lnTo>
                  <a:pt x="193988" y="2358368"/>
                </a:lnTo>
                <a:lnTo>
                  <a:pt x="194219" y="2358273"/>
                </a:lnTo>
                <a:lnTo>
                  <a:pt x="194446" y="2358175"/>
                </a:lnTo>
                <a:lnTo>
                  <a:pt x="194669" y="2358075"/>
                </a:lnTo>
                <a:lnTo>
                  <a:pt x="194890" y="2357973"/>
                </a:lnTo>
                <a:lnTo>
                  <a:pt x="195106" y="2357869"/>
                </a:lnTo>
                <a:lnTo>
                  <a:pt x="195319" y="2357762"/>
                </a:lnTo>
                <a:lnTo>
                  <a:pt x="195529" y="2357653"/>
                </a:lnTo>
                <a:lnTo>
                  <a:pt x="195735" y="2357541"/>
                </a:lnTo>
                <a:lnTo>
                  <a:pt x="195937" y="2357427"/>
                </a:lnTo>
                <a:lnTo>
                  <a:pt x="196136" y="2357311"/>
                </a:lnTo>
                <a:lnTo>
                  <a:pt x="196332" y="2357192"/>
                </a:lnTo>
                <a:lnTo>
                  <a:pt x="196524" y="2357072"/>
                </a:lnTo>
                <a:lnTo>
                  <a:pt x="196712" y="2356948"/>
                </a:lnTo>
                <a:lnTo>
                  <a:pt x="196897" y="2356823"/>
                </a:lnTo>
                <a:lnTo>
                  <a:pt x="196897" y="2345833"/>
                </a:lnTo>
                <a:lnTo>
                  <a:pt x="196656" y="2345999"/>
                </a:lnTo>
                <a:lnTo>
                  <a:pt x="196411" y="2346157"/>
                </a:lnTo>
                <a:lnTo>
                  <a:pt x="196163" y="2346309"/>
                </a:lnTo>
                <a:lnTo>
                  <a:pt x="195911" y="2346453"/>
                </a:lnTo>
                <a:lnTo>
                  <a:pt x="195656" y="2346590"/>
                </a:lnTo>
                <a:lnTo>
                  <a:pt x="195397" y="2346721"/>
                </a:lnTo>
                <a:lnTo>
                  <a:pt x="195134" y="2346844"/>
                </a:lnTo>
                <a:lnTo>
                  <a:pt x="194868" y="2346960"/>
                </a:lnTo>
                <a:lnTo>
                  <a:pt x="194599" y="2347069"/>
                </a:lnTo>
                <a:lnTo>
                  <a:pt x="194326" y="2347172"/>
                </a:lnTo>
                <a:lnTo>
                  <a:pt x="194049" y="2347267"/>
                </a:lnTo>
                <a:lnTo>
                  <a:pt x="193769" y="2347355"/>
                </a:lnTo>
                <a:lnTo>
                  <a:pt x="193486" y="2347436"/>
                </a:lnTo>
                <a:lnTo>
                  <a:pt x="193199" y="2347510"/>
                </a:lnTo>
                <a:lnTo>
                  <a:pt x="192908" y="2347577"/>
                </a:lnTo>
                <a:lnTo>
                  <a:pt x="192614" y="2347637"/>
                </a:lnTo>
                <a:lnTo>
                  <a:pt x="192317" y="2347689"/>
                </a:lnTo>
                <a:lnTo>
                  <a:pt x="192015" y="2347735"/>
                </a:lnTo>
                <a:lnTo>
                  <a:pt x="191711" y="2347774"/>
                </a:lnTo>
                <a:lnTo>
                  <a:pt x="191402" y="2347806"/>
                </a:lnTo>
                <a:lnTo>
                  <a:pt x="191091" y="2347830"/>
                </a:lnTo>
                <a:lnTo>
                  <a:pt x="190776" y="2347848"/>
                </a:lnTo>
                <a:lnTo>
                  <a:pt x="190457" y="2347858"/>
                </a:lnTo>
                <a:lnTo>
                  <a:pt x="190134" y="2347862"/>
                </a:lnTo>
                <a:lnTo>
                  <a:pt x="189953" y="2347860"/>
                </a:lnTo>
                <a:lnTo>
                  <a:pt x="189774" y="2347854"/>
                </a:lnTo>
                <a:lnTo>
                  <a:pt x="189598" y="2347843"/>
                </a:lnTo>
                <a:lnTo>
                  <a:pt x="189425" y="2347829"/>
                </a:lnTo>
                <a:lnTo>
                  <a:pt x="189255" y="2347811"/>
                </a:lnTo>
                <a:lnTo>
                  <a:pt x="189088" y="2347788"/>
                </a:lnTo>
                <a:lnTo>
                  <a:pt x="188924" y="2347761"/>
                </a:lnTo>
                <a:lnTo>
                  <a:pt x="188763" y="2347730"/>
                </a:lnTo>
                <a:lnTo>
                  <a:pt x="188605" y="2347695"/>
                </a:lnTo>
                <a:lnTo>
                  <a:pt x="188450" y="2347656"/>
                </a:lnTo>
                <a:lnTo>
                  <a:pt x="188297" y="2347613"/>
                </a:lnTo>
                <a:lnTo>
                  <a:pt x="188148" y="2347566"/>
                </a:lnTo>
                <a:lnTo>
                  <a:pt x="188001" y="2347515"/>
                </a:lnTo>
                <a:lnTo>
                  <a:pt x="187858" y="2347459"/>
                </a:lnTo>
                <a:lnTo>
                  <a:pt x="187717" y="2347400"/>
                </a:lnTo>
                <a:lnTo>
                  <a:pt x="187580" y="2347336"/>
                </a:lnTo>
                <a:lnTo>
                  <a:pt x="187445" y="2347268"/>
                </a:lnTo>
                <a:lnTo>
                  <a:pt x="187313" y="2347196"/>
                </a:lnTo>
                <a:lnTo>
                  <a:pt x="187184" y="2347120"/>
                </a:lnTo>
                <a:lnTo>
                  <a:pt x="187058" y="2347040"/>
                </a:lnTo>
                <a:lnTo>
                  <a:pt x="186935" y="2346956"/>
                </a:lnTo>
                <a:lnTo>
                  <a:pt x="186815" y="2346867"/>
                </a:lnTo>
                <a:lnTo>
                  <a:pt x="186698" y="2346775"/>
                </a:lnTo>
                <a:lnTo>
                  <a:pt x="186584" y="2346678"/>
                </a:lnTo>
                <a:lnTo>
                  <a:pt x="186474" y="2346577"/>
                </a:lnTo>
                <a:lnTo>
                  <a:pt x="186368" y="2346471"/>
                </a:lnTo>
                <a:lnTo>
                  <a:pt x="186267" y="2346359"/>
                </a:lnTo>
                <a:lnTo>
                  <a:pt x="186171" y="2346242"/>
                </a:lnTo>
                <a:lnTo>
                  <a:pt x="186079" y="2346119"/>
                </a:lnTo>
                <a:lnTo>
                  <a:pt x="185992" y="2345992"/>
                </a:lnTo>
                <a:lnTo>
                  <a:pt x="185910" y="2345859"/>
                </a:lnTo>
                <a:lnTo>
                  <a:pt x="185833" y="2345720"/>
                </a:lnTo>
                <a:lnTo>
                  <a:pt x="185760" y="2345577"/>
                </a:lnTo>
                <a:lnTo>
                  <a:pt x="185692" y="2345428"/>
                </a:lnTo>
                <a:lnTo>
                  <a:pt x="185628" y="2345274"/>
                </a:lnTo>
                <a:lnTo>
                  <a:pt x="185570" y="2345115"/>
                </a:lnTo>
                <a:lnTo>
                  <a:pt x="185516" y="2344950"/>
                </a:lnTo>
                <a:lnTo>
                  <a:pt x="185466" y="2344780"/>
                </a:lnTo>
                <a:lnTo>
                  <a:pt x="185422" y="2344605"/>
                </a:lnTo>
                <a:lnTo>
                  <a:pt x="185382" y="2344424"/>
                </a:lnTo>
                <a:lnTo>
                  <a:pt x="185347" y="2344239"/>
                </a:lnTo>
                <a:lnTo>
                  <a:pt x="185316" y="2344047"/>
                </a:lnTo>
                <a:lnTo>
                  <a:pt x="185290" y="2343851"/>
                </a:lnTo>
                <a:lnTo>
                  <a:pt x="185269" y="2343649"/>
                </a:lnTo>
                <a:lnTo>
                  <a:pt x="185253" y="2343443"/>
                </a:lnTo>
                <a:lnTo>
                  <a:pt x="185241" y="2343230"/>
                </a:lnTo>
                <a:lnTo>
                  <a:pt x="185234" y="2343013"/>
                </a:lnTo>
                <a:lnTo>
                  <a:pt x="185232" y="2342790"/>
                </a:lnTo>
                <a:lnTo>
                  <a:pt x="185232" y="2296973"/>
                </a:lnTo>
                <a:lnTo>
                  <a:pt x="185216" y="2295858"/>
                </a:lnTo>
                <a:lnTo>
                  <a:pt x="185170" y="2294767"/>
                </a:lnTo>
                <a:lnTo>
                  <a:pt x="185094" y="2293700"/>
                </a:lnTo>
                <a:lnTo>
                  <a:pt x="184987" y="2292657"/>
                </a:lnTo>
                <a:lnTo>
                  <a:pt x="184850" y="2291638"/>
                </a:lnTo>
                <a:lnTo>
                  <a:pt x="184682" y="2290643"/>
                </a:lnTo>
                <a:lnTo>
                  <a:pt x="184484" y="2289673"/>
                </a:lnTo>
                <a:lnTo>
                  <a:pt x="184255" y="2288726"/>
                </a:lnTo>
                <a:lnTo>
                  <a:pt x="183995" y="2287803"/>
                </a:lnTo>
                <a:lnTo>
                  <a:pt x="183705" y="2286905"/>
                </a:lnTo>
                <a:lnTo>
                  <a:pt x="183385" y="2286031"/>
                </a:lnTo>
                <a:lnTo>
                  <a:pt x="183034" y="2285180"/>
                </a:lnTo>
                <a:lnTo>
                  <a:pt x="182652" y="2284354"/>
                </a:lnTo>
                <a:lnTo>
                  <a:pt x="182240" y="2283552"/>
                </a:lnTo>
                <a:lnTo>
                  <a:pt x="181797" y="2282774"/>
                </a:lnTo>
                <a:lnTo>
                  <a:pt x="181324" y="2282020"/>
                </a:lnTo>
                <a:lnTo>
                  <a:pt x="180821" y="2281290"/>
                </a:lnTo>
                <a:lnTo>
                  <a:pt x="180286" y="2280584"/>
                </a:lnTo>
                <a:lnTo>
                  <a:pt x="179722" y="2279902"/>
                </a:lnTo>
                <a:lnTo>
                  <a:pt x="179126" y="2279244"/>
                </a:lnTo>
                <a:lnTo>
                  <a:pt x="178501" y="2278611"/>
                </a:lnTo>
                <a:lnTo>
                  <a:pt x="177844" y="2278001"/>
                </a:lnTo>
                <a:lnTo>
                  <a:pt x="177157" y="2277415"/>
                </a:lnTo>
                <a:lnTo>
                  <a:pt x="176440" y="2276854"/>
                </a:lnTo>
                <a:lnTo>
                  <a:pt x="175707" y="2276316"/>
                </a:lnTo>
                <a:lnTo>
                  <a:pt x="174944" y="2275801"/>
                </a:lnTo>
                <a:lnTo>
                  <a:pt x="174152" y="2275309"/>
                </a:lnTo>
                <a:lnTo>
                  <a:pt x="173331" y="2274839"/>
                </a:lnTo>
                <a:lnTo>
                  <a:pt x="172480" y="2274393"/>
                </a:lnTo>
                <a:lnTo>
                  <a:pt x="171601" y="2273969"/>
                </a:lnTo>
                <a:lnTo>
                  <a:pt x="170691" y="2273569"/>
                </a:lnTo>
                <a:lnTo>
                  <a:pt x="169753" y="2273191"/>
                </a:lnTo>
                <a:lnTo>
                  <a:pt x="168784" y="2272836"/>
                </a:lnTo>
                <a:lnTo>
                  <a:pt x="167787" y="2272504"/>
                </a:lnTo>
                <a:lnTo>
                  <a:pt x="166760" y="2272195"/>
                </a:lnTo>
                <a:lnTo>
                  <a:pt x="165704" y="2271909"/>
                </a:lnTo>
                <a:lnTo>
                  <a:pt x="164619" y="2271645"/>
                </a:lnTo>
                <a:lnTo>
                  <a:pt x="163504" y="2271405"/>
                </a:lnTo>
                <a:lnTo>
                  <a:pt x="162360" y="2271188"/>
                </a:lnTo>
                <a:lnTo>
                  <a:pt x="161186" y="2270993"/>
                </a:lnTo>
                <a:lnTo>
                  <a:pt x="159984" y="2270821"/>
                </a:lnTo>
                <a:lnTo>
                  <a:pt x="158751" y="2270672"/>
                </a:lnTo>
                <a:lnTo>
                  <a:pt x="157490" y="2270546"/>
                </a:lnTo>
                <a:lnTo>
                  <a:pt x="156199" y="2270443"/>
                </a:lnTo>
                <a:lnTo>
                  <a:pt x="154879" y="2270363"/>
                </a:lnTo>
                <a:lnTo>
                  <a:pt x="153529" y="2270306"/>
                </a:lnTo>
                <a:lnTo>
                  <a:pt x="152150" y="2270272"/>
                </a:lnTo>
                <a:lnTo>
                  <a:pt x="150742" y="2270260"/>
                </a:lnTo>
                <a:lnTo>
                  <a:pt x="149415" y="2270272"/>
                </a:lnTo>
                <a:lnTo>
                  <a:pt x="148110" y="2270306"/>
                </a:lnTo>
                <a:lnTo>
                  <a:pt x="146827" y="2270363"/>
                </a:lnTo>
                <a:lnTo>
                  <a:pt x="145567" y="2270443"/>
                </a:lnTo>
                <a:lnTo>
                  <a:pt x="144328" y="2270546"/>
                </a:lnTo>
                <a:lnTo>
                  <a:pt x="143113" y="2270672"/>
                </a:lnTo>
                <a:lnTo>
                  <a:pt x="141919" y="2270821"/>
                </a:lnTo>
                <a:lnTo>
                  <a:pt x="140748" y="2270993"/>
                </a:lnTo>
                <a:lnTo>
                  <a:pt x="139599" y="2271188"/>
                </a:lnTo>
                <a:lnTo>
                  <a:pt x="138473" y="2271405"/>
                </a:lnTo>
                <a:lnTo>
                  <a:pt x="137369" y="2271645"/>
                </a:lnTo>
                <a:lnTo>
                  <a:pt x="136287" y="2271909"/>
                </a:lnTo>
                <a:lnTo>
                  <a:pt x="135227" y="2272195"/>
                </a:lnTo>
                <a:lnTo>
                  <a:pt x="134190" y="2272504"/>
                </a:lnTo>
                <a:lnTo>
                  <a:pt x="133175" y="2272836"/>
                </a:lnTo>
                <a:lnTo>
                  <a:pt x="132182" y="2273191"/>
                </a:lnTo>
                <a:lnTo>
                  <a:pt x="131212" y="2273569"/>
                </a:lnTo>
                <a:lnTo>
                  <a:pt x="130264" y="2273969"/>
                </a:lnTo>
                <a:lnTo>
                  <a:pt x="129338" y="2274393"/>
                </a:lnTo>
                <a:lnTo>
                  <a:pt x="128434" y="2274839"/>
                </a:lnTo>
                <a:lnTo>
                  <a:pt x="127553" y="2275309"/>
                </a:lnTo>
                <a:lnTo>
                  <a:pt x="126694" y="2275801"/>
                </a:lnTo>
                <a:lnTo>
                  <a:pt x="125858" y="2276316"/>
                </a:lnTo>
                <a:lnTo>
                  <a:pt x="125044" y="2276854"/>
                </a:lnTo>
                <a:lnTo>
                  <a:pt x="124271" y="2277411"/>
                </a:lnTo>
                <a:lnTo>
                  <a:pt x="123531" y="2277985"/>
                </a:lnTo>
                <a:lnTo>
                  <a:pt x="122825" y="2278574"/>
                </a:lnTo>
                <a:lnTo>
                  <a:pt x="122151" y="2279179"/>
                </a:lnTo>
                <a:lnTo>
                  <a:pt x="121510" y="2279799"/>
                </a:lnTo>
                <a:lnTo>
                  <a:pt x="120901" y="2280436"/>
                </a:lnTo>
                <a:lnTo>
                  <a:pt x="120326" y="2281088"/>
                </a:lnTo>
                <a:lnTo>
                  <a:pt x="119784" y="2281757"/>
                </a:lnTo>
                <a:lnTo>
                  <a:pt x="119274" y="2282441"/>
                </a:lnTo>
                <a:lnTo>
                  <a:pt x="118798" y="2283141"/>
                </a:lnTo>
                <a:lnTo>
                  <a:pt x="118354" y="2283857"/>
                </a:lnTo>
                <a:lnTo>
                  <a:pt x="117943" y="2284589"/>
                </a:lnTo>
                <a:lnTo>
                  <a:pt x="117565" y="2285336"/>
                </a:lnTo>
                <a:lnTo>
                  <a:pt x="117220" y="2286100"/>
                </a:lnTo>
                <a:lnTo>
                  <a:pt x="116907" y="2286879"/>
                </a:lnTo>
                <a:lnTo>
                  <a:pt x="116628" y="2287674"/>
                </a:lnTo>
                <a:lnTo>
                  <a:pt x="116381" y="2288485"/>
                </a:lnTo>
                <a:lnTo>
                  <a:pt x="116168" y="2289312"/>
                </a:lnTo>
                <a:lnTo>
                  <a:pt x="115987" y="2290155"/>
                </a:lnTo>
                <a:lnTo>
                  <a:pt x="115839" y="2291013"/>
                </a:lnTo>
                <a:lnTo>
                  <a:pt x="115724" y="2291888"/>
                </a:lnTo>
                <a:lnTo>
                  <a:pt x="115642" y="2292778"/>
                </a:lnTo>
                <a:lnTo>
                  <a:pt x="115592" y="2293684"/>
                </a:lnTo>
                <a:lnTo>
                  <a:pt x="115576" y="2294606"/>
                </a:lnTo>
                <a:lnTo>
                  <a:pt x="115576" y="2294633"/>
                </a:lnTo>
                <a:lnTo>
                  <a:pt x="115575" y="2294657"/>
                </a:lnTo>
                <a:lnTo>
                  <a:pt x="115573" y="2294680"/>
                </a:lnTo>
                <a:lnTo>
                  <a:pt x="115571" y="2294700"/>
                </a:lnTo>
                <a:lnTo>
                  <a:pt x="115569" y="2294717"/>
                </a:lnTo>
                <a:lnTo>
                  <a:pt x="115565" y="2294733"/>
                </a:lnTo>
                <a:lnTo>
                  <a:pt x="115561" y="2294746"/>
                </a:lnTo>
                <a:lnTo>
                  <a:pt x="115557" y="2294756"/>
                </a:lnTo>
                <a:lnTo>
                  <a:pt x="115552" y="2294764"/>
                </a:lnTo>
                <a:lnTo>
                  <a:pt x="115547" y="2294770"/>
                </a:lnTo>
                <a:lnTo>
                  <a:pt x="115540" y="2294774"/>
                </a:lnTo>
                <a:lnTo>
                  <a:pt x="115534" y="2294775"/>
                </a:lnTo>
                <a:lnTo>
                  <a:pt x="115526" y="2294774"/>
                </a:lnTo>
                <a:lnTo>
                  <a:pt x="115518" y="2294770"/>
                </a:lnTo>
                <a:lnTo>
                  <a:pt x="115510" y="2294764"/>
                </a:lnTo>
                <a:lnTo>
                  <a:pt x="115501" y="2294756"/>
                </a:lnTo>
                <a:lnTo>
                  <a:pt x="115491" y="2294746"/>
                </a:lnTo>
                <a:lnTo>
                  <a:pt x="115481" y="2294733"/>
                </a:lnTo>
                <a:lnTo>
                  <a:pt x="115470" y="2294717"/>
                </a:lnTo>
                <a:lnTo>
                  <a:pt x="115458" y="2294700"/>
                </a:lnTo>
                <a:lnTo>
                  <a:pt x="115446" y="2294680"/>
                </a:lnTo>
                <a:lnTo>
                  <a:pt x="115434" y="2294657"/>
                </a:lnTo>
                <a:lnTo>
                  <a:pt x="115421" y="2294633"/>
                </a:lnTo>
                <a:lnTo>
                  <a:pt x="115407" y="2294606"/>
                </a:lnTo>
                <a:lnTo>
                  <a:pt x="115407" y="2294579"/>
                </a:lnTo>
                <a:lnTo>
                  <a:pt x="115407" y="2294641"/>
                </a:lnTo>
                <a:lnTo>
                  <a:pt x="115407" y="2294706"/>
                </a:lnTo>
                <a:lnTo>
                  <a:pt x="115407" y="2294775"/>
                </a:lnTo>
                <a:lnTo>
                  <a:pt x="115421" y="2294848"/>
                </a:lnTo>
                <a:lnTo>
                  <a:pt x="115436" y="2294929"/>
                </a:lnTo>
                <a:lnTo>
                  <a:pt x="115452" y="2295015"/>
                </a:lnTo>
                <a:lnTo>
                  <a:pt x="115468" y="2295108"/>
                </a:lnTo>
                <a:close/>
                <a:moveTo>
                  <a:pt x="141197" y="2347743"/>
                </a:moveTo>
                <a:lnTo>
                  <a:pt x="140617" y="2347655"/>
                </a:lnTo>
                <a:lnTo>
                  <a:pt x="140051" y="2347555"/>
                </a:lnTo>
                <a:lnTo>
                  <a:pt x="139500" y="2347444"/>
                </a:lnTo>
                <a:lnTo>
                  <a:pt x="138964" y="2347321"/>
                </a:lnTo>
                <a:lnTo>
                  <a:pt x="138442" y="2347186"/>
                </a:lnTo>
                <a:lnTo>
                  <a:pt x="137935" y="2347039"/>
                </a:lnTo>
                <a:lnTo>
                  <a:pt x="137443" y="2346880"/>
                </a:lnTo>
                <a:lnTo>
                  <a:pt x="136966" y="2346710"/>
                </a:lnTo>
                <a:lnTo>
                  <a:pt x="136503" y="2346528"/>
                </a:lnTo>
                <a:lnTo>
                  <a:pt x="136054" y="2346334"/>
                </a:lnTo>
                <a:lnTo>
                  <a:pt x="135621" y="2346129"/>
                </a:lnTo>
                <a:lnTo>
                  <a:pt x="135202" y="2345912"/>
                </a:lnTo>
                <a:lnTo>
                  <a:pt x="134798" y="2345683"/>
                </a:lnTo>
                <a:lnTo>
                  <a:pt x="134408" y="2345442"/>
                </a:lnTo>
                <a:lnTo>
                  <a:pt x="134034" y="2345190"/>
                </a:lnTo>
                <a:lnTo>
                  <a:pt x="133673" y="2344926"/>
                </a:lnTo>
                <a:lnTo>
                  <a:pt x="133328" y="2344650"/>
                </a:lnTo>
                <a:lnTo>
                  <a:pt x="133011" y="2344362"/>
                </a:lnTo>
                <a:lnTo>
                  <a:pt x="132707" y="2344063"/>
                </a:lnTo>
                <a:lnTo>
                  <a:pt x="132417" y="2343752"/>
                </a:lnTo>
                <a:lnTo>
                  <a:pt x="132140" y="2343429"/>
                </a:lnTo>
                <a:lnTo>
                  <a:pt x="131876" y="2343094"/>
                </a:lnTo>
                <a:lnTo>
                  <a:pt x="131627" y="2342748"/>
                </a:lnTo>
                <a:lnTo>
                  <a:pt x="131390" y="2342390"/>
                </a:lnTo>
                <a:lnTo>
                  <a:pt x="131168" y="2342020"/>
                </a:lnTo>
                <a:lnTo>
                  <a:pt x="130958" y="2341638"/>
                </a:lnTo>
                <a:lnTo>
                  <a:pt x="130763" y="2341245"/>
                </a:lnTo>
                <a:lnTo>
                  <a:pt x="130580" y="2340840"/>
                </a:lnTo>
                <a:lnTo>
                  <a:pt x="130412" y="2340423"/>
                </a:lnTo>
                <a:lnTo>
                  <a:pt x="130256" y="2339995"/>
                </a:lnTo>
                <a:lnTo>
                  <a:pt x="130114" y="2339554"/>
                </a:lnTo>
                <a:lnTo>
                  <a:pt x="129986" y="2339102"/>
                </a:lnTo>
                <a:lnTo>
                  <a:pt x="129871" y="2338638"/>
                </a:lnTo>
                <a:lnTo>
                  <a:pt x="129770" y="2338163"/>
                </a:lnTo>
                <a:lnTo>
                  <a:pt x="129682" y="2337676"/>
                </a:lnTo>
                <a:lnTo>
                  <a:pt x="129608" y="2337177"/>
                </a:lnTo>
                <a:lnTo>
                  <a:pt x="129547" y="2336666"/>
                </a:lnTo>
                <a:lnTo>
                  <a:pt x="129500" y="2336144"/>
                </a:lnTo>
                <a:lnTo>
                  <a:pt x="129466" y="2335609"/>
                </a:lnTo>
                <a:lnTo>
                  <a:pt x="129446" y="2335063"/>
                </a:lnTo>
                <a:lnTo>
                  <a:pt x="129439" y="2334506"/>
                </a:lnTo>
                <a:lnTo>
                  <a:pt x="129446" y="2333962"/>
                </a:lnTo>
                <a:lnTo>
                  <a:pt x="129464" y="2333428"/>
                </a:lnTo>
                <a:lnTo>
                  <a:pt x="129495" y="2332905"/>
                </a:lnTo>
                <a:lnTo>
                  <a:pt x="129538" y="2332392"/>
                </a:lnTo>
                <a:lnTo>
                  <a:pt x="129593" y="2331890"/>
                </a:lnTo>
                <a:lnTo>
                  <a:pt x="129661" y="2331399"/>
                </a:lnTo>
                <a:lnTo>
                  <a:pt x="129741" y="2330918"/>
                </a:lnTo>
                <a:lnTo>
                  <a:pt x="129834" y="2330448"/>
                </a:lnTo>
                <a:lnTo>
                  <a:pt x="129939" y="2329988"/>
                </a:lnTo>
                <a:lnTo>
                  <a:pt x="130056" y="2329539"/>
                </a:lnTo>
                <a:lnTo>
                  <a:pt x="130185" y="2329101"/>
                </a:lnTo>
                <a:lnTo>
                  <a:pt x="130327" y="2328673"/>
                </a:lnTo>
                <a:lnTo>
                  <a:pt x="130481" y="2328255"/>
                </a:lnTo>
                <a:lnTo>
                  <a:pt x="130648" y="2327849"/>
                </a:lnTo>
                <a:lnTo>
                  <a:pt x="130826" y="2327452"/>
                </a:lnTo>
                <a:lnTo>
                  <a:pt x="131017" y="2327067"/>
                </a:lnTo>
                <a:lnTo>
                  <a:pt x="131221" y="2326692"/>
                </a:lnTo>
                <a:lnTo>
                  <a:pt x="131436" y="2326327"/>
                </a:lnTo>
                <a:lnTo>
                  <a:pt x="131665" y="2325973"/>
                </a:lnTo>
                <a:lnTo>
                  <a:pt x="131905" y="2325630"/>
                </a:lnTo>
                <a:lnTo>
                  <a:pt x="132158" y="2325297"/>
                </a:lnTo>
                <a:lnTo>
                  <a:pt x="132423" y="2324974"/>
                </a:lnTo>
                <a:lnTo>
                  <a:pt x="132700" y="2324663"/>
                </a:lnTo>
                <a:lnTo>
                  <a:pt x="132990" y="2324362"/>
                </a:lnTo>
                <a:lnTo>
                  <a:pt x="133308" y="2324055"/>
                </a:lnTo>
                <a:lnTo>
                  <a:pt x="133643" y="2323757"/>
                </a:lnTo>
                <a:lnTo>
                  <a:pt x="133994" y="2323466"/>
                </a:lnTo>
                <a:lnTo>
                  <a:pt x="134361" y="2323183"/>
                </a:lnTo>
                <a:lnTo>
                  <a:pt x="134745" y="2322907"/>
                </a:lnTo>
                <a:lnTo>
                  <a:pt x="135145" y="2322639"/>
                </a:lnTo>
                <a:lnTo>
                  <a:pt x="135562" y="2322379"/>
                </a:lnTo>
                <a:lnTo>
                  <a:pt x="135995" y="2322126"/>
                </a:lnTo>
                <a:lnTo>
                  <a:pt x="136445" y="2321881"/>
                </a:lnTo>
                <a:lnTo>
                  <a:pt x="136911" y="2321644"/>
                </a:lnTo>
                <a:lnTo>
                  <a:pt x="137394" y="2321414"/>
                </a:lnTo>
                <a:lnTo>
                  <a:pt x="137893" y="2321192"/>
                </a:lnTo>
                <a:lnTo>
                  <a:pt x="138408" y="2320977"/>
                </a:lnTo>
                <a:lnTo>
                  <a:pt x="138940" y="2320770"/>
                </a:lnTo>
                <a:lnTo>
                  <a:pt x="139488" y="2320571"/>
                </a:lnTo>
                <a:lnTo>
                  <a:pt x="140053" y="2320379"/>
                </a:lnTo>
                <a:lnTo>
                  <a:pt x="140634" y="2320195"/>
                </a:lnTo>
                <a:lnTo>
                  <a:pt x="141232" y="2320019"/>
                </a:lnTo>
                <a:lnTo>
                  <a:pt x="141846" y="2319850"/>
                </a:lnTo>
                <a:lnTo>
                  <a:pt x="142476" y="2319689"/>
                </a:lnTo>
                <a:lnTo>
                  <a:pt x="143123" y="2319535"/>
                </a:lnTo>
                <a:lnTo>
                  <a:pt x="143787" y="2319390"/>
                </a:lnTo>
                <a:lnTo>
                  <a:pt x="144466" y="2319251"/>
                </a:lnTo>
                <a:lnTo>
                  <a:pt x="145163" y="2319121"/>
                </a:lnTo>
                <a:lnTo>
                  <a:pt x="145891" y="2318983"/>
                </a:lnTo>
                <a:lnTo>
                  <a:pt x="146641" y="2318851"/>
                </a:lnTo>
                <a:lnTo>
                  <a:pt x="147411" y="2318724"/>
                </a:lnTo>
                <a:lnTo>
                  <a:pt x="148201" y="2318604"/>
                </a:lnTo>
                <a:lnTo>
                  <a:pt x="149012" y="2318490"/>
                </a:lnTo>
                <a:lnTo>
                  <a:pt x="149844" y="2318381"/>
                </a:lnTo>
                <a:lnTo>
                  <a:pt x="150696" y="2318278"/>
                </a:lnTo>
                <a:lnTo>
                  <a:pt x="151568" y="2318181"/>
                </a:lnTo>
                <a:lnTo>
                  <a:pt x="152462" y="2318090"/>
                </a:lnTo>
                <a:lnTo>
                  <a:pt x="153375" y="2318005"/>
                </a:lnTo>
                <a:lnTo>
                  <a:pt x="154310" y="2317926"/>
                </a:lnTo>
                <a:lnTo>
                  <a:pt x="155264" y="2317853"/>
                </a:lnTo>
                <a:lnTo>
                  <a:pt x="156240" y="2317785"/>
                </a:lnTo>
                <a:lnTo>
                  <a:pt x="157236" y="2317723"/>
                </a:lnTo>
                <a:lnTo>
                  <a:pt x="158252" y="2317668"/>
                </a:lnTo>
                <a:lnTo>
                  <a:pt x="159289" y="2317618"/>
                </a:lnTo>
                <a:lnTo>
                  <a:pt x="160347" y="2317574"/>
                </a:lnTo>
                <a:lnTo>
                  <a:pt x="161425" y="2317536"/>
                </a:lnTo>
                <a:lnTo>
                  <a:pt x="162523" y="2317503"/>
                </a:lnTo>
                <a:lnTo>
                  <a:pt x="163643" y="2317477"/>
                </a:lnTo>
                <a:lnTo>
                  <a:pt x="164782" y="2317456"/>
                </a:lnTo>
                <a:lnTo>
                  <a:pt x="165943" y="2317442"/>
                </a:lnTo>
                <a:lnTo>
                  <a:pt x="167123" y="2317433"/>
                </a:lnTo>
                <a:lnTo>
                  <a:pt x="168325" y="2317430"/>
                </a:lnTo>
                <a:lnTo>
                  <a:pt x="168325" y="2322671"/>
                </a:lnTo>
                <a:lnTo>
                  <a:pt x="168320" y="2323260"/>
                </a:lnTo>
                <a:lnTo>
                  <a:pt x="168307" y="2323845"/>
                </a:lnTo>
                <a:lnTo>
                  <a:pt x="168285" y="2324425"/>
                </a:lnTo>
                <a:lnTo>
                  <a:pt x="168254" y="2325000"/>
                </a:lnTo>
                <a:lnTo>
                  <a:pt x="168215" y="2325571"/>
                </a:lnTo>
                <a:lnTo>
                  <a:pt x="168166" y="2326137"/>
                </a:lnTo>
                <a:lnTo>
                  <a:pt x="168109" y="2326698"/>
                </a:lnTo>
                <a:lnTo>
                  <a:pt x="168043" y="2327255"/>
                </a:lnTo>
                <a:lnTo>
                  <a:pt x="167968" y="2327806"/>
                </a:lnTo>
                <a:lnTo>
                  <a:pt x="167885" y="2328354"/>
                </a:lnTo>
                <a:lnTo>
                  <a:pt x="167792" y="2328896"/>
                </a:lnTo>
                <a:lnTo>
                  <a:pt x="167691" y="2329434"/>
                </a:lnTo>
                <a:lnTo>
                  <a:pt x="167581" y="2329967"/>
                </a:lnTo>
                <a:lnTo>
                  <a:pt x="167462" y="2330495"/>
                </a:lnTo>
                <a:lnTo>
                  <a:pt x="167334" y="2331019"/>
                </a:lnTo>
                <a:lnTo>
                  <a:pt x="167198" y="2331538"/>
                </a:lnTo>
                <a:lnTo>
                  <a:pt x="167052" y="2332052"/>
                </a:lnTo>
                <a:lnTo>
                  <a:pt x="166898" y="2332561"/>
                </a:lnTo>
                <a:lnTo>
                  <a:pt x="166735" y="2333066"/>
                </a:lnTo>
                <a:lnTo>
                  <a:pt x="166564" y="2333566"/>
                </a:lnTo>
                <a:lnTo>
                  <a:pt x="166383" y="2334062"/>
                </a:lnTo>
                <a:lnTo>
                  <a:pt x="166194" y="2334553"/>
                </a:lnTo>
                <a:lnTo>
                  <a:pt x="165996" y="2335039"/>
                </a:lnTo>
                <a:lnTo>
                  <a:pt x="165789" y="2335520"/>
                </a:lnTo>
                <a:lnTo>
                  <a:pt x="165587" y="2335995"/>
                </a:lnTo>
                <a:lnTo>
                  <a:pt x="165376" y="2336462"/>
                </a:lnTo>
                <a:lnTo>
                  <a:pt x="165155" y="2336920"/>
                </a:lnTo>
                <a:lnTo>
                  <a:pt x="164925" y="2337370"/>
                </a:lnTo>
                <a:lnTo>
                  <a:pt x="164685" y="2337812"/>
                </a:lnTo>
                <a:lnTo>
                  <a:pt x="164436" y="2338246"/>
                </a:lnTo>
                <a:lnTo>
                  <a:pt x="164178" y="2338672"/>
                </a:lnTo>
                <a:lnTo>
                  <a:pt x="163910" y="2339089"/>
                </a:lnTo>
                <a:lnTo>
                  <a:pt x="163633" y="2339498"/>
                </a:lnTo>
                <a:lnTo>
                  <a:pt x="163347" y="2339899"/>
                </a:lnTo>
                <a:lnTo>
                  <a:pt x="163051" y="2340292"/>
                </a:lnTo>
                <a:lnTo>
                  <a:pt x="162746" y="2340677"/>
                </a:lnTo>
                <a:lnTo>
                  <a:pt x="162431" y="2341053"/>
                </a:lnTo>
                <a:lnTo>
                  <a:pt x="162107" y="2341421"/>
                </a:lnTo>
                <a:lnTo>
                  <a:pt x="161773" y="2341781"/>
                </a:lnTo>
                <a:lnTo>
                  <a:pt x="161431" y="2342132"/>
                </a:lnTo>
                <a:lnTo>
                  <a:pt x="161078" y="2342476"/>
                </a:lnTo>
                <a:lnTo>
                  <a:pt x="160717" y="2342811"/>
                </a:lnTo>
                <a:lnTo>
                  <a:pt x="160346" y="2343138"/>
                </a:lnTo>
                <a:lnTo>
                  <a:pt x="159965" y="2343457"/>
                </a:lnTo>
                <a:lnTo>
                  <a:pt x="159576" y="2343767"/>
                </a:lnTo>
                <a:lnTo>
                  <a:pt x="159176" y="2344070"/>
                </a:lnTo>
                <a:lnTo>
                  <a:pt x="158768" y="2344364"/>
                </a:lnTo>
                <a:lnTo>
                  <a:pt x="158350" y="2344650"/>
                </a:lnTo>
                <a:lnTo>
                  <a:pt x="157936" y="2344926"/>
                </a:lnTo>
                <a:lnTo>
                  <a:pt x="157513" y="2345190"/>
                </a:lnTo>
                <a:lnTo>
                  <a:pt x="157079" y="2345442"/>
                </a:lnTo>
                <a:lnTo>
                  <a:pt x="156636" y="2345683"/>
                </a:lnTo>
                <a:lnTo>
                  <a:pt x="156182" y="2345912"/>
                </a:lnTo>
                <a:lnTo>
                  <a:pt x="155719" y="2346129"/>
                </a:lnTo>
                <a:lnTo>
                  <a:pt x="155245" y="2346334"/>
                </a:lnTo>
                <a:lnTo>
                  <a:pt x="154762" y="2346528"/>
                </a:lnTo>
                <a:lnTo>
                  <a:pt x="154268" y="2346710"/>
                </a:lnTo>
                <a:lnTo>
                  <a:pt x="153765" y="2346880"/>
                </a:lnTo>
                <a:lnTo>
                  <a:pt x="153252" y="2347039"/>
                </a:lnTo>
                <a:lnTo>
                  <a:pt x="152728" y="2347186"/>
                </a:lnTo>
                <a:lnTo>
                  <a:pt x="152195" y="2347321"/>
                </a:lnTo>
                <a:lnTo>
                  <a:pt x="151652" y="2347444"/>
                </a:lnTo>
                <a:lnTo>
                  <a:pt x="151098" y="2347555"/>
                </a:lnTo>
                <a:lnTo>
                  <a:pt x="150535" y="2347655"/>
                </a:lnTo>
                <a:lnTo>
                  <a:pt x="149962" y="2347743"/>
                </a:lnTo>
                <a:lnTo>
                  <a:pt x="149379" y="2347820"/>
                </a:lnTo>
                <a:lnTo>
                  <a:pt x="148786" y="2347884"/>
                </a:lnTo>
                <a:lnTo>
                  <a:pt x="148182" y="2347937"/>
                </a:lnTo>
                <a:lnTo>
                  <a:pt x="147569" y="2347978"/>
                </a:lnTo>
                <a:lnTo>
                  <a:pt x="146946" y="2348008"/>
                </a:lnTo>
                <a:lnTo>
                  <a:pt x="146313" y="2348025"/>
                </a:lnTo>
                <a:lnTo>
                  <a:pt x="145670" y="2348031"/>
                </a:lnTo>
                <a:lnTo>
                  <a:pt x="144987" y="2348025"/>
                </a:lnTo>
                <a:lnTo>
                  <a:pt x="144318" y="2348008"/>
                </a:lnTo>
                <a:lnTo>
                  <a:pt x="143665" y="2347978"/>
                </a:lnTo>
                <a:lnTo>
                  <a:pt x="143026" y="2347937"/>
                </a:lnTo>
                <a:lnTo>
                  <a:pt x="142401" y="2347884"/>
                </a:lnTo>
                <a:lnTo>
                  <a:pt x="141792" y="2347820"/>
                </a:lnTo>
                <a:lnTo>
                  <a:pt x="141197" y="2347743"/>
                </a:lnTo>
                <a:close/>
                <a:moveTo>
                  <a:pt x="273028" y="2626220"/>
                </a:moveTo>
                <a:lnTo>
                  <a:pt x="272811" y="2626205"/>
                </a:lnTo>
                <a:lnTo>
                  <a:pt x="272592" y="2626187"/>
                </a:lnTo>
                <a:lnTo>
                  <a:pt x="272370" y="2626167"/>
                </a:lnTo>
                <a:lnTo>
                  <a:pt x="272145" y="2626145"/>
                </a:lnTo>
                <a:lnTo>
                  <a:pt x="271917" y="2626120"/>
                </a:lnTo>
                <a:lnTo>
                  <a:pt x="271686" y="2626093"/>
                </a:lnTo>
                <a:lnTo>
                  <a:pt x="271452" y="2626064"/>
                </a:lnTo>
                <a:lnTo>
                  <a:pt x="271215" y="2626032"/>
                </a:lnTo>
                <a:lnTo>
                  <a:pt x="270975" y="2625998"/>
                </a:lnTo>
                <a:lnTo>
                  <a:pt x="270732" y="2625962"/>
                </a:lnTo>
                <a:lnTo>
                  <a:pt x="270487" y="2625923"/>
                </a:lnTo>
                <a:lnTo>
                  <a:pt x="270238" y="2625882"/>
                </a:lnTo>
                <a:lnTo>
                  <a:pt x="269986" y="2625838"/>
                </a:lnTo>
                <a:lnTo>
                  <a:pt x="269732" y="2625792"/>
                </a:lnTo>
                <a:lnTo>
                  <a:pt x="269475" y="2625744"/>
                </a:lnTo>
                <a:lnTo>
                  <a:pt x="269214" y="2625694"/>
                </a:lnTo>
                <a:lnTo>
                  <a:pt x="268951" y="2625641"/>
                </a:lnTo>
                <a:lnTo>
                  <a:pt x="268685" y="2625586"/>
                </a:lnTo>
                <a:lnTo>
                  <a:pt x="268432" y="2625527"/>
                </a:lnTo>
                <a:lnTo>
                  <a:pt x="268182" y="2625464"/>
                </a:lnTo>
                <a:lnTo>
                  <a:pt x="267934" y="2625396"/>
                </a:lnTo>
                <a:lnTo>
                  <a:pt x="267689" y="2625323"/>
                </a:lnTo>
                <a:lnTo>
                  <a:pt x="267446" y="2625245"/>
                </a:lnTo>
                <a:lnTo>
                  <a:pt x="267205" y="2625163"/>
                </a:lnTo>
                <a:lnTo>
                  <a:pt x="266967" y="2625076"/>
                </a:lnTo>
                <a:lnTo>
                  <a:pt x="266731" y="2624985"/>
                </a:lnTo>
                <a:lnTo>
                  <a:pt x="266497" y="2624889"/>
                </a:lnTo>
                <a:lnTo>
                  <a:pt x="266266" y="2624788"/>
                </a:lnTo>
                <a:lnTo>
                  <a:pt x="266037" y="2624682"/>
                </a:lnTo>
                <a:lnTo>
                  <a:pt x="265811" y="2624572"/>
                </a:lnTo>
                <a:lnTo>
                  <a:pt x="265586" y="2624456"/>
                </a:lnTo>
                <a:lnTo>
                  <a:pt x="265364" y="2624337"/>
                </a:lnTo>
                <a:lnTo>
                  <a:pt x="265145" y="2624212"/>
                </a:lnTo>
                <a:lnTo>
                  <a:pt x="264928" y="2624083"/>
                </a:lnTo>
                <a:lnTo>
                  <a:pt x="264713" y="2623949"/>
                </a:lnTo>
                <a:lnTo>
                  <a:pt x="264500" y="2623811"/>
                </a:lnTo>
                <a:lnTo>
                  <a:pt x="264290" y="2623667"/>
                </a:lnTo>
                <a:lnTo>
                  <a:pt x="264082" y="2623520"/>
                </a:lnTo>
                <a:lnTo>
                  <a:pt x="263877" y="2623367"/>
                </a:lnTo>
                <a:lnTo>
                  <a:pt x="263674" y="2623210"/>
                </a:lnTo>
                <a:lnTo>
                  <a:pt x="263473" y="2623048"/>
                </a:lnTo>
                <a:lnTo>
                  <a:pt x="263275" y="2622881"/>
                </a:lnTo>
                <a:lnTo>
                  <a:pt x="263095" y="2622709"/>
                </a:lnTo>
                <a:lnTo>
                  <a:pt x="262922" y="2622531"/>
                </a:lnTo>
                <a:lnTo>
                  <a:pt x="262757" y="2622347"/>
                </a:lnTo>
                <a:lnTo>
                  <a:pt x="262598" y="2622158"/>
                </a:lnTo>
                <a:lnTo>
                  <a:pt x="262447" y="2621962"/>
                </a:lnTo>
                <a:lnTo>
                  <a:pt x="262302" y="2621761"/>
                </a:lnTo>
                <a:lnTo>
                  <a:pt x="262165" y="2621553"/>
                </a:lnTo>
                <a:lnTo>
                  <a:pt x="262035" y="2621340"/>
                </a:lnTo>
                <a:lnTo>
                  <a:pt x="261911" y="2621121"/>
                </a:lnTo>
                <a:lnTo>
                  <a:pt x="261795" y="2620897"/>
                </a:lnTo>
                <a:lnTo>
                  <a:pt x="261686" y="2620666"/>
                </a:lnTo>
                <a:lnTo>
                  <a:pt x="261584" y="2620429"/>
                </a:lnTo>
                <a:lnTo>
                  <a:pt x="261489" y="2620187"/>
                </a:lnTo>
                <a:lnTo>
                  <a:pt x="261401" y="2619939"/>
                </a:lnTo>
                <a:lnTo>
                  <a:pt x="261320" y="2619684"/>
                </a:lnTo>
                <a:lnTo>
                  <a:pt x="261246" y="2619424"/>
                </a:lnTo>
                <a:lnTo>
                  <a:pt x="261179" y="2619158"/>
                </a:lnTo>
                <a:lnTo>
                  <a:pt x="261119" y="2618887"/>
                </a:lnTo>
                <a:lnTo>
                  <a:pt x="261066" y="2618609"/>
                </a:lnTo>
                <a:lnTo>
                  <a:pt x="261020" y="2618325"/>
                </a:lnTo>
                <a:lnTo>
                  <a:pt x="260982" y="2618036"/>
                </a:lnTo>
                <a:lnTo>
                  <a:pt x="260950" y="2617741"/>
                </a:lnTo>
                <a:lnTo>
                  <a:pt x="260925" y="2617440"/>
                </a:lnTo>
                <a:lnTo>
                  <a:pt x="260908" y="2617133"/>
                </a:lnTo>
                <a:lnTo>
                  <a:pt x="259724" y="2581121"/>
                </a:lnTo>
                <a:lnTo>
                  <a:pt x="259691" y="2580437"/>
                </a:lnTo>
                <a:lnTo>
                  <a:pt x="259648" y="2579766"/>
                </a:lnTo>
                <a:lnTo>
                  <a:pt x="259595" y="2579108"/>
                </a:lnTo>
                <a:lnTo>
                  <a:pt x="259532" y="2578463"/>
                </a:lnTo>
                <a:lnTo>
                  <a:pt x="259458" y="2577831"/>
                </a:lnTo>
                <a:lnTo>
                  <a:pt x="259375" y="2577212"/>
                </a:lnTo>
                <a:lnTo>
                  <a:pt x="259282" y="2576605"/>
                </a:lnTo>
                <a:lnTo>
                  <a:pt x="259179" y="2576012"/>
                </a:lnTo>
                <a:lnTo>
                  <a:pt x="259066" y="2575431"/>
                </a:lnTo>
                <a:lnTo>
                  <a:pt x="258943" y="2574864"/>
                </a:lnTo>
                <a:lnTo>
                  <a:pt x="258810" y="2574309"/>
                </a:lnTo>
                <a:lnTo>
                  <a:pt x="258667" y="2573767"/>
                </a:lnTo>
                <a:lnTo>
                  <a:pt x="258515" y="2573238"/>
                </a:lnTo>
                <a:lnTo>
                  <a:pt x="258352" y="2572722"/>
                </a:lnTo>
                <a:lnTo>
                  <a:pt x="258179" y="2572219"/>
                </a:lnTo>
                <a:lnTo>
                  <a:pt x="257996" y="2571729"/>
                </a:lnTo>
                <a:lnTo>
                  <a:pt x="257803" y="2571251"/>
                </a:lnTo>
                <a:lnTo>
                  <a:pt x="257600" y="2570787"/>
                </a:lnTo>
                <a:lnTo>
                  <a:pt x="257387" y="2570336"/>
                </a:lnTo>
                <a:lnTo>
                  <a:pt x="257165" y="2569897"/>
                </a:lnTo>
                <a:lnTo>
                  <a:pt x="256932" y="2569472"/>
                </a:lnTo>
                <a:lnTo>
                  <a:pt x="256689" y="2569059"/>
                </a:lnTo>
                <a:lnTo>
                  <a:pt x="256436" y="2568659"/>
                </a:lnTo>
                <a:lnTo>
                  <a:pt x="256174" y="2568272"/>
                </a:lnTo>
                <a:lnTo>
                  <a:pt x="255911" y="2567900"/>
                </a:lnTo>
                <a:lnTo>
                  <a:pt x="255629" y="2567543"/>
                </a:lnTo>
                <a:lnTo>
                  <a:pt x="255328" y="2567202"/>
                </a:lnTo>
                <a:lnTo>
                  <a:pt x="255009" y="2566877"/>
                </a:lnTo>
                <a:lnTo>
                  <a:pt x="254671" y="2566568"/>
                </a:lnTo>
                <a:lnTo>
                  <a:pt x="254314" y="2566275"/>
                </a:lnTo>
                <a:lnTo>
                  <a:pt x="253938" y="2565998"/>
                </a:lnTo>
                <a:lnTo>
                  <a:pt x="253544" y="2565736"/>
                </a:lnTo>
                <a:lnTo>
                  <a:pt x="253131" y="2565491"/>
                </a:lnTo>
                <a:lnTo>
                  <a:pt x="252698" y="2565261"/>
                </a:lnTo>
                <a:lnTo>
                  <a:pt x="252248" y="2565047"/>
                </a:lnTo>
                <a:lnTo>
                  <a:pt x="251778" y="2564849"/>
                </a:lnTo>
                <a:lnTo>
                  <a:pt x="251290" y="2564666"/>
                </a:lnTo>
                <a:lnTo>
                  <a:pt x="250782" y="2564500"/>
                </a:lnTo>
                <a:lnTo>
                  <a:pt x="250256" y="2564349"/>
                </a:lnTo>
                <a:lnTo>
                  <a:pt x="249712" y="2564215"/>
                </a:lnTo>
                <a:lnTo>
                  <a:pt x="249148" y="2564096"/>
                </a:lnTo>
                <a:lnTo>
                  <a:pt x="248566" y="2563993"/>
                </a:lnTo>
                <a:lnTo>
                  <a:pt x="247965" y="2563906"/>
                </a:lnTo>
                <a:lnTo>
                  <a:pt x="247345" y="2563834"/>
                </a:lnTo>
                <a:lnTo>
                  <a:pt x="246706" y="2563779"/>
                </a:lnTo>
                <a:lnTo>
                  <a:pt x="246048" y="2563739"/>
                </a:lnTo>
                <a:lnTo>
                  <a:pt x="245372" y="2563715"/>
                </a:lnTo>
                <a:lnTo>
                  <a:pt x="244677" y="2563707"/>
                </a:lnTo>
                <a:lnTo>
                  <a:pt x="244677" y="2562186"/>
                </a:lnTo>
                <a:lnTo>
                  <a:pt x="245372" y="2562178"/>
                </a:lnTo>
                <a:lnTo>
                  <a:pt x="246048" y="2562154"/>
                </a:lnTo>
                <a:lnTo>
                  <a:pt x="246706" y="2562114"/>
                </a:lnTo>
                <a:lnTo>
                  <a:pt x="247345" y="2562059"/>
                </a:lnTo>
                <a:lnTo>
                  <a:pt x="247965" y="2561987"/>
                </a:lnTo>
                <a:lnTo>
                  <a:pt x="248566" y="2561900"/>
                </a:lnTo>
                <a:lnTo>
                  <a:pt x="249148" y="2561797"/>
                </a:lnTo>
                <a:lnTo>
                  <a:pt x="249712" y="2561678"/>
                </a:lnTo>
                <a:lnTo>
                  <a:pt x="250256" y="2561544"/>
                </a:lnTo>
                <a:lnTo>
                  <a:pt x="250782" y="2561393"/>
                </a:lnTo>
                <a:lnTo>
                  <a:pt x="251290" y="2561227"/>
                </a:lnTo>
                <a:lnTo>
                  <a:pt x="251778" y="2561044"/>
                </a:lnTo>
                <a:lnTo>
                  <a:pt x="252248" y="2560846"/>
                </a:lnTo>
                <a:lnTo>
                  <a:pt x="252698" y="2560632"/>
                </a:lnTo>
                <a:lnTo>
                  <a:pt x="253131" y="2560402"/>
                </a:lnTo>
                <a:lnTo>
                  <a:pt x="253544" y="2560157"/>
                </a:lnTo>
                <a:lnTo>
                  <a:pt x="253938" y="2559895"/>
                </a:lnTo>
                <a:lnTo>
                  <a:pt x="254314" y="2559618"/>
                </a:lnTo>
                <a:lnTo>
                  <a:pt x="254671" y="2559325"/>
                </a:lnTo>
                <a:lnTo>
                  <a:pt x="255009" y="2559016"/>
                </a:lnTo>
                <a:lnTo>
                  <a:pt x="255328" y="2558691"/>
                </a:lnTo>
                <a:lnTo>
                  <a:pt x="255629" y="2558350"/>
                </a:lnTo>
                <a:lnTo>
                  <a:pt x="255911" y="2557993"/>
                </a:lnTo>
                <a:lnTo>
                  <a:pt x="256174" y="2557621"/>
                </a:lnTo>
                <a:lnTo>
                  <a:pt x="256436" y="2557234"/>
                </a:lnTo>
                <a:lnTo>
                  <a:pt x="256689" y="2556834"/>
                </a:lnTo>
                <a:lnTo>
                  <a:pt x="256932" y="2556421"/>
                </a:lnTo>
                <a:lnTo>
                  <a:pt x="257165" y="2555996"/>
                </a:lnTo>
                <a:lnTo>
                  <a:pt x="257387" y="2555557"/>
                </a:lnTo>
                <a:lnTo>
                  <a:pt x="257600" y="2555106"/>
                </a:lnTo>
                <a:lnTo>
                  <a:pt x="257803" y="2554642"/>
                </a:lnTo>
                <a:lnTo>
                  <a:pt x="257996" y="2554164"/>
                </a:lnTo>
                <a:lnTo>
                  <a:pt x="258179" y="2553674"/>
                </a:lnTo>
                <a:lnTo>
                  <a:pt x="258352" y="2553171"/>
                </a:lnTo>
                <a:lnTo>
                  <a:pt x="258515" y="2552655"/>
                </a:lnTo>
                <a:lnTo>
                  <a:pt x="258667" y="2552126"/>
                </a:lnTo>
                <a:lnTo>
                  <a:pt x="258810" y="2551584"/>
                </a:lnTo>
                <a:lnTo>
                  <a:pt x="258943" y="2551029"/>
                </a:lnTo>
                <a:lnTo>
                  <a:pt x="259066" y="2550462"/>
                </a:lnTo>
                <a:lnTo>
                  <a:pt x="259179" y="2549881"/>
                </a:lnTo>
                <a:lnTo>
                  <a:pt x="259282" y="2549288"/>
                </a:lnTo>
                <a:lnTo>
                  <a:pt x="259375" y="2548681"/>
                </a:lnTo>
                <a:lnTo>
                  <a:pt x="259458" y="2548062"/>
                </a:lnTo>
                <a:lnTo>
                  <a:pt x="259532" y="2547430"/>
                </a:lnTo>
                <a:lnTo>
                  <a:pt x="259595" y="2546785"/>
                </a:lnTo>
                <a:lnTo>
                  <a:pt x="259648" y="2546127"/>
                </a:lnTo>
                <a:lnTo>
                  <a:pt x="259691" y="2545456"/>
                </a:lnTo>
                <a:lnTo>
                  <a:pt x="259724" y="2544772"/>
                </a:lnTo>
                <a:lnTo>
                  <a:pt x="260908" y="2508591"/>
                </a:lnTo>
                <a:lnTo>
                  <a:pt x="260925" y="2508285"/>
                </a:lnTo>
                <a:lnTo>
                  <a:pt x="260950" y="2507984"/>
                </a:lnTo>
                <a:lnTo>
                  <a:pt x="260982" y="2507691"/>
                </a:lnTo>
                <a:lnTo>
                  <a:pt x="261020" y="2507403"/>
                </a:lnTo>
                <a:lnTo>
                  <a:pt x="261066" y="2507122"/>
                </a:lnTo>
                <a:lnTo>
                  <a:pt x="261119" y="2506848"/>
                </a:lnTo>
                <a:lnTo>
                  <a:pt x="261179" y="2506580"/>
                </a:lnTo>
                <a:lnTo>
                  <a:pt x="261246" y="2506319"/>
                </a:lnTo>
                <a:lnTo>
                  <a:pt x="261320" y="2506063"/>
                </a:lnTo>
                <a:lnTo>
                  <a:pt x="261401" y="2505815"/>
                </a:lnTo>
                <a:lnTo>
                  <a:pt x="261489" y="2505573"/>
                </a:lnTo>
                <a:lnTo>
                  <a:pt x="261584" y="2505337"/>
                </a:lnTo>
                <a:lnTo>
                  <a:pt x="261686" y="2505108"/>
                </a:lnTo>
                <a:lnTo>
                  <a:pt x="261795" y="2504885"/>
                </a:lnTo>
                <a:lnTo>
                  <a:pt x="261911" y="2504669"/>
                </a:lnTo>
                <a:lnTo>
                  <a:pt x="262035" y="2504459"/>
                </a:lnTo>
                <a:lnTo>
                  <a:pt x="262165" y="2504255"/>
                </a:lnTo>
                <a:lnTo>
                  <a:pt x="262302" y="2504058"/>
                </a:lnTo>
                <a:lnTo>
                  <a:pt x="262447" y="2503868"/>
                </a:lnTo>
                <a:lnTo>
                  <a:pt x="262598" y="2503684"/>
                </a:lnTo>
                <a:lnTo>
                  <a:pt x="262757" y="2503506"/>
                </a:lnTo>
                <a:lnTo>
                  <a:pt x="262922" y="2503335"/>
                </a:lnTo>
                <a:lnTo>
                  <a:pt x="263095" y="2503170"/>
                </a:lnTo>
                <a:lnTo>
                  <a:pt x="263275" y="2503012"/>
                </a:lnTo>
                <a:lnTo>
                  <a:pt x="263473" y="2502845"/>
                </a:lnTo>
                <a:lnTo>
                  <a:pt x="263674" y="2502683"/>
                </a:lnTo>
                <a:lnTo>
                  <a:pt x="263877" y="2502526"/>
                </a:lnTo>
                <a:lnTo>
                  <a:pt x="264082" y="2502373"/>
                </a:lnTo>
                <a:lnTo>
                  <a:pt x="264290" y="2502225"/>
                </a:lnTo>
                <a:lnTo>
                  <a:pt x="264500" y="2502082"/>
                </a:lnTo>
                <a:lnTo>
                  <a:pt x="264713" y="2501944"/>
                </a:lnTo>
                <a:lnTo>
                  <a:pt x="264928" y="2501810"/>
                </a:lnTo>
                <a:lnTo>
                  <a:pt x="265145" y="2501681"/>
                </a:lnTo>
                <a:lnTo>
                  <a:pt x="265364" y="2501556"/>
                </a:lnTo>
                <a:lnTo>
                  <a:pt x="265586" y="2501437"/>
                </a:lnTo>
                <a:lnTo>
                  <a:pt x="265811" y="2501321"/>
                </a:lnTo>
                <a:lnTo>
                  <a:pt x="266037" y="2501211"/>
                </a:lnTo>
                <a:lnTo>
                  <a:pt x="266266" y="2501105"/>
                </a:lnTo>
                <a:lnTo>
                  <a:pt x="266497" y="2501005"/>
                </a:lnTo>
                <a:lnTo>
                  <a:pt x="266731" y="2500908"/>
                </a:lnTo>
                <a:lnTo>
                  <a:pt x="266967" y="2500817"/>
                </a:lnTo>
                <a:lnTo>
                  <a:pt x="267205" y="2500730"/>
                </a:lnTo>
                <a:lnTo>
                  <a:pt x="267446" y="2500648"/>
                </a:lnTo>
                <a:lnTo>
                  <a:pt x="267689" y="2500570"/>
                </a:lnTo>
                <a:lnTo>
                  <a:pt x="267934" y="2500497"/>
                </a:lnTo>
                <a:lnTo>
                  <a:pt x="268182" y="2500429"/>
                </a:lnTo>
                <a:lnTo>
                  <a:pt x="268432" y="2500366"/>
                </a:lnTo>
                <a:lnTo>
                  <a:pt x="268685" y="2500307"/>
                </a:lnTo>
                <a:lnTo>
                  <a:pt x="268951" y="2500252"/>
                </a:lnTo>
                <a:lnTo>
                  <a:pt x="269214" y="2500199"/>
                </a:lnTo>
                <a:lnTo>
                  <a:pt x="269475" y="2500149"/>
                </a:lnTo>
                <a:lnTo>
                  <a:pt x="269732" y="2500101"/>
                </a:lnTo>
                <a:lnTo>
                  <a:pt x="269986" y="2500055"/>
                </a:lnTo>
                <a:lnTo>
                  <a:pt x="270238" y="2500011"/>
                </a:lnTo>
                <a:lnTo>
                  <a:pt x="270487" y="2499970"/>
                </a:lnTo>
                <a:lnTo>
                  <a:pt x="270732" y="2499931"/>
                </a:lnTo>
                <a:lnTo>
                  <a:pt x="270975" y="2499895"/>
                </a:lnTo>
                <a:lnTo>
                  <a:pt x="271215" y="2499861"/>
                </a:lnTo>
                <a:lnTo>
                  <a:pt x="271452" y="2499829"/>
                </a:lnTo>
                <a:lnTo>
                  <a:pt x="271686" y="2499800"/>
                </a:lnTo>
                <a:lnTo>
                  <a:pt x="271917" y="2499773"/>
                </a:lnTo>
                <a:lnTo>
                  <a:pt x="272145" y="2499748"/>
                </a:lnTo>
                <a:lnTo>
                  <a:pt x="272370" y="2499726"/>
                </a:lnTo>
                <a:lnTo>
                  <a:pt x="272592" y="2499706"/>
                </a:lnTo>
                <a:lnTo>
                  <a:pt x="272811" y="2499688"/>
                </a:lnTo>
                <a:lnTo>
                  <a:pt x="273028" y="2499673"/>
                </a:lnTo>
                <a:lnTo>
                  <a:pt x="273241" y="2499660"/>
                </a:lnTo>
                <a:lnTo>
                  <a:pt x="273451" y="2499650"/>
                </a:lnTo>
                <a:lnTo>
                  <a:pt x="273659" y="2499641"/>
                </a:lnTo>
                <a:lnTo>
                  <a:pt x="273864" y="2499636"/>
                </a:lnTo>
                <a:lnTo>
                  <a:pt x="274065" y="2499632"/>
                </a:lnTo>
                <a:lnTo>
                  <a:pt x="274264" y="2499631"/>
                </a:lnTo>
                <a:lnTo>
                  <a:pt x="274264" y="2491516"/>
                </a:lnTo>
                <a:lnTo>
                  <a:pt x="273646" y="2491464"/>
                </a:lnTo>
                <a:lnTo>
                  <a:pt x="273032" y="2491420"/>
                </a:lnTo>
                <a:lnTo>
                  <a:pt x="272423" y="2491386"/>
                </a:lnTo>
                <a:lnTo>
                  <a:pt x="271817" y="2491361"/>
                </a:lnTo>
                <a:lnTo>
                  <a:pt x="271216" y="2491344"/>
                </a:lnTo>
                <a:lnTo>
                  <a:pt x="270618" y="2491336"/>
                </a:lnTo>
                <a:lnTo>
                  <a:pt x="270025" y="2491337"/>
                </a:lnTo>
                <a:lnTo>
                  <a:pt x="269436" y="2491346"/>
                </a:lnTo>
                <a:lnTo>
                  <a:pt x="268851" y="2491365"/>
                </a:lnTo>
                <a:lnTo>
                  <a:pt x="268270" y="2491392"/>
                </a:lnTo>
                <a:lnTo>
                  <a:pt x="267693" y="2491428"/>
                </a:lnTo>
                <a:lnTo>
                  <a:pt x="267121" y="2491473"/>
                </a:lnTo>
                <a:lnTo>
                  <a:pt x="266552" y="2491527"/>
                </a:lnTo>
                <a:lnTo>
                  <a:pt x="265988" y="2491590"/>
                </a:lnTo>
                <a:lnTo>
                  <a:pt x="265428" y="2491661"/>
                </a:lnTo>
                <a:lnTo>
                  <a:pt x="264871" y="2491741"/>
                </a:lnTo>
                <a:lnTo>
                  <a:pt x="264319" y="2491830"/>
                </a:lnTo>
                <a:lnTo>
                  <a:pt x="263771" y="2491928"/>
                </a:lnTo>
                <a:lnTo>
                  <a:pt x="263227" y="2492034"/>
                </a:lnTo>
                <a:lnTo>
                  <a:pt x="262688" y="2492150"/>
                </a:lnTo>
                <a:lnTo>
                  <a:pt x="262152" y="2492274"/>
                </a:lnTo>
                <a:lnTo>
                  <a:pt x="261620" y="2492407"/>
                </a:lnTo>
                <a:lnTo>
                  <a:pt x="261093" y="2492549"/>
                </a:lnTo>
                <a:lnTo>
                  <a:pt x="260569" y="2492699"/>
                </a:lnTo>
                <a:lnTo>
                  <a:pt x="260066" y="2492845"/>
                </a:lnTo>
                <a:lnTo>
                  <a:pt x="259570" y="2493000"/>
                </a:lnTo>
                <a:lnTo>
                  <a:pt x="259082" y="2493164"/>
                </a:lnTo>
                <a:lnTo>
                  <a:pt x="258602" y="2493338"/>
                </a:lnTo>
                <a:lnTo>
                  <a:pt x="258129" y="2493521"/>
                </a:lnTo>
                <a:lnTo>
                  <a:pt x="257664" y="2493714"/>
                </a:lnTo>
                <a:lnTo>
                  <a:pt x="257206" y="2493916"/>
                </a:lnTo>
                <a:lnTo>
                  <a:pt x="256756" y="2494127"/>
                </a:lnTo>
                <a:lnTo>
                  <a:pt x="256314" y="2494348"/>
                </a:lnTo>
                <a:lnTo>
                  <a:pt x="255879" y="2494578"/>
                </a:lnTo>
                <a:lnTo>
                  <a:pt x="255452" y="2494817"/>
                </a:lnTo>
                <a:lnTo>
                  <a:pt x="255033" y="2495066"/>
                </a:lnTo>
                <a:lnTo>
                  <a:pt x="254621" y="2495324"/>
                </a:lnTo>
                <a:lnTo>
                  <a:pt x="254217" y="2495592"/>
                </a:lnTo>
                <a:lnTo>
                  <a:pt x="253820" y="2495869"/>
                </a:lnTo>
                <a:lnTo>
                  <a:pt x="253431" y="2496156"/>
                </a:lnTo>
                <a:lnTo>
                  <a:pt x="253050" y="2496451"/>
                </a:lnTo>
                <a:lnTo>
                  <a:pt x="252676" y="2496757"/>
                </a:lnTo>
                <a:lnTo>
                  <a:pt x="252310" y="2497071"/>
                </a:lnTo>
                <a:lnTo>
                  <a:pt x="251952" y="2497395"/>
                </a:lnTo>
                <a:lnTo>
                  <a:pt x="251601" y="2497729"/>
                </a:lnTo>
                <a:lnTo>
                  <a:pt x="251258" y="2498072"/>
                </a:lnTo>
                <a:lnTo>
                  <a:pt x="250922" y="2498424"/>
                </a:lnTo>
                <a:lnTo>
                  <a:pt x="250595" y="2498785"/>
                </a:lnTo>
                <a:lnTo>
                  <a:pt x="250291" y="2499143"/>
                </a:lnTo>
                <a:lnTo>
                  <a:pt x="250000" y="2499512"/>
                </a:lnTo>
                <a:lnTo>
                  <a:pt x="249723" y="2499892"/>
                </a:lnTo>
                <a:lnTo>
                  <a:pt x="249458" y="2500284"/>
                </a:lnTo>
                <a:lnTo>
                  <a:pt x="249206" y="2500686"/>
                </a:lnTo>
                <a:lnTo>
                  <a:pt x="248967" y="2501100"/>
                </a:lnTo>
                <a:lnTo>
                  <a:pt x="248741" y="2501524"/>
                </a:lnTo>
                <a:lnTo>
                  <a:pt x="248528" y="2501960"/>
                </a:lnTo>
                <a:lnTo>
                  <a:pt x="248328" y="2502407"/>
                </a:lnTo>
                <a:lnTo>
                  <a:pt x="248141" y="2502865"/>
                </a:lnTo>
                <a:lnTo>
                  <a:pt x="247966" y="2503335"/>
                </a:lnTo>
                <a:lnTo>
                  <a:pt x="247805" y="2503815"/>
                </a:lnTo>
                <a:lnTo>
                  <a:pt x="247656" y="2504307"/>
                </a:lnTo>
                <a:lnTo>
                  <a:pt x="247521" y="2504810"/>
                </a:lnTo>
                <a:lnTo>
                  <a:pt x="247398" y="2505324"/>
                </a:lnTo>
                <a:lnTo>
                  <a:pt x="247288" y="2505849"/>
                </a:lnTo>
                <a:lnTo>
                  <a:pt x="247191" y="2506385"/>
                </a:lnTo>
                <a:lnTo>
                  <a:pt x="247107" y="2506932"/>
                </a:lnTo>
                <a:lnTo>
                  <a:pt x="247036" y="2507491"/>
                </a:lnTo>
                <a:lnTo>
                  <a:pt x="246978" y="2508061"/>
                </a:lnTo>
                <a:lnTo>
                  <a:pt x="246933" y="2508642"/>
                </a:lnTo>
                <a:lnTo>
                  <a:pt x="246901" y="2509234"/>
                </a:lnTo>
                <a:lnTo>
                  <a:pt x="246881" y="2509837"/>
                </a:lnTo>
                <a:lnTo>
                  <a:pt x="246875" y="2510451"/>
                </a:lnTo>
                <a:lnTo>
                  <a:pt x="246875" y="2546632"/>
                </a:lnTo>
                <a:lnTo>
                  <a:pt x="246867" y="2547063"/>
                </a:lnTo>
                <a:lnTo>
                  <a:pt x="246844" y="2547485"/>
                </a:lnTo>
                <a:lnTo>
                  <a:pt x="246806" y="2547897"/>
                </a:lnTo>
                <a:lnTo>
                  <a:pt x="246753" y="2548299"/>
                </a:lnTo>
                <a:lnTo>
                  <a:pt x="246684" y="2548691"/>
                </a:lnTo>
                <a:lnTo>
                  <a:pt x="246600" y="2549072"/>
                </a:lnTo>
                <a:lnTo>
                  <a:pt x="246501" y="2549444"/>
                </a:lnTo>
                <a:lnTo>
                  <a:pt x="246387" y="2549806"/>
                </a:lnTo>
                <a:lnTo>
                  <a:pt x="246257" y="2550158"/>
                </a:lnTo>
                <a:lnTo>
                  <a:pt x="246112" y="2550500"/>
                </a:lnTo>
                <a:lnTo>
                  <a:pt x="245952" y="2550832"/>
                </a:lnTo>
                <a:lnTo>
                  <a:pt x="245776" y="2551154"/>
                </a:lnTo>
                <a:lnTo>
                  <a:pt x="245585" y="2551466"/>
                </a:lnTo>
                <a:lnTo>
                  <a:pt x="245379" y="2551768"/>
                </a:lnTo>
                <a:lnTo>
                  <a:pt x="245158" y="2552060"/>
                </a:lnTo>
                <a:lnTo>
                  <a:pt x="244921" y="2552342"/>
                </a:lnTo>
                <a:lnTo>
                  <a:pt x="244670" y="2552614"/>
                </a:lnTo>
                <a:lnTo>
                  <a:pt x="244402" y="2552877"/>
                </a:lnTo>
                <a:lnTo>
                  <a:pt x="244120" y="2553129"/>
                </a:lnTo>
                <a:lnTo>
                  <a:pt x="243822" y="2553371"/>
                </a:lnTo>
                <a:lnTo>
                  <a:pt x="243510" y="2553603"/>
                </a:lnTo>
                <a:lnTo>
                  <a:pt x="243181" y="2553825"/>
                </a:lnTo>
                <a:lnTo>
                  <a:pt x="242838" y="2554037"/>
                </a:lnTo>
                <a:lnTo>
                  <a:pt x="242479" y="2554240"/>
                </a:lnTo>
                <a:lnTo>
                  <a:pt x="242127" y="2554419"/>
                </a:lnTo>
                <a:lnTo>
                  <a:pt x="241774" y="2554590"/>
                </a:lnTo>
                <a:lnTo>
                  <a:pt x="241420" y="2554752"/>
                </a:lnTo>
                <a:lnTo>
                  <a:pt x="241066" y="2554907"/>
                </a:lnTo>
                <a:lnTo>
                  <a:pt x="240711" y="2555053"/>
                </a:lnTo>
                <a:lnTo>
                  <a:pt x="240355" y="2555191"/>
                </a:lnTo>
                <a:lnTo>
                  <a:pt x="239999" y="2555320"/>
                </a:lnTo>
                <a:lnTo>
                  <a:pt x="239643" y="2555442"/>
                </a:lnTo>
                <a:lnTo>
                  <a:pt x="239285" y="2555555"/>
                </a:lnTo>
                <a:lnTo>
                  <a:pt x="238928" y="2555660"/>
                </a:lnTo>
                <a:lnTo>
                  <a:pt x="238569" y="2555757"/>
                </a:lnTo>
                <a:lnTo>
                  <a:pt x="238210" y="2555846"/>
                </a:lnTo>
                <a:lnTo>
                  <a:pt x="237851" y="2555926"/>
                </a:lnTo>
                <a:lnTo>
                  <a:pt x="237491" y="2555998"/>
                </a:lnTo>
                <a:lnTo>
                  <a:pt x="237130" y="2556062"/>
                </a:lnTo>
                <a:lnTo>
                  <a:pt x="236769" y="2556118"/>
                </a:lnTo>
                <a:lnTo>
                  <a:pt x="236407" y="2556166"/>
                </a:lnTo>
                <a:lnTo>
                  <a:pt x="236044" y="2556205"/>
                </a:lnTo>
                <a:lnTo>
                  <a:pt x="235681" y="2556236"/>
                </a:lnTo>
                <a:lnTo>
                  <a:pt x="235317" y="2556259"/>
                </a:lnTo>
                <a:lnTo>
                  <a:pt x="234953" y="2556274"/>
                </a:lnTo>
                <a:lnTo>
                  <a:pt x="234588" y="2556280"/>
                </a:lnTo>
                <a:lnTo>
                  <a:pt x="234223" y="2556278"/>
                </a:lnTo>
                <a:lnTo>
                  <a:pt x="233857" y="2556269"/>
                </a:lnTo>
                <a:lnTo>
                  <a:pt x="233857" y="2569625"/>
                </a:lnTo>
                <a:lnTo>
                  <a:pt x="234250" y="2569615"/>
                </a:lnTo>
                <a:lnTo>
                  <a:pt x="234641" y="2569614"/>
                </a:lnTo>
                <a:lnTo>
                  <a:pt x="235030" y="2569622"/>
                </a:lnTo>
                <a:lnTo>
                  <a:pt x="235416" y="2569639"/>
                </a:lnTo>
                <a:lnTo>
                  <a:pt x="235800" y="2569664"/>
                </a:lnTo>
                <a:lnTo>
                  <a:pt x="236182" y="2569698"/>
                </a:lnTo>
                <a:lnTo>
                  <a:pt x="236561" y="2569742"/>
                </a:lnTo>
                <a:lnTo>
                  <a:pt x="236938" y="2569794"/>
                </a:lnTo>
                <a:lnTo>
                  <a:pt x="237312" y="2569854"/>
                </a:lnTo>
                <a:lnTo>
                  <a:pt x="237684" y="2569924"/>
                </a:lnTo>
                <a:lnTo>
                  <a:pt x="238054" y="2570002"/>
                </a:lnTo>
                <a:lnTo>
                  <a:pt x="238422" y="2570089"/>
                </a:lnTo>
                <a:lnTo>
                  <a:pt x="238787" y="2570185"/>
                </a:lnTo>
                <a:lnTo>
                  <a:pt x="239150" y="2570290"/>
                </a:lnTo>
                <a:lnTo>
                  <a:pt x="239510" y="2570404"/>
                </a:lnTo>
                <a:lnTo>
                  <a:pt x="239868" y="2570526"/>
                </a:lnTo>
                <a:lnTo>
                  <a:pt x="240224" y="2570657"/>
                </a:lnTo>
                <a:lnTo>
                  <a:pt x="240577" y="2570798"/>
                </a:lnTo>
                <a:lnTo>
                  <a:pt x="240928" y="2570946"/>
                </a:lnTo>
                <a:lnTo>
                  <a:pt x="241277" y="2571104"/>
                </a:lnTo>
                <a:lnTo>
                  <a:pt x="241623" y="2571270"/>
                </a:lnTo>
                <a:lnTo>
                  <a:pt x="241967" y="2571446"/>
                </a:lnTo>
                <a:lnTo>
                  <a:pt x="242309" y="2571630"/>
                </a:lnTo>
                <a:lnTo>
                  <a:pt x="242648" y="2571823"/>
                </a:lnTo>
                <a:lnTo>
                  <a:pt x="242993" y="2572011"/>
                </a:lnTo>
                <a:lnTo>
                  <a:pt x="243323" y="2572209"/>
                </a:lnTo>
                <a:lnTo>
                  <a:pt x="243639" y="2572417"/>
                </a:lnTo>
                <a:lnTo>
                  <a:pt x="243940" y="2572635"/>
                </a:lnTo>
                <a:lnTo>
                  <a:pt x="244226" y="2572863"/>
                </a:lnTo>
                <a:lnTo>
                  <a:pt x="244498" y="2573101"/>
                </a:lnTo>
                <a:lnTo>
                  <a:pt x="244754" y="2573349"/>
                </a:lnTo>
                <a:lnTo>
                  <a:pt x="244996" y="2573607"/>
                </a:lnTo>
                <a:lnTo>
                  <a:pt x="245224" y="2573875"/>
                </a:lnTo>
                <a:lnTo>
                  <a:pt x="245437" y="2574153"/>
                </a:lnTo>
                <a:lnTo>
                  <a:pt x="245635" y="2574441"/>
                </a:lnTo>
                <a:lnTo>
                  <a:pt x="245818" y="2574739"/>
                </a:lnTo>
                <a:lnTo>
                  <a:pt x="245987" y="2575047"/>
                </a:lnTo>
                <a:lnTo>
                  <a:pt x="246141" y="2575365"/>
                </a:lnTo>
                <a:lnTo>
                  <a:pt x="246281" y="2575693"/>
                </a:lnTo>
                <a:lnTo>
                  <a:pt x="246405" y="2576031"/>
                </a:lnTo>
                <a:lnTo>
                  <a:pt x="246515" y="2576378"/>
                </a:lnTo>
                <a:lnTo>
                  <a:pt x="246611" y="2576736"/>
                </a:lnTo>
                <a:lnTo>
                  <a:pt x="246692" y="2577104"/>
                </a:lnTo>
                <a:lnTo>
                  <a:pt x="246758" y="2577482"/>
                </a:lnTo>
                <a:lnTo>
                  <a:pt x="246809" y="2577869"/>
                </a:lnTo>
                <a:lnTo>
                  <a:pt x="246846" y="2578267"/>
                </a:lnTo>
                <a:lnTo>
                  <a:pt x="246868" y="2578675"/>
                </a:lnTo>
                <a:lnTo>
                  <a:pt x="246875" y="2579093"/>
                </a:lnTo>
                <a:lnTo>
                  <a:pt x="246875" y="2615442"/>
                </a:lnTo>
                <a:lnTo>
                  <a:pt x="246881" y="2616043"/>
                </a:lnTo>
                <a:lnTo>
                  <a:pt x="246901" y="2616634"/>
                </a:lnTo>
                <a:lnTo>
                  <a:pt x="246933" y="2617214"/>
                </a:lnTo>
                <a:lnTo>
                  <a:pt x="246978" y="2617785"/>
                </a:lnTo>
                <a:lnTo>
                  <a:pt x="247036" y="2618346"/>
                </a:lnTo>
                <a:lnTo>
                  <a:pt x="247107" y="2618897"/>
                </a:lnTo>
                <a:lnTo>
                  <a:pt x="247191" y="2619438"/>
                </a:lnTo>
                <a:lnTo>
                  <a:pt x="247288" y="2619969"/>
                </a:lnTo>
                <a:lnTo>
                  <a:pt x="247398" y="2620490"/>
                </a:lnTo>
                <a:lnTo>
                  <a:pt x="247521" y="2621001"/>
                </a:lnTo>
                <a:lnTo>
                  <a:pt x="247656" y="2621502"/>
                </a:lnTo>
                <a:lnTo>
                  <a:pt x="247805" y="2621993"/>
                </a:lnTo>
                <a:lnTo>
                  <a:pt x="247966" y="2622474"/>
                </a:lnTo>
                <a:lnTo>
                  <a:pt x="248141" y="2622945"/>
                </a:lnTo>
                <a:lnTo>
                  <a:pt x="248328" y="2623406"/>
                </a:lnTo>
                <a:lnTo>
                  <a:pt x="248528" y="2623858"/>
                </a:lnTo>
                <a:lnTo>
                  <a:pt x="248741" y="2624299"/>
                </a:lnTo>
                <a:lnTo>
                  <a:pt x="248967" y="2624730"/>
                </a:lnTo>
                <a:lnTo>
                  <a:pt x="249206" y="2625151"/>
                </a:lnTo>
                <a:lnTo>
                  <a:pt x="249458" y="2625562"/>
                </a:lnTo>
                <a:lnTo>
                  <a:pt x="249723" y="2625964"/>
                </a:lnTo>
                <a:lnTo>
                  <a:pt x="250000" y="2626355"/>
                </a:lnTo>
                <a:lnTo>
                  <a:pt x="250291" y="2626736"/>
                </a:lnTo>
                <a:lnTo>
                  <a:pt x="250595" y="2627108"/>
                </a:lnTo>
                <a:lnTo>
                  <a:pt x="250909" y="2627469"/>
                </a:lnTo>
                <a:lnTo>
                  <a:pt x="251232" y="2627821"/>
                </a:lnTo>
                <a:lnTo>
                  <a:pt x="251564" y="2628164"/>
                </a:lnTo>
                <a:lnTo>
                  <a:pt x="251905" y="2628498"/>
                </a:lnTo>
                <a:lnTo>
                  <a:pt x="252254" y="2628822"/>
                </a:lnTo>
                <a:lnTo>
                  <a:pt x="252613" y="2629136"/>
                </a:lnTo>
                <a:lnTo>
                  <a:pt x="252980" y="2629442"/>
                </a:lnTo>
                <a:lnTo>
                  <a:pt x="253356" y="2629737"/>
                </a:lnTo>
                <a:lnTo>
                  <a:pt x="253741" y="2630024"/>
                </a:lnTo>
                <a:lnTo>
                  <a:pt x="254134" y="2630301"/>
                </a:lnTo>
                <a:lnTo>
                  <a:pt x="254537" y="2630569"/>
                </a:lnTo>
                <a:lnTo>
                  <a:pt x="254948" y="2630827"/>
                </a:lnTo>
                <a:lnTo>
                  <a:pt x="255368" y="2631076"/>
                </a:lnTo>
                <a:lnTo>
                  <a:pt x="255797" y="2631315"/>
                </a:lnTo>
                <a:lnTo>
                  <a:pt x="256234" y="2631545"/>
                </a:lnTo>
                <a:lnTo>
                  <a:pt x="256681" y="2631766"/>
                </a:lnTo>
                <a:lnTo>
                  <a:pt x="257136" y="2631977"/>
                </a:lnTo>
                <a:lnTo>
                  <a:pt x="257600" y="2632179"/>
                </a:lnTo>
                <a:lnTo>
                  <a:pt x="258073" y="2632372"/>
                </a:lnTo>
                <a:lnTo>
                  <a:pt x="258555" y="2632555"/>
                </a:lnTo>
                <a:lnTo>
                  <a:pt x="259045" y="2632729"/>
                </a:lnTo>
                <a:lnTo>
                  <a:pt x="259544" y="2632893"/>
                </a:lnTo>
                <a:lnTo>
                  <a:pt x="260053" y="2633048"/>
                </a:lnTo>
                <a:lnTo>
                  <a:pt x="260569" y="2633194"/>
                </a:lnTo>
                <a:lnTo>
                  <a:pt x="261093" y="2633331"/>
                </a:lnTo>
                <a:lnTo>
                  <a:pt x="261620" y="2633460"/>
                </a:lnTo>
                <a:lnTo>
                  <a:pt x="262152" y="2633582"/>
                </a:lnTo>
                <a:lnTo>
                  <a:pt x="262688" y="2633696"/>
                </a:lnTo>
                <a:lnTo>
                  <a:pt x="263227" y="2633803"/>
                </a:lnTo>
                <a:lnTo>
                  <a:pt x="263771" y="2633902"/>
                </a:lnTo>
                <a:lnTo>
                  <a:pt x="264319" y="2633993"/>
                </a:lnTo>
                <a:lnTo>
                  <a:pt x="264871" y="2634077"/>
                </a:lnTo>
                <a:lnTo>
                  <a:pt x="265428" y="2634153"/>
                </a:lnTo>
                <a:lnTo>
                  <a:pt x="265988" y="2634221"/>
                </a:lnTo>
                <a:lnTo>
                  <a:pt x="266552" y="2634282"/>
                </a:lnTo>
                <a:lnTo>
                  <a:pt x="267121" y="2634335"/>
                </a:lnTo>
                <a:lnTo>
                  <a:pt x="267693" y="2634381"/>
                </a:lnTo>
                <a:lnTo>
                  <a:pt x="268270" y="2634418"/>
                </a:lnTo>
                <a:lnTo>
                  <a:pt x="268851" y="2634449"/>
                </a:lnTo>
                <a:lnTo>
                  <a:pt x="269436" y="2634471"/>
                </a:lnTo>
                <a:lnTo>
                  <a:pt x="270025" y="2634486"/>
                </a:lnTo>
                <a:lnTo>
                  <a:pt x="270618" y="2634494"/>
                </a:lnTo>
                <a:lnTo>
                  <a:pt x="271216" y="2634493"/>
                </a:lnTo>
                <a:lnTo>
                  <a:pt x="271817" y="2634485"/>
                </a:lnTo>
                <a:lnTo>
                  <a:pt x="272423" y="2634470"/>
                </a:lnTo>
                <a:lnTo>
                  <a:pt x="273032" y="2634447"/>
                </a:lnTo>
                <a:lnTo>
                  <a:pt x="273646" y="2634416"/>
                </a:lnTo>
                <a:lnTo>
                  <a:pt x="274264" y="2634377"/>
                </a:lnTo>
                <a:lnTo>
                  <a:pt x="274264" y="2626262"/>
                </a:lnTo>
                <a:lnTo>
                  <a:pt x="274065" y="2626261"/>
                </a:lnTo>
                <a:lnTo>
                  <a:pt x="273864" y="2626257"/>
                </a:lnTo>
                <a:lnTo>
                  <a:pt x="273659" y="2626252"/>
                </a:lnTo>
                <a:lnTo>
                  <a:pt x="273451" y="2626243"/>
                </a:lnTo>
                <a:lnTo>
                  <a:pt x="273241" y="2626233"/>
                </a:lnTo>
                <a:lnTo>
                  <a:pt x="273028" y="2626220"/>
                </a:lnTo>
                <a:close/>
                <a:moveTo>
                  <a:pt x="273241" y="3124536"/>
                </a:moveTo>
                <a:lnTo>
                  <a:pt x="273028" y="3124523"/>
                </a:lnTo>
                <a:lnTo>
                  <a:pt x="272811" y="3124508"/>
                </a:lnTo>
                <a:lnTo>
                  <a:pt x="272592" y="3124490"/>
                </a:lnTo>
                <a:lnTo>
                  <a:pt x="272370" y="3124470"/>
                </a:lnTo>
                <a:lnTo>
                  <a:pt x="272145" y="3124448"/>
                </a:lnTo>
                <a:lnTo>
                  <a:pt x="271917" y="3124423"/>
                </a:lnTo>
                <a:lnTo>
                  <a:pt x="271686" y="3124396"/>
                </a:lnTo>
                <a:lnTo>
                  <a:pt x="271452" y="3124367"/>
                </a:lnTo>
                <a:lnTo>
                  <a:pt x="271215" y="3124335"/>
                </a:lnTo>
                <a:lnTo>
                  <a:pt x="270975" y="3124301"/>
                </a:lnTo>
                <a:lnTo>
                  <a:pt x="270732" y="3124265"/>
                </a:lnTo>
                <a:lnTo>
                  <a:pt x="270487" y="3124226"/>
                </a:lnTo>
                <a:lnTo>
                  <a:pt x="270238" y="3124185"/>
                </a:lnTo>
                <a:lnTo>
                  <a:pt x="269986" y="3124141"/>
                </a:lnTo>
                <a:lnTo>
                  <a:pt x="269732" y="3124096"/>
                </a:lnTo>
                <a:lnTo>
                  <a:pt x="269475" y="3124047"/>
                </a:lnTo>
                <a:lnTo>
                  <a:pt x="269214" y="3123997"/>
                </a:lnTo>
                <a:lnTo>
                  <a:pt x="268951" y="3123944"/>
                </a:lnTo>
                <a:lnTo>
                  <a:pt x="268685" y="3123889"/>
                </a:lnTo>
                <a:lnTo>
                  <a:pt x="268432" y="3123830"/>
                </a:lnTo>
                <a:lnTo>
                  <a:pt x="268182" y="3123767"/>
                </a:lnTo>
                <a:lnTo>
                  <a:pt x="267934" y="3123699"/>
                </a:lnTo>
                <a:lnTo>
                  <a:pt x="267689" y="3123626"/>
                </a:lnTo>
                <a:lnTo>
                  <a:pt x="267446" y="3123549"/>
                </a:lnTo>
                <a:lnTo>
                  <a:pt x="267205" y="3123466"/>
                </a:lnTo>
                <a:lnTo>
                  <a:pt x="266967" y="3123379"/>
                </a:lnTo>
                <a:lnTo>
                  <a:pt x="266731" y="3123288"/>
                </a:lnTo>
                <a:lnTo>
                  <a:pt x="266497" y="3123192"/>
                </a:lnTo>
                <a:lnTo>
                  <a:pt x="266266" y="3123091"/>
                </a:lnTo>
                <a:lnTo>
                  <a:pt x="266037" y="3122985"/>
                </a:lnTo>
                <a:lnTo>
                  <a:pt x="265811" y="3122875"/>
                </a:lnTo>
                <a:lnTo>
                  <a:pt x="265586" y="3122760"/>
                </a:lnTo>
                <a:lnTo>
                  <a:pt x="265364" y="3122640"/>
                </a:lnTo>
                <a:lnTo>
                  <a:pt x="265145" y="3122515"/>
                </a:lnTo>
                <a:lnTo>
                  <a:pt x="264928" y="3122386"/>
                </a:lnTo>
                <a:lnTo>
                  <a:pt x="264713" y="3122252"/>
                </a:lnTo>
                <a:lnTo>
                  <a:pt x="264500" y="3122114"/>
                </a:lnTo>
                <a:lnTo>
                  <a:pt x="264290" y="3121971"/>
                </a:lnTo>
                <a:lnTo>
                  <a:pt x="264082" y="3121823"/>
                </a:lnTo>
                <a:lnTo>
                  <a:pt x="263877" y="3121670"/>
                </a:lnTo>
                <a:lnTo>
                  <a:pt x="263674" y="3121513"/>
                </a:lnTo>
                <a:lnTo>
                  <a:pt x="263473" y="3121351"/>
                </a:lnTo>
                <a:lnTo>
                  <a:pt x="263275" y="3121184"/>
                </a:lnTo>
                <a:lnTo>
                  <a:pt x="263095" y="3121012"/>
                </a:lnTo>
                <a:lnTo>
                  <a:pt x="262922" y="3120834"/>
                </a:lnTo>
                <a:lnTo>
                  <a:pt x="262757" y="3120650"/>
                </a:lnTo>
                <a:lnTo>
                  <a:pt x="262598" y="3120461"/>
                </a:lnTo>
                <a:lnTo>
                  <a:pt x="262447" y="3120265"/>
                </a:lnTo>
                <a:lnTo>
                  <a:pt x="262302" y="3120064"/>
                </a:lnTo>
                <a:lnTo>
                  <a:pt x="262165" y="3119857"/>
                </a:lnTo>
                <a:lnTo>
                  <a:pt x="262035" y="3119644"/>
                </a:lnTo>
                <a:lnTo>
                  <a:pt x="261911" y="3119425"/>
                </a:lnTo>
                <a:lnTo>
                  <a:pt x="261795" y="3119200"/>
                </a:lnTo>
                <a:lnTo>
                  <a:pt x="261686" y="3118969"/>
                </a:lnTo>
                <a:lnTo>
                  <a:pt x="261584" y="3118732"/>
                </a:lnTo>
                <a:lnTo>
                  <a:pt x="261489" y="3118490"/>
                </a:lnTo>
                <a:lnTo>
                  <a:pt x="261401" y="3118242"/>
                </a:lnTo>
                <a:lnTo>
                  <a:pt x="261320" y="3117988"/>
                </a:lnTo>
                <a:lnTo>
                  <a:pt x="261246" y="3117727"/>
                </a:lnTo>
                <a:lnTo>
                  <a:pt x="261179" y="3117462"/>
                </a:lnTo>
                <a:lnTo>
                  <a:pt x="261119" y="3117190"/>
                </a:lnTo>
                <a:lnTo>
                  <a:pt x="261066" y="3116912"/>
                </a:lnTo>
                <a:lnTo>
                  <a:pt x="261020" y="3116629"/>
                </a:lnTo>
                <a:lnTo>
                  <a:pt x="260982" y="3116339"/>
                </a:lnTo>
                <a:lnTo>
                  <a:pt x="260950" y="3116044"/>
                </a:lnTo>
                <a:lnTo>
                  <a:pt x="260925" y="3115743"/>
                </a:lnTo>
                <a:lnTo>
                  <a:pt x="260908" y="3115436"/>
                </a:lnTo>
                <a:lnTo>
                  <a:pt x="259724" y="3079425"/>
                </a:lnTo>
                <a:lnTo>
                  <a:pt x="259691" y="3078741"/>
                </a:lnTo>
                <a:lnTo>
                  <a:pt x="259648" y="3078070"/>
                </a:lnTo>
                <a:lnTo>
                  <a:pt x="259595" y="3077412"/>
                </a:lnTo>
                <a:lnTo>
                  <a:pt x="259532" y="3076766"/>
                </a:lnTo>
                <a:lnTo>
                  <a:pt x="259458" y="3076134"/>
                </a:lnTo>
                <a:lnTo>
                  <a:pt x="259375" y="3075515"/>
                </a:lnTo>
                <a:lnTo>
                  <a:pt x="259282" y="3074908"/>
                </a:lnTo>
                <a:lnTo>
                  <a:pt x="259179" y="3074315"/>
                </a:lnTo>
                <a:lnTo>
                  <a:pt x="259066" y="3073734"/>
                </a:lnTo>
                <a:lnTo>
                  <a:pt x="258943" y="3073167"/>
                </a:lnTo>
                <a:lnTo>
                  <a:pt x="258810" y="3072612"/>
                </a:lnTo>
                <a:lnTo>
                  <a:pt x="258667" y="3072070"/>
                </a:lnTo>
                <a:lnTo>
                  <a:pt x="258515" y="3071541"/>
                </a:lnTo>
                <a:lnTo>
                  <a:pt x="258352" y="3071025"/>
                </a:lnTo>
                <a:lnTo>
                  <a:pt x="258179" y="3070522"/>
                </a:lnTo>
                <a:lnTo>
                  <a:pt x="257996" y="3070032"/>
                </a:lnTo>
                <a:lnTo>
                  <a:pt x="257803" y="3069555"/>
                </a:lnTo>
                <a:lnTo>
                  <a:pt x="257600" y="3069090"/>
                </a:lnTo>
                <a:lnTo>
                  <a:pt x="257387" y="3068639"/>
                </a:lnTo>
                <a:lnTo>
                  <a:pt x="257165" y="3068200"/>
                </a:lnTo>
                <a:lnTo>
                  <a:pt x="256932" y="3067775"/>
                </a:lnTo>
                <a:lnTo>
                  <a:pt x="256689" y="3067362"/>
                </a:lnTo>
                <a:lnTo>
                  <a:pt x="256436" y="3066962"/>
                </a:lnTo>
                <a:lnTo>
                  <a:pt x="256174" y="3066575"/>
                </a:lnTo>
                <a:lnTo>
                  <a:pt x="255911" y="3066203"/>
                </a:lnTo>
                <a:lnTo>
                  <a:pt x="255629" y="3065846"/>
                </a:lnTo>
                <a:lnTo>
                  <a:pt x="255328" y="3065506"/>
                </a:lnTo>
                <a:lnTo>
                  <a:pt x="255009" y="3065181"/>
                </a:lnTo>
                <a:lnTo>
                  <a:pt x="254671" y="3064871"/>
                </a:lnTo>
                <a:lnTo>
                  <a:pt x="254314" y="3064578"/>
                </a:lnTo>
                <a:lnTo>
                  <a:pt x="253938" y="3064301"/>
                </a:lnTo>
                <a:lnTo>
                  <a:pt x="253544" y="3064039"/>
                </a:lnTo>
                <a:lnTo>
                  <a:pt x="253131" y="3063794"/>
                </a:lnTo>
                <a:lnTo>
                  <a:pt x="252698" y="3063564"/>
                </a:lnTo>
                <a:lnTo>
                  <a:pt x="252248" y="3063350"/>
                </a:lnTo>
                <a:lnTo>
                  <a:pt x="251778" y="3063152"/>
                </a:lnTo>
                <a:lnTo>
                  <a:pt x="251290" y="3062969"/>
                </a:lnTo>
                <a:lnTo>
                  <a:pt x="250782" y="3062803"/>
                </a:lnTo>
                <a:lnTo>
                  <a:pt x="250256" y="3062653"/>
                </a:lnTo>
                <a:lnTo>
                  <a:pt x="249712" y="3062518"/>
                </a:lnTo>
                <a:lnTo>
                  <a:pt x="249148" y="3062399"/>
                </a:lnTo>
                <a:lnTo>
                  <a:pt x="248566" y="3062296"/>
                </a:lnTo>
                <a:lnTo>
                  <a:pt x="247965" y="3062209"/>
                </a:lnTo>
                <a:lnTo>
                  <a:pt x="247345" y="3062137"/>
                </a:lnTo>
                <a:lnTo>
                  <a:pt x="246706" y="3062082"/>
                </a:lnTo>
                <a:lnTo>
                  <a:pt x="246048" y="3062042"/>
                </a:lnTo>
                <a:lnTo>
                  <a:pt x="245372" y="3062019"/>
                </a:lnTo>
                <a:lnTo>
                  <a:pt x="244677" y="3062011"/>
                </a:lnTo>
                <a:lnTo>
                  <a:pt x="244677" y="3060489"/>
                </a:lnTo>
                <a:lnTo>
                  <a:pt x="245372" y="3060481"/>
                </a:lnTo>
                <a:lnTo>
                  <a:pt x="246048" y="3060457"/>
                </a:lnTo>
                <a:lnTo>
                  <a:pt x="246706" y="3060417"/>
                </a:lnTo>
                <a:lnTo>
                  <a:pt x="247345" y="3060362"/>
                </a:lnTo>
                <a:lnTo>
                  <a:pt x="247965" y="3060291"/>
                </a:lnTo>
                <a:lnTo>
                  <a:pt x="248566" y="3060203"/>
                </a:lnTo>
                <a:lnTo>
                  <a:pt x="249148" y="3060100"/>
                </a:lnTo>
                <a:lnTo>
                  <a:pt x="249712" y="3059982"/>
                </a:lnTo>
                <a:lnTo>
                  <a:pt x="250256" y="3059847"/>
                </a:lnTo>
                <a:lnTo>
                  <a:pt x="250782" y="3059696"/>
                </a:lnTo>
                <a:lnTo>
                  <a:pt x="251290" y="3059530"/>
                </a:lnTo>
                <a:lnTo>
                  <a:pt x="251778" y="3059348"/>
                </a:lnTo>
                <a:lnTo>
                  <a:pt x="252248" y="3059149"/>
                </a:lnTo>
                <a:lnTo>
                  <a:pt x="252698" y="3058935"/>
                </a:lnTo>
                <a:lnTo>
                  <a:pt x="253131" y="3058706"/>
                </a:lnTo>
                <a:lnTo>
                  <a:pt x="253544" y="3058460"/>
                </a:lnTo>
                <a:lnTo>
                  <a:pt x="253938" y="3058198"/>
                </a:lnTo>
                <a:lnTo>
                  <a:pt x="254314" y="3057921"/>
                </a:lnTo>
                <a:lnTo>
                  <a:pt x="254671" y="3057628"/>
                </a:lnTo>
                <a:lnTo>
                  <a:pt x="255009" y="3057319"/>
                </a:lnTo>
                <a:lnTo>
                  <a:pt x="255328" y="3056994"/>
                </a:lnTo>
                <a:lnTo>
                  <a:pt x="255629" y="3056653"/>
                </a:lnTo>
                <a:lnTo>
                  <a:pt x="255911" y="3056296"/>
                </a:lnTo>
                <a:lnTo>
                  <a:pt x="256174" y="3055924"/>
                </a:lnTo>
                <a:lnTo>
                  <a:pt x="256436" y="3055537"/>
                </a:lnTo>
                <a:lnTo>
                  <a:pt x="256689" y="3055137"/>
                </a:lnTo>
                <a:lnTo>
                  <a:pt x="256932" y="3054725"/>
                </a:lnTo>
                <a:lnTo>
                  <a:pt x="257165" y="3054299"/>
                </a:lnTo>
                <a:lnTo>
                  <a:pt x="257387" y="3053860"/>
                </a:lnTo>
                <a:lnTo>
                  <a:pt x="257600" y="3053409"/>
                </a:lnTo>
                <a:lnTo>
                  <a:pt x="257803" y="3052945"/>
                </a:lnTo>
                <a:lnTo>
                  <a:pt x="257996" y="3052467"/>
                </a:lnTo>
                <a:lnTo>
                  <a:pt x="258179" y="3051977"/>
                </a:lnTo>
                <a:lnTo>
                  <a:pt x="258352" y="3051474"/>
                </a:lnTo>
                <a:lnTo>
                  <a:pt x="258515" y="3050958"/>
                </a:lnTo>
                <a:lnTo>
                  <a:pt x="258667" y="3050429"/>
                </a:lnTo>
                <a:lnTo>
                  <a:pt x="258810" y="3049887"/>
                </a:lnTo>
                <a:lnTo>
                  <a:pt x="258943" y="3049333"/>
                </a:lnTo>
                <a:lnTo>
                  <a:pt x="259066" y="3048765"/>
                </a:lnTo>
                <a:lnTo>
                  <a:pt x="259179" y="3048184"/>
                </a:lnTo>
                <a:lnTo>
                  <a:pt x="259282" y="3047591"/>
                </a:lnTo>
                <a:lnTo>
                  <a:pt x="259375" y="3046984"/>
                </a:lnTo>
                <a:lnTo>
                  <a:pt x="259458" y="3046365"/>
                </a:lnTo>
                <a:lnTo>
                  <a:pt x="259532" y="3045733"/>
                </a:lnTo>
                <a:lnTo>
                  <a:pt x="259595" y="3045088"/>
                </a:lnTo>
                <a:lnTo>
                  <a:pt x="259648" y="3044430"/>
                </a:lnTo>
                <a:lnTo>
                  <a:pt x="259691" y="3043759"/>
                </a:lnTo>
                <a:lnTo>
                  <a:pt x="259724" y="3043075"/>
                </a:lnTo>
                <a:lnTo>
                  <a:pt x="260908" y="3006895"/>
                </a:lnTo>
                <a:lnTo>
                  <a:pt x="260925" y="3006588"/>
                </a:lnTo>
                <a:lnTo>
                  <a:pt x="260950" y="3006288"/>
                </a:lnTo>
                <a:lnTo>
                  <a:pt x="260982" y="3005994"/>
                </a:lnTo>
                <a:lnTo>
                  <a:pt x="261020" y="3005707"/>
                </a:lnTo>
                <a:lnTo>
                  <a:pt x="261066" y="3005426"/>
                </a:lnTo>
                <a:lnTo>
                  <a:pt x="261119" y="3005151"/>
                </a:lnTo>
                <a:lnTo>
                  <a:pt x="261179" y="3004883"/>
                </a:lnTo>
                <a:lnTo>
                  <a:pt x="261246" y="3004622"/>
                </a:lnTo>
                <a:lnTo>
                  <a:pt x="261320" y="3004367"/>
                </a:lnTo>
                <a:lnTo>
                  <a:pt x="261401" y="3004118"/>
                </a:lnTo>
                <a:lnTo>
                  <a:pt x="261489" y="3003876"/>
                </a:lnTo>
                <a:lnTo>
                  <a:pt x="261584" y="3003640"/>
                </a:lnTo>
                <a:lnTo>
                  <a:pt x="261686" y="3003411"/>
                </a:lnTo>
                <a:lnTo>
                  <a:pt x="261795" y="3003188"/>
                </a:lnTo>
                <a:lnTo>
                  <a:pt x="261911" y="3002972"/>
                </a:lnTo>
                <a:lnTo>
                  <a:pt x="262035" y="3002762"/>
                </a:lnTo>
                <a:lnTo>
                  <a:pt x="262165" y="3002558"/>
                </a:lnTo>
                <a:lnTo>
                  <a:pt x="262302" y="3002362"/>
                </a:lnTo>
                <a:lnTo>
                  <a:pt x="262447" y="3002171"/>
                </a:lnTo>
                <a:lnTo>
                  <a:pt x="262598" y="3001987"/>
                </a:lnTo>
                <a:lnTo>
                  <a:pt x="262757" y="3001809"/>
                </a:lnTo>
                <a:lnTo>
                  <a:pt x="262922" y="3001638"/>
                </a:lnTo>
                <a:lnTo>
                  <a:pt x="263095" y="3001474"/>
                </a:lnTo>
                <a:lnTo>
                  <a:pt x="263275" y="3001315"/>
                </a:lnTo>
                <a:lnTo>
                  <a:pt x="263473" y="3001149"/>
                </a:lnTo>
                <a:lnTo>
                  <a:pt x="263674" y="3000987"/>
                </a:lnTo>
                <a:lnTo>
                  <a:pt x="263877" y="3000829"/>
                </a:lnTo>
                <a:lnTo>
                  <a:pt x="264082" y="3000677"/>
                </a:lnTo>
                <a:lnTo>
                  <a:pt x="264290" y="3000529"/>
                </a:lnTo>
                <a:lnTo>
                  <a:pt x="264500" y="3000385"/>
                </a:lnTo>
                <a:lnTo>
                  <a:pt x="264713" y="3000247"/>
                </a:lnTo>
                <a:lnTo>
                  <a:pt x="264928" y="3000113"/>
                </a:lnTo>
                <a:lnTo>
                  <a:pt x="265145" y="2999984"/>
                </a:lnTo>
                <a:lnTo>
                  <a:pt x="265364" y="2999859"/>
                </a:lnTo>
                <a:lnTo>
                  <a:pt x="265586" y="2999740"/>
                </a:lnTo>
                <a:lnTo>
                  <a:pt x="265811" y="2999625"/>
                </a:lnTo>
                <a:lnTo>
                  <a:pt x="266037" y="2999514"/>
                </a:lnTo>
                <a:lnTo>
                  <a:pt x="266266" y="2999409"/>
                </a:lnTo>
                <a:lnTo>
                  <a:pt x="266497" y="2999308"/>
                </a:lnTo>
                <a:lnTo>
                  <a:pt x="266731" y="2999211"/>
                </a:lnTo>
                <a:lnTo>
                  <a:pt x="266967" y="2999120"/>
                </a:lnTo>
                <a:lnTo>
                  <a:pt x="267205" y="2999033"/>
                </a:lnTo>
                <a:lnTo>
                  <a:pt x="267446" y="2998951"/>
                </a:lnTo>
                <a:lnTo>
                  <a:pt x="267689" y="2998873"/>
                </a:lnTo>
                <a:lnTo>
                  <a:pt x="267934" y="2998801"/>
                </a:lnTo>
                <a:lnTo>
                  <a:pt x="268182" y="2998733"/>
                </a:lnTo>
                <a:lnTo>
                  <a:pt x="268432" y="2998669"/>
                </a:lnTo>
                <a:lnTo>
                  <a:pt x="268685" y="2998610"/>
                </a:lnTo>
                <a:lnTo>
                  <a:pt x="268951" y="2998555"/>
                </a:lnTo>
                <a:lnTo>
                  <a:pt x="269214" y="2998502"/>
                </a:lnTo>
                <a:lnTo>
                  <a:pt x="269475" y="2998452"/>
                </a:lnTo>
                <a:lnTo>
                  <a:pt x="269732" y="2998404"/>
                </a:lnTo>
                <a:lnTo>
                  <a:pt x="269986" y="2998358"/>
                </a:lnTo>
                <a:lnTo>
                  <a:pt x="270238" y="2998314"/>
                </a:lnTo>
                <a:lnTo>
                  <a:pt x="270487" y="2998273"/>
                </a:lnTo>
                <a:lnTo>
                  <a:pt x="270732" y="2998235"/>
                </a:lnTo>
                <a:lnTo>
                  <a:pt x="270975" y="2998198"/>
                </a:lnTo>
                <a:lnTo>
                  <a:pt x="271215" y="2998164"/>
                </a:lnTo>
                <a:lnTo>
                  <a:pt x="271452" y="2998132"/>
                </a:lnTo>
                <a:lnTo>
                  <a:pt x="271686" y="2998103"/>
                </a:lnTo>
                <a:lnTo>
                  <a:pt x="271917" y="2998076"/>
                </a:lnTo>
                <a:lnTo>
                  <a:pt x="272145" y="2998051"/>
                </a:lnTo>
                <a:lnTo>
                  <a:pt x="272370" y="2998029"/>
                </a:lnTo>
                <a:lnTo>
                  <a:pt x="272592" y="2998009"/>
                </a:lnTo>
                <a:lnTo>
                  <a:pt x="272811" y="2997992"/>
                </a:lnTo>
                <a:lnTo>
                  <a:pt x="273028" y="2997976"/>
                </a:lnTo>
                <a:lnTo>
                  <a:pt x="273241" y="2997963"/>
                </a:lnTo>
                <a:lnTo>
                  <a:pt x="273451" y="2997953"/>
                </a:lnTo>
                <a:lnTo>
                  <a:pt x="273659" y="2997945"/>
                </a:lnTo>
                <a:lnTo>
                  <a:pt x="273864" y="2997939"/>
                </a:lnTo>
                <a:lnTo>
                  <a:pt x="274065" y="2997935"/>
                </a:lnTo>
                <a:lnTo>
                  <a:pt x="274264" y="2997934"/>
                </a:lnTo>
                <a:lnTo>
                  <a:pt x="274264" y="2989819"/>
                </a:lnTo>
                <a:lnTo>
                  <a:pt x="273646" y="2989767"/>
                </a:lnTo>
                <a:lnTo>
                  <a:pt x="273032" y="2989724"/>
                </a:lnTo>
                <a:lnTo>
                  <a:pt x="272423" y="2989689"/>
                </a:lnTo>
                <a:lnTo>
                  <a:pt x="271817" y="2989664"/>
                </a:lnTo>
                <a:lnTo>
                  <a:pt x="271216" y="2989647"/>
                </a:lnTo>
                <a:lnTo>
                  <a:pt x="270618" y="2989639"/>
                </a:lnTo>
                <a:lnTo>
                  <a:pt x="270025" y="2989640"/>
                </a:lnTo>
                <a:lnTo>
                  <a:pt x="269436" y="2989650"/>
                </a:lnTo>
                <a:lnTo>
                  <a:pt x="268851" y="2989668"/>
                </a:lnTo>
                <a:lnTo>
                  <a:pt x="268270" y="2989695"/>
                </a:lnTo>
                <a:lnTo>
                  <a:pt x="267693" y="2989732"/>
                </a:lnTo>
                <a:lnTo>
                  <a:pt x="267121" y="2989776"/>
                </a:lnTo>
                <a:lnTo>
                  <a:pt x="266552" y="2989830"/>
                </a:lnTo>
                <a:lnTo>
                  <a:pt x="265988" y="2989893"/>
                </a:lnTo>
                <a:lnTo>
                  <a:pt x="265428" y="2989964"/>
                </a:lnTo>
                <a:lnTo>
                  <a:pt x="264871" y="2990044"/>
                </a:lnTo>
                <a:lnTo>
                  <a:pt x="264319" y="2990133"/>
                </a:lnTo>
                <a:lnTo>
                  <a:pt x="263771" y="2990231"/>
                </a:lnTo>
                <a:lnTo>
                  <a:pt x="263227" y="2990337"/>
                </a:lnTo>
                <a:lnTo>
                  <a:pt x="262688" y="2990453"/>
                </a:lnTo>
                <a:lnTo>
                  <a:pt x="262152" y="2990577"/>
                </a:lnTo>
                <a:lnTo>
                  <a:pt x="261620" y="2990710"/>
                </a:lnTo>
                <a:lnTo>
                  <a:pt x="261093" y="2990852"/>
                </a:lnTo>
                <a:lnTo>
                  <a:pt x="260569" y="2991002"/>
                </a:lnTo>
                <a:lnTo>
                  <a:pt x="260066" y="2991148"/>
                </a:lnTo>
                <a:lnTo>
                  <a:pt x="259570" y="2991303"/>
                </a:lnTo>
                <a:lnTo>
                  <a:pt x="259082" y="2991467"/>
                </a:lnTo>
                <a:lnTo>
                  <a:pt x="258602" y="2991641"/>
                </a:lnTo>
                <a:lnTo>
                  <a:pt x="258129" y="2991824"/>
                </a:lnTo>
                <a:lnTo>
                  <a:pt x="257664" y="2992017"/>
                </a:lnTo>
                <a:lnTo>
                  <a:pt x="257206" y="2992219"/>
                </a:lnTo>
                <a:lnTo>
                  <a:pt x="256756" y="2992430"/>
                </a:lnTo>
                <a:lnTo>
                  <a:pt x="256314" y="2992651"/>
                </a:lnTo>
                <a:lnTo>
                  <a:pt x="255879" y="2992881"/>
                </a:lnTo>
                <a:lnTo>
                  <a:pt x="255452" y="2993120"/>
                </a:lnTo>
                <a:lnTo>
                  <a:pt x="255033" y="2993369"/>
                </a:lnTo>
                <a:lnTo>
                  <a:pt x="254621" y="2993628"/>
                </a:lnTo>
                <a:lnTo>
                  <a:pt x="254217" y="2993895"/>
                </a:lnTo>
                <a:lnTo>
                  <a:pt x="253820" y="2994172"/>
                </a:lnTo>
                <a:lnTo>
                  <a:pt x="253431" y="2994459"/>
                </a:lnTo>
                <a:lnTo>
                  <a:pt x="253050" y="2994755"/>
                </a:lnTo>
                <a:lnTo>
                  <a:pt x="252676" y="2995060"/>
                </a:lnTo>
                <a:lnTo>
                  <a:pt x="252310" y="2995375"/>
                </a:lnTo>
                <a:lnTo>
                  <a:pt x="251952" y="2995699"/>
                </a:lnTo>
                <a:lnTo>
                  <a:pt x="251601" y="2996032"/>
                </a:lnTo>
                <a:lnTo>
                  <a:pt x="251258" y="2996375"/>
                </a:lnTo>
                <a:lnTo>
                  <a:pt x="250922" y="2996727"/>
                </a:lnTo>
                <a:lnTo>
                  <a:pt x="250595" y="2997089"/>
                </a:lnTo>
                <a:lnTo>
                  <a:pt x="250291" y="2997446"/>
                </a:lnTo>
                <a:lnTo>
                  <a:pt x="250000" y="2997815"/>
                </a:lnTo>
                <a:lnTo>
                  <a:pt x="249723" y="2998195"/>
                </a:lnTo>
                <a:lnTo>
                  <a:pt x="249458" y="2998587"/>
                </a:lnTo>
                <a:lnTo>
                  <a:pt x="249206" y="2998989"/>
                </a:lnTo>
                <a:lnTo>
                  <a:pt x="248967" y="2999403"/>
                </a:lnTo>
                <a:lnTo>
                  <a:pt x="248741" y="2999827"/>
                </a:lnTo>
                <a:lnTo>
                  <a:pt x="248528" y="3000263"/>
                </a:lnTo>
                <a:lnTo>
                  <a:pt x="248328" y="3000710"/>
                </a:lnTo>
                <a:lnTo>
                  <a:pt x="248141" y="3001169"/>
                </a:lnTo>
                <a:lnTo>
                  <a:pt x="247966" y="3001638"/>
                </a:lnTo>
                <a:lnTo>
                  <a:pt x="247805" y="3002118"/>
                </a:lnTo>
                <a:lnTo>
                  <a:pt x="247656" y="3002610"/>
                </a:lnTo>
                <a:lnTo>
                  <a:pt x="247521" y="3003113"/>
                </a:lnTo>
                <a:lnTo>
                  <a:pt x="247398" y="3003627"/>
                </a:lnTo>
                <a:lnTo>
                  <a:pt x="247288" y="3004152"/>
                </a:lnTo>
                <a:lnTo>
                  <a:pt x="247191" y="3004688"/>
                </a:lnTo>
                <a:lnTo>
                  <a:pt x="247107" y="3005236"/>
                </a:lnTo>
                <a:lnTo>
                  <a:pt x="247036" y="3005794"/>
                </a:lnTo>
                <a:lnTo>
                  <a:pt x="246978" y="3006364"/>
                </a:lnTo>
                <a:lnTo>
                  <a:pt x="246933" y="3006945"/>
                </a:lnTo>
                <a:lnTo>
                  <a:pt x="246901" y="3007537"/>
                </a:lnTo>
                <a:lnTo>
                  <a:pt x="246881" y="3008140"/>
                </a:lnTo>
                <a:lnTo>
                  <a:pt x="246875" y="3008754"/>
                </a:lnTo>
                <a:lnTo>
                  <a:pt x="246875" y="3044935"/>
                </a:lnTo>
                <a:lnTo>
                  <a:pt x="246867" y="3045366"/>
                </a:lnTo>
                <a:lnTo>
                  <a:pt x="246844" y="3045788"/>
                </a:lnTo>
                <a:lnTo>
                  <a:pt x="246806" y="3046200"/>
                </a:lnTo>
                <a:lnTo>
                  <a:pt x="246753" y="3046602"/>
                </a:lnTo>
                <a:lnTo>
                  <a:pt x="246684" y="3046994"/>
                </a:lnTo>
                <a:lnTo>
                  <a:pt x="246600" y="3047376"/>
                </a:lnTo>
                <a:lnTo>
                  <a:pt x="246501" y="3047748"/>
                </a:lnTo>
                <a:lnTo>
                  <a:pt x="246387" y="3048109"/>
                </a:lnTo>
                <a:lnTo>
                  <a:pt x="246257" y="3048461"/>
                </a:lnTo>
                <a:lnTo>
                  <a:pt x="246112" y="3048803"/>
                </a:lnTo>
                <a:lnTo>
                  <a:pt x="245952" y="3049135"/>
                </a:lnTo>
                <a:lnTo>
                  <a:pt x="245776" y="3049457"/>
                </a:lnTo>
                <a:lnTo>
                  <a:pt x="245585" y="3049769"/>
                </a:lnTo>
                <a:lnTo>
                  <a:pt x="245379" y="3050071"/>
                </a:lnTo>
                <a:lnTo>
                  <a:pt x="245158" y="3050363"/>
                </a:lnTo>
                <a:lnTo>
                  <a:pt x="244921" y="3050646"/>
                </a:lnTo>
                <a:lnTo>
                  <a:pt x="244670" y="3050918"/>
                </a:lnTo>
                <a:lnTo>
                  <a:pt x="244402" y="3051180"/>
                </a:lnTo>
                <a:lnTo>
                  <a:pt x="244120" y="3051432"/>
                </a:lnTo>
                <a:lnTo>
                  <a:pt x="243822" y="3051674"/>
                </a:lnTo>
                <a:lnTo>
                  <a:pt x="243510" y="3051906"/>
                </a:lnTo>
                <a:lnTo>
                  <a:pt x="243181" y="3052128"/>
                </a:lnTo>
                <a:lnTo>
                  <a:pt x="242838" y="3052341"/>
                </a:lnTo>
                <a:lnTo>
                  <a:pt x="242479" y="3052543"/>
                </a:lnTo>
                <a:lnTo>
                  <a:pt x="242127" y="3052722"/>
                </a:lnTo>
                <a:lnTo>
                  <a:pt x="241774" y="3052893"/>
                </a:lnTo>
                <a:lnTo>
                  <a:pt x="241420" y="3053055"/>
                </a:lnTo>
                <a:lnTo>
                  <a:pt x="241066" y="3053210"/>
                </a:lnTo>
                <a:lnTo>
                  <a:pt x="240711" y="3053356"/>
                </a:lnTo>
                <a:lnTo>
                  <a:pt x="240355" y="3053494"/>
                </a:lnTo>
                <a:lnTo>
                  <a:pt x="239999" y="3053623"/>
                </a:lnTo>
                <a:lnTo>
                  <a:pt x="239643" y="3053745"/>
                </a:lnTo>
                <a:lnTo>
                  <a:pt x="239285" y="3053858"/>
                </a:lnTo>
                <a:lnTo>
                  <a:pt x="238928" y="3053963"/>
                </a:lnTo>
                <a:lnTo>
                  <a:pt x="238569" y="3054060"/>
                </a:lnTo>
                <a:lnTo>
                  <a:pt x="238210" y="3054149"/>
                </a:lnTo>
                <a:lnTo>
                  <a:pt x="237851" y="3054229"/>
                </a:lnTo>
                <a:lnTo>
                  <a:pt x="237491" y="3054302"/>
                </a:lnTo>
                <a:lnTo>
                  <a:pt x="237130" y="3054366"/>
                </a:lnTo>
                <a:lnTo>
                  <a:pt x="236769" y="3054421"/>
                </a:lnTo>
                <a:lnTo>
                  <a:pt x="236407" y="3054469"/>
                </a:lnTo>
                <a:lnTo>
                  <a:pt x="236044" y="3054508"/>
                </a:lnTo>
                <a:lnTo>
                  <a:pt x="235681" y="3054539"/>
                </a:lnTo>
                <a:lnTo>
                  <a:pt x="235317" y="3054562"/>
                </a:lnTo>
                <a:lnTo>
                  <a:pt x="234953" y="3054577"/>
                </a:lnTo>
                <a:lnTo>
                  <a:pt x="234588" y="3054583"/>
                </a:lnTo>
                <a:lnTo>
                  <a:pt x="234223" y="3054582"/>
                </a:lnTo>
                <a:lnTo>
                  <a:pt x="233857" y="3054572"/>
                </a:lnTo>
                <a:lnTo>
                  <a:pt x="233857" y="3067928"/>
                </a:lnTo>
                <a:lnTo>
                  <a:pt x="234250" y="3067918"/>
                </a:lnTo>
                <a:lnTo>
                  <a:pt x="234641" y="3067917"/>
                </a:lnTo>
                <a:lnTo>
                  <a:pt x="235030" y="3067925"/>
                </a:lnTo>
                <a:lnTo>
                  <a:pt x="235416" y="3067942"/>
                </a:lnTo>
                <a:lnTo>
                  <a:pt x="235800" y="3067967"/>
                </a:lnTo>
                <a:lnTo>
                  <a:pt x="236182" y="3068002"/>
                </a:lnTo>
                <a:lnTo>
                  <a:pt x="236561" y="3068045"/>
                </a:lnTo>
                <a:lnTo>
                  <a:pt x="236938" y="3068097"/>
                </a:lnTo>
                <a:lnTo>
                  <a:pt x="237312" y="3068158"/>
                </a:lnTo>
                <a:lnTo>
                  <a:pt x="237684" y="3068227"/>
                </a:lnTo>
                <a:lnTo>
                  <a:pt x="238054" y="3068305"/>
                </a:lnTo>
                <a:lnTo>
                  <a:pt x="238422" y="3068393"/>
                </a:lnTo>
                <a:lnTo>
                  <a:pt x="238787" y="3068489"/>
                </a:lnTo>
                <a:lnTo>
                  <a:pt x="239150" y="3068593"/>
                </a:lnTo>
                <a:lnTo>
                  <a:pt x="239510" y="3068707"/>
                </a:lnTo>
                <a:lnTo>
                  <a:pt x="239868" y="3068829"/>
                </a:lnTo>
                <a:lnTo>
                  <a:pt x="240224" y="3068961"/>
                </a:lnTo>
                <a:lnTo>
                  <a:pt x="240577" y="3069101"/>
                </a:lnTo>
                <a:lnTo>
                  <a:pt x="240928" y="3069249"/>
                </a:lnTo>
                <a:lnTo>
                  <a:pt x="241277" y="3069407"/>
                </a:lnTo>
                <a:lnTo>
                  <a:pt x="241623" y="3069574"/>
                </a:lnTo>
                <a:lnTo>
                  <a:pt x="241967" y="3069749"/>
                </a:lnTo>
                <a:lnTo>
                  <a:pt x="242309" y="3069933"/>
                </a:lnTo>
                <a:lnTo>
                  <a:pt x="242648" y="3070126"/>
                </a:lnTo>
                <a:lnTo>
                  <a:pt x="242993" y="3070314"/>
                </a:lnTo>
                <a:lnTo>
                  <a:pt x="243323" y="3070512"/>
                </a:lnTo>
                <a:lnTo>
                  <a:pt x="243639" y="3070720"/>
                </a:lnTo>
                <a:lnTo>
                  <a:pt x="243940" y="3070938"/>
                </a:lnTo>
                <a:lnTo>
                  <a:pt x="244226" y="3071166"/>
                </a:lnTo>
                <a:lnTo>
                  <a:pt x="244498" y="3071404"/>
                </a:lnTo>
                <a:lnTo>
                  <a:pt x="244754" y="3071652"/>
                </a:lnTo>
                <a:lnTo>
                  <a:pt x="244996" y="3071910"/>
                </a:lnTo>
                <a:lnTo>
                  <a:pt x="245224" y="3072178"/>
                </a:lnTo>
                <a:lnTo>
                  <a:pt x="245437" y="3072456"/>
                </a:lnTo>
                <a:lnTo>
                  <a:pt x="245635" y="3072744"/>
                </a:lnTo>
                <a:lnTo>
                  <a:pt x="245818" y="3073042"/>
                </a:lnTo>
                <a:lnTo>
                  <a:pt x="245987" y="3073350"/>
                </a:lnTo>
                <a:lnTo>
                  <a:pt x="246141" y="3073668"/>
                </a:lnTo>
                <a:lnTo>
                  <a:pt x="246281" y="3073996"/>
                </a:lnTo>
                <a:lnTo>
                  <a:pt x="246405" y="3074334"/>
                </a:lnTo>
                <a:lnTo>
                  <a:pt x="246515" y="3074681"/>
                </a:lnTo>
                <a:lnTo>
                  <a:pt x="246611" y="3075039"/>
                </a:lnTo>
                <a:lnTo>
                  <a:pt x="246692" y="3075407"/>
                </a:lnTo>
                <a:lnTo>
                  <a:pt x="246758" y="3075785"/>
                </a:lnTo>
                <a:lnTo>
                  <a:pt x="246809" y="3076173"/>
                </a:lnTo>
                <a:lnTo>
                  <a:pt x="246846" y="3076570"/>
                </a:lnTo>
                <a:lnTo>
                  <a:pt x="246868" y="3076978"/>
                </a:lnTo>
                <a:lnTo>
                  <a:pt x="246875" y="3077396"/>
                </a:lnTo>
                <a:lnTo>
                  <a:pt x="246875" y="3113745"/>
                </a:lnTo>
                <a:lnTo>
                  <a:pt x="246881" y="3114346"/>
                </a:lnTo>
                <a:lnTo>
                  <a:pt x="246901" y="3114937"/>
                </a:lnTo>
                <a:lnTo>
                  <a:pt x="246933" y="3115518"/>
                </a:lnTo>
                <a:lnTo>
                  <a:pt x="246978" y="3116088"/>
                </a:lnTo>
                <a:lnTo>
                  <a:pt x="247036" y="3116649"/>
                </a:lnTo>
                <a:lnTo>
                  <a:pt x="247107" y="3117200"/>
                </a:lnTo>
                <a:lnTo>
                  <a:pt x="247191" y="3117741"/>
                </a:lnTo>
                <a:lnTo>
                  <a:pt x="247288" y="3118272"/>
                </a:lnTo>
                <a:lnTo>
                  <a:pt x="247398" y="3118793"/>
                </a:lnTo>
                <a:lnTo>
                  <a:pt x="247521" y="3119304"/>
                </a:lnTo>
                <a:lnTo>
                  <a:pt x="247656" y="3119805"/>
                </a:lnTo>
                <a:lnTo>
                  <a:pt x="247805" y="3120296"/>
                </a:lnTo>
                <a:lnTo>
                  <a:pt x="247966" y="3120777"/>
                </a:lnTo>
                <a:lnTo>
                  <a:pt x="248141" y="3121249"/>
                </a:lnTo>
                <a:lnTo>
                  <a:pt x="248328" y="3121710"/>
                </a:lnTo>
                <a:lnTo>
                  <a:pt x="248528" y="3122161"/>
                </a:lnTo>
                <a:lnTo>
                  <a:pt x="248741" y="3122602"/>
                </a:lnTo>
                <a:lnTo>
                  <a:pt x="248967" y="3123033"/>
                </a:lnTo>
                <a:lnTo>
                  <a:pt x="249206" y="3123454"/>
                </a:lnTo>
                <a:lnTo>
                  <a:pt x="249458" y="3123866"/>
                </a:lnTo>
                <a:lnTo>
                  <a:pt x="249723" y="3124267"/>
                </a:lnTo>
                <a:lnTo>
                  <a:pt x="250000" y="3124658"/>
                </a:lnTo>
                <a:lnTo>
                  <a:pt x="250291" y="3125039"/>
                </a:lnTo>
                <a:lnTo>
                  <a:pt x="250595" y="3125411"/>
                </a:lnTo>
                <a:lnTo>
                  <a:pt x="250909" y="3125772"/>
                </a:lnTo>
                <a:lnTo>
                  <a:pt x="251232" y="3126125"/>
                </a:lnTo>
                <a:lnTo>
                  <a:pt x="251564" y="3126467"/>
                </a:lnTo>
                <a:lnTo>
                  <a:pt x="251905" y="3126801"/>
                </a:lnTo>
                <a:lnTo>
                  <a:pt x="252254" y="3127125"/>
                </a:lnTo>
                <a:lnTo>
                  <a:pt x="252613" y="3127439"/>
                </a:lnTo>
                <a:lnTo>
                  <a:pt x="252980" y="3127745"/>
                </a:lnTo>
                <a:lnTo>
                  <a:pt x="253356" y="3128041"/>
                </a:lnTo>
                <a:lnTo>
                  <a:pt x="253741" y="3128327"/>
                </a:lnTo>
                <a:lnTo>
                  <a:pt x="254134" y="3128604"/>
                </a:lnTo>
                <a:lnTo>
                  <a:pt x="254537" y="3128872"/>
                </a:lnTo>
                <a:lnTo>
                  <a:pt x="254948" y="3129130"/>
                </a:lnTo>
                <a:lnTo>
                  <a:pt x="255368" y="3129379"/>
                </a:lnTo>
                <a:lnTo>
                  <a:pt x="255797" y="3129618"/>
                </a:lnTo>
                <a:lnTo>
                  <a:pt x="256234" y="3129849"/>
                </a:lnTo>
                <a:lnTo>
                  <a:pt x="256681" y="3130069"/>
                </a:lnTo>
                <a:lnTo>
                  <a:pt x="257136" y="3130281"/>
                </a:lnTo>
                <a:lnTo>
                  <a:pt x="257600" y="3130483"/>
                </a:lnTo>
                <a:lnTo>
                  <a:pt x="258073" y="3130675"/>
                </a:lnTo>
                <a:lnTo>
                  <a:pt x="258555" y="3130858"/>
                </a:lnTo>
                <a:lnTo>
                  <a:pt x="259045" y="3131032"/>
                </a:lnTo>
                <a:lnTo>
                  <a:pt x="259544" y="3131196"/>
                </a:lnTo>
                <a:lnTo>
                  <a:pt x="260053" y="3131351"/>
                </a:lnTo>
                <a:lnTo>
                  <a:pt x="260569" y="3131497"/>
                </a:lnTo>
                <a:lnTo>
                  <a:pt x="261093" y="3131634"/>
                </a:lnTo>
                <a:lnTo>
                  <a:pt x="261620" y="3131764"/>
                </a:lnTo>
                <a:lnTo>
                  <a:pt x="262152" y="3131885"/>
                </a:lnTo>
                <a:lnTo>
                  <a:pt x="262688" y="3132000"/>
                </a:lnTo>
                <a:lnTo>
                  <a:pt x="263227" y="3132106"/>
                </a:lnTo>
                <a:lnTo>
                  <a:pt x="263771" y="3132205"/>
                </a:lnTo>
                <a:lnTo>
                  <a:pt x="264319" y="3132296"/>
                </a:lnTo>
                <a:lnTo>
                  <a:pt x="264871" y="3132380"/>
                </a:lnTo>
                <a:lnTo>
                  <a:pt x="265428" y="3132456"/>
                </a:lnTo>
                <a:lnTo>
                  <a:pt x="265988" y="3132524"/>
                </a:lnTo>
                <a:lnTo>
                  <a:pt x="266552" y="3132585"/>
                </a:lnTo>
                <a:lnTo>
                  <a:pt x="267121" y="3132638"/>
                </a:lnTo>
                <a:lnTo>
                  <a:pt x="267693" y="3132684"/>
                </a:lnTo>
                <a:lnTo>
                  <a:pt x="268270" y="3132722"/>
                </a:lnTo>
                <a:lnTo>
                  <a:pt x="268851" y="3132752"/>
                </a:lnTo>
                <a:lnTo>
                  <a:pt x="269436" y="3132774"/>
                </a:lnTo>
                <a:lnTo>
                  <a:pt x="270025" y="3132789"/>
                </a:lnTo>
                <a:lnTo>
                  <a:pt x="270618" y="3132797"/>
                </a:lnTo>
                <a:lnTo>
                  <a:pt x="271216" y="3132796"/>
                </a:lnTo>
                <a:lnTo>
                  <a:pt x="271817" y="3132789"/>
                </a:lnTo>
                <a:lnTo>
                  <a:pt x="272423" y="3132773"/>
                </a:lnTo>
                <a:lnTo>
                  <a:pt x="273032" y="3132750"/>
                </a:lnTo>
                <a:lnTo>
                  <a:pt x="273646" y="3132719"/>
                </a:lnTo>
                <a:lnTo>
                  <a:pt x="274264" y="3132681"/>
                </a:lnTo>
                <a:lnTo>
                  <a:pt x="274264" y="3124565"/>
                </a:lnTo>
                <a:lnTo>
                  <a:pt x="274065" y="3124564"/>
                </a:lnTo>
                <a:lnTo>
                  <a:pt x="273864" y="3124561"/>
                </a:lnTo>
                <a:lnTo>
                  <a:pt x="273659" y="3124555"/>
                </a:lnTo>
                <a:lnTo>
                  <a:pt x="273451" y="3124547"/>
                </a:lnTo>
                <a:lnTo>
                  <a:pt x="273241" y="3124536"/>
                </a:lnTo>
                <a:close/>
                <a:moveTo>
                  <a:pt x="273028" y="3871978"/>
                </a:moveTo>
                <a:lnTo>
                  <a:pt x="272811" y="3871963"/>
                </a:lnTo>
                <a:lnTo>
                  <a:pt x="272592" y="3871945"/>
                </a:lnTo>
                <a:lnTo>
                  <a:pt x="272370" y="3871925"/>
                </a:lnTo>
                <a:lnTo>
                  <a:pt x="272145" y="3871903"/>
                </a:lnTo>
                <a:lnTo>
                  <a:pt x="271917" y="3871878"/>
                </a:lnTo>
                <a:lnTo>
                  <a:pt x="271686" y="3871851"/>
                </a:lnTo>
                <a:lnTo>
                  <a:pt x="271452" y="3871822"/>
                </a:lnTo>
                <a:lnTo>
                  <a:pt x="271215" y="3871790"/>
                </a:lnTo>
                <a:lnTo>
                  <a:pt x="270975" y="3871756"/>
                </a:lnTo>
                <a:lnTo>
                  <a:pt x="270732" y="3871720"/>
                </a:lnTo>
                <a:lnTo>
                  <a:pt x="270487" y="3871681"/>
                </a:lnTo>
                <a:lnTo>
                  <a:pt x="270238" y="3871640"/>
                </a:lnTo>
                <a:lnTo>
                  <a:pt x="269986" y="3871596"/>
                </a:lnTo>
                <a:lnTo>
                  <a:pt x="269732" y="3871550"/>
                </a:lnTo>
                <a:lnTo>
                  <a:pt x="269475" y="3871502"/>
                </a:lnTo>
                <a:lnTo>
                  <a:pt x="269214" y="3871452"/>
                </a:lnTo>
                <a:lnTo>
                  <a:pt x="268951" y="3871399"/>
                </a:lnTo>
                <a:lnTo>
                  <a:pt x="268685" y="3871344"/>
                </a:lnTo>
                <a:lnTo>
                  <a:pt x="268432" y="3871285"/>
                </a:lnTo>
                <a:lnTo>
                  <a:pt x="268182" y="3871222"/>
                </a:lnTo>
                <a:lnTo>
                  <a:pt x="267934" y="3871154"/>
                </a:lnTo>
                <a:lnTo>
                  <a:pt x="267689" y="3871081"/>
                </a:lnTo>
                <a:lnTo>
                  <a:pt x="267446" y="3871003"/>
                </a:lnTo>
                <a:lnTo>
                  <a:pt x="267205" y="3870921"/>
                </a:lnTo>
                <a:lnTo>
                  <a:pt x="266967" y="3870834"/>
                </a:lnTo>
                <a:lnTo>
                  <a:pt x="266731" y="3870743"/>
                </a:lnTo>
                <a:lnTo>
                  <a:pt x="266497" y="3870646"/>
                </a:lnTo>
                <a:lnTo>
                  <a:pt x="266266" y="3870545"/>
                </a:lnTo>
                <a:lnTo>
                  <a:pt x="266037" y="3870440"/>
                </a:lnTo>
                <a:lnTo>
                  <a:pt x="265811" y="3870329"/>
                </a:lnTo>
                <a:lnTo>
                  <a:pt x="265586" y="3870214"/>
                </a:lnTo>
                <a:lnTo>
                  <a:pt x="265364" y="3870095"/>
                </a:lnTo>
                <a:lnTo>
                  <a:pt x="265145" y="3869970"/>
                </a:lnTo>
                <a:lnTo>
                  <a:pt x="264928" y="3869841"/>
                </a:lnTo>
                <a:lnTo>
                  <a:pt x="264713" y="3869707"/>
                </a:lnTo>
                <a:lnTo>
                  <a:pt x="264500" y="3869569"/>
                </a:lnTo>
                <a:lnTo>
                  <a:pt x="264290" y="3869425"/>
                </a:lnTo>
                <a:lnTo>
                  <a:pt x="264082" y="3869277"/>
                </a:lnTo>
                <a:lnTo>
                  <a:pt x="263877" y="3869125"/>
                </a:lnTo>
                <a:lnTo>
                  <a:pt x="263674" y="3868967"/>
                </a:lnTo>
                <a:lnTo>
                  <a:pt x="263473" y="3868805"/>
                </a:lnTo>
                <a:lnTo>
                  <a:pt x="263275" y="3868639"/>
                </a:lnTo>
                <a:lnTo>
                  <a:pt x="263095" y="3868467"/>
                </a:lnTo>
                <a:lnTo>
                  <a:pt x="262922" y="3868289"/>
                </a:lnTo>
                <a:lnTo>
                  <a:pt x="262757" y="3868105"/>
                </a:lnTo>
                <a:lnTo>
                  <a:pt x="262598" y="3867915"/>
                </a:lnTo>
                <a:lnTo>
                  <a:pt x="262447" y="3867720"/>
                </a:lnTo>
                <a:lnTo>
                  <a:pt x="262302" y="3867519"/>
                </a:lnTo>
                <a:lnTo>
                  <a:pt x="262165" y="3867311"/>
                </a:lnTo>
                <a:lnTo>
                  <a:pt x="262035" y="3867098"/>
                </a:lnTo>
                <a:lnTo>
                  <a:pt x="261911" y="3866879"/>
                </a:lnTo>
                <a:lnTo>
                  <a:pt x="261795" y="3866655"/>
                </a:lnTo>
                <a:lnTo>
                  <a:pt x="261686" y="3866424"/>
                </a:lnTo>
                <a:lnTo>
                  <a:pt x="261584" y="3866187"/>
                </a:lnTo>
                <a:lnTo>
                  <a:pt x="261489" y="3865945"/>
                </a:lnTo>
                <a:lnTo>
                  <a:pt x="261401" y="3865696"/>
                </a:lnTo>
                <a:lnTo>
                  <a:pt x="261320" y="3865442"/>
                </a:lnTo>
                <a:lnTo>
                  <a:pt x="261246" y="3865182"/>
                </a:lnTo>
                <a:lnTo>
                  <a:pt x="261179" y="3864916"/>
                </a:lnTo>
                <a:lnTo>
                  <a:pt x="261119" y="3864645"/>
                </a:lnTo>
                <a:lnTo>
                  <a:pt x="261066" y="3864367"/>
                </a:lnTo>
                <a:lnTo>
                  <a:pt x="261020" y="3864083"/>
                </a:lnTo>
                <a:lnTo>
                  <a:pt x="260982" y="3863794"/>
                </a:lnTo>
                <a:lnTo>
                  <a:pt x="260950" y="3863499"/>
                </a:lnTo>
                <a:lnTo>
                  <a:pt x="260925" y="3863197"/>
                </a:lnTo>
                <a:lnTo>
                  <a:pt x="260908" y="3862890"/>
                </a:lnTo>
                <a:lnTo>
                  <a:pt x="259724" y="3826879"/>
                </a:lnTo>
                <a:lnTo>
                  <a:pt x="259691" y="3826195"/>
                </a:lnTo>
                <a:lnTo>
                  <a:pt x="259648" y="3825524"/>
                </a:lnTo>
                <a:lnTo>
                  <a:pt x="259595" y="3824866"/>
                </a:lnTo>
                <a:lnTo>
                  <a:pt x="259532" y="3824221"/>
                </a:lnTo>
                <a:lnTo>
                  <a:pt x="259458" y="3823589"/>
                </a:lnTo>
                <a:lnTo>
                  <a:pt x="259375" y="3822970"/>
                </a:lnTo>
                <a:lnTo>
                  <a:pt x="259282" y="3822363"/>
                </a:lnTo>
                <a:lnTo>
                  <a:pt x="259179" y="3821770"/>
                </a:lnTo>
                <a:lnTo>
                  <a:pt x="259066" y="3821189"/>
                </a:lnTo>
                <a:lnTo>
                  <a:pt x="258943" y="3820621"/>
                </a:lnTo>
                <a:lnTo>
                  <a:pt x="258810" y="3820067"/>
                </a:lnTo>
                <a:lnTo>
                  <a:pt x="258667" y="3819525"/>
                </a:lnTo>
                <a:lnTo>
                  <a:pt x="258515" y="3818996"/>
                </a:lnTo>
                <a:lnTo>
                  <a:pt x="258352" y="3818480"/>
                </a:lnTo>
                <a:lnTo>
                  <a:pt x="258179" y="3817977"/>
                </a:lnTo>
                <a:lnTo>
                  <a:pt x="257996" y="3817487"/>
                </a:lnTo>
                <a:lnTo>
                  <a:pt x="257803" y="3817009"/>
                </a:lnTo>
                <a:lnTo>
                  <a:pt x="257600" y="3816545"/>
                </a:lnTo>
                <a:lnTo>
                  <a:pt x="257387" y="3816094"/>
                </a:lnTo>
                <a:lnTo>
                  <a:pt x="257165" y="3815655"/>
                </a:lnTo>
                <a:lnTo>
                  <a:pt x="256932" y="3815229"/>
                </a:lnTo>
                <a:lnTo>
                  <a:pt x="256689" y="3814817"/>
                </a:lnTo>
                <a:lnTo>
                  <a:pt x="256436" y="3814417"/>
                </a:lnTo>
                <a:lnTo>
                  <a:pt x="256174" y="3814030"/>
                </a:lnTo>
                <a:lnTo>
                  <a:pt x="255911" y="3813658"/>
                </a:lnTo>
                <a:lnTo>
                  <a:pt x="255629" y="3813301"/>
                </a:lnTo>
                <a:lnTo>
                  <a:pt x="255328" y="3812960"/>
                </a:lnTo>
                <a:lnTo>
                  <a:pt x="255009" y="3812635"/>
                </a:lnTo>
                <a:lnTo>
                  <a:pt x="254671" y="3812326"/>
                </a:lnTo>
                <a:lnTo>
                  <a:pt x="254314" y="3812033"/>
                </a:lnTo>
                <a:lnTo>
                  <a:pt x="253938" y="3811756"/>
                </a:lnTo>
                <a:lnTo>
                  <a:pt x="253544" y="3811494"/>
                </a:lnTo>
                <a:lnTo>
                  <a:pt x="253131" y="3811248"/>
                </a:lnTo>
                <a:lnTo>
                  <a:pt x="252698" y="3811019"/>
                </a:lnTo>
                <a:lnTo>
                  <a:pt x="252248" y="3810805"/>
                </a:lnTo>
                <a:lnTo>
                  <a:pt x="251778" y="3810606"/>
                </a:lnTo>
                <a:lnTo>
                  <a:pt x="251290" y="3810424"/>
                </a:lnTo>
                <a:lnTo>
                  <a:pt x="250782" y="3810258"/>
                </a:lnTo>
                <a:lnTo>
                  <a:pt x="250256" y="3810107"/>
                </a:lnTo>
                <a:lnTo>
                  <a:pt x="249712" y="3809972"/>
                </a:lnTo>
                <a:lnTo>
                  <a:pt x="249148" y="3809854"/>
                </a:lnTo>
                <a:lnTo>
                  <a:pt x="248566" y="3809751"/>
                </a:lnTo>
                <a:lnTo>
                  <a:pt x="247965" y="3809663"/>
                </a:lnTo>
                <a:lnTo>
                  <a:pt x="247345" y="3809592"/>
                </a:lnTo>
                <a:lnTo>
                  <a:pt x="246706" y="3809537"/>
                </a:lnTo>
                <a:lnTo>
                  <a:pt x="246048" y="3809497"/>
                </a:lnTo>
                <a:lnTo>
                  <a:pt x="245372" y="3809473"/>
                </a:lnTo>
                <a:lnTo>
                  <a:pt x="244677" y="3809465"/>
                </a:lnTo>
                <a:lnTo>
                  <a:pt x="244677" y="3807943"/>
                </a:lnTo>
                <a:lnTo>
                  <a:pt x="245372" y="3807936"/>
                </a:lnTo>
                <a:lnTo>
                  <a:pt x="246048" y="3807912"/>
                </a:lnTo>
                <a:lnTo>
                  <a:pt x="246706" y="3807872"/>
                </a:lnTo>
                <a:lnTo>
                  <a:pt x="247345" y="3807817"/>
                </a:lnTo>
                <a:lnTo>
                  <a:pt x="247965" y="3807745"/>
                </a:lnTo>
                <a:lnTo>
                  <a:pt x="248566" y="3807658"/>
                </a:lnTo>
                <a:lnTo>
                  <a:pt x="249148" y="3807555"/>
                </a:lnTo>
                <a:lnTo>
                  <a:pt x="249712" y="3807436"/>
                </a:lnTo>
                <a:lnTo>
                  <a:pt x="250256" y="3807302"/>
                </a:lnTo>
                <a:lnTo>
                  <a:pt x="250782" y="3807151"/>
                </a:lnTo>
                <a:lnTo>
                  <a:pt x="251290" y="3806985"/>
                </a:lnTo>
                <a:lnTo>
                  <a:pt x="251778" y="3806802"/>
                </a:lnTo>
                <a:lnTo>
                  <a:pt x="252248" y="3806604"/>
                </a:lnTo>
                <a:lnTo>
                  <a:pt x="252698" y="3806390"/>
                </a:lnTo>
                <a:lnTo>
                  <a:pt x="253131" y="3806160"/>
                </a:lnTo>
                <a:lnTo>
                  <a:pt x="253544" y="3805915"/>
                </a:lnTo>
                <a:lnTo>
                  <a:pt x="253938" y="3805653"/>
                </a:lnTo>
                <a:lnTo>
                  <a:pt x="254314" y="3805376"/>
                </a:lnTo>
                <a:lnTo>
                  <a:pt x="254671" y="3805083"/>
                </a:lnTo>
                <a:lnTo>
                  <a:pt x="255009" y="3804774"/>
                </a:lnTo>
                <a:lnTo>
                  <a:pt x="255328" y="3804449"/>
                </a:lnTo>
                <a:lnTo>
                  <a:pt x="255629" y="3804108"/>
                </a:lnTo>
                <a:lnTo>
                  <a:pt x="255911" y="3803751"/>
                </a:lnTo>
                <a:lnTo>
                  <a:pt x="256174" y="3803379"/>
                </a:lnTo>
                <a:lnTo>
                  <a:pt x="256436" y="3802992"/>
                </a:lnTo>
                <a:lnTo>
                  <a:pt x="256689" y="3802592"/>
                </a:lnTo>
                <a:lnTo>
                  <a:pt x="256932" y="3802179"/>
                </a:lnTo>
                <a:lnTo>
                  <a:pt x="257165" y="3801754"/>
                </a:lnTo>
                <a:lnTo>
                  <a:pt x="257387" y="3801315"/>
                </a:lnTo>
                <a:lnTo>
                  <a:pt x="257600" y="3800864"/>
                </a:lnTo>
                <a:lnTo>
                  <a:pt x="257803" y="3800399"/>
                </a:lnTo>
                <a:lnTo>
                  <a:pt x="257996" y="3799922"/>
                </a:lnTo>
                <a:lnTo>
                  <a:pt x="258179" y="3799432"/>
                </a:lnTo>
                <a:lnTo>
                  <a:pt x="258352" y="3798929"/>
                </a:lnTo>
                <a:lnTo>
                  <a:pt x="258515" y="3798413"/>
                </a:lnTo>
                <a:lnTo>
                  <a:pt x="258667" y="3797884"/>
                </a:lnTo>
                <a:lnTo>
                  <a:pt x="258810" y="3797342"/>
                </a:lnTo>
                <a:lnTo>
                  <a:pt x="258943" y="3796787"/>
                </a:lnTo>
                <a:lnTo>
                  <a:pt x="259066" y="3796220"/>
                </a:lnTo>
                <a:lnTo>
                  <a:pt x="259179" y="3795639"/>
                </a:lnTo>
                <a:lnTo>
                  <a:pt x="259282" y="3795046"/>
                </a:lnTo>
                <a:lnTo>
                  <a:pt x="259375" y="3794439"/>
                </a:lnTo>
                <a:lnTo>
                  <a:pt x="259458" y="3793820"/>
                </a:lnTo>
                <a:lnTo>
                  <a:pt x="259532" y="3793188"/>
                </a:lnTo>
                <a:lnTo>
                  <a:pt x="259595" y="3792543"/>
                </a:lnTo>
                <a:lnTo>
                  <a:pt x="259648" y="3791884"/>
                </a:lnTo>
                <a:lnTo>
                  <a:pt x="259691" y="3791213"/>
                </a:lnTo>
                <a:lnTo>
                  <a:pt x="259724" y="3790530"/>
                </a:lnTo>
                <a:lnTo>
                  <a:pt x="260908" y="3754349"/>
                </a:lnTo>
                <a:lnTo>
                  <a:pt x="260925" y="3754043"/>
                </a:lnTo>
                <a:lnTo>
                  <a:pt x="260950" y="3753742"/>
                </a:lnTo>
                <a:lnTo>
                  <a:pt x="260982" y="3753449"/>
                </a:lnTo>
                <a:lnTo>
                  <a:pt x="261020" y="3753161"/>
                </a:lnTo>
                <a:lnTo>
                  <a:pt x="261066" y="3752880"/>
                </a:lnTo>
                <a:lnTo>
                  <a:pt x="261119" y="3752606"/>
                </a:lnTo>
                <a:lnTo>
                  <a:pt x="261179" y="3752338"/>
                </a:lnTo>
                <a:lnTo>
                  <a:pt x="261246" y="3752076"/>
                </a:lnTo>
                <a:lnTo>
                  <a:pt x="261320" y="3751821"/>
                </a:lnTo>
                <a:lnTo>
                  <a:pt x="261401" y="3751573"/>
                </a:lnTo>
                <a:lnTo>
                  <a:pt x="261489" y="3751331"/>
                </a:lnTo>
                <a:lnTo>
                  <a:pt x="261584" y="3751095"/>
                </a:lnTo>
                <a:lnTo>
                  <a:pt x="261686" y="3750866"/>
                </a:lnTo>
                <a:lnTo>
                  <a:pt x="261795" y="3750643"/>
                </a:lnTo>
                <a:lnTo>
                  <a:pt x="261911" y="3750426"/>
                </a:lnTo>
                <a:lnTo>
                  <a:pt x="262035" y="3750217"/>
                </a:lnTo>
                <a:lnTo>
                  <a:pt x="262165" y="3750013"/>
                </a:lnTo>
                <a:lnTo>
                  <a:pt x="262302" y="3749816"/>
                </a:lnTo>
                <a:lnTo>
                  <a:pt x="262447" y="3749626"/>
                </a:lnTo>
                <a:lnTo>
                  <a:pt x="262598" y="3749442"/>
                </a:lnTo>
                <a:lnTo>
                  <a:pt x="262757" y="3749264"/>
                </a:lnTo>
                <a:lnTo>
                  <a:pt x="262922" y="3749093"/>
                </a:lnTo>
                <a:lnTo>
                  <a:pt x="263095" y="3748928"/>
                </a:lnTo>
                <a:lnTo>
                  <a:pt x="263275" y="3748770"/>
                </a:lnTo>
                <a:lnTo>
                  <a:pt x="263473" y="3748603"/>
                </a:lnTo>
                <a:lnTo>
                  <a:pt x="263674" y="3748441"/>
                </a:lnTo>
                <a:lnTo>
                  <a:pt x="263877" y="3748284"/>
                </a:lnTo>
                <a:lnTo>
                  <a:pt x="264082" y="3748131"/>
                </a:lnTo>
                <a:lnTo>
                  <a:pt x="264290" y="3747983"/>
                </a:lnTo>
                <a:lnTo>
                  <a:pt x="264500" y="3747840"/>
                </a:lnTo>
                <a:lnTo>
                  <a:pt x="264713" y="3747702"/>
                </a:lnTo>
                <a:lnTo>
                  <a:pt x="264928" y="3747568"/>
                </a:lnTo>
                <a:lnTo>
                  <a:pt x="265145" y="3747439"/>
                </a:lnTo>
                <a:lnTo>
                  <a:pt x="265364" y="3747314"/>
                </a:lnTo>
                <a:lnTo>
                  <a:pt x="265586" y="3747194"/>
                </a:lnTo>
                <a:lnTo>
                  <a:pt x="265811" y="3747079"/>
                </a:lnTo>
                <a:lnTo>
                  <a:pt x="266037" y="3746969"/>
                </a:lnTo>
                <a:lnTo>
                  <a:pt x="266266" y="3746863"/>
                </a:lnTo>
                <a:lnTo>
                  <a:pt x="266497" y="3746762"/>
                </a:lnTo>
                <a:lnTo>
                  <a:pt x="266731" y="3746666"/>
                </a:lnTo>
                <a:lnTo>
                  <a:pt x="266967" y="3746575"/>
                </a:lnTo>
                <a:lnTo>
                  <a:pt x="267205" y="3746488"/>
                </a:lnTo>
                <a:lnTo>
                  <a:pt x="267446" y="3746406"/>
                </a:lnTo>
                <a:lnTo>
                  <a:pt x="267689" y="3746328"/>
                </a:lnTo>
                <a:lnTo>
                  <a:pt x="267934" y="3746255"/>
                </a:lnTo>
                <a:lnTo>
                  <a:pt x="268182" y="3746187"/>
                </a:lnTo>
                <a:lnTo>
                  <a:pt x="268432" y="3746124"/>
                </a:lnTo>
                <a:lnTo>
                  <a:pt x="268685" y="3746065"/>
                </a:lnTo>
                <a:lnTo>
                  <a:pt x="268951" y="3746010"/>
                </a:lnTo>
                <a:lnTo>
                  <a:pt x="269214" y="3745957"/>
                </a:lnTo>
                <a:lnTo>
                  <a:pt x="269475" y="3745907"/>
                </a:lnTo>
                <a:lnTo>
                  <a:pt x="269732" y="3745858"/>
                </a:lnTo>
                <a:lnTo>
                  <a:pt x="269986" y="3745813"/>
                </a:lnTo>
                <a:lnTo>
                  <a:pt x="270238" y="3745769"/>
                </a:lnTo>
                <a:lnTo>
                  <a:pt x="270487" y="3745728"/>
                </a:lnTo>
                <a:lnTo>
                  <a:pt x="270732" y="3745689"/>
                </a:lnTo>
                <a:lnTo>
                  <a:pt x="270975" y="3745653"/>
                </a:lnTo>
                <a:lnTo>
                  <a:pt x="271215" y="3745619"/>
                </a:lnTo>
                <a:lnTo>
                  <a:pt x="271452" y="3745587"/>
                </a:lnTo>
                <a:lnTo>
                  <a:pt x="271686" y="3745558"/>
                </a:lnTo>
                <a:lnTo>
                  <a:pt x="271917" y="3745531"/>
                </a:lnTo>
                <a:lnTo>
                  <a:pt x="272145" y="3745506"/>
                </a:lnTo>
                <a:lnTo>
                  <a:pt x="272370" y="3745484"/>
                </a:lnTo>
                <a:lnTo>
                  <a:pt x="272592" y="3745464"/>
                </a:lnTo>
                <a:lnTo>
                  <a:pt x="272811" y="3745446"/>
                </a:lnTo>
                <a:lnTo>
                  <a:pt x="273028" y="3745431"/>
                </a:lnTo>
                <a:lnTo>
                  <a:pt x="273241" y="3745418"/>
                </a:lnTo>
                <a:lnTo>
                  <a:pt x="273451" y="3745407"/>
                </a:lnTo>
                <a:lnTo>
                  <a:pt x="273659" y="3745399"/>
                </a:lnTo>
                <a:lnTo>
                  <a:pt x="273864" y="3745393"/>
                </a:lnTo>
                <a:lnTo>
                  <a:pt x="274065" y="3745390"/>
                </a:lnTo>
                <a:lnTo>
                  <a:pt x="274264" y="3745389"/>
                </a:lnTo>
                <a:lnTo>
                  <a:pt x="274264" y="3737274"/>
                </a:lnTo>
                <a:lnTo>
                  <a:pt x="273646" y="3737222"/>
                </a:lnTo>
                <a:lnTo>
                  <a:pt x="273032" y="3737178"/>
                </a:lnTo>
                <a:lnTo>
                  <a:pt x="272423" y="3737144"/>
                </a:lnTo>
                <a:lnTo>
                  <a:pt x="271817" y="3737119"/>
                </a:lnTo>
                <a:lnTo>
                  <a:pt x="271216" y="3737102"/>
                </a:lnTo>
                <a:lnTo>
                  <a:pt x="270618" y="3737094"/>
                </a:lnTo>
                <a:lnTo>
                  <a:pt x="270025" y="3737095"/>
                </a:lnTo>
                <a:lnTo>
                  <a:pt x="269436" y="3737104"/>
                </a:lnTo>
                <a:lnTo>
                  <a:pt x="268851" y="3737123"/>
                </a:lnTo>
                <a:lnTo>
                  <a:pt x="268270" y="3737150"/>
                </a:lnTo>
                <a:lnTo>
                  <a:pt x="267693" y="3737186"/>
                </a:lnTo>
                <a:lnTo>
                  <a:pt x="267121" y="3737231"/>
                </a:lnTo>
                <a:lnTo>
                  <a:pt x="266552" y="3737285"/>
                </a:lnTo>
                <a:lnTo>
                  <a:pt x="265988" y="3737347"/>
                </a:lnTo>
                <a:lnTo>
                  <a:pt x="265428" y="3737419"/>
                </a:lnTo>
                <a:lnTo>
                  <a:pt x="264871" y="3737499"/>
                </a:lnTo>
                <a:lnTo>
                  <a:pt x="264319" y="3737588"/>
                </a:lnTo>
                <a:lnTo>
                  <a:pt x="263771" y="3737686"/>
                </a:lnTo>
                <a:lnTo>
                  <a:pt x="263227" y="3737792"/>
                </a:lnTo>
                <a:lnTo>
                  <a:pt x="262688" y="3737907"/>
                </a:lnTo>
                <a:lnTo>
                  <a:pt x="262152" y="3738032"/>
                </a:lnTo>
                <a:lnTo>
                  <a:pt x="261620" y="3738165"/>
                </a:lnTo>
                <a:lnTo>
                  <a:pt x="261093" y="3738306"/>
                </a:lnTo>
                <a:lnTo>
                  <a:pt x="260569" y="3738457"/>
                </a:lnTo>
                <a:lnTo>
                  <a:pt x="260066" y="3738603"/>
                </a:lnTo>
                <a:lnTo>
                  <a:pt x="259570" y="3738758"/>
                </a:lnTo>
                <a:lnTo>
                  <a:pt x="259082" y="3738922"/>
                </a:lnTo>
                <a:lnTo>
                  <a:pt x="258602" y="3739096"/>
                </a:lnTo>
                <a:lnTo>
                  <a:pt x="258129" y="3739279"/>
                </a:lnTo>
                <a:lnTo>
                  <a:pt x="257664" y="3739471"/>
                </a:lnTo>
                <a:lnTo>
                  <a:pt x="257206" y="3739673"/>
                </a:lnTo>
                <a:lnTo>
                  <a:pt x="256756" y="3739885"/>
                </a:lnTo>
                <a:lnTo>
                  <a:pt x="256314" y="3740105"/>
                </a:lnTo>
                <a:lnTo>
                  <a:pt x="255879" y="3740336"/>
                </a:lnTo>
                <a:lnTo>
                  <a:pt x="255452" y="3740575"/>
                </a:lnTo>
                <a:lnTo>
                  <a:pt x="255033" y="3740824"/>
                </a:lnTo>
                <a:lnTo>
                  <a:pt x="254621" y="3741082"/>
                </a:lnTo>
                <a:lnTo>
                  <a:pt x="254217" y="3741350"/>
                </a:lnTo>
                <a:lnTo>
                  <a:pt x="253820" y="3741627"/>
                </a:lnTo>
                <a:lnTo>
                  <a:pt x="253431" y="3741914"/>
                </a:lnTo>
                <a:lnTo>
                  <a:pt x="253050" y="3742209"/>
                </a:lnTo>
                <a:lnTo>
                  <a:pt x="252676" y="3742515"/>
                </a:lnTo>
                <a:lnTo>
                  <a:pt x="252310" y="3742829"/>
                </a:lnTo>
                <a:lnTo>
                  <a:pt x="251952" y="3743153"/>
                </a:lnTo>
                <a:lnTo>
                  <a:pt x="251601" y="3743487"/>
                </a:lnTo>
                <a:lnTo>
                  <a:pt x="251258" y="3743830"/>
                </a:lnTo>
                <a:lnTo>
                  <a:pt x="250922" y="3744182"/>
                </a:lnTo>
                <a:lnTo>
                  <a:pt x="250595" y="3744543"/>
                </a:lnTo>
                <a:lnTo>
                  <a:pt x="250291" y="3744901"/>
                </a:lnTo>
                <a:lnTo>
                  <a:pt x="250000" y="3745270"/>
                </a:lnTo>
                <a:lnTo>
                  <a:pt x="249723" y="3745650"/>
                </a:lnTo>
                <a:lnTo>
                  <a:pt x="249458" y="3746041"/>
                </a:lnTo>
                <a:lnTo>
                  <a:pt x="249206" y="3746444"/>
                </a:lnTo>
                <a:lnTo>
                  <a:pt x="248967" y="3746857"/>
                </a:lnTo>
                <a:lnTo>
                  <a:pt x="248741" y="3747282"/>
                </a:lnTo>
                <a:lnTo>
                  <a:pt x="248528" y="3747718"/>
                </a:lnTo>
                <a:lnTo>
                  <a:pt x="248328" y="3748165"/>
                </a:lnTo>
                <a:lnTo>
                  <a:pt x="248141" y="3748623"/>
                </a:lnTo>
                <a:lnTo>
                  <a:pt x="247966" y="3749093"/>
                </a:lnTo>
                <a:lnTo>
                  <a:pt x="247805" y="3749573"/>
                </a:lnTo>
                <a:lnTo>
                  <a:pt x="247656" y="3750065"/>
                </a:lnTo>
                <a:lnTo>
                  <a:pt x="247521" y="3750568"/>
                </a:lnTo>
                <a:lnTo>
                  <a:pt x="247398" y="3751081"/>
                </a:lnTo>
                <a:lnTo>
                  <a:pt x="247288" y="3751607"/>
                </a:lnTo>
                <a:lnTo>
                  <a:pt x="247191" y="3752143"/>
                </a:lnTo>
                <a:lnTo>
                  <a:pt x="247107" y="3752690"/>
                </a:lnTo>
                <a:lnTo>
                  <a:pt x="247036" y="3753249"/>
                </a:lnTo>
                <a:lnTo>
                  <a:pt x="246978" y="3753819"/>
                </a:lnTo>
                <a:lnTo>
                  <a:pt x="246933" y="3754399"/>
                </a:lnTo>
                <a:lnTo>
                  <a:pt x="246901" y="3754991"/>
                </a:lnTo>
                <a:lnTo>
                  <a:pt x="246881" y="3755595"/>
                </a:lnTo>
                <a:lnTo>
                  <a:pt x="246875" y="3756209"/>
                </a:lnTo>
                <a:lnTo>
                  <a:pt x="246875" y="3792389"/>
                </a:lnTo>
                <a:lnTo>
                  <a:pt x="246867" y="3792821"/>
                </a:lnTo>
                <a:lnTo>
                  <a:pt x="246844" y="3793243"/>
                </a:lnTo>
                <a:lnTo>
                  <a:pt x="246806" y="3793655"/>
                </a:lnTo>
                <a:lnTo>
                  <a:pt x="246753" y="3794057"/>
                </a:lnTo>
                <a:lnTo>
                  <a:pt x="246684" y="3794448"/>
                </a:lnTo>
                <a:lnTo>
                  <a:pt x="246600" y="3794830"/>
                </a:lnTo>
                <a:lnTo>
                  <a:pt x="246501" y="3795202"/>
                </a:lnTo>
                <a:lnTo>
                  <a:pt x="246387" y="3795564"/>
                </a:lnTo>
                <a:lnTo>
                  <a:pt x="246257" y="3795916"/>
                </a:lnTo>
                <a:lnTo>
                  <a:pt x="246112" y="3796258"/>
                </a:lnTo>
                <a:lnTo>
                  <a:pt x="245952" y="3796590"/>
                </a:lnTo>
                <a:lnTo>
                  <a:pt x="245776" y="3796912"/>
                </a:lnTo>
                <a:lnTo>
                  <a:pt x="245585" y="3797224"/>
                </a:lnTo>
                <a:lnTo>
                  <a:pt x="245379" y="3797526"/>
                </a:lnTo>
                <a:lnTo>
                  <a:pt x="245158" y="3797818"/>
                </a:lnTo>
                <a:lnTo>
                  <a:pt x="244921" y="3798100"/>
                </a:lnTo>
                <a:lnTo>
                  <a:pt x="244670" y="3798372"/>
                </a:lnTo>
                <a:lnTo>
                  <a:pt x="244402" y="3798634"/>
                </a:lnTo>
                <a:lnTo>
                  <a:pt x="244120" y="3798887"/>
                </a:lnTo>
                <a:lnTo>
                  <a:pt x="243822" y="3799129"/>
                </a:lnTo>
                <a:lnTo>
                  <a:pt x="243510" y="3799361"/>
                </a:lnTo>
                <a:lnTo>
                  <a:pt x="243181" y="3799583"/>
                </a:lnTo>
                <a:lnTo>
                  <a:pt x="242838" y="3799795"/>
                </a:lnTo>
                <a:lnTo>
                  <a:pt x="242479" y="3799998"/>
                </a:lnTo>
                <a:lnTo>
                  <a:pt x="242127" y="3800177"/>
                </a:lnTo>
                <a:lnTo>
                  <a:pt x="241774" y="3800347"/>
                </a:lnTo>
                <a:lnTo>
                  <a:pt x="241420" y="3800510"/>
                </a:lnTo>
                <a:lnTo>
                  <a:pt x="241066" y="3800664"/>
                </a:lnTo>
                <a:lnTo>
                  <a:pt x="240711" y="3800811"/>
                </a:lnTo>
                <a:lnTo>
                  <a:pt x="240355" y="3800949"/>
                </a:lnTo>
                <a:lnTo>
                  <a:pt x="239999" y="3801078"/>
                </a:lnTo>
                <a:lnTo>
                  <a:pt x="239643" y="3801200"/>
                </a:lnTo>
                <a:lnTo>
                  <a:pt x="239285" y="3801313"/>
                </a:lnTo>
                <a:lnTo>
                  <a:pt x="238928" y="3801418"/>
                </a:lnTo>
                <a:lnTo>
                  <a:pt x="238569" y="3801515"/>
                </a:lnTo>
                <a:lnTo>
                  <a:pt x="238210" y="3801604"/>
                </a:lnTo>
                <a:lnTo>
                  <a:pt x="237851" y="3801684"/>
                </a:lnTo>
                <a:lnTo>
                  <a:pt x="237491" y="3801756"/>
                </a:lnTo>
                <a:lnTo>
                  <a:pt x="237130" y="3801820"/>
                </a:lnTo>
                <a:lnTo>
                  <a:pt x="236769" y="3801876"/>
                </a:lnTo>
                <a:lnTo>
                  <a:pt x="236407" y="3801924"/>
                </a:lnTo>
                <a:lnTo>
                  <a:pt x="236044" y="3801963"/>
                </a:lnTo>
                <a:lnTo>
                  <a:pt x="235681" y="3801994"/>
                </a:lnTo>
                <a:lnTo>
                  <a:pt x="235317" y="3802017"/>
                </a:lnTo>
                <a:lnTo>
                  <a:pt x="234953" y="3802032"/>
                </a:lnTo>
                <a:lnTo>
                  <a:pt x="234588" y="3802038"/>
                </a:lnTo>
                <a:lnTo>
                  <a:pt x="234223" y="3802036"/>
                </a:lnTo>
                <a:lnTo>
                  <a:pt x="233857" y="3802026"/>
                </a:lnTo>
                <a:lnTo>
                  <a:pt x="233857" y="3815382"/>
                </a:lnTo>
                <a:lnTo>
                  <a:pt x="234250" y="3815373"/>
                </a:lnTo>
                <a:lnTo>
                  <a:pt x="234641" y="3815372"/>
                </a:lnTo>
                <a:lnTo>
                  <a:pt x="235030" y="3815380"/>
                </a:lnTo>
                <a:lnTo>
                  <a:pt x="235416" y="3815397"/>
                </a:lnTo>
                <a:lnTo>
                  <a:pt x="235800" y="3815422"/>
                </a:lnTo>
                <a:lnTo>
                  <a:pt x="236182" y="3815456"/>
                </a:lnTo>
                <a:lnTo>
                  <a:pt x="236561" y="3815500"/>
                </a:lnTo>
                <a:lnTo>
                  <a:pt x="236938" y="3815552"/>
                </a:lnTo>
                <a:lnTo>
                  <a:pt x="237312" y="3815612"/>
                </a:lnTo>
                <a:lnTo>
                  <a:pt x="237684" y="3815682"/>
                </a:lnTo>
                <a:lnTo>
                  <a:pt x="238054" y="3815760"/>
                </a:lnTo>
                <a:lnTo>
                  <a:pt x="238422" y="3815847"/>
                </a:lnTo>
                <a:lnTo>
                  <a:pt x="238787" y="3815943"/>
                </a:lnTo>
                <a:lnTo>
                  <a:pt x="239150" y="3816048"/>
                </a:lnTo>
                <a:lnTo>
                  <a:pt x="239510" y="3816162"/>
                </a:lnTo>
                <a:lnTo>
                  <a:pt x="239868" y="3816284"/>
                </a:lnTo>
                <a:lnTo>
                  <a:pt x="240224" y="3816415"/>
                </a:lnTo>
                <a:lnTo>
                  <a:pt x="240577" y="3816555"/>
                </a:lnTo>
                <a:lnTo>
                  <a:pt x="240928" y="3816704"/>
                </a:lnTo>
                <a:lnTo>
                  <a:pt x="241277" y="3816862"/>
                </a:lnTo>
                <a:lnTo>
                  <a:pt x="241623" y="3817028"/>
                </a:lnTo>
                <a:lnTo>
                  <a:pt x="241967" y="3817204"/>
                </a:lnTo>
                <a:lnTo>
                  <a:pt x="242309" y="3817388"/>
                </a:lnTo>
                <a:lnTo>
                  <a:pt x="242648" y="3817580"/>
                </a:lnTo>
                <a:lnTo>
                  <a:pt x="242993" y="3817769"/>
                </a:lnTo>
                <a:lnTo>
                  <a:pt x="243323" y="3817967"/>
                </a:lnTo>
                <a:lnTo>
                  <a:pt x="243639" y="3818175"/>
                </a:lnTo>
                <a:lnTo>
                  <a:pt x="243940" y="3818393"/>
                </a:lnTo>
                <a:lnTo>
                  <a:pt x="244226" y="3818621"/>
                </a:lnTo>
                <a:lnTo>
                  <a:pt x="244498" y="3818859"/>
                </a:lnTo>
                <a:lnTo>
                  <a:pt x="244754" y="3819107"/>
                </a:lnTo>
                <a:lnTo>
                  <a:pt x="244996" y="3819365"/>
                </a:lnTo>
                <a:lnTo>
                  <a:pt x="245224" y="3819633"/>
                </a:lnTo>
                <a:lnTo>
                  <a:pt x="245437" y="3819911"/>
                </a:lnTo>
                <a:lnTo>
                  <a:pt x="245635" y="3820199"/>
                </a:lnTo>
                <a:lnTo>
                  <a:pt x="245818" y="3820497"/>
                </a:lnTo>
                <a:lnTo>
                  <a:pt x="245987" y="3820805"/>
                </a:lnTo>
                <a:lnTo>
                  <a:pt x="246141" y="3821123"/>
                </a:lnTo>
                <a:lnTo>
                  <a:pt x="246281" y="3821451"/>
                </a:lnTo>
                <a:lnTo>
                  <a:pt x="246405" y="3821788"/>
                </a:lnTo>
                <a:lnTo>
                  <a:pt x="246515" y="3822136"/>
                </a:lnTo>
                <a:lnTo>
                  <a:pt x="246611" y="3822494"/>
                </a:lnTo>
                <a:lnTo>
                  <a:pt x="246692" y="3822862"/>
                </a:lnTo>
                <a:lnTo>
                  <a:pt x="246758" y="3823240"/>
                </a:lnTo>
                <a:lnTo>
                  <a:pt x="246809" y="3823627"/>
                </a:lnTo>
                <a:lnTo>
                  <a:pt x="246846" y="3824025"/>
                </a:lnTo>
                <a:lnTo>
                  <a:pt x="246868" y="3824433"/>
                </a:lnTo>
                <a:lnTo>
                  <a:pt x="246875" y="3824850"/>
                </a:lnTo>
                <a:lnTo>
                  <a:pt x="246875" y="3861200"/>
                </a:lnTo>
                <a:lnTo>
                  <a:pt x="246881" y="3861801"/>
                </a:lnTo>
                <a:lnTo>
                  <a:pt x="246901" y="3862391"/>
                </a:lnTo>
                <a:lnTo>
                  <a:pt x="246933" y="3862972"/>
                </a:lnTo>
                <a:lnTo>
                  <a:pt x="246978" y="3863543"/>
                </a:lnTo>
                <a:lnTo>
                  <a:pt x="247036" y="3864104"/>
                </a:lnTo>
                <a:lnTo>
                  <a:pt x="247107" y="3864655"/>
                </a:lnTo>
                <a:lnTo>
                  <a:pt x="247191" y="3865196"/>
                </a:lnTo>
                <a:lnTo>
                  <a:pt x="247288" y="3865727"/>
                </a:lnTo>
                <a:lnTo>
                  <a:pt x="247398" y="3866248"/>
                </a:lnTo>
                <a:lnTo>
                  <a:pt x="247521" y="3866759"/>
                </a:lnTo>
                <a:lnTo>
                  <a:pt x="247656" y="3867260"/>
                </a:lnTo>
                <a:lnTo>
                  <a:pt x="247805" y="3867751"/>
                </a:lnTo>
                <a:lnTo>
                  <a:pt x="247966" y="3868232"/>
                </a:lnTo>
                <a:lnTo>
                  <a:pt x="248141" y="3868703"/>
                </a:lnTo>
                <a:lnTo>
                  <a:pt x="248328" y="3869164"/>
                </a:lnTo>
                <a:lnTo>
                  <a:pt x="248528" y="3869616"/>
                </a:lnTo>
                <a:lnTo>
                  <a:pt x="248741" y="3870057"/>
                </a:lnTo>
                <a:lnTo>
                  <a:pt x="248967" y="3870488"/>
                </a:lnTo>
                <a:lnTo>
                  <a:pt x="249206" y="3870909"/>
                </a:lnTo>
                <a:lnTo>
                  <a:pt x="249458" y="3871320"/>
                </a:lnTo>
                <a:lnTo>
                  <a:pt x="249723" y="3871722"/>
                </a:lnTo>
                <a:lnTo>
                  <a:pt x="250000" y="3872113"/>
                </a:lnTo>
                <a:lnTo>
                  <a:pt x="250291" y="3872494"/>
                </a:lnTo>
                <a:lnTo>
                  <a:pt x="250595" y="3872865"/>
                </a:lnTo>
                <a:lnTo>
                  <a:pt x="250909" y="3873227"/>
                </a:lnTo>
                <a:lnTo>
                  <a:pt x="251232" y="3873579"/>
                </a:lnTo>
                <a:lnTo>
                  <a:pt x="251564" y="3873922"/>
                </a:lnTo>
                <a:lnTo>
                  <a:pt x="251905" y="3874255"/>
                </a:lnTo>
                <a:lnTo>
                  <a:pt x="252254" y="3874580"/>
                </a:lnTo>
                <a:lnTo>
                  <a:pt x="252613" y="3874894"/>
                </a:lnTo>
                <a:lnTo>
                  <a:pt x="252980" y="3875199"/>
                </a:lnTo>
                <a:lnTo>
                  <a:pt x="253356" y="3875495"/>
                </a:lnTo>
                <a:lnTo>
                  <a:pt x="253741" y="3875782"/>
                </a:lnTo>
                <a:lnTo>
                  <a:pt x="254134" y="3876059"/>
                </a:lnTo>
                <a:lnTo>
                  <a:pt x="254537" y="3876326"/>
                </a:lnTo>
                <a:lnTo>
                  <a:pt x="254948" y="3876585"/>
                </a:lnTo>
                <a:lnTo>
                  <a:pt x="255368" y="3876834"/>
                </a:lnTo>
                <a:lnTo>
                  <a:pt x="255797" y="3877073"/>
                </a:lnTo>
                <a:lnTo>
                  <a:pt x="256234" y="3877303"/>
                </a:lnTo>
                <a:lnTo>
                  <a:pt x="256681" y="3877524"/>
                </a:lnTo>
                <a:lnTo>
                  <a:pt x="257136" y="3877735"/>
                </a:lnTo>
                <a:lnTo>
                  <a:pt x="257600" y="3877937"/>
                </a:lnTo>
                <a:lnTo>
                  <a:pt x="258073" y="3878130"/>
                </a:lnTo>
                <a:lnTo>
                  <a:pt x="258555" y="3878313"/>
                </a:lnTo>
                <a:lnTo>
                  <a:pt x="259045" y="3878487"/>
                </a:lnTo>
                <a:lnTo>
                  <a:pt x="259544" y="3878651"/>
                </a:lnTo>
                <a:lnTo>
                  <a:pt x="260053" y="3878806"/>
                </a:lnTo>
                <a:lnTo>
                  <a:pt x="260569" y="3878952"/>
                </a:lnTo>
                <a:lnTo>
                  <a:pt x="261093" y="3879089"/>
                </a:lnTo>
                <a:lnTo>
                  <a:pt x="261620" y="3879218"/>
                </a:lnTo>
                <a:lnTo>
                  <a:pt x="262152" y="3879340"/>
                </a:lnTo>
                <a:lnTo>
                  <a:pt x="262688" y="3879454"/>
                </a:lnTo>
                <a:lnTo>
                  <a:pt x="263227" y="3879561"/>
                </a:lnTo>
                <a:lnTo>
                  <a:pt x="263771" y="3879660"/>
                </a:lnTo>
                <a:lnTo>
                  <a:pt x="264319" y="3879751"/>
                </a:lnTo>
                <a:lnTo>
                  <a:pt x="264871" y="3879835"/>
                </a:lnTo>
                <a:lnTo>
                  <a:pt x="265428" y="3879911"/>
                </a:lnTo>
                <a:lnTo>
                  <a:pt x="265988" y="3879979"/>
                </a:lnTo>
                <a:lnTo>
                  <a:pt x="266552" y="3880040"/>
                </a:lnTo>
                <a:lnTo>
                  <a:pt x="267121" y="3880093"/>
                </a:lnTo>
                <a:lnTo>
                  <a:pt x="267693" y="3880138"/>
                </a:lnTo>
                <a:lnTo>
                  <a:pt x="268270" y="3880176"/>
                </a:lnTo>
                <a:lnTo>
                  <a:pt x="268851" y="3880207"/>
                </a:lnTo>
                <a:lnTo>
                  <a:pt x="269436" y="3880229"/>
                </a:lnTo>
                <a:lnTo>
                  <a:pt x="270025" y="3880244"/>
                </a:lnTo>
                <a:lnTo>
                  <a:pt x="270618" y="3880251"/>
                </a:lnTo>
                <a:lnTo>
                  <a:pt x="271216" y="3880251"/>
                </a:lnTo>
                <a:lnTo>
                  <a:pt x="271817" y="3880243"/>
                </a:lnTo>
                <a:lnTo>
                  <a:pt x="272423" y="3880228"/>
                </a:lnTo>
                <a:lnTo>
                  <a:pt x="273032" y="3880205"/>
                </a:lnTo>
                <a:lnTo>
                  <a:pt x="273646" y="3880174"/>
                </a:lnTo>
                <a:lnTo>
                  <a:pt x="274264" y="3880135"/>
                </a:lnTo>
                <a:lnTo>
                  <a:pt x="274264" y="3872020"/>
                </a:lnTo>
                <a:lnTo>
                  <a:pt x="274065" y="3872019"/>
                </a:lnTo>
                <a:lnTo>
                  <a:pt x="273864" y="3872015"/>
                </a:lnTo>
                <a:lnTo>
                  <a:pt x="273659" y="3872010"/>
                </a:lnTo>
                <a:lnTo>
                  <a:pt x="273451" y="3872001"/>
                </a:lnTo>
                <a:lnTo>
                  <a:pt x="273241" y="3871991"/>
                </a:lnTo>
                <a:lnTo>
                  <a:pt x="273028" y="3871978"/>
                </a:lnTo>
                <a:close/>
                <a:moveTo>
                  <a:pt x="133592" y="4489684"/>
                </a:moveTo>
                <a:lnTo>
                  <a:pt x="134073" y="4490537"/>
                </a:lnTo>
                <a:lnTo>
                  <a:pt x="134549" y="4491397"/>
                </a:lnTo>
                <a:lnTo>
                  <a:pt x="135021" y="4492265"/>
                </a:lnTo>
                <a:lnTo>
                  <a:pt x="135489" y="4493141"/>
                </a:lnTo>
                <a:lnTo>
                  <a:pt x="135953" y="4494024"/>
                </a:lnTo>
                <a:lnTo>
                  <a:pt x="136413" y="4494915"/>
                </a:lnTo>
                <a:lnTo>
                  <a:pt x="136869" y="4495813"/>
                </a:lnTo>
                <a:lnTo>
                  <a:pt x="137321" y="4496719"/>
                </a:lnTo>
                <a:lnTo>
                  <a:pt x="137769" y="4497633"/>
                </a:lnTo>
                <a:lnTo>
                  <a:pt x="138212" y="4498554"/>
                </a:lnTo>
                <a:lnTo>
                  <a:pt x="138651" y="4499483"/>
                </a:lnTo>
                <a:lnTo>
                  <a:pt x="139087" y="4500420"/>
                </a:lnTo>
                <a:lnTo>
                  <a:pt x="139518" y="4501364"/>
                </a:lnTo>
                <a:lnTo>
                  <a:pt x="139945" y="4502316"/>
                </a:lnTo>
                <a:lnTo>
                  <a:pt x="140368" y="4503276"/>
                </a:lnTo>
                <a:lnTo>
                  <a:pt x="140787" y="4504243"/>
                </a:lnTo>
                <a:lnTo>
                  <a:pt x="141202" y="4505218"/>
                </a:lnTo>
                <a:lnTo>
                  <a:pt x="141612" y="4506200"/>
                </a:lnTo>
                <a:lnTo>
                  <a:pt x="142017" y="4507174"/>
                </a:lnTo>
                <a:lnTo>
                  <a:pt x="142414" y="4508152"/>
                </a:lnTo>
                <a:lnTo>
                  <a:pt x="142804" y="4509135"/>
                </a:lnTo>
                <a:lnTo>
                  <a:pt x="143185" y="4510121"/>
                </a:lnTo>
                <a:lnTo>
                  <a:pt x="143560" y="4511112"/>
                </a:lnTo>
                <a:lnTo>
                  <a:pt x="143926" y="4512107"/>
                </a:lnTo>
                <a:lnTo>
                  <a:pt x="144285" y="4513105"/>
                </a:lnTo>
                <a:lnTo>
                  <a:pt x="144637" y="4514108"/>
                </a:lnTo>
                <a:lnTo>
                  <a:pt x="144980" y="4515115"/>
                </a:lnTo>
                <a:lnTo>
                  <a:pt x="145316" y="4516127"/>
                </a:lnTo>
                <a:lnTo>
                  <a:pt x="145645" y="4517142"/>
                </a:lnTo>
                <a:lnTo>
                  <a:pt x="145966" y="4518161"/>
                </a:lnTo>
                <a:lnTo>
                  <a:pt x="146279" y="4519185"/>
                </a:lnTo>
                <a:lnTo>
                  <a:pt x="146584" y="4520212"/>
                </a:lnTo>
                <a:lnTo>
                  <a:pt x="146882" y="4521244"/>
                </a:lnTo>
                <a:lnTo>
                  <a:pt x="147173" y="4522280"/>
                </a:lnTo>
                <a:lnTo>
                  <a:pt x="147455" y="4523320"/>
                </a:lnTo>
                <a:lnTo>
                  <a:pt x="147730" y="4524364"/>
                </a:lnTo>
                <a:lnTo>
                  <a:pt x="147998" y="4525412"/>
                </a:lnTo>
                <a:lnTo>
                  <a:pt x="148258" y="4526464"/>
                </a:lnTo>
                <a:lnTo>
                  <a:pt x="148510" y="4527521"/>
                </a:lnTo>
                <a:lnTo>
                  <a:pt x="148754" y="4528581"/>
                </a:lnTo>
                <a:lnTo>
                  <a:pt x="148991" y="4529646"/>
                </a:lnTo>
                <a:lnTo>
                  <a:pt x="149220" y="4530714"/>
                </a:lnTo>
                <a:lnTo>
                  <a:pt x="149455" y="4531771"/>
                </a:lnTo>
                <a:lnTo>
                  <a:pt x="149679" y="4532828"/>
                </a:lnTo>
                <a:lnTo>
                  <a:pt x="149894" y="4533884"/>
                </a:lnTo>
                <a:lnTo>
                  <a:pt x="150098" y="4534941"/>
                </a:lnTo>
                <a:lnTo>
                  <a:pt x="150293" y="4535998"/>
                </a:lnTo>
                <a:lnTo>
                  <a:pt x="150478" y="4537054"/>
                </a:lnTo>
                <a:lnTo>
                  <a:pt x="150652" y="4538111"/>
                </a:lnTo>
                <a:lnTo>
                  <a:pt x="150817" y="4539168"/>
                </a:lnTo>
                <a:lnTo>
                  <a:pt x="150972" y="4540224"/>
                </a:lnTo>
                <a:lnTo>
                  <a:pt x="151116" y="4541281"/>
                </a:lnTo>
                <a:lnTo>
                  <a:pt x="151251" y="4542338"/>
                </a:lnTo>
                <a:lnTo>
                  <a:pt x="151376" y="4543394"/>
                </a:lnTo>
                <a:lnTo>
                  <a:pt x="151491" y="4544451"/>
                </a:lnTo>
                <a:lnTo>
                  <a:pt x="151595" y="4545508"/>
                </a:lnTo>
                <a:lnTo>
                  <a:pt x="151690" y="4546565"/>
                </a:lnTo>
                <a:lnTo>
                  <a:pt x="151775" y="4547621"/>
                </a:lnTo>
                <a:lnTo>
                  <a:pt x="151850" y="4548678"/>
                </a:lnTo>
                <a:lnTo>
                  <a:pt x="151915" y="4549735"/>
                </a:lnTo>
                <a:lnTo>
                  <a:pt x="151970" y="4550791"/>
                </a:lnTo>
                <a:lnTo>
                  <a:pt x="152015" y="4551848"/>
                </a:lnTo>
                <a:lnTo>
                  <a:pt x="152049" y="4552905"/>
                </a:lnTo>
                <a:lnTo>
                  <a:pt x="152074" y="4553961"/>
                </a:lnTo>
                <a:lnTo>
                  <a:pt x="152089" y="4555018"/>
                </a:lnTo>
                <a:lnTo>
                  <a:pt x="152094" y="4556075"/>
                </a:lnTo>
                <a:lnTo>
                  <a:pt x="152089" y="4557118"/>
                </a:lnTo>
                <a:lnTo>
                  <a:pt x="152074" y="4558162"/>
                </a:lnTo>
                <a:lnTo>
                  <a:pt x="152049" y="4559208"/>
                </a:lnTo>
                <a:lnTo>
                  <a:pt x="152015" y="4560254"/>
                </a:lnTo>
                <a:lnTo>
                  <a:pt x="151970" y="4561302"/>
                </a:lnTo>
                <a:lnTo>
                  <a:pt x="151915" y="4562351"/>
                </a:lnTo>
                <a:lnTo>
                  <a:pt x="151850" y="4563401"/>
                </a:lnTo>
                <a:lnTo>
                  <a:pt x="151775" y="4564453"/>
                </a:lnTo>
                <a:lnTo>
                  <a:pt x="151690" y="4565505"/>
                </a:lnTo>
                <a:lnTo>
                  <a:pt x="151595" y="4566559"/>
                </a:lnTo>
                <a:lnTo>
                  <a:pt x="151491" y="4567614"/>
                </a:lnTo>
                <a:lnTo>
                  <a:pt x="151376" y="4568670"/>
                </a:lnTo>
                <a:lnTo>
                  <a:pt x="151251" y="4569727"/>
                </a:lnTo>
                <a:lnTo>
                  <a:pt x="151116" y="4570786"/>
                </a:lnTo>
                <a:lnTo>
                  <a:pt x="150972" y="4571845"/>
                </a:lnTo>
                <a:lnTo>
                  <a:pt x="150817" y="4572906"/>
                </a:lnTo>
                <a:lnTo>
                  <a:pt x="150652" y="4573968"/>
                </a:lnTo>
                <a:lnTo>
                  <a:pt x="150478" y="4575031"/>
                </a:lnTo>
                <a:lnTo>
                  <a:pt x="150293" y="4576096"/>
                </a:lnTo>
                <a:lnTo>
                  <a:pt x="150098" y="4577161"/>
                </a:lnTo>
                <a:lnTo>
                  <a:pt x="149894" y="4578228"/>
                </a:lnTo>
                <a:lnTo>
                  <a:pt x="149679" y="4579295"/>
                </a:lnTo>
                <a:lnTo>
                  <a:pt x="149455" y="4580364"/>
                </a:lnTo>
                <a:lnTo>
                  <a:pt x="149220" y="4581435"/>
                </a:lnTo>
                <a:lnTo>
                  <a:pt x="148977" y="4582489"/>
                </a:lnTo>
                <a:lnTo>
                  <a:pt x="148727" y="4583541"/>
                </a:lnTo>
                <a:lnTo>
                  <a:pt x="148470" y="4584589"/>
                </a:lnTo>
                <a:lnTo>
                  <a:pt x="148206" y="4585633"/>
                </a:lnTo>
                <a:lnTo>
                  <a:pt x="147935" y="4586674"/>
                </a:lnTo>
                <a:lnTo>
                  <a:pt x="147656" y="4587711"/>
                </a:lnTo>
                <a:lnTo>
                  <a:pt x="147371" y="4588745"/>
                </a:lnTo>
                <a:lnTo>
                  <a:pt x="147079" y="4589775"/>
                </a:lnTo>
                <a:lnTo>
                  <a:pt x="146779" y="4590802"/>
                </a:lnTo>
                <a:lnTo>
                  <a:pt x="146473" y="4591825"/>
                </a:lnTo>
                <a:lnTo>
                  <a:pt x="146159" y="4592845"/>
                </a:lnTo>
                <a:lnTo>
                  <a:pt x="145839" y="4593861"/>
                </a:lnTo>
                <a:lnTo>
                  <a:pt x="145511" y="4594874"/>
                </a:lnTo>
                <a:lnTo>
                  <a:pt x="145177" y="4595883"/>
                </a:lnTo>
                <a:lnTo>
                  <a:pt x="144835" y="4596888"/>
                </a:lnTo>
                <a:lnTo>
                  <a:pt x="144486" y="4597891"/>
                </a:lnTo>
                <a:lnTo>
                  <a:pt x="144131" y="4598889"/>
                </a:lnTo>
                <a:lnTo>
                  <a:pt x="143768" y="4599884"/>
                </a:lnTo>
                <a:lnTo>
                  <a:pt x="143398" y="4600876"/>
                </a:lnTo>
                <a:lnTo>
                  <a:pt x="143021" y="4601864"/>
                </a:lnTo>
                <a:lnTo>
                  <a:pt x="142637" y="4602848"/>
                </a:lnTo>
                <a:lnTo>
                  <a:pt x="142246" y="4603829"/>
                </a:lnTo>
                <a:lnTo>
                  <a:pt x="141848" y="4604807"/>
                </a:lnTo>
                <a:lnTo>
                  <a:pt x="141443" y="4605780"/>
                </a:lnTo>
                <a:lnTo>
                  <a:pt x="141046" y="4606749"/>
                </a:lnTo>
                <a:lnTo>
                  <a:pt x="140645" y="4607712"/>
                </a:lnTo>
                <a:lnTo>
                  <a:pt x="140239" y="4608668"/>
                </a:lnTo>
                <a:lnTo>
                  <a:pt x="139828" y="4609617"/>
                </a:lnTo>
                <a:lnTo>
                  <a:pt x="139412" y="4610560"/>
                </a:lnTo>
                <a:lnTo>
                  <a:pt x="138992" y="4611497"/>
                </a:lnTo>
                <a:lnTo>
                  <a:pt x="138567" y="4612427"/>
                </a:lnTo>
                <a:lnTo>
                  <a:pt x="138137" y="4613351"/>
                </a:lnTo>
                <a:lnTo>
                  <a:pt x="137703" y="4614268"/>
                </a:lnTo>
                <a:lnTo>
                  <a:pt x="137263" y="4615179"/>
                </a:lnTo>
                <a:lnTo>
                  <a:pt x="136820" y="4616083"/>
                </a:lnTo>
                <a:lnTo>
                  <a:pt x="136371" y="4616981"/>
                </a:lnTo>
                <a:lnTo>
                  <a:pt x="135918" y="4617872"/>
                </a:lnTo>
                <a:lnTo>
                  <a:pt x="135460" y="4618757"/>
                </a:lnTo>
                <a:lnTo>
                  <a:pt x="134997" y="4619636"/>
                </a:lnTo>
                <a:lnTo>
                  <a:pt x="134530" y="4620508"/>
                </a:lnTo>
                <a:lnTo>
                  <a:pt x="134058" y="4621373"/>
                </a:lnTo>
                <a:lnTo>
                  <a:pt x="133582" y="4622232"/>
                </a:lnTo>
                <a:lnTo>
                  <a:pt x="133100" y="4623085"/>
                </a:lnTo>
                <a:lnTo>
                  <a:pt x="132614" y="4623931"/>
                </a:lnTo>
                <a:lnTo>
                  <a:pt x="132123" y="4624771"/>
                </a:lnTo>
                <a:lnTo>
                  <a:pt x="131628" y="4625604"/>
                </a:lnTo>
                <a:lnTo>
                  <a:pt x="131128" y="4626431"/>
                </a:lnTo>
                <a:lnTo>
                  <a:pt x="130623" y="4627252"/>
                </a:lnTo>
                <a:lnTo>
                  <a:pt x="139922" y="4627252"/>
                </a:lnTo>
                <a:lnTo>
                  <a:pt x="140996" y="4626019"/>
                </a:lnTo>
                <a:lnTo>
                  <a:pt x="142049" y="4624774"/>
                </a:lnTo>
                <a:lnTo>
                  <a:pt x="143081" y="4623516"/>
                </a:lnTo>
                <a:lnTo>
                  <a:pt x="144092" y="4622245"/>
                </a:lnTo>
                <a:lnTo>
                  <a:pt x="145082" y="4620962"/>
                </a:lnTo>
                <a:lnTo>
                  <a:pt x="146050" y="4619665"/>
                </a:lnTo>
                <a:lnTo>
                  <a:pt x="146998" y="4618355"/>
                </a:lnTo>
                <a:lnTo>
                  <a:pt x="147924" y="4617033"/>
                </a:lnTo>
                <a:lnTo>
                  <a:pt x="148829" y="4615697"/>
                </a:lnTo>
                <a:lnTo>
                  <a:pt x="149713" y="4614349"/>
                </a:lnTo>
                <a:lnTo>
                  <a:pt x="150576" y="4612987"/>
                </a:lnTo>
                <a:lnTo>
                  <a:pt x="151418" y="4611613"/>
                </a:lnTo>
                <a:lnTo>
                  <a:pt x="152239" y="4610226"/>
                </a:lnTo>
                <a:lnTo>
                  <a:pt x="153038" y="4608826"/>
                </a:lnTo>
                <a:lnTo>
                  <a:pt x="153817" y="4607413"/>
                </a:lnTo>
                <a:lnTo>
                  <a:pt x="154574" y="4605987"/>
                </a:lnTo>
                <a:lnTo>
                  <a:pt x="155310" y="4604548"/>
                </a:lnTo>
                <a:lnTo>
                  <a:pt x="156025" y="4603096"/>
                </a:lnTo>
                <a:lnTo>
                  <a:pt x="156719" y="4601632"/>
                </a:lnTo>
                <a:lnTo>
                  <a:pt x="157392" y="4600154"/>
                </a:lnTo>
                <a:lnTo>
                  <a:pt x="158043" y="4598663"/>
                </a:lnTo>
                <a:lnTo>
                  <a:pt x="158674" y="4597160"/>
                </a:lnTo>
                <a:lnTo>
                  <a:pt x="159283" y="4595644"/>
                </a:lnTo>
                <a:lnTo>
                  <a:pt x="159871" y="4594114"/>
                </a:lnTo>
                <a:lnTo>
                  <a:pt x="160437" y="4592563"/>
                </a:lnTo>
                <a:lnTo>
                  <a:pt x="160979" y="4591009"/>
                </a:lnTo>
                <a:lnTo>
                  <a:pt x="161496" y="4589452"/>
                </a:lnTo>
                <a:lnTo>
                  <a:pt x="161990" y="4587892"/>
                </a:lnTo>
                <a:lnTo>
                  <a:pt x="162459" y="4586329"/>
                </a:lnTo>
                <a:lnTo>
                  <a:pt x="162904" y="4584763"/>
                </a:lnTo>
                <a:lnTo>
                  <a:pt x="163325" y="4583194"/>
                </a:lnTo>
                <a:lnTo>
                  <a:pt x="163722" y="4581622"/>
                </a:lnTo>
                <a:lnTo>
                  <a:pt x="164096" y="4580048"/>
                </a:lnTo>
                <a:lnTo>
                  <a:pt x="164445" y="4578470"/>
                </a:lnTo>
                <a:lnTo>
                  <a:pt x="164769" y="4576890"/>
                </a:lnTo>
                <a:lnTo>
                  <a:pt x="165070" y="4575306"/>
                </a:lnTo>
                <a:lnTo>
                  <a:pt x="165347" y="4573720"/>
                </a:lnTo>
                <a:lnTo>
                  <a:pt x="165600" y="4572130"/>
                </a:lnTo>
                <a:lnTo>
                  <a:pt x="165828" y="4570538"/>
                </a:lnTo>
                <a:lnTo>
                  <a:pt x="166033" y="4568943"/>
                </a:lnTo>
                <a:lnTo>
                  <a:pt x="166214" y="4567344"/>
                </a:lnTo>
                <a:lnTo>
                  <a:pt x="166370" y="4565743"/>
                </a:lnTo>
                <a:lnTo>
                  <a:pt x="166502" y="4564139"/>
                </a:lnTo>
                <a:lnTo>
                  <a:pt x="166611" y="4562532"/>
                </a:lnTo>
                <a:lnTo>
                  <a:pt x="166695" y="4560922"/>
                </a:lnTo>
                <a:lnTo>
                  <a:pt x="166755" y="4559309"/>
                </a:lnTo>
                <a:lnTo>
                  <a:pt x="166791" y="4557693"/>
                </a:lnTo>
                <a:lnTo>
                  <a:pt x="166803" y="4556075"/>
                </a:lnTo>
                <a:lnTo>
                  <a:pt x="166791" y="4554429"/>
                </a:lnTo>
                <a:lnTo>
                  <a:pt x="166755" y="4552787"/>
                </a:lnTo>
                <a:lnTo>
                  <a:pt x="166695" y="4551151"/>
                </a:lnTo>
                <a:lnTo>
                  <a:pt x="166611" y="4549519"/>
                </a:lnTo>
                <a:lnTo>
                  <a:pt x="166502" y="4547891"/>
                </a:lnTo>
                <a:lnTo>
                  <a:pt x="166370" y="4546269"/>
                </a:lnTo>
                <a:lnTo>
                  <a:pt x="166214" y="4544651"/>
                </a:lnTo>
                <a:lnTo>
                  <a:pt x="166033" y="4543038"/>
                </a:lnTo>
                <a:lnTo>
                  <a:pt x="165828" y="4541429"/>
                </a:lnTo>
                <a:lnTo>
                  <a:pt x="165600" y="4539825"/>
                </a:lnTo>
                <a:lnTo>
                  <a:pt x="165347" y="4538226"/>
                </a:lnTo>
                <a:lnTo>
                  <a:pt x="165070" y="4536632"/>
                </a:lnTo>
                <a:lnTo>
                  <a:pt x="164769" y="4535042"/>
                </a:lnTo>
                <a:lnTo>
                  <a:pt x="164445" y="4533457"/>
                </a:lnTo>
                <a:lnTo>
                  <a:pt x="164096" y="4531877"/>
                </a:lnTo>
                <a:lnTo>
                  <a:pt x="163722" y="4530301"/>
                </a:lnTo>
                <a:lnTo>
                  <a:pt x="163325" y="4528730"/>
                </a:lnTo>
                <a:lnTo>
                  <a:pt x="162904" y="4527164"/>
                </a:lnTo>
                <a:lnTo>
                  <a:pt x="162459" y="4525603"/>
                </a:lnTo>
                <a:lnTo>
                  <a:pt x="161990" y="4524046"/>
                </a:lnTo>
                <a:lnTo>
                  <a:pt x="161496" y="4522494"/>
                </a:lnTo>
                <a:lnTo>
                  <a:pt x="160979" y="4520946"/>
                </a:lnTo>
                <a:lnTo>
                  <a:pt x="160437" y="4519404"/>
                </a:lnTo>
                <a:lnTo>
                  <a:pt x="159871" y="4517865"/>
                </a:lnTo>
                <a:lnTo>
                  <a:pt x="159283" y="4516336"/>
                </a:lnTo>
                <a:lnTo>
                  <a:pt x="158674" y="4514820"/>
                </a:lnTo>
                <a:lnTo>
                  <a:pt x="158043" y="4513316"/>
                </a:lnTo>
                <a:lnTo>
                  <a:pt x="157392" y="4511826"/>
                </a:lnTo>
                <a:lnTo>
                  <a:pt x="156719" y="4510348"/>
                </a:lnTo>
                <a:lnTo>
                  <a:pt x="156025" y="4508884"/>
                </a:lnTo>
                <a:lnTo>
                  <a:pt x="155310" y="4507432"/>
                </a:lnTo>
                <a:lnTo>
                  <a:pt x="154574" y="4505993"/>
                </a:lnTo>
                <a:lnTo>
                  <a:pt x="153817" y="4504567"/>
                </a:lnTo>
                <a:lnTo>
                  <a:pt x="153038" y="4503154"/>
                </a:lnTo>
                <a:lnTo>
                  <a:pt x="152239" y="4501754"/>
                </a:lnTo>
                <a:lnTo>
                  <a:pt x="151418" y="4500367"/>
                </a:lnTo>
                <a:lnTo>
                  <a:pt x="150576" y="4498993"/>
                </a:lnTo>
                <a:lnTo>
                  <a:pt x="149713" y="4497631"/>
                </a:lnTo>
                <a:lnTo>
                  <a:pt x="148829" y="4496283"/>
                </a:lnTo>
                <a:lnTo>
                  <a:pt x="147924" y="4494947"/>
                </a:lnTo>
                <a:lnTo>
                  <a:pt x="146998" y="4493625"/>
                </a:lnTo>
                <a:lnTo>
                  <a:pt x="146050" y="4492315"/>
                </a:lnTo>
                <a:lnTo>
                  <a:pt x="145082" y="4491018"/>
                </a:lnTo>
                <a:lnTo>
                  <a:pt x="144092" y="4489735"/>
                </a:lnTo>
                <a:lnTo>
                  <a:pt x="143081" y="4488464"/>
                </a:lnTo>
                <a:lnTo>
                  <a:pt x="142049" y="4487206"/>
                </a:lnTo>
                <a:lnTo>
                  <a:pt x="140996" y="4485960"/>
                </a:lnTo>
                <a:lnTo>
                  <a:pt x="139922" y="4484728"/>
                </a:lnTo>
                <a:lnTo>
                  <a:pt x="130623" y="4484728"/>
                </a:lnTo>
                <a:lnTo>
                  <a:pt x="131128" y="4485535"/>
                </a:lnTo>
                <a:lnTo>
                  <a:pt x="131629" y="4486350"/>
                </a:lnTo>
                <a:lnTo>
                  <a:pt x="132126" y="4487172"/>
                </a:lnTo>
                <a:lnTo>
                  <a:pt x="132619" y="4488002"/>
                </a:lnTo>
                <a:lnTo>
                  <a:pt x="133108" y="4488839"/>
                </a:lnTo>
                <a:lnTo>
                  <a:pt x="133592" y="4489684"/>
                </a:lnTo>
                <a:close/>
                <a:moveTo>
                  <a:pt x="26544" y="4627928"/>
                </a:moveTo>
                <a:lnTo>
                  <a:pt x="59850" y="4627928"/>
                </a:lnTo>
                <a:lnTo>
                  <a:pt x="59850" y="4484728"/>
                </a:lnTo>
                <a:lnTo>
                  <a:pt x="26544" y="4484728"/>
                </a:lnTo>
                <a:lnTo>
                  <a:pt x="26544" y="4493689"/>
                </a:lnTo>
                <a:lnTo>
                  <a:pt x="45310" y="4493689"/>
                </a:lnTo>
                <a:lnTo>
                  <a:pt x="45310" y="4618968"/>
                </a:lnTo>
                <a:lnTo>
                  <a:pt x="26544" y="4618968"/>
                </a:lnTo>
                <a:lnTo>
                  <a:pt x="26544" y="4627928"/>
                </a:lnTo>
                <a:close/>
                <a:moveTo>
                  <a:pt x="474815" y="137568"/>
                </a:moveTo>
                <a:lnTo>
                  <a:pt x="474324" y="136715"/>
                </a:lnTo>
                <a:lnTo>
                  <a:pt x="473838" y="135855"/>
                </a:lnTo>
                <a:lnTo>
                  <a:pt x="473356" y="134987"/>
                </a:lnTo>
                <a:lnTo>
                  <a:pt x="472880" y="134111"/>
                </a:lnTo>
                <a:lnTo>
                  <a:pt x="472408" y="133228"/>
                </a:lnTo>
                <a:lnTo>
                  <a:pt x="471940" y="132337"/>
                </a:lnTo>
                <a:lnTo>
                  <a:pt x="471478" y="131439"/>
                </a:lnTo>
                <a:lnTo>
                  <a:pt x="471020" y="130533"/>
                </a:lnTo>
                <a:lnTo>
                  <a:pt x="470567" y="129619"/>
                </a:lnTo>
                <a:lnTo>
                  <a:pt x="470118" y="128697"/>
                </a:lnTo>
                <a:lnTo>
                  <a:pt x="469674" y="127769"/>
                </a:lnTo>
                <a:lnTo>
                  <a:pt x="469235" y="126832"/>
                </a:lnTo>
                <a:lnTo>
                  <a:pt x="468801" y="125888"/>
                </a:lnTo>
                <a:lnTo>
                  <a:pt x="468371" y="124936"/>
                </a:lnTo>
                <a:lnTo>
                  <a:pt x="467946" y="123976"/>
                </a:lnTo>
                <a:lnTo>
                  <a:pt x="467526" y="123009"/>
                </a:lnTo>
                <a:lnTo>
                  <a:pt x="467110" y="122034"/>
                </a:lnTo>
                <a:lnTo>
                  <a:pt x="466699" y="121052"/>
                </a:lnTo>
                <a:lnTo>
                  <a:pt x="466308" y="120078"/>
                </a:lnTo>
                <a:lnTo>
                  <a:pt x="465923" y="119100"/>
                </a:lnTo>
                <a:lnTo>
                  <a:pt x="465545" y="118117"/>
                </a:lnTo>
                <a:lnTo>
                  <a:pt x="465173" y="117131"/>
                </a:lnTo>
                <a:lnTo>
                  <a:pt x="464808" y="116140"/>
                </a:lnTo>
                <a:lnTo>
                  <a:pt x="464449" y="115145"/>
                </a:lnTo>
                <a:lnTo>
                  <a:pt x="464096" y="114146"/>
                </a:lnTo>
                <a:lnTo>
                  <a:pt x="463750" y="113143"/>
                </a:lnTo>
                <a:lnTo>
                  <a:pt x="463410" y="112136"/>
                </a:lnTo>
                <a:lnTo>
                  <a:pt x="463077" y="111125"/>
                </a:lnTo>
                <a:lnTo>
                  <a:pt x="462751" y="110110"/>
                </a:lnTo>
                <a:lnTo>
                  <a:pt x="462430" y="109091"/>
                </a:lnTo>
                <a:lnTo>
                  <a:pt x="462117" y="108067"/>
                </a:lnTo>
                <a:lnTo>
                  <a:pt x="461809" y="107039"/>
                </a:lnTo>
                <a:lnTo>
                  <a:pt x="461508" y="106008"/>
                </a:lnTo>
                <a:lnTo>
                  <a:pt x="461214" y="104972"/>
                </a:lnTo>
                <a:lnTo>
                  <a:pt x="460926" y="103932"/>
                </a:lnTo>
                <a:lnTo>
                  <a:pt x="460645" y="102888"/>
                </a:lnTo>
                <a:lnTo>
                  <a:pt x="460370" y="101840"/>
                </a:lnTo>
                <a:lnTo>
                  <a:pt x="460101" y="100787"/>
                </a:lnTo>
                <a:lnTo>
                  <a:pt x="459839" y="99731"/>
                </a:lnTo>
                <a:lnTo>
                  <a:pt x="459583" y="98671"/>
                </a:lnTo>
                <a:lnTo>
                  <a:pt x="459334" y="97606"/>
                </a:lnTo>
                <a:lnTo>
                  <a:pt x="459091" y="96537"/>
                </a:lnTo>
                <a:lnTo>
                  <a:pt x="458857" y="95467"/>
                </a:lnTo>
                <a:lnTo>
                  <a:pt x="458632" y="94398"/>
                </a:lnTo>
                <a:lnTo>
                  <a:pt x="458418" y="93330"/>
                </a:lnTo>
                <a:lnTo>
                  <a:pt x="458213" y="92264"/>
                </a:lnTo>
                <a:lnTo>
                  <a:pt x="458018" y="91198"/>
                </a:lnTo>
                <a:lnTo>
                  <a:pt x="457834" y="90134"/>
                </a:lnTo>
                <a:lnTo>
                  <a:pt x="457659" y="89071"/>
                </a:lnTo>
                <a:lnTo>
                  <a:pt x="457495" y="88009"/>
                </a:lnTo>
                <a:lnTo>
                  <a:pt x="457340" y="86948"/>
                </a:lnTo>
                <a:lnTo>
                  <a:pt x="457195" y="85888"/>
                </a:lnTo>
                <a:lnTo>
                  <a:pt x="457060" y="84830"/>
                </a:lnTo>
                <a:lnTo>
                  <a:pt x="456936" y="83773"/>
                </a:lnTo>
                <a:lnTo>
                  <a:pt x="456821" y="82717"/>
                </a:lnTo>
                <a:lnTo>
                  <a:pt x="456716" y="81662"/>
                </a:lnTo>
                <a:lnTo>
                  <a:pt x="456621" y="80608"/>
                </a:lnTo>
                <a:lnTo>
                  <a:pt x="456536" y="79555"/>
                </a:lnTo>
                <a:lnTo>
                  <a:pt x="456462" y="78504"/>
                </a:lnTo>
                <a:lnTo>
                  <a:pt x="456397" y="77454"/>
                </a:lnTo>
                <a:lnTo>
                  <a:pt x="456342" y="76405"/>
                </a:lnTo>
                <a:lnTo>
                  <a:pt x="456297" y="75357"/>
                </a:lnTo>
                <a:lnTo>
                  <a:pt x="456262" y="74310"/>
                </a:lnTo>
                <a:lnTo>
                  <a:pt x="456237" y="73265"/>
                </a:lnTo>
                <a:lnTo>
                  <a:pt x="456222" y="72220"/>
                </a:lnTo>
                <a:lnTo>
                  <a:pt x="456217" y="71177"/>
                </a:lnTo>
                <a:lnTo>
                  <a:pt x="456222" y="70120"/>
                </a:lnTo>
                <a:lnTo>
                  <a:pt x="456237" y="69064"/>
                </a:lnTo>
                <a:lnTo>
                  <a:pt x="456262" y="68007"/>
                </a:lnTo>
                <a:lnTo>
                  <a:pt x="456297" y="66950"/>
                </a:lnTo>
                <a:lnTo>
                  <a:pt x="456342" y="65894"/>
                </a:lnTo>
                <a:lnTo>
                  <a:pt x="456397" y="64837"/>
                </a:lnTo>
                <a:lnTo>
                  <a:pt x="456462" y="63781"/>
                </a:lnTo>
                <a:lnTo>
                  <a:pt x="456536" y="62724"/>
                </a:lnTo>
                <a:lnTo>
                  <a:pt x="456621" y="61667"/>
                </a:lnTo>
                <a:lnTo>
                  <a:pt x="456716" y="60611"/>
                </a:lnTo>
                <a:lnTo>
                  <a:pt x="456821" y="59554"/>
                </a:lnTo>
                <a:lnTo>
                  <a:pt x="456936" y="58497"/>
                </a:lnTo>
                <a:lnTo>
                  <a:pt x="457060" y="57440"/>
                </a:lnTo>
                <a:lnTo>
                  <a:pt x="457195" y="56384"/>
                </a:lnTo>
                <a:lnTo>
                  <a:pt x="457340" y="55327"/>
                </a:lnTo>
                <a:lnTo>
                  <a:pt x="457495" y="54270"/>
                </a:lnTo>
                <a:lnTo>
                  <a:pt x="457659" y="53214"/>
                </a:lnTo>
                <a:lnTo>
                  <a:pt x="457834" y="52157"/>
                </a:lnTo>
                <a:lnTo>
                  <a:pt x="458018" y="51100"/>
                </a:lnTo>
                <a:lnTo>
                  <a:pt x="458213" y="50044"/>
                </a:lnTo>
                <a:lnTo>
                  <a:pt x="458418" y="48987"/>
                </a:lnTo>
                <a:lnTo>
                  <a:pt x="458632" y="47930"/>
                </a:lnTo>
                <a:lnTo>
                  <a:pt x="458857" y="46874"/>
                </a:lnTo>
                <a:lnTo>
                  <a:pt x="459091" y="45817"/>
                </a:lnTo>
                <a:lnTo>
                  <a:pt x="459334" y="44762"/>
                </a:lnTo>
                <a:lnTo>
                  <a:pt x="459584" y="43711"/>
                </a:lnTo>
                <a:lnTo>
                  <a:pt x="459842" y="42663"/>
                </a:lnTo>
                <a:lnTo>
                  <a:pt x="460106" y="41618"/>
                </a:lnTo>
                <a:lnTo>
                  <a:pt x="460377" y="40578"/>
                </a:lnTo>
                <a:lnTo>
                  <a:pt x="460655" y="39540"/>
                </a:lnTo>
                <a:lnTo>
                  <a:pt x="460940" y="38507"/>
                </a:lnTo>
                <a:lnTo>
                  <a:pt x="461233" y="37476"/>
                </a:lnTo>
                <a:lnTo>
                  <a:pt x="461532" y="36450"/>
                </a:lnTo>
                <a:lnTo>
                  <a:pt x="461839" y="35426"/>
                </a:lnTo>
                <a:lnTo>
                  <a:pt x="462152" y="34407"/>
                </a:lnTo>
                <a:lnTo>
                  <a:pt x="462473" y="33391"/>
                </a:lnTo>
                <a:lnTo>
                  <a:pt x="462800" y="32378"/>
                </a:lnTo>
                <a:lnTo>
                  <a:pt x="463135" y="31369"/>
                </a:lnTo>
                <a:lnTo>
                  <a:pt x="463476" y="30363"/>
                </a:lnTo>
                <a:lnTo>
                  <a:pt x="463825" y="29361"/>
                </a:lnTo>
                <a:lnTo>
                  <a:pt x="464181" y="28363"/>
                </a:lnTo>
                <a:lnTo>
                  <a:pt x="464544" y="27368"/>
                </a:lnTo>
                <a:lnTo>
                  <a:pt x="464914" y="26376"/>
                </a:lnTo>
                <a:lnTo>
                  <a:pt x="465290" y="25388"/>
                </a:lnTo>
                <a:lnTo>
                  <a:pt x="465674" y="24404"/>
                </a:lnTo>
                <a:lnTo>
                  <a:pt x="466065" y="23423"/>
                </a:lnTo>
                <a:lnTo>
                  <a:pt x="466463" y="22445"/>
                </a:lnTo>
                <a:lnTo>
                  <a:pt x="466868" y="21471"/>
                </a:lnTo>
                <a:lnTo>
                  <a:pt x="467279" y="20489"/>
                </a:lnTo>
                <a:lnTo>
                  <a:pt x="467694" y="19514"/>
                </a:lnTo>
                <a:lnTo>
                  <a:pt x="468113" y="18547"/>
                </a:lnTo>
                <a:lnTo>
                  <a:pt x="468536" y="17588"/>
                </a:lnTo>
                <a:lnTo>
                  <a:pt x="468963" y="16636"/>
                </a:lnTo>
                <a:lnTo>
                  <a:pt x="469394" y="15691"/>
                </a:lnTo>
                <a:lnTo>
                  <a:pt x="469829" y="14755"/>
                </a:lnTo>
                <a:lnTo>
                  <a:pt x="470269" y="13826"/>
                </a:lnTo>
                <a:lnTo>
                  <a:pt x="470712" y="12904"/>
                </a:lnTo>
                <a:lnTo>
                  <a:pt x="471160" y="11991"/>
                </a:lnTo>
                <a:lnTo>
                  <a:pt x="471611" y="11085"/>
                </a:lnTo>
                <a:lnTo>
                  <a:pt x="472067" y="10186"/>
                </a:lnTo>
                <a:lnTo>
                  <a:pt x="472527" y="9295"/>
                </a:lnTo>
                <a:lnTo>
                  <a:pt x="472991" y="8412"/>
                </a:lnTo>
                <a:lnTo>
                  <a:pt x="473459" y="7537"/>
                </a:lnTo>
                <a:lnTo>
                  <a:pt x="473932" y="6669"/>
                </a:lnTo>
                <a:lnTo>
                  <a:pt x="474408" y="5808"/>
                </a:lnTo>
                <a:lnTo>
                  <a:pt x="474888" y="4956"/>
                </a:lnTo>
                <a:lnTo>
                  <a:pt x="475373" y="4111"/>
                </a:lnTo>
                <a:lnTo>
                  <a:pt x="475862" y="3273"/>
                </a:lnTo>
                <a:lnTo>
                  <a:pt x="476355" y="2444"/>
                </a:lnTo>
                <a:lnTo>
                  <a:pt x="476852" y="1621"/>
                </a:lnTo>
                <a:lnTo>
                  <a:pt x="477353" y="807"/>
                </a:lnTo>
                <a:lnTo>
                  <a:pt x="477858" y="0"/>
                </a:lnTo>
                <a:lnTo>
                  <a:pt x="468390" y="0"/>
                </a:lnTo>
                <a:lnTo>
                  <a:pt x="467329" y="1232"/>
                </a:lnTo>
                <a:lnTo>
                  <a:pt x="466288" y="2477"/>
                </a:lnTo>
                <a:lnTo>
                  <a:pt x="465268" y="3735"/>
                </a:lnTo>
                <a:lnTo>
                  <a:pt x="464267" y="5006"/>
                </a:lnTo>
                <a:lnTo>
                  <a:pt x="463286" y="6290"/>
                </a:lnTo>
                <a:lnTo>
                  <a:pt x="462325" y="7587"/>
                </a:lnTo>
                <a:lnTo>
                  <a:pt x="461384" y="8897"/>
                </a:lnTo>
                <a:lnTo>
                  <a:pt x="460463" y="10219"/>
                </a:lnTo>
                <a:lnTo>
                  <a:pt x="459562" y="11555"/>
                </a:lnTo>
                <a:lnTo>
                  <a:pt x="458680" y="12903"/>
                </a:lnTo>
                <a:lnTo>
                  <a:pt x="457819" y="14264"/>
                </a:lnTo>
                <a:lnTo>
                  <a:pt x="456978" y="15639"/>
                </a:lnTo>
                <a:lnTo>
                  <a:pt x="456157" y="17026"/>
                </a:lnTo>
                <a:lnTo>
                  <a:pt x="455355" y="18426"/>
                </a:lnTo>
                <a:lnTo>
                  <a:pt x="454574" y="19839"/>
                </a:lnTo>
                <a:lnTo>
                  <a:pt x="453813" y="21265"/>
                </a:lnTo>
                <a:lnTo>
                  <a:pt x="453071" y="22704"/>
                </a:lnTo>
                <a:lnTo>
                  <a:pt x="452350" y="24155"/>
                </a:lnTo>
                <a:lnTo>
                  <a:pt x="451648" y="25620"/>
                </a:lnTo>
                <a:lnTo>
                  <a:pt x="450967" y="27098"/>
                </a:lnTo>
                <a:lnTo>
                  <a:pt x="450305" y="28588"/>
                </a:lnTo>
                <a:lnTo>
                  <a:pt x="449663" y="30092"/>
                </a:lnTo>
                <a:lnTo>
                  <a:pt x="449042" y="31608"/>
                </a:lnTo>
                <a:lnTo>
                  <a:pt x="448440" y="33137"/>
                </a:lnTo>
                <a:lnTo>
                  <a:pt x="447874" y="34675"/>
                </a:lnTo>
                <a:lnTo>
                  <a:pt x="447333" y="36217"/>
                </a:lnTo>
                <a:lnTo>
                  <a:pt x="446815" y="37763"/>
                </a:lnTo>
                <a:lnTo>
                  <a:pt x="446322" y="39313"/>
                </a:lnTo>
                <a:lnTo>
                  <a:pt x="445853" y="40867"/>
                </a:lnTo>
                <a:lnTo>
                  <a:pt x="445407" y="42425"/>
                </a:lnTo>
                <a:lnTo>
                  <a:pt x="444986" y="43988"/>
                </a:lnTo>
                <a:lnTo>
                  <a:pt x="444589" y="45554"/>
                </a:lnTo>
                <a:lnTo>
                  <a:pt x="444216" y="47125"/>
                </a:lnTo>
                <a:lnTo>
                  <a:pt x="443867" y="48699"/>
                </a:lnTo>
                <a:lnTo>
                  <a:pt x="443542" y="50278"/>
                </a:lnTo>
                <a:lnTo>
                  <a:pt x="443241" y="51861"/>
                </a:lnTo>
                <a:lnTo>
                  <a:pt x="442964" y="53448"/>
                </a:lnTo>
                <a:lnTo>
                  <a:pt x="442712" y="55039"/>
                </a:lnTo>
                <a:lnTo>
                  <a:pt x="442483" y="56635"/>
                </a:lnTo>
                <a:lnTo>
                  <a:pt x="442278" y="58234"/>
                </a:lnTo>
                <a:lnTo>
                  <a:pt x="442098" y="59838"/>
                </a:lnTo>
                <a:lnTo>
                  <a:pt x="441942" y="61445"/>
                </a:lnTo>
                <a:lnTo>
                  <a:pt x="441809" y="63057"/>
                </a:lnTo>
                <a:lnTo>
                  <a:pt x="441701" y="64673"/>
                </a:lnTo>
                <a:lnTo>
                  <a:pt x="441617" y="66293"/>
                </a:lnTo>
                <a:lnTo>
                  <a:pt x="441556" y="67917"/>
                </a:lnTo>
                <a:lnTo>
                  <a:pt x="441520" y="69545"/>
                </a:lnTo>
                <a:lnTo>
                  <a:pt x="441508" y="71177"/>
                </a:lnTo>
                <a:lnTo>
                  <a:pt x="441520" y="72823"/>
                </a:lnTo>
                <a:lnTo>
                  <a:pt x="441556" y="74464"/>
                </a:lnTo>
                <a:lnTo>
                  <a:pt x="441617" y="76101"/>
                </a:lnTo>
                <a:lnTo>
                  <a:pt x="441701" y="77733"/>
                </a:lnTo>
                <a:lnTo>
                  <a:pt x="441809" y="79360"/>
                </a:lnTo>
                <a:lnTo>
                  <a:pt x="441942" y="80983"/>
                </a:lnTo>
                <a:lnTo>
                  <a:pt x="442098" y="82601"/>
                </a:lnTo>
                <a:lnTo>
                  <a:pt x="442278" y="84214"/>
                </a:lnTo>
                <a:lnTo>
                  <a:pt x="442483" y="85822"/>
                </a:lnTo>
                <a:lnTo>
                  <a:pt x="442712" y="87426"/>
                </a:lnTo>
                <a:lnTo>
                  <a:pt x="442964" y="89025"/>
                </a:lnTo>
                <a:lnTo>
                  <a:pt x="443241" y="90620"/>
                </a:lnTo>
                <a:lnTo>
                  <a:pt x="443542" y="92209"/>
                </a:lnTo>
                <a:lnTo>
                  <a:pt x="443867" y="93794"/>
                </a:lnTo>
                <a:lnTo>
                  <a:pt x="444216" y="95375"/>
                </a:lnTo>
                <a:lnTo>
                  <a:pt x="444589" y="96950"/>
                </a:lnTo>
                <a:lnTo>
                  <a:pt x="444986" y="98521"/>
                </a:lnTo>
                <a:lnTo>
                  <a:pt x="445407" y="100088"/>
                </a:lnTo>
                <a:lnTo>
                  <a:pt x="445853" y="101649"/>
                </a:lnTo>
                <a:lnTo>
                  <a:pt x="446322" y="103206"/>
                </a:lnTo>
                <a:lnTo>
                  <a:pt x="446815" y="104758"/>
                </a:lnTo>
                <a:lnTo>
                  <a:pt x="447333" y="106306"/>
                </a:lnTo>
                <a:lnTo>
                  <a:pt x="447874" y="107848"/>
                </a:lnTo>
                <a:lnTo>
                  <a:pt x="448440" y="109386"/>
                </a:lnTo>
                <a:lnTo>
                  <a:pt x="449042" y="110916"/>
                </a:lnTo>
                <a:lnTo>
                  <a:pt x="449663" y="112432"/>
                </a:lnTo>
                <a:lnTo>
                  <a:pt x="450305" y="113935"/>
                </a:lnTo>
                <a:lnTo>
                  <a:pt x="450967" y="115426"/>
                </a:lnTo>
                <a:lnTo>
                  <a:pt x="451648" y="116903"/>
                </a:lnTo>
                <a:lnTo>
                  <a:pt x="452350" y="118368"/>
                </a:lnTo>
                <a:lnTo>
                  <a:pt x="453071" y="119820"/>
                </a:lnTo>
                <a:lnTo>
                  <a:pt x="453813" y="121259"/>
                </a:lnTo>
                <a:lnTo>
                  <a:pt x="454574" y="122685"/>
                </a:lnTo>
                <a:lnTo>
                  <a:pt x="455355" y="124098"/>
                </a:lnTo>
                <a:lnTo>
                  <a:pt x="456157" y="125498"/>
                </a:lnTo>
                <a:lnTo>
                  <a:pt x="456978" y="126885"/>
                </a:lnTo>
                <a:lnTo>
                  <a:pt x="457819" y="128259"/>
                </a:lnTo>
                <a:lnTo>
                  <a:pt x="458680" y="129620"/>
                </a:lnTo>
                <a:lnTo>
                  <a:pt x="459562" y="130969"/>
                </a:lnTo>
                <a:lnTo>
                  <a:pt x="460463" y="132304"/>
                </a:lnTo>
                <a:lnTo>
                  <a:pt x="461384" y="133627"/>
                </a:lnTo>
                <a:lnTo>
                  <a:pt x="462325" y="134937"/>
                </a:lnTo>
                <a:lnTo>
                  <a:pt x="463286" y="136233"/>
                </a:lnTo>
                <a:lnTo>
                  <a:pt x="464267" y="137517"/>
                </a:lnTo>
                <a:lnTo>
                  <a:pt x="465268" y="138788"/>
                </a:lnTo>
                <a:lnTo>
                  <a:pt x="466288" y="140046"/>
                </a:lnTo>
                <a:lnTo>
                  <a:pt x="467329" y="141291"/>
                </a:lnTo>
                <a:lnTo>
                  <a:pt x="468390" y="142523"/>
                </a:lnTo>
                <a:lnTo>
                  <a:pt x="477858" y="142523"/>
                </a:lnTo>
                <a:lnTo>
                  <a:pt x="477339" y="141717"/>
                </a:lnTo>
                <a:lnTo>
                  <a:pt x="476825" y="140902"/>
                </a:lnTo>
                <a:lnTo>
                  <a:pt x="476315" y="140080"/>
                </a:lnTo>
                <a:lnTo>
                  <a:pt x="475810" y="139250"/>
                </a:lnTo>
                <a:lnTo>
                  <a:pt x="475310" y="138413"/>
                </a:lnTo>
                <a:lnTo>
                  <a:pt x="474815" y="137568"/>
                </a:lnTo>
                <a:close/>
                <a:moveTo>
                  <a:pt x="639762" y="312091"/>
                </a:moveTo>
                <a:lnTo>
                  <a:pt x="639802" y="311526"/>
                </a:lnTo>
                <a:lnTo>
                  <a:pt x="639850" y="310967"/>
                </a:lnTo>
                <a:lnTo>
                  <a:pt x="639908" y="310413"/>
                </a:lnTo>
                <a:lnTo>
                  <a:pt x="639974" y="309865"/>
                </a:lnTo>
                <a:lnTo>
                  <a:pt x="640049" y="309323"/>
                </a:lnTo>
                <a:lnTo>
                  <a:pt x="640132" y="308788"/>
                </a:lnTo>
                <a:lnTo>
                  <a:pt x="640225" y="308257"/>
                </a:lnTo>
                <a:lnTo>
                  <a:pt x="640326" y="307733"/>
                </a:lnTo>
                <a:lnTo>
                  <a:pt x="640436" y="307215"/>
                </a:lnTo>
                <a:lnTo>
                  <a:pt x="640555" y="306702"/>
                </a:lnTo>
                <a:lnTo>
                  <a:pt x="640683" y="306196"/>
                </a:lnTo>
                <a:lnTo>
                  <a:pt x="640819" y="305695"/>
                </a:lnTo>
                <a:lnTo>
                  <a:pt x="640964" y="305200"/>
                </a:lnTo>
                <a:lnTo>
                  <a:pt x="641118" y="304711"/>
                </a:lnTo>
                <a:lnTo>
                  <a:pt x="641281" y="304228"/>
                </a:lnTo>
                <a:lnTo>
                  <a:pt x="641453" y="303751"/>
                </a:lnTo>
                <a:lnTo>
                  <a:pt x="641634" y="303279"/>
                </a:lnTo>
                <a:lnTo>
                  <a:pt x="641823" y="302814"/>
                </a:lnTo>
                <a:lnTo>
                  <a:pt x="642021" y="302354"/>
                </a:lnTo>
                <a:lnTo>
                  <a:pt x="642228" y="301901"/>
                </a:lnTo>
                <a:lnTo>
                  <a:pt x="642443" y="301440"/>
                </a:lnTo>
                <a:lnTo>
                  <a:pt x="642665" y="300988"/>
                </a:lnTo>
                <a:lnTo>
                  <a:pt x="642894" y="300545"/>
                </a:lnTo>
                <a:lnTo>
                  <a:pt x="643130" y="300111"/>
                </a:lnTo>
                <a:lnTo>
                  <a:pt x="643373" y="299686"/>
                </a:lnTo>
                <a:lnTo>
                  <a:pt x="643623" y="299269"/>
                </a:lnTo>
                <a:lnTo>
                  <a:pt x="643880" y="298862"/>
                </a:lnTo>
                <a:lnTo>
                  <a:pt x="644144" y="298463"/>
                </a:lnTo>
                <a:lnTo>
                  <a:pt x="644415" y="298073"/>
                </a:lnTo>
                <a:lnTo>
                  <a:pt x="644694" y="297691"/>
                </a:lnTo>
                <a:lnTo>
                  <a:pt x="644979" y="297319"/>
                </a:lnTo>
                <a:lnTo>
                  <a:pt x="645271" y="296955"/>
                </a:lnTo>
                <a:lnTo>
                  <a:pt x="645571" y="296600"/>
                </a:lnTo>
                <a:lnTo>
                  <a:pt x="645877" y="296254"/>
                </a:lnTo>
                <a:lnTo>
                  <a:pt x="646191" y="295917"/>
                </a:lnTo>
                <a:lnTo>
                  <a:pt x="646511" y="295589"/>
                </a:lnTo>
                <a:lnTo>
                  <a:pt x="646839" y="295269"/>
                </a:lnTo>
                <a:lnTo>
                  <a:pt x="647173" y="294958"/>
                </a:lnTo>
                <a:lnTo>
                  <a:pt x="647515" y="294656"/>
                </a:lnTo>
                <a:lnTo>
                  <a:pt x="647864" y="294363"/>
                </a:lnTo>
                <a:lnTo>
                  <a:pt x="648219" y="294078"/>
                </a:lnTo>
                <a:lnTo>
                  <a:pt x="648582" y="293803"/>
                </a:lnTo>
                <a:lnTo>
                  <a:pt x="648952" y="293536"/>
                </a:lnTo>
                <a:lnTo>
                  <a:pt x="649329" y="293278"/>
                </a:lnTo>
                <a:lnTo>
                  <a:pt x="649712" y="293016"/>
                </a:lnTo>
                <a:lnTo>
                  <a:pt x="650101" y="292765"/>
                </a:lnTo>
                <a:lnTo>
                  <a:pt x="650496" y="292525"/>
                </a:lnTo>
                <a:lnTo>
                  <a:pt x="650897" y="292296"/>
                </a:lnTo>
                <a:lnTo>
                  <a:pt x="651304" y="292079"/>
                </a:lnTo>
                <a:lnTo>
                  <a:pt x="651717" y="291872"/>
                </a:lnTo>
                <a:lnTo>
                  <a:pt x="652135" y="291677"/>
                </a:lnTo>
                <a:lnTo>
                  <a:pt x="652560" y="291493"/>
                </a:lnTo>
                <a:lnTo>
                  <a:pt x="652990" y="291320"/>
                </a:lnTo>
                <a:lnTo>
                  <a:pt x="653426" y="291159"/>
                </a:lnTo>
                <a:lnTo>
                  <a:pt x="653868" y="291008"/>
                </a:lnTo>
                <a:lnTo>
                  <a:pt x="654316" y="290869"/>
                </a:lnTo>
                <a:lnTo>
                  <a:pt x="654770" y="290740"/>
                </a:lnTo>
                <a:lnTo>
                  <a:pt x="655230" y="290623"/>
                </a:lnTo>
                <a:lnTo>
                  <a:pt x="655695" y="290517"/>
                </a:lnTo>
                <a:lnTo>
                  <a:pt x="656167" y="290423"/>
                </a:lnTo>
                <a:lnTo>
                  <a:pt x="656644" y="290339"/>
                </a:lnTo>
                <a:lnTo>
                  <a:pt x="657127" y="290266"/>
                </a:lnTo>
                <a:lnTo>
                  <a:pt x="657616" y="290205"/>
                </a:lnTo>
                <a:lnTo>
                  <a:pt x="658111" y="290155"/>
                </a:lnTo>
                <a:lnTo>
                  <a:pt x="658612" y="290116"/>
                </a:lnTo>
                <a:lnTo>
                  <a:pt x="659118" y="290088"/>
                </a:lnTo>
                <a:lnTo>
                  <a:pt x="659631" y="290071"/>
                </a:lnTo>
                <a:lnTo>
                  <a:pt x="660149" y="290066"/>
                </a:lnTo>
                <a:lnTo>
                  <a:pt x="660889" y="290075"/>
                </a:lnTo>
                <a:lnTo>
                  <a:pt x="661614" y="290104"/>
                </a:lnTo>
                <a:lnTo>
                  <a:pt x="662326" y="290153"/>
                </a:lnTo>
                <a:lnTo>
                  <a:pt x="663023" y="290221"/>
                </a:lnTo>
                <a:lnTo>
                  <a:pt x="663707" y="290308"/>
                </a:lnTo>
                <a:lnTo>
                  <a:pt x="664376" y="290414"/>
                </a:lnTo>
                <a:lnTo>
                  <a:pt x="665031" y="290540"/>
                </a:lnTo>
                <a:lnTo>
                  <a:pt x="665672" y="290686"/>
                </a:lnTo>
                <a:lnTo>
                  <a:pt x="666299" y="290850"/>
                </a:lnTo>
                <a:lnTo>
                  <a:pt x="666912" y="291034"/>
                </a:lnTo>
                <a:lnTo>
                  <a:pt x="667511" y="291238"/>
                </a:lnTo>
                <a:lnTo>
                  <a:pt x="668095" y="291461"/>
                </a:lnTo>
                <a:lnTo>
                  <a:pt x="668666" y="291703"/>
                </a:lnTo>
                <a:lnTo>
                  <a:pt x="669222" y="291964"/>
                </a:lnTo>
                <a:lnTo>
                  <a:pt x="669765" y="292245"/>
                </a:lnTo>
                <a:lnTo>
                  <a:pt x="670293" y="292545"/>
                </a:lnTo>
                <a:lnTo>
                  <a:pt x="670807" y="292865"/>
                </a:lnTo>
                <a:lnTo>
                  <a:pt x="671308" y="293204"/>
                </a:lnTo>
                <a:lnTo>
                  <a:pt x="671794" y="293563"/>
                </a:lnTo>
                <a:lnTo>
                  <a:pt x="672266" y="293940"/>
                </a:lnTo>
                <a:lnTo>
                  <a:pt x="672723" y="294337"/>
                </a:lnTo>
                <a:lnTo>
                  <a:pt x="673167" y="294754"/>
                </a:lnTo>
                <a:lnTo>
                  <a:pt x="673597" y="295190"/>
                </a:lnTo>
                <a:lnTo>
                  <a:pt x="674013" y="295645"/>
                </a:lnTo>
                <a:lnTo>
                  <a:pt x="674426" y="296121"/>
                </a:lnTo>
                <a:lnTo>
                  <a:pt x="674823" y="296621"/>
                </a:lnTo>
                <a:lnTo>
                  <a:pt x="675201" y="297143"/>
                </a:lnTo>
                <a:lnTo>
                  <a:pt x="675562" y="297688"/>
                </a:lnTo>
                <a:lnTo>
                  <a:pt x="675906" y="298256"/>
                </a:lnTo>
                <a:lnTo>
                  <a:pt x="676232" y="298847"/>
                </a:lnTo>
                <a:lnTo>
                  <a:pt x="676540" y="299460"/>
                </a:lnTo>
                <a:lnTo>
                  <a:pt x="676830" y="300097"/>
                </a:lnTo>
                <a:lnTo>
                  <a:pt x="677103" y="300757"/>
                </a:lnTo>
                <a:lnTo>
                  <a:pt x="677359" y="301439"/>
                </a:lnTo>
                <a:lnTo>
                  <a:pt x="677596" y="302144"/>
                </a:lnTo>
                <a:lnTo>
                  <a:pt x="677817" y="302873"/>
                </a:lnTo>
                <a:lnTo>
                  <a:pt x="678019" y="303624"/>
                </a:lnTo>
                <a:lnTo>
                  <a:pt x="678204" y="304398"/>
                </a:lnTo>
                <a:lnTo>
                  <a:pt x="678371" y="305195"/>
                </a:lnTo>
                <a:lnTo>
                  <a:pt x="678521" y="306014"/>
                </a:lnTo>
                <a:lnTo>
                  <a:pt x="678653" y="306857"/>
                </a:lnTo>
                <a:lnTo>
                  <a:pt x="678768" y="307723"/>
                </a:lnTo>
                <a:lnTo>
                  <a:pt x="678864" y="308611"/>
                </a:lnTo>
                <a:lnTo>
                  <a:pt x="678944" y="309523"/>
                </a:lnTo>
                <a:lnTo>
                  <a:pt x="679005" y="310457"/>
                </a:lnTo>
                <a:lnTo>
                  <a:pt x="679049" y="311414"/>
                </a:lnTo>
                <a:lnTo>
                  <a:pt x="679076" y="312394"/>
                </a:lnTo>
                <a:lnTo>
                  <a:pt x="679085" y="313397"/>
                </a:lnTo>
                <a:lnTo>
                  <a:pt x="679085" y="365131"/>
                </a:lnTo>
                <a:lnTo>
                  <a:pt x="695991" y="365131"/>
                </a:lnTo>
                <a:lnTo>
                  <a:pt x="695991" y="308494"/>
                </a:lnTo>
                <a:lnTo>
                  <a:pt x="695977" y="307211"/>
                </a:lnTo>
                <a:lnTo>
                  <a:pt x="695933" y="305955"/>
                </a:lnTo>
                <a:lnTo>
                  <a:pt x="695859" y="304724"/>
                </a:lnTo>
                <a:lnTo>
                  <a:pt x="695757" y="303521"/>
                </a:lnTo>
                <a:lnTo>
                  <a:pt x="695624" y="302343"/>
                </a:lnTo>
                <a:lnTo>
                  <a:pt x="695463" y="301192"/>
                </a:lnTo>
                <a:lnTo>
                  <a:pt x="695272" y="300068"/>
                </a:lnTo>
                <a:lnTo>
                  <a:pt x="695052" y="298970"/>
                </a:lnTo>
                <a:lnTo>
                  <a:pt x="694803" y="297898"/>
                </a:lnTo>
                <a:lnTo>
                  <a:pt x="694524" y="296853"/>
                </a:lnTo>
                <a:lnTo>
                  <a:pt x="694216" y="295834"/>
                </a:lnTo>
                <a:lnTo>
                  <a:pt x="693878" y="294842"/>
                </a:lnTo>
                <a:lnTo>
                  <a:pt x="693511" y="293876"/>
                </a:lnTo>
                <a:lnTo>
                  <a:pt x="693115" y="292936"/>
                </a:lnTo>
                <a:lnTo>
                  <a:pt x="692689" y="292023"/>
                </a:lnTo>
                <a:lnTo>
                  <a:pt x="692234" y="291136"/>
                </a:lnTo>
                <a:lnTo>
                  <a:pt x="691750" y="290276"/>
                </a:lnTo>
                <a:lnTo>
                  <a:pt x="691236" y="289442"/>
                </a:lnTo>
                <a:lnTo>
                  <a:pt x="690693" y="288635"/>
                </a:lnTo>
                <a:lnTo>
                  <a:pt x="690121" y="287854"/>
                </a:lnTo>
                <a:lnTo>
                  <a:pt x="689519" y="287099"/>
                </a:lnTo>
                <a:lnTo>
                  <a:pt x="688888" y="286371"/>
                </a:lnTo>
                <a:lnTo>
                  <a:pt x="688228" y="285669"/>
                </a:lnTo>
                <a:lnTo>
                  <a:pt x="687538" y="284993"/>
                </a:lnTo>
                <a:lnTo>
                  <a:pt x="686824" y="284345"/>
                </a:lnTo>
                <a:lnTo>
                  <a:pt x="686089" y="283724"/>
                </a:lnTo>
                <a:lnTo>
                  <a:pt x="685335" y="283131"/>
                </a:lnTo>
                <a:lnTo>
                  <a:pt x="684561" y="282566"/>
                </a:lnTo>
                <a:lnTo>
                  <a:pt x="683766" y="282028"/>
                </a:lnTo>
                <a:lnTo>
                  <a:pt x="682952" y="281517"/>
                </a:lnTo>
                <a:lnTo>
                  <a:pt x="682118" y="281034"/>
                </a:lnTo>
                <a:lnTo>
                  <a:pt x="681264" y="280579"/>
                </a:lnTo>
                <a:lnTo>
                  <a:pt x="680390" y="280152"/>
                </a:lnTo>
                <a:lnTo>
                  <a:pt x="679496" y="279751"/>
                </a:lnTo>
                <a:lnTo>
                  <a:pt x="678582" y="279379"/>
                </a:lnTo>
                <a:lnTo>
                  <a:pt x="677648" y="279034"/>
                </a:lnTo>
                <a:lnTo>
                  <a:pt x="676694" y="278717"/>
                </a:lnTo>
                <a:lnTo>
                  <a:pt x="675720" y="278427"/>
                </a:lnTo>
                <a:lnTo>
                  <a:pt x="674726" y="278165"/>
                </a:lnTo>
                <a:lnTo>
                  <a:pt x="673712" y="277931"/>
                </a:lnTo>
                <a:lnTo>
                  <a:pt x="672678" y="277724"/>
                </a:lnTo>
                <a:lnTo>
                  <a:pt x="671625" y="277544"/>
                </a:lnTo>
                <a:lnTo>
                  <a:pt x="670551" y="277393"/>
                </a:lnTo>
                <a:lnTo>
                  <a:pt x="669457" y="277268"/>
                </a:lnTo>
                <a:lnTo>
                  <a:pt x="668344" y="277172"/>
                </a:lnTo>
                <a:lnTo>
                  <a:pt x="667210" y="277103"/>
                </a:lnTo>
                <a:lnTo>
                  <a:pt x="666056" y="277061"/>
                </a:lnTo>
                <a:lnTo>
                  <a:pt x="664883" y="277048"/>
                </a:lnTo>
                <a:lnTo>
                  <a:pt x="664167" y="277054"/>
                </a:lnTo>
                <a:lnTo>
                  <a:pt x="663456" y="277071"/>
                </a:lnTo>
                <a:lnTo>
                  <a:pt x="662751" y="277100"/>
                </a:lnTo>
                <a:lnTo>
                  <a:pt x="662051" y="277142"/>
                </a:lnTo>
                <a:lnTo>
                  <a:pt x="661356" y="277194"/>
                </a:lnTo>
                <a:lnTo>
                  <a:pt x="660667" y="277259"/>
                </a:lnTo>
                <a:lnTo>
                  <a:pt x="659983" y="277335"/>
                </a:lnTo>
                <a:lnTo>
                  <a:pt x="659304" y="277423"/>
                </a:lnTo>
                <a:lnTo>
                  <a:pt x="658630" y="277523"/>
                </a:lnTo>
                <a:lnTo>
                  <a:pt x="657962" y="277635"/>
                </a:lnTo>
                <a:lnTo>
                  <a:pt x="657299" y="277758"/>
                </a:lnTo>
                <a:lnTo>
                  <a:pt x="656641" y="277893"/>
                </a:lnTo>
                <a:lnTo>
                  <a:pt x="655988" y="278040"/>
                </a:lnTo>
                <a:lnTo>
                  <a:pt x="655341" y="278198"/>
                </a:lnTo>
                <a:lnTo>
                  <a:pt x="654699" y="278368"/>
                </a:lnTo>
                <a:lnTo>
                  <a:pt x="654063" y="278550"/>
                </a:lnTo>
                <a:lnTo>
                  <a:pt x="653431" y="278744"/>
                </a:lnTo>
                <a:lnTo>
                  <a:pt x="652805" y="278949"/>
                </a:lnTo>
                <a:lnTo>
                  <a:pt x="652184" y="279167"/>
                </a:lnTo>
                <a:lnTo>
                  <a:pt x="651569" y="279396"/>
                </a:lnTo>
                <a:lnTo>
                  <a:pt x="650959" y="279636"/>
                </a:lnTo>
                <a:lnTo>
                  <a:pt x="650354" y="279889"/>
                </a:lnTo>
                <a:lnTo>
                  <a:pt x="649754" y="280153"/>
                </a:lnTo>
                <a:lnTo>
                  <a:pt x="649160" y="280429"/>
                </a:lnTo>
                <a:lnTo>
                  <a:pt x="648574" y="280717"/>
                </a:lnTo>
                <a:lnTo>
                  <a:pt x="647999" y="281019"/>
                </a:lnTo>
                <a:lnTo>
                  <a:pt x="647435" y="281335"/>
                </a:lnTo>
                <a:lnTo>
                  <a:pt x="646882" y="281664"/>
                </a:lnTo>
                <a:lnTo>
                  <a:pt x="646340" y="282006"/>
                </a:lnTo>
                <a:lnTo>
                  <a:pt x="645810" y="282362"/>
                </a:lnTo>
                <a:lnTo>
                  <a:pt x="645291" y="282732"/>
                </a:lnTo>
                <a:lnTo>
                  <a:pt x="644783" y="283115"/>
                </a:lnTo>
                <a:lnTo>
                  <a:pt x="644286" y="283512"/>
                </a:lnTo>
                <a:lnTo>
                  <a:pt x="643800" y="283922"/>
                </a:lnTo>
                <a:lnTo>
                  <a:pt x="643325" y="284345"/>
                </a:lnTo>
                <a:lnTo>
                  <a:pt x="642862" y="284782"/>
                </a:lnTo>
                <a:lnTo>
                  <a:pt x="642410" y="285233"/>
                </a:lnTo>
                <a:lnTo>
                  <a:pt x="641969" y="285697"/>
                </a:lnTo>
                <a:lnTo>
                  <a:pt x="641538" y="286174"/>
                </a:lnTo>
                <a:lnTo>
                  <a:pt x="641120" y="286666"/>
                </a:lnTo>
                <a:lnTo>
                  <a:pt x="640712" y="287170"/>
                </a:lnTo>
                <a:lnTo>
                  <a:pt x="640315" y="287688"/>
                </a:lnTo>
                <a:lnTo>
                  <a:pt x="639930" y="288220"/>
                </a:lnTo>
                <a:lnTo>
                  <a:pt x="639556" y="288765"/>
                </a:lnTo>
                <a:lnTo>
                  <a:pt x="639193" y="289323"/>
                </a:lnTo>
                <a:lnTo>
                  <a:pt x="638841" y="289896"/>
                </a:lnTo>
                <a:lnTo>
                  <a:pt x="638500" y="290481"/>
                </a:lnTo>
                <a:lnTo>
                  <a:pt x="638170" y="291080"/>
                </a:lnTo>
                <a:lnTo>
                  <a:pt x="636480" y="278738"/>
                </a:lnTo>
                <a:lnTo>
                  <a:pt x="622785" y="278738"/>
                </a:lnTo>
                <a:lnTo>
                  <a:pt x="622785" y="365131"/>
                </a:lnTo>
                <a:lnTo>
                  <a:pt x="639692" y="365131"/>
                </a:lnTo>
                <a:lnTo>
                  <a:pt x="639692" y="314411"/>
                </a:lnTo>
                <a:lnTo>
                  <a:pt x="639696" y="313822"/>
                </a:lnTo>
                <a:lnTo>
                  <a:pt x="639710" y="313239"/>
                </a:lnTo>
                <a:lnTo>
                  <a:pt x="639732" y="312662"/>
                </a:lnTo>
                <a:lnTo>
                  <a:pt x="639762" y="312091"/>
                </a:lnTo>
                <a:close/>
                <a:moveTo>
                  <a:pt x="564587" y="366362"/>
                </a:moveTo>
                <a:lnTo>
                  <a:pt x="565538" y="366221"/>
                </a:lnTo>
                <a:lnTo>
                  <a:pt x="566475" y="366061"/>
                </a:lnTo>
                <a:lnTo>
                  <a:pt x="567401" y="365883"/>
                </a:lnTo>
                <a:lnTo>
                  <a:pt x="568314" y="365686"/>
                </a:lnTo>
                <a:lnTo>
                  <a:pt x="569215" y="365470"/>
                </a:lnTo>
                <a:lnTo>
                  <a:pt x="570103" y="365235"/>
                </a:lnTo>
                <a:lnTo>
                  <a:pt x="570979" y="364981"/>
                </a:lnTo>
                <a:lnTo>
                  <a:pt x="571843" y="364709"/>
                </a:lnTo>
                <a:lnTo>
                  <a:pt x="572695" y="364418"/>
                </a:lnTo>
                <a:lnTo>
                  <a:pt x="573534" y="364108"/>
                </a:lnTo>
                <a:lnTo>
                  <a:pt x="574361" y="363779"/>
                </a:lnTo>
                <a:lnTo>
                  <a:pt x="575175" y="363431"/>
                </a:lnTo>
                <a:lnTo>
                  <a:pt x="575977" y="363065"/>
                </a:lnTo>
                <a:lnTo>
                  <a:pt x="576767" y="362680"/>
                </a:lnTo>
                <a:lnTo>
                  <a:pt x="577545" y="362276"/>
                </a:lnTo>
                <a:lnTo>
                  <a:pt x="578310" y="361853"/>
                </a:lnTo>
                <a:lnTo>
                  <a:pt x="579063" y="361412"/>
                </a:lnTo>
                <a:lnTo>
                  <a:pt x="579802" y="360940"/>
                </a:lnTo>
                <a:lnTo>
                  <a:pt x="580527" y="360453"/>
                </a:lnTo>
                <a:lnTo>
                  <a:pt x="581237" y="359951"/>
                </a:lnTo>
                <a:lnTo>
                  <a:pt x="581932" y="359435"/>
                </a:lnTo>
                <a:lnTo>
                  <a:pt x="582613" y="358904"/>
                </a:lnTo>
                <a:lnTo>
                  <a:pt x="583279" y="358358"/>
                </a:lnTo>
                <a:lnTo>
                  <a:pt x="583930" y="357798"/>
                </a:lnTo>
                <a:lnTo>
                  <a:pt x="584567" y="357223"/>
                </a:lnTo>
                <a:lnTo>
                  <a:pt x="585189" y="356633"/>
                </a:lnTo>
                <a:lnTo>
                  <a:pt x="585796" y="356029"/>
                </a:lnTo>
                <a:lnTo>
                  <a:pt x="586389" y="355410"/>
                </a:lnTo>
                <a:lnTo>
                  <a:pt x="586967" y="354776"/>
                </a:lnTo>
                <a:lnTo>
                  <a:pt x="587530" y="354128"/>
                </a:lnTo>
                <a:lnTo>
                  <a:pt x="588079" y="353465"/>
                </a:lnTo>
                <a:lnTo>
                  <a:pt x="588613" y="352787"/>
                </a:lnTo>
                <a:lnTo>
                  <a:pt x="589132" y="352095"/>
                </a:lnTo>
                <a:lnTo>
                  <a:pt x="589636" y="351387"/>
                </a:lnTo>
                <a:lnTo>
                  <a:pt x="590126" y="350666"/>
                </a:lnTo>
                <a:lnTo>
                  <a:pt x="590601" y="349929"/>
                </a:lnTo>
                <a:lnTo>
                  <a:pt x="591062" y="349178"/>
                </a:lnTo>
                <a:lnTo>
                  <a:pt x="591508" y="348412"/>
                </a:lnTo>
                <a:lnTo>
                  <a:pt x="591939" y="347632"/>
                </a:lnTo>
                <a:lnTo>
                  <a:pt x="592356" y="346837"/>
                </a:lnTo>
                <a:lnTo>
                  <a:pt x="592757" y="346027"/>
                </a:lnTo>
                <a:lnTo>
                  <a:pt x="593144" y="345204"/>
                </a:lnTo>
                <a:lnTo>
                  <a:pt x="593513" y="344371"/>
                </a:lnTo>
                <a:lnTo>
                  <a:pt x="593867" y="343528"/>
                </a:lnTo>
                <a:lnTo>
                  <a:pt x="594204" y="342674"/>
                </a:lnTo>
                <a:lnTo>
                  <a:pt x="594524" y="341809"/>
                </a:lnTo>
                <a:lnTo>
                  <a:pt x="594828" y="340934"/>
                </a:lnTo>
                <a:lnTo>
                  <a:pt x="595116" y="340048"/>
                </a:lnTo>
                <a:lnTo>
                  <a:pt x="595387" y="339151"/>
                </a:lnTo>
                <a:lnTo>
                  <a:pt x="595642" y="338245"/>
                </a:lnTo>
                <a:lnTo>
                  <a:pt x="595880" y="337327"/>
                </a:lnTo>
                <a:lnTo>
                  <a:pt x="596102" y="336399"/>
                </a:lnTo>
                <a:lnTo>
                  <a:pt x="596308" y="335460"/>
                </a:lnTo>
                <a:lnTo>
                  <a:pt x="596497" y="334511"/>
                </a:lnTo>
                <a:lnTo>
                  <a:pt x="596669" y="333551"/>
                </a:lnTo>
                <a:lnTo>
                  <a:pt x="596826" y="332581"/>
                </a:lnTo>
                <a:lnTo>
                  <a:pt x="596965" y="331600"/>
                </a:lnTo>
                <a:lnTo>
                  <a:pt x="597089" y="330608"/>
                </a:lnTo>
                <a:lnTo>
                  <a:pt x="597195" y="329606"/>
                </a:lnTo>
                <a:lnTo>
                  <a:pt x="597286" y="328594"/>
                </a:lnTo>
                <a:lnTo>
                  <a:pt x="597360" y="327570"/>
                </a:lnTo>
                <a:lnTo>
                  <a:pt x="597417" y="326537"/>
                </a:lnTo>
                <a:lnTo>
                  <a:pt x="597458" y="325492"/>
                </a:lnTo>
                <a:lnTo>
                  <a:pt x="597483" y="324438"/>
                </a:lnTo>
                <a:lnTo>
                  <a:pt x="597491" y="323372"/>
                </a:lnTo>
                <a:lnTo>
                  <a:pt x="597491" y="320498"/>
                </a:lnTo>
                <a:lnTo>
                  <a:pt x="597483" y="319446"/>
                </a:lnTo>
                <a:lnTo>
                  <a:pt x="597458" y="318404"/>
                </a:lnTo>
                <a:lnTo>
                  <a:pt x="597417" y="317373"/>
                </a:lnTo>
                <a:lnTo>
                  <a:pt x="597360" y="316351"/>
                </a:lnTo>
                <a:lnTo>
                  <a:pt x="597286" y="315339"/>
                </a:lnTo>
                <a:lnTo>
                  <a:pt x="597195" y="314337"/>
                </a:lnTo>
                <a:lnTo>
                  <a:pt x="597089" y="313346"/>
                </a:lnTo>
                <a:lnTo>
                  <a:pt x="596965" y="312364"/>
                </a:lnTo>
                <a:lnTo>
                  <a:pt x="596826" y="311392"/>
                </a:lnTo>
                <a:lnTo>
                  <a:pt x="596669" y="310430"/>
                </a:lnTo>
                <a:lnTo>
                  <a:pt x="596497" y="309478"/>
                </a:lnTo>
                <a:lnTo>
                  <a:pt x="596308" y="308536"/>
                </a:lnTo>
                <a:lnTo>
                  <a:pt x="596102" y="307604"/>
                </a:lnTo>
                <a:lnTo>
                  <a:pt x="595880" y="306682"/>
                </a:lnTo>
                <a:lnTo>
                  <a:pt x="595642" y="305770"/>
                </a:lnTo>
                <a:lnTo>
                  <a:pt x="595387" y="304868"/>
                </a:lnTo>
                <a:lnTo>
                  <a:pt x="595116" y="303976"/>
                </a:lnTo>
                <a:lnTo>
                  <a:pt x="594828" y="303094"/>
                </a:lnTo>
                <a:lnTo>
                  <a:pt x="594524" y="302222"/>
                </a:lnTo>
                <a:lnTo>
                  <a:pt x="594204" y="301360"/>
                </a:lnTo>
                <a:lnTo>
                  <a:pt x="593867" y="300508"/>
                </a:lnTo>
                <a:lnTo>
                  <a:pt x="593513" y="299666"/>
                </a:lnTo>
                <a:lnTo>
                  <a:pt x="593144" y="298834"/>
                </a:lnTo>
                <a:lnTo>
                  <a:pt x="592757" y="298012"/>
                </a:lnTo>
                <a:lnTo>
                  <a:pt x="592356" y="297202"/>
                </a:lnTo>
                <a:lnTo>
                  <a:pt x="591939" y="296407"/>
                </a:lnTo>
                <a:lnTo>
                  <a:pt x="591508" y="295626"/>
                </a:lnTo>
                <a:lnTo>
                  <a:pt x="591062" y="294861"/>
                </a:lnTo>
                <a:lnTo>
                  <a:pt x="590601" y="294109"/>
                </a:lnTo>
                <a:lnTo>
                  <a:pt x="590126" y="293373"/>
                </a:lnTo>
                <a:lnTo>
                  <a:pt x="589636" y="292651"/>
                </a:lnTo>
                <a:lnTo>
                  <a:pt x="589132" y="291944"/>
                </a:lnTo>
                <a:lnTo>
                  <a:pt x="588613" y="291252"/>
                </a:lnTo>
                <a:lnTo>
                  <a:pt x="588079" y="290574"/>
                </a:lnTo>
                <a:lnTo>
                  <a:pt x="587530" y="289911"/>
                </a:lnTo>
                <a:lnTo>
                  <a:pt x="586967" y="289263"/>
                </a:lnTo>
                <a:lnTo>
                  <a:pt x="586389" y="288629"/>
                </a:lnTo>
                <a:lnTo>
                  <a:pt x="585796" y="288010"/>
                </a:lnTo>
                <a:lnTo>
                  <a:pt x="585189" y="287405"/>
                </a:lnTo>
                <a:lnTo>
                  <a:pt x="584567" y="286816"/>
                </a:lnTo>
                <a:lnTo>
                  <a:pt x="583930" y="286241"/>
                </a:lnTo>
                <a:lnTo>
                  <a:pt x="583279" y="285680"/>
                </a:lnTo>
                <a:lnTo>
                  <a:pt x="582613" y="285135"/>
                </a:lnTo>
                <a:lnTo>
                  <a:pt x="581932" y="284604"/>
                </a:lnTo>
                <a:lnTo>
                  <a:pt x="581237" y="284088"/>
                </a:lnTo>
                <a:lnTo>
                  <a:pt x="580527" y="283586"/>
                </a:lnTo>
                <a:lnTo>
                  <a:pt x="579802" y="283099"/>
                </a:lnTo>
                <a:lnTo>
                  <a:pt x="579063" y="282627"/>
                </a:lnTo>
                <a:lnTo>
                  <a:pt x="578310" y="282171"/>
                </a:lnTo>
                <a:lnTo>
                  <a:pt x="577544" y="281736"/>
                </a:lnTo>
                <a:lnTo>
                  <a:pt x="576765" y="281319"/>
                </a:lnTo>
                <a:lnTo>
                  <a:pt x="575973" y="280922"/>
                </a:lnTo>
                <a:lnTo>
                  <a:pt x="575168" y="280544"/>
                </a:lnTo>
                <a:lnTo>
                  <a:pt x="574350" y="280186"/>
                </a:lnTo>
                <a:lnTo>
                  <a:pt x="573520" y="279847"/>
                </a:lnTo>
                <a:lnTo>
                  <a:pt x="572676" y="279527"/>
                </a:lnTo>
                <a:lnTo>
                  <a:pt x="571819" y="279227"/>
                </a:lnTo>
                <a:lnTo>
                  <a:pt x="570950" y="278946"/>
                </a:lnTo>
                <a:lnTo>
                  <a:pt x="570068" y="278685"/>
                </a:lnTo>
                <a:lnTo>
                  <a:pt x="569172" y="278442"/>
                </a:lnTo>
                <a:lnTo>
                  <a:pt x="568264" y="278220"/>
                </a:lnTo>
                <a:lnTo>
                  <a:pt x="567343" y="278016"/>
                </a:lnTo>
                <a:lnTo>
                  <a:pt x="566409" y="277832"/>
                </a:lnTo>
                <a:lnTo>
                  <a:pt x="565462" y="277668"/>
                </a:lnTo>
                <a:lnTo>
                  <a:pt x="564503" y="277522"/>
                </a:lnTo>
                <a:lnTo>
                  <a:pt x="563530" y="277396"/>
                </a:lnTo>
                <a:lnTo>
                  <a:pt x="562544" y="277290"/>
                </a:lnTo>
                <a:lnTo>
                  <a:pt x="561546" y="277203"/>
                </a:lnTo>
                <a:lnTo>
                  <a:pt x="560534" y="277135"/>
                </a:lnTo>
                <a:lnTo>
                  <a:pt x="559510" y="277086"/>
                </a:lnTo>
                <a:lnTo>
                  <a:pt x="558473" y="277057"/>
                </a:lnTo>
                <a:lnTo>
                  <a:pt x="557422" y="277048"/>
                </a:lnTo>
                <a:lnTo>
                  <a:pt x="556400" y="277057"/>
                </a:lnTo>
                <a:lnTo>
                  <a:pt x="555389" y="277086"/>
                </a:lnTo>
                <a:lnTo>
                  <a:pt x="554390" y="277135"/>
                </a:lnTo>
                <a:lnTo>
                  <a:pt x="553402" y="277203"/>
                </a:lnTo>
                <a:lnTo>
                  <a:pt x="552427" y="277290"/>
                </a:lnTo>
                <a:lnTo>
                  <a:pt x="551463" y="277396"/>
                </a:lnTo>
                <a:lnTo>
                  <a:pt x="550511" y="277522"/>
                </a:lnTo>
                <a:lnTo>
                  <a:pt x="549570" y="277668"/>
                </a:lnTo>
                <a:lnTo>
                  <a:pt x="548641" y="277832"/>
                </a:lnTo>
                <a:lnTo>
                  <a:pt x="547724" y="278016"/>
                </a:lnTo>
                <a:lnTo>
                  <a:pt x="546819" y="278220"/>
                </a:lnTo>
                <a:lnTo>
                  <a:pt x="545926" y="278442"/>
                </a:lnTo>
                <a:lnTo>
                  <a:pt x="545044" y="278685"/>
                </a:lnTo>
                <a:lnTo>
                  <a:pt x="544174" y="278946"/>
                </a:lnTo>
                <a:lnTo>
                  <a:pt x="543316" y="279227"/>
                </a:lnTo>
                <a:lnTo>
                  <a:pt x="542469" y="279527"/>
                </a:lnTo>
                <a:lnTo>
                  <a:pt x="541634" y="279847"/>
                </a:lnTo>
                <a:lnTo>
                  <a:pt x="540811" y="280186"/>
                </a:lnTo>
                <a:lnTo>
                  <a:pt x="540000" y="280544"/>
                </a:lnTo>
                <a:lnTo>
                  <a:pt x="539201" y="280922"/>
                </a:lnTo>
                <a:lnTo>
                  <a:pt x="538413" y="281319"/>
                </a:lnTo>
                <a:lnTo>
                  <a:pt x="537637" y="281736"/>
                </a:lnTo>
                <a:lnTo>
                  <a:pt x="536872" y="282171"/>
                </a:lnTo>
                <a:lnTo>
                  <a:pt x="536120" y="282627"/>
                </a:lnTo>
                <a:lnTo>
                  <a:pt x="535380" y="283085"/>
                </a:lnTo>
                <a:lnTo>
                  <a:pt x="534656" y="283559"/>
                </a:lnTo>
                <a:lnTo>
                  <a:pt x="533946" y="284048"/>
                </a:lnTo>
                <a:lnTo>
                  <a:pt x="533250" y="284552"/>
                </a:lnTo>
                <a:lnTo>
                  <a:pt x="532570" y="285072"/>
                </a:lnTo>
                <a:lnTo>
                  <a:pt x="531904" y="285606"/>
                </a:lnTo>
                <a:lnTo>
                  <a:pt x="531252" y="286157"/>
                </a:lnTo>
                <a:lnTo>
                  <a:pt x="530616" y="286722"/>
                </a:lnTo>
                <a:lnTo>
                  <a:pt x="529994" y="287302"/>
                </a:lnTo>
                <a:lnTo>
                  <a:pt x="529386" y="287898"/>
                </a:lnTo>
                <a:lnTo>
                  <a:pt x="528794" y="288509"/>
                </a:lnTo>
                <a:lnTo>
                  <a:pt x="528216" y="289136"/>
                </a:lnTo>
                <a:lnTo>
                  <a:pt x="527653" y="289777"/>
                </a:lnTo>
                <a:lnTo>
                  <a:pt x="527104" y="290434"/>
                </a:lnTo>
                <a:lnTo>
                  <a:pt x="526570" y="291106"/>
                </a:lnTo>
                <a:lnTo>
                  <a:pt x="526051" y="291794"/>
                </a:lnTo>
                <a:lnTo>
                  <a:pt x="525546" y="292497"/>
                </a:lnTo>
                <a:lnTo>
                  <a:pt x="525057" y="293214"/>
                </a:lnTo>
                <a:lnTo>
                  <a:pt x="524581" y="293948"/>
                </a:lnTo>
                <a:lnTo>
                  <a:pt x="524121" y="294696"/>
                </a:lnTo>
                <a:lnTo>
                  <a:pt x="523675" y="295460"/>
                </a:lnTo>
                <a:lnTo>
                  <a:pt x="523244" y="296239"/>
                </a:lnTo>
                <a:lnTo>
                  <a:pt x="522827" y="297033"/>
                </a:lnTo>
                <a:lnTo>
                  <a:pt x="522425" y="297843"/>
                </a:lnTo>
                <a:lnTo>
                  <a:pt x="522039" y="298665"/>
                </a:lnTo>
                <a:lnTo>
                  <a:pt x="521669" y="299498"/>
                </a:lnTo>
                <a:lnTo>
                  <a:pt x="521316" y="300342"/>
                </a:lnTo>
                <a:lnTo>
                  <a:pt x="520979" y="301196"/>
                </a:lnTo>
                <a:lnTo>
                  <a:pt x="520658" y="302060"/>
                </a:lnTo>
                <a:lnTo>
                  <a:pt x="520354" y="302936"/>
                </a:lnTo>
                <a:lnTo>
                  <a:pt x="520067" y="303822"/>
                </a:lnTo>
                <a:lnTo>
                  <a:pt x="519795" y="304718"/>
                </a:lnTo>
                <a:lnTo>
                  <a:pt x="519541" y="305625"/>
                </a:lnTo>
                <a:lnTo>
                  <a:pt x="519302" y="306543"/>
                </a:lnTo>
                <a:lnTo>
                  <a:pt x="519080" y="307471"/>
                </a:lnTo>
                <a:lnTo>
                  <a:pt x="518875" y="308409"/>
                </a:lnTo>
                <a:lnTo>
                  <a:pt x="518686" y="309359"/>
                </a:lnTo>
                <a:lnTo>
                  <a:pt x="518513" y="310318"/>
                </a:lnTo>
                <a:lnTo>
                  <a:pt x="518357" y="311289"/>
                </a:lnTo>
                <a:lnTo>
                  <a:pt x="518218" y="312270"/>
                </a:lnTo>
                <a:lnTo>
                  <a:pt x="518094" y="313261"/>
                </a:lnTo>
                <a:lnTo>
                  <a:pt x="517987" y="314263"/>
                </a:lnTo>
                <a:lnTo>
                  <a:pt x="517897" y="315276"/>
                </a:lnTo>
                <a:lnTo>
                  <a:pt x="517823" y="316299"/>
                </a:lnTo>
                <a:lnTo>
                  <a:pt x="517765" y="317333"/>
                </a:lnTo>
                <a:lnTo>
                  <a:pt x="517724" y="318377"/>
                </a:lnTo>
                <a:lnTo>
                  <a:pt x="517700" y="319432"/>
                </a:lnTo>
                <a:lnTo>
                  <a:pt x="517692" y="320498"/>
                </a:lnTo>
                <a:lnTo>
                  <a:pt x="517692" y="323372"/>
                </a:lnTo>
                <a:lnTo>
                  <a:pt x="517700" y="324410"/>
                </a:lnTo>
                <a:lnTo>
                  <a:pt x="517724" y="325440"/>
                </a:lnTo>
                <a:lnTo>
                  <a:pt x="517765" y="326460"/>
                </a:lnTo>
                <a:lnTo>
                  <a:pt x="517823" y="327472"/>
                </a:lnTo>
                <a:lnTo>
                  <a:pt x="517897" y="328475"/>
                </a:lnTo>
                <a:lnTo>
                  <a:pt x="517987" y="329469"/>
                </a:lnTo>
                <a:lnTo>
                  <a:pt x="518094" y="330454"/>
                </a:lnTo>
                <a:lnTo>
                  <a:pt x="518218" y="331431"/>
                </a:lnTo>
                <a:lnTo>
                  <a:pt x="518357" y="332398"/>
                </a:lnTo>
                <a:lnTo>
                  <a:pt x="518513" y="333357"/>
                </a:lnTo>
                <a:lnTo>
                  <a:pt x="518686" y="334307"/>
                </a:lnTo>
                <a:lnTo>
                  <a:pt x="518875" y="335249"/>
                </a:lnTo>
                <a:lnTo>
                  <a:pt x="519080" y="336181"/>
                </a:lnTo>
                <a:lnTo>
                  <a:pt x="519302" y="337105"/>
                </a:lnTo>
                <a:lnTo>
                  <a:pt x="519541" y="338020"/>
                </a:lnTo>
                <a:lnTo>
                  <a:pt x="519795" y="338926"/>
                </a:lnTo>
                <a:lnTo>
                  <a:pt x="520067" y="339823"/>
                </a:lnTo>
                <a:lnTo>
                  <a:pt x="520354" y="340712"/>
                </a:lnTo>
                <a:lnTo>
                  <a:pt x="520658" y="341591"/>
                </a:lnTo>
                <a:lnTo>
                  <a:pt x="520979" y="342462"/>
                </a:lnTo>
                <a:lnTo>
                  <a:pt x="521316" y="343324"/>
                </a:lnTo>
                <a:lnTo>
                  <a:pt x="521669" y="344178"/>
                </a:lnTo>
                <a:lnTo>
                  <a:pt x="522039" y="345022"/>
                </a:lnTo>
                <a:lnTo>
                  <a:pt x="522425" y="345858"/>
                </a:lnTo>
                <a:lnTo>
                  <a:pt x="522827" y="346667"/>
                </a:lnTo>
                <a:lnTo>
                  <a:pt x="523244" y="347463"/>
                </a:lnTo>
                <a:lnTo>
                  <a:pt x="523675" y="348243"/>
                </a:lnTo>
                <a:lnTo>
                  <a:pt x="524121" y="349009"/>
                </a:lnTo>
                <a:lnTo>
                  <a:pt x="524581" y="349760"/>
                </a:lnTo>
                <a:lnTo>
                  <a:pt x="525057" y="350496"/>
                </a:lnTo>
                <a:lnTo>
                  <a:pt x="525546" y="351218"/>
                </a:lnTo>
                <a:lnTo>
                  <a:pt x="526051" y="351925"/>
                </a:lnTo>
                <a:lnTo>
                  <a:pt x="526570" y="352618"/>
                </a:lnTo>
                <a:lnTo>
                  <a:pt x="527104" y="353295"/>
                </a:lnTo>
                <a:lnTo>
                  <a:pt x="527653" y="353959"/>
                </a:lnTo>
                <a:lnTo>
                  <a:pt x="528216" y="354607"/>
                </a:lnTo>
                <a:lnTo>
                  <a:pt x="528794" y="355241"/>
                </a:lnTo>
                <a:lnTo>
                  <a:pt x="529386" y="355860"/>
                </a:lnTo>
                <a:lnTo>
                  <a:pt x="529994" y="356464"/>
                </a:lnTo>
                <a:lnTo>
                  <a:pt x="530616" y="357054"/>
                </a:lnTo>
                <a:lnTo>
                  <a:pt x="531252" y="357629"/>
                </a:lnTo>
                <a:lnTo>
                  <a:pt x="531904" y="358189"/>
                </a:lnTo>
                <a:lnTo>
                  <a:pt x="532570" y="358735"/>
                </a:lnTo>
                <a:lnTo>
                  <a:pt x="533250" y="359266"/>
                </a:lnTo>
                <a:lnTo>
                  <a:pt x="533946" y="359782"/>
                </a:lnTo>
                <a:lnTo>
                  <a:pt x="534656" y="360284"/>
                </a:lnTo>
                <a:lnTo>
                  <a:pt x="535380" y="360770"/>
                </a:lnTo>
                <a:lnTo>
                  <a:pt x="536120" y="361243"/>
                </a:lnTo>
                <a:lnTo>
                  <a:pt x="536873" y="361698"/>
                </a:lnTo>
                <a:lnTo>
                  <a:pt x="537638" y="362134"/>
                </a:lnTo>
                <a:lnTo>
                  <a:pt x="538415" y="362550"/>
                </a:lnTo>
                <a:lnTo>
                  <a:pt x="539205" y="362948"/>
                </a:lnTo>
                <a:lnTo>
                  <a:pt x="540007" y="363325"/>
                </a:lnTo>
                <a:lnTo>
                  <a:pt x="540822" y="363684"/>
                </a:lnTo>
                <a:lnTo>
                  <a:pt x="541649" y="364023"/>
                </a:lnTo>
                <a:lnTo>
                  <a:pt x="542488" y="364342"/>
                </a:lnTo>
                <a:lnTo>
                  <a:pt x="543340" y="364643"/>
                </a:lnTo>
                <a:lnTo>
                  <a:pt x="544203" y="364924"/>
                </a:lnTo>
                <a:lnTo>
                  <a:pt x="545080" y="365185"/>
                </a:lnTo>
                <a:lnTo>
                  <a:pt x="545968" y="365427"/>
                </a:lnTo>
                <a:lnTo>
                  <a:pt x="546869" y="365650"/>
                </a:lnTo>
                <a:lnTo>
                  <a:pt x="547782" y="365854"/>
                </a:lnTo>
                <a:lnTo>
                  <a:pt x="548707" y="366038"/>
                </a:lnTo>
                <a:lnTo>
                  <a:pt x="549645" y="366202"/>
                </a:lnTo>
                <a:lnTo>
                  <a:pt x="550595" y="366348"/>
                </a:lnTo>
                <a:lnTo>
                  <a:pt x="551558" y="366474"/>
                </a:lnTo>
                <a:lnTo>
                  <a:pt x="552533" y="366580"/>
                </a:lnTo>
                <a:lnTo>
                  <a:pt x="553520" y="366667"/>
                </a:lnTo>
                <a:lnTo>
                  <a:pt x="554519" y="366735"/>
                </a:lnTo>
                <a:lnTo>
                  <a:pt x="555531" y="366784"/>
                </a:lnTo>
                <a:lnTo>
                  <a:pt x="556555" y="366813"/>
                </a:lnTo>
                <a:lnTo>
                  <a:pt x="557591" y="366822"/>
                </a:lnTo>
                <a:lnTo>
                  <a:pt x="558628" y="366813"/>
                </a:lnTo>
                <a:lnTo>
                  <a:pt x="559652" y="366785"/>
                </a:lnTo>
                <a:lnTo>
                  <a:pt x="560664" y="366738"/>
                </a:lnTo>
                <a:lnTo>
                  <a:pt x="561663" y="366672"/>
                </a:lnTo>
                <a:lnTo>
                  <a:pt x="562650" y="366587"/>
                </a:lnTo>
                <a:lnTo>
                  <a:pt x="563625" y="366484"/>
                </a:lnTo>
                <a:lnTo>
                  <a:pt x="564587" y="366362"/>
                </a:lnTo>
                <a:close/>
                <a:moveTo>
                  <a:pt x="552243" y="354214"/>
                </a:moveTo>
                <a:lnTo>
                  <a:pt x="551524" y="354030"/>
                </a:lnTo>
                <a:lnTo>
                  <a:pt x="550815" y="353820"/>
                </a:lnTo>
                <a:lnTo>
                  <a:pt x="550118" y="353586"/>
                </a:lnTo>
                <a:lnTo>
                  <a:pt x="549432" y="353327"/>
                </a:lnTo>
                <a:lnTo>
                  <a:pt x="548758" y="353043"/>
                </a:lnTo>
                <a:lnTo>
                  <a:pt x="548094" y="352735"/>
                </a:lnTo>
                <a:lnTo>
                  <a:pt x="547441" y="352402"/>
                </a:lnTo>
                <a:lnTo>
                  <a:pt x="546800" y="352045"/>
                </a:lnTo>
                <a:lnTo>
                  <a:pt x="546170" y="351663"/>
                </a:lnTo>
                <a:lnTo>
                  <a:pt x="545551" y="351256"/>
                </a:lnTo>
                <a:lnTo>
                  <a:pt x="544943" y="350824"/>
                </a:lnTo>
                <a:lnTo>
                  <a:pt x="544346" y="350368"/>
                </a:lnTo>
                <a:lnTo>
                  <a:pt x="543761" y="349887"/>
                </a:lnTo>
                <a:lnTo>
                  <a:pt x="543186" y="349382"/>
                </a:lnTo>
                <a:lnTo>
                  <a:pt x="542623" y="348852"/>
                </a:lnTo>
                <a:lnTo>
                  <a:pt x="542071" y="348297"/>
                </a:lnTo>
                <a:lnTo>
                  <a:pt x="541530" y="347718"/>
                </a:lnTo>
                <a:lnTo>
                  <a:pt x="541020" y="347102"/>
                </a:lnTo>
                <a:lnTo>
                  <a:pt x="540531" y="346467"/>
                </a:lnTo>
                <a:lnTo>
                  <a:pt x="540064" y="345813"/>
                </a:lnTo>
                <a:lnTo>
                  <a:pt x="539619" y="345139"/>
                </a:lnTo>
                <a:lnTo>
                  <a:pt x="539195" y="344446"/>
                </a:lnTo>
                <a:lnTo>
                  <a:pt x="538793" y="343734"/>
                </a:lnTo>
                <a:lnTo>
                  <a:pt x="538413" y="343002"/>
                </a:lnTo>
                <a:lnTo>
                  <a:pt x="538055" y="342251"/>
                </a:lnTo>
                <a:lnTo>
                  <a:pt x="537718" y="341480"/>
                </a:lnTo>
                <a:lnTo>
                  <a:pt x="537403" y="340691"/>
                </a:lnTo>
                <a:lnTo>
                  <a:pt x="537110" y="339881"/>
                </a:lnTo>
                <a:lnTo>
                  <a:pt x="536838" y="339053"/>
                </a:lnTo>
                <a:lnTo>
                  <a:pt x="536589" y="338205"/>
                </a:lnTo>
                <a:lnTo>
                  <a:pt x="536361" y="337338"/>
                </a:lnTo>
                <a:lnTo>
                  <a:pt x="536154" y="336451"/>
                </a:lnTo>
                <a:lnTo>
                  <a:pt x="535970" y="335545"/>
                </a:lnTo>
                <a:lnTo>
                  <a:pt x="535807" y="334619"/>
                </a:lnTo>
                <a:lnTo>
                  <a:pt x="535665" y="333674"/>
                </a:lnTo>
                <a:lnTo>
                  <a:pt x="535546" y="332710"/>
                </a:lnTo>
                <a:lnTo>
                  <a:pt x="535448" y="331727"/>
                </a:lnTo>
                <a:lnTo>
                  <a:pt x="535372" y="330724"/>
                </a:lnTo>
                <a:lnTo>
                  <a:pt x="535318" y="329701"/>
                </a:lnTo>
                <a:lnTo>
                  <a:pt x="535285" y="328660"/>
                </a:lnTo>
                <a:lnTo>
                  <a:pt x="535275" y="327599"/>
                </a:lnTo>
                <a:lnTo>
                  <a:pt x="535275" y="316271"/>
                </a:lnTo>
                <a:lnTo>
                  <a:pt x="535285" y="315210"/>
                </a:lnTo>
                <a:lnTo>
                  <a:pt x="535318" y="314170"/>
                </a:lnTo>
                <a:lnTo>
                  <a:pt x="535372" y="313149"/>
                </a:lnTo>
                <a:lnTo>
                  <a:pt x="535448" y="312148"/>
                </a:lnTo>
                <a:lnTo>
                  <a:pt x="535546" y="311167"/>
                </a:lnTo>
                <a:lnTo>
                  <a:pt x="535665" y="310206"/>
                </a:lnTo>
                <a:lnTo>
                  <a:pt x="535807" y="309265"/>
                </a:lnTo>
                <a:lnTo>
                  <a:pt x="535970" y="308344"/>
                </a:lnTo>
                <a:lnTo>
                  <a:pt x="536154" y="307443"/>
                </a:lnTo>
                <a:lnTo>
                  <a:pt x="536361" y="306561"/>
                </a:lnTo>
                <a:lnTo>
                  <a:pt x="536589" y="305700"/>
                </a:lnTo>
                <a:lnTo>
                  <a:pt x="536838" y="304859"/>
                </a:lnTo>
                <a:lnTo>
                  <a:pt x="537110" y="304038"/>
                </a:lnTo>
                <a:lnTo>
                  <a:pt x="537403" y="303237"/>
                </a:lnTo>
                <a:lnTo>
                  <a:pt x="537718" y="302455"/>
                </a:lnTo>
                <a:lnTo>
                  <a:pt x="538055" y="301694"/>
                </a:lnTo>
                <a:lnTo>
                  <a:pt x="538413" y="300952"/>
                </a:lnTo>
                <a:lnTo>
                  <a:pt x="538793" y="300231"/>
                </a:lnTo>
                <a:lnTo>
                  <a:pt x="539195" y="299529"/>
                </a:lnTo>
                <a:lnTo>
                  <a:pt x="539619" y="298848"/>
                </a:lnTo>
                <a:lnTo>
                  <a:pt x="540064" y="298186"/>
                </a:lnTo>
                <a:lnTo>
                  <a:pt x="540531" y="297545"/>
                </a:lnTo>
                <a:lnTo>
                  <a:pt x="541020" y="296923"/>
                </a:lnTo>
                <a:lnTo>
                  <a:pt x="541530" y="296321"/>
                </a:lnTo>
                <a:lnTo>
                  <a:pt x="542071" y="295728"/>
                </a:lnTo>
                <a:lnTo>
                  <a:pt x="542623" y="295160"/>
                </a:lnTo>
                <a:lnTo>
                  <a:pt x="543186" y="294617"/>
                </a:lnTo>
                <a:lnTo>
                  <a:pt x="543761" y="294100"/>
                </a:lnTo>
                <a:lnTo>
                  <a:pt x="544346" y="293608"/>
                </a:lnTo>
                <a:lnTo>
                  <a:pt x="544943" y="293141"/>
                </a:lnTo>
                <a:lnTo>
                  <a:pt x="545551" y="292699"/>
                </a:lnTo>
                <a:lnTo>
                  <a:pt x="546170" y="292282"/>
                </a:lnTo>
                <a:lnTo>
                  <a:pt x="546800" y="291891"/>
                </a:lnTo>
                <a:lnTo>
                  <a:pt x="547441" y="291525"/>
                </a:lnTo>
                <a:lnTo>
                  <a:pt x="548094" y="291184"/>
                </a:lnTo>
                <a:lnTo>
                  <a:pt x="548758" y="290869"/>
                </a:lnTo>
                <a:lnTo>
                  <a:pt x="549432" y="290578"/>
                </a:lnTo>
                <a:lnTo>
                  <a:pt x="550118" y="290313"/>
                </a:lnTo>
                <a:lnTo>
                  <a:pt x="550815" y="290074"/>
                </a:lnTo>
                <a:lnTo>
                  <a:pt x="551524" y="289859"/>
                </a:lnTo>
                <a:lnTo>
                  <a:pt x="552243" y="289670"/>
                </a:lnTo>
                <a:lnTo>
                  <a:pt x="552974" y="289506"/>
                </a:lnTo>
                <a:lnTo>
                  <a:pt x="553715" y="289367"/>
                </a:lnTo>
                <a:lnTo>
                  <a:pt x="554468" y="289253"/>
                </a:lnTo>
                <a:lnTo>
                  <a:pt x="555232" y="289165"/>
                </a:lnTo>
                <a:lnTo>
                  <a:pt x="556008" y="289102"/>
                </a:lnTo>
                <a:lnTo>
                  <a:pt x="556794" y="289064"/>
                </a:lnTo>
                <a:lnTo>
                  <a:pt x="557591" y="289051"/>
                </a:lnTo>
                <a:lnTo>
                  <a:pt x="558402" y="289064"/>
                </a:lnTo>
                <a:lnTo>
                  <a:pt x="559201" y="289102"/>
                </a:lnTo>
                <a:lnTo>
                  <a:pt x="559987" y="289165"/>
                </a:lnTo>
                <a:lnTo>
                  <a:pt x="560761" y="289253"/>
                </a:lnTo>
                <a:lnTo>
                  <a:pt x="561523" y="289367"/>
                </a:lnTo>
                <a:lnTo>
                  <a:pt x="562272" y="289506"/>
                </a:lnTo>
                <a:lnTo>
                  <a:pt x="563009" y="289670"/>
                </a:lnTo>
                <a:lnTo>
                  <a:pt x="563734" y="289859"/>
                </a:lnTo>
                <a:lnTo>
                  <a:pt x="564447" y="290074"/>
                </a:lnTo>
                <a:lnTo>
                  <a:pt x="565147" y="290313"/>
                </a:lnTo>
                <a:lnTo>
                  <a:pt x="565834" y="290578"/>
                </a:lnTo>
                <a:lnTo>
                  <a:pt x="566510" y="290869"/>
                </a:lnTo>
                <a:lnTo>
                  <a:pt x="567173" y="291184"/>
                </a:lnTo>
                <a:lnTo>
                  <a:pt x="567823" y="291525"/>
                </a:lnTo>
                <a:lnTo>
                  <a:pt x="568462" y="291891"/>
                </a:lnTo>
                <a:lnTo>
                  <a:pt x="569088" y="292282"/>
                </a:lnTo>
                <a:lnTo>
                  <a:pt x="569702" y="292699"/>
                </a:lnTo>
                <a:lnTo>
                  <a:pt x="570303" y="293141"/>
                </a:lnTo>
                <a:lnTo>
                  <a:pt x="570892" y="293608"/>
                </a:lnTo>
                <a:lnTo>
                  <a:pt x="571469" y="294100"/>
                </a:lnTo>
                <a:lnTo>
                  <a:pt x="572033" y="294617"/>
                </a:lnTo>
                <a:lnTo>
                  <a:pt x="572586" y="295160"/>
                </a:lnTo>
                <a:lnTo>
                  <a:pt x="573125" y="295728"/>
                </a:lnTo>
                <a:lnTo>
                  <a:pt x="573653" y="296321"/>
                </a:lnTo>
                <a:lnTo>
                  <a:pt x="574163" y="296923"/>
                </a:lnTo>
                <a:lnTo>
                  <a:pt x="574652" y="297545"/>
                </a:lnTo>
                <a:lnTo>
                  <a:pt x="575119" y="298186"/>
                </a:lnTo>
                <a:lnTo>
                  <a:pt x="575564" y="298848"/>
                </a:lnTo>
                <a:lnTo>
                  <a:pt x="575988" y="299529"/>
                </a:lnTo>
                <a:lnTo>
                  <a:pt x="576390" y="300231"/>
                </a:lnTo>
                <a:lnTo>
                  <a:pt x="576770" y="300952"/>
                </a:lnTo>
                <a:lnTo>
                  <a:pt x="577128" y="301694"/>
                </a:lnTo>
                <a:lnTo>
                  <a:pt x="577465" y="302455"/>
                </a:lnTo>
                <a:lnTo>
                  <a:pt x="577780" y="303237"/>
                </a:lnTo>
                <a:lnTo>
                  <a:pt x="578073" y="304038"/>
                </a:lnTo>
                <a:lnTo>
                  <a:pt x="578344" y="304859"/>
                </a:lnTo>
                <a:lnTo>
                  <a:pt x="578594" y="305700"/>
                </a:lnTo>
                <a:lnTo>
                  <a:pt x="578822" y="306561"/>
                </a:lnTo>
                <a:lnTo>
                  <a:pt x="579029" y="307443"/>
                </a:lnTo>
                <a:lnTo>
                  <a:pt x="579213" y="308344"/>
                </a:lnTo>
                <a:lnTo>
                  <a:pt x="579376" y="309265"/>
                </a:lnTo>
                <a:lnTo>
                  <a:pt x="579517" y="310206"/>
                </a:lnTo>
                <a:lnTo>
                  <a:pt x="579637" y="311167"/>
                </a:lnTo>
                <a:lnTo>
                  <a:pt x="579734" y="312148"/>
                </a:lnTo>
                <a:lnTo>
                  <a:pt x="579811" y="313149"/>
                </a:lnTo>
                <a:lnTo>
                  <a:pt x="579865" y="314170"/>
                </a:lnTo>
                <a:lnTo>
                  <a:pt x="579897" y="315210"/>
                </a:lnTo>
                <a:lnTo>
                  <a:pt x="579908" y="316271"/>
                </a:lnTo>
                <a:lnTo>
                  <a:pt x="579908" y="327599"/>
                </a:lnTo>
                <a:lnTo>
                  <a:pt x="579897" y="328660"/>
                </a:lnTo>
                <a:lnTo>
                  <a:pt x="579865" y="329701"/>
                </a:lnTo>
                <a:lnTo>
                  <a:pt x="579811" y="330724"/>
                </a:lnTo>
                <a:lnTo>
                  <a:pt x="579734" y="331727"/>
                </a:lnTo>
                <a:lnTo>
                  <a:pt x="579637" y="332710"/>
                </a:lnTo>
                <a:lnTo>
                  <a:pt x="579517" y="333674"/>
                </a:lnTo>
                <a:lnTo>
                  <a:pt x="579376" y="334619"/>
                </a:lnTo>
                <a:lnTo>
                  <a:pt x="579213" y="335545"/>
                </a:lnTo>
                <a:lnTo>
                  <a:pt x="579029" y="336451"/>
                </a:lnTo>
                <a:lnTo>
                  <a:pt x="578822" y="337338"/>
                </a:lnTo>
                <a:lnTo>
                  <a:pt x="578594" y="338205"/>
                </a:lnTo>
                <a:lnTo>
                  <a:pt x="578344" y="339053"/>
                </a:lnTo>
                <a:lnTo>
                  <a:pt x="578073" y="339881"/>
                </a:lnTo>
                <a:lnTo>
                  <a:pt x="577780" y="340691"/>
                </a:lnTo>
                <a:lnTo>
                  <a:pt x="577465" y="341480"/>
                </a:lnTo>
                <a:lnTo>
                  <a:pt x="577128" y="342251"/>
                </a:lnTo>
                <a:lnTo>
                  <a:pt x="576770" y="343002"/>
                </a:lnTo>
                <a:lnTo>
                  <a:pt x="576390" y="343734"/>
                </a:lnTo>
                <a:lnTo>
                  <a:pt x="575988" y="344446"/>
                </a:lnTo>
                <a:lnTo>
                  <a:pt x="575564" y="345139"/>
                </a:lnTo>
                <a:lnTo>
                  <a:pt x="575119" y="345813"/>
                </a:lnTo>
                <a:lnTo>
                  <a:pt x="574652" y="346467"/>
                </a:lnTo>
                <a:lnTo>
                  <a:pt x="574163" y="347102"/>
                </a:lnTo>
                <a:lnTo>
                  <a:pt x="573653" y="347718"/>
                </a:lnTo>
                <a:lnTo>
                  <a:pt x="573125" y="348297"/>
                </a:lnTo>
                <a:lnTo>
                  <a:pt x="572586" y="348852"/>
                </a:lnTo>
                <a:lnTo>
                  <a:pt x="572033" y="349382"/>
                </a:lnTo>
                <a:lnTo>
                  <a:pt x="571469" y="349887"/>
                </a:lnTo>
                <a:lnTo>
                  <a:pt x="570892" y="350368"/>
                </a:lnTo>
                <a:lnTo>
                  <a:pt x="570303" y="350824"/>
                </a:lnTo>
                <a:lnTo>
                  <a:pt x="569702" y="351256"/>
                </a:lnTo>
                <a:lnTo>
                  <a:pt x="569088" y="351663"/>
                </a:lnTo>
                <a:lnTo>
                  <a:pt x="568462" y="352045"/>
                </a:lnTo>
                <a:lnTo>
                  <a:pt x="567823" y="352402"/>
                </a:lnTo>
                <a:lnTo>
                  <a:pt x="567173" y="352735"/>
                </a:lnTo>
                <a:lnTo>
                  <a:pt x="566510" y="353043"/>
                </a:lnTo>
                <a:lnTo>
                  <a:pt x="565834" y="353327"/>
                </a:lnTo>
                <a:lnTo>
                  <a:pt x="565147" y="353586"/>
                </a:lnTo>
                <a:lnTo>
                  <a:pt x="564447" y="353820"/>
                </a:lnTo>
                <a:lnTo>
                  <a:pt x="563734" y="354030"/>
                </a:lnTo>
                <a:lnTo>
                  <a:pt x="563009" y="354214"/>
                </a:lnTo>
                <a:lnTo>
                  <a:pt x="562272" y="354375"/>
                </a:lnTo>
                <a:lnTo>
                  <a:pt x="561523" y="354510"/>
                </a:lnTo>
                <a:lnTo>
                  <a:pt x="560761" y="354621"/>
                </a:lnTo>
                <a:lnTo>
                  <a:pt x="559987" y="354708"/>
                </a:lnTo>
                <a:lnTo>
                  <a:pt x="559201" y="354769"/>
                </a:lnTo>
                <a:lnTo>
                  <a:pt x="558402" y="354806"/>
                </a:lnTo>
                <a:lnTo>
                  <a:pt x="557591" y="354819"/>
                </a:lnTo>
                <a:lnTo>
                  <a:pt x="556794" y="354806"/>
                </a:lnTo>
                <a:lnTo>
                  <a:pt x="556008" y="354769"/>
                </a:lnTo>
                <a:lnTo>
                  <a:pt x="555232" y="354708"/>
                </a:lnTo>
                <a:lnTo>
                  <a:pt x="554468" y="354621"/>
                </a:lnTo>
                <a:lnTo>
                  <a:pt x="553715" y="354510"/>
                </a:lnTo>
                <a:lnTo>
                  <a:pt x="552974" y="354375"/>
                </a:lnTo>
                <a:lnTo>
                  <a:pt x="552243" y="354214"/>
                </a:lnTo>
                <a:close/>
                <a:moveTo>
                  <a:pt x="461832" y="366578"/>
                </a:moveTo>
                <a:lnTo>
                  <a:pt x="462754" y="366503"/>
                </a:lnTo>
                <a:lnTo>
                  <a:pt x="463664" y="366418"/>
                </a:lnTo>
                <a:lnTo>
                  <a:pt x="464561" y="366323"/>
                </a:lnTo>
                <a:lnTo>
                  <a:pt x="465446" y="366219"/>
                </a:lnTo>
                <a:lnTo>
                  <a:pt x="466319" y="366104"/>
                </a:lnTo>
                <a:lnTo>
                  <a:pt x="467179" y="365979"/>
                </a:lnTo>
                <a:lnTo>
                  <a:pt x="468027" y="365844"/>
                </a:lnTo>
                <a:lnTo>
                  <a:pt x="468863" y="365700"/>
                </a:lnTo>
                <a:lnTo>
                  <a:pt x="469686" y="365545"/>
                </a:lnTo>
                <a:lnTo>
                  <a:pt x="470497" y="365380"/>
                </a:lnTo>
                <a:lnTo>
                  <a:pt x="471296" y="365206"/>
                </a:lnTo>
                <a:lnTo>
                  <a:pt x="472082" y="365021"/>
                </a:lnTo>
                <a:lnTo>
                  <a:pt x="472856" y="364826"/>
                </a:lnTo>
                <a:lnTo>
                  <a:pt x="473618" y="364622"/>
                </a:lnTo>
                <a:lnTo>
                  <a:pt x="474367" y="364407"/>
                </a:lnTo>
                <a:lnTo>
                  <a:pt x="475104" y="364183"/>
                </a:lnTo>
                <a:lnTo>
                  <a:pt x="475829" y="363948"/>
                </a:lnTo>
                <a:lnTo>
                  <a:pt x="476554" y="363703"/>
                </a:lnTo>
                <a:lnTo>
                  <a:pt x="477265" y="363448"/>
                </a:lnTo>
                <a:lnTo>
                  <a:pt x="477961" y="363182"/>
                </a:lnTo>
                <a:lnTo>
                  <a:pt x="478642" y="362905"/>
                </a:lnTo>
                <a:lnTo>
                  <a:pt x="479309" y="362618"/>
                </a:lnTo>
                <a:lnTo>
                  <a:pt x="479960" y="362321"/>
                </a:lnTo>
                <a:lnTo>
                  <a:pt x="480598" y="362013"/>
                </a:lnTo>
                <a:lnTo>
                  <a:pt x="481220" y="361694"/>
                </a:lnTo>
                <a:lnTo>
                  <a:pt x="481828" y="361364"/>
                </a:lnTo>
                <a:lnTo>
                  <a:pt x="482421" y="361025"/>
                </a:lnTo>
                <a:lnTo>
                  <a:pt x="483000" y="360674"/>
                </a:lnTo>
                <a:lnTo>
                  <a:pt x="483564" y="360313"/>
                </a:lnTo>
                <a:lnTo>
                  <a:pt x="484113" y="359941"/>
                </a:lnTo>
                <a:lnTo>
                  <a:pt x="484647" y="359559"/>
                </a:lnTo>
                <a:lnTo>
                  <a:pt x="485167" y="359167"/>
                </a:lnTo>
                <a:lnTo>
                  <a:pt x="485672" y="358763"/>
                </a:lnTo>
                <a:lnTo>
                  <a:pt x="486163" y="358349"/>
                </a:lnTo>
                <a:lnTo>
                  <a:pt x="486639" y="357925"/>
                </a:lnTo>
                <a:lnTo>
                  <a:pt x="487100" y="357490"/>
                </a:lnTo>
                <a:lnTo>
                  <a:pt x="487546" y="357044"/>
                </a:lnTo>
                <a:lnTo>
                  <a:pt x="487978" y="356588"/>
                </a:lnTo>
                <a:lnTo>
                  <a:pt x="488395" y="356122"/>
                </a:lnTo>
                <a:lnTo>
                  <a:pt x="488797" y="355644"/>
                </a:lnTo>
                <a:lnTo>
                  <a:pt x="489185" y="355157"/>
                </a:lnTo>
                <a:lnTo>
                  <a:pt x="489571" y="354658"/>
                </a:lnTo>
                <a:lnTo>
                  <a:pt x="489941" y="354149"/>
                </a:lnTo>
                <a:lnTo>
                  <a:pt x="490295" y="353630"/>
                </a:lnTo>
                <a:lnTo>
                  <a:pt x="490632" y="353099"/>
                </a:lnTo>
                <a:lnTo>
                  <a:pt x="490952" y="352559"/>
                </a:lnTo>
                <a:lnTo>
                  <a:pt x="491256" y="352008"/>
                </a:lnTo>
                <a:lnTo>
                  <a:pt x="491544" y="351446"/>
                </a:lnTo>
                <a:lnTo>
                  <a:pt x="491815" y="350873"/>
                </a:lnTo>
                <a:lnTo>
                  <a:pt x="492070" y="350290"/>
                </a:lnTo>
                <a:lnTo>
                  <a:pt x="492308" y="349697"/>
                </a:lnTo>
                <a:lnTo>
                  <a:pt x="492530" y="349093"/>
                </a:lnTo>
                <a:lnTo>
                  <a:pt x="492736" y="348478"/>
                </a:lnTo>
                <a:lnTo>
                  <a:pt x="492925" y="347853"/>
                </a:lnTo>
                <a:lnTo>
                  <a:pt x="493097" y="347217"/>
                </a:lnTo>
                <a:lnTo>
                  <a:pt x="493253" y="346571"/>
                </a:lnTo>
                <a:lnTo>
                  <a:pt x="493393" y="345914"/>
                </a:lnTo>
                <a:lnTo>
                  <a:pt x="493516" y="345247"/>
                </a:lnTo>
                <a:lnTo>
                  <a:pt x="493623" y="344569"/>
                </a:lnTo>
                <a:lnTo>
                  <a:pt x="493714" y="343880"/>
                </a:lnTo>
                <a:lnTo>
                  <a:pt x="493788" y="343181"/>
                </a:lnTo>
                <a:lnTo>
                  <a:pt x="493845" y="342471"/>
                </a:lnTo>
                <a:lnTo>
                  <a:pt x="493886" y="341751"/>
                </a:lnTo>
                <a:lnTo>
                  <a:pt x="493911" y="341020"/>
                </a:lnTo>
                <a:lnTo>
                  <a:pt x="493919" y="340279"/>
                </a:lnTo>
                <a:lnTo>
                  <a:pt x="493914" y="339622"/>
                </a:lnTo>
                <a:lnTo>
                  <a:pt x="493897" y="338975"/>
                </a:lnTo>
                <a:lnTo>
                  <a:pt x="493869" y="338340"/>
                </a:lnTo>
                <a:lnTo>
                  <a:pt x="493830" y="337714"/>
                </a:lnTo>
                <a:lnTo>
                  <a:pt x="493780" y="337100"/>
                </a:lnTo>
                <a:lnTo>
                  <a:pt x="493718" y="336496"/>
                </a:lnTo>
                <a:lnTo>
                  <a:pt x="493646" y="335902"/>
                </a:lnTo>
                <a:lnTo>
                  <a:pt x="493562" y="335319"/>
                </a:lnTo>
                <a:lnTo>
                  <a:pt x="493467" y="334747"/>
                </a:lnTo>
                <a:lnTo>
                  <a:pt x="493361" y="334185"/>
                </a:lnTo>
                <a:lnTo>
                  <a:pt x="493244" y="333634"/>
                </a:lnTo>
                <a:lnTo>
                  <a:pt x="493116" y="333093"/>
                </a:lnTo>
                <a:lnTo>
                  <a:pt x="492977" y="332563"/>
                </a:lnTo>
                <a:lnTo>
                  <a:pt x="492826" y="332044"/>
                </a:lnTo>
                <a:lnTo>
                  <a:pt x="492664" y="331535"/>
                </a:lnTo>
                <a:lnTo>
                  <a:pt x="492491" y="331036"/>
                </a:lnTo>
                <a:lnTo>
                  <a:pt x="492307" y="330548"/>
                </a:lnTo>
                <a:lnTo>
                  <a:pt x="492112" y="330071"/>
                </a:lnTo>
                <a:lnTo>
                  <a:pt x="491906" y="329604"/>
                </a:lnTo>
                <a:lnTo>
                  <a:pt x="491688" y="329148"/>
                </a:lnTo>
                <a:lnTo>
                  <a:pt x="491460" y="328703"/>
                </a:lnTo>
                <a:lnTo>
                  <a:pt x="491220" y="328268"/>
                </a:lnTo>
                <a:lnTo>
                  <a:pt x="490969" y="327843"/>
                </a:lnTo>
                <a:lnTo>
                  <a:pt x="490707" y="327429"/>
                </a:lnTo>
                <a:lnTo>
                  <a:pt x="490432" y="327010"/>
                </a:lnTo>
                <a:lnTo>
                  <a:pt x="490143" y="326597"/>
                </a:lnTo>
                <a:lnTo>
                  <a:pt x="489840" y="326191"/>
                </a:lnTo>
                <a:lnTo>
                  <a:pt x="489523" y="325790"/>
                </a:lnTo>
                <a:lnTo>
                  <a:pt x="489192" y="325397"/>
                </a:lnTo>
                <a:lnTo>
                  <a:pt x="488847" y="325010"/>
                </a:lnTo>
                <a:lnTo>
                  <a:pt x="488488" y="324629"/>
                </a:lnTo>
                <a:lnTo>
                  <a:pt x="488114" y="324255"/>
                </a:lnTo>
                <a:lnTo>
                  <a:pt x="487727" y="323887"/>
                </a:lnTo>
                <a:lnTo>
                  <a:pt x="487325" y="323526"/>
                </a:lnTo>
                <a:lnTo>
                  <a:pt x="486910" y="323171"/>
                </a:lnTo>
                <a:lnTo>
                  <a:pt x="486480" y="322822"/>
                </a:lnTo>
                <a:lnTo>
                  <a:pt x="486036" y="322480"/>
                </a:lnTo>
                <a:lnTo>
                  <a:pt x="485578" y="322145"/>
                </a:lnTo>
                <a:lnTo>
                  <a:pt x="485106" y="321816"/>
                </a:lnTo>
                <a:lnTo>
                  <a:pt x="484620" y="321493"/>
                </a:lnTo>
                <a:lnTo>
                  <a:pt x="484120" y="321177"/>
                </a:lnTo>
                <a:lnTo>
                  <a:pt x="483606" y="320868"/>
                </a:lnTo>
                <a:lnTo>
                  <a:pt x="483078" y="320564"/>
                </a:lnTo>
                <a:lnTo>
                  <a:pt x="482535" y="320268"/>
                </a:lnTo>
                <a:lnTo>
                  <a:pt x="481979" y="319977"/>
                </a:lnTo>
                <a:lnTo>
                  <a:pt x="481408" y="319693"/>
                </a:lnTo>
                <a:lnTo>
                  <a:pt x="480823" y="319416"/>
                </a:lnTo>
                <a:lnTo>
                  <a:pt x="480225" y="319145"/>
                </a:lnTo>
                <a:lnTo>
                  <a:pt x="479624" y="318879"/>
                </a:lnTo>
                <a:lnTo>
                  <a:pt x="479005" y="318617"/>
                </a:lnTo>
                <a:lnTo>
                  <a:pt x="478368" y="318358"/>
                </a:lnTo>
                <a:lnTo>
                  <a:pt x="477712" y="318103"/>
                </a:lnTo>
                <a:lnTo>
                  <a:pt x="477038" y="317851"/>
                </a:lnTo>
                <a:lnTo>
                  <a:pt x="476347" y="317602"/>
                </a:lnTo>
                <a:lnTo>
                  <a:pt x="475637" y="317358"/>
                </a:lnTo>
                <a:lnTo>
                  <a:pt x="474908" y="317116"/>
                </a:lnTo>
                <a:lnTo>
                  <a:pt x="474162" y="316879"/>
                </a:lnTo>
                <a:lnTo>
                  <a:pt x="473397" y="316644"/>
                </a:lnTo>
                <a:lnTo>
                  <a:pt x="472615" y="316414"/>
                </a:lnTo>
                <a:lnTo>
                  <a:pt x="471814" y="316187"/>
                </a:lnTo>
                <a:lnTo>
                  <a:pt x="470994" y="315963"/>
                </a:lnTo>
                <a:lnTo>
                  <a:pt x="470157" y="315743"/>
                </a:lnTo>
                <a:lnTo>
                  <a:pt x="469301" y="315526"/>
                </a:lnTo>
                <a:lnTo>
                  <a:pt x="468428" y="315313"/>
                </a:lnTo>
                <a:lnTo>
                  <a:pt x="467536" y="315103"/>
                </a:lnTo>
                <a:lnTo>
                  <a:pt x="466625" y="314897"/>
                </a:lnTo>
                <a:lnTo>
                  <a:pt x="465697" y="314695"/>
                </a:lnTo>
                <a:lnTo>
                  <a:pt x="464750" y="314496"/>
                </a:lnTo>
                <a:lnTo>
                  <a:pt x="463786" y="314300"/>
                </a:lnTo>
                <a:lnTo>
                  <a:pt x="462803" y="314108"/>
                </a:lnTo>
                <a:lnTo>
                  <a:pt x="461801" y="313920"/>
                </a:lnTo>
                <a:lnTo>
                  <a:pt x="460782" y="313735"/>
                </a:lnTo>
                <a:lnTo>
                  <a:pt x="459959" y="313580"/>
                </a:lnTo>
                <a:lnTo>
                  <a:pt x="459151" y="313426"/>
                </a:lnTo>
                <a:lnTo>
                  <a:pt x="458360" y="313273"/>
                </a:lnTo>
                <a:lnTo>
                  <a:pt x="457584" y="313120"/>
                </a:lnTo>
                <a:lnTo>
                  <a:pt x="456824" y="312967"/>
                </a:lnTo>
                <a:lnTo>
                  <a:pt x="456080" y="312816"/>
                </a:lnTo>
                <a:lnTo>
                  <a:pt x="455352" y="312665"/>
                </a:lnTo>
                <a:lnTo>
                  <a:pt x="454639" y="312514"/>
                </a:lnTo>
                <a:lnTo>
                  <a:pt x="453943" y="312364"/>
                </a:lnTo>
                <a:lnTo>
                  <a:pt x="453262" y="312215"/>
                </a:lnTo>
                <a:lnTo>
                  <a:pt x="452597" y="312066"/>
                </a:lnTo>
                <a:lnTo>
                  <a:pt x="451948" y="311918"/>
                </a:lnTo>
                <a:lnTo>
                  <a:pt x="451315" y="311770"/>
                </a:lnTo>
                <a:lnTo>
                  <a:pt x="450698" y="311623"/>
                </a:lnTo>
                <a:lnTo>
                  <a:pt x="450096" y="311476"/>
                </a:lnTo>
                <a:lnTo>
                  <a:pt x="449511" y="311331"/>
                </a:lnTo>
                <a:lnTo>
                  <a:pt x="448941" y="311185"/>
                </a:lnTo>
                <a:lnTo>
                  <a:pt x="448387" y="311041"/>
                </a:lnTo>
                <a:lnTo>
                  <a:pt x="447849" y="310896"/>
                </a:lnTo>
                <a:lnTo>
                  <a:pt x="447327" y="310753"/>
                </a:lnTo>
                <a:lnTo>
                  <a:pt x="446821" y="310610"/>
                </a:lnTo>
                <a:lnTo>
                  <a:pt x="446330" y="310468"/>
                </a:lnTo>
                <a:lnTo>
                  <a:pt x="445856" y="310326"/>
                </a:lnTo>
                <a:lnTo>
                  <a:pt x="445397" y="310185"/>
                </a:lnTo>
                <a:lnTo>
                  <a:pt x="444966" y="310043"/>
                </a:lnTo>
                <a:lnTo>
                  <a:pt x="444546" y="309901"/>
                </a:lnTo>
                <a:lnTo>
                  <a:pt x="444137" y="309757"/>
                </a:lnTo>
                <a:lnTo>
                  <a:pt x="443739" y="309612"/>
                </a:lnTo>
                <a:lnTo>
                  <a:pt x="443352" y="309466"/>
                </a:lnTo>
                <a:lnTo>
                  <a:pt x="442977" y="309318"/>
                </a:lnTo>
                <a:lnTo>
                  <a:pt x="442613" y="309170"/>
                </a:lnTo>
                <a:lnTo>
                  <a:pt x="442260" y="309020"/>
                </a:lnTo>
                <a:lnTo>
                  <a:pt x="441918" y="308869"/>
                </a:lnTo>
                <a:lnTo>
                  <a:pt x="441587" y="308717"/>
                </a:lnTo>
                <a:lnTo>
                  <a:pt x="441267" y="308564"/>
                </a:lnTo>
                <a:lnTo>
                  <a:pt x="440959" y="308409"/>
                </a:lnTo>
                <a:lnTo>
                  <a:pt x="440661" y="308254"/>
                </a:lnTo>
                <a:lnTo>
                  <a:pt x="440375" y="308097"/>
                </a:lnTo>
                <a:lnTo>
                  <a:pt x="440100" y="307939"/>
                </a:lnTo>
                <a:lnTo>
                  <a:pt x="439836" y="307780"/>
                </a:lnTo>
                <a:lnTo>
                  <a:pt x="439584" y="307620"/>
                </a:lnTo>
                <a:lnTo>
                  <a:pt x="439342" y="307458"/>
                </a:lnTo>
                <a:lnTo>
                  <a:pt x="439112" y="307296"/>
                </a:lnTo>
                <a:lnTo>
                  <a:pt x="438892" y="307132"/>
                </a:lnTo>
                <a:lnTo>
                  <a:pt x="438684" y="306967"/>
                </a:lnTo>
                <a:lnTo>
                  <a:pt x="438487" y="306801"/>
                </a:lnTo>
                <a:lnTo>
                  <a:pt x="438302" y="306634"/>
                </a:lnTo>
                <a:lnTo>
                  <a:pt x="438127" y="306465"/>
                </a:lnTo>
                <a:lnTo>
                  <a:pt x="437961" y="306280"/>
                </a:lnTo>
                <a:lnTo>
                  <a:pt x="437803" y="306092"/>
                </a:lnTo>
                <a:lnTo>
                  <a:pt x="437651" y="305900"/>
                </a:lnTo>
                <a:lnTo>
                  <a:pt x="437507" y="305704"/>
                </a:lnTo>
                <a:lnTo>
                  <a:pt x="437370" y="305505"/>
                </a:lnTo>
                <a:lnTo>
                  <a:pt x="437239" y="305303"/>
                </a:lnTo>
                <a:lnTo>
                  <a:pt x="437116" y="305097"/>
                </a:lnTo>
                <a:lnTo>
                  <a:pt x="437000" y="304887"/>
                </a:lnTo>
                <a:lnTo>
                  <a:pt x="436891" y="304674"/>
                </a:lnTo>
                <a:lnTo>
                  <a:pt x="436788" y="304458"/>
                </a:lnTo>
                <a:lnTo>
                  <a:pt x="436693" y="304237"/>
                </a:lnTo>
                <a:lnTo>
                  <a:pt x="436605" y="304014"/>
                </a:lnTo>
                <a:lnTo>
                  <a:pt x="436524" y="303787"/>
                </a:lnTo>
                <a:lnTo>
                  <a:pt x="436450" y="303556"/>
                </a:lnTo>
                <a:lnTo>
                  <a:pt x="436383" y="303322"/>
                </a:lnTo>
                <a:lnTo>
                  <a:pt x="436324" y="303084"/>
                </a:lnTo>
                <a:lnTo>
                  <a:pt x="436271" y="302843"/>
                </a:lnTo>
                <a:lnTo>
                  <a:pt x="436225" y="302598"/>
                </a:lnTo>
                <a:lnTo>
                  <a:pt x="436186" y="302350"/>
                </a:lnTo>
                <a:lnTo>
                  <a:pt x="436154" y="302098"/>
                </a:lnTo>
                <a:lnTo>
                  <a:pt x="436130" y="301842"/>
                </a:lnTo>
                <a:lnTo>
                  <a:pt x="436112" y="301584"/>
                </a:lnTo>
                <a:lnTo>
                  <a:pt x="436102" y="301321"/>
                </a:lnTo>
                <a:lnTo>
                  <a:pt x="436098" y="301055"/>
                </a:lnTo>
                <a:lnTo>
                  <a:pt x="436132" y="300062"/>
                </a:lnTo>
                <a:lnTo>
                  <a:pt x="436234" y="299111"/>
                </a:lnTo>
                <a:lnTo>
                  <a:pt x="436405" y="298202"/>
                </a:lnTo>
                <a:lnTo>
                  <a:pt x="436643" y="297336"/>
                </a:lnTo>
                <a:lnTo>
                  <a:pt x="436949" y="296511"/>
                </a:lnTo>
                <a:lnTo>
                  <a:pt x="437324" y="295729"/>
                </a:lnTo>
                <a:lnTo>
                  <a:pt x="437766" y="294990"/>
                </a:lnTo>
                <a:lnTo>
                  <a:pt x="438277" y="294292"/>
                </a:lnTo>
                <a:lnTo>
                  <a:pt x="438856" y="293637"/>
                </a:lnTo>
                <a:lnTo>
                  <a:pt x="439503" y="293024"/>
                </a:lnTo>
                <a:lnTo>
                  <a:pt x="440218" y="292454"/>
                </a:lnTo>
                <a:lnTo>
                  <a:pt x="441001" y="291925"/>
                </a:lnTo>
                <a:lnTo>
                  <a:pt x="441852" y="291439"/>
                </a:lnTo>
                <a:lnTo>
                  <a:pt x="442772" y="290996"/>
                </a:lnTo>
                <a:lnTo>
                  <a:pt x="443759" y="290594"/>
                </a:lnTo>
                <a:lnTo>
                  <a:pt x="444814" y="290235"/>
                </a:lnTo>
                <a:lnTo>
                  <a:pt x="445938" y="289918"/>
                </a:lnTo>
                <a:lnTo>
                  <a:pt x="447130" y="289643"/>
                </a:lnTo>
                <a:lnTo>
                  <a:pt x="448390" y="289411"/>
                </a:lnTo>
                <a:lnTo>
                  <a:pt x="449717" y="289220"/>
                </a:lnTo>
                <a:lnTo>
                  <a:pt x="451113" y="289072"/>
                </a:lnTo>
                <a:lnTo>
                  <a:pt x="452577" y="288967"/>
                </a:lnTo>
                <a:lnTo>
                  <a:pt x="454110" y="288903"/>
                </a:lnTo>
                <a:lnTo>
                  <a:pt x="455710" y="288882"/>
                </a:lnTo>
                <a:lnTo>
                  <a:pt x="456173" y="288884"/>
                </a:lnTo>
                <a:lnTo>
                  <a:pt x="456633" y="288890"/>
                </a:lnTo>
                <a:lnTo>
                  <a:pt x="457089" y="288901"/>
                </a:lnTo>
                <a:lnTo>
                  <a:pt x="457541" y="288915"/>
                </a:lnTo>
                <a:lnTo>
                  <a:pt x="457991" y="288934"/>
                </a:lnTo>
                <a:lnTo>
                  <a:pt x="458436" y="288956"/>
                </a:lnTo>
                <a:lnTo>
                  <a:pt x="458878" y="288983"/>
                </a:lnTo>
                <a:lnTo>
                  <a:pt x="459317" y="289014"/>
                </a:lnTo>
                <a:lnTo>
                  <a:pt x="459752" y="289049"/>
                </a:lnTo>
                <a:lnTo>
                  <a:pt x="460183" y="289088"/>
                </a:lnTo>
                <a:lnTo>
                  <a:pt x="460611" y="289131"/>
                </a:lnTo>
                <a:lnTo>
                  <a:pt x="461036" y="289178"/>
                </a:lnTo>
                <a:lnTo>
                  <a:pt x="461456" y="289229"/>
                </a:lnTo>
                <a:lnTo>
                  <a:pt x="461874" y="289285"/>
                </a:lnTo>
                <a:lnTo>
                  <a:pt x="462288" y="289344"/>
                </a:lnTo>
                <a:lnTo>
                  <a:pt x="462698" y="289408"/>
                </a:lnTo>
                <a:lnTo>
                  <a:pt x="463105" y="289476"/>
                </a:lnTo>
                <a:lnTo>
                  <a:pt x="463508" y="289548"/>
                </a:lnTo>
                <a:lnTo>
                  <a:pt x="463908" y="289624"/>
                </a:lnTo>
                <a:lnTo>
                  <a:pt x="464304" y="289704"/>
                </a:lnTo>
                <a:lnTo>
                  <a:pt x="464697" y="289788"/>
                </a:lnTo>
                <a:lnTo>
                  <a:pt x="465086" y="289877"/>
                </a:lnTo>
                <a:lnTo>
                  <a:pt x="465472" y="289969"/>
                </a:lnTo>
                <a:lnTo>
                  <a:pt x="465854" y="290066"/>
                </a:lnTo>
                <a:lnTo>
                  <a:pt x="466245" y="290154"/>
                </a:lnTo>
                <a:lnTo>
                  <a:pt x="466629" y="290250"/>
                </a:lnTo>
                <a:lnTo>
                  <a:pt x="467006" y="290354"/>
                </a:lnTo>
                <a:lnTo>
                  <a:pt x="467376" y="290465"/>
                </a:lnTo>
                <a:lnTo>
                  <a:pt x="467738" y="290584"/>
                </a:lnTo>
                <a:lnTo>
                  <a:pt x="468094" y="290710"/>
                </a:lnTo>
                <a:lnTo>
                  <a:pt x="468443" y="290844"/>
                </a:lnTo>
                <a:lnTo>
                  <a:pt x="468784" y="290986"/>
                </a:lnTo>
                <a:lnTo>
                  <a:pt x="469119" y="291136"/>
                </a:lnTo>
                <a:lnTo>
                  <a:pt x="469447" y="291293"/>
                </a:lnTo>
                <a:lnTo>
                  <a:pt x="469767" y="291457"/>
                </a:lnTo>
                <a:lnTo>
                  <a:pt x="470081" y="291630"/>
                </a:lnTo>
                <a:lnTo>
                  <a:pt x="470387" y="291810"/>
                </a:lnTo>
                <a:lnTo>
                  <a:pt x="470686" y="291997"/>
                </a:lnTo>
                <a:lnTo>
                  <a:pt x="470979" y="292192"/>
                </a:lnTo>
                <a:lnTo>
                  <a:pt x="471264" y="292395"/>
                </a:lnTo>
                <a:lnTo>
                  <a:pt x="471542" y="292606"/>
                </a:lnTo>
                <a:lnTo>
                  <a:pt x="471814" y="292824"/>
                </a:lnTo>
                <a:lnTo>
                  <a:pt x="472078" y="293049"/>
                </a:lnTo>
                <a:lnTo>
                  <a:pt x="472335" y="293283"/>
                </a:lnTo>
                <a:lnTo>
                  <a:pt x="472585" y="293524"/>
                </a:lnTo>
                <a:lnTo>
                  <a:pt x="472828" y="293772"/>
                </a:lnTo>
                <a:lnTo>
                  <a:pt x="473064" y="294028"/>
                </a:lnTo>
                <a:lnTo>
                  <a:pt x="473293" y="294292"/>
                </a:lnTo>
                <a:lnTo>
                  <a:pt x="473527" y="294551"/>
                </a:lnTo>
                <a:lnTo>
                  <a:pt x="473752" y="294821"/>
                </a:lnTo>
                <a:lnTo>
                  <a:pt x="473967" y="295101"/>
                </a:lnTo>
                <a:lnTo>
                  <a:pt x="474171" y="295391"/>
                </a:lnTo>
                <a:lnTo>
                  <a:pt x="474366" y="295692"/>
                </a:lnTo>
                <a:lnTo>
                  <a:pt x="474550" y="296004"/>
                </a:lnTo>
                <a:lnTo>
                  <a:pt x="474725" y="296326"/>
                </a:lnTo>
                <a:lnTo>
                  <a:pt x="474890" y="296659"/>
                </a:lnTo>
                <a:lnTo>
                  <a:pt x="475044" y="297003"/>
                </a:lnTo>
                <a:lnTo>
                  <a:pt x="475189" y="297357"/>
                </a:lnTo>
                <a:lnTo>
                  <a:pt x="475324" y="297721"/>
                </a:lnTo>
                <a:lnTo>
                  <a:pt x="475449" y="298096"/>
                </a:lnTo>
                <a:lnTo>
                  <a:pt x="475563" y="298482"/>
                </a:lnTo>
                <a:lnTo>
                  <a:pt x="475668" y="298878"/>
                </a:lnTo>
                <a:lnTo>
                  <a:pt x="475763" y="299285"/>
                </a:lnTo>
                <a:lnTo>
                  <a:pt x="475848" y="299703"/>
                </a:lnTo>
                <a:lnTo>
                  <a:pt x="475923" y="300131"/>
                </a:lnTo>
                <a:lnTo>
                  <a:pt x="475987" y="300569"/>
                </a:lnTo>
                <a:lnTo>
                  <a:pt x="476042" y="301018"/>
                </a:lnTo>
                <a:lnTo>
                  <a:pt x="476087" y="301478"/>
                </a:lnTo>
                <a:lnTo>
                  <a:pt x="476122" y="301948"/>
                </a:lnTo>
                <a:lnTo>
                  <a:pt x="476147" y="302429"/>
                </a:lnTo>
                <a:lnTo>
                  <a:pt x="476162" y="302920"/>
                </a:lnTo>
                <a:lnTo>
                  <a:pt x="476167" y="303422"/>
                </a:lnTo>
                <a:lnTo>
                  <a:pt x="490876" y="303422"/>
                </a:lnTo>
                <a:lnTo>
                  <a:pt x="490903" y="303324"/>
                </a:lnTo>
                <a:lnTo>
                  <a:pt x="490930" y="303228"/>
                </a:lnTo>
                <a:lnTo>
                  <a:pt x="490955" y="303134"/>
                </a:lnTo>
                <a:lnTo>
                  <a:pt x="490979" y="303042"/>
                </a:lnTo>
                <a:lnTo>
                  <a:pt x="491002" y="302951"/>
                </a:lnTo>
                <a:lnTo>
                  <a:pt x="491024" y="302862"/>
                </a:lnTo>
                <a:lnTo>
                  <a:pt x="491044" y="302775"/>
                </a:lnTo>
                <a:lnTo>
                  <a:pt x="491064" y="302689"/>
                </a:lnTo>
                <a:lnTo>
                  <a:pt x="491082" y="302606"/>
                </a:lnTo>
                <a:lnTo>
                  <a:pt x="491099" y="302524"/>
                </a:lnTo>
                <a:lnTo>
                  <a:pt x="491115" y="302444"/>
                </a:lnTo>
                <a:lnTo>
                  <a:pt x="491129" y="302365"/>
                </a:lnTo>
                <a:lnTo>
                  <a:pt x="491143" y="302289"/>
                </a:lnTo>
                <a:lnTo>
                  <a:pt x="491155" y="302214"/>
                </a:lnTo>
                <a:lnTo>
                  <a:pt x="491166" y="302141"/>
                </a:lnTo>
                <a:lnTo>
                  <a:pt x="491176" y="302069"/>
                </a:lnTo>
                <a:lnTo>
                  <a:pt x="491185" y="302000"/>
                </a:lnTo>
                <a:lnTo>
                  <a:pt x="491193" y="301932"/>
                </a:lnTo>
                <a:lnTo>
                  <a:pt x="491199" y="301866"/>
                </a:lnTo>
                <a:lnTo>
                  <a:pt x="491205" y="301802"/>
                </a:lnTo>
                <a:lnTo>
                  <a:pt x="491209" y="301739"/>
                </a:lnTo>
                <a:lnTo>
                  <a:pt x="491212" y="301678"/>
                </a:lnTo>
                <a:lnTo>
                  <a:pt x="491213" y="301619"/>
                </a:lnTo>
                <a:lnTo>
                  <a:pt x="491214" y="301562"/>
                </a:lnTo>
                <a:lnTo>
                  <a:pt x="491214" y="301506"/>
                </a:lnTo>
                <a:lnTo>
                  <a:pt x="491214" y="301451"/>
                </a:lnTo>
                <a:lnTo>
                  <a:pt x="491214" y="301396"/>
                </a:lnTo>
                <a:lnTo>
                  <a:pt x="491214" y="301341"/>
                </a:lnTo>
                <a:lnTo>
                  <a:pt x="491214" y="301288"/>
                </a:lnTo>
                <a:lnTo>
                  <a:pt x="491214" y="301234"/>
                </a:lnTo>
                <a:lnTo>
                  <a:pt x="491214" y="301182"/>
                </a:lnTo>
                <a:lnTo>
                  <a:pt x="491214" y="301130"/>
                </a:lnTo>
                <a:lnTo>
                  <a:pt x="491214" y="301079"/>
                </a:lnTo>
                <a:lnTo>
                  <a:pt x="491214" y="301028"/>
                </a:lnTo>
                <a:lnTo>
                  <a:pt x="491214" y="300978"/>
                </a:lnTo>
                <a:lnTo>
                  <a:pt x="491214" y="300928"/>
                </a:lnTo>
                <a:lnTo>
                  <a:pt x="491214" y="300879"/>
                </a:lnTo>
                <a:lnTo>
                  <a:pt x="491214" y="300831"/>
                </a:lnTo>
                <a:lnTo>
                  <a:pt x="491214" y="300783"/>
                </a:lnTo>
                <a:lnTo>
                  <a:pt x="491214" y="300736"/>
                </a:lnTo>
                <a:lnTo>
                  <a:pt x="491214" y="300689"/>
                </a:lnTo>
                <a:lnTo>
                  <a:pt x="491214" y="300643"/>
                </a:lnTo>
                <a:lnTo>
                  <a:pt x="491214" y="300597"/>
                </a:lnTo>
                <a:lnTo>
                  <a:pt x="491214" y="300552"/>
                </a:lnTo>
                <a:lnTo>
                  <a:pt x="491214" y="300508"/>
                </a:lnTo>
                <a:lnTo>
                  <a:pt x="491214" y="300464"/>
                </a:lnTo>
                <a:lnTo>
                  <a:pt x="491214" y="300421"/>
                </a:lnTo>
                <a:lnTo>
                  <a:pt x="491214" y="300379"/>
                </a:lnTo>
                <a:lnTo>
                  <a:pt x="491206" y="299777"/>
                </a:lnTo>
                <a:lnTo>
                  <a:pt x="491182" y="299182"/>
                </a:lnTo>
                <a:lnTo>
                  <a:pt x="491143" y="298596"/>
                </a:lnTo>
                <a:lnTo>
                  <a:pt x="491087" y="298016"/>
                </a:lnTo>
                <a:lnTo>
                  <a:pt x="491016" y="297445"/>
                </a:lnTo>
                <a:lnTo>
                  <a:pt x="490929" y="296881"/>
                </a:lnTo>
                <a:lnTo>
                  <a:pt x="490826" y="296325"/>
                </a:lnTo>
                <a:lnTo>
                  <a:pt x="490707" y="295776"/>
                </a:lnTo>
                <a:lnTo>
                  <a:pt x="490572" y="295235"/>
                </a:lnTo>
                <a:lnTo>
                  <a:pt x="490422" y="294702"/>
                </a:lnTo>
                <a:lnTo>
                  <a:pt x="490255" y="294176"/>
                </a:lnTo>
                <a:lnTo>
                  <a:pt x="490073" y="293658"/>
                </a:lnTo>
                <a:lnTo>
                  <a:pt x="489875" y="293148"/>
                </a:lnTo>
                <a:lnTo>
                  <a:pt x="489661" y="292645"/>
                </a:lnTo>
                <a:lnTo>
                  <a:pt x="489431" y="292150"/>
                </a:lnTo>
                <a:lnTo>
                  <a:pt x="489185" y="291662"/>
                </a:lnTo>
                <a:lnTo>
                  <a:pt x="488924" y="291183"/>
                </a:lnTo>
                <a:lnTo>
                  <a:pt x="488646" y="290710"/>
                </a:lnTo>
                <a:lnTo>
                  <a:pt x="488353" y="290246"/>
                </a:lnTo>
                <a:lnTo>
                  <a:pt x="488044" y="289789"/>
                </a:lnTo>
                <a:lnTo>
                  <a:pt x="487719" y="289339"/>
                </a:lnTo>
                <a:lnTo>
                  <a:pt x="487378" y="288897"/>
                </a:lnTo>
                <a:lnTo>
                  <a:pt x="487022" y="288463"/>
                </a:lnTo>
                <a:lnTo>
                  <a:pt x="486649" y="288037"/>
                </a:lnTo>
                <a:lnTo>
                  <a:pt x="486263" y="287604"/>
                </a:lnTo>
                <a:lnTo>
                  <a:pt x="485866" y="287180"/>
                </a:lnTo>
                <a:lnTo>
                  <a:pt x="485458" y="286764"/>
                </a:lnTo>
                <a:lnTo>
                  <a:pt x="485038" y="286356"/>
                </a:lnTo>
                <a:lnTo>
                  <a:pt x="484608" y="285956"/>
                </a:lnTo>
                <a:lnTo>
                  <a:pt x="484166" y="285564"/>
                </a:lnTo>
                <a:lnTo>
                  <a:pt x="483713" y="285181"/>
                </a:lnTo>
                <a:lnTo>
                  <a:pt x="483249" y="284806"/>
                </a:lnTo>
                <a:lnTo>
                  <a:pt x="482774" y="284439"/>
                </a:lnTo>
                <a:lnTo>
                  <a:pt x="482288" y="284080"/>
                </a:lnTo>
                <a:lnTo>
                  <a:pt x="481790" y="283730"/>
                </a:lnTo>
                <a:lnTo>
                  <a:pt x="481281" y="283387"/>
                </a:lnTo>
                <a:lnTo>
                  <a:pt x="480762" y="283053"/>
                </a:lnTo>
                <a:lnTo>
                  <a:pt x="480231" y="282728"/>
                </a:lnTo>
                <a:lnTo>
                  <a:pt x="479688" y="282410"/>
                </a:lnTo>
                <a:lnTo>
                  <a:pt x="479135" y="282101"/>
                </a:lnTo>
                <a:lnTo>
                  <a:pt x="478571" y="281800"/>
                </a:lnTo>
                <a:lnTo>
                  <a:pt x="477995" y="281507"/>
                </a:lnTo>
                <a:lnTo>
                  <a:pt x="477408" y="281222"/>
                </a:lnTo>
                <a:lnTo>
                  <a:pt x="476810" y="280946"/>
                </a:lnTo>
                <a:lnTo>
                  <a:pt x="476201" y="280677"/>
                </a:lnTo>
                <a:lnTo>
                  <a:pt x="475581" y="280417"/>
                </a:lnTo>
                <a:lnTo>
                  <a:pt x="474950" y="280165"/>
                </a:lnTo>
                <a:lnTo>
                  <a:pt x="474307" y="279922"/>
                </a:lnTo>
                <a:lnTo>
                  <a:pt x="473670" y="279687"/>
                </a:lnTo>
                <a:lnTo>
                  <a:pt x="473025" y="279463"/>
                </a:lnTo>
                <a:lnTo>
                  <a:pt x="472374" y="279248"/>
                </a:lnTo>
                <a:lnTo>
                  <a:pt x="471715" y="279044"/>
                </a:lnTo>
                <a:lnTo>
                  <a:pt x="471049" y="278849"/>
                </a:lnTo>
                <a:lnTo>
                  <a:pt x="470377" y="278664"/>
                </a:lnTo>
                <a:lnTo>
                  <a:pt x="469697" y="278490"/>
                </a:lnTo>
                <a:lnTo>
                  <a:pt x="469010" y="278325"/>
                </a:lnTo>
                <a:lnTo>
                  <a:pt x="468316" y="278170"/>
                </a:lnTo>
                <a:lnTo>
                  <a:pt x="467615" y="278026"/>
                </a:lnTo>
                <a:lnTo>
                  <a:pt x="466907" y="277891"/>
                </a:lnTo>
                <a:lnTo>
                  <a:pt x="466192" y="277766"/>
                </a:lnTo>
                <a:lnTo>
                  <a:pt x="465470" y="277651"/>
                </a:lnTo>
                <a:lnTo>
                  <a:pt x="464741" y="277547"/>
                </a:lnTo>
                <a:lnTo>
                  <a:pt x="464005" y="277452"/>
                </a:lnTo>
                <a:lnTo>
                  <a:pt x="463262" y="277367"/>
                </a:lnTo>
                <a:lnTo>
                  <a:pt x="462511" y="277292"/>
                </a:lnTo>
                <a:lnTo>
                  <a:pt x="461754" y="277227"/>
                </a:lnTo>
                <a:lnTo>
                  <a:pt x="460990" y="277172"/>
                </a:lnTo>
                <a:lnTo>
                  <a:pt x="460218" y="277127"/>
                </a:lnTo>
                <a:lnTo>
                  <a:pt x="459440" y="277093"/>
                </a:lnTo>
                <a:lnTo>
                  <a:pt x="458655" y="277068"/>
                </a:lnTo>
                <a:lnTo>
                  <a:pt x="457862" y="277053"/>
                </a:lnTo>
                <a:lnTo>
                  <a:pt x="457062" y="277048"/>
                </a:lnTo>
                <a:lnTo>
                  <a:pt x="456151" y="277053"/>
                </a:lnTo>
                <a:lnTo>
                  <a:pt x="455250" y="277068"/>
                </a:lnTo>
                <a:lnTo>
                  <a:pt x="454357" y="277093"/>
                </a:lnTo>
                <a:lnTo>
                  <a:pt x="453474" y="277127"/>
                </a:lnTo>
                <a:lnTo>
                  <a:pt x="452601" y="277172"/>
                </a:lnTo>
                <a:lnTo>
                  <a:pt x="451737" y="277227"/>
                </a:lnTo>
                <a:lnTo>
                  <a:pt x="450882" y="277292"/>
                </a:lnTo>
                <a:lnTo>
                  <a:pt x="450037" y="277367"/>
                </a:lnTo>
                <a:lnTo>
                  <a:pt x="449201" y="277452"/>
                </a:lnTo>
                <a:lnTo>
                  <a:pt x="448374" y="277547"/>
                </a:lnTo>
                <a:lnTo>
                  <a:pt x="447557" y="277651"/>
                </a:lnTo>
                <a:lnTo>
                  <a:pt x="446749" y="277766"/>
                </a:lnTo>
                <a:lnTo>
                  <a:pt x="445951" y="277891"/>
                </a:lnTo>
                <a:lnTo>
                  <a:pt x="445162" y="278026"/>
                </a:lnTo>
                <a:lnTo>
                  <a:pt x="444382" y="278170"/>
                </a:lnTo>
                <a:lnTo>
                  <a:pt x="443612" y="278325"/>
                </a:lnTo>
                <a:lnTo>
                  <a:pt x="442851" y="278490"/>
                </a:lnTo>
                <a:lnTo>
                  <a:pt x="442100" y="278664"/>
                </a:lnTo>
                <a:lnTo>
                  <a:pt x="441358" y="278849"/>
                </a:lnTo>
                <a:lnTo>
                  <a:pt x="440625" y="279044"/>
                </a:lnTo>
                <a:lnTo>
                  <a:pt x="439902" y="279248"/>
                </a:lnTo>
                <a:lnTo>
                  <a:pt x="439188" y="279463"/>
                </a:lnTo>
                <a:lnTo>
                  <a:pt x="438484" y="279687"/>
                </a:lnTo>
                <a:lnTo>
                  <a:pt x="437789" y="279922"/>
                </a:lnTo>
                <a:lnTo>
                  <a:pt x="437119" y="280166"/>
                </a:lnTo>
                <a:lnTo>
                  <a:pt x="436461" y="280420"/>
                </a:lnTo>
                <a:lnTo>
                  <a:pt x="435815" y="280683"/>
                </a:lnTo>
                <a:lnTo>
                  <a:pt x="435182" y="280955"/>
                </a:lnTo>
                <a:lnTo>
                  <a:pt x="434562" y="281237"/>
                </a:lnTo>
                <a:lnTo>
                  <a:pt x="433953" y="281528"/>
                </a:lnTo>
                <a:lnTo>
                  <a:pt x="433357" y="281828"/>
                </a:lnTo>
                <a:lnTo>
                  <a:pt x="432773" y="282138"/>
                </a:lnTo>
                <a:lnTo>
                  <a:pt x="432202" y="282458"/>
                </a:lnTo>
                <a:lnTo>
                  <a:pt x="431643" y="282786"/>
                </a:lnTo>
                <a:lnTo>
                  <a:pt x="431096" y="283125"/>
                </a:lnTo>
                <a:lnTo>
                  <a:pt x="430561" y="283472"/>
                </a:lnTo>
                <a:lnTo>
                  <a:pt x="430039" y="283829"/>
                </a:lnTo>
                <a:lnTo>
                  <a:pt x="429529" y="284195"/>
                </a:lnTo>
                <a:lnTo>
                  <a:pt x="429032" y="284571"/>
                </a:lnTo>
                <a:lnTo>
                  <a:pt x="428546" y="284956"/>
                </a:lnTo>
                <a:lnTo>
                  <a:pt x="428074" y="285351"/>
                </a:lnTo>
                <a:lnTo>
                  <a:pt x="427613" y="285754"/>
                </a:lnTo>
                <a:lnTo>
                  <a:pt x="427165" y="286168"/>
                </a:lnTo>
                <a:lnTo>
                  <a:pt x="426729" y="286590"/>
                </a:lnTo>
                <a:lnTo>
                  <a:pt x="426305" y="287022"/>
                </a:lnTo>
                <a:lnTo>
                  <a:pt x="425894" y="287464"/>
                </a:lnTo>
                <a:lnTo>
                  <a:pt x="425495" y="287915"/>
                </a:lnTo>
                <a:lnTo>
                  <a:pt x="425109" y="288375"/>
                </a:lnTo>
                <a:lnTo>
                  <a:pt x="424736" y="288845"/>
                </a:lnTo>
                <a:lnTo>
                  <a:pt x="424380" y="289325"/>
                </a:lnTo>
                <a:lnTo>
                  <a:pt x="424039" y="289815"/>
                </a:lnTo>
                <a:lnTo>
                  <a:pt x="423714" y="290314"/>
                </a:lnTo>
                <a:lnTo>
                  <a:pt x="423405" y="290824"/>
                </a:lnTo>
                <a:lnTo>
                  <a:pt x="423112" y="291344"/>
                </a:lnTo>
                <a:lnTo>
                  <a:pt x="422834" y="291874"/>
                </a:lnTo>
                <a:lnTo>
                  <a:pt x="422573" y="292414"/>
                </a:lnTo>
                <a:lnTo>
                  <a:pt x="422327" y="292963"/>
                </a:lnTo>
                <a:lnTo>
                  <a:pt x="422097" y="293523"/>
                </a:lnTo>
                <a:lnTo>
                  <a:pt x="421883" y="294093"/>
                </a:lnTo>
                <a:lnTo>
                  <a:pt x="421685" y="294673"/>
                </a:lnTo>
                <a:lnTo>
                  <a:pt x="421503" y="295262"/>
                </a:lnTo>
                <a:lnTo>
                  <a:pt x="421336" y="295862"/>
                </a:lnTo>
                <a:lnTo>
                  <a:pt x="421186" y="296472"/>
                </a:lnTo>
                <a:lnTo>
                  <a:pt x="421051" y="297091"/>
                </a:lnTo>
                <a:lnTo>
                  <a:pt x="420932" y="297721"/>
                </a:lnTo>
                <a:lnTo>
                  <a:pt x="420829" y="298360"/>
                </a:lnTo>
                <a:lnTo>
                  <a:pt x="420742" y="299010"/>
                </a:lnTo>
                <a:lnTo>
                  <a:pt x="420671" y="299669"/>
                </a:lnTo>
                <a:lnTo>
                  <a:pt x="420615" y="300339"/>
                </a:lnTo>
                <a:lnTo>
                  <a:pt x="420576" y="301018"/>
                </a:lnTo>
                <a:lnTo>
                  <a:pt x="420552" y="301708"/>
                </a:lnTo>
                <a:lnTo>
                  <a:pt x="420544" y="302407"/>
                </a:lnTo>
                <a:lnTo>
                  <a:pt x="420549" y="303009"/>
                </a:lnTo>
                <a:lnTo>
                  <a:pt x="420565" y="303603"/>
                </a:lnTo>
                <a:lnTo>
                  <a:pt x="420592" y="304188"/>
                </a:lnTo>
                <a:lnTo>
                  <a:pt x="420629" y="304765"/>
                </a:lnTo>
                <a:lnTo>
                  <a:pt x="420676" y="305334"/>
                </a:lnTo>
                <a:lnTo>
                  <a:pt x="420734" y="305894"/>
                </a:lnTo>
                <a:lnTo>
                  <a:pt x="420803" y="306447"/>
                </a:lnTo>
                <a:lnTo>
                  <a:pt x="420882" y="306991"/>
                </a:lnTo>
                <a:lnTo>
                  <a:pt x="420972" y="307527"/>
                </a:lnTo>
                <a:lnTo>
                  <a:pt x="421072" y="308055"/>
                </a:lnTo>
                <a:lnTo>
                  <a:pt x="421183" y="308574"/>
                </a:lnTo>
                <a:lnTo>
                  <a:pt x="421305" y="309086"/>
                </a:lnTo>
                <a:lnTo>
                  <a:pt x="421437" y="309589"/>
                </a:lnTo>
                <a:lnTo>
                  <a:pt x="421580" y="310084"/>
                </a:lnTo>
                <a:lnTo>
                  <a:pt x="421733" y="310570"/>
                </a:lnTo>
                <a:lnTo>
                  <a:pt x="421897" y="311049"/>
                </a:lnTo>
                <a:lnTo>
                  <a:pt x="422071" y="311519"/>
                </a:lnTo>
                <a:lnTo>
                  <a:pt x="422256" y="311981"/>
                </a:lnTo>
                <a:lnTo>
                  <a:pt x="422451" y="312435"/>
                </a:lnTo>
                <a:lnTo>
                  <a:pt x="422657" y="312880"/>
                </a:lnTo>
                <a:lnTo>
                  <a:pt x="422874" y="313318"/>
                </a:lnTo>
                <a:lnTo>
                  <a:pt x="423101" y="313747"/>
                </a:lnTo>
                <a:lnTo>
                  <a:pt x="423339" y="314168"/>
                </a:lnTo>
                <a:lnTo>
                  <a:pt x="423587" y="314580"/>
                </a:lnTo>
                <a:lnTo>
                  <a:pt x="423848" y="314972"/>
                </a:lnTo>
                <a:lnTo>
                  <a:pt x="424121" y="315358"/>
                </a:lnTo>
                <a:lnTo>
                  <a:pt x="424409" y="315737"/>
                </a:lnTo>
                <a:lnTo>
                  <a:pt x="424710" y="316111"/>
                </a:lnTo>
                <a:lnTo>
                  <a:pt x="425024" y="316480"/>
                </a:lnTo>
                <a:lnTo>
                  <a:pt x="425352" y="316842"/>
                </a:lnTo>
                <a:lnTo>
                  <a:pt x="425693" y="317198"/>
                </a:lnTo>
                <a:lnTo>
                  <a:pt x="426048" y="317549"/>
                </a:lnTo>
                <a:lnTo>
                  <a:pt x="426416" y="317893"/>
                </a:lnTo>
                <a:lnTo>
                  <a:pt x="426798" y="318232"/>
                </a:lnTo>
                <a:lnTo>
                  <a:pt x="427194" y="318565"/>
                </a:lnTo>
                <a:lnTo>
                  <a:pt x="427603" y="318892"/>
                </a:lnTo>
                <a:lnTo>
                  <a:pt x="428025" y="319213"/>
                </a:lnTo>
                <a:lnTo>
                  <a:pt x="428461" y="319528"/>
                </a:lnTo>
                <a:lnTo>
                  <a:pt x="428910" y="319837"/>
                </a:lnTo>
                <a:lnTo>
                  <a:pt x="429373" y="320141"/>
                </a:lnTo>
                <a:lnTo>
                  <a:pt x="429849" y="320438"/>
                </a:lnTo>
                <a:lnTo>
                  <a:pt x="430339" y="320730"/>
                </a:lnTo>
                <a:lnTo>
                  <a:pt x="430843" y="321016"/>
                </a:lnTo>
                <a:lnTo>
                  <a:pt x="431360" y="321296"/>
                </a:lnTo>
                <a:lnTo>
                  <a:pt x="431890" y="321570"/>
                </a:lnTo>
                <a:lnTo>
                  <a:pt x="432434" y="321839"/>
                </a:lnTo>
                <a:lnTo>
                  <a:pt x="432991" y="322101"/>
                </a:lnTo>
                <a:lnTo>
                  <a:pt x="433562" y="322357"/>
                </a:lnTo>
                <a:lnTo>
                  <a:pt x="434147" y="322596"/>
                </a:lnTo>
                <a:lnTo>
                  <a:pt x="434748" y="322831"/>
                </a:lnTo>
                <a:lnTo>
                  <a:pt x="435364" y="323063"/>
                </a:lnTo>
                <a:lnTo>
                  <a:pt x="435995" y="323292"/>
                </a:lnTo>
                <a:lnTo>
                  <a:pt x="436641" y="323518"/>
                </a:lnTo>
                <a:lnTo>
                  <a:pt x="437303" y="323742"/>
                </a:lnTo>
                <a:lnTo>
                  <a:pt x="437980" y="323962"/>
                </a:lnTo>
                <a:lnTo>
                  <a:pt x="438672" y="324180"/>
                </a:lnTo>
                <a:lnTo>
                  <a:pt x="439379" y="324394"/>
                </a:lnTo>
                <a:lnTo>
                  <a:pt x="440102" y="324606"/>
                </a:lnTo>
                <a:lnTo>
                  <a:pt x="440840" y="324815"/>
                </a:lnTo>
                <a:lnTo>
                  <a:pt x="441593" y="325020"/>
                </a:lnTo>
                <a:lnTo>
                  <a:pt x="442361" y="325223"/>
                </a:lnTo>
                <a:lnTo>
                  <a:pt x="443145" y="325423"/>
                </a:lnTo>
                <a:lnTo>
                  <a:pt x="443944" y="325620"/>
                </a:lnTo>
                <a:lnTo>
                  <a:pt x="444758" y="325814"/>
                </a:lnTo>
                <a:lnTo>
                  <a:pt x="445588" y="326005"/>
                </a:lnTo>
                <a:lnTo>
                  <a:pt x="446432" y="326193"/>
                </a:lnTo>
                <a:lnTo>
                  <a:pt x="447292" y="326378"/>
                </a:lnTo>
                <a:lnTo>
                  <a:pt x="448168" y="326561"/>
                </a:lnTo>
                <a:lnTo>
                  <a:pt x="449058" y="326740"/>
                </a:lnTo>
                <a:lnTo>
                  <a:pt x="449964" y="326916"/>
                </a:lnTo>
                <a:lnTo>
                  <a:pt x="450885" y="327090"/>
                </a:lnTo>
                <a:lnTo>
                  <a:pt x="451821" y="327260"/>
                </a:lnTo>
                <a:lnTo>
                  <a:pt x="452700" y="327401"/>
                </a:lnTo>
                <a:lnTo>
                  <a:pt x="453561" y="327543"/>
                </a:lnTo>
                <a:lnTo>
                  <a:pt x="454405" y="327686"/>
                </a:lnTo>
                <a:lnTo>
                  <a:pt x="455231" y="327829"/>
                </a:lnTo>
                <a:lnTo>
                  <a:pt x="456039" y="327972"/>
                </a:lnTo>
                <a:lnTo>
                  <a:pt x="456830" y="328116"/>
                </a:lnTo>
                <a:lnTo>
                  <a:pt x="457603" y="328261"/>
                </a:lnTo>
                <a:lnTo>
                  <a:pt x="458359" y="328406"/>
                </a:lnTo>
                <a:lnTo>
                  <a:pt x="459097" y="328552"/>
                </a:lnTo>
                <a:lnTo>
                  <a:pt x="459817" y="328699"/>
                </a:lnTo>
                <a:lnTo>
                  <a:pt x="460520" y="328846"/>
                </a:lnTo>
                <a:lnTo>
                  <a:pt x="461205" y="328993"/>
                </a:lnTo>
                <a:lnTo>
                  <a:pt x="461872" y="329142"/>
                </a:lnTo>
                <a:lnTo>
                  <a:pt x="462522" y="329290"/>
                </a:lnTo>
                <a:lnTo>
                  <a:pt x="463154" y="329440"/>
                </a:lnTo>
                <a:lnTo>
                  <a:pt x="463769" y="329590"/>
                </a:lnTo>
                <a:lnTo>
                  <a:pt x="464366" y="329740"/>
                </a:lnTo>
                <a:lnTo>
                  <a:pt x="464945" y="329892"/>
                </a:lnTo>
                <a:lnTo>
                  <a:pt x="465507" y="330043"/>
                </a:lnTo>
                <a:lnTo>
                  <a:pt x="466051" y="330196"/>
                </a:lnTo>
                <a:lnTo>
                  <a:pt x="466578" y="330349"/>
                </a:lnTo>
                <a:lnTo>
                  <a:pt x="467087" y="330502"/>
                </a:lnTo>
                <a:lnTo>
                  <a:pt x="467578" y="330656"/>
                </a:lnTo>
                <a:lnTo>
                  <a:pt x="468052" y="330811"/>
                </a:lnTo>
                <a:lnTo>
                  <a:pt x="468525" y="330967"/>
                </a:lnTo>
                <a:lnTo>
                  <a:pt x="468985" y="331126"/>
                </a:lnTo>
                <a:lnTo>
                  <a:pt x="469433" y="331286"/>
                </a:lnTo>
                <a:lnTo>
                  <a:pt x="469869" y="331450"/>
                </a:lnTo>
                <a:lnTo>
                  <a:pt x="470293" y="331615"/>
                </a:lnTo>
                <a:lnTo>
                  <a:pt x="470704" y="331783"/>
                </a:lnTo>
                <a:lnTo>
                  <a:pt x="471103" y="331953"/>
                </a:lnTo>
                <a:lnTo>
                  <a:pt x="471490" y="332126"/>
                </a:lnTo>
                <a:lnTo>
                  <a:pt x="471864" y="332301"/>
                </a:lnTo>
                <a:lnTo>
                  <a:pt x="472226" y="332478"/>
                </a:lnTo>
                <a:lnTo>
                  <a:pt x="472575" y="332658"/>
                </a:lnTo>
                <a:lnTo>
                  <a:pt x="472912" y="332840"/>
                </a:lnTo>
                <a:lnTo>
                  <a:pt x="473237" y="333024"/>
                </a:lnTo>
                <a:lnTo>
                  <a:pt x="473550" y="333211"/>
                </a:lnTo>
                <a:lnTo>
                  <a:pt x="473850" y="333400"/>
                </a:lnTo>
                <a:lnTo>
                  <a:pt x="474138" y="333591"/>
                </a:lnTo>
                <a:lnTo>
                  <a:pt x="474414" y="333785"/>
                </a:lnTo>
                <a:lnTo>
                  <a:pt x="474677" y="333981"/>
                </a:lnTo>
                <a:lnTo>
                  <a:pt x="474928" y="334179"/>
                </a:lnTo>
                <a:lnTo>
                  <a:pt x="475167" y="334380"/>
                </a:lnTo>
                <a:lnTo>
                  <a:pt x="475393" y="334583"/>
                </a:lnTo>
                <a:lnTo>
                  <a:pt x="475607" y="334789"/>
                </a:lnTo>
                <a:lnTo>
                  <a:pt x="475809" y="334996"/>
                </a:lnTo>
                <a:lnTo>
                  <a:pt x="475998" y="335207"/>
                </a:lnTo>
                <a:lnTo>
                  <a:pt x="476177" y="335420"/>
                </a:lnTo>
                <a:lnTo>
                  <a:pt x="476349" y="335639"/>
                </a:lnTo>
                <a:lnTo>
                  <a:pt x="476513" y="335862"/>
                </a:lnTo>
                <a:lnTo>
                  <a:pt x="476670" y="336089"/>
                </a:lnTo>
                <a:lnTo>
                  <a:pt x="476818" y="336322"/>
                </a:lnTo>
                <a:lnTo>
                  <a:pt x="476960" y="336559"/>
                </a:lnTo>
                <a:lnTo>
                  <a:pt x="477093" y="336801"/>
                </a:lnTo>
                <a:lnTo>
                  <a:pt x="477219" y="337048"/>
                </a:lnTo>
                <a:lnTo>
                  <a:pt x="477337" y="337299"/>
                </a:lnTo>
                <a:lnTo>
                  <a:pt x="477448" y="337555"/>
                </a:lnTo>
                <a:lnTo>
                  <a:pt x="477551" y="337815"/>
                </a:lnTo>
                <a:lnTo>
                  <a:pt x="477646" y="338081"/>
                </a:lnTo>
                <a:lnTo>
                  <a:pt x="477734" y="338351"/>
                </a:lnTo>
                <a:lnTo>
                  <a:pt x="477814" y="338626"/>
                </a:lnTo>
                <a:lnTo>
                  <a:pt x="477887" y="338905"/>
                </a:lnTo>
                <a:lnTo>
                  <a:pt x="477952" y="339189"/>
                </a:lnTo>
                <a:lnTo>
                  <a:pt x="478009" y="339478"/>
                </a:lnTo>
                <a:lnTo>
                  <a:pt x="478059" y="339771"/>
                </a:lnTo>
                <a:lnTo>
                  <a:pt x="478100" y="340070"/>
                </a:lnTo>
                <a:lnTo>
                  <a:pt x="478135" y="340373"/>
                </a:lnTo>
                <a:lnTo>
                  <a:pt x="478162" y="340680"/>
                </a:lnTo>
                <a:lnTo>
                  <a:pt x="478181" y="340993"/>
                </a:lnTo>
                <a:lnTo>
                  <a:pt x="478192" y="341310"/>
                </a:lnTo>
                <a:lnTo>
                  <a:pt x="478196" y="341631"/>
                </a:lnTo>
                <a:lnTo>
                  <a:pt x="478186" y="342121"/>
                </a:lnTo>
                <a:lnTo>
                  <a:pt x="478158" y="342602"/>
                </a:lnTo>
                <a:lnTo>
                  <a:pt x="478111" y="343076"/>
                </a:lnTo>
                <a:lnTo>
                  <a:pt x="478046" y="343543"/>
                </a:lnTo>
                <a:lnTo>
                  <a:pt x="477961" y="344001"/>
                </a:lnTo>
                <a:lnTo>
                  <a:pt x="477858" y="344453"/>
                </a:lnTo>
                <a:lnTo>
                  <a:pt x="477736" y="344896"/>
                </a:lnTo>
                <a:lnTo>
                  <a:pt x="477595" y="345332"/>
                </a:lnTo>
                <a:lnTo>
                  <a:pt x="477435" y="345760"/>
                </a:lnTo>
                <a:lnTo>
                  <a:pt x="477257" y="346181"/>
                </a:lnTo>
                <a:lnTo>
                  <a:pt x="477059" y="346594"/>
                </a:lnTo>
                <a:lnTo>
                  <a:pt x="476843" y="346999"/>
                </a:lnTo>
                <a:lnTo>
                  <a:pt x="476609" y="347397"/>
                </a:lnTo>
                <a:lnTo>
                  <a:pt x="476355" y="347787"/>
                </a:lnTo>
                <a:lnTo>
                  <a:pt x="476083" y="348169"/>
                </a:lnTo>
                <a:lnTo>
                  <a:pt x="475791" y="348544"/>
                </a:lnTo>
                <a:lnTo>
                  <a:pt x="475481" y="348911"/>
                </a:lnTo>
                <a:lnTo>
                  <a:pt x="475153" y="349271"/>
                </a:lnTo>
                <a:lnTo>
                  <a:pt x="474805" y="349623"/>
                </a:lnTo>
                <a:lnTo>
                  <a:pt x="474439" y="349967"/>
                </a:lnTo>
                <a:lnTo>
                  <a:pt x="474054" y="350304"/>
                </a:lnTo>
                <a:lnTo>
                  <a:pt x="473650" y="350633"/>
                </a:lnTo>
                <a:lnTo>
                  <a:pt x="473227" y="350954"/>
                </a:lnTo>
                <a:lnTo>
                  <a:pt x="472786" y="351268"/>
                </a:lnTo>
                <a:lnTo>
                  <a:pt x="472340" y="351558"/>
                </a:lnTo>
                <a:lnTo>
                  <a:pt x="471877" y="351835"/>
                </a:lnTo>
                <a:lnTo>
                  <a:pt x="471396" y="352100"/>
                </a:lnTo>
                <a:lnTo>
                  <a:pt x="470898" y="352353"/>
                </a:lnTo>
                <a:lnTo>
                  <a:pt x="470382" y="352593"/>
                </a:lnTo>
                <a:lnTo>
                  <a:pt x="469848" y="352821"/>
                </a:lnTo>
                <a:lnTo>
                  <a:pt x="469297" y="353037"/>
                </a:lnTo>
                <a:lnTo>
                  <a:pt x="468728" y="353241"/>
                </a:lnTo>
                <a:lnTo>
                  <a:pt x="468142" y="353432"/>
                </a:lnTo>
                <a:lnTo>
                  <a:pt x="467538" y="353610"/>
                </a:lnTo>
                <a:lnTo>
                  <a:pt x="466916" y="353777"/>
                </a:lnTo>
                <a:lnTo>
                  <a:pt x="466277" y="353931"/>
                </a:lnTo>
                <a:lnTo>
                  <a:pt x="465620" y="354073"/>
                </a:lnTo>
                <a:lnTo>
                  <a:pt x="464945" y="354202"/>
                </a:lnTo>
                <a:lnTo>
                  <a:pt x="464253" y="354319"/>
                </a:lnTo>
                <a:lnTo>
                  <a:pt x="463543" y="354424"/>
                </a:lnTo>
                <a:lnTo>
                  <a:pt x="462816" y="354517"/>
                </a:lnTo>
                <a:lnTo>
                  <a:pt x="462071" y="354597"/>
                </a:lnTo>
                <a:lnTo>
                  <a:pt x="461309" y="354664"/>
                </a:lnTo>
                <a:lnTo>
                  <a:pt x="460528" y="354720"/>
                </a:lnTo>
                <a:lnTo>
                  <a:pt x="459731" y="354763"/>
                </a:lnTo>
                <a:lnTo>
                  <a:pt x="458915" y="354794"/>
                </a:lnTo>
                <a:lnTo>
                  <a:pt x="458082" y="354812"/>
                </a:lnTo>
                <a:lnTo>
                  <a:pt x="457232" y="354819"/>
                </a:lnTo>
                <a:lnTo>
                  <a:pt x="456283" y="354812"/>
                </a:lnTo>
                <a:lnTo>
                  <a:pt x="455352" y="354792"/>
                </a:lnTo>
                <a:lnTo>
                  <a:pt x="454439" y="354758"/>
                </a:lnTo>
                <a:lnTo>
                  <a:pt x="453545" y="354711"/>
                </a:lnTo>
                <a:lnTo>
                  <a:pt x="452669" y="354650"/>
                </a:lnTo>
                <a:lnTo>
                  <a:pt x="451811" y="354575"/>
                </a:lnTo>
                <a:lnTo>
                  <a:pt x="450971" y="354488"/>
                </a:lnTo>
                <a:lnTo>
                  <a:pt x="450149" y="354386"/>
                </a:lnTo>
                <a:lnTo>
                  <a:pt x="449346" y="354272"/>
                </a:lnTo>
                <a:lnTo>
                  <a:pt x="448561" y="354143"/>
                </a:lnTo>
                <a:lnTo>
                  <a:pt x="447794" y="354002"/>
                </a:lnTo>
                <a:lnTo>
                  <a:pt x="447045" y="353846"/>
                </a:lnTo>
                <a:lnTo>
                  <a:pt x="446315" y="353678"/>
                </a:lnTo>
                <a:lnTo>
                  <a:pt x="445602" y="353495"/>
                </a:lnTo>
                <a:lnTo>
                  <a:pt x="444908" y="353299"/>
                </a:lnTo>
                <a:lnTo>
                  <a:pt x="444232" y="353090"/>
                </a:lnTo>
                <a:lnTo>
                  <a:pt x="443574" y="352867"/>
                </a:lnTo>
                <a:lnTo>
                  <a:pt x="442935" y="352631"/>
                </a:lnTo>
                <a:lnTo>
                  <a:pt x="442313" y="352381"/>
                </a:lnTo>
                <a:lnTo>
                  <a:pt x="441710" y="352118"/>
                </a:lnTo>
                <a:lnTo>
                  <a:pt x="441125" y="351841"/>
                </a:lnTo>
                <a:lnTo>
                  <a:pt x="440558" y="351551"/>
                </a:lnTo>
                <a:lnTo>
                  <a:pt x="440010" y="351247"/>
                </a:lnTo>
                <a:lnTo>
                  <a:pt x="439479" y="350930"/>
                </a:lnTo>
                <a:lnTo>
                  <a:pt x="438983" y="350586"/>
                </a:lnTo>
                <a:lnTo>
                  <a:pt x="438507" y="350232"/>
                </a:lnTo>
                <a:lnTo>
                  <a:pt x="438053" y="349868"/>
                </a:lnTo>
                <a:lnTo>
                  <a:pt x="437620" y="349493"/>
                </a:lnTo>
                <a:lnTo>
                  <a:pt x="437208" y="349107"/>
                </a:lnTo>
                <a:lnTo>
                  <a:pt x="436817" y="348711"/>
                </a:lnTo>
                <a:lnTo>
                  <a:pt x="436447" y="348304"/>
                </a:lnTo>
                <a:lnTo>
                  <a:pt x="436098" y="347887"/>
                </a:lnTo>
                <a:lnTo>
                  <a:pt x="435771" y="347459"/>
                </a:lnTo>
                <a:lnTo>
                  <a:pt x="435464" y="347020"/>
                </a:lnTo>
                <a:lnTo>
                  <a:pt x="435179" y="346571"/>
                </a:lnTo>
                <a:lnTo>
                  <a:pt x="434915" y="346112"/>
                </a:lnTo>
                <a:lnTo>
                  <a:pt x="434672" y="345641"/>
                </a:lnTo>
                <a:lnTo>
                  <a:pt x="434450" y="345161"/>
                </a:lnTo>
                <a:lnTo>
                  <a:pt x="434249" y="344669"/>
                </a:lnTo>
                <a:lnTo>
                  <a:pt x="434069" y="344167"/>
                </a:lnTo>
                <a:lnTo>
                  <a:pt x="433911" y="343655"/>
                </a:lnTo>
                <a:lnTo>
                  <a:pt x="433773" y="343132"/>
                </a:lnTo>
                <a:lnTo>
                  <a:pt x="433657" y="342598"/>
                </a:lnTo>
                <a:lnTo>
                  <a:pt x="433562" y="342054"/>
                </a:lnTo>
                <a:lnTo>
                  <a:pt x="433488" y="341499"/>
                </a:lnTo>
                <a:lnTo>
                  <a:pt x="433435" y="340934"/>
                </a:lnTo>
                <a:lnTo>
                  <a:pt x="433404" y="340358"/>
                </a:lnTo>
                <a:lnTo>
                  <a:pt x="433393" y="339771"/>
                </a:lnTo>
                <a:lnTo>
                  <a:pt x="433393" y="338081"/>
                </a:lnTo>
                <a:lnTo>
                  <a:pt x="418853" y="338081"/>
                </a:lnTo>
                <a:lnTo>
                  <a:pt x="418839" y="338179"/>
                </a:lnTo>
                <a:lnTo>
                  <a:pt x="418826" y="338277"/>
                </a:lnTo>
                <a:lnTo>
                  <a:pt x="418814" y="338374"/>
                </a:lnTo>
                <a:lnTo>
                  <a:pt x="418802" y="338470"/>
                </a:lnTo>
                <a:lnTo>
                  <a:pt x="418790" y="338566"/>
                </a:lnTo>
                <a:lnTo>
                  <a:pt x="418779" y="338662"/>
                </a:lnTo>
                <a:lnTo>
                  <a:pt x="418769" y="338757"/>
                </a:lnTo>
                <a:lnTo>
                  <a:pt x="418759" y="338851"/>
                </a:lnTo>
                <a:lnTo>
                  <a:pt x="418750" y="338945"/>
                </a:lnTo>
                <a:lnTo>
                  <a:pt x="418742" y="339038"/>
                </a:lnTo>
                <a:lnTo>
                  <a:pt x="418734" y="339130"/>
                </a:lnTo>
                <a:lnTo>
                  <a:pt x="418726" y="339222"/>
                </a:lnTo>
                <a:lnTo>
                  <a:pt x="418720" y="339313"/>
                </a:lnTo>
                <a:lnTo>
                  <a:pt x="418714" y="339404"/>
                </a:lnTo>
                <a:lnTo>
                  <a:pt x="418708" y="339494"/>
                </a:lnTo>
                <a:lnTo>
                  <a:pt x="418703" y="339584"/>
                </a:lnTo>
                <a:lnTo>
                  <a:pt x="418699" y="339673"/>
                </a:lnTo>
                <a:lnTo>
                  <a:pt x="418695" y="339761"/>
                </a:lnTo>
                <a:lnTo>
                  <a:pt x="418692" y="339849"/>
                </a:lnTo>
                <a:lnTo>
                  <a:pt x="418689" y="339936"/>
                </a:lnTo>
                <a:lnTo>
                  <a:pt x="418687" y="340022"/>
                </a:lnTo>
                <a:lnTo>
                  <a:pt x="418685" y="340108"/>
                </a:lnTo>
                <a:lnTo>
                  <a:pt x="418685" y="340194"/>
                </a:lnTo>
                <a:lnTo>
                  <a:pt x="418684" y="340279"/>
                </a:lnTo>
                <a:lnTo>
                  <a:pt x="418684" y="340362"/>
                </a:lnTo>
                <a:lnTo>
                  <a:pt x="418684" y="340444"/>
                </a:lnTo>
                <a:lnTo>
                  <a:pt x="418684" y="340524"/>
                </a:lnTo>
                <a:lnTo>
                  <a:pt x="418684" y="340603"/>
                </a:lnTo>
                <a:lnTo>
                  <a:pt x="418684" y="340679"/>
                </a:lnTo>
                <a:lnTo>
                  <a:pt x="418684" y="340754"/>
                </a:lnTo>
                <a:lnTo>
                  <a:pt x="418684" y="340827"/>
                </a:lnTo>
                <a:lnTo>
                  <a:pt x="418684" y="340898"/>
                </a:lnTo>
                <a:lnTo>
                  <a:pt x="418684" y="340968"/>
                </a:lnTo>
                <a:lnTo>
                  <a:pt x="418684" y="341036"/>
                </a:lnTo>
                <a:lnTo>
                  <a:pt x="418684" y="341102"/>
                </a:lnTo>
                <a:lnTo>
                  <a:pt x="418684" y="341166"/>
                </a:lnTo>
                <a:lnTo>
                  <a:pt x="418684" y="341229"/>
                </a:lnTo>
                <a:lnTo>
                  <a:pt x="418684" y="341289"/>
                </a:lnTo>
                <a:lnTo>
                  <a:pt x="418684" y="341348"/>
                </a:lnTo>
                <a:lnTo>
                  <a:pt x="418684" y="341406"/>
                </a:lnTo>
                <a:lnTo>
                  <a:pt x="418684" y="341461"/>
                </a:lnTo>
                <a:lnTo>
                  <a:pt x="418684" y="341515"/>
                </a:lnTo>
                <a:lnTo>
                  <a:pt x="418684" y="341567"/>
                </a:lnTo>
                <a:lnTo>
                  <a:pt x="418684" y="341617"/>
                </a:lnTo>
                <a:lnTo>
                  <a:pt x="418684" y="341665"/>
                </a:lnTo>
                <a:lnTo>
                  <a:pt x="418684" y="341712"/>
                </a:lnTo>
                <a:lnTo>
                  <a:pt x="418684" y="341757"/>
                </a:lnTo>
                <a:lnTo>
                  <a:pt x="418684" y="341800"/>
                </a:lnTo>
                <a:lnTo>
                  <a:pt x="418692" y="342445"/>
                </a:lnTo>
                <a:lnTo>
                  <a:pt x="418716" y="343082"/>
                </a:lnTo>
                <a:lnTo>
                  <a:pt x="418756" y="343713"/>
                </a:lnTo>
                <a:lnTo>
                  <a:pt x="418811" y="344336"/>
                </a:lnTo>
                <a:lnTo>
                  <a:pt x="418882" y="344952"/>
                </a:lnTo>
                <a:lnTo>
                  <a:pt x="418970" y="345562"/>
                </a:lnTo>
                <a:lnTo>
                  <a:pt x="419073" y="346164"/>
                </a:lnTo>
                <a:lnTo>
                  <a:pt x="419191" y="346759"/>
                </a:lnTo>
                <a:lnTo>
                  <a:pt x="419326" y="347348"/>
                </a:lnTo>
                <a:lnTo>
                  <a:pt x="419477" y="347929"/>
                </a:lnTo>
                <a:lnTo>
                  <a:pt x="419643" y="348503"/>
                </a:lnTo>
                <a:lnTo>
                  <a:pt x="419825" y="349070"/>
                </a:lnTo>
                <a:lnTo>
                  <a:pt x="420024" y="349630"/>
                </a:lnTo>
                <a:lnTo>
                  <a:pt x="420238" y="350183"/>
                </a:lnTo>
                <a:lnTo>
                  <a:pt x="420467" y="350729"/>
                </a:lnTo>
                <a:lnTo>
                  <a:pt x="420713" y="351268"/>
                </a:lnTo>
                <a:lnTo>
                  <a:pt x="420975" y="351800"/>
                </a:lnTo>
                <a:lnTo>
                  <a:pt x="421252" y="352325"/>
                </a:lnTo>
                <a:lnTo>
                  <a:pt x="421545" y="352842"/>
                </a:lnTo>
                <a:lnTo>
                  <a:pt x="421854" y="353353"/>
                </a:lnTo>
                <a:lnTo>
                  <a:pt x="422179" y="353857"/>
                </a:lnTo>
                <a:lnTo>
                  <a:pt x="422520" y="354354"/>
                </a:lnTo>
                <a:lnTo>
                  <a:pt x="422877" y="354843"/>
                </a:lnTo>
                <a:lnTo>
                  <a:pt x="423249" y="355326"/>
                </a:lnTo>
                <a:lnTo>
                  <a:pt x="423649" y="355786"/>
                </a:lnTo>
                <a:lnTo>
                  <a:pt x="424061" y="356238"/>
                </a:lnTo>
                <a:lnTo>
                  <a:pt x="424485" y="356681"/>
                </a:lnTo>
                <a:lnTo>
                  <a:pt x="424921" y="357115"/>
                </a:lnTo>
                <a:lnTo>
                  <a:pt x="425368" y="357540"/>
                </a:lnTo>
                <a:lnTo>
                  <a:pt x="425827" y="357957"/>
                </a:lnTo>
                <a:lnTo>
                  <a:pt x="426298" y="358365"/>
                </a:lnTo>
                <a:lnTo>
                  <a:pt x="426781" y="358763"/>
                </a:lnTo>
                <a:lnTo>
                  <a:pt x="427275" y="359154"/>
                </a:lnTo>
                <a:lnTo>
                  <a:pt x="427781" y="359535"/>
                </a:lnTo>
                <a:lnTo>
                  <a:pt x="428299" y="359907"/>
                </a:lnTo>
                <a:lnTo>
                  <a:pt x="428828" y="360271"/>
                </a:lnTo>
                <a:lnTo>
                  <a:pt x="429369" y="360626"/>
                </a:lnTo>
                <a:lnTo>
                  <a:pt x="429922" y="360972"/>
                </a:lnTo>
                <a:lnTo>
                  <a:pt x="430487" y="361309"/>
                </a:lnTo>
                <a:lnTo>
                  <a:pt x="431064" y="361638"/>
                </a:lnTo>
                <a:lnTo>
                  <a:pt x="431652" y="361957"/>
                </a:lnTo>
                <a:lnTo>
                  <a:pt x="432252" y="362268"/>
                </a:lnTo>
                <a:lnTo>
                  <a:pt x="432864" y="362570"/>
                </a:lnTo>
                <a:lnTo>
                  <a:pt x="433487" y="362863"/>
                </a:lnTo>
                <a:lnTo>
                  <a:pt x="434122" y="363148"/>
                </a:lnTo>
                <a:lnTo>
                  <a:pt x="434769" y="363423"/>
                </a:lnTo>
                <a:lnTo>
                  <a:pt x="435428" y="363690"/>
                </a:lnTo>
                <a:lnTo>
                  <a:pt x="436098" y="363948"/>
                </a:lnTo>
                <a:lnTo>
                  <a:pt x="436793" y="364183"/>
                </a:lnTo>
                <a:lnTo>
                  <a:pt x="437495" y="364407"/>
                </a:lnTo>
                <a:lnTo>
                  <a:pt x="438206" y="364622"/>
                </a:lnTo>
                <a:lnTo>
                  <a:pt x="438925" y="364826"/>
                </a:lnTo>
                <a:lnTo>
                  <a:pt x="439653" y="365021"/>
                </a:lnTo>
                <a:lnTo>
                  <a:pt x="440388" y="365206"/>
                </a:lnTo>
                <a:lnTo>
                  <a:pt x="441132" y="365380"/>
                </a:lnTo>
                <a:lnTo>
                  <a:pt x="441884" y="365545"/>
                </a:lnTo>
                <a:lnTo>
                  <a:pt x="442644" y="365700"/>
                </a:lnTo>
                <a:lnTo>
                  <a:pt x="443413" y="365844"/>
                </a:lnTo>
                <a:lnTo>
                  <a:pt x="444189" y="365979"/>
                </a:lnTo>
                <a:lnTo>
                  <a:pt x="444974" y="366104"/>
                </a:lnTo>
                <a:lnTo>
                  <a:pt x="445767" y="366219"/>
                </a:lnTo>
                <a:lnTo>
                  <a:pt x="446569" y="366323"/>
                </a:lnTo>
                <a:lnTo>
                  <a:pt x="447378" y="366418"/>
                </a:lnTo>
                <a:lnTo>
                  <a:pt x="448196" y="366503"/>
                </a:lnTo>
                <a:lnTo>
                  <a:pt x="449022" y="366578"/>
                </a:lnTo>
                <a:lnTo>
                  <a:pt x="449856" y="366643"/>
                </a:lnTo>
                <a:lnTo>
                  <a:pt x="450698" y="366698"/>
                </a:lnTo>
                <a:lnTo>
                  <a:pt x="451549" y="366742"/>
                </a:lnTo>
                <a:lnTo>
                  <a:pt x="452408" y="366777"/>
                </a:lnTo>
                <a:lnTo>
                  <a:pt x="453275" y="366802"/>
                </a:lnTo>
                <a:lnTo>
                  <a:pt x="454150" y="366817"/>
                </a:lnTo>
                <a:lnTo>
                  <a:pt x="455034" y="366822"/>
                </a:lnTo>
                <a:lnTo>
                  <a:pt x="456042" y="366817"/>
                </a:lnTo>
                <a:lnTo>
                  <a:pt x="457038" y="366802"/>
                </a:lnTo>
                <a:lnTo>
                  <a:pt x="458021" y="366777"/>
                </a:lnTo>
                <a:lnTo>
                  <a:pt x="458993" y="366742"/>
                </a:lnTo>
                <a:lnTo>
                  <a:pt x="459952" y="366698"/>
                </a:lnTo>
                <a:lnTo>
                  <a:pt x="460898" y="366643"/>
                </a:lnTo>
                <a:lnTo>
                  <a:pt x="461832" y="366578"/>
                </a:lnTo>
                <a:close/>
                <a:moveTo>
                  <a:pt x="475589" y="615859"/>
                </a:moveTo>
                <a:lnTo>
                  <a:pt x="476111" y="615824"/>
                </a:lnTo>
                <a:lnTo>
                  <a:pt x="476632" y="615784"/>
                </a:lnTo>
                <a:lnTo>
                  <a:pt x="477153" y="615739"/>
                </a:lnTo>
                <a:lnTo>
                  <a:pt x="477675" y="615690"/>
                </a:lnTo>
                <a:lnTo>
                  <a:pt x="478196" y="615636"/>
                </a:lnTo>
                <a:lnTo>
                  <a:pt x="478717" y="615577"/>
                </a:lnTo>
                <a:lnTo>
                  <a:pt x="479238" y="615514"/>
                </a:lnTo>
                <a:lnTo>
                  <a:pt x="479760" y="615445"/>
                </a:lnTo>
                <a:lnTo>
                  <a:pt x="480281" y="615373"/>
                </a:lnTo>
                <a:lnTo>
                  <a:pt x="480802" y="615295"/>
                </a:lnTo>
                <a:lnTo>
                  <a:pt x="481324" y="615213"/>
                </a:lnTo>
                <a:lnTo>
                  <a:pt x="481845" y="615126"/>
                </a:lnTo>
                <a:lnTo>
                  <a:pt x="482366" y="615034"/>
                </a:lnTo>
                <a:lnTo>
                  <a:pt x="482887" y="614938"/>
                </a:lnTo>
                <a:lnTo>
                  <a:pt x="483409" y="614837"/>
                </a:lnTo>
                <a:lnTo>
                  <a:pt x="483930" y="614732"/>
                </a:lnTo>
                <a:lnTo>
                  <a:pt x="484451" y="614621"/>
                </a:lnTo>
                <a:lnTo>
                  <a:pt x="484969" y="614521"/>
                </a:lnTo>
                <a:lnTo>
                  <a:pt x="485479" y="614416"/>
                </a:lnTo>
                <a:lnTo>
                  <a:pt x="485981" y="614307"/>
                </a:lnTo>
                <a:lnTo>
                  <a:pt x="486475" y="614194"/>
                </a:lnTo>
                <a:lnTo>
                  <a:pt x="486962" y="614077"/>
                </a:lnTo>
                <a:lnTo>
                  <a:pt x="487442" y="613956"/>
                </a:lnTo>
                <a:lnTo>
                  <a:pt x="487913" y="613830"/>
                </a:lnTo>
                <a:lnTo>
                  <a:pt x="488377" y="613701"/>
                </a:lnTo>
                <a:lnTo>
                  <a:pt x="488834" y="613567"/>
                </a:lnTo>
                <a:lnTo>
                  <a:pt x="489283" y="613430"/>
                </a:lnTo>
                <a:lnTo>
                  <a:pt x="489724" y="613288"/>
                </a:lnTo>
                <a:lnTo>
                  <a:pt x="490157" y="613142"/>
                </a:lnTo>
                <a:lnTo>
                  <a:pt x="490583" y="612992"/>
                </a:lnTo>
                <a:lnTo>
                  <a:pt x="491002" y="612838"/>
                </a:lnTo>
                <a:lnTo>
                  <a:pt x="491412" y="612680"/>
                </a:lnTo>
                <a:lnTo>
                  <a:pt x="491815" y="612517"/>
                </a:lnTo>
                <a:lnTo>
                  <a:pt x="492211" y="612351"/>
                </a:lnTo>
                <a:lnTo>
                  <a:pt x="492598" y="612180"/>
                </a:lnTo>
                <a:lnTo>
                  <a:pt x="492978" y="612006"/>
                </a:lnTo>
                <a:lnTo>
                  <a:pt x="493351" y="611827"/>
                </a:lnTo>
                <a:lnTo>
                  <a:pt x="493716" y="611644"/>
                </a:lnTo>
                <a:lnTo>
                  <a:pt x="494073" y="611457"/>
                </a:lnTo>
                <a:lnTo>
                  <a:pt x="494422" y="611266"/>
                </a:lnTo>
                <a:lnTo>
                  <a:pt x="494764" y="611071"/>
                </a:lnTo>
                <a:lnTo>
                  <a:pt x="494764" y="598053"/>
                </a:lnTo>
                <a:lnTo>
                  <a:pt x="494467" y="598193"/>
                </a:lnTo>
                <a:lnTo>
                  <a:pt x="494164" y="598333"/>
                </a:lnTo>
                <a:lnTo>
                  <a:pt x="493858" y="598473"/>
                </a:lnTo>
                <a:lnTo>
                  <a:pt x="493548" y="598612"/>
                </a:lnTo>
                <a:lnTo>
                  <a:pt x="493234" y="598750"/>
                </a:lnTo>
                <a:lnTo>
                  <a:pt x="492915" y="598887"/>
                </a:lnTo>
                <a:lnTo>
                  <a:pt x="492593" y="599025"/>
                </a:lnTo>
                <a:lnTo>
                  <a:pt x="492266" y="599161"/>
                </a:lnTo>
                <a:lnTo>
                  <a:pt x="491935" y="599297"/>
                </a:lnTo>
                <a:lnTo>
                  <a:pt x="491600" y="599432"/>
                </a:lnTo>
                <a:lnTo>
                  <a:pt x="491261" y="599567"/>
                </a:lnTo>
                <a:lnTo>
                  <a:pt x="490918" y="599701"/>
                </a:lnTo>
                <a:lnTo>
                  <a:pt x="490571" y="599835"/>
                </a:lnTo>
                <a:lnTo>
                  <a:pt x="490220" y="599968"/>
                </a:lnTo>
                <a:lnTo>
                  <a:pt x="489864" y="600100"/>
                </a:lnTo>
                <a:lnTo>
                  <a:pt x="489505" y="600232"/>
                </a:lnTo>
                <a:lnTo>
                  <a:pt x="489141" y="600363"/>
                </a:lnTo>
                <a:lnTo>
                  <a:pt x="488773" y="600494"/>
                </a:lnTo>
                <a:lnTo>
                  <a:pt x="488401" y="600624"/>
                </a:lnTo>
                <a:lnTo>
                  <a:pt x="488025" y="600753"/>
                </a:lnTo>
                <a:lnTo>
                  <a:pt x="487645" y="600882"/>
                </a:lnTo>
                <a:lnTo>
                  <a:pt x="487261" y="601010"/>
                </a:lnTo>
                <a:lnTo>
                  <a:pt x="486873" y="601138"/>
                </a:lnTo>
                <a:lnTo>
                  <a:pt x="486480" y="601265"/>
                </a:lnTo>
                <a:lnTo>
                  <a:pt x="486098" y="601375"/>
                </a:lnTo>
                <a:lnTo>
                  <a:pt x="485713" y="601481"/>
                </a:lnTo>
                <a:lnTo>
                  <a:pt x="485326" y="601582"/>
                </a:lnTo>
                <a:lnTo>
                  <a:pt x="484935" y="601678"/>
                </a:lnTo>
                <a:lnTo>
                  <a:pt x="484541" y="601770"/>
                </a:lnTo>
                <a:lnTo>
                  <a:pt x="484145" y="601857"/>
                </a:lnTo>
                <a:lnTo>
                  <a:pt x="483745" y="601939"/>
                </a:lnTo>
                <a:lnTo>
                  <a:pt x="483343" y="602016"/>
                </a:lnTo>
                <a:lnTo>
                  <a:pt x="482938" y="602089"/>
                </a:lnTo>
                <a:lnTo>
                  <a:pt x="482529" y="602157"/>
                </a:lnTo>
                <a:lnTo>
                  <a:pt x="482118" y="602221"/>
                </a:lnTo>
                <a:lnTo>
                  <a:pt x="481704" y="602279"/>
                </a:lnTo>
                <a:lnTo>
                  <a:pt x="481287" y="602333"/>
                </a:lnTo>
                <a:lnTo>
                  <a:pt x="480867" y="602383"/>
                </a:lnTo>
                <a:lnTo>
                  <a:pt x="480444" y="602427"/>
                </a:lnTo>
                <a:lnTo>
                  <a:pt x="480018" y="602467"/>
                </a:lnTo>
                <a:lnTo>
                  <a:pt x="479589" y="602502"/>
                </a:lnTo>
                <a:lnTo>
                  <a:pt x="479157" y="602533"/>
                </a:lnTo>
                <a:lnTo>
                  <a:pt x="478723" y="602559"/>
                </a:lnTo>
                <a:lnTo>
                  <a:pt x="478285" y="602580"/>
                </a:lnTo>
                <a:lnTo>
                  <a:pt x="477845" y="602596"/>
                </a:lnTo>
                <a:lnTo>
                  <a:pt x="477401" y="602608"/>
                </a:lnTo>
                <a:lnTo>
                  <a:pt x="476955" y="602615"/>
                </a:lnTo>
                <a:lnTo>
                  <a:pt x="476505" y="602617"/>
                </a:lnTo>
                <a:lnTo>
                  <a:pt x="475932" y="602614"/>
                </a:lnTo>
                <a:lnTo>
                  <a:pt x="475366" y="602606"/>
                </a:lnTo>
                <a:lnTo>
                  <a:pt x="474809" y="602591"/>
                </a:lnTo>
                <a:lnTo>
                  <a:pt x="474260" y="602570"/>
                </a:lnTo>
                <a:lnTo>
                  <a:pt x="473720" y="602544"/>
                </a:lnTo>
                <a:lnTo>
                  <a:pt x="473187" y="602512"/>
                </a:lnTo>
                <a:lnTo>
                  <a:pt x="472663" y="602474"/>
                </a:lnTo>
                <a:lnTo>
                  <a:pt x="472147" y="602430"/>
                </a:lnTo>
                <a:lnTo>
                  <a:pt x="471639" y="602380"/>
                </a:lnTo>
                <a:lnTo>
                  <a:pt x="471140" y="602324"/>
                </a:lnTo>
                <a:lnTo>
                  <a:pt x="470648" y="602262"/>
                </a:lnTo>
                <a:lnTo>
                  <a:pt x="470165" y="602195"/>
                </a:lnTo>
                <a:lnTo>
                  <a:pt x="469690" y="602121"/>
                </a:lnTo>
                <a:lnTo>
                  <a:pt x="469224" y="602042"/>
                </a:lnTo>
                <a:lnTo>
                  <a:pt x="468765" y="601957"/>
                </a:lnTo>
                <a:lnTo>
                  <a:pt x="468315" y="601866"/>
                </a:lnTo>
                <a:lnTo>
                  <a:pt x="467873" y="601769"/>
                </a:lnTo>
                <a:lnTo>
                  <a:pt x="467439" y="601666"/>
                </a:lnTo>
                <a:lnTo>
                  <a:pt x="467013" y="601558"/>
                </a:lnTo>
                <a:lnTo>
                  <a:pt x="466596" y="601443"/>
                </a:lnTo>
                <a:lnTo>
                  <a:pt x="466187" y="601323"/>
                </a:lnTo>
                <a:lnTo>
                  <a:pt x="465786" y="601197"/>
                </a:lnTo>
                <a:lnTo>
                  <a:pt x="465393" y="601065"/>
                </a:lnTo>
                <a:lnTo>
                  <a:pt x="465009" y="600927"/>
                </a:lnTo>
                <a:lnTo>
                  <a:pt x="464632" y="600782"/>
                </a:lnTo>
                <a:lnTo>
                  <a:pt x="464263" y="600631"/>
                </a:lnTo>
                <a:lnTo>
                  <a:pt x="463902" y="600472"/>
                </a:lnTo>
                <a:lnTo>
                  <a:pt x="463548" y="600307"/>
                </a:lnTo>
                <a:lnTo>
                  <a:pt x="463202" y="600134"/>
                </a:lnTo>
                <a:lnTo>
                  <a:pt x="462864" y="599955"/>
                </a:lnTo>
                <a:lnTo>
                  <a:pt x="462533" y="599768"/>
                </a:lnTo>
                <a:lnTo>
                  <a:pt x="462210" y="599574"/>
                </a:lnTo>
                <a:lnTo>
                  <a:pt x="461894" y="599373"/>
                </a:lnTo>
                <a:lnTo>
                  <a:pt x="461586" y="599166"/>
                </a:lnTo>
                <a:lnTo>
                  <a:pt x="461286" y="598951"/>
                </a:lnTo>
                <a:lnTo>
                  <a:pt x="460993" y="598729"/>
                </a:lnTo>
                <a:lnTo>
                  <a:pt x="460708" y="598500"/>
                </a:lnTo>
                <a:lnTo>
                  <a:pt x="460431" y="598264"/>
                </a:lnTo>
                <a:lnTo>
                  <a:pt x="460161" y="598021"/>
                </a:lnTo>
                <a:lnTo>
                  <a:pt x="459899" y="597771"/>
                </a:lnTo>
                <a:lnTo>
                  <a:pt x="459645" y="597514"/>
                </a:lnTo>
                <a:lnTo>
                  <a:pt x="459398" y="597249"/>
                </a:lnTo>
                <a:lnTo>
                  <a:pt x="459158" y="596978"/>
                </a:lnTo>
                <a:lnTo>
                  <a:pt x="458927" y="596700"/>
                </a:lnTo>
                <a:lnTo>
                  <a:pt x="458703" y="596415"/>
                </a:lnTo>
                <a:lnTo>
                  <a:pt x="458487" y="596122"/>
                </a:lnTo>
                <a:lnTo>
                  <a:pt x="458278" y="595823"/>
                </a:lnTo>
                <a:lnTo>
                  <a:pt x="458077" y="595516"/>
                </a:lnTo>
                <a:lnTo>
                  <a:pt x="457884" y="595203"/>
                </a:lnTo>
                <a:lnTo>
                  <a:pt x="457699" y="594882"/>
                </a:lnTo>
                <a:lnTo>
                  <a:pt x="457522" y="594555"/>
                </a:lnTo>
                <a:lnTo>
                  <a:pt x="457354" y="594220"/>
                </a:lnTo>
                <a:lnTo>
                  <a:pt x="457193" y="593879"/>
                </a:lnTo>
                <a:lnTo>
                  <a:pt x="457041" y="593530"/>
                </a:lnTo>
                <a:lnTo>
                  <a:pt x="456898" y="593174"/>
                </a:lnTo>
                <a:lnTo>
                  <a:pt x="456762" y="592811"/>
                </a:lnTo>
                <a:lnTo>
                  <a:pt x="456635" y="592442"/>
                </a:lnTo>
                <a:lnTo>
                  <a:pt x="456515" y="592065"/>
                </a:lnTo>
                <a:lnTo>
                  <a:pt x="456404" y="591681"/>
                </a:lnTo>
                <a:lnTo>
                  <a:pt x="456302" y="591290"/>
                </a:lnTo>
                <a:lnTo>
                  <a:pt x="456207" y="590892"/>
                </a:lnTo>
                <a:lnTo>
                  <a:pt x="456121" y="590487"/>
                </a:lnTo>
                <a:lnTo>
                  <a:pt x="456043" y="590075"/>
                </a:lnTo>
                <a:lnTo>
                  <a:pt x="455973" y="589656"/>
                </a:lnTo>
                <a:lnTo>
                  <a:pt x="455911" y="589229"/>
                </a:lnTo>
                <a:lnTo>
                  <a:pt x="455858" y="588796"/>
                </a:lnTo>
                <a:lnTo>
                  <a:pt x="455813" y="588356"/>
                </a:lnTo>
                <a:lnTo>
                  <a:pt x="455776" y="587909"/>
                </a:lnTo>
                <a:lnTo>
                  <a:pt x="455747" y="587454"/>
                </a:lnTo>
                <a:lnTo>
                  <a:pt x="455726" y="586993"/>
                </a:lnTo>
                <a:lnTo>
                  <a:pt x="455714" y="586524"/>
                </a:lnTo>
                <a:lnTo>
                  <a:pt x="455710" y="586049"/>
                </a:lnTo>
                <a:lnTo>
                  <a:pt x="455710" y="541077"/>
                </a:lnTo>
                <a:lnTo>
                  <a:pt x="494764" y="541077"/>
                </a:lnTo>
                <a:lnTo>
                  <a:pt x="494764" y="527890"/>
                </a:lnTo>
                <a:lnTo>
                  <a:pt x="455710" y="527890"/>
                </a:lnTo>
                <a:lnTo>
                  <a:pt x="455710" y="500332"/>
                </a:lnTo>
                <a:lnTo>
                  <a:pt x="445228" y="500332"/>
                </a:lnTo>
                <a:lnTo>
                  <a:pt x="439310" y="527890"/>
                </a:lnTo>
                <a:lnTo>
                  <a:pt x="413781" y="527890"/>
                </a:lnTo>
                <a:lnTo>
                  <a:pt x="413781" y="541077"/>
                </a:lnTo>
                <a:lnTo>
                  <a:pt x="438803" y="541077"/>
                </a:lnTo>
                <a:lnTo>
                  <a:pt x="438803" y="587402"/>
                </a:lnTo>
                <a:lnTo>
                  <a:pt x="438819" y="588655"/>
                </a:lnTo>
                <a:lnTo>
                  <a:pt x="438865" y="589879"/>
                </a:lnTo>
                <a:lnTo>
                  <a:pt x="438943" y="591073"/>
                </a:lnTo>
                <a:lnTo>
                  <a:pt x="439052" y="592239"/>
                </a:lnTo>
                <a:lnTo>
                  <a:pt x="439192" y="593375"/>
                </a:lnTo>
                <a:lnTo>
                  <a:pt x="439363" y="594481"/>
                </a:lnTo>
                <a:lnTo>
                  <a:pt x="439565" y="595558"/>
                </a:lnTo>
                <a:lnTo>
                  <a:pt x="439799" y="596606"/>
                </a:lnTo>
                <a:lnTo>
                  <a:pt x="440063" y="597625"/>
                </a:lnTo>
                <a:lnTo>
                  <a:pt x="440359" y="598614"/>
                </a:lnTo>
                <a:lnTo>
                  <a:pt x="440686" y="599574"/>
                </a:lnTo>
                <a:lnTo>
                  <a:pt x="441043" y="600504"/>
                </a:lnTo>
                <a:lnTo>
                  <a:pt x="441432" y="601405"/>
                </a:lnTo>
                <a:lnTo>
                  <a:pt x="441852" y="602277"/>
                </a:lnTo>
                <a:lnTo>
                  <a:pt x="442303" y="603119"/>
                </a:lnTo>
                <a:lnTo>
                  <a:pt x="442786" y="603932"/>
                </a:lnTo>
                <a:lnTo>
                  <a:pt x="443299" y="604716"/>
                </a:lnTo>
                <a:lnTo>
                  <a:pt x="443844" y="605470"/>
                </a:lnTo>
                <a:lnTo>
                  <a:pt x="444419" y="606195"/>
                </a:lnTo>
                <a:lnTo>
                  <a:pt x="445026" y="606891"/>
                </a:lnTo>
                <a:lnTo>
                  <a:pt x="445664" y="607557"/>
                </a:lnTo>
                <a:lnTo>
                  <a:pt x="446333" y="608194"/>
                </a:lnTo>
                <a:lnTo>
                  <a:pt x="447033" y="608802"/>
                </a:lnTo>
                <a:lnTo>
                  <a:pt x="447764" y="609380"/>
                </a:lnTo>
                <a:lnTo>
                  <a:pt x="448521" y="609918"/>
                </a:lnTo>
                <a:lnTo>
                  <a:pt x="449301" y="610433"/>
                </a:lnTo>
                <a:lnTo>
                  <a:pt x="450102" y="610926"/>
                </a:lnTo>
                <a:lnTo>
                  <a:pt x="450924" y="611395"/>
                </a:lnTo>
                <a:lnTo>
                  <a:pt x="451769" y="611841"/>
                </a:lnTo>
                <a:lnTo>
                  <a:pt x="452635" y="612265"/>
                </a:lnTo>
                <a:lnTo>
                  <a:pt x="453523" y="612666"/>
                </a:lnTo>
                <a:lnTo>
                  <a:pt x="454433" y="613043"/>
                </a:lnTo>
                <a:lnTo>
                  <a:pt x="455364" y="613398"/>
                </a:lnTo>
                <a:lnTo>
                  <a:pt x="456317" y="613730"/>
                </a:lnTo>
                <a:lnTo>
                  <a:pt x="457292" y="614039"/>
                </a:lnTo>
                <a:lnTo>
                  <a:pt x="458288" y="614325"/>
                </a:lnTo>
                <a:lnTo>
                  <a:pt x="459306" y="614589"/>
                </a:lnTo>
                <a:lnTo>
                  <a:pt x="460346" y="614829"/>
                </a:lnTo>
                <a:lnTo>
                  <a:pt x="461408" y="615047"/>
                </a:lnTo>
                <a:lnTo>
                  <a:pt x="462491" y="615241"/>
                </a:lnTo>
                <a:lnTo>
                  <a:pt x="463596" y="615413"/>
                </a:lnTo>
                <a:lnTo>
                  <a:pt x="464723" y="615562"/>
                </a:lnTo>
                <a:lnTo>
                  <a:pt x="465872" y="615688"/>
                </a:lnTo>
                <a:lnTo>
                  <a:pt x="467042" y="615791"/>
                </a:lnTo>
                <a:lnTo>
                  <a:pt x="468234" y="615871"/>
                </a:lnTo>
                <a:lnTo>
                  <a:pt x="469448" y="615928"/>
                </a:lnTo>
                <a:lnTo>
                  <a:pt x="470683" y="615962"/>
                </a:lnTo>
                <a:lnTo>
                  <a:pt x="471940" y="615974"/>
                </a:lnTo>
                <a:lnTo>
                  <a:pt x="472462" y="615972"/>
                </a:lnTo>
                <a:lnTo>
                  <a:pt x="472983" y="615964"/>
                </a:lnTo>
                <a:lnTo>
                  <a:pt x="473504" y="615953"/>
                </a:lnTo>
                <a:lnTo>
                  <a:pt x="474026" y="615936"/>
                </a:lnTo>
                <a:lnTo>
                  <a:pt x="474547" y="615915"/>
                </a:lnTo>
                <a:lnTo>
                  <a:pt x="475068" y="615889"/>
                </a:lnTo>
                <a:lnTo>
                  <a:pt x="475589" y="615859"/>
                </a:lnTo>
                <a:close/>
                <a:moveTo>
                  <a:pt x="553143" y="558354"/>
                </a:moveTo>
                <a:lnTo>
                  <a:pt x="553185" y="557914"/>
                </a:lnTo>
                <a:lnTo>
                  <a:pt x="553233" y="557477"/>
                </a:lnTo>
                <a:lnTo>
                  <a:pt x="553288" y="557041"/>
                </a:lnTo>
                <a:lnTo>
                  <a:pt x="553349" y="556607"/>
                </a:lnTo>
                <a:lnTo>
                  <a:pt x="553417" y="556174"/>
                </a:lnTo>
                <a:lnTo>
                  <a:pt x="553492" y="555744"/>
                </a:lnTo>
                <a:lnTo>
                  <a:pt x="553572" y="555315"/>
                </a:lnTo>
                <a:lnTo>
                  <a:pt x="553659" y="554888"/>
                </a:lnTo>
                <a:lnTo>
                  <a:pt x="553753" y="554462"/>
                </a:lnTo>
                <a:lnTo>
                  <a:pt x="553853" y="554039"/>
                </a:lnTo>
                <a:lnTo>
                  <a:pt x="553960" y="553617"/>
                </a:lnTo>
                <a:lnTo>
                  <a:pt x="554073" y="553197"/>
                </a:lnTo>
                <a:lnTo>
                  <a:pt x="554192" y="552779"/>
                </a:lnTo>
                <a:lnTo>
                  <a:pt x="554318" y="552362"/>
                </a:lnTo>
                <a:lnTo>
                  <a:pt x="554450" y="551948"/>
                </a:lnTo>
                <a:lnTo>
                  <a:pt x="554589" y="551535"/>
                </a:lnTo>
                <a:lnTo>
                  <a:pt x="554735" y="551123"/>
                </a:lnTo>
                <a:lnTo>
                  <a:pt x="554886" y="550714"/>
                </a:lnTo>
                <a:lnTo>
                  <a:pt x="555045" y="550308"/>
                </a:lnTo>
                <a:lnTo>
                  <a:pt x="555209" y="549909"/>
                </a:lnTo>
                <a:lnTo>
                  <a:pt x="555380" y="549515"/>
                </a:lnTo>
                <a:lnTo>
                  <a:pt x="555558" y="549127"/>
                </a:lnTo>
                <a:lnTo>
                  <a:pt x="555742" y="548744"/>
                </a:lnTo>
                <a:lnTo>
                  <a:pt x="555932" y="548368"/>
                </a:lnTo>
                <a:lnTo>
                  <a:pt x="556129" y="547998"/>
                </a:lnTo>
                <a:lnTo>
                  <a:pt x="556333" y="547633"/>
                </a:lnTo>
                <a:lnTo>
                  <a:pt x="556543" y="547274"/>
                </a:lnTo>
                <a:lnTo>
                  <a:pt x="556759" y="546922"/>
                </a:lnTo>
                <a:lnTo>
                  <a:pt x="556982" y="546575"/>
                </a:lnTo>
                <a:lnTo>
                  <a:pt x="557211" y="546234"/>
                </a:lnTo>
                <a:lnTo>
                  <a:pt x="557447" y="545898"/>
                </a:lnTo>
                <a:lnTo>
                  <a:pt x="557689" y="545569"/>
                </a:lnTo>
                <a:lnTo>
                  <a:pt x="557937" y="545246"/>
                </a:lnTo>
                <a:lnTo>
                  <a:pt x="558192" y="544928"/>
                </a:lnTo>
                <a:lnTo>
                  <a:pt x="558454" y="544616"/>
                </a:lnTo>
                <a:lnTo>
                  <a:pt x="558722" y="544310"/>
                </a:lnTo>
                <a:lnTo>
                  <a:pt x="558996" y="544010"/>
                </a:lnTo>
                <a:lnTo>
                  <a:pt x="559277" y="543716"/>
                </a:lnTo>
                <a:lnTo>
                  <a:pt x="559565" y="543428"/>
                </a:lnTo>
                <a:lnTo>
                  <a:pt x="559859" y="543146"/>
                </a:lnTo>
                <a:lnTo>
                  <a:pt x="560159" y="542869"/>
                </a:lnTo>
                <a:lnTo>
                  <a:pt x="560466" y="542599"/>
                </a:lnTo>
                <a:lnTo>
                  <a:pt x="560792" y="542336"/>
                </a:lnTo>
                <a:lnTo>
                  <a:pt x="561125" y="542086"/>
                </a:lnTo>
                <a:lnTo>
                  <a:pt x="561464" y="541846"/>
                </a:lnTo>
                <a:lnTo>
                  <a:pt x="561809" y="541617"/>
                </a:lnTo>
                <a:lnTo>
                  <a:pt x="562159" y="541400"/>
                </a:lnTo>
                <a:lnTo>
                  <a:pt x="562515" y="541193"/>
                </a:lnTo>
                <a:lnTo>
                  <a:pt x="562878" y="540998"/>
                </a:lnTo>
                <a:lnTo>
                  <a:pt x="563246" y="540814"/>
                </a:lnTo>
                <a:lnTo>
                  <a:pt x="563620" y="540641"/>
                </a:lnTo>
                <a:lnTo>
                  <a:pt x="563999" y="540479"/>
                </a:lnTo>
                <a:lnTo>
                  <a:pt x="564385" y="540329"/>
                </a:lnTo>
                <a:lnTo>
                  <a:pt x="564777" y="540189"/>
                </a:lnTo>
                <a:lnTo>
                  <a:pt x="565174" y="540061"/>
                </a:lnTo>
                <a:lnTo>
                  <a:pt x="565577" y="539944"/>
                </a:lnTo>
                <a:lnTo>
                  <a:pt x="565987" y="539838"/>
                </a:lnTo>
                <a:lnTo>
                  <a:pt x="566402" y="539743"/>
                </a:lnTo>
                <a:lnTo>
                  <a:pt x="566823" y="539660"/>
                </a:lnTo>
                <a:lnTo>
                  <a:pt x="567249" y="539587"/>
                </a:lnTo>
                <a:lnTo>
                  <a:pt x="567682" y="539526"/>
                </a:lnTo>
                <a:lnTo>
                  <a:pt x="568120" y="539476"/>
                </a:lnTo>
                <a:lnTo>
                  <a:pt x="568565" y="539437"/>
                </a:lnTo>
                <a:lnTo>
                  <a:pt x="569015" y="539409"/>
                </a:lnTo>
                <a:lnTo>
                  <a:pt x="569471" y="539392"/>
                </a:lnTo>
                <a:lnTo>
                  <a:pt x="569933" y="539386"/>
                </a:lnTo>
                <a:lnTo>
                  <a:pt x="570408" y="539391"/>
                </a:lnTo>
                <a:lnTo>
                  <a:pt x="570876" y="539404"/>
                </a:lnTo>
                <a:lnTo>
                  <a:pt x="571336" y="539426"/>
                </a:lnTo>
                <a:lnTo>
                  <a:pt x="571788" y="539457"/>
                </a:lnTo>
                <a:lnTo>
                  <a:pt x="572233" y="539497"/>
                </a:lnTo>
                <a:lnTo>
                  <a:pt x="572670" y="539545"/>
                </a:lnTo>
                <a:lnTo>
                  <a:pt x="573099" y="539602"/>
                </a:lnTo>
                <a:lnTo>
                  <a:pt x="573521" y="539668"/>
                </a:lnTo>
                <a:lnTo>
                  <a:pt x="573935" y="539743"/>
                </a:lnTo>
                <a:lnTo>
                  <a:pt x="574342" y="539827"/>
                </a:lnTo>
                <a:lnTo>
                  <a:pt x="574741" y="539919"/>
                </a:lnTo>
                <a:lnTo>
                  <a:pt x="575132" y="540020"/>
                </a:lnTo>
                <a:lnTo>
                  <a:pt x="575516" y="540130"/>
                </a:lnTo>
                <a:lnTo>
                  <a:pt x="575892" y="540249"/>
                </a:lnTo>
                <a:lnTo>
                  <a:pt x="576260" y="540377"/>
                </a:lnTo>
                <a:lnTo>
                  <a:pt x="576621" y="540513"/>
                </a:lnTo>
                <a:lnTo>
                  <a:pt x="576974" y="540659"/>
                </a:lnTo>
                <a:lnTo>
                  <a:pt x="577319" y="540813"/>
                </a:lnTo>
                <a:lnTo>
                  <a:pt x="577657" y="540976"/>
                </a:lnTo>
                <a:lnTo>
                  <a:pt x="577987" y="541147"/>
                </a:lnTo>
                <a:lnTo>
                  <a:pt x="578310" y="541328"/>
                </a:lnTo>
                <a:lnTo>
                  <a:pt x="578625" y="541517"/>
                </a:lnTo>
                <a:lnTo>
                  <a:pt x="578932" y="541715"/>
                </a:lnTo>
                <a:lnTo>
                  <a:pt x="579232" y="541922"/>
                </a:lnTo>
                <a:lnTo>
                  <a:pt x="579538" y="542122"/>
                </a:lnTo>
                <a:lnTo>
                  <a:pt x="579838" y="542327"/>
                </a:lnTo>
                <a:lnTo>
                  <a:pt x="580130" y="542538"/>
                </a:lnTo>
                <a:lnTo>
                  <a:pt x="580415" y="542753"/>
                </a:lnTo>
                <a:lnTo>
                  <a:pt x="580694" y="542974"/>
                </a:lnTo>
                <a:lnTo>
                  <a:pt x="580965" y="543201"/>
                </a:lnTo>
                <a:lnTo>
                  <a:pt x="581229" y="543432"/>
                </a:lnTo>
                <a:lnTo>
                  <a:pt x="581486" y="543669"/>
                </a:lnTo>
                <a:lnTo>
                  <a:pt x="581736" y="543911"/>
                </a:lnTo>
                <a:lnTo>
                  <a:pt x="581979" y="544159"/>
                </a:lnTo>
                <a:lnTo>
                  <a:pt x="582215" y="544412"/>
                </a:lnTo>
                <a:lnTo>
                  <a:pt x="582444" y="544670"/>
                </a:lnTo>
                <a:lnTo>
                  <a:pt x="582666" y="544933"/>
                </a:lnTo>
                <a:lnTo>
                  <a:pt x="582881" y="545201"/>
                </a:lnTo>
                <a:lnTo>
                  <a:pt x="583089" y="545475"/>
                </a:lnTo>
                <a:lnTo>
                  <a:pt x="583290" y="545754"/>
                </a:lnTo>
                <a:lnTo>
                  <a:pt x="583483" y="546039"/>
                </a:lnTo>
                <a:lnTo>
                  <a:pt x="583670" y="546329"/>
                </a:lnTo>
                <a:lnTo>
                  <a:pt x="583850" y="546623"/>
                </a:lnTo>
                <a:lnTo>
                  <a:pt x="584022" y="546924"/>
                </a:lnTo>
                <a:lnTo>
                  <a:pt x="584188" y="547229"/>
                </a:lnTo>
                <a:lnTo>
                  <a:pt x="584346" y="547540"/>
                </a:lnTo>
                <a:lnTo>
                  <a:pt x="584498" y="547856"/>
                </a:lnTo>
                <a:lnTo>
                  <a:pt x="584642" y="548178"/>
                </a:lnTo>
                <a:lnTo>
                  <a:pt x="584794" y="548503"/>
                </a:lnTo>
                <a:lnTo>
                  <a:pt x="584939" y="548830"/>
                </a:lnTo>
                <a:lnTo>
                  <a:pt x="585078" y="549160"/>
                </a:lnTo>
                <a:lnTo>
                  <a:pt x="585210" y="549493"/>
                </a:lnTo>
                <a:lnTo>
                  <a:pt x="585336" y="549827"/>
                </a:lnTo>
                <a:lnTo>
                  <a:pt x="585456" y="550164"/>
                </a:lnTo>
                <a:lnTo>
                  <a:pt x="585569" y="550504"/>
                </a:lnTo>
                <a:lnTo>
                  <a:pt x="585675" y="550845"/>
                </a:lnTo>
                <a:lnTo>
                  <a:pt x="585775" y="551189"/>
                </a:lnTo>
                <a:lnTo>
                  <a:pt x="585869" y="551536"/>
                </a:lnTo>
                <a:lnTo>
                  <a:pt x="585956" y="551884"/>
                </a:lnTo>
                <a:lnTo>
                  <a:pt x="586037" y="552235"/>
                </a:lnTo>
                <a:lnTo>
                  <a:pt x="586111" y="552589"/>
                </a:lnTo>
                <a:lnTo>
                  <a:pt x="586179" y="552944"/>
                </a:lnTo>
                <a:lnTo>
                  <a:pt x="586240" y="553303"/>
                </a:lnTo>
                <a:lnTo>
                  <a:pt x="586295" y="553663"/>
                </a:lnTo>
                <a:lnTo>
                  <a:pt x="586344" y="554026"/>
                </a:lnTo>
                <a:lnTo>
                  <a:pt x="586386" y="554391"/>
                </a:lnTo>
                <a:lnTo>
                  <a:pt x="586421" y="554758"/>
                </a:lnTo>
                <a:lnTo>
                  <a:pt x="586450" y="555128"/>
                </a:lnTo>
                <a:lnTo>
                  <a:pt x="586473" y="555500"/>
                </a:lnTo>
                <a:lnTo>
                  <a:pt x="586489" y="555875"/>
                </a:lnTo>
                <a:lnTo>
                  <a:pt x="586499" y="556252"/>
                </a:lnTo>
                <a:lnTo>
                  <a:pt x="586502" y="556631"/>
                </a:lnTo>
                <a:lnTo>
                  <a:pt x="586502" y="560181"/>
                </a:lnTo>
                <a:lnTo>
                  <a:pt x="600873" y="560181"/>
                </a:lnTo>
                <a:lnTo>
                  <a:pt x="600900" y="559999"/>
                </a:lnTo>
                <a:lnTo>
                  <a:pt x="600927" y="559820"/>
                </a:lnTo>
                <a:lnTo>
                  <a:pt x="600952" y="559643"/>
                </a:lnTo>
                <a:lnTo>
                  <a:pt x="600976" y="559468"/>
                </a:lnTo>
                <a:lnTo>
                  <a:pt x="600999" y="559295"/>
                </a:lnTo>
                <a:lnTo>
                  <a:pt x="601020" y="559125"/>
                </a:lnTo>
                <a:lnTo>
                  <a:pt x="601041" y="558957"/>
                </a:lnTo>
                <a:lnTo>
                  <a:pt x="601060" y="558791"/>
                </a:lnTo>
                <a:lnTo>
                  <a:pt x="601079" y="558628"/>
                </a:lnTo>
                <a:lnTo>
                  <a:pt x="601096" y="558467"/>
                </a:lnTo>
                <a:lnTo>
                  <a:pt x="601111" y="558309"/>
                </a:lnTo>
                <a:lnTo>
                  <a:pt x="601126" y="558153"/>
                </a:lnTo>
                <a:lnTo>
                  <a:pt x="601140" y="557999"/>
                </a:lnTo>
                <a:lnTo>
                  <a:pt x="601152" y="557848"/>
                </a:lnTo>
                <a:lnTo>
                  <a:pt x="601163" y="557698"/>
                </a:lnTo>
                <a:lnTo>
                  <a:pt x="601173" y="557552"/>
                </a:lnTo>
                <a:lnTo>
                  <a:pt x="601182" y="557407"/>
                </a:lnTo>
                <a:lnTo>
                  <a:pt x="601190" y="557265"/>
                </a:lnTo>
                <a:lnTo>
                  <a:pt x="601196" y="557126"/>
                </a:lnTo>
                <a:lnTo>
                  <a:pt x="601201" y="556988"/>
                </a:lnTo>
                <a:lnTo>
                  <a:pt x="601205" y="556853"/>
                </a:lnTo>
                <a:lnTo>
                  <a:pt x="601208" y="556721"/>
                </a:lnTo>
                <a:lnTo>
                  <a:pt x="601210" y="556590"/>
                </a:lnTo>
                <a:lnTo>
                  <a:pt x="601211" y="556462"/>
                </a:lnTo>
                <a:lnTo>
                  <a:pt x="601224" y="556321"/>
                </a:lnTo>
                <a:lnTo>
                  <a:pt x="601238" y="556179"/>
                </a:lnTo>
                <a:lnTo>
                  <a:pt x="601250" y="556037"/>
                </a:lnTo>
                <a:lnTo>
                  <a:pt x="601262" y="555894"/>
                </a:lnTo>
                <a:lnTo>
                  <a:pt x="601274" y="555750"/>
                </a:lnTo>
                <a:lnTo>
                  <a:pt x="601285" y="555606"/>
                </a:lnTo>
                <a:lnTo>
                  <a:pt x="601295" y="555462"/>
                </a:lnTo>
                <a:lnTo>
                  <a:pt x="601305" y="555316"/>
                </a:lnTo>
                <a:lnTo>
                  <a:pt x="601314" y="555170"/>
                </a:lnTo>
                <a:lnTo>
                  <a:pt x="601322" y="555024"/>
                </a:lnTo>
                <a:lnTo>
                  <a:pt x="601330" y="554877"/>
                </a:lnTo>
                <a:lnTo>
                  <a:pt x="601338" y="554729"/>
                </a:lnTo>
                <a:lnTo>
                  <a:pt x="601344" y="554581"/>
                </a:lnTo>
                <a:lnTo>
                  <a:pt x="601350" y="554432"/>
                </a:lnTo>
                <a:lnTo>
                  <a:pt x="601356" y="554283"/>
                </a:lnTo>
                <a:lnTo>
                  <a:pt x="601361" y="554133"/>
                </a:lnTo>
                <a:lnTo>
                  <a:pt x="601365" y="553982"/>
                </a:lnTo>
                <a:lnTo>
                  <a:pt x="601369" y="553831"/>
                </a:lnTo>
                <a:lnTo>
                  <a:pt x="601372" y="553679"/>
                </a:lnTo>
                <a:lnTo>
                  <a:pt x="601375" y="553527"/>
                </a:lnTo>
                <a:lnTo>
                  <a:pt x="601377" y="553374"/>
                </a:lnTo>
                <a:lnTo>
                  <a:pt x="601379" y="553220"/>
                </a:lnTo>
                <a:lnTo>
                  <a:pt x="601380" y="553066"/>
                </a:lnTo>
                <a:lnTo>
                  <a:pt x="601380" y="552912"/>
                </a:lnTo>
                <a:lnTo>
                  <a:pt x="601368" y="551947"/>
                </a:lnTo>
                <a:lnTo>
                  <a:pt x="601332" y="550997"/>
                </a:lnTo>
                <a:lnTo>
                  <a:pt x="601271" y="550061"/>
                </a:lnTo>
                <a:lnTo>
                  <a:pt x="601187" y="549141"/>
                </a:lnTo>
                <a:lnTo>
                  <a:pt x="601079" y="548235"/>
                </a:lnTo>
                <a:lnTo>
                  <a:pt x="600947" y="547343"/>
                </a:lnTo>
                <a:lnTo>
                  <a:pt x="600790" y="546466"/>
                </a:lnTo>
                <a:lnTo>
                  <a:pt x="600610" y="545604"/>
                </a:lnTo>
                <a:lnTo>
                  <a:pt x="600405" y="544757"/>
                </a:lnTo>
                <a:lnTo>
                  <a:pt x="600176" y="543924"/>
                </a:lnTo>
                <a:lnTo>
                  <a:pt x="599924" y="543106"/>
                </a:lnTo>
                <a:lnTo>
                  <a:pt x="599647" y="542303"/>
                </a:lnTo>
                <a:lnTo>
                  <a:pt x="599346" y="541514"/>
                </a:lnTo>
                <a:lnTo>
                  <a:pt x="599021" y="540740"/>
                </a:lnTo>
                <a:lnTo>
                  <a:pt x="598672" y="539981"/>
                </a:lnTo>
                <a:lnTo>
                  <a:pt x="598299" y="539236"/>
                </a:lnTo>
                <a:lnTo>
                  <a:pt x="597902" y="538506"/>
                </a:lnTo>
                <a:lnTo>
                  <a:pt x="597481" y="537791"/>
                </a:lnTo>
                <a:lnTo>
                  <a:pt x="597035" y="537090"/>
                </a:lnTo>
                <a:lnTo>
                  <a:pt x="596566" y="536404"/>
                </a:lnTo>
                <a:lnTo>
                  <a:pt x="596073" y="535733"/>
                </a:lnTo>
                <a:lnTo>
                  <a:pt x="595555" y="535076"/>
                </a:lnTo>
                <a:lnTo>
                  <a:pt x="595014" y="534434"/>
                </a:lnTo>
                <a:lnTo>
                  <a:pt x="594448" y="533807"/>
                </a:lnTo>
                <a:lnTo>
                  <a:pt x="593874" y="533186"/>
                </a:lnTo>
                <a:lnTo>
                  <a:pt x="593280" y="532592"/>
                </a:lnTo>
                <a:lnTo>
                  <a:pt x="592665" y="532024"/>
                </a:lnTo>
                <a:lnTo>
                  <a:pt x="592029" y="531482"/>
                </a:lnTo>
                <a:lnTo>
                  <a:pt x="591373" y="530967"/>
                </a:lnTo>
                <a:lnTo>
                  <a:pt x="590697" y="530479"/>
                </a:lnTo>
                <a:lnTo>
                  <a:pt x="590000" y="530016"/>
                </a:lnTo>
                <a:lnTo>
                  <a:pt x="589282" y="529580"/>
                </a:lnTo>
                <a:lnTo>
                  <a:pt x="588544" y="529171"/>
                </a:lnTo>
                <a:lnTo>
                  <a:pt x="587785" y="528788"/>
                </a:lnTo>
                <a:lnTo>
                  <a:pt x="587006" y="528431"/>
                </a:lnTo>
                <a:lnTo>
                  <a:pt x="586206" y="528101"/>
                </a:lnTo>
                <a:lnTo>
                  <a:pt x="585386" y="527797"/>
                </a:lnTo>
                <a:lnTo>
                  <a:pt x="584545" y="527520"/>
                </a:lnTo>
                <a:lnTo>
                  <a:pt x="583683" y="527269"/>
                </a:lnTo>
                <a:lnTo>
                  <a:pt x="582801" y="527044"/>
                </a:lnTo>
                <a:lnTo>
                  <a:pt x="581899" y="526846"/>
                </a:lnTo>
                <a:lnTo>
                  <a:pt x="580975" y="526675"/>
                </a:lnTo>
                <a:lnTo>
                  <a:pt x="580032" y="526529"/>
                </a:lnTo>
                <a:lnTo>
                  <a:pt x="579068" y="526411"/>
                </a:lnTo>
                <a:lnTo>
                  <a:pt x="578083" y="526318"/>
                </a:lnTo>
                <a:lnTo>
                  <a:pt x="577078" y="526252"/>
                </a:lnTo>
                <a:lnTo>
                  <a:pt x="576052" y="526212"/>
                </a:lnTo>
                <a:lnTo>
                  <a:pt x="575005" y="526199"/>
                </a:lnTo>
                <a:lnTo>
                  <a:pt x="574318" y="526206"/>
                </a:lnTo>
                <a:lnTo>
                  <a:pt x="573637" y="526226"/>
                </a:lnTo>
                <a:lnTo>
                  <a:pt x="572963" y="526260"/>
                </a:lnTo>
                <a:lnTo>
                  <a:pt x="572296" y="526307"/>
                </a:lnTo>
                <a:lnTo>
                  <a:pt x="571634" y="526368"/>
                </a:lnTo>
                <a:lnTo>
                  <a:pt x="570979" y="526442"/>
                </a:lnTo>
                <a:lnTo>
                  <a:pt x="570331" y="526530"/>
                </a:lnTo>
                <a:lnTo>
                  <a:pt x="569689" y="526631"/>
                </a:lnTo>
                <a:lnTo>
                  <a:pt x="569054" y="526746"/>
                </a:lnTo>
                <a:lnTo>
                  <a:pt x="568425" y="526874"/>
                </a:lnTo>
                <a:lnTo>
                  <a:pt x="567802" y="527016"/>
                </a:lnTo>
                <a:lnTo>
                  <a:pt x="567186" y="527171"/>
                </a:lnTo>
                <a:lnTo>
                  <a:pt x="566576" y="527340"/>
                </a:lnTo>
                <a:lnTo>
                  <a:pt x="565973" y="527522"/>
                </a:lnTo>
                <a:lnTo>
                  <a:pt x="565376" y="527718"/>
                </a:lnTo>
                <a:lnTo>
                  <a:pt x="564786" y="527927"/>
                </a:lnTo>
                <a:lnTo>
                  <a:pt x="564202" y="528150"/>
                </a:lnTo>
                <a:lnTo>
                  <a:pt x="563625" y="528386"/>
                </a:lnTo>
                <a:lnTo>
                  <a:pt x="563054" y="528636"/>
                </a:lnTo>
                <a:lnTo>
                  <a:pt x="562490" y="528899"/>
                </a:lnTo>
                <a:lnTo>
                  <a:pt x="561932" y="529176"/>
                </a:lnTo>
                <a:lnTo>
                  <a:pt x="561380" y="529467"/>
                </a:lnTo>
                <a:lnTo>
                  <a:pt x="560835" y="529770"/>
                </a:lnTo>
                <a:lnTo>
                  <a:pt x="560296" y="530088"/>
                </a:lnTo>
                <a:lnTo>
                  <a:pt x="559781" y="530403"/>
                </a:lnTo>
                <a:lnTo>
                  <a:pt x="559276" y="530729"/>
                </a:lnTo>
                <a:lnTo>
                  <a:pt x="558783" y="531065"/>
                </a:lnTo>
                <a:lnTo>
                  <a:pt x="558301" y="531412"/>
                </a:lnTo>
                <a:lnTo>
                  <a:pt x="557829" y="531769"/>
                </a:lnTo>
                <a:lnTo>
                  <a:pt x="557369" y="532137"/>
                </a:lnTo>
                <a:lnTo>
                  <a:pt x="556921" y="532516"/>
                </a:lnTo>
                <a:lnTo>
                  <a:pt x="556483" y="532905"/>
                </a:lnTo>
                <a:lnTo>
                  <a:pt x="556057" y="533305"/>
                </a:lnTo>
                <a:lnTo>
                  <a:pt x="555641" y="533715"/>
                </a:lnTo>
                <a:lnTo>
                  <a:pt x="555237" y="534136"/>
                </a:lnTo>
                <a:lnTo>
                  <a:pt x="554844" y="534568"/>
                </a:lnTo>
                <a:lnTo>
                  <a:pt x="554462" y="535010"/>
                </a:lnTo>
                <a:lnTo>
                  <a:pt x="554091" y="535463"/>
                </a:lnTo>
                <a:lnTo>
                  <a:pt x="553732" y="535926"/>
                </a:lnTo>
                <a:lnTo>
                  <a:pt x="553383" y="536399"/>
                </a:lnTo>
                <a:lnTo>
                  <a:pt x="553046" y="536884"/>
                </a:lnTo>
                <a:lnTo>
                  <a:pt x="552720" y="537379"/>
                </a:lnTo>
                <a:lnTo>
                  <a:pt x="552405" y="537884"/>
                </a:lnTo>
                <a:lnTo>
                  <a:pt x="552101" y="538400"/>
                </a:lnTo>
                <a:lnTo>
                  <a:pt x="551809" y="538927"/>
                </a:lnTo>
                <a:lnTo>
                  <a:pt x="551527" y="539464"/>
                </a:lnTo>
                <a:lnTo>
                  <a:pt x="551257" y="540012"/>
                </a:lnTo>
                <a:lnTo>
                  <a:pt x="550998" y="540570"/>
                </a:lnTo>
                <a:lnTo>
                  <a:pt x="550152" y="527890"/>
                </a:lnTo>
                <a:lnTo>
                  <a:pt x="514648" y="527890"/>
                </a:lnTo>
                <a:lnTo>
                  <a:pt x="514648" y="541077"/>
                </a:lnTo>
                <a:lnTo>
                  <a:pt x="536458" y="541077"/>
                </a:lnTo>
                <a:lnTo>
                  <a:pt x="536458" y="601265"/>
                </a:lnTo>
                <a:lnTo>
                  <a:pt x="513803" y="601265"/>
                </a:lnTo>
                <a:lnTo>
                  <a:pt x="513803" y="614283"/>
                </a:lnTo>
                <a:lnTo>
                  <a:pt x="536458" y="614283"/>
                </a:lnTo>
                <a:lnTo>
                  <a:pt x="553027" y="614283"/>
                </a:lnTo>
                <a:lnTo>
                  <a:pt x="591743" y="614283"/>
                </a:lnTo>
                <a:lnTo>
                  <a:pt x="591743" y="601265"/>
                </a:lnTo>
                <a:lnTo>
                  <a:pt x="553027" y="601265"/>
                </a:lnTo>
                <a:lnTo>
                  <a:pt x="553027" y="561027"/>
                </a:lnTo>
                <a:lnTo>
                  <a:pt x="553030" y="560577"/>
                </a:lnTo>
                <a:lnTo>
                  <a:pt x="553039" y="560129"/>
                </a:lnTo>
                <a:lnTo>
                  <a:pt x="553056" y="559682"/>
                </a:lnTo>
                <a:lnTo>
                  <a:pt x="553078" y="559238"/>
                </a:lnTo>
                <a:lnTo>
                  <a:pt x="553107" y="558795"/>
                </a:lnTo>
                <a:lnTo>
                  <a:pt x="553143" y="558354"/>
                </a:lnTo>
                <a:close/>
                <a:moveTo>
                  <a:pt x="359524" y="615794"/>
                </a:moveTo>
                <a:lnTo>
                  <a:pt x="360458" y="615729"/>
                </a:lnTo>
                <a:lnTo>
                  <a:pt x="361380" y="615655"/>
                </a:lnTo>
                <a:lnTo>
                  <a:pt x="362290" y="615570"/>
                </a:lnTo>
                <a:lnTo>
                  <a:pt x="363187" y="615475"/>
                </a:lnTo>
                <a:lnTo>
                  <a:pt x="364072" y="615370"/>
                </a:lnTo>
                <a:lnTo>
                  <a:pt x="364945" y="615255"/>
                </a:lnTo>
                <a:lnTo>
                  <a:pt x="365805" y="615131"/>
                </a:lnTo>
                <a:lnTo>
                  <a:pt x="366653" y="614996"/>
                </a:lnTo>
                <a:lnTo>
                  <a:pt x="367489" y="614851"/>
                </a:lnTo>
                <a:lnTo>
                  <a:pt x="368312" y="614696"/>
                </a:lnTo>
                <a:lnTo>
                  <a:pt x="369123" y="614532"/>
                </a:lnTo>
                <a:lnTo>
                  <a:pt x="369922" y="614357"/>
                </a:lnTo>
                <a:lnTo>
                  <a:pt x="370708" y="614173"/>
                </a:lnTo>
                <a:lnTo>
                  <a:pt x="371482" y="613978"/>
                </a:lnTo>
                <a:lnTo>
                  <a:pt x="372244" y="613773"/>
                </a:lnTo>
                <a:lnTo>
                  <a:pt x="372993" y="613559"/>
                </a:lnTo>
                <a:lnTo>
                  <a:pt x="373730" y="613334"/>
                </a:lnTo>
                <a:lnTo>
                  <a:pt x="374455" y="613100"/>
                </a:lnTo>
                <a:lnTo>
                  <a:pt x="375180" y="612855"/>
                </a:lnTo>
                <a:lnTo>
                  <a:pt x="375891" y="612600"/>
                </a:lnTo>
                <a:lnTo>
                  <a:pt x="376587" y="612334"/>
                </a:lnTo>
                <a:lnTo>
                  <a:pt x="377268" y="612057"/>
                </a:lnTo>
                <a:lnTo>
                  <a:pt x="377934" y="611770"/>
                </a:lnTo>
                <a:lnTo>
                  <a:pt x="378586" y="611472"/>
                </a:lnTo>
                <a:lnTo>
                  <a:pt x="379223" y="611164"/>
                </a:lnTo>
                <a:lnTo>
                  <a:pt x="379846" y="610845"/>
                </a:lnTo>
                <a:lnTo>
                  <a:pt x="380454" y="610516"/>
                </a:lnTo>
                <a:lnTo>
                  <a:pt x="381047" y="610176"/>
                </a:lnTo>
                <a:lnTo>
                  <a:pt x="381626" y="609826"/>
                </a:lnTo>
                <a:lnTo>
                  <a:pt x="382190" y="609465"/>
                </a:lnTo>
                <a:lnTo>
                  <a:pt x="382739" y="609093"/>
                </a:lnTo>
                <a:lnTo>
                  <a:pt x="383273" y="608711"/>
                </a:lnTo>
                <a:lnTo>
                  <a:pt x="383793" y="608318"/>
                </a:lnTo>
                <a:lnTo>
                  <a:pt x="384298" y="607915"/>
                </a:lnTo>
                <a:lnTo>
                  <a:pt x="384789" y="607501"/>
                </a:lnTo>
                <a:lnTo>
                  <a:pt x="385264" y="607077"/>
                </a:lnTo>
                <a:lnTo>
                  <a:pt x="385726" y="606642"/>
                </a:lnTo>
                <a:lnTo>
                  <a:pt x="386172" y="606196"/>
                </a:lnTo>
                <a:lnTo>
                  <a:pt x="386604" y="605740"/>
                </a:lnTo>
                <a:lnTo>
                  <a:pt x="387021" y="605273"/>
                </a:lnTo>
                <a:lnTo>
                  <a:pt x="387423" y="604796"/>
                </a:lnTo>
                <a:lnTo>
                  <a:pt x="387811" y="604308"/>
                </a:lnTo>
                <a:lnTo>
                  <a:pt x="388197" y="603810"/>
                </a:lnTo>
                <a:lnTo>
                  <a:pt x="388567" y="603301"/>
                </a:lnTo>
                <a:lnTo>
                  <a:pt x="388920" y="602781"/>
                </a:lnTo>
                <a:lnTo>
                  <a:pt x="389257" y="602251"/>
                </a:lnTo>
                <a:lnTo>
                  <a:pt x="389578" y="601710"/>
                </a:lnTo>
                <a:lnTo>
                  <a:pt x="389882" y="601159"/>
                </a:lnTo>
                <a:lnTo>
                  <a:pt x="390170" y="600597"/>
                </a:lnTo>
                <a:lnTo>
                  <a:pt x="390441" y="600025"/>
                </a:lnTo>
                <a:lnTo>
                  <a:pt x="390696" y="599442"/>
                </a:lnTo>
                <a:lnTo>
                  <a:pt x="390934" y="598849"/>
                </a:lnTo>
                <a:lnTo>
                  <a:pt x="391156" y="598244"/>
                </a:lnTo>
                <a:lnTo>
                  <a:pt x="391361" y="597630"/>
                </a:lnTo>
                <a:lnTo>
                  <a:pt x="391550" y="597005"/>
                </a:lnTo>
                <a:lnTo>
                  <a:pt x="391723" y="596369"/>
                </a:lnTo>
                <a:lnTo>
                  <a:pt x="391879" y="595723"/>
                </a:lnTo>
                <a:lnTo>
                  <a:pt x="392019" y="595066"/>
                </a:lnTo>
                <a:lnTo>
                  <a:pt x="392142" y="594398"/>
                </a:lnTo>
                <a:lnTo>
                  <a:pt x="392249" y="593720"/>
                </a:lnTo>
                <a:lnTo>
                  <a:pt x="392339" y="593032"/>
                </a:lnTo>
                <a:lnTo>
                  <a:pt x="392413" y="592332"/>
                </a:lnTo>
                <a:lnTo>
                  <a:pt x="392471" y="591623"/>
                </a:lnTo>
                <a:lnTo>
                  <a:pt x="392512" y="590902"/>
                </a:lnTo>
                <a:lnTo>
                  <a:pt x="392537" y="590172"/>
                </a:lnTo>
                <a:lnTo>
                  <a:pt x="392545" y="589430"/>
                </a:lnTo>
                <a:lnTo>
                  <a:pt x="392539" y="588773"/>
                </a:lnTo>
                <a:lnTo>
                  <a:pt x="392523" y="588127"/>
                </a:lnTo>
                <a:lnTo>
                  <a:pt x="392495" y="587491"/>
                </a:lnTo>
                <a:lnTo>
                  <a:pt x="392456" y="586866"/>
                </a:lnTo>
                <a:lnTo>
                  <a:pt x="392405" y="586251"/>
                </a:lnTo>
                <a:lnTo>
                  <a:pt x="392344" y="585647"/>
                </a:lnTo>
                <a:lnTo>
                  <a:pt x="392272" y="585054"/>
                </a:lnTo>
                <a:lnTo>
                  <a:pt x="392188" y="584471"/>
                </a:lnTo>
                <a:lnTo>
                  <a:pt x="392093" y="583898"/>
                </a:lnTo>
                <a:lnTo>
                  <a:pt x="391987" y="583337"/>
                </a:lnTo>
                <a:lnTo>
                  <a:pt x="391870" y="582785"/>
                </a:lnTo>
                <a:lnTo>
                  <a:pt x="391742" y="582245"/>
                </a:lnTo>
                <a:lnTo>
                  <a:pt x="391602" y="581715"/>
                </a:lnTo>
                <a:lnTo>
                  <a:pt x="391452" y="581195"/>
                </a:lnTo>
                <a:lnTo>
                  <a:pt x="391290" y="580686"/>
                </a:lnTo>
                <a:lnTo>
                  <a:pt x="391117" y="580188"/>
                </a:lnTo>
                <a:lnTo>
                  <a:pt x="390933" y="579700"/>
                </a:lnTo>
                <a:lnTo>
                  <a:pt x="390738" y="579223"/>
                </a:lnTo>
                <a:lnTo>
                  <a:pt x="390532" y="578756"/>
                </a:lnTo>
                <a:lnTo>
                  <a:pt x="390314" y="578300"/>
                </a:lnTo>
                <a:lnTo>
                  <a:pt x="390085" y="577854"/>
                </a:lnTo>
                <a:lnTo>
                  <a:pt x="389846" y="577419"/>
                </a:lnTo>
                <a:lnTo>
                  <a:pt x="389595" y="576995"/>
                </a:lnTo>
                <a:lnTo>
                  <a:pt x="389333" y="576581"/>
                </a:lnTo>
                <a:lnTo>
                  <a:pt x="389058" y="576162"/>
                </a:lnTo>
                <a:lnTo>
                  <a:pt x="388769" y="575749"/>
                </a:lnTo>
                <a:lnTo>
                  <a:pt x="388466" y="575342"/>
                </a:lnTo>
                <a:lnTo>
                  <a:pt x="388149" y="574942"/>
                </a:lnTo>
                <a:lnTo>
                  <a:pt x="387818" y="574548"/>
                </a:lnTo>
                <a:lnTo>
                  <a:pt x="387473" y="574161"/>
                </a:lnTo>
                <a:lnTo>
                  <a:pt x="387114" y="573781"/>
                </a:lnTo>
                <a:lnTo>
                  <a:pt x="386740" y="573406"/>
                </a:lnTo>
                <a:lnTo>
                  <a:pt x="386353" y="573039"/>
                </a:lnTo>
                <a:lnTo>
                  <a:pt x="385951" y="572677"/>
                </a:lnTo>
                <a:lnTo>
                  <a:pt x="385536" y="572322"/>
                </a:lnTo>
                <a:lnTo>
                  <a:pt x="385106" y="571974"/>
                </a:lnTo>
                <a:lnTo>
                  <a:pt x="384662" y="571632"/>
                </a:lnTo>
                <a:lnTo>
                  <a:pt x="384204" y="571297"/>
                </a:lnTo>
                <a:lnTo>
                  <a:pt x="383732" y="570967"/>
                </a:lnTo>
                <a:lnTo>
                  <a:pt x="383246" y="570645"/>
                </a:lnTo>
                <a:lnTo>
                  <a:pt x="382746" y="570329"/>
                </a:lnTo>
                <a:lnTo>
                  <a:pt x="382232" y="570019"/>
                </a:lnTo>
                <a:lnTo>
                  <a:pt x="381703" y="569716"/>
                </a:lnTo>
                <a:lnTo>
                  <a:pt x="381161" y="569419"/>
                </a:lnTo>
                <a:lnTo>
                  <a:pt x="380604" y="569129"/>
                </a:lnTo>
                <a:lnTo>
                  <a:pt x="380034" y="568845"/>
                </a:lnTo>
                <a:lnTo>
                  <a:pt x="379449" y="568568"/>
                </a:lnTo>
                <a:lnTo>
                  <a:pt x="378850" y="568297"/>
                </a:lnTo>
                <a:lnTo>
                  <a:pt x="378250" y="568031"/>
                </a:lnTo>
                <a:lnTo>
                  <a:pt x="377631" y="567768"/>
                </a:lnTo>
                <a:lnTo>
                  <a:pt x="376993" y="567510"/>
                </a:lnTo>
                <a:lnTo>
                  <a:pt x="376338" y="567254"/>
                </a:lnTo>
                <a:lnTo>
                  <a:pt x="375664" y="567002"/>
                </a:lnTo>
                <a:lnTo>
                  <a:pt x="374972" y="566754"/>
                </a:lnTo>
                <a:lnTo>
                  <a:pt x="374262" y="566509"/>
                </a:lnTo>
                <a:lnTo>
                  <a:pt x="373534" y="566268"/>
                </a:lnTo>
                <a:lnTo>
                  <a:pt x="372788" y="566030"/>
                </a:lnTo>
                <a:lnTo>
                  <a:pt x="372023" y="565796"/>
                </a:lnTo>
                <a:lnTo>
                  <a:pt x="371240" y="565565"/>
                </a:lnTo>
                <a:lnTo>
                  <a:pt x="370439" y="565338"/>
                </a:lnTo>
                <a:lnTo>
                  <a:pt x="369620" y="565114"/>
                </a:lnTo>
                <a:lnTo>
                  <a:pt x="368783" y="564894"/>
                </a:lnTo>
                <a:lnTo>
                  <a:pt x="367927" y="564678"/>
                </a:lnTo>
                <a:lnTo>
                  <a:pt x="367053" y="564465"/>
                </a:lnTo>
                <a:lnTo>
                  <a:pt x="366161" y="564255"/>
                </a:lnTo>
                <a:lnTo>
                  <a:pt x="365251" y="564049"/>
                </a:lnTo>
                <a:lnTo>
                  <a:pt x="364323" y="563846"/>
                </a:lnTo>
                <a:lnTo>
                  <a:pt x="363376" y="563647"/>
                </a:lnTo>
                <a:lnTo>
                  <a:pt x="362411" y="563452"/>
                </a:lnTo>
                <a:lnTo>
                  <a:pt x="361428" y="563260"/>
                </a:lnTo>
                <a:lnTo>
                  <a:pt x="360427" y="563072"/>
                </a:lnTo>
                <a:lnTo>
                  <a:pt x="359408" y="562887"/>
                </a:lnTo>
                <a:lnTo>
                  <a:pt x="358584" y="562732"/>
                </a:lnTo>
                <a:lnTo>
                  <a:pt x="357777" y="562578"/>
                </a:lnTo>
                <a:lnTo>
                  <a:pt x="356985" y="562424"/>
                </a:lnTo>
                <a:lnTo>
                  <a:pt x="356210" y="562271"/>
                </a:lnTo>
                <a:lnTo>
                  <a:pt x="355450" y="562119"/>
                </a:lnTo>
                <a:lnTo>
                  <a:pt x="354706" y="561967"/>
                </a:lnTo>
                <a:lnTo>
                  <a:pt x="353977" y="561816"/>
                </a:lnTo>
                <a:lnTo>
                  <a:pt x="353265" y="561666"/>
                </a:lnTo>
                <a:lnTo>
                  <a:pt x="352568" y="561516"/>
                </a:lnTo>
                <a:lnTo>
                  <a:pt x="351888" y="561366"/>
                </a:lnTo>
                <a:lnTo>
                  <a:pt x="351223" y="561217"/>
                </a:lnTo>
                <a:lnTo>
                  <a:pt x="350574" y="561069"/>
                </a:lnTo>
                <a:lnTo>
                  <a:pt x="349941" y="560922"/>
                </a:lnTo>
                <a:lnTo>
                  <a:pt x="349324" y="560774"/>
                </a:lnTo>
                <a:lnTo>
                  <a:pt x="348722" y="560628"/>
                </a:lnTo>
                <a:lnTo>
                  <a:pt x="348137" y="560482"/>
                </a:lnTo>
                <a:lnTo>
                  <a:pt x="347567" y="560337"/>
                </a:lnTo>
                <a:lnTo>
                  <a:pt x="347013" y="560192"/>
                </a:lnTo>
                <a:lnTo>
                  <a:pt x="346475" y="560048"/>
                </a:lnTo>
                <a:lnTo>
                  <a:pt x="345953" y="559905"/>
                </a:lnTo>
                <a:lnTo>
                  <a:pt x="345446" y="559762"/>
                </a:lnTo>
                <a:lnTo>
                  <a:pt x="344956" y="559619"/>
                </a:lnTo>
                <a:lnTo>
                  <a:pt x="344481" y="559478"/>
                </a:lnTo>
                <a:lnTo>
                  <a:pt x="344023" y="559336"/>
                </a:lnTo>
                <a:lnTo>
                  <a:pt x="343591" y="559195"/>
                </a:lnTo>
                <a:lnTo>
                  <a:pt x="343171" y="559052"/>
                </a:lnTo>
                <a:lnTo>
                  <a:pt x="342763" y="558908"/>
                </a:lnTo>
                <a:lnTo>
                  <a:pt x="342365" y="558763"/>
                </a:lnTo>
                <a:lnTo>
                  <a:pt x="341978" y="558617"/>
                </a:lnTo>
                <a:lnTo>
                  <a:pt x="341603" y="558470"/>
                </a:lnTo>
                <a:lnTo>
                  <a:pt x="341239" y="558321"/>
                </a:lnTo>
                <a:lnTo>
                  <a:pt x="340885" y="558172"/>
                </a:lnTo>
                <a:lnTo>
                  <a:pt x="340544" y="558021"/>
                </a:lnTo>
                <a:lnTo>
                  <a:pt x="340213" y="557869"/>
                </a:lnTo>
                <a:lnTo>
                  <a:pt x="339893" y="557715"/>
                </a:lnTo>
                <a:lnTo>
                  <a:pt x="339585" y="557561"/>
                </a:lnTo>
                <a:lnTo>
                  <a:pt x="339287" y="557405"/>
                </a:lnTo>
                <a:lnTo>
                  <a:pt x="339001" y="557249"/>
                </a:lnTo>
                <a:lnTo>
                  <a:pt x="338726" y="557091"/>
                </a:lnTo>
                <a:lnTo>
                  <a:pt x="338462" y="556932"/>
                </a:lnTo>
                <a:lnTo>
                  <a:pt x="338209" y="556771"/>
                </a:lnTo>
                <a:lnTo>
                  <a:pt x="337968" y="556610"/>
                </a:lnTo>
                <a:lnTo>
                  <a:pt x="337737" y="556447"/>
                </a:lnTo>
                <a:lnTo>
                  <a:pt x="337518" y="556283"/>
                </a:lnTo>
                <a:lnTo>
                  <a:pt x="337310" y="556118"/>
                </a:lnTo>
                <a:lnTo>
                  <a:pt x="337113" y="555952"/>
                </a:lnTo>
                <a:lnTo>
                  <a:pt x="336927" y="555785"/>
                </a:lnTo>
                <a:lnTo>
                  <a:pt x="336753" y="555617"/>
                </a:lnTo>
                <a:lnTo>
                  <a:pt x="336587" y="555432"/>
                </a:lnTo>
                <a:lnTo>
                  <a:pt x="336429" y="555243"/>
                </a:lnTo>
                <a:lnTo>
                  <a:pt x="336277" y="555051"/>
                </a:lnTo>
                <a:lnTo>
                  <a:pt x="336133" y="554856"/>
                </a:lnTo>
                <a:lnTo>
                  <a:pt x="335995" y="554657"/>
                </a:lnTo>
                <a:lnTo>
                  <a:pt x="335865" y="554454"/>
                </a:lnTo>
                <a:lnTo>
                  <a:pt x="335742" y="554248"/>
                </a:lnTo>
                <a:lnTo>
                  <a:pt x="335626" y="554039"/>
                </a:lnTo>
                <a:lnTo>
                  <a:pt x="335516" y="553826"/>
                </a:lnTo>
                <a:lnTo>
                  <a:pt x="335414" y="553609"/>
                </a:lnTo>
                <a:lnTo>
                  <a:pt x="335319" y="553389"/>
                </a:lnTo>
                <a:lnTo>
                  <a:pt x="335231" y="553165"/>
                </a:lnTo>
                <a:lnTo>
                  <a:pt x="335150" y="552938"/>
                </a:lnTo>
                <a:lnTo>
                  <a:pt x="335076" y="552707"/>
                </a:lnTo>
                <a:lnTo>
                  <a:pt x="335009" y="552473"/>
                </a:lnTo>
                <a:lnTo>
                  <a:pt x="334949" y="552236"/>
                </a:lnTo>
                <a:lnTo>
                  <a:pt x="334896" y="551994"/>
                </a:lnTo>
                <a:lnTo>
                  <a:pt x="334851" y="551749"/>
                </a:lnTo>
                <a:lnTo>
                  <a:pt x="334812" y="551501"/>
                </a:lnTo>
                <a:lnTo>
                  <a:pt x="334780" y="551249"/>
                </a:lnTo>
                <a:lnTo>
                  <a:pt x="334756" y="550994"/>
                </a:lnTo>
                <a:lnTo>
                  <a:pt x="334738" y="550735"/>
                </a:lnTo>
                <a:lnTo>
                  <a:pt x="334727" y="550473"/>
                </a:lnTo>
                <a:lnTo>
                  <a:pt x="334724" y="550207"/>
                </a:lnTo>
                <a:lnTo>
                  <a:pt x="334758" y="549213"/>
                </a:lnTo>
                <a:lnTo>
                  <a:pt x="334860" y="548262"/>
                </a:lnTo>
                <a:lnTo>
                  <a:pt x="335030" y="547354"/>
                </a:lnTo>
                <a:lnTo>
                  <a:pt x="335269" y="546487"/>
                </a:lnTo>
                <a:lnTo>
                  <a:pt x="335575" y="545663"/>
                </a:lnTo>
                <a:lnTo>
                  <a:pt x="335950" y="544881"/>
                </a:lnTo>
                <a:lnTo>
                  <a:pt x="336392" y="544141"/>
                </a:lnTo>
                <a:lnTo>
                  <a:pt x="336903" y="543444"/>
                </a:lnTo>
                <a:lnTo>
                  <a:pt x="337482" y="542789"/>
                </a:lnTo>
                <a:lnTo>
                  <a:pt x="338129" y="542176"/>
                </a:lnTo>
                <a:lnTo>
                  <a:pt x="338844" y="541605"/>
                </a:lnTo>
                <a:lnTo>
                  <a:pt x="339627" y="541077"/>
                </a:lnTo>
                <a:lnTo>
                  <a:pt x="340478" y="540591"/>
                </a:lnTo>
                <a:lnTo>
                  <a:pt x="341397" y="540147"/>
                </a:lnTo>
                <a:lnTo>
                  <a:pt x="342385" y="539746"/>
                </a:lnTo>
                <a:lnTo>
                  <a:pt x="343440" y="539386"/>
                </a:lnTo>
                <a:lnTo>
                  <a:pt x="344564" y="539069"/>
                </a:lnTo>
                <a:lnTo>
                  <a:pt x="345756" y="538795"/>
                </a:lnTo>
                <a:lnTo>
                  <a:pt x="347015" y="538562"/>
                </a:lnTo>
                <a:lnTo>
                  <a:pt x="348343" y="538372"/>
                </a:lnTo>
                <a:lnTo>
                  <a:pt x="349739" y="538224"/>
                </a:lnTo>
                <a:lnTo>
                  <a:pt x="351203" y="538118"/>
                </a:lnTo>
                <a:lnTo>
                  <a:pt x="352735" y="538055"/>
                </a:lnTo>
                <a:lnTo>
                  <a:pt x="354336" y="538034"/>
                </a:lnTo>
                <a:lnTo>
                  <a:pt x="354799" y="538036"/>
                </a:lnTo>
                <a:lnTo>
                  <a:pt x="355259" y="538042"/>
                </a:lnTo>
                <a:lnTo>
                  <a:pt x="355715" y="538052"/>
                </a:lnTo>
                <a:lnTo>
                  <a:pt x="356167" y="538067"/>
                </a:lnTo>
                <a:lnTo>
                  <a:pt x="356616" y="538085"/>
                </a:lnTo>
                <a:lnTo>
                  <a:pt x="357062" y="538108"/>
                </a:lnTo>
                <a:lnTo>
                  <a:pt x="357504" y="538134"/>
                </a:lnTo>
                <a:lnTo>
                  <a:pt x="357942" y="538165"/>
                </a:lnTo>
                <a:lnTo>
                  <a:pt x="358377" y="538200"/>
                </a:lnTo>
                <a:lnTo>
                  <a:pt x="358809" y="538239"/>
                </a:lnTo>
                <a:lnTo>
                  <a:pt x="359237" y="538282"/>
                </a:lnTo>
                <a:lnTo>
                  <a:pt x="359661" y="538330"/>
                </a:lnTo>
                <a:lnTo>
                  <a:pt x="360082" y="538381"/>
                </a:lnTo>
                <a:lnTo>
                  <a:pt x="360500" y="538436"/>
                </a:lnTo>
                <a:lnTo>
                  <a:pt x="360913" y="538496"/>
                </a:lnTo>
                <a:lnTo>
                  <a:pt x="361324" y="538560"/>
                </a:lnTo>
                <a:lnTo>
                  <a:pt x="361731" y="538628"/>
                </a:lnTo>
                <a:lnTo>
                  <a:pt x="362134" y="538699"/>
                </a:lnTo>
                <a:lnTo>
                  <a:pt x="362534" y="538776"/>
                </a:lnTo>
                <a:lnTo>
                  <a:pt x="362930" y="538856"/>
                </a:lnTo>
                <a:lnTo>
                  <a:pt x="363323" y="538940"/>
                </a:lnTo>
                <a:lnTo>
                  <a:pt x="363712" y="539028"/>
                </a:lnTo>
                <a:lnTo>
                  <a:pt x="364098" y="539121"/>
                </a:lnTo>
                <a:lnTo>
                  <a:pt x="364480" y="539217"/>
                </a:lnTo>
                <a:lnTo>
                  <a:pt x="364871" y="539306"/>
                </a:lnTo>
                <a:lnTo>
                  <a:pt x="365255" y="539402"/>
                </a:lnTo>
                <a:lnTo>
                  <a:pt x="365631" y="539505"/>
                </a:lnTo>
                <a:lnTo>
                  <a:pt x="366001" y="539616"/>
                </a:lnTo>
                <a:lnTo>
                  <a:pt x="366364" y="539735"/>
                </a:lnTo>
                <a:lnTo>
                  <a:pt x="366720" y="539862"/>
                </a:lnTo>
                <a:lnTo>
                  <a:pt x="367069" y="539996"/>
                </a:lnTo>
                <a:lnTo>
                  <a:pt x="367410" y="540138"/>
                </a:lnTo>
                <a:lnTo>
                  <a:pt x="367745" y="540287"/>
                </a:lnTo>
                <a:lnTo>
                  <a:pt x="368072" y="540444"/>
                </a:lnTo>
                <a:lnTo>
                  <a:pt x="368393" y="540609"/>
                </a:lnTo>
                <a:lnTo>
                  <a:pt x="368706" y="540781"/>
                </a:lnTo>
                <a:lnTo>
                  <a:pt x="369013" y="540961"/>
                </a:lnTo>
                <a:lnTo>
                  <a:pt x="369312" y="541149"/>
                </a:lnTo>
                <a:lnTo>
                  <a:pt x="369605" y="541344"/>
                </a:lnTo>
                <a:lnTo>
                  <a:pt x="369890" y="541547"/>
                </a:lnTo>
                <a:lnTo>
                  <a:pt x="370168" y="541757"/>
                </a:lnTo>
                <a:lnTo>
                  <a:pt x="370439" y="541975"/>
                </a:lnTo>
                <a:lnTo>
                  <a:pt x="370703" y="542201"/>
                </a:lnTo>
                <a:lnTo>
                  <a:pt x="370961" y="542434"/>
                </a:lnTo>
                <a:lnTo>
                  <a:pt x="371211" y="542675"/>
                </a:lnTo>
                <a:lnTo>
                  <a:pt x="371454" y="542924"/>
                </a:lnTo>
                <a:lnTo>
                  <a:pt x="371690" y="543180"/>
                </a:lnTo>
                <a:lnTo>
                  <a:pt x="371919" y="543444"/>
                </a:lnTo>
                <a:lnTo>
                  <a:pt x="372153" y="543703"/>
                </a:lnTo>
                <a:lnTo>
                  <a:pt x="372378" y="543972"/>
                </a:lnTo>
                <a:lnTo>
                  <a:pt x="372592" y="544252"/>
                </a:lnTo>
                <a:lnTo>
                  <a:pt x="372797" y="544543"/>
                </a:lnTo>
                <a:lnTo>
                  <a:pt x="372991" y="544844"/>
                </a:lnTo>
                <a:lnTo>
                  <a:pt x="373176" y="545156"/>
                </a:lnTo>
                <a:lnTo>
                  <a:pt x="373351" y="545478"/>
                </a:lnTo>
                <a:lnTo>
                  <a:pt x="373515" y="545811"/>
                </a:lnTo>
                <a:lnTo>
                  <a:pt x="373670" y="546154"/>
                </a:lnTo>
                <a:lnTo>
                  <a:pt x="373815" y="546508"/>
                </a:lnTo>
                <a:lnTo>
                  <a:pt x="373950" y="546873"/>
                </a:lnTo>
                <a:lnTo>
                  <a:pt x="374074" y="547248"/>
                </a:lnTo>
                <a:lnTo>
                  <a:pt x="374189" y="547634"/>
                </a:lnTo>
                <a:lnTo>
                  <a:pt x="374294" y="548030"/>
                </a:lnTo>
                <a:lnTo>
                  <a:pt x="374389" y="548437"/>
                </a:lnTo>
                <a:lnTo>
                  <a:pt x="374473" y="548854"/>
                </a:lnTo>
                <a:lnTo>
                  <a:pt x="374548" y="549282"/>
                </a:lnTo>
                <a:lnTo>
                  <a:pt x="374613" y="549721"/>
                </a:lnTo>
                <a:lnTo>
                  <a:pt x="374668" y="550170"/>
                </a:lnTo>
                <a:lnTo>
                  <a:pt x="374713" y="550629"/>
                </a:lnTo>
                <a:lnTo>
                  <a:pt x="374748" y="551100"/>
                </a:lnTo>
                <a:lnTo>
                  <a:pt x="374773" y="551580"/>
                </a:lnTo>
                <a:lnTo>
                  <a:pt x="374788" y="552072"/>
                </a:lnTo>
                <a:lnTo>
                  <a:pt x="374793" y="552574"/>
                </a:lnTo>
                <a:lnTo>
                  <a:pt x="389502" y="552574"/>
                </a:lnTo>
                <a:lnTo>
                  <a:pt x="389529" y="552476"/>
                </a:lnTo>
                <a:lnTo>
                  <a:pt x="389556" y="552380"/>
                </a:lnTo>
                <a:lnTo>
                  <a:pt x="389581" y="552286"/>
                </a:lnTo>
                <a:lnTo>
                  <a:pt x="389605" y="552193"/>
                </a:lnTo>
                <a:lnTo>
                  <a:pt x="389628" y="552102"/>
                </a:lnTo>
                <a:lnTo>
                  <a:pt x="389650" y="552014"/>
                </a:lnTo>
                <a:lnTo>
                  <a:pt x="389670" y="551926"/>
                </a:lnTo>
                <a:lnTo>
                  <a:pt x="389690" y="551841"/>
                </a:lnTo>
                <a:lnTo>
                  <a:pt x="389708" y="551757"/>
                </a:lnTo>
                <a:lnTo>
                  <a:pt x="389725" y="551675"/>
                </a:lnTo>
                <a:lnTo>
                  <a:pt x="389741" y="551595"/>
                </a:lnTo>
                <a:lnTo>
                  <a:pt x="389755" y="551517"/>
                </a:lnTo>
                <a:lnTo>
                  <a:pt x="389769" y="551440"/>
                </a:lnTo>
                <a:lnTo>
                  <a:pt x="389781" y="551365"/>
                </a:lnTo>
                <a:lnTo>
                  <a:pt x="389792" y="551292"/>
                </a:lnTo>
                <a:lnTo>
                  <a:pt x="389802" y="551221"/>
                </a:lnTo>
                <a:lnTo>
                  <a:pt x="389811" y="551152"/>
                </a:lnTo>
                <a:lnTo>
                  <a:pt x="389819" y="551084"/>
                </a:lnTo>
                <a:lnTo>
                  <a:pt x="389825" y="551018"/>
                </a:lnTo>
                <a:lnTo>
                  <a:pt x="389830" y="550953"/>
                </a:lnTo>
                <a:lnTo>
                  <a:pt x="389834" y="550891"/>
                </a:lnTo>
                <a:lnTo>
                  <a:pt x="389837" y="550830"/>
                </a:lnTo>
                <a:lnTo>
                  <a:pt x="389839" y="550771"/>
                </a:lnTo>
                <a:lnTo>
                  <a:pt x="389840" y="550714"/>
                </a:lnTo>
                <a:lnTo>
                  <a:pt x="389840" y="550658"/>
                </a:lnTo>
                <a:lnTo>
                  <a:pt x="389840" y="550602"/>
                </a:lnTo>
                <a:lnTo>
                  <a:pt x="389840" y="550547"/>
                </a:lnTo>
                <a:lnTo>
                  <a:pt x="389840" y="550493"/>
                </a:lnTo>
                <a:lnTo>
                  <a:pt x="389840" y="550439"/>
                </a:lnTo>
                <a:lnTo>
                  <a:pt x="389840" y="550386"/>
                </a:lnTo>
                <a:lnTo>
                  <a:pt x="389840" y="550334"/>
                </a:lnTo>
                <a:lnTo>
                  <a:pt x="389840" y="550282"/>
                </a:lnTo>
                <a:lnTo>
                  <a:pt x="389840" y="550230"/>
                </a:lnTo>
                <a:lnTo>
                  <a:pt x="389840" y="550180"/>
                </a:lnTo>
                <a:lnTo>
                  <a:pt x="389840" y="550129"/>
                </a:lnTo>
                <a:lnTo>
                  <a:pt x="389840" y="550080"/>
                </a:lnTo>
                <a:lnTo>
                  <a:pt x="389840" y="550031"/>
                </a:lnTo>
                <a:lnTo>
                  <a:pt x="389840" y="549982"/>
                </a:lnTo>
                <a:lnTo>
                  <a:pt x="389840" y="549934"/>
                </a:lnTo>
                <a:lnTo>
                  <a:pt x="389840" y="549887"/>
                </a:lnTo>
                <a:lnTo>
                  <a:pt x="389840" y="549840"/>
                </a:lnTo>
                <a:lnTo>
                  <a:pt x="389840" y="549794"/>
                </a:lnTo>
                <a:lnTo>
                  <a:pt x="389840" y="549749"/>
                </a:lnTo>
                <a:lnTo>
                  <a:pt x="389840" y="549704"/>
                </a:lnTo>
                <a:lnTo>
                  <a:pt x="389840" y="549660"/>
                </a:lnTo>
                <a:lnTo>
                  <a:pt x="389840" y="549616"/>
                </a:lnTo>
                <a:lnTo>
                  <a:pt x="389840" y="549573"/>
                </a:lnTo>
                <a:lnTo>
                  <a:pt x="389840" y="549530"/>
                </a:lnTo>
                <a:lnTo>
                  <a:pt x="389832" y="548928"/>
                </a:lnTo>
                <a:lnTo>
                  <a:pt x="389808" y="548334"/>
                </a:lnTo>
                <a:lnTo>
                  <a:pt x="389768" y="547747"/>
                </a:lnTo>
                <a:lnTo>
                  <a:pt x="389713" y="547168"/>
                </a:lnTo>
                <a:lnTo>
                  <a:pt x="389642" y="546597"/>
                </a:lnTo>
                <a:lnTo>
                  <a:pt x="389554" y="546033"/>
                </a:lnTo>
                <a:lnTo>
                  <a:pt x="389451" y="545477"/>
                </a:lnTo>
                <a:lnTo>
                  <a:pt x="389333" y="544928"/>
                </a:lnTo>
                <a:lnTo>
                  <a:pt x="389198" y="544387"/>
                </a:lnTo>
                <a:lnTo>
                  <a:pt x="389047" y="543854"/>
                </a:lnTo>
                <a:lnTo>
                  <a:pt x="388881" y="543328"/>
                </a:lnTo>
                <a:lnTo>
                  <a:pt x="388699" y="542810"/>
                </a:lnTo>
                <a:lnTo>
                  <a:pt x="388500" y="542300"/>
                </a:lnTo>
                <a:lnTo>
                  <a:pt x="388286" y="541797"/>
                </a:lnTo>
                <a:lnTo>
                  <a:pt x="388057" y="541302"/>
                </a:lnTo>
                <a:lnTo>
                  <a:pt x="387811" y="540814"/>
                </a:lnTo>
                <a:lnTo>
                  <a:pt x="387549" y="540334"/>
                </a:lnTo>
                <a:lnTo>
                  <a:pt x="387272" y="539862"/>
                </a:lnTo>
                <a:lnTo>
                  <a:pt x="386979" y="539397"/>
                </a:lnTo>
                <a:lnTo>
                  <a:pt x="386670" y="538940"/>
                </a:lnTo>
                <a:lnTo>
                  <a:pt x="386345" y="538491"/>
                </a:lnTo>
                <a:lnTo>
                  <a:pt x="386004" y="538049"/>
                </a:lnTo>
                <a:lnTo>
                  <a:pt x="385647" y="537615"/>
                </a:lnTo>
                <a:lnTo>
                  <a:pt x="385275" y="537188"/>
                </a:lnTo>
                <a:lnTo>
                  <a:pt x="384889" y="536756"/>
                </a:lnTo>
                <a:lnTo>
                  <a:pt x="384492" y="536331"/>
                </a:lnTo>
                <a:lnTo>
                  <a:pt x="384084" y="535915"/>
                </a:lnTo>
                <a:lnTo>
                  <a:pt x="383664" y="535507"/>
                </a:lnTo>
                <a:lnTo>
                  <a:pt x="383234" y="535107"/>
                </a:lnTo>
                <a:lnTo>
                  <a:pt x="382792" y="534716"/>
                </a:lnTo>
                <a:lnTo>
                  <a:pt x="382339" y="534332"/>
                </a:lnTo>
                <a:lnTo>
                  <a:pt x="381875" y="533957"/>
                </a:lnTo>
                <a:lnTo>
                  <a:pt x="381400" y="533590"/>
                </a:lnTo>
                <a:lnTo>
                  <a:pt x="380913" y="533232"/>
                </a:lnTo>
                <a:lnTo>
                  <a:pt x="380416" y="532881"/>
                </a:lnTo>
                <a:lnTo>
                  <a:pt x="379907" y="532539"/>
                </a:lnTo>
                <a:lnTo>
                  <a:pt x="379387" y="532205"/>
                </a:lnTo>
                <a:lnTo>
                  <a:pt x="378856" y="531879"/>
                </a:lnTo>
                <a:lnTo>
                  <a:pt x="378314" y="531562"/>
                </a:lnTo>
                <a:lnTo>
                  <a:pt x="377761" y="531252"/>
                </a:lnTo>
                <a:lnTo>
                  <a:pt x="377196" y="530951"/>
                </a:lnTo>
                <a:lnTo>
                  <a:pt x="376621" y="530658"/>
                </a:lnTo>
                <a:lnTo>
                  <a:pt x="376034" y="530374"/>
                </a:lnTo>
                <a:lnTo>
                  <a:pt x="375436" y="530097"/>
                </a:lnTo>
                <a:lnTo>
                  <a:pt x="374827" y="529829"/>
                </a:lnTo>
                <a:lnTo>
                  <a:pt x="374207" y="529569"/>
                </a:lnTo>
                <a:lnTo>
                  <a:pt x="373576" y="529317"/>
                </a:lnTo>
                <a:lnTo>
                  <a:pt x="372933" y="529073"/>
                </a:lnTo>
                <a:lnTo>
                  <a:pt x="372296" y="528839"/>
                </a:lnTo>
                <a:lnTo>
                  <a:pt x="371651" y="528614"/>
                </a:lnTo>
                <a:lnTo>
                  <a:pt x="370999" y="528400"/>
                </a:lnTo>
                <a:lnTo>
                  <a:pt x="370341" y="528195"/>
                </a:lnTo>
                <a:lnTo>
                  <a:pt x="369675" y="528001"/>
                </a:lnTo>
                <a:lnTo>
                  <a:pt x="369002" y="527816"/>
                </a:lnTo>
                <a:lnTo>
                  <a:pt x="368322" y="527641"/>
                </a:lnTo>
                <a:lnTo>
                  <a:pt x="367636" y="527477"/>
                </a:lnTo>
                <a:lnTo>
                  <a:pt x="366942" y="527322"/>
                </a:lnTo>
                <a:lnTo>
                  <a:pt x="366241" y="527177"/>
                </a:lnTo>
                <a:lnTo>
                  <a:pt x="365533" y="527042"/>
                </a:lnTo>
                <a:lnTo>
                  <a:pt x="364818" y="526918"/>
                </a:lnTo>
                <a:lnTo>
                  <a:pt x="364096" y="526803"/>
                </a:lnTo>
                <a:lnTo>
                  <a:pt x="363367" y="526698"/>
                </a:lnTo>
                <a:lnTo>
                  <a:pt x="362631" y="526603"/>
                </a:lnTo>
                <a:lnTo>
                  <a:pt x="361887" y="526519"/>
                </a:lnTo>
                <a:lnTo>
                  <a:pt x="361137" y="526444"/>
                </a:lnTo>
                <a:lnTo>
                  <a:pt x="360380" y="526379"/>
                </a:lnTo>
                <a:lnTo>
                  <a:pt x="359616" y="526324"/>
                </a:lnTo>
                <a:lnTo>
                  <a:pt x="358844" y="526279"/>
                </a:lnTo>
                <a:lnTo>
                  <a:pt x="358066" y="526244"/>
                </a:lnTo>
                <a:lnTo>
                  <a:pt x="357280" y="526219"/>
                </a:lnTo>
                <a:lnTo>
                  <a:pt x="356488" y="526204"/>
                </a:lnTo>
                <a:lnTo>
                  <a:pt x="355688" y="526199"/>
                </a:lnTo>
                <a:lnTo>
                  <a:pt x="354777" y="526204"/>
                </a:lnTo>
                <a:lnTo>
                  <a:pt x="353875" y="526219"/>
                </a:lnTo>
                <a:lnTo>
                  <a:pt x="352983" y="526244"/>
                </a:lnTo>
                <a:lnTo>
                  <a:pt x="352100" y="526279"/>
                </a:lnTo>
                <a:lnTo>
                  <a:pt x="351227" y="526324"/>
                </a:lnTo>
                <a:lnTo>
                  <a:pt x="350363" y="526379"/>
                </a:lnTo>
                <a:lnTo>
                  <a:pt x="349508" y="526444"/>
                </a:lnTo>
                <a:lnTo>
                  <a:pt x="348663" y="526519"/>
                </a:lnTo>
                <a:lnTo>
                  <a:pt x="347827" y="526603"/>
                </a:lnTo>
                <a:lnTo>
                  <a:pt x="347000" y="526698"/>
                </a:lnTo>
                <a:lnTo>
                  <a:pt x="346183" y="526803"/>
                </a:lnTo>
                <a:lnTo>
                  <a:pt x="345375" y="526918"/>
                </a:lnTo>
                <a:lnTo>
                  <a:pt x="344577" y="527042"/>
                </a:lnTo>
                <a:lnTo>
                  <a:pt x="343788" y="527177"/>
                </a:lnTo>
                <a:lnTo>
                  <a:pt x="343008" y="527322"/>
                </a:lnTo>
                <a:lnTo>
                  <a:pt x="342238" y="527477"/>
                </a:lnTo>
                <a:lnTo>
                  <a:pt x="341477" y="527641"/>
                </a:lnTo>
                <a:lnTo>
                  <a:pt x="340726" y="527816"/>
                </a:lnTo>
                <a:lnTo>
                  <a:pt x="339984" y="528001"/>
                </a:lnTo>
                <a:lnTo>
                  <a:pt x="339251" y="528195"/>
                </a:lnTo>
                <a:lnTo>
                  <a:pt x="338528" y="528400"/>
                </a:lnTo>
                <a:lnTo>
                  <a:pt x="337814" y="528614"/>
                </a:lnTo>
                <a:lnTo>
                  <a:pt x="337110" y="528839"/>
                </a:lnTo>
                <a:lnTo>
                  <a:pt x="336415" y="529073"/>
                </a:lnTo>
                <a:lnTo>
                  <a:pt x="335744" y="529318"/>
                </a:lnTo>
                <a:lnTo>
                  <a:pt x="335087" y="529571"/>
                </a:lnTo>
                <a:lnTo>
                  <a:pt x="334441" y="529834"/>
                </a:lnTo>
                <a:lnTo>
                  <a:pt x="333808" y="530107"/>
                </a:lnTo>
                <a:lnTo>
                  <a:pt x="333187" y="530388"/>
                </a:lnTo>
                <a:lnTo>
                  <a:pt x="332579" y="530679"/>
                </a:lnTo>
                <a:lnTo>
                  <a:pt x="331983" y="530980"/>
                </a:lnTo>
                <a:lnTo>
                  <a:pt x="331399" y="531290"/>
                </a:lnTo>
                <a:lnTo>
                  <a:pt x="330827" y="531609"/>
                </a:lnTo>
                <a:lnTo>
                  <a:pt x="330268" y="531938"/>
                </a:lnTo>
                <a:lnTo>
                  <a:pt x="329721" y="532276"/>
                </a:lnTo>
                <a:lnTo>
                  <a:pt x="329187" y="532624"/>
                </a:lnTo>
                <a:lnTo>
                  <a:pt x="328665" y="532981"/>
                </a:lnTo>
                <a:lnTo>
                  <a:pt x="328155" y="533347"/>
                </a:lnTo>
                <a:lnTo>
                  <a:pt x="327657" y="533723"/>
                </a:lnTo>
                <a:lnTo>
                  <a:pt x="327172" y="534108"/>
                </a:lnTo>
                <a:lnTo>
                  <a:pt x="326699" y="534502"/>
                </a:lnTo>
                <a:lnTo>
                  <a:pt x="326239" y="534906"/>
                </a:lnTo>
                <a:lnTo>
                  <a:pt x="325791" y="535319"/>
                </a:lnTo>
                <a:lnTo>
                  <a:pt x="325355" y="535742"/>
                </a:lnTo>
                <a:lnTo>
                  <a:pt x="324931" y="536174"/>
                </a:lnTo>
                <a:lnTo>
                  <a:pt x="324520" y="536615"/>
                </a:lnTo>
                <a:lnTo>
                  <a:pt x="324121" y="537066"/>
                </a:lnTo>
                <a:lnTo>
                  <a:pt x="323735" y="537527"/>
                </a:lnTo>
                <a:lnTo>
                  <a:pt x="323362" y="537996"/>
                </a:lnTo>
                <a:lnTo>
                  <a:pt x="323005" y="538476"/>
                </a:lnTo>
                <a:lnTo>
                  <a:pt x="322665" y="538966"/>
                </a:lnTo>
                <a:lnTo>
                  <a:pt x="322340" y="539466"/>
                </a:lnTo>
                <a:lnTo>
                  <a:pt x="322031" y="539976"/>
                </a:lnTo>
                <a:lnTo>
                  <a:pt x="321737" y="540496"/>
                </a:lnTo>
                <a:lnTo>
                  <a:pt x="321460" y="541026"/>
                </a:lnTo>
                <a:lnTo>
                  <a:pt x="321199" y="541565"/>
                </a:lnTo>
                <a:lnTo>
                  <a:pt x="320953" y="542115"/>
                </a:lnTo>
                <a:lnTo>
                  <a:pt x="320723" y="542675"/>
                </a:lnTo>
                <a:lnTo>
                  <a:pt x="320509" y="543245"/>
                </a:lnTo>
                <a:lnTo>
                  <a:pt x="320311" y="543824"/>
                </a:lnTo>
                <a:lnTo>
                  <a:pt x="320129" y="544414"/>
                </a:lnTo>
                <a:lnTo>
                  <a:pt x="319962" y="545014"/>
                </a:lnTo>
                <a:lnTo>
                  <a:pt x="319812" y="545623"/>
                </a:lnTo>
                <a:lnTo>
                  <a:pt x="319677" y="546243"/>
                </a:lnTo>
                <a:lnTo>
                  <a:pt x="319558" y="546872"/>
                </a:lnTo>
                <a:lnTo>
                  <a:pt x="319455" y="547512"/>
                </a:lnTo>
                <a:lnTo>
                  <a:pt x="319368" y="548162"/>
                </a:lnTo>
                <a:lnTo>
                  <a:pt x="319297" y="548821"/>
                </a:lnTo>
                <a:lnTo>
                  <a:pt x="319241" y="549491"/>
                </a:lnTo>
                <a:lnTo>
                  <a:pt x="319201" y="550170"/>
                </a:lnTo>
                <a:lnTo>
                  <a:pt x="319178" y="550860"/>
                </a:lnTo>
                <a:lnTo>
                  <a:pt x="319170" y="551559"/>
                </a:lnTo>
                <a:lnTo>
                  <a:pt x="319175" y="552161"/>
                </a:lnTo>
                <a:lnTo>
                  <a:pt x="319191" y="552754"/>
                </a:lnTo>
                <a:lnTo>
                  <a:pt x="319217" y="553339"/>
                </a:lnTo>
                <a:lnTo>
                  <a:pt x="319254" y="553917"/>
                </a:lnTo>
                <a:lnTo>
                  <a:pt x="319302" y="554485"/>
                </a:lnTo>
                <a:lnTo>
                  <a:pt x="319360" y="555046"/>
                </a:lnTo>
                <a:lnTo>
                  <a:pt x="319429" y="555598"/>
                </a:lnTo>
                <a:lnTo>
                  <a:pt x="319508" y="556143"/>
                </a:lnTo>
                <a:lnTo>
                  <a:pt x="319598" y="556679"/>
                </a:lnTo>
                <a:lnTo>
                  <a:pt x="319698" y="557206"/>
                </a:lnTo>
                <a:lnTo>
                  <a:pt x="319809" y="557726"/>
                </a:lnTo>
                <a:lnTo>
                  <a:pt x="319931" y="558237"/>
                </a:lnTo>
                <a:lnTo>
                  <a:pt x="320063" y="558740"/>
                </a:lnTo>
                <a:lnTo>
                  <a:pt x="320205" y="559235"/>
                </a:lnTo>
                <a:lnTo>
                  <a:pt x="320358" y="559722"/>
                </a:lnTo>
                <a:lnTo>
                  <a:pt x="320522" y="560200"/>
                </a:lnTo>
                <a:lnTo>
                  <a:pt x="320697" y="560671"/>
                </a:lnTo>
                <a:lnTo>
                  <a:pt x="320882" y="561133"/>
                </a:lnTo>
                <a:lnTo>
                  <a:pt x="321077" y="561586"/>
                </a:lnTo>
                <a:lnTo>
                  <a:pt x="321283" y="562032"/>
                </a:lnTo>
                <a:lnTo>
                  <a:pt x="321500" y="562469"/>
                </a:lnTo>
                <a:lnTo>
                  <a:pt x="321727" y="562898"/>
                </a:lnTo>
                <a:lnTo>
                  <a:pt x="321965" y="563319"/>
                </a:lnTo>
                <a:lnTo>
                  <a:pt x="322213" y="563732"/>
                </a:lnTo>
                <a:lnTo>
                  <a:pt x="322473" y="564124"/>
                </a:lnTo>
                <a:lnTo>
                  <a:pt x="322747" y="564509"/>
                </a:lnTo>
                <a:lnTo>
                  <a:pt x="323034" y="564889"/>
                </a:lnTo>
                <a:lnTo>
                  <a:pt x="323335" y="565263"/>
                </a:lnTo>
                <a:lnTo>
                  <a:pt x="323650" y="565631"/>
                </a:lnTo>
                <a:lnTo>
                  <a:pt x="323978" y="565993"/>
                </a:lnTo>
                <a:lnTo>
                  <a:pt x="324319" y="566350"/>
                </a:lnTo>
                <a:lnTo>
                  <a:pt x="324674" y="566700"/>
                </a:lnTo>
                <a:lnTo>
                  <a:pt x="325042" y="567045"/>
                </a:lnTo>
                <a:lnTo>
                  <a:pt x="325424" y="567383"/>
                </a:lnTo>
                <a:lnTo>
                  <a:pt x="325819" y="567716"/>
                </a:lnTo>
                <a:lnTo>
                  <a:pt x="326228" y="568043"/>
                </a:lnTo>
                <a:lnTo>
                  <a:pt x="326651" y="568364"/>
                </a:lnTo>
                <a:lnTo>
                  <a:pt x="327087" y="568680"/>
                </a:lnTo>
                <a:lnTo>
                  <a:pt x="327536" y="568989"/>
                </a:lnTo>
                <a:lnTo>
                  <a:pt x="327999" y="569292"/>
                </a:lnTo>
                <a:lnTo>
                  <a:pt x="328475" y="569590"/>
                </a:lnTo>
                <a:lnTo>
                  <a:pt x="328965" y="569882"/>
                </a:lnTo>
                <a:lnTo>
                  <a:pt x="329468" y="570168"/>
                </a:lnTo>
                <a:lnTo>
                  <a:pt x="329985" y="570448"/>
                </a:lnTo>
                <a:lnTo>
                  <a:pt x="330516" y="570722"/>
                </a:lnTo>
                <a:lnTo>
                  <a:pt x="331060" y="570990"/>
                </a:lnTo>
                <a:lnTo>
                  <a:pt x="331617" y="571253"/>
                </a:lnTo>
                <a:lnTo>
                  <a:pt x="332188" y="571509"/>
                </a:lnTo>
                <a:lnTo>
                  <a:pt x="332773" y="571747"/>
                </a:lnTo>
                <a:lnTo>
                  <a:pt x="333374" y="571982"/>
                </a:lnTo>
                <a:lnTo>
                  <a:pt x="333989" y="572214"/>
                </a:lnTo>
                <a:lnTo>
                  <a:pt x="334621" y="572444"/>
                </a:lnTo>
                <a:lnTo>
                  <a:pt x="335267" y="572670"/>
                </a:lnTo>
                <a:lnTo>
                  <a:pt x="335928" y="572893"/>
                </a:lnTo>
                <a:lnTo>
                  <a:pt x="336605" y="573114"/>
                </a:lnTo>
                <a:lnTo>
                  <a:pt x="337297" y="573331"/>
                </a:lnTo>
                <a:lnTo>
                  <a:pt x="338005" y="573546"/>
                </a:lnTo>
                <a:lnTo>
                  <a:pt x="338727" y="573757"/>
                </a:lnTo>
                <a:lnTo>
                  <a:pt x="339465" y="573966"/>
                </a:lnTo>
                <a:lnTo>
                  <a:pt x="340219" y="574172"/>
                </a:lnTo>
                <a:lnTo>
                  <a:pt x="340987" y="574375"/>
                </a:lnTo>
                <a:lnTo>
                  <a:pt x="341771" y="574575"/>
                </a:lnTo>
                <a:lnTo>
                  <a:pt x="342570" y="574772"/>
                </a:lnTo>
                <a:lnTo>
                  <a:pt x="343384" y="574966"/>
                </a:lnTo>
                <a:lnTo>
                  <a:pt x="344213" y="575157"/>
                </a:lnTo>
                <a:lnTo>
                  <a:pt x="345058" y="575345"/>
                </a:lnTo>
                <a:lnTo>
                  <a:pt x="345918" y="575530"/>
                </a:lnTo>
                <a:lnTo>
                  <a:pt x="346793" y="575712"/>
                </a:lnTo>
                <a:lnTo>
                  <a:pt x="347684" y="575892"/>
                </a:lnTo>
                <a:lnTo>
                  <a:pt x="348590" y="576068"/>
                </a:lnTo>
                <a:lnTo>
                  <a:pt x="349511" y="576242"/>
                </a:lnTo>
                <a:lnTo>
                  <a:pt x="350447" y="576412"/>
                </a:lnTo>
                <a:lnTo>
                  <a:pt x="351326" y="576553"/>
                </a:lnTo>
                <a:lnTo>
                  <a:pt x="352187" y="576695"/>
                </a:lnTo>
                <a:lnTo>
                  <a:pt x="353031" y="576837"/>
                </a:lnTo>
                <a:lnTo>
                  <a:pt x="353857" y="576980"/>
                </a:lnTo>
                <a:lnTo>
                  <a:pt x="354665" y="577124"/>
                </a:lnTo>
                <a:lnTo>
                  <a:pt x="355456" y="577268"/>
                </a:lnTo>
                <a:lnTo>
                  <a:pt x="356229" y="577413"/>
                </a:lnTo>
                <a:lnTo>
                  <a:pt x="356984" y="577558"/>
                </a:lnTo>
                <a:lnTo>
                  <a:pt x="357722" y="577704"/>
                </a:lnTo>
                <a:lnTo>
                  <a:pt x="358443" y="577850"/>
                </a:lnTo>
                <a:lnTo>
                  <a:pt x="359145" y="577997"/>
                </a:lnTo>
                <a:lnTo>
                  <a:pt x="359830" y="578145"/>
                </a:lnTo>
                <a:lnTo>
                  <a:pt x="360498" y="578293"/>
                </a:lnTo>
                <a:lnTo>
                  <a:pt x="361148" y="578442"/>
                </a:lnTo>
                <a:lnTo>
                  <a:pt x="361780" y="578591"/>
                </a:lnTo>
                <a:lnTo>
                  <a:pt x="362395" y="578741"/>
                </a:lnTo>
                <a:lnTo>
                  <a:pt x="362992" y="578892"/>
                </a:lnTo>
                <a:lnTo>
                  <a:pt x="363571" y="579043"/>
                </a:lnTo>
                <a:lnTo>
                  <a:pt x="364133" y="579195"/>
                </a:lnTo>
                <a:lnTo>
                  <a:pt x="364677" y="579347"/>
                </a:lnTo>
                <a:lnTo>
                  <a:pt x="365204" y="579500"/>
                </a:lnTo>
                <a:lnTo>
                  <a:pt x="365712" y="579654"/>
                </a:lnTo>
                <a:lnTo>
                  <a:pt x="366204" y="579808"/>
                </a:lnTo>
                <a:lnTo>
                  <a:pt x="366678" y="579963"/>
                </a:lnTo>
                <a:lnTo>
                  <a:pt x="367150" y="580119"/>
                </a:lnTo>
                <a:lnTo>
                  <a:pt x="367611" y="580277"/>
                </a:lnTo>
                <a:lnTo>
                  <a:pt x="368059" y="580438"/>
                </a:lnTo>
                <a:lnTo>
                  <a:pt x="368495" y="580601"/>
                </a:lnTo>
                <a:lnTo>
                  <a:pt x="368919" y="580767"/>
                </a:lnTo>
                <a:lnTo>
                  <a:pt x="369330" y="580935"/>
                </a:lnTo>
                <a:lnTo>
                  <a:pt x="369729" y="581105"/>
                </a:lnTo>
                <a:lnTo>
                  <a:pt x="370115" y="581277"/>
                </a:lnTo>
                <a:lnTo>
                  <a:pt x="370490" y="581452"/>
                </a:lnTo>
                <a:lnTo>
                  <a:pt x="370851" y="581630"/>
                </a:lnTo>
                <a:lnTo>
                  <a:pt x="371201" y="581809"/>
                </a:lnTo>
                <a:lnTo>
                  <a:pt x="371538" y="581991"/>
                </a:lnTo>
                <a:lnTo>
                  <a:pt x="371863" y="582176"/>
                </a:lnTo>
                <a:lnTo>
                  <a:pt x="372176" y="582362"/>
                </a:lnTo>
                <a:lnTo>
                  <a:pt x="372476" y="582551"/>
                </a:lnTo>
                <a:lnTo>
                  <a:pt x="372764" y="582743"/>
                </a:lnTo>
                <a:lnTo>
                  <a:pt x="373040" y="582936"/>
                </a:lnTo>
                <a:lnTo>
                  <a:pt x="373303" y="583132"/>
                </a:lnTo>
                <a:lnTo>
                  <a:pt x="373554" y="583331"/>
                </a:lnTo>
                <a:lnTo>
                  <a:pt x="373792" y="583532"/>
                </a:lnTo>
                <a:lnTo>
                  <a:pt x="374019" y="583735"/>
                </a:lnTo>
                <a:lnTo>
                  <a:pt x="374233" y="583940"/>
                </a:lnTo>
                <a:lnTo>
                  <a:pt x="374434" y="584148"/>
                </a:lnTo>
                <a:lnTo>
                  <a:pt x="374624" y="584358"/>
                </a:lnTo>
                <a:lnTo>
                  <a:pt x="374803" y="584572"/>
                </a:lnTo>
                <a:lnTo>
                  <a:pt x="374975" y="584790"/>
                </a:lnTo>
                <a:lnTo>
                  <a:pt x="375139" y="585013"/>
                </a:lnTo>
                <a:lnTo>
                  <a:pt x="375295" y="585241"/>
                </a:lnTo>
                <a:lnTo>
                  <a:pt x="375444" y="585474"/>
                </a:lnTo>
                <a:lnTo>
                  <a:pt x="375585" y="585711"/>
                </a:lnTo>
                <a:lnTo>
                  <a:pt x="375719" y="585953"/>
                </a:lnTo>
                <a:lnTo>
                  <a:pt x="375845" y="586199"/>
                </a:lnTo>
                <a:lnTo>
                  <a:pt x="375963" y="586450"/>
                </a:lnTo>
                <a:lnTo>
                  <a:pt x="376074" y="586706"/>
                </a:lnTo>
                <a:lnTo>
                  <a:pt x="376177" y="586967"/>
                </a:lnTo>
                <a:lnTo>
                  <a:pt x="376272" y="587232"/>
                </a:lnTo>
                <a:lnTo>
                  <a:pt x="376360" y="587502"/>
                </a:lnTo>
                <a:lnTo>
                  <a:pt x="376440" y="587777"/>
                </a:lnTo>
                <a:lnTo>
                  <a:pt x="376513" y="588057"/>
                </a:lnTo>
                <a:lnTo>
                  <a:pt x="376577" y="588341"/>
                </a:lnTo>
                <a:lnTo>
                  <a:pt x="376635" y="588629"/>
                </a:lnTo>
                <a:lnTo>
                  <a:pt x="376684" y="588923"/>
                </a:lnTo>
                <a:lnTo>
                  <a:pt x="376726" y="589221"/>
                </a:lnTo>
                <a:lnTo>
                  <a:pt x="376761" y="589524"/>
                </a:lnTo>
                <a:lnTo>
                  <a:pt x="376787" y="589832"/>
                </a:lnTo>
                <a:lnTo>
                  <a:pt x="376806" y="590144"/>
                </a:lnTo>
                <a:lnTo>
                  <a:pt x="376818" y="590461"/>
                </a:lnTo>
                <a:lnTo>
                  <a:pt x="376822" y="590783"/>
                </a:lnTo>
                <a:lnTo>
                  <a:pt x="376812" y="591272"/>
                </a:lnTo>
                <a:lnTo>
                  <a:pt x="376784" y="591754"/>
                </a:lnTo>
                <a:lnTo>
                  <a:pt x="376737" y="592228"/>
                </a:lnTo>
                <a:lnTo>
                  <a:pt x="376671" y="592694"/>
                </a:lnTo>
                <a:lnTo>
                  <a:pt x="376587" y="593153"/>
                </a:lnTo>
                <a:lnTo>
                  <a:pt x="376484" y="593604"/>
                </a:lnTo>
                <a:lnTo>
                  <a:pt x="376361" y="594048"/>
                </a:lnTo>
                <a:lnTo>
                  <a:pt x="376221" y="594483"/>
                </a:lnTo>
                <a:lnTo>
                  <a:pt x="376061" y="594912"/>
                </a:lnTo>
                <a:lnTo>
                  <a:pt x="375882" y="595332"/>
                </a:lnTo>
                <a:lnTo>
                  <a:pt x="375685" y="595745"/>
                </a:lnTo>
                <a:lnTo>
                  <a:pt x="375469" y="596151"/>
                </a:lnTo>
                <a:lnTo>
                  <a:pt x="375234" y="596548"/>
                </a:lnTo>
                <a:lnTo>
                  <a:pt x="374981" y="596938"/>
                </a:lnTo>
                <a:lnTo>
                  <a:pt x="374708" y="597321"/>
                </a:lnTo>
                <a:lnTo>
                  <a:pt x="374417" y="597696"/>
                </a:lnTo>
                <a:lnTo>
                  <a:pt x="374107" y="598063"/>
                </a:lnTo>
                <a:lnTo>
                  <a:pt x="373778" y="598422"/>
                </a:lnTo>
                <a:lnTo>
                  <a:pt x="373431" y="598774"/>
                </a:lnTo>
                <a:lnTo>
                  <a:pt x="373065" y="599119"/>
                </a:lnTo>
                <a:lnTo>
                  <a:pt x="372679" y="599455"/>
                </a:lnTo>
                <a:lnTo>
                  <a:pt x="372276" y="599784"/>
                </a:lnTo>
                <a:lnTo>
                  <a:pt x="371853" y="600106"/>
                </a:lnTo>
                <a:lnTo>
                  <a:pt x="371411" y="600420"/>
                </a:lnTo>
                <a:lnTo>
                  <a:pt x="370966" y="600709"/>
                </a:lnTo>
                <a:lnTo>
                  <a:pt x="370503" y="600987"/>
                </a:lnTo>
                <a:lnTo>
                  <a:pt x="370022" y="601252"/>
                </a:lnTo>
                <a:lnTo>
                  <a:pt x="369524" y="601505"/>
                </a:lnTo>
                <a:lnTo>
                  <a:pt x="369008" y="601745"/>
                </a:lnTo>
                <a:lnTo>
                  <a:pt x="368474" y="601973"/>
                </a:lnTo>
                <a:lnTo>
                  <a:pt x="367923" y="602189"/>
                </a:lnTo>
                <a:lnTo>
                  <a:pt x="367354" y="602392"/>
                </a:lnTo>
                <a:lnTo>
                  <a:pt x="366767" y="602583"/>
                </a:lnTo>
                <a:lnTo>
                  <a:pt x="366163" y="602762"/>
                </a:lnTo>
                <a:lnTo>
                  <a:pt x="365542" y="602928"/>
                </a:lnTo>
                <a:lnTo>
                  <a:pt x="364902" y="603083"/>
                </a:lnTo>
                <a:lnTo>
                  <a:pt x="364245" y="603224"/>
                </a:lnTo>
                <a:lnTo>
                  <a:pt x="363571" y="603354"/>
                </a:lnTo>
                <a:lnTo>
                  <a:pt x="362879" y="603471"/>
                </a:lnTo>
                <a:lnTo>
                  <a:pt x="362169" y="603576"/>
                </a:lnTo>
                <a:lnTo>
                  <a:pt x="361442" y="603668"/>
                </a:lnTo>
                <a:lnTo>
                  <a:pt x="360697" y="603748"/>
                </a:lnTo>
                <a:lnTo>
                  <a:pt x="359934" y="603816"/>
                </a:lnTo>
                <a:lnTo>
                  <a:pt x="359154" y="603872"/>
                </a:lnTo>
                <a:lnTo>
                  <a:pt x="358356" y="603915"/>
                </a:lnTo>
                <a:lnTo>
                  <a:pt x="357541" y="603945"/>
                </a:lnTo>
                <a:lnTo>
                  <a:pt x="356708" y="603964"/>
                </a:lnTo>
                <a:lnTo>
                  <a:pt x="355857" y="603970"/>
                </a:lnTo>
                <a:lnTo>
                  <a:pt x="354908" y="603963"/>
                </a:lnTo>
                <a:lnTo>
                  <a:pt x="353978" y="603943"/>
                </a:lnTo>
                <a:lnTo>
                  <a:pt x="353065" y="603909"/>
                </a:lnTo>
                <a:lnTo>
                  <a:pt x="352171" y="603862"/>
                </a:lnTo>
                <a:lnTo>
                  <a:pt x="351295" y="603801"/>
                </a:lnTo>
                <a:lnTo>
                  <a:pt x="350437" y="603727"/>
                </a:lnTo>
                <a:lnTo>
                  <a:pt x="349597" y="603639"/>
                </a:lnTo>
                <a:lnTo>
                  <a:pt x="348775" y="603538"/>
                </a:lnTo>
                <a:lnTo>
                  <a:pt x="347972" y="603423"/>
                </a:lnTo>
                <a:lnTo>
                  <a:pt x="347187" y="603295"/>
                </a:lnTo>
                <a:lnTo>
                  <a:pt x="346420" y="603153"/>
                </a:lnTo>
                <a:lnTo>
                  <a:pt x="345671" y="602998"/>
                </a:lnTo>
                <a:lnTo>
                  <a:pt x="344940" y="602829"/>
                </a:lnTo>
                <a:lnTo>
                  <a:pt x="344228" y="602647"/>
                </a:lnTo>
                <a:lnTo>
                  <a:pt x="343534" y="602451"/>
                </a:lnTo>
                <a:lnTo>
                  <a:pt x="342858" y="602242"/>
                </a:lnTo>
                <a:lnTo>
                  <a:pt x="342200" y="602019"/>
                </a:lnTo>
                <a:lnTo>
                  <a:pt x="341561" y="601783"/>
                </a:lnTo>
                <a:lnTo>
                  <a:pt x="340939" y="601533"/>
                </a:lnTo>
                <a:lnTo>
                  <a:pt x="340336" y="601269"/>
                </a:lnTo>
                <a:lnTo>
                  <a:pt x="339751" y="600993"/>
                </a:lnTo>
                <a:lnTo>
                  <a:pt x="339184" y="600702"/>
                </a:lnTo>
                <a:lnTo>
                  <a:pt x="338636" y="600399"/>
                </a:lnTo>
                <a:lnTo>
                  <a:pt x="338105" y="600081"/>
                </a:lnTo>
                <a:lnTo>
                  <a:pt x="337609" y="599738"/>
                </a:lnTo>
                <a:lnTo>
                  <a:pt x="337133" y="599384"/>
                </a:lnTo>
                <a:lnTo>
                  <a:pt x="336679" y="599019"/>
                </a:lnTo>
                <a:lnTo>
                  <a:pt x="336245" y="598644"/>
                </a:lnTo>
                <a:lnTo>
                  <a:pt x="335833" y="598259"/>
                </a:lnTo>
                <a:lnTo>
                  <a:pt x="335442" y="597862"/>
                </a:lnTo>
                <a:lnTo>
                  <a:pt x="335073" y="597456"/>
                </a:lnTo>
                <a:lnTo>
                  <a:pt x="334724" y="597038"/>
                </a:lnTo>
                <a:lnTo>
                  <a:pt x="334396" y="596610"/>
                </a:lnTo>
                <a:lnTo>
                  <a:pt x="334090" y="596172"/>
                </a:lnTo>
                <a:lnTo>
                  <a:pt x="333805" y="595723"/>
                </a:lnTo>
                <a:lnTo>
                  <a:pt x="333540" y="595263"/>
                </a:lnTo>
                <a:lnTo>
                  <a:pt x="333297" y="594793"/>
                </a:lnTo>
                <a:lnTo>
                  <a:pt x="333075" y="594312"/>
                </a:lnTo>
                <a:lnTo>
                  <a:pt x="332875" y="593821"/>
                </a:lnTo>
                <a:lnTo>
                  <a:pt x="332695" y="593319"/>
                </a:lnTo>
                <a:lnTo>
                  <a:pt x="332537" y="592806"/>
                </a:lnTo>
                <a:lnTo>
                  <a:pt x="332399" y="592283"/>
                </a:lnTo>
                <a:lnTo>
                  <a:pt x="332283" y="591750"/>
                </a:lnTo>
                <a:lnTo>
                  <a:pt x="332188" y="591205"/>
                </a:lnTo>
                <a:lnTo>
                  <a:pt x="332114" y="590651"/>
                </a:lnTo>
                <a:lnTo>
                  <a:pt x="332061" y="590085"/>
                </a:lnTo>
                <a:lnTo>
                  <a:pt x="332029" y="589509"/>
                </a:lnTo>
                <a:lnTo>
                  <a:pt x="332019" y="588923"/>
                </a:lnTo>
                <a:lnTo>
                  <a:pt x="332019" y="587232"/>
                </a:lnTo>
                <a:lnTo>
                  <a:pt x="317479" y="587232"/>
                </a:lnTo>
                <a:lnTo>
                  <a:pt x="317465" y="587330"/>
                </a:lnTo>
                <a:lnTo>
                  <a:pt x="317452" y="587428"/>
                </a:lnTo>
                <a:lnTo>
                  <a:pt x="317439" y="587525"/>
                </a:lnTo>
                <a:lnTo>
                  <a:pt x="317427" y="587622"/>
                </a:lnTo>
                <a:lnTo>
                  <a:pt x="317416" y="587718"/>
                </a:lnTo>
                <a:lnTo>
                  <a:pt x="317405" y="587813"/>
                </a:lnTo>
                <a:lnTo>
                  <a:pt x="317395" y="587908"/>
                </a:lnTo>
                <a:lnTo>
                  <a:pt x="317385" y="588003"/>
                </a:lnTo>
                <a:lnTo>
                  <a:pt x="317376" y="588096"/>
                </a:lnTo>
                <a:lnTo>
                  <a:pt x="317367" y="588189"/>
                </a:lnTo>
                <a:lnTo>
                  <a:pt x="317360" y="588282"/>
                </a:lnTo>
                <a:lnTo>
                  <a:pt x="317352" y="588374"/>
                </a:lnTo>
                <a:lnTo>
                  <a:pt x="317345" y="588465"/>
                </a:lnTo>
                <a:lnTo>
                  <a:pt x="317339" y="588556"/>
                </a:lnTo>
                <a:lnTo>
                  <a:pt x="317334" y="588646"/>
                </a:lnTo>
                <a:lnTo>
                  <a:pt x="317329" y="588735"/>
                </a:lnTo>
                <a:lnTo>
                  <a:pt x="317324" y="588824"/>
                </a:lnTo>
                <a:lnTo>
                  <a:pt x="317321" y="588912"/>
                </a:lnTo>
                <a:lnTo>
                  <a:pt x="317317" y="589000"/>
                </a:lnTo>
                <a:lnTo>
                  <a:pt x="317315" y="589087"/>
                </a:lnTo>
                <a:lnTo>
                  <a:pt x="317313" y="589174"/>
                </a:lnTo>
                <a:lnTo>
                  <a:pt x="317311" y="589260"/>
                </a:lnTo>
                <a:lnTo>
                  <a:pt x="317310" y="589345"/>
                </a:lnTo>
                <a:lnTo>
                  <a:pt x="317310" y="589430"/>
                </a:lnTo>
                <a:lnTo>
                  <a:pt x="317310" y="589514"/>
                </a:lnTo>
                <a:lnTo>
                  <a:pt x="317310" y="589596"/>
                </a:lnTo>
                <a:lnTo>
                  <a:pt x="317310" y="589676"/>
                </a:lnTo>
                <a:lnTo>
                  <a:pt x="317310" y="589754"/>
                </a:lnTo>
                <a:lnTo>
                  <a:pt x="317310" y="589831"/>
                </a:lnTo>
                <a:lnTo>
                  <a:pt x="317310" y="589906"/>
                </a:lnTo>
                <a:lnTo>
                  <a:pt x="317310" y="589979"/>
                </a:lnTo>
                <a:lnTo>
                  <a:pt x="317310" y="590050"/>
                </a:lnTo>
                <a:lnTo>
                  <a:pt x="317310" y="590120"/>
                </a:lnTo>
                <a:lnTo>
                  <a:pt x="317310" y="590187"/>
                </a:lnTo>
                <a:lnTo>
                  <a:pt x="317310" y="590253"/>
                </a:lnTo>
                <a:lnTo>
                  <a:pt x="317310" y="590318"/>
                </a:lnTo>
                <a:lnTo>
                  <a:pt x="317310" y="590380"/>
                </a:lnTo>
                <a:lnTo>
                  <a:pt x="317310" y="590441"/>
                </a:lnTo>
                <a:lnTo>
                  <a:pt x="317310" y="590500"/>
                </a:lnTo>
                <a:lnTo>
                  <a:pt x="317310" y="590557"/>
                </a:lnTo>
                <a:lnTo>
                  <a:pt x="317310" y="590613"/>
                </a:lnTo>
                <a:lnTo>
                  <a:pt x="317310" y="590666"/>
                </a:lnTo>
                <a:lnTo>
                  <a:pt x="317310" y="590718"/>
                </a:lnTo>
                <a:lnTo>
                  <a:pt x="317310" y="590769"/>
                </a:lnTo>
                <a:lnTo>
                  <a:pt x="317310" y="590817"/>
                </a:lnTo>
                <a:lnTo>
                  <a:pt x="317310" y="590864"/>
                </a:lnTo>
                <a:lnTo>
                  <a:pt x="317310" y="590908"/>
                </a:lnTo>
                <a:lnTo>
                  <a:pt x="317310" y="590952"/>
                </a:lnTo>
                <a:lnTo>
                  <a:pt x="317318" y="591596"/>
                </a:lnTo>
                <a:lnTo>
                  <a:pt x="317342" y="592234"/>
                </a:lnTo>
                <a:lnTo>
                  <a:pt x="317381" y="592864"/>
                </a:lnTo>
                <a:lnTo>
                  <a:pt x="317437" y="593488"/>
                </a:lnTo>
                <a:lnTo>
                  <a:pt x="317508" y="594104"/>
                </a:lnTo>
                <a:lnTo>
                  <a:pt x="317595" y="594713"/>
                </a:lnTo>
                <a:lnTo>
                  <a:pt x="317698" y="595316"/>
                </a:lnTo>
                <a:lnTo>
                  <a:pt x="317817" y="595911"/>
                </a:lnTo>
                <a:lnTo>
                  <a:pt x="317952" y="596499"/>
                </a:lnTo>
                <a:lnTo>
                  <a:pt x="318102" y="597080"/>
                </a:lnTo>
                <a:lnTo>
                  <a:pt x="318269" y="597655"/>
                </a:lnTo>
                <a:lnTo>
                  <a:pt x="318451" y="598222"/>
                </a:lnTo>
                <a:lnTo>
                  <a:pt x="318649" y="598782"/>
                </a:lnTo>
                <a:lnTo>
                  <a:pt x="318863" y="599335"/>
                </a:lnTo>
                <a:lnTo>
                  <a:pt x="319093" y="599881"/>
                </a:lnTo>
                <a:lnTo>
                  <a:pt x="319339" y="600420"/>
                </a:lnTo>
                <a:lnTo>
                  <a:pt x="319600" y="600951"/>
                </a:lnTo>
                <a:lnTo>
                  <a:pt x="319878" y="601476"/>
                </a:lnTo>
                <a:lnTo>
                  <a:pt x="320171" y="601994"/>
                </a:lnTo>
                <a:lnTo>
                  <a:pt x="320480" y="602505"/>
                </a:lnTo>
                <a:lnTo>
                  <a:pt x="320805" y="603009"/>
                </a:lnTo>
                <a:lnTo>
                  <a:pt x="321146" y="603505"/>
                </a:lnTo>
                <a:lnTo>
                  <a:pt x="321502" y="603995"/>
                </a:lnTo>
                <a:lnTo>
                  <a:pt x="321875" y="604477"/>
                </a:lnTo>
                <a:lnTo>
                  <a:pt x="322275" y="604938"/>
                </a:lnTo>
                <a:lnTo>
                  <a:pt x="322687" y="605390"/>
                </a:lnTo>
                <a:lnTo>
                  <a:pt x="323111" y="605833"/>
                </a:lnTo>
                <a:lnTo>
                  <a:pt x="323547" y="606267"/>
                </a:lnTo>
                <a:lnTo>
                  <a:pt x="323994" y="606692"/>
                </a:lnTo>
                <a:lnTo>
                  <a:pt x="324453" y="607108"/>
                </a:lnTo>
                <a:lnTo>
                  <a:pt x="324924" y="607516"/>
                </a:lnTo>
                <a:lnTo>
                  <a:pt x="325406" y="607915"/>
                </a:lnTo>
                <a:lnTo>
                  <a:pt x="325901" y="608305"/>
                </a:lnTo>
                <a:lnTo>
                  <a:pt x="326407" y="608686"/>
                </a:lnTo>
                <a:lnTo>
                  <a:pt x="326924" y="609059"/>
                </a:lnTo>
                <a:lnTo>
                  <a:pt x="327454" y="609423"/>
                </a:lnTo>
                <a:lnTo>
                  <a:pt x="327995" y="609777"/>
                </a:lnTo>
                <a:lnTo>
                  <a:pt x="328548" y="610123"/>
                </a:lnTo>
                <a:lnTo>
                  <a:pt x="329113" y="610461"/>
                </a:lnTo>
                <a:lnTo>
                  <a:pt x="329689" y="610789"/>
                </a:lnTo>
                <a:lnTo>
                  <a:pt x="330278" y="611109"/>
                </a:lnTo>
                <a:lnTo>
                  <a:pt x="330878" y="611420"/>
                </a:lnTo>
                <a:lnTo>
                  <a:pt x="331489" y="611722"/>
                </a:lnTo>
                <a:lnTo>
                  <a:pt x="332113" y="612015"/>
                </a:lnTo>
                <a:lnTo>
                  <a:pt x="332748" y="612299"/>
                </a:lnTo>
                <a:lnTo>
                  <a:pt x="333395" y="612575"/>
                </a:lnTo>
                <a:lnTo>
                  <a:pt x="334053" y="612842"/>
                </a:lnTo>
                <a:lnTo>
                  <a:pt x="334724" y="613100"/>
                </a:lnTo>
                <a:lnTo>
                  <a:pt x="335418" y="613334"/>
                </a:lnTo>
                <a:lnTo>
                  <a:pt x="336121" y="613559"/>
                </a:lnTo>
                <a:lnTo>
                  <a:pt x="336832" y="613773"/>
                </a:lnTo>
                <a:lnTo>
                  <a:pt x="337551" y="613978"/>
                </a:lnTo>
                <a:lnTo>
                  <a:pt x="338278" y="614173"/>
                </a:lnTo>
                <a:lnTo>
                  <a:pt x="339014" y="614357"/>
                </a:lnTo>
                <a:lnTo>
                  <a:pt x="339758" y="614532"/>
                </a:lnTo>
                <a:lnTo>
                  <a:pt x="340510" y="614696"/>
                </a:lnTo>
                <a:lnTo>
                  <a:pt x="341270" y="614851"/>
                </a:lnTo>
                <a:lnTo>
                  <a:pt x="342038" y="614996"/>
                </a:lnTo>
                <a:lnTo>
                  <a:pt x="342815" y="615131"/>
                </a:lnTo>
                <a:lnTo>
                  <a:pt x="343600" y="615255"/>
                </a:lnTo>
                <a:lnTo>
                  <a:pt x="344393" y="615370"/>
                </a:lnTo>
                <a:lnTo>
                  <a:pt x="345194" y="615475"/>
                </a:lnTo>
                <a:lnTo>
                  <a:pt x="346004" y="615570"/>
                </a:lnTo>
                <a:lnTo>
                  <a:pt x="346822" y="615655"/>
                </a:lnTo>
                <a:lnTo>
                  <a:pt x="347648" y="615729"/>
                </a:lnTo>
                <a:lnTo>
                  <a:pt x="348482" y="615794"/>
                </a:lnTo>
                <a:lnTo>
                  <a:pt x="349324" y="615849"/>
                </a:lnTo>
                <a:lnTo>
                  <a:pt x="350175" y="615894"/>
                </a:lnTo>
                <a:lnTo>
                  <a:pt x="351034" y="615929"/>
                </a:lnTo>
                <a:lnTo>
                  <a:pt x="351901" y="615954"/>
                </a:lnTo>
                <a:lnTo>
                  <a:pt x="352776" y="615969"/>
                </a:lnTo>
                <a:lnTo>
                  <a:pt x="353659" y="615974"/>
                </a:lnTo>
                <a:lnTo>
                  <a:pt x="354668" y="615969"/>
                </a:lnTo>
                <a:lnTo>
                  <a:pt x="355664" y="615954"/>
                </a:lnTo>
                <a:lnTo>
                  <a:pt x="356647" y="615929"/>
                </a:lnTo>
                <a:lnTo>
                  <a:pt x="357618" y="615894"/>
                </a:lnTo>
                <a:lnTo>
                  <a:pt x="358577" y="615849"/>
                </a:lnTo>
                <a:lnTo>
                  <a:pt x="359524" y="615794"/>
                </a:lnTo>
                <a:close/>
                <a:moveTo>
                  <a:pt x="655258" y="615830"/>
                </a:moveTo>
                <a:lnTo>
                  <a:pt x="655772" y="615786"/>
                </a:lnTo>
                <a:lnTo>
                  <a:pt x="656282" y="615736"/>
                </a:lnTo>
                <a:lnTo>
                  <a:pt x="656787" y="615680"/>
                </a:lnTo>
                <a:lnTo>
                  <a:pt x="657287" y="615619"/>
                </a:lnTo>
                <a:lnTo>
                  <a:pt x="657782" y="615551"/>
                </a:lnTo>
                <a:lnTo>
                  <a:pt x="658273" y="615478"/>
                </a:lnTo>
                <a:lnTo>
                  <a:pt x="658759" y="615399"/>
                </a:lnTo>
                <a:lnTo>
                  <a:pt x="659240" y="615313"/>
                </a:lnTo>
                <a:lnTo>
                  <a:pt x="659717" y="615222"/>
                </a:lnTo>
                <a:lnTo>
                  <a:pt x="660189" y="615126"/>
                </a:lnTo>
                <a:lnTo>
                  <a:pt x="660656" y="615023"/>
                </a:lnTo>
                <a:lnTo>
                  <a:pt x="661119" y="614914"/>
                </a:lnTo>
                <a:lnTo>
                  <a:pt x="661577" y="614800"/>
                </a:lnTo>
                <a:lnTo>
                  <a:pt x="662030" y="614679"/>
                </a:lnTo>
                <a:lnTo>
                  <a:pt x="662478" y="614553"/>
                </a:lnTo>
                <a:lnTo>
                  <a:pt x="662922" y="614421"/>
                </a:lnTo>
                <a:lnTo>
                  <a:pt x="663361" y="614283"/>
                </a:lnTo>
                <a:lnTo>
                  <a:pt x="663796" y="614154"/>
                </a:lnTo>
                <a:lnTo>
                  <a:pt x="664225" y="614019"/>
                </a:lnTo>
                <a:lnTo>
                  <a:pt x="664651" y="613879"/>
                </a:lnTo>
                <a:lnTo>
                  <a:pt x="665071" y="613734"/>
                </a:lnTo>
                <a:lnTo>
                  <a:pt x="665486" y="613583"/>
                </a:lnTo>
                <a:lnTo>
                  <a:pt x="665897" y="613427"/>
                </a:lnTo>
                <a:lnTo>
                  <a:pt x="666304" y="613266"/>
                </a:lnTo>
                <a:lnTo>
                  <a:pt x="666705" y="613099"/>
                </a:lnTo>
                <a:lnTo>
                  <a:pt x="667102" y="612928"/>
                </a:lnTo>
                <a:lnTo>
                  <a:pt x="667494" y="612751"/>
                </a:lnTo>
                <a:lnTo>
                  <a:pt x="667882" y="612569"/>
                </a:lnTo>
                <a:lnTo>
                  <a:pt x="668264" y="612381"/>
                </a:lnTo>
                <a:lnTo>
                  <a:pt x="668642" y="612188"/>
                </a:lnTo>
                <a:lnTo>
                  <a:pt x="669016" y="611990"/>
                </a:lnTo>
                <a:lnTo>
                  <a:pt x="669384" y="611787"/>
                </a:lnTo>
                <a:lnTo>
                  <a:pt x="669748" y="611578"/>
                </a:lnTo>
                <a:lnTo>
                  <a:pt x="670108" y="611364"/>
                </a:lnTo>
                <a:lnTo>
                  <a:pt x="670462" y="611145"/>
                </a:lnTo>
                <a:lnTo>
                  <a:pt x="670812" y="610920"/>
                </a:lnTo>
                <a:lnTo>
                  <a:pt x="671157" y="610690"/>
                </a:lnTo>
                <a:lnTo>
                  <a:pt x="671498" y="610455"/>
                </a:lnTo>
                <a:lnTo>
                  <a:pt x="671834" y="610215"/>
                </a:lnTo>
                <a:lnTo>
                  <a:pt x="672165" y="609969"/>
                </a:lnTo>
                <a:lnTo>
                  <a:pt x="672491" y="609718"/>
                </a:lnTo>
                <a:lnTo>
                  <a:pt x="672813" y="609448"/>
                </a:lnTo>
                <a:lnTo>
                  <a:pt x="673130" y="609173"/>
                </a:lnTo>
                <a:lnTo>
                  <a:pt x="673442" y="608894"/>
                </a:lnTo>
                <a:lnTo>
                  <a:pt x="673750" y="608610"/>
                </a:lnTo>
                <a:lnTo>
                  <a:pt x="674053" y="608321"/>
                </a:lnTo>
                <a:lnTo>
                  <a:pt x="674351" y="608028"/>
                </a:lnTo>
                <a:lnTo>
                  <a:pt x="674644" y="607729"/>
                </a:lnTo>
                <a:lnTo>
                  <a:pt x="674933" y="607427"/>
                </a:lnTo>
                <a:lnTo>
                  <a:pt x="675217" y="607119"/>
                </a:lnTo>
                <a:lnTo>
                  <a:pt x="675497" y="606807"/>
                </a:lnTo>
                <a:lnTo>
                  <a:pt x="675771" y="606490"/>
                </a:lnTo>
                <a:lnTo>
                  <a:pt x="676041" y="606168"/>
                </a:lnTo>
                <a:lnTo>
                  <a:pt x="676307" y="605842"/>
                </a:lnTo>
                <a:lnTo>
                  <a:pt x="676567" y="605510"/>
                </a:lnTo>
                <a:lnTo>
                  <a:pt x="676823" y="605175"/>
                </a:lnTo>
                <a:lnTo>
                  <a:pt x="677075" y="604834"/>
                </a:lnTo>
                <a:lnTo>
                  <a:pt x="677321" y="604489"/>
                </a:lnTo>
                <a:lnTo>
                  <a:pt x="677563" y="604139"/>
                </a:lnTo>
                <a:lnTo>
                  <a:pt x="677800" y="603785"/>
                </a:lnTo>
                <a:lnTo>
                  <a:pt x="678033" y="603425"/>
                </a:lnTo>
                <a:lnTo>
                  <a:pt x="678260" y="603061"/>
                </a:lnTo>
                <a:lnTo>
                  <a:pt x="678483" y="602693"/>
                </a:lnTo>
                <a:lnTo>
                  <a:pt x="678702" y="602319"/>
                </a:lnTo>
                <a:lnTo>
                  <a:pt x="678916" y="601941"/>
                </a:lnTo>
                <a:lnTo>
                  <a:pt x="678945" y="602278"/>
                </a:lnTo>
                <a:lnTo>
                  <a:pt x="678977" y="602612"/>
                </a:lnTo>
                <a:lnTo>
                  <a:pt x="679011" y="602942"/>
                </a:lnTo>
                <a:lnTo>
                  <a:pt x="679047" y="603270"/>
                </a:lnTo>
                <a:lnTo>
                  <a:pt x="679086" y="603595"/>
                </a:lnTo>
                <a:lnTo>
                  <a:pt x="679127" y="603917"/>
                </a:lnTo>
                <a:lnTo>
                  <a:pt x="679170" y="604236"/>
                </a:lnTo>
                <a:lnTo>
                  <a:pt x="679216" y="604552"/>
                </a:lnTo>
                <a:lnTo>
                  <a:pt x="679264" y="604865"/>
                </a:lnTo>
                <a:lnTo>
                  <a:pt x="679315" y="605176"/>
                </a:lnTo>
                <a:lnTo>
                  <a:pt x="679368" y="605483"/>
                </a:lnTo>
                <a:lnTo>
                  <a:pt x="679423" y="605787"/>
                </a:lnTo>
                <a:lnTo>
                  <a:pt x="679480" y="606089"/>
                </a:lnTo>
                <a:lnTo>
                  <a:pt x="679540" y="606387"/>
                </a:lnTo>
                <a:lnTo>
                  <a:pt x="679602" y="606683"/>
                </a:lnTo>
                <a:lnTo>
                  <a:pt x="679667" y="606975"/>
                </a:lnTo>
                <a:lnTo>
                  <a:pt x="679734" y="607265"/>
                </a:lnTo>
                <a:lnTo>
                  <a:pt x="679803" y="607552"/>
                </a:lnTo>
                <a:lnTo>
                  <a:pt x="679875" y="607836"/>
                </a:lnTo>
                <a:lnTo>
                  <a:pt x="679949" y="608117"/>
                </a:lnTo>
                <a:lnTo>
                  <a:pt x="680025" y="608395"/>
                </a:lnTo>
                <a:lnTo>
                  <a:pt x="680104" y="608670"/>
                </a:lnTo>
                <a:lnTo>
                  <a:pt x="680185" y="608942"/>
                </a:lnTo>
                <a:lnTo>
                  <a:pt x="680268" y="609211"/>
                </a:lnTo>
                <a:lnTo>
                  <a:pt x="680370" y="609476"/>
                </a:lnTo>
                <a:lnTo>
                  <a:pt x="680478" y="609737"/>
                </a:lnTo>
                <a:lnTo>
                  <a:pt x="680593" y="609993"/>
                </a:lnTo>
                <a:lnTo>
                  <a:pt x="680714" y="610244"/>
                </a:lnTo>
                <a:lnTo>
                  <a:pt x="680842" y="610491"/>
                </a:lnTo>
                <a:lnTo>
                  <a:pt x="680976" y="610733"/>
                </a:lnTo>
                <a:lnTo>
                  <a:pt x="681117" y="610970"/>
                </a:lnTo>
                <a:lnTo>
                  <a:pt x="681264" y="611202"/>
                </a:lnTo>
                <a:lnTo>
                  <a:pt x="681417" y="611430"/>
                </a:lnTo>
                <a:lnTo>
                  <a:pt x="681577" y="611653"/>
                </a:lnTo>
                <a:lnTo>
                  <a:pt x="681744" y="611871"/>
                </a:lnTo>
                <a:lnTo>
                  <a:pt x="681916" y="612085"/>
                </a:lnTo>
                <a:lnTo>
                  <a:pt x="682096" y="612294"/>
                </a:lnTo>
                <a:lnTo>
                  <a:pt x="682282" y="612498"/>
                </a:lnTo>
                <a:lnTo>
                  <a:pt x="682474" y="612698"/>
                </a:lnTo>
                <a:lnTo>
                  <a:pt x="682673" y="612893"/>
                </a:lnTo>
                <a:lnTo>
                  <a:pt x="682878" y="613083"/>
                </a:lnTo>
                <a:lnTo>
                  <a:pt x="683089" y="613269"/>
                </a:lnTo>
                <a:lnTo>
                  <a:pt x="683307" y="613449"/>
                </a:lnTo>
                <a:lnTo>
                  <a:pt x="683532" y="613626"/>
                </a:lnTo>
                <a:lnTo>
                  <a:pt x="683763" y="613797"/>
                </a:lnTo>
                <a:lnTo>
                  <a:pt x="684000" y="613964"/>
                </a:lnTo>
                <a:lnTo>
                  <a:pt x="684244" y="614126"/>
                </a:lnTo>
                <a:lnTo>
                  <a:pt x="684495" y="614283"/>
                </a:lnTo>
                <a:lnTo>
                  <a:pt x="684767" y="614421"/>
                </a:lnTo>
                <a:lnTo>
                  <a:pt x="685050" y="614553"/>
                </a:lnTo>
                <a:lnTo>
                  <a:pt x="685343" y="614679"/>
                </a:lnTo>
                <a:lnTo>
                  <a:pt x="685645" y="614800"/>
                </a:lnTo>
                <a:lnTo>
                  <a:pt x="685958" y="614914"/>
                </a:lnTo>
                <a:lnTo>
                  <a:pt x="686281" y="615023"/>
                </a:lnTo>
                <a:lnTo>
                  <a:pt x="686613" y="615126"/>
                </a:lnTo>
                <a:lnTo>
                  <a:pt x="686956" y="615222"/>
                </a:lnTo>
                <a:lnTo>
                  <a:pt x="687308" y="615313"/>
                </a:lnTo>
                <a:lnTo>
                  <a:pt x="687671" y="615399"/>
                </a:lnTo>
                <a:lnTo>
                  <a:pt x="688043" y="615478"/>
                </a:lnTo>
                <a:lnTo>
                  <a:pt x="688426" y="615551"/>
                </a:lnTo>
                <a:lnTo>
                  <a:pt x="688818" y="615619"/>
                </a:lnTo>
                <a:lnTo>
                  <a:pt x="689220" y="615680"/>
                </a:lnTo>
                <a:lnTo>
                  <a:pt x="689633" y="615736"/>
                </a:lnTo>
                <a:lnTo>
                  <a:pt x="690055" y="615786"/>
                </a:lnTo>
                <a:lnTo>
                  <a:pt x="690488" y="615830"/>
                </a:lnTo>
                <a:lnTo>
                  <a:pt x="690930" y="615868"/>
                </a:lnTo>
                <a:lnTo>
                  <a:pt x="691382" y="615901"/>
                </a:lnTo>
                <a:lnTo>
                  <a:pt x="691844" y="615927"/>
                </a:lnTo>
                <a:lnTo>
                  <a:pt x="692317" y="615947"/>
                </a:lnTo>
                <a:lnTo>
                  <a:pt x="692799" y="615962"/>
                </a:lnTo>
                <a:lnTo>
                  <a:pt x="693291" y="615971"/>
                </a:lnTo>
                <a:lnTo>
                  <a:pt x="693793" y="615974"/>
                </a:lnTo>
                <a:lnTo>
                  <a:pt x="694075" y="615972"/>
                </a:lnTo>
                <a:lnTo>
                  <a:pt x="694356" y="615968"/>
                </a:lnTo>
                <a:lnTo>
                  <a:pt x="694636" y="615961"/>
                </a:lnTo>
                <a:lnTo>
                  <a:pt x="694916" y="615950"/>
                </a:lnTo>
                <a:lnTo>
                  <a:pt x="695195" y="615937"/>
                </a:lnTo>
                <a:lnTo>
                  <a:pt x="695474" y="615921"/>
                </a:lnTo>
                <a:lnTo>
                  <a:pt x="695752" y="615902"/>
                </a:lnTo>
                <a:lnTo>
                  <a:pt x="696029" y="615880"/>
                </a:lnTo>
                <a:lnTo>
                  <a:pt x="696306" y="615855"/>
                </a:lnTo>
                <a:lnTo>
                  <a:pt x="696582" y="615827"/>
                </a:lnTo>
                <a:lnTo>
                  <a:pt x="696857" y="615796"/>
                </a:lnTo>
                <a:lnTo>
                  <a:pt x="697133" y="615762"/>
                </a:lnTo>
                <a:lnTo>
                  <a:pt x="697407" y="615726"/>
                </a:lnTo>
                <a:lnTo>
                  <a:pt x="697681" y="615686"/>
                </a:lnTo>
                <a:lnTo>
                  <a:pt x="697954" y="615644"/>
                </a:lnTo>
                <a:lnTo>
                  <a:pt x="698227" y="615598"/>
                </a:lnTo>
                <a:lnTo>
                  <a:pt x="698499" y="615550"/>
                </a:lnTo>
                <a:lnTo>
                  <a:pt x="698770" y="615498"/>
                </a:lnTo>
                <a:lnTo>
                  <a:pt x="699041" y="615444"/>
                </a:lnTo>
                <a:lnTo>
                  <a:pt x="699312" y="615387"/>
                </a:lnTo>
                <a:lnTo>
                  <a:pt x="699581" y="615326"/>
                </a:lnTo>
                <a:lnTo>
                  <a:pt x="699851" y="615263"/>
                </a:lnTo>
                <a:lnTo>
                  <a:pt x="700119" y="615197"/>
                </a:lnTo>
                <a:lnTo>
                  <a:pt x="700387" y="615128"/>
                </a:lnTo>
                <a:lnTo>
                  <a:pt x="700667" y="615057"/>
                </a:lnTo>
                <a:lnTo>
                  <a:pt x="700942" y="614983"/>
                </a:lnTo>
                <a:lnTo>
                  <a:pt x="701214" y="614907"/>
                </a:lnTo>
                <a:lnTo>
                  <a:pt x="701481" y="614828"/>
                </a:lnTo>
                <a:lnTo>
                  <a:pt x="701745" y="614747"/>
                </a:lnTo>
                <a:lnTo>
                  <a:pt x="702004" y="614663"/>
                </a:lnTo>
                <a:lnTo>
                  <a:pt x="702259" y="614578"/>
                </a:lnTo>
                <a:lnTo>
                  <a:pt x="702510" y="614490"/>
                </a:lnTo>
                <a:lnTo>
                  <a:pt x="702757" y="614399"/>
                </a:lnTo>
                <a:lnTo>
                  <a:pt x="702999" y="614307"/>
                </a:lnTo>
                <a:lnTo>
                  <a:pt x="703238" y="614211"/>
                </a:lnTo>
                <a:lnTo>
                  <a:pt x="703473" y="614114"/>
                </a:lnTo>
                <a:lnTo>
                  <a:pt x="703703" y="614014"/>
                </a:lnTo>
                <a:lnTo>
                  <a:pt x="703929" y="613912"/>
                </a:lnTo>
                <a:lnTo>
                  <a:pt x="704151" y="613808"/>
                </a:lnTo>
                <a:lnTo>
                  <a:pt x="704370" y="613701"/>
                </a:lnTo>
                <a:lnTo>
                  <a:pt x="704584" y="613592"/>
                </a:lnTo>
                <a:lnTo>
                  <a:pt x="704793" y="613480"/>
                </a:lnTo>
                <a:lnTo>
                  <a:pt x="704999" y="613366"/>
                </a:lnTo>
                <a:lnTo>
                  <a:pt x="705201" y="613250"/>
                </a:lnTo>
                <a:lnTo>
                  <a:pt x="705398" y="613131"/>
                </a:lnTo>
                <a:lnTo>
                  <a:pt x="705592" y="613010"/>
                </a:lnTo>
                <a:lnTo>
                  <a:pt x="705781" y="612887"/>
                </a:lnTo>
                <a:lnTo>
                  <a:pt x="705966" y="612762"/>
                </a:lnTo>
                <a:lnTo>
                  <a:pt x="705966" y="601772"/>
                </a:lnTo>
                <a:lnTo>
                  <a:pt x="705812" y="601883"/>
                </a:lnTo>
                <a:lnTo>
                  <a:pt x="705658" y="601990"/>
                </a:lnTo>
                <a:lnTo>
                  <a:pt x="705504" y="602094"/>
                </a:lnTo>
                <a:lnTo>
                  <a:pt x="705351" y="602195"/>
                </a:lnTo>
                <a:lnTo>
                  <a:pt x="705199" y="602292"/>
                </a:lnTo>
                <a:lnTo>
                  <a:pt x="705047" y="602385"/>
                </a:lnTo>
                <a:lnTo>
                  <a:pt x="704896" y="602475"/>
                </a:lnTo>
                <a:lnTo>
                  <a:pt x="704745" y="602561"/>
                </a:lnTo>
                <a:lnTo>
                  <a:pt x="704595" y="602644"/>
                </a:lnTo>
                <a:lnTo>
                  <a:pt x="704446" y="602723"/>
                </a:lnTo>
                <a:lnTo>
                  <a:pt x="704297" y="602799"/>
                </a:lnTo>
                <a:lnTo>
                  <a:pt x="704149" y="602871"/>
                </a:lnTo>
                <a:lnTo>
                  <a:pt x="704001" y="602940"/>
                </a:lnTo>
                <a:lnTo>
                  <a:pt x="703854" y="603005"/>
                </a:lnTo>
                <a:lnTo>
                  <a:pt x="703708" y="603066"/>
                </a:lnTo>
                <a:lnTo>
                  <a:pt x="703562" y="603125"/>
                </a:lnTo>
                <a:lnTo>
                  <a:pt x="703417" y="603179"/>
                </a:lnTo>
                <a:lnTo>
                  <a:pt x="703272" y="603230"/>
                </a:lnTo>
                <a:lnTo>
                  <a:pt x="703128" y="603278"/>
                </a:lnTo>
                <a:lnTo>
                  <a:pt x="702984" y="603322"/>
                </a:lnTo>
                <a:lnTo>
                  <a:pt x="702841" y="603362"/>
                </a:lnTo>
                <a:lnTo>
                  <a:pt x="702699" y="603399"/>
                </a:lnTo>
                <a:lnTo>
                  <a:pt x="702557" y="603433"/>
                </a:lnTo>
                <a:lnTo>
                  <a:pt x="702416" y="603463"/>
                </a:lnTo>
                <a:lnTo>
                  <a:pt x="702275" y="603490"/>
                </a:lnTo>
                <a:lnTo>
                  <a:pt x="702134" y="603517"/>
                </a:lnTo>
                <a:lnTo>
                  <a:pt x="701993" y="603542"/>
                </a:lnTo>
                <a:lnTo>
                  <a:pt x="701852" y="603566"/>
                </a:lnTo>
                <a:lnTo>
                  <a:pt x="701711" y="603589"/>
                </a:lnTo>
                <a:lnTo>
                  <a:pt x="701571" y="603611"/>
                </a:lnTo>
                <a:lnTo>
                  <a:pt x="701430" y="603631"/>
                </a:lnTo>
                <a:lnTo>
                  <a:pt x="701289" y="603650"/>
                </a:lnTo>
                <a:lnTo>
                  <a:pt x="701148" y="603669"/>
                </a:lnTo>
                <a:lnTo>
                  <a:pt x="701007" y="603686"/>
                </a:lnTo>
                <a:lnTo>
                  <a:pt x="700866" y="603702"/>
                </a:lnTo>
                <a:lnTo>
                  <a:pt x="700725" y="603716"/>
                </a:lnTo>
                <a:lnTo>
                  <a:pt x="700584" y="603730"/>
                </a:lnTo>
                <a:lnTo>
                  <a:pt x="700443" y="603742"/>
                </a:lnTo>
                <a:lnTo>
                  <a:pt x="700303" y="603753"/>
                </a:lnTo>
                <a:lnTo>
                  <a:pt x="700162" y="603763"/>
                </a:lnTo>
                <a:lnTo>
                  <a:pt x="700021" y="603772"/>
                </a:lnTo>
                <a:lnTo>
                  <a:pt x="699880" y="603780"/>
                </a:lnTo>
                <a:lnTo>
                  <a:pt x="699739" y="603786"/>
                </a:lnTo>
                <a:lnTo>
                  <a:pt x="699598" y="603791"/>
                </a:lnTo>
                <a:lnTo>
                  <a:pt x="699457" y="603795"/>
                </a:lnTo>
                <a:lnTo>
                  <a:pt x="699316" y="603798"/>
                </a:lnTo>
                <a:lnTo>
                  <a:pt x="699175" y="603800"/>
                </a:lnTo>
                <a:lnTo>
                  <a:pt x="699035" y="603801"/>
                </a:lnTo>
                <a:lnTo>
                  <a:pt x="698839" y="603799"/>
                </a:lnTo>
                <a:lnTo>
                  <a:pt x="698648" y="603792"/>
                </a:lnTo>
                <a:lnTo>
                  <a:pt x="698461" y="603782"/>
                </a:lnTo>
                <a:lnTo>
                  <a:pt x="698278" y="603768"/>
                </a:lnTo>
                <a:lnTo>
                  <a:pt x="698100" y="603749"/>
                </a:lnTo>
                <a:lnTo>
                  <a:pt x="697925" y="603727"/>
                </a:lnTo>
                <a:lnTo>
                  <a:pt x="697755" y="603700"/>
                </a:lnTo>
                <a:lnTo>
                  <a:pt x="697588" y="603669"/>
                </a:lnTo>
                <a:lnTo>
                  <a:pt x="697426" y="603634"/>
                </a:lnTo>
                <a:lnTo>
                  <a:pt x="697268" y="603595"/>
                </a:lnTo>
                <a:lnTo>
                  <a:pt x="697113" y="603552"/>
                </a:lnTo>
                <a:lnTo>
                  <a:pt x="696963" y="603505"/>
                </a:lnTo>
                <a:lnTo>
                  <a:pt x="696818" y="603453"/>
                </a:lnTo>
                <a:lnTo>
                  <a:pt x="696676" y="603398"/>
                </a:lnTo>
                <a:lnTo>
                  <a:pt x="696538" y="603338"/>
                </a:lnTo>
                <a:lnTo>
                  <a:pt x="696405" y="603275"/>
                </a:lnTo>
                <a:lnTo>
                  <a:pt x="696275" y="603207"/>
                </a:lnTo>
                <a:lnTo>
                  <a:pt x="696150" y="603135"/>
                </a:lnTo>
                <a:lnTo>
                  <a:pt x="696029" y="603059"/>
                </a:lnTo>
                <a:lnTo>
                  <a:pt x="695911" y="602979"/>
                </a:lnTo>
                <a:lnTo>
                  <a:pt x="695798" y="602895"/>
                </a:lnTo>
                <a:lnTo>
                  <a:pt x="695690" y="602806"/>
                </a:lnTo>
                <a:lnTo>
                  <a:pt x="695585" y="602714"/>
                </a:lnTo>
                <a:lnTo>
                  <a:pt x="695484" y="602617"/>
                </a:lnTo>
                <a:lnTo>
                  <a:pt x="695388" y="602516"/>
                </a:lnTo>
                <a:lnTo>
                  <a:pt x="695295" y="602410"/>
                </a:lnTo>
                <a:lnTo>
                  <a:pt x="695207" y="602298"/>
                </a:lnTo>
                <a:lnTo>
                  <a:pt x="695123" y="602181"/>
                </a:lnTo>
                <a:lnTo>
                  <a:pt x="695042" y="602058"/>
                </a:lnTo>
                <a:lnTo>
                  <a:pt x="694966" y="601931"/>
                </a:lnTo>
                <a:lnTo>
                  <a:pt x="694894" y="601798"/>
                </a:lnTo>
                <a:lnTo>
                  <a:pt x="694827" y="601659"/>
                </a:lnTo>
                <a:lnTo>
                  <a:pt x="694763" y="601516"/>
                </a:lnTo>
                <a:lnTo>
                  <a:pt x="694703" y="601367"/>
                </a:lnTo>
                <a:lnTo>
                  <a:pt x="694648" y="601213"/>
                </a:lnTo>
                <a:lnTo>
                  <a:pt x="694597" y="601053"/>
                </a:lnTo>
                <a:lnTo>
                  <a:pt x="694549" y="600889"/>
                </a:lnTo>
                <a:lnTo>
                  <a:pt x="694506" y="600719"/>
                </a:lnTo>
                <a:lnTo>
                  <a:pt x="694467" y="600544"/>
                </a:lnTo>
                <a:lnTo>
                  <a:pt x="694432" y="600363"/>
                </a:lnTo>
                <a:lnTo>
                  <a:pt x="694401" y="600177"/>
                </a:lnTo>
                <a:lnTo>
                  <a:pt x="694375" y="599986"/>
                </a:lnTo>
                <a:lnTo>
                  <a:pt x="694352" y="599790"/>
                </a:lnTo>
                <a:lnTo>
                  <a:pt x="694334" y="599588"/>
                </a:lnTo>
                <a:lnTo>
                  <a:pt x="694319" y="599381"/>
                </a:lnTo>
                <a:lnTo>
                  <a:pt x="694309" y="599169"/>
                </a:lnTo>
                <a:lnTo>
                  <a:pt x="694303" y="598952"/>
                </a:lnTo>
                <a:lnTo>
                  <a:pt x="694301" y="598729"/>
                </a:lnTo>
                <a:lnTo>
                  <a:pt x="694301" y="527890"/>
                </a:lnTo>
                <a:lnTo>
                  <a:pt x="677394" y="527890"/>
                </a:lnTo>
                <a:lnTo>
                  <a:pt x="677394" y="580470"/>
                </a:lnTo>
                <a:lnTo>
                  <a:pt x="677389" y="580989"/>
                </a:lnTo>
                <a:lnTo>
                  <a:pt x="677375" y="581504"/>
                </a:lnTo>
                <a:lnTo>
                  <a:pt x="677352" y="582015"/>
                </a:lnTo>
                <a:lnTo>
                  <a:pt x="677319" y="582522"/>
                </a:lnTo>
                <a:lnTo>
                  <a:pt x="677277" y="583025"/>
                </a:lnTo>
                <a:lnTo>
                  <a:pt x="677225" y="583523"/>
                </a:lnTo>
                <a:lnTo>
                  <a:pt x="677164" y="584018"/>
                </a:lnTo>
                <a:lnTo>
                  <a:pt x="677093" y="584508"/>
                </a:lnTo>
                <a:lnTo>
                  <a:pt x="677014" y="584995"/>
                </a:lnTo>
                <a:lnTo>
                  <a:pt x="676924" y="585477"/>
                </a:lnTo>
                <a:lnTo>
                  <a:pt x="676826" y="585955"/>
                </a:lnTo>
                <a:lnTo>
                  <a:pt x="676718" y="586429"/>
                </a:lnTo>
                <a:lnTo>
                  <a:pt x="676600" y="586899"/>
                </a:lnTo>
                <a:lnTo>
                  <a:pt x="676474" y="587365"/>
                </a:lnTo>
                <a:lnTo>
                  <a:pt x="676337" y="587827"/>
                </a:lnTo>
                <a:lnTo>
                  <a:pt x="676192" y="588284"/>
                </a:lnTo>
                <a:lnTo>
                  <a:pt x="676037" y="588738"/>
                </a:lnTo>
                <a:lnTo>
                  <a:pt x="675872" y="589187"/>
                </a:lnTo>
                <a:lnTo>
                  <a:pt x="675699" y="589632"/>
                </a:lnTo>
                <a:lnTo>
                  <a:pt x="675515" y="590074"/>
                </a:lnTo>
                <a:lnTo>
                  <a:pt x="675323" y="590511"/>
                </a:lnTo>
                <a:lnTo>
                  <a:pt x="675121" y="590943"/>
                </a:lnTo>
                <a:lnTo>
                  <a:pt x="674910" y="591372"/>
                </a:lnTo>
                <a:lnTo>
                  <a:pt x="674689" y="591797"/>
                </a:lnTo>
                <a:lnTo>
                  <a:pt x="674474" y="592216"/>
                </a:lnTo>
                <a:lnTo>
                  <a:pt x="674251" y="592628"/>
                </a:lnTo>
                <a:lnTo>
                  <a:pt x="674021" y="593033"/>
                </a:lnTo>
                <a:lnTo>
                  <a:pt x="673783" y="593431"/>
                </a:lnTo>
                <a:lnTo>
                  <a:pt x="673537" y="593822"/>
                </a:lnTo>
                <a:lnTo>
                  <a:pt x="673284" y="594206"/>
                </a:lnTo>
                <a:lnTo>
                  <a:pt x="673023" y="594583"/>
                </a:lnTo>
                <a:lnTo>
                  <a:pt x="672754" y="594953"/>
                </a:lnTo>
                <a:lnTo>
                  <a:pt x="672478" y="595316"/>
                </a:lnTo>
                <a:lnTo>
                  <a:pt x="672194" y="595671"/>
                </a:lnTo>
                <a:lnTo>
                  <a:pt x="671903" y="596020"/>
                </a:lnTo>
                <a:lnTo>
                  <a:pt x="671603" y="596362"/>
                </a:lnTo>
                <a:lnTo>
                  <a:pt x="671297" y="596696"/>
                </a:lnTo>
                <a:lnTo>
                  <a:pt x="670982" y="597024"/>
                </a:lnTo>
                <a:lnTo>
                  <a:pt x="670660" y="597345"/>
                </a:lnTo>
                <a:lnTo>
                  <a:pt x="670331" y="597658"/>
                </a:lnTo>
                <a:lnTo>
                  <a:pt x="669993" y="597965"/>
                </a:lnTo>
                <a:lnTo>
                  <a:pt x="669649" y="598264"/>
                </a:lnTo>
                <a:lnTo>
                  <a:pt x="669296" y="598556"/>
                </a:lnTo>
                <a:lnTo>
                  <a:pt x="668936" y="598842"/>
                </a:lnTo>
                <a:lnTo>
                  <a:pt x="668568" y="599120"/>
                </a:lnTo>
                <a:lnTo>
                  <a:pt x="668193" y="599391"/>
                </a:lnTo>
                <a:lnTo>
                  <a:pt x="667810" y="599655"/>
                </a:lnTo>
                <a:lnTo>
                  <a:pt x="667419" y="599913"/>
                </a:lnTo>
                <a:lnTo>
                  <a:pt x="667036" y="600147"/>
                </a:lnTo>
                <a:lnTo>
                  <a:pt x="666649" y="600372"/>
                </a:lnTo>
                <a:lnTo>
                  <a:pt x="666257" y="600586"/>
                </a:lnTo>
                <a:lnTo>
                  <a:pt x="665860" y="600791"/>
                </a:lnTo>
                <a:lnTo>
                  <a:pt x="665458" y="600985"/>
                </a:lnTo>
                <a:lnTo>
                  <a:pt x="665052" y="601170"/>
                </a:lnTo>
                <a:lnTo>
                  <a:pt x="664641" y="601345"/>
                </a:lnTo>
                <a:lnTo>
                  <a:pt x="664226" y="601509"/>
                </a:lnTo>
                <a:lnTo>
                  <a:pt x="663805" y="601664"/>
                </a:lnTo>
                <a:lnTo>
                  <a:pt x="663380" y="601809"/>
                </a:lnTo>
                <a:lnTo>
                  <a:pt x="662950" y="601943"/>
                </a:lnTo>
                <a:lnTo>
                  <a:pt x="662516" y="602068"/>
                </a:lnTo>
                <a:lnTo>
                  <a:pt x="662077" y="602183"/>
                </a:lnTo>
                <a:lnTo>
                  <a:pt x="661633" y="602288"/>
                </a:lnTo>
                <a:lnTo>
                  <a:pt x="661185" y="602382"/>
                </a:lnTo>
                <a:lnTo>
                  <a:pt x="660731" y="602467"/>
                </a:lnTo>
                <a:lnTo>
                  <a:pt x="660274" y="602542"/>
                </a:lnTo>
                <a:lnTo>
                  <a:pt x="659811" y="602607"/>
                </a:lnTo>
                <a:lnTo>
                  <a:pt x="659344" y="602662"/>
                </a:lnTo>
                <a:lnTo>
                  <a:pt x="658872" y="602707"/>
                </a:lnTo>
                <a:lnTo>
                  <a:pt x="658395" y="602742"/>
                </a:lnTo>
                <a:lnTo>
                  <a:pt x="657914" y="602767"/>
                </a:lnTo>
                <a:lnTo>
                  <a:pt x="657428" y="602782"/>
                </a:lnTo>
                <a:lnTo>
                  <a:pt x="656937" y="602787"/>
                </a:lnTo>
                <a:lnTo>
                  <a:pt x="656197" y="602778"/>
                </a:lnTo>
                <a:lnTo>
                  <a:pt x="655470" y="602750"/>
                </a:lnTo>
                <a:lnTo>
                  <a:pt x="654757" y="602705"/>
                </a:lnTo>
                <a:lnTo>
                  <a:pt x="654058" y="602641"/>
                </a:lnTo>
                <a:lnTo>
                  <a:pt x="653372" y="602559"/>
                </a:lnTo>
                <a:lnTo>
                  <a:pt x="652700" y="602459"/>
                </a:lnTo>
                <a:lnTo>
                  <a:pt x="652041" y="602341"/>
                </a:lnTo>
                <a:lnTo>
                  <a:pt x="651395" y="602204"/>
                </a:lnTo>
                <a:lnTo>
                  <a:pt x="650763" y="602050"/>
                </a:lnTo>
                <a:lnTo>
                  <a:pt x="650145" y="601877"/>
                </a:lnTo>
                <a:lnTo>
                  <a:pt x="649540" y="601686"/>
                </a:lnTo>
                <a:lnTo>
                  <a:pt x="648948" y="601476"/>
                </a:lnTo>
                <a:lnTo>
                  <a:pt x="648370" y="601249"/>
                </a:lnTo>
                <a:lnTo>
                  <a:pt x="647806" y="601003"/>
                </a:lnTo>
                <a:lnTo>
                  <a:pt x="647255" y="600739"/>
                </a:lnTo>
                <a:lnTo>
                  <a:pt x="646718" y="600457"/>
                </a:lnTo>
                <a:lnTo>
                  <a:pt x="646194" y="600157"/>
                </a:lnTo>
                <a:lnTo>
                  <a:pt x="645683" y="599838"/>
                </a:lnTo>
                <a:lnTo>
                  <a:pt x="645186" y="599502"/>
                </a:lnTo>
                <a:lnTo>
                  <a:pt x="644703" y="599147"/>
                </a:lnTo>
                <a:lnTo>
                  <a:pt x="644233" y="598774"/>
                </a:lnTo>
                <a:lnTo>
                  <a:pt x="643777" y="598383"/>
                </a:lnTo>
                <a:lnTo>
                  <a:pt x="643334" y="597973"/>
                </a:lnTo>
                <a:lnTo>
                  <a:pt x="642904" y="597546"/>
                </a:lnTo>
                <a:lnTo>
                  <a:pt x="642504" y="597099"/>
                </a:lnTo>
                <a:lnTo>
                  <a:pt x="642121" y="596633"/>
                </a:lnTo>
                <a:lnTo>
                  <a:pt x="641755" y="596148"/>
                </a:lnTo>
                <a:lnTo>
                  <a:pt x="641406" y="595643"/>
                </a:lnTo>
                <a:lnTo>
                  <a:pt x="641074" y="595119"/>
                </a:lnTo>
                <a:lnTo>
                  <a:pt x="640759" y="594576"/>
                </a:lnTo>
                <a:lnTo>
                  <a:pt x="640461" y="594013"/>
                </a:lnTo>
                <a:lnTo>
                  <a:pt x="640180" y="593431"/>
                </a:lnTo>
                <a:lnTo>
                  <a:pt x="639917" y="592830"/>
                </a:lnTo>
                <a:lnTo>
                  <a:pt x="639670" y="592209"/>
                </a:lnTo>
                <a:lnTo>
                  <a:pt x="639440" y="591569"/>
                </a:lnTo>
                <a:lnTo>
                  <a:pt x="639227" y="590909"/>
                </a:lnTo>
                <a:lnTo>
                  <a:pt x="639031" y="590231"/>
                </a:lnTo>
                <a:lnTo>
                  <a:pt x="638853" y="589532"/>
                </a:lnTo>
                <a:lnTo>
                  <a:pt x="638691" y="588815"/>
                </a:lnTo>
                <a:lnTo>
                  <a:pt x="638546" y="588078"/>
                </a:lnTo>
                <a:lnTo>
                  <a:pt x="638418" y="587321"/>
                </a:lnTo>
                <a:lnTo>
                  <a:pt x="638308" y="586545"/>
                </a:lnTo>
                <a:lnTo>
                  <a:pt x="638214" y="585750"/>
                </a:lnTo>
                <a:lnTo>
                  <a:pt x="638138" y="584936"/>
                </a:lnTo>
                <a:lnTo>
                  <a:pt x="638078" y="584102"/>
                </a:lnTo>
                <a:lnTo>
                  <a:pt x="638035" y="583249"/>
                </a:lnTo>
                <a:lnTo>
                  <a:pt x="638010" y="582376"/>
                </a:lnTo>
                <a:lnTo>
                  <a:pt x="638001" y="581484"/>
                </a:lnTo>
                <a:lnTo>
                  <a:pt x="638001" y="527890"/>
                </a:lnTo>
                <a:lnTo>
                  <a:pt x="620926" y="527890"/>
                </a:lnTo>
                <a:lnTo>
                  <a:pt x="620926" y="584696"/>
                </a:lnTo>
                <a:lnTo>
                  <a:pt x="620940" y="585993"/>
                </a:lnTo>
                <a:lnTo>
                  <a:pt x="620983" y="587262"/>
                </a:lnTo>
                <a:lnTo>
                  <a:pt x="621055" y="588503"/>
                </a:lnTo>
                <a:lnTo>
                  <a:pt x="621156" y="589717"/>
                </a:lnTo>
                <a:lnTo>
                  <a:pt x="621285" y="590903"/>
                </a:lnTo>
                <a:lnTo>
                  <a:pt x="621443" y="592061"/>
                </a:lnTo>
                <a:lnTo>
                  <a:pt x="621630" y="593192"/>
                </a:lnTo>
                <a:lnTo>
                  <a:pt x="621846" y="594296"/>
                </a:lnTo>
                <a:lnTo>
                  <a:pt x="622091" y="595371"/>
                </a:lnTo>
                <a:lnTo>
                  <a:pt x="622364" y="596419"/>
                </a:lnTo>
                <a:lnTo>
                  <a:pt x="622666" y="597440"/>
                </a:lnTo>
                <a:lnTo>
                  <a:pt x="622997" y="598433"/>
                </a:lnTo>
                <a:lnTo>
                  <a:pt x="623356" y="599398"/>
                </a:lnTo>
                <a:lnTo>
                  <a:pt x="623745" y="600336"/>
                </a:lnTo>
                <a:lnTo>
                  <a:pt x="624162" y="601246"/>
                </a:lnTo>
                <a:lnTo>
                  <a:pt x="624607" y="602129"/>
                </a:lnTo>
                <a:lnTo>
                  <a:pt x="625082" y="602984"/>
                </a:lnTo>
                <a:lnTo>
                  <a:pt x="625585" y="603812"/>
                </a:lnTo>
                <a:lnTo>
                  <a:pt x="626118" y="604611"/>
                </a:lnTo>
                <a:lnTo>
                  <a:pt x="626679" y="605384"/>
                </a:lnTo>
                <a:lnTo>
                  <a:pt x="627268" y="606128"/>
                </a:lnTo>
                <a:lnTo>
                  <a:pt x="627887" y="606845"/>
                </a:lnTo>
                <a:lnTo>
                  <a:pt x="628534" y="607535"/>
                </a:lnTo>
                <a:lnTo>
                  <a:pt x="629210" y="608197"/>
                </a:lnTo>
                <a:lnTo>
                  <a:pt x="629924" y="608831"/>
                </a:lnTo>
                <a:lnTo>
                  <a:pt x="630656" y="609439"/>
                </a:lnTo>
                <a:lnTo>
                  <a:pt x="631408" y="610020"/>
                </a:lnTo>
                <a:lnTo>
                  <a:pt x="632178" y="610573"/>
                </a:lnTo>
                <a:lnTo>
                  <a:pt x="632967" y="611100"/>
                </a:lnTo>
                <a:lnTo>
                  <a:pt x="633775" y="611599"/>
                </a:lnTo>
                <a:lnTo>
                  <a:pt x="634601" y="612072"/>
                </a:lnTo>
                <a:lnTo>
                  <a:pt x="635446" y="612517"/>
                </a:lnTo>
                <a:lnTo>
                  <a:pt x="636311" y="612936"/>
                </a:lnTo>
                <a:lnTo>
                  <a:pt x="637194" y="613327"/>
                </a:lnTo>
                <a:lnTo>
                  <a:pt x="638095" y="613692"/>
                </a:lnTo>
                <a:lnTo>
                  <a:pt x="639016" y="614030"/>
                </a:lnTo>
                <a:lnTo>
                  <a:pt x="639955" y="614340"/>
                </a:lnTo>
                <a:lnTo>
                  <a:pt x="640913" y="614624"/>
                </a:lnTo>
                <a:lnTo>
                  <a:pt x="641890" y="614880"/>
                </a:lnTo>
                <a:lnTo>
                  <a:pt x="642885" y="615110"/>
                </a:lnTo>
                <a:lnTo>
                  <a:pt x="643900" y="615312"/>
                </a:lnTo>
                <a:lnTo>
                  <a:pt x="644933" y="615488"/>
                </a:lnTo>
                <a:lnTo>
                  <a:pt x="645985" y="615636"/>
                </a:lnTo>
                <a:lnTo>
                  <a:pt x="647056" y="615758"/>
                </a:lnTo>
                <a:lnTo>
                  <a:pt x="648145" y="615852"/>
                </a:lnTo>
                <a:lnTo>
                  <a:pt x="649254" y="615920"/>
                </a:lnTo>
                <a:lnTo>
                  <a:pt x="650381" y="615960"/>
                </a:lnTo>
                <a:lnTo>
                  <a:pt x="651527" y="615974"/>
                </a:lnTo>
                <a:lnTo>
                  <a:pt x="652074" y="615971"/>
                </a:lnTo>
                <a:lnTo>
                  <a:pt x="652616" y="615962"/>
                </a:lnTo>
                <a:lnTo>
                  <a:pt x="653154" y="615947"/>
                </a:lnTo>
                <a:lnTo>
                  <a:pt x="653687" y="615927"/>
                </a:lnTo>
                <a:lnTo>
                  <a:pt x="654215" y="615901"/>
                </a:lnTo>
                <a:lnTo>
                  <a:pt x="654739" y="615868"/>
                </a:lnTo>
                <a:lnTo>
                  <a:pt x="655258" y="615830"/>
                </a:lnTo>
                <a:close/>
                <a:moveTo>
                  <a:pt x="475589" y="1114162"/>
                </a:moveTo>
                <a:lnTo>
                  <a:pt x="476111" y="1114127"/>
                </a:lnTo>
                <a:lnTo>
                  <a:pt x="476632" y="1114087"/>
                </a:lnTo>
                <a:lnTo>
                  <a:pt x="477153" y="1114042"/>
                </a:lnTo>
                <a:lnTo>
                  <a:pt x="477675" y="1113993"/>
                </a:lnTo>
                <a:lnTo>
                  <a:pt x="478196" y="1113939"/>
                </a:lnTo>
                <a:lnTo>
                  <a:pt x="478717" y="1113880"/>
                </a:lnTo>
                <a:lnTo>
                  <a:pt x="479238" y="1113817"/>
                </a:lnTo>
                <a:lnTo>
                  <a:pt x="479760" y="1113749"/>
                </a:lnTo>
                <a:lnTo>
                  <a:pt x="480281" y="1113676"/>
                </a:lnTo>
                <a:lnTo>
                  <a:pt x="480802" y="1113598"/>
                </a:lnTo>
                <a:lnTo>
                  <a:pt x="481324" y="1113516"/>
                </a:lnTo>
                <a:lnTo>
                  <a:pt x="481845" y="1113429"/>
                </a:lnTo>
                <a:lnTo>
                  <a:pt x="482366" y="1113338"/>
                </a:lnTo>
                <a:lnTo>
                  <a:pt x="482887" y="1113241"/>
                </a:lnTo>
                <a:lnTo>
                  <a:pt x="483409" y="1113140"/>
                </a:lnTo>
                <a:lnTo>
                  <a:pt x="483930" y="1113035"/>
                </a:lnTo>
                <a:lnTo>
                  <a:pt x="484451" y="1112924"/>
                </a:lnTo>
                <a:lnTo>
                  <a:pt x="484969" y="1112824"/>
                </a:lnTo>
                <a:lnTo>
                  <a:pt x="485479" y="1112719"/>
                </a:lnTo>
                <a:lnTo>
                  <a:pt x="485981" y="1112610"/>
                </a:lnTo>
                <a:lnTo>
                  <a:pt x="486475" y="1112497"/>
                </a:lnTo>
                <a:lnTo>
                  <a:pt x="486962" y="1112380"/>
                </a:lnTo>
                <a:lnTo>
                  <a:pt x="487442" y="1112259"/>
                </a:lnTo>
                <a:lnTo>
                  <a:pt x="487913" y="1112133"/>
                </a:lnTo>
                <a:lnTo>
                  <a:pt x="488377" y="1112004"/>
                </a:lnTo>
                <a:lnTo>
                  <a:pt x="488834" y="1111870"/>
                </a:lnTo>
                <a:lnTo>
                  <a:pt x="489283" y="1111733"/>
                </a:lnTo>
                <a:lnTo>
                  <a:pt x="489724" y="1111591"/>
                </a:lnTo>
                <a:lnTo>
                  <a:pt x="490157" y="1111445"/>
                </a:lnTo>
                <a:lnTo>
                  <a:pt x="490583" y="1111295"/>
                </a:lnTo>
                <a:lnTo>
                  <a:pt x="491002" y="1111141"/>
                </a:lnTo>
                <a:lnTo>
                  <a:pt x="491412" y="1110983"/>
                </a:lnTo>
                <a:lnTo>
                  <a:pt x="491815" y="1110820"/>
                </a:lnTo>
                <a:lnTo>
                  <a:pt x="492211" y="1110654"/>
                </a:lnTo>
                <a:lnTo>
                  <a:pt x="492598" y="1110484"/>
                </a:lnTo>
                <a:lnTo>
                  <a:pt x="492978" y="1110309"/>
                </a:lnTo>
                <a:lnTo>
                  <a:pt x="493351" y="1110130"/>
                </a:lnTo>
                <a:lnTo>
                  <a:pt x="493716" y="1109947"/>
                </a:lnTo>
                <a:lnTo>
                  <a:pt x="494073" y="1109760"/>
                </a:lnTo>
                <a:lnTo>
                  <a:pt x="494422" y="1109569"/>
                </a:lnTo>
                <a:lnTo>
                  <a:pt x="494764" y="1109374"/>
                </a:lnTo>
                <a:lnTo>
                  <a:pt x="494764" y="1096356"/>
                </a:lnTo>
                <a:lnTo>
                  <a:pt x="494467" y="1096496"/>
                </a:lnTo>
                <a:lnTo>
                  <a:pt x="494164" y="1096636"/>
                </a:lnTo>
                <a:lnTo>
                  <a:pt x="493858" y="1096776"/>
                </a:lnTo>
                <a:lnTo>
                  <a:pt x="493548" y="1096915"/>
                </a:lnTo>
                <a:lnTo>
                  <a:pt x="493234" y="1097053"/>
                </a:lnTo>
                <a:lnTo>
                  <a:pt x="492915" y="1097191"/>
                </a:lnTo>
                <a:lnTo>
                  <a:pt x="492593" y="1097328"/>
                </a:lnTo>
                <a:lnTo>
                  <a:pt x="492266" y="1097464"/>
                </a:lnTo>
                <a:lnTo>
                  <a:pt x="491935" y="1097600"/>
                </a:lnTo>
                <a:lnTo>
                  <a:pt x="491600" y="1097735"/>
                </a:lnTo>
                <a:lnTo>
                  <a:pt x="491261" y="1097870"/>
                </a:lnTo>
                <a:lnTo>
                  <a:pt x="490918" y="1098004"/>
                </a:lnTo>
                <a:lnTo>
                  <a:pt x="490571" y="1098138"/>
                </a:lnTo>
                <a:lnTo>
                  <a:pt x="490220" y="1098271"/>
                </a:lnTo>
                <a:lnTo>
                  <a:pt x="489864" y="1098403"/>
                </a:lnTo>
                <a:lnTo>
                  <a:pt x="489505" y="1098535"/>
                </a:lnTo>
                <a:lnTo>
                  <a:pt x="489141" y="1098666"/>
                </a:lnTo>
                <a:lnTo>
                  <a:pt x="488773" y="1098797"/>
                </a:lnTo>
                <a:lnTo>
                  <a:pt x="488401" y="1098927"/>
                </a:lnTo>
                <a:lnTo>
                  <a:pt x="488025" y="1099056"/>
                </a:lnTo>
                <a:lnTo>
                  <a:pt x="487645" y="1099185"/>
                </a:lnTo>
                <a:lnTo>
                  <a:pt x="487261" y="1099313"/>
                </a:lnTo>
                <a:lnTo>
                  <a:pt x="486873" y="1099441"/>
                </a:lnTo>
                <a:lnTo>
                  <a:pt x="486480" y="1099568"/>
                </a:lnTo>
                <a:lnTo>
                  <a:pt x="486098" y="1099678"/>
                </a:lnTo>
                <a:lnTo>
                  <a:pt x="485713" y="1099784"/>
                </a:lnTo>
                <a:lnTo>
                  <a:pt x="485326" y="1099885"/>
                </a:lnTo>
                <a:lnTo>
                  <a:pt x="484935" y="1099981"/>
                </a:lnTo>
                <a:lnTo>
                  <a:pt x="484541" y="1100073"/>
                </a:lnTo>
                <a:lnTo>
                  <a:pt x="484145" y="1100160"/>
                </a:lnTo>
                <a:lnTo>
                  <a:pt x="483745" y="1100242"/>
                </a:lnTo>
                <a:lnTo>
                  <a:pt x="483343" y="1100319"/>
                </a:lnTo>
                <a:lnTo>
                  <a:pt x="482938" y="1100392"/>
                </a:lnTo>
                <a:lnTo>
                  <a:pt x="482529" y="1100460"/>
                </a:lnTo>
                <a:lnTo>
                  <a:pt x="482118" y="1100524"/>
                </a:lnTo>
                <a:lnTo>
                  <a:pt x="481704" y="1100582"/>
                </a:lnTo>
                <a:lnTo>
                  <a:pt x="481287" y="1100636"/>
                </a:lnTo>
                <a:lnTo>
                  <a:pt x="480867" y="1100686"/>
                </a:lnTo>
                <a:lnTo>
                  <a:pt x="480444" y="1100730"/>
                </a:lnTo>
                <a:lnTo>
                  <a:pt x="480018" y="1100770"/>
                </a:lnTo>
                <a:lnTo>
                  <a:pt x="479589" y="1100806"/>
                </a:lnTo>
                <a:lnTo>
                  <a:pt x="479157" y="1100836"/>
                </a:lnTo>
                <a:lnTo>
                  <a:pt x="478723" y="1100862"/>
                </a:lnTo>
                <a:lnTo>
                  <a:pt x="478285" y="1100883"/>
                </a:lnTo>
                <a:lnTo>
                  <a:pt x="477845" y="1100899"/>
                </a:lnTo>
                <a:lnTo>
                  <a:pt x="477401" y="1100911"/>
                </a:lnTo>
                <a:lnTo>
                  <a:pt x="476955" y="1100918"/>
                </a:lnTo>
                <a:lnTo>
                  <a:pt x="476505" y="1100921"/>
                </a:lnTo>
                <a:lnTo>
                  <a:pt x="475932" y="1100918"/>
                </a:lnTo>
                <a:lnTo>
                  <a:pt x="475366" y="1100909"/>
                </a:lnTo>
                <a:lnTo>
                  <a:pt x="474809" y="1100894"/>
                </a:lnTo>
                <a:lnTo>
                  <a:pt x="474260" y="1100874"/>
                </a:lnTo>
                <a:lnTo>
                  <a:pt x="473720" y="1100847"/>
                </a:lnTo>
                <a:lnTo>
                  <a:pt x="473187" y="1100815"/>
                </a:lnTo>
                <a:lnTo>
                  <a:pt x="472663" y="1100777"/>
                </a:lnTo>
                <a:lnTo>
                  <a:pt x="472147" y="1100733"/>
                </a:lnTo>
                <a:lnTo>
                  <a:pt x="471639" y="1100683"/>
                </a:lnTo>
                <a:lnTo>
                  <a:pt x="471140" y="1100627"/>
                </a:lnTo>
                <a:lnTo>
                  <a:pt x="470648" y="1100565"/>
                </a:lnTo>
                <a:lnTo>
                  <a:pt x="470165" y="1100498"/>
                </a:lnTo>
                <a:lnTo>
                  <a:pt x="469690" y="1100424"/>
                </a:lnTo>
                <a:lnTo>
                  <a:pt x="469224" y="1100345"/>
                </a:lnTo>
                <a:lnTo>
                  <a:pt x="468765" y="1100260"/>
                </a:lnTo>
                <a:lnTo>
                  <a:pt x="468315" y="1100169"/>
                </a:lnTo>
                <a:lnTo>
                  <a:pt x="467873" y="1100072"/>
                </a:lnTo>
                <a:lnTo>
                  <a:pt x="467439" y="1099970"/>
                </a:lnTo>
                <a:lnTo>
                  <a:pt x="467013" y="1099861"/>
                </a:lnTo>
                <a:lnTo>
                  <a:pt x="466596" y="1099746"/>
                </a:lnTo>
                <a:lnTo>
                  <a:pt x="466187" y="1099626"/>
                </a:lnTo>
                <a:lnTo>
                  <a:pt x="465786" y="1099500"/>
                </a:lnTo>
                <a:lnTo>
                  <a:pt x="465393" y="1099368"/>
                </a:lnTo>
                <a:lnTo>
                  <a:pt x="465009" y="1099230"/>
                </a:lnTo>
                <a:lnTo>
                  <a:pt x="464632" y="1099085"/>
                </a:lnTo>
                <a:lnTo>
                  <a:pt x="464263" y="1098934"/>
                </a:lnTo>
                <a:lnTo>
                  <a:pt x="463902" y="1098776"/>
                </a:lnTo>
                <a:lnTo>
                  <a:pt x="463548" y="1098610"/>
                </a:lnTo>
                <a:lnTo>
                  <a:pt x="463202" y="1098437"/>
                </a:lnTo>
                <a:lnTo>
                  <a:pt x="462864" y="1098258"/>
                </a:lnTo>
                <a:lnTo>
                  <a:pt x="462533" y="1098071"/>
                </a:lnTo>
                <a:lnTo>
                  <a:pt x="462210" y="1097877"/>
                </a:lnTo>
                <a:lnTo>
                  <a:pt x="461894" y="1097677"/>
                </a:lnTo>
                <a:lnTo>
                  <a:pt x="461586" y="1097469"/>
                </a:lnTo>
                <a:lnTo>
                  <a:pt x="461286" y="1097254"/>
                </a:lnTo>
                <a:lnTo>
                  <a:pt x="460993" y="1097032"/>
                </a:lnTo>
                <a:lnTo>
                  <a:pt x="460708" y="1096803"/>
                </a:lnTo>
                <a:lnTo>
                  <a:pt x="460431" y="1096567"/>
                </a:lnTo>
                <a:lnTo>
                  <a:pt x="460161" y="1096324"/>
                </a:lnTo>
                <a:lnTo>
                  <a:pt x="459899" y="1096074"/>
                </a:lnTo>
                <a:lnTo>
                  <a:pt x="459645" y="1095817"/>
                </a:lnTo>
                <a:lnTo>
                  <a:pt x="459398" y="1095553"/>
                </a:lnTo>
                <a:lnTo>
                  <a:pt x="459158" y="1095281"/>
                </a:lnTo>
                <a:lnTo>
                  <a:pt x="458927" y="1095003"/>
                </a:lnTo>
                <a:lnTo>
                  <a:pt x="458703" y="1094718"/>
                </a:lnTo>
                <a:lnTo>
                  <a:pt x="458487" y="1094425"/>
                </a:lnTo>
                <a:lnTo>
                  <a:pt x="458278" y="1094126"/>
                </a:lnTo>
                <a:lnTo>
                  <a:pt x="458077" y="1093820"/>
                </a:lnTo>
                <a:lnTo>
                  <a:pt x="457884" y="1093506"/>
                </a:lnTo>
                <a:lnTo>
                  <a:pt x="457699" y="1093186"/>
                </a:lnTo>
                <a:lnTo>
                  <a:pt x="457522" y="1092858"/>
                </a:lnTo>
                <a:lnTo>
                  <a:pt x="457354" y="1092523"/>
                </a:lnTo>
                <a:lnTo>
                  <a:pt x="457193" y="1092182"/>
                </a:lnTo>
                <a:lnTo>
                  <a:pt x="457041" y="1091833"/>
                </a:lnTo>
                <a:lnTo>
                  <a:pt x="456898" y="1091477"/>
                </a:lnTo>
                <a:lnTo>
                  <a:pt x="456762" y="1091115"/>
                </a:lnTo>
                <a:lnTo>
                  <a:pt x="456635" y="1090745"/>
                </a:lnTo>
                <a:lnTo>
                  <a:pt x="456515" y="1090368"/>
                </a:lnTo>
                <a:lnTo>
                  <a:pt x="456404" y="1089984"/>
                </a:lnTo>
                <a:lnTo>
                  <a:pt x="456302" y="1089593"/>
                </a:lnTo>
                <a:lnTo>
                  <a:pt x="456207" y="1089195"/>
                </a:lnTo>
                <a:lnTo>
                  <a:pt x="456121" y="1088790"/>
                </a:lnTo>
                <a:lnTo>
                  <a:pt x="456043" y="1088378"/>
                </a:lnTo>
                <a:lnTo>
                  <a:pt x="455973" y="1087959"/>
                </a:lnTo>
                <a:lnTo>
                  <a:pt x="455911" y="1087533"/>
                </a:lnTo>
                <a:lnTo>
                  <a:pt x="455858" y="1087099"/>
                </a:lnTo>
                <a:lnTo>
                  <a:pt x="455813" y="1086659"/>
                </a:lnTo>
                <a:lnTo>
                  <a:pt x="455776" y="1086212"/>
                </a:lnTo>
                <a:lnTo>
                  <a:pt x="455747" y="1085757"/>
                </a:lnTo>
                <a:lnTo>
                  <a:pt x="455726" y="1085296"/>
                </a:lnTo>
                <a:lnTo>
                  <a:pt x="455714" y="1084828"/>
                </a:lnTo>
                <a:lnTo>
                  <a:pt x="455710" y="1084352"/>
                </a:lnTo>
                <a:lnTo>
                  <a:pt x="455710" y="1039380"/>
                </a:lnTo>
                <a:lnTo>
                  <a:pt x="494764" y="1039380"/>
                </a:lnTo>
                <a:lnTo>
                  <a:pt x="494764" y="1026193"/>
                </a:lnTo>
                <a:lnTo>
                  <a:pt x="455710" y="1026193"/>
                </a:lnTo>
                <a:lnTo>
                  <a:pt x="455710" y="998635"/>
                </a:lnTo>
                <a:lnTo>
                  <a:pt x="445228" y="998635"/>
                </a:lnTo>
                <a:lnTo>
                  <a:pt x="439310" y="1026193"/>
                </a:lnTo>
                <a:lnTo>
                  <a:pt x="413781" y="1026193"/>
                </a:lnTo>
                <a:lnTo>
                  <a:pt x="413781" y="1039380"/>
                </a:lnTo>
                <a:lnTo>
                  <a:pt x="438803" y="1039380"/>
                </a:lnTo>
                <a:lnTo>
                  <a:pt x="438803" y="1085705"/>
                </a:lnTo>
                <a:lnTo>
                  <a:pt x="438819" y="1086958"/>
                </a:lnTo>
                <a:lnTo>
                  <a:pt x="438865" y="1088182"/>
                </a:lnTo>
                <a:lnTo>
                  <a:pt x="438943" y="1089377"/>
                </a:lnTo>
                <a:lnTo>
                  <a:pt x="439052" y="1090542"/>
                </a:lnTo>
                <a:lnTo>
                  <a:pt x="439192" y="1091678"/>
                </a:lnTo>
                <a:lnTo>
                  <a:pt x="439363" y="1092784"/>
                </a:lnTo>
                <a:lnTo>
                  <a:pt x="439565" y="1093862"/>
                </a:lnTo>
                <a:lnTo>
                  <a:pt x="439799" y="1094909"/>
                </a:lnTo>
                <a:lnTo>
                  <a:pt x="440063" y="1095928"/>
                </a:lnTo>
                <a:lnTo>
                  <a:pt x="440359" y="1096917"/>
                </a:lnTo>
                <a:lnTo>
                  <a:pt x="440686" y="1097877"/>
                </a:lnTo>
                <a:lnTo>
                  <a:pt x="441043" y="1098807"/>
                </a:lnTo>
                <a:lnTo>
                  <a:pt x="441432" y="1099708"/>
                </a:lnTo>
                <a:lnTo>
                  <a:pt x="441852" y="1100580"/>
                </a:lnTo>
                <a:lnTo>
                  <a:pt x="442303" y="1101423"/>
                </a:lnTo>
                <a:lnTo>
                  <a:pt x="442786" y="1102236"/>
                </a:lnTo>
                <a:lnTo>
                  <a:pt x="443299" y="1103019"/>
                </a:lnTo>
                <a:lnTo>
                  <a:pt x="443844" y="1103774"/>
                </a:lnTo>
                <a:lnTo>
                  <a:pt x="444419" y="1104499"/>
                </a:lnTo>
                <a:lnTo>
                  <a:pt x="445026" y="1105194"/>
                </a:lnTo>
                <a:lnTo>
                  <a:pt x="445664" y="1105861"/>
                </a:lnTo>
                <a:lnTo>
                  <a:pt x="446333" y="1106498"/>
                </a:lnTo>
                <a:lnTo>
                  <a:pt x="447033" y="1107105"/>
                </a:lnTo>
                <a:lnTo>
                  <a:pt x="447764" y="1107683"/>
                </a:lnTo>
                <a:lnTo>
                  <a:pt x="448521" y="1108221"/>
                </a:lnTo>
                <a:lnTo>
                  <a:pt x="449301" y="1108737"/>
                </a:lnTo>
                <a:lnTo>
                  <a:pt x="450102" y="1109229"/>
                </a:lnTo>
                <a:lnTo>
                  <a:pt x="450924" y="1109698"/>
                </a:lnTo>
                <a:lnTo>
                  <a:pt x="451769" y="1110145"/>
                </a:lnTo>
                <a:lnTo>
                  <a:pt x="452635" y="1110568"/>
                </a:lnTo>
                <a:lnTo>
                  <a:pt x="453523" y="1110969"/>
                </a:lnTo>
                <a:lnTo>
                  <a:pt x="454433" y="1111346"/>
                </a:lnTo>
                <a:lnTo>
                  <a:pt x="455364" y="1111701"/>
                </a:lnTo>
                <a:lnTo>
                  <a:pt x="456317" y="1112033"/>
                </a:lnTo>
                <a:lnTo>
                  <a:pt x="457292" y="1112342"/>
                </a:lnTo>
                <a:lnTo>
                  <a:pt x="458288" y="1112629"/>
                </a:lnTo>
                <a:lnTo>
                  <a:pt x="459306" y="1112892"/>
                </a:lnTo>
                <a:lnTo>
                  <a:pt x="460346" y="1113132"/>
                </a:lnTo>
                <a:lnTo>
                  <a:pt x="461408" y="1113350"/>
                </a:lnTo>
                <a:lnTo>
                  <a:pt x="462491" y="1113544"/>
                </a:lnTo>
                <a:lnTo>
                  <a:pt x="463596" y="1113716"/>
                </a:lnTo>
                <a:lnTo>
                  <a:pt x="464723" y="1113865"/>
                </a:lnTo>
                <a:lnTo>
                  <a:pt x="465872" y="1113991"/>
                </a:lnTo>
                <a:lnTo>
                  <a:pt x="467042" y="1114094"/>
                </a:lnTo>
                <a:lnTo>
                  <a:pt x="468234" y="1114174"/>
                </a:lnTo>
                <a:lnTo>
                  <a:pt x="469448" y="1114231"/>
                </a:lnTo>
                <a:lnTo>
                  <a:pt x="470683" y="1114266"/>
                </a:lnTo>
                <a:lnTo>
                  <a:pt x="471940" y="1114277"/>
                </a:lnTo>
                <a:lnTo>
                  <a:pt x="472462" y="1114275"/>
                </a:lnTo>
                <a:lnTo>
                  <a:pt x="472983" y="1114268"/>
                </a:lnTo>
                <a:lnTo>
                  <a:pt x="473504" y="1114256"/>
                </a:lnTo>
                <a:lnTo>
                  <a:pt x="474026" y="1114239"/>
                </a:lnTo>
                <a:lnTo>
                  <a:pt x="474547" y="1114218"/>
                </a:lnTo>
                <a:lnTo>
                  <a:pt x="475068" y="1114192"/>
                </a:lnTo>
                <a:lnTo>
                  <a:pt x="475589" y="1114162"/>
                </a:lnTo>
                <a:close/>
                <a:moveTo>
                  <a:pt x="335640" y="1059546"/>
                </a:moveTo>
                <a:lnTo>
                  <a:pt x="335679" y="1058981"/>
                </a:lnTo>
                <a:lnTo>
                  <a:pt x="335728" y="1058421"/>
                </a:lnTo>
                <a:lnTo>
                  <a:pt x="335785" y="1057868"/>
                </a:lnTo>
                <a:lnTo>
                  <a:pt x="335851" y="1057320"/>
                </a:lnTo>
                <a:lnTo>
                  <a:pt x="335926" y="1056778"/>
                </a:lnTo>
                <a:lnTo>
                  <a:pt x="336010" y="1056242"/>
                </a:lnTo>
                <a:lnTo>
                  <a:pt x="336102" y="1055712"/>
                </a:lnTo>
                <a:lnTo>
                  <a:pt x="336203" y="1055188"/>
                </a:lnTo>
                <a:lnTo>
                  <a:pt x="336313" y="1054670"/>
                </a:lnTo>
                <a:lnTo>
                  <a:pt x="336432" y="1054157"/>
                </a:lnTo>
                <a:lnTo>
                  <a:pt x="336560" y="1053650"/>
                </a:lnTo>
                <a:lnTo>
                  <a:pt x="336696" y="1053150"/>
                </a:lnTo>
                <a:lnTo>
                  <a:pt x="336842" y="1052655"/>
                </a:lnTo>
                <a:lnTo>
                  <a:pt x="336996" y="1052166"/>
                </a:lnTo>
                <a:lnTo>
                  <a:pt x="337159" y="1051683"/>
                </a:lnTo>
                <a:lnTo>
                  <a:pt x="337330" y="1051205"/>
                </a:lnTo>
                <a:lnTo>
                  <a:pt x="337511" y="1050734"/>
                </a:lnTo>
                <a:lnTo>
                  <a:pt x="337700" y="1050268"/>
                </a:lnTo>
                <a:lnTo>
                  <a:pt x="337898" y="1049809"/>
                </a:lnTo>
                <a:lnTo>
                  <a:pt x="338105" y="1049355"/>
                </a:lnTo>
                <a:lnTo>
                  <a:pt x="338320" y="1048894"/>
                </a:lnTo>
                <a:lnTo>
                  <a:pt x="338542" y="1048443"/>
                </a:lnTo>
                <a:lnTo>
                  <a:pt x="338771" y="1048000"/>
                </a:lnTo>
                <a:lnTo>
                  <a:pt x="339007" y="1047566"/>
                </a:lnTo>
                <a:lnTo>
                  <a:pt x="339250" y="1047140"/>
                </a:lnTo>
                <a:lnTo>
                  <a:pt x="339500" y="1046724"/>
                </a:lnTo>
                <a:lnTo>
                  <a:pt x="339757" y="1046316"/>
                </a:lnTo>
                <a:lnTo>
                  <a:pt x="340021" y="1045917"/>
                </a:lnTo>
                <a:lnTo>
                  <a:pt x="340293" y="1045527"/>
                </a:lnTo>
                <a:lnTo>
                  <a:pt x="340571" y="1045146"/>
                </a:lnTo>
                <a:lnTo>
                  <a:pt x="340856" y="1044774"/>
                </a:lnTo>
                <a:lnTo>
                  <a:pt x="341148" y="1044410"/>
                </a:lnTo>
                <a:lnTo>
                  <a:pt x="341448" y="1044055"/>
                </a:lnTo>
                <a:lnTo>
                  <a:pt x="341754" y="1043709"/>
                </a:lnTo>
                <a:lnTo>
                  <a:pt x="342068" y="1043372"/>
                </a:lnTo>
                <a:lnTo>
                  <a:pt x="342388" y="1043043"/>
                </a:lnTo>
                <a:lnTo>
                  <a:pt x="342716" y="1042724"/>
                </a:lnTo>
                <a:lnTo>
                  <a:pt x="343050" y="1042413"/>
                </a:lnTo>
                <a:lnTo>
                  <a:pt x="343392" y="1042111"/>
                </a:lnTo>
                <a:lnTo>
                  <a:pt x="343741" y="1041817"/>
                </a:lnTo>
                <a:lnTo>
                  <a:pt x="344097" y="1041533"/>
                </a:lnTo>
                <a:lnTo>
                  <a:pt x="344459" y="1041257"/>
                </a:lnTo>
                <a:lnTo>
                  <a:pt x="344829" y="1040991"/>
                </a:lnTo>
                <a:lnTo>
                  <a:pt x="345206" y="1040732"/>
                </a:lnTo>
                <a:lnTo>
                  <a:pt x="345589" y="1040470"/>
                </a:lnTo>
                <a:lnTo>
                  <a:pt x="345979" y="1040219"/>
                </a:lnTo>
                <a:lnTo>
                  <a:pt x="346374" y="1039980"/>
                </a:lnTo>
                <a:lnTo>
                  <a:pt x="346775" y="1039751"/>
                </a:lnTo>
                <a:lnTo>
                  <a:pt x="347181" y="1039534"/>
                </a:lnTo>
                <a:lnTo>
                  <a:pt x="347594" y="1039327"/>
                </a:lnTo>
                <a:lnTo>
                  <a:pt x="348013" y="1039132"/>
                </a:lnTo>
                <a:lnTo>
                  <a:pt x="348437" y="1038948"/>
                </a:lnTo>
                <a:lnTo>
                  <a:pt x="348867" y="1038775"/>
                </a:lnTo>
                <a:lnTo>
                  <a:pt x="349304" y="1038613"/>
                </a:lnTo>
                <a:lnTo>
                  <a:pt x="349746" y="1038463"/>
                </a:lnTo>
                <a:lnTo>
                  <a:pt x="350194" y="1038323"/>
                </a:lnTo>
                <a:lnTo>
                  <a:pt x="350647" y="1038195"/>
                </a:lnTo>
                <a:lnTo>
                  <a:pt x="351107" y="1038078"/>
                </a:lnTo>
                <a:lnTo>
                  <a:pt x="351572" y="1037972"/>
                </a:lnTo>
                <a:lnTo>
                  <a:pt x="352044" y="1037877"/>
                </a:lnTo>
                <a:lnTo>
                  <a:pt x="352521" y="1037794"/>
                </a:lnTo>
                <a:lnTo>
                  <a:pt x="353004" y="1037721"/>
                </a:lnTo>
                <a:lnTo>
                  <a:pt x="353493" y="1037660"/>
                </a:lnTo>
                <a:lnTo>
                  <a:pt x="353988" y="1037610"/>
                </a:lnTo>
                <a:lnTo>
                  <a:pt x="354489" y="1037571"/>
                </a:lnTo>
                <a:lnTo>
                  <a:pt x="354996" y="1037543"/>
                </a:lnTo>
                <a:lnTo>
                  <a:pt x="355508" y="1037526"/>
                </a:lnTo>
                <a:lnTo>
                  <a:pt x="356026" y="1037520"/>
                </a:lnTo>
                <a:lnTo>
                  <a:pt x="356766" y="1037530"/>
                </a:lnTo>
                <a:lnTo>
                  <a:pt x="357492" y="1037559"/>
                </a:lnTo>
                <a:lnTo>
                  <a:pt x="358203" y="1037608"/>
                </a:lnTo>
                <a:lnTo>
                  <a:pt x="358900" y="1037675"/>
                </a:lnTo>
                <a:lnTo>
                  <a:pt x="359584" y="1037763"/>
                </a:lnTo>
                <a:lnTo>
                  <a:pt x="360253" y="1037869"/>
                </a:lnTo>
                <a:lnTo>
                  <a:pt x="360908" y="1037995"/>
                </a:lnTo>
                <a:lnTo>
                  <a:pt x="361549" y="1038140"/>
                </a:lnTo>
                <a:lnTo>
                  <a:pt x="362176" y="1038305"/>
                </a:lnTo>
                <a:lnTo>
                  <a:pt x="362789" y="1038489"/>
                </a:lnTo>
                <a:lnTo>
                  <a:pt x="363388" y="1038692"/>
                </a:lnTo>
                <a:lnTo>
                  <a:pt x="363973" y="1038915"/>
                </a:lnTo>
                <a:lnTo>
                  <a:pt x="364543" y="1039157"/>
                </a:lnTo>
                <a:lnTo>
                  <a:pt x="365100" y="1039419"/>
                </a:lnTo>
                <a:lnTo>
                  <a:pt x="365642" y="1039700"/>
                </a:lnTo>
                <a:lnTo>
                  <a:pt x="366170" y="1040000"/>
                </a:lnTo>
                <a:lnTo>
                  <a:pt x="366685" y="1040320"/>
                </a:lnTo>
                <a:lnTo>
                  <a:pt x="367185" y="1040659"/>
                </a:lnTo>
                <a:lnTo>
                  <a:pt x="367671" y="1041017"/>
                </a:lnTo>
                <a:lnTo>
                  <a:pt x="368143" y="1041395"/>
                </a:lnTo>
                <a:lnTo>
                  <a:pt x="368601" y="1041792"/>
                </a:lnTo>
                <a:lnTo>
                  <a:pt x="369045" y="1042209"/>
                </a:lnTo>
                <a:lnTo>
                  <a:pt x="369474" y="1042645"/>
                </a:lnTo>
                <a:lnTo>
                  <a:pt x="369890" y="1043100"/>
                </a:lnTo>
                <a:lnTo>
                  <a:pt x="370304" y="1043576"/>
                </a:lnTo>
                <a:lnTo>
                  <a:pt x="370700" y="1044075"/>
                </a:lnTo>
                <a:lnTo>
                  <a:pt x="371079" y="1044598"/>
                </a:lnTo>
                <a:lnTo>
                  <a:pt x="371440" y="1045143"/>
                </a:lnTo>
                <a:lnTo>
                  <a:pt x="371783" y="1045711"/>
                </a:lnTo>
                <a:lnTo>
                  <a:pt x="372109" y="1046301"/>
                </a:lnTo>
                <a:lnTo>
                  <a:pt x="372417" y="1046915"/>
                </a:lnTo>
                <a:lnTo>
                  <a:pt x="372708" y="1047552"/>
                </a:lnTo>
                <a:lnTo>
                  <a:pt x="372981" y="1048211"/>
                </a:lnTo>
                <a:lnTo>
                  <a:pt x="373236" y="1048894"/>
                </a:lnTo>
                <a:lnTo>
                  <a:pt x="373474" y="1049599"/>
                </a:lnTo>
                <a:lnTo>
                  <a:pt x="373694" y="1050327"/>
                </a:lnTo>
                <a:lnTo>
                  <a:pt x="373896" y="1051078"/>
                </a:lnTo>
                <a:lnTo>
                  <a:pt x="374081" y="1051852"/>
                </a:lnTo>
                <a:lnTo>
                  <a:pt x="374249" y="1052649"/>
                </a:lnTo>
                <a:lnTo>
                  <a:pt x="374398" y="1053469"/>
                </a:lnTo>
                <a:lnTo>
                  <a:pt x="374530" y="1054312"/>
                </a:lnTo>
                <a:lnTo>
                  <a:pt x="374645" y="1055177"/>
                </a:lnTo>
                <a:lnTo>
                  <a:pt x="374742" y="1056066"/>
                </a:lnTo>
                <a:lnTo>
                  <a:pt x="374821" y="1056977"/>
                </a:lnTo>
                <a:lnTo>
                  <a:pt x="374883" y="1057912"/>
                </a:lnTo>
                <a:lnTo>
                  <a:pt x="374927" y="1058869"/>
                </a:lnTo>
                <a:lnTo>
                  <a:pt x="374953" y="1059849"/>
                </a:lnTo>
                <a:lnTo>
                  <a:pt x="374962" y="1060852"/>
                </a:lnTo>
                <a:lnTo>
                  <a:pt x="374962" y="1112586"/>
                </a:lnTo>
                <a:lnTo>
                  <a:pt x="391869" y="1112586"/>
                </a:lnTo>
                <a:lnTo>
                  <a:pt x="391869" y="1055949"/>
                </a:lnTo>
                <a:lnTo>
                  <a:pt x="391854" y="1054666"/>
                </a:lnTo>
                <a:lnTo>
                  <a:pt x="391810" y="1053409"/>
                </a:lnTo>
                <a:lnTo>
                  <a:pt x="391737" y="1052179"/>
                </a:lnTo>
                <a:lnTo>
                  <a:pt x="391634" y="1050975"/>
                </a:lnTo>
                <a:lnTo>
                  <a:pt x="391502" y="1049798"/>
                </a:lnTo>
                <a:lnTo>
                  <a:pt x="391340" y="1048647"/>
                </a:lnTo>
                <a:lnTo>
                  <a:pt x="391149" y="1047523"/>
                </a:lnTo>
                <a:lnTo>
                  <a:pt x="390929" y="1046425"/>
                </a:lnTo>
                <a:lnTo>
                  <a:pt x="390680" y="1045353"/>
                </a:lnTo>
                <a:lnTo>
                  <a:pt x="390401" y="1044308"/>
                </a:lnTo>
                <a:lnTo>
                  <a:pt x="390093" y="1043289"/>
                </a:lnTo>
                <a:lnTo>
                  <a:pt x="389755" y="1042296"/>
                </a:lnTo>
                <a:lnTo>
                  <a:pt x="389388" y="1041330"/>
                </a:lnTo>
                <a:lnTo>
                  <a:pt x="388992" y="1040391"/>
                </a:lnTo>
                <a:lnTo>
                  <a:pt x="388567" y="1039478"/>
                </a:lnTo>
                <a:lnTo>
                  <a:pt x="388112" y="1038591"/>
                </a:lnTo>
                <a:lnTo>
                  <a:pt x="387627" y="1037731"/>
                </a:lnTo>
                <a:lnTo>
                  <a:pt x="387114" y="1036897"/>
                </a:lnTo>
                <a:lnTo>
                  <a:pt x="386571" y="1036089"/>
                </a:lnTo>
                <a:lnTo>
                  <a:pt x="385998" y="1035308"/>
                </a:lnTo>
                <a:lnTo>
                  <a:pt x="385396" y="1034554"/>
                </a:lnTo>
                <a:lnTo>
                  <a:pt x="384765" y="1033825"/>
                </a:lnTo>
                <a:lnTo>
                  <a:pt x="384105" y="1033124"/>
                </a:lnTo>
                <a:lnTo>
                  <a:pt x="383415" y="1032448"/>
                </a:lnTo>
                <a:lnTo>
                  <a:pt x="382701" y="1031800"/>
                </a:lnTo>
                <a:lnTo>
                  <a:pt x="381966" y="1031179"/>
                </a:lnTo>
                <a:lnTo>
                  <a:pt x="381212" y="1030586"/>
                </a:lnTo>
                <a:lnTo>
                  <a:pt x="380438" y="1030020"/>
                </a:lnTo>
                <a:lnTo>
                  <a:pt x="379644" y="1029482"/>
                </a:lnTo>
                <a:lnTo>
                  <a:pt x="378829" y="1028972"/>
                </a:lnTo>
                <a:lnTo>
                  <a:pt x="377995" y="1028489"/>
                </a:lnTo>
                <a:lnTo>
                  <a:pt x="377141" y="1028034"/>
                </a:lnTo>
                <a:lnTo>
                  <a:pt x="376267" y="1027606"/>
                </a:lnTo>
                <a:lnTo>
                  <a:pt x="375373" y="1027206"/>
                </a:lnTo>
                <a:lnTo>
                  <a:pt x="374459" y="1026834"/>
                </a:lnTo>
                <a:lnTo>
                  <a:pt x="373525" y="1026489"/>
                </a:lnTo>
                <a:lnTo>
                  <a:pt x="372571" y="1026172"/>
                </a:lnTo>
                <a:lnTo>
                  <a:pt x="371597" y="1025882"/>
                </a:lnTo>
                <a:lnTo>
                  <a:pt x="370603" y="1025620"/>
                </a:lnTo>
                <a:lnTo>
                  <a:pt x="369589" y="1025385"/>
                </a:lnTo>
                <a:lnTo>
                  <a:pt x="368556" y="1025178"/>
                </a:lnTo>
                <a:lnTo>
                  <a:pt x="367502" y="1024999"/>
                </a:lnTo>
                <a:lnTo>
                  <a:pt x="366428" y="1024847"/>
                </a:lnTo>
                <a:lnTo>
                  <a:pt x="365334" y="1024723"/>
                </a:lnTo>
                <a:lnTo>
                  <a:pt x="364221" y="1024627"/>
                </a:lnTo>
                <a:lnTo>
                  <a:pt x="363087" y="1024558"/>
                </a:lnTo>
                <a:lnTo>
                  <a:pt x="361934" y="1024516"/>
                </a:lnTo>
                <a:lnTo>
                  <a:pt x="360760" y="1024502"/>
                </a:lnTo>
                <a:lnTo>
                  <a:pt x="360044" y="1024508"/>
                </a:lnTo>
                <a:lnTo>
                  <a:pt x="359334" y="1024526"/>
                </a:lnTo>
                <a:lnTo>
                  <a:pt x="358628" y="1024555"/>
                </a:lnTo>
                <a:lnTo>
                  <a:pt x="357928" y="1024596"/>
                </a:lnTo>
                <a:lnTo>
                  <a:pt x="357234" y="1024649"/>
                </a:lnTo>
                <a:lnTo>
                  <a:pt x="356544" y="1024714"/>
                </a:lnTo>
                <a:lnTo>
                  <a:pt x="355860" y="1024790"/>
                </a:lnTo>
                <a:lnTo>
                  <a:pt x="355181" y="1024878"/>
                </a:lnTo>
                <a:lnTo>
                  <a:pt x="354507" y="1024978"/>
                </a:lnTo>
                <a:lnTo>
                  <a:pt x="353839" y="1025089"/>
                </a:lnTo>
                <a:lnTo>
                  <a:pt x="353176" y="1025213"/>
                </a:lnTo>
                <a:lnTo>
                  <a:pt x="352518" y="1025348"/>
                </a:lnTo>
                <a:lnTo>
                  <a:pt x="351866" y="1025494"/>
                </a:lnTo>
                <a:lnTo>
                  <a:pt x="351219" y="1025653"/>
                </a:lnTo>
                <a:lnTo>
                  <a:pt x="350577" y="1025823"/>
                </a:lnTo>
                <a:lnTo>
                  <a:pt x="349940" y="1026005"/>
                </a:lnTo>
                <a:lnTo>
                  <a:pt x="349309" y="1026199"/>
                </a:lnTo>
                <a:lnTo>
                  <a:pt x="348683" y="1026404"/>
                </a:lnTo>
                <a:lnTo>
                  <a:pt x="348062" y="1026622"/>
                </a:lnTo>
                <a:lnTo>
                  <a:pt x="347446" y="1026850"/>
                </a:lnTo>
                <a:lnTo>
                  <a:pt x="346836" y="1027091"/>
                </a:lnTo>
                <a:lnTo>
                  <a:pt x="346231" y="1027344"/>
                </a:lnTo>
                <a:lnTo>
                  <a:pt x="345631" y="1027608"/>
                </a:lnTo>
                <a:lnTo>
                  <a:pt x="345037" y="1027884"/>
                </a:lnTo>
                <a:lnTo>
                  <a:pt x="344451" y="1028172"/>
                </a:lnTo>
                <a:lnTo>
                  <a:pt x="343876" y="1028474"/>
                </a:lnTo>
                <a:lnTo>
                  <a:pt x="343312" y="1028790"/>
                </a:lnTo>
                <a:lnTo>
                  <a:pt x="342759" y="1029119"/>
                </a:lnTo>
                <a:lnTo>
                  <a:pt x="342218" y="1029461"/>
                </a:lnTo>
                <a:lnTo>
                  <a:pt x="341687" y="1029817"/>
                </a:lnTo>
                <a:lnTo>
                  <a:pt x="341168" y="1030187"/>
                </a:lnTo>
                <a:lnTo>
                  <a:pt x="340660" y="1030570"/>
                </a:lnTo>
                <a:lnTo>
                  <a:pt x="340163" y="1030966"/>
                </a:lnTo>
                <a:lnTo>
                  <a:pt x="339677" y="1031376"/>
                </a:lnTo>
                <a:lnTo>
                  <a:pt x="339203" y="1031800"/>
                </a:lnTo>
                <a:lnTo>
                  <a:pt x="338739" y="1032237"/>
                </a:lnTo>
                <a:lnTo>
                  <a:pt x="338287" y="1032688"/>
                </a:lnTo>
                <a:lnTo>
                  <a:pt x="337846" y="1033152"/>
                </a:lnTo>
                <a:lnTo>
                  <a:pt x="337416" y="1033629"/>
                </a:lnTo>
                <a:lnTo>
                  <a:pt x="336997" y="1034120"/>
                </a:lnTo>
                <a:lnTo>
                  <a:pt x="336589" y="1034625"/>
                </a:lnTo>
                <a:lnTo>
                  <a:pt x="336193" y="1035143"/>
                </a:lnTo>
                <a:lnTo>
                  <a:pt x="335807" y="1035674"/>
                </a:lnTo>
                <a:lnTo>
                  <a:pt x="335433" y="1036220"/>
                </a:lnTo>
                <a:lnTo>
                  <a:pt x="335070" y="1036778"/>
                </a:lnTo>
                <a:lnTo>
                  <a:pt x="334718" y="1037350"/>
                </a:lnTo>
                <a:lnTo>
                  <a:pt x="334377" y="1037936"/>
                </a:lnTo>
                <a:lnTo>
                  <a:pt x="334048" y="1038535"/>
                </a:lnTo>
                <a:lnTo>
                  <a:pt x="332357" y="1026193"/>
                </a:lnTo>
                <a:lnTo>
                  <a:pt x="318663" y="1026193"/>
                </a:lnTo>
                <a:lnTo>
                  <a:pt x="318663" y="1112586"/>
                </a:lnTo>
                <a:lnTo>
                  <a:pt x="335569" y="1112586"/>
                </a:lnTo>
                <a:lnTo>
                  <a:pt x="335569" y="1061866"/>
                </a:lnTo>
                <a:lnTo>
                  <a:pt x="335574" y="1061277"/>
                </a:lnTo>
                <a:lnTo>
                  <a:pt x="335587" y="1060694"/>
                </a:lnTo>
                <a:lnTo>
                  <a:pt x="335609" y="1060117"/>
                </a:lnTo>
                <a:lnTo>
                  <a:pt x="335640" y="1059546"/>
                </a:lnTo>
                <a:close/>
                <a:moveTo>
                  <a:pt x="698865" y="1026193"/>
                </a:moveTo>
                <a:lnTo>
                  <a:pt x="680437" y="1026193"/>
                </a:lnTo>
                <a:lnTo>
                  <a:pt x="659980" y="1056287"/>
                </a:lnTo>
                <a:lnTo>
                  <a:pt x="659642" y="1056287"/>
                </a:lnTo>
                <a:lnTo>
                  <a:pt x="639523" y="1026193"/>
                </a:lnTo>
                <a:lnTo>
                  <a:pt x="619404" y="1026193"/>
                </a:lnTo>
                <a:lnTo>
                  <a:pt x="648483" y="1067783"/>
                </a:lnTo>
                <a:lnTo>
                  <a:pt x="617544" y="1112586"/>
                </a:lnTo>
                <a:lnTo>
                  <a:pt x="636142" y="1112586"/>
                </a:lnTo>
                <a:lnTo>
                  <a:pt x="658289" y="1079618"/>
                </a:lnTo>
                <a:lnTo>
                  <a:pt x="658628" y="1079618"/>
                </a:lnTo>
                <a:lnTo>
                  <a:pt x="680606" y="1112586"/>
                </a:lnTo>
                <a:lnTo>
                  <a:pt x="700556" y="1112586"/>
                </a:lnTo>
                <a:lnTo>
                  <a:pt x="669786" y="1068121"/>
                </a:lnTo>
                <a:lnTo>
                  <a:pt x="698865" y="1026193"/>
                </a:lnTo>
                <a:close/>
                <a:moveTo>
                  <a:pt x="564123" y="1113932"/>
                </a:moveTo>
                <a:lnTo>
                  <a:pt x="565012" y="1113826"/>
                </a:lnTo>
                <a:lnTo>
                  <a:pt x="565889" y="1113706"/>
                </a:lnTo>
                <a:lnTo>
                  <a:pt x="566755" y="1113573"/>
                </a:lnTo>
                <a:lnTo>
                  <a:pt x="567610" y="1113425"/>
                </a:lnTo>
                <a:lnTo>
                  <a:pt x="568454" y="1113263"/>
                </a:lnTo>
                <a:lnTo>
                  <a:pt x="569287" y="1113086"/>
                </a:lnTo>
                <a:lnTo>
                  <a:pt x="570108" y="1112896"/>
                </a:lnTo>
                <a:lnTo>
                  <a:pt x="570919" y="1112692"/>
                </a:lnTo>
                <a:lnTo>
                  <a:pt x="571718" y="1112474"/>
                </a:lnTo>
                <a:lnTo>
                  <a:pt x="572506" y="1112241"/>
                </a:lnTo>
                <a:lnTo>
                  <a:pt x="573283" y="1111995"/>
                </a:lnTo>
                <a:lnTo>
                  <a:pt x="574049" y="1111734"/>
                </a:lnTo>
                <a:lnTo>
                  <a:pt x="574803" y="1111459"/>
                </a:lnTo>
                <a:lnTo>
                  <a:pt x="575547" y="1111170"/>
                </a:lnTo>
                <a:lnTo>
                  <a:pt x="576279" y="1110867"/>
                </a:lnTo>
                <a:lnTo>
                  <a:pt x="577000" y="1110551"/>
                </a:lnTo>
                <a:lnTo>
                  <a:pt x="577710" y="1110219"/>
                </a:lnTo>
                <a:lnTo>
                  <a:pt x="578422" y="1109875"/>
                </a:lnTo>
                <a:lnTo>
                  <a:pt x="579120" y="1109520"/>
                </a:lnTo>
                <a:lnTo>
                  <a:pt x="579805" y="1109152"/>
                </a:lnTo>
                <a:lnTo>
                  <a:pt x="580477" y="1108773"/>
                </a:lnTo>
                <a:lnTo>
                  <a:pt x="581134" y="1108382"/>
                </a:lnTo>
                <a:lnTo>
                  <a:pt x="581779" y="1107979"/>
                </a:lnTo>
                <a:lnTo>
                  <a:pt x="582409" y="1107565"/>
                </a:lnTo>
                <a:lnTo>
                  <a:pt x="583027" y="1107138"/>
                </a:lnTo>
                <a:lnTo>
                  <a:pt x="583630" y="1106700"/>
                </a:lnTo>
                <a:lnTo>
                  <a:pt x="584221" y="1106251"/>
                </a:lnTo>
                <a:lnTo>
                  <a:pt x="584797" y="1105789"/>
                </a:lnTo>
                <a:lnTo>
                  <a:pt x="585361" y="1105316"/>
                </a:lnTo>
                <a:lnTo>
                  <a:pt x="585910" y="1104831"/>
                </a:lnTo>
                <a:lnTo>
                  <a:pt x="586447" y="1104335"/>
                </a:lnTo>
                <a:lnTo>
                  <a:pt x="586969" y="1103826"/>
                </a:lnTo>
                <a:lnTo>
                  <a:pt x="587479" y="1103306"/>
                </a:lnTo>
                <a:lnTo>
                  <a:pt x="587974" y="1102774"/>
                </a:lnTo>
                <a:lnTo>
                  <a:pt x="588457" y="1102231"/>
                </a:lnTo>
                <a:lnTo>
                  <a:pt x="588925" y="1101676"/>
                </a:lnTo>
                <a:lnTo>
                  <a:pt x="589381" y="1101108"/>
                </a:lnTo>
                <a:lnTo>
                  <a:pt x="589822" y="1100530"/>
                </a:lnTo>
                <a:lnTo>
                  <a:pt x="590251" y="1099939"/>
                </a:lnTo>
                <a:lnTo>
                  <a:pt x="590665" y="1099337"/>
                </a:lnTo>
                <a:lnTo>
                  <a:pt x="591067" y="1098723"/>
                </a:lnTo>
                <a:lnTo>
                  <a:pt x="591467" y="1098084"/>
                </a:lnTo>
                <a:lnTo>
                  <a:pt x="591850" y="1097436"/>
                </a:lnTo>
                <a:lnTo>
                  <a:pt x="592216" y="1096779"/>
                </a:lnTo>
                <a:lnTo>
                  <a:pt x="592565" y="1096112"/>
                </a:lnTo>
                <a:lnTo>
                  <a:pt x="592897" y="1095435"/>
                </a:lnTo>
                <a:lnTo>
                  <a:pt x="593212" y="1094750"/>
                </a:lnTo>
                <a:lnTo>
                  <a:pt x="593510" y="1094055"/>
                </a:lnTo>
                <a:lnTo>
                  <a:pt x="593791" y="1093350"/>
                </a:lnTo>
                <a:lnTo>
                  <a:pt x="594054" y="1092636"/>
                </a:lnTo>
                <a:lnTo>
                  <a:pt x="594301" y="1091913"/>
                </a:lnTo>
                <a:lnTo>
                  <a:pt x="594531" y="1091181"/>
                </a:lnTo>
                <a:lnTo>
                  <a:pt x="594744" y="1090439"/>
                </a:lnTo>
                <a:lnTo>
                  <a:pt x="594940" y="1089687"/>
                </a:lnTo>
                <a:lnTo>
                  <a:pt x="595118" y="1088926"/>
                </a:lnTo>
                <a:lnTo>
                  <a:pt x="595280" y="1088156"/>
                </a:lnTo>
                <a:lnTo>
                  <a:pt x="595425" y="1087376"/>
                </a:lnTo>
                <a:lnTo>
                  <a:pt x="595553" y="1086587"/>
                </a:lnTo>
                <a:lnTo>
                  <a:pt x="595663" y="1085789"/>
                </a:lnTo>
                <a:lnTo>
                  <a:pt x="595757" y="1084981"/>
                </a:lnTo>
                <a:lnTo>
                  <a:pt x="595833" y="1084164"/>
                </a:lnTo>
                <a:lnTo>
                  <a:pt x="595893" y="1083338"/>
                </a:lnTo>
                <a:lnTo>
                  <a:pt x="595936" y="1082502"/>
                </a:lnTo>
                <a:lnTo>
                  <a:pt x="595961" y="1081656"/>
                </a:lnTo>
                <a:lnTo>
                  <a:pt x="595970" y="1080801"/>
                </a:lnTo>
                <a:lnTo>
                  <a:pt x="580077" y="1080801"/>
                </a:lnTo>
                <a:lnTo>
                  <a:pt x="580067" y="1081707"/>
                </a:lnTo>
                <a:lnTo>
                  <a:pt x="580037" y="1082593"/>
                </a:lnTo>
                <a:lnTo>
                  <a:pt x="579987" y="1083459"/>
                </a:lnTo>
                <a:lnTo>
                  <a:pt x="579918" y="1084305"/>
                </a:lnTo>
                <a:lnTo>
                  <a:pt x="579828" y="1085131"/>
                </a:lnTo>
                <a:lnTo>
                  <a:pt x="579718" y="1085937"/>
                </a:lnTo>
                <a:lnTo>
                  <a:pt x="579588" y="1086723"/>
                </a:lnTo>
                <a:lnTo>
                  <a:pt x="579439" y="1087489"/>
                </a:lnTo>
                <a:lnTo>
                  <a:pt x="579269" y="1088235"/>
                </a:lnTo>
                <a:lnTo>
                  <a:pt x="579079" y="1088961"/>
                </a:lnTo>
                <a:lnTo>
                  <a:pt x="578870" y="1089668"/>
                </a:lnTo>
                <a:lnTo>
                  <a:pt x="578640" y="1090354"/>
                </a:lnTo>
                <a:lnTo>
                  <a:pt x="578391" y="1091020"/>
                </a:lnTo>
                <a:lnTo>
                  <a:pt x="578121" y="1091666"/>
                </a:lnTo>
                <a:lnTo>
                  <a:pt x="577832" y="1092293"/>
                </a:lnTo>
                <a:lnTo>
                  <a:pt x="577523" y="1092899"/>
                </a:lnTo>
                <a:lnTo>
                  <a:pt x="577193" y="1093486"/>
                </a:lnTo>
                <a:lnTo>
                  <a:pt x="576844" y="1094052"/>
                </a:lnTo>
                <a:lnTo>
                  <a:pt x="576475" y="1094599"/>
                </a:lnTo>
                <a:lnTo>
                  <a:pt x="576085" y="1095125"/>
                </a:lnTo>
                <a:lnTo>
                  <a:pt x="575676" y="1095632"/>
                </a:lnTo>
                <a:lnTo>
                  <a:pt x="575247" y="1096119"/>
                </a:lnTo>
                <a:lnTo>
                  <a:pt x="574798" y="1096585"/>
                </a:lnTo>
                <a:lnTo>
                  <a:pt x="574329" y="1097032"/>
                </a:lnTo>
                <a:lnTo>
                  <a:pt x="573855" y="1097460"/>
                </a:lnTo>
                <a:lnTo>
                  <a:pt x="573363" y="1097869"/>
                </a:lnTo>
                <a:lnTo>
                  <a:pt x="572852" y="1098261"/>
                </a:lnTo>
                <a:lnTo>
                  <a:pt x="572324" y="1098634"/>
                </a:lnTo>
                <a:lnTo>
                  <a:pt x="571777" y="1098988"/>
                </a:lnTo>
                <a:lnTo>
                  <a:pt x="571212" y="1099325"/>
                </a:lnTo>
                <a:lnTo>
                  <a:pt x="570629" y="1099644"/>
                </a:lnTo>
                <a:lnTo>
                  <a:pt x="570027" y="1099944"/>
                </a:lnTo>
                <a:lnTo>
                  <a:pt x="569408" y="1100226"/>
                </a:lnTo>
                <a:lnTo>
                  <a:pt x="568770" y="1100490"/>
                </a:lnTo>
                <a:lnTo>
                  <a:pt x="568114" y="1100735"/>
                </a:lnTo>
                <a:lnTo>
                  <a:pt x="567440" y="1100963"/>
                </a:lnTo>
                <a:lnTo>
                  <a:pt x="566747" y="1101172"/>
                </a:lnTo>
                <a:lnTo>
                  <a:pt x="566037" y="1101363"/>
                </a:lnTo>
                <a:lnTo>
                  <a:pt x="565308" y="1101536"/>
                </a:lnTo>
                <a:lnTo>
                  <a:pt x="564561" y="1101691"/>
                </a:lnTo>
                <a:lnTo>
                  <a:pt x="563796" y="1101827"/>
                </a:lnTo>
                <a:lnTo>
                  <a:pt x="563012" y="1101946"/>
                </a:lnTo>
                <a:lnTo>
                  <a:pt x="562210" y="1102046"/>
                </a:lnTo>
                <a:lnTo>
                  <a:pt x="561391" y="1102128"/>
                </a:lnTo>
                <a:lnTo>
                  <a:pt x="560553" y="1102191"/>
                </a:lnTo>
                <a:lnTo>
                  <a:pt x="559696" y="1102237"/>
                </a:lnTo>
                <a:lnTo>
                  <a:pt x="558822" y="1102264"/>
                </a:lnTo>
                <a:lnTo>
                  <a:pt x="557929" y="1102273"/>
                </a:lnTo>
                <a:lnTo>
                  <a:pt x="557118" y="1102261"/>
                </a:lnTo>
                <a:lnTo>
                  <a:pt x="556319" y="1102225"/>
                </a:lnTo>
                <a:lnTo>
                  <a:pt x="555531" y="1102165"/>
                </a:lnTo>
                <a:lnTo>
                  <a:pt x="554755" y="1102081"/>
                </a:lnTo>
                <a:lnTo>
                  <a:pt x="553990" y="1101972"/>
                </a:lnTo>
                <a:lnTo>
                  <a:pt x="553238" y="1101840"/>
                </a:lnTo>
                <a:lnTo>
                  <a:pt x="552497" y="1101684"/>
                </a:lnTo>
                <a:lnTo>
                  <a:pt x="551768" y="1101503"/>
                </a:lnTo>
                <a:lnTo>
                  <a:pt x="551051" y="1101298"/>
                </a:lnTo>
                <a:lnTo>
                  <a:pt x="550345" y="1101070"/>
                </a:lnTo>
                <a:lnTo>
                  <a:pt x="549651" y="1100817"/>
                </a:lnTo>
                <a:lnTo>
                  <a:pt x="548969" y="1100540"/>
                </a:lnTo>
                <a:lnTo>
                  <a:pt x="548299" y="1100239"/>
                </a:lnTo>
                <a:lnTo>
                  <a:pt x="547640" y="1099914"/>
                </a:lnTo>
                <a:lnTo>
                  <a:pt x="546993" y="1099565"/>
                </a:lnTo>
                <a:lnTo>
                  <a:pt x="546358" y="1099192"/>
                </a:lnTo>
                <a:lnTo>
                  <a:pt x="545734" y="1098795"/>
                </a:lnTo>
                <a:lnTo>
                  <a:pt x="545123" y="1098374"/>
                </a:lnTo>
                <a:lnTo>
                  <a:pt x="544523" y="1097929"/>
                </a:lnTo>
                <a:lnTo>
                  <a:pt x="543935" y="1097459"/>
                </a:lnTo>
                <a:lnTo>
                  <a:pt x="543358" y="1096966"/>
                </a:lnTo>
                <a:lnTo>
                  <a:pt x="542793" y="1096449"/>
                </a:lnTo>
                <a:lnTo>
                  <a:pt x="542240" y="1095907"/>
                </a:lnTo>
                <a:lnTo>
                  <a:pt x="541699" y="1095342"/>
                </a:lnTo>
                <a:lnTo>
                  <a:pt x="541175" y="1094753"/>
                </a:lnTo>
                <a:lnTo>
                  <a:pt x="540673" y="1094142"/>
                </a:lnTo>
                <a:lnTo>
                  <a:pt x="540193" y="1093508"/>
                </a:lnTo>
                <a:lnTo>
                  <a:pt x="539736" y="1092852"/>
                </a:lnTo>
                <a:lnTo>
                  <a:pt x="539301" y="1092174"/>
                </a:lnTo>
                <a:lnTo>
                  <a:pt x="538888" y="1091474"/>
                </a:lnTo>
                <a:lnTo>
                  <a:pt x="538498" y="1090751"/>
                </a:lnTo>
                <a:lnTo>
                  <a:pt x="538130" y="1090006"/>
                </a:lnTo>
                <a:lnTo>
                  <a:pt x="537784" y="1089239"/>
                </a:lnTo>
                <a:lnTo>
                  <a:pt x="537461" y="1088449"/>
                </a:lnTo>
                <a:lnTo>
                  <a:pt x="537159" y="1087638"/>
                </a:lnTo>
                <a:lnTo>
                  <a:pt x="536881" y="1086803"/>
                </a:lnTo>
                <a:lnTo>
                  <a:pt x="536624" y="1085947"/>
                </a:lnTo>
                <a:lnTo>
                  <a:pt x="536390" y="1085068"/>
                </a:lnTo>
                <a:lnTo>
                  <a:pt x="536178" y="1084167"/>
                </a:lnTo>
                <a:lnTo>
                  <a:pt x="535988" y="1083244"/>
                </a:lnTo>
                <a:lnTo>
                  <a:pt x="535821" y="1082298"/>
                </a:lnTo>
                <a:lnTo>
                  <a:pt x="535676" y="1081330"/>
                </a:lnTo>
                <a:lnTo>
                  <a:pt x="535553" y="1080339"/>
                </a:lnTo>
                <a:lnTo>
                  <a:pt x="535453" y="1079327"/>
                </a:lnTo>
                <a:lnTo>
                  <a:pt x="535375" y="1078292"/>
                </a:lnTo>
                <a:lnTo>
                  <a:pt x="535319" y="1077235"/>
                </a:lnTo>
                <a:lnTo>
                  <a:pt x="535286" y="1076155"/>
                </a:lnTo>
                <a:lnTo>
                  <a:pt x="535275" y="1075053"/>
                </a:lnTo>
                <a:lnTo>
                  <a:pt x="535275" y="1072179"/>
                </a:lnTo>
                <a:lnTo>
                  <a:pt x="595970" y="1072179"/>
                </a:lnTo>
                <a:lnTo>
                  <a:pt x="595970" y="1060682"/>
                </a:lnTo>
                <a:lnTo>
                  <a:pt x="595961" y="1059813"/>
                </a:lnTo>
                <a:lnTo>
                  <a:pt x="595937" y="1058952"/>
                </a:lnTo>
                <a:lnTo>
                  <a:pt x="595896" y="1058099"/>
                </a:lnTo>
                <a:lnTo>
                  <a:pt x="595838" y="1057254"/>
                </a:lnTo>
                <a:lnTo>
                  <a:pt x="595764" y="1056418"/>
                </a:lnTo>
                <a:lnTo>
                  <a:pt x="595674" y="1055589"/>
                </a:lnTo>
                <a:lnTo>
                  <a:pt x="595567" y="1054769"/>
                </a:lnTo>
                <a:lnTo>
                  <a:pt x="595444" y="1053957"/>
                </a:lnTo>
                <a:lnTo>
                  <a:pt x="595304" y="1053154"/>
                </a:lnTo>
                <a:lnTo>
                  <a:pt x="595148" y="1052358"/>
                </a:lnTo>
                <a:lnTo>
                  <a:pt x="594975" y="1051571"/>
                </a:lnTo>
                <a:lnTo>
                  <a:pt x="594786" y="1050792"/>
                </a:lnTo>
                <a:lnTo>
                  <a:pt x="594581" y="1050021"/>
                </a:lnTo>
                <a:lnTo>
                  <a:pt x="594359" y="1049259"/>
                </a:lnTo>
                <a:lnTo>
                  <a:pt x="594120" y="1048504"/>
                </a:lnTo>
                <a:lnTo>
                  <a:pt x="593866" y="1047758"/>
                </a:lnTo>
                <a:lnTo>
                  <a:pt x="593594" y="1047020"/>
                </a:lnTo>
                <a:lnTo>
                  <a:pt x="593307" y="1046291"/>
                </a:lnTo>
                <a:lnTo>
                  <a:pt x="593003" y="1045569"/>
                </a:lnTo>
                <a:lnTo>
                  <a:pt x="592682" y="1044856"/>
                </a:lnTo>
                <a:lnTo>
                  <a:pt x="592345" y="1044151"/>
                </a:lnTo>
                <a:lnTo>
                  <a:pt x="591992" y="1043454"/>
                </a:lnTo>
                <a:lnTo>
                  <a:pt x="591622" y="1042766"/>
                </a:lnTo>
                <a:lnTo>
                  <a:pt x="591236" y="1042085"/>
                </a:lnTo>
                <a:lnTo>
                  <a:pt x="590849" y="1041415"/>
                </a:lnTo>
                <a:lnTo>
                  <a:pt x="590448" y="1040756"/>
                </a:lnTo>
                <a:lnTo>
                  <a:pt x="590034" y="1040109"/>
                </a:lnTo>
                <a:lnTo>
                  <a:pt x="589606" y="1039474"/>
                </a:lnTo>
                <a:lnTo>
                  <a:pt x="589165" y="1038851"/>
                </a:lnTo>
                <a:lnTo>
                  <a:pt x="588710" y="1038239"/>
                </a:lnTo>
                <a:lnTo>
                  <a:pt x="588242" y="1037639"/>
                </a:lnTo>
                <a:lnTo>
                  <a:pt x="587760" y="1037051"/>
                </a:lnTo>
                <a:lnTo>
                  <a:pt x="587265" y="1036474"/>
                </a:lnTo>
                <a:lnTo>
                  <a:pt x="586757" y="1035910"/>
                </a:lnTo>
                <a:lnTo>
                  <a:pt x="586234" y="1035357"/>
                </a:lnTo>
                <a:lnTo>
                  <a:pt x="585699" y="1034815"/>
                </a:lnTo>
                <a:lnTo>
                  <a:pt x="585150" y="1034286"/>
                </a:lnTo>
                <a:lnTo>
                  <a:pt x="584587" y="1033768"/>
                </a:lnTo>
                <a:lnTo>
                  <a:pt x="584011" y="1033262"/>
                </a:lnTo>
                <a:lnTo>
                  <a:pt x="583421" y="1032768"/>
                </a:lnTo>
                <a:lnTo>
                  <a:pt x="582818" y="1032285"/>
                </a:lnTo>
                <a:lnTo>
                  <a:pt x="582201" y="1031814"/>
                </a:lnTo>
                <a:lnTo>
                  <a:pt x="581571" y="1031355"/>
                </a:lnTo>
                <a:lnTo>
                  <a:pt x="580927" y="1030908"/>
                </a:lnTo>
                <a:lnTo>
                  <a:pt x="580270" y="1030472"/>
                </a:lnTo>
                <a:lnTo>
                  <a:pt x="579599" y="1030049"/>
                </a:lnTo>
                <a:lnTo>
                  <a:pt x="578915" y="1029636"/>
                </a:lnTo>
                <a:lnTo>
                  <a:pt x="578218" y="1029236"/>
                </a:lnTo>
                <a:lnTo>
                  <a:pt x="577521" y="1028850"/>
                </a:lnTo>
                <a:lnTo>
                  <a:pt x="576813" y="1028480"/>
                </a:lnTo>
                <a:lnTo>
                  <a:pt x="576094" y="1028127"/>
                </a:lnTo>
                <a:lnTo>
                  <a:pt x="575362" y="1027790"/>
                </a:lnTo>
                <a:lnTo>
                  <a:pt x="574619" y="1027469"/>
                </a:lnTo>
                <a:lnTo>
                  <a:pt x="573864" y="1027165"/>
                </a:lnTo>
                <a:lnTo>
                  <a:pt x="573097" y="1026877"/>
                </a:lnTo>
                <a:lnTo>
                  <a:pt x="572319" y="1026606"/>
                </a:lnTo>
                <a:lnTo>
                  <a:pt x="571529" y="1026351"/>
                </a:lnTo>
                <a:lnTo>
                  <a:pt x="570727" y="1026113"/>
                </a:lnTo>
                <a:lnTo>
                  <a:pt x="569913" y="1025891"/>
                </a:lnTo>
                <a:lnTo>
                  <a:pt x="569088" y="1025686"/>
                </a:lnTo>
                <a:lnTo>
                  <a:pt x="568251" y="1025497"/>
                </a:lnTo>
                <a:lnTo>
                  <a:pt x="567402" y="1025324"/>
                </a:lnTo>
                <a:lnTo>
                  <a:pt x="566541" y="1025168"/>
                </a:lnTo>
                <a:lnTo>
                  <a:pt x="565669" y="1025028"/>
                </a:lnTo>
                <a:lnTo>
                  <a:pt x="564785" y="1024905"/>
                </a:lnTo>
                <a:lnTo>
                  <a:pt x="563889" y="1024798"/>
                </a:lnTo>
                <a:lnTo>
                  <a:pt x="562982" y="1024708"/>
                </a:lnTo>
                <a:lnTo>
                  <a:pt x="562062" y="1024634"/>
                </a:lnTo>
                <a:lnTo>
                  <a:pt x="561131" y="1024576"/>
                </a:lnTo>
                <a:lnTo>
                  <a:pt x="560188" y="1024535"/>
                </a:lnTo>
                <a:lnTo>
                  <a:pt x="559234" y="1024511"/>
                </a:lnTo>
                <a:lnTo>
                  <a:pt x="558268" y="1024502"/>
                </a:lnTo>
                <a:lnTo>
                  <a:pt x="557231" y="1024512"/>
                </a:lnTo>
                <a:lnTo>
                  <a:pt x="556206" y="1024540"/>
                </a:lnTo>
                <a:lnTo>
                  <a:pt x="555193" y="1024587"/>
                </a:lnTo>
                <a:lnTo>
                  <a:pt x="554191" y="1024653"/>
                </a:lnTo>
                <a:lnTo>
                  <a:pt x="553201" y="1024737"/>
                </a:lnTo>
                <a:lnTo>
                  <a:pt x="552223" y="1024840"/>
                </a:lnTo>
                <a:lnTo>
                  <a:pt x="551257" y="1024963"/>
                </a:lnTo>
                <a:lnTo>
                  <a:pt x="550303" y="1025103"/>
                </a:lnTo>
                <a:lnTo>
                  <a:pt x="549360" y="1025263"/>
                </a:lnTo>
                <a:lnTo>
                  <a:pt x="548429" y="1025442"/>
                </a:lnTo>
                <a:lnTo>
                  <a:pt x="547510" y="1025639"/>
                </a:lnTo>
                <a:lnTo>
                  <a:pt x="546602" y="1025855"/>
                </a:lnTo>
                <a:lnTo>
                  <a:pt x="545706" y="1026090"/>
                </a:lnTo>
                <a:lnTo>
                  <a:pt x="544822" y="1026343"/>
                </a:lnTo>
                <a:lnTo>
                  <a:pt x="543950" y="1026615"/>
                </a:lnTo>
                <a:lnTo>
                  <a:pt x="543089" y="1026907"/>
                </a:lnTo>
                <a:lnTo>
                  <a:pt x="542240" y="1027217"/>
                </a:lnTo>
                <a:lnTo>
                  <a:pt x="541403" y="1027545"/>
                </a:lnTo>
                <a:lnTo>
                  <a:pt x="540578" y="1027893"/>
                </a:lnTo>
                <a:lnTo>
                  <a:pt x="539764" y="1028259"/>
                </a:lnTo>
                <a:lnTo>
                  <a:pt x="538962" y="1028644"/>
                </a:lnTo>
                <a:lnTo>
                  <a:pt x="538172" y="1029048"/>
                </a:lnTo>
                <a:lnTo>
                  <a:pt x="537394" y="1029471"/>
                </a:lnTo>
                <a:lnTo>
                  <a:pt x="536627" y="1029912"/>
                </a:lnTo>
                <a:lnTo>
                  <a:pt x="535874" y="1030357"/>
                </a:lnTo>
                <a:lnTo>
                  <a:pt x="535135" y="1030816"/>
                </a:lnTo>
                <a:lnTo>
                  <a:pt x="534411" y="1031291"/>
                </a:lnTo>
                <a:lnTo>
                  <a:pt x="533701" y="1031781"/>
                </a:lnTo>
                <a:lnTo>
                  <a:pt x="533006" y="1032287"/>
                </a:lnTo>
                <a:lnTo>
                  <a:pt x="532326" y="1032808"/>
                </a:lnTo>
                <a:lnTo>
                  <a:pt x="531661" y="1033344"/>
                </a:lnTo>
                <a:lnTo>
                  <a:pt x="531010" y="1033895"/>
                </a:lnTo>
                <a:lnTo>
                  <a:pt x="530374" y="1034461"/>
                </a:lnTo>
                <a:lnTo>
                  <a:pt x="529753" y="1035043"/>
                </a:lnTo>
                <a:lnTo>
                  <a:pt x="529146" y="1035640"/>
                </a:lnTo>
                <a:lnTo>
                  <a:pt x="528554" y="1036252"/>
                </a:lnTo>
                <a:lnTo>
                  <a:pt x="527977" y="1036880"/>
                </a:lnTo>
                <a:lnTo>
                  <a:pt x="527414" y="1037523"/>
                </a:lnTo>
                <a:lnTo>
                  <a:pt x="526866" y="1038181"/>
                </a:lnTo>
                <a:lnTo>
                  <a:pt x="526333" y="1038854"/>
                </a:lnTo>
                <a:lnTo>
                  <a:pt x="525814" y="1039543"/>
                </a:lnTo>
                <a:lnTo>
                  <a:pt x="525310" y="1040247"/>
                </a:lnTo>
                <a:lnTo>
                  <a:pt x="524821" y="1040966"/>
                </a:lnTo>
                <a:lnTo>
                  <a:pt x="524346" y="1041700"/>
                </a:lnTo>
                <a:lnTo>
                  <a:pt x="523886" y="1042450"/>
                </a:lnTo>
                <a:lnTo>
                  <a:pt x="523441" y="1043215"/>
                </a:lnTo>
                <a:lnTo>
                  <a:pt x="523010" y="1043995"/>
                </a:lnTo>
                <a:lnTo>
                  <a:pt x="522594" y="1044790"/>
                </a:lnTo>
                <a:lnTo>
                  <a:pt x="522194" y="1045599"/>
                </a:lnTo>
                <a:lnTo>
                  <a:pt x="521811" y="1046421"/>
                </a:lnTo>
                <a:lnTo>
                  <a:pt x="521445" y="1047255"/>
                </a:lnTo>
                <a:lnTo>
                  <a:pt x="521096" y="1048101"/>
                </a:lnTo>
                <a:lnTo>
                  <a:pt x="520764" y="1048960"/>
                </a:lnTo>
                <a:lnTo>
                  <a:pt x="520449" y="1049831"/>
                </a:lnTo>
                <a:lnTo>
                  <a:pt x="520152" y="1050714"/>
                </a:lnTo>
                <a:lnTo>
                  <a:pt x="519871" y="1051609"/>
                </a:lnTo>
                <a:lnTo>
                  <a:pt x="519607" y="1052517"/>
                </a:lnTo>
                <a:lnTo>
                  <a:pt x="519360" y="1053437"/>
                </a:lnTo>
                <a:lnTo>
                  <a:pt x="519130" y="1054370"/>
                </a:lnTo>
                <a:lnTo>
                  <a:pt x="518917" y="1055315"/>
                </a:lnTo>
                <a:lnTo>
                  <a:pt x="518721" y="1056272"/>
                </a:lnTo>
                <a:lnTo>
                  <a:pt x="518543" y="1057241"/>
                </a:lnTo>
                <a:lnTo>
                  <a:pt x="518381" y="1058223"/>
                </a:lnTo>
                <a:lnTo>
                  <a:pt x="518236" y="1059217"/>
                </a:lnTo>
                <a:lnTo>
                  <a:pt x="518109" y="1060224"/>
                </a:lnTo>
                <a:lnTo>
                  <a:pt x="517998" y="1061243"/>
                </a:lnTo>
                <a:lnTo>
                  <a:pt x="517904" y="1062274"/>
                </a:lnTo>
                <a:lnTo>
                  <a:pt x="517828" y="1063317"/>
                </a:lnTo>
                <a:lnTo>
                  <a:pt x="517768" y="1064373"/>
                </a:lnTo>
                <a:lnTo>
                  <a:pt x="517726" y="1065441"/>
                </a:lnTo>
                <a:lnTo>
                  <a:pt x="517700" y="1066521"/>
                </a:lnTo>
                <a:lnTo>
                  <a:pt x="517692" y="1067614"/>
                </a:lnTo>
                <a:lnTo>
                  <a:pt x="517692" y="1071165"/>
                </a:lnTo>
                <a:lnTo>
                  <a:pt x="517699" y="1072216"/>
                </a:lnTo>
                <a:lnTo>
                  <a:pt x="517721" y="1073258"/>
                </a:lnTo>
                <a:lnTo>
                  <a:pt x="517758" y="1074290"/>
                </a:lnTo>
                <a:lnTo>
                  <a:pt x="517809" y="1075312"/>
                </a:lnTo>
                <a:lnTo>
                  <a:pt x="517875" y="1076323"/>
                </a:lnTo>
                <a:lnTo>
                  <a:pt x="517956" y="1077325"/>
                </a:lnTo>
                <a:lnTo>
                  <a:pt x="518051" y="1078317"/>
                </a:lnTo>
                <a:lnTo>
                  <a:pt x="518161" y="1079299"/>
                </a:lnTo>
                <a:lnTo>
                  <a:pt x="518286" y="1080271"/>
                </a:lnTo>
                <a:lnTo>
                  <a:pt x="518425" y="1081232"/>
                </a:lnTo>
                <a:lnTo>
                  <a:pt x="518579" y="1082184"/>
                </a:lnTo>
                <a:lnTo>
                  <a:pt x="518748" y="1083126"/>
                </a:lnTo>
                <a:lnTo>
                  <a:pt x="518932" y="1084058"/>
                </a:lnTo>
                <a:lnTo>
                  <a:pt x="519130" y="1084980"/>
                </a:lnTo>
                <a:lnTo>
                  <a:pt x="519343" y="1085892"/>
                </a:lnTo>
                <a:lnTo>
                  <a:pt x="519570" y="1086794"/>
                </a:lnTo>
                <a:lnTo>
                  <a:pt x="519812" y="1087686"/>
                </a:lnTo>
                <a:lnTo>
                  <a:pt x="520069" y="1088568"/>
                </a:lnTo>
                <a:lnTo>
                  <a:pt x="520341" y="1089440"/>
                </a:lnTo>
                <a:lnTo>
                  <a:pt x="520627" y="1090302"/>
                </a:lnTo>
                <a:lnTo>
                  <a:pt x="520928" y="1091154"/>
                </a:lnTo>
                <a:lnTo>
                  <a:pt x="521243" y="1091997"/>
                </a:lnTo>
                <a:lnTo>
                  <a:pt x="521573" y="1092829"/>
                </a:lnTo>
                <a:lnTo>
                  <a:pt x="521918" y="1093651"/>
                </a:lnTo>
                <a:lnTo>
                  <a:pt x="522292" y="1094460"/>
                </a:lnTo>
                <a:lnTo>
                  <a:pt x="522681" y="1095255"/>
                </a:lnTo>
                <a:lnTo>
                  <a:pt x="523086" y="1096034"/>
                </a:lnTo>
                <a:lnTo>
                  <a:pt x="523506" y="1096797"/>
                </a:lnTo>
                <a:lnTo>
                  <a:pt x="523941" y="1097546"/>
                </a:lnTo>
                <a:lnTo>
                  <a:pt x="524391" y="1098279"/>
                </a:lnTo>
                <a:lnTo>
                  <a:pt x="524856" y="1098997"/>
                </a:lnTo>
                <a:lnTo>
                  <a:pt x="525337" y="1099700"/>
                </a:lnTo>
                <a:lnTo>
                  <a:pt x="525833" y="1100387"/>
                </a:lnTo>
                <a:lnTo>
                  <a:pt x="526345" y="1101059"/>
                </a:lnTo>
                <a:lnTo>
                  <a:pt x="526871" y="1101716"/>
                </a:lnTo>
                <a:lnTo>
                  <a:pt x="527413" y="1102358"/>
                </a:lnTo>
                <a:lnTo>
                  <a:pt x="527970" y="1102984"/>
                </a:lnTo>
                <a:lnTo>
                  <a:pt x="528542" y="1103595"/>
                </a:lnTo>
                <a:lnTo>
                  <a:pt x="529130" y="1104191"/>
                </a:lnTo>
                <a:lnTo>
                  <a:pt x="529733" y="1104772"/>
                </a:lnTo>
                <a:lnTo>
                  <a:pt x="530351" y="1105337"/>
                </a:lnTo>
                <a:lnTo>
                  <a:pt x="530984" y="1105887"/>
                </a:lnTo>
                <a:lnTo>
                  <a:pt x="531633" y="1106422"/>
                </a:lnTo>
                <a:lnTo>
                  <a:pt x="532297" y="1106941"/>
                </a:lnTo>
                <a:lnTo>
                  <a:pt x="532976" y="1107445"/>
                </a:lnTo>
                <a:lnTo>
                  <a:pt x="533671" y="1107934"/>
                </a:lnTo>
                <a:lnTo>
                  <a:pt x="534380" y="1108408"/>
                </a:lnTo>
                <a:lnTo>
                  <a:pt x="535105" y="1108867"/>
                </a:lnTo>
                <a:lnTo>
                  <a:pt x="535860" y="1109308"/>
                </a:lnTo>
                <a:lnTo>
                  <a:pt x="536631" y="1109731"/>
                </a:lnTo>
                <a:lnTo>
                  <a:pt x="537417" y="1110135"/>
                </a:lnTo>
                <a:lnTo>
                  <a:pt x="538219" y="1110520"/>
                </a:lnTo>
                <a:lnTo>
                  <a:pt x="539037" y="1110886"/>
                </a:lnTo>
                <a:lnTo>
                  <a:pt x="539871" y="1111234"/>
                </a:lnTo>
                <a:lnTo>
                  <a:pt x="540721" y="1111562"/>
                </a:lnTo>
                <a:lnTo>
                  <a:pt x="541586" y="1111872"/>
                </a:lnTo>
                <a:lnTo>
                  <a:pt x="542468" y="1112164"/>
                </a:lnTo>
                <a:lnTo>
                  <a:pt x="543365" y="1112436"/>
                </a:lnTo>
                <a:lnTo>
                  <a:pt x="544278" y="1112690"/>
                </a:lnTo>
                <a:lnTo>
                  <a:pt x="545207" y="1112924"/>
                </a:lnTo>
                <a:lnTo>
                  <a:pt x="546152" y="1113140"/>
                </a:lnTo>
                <a:lnTo>
                  <a:pt x="547113" y="1113338"/>
                </a:lnTo>
                <a:lnTo>
                  <a:pt x="548089" y="1113516"/>
                </a:lnTo>
                <a:lnTo>
                  <a:pt x="549082" y="1113676"/>
                </a:lnTo>
                <a:lnTo>
                  <a:pt x="550090" y="1113817"/>
                </a:lnTo>
                <a:lnTo>
                  <a:pt x="551114" y="1113939"/>
                </a:lnTo>
                <a:lnTo>
                  <a:pt x="552154" y="1114042"/>
                </a:lnTo>
                <a:lnTo>
                  <a:pt x="553210" y="1114127"/>
                </a:lnTo>
                <a:lnTo>
                  <a:pt x="554281" y="1114193"/>
                </a:lnTo>
                <a:lnTo>
                  <a:pt x="555369" y="1114239"/>
                </a:lnTo>
                <a:lnTo>
                  <a:pt x="556472" y="1114268"/>
                </a:lnTo>
                <a:lnTo>
                  <a:pt x="557591" y="1114277"/>
                </a:lnTo>
                <a:lnTo>
                  <a:pt x="558558" y="1114270"/>
                </a:lnTo>
                <a:lnTo>
                  <a:pt x="559513" y="1114249"/>
                </a:lnTo>
                <a:lnTo>
                  <a:pt x="560458" y="1114214"/>
                </a:lnTo>
                <a:lnTo>
                  <a:pt x="561391" y="1114164"/>
                </a:lnTo>
                <a:lnTo>
                  <a:pt x="562313" y="1114101"/>
                </a:lnTo>
                <a:lnTo>
                  <a:pt x="563223" y="1114023"/>
                </a:lnTo>
                <a:lnTo>
                  <a:pt x="564123" y="1113932"/>
                </a:lnTo>
                <a:close/>
                <a:moveTo>
                  <a:pt x="535602" y="1057491"/>
                </a:moveTo>
                <a:lnTo>
                  <a:pt x="535659" y="1057020"/>
                </a:lnTo>
                <a:lnTo>
                  <a:pt x="535725" y="1056550"/>
                </a:lnTo>
                <a:lnTo>
                  <a:pt x="535800" y="1056081"/>
                </a:lnTo>
                <a:lnTo>
                  <a:pt x="535884" y="1055613"/>
                </a:lnTo>
                <a:lnTo>
                  <a:pt x="535976" y="1055146"/>
                </a:lnTo>
                <a:lnTo>
                  <a:pt x="536078" y="1054681"/>
                </a:lnTo>
                <a:lnTo>
                  <a:pt x="536188" y="1054216"/>
                </a:lnTo>
                <a:lnTo>
                  <a:pt x="536307" y="1053753"/>
                </a:lnTo>
                <a:lnTo>
                  <a:pt x="536434" y="1053291"/>
                </a:lnTo>
                <a:lnTo>
                  <a:pt x="536571" y="1052830"/>
                </a:lnTo>
                <a:lnTo>
                  <a:pt x="536716" y="1052371"/>
                </a:lnTo>
                <a:lnTo>
                  <a:pt x="536870" y="1051912"/>
                </a:lnTo>
                <a:lnTo>
                  <a:pt x="537033" y="1051455"/>
                </a:lnTo>
                <a:lnTo>
                  <a:pt x="537205" y="1050999"/>
                </a:lnTo>
                <a:lnTo>
                  <a:pt x="537385" y="1050544"/>
                </a:lnTo>
                <a:lnTo>
                  <a:pt x="537575" y="1050090"/>
                </a:lnTo>
                <a:lnTo>
                  <a:pt x="537773" y="1049637"/>
                </a:lnTo>
                <a:lnTo>
                  <a:pt x="537980" y="1049186"/>
                </a:lnTo>
                <a:lnTo>
                  <a:pt x="538209" y="1048725"/>
                </a:lnTo>
                <a:lnTo>
                  <a:pt x="538446" y="1048270"/>
                </a:lnTo>
                <a:lnTo>
                  <a:pt x="538690" y="1047823"/>
                </a:lnTo>
                <a:lnTo>
                  <a:pt x="538942" y="1047383"/>
                </a:lnTo>
                <a:lnTo>
                  <a:pt x="539202" y="1046949"/>
                </a:lnTo>
                <a:lnTo>
                  <a:pt x="539469" y="1046523"/>
                </a:lnTo>
                <a:lnTo>
                  <a:pt x="539745" y="1046104"/>
                </a:lnTo>
                <a:lnTo>
                  <a:pt x="540027" y="1045692"/>
                </a:lnTo>
                <a:lnTo>
                  <a:pt x="540317" y="1045287"/>
                </a:lnTo>
                <a:lnTo>
                  <a:pt x="540615" y="1044889"/>
                </a:lnTo>
                <a:lnTo>
                  <a:pt x="540921" y="1044498"/>
                </a:lnTo>
                <a:lnTo>
                  <a:pt x="541234" y="1044114"/>
                </a:lnTo>
                <a:lnTo>
                  <a:pt x="541555" y="1043737"/>
                </a:lnTo>
                <a:lnTo>
                  <a:pt x="541883" y="1043367"/>
                </a:lnTo>
                <a:lnTo>
                  <a:pt x="542219" y="1043004"/>
                </a:lnTo>
                <a:lnTo>
                  <a:pt x="542563" y="1042649"/>
                </a:lnTo>
                <a:lnTo>
                  <a:pt x="542915" y="1042300"/>
                </a:lnTo>
                <a:lnTo>
                  <a:pt x="543274" y="1041958"/>
                </a:lnTo>
                <a:lnTo>
                  <a:pt x="543640" y="1041624"/>
                </a:lnTo>
                <a:lnTo>
                  <a:pt x="544014" y="1041296"/>
                </a:lnTo>
                <a:lnTo>
                  <a:pt x="544396" y="1040976"/>
                </a:lnTo>
                <a:lnTo>
                  <a:pt x="544786" y="1040662"/>
                </a:lnTo>
                <a:lnTo>
                  <a:pt x="545183" y="1040356"/>
                </a:lnTo>
                <a:lnTo>
                  <a:pt x="545588" y="1040056"/>
                </a:lnTo>
                <a:lnTo>
                  <a:pt x="546014" y="1039767"/>
                </a:lnTo>
                <a:lnTo>
                  <a:pt x="546448" y="1039489"/>
                </a:lnTo>
                <a:lnTo>
                  <a:pt x="546890" y="1039224"/>
                </a:lnTo>
                <a:lnTo>
                  <a:pt x="547339" y="1038972"/>
                </a:lnTo>
                <a:lnTo>
                  <a:pt x="547796" y="1038731"/>
                </a:lnTo>
                <a:lnTo>
                  <a:pt x="548261" y="1038503"/>
                </a:lnTo>
                <a:lnTo>
                  <a:pt x="548733" y="1038287"/>
                </a:lnTo>
                <a:lnTo>
                  <a:pt x="549213" y="1038084"/>
                </a:lnTo>
                <a:lnTo>
                  <a:pt x="549701" y="1037893"/>
                </a:lnTo>
                <a:lnTo>
                  <a:pt x="550196" y="1037714"/>
                </a:lnTo>
                <a:lnTo>
                  <a:pt x="550699" y="1037548"/>
                </a:lnTo>
                <a:lnTo>
                  <a:pt x="551209" y="1037394"/>
                </a:lnTo>
                <a:lnTo>
                  <a:pt x="551727" y="1037252"/>
                </a:lnTo>
                <a:lnTo>
                  <a:pt x="552253" y="1037123"/>
                </a:lnTo>
                <a:lnTo>
                  <a:pt x="552786" y="1037005"/>
                </a:lnTo>
                <a:lnTo>
                  <a:pt x="553327" y="1036901"/>
                </a:lnTo>
                <a:lnTo>
                  <a:pt x="553876" y="1036808"/>
                </a:lnTo>
                <a:lnTo>
                  <a:pt x="554432" y="1036728"/>
                </a:lnTo>
                <a:lnTo>
                  <a:pt x="554996" y="1036660"/>
                </a:lnTo>
                <a:lnTo>
                  <a:pt x="555567" y="1036605"/>
                </a:lnTo>
                <a:lnTo>
                  <a:pt x="556146" y="1036562"/>
                </a:lnTo>
                <a:lnTo>
                  <a:pt x="556733" y="1036531"/>
                </a:lnTo>
                <a:lnTo>
                  <a:pt x="557327" y="1036512"/>
                </a:lnTo>
                <a:lnTo>
                  <a:pt x="557929" y="1036506"/>
                </a:lnTo>
                <a:lnTo>
                  <a:pt x="558462" y="1036511"/>
                </a:lnTo>
                <a:lnTo>
                  <a:pt x="558990" y="1036526"/>
                </a:lnTo>
                <a:lnTo>
                  <a:pt x="559512" y="1036551"/>
                </a:lnTo>
                <a:lnTo>
                  <a:pt x="560029" y="1036586"/>
                </a:lnTo>
                <a:lnTo>
                  <a:pt x="560540" y="1036631"/>
                </a:lnTo>
                <a:lnTo>
                  <a:pt x="561047" y="1036686"/>
                </a:lnTo>
                <a:lnTo>
                  <a:pt x="561548" y="1036751"/>
                </a:lnTo>
                <a:lnTo>
                  <a:pt x="562043" y="1036826"/>
                </a:lnTo>
                <a:lnTo>
                  <a:pt x="562534" y="1036910"/>
                </a:lnTo>
                <a:lnTo>
                  <a:pt x="563019" y="1037005"/>
                </a:lnTo>
                <a:lnTo>
                  <a:pt x="563499" y="1037110"/>
                </a:lnTo>
                <a:lnTo>
                  <a:pt x="563974" y="1037225"/>
                </a:lnTo>
                <a:lnTo>
                  <a:pt x="564443" y="1037349"/>
                </a:lnTo>
                <a:lnTo>
                  <a:pt x="564907" y="1037484"/>
                </a:lnTo>
                <a:lnTo>
                  <a:pt x="565366" y="1037629"/>
                </a:lnTo>
                <a:lnTo>
                  <a:pt x="565819" y="1037784"/>
                </a:lnTo>
                <a:lnTo>
                  <a:pt x="566268" y="1037948"/>
                </a:lnTo>
                <a:lnTo>
                  <a:pt x="566710" y="1038123"/>
                </a:lnTo>
                <a:lnTo>
                  <a:pt x="567148" y="1038307"/>
                </a:lnTo>
                <a:lnTo>
                  <a:pt x="567580" y="1038502"/>
                </a:lnTo>
                <a:lnTo>
                  <a:pt x="568008" y="1038707"/>
                </a:lnTo>
                <a:lnTo>
                  <a:pt x="568429" y="1038921"/>
                </a:lnTo>
                <a:lnTo>
                  <a:pt x="568846" y="1039146"/>
                </a:lnTo>
                <a:lnTo>
                  <a:pt x="569257" y="1039380"/>
                </a:lnTo>
                <a:lnTo>
                  <a:pt x="569661" y="1039624"/>
                </a:lnTo>
                <a:lnTo>
                  <a:pt x="570058" y="1039875"/>
                </a:lnTo>
                <a:lnTo>
                  <a:pt x="570446" y="1040133"/>
                </a:lnTo>
                <a:lnTo>
                  <a:pt x="570826" y="1040399"/>
                </a:lnTo>
                <a:lnTo>
                  <a:pt x="571197" y="1040673"/>
                </a:lnTo>
                <a:lnTo>
                  <a:pt x="571561" y="1040955"/>
                </a:lnTo>
                <a:lnTo>
                  <a:pt x="571916" y="1041244"/>
                </a:lnTo>
                <a:lnTo>
                  <a:pt x="572263" y="1041541"/>
                </a:lnTo>
                <a:lnTo>
                  <a:pt x="572601" y="1041845"/>
                </a:lnTo>
                <a:lnTo>
                  <a:pt x="572932" y="1042157"/>
                </a:lnTo>
                <a:lnTo>
                  <a:pt x="573254" y="1042477"/>
                </a:lnTo>
                <a:lnTo>
                  <a:pt x="573568" y="1042804"/>
                </a:lnTo>
                <a:lnTo>
                  <a:pt x="573874" y="1043139"/>
                </a:lnTo>
                <a:lnTo>
                  <a:pt x="574172" y="1043481"/>
                </a:lnTo>
                <a:lnTo>
                  <a:pt x="574461" y="1043831"/>
                </a:lnTo>
                <a:lnTo>
                  <a:pt x="574742" y="1044189"/>
                </a:lnTo>
                <a:lnTo>
                  <a:pt x="575015" y="1044555"/>
                </a:lnTo>
                <a:lnTo>
                  <a:pt x="575280" y="1044928"/>
                </a:lnTo>
                <a:lnTo>
                  <a:pt x="575537" y="1045309"/>
                </a:lnTo>
                <a:lnTo>
                  <a:pt x="575785" y="1045697"/>
                </a:lnTo>
                <a:lnTo>
                  <a:pt x="576025" y="1046093"/>
                </a:lnTo>
                <a:lnTo>
                  <a:pt x="576257" y="1046496"/>
                </a:lnTo>
                <a:lnTo>
                  <a:pt x="576481" y="1046908"/>
                </a:lnTo>
                <a:lnTo>
                  <a:pt x="576696" y="1047326"/>
                </a:lnTo>
                <a:lnTo>
                  <a:pt x="576917" y="1047738"/>
                </a:lnTo>
                <a:lnTo>
                  <a:pt x="577128" y="1048154"/>
                </a:lnTo>
                <a:lnTo>
                  <a:pt x="577330" y="1048576"/>
                </a:lnTo>
                <a:lnTo>
                  <a:pt x="577523" y="1049003"/>
                </a:lnTo>
                <a:lnTo>
                  <a:pt x="577706" y="1049435"/>
                </a:lnTo>
                <a:lnTo>
                  <a:pt x="577879" y="1049873"/>
                </a:lnTo>
                <a:lnTo>
                  <a:pt x="578044" y="1050316"/>
                </a:lnTo>
                <a:lnTo>
                  <a:pt x="578199" y="1050764"/>
                </a:lnTo>
                <a:lnTo>
                  <a:pt x="578344" y="1051217"/>
                </a:lnTo>
                <a:lnTo>
                  <a:pt x="578481" y="1051676"/>
                </a:lnTo>
                <a:lnTo>
                  <a:pt x="578607" y="1052140"/>
                </a:lnTo>
                <a:lnTo>
                  <a:pt x="578725" y="1052610"/>
                </a:lnTo>
                <a:lnTo>
                  <a:pt x="578833" y="1053084"/>
                </a:lnTo>
                <a:lnTo>
                  <a:pt x="578931" y="1053564"/>
                </a:lnTo>
                <a:lnTo>
                  <a:pt x="579021" y="1054049"/>
                </a:lnTo>
                <a:lnTo>
                  <a:pt x="579100" y="1054540"/>
                </a:lnTo>
                <a:lnTo>
                  <a:pt x="579171" y="1055036"/>
                </a:lnTo>
                <a:lnTo>
                  <a:pt x="579232" y="1055537"/>
                </a:lnTo>
                <a:lnTo>
                  <a:pt x="579284" y="1056043"/>
                </a:lnTo>
                <a:lnTo>
                  <a:pt x="579326" y="1056555"/>
                </a:lnTo>
                <a:lnTo>
                  <a:pt x="579359" y="1057071"/>
                </a:lnTo>
                <a:lnTo>
                  <a:pt x="579382" y="1057594"/>
                </a:lnTo>
                <a:lnTo>
                  <a:pt x="579396" y="1058121"/>
                </a:lnTo>
                <a:lnTo>
                  <a:pt x="579401" y="1058654"/>
                </a:lnTo>
                <a:lnTo>
                  <a:pt x="579401" y="1061190"/>
                </a:lnTo>
                <a:lnTo>
                  <a:pt x="535444" y="1061190"/>
                </a:lnTo>
                <a:lnTo>
                  <a:pt x="535444" y="1060344"/>
                </a:lnTo>
                <a:lnTo>
                  <a:pt x="535448" y="1059866"/>
                </a:lnTo>
                <a:lnTo>
                  <a:pt x="535461" y="1059389"/>
                </a:lnTo>
                <a:lnTo>
                  <a:pt x="535483" y="1058913"/>
                </a:lnTo>
                <a:lnTo>
                  <a:pt x="535514" y="1058438"/>
                </a:lnTo>
                <a:lnTo>
                  <a:pt x="535554" y="1057964"/>
                </a:lnTo>
                <a:lnTo>
                  <a:pt x="535602" y="1057491"/>
                </a:lnTo>
                <a:close/>
                <a:moveTo>
                  <a:pt x="639355" y="2001357"/>
                </a:moveTo>
                <a:lnTo>
                  <a:pt x="639565" y="2001370"/>
                </a:lnTo>
                <a:lnTo>
                  <a:pt x="639778" y="2001385"/>
                </a:lnTo>
                <a:lnTo>
                  <a:pt x="639993" y="2001403"/>
                </a:lnTo>
                <a:lnTo>
                  <a:pt x="640210" y="2001423"/>
                </a:lnTo>
                <a:lnTo>
                  <a:pt x="640429" y="2001445"/>
                </a:lnTo>
                <a:lnTo>
                  <a:pt x="640651" y="2001470"/>
                </a:lnTo>
                <a:lnTo>
                  <a:pt x="640875" y="2001497"/>
                </a:lnTo>
                <a:lnTo>
                  <a:pt x="641102" y="2001526"/>
                </a:lnTo>
                <a:lnTo>
                  <a:pt x="641331" y="2001558"/>
                </a:lnTo>
                <a:lnTo>
                  <a:pt x="641562" y="2001592"/>
                </a:lnTo>
                <a:lnTo>
                  <a:pt x="641796" y="2001628"/>
                </a:lnTo>
                <a:lnTo>
                  <a:pt x="642032" y="2001667"/>
                </a:lnTo>
                <a:lnTo>
                  <a:pt x="642270" y="2001708"/>
                </a:lnTo>
                <a:lnTo>
                  <a:pt x="642511" y="2001751"/>
                </a:lnTo>
                <a:lnTo>
                  <a:pt x="642754" y="2001797"/>
                </a:lnTo>
                <a:lnTo>
                  <a:pt x="642999" y="2001845"/>
                </a:lnTo>
                <a:lnTo>
                  <a:pt x="643247" y="2001896"/>
                </a:lnTo>
                <a:lnTo>
                  <a:pt x="643497" y="2001949"/>
                </a:lnTo>
                <a:lnTo>
                  <a:pt x="643750" y="2002004"/>
                </a:lnTo>
                <a:lnTo>
                  <a:pt x="644002" y="2002062"/>
                </a:lnTo>
                <a:lnTo>
                  <a:pt x="644251" y="2002126"/>
                </a:lnTo>
                <a:lnTo>
                  <a:pt x="644497" y="2002194"/>
                </a:lnTo>
                <a:lnTo>
                  <a:pt x="644741" y="2002267"/>
                </a:lnTo>
                <a:lnTo>
                  <a:pt x="644981" y="2002344"/>
                </a:lnTo>
                <a:lnTo>
                  <a:pt x="645218" y="2002427"/>
                </a:lnTo>
                <a:lnTo>
                  <a:pt x="645453" y="2002513"/>
                </a:lnTo>
                <a:lnTo>
                  <a:pt x="645684" y="2002605"/>
                </a:lnTo>
                <a:lnTo>
                  <a:pt x="645913" y="2002701"/>
                </a:lnTo>
                <a:lnTo>
                  <a:pt x="646139" y="2002802"/>
                </a:lnTo>
                <a:lnTo>
                  <a:pt x="646362" y="2002908"/>
                </a:lnTo>
                <a:lnTo>
                  <a:pt x="646581" y="2003018"/>
                </a:lnTo>
                <a:lnTo>
                  <a:pt x="646798" y="2003133"/>
                </a:lnTo>
                <a:lnTo>
                  <a:pt x="647012" y="2003253"/>
                </a:lnTo>
                <a:lnTo>
                  <a:pt x="647223" y="2003378"/>
                </a:lnTo>
                <a:lnTo>
                  <a:pt x="647432" y="2003507"/>
                </a:lnTo>
                <a:lnTo>
                  <a:pt x="647637" y="2003641"/>
                </a:lnTo>
                <a:lnTo>
                  <a:pt x="647839" y="2003779"/>
                </a:lnTo>
                <a:lnTo>
                  <a:pt x="648038" y="2003922"/>
                </a:lnTo>
                <a:lnTo>
                  <a:pt x="648235" y="2004070"/>
                </a:lnTo>
                <a:lnTo>
                  <a:pt x="648428" y="2004223"/>
                </a:lnTo>
                <a:lnTo>
                  <a:pt x="648619" y="2004380"/>
                </a:lnTo>
                <a:lnTo>
                  <a:pt x="648806" y="2004542"/>
                </a:lnTo>
                <a:lnTo>
                  <a:pt x="648991" y="2004709"/>
                </a:lnTo>
                <a:lnTo>
                  <a:pt x="649184" y="2004867"/>
                </a:lnTo>
                <a:lnTo>
                  <a:pt x="649370" y="2005032"/>
                </a:lnTo>
                <a:lnTo>
                  <a:pt x="649548" y="2005203"/>
                </a:lnTo>
                <a:lnTo>
                  <a:pt x="649719" y="2005381"/>
                </a:lnTo>
                <a:lnTo>
                  <a:pt x="649881" y="2005565"/>
                </a:lnTo>
                <a:lnTo>
                  <a:pt x="650037" y="2005755"/>
                </a:lnTo>
                <a:lnTo>
                  <a:pt x="650184" y="2005952"/>
                </a:lnTo>
                <a:lnTo>
                  <a:pt x="650324" y="2006155"/>
                </a:lnTo>
                <a:lnTo>
                  <a:pt x="650457" y="2006365"/>
                </a:lnTo>
                <a:lnTo>
                  <a:pt x="650582" y="2006582"/>
                </a:lnTo>
                <a:lnTo>
                  <a:pt x="650699" y="2006804"/>
                </a:lnTo>
                <a:lnTo>
                  <a:pt x="650808" y="2007034"/>
                </a:lnTo>
                <a:lnTo>
                  <a:pt x="650910" y="2007269"/>
                </a:lnTo>
                <a:lnTo>
                  <a:pt x="651004" y="2007512"/>
                </a:lnTo>
                <a:lnTo>
                  <a:pt x="651091" y="2007760"/>
                </a:lnTo>
                <a:lnTo>
                  <a:pt x="651170" y="2008015"/>
                </a:lnTo>
                <a:lnTo>
                  <a:pt x="651241" y="2008277"/>
                </a:lnTo>
                <a:lnTo>
                  <a:pt x="651305" y="2008545"/>
                </a:lnTo>
                <a:lnTo>
                  <a:pt x="651361" y="2008819"/>
                </a:lnTo>
                <a:lnTo>
                  <a:pt x="651409" y="2009100"/>
                </a:lnTo>
                <a:lnTo>
                  <a:pt x="651450" y="2009388"/>
                </a:lnTo>
                <a:lnTo>
                  <a:pt x="651483" y="2009681"/>
                </a:lnTo>
                <a:lnTo>
                  <a:pt x="651509" y="2009982"/>
                </a:lnTo>
                <a:lnTo>
                  <a:pt x="651527" y="2010288"/>
                </a:lnTo>
                <a:lnTo>
                  <a:pt x="652879" y="2046468"/>
                </a:lnTo>
                <a:lnTo>
                  <a:pt x="652912" y="2047152"/>
                </a:lnTo>
                <a:lnTo>
                  <a:pt x="652954" y="2047823"/>
                </a:lnTo>
                <a:lnTo>
                  <a:pt x="653006" y="2048481"/>
                </a:lnTo>
                <a:lnTo>
                  <a:pt x="653067" y="2049127"/>
                </a:lnTo>
                <a:lnTo>
                  <a:pt x="653138" y="2049759"/>
                </a:lnTo>
                <a:lnTo>
                  <a:pt x="653217" y="2050378"/>
                </a:lnTo>
                <a:lnTo>
                  <a:pt x="653307" y="2050985"/>
                </a:lnTo>
                <a:lnTo>
                  <a:pt x="653405" y="2051578"/>
                </a:lnTo>
                <a:lnTo>
                  <a:pt x="653513" y="2052159"/>
                </a:lnTo>
                <a:lnTo>
                  <a:pt x="653631" y="2052726"/>
                </a:lnTo>
                <a:lnTo>
                  <a:pt x="653757" y="2053281"/>
                </a:lnTo>
                <a:lnTo>
                  <a:pt x="653894" y="2053823"/>
                </a:lnTo>
                <a:lnTo>
                  <a:pt x="654039" y="2054352"/>
                </a:lnTo>
                <a:lnTo>
                  <a:pt x="654194" y="2054868"/>
                </a:lnTo>
                <a:lnTo>
                  <a:pt x="654359" y="2055371"/>
                </a:lnTo>
                <a:lnTo>
                  <a:pt x="654532" y="2055861"/>
                </a:lnTo>
                <a:lnTo>
                  <a:pt x="654715" y="2056339"/>
                </a:lnTo>
                <a:lnTo>
                  <a:pt x="654908" y="2056803"/>
                </a:lnTo>
                <a:lnTo>
                  <a:pt x="655110" y="2057254"/>
                </a:lnTo>
                <a:lnTo>
                  <a:pt x="655321" y="2057693"/>
                </a:lnTo>
                <a:lnTo>
                  <a:pt x="655542" y="2058119"/>
                </a:lnTo>
                <a:lnTo>
                  <a:pt x="655772" y="2058531"/>
                </a:lnTo>
                <a:lnTo>
                  <a:pt x="656012" y="2058931"/>
                </a:lnTo>
                <a:lnTo>
                  <a:pt x="656261" y="2059318"/>
                </a:lnTo>
                <a:lnTo>
                  <a:pt x="656537" y="2059690"/>
                </a:lnTo>
                <a:lnTo>
                  <a:pt x="656832" y="2060047"/>
                </a:lnTo>
                <a:lnTo>
                  <a:pt x="657146" y="2060388"/>
                </a:lnTo>
                <a:lnTo>
                  <a:pt x="657477" y="2060713"/>
                </a:lnTo>
                <a:lnTo>
                  <a:pt x="657827" y="2061022"/>
                </a:lnTo>
                <a:lnTo>
                  <a:pt x="658194" y="2061315"/>
                </a:lnTo>
                <a:lnTo>
                  <a:pt x="658580" y="2061592"/>
                </a:lnTo>
                <a:lnTo>
                  <a:pt x="658984" y="2061854"/>
                </a:lnTo>
                <a:lnTo>
                  <a:pt x="659407" y="2062099"/>
                </a:lnTo>
                <a:lnTo>
                  <a:pt x="659847" y="2062329"/>
                </a:lnTo>
                <a:lnTo>
                  <a:pt x="660306" y="2062543"/>
                </a:lnTo>
                <a:lnTo>
                  <a:pt x="660783" y="2062741"/>
                </a:lnTo>
                <a:lnTo>
                  <a:pt x="661278" y="2062924"/>
                </a:lnTo>
                <a:lnTo>
                  <a:pt x="661792" y="2063090"/>
                </a:lnTo>
                <a:lnTo>
                  <a:pt x="662323" y="2063241"/>
                </a:lnTo>
                <a:lnTo>
                  <a:pt x="662873" y="2063375"/>
                </a:lnTo>
                <a:lnTo>
                  <a:pt x="663441" y="2063494"/>
                </a:lnTo>
                <a:lnTo>
                  <a:pt x="664027" y="2063597"/>
                </a:lnTo>
                <a:lnTo>
                  <a:pt x="664631" y="2063685"/>
                </a:lnTo>
                <a:lnTo>
                  <a:pt x="665254" y="2063756"/>
                </a:lnTo>
                <a:lnTo>
                  <a:pt x="665895" y="2063811"/>
                </a:lnTo>
                <a:lnTo>
                  <a:pt x="666554" y="2063851"/>
                </a:lnTo>
                <a:lnTo>
                  <a:pt x="667231" y="2063875"/>
                </a:lnTo>
                <a:lnTo>
                  <a:pt x="667926" y="2063883"/>
                </a:lnTo>
                <a:lnTo>
                  <a:pt x="667926" y="2065404"/>
                </a:lnTo>
                <a:lnTo>
                  <a:pt x="667231" y="2065412"/>
                </a:lnTo>
                <a:lnTo>
                  <a:pt x="666554" y="2065436"/>
                </a:lnTo>
                <a:lnTo>
                  <a:pt x="665895" y="2065475"/>
                </a:lnTo>
                <a:lnTo>
                  <a:pt x="665254" y="2065531"/>
                </a:lnTo>
                <a:lnTo>
                  <a:pt x="664631" y="2065602"/>
                </a:lnTo>
                <a:lnTo>
                  <a:pt x="664027" y="2065689"/>
                </a:lnTo>
                <a:lnTo>
                  <a:pt x="663441" y="2065792"/>
                </a:lnTo>
                <a:lnTo>
                  <a:pt x="662873" y="2065911"/>
                </a:lnTo>
                <a:lnTo>
                  <a:pt x="662323" y="2066046"/>
                </a:lnTo>
                <a:lnTo>
                  <a:pt x="661792" y="2066197"/>
                </a:lnTo>
                <a:lnTo>
                  <a:pt x="661278" y="2066363"/>
                </a:lnTo>
                <a:lnTo>
                  <a:pt x="660783" y="2066545"/>
                </a:lnTo>
                <a:lnTo>
                  <a:pt x="660306" y="2066743"/>
                </a:lnTo>
                <a:lnTo>
                  <a:pt x="659847" y="2066957"/>
                </a:lnTo>
                <a:lnTo>
                  <a:pt x="659407" y="2067187"/>
                </a:lnTo>
                <a:lnTo>
                  <a:pt x="658984" y="2067433"/>
                </a:lnTo>
                <a:lnTo>
                  <a:pt x="658580" y="2067694"/>
                </a:lnTo>
                <a:lnTo>
                  <a:pt x="658194" y="2067972"/>
                </a:lnTo>
                <a:lnTo>
                  <a:pt x="657827" y="2068265"/>
                </a:lnTo>
                <a:lnTo>
                  <a:pt x="657477" y="2068574"/>
                </a:lnTo>
                <a:lnTo>
                  <a:pt x="657146" y="2068899"/>
                </a:lnTo>
                <a:lnTo>
                  <a:pt x="656832" y="2069240"/>
                </a:lnTo>
                <a:lnTo>
                  <a:pt x="656537" y="2069596"/>
                </a:lnTo>
                <a:lnTo>
                  <a:pt x="656261" y="2069969"/>
                </a:lnTo>
                <a:lnTo>
                  <a:pt x="656012" y="2070356"/>
                </a:lnTo>
                <a:lnTo>
                  <a:pt x="655772" y="2070755"/>
                </a:lnTo>
                <a:lnTo>
                  <a:pt x="655542" y="2071168"/>
                </a:lnTo>
                <a:lnTo>
                  <a:pt x="655321" y="2071594"/>
                </a:lnTo>
                <a:lnTo>
                  <a:pt x="655110" y="2072032"/>
                </a:lnTo>
                <a:lnTo>
                  <a:pt x="654908" y="2072484"/>
                </a:lnTo>
                <a:lnTo>
                  <a:pt x="654715" y="2072948"/>
                </a:lnTo>
                <a:lnTo>
                  <a:pt x="654532" y="2073425"/>
                </a:lnTo>
                <a:lnTo>
                  <a:pt x="654359" y="2073916"/>
                </a:lnTo>
                <a:lnTo>
                  <a:pt x="654194" y="2074419"/>
                </a:lnTo>
                <a:lnTo>
                  <a:pt x="654039" y="2074935"/>
                </a:lnTo>
                <a:lnTo>
                  <a:pt x="653894" y="2075464"/>
                </a:lnTo>
                <a:lnTo>
                  <a:pt x="653757" y="2076005"/>
                </a:lnTo>
                <a:lnTo>
                  <a:pt x="653631" y="2076560"/>
                </a:lnTo>
                <a:lnTo>
                  <a:pt x="653513" y="2077128"/>
                </a:lnTo>
                <a:lnTo>
                  <a:pt x="653405" y="2077708"/>
                </a:lnTo>
                <a:lnTo>
                  <a:pt x="653307" y="2078302"/>
                </a:lnTo>
                <a:lnTo>
                  <a:pt x="653217" y="2078908"/>
                </a:lnTo>
                <a:lnTo>
                  <a:pt x="653138" y="2079528"/>
                </a:lnTo>
                <a:lnTo>
                  <a:pt x="653067" y="2080160"/>
                </a:lnTo>
                <a:lnTo>
                  <a:pt x="653006" y="2080805"/>
                </a:lnTo>
                <a:lnTo>
                  <a:pt x="652954" y="2081463"/>
                </a:lnTo>
                <a:lnTo>
                  <a:pt x="652912" y="2082134"/>
                </a:lnTo>
                <a:lnTo>
                  <a:pt x="652879" y="2082818"/>
                </a:lnTo>
                <a:lnTo>
                  <a:pt x="651527" y="2118998"/>
                </a:lnTo>
                <a:lnTo>
                  <a:pt x="651509" y="2119305"/>
                </a:lnTo>
                <a:lnTo>
                  <a:pt x="651483" y="2119605"/>
                </a:lnTo>
                <a:lnTo>
                  <a:pt x="651450" y="2119899"/>
                </a:lnTo>
                <a:lnTo>
                  <a:pt x="651409" y="2120187"/>
                </a:lnTo>
                <a:lnTo>
                  <a:pt x="651361" y="2120467"/>
                </a:lnTo>
                <a:lnTo>
                  <a:pt x="651305" y="2120742"/>
                </a:lnTo>
                <a:lnTo>
                  <a:pt x="651241" y="2121010"/>
                </a:lnTo>
                <a:lnTo>
                  <a:pt x="651170" y="2121271"/>
                </a:lnTo>
                <a:lnTo>
                  <a:pt x="651091" y="2121527"/>
                </a:lnTo>
                <a:lnTo>
                  <a:pt x="651004" y="2121775"/>
                </a:lnTo>
                <a:lnTo>
                  <a:pt x="650910" y="2122017"/>
                </a:lnTo>
                <a:lnTo>
                  <a:pt x="650808" y="2122253"/>
                </a:lnTo>
                <a:lnTo>
                  <a:pt x="650699" y="2122482"/>
                </a:lnTo>
                <a:lnTo>
                  <a:pt x="650582" y="2122705"/>
                </a:lnTo>
                <a:lnTo>
                  <a:pt x="650457" y="2122921"/>
                </a:lnTo>
                <a:lnTo>
                  <a:pt x="650324" y="2123131"/>
                </a:lnTo>
                <a:lnTo>
                  <a:pt x="650184" y="2123335"/>
                </a:lnTo>
                <a:lnTo>
                  <a:pt x="650037" y="2123532"/>
                </a:lnTo>
                <a:lnTo>
                  <a:pt x="649881" y="2123722"/>
                </a:lnTo>
                <a:lnTo>
                  <a:pt x="649719" y="2123906"/>
                </a:lnTo>
                <a:lnTo>
                  <a:pt x="649548" y="2124084"/>
                </a:lnTo>
                <a:lnTo>
                  <a:pt x="649370" y="2124255"/>
                </a:lnTo>
                <a:lnTo>
                  <a:pt x="649184" y="2124420"/>
                </a:lnTo>
                <a:lnTo>
                  <a:pt x="648991" y="2124578"/>
                </a:lnTo>
                <a:lnTo>
                  <a:pt x="648806" y="2124744"/>
                </a:lnTo>
                <a:lnTo>
                  <a:pt x="648619" y="2124906"/>
                </a:lnTo>
                <a:lnTo>
                  <a:pt x="648428" y="2125064"/>
                </a:lnTo>
                <a:lnTo>
                  <a:pt x="648235" y="2125216"/>
                </a:lnTo>
                <a:lnTo>
                  <a:pt x="648038" y="2125364"/>
                </a:lnTo>
                <a:lnTo>
                  <a:pt x="647839" y="2125507"/>
                </a:lnTo>
                <a:lnTo>
                  <a:pt x="647637" y="2125646"/>
                </a:lnTo>
                <a:lnTo>
                  <a:pt x="647432" y="2125780"/>
                </a:lnTo>
                <a:lnTo>
                  <a:pt x="647223" y="2125909"/>
                </a:lnTo>
                <a:lnTo>
                  <a:pt x="647012" y="2126033"/>
                </a:lnTo>
                <a:lnTo>
                  <a:pt x="646798" y="2126153"/>
                </a:lnTo>
                <a:lnTo>
                  <a:pt x="646581" y="2126268"/>
                </a:lnTo>
                <a:lnTo>
                  <a:pt x="646362" y="2126379"/>
                </a:lnTo>
                <a:lnTo>
                  <a:pt x="646139" y="2126484"/>
                </a:lnTo>
                <a:lnTo>
                  <a:pt x="645913" y="2126585"/>
                </a:lnTo>
                <a:lnTo>
                  <a:pt x="645684" y="2126682"/>
                </a:lnTo>
                <a:lnTo>
                  <a:pt x="645453" y="2126773"/>
                </a:lnTo>
                <a:lnTo>
                  <a:pt x="645218" y="2126860"/>
                </a:lnTo>
                <a:lnTo>
                  <a:pt x="644981" y="2126942"/>
                </a:lnTo>
                <a:lnTo>
                  <a:pt x="644741" y="2127020"/>
                </a:lnTo>
                <a:lnTo>
                  <a:pt x="644497" y="2127093"/>
                </a:lnTo>
                <a:lnTo>
                  <a:pt x="644251" y="2127161"/>
                </a:lnTo>
                <a:lnTo>
                  <a:pt x="644002" y="2127224"/>
                </a:lnTo>
                <a:lnTo>
                  <a:pt x="643750" y="2127283"/>
                </a:lnTo>
                <a:lnTo>
                  <a:pt x="643497" y="2127338"/>
                </a:lnTo>
                <a:lnTo>
                  <a:pt x="643247" y="2127391"/>
                </a:lnTo>
                <a:lnTo>
                  <a:pt x="642999" y="2127441"/>
                </a:lnTo>
                <a:lnTo>
                  <a:pt x="642754" y="2127490"/>
                </a:lnTo>
                <a:lnTo>
                  <a:pt x="642511" y="2127535"/>
                </a:lnTo>
                <a:lnTo>
                  <a:pt x="642270" y="2127579"/>
                </a:lnTo>
                <a:lnTo>
                  <a:pt x="642032" y="2127620"/>
                </a:lnTo>
                <a:lnTo>
                  <a:pt x="641796" y="2127659"/>
                </a:lnTo>
                <a:lnTo>
                  <a:pt x="641562" y="2127695"/>
                </a:lnTo>
                <a:lnTo>
                  <a:pt x="641331" y="2127729"/>
                </a:lnTo>
                <a:lnTo>
                  <a:pt x="641102" y="2127761"/>
                </a:lnTo>
                <a:lnTo>
                  <a:pt x="640875" y="2127790"/>
                </a:lnTo>
                <a:lnTo>
                  <a:pt x="640651" y="2127817"/>
                </a:lnTo>
                <a:lnTo>
                  <a:pt x="640429" y="2127842"/>
                </a:lnTo>
                <a:lnTo>
                  <a:pt x="640210" y="2127864"/>
                </a:lnTo>
                <a:lnTo>
                  <a:pt x="639993" y="2127884"/>
                </a:lnTo>
                <a:lnTo>
                  <a:pt x="639778" y="2127902"/>
                </a:lnTo>
                <a:lnTo>
                  <a:pt x="639565" y="2127917"/>
                </a:lnTo>
                <a:lnTo>
                  <a:pt x="639355" y="2127930"/>
                </a:lnTo>
                <a:lnTo>
                  <a:pt x="639147" y="2127940"/>
                </a:lnTo>
                <a:lnTo>
                  <a:pt x="638942" y="2127949"/>
                </a:lnTo>
                <a:lnTo>
                  <a:pt x="638739" y="2127954"/>
                </a:lnTo>
                <a:lnTo>
                  <a:pt x="638538" y="2127958"/>
                </a:lnTo>
                <a:lnTo>
                  <a:pt x="638339" y="2127959"/>
                </a:lnTo>
                <a:lnTo>
                  <a:pt x="638339" y="2136074"/>
                </a:lnTo>
                <a:lnTo>
                  <a:pt x="638957" y="2136113"/>
                </a:lnTo>
                <a:lnTo>
                  <a:pt x="639570" y="2136144"/>
                </a:lnTo>
                <a:lnTo>
                  <a:pt x="640178" y="2136167"/>
                </a:lnTo>
                <a:lnTo>
                  <a:pt x="640782" y="2136182"/>
                </a:lnTo>
                <a:lnTo>
                  <a:pt x="641380" y="2136190"/>
                </a:lnTo>
                <a:lnTo>
                  <a:pt x="641974" y="2136190"/>
                </a:lnTo>
                <a:lnTo>
                  <a:pt x="642564" y="2136183"/>
                </a:lnTo>
                <a:lnTo>
                  <a:pt x="643148" y="2136168"/>
                </a:lnTo>
                <a:lnTo>
                  <a:pt x="643728" y="2136146"/>
                </a:lnTo>
                <a:lnTo>
                  <a:pt x="644304" y="2136115"/>
                </a:lnTo>
                <a:lnTo>
                  <a:pt x="644874" y="2136077"/>
                </a:lnTo>
                <a:lnTo>
                  <a:pt x="645440" y="2136032"/>
                </a:lnTo>
                <a:lnTo>
                  <a:pt x="646001" y="2135979"/>
                </a:lnTo>
                <a:lnTo>
                  <a:pt x="646558" y="2135918"/>
                </a:lnTo>
                <a:lnTo>
                  <a:pt x="647110" y="2135850"/>
                </a:lnTo>
                <a:lnTo>
                  <a:pt x="647657" y="2135774"/>
                </a:lnTo>
                <a:lnTo>
                  <a:pt x="648199" y="2135690"/>
                </a:lnTo>
                <a:lnTo>
                  <a:pt x="648737" y="2135599"/>
                </a:lnTo>
                <a:lnTo>
                  <a:pt x="649270" y="2135500"/>
                </a:lnTo>
                <a:lnTo>
                  <a:pt x="649798" y="2135393"/>
                </a:lnTo>
                <a:lnTo>
                  <a:pt x="650322" y="2135279"/>
                </a:lnTo>
                <a:lnTo>
                  <a:pt x="650841" y="2135157"/>
                </a:lnTo>
                <a:lnTo>
                  <a:pt x="651355" y="2135028"/>
                </a:lnTo>
                <a:lnTo>
                  <a:pt x="651865" y="2134891"/>
                </a:lnTo>
                <a:lnTo>
                  <a:pt x="652382" y="2134745"/>
                </a:lnTo>
                <a:lnTo>
                  <a:pt x="652890" y="2134590"/>
                </a:lnTo>
                <a:lnTo>
                  <a:pt x="653389" y="2134426"/>
                </a:lnTo>
                <a:lnTo>
                  <a:pt x="653880" y="2134252"/>
                </a:lnTo>
                <a:lnTo>
                  <a:pt x="654361" y="2134069"/>
                </a:lnTo>
                <a:lnTo>
                  <a:pt x="654834" y="2133876"/>
                </a:lnTo>
                <a:lnTo>
                  <a:pt x="655298" y="2133674"/>
                </a:lnTo>
                <a:lnTo>
                  <a:pt x="655753" y="2133463"/>
                </a:lnTo>
                <a:lnTo>
                  <a:pt x="656200" y="2133242"/>
                </a:lnTo>
                <a:lnTo>
                  <a:pt x="656637" y="2133012"/>
                </a:lnTo>
                <a:lnTo>
                  <a:pt x="657066" y="2132773"/>
                </a:lnTo>
                <a:lnTo>
                  <a:pt x="657486" y="2132524"/>
                </a:lnTo>
                <a:lnTo>
                  <a:pt x="657898" y="2132265"/>
                </a:lnTo>
                <a:lnTo>
                  <a:pt x="658300" y="2131998"/>
                </a:lnTo>
                <a:lnTo>
                  <a:pt x="658694" y="2131721"/>
                </a:lnTo>
                <a:lnTo>
                  <a:pt x="659078" y="2131434"/>
                </a:lnTo>
                <a:lnTo>
                  <a:pt x="659454" y="2131138"/>
                </a:lnTo>
                <a:lnTo>
                  <a:pt x="659822" y="2130833"/>
                </a:lnTo>
                <a:lnTo>
                  <a:pt x="660180" y="2130518"/>
                </a:lnTo>
                <a:lnTo>
                  <a:pt x="660530" y="2130194"/>
                </a:lnTo>
                <a:lnTo>
                  <a:pt x="660870" y="2129861"/>
                </a:lnTo>
                <a:lnTo>
                  <a:pt x="661202" y="2129518"/>
                </a:lnTo>
                <a:lnTo>
                  <a:pt x="661525" y="2129166"/>
                </a:lnTo>
                <a:lnTo>
                  <a:pt x="661840" y="2128804"/>
                </a:lnTo>
                <a:lnTo>
                  <a:pt x="662157" y="2128433"/>
                </a:lnTo>
                <a:lnTo>
                  <a:pt x="662461" y="2128052"/>
                </a:lnTo>
                <a:lnTo>
                  <a:pt x="662751" y="2127660"/>
                </a:lnTo>
                <a:lnTo>
                  <a:pt x="663028" y="2127259"/>
                </a:lnTo>
                <a:lnTo>
                  <a:pt x="663291" y="2126848"/>
                </a:lnTo>
                <a:lnTo>
                  <a:pt x="663541" y="2126427"/>
                </a:lnTo>
                <a:lnTo>
                  <a:pt x="663777" y="2125996"/>
                </a:lnTo>
                <a:lnTo>
                  <a:pt x="664000" y="2125554"/>
                </a:lnTo>
                <a:lnTo>
                  <a:pt x="664209" y="2125103"/>
                </a:lnTo>
                <a:lnTo>
                  <a:pt x="664405" y="2124642"/>
                </a:lnTo>
                <a:lnTo>
                  <a:pt x="664587" y="2124171"/>
                </a:lnTo>
                <a:lnTo>
                  <a:pt x="664756" y="2123690"/>
                </a:lnTo>
                <a:lnTo>
                  <a:pt x="664911" y="2123199"/>
                </a:lnTo>
                <a:lnTo>
                  <a:pt x="665053" y="2122698"/>
                </a:lnTo>
                <a:lnTo>
                  <a:pt x="665181" y="2122187"/>
                </a:lnTo>
                <a:lnTo>
                  <a:pt x="665296" y="2121666"/>
                </a:lnTo>
                <a:lnTo>
                  <a:pt x="665398" y="2121135"/>
                </a:lnTo>
                <a:lnTo>
                  <a:pt x="665485" y="2120594"/>
                </a:lnTo>
                <a:lnTo>
                  <a:pt x="665560" y="2120043"/>
                </a:lnTo>
                <a:lnTo>
                  <a:pt x="665620" y="2119482"/>
                </a:lnTo>
                <a:lnTo>
                  <a:pt x="665668" y="2118911"/>
                </a:lnTo>
                <a:lnTo>
                  <a:pt x="665701" y="2118331"/>
                </a:lnTo>
                <a:lnTo>
                  <a:pt x="665722" y="2117740"/>
                </a:lnTo>
                <a:lnTo>
                  <a:pt x="665728" y="2117139"/>
                </a:lnTo>
                <a:lnTo>
                  <a:pt x="665728" y="2080958"/>
                </a:lnTo>
                <a:lnTo>
                  <a:pt x="665736" y="2080527"/>
                </a:lnTo>
                <a:lnTo>
                  <a:pt x="665758" y="2080106"/>
                </a:lnTo>
                <a:lnTo>
                  <a:pt x="665794" y="2079696"/>
                </a:lnTo>
                <a:lnTo>
                  <a:pt x="665846" y="2079296"/>
                </a:lnTo>
                <a:lnTo>
                  <a:pt x="665912" y="2078907"/>
                </a:lnTo>
                <a:lnTo>
                  <a:pt x="665992" y="2078528"/>
                </a:lnTo>
                <a:lnTo>
                  <a:pt x="666088" y="2078160"/>
                </a:lnTo>
                <a:lnTo>
                  <a:pt x="666198" y="2077802"/>
                </a:lnTo>
                <a:lnTo>
                  <a:pt x="666323" y="2077455"/>
                </a:lnTo>
                <a:lnTo>
                  <a:pt x="666462" y="2077119"/>
                </a:lnTo>
                <a:lnTo>
                  <a:pt x="666616" y="2076793"/>
                </a:lnTo>
                <a:lnTo>
                  <a:pt x="666785" y="2076478"/>
                </a:lnTo>
                <a:lnTo>
                  <a:pt x="666968" y="2076173"/>
                </a:lnTo>
                <a:lnTo>
                  <a:pt x="667167" y="2075879"/>
                </a:lnTo>
                <a:lnTo>
                  <a:pt x="667379" y="2075596"/>
                </a:lnTo>
                <a:lnTo>
                  <a:pt x="667607" y="2075323"/>
                </a:lnTo>
                <a:lnTo>
                  <a:pt x="667849" y="2075060"/>
                </a:lnTo>
                <a:lnTo>
                  <a:pt x="668106" y="2074808"/>
                </a:lnTo>
                <a:lnTo>
                  <a:pt x="668377" y="2074567"/>
                </a:lnTo>
                <a:lnTo>
                  <a:pt x="668663" y="2074336"/>
                </a:lnTo>
                <a:lnTo>
                  <a:pt x="668964" y="2074116"/>
                </a:lnTo>
                <a:lnTo>
                  <a:pt x="669280" y="2073907"/>
                </a:lnTo>
                <a:lnTo>
                  <a:pt x="669610" y="2073708"/>
                </a:lnTo>
                <a:lnTo>
                  <a:pt x="669955" y="2073519"/>
                </a:lnTo>
                <a:lnTo>
                  <a:pt x="670308" y="2073327"/>
                </a:lnTo>
                <a:lnTo>
                  <a:pt x="670662" y="2073142"/>
                </a:lnTo>
                <a:lnTo>
                  <a:pt x="671017" y="2072967"/>
                </a:lnTo>
                <a:lnTo>
                  <a:pt x="671373" y="2072801"/>
                </a:lnTo>
                <a:lnTo>
                  <a:pt x="671731" y="2072643"/>
                </a:lnTo>
                <a:lnTo>
                  <a:pt x="672089" y="2072494"/>
                </a:lnTo>
                <a:lnTo>
                  <a:pt x="672449" y="2072354"/>
                </a:lnTo>
                <a:lnTo>
                  <a:pt x="672810" y="2072223"/>
                </a:lnTo>
                <a:lnTo>
                  <a:pt x="673173" y="2072101"/>
                </a:lnTo>
                <a:lnTo>
                  <a:pt x="673536" y="2071987"/>
                </a:lnTo>
                <a:lnTo>
                  <a:pt x="673900" y="2071882"/>
                </a:lnTo>
                <a:lnTo>
                  <a:pt x="674266" y="2071786"/>
                </a:lnTo>
                <a:lnTo>
                  <a:pt x="674633" y="2071699"/>
                </a:lnTo>
                <a:lnTo>
                  <a:pt x="675001" y="2071621"/>
                </a:lnTo>
                <a:lnTo>
                  <a:pt x="675370" y="2071551"/>
                </a:lnTo>
                <a:lnTo>
                  <a:pt x="675741" y="2071491"/>
                </a:lnTo>
                <a:lnTo>
                  <a:pt x="676112" y="2071439"/>
                </a:lnTo>
                <a:lnTo>
                  <a:pt x="676485" y="2071395"/>
                </a:lnTo>
                <a:lnTo>
                  <a:pt x="676859" y="2071361"/>
                </a:lnTo>
                <a:lnTo>
                  <a:pt x="677234" y="2071336"/>
                </a:lnTo>
                <a:lnTo>
                  <a:pt x="677611" y="2071319"/>
                </a:lnTo>
                <a:lnTo>
                  <a:pt x="677988" y="2071311"/>
                </a:lnTo>
                <a:lnTo>
                  <a:pt x="678367" y="2071312"/>
                </a:lnTo>
                <a:lnTo>
                  <a:pt x="678747" y="2071322"/>
                </a:lnTo>
                <a:lnTo>
                  <a:pt x="678747" y="2057965"/>
                </a:lnTo>
                <a:lnTo>
                  <a:pt x="678353" y="2057975"/>
                </a:lnTo>
                <a:lnTo>
                  <a:pt x="677961" y="2057977"/>
                </a:lnTo>
                <a:lnTo>
                  <a:pt x="677571" y="2057970"/>
                </a:lnTo>
                <a:lnTo>
                  <a:pt x="677183" y="2057956"/>
                </a:lnTo>
                <a:lnTo>
                  <a:pt x="676796" y="2057933"/>
                </a:lnTo>
                <a:lnTo>
                  <a:pt x="676411" y="2057902"/>
                </a:lnTo>
                <a:lnTo>
                  <a:pt x="676028" y="2057862"/>
                </a:lnTo>
                <a:lnTo>
                  <a:pt x="675647" y="2057815"/>
                </a:lnTo>
                <a:lnTo>
                  <a:pt x="675267" y="2057759"/>
                </a:lnTo>
                <a:lnTo>
                  <a:pt x="674890" y="2057695"/>
                </a:lnTo>
                <a:lnTo>
                  <a:pt x="674514" y="2057623"/>
                </a:lnTo>
                <a:lnTo>
                  <a:pt x="674139" y="2057543"/>
                </a:lnTo>
                <a:lnTo>
                  <a:pt x="673767" y="2057454"/>
                </a:lnTo>
                <a:lnTo>
                  <a:pt x="673396" y="2057357"/>
                </a:lnTo>
                <a:lnTo>
                  <a:pt x="673027" y="2057252"/>
                </a:lnTo>
                <a:lnTo>
                  <a:pt x="672660" y="2057139"/>
                </a:lnTo>
                <a:lnTo>
                  <a:pt x="672295" y="2057017"/>
                </a:lnTo>
                <a:lnTo>
                  <a:pt x="671931" y="2056887"/>
                </a:lnTo>
                <a:lnTo>
                  <a:pt x="671569" y="2056749"/>
                </a:lnTo>
                <a:lnTo>
                  <a:pt x="671209" y="2056603"/>
                </a:lnTo>
                <a:lnTo>
                  <a:pt x="670851" y="2056449"/>
                </a:lnTo>
                <a:lnTo>
                  <a:pt x="670494" y="2056286"/>
                </a:lnTo>
                <a:lnTo>
                  <a:pt x="670139" y="2056116"/>
                </a:lnTo>
                <a:lnTo>
                  <a:pt x="669786" y="2055937"/>
                </a:lnTo>
                <a:lnTo>
                  <a:pt x="669455" y="2055735"/>
                </a:lnTo>
                <a:lnTo>
                  <a:pt x="669138" y="2055523"/>
                </a:lnTo>
                <a:lnTo>
                  <a:pt x="668835" y="2055302"/>
                </a:lnTo>
                <a:lnTo>
                  <a:pt x="668546" y="2055072"/>
                </a:lnTo>
                <a:lnTo>
                  <a:pt x="668271" y="2054833"/>
                </a:lnTo>
                <a:lnTo>
                  <a:pt x="668011" y="2054584"/>
                </a:lnTo>
                <a:lnTo>
                  <a:pt x="667764" y="2054325"/>
                </a:lnTo>
                <a:lnTo>
                  <a:pt x="667532" y="2054058"/>
                </a:lnTo>
                <a:lnTo>
                  <a:pt x="667313" y="2053781"/>
                </a:lnTo>
                <a:lnTo>
                  <a:pt x="667109" y="2053494"/>
                </a:lnTo>
                <a:lnTo>
                  <a:pt x="666919" y="2053198"/>
                </a:lnTo>
                <a:lnTo>
                  <a:pt x="666743" y="2052893"/>
                </a:lnTo>
                <a:lnTo>
                  <a:pt x="666581" y="2052578"/>
                </a:lnTo>
                <a:lnTo>
                  <a:pt x="666433" y="2052254"/>
                </a:lnTo>
                <a:lnTo>
                  <a:pt x="666299" y="2051921"/>
                </a:lnTo>
                <a:lnTo>
                  <a:pt x="666179" y="2051578"/>
                </a:lnTo>
                <a:lnTo>
                  <a:pt x="666073" y="2051226"/>
                </a:lnTo>
                <a:lnTo>
                  <a:pt x="665982" y="2050864"/>
                </a:lnTo>
                <a:lnTo>
                  <a:pt x="665904" y="2050493"/>
                </a:lnTo>
                <a:lnTo>
                  <a:pt x="665841" y="2050113"/>
                </a:lnTo>
                <a:lnTo>
                  <a:pt x="665792" y="2049723"/>
                </a:lnTo>
                <a:lnTo>
                  <a:pt x="665756" y="2049324"/>
                </a:lnTo>
                <a:lnTo>
                  <a:pt x="665735" y="2048916"/>
                </a:lnTo>
                <a:lnTo>
                  <a:pt x="665728" y="2048498"/>
                </a:lnTo>
                <a:lnTo>
                  <a:pt x="665728" y="2012148"/>
                </a:lnTo>
                <a:lnTo>
                  <a:pt x="665722" y="2011534"/>
                </a:lnTo>
                <a:lnTo>
                  <a:pt x="665701" y="2010930"/>
                </a:lnTo>
                <a:lnTo>
                  <a:pt x="665668" y="2010338"/>
                </a:lnTo>
                <a:lnTo>
                  <a:pt x="665620" y="2009758"/>
                </a:lnTo>
                <a:lnTo>
                  <a:pt x="665560" y="2009188"/>
                </a:lnTo>
                <a:lnTo>
                  <a:pt x="665485" y="2008629"/>
                </a:lnTo>
                <a:lnTo>
                  <a:pt x="665398" y="2008082"/>
                </a:lnTo>
                <a:lnTo>
                  <a:pt x="665296" y="2007546"/>
                </a:lnTo>
                <a:lnTo>
                  <a:pt x="665181" y="2007021"/>
                </a:lnTo>
                <a:lnTo>
                  <a:pt x="665053" y="2006507"/>
                </a:lnTo>
                <a:lnTo>
                  <a:pt x="664911" y="2006004"/>
                </a:lnTo>
                <a:lnTo>
                  <a:pt x="664756" y="2005512"/>
                </a:lnTo>
                <a:lnTo>
                  <a:pt x="664587" y="2005032"/>
                </a:lnTo>
                <a:lnTo>
                  <a:pt x="664405" y="2004562"/>
                </a:lnTo>
                <a:lnTo>
                  <a:pt x="664209" y="2004104"/>
                </a:lnTo>
                <a:lnTo>
                  <a:pt x="664000" y="2003657"/>
                </a:lnTo>
                <a:lnTo>
                  <a:pt x="663777" y="2003221"/>
                </a:lnTo>
                <a:lnTo>
                  <a:pt x="663541" y="2002797"/>
                </a:lnTo>
                <a:lnTo>
                  <a:pt x="663291" y="2002383"/>
                </a:lnTo>
                <a:lnTo>
                  <a:pt x="663028" y="2001981"/>
                </a:lnTo>
                <a:lnTo>
                  <a:pt x="662751" y="2001589"/>
                </a:lnTo>
                <a:lnTo>
                  <a:pt x="662461" y="2001209"/>
                </a:lnTo>
                <a:lnTo>
                  <a:pt x="662157" y="2000840"/>
                </a:lnTo>
                <a:lnTo>
                  <a:pt x="661840" y="2000483"/>
                </a:lnTo>
                <a:lnTo>
                  <a:pt x="661525" y="2000121"/>
                </a:lnTo>
                <a:lnTo>
                  <a:pt x="661202" y="1999769"/>
                </a:lnTo>
                <a:lnTo>
                  <a:pt x="660870" y="1999426"/>
                </a:lnTo>
                <a:lnTo>
                  <a:pt x="660530" y="1999092"/>
                </a:lnTo>
                <a:lnTo>
                  <a:pt x="660180" y="1998768"/>
                </a:lnTo>
                <a:lnTo>
                  <a:pt x="659822" y="1998454"/>
                </a:lnTo>
                <a:lnTo>
                  <a:pt x="659454" y="1998148"/>
                </a:lnTo>
                <a:lnTo>
                  <a:pt x="659078" y="1997852"/>
                </a:lnTo>
                <a:lnTo>
                  <a:pt x="658694" y="1997566"/>
                </a:lnTo>
                <a:lnTo>
                  <a:pt x="658300" y="1997289"/>
                </a:lnTo>
                <a:lnTo>
                  <a:pt x="657898" y="1997021"/>
                </a:lnTo>
                <a:lnTo>
                  <a:pt x="657486" y="1996763"/>
                </a:lnTo>
                <a:lnTo>
                  <a:pt x="657066" y="1996514"/>
                </a:lnTo>
                <a:lnTo>
                  <a:pt x="656637" y="1996274"/>
                </a:lnTo>
                <a:lnTo>
                  <a:pt x="656200" y="1996044"/>
                </a:lnTo>
                <a:lnTo>
                  <a:pt x="655753" y="1995824"/>
                </a:lnTo>
                <a:lnTo>
                  <a:pt x="655298" y="1995612"/>
                </a:lnTo>
                <a:lnTo>
                  <a:pt x="654834" y="1995410"/>
                </a:lnTo>
                <a:lnTo>
                  <a:pt x="654361" y="1995218"/>
                </a:lnTo>
                <a:lnTo>
                  <a:pt x="653880" y="1995035"/>
                </a:lnTo>
                <a:lnTo>
                  <a:pt x="653389" y="1994861"/>
                </a:lnTo>
                <a:lnTo>
                  <a:pt x="652890" y="1994696"/>
                </a:lnTo>
                <a:lnTo>
                  <a:pt x="652382" y="1994541"/>
                </a:lnTo>
                <a:lnTo>
                  <a:pt x="651865" y="1994396"/>
                </a:lnTo>
                <a:lnTo>
                  <a:pt x="651355" y="1994245"/>
                </a:lnTo>
                <a:lnTo>
                  <a:pt x="650841" y="1994104"/>
                </a:lnTo>
                <a:lnTo>
                  <a:pt x="650322" y="1993971"/>
                </a:lnTo>
                <a:lnTo>
                  <a:pt x="649798" y="1993846"/>
                </a:lnTo>
                <a:lnTo>
                  <a:pt x="649270" y="1993731"/>
                </a:lnTo>
                <a:lnTo>
                  <a:pt x="648737" y="1993625"/>
                </a:lnTo>
                <a:lnTo>
                  <a:pt x="648199" y="1993527"/>
                </a:lnTo>
                <a:lnTo>
                  <a:pt x="647657" y="1993438"/>
                </a:lnTo>
                <a:lnTo>
                  <a:pt x="647110" y="1993358"/>
                </a:lnTo>
                <a:lnTo>
                  <a:pt x="646558" y="1993286"/>
                </a:lnTo>
                <a:lnTo>
                  <a:pt x="646001" y="1993224"/>
                </a:lnTo>
                <a:lnTo>
                  <a:pt x="645440" y="1993170"/>
                </a:lnTo>
                <a:lnTo>
                  <a:pt x="644874" y="1993125"/>
                </a:lnTo>
                <a:lnTo>
                  <a:pt x="644304" y="1993089"/>
                </a:lnTo>
                <a:lnTo>
                  <a:pt x="643728" y="1993062"/>
                </a:lnTo>
                <a:lnTo>
                  <a:pt x="643148" y="1993043"/>
                </a:lnTo>
                <a:lnTo>
                  <a:pt x="642564" y="1993034"/>
                </a:lnTo>
                <a:lnTo>
                  <a:pt x="641974" y="1993033"/>
                </a:lnTo>
                <a:lnTo>
                  <a:pt x="641380" y="1993041"/>
                </a:lnTo>
                <a:lnTo>
                  <a:pt x="640782" y="1993058"/>
                </a:lnTo>
                <a:lnTo>
                  <a:pt x="640178" y="1993083"/>
                </a:lnTo>
                <a:lnTo>
                  <a:pt x="639570" y="1993118"/>
                </a:lnTo>
                <a:lnTo>
                  <a:pt x="638957" y="1993161"/>
                </a:lnTo>
                <a:lnTo>
                  <a:pt x="638339" y="1993213"/>
                </a:lnTo>
                <a:lnTo>
                  <a:pt x="638339" y="2001328"/>
                </a:lnTo>
                <a:lnTo>
                  <a:pt x="638538" y="2001329"/>
                </a:lnTo>
                <a:lnTo>
                  <a:pt x="638739" y="2001332"/>
                </a:lnTo>
                <a:lnTo>
                  <a:pt x="638942" y="2001338"/>
                </a:lnTo>
                <a:lnTo>
                  <a:pt x="639147" y="2001346"/>
                </a:lnTo>
                <a:lnTo>
                  <a:pt x="639355" y="2001357"/>
                </a:lnTo>
                <a:close/>
                <a:moveTo>
                  <a:pt x="451821" y="2237968"/>
                </a:moveTo>
                <a:lnTo>
                  <a:pt x="451821" y="2254199"/>
                </a:lnTo>
                <a:lnTo>
                  <a:pt x="467714" y="2254199"/>
                </a:lnTo>
                <a:lnTo>
                  <a:pt x="467714" y="2237968"/>
                </a:lnTo>
                <a:lnTo>
                  <a:pt x="451821" y="2237968"/>
                </a:lnTo>
                <a:close/>
                <a:moveTo>
                  <a:pt x="421558" y="2358344"/>
                </a:moveTo>
                <a:lnTo>
                  <a:pt x="452498" y="2358344"/>
                </a:lnTo>
                <a:lnTo>
                  <a:pt x="469404" y="2358344"/>
                </a:lnTo>
                <a:lnTo>
                  <a:pt x="498653" y="2358344"/>
                </a:lnTo>
                <a:lnTo>
                  <a:pt x="498653" y="2345326"/>
                </a:lnTo>
                <a:lnTo>
                  <a:pt x="469404" y="2345326"/>
                </a:lnTo>
                <a:lnTo>
                  <a:pt x="469404" y="2271951"/>
                </a:lnTo>
                <a:lnTo>
                  <a:pt x="421558" y="2271951"/>
                </a:lnTo>
                <a:lnTo>
                  <a:pt x="421558" y="2285138"/>
                </a:lnTo>
                <a:lnTo>
                  <a:pt x="452498" y="2285138"/>
                </a:lnTo>
                <a:lnTo>
                  <a:pt x="452498" y="2345326"/>
                </a:lnTo>
                <a:lnTo>
                  <a:pt x="421558" y="2345326"/>
                </a:lnTo>
                <a:lnTo>
                  <a:pt x="421558" y="2358344"/>
                </a:lnTo>
                <a:close/>
                <a:moveTo>
                  <a:pt x="639802" y="2304739"/>
                </a:moveTo>
                <a:lnTo>
                  <a:pt x="639850" y="2304179"/>
                </a:lnTo>
                <a:lnTo>
                  <a:pt x="639908" y="2303626"/>
                </a:lnTo>
                <a:lnTo>
                  <a:pt x="639974" y="2303078"/>
                </a:lnTo>
                <a:lnTo>
                  <a:pt x="640049" y="2302536"/>
                </a:lnTo>
                <a:lnTo>
                  <a:pt x="640132" y="2302000"/>
                </a:lnTo>
                <a:lnTo>
                  <a:pt x="640225" y="2301470"/>
                </a:lnTo>
                <a:lnTo>
                  <a:pt x="640326" y="2300946"/>
                </a:lnTo>
                <a:lnTo>
                  <a:pt x="640436" y="2300428"/>
                </a:lnTo>
                <a:lnTo>
                  <a:pt x="640555" y="2299915"/>
                </a:lnTo>
                <a:lnTo>
                  <a:pt x="640683" y="2299408"/>
                </a:lnTo>
                <a:lnTo>
                  <a:pt x="640819" y="2298908"/>
                </a:lnTo>
                <a:lnTo>
                  <a:pt x="640964" y="2298413"/>
                </a:lnTo>
                <a:lnTo>
                  <a:pt x="641118" y="2297924"/>
                </a:lnTo>
                <a:lnTo>
                  <a:pt x="641281" y="2297441"/>
                </a:lnTo>
                <a:lnTo>
                  <a:pt x="641453" y="2296963"/>
                </a:lnTo>
                <a:lnTo>
                  <a:pt x="641634" y="2296492"/>
                </a:lnTo>
                <a:lnTo>
                  <a:pt x="641823" y="2296027"/>
                </a:lnTo>
                <a:lnTo>
                  <a:pt x="642021" y="2295567"/>
                </a:lnTo>
                <a:lnTo>
                  <a:pt x="642228" y="2295113"/>
                </a:lnTo>
                <a:lnTo>
                  <a:pt x="642443" y="2294653"/>
                </a:lnTo>
                <a:lnTo>
                  <a:pt x="642665" y="2294201"/>
                </a:lnTo>
                <a:lnTo>
                  <a:pt x="642894" y="2293758"/>
                </a:lnTo>
                <a:lnTo>
                  <a:pt x="643130" y="2293324"/>
                </a:lnTo>
                <a:lnTo>
                  <a:pt x="643373" y="2292899"/>
                </a:lnTo>
                <a:lnTo>
                  <a:pt x="643623" y="2292482"/>
                </a:lnTo>
                <a:lnTo>
                  <a:pt x="643880" y="2292074"/>
                </a:lnTo>
                <a:lnTo>
                  <a:pt x="644144" y="2291675"/>
                </a:lnTo>
                <a:lnTo>
                  <a:pt x="644415" y="2291285"/>
                </a:lnTo>
                <a:lnTo>
                  <a:pt x="644694" y="2290904"/>
                </a:lnTo>
                <a:lnTo>
                  <a:pt x="644979" y="2290531"/>
                </a:lnTo>
                <a:lnTo>
                  <a:pt x="645271" y="2290168"/>
                </a:lnTo>
                <a:lnTo>
                  <a:pt x="645571" y="2289813"/>
                </a:lnTo>
                <a:lnTo>
                  <a:pt x="645877" y="2289467"/>
                </a:lnTo>
                <a:lnTo>
                  <a:pt x="646191" y="2289130"/>
                </a:lnTo>
                <a:lnTo>
                  <a:pt x="646511" y="2288801"/>
                </a:lnTo>
                <a:lnTo>
                  <a:pt x="646839" y="2288481"/>
                </a:lnTo>
                <a:lnTo>
                  <a:pt x="647173" y="2288171"/>
                </a:lnTo>
                <a:lnTo>
                  <a:pt x="647515" y="2287869"/>
                </a:lnTo>
                <a:lnTo>
                  <a:pt x="647864" y="2287575"/>
                </a:lnTo>
                <a:lnTo>
                  <a:pt x="648219" y="2287291"/>
                </a:lnTo>
                <a:lnTo>
                  <a:pt x="648582" y="2287015"/>
                </a:lnTo>
                <a:lnTo>
                  <a:pt x="648952" y="2286748"/>
                </a:lnTo>
                <a:lnTo>
                  <a:pt x="649329" y="2286490"/>
                </a:lnTo>
                <a:lnTo>
                  <a:pt x="649712" y="2286228"/>
                </a:lnTo>
                <a:lnTo>
                  <a:pt x="650101" y="2285977"/>
                </a:lnTo>
                <a:lnTo>
                  <a:pt x="650496" y="2285738"/>
                </a:lnTo>
                <a:lnTo>
                  <a:pt x="650897" y="2285509"/>
                </a:lnTo>
                <a:lnTo>
                  <a:pt x="651304" y="2285291"/>
                </a:lnTo>
                <a:lnTo>
                  <a:pt x="651717" y="2285085"/>
                </a:lnTo>
                <a:lnTo>
                  <a:pt x="652135" y="2284890"/>
                </a:lnTo>
                <a:lnTo>
                  <a:pt x="652560" y="2284706"/>
                </a:lnTo>
                <a:lnTo>
                  <a:pt x="652990" y="2284533"/>
                </a:lnTo>
                <a:lnTo>
                  <a:pt x="653426" y="2284371"/>
                </a:lnTo>
                <a:lnTo>
                  <a:pt x="653868" y="2284221"/>
                </a:lnTo>
                <a:lnTo>
                  <a:pt x="654316" y="2284081"/>
                </a:lnTo>
                <a:lnTo>
                  <a:pt x="654770" y="2283953"/>
                </a:lnTo>
                <a:lnTo>
                  <a:pt x="655230" y="2283836"/>
                </a:lnTo>
                <a:lnTo>
                  <a:pt x="655695" y="2283730"/>
                </a:lnTo>
                <a:lnTo>
                  <a:pt x="656167" y="2283635"/>
                </a:lnTo>
                <a:lnTo>
                  <a:pt x="656644" y="2283552"/>
                </a:lnTo>
                <a:lnTo>
                  <a:pt x="657127" y="2283479"/>
                </a:lnTo>
                <a:lnTo>
                  <a:pt x="657616" y="2283418"/>
                </a:lnTo>
                <a:lnTo>
                  <a:pt x="658111" y="2283368"/>
                </a:lnTo>
                <a:lnTo>
                  <a:pt x="658612" y="2283328"/>
                </a:lnTo>
                <a:lnTo>
                  <a:pt x="659118" y="2283301"/>
                </a:lnTo>
                <a:lnTo>
                  <a:pt x="659631" y="2283284"/>
                </a:lnTo>
                <a:lnTo>
                  <a:pt x="660149" y="2283278"/>
                </a:lnTo>
                <a:lnTo>
                  <a:pt x="660889" y="2283288"/>
                </a:lnTo>
                <a:lnTo>
                  <a:pt x="661614" y="2283317"/>
                </a:lnTo>
                <a:lnTo>
                  <a:pt x="662326" y="2283365"/>
                </a:lnTo>
                <a:lnTo>
                  <a:pt x="663023" y="2283433"/>
                </a:lnTo>
                <a:lnTo>
                  <a:pt x="663707" y="2283520"/>
                </a:lnTo>
                <a:lnTo>
                  <a:pt x="664376" y="2283627"/>
                </a:lnTo>
                <a:lnTo>
                  <a:pt x="665031" y="2283753"/>
                </a:lnTo>
                <a:lnTo>
                  <a:pt x="665672" y="2283898"/>
                </a:lnTo>
                <a:lnTo>
                  <a:pt x="666299" y="2284063"/>
                </a:lnTo>
                <a:lnTo>
                  <a:pt x="666912" y="2284247"/>
                </a:lnTo>
                <a:lnTo>
                  <a:pt x="667511" y="2284450"/>
                </a:lnTo>
                <a:lnTo>
                  <a:pt x="668095" y="2284673"/>
                </a:lnTo>
                <a:lnTo>
                  <a:pt x="668666" y="2284915"/>
                </a:lnTo>
                <a:lnTo>
                  <a:pt x="669222" y="2285177"/>
                </a:lnTo>
                <a:lnTo>
                  <a:pt x="669765" y="2285458"/>
                </a:lnTo>
                <a:lnTo>
                  <a:pt x="670293" y="2285758"/>
                </a:lnTo>
                <a:lnTo>
                  <a:pt x="670807" y="2286078"/>
                </a:lnTo>
                <a:lnTo>
                  <a:pt x="671308" y="2286417"/>
                </a:lnTo>
                <a:lnTo>
                  <a:pt x="671794" y="2286775"/>
                </a:lnTo>
                <a:lnTo>
                  <a:pt x="672266" y="2287153"/>
                </a:lnTo>
                <a:lnTo>
                  <a:pt x="672723" y="2287550"/>
                </a:lnTo>
                <a:lnTo>
                  <a:pt x="673167" y="2287966"/>
                </a:lnTo>
                <a:lnTo>
                  <a:pt x="673597" y="2288402"/>
                </a:lnTo>
                <a:lnTo>
                  <a:pt x="674013" y="2288858"/>
                </a:lnTo>
                <a:lnTo>
                  <a:pt x="674426" y="2289334"/>
                </a:lnTo>
                <a:lnTo>
                  <a:pt x="674823" y="2289833"/>
                </a:lnTo>
                <a:lnTo>
                  <a:pt x="675201" y="2290355"/>
                </a:lnTo>
                <a:lnTo>
                  <a:pt x="675562" y="2290900"/>
                </a:lnTo>
                <a:lnTo>
                  <a:pt x="675906" y="2291468"/>
                </a:lnTo>
                <a:lnTo>
                  <a:pt x="676232" y="2292059"/>
                </a:lnTo>
                <a:lnTo>
                  <a:pt x="676540" y="2292673"/>
                </a:lnTo>
                <a:lnTo>
                  <a:pt x="676830" y="2293310"/>
                </a:lnTo>
                <a:lnTo>
                  <a:pt x="677103" y="2293969"/>
                </a:lnTo>
                <a:lnTo>
                  <a:pt x="677359" y="2294652"/>
                </a:lnTo>
                <a:lnTo>
                  <a:pt x="677596" y="2295357"/>
                </a:lnTo>
                <a:lnTo>
                  <a:pt x="677817" y="2296085"/>
                </a:lnTo>
                <a:lnTo>
                  <a:pt x="678019" y="2296836"/>
                </a:lnTo>
                <a:lnTo>
                  <a:pt x="678204" y="2297610"/>
                </a:lnTo>
                <a:lnTo>
                  <a:pt x="678371" y="2298407"/>
                </a:lnTo>
                <a:lnTo>
                  <a:pt x="678521" y="2299227"/>
                </a:lnTo>
                <a:lnTo>
                  <a:pt x="678653" y="2300070"/>
                </a:lnTo>
                <a:lnTo>
                  <a:pt x="678768" y="2300935"/>
                </a:lnTo>
                <a:lnTo>
                  <a:pt x="678864" y="2301824"/>
                </a:lnTo>
                <a:lnTo>
                  <a:pt x="678944" y="2302735"/>
                </a:lnTo>
                <a:lnTo>
                  <a:pt x="679005" y="2303669"/>
                </a:lnTo>
                <a:lnTo>
                  <a:pt x="679049" y="2304627"/>
                </a:lnTo>
                <a:lnTo>
                  <a:pt x="679076" y="2305607"/>
                </a:lnTo>
                <a:lnTo>
                  <a:pt x="679085" y="2306610"/>
                </a:lnTo>
                <a:lnTo>
                  <a:pt x="679085" y="2358344"/>
                </a:lnTo>
                <a:lnTo>
                  <a:pt x="695991" y="2358344"/>
                </a:lnTo>
                <a:lnTo>
                  <a:pt x="695991" y="2301707"/>
                </a:lnTo>
                <a:lnTo>
                  <a:pt x="695977" y="2300424"/>
                </a:lnTo>
                <a:lnTo>
                  <a:pt x="695933" y="2299167"/>
                </a:lnTo>
                <a:lnTo>
                  <a:pt x="695859" y="2297937"/>
                </a:lnTo>
                <a:lnTo>
                  <a:pt x="695757" y="2296733"/>
                </a:lnTo>
                <a:lnTo>
                  <a:pt x="695624" y="2295556"/>
                </a:lnTo>
                <a:lnTo>
                  <a:pt x="695463" y="2294405"/>
                </a:lnTo>
                <a:lnTo>
                  <a:pt x="695272" y="2293281"/>
                </a:lnTo>
                <a:lnTo>
                  <a:pt x="695052" y="2292182"/>
                </a:lnTo>
                <a:lnTo>
                  <a:pt x="694803" y="2291111"/>
                </a:lnTo>
                <a:lnTo>
                  <a:pt x="694524" y="2290066"/>
                </a:lnTo>
                <a:lnTo>
                  <a:pt x="694216" y="2289047"/>
                </a:lnTo>
                <a:lnTo>
                  <a:pt x="693878" y="2288054"/>
                </a:lnTo>
                <a:lnTo>
                  <a:pt x="693511" y="2287088"/>
                </a:lnTo>
                <a:lnTo>
                  <a:pt x="693115" y="2286149"/>
                </a:lnTo>
                <a:lnTo>
                  <a:pt x="692689" y="2285236"/>
                </a:lnTo>
                <a:lnTo>
                  <a:pt x="692234" y="2284349"/>
                </a:lnTo>
                <a:lnTo>
                  <a:pt x="691750" y="2283489"/>
                </a:lnTo>
                <a:lnTo>
                  <a:pt x="691236" y="2282655"/>
                </a:lnTo>
                <a:lnTo>
                  <a:pt x="690693" y="2281847"/>
                </a:lnTo>
                <a:lnTo>
                  <a:pt x="690121" y="2281066"/>
                </a:lnTo>
                <a:lnTo>
                  <a:pt x="689519" y="2280312"/>
                </a:lnTo>
                <a:lnTo>
                  <a:pt x="688888" y="2279583"/>
                </a:lnTo>
                <a:lnTo>
                  <a:pt x="688228" y="2278881"/>
                </a:lnTo>
                <a:lnTo>
                  <a:pt x="687538" y="2278206"/>
                </a:lnTo>
                <a:lnTo>
                  <a:pt x="686824" y="2277558"/>
                </a:lnTo>
                <a:lnTo>
                  <a:pt x="686089" y="2276937"/>
                </a:lnTo>
                <a:lnTo>
                  <a:pt x="685335" y="2276344"/>
                </a:lnTo>
                <a:lnTo>
                  <a:pt x="684561" y="2275778"/>
                </a:lnTo>
                <a:lnTo>
                  <a:pt x="683766" y="2275240"/>
                </a:lnTo>
                <a:lnTo>
                  <a:pt x="682952" y="2274730"/>
                </a:lnTo>
                <a:lnTo>
                  <a:pt x="682118" y="2274247"/>
                </a:lnTo>
                <a:lnTo>
                  <a:pt x="681264" y="2273792"/>
                </a:lnTo>
                <a:lnTo>
                  <a:pt x="680390" y="2273364"/>
                </a:lnTo>
                <a:lnTo>
                  <a:pt x="679496" y="2272964"/>
                </a:lnTo>
                <a:lnTo>
                  <a:pt x="678582" y="2272592"/>
                </a:lnTo>
                <a:lnTo>
                  <a:pt x="677648" y="2272247"/>
                </a:lnTo>
                <a:lnTo>
                  <a:pt x="676694" y="2271929"/>
                </a:lnTo>
                <a:lnTo>
                  <a:pt x="675720" y="2271640"/>
                </a:lnTo>
                <a:lnTo>
                  <a:pt x="674726" y="2271378"/>
                </a:lnTo>
                <a:lnTo>
                  <a:pt x="673712" y="2271143"/>
                </a:lnTo>
                <a:lnTo>
                  <a:pt x="672678" y="2270936"/>
                </a:lnTo>
                <a:lnTo>
                  <a:pt x="671625" y="2270757"/>
                </a:lnTo>
                <a:lnTo>
                  <a:pt x="670551" y="2270605"/>
                </a:lnTo>
                <a:lnTo>
                  <a:pt x="669457" y="2270481"/>
                </a:lnTo>
                <a:lnTo>
                  <a:pt x="668344" y="2270384"/>
                </a:lnTo>
                <a:lnTo>
                  <a:pt x="667210" y="2270315"/>
                </a:lnTo>
                <a:lnTo>
                  <a:pt x="666056" y="2270274"/>
                </a:lnTo>
                <a:lnTo>
                  <a:pt x="664883" y="2270260"/>
                </a:lnTo>
                <a:lnTo>
                  <a:pt x="664167" y="2270266"/>
                </a:lnTo>
                <a:lnTo>
                  <a:pt x="663456" y="2270284"/>
                </a:lnTo>
                <a:lnTo>
                  <a:pt x="662751" y="2270313"/>
                </a:lnTo>
                <a:lnTo>
                  <a:pt x="662051" y="2270354"/>
                </a:lnTo>
                <a:lnTo>
                  <a:pt x="661356" y="2270407"/>
                </a:lnTo>
                <a:lnTo>
                  <a:pt x="660667" y="2270472"/>
                </a:lnTo>
                <a:lnTo>
                  <a:pt x="659983" y="2270548"/>
                </a:lnTo>
                <a:lnTo>
                  <a:pt x="659304" y="2270636"/>
                </a:lnTo>
                <a:lnTo>
                  <a:pt x="658630" y="2270736"/>
                </a:lnTo>
                <a:lnTo>
                  <a:pt x="657962" y="2270847"/>
                </a:lnTo>
                <a:lnTo>
                  <a:pt x="657299" y="2270971"/>
                </a:lnTo>
                <a:lnTo>
                  <a:pt x="656641" y="2271106"/>
                </a:lnTo>
                <a:lnTo>
                  <a:pt x="655988" y="2271252"/>
                </a:lnTo>
                <a:lnTo>
                  <a:pt x="655341" y="2271411"/>
                </a:lnTo>
                <a:lnTo>
                  <a:pt x="654699" y="2271581"/>
                </a:lnTo>
                <a:lnTo>
                  <a:pt x="654063" y="2271763"/>
                </a:lnTo>
                <a:lnTo>
                  <a:pt x="653431" y="2271957"/>
                </a:lnTo>
                <a:lnTo>
                  <a:pt x="652805" y="2272162"/>
                </a:lnTo>
                <a:lnTo>
                  <a:pt x="652184" y="2272379"/>
                </a:lnTo>
                <a:lnTo>
                  <a:pt x="651569" y="2272608"/>
                </a:lnTo>
                <a:lnTo>
                  <a:pt x="650959" y="2272849"/>
                </a:lnTo>
                <a:lnTo>
                  <a:pt x="650354" y="2273101"/>
                </a:lnTo>
                <a:lnTo>
                  <a:pt x="649754" y="2273365"/>
                </a:lnTo>
                <a:lnTo>
                  <a:pt x="649160" y="2273641"/>
                </a:lnTo>
                <a:lnTo>
                  <a:pt x="648574" y="2273930"/>
                </a:lnTo>
                <a:lnTo>
                  <a:pt x="647999" y="2274232"/>
                </a:lnTo>
                <a:lnTo>
                  <a:pt x="647435" y="2274547"/>
                </a:lnTo>
                <a:lnTo>
                  <a:pt x="646882" y="2274876"/>
                </a:lnTo>
                <a:lnTo>
                  <a:pt x="646340" y="2275219"/>
                </a:lnTo>
                <a:lnTo>
                  <a:pt x="645810" y="2275575"/>
                </a:lnTo>
                <a:lnTo>
                  <a:pt x="645291" y="2275945"/>
                </a:lnTo>
                <a:lnTo>
                  <a:pt x="644783" y="2276328"/>
                </a:lnTo>
                <a:lnTo>
                  <a:pt x="644286" y="2276724"/>
                </a:lnTo>
                <a:lnTo>
                  <a:pt x="643800" y="2277134"/>
                </a:lnTo>
                <a:lnTo>
                  <a:pt x="643325" y="2277558"/>
                </a:lnTo>
                <a:lnTo>
                  <a:pt x="642862" y="2277995"/>
                </a:lnTo>
                <a:lnTo>
                  <a:pt x="642410" y="2278445"/>
                </a:lnTo>
                <a:lnTo>
                  <a:pt x="641969" y="2278909"/>
                </a:lnTo>
                <a:lnTo>
                  <a:pt x="641538" y="2279387"/>
                </a:lnTo>
                <a:lnTo>
                  <a:pt x="641120" y="2279878"/>
                </a:lnTo>
                <a:lnTo>
                  <a:pt x="640712" y="2280383"/>
                </a:lnTo>
                <a:lnTo>
                  <a:pt x="640315" y="2280901"/>
                </a:lnTo>
                <a:lnTo>
                  <a:pt x="639930" y="2281432"/>
                </a:lnTo>
                <a:lnTo>
                  <a:pt x="639556" y="2281977"/>
                </a:lnTo>
                <a:lnTo>
                  <a:pt x="639193" y="2282536"/>
                </a:lnTo>
                <a:lnTo>
                  <a:pt x="638841" y="2283108"/>
                </a:lnTo>
                <a:lnTo>
                  <a:pt x="638500" y="2283694"/>
                </a:lnTo>
                <a:lnTo>
                  <a:pt x="638170" y="2284293"/>
                </a:lnTo>
                <a:lnTo>
                  <a:pt x="636480" y="2271951"/>
                </a:lnTo>
                <a:lnTo>
                  <a:pt x="622785" y="2271951"/>
                </a:lnTo>
                <a:lnTo>
                  <a:pt x="622785" y="2358344"/>
                </a:lnTo>
                <a:lnTo>
                  <a:pt x="639692" y="2358344"/>
                </a:lnTo>
                <a:lnTo>
                  <a:pt x="639692" y="2307624"/>
                </a:lnTo>
                <a:lnTo>
                  <a:pt x="639696" y="2307035"/>
                </a:lnTo>
                <a:lnTo>
                  <a:pt x="639710" y="2306452"/>
                </a:lnTo>
                <a:lnTo>
                  <a:pt x="639732" y="2305875"/>
                </a:lnTo>
                <a:lnTo>
                  <a:pt x="639762" y="2305304"/>
                </a:lnTo>
                <a:lnTo>
                  <a:pt x="639802" y="2304739"/>
                </a:lnTo>
                <a:close/>
                <a:moveTo>
                  <a:pt x="564587" y="2359575"/>
                </a:moveTo>
                <a:lnTo>
                  <a:pt x="565538" y="2359434"/>
                </a:lnTo>
                <a:lnTo>
                  <a:pt x="566475" y="2359274"/>
                </a:lnTo>
                <a:lnTo>
                  <a:pt x="567401" y="2359096"/>
                </a:lnTo>
                <a:lnTo>
                  <a:pt x="568314" y="2358898"/>
                </a:lnTo>
                <a:lnTo>
                  <a:pt x="569215" y="2358682"/>
                </a:lnTo>
                <a:lnTo>
                  <a:pt x="570103" y="2358447"/>
                </a:lnTo>
                <a:lnTo>
                  <a:pt x="570979" y="2358194"/>
                </a:lnTo>
                <a:lnTo>
                  <a:pt x="571843" y="2357921"/>
                </a:lnTo>
                <a:lnTo>
                  <a:pt x="572695" y="2357630"/>
                </a:lnTo>
                <a:lnTo>
                  <a:pt x="573534" y="2357320"/>
                </a:lnTo>
                <a:lnTo>
                  <a:pt x="574361" y="2356992"/>
                </a:lnTo>
                <a:lnTo>
                  <a:pt x="575175" y="2356644"/>
                </a:lnTo>
                <a:lnTo>
                  <a:pt x="575977" y="2356278"/>
                </a:lnTo>
                <a:lnTo>
                  <a:pt x="576767" y="2355893"/>
                </a:lnTo>
                <a:lnTo>
                  <a:pt x="577545" y="2355489"/>
                </a:lnTo>
                <a:lnTo>
                  <a:pt x="578310" y="2355066"/>
                </a:lnTo>
                <a:lnTo>
                  <a:pt x="579063" y="2354625"/>
                </a:lnTo>
                <a:lnTo>
                  <a:pt x="579802" y="2354152"/>
                </a:lnTo>
                <a:lnTo>
                  <a:pt x="580527" y="2353665"/>
                </a:lnTo>
                <a:lnTo>
                  <a:pt x="581237" y="2353164"/>
                </a:lnTo>
                <a:lnTo>
                  <a:pt x="581932" y="2352647"/>
                </a:lnTo>
                <a:lnTo>
                  <a:pt x="582613" y="2352116"/>
                </a:lnTo>
                <a:lnTo>
                  <a:pt x="583279" y="2351571"/>
                </a:lnTo>
                <a:lnTo>
                  <a:pt x="583930" y="2351010"/>
                </a:lnTo>
                <a:lnTo>
                  <a:pt x="584567" y="2350435"/>
                </a:lnTo>
                <a:lnTo>
                  <a:pt x="585189" y="2349846"/>
                </a:lnTo>
                <a:lnTo>
                  <a:pt x="585796" y="2349241"/>
                </a:lnTo>
                <a:lnTo>
                  <a:pt x="586389" y="2348622"/>
                </a:lnTo>
                <a:lnTo>
                  <a:pt x="586967" y="2347989"/>
                </a:lnTo>
                <a:lnTo>
                  <a:pt x="587530" y="2347340"/>
                </a:lnTo>
                <a:lnTo>
                  <a:pt x="588079" y="2346677"/>
                </a:lnTo>
                <a:lnTo>
                  <a:pt x="588613" y="2345999"/>
                </a:lnTo>
                <a:lnTo>
                  <a:pt x="589132" y="2345307"/>
                </a:lnTo>
                <a:lnTo>
                  <a:pt x="589636" y="2344600"/>
                </a:lnTo>
                <a:lnTo>
                  <a:pt x="590126" y="2343878"/>
                </a:lnTo>
                <a:lnTo>
                  <a:pt x="590601" y="2343142"/>
                </a:lnTo>
                <a:lnTo>
                  <a:pt x="591062" y="2342391"/>
                </a:lnTo>
                <a:lnTo>
                  <a:pt x="591508" y="2341625"/>
                </a:lnTo>
                <a:lnTo>
                  <a:pt x="591939" y="2340844"/>
                </a:lnTo>
                <a:lnTo>
                  <a:pt x="592356" y="2340049"/>
                </a:lnTo>
                <a:lnTo>
                  <a:pt x="592757" y="2339240"/>
                </a:lnTo>
                <a:lnTo>
                  <a:pt x="593144" y="2338417"/>
                </a:lnTo>
                <a:lnTo>
                  <a:pt x="593513" y="2337584"/>
                </a:lnTo>
                <a:lnTo>
                  <a:pt x="593867" y="2336741"/>
                </a:lnTo>
                <a:lnTo>
                  <a:pt x="594204" y="2335886"/>
                </a:lnTo>
                <a:lnTo>
                  <a:pt x="594524" y="2335022"/>
                </a:lnTo>
                <a:lnTo>
                  <a:pt x="594828" y="2334146"/>
                </a:lnTo>
                <a:lnTo>
                  <a:pt x="595116" y="2333261"/>
                </a:lnTo>
                <a:lnTo>
                  <a:pt x="595387" y="2332364"/>
                </a:lnTo>
                <a:lnTo>
                  <a:pt x="595642" y="2331457"/>
                </a:lnTo>
                <a:lnTo>
                  <a:pt x="595880" y="2330540"/>
                </a:lnTo>
                <a:lnTo>
                  <a:pt x="596102" y="2329612"/>
                </a:lnTo>
                <a:lnTo>
                  <a:pt x="596308" y="2328673"/>
                </a:lnTo>
                <a:lnTo>
                  <a:pt x="596497" y="2327724"/>
                </a:lnTo>
                <a:lnTo>
                  <a:pt x="596669" y="2326764"/>
                </a:lnTo>
                <a:lnTo>
                  <a:pt x="596826" y="2325793"/>
                </a:lnTo>
                <a:lnTo>
                  <a:pt x="596965" y="2324813"/>
                </a:lnTo>
                <a:lnTo>
                  <a:pt x="597089" y="2323821"/>
                </a:lnTo>
                <a:lnTo>
                  <a:pt x="597195" y="2322819"/>
                </a:lnTo>
                <a:lnTo>
                  <a:pt x="597286" y="2321806"/>
                </a:lnTo>
                <a:lnTo>
                  <a:pt x="597360" y="2320783"/>
                </a:lnTo>
                <a:lnTo>
                  <a:pt x="597417" y="2319749"/>
                </a:lnTo>
                <a:lnTo>
                  <a:pt x="597458" y="2318705"/>
                </a:lnTo>
                <a:lnTo>
                  <a:pt x="597483" y="2317650"/>
                </a:lnTo>
                <a:lnTo>
                  <a:pt x="597491" y="2316585"/>
                </a:lnTo>
                <a:lnTo>
                  <a:pt x="597491" y="2313710"/>
                </a:lnTo>
                <a:lnTo>
                  <a:pt x="597483" y="2312659"/>
                </a:lnTo>
                <a:lnTo>
                  <a:pt x="597458" y="2311617"/>
                </a:lnTo>
                <a:lnTo>
                  <a:pt x="597417" y="2310585"/>
                </a:lnTo>
                <a:lnTo>
                  <a:pt x="597360" y="2309564"/>
                </a:lnTo>
                <a:lnTo>
                  <a:pt x="597286" y="2308552"/>
                </a:lnTo>
                <a:lnTo>
                  <a:pt x="597195" y="2307550"/>
                </a:lnTo>
                <a:lnTo>
                  <a:pt x="597089" y="2306558"/>
                </a:lnTo>
                <a:lnTo>
                  <a:pt x="596965" y="2305576"/>
                </a:lnTo>
                <a:lnTo>
                  <a:pt x="596826" y="2304605"/>
                </a:lnTo>
                <a:lnTo>
                  <a:pt x="596669" y="2303643"/>
                </a:lnTo>
                <a:lnTo>
                  <a:pt x="596497" y="2302691"/>
                </a:lnTo>
                <a:lnTo>
                  <a:pt x="596308" y="2301749"/>
                </a:lnTo>
                <a:lnTo>
                  <a:pt x="596102" y="2300817"/>
                </a:lnTo>
                <a:lnTo>
                  <a:pt x="595880" y="2299895"/>
                </a:lnTo>
                <a:lnTo>
                  <a:pt x="595642" y="2298983"/>
                </a:lnTo>
                <a:lnTo>
                  <a:pt x="595387" y="2298081"/>
                </a:lnTo>
                <a:lnTo>
                  <a:pt x="595116" y="2297189"/>
                </a:lnTo>
                <a:lnTo>
                  <a:pt x="594828" y="2296307"/>
                </a:lnTo>
                <a:lnTo>
                  <a:pt x="594524" y="2295435"/>
                </a:lnTo>
                <a:lnTo>
                  <a:pt x="594204" y="2294573"/>
                </a:lnTo>
                <a:lnTo>
                  <a:pt x="593867" y="2293721"/>
                </a:lnTo>
                <a:lnTo>
                  <a:pt x="593513" y="2292879"/>
                </a:lnTo>
                <a:lnTo>
                  <a:pt x="593144" y="2292047"/>
                </a:lnTo>
                <a:lnTo>
                  <a:pt x="592757" y="2291224"/>
                </a:lnTo>
                <a:lnTo>
                  <a:pt x="592356" y="2290415"/>
                </a:lnTo>
                <a:lnTo>
                  <a:pt x="591939" y="2289619"/>
                </a:lnTo>
                <a:lnTo>
                  <a:pt x="591508" y="2288839"/>
                </a:lnTo>
                <a:lnTo>
                  <a:pt x="591062" y="2288073"/>
                </a:lnTo>
                <a:lnTo>
                  <a:pt x="590601" y="2287322"/>
                </a:lnTo>
                <a:lnTo>
                  <a:pt x="590126" y="2286586"/>
                </a:lnTo>
                <a:lnTo>
                  <a:pt x="589636" y="2285864"/>
                </a:lnTo>
                <a:lnTo>
                  <a:pt x="589132" y="2285157"/>
                </a:lnTo>
                <a:lnTo>
                  <a:pt x="588613" y="2284464"/>
                </a:lnTo>
                <a:lnTo>
                  <a:pt x="588079" y="2283787"/>
                </a:lnTo>
                <a:lnTo>
                  <a:pt x="587530" y="2283124"/>
                </a:lnTo>
                <a:lnTo>
                  <a:pt x="586967" y="2282475"/>
                </a:lnTo>
                <a:lnTo>
                  <a:pt x="586389" y="2281842"/>
                </a:lnTo>
                <a:lnTo>
                  <a:pt x="585796" y="2281222"/>
                </a:lnTo>
                <a:lnTo>
                  <a:pt x="585189" y="2280618"/>
                </a:lnTo>
                <a:lnTo>
                  <a:pt x="584567" y="2280028"/>
                </a:lnTo>
                <a:lnTo>
                  <a:pt x="583930" y="2279453"/>
                </a:lnTo>
                <a:lnTo>
                  <a:pt x="583279" y="2278893"/>
                </a:lnTo>
                <a:lnTo>
                  <a:pt x="582613" y="2278347"/>
                </a:lnTo>
                <a:lnTo>
                  <a:pt x="581932" y="2277816"/>
                </a:lnTo>
                <a:lnTo>
                  <a:pt x="581237" y="2277300"/>
                </a:lnTo>
                <a:lnTo>
                  <a:pt x="580527" y="2276799"/>
                </a:lnTo>
                <a:lnTo>
                  <a:pt x="579802" y="2276312"/>
                </a:lnTo>
                <a:lnTo>
                  <a:pt x="579063" y="2275839"/>
                </a:lnTo>
                <a:lnTo>
                  <a:pt x="578310" y="2275384"/>
                </a:lnTo>
                <a:lnTo>
                  <a:pt x="577544" y="2274948"/>
                </a:lnTo>
                <a:lnTo>
                  <a:pt x="576765" y="2274532"/>
                </a:lnTo>
                <a:lnTo>
                  <a:pt x="575973" y="2274135"/>
                </a:lnTo>
                <a:lnTo>
                  <a:pt x="575168" y="2273757"/>
                </a:lnTo>
                <a:lnTo>
                  <a:pt x="574350" y="2273398"/>
                </a:lnTo>
                <a:lnTo>
                  <a:pt x="573520" y="2273059"/>
                </a:lnTo>
                <a:lnTo>
                  <a:pt x="572676" y="2272740"/>
                </a:lnTo>
                <a:lnTo>
                  <a:pt x="571819" y="2272440"/>
                </a:lnTo>
                <a:lnTo>
                  <a:pt x="570950" y="2272159"/>
                </a:lnTo>
                <a:lnTo>
                  <a:pt x="570068" y="2271897"/>
                </a:lnTo>
                <a:lnTo>
                  <a:pt x="569172" y="2271655"/>
                </a:lnTo>
                <a:lnTo>
                  <a:pt x="568264" y="2271432"/>
                </a:lnTo>
                <a:lnTo>
                  <a:pt x="567343" y="2271229"/>
                </a:lnTo>
                <a:lnTo>
                  <a:pt x="566409" y="2271045"/>
                </a:lnTo>
                <a:lnTo>
                  <a:pt x="565462" y="2270880"/>
                </a:lnTo>
                <a:lnTo>
                  <a:pt x="564503" y="2270735"/>
                </a:lnTo>
                <a:lnTo>
                  <a:pt x="563530" y="2270609"/>
                </a:lnTo>
                <a:lnTo>
                  <a:pt x="562544" y="2270502"/>
                </a:lnTo>
                <a:lnTo>
                  <a:pt x="561546" y="2270415"/>
                </a:lnTo>
                <a:lnTo>
                  <a:pt x="560534" y="2270347"/>
                </a:lnTo>
                <a:lnTo>
                  <a:pt x="559510" y="2270299"/>
                </a:lnTo>
                <a:lnTo>
                  <a:pt x="558473" y="2270270"/>
                </a:lnTo>
                <a:lnTo>
                  <a:pt x="557422" y="2270260"/>
                </a:lnTo>
                <a:lnTo>
                  <a:pt x="556400" y="2270270"/>
                </a:lnTo>
                <a:lnTo>
                  <a:pt x="555389" y="2270299"/>
                </a:lnTo>
                <a:lnTo>
                  <a:pt x="554390" y="2270347"/>
                </a:lnTo>
                <a:lnTo>
                  <a:pt x="553402" y="2270415"/>
                </a:lnTo>
                <a:lnTo>
                  <a:pt x="552427" y="2270502"/>
                </a:lnTo>
                <a:lnTo>
                  <a:pt x="551463" y="2270609"/>
                </a:lnTo>
                <a:lnTo>
                  <a:pt x="550511" y="2270735"/>
                </a:lnTo>
                <a:lnTo>
                  <a:pt x="549570" y="2270880"/>
                </a:lnTo>
                <a:lnTo>
                  <a:pt x="548641" y="2271045"/>
                </a:lnTo>
                <a:lnTo>
                  <a:pt x="547724" y="2271229"/>
                </a:lnTo>
                <a:lnTo>
                  <a:pt x="546819" y="2271432"/>
                </a:lnTo>
                <a:lnTo>
                  <a:pt x="545926" y="2271655"/>
                </a:lnTo>
                <a:lnTo>
                  <a:pt x="545044" y="2271897"/>
                </a:lnTo>
                <a:lnTo>
                  <a:pt x="544174" y="2272159"/>
                </a:lnTo>
                <a:lnTo>
                  <a:pt x="543316" y="2272440"/>
                </a:lnTo>
                <a:lnTo>
                  <a:pt x="542469" y="2272740"/>
                </a:lnTo>
                <a:lnTo>
                  <a:pt x="541634" y="2273059"/>
                </a:lnTo>
                <a:lnTo>
                  <a:pt x="540811" y="2273398"/>
                </a:lnTo>
                <a:lnTo>
                  <a:pt x="540000" y="2273757"/>
                </a:lnTo>
                <a:lnTo>
                  <a:pt x="539201" y="2274135"/>
                </a:lnTo>
                <a:lnTo>
                  <a:pt x="538413" y="2274532"/>
                </a:lnTo>
                <a:lnTo>
                  <a:pt x="537637" y="2274948"/>
                </a:lnTo>
                <a:lnTo>
                  <a:pt x="536872" y="2275384"/>
                </a:lnTo>
                <a:lnTo>
                  <a:pt x="536120" y="2275839"/>
                </a:lnTo>
                <a:lnTo>
                  <a:pt x="535380" y="2276298"/>
                </a:lnTo>
                <a:lnTo>
                  <a:pt x="534656" y="2276772"/>
                </a:lnTo>
                <a:lnTo>
                  <a:pt x="533946" y="2277261"/>
                </a:lnTo>
                <a:lnTo>
                  <a:pt x="533250" y="2277765"/>
                </a:lnTo>
                <a:lnTo>
                  <a:pt x="532570" y="2278284"/>
                </a:lnTo>
                <a:lnTo>
                  <a:pt x="531904" y="2278819"/>
                </a:lnTo>
                <a:lnTo>
                  <a:pt x="531252" y="2279369"/>
                </a:lnTo>
                <a:lnTo>
                  <a:pt x="530616" y="2279934"/>
                </a:lnTo>
                <a:lnTo>
                  <a:pt x="529994" y="2280515"/>
                </a:lnTo>
                <a:lnTo>
                  <a:pt x="529386" y="2281111"/>
                </a:lnTo>
                <a:lnTo>
                  <a:pt x="528794" y="2281722"/>
                </a:lnTo>
                <a:lnTo>
                  <a:pt x="528216" y="2282348"/>
                </a:lnTo>
                <a:lnTo>
                  <a:pt x="527653" y="2282990"/>
                </a:lnTo>
                <a:lnTo>
                  <a:pt x="527104" y="2283647"/>
                </a:lnTo>
                <a:lnTo>
                  <a:pt x="526570" y="2284319"/>
                </a:lnTo>
                <a:lnTo>
                  <a:pt x="526051" y="2285006"/>
                </a:lnTo>
                <a:lnTo>
                  <a:pt x="525546" y="2285709"/>
                </a:lnTo>
                <a:lnTo>
                  <a:pt x="525057" y="2286427"/>
                </a:lnTo>
                <a:lnTo>
                  <a:pt x="524581" y="2287160"/>
                </a:lnTo>
                <a:lnTo>
                  <a:pt x="524121" y="2287909"/>
                </a:lnTo>
                <a:lnTo>
                  <a:pt x="523675" y="2288673"/>
                </a:lnTo>
                <a:lnTo>
                  <a:pt x="523244" y="2289451"/>
                </a:lnTo>
                <a:lnTo>
                  <a:pt x="522827" y="2290246"/>
                </a:lnTo>
                <a:lnTo>
                  <a:pt x="522425" y="2291055"/>
                </a:lnTo>
                <a:lnTo>
                  <a:pt x="522039" y="2291878"/>
                </a:lnTo>
                <a:lnTo>
                  <a:pt x="521669" y="2292711"/>
                </a:lnTo>
                <a:lnTo>
                  <a:pt x="521316" y="2293554"/>
                </a:lnTo>
                <a:lnTo>
                  <a:pt x="520979" y="2294408"/>
                </a:lnTo>
                <a:lnTo>
                  <a:pt x="520658" y="2295273"/>
                </a:lnTo>
                <a:lnTo>
                  <a:pt x="520354" y="2296148"/>
                </a:lnTo>
                <a:lnTo>
                  <a:pt x="520067" y="2297034"/>
                </a:lnTo>
                <a:lnTo>
                  <a:pt x="519795" y="2297931"/>
                </a:lnTo>
                <a:lnTo>
                  <a:pt x="519541" y="2298838"/>
                </a:lnTo>
                <a:lnTo>
                  <a:pt x="519302" y="2299755"/>
                </a:lnTo>
                <a:lnTo>
                  <a:pt x="519080" y="2300683"/>
                </a:lnTo>
                <a:lnTo>
                  <a:pt x="518875" y="2301622"/>
                </a:lnTo>
                <a:lnTo>
                  <a:pt x="518686" y="2302571"/>
                </a:lnTo>
                <a:lnTo>
                  <a:pt x="518513" y="2303531"/>
                </a:lnTo>
                <a:lnTo>
                  <a:pt x="518357" y="2304502"/>
                </a:lnTo>
                <a:lnTo>
                  <a:pt x="518218" y="2305482"/>
                </a:lnTo>
                <a:lnTo>
                  <a:pt x="518094" y="2306474"/>
                </a:lnTo>
                <a:lnTo>
                  <a:pt x="517987" y="2307476"/>
                </a:lnTo>
                <a:lnTo>
                  <a:pt x="517897" y="2308489"/>
                </a:lnTo>
                <a:lnTo>
                  <a:pt x="517823" y="2309512"/>
                </a:lnTo>
                <a:lnTo>
                  <a:pt x="517765" y="2310546"/>
                </a:lnTo>
                <a:lnTo>
                  <a:pt x="517724" y="2311590"/>
                </a:lnTo>
                <a:lnTo>
                  <a:pt x="517700" y="2312645"/>
                </a:lnTo>
                <a:lnTo>
                  <a:pt x="517692" y="2313710"/>
                </a:lnTo>
                <a:lnTo>
                  <a:pt x="517692" y="2316585"/>
                </a:lnTo>
                <a:lnTo>
                  <a:pt x="517700" y="2317623"/>
                </a:lnTo>
                <a:lnTo>
                  <a:pt x="517724" y="2318652"/>
                </a:lnTo>
                <a:lnTo>
                  <a:pt x="517765" y="2319673"/>
                </a:lnTo>
                <a:lnTo>
                  <a:pt x="517823" y="2320684"/>
                </a:lnTo>
                <a:lnTo>
                  <a:pt x="517897" y="2321687"/>
                </a:lnTo>
                <a:lnTo>
                  <a:pt x="517987" y="2322682"/>
                </a:lnTo>
                <a:lnTo>
                  <a:pt x="518094" y="2323667"/>
                </a:lnTo>
                <a:lnTo>
                  <a:pt x="518218" y="2324644"/>
                </a:lnTo>
                <a:lnTo>
                  <a:pt x="518357" y="2325611"/>
                </a:lnTo>
                <a:lnTo>
                  <a:pt x="518513" y="2326570"/>
                </a:lnTo>
                <a:lnTo>
                  <a:pt x="518686" y="2327520"/>
                </a:lnTo>
                <a:lnTo>
                  <a:pt x="518875" y="2328462"/>
                </a:lnTo>
                <a:lnTo>
                  <a:pt x="519080" y="2329394"/>
                </a:lnTo>
                <a:lnTo>
                  <a:pt x="519302" y="2330318"/>
                </a:lnTo>
                <a:lnTo>
                  <a:pt x="519541" y="2331233"/>
                </a:lnTo>
                <a:lnTo>
                  <a:pt x="519795" y="2332139"/>
                </a:lnTo>
                <a:lnTo>
                  <a:pt x="520067" y="2333036"/>
                </a:lnTo>
                <a:lnTo>
                  <a:pt x="520354" y="2333925"/>
                </a:lnTo>
                <a:lnTo>
                  <a:pt x="520658" y="2334804"/>
                </a:lnTo>
                <a:lnTo>
                  <a:pt x="520979" y="2335675"/>
                </a:lnTo>
                <a:lnTo>
                  <a:pt x="521316" y="2336537"/>
                </a:lnTo>
                <a:lnTo>
                  <a:pt x="521669" y="2337390"/>
                </a:lnTo>
                <a:lnTo>
                  <a:pt x="522039" y="2338235"/>
                </a:lnTo>
                <a:lnTo>
                  <a:pt x="522425" y="2339071"/>
                </a:lnTo>
                <a:lnTo>
                  <a:pt x="522827" y="2339880"/>
                </a:lnTo>
                <a:lnTo>
                  <a:pt x="523244" y="2340676"/>
                </a:lnTo>
                <a:lnTo>
                  <a:pt x="523675" y="2341456"/>
                </a:lnTo>
                <a:lnTo>
                  <a:pt x="524121" y="2342222"/>
                </a:lnTo>
                <a:lnTo>
                  <a:pt x="524581" y="2342973"/>
                </a:lnTo>
                <a:lnTo>
                  <a:pt x="525057" y="2343709"/>
                </a:lnTo>
                <a:lnTo>
                  <a:pt x="525546" y="2344431"/>
                </a:lnTo>
                <a:lnTo>
                  <a:pt x="526051" y="2345138"/>
                </a:lnTo>
                <a:lnTo>
                  <a:pt x="526570" y="2345830"/>
                </a:lnTo>
                <a:lnTo>
                  <a:pt x="527104" y="2346508"/>
                </a:lnTo>
                <a:lnTo>
                  <a:pt x="527653" y="2347171"/>
                </a:lnTo>
                <a:lnTo>
                  <a:pt x="528216" y="2347820"/>
                </a:lnTo>
                <a:lnTo>
                  <a:pt x="528794" y="2348453"/>
                </a:lnTo>
                <a:lnTo>
                  <a:pt x="529386" y="2349072"/>
                </a:lnTo>
                <a:lnTo>
                  <a:pt x="529994" y="2349677"/>
                </a:lnTo>
                <a:lnTo>
                  <a:pt x="530616" y="2350266"/>
                </a:lnTo>
                <a:lnTo>
                  <a:pt x="531252" y="2350841"/>
                </a:lnTo>
                <a:lnTo>
                  <a:pt x="531904" y="2351402"/>
                </a:lnTo>
                <a:lnTo>
                  <a:pt x="532570" y="2351947"/>
                </a:lnTo>
                <a:lnTo>
                  <a:pt x="533250" y="2352478"/>
                </a:lnTo>
                <a:lnTo>
                  <a:pt x="533946" y="2352995"/>
                </a:lnTo>
                <a:lnTo>
                  <a:pt x="534656" y="2353496"/>
                </a:lnTo>
                <a:lnTo>
                  <a:pt x="535380" y="2353983"/>
                </a:lnTo>
                <a:lnTo>
                  <a:pt x="536120" y="2354455"/>
                </a:lnTo>
                <a:lnTo>
                  <a:pt x="536873" y="2354911"/>
                </a:lnTo>
                <a:lnTo>
                  <a:pt x="537638" y="2355347"/>
                </a:lnTo>
                <a:lnTo>
                  <a:pt x="538415" y="2355763"/>
                </a:lnTo>
                <a:lnTo>
                  <a:pt x="539205" y="2356160"/>
                </a:lnTo>
                <a:lnTo>
                  <a:pt x="540007" y="2356538"/>
                </a:lnTo>
                <a:lnTo>
                  <a:pt x="540822" y="2356896"/>
                </a:lnTo>
                <a:lnTo>
                  <a:pt x="541649" y="2357235"/>
                </a:lnTo>
                <a:lnTo>
                  <a:pt x="542488" y="2357555"/>
                </a:lnTo>
                <a:lnTo>
                  <a:pt x="543340" y="2357855"/>
                </a:lnTo>
                <a:lnTo>
                  <a:pt x="544203" y="2358136"/>
                </a:lnTo>
                <a:lnTo>
                  <a:pt x="545080" y="2358398"/>
                </a:lnTo>
                <a:lnTo>
                  <a:pt x="545968" y="2358640"/>
                </a:lnTo>
                <a:lnTo>
                  <a:pt x="546869" y="2358863"/>
                </a:lnTo>
                <a:lnTo>
                  <a:pt x="547782" y="2359066"/>
                </a:lnTo>
                <a:lnTo>
                  <a:pt x="548707" y="2359250"/>
                </a:lnTo>
                <a:lnTo>
                  <a:pt x="549645" y="2359415"/>
                </a:lnTo>
                <a:lnTo>
                  <a:pt x="550595" y="2359560"/>
                </a:lnTo>
                <a:lnTo>
                  <a:pt x="551558" y="2359686"/>
                </a:lnTo>
                <a:lnTo>
                  <a:pt x="552533" y="2359793"/>
                </a:lnTo>
                <a:lnTo>
                  <a:pt x="553520" y="2359880"/>
                </a:lnTo>
                <a:lnTo>
                  <a:pt x="554519" y="2359948"/>
                </a:lnTo>
                <a:lnTo>
                  <a:pt x="555531" y="2359996"/>
                </a:lnTo>
                <a:lnTo>
                  <a:pt x="556555" y="2360025"/>
                </a:lnTo>
                <a:lnTo>
                  <a:pt x="557591" y="2360035"/>
                </a:lnTo>
                <a:lnTo>
                  <a:pt x="558628" y="2360025"/>
                </a:lnTo>
                <a:lnTo>
                  <a:pt x="559652" y="2359997"/>
                </a:lnTo>
                <a:lnTo>
                  <a:pt x="560664" y="2359950"/>
                </a:lnTo>
                <a:lnTo>
                  <a:pt x="561663" y="2359884"/>
                </a:lnTo>
                <a:lnTo>
                  <a:pt x="562650" y="2359800"/>
                </a:lnTo>
                <a:lnTo>
                  <a:pt x="563625" y="2359697"/>
                </a:lnTo>
                <a:lnTo>
                  <a:pt x="564587" y="2359575"/>
                </a:lnTo>
                <a:close/>
                <a:moveTo>
                  <a:pt x="552243" y="2347427"/>
                </a:moveTo>
                <a:lnTo>
                  <a:pt x="551524" y="2347242"/>
                </a:lnTo>
                <a:lnTo>
                  <a:pt x="550815" y="2347033"/>
                </a:lnTo>
                <a:lnTo>
                  <a:pt x="550118" y="2346798"/>
                </a:lnTo>
                <a:lnTo>
                  <a:pt x="549432" y="2346539"/>
                </a:lnTo>
                <a:lnTo>
                  <a:pt x="548758" y="2346256"/>
                </a:lnTo>
                <a:lnTo>
                  <a:pt x="548094" y="2345948"/>
                </a:lnTo>
                <a:lnTo>
                  <a:pt x="547441" y="2345615"/>
                </a:lnTo>
                <a:lnTo>
                  <a:pt x="546800" y="2345257"/>
                </a:lnTo>
                <a:lnTo>
                  <a:pt x="546170" y="2344875"/>
                </a:lnTo>
                <a:lnTo>
                  <a:pt x="545551" y="2344468"/>
                </a:lnTo>
                <a:lnTo>
                  <a:pt x="544943" y="2344037"/>
                </a:lnTo>
                <a:lnTo>
                  <a:pt x="544346" y="2343581"/>
                </a:lnTo>
                <a:lnTo>
                  <a:pt x="543761" y="2343100"/>
                </a:lnTo>
                <a:lnTo>
                  <a:pt x="543186" y="2342594"/>
                </a:lnTo>
                <a:lnTo>
                  <a:pt x="542623" y="2342064"/>
                </a:lnTo>
                <a:lnTo>
                  <a:pt x="542071" y="2341510"/>
                </a:lnTo>
                <a:lnTo>
                  <a:pt x="541530" y="2340930"/>
                </a:lnTo>
                <a:lnTo>
                  <a:pt x="541020" y="2340315"/>
                </a:lnTo>
                <a:lnTo>
                  <a:pt x="540531" y="2339680"/>
                </a:lnTo>
                <a:lnTo>
                  <a:pt x="540064" y="2339026"/>
                </a:lnTo>
                <a:lnTo>
                  <a:pt x="539619" y="2338352"/>
                </a:lnTo>
                <a:lnTo>
                  <a:pt x="539195" y="2337659"/>
                </a:lnTo>
                <a:lnTo>
                  <a:pt x="538793" y="2336947"/>
                </a:lnTo>
                <a:lnTo>
                  <a:pt x="538413" y="2336215"/>
                </a:lnTo>
                <a:lnTo>
                  <a:pt x="538055" y="2335464"/>
                </a:lnTo>
                <a:lnTo>
                  <a:pt x="537718" y="2334693"/>
                </a:lnTo>
                <a:lnTo>
                  <a:pt x="537403" y="2333904"/>
                </a:lnTo>
                <a:lnTo>
                  <a:pt x="537110" y="2333094"/>
                </a:lnTo>
                <a:lnTo>
                  <a:pt x="536838" y="2332266"/>
                </a:lnTo>
                <a:lnTo>
                  <a:pt x="536589" y="2331418"/>
                </a:lnTo>
                <a:lnTo>
                  <a:pt x="536361" y="2330550"/>
                </a:lnTo>
                <a:lnTo>
                  <a:pt x="536154" y="2329664"/>
                </a:lnTo>
                <a:lnTo>
                  <a:pt x="535970" y="2328758"/>
                </a:lnTo>
                <a:lnTo>
                  <a:pt x="535807" y="2327832"/>
                </a:lnTo>
                <a:lnTo>
                  <a:pt x="535665" y="2326887"/>
                </a:lnTo>
                <a:lnTo>
                  <a:pt x="535546" y="2325923"/>
                </a:lnTo>
                <a:lnTo>
                  <a:pt x="535448" y="2324939"/>
                </a:lnTo>
                <a:lnTo>
                  <a:pt x="535372" y="2323936"/>
                </a:lnTo>
                <a:lnTo>
                  <a:pt x="535318" y="2322914"/>
                </a:lnTo>
                <a:lnTo>
                  <a:pt x="535285" y="2321872"/>
                </a:lnTo>
                <a:lnTo>
                  <a:pt x="535275" y="2320811"/>
                </a:lnTo>
                <a:lnTo>
                  <a:pt x="535275" y="2309484"/>
                </a:lnTo>
                <a:lnTo>
                  <a:pt x="535285" y="2308423"/>
                </a:lnTo>
                <a:lnTo>
                  <a:pt x="535318" y="2307382"/>
                </a:lnTo>
                <a:lnTo>
                  <a:pt x="535372" y="2306361"/>
                </a:lnTo>
                <a:lnTo>
                  <a:pt x="535448" y="2305360"/>
                </a:lnTo>
                <a:lnTo>
                  <a:pt x="535546" y="2304379"/>
                </a:lnTo>
                <a:lnTo>
                  <a:pt x="535665" y="2303418"/>
                </a:lnTo>
                <a:lnTo>
                  <a:pt x="535807" y="2302477"/>
                </a:lnTo>
                <a:lnTo>
                  <a:pt x="535970" y="2301556"/>
                </a:lnTo>
                <a:lnTo>
                  <a:pt x="536154" y="2300655"/>
                </a:lnTo>
                <a:lnTo>
                  <a:pt x="536361" y="2299774"/>
                </a:lnTo>
                <a:lnTo>
                  <a:pt x="536589" y="2298913"/>
                </a:lnTo>
                <a:lnTo>
                  <a:pt x="536838" y="2298072"/>
                </a:lnTo>
                <a:lnTo>
                  <a:pt x="537110" y="2297250"/>
                </a:lnTo>
                <a:lnTo>
                  <a:pt x="537403" y="2296449"/>
                </a:lnTo>
                <a:lnTo>
                  <a:pt x="537718" y="2295668"/>
                </a:lnTo>
                <a:lnTo>
                  <a:pt x="538055" y="2294906"/>
                </a:lnTo>
                <a:lnTo>
                  <a:pt x="538413" y="2294165"/>
                </a:lnTo>
                <a:lnTo>
                  <a:pt x="538793" y="2293444"/>
                </a:lnTo>
                <a:lnTo>
                  <a:pt x="539195" y="2292742"/>
                </a:lnTo>
                <a:lnTo>
                  <a:pt x="539619" y="2292060"/>
                </a:lnTo>
                <a:lnTo>
                  <a:pt x="540064" y="2291399"/>
                </a:lnTo>
                <a:lnTo>
                  <a:pt x="540531" y="2290757"/>
                </a:lnTo>
                <a:lnTo>
                  <a:pt x="541020" y="2290136"/>
                </a:lnTo>
                <a:lnTo>
                  <a:pt x="541530" y="2289534"/>
                </a:lnTo>
                <a:lnTo>
                  <a:pt x="542071" y="2288941"/>
                </a:lnTo>
                <a:lnTo>
                  <a:pt x="542623" y="2288373"/>
                </a:lnTo>
                <a:lnTo>
                  <a:pt x="543186" y="2287830"/>
                </a:lnTo>
                <a:lnTo>
                  <a:pt x="543761" y="2287312"/>
                </a:lnTo>
                <a:lnTo>
                  <a:pt x="544346" y="2286820"/>
                </a:lnTo>
                <a:lnTo>
                  <a:pt x="544943" y="2286353"/>
                </a:lnTo>
                <a:lnTo>
                  <a:pt x="545551" y="2285912"/>
                </a:lnTo>
                <a:lnTo>
                  <a:pt x="546170" y="2285495"/>
                </a:lnTo>
                <a:lnTo>
                  <a:pt x="546800" y="2285104"/>
                </a:lnTo>
                <a:lnTo>
                  <a:pt x="547441" y="2284738"/>
                </a:lnTo>
                <a:lnTo>
                  <a:pt x="548094" y="2284397"/>
                </a:lnTo>
                <a:lnTo>
                  <a:pt x="548758" y="2284081"/>
                </a:lnTo>
                <a:lnTo>
                  <a:pt x="549432" y="2283791"/>
                </a:lnTo>
                <a:lnTo>
                  <a:pt x="550118" y="2283526"/>
                </a:lnTo>
                <a:lnTo>
                  <a:pt x="550815" y="2283286"/>
                </a:lnTo>
                <a:lnTo>
                  <a:pt x="551524" y="2283072"/>
                </a:lnTo>
                <a:lnTo>
                  <a:pt x="552243" y="2282882"/>
                </a:lnTo>
                <a:lnTo>
                  <a:pt x="552974" y="2282718"/>
                </a:lnTo>
                <a:lnTo>
                  <a:pt x="553715" y="2282580"/>
                </a:lnTo>
                <a:lnTo>
                  <a:pt x="554468" y="2282466"/>
                </a:lnTo>
                <a:lnTo>
                  <a:pt x="555232" y="2282378"/>
                </a:lnTo>
                <a:lnTo>
                  <a:pt x="556008" y="2282315"/>
                </a:lnTo>
                <a:lnTo>
                  <a:pt x="556794" y="2282277"/>
                </a:lnTo>
                <a:lnTo>
                  <a:pt x="557591" y="2282264"/>
                </a:lnTo>
                <a:lnTo>
                  <a:pt x="558402" y="2282277"/>
                </a:lnTo>
                <a:lnTo>
                  <a:pt x="559201" y="2282315"/>
                </a:lnTo>
                <a:lnTo>
                  <a:pt x="559987" y="2282378"/>
                </a:lnTo>
                <a:lnTo>
                  <a:pt x="560761" y="2282466"/>
                </a:lnTo>
                <a:lnTo>
                  <a:pt x="561523" y="2282580"/>
                </a:lnTo>
                <a:lnTo>
                  <a:pt x="562272" y="2282718"/>
                </a:lnTo>
                <a:lnTo>
                  <a:pt x="563009" y="2282882"/>
                </a:lnTo>
                <a:lnTo>
                  <a:pt x="563734" y="2283072"/>
                </a:lnTo>
                <a:lnTo>
                  <a:pt x="564447" y="2283286"/>
                </a:lnTo>
                <a:lnTo>
                  <a:pt x="565147" y="2283526"/>
                </a:lnTo>
                <a:lnTo>
                  <a:pt x="565834" y="2283791"/>
                </a:lnTo>
                <a:lnTo>
                  <a:pt x="566510" y="2284081"/>
                </a:lnTo>
                <a:lnTo>
                  <a:pt x="567173" y="2284397"/>
                </a:lnTo>
                <a:lnTo>
                  <a:pt x="567823" y="2284738"/>
                </a:lnTo>
                <a:lnTo>
                  <a:pt x="568462" y="2285104"/>
                </a:lnTo>
                <a:lnTo>
                  <a:pt x="569088" y="2285495"/>
                </a:lnTo>
                <a:lnTo>
                  <a:pt x="569702" y="2285912"/>
                </a:lnTo>
                <a:lnTo>
                  <a:pt x="570303" y="2286353"/>
                </a:lnTo>
                <a:lnTo>
                  <a:pt x="570892" y="2286820"/>
                </a:lnTo>
                <a:lnTo>
                  <a:pt x="571469" y="2287312"/>
                </a:lnTo>
                <a:lnTo>
                  <a:pt x="572033" y="2287830"/>
                </a:lnTo>
                <a:lnTo>
                  <a:pt x="572586" y="2288373"/>
                </a:lnTo>
                <a:lnTo>
                  <a:pt x="573125" y="2288941"/>
                </a:lnTo>
                <a:lnTo>
                  <a:pt x="573653" y="2289534"/>
                </a:lnTo>
                <a:lnTo>
                  <a:pt x="574163" y="2290136"/>
                </a:lnTo>
                <a:lnTo>
                  <a:pt x="574652" y="2290757"/>
                </a:lnTo>
                <a:lnTo>
                  <a:pt x="575119" y="2291399"/>
                </a:lnTo>
                <a:lnTo>
                  <a:pt x="575564" y="2292060"/>
                </a:lnTo>
                <a:lnTo>
                  <a:pt x="575988" y="2292742"/>
                </a:lnTo>
                <a:lnTo>
                  <a:pt x="576390" y="2293444"/>
                </a:lnTo>
                <a:lnTo>
                  <a:pt x="576770" y="2294165"/>
                </a:lnTo>
                <a:lnTo>
                  <a:pt x="577128" y="2294906"/>
                </a:lnTo>
                <a:lnTo>
                  <a:pt x="577465" y="2295668"/>
                </a:lnTo>
                <a:lnTo>
                  <a:pt x="577780" y="2296449"/>
                </a:lnTo>
                <a:lnTo>
                  <a:pt x="578073" y="2297250"/>
                </a:lnTo>
                <a:lnTo>
                  <a:pt x="578344" y="2298072"/>
                </a:lnTo>
                <a:lnTo>
                  <a:pt x="578594" y="2298913"/>
                </a:lnTo>
                <a:lnTo>
                  <a:pt x="578822" y="2299774"/>
                </a:lnTo>
                <a:lnTo>
                  <a:pt x="579029" y="2300655"/>
                </a:lnTo>
                <a:lnTo>
                  <a:pt x="579213" y="2301556"/>
                </a:lnTo>
                <a:lnTo>
                  <a:pt x="579376" y="2302477"/>
                </a:lnTo>
                <a:lnTo>
                  <a:pt x="579517" y="2303418"/>
                </a:lnTo>
                <a:lnTo>
                  <a:pt x="579637" y="2304379"/>
                </a:lnTo>
                <a:lnTo>
                  <a:pt x="579734" y="2305360"/>
                </a:lnTo>
                <a:lnTo>
                  <a:pt x="579811" y="2306361"/>
                </a:lnTo>
                <a:lnTo>
                  <a:pt x="579865" y="2307382"/>
                </a:lnTo>
                <a:lnTo>
                  <a:pt x="579897" y="2308423"/>
                </a:lnTo>
                <a:lnTo>
                  <a:pt x="579908" y="2309484"/>
                </a:lnTo>
                <a:lnTo>
                  <a:pt x="579908" y="2320811"/>
                </a:lnTo>
                <a:lnTo>
                  <a:pt x="579897" y="2321872"/>
                </a:lnTo>
                <a:lnTo>
                  <a:pt x="579865" y="2322914"/>
                </a:lnTo>
                <a:lnTo>
                  <a:pt x="579811" y="2323936"/>
                </a:lnTo>
                <a:lnTo>
                  <a:pt x="579734" y="2324939"/>
                </a:lnTo>
                <a:lnTo>
                  <a:pt x="579637" y="2325923"/>
                </a:lnTo>
                <a:lnTo>
                  <a:pt x="579517" y="2326887"/>
                </a:lnTo>
                <a:lnTo>
                  <a:pt x="579376" y="2327832"/>
                </a:lnTo>
                <a:lnTo>
                  <a:pt x="579213" y="2328758"/>
                </a:lnTo>
                <a:lnTo>
                  <a:pt x="579029" y="2329664"/>
                </a:lnTo>
                <a:lnTo>
                  <a:pt x="578822" y="2330550"/>
                </a:lnTo>
                <a:lnTo>
                  <a:pt x="578594" y="2331418"/>
                </a:lnTo>
                <a:lnTo>
                  <a:pt x="578344" y="2332266"/>
                </a:lnTo>
                <a:lnTo>
                  <a:pt x="578073" y="2333094"/>
                </a:lnTo>
                <a:lnTo>
                  <a:pt x="577780" y="2333904"/>
                </a:lnTo>
                <a:lnTo>
                  <a:pt x="577465" y="2334693"/>
                </a:lnTo>
                <a:lnTo>
                  <a:pt x="577128" y="2335464"/>
                </a:lnTo>
                <a:lnTo>
                  <a:pt x="576770" y="2336215"/>
                </a:lnTo>
                <a:lnTo>
                  <a:pt x="576390" y="2336947"/>
                </a:lnTo>
                <a:lnTo>
                  <a:pt x="575988" y="2337659"/>
                </a:lnTo>
                <a:lnTo>
                  <a:pt x="575564" y="2338352"/>
                </a:lnTo>
                <a:lnTo>
                  <a:pt x="575119" y="2339026"/>
                </a:lnTo>
                <a:lnTo>
                  <a:pt x="574652" y="2339680"/>
                </a:lnTo>
                <a:lnTo>
                  <a:pt x="574163" y="2340315"/>
                </a:lnTo>
                <a:lnTo>
                  <a:pt x="573653" y="2340930"/>
                </a:lnTo>
                <a:lnTo>
                  <a:pt x="573125" y="2341510"/>
                </a:lnTo>
                <a:lnTo>
                  <a:pt x="572586" y="2342064"/>
                </a:lnTo>
                <a:lnTo>
                  <a:pt x="572033" y="2342594"/>
                </a:lnTo>
                <a:lnTo>
                  <a:pt x="571469" y="2343100"/>
                </a:lnTo>
                <a:lnTo>
                  <a:pt x="570892" y="2343581"/>
                </a:lnTo>
                <a:lnTo>
                  <a:pt x="570303" y="2344037"/>
                </a:lnTo>
                <a:lnTo>
                  <a:pt x="569702" y="2344468"/>
                </a:lnTo>
                <a:lnTo>
                  <a:pt x="569088" y="2344875"/>
                </a:lnTo>
                <a:lnTo>
                  <a:pt x="568462" y="2345257"/>
                </a:lnTo>
                <a:lnTo>
                  <a:pt x="567823" y="2345615"/>
                </a:lnTo>
                <a:lnTo>
                  <a:pt x="567173" y="2345948"/>
                </a:lnTo>
                <a:lnTo>
                  <a:pt x="566510" y="2346256"/>
                </a:lnTo>
                <a:lnTo>
                  <a:pt x="565834" y="2346539"/>
                </a:lnTo>
                <a:lnTo>
                  <a:pt x="565147" y="2346798"/>
                </a:lnTo>
                <a:lnTo>
                  <a:pt x="564447" y="2347033"/>
                </a:lnTo>
                <a:lnTo>
                  <a:pt x="563734" y="2347242"/>
                </a:lnTo>
                <a:lnTo>
                  <a:pt x="563009" y="2347427"/>
                </a:lnTo>
                <a:lnTo>
                  <a:pt x="562272" y="2347587"/>
                </a:lnTo>
                <a:lnTo>
                  <a:pt x="561523" y="2347723"/>
                </a:lnTo>
                <a:lnTo>
                  <a:pt x="560761" y="2347834"/>
                </a:lnTo>
                <a:lnTo>
                  <a:pt x="559987" y="2347920"/>
                </a:lnTo>
                <a:lnTo>
                  <a:pt x="559201" y="2347982"/>
                </a:lnTo>
                <a:lnTo>
                  <a:pt x="558402" y="2348019"/>
                </a:lnTo>
                <a:lnTo>
                  <a:pt x="557591" y="2348031"/>
                </a:lnTo>
                <a:lnTo>
                  <a:pt x="556794" y="2348019"/>
                </a:lnTo>
                <a:lnTo>
                  <a:pt x="556008" y="2347982"/>
                </a:lnTo>
                <a:lnTo>
                  <a:pt x="555232" y="2347920"/>
                </a:lnTo>
                <a:lnTo>
                  <a:pt x="554468" y="2347834"/>
                </a:lnTo>
                <a:lnTo>
                  <a:pt x="553715" y="2347723"/>
                </a:lnTo>
                <a:lnTo>
                  <a:pt x="552974" y="2347587"/>
                </a:lnTo>
                <a:lnTo>
                  <a:pt x="552243" y="2347427"/>
                </a:lnTo>
                <a:close/>
                <a:moveTo>
                  <a:pt x="723652" y="300915"/>
                </a:moveTo>
                <a:lnTo>
                  <a:pt x="723652" y="300927"/>
                </a:lnTo>
                <a:lnTo>
                  <a:pt x="723652" y="300921"/>
                </a:lnTo>
                <a:lnTo>
                  <a:pt x="723652" y="300906"/>
                </a:lnTo>
                <a:lnTo>
                  <a:pt x="723652" y="300915"/>
                </a:lnTo>
                <a:close/>
                <a:moveTo>
                  <a:pt x="723652" y="300959"/>
                </a:moveTo>
                <a:lnTo>
                  <a:pt x="723652" y="300947"/>
                </a:lnTo>
                <a:lnTo>
                  <a:pt x="723652" y="300931"/>
                </a:lnTo>
                <a:lnTo>
                  <a:pt x="723652" y="300927"/>
                </a:lnTo>
                <a:lnTo>
                  <a:pt x="723652" y="300944"/>
                </a:lnTo>
                <a:lnTo>
                  <a:pt x="723652" y="300959"/>
                </a:lnTo>
                <a:close/>
                <a:moveTo>
                  <a:pt x="723652" y="300999"/>
                </a:moveTo>
                <a:lnTo>
                  <a:pt x="723652" y="301017"/>
                </a:lnTo>
                <a:lnTo>
                  <a:pt x="723652" y="301000"/>
                </a:lnTo>
                <a:lnTo>
                  <a:pt x="723652" y="300970"/>
                </a:lnTo>
                <a:lnTo>
                  <a:pt x="723652" y="300959"/>
                </a:lnTo>
                <a:lnTo>
                  <a:pt x="723652" y="300964"/>
                </a:lnTo>
                <a:lnTo>
                  <a:pt x="723652" y="300981"/>
                </a:lnTo>
                <a:lnTo>
                  <a:pt x="723652" y="300999"/>
                </a:lnTo>
                <a:close/>
                <a:moveTo>
                  <a:pt x="723652" y="301048"/>
                </a:moveTo>
                <a:lnTo>
                  <a:pt x="723652" y="301037"/>
                </a:lnTo>
                <a:lnTo>
                  <a:pt x="723652" y="301017"/>
                </a:lnTo>
                <a:lnTo>
                  <a:pt x="723652" y="301017"/>
                </a:lnTo>
                <a:lnTo>
                  <a:pt x="723652" y="301034"/>
                </a:lnTo>
                <a:lnTo>
                  <a:pt x="723652" y="301048"/>
                </a:lnTo>
                <a:close/>
                <a:moveTo>
                  <a:pt x="723652" y="301048"/>
                </a:moveTo>
                <a:lnTo>
                  <a:pt x="723652" y="301056"/>
                </a:lnTo>
                <a:lnTo>
                  <a:pt x="723652" y="301065"/>
                </a:lnTo>
                <a:lnTo>
                  <a:pt x="723652" y="301048"/>
                </a:lnTo>
                <a:close/>
                <a:moveTo>
                  <a:pt x="723697" y="301803"/>
                </a:moveTo>
                <a:lnTo>
                  <a:pt x="723713" y="301896"/>
                </a:lnTo>
                <a:lnTo>
                  <a:pt x="723730" y="301995"/>
                </a:lnTo>
                <a:lnTo>
                  <a:pt x="723747" y="302101"/>
                </a:lnTo>
                <a:lnTo>
                  <a:pt x="723765" y="302214"/>
                </a:lnTo>
                <a:lnTo>
                  <a:pt x="723784" y="302332"/>
                </a:lnTo>
                <a:lnTo>
                  <a:pt x="723803" y="302458"/>
                </a:lnTo>
                <a:lnTo>
                  <a:pt x="723823" y="302590"/>
                </a:lnTo>
                <a:lnTo>
                  <a:pt x="723843" y="302728"/>
                </a:lnTo>
                <a:lnTo>
                  <a:pt x="723864" y="302873"/>
                </a:lnTo>
                <a:lnTo>
                  <a:pt x="723885" y="303024"/>
                </a:lnTo>
                <a:lnTo>
                  <a:pt x="723907" y="303181"/>
                </a:lnTo>
                <a:lnTo>
                  <a:pt x="723930" y="303345"/>
                </a:lnTo>
                <a:lnTo>
                  <a:pt x="723953" y="303516"/>
                </a:lnTo>
                <a:lnTo>
                  <a:pt x="723977" y="303693"/>
                </a:lnTo>
                <a:lnTo>
                  <a:pt x="724001" y="303876"/>
                </a:lnTo>
                <a:lnTo>
                  <a:pt x="724026" y="304066"/>
                </a:lnTo>
                <a:lnTo>
                  <a:pt x="724052" y="304263"/>
                </a:lnTo>
                <a:lnTo>
                  <a:pt x="724078" y="304466"/>
                </a:lnTo>
                <a:lnTo>
                  <a:pt x="724104" y="304675"/>
                </a:lnTo>
                <a:lnTo>
                  <a:pt x="724132" y="304891"/>
                </a:lnTo>
                <a:lnTo>
                  <a:pt x="724160" y="305113"/>
                </a:lnTo>
                <a:lnTo>
                  <a:pt x="739714" y="305113"/>
                </a:lnTo>
                <a:lnTo>
                  <a:pt x="739714" y="303084"/>
                </a:lnTo>
                <a:lnTo>
                  <a:pt x="739722" y="302526"/>
                </a:lnTo>
                <a:lnTo>
                  <a:pt x="739748" y="301978"/>
                </a:lnTo>
                <a:lnTo>
                  <a:pt x="739790" y="301441"/>
                </a:lnTo>
                <a:lnTo>
                  <a:pt x="739850" y="300914"/>
                </a:lnTo>
                <a:lnTo>
                  <a:pt x="739927" y="300398"/>
                </a:lnTo>
                <a:lnTo>
                  <a:pt x="740020" y="299893"/>
                </a:lnTo>
                <a:lnTo>
                  <a:pt x="740131" y="299398"/>
                </a:lnTo>
                <a:lnTo>
                  <a:pt x="740258" y="298913"/>
                </a:lnTo>
                <a:lnTo>
                  <a:pt x="740403" y="298440"/>
                </a:lnTo>
                <a:lnTo>
                  <a:pt x="740565" y="297977"/>
                </a:lnTo>
                <a:lnTo>
                  <a:pt x="740744" y="297524"/>
                </a:lnTo>
                <a:lnTo>
                  <a:pt x="740939" y="297082"/>
                </a:lnTo>
                <a:lnTo>
                  <a:pt x="741152" y="296650"/>
                </a:lnTo>
                <a:lnTo>
                  <a:pt x="741382" y="296230"/>
                </a:lnTo>
                <a:lnTo>
                  <a:pt x="741629" y="295819"/>
                </a:lnTo>
                <a:lnTo>
                  <a:pt x="741893" y="295419"/>
                </a:lnTo>
                <a:lnTo>
                  <a:pt x="742174" y="295030"/>
                </a:lnTo>
                <a:lnTo>
                  <a:pt x="742472" y="294652"/>
                </a:lnTo>
                <a:lnTo>
                  <a:pt x="742787" y="294283"/>
                </a:lnTo>
                <a:lnTo>
                  <a:pt x="743119" y="293926"/>
                </a:lnTo>
                <a:lnTo>
                  <a:pt x="743467" y="293579"/>
                </a:lnTo>
                <a:lnTo>
                  <a:pt x="743834" y="293243"/>
                </a:lnTo>
                <a:lnTo>
                  <a:pt x="744217" y="292917"/>
                </a:lnTo>
                <a:lnTo>
                  <a:pt x="744617" y="292602"/>
                </a:lnTo>
                <a:lnTo>
                  <a:pt x="745032" y="292298"/>
                </a:lnTo>
                <a:lnTo>
                  <a:pt x="745462" y="292008"/>
                </a:lnTo>
                <a:lnTo>
                  <a:pt x="745906" y="291730"/>
                </a:lnTo>
                <a:lnTo>
                  <a:pt x="746364" y="291465"/>
                </a:lnTo>
                <a:lnTo>
                  <a:pt x="746836" y="291213"/>
                </a:lnTo>
                <a:lnTo>
                  <a:pt x="747322" y="290974"/>
                </a:lnTo>
                <a:lnTo>
                  <a:pt x="747822" y="290748"/>
                </a:lnTo>
                <a:lnTo>
                  <a:pt x="748336" y="290535"/>
                </a:lnTo>
                <a:lnTo>
                  <a:pt x="748864" y="290335"/>
                </a:lnTo>
                <a:lnTo>
                  <a:pt x="749407" y="290148"/>
                </a:lnTo>
                <a:lnTo>
                  <a:pt x="749963" y="289974"/>
                </a:lnTo>
                <a:lnTo>
                  <a:pt x="750534" y="289812"/>
                </a:lnTo>
                <a:lnTo>
                  <a:pt x="751119" y="289664"/>
                </a:lnTo>
                <a:lnTo>
                  <a:pt x="751717" y="289528"/>
                </a:lnTo>
                <a:lnTo>
                  <a:pt x="752330" y="289405"/>
                </a:lnTo>
                <a:lnTo>
                  <a:pt x="752957" y="289295"/>
                </a:lnTo>
                <a:lnTo>
                  <a:pt x="753598" y="289199"/>
                </a:lnTo>
                <a:lnTo>
                  <a:pt x="754253" y="289115"/>
                </a:lnTo>
                <a:lnTo>
                  <a:pt x="754923" y="289044"/>
                </a:lnTo>
                <a:lnTo>
                  <a:pt x="755606" y="288986"/>
                </a:lnTo>
                <a:lnTo>
                  <a:pt x="756303" y="288940"/>
                </a:lnTo>
                <a:lnTo>
                  <a:pt x="757015" y="288908"/>
                </a:lnTo>
                <a:lnTo>
                  <a:pt x="757740" y="288889"/>
                </a:lnTo>
                <a:lnTo>
                  <a:pt x="758480" y="288882"/>
                </a:lnTo>
                <a:lnTo>
                  <a:pt x="759287" y="288889"/>
                </a:lnTo>
                <a:lnTo>
                  <a:pt x="760075" y="288908"/>
                </a:lnTo>
                <a:lnTo>
                  <a:pt x="760842" y="288940"/>
                </a:lnTo>
                <a:lnTo>
                  <a:pt x="761589" y="288986"/>
                </a:lnTo>
                <a:lnTo>
                  <a:pt x="762316" y="289044"/>
                </a:lnTo>
                <a:lnTo>
                  <a:pt x="763024" y="289115"/>
                </a:lnTo>
                <a:lnTo>
                  <a:pt x="763711" y="289199"/>
                </a:lnTo>
                <a:lnTo>
                  <a:pt x="764379" y="289295"/>
                </a:lnTo>
                <a:lnTo>
                  <a:pt x="765026" y="289405"/>
                </a:lnTo>
                <a:lnTo>
                  <a:pt x="765654" y="289528"/>
                </a:lnTo>
                <a:lnTo>
                  <a:pt x="766261" y="289664"/>
                </a:lnTo>
                <a:lnTo>
                  <a:pt x="766849" y="289812"/>
                </a:lnTo>
                <a:lnTo>
                  <a:pt x="767417" y="289974"/>
                </a:lnTo>
                <a:lnTo>
                  <a:pt x="767964" y="290148"/>
                </a:lnTo>
                <a:lnTo>
                  <a:pt x="768492" y="290335"/>
                </a:lnTo>
                <a:lnTo>
                  <a:pt x="769000" y="290535"/>
                </a:lnTo>
                <a:lnTo>
                  <a:pt x="769488" y="290748"/>
                </a:lnTo>
                <a:lnTo>
                  <a:pt x="769956" y="290974"/>
                </a:lnTo>
                <a:lnTo>
                  <a:pt x="770404" y="291213"/>
                </a:lnTo>
                <a:lnTo>
                  <a:pt x="770831" y="291465"/>
                </a:lnTo>
                <a:lnTo>
                  <a:pt x="771239" y="291730"/>
                </a:lnTo>
                <a:lnTo>
                  <a:pt x="771627" y="292008"/>
                </a:lnTo>
                <a:lnTo>
                  <a:pt x="771996" y="292298"/>
                </a:lnTo>
                <a:lnTo>
                  <a:pt x="772344" y="292602"/>
                </a:lnTo>
                <a:lnTo>
                  <a:pt x="772689" y="292919"/>
                </a:lnTo>
                <a:lnTo>
                  <a:pt x="773019" y="293252"/>
                </a:lnTo>
                <a:lnTo>
                  <a:pt x="773334" y="293600"/>
                </a:lnTo>
                <a:lnTo>
                  <a:pt x="773635" y="293964"/>
                </a:lnTo>
                <a:lnTo>
                  <a:pt x="773921" y="294342"/>
                </a:lnTo>
                <a:lnTo>
                  <a:pt x="774193" y="294736"/>
                </a:lnTo>
                <a:lnTo>
                  <a:pt x="774450" y="295145"/>
                </a:lnTo>
                <a:lnTo>
                  <a:pt x="774692" y="295570"/>
                </a:lnTo>
                <a:lnTo>
                  <a:pt x="774919" y="296009"/>
                </a:lnTo>
                <a:lnTo>
                  <a:pt x="775132" y="296464"/>
                </a:lnTo>
                <a:lnTo>
                  <a:pt x="775330" y="296935"/>
                </a:lnTo>
                <a:lnTo>
                  <a:pt x="775514" y="297420"/>
                </a:lnTo>
                <a:lnTo>
                  <a:pt x="775682" y="297921"/>
                </a:lnTo>
                <a:lnTo>
                  <a:pt x="775837" y="298437"/>
                </a:lnTo>
                <a:lnTo>
                  <a:pt x="775976" y="298968"/>
                </a:lnTo>
                <a:lnTo>
                  <a:pt x="776101" y="299515"/>
                </a:lnTo>
                <a:lnTo>
                  <a:pt x="776211" y="300076"/>
                </a:lnTo>
                <a:lnTo>
                  <a:pt x="776306" y="300653"/>
                </a:lnTo>
                <a:lnTo>
                  <a:pt x="776387" y="301246"/>
                </a:lnTo>
                <a:lnTo>
                  <a:pt x="776453" y="301853"/>
                </a:lnTo>
                <a:lnTo>
                  <a:pt x="776504" y="302476"/>
                </a:lnTo>
                <a:lnTo>
                  <a:pt x="776541" y="303114"/>
                </a:lnTo>
                <a:lnTo>
                  <a:pt x="776563" y="303768"/>
                </a:lnTo>
                <a:lnTo>
                  <a:pt x="776570" y="304437"/>
                </a:lnTo>
                <a:lnTo>
                  <a:pt x="776570" y="313904"/>
                </a:lnTo>
                <a:lnTo>
                  <a:pt x="774907" y="313909"/>
                </a:lnTo>
                <a:lnTo>
                  <a:pt x="773271" y="313924"/>
                </a:lnTo>
                <a:lnTo>
                  <a:pt x="771662" y="313949"/>
                </a:lnTo>
                <a:lnTo>
                  <a:pt x="770080" y="313984"/>
                </a:lnTo>
                <a:lnTo>
                  <a:pt x="768525" y="314029"/>
                </a:lnTo>
                <a:lnTo>
                  <a:pt x="766997" y="314084"/>
                </a:lnTo>
                <a:lnTo>
                  <a:pt x="765496" y="314149"/>
                </a:lnTo>
                <a:lnTo>
                  <a:pt x="764022" y="314224"/>
                </a:lnTo>
                <a:lnTo>
                  <a:pt x="762575" y="314308"/>
                </a:lnTo>
                <a:lnTo>
                  <a:pt x="761155" y="314403"/>
                </a:lnTo>
                <a:lnTo>
                  <a:pt x="759762" y="314508"/>
                </a:lnTo>
                <a:lnTo>
                  <a:pt x="758396" y="314623"/>
                </a:lnTo>
                <a:lnTo>
                  <a:pt x="757057" y="314748"/>
                </a:lnTo>
                <a:lnTo>
                  <a:pt x="755745" y="314882"/>
                </a:lnTo>
                <a:lnTo>
                  <a:pt x="754460" y="315027"/>
                </a:lnTo>
                <a:lnTo>
                  <a:pt x="753201" y="315182"/>
                </a:lnTo>
                <a:lnTo>
                  <a:pt x="751970" y="315346"/>
                </a:lnTo>
                <a:lnTo>
                  <a:pt x="750766" y="315521"/>
                </a:lnTo>
                <a:lnTo>
                  <a:pt x="749589" y="315706"/>
                </a:lnTo>
                <a:lnTo>
                  <a:pt x="748439" y="315900"/>
                </a:lnTo>
                <a:lnTo>
                  <a:pt x="747316" y="316105"/>
                </a:lnTo>
                <a:lnTo>
                  <a:pt x="746220" y="316319"/>
                </a:lnTo>
                <a:lnTo>
                  <a:pt x="745151" y="316544"/>
                </a:lnTo>
                <a:lnTo>
                  <a:pt x="744109" y="316778"/>
                </a:lnTo>
                <a:lnTo>
                  <a:pt x="743106" y="317024"/>
                </a:lnTo>
                <a:lnTo>
                  <a:pt x="742126" y="317281"/>
                </a:lnTo>
                <a:lnTo>
                  <a:pt x="741169" y="317550"/>
                </a:lnTo>
                <a:lnTo>
                  <a:pt x="740235" y="317830"/>
                </a:lnTo>
                <a:lnTo>
                  <a:pt x="739324" y="318123"/>
                </a:lnTo>
                <a:lnTo>
                  <a:pt x="738435" y="318427"/>
                </a:lnTo>
                <a:lnTo>
                  <a:pt x="737570" y="318743"/>
                </a:lnTo>
                <a:lnTo>
                  <a:pt x="736727" y="319070"/>
                </a:lnTo>
                <a:lnTo>
                  <a:pt x="735907" y="319409"/>
                </a:lnTo>
                <a:lnTo>
                  <a:pt x="735110" y="319760"/>
                </a:lnTo>
                <a:lnTo>
                  <a:pt x="734336" y="320123"/>
                </a:lnTo>
                <a:lnTo>
                  <a:pt x="733585" y="320498"/>
                </a:lnTo>
                <a:lnTo>
                  <a:pt x="732857" y="320884"/>
                </a:lnTo>
                <a:lnTo>
                  <a:pt x="732151" y="321282"/>
                </a:lnTo>
                <a:lnTo>
                  <a:pt x="731469" y="321692"/>
                </a:lnTo>
                <a:lnTo>
                  <a:pt x="730809" y="322113"/>
                </a:lnTo>
                <a:lnTo>
                  <a:pt x="730173" y="322547"/>
                </a:lnTo>
                <a:lnTo>
                  <a:pt x="729559" y="322992"/>
                </a:lnTo>
                <a:lnTo>
                  <a:pt x="728968" y="323448"/>
                </a:lnTo>
                <a:lnTo>
                  <a:pt x="728400" y="323917"/>
                </a:lnTo>
                <a:lnTo>
                  <a:pt x="727855" y="324397"/>
                </a:lnTo>
                <a:lnTo>
                  <a:pt x="727333" y="324889"/>
                </a:lnTo>
                <a:lnTo>
                  <a:pt x="726834" y="325393"/>
                </a:lnTo>
                <a:lnTo>
                  <a:pt x="726357" y="325908"/>
                </a:lnTo>
                <a:lnTo>
                  <a:pt x="725916" y="326422"/>
                </a:lnTo>
                <a:lnTo>
                  <a:pt x="725493" y="326951"/>
                </a:lnTo>
                <a:lnTo>
                  <a:pt x="725089" y="327493"/>
                </a:lnTo>
                <a:lnTo>
                  <a:pt x="724704" y="328050"/>
                </a:lnTo>
                <a:lnTo>
                  <a:pt x="724338" y="328620"/>
                </a:lnTo>
                <a:lnTo>
                  <a:pt x="723990" y="329205"/>
                </a:lnTo>
                <a:lnTo>
                  <a:pt x="723662" y="329804"/>
                </a:lnTo>
                <a:lnTo>
                  <a:pt x="723352" y="330417"/>
                </a:lnTo>
                <a:lnTo>
                  <a:pt x="723061" y="331043"/>
                </a:lnTo>
                <a:lnTo>
                  <a:pt x="722788" y="331685"/>
                </a:lnTo>
                <a:lnTo>
                  <a:pt x="722535" y="332340"/>
                </a:lnTo>
                <a:lnTo>
                  <a:pt x="722300" y="333009"/>
                </a:lnTo>
                <a:lnTo>
                  <a:pt x="722084" y="333692"/>
                </a:lnTo>
                <a:lnTo>
                  <a:pt x="721887" y="334390"/>
                </a:lnTo>
                <a:lnTo>
                  <a:pt x="721708" y="335101"/>
                </a:lnTo>
                <a:lnTo>
                  <a:pt x="721548" y="335827"/>
                </a:lnTo>
                <a:lnTo>
                  <a:pt x="721407" y="336566"/>
                </a:lnTo>
                <a:lnTo>
                  <a:pt x="721285" y="337320"/>
                </a:lnTo>
                <a:lnTo>
                  <a:pt x="721182" y="338088"/>
                </a:lnTo>
                <a:lnTo>
                  <a:pt x="721098" y="338870"/>
                </a:lnTo>
                <a:lnTo>
                  <a:pt x="721032" y="339666"/>
                </a:lnTo>
                <a:lnTo>
                  <a:pt x="720985" y="340476"/>
                </a:lnTo>
                <a:lnTo>
                  <a:pt x="720957" y="341300"/>
                </a:lnTo>
                <a:lnTo>
                  <a:pt x="720947" y="342139"/>
                </a:lnTo>
                <a:lnTo>
                  <a:pt x="720960" y="343143"/>
                </a:lnTo>
                <a:lnTo>
                  <a:pt x="720997" y="344126"/>
                </a:lnTo>
                <a:lnTo>
                  <a:pt x="721058" y="345089"/>
                </a:lnTo>
                <a:lnTo>
                  <a:pt x="721144" y="346032"/>
                </a:lnTo>
                <a:lnTo>
                  <a:pt x="721255" y="346954"/>
                </a:lnTo>
                <a:lnTo>
                  <a:pt x="721391" y="347855"/>
                </a:lnTo>
                <a:lnTo>
                  <a:pt x="721551" y="348736"/>
                </a:lnTo>
                <a:lnTo>
                  <a:pt x="721736" y="349596"/>
                </a:lnTo>
                <a:lnTo>
                  <a:pt x="721946" y="350436"/>
                </a:lnTo>
                <a:lnTo>
                  <a:pt x="722180" y="351255"/>
                </a:lnTo>
                <a:lnTo>
                  <a:pt x="722439" y="352054"/>
                </a:lnTo>
                <a:lnTo>
                  <a:pt x="722722" y="352832"/>
                </a:lnTo>
                <a:lnTo>
                  <a:pt x="723031" y="353590"/>
                </a:lnTo>
                <a:lnTo>
                  <a:pt x="723363" y="354327"/>
                </a:lnTo>
                <a:lnTo>
                  <a:pt x="723721" y="355043"/>
                </a:lnTo>
                <a:lnTo>
                  <a:pt x="724103" y="355739"/>
                </a:lnTo>
                <a:lnTo>
                  <a:pt x="724510" y="356414"/>
                </a:lnTo>
                <a:lnTo>
                  <a:pt x="724941" y="357069"/>
                </a:lnTo>
                <a:lnTo>
                  <a:pt x="725398" y="357703"/>
                </a:lnTo>
                <a:lnTo>
                  <a:pt x="725878" y="358317"/>
                </a:lnTo>
                <a:lnTo>
                  <a:pt x="726384" y="358910"/>
                </a:lnTo>
                <a:lnTo>
                  <a:pt x="726914" y="359483"/>
                </a:lnTo>
                <a:lnTo>
                  <a:pt x="727469" y="360035"/>
                </a:lnTo>
                <a:lnTo>
                  <a:pt x="728048" y="360567"/>
                </a:lnTo>
                <a:lnTo>
                  <a:pt x="728664" y="361077"/>
                </a:lnTo>
                <a:lnTo>
                  <a:pt x="729302" y="361566"/>
                </a:lnTo>
                <a:lnTo>
                  <a:pt x="729961" y="362033"/>
                </a:lnTo>
                <a:lnTo>
                  <a:pt x="730640" y="362478"/>
                </a:lnTo>
                <a:lnTo>
                  <a:pt x="731341" y="362902"/>
                </a:lnTo>
                <a:lnTo>
                  <a:pt x="732063" y="363303"/>
                </a:lnTo>
                <a:lnTo>
                  <a:pt x="732807" y="363684"/>
                </a:lnTo>
                <a:lnTo>
                  <a:pt x="733571" y="364042"/>
                </a:lnTo>
                <a:lnTo>
                  <a:pt x="734356" y="364379"/>
                </a:lnTo>
                <a:lnTo>
                  <a:pt x="735163" y="364694"/>
                </a:lnTo>
                <a:lnTo>
                  <a:pt x="735991" y="364987"/>
                </a:lnTo>
                <a:lnTo>
                  <a:pt x="736840" y="365258"/>
                </a:lnTo>
                <a:lnTo>
                  <a:pt x="737710" y="365508"/>
                </a:lnTo>
                <a:lnTo>
                  <a:pt x="738601" y="365736"/>
                </a:lnTo>
                <a:lnTo>
                  <a:pt x="739513" y="365943"/>
                </a:lnTo>
                <a:lnTo>
                  <a:pt x="740446" y="366127"/>
                </a:lnTo>
                <a:lnTo>
                  <a:pt x="741401" y="366290"/>
                </a:lnTo>
                <a:lnTo>
                  <a:pt x="742376" y="366431"/>
                </a:lnTo>
                <a:lnTo>
                  <a:pt x="743373" y="366551"/>
                </a:lnTo>
                <a:lnTo>
                  <a:pt x="744391" y="366649"/>
                </a:lnTo>
                <a:lnTo>
                  <a:pt x="745430" y="366725"/>
                </a:lnTo>
                <a:lnTo>
                  <a:pt x="746490" y="366779"/>
                </a:lnTo>
                <a:lnTo>
                  <a:pt x="747572" y="366811"/>
                </a:lnTo>
                <a:lnTo>
                  <a:pt x="748674" y="366822"/>
                </a:lnTo>
                <a:lnTo>
                  <a:pt x="749181" y="366820"/>
                </a:lnTo>
                <a:lnTo>
                  <a:pt x="749685" y="366813"/>
                </a:lnTo>
                <a:lnTo>
                  <a:pt x="750188" y="366801"/>
                </a:lnTo>
                <a:lnTo>
                  <a:pt x="750689" y="366785"/>
                </a:lnTo>
                <a:lnTo>
                  <a:pt x="751188" y="366764"/>
                </a:lnTo>
                <a:lnTo>
                  <a:pt x="751686" y="366738"/>
                </a:lnTo>
                <a:lnTo>
                  <a:pt x="752182" y="366707"/>
                </a:lnTo>
                <a:lnTo>
                  <a:pt x="752675" y="366672"/>
                </a:lnTo>
                <a:lnTo>
                  <a:pt x="753168" y="366632"/>
                </a:lnTo>
                <a:lnTo>
                  <a:pt x="753658" y="366587"/>
                </a:lnTo>
                <a:lnTo>
                  <a:pt x="754147" y="366538"/>
                </a:lnTo>
                <a:lnTo>
                  <a:pt x="754634" y="366484"/>
                </a:lnTo>
                <a:lnTo>
                  <a:pt x="755119" y="366425"/>
                </a:lnTo>
                <a:lnTo>
                  <a:pt x="755602" y="366362"/>
                </a:lnTo>
                <a:lnTo>
                  <a:pt x="756084" y="366294"/>
                </a:lnTo>
                <a:lnTo>
                  <a:pt x="756564" y="366221"/>
                </a:lnTo>
                <a:lnTo>
                  <a:pt x="757042" y="366144"/>
                </a:lnTo>
                <a:lnTo>
                  <a:pt x="757519" y="366061"/>
                </a:lnTo>
                <a:lnTo>
                  <a:pt x="757993" y="365974"/>
                </a:lnTo>
                <a:lnTo>
                  <a:pt x="758466" y="365883"/>
                </a:lnTo>
                <a:lnTo>
                  <a:pt x="758937" y="365787"/>
                </a:lnTo>
                <a:lnTo>
                  <a:pt x="759406" y="365686"/>
                </a:lnTo>
                <a:lnTo>
                  <a:pt x="759874" y="365580"/>
                </a:lnTo>
                <a:lnTo>
                  <a:pt x="760340" y="365470"/>
                </a:lnTo>
                <a:lnTo>
                  <a:pt x="760803" y="365368"/>
                </a:lnTo>
                <a:lnTo>
                  <a:pt x="761263" y="365259"/>
                </a:lnTo>
                <a:lnTo>
                  <a:pt x="761719" y="365145"/>
                </a:lnTo>
                <a:lnTo>
                  <a:pt x="762171" y="365023"/>
                </a:lnTo>
                <a:lnTo>
                  <a:pt x="762621" y="364896"/>
                </a:lnTo>
                <a:lnTo>
                  <a:pt x="763066" y="364762"/>
                </a:lnTo>
                <a:lnTo>
                  <a:pt x="763508" y="364621"/>
                </a:lnTo>
                <a:lnTo>
                  <a:pt x="763947" y="364474"/>
                </a:lnTo>
                <a:lnTo>
                  <a:pt x="764382" y="364321"/>
                </a:lnTo>
                <a:lnTo>
                  <a:pt x="764813" y="364161"/>
                </a:lnTo>
                <a:lnTo>
                  <a:pt x="765241" y="363994"/>
                </a:lnTo>
                <a:lnTo>
                  <a:pt x="765666" y="363821"/>
                </a:lnTo>
                <a:lnTo>
                  <a:pt x="766086" y="363642"/>
                </a:lnTo>
                <a:lnTo>
                  <a:pt x="766504" y="363456"/>
                </a:lnTo>
                <a:lnTo>
                  <a:pt x="766918" y="363264"/>
                </a:lnTo>
                <a:lnTo>
                  <a:pt x="767328" y="363065"/>
                </a:lnTo>
                <a:lnTo>
                  <a:pt x="767735" y="362860"/>
                </a:lnTo>
                <a:lnTo>
                  <a:pt x="768138" y="362648"/>
                </a:lnTo>
                <a:lnTo>
                  <a:pt x="768538" y="362430"/>
                </a:lnTo>
                <a:lnTo>
                  <a:pt x="768934" y="362206"/>
                </a:lnTo>
                <a:lnTo>
                  <a:pt x="769327" y="361975"/>
                </a:lnTo>
                <a:lnTo>
                  <a:pt x="769716" y="361737"/>
                </a:lnTo>
                <a:lnTo>
                  <a:pt x="770102" y="361493"/>
                </a:lnTo>
                <a:lnTo>
                  <a:pt x="770484" y="361243"/>
                </a:lnTo>
                <a:lnTo>
                  <a:pt x="770861" y="360972"/>
                </a:lnTo>
                <a:lnTo>
                  <a:pt x="771233" y="360693"/>
                </a:lnTo>
                <a:lnTo>
                  <a:pt x="771599" y="360408"/>
                </a:lnTo>
                <a:lnTo>
                  <a:pt x="771959" y="360116"/>
                </a:lnTo>
                <a:lnTo>
                  <a:pt x="772313" y="359816"/>
                </a:lnTo>
                <a:lnTo>
                  <a:pt x="772661" y="359510"/>
                </a:lnTo>
                <a:lnTo>
                  <a:pt x="773003" y="359196"/>
                </a:lnTo>
                <a:lnTo>
                  <a:pt x="773339" y="358876"/>
                </a:lnTo>
                <a:lnTo>
                  <a:pt x="773670" y="358548"/>
                </a:lnTo>
                <a:lnTo>
                  <a:pt x="773994" y="358214"/>
                </a:lnTo>
                <a:lnTo>
                  <a:pt x="774313" y="357872"/>
                </a:lnTo>
                <a:lnTo>
                  <a:pt x="774626" y="357523"/>
                </a:lnTo>
                <a:lnTo>
                  <a:pt x="774933" y="357168"/>
                </a:lnTo>
                <a:lnTo>
                  <a:pt x="775234" y="356805"/>
                </a:lnTo>
                <a:lnTo>
                  <a:pt x="775529" y="356435"/>
                </a:lnTo>
                <a:lnTo>
                  <a:pt x="775819" y="356058"/>
                </a:lnTo>
                <a:lnTo>
                  <a:pt x="776102" y="355674"/>
                </a:lnTo>
                <a:lnTo>
                  <a:pt x="776380" y="355283"/>
                </a:lnTo>
                <a:lnTo>
                  <a:pt x="776652" y="354885"/>
                </a:lnTo>
                <a:lnTo>
                  <a:pt x="776918" y="354480"/>
                </a:lnTo>
                <a:lnTo>
                  <a:pt x="777178" y="354068"/>
                </a:lnTo>
                <a:lnTo>
                  <a:pt x="777432" y="353649"/>
                </a:lnTo>
                <a:lnTo>
                  <a:pt x="777680" y="353223"/>
                </a:lnTo>
                <a:lnTo>
                  <a:pt x="777923" y="352790"/>
                </a:lnTo>
                <a:lnTo>
                  <a:pt x="777967" y="353236"/>
                </a:lnTo>
                <a:lnTo>
                  <a:pt x="778014" y="353675"/>
                </a:lnTo>
                <a:lnTo>
                  <a:pt x="778066" y="354105"/>
                </a:lnTo>
                <a:lnTo>
                  <a:pt x="778120" y="354527"/>
                </a:lnTo>
                <a:lnTo>
                  <a:pt x="778178" y="354941"/>
                </a:lnTo>
                <a:lnTo>
                  <a:pt x="778240" y="355347"/>
                </a:lnTo>
                <a:lnTo>
                  <a:pt x="778305" y="355744"/>
                </a:lnTo>
                <a:lnTo>
                  <a:pt x="778374" y="356133"/>
                </a:lnTo>
                <a:lnTo>
                  <a:pt x="778446" y="356514"/>
                </a:lnTo>
                <a:lnTo>
                  <a:pt x="778522" y="356887"/>
                </a:lnTo>
                <a:lnTo>
                  <a:pt x="778601" y="357252"/>
                </a:lnTo>
                <a:lnTo>
                  <a:pt x="778684" y="357608"/>
                </a:lnTo>
                <a:lnTo>
                  <a:pt x="778770" y="357956"/>
                </a:lnTo>
                <a:lnTo>
                  <a:pt x="778860" y="358296"/>
                </a:lnTo>
                <a:lnTo>
                  <a:pt x="778953" y="358628"/>
                </a:lnTo>
                <a:lnTo>
                  <a:pt x="779050" y="358951"/>
                </a:lnTo>
                <a:lnTo>
                  <a:pt x="779150" y="359266"/>
                </a:lnTo>
                <a:lnTo>
                  <a:pt x="779254" y="359573"/>
                </a:lnTo>
                <a:lnTo>
                  <a:pt x="779362" y="359872"/>
                </a:lnTo>
                <a:lnTo>
                  <a:pt x="779473" y="360163"/>
                </a:lnTo>
                <a:lnTo>
                  <a:pt x="779587" y="360445"/>
                </a:lnTo>
                <a:lnTo>
                  <a:pt x="779705" y="360719"/>
                </a:lnTo>
                <a:lnTo>
                  <a:pt x="779827" y="360985"/>
                </a:lnTo>
                <a:lnTo>
                  <a:pt x="779952" y="361243"/>
                </a:lnTo>
                <a:lnTo>
                  <a:pt x="780081" y="361493"/>
                </a:lnTo>
                <a:lnTo>
                  <a:pt x="780217" y="361737"/>
                </a:lnTo>
                <a:lnTo>
                  <a:pt x="780358" y="361975"/>
                </a:lnTo>
                <a:lnTo>
                  <a:pt x="780506" y="362206"/>
                </a:lnTo>
                <a:lnTo>
                  <a:pt x="780659" y="362430"/>
                </a:lnTo>
                <a:lnTo>
                  <a:pt x="780818" y="362648"/>
                </a:lnTo>
                <a:lnTo>
                  <a:pt x="780983" y="362860"/>
                </a:lnTo>
                <a:lnTo>
                  <a:pt x="781154" y="363065"/>
                </a:lnTo>
                <a:lnTo>
                  <a:pt x="781331" y="363264"/>
                </a:lnTo>
                <a:lnTo>
                  <a:pt x="781513" y="363456"/>
                </a:lnTo>
                <a:lnTo>
                  <a:pt x="781702" y="363642"/>
                </a:lnTo>
                <a:lnTo>
                  <a:pt x="781896" y="363821"/>
                </a:lnTo>
                <a:lnTo>
                  <a:pt x="782096" y="363994"/>
                </a:lnTo>
                <a:lnTo>
                  <a:pt x="782302" y="364161"/>
                </a:lnTo>
                <a:lnTo>
                  <a:pt x="782514" y="364321"/>
                </a:lnTo>
                <a:lnTo>
                  <a:pt x="782732" y="364474"/>
                </a:lnTo>
                <a:lnTo>
                  <a:pt x="782956" y="364621"/>
                </a:lnTo>
                <a:lnTo>
                  <a:pt x="783185" y="364762"/>
                </a:lnTo>
                <a:lnTo>
                  <a:pt x="783420" y="364896"/>
                </a:lnTo>
                <a:lnTo>
                  <a:pt x="783662" y="365023"/>
                </a:lnTo>
                <a:lnTo>
                  <a:pt x="783909" y="365145"/>
                </a:lnTo>
                <a:lnTo>
                  <a:pt x="784162" y="365259"/>
                </a:lnTo>
                <a:lnTo>
                  <a:pt x="784421" y="365368"/>
                </a:lnTo>
                <a:lnTo>
                  <a:pt x="784686" y="365470"/>
                </a:lnTo>
                <a:lnTo>
                  <a:pt x="784956" y="365580"/>
                </a:lnTo>
                <a:lnTo>
                  <a:pt x="785234" y="365686"/>
                </a:lnTo>
                <a:lnTo>
                  <a:pt x="785518" y="365787"/>
                </a:lnTo>
                <a:lnTo>
                  <a:pt x="785808" y="365883"/>
                </a:lnTo>
                <a:lnTo>
                  <a:pt x="786105" y="365974"/>
                </a:lnTo>
                <a:lnTo>
                  <a:pt x="786408" y="366061"/>
                </a:lnTo>
                <a:lnTo>
                  <a:pt x="786718" y="366144"/>
                </a:lnTo>
                <a:lnTo>
                  <a:pt x="787034" y="366221"/>
                </a:lnTo>
                <a:lnTo>
                  <a:pt x="787356" y="366294"/>
                </a:lnTo>
                <a:lnTo>
                  <a:pt x="787685" y="366362"/>
                </a:lnTo>
                <a:lnTo>
                  <a:pt x="788021" y="366425"/>
                </a:lnTo>
                <a:lnTo>
                  <a:pt x="788363" y="366484"/>
                </a:lnTo>
                <a:lnTo>
                  <a:pt x="788711" y="366538"/>
                </a:lnTo>
                <a:lnTo>
                  <a:pt x="789066" y="366587"/>
                </a:lnTo>
                <a:lnTo>
                  <a:pt x="789427" y="366632"/>
                </a:lnTo>
                <a:lnTo>
                  <a:pt x="789795" y="366672"/>
                </a:lnTo>
                <a:lnTo>
                  <a:pt x="790169" y="366707"/>
                </a:lnTo>
                <a:lnTo>
                  <a:pt x="790550" y="366738"/>
                </a:lnTo>
                <a:lnTo>
                  <a:pt x="790937" y="366764"/>
                </a:lnTo>
                <a:lnTo>
                  <a:pt x="791331" y="366785"/>
                </a:lnTo>
                <a:lnTo>
                  <a:pt x="791731" y="366801"/>
                </a:lnTo>
                <a:lnTo>
                  <a:pt x="792137" y="366813"/>
                </a:lnTo>
                <a:lnTo>
                  <a:pt x="792550" y="366820"/>
                </a:lnTo>
                <a:lnTo>
                  <a:pt x="792970" y="366822"/>
                </a:lnTo>
                <a:lnTo>
                  <a:pt x="793265" y="366821"/>
                </a:lnTo>
                <a:lnTo>
                  <a:pt x="793559" y="366816"/>
                </a:lnTo>
                <a:lnTo>
                  <a:pt x="793852" y="366809"/>
                </a:lnTo>
                <a:lnTo>
                  <a:pt x="794144" y="366799"/>
                </a:lnTo>
                <a:lnTo>
                  <a:pt x="794435" y="366786"/>
                </a:lnTo>
                <a:lnTo>
                  <a:pt x="794724" y="366769"/>
                </a:lnTo>
                <a:lnTo>
                  <a:pt x="795012" y="366750"/>
                </a:lnTo>
                <a:lnTo>
                  <a:pt x="795299" y="366728"/>
                </a:lnTo>
                <a:lnTo>
                  <a:pt x="795585" y="366703"/>
                </a:lnTo>
                <a:lnTo>
                  <a:pt x="795870" y="366675"/>
                </a:lnTo>
                <a:lnTo>
                  <a:pt x="796153" y="366645"/>
                </a:lnTo>
                <a:lnTo>
                  <a:pt x="796436" y="366611"/>
                </a:lnTo>
                <a:lnTo>
                  <a:pt x="796717" y="366574"/>
                </a:lnTo>
                <a:lnTo>
                  <a:pt x="796997" y="366535"/>
                </a:lnTo>
                <a:lnTo>
                  <a:pt x="797276" y="366492"/>
                </a:lnTo>
                <a:lnTo>
                  <a:pt x="797553" y="366446"/>
                </a:lnTo>
                <a:lnTo>
                  <a:pt x="797830" y="366398"/>
                </a:lnTo>
                <a:lnTo>
                  <a:pt x="798105" y="366347"/>
                </a:lnTo>
                <a:lnTo>
                  <a:pt x="798379" y="366292"/>
                </a:lnTo>
                <a:lnTo>
                  <a:pt x="798652" y="366235"/>
                </a:lnTo>
                <a:lnTo>
                  <a:pt x="798924" y="366175"/>
                </a:lnTo>
                <a:lnTo>
                  <a:pt x="799195" y="366112"/>
                </a:lnTo>
                <a:lnTo>
                  <a:pt x="799464" y="366046"/>
                </a:lnTo>
                <a:lnTo>
                  <a:pt x="799733" y="365977"/>
                </a:lnTo>
                <a:lnTo>
                  <a:pt x="799998" y="365905"/>
                </a:lnTo>
                <a:lnTo>
                  <a:pt x="800261" y="365831"/>
                </a:lnTo>
                <a:lnTo>
                  <a:pt x="800520" y="365755"/>
                </a:lnTo>
                <a:lnTo>
                  <a:pt x="800775" y="365676"/>
                </a:lnTo>
                <a:lnTo>
                  <a:pt x="801027" y="365595"/>
                </a:lnTo>
                <a:lnTo>
                  <a:pt x="801275" y="365512"/>
                </a:lnTo>
                <a:lnTo>
                  <a:pt x="801520" y="365426"/>
                </a:lnTo>
                <a:lnTo>
                  <a:pt x="801761" y="365338"/>
                </a:lnTo>
                <a:lnTo>
                  <a:pt x="801999" y="365248"/>
                </a:lnTo>
                <a:lnTo>
                  <a:pt x="802233" y="365155"/>
                </a:lnTo>
                <a:lnTo>
                  <a:pt x="802464" y="365060"/>
                </a:lnTo>
                <a:lnTo>
                  <a:pt x="802691" y="364962"/>
                </a:lnTo>
                <a:lnTo>
                  <a:pt x="802915" y="364863"/>
                </a:lnTo>
                <a:lnTo>
                  <a:pt x="803135" y="364761"/>
                </a:lnTo>
                <a:lnTo>
                  <a:pt x="803352" y="364656"/>
                </a:lnTo>
                <a:lnTo>
                  <a:pt x="803565" y="364549"/>
                </a:lnTo>
                <a:lnTo>
                  <a:pt x="803774" y="364440"/>
                </a:lnTo>
                <a:lnTo>
                  <a:pt x="803980" y="364328"/>
                </a:lnTo>
                <a:lnTo>
                  <a:pt x="804183" y="364215"/>
                </a:lnTo>
                <a:lnTo>
                  <a:pt x="804382" y="364098"/>
                </a:lnTo>
                <a:lnTo>
                  <a:pt x="804577" y="363980"/>
                </a:lnTo>
                <a:lnTo>
                  <a:pt x="804769" y="363859"/>
                </a:lnTo>
                <a:lnTo>
                  <a:pt x="804958" y="363736"/>
                </a:lnTo>
                <a:lnTo>
                  <a:pt x="805143" y="363610"/>
                </a:lnTo>
                <a:lnTo>
                  <a:pt x="805143" y="352620"/>
                </a:lnTo>
                <a:lnTo>
                  <a:pt x="804901" y="352786"/>
                </a:lnTo>
                <a:lnTo>
                  <a:pt x="804657" y="352945"/>
                </a:lnTo>
                <a:lnTo>
                  <a:pt x="804408" y="353096"/>
                </a:lnTo>
                <a:lnTo>
                  <a:pt x="804156" y="353240"/>
                </a:lnTo>
                <a:lnTo>
                  <a:pt x="803901" y="353378"/>
                </a:lnTo>
                <a:lnTo>
                  <a:pt x="803642" y="353508"/>
                </a:lnTo>
                <a:lnTo>
                  <a:pt x="803380" y="353631"/>
                </a:lnTo>
                <a:lnTo>
                  <a:pt x="803114" y="353748"/>
                </a:lnTo>
                <a:lnTo>
                  <a:pt x="802844" y="353857"/>
                </a:lnTo>
                <a:lnTo>
                  <a:pt x="802571" y="353959"/>
                </a:lnTo>
                <a:lnTo>
                  <a:pt x="802295" y="354054"/>
                </a:lnTo>
                <a:lnTo>
                  <a:pt x="802015" y="354142"/>
                </a:lnTo>
                <a:lnTo>
                  <a:pt x="801731" y="354223"/>
                </a:lnTo>
                <a:lnTo>
                  <a:pt x="801444" y="354297"/>
                </a:lnTo>
                <a:lnTo>
                  <a:pt x="801154" y="354364"/>
                </a:lnTo>
                <a:lnTo>
                  <a:pt x="800860" y="354424"/>
                </a:lnTo>
                <a:lnTo>
                  <a:pt x="800562" y="354477"/>
                </a:lnTo>
                <a:lnTo>
                  <a:pt x="800261" y="354522"/>
                </a:lnTo>
                <a:lnTo>
                  <a:pt x="799956" y="354561"/>
                </a:lnTo>
                <a:lnTo>
                  <a:pt x="799648" y="354593"/>
                </a:lnTo>
                <a:lnTo>
                  <a:pt x="799336" y="354617"/>
                </a:lnTo>
                <a:lnTo>
                  <a:pt x="799021" y="354635"/>
                </a:lnTo>
                <a:lnTo>
                  <a:pt x="798702" y="354646"/>
                </a:lnTo>
                <a:lnTo>
                  <a:pt x="798380" y="354649"/>
                </a:lnTo>
                <a:lnTo>
                  <a:pt x="798198" y="354647"/>
                </a:lnTo>
                <a:lnTo>
                  <a:pt x="798020" y="354641"/>
                </a:lnTo>
                <a:lnTo>
                  <a:pt x="797844" y="354631"/>
                </a:lnTo>
                <a:lnTo>
                  <a:pt x="797671" y="354616"/>
                </a:lnTo>
                <a:lnTo>
                  <a:pt x="797501" y="354598"/>
                </a:lnTo>
                <a:lnTo>
                  <a:pt x="797334" y="354575"/>
                </a:lnTo>
                <a:lnTo>
                  <a:pt x="797170" y="354548"/>
                </a:lnTo>
                <a:lnTo>
                  <a:pt x="797009" y="354518"/>
                </a:lnTo>
                <a:lnTo>
                  <a:pt x="796850" y="354483"/>
                </a:lnTo>
                <a:lnTo>
                  <a:pt x="796695" y="354444"/>
                </a:lnTo>
                <a:lnTo>
                  <a:pt x="796543" y="354401"/>
                </a:lnTo>
                <a:lnTo>
                  <a:pt x="796393" y="354353"/>
                </a:lnTo>
                <a:lnTo>
                  <a:pt x="796247" y="354302"/>
                </a:lnTo>
                <a:lnTo>
                  <a:pt x="796103" y="354246"/>
                </a:lnTo>
                <a:lnTo>
                  <a:pt x="795963" y="354187"/>
                </a:lnTo>
                <a:lnTo>
                  <a:pt x="795825" y="354123"/>
                </a:lnTo>
                <a:lnTo>
                  <a:pt x="795690" y="354055"/>
                </a:lnTo>
                <a:lnTo>
                  <a:pt x="795559" y="353983"/>
                </a:lnTo>
                <a:lnTo>
                  <a:pt x="795430" y="353907"/>
                </a:lnTo>
                <a:lnTo>
                  <a:pt x="795304" y="353827"/>
                </a:lnTo>
                <a:lnTo>
                  <a:pt x="795181" y="353743"/>
                </a:lnTo>
                <a:lnTo>
                  <a:pt x="795061" y="353655"/>
                </a:lnTo>
                <a:lnTo>
                  <a:pt x="794944" y="353562"/>
                </a:lnTo>
                <a:lnTo>
                  <a:pt x="794829" y="353466"/>
                </a:lnTo>
                <a:lnTo>
                  <a:pt x="794719" y="353365"/>
                </a:lnTo>
                <a:lnTo>
                  <a:pt x="794613" y="353258"/>
                </a:lnTo>
                <a:lnTo>
                  <a:pt x="794513" y="353146"/>
                </a:lnTo>
                <a:lnTo>
                  <a:pt x="794416" y="353029"/>
                </a:lnTo>
                <a:lnTo>
                  <a:pt x="794325" y="352907"/>
                </a:lnTo>
                <a:lnTo>
                  <a:pt x="794238" y="352779"/>
                </a:lnTo>
                <a:lnTo>
                  <a:pt x="794156" y="352646"/>
                </a:lnTo>
                <a:lnTo>
                  <a:pt x="794078" y="352508"/>
                </a:lnTo>
                <a:lnTo>
                  <a:pt x="794005" y="352364"/>
                </a:lnTo>
                <a:lnTo>
                  <a:pt x="793937" y="352215"/>
                </a:lnTo>
                <a:lnTo>
                  <a:pt x="793874" y="352061"/>
                </a:lnTo>
                <a:lnTo>
                  <a:pt x="793815" y="351902"/>
                </a:lnTo>
                <a:lnTo>
                  <a:pt x="793761" y="351737"/>
                </a:lnTo>
                <a:lnTo>
                  <a:pt x="793712" y="351567"/>
                </a:lnTo>
                <a:lnTo>
                  <a:pt x="793667" y="351392"/>
                </a:lnTo>
                <a:lnTo>
                  <a:pt x="793627" y="351212"/>
                </a:lnTo>
                <a:lnTo>
                  <a:pt x="793592" y="351026"/>
                </a:lnTo>
                <a:lnTo>
                  <a:pt x="793562" y="350835"/>
                </a:lnTo>
                <a:lnTo>
                  <a:pt x="793536" y="350638"/>
                </a:lnTo>
                <a:lnTo>
                  <a:pt x="793515" y="350437"/>
                </a:lnTo>
                <a:lnTo>
                  <a:pt x="793498" y="350230"/>
                </a:lnTo>
                <a:lnTo>
                  <a:pt x="793486" y="350018"/>
                </a:lnTo>
                <a:lnTo>
                  <a:pt x="793479" y="349800"/>
                </a:lnTo>
                <a:lnTo>
                  <a:pt x="793477" y="349577"/>
                </a:lnTo>
                <a:lnTo>
                  <a:pt x="793477" y="303760"/>
                </a:lnTo>
                <a:lnTo>
                  <a:pt x="793462" y="302645"/>
                </a:lnTo>
                <a:lnTo>
                  <a:pt x="793416" y="301554"/>
                </a:lnTo>
                <a:lnTo>
                  <a:pt x="793340" y="300487"/>
                </a:lnTo>
                <a:lnTo>
                  <a:pt x="793233" y="299444"/>
                </a:lnTo>
                <a:lnTo>
                  <a:pt x="793095" y="298425"/>
                </a:lnTo>
                <a:lnTo>
                  <a:pt x="792928" y="297431"/>
                </a:lnTo>
                <a:lnTo>
                  <a:pt x="792729" y="296460"/>
                </a:lnTo>
                <a:lnTo>
                  <a:pt x="792500" y="295513"/>
                </a:lnTo>
                <a:lnTo>
                  <a:pt x="792241" y="294591"/>
                </a:lnTo>
                <a:lnTo>
                  <a:pt x="791951" y="293692"/>
                </a:lnTo>
                <a:lnTo>
                  <a:pt x="791630" y="292818"/>
                </a:lnTo>
                <a:lnTo>
                  <a:pt x="791279" y="291968"/>
                </a:lnTo>
                <a:lnTo>
                  <a:pt x="790898" y="291141"/>
                </a:lnTo>
                <a:lnTo>
                  <a:pt x="790485" y="290339"/>
                </a:lnTo>
                <a:lnTo>
                  <a:pt x="790043" y="289561"/>
                </a:lnTo>
                <a:lnTo>
                  <a:pt x="789570" y="288807"/>
                </a:lnTo>
                <a:lnTo>
                  <a:pt x="789066" y="288077"/>
                </a:lnTo>
                <a:lnTo>
                  <a:pt x="788532" y="287371"/>
                </a:lnTo>
                <a:lnTo>
                  <a:pt x="787967" y="286689"/>
                </a:lnTo>
                <a:lnTo>
                  <a:pt x="787372" y="286032"/>
                </a:lnTo>
                <a:lnTo>
                  <a:pt x="786746" y="285398"/>
                </a:lnTo>
                <a:lnTo>
                  <a:pt x="786090" y="284788"/>
                </a:lnTo>
                <a:lnTo>
                  <a:pt x="785403" y="284203"/>
                </a:lnTo>
                <a:lnTo>
                  <a:pt x="784686" y="283641"/>
                </a:lnTo>
                <a:lnTo>
                  <a:pt x="783952" y="283103"/>
                </a:lnTo>
                <a:lnTo>
                  <a:pt x="783190" y="282588"/>
                </a:lnTo>
                <a:lnTo>
                  <a:pt x="782398" y="282096"/>
                </a:lnTo>
                <a:lnTo>
                  <a:pt x="781577" y="281626"/>
                </a:lnTo>
                <a:lnTo>
                  <a:pt x="780726" y="281180"/>
                </a:lnTo>
                <a:lnTo>
                  <a:pt x="779846" y="280756"/>
                </a:lnTo>
                <a:lnTo>
                  <a:pt x="778937" y="280356"/>
                </a:lnTo>
                <a:lnTo>
                  <a:pt x="777998" y="279978"/>
                </a:lnTo>
                <a:lnTo>
                  <a:pt x="777030" y="279623"/>
                </a:lnTo>
                <a:lnTo>
                  <a:pt x="776033" y="279291"/>
                </a:lnTo>
                <a:lnTo>
                  <a:pt x="775006" y="278982"/>
                </a:lnTo>
                <a:lnTo>
                  <a:pt x="773950" y="278696"/>
                </a:lnTo>
                <a:lnTo>
                  <a:pt x="772864" y="278433"/>
                </a:lnTo>
                <a:lnTo>
                  <a:pt x="771750" y="278192"/>
                </a:lnTo>
                <a:lnTo>
                  <a:pt x="770605" y="277975"/>
                </a:lnTo>
                <a:lnTo>
                  <a:pt x="769432" y="277780"/>
                </a:lnTo>
                <a:lnTo>
                  <a:pt x="768229" y="277609"/>
                </a:lnTo>
                <a:lnTo>
                  <a:pt x="766997" y="277460"/>
                </a:lnTo>
                <a:lnTo>
                  <a:pt x="765735" y="277334"/>
                </a:lnTo>
                <a:lnTo>
                  <a:pt x="764444" y="277231"/>
                </a:lnTo>
                <a:lnTo>
                  <a:pt x="763124" y="277151"/>
                </a:lnTo>
                <a:lnTo>
                  <a:pt x="761775" y="277093"/>
                </a:lnTo>
                <a:lnTo>
                  <a:pt x="760396" y="277059"/>
                </a:lnTo>
                <a:lnTo>
                  <a:pt x="758987" y="277048"/>
                </a:lnTo>
                <a:lnTo>
                  <a:pt x="757660" y="277059"/>
                </a:lnTo>
                <a:lnTo>
                  <a:pt x="756355" y="277093"/>
                </a:lnTo>
                <a:lnTo>
                  <a:pt x="755072" y="277151"/>
                </a:lnTo>
                <a:lnTo>
                  <a:pt x="753812" y="277231"/>
                </a:lnTo>
                <a:lnTo>
                  <a:pt x="752574" y="277334"/>
                </a:lnTo>
                <a:lnTo>
                  <a:pt x="751358" y="277460"/>
                </a:lnTo>
                <a:lnTo>
                  <a:pt x="750165" y="277609"/>
                </a:lnTo>
                <a:lnTo>
                  <a:pt x="748994" y="277780"/>
                </a:lnTo>
                <a:lnTo>
                  <a:pt x="747845" y="277975"/>
                </a:lnTo>
                <a:lnTo>
                  <a:pt x="746718" y="278192"/>
                </a:lnTo>
                <a:lnTo>
                  <a:pt x="745614" y="278433"/>
                </a:lnTo>
                <a:lnTo>
                  <a:pt x="744532" y="278696"/>
                </a:lnTo>
                <a:lnTo>
                  <a:pt x="743473" y="278982"/>
                </a:lnTo>
                <a:lnTo>
                  <a:pt x="742435" y="279291"/>
                </a:lnTo>
                <a:lnTo>
                  <a:pt x="741420" y="279623"/>
                </a:lnTo>
                <a:lnTo>
                  <a:pt x="740428" y="279978"/>
                </a:lnTo>
                <a:lnTo>
                  <a:pt x="739457" y="280356"/>
                </a:lnTo>
                <a:lnTo>
                  <a:pt x="738509" y="280756"/>
                </a:lnTo>
                <a:lnTo>
                  <a:pt x="737583" y="281180"/>
                </a:lnTo>
                <a:lnTo>
                  <a:pt x="736680" y="281626"/>
                </a:lnTo>
                <a:lnTo>
                  <a:pt x="735799" y="282096"/>
                </a:lnTo>
                <a:lnTo>
                  <a:pt x="734940" y="282588"/>
                </a:lnTo>
                <a:lnTo>
                  <a:pt x="734103" y="283103"/>
                </a:lnTo>
                <a:lnTo>
                  <a:pt x="733289" y="283641"/>
                </a:lnTo>
                <a:lnTo>
                  <a:pt x="732517" y="284199"/>
                </a:lnTo>
                <a:lnTo>
                  <a:pt x="731777" y="284772"/>
                </a:lnTo>
                <a:lnTo>
                  <a:pt x="731070" y="285361"/>
                </a:lnTo>
                <a:lnTo>
                  <a:pt x="730396" y="285966"/>
                </a:lnTo>
                <a:lnTo>
                  <a:pt x="729755" y="286587"/>
                </a:lnTo>
                <a:lnTo>
                  <a:pt x="729147" y="287223"/>
                </a:lnTo>
                <a:lnTo>
                  <a:pt x="728572" y="287876"/>
                </a:lnTo>
                <a:lnTo>
                  <a:pt x="728029" y="288544"/>
                </a:lnTo>
                <a:lnTo>
                  <a:pt x="727520" y="289228"/>
                </a:lnTo>
                <a:lnTo>
                  <a:pt x="727043" y="289928"/>
                </a:lnTo>
                <a:lnTo>
                  <a:pt x="726599" y="290644"/>
                </a:lnTo>
                <a:lnTo>
                  <a:pt x="726188" y="291376"/>
                </a:lnTo>
                <a:lnTo>
                  <a:pt x="725810" y="292124"/>
                </a:lnTo>
                <a:lnTo>
                  <a:pt x="725465" y="292887"/>
                </a:lnTo>
                <a:lnTo>
                  <a:pt x="725153" y="293666"/>
                </a:lnTo>
                <a:lnTo>
                  <a:pt x="724873" y="294462"/>
                </a:lnTo>
                <a:lnTo>
                  <a:pt x="724627" y="295273"/>
                </a:lnTo>
                <a:lnTo>
                  <a:pt x="724413" y="296099"/>
                </a:lnTo>
                <a:lnTo>
                  <a:pt x="724232" y="296942"/>
                </a:lnTo>
                <a:lnTo>
                  <a:pt x="724084" y="297801"/>
                </a:lnTo>
                <a:lnTo>
                  <a:pt x="723969" y="298675"/>
                </a:lnTo>
                <a:lnTo>
                  <a:pt x="723887" y="299565"/>
                </a:lnTo>
                <a:lnTo>
                  <a:pt x="723838" y="300471"/>
                </a:lnTo>
                <a:lnTo>
                  <a:pt x="723821" y="301393"/>
                </a:lnTo>
                <a:lnTo>
                  <a:pt x="723821" y="301420"/>
                </a:lnTo>
                <a:lnTo>
                  <a:pt x="723820" y="301445"/>
                </a:lnTo>
                <a:lnTo>
                  <a:pt x="723819" y="301467"/>
                </a:lnTo>
                <a:lnTo>
                  <a:pt x="723817" y="301487"/>
                </a:lnTo>
                <a:lnTo>
                  <a:pt x="723814" y="301505"/>
                </a:lnTo>
                <a:lnTo>
                  <a:pt x="723811" y="301520"/>
                </a:lnTo>
                <a:lnTo>
                  <a:pt x="723807" y="301533"/>
                </a:lnTo>
                <a:lnTo>
                  <a:pt x="723803" y="301544"/>
                </a:lnTo>
                <a:lnTo>
                  <a:pt x="723798" y="301552"/>
                </a:lnTo>
                <a:lnTo>
                  <a:pt x="723792" y="301558"/>
                </a:lnTo>
                <a:lnTo>
                  <a:pt x="723786" y="301561"/>
                </a:lnTo>
                <a:lnTo>
                  <a:pt x="723779" y="301562"/>
                </a:lnTo>
                <a:lnTo>
                  <a:pt x="723772" y="301561"/>
                </a:lnTo>
                <a:lnTo>
                  <a:pt x="723764" y="301558"/>
                </a:lnTo>
                <a:lnTo>
                  <a:pt x="723755" y="301552"/>
                </a:lnTo>
                <a:lnTo>
                  <a:pt x="723746" y="301544"/>
                </a:lnTo>
                <a:lnTo>
                  <a:pt x="723737" y="301533"/>
                </a:lnTo>
                <a:lnTo>
                  <a:pt x="723726" y="301520"/>
                </a:lnTo>
                <a:lnTo>
                  <a:pt x="723715" y="301505"/>
                </a:lnTo>
                <a:lnTo>
                  <a:pt x="723704" y="301487"/>
                </a:lnTo>
                <a:lnTo>
                  <a:pt x="723692" y="301467"/>
                </a:lnTo>
                <a:lnTo>
                  <a:pt x="723679" y="301445"/>
                </a:lnTo>
                <a:lnTo>
                  <a:pt x="723666" y="301420"/>
                </a:lnTo>
                <a:lnTo>
                  <a:pt x="723652" y="301393"/>
                </a:lnTo>
                <a:lnTo>
                  <a:pt x="723652" y="301428"/>
                </a:lnTo>
                <a:lnTo>
                  <a:pt x="723652" y="301493"/>
                </a:lnTo>
                <a:lnTo>
                  <a:pt x="723652" y="301562"/>
                </a:lnTo>
                <a:lnTo>
                  <a:pt x="723667" y="301636"/>
                </a:lnTo>
                <a:lnTo>
                  <a:pt x="723682" y="301716"/>
                </a:lnTo>
                <a:lnTo>
                  <a:pt x="723697" y="301803"/>
                </a:lnTo>
                <a:close/>
                <a:moveTo>
                  <a:pt x="750037" y="354607"/>
                </a:moveTo>
                <a:lnTo>
                  <a:pt x="749442" y="354531"/>
                </a:lnTo>
                <a:lnTo>
                  <a:pt x="748862" y="354443"/>
                </a:lnTo>
                <a:lnTo>
                  <a:pt x="748296" y="354343"/>
                </a:lnTo>
                <a:lnTo>
                  <a:pt x="747745" y="354231"/>
                </a:lnTo>
                <a:lnTo>
                  <a:pt x="747209" y="354108"/>
                </a:lnTo>
                <a:lnTo>
                  <a:pt x="746688" y="353973"/>
                </a:lnTo>
                <a:lnTo>
                  <a:pt x="746181" y="353826"/>
                </a:lnTo>
                <a:lnTo>
                  <a:pt x="745689" y="353668"/>
                </a:lnTo>
                <a:lnTo>
                  <a:pt x="745211" y="353498"/>
                </a:lnTo>
                <a:lnTo>
                  <a:pt x="744748" y="353316"/>
                </a:lnTo>
                <a:lnTo>
                  <a:pt x="744300" y="353122"/>
                </a:lnTo>
                <a:lnTo>
                  <a:pt x="743866" y="352916"/>
                </a:lnTo>
                <a:lnTo>
                  <a:pt x="743448" y="352699"/>
                </a:lnTo>
                <a:lnTo>
                  <a:pt x="743043" y="352470"/>
                </a:lnTo>
                <a:lnTo>
                  <a:pt x="742654" y="352229"/>
                </a:lnTo>
                <a:lnTo>
                  <a:pt x="742279" y="351977"/>
                </a:lnTo>
                <a:lnTo>
                  <a:pt x="741919" y="351713"/>
                </a:lnTo>
                <a:lnTo>
                  <a:pt x="741573" y="351437"/>
                </a:lnTo>
                <a:lnTo>
                  <a:pt x="741256" y="351149"/>
                </a:lnTo>
                <a:lnTo>
                  <a:pt x="740952" y="350850"/>
                </a:lnTo>
                <a:lnTo>
                  <a:pt x="740662" y="350539"/>
                </a:lnTo>
                <a:lnTo>
                  <a:pt x="740385" y="350216"/>
                </a:lnTo>
                <a:lnTo>
                  <a:pt x="740122" y="349881"/>
                </a:lnTo>
                <a:lnTo>
                  <a:pt x="739872" y="349535"/>
                </a:lnTo>
                <a:lnTo>
                  <a:pt x="739636" y="349177"/>
                </a:lnTo>
                <a:lnTo>
                  <a:pt x="739413" y="348807"/>
                </a:lnTo>
                <a:lnTo>
                  <a:pt x="739204" y="348425"/>
                </a:lnTo>
                <a:lnTo>
                  <a:pt x="739008" y="348032"/>
                </a:lnTo>
                <a:lnTo>
                  <a:pt x="738826" y="347627"/>
                </a:lnTo>
                <a:lnTo>
                  <a:pt x="738657" y="347210"/>
                </a:lnTo>
                <a:lnTo>
                  <a:pt x="738502" y="346782"/>
                </a:lnTo>
                <a:lnTo>
                  <a:pt x="738360" y="346341"/>
                </a:lnTo>
                <a:lnTo>
                  <a:pt x="738232" y="345889"/>
                </a:lnTo>
                <a:lnTo>
                  <a:pt x="738117" y="345426"/>
                </a:lnTo>
                <a:lnTo>
                  <a:pt x="738016" y="344950"/>
                </a:lnTo>
                <a:lnTo>
                  <a:pt x="737928" y="344463"/>
                </a:lnTo>
                <a:lnTo>
                  <a:pt x="737854" y="343964"/>
                </a:lnTo>
                <a:lnTo>
                  <a:pt x="737793" y="343453"/>
                </a:lnTo>
                <a:lnTo>
                  <a:pt x="737746" y="342931"/>
                </a:lnTo>
                <a:lnTo>
                  <a:pt x="737712" y="342396"/>
                </a:lnTo>
                <a:lnTo>
                  <a:pt x="737692" y="341851"/>
                </a:lnTo>
                <a:lnTo>
                  <a:pt x="737685" y="341293"/>
                </a:lnTo>
                <a:lnTo>
                  <a:pt x="737691" y="340749"/>
                </a:lnTo>
                <a:lnTo>
                  <a:pt x="737710" y="340215"/>
                </a:lnTo>
                <a:lnTo>
                  <a:pt x="737740" y="339692"/>
                </a:lnTo>
                <a:lnTo>
                  <a:pt x="737784" y="339180"/>
                </a:lnTo>
                <a:lnTo>
                  <a:pt x="737839" y="338678"/>
                </a:lnTo>
                <a:lnTo>
                  <a:pt x="737907" y="338186"/>
                </a:lnTo>
                <a:lnTo>
                  <a:pt x="737987" y="337706"/>
                </a:lnTo>
                <a:lnTo>
                  <a:pt x="738079" y="337235"/>
                </a:lnTo>
                <a:lnTo>
                  <a:pt x="738184" y="336776"/>
                </a:lnTo>
                <a:lnTo>
                  <a:pt x="738301" y="336327"/>
                </a:lnTo>
                <a:lnTo>
                  <a:pt x="738431" y="335888"/>
                </a:lnTo>
                <a:lnTo>
                  <a:pt x="738572" y="335460"/>
                </a:lnTo>
                <a:lnTo>
                  <a:pt x="738727" y="335043"/>
                </a:lnTo>
                <a:lnTo>
                  <a:pt x="738893" y="334636"/>
                </a:lnTo>
                <a:lnTo>
                  <a:pt x="739072" y="334240"/>
                </a:lnTo>
                <a:lnTo>
                  <a:pt x="739263" y="333854"/>
                </a:lnTo>
                <a:lnTo>
                  <a:pt x="739466" y="333479"/>
                </a:lnTo>
                <a:lnTo>
                  <a:pt x="739682" y="333114"/>
                </a:lnTo>
                <a:lnTo>
                  <a:pt x="739910" y="332760"/>
                </a:lnTo>
                <a:lnTo>
                  <a:pt x="740150" y="332417"/>
                </a:lnTo>
                <a:lnTo>
                  <a:pt x="740403" y="332084"/>
                </a:lnTo>
                <a:lnTo>
                  <a:pt x="740668" y="331762"/>
                </a:lnTo>
                <a:lnTo>
                  <a:pt x="740946" y="331450"/>
                </a:lnTo>
                <a:lnTo>
                  <a:pt x="741235" y="331149"/>
                </a:lnTo>
                <a:lnTo>
                  <a:pt x="741553" y="330843"/>
                </a:lnTo>
                <a:lnTo>
                  <a:pt x="741888" y="330544"/>
                </a:lnTo>
                <a:lnTo>
                  <a:pt x="742239" y="330253"/>
                </a:lnTo>
                <a:lnTo>
                  <a:pt x="742607" y="329970"/>
                </a:lnTo>
                <a:lnTo>
                  <a:pt x="742991" y="329695"/>
                </a:lnTo>
                <a:lnTo>
                  <a:pt x="743391" y="329427"/>
                </a:lnTo>
                <a:lnTo>
                  <a:pt x="743808" y="329166"/>
                </a:lnTo>
                <a:lnTo>
                  <a:pt x="744241" y="328914"/>
                </a:lnTo>
                <a:lnTo>
                  <a:pt x="744691" y="328668"/>
                </a:lnTo>
                <a:lnTo>
                  <a:pt x="745157" y="328431"/>
                </a:lnTo>
                <a:lnTo>
                  <a:pt x="745639" y="328201"/>
                </a:lnTo>
                <a:lnTo>
                  <a:pt x="746138" y="327979"/>
                </a:lnTo>
                <a:lnTo>
                  <a:pt x="746654" y="327764"/>
                </a:lnTo>
                <a:lnTo>
                  <a:pt x="747186" y="327558"/>
                </a:lnTo>
                <a:lnTo>
                  <a:pt x="747734" y="327358"/>
                </a:lnTo>
                <a:lnTo>
                  <a:pt x="748299" y="327167"/>
                </a:lnTo>
                <a:lnTo>
                  <a:pt x="748880" y="326983"/>
                </a:lnTo>
                <a:lnTo>
                  <a:pt x="749477" y="326806"/>
                </a:lnTo>
                <a:lnTo>
                  <a:pt x="750091" y="326637"/>
                </a:lnTo>
                <a:lnTo>
                  <a:pt x="750722" y="326476"/>
                </a:lnTo>
                <a:lnTo>
                  <a:pt x="751369" y="326323"/>
                </a:lnTo>
                <a:lnTo>
                  <a:pt x="752032" y="326177"/>
                </a:lnTo>
                <a:lnTo>
                  <a:pt x="752712" y="326039"/>
                </a:lnTo>
                <a:lnTo>
                  <a:pt x="753408" y="325908"/>
                </a:lnTo>
                <a:lnTo>
                  <a:pt x="754137" y="325770"/>
                </a:lnTo>
                <a:lnTo>
                  <a:pt x="754886" y="325638"/>
                </a:lnTo>
                <a:lnTo>
                  <a:pt x="755656" y="325512"/>
                </a:lnTo>
                <a:lnTo>
                  <a:pt x="756447" y="325391"/>
                </a:lnTo>
                <a:lnTo>
                  <a:pt x="757258" y="325277"/>
                </a:lnTo>
                <a:lnTo>
                  <a:pt x="758089" y="325168"/>
                </a:lnTo>
                <a:lnTo>
                  <a:pt x="758941" y="325066"/>
                </a:lnTo>
                <a:lnTo>
                  <a:pt x="759814" y="324969"/>
                </a:lnTo>
                <a:lnTo>
                  <a:pt x="760707" y="324878"/>
                </a:lnTo>
                <a:lnTo>
                  <a:pt x="761621" y="324793"/>
                </a:lnTo>
                <a:lnTo>
                  <a:pt x="762555" y="324713"/>
                </a:lnTo>
                <a:lnTo>
                  <a:pt x="763510" y="324640"/>
                </a:lnTo>
                <a:lnTo>
                  <a:pt x="764485" y="324572"/>
                </a:lnTo>
                <a:lnTo>
                  <a:pt x="765481" y="324511"/>
                </a:lnTo>
                <a:lnTo>
                  <a:pt x="766498" y="324455"/>
                </a:lnTo>
                <a:lnTo>
                  <a:pt x="767535" y="324405"/>
                </a:lnTo>
                <a:lnTo>
                  <a:pt x="768592" y="324361"/>
                </a:lnTo>
                <a:lnTo>
                  <a:pt x="769670" y="324323"/>
                </a:lnTo>
                <a:lnTo>
                  <a:pt x="770769" y="324291"/>
                </a:lnTo>
                <a:lnTo>
                  <a:pt x="771888" y="324264"/>
                </a:lnTo>
                <a:lnTo>
                  <a:pt x="773028" y="324244"/>
                </a:lnTo>
                <a:lnTo>
                  <a:pt x="774188" y="324229"/>
                </a:lnTo>
                <a:lnTo>
                  <a:pt x="775369" y="324220"/>
                </a:lnTo>
                <a:lnTo>
                  <a:pt x="776570" y="324217"/>
                </a:lnTo>
                <a:lnTo>
                  <a:pt x="776570" y="329458"/>
                </a:lnTo>
                <a:lnTo>
                  <a:pt x="776566" y="330048"/>
                </a:lnTo>
                <a:lnTo>
                  <a:pt x="776553" y="330632"/>
                </a:lnTo>
                <a:lnTo>
                  <a:pt x="776531" y="331212"/>
                </a:lnTo>
                <a:lnTo>
                  <a:pt x="776500" y="331788"/>
                </a:lnTo>
                <a:lnTo>
                  <a:pt x="776460" y="332358"/>
                </a:lnTo>
                <a:lnTo>
                  <a:pt x="776412" y="332924"/>
                </a:lnTo>
                <a:lnTo>
                  <a:pt x="776355" y="333485"/>
                </a:lnTo>
                <a:lnTo>
                  <a:pt x="776289" y="334042"/>
                </a:lnTo>
                <a:lnTo>
                  <a:pt x="776214" y="334594"/>
                </a:lnTo>
                <a:lnTo>
                  <a:pt x="776130" y="335141"/>
                </a:lnTo>
                <a:lnTo>
                  <a:pt x="776038" y="335683"/>
                </a:lnTo>
                <a:lnTo>
                  <a:pt x="775936" y="336221"/>
                </a:lnTo>
                <a:lnTo>
                  <a:pt x="775826" y="336754"/>
                </a:lnTo>
                <a:lnTo>
                  <a:pt x="775707" y="337282"/>
                </a:lnTo>
                <a:lnTo>
                  <a:pt x="775580" y="337806"/>
                </a:lnTo>
                <a:lnTo>
                  <a:pt x="775443" y="338325"/>
                </a:lnTo>
                <a:lnTo>
                  <a:pt x="775298" y="338839"/>
                </a:lnTo>
                <a:lnTo>
                  <a:pt x="775144" y="339349"/>
                </a:lnTo>
                <a:lnTo>
                  <a:pt x="774981" y="339854"/>
                </a:lnTo>
                <a:lnTo>
                  <a:pt x="774809" y="340354"/>
                </a:lnTo>
                <a:lnTo>
                  <a:pt x="774629" y="340849"/>
                </a:lnTo>
                <a:lnTo>
                  <a:pt x="774439" y="341340"/>
                </a:lnTo>
                <a:lnTo>
                  <a:pt x="774241" y="341826"/>
                </a:lnTo>
                <a:lnTo>
                  <a:pt x="774034" y="342307"/>
                </a:lnTo>
                <a:lnTo>
                  <a:pt x="773832" y="342782"/>
                </a:lnTo>
                <a:lnTo>
                  <a:pt x="773621" y="343249"/>
                </a:lnTo>
                <a:lnTo>
                  <a:pt x="773400" y="343707"/>
                </a:lnTo>
                <a:lnTo>
                  <a:pt x="773170" y="344158"/>
                </a:lnTo>
                <a:lnTo>
                  <a:pt x="772931" y="344600"/>
                </a:lnTo>
                <a:lnTo>
                  <a:pt x="772682" y="345034"/>
                </a:lnTo>
                <a:lnTo>
                  <a:pt x="772423" y="345459"/>
                </a:lnTo>
                <a:lnTo>
                  <a:pt x="772156" y="345877"/>
                </a:lnTo>
                <a:lnTo>
                  <a:pt x="771879" y="346286"/>
                </a:lnTo>
                <a:lnTo>
                  <a:pt x="771592" y="346687"/>
                </a:lnTo>
                <a:lnTo>
                  <a:pt x="771296" y="347079"/>
                </a:lnTo>
                <a:lnTo>
                  <a:pt x="770991" y="347464"/>
                </a:lnTo>
                <a:lnTo>
                  <a:pt x="770676" y="347840"/>
                </a:lnTo>
                <a:lnTo>
                  <a:pt x="770352" y="348208"/>
                </a:lnTo>
                <a:lnTo>
                  <a:pt x="770019" y="348568"/>
                </a:lnTo>
                <a:lnTo>
                  <a:pt x="769676" y="348920"/>
                </a:lnTo>
                <a:lnTo>
                  <a:pt x="769324" y="349263"/>
                </a:lnTo>
                <a:lnTo>
                  <a:pt x="768962" y="349598"/>
                </a:lnTo>
                <a:lnTo>
                  <a:pt x="768591" y="349925"/>
                </a:lnTo>
                <a:lnTo>
                  <a:pt x="768211" y="350244"/>
                </a:lnTo>
                <a:lnTo>
                  <a:pt x="767821" y="350555"/>
                </a:lnTo>
                <a:lnTo>
                  <a:pt x="767422" y="350857"/>
                </a:lnTo>
                <a:lnTo>
                  <a:pt x="767013" y="351151"/>
                </a:lnTo>
                <a:lnTo>
                  <a:pt x="766595" y="351437"/>
                </a:lnTo>
                <a:lnTo>
                  <a:pt x="766182" y="351713"/>
                </a:lnTo>
                <a:lnTo>
                  <a:pt x="765758" y="351977"/>
                </a:lnTo>
                <a:lnTo>
                  <a:pt x="765325" y="352229"/>
                </a:lnTo>
                <a:lnTo>
                  <a:pt x="764881" y="352470"/>
                </a:lnTo>
                <a:lnTo>
                  <a:pt x="764428" y="352699"/>
                </a:lnTo>
                <a:lnTo>
                  <a:pt x="763964" y="352916"/>
                </a:lnTo>
                <a:lnTo>
                  <a:pt x="763491" y="353122"/>
                </a:lnTo>
                <a:lnTo>
                  <a:pt x="763007" y="353316"/>
                </a:lnTo>
                <a:lnTo>
                  <a:pt x="762514" y="353498"/>
                </a:lnTo>
                <a:lnTo>
                  <a:pt x="762011" y="353668"/>
                </a:lnTo>
                <a:lnTo>
                  <a:pt x="761497" y="353826"/>
                </a:lnTo>
                <a:lnTo>
                  <a:pt x="760974" y="353973"/>
                </a:lnTo>
                <a:lnTo>
                  <a:pt x="760441" y="354108"/>
                </a:lnTo>
                <a:lnTo>
                  <a:pt x="759897" y="354231"/>
                </a:lnTo>
                <a:lnTo>
                  <a:pt x="759344" y="354343"/>
                </a:lnTo>
                <a:lnTo>
                  <a:pt x="758781" y="354443"/>
                </a:lnTo>
                <a:lnTo>
                  <a:pt x="758207" y="354531"/>
                </a:lnTo>
                <a:lnTo>
                  <a:pt x="757624" y="354607"/>
                </a:lnTo>
                <a:lnTo>
                  <a:pt x="757031" y="354672"/>
                </a:lnTo>
                <a:lnTo>
                  <a:pt x="756428" y="354725"/>
                </a:lnTo>
                <a:lnTo>
                  <a:pt x="755815" y="354766"/>
                </a:lnTo>
                <a:lnTo>
                  <a:pt x="755191" y="354795"/>
                </a:lnTo>
                <a:lnTo>
                  <a:pt x="754558" y="354813"/>
                </a:lnTo>
                <a:lnTo>
                  <a:pt x="753915" y="354819"/>
                </a:lnTo>
                <a:lnTo>
                  <a:pt x="753232" y="354813"/>
                </a:lnTo>
                <a:lnTo>
                  <a:pt x="752564" y="354795"/>
                </a:lnTo>
                <a:lnTo>
                  <a:pt x="751910" y="354766"/>
                </a:lnTo>
                <a:lnTo>
                  <a:pt x="751271" y="354725"/>
                </a:lnTo>
                <a:lnTo>
                  <a:pt x="750647" y="354672"/>
                </a:lnTo>
                <a:lnTo>
                  <a:pt x="750037" y="354607"/>
                </a:lnTo>
                <a:close/>
                <a:moveTo>
                  <a:pt x="958693" y="493907"/>
                </a:moveTo>
                <a:lnTo>
                  <a:pt x="958693" y="510138"/>
                </a:lnTo>
                <a:lnTo>
                  <a:pt x="974585" y="510138"/>
                </a:lnTo>
                <a:lnTo>
                  <a:pt x="974585" y="493907"/>
                </a:lnTo>
                <a:lnTo>
                  <a:pt x="958693" y="493907"/>
                </a:lnTo>
                <a:close/>
                <a:moveTo>
                  <a:pt x="881086" y="615859"/>
                </a:moveTo>
                <a:lnTo>
                  <a:pt x="881608" y="615824"/>
                </a:lnTo>
                <a:lnTo>
                  <a:pt x="882129" y="615784"/>
                </a:lnTo>
                <a:lnTo>
                  <a:pt x="882650" y="615739"/>
                </a:lnTo>
                <a:lnTo>
                  <a:pt x="883172" y="615690"/>
                </a:lnTo>
                <a:lnTo>
                  <a:pt x="883693" y="615636"/>
                </a:lnTo>
                <a:lnTo>
                  <a:pt x="884214" y="615577"/>
                </a:lnTo>
                <a:lnTo>
                  <a:pt x="884735" y="615514"/>
                </a:lnTo>
                <a:lnTo>
                  <a:pt x="885257" y="615445"/>
                </a:lnTo>
                <a:lnTo>
                  <a:pt x="885778" y="615373"/>
                </a:lnTo>
                <a:lnTo>
                  <a:pt x="886299" y="615295"/>
                </a:lnTo>
                <a:lnTo>
                  <a:pt x="886821" y="615213"/>
                </a:lnTo>
                <a:lnTo>
                  <a:pt x="887342" y="615126"/>
                </a:lnTo>
                <a:lnTo>
                  <a:pt x="887863" y="615034"/>
                </a:lnTo>
                <a:lnTo>
                  <a:pt x="888384" y="614938"/>
                </a:lnTo>
                <a:lnTo>
                  <a:pt x="888906" y="614837"/>
                </a:lnTo>
                <a:lnTo>
                  <a:pt x="889427" y="614732"/>
                </a:lnTo>
                <a:lnTo>
                  <a:pt x="889948" y="614621"/>
                </a:lnTo>
                <a:lnTo>
                  <a:pt x="890466" y="614521"/>
                </a:lnTo>
                <a:lnTo>
                  <a:pt x="890976" y="614416"/>
                </a:lnTo>
                <a:lnTo>
                  <a:pt x="891478" y="614307"/>
                </a:lnTo>
                <a:lnTo>
                  <a:pt x="891972" y="614194"/>
                </a:lnTo>
                <a:lnTo>
                  <a:pt x="892459" y="614077"/>
                </a:lnTo>
                <a:lnTo>
                  <a:pt x="892939" y="613956"/>
                </a:lnTo>
                <a:lnTo>
                  <a:pt x="893410" y="613830"/>
                </a:lnTo>
                <a:lnTo>
                  <a:pt x="893874" y="613701"/>
                </a:lnTo>
                <a:lnTo>
                  <a:pt x="894331" y="613567"/>
                </a:lnTo>
                <a:lnTo>
                  <a:pt x="894780" y="613430"/>
                </a:lnTo>
                <a:lnTo>
                  <a:pt x="895221" y="613288"/>
                </a:lnTo>
                <a:lnTo>
                  <a:pt x="895654" y="613142"/>
                </a:lnTo>
                <a:lnTo>
                  <a:pt x="896080" y="612992"/>
                </a:lnTo>
                <a:lnTo>
                  <a:pt x="896498" y="612838"/>
                </a:lnTo>
                <a:lnTo>
                  <a:pt x="896909" y="612680"/>
                </a:lnTo>
                <a:lnTo>
                  <a:pt x="897312" y="612517"/>
                </a:lnTo>
                <a:lnTo>
                  <a:pt x="897707" y="612351"/>
                </a:lnTo>
                <a:lnTo>
                  <a:pt x="898095" y="612180"/>
                </a:lnTo>
                <a:lnTo>
                  <a:pt x="898475" y="612006"/>
                </a:lnTo>
                <a:lnTo>
                  <a:pt x="898848" y="611827"/>
                </a:lnTo>
                <a:lnTo>
                  <a:pt x="899213" y="611644"/>
                </a:lnTo>
                <a:lnTo>
                  <a:pt x="899570" y="611457"/>
                </a:lnTo>
                <a:lnTo>
                  <a:pt x="899919" y="611266"/>
                </a:lnTo>
                <a:lnTo>
                  <a:pt x="900261" y="611071"/>
                </a:lnTo>
                <a:lnTo>
                  <a:pt x="900261" y="598053"/>
                </a:lnTo>
                <a:lnTo>
                  <a:pt x="899963" y="598193"/>
                </a:lnTo>
                <a:lnTo>
                  <a:pt x="899661" y="598333"/>
                </a:lnTo>
                <a:lnTo>
                  <a:pt x="899355" y="598473"/>
                </a:lnTo>
                <a:lnTo>
                  <a:pt x="899045" y="598612"/>
                </a:lnTo>
                <a:lnTo>
                  <a:pt x="898731" y="598750"/>
                </a:lnTo>
                <a:lnTo>
                  <a:pt x="898412" y="598887"/>
                </a:lnTo>
                <a:lnTo>
                  <a:pt x="898090" y="599025"/>
                </a:lnTo>
                <a:lnTo>
                  <a:pt x="897763" y="599161"/>
                </a:lnTo>
                <a:lnTo>
                  <a:pt x="897432" y="599297"/>
                </a:lnTo>
                <a:lnTo>
                  <a:pt x="897097" y="599432"/>
                </a:lnTo>
                <a:lnTo>
                  <a:pt x="896758" y="599567"/>
                </a:lnTo>
                <a:lnTo>
                  <a:pt x="896415" y="599701"/>
                </a:lnTo>
                <a:lnTo>
                  <a:pt x="896068" y="599835"/>
                </a:lnTo>
                <a:lnTo>
                  <a:pt x="895717" y="599968"/>
                </a:lnTo>
                <a:lnTo>
                  <a:pt x="895361" y="600100"/>
                </a:lnTo>
                <a:lnTo>
                  <a:pt x="895002" y="600232"/>
                </a:lnTo>
                <a:lnTo>
                  <a:pt x="894638" y="600363"/>
                </a:lnTo>
                <a:lnTo>
                  <a:pt x="894270" y="600494"/>
                </a:lnTo>
                <a:lnTo>
                  <a:pt x="893898" y="600624"/>
                </a:lnTo>
                <a:lnTo>
                  <a:pt x="893522" y="600753"/>
                </a:lnTo>
                <a:lnTo>
                  <a:pt x="893142" y="600882"/>
                </a:lnTo>
                <a:lnTo>
                  <a:pt x="892758" y="601010"/>
                </a:lnTo>
                <a:lnTo>
                  <a:pt x="892370" y="601138"/>
                </a:lnTo>
                <a:lnTo>
                  <a:pt x="891977" y="601265"/>
                </a:lnTo>
                <a:lnTo>
                  <a:pt x="891595" y="601375"/>
                </a:lnTo>
                <a:lnTo>
                  <a:pt x="891210" y="601481"/>
                </a:lnTo>
                <a:lnTo>
                  <a:pt x="890823" y="601582"/>
                </a:lnTo>
                <a:lnTo>
                  <a:pt x="890432" y="601678"/>
                </a:lnTo>
                <a:lnTo>
                  <a:pt x="890038" y="601770"/>
                </a:lnTo>
                <a:lnTo>
                  <a:pt x="889642" y="601857"/>
                </a:lnTo>
                <a:lnTo>
                  <a:pt x="889242" y="601939"/>
                </a:lnTo>
                <a:lnTo>
                  <a:pt x="888840" y="602016"/>
                </a:lnTo>
                <a:lnTo>
                  <a:pt x="888435" y="602089"/>
                </a:lnTo>
                <a:lnTo>
                  <a:pt x="888026" y="602157"/>
                </a:lnTo>
                <a:lnTo>
                  <a:pt x="887615" y="602221"/>
                </a:lnTo>
                <a:lnTo>
                  <a:pt x="887201" y="602279"/>
                </a:lnTo>
                <a:lnTo>
                  <a:pt x="886784" y="602333"/>
                </a:lnTo>
                <a:lnTo>
                  <a:pt x="886364" y="602383"/>
                </a:lnTo>
                <a:lnTo>
                  <a:pt x="885941" y="602427"/>
                </a:lnTo>
                <a:lnTo>
                  <a:pt x="885515" y="602467"/>
                </a:lnTo>
                <a:lnTo>
                  <a:pt x="885086" y="602502"/>
                </a:lnTo>
                <a:lnTo>
                  <a:pt x="884654" y="602533"/>
                </a:lnTo>
                <a:lnTo>
                  <a:pt x="884220" y="602559"/>
                </a:lnTo>
                <a:lnTo>
                  <a:pt x="883782" y="602580"/>
                </a:lnTo>
                <a:lnTo>
                  <a:pt x="883342" y="602596"/>
                </a:lnTo>
                <a:lnTo>
                  <a:pt x="882898" y="602608"/>
                </a:lnTo>
                <a:lnTo>
                  <a:pt x="882452" y="602615"/>
                </a:lnTo>
                <a:lnTo>
                  <a:pt x="882002" y="602617"/>
                </a:lnTo>
                <a:lnTo>
                  <a:pt x="881429" y="602614"/>
                </a:lnTo>
                <a:lnTo>
                  <a:pt x="880863" y="602606"/>
                </a:lnTo>
                <a:lnTo>
                  <a:pt x="880306" y="602591"/>
                </a:lnTo>
                <a:lnTo>
                  <a:pt x="879757" y="602570"/>
                </a:lnTo>
                <a:lnTo>
                  <a:pt x="879217" y="602544"/>
                </a:lnTo>
                <a:lnTo>
                  <a:pt x="878684" y="602512"/>
                </a:lnTo>
                <a:lnTo>
                  <a:pt x="878160" y="602474"/>
                </a:lnTo>
                <a:lnTo>
                  <a:pt x="877644" y="602430"/>
                </a:lnTo>
                <a:lnTo>
                  <a:pt x="877136" y="602380"/>
                </a:lnTo>
                <a:lnTo>
                  <a:pt x="876637" y="602324"/>
                </a:lnTo>
                <a:lnTo>
                  <a:pt x="876145" y="602262"/>
                </a:lnTo>
                <a:lnTo>
                  <a:pt x="875662" y="602195"/>
                </a:lnTo>
                <a:lnTo>
                  <a:pt x="875187" y="602121"/>
                </a:lnTo>
                <a:lnTo>
                  <a:pt x="874721" y="602042"/>
                </a:lnTo>
                <a:lnTo>
                  <a:pt x="874262" y="601957"/>
                </a:lnTo>
                <a:lnTo>
                  <a:pt x="873812" y="601866"/>
                </a:lnTo>
                <a:lnTo>
                  <a:pt x="873370" y="601769"/>
                </a:lnTo>
                <a:lnTo>
                  <a:pt x="872936" y="601666"/>
                </a:lnTo>
                <a:lnTo>
                  <a:pt x="872510" y="601558"/>
                </a:lnTo>
                <a:lnTo>
                  <a:pt x="872093" y="601443"/>
                </a:lnTo>
                <a:lnTo>
                  <a:pt x="871684" y="601323"/>
                </a:lnTo>
                <a:lnTo>
                  <a:pt x="871283" y="601197"/>
                </a:lnTo>
                <a:lnTo>
                  <a:pt x="870890" y="601065"/>
                </a:lnTo>
                <a:lnTo>
                  <a:pt x="870506" y="600927"/>
                </a:lnTo>
                <a:lnTo>
                  <a:pt x="870129" y="600782"/>
                </a:lnTo>
                <a:lnTo>
                  <a:pt x="869760" y="600631"/>
                </a:lnTo>
                <a:lnTo>
                  <a:pt x="869399" y="600472"/>
                </a:lnTo>
                <a:lnTo>
                  <a:pt x="869045" y="600307"/>
                </a:lnTo>
                <a:lnTo>
                  <a:pt x="868699" y="600134"/>
                </a:lnTo>
                <a:lnTo>
                  <a:pt x="868361" y="599955"/>
                </a:lnTo>
                <a:lnTo>
                  <a:pt x="868030" y="599768"/>
                </a:lnTo>
                <a:lnTo>
                  <a:pt x="867707" y="599574"/>
                </a:lnTo>
                <a:lnTo>
                  <a:pt x="867391" y="599373"/>
                </a:lnTo>
                <a:lnTo>
                  <a:pt x="867083" y="599166"/>
                </a:lnTo>
                <a:lnTo>
                  <a:pt x="866783" y="598951"/>
                </a:lnTo>
                <a:lnTo>
                  <a:pt x="866490" y="598729"/>
                </a:lnTo>
                <a:lnTo>
                  <a:pt x="866205" y="598500"/>
                </a:lnTo>
                <a:lnTo>
                  <a:pt x="865928" y="598264"/>
                </a:lnTo>
                <a:lnTo>
                  <a:pt x="865658" y="598021"/>
                </a:lnTo>
                <a:lnTo>
                  <a:pt x="865396" y="597771"/>
                </a:lnTo>
                <a:lnTo>
                  <a:pt x="865142" y="597514"/>
                </a:lnTo>
                <a:lnTo>
                  <a:pt x="864895" y="597249"/>
                </a:lnTo>
                <a:lnTo>
                  <a:pt x="864655" y="596978"/>
                </a:lnTo>
                <a:lnTo>
                  <a:pt x="864424" y="596700"/>
                </a:lnTo>
                <a:lnTo>
                  <a:pt x="864200" y="596415"/>
                </a:lnTo>
                <a:lnTo>
                  <a:pt x="863984" y="596122"/>
                </a:lnTo>
                <a:lnTo>
                  <a:pt x="863775" y="595823"/>
                </a:lnTo>
                <a:lnTo>
                  <a:pt x="863574" y="595516"/>
                </a:lnTo>
                <a:lnTo>
                  <a:pt x="863381" y="595203"/>
                </a:lnTo>
                <a:lnTo>
                  <a:pt x="863196" y="594882"/>
                </a:lnTo>
                <a:lnTo>
                  <a:pt x="863019" y="594555"/>
                </a:lnTo>
                <a:lnTo>
                  <a:pt x="862851" y="594220"/>
                </a:lnTo>
                <a:lnTo>
                  <a:pt x="862690" y="593879"/>
                </a:lnTo>
                <a:lnTo>
                  <a:pt x="862538" y="593530"/>
                </a:lnTo>
                <a:lnTo>
                  <a:pt x="862394" y="593174"/>
                </a:lnTo>
                <a:lnTo>
                  <a:pt x="862259" y="592811"/>
                </a:lnTo>
                <a:lnTo>
                  <a:pt x="862131" y="592442"/>
                </a:lnTo>
                <a:lnTo>
                  <a:pt x="862012" y="592065"/>
                </a:lnTo>
                <a:lnTo>
                  <a:pt x="861901" y="591681"/>
                </a:lnTo>
                <a:lnTo>
                  <a:pt x="861799" y="591290"/>
                </a:lnTo>
                <a:lnTo>
                  <a:pt x="861704" y="590892"/>
                </a:lnTo>
                <a:lnTo>
                  <a:pt x="861618" y="590487"/>
                </a:lnTo>
                <a:lnTo>
                  <a:pt x="861540" y="590075"/>
                </a:lnTo>
                <a:lnTo>
                  <a:pt x="861470" y="589656"/>
                </a:lnTo>
                <a:lnTo>
                  <a:pt x="861408" y="589229"/>
                </a:lnTo>
                <a:lnTo>
                  <a:pt x="861355" y="588796"/>
                </a:lnTo>
                <a:lnTo>
                  <a:pt x="861310" y="588356"/>
                </a:lnTo>
                <a:lnTo>
                  <a:pt x="861273" y="587909"/>
                </a:lnTo>
                <a:lnTo>
                  <a:pt x="861244" y="587454"/>
                </a:lnTo>
                <a:lnTo>
                  <a:pt x="861223" y="586993"/>
                </a:lnTo>
                <a:lnTo>
                  <a:pt x="861211" y="586524"/>
                </a:lnTo>
                <a:lnTo>
                  <a:pt x="861207" y="586049"/>
                </a:lnTo>
                <a:lnTo>
                  <a:pt x="861207" y="541077"/>
                </a:lnTo>
                <a:lnTo>
                  <a:pt x="900261" y="541077"/>
                </a:lnTo>
                <a:lnTo>
                  <a:pt x="900261" y="527890"/>
                </a:lnTo>
                <a:lnTo>
                  <a:pt x="861207" y="527890"/>
                </a:lnTo>
                <a:lnTo>
                  <a:pt x="861207" y="500332"/>
                </a:lnTo>
                <a:lnTo>
                  <a:pt x="850725" y="500332"/>
                </a:lnTo>
                <a:lnTo>
                  <a:pt x="844807" y="527890"/>
                </a:lnTo>
                <a:lnTo>
                  <a:pt x="819278" y="527890"/>
                </a:lnTo>
                <a:lnTo>
                  <a:pt x="819278" y="541077"/>
                </a:lnTo>
                <a:lnTo>
                  <a:pt x="844300" y="541077"/>
                </a:lnTo>
                <a:lnTo>
                  <a:pt x="844300" y="587402"/>
                </a:lnTo>
                <a:lnTo>
                  <a:pt x="844316" y="588655"/>
                </a:lnTo>
                <a:lnTo>
                  <a:pt x="844362" y="589879"/>
                </a:lnTo>
                <a:lnTo>
                  <a:pt x="844440" y="591073"/>
                </a:lnTo>
                <a:lnTo>
                  <a:pt x="844549" y="592239"/>
                </a:lnTo>
                <a:lnTo>
                  <a:pt x="844689" y="593375"/>
                </a:lnTo>
                <a:lnTo>
                  <a:pt x="844860" y="594481"/>
                </a:lnTo>
                <a:lnTo>
                  <a:pt x="845063" y="595558"/>
                </a:lnTo>
                <a:lnTo>
                  <a:pt x="845296" y="596606"/>
                </a:lnTo>
                <a:lnTo>
                  <a:pt x="845560" y="597625"/>
                </a:lnTo>
                <a:lnTo>
                  <a:pt x="845856" y="598614"/>
                </a:lnTo>
                <a:lnTo>
                  <a:pt x="846183" y="599574"/>
                </a:lnTo>
                <a:lnTo>
                  <a:pt x="846540" y="600504"/>
                </a:lnTo>
                <a:lnTo>
                  <a:pt x="846929" y="601405"/>
                </a:lnTo>
                <a:lnTo>
                  <a:pt x="847349" y="602277"/>
                </a:lnTo>
                <a:lnTo>
                  <a:pt x="847800" y="603119"/>
                </a:lnTo>
                <a:lnTo>
                  <a:pt x="848283" y="603932"/>
                </a:lnTo>
                <a:lnTo>
                  <a:pt x="848796" y="604716"/>
                </a:lnTo>
                <a:lnTo>
                  <a:pt x="849341" y="605470"/>
                </a:lnTo>
                <a:lnTo>
                  <a:pt x="849916" y="606195"/>
                </a:lnTo>
                <a:lnTo>
                  <a:pt x="850523" y="606891"/>
                </a:lnTo>
                <a:lnTo>
                  <a:pt x="851161" y="607557"/>
                </a:lnTo>
                <a:lnTo>
                  <a:pt x="851830" y="608194"/>
                </a:lnTo>
                <a:lnTo>
                  <a:pt x="852530" y="608802"/>
                </a:lnTo>
                <a:lnTo>
                  <a:pt x="853261" y="609380"/>
                </a:lnTo>
                <a:lnTo>
                  <a:pt x="854018" y="609918"/>
                </a:lnTo>
                <a:lnTo>
                  <a:pt x="854798" y="610433"/>
                </a:lnTo>
                <a:lnTo>
                  <a:pt x="855599" y="610926"/>
                </a:lnTo>
                <a:lnTo>
                  <a:pt x="856421" y="611395"/>
                </a:lnTo>
                <a:lnTo>
                  <a:pt x="857266" y="611841"/>
                </a:lnTo>
                <a:lnTo>
                  <a:pt x="858132" y="612265"/>
                </a:lnTo>
                <a:lnTo>
                  <a:pt x="859020" y="612666"/>
                </a:lnTo>
                <a:lnTo>
                  <a:pt x="859930" y="613043"/>
                </a:lnTo>
                <a:lnTo>
                  <a:pt x="860861" y="613398"/>
                </a:lnTo>
                <a:lnTo>
                  <a:pt x="861814" y="613730"/>
                </a:lnTo>
                <a:lnTo>
                  <a:pt x="862789" y="614039"/>
                </a:lnTo>
                <a:lnTo>
                  <a:pt x="863785" y="614325"/>
                </a:lnTo>
                <a:lnTo>
                  <a:pt x="864803" y="614589"/>
                </a:lnTo>
                <a:lnTo>
                  <a:pt x="865843" y="614829"/>
                </a:lnTo>
                <a:lnTo>
                  <a:pt x="866905" y="615047"/>
                </a:lnTo>
                <a:lnTo>
                  <a:pt x="867988" y="615241"/>
                </a:lnTo>
                <a:lnTo>
                  <a:pt x="869094" y="615413"/>
                </a:lnTo>
                <a:lnTo>
                  <a:pt x="870220" y="615562"/>
                </a:lnTo>
                <a:lnTo>
                  <a:pt x="871369" y="615688"/>
                </a:lnTo>
                <a:lnTo>
                  <a:pt x="872539" y="615791"/>
                </a:lnTo>
                <a:lnTo>
                  <a:pt x="873731" y="615871"/>
                </a:lnTo>
                <a:lnTo>
                  <a:pt x="874945" y="615928"/>
                </a:lnTo>
                <a:lnTo>
                  <a:pt x="876180" y="615962"/>
                </a:lnTo>
                <a:lnTo>
                  <a:pt x="877437" y="615974"/>
                </a:lnTo>
                <a:lnTo>
                  <a:pt x="877959" y="615972"/>
                </a:lnTo>
                <a:lnTo>
                  <a:pt x="878480" y="615964"/>
                </a:lnTo>
                <a:lnTo>
                  <a:pt x="879001" y="615953"/>
                </a:lnTo>
                <a:lnTo>
                  <a:pt x="879523" y="615936"/>
                </a:lnTo>
                <a:lnTo>
                  <a:pt x="880044" y="615915"/>
                </a:lnTo>
                <a:lnTo>
                  <a:pt x="880565" y="615889"/>
                </a:lnTo>
                <a:lnTo>
                  <a:pt x="881086" y="615859"/>
                </a:lnTo>
                <a:close/>
                <a:moveTo>
                  <a:pt x="928430" y="601265"/>
                </a:moveTo>
                <a:lnTo>
                  <a:pt x="928430" y="614283"/>
                </a:lnTo>
                <a:lnTo>
                  <a:pt x="959369" y="614283"/>
                </a:lnTo>
                <a:lnTo>
                  <a:pt x="976276" y="614283"/>
                </a:lnTo>
                <a:lnTo>
                  <a:pt x="1005524" y="614283"/>
                </a:lnTo>
                <a:lnTo>
                  <a:pt x="1005524" y="601265"/>
                </a:lnTo>
                <a:lnTo>
                  <a:pt x="976276" y="601265"/>
                </a:lnTo>
                <a:lnTo>
                  <a:pt x="976276" y="527890"/>
                </a:lnTo>
                <a:lnTo>
                  <a:pt x="928430" y="527890"/>
                </a:lnTo>
                <a:lnTo>
                  <a:pt x="928430" y="541077"/>
                </a:lnTo>
                <a:lnTo>
                  <a:pt x="959369" y="541077"/>
                </a:lnTo>
                <a:lnTo>
                  <a:pt x="959369" y="601265"/>
                </a:lnTo>
                <a:lnTo>
                  <a:pt x="928430" y="601265"/>
                </a:lnTo>
                <a:close/>
                <a:moveTo>
                  <a:pt x="1071459" y="615514"/>
                </a:moveTo>
                <a:lnTo>
                  <a:pt x="1072409" y="615373"/>
                </a:lnTo>
                <a:lnTo>
                  <a:pt x="1073347" y="615213"/>
                </a:lnTo>
                <a:lnTo>
                  <a:pt x="1074272" y="615035"/>
                </a:lnTo>
                <a:lnTo>
                  <a:pt x="1075185" y="614837"/>
                </a:lnTo>
                <a:lnTo>
                  <a:pt x="1076086" y="614621"/>
                </a:lnTo>
                <a:lnTo>
                  <a:pt x="1076974" y="614386"/>
                </a:lnTo>
                <a:lnTo>
                  <a:pt x="1077851" y="614133"/>
                </a:lnTo>
                <a:lnTo>
                  <a:pt x="1078714" y="613860"/>
                </a:lnTo>
                <a:lnTo>
                  <a:pt x="1079566" y="613569"/>
                </a:lnTo>
                <a:lnTo>
                  <a:pt x="1080405" y="613259"/>
                </a:lnTo>
                <a:lnTo>
                  <a:pt x="1081232" y="612931"/>
                </a:lnTo>
                <a:lnTo>
                  <a:pt x="1082046" y="612583"/>
                </a:lnTo>
                <a:lnTo>
                  <a:pt x="1082849" y="612217"/>
                </a:lnTo>
                <a:lnTo>
                  <a:pt x="1083638" y="611832"/>
                </a:lnTo>
                <a:lnTo>
                  <a:pt x="1084416" y="611428"/>
                </a:lnTo>
                <a:lnTo>
                  <a:pt x="1085181" y="611005"/>
                </a:lnTo>
                <a:lnTo>
                  <a:pt x="1085934" y="610564"/>
                </a:lnTo>
                <a:lnTo>
                  <a:pt x="1086673" y="610091"/>
                </a:lnTo>
                <a:lnTo>
                  <a:pt x="1087398" y="609604"/>
                </a:lnTo>
                <a:lnTo>
                  <a:pt x="1088108" y="609103"/>
                </a:lnTo>
                <a:lnTo>
                  <a:pt x="1088804" y="608586"/>
                </a:lnTo>
                <a:lnTo>
                  <a:pt x="1089484" y="608055"/>
                </a:lnTo>
                <a:lnTo>
                  <a:pt x="1090150" y="607510"/>
                </a:lnTo>
                <a:lnTo>
                  <a:pt x="1090802" y="606949"/>
                </a:lnTo>
                <a:lnTo>
                  <a:pt x="1091438" y="606374"/>
                </a:lnTo>
                <a:lnTo>
                  <a:pt x="1092060" y="605785"/>
                </a:lnTo>
                <a:lnTo>
                  <a:pt x="1092667" y="605180"/>
                </a:lnTo>
                <a:lnTo>
                  <a:pt x="1093260" y="604561"/>
                </a:lnTo>
                <a:lnTo>
                  <a:pt x="1093838" y="603928"/>
                </a:lnTo>
                <a:lnTo>
                  <a:pt x="1094401" y="603279"/>
                </a:lnTo>
                <a:lnTo>
                  <a:pt x="1094950" y="602616"/>
                </a:lnTo>
                <a:lnTo>
                  <a:pt x="1095484" y="601939"/>
                </a:lnTo>
                <a:lnTo>
                  <a:pt x="1096003" y="601246"/>
                </a:lnTo>
                <a:lnTo>
                  <a:pt x="1096508" y="600539"/>
                </a:lnTo>
                <a:lnTo>
                  <a:pt x="1096997" y="599817"/>
                </a:lnTo>
                <a:lnTo>
                  <a:pt x="1097473" y="599081"/>
                </a:lnTo>
                <a:lnTo>
                  <a:pt x="1097933" y="598330"/>
                </a:lnTo>
                <a:lnTo>
                  <a:pt x="1098379" y="597564"/>
                </a:lnTo>
                <a:lnTo>
                  <a:pt x="1098810" y="596783"/>
                </a:lnTo>
                <a:lnTo>
                  <a:pt x="1099227" y="595988"/>
                </a:lnTo>
                <a:lnTo>
                  <a:pt x="1099629" y="595178"/>
                </a:lnTo>
                <a:lnTo>
                  <a:pt x="1100015" y="594356"/>
                </a:lnTo>
                <a:lnTo>
                  <a:pt x="1100385" y="593523"/>
                </a:lnTo>
                <a:lnTo>
                  <a:pt x="1100738" y="592679"/>
                </a:lnTo>
                <a:lnTo>
                  <a:pt x="1101075" y="591825"/>
                </a:lnTo>
                <a:lnTo>
                  <a:pt x="1101396" y="590961"/>
                </a:lnTo>
                <a:lnTo>
                  <a:pt x="1101700" y="590085"/>
                </a:lnTo>
                <a:lnTo>
                  <a:pt x="1101987" y="589199"/>
                </a:lnTo>
                <a:lnTo>
                  <a:pt x="1102258" y="588303"/>
                </a:lnTo>
                <a:lnTo>
                  <a:pt x="1102513" y="587396"/>
                </a:lnTo>
                <a:lnTo>
                  <a:pt x="1102752" y="586479"/>
                </a:lnTo>
                <a:lnTo>
                  <a:pt x="1102974" y="585550"/>
                </a:lnTo>
                <a:lnTo>
                  <a:pt x="1103179" y="584612"/>
                </a:lnTo>
                <a:lnTo>
                  <a:pt x="1103368" y="583663"/>
                </a:lnTo>
                <a:lnTo>
                  <a:pt x="1103541" y="582703"/>
                </a:lnTo>
                <a:lnTo>
                  <a:pt x="1103697" y="581732"/>
                </a:lnTo>
                <a:lnTo>
                  <a:pt x="1103836" y="580751"/>
                </a:lnTo>
                <a:lnTo>
                  <a:pt x="1103960" y="579760"/>
                </a:lnTo>
                <a:lnTo>
                  <a:pt x="1104067" y="578758"/>
                </a:lnTo>
                <a:lnTo>
                  <a:pt x="1104157" y="577745"/>
                </a:lnTo>
                <a:lnTo>
                  <a:pt x="1104231" y="576722"/>
                </a:lnTo>
                <a:lnTo>
                  <a:pt x="1104288" y="575688"/>
                </a:lnTo>
                <a:lnTo>
                  <a:pt x="1104330" y="574644"/>
                </a:lnTo>
                <a:lnTo>
                  <a:pt x="1104354" y="573589"/>
                </a:lnTo>
                <a:lnTo>
                  <a:pt x="1104362" y="572524"/>
                </a:lnTo>
                <a:lnTo>
                  <a:pt x="1104362" y="569649"/>
                </a:lnTo>
                <a:lnTo>
                  <a:pt x="1104354" y="568598"/>
                </a:lnTo>
                <a:lnTo>
                  <a:pt x="1104330" y="567556"/>
                </a:lnTo>
                <a:lnTo>
                  <a:pt x="1104288" y="566524"/>
                </a:lnTo>
                <a:lnTo>
                  <a:pt x="1104231" y="565503"/>
                </a:lnTo>
                <a:lnTo>
                  <a:pt x="1104157" y="564491"/>
                </a:lnTo>
                <a:lnTo>
                  <a:pt x="1104067" y="563489"/>
                </a:lnTo>
                <a:lnTo>
                  <a:pt x="1103960" y="562497"/>
                </a:lnTo>
                <a:lnTo>
                  <a:pt x="1103836" y="561515"/>
                </a:lnTo>
                <a:lnTo>
                  <a:pt x="1103697" y="560543"/>
                </a:lnTo>
                <a:lnTo>
                  <a:pt x="1103541" y="559582"/>
                </a:lnTo>
                <a:lnTo>
                  <a:pt x="1103368" y="558630"/>
                </a:lnTo>
                <a:lnTo>
                  <a:pt x="1103179" y="557688"/>
                </a:lnTo>
                <a:lnTo>
                  <a:pt x="1102974" y="556756"/>
                </a:lnTo>
                <a:lnTo>
                  <a:pt x="1102752" y="555834"/>
                </a:lnTo>
                <a:lnTo>
                  <a:pt x="1102513" y="554922"/>
                </a:lnTo>
                <a:lnTo>
                  <a:pt x="1102258" y="554020"/>
                </a:lnTo>
                <a:lnTo>
                  <a:pt x="1101987" y="553128"/>
                </a:lnTo>
                <a:lnTo>
                  <a:pt x="1101700" y="552246"/>
                </a:lnTo>
                <a:lnTo>
                  <a:pt x="1101396" y="551374"/>
                </a:lnTo>
                <a:lnTo>
                  <a:pt x="1101075" y="550512"/>
                </a:lnTo>
                <a:lnTo>
                  <a:pt x="1100738" y="549660"/>
                </a:lnTo>
                <a:lnTo>
                  <a:pt x="1100385" y="548818"/>
                </a:lnTo>
                <a:lnTo>
                  <a:pt x="1100015" y="547986"/>
                </a:lnTo>
                <a:lnTo>
                  <a:pt x="1099629" y="547163"/>
                </a:lnTo>
                <a:lnTo>
                  <a:pt x="1099227" y="546354"/>
                </a:lnTo>
                <a:lnTo>
                  <a:pt x="1098810" y="545558"/>
                </a:lnTo>
                <a:lnTo>
                  <a:pt x="1098379" y="544778"/>
                </a:lnTo>
                <a:lnTo>
                  <a:pt x="1097933" y="544012"/>
                </a:lnTo>
                <a:lnTo>
                  <a:pt x="1097473" y="543261"/>
                </a:lnTo>
                <a:lnTo>
                  <a:pt x="1096997" y="542525"/>
                </a:lnTo>
                <a:lnTo>
                  <a:pt x="1096508" y="541803"/>
                </a:lnTo>
                <a:lnTo>
                  <a:pt x="1096003" y="541096"/>
                </a:lnTo>
                <a:lnTo>
                  <a:pt x="1095484" y="540403"/>
                </a:lnTo>
                <a:lnTo>
                  <a:pt x="1094950" y="539726"/>
                </a:lnTo>
                <a:lnTo>
                  <a:pt x="1094401" y="539063"/>
                </a:lnTo>
                <a:lnTo>
                  <a:pt x="1093838" y="538414"/>
                </a:lnTo>
                <a:lnTo>
                  <a:pt x="1093260" y="537780"/>
                </a:lnTo>
                <a:lnTo>
                  <a:pt x="1092667" y="537161"/>
                </a:lnTo>
                <a:lnTo>
                  <a:pt x="1092060" y="536557"/>
                </a:lnTo>
                <a:lnTo>
                  <a:pt x="1091438" y="535967"/>
                </a:lnTo>
                <a:lnTo>
                  <a:pt x="1090802" y="535392"/>
                </a:lnTo>
                <a:lnTo>
                  <a:pt x="1090150" y="534832"/>
                </a:lnTo>
                <a:lnTo>
                  <a:pt x="1089484" y="534286"/>
                </a:lnTo>
                <a:lnTo>
                  <a:pt x="1088804" y="533755"/>
                </a:lnTo>
                <a:lnTo>
                  <a:pt x="1088108" y="533239"/>
                </a:lnTo>
                <a:lnTo>
                  <a:pt x="1087398" y="532737"/>
                </a:lnTo>
                <a:lnTo>
                  <a:pt x="1086673" y="532251"/>
                </a:lnTo>
                <a:lnTo>
                  <a:pt x="1085934" y="531778"/>
                </a:lnTo>
                <a:lnTo>
                  <a:pt x="1085181" y="531323"/>
                </a:lnTo>
                <a:lnTo>
                  <a:pt x="1084415" y="530887"/>
                </a:lnTo>
                <a:lnTo>
                  <a:pt x="1083636" y="530471"/>
                </a:lnTo>
                <a:lnTo>
                  <a:pt x="1082844" y="530074"/>
                </a:lnTo>
                <a:lnTo>
                  <a:pt x="1082039" y="529696"/>
                </a:lnTo>
                <a:lnTo>
                  <a:pt x="1081221" y="529337"/>
                </a:lnTo>
                <a:lnTo>
                  <a:pt x="1080391" y="528998"/>
                </a:lnTo>
                <a:lnTo>
                  <a:pt x="1079547" y="528679"/>
                </a:lnTo>
                <a:lnTo>
                  <a:pt x="1078691" y="528378"/>
                </a:lnTo>
                <a:lnTo>
                  <a:pt x="1077821" y="528098"/>
                </a:lnTo>
                <a:lnTo>
                  <a:pt x="1076939" y="527836"/>
                </a:lnTo>
                <a:lnTo>
                  <a:pt x="1076044" y="527594"/>
                </a:lnTo>
                <a:lnTo>
                  <a:pt x="1075136" y="527371"/>
                </a:lnTo>
                <a:lnTo>
                  <a:pt x="1074215" y="527168"/>
                </a:lnTo>
                <a:lnTo>
                  <a:pt x="1073281" y="526984"/>
                </a:lnTo>
                <a:lnTo>
                  <a:pt x="1072334" y="526819"/>
                </a:lnTo>
                <a:lnTo>
                  <a:pt x="1071374" y="526674"/>
                </a:lnTo>
                <a:lnTo>
                  <a:pt x="1070401" y="526548"/>
                </a:lnTo>
                <a:lnTo>
                  <a:pt x="1069415" y="526441"/>
                </a:lnTo>
                <a:lnTo>
                  <a:pt x="1068417" y="526354"/>
                </a:lnTo>
                <a:lnTo>
                  <a:pt x="1067405" y="526286"/>
                </a:lnTo>
                <a:lnTo>
                  <a:pt x="1066381" y="526238"/>
                </a:lnTo>
                <a:lnTo>
                  <a:pt x="1065344" y="526209"/>
                </a:lnTo>
                <a:lnTo>
                  <a:pt x="1064294" y="526199"/>
                </a:lnTo>
                <a:lnTo>
                  <a:pt x="1063271" y="526209"/>
                </a:lnTo>
                <a:lnTo>
                  <a:pt x="1062260" y="526238"/>
                </a:lnTo>
                <a:lnTo>
                  <a:pt x="1061261" y="526286"/>
                </a:lnTo>
                <a:lnTo>
                  <a:pt x="1060273" y="526354"/>
                </a:lnTo>
                <a:lnTo>
                  <a:pt x="1059298" y="526441"/>
                </a:lnTo>
                <a:lnTo>
                  <a:pt x="1058334" y="526548"/>
                </a:lnTo>
                <a:lnTo>
                  <a:pt x="1057382" y="526674"/>
                </a:lnTo>
                <a:lnTo>
                  <a:pt x="1056441" y="526819"/>
                </a:lnTo>
                <a:lnTo>
                  <a:pt x="1055513" y="526984"/>
                </a:lnTo>
                <a:lnTo>
                  <a:pt x="1054596" y="527168"/>
                </a:lnTo>
                <a:lnTo>
                  <a:pt x="1053690" y="527371"/>
                </a:lnTo>
                <a:lnTo>
                  <a:pt x="1052797" y="527594"/>
                </a:lnTo>
                <a:lnTo>
                  <a:pt x="1051915" y="527836"/>
                </a:lnTo>
                <a:lnTo>
                  <a:pt x="1051045" y="528098"/>
                </a:lnTo>
                <a:lnTo>
                  <a:pt x="1050187" y="528378"/>
                </a:lnTo>
                <a:lnTo>
                  <a:pt x="1049340" y="528679"/>
                </a:lnTo>
                <a:lnTo>
                  <a:pt x="1048506" y="528998"/>
                </a:lnTo>
                <a:lnTo>
                  <a:pt x="1047683" y="529337"/>
                </a:lnTo>
                <a:lnTo>
                  <a:pt x="1046871" y="529696"/>
                </a:lnTo>
                <a:lnTo>
                  <a:pt x="1046072" y="530074"/>
                </a:lnTo>
                <a:lnTo>
                  <a:pt x="1045284" y="530471"/>
                </a:lnTo>
                <a:lnTo>
                  <a:pt x="1044508" y="530887"/>
                </a:lnTo>
                <a:lnTo>
                  <a:pt x="1043744" y="531323"/>
                </a:lnTo>
                <a:lnTo>
                  <a:pt x="1042991" y="531778"/>
                </a:lnTo>
                <a:lnTo>
                  <a:pt x="1042252" y="532237"/>
                </a:lnTo>
                <a:lnTo>
                  <a:pt x="1041527" y="532710"/>
                </a:lnTo>
                <a:lnTo>
                  <a:pt x="1040817" y="533199"/>
                </a:lnTo>
                <a:lnTo>
                  <a:pt x="1040122" y="533704"/>
                </a:lnTo>
                <a:lnTo>
                  <a:pt x="1039441" y="534223"/>
                </a:lnTo>
                <a:lnTo>
                  <a:pt x="1038775" y="534758"/>
                </a:lnTo>
                <a:lnTo>
                  <a:pt x="1038124" y="535308"/>
                </a:lnTo>
                <a:lnTo>
                  <a:pt x="1037487" y="535873"/>
                </a:lnTo>
                <a:lnTo>
                  <a:pt x="1036865" y="536454"/>
                </a:lnTo>
                <a:lnTo>
                  <a:pt x="1036258" y="537050"/>
                </a:lnTo>
                <a:lnTo>
                  <a:pt x="1035665" y="537661"/>
                </a:lnTo>
                <a:lnTo>
                  <a:pt x="1035087" y="538287"/>
                </a:lnTo>
                <a:lnTo>
                  <a:pt x="1034524" y="538929"/>
                </a:lnTo>
                <a:lnTo>
                  <a:pt x="1033975" y="539586"/>
                </a:lnTo>
                <a:lnTo>
                  <a:pt x="1033441" y="540258"/>
                </a:lnTo>
                <a:lnTo>
                  <a:pt x="1032922" y="540945"/>
                </a:lnTo>
                <a:lnTo>
                  <a:pt x="1032418" y="541648"/>
                </a:lnTo>
                <a:lnTo>
                  <a:pt x="1031928" y="542366"/>
                </a:lnTo>
                <a:lnTo>
                  <a:pt x="1031453" y="543099"/>
                </a:lnTo>
                <a:lnTo>
                  <a:pt x="1030992" y="543848"/>
                </a:lnTo>
                <a:lnTo>
                  <a:pt x="1030546" y="544611"/>
                </a:lnTo>
                <a:lnTo>
                  <a:pt x="1030115" y="545390"/>
                </a:lnTo>
                <a:lnTo>
                  <a:pt x="1029698" y="546185"/>
                </a:lnTo>
                <a:lnTo>
                  <a:pt x="1029297" y="546994"/>
                </a:lnTo>
                <a:lnTo>
                  <a:pt x="1028910" y="547817"/>
                </a:lnTo>
                <a:lnTo>
                  <a:pt x="1028541" y="548650"/>
                </a:lnTo>
                <a:lnTo>
                  <a:pt x="1028187" y="549493"/>
                </a:lnTo>
                <a:lnTo>
                  <a:pt x="1027850" y="550347"/>
                </a:lnTo>
                <a:lnTo>
                  <a:pt x="1027530" y="551212"/>
                </a:lnTo>
                <a:lnTo>
                  <a:pt x="1027226" y="552087"/>
                </a:lnTo>
                <a:lnTo>
                  <a:pt x="1026938" y="552973"/>
                </a:lnTo>
                <a:lnTo>
                  <a:pt x="1026667" y="553870"/>
                </a:lnTo>
                <a:lnTo>
                  <a:pt x="1026412" y="554777"/>
                </a:lnTo>
                <a:lnTo>
                  <a:pt x="1026174" y="555694"/>
                </a:lnTo>
                <a:lnTo>
                  <a:pt x="1025952" y="556622"/>
                </a:lnTo>
                <a:lnTo>
                  <a:pt x="1025746" y="557561"/>
                </a:lnTo>
                <a:lnTo>
                  <a:pt x="1025557" y="558510"/>
                </a:lnTo>
                <a:lnTo>
                  <a:pt x="1025385" y="559470"/>
                </a:lnTo>
                <a:lnTo>
                  <a:pt x="1025228" y="560440"/>
                </a:lnTo>
                <a:lnTo>
                  <a:pt x="1025089" y="561421"/>
                </a:lnTo>
                <a:lnTo>
                  <a:pt x="1024966" y="562413"/>
                </a:lnTo>
                <a:lnTo>
                  <a:pt x="1024859" y="563415"/>
                </a:lnTo>
                <a:lnTo>
                  <a:pt x="1024768" y="564428"/>
                </a:lnTo>
                <a:lnTo>
                  <a:pt x="1024694" y="565451"/>
                </a:lnTo>
                <a:lnTo>
                  <a:pt x="1024637" y="566485"/>
                </a:lnTo>
                <a:lnTo>
                  <a:pt x="1024596" y="567529"/>
                </a:lnTo>
                <a:lnTo>
                  <a:pt x="1024571" y="568584"/>
                </a:lnTo>
                <a:lnTo>
                  <a:pt x="1024563" y="569649"/>
                </a:lnTo>
                <a:lnTo>
                  <a:pt x="1024563" y="572524"/>
                </a:lnTo>
                <a:lnTo>
                  <a:pt x="1024571" y="573562"/>
                </a:lnTo>
                <a:lnTo>
                  <a:pt x="1024596" y="574591"/>
                </a:lnTo>
                <a:lnTo>
                  <a:pt x="1024637" y="575612"/>
                </a:lnTo>
                <a:lnTo>
                  <a:pt x="1024694" y="576623"/>
                </a:lnTo>
                <a:lnTo>
                  <a:pt x="1024768" y="577626"/>
                </a:lnTo>
                <a:lnTo>
                  <a:pt x="1024859" y="578620"/>
                </a:lnTo>
                <a:lnTo>
                  <a:pt x="1024966" y="579606"/>
                </a:lnTo>
                <a:lnTo>
                  <a:pt x="1025089" y="580582"/>
                </a:lnTo>
                <a:lnTo>
                  <a:pt x="1025228" y="581550"/>
                </a:lnTo>
                <a:lnTo>
                  <a:pt x="1025385" y="582509"/>
                </a:lnTo>
                <a:lnTo>
                  <a:pt x="1025557" y="583459"/>
                </a:lnTo>
                <a:lnTo>
                  <a:pt x="1025746" y="584400"/>
                </a:lnTo>
                <a:lnTo>
                  <a:pt x="1025952" y="585333"/>
                </a:lnTo>
                <a:lnTo>
                  <a:pt x="1026174" y="586257"/>
                </a:lnTo>
                <a:lnTo>
                  <a:pt x="1026412" y="587171"/>
                </a:lnTo>
                <a:lnTo>
                  <a:pt x="1026667" y="588078"/>
                </a:lnTo>
                <a:lnTo>
                  <a:pt x="1026938" y="588975"/>
                </a:lnTo>
                <a:lnTo>
                  <a:pt x="1027226" y="589863"/>
                </a:lnTo>
                <a:lnTo>
                  <a:pt x="1027530" y="590743"/>
                </a:lnTo>
                <a:lnTo>
                  <a:pt x="1027850" y="591614"/>
                </a:lnTo>
                <a:lnTo>
                  <a:pt x="1028187" y="592476"/>
                </a:lnTo>
                <a:lnTo>
                  <a:pt x="1028541" y="593329"/>
                </a:lnTo>
                <a:lnTo>
                  <a:pt x="1028910" y="594174"/>
                </a:lnTo>
                <a:lnTo>
                  <a:pt x="1029297" y="595009"/>
                </a:lnTo>
                <a:lnTo>
                  <a:pt x="1029698" y="595819"/>
                </a:lnTo>
                <a:lnTo>
                  <a:pt x="1030115" y="596614"/>
                </a:lnTo>
                <a:lnTo>
                  <a:pt x="1030546" y="597395"/>
                </a:lnTo>
                <a:lnTo>
                  <a:pt x="1030992" y="598160"/>
                </a:lnTo>
                <a:lnTo>
                  <a:pt x="1031453" y="598912"/>
                </a:lnTo>
                <a:lnTo>
                  <a:pt x="1031928" y="599648"/>
                </a:lnTo>
                <a:lnTo>
                  <a:pt x="1032418" y="600370"/>
                </a:lnTo>
                <a:lnTo>
                  <a:pt x="1032922" y="601077"/>
                </a:lnTo>
                <a:lnTo>
                  <a:pt x="1033441" y="601769"/>
                </a:lnTo>
                <a:lnTo>
                  <a:pt x="1033975" y="602447"/>
                </a:lnTo>
                <a:lnTo>
                  <a:pt x="1034524" y="603110"/>
                </a:lnTo>
                <a:lnTo>
                  <a:pt x="1035087" y="603758"/>
                </a:lnTo>
                <a:lnTo>
                  <a:pt x="1035665" y="604392"/>
                </a:lnTo>
                <a:lnTo>
                  <a:pt x="1036258" y="605011"/>
                </a:lnTo>
                <a:lnTo>
                  <a:pt x="1036865" y="605616"/>
                </a:lnTo>
                <a:lnTo>
                  <a:pt x="1037487" y="606205"/>
                </a:lnTo>
                <a:lnTo>
                  <a:pt x="1038124" y="606780"/>
                </a:lnTo>
                <a:lnTo>
                  <a:pt x="1038775" y="607341"/>
                </a:lnTo>
                <a:lnTo>
                  <a:pt x="1039441" y="607886"/>
                </a:lnTo>
                <a:lnTo>
                  <a:pt x="1040122" y="608417"/>
                </a:lnTo>
                <a:lnTo>
                  <a:pt x="1040817" y="608933"/>
                </a:lnTo>
                <a:lnTo>
                  <a:pt x="1041527" y="609435"/>
                </a:lnTo>
                <a:lnTo>
                  <a:pt x="1042252" y="609922"/>
                </a:lnTo>
                <a:lnTo>
                  <a:pt x="1042991" y="610394"/>
                </a:lnTo>
                <a:lnTo>
                  <a:pt x="1043744" y="610850"/>
                </a:lnTo>
                <a:lnTo>
                  <a:pt x="1044509" y="611286"/>
                </a:lnTo>
                <a:lnTo>
                  <a:pt x="1045287" y="611702"/>
                </a:lnTo>
                <a:lnTo>
                  <a:pt x="1046077" y="612099"/>
                </a:lnTo>
                <a:lnTo>
                  <a:pt x="1046879" y="612477"/>
                </a:lnTo>
                <a:lnTo>
                  <a:pt x="1047693" y="612835"/>
                </a:lnTo>
                <a:lnTo>
                  <a:pt x="1048520" y="613174"/>
                </a:lnTo>
                <a:lnTo>
                  <a:pt x="1049359" y="613494"/>
                </a:lnTo>
                <a:lnTo>
                  <a:pt x="1050211" y="613794"/>
                </a:lnTo>
                <a:lnTo>
                  <a:pt x="1051075" y="614075"/>
                </a:lnTo>
                <a:lnTo>
                  <a:pt x="1051951" y="614337"/>
                </a:lnTo>
                <a:lnTo>
                  <a:pt x="1052839" y="614579"/>
                </a:lnTo>
                <a:lnTo>
                  <a:pt x="1053740" y="614802"/>
                </a:lnTo>
                <a:lnTo>
                  <a:pt x="1054653" y="615005"/>
                </a:lnTo>
                <a:lnTo>
                  <a:pt x="1055579" y="615189"/>
                </a:lnTo>
                <a:lnTo>
                  <a:pt x="1056516" y="615354"/>
                </a:lnTo>
                <a:lnTo>
                  <a:pt x="1057467" y="615499"/>
                </a:lnTo>
                <a:lnTo>
                  <a:pt x="1058429" y="615625"/>
                </a:lnTo>
                <a:lnTo>
                  <a:pt x="1059404" y="615732"/>
                </a:lnTo>
                <a:lnTo>
                  <a:pt x="1060391" y="615819"/>
                </a:lnTo>
                <a:lnTo>
                  <a:pt x="1061390" y="615887"/>
                </a:lnTo>
                <a:lnTo>
                  <a:pt x="1062402" y="615935"/>
                </a:lnTo>
                <a:lnTo>
                  <a:pt x="1063426" y="615964"/>
                </a:lnTo>
                <a:lnTo>
                  <a:pt x="1064463" y="615974"/>
                </a:lnTo>
                <a:lnTo>
                  <a:pt x="1065499" y="615964"/>
                </a:lnTo>
                <a:lnTo>
                  <a:pt x="1066523" y="615936"/>
                </a:lnTo>
                <a:lnTo>
                  <a:pt x="1067535" y="615889"/>
                </a:lnTo>
                <a:lnTo>
                  <a:pt x="1068534" y="615824"/>
                </a:lnTo>
                <a:lnTo>
                  <a:pt x="1069521" y="615739"/>
                </a:lnTo>
                <a:lnTo>
                  <a:pt x="1070496" y="615636"/>
                </a:lnTo>
                <a:lnTo>
                  <a:pt x="1071459" y="615514"/>
                </a:lnTo>
                <a:close/>
                <a:moveTo>
                  <a:pt x="1059114" y="603366"/>
                </a:moveTo>
                <a:lnTo>
                  <a:pt x="1058395" y="603181"/>
                </a:lnTo>
                <a:lnTo>
                  <a:pt x="1057687" y="602972"/>
                </a:lnTo>
                <a:lnTo>
                  <a:pt x="1056990" y="602737"/>
                </a:lnTo>
                <a:lnTo>
                  <a:pt x="1056304" y="602478"/>
                </a:lnTo>
                <a:lnTo>
                  <a:pt x="1055629" y="602195"/>
                </a:lnTo>
                <a:lnTo>
                  <a:pt x="1054965" y="601887"/>
                </a:lnTo>
                <a:lnTo>
                  <a:pt x="1054313" y="601554"/>
                </a:lnTo>
                <a:lnTo>
                  <a:pt x="1053671" y="601196"/>
                </a:lnTo>
                <a:lnTo>
                  <a:pt x="1053041" y="600814"/>
                </a:lnTo>
                <a:lnTo>
                  <a:pt x="1052422" y="600407"/>
                </a:lnTo>
                <a:lnTo>
                  <a:pt x="1051814" y="599976"/>
                </a:lnTo>
                <a:lnTo>
                  <a:pt x="1051218" y="599520"/>
                </a:lnTo>
                <a:lnTo>
                  <a:pt x="1050632" y="599039"/>
                </a:lnTo>
                <a:lnTo>
                  <a:pt x="1050058" y="598533"/>
                </a:lnTo>
                <a:lnTo>
                  <a:pt x="1049494" y="598003"/>
                </a:lnTo>
                <a:lnTo>
                  <a:pt x="1048942" y="597449"/>
                </a:lnTo>
                <a:lnTo>
                  <a:pt x="1048401" y="596869"/>
                </a:lnTo>
                <a:lnTo>
                  <a:pt x="1047891" y="596254"/>
                </a:lnTo>
                <a:lnTo>
                  <a:pt x="1047402" y="595619"/>
                </a:lnTo>
                <a:lnTo>
                  <a:pt x="1046935" y="594964"/>
                </a:lnTo>
                <a:lnTo>
                  <a:pt x="1046490" y="594291"/>
                </a:lnTo>
                <a:lnTo>
                  <a:pt x="1046066" y="593598"/>
                </a:lnTo>
                <a:lnTo>
                  <a:pt x="1045664" y="592885"/>
                </a:lnTo>
                <a:lnTo>
                  <a:pt x="1045284" y="592154"/>
                </a:lnTo>
                <a:lnTo>
                  <a:pt x="1044926" y="591403"/>
                </a:lnTo>
                <a:lnTo>
                  <a:pt x="1044589" y="590632"/>
                </a:lnTo>
                <a:lnTo>
                  <a:pt x="1044274" y="589842"/>
                </a:lnTo>
                <a:lnTo>
                  <a:pt x="1043981" y="589033"/>
                </a:lnTo>
                <a:lnTo>
                  <a:pt x="1043710" y="588204"/>
                </a:lnTo>
                <a:lnTo>
                  <a:pt x="1043460" y="587356"/>
                </a:lnTo>
                <a:lnTo>
                  <a:pt x="1043232" y="586489"/>
                </a:lnTo>
                <a:lnTo>
                  <a:pt x="1043025" y="585602"/>
                </a:lnTo>
                <a:lnTo>
                  <a:pt x="1042841" y="584696"/>
                </a:lnTo>
                <a:lnTo>
                  <a:pt x="1042678" y="583771"/>
                </a:lnTo>
                <a:lnTo>
                  <a:pt x="1042537" y="582826"/>
                </a:lnTo>
                <a:lnTo>
                  <a:pt x="1042417" y="581862"/>
                </a:lnTo>
                <a:lnTo>
                  <a:pt x="1042319" y="580878"/>
                </a:lnTo>
                <a:lnTo>
                  <a:pt x="1042243" y="579875"/>
                </a:lnTo>
                <a:lnTo>
                  <a:pt x="1042189" y="578853"/>
                </a:lnTo>
                <a:lnTo>
                  <a:pt x="1042157" y="577811"/>
                </a:lnTo>
                <a:lnTo>
                  <a:pt x="1042146" y="576750"/>
                </a:lnTo>
                <a:lnTo>
                  <a:pt x="1042146" y="565423"/>
                </a:lnTo>
                <a:lnTo>
                  <a:pt x="1042157" y="564362"/>
                </a:lnTo>
                <a:lnTo>
                  <a:pt x="1042189" y="563321"/>
                </a:lnTo>
                <a:lnTo>
                  <a:pt x="1042243" y="562300"/>
                </a:lnTo>
                <a:lnTo>
                  <a:pt x="1042319" y="561299"/>
                </a:lnTo>
                <a:lnTo>
                  <a:pt x="1042417" y="560318"/>
                </a:lnTo>
                <a:lnTo>
                  <a:pt x="1042537" y="559357"/>
                </a:lnTo>
                <a:lnTo>
                  <a:pt x="1042678" y="558416"/>
                </a:lnTo>
                <a:lnTo>
                  <a:pt x="1042841" y="557495"/>
                </a:lnTo>
                <a:lnTo>
                  <a:pt x="1043025" y="556594"/>
                </a:lnTo>
                <a:lnTo>
                  <a:pt x="1043232" y="555713"/>
                </a:lnTo>
                <a:lnTo>
                  <a:pt x="1043460" y="554852"/>
                </a:lnTo>
                <a:lnTo>
                  <a:pt x="1043710" y="554011"/>
                </a:lnTo>
                <a:lnTo>
                  <a:pt x="1043981" y="553189"/>
                </a:lnTo>
                <a:lnTo>
                  <a:pt x="1044274" y="552388"/>
                </a:lnTo>
                <a:lnTo>
                  <a:pt x="1044589" y="551607"/>
                </a:lnTo>
                <a:lnTo>
                  <a:pt x="1044926" y="550845"/>
                </a:lnTo>
                <a:lnTo>
                  <a:pt x="1045284" y="550104"/>
                </a:lnTo>
                <a:lnTo>
                  <a:pt x="1045664" y="549382"/>
                </a:lnTo>
                <a:lnTo>
                  <a:pt x="1046066" y="548681"/>
                </a:lnTo>
                <a:lnTo>
                  <a:pt x="1046490" y="547999"/>
                </a:lnTo>
                <a:lnTo>
                  <a:pt x="1046935" y="547338"/>
                </a:lnTo>
                <a:lnTo>
                  <a:pt x="1047402" y="546696"/>
                </a:lnTo>
                <a:lnTo>
                  <a:pt x="1047891" y="546074"/>
                </a:lnTo>
                <a:lnTo>
                  <a:pt x="1048401" y="545473"/>
                </a:lnTo>
                <a:lnTo>
                  <a:pt x="1048942" y="544879"/>
                </a:lnTo>
                <a:lnTo>
                  <a:pt x="1049494" y="544312"/>
                </a:lnTo>
                <a:lnTo>
                  <a:pt x="1050058" y="543769"/>
                </a:lnTo>
                <a:lnTo>
                  <a:pt x="1050632" y="543251"/>
                </a:lnTo>
                <a:lnTo>
                  <a:pt x="1051218" y="542759"/>
                </a:lnTo>
                <a:lnTo>
                  <a:pt x="1051814" y="542292"/>
                </a:lnTo>
                <a:lnTo>
                  <a:pt x="1052422" y="541850"/>
                </a:lnTo>
                <a:lnTo>
                  <a:pt x="1053041" y="541434"/>
                </a:lnTo>
                <a:lnTo>
                  <a:pt x="1053671" y="541043"/>
                </a:lnTo>
                <a:lnTo>
                  <a:pt x="1054313" y="540677"/>
                </a:lnTo>
                <a:lnTo>
                  <a:pt x="1054965" y="540336"/>
                </a:lnTo>
                <a:lnTo>
                  <a:pt x="1055629" y="540020"/>
                </a:lnTo>
                <a:lnTo>
                  <a:pt x="1056304" y="539730"/>
                </a:lnTo>
                <a:lnTo>
                  <a:pt x="1056990" y="539465"/>
                </a:lnTo>
                <a:lnTo>
                  <a:pt x="1057687" y="539225"/>
                </a:lnTo>
                <a:lnTo>
                  <a:pt x="1058395" y="539011"/>
                </a:lnTo>
                <a:lnTo>
                  <a:pt x="1059114" y="538821"/>
                </a:lnTo>
                <a:lnTo>
                  <a:pt x="1059845" y="538657"/>
                </a:lnTo>
                <a:lnTo>
                  <a:pt x="1060587" y="538519"/>
                </a:lnTo>
                <a:lnTo>
                  <a:pt x="1061340" y="538405"/>
                </a:lnTo>
                <a:lnTo>
                  <a:pt x="1062104" y="538317"/>
                </a:lnTo>
                <a:lnTo>
                  <a:pt x="1062879" y="538253"/>
                </a:lnTo>
                <a:lnTo>
                  <a:pt x="1063665" y="538216"/>
                </a:lnTo>
                <a:lnTo>
                  <a:pt x="1064463" y="538203"/>
                </a:lnTo>
                <a:lnTo>
                  <a:pt x="1065274" y="538216"/>
                </a:lnTo>
                <a:lnTo>
                  <a:pt x="1066072" y="538253"/>
                </a:lnTo>
                <a:lnTo>
                  <a:pt x="1066859" y="538317"/>
                </a:lnTo>
                <a:lnTo>
                  <a:pt x="1067633" y="538405"/>
                </a:lnTo>
                <a:lnTo>
                  <a:pt x="1068394" y="538519"/>
                </a:lnTo>
                <a:lnTo>
                  <a:pt x="1069144" y="538657"/>
                </a:lnTo>
                <a:lnTo>
                  <a:pt x="1069881" y="538821"/>
                </a:lnTo>
                <a:lnTo>
                  <a:pt x="1070605" y="539011"/>
                </a:lnTo>
                <a:lnTo>
                  <a:pt x="1071318" y="539225"/>
                </a:lnTo>
                <a:lnTo>
                  <a:pt x="1072018" y="539465"/>
                </a:lnTo>
                <a:lnTo>
                  <a:pt x="1072706" y="539730"/>
                </a:lnTo>
                <a:lnTo>
                  <a:pt x="1073381" y="540020"/>
                </a:lnTo>
                <a:lnTo>
                  <a:pt x="1074044" y="540336"/>
                </a:lnTo>
                <a:lnTo>
                  <a:pt x="1074695" y="540677"/>
                </a:lnTo>
                <a:lnTo>
                  <a:pt x="1075333" y="541043"/>
                </a:lnTo>
                <a:lnTo>
                  <a:pt x="1075959" y="541434"/>
                </a:lnTo>
                <a:lnTo>
                  <a:pt x="1076573" y="541850"/>
                </a:lnTo>
                <a:lnTo>
                  <a:pt x="1077174" y="542292"/>
                </a:lnTo>
                <a:lnTo>
                  <a:pt x="1077763" y="542759"/>
                </a:lnTo>
                <a:lnTo>
                  <a:pt x="1078340" y="543251"/>
                </a:lnTo>
                <a:lnTo>
                  <a:pt x="1078905" y="543769"/>
                </a:lnTo>
                <a:lnTo>
                  <a:pt x="1079457" y="544312"/>
                </a:lnTo>
                <a:lnTo>
                  <a:pt x="1079997" y="544879"/>
                </a:lnTo>
                <a:lnTo>
                  <a:pt x="1080524" y="545473"/>
                </a:lnTo>
                <a:lnTo>
                  <a:pt x="1081034" y="546074"/>
                </a:lnTo>
                <a:lnTo>
                  <a:pt x="1081523" y="546696"/>
                </a:lnTo>
                <a:lnTo>
                  <a:pt x="1081990" y="547338"/>
                </a:lnTo>
                <a:lnTo>
                  <a:pt x="1082435" y="547999"/>
                </a:lnTo>
                <a:lnTo>
                  <a:pt x="1082859" y="548681"/>
                </a:lnTo>
                <a:lnTo>
                  <a:pt x="1083261" y="549382"/>
                </a:lnTo>
                <a:lnTo>
                  <a:pt x="1083641" y="550104"/>
                </a:lnTo>
                <a:lnTo>
                  <a:pt x="1083999" y="550845"/>
                </a:lnTo>
                <a:lnTo>
                  <a:pt x="1084336" y="551607"/>
                </a:lnTo>
                <a:lnTo>
                  <a:pt x="1084651" y="552388"/>
                </a:lnTo>
                <a:lnTo>
                  <a:pt x="1084944" y="553189"/>
                </a:lnTo>
                <a:lnTo>
                  <a:pt x="1085216" y="554011"/>
                </a:lnTo>
                <a:lnTo>
                  <a:pt x="1085465" y="554852"/>
                </a:lnTo>
                <a:lnTo>
                  <a:pt x="1085693" y="555713"/>
                </a:lnTo>
                <a:lnTo>
                  <a:pt x="1085900" y="556594"/>
                </a:lnTo>
                <a:lnTo>
                  <a:pt x="1086084" y="557495"/>
                </a:lnTo>
                <a:lnTo>
                  <a:pt x="1086247" y="558416"/>
                </a:lnTo>
                <a:lnTo>
                  <a:pt x="1086388" y="559357"/>
                </a:lnTo>
                <a:lnTo>
                  <a:pt x="1086508" y="560318"/>
                </a:lnTo>
                <a:lnTo>
                  <a:pt x="1086606" y="561299"/>
                </a:lnTo>
                <a:lnTo>
                  <a:pt x="1086682" y="562300"/>
                </a:lnTo>
                <a:lnTo>
                  <a:pt x="1086736" y="563321"/>
                </a:lnTo>
                <a:lnTo>
                  <a:pt x="1086769" y="564362"/>
                </a:lnTo>
                <a:lnTo>
                  <a:pt x="1086779" y="565423"/>
                </a:lnTo>
                <a:lnTo>
                  <a:pt x="1086779" y="576750"/>
                </a:lnTo>
                <a:lnTo>
                  <a:pt x="1086769" y="577811"/>
                </a:lnTo>
                <a:lnTo>
                  <a:pt x="1086736" y="578853"/>
                </a:lnTo>
                <a:lnTo>
                  <a:pt x="1086682" y="579875"/>
                </a:lnTo>
                <a:lnTo>
                  <a:pt x="1086606" y="580878"/>
                </a:lnTo>
                <a:lnTo>
                  <a:pt x="1086508" y="581862"/>
                </a:lnTo>
                <a:lnTo>
                  <a:pt x="1086388" y="582826"/>
                </a:lnTo>
                <a:lnTo>
                  <a:pt x="1086247" y="583771"/>
                </a:lnTo>
                <a:lnTo>
                  <a:pt x="1086084" y="584696"/>
                </a:lnTo>
                <a:lnTo>
                  <a:pt x="1085900" y="585602"/>
                </a:lnTo>
                <a:lnTo>
                  <a:pt x="1085693" y="586489"/>
                </a:lnTo>
                <a:lnTo>
                  <a:pt x="1085465" y="587356"/>
                </a:lnTo>
                <a:lnTo>
                  <a:pt x="1085216" y="588204"/>
                </a:lnTo>
                <a:lnTo>
                  <a:pt x="1084944" y="589033"/>
                </a:lnTo>
                <a:lnTo>
                  <a:pt x="1084651" y="589842"/>
                </a:lnTo>
                <a:lnTo>
                  <a:pt x="1084336" y="590632"/>
                </a:lnTo>
                <a:lnTo>
                  <a:pt x="1083999" y="591403"/>
                </a:lnTo>
                <a:lnTo>
                  <a:pt x="1083641" y="592154"/>
                </a:lnTo>
                <a:lnTo>
                  <a:pt x="1083261" y="592885"/>
                </a:lnTo>
                <a:lnTo>
                  <a:pt x="1082859" y="593598"/>
                </a:lnTo>
                <a:lnTo>
                  <a:pt x="1082435" y="594291"/>
                </a:lnTo>
                <a:lnTo>
                  <a:pt x="1081990" y="594964"/>
                </a:lnTo>
                <a:lnTo>
                  <a:pt x="1081523" y="595619"/>
                </a:lnTo>
                <a:lnTo>
                  <a:pt x="1081034" y="596254"/>
                </a:lnTo>
                <a:lnTo>
                  <a:pt x="1080524" y="596869"/>
                </a:lnTo>
                <a:lnTo>
                  <a:pt x="1079997" y="597449"/>
                </a:lnTo>
                <a:lnTo>
                  <a:pt x="1079457" y="598003"/>
                </a:lnTo>
                <a:lnTo>
                  <a:pt x="1078905" y="598533"/>
                </a:lnTo>
                <a:lnTo>
                  <a:pt x="1078340" y="599039"/>
                </a:lnTo>
                <a:lnTo>
                  <a:pt x="1077763" y="599520"/>
                </a:lnTo>
                <a:lnTo>
                  <a:pt x="1077174" y="599976"/>
                </a:lnTo>
                <a:lnTo>
                  <a:pt x="1076573" y="600407"/>
                </a:lnTo>
                <a:lnTo>
                  <a:pt x="1075959" y="600814"/>
                </a:lnTo>
                <a:lnTo>
                  <a:pt x="1075333" y="601196"/>
                </a:lnTo>
                <a:lnTo>
                  <a:pt x="1074695" y="601554"/>
                </a:lnTo>
                <a:lnTo>
                  <a:pt x="1074044" y="601887"/>
                </a:lnTo>
                <a:lnTo>
                  <a:pt x="1073381" y="602195"/>
                </a:lnTo>
                <a:lnTo>
                  <a:pt x="1072706" y="602478"/>
                </a:lnTo>
                <a:lnTo>
                  <a:pt x="1072018" y="602737"/>
                </a:lnTo>
                <a:lnTo>
                  <a:pt x="1071318" y="602972"/>
                </a:lnTo>
                <a:lnTo>
                  <a:pt x="1070605" y="603181"/>
                </a:lnTo>
                <a:lnTo>
                  <a:pt x="1069881" y="603366"/>
                </a:lnTo>
                <a:lnTo>
                  <a:pt x="1069144" y="603526"/>
                </a:lnTo>
                <a:lnTo>
                  <a:pt x="1068394" y="603662"/>
                </a:lnTo>
                <a:lnTo>
                  <a:pt x="1067633" y="603773"/>
                </a:lnTo>
                <a:lnTo>
                  <a:pt x="1066859" y="603859"/>
                </a:lnTo>
                <a:lnTo>
                  <a:pt x="1066072" y="603921"/>
                </a:lnTo>
                <a:lnTo>
                  <a:pt x="1065274" y="603958"/>
                </a:lnTo>
                <a:lnTo>
                  <a:pt x="1064463" y="603970"/>
                </a:lnTo>
                <a:lnTo>
                  <a:pt x="1063665" y="603958"/>
                </a:lnTo>
                <a:lnTo>
                  <a:pt x="1062879" y="603921"/>
                </a:lnTo>
                <a:lnTo>
                  <a:pt x="1062104" y="603859"/>
                </a:lnTo>
                <a:lnTo>
                  <a:pt x="1061340" y="603773"/>
                </a:lnTo>
                <a:lnTo>
                  <a:pt x="1060587" y="603662"/>
                </a:lnTo>
                <a:lnTo>
                  <a:pt x="1059845" y="603526"/>
                </a:lnTo>
                <a:lnTo>
                  <a:pt x="1059114" y="603366"/>
                </a:lnTo>
                <a:close/>
                <a:moveTo>
                  <a:pt x="765687" y="615720"/>
                </a:moveTo>
                <a:lnTo>
                  <a:pt x="766493" y="615629"/>
                </a:lnTo>
                <a:lnTo>
                  <a:pt x="767290" y="615523"/>
                </a:lnTo>
                <a:lnTo>
                  <a:pt x="768080" y="615403"/>
                </a:lnTo>
                <a:lnTo>
                  <a:pt x="768861" y="615269"/>
                </a:lnTo>
                <a:lnTo>
                  <a:pt x="769634" y="615121"/>
                </a:lnTo>
                <a:lnTo>
                  <a:pt x="770399" y="614959"/>
                </a:lnTo>
                <a:lnTo>
                  <a:pt x="771156" y="614783"/>
                </a:lnTo>
                <a:lnTo>
                  <a:pt x="771905" y="614593"/>
                </a:lnTo>
                <a:lnTo>
                  <a:pt x="772645" y="614389"/>
                </a:lnTo>
                <a:lnTo>
                  <a:pt x="773377" y="614170"/>
                </a:lnTo>
                <a:lnTo>
                  <a:pt x="774101" y="613938"/>
                </a:lnTo>
                <a:lnTo>
                  <a:pt x="774816" y="613691"/>
                </a:lnTo>
                <a:lnTo>
                  <a:pt x="775524" y="613431"/>
                </a:lnTo>
                <a:lnTo>
                  <a:pt x="776223" y="613156"/>
                </a:lnTo>
                <a:lnTo>
                  <a:pt x="776914" y="612867"/>
                </a:lnTo>
                <a:lnTo>
                  <a:pt x="777596" y="612564"/>
                </a:lnTo>
                <a:lnTo>
                  <a:pt x="778271" y="612247"/>
                </a:lnTo>
                <a:lnTo>
                  <a:pt x="778937" y="611916"/>
                </a:lnTo>
                <a:lnTo>
                  <a:pt x="779607" y="611558"/>
                </a:lnTo>
                <a:lnTo>
                  <a:pt x="780265" y="611186"/>
                </a:lnTo>
                <a:lnTo>
                  <a:pt x="780911" y="610801"/>
                </a:lnTo>
                <a:lnTo>
                  <a:pt x="781544" y="610404"/>
                </a:lnTo>
                <a:lnTo>
                  <a:pt x="782165" y="609994"/>
                </a:lnTo>
                <a:lnTo>
                  <a:pt x="782773" y="609570"/>
                </a:lnTo>
                <a:lnTo>
                  <a:pt x="783369" y="609134"/>
                </a:lnTo>
                <a:lnTo>
                  <a:pt x="783953" y="608685"/>
                </a:lnTo>
                <a:lnTo>
                  <a:pt x="784524" y="608223"/>
                </a:lnTo>
                <a:lnTo>
                  <a:pt x="785084" y="607748"/>
                </a:lnTo>
                <a:lnTo>
                  <a:pt x="785630" y="607260"/>
                </a:lnTo>
                <a:lnTo>
                  <a:pt x="786165" y="606760"/>
                </a:lnTo>
                <a:lnTo>
                  <a:pt x="786687" y="606246"/>
                </a:lnTo>
                <a:lnTo>
                  <a:pt x="787197" y="605719"/>
                </a:lnTo>
                <a:lnTo>
                  <a:pt x="787694" y="605180"/>
                </a:lnTo>
                <a:lnTo>
                  <a:pt x="788180" y="604627"/>
                </a:lnTo>
                <a:lnTo>
                  <a:pt x="788652" y="604062"/>
                </a:lnTo>
                <a:lnTo>
                  <a:pt x="789113" y="603484"/>
                </a:lnTo>
                <a:lnTo>
                  <a:pt x="789561" y="602893"/>
                </a:lnTo>
                <a:lnTo>
                  <a:pt x="789997" y="602289"/>
                </a:lnTo>
                <a:lnTo>
                  <a:pt x="790421" y="601672"/>
                </a:lnTo>
                <a:lnTo>
                  <a:pt x="790832" y="601042"/>
                </a:lnTo>
                <a:lnTo>
                  <a:pt x="791231" y="600399"/>
                </a:lnTo>
                <a:lnTo>
                  <a:pt x="791617" y="599743"/>
                </a:lnTo>
                <a:lnTo>
                  <a:pt x="792004" y="599075"/>
                </a:lnTo>
                <a:lnTo>
                  <a:pt x="792373" y="598395"/>
                </a:lnTo>
                <a:lnTo>
                  <a:pt x="792727" y="597704"/>
                </a:lnTo>
                <a:lnTo>
                  <a:pt x="793064" y="597001"/>
                </a:lnTo>
                <a:lnTo>
                  <a:pt x="793384" y="596286"/>
                </a:lnTo>
                <a:lnTo>
                  <a:pt x="793688" y="595559"/>
                </a:lnTo>
                <a:lnTo>
                  <a:pt x="793976" y="594820"/>
                </a:lnTo>
                <a:lnTo>
                  <a:pt x="794247" y="594070"/>
                </a:lnTo>
                <a:lnTo>
                  <a:pt x="794502" y="593308"/>
                </a:lnTo>
                <a:lnTo>
                  <a:pt x="794740" y="592534"/>
                </a:lnTo>
                <a:lnTo>
                  <a:pt x="794962" y="591749"/>
                </a:lnTo>
                <a:lnTo>
                  <a:pt x="795168" y="590952"/>
                </a:lnTo>
                <a:lnTo>
                  <a:pt x="795357" y="590143"/>
                </a:lnTo>
                <a:lnTo>
                  <a:pt x="795529" y="589322"/>
                </a:lnTo>
                <a:lnTo>
                  <a:pt x="795686" y="588490"/>
                </a:lnTo>
                <a:lnTo>
                  <a:pt x="795825" y="587646"/>
                </a:lnTo>
                <a:lnTo>
                  <a:pt x="795948" y="586790"/>
                </a:lnTo>
                <a:lnTo>
                  <a:pt x="796055" y="585922"/>
                </a:lnTo>
                <a:lnTo>
                  <a:pt x="796146" y="585043"/>
                </a:lnTo>
                <a:lnTo>
                  <a:pt x="796220" y="584152"/>
                </a:lnTo>
                <a:lnTo>
                  <a:pt x="796277" y="583249"/>
                </a:lnTo>
                <a:lnTo>
                  <a:pt x="796318" y="582334"/>
                </a:lnTo>
                <a:lnTo>
                  <a:pt x="796343" y="581408"/>
                </a:lnTo>
                <a:lnTo>
                  <a:pt x="796351" y="580470"/>
                </a:lnTo>
                <a:lnTo>
                  <a:pt x="781304" y="580470"/>
                </a:lnTo>
                <a:lnTo>
                  <a:pt x="781300" y="581155"/>
                </a:lnTo>
                <a:lnTo>
                  <a:pt x="781285" y="581829"/>
                </a:lnTo>
                <a:lnTo>
                  <a:pt x="781262" y="582493"/>
                </a:lnTo>
                <a:lnTo>
                  <a:pt x="781229" y="583147"/>
                </a:lnTo>
                <a:lnTo>
                  <a:pt x="781187" y="583789"/>
                </a:lnTo>
                <a:lnTo>
                  <a:pt x="781135" y="584422"/>
                </a:lnTo>
                <a:lnTo>
                  <a:pt x="781074" y="585043"/>
                </a:lnTo>
                <a:lnTo>
                  <a:pt x="781004" y="585654"/>
                </a:lnTo>
                <a:lnTo>
                  <a:pt x="780924" y="586255"/>
                </a:lnTo>
                <a:lnTo>
                  <a:pt x="780835" y="586845"/>
                </a:lnTo>
                <a:lnTo>
                  <a:pt x="780736" y="587424"/>
                </a:lnTo>
                <a:lnTo>
                  <a:pt x="780628" y="587993"/>
                </a:lnTo>
                <a:lnTo>
                  <a:pt x="780511" y="588551"/>
                </a:lnTo>
                <a:lnTo>
                  <a:pt x="780384" y="589099"/>
                </a:lnTo>
                <a:lnTo>
                  <a:pt x="780248" y="589636"/>
                </a:lnTo>
                <a:lnTo>
                  <a:pt x="780102" y="590163"/>
                </a:lnTo>
                <a:lnTo>
                  <a:pt x="779947" y="590679"/>
                </a:lnTo>
                <a:lnTo>
                  <a:pt x="779783" y="591184"/>
                </a:lnTo>
                <a:lnTo>
                  <a:pt x="779609" y="591679"/>
                </a:lnTo>
                <a:lnTo>
                  <a:pt x="779426" y="592163"/>
                </a:lnTo>
                <a:lnTo>
                  <a:pt x="779233" y="592637"/>
                </a:lnTo>
                <a:lnTo>
                  <a:pt x="779031" y="593100"/>
                </a:lnTo>
                <a:lnTo>
                  <a:pt x="778820" y="593553"/>
                </a:lnTo>
                <a:lnTo>
                  <a:pt x="778599" y="593995"/>
                </a:lnTo>
                <a:lnTo>
                  <a:pt x="778384" y="594413"/>
                </a:lnTo>
                <a:lnTo>
                  <a:pt x="778161" y="594823"/>
                </a:lnTo>
                <a:lnTo>
                  <a:pt x="777931" y="595223"/>
                </a:lnTo>
                <a:lnTo>
                  <a:pt x="777693" y="595615"/>
                </a:lnTo>
                <a:lnTo>
                  <a:pt x="777447" y="595998"/>
                </a:lnTo>
                <a:lnTo>
                  <a:pt x="777194" y="596373"/>
                </a:lnTo>
                <a:lnTo>
                  <a:pt x="776933" y="596738"/>
                </a:lnTo>
                <a:lnTo>
                  <a:pt x="776664" y="597095"/>
                </a:lnTo>
                <a:lnTo>
                  <a:pt x="776388" y="597443"/>
                </a:lnTo>
                <a:lnTo>
                  <a:pt x="776104" y="597782"/>
                </a:lnTo>
                <a:lnTo>
                  <a:pt x="775813" y="598112"/>
                </a:lnTo>
                <a:lnTo>
                  <a:pt x="775514" y="598433"/>
                </a:lnTo>
                <a:lnTo>
                  <a:pt x="775207" y="598746"/>
                </a:lnTo>
                <a:lnTo>
                  <a:pt x="774893" y="599050"/>
                </a:lnTo>
                <a:lnTo>
                  <a:pt x="774571" y="599345"/>
                </a:lnTo>
                <a:lnTo>
                  <a:pt x="774241" y="599631"/>
                </a:lnTo>
                <a:lnTo>
                  <a:pt x="773904" y="599908"/>
                </a:lnTo>
                <a:lnTo>
                  <a:pt x="773559" y="600177"/>
                </a:lnTo>
                <a:lnTo>
                  <a:pt x="773206" y="600436"/>
                </a:lnTo>
                <a:lnTo>
                  <a:pt x="772846" y="600687"/>
                </a:lnTo>
                <a:lnTo>
                  <a:pt x="772478" y="600930"/>
                </a:lnTo>
                <a:lnTo>
                  <a:pt x="772103" y="601163"/>
                </a:lnTo>
                <a:lnTo>
                  <a:pt x="771720" y="601387"/>
                </a:lnTo>
                <a:lnTo>
                  <a:pt x="771329" y="601603"/>
                </a:lnTo>
                <a:lnTo>
                  <a:pt x="770946" y="601796"/>
                </a:lnTo>
                <a:lnTo>
                  <a:pt x="770558" y="601981"/>
                </a:lnTo>
                <a:lnTo>
                  <a:pt x="770164" y="602158"/>
                </a:lnTo>
                <a:lnTo>
                  <a:pt x="769765" y="602326"/>
                </a:lnTo>
                <a:lnTo>
                  <a:pt x="769361" y="602487"/>
                </a:lnTo>
                <a:lnTo>
                  <a:pt x="768952" y="602639"/>
                </a:lnTo>
                <a:lnTo>
                  <a:pt x="768537" y="602782"/>
                </a:lnTo>
                <a:lnTo>
                  <a:pt x="768117" y="602918"/>
                </a:lnTo>
                <a:lnTo>
                  <a:pt x="767692" y="603045"/>
                </a:lnTo>
                <a:lnTo>
                  <a:pt x="767261" y="603165"/>
                </a:lnTo>
                <a:lnTo>
                  <a:pt x="766825" y="603276"/>
                </a:lnTo>
                <a:lnTo>
                  <a:pt x="766384" y="603378"/>
                </a:lnTo>
                <a:lnTo>
                  <a:pt x="765938" y="603473"/>
                </a:lnTo>
                <a:lnTo>
                  <a:pt x="765486" y="603559"/>
                </a:lnTo>
                <a:lnTo>
                  <a:pt x="765029" y="603637"/>
                </a:lnTo>
                <a:lnTo>
                  <a:pt x="764567" y="603707"/>
                </a:lnTo>
                <a:lnTo>
                  <a:pt x="764099" y="603769"/>
                </a:lnTo>
                <a:lnTo>
                  <a:pt x="763626" y="603822"/>
                </a:lnTo>
                <a:lnTo>
                  <a:pt x="763148" y="603867"/>
                </a:lnTo>
                <a:lnTo>
                  <a:pt x="762665" y="603904"/>
                </a:lnTo>
                <a:lnTo>
                  <a:pt x="762176" y="603933"/>
                </a:lnTo>
                <a:lnTo>
                  <a:pt x="761682" y="603954"/>
                </a:lnTo>
                <a:lnTo>
                  <a:pt x="761183" y="603966"/>
                </a:lnTo>
                <a:lnTo>
                  <a:pt x="760678" y="603970"/>
                </a:lnTo>
                <a:lnTo>
                  <a:pt x="759853" y="603958"/>
                </a:lnTo>
                <a:lnTo>
                  <a:pt x="759041" y="603922"/>
                </a:lnTo>
                <a:lnTo>
                  <a:pt x="758242" y="603862"/>
                </a:lnTo>
                <a:lnTo>
                  <a:pt x="757456" y="603778"/>
                </a:lnTo>
                <a:lnTo>
                  <a:pt x="756683" y="603669"/>
                </a:lnTo>
                <a:lnTo>
                  <a:pt x="755923" y="603537"/>
                </a:lnTo>
                <a:lnTo>
                  <a:pt x="755176" y="603380"/>
                </a:lnTo>
                <a:lnTo>
                  <a:pt x="754441" y="603200"/>
                </a:lnTo>
                <a:lnTo>
                  <a:pt x="753720" y="602995"/>
                </a:lnTo>
                <a:lnTo>
                  <a:pt x="753011" y="602767"/>
                </a:lnTo>
                <a:lnTo>
                  <a:pt x="752316" y="602514"/>
                </a:lnTo>
                <a:lnTo>
                  <a:pt x="751633" y="602237"/>
                </a:lnTo>
                <a:lnTo>
                  <a:pt x="750963" y="601936"/>
                </a:lnTo>
                <a:lnTo>
                  <a:pt x="750306" y="601611"/>
                </a:lnTo>
                <a:lnTo>
                  <a:pt x="749662" y="601262"/>
                </a:lnTo>
                <a:lnTo>
                  <a:pt x="749031" y="600889"/>
                </a:lnTo>
                <a:lnTo>
                  <a:pt x="748413" y="600492"/>
                </a:lnTo>
                <a:lnTo>
                  <a:pt x="747808" y="600071"/>
                </a:lnTo>
                <a:lnTo>
                  <a:pt x="747215" y="599626"/>
                </a:lnTo>
                <a:lnTo>
                  <a:pt x="746636" y="599156"/>
                </a:lnTo>
                <a:lnTo>
                  <a:pt x="746070" y="598663"/>
                </a:lnTo>
                <a:lnTo>
                  <a:pt x="745516" y="598145"/>
                </a:lnTo>
                <a:lnTo>
                  <a:pt x="744975" y="597604"/>
                </a:lnTo>
                <a:lnTo>
                  <a:pt x="744448" y="597038"/>
                </a:lnTo>
                <a:lnTo>
                  <a:pt x="743951" y="596450"/>
                </a:lnTo>
                <a:lnTo>
                  <a:pt x="743475" y="595838"/>
                </a:lnTo>
                <a:lnTo>
                  <a:pt x="743021" y="595205"/>
                </a:lnTo>
                <a:lnTo>
                  <a:pt x="742588" y="594549"/>
                </a:lnTo>
                <a:lnTo>
                  <a:pt x="742176" y="593871"/>
                </a:lnTo>
                <a:lnTo>
                  <a:pt x="741785" y="593171"/>
                </a:lnTo>
                <a:lnTo>
                  <a:pt x="741415" y="592448"/>
                </a:lnTo>
                <a:lnTo>
                  <a:pt x="741066" y="591703"/>
                </a:lnTo>
                <a:lnTo>
                  <a:pt x="740739" y="590936"/>
                </a:lnTo>
                <a:lnTo>
                  <a:pt x="740432" y="590146"/>
                </a:lnTo>
                <a:lnTo>
                  <a:pt x="740147" y="589334"/>
                </a:lnTo>
                <a:lnTo>
                  <a:pt x="739883" y="588500"/>
                </a:lnTo>
                <a:lnTo>
                  <a:pt x="739640" y="587644"/>
                </a:lnTo>
                <a:lnTo>
                  <a:pt x="739418" y="586765"/>
                </a:lnTo>
                <a:lnTo>
                  <a:pt x="739217" y="585864"/>
                </a:lnTo>
                <a:lnTo>
                  <a:pt x="739037" y="584940"/>
                </a:lnTo>
                <a:lnTo>
                  <a:pt x="738879" y="583995"/>
                </a:lnTo>
                <a:lnTo>
                  <a:pt x="738742" y="583027"/>
                </a:lnTo>
                <a:lnTo>
                  <a:pt x="738625" y="582036"/>
                </a:lnTo>
                <a:lnTo>
                  <a:pt x="738530" y="581024"/>
                </a:lnTo>
                <a:lnTo>
                  <a:pt x="738456" y="579989"/>
                </a:lnTo>
                <a:lnTo>
                  <a:pt x="738403" y="578931"/>
                </a:lnTo>
                <a:lnTo>
                  <a:pt x="738372" y="577852"/>
                </a:lnTo>
                <a:lnTo>
                  <a:pt x="738361" y="576750"/>
                </a:lnTo>
                <a:lnTo>
                  <a:pt x="738361" y="565423"/>
                </a:lnTo>
                <a:lnTo>
                  <a:pt x="738372" y="564280"/>
                </a:lnTo>
                <a:lnTo>
                  <a:pt x="738405" y="563163"/>
                </a:lnTo>
                <a:lnTo>
                  <a:pt x="738459" y="562070"/>
                </a:lnTo>
                <a:lnTo>
                  <a:pt x="738535" y="561004"/>
                </a:lnTo>
                <a:lnTo>
                  <a:pt x="738633" y="559962"/>
                </a:lnTo>
                <a:lnTo>
                  <a:pt x="738752" y="558945"/>
                </a:lnTo>
                <a:lnTo>
                  <a:pt x="738893" y="557954"/>
                </a:lnTo>
                <a:lnTo>
                  <a:pt x="739056" y="556988"/>
                </a:lnTo>
                <a:lnTo>
                  <a:pt x="739241" y="556047"/>
                </a:lnTo>
                <a:lnTo>
                  <a:pt x="739447" y="555132"/>
                </a:lnTo>
                <a:lnTo>
                  <a:pt x="739675" y="554242"/>
                </a:lnTo>
                <a:lnTo>
                  <a:pt x="739925" y="553377"/>
                </a:lnTo>
                <a:lnTo>
                  <a:pt x="740197" y="552537"/>
                </a:lnTo>
                <a:lnTo>
                  <a:pt x="740490" y="551722"/>
                </a:lnTo>
                <a:lnTo>
                  <a:pt x="740805" y="550933"/>
                </a:lnTo>
                <a:lnTo>
                  <a:pt x="741141" y="550169"/>
                </a:lnTo>
                <a:lnTo>
                  <a:pt x="741500" y="549430"/>
                </a:lnTo>
                <a:lnTo>
                  <a:pt x="741880" y="548717"/>
                </a:lnTo>
                <a:lnTo>
                  <a:pt x="742282" y="548028"/>
                </a:lnTo>
                <a:lnTo>
                  <a:pt x="742705" y="547365"/>
                </a:lnTo>
                <a:lnTo>
                  <a:pt x="743150" y="546727"/>
                </a:lnTo>
                <a:lnTo>
                  <a:pt x="743617" y="546115"/>
                </a:lnTo>
                <a:lnTo>
                  <a:pt x="744106" y="545527"/>
                </a:lnTo>
                <a:lnTo>
                  <a:pt x="744617" y="544965"/>
                </a:lnTo>
                <a:lnTo>
                  <a:pt x="745157" y="544414"/>
                </a:lnTo>
                <a:lnTo>
                  <a:pt x="745706" y="543885"/>
                </a:lnTo>
                <a:lnTo>
                  <a:pt x="746265" y="543380"/>
                </a:lnTo>
                <a:lnTo>
                  <a:pt x="746833" y="542899"/>
                </a:lnTo>
                <a:lnTo>
                  <a:pt x="747411" y="542441"/>
                </a:lnTo>
                <a:lnTo>
                  <a:pt x="747998" y="542007"/>
                </a:lnTo>
                <a:lnTo>
                  <a:pt x="748594" y="541596"/>
                </a:lnTo>
                <a:lnTo>
                  <a:pt x="749200" y="541208"/>
                </a:lnTo>
                <a:lnTo>
                  <a:pt x="749815" y="540845"/>
                </a:lnTo>
                <a:lnTo>
                  <a:pt x="750440" y="540504"/>
                </a:lnTo>
                <a:lnTo>
                  <a:pt x="751074" y="540187"/>
                </a:lnTo>
                <a:lnTo>
                  <a:pt x="751717" y="539894"/>
                </a:lnTo>
                <a:lnTo>
                  <a:pt x="752370" y="539624"/>
                </a:lnTo>
                <a:lnTo>
                  <a:pt x="753032" y="539377"/>
                </a:lnTo>
                <a:lnTo>
                  <a:pt x="753704" y="539154"/>
                </a:lnTo>
                <a:lnTo>
                  <a:pt x="754385" y="538954"/>
                </a:lnTo>
                <a:lnTo>
                  <a:pt x="755075" y="538778"/>
                </a:lnTo>
                <a:lnTo>
                  <a:pt x="755775" y="538626"/>
                </a:lnTo>
                <a:lnTo>
                  <a:pt x="756484" y="538497"/>
                </a:lnTo>
                <a:lnTo>
                  <a:pt x="757203" y="538391"/>
                </a:lnTo>
                <a:lnTo>
                  <a:pt x="757931" y="538309"/>
                </a:lnTo>
                <a:lnTo>
                  <a:pt x="758668" y="538250"/>
                </a:lnTo>
                <a:lnTo>
                  <a:pt x="759415" y="538215"/>
                </a:lnTo>
                <a:lnTo>
                  <a:pt x="760171" y="538203"/>
                </a:lnTo>
                <a:lnTo>
                  <a:pt x="760689" y="538207"/>
                </a:lnTo>
                <a:lnTo>
                  <a:pt x="761202" y="538221"/>
                </a:lnTo>
                <a:lnTo>
                  <a:pt x="761708" y="538243"/>
                </a:lnTo>
                <a:lnTo>
                  <a:pt x="762209" y="538273"/>
                </a:lnTo>
                <a:lnTo>
                  <a:pt x="762704" y="538313"/>
                </a:lnTo>
                <a:lnTo>
                  <a:pt x="763193" y="538361"/>
                </a:lnTo>
                <a:lnTo>
                  <a:pt x="763676" y="538419"/>
                </a:lnTo>
                <a:lnTo>
                  <a:pt x="764153" y="538485"/>
                </a:lnTo>
                <a:lnTo>
                  <a:pt x="764625" y="538560"/>
                </a:lnTo>
                <a:lnTo>
                  <a:pt x="765090" y="538643"/>
                </a:lnTo>
                <a:lnTo>
                  <a:pt x="765550" y="538736"/>
                </a:lnTo>
                <a:lnTo>
                  <a:pt x="766004" y="538837"/>
                </a:lnTo>
                <a:lnTo>
                  <a:pt x="766452" y="538947"/>
                </a:lnTo>
                <a:lnTo>
                  <a:pt x="766894" y="539066"/>
                </a:lnTo>
                <a:lnTo>
                  <a:pt x="767330" y="539193"/>
                </a:lnTo>
                <a:lnTo>
                  <a:pt x="767760" y="539330"/>
                </a:lnTo>
                <a:lnTo>
                  <a:pt x="768184" y="539475"/>
                </a:lnTo>
                <a:lnTo>
                  <a:pt x="768603" y="539629"/>
                </a:lnTo>
                <a:lnTo>
                  <a:pt x="769016" y="539792"/>
                </a:lnTo>
                <a:lnTo>
                  <a:pt x="769423" y="539964"/>
                </a:lnTo>
                <a:lnTo>
                  <a:pt x="769824" y="540144"/>
                </a:lnTo>
                <a:lnTo>
                  <a:pt x="770219" y="540334"/>
                </a:lnTo>
                <a:lnTo>
                  <a:pt x="770608" y="540532"/>
                </a:lnTo>
                <a:lnTo>
                  <a:pt x="770991" y="540739"/>
                </a:lnTo>
                <a:lnTo>
                  <a:pt x="771382" y="540941"/>
                </a:lnTo>
                <a:lnTo>
                  <a:pt x="771766" y="541153"/>
                </a:lnTo>
                <a:lnTo>
                  <a:pt x="772143" y="541375"/>
                </a:lnTo>
                <a:lnTo>
                  <a:pt x="772513" y="541608"/>
                </a:lnTo>
                <a:lnTo>
                  <a:pt x="772876" y="541850"/>
                </a:lnTo>
                <a:lnTo>
                  <a:pt x="773231" y="542102"/>
                </a:lnTo>
                <a:lnTo>
                  <a:pt x="773580" y="542364"/>
                </a:lnTo>
                <a:lnTo>
                  <a:pt x="773922" y="542636"/>
                </a:lnTo>
                <a:lnTo>
                  <a:pt x="774256" y="542918"/>
                </a:lnTo>
                <a:lnTo>
                  <a:pt x="774584" y="543210"/>
                </a:lnTo>
                <a:lnTo>
                  <a:pt x="774904" y="543512"/>
                </a:lnTo>
                <a:lnTo>
                  <a:pt x="775218" y="543824"/>
                </a:lnTo>
                <a:lnTo>
                  <a:pt x="775524" y="544146"/>
                </a:lnTo>
                <a:lnTo>
                  <a:pt x="775824" y="544478"/>
                </a:lnTo>
                <a:lnTo>
                  <a:pt x="776116" y="544820"/>
                </a:lnTo>
                <a:lnTo>
                  <a:pt x="776401" y="545172"/>
                </a:lnTo>
                <a:lnTo>
                  <a:pt x="776680" y="545534"/>
                </a:lnTo>
                <a:lnTo>
                  <a:pt x="776951" y="545906"/>
                </a:lnTo>
                <a:lnTo>
                  <a:pt x="777215" y="546288"/>
                </a:lnTo>
                <a:lnTo>
                  <a:pt x="777472" y="546680"/>
                </a:lnTo>
                <a:lnTo>
                  <a:pt x="777722" y="547081"/>
                </a:lnTo>
                <a:lnTo>
                  <a:pt x="777965" y="547493"/>
                </a:lnTo>
                <a:lnTo>
                  <a:pt x="778201" y="547915"/>
                </a:lnTo>
                <a:lnTo>
                  <a:pt x="778430" y="548347"/>
                </a:lnTo>
                <a:lnTo>
                  <a:pt x="778651" y="548775"/>
                </a:lnTo>
                <a:lnTo>
                  <a:pt x="778862" y="549215"/>
                </a:lnTo>
                <a:lnTo>
                  <a:pt x="779064" y="549665"/>
                </a:lnTo>
                <a:lnTo>
                  <a:pt x="779257" y="550127"/>
                </a:lnTo>
                <a:lnTo>
                  <a:pt x="779440" y="550600"/>
                </a:lnTo>
                <a:lnTo>
                  <a:pt x="779614" y="551084"/>
                </a:lnTo>
                <a:lnTo>
                  <a:pt x="779778" y="551579"/>
                </a:lnTo>
                <a:lnTo>
                  <a:pt x="779933" y="552085"/>
                </a:lnTo>
                <a:lnTo>
                  <a:pt x="780078" y="552603"/>
                </a:lnTo>
                <a:lnTo>
                  <a:pt x="780215" y="553131"/>
                </a:lnTo>
                <a:lnTo>
                  <a:pt x="780341" y="553671"/>
                </a:lnTo>
                <a:lnTo>
                  <a:pt x="780459" y="554222"/>
                </a:lnTo>
                <a:lnTo>
                  <a:pt x="780567" y="554784"/>
                </a:lnTo>
                <a:lnTo>
                  <a:pt x="780666" y="555357"/>
                </a:lnTo>
                <a:lnTo>
                  <a:pt x="780755" y="555942"/>
                </a:lnTo>
                <a:lnTo>
                  <a:pt x="780835" y="556537"/>
                </a:lnTo>
                <a:lnTo>
                  <a:pt x="780905" y="557144"/>
                </a:lnTo>
                <a:lnTo>
                  <a:pt x="780966" y="557762"/>
                </a:lnTo>
                <a:lnTo>
                  <a:pt x="781018" y="558391"/>
                </a:lnTo>
                <a:lnTo>
                  <a:pt x="781060" y="559031"/>
                </a:lnTo>
                <a:lnTo>
                  <a:pt x="781093" y="559682"/>
                </a:lnTo>
                <a:lnTo>
                  <a:pt x="781116" y="560345"/>
                </a:lnTo>
                <a:lnTo>
                  <a:pt x="781130" y="561019"/>
                </a:lnTo>
                <a:lnTo>
                  <a:pt x="781135" y="561703"/>
                </a:lnTo>
                <a:lnTo>
                  <a:pt x="796351" y="561703"/>
                </a:lnTo>
                <a:lnTo>
                  <a:pt x="796343" y="560779"/>
                </a:lnTo>
                <a:lnTo>
                  <a:pt x="796320" y="559867"/>
                </a:lnTo>
                <a:lnTo>
                  <a:pt x="796280" y="558967"/>
                </a:lnTo>
                <a:lnTo>
                  <a:pt x="796224" y="558078"/>
                </a:lnTo>
                <a:lnTo>
                  <a:pt x="796153" y="557201"/>
                </a:lnTo>
                <a:lnTo>
                  <a:pt x="796066" y="556335"/>
                </a:lnTo>
                <a:lnTo>
                  <a:pt x="795963" y="555482"/>
                </a:lnTo>
                <a:lnTo>
                  <a:pt x="795844" y="554640"/>
                </a:lnTo>
                <a:lnTo>
                  <a:pt x="795709" y="553810"/>
                </a:lnTo>
                <a:lnTo>
                  <a:pt x="795559" y="552992"/>
                </a:lnTo>
                <a:lnTo>
                  <a:pt x="795392" y="552185"/>
                </a:lnTo>
                <a:lnTo>
                  <a:pt x="795210" y="551390"/>
                </a:lnTo>
                <a:lnTo>
                  <a:pt x="795012" y="550607"/>
                </a:lnTo>
                <a:lnTo>
                  <a:pt x="794798" y="549836"/>
                </a:lnTo>
                <a:lnTo>
                  <a:pt x="794568" y="549076"/>
                </a:lnTo>
                <a:lnTo>
                  <a:pt x="794322" y="548328"/>
                </a:lnTo>
                <a:lnTo>
                  <a:pt x="794061" y="547592"/>
                </a:lnTo>
                <a:lnTo>
                  <a:pt x="793783" y="546868"/>
                </a:lnTo>
                <a:lnTo>
                  <a:pt x="793490" y="546155"/>
                </a:lnTo>
                <a:lnTo>
                  <a:pt x="793181" y="545454"/>
                </a:lnTo>
                <a:lnTo>
                  <a:pt x="792856" y="544765"/>
                </a:lnTo>
                <a:lnTo>
                  <a:pt x="792515" y="544087"/>
                </a:lnTo>
                <a:lnTo>
                  <a:pt x="792159" y="543422"/>
                </a:lnTo>
                <a:lnTo>
                  <a:pt x="791786" y="542768"/>
                </a:lnTo>
                <a:lnTo>
                  <a:pt x="791400" y="542112"/>
                </a:lnTo>
                <a:lnTo>
                  <a:pt x="791002" y="541469"/>
                </a:lnTo>
                <a:lnTo>
                  <a:pt x="790592" y="540839"/>
                </a:lnTo>
                <a:lnTo>
                  <a:pt x="790171" y="540222"/>
                </a:lnTo>
                <a:lnTo>
                  <a:pt x="789738" y="539618"/>
                </a:lnTo>
                <a:lnTo>
                  <a:pt x="789293" y="539027"/>
                </a:lnTo>
                <a:lnTo>
                  <a:pt x="788836" y="538449"/>
                </a:lnTo>
                <a:lnTo>
                  <a:pt x="788367" y="537884"/>
                </a:lnTo>
                <a:lnTo>
                  <a:pt x="787887" y="537331"/>
                </a:lnTo>
                <a:lnTo>
                  <a:pt x="787395" y="536792"/>
                </a:lnTo>
                <a:lnTo>
                  <a:pt x="786892" y="536265"/>
                </a:lnTo>
                <a:lnTo>
                  <a:pt x="786376" y="535751"/>
                </a:lnTo>
                <a:lnTo>
                  <a:pt x="785849" y="535251"/>
                </a:lnTo>
                <a:lnTo>
                  <a:pt x="785310" y="534763"/>
                </a:lnTo>
                <a:lnTo>
                  <a:pt x="784760" y="534288"/>
                </a:lnTo>
                <a:lnTo>
                  <a:pt x="784197" y="533826"/>
                </a:lnTo>
                <a:lnTo>
                  <a:pt x="783623" y="533377"/>
                </a:lnTo>
                <a:lnTo>
                  <a:pt x="783037" y="532941"/>
                </a:lnTo>
                <a:lnTo>
                  <a:pt x="782440" y="532517"/>
                </a:lnTo>
                <a:lnTo>
                  <a:pt x="781830" y="532107"/>
                </a:lnTo>
                <a:lnTo>
                  <a:pt x="781209" y="531710"/>
                </a:lnTo>
                <a:lnTo>
                  <a:pt x="780576" y="531325"/>
                </a:lnTo>
                <a:lnTo>
                  <a:pt x="779932" y="530954"/>
                </a:lnTo>
                <a:lnTo>
                  <a:pt x="779275" y="530595"/>
                </a:lnTo>
                <a:lnTo>
                  <a:pt x="778609" y="530236"/>
                </a:lnTo>
                <a:lnTo>
                  <a:pt x="777933" y="529893"/>
                </a:lnTo>
                <a:lnTo>
                  <a:pt x="777249" y="529565"/>
                </a:lnTo>
                <a:lnTo>
                  <a:pt x="776556" y="529252"/>
                </a:lnTo>
                <a:lnTo>
                  <a:pt x="775854" y="528954"/>
                </a:lnTo>
                <a:lnTo>
                  <a:pt x="775144" y="528672"/>
                </a:lnTo>
                <a:lnTo>
                  <a:pt x="774424" y="528405"/>
                </a:lnTo>
                <a:lnTo>
                  <a:pt x="773696" y="528153"/>
                </a:lnTo>
                <a:lnTo>
                  <a:pt x="772959" y="527916"/>
                </a:lnTo>
                <a:lnTo>
                  <a:pt x="772213" y="527695"/>
                </a:lnTo>
                <a:lnTo>
                  <a:pt x="771459" y="527489"/>
                </a:lnTo>
                <a:lnTo>
                  <a:pt x="770695" y="527298"/>
                </a:lnTo>
                <a:lnTo>
                  <a:pt x="769923" y="527123"/>
                </a:lnTo>
                <a:lnTo>
                  <a:pt x="769142" y="526962"/>
                </a:lnTo>
                <a:lnTo>
                  <a:pt x="768352" y="526817"/>
                </a:lnTo>
                <a:lnTo>
                  <a:pt x="767553" y="526688"/>
                </a:lnTo>
                <a:lnTo>
                  <a:pt x="766746" y="526573"/>
                </a:lnTo>
                <a:lnTo>
                  <a:pt x="765930" y="526474"/>
                </a:lnTo>
                <a:lnTo>
                  <a:pt x="765105" y="526390"/>
                </a:lnTo>
                <a:lnTo>
                  <a:pt x="764271" y="526321"/>
                </a:lnTo>
                <a:lnTo>
                  <a:pt x="763428" y="526268"/>
                </a:lnTo>
                <a:lnTo>
                  <a:pt x="762577" y="526230"/>
                </a:lnTo>
                <a:lnTo>
                  <a:pt x="761716" y="526207"/>
                </a:lnTo>
                <a:lnTo>
                  <a:pt x="760847" y="526199"/>
                </a:lnTo>
                <a:lnTo>
                  <a:pt x="758818" y="526199"/>
                </a:lnTo>
                <a:lnTo>
                  <a:pt x="758130" y="526205"/>
                </a:lnTo>
                <a:lnTo>
                  <a:pt x="757447" y="526220"/>
                </a:lnTo>
                <a:lnTo>
                  <a:pt x="756768" y="526247"/>
                </a:lnTo>
                <a:lnTo>
                  <a:pt x="756094" y="526284"/>
                </a:lnTo>
                <a:lnTo>
                  <a:pt x="755425" y="526331"/>
                </a:lnTo>
                <a:lnTo>
                  <a:pt x="754761" y="526389"/>
                </a:lnTo>
                <a:lnTo>
                  <a:pt x="754101" y="526458"/>
                </a:lnTo>
                <a:lnTo>
                  <a:pt x="753446" y="526537"/>
                </a:lnTo>
                <a:lnTo>
                  <a:pt x="752795" y="526627"/>
                </a:lnTo>
                <a:lnTo>
                  <a:pt x="752149" y="526728"/>
                </a:lnTo>
                <a:lnTo>
                  <a:pt x="751508" y="526838"/>
                </a:lnTo>
                <a:lnTo>
                  <a:pt x="750872" y="526960"/>
                </a:lnTo>
                <a:lnTo>
                  <a:pt x="750240" y="527092"/>
                </a:lnTo>
                <a:lnTo>
                  <a:pt x="749613" y="527235"/>
                </a:lnTo>
                <a:lnTo>
                  <a:pt x="748991" y="527388"/>
                </a:lnTo>
                <a:lnTo>
                  <a:pt x="748374" y="527552"/>
                </a:lnTo>
                <a:lnTo>
                  <a:pt x="747761" y="527726"/>
                </a:lnTo>
                <a:lnTo>
                  <a:pt x="747153" y="527911"/>
                </a:lnTo>
                <a:lnTo>
                  <a:pt x="746549" y="528106"/>
                </a:lnTo>
                <a:lnTo>
                  <a:pt x="745950" y="528312"/>
                </a:lnTo>
                <a:lnTo>
                  <a:pt x="745356" y="528529"/>
                </a:lnTo>
                <a:lnTo>
                  <a:pt x="744767" y="528756"/>
                </a:lnTo>
                <a:lnTo>
                  <a:pt x="744182" y="528994"/>
                </a:lnTo>
                <a:lnTo>
                  <a:pt x="743602" y="529242"/>
                </a:lnTo>
                <a:lnTo>
                  <a:pt x="743028" y="529487"/>
                </a:lnTo>
                <a:lnTo>
                  <a:pt x="742459" y="529741"/>
                </a:lnTo>
                <a:lnTo>
                  <a:pt x="741896" y="530006"/>
                </a:lnTo>
                <a:lnTo>
                  <a:pt x="741339" y="530280"/>
                </a:lnTo>
                <a:lnTo>
                  <a:pt x="740787" y="530565"/>
                </a:lnTo>
                <a:lnTo>
                  <a:pt x="740242" y="530859"/>
                </a:lnTo>
                <a:lnTo>
                  <a:pt x="739703" y="531163"/>
                </a:lnTo>
                <a:lnTo>
                  <a:pt x="739169" y="531478"/>
                </a:lnTo>
                <a:lnTo>
                  <a:pt x="738641" y="531802"/>
                </a:lnTo>
                <a:lnTo>
                  <a:pt x="738119" y="532136"/>
                </a:lnTo>
                <a:lnTo>
                  <a:pt x="737603" y="532481"/>
                </a:lnTo>
                <a:lnTo>
                  <a:pt x="737093" y="532835"/>
                </a:lnTo>
                <a:lnTo>
                  <a:pt x="736589" y="533199"/>
                </a:lnTo>
                <a:lnTo>
                  <a:pt x="736090" y="533573"/>
                </a:lnTo>
                <a:lnTo>
                  <a:pt x="735598" y="533958"/>
                </a:lnTo>
                <a:lnTo>
                  <a:pt x="735111" y="534352"/>
                </a:lnTo>
                <a:lnTo>
                  <a:pt x="734630" y="534756"/>
                </a:lnTo>
                <a:lnTo>
                  <a:pt x="734156" y="535170"/>
                </a:lnTo>
                <a:lnTo>
                  <a:pt x="733687" y="535594"/>
                </a:lnTo>
                <a:lnTo>
                  <a:pt x="733223" y="536028"/>
                </a:lnTo>
                <a:lnTo>
                  <a:pt x="732766" y="536472"/>
                </a:lnTo>
                <a:lnTo>
                  <a:pt x="732315" y="536926"/>
                </a:lnTo>
                <a:lnTo>
                  <a:pt x="731869" y="537390"/>
                </a:lnTo>
                <a:lnTo>
                  <a:pt x="731429" y="537865"/>
                </a:lnTo>
                <a:lnTo>
                  <a:pt x="731010" y="538334"/>
                </a:lnTo>
                <a:lnTo>
                  <a:pt x="730599" y="538811"/>
                </a:lnTo>
                <a:lnTo>
                  <a:pt x="730196" y="539296"/>
                </a:lnTo>
                <a:lnTo>
                  <a:pt x="729800" y="539790"/>
                </a:lnTo>
                <a:lnTo>
                  <a:pt x="729411" y="540292"/>
                </a:lnTo>
                <a:lnTo>
                  <a:pt x="729031" y="540802"/>
                </a:lnTo>
                <a:lnTo>
                  <a:pt x="728658" y="541321"/>
                </a:lnTo>
                <a:lnTo>
                  <a:pt x="728292" y="541847"/>
                </a:lnTo>
                <a:lnTo>
                  <a:pt x="727934" y="542382"/>
                </a:lnTo>
                <a:lnTo>
                  <a:pt x="727584" y="542925"/>
                </a:lnTo>
                <a:lnTo>
                  <a:pt x="727242" y="543476"/>
                </a:lnTo>
                <a:lnTo>
                  <a:pt x="726907" y="544036"/>
                </a:lnTo>
                <a:lnTo>
                  <a:pt x="726580" y="544603"/>
                </a:lnTo>
                <a:lnTo>
                  <a:pt x="726260" y="545179"/>
                </a:lnTo>
                <a:lnTo>
                  <a:pt x="725948" y="545763"/>
                </a:lnTo>
                <a:lnTo>
                  <a:pt x="725644" y="546356"/>
                </a:lnTo>
                <a:lnTo>
                  <a:pt x="725347" y="546956"/>
                </a:lnTo>
                <a:lnTo>
                  <a:pt x="725058" y="547565"/>
                </a:lnTo>
                <a:lnTo>
                  <a:pt x="724776" y="548182"/>
                </a:lnTo>
                <a:lnTo>
                  <a:pt x="724502" y="548807"/>
                </a:lnTo>
                <a:lnTo>
                  <a:pt x="724236" y="549441"/>
                </a:lnTo>
                <a:lnTo>
                  <a:pt x="723978" y="550082"/>
                </a:lnTo>
                <a:lnTo>
                  <a:pt x="723727" y="550732"/>
                </a:lnTo>
                <a:lnTo>
                  <a:pt x="723483" y="551390"/>
                </a:lnTo>
                <a:lnTo>
                  <a:pt x="723249" y="552042"/>
                </a:lnTo>
                <a:lnTo>
                  <a:pt x="723024" y="552700"/>
                </a:lnTo>
                <a:lnTo>
                  <a:pt x="722810" y="553366"/>
                </a:lnTo>
                <a:lnTo>
                  <a:pt x="722605" y="554039"/>
                </a:lnTo>
                <a:lnTo>
                  <a:pt x="722410" y="554719"/>
                </a:lnTo>
                <a:lnTo>
                  <a:pt x="722226" y="555405"/>
                </a:lnTo>
                <a:lnTo>
                  <a:pt x="722051" y="556099"/>
                </a:lnTo>
                <a:lnTo>
                  <a:pt x="721886" y="556800"/>
                </a:lnTo>
                <a:lnTo>
                  <a:pt x="721732" y="557508"/>
                </a:lnTo>
                <a:lnTo>
                  <a:pt x="721587" y="558223"/>
                </a:lnTo>
                <a:lnTo>
                  <a:pt x="721452" y="558945"/>
                </a:lnTo>
                <a:lnTo>
                  <a:pt x="721328" y="559674"/>
                </a:lnTo>
                <a:lnTo>
                  <a:pt x="721213" y="560410"/>
                </a:lnTo>
                <a:lnTo>
                  <a:pt x="721108" y="561154"/>
                </a:lnTo>
                <a:lnTo>
                  <a:pt x="721013" y="561904"/>
                </a:lnTo>
                <a:lnTo>
                  <a:pt x="720928" y="562661"/>
                </a:lnTo>
                <a:lnTo>
                  <a:pt x="720854" y="563425"/>
                </a:lnTo>
                <a:lnTo>
                  <a:pt x="720789" y="564197"/>
                </a:lnTo>
                <a:lnTo>
                  <a:pt x="720734" y="564975"/>
                </a:lnTo>
                <a:lnTo>
                  <a:pt x="720689" y="565761"/>
                </a:lnTo>
                <a:lnTo>
                  <a:pt x="720654" y="566553"/>
                </a:lnTo>
                <a:lnTo>
                  <a:pt x="720629" y="567353"/>
                </a:lnTo>
                <a:lnTo>
                  <a:pt x="720614" y="568159"/>
                </a:lnTo>
                <a:lnTo>
                  <a:pt x="720609" y="568973"/>
                </a:lnTo>
                <a:lnTo>
                  <a:pt x="720609" y="573031"/>
                </a:lnTo>
                <a:lnTo>
                  <a:pt x="720614" y="573845"/>
                </a:lnTo>
                <a:lnTo>
                  <a:pt x="720629" y="574652"/>
                </a:lnTo>
                <a:lnTo>
                  <a:pt x="720654" y="575453"/>
                </a:lnTo>
                <a:lnTo>
                  <a:pt x="720689" y="576248"/>
                </a:lnTo>
                <a:lnTo>
                  <a:pt x="720734" y="577036"/>
                </a:lnTo>
                <a:lnTo>
                  <a:pt x="720789" y="577817"/>
                </a:lnTo>
                <a:lnTo>
                  <a:pt x="720854" y="578593"/>
                </a:lnTo>
                <a:lnTo>
                  <a:pt x="720928" y="579361"/>
                </a:lnTo>
                <a:lnTo>
                  <a:pt x="721013" y="580124"/>
                </a:lnTo>
                <a:lnTo>
                  <a:pt x="721108" y="580879"/>
                </a:lnTo>
                <a:lnTo>
                  <a:pt x="721213" y="581629"/>
                </a:lnTo>
                <a:lnTo>
                  <a:pt x="721328" y="582372"/>
                </a:lnTo>
                <a:lnTo>
                  <a:pt x="721452" y="583108"/>
                </a:lnTo>
                <a:lnTo>
                  <a:pt x="721587" y="583838"/>
                </a:lnTo>
                <a:lnTo>
                  <a:pt x="721732" y="584562"/>
                </a:lnTo>
                <a:lnTo>
                  <a:pt x="721886" y="585279"/>
                </a:lnTo>
                <a:lnTo>
                  <a:pt x="722051" y="585989"/>
                </a:lnTo>
                <a:lnTo>
                  <a:pt x="722226" y="586693"/>
                </a:lnTo>
                <a:lnTo>
                  <a:pt x="722410" y="587391"/>
                </a:lnTo>
                <a:lnTo>
                  <a:pt x="722605" y="588082"/>
                </a:lnTo>
                <a:lnTo>
                  <a:pt x="722810" y="588767"/>
                </a:lnTo>
                <a:lnTo>
                  <a:pt x="723024" y="589446"/>
                </a:lnTo>
                <a:lnTo>
                  <a:pt x="723249" y="590117"/>
                </a:lnTo>
                <a:lnTo>
                  <a:pt x="723483" y="590783"/>
                </a:lnTo>
                <a:lnTo>
                  <a:pt x="723727" y="591427"/>
                </a:lnTo>
                <a:lnTo>
                  <a:pt x="723978" y="592065"/>
                </a:lnTo>
                <a:lnTo>
                  <a:pt x="724236" y="592695"/>
                </a:lnTo>
                <a:lnTo>
                  <a:pt x="724502" y="593319"/>
                </a:lnTo>
                <a:lnTo>
                  <a:pt x="724776" y="593935"/>
                </a:lnTo>
                <a:lnTo>
                  <a:pt x="725058" y="594544"/>
                </a:lnTo>
                <a:lnTo>
                  <a:pt x="725347" y="595147"/>
                </a:lnTo>
                <a:lnTo>
                  <a:pt x="725644" y="595742"/>
                </a:lnTo>
                <a:lnTo>
                  <a:pt x="725948" y="596330"/>
                </a:lnTo>
                <a:lnTo>
                  <a:pt x="726260" y="596911"/>
                </a:lnTo>
                <a:lnTo>
                  <a:pt x="726580" y="597485"/>
                </a:lnTo>
                <a:lnTo>
                  <a:pt x="726907" y="598053"/>
                </a:lnTo>
                <a:lnTo>
                  <a:pt x="727242" y="598613"/>
                </a:lnTo>
                <a:lnTo>
                  <a:pt x="727584" y="599166"/>
                </a:lnTo>
                <a:lnTo>
                  <a:pt x="727934" y="599712"/>
                </a:lnTo>
                <a:lnTo>
                  <a:pt x="728292" y="600250"/>
                </a:lnTo>
                <a:lnTo>
                  <a:pt x="728658" y="600782"/>
                </a:lnTo>
                <a:lnTo>
                  <a:pt x="729031" y="601307"/>
                </a:lnTo>
                <a:lnTo>
                  <a:pt x="729411" y="601825"/>
                </a:lnTo>
                <a:lnTo>
                  <a:pt x="729800" y="602336"/>
                </a:lnTo>
                <a:lnTo>
                  <a:pt x="730196" y="602839"/>
                </a:lnTo>
                <a:lnTo>
                  <a:pt x="730599" y="603336"/>
                </a:lnTo>
                <a:lnTo>
                  <a:pt x="731010" y="603826"/>
                </a:lnTo>
                <a:lnTo>
                  <a:pt x="731429" y="604308"/>
                </a:lnTo>
                <a:lnTo>
                  <a:pt x="731869" y="604769"/>
                </a:lnTo>
                <a:lnTo>
                  <a:pt x="732315" y="605220"/>
                </a:lnTo>
                <a:lnTo>
                  <a:pt x="732766" y="605663"/>
                </a:lnTo>
                <a:lnTo>
                  <a:pt x="733223" y="606097"/>
                </a:lnTo>
                <a:lnTo>
                  <a:pt x="733687" y="606523"/>
                </a:lnTo>
                <a:lnTo>
                  <a:pt x="734156" y="606939"/>
                </a:lnTo>
                <a:lnTo>
                  <a:pt x="734630" y="607347"/>
                </a:lnTo>
                <a:lnTo>
                  <a:pt x="735111" y="607746"/>
                </a:lnTo>
                <a:lnTo>
                  <a:pt x="735598" y="608136"/>
                </a:lnTo>
                <a:lnTo>
                  <a:pt x="736090" y="608517"/>
                </a:lnTo>
                <a:lnTo>
                  <a:pt x="736589" y="608890"/>
                </a:lnTo>
                <a:lnTo>
                  <a:pt x="737093" y="609253"/>
                </a:lnTo>
                <a:lnTo>
                  <a:pt x="737603" y="609608"/>
                </a:lnTo>
                <a:lnTo>
                  <a:pt x="738119" y="609954"/>
                </a:lnTo>
                <a:lnTo>
                  <a:pt x="738641" y="610291"/>
                </a:lnTo>
                <a:lnTo>
                  <a:pt x="739169" y="610620"/>
                </a:lnTo>
                <a:lnTo>
                  <a:pt x="739703" y="610940"/>
                </a:lnTo>
                <a:lnTo>
                  <a:pt x="740242" y="611250"/>
                </a:lnTo>
                <a:lnTo>
                  <a:pt x="740787" y="611552"/>
                </a:lnTo>
                <a:lnTo>
                  <a:pt x="741339" y="611846"/>
                </a:lnTo>
                <a:lnTo>
                  <a:pt x="741896" y="612130"/>
                </a:lnTo>
                <a:lnTo>
                  <a:pt x="742459" y="612406"/>
                </a:lnTo>
                <a:lnTo>
                  <a:pt x="743028" y="612672"/>
                </a:lnTo>
                <a:lnTo>
                  <a:pt x="743602" y="612930"/>
                </a:lnTo>
                <a:lnTo>
                  <a:pt x="744195" y="613179"/>
                </a:lnTo>
                <a:lnTo>
                  <a:pt x="744792" y="613416"/>
                </a:lnTo>
                <a:lnTo>
                  <a:pt x="745391" y="613644"/>
                </a:lnTo>
                <a:lnTo>
                  <a:pt x="745993" y="613860"/>
                </a:lnTo>
                <a:lnTo>
                  <a:pt x="746598" y="614066"/>
                </a:lnTo>
                <a:lnTo>
                  <a:pt x="747205" y="614262"/>
                </a:lnTo>
                <a:lnTo>
                  <a:pt x="747816" y="614447"/>
                </a:lnTo>
                <a:lnTo>
                  <a:pt x="748430" y="614621"/>
                </a:lnTo>
                <a:lnTo>
                  <a:pt x="749047" y="614785"/>
                </a:lnTo>
                <a:lnTo>
                  <a:pt x="749666" y="614938"/>
                </a:lnTo>
                <a:lnTo>
                  <a:pt x="750289" y="615081"/>
                </a:lnTo>
                <a:lnTo>
                  <a:pt x="750914" y="615213"/>
                </a:lnTo>
                <a:lnTo>
                  <a:pt x="751543" y="615334"/>
                </a:lnTo>
                <a:lnTo>
                  <a:pt x="752174" y="615445"/>
                </a:lnTo>
                <a:lnTo>
                  <a:pt x="752808" y="615546"/>
                </a:lnTo>
                <a:lnTo>
                  <a:pt x="753446" y="615636"/>
                </a:lnTo>
                <a:lnTo>
                  <a:pt x="754086" y="615715"/>
                </a:lnTo>
                <a:lnTo>
                  <a:pt x="754729" y="615784"/>
                </a:lnTo>
                <a:lnTo>
                  <a:pt x="755375" y="615842"/>
                </a:lnTo>
                <a:lnTo>
                  <a:pt x="756024" y="615889"/>
                </a:lnTo>
                <a:lnTo>
                  <a:pt x="756676" y="615926"/>
                </a:lnTo>
                <a:lnTo>
                  <a:pt x="757331" y="615953"/>
                </a:lnTo>
                <a:lnTo>
                  <a:pt x="757989" y="615969"/>
                </a:lnTo>
                <a:lnTo>
                  <a:pt x="758649" y="615974"/>
                </a:lnTo>
                <a:lnTo>
                  <a:pt x="760678" y="615974"/>
                </a:lnTo>
                <a:lnTo>
                  <a:pt x="761533" y="615967"/>
                </a:lnTo>
                <a:lnTo>
                  <a:pt x="762380" y="615946"/>
                </a:lnTo>
                <a:lnTo>
                  <a:pt x="763219" y="615910"/>
                </a:lnTo>
                <a:lnTo>
                  <a:pt x="764050" y="615861"/>
                </a:lnTo>
                <a:lnTo>
                  <a:pt x="764872" y="615798"/>
                </a:lnTo>
                <a:lnTo>
                  <a:pt x="765687" y="615720"/>
                </a:lnTo>
                <a:close/>
                <a:moveTo>
                  <a:pt x="974585" y="992210"/>
                </a:moveTo>
                <a:lnTo>
                  <a:pt x="958693" y="992210"/>
                </a:lnTo>
                <a:lnTo>
                  <a:pt x="958693" y="1008441"/>
                </a:lnTo>
                <a:lnTo>
                  <a:pt x="974585" y="1008441"/>
                </a:lnTo>
                <a:lnTo>
                  <a:pt x="974585" y="992210"/>
                </a:lnTo>
                <a:close/>
                <a:moveTo>
                  <a:pt x="779712" y="1114162"/>
                </a:moveTo>
                <a:lnTo>
                  <a:pt x="780233" y="1114127"/>
                </a:lnTo>
                <a:lnTo>
                  <a:pt x="780755" y="1114087"/>
                </a:lnTo>
                <a:lnTo>
                  <a:pt x="781276" y="1114042"/>
                </a:lnTo>
                <a:lnTo>
                  <a:pt x="781797" y="1113993"/>
                </a:lnTo>
                <a:lnTo>
                  <a:pt x="782319" y="1113939"/>
                </a:lnTo>
                <a:lnTo>
                  <a:pt x="782840" y="1113880"/>
                </a:lnTo>
                <a:lnTo>
                  <a:pt x="783361" y="1113817"/>
                </a:lnTo>
                <a:lnTo>
                  <a:pt x="783882" y="1113749"/>
                </a:lnTo>
                <a:lnTo>
                  <a:pt x="784404" y="1113676"/>
                </a:lnTo>
                <a:lnTo>
                  <a:pt x="784925" y="1113598"/>
                </a:lnTo>
                <a:lnTo>
                  <a:pt x="785446" y="1113516"/>
                </a:lnTo>
                <a:lnTo>
                  <a:pt x="785968" y="1113429"/>
                </a:lnTo>
                <a:lnTo>
                  <a:pt x="786489" y="1113338"/>
                </a:lnTo>
                <a:lnTo>
                  <a:pt x="787010" y="1113241"/>
                </a:lnTo>
                <a:lnTo>
                  <a:pt x="787532" y="1113140"/>
                </a:lnTo>
                <a:lnTo>
                  <a:pt x="788053" y="1113035"/>
                </a:lnTo>
                <a:lnTo>
                  <a:pt x="788574" y="1112924"/>
                </a:lnTo>
                <a:lnTo>
                  <a:pt x="789092" y="1112824"/>
                </a:lnTo>
                <a:lnTo>
                  <a:pt x="789601" y="1112719"/>
                </a:lnTo>
                <a:lnTo>
                  <a:pt x="790104" y="1112610"/>
                </a:lnTo>
                <a:lnTo>
                  <a:pt x="790598" y="1112497"/>
                </a:lnTo>
                <a:lnTo>
                  <a:pt x="791085" y="1112380"/>
                </a:lnTo>
                <a:lnTo>
                  <a:pt x="791564" y="1112259"/>
                </a:lnTo>
                <a:lnTo>
                  <a:pt x="792036" y="1112133"/>
                </a:lnTo>
                <a:lnTo>
                  <a:pt x="792500" y="1112004"/>
                </a:lnTo>
                <a:lnTo>
                  <a:pt x="792957" y="1111870"/>
                </a:lnTo>
                <a:lnTo>
                  <a:pt x="793405" y="1111733"/>
                </a:lnTo>
                <a:lnTo>
                  <a:pt x="793847" y="1111591"/>
                </a:lnTo>
                <a:lnTo>
                  <a:pt x="794280" y="1111445"/>
                </a:lnTo>
                <a:lnTo>
                  <a:pt x="794706" y="1111295"/>
                </a:lnTo>
                <a:lnTo>
                  <a:pt x="795124" y="1111141"/>
                </a:lnTo>
                <a:lnTo>
                  <a:pt x="795535" y="1110983"/>
                </a:lnTo>
                <a:lnTo>
                  <a:pt x="795938" y="1110820"/>
                </a:lnTo>
                <a:lnTo>
                  <a:pt x="796333" y="1110654"/>
                </a:lnTo>
                <a:lnTo>
                  <a:pt x="796721" y="1110484"/>
                </a:lnTo>
                <a:lnTo>
                  <a:pt x="797101" y="1110309"/>
                </a:lnTo>
                <a:lnTo>
                  <a:pt x="797474" y="1110130"/>
                </a:lnTo>
                <a:lnTo>
                  <a:pt x="797838" y="1109947"/>
                </a:lnTo>
                <a:lnTo>
                  <a:pt x="798196" y="1109760"/>
                </a:lnTo>
                <a:lnTo>
                  <a:pt x="798545" y="1109569"/>
                </a:lnTo>
                <a:lnTo>
                  <a:pt x="798887" y="1109374"/>
                </a:lnTo>
                <a:lnTo>
                  <a:pt x="798887" y="1096356"/>
                </a:lnTo>
                <a:lnTo>
                  <a:pt x="798589" y="1096496"/>
                </a:lnTo>
                <a:lnTo>
                  <a:pt x="798287" y="1096636"/>
                </a:lnTo>
                <a:lnTo>
                  <a:pt x="797981" y="1096776"/>
                </a:lnTo>
                <a:lnTo>
                  <a:pt x="797671" y="1096915"/>
                </a:lnTo>
                <a:lnTo>
                  <a:pt x="797356" y="1097053"/>
                </a:lnTo>
                <a:lnTo>
                  <a:pt x="797038" y="1097191"/>
                </a:lnTo>
                <a:lnTo>
                  <a:pt x="796715" y="1097328"/>
                </a:lnTo>
                <a:lnTo>
                  <a:pt x="796389" y="1097464"/>
                </a:lnTo>
                <a:lnTo>
                  <a:pt x="796058" y="1097600"/>
                </a:lnTo>
                <a:lnTo>
                  <a:pt x="795723" y="1097735"/>
                </a:lnTo>
                <a:lnTo>
                  <a:pt x="795384" y="1097870"/>
                </a:lnTo>
                <a:lnTo>
                  <a:pt x="795041" y="1098004"/>
                </a:lnTo>
                <a:lnTo>
                  <a:pt x="794694" y="1098138"/>
                </a:lnTo>
                <a:lnTo>
                  <a:pt x="794342" y="1098271"/>
                </a:lnTo>
                <a:lnTo>
                  <a:pt x="793987" y="1098403"/>
                </a:lnTo>
                <a:lnTo>
                  <a:pt x="793627" y="1098535"/>
                </a:lnTo>
                <a:lnTo>
                  <a:pt x="793264" y="1098666"/>
                </a:lnTo>
                <a:lnTo>
                  <a:pt x="792896" y="1098797"/>
                </a:lnTo>
                <a:lnTo>
                  <a:pt x="792524" y="1098927"/>
                </a:lnTo>
                <a:lnTo>
                  <a:pt x="792148" y="1099056"/>
                </a:lnTo>
                <a:lnTo>
                  <a:pt x="791768" y="1099185"/>
                </a:lnTo>
                <a:lnTo>
                  <a:pt x="791384" y="1099313"/>
                </a:lnTo>
                <a:lnTo>
                  <a:pt x="790995" y="1099441"/>
                </a:lnTo>
                <a:lnTo>
                  <a:pt x="790603" y="1099568"/>
                </a:lnTo>
                <a:lnTo>
                  <a:pt x="790221" y="1099678"/>
                </a:lnTo>
                <a:lnTo>
                  <a:pt x="789836" y="1099784"/>
                </a:lnTo>
                <a:lnTo>
                  <a:pt x="789448" y="1099885"/>
                </a:lnTo>
                <a:lnTo>
                  <a:pt x="789058" y="1099981"/>
                </a:lnTo>
                <a:lnTo>
                  <a:pt x="788664" y="1100073"/>
                </a:lnTo>
                <a:lnTo>
                  <a:pt x="788268" y="1100160"/>
                </a:lnTo>
                <a:lnTo>
                  <a:pt x="787868" y="1100242"/>
                </a:lnTo>
                <a:lnTo>
                  <a:pt x="787466" y="1100319"/>
                </a:lnTo>
                <a:lnTo>
                  <a:pt x="787060" y="1100392"/>
                </a:lnTo>
                <a:lnTo>
                  <a:pt x="786652" y="1100460"/>
                </a:lnTo>
                <a:lnTo>
                  <a:pt x="786241" y="1100524"/>
                </a:lnTo>
                <a:lnTo>
                  <a:pt x="785827" y="1100582"/>
                </a:lnTo>
                <a:lnTo>
                  <a:pt x="785410" y="1100636"/>
                </a:lnTo>
                <a:lnTo>
                  <a:pt x="784990" y="1100686"/>
                </a:lnTo>
                <a:lnTo>
                  <a:pt x="784567" y="1100730"/>
                </a:lnTo>
                <a:lnTo>
                  <a:pt x="784141" y="1100770"/>
                </a:lnTo>
                <a:lnTo>
                  <a:pt x="783712" y="1100806"/>
                </a:lnTo>
                <a:lnTo>
                  <a:pt x="783280" y="1100836"/>
                </a:lnTo>
                <a:lnTo>
                  <a:pt x="782845" y="1100862"/>
                </a:lnTo>
                <a:lnTo>
                  <a:pt x="782408" y="1100883"/>
                </a:lnTo>
                <a:lnTo>
                  <a:pt x="781967" y="1100899"/>
                </a:lnTo>
                <a:lnTo>
                  <a:pt x="781524" y="1100911"/>
                </a:lnTo>
                <a:lnTo>
                  <a:pt x="781077" y="1100918"/>
                </a:lnTo>
                <a:lnTo>
                  <a:pt x="780628" y="1100921"/>
                </a:lnTo>
                <a:lnTo>
                  <a:pt x="780054" y="1100918"/>
                </a:lnTo>
                <a:lnTo>
                  <a:pt x="779489" y="1100909"/>
                </a:lnTo>
                <a:lnTo>
                  <a:pt x="778932" y="1100894"/>
                </a:lnTo>
                <a:lnTo>
                  <a:pt x="778383" y="1100874"/>
                </a:lnTo>
                <a:lnTo>
                  <a:pt x="777842" y="1100847"/>
                </a:lnTo>
                <a:lnTo>
                  <a:pt x="777310" y="1100815"/>
                </a:lnTo>
                <a:lnTo>
                  <a:pt x="776786" y="1100777"/>
                </a:lnTo>
                <a:lnTo>
                  <a:pt x="776270" y="1100733"/>
                </a:lnTo>
                <a:lnTo>
                  <a:pt x="775762" y="1100683"/>
                </a:lnTo>
                <a:lnTo>
                  <a:pt x="775262" y="1100627"/>
                </a:lnTo>
                <a:lnTo>
                  <a:pt x="774771" y="1100565"/>
                </a:lnTo>
                <a:lnTo>
                  <a:pt x="774288" y="1100498"/>
                </a:lnTo>
                <a:lnTo>
                  <a:pt x="773813" y="1100424"/>
                </a:lnTo>
                <a:lnTo>
                  <a:pt x="773346" y="1100345"/>
                </a:lnTo>
                <a:lnTo>
                  <a:pt x="772888" y="1100260"/>
                </a:lnTo>
                <a:lnTo>
                  <a:pt x="772438" y="1100169"/>
                </a:lnTo>
                <a:lnTo>
                  <a:pt x="771996" y="1100072"/>
                </a:lnTo>
                <a:lnTo>
                  <a:pt x="771562" y="1099970"/>
                </a:lnTo>
                <a:lnTo>
                  <a:pt x="771136" y="1099861"/>
                </a:lnTo>
                <a:lnTo>
                  <a:pt x="770719" y="1099746"/>
                </a:lnTo>
                <a:lnTo>
                  <a:pt x="770310" y="1099626"/>
                </a:lnTo>
                <a:lnTo>
                  <a:pt x="769909" y="1099500"/>
                </a:lnTo>
                <a:lnTo>
                  <a:pt x="769516" y="1099368"/>
                </a:lnTo>
                <a:lnTo>
                  <a:pt x="769131" y="1099230"/>
                </a:lnTo>
                <a:lnTo>
                  <a:pt x="768755" y="1099085"/>
                </a:lnTo>
                <a:lnTo>
                  <a:pt x="768386" y="1098934"/>
                </a:lnTo>
                <a:lnTo>
                  <a:pt x="768025" y="1098776"/>
                </a:lnTo>
                <a:lnTo>
                  <a:pt x="767671" y="1098610"/>
                </a:lnTo>
                <a:lnTo>
                  <a:pt x="767325" y="1098437"/>
                </a:lnTo>
                <a:lnTo>
                  <a:pt x="766986" y="1098258"/>
                </a:lnTo>
                <a:lnTo>
                  <a:pt x="766656" y="1098071"/>
                </a:lnTo>
                <a:lnTo>
                  <a:pt x="766332" y="1097877"/>
                </a:lnTo>
                <a:lnTo>
                  <a:pt x="766017" y="1097677"/>
                </a:lnTo>
                <a:lnTo>
                  <a:pt x="765709" y="1097469"/>
                </a:lnTo>
                <a:lnTo>
                  <a:pt x="765409" y="1097254"/>
                </a:lnTo>
                <a:lnTo>
                  <a:pt x="765116" y="1097032"/>
                </a:lnTo>
                <a:lnTo>
                  <a:pt x="764831" y="1096803"/>
                </a:lnTo>
                <a:lnTo>
                  <a:pt x="764554" y="1096567"/>
                </a:lnTo>
                <a:lnTo>
                  <a:pt x="764284" y="1096324"/>
                </a:lnTo>
                <a:lnTo>
                  <a:pt x="764022" y="1096074"/>
                </a:lnTo>
                <a:lnTo>
                  <a:pt x="763767" y="1095817"/>
                </a:lnTo>
                <a:lnTo>
                  <a:pt x="763520" y="1095553"/>
                </a:lnTo>
                <a:lnTo>
                  <a:pt x="763281" y="1095281"/>
                </a:lnTo>
                <a:lnTo>
                  <a:pt x="763050" y="1095003"/>
                </a:lnTo>
                <a:lnTo>
                  <a:pt x="762826" y="1094718"/>
                </a:lnTo>
                <a:lnTo>
                  <a:pt x="762609" y="1094425"/>
                </a:lnTo>
                <a:lnTo>
                  <a:pt x="762401" y="1094126"/>
                </a:lnTo>
                <a:lnTo>
                  <a:pt x="762200" y="1093820"/>
                </a:lnTo>
                <a:lnTo>
                  <a:pt x="762006" y="1093506"/>
                </a:lnTo>
                <a:lnTo>
                  <a:pt x="761821" y="1093186"/>
                </a:lnTo>
                <a:lnTo>
                  <a:pt x="761645" y="1092858"/>
                </a:lnTo>
                <a:lnTo>
                  <a:pt x="761476" y="1092523"/>
                </a:lnTo>
                <a:lnTo>
                  <a:pt x="761316" y="1092182"/>
                </a:lnTo>
                <a:lnTo>
                  <a:pt x="761164" y="1091833"/>
                </a:lnTo>
                <a:lnTo>
                  <a:pt x="761020" y="1091477"/>
                </a:lnTo>
                <a:lnTo>
                  <a:pt x="760885" y="1091115"/>
                </a:lnTo>
                <a:lnTo>
                  <a:pt x="760757" y="1090745"/>
                </a:lnTo>
                <a:lnTo>
                  <a:pt x="760638" y="1090368"/>
                </a:lnTo>
                <a:lnTo>
                  <a:pt x="760527" y="1089984"/>
                </a:lnTo>
                <a:lnTo>
                  <a:pt x="760424" y="1089593"/>
                </a:lnTo>
                <a:lnTo>
                  <a:pt x="760330" y="1089195"/>
                </a:lnTo>
                <a:lnTo>
                  <a:pt x="760244" y="1088790"/>
                </a:lnTo>
                <a:lnTo>
                  <a:pt x="760166" y="1088378"/>
                </a:lnTo>
                <a:lnTo>
                  <a:pt x="760096" y="1087959"/>
                </a:lnTo>
                <a:lnTo>
                  <a:pt x="760034" y="1087533"/>
                </a:lnTo>
                <a:lnTo>
                  <a:pt x="759981" y="1087099"/>
                </a:lnTo>
                <a:lnTo>
                  <a:pt x="759935" y="1086659"/>
                </a:lnTo>
                <a:lnTo>
                  <a:pt x="759898" y="1086212"/>
                </a:lnTo>
                <a:lnTo>
                  <a:pt x="759870" y="1085757"/>
                </a:lnTo>
                <a:lnTo>
                  <a:pt x="759849" y="1085296"/>
                </a:lnTo>
                <a:lnTo>
                  <a:pt x="759837" y="1084828"/>
                </a:lnTo>
                <a:lnTo>
                  <a:pt x="759833" y="1084352"/>
                </a:lnTo>
                <a:lnTo>
                  <a:pt x="759833" y="1039380"/>
                </a:lnTo>
                <a:lnTo>
                  <a:pt x="798887" y="1039380"/>
                </a:lnTo>
                <a:lnTo>
                  <a:pt x="798887" y="1026193"/>
                </a:lnTo>
                <a:lnTo>
                  <a:pt x="759833" y="1026193"/>
                </a:lnTo>
                <a:lnTo>
                  <a:pt x="759833" y="998635"/>
                </a:lnTo>
                <a:lnTo>
                  <a:pt x="749351" y="998635"/>
                </a:lnTo>
                <a:lnTo>
                  <a:pt x="743433" y="1026193"/>
                </a:lnTo>
                <a:lnTo>
                  <a:pt x="717904" y="1026193"/>
                </a:lnTo>
                <a:lnTo>
                  <a:pt x="717904" y="1039380"/>
                </a:lnTo>
                <a:lnTo>
                  <a:pt x="742926" y="1039380"/>
                </a:lnTo>
                <a:lnTo>
                  <a:pt x="742926" y="1085705"/>
                </a:lnTo>
                <a:lnTo>
                  <a:pt x="742942" y="1086958"/>
                </a:lnTo>
                <a:lnTo>
                  <a:pt x="742988" y="1088182"/>
                </a:lnTo>
                <a:lnTo>
                  <a:pt x="743066" y="1089377"/>
                </a:lnTo>
                <a:lnTo>
                  <a:pt x="743175" y="1090542"/>
                </a:lnTo>
                <a:lnTo>
                  <a:pt x="743315" y="1091678"/>
                </a:lnTo>
                <a:lnTo>
                  <a:pt x="743486" y="1092784"/>
                </a:lnTo>
                <a:lnTo>
                  <a:pt x="743688" y="1093862"/>
                </a:lnTo>
                <a:lnTo>
                  <a:pt x="743922" y="1094909"/>
                </a:lnTo>
                <a:lnTo>
                  <a:pt x="744186" y="1095928"/>
                </a:lnTo>
                <a:lnTo>
                  <a:pt x="744482" y="1096917"/>
                </a:lnTo>
                <a:lnTo>
                  <a:pt x="744808" y="1097877"/>
                </a:lnTo>
                <a:lnTo>
                  <a:pt x="745166" y="1098807"/>
                </a:lnTo>
                <a:lnTo>
                  <a:pt x="745555" y="1099708"/>
                </a:lnTo>
                <a:lnTo>
                  <a:pt x="745975" y="1100580"/>
                </a:lnTo>
                <a:lnTo>
                  <a:pt x="746426" y="1101423"/>
                </a:lnTo>
                <a:lnTo>
                  <a:pt x="746908" y="1102236"/>
                </a:lnTo>
                <a:lnTo>
                  <a:pt x="747422" y="1103019"/>
                </a:lnTo>
                <a:lnTo>
                  <a:pt x="747966" y="1103774"/>
                </a:lnTo>
                <a:lnTo>
                  <a:pt x="748542" y="1104499"/>
                </a:lnTo>
                <a:lnTo>
                  <a:pt x="749149" y="1105194"/>
                </a:lnTo>
                <a:lnTo>
                  <a:pt x="749786" y="1105861"/>
                </a:lnTo>
                <a:lnTo>
                  <a:pt x="750455" y="1106498"/>
                </a:lnTo>
                <a:lnTo>
                  <a:pt x="751155" y="1107105"/>
                </a:lnTo>
                <a:lnTo>
                  <a:pt x="751887" y="1107683"/>
                </a:lnTo>
                <a:lnTo>
                  <a:pt x="752644" y="1108221"/>
                </a:lnTo>
                <a:lnTo>
                  <a:pt x="753423" y="1108737"/>
                </a:lnTo>
                <a:lnTo>
                  <a:pt x="754224" y="1109229"/>
                </a:lnTo>
                <a:lnTo>
                  <a:pt x="755047" y="1109698"/>
                </a:lnTo>
                <a:lnTo>
                  <a:pt x="755892" y="1110145"/>
                </a:lnTo>
                <a:lnTo>
                  <a:pt x="756758" y="1110568"/>
                </a:lnTo>
                <a:lnTo>
                  <a:pt x="757646" y="1110969"/>
                </a:lnTo>
                <a:lnTo>
                  <a:pt x="758555" y="1111346"/>
                </a:lnTo>
                <a:lnTo>
                  <a:pt x="759487" y="1111701"/>
                </a:lnTo>
                <a:lnTo>
                  <a:pt x="760440" y="1112033"/>
                </a:lnTo>
                <a:lnTo>
                  <a:pt x="761414" y="1112342"/>
                </a:lnTo>
                <a:lnTo>
                  <a:pt x="762411" y="1112629"/>
                </a:lnTo>
                <a:lnTo>
                  <a:pt x="763429" y="1112892"/>
                </a:lnTo>
                <a:lnTo>
                  <a:pt x="764469" y="1113132"/>
                </a:lnTo>
                <a:lnTo>
                  <a:pt x="765531" y="1113350"/>
                </a:lnTo>
                <a:lnTo>
                  <a:pt x="766614" y="1113544"/>
                </a:lnTo>
                <a:lnTo>
                  <a:pt x="767719" y="1113716"/>
                </a:lnTo>
                <a:lnTo>
                  <a:pt x="768846" y="1113865"/>
                </a:lnTo>
                <a:lnTo>
                  <a:pt x="769995" y="1113991"/>
                </a:lnTo>
                <a:lnTo>
                  <a:pt x="771165" y="1114094"/>
                </a:lnTo>
                <a:lnTo>
                  <a:pt x="772357" y="1114174"/>
                </a:lnTo>
                <a:lnTo>
                  <a:pt x="773571" y="1114231"/>
                </a:lnTo>
                <a:lnTo>
                  <a:pt x="774806" y="1114266"/>
                </a:lnTo>
                <a:lnTo>
                  <a:pt x="776063" y="1114277"/>
                </a:lnTo>
                <a:lnTo>
                  <a:pt x="776584" y="1114275"/>
                </a:lnTo>
                <a:lnTo>
                  <a:pt x="777106" y="1114268"/>
                </a:lnTo>
                <a:lnTo>
                  <a:pt x="777627" y="1114256"/>
                </a:lnTo>
                <a:lnTo>
                  <a:pt x="778148" y="1114239"/>
                </a:lnTo>
                <a:lnTo>
                  <a:pt x="778670" y="1114218"/>
                </a:lnTo>
                <a:lnTo>
                  <a:pt x="779191" y="1114192"/>
                </a:lnTo>
                <a:lnTo>
                  <a:pt x="779712" y="1114162"/>
                </a:lnTo>
                <a:close/>
                <a:moveTo>
                  <a:pt x="928430" y="1112586"/>
                </a:moveTo>
                <a:lnTo>
                  <a:pt x="959369" y="1112586"/>
                </a:lnTo>
                <a:lnTo>
                  <a:pt x="976276" y="1112586"/>
                </a:lnTo>
                <a:lnTo>
                  <a:pt x="1005524" y="1112586"/>
                </a:lnTo>
                <a:lnTo>
                  <a:pt x="1005524" y="1099568"/>
                </a:lnTo>
                <a:lnTo>
                  <a:pt x="976276" y="1099568"/>
                </a:lnTo>
                <a:lnTo>
                  <a:pt x="976276" y="1026193"/>
                </a:lnTo>
                <a:lnTo>
                  <a:pt x="928430" y="1026193"/>
                </a:lnTo>
                <a:lnTo>
                  <a:pt x="928430" y="1039380"/>
                </a:lnTo>
                <a:lnTo>
                  <a:pt x="959369" y="1039380"/>
                </a:lnTo>
                <a:lnTo>
                  <a:pt x="959369" y="1099568"/>
                </a:lnTo>
                <a:lnTo>
                  <a:pt x="928430" y="1099568"/>
                </a:lnTo>
                <a:lnTo>
                  <a:pt x="928430" y="1112586"/>
                </a:lnTo>
                <a:close/>
                <a:moveTo>
                  <a:pt x="1045259" y="1059546"/>
                </a:moveTo>
                <a:lnTo>
                  <a:pt x="1045299" y="1058981"/>
                </a:lnTo>
                <a:lnTo>
                  <a:pt x="1045347" y="1058421"/>
                </a:lnTo>
                <a:lnTo>
                  <a:pt x="1045405" y="1057868"/>
                </a:lnTo>
                <a:lnTo>
                  <a:pt x="1045471" y="1057320"/>
                </a:lnTo>
                <a:lnTo>
                  <a:pt x="1045546" y="1056778"/>
                </a:lnTo>
                <a:lnTo>
                  <a:pt x="1045629" y="1056242"/>
                </a:lnTo>
                <a:lnTo>
                  <a:pt x="1045722" y="1055712"/>
                </a:lnTo>
                <a:lnTo>
                  <a:pt x="1045823" y="1055188"/>
                </a:lnTo>
                <a:lnTo>
                  <a:pt x="1045933" y="1054670"/>
                </a:lnTo>
                <a:lnTo>
                  <a:pt x="1046052" y="1054157"/>
                </a:lnTo>
                <a:lnTo>
                  <a:pt x="1046180" y="1053650"/>
                </a:lnTo>
                <a:lnTo>
                  <a:pt x="1046316" y="1053150"/>
                </a:lnTo>
                <a:lnTo>
                  <a:pt x="1046461" y="1052655"/>
                </a:lnTo>
                <a:lnTo>
                  <a:pt x="1046615" y="1052166"/>
                </a:lnTo>
                <a:lnTo>
                  <a:pt x="1046778" y="1051683"/>
                </a:lnTo>
                <a:lnTo>
                  <a:pt x="1046950" y="1051205"/>
                </a:lnTo>
                <a:lnTo>
                  <a:pt x="1047131" y="1050734"/>
                </a:lnTo>
                <a:lnTo>
                  <a:pt x="1047320" y="1050268"/>
                </a:lnTo>
                <a:lnTo>
                  <a:pt x="1047518" y="1049809"/>
                </a:lnTo>
                <a:lnTo>
                  <a:pt x="1047725" y="1049355"/>
                </a:lnTo>
                <a:lnTo>
                  <a:pt x="1047940" y="1048894"/>
                </a:lnTo>
                <a:lnTo>
                  <a:pt x="1048162" y="1048443"/>
                </a:lnTo>
                <a:lnTo>
                  <a:pt x="1048391" y="1048000"/>
                </a:lnTo>
                <a:lnTo>
                  <a:pt x="1048627" y="1047566"/>
                </a:lnTo>
                <a:lnTo>
                  <a:pt x="1048870" y="1047140"/>
                </a:lnTo>
                <a:lnTo>
                  <a:pt x="1049120" y="1046724"/>
                </a:lnTo>
                <a:lnTo>
                  <a:pt x="1049377" y="1046316"/>
                </a:lnTo>
                <a:lnTo>
                  <a:pt x="1049641" y="1045917"/>
                </a:lnTo>
                <a:lnTo>
                  <a:pt x="1049912" y="1045527"/>
                </a:lnTo>
                <a:lnTo>
                  <a:pt x="1050191" y="1045146"/>
                </a:lnTo>
                <a:lnTo>
                  <a:pt x="1050476" y="1044774"/>
                </a:lnTo>
                <a:lnTo>
                  <a:pt x="1050768" y="1044410"/>
                </a:lnTo>
                <a:lnTo>
                  <a:pt x="1051068" y="1044055"/>
                </a:lnTo>
                <a:lnTo>
                  <a:pt x="1051374" y="1043709"/>
                </a:lnTo>
                <a:lnTo>
                  <a:pt x="1051687" y="1043372"/>
                </a:lnTo>
                <a:lnTo>
                  <a:pt x="1052008" y="1043043"/>
                </a:lnTo>
                <a:lnTo>
                  <a:pt x="1052336" y="1042724"/>
                </a:lnTo>
                <a:lnTo>
                  <a:pt x="1052670" y="1042413"/>
                </a:lnTo>
                <a:lnTo>
                  <a:pt x="1053012" y="1042111"/>
                </a:lnTo>
                <a:lnTo>
                  <a:pt x="1053361" y="1041817"/>
                </a:lnTo>
                <a:lnTo>
                  <a:pt x="1053716" y="1041533"/>
                </a:lnTo>
                <a:lnTo>
                  <a:pt x="1054079" y="1041257"/>
                </a:lnTo>
                <a:lnTo>
                  <a:pt x="1054449" y="1040991"/>
                </a:lnTo>
                <a:lnTo>
                  <a:pt x="1054826" y="1040732"/>
                </a:lnTo>
                <a:lnTo>
                  <a:pt x="1055209" y="1040470"/>
                </a:lnTo>
                <a:lnTo>
                  <a:pt x="1055598" y="1040219"/>
                </a:lnTo>
                <a:lnTo>
                  <a:pt x="1055993" y="1039980"/>
                </a:lnTo>
                <a:lnTo>
                  <a:pt x="1056394" y="1039751"/>
                </a:lnTo>
                <a:lnTo>
                  <a:pt x="1056801" y="1039534"/>
                </a:lnTo>
                <a:lnTo>
                  <a:pt x="1057214" y="1039327"/>
                </a:lnTo>
                <a:lnTo>
                  <a:pt x="1057632" y="1039132"/>
                </a:lnTo>
                <a:lnTo>
                  <a:pt x="1058057" y="1038948"/>
                </a:lnTo>
                <a:lnTo>
                  <a:pt x="1058487" y="1038775"/>
                </a:lnTo>
                <a:lnTo>
                  <a:pt x="1058923" y="1038613"/>
                </a:lnTo>
                <a:lnTo>
                  <a:pt x="1059365" y="1038463"/>
                </a:lnTo>
                <a:lnTo>
                  <a:pt x="1059813" y="1038323"/>
                </a:lnTo>
                <a:lnTo>
                  <a:pt x="1060267" y="1038195"/>
                </a:lnTo>
                <a:lnTo>
                  <a:pt x="1060727" y="1038078"/>
                </a:lnTo>
                <a:lnTo>
                  <a:pt x="1061192" y="1037972"/>
                </a:lnTo>
                <a:lnTo>
                  <a:pt x="1061664" y="1037877"/>
                </a:lnTo>
                <a:lnTo>
                  <a:pt x="1062141" y="1037794"/>
                </a:lnTo>
                <a:lnTo>
                  <a:pt x="1062624" y="1037721"/>
                </a:lnTo>
                <a:lnTo>
                  <a:pt x="1063113" y="1037660"/>
                </a:lnTo>
                <a:lnTo>
                  <a:pt x="1063608" y="1037610"/>
                </a:lnTo>
                <a:lnTo>
                  <a:pt x="1064109" y="1037571"/>
                </a:lnTo>
                <a:lnTo>
                  <a:pt x="1064615" y="1037543"/>
                </a:lnTo>
                <a:lnTo>
                  <a:pt x="1065128" y="1037526"/>
                </a:lnTo>
                <a:lnTo>
                  <a:pt x="1065646" y="1037520"/>
                </a:lnTo>
                <a:lnTo>
                  <a:pt x="1066386" y="1037530"/>
                </a:lnTo>
                <a:lnTo>
                  <a:pt x="1067111" y="1037559"/>
                </a:lnTo>
                <a:lnTo>
                  <a:pt x="1067823" y="1037608"/>
                </a:lnTo>
                <a:lnTo>
                  <a:pt x="1068520" y="1037675"/>
                </a:lnTo>
                <a:lnTo>
                  <a:pt x="1069204" y="1037763"/>
                </a:lnTo>
                <a:lnTo>
                  <a:pt x="1069873" y="1037869"/>
                </a:lnTo>
                <a:lnTo>
                  <a:pt x="1070528" y="1037995"/>
                </a:lnTo>
                <a:lnTo>
                  <a:pt x="1071169" y="1038140"/>
                </a:lnTo>
                <a:lnTo>
                  <a:pt x="1071796" y="1038305"/>
                </a:lnTo>
                <a:lnTo>
                  <a:pt x="1072409" y="1038489"/>
                </a:lnTo>
                <a:lnTo>
                  <a:pt x="1073008" y="1038692"/>
                </a:lnTo>
                <a:lnTo>
                  <a:pt x="1073592" y="1038915"/>
                </a:lnTo>
                <a:lnTo>
                  <a:pt x="1074163" y="1039157"/>
                </a:lnTo>
                <a:lnTo>
                  <a:pt x="1074719" y="1039419"/>
                </a:lnTo>
                <a:lnTo>
                  <a:pt x="1075262" y="1039700"/>
                </a:lnTo>
                <a:lnTo>
                  <a:pt x="1075790" y="1040000"/>
                </a:lnTo>
                <a:lnTo>
                  <a:pt x="1076304" y="1040320"/>
                </a:lnTo>
                <a:lnTo>
                  <a:pt x="1076804" y="1040659"/>
                </a:lnTo>
                <a:lnTo>
                  <a:pt x="1077291" y="1041017"/>
                </a:lnTo>
                <a:lnTo>
                  <a:pt x="1077763" y="1041395"/>
                </a:lnTo>
                <a:lnTo>
                  <a:pt x="1078220" y="1041792"/>
                </a:lnTo>
                <a:lnTo>
                  <a:pt x="1078664" y="1042209"/>
                </a:lnTo>
                <a:lnTo>
                  <a:pt x="1079094" y="1042645"/>
                </a:lnTo>
                <a:lnTo>
                  <a:pt x="1079510" y="1043100"/>
                </a:lnTo>
                <a:lnTo>
                  <a:pt x="1079923" y="1043576"/>
                </a:lnTo>
                <a:lnTo>
                  <a:pt x="1080320" y="1044075"/>
                </a:lnTo>
                <a:lnTo>
                  <a:pt x="1080698" y="1044598"/>
                </a:lnTo>
                <a:lnTo>
                  <a:pt x="1081059" y="1045143"/>
                </a:lnTo>
                <a:lnTo>
                  <a:pt x="1081403" y="1045711"/>
                </a:lnTo>
                <a:lnTo>
                  <a:pt x="1081729" y="1046301"/>
                </a:lnTo>
                <a:lnTo>
                  <a:pt x="1082037" y="1046915"/>
                </a:lnTo>
                <a:lnTo>
                  <a:pt x="1082327" y="1047552"/>
                </a:lnTo>
                <a:lnTo>
                  <a:pt x="1082600" y="1048211"/>
                </a:lnTo>
                <a:lnTo>
                  <a:pt x="1082856" y="1048894"/>
                </a:lnTo>
                <a:lnTo>
                  <a:pt x="1083093" y="1049599"/>
                </a:lnTo>
                <a:lnTo>
                  <a:pt x="1083314" y="1050327"/>
                </a:lnTo>
                <a:lnTo>
                  <a:pt x="1083516" y="1051078"/>
                </a:lnTo>
                <a:lnTo>
                  <a:pt x="1083701" y="1051852"/>
                </a:lnTo>
                <a:lnTo>
                  <a:pt x="1083868" y="1052649"/>
                </a:lnTo>
                <a:lnTo>
                  <a:pt x="1084018" y="1053469"/>
                </a:lnTo>
                <a:lnTo>
                  <a:pt x="1084150" y="1054312"/>
                </a:lnTo>
                <a:lnTo>
                  <a:pt x="1084265" y="1055177"/>
                </a:lnTo>
                <a:lnTo>
                  <a:pt x="1084361" y="1056066"/>
                </a:lnTo>
                <a:lnTo>
                  <a:pt x="1084441" y="1056977"/>
                </a:lnTo>
                <a:lnTo>
                  <a:pt x="1084502" y="1057912"/>
                </a:lnTo>
                <a:lnTo>
                  <a:pt x="1084546" y="1058869"/>
                </a:lnTo>
                <a:lnTo>
                  <a:pt x="1084573" y="1059849"/>
                </a:lnTo>
                <a:lnTo>
                  <a:pt x="1084582" y="1060852"/>
                </a:lnTo>
                <a:lnTo>
                  <a:pt x="1084582" y="1112586"/>
                </a:lnTo>
                <a:lnTo>
                  <a:pt x="1101488" y="1112586"/>
                </a:lnTo>
                <a:lnTo>
                  <a:pt x="1101488" y="1055949"/>
                </a:lnTo>
                <a:lnTo>
                  <a:pt x="1101474" y="1054666"/>
                </a:lnTo>
                <a:lnTo>
                  <a:pt x="1101430" y="1053409"/>
                </a:lnTo>
                <a:lnTo>
                  <a:pt x="1101356" y="1052179"/>
                </a:lnTo>
                <a:lnTo>
                  <a:pt x="1101253" y="1050975"/>
                </a:lnTo>
                <a:lnTo>
                  <a:pt x="1101121" y="1049798"/>
                </a:lnTo>
                <a:lnTo>
                  <a:pt x="1100960" y="1048647"/>
                </a:lnTo>
                <a:lnTo>
                  <a:pt x="1100769" y="1047523"/>
                </a:lnTo>
                <a:lnTo>
                  <a:pt x="1100549" y="1046425"/>
                </a:lnTo>
                <a:lnTo>
                  <a:pt x="1100300" y="1045353"/>
                </a:lnTo>
                <a:lnTo>
                  <a:pt x="1100021" y="1044308"/>
                </a:lnTo>
                <a:lnTo>
                  <a:pt x="1099713" y="1043289"/>
                </a:lnTo>
                <a:lnTo>
                  <a:pt x="1099375" y="1042296"/>
                </a:lnTo>
                <a:lnTo>
                  <a:pt x="1099008" y="1041330"/>
                </a:lnTo>
                <a:lnTo>
                  <a:pt x="1098612" y="1040391"/>
                </a:lnTo>
                <a:lnTo>
                  <a:pt x="1098186" y="1039478"/>
                </a:lnTo>
                <a:lnTo>
                  <a:pt x="1097731" y="1038591"/>
                </a:lnTo>
                <a:lnTo>
                  <a:pt x="1097247" y="1037731"/>
                </a:lnTo>
                <a:lnTo>
                  <a:pt x="1096733" y="1036897"/>
                </a:lnTo>
                <a:lnTo>
                  <a:pt x="1096190" y="1036089"/>
                </a:lnTo>
                <a:lnTo>
                  <a:pt x="1095618" y="1035308"/>
                </a:lnTo>
                <a:lnTo>
                  <a:pt x="1095016" y="1034554"/>
                </a:lnTo>
                <a:lnTo>
                  <a:pt x="1094385" y="1033825"/>
                </a:lnTo>
                <a:lnTo>
                  <a:pt x="1093725" y="1033124"/>
                </a:lnTo>
                <a:lnTo>
                  <a:pt x="1093035" y="1032448"/>
                </a:lnTo>
                <a:lnTo>
                  <a:pt x="1092321" y="1031800"/>
                </a:lnTo>
                <a:lnTo>
                  <a:pt x="1091586" y="1031179"/>
                </a:lnTo>
                <a:lnTo>
                  <a:pt x="1090832" y="1030586"/>
                </a:lnTo>
                <a:lnTo>
                  <a:pt x="1090058" y="1030020"/>
                </a:lnTo>
                <a:lnTo>
                  <a:pt x="1089263" y="1029482"/>
                </a:lnTo>
                <a:lnTo>
                  <a:pt x="1088449" y="1028972"/>
                </a:lnTo>
                <a:lnTo>
                  <a:pt x="1087615" y="1028489"/>
                </a:lnTo>
                <a:lnTo>
                  <a:pt x="1086761" y="1028034"/>
                </a:lnTo>
                <a:lnTo>
                  <a:pt x="1085887" y="1027606"/>
                </a:lnTo>
                <a:lnTo>
                  <a:pt x="1084993" y="1027206"/>
                </a:lnTo>
                <a:lnTo>
                  <a:pt x="1084078" y="1026834"/>
                </a:lnTo>
                <a:lnTo>
                  <a:pt x="1083145" y="1026489"/>
                </a:lnTo>
                <a:lnTo>
                  <a:pt x="1082191" y="1026172"/>
                </a:lnTo>
                <a:lnTo>
                  <a:pt x="1081217" y="1025882"/>
                </a:lnTo>
                <a:lnTo>
                  <a:pt x="1080223" y="1025620"/>
                </a:lnTo>
                <a:lnTo>
                  <a:pt x="1079209" y="1025385"/>
                </a:lnTo>
                <a:lnTo>
                  <a:pt x="1078175" y="1025178"/>
                </a:lnTo>
                <a:lnTo>
                  <a:pt x="1077121" y="1024999"/>
                </a:lnTo>
                <a:lnTo>
                  <a:pt x="1076048" y="1024847"/>
                </a:lnTo>
                <a:lnTo>
                  <a:pt x="1074954" y="1024723"/>
                </a:lnTo>
                <a:lnTo>
                  <a:pt x="1073841" y="1024627"/>
                </a:lnTo>
                <a:lnTo>
                  <a:pt x="1072707" y="1024558"/>
                </a:lnTo>
                <a:lnTo>
                  <a:pt x="1071553" y="1024516"/>
                </a:lnTo>
                <a:lnTo>
                  <a:pt x="1070380" y="1024502"/>
                </a:lnTo>
                <a:lnTo>
                  <a:pt x="1069664" y="1024508"/>
                </a:lnTo>
                <a:lnTo>
                  <a:pt x="1068953" y="1024526"/>
                </a:lnTo>
                <a:lnTo>
                  <a:pt x="1068248" y="1024555"/>
                </a:lnTo>
                <a:lnTo>
                  <a:pt x="1067548" y="1024596"/>
                </a:lnTo>
                <a:lnTo>
                  <a:pt x="1066853" y="1024649"/>
                </a:lnTo>
                <a:lnTo>
                  <a:pt x="1066164" y="1024714"/>
                </a:lnTo>
                <a:lnTo>
                  <a:pt x="1065480" y="1024790"/>
                </a:lnTo>
                <a:lnTo>
                  <a:pt x="1064801" y="1024878"/>
                </a:lnTo>
                <a:lnTo>
                  <a:pt x="1064127" y="1024978"/>
                </a:lnTo>
                <a:lnTo>
                  <a:pt x="1063459" y="1025089"/>
                </a:lnTo>
                <a:lnTo>
                  <a:pt x="1062796" y="1025213"/>
                </a:lnTo>
                <a:lnTo>
                  <a:pt x="1062138" y="1025348"/>
                </a:lnTo>
                <a:lnTo>
                  <a:pt x="1061485" y="1025494"/>
                </a:lnTo>
                <a:lnTo>
                  <a:pt x="1060838" y="1025653"/>
                </a:lnTo>
                <a:lnTo>
                  <a:pt x="1060196" y="1025823"/>
                </a:lnTo>
                <a:lnTo>
                  <a:pt x="1059560" y="1026005"/>
                </a:lnTo>
                <a:lnTo>
                  <a:pt x="1058928" y="1026199"/>
                </a:lnTo>
                <a:lnTo>
                  <a:pt x="1058302" y="1026404"/>
                </a:lnTo>
                <a:lnTo>
                  <a:pt x="1057681" y="1026622"/>
                </a:lnTo>
                <a:lnTo>
                  <a:pt x="1057066" y="1026850"/>
                </a:lnTo>
                <a:lnTo>
                  <a:pt x="1056456" y="1027091"/>
                </a:lnTo>
                <a:lnTo>
                  <a:pt x="1055851" y="1027344"/>
                </a:lnTo>
                <a:lnTo>
                  <a:pt x="1055251" y="1027608"/>
                </a:lnTo>
                <a:lnTo>
                  <a:pt x="1054657" y="1027884"/>
                </a:lnTo>
                <a:lnTo>
                  <a:pt x="1054071" y="1028172"/>
                </a:lnTo>
                <a:lnTo>
                  <a:pt x="1053496" y="1028474"/>
                </a:lnTo>
                <a:lnTo>
                  <a:pt x="1052932" y="1028790"/>
                </a:lnTo>
                <a:lnTo>
                  <a:pt x="1052379" y="1029119"/>
                </a:lnTo>
                <a:lnTo>
                  <a:pt x="1051837" y="1029461"/>
                </a:lnTo>
                <a:lnTo>
                  <a:pt x="1051307" y="1029817"/>
                </a:lnTo>
                <a:lnTo>
                  <a:pt x="1050788" y="1030187"/>
                </a:lnTo>
                <a:lnTo>
                  <a:pt x="1050280" y="1030570"/>
                </a:lnTo>
                <a:lnTo>
                  <a:pt x="1049783" y="1030966"/>
                </a:lnTo>
                <a:lnTo>
                  <a:pt x="1049297" y="1031376"/>
                </a:lnTo>
                <a:lnTo>
                  <a:pt x="1048822" y="1031800"/>
                </a:lnTo>
                <a:lnTo>
                  <a:pt x="1048359" y="1032237"/>
                </a:lnTo>
                <a:lnTo>
                  <a:pt x="1047907" y="1032688"/>
                </a:lnTo>
                <a:lnTo>
                  <a:pt x="1047465" y="1033152"/>
                </a:lnTo>
                <a:lnTo>
                  <a:pt x="1047035" y="1033629"/>
                </a:lnTo>
                <a:lnTo>
                  <a:pt x="1046617" y="1034120"/>
                </a:lnTo>
                <a:lnTo>
                  <a:pt x="1046209" y="1034625"/>
                </a:lnTo>
                <a:lnTo>
                  <a:pt x="1045812" y="1035143"/>
                </a:lnTo>
                <a:lnTo>
                  <a:pt x="1045427" y="1035674"/>
                </a:lnTo>
                <a:lnTo>
                  <a:pt x="1045053" y="1036220"/>
                </a:lnTo>
                <a:lnTo>
                  <a:pt x="1044690" y="1036778"/>
                </a:lnTo>
                <a:lnTo>
                  <a:pt x="1044338" y="1037350"/>
                </a:lnTo>
                <a:lnTo>
                  <a:pt x="1043997" y="1037936"/>
                </a:lnTo>
                <a:lnTo>
                  <a:pt x="1043667" y="1038535"/>
                </a:lnTo>
                <a:lnTo>
                  <a:pt x="1041977" y="1026193"/>
                </a:lnTo>
                <a:lnTo>
                  <a:pt x="1028282" y="1026193"/>
                </a:lnTo>
                <a:lnTo>
                  <a:pt x="1028282" y="1112586"/>
                </a:lnTo>
                <a:lnTo>
                  <a:pt x="1045189" y="1112586"/>
                </a:lnTo>
                <a:lnTo>
                  <a:pt x="1045189" y="1061866"/>
                </a:lnTo>
                <a:lnTo>
                  <a:pt x="1045193" y="1061277"/>
                </a:lnTo>
                <a:lnTo>
                  <a:pt x="1045207" y="1060694"/>
                </a:lnTo>
                <a:lnTo>
                  <a:pt x="1045229" y="1060117"/>
                </a:lnTo>
                <a:lnTo>
                  <a:pt x="1045259" y="1059546"/>
                </a:lnTo>
                <a:close/>
                <a:moveTo>
                  <a:pt x="1131178" y="1112586"/>
                </a:moveTo>
                <a:lnTo>
                  <a:pt x="1162117" y="1112586"/>
                </a:lnTo>
                <a:lnTo>
                  <a:pt x="1179024" y="1112586"/>
                </a:lnTo>
                <a:lnTo>
                  <a:pt x="1208273" y="1112586"/>
                </a:lnTo>
                <a:lnTo>
                  <a:pt x="1208273" y="1099568"/>
                </a:lnTo>
                <a:lnTo>
                  <a:pt x="1179024" y="1099568"/>
                </a:lnTo>
                <a:lnTo>
                  <a:pt x="1179024" y="1026193"/>
                </a:lnTo>
                <a:lnTo>
                  <a:pt x="1131178" y="1026193"/>
                </a:lnTo>
                <a:lnTo>
                  <a:pt x="1131178" y="1039380"/>
                </a:lnTo>
                <a:lnTo>
                  <a:pt x="1162117" y="1039380"/>
                </a:lnTo>
                <a:lnTo>
                  <a:pt x="1162117" y="1099568"/>
                </a:lnTo>
                <a:lnTo>
                  <a:pt x="1131178" y="1099568"/>
                </a:lnTo>
                <a:lnTo>
                  <a:pt x="1131178" y="1112586"/>
                </a:lnTo>
                <a:close/>
                <a:moveTo>
                  <a:pt x="819447" y="1122223"/>
                </a:moveTo>
                <a:lnTo>
                  <a:pt x="819447" y="1134396"/>
                </a:lnTo>
                <a:lnTo>
                  <a:pt x="903981" y="1134396"/>
                </a:lnTo>
                <a:lnTo>
                  <a:pt x="903981" y="1122223"/>
                </a:lnTo>
                <a:lnTo>
                  <a:pt x="819447" y="1122223"/>
                </a:lnTo>
                <a:close/>
                <a:moveTo>
                  <a:pt x="987434" y="2242364"/>
                </a:moveTo>
                <a:lnTo>
                  <a:pt x="954128" y="2242364"/>
                </a:lnTo>
                <a:lnTo>
                  <a:pt x="954128" y="2385564"/>
                </a:lnTo>
                <a:lnTo>
                  <a:pt x="987434" y="2385564"/>
                </a:lnTo>
                <a:lnTo>
                  <a:pt x="987434" y="2376603"/>
                </a:lnTo>
                <a:lnTo>
                  <a:pt x="968498" y="2376603"/>
                </a:lnTo>
                <a:lnTo>
                  <a:pt x="968498" y="2251324"/>
                </a:lnTo>
                <a:lnTo>
                  <a:pt x="987434" y="2251324"/>
                </a:lnTo>
                <a:lnTo>
                  <a:pt x="987434" y="2242364"/>
                </a:lnTo>
                <a:close/>
                <a:moveTo>
                  <a:pt x="765955" y="2359790"/>
                </a:moveTo>
                <a:lnTo>
                  <a:pt x="766877" y="2359715"/>
                </a:lnTo>
                <a:lnTo>
                  <a:pt x="767787" y="2359631"/>
                </a:lnTo>
                <a:lnTo>
                  <a:pt x="768684" y="2359536"/>
                </a:lnTo>
                <a:lnTo>
                  <a:pt x="769569" y="2359431"/>
                </a:lnTo>
                <a:lnTo>
                  <a:pt x="770442" y="2359316"/>
                </a:lnTo>
                <a:lnTo>
                  <a:pt x="771302" y="2359192"/>
                </a:lnTo>
                <a:lnTo>
                  <a:pt x="772150" y="2359057"/>
                </a:lnTo>
                <a:lnTo>
                  <a:pt x="772986" y="2358912"/>
                </a:lnTo>
                <a:lnTo>
                  <a:pt x="773809" y="2358757"/>
                </a:lnTo>
                <a:lnTo>
                  <a:pt x="774620" y="2358593"/>
                </a:lnTo>
                <a:lnTo>
                  <a:pt x="775419" y="2358418"/>
                </a:lnTo>
                <a:lnTo>
                  <a:pt x="776205" y="2358233"/>
                </a:lnTo>
                <a:lnTo>
                  <a:pt x="776979" y="2358039"/>
                </a:lnTo>
                <a:lnTo>
                  <a:pt x="777741" y="2357834"/>
                </a:lnTo>
                <a:lnTo>
                  <a:pt x="778490" y="2357620"/>
                </a:lnTo>
                <a:lnTo>
                  <a:pt x="779227" y="2357395"/>
                </a:lnTo>
                <a:lnTo>
                  <a:pt x="779952" y="2357161"/>
                </a:lnTo>
                <a:lnTo>
                  <a:pt x="780677" y="2356916"/>
                </a:lnTo>
                <a:lnTo>
                  <a:pt x="781388" y="2356660"/>
                </a:lnTo>
                <a:lnTo>
                  <a:pt x="782084" y="2356395"/>
                </a:lnTo>
                <a:lnTo>
                  <a:pt x="782765" y="2356118"/>
                </a:lnTo>
                <a:lnTo>
                  <a:pt x="783431" y="2355831"/>
                </a:lnTo>
                <a:lnTo>
                  <a:pt x="784083" y="2355533"/>
                </a:lnTo>
                <a:lnTo>
                  <a:pt x="784720" y="2355225"/>
                </a:lnTo>
                <a:lnTo>
                  <a:pt x="785343" y="2354906"/>
                </a:lnTo>
                <a:lnTo>
                  <a:pt x="785951" y="2354577"/>
                </a:lnTo>
                <a:lnTo>
                  <a:pt x="786544" y="2354237"/>
                </a:lnTo>
                <a:lnTo>
                  <a:pt x="787123" y="2353887"/>
                </a:lnTo>
                <a:lnTo>
                  <a:pt x="787686" y="2353526"/>
                </a:lnTo>
                <a:lnTo>
                  <a:pt x="788236" y="2353154"/>
                </a:lnTo>
                <a:lnTo>
                  <a:pt x="788770" y="2352772"/>
                </a:lnTo>
                <a:lnTo>
                  <a:pt x="789290" y="2352379"/>
                </a:lnTo>
                <a:lnTo>
                  <a:pt x="789795" y="2351976"/>
                </a:lnTo>
                <a:lnTo>
                  <a:pt x="790286" y="2351562"/>
                </a:lnTo>
                <a:lnTo>
                  <a:pt x="790761" y="2351138"/>
                </a:lnTo>
                <a:lnTo>
                  <a:pt x="791222" y="2350703"/>
                </a:lnTo>
                <a:lnTo>
                  <a:pt x="791669" y="2350257"/>
                </a:lnTo>
                <a:lnTo>
                  <a:pt x="792101" y="2349801"/>
                </a:lnTo>
                <a:lnTo>
                  <a:pt x="792518" y="2349334"/>
                </a:lnTo>
                <a:lnTo>
                  <a:pt x="792920" y="2348857"/>
                </a:lnTo>
                <a:lnTo>
                  <a:pt x="793308" y="2348369"/>
                </a:lnTo>
                <a:lnTo>
                  <a:pt x="793694" y="2347871"/>
                </a:lnTo>
                <a:lnTo>
                  <a:pt x="794064" y="2347362"/>
                </a:lnTo>
                <a:lnTo>
                  <a:pt x="794417" y="2346842"/>
                </a:lnTo>
                <a:lnTo>
                  <a:pt x="794754" y="2346312"/>
                </a:lnTo>
                <a:lnTo>
                  <a:pt x="795075" y="2345771"/>
                </a:lnTo>
                <a:lnTo>
                  <a:pt x="795379" y="2345220"/>
                </a:lnTo>
                <a:lnTo>
                  <a:pt x="795667" y="2344658"/>
                </a:lnTo>
                <a:lnTo>
                  <a:pt x="795938" y="2344086"/>
                </a:lnTo>
                <a:lnTo>
                  <a:pt x="796193" y="2343503"/>
                </a:lnTo>
                <a:lnTo>
                  <a:pt x="796431" y="2342910"/>
                </a:lnTo>
                <a:lnTo>
                  <a:pt x="796653" y="2342306"/>
                </a:lnTo>
                <a:lnTo>
                  <a:pt x="796858" y="2341691"/>
                </a:lnTo>
                <a:lnTo>
                  <a:pt x="797047" y="2341066"/>
                </a:lnTo>
                <a:lnTo>
                  <a:pt x="797220" y="2340430"/>
                </a:lnTo>
                <a:lnTo>
                  <a:pt x="797376" y="2339784"/>
                </a:lnTo>
                <a:lnTo>
                  <a:pt x="797516" y="2339127"/>
                </a:lnTo>
                <a:lnTo>
                  <a:pt x="797639" y="2338459"/>
                </a:lnTo>
                <a:lnTo>
                  <a:pt x="797746" y="2337781"/>
                </a:lnTo>
                <a:lnTo>
                  <a:pt x="797836" y="2337093"/>
                </a:lnTo>
                <a:lnTo>
                  <a:pt x="797910" y="2336394"/>
                </a:lnTo>
                <a:lnTo>
                  <a:pt x="797968" y="2335684"/>
                </a:lnTo>
                <a:lnTo>
                  <a:pt x="798009" y="2334964"/>
                </a:lnTo>
                <a:lnTo>
                  <a:pt x="798034" y="2334233"/>
                </a:lnTo>
                <a:lnTo>
                  <a:pt x="798042" y="2333491"/>
                </a:lnTo>
                <a:lnTo>
                  <a:pt x="798036" y="2332834"/>
                </a:lnTo>
                <a:lnTo>
                  <a:pt x="798019" y="2332188"/>
                </a:lnTo>
                <a:lnTo>
                  <a:pt x="797992" y="2331552"/>
                </a:lnTo>
                <a:lnTo>
                  <a:pt x="797953" y="2330927"/>
                </a:lnTo>
                <a:lnTo>
                  <a:pt x="797902" y="2330312"/>
                </a:lnTo>
                <a:lnTo>
                  <a:pt x="797841" y="2329708"/>
                </a:lnTo>
                <a:lnTo>
                  <a:pt x="797769" y="2329115"/>
                </a:lnTo>
                <a:lnTo>
                  <a:pt x="797685" y="2328532"/>
                </a:lnTo>
                <a:lnTo>
                  <a:pt x="797590" y="2327960"/>
                </a:lnTo>
                <a:lnTo>
                  <a:pt x="797484" y="2327398"/>
                </a:lnTo>
                <a:lnTo>
                  <a:pt x="797367" y="2326847"/>
                </a:lnTo>
                <a:lnTo>
                  <a:pt x="797239" y="2326306"/>
                </a:lnTo>
                <a:lnTo>
                  <a:pt x="797099" y="2325776"/>
                </a:lnTo>
                <a:lnTo>
                  <a:pt x="796949" y="2325256"/>
                </a:lnTo>
                <a:lnTo>
                  <a:pt x="796787" y="2324747"/>
                </a:lnTo>
                <a:lnTo>
                  <a:pt x="796614" y="2324249"/>
                </a:lnTo>
                <a:lnTo>
                  <a:pt x="796430" y="2323761"/>
                </a:lnTo>
                <a:lnTo>
                  <a:pt x="796235" y="2323284"/>
                </a:lnTo>
                <a:lnTo>
                  <a:pt x="796029" y="2322817"/>
                </a:lnTo>
                <a:lnTo>
                  <a:pt x="795811" y="2322361"/>
                </a:lnTo>
                <a:lnTo>
                  <a:pt x="795582" y="2321915"/>
                </a:lnTo>
                <a:lnTo>
                  <a:pt x="795343" y="2321480"/>
                </a:lnTo>
                <a:lnTo>
                  <a:pt x="795092" y="2321056"/>
                </a:lnTo>
                <a:lnTo>
                  <a:pt x="794829" y="2320642"/>
                </a:lnTo>
                <a:lnTo>
                  <a:pt x="794555" y="2320223"/>
                </a:lnTo>
                <a:lnTo>
                  <a:pt x="794266" y="2319810"/>
                </a:lnTo>
                <a:lnTo>
                  <a:pt x="793963" y="2319403"/>
                </a:lnTo>
                <a:lnTo>
                  <a:pt x="793646" y="2319003"/>
                </a:lnTo>
                <a:lnTo>
                  <a:pt x="793315" y="2318610"/>
                </a:lnTo>
                <a:lnTo>
                  <a:pt x="792970" y="2318222"/>
                </a:lnTo>
                <a:lnTo>
                  <a:pt x="792611" y="2317842"/>
                </a:lnTo>
                <a:lnTo>
                  <a:pt x="792237" y="2317467"/>
                </a:lnTo>
                <a:lnTo>
                  <a:pt x="791850" y="2317100"/>
                </a:lnTo>
                <a:lnTo>
                  <a:pt x="791448" y="2316738"/>
                </a:lnTo>
                <a:lnTo>
                  <a:pt x="791033" y="2316383"/>
                </a:lnTo>
                <a:lnTo>
                  <a:pt x="790603" y="2316035"/>
                </a:lnTo>
                <a:lnTo>
                  <a:pt x="790159" y="2315693"/>
                </a:lnTo>
                <a:lnTo>
                  <a:pt x="789701" y="2315358"/>
                </a:lnTo>
                <a:lnTo>
                  <a:pt x="789229" y="2315029"/>
                </a:lnTo>
                <a:lnTo>
                  <a:pt x="788743" y="2314706"/>
                </a:lnTo>
                <a:lnTo>
                  <a:pt x="788243" y="2314390"/>
                </a:lnTo>
                <a:lnTo>
                  <a:pt x="787729" y="2314080"/>
                </a:lnTo>
                <a:lnTo>
                  <a:pt x="787200" y="2313777"/>
                </a:lnTo>
                <a:lnTo>
                  <a:pt x="786658" y="2313480"/>
                </a:lnTo>
                <a:lnTo>
                  <a:pt x="786102" y="2313190"/>
                </a:lnTo>
                <a:lnTo>
                  <a:pt x="785531" y="2312906"/>
                </a:lnTo>
                <a:lnTo>
                  <a:pt x="784946" y="2312629"/>
                </a:lnTo>
                <a:lnTo>
                  <a:pt x="784347" y="2312358"/>
                </a:lnTo>
                <a:lnTo>
                  <a:pt x="783747" y="2312092"/>
                </a:lnTo>
                <a:lnTo>
                  <a:pt x="783128" y="2311830"/>
                </a:lnTo>
                <a:lnTo>
                  <a:pt x="782490" y="2311571"/>
                </a:lnTo>
                <a:lnTo>
                  <a:pt x="781835" y="2311315"/>
                </a:lnTo>
                <a:lnTo>
                  <a:pt x="781161" y="2311063"/>
                </a:lnTo>
                <a:lnTo>
                  <a:pt x="780469" y="2310815"/>
                </a:lnTo>
                <a:lnTo>
                  <a:pt x="779759" y="2310570"/>
                </a:lnTo>
                <a:lnTo>
                  <a:pt x="779031" y="2310329"/>
                </a:lnTo>
                <a:lnTo>
                  <a:pt x="778285" y="2310091"/>
                </a:lnTo>
                <a:lnTo>
                  <a:pt x="777520" y="2309857"/>
                </a:lnTo>
                <a:lnTo>
                  <a:pt x="776737" y="2309626"/>
                </a:lnTo>
                <a:lnTo>
                  <a:pt x="775936" y="2309399"/>
                </a:lnTo>
                <a:lnTo>
                  <a:pt x="775117" y="2309176"/>
                </a:lnTo>
                <a:lnTo>
                  <a:pt x="774280" y="2308955"/>
                </a:lnTo>
                <a:lnTo>
                  <a:pt x="773424" y="2308739"/>
                </a:lnTo>
                <a:lnTo>
                  <a:pt x="772550" y="2308526"/>
                </a:lnTo>
                <a:lnTo>
                  <a:pt x="771658" y="2308316"/>
                </a:lnTo>
                <a:lnTo>
                  <a:pt x="770748" y="2308110"/>
                </a:lnTo>
                <a:lnTo>
                  <a:pt x="769820" y="2307908"/>
                </a:lnTo>
                <a:lnTo>
                  <a:pt x="768873" y="2307709"/>
                </a:lnTo>
                <a:lnTo>
                  <a:pt x="767908" y="2307513"/>
                </a:lnTo>
                <a:lnTo>
                  <a:pt x="766925" y="2307321"/>
                </a:lnTo>
                <a:lnTo>
                  <a:pt x="765924" y="2307133"/>
                </a:lnTo>
                <a:lnTo>
                  <a:pt x="764905" y="2306948"/>
                </a:lnTo>
                <a:lnTo>
                  <a:pt x="764081" y="2306793"/>
                </a:lnTo>
                <a:lnTo>
                  <a:pt x="763274" y="2306639"/>
                </a:lnTo>
                <a:lnTo>
                  <a:pt x="762482" y="2306485"/>
                </a:lnTo>
                <a:lnTo>
                  <a:pt x="761706" y="2306333"/>
                </a:lnTo>
                <a:lnTo>
                  <a:pt x="760947" y="2306180"/>
                </a:lnTo>
                <a:lnTo>
                  <a:pt x="760203" y="2306028"/>
                </a:lnTo>
                <a:lnTo>
                  <a:pt x="759474" y="2305877"/>
                </a:lnTo>
                <a:lnTo>
                  <a:pt x="758762" y="2305727"/>
                </a:lnTo>
                <a:lnTo>
                  <a:pt x="758065" y="2305577"/>
                </a:lnTo>
                <a:lnTo>
                  <a:pt x="757385" y="2305427"/>
                </a:lnTo>
                <a:lnTo>
                  <a:pt x="756720" y="2305279"/>
                </a:lnTo>
                <a:lnTo>
                  <a:pt x="756071" y="2305130"/>
                </a:lnTo>
                <a:lnTo>
                  <a:pt x="755438" y="2304983"/>
                </a:lnTo>
                <a:lnTo>
                  <a:pt x="754821" y="2304836"/>
                </a:lnTo>
                <a:lnTo>
                  <a:pt x="754219" y="2304689"/>
                </a:lnTo>
                <a:lnTo>
                  <a:pt x="753634" y="2304543"/>
                </a:lnTo>
                <a:lnTo>
                  <a:pt x="753064" y="2304398"/>
                </a:lnTo>
                <a:lnTo>
                  <a:pt x="752510" y="2304253"/>
                </a:lnTo>
                <a:lnTo>
                  <a:pt x="751972" y="2304109"/>
                </a:lnTo>
                <a:lnTo>
                  <a:pt x="751450" y="2303966"/>
                </a:lnTo>
                <a:lnTo>
                  <a:pt x="750943" y="2303823"/>
                </a:lnTo>
                <a:lnTo>
                  <a:pt x="750453" y="2303680"/>
                </a:lnTo>
                <a:lnTo>
                  <a:pt x="749978" y="2303539"/>
                </a:lnTo>
                <a:lnTo>
                  <a:pt x="749520" y="2303397"/>
                </a:lnTo>
                <a:lnTo>
                  <a:pt x="749088" y="2303256"/>
                </a:lnTo>
                <a:lnTo>
                  <a:pt x="748668" y="2303113"/>
                </a:lnTo>
                <a:lnTo>
                  <a:pt x="748259" y="2302969"/>
                </a:lnTo>
                <a:lnTo>
                  <a:pt x="747862" y="2302824"/>
                </a:lnTo>
                <a:lnTo>
                  <a:pt x="747475" y="2302678"/>
                </a:lnTo>
                <a:lnTo>
                  <a:pt x="747100" y="2302531"/>
                </a:lnTo>
                <a:lnTo>
                  <a:pt x="746736" y="2302382"/>
                </a:lnTo>
                <a:lnTo>
                  <a:pt x="746382" y="2302233"/>
                </a:lnTo>
                <a:lnTo>
                  <a:pt x="746040" y="2302082"/>
                </a:lnTo>
                <a:lnTo>
                  <a:pt x="745710" y="2301930"/>
                </a:lnTo>
                <a:lnTo>
                  <a:pt x="745390" y="2301777"/>
                </a:lnTo>
                <a:lnTo>
                  <a:pt x="745082" y="2301622"/>
                </a:lnTo>
                <a:lnTo>
                  <a:pt x="744784" y="2301467"/>
                </a:lnTo>
                <a:lnTo>
                  <a:pt x="744498" y="2301310"/>
                </a:lnTo>
                <a:lnTo>
                  <a:pt x="744223" y="2301152"/>
                </a:lnTo>
                <a:lnTo>
                  <a:pt x="743959" y="2300993"/>
                </a:lnTo>
                <a:lnTo>
                  <a:pt x="743706" y="2300833"/>
                </a:lnTo>
                <a:lnTo>
                  <a:pt x="743465" y="2300671"/>
                </a:lnTo>
                <a:lnTo>
                  <a:pt x="743234" y="2300509"/>
                </a:lnTo>
                <a:lnTo>
                  <a:pt x="743015" y="2300345"/>
                </a:lnTo>
                <a:lnTo>
                  <a:pt x="742807" y="2300180"/>
                </a:lnTo>
                <a:lnTo>
                  <a:pt x="742610" y="2300014"/>
                </a:lnTo>
                <a:lnTo>
                  <a:pt x="742424" y="2299846"/>
                </a:lnTo>
                <a:lnTo>
                  <a:pt x="742250" y="2299678"/>
                </a:lnTo>
                <a:lnTo>
                  <a:pt x="742084" y="2299493"/>
                </a:lnTo>
                <a:lnTo>
                  <a:pt x="741926" y="2299305"/>
                </a:lnTo>
                <a:lnTo>
                  <a:pt x="741774" y="2299113"/>
                </a:lnTo>
                <a:lnTo>
                  <a:pt x="741630" y="2298917"/>
                </a:lnTo>
                <a:lnTo>
                  <a:pt x="741492" y="2298718"/>
                </a:lnTo>
                <a:lnTo>
                  <a:pt x="741362" y="2298516"/>
                </a:lnTo>
                <a:lnTo>
                  <a:pt x="741239" y="2298310"/>
                </a:lnTo>
                <a:lnTo>
                  <a:pt x="741123" y="2298100"/>
                </a:lnTo>
                <a:lnTo>
                  <a:pt x="741013" y="2297887"/>
                </a:lnTo>
                <a:lnTo>
                  <a:pt x="740911" y="2297670"/>
                </a:lnTo>
                <a:lnTo>
                  <a:pt x="740816" y="2297450"/>
                </a:lnTo>
                <a:lnTo>
                  <a:pt x="740728" y="2297226"/>
                </a:lnTo>
                <a:lnTo>
                  <a:pt x="740647" y="2296999"/>
                </a:lnTo>
                <a:lnTo>
                  <a:pt x="740573" y="2296769"/>
                </a:lnTo>
                <a:lnTo>
                  <a:pt x="740506" y="2296534"/>
                </a:lnTo>
                <a:lnTo>
                  <a:pt x="740446" y="2296297"/>
                </a:lnTo>
                <a:lnTo>
                  <a:pt x="740393" y="2296055"/>
                </a:lnTo>
                <a:lnTo>
                  <a:pt x="740348" y="2295811"/>
                </a:lnTo>
                <a:lnTo>
                  <a:pt x="740309" y="2295562"/>
                </a:lnTo>
                <a:lnTo>
                  <a:pt x="740277" y="2295310"/>
                </a:lnTo>
                <a:lnTo>
                  <a:pt x="740253" y="2295055"/>
                </a:lnTo>
                <a:lnTo>
                  <a:pt x="740235" y="2294796"/>
                </a:lnTo>
                <a:lnTo>
                  <a:pt x="740224" y="2294534"/>
                </a:lnTo>
                <a:lnTo>
                  <a:pt x="740221" y="2294268"/>
                </a:lnTo>
                <a:lnTo>
                  <a:pt x="740255" y="2293275"/>
                </a:lnTo>
                <a:lnTo>
                  <a:pt x="740357" y="2292324"/>
                </a:lnTo>
                <a:lnTo>
                  <a:pt x="740527" y="2291415"/>
                </a:lnTo>
                <a:lnTo>
                  <a:pt x="740766" y="2290548"/>
                </a:lnTo>
                <a:lnTo>
                  <a:pt x="741072" y="2289724"/>
                </a:lnTo>
                <a:lnTo>
                  <a:pt x="741447" y="2288942"/>
                </a:lnTo>
                <a:lnTo>
                  <a:pt x="741889" y="2288202"/>
                </a:lnTo>
                <a:lnTo>
                  <a:pt x="742400" y="2287505"/>
                </a:lnTo>
                <a:lnTo>
                  <a:pt x="742979" y="2286850"/>
                </a:lnTo>
                <a:lnTo>
                  <a:pt x="743626" y="2286237"/>
                </a:lnTo>
                <a:lnTo>
                  <a:pt x="744341" y="2285666"/>
                </a:lnTo>
                <a:lnTo>
                  <a:pt x="745124" y="2285138"/>
                </a:lnTo>
                <a:lnTo>
                  <a:pt x="745975" y="2284652"/>
                </a:lnTo>
                <a:lnTo>
                  <a:pt x="746894" y="2284208"/>
                </a:lnTo>
                <a:lnTo>
                  <a:pt x="747882" y="2283807"/>
                </a:lnTo>
                <a:lnTo>
                  <a:pt x="748937" y="2283447"/>
                </a:lnTo>
                <a:lnTo>
                  <a:pt x="750061" y="2283130"/>
                </a:lnTo>
                <a:lnTo>
                  <a:pt x="751253" y="2282856"/>
                </a:lnTo>
                <a:lnTo>
                  <a:pt x="752512" y="2282623"/>
                </a:lnTo>
                <a:lnTo>
                  <a:pt x="753840" y="2282433"/>
                </a:lnTo>
                <a:lnTo>
                  <a:pt x="755236" y="2282285"/>
                </a:lnTo>
                <a:lnTo>
                  <a:pt x="756700" y="2282179"/>
                </a:lnTo>
                <a:lnTo>
                  <a:pt x="758232" y="2282116"/>
                </a:lnTo>
                <a:lnTo>
                  <a:pt x="759833" y="2282095"/>
                </a:lnTo>
                <a:lnTo>
                  <a:pt x="760296" y="2282097"/>
                </a:lnTo>
                <a:lnTo>
                  <a:pt x="760755" y="2282103"/>
                </a:lnTo>
                <a:lnTo>
                  <a:pt x="761212" y="2282113"/>
                </a:lnTo>
                <a:lnTo>
                  <a:pt x="761664" y="2282128"/>
                </a:lnTo>
                <a:lnTo>
                  <a:pt x="762113" y="2282146"/>
                </a:lnTo>
                <a:lnTo>
                  <a:pt x="762559" y="2282169"/>
                </a:lnTo>
                <a:lnTo>
                  <a:pt x="763001" y="2282196"/>
                </a:lnTo>
                <a:lnTo>
                  <a:pt x="763439" y="2282226"/>
                </a:lnTo>
                <a:lnTo>
                  <a:pt x="763874" y="2282261"/>
                </a:lnTo>
                <a:lnTo>
                  <a:pt x="764306" y="2282300"/>
                </a:lnTo>
                <a:lnTo>
                  <a:pt x="764734" y="2282343"/>
                </a:lnTo>
                <a:lnTo>
                  <a:pt x="765158" y="2282391"/>
                </a:lnTo>
                <a:lnTo>
                  <a:pt x="765579" y="2282442"/>
                </a:lnTo>
                <a:lnTo>
                  <a:pt x="765997" y="2282498"/>
                </a:lnTo>
                <a:lnTo>
                  <a:pt x="766410" y="2282557"/>
                </a:lnTo>
                <a:lnTo>
                  <a:pt x="766821" y="2282621"/>
                </a:lnTo>
                <a:lnTo>
                  <a:pt x="767228" y="2282689"/>
                </a:lnTo>
                <a:lnTo>
                  <a:pt x="767631" y="2282761"/>
                </a:lnTo>
                <a:lnTo>
                  <a:pt x="768031" y="2282837"/>
                </a:lnTo>
                <a:lnTo>
                  <a:pt x="768427" y="2282917"/>
                </a:lnTo>
                <a:lnTo>
                  <a:pt x="768820" y="2283001"/>
                </a:lnTo>
                <a:lnTo>
                  <a:pt x="769209" y="2283089"/>
                </a:lnTo>
                <a:lnTo>
                  <a:pt x="769595" y="2283182"/>
                </a:lnTo>
                <a:lnTo>
                  <a:pt x="769977" y="2283278"/>
                </a:lnTo>
                <a:lnTo>
                  <a:pt x="770368" y="2283367"/>
                </a:lnTo>
                <a:lnTo>
                  <a:pt x="770752" y="2283463"/>
                </a:lnTo>
                <a:lnTo>
                  <a:pt x="771128" y="2283566"/>
                </a:lnTo>
                <a:lnTo>
                  <a:pt x="771498" y="2283678"/>
                </a:lnTo>
                <a:lnTo>
                  <a:pt x="771861" y="2283796"/>
                </a:lnTo>
                <a:lnTo>
                  <a:pt x="772217" y="2283923"/>
                </a:lnTo>
                <a:lnTo>
                  <a:pt x="772566" y="2284057"/>
                </a:lnTo>
                <a:lnTo>
                  <a:pt x="772907" y="2284199"/>
                </a:lnTo>
                <a:lnTo>
                  <a:pt x="773242" y="2284348"/>
                </a:lnTo>
                <a:lnTo>
                  <a:pt x="773569" y="2284505"/>
                </a:lnTo>
                <a:lnTo>
                  <a:pt x="773890" y="2284670"/>
                </a:lnTo>
                <a:lnTo>
                  <a:pt x="774203" y="2284842"/>
                </a:lnTo>
                <a:lnTo>
                  <a:pt x="774510" y="2285022"/>
                </a:lnTo>
                <a:lnTo>
                  <a:pt x="774809" y="2285210"/>
                </a:lnTo>
                <a:lnTo>
                  <a:pt x="775102" y="2285405"/>
                </a:lnTo>
                <a:lnTo>
                  <a:pt x="775387" y="2285608"/>
                </a:lnTo>
                <a:lnTo>
                  <a:pt x="775665" y="2285818"/>
                </a:lnTo>
                <a:lnTo>
                  <a:pt x="775936" y="2286036"/>
                </a:lnTo>
                <a:lnTo>
                  <a:pt x="776200" y="2286262"/>
                </a:lnTo>
                <a:lnTo>
                  <a:pt x="776458" y="2286495"/>
                </a:lnTo>
                <a:lnTo>
                  <a:pt x="776708" y="2286736"/>
                </a:lnTo>
                <a:lnTo>
                  <a:pt x="776951" y="2286985"/>
                </a:lnTo>
                <a:lnTo>
                  <a:pt x="777187" y="2287241"/>
                </a:lnTo>
                <a:lnTo>
                  <a:pt x="777416" y="2287505"/>
                </a:lnTo>
                <a:lnTo>
                  <a:pt x="777650" y="2287764"/>
                </a:lnTo>
                <a:lnTo>
                  <a:pt x="777875" y="2288033"/>
                </a:lnTo>
                <a:lnTo>
                  <a:pt x="778089" y="2288313"/>
                </a:lnTo>
                <a:lnTo>
                  <a:pt x="778294" y="2288604"/>
                </a:lnTo>
                <a:lnTo>
                  <a:pt x="778488" y="2288905"/>
                </a:lnTo>
                <a:lnTo>
                  <a:pt x="778673" y="2289217"/>
                </a:lnTo>
                <a:lnTo>
                  <a:pt x="778848" y="2289539"/>
                </a:lnTo>
                <a:lnTo>
                  <a:pt x="779012" y="2289872"/>
                </a:lnTo>
                <a:lnTo>
                  <a:pt x="779167" y="2290215"/>
                </a:lnTo>
                <a:lnTo>
                  <a:pt x="779312" y="2290569"/>
                </a:lnTo>
                <a:lnTo>
                  <a:pt x="779447" y="2290934"/>
                </a:lnTo>
                <a:lnTo>
                  <a:pt x="779571" y="2291309"/>
                </a:lnTo>
                <a:lnTo>
                  <a:pt x="779686" y="2291695"/>
                </a:lnTo>
                <a:lnTo>
                  <a:pt x="779791" y="2292091"/>
                </a:lnTo>
                <a:lnTo>
                  <a:pt x="779886" y="2292498"/>
                </a:lnTo>
                <a:lnTo>
                  <a:pt x="779970" y="2292915"/>
                </a:lnTo>
                <a:lnTo>
                  <a:pt x="780045" y="2293343"/>
                </a:lnTo>
                <a:lnTo>
                  <a:pt x="780110" y="2293782"/>
                </a:lnTo>
                <a:lnTo>
                  <a:pt x="780165" y="2294231"/>
                </a:lnTo>
                <a:lnTo>
                  <a:pt x="780210" y="2294690"/>
                </a:lnTo>
                <a:lnTo>
                  <a:pt x="780245" y="2295161"/>
                </a:lnTo>
                <a:lnTo>
                  <a:pt x="780270" y="2295641"/>
                </a:lnTo>
                <a:lnTo>
                  <a:pt x="780285" y="2296133"/>
                </a:lnTo>
                <a:lnTo>
                  <a:pt x="780290" y="2296635"/>
                </a:lnTo>
                <a:lnTo>
                  <a:pt x="794999" y="2296635"/>
                </a:lnTo>
                <a:lnTo>
                  <a:pt x="795026" y="2296537"/>
                </a:lnTo>
                <a:lnTo>
                  <a:pt x="795053" y="2296441"/>
                </a:lnTo>
                <a:lnTo>
                  <a:pt x="795078" y="2296347"/>
                </a:lnTo>
                <a:lnTo>
                  <a:pt x="795102" y="2296254"/>
                </a:lnTo>
                <a:lnTo>
                  <a:pt x="795125" y="2296164"/>
                </a:lnTo>
                <a:lnTo>
                  <a:pt x="795147" y="2296075"/>
                </a:lnTo>
                <a:lnTo>
                  <a:pt x="795167" y="2295987"/>
                </a:lnTo>
                <a:lnTo>
                  <a:pt x="795187" y="2295902"/>
                </a:lnTo>
                <a:lnTo>
                  <a:pt x="795205" y="2295818"/>
                </a:lnTo>
                <a:lnTo>
                  <a:pt x="795222" y="2295736"/>
                </a:lnTo>
                <a:lnTo>
                  <a:pt x="795238" y="2295656"/>
                </a:lnTo>
                <a:lnTo>
                  <a:pt x="795252" y="2295578"/>
                </a:lnTo>
                <a:lnTo>
                  <a:pt x="795266" y="2295501"/>
                </a:lnTo>
                <a:lnTo>
                  <a:pt x="795278" y="2295427"/>
                </a:lnTo>
                <a:lnTo>
                  <a:pt x="795289" y="2295353"/>
                </a:lnTo>
                <a:lnTo>
                  <a:pt x="795299" y="2295282"/>
                </a:lnTo>
                <a:lnTo>
                  <a:pt x="795308" y="2295213"/>
                </a:lnTo>
                <a:lnTo>
                  <a:pt x="795316" y="2295145"/>
                </a:lnTo>
                <a:lnTo>
                  <a:pt x="795322" y="2295079"/>
                </a:lnTo>
                <a:lnTo>
                  <a:pt x="795327" y="2295014"/>
                </a:lnTo>
                <a:lnTo>
                  <a:pt x="795332" y="2294952"/>
                </a:lnTo>
                <a:lnTo>
                  <a:pt x="795334" y="2294891"/>
                </a:lnTo>
                <a:lnTo>
                  <a:pt x="795336" y="2294832"/>
                </a:lnTo>
                <a:lnTo>
                  <a:pt x="795337" y="2294775"/>
                </a:lnTo>
                <a:lnTo>
                  <a:pt x="795337" y="2294719"/>
                </a:lnTo>
                <a:lnTo>
                  <a:pt x="795337" y="2294663"/>
                </a:lnTo>
                <a:lnTo>
                  <a:pt x="795337" y="2294608"/>
                </a:lnTo>
                <a:lnTo>
                  <a:pt x="795337" y="2294554"/>
                </a:lnTo>
                <a:lnTo>
                  <a:pt x="795337" y="2294500"/>
                </a:lnTo>
                <a:lnTo>
                  <a:pt x="795337" y="2294447"/>
                </a:lnTo>
                <a:lnTo>
                  <a:pt x="795337" y="2294395"/>
                </a:lnTo>
                <a:lnTo>
                  <a:pt x="795337" y="2294343"/>
                </a:lnTo>
                <a:lnTo>
                  <a:pt x="795337" y="2294291"/>
                </a:lnTo>
                <a:lnTo>
                  <a:pt x="795337" y="2294241"/>
                </a:lnTo>
                <a:lnTo>
                  <a:pt x="795337" y="2294190"/>
                </a:lnTo>
                <a:lnTo>
                  <a:pt x="795337" y="2294141"/>
                </a:lnTo>
                <a:lnTo>
                  <a:pt x="795337" y="2294092"/>
                </a:lnTo>
                <a:lnTo>
                  <a:pt x="795337" y="2294043"/>
                </a:lnTo>
                <a:lnTo>
                  <a:pt x="795337" y="2293995"/>
                </a:lnTo>
                <a:lnTo>
                  <a:pt x="795337" y="2293948"/>
                </a:lnTo>
                <a:lnTo>
                  <a:pt x="795337" y="2293902"/>
                </a:lnTo>
                <a:lnTo>
                  <a:pt x="795337" y="2293855"/>
                </a:lnTo>
                <a:lnTo>
                  <a:pt x="795337" y="2293810"/>
                </a:lnTo>
                <a:lnTo>
                  <a:pt x="795337" y="2293765"/>
                </a:lnTo>
                <a:lnTo>
                  <a:pt x="795337" y="2293721"/>
                </a:lnTo>
                <a:lnTo>
                  <a:pt x="795337" y="2293677"/>
                </a:lnTo>
                <a:lnTo>
                  <a:pt x="795337" y="2293634"/>
                </a:lnTo>
                <a:lnTo>
                  <a:pt x="795337" y="2293591"/>
                </a:lnTo>
                <a:lnTo>
                  <a:pt x="795329" y="2292989"/>
                </a:lnTo>
                <a:lnTo>
                  <a:pt x="795305" y="2292395"/>
                </a:lnTo>
                <a:lnTo>
                  <a:pt x="795265" y="2291808"/>
                </a:lnTo>
                <a:lnTo>
                  <a:pt x="795210" y="2291229"/>
                </a:lnTo>
                <a:lnTo>
                  <a:pt x="795139" y="2290658"/>
                </a:lnTo>
                <a:lnTo>
                  <a:pt x="795052" y="2290094"/>
                </a:lnTo>
                <a:lnTo>
                  <a:pt x="794948" y="2289538"/>
                </a:lnTo>
                <a:lnTo>
                  <a:pt x="794830" y="2288989"/>
                </a:lnTo>
                <a:lnTo>
                  <a:pt x="794695" y="2288448"/>
                </a:lnTo>
                <a:lnTo>
                  <a:pt x="794544" y="2287915"/>
                </a:lnTo>
                <a:lnTo>
                  <a:pt x="794378" y="2287389"/>
                </a:lnTo>
                <a:lnTo>
                  <a:pt x="794196" y="2286871"/>
                </a:lnTo>
                <a:lnTo>
                  <a:pt x="793997" y="2286361"/>
                </a:lnTo>
                <a:lnTo>
                  <a:pt x="793784" y="2285858"/>
                </a:lnTo>
                <a:lnTo>
                  <a:pt x="793554" y="2285363"/>
                </a:lnTo>
                <a:lnTo>
                  <a:pt x="793308" y="2284875"/>
                </a:lnTo>
                <a:lnTo>
                  <a:pt x="793046" y="2284395"/>
                </a:lnTo>
                <a:lnTo>
                  <a:pt x="792769" y="2283923"/>
                </a:lnTo>
                <a:lnTo>
                  <a:pt x="792476" y="2283458"/>
                </a:lnTo>
                <a:lnTo>
                  <a:pt x="792167" y="2283001"/>
                </a:lnTo>
                <a:lnTo>
                  <a:pt x="791842" y="2282552"/>
                </a:lnTo>
                <a:lnTo>
                  <a:pt x="791501" y="2282110"/>
                </a:lnTo>
                <a:lnTo>
                  <a:pt x="791144" y="2281676"/>
                </a:lnTo>
                <a:lnTo>
                  <a:pt x="790772" y="2281249"/>
                </a:lnTo>
                <a:lnTo>
                  <a:pt x="790386" y="2280817"/>
                </a:lnTo>
                <a:lnTo>
                  <a:pt x="789989" y="2280392"/>
                </a:lnTo>
                <a:lnTo>
                  <a:pt x="789581" y="2279976"/>
                </a:lnTo>
                <a:lnTo>
                  <a:pt x="789161" y="2279568"/>
                </a:lnTo>
                <a:lnTo>
                  <a:pt x="788731" y="2279168"/>
                </a:lnTo>
                <a:lnTo>
                  <a:pt x="788289" y="2278777"/>
                </a:lnTo>
                <a:lnTo>
                  <a:pt x="787836" y="2278394"/>
                </a:lnTo>
                <a:lnTo>
                  <a:pt x="787372" y="2278018"/>
                </a:lnTo>
                <a:lnTo>
                  <a:pt x="786897" y="2277651"/>
                </a:lnTo>
                <a:lnTo>
                  <a:pt x="786410" y="2277293"/>
                </a:lnTo>
                <a:lnTo>
                  <a:pt x="785913" y="2276942"/>
                </a:lnTo>
                <a:lnTo>
                  <a:pt x="785404" y="2276600"/>
                </a:lnTo>
                <a:lnTo>
                  <a:pt x="784884" y="2276266"/>
                </a:lnTo>
                <a:lnTo>
                  <a:pt x="784353" y="2275940"/>
                </a:lnTo>
                <a:lnTo>
                  <a:pt x="783811" y="2275623"/>
                </a:lnTo>
                <a:lnTo>
                  <a:pt x="783258" y="2275313"/>
                </a:lnTo>
                <a:lnTo>
                  <a:pt x="782693" y="2275012"/>
                </a:lnTo>
                <a:lnTo>
                  <a:pt x="782118" y="2274719"/>
                </a:lnTo>
                <a:lnTo>
                  <a:pt x="781531" y="2274435"/>
                </a:lnTo>
                <a:lnTo>
                  <a:pt x="780933" y="2274158"/>
                </a:lnTo>
                <a:lnTo>
                  <a:pt x="780324" y="2273890"/>
                </a:lnTo>
                <a:lnTo>
                  <a:pt x="779704" y="2273630"/>
                </a:lnTo>
                <a:lnTo>
                  <a:pt x="779073" y="2273378"/>
                </a:lnTo>
                <a:lnTo>
                  <a:pt x="778430" y="2273134"/>
                </a:lnTo>
                <a:lnTo>
                  <a:pt x="777793" y="2272900"/>
                </a:lnTo>
                <a:lnTo>
                  <a:pt x="777148" y="2272675"/>
                </a:lnTo>
                <a:lnTo>
                  <a:pt x="776496" y="2272461"/>
                </a:lnTo>
                <a:lnTo>
                  <a:pt x="775838" y="2272256"/>
                </a:lnTo>
                <a:lnTo>
                  <a:pt x="775172" y="2272062"/>
                </a:lnTo>
                <a:lnTo>
                  <a:pt x="774499" y="2271877"/>
                </a:lnTo>
                <a:lnTo>
                  <a:pt x="773819" y="2271702"/>
                </a:lnTo>
                <a:lnTo>
                  <a:pt x="773133" y="2271538"/>
                </a:lnTo>
                <a:lnTo>
                  <a:pt x="772439" y="2271383"/>
                </a:lnTo>
                <a:lnTo>
                  <a:pt x="771738" y="2271238"/>
                </a:lnTo>
                <a:lnTo>
                  <a:pt x="771030" y="2271104"/>
                </a:lnTo>
                <a:lnTo>
                  <a:pt x="770315" y="2270979"/>
                </a:lnTo>
                <a:lnTo>
                  <a:pt x="769593" y="2270864"/>
                </a:lnTo>
                <a:lnTo>
                  <a:pt x="768864" y="2270759"/>
                </a:lnTo>
                <a:lnTo>
                  <a:pt x="768128" y="2270664"/>
                </a:lnTo>
                <a:lnTo>
                  <a:pt x="767384" y="2270580"/>
                </a:lnTo>
                <a:lnTo>
                  <a:pt x="766634" y="2270505"/>
                </a:lnTo>
                <a:lnTo>
                  <a:pt x="765877" y="2270440"/>
                </a:lnTo>
                <a:lnTo>
                  <a:pt x="765112" y="2270385"/>
                </a:lnTo>
                <a:lnTo>
                  <a:pt x="764341" y="2270340"/>
                </a:lnTo>
                <a:lnTo>
                  <a:pt x="763563" y="2270305"/>
                </a:lnTo>
                <a:lnTo>
                  <a:pt x="762777" y="2270280"/>
                </a:lnTo>
                <a:lnTo>
                  <a:pt x="761985" y="2270265"/>
                </a:lnTo>
                <a:lnTo>
                  <a:pt x="761185" y="2270260"/>
                </a:lnTo>
                <a:lnTo>
                  <a:pt x="760274" y="2270265"/>
                </a:lnTo>
                <a:lnTo>
                  <a:pt x="759372" y="2270280"/>
                </a:lnTo>
                <a:lnTo>
                  <a:pt x="758480" y="2270305"/>
                </a:lnTo>
                <a:lnTo>
                  <a:pt x="757597" y="2270340"/>
                </a:lnTo>
                <a:lnTo>
                  <a:pt x="756724" y="2270385"/>
                </a:lnTo>
                <a:lnTo>
                  <a:pt x="755860" y="2270440"/>
                </a:lnTo>
                <a:lnTo>
                  <a:pt x="755005" y="2270505"/>
                </a:lnTo>
                <a:lnTo>
                  <a:pt x="754160" y="2270580"/>
                </a:lnTo>
                <a:lnTo>
                  <a:pt x="753324" y="2270664"/>
                </a:lnTo>
                <a:lnTo>
                  <a:pt x="752497" y="2270759"/>
                </a:lnTo>
                <a:lnTo>
                  <a:pt x="751680" y="2270864"/>
                </a:lnTo>
                <a:lnTo>
                  <a:pt x="750872" y="2270979"/>
                </a:lnTo>
                <a:lnTo>
                  <a:pt x="750074" y="2271104"/>
                </a:lnTo>
                <a:lnTo>
                  <a:pt x="749285" y="2271238"/>
                </a:lnTo>
                <a:lnTo>
                  <a:pt x="748505" y="2271383"/>
                </a:lnTo>
                <a:lnTo>
                  <a:pt x="747735" y="2271538"/>
                </a:lnTo>
                <a:lnTo>
                  <a:pt x="746974" y="2271702"/>
                </a:lnTo>
                <a:lnTo>
                  <a:pt x="746223" y="2271877"/>
                </a:lnTo>
                <a:lnTo>
                  <a:pt x="745481" y="2272062"/>
                </a:lnTo>
                <a:lnTo>
                  <a:pt x="744748" y="2272256"/>
                </a:lnTo>
                <a:lnTo>
                  <a:pt x="744025" y="2272461"/>
                </a:lnTo>
                <a:lnTo>
                  <a:pt x="743311" y="2272675"/>
                </a:lnTo>
                <a:lnTo>
                  <a:pt x="742607" y="2272900"/>
                </a:lnTo>
                <a:lnTo>
                  <a:pt x="741912" y="2273134"/>
                </a:lnTo>
                <a:lnTo>
                  <a:pt x="741241" y="2273379"/>
                </a:lnTo>
                <a:lnTo>
                  <a:pt x="740584" y="2273632"/>
                </a:lnTo>
                <a:lnTo>
                  <a:pt x="739938" y="2273895"/>
                </a:lnTo>
                <a:lnTo>
                  <a:pt x="739305" y="2274168"/>
                </a:lnTo>
                <a:lnTo>
                  <a:pt x="738684" y="2274449"/>
                </a:lnTo>
                <a:lnTo>
                  <a:pt x="738076" y="2274741"/>
                </a:lnTo>
                <a:lnTo>
                  <a:pt x="737480" y="2275041"/>
                </a:lnTo>
                <a:lnTo>
                  <a:pt x="736896" y="2275351"/>
                </a:lnTo>
                <a:lnTo>
                  <a:pt x="736324" y="2275670"/>
                </a:lnTo>
                <a:lnTo>
                  <a:pt x="735765" y="2275999"/>
                </a:lnTo>
                <a:lnTo>
                  <a:pt x="735218" y="2276337"/>
                </a:lnTo>
                <a:lnTo>
                  <a:pt x="734684" y="2276685"/>
                </a:lnTo>
                <a:lnTo>
                  <a:pt x="734162" y="2277042"/>
                </a:lnTo>
                <a:lnTo>
                  <a:pt x="733652" y="2277408"/>
                </a:lnTo>
                <a:lnTo>
                  <a:pt x="733154" y="2277784"/>
                </a:lnTo>
                <a:lnTo>
                  <a:pt x="732669" y="2278169"/>
                </a:lnTo>
                <a:lnTo>
                  <a:pt x="732196" y="2278563"/>
                </a:lnTo>
                <a:lnTo>
                  <a:pt x="731736" y="2278967"/>
                </a:lnTo>
                <a:lnTo>
                  <a:pt x="731288" y="2279380"/>
                </a:lnTo>
                <a:lnTo>
                  <a:pt x="730852" y="2279803"/>
                </a:lnTo>
                <a:lnTo>
                  <a:pt x="730428" y="2280235"/>
                </a:lnTo>
                <a:lnTo>
                  <a:pt x="730017" y="2280677"/>
                </a:lnTo>
                <a:lnTo>
                  <a:pt x="729618" y="2281127"/>
                </a:lnTo>
                <a:lnTo>
                  <a:pt x="729232" y="2281588"/>
                </a:lnTo>
                <a:lnTo>
                  <a:pt x="728859" y="2282058"/>
                </a:lnTo>
                <a:lnTo>
                  <a:pt x="728502" y="2282537"/>
                </a:lnTo>
                <a:lnTo>
                  <a:pt x="728162" y="2283027"/>
                </a:lnTo>
                <a:lnTo>
                  <a:pt x="727837" y="2283527"/>
                </a:lnTo>
                <a:lnTo>
                  <a:pt x="727528" y="2284037"/>
                </a:lnTo>
                <a:lnTo>
                  <a:pt x="727234" y="2284557"/>
                </a:lnTo>
                <a:lnTo>
                  <a:pt x="726957" y="2285087"/>
                </a:lnTo>
                <a:lnTo>
                  <a:pt x="726696" y="2285626"/>
                </a:lnTo>
                <a:lnTo>
                  <a:pt x="726450" y="2286176"/>
                </a:lnTo>
                <a:lnTo>
                  <a:pt x="726220" y="2286736"/>
                </a:lnTo>
                <a:lnTo>
                  <a:pt x="726006" y="2287306"/>
                </a:lnTo>
                <a:lnTo>
                  <a:pt x="725808" y="2287885"/>
                </a:lnTo>
                <a:lnTo>
                  <a:pt x="725626" y="2288475"/>
                </a:lnTo>
                <a:lnTo>
                  <a:pt x="725459" y="2289075"/>
                </a:lnTo>
                <a:lnTo>
                  <a:pt x="725309" y="2289684"/>
                </a:lnTo>
                <a:lnTo>
                  <a:pt x="725174" y="2290304"/>
                </a:lnTo>
                <a:lnTo>
                  <a:pt x="725055" y="2290933"/>
                </a:lnTo>
                <a:lnTo>
                  <a:pt x="724952" y="2291573"/>
                </a:lnTo>
                <a:lnTo>
                  <a:pt x="724865" y="2292223"/>
                </a:lnTo>
                <a:lnTo>
                  <a:pt x="724794" y="2292882"/>
                </a:lnTo>
                <a:lnTo>
                  <a:pt x="724738" y="2293552"/>
                </a:lnTo>
                <a:lnTo>
                  <a:pt x="724698" y="2294231"/>
                </a:lnTo>
                <a:lnTo>
                  <a:pt x="724675" y="2294921"/>
                </a:lnTo>
                <a:lnTo>
                  <a:pt x="724667" y="2295620"/>
                </a:lnTo>
                <a:lnTo>
                  <a:pt x="724672" y="2296222"/>
                </a:lnTo>
                <a:lnTo>
                  <a:pt x="724688" y="2296815"/>
                </a:lnTo>
                <a:lnTo>
                  <a:pt x="724714" y="2297401"/>
                </a:lnTo>
                <a:lnTo>
                  <a:pt x="724751" y="2297978"/>
                </a:lnTo>
                <a:lnTo>
                  <a:pt x="724799" y="2298546"/>
                </a:lnTo>
                <a:lnTo>
                  <a:pt x="724857" y="2299107"/>
                </a:lnTo>
                <a:lnTo>
                  <a:pt x="724926" y="2299660"/>
                </a:lnTo>
                <a:lnTo>
                  <a:pt x="725005" y="2300204"/>
                </a:lnTo>
                <a:lnTo>
                  <a:pt x="725095" y="2300740"/>
                </a:lnTo>
                <a:lnTo>
                  <a:pt x="725195" y="2301267"/>
                </a:lnTo>
                <a:lnTo>
                  <a:pt x="725306" y="2301787"/>
                </a:lnTo>
                <a:lnTo>
                  <a:pt x="725428" y="2302298"/>
                </a:lnTo>
                <a:lnTo>
                  <a:pt x="725560" y="2302801"/>
                </a:lnTo>
                <a:lnTo>
                  <a:pt x="725702" y="2303296"/>
                </a:lnTo>
                <a:lnTo>
                  <a:pt x="725855" y="2303783"/>
                </a:lnTo>
                <a:lnTo>
                  <a:pt x="726019" y="2304261"/>
                </a:lnTo>
                <a:lnTo>
                  <a:pt x="726194" y="2304732"/>
                </a:lnTo>
                <a:lnTo>
                  <a:pt x="726379" y="2305194"/>
                </a:lnTo>
                <a:lnTo>
                  <a:pt x="726574" y="2305647"/>
                </a:lnTo>
                <a:lnTo>
                  <a:pt x="726780" y="2306093"/>
                </a:lnTo>
                <a:lnTo>
                  <a:pt x="726997" y="2306530"/>
                </a:lnTo>
                <a:lnTo>
                  <a:pt x="727224" y="2306959"/>
                </a:lnTo>
                <a:lnTo>
                  <a:pt x="727462" y="2307380"/>
                </a:lnTo>
                <a:lnTo>
                  <a:pt x="727710" y="2307793"/>
                </a:lnTo>
                <a:lnTo>
                  <a:pt x="727970" y="2308185"/>
                </a:lnTo>
                <a:lnTo>
                  <a:pt x="728244" y="2308570"/>
                </a:lnTo>
                <a:lnTo>
                  <a:pt x="728531" y="2308950"/>
                </a:lnTo>
                <a:lnTo>
                  <a:pt x="728832" y="2309324"/>
                </a:lnTo>
                <a:lnTo>
                  <a:pt x="729147" y="2309692"/>
                </a:lnTo>
                <a:lnTo>
                  <a:pt x="729475" y="2310054"/>
                </a:lnTo>
                <a:lnTo>
                  <a:pt x="729816" y="2310411"/>
                </a:lnTo>
                <a:lnTo>
                  <a:pt x="730171" y="2310761"/>
                </a:lnTo>
                <a:lnTo>
                  <a:pt x="730539" y="2311106"/>
                </a:lnTo>
                <a:lnTo>
                  <a:pt x="730921" y="2311444"/>
                </a:lnTo>
                <a:lnTo>
                  <a:pt x="731316" y="2311777"/>
                </a:lnTo>
                <a:lnTo>
                  <a:pt x="731725" y="2312104"/>
                </a:lnTo>
                <a:lnTo>
                  <a:pt x="732148" y="2312425"/>
                </a:lnTo>
                <a:lnTo>
                  <a:pt x="732584" y="2312741"/>
                </a:lnTo>
                <a:lnTo>
                  <a:pt x="733033" y="2313050"/>
                </a:lnTo>
                <a:lnTo>
                  <a:pt x="733496" y="2313353"/>
                </a:lnTo>
                <a:lnTo>
                  <a:pt x="733972" y="2313651"/>
                </a:lnTo>
                <a:lnTo>
                  <a:pt x="734462" y="2313943"/>
                </a:lnTo>
                <a:lnTo>
                  <a:pt x="734965" y="2314229"/>
                </a:lnTo>
                <a:lnTo>
                  <a:pt x="735482" y="2314509"/>
                </a:lnTo>
                <a:lnTo>
                  <a:pt x="736013" y="2314783"/>
                </a:lnTo>
                <a:lnTo>
                  <a:pt x="736557" y="2315051"/>
                </a:lnTo>
                <a:lnTo>
                  <a:pt x="737114" y="2315314"/>
                </a:lnTo>
                <a:lnTo>
                  <a:pt x="737685" y="2315570"/>
                </a:lnTo>
                <a:lnTo>
                  <a:pt x="738270" y="2315808"/>
                </a:lnTo>
                <a:lnTo>
                  <a:pt x="738871" y="2316043"/>
                </a:lnTo>
                <a:lnTo>
                  <a:pt x="739486" y="2316275"/>
                </a:lnTo>
                <a:lnTo>
                  <a:pt x="740118" y="2316505"/>
                </a:lnTo>
                <a:lnTo>
                  <a:pt x="740764" y="2316731"/>
                </a:lnTo>
                <a:lnTo>
                  <a:pt x="741425" y="2316954"/>
                </a:lnTo>
                <a:lnTo>
                  <a:pt x="742102" y="2317175"/>
                </a:lnTo>
                <a:lnTo>
                  <a:pt x="742794" y="2317392"/>
                </a:lnTo>
                <a:lnTo>
                  <a:pt x="743502" y="2317607"/>
                </a:lnTo>
                <a:lnTo>
                  <a:pt x="744224" y="2317818"/>
                </a:lnTo>
                <a:lnTo>
                  <a:pt x="744962" y="2318027"/>
                </a:lnTo>
                <a:lnTo>
                  <a:pt x="745716" y="2318233"/>
                </a:lnTo>
                <a:lnTo>
                  <a:pt x="746484" y="2318436"/>
                </a:lnTo>
                <a:lnTo>
                  <a:pt x="747268" y="2318635"/>
                </a:lnTo>
                <a:lnTo>
                  <a:pt x="748067" y="2318832"/>
                </a:lnTo>
                <a:lnTo>
                  <a:pt x="748881" y="2319026"/>
                </a:lnTo>
                <a:lnTo>
                  <a:pt x="749710" y="2319218"/>
                </a:lnTo>
                <a:lnTo>
                  <a:pt x="750555" y="2319406"/>
                </a:lnTo>
                <a:lnTo>
                  <a:pt x="751415" y="2319591"/>
                </a:lnTo>
                <a:lnTo>
                  <a:pt x="752290" y="2319773"/>
                </a:lnTo>
                <a:lnTo>
                  <a:pt x="753181" y="2319953"/>
                </a:lnTo>
                <a:lnTo>
                  <a:pt x="754087" y="2320129"/>
                </a:lnTo>
                <a:lnTo>
                  <a:pt x="755008" y="2320302"/>
                </a:lnTo>
                <a:lnTo>
                  <a:pt x="755944" y="2320473"/>
                </a:lnTo>
                <a:lnTo>
                  <a:pt x="756823" y="2320614"/>
                </a:lnTo>
                <a:lnTo>
                  <a:pt x="757684" y="2320756"/>
                </a:lnTo>
                <a:lnTo>
                  <a:pt x="758528" y="2320898"/>
                </a:lnTo>
                <a:lnTo>
                  <a:pt x="759354" y="2321041"/>
                </a:lnTo>
                <a:lnTo>
                  <a:pt x="760162" y="2321185"/>
                </a:lnTo>
                <a:lnTo>
                  <a:pt x="760953" y="2321329"/>
                </a:lnTo>
                <a:lnTo>
                  <a:pt x="761726" y="2321474"/>
                </a:lnTo>
                <a:lnTo>
                  <a:pt x="762481" y="2321619"/>
                </a:lnTo>
                <a:lnTo>
                  <a:pt x="763219" y="2321765"/>
                </a:lnTo>
                <a:lnTo>
                  <a:pt x="763940" y="2321911"/>
                </a:lnTo>
                <a:lnTo>
                  <a:pt x="764642" y="2322058"/>
                </a:lnTo>
                <a:lnTo>
                  <a:pt x="765327" y="2322206"/>
                </a:lnTo>
                <a:lnTo>
                  <a:pt x="765995" y="2322354"/>
                </a:lnTo>
                <a:lnTo>
                  <a:pt x="766645" y="2322503"/>
                </a:lnTo>
                <a:lnTo>
                  <a:pt x="767277" y="2322652"/>
                </a:lnTo>
                <a:lnTo>
                  <a:pt x="767892" y="2322802"/>
                </a:lnTo>
                <a:lnTo>
                  <a:pt x="768489" y="2322953"/>
                </a:lnTo>
                <a:lnTo>
                  <a:pt x="769068" y="2323104"/>
                </a:lnTo>
                <a:lnTo>
                  <a:pt x="769630" y="2323256"/>
                </a:lnTo>
                <a:lnTo>
                  <a:pt x="770174" y="2323408"/>
                </a:lnTo>
                <a:lnTo>
                  <a:pt x="770701" y="2323561"/>
                </a:lnTo>
                <a:lnTo>
                  <a:pt x="771209" y="2323715"/>
                </a:lnTo>
                <a:lnTo>
                  <a:pt x="771701" y="2323869"/>
                </a:lnTo>
                <a:lnTo>
                  <a:pt x="772175" y="2324023"/>
                </a:lnTo>
                <a:lnTo>
                  <a:pt x="772647" y="2324180"/>
                </a:lnTo>
                <a:lnTo>
                  <a:pt x="773108" y="2324338"/>
                </a:lnTo>
                <a:lnTo>
                  <a:pt x="773556" y="2324499"/>
                </a:lnTo>
                <a:lnTo>
                  <a:pt x="773992" y="2324662"/>
                </a:lnTo>
                <a:lnTo>
                  <a:pt x="774416" y="2324828"/>
                </a:lnTo>
                <a:lnTo>
                  <a:pt x="774827" y="2324996"/>
                </a:lnTo>
                <a:lnTo>
                  <a:pt x="775226" y="2325166"/>
                </a:lnTo>
                <a:lnTo>
                  <a:pt x="775612" y="2325338"/>
                </a:lnTo>
                <a:lnTo>
                  <a:pt x="775987" y="2325513"/>
                </a:lnTo>
                <a:lnTo>
                  <a:pt x="776348" y="2325691"/>
                </a:lnTo>
                <a:lnTo>
                  <a:pt x="776698" y="2325870"/>
                </a:lnTo>
                <a:lnTo>
                  <a:pt x="777035" y="2326052"/>
                </a:lnTo>
                <a:lnTo>
                  <a:pt x="777360" y="2326237"/>
                </a:lnTo>
                <a:lnTo>
                  <a:pt x="777673" y="2326423"/>
                </a:lnTo>
                <a:lnTo>
                  <a:pt x="777973" y="2326612"/>
                </a:lnTo>
                <a:lnTo>
                  <a:pt x="778261" y="2326804"/>
                </a:lnTo>
                <a:lnTo>
                  <a:pt x="778537" y="2326997"/>
                </a:lnTo>
                <a:lnTo>
                  <a:pt x="778800" y="2327193"/>
                </a:lnTo>
                <a:lnTo>
                  <a:pt x="779051" y="2327392"/>
                </a:lnTo>
                <a:lnTo>
                  <a:pt x="779290" y="2327593"/>
                </a:lnTo>
                <a:lnTo>
                  <a:pt x="779516" y="2327796"/>
                </a:lnTo>
                <a:lnTo>
                  <a:pt x="779730" y="2328001"/>
                </a:lnTo>
                <a:lnTo>
                  <a:pt x="779931" y="2328209"/>
                </a:lnTo>
                <a:lnTo>
                  <a:pt x="780121" y="2328419"/>
                </a:lnTo>
                <a:lnTo>
                  <a:pt x="780300" y="2328633"/>
                </a:lnTo>
                <a:lnTo>
                  <a:pt x="780472" y="2328851"/>
                </a:lnTo>
                <a:lnTo>
                  <a:pt x="780636" y="2329074"/>
                </a:lnTo>
                <a:lnTo>
                  <a:pt x="780792" y="2329302"/>
                </a:lnTo>
                <a:lnTo>
                  <a:pt x="780941" y="2329535"/>
                </a:lnTo>
                <a:lnTo>
                  <a:pt x="781082" y="2329772"/>
                </a:lnTo>
                <a:lnTo>
                  <a:pt x="781216" y="2330014"/>
                </a:lnTo>
                <a:lnTo>
                  <a:pt x="781342" y="2330260"/>
                </a:lnTo>
                <a:lnTo>
                  <a:pt x="781460" y="2330511"/>
                </a:lnTo>
                <a:lnTo>
                  <a:pt x="781571" y="2330767"/>
                </a:lnTo>
                <a:lnTo>
                  <a:pt x="781674" y="2331028"/>
                </a:lnTo>
                <a:lnTo>
                  <a:pt x="781769" y="2331293"/>
                </a:lnTo>
                <a:lnTo>
                  <a:pt x="781857" y="2331563"/>
                </a:lnTo>
                <a:lnTo>
                  <a:pt x="781937" y="2331838"/>
                </a:lnTo>
                <a:lnTo>
                  <a:pt x="782010" y="2332118"/>
                </a:lnTo>
                <a:lnTo>
                  <a:pt x="782074" y="2332402"/>
                </a:lnTo>
                <a:lnTo>
                  <a:pt x="782132" y="2332690"/>
                </a:lnTo>
                <a:lnTo>
                  <a:pt x="782181" y="2332984"/>
                </a:lnTo>
                <a:lnTo>
                  <a:pt x="782223" y="2333282"/>
                </a:lnTo>
                <a:lnTo>
                  <a:pt x="782258" y="2333585"/>
                </a:lnTo>
                <a:lnTo>
                  <a:pt x="782284" y="2333893"/>
                </a:lnTo>
                <a:lnTo>
                  <a:pt x="782303" y="2334205"/>
                </a:lnTo>
                <a:lnTo>
                  <a:pt x="782315" y="2334522"/>
                </a:lnTo>
                <a:lnTo>
                  <a:pt x="782319" y="2334844"/>
                </a:lnTo>
                <a:lnTo>
                  <a:pt x="782309" y="2335333"/>
                </a:lnTo>
                <a:lnTo>
                  <a:pt x="782281" y="2335815"/>
                </a:lnTo>
                <a:lnTo>
                  <a:pt x="782234" y="2336289"/>
                </a:lnTo>
                <a:lnTo>
                  <a:pt x="782168" y="2336755"/>
                </a:lnTo>
                <a:lnTo>
                  <a:pt x="782084" y="2337214"/>
                </a:lnTo>
                <a:lnTo>
                  <a:pt x="781980" y="2337665"/>
                </a:lnTo>
                <a:lnTo>
                  <a:pt x="781858" y="2338109"/>
                </a:lnTo>
                <a:lnTo>
                  <a:pt x="781717" y="2338545"/>
                </a:lnTo>
                <a:lnTo>
                  <a:pt x="781558" y="2338973"/>
                </a:lnTo>
                <a:lnTo>
                  <a:pt x="781379" y="2339393"/>
                </a:lnTo>
                <a:lnTo>
                  <a:pt x="781182" y="2339806"/>
                </a:lnTo>
                <a:lnTo>
                  <a:pt x="780966" y="2340212"/>
                </a:lnTo>
                <a:lnTo>
                  <a:pt x="780731" y="2340609"/>
                </a:lnTo>
                <a:lnTo>
                  <a:pt x="780478" y="2340999"/>
                </a:lnTo>
                <a:lnTo>
                  <a:pt x="780205" y="2341382"/>
                </a:lnTo>
                <a:lnTo>
                  <a:pt x="779914" y="2341757"/>
                </a:lnTo>
                <a:lnTo>
                  <a:pt x="779604" y="2342124"/>
                </a:lnTo>
                <a:lnTo>
                  <a:pt x="779275" y="2342483"/>
                </a:lnTo>
                <a:lnTo>
                  <a:pt x="778928" y="2342835"/>
                </a:lnTo>
                <a:lnTo>
                  <a:pt x="778562" y="2343180"/>
                </a:lnTo>
                <a:lnTo>
                  <a:pt x="778176" y="2343516"/>
                </a:lnTo>
                <a:lnTo>
                  <a:pt x="777773" y="2343845"/>
                </a:lnTo>
                <a:lnTo>
                  <a:pt x="777350" y="2344167"/>
                </a:lnTo>
                <a:lnTo>
                  <a:pt x="776908" y="2344480"/>
                </a:lnTo>
                <a:lnTo>
                  <a:pt x="776463" y="2344770"/>
                </a:lnTo>
                <a:lnTo>
                  <a:pt x="776000" y="2345048"/>
                </a:lnTo>
                <a:lnTo>
                  <a:pt x="775519" y="2345313"/>
                </a:lnTo>
                <a:lnTo>
                  <a:pt x="775021" y="2345565"/>
                </a:lnTo>
                <a:lnTo>
                  <a:pt x="774505" y="2345806"/>
                </a:lnTo>
                <a:lnTo>
                  <a:pt x="773971" y="2346034"/>
                </a:lnTo>
                <a:lnTo>
                  <a:pt x="773420" y="2346250"/>
                </a:lnTo>
                <a:lnTo>
                  <a:pt x="772851" y="2346453"/>
                </a:lnTo>
                <a:lnTo>
                  <a:pt x="772264" y="2346644"/>
                </a:lnTo>
                <a:lnTo>
                  <a:pt x="771660" y="2346823"/>
                </a:lnTo>
                <a:lnTo>
                  <a:pt x="771039" y="2346989"/>
                </a:lnTo>
                <a:lnTo>
                  <a:pt x="770399" y="2347143"/>
                </a:lnTo>
                <a:lnTo>
                  <a:pt x="769742" y="2347285"/>
                </a:lnTo>
                <a:lnTo>
                  <a:pt x="769068" y="2347415"/>
                </a:lnTo>
                <a:lnTo>
                  <a:pt x="768376" y="2347532"/>
                </a:lnTo>
                <a:lnTo>
                  <a:pt x="767666" y="2347637"/>
                </a:lnTo>
                <a:lnTo>
                  <a:pt x="766939" y="2347729"/>
                </a:lnTo>
                <a:lnTo>
                  <a:pt x="766194" y="2347809"/>
                </a:lnTo>
                <a:lnTo>
                  <a:pt x="765431" y="2347877"/>
                </a:lnTo>
                <a:lnTo>
                  <a:pt x="764651" y="2347932"/>
                </a:lnTo>
                <a:lnTo>
                  <a:pt x="763853" y="2347976"/>
                </a:lnTo>
                <a:lnTo>
                  <a:pt x="763038" y="2348006"/>
                </a:lnTo>
                <a:lnTo>
                  <a:pt x="762205" y="2348025"/>
                </a:lnTo>
                <a:lnTo>
                  <a:pt x="761354" y="2348031"/>
                </a:lnTo>
                <a:lnTo>
                  <a:pt x="760405" y="2348024"/>
                </a:lnTo>
                <a:lnTo>
                  <a:pt x="759475" y="2348004"/>
                </a:lnTo>
                <a:lnTo>
                  <a:pt x="758562" y="2347970"/>
                </a:lnTo>
                <a:lnTo>
                  <a:pt x="757668" y="2347923"/>
                </a:lnTo>
                <a:lnTo>
                  <a:pt x="756792" y="2347862"/>
                </a:lnTo>
                <a:lnTo>
                  <a:pt x="755934" y="2347788"/>
                </a:lnTo>
                <a:lnTo>
                  <a:pt x="755094" y="2347700"/>
                </a:lnTo>
                <a:lnTo>
                  <a:pt x="754272" y="2347599"/>
                </a:lnTo>
                <a:lnTo>
                  <a:pt x="753469" y="2347484"/>
                </a:lnTo>
                <a:lnTo>
                  <a:pt x="752684" y="2347356"/>
                </a:lnTo>
                <a:lnTo>
                  <a:pt x="751917" y="2347214"/>
                </a:lnTo>
                <a:lnTo>
                  <a:pt x="751168" y="2347059"/>
                </a:lnTo>
                <a:lnTo>
                  <a:pt x="750437" y="2346890"/>
                </a:lnTo>
                <a:lnTo>
                  <a:pt x="749725" y="2346708"/>
                </a:lnTo>
                <a:lnTo>
                  <a:pt x="749031" y="2346512"/>
                </a:lnTo>
                <a:lnTo>
                  <a:pt x="748355" y="2346303"/>
                </a:lnTo>
                <a:lnTo>
                  <a:pt x="747697" y="2346080"/>
                </a:lnTo>
                <a:lnTo>
                  <a:pt x="747058" y="2345844"/>
                </a:lnTo>
                <a:lnTo>
                  <a:pt x="746436" y="2345594"/>
                </a:lnTo>
                <a:lnTo>
                  <a:pt x="745833" y="2345331"/>
                </a:lnTo>
                <a:lnTo>
                  <a:pt x="745248" y="2345054"/>
                </a:lnTo>
                <a:lnTo>
                  <a:pt x="744681" y="2344764"/>
                </a:lnTo>
                <a:lnTo>
                  <a:pt x="744133" y="2344460"/>
                </a:lnTo>
                <a:lnTo>
                  <a:pt x="743602" y="2344142"/>
                </a:lnTo>
                <a:lnTo>
                  <a:pt x="743106" y="2343799"/>
                </a:lnTo>
                <a:lnTo>
                  <a:pt x="742630" y="2343445"/>
                </a:lnTo>
                <a:lnTo>
                  <a:pt x="742176" y="2343081"/>
                </a:lnTo>
                <a:lnTo>
                  <a:pt x="741742" y="2342705"/>
                </a:lnTo>
                <a:lnTo>
                  <a:pt x="741330" y="2342320"/>
                </a:lnTo>
                <a:lnTo>
                  <a:pt x="740939" y="2341923"/>
                </a:lnTo>
                <a:lnTo>
                  <a:pt x="740570" y="2341517"/>
                </a:lnTo>
                <a:lnTo>
                  <a:pt x="740221" y="2341099"/>
                </a:lnTo>
                <a:lnTo>
                  <a:pt x="739893" y="2340671"/>
                </a:lnTo>
                <a:lnTo>
                  <a:pt x="739587" y="2340233"/>
                </a:lnTo>
                <a:lnTo>
                  <a:pt x="739302" y="2339784"/>
                </a:lnTo>
                <a:lnTo>
                  <a:pt x="739037" y="2339324"/>
                </a:lnTo>
                <a:lnTo>
                  <a:pt x="738794" y="2338854"/>
                </a:lnTo>
                <a:lnTo>
                  <a:pt x="738572" y="2338373"/>
                </a:lnTo>
                <a:lnTo>
                  <a:pt x="738372" y="2337882"/>
                </a:lnTo>
                <a:lnTo>
                  <a:pt x="738192" y="2337380"/>
                </a:lnTo>
                <a:lnTo>
                  <a:pt x="738034" y="2336867"/>
                </a:lnTo>
                <a:lnTo>
                  <a:pt x="737896" y="2336344"/>
                </a:lnTo>
                <a:lnTo>
                  <a:pt x="737780" y="2335811"/>
                </a:lnTo>
                <a:lnTo>
                  <a:pt x="737685" y="2335266"/>
                </a:lnTo>
                <a:lnTo>
                  <a:pt x="737611" y="2334712"/>
                </a:lnTo>
                <a:lnTo>
                  <a:pt x="737558" y="2334146"/>
                </a:lnTo>
                <a:lnTo>
                  <a:pt x="737526" y="2333570"/>
                </a:lnTo>
                <a:lnTo>
                  <a:pt x="737516" y="2332984"/>
                </a:lnTo>
                <a:lnTo>
                  <a:pt x="737516" y="2331293"/>
                </a:lnTo>
                <a:lnTo>
                  <a:pt x="722976" y="2331293"/>
                </a:lnTo>
                <a:lnTo>
                  <a:pt x="722962" y="2331392"/>
                </a:lnTo>
                <a:lnTo>
                  <a:pt x="722949" y="2331489"/>
                </a:lnTo>
                <a:lnTo>
                  <a:pt x="722936" y="2331587"/>
                </a:lnTo>
                <a:lnTo>
                  <a:pt x="722924" y="2331683"/>
                </a:lnTo>
                <a:lnTo>
                  <a:pt x="722913" y="2331779"/>
                </a:lnTo>
                <a:lnTo>
                  <a:pt x="722902" y="2331874"/>
                </a:lnTo>
                <a:lnTo>
                  <a:pt x="722892" y="2331969"/>
                </a:lnTo>
                <a:lnTo>
                  <a:pt x="722882" y="2332063"/>
                </a:lnTo>
                <a:lnTo>
                  <a:pt x="722873" y="2332157"/>
                </a:lnTo>
                <a:lnTo>
                  <a:pt x="722864" y="2332250"/>
                </a:lnTo>
                <a:lnTo>
                  <a:pt x="722857" y="2332343"/>
                </a:lnTo>
                <a:lnTo>
                  <a:pt x="722849" y="2332434"/>
                </a:lnTo>
                <a:lnTo>
                  <a:pt x="722842" y="2332526"/>
                </a:lnTo>
                <a:lnTo>
                  <a:pt x="722836" y="2332616"/>
                </a:lnTo>
                <a:lnTo>
                  <a:pt x="722831" y="2332707"/>
                </a:lnTo>
                <a:lnTo>
                  <a:pt x="722826" y="2332796"/>
                </a:lnTo>
                <a:lnTo>
                  <a:pt x="722821" y="2332885"/>
                </a:lnTo>
                <a:lnTo>
                  <a:pt x="722818" y="2332973"/>
                </a:lnTo>
                <a:lnTo>
                  <a:pt x="722814" y="2333061"/>
                </a:lnTo>
                <a:lnTo>
                  <a:pt x="722812" y="2333148"/>
                </a:lnTo>
                <a:lnTo>
                  <a:pt x="722810" y="2333235"/>
                </a:lnTo>
                <a:lnTo>
                  <a:pt x="722808" y="2333321"/>
                </a:lnTo>
                <a:lnTo>
                  <a:pt x="722807" y="2333406"/>
                </a:lnTo>
                <a:lnTo>
                  <a:pt x="722807" y="2333491"/>
                </a:lnTo>
                <a:lnTo>
                  <a:pt x="722807" y="2333575"/>
                </a:lnTo>
                <a:lnTo>
                  <a:pt x="722807" y="2333657"/>
                </a:lnTo>
                <a:lnTo>
                  <a:pt x="722807" y="2333737"/>
                </a:lnTo>
                <a:lnTo>
                  <a:pt x="722807" y="2333815"/>
                </a:lnTo>
                <a:lnTo>
                  <a:pt x="722807" y="2333892"/>
                </a:lnTo>
                <a:lnTo>
                  <a:pt x="722807" y="2333967"/>
                </a:lnTo>
                <a:lnTo>
                  <a:pt x="722807" y="2334040"/>
                </a:lnTo>
                <a:lnTo>
                  <a:pt x="722807" y="2334111"/>
                </a:lnTo>
                <a:lnTo>
                  <a:pt x="722807" y="2334181"/>
                </a:lnTo>
                <a:lnTo>
                  <a:pt x="722807" y="2334249"/>
                </a:lnTo>
                <a:lnTo>
                  <a:pt x="722807" y="2334315"/>
                </a:lnTo>
                <a:lnTo>
                  <a:pt x="722807" y="2334379"/>
                </a:lnTo>
                <a:lnTo>
                  <a:pt x="722807" y="2334441"/>
                </a:lnTo>
                <a:lnTo>
                  <a:pt x="722807" y="2334502"/>
                </a:lnTo>
                <a:lnTo>
                  <a:pt x="722807" y="2334561"/>
                </a:lnTo>
                <a:lnTo>
                  <a:pt x="722807" y="2334618"/>
                </a:lnTo>
                <a:lnTo>
                  <a:pt x="722807" y="2334674"/>
                </a:lnTo>
                <a:lnTo>
                  <a:pt x="722807" y="2334728"/>
                </a:lnTo>
                <a:lnTo>
                  <a:pt x="722807" y="2334780"/>
                </a:lnTo>
                <a:lnTo>
                  <a:pt x="722807" y="2334830"/>
                </a:lnTo>
                <a:lnTo>
                  <a:pt x="722807" y="2334878"/>
                </a:lnTo>
                <a:lnTo>
                  <a:pt x="722807" y="2334925"/>
                </a:lnTo>
                <a:lnTo>
                  <a:pt x="722807" y="2334970"/>
                </a:lnTo>
                <a:lnTo>
                  <a:pt x="722807" y="2335013"/>
                </a:lnTo>
                <a:lnTo>
                  <a:pt x="722815" y="2335657"/>
                </a:lnTo>
                <a:lnTo>
                  <a:pt x="722839" y="2336295"/>
                </a:lnTo>
                <a:lnTo>
                  <a:pt x="722878" y="2336925"/>
                </a:lnTo>
                <a:lnTo>
                  <a:pt x="722934" y="2337549"/>
                </a:lnTo>
                <a:lnTo>
                  <a:pt x="723005" y="2338165"/>
                </a:lnTo>
                <a:lnTo>
                  <a:pt x="723092" y="2338775"/>
                </a:lnTo>
                <a:lnTo>
                  <a:pt x="723195" y="2339377"/>
                </a:lnTo>
                <a:lnTo>
                  <a:pt x="723314" y="2339972"/>
                </a:lnTo>
                <a:lnTo>
                  <a:pt x="723449" y="2340560"/>
                </a:lnTo>
                <a:lnTo>
                  <a:pt x="723599" y="2341142"/>
                </a:lnTo>
                <a:lnTo>
                  <a:pt x="723766" y="2341716"/>
                </a:lnTo>
                <a:lnTo>
                  <a:pt x="723948" y="2342283"/>
                </a:lnTo>
                <a:lnTo>
                  <a:pt x="724146" y="2342843"/>
                </a:lnTo>
                <a:lnTo>
                  <a:pt x="724360" y="2343396"/>
                </a:lnTo>
                <a:lnTo>
                  <a:pt x="724590" y="2343942"/>
                </a:lnTo>
                <a:lnTo>
                  <a:pt x="724836" y="2344481"/>
                </a:lnTo>
                <a:lnTo>
                  <a:pt x="725097" y="2345013"/>
                </a:lnTo>
                <a:lnTo>
                  <a:pt x="725375" y="2345537"/>
                </a:lnTo>
                <a:lnTo>
                  <a:pt x="725668" y="2346055"/>
                </a:lnTo>
                <a:lnTo>
                  <a:pt x="725977" y="2346566"/>
                </a:lnTo>
                <a:lnTo>
                  <a:pt x="726302" y="2347070"/>
                </a:lnTo>
                <a:lnTo>
                  <a:pt x="726643" y="2347566"/>
                </a:lnTo>
                <a:lnTo>
                  <a:pt x="726999" y="2348056"/>
                </a:lnTo>
                <a:lnTo>
                  <a:pt x="727372" y="2348538"/>
                </a:lnTo>
                <a:lnTo>
                  <a:pt x="727772" y="2348999"/>
                </a:lnTo>
                <a:lnTo>
                  <a:pt x="728184" y="2349451"/>
                </a:lnTo>
                <a:lnTo>
                  <a:pt x="728608" y="2349894"/>
                </a:lnTo>
                <a:lnTo>
                  <a:pt x="729044" y="2350328"/>
                </a:lnTo>
                <a:lnTo>
                  <a:pt x="729491" y="2350753"/>
                </a:lnTo>
                <a:lnTo>
                  <a:pt x="729950" y="2351169"/>
                </a:lnTo>
                <a:lnTo>
                  <a:pt x="730421" y="2351577"/>
                </a:lnTo>
                <a:lnTo>
                  <a:pt x="730903" y="2351976"/>
                </a:lnTo>
                <a:lnTo>
                  <a:pt x="731398" y="2352366"/>
                </a:lnTo>
                <a:lnTo>
                  <a:pt x="731904" y="2352747"/>
                </a:lnTo>
                <a:lnTo>
                  <a:pt x="732422" y="2353120"/>
                </a:lnTo>
                <a:lnTo>
                  <a:pt x="732951" y="2353483"/>
                </a:lnTo>
                <a:lnTo>
                  <a:pt x="733492" y="2353838"/>
                </a:lnTo>
                <a:lnTo>
                  <a:pt x="734045" y="2354184"/>
                </a:lnTo>
                <a:lnTo>
                  <a:pt x="734610" y="2354522"/>
                </a:lnTo>
                <a:lnTo>
                  <a:pt x="735186" y="2354850"/>
                </a:lnTo>
                <a:lnTo>
                  <a:pt x="735775" y="2355170"/>
                </a:lnTo>
                <a:lnTo>
                  <a:pt x="736375" y="2355481"/>
                </a:lnTo>
                <a:lnTo>
                  <a:pt x="736986" y="2355783"/>
                </a:lnTo>
                <a:lnTo>
                  <a:pt x="737610" y="2356076"/>
                </a:lnTo>
                <a:lnTo>
                  <a:pt x="738245" y="2356360"/>
                </a:lnTo>
                <a:lnTo>
                  <a:pt x="738892" y="2356636"/>
                </a:lnTo>
                <a:lnTo>
                  <a:pt x="739551" y="2356903"/>
                </a:lnTo>
                <a:lnTo>
                  <a:pt x="740221" y="2357161"/>
                </a:lnTo>
                <a:lnTo>
                  <a:pt x="740915" y="2357395"/>
                </a:lnTo>
                <a:lnTo>
                  <a:pt x="741618" y="2357620"/>
                </a:lnTo>
                <a:lnTo>
                  <a:pt x="742329" y="2357834"/>
                </a:lnTo>
                <a:lnTo>
                  <a:pt x="743048" y="2358039"/>
                </a:lnTo>
                <a:lnTo>
                  <a:pt x="743775" y="2358233"/>
                </a:lnTo>
                <a:lnTo>
                  <a:pt x="744511" y="2358418"/>
                </a:lnTo>
                <a:lnTo>
                  <a:pt x="745255" y="2358593"/>
                </a:lnTo>
                <a:lnTo>
                  <a:pt x="746007" y="2358757"/>
                </a:lnTo>
                <a:lnTo>
                  <a:pt x="746767" y="2358912"/>
                </a:lnTo>
                <a:lnTo>
                  <a:pt x="747535" y="2359057"/>
                </a:lnTo>
                <a:lnTo>
                  <a:pt x="748312" y="2359192"/>
                </a:lnTo>
                <a:lnTo>
                  <a:pt x="749097" y="2359316"/>
                </a:lnTo>
                <a:lnTo>
                  <a:pt x="749890" y="2359431"/>
                </a:lnTo>
                <a:lnTo>
                  <a:pt x="750691" y="2359536"/>
                </a:lnTo>
                <a:lnTo>
                  <a:pt x="751501" y="2359631"/>
                </a:lnTo>
                <a:lnTo>
                  <a:pt x="752319" y="2359715"/>
                </a:lnTo>
                <a:lnTo>
                  <a:pt x="753145" y="2359790"/>
                </a:lnTo>
                <a:lnTo>
                  <a:pt x="753979" y="2359855"/>
                </a:lnTo>
                <a:lnTo>
                  <a:pt x="754821" y="2359910"/>
                </a:lnTo>
                <a:lnTo>
                  <a:pt x="755672" y="2359955"/>
                </a:lnTo>
                <a:lnTo>
                  <a:pt x="756531" y="2359990"/>
                </a:lnTo>
                <a:lnTo>
                  <a:pt x="757398" y="2360015"/>
                </a:lnTo>
                <a:lnTo>
                  <a:pt x="758273" y="2360030"/>
                </a:lnTo>
                <a:lnTo>
                  <a:pt x="759156" y="2360035"/>
                </a:lnTo>
                <a:lnTo>
                  <a:pt x="760165" y="2360030"/>
                </a:lnTo>
                <a:lnTo>
                  <a:pt x="761161" y="2360015"/>
                </a:lnTo>
                <a:lnTo>
                  <a:pt x="762144" y="2359990"/>
                </a:lnTo>
                <a:lnTo>
                  <a:pt x="763115" y="2359955"/>
                </a:lnTo>
                <a:lnTo>
                  <a:pt x="764074" y="2359910"/>
                </a:lnTo>
                <a:lnTo>
                  <a:pt x="765021" y="2359855"/>
                </a:lnTo>
                <a:lnTo>
                  <a:pt x="765955" y="2359790"/>
                </a:lnTo>
                <a:close/>
                <a:moveTo>
                  <a:pt x="1146673" y="560678"/>
                </a:moveTo>
                <a:lnTo>
                  <a:pt x="1146722" y="560118"/>
                </a:lnTo>
                <a:lnTo>
                  <a:pt x="1146779" y="559565"/>
                </a:lnTo>
                <a:lnTo>
                  <a:pt x="1146845" y="559017"/>
                </a:lnTo>
                <a:lnTo>
                  <a:pt x="1146920" y="558475"/>
                </a:lnTo>
                <a:lnTo>
                  <a:pt x="1147003" y="557939"/>
                </a:lnTo>
                <a:lnTo>
                  <a:pt x="1147096" y="557409"/>
                </a:lnTo>
                <a:lnTo>
                  <a:pt x="1147197" y="556885"/>
                </a:lnTo>
                <a:lnTo>
                  <a:pt x="1147307" y="556366"/>
                </a:lnTo>
                <a:lnTo>
                  <a:pt x="1147426" y="555854"/>
                </a:lnTo>
                <a:lnTo>
                  <a:pt x="1147554" y="555347"/>
                </a:lnTo>
                <a:lnTo>
                  <a:pt x="1147690" y="554846"/>
                </a:lnTo>
                <a:lnTo>
                  <a:pt x="1147836" y="554352"/>
                </a:lnTo>
                <a:lnTo>
                  <a:pt x="1147990" y="553863"/>
                </a:lnTo>
                <a:lnTo>
                  <a:pt x="1148153" y="553379"/>
                </a:lnTo>
                <a:lnTo>
                  <a:pt x="1148324" y="552902"/>
                </a:lnTo>
                <a:lnTo>
                  <a:pt x="1148505" y="552431"/>
                </a:lnTo>
                <a:lnTo>
                  <a:pt x="1148694" y="551965"/>
                </a:lnTo>
                <a:lnTo>
                  <a:pt x="1148892" y="551506"/>
                </a:lnTo>
                <a:lnTo>
                  <a:pt x="1149099" y="551052"/>
                </a:lnTo>
                <a:lnTo>
                  <a:pt x="1149314" y="550591"/>
                </a:lnTo>
                <a:lnTo>
                  <a:pt x="1149536" y="550140"/>
                </a:lnTo>
                <a:lnTo>
                  <a:pt x="1149765" y="549697"/>
                </a:lnTo>
                <a:lnTo>
                  <a:pt x="1150001" y="549263"/>
                </a:lnTo>
                <a:lnTo>
                  <a:pt x="1150244" y="548837"/>
                </a:lnTo>
                <a:lnTo>
                  <a:pt x="1150494" y="548421"/>
                </a:lnTo>
                <a:lnTo>
                  <a:pt x="1150751" y="548013"/>
                </a:lnTo>
                <a:lnTo>
                  <a:pt x="1151015" y="547614"/>
                </a:lnTo>
                <a:lnTo>
                  <a:pt x="1151287" y="547224"/>
                </a:lnTo>
                <a:lnTo>
                  <a:pt x="1151565" y="546843"/>
                </a:lnTo>
                <a:lnTo>
                  <a:pt x="1151850" y="546470"/>
                </a:lnTo>
                <a:lnTo>
                  <a:pt x="1152142" y="546107"/>
                </a:lnTo>
                <a:lnTo>
                  <a:pt x="1152442" y="545752"/>
                </a:lnTo>
                <a:lnTo>
                  <a:pt x="1152748" y="545406"/>
                </a:lnTo>
                <a:lnTo>
                  <a:pt x="1153062" y="545069"/>
                </a:lnTo>
                <a:lnTo>
                  <a:pt x="1153382" y="544740"/>
                </a:lnTo>
                <a:lnTo>
                  <a:pt x="1153710" y="544420"/>
                </a:lnTo>
                <a:lnTo>
                  <a:pt x="1154044" y="544110"/>
                </a:lnTo>
                <a:lnTo>
                  <a:pt x="1154386" y="543808"/>
                </a:lnTo>
                <a:lnTo>
                  <a:pt x="1154735" y="543514"/>
                </a:lnTo>
                <a:lnTo>
                  <a:pt x="1155091" y="543230"/>
                </a:lnTo>
                <a:lnTo>
                  <a:pt x="1155453" y="542954"/>
                </a:lnTo>
                <a:lnTo>
                  <a:pt x="1155823" y="542687"/>
                </a:lnTo>
                <a:lnTo>
                  <a:pt x="1156200" y="542429"/>
                </a:lnTo>
                <a:lnTo>
                  <a:pt x="1156583" y="542167"/>
                </a:lnTo>
                <a:lnTo>
                  <a:pt x="1156973" y="541916"/>
                </a:lnTo>
                <a:lnTo>
                  <a:pt x="1157368" y="541676"/>
                </a:lnTo>
                <a:lnTo>
                  <a:pt x="1157769" y="541448"/>
                </a:lnTo>
                <a:lnTo>
                  <a:pt x="1158175" y="541230"/>
                </a:lnTo>
                <a:lnTo>
                  <a:pt x="1158588" y="541024"/>
                </a:lnTo>
                <a:lnTo>
                  <a:pt x="1159007" y="540829"/>
                </a:lnTo>
                <a:lnTo>
                  <a:pt x="1159431" y="540645"/>
                </a:lnTo>
                <a:lnTo>
                  <a:pt x="1159861" y="540472"/>
                </a:lnTo>
                <a:lnTo>
                  <a:pt x="1160298" y="540310"/>
                </a:lnTo>
                <a:lnTo>
                  <a:pt x="1160740" y="540160"/>
                </a:lnTo>
                <a:lnTo>
                  <a:pt x="1161188" y="540020"/>
                </a:lnTo>
                <a:lnTo>
                  <a:pt x="1161641" y="539892"/>
                </a:lnTo>
                <a:lnTo>
                  <a:pt x="1162101" y="539775"/>
                </a:lnTo>
                <a:lnTo>
                  <a:pt x="1162566" y="539669"/>
                </a:lnTo>
                <a:lnTo>
                  <a:pt x="1163038" y="539574"/>
                </a:lnTo>
                <a:lnTo>
                  <a:pt x="1163515" y="539490"/>
                </a:lnTo>
                <a:lnTo>
                  <a:pt x="1163998" y="539418"/>
                </a:lnTo>
                <a:lnTo>
                  <a:pt x="1164487" y="539357"/>
                </a:lnTo>
                <a:lnTo>
                  <a:pt x="1164982" y="539306"/>
                </a:lnTo>
                <a:lnTo>
                  <a:pt x="1165483" y="539267"/>
                </a:lnTo>
                <a:lnTo>
                  <a:pt x="1165989" y="539240"/>
                </a:lnTo>
                <a:lnTo>
                  <a:pt x="1166502" y="539223"/>
                </a:lnTo>
                <a:lnTo>
                  <a:pt x="1167020" y="539217"/>
                </a:lnTo>
                <a:lnTo>
                  <a:pt x="1167760" y="539227"/>
                </a:lnTo>
                <a:lnTo>
                  <a:pt x="1168486" y="539256"/>
                </a:lnTo>
                <a:lnTo>
                  <a:pt x="1169197" y="539304"/>
                </a:lnTo>
                <a:lnTo>
                  <a:pt x="1169894" y="539372"/>
                </a:lnTo>
                <a:lnTo>
                  <a:pt x="1170578" y="539459"/>
                </a:lnTo>
                <a:lnTo>
                  <a:pt x="1171247" y="539566"/>
                </a:lnTo>
                <a:lnTo>
                  <a:pt x="1171902" y="539692"/>
                </a:lnTo>
                <a:lnTo>
                  <a:pt x="1172543" y="539837"/>
                </a:lnTo>
                <a:lnTo>
                  <a:pt x="1173170" y="540002"/>
                </a:lnTo>
                <a:lnTo>
                  <a:pt x="1173783" y="540186"/>
                </a:lnTo>
                <a:lnTo>
                  <a:pt x="1174382" y="540389"/>
                </a:lnTo>
                <a:lnTo>
                  <a:pt x="1174966" y="540612"/>
                </a:lnTo>
                <a:lnTo>
                  <a:pt x="1175537" y="540854"/>
                </a:lnTo>
                <a:lnTo>
                  <a:pt x="1176094" y="541116"/>
                </a:lnTo>
                <a:lnTo>
                  <a:pt x="1176636" y="541397"/>
                </a:lnTo>
                <a:lnTo>
                  <a:pt x="1177164" y="541697"/>
                </a:lnTo>
                <a:lnTo>
                  <a:pt x="1177679" y="542017"/>
                </a:lnTo>
                <a:lnTo>
                  <a:pt x="1178179" y="542356"/>
                </a:lnTo>
                <a:lnTo>
                  <a:pt x="1178665" y="542714"/>
                </a:lnTo>
                <a:lnTo>
                  <a:pt x="1179137" y="543092"/>
                </a:lnTo>
                <a:lnTo>
                  <a:pt x="1179595" y="543489"/>
                </a:lnTo>
                <a:lnTo>
                  <a:pt x="1180038" y="543905"/>
                </a:lnTo>
                <a:lnTo>
                  <a:pt x="1180468" y="544341"/>
                </a:lnTo>
                <a:lnTo>
                  <a:pt x="1180884" y="544797"/>
                </a:lnTo>
                <a:lnTo>
                  <a:pt x="1181298" y="545273"/>
                </a:lnTo>
                <a:lnTo>
                  <a:pt x="1181694" y="545772"/>
                </a:lnTo>
                <a:lnTo>
                  <a:pt x="1182073" y="546294"/>
                </a:lnTo>
                <a:lnTo>
                  <a:pt x="1182434" y="546839"/>
                </a:lnTo>
                <a:lnTo>
                  <a:pt x="1182777" y="547407"/>
                </a:lnTo>
                <a:lnTo>
                  <a:pt x="1183103" y="547998"/>
                </a:lnTo>
                <a:lnTo>
                  <a:pt x="1183411" y="548612"/>
                </a:lnTo>
                <a:lnTo>
                  <a:pt x="1183702" y="549249"/>
                </a:lnTo>
                <a:lnTo>
                  <a:pt x="1183975" y="549908"/>
                </a:lnTo>
                <a:lnTo>
                  <a:pt x="1184230" y="550591"/>
                </a:lnTo>
                <a:lnTo>
                  <a:pt x="1184468" y="551296"/>
                </a:lnTo>
                <a:lnTo>
                  <a:pt x="1184688" y="552024"/>
                </a:lnTo>
                <a:lnTo>
                  <a:pt x="1184890" y="552775"/>
                </a:lnTo>
                <a:lnTo>
                  <a:pt x="1185075" y="553549"/>
                </a:lnTo>
                <a:lnTo>
                  <a:pt x="1185243" y="554346"/>
                </a:lnTo>
                <a:lnTo>
                  <a:pt x="1185392" y="555166"/>
                </a:lnTo>
                <a:lnTo>
                  <a:pt x="1185524" y="556009"/>
                </a:lnTo>
                <a:lnTo>
                  <a:pt x="1185639" y="556874"/>
                </a:lnTo>
                <a:lnTo>
                  <a:pt x="1185736" y="557763"/>
                </a:lnTo>
                <a:lnTo>
                  <a:pt x="1185815" y="558674"/>
                </a:lnTo>
                <a:lnTo>
                  <a:pt x="1185877" y="559608"/>
                </a:lnTo>
                <a:lnTo>
                  <a:pt x="1185921" y="560566"/>
                </a:lnTo>
                <a:lnTo>
                  <a:pt x="1185947" y="561546"/>
                </a:lnTo>
                <a:lnTo>
                  <a:pt x="1185956" y="562549"/>
                </a:lnTo>
                <a:lnTo>
                  <a:pt x="1185956" y="614283"/>
                </a:lnTo>
                <a:lnTo>
                  <a:pt x="1202863" y="614283"/>
                </a:lnTo>
                <a:lnTo>
                  <a:pt x="1202863" y="557646"/>
                </a:lnTo>
                <a:lnTo>
                  <a:pt x="1202848" y="556363"/>
                </a:lnTo>
                <a:lnTo>
                  <a:pt x="1202804" y="555106"/>
                </a:lnTo>
                <a:lnTo>
                  <a:pt x="1202730" y="553876"/>
                </a:lnTo>
                <a:lnTo>
                  <a:pt x="1202628" y="552672"/>
                </a:lnTo>
                <a:lnTo>
                  <a:pt x="1202496" y="551495"/>
                </a:lnTo>
                <a:lnTo>
                  <a:pt x="1202334" y="550344"/>
                </a:lnTo>
                <a:lnTo>
                  <a:pt x="1202143" y="549220"/>
                </a:lnTo>
                <a:lnTo>
                  <a:pt x="1201923" y="548121"/>
                </a:lnTo>
                <a:lnTo>
                  <a:pt x="1201674" y="547050"/>
                </a:lnTo>
                <a:lnTo>
                  <a:pt x="1201395" y="546005"/>
                </a:lnTo>
                <a:lnTo>
                  <a:pt x="1201087" y="544986"/>
                </a:lnTo>
                <a:lnTo>
                  <a:pt x="1200749" y="543993"/>
                </a:lnTo>
                <a:lnTo>
                  <a:pt x="1200382" y="543027"/>
                </a:lnTo>
                <a:lnTo>
                  <a:pt x="1199986" y="542088"/>
                </a:lnTo>
                <a:lnTo>
                  <a:pt x="1199560" y="541175"/>
                </a:lnTo>
                <a:lnTo>
                  <a:pt x="1199106" y="540288"/>
                </a:lnTo>
                <a:lnTo>
                  <a:pt x="1198621" y="539428"/>
                </a:lnTo>
                <a:lnTo>
                  <a:pt x="1198108" y="538594"/>
                </a:lnTo>
                <a:lnTo>
                  <a:pt x="1197565" y="537786"/>
                </a:lnTo>
                <a:lnTo>
                  <a:pt x="1196992" y="537005"/>
                </a:lnTo>
                <a:lnTo>
                  <a:pt x="1196390" y="536250"/>
                </a:lnTo>
                <a:lnTo>
                  <a:pt x="1195759" y="535522"/>
                </a:lnTo>
                <a:lnTo>
                  <a:pt x="1195099" y="534820"/>
                </a:lnTo>
                <a:lnTo>
                  <a:pt x="1194409" y="534145"/>
                </a:lnTo>
                <a:lnTo>
                  <a:pt x="1193695" y="533497"/>
                </a:lnTo>
                <a:lnTo>
                  <a:pt x="1192960" y="532876"/>
                </a:lnTo>
                <a:lnTo>
                  <a:pt x="1192206" y="532283"/>
                </a:lnTo>
                <a:lnTo>
                  <a:pt x="1191432" y="531717"/>
                </a:lnTo>
                <a:lnTo>
                  <a:pt x="1190637" y="531179"/>
                </a:lnTo>
                <a:lnTo>
                  <a:pt x="1189823" y="530669"/>
                </a:lnTo>
                <a:lnTo>
                  <a:pt x="1188989" y="530186"/>
                </a:lnTo>
                <a:lnTo>
                  <a:pt x="1188135" y="529731"/>
                </a:lnTo>
                <a:lnTo>
                  <a:pt x="1187261" y="529303"/>
                </a:lnTo>
                <a:lnTo>
                  <a:pt x="1186367" y="528903"/>
                </a:lnTo>
                <a:lnTo>
                  <a:pt x="1185453" y="528531"/>
                </a:lnTo>
                <a:lnTo>
                  <a:pt x="1184519" y="528186"/>
                </a:lnTo>
                <a:lnTo>
                  <a:pt x="1183565" y="527868"/>
                </a:lnTo>
                <a:lnTo>
                  <a:pt x="1182591" y="527579"/>
                </a:lnTo>
                <a:lnTo>
                  <a:pt x="1181597" y="527317"/>
                </a:lnTo>
                <a:lnTo>
                  <a:pt x="1180583" y="527082"/>
                </a:lnTo>
                <a:lnTo>
                  <a:pt x="1179549" y="526875"/>
                </a:lnTo>
                <a:lnTo>
                  <a:pt x="1178496" y="526696"/>
                </a:lnTo>
                <a:lnTo>
                  <a:pt x="1177422" y="526544"/>
                </a:lnTo>
                <a:lnTo>
                  <a:pt x="1176328" y="526420"/>
                </a:lnTo>
                <a:lnTo>
                  <a:pt x="1175215" y="526323"/>
                </a:lnTo>
                <a:lnTo>
                  <a:pt x="1174081" y="526254"/>
                </a:lnTo>
                <a:lnTo>
                  <a:pt x="1172928" y="526213"/>
                </a:lnTo>
                <a:lnTo>
                  <a:pt x="1171754" y="526199"/>
                </a:lnTo>
                <a:lnTo>
                  <a:pt x="1171038" y="526205"/>
                </a:lnTo>
                <a:lnTo>
                  <a:pt x="1170328" y="526223"/>
                </a:lnTo>
                <a:lnTo>
                  <a:pt x="1169622" y="526252"/>
                </a:lnTo>
                <a:lnTo>
                  <a:pt x="1168922" y="526293"/>
                </a:lnTo>
                <a:lnTo>
                  <a:pt x="1168228" y="526346"/>
                </a:lnTo>
                <a:lnTo>
                  <a:pt x="1167538" y="526411"/>
                </a:lnTo>
                <a:lnTo>
                  <a:pt x="1166854" y="526487"/>
                </a:lnTo>
                <a:lnTo>
                  <a:pt x="1166175" y="526575"/>
                </a:lnTo>
                <a:lnTo>
                  <a:pt x="1165501" y="526675"/>
                </a:lnTo>
                <a:lnTo>
                  <a:pt x="1164833" y="526786"/>
                </a:lnTo>
                <a:lnTo>
                  <a:pt x="1164170" y="526909"/>
                </a:lnTo>
                <a:lnTo>
                  <a:pt x="1163512" y="527044"/>
                </a:lnTo>
                <a:lnTo>
                  <a:pt x="1162860" y="527191"/>
                </a:lnTo>
                <a:lnTo>
                  <a:pt x="1162212" y="527350"/>
                </a:lnTo>
                <a:lnTo>
                  <a:pt x="1161571" y="527520"/>
                </a:lnTo>
                <a:lnTo>
                  <a:pt x="1160934" y="527702"/>
                </a:lnTo>
                <a:lnTo>
                  <a:pt x="1160303" y="527896"/>
                </a:lnTo>
                <a:lnTo>
                  <a:pt x="1159676" y="528101"/>
                </a:lnTo>
                <a:lnTo>
                  <a:pt x="1159056" y="528318"/>
                </a:lnTo>
                <a:lnTo>
                  <a:pt x="1158440" y="528547"/>
                </a:lnTo>
                <a:lnTo>
                  <a:pt x="1157830" y="528788"/>
                </a:lnTo>
                <a:lnTo>
                  <a:pt x="1157225" y="529040"/>
                </a:lnTo>
                <a:lnTo>
                  <a:pt x="1156625" y="529305"/>
                </a:lnTo>
                <a:lnTo>
                  <a:pt x="1156031" y="529581"/>
                </a:lnTo>
                <a:lnTo>
                  <a:pt x="1155445" y="529869"/>
                </a:lnTo>
                <a:lnTo>
                  <a:pt x="1154870" y="530171"/>
                </a:lnTo>
                <a:lnTo>
                  <a:pt x="1154306" y="530487"/>
                </a:lnTo>
                <a:lnTo>
                  <a:pt x="1153753" y="530816"/>
                </a:lnTo>
                <a:lnTo>
                  <a:pt x="1153212" y="531158"/>
                </a:lnTo>
                <a:lnTo>
                  <a:pt x="1152681" y="531514"/>
                </a:lnTo>
                <a:lnTo>
                  <a:pt x="1152162" y="531884"/>
                </a:lnTo>
                <a:lnTo>
                  <a:pt x="1151654" y="532267"/>
                </a:lnTo>
                <a:lnTo>
                  <a:pt x="1151157" y="532663"/>
                </a:lnTo>
                <a:lnTo>
                  <a:pt x="1150671" y="533073"/>
                </a:lnTo>
                <a:lnTo>
                  <a:pt x="1150197" y="533497"/>
                </a:lnTo>
                <a:lnTo>
                  <a:pt x="1149733" y="533934"/>
                </a:lnTo>
                <a:lnTo>
                  <a:pt x="1149281" y="534384"/>
                </a:lnTo>
                <a:lnTo>
                  <a:pt x="1148840" y="534849"/>
                </a:lnTo>
                <a:lnTo>
                  <a:pt x="1148410" y="535326"/>
                </a:lnTo>
                <a:lnTo>
                  <a:pt x="1147991" y="535817"/>
                </a:lnTo>
                <a:lnTo>
                  <a:pt x="1147583" y="536322"/>
                </a:lnTo>
                <a:lnTo>
                  <a:pt x="1147187" y="536840"/>
                </a:lnTo>
                <a:lnTo>
                  <a:pt x="1146801" y="537371"/>
                </a:lnTo>
                <a:lnTo>
                  <a:pt x="1146427" y="537916"/>
                </a:lnTo>
                <a:lnTo>
                  <a:pt x="1146064" y="538475"/>
                </a:lnTo>
                <a:lnTo>
                  <a:pt x="1145712" y="539047"/>
                </a:lnTo>
                <a:lnTo>
                  <a:pt x="1145371" y="539633"/>
                </a:lnTo>
                <a:lnTo>
                  <a:pt x="1145042" y="540232"/>
                </a:lnTo>
                <a:lnTo>
                  <a:pt x="1143351" y="527890"/>
                </a:lnTo>
                <a:lnTo>
                  <a:pt x="1129656" y="527890"/>
                </a:lnTo>
                <a:lnTo>
                  <a:pt x="1129656" y="614283"/>
                </a:lnTo>
                <a:lnTo>
                  <a:pt x="1146563" y="614283"/>
                </a:lnTo>
                <a:lnTo>
                  <a:pt x="1146563" y="563563"/>
                </a:lnTo>
                <a:lnTo>
                  <a:pt x="1146568" y="562974"/>
                </a:lnTo>
                <a:lnTo>
                  <a:pt x="1146581" y="562391"/>
                </a:lnTo>
                <a:lnTo>
                  <a:pt x="1146603" y="561814"/>
                </a:lnTo>
                <a:lnTo>
                  <a:pt x="1146634" y="561243"/>
                </a:lnTo>
                <a:lnTo>
                  <a:pt x="1146673" y="560678"/>
                </a:lnTo>
                <a:close/>
                <a:moveTo>
                  <a:pt x="1807050" y="989167"/>
                </a:moveTo>
                <a:lnTo>
                  <a:pt x="1785241" y="989167"/>
                </a:lnTo>
                <a:lnTo>
                  <a:pt x="1785241" y="1008779"/>
                </a:lnTo>
                <a:lnTo>
                  <a:pt x="1807050" y="1008779"/>
                </a:lnTo>
                <a:lnTo>
                  <a:pt x="1807050" y="989167"/>
                </a:lnTo>
                <a:close/>
                <a:moveTo>
                  <a:pt x="1161441" y="992210"/>
                </a:moveTo>
                <a:lnTo>
                  <a:pt x="1161441" y="1008441"/>
                </a:lnTo>
                <a:lnTo>
                  <a:pt x="1177333" y="1008441"/>
                </a:lnTo>
                <a:lnTo>
                  <a:pt x="1177333" y="992210"/>
                </a:lnTo>
                <a:lnTo>
                  <a:pt x="1161441" y="992210"/>
                </a:lnTo>
                <a:close/>
                <a:moveTo>
                  <a:pt x="1758021" y="1026193"/>
                </a:moveTo>
                <a:lnTo>
                  <a:pt x="1758021" y="1011822"/>
                </a:lnTo>
                <a:lnTo>
                  <a:pt x="1758023" y="1011460"/>
                </a:lnTo>
                <a:lnTo>
                  <a:pt x="1758030" y="1011105"/>
                </a:lnTo>
                <a:lnTo>
                  <a:pt x="1758042" y="1010758"/>
                </a:lnTo>
                <a:lnTo>
                  <a:pt x="1758059" y="1010418"/>
                </a:lnTo>
                <a:lnTo>
                  <a:pt x="1758080" y="1010086"/>
                </a:lnTo>
                <a:lnTo>
                  <a:pt x="1758106" y="1009762"/>
                </a:lnTo>
                <a:lnTo>
                  <a:pt x="1758136" y="1009445"/>
                </a:lnTo>
                <a:lnTo>
                  <a:pt x="1758171" y="1009136"/>
                </a:lnTo>
                <a:lnTo>
                  <a:pt x="1758211" y="1008834"/>
                </a:lnTo>
                <a:lnTo>
                  <a:pt x="1758256" y="1008541"/>
                </a:lnTo>
                <a:lnTo>
                  <a:pt x="1758305" y="1008254"/>
                </a:lnTo>
                <a:lnTo>
                  <a:pt x="1758359" y="1007976"/>
                </a:lnTo>
                <a:lnTo>
                  <a:pt x="1758418" y="1007705"/>
                </a:lnTo>
                <a:lnTo>
                  <a:pt x="1758481" y="1007442"/>
                </a:lnTo>
                <a:lnTo>
                  <a:pt x="1758549" y="1007186"/>
                </a:lnTo>
                <a:lnTo>
                  <a:pt x="1758622" y="1006938"/>
                </a:lnTo>
                <a:lnTo>
                  <a:pt x="1758700" y="1006698"/>
                </a:lnTo>
                <a:lnTo>
                  <a:pt x="1758782" y="1006465"/>
                </a:lnTo>
                <a:lnTo>
                  <a:pt x="1758869" y="1006240"/>
                </a:lnTo>
                <a:lnTo>
                  <a:pt x="1758960" y="1006022"/>
                </a:lnTo>
                <a:lnTo>
                  <a:pt x="1759056" y="1005812"/>
                </a:lnTo>
                <a:lnTo>
                  <a:pt x="1759157" y="1005610"/>
                </a:lnTo>
                <a:lnTo>
                  <a:pt x="1759263" y="1005416"/>
                </a:lnTo>
                <a:lnTo>
                  <a:pt x="1759373" y="1005229"/>
                </a:lnTo>
                <a:lnTo>
                  <a:pt x="1759487" y="1005048"/>
                </a:lnTo>
                <a:lnTo>
                  <a:pt x="1759604" y="1004873"/>
                </a:lnTo>
                <a:lnTo>
                  <a:pt x="1759722" y="1004703"/>
                </a:lnTo>
                <a:lnTo>
                  <a:pt x="1759843" y="1004538"/>
                </a:lnTo>
                <a:lnTo>
                  <a:pt x="1759966" y="1004379"/>
                </a:lnTo>
                <a:lnTo>
                  <a:pt x="1760092" y="1004225"/>
                </a:lnTo>
                <a:lnTo>
                  <a:pt x="1760220" y="1004076"/>
                </a:lnTo>
                <a:lnTo>
                  <a:pt x="1760350" y="1003932"/>
                </a:lnTo>
                <a:lnTo>
                  <a:pt x="1760483" y="1003794"/>
                </a:lnTo>
                <a:lnTo>
                  <a:pt x="1760618" y="1003661"/>
                </a:lnTo>
                <a:lnTo>
                  <a:pt x="1760755" y="1003533"/>
                </a:lnTo>
                <a:lnTo>
                  <a:pt x="1760895" y="1003411"/>
                </a:lnTo>
                <a:lnTo>
                  <a:pt x="1761037" y="1003294"/>
                </a:lnTo>
                <a:lnTo>
                  <a:pt x="1761182" y="1003182"/>
                </a:lnTo>
                <a:lnTo>
                  <a:pt x="1761328" y="1003076"/>
                </a:lnTo>
                <a:lnTo>
                  <a:pt x="1761477" y="1002974"/>
                </a:lnTo>
                <a:lnTo>
                  <a:pt x="1761629" y="1002878"/>
                </a:lnTo>
                <a:lnTo>
                  <a:pt x="1761783" y="1002788"/>
                </a:lnTo>
                <a:lnTo>
                  <a:pt x="1761939" y="1002702"/>
                </a:lnTo>
                <a:lnTo>
                  <a:pt x="1762097" y="1002622"/>
                </a:lnTo>
                <a:lnTo>
                  <a:pt x="1762258" y="1002547"/>
                </a:lnTo>
                <a:lnTo>
                  <a:pt x="1762421" y="1002478"/>
                </a:lnTo>
                <a:lnTo>
                  <a:pt x="1762587" y="1002413"/>
                </a:lnTo>
                <a:lnTo>
                  <a:pt x="1762755" y="1002354"/>
                </a:lnTo>
                <a:lnTo>
                  <a:pt x="1762938" y="1002285"/>
                </a:lnTo>
                <a:lnTo>
                  <a:pt x="1763121" y="1002219"/>
                </a:lnTo>
                <a:lnTo>
                  <a:pt x="1763304" y="1002156"/>
                </a:lnTo>
                <a:lnTo>
                  <a:pt x="1763487" y="1002096"/>
                </a:lnTo>
                <a:lnTo>
                  <a:pt x="1763671" y="1002039"/>
                </a:lnTo>
                <a:lnTo>
                  <a:pt x="1763854" y="1001985"/>
                </a:lnTo>
                <a:lnTo>
                  <a:pt x="1764037" y="1001933"/>
                </a:lnTo>
                <a:lnTo>
                  <a:pt x="1764220" y="1001885"/>
                </a:lnTo>
                <a:lnTo>
                  <a:pt x="1764403" y="1001839"/>
                </a:lnTo>
                <a:lnTo>
                  <a:pt x="1764586" y="1001797"/>
                </a:lnTo>
                <a:lnTo>
                  <a:pt x="1764770" y="1001757"/>
                </a:lnTo>
                <a:lnTo>
                  <a:pt x="1764953" y="1001720"/>
                </a:lnTo>
                <a:lnTo>
                  <a:pt x="1765136" y="1001687"/>
                </a:lnTo>
                <a:lnTo>
                  <a:pt x="1765319" y="1001656"/>
                </a:lnTo>
                <a:lnTo>
                  <a:pt x="1765502" y="1001628"/>
                </a:lnTo>
                <a:lnTo>
                  <a:pt x="1765685" y="1001603"/>
                </a:lnTo>
                <a:lnTo>
                  <a:pt x="1765868" y="1001581"/>
                </a:lnTo>
                <a:lnTo>
                  <a:pt x="1766052" y="1001562"/>
                </a:lnTo>
                <a:lnTo>
                  <a:pt x="1766235" y="1001546"/>
                </a:lnTo>
                <a:lnTo>
                  <a:pt x="1766418" y="1001533"/>
                </a:lnTo>
                <a:lnTo>
                  <a:pt x="1766601" y="1001522"/>
                </a:lnTo>
                <a:lnTo>
                  <a:pt x="1766784" y="1001515"/>
                </a:lnTo>
                <a:lnTo>
                  <a:pt x="1766967" y="1001511"/>
                </a:lnTo>
                <a:lnTo>
                  <a:pt x="1767151" y="1001509"/>
                </a:lnTo>
                <a:lnTo>
                  <a:pt x="1767321" y="1001510"/>
                </a:lnTo>
                <a:lnTo>
                  <a:pt x="1767495" y="1001514"/>
                </a:lnTo>
                <a:lnTo>
                  <a:pt x="1767671" y="1001520"/>
                </a:lnTo>
                <a:lnTo>
                  <a:pt x="1767850" y="1001528"/>
                </a:lnTo>
                <a:lnTo>
                  <a:pt x="1768033" y="1001538"/>
                </a:lnTo>
                <a:lnTo>
                  <a:pt x="1768218" y="1001551"/>
                </a:lnTo>
                <a:lnTo>
                  <a:pt x="1768406" y="1001567"/>
                </a:lnTo>
                <a:lnTo>
                  <a:pt x="1768597" y="1001584"/>
                </a:lnTo>
                <a:lnTo>
                  <a:pt x="1768791" y="1001604"/>
                </a:lnTo>
                <a:lnTo>
                  <a:pt x="1768988" y="1001626"/>
                </a:lnTo>
                <a:lnTo>
                  <a:pt x="1769188" y="1001651"/>
                </a:lnTo>
                <a:lnTo>
                  <a:pt x="1769391" y="1001678"/>
                </a:lnTo>
                <a:lnTo>
                  <a:pt x="1769596" y="1001707"/>
                </a:lnTo>
                <a:lnTo>
                  <a:pt x="1769805" y="1001739"/>
                </a:lnTo>
                <a:lnTo>
                  <a:pt x="1770017" y="1001773"/>
                </a:lnTo>
                <a:lnTo>
                  <a:pt x="1770231" y="1001810"/>
                </a:lnTo>
                <a:lnTo>
                  <a:pt x="1770449" y="1001848"/>
                </a:lnTo>
                <a:lnTo>
                  <a:pt x="1770669" y="1001890"/>
                </a:lnTo>
                <a:lnTo>
                  <a:pt x="1770893" y="1001933"/>
                </a:lnTo>
                <a:lnTo>
                  <a:pt x="1771119" y="1001979"/>
                </a:lnTo>
                <a:lnTo>
                  <a:pt x="1771348" y="1002027"/>
                </a:lnTo>
                <a:lnTo>
                  <a:pt x="1771580" y="1002077"/>
                </a:lnTo>
                <a:lnTo>
                  <a:pt x="1771815" y="1002130"/>
                </a:lnTo>
                <a:lnTo>
                  <a:pt x="1772054" y="1002186"/>
                </a:lnTo>
                <a:lnTo>
                  <a:pt x="1772292" y="1002242"/>
                </a:lnTo>
                <a:lnTo>
                  <a:pt x="1772529" y="1002299"/>
                </a:lnTo>
                <a:lnTo>
                  <a:pt x="1772764" y="1002357"/>
                </a:lnTo>
                <a:lnTo>
                  <a:pt x="1772997" y="1002416"/>
                </a:lnTo>
                <a:lnTo>
                  <a:pt x="1773229" y="1002475"/>
                </a:lnTo>
                <a:lnTo>
                  <a:pt x="1773459" y="1002534"/>
                </a:lnTo>
                <a:lnTo>
                  <a:pt x="1773687" y="1002594"/>
                </a:lnTo>
                <a:lnTo>
                  <a:pt x="1773913" y="1002655"/>
                </a:lnTo>
                <a:lnTo>
                  <a:pt x="1774138" y="1002716"/>
                </a:lnTo>
                <a:lnTo>
                  <a:pt x="1774361" y="1002778"/>
                </a:lnTo>
                <a:lnTo>
                  <a:pt x="1774582" y="1002841"/>
                </a:lnTo>
                <a:lnTo>
                  <a:pt x="1774801" y="1002904"/>
                </a:lnTo>
                <a:lnTo>
                  <a:pt x="1775018" y="1002968"/>
                </a:lnTo>
                <a:lnTo>
                  <a:pt x="1775234" y="1003032"/>
                </a:lnTo>
                <a:lnTo>
                  <a:pt x="1775448" y="1003097"/>
                </a:lnTo>
                <a:lnTo>
                  <a:pt x="1775660" y="1003162"/>
                </a:lnTo>
                <a:lnTo>
                  <a:pt x="1775871" y="1003228"/>
                </a:lnTo>
                <a:lnTo>
                  <a:pt x="1776079" y="1003295"/>
                </a:lnTo>
                <a:lnTo>
                  <a:pt x="1776286" y="1003362"/>
                </a:lnTo>
                <a:lnTo>
                  <a:pt x="1776492" y="1003430"/>
                </a:lnTo>
                <a:lnTo>
                  <a:pt x="1776695" y="1003498"/>
                </a:lnTo>
                <a:lnTo>
                  <a:pt x="1776897" y="1003567"/>
                </a:lnTo>
                <a:lnTo>
                  <a:pt x="1777097" y="1003637"/>
                </a:lnTo>
                <a:lnTo>
                  <a:pt x="1777295" y="1003707"/>
                </a:lnTo>
                <a:lnTo>
                  <a:pt x="1777295" y="992549"/>
                </a:lnTo>
                <a:lnTo>
                  <a:pt x="1777067" y="992437"/>
                </a:lnTo>
                <a:lnTo>
                  <a:pt x="1776836" y="992327"/>
                </a:lnTo>
                <a:lnTo>
                  <a:pt x="1776600" y="992218"/>
                </a:lnTo>
                <a:lnTo>
                  <a:pt x="1776360" y="992112"/>
                </a:lnTo>
                <a:lnTo>
                  <a:pt x="1776116" y="992007"/>
                </a:lnTo>
                <a:lnTo>
                  <a:pt x="1775868" y="991904"/>
                </a:lnTo>
                <a:lnTo>
                  <a:pt x="1775616" y="991803"/>
                </a:lnTo>
                <a:lnTo>
                  <a:pt x="1775360" y="991703"/>
                </a:lnTo>
                <a:lnTo>
                  <a:pt x="1775099" y="991605"/>
                </a:lnTo>
                <a:lnTo>
                  <a:pt x="1774835" y="991509"/>
                </a:lnTo>
                <a:lnTo>
                  <a:pt x="1774566" y="991415"/>
                </a:lnTo>
                <a:lnTo>
                  <a:pt x="1774294" y="991323"/>
                </a:lnTo>
                <a:lnTo>
                  <a:pt x="1774017" y="991232"/>
                </a:lnTo>
                <a:lnTo>
                  <a:pt x="1773736" y="991143"/>
                </a:lnTo>
                <a:lnTo>
                  <a:pt x="1773451" y="991056"/>
                </a:lnTo>
                <a:lnTo>
                  <a:pt x="1773162" y="990971"/>
                </a:lnTo>
                <a:lnTo>
                  <a:pt x="1772869" y="990887"/>
                </a:lnTo>
                <a:lnTo>
                  <a:pt x="1772571" y="990805"/>
                </a:lnTo>
                <a:lnTo>
                  <a:pt x="1772270" y="990725"/>
                </a:lnTo>
                <a:lnTo>
                  <a:pt x="1771964" y="990646"/>
                </a:lnTo>
                <a:lnTo>
                  <a:pt x="1771655" y="990570"/>
                </a:lnTo>
                <a:lnTo>
                  <a:pt x="1771341" y="990495"/>
                </a:lnTo>
                <a:lnTo>
                  <a:pt x="1771023" y="990422"/>
                </a:lnTo>
                <a:lnTo>
                  <a:pt x="1770701" y="990351"/>
                </a:lnTo>
                <a:lnTo>
                  <a:pt x="1770391" y="990282"/>
                </a:lnTo>
                <a:lnTo>
                  <a:pt x="1770079" y="990216"/>
                </a:lnTo>
                <a:lnTo>
                  <a:pt x="1769766" y="990153"/>
                </a:lnTo>
                <a:lnTo>
                  <a:pt x="1769452" y="990092"/>
                </a:lnTo>
                <a:lnTo>
                  <a:pt x="1769137" y="990035"/>
                </a:lnTo>
                <a:lnTo>
                  <a:pt x="1768820" y="989981"/>
                </a:lnTo>
                <a:lnTo>
                  <a:pt x="1768503" y="989930"/>
                </a:lnTo>
                <a:lnTo>
                  <a:pt x="1768184" y="989881"/>
                </a:lnTo>
                <a:lnTo>
                  <a:pt x="1767864" y="989836"/>
                </a:lnTo>
                <a:lnTo>
                  <a:pt x="1767543" y="989793"/>
                </a:lnTo>
                <a:lnTo>
                  <a:pt x="1767220" y="989753"/>
                </a:lnTo>
                <a:lnTo>
                  <a:pt x="1766897" y="989717"/>
                </a:lnTo>
                <a:lnTo>
                  <a:pt x="1766572" y="989683"/>
                </a:lnTo>
                <a:lnTo>
                  <a:pt x="1766247" y="989652"/>
                </a:lnTo>
                <a:lnTo>
                  <a:pt x="1765920" y="989624"/>
                </a:lnTo>
                <a:lnTo>
                  <a:pt x="1765591" y="989599"/>
                </a:lnTo>
                <a:lnTo>
                  <a:pt x="1765262" y="989577"/>
                </a:lnTo>
                <a:lnTo>
                  <a:pt x="1764932" y="989558"/>
                </a:lnTo>
                <a:lnTo>
                  <a:pt x="1764600" y="989542"/>
                </a:lnTo>
                <a:lnTo>
                  <a:pt x="1764267" y="989529"/>
                </a:lnTo>
                <a:lnTo>
                  <a:pt x="1763933" y="989519"/>
                </a:lnTo>
                <a:lnTo>
                  <a:pt x="1763598" y="989511"/>
                </a:lnTo>
                <a:lnTo>
                  <a:pt x="1763261" y="989507"/>
                </a:lnTo>
                <a:lnTo>
                  <a:pt x="1762924" y="989505"/>
                </a:lnTo>
                <a:lnTo>
                  <a:pt x="1762432" y="989509"/>
                </a:lnTo>
                <a:lnTo>
                  <a:pt x="1761945" y="989521"/>
                </a:lnTo>
                <a:lnTo>
                  <a:pt x="1761460" y="989540"/>
                </a:lnTo>
                <a:lnTo>
                  <a:pt x="1760980" y="989566"/>
                </a:lnTo>
                <a:lnTo>
                  <a:pt x="1760502" y="989601"/>
                </a:lnTo>
                <a:lnTo>
                  <a:pt x="1760029" y="989643"/>
                </a:lnTo>
                <a:lnTo>
                  <a:pt x="1759558" y="989692"/>
                </a:lnTo>
                <a:lnTo>
                  <a:pt x="1759092" y="989750"/>
                </a:lnTo>
                <a:lnTo>
                  <a:pt x="1758628" y="989814"/>
                </a:lnTo>
                <a:lnTo>
                  <a:pt x="1758169" y="989887"/>
                </a:lnTo>
                <a:lnTo>
                  <a:pt x="1757713" y="989967"/>
                </a:lnTo>
                <a:lnTo>
                  <a:pt x="1757260" y="990055"/>
                </a:lnTo>
                <a:lnTo>
                  <a:pt x="1756811" y="990150"/>
                </a:lnTo>
                <a:lnTo>
                  <a:pt x="1756365" y="990253"/>
                </a:lnTo>
                <a:lnTo>
                  <a:pt x="1755923" y="990364"/>
                </a:lnTo>
                <a:lnTo>
                  <a:pt x="1755485" y="990482"/>
                </a:lnTo>
                <a:lnTo>
                  <a:pt x="1755050" y="990608"/>
                </a:lnTo>
                <a:lnTo>
                  <a:pt x="1754618" y="990742"/>
                </a:lnTo>
                <a:lnTo>
                  <a:pt x="1754190" y="990883"/>
                </a:lnTo>
                <a:lnTo>
                  <a:pt x="1753766" y="991032"/>
                </a:lnTo>
                <a:lnTo>
                  <a:pt x="1753345" y="991188"/>
                </a:lnTo>
                <a:lnTo>
                  <a:pt x="1752928" y="991352"/>
                </a:lnTo>
                <a:lnTo>
                  <a:pt x="1752514" y="991524"/>
                </a:lnTo>
                <a:lnTo>
                  <a:pt x="1752103" y="991703"/>
                </a:lnTo>
                <a:lnTo>
                  <a:pt x="1751712" y="991891"/>
                </a:lnTo>
                <a:lnTo>
                  <a:pt x="1751327" y="992086"/>
                </a:lnTo>
                <a:lnTo>
                  <a:pt x="1750949" y="992290"/>
                </a:lnTo>
                <a:lnTo>
                  <a:pt x="1750577" y="992502"/>
                </a:lnTo>
                <a:lnTo>
                  <a:pt x="1750212" y="992722"/>
                </a:lnTo>
                <a:lnTo>
                  <a:pt x="1749853" y="992950"/>
                </a:lnTo>
                <a:lnTo>
                  <a:pt x="1749500" y="993187"/>
                </a:lnTo>
                <a:lnTo>
                  <a:pt x="1749154" y="993431"/>
                </a:lnTo>
                <a:lnTo>
                  <a:pt x="1748815" y="993684"/>
                </a:lnTo>
                <a:lnTo>
                  <a:pt x="1748482" y="993946"/>
                </a:lnTo>
                <a:lnTo>
                  <a:pt x="1748155" y="994215"/>
                </a:lnTo>
                <a:lnTo>
                  <a:pt x="1747835" y="994493"/>
                </a:lnTo>
                <a:lnTo>
                  <a:pt x="1747521" y="994779"/>
                </a:lnTo>
                <a:lnTo>
                  <a:pt x="1747214" y="995073"/>
                </a:lnTo>
                <a:lnTo>
                  <a:pt x="1746913" y="995375"/>
                </a:lnTo>
                <a:lnTo>
                  <a:pt x="1746618" y="995686"/>
                </a:lnTo>
                <a:lnTo>
                  <a:pt x="1746330" y="996004"/>
                </a:lnTo>
                <a:lnTo>
                  <a:pt x="1746049" y="996331"/>
                </a:lnTo>
                <a:lnTo>
                  <a:pt x="1745774" y="996667"/>
                </a:lnTo>
                <a:lnTo>
                  <a:pt x="1745505" y="997010"/>
                </a:lnTo>
                <a:lnTo>
                  <a:pt x="1745243" y="997362"/>
                </a:lnTo>
                <a:lnTo>
                  <a:pt x="1744988" y="997721"/>
                </a:lnTo>
                <a:lnTo>
                  <a:pt x="1744738" y="998089"/>
                </a:lnTo>
                <a:lnTo>
                  <a:pt x="1744496" y="998466"/>
                </a:lnTo>
                <a:lnTo>
                  <a:pt x="1744261" y="998851"/>
                </a:lnTo>
                <a:lnTo>
                  <a:pt x="1744037" y="999247"/>
                </a:lnTo>
                <a:lnTo>
                  <a:pt x="1743822" y="999652"/>
                </a:lnTo>
                <a:lnTo>
                  <a:pt x="1743617" y="1000067"/>
                </a:lnTo>
                <a:lnTo>
                  <a:pt x="1743423" y="1000493"/>
                </a:lnTo>
                <a:lnTo>
                  <a:pt x="1743238" y="1000928"/>
                </a:lnTo>
                <a:lnTo>
                  <a:pt x="1743064" y="1001373"/>
                </a:lnTo>
                <a:lnTo>
                  <a:pt x="1742899" y="1001828"/>
                </a:lnTo>
                <a:lnTo>
                  <a:pt x="1742744" y="1002294"/>
                </a:lnTo>
                <a:lnTo>
                  <a:pt x="1742599" y="1002769"/>
                </a:lnTo>
                <a:lnTo>
                  <a:pt x="1742465" y="1003254"/>
                </a:lnTo>
                <a:lnTo>
                  <a:pt x="1742340" y="1003749"/>
                </a:lnTo>
                <a:lnTo>
                  <a:pt x="1742225" y="1004254"/>
                </a:lnTo>
                <a:lnTo>
                  <a:pt x="1742120" y="1004770"/>
                </a:lnTo>
                <a:lnTo>
                  <a:pt x="1742026" y="1005295"/>
                </a:lnTo>
                <a:lnTo>
                  <a:pt x="1741941" y="1005830"/>
                </a:lnTo>
                <a:lnTo>
                  <a:pt x="1741866" y="1006375"/>
                </a:lnTo>
                <a:lnTo>
                  <a:pt x="1741801" y="1006930"/>
                </a:lnTo>
                <a:lnTo>
                  <a:pt x="1741746" y="1007495"/>
                </a:lnTo>
                <a:lnTo>
                  <a:pt x="1741701" y="1008070"/>
                </a:lnTo>
                <a:lnTo>
                  <a:pt x="1741666" y="1008655"/>
                </a:lnTo>
                <a:lnTo>
                  <a:pt x="1741641" y="1009250"/>
                </a:lnTo>
                <a:lnTo>
                  <a:pt x="1741626" y="1009855"/>
                </a:lnTo>
                <a:lnTo>
                  <a:pt x="1741621" y="1010469"/>
                </a:lnTo>
                <a:lnTo>
                  <a:pt x="1741621" y="1026193"/>
                </a:lnTo>
                <a:lnTo>
                  <a:pt x="1724546" y="1026193"/>
                </a:lnTo>
                <a:lnTo>
                  <a:pt x="1724546" y="1039380"/>
                </a:lnTo>
                <a:lnTo>
                  <a:pt x="1741621" y="1039380"/>
                </a:lnTo>
                <a:lnTo>
                  <a:pt x="1741621" y="1112586"/>
                </a:lnTo>
                <a:lnTo>
                  <a:pt x="1758021" y="1112586"/>
                </a:lnTo>
                <a:lnTo>
                  <a:pt x="1758021" y="1039380"/>
                </a:lnTo>
                <a:lnTo>
                  <a:pt x="1787946" y="1039380"/>
                </a:lnTo>
                <a:lnTo>
                  <a:pt x="1787946" y="1112586"/>
                </a:lnTo>
                <a:lnTo>
                  <a:pt x="1804345" y="1112586"/>
                </a:lnTo>
                <a:lnTo>
                  <a:pt x="1804345" y="1026193"/>
                </a:lnTo>
                <a:lnTo>
                  <a:pt x="1758021" y="1026193"/>
                </a:lnTo>
                <a:close/>
                <a:moveTo>
                  <a:pt x="1286062" y="1114192"/>
                </a:moveTo>
                <a:lnTo>
                  <a:pt x="1286583" y="1114162"/>
                </a:lnTo>
                <a:lnTo>
                  <a:pt x="1287105" y="1114127"/>
                </a:lnTo>
                <a:lnTo>
                  <a:pt x="1287626" y="1114087"/>
                </a:lnTo>
                <a:lnTo>
                  <a:pt x="1288147" y="1114042"/>
                </a:lnTo>
                <a:lnTo>
                  <a:pt x="1288668" y="1113993"/>
                </a:lnTo>
                <a:lnTo>
                  <a:pt x="1289190" y="1113939"/>
                </a:lnTo>
                <a:lnTo>
                  <a:pt x="1289711" y="1113880"/>
                </a:lnTo>
                <a:lnTo>
                  <a:pt x="1290232" y="1113817"/>
                </a:lnTo>
                <a:lnTo>
                  <a:pt x="1290754" y="1113749"/>
                </a:lnTo>
                <a:lnTo>
                  <a:pt x="1291275" y="1113676"/>
                </a:lnTo>
                <a:lnTo>
                  <a:pt x="1291796" y="1113598"/>
                </a:lnTo>
                <a:lnTo>
                  <a:pt x="1292318" y="1113516"/>
                </a:lnTo>
                <a:lnTo>
                  <a:pt x="1292839" y="1113429"/>
                </a:lnTo>
                <a:lnTo>
                  <a:pt x="1293360" y="1113338"/>
                </a:lnTo>
                <a:lnTo>
                  <a:pt x="1293881" y="1113241"/>
                </a:lnTo>
                <a:lnTo>
                  <a:pt x="1294403" y="1113140"/>
                </a:lnTo>
                <a:lnTo>
                  <a:pt x="1294924" y="1113035"/>
                </a:lnTo>
                <a:lnTo>
                  <a:pt x="1295445" y="1112924"/>
                </a:lnTo>
                <a:lnTo>
                  <a:pt x="1295963" y="1112824"/>
                </a:lnTo>
                <a:lnTo>
                  <a:pt x="1296473" y="1112719"/>
                </a:lnTo>
                <a:lnTo>
                  <a:pt x="1296975" y="1112610"/>
                </a:lnTo>
                <a:lnTo>
                  <a:pt x="1297469" y="1112497"/>
                </a:lnTo>
                <a:lnTo>
                  <a:pt x="1297956" y="1112380"/>
                </a:lnTo>
                <a:lnTo>
                  <a:pt x="1298436" y="1112259"/>
                </a:lnTo>
                <a:lnTo>
                  <a:pt x="1298907" y="1112133"/>
                </a:lnTo>
                <a:lnTo>
                  <a:pt x="1299371" y="1112004"/>
                </a:lnTo>
                <a:lnTo>
                  <a:pt x="1299828" y="1111870"/>
                </a:lnTo>
                <a:lnTo>
                  <a:pt x="1300277" y="1111733"/>
                </a:lnTo>
                <a:lnTo>
                  <a:pt x="1300718" y="1111591"/>
                </a:lnTo>
                <a:lnTo>
                  <a:pt x="1301151" y="1111445"/>
                </a:lnTo>
                <a:lnTo>
                  <a:pt x="1301577" y="1111295"/>
                </a:lnTo>
                <a:lnTo>
                  <a:pt x="1301996" y="1111141"/>
                </a:lnTo>
                <a:lnTo>
                  <a:pt x="1302406" y="1110983"/>
                </a:lnTo>
                <a:lnTo>
                  <a:pt x="1302809" y="1110820"/>
                </a:lnTo>
                <a:lnTo>
                  <a:pt x="1303205" y="1110654"/>
                </a:lnTo>
                <a:lnTo>
                  <a:pt x="1303592" y="1110484"/>
                </a:lnTo>
                <a:lnTo>
                  <a:pt x="1303972" y="1110309"/>
                </a:lnTo>
                <a:lnTo>
                  <a:pt x="1304345" y="1110130"/>
                </a:lnTo>
                <a:lnTo>
                  <a:pt x="1304710" y="1109947"/>
                </a:lnTo>
                <a:lnTo>
                  <a:pt x="1305067" y="1109760"/>
                </a:lnTo>
                <a:lnTo>
                  <a:pt x="1305416" y="1109569"/>
                </a:lnTo>
                <a:lnTo>
                  <a:pt x="1305758" y="1109374"/>
                </a:lnTo>
                <a:lnTo>
                  <a:pt x="1305758" y="1096356"/>
                </a:lnTo>
                <a:lnTo>
                  <a:pt x="1305460" y="1096496"/>
                </a:lnTo>
                <a:lnTo>
                  <a:pt x="1305158" y="1096636"/>
                </a:lnTo>
                <a:lnTo>
                  <a:pt x="1304852" y="1096776"/>
                </a:lnTo>
                <a:lnTo>
                  <a:pt x="1304542" y="1096915"/>
                </a:lnTo>
                <a:lnTo>
                  <a:pt x="1304228" y="1097053"/>
                </a:lnTo>
                <a:lnTo>
                  <a:pt x="1303909" y="1097191"/>
                </a:lnTo>
                <a:lnTo>
                  <a:pt x="1303587" y="1097328"/>
                </a:lnTo>
                <a:lnTo>
                  <a:pt x="1303260" y="1097464"/>
                </a:lnTo>
                <a:lnTo>
                  <a:pt x="1302929" y="1097600"/>
                </a:lnTo>
                <a:lnTo>
                  <a:pt x="1302594" y="1097735"/>
                </a:lnTo>
                <a:lnTo>
                  <a:pt x="1302255" y="1097870"/>
                </a:lnTo>
                <a:lnTo>
                  <a:pt x="1301912" y="1098004"/>
                </a:lnTo>
                <a:lnTo>
                  <a:pt x="1301565" y="1098138"/>
                </a:lnTo>
                <a:lnTo>
                  <a:pt x="1301214" y="1098271"/>
                </a:lnTo>
                <a:lnTo>
                  <a:pt x="1300858" y="1098403"/>
                </a:lnTo>
                <a:lnTo>
                  <a:pt x="1300499" y="1098535"/>
                </a:lnTo>
                <a:lnTo>
                  <a:pt x="1300135" y="1098666"/>
                </a:lnTo>
                <a:lnTo>
                  <a:pt x="1299767" y="1098797"/>
                </a:lnTo>
                <a:lnTo>
                  <a:pt x="1299395" y="1098927"/>
                </a:lnTo>
                <a:lnTo>
                  <a:pt x="1299019" y="1099056"/>
                </a:lnTo>
                <a:lnTo>
                  <a:pt x="1298639" y="1099185"/>
                </a:lnTo>
                <a:lnTo>
                  <a:pt x="1298255" y="1099313"/>
                </a:lnTo>
                <a:lnTo>
                  <a:pt x="1297867" y="1099441"/>
                </a:lnTo>
                <a:lnTo>
                  <a:pt x="1297474" y="1099568"/>
                </a:lnTo>
                <a:lnTo>
                  <a:pt x="1297092" y="1099678"/>
                </a:lnTo>
                <a:lnTo>
                  <a:pt x="1296707" y="1099784"/>
                </a:lnTo>
                <a:lnTo>
                  <a:pt x="1296320" y="1099885"/>
                </a:lnTo>
                <a:lnTo>
                  <a:pt x="1295929" y="1099981"/>
                </a:lnTo>
                <a:lnTo>
                  <a:pt x="1295535" y="1100073"/>
                </a:lnTo>
                <a:lnTo>
                  <a:pt x="1295139" y="1100160"/>
                </a:lnTo>
                <a:lnTo>
                  <a:pt x="1294739" y="1100242"/>
                </a:lnTo>
                <a:lnTo>
                  <a:pt x="1294337" y="1100319"/>
                </a:lnTo>
                <a:lnTo>
                  <a:pt x="1293932" y="1100392"/>
                </a:lnTo>
                <a:lnTo>
                  <a:pt x="1293523" y="1100460"/>
                </a:lnTo>
                <a:lnTo>
                  <a:pt x="1293112" y="1100524"/>
                </a:lnTo>
                <a:lnTo>
                  <a:pt x="1292698" y="1100582"/>
                </a:lnTo>
                <a:lnTo>
                  <a:pt x="1292281" y="1100636"/>
                </a:lnTo>
                <a:lnTo>
                  <a:pt x="1291861" y="1100686"/>
                </a:lnTo>
                <a:lnTo>
                  <a:pt x="1291438" y="1100730"/>
                </a:lnTo>
                <a:lnTo>
                  <a:pt x="1291012" y="1100770"/>
                </a:lnTo>
                <a:lnTo>
                  <a:pt x="1290583" y="1100806"/>
                </a:lnTo>
                <a:lnTo>
                  <a:pt x="1290151" y="1100836"/>
                </a:lnTo>
                <a:lnTo>
                  <a:pt x="1289717" y="1100862"/>
                </a:lnTo>
                <a:lnTo>
                  <a:pt x="1289279" y="1100883"/>
                </a:lnTo>
                <a:lnTo>
                  <a:pt x="1288838" y="1100899"/>
                </a:lnTo>
                <a:lnTo>
                  <a:pt x="1288395" y="1100911"/>
                </a:lnTo>
                <a:lnTo>
                  <a:pt x="1287949" y="1100918"/>
                </a:lnTo>
                <a:lnTo>
                  <a:pt x="1287499" y="1100921"/>
                </a:lnTo>
                <a:lnTo>
                  <a:pt x="1286926" y="1100918"/>
                </a:lnTo>
                <a:lnTo>
                  <a:pt x="1286360" y="1100909"/>
                </a:lnTo>
                <a:lnTo>
                  <a:pt x="1285803" y="1100894"/>
                </a:lnTo>
                <a:lnTo>
                  <a:pt x="1285254" y="1100874"/>
                </a:lnTo>
                <a:lnTo>
                  <a:pt x="1284714" y="1100847"/>
                </a:lnTo>
                <a:lnTo>
                  <a:pt x="1284181" y="1100815"/>
                </a:lnTo>
                <a:lnTo>
                  <a:pt x="1283657" y="1100777"/>
                </a:lnTo>
                <a:lnTo>
                  <a:pt x="1283141" y="1100733"/>
                </a:lnTo>
                <a:lnTo>
                  <a:pt x="1282633" y="1100683"/>
                </a:lnTo>
                <a:lnTo>
                  <a:pt x="1282134" y="1100627"/>
                </a:lnTo>
                <a:lnTo>
                  <a:pt x="1281642" y="1100565"/>
                </a:lnTo>
                <a:lnTo>
                  <a:pt x="1281159" y="1100498"/>
                </a:lnTo>
                <a:lnTo>
                  <a:pt x="1280684" y="1100424"/>
                </a:lnTo>
                <a:lnTo>
                  <a:pt x="1280218" y="1100345"/>
                </a:lnTo>
                <a:lnTo>
                  <a:pt x="1279759" y="1100260"/>
                </a:lnTo>
                <a:lnTo>
                  <a:pt x="1279309" y="1100169"/>
                </a:lnTo>
                <a:lnTo>
                  <a:pt x="1278867" y="1100072"/>
                </a:lnTo>
                <a:lnTo>
                  <a:pt x="1278433" y="1099970"/>
                </a:lnTo>
                <a:lnTo>
                  <a:pt x="1278007" y="1099861"/>
                </a:lnTo>
                <a:lnTo>
                  <a:pt x="1277590" y="1099746"/>
                </a:lnTo>
                <a:lnTo>
                  <a:pt x="1277181" y="1099626"/>
                </a:lnTo>
                <a:lnTo>
                  <a:pt x="1276780" y="1099500"/>
                </a:lnTo>
                <a:lnTo>
                  <a:pt x="1276387" y="1099368"/>
                </a:lnTo>
                <a:lnTo>
                  <a:pt x="1276003" y="1099230"/>
                </a:lnTo>
                <a:lnTo>
                  <a:pt x="1275626" y="1099085"/>
                </a:lnTo>
                <a:lnTo>
                  <a:pt x="1275257" y="1098934"/>
                </a:lnTo>
                <a:lnTo>
                  <a:pt x="1274896" y="1098776"/>
                </a:lnTo>
                <a:lnTo>
                  <a:pt x="1274542" y="1098610"/>
                </a:lnTo>
                <a:lnTo>
                  <a:pt x="1274196" y="1098437"/>
                </a:lnTo>
                <a:lnTo>
                  <a:pt x="1273858" y="1098258"/>
                </a:lnTo>
                <a:lnTo>
                  <a:pt x="1273527" y="1098071"/>
                </a:lnTo>
                <a:lnTo>
                  <a:pt x="1273204" y="1097877"/>
                </a:lnTo>
                <a:lnTo>
                  <a:pt x="1272888" y="1097677"/>
                </a:lnTo>
                <a:lnTo>
                  <a:pt x="1272580" y="1097469"/>
                </a:lnTo>
                <a:lnTo>
                  <a:pt x="1272280" y="1097254"/>
                </a:lnTo>
                <a:lnTo>
                  <a:pt x="1271987" y="1097032"/>
                </a:lnTo>
                <a:lnTo>
                  <a:pt x="1271702" y="1096803"/>
                </a:lnTo>
                <a:lnTo>
                  <a:pt x="1271425" y="1096567"/>
                </a:lnTo>
                <a:lnTo>
                  <a:pt x="1271155" y="1096324"/>
                </a:lnTo>
                <a:lnTo>
                  <a:pt x="1270893" y="1096074"/>
                </a:lnTo>
                <a:lnTo>
                  <a:pt x="1270639" y="1095817"/>
                </a:lnTo>
                <a:lnTo>
                  <a:pt x="1270392" y="1095553"/>
                </a:lnTo>
                <a:lnTo>
                  <a:pt x="1270152" y="1095281"/>
                </a:lnTo>
                <a:lnTo>
                  <a:pt x="1269921" y="1095003"/>
                </a:lnTo>
                <a:lnTo>
                  <a:pt x="1269697" y="1094718"/>
                </a:lnTo>
                <a:lnTo>
                  <a:pt x="1269481" y="1094425"/>
                </a:lnTo>
                <a:lnTo>
                  <a:pt x="1269272" y="1094126"/>
                </a:lnTo>
                <a:lnTo>
                  <a:pt x="1269071" y="1093820"/>
                </a:lnTo>
                <a:lnTo>
                  <a:pt x="1268878" y="1093506"/>
                </a:lnTo>
                <a:lnTo>
                  <a:pt x="1268693" y="1093186"/>
                </a:lnTo>
                <a:lnTo>
                  <a:pt x="1268516" y="1092858"/>
                </a:lnTo>
                <a:lnTo>
                  <a:pt x="1268348" y="1092523"/>
                </a:lnTo>
                <a:lnTo>
                  <a:pt x="1268187" y="1092182"/>
                </a:lnTo>
                <a:lnTo>
                  <a:pt x="1268035" y="1091833"/>
                </a:lnTo>
                <a:lnTo>
                  <a:pt x="1267892" y="1091477"/>
                </a:lnTo>
                <a:lnTo>
                  <a:pt x="1267756" y="1091115"/>
                </a:lnTo>
                <a:lnTo>
                  <a:pt x="1267629" y="1090745"/>
                </a:lnTo>
                <a:lnTo>
                  <a:pt x="1267509" y="1090368"/>
                </a:lnTo>
                <a:lnTo>
                  <a:pt x="1267398" y="1089984"/>
                </a:lnTo>
                <a:lnTo>
                  <a:pt x="1267296" y="1089593"/>
                </a:lnTo>
                <a:lnTo>
                  <a:pt x="1267201" y="1089195"/>
                </a:lnTo>
                <a:lnTo>
                  <a:pt x="1267115" y="1088790"/>
                </a:lnTo>
                <a:lnTo>
                  <a:pt x="1267037" y="1088378"/>
                </a:lnTo>
                <a:lnTo>
                  <a:pt x="1266967" y="1087959"/>
                </a:lnTo>
                <a:lnTo>
                  <a:pt x="1266905" y="1087533"/>
                </a:lnTo>
                <a:lnTo>
                  <a:pt x="1266852" y="1087099"/>
                </a:lnTo>
                <a:lnTo>
                  <a:pt x="1266807" y="1086659"/>
                </a:lnTo>
                <a:lnTo>
                  <a:pt x="1266770" y="1086212"/>
                </a:lnTo>
                <a:lnTo>
                  <a:pt x="1266741" y="1085757"/>
                </a:lnTo>
                <a:lnTo>
                  <a:pt x="1266720" y="1085296"/>
                </a:lnTo>
                <a:lnTo>
                  <a:pt x="1266708" y="1084828"/>
                </a:lnTo>
                <a:lnTo>
                  <a:pt x="1266704" y="1084352"/>
                </a:lnTo>
                <a:lnTo>
                  <a:pt x="1266704" y="1039380"/>
                </a:lnTo>
                <a:lnTo>
                  <a:pt x="1305758" y="1039380"/>
                </a:lnTo>
                <a:lnTo>
                  <a:pt x="1305758" y="1026193"/>
                </a:lnTo>
                <a:lnTo>
                  <a:pt x="1266704" y="1026193"/>
                </a:lnTo>
                <a:lnTo>
                  <a:pt x="1266704" y="998635"/>
                </a:lnTo>
                <a:lnTo>
                  <a:pt x="1256222" y="998635"/>
                </a:lnTo>
                <a:lnTo>
                  <a:pt x="1250304" y="1026193"/>
                </a:lnTo>
                <a:lnTo>
                  <a:pt x="1224775" y="1026193"/>
                </a:lnTo>
                <a:lnTo>
                  <a:pt x="1224775" y="1039380"/>
                </a:lnTo>
                <a:lnTo>
                  <a:pt x="1249797" y="1039380"/>
                </a:lnTo>
                <a:lnTo>
                  <a:pt x="1249797" y="1085705"/>
                </a:lnTo>
                <a:lnTo>
                  <a:pt x="1249813" y="1086958"/>
                </a:lnTo>
                <a:lnTo>
                  <a:pt x="1249859" y="1088182"/>
                </a:lnTo>
                <a:lnTo>
                  <a:pt x="1249937" y="1089377"/>
                </a:lnTo>
                <a:lnTo>
                  <a:pt x="1250046" y="1090542"/>
                </a:lnTo>
                <a:lnTo>
                  <a:pt x="1250186" y="1091678"/>
                </a:lnTo>
                <a:lnTo>
                  <a:pt x="1250357" y="1092784"/>
                </a:lnTo>
                <a:lnTo>
                  <a:pt x="1250559" y="1093862"/>
                </a:lnTo>
                <a:lnTo>
                  <a:pt x="1250793" y="1094909"/>
                </a:lnTo>
                <a:lnTo>
                  <a:pt x="1251057" y="1095928"/>
                </a:lnTo>
                <a:lnTo>
                  <a:pt x="1251353" y="1096917"/>
                </a:lnTo>
                <a:lnTo>
                  <a:pt x="1251680" y="1097877"/>
                </a:lnTo>
                <a:lnTo>
                  <a:pt x="1252037" y="1098807"/>
                </a:lnTo>
                <a:lnTo>
                  <a:pt x="1252426" y="1099708"/>
                </a:lnTo>
                <a:lnTo>
                  <a:pt x="1252846" y="1100580"/>
                </a:lnTo>
                <a:lnTo>
                  <a:pt x="1253297" y="1101423"/>
                </a:lnTo>
                <a:lnTo>
                  <a:pt x="1253780" y="1102236"/>
                </a:lnTo>
                <a:lnTo>
                  <a:pt x="1254293" y="1103019"/>
                </a:lnTo>
                <a:lnTo>
                  <a:pt x="1254837" y="1103774"/>
                </a:lnTo>
                <a:lnTo>
                  <a:pt x="1255413" y="1104499"/>
                </a:lnTo>
                <a:lnTo>
                  <a:pt x="1256020" y="1105194"/>
                </a:lnTo>
                <a:lnTo>
                  <a:pt x="1256658" y="1105861"/>
                </a:lnTo>
                <a:lnTo>
                  <a:pt x="1257327" y="1106498"/>
                </a:lnTo>
                <a:lnTo>
                  <a:pt x="1258027" y="1107105"/>
                </a:lnTo>
                <a:lnTo>
                  <a:pt x="1258758" y="1107683"/>
                </a:lnTo>
                <a:lnTo>
                  <a:pt x="1259515" y="1108221"/>
                </a:lnTo>
                <a:lnTo>
                  <a:pt x="1260295" y="1108737"/>
                </a:lnTo>
                <a:lnTo>
                  <a:pt x="1261096" y="1109229"/>
                </a:lnTo>
                <a:lnTo>
                  <a:pt x="1261918" y="1109698"/>
                </a:lnTo>
                <a:lnTo>
                  <a:pt x="1262763" y="1110145"/>
                </a:lnTo>
                <a:lnTo>
                  <a:pt x="1263629" y="1110568"/>
                </a:lnTo>
                <a:lnTo>
                  <a:pt x="1264517" y="1110969"/>
                </a:lnTo>
                <a:lnTo>
                  <a:pt x="1265427" y="1111346"/>
                </a:lnTo>
                <a:lnTo>
                  <a:pt x="1266358" y="1111701"/>
                </a:lnTo>
                <a:lnTo>
                  <a:pt x="1267311" y="1112033"/>
                </a:lnTo>
                <a:lnTo>
                  <a:pt x="1268286" y="1112342"/>
                </a:lnTo>
                <a:lnTo>
                  <a:pt x="1269282" y="1112629"/>
                </a:lnTo>
                <a:lnTo>
                  <a:pt x="1270300" y="1112892"/>
                </a:lnTo>
                <a:lnTo>
                  <a:pt x="1271340" y="1113132"/>
                </a:lnTo>
                <a:lnTo>
                  <a:pt x="1272402" y="1113350"/>
                </a:lnTo>
                <a:lnTo>
                  <a:pt x="1273485" y="1113544"/>
                </a:lnTo>
                <a:lnTo>
                  <a:pt x="1274590" y="1113716"/>
                </a:lnTo>
                <a:lnTo>
                  <a:pt x="1275717" y="1113865"/>
                </a:lnTo>
                <a:lnTo>
                  <a:pt x="1276866" y="1113991"/>
                </a:lnTo>
                <a:lnTo>
                  <a:pt x="1278036" y="1114094"/>
                </a:lnTo>
                <a:lnTo>
                  <a:pt x="1279228" y="1114174"/>
                </a:lnTo>
                <a:lnTo>
                  <a:pt x="1280442" y="1114231"/>
                </a:lnTo>
                <a:lnTo>
                  <a:pt x="1281677" y="1114266"/>
                </a:lnTo>
                <a:lnTo>
                  <a:pt x="1282934" y="1114277"/>
                </a:lnTo>
                <a:lnTo>
                  <a:pt x="1283456" y="1114275"/>
                </a:lnTo>
                <a:lnTo>
                  <a:pt x="1283977" y="1114268"/>
                </a:lnTo>
                <a:lnTo>
                  <a:pt x="1284498" y="1114256"/>
                </a:lnTo>
                <a:lnTo>
                  <a:pt x="1285019" y="1114239"/>
                </a:lnTo>
                <a:lnTo>
                  <a:pt x="1285541" y="1114218"/>
                </a:lnTo>
                <a:lnTo>
                  <a:pt x="1286062" y="1114192"/>
                </a:lnTo>
                <a:close/>
                <a:moveTo>
                  <a:pt x="2097764" y="1131311"/>
                </a:moveTo>
                <a:lnTo>
                  <a:pt x="2097548" y="1131295"/>
                </a:lnTo>
                <a:lnTo>
                  <a:pt x="2097328" y="1131278"/>
                </a:lnTo>
                <a:lnTo>
                  <a:pt x="2097106" y="1131258"/>
                </a:lnTo>
                <a:lnTo>
                  <a:pt x="2096881" y="1131235"/>
                </a:lnTo>
                <a:lnTo>
                  <a:pt x="2096653" y="1131211"/>
                </a:lnTo>
                <a:lnTo>
                  <a:pt x="2096422" y="1131184"/>
                </a:lnTo>
                <a:lnTo>
                  <a:pt x="2096188" y="1131154"/>
                </a:lnTo>
                <a:lnTo>
                  <a:pt x="2095951" y="1131123"/>
                </a:lnTo>
                <a:lnTo>
                  <a:pt x="2095711" y="1131089"/>
                </a:lnTo>
                <a:lnTo>
                  <a:pt x="2095469" y="1131052"/>
                </a:lnTo>
                <a:lnTo>
                  <a:pt x="2095223" y="1131013"/>
                </a:lnTo>
                <a:lnTo>
                  <a:pt x="2094974" y="1130972"/>
                </a:lnTo>
                <a:lnTo>
                  <a:pt x="2094723" y="1130929"/>
                </a:lnTo>
                <a:lnTo>
                  <a:pt x="2094468" y="1130883"/>
                </a:lnTo>
                <a:lnTo>
                  <a:pt x="2094211" y="1130835"/>
                </a:lnTo>
                <a:lnTo>
                  <a:pt x="2093951" y="1130785"/>
                </a:lnTo>
                <a:lnTo>
                  <a:pt x="2093687" y="1130732"/>
                </a:lnTo>
                <a:lnTo>
                  <a:pt x="2093421" y="1130677"/>
                </a:lnTo>
                <a:lnTo>
                  <a:pt x="2093169" y="1130618"/>
                </a:lnTo>
                <a:lnTo>
                  <a:pt x="2092919" y="1130554"/>
                </a:lnTo>
                <a:lnTo>
                  <a:pt x="2092671" y="1130486"/>
                </a:lnTo>
                <a:lnTo>
                  <a:pt x="2092425" y="1130413"/>
                </a:lnTo>
                <a:lnTo>
                  <a:pt x="2092182" y="1130336"/>
                </a:lnTo>
                <a:lnTo>
                  <a:pt x="2091942" y="1130254"/>
                </a:lnTo>
                <a:lnTo>
                  <a:pt x="2091703" y="1130167"/>
                </a:lnTo>
                <a:lnTo>
                  <a:pt x="2091467" y="1130075"/>
                </a:lnTo>
                <a:lnTo>
                  <a:pt x="2091234" y="1129979"/>
                </a:lnTo>
                <a:lnTo>
                  <a:pt x="2091002" y="1129878"/>
                </a:lnTo>
                <a:lnTo>
                  <a:pt x="2090773" y="1129772"/>
                </a:lnTo>
                <a:lnTo>
                  <a:pt x="2090547" y="1129662"/>
                </a:lnTo>
                <a:lnTo>
                  <a:pt x="2090323" y="1129547"/>
                </a:lnTo>
                <a:lnTo>
                  <a:pt x="2090101" y="1129427"/>
                </a:lnTo>
                <a:lnTo>
                  <a:pt x="2089881" y="1129303"/>
                </a:lnTo>
                <a:lnTo>
                  <a:pt x="2089664" y="1129174"/>
                </a:lnTo>
                <a:lnTo>
                  <a:pt x="2089449" y="1129040"/>
                </a:lnTo>
                <a:lnTo>
                  <a:pt x="2089237" y="1128901"/>
                </a:lnTo>
                <a:lnTo>
                  <a:pt x="2089026" y="1128758"/>
                </a:lnTo>
                <a:lnTo>
                  <a:pt x="2088819" y="1128610"/>
                </a:lnTo>
                <a:lnTo>
                  <a:pt x="2088613" y="1128457"/>
                </a:lnTo>
                <a:lnTo>
                  <a:pt x="2088410" y="1128300"/>
                </a:lnTo>
                <a:lnTo>
                  <a:pt x="2088209" y="1128138"/>
                </a:lnTo>
                <a:lnTo>
                  <a:pt x="2088011" y="1127971"/>
                </a:lnTo>
                <a:lnTo>
                  <a:pt x="2087831" y="1127799"/>
                </a:lnTo>
                <a:lnTo>
                  <a:pt x="2087659" y="1127622"/>
                </a:lnTo>
                <a:lnTo>
                  <a:pt x="2087493" y="1127438"/>
                </a:lnTo>
                <a:lnTo>
                  <a:pt x="2087335" y="1127248"/>
                </a:lnTo>
                <a:lnTo>
                  <a:pt x="2087183" y="1127053"/>
                </a:lnTo>
                <a:lnTo>
                  <a:pt x="2087039" y="1126851"/>
                </a:lnTo>
                <a:lnTo>
                  <a:pt x="2086901" y="1126644"/>
                </a:lnTo>
                <a:lnTo>
                  <a:pt x="2086771" y="1126431"/>
                </a:lnTo>
                <a:lnTo>
                  <a:pt x="2086648" y="1126212"/>
                </a:lnTo>
                <a:lnTo>
                  <a:pt x="2086532" y="1125987"/>
                </a:lnTo>
                <a:lnTo>
                  <a:pt x="2086422" y="1125757"/>
                </a:lnTo>
                <a:lnTo>
                  <a:pt x="2086320" y="1125520"/>
                </a:lnTo>
                <a:lnTo>
                  <a:pt x="2086225" y="1125277"/>
                </a:lnTo>
                <a:lnTo>
                  <a:pt x="2086137" y="1125029"/>
                </a:lnTo>
                <a:lnTo>
                  <a:pt x="2086056" y="1124775"/>
                </a:lnTo>
                <a:lnTo>
                  <a:pt x="2085982" y="1124515"/>
                </a:lnTo>
                <a:lnTo>
                  <a:pt x="2085915" y="1124249"/>
                </a:lnTo>
                <a:lnTo>
                  <a:pt x="2085855" y="1123977"/>
                </a:lnTo>
                <a:lnTo>
                  <a:pt x="2085803" y="1123700"/>
                </a:lnTo>
                <a:lnTo>
                  <a:pt x="2085757" y="1123416"/>
                </a:lnTo>
                <a:lnTo>
                  <a:pt x="2085718" y="1123127"/>
                </a:lnTo>
                <a:lnTo>
                  <a:pt x="2085686" y="1122831"/>
                </a:lnTo>
                <a:lnTo>
                  <a:pt x="2085662" y="1122530"/>
                </a:lnTo>
                <a:lnTo>
                  <a:pt x="2085644" y="1122223"/>
                </a:lnTo>
                <a:lnTo>
                  <a:pt x="2084460" y="1086212"/>
                </a:lnTo>
                <a:lnTo>
                  <a:pt x="2084427" y="1085528"/>
                </a:lnTo>
                <a:lnTo>
                  <a:pt x="2084384" y="1084857"/>
                </a:lnTo>
                <a:lnTo>
                  <a:pt x="2084331" y="1084199"/>
                </a:lnTo>
                <a:lnTo>
                  <a:pt x="2084268" y="1083554"/>
                </a:lnTo>
                <a:lnTo>
                  <a:pt x="2084195" y="1082921"/>
                </a:lnTo>
                <a:lnTo>
                  <a:pt x="2084112" y="1082302"/>
                </a:lnTo>
                <a:lnTo>
                  <a:pt x="2084019" y="1081696"/>
                </a:lnTo>
                <a:lnTo>
                  <a:pt x="2083916" y="1081102"/>
                </a:lnTo>
                <a:lnTo>
                  <a:pt x="2083803" y="1080522"/>
                </a:lnTo>
                <a:lnTo>
                  <a:pt x="2083680" y="1079954"/>
                </a:lnTo>
                <a:lnTo>
                  <a:pt x="2083547" y="1079399"/>
                </a:lnTo>
                <a:lnTo>
                  <a:pt x="2083404" y="1078857"/>
                </a:lnTo>
                <a:lnTo>
                  <a:pt x="2083251" y="1078328"/>
                </a:lnTo>
                <a:lnTo>
                  <a:pt x="2083088" y="1077812"/>
                </a:lnTo>
                <a:lnTo>
                  <a:pt x="2082915" y="1077309"/>
                </a:lnTo>
                <a:lnTo>
                  <a:pt x="2082732" y="1076819"/>
                </a:lnTo>
                <a:lnTo>
                  <a:pt x="2082539" y="1076342"/>
                </a:lnTo>
                <a:lnTo>
                  <a:pt x="2082337" y="1075878"/>
                </a:lnTo>
                <a:lnTo>
                  <a:pt x="2082124" y="1075426"/>
                </a:lnTo>
                <a:lnTo>
                  <a:pt x="2081901" y="1074988"/>
                </a:lnTo>
                <a:lnTo>
                  <a:pt x="2081668" y="1074562"/>
                </a:lnTo>
                <a:lnTo>
                  <a:pt x="2081426" y="1074149"/>
                </a:lnTo>
                <a:lnTo>
                  <a:pt x="2081173" y="1073750"/>
                </a:lnTo>
                <a:lnTo>
                  <a:pt x="2080910" y="1073363"/>
                </a:lnTo>
                <a:lnTo>
                  <a:pt x="2080647" y="1072990"/>
                </a:lnTo>
                <a:lnTo>
                  <a:pt x="2080365" y="1072634"/>
                </a:lnTo>
                <a:lnTo>
                  <a:pt x="2080065" y="1072293"/>
                </a:lnTo>
                <a:lnTo>
                  <a:pt x="2079745" y="1071968"/>
                </a:lnTo>
                <a:lnTo>
                  <a:pt x="2079407" y="1071659"/>
                </a:lnTo>
                <a:lnTo>
                  <a:pt x="2079050" y="1071366"/>
                </a:lnTo>
                <a:lnTo>
                  <a:pt x="2078675" y="1071088"/>
                </a:lnTo>
                <a:lnTo>
                  <a:pt x="2078280" y="1070827"/>
                </a:lnTo>
                <a:lnTo>
                  <a:pt x="2077867" y="1070581"/>
                </a:lnTo>
                <a:lnTo>
                  <a:pt x="2077435" y="1070351"/>
                </a:lnTo>
                <a:lnTo>
                  <a:pt x="2076984" y="1070137"/>
                </a:lnTo>
                <a:lnTo>
                  <a:pt x="2076514" y="1069939"/>
                </a:lnTo>
                <a:lnTo>
                  <a:pt x="2076026" y="1069757"/>
                </a:lnTo>
                <a:lnTo>
                  <a:pt x="2075519" y="1069590"/>
                </a:lnTo>
                <a:lnTo>
                  <a:pt x="2074993" y="1069440"/>
                </a:lnTo>
                <a:lnTo>
                  <a:pt x="2074448" y="1069305"/>
                </a:lnTo>
                <a:lnTo>
                  <a:pt x="2073884" y="1069186"/>
                </a:lnTo>
                <a:lnTo>
                  <a:pt x="2073302" y="1069083"/>
                </a:lnTo>
                <a:lnTo>
                  <a:pt x="2072701" y="1068996"/>
                </a:lnTo>
                <a:lnTo>
                  <a:pt x="2072081" y="1068925"/>
                </a:lnTo>
                <a:lnTo>
                  <a:pt x="2071442" y="1068869"/>
                </a:lnTo>
                <a:lnTo>
                  <a:pt x="2070785" y="1068830"/>
                </a:lnTo>
                <a:lnTo>
                  <a:pt x="2070109" y="1068806"/>
                </a:lnTo>
                <a:lnTo>
                  <a:pt x="2069414" y="1068798"/>
                </a:lnTo>
                <a:lnTo>
                  <a:pt x="2069414" y="1067276"/>
                </a:lnTo>
                <a:lnTo>
                  <a:pt x="2070109" y="1067268"/>
                </a:lnTo>
                <a:lnTo>
                  <a:pt x="2070785" y="1067244"/>
                </a:lnTo>
                <a:lnTo>
                  <a:pt x="2071442" y="1067205"/>
                </a:lnTo>
                <a:lnTo>
                  <a:pt x="2072081" y="1067149"/>
                </a:lnTo>
                <a:lnTo>
                  <a:pt x="2072701" y="1067078"/>
                </a:lnTo>
                <a:lnTo>
                  <a:pt x="2073302" y="1066991"/>
                </a:lnTo>
                <a:lnTo>
                  <a:pt x="2073884" y="1066888"/>
                </a:lnTo>
                <a:lnTo>
                  <a:pt x="2074448" y="1066769"/>
                </a:lnTo>
                <a:lnTo>
                  <a:pt x="2074993" y="1066634"/>
                </a:lnTo>
                <a:lnTo>
                  <a:pt x="2075519" y="1066484"/>
                </a:lnTo>
                <a:lnTo>
                  <a:pt x="2076026" y="1066317"/>
                </a:lnTo>
                <a:lnTo>
                  <a:pt x="2076514" y="1066135"/>
                </a:lnTo>
                <a:lnTo>
                  <a:pt x="2076984" y="1065937"/>
                </a:lnTo>
                <a:lnTo>
                  <a:pt x="2077435" y="1065723"/>
                </a:lnTo>
                <a:lnTo>
                  <a:pt x="2077867" y="1065493"/>
                </a:lnTo>
                <a:lnTo>
                  <a:pt x="2078280" y="1065247"/>
                </a:lnTo>
                <a:lnTo>
                  <a:pt x="2078675" y="1064986"/>
                </a:lnTo>
                <a:lnTo>
                  <a:pt x="2079050" y="1064708"/>
                </a:lnTo>
                <a:lnTo>
                  <a:pt x="2079407" y="1064415"/>
                </a:lnTo>
                <a:lnTo>
                  <a:pt x="2079745" y="1064106"/>
                </a:lnTo>
                <a:lnTo>
                  <a:pt x="2080065" y="1063781"/>
                </a:lnTo>
                <a:lnTo>
                  <a:pt x="2080365" y="1063440"/>
                </a:lnTo>
                <a:lnTo>
                  <a:pt x="2080647" y="1063084"/>
                </a:lnTo>
                <a:lnTo>
                  <a:pt x="2080910" y="1062711"/>
                </a:lnTo>
                <a:lnTo>
                  <a:pt x="2081173" y="1062324"/>
                </a:lnTo>
                <a:lnTo>
                  <a:pt x="2081426" y="1061925"/>
                </a:lnTo>
                <a:lnTo>
                  <a:pt x="2081668" y="1061512"/>
                </a:lnTo>
                <a:lnTo>
                  <a:pt x="2081901" y="1061086"/>
                </a:lnTo>
                <a:lnTo>
                  <a:pt x="2082124" y="1060648"/>
                </a:lnTo>
                <a:lnTo>
                  <a:pt x="2082337" y="1060196"/>
                </a:lnTo>
                <a:lnTo>
                  <a:pt x="2082539" y="1059732"/>
                </a:lnTo>
                <a:lnTo>
                  <a:pt x="2082732" y="1059255"/>
                </a:lnTo>
                <a:lnTo>
                  <a:pt x="2082915" y="1058765"/>
                </a:lnTo>
                <a:lnTo>
                  <a:pt x="2083088" y="1058262"/>
                </a:lnTo>
                <a:lnTo>
                  <a:pt x="2083251" y="1057745"/>
                </a:lnTo>
                <a:lnTo>
                  <a:pt x="2083404" y="1057217"/>
                </a:lnTo>
                <a:lnTo>
                  <a:pt x="2083547" y="1056675"/>
                </a:lnTo>
                <a:lnTo>
                  <a:pt x="2083680" y="1056120"/>
                </a:lnTo>
                <a:lnTo>
                  <a:pt x="2083803" y="1055552"/>
                </a:lnTo>
                <a:lnTo>
                  <a:pt x="2083916" y="1054972"/>
                </a:lnTo>
                <a:lnTo>
                  <a:pt x="2084019" y="1054378"/>
                </a:lnTo>
                <a:lnTo>
                  <a:pt x="2084112" y="1053772"/>
                </a:lnTo>
                <a:lnTo>
                  <a:pt x="2084195" y="1053153"/>
                </a:lnTo>
                <a:lnTo>
                  <a:pt x="2084268" y="1052520"/>
                </a:lnTo>
                <a:lnTo>
                  <a:pt x="2084331" y="1051875"/>
                </a:lnTo>
                <a:lnTo>
                  <a:pt x="2084384" y="1051217"/>
                </a:lnTo>
                <a:lnTo>
                  <a:pt x="2084427" y="1050546"/>
                </a:lnTo>
                <a:lnTo>
                  <a:pt x="2084460" y="1049862"/>
                </a:lnTo>
                <a:lnTo>
                  <a:pt x="2085644" y="1013682"/>
                </a:lnTo>
                <a:lnTo>
                  <a:pt x="2085662" y="1013375"/>
                </a:lnTo>
                <a:lnTo>
                  <a:pt x="2085686" y="1013075"/>
                </a:lnTo>
                <a:lnTo>
                  <a:pt x="2085718" y="1012781"/>
                </a:lnTo>
                <a:lnTo>
                  <a:pt x="2085757" y="1012494"/>
                </a:lnTo>
                <a:lnTo>
                  <a:pt x="2085803" y="1012213"/>
                </a:lnTo>
                <a:lnTo>
                  <a:pt x="2085855" y="1011938"/>
                </a:lnTo>
                <a:lnTo>
                  <a:pt x="2085915" y="1011670"/>
                </a:lnTo>
                <a:lnTo>
                  <a:pt x="2085982" y="1011409"/>
                </a:lnTo>
                <a:lnTo>
                  <a:pt x="2086056" y="1011154"/>
                </a:lnTo>
                <a:lnTo>
                  <a:pt x="2086137" y="1010905"/>
                </a:lnTo>
                <a:lnTo>
                  <a:pt x="2086225" y="1010663"/>
                </a:lnTo>
                <a:lnTo>
                  <a:pt x="2086320" y="1010427"/>
                </a:lnTo>
                <a:lnTo>
                  <a:pt x="2086422" y="1010198"/>
                </a:lnTo>
                <a:lnTo>
                  <a:pt x="2086532" y="1009975"/>
                </a:lnTo>
                <a:lnTo>
                  <a:pt x="2086648" y="1009759"/>
                </a:lnTo>
                <a:lnTo>
                  <a:pt x="2086771" y="1009549"/>
                </a:lnTo>
                <a:lnTo>
                  <a:pt x="2086901" y="1009346"/>
                </a:lnTo>
                <a:lnTo>
                  <a:pt x="2087039" y="1009149"/>
                </a:lnTo>
                <a:lnTo>
                  <a:pt x="2087183" y="1008958"/>
                </a:lnTo>
                <a:lnTo>
                  <a:pt x="2087335" y="1008774"/>
                </a:lnTo>
                <a:lnTo>
                  <a:pt x="2087493" y="1008597"/>
                </a:lnTo>
                <a:lnTo>
                  <a:pt x="2087659" y="1008426"/>
                </a:lnTo>
                <a:lnTo>
                  <a:pt x="2087831" y="1008261"/>
                </a:lnTo>
                <a:lnTo>
                  <a:pt x="2088011" y="1008103"/>
                </a:lnTo>
                <a:lnTo>
                  <a:pt x="2088209" y="1007936"/>
                </a:lnTo>
                <a:lnTo>
                  <a:pt x="2088410" y="1007774"/>
                </a:lnTo>
                <a:lnTo>
                  <a:pt x="2088613" y="1007617"/>
                </a:lnTo>
                <a:lnTo>
                  <a:pt x="2088819" y="1007464"/>
                </a:lnTo>
                <a:lnTo>
                  <a:pt x="2089026" y="1007316"/>
                </a:lnTo>
                <a:lnTo>
                  <a:pt x="2089237" y="1007173"/>
                </a:lnTo>
                <a:lnTo>
                  <a:pt x="2089449" y="1007034"/>
                </a:lnTo>
                <a:lnTo>
                  <a:pt x="2089664" y="1006900"/>
                </a:lnTo>
                <a:lnTo>
                  <a:pt x="2089881" y="1006771"/>
                </a:lnTo>
                <a:lnTo>
                  <a:pt x="2090101" y="1006647"/>
                </a:lnTo>
                <a:lnTo>
                  <a:pt x="2090323" y="1006527"/>
                </a:lnTo>
                <a:lnTo>
                  <a:pt x="2090547" y="1006412"/>
                </a:lnTo>
                <a:lnTo>
                  <a:pt x="2090773" y="1006302"/>
                </a:lnTo>
                <a:lnTo>
                  <a:pt x="2091002" y="1006196"/>
                </a:lnTo>
                <a:lnTo>
                  <a:pt x="2091234" y="1006095"/>
                </a:lnTo>
                <a:lnTo>
                  <a:pt x="2091467" y="1005999"/>
                </a:lnTo>
                <a:lnTo>
                  <a:pt x="2091703" y="1005907"/>
                </a:lnTo>
                <a:lnTo>
                  <a:pt x="2091942" y="1005820"/>
                </a:lnTo>
                <a:lnTo>
                  <a:pt x="2092182" y="1005738"/>
                </a:lnTo>
                <a:lnTo>
                  <a:pt x="2092425" y="1005661"/>
                </a:lnTo>
                <a:lnTo>
                  <a:pt x="2092671" y="1005588"/>
                </a:lnTo>
                <a:lnTo>
                  <a:pt x="2092919" y="1005520"/>
                </a:lnTo>
                <a:lnTo>
                  <a:pt x="2093169" y="1005456"/>
                </a:lnTo>
                <a:lnTo>
                  <a:pt x="2093421" y="1005398"/>
                </a:lnTo>
                <a:lnTo>
                  <a:pt x="2093687" y="1005343"/>
                </a:lnTo>
                <a:lnTo>
                  <a:pt x="2093951" y="1005290"/>
                </a:lnTo>
                <a:lnTo>
                  <a:pt x="2094211" y="1005239"/>
                </a:lnTo>
                <a:lnTo>
                  <a:pt x="2094468" y="1005191"/>
                </a:lnTo>
                <a:lnTo>
                  <a:pt x="2094723" y="1005145"/>
                </a:lnTo>
                <a:lnTo>
                  <a:pt x="2094974" y="1005102"/>
                </a:lnTo>
                <a:lnTo>
                  <a:pt x="2095223" y="1005061"/>
                </a:lnTo>
                <a:lnTo>
                  <a:pt x="2095469" y="1005022"/>
                </a:lnTo>
                <a:lnTo>
                  <a:pt x="2095711" y="1004985"/>
                </a:lnTo>
                <a:lnTo>
                  <a:pt x="2095951" y="1004951"/>
                </a:lnTo>
                <a:lnTo>
                  <a:pt x="2096188" y="1004920"/>
                </a:lnTo>
                <a:lnTo>
                  <a:pt x="2096422" y="1004890"/>
                </a:lnTo>
                <a:lnTo>
                  <a:pt x="2096653" y="1004863"/>
                </a:lnTo>
                <a:lnTo>
                  <a:pt x="2096881" y="1004839"/>
                </a:lnTo>
                <a:lnTo>
                  <a:pt x="2097106" y="1004816"/>
                </a:lnTo>
                <a:lnTo>
                  <a:pt x="2097328" y="1004796"/>
                </a:lnTo>
                <a:lnTo>
                  <a:pt x="2097548" y="1004779"/>
                </a:lnTo>
                <a:lnTo>
                  <a:pt x="2097764" y="1004763"/>
                </a:lnTo>
                <a:lnTo>
                  <a:pt x="2097977" y="1004751"/>
                </a:lnTo>
                <a:lnTo>
                  <a:pt x="2098188" y="1004740"/>
                </a:lnTo>
                <a:lnTo>
                  <a:pt x="2098395" y="1004732"/>
                </a:lnTo>
                <a:lnTo>
                  <a:pt x="2098600" y="1004726"/>
                </a:lnTo>
                <a:lnTo>
                  <a:pt x="2098802" y="1004722"/>
                </a:lnTo>
                <a:lnTo>
                  <a:pt x="2099000" y="1004721"/>
                </a:lnTo>
                <a:lnTo>
                  <a:pt x="2099000" y="996606"/>
                </a:lnTo>
                <a:lnTo>
                  <a:pt x="2098382" y="996554"/>
                </a:lnTo>
                <a:lnTo>
                  <a:pt x="2097769" y="996511"/>
                </a:lnTo>
                <a:lnTo>
                  <a:pt x="2097159" y="996477"/>
                </a:lnTo>
                <a:lnTo>
                  <a:pt x="2096554" y="996451"/>
                </a:lnTo>
                <a:lnTo>
                  <a:pt x="2095952" y="996435"/>
                </a:lnTo>
                <a:lnTo>
                  <a:pt x="2095355" y="996427"/>
                </a:lnTo>
                <a:lnTo>
                  <a:pt x="2094762" y="996427"/>
                </a:lnTo>
                <a:lnTo>
                  <a:pt x="2094173" y="996437"/>
                </a:lnTo>
                <a:lnTo>
                  <a:pt x="2093588" y="996456"/>
                </a:lnTo>
                <a:lnTo>
                  <a:pt x="2093007" y="996483"/>
                </a:lnTo>
                <a:lnTo>
                  <a:pt x="2092430" y="996519"/>
                </a:lnTo>
                <a:lnTo>
                  <a:pt x="2091857" y="996564"/>
                </a:lnTo>
                <a:lnTo>
                  <a:pt x="2091289" y="996618"/>
                </a:lnTo>
                <a:lnTo>
                  <a:pt x="2090724" y="996680"/>
                </a:lnTo>
                <a:lnTo>
                  <a:pt x="2090164" y="996751"/>
                </a:lnTo>
                <a:lnTo>
                  <a:pt x="2089608" y="996832"/>
                </a:lnTo>
                <a:lnTo>
                  <a:pt x="2089056" y="996920"/>
                </a:lnTo>
                <a:lnTo>
                  <a:pt x="2088508" y="997018"/>
                </a:lnTo>
                <a:lnTo>
                  <a:pt x="2087964" y="997125"/>
                </a:lnTo>
                <a:lnTo>
                  <a:pt x="2087424" y="997240"/>
                </a:lnTo>
                <a:lnTo>
                  <a:pt x="2086888" y="997364"/>
                </a:lnTo>
                <a:lnTo>
                  <a:pt x="2086357" y="997497"/>
                </a:lnTo>
                <a:lnTo>
                  <a:pt x="2085829" y="997639"/>
                </a:lnTo>
                <a:lnTo>
                  <a:pt x="2085306" y="997790"/>
                </a:lnTo>
                <a:lnTo>
                  <a:pt x="2084802" y="997935"/>
                </a:lnTo>
                <a:lnTo>
                  <a:pt x="2084307" y="998090"/>
                </a:lnTo>
                <a:lnTo>
                  <a:pt x="2083819" y="998255"/>
                </a:lnTo>
                <a:lnTo>
                  <a:pt x="2083338" y="998428"/>
                </a:lnTo>
                <a:lnTo>
                  <a:pt x="2082865" y="998612"/>
                </a:lnTo>
                <a:lnTo>
                  <a:pt x="2082400" y="998804"/>
                </a:lnTo>
                <a:lnTo>
                  <a:pt x="2081942" y="999006"/>
                </a:lnTo>
                <a:lnTo>
                  <a:pt x="2081492" y="999217"/>
                </a:lnTo>
                <a:lnTo>
                  <a:pt x="2081050" y="999438"/>
                </a:lnTo>
                <a:lnTo>
                  <a:pt x="2080615" y="999668"/>
                </a:lnTo>
                <a:lnTo>
                  <a:pt x="2080188" y="999908"/>
                </a:lnTo>
                <a:lnTo>
                  <a:pt x="2079769" y="1000157"/>
                </a:lnTo>
                <a:lnTo>
                  <a:pt x="2079357" y="1000415"/>
                </a:lnTo>
                <a:lnTo>
                  <a:pt x="2078953" y="1000683"/>
                </a:lnTo>
                <a:lnTo>
                  <a:pt x="2078556" y="1000960"/>
                </a:lnTo>
                <a:lnTo>
                  <a:pt x="2078167" y="1001246"/>
                </a:lnTo>
                <a:lnTo>
                  <a:pt x="2077786" y="1001542"/>
                </a:lnTo>
                <a:lnTo>
                  <a:pt x="2077413" y="1001847"/>
                </a:lnTo>
                <a:lnTo>
                  <a:pt x="2077047" y="1002162"/>
                </a:lnTo>
                <a:lnTo>
                  <a:pt x="2076688" y="1002486"/>
                </a:lnTo>
                <a:lnTo>
                  <a:pt x="2076337" y="1002819"/>
                </a:lnTo>
                <a:lnTo>
                  <a:pt x="2075994" y="1003162"/>
                </a:lnTo>
                <a:lnTo>
                  <a:pt x="2075659" y="1003514"/>
                </a:lnTo>
                <a:lnTo>
                  <a:pt x="2075331" y="1003876"/>
                </a:lnTo>
                <a:lnTo>
                  <a:pt x="2075027" y="1004234"/>
                </a:lnTo>
                <a:lnTo>
                  <a:pt x="2074737" y="1004603"/>
                </a:lnTo>
                <a:lnTo>
                  <a:pt x="2074459" y="1004983"/>
                </a:lnTo>
                <a:lnTo>
                  <a:pt x="2074194" y="1005374"/>
                </a:lnTo>
                <a:lnTo>
                  <a:pt x="2073943" y="1005776"/>
                </a:lnTo>
                <a:lnTo>
                  <a:pt x="2073704" y="1006190"/>
                </a:lnTo>
                <a:lnTo>
                  <a:pt x="2073478" y="1006615"/>
                </a:lnTo>
                <a:lnTo>
                  <a:pt x="2073264" y="1007051"/>
                </a:lnTo>
                <a:lnTo>
                  <a:pt x="2073064" y="1007498"/>
                </a:lnTo>
                <a:lnTo>
                  <a:pt x="2072877" y="1007956"/>
                </a:lnTo>
                <a:lnTo>
                  <a:pt x="2072703" y="1008425"/>
                </a:lnTo>
                <a:lnTo>
                  <a:pt x="2072541" y="1008906"/>
                </a:lnTo>
                <a:lnTo>
                  <a:pt x="2072393" y="1009397"/>
                </a:lnTo>
                <a:lnTo>
                  <a:pt x="2072257" y="1009900"/>
                </a:lnTo>
                <a:lnTo>
                  <a:pt x="2072134" y="1010414"/>
                </a:lnTo>
                <a:lnTo>
                  <a:pt x="2072025" y="1010939"/>
                </a:lnTo>
                <a:lnTo>
                  <a:pt x="2071928" y="1011476"/>
                </a:lnTo>
                <a:lnTo>
                  <a:pt x="2071844" y="1012023"/>
                </a:lnTo>
                <a:lnTo>
                  <a:pt x="2071773" y="1012582"/>
                </a:lnTo>
                <a:lnTo>
                  <a:pt x="2071715" y="1013151"/>
                </a:lnTo>
                <a:lnTo>
                  <a:pt x="2071670" y="1013732"/>
                </a:lnTo>
                <a:lnTo>
                  <a:pt x="2071637" y="1014324"/>
                </a:lnTo>
                <a:lnTo>
                  <a:pt x="2071618" y="1014927"/>
                </a:lnTo>
                <a:lnTo>
                  <a:pt x="2071611" y="1015542"/>
                </a:lnTo>
                <a:lnTo>
                  <a:pt x="2071611" y="1051722"/>
                </a:lnTo>
                <a:lnTo>
                  <a:pt x="2071604" y="1052154"/>
                </a:lnTo>
                <a:lnTo>
                  <a:pt x="2071581" y="1052576"/>
                </a:lnTo>
                <a:lnTo>
                  <a:pt x="2071543" y="1052988"/>
                </a:lnTo>
                <a:lnTo>
                  <a:pt x="2071489" y="1053389"/>
                </a:lnTo>
                <a:lnTo>
                  <a:pt x="2071421" y="1053781"/>
                </a:lnTo>
                <a:lnTo>
                  <a:pt x="2071337" y="1054163"/>
                </a:lnTo>
                <a:lnTo>
                  <a:pt x="2071237" y="1054535"/>
                </a:lnTo>
                <a:lnTo>
                  <a:pt x="2071123" y="1054897"/>
                </a:lnTo>
                <a:lnTo>
                  <a:pt x="2070993" y="1055249"/>
                </a:lnTo>
                <a:lnTo>
                  <a:pt x="2070848" y="1055591"/>
                </a:lnTo>
                <a:lnTo>
                  <a:pt x="2070688" y="1055923"/>
                </a:lnTo>
                <a:lnTo>
                  <a:pt x="2070512" y="1056245"/>
                </a:lnTo>
                <a:lnTo>
                  <a:pt x="2070322" y="1056557"/>
                </a:lnTo>
                <a:lnTo>
                  <a:pt x="2070116" y="1056859"/>
                </a:lnTo>
                <a:lnTo>
                  <a:pt x="2069894" y="1057151"/>
                </a:lnTo>
                <a:lnTo>
                  <a:pt x="2069658" y="1057433"/>
                </a:lnTo>
                <a:lnTo>
                  <a:pt x="2069406" y="1057705"/>
                </a:lnTo>
                <a:lnTo>
                  <a:pt x="2069139" y="1057967"/>
                </a:lnTo>
                <a:lnTo>
                  <a:pt x="2068856" y="1058219"/>
                </a:lnTo>
                <a:lnTo>
                  <a:pt x="2068559" y="1058461"/>
                </a:lnTo>
                <a:lnTo>
                  <a:pt x="2068246" y="1058694"/>
                </a:lnTo>
                <a:lnTo>
                  <a:pt x="2067918" y="1058916"/>
                </a:lnTo>
                <a:lnTo>
                  <a:pt x="2067574" y="1059128"/>
                </a:lnTo>
                <a:lnTo>
                  <a:pt x="2067216" y="1059330"/>
                </a:lnTo>
                <a:lnTo>
                  <a:pt x="2066863" y="1059509"/>
                </a:lnTo>
                <a:lnTo>
                  <a:pt x="2066510" y="1059680"/>
                </a:lnTo>
                <a:lnTo>
                  <a:pt x="2066156" y="1059843"/>
                </a:lnTo>
                <a:lnTo>
                  <a:pt x="2065802" y="1059997"/>
                </a:lnTo>
                <a:lnTo>
                  <a:pt x="2065447" y="1060143"/>
                </a:lnTo>
                <a:lnTo>
                  <a:pt x="2065092" y="1060281"/>
                </a:lnTo>
                <a:lnTo>
                  <a:pt x="2064736" y="1060411"/>
                </a:lnTo>
                <a:lnTo>
                  <a:pt x="2064379" y="1060532"/>
                </a:lnTo>
                <a:lnTo>
                  <a:pt x="2064022" y="1060646"/>
                </a:lnTo>
                <a:lnTo>
                  <a:pt x="2063664" y="1060751"/>
                </a:lnTo>
                <a:lnTo>
                  <a:pt x="2063306" y="1060848"/>
                </a:lnTo>
                <a:lnTo>
                  <a:pt x="2062947" y="1060936"/>
                </a:lnTo>
                <a:lnTo>
                  <a:pt x="2062587" y="1061017"/>
                </a:lnTo>
                <a:lnTo>
                  <a:pt x="2062227" y="1061089"/>
                </a:lnTo>
                <a:lnTo>
                  <a:pt x="2061866" y="1061153"/>
                </a:lnTo>
                <a:lnTo>
                  <a:pt x="2061505" y="1061209"/>
                </a:lnTo>
                <a:lnTo>
                  <a:pt x="2061143" y="1061256"/>
                </a:lnTo>
                <a:lnTo>
                  <a:pt x="2060781" y="1061295"/>
                </a:lnTo>
                <a:lnTo>
                  <a:pt x="2060417" y="1061327"/>
                </a:lnTo>
                <a:lnTo>
                  <a:pt x="2060054" y="1061349"/>
                </a:lnTo>
                <a:lnTo>
                  <a:pt x="2059690" y="1061364"/>
                </a:lnTo>
                <a:lnTo>
                  <a:pt x="2059325" y="1061370"/>
                </a:lnTo>
                <a:lnTo>
                  <a:pt x="2058959" y="1061369"/>
                </a:lnTo>
                <a:lnTo>
                  <a:pt x="2058593" y="1061359"/>
                </a:lnTo>
                <a:lnTo>
                  <a:pt x="2058593" y="1074715"/>
                </a:lnTo>
                <a:lnTo>
                  <a:pt x="2058987" y="1074706"/>
                </a:lnTo>
                <a:lnTo>
                  <a:pt x="2059377" y="1074705"/>
                </a:lnTo>
                <a:lnTo>
                  <a:pt x="2059766" y="1074713"/>
                </a:lnTo>
                <a:lnTo>
                  <a:pt x="2060152" y="1074729"/>
                </a:lnTo>
                <a:lnTo>
                  <a:pt x="2060536" y="1074755"/>
                </a:lnTo>
                <a:lnTo>
                  <a:pt x="2060918" y="1074789"/>
                </a:lnTo>
                <a:lnTo>
                  <a:pt x="2061297" y="1074832"/>
                </a:lnTo>
                <a:lnTo>
                  <a:pt x="2061674" y="1074884"/>
                </a:lnTo>
                <a:lnTo>
                  <a:pt x="2062049" y="1074945"/>
                </a:lnTo>
                <a:lnTo>
                  <a:pt x="2062421" y="1075015"/>
                </a:lnTo>
                <a:lnTo>
                  <a:pt x="2062791" y="1075093"/>
                </a:lnTo>
                <a:lnTo>
                  <a:pt x="2063158" y="1075180"/>
                </a:lnTo>
                <a:lnTo>
                  <a:pt x="2063523" y="1075276"/>
                </a:lnTo>
                <a:lnTo>
                  <a:pt x="2063886" y="1075381"/>
                </a:lnTo>
                <a:lnTo>
                  <a:pt x="2064246" y="1075494"/>
                </a:lnTo>
                <a:lnTo>
                  <a:pt x="2064604" y="1075617"/>
                </a:lnTo>
                <a:lnTo>
                  <a:pt x="2064960" y="1075748"/>
                </a:lnTo>
                <a:lnTo>
                  <a:pt x="2065314" y="1075888"/>
                </a:lnTo>
                <a:lnTo>
                  <a:pt x="2065665" y="1076037"/>
                </a:lnTo>
                <a:lnTo>
                  <a:pt x="2066013" y="1076194"/>
                </a:lnTo>
                <a:lnTo>
                  <a:pt x="2066360" y="1076361"/>
                </a:lnTo>
                <a:lnTo>
                  <a:pt x="2066704" y="1076536"/>
                </a:lnTo>
                <a:lnTo>
                  <a:pt x="2067045" y="1076720"/>
                </a:lnTo>
                <a:lnTo>
                  <a:pt x="2067385" y="1076913"/>
                </a:lnTo>
                <a:lnTo>
                  <a:pt x="2067730" y="1077101"/>
                </a:lnTo>
                <a:lnTo>
                  <a:pt x="2068060" y="1077299"/>
                </a:lnTo>
                <a:lnTo>
                  <a:pt x="2068375" y="1077507"/>
                </a:lnTo>
                <a:lnTo>
                  <a:pt x="2068676" y="1077725"/>
                </a:lnTo>
                <a:lnTo>
                  <a:pt x="2068962" y="1077954"/>
                </a:lnTo>
                <a:lnTo>
                  <a:pt x="2069234" y="1078192"/>
                </a:lnTo>
                <a:lnTo>
                  <a:pt x="2069491" y="1078440"/>
                </a:lnTo>
                <a:lnTo>
                  <a:pt x="2069733" y="1078698"/>
                </a:lnTo>
                <a:lnTo>
                  <a:pt x="2069960" y="1078966"/>
                </a:lnTo>
                <a:lnTo>
                  <a:pt x="2070173" y="1079244"/>
                </a:lnTo>
                <a:lnTo>
                  <a:pt x="2070371" y="1079532"/>
                </a:lnTo>
                <a:lnTo>
                  <a:pt x="2070555" y="1079829"/>
                </a:lnTo>
                <a:lnTo>
                  <a:pt x="2070723" y="1080137"/>
                </a:lnTo>
                <a:lnTo>
                  <a:pt x="2070878" y="1080455"/>
                </a:lnTo>
                <a:lnTo>
                  <a:pt x="2071017" y="1080783"/>
                </a:lnTo>
                <a:lnTo>
                  <a:pt x="2071142" y="1081121"/>
                </a:lnTo>
                <a:lnTo>
                  <a:pt x="2071252" y="1081469"/>
                </a:lnTo>
                <a:lnTo>
                  <a:pt x="2071347" y="1081827"/>
                </a:lnTo>
                <a:lnTo>
                  <a:pt x="2071428" y="1082194"/>
                </a:lnTo>
                <a:lnTo>
                  <a:pt x="2071494" y="1082572"/>
                </a:lnTo>
                <a:lnTo>
                  <a:pt x="2071545" y="1082960"/>
                </a:lnTo>
                <a:lnTo>
                  <a:pt x="2071582" y="1083357"/>
                </a:lnTo>
                <a:lnTo>
                  <a:pt x="2071604" y="1083765"/>
                </a:lnTo>
                <a:lnTo>
                  <a:pt x="2071611" y="1084183"/>
                </a:lnTo>
                <a:lnTo>
                  <a:pt x="2071611" y="1120533"/>
                </a:lnTo>
                <a:lnTo>
                  <a:pt x="2071618" y="1121133"/>
                </a:lnTo>
                <a:lnTo>
                  <a:pt x="2071637" y="1121724"/>
                </a:lnTo>
                <a:lnTo>
                  <a:pt x="2071670" y="1122305"/>
                </a:lnTo>
                <a:lnTo>
                  <a:pt x="2071715" y="1122876"/>
                </a:lnTo>
                <a:lnTo>
                  <a:pt x="2071773" y="1123437"/>
                </a:lnTo>
                <a:lnTo>
                  <a:pt x="2071844" y="1123988"/>
                </a:lnTo>
                <a:lnTo>
                  <a:pt x="2071928" y="1124529"/>
                </a:lnTo>
                <a:lnTo>
                  <a:pt x="2072025" y="1125060"/>
                </a:lnTo>
                <a:lnTo>
                  <a:pt x="2072134" y="1125581"/>
                </a:lnTo>
                <a:lnTo>
                  <a:pt x="2072257" y="1126092"/>
                </a:lnTo>
                <a:lnTo>
                  <a:pt x="2072393" y="1126593"/>
                </a:lnTo>
                <a:lnTo>
                  <a:pt x="2072541" y="1127084"/>
                </a:lnTo>
                <a:lnTo>
                  <a:pt x="2072703" y="1127565"/>
                </a:lnTo>
                <a:lnTo>
                  <a:pt x="2072877" y="1128036"/>
                </a:lnTo>
                <a:lnTo>
                  <a:pt x="2073064" y="1128497"/>
                </a:lnTo>
                <a:lnTo>
                  <a:pt x="2073264" y="1128948"/>
                </a:lnTo>
                <a:lnTo>
                  <a:pt x="2073478" y="1129389"/>
                </a:lnTo>
                <a:lnTo>
                  <a:pt x="2073704" y="1129820"/>
                </a:lnTo>
                <a:lnTo>
                  <a:pt x="2073943" y="1130242"/>
                </a:lnTo>
                <a:lnTo>
                  <a:pt x="2074194" y="1130653"/>
                </a:lnTo>
                <a:lnTo>
                  <a:pt x="2074459" y="1131054"/>
                </a:lnTo>
                <a:lnTo>
                  <a:pt x="2074737" y="1131445"/>
                </a:lnTo>
                <a:lnTo>
                  <a:pt x="2075027" y="1131827"/>
                </a:lnTo>
                <a:lnTo>
                  <a:pt x="2075331" y="1132198"/>
                </a:lnTo>
                <a:lnTo>
                  <a:pt x="2075645" y="1132559"/>
                </a:lnTo>
                <a:lnTo>
                  <a:pt x="2075968" y="1132912"/>
                </a:lnTo>
                <a:lnTo>
                  <a:pt x="2076300" y="1133255"/>
                </a:lnTo>
                <a:lnTo>
                  <a:pt x="2076641" y="1133588"/>
                </a:lnTo>
                <a:lnTo>
                  <a:pt x="2076991" y="1133912"/>
                </a:lnTo>
                <a:lnTo>
                  <a:pt x="2077349" y="1134227"/>
                </a:lnTo>
                <a:lnTo>
                  <a:pt x="2077716" y="1134532"/>
                </a:lnTo>
                <a:lnTo>
                  <a:pt x="2078092" y="1134828"/>
                </a:lnTo>
                <a:lnTo>
                  <a:pt x="2078477" y="1135114"/>
                </a:lnTo>
                <a:lnTo>
                  <a:pt x="2078871" y="1135391"/>
                </a:lnTo>
                <a:lnTo>
                  <a:pt x="2079273" y="1135659"/>
                </a:lnTo>
                <a:lnTo>
                  <a:pt x="2079684" y="1135917"/>
                </a:lnTo>
                <a:lnTo>
                  <a:pt x="2080104" y="1136166"/>
                </a:lnTo>
                <a:lnTo>
                  <a:pt x="2080533" y="1136406"/>
                </a:lnTo>
                <a:lnTo>
                  <a:pt x="2080971" y="1136636"/>
                </a:lnTo>
                <a:lnTo>
                  <a:pt x="2081417" y="1136857"/>
                </a:lnTo>
                <a:lnTo>
                  <a:pt x="2081873" y="1137068"/>
                </a:lnTo>
                <a:lnTo>
                  <a:pt x="2082337" y="1137270"/>
                </a:lnTo>
                <a:lnTo>
                  <a:pt x="2082809" y="1137463"/>
                </a:lnTo>
                <a:lnTo>
                  <a:pt x="2083291" y="1137646"/>
                </a:lnTo>
                <a:lnTo>
                  <a:pt x="2083782" y="1137819"/>
                </a:lnTo>
                <a:lnTo>
                  <a:pt x="2084281" y="1137984"/>
                </a:lnTo>
                <a:lnTo>
                  <a:pt x="2084789" y="1138139"/>
                </a:lnTo>
                <a:lnTo>
                  <a:pt x="2085306" y="1138284"/>
                </a:lnTo>
                <a:lnTo>
                  <a:pt x="2085829" y="1138421"/>
                </a:lnTo>
                <a:lnTo>
                  <a:pt x="2086357" y="1138551"/>
                </a:lnTo>
                <a:lnTo>
                  <a:pt x="2086888" y="1138673"/>
                </a:lnTo>
                <a:lnTo>
                  <a:pt x="2087424" y="1138787"/>
                </a:lnTo>
                <a:lnTo>
                  <a:pt x="2087964" y="1138893"/>
                </a:lnTo>
                <a:lnTo>
                  <a:pt x="2088508" y="1138992"/>
                </a:lnTo>
                <a:lnTo>
                  <a:pt x="2089056" y="1139084"/>
                </a:lnTo>
                <a:lnTo>
                  <a:pt x="2089608" y="1139167"/>
                </a:lnTo>
                <a:lnTo>
                  <a:pt x="2090164" y="1139243"/>
                </a:lnTo>
                <a:lnTo>
                  <a:pt x="2090724" y="1139312"/>
                </a:lnTo>
                <a:lnTo>
                  <a:pt x="2091289" y="1139372"/>
                </a:lnTo>
                <a:lnTo>
                  <a:pt x="2091857" y="1139426"/>
                </a:lnTo>
                <a:lnTo>
                  <a:pt x="2092430" y="1139471"/>
                </a:lnTo>
                <a:lnTo>
                  <a:pt x="2093007" y="1139509"/>
                </a:lnTo>
                <a:lnTo>
                  <a:pt x="2093588" y="1139539"/>
                </a:lnTo>
                <a:lnTo>
                  <a:pt x="2094173" y="1139562"/>
                </a:lnTo>
                <a:lnTo>
                  <a:pt x="2094762" y="1139577"/>
                </a:lnTo>
                <a:lnTo>
                  <a:pt x="2095355" y="1139584"/>
                </a:lnTo>
                <a:lnTo>
                  <a:pt x="2095952" y="1139584"/>
                </a:lnTo>
                <a:lnTo>
                  <a:pt x="2096554" y="1139576"/>
                </a:lnTo>
                <a:lnTo>
                  <a:pt x="2097159" y="1139560"/>
                </a:lnTo>
                <a:lnTo>
                  <a:pt x="2097769" y="1139537"/>
                </a:lnTo>
                <a:lnTo>
                  <a:pt x="2098382" y="1139506"/>
                </a:lnTo>
                <a:lnTo>
                  <a:pt x="2099000" y="1139468"/>
                </a:lnTo>
                <a:lnTo>
                  <a:pt x="2099000" y="1131353"/>
                </a:lnTo>
                <a:lnTo>
                  <a:pt x="2098802" y="1131352"/>
                </a:lnTo>
                <a:lnTo>
                  <a:pt x="2098600" y="1131348"/>
                </a:lnTo>
                <a:lnTo>
                  <a:pt x="2098395" y="1131342"/>
                </a:lnTo>
                <a:lnTo>
                  <a:pt x="2098188" y="1131334"/>
                </a:lnTo>
                <a:lnTo>
                  <a:pt x="2097977" y="1131323"/>
                </a:lnTo>
                <a:lnTo>
                  <a:pt x="2097764" y="1131311"/>
                </a:lnTo>
                <a:close/>
                <a:moveTo>
                  <a:pt x="1653505" y="1059546"/>
                </a:moveTo>
                <a:lnTo>
                  <a:pt x="1653544" y="1058981"/>
                </a:lnTo>
                <a:lnTo>
                  <a:pt x="1653593" y="1058421"/>
                </a:lnTo>
                <a:lnTo>
                  <a:pt x="1653650" y="1057868"/>
                </a:lnTo>
                <a:lnTo>
                  <a:pt x="1653716" y="1057320"/>
                </a:lnTo>
                <a:lnTo>
                  <a:pt x="1653791" y="1056778"/>
                </a:lnTo>
                <a:lnTo>
                  <a:pt x="1653875" y="1056242"/>
                </a:lnTo>
                <a:lnTo>
                  <a:pt x="1653967" y="1055712"/>
                </a:lnTo>
                <a:lnTo>
                  <a:pt x="1654068" y="1055188"/>
                </a:lnTo>
                <a:lnTo>
                  <a:pt x="1654178" y="1054670"/>
                </a:lnTo>
                <a:lnTo>
                  <a:pt x="1654297" y="1054157"/>
                </a:lnTo>
                <a:lnTo>
                  <a:pt x="1654425" y="1053650"/>
                </a:lnTo>
                <a:lnTo>
                  <a:pt x="1654562" y="1053150"/>
                </a:lnTo>
                <a:lnTo>
                  <a:pt x="1654707" y="1052655"/>
                </a:lnTo>
                <a:lnTo>
                  <a:pt x="1654861" y="1052166"/>
                </a:lnTo>
                <a:lnTo>
                  <a:pt x="1655024" y="1051683"/>
                </a:lnTo>
                <a:lnTo>
                  <a:pt x="1655196" y="1051205"/>
                </a:lnTo>
                <a:lnTo>
                  <a:pt x="1655376" y="1050734"/>
                </a:lnTo>
                <a:lnTo>
                  <a:pt x="1655565" y="1050268"/>
                </a:lnTo>
                <a:lnTo>
                  <a:pt x="1655764" y="1049809"/>
                </a:lnTo>
                <a:lnTo>
                  <a:pt x="1655970" y="1049355"/>
                </a:lnTo>
                <a:lnTo>
                  <a:pt x="1656185" y="1048894"/>
                </a:lnTo>
                <a:lnTo>
                  <a:pt x="1656407" y="1048443"/>
                </a:lnTo>
                <a:lnTo>
                  <a:pt x="1656636" y="1048000"/>
                </a:lnTo>
                <a:lnTo>
                  <a:pt x="1656872" y="1047566"/>
                </a:lnTo>
                <a:lnTo>
                  <a:pt x="1657115" y="1047140"/>
                </a:lnTo>
                <a:lnTo>
                  <a:pt x="1657365" y="1046724"/>
                </a:lnTo>
                <a:lnTo>
                  <a:pt x="1657622" y="1046316"/>
                </a:lnTo>
                <a:lnTo>
                  <a:pt x="1657887" y="1045917"/>
                </a:lnTo>
                <a:lnTo>
                  <a:pt x="1658158" y="1045527"/>
                </a:lnTo>
                <a:lnTo>
                  <a:pt x="1658436" y="1045146"/>
                </a:lnTo>
                <a:lnTo>
                  <a:pt x="1658721" y="1044774"/>
                </a:lnTo>
                <a:lnTo>
                  <a:pt x="1659014" y="1044410"/>
                </a:lnTo>
                <a:lnTo>
                  <a:pt x="1659313" y="1044055"/>
                </a:lnTo>
                <a:lnTo>
                  <a:pt x="1659620" y="1043709"/>
                </a:lnTo>
                <a:lnTo>
                  <a:pt x="1659933" y="1043372"/>
                </a:lnTo>
                <a:lnTo>
                  <a:pt x="1660254" y="1043043"/>
                </a:lnTo>
                <a:lnTo>
                  <a:pt x="1660581" y="1042724"/>
                </a:lnTo>
                <a:lnTo>
                  <a:pt x="1660916" y="1042413"/>
                </a:lnTo>
                <a:lnTo>
                  <a:pt x="1661257" y="1042111"/>
                </a:lnTo>
                <a:lnTo>
                  <a:pt x="1661606" y="1041817"/>
                </a:lnTo>
                <a:lnTo>
                  <a:pt x="1661962" y="1041533"/>
                </a:lnTo>
                <a:lnTo>
                  <a:pt x="1662325" y="1041257"/>
                </a:lnTo>
                <a:lnTo>
                  <a:pt x="1662694" y="1040991"/>
                </a:lnTo>
                <a:lnTo>
                  <a:pt x="1663071" y="1040732"/>
                </a:lnTo>
                <a:lnTo>
                  <a:pt x="1663455" y="1040470"/>
                </a:lnTo>
                <a:lnTo>
                  <a:pt x="1663844" y="1040219"/>
                </a:lnTo>
                <a:lnTo>
                  <a:pt x="1664239" y="1039980"/>
                </a:lnTo>
                <a:lnTo>
                  <a:pt x="1664640" y="1039751"/>
                </a:lnTo>
                <a:lnTo>
                  <a:pt x="1665047" y="1039534"/>
                </a:lnTo>
                <a:lnTo>
                  <a:pt x="1665459" y="1039327"/>
                </a:lnTo>
                <a:lnTo>
                  <a:pt x="1665878" y="1039132"/>
                </a:lnTo>
                <a:lnTo>
                  <a:pt x="1666302" y="1038948"/>
                </a:lnTo>
                <a:lnTo>
                  <a:pt x="1666733" y="1038775"/>
                </a:lnTo>
                <a:lnTo>
                  <a:pt x="1667169" y="1038613"/>
                </a:lnTo>
                <a:lnTo>
                  <a:pt x="1667611" y="1038463"/>
                </a:lnTo>
                <a:lnTo>
                  <a:pt x="1668059" y="1038323"/>
                </a:lnTo>
                <a:lnTo>
                  <a:pt x="1668513" y="1038195"/>
                </a:lnTo>
                <a:lnTo>
                  <a:pt x="1668972" y="1038078"/>
                </a:lnTo>
                <a:lnTo>
                  <a:pt x="1669438" y="1037972"/>
                </a:lnTo>
                <a:lnTo>
                  <a:pt x="1669909" y="1037877"/>
                </a:lnTo>
                <a:lnTo>
                  <a:pt x="1670386" y="1037794"/>
                </a:lnTo>
                <a:lnTo>
                  <a:pt x="1670869" y="1037721"/>
                </a:lnTo>
                <a:lnTo>
                  <a:pt x="1671358" y="1037660"/>
                </a:lnTo>
                <a:lnTo>
                  <a:pt x="1671853" y="1037610"/>
                </a:lnTo>
                <a:lnTo>
                  <a:pt x="1672354" y="1037571"/>
                </a:lnTo>
                <a:lnTo>
                  <a:pt x="1672861" y="1037543"/>
                </a:lnTo>
                <a:lnTo>
                  <a:pt x="1673373" y="1037526"/>
                </a:lnTo>
                <a:lnTo>
                  <a:pt x="1673892" y="1037520"/>
                </a:lnTo>
                <a:lnTo>
                  <a:pt x="1674631" y="1037530"/>
                </a:lnTo>
                <a:lnTo>
                  <a:pt x="1675357" y="1037559"/>
                </a:lnTo>
                <a:lnTo>
                  <a:pt x="1676068" y="1037608"/>
                </a:lnTo>
                <a:lnTo>
                  <a:pt x="1676766" y="1037675"/>
                </a:lnTo>
                <a:lnTo>
                  <a:pt x="1677449" y="1037763"/>
                </a:lnTo>
                <a:lnTo>
                  <a:pt x="1678118" y="1037869"/>
                </a:lnTo>
                <a:lnTo>
                  <a:pt x="1678773" y="1037995"/>
                </a:lnTo>
                <a:lnTo>
                  <a:pt x="1679414" y="1038140"/>
                </a:lnTo>
                <a:lnTo>
                  <a:pt x="1680041" y="1038305"/>
                </a:lnTo>
                <a:lnTo>
                  <a:pt x="1680654" y="1038489"/>
                </a:lnTo>
                <a:lnTo>
                  <a:pt x="1681253" y="1038692"/>
                </a:lnTo>
                <a:lnTo>
                  <a:pt x="1681838" y="1038915"/>
                </a:lnTo>
                <a:lnTo>
                  <a:pt x="1682408" y="1039157"/>
                </a:lnTo>
                <a:lnTo>
                  <a:pt x="1682965" y="1039419"/>
                </a:lnTo>
                <a:lnTo>
                  <a:pt x="1683507" y="1039700"/>
                </a:lnTo>
                <a:lnTo>
                  <a:pt x="1684036" y="1040000"/>
                </a:lnTo>
                <a:lnTo>
                  <a:pt x="1684550" y="1040320"/>
                </a:lnTo>
                <a:lnTo>
                  <a:pt x="1685050" y="1040659"/>
                </a:lnTo>
                <a:lnTo>
                  <a:pt x="1685536" y="1041017"/>
                </a:lnTo>
                <a:lnTo>
                  <a:pt x="1686008" y="1041395"/>
                </a:lnTo>
                <a:lnTo>
                  <a:pt x="1686466" y="1041792"/>
                </a:lnTo>
                <a:lnTo>
                  <a:pt x="1686910" y="1042209"/>
                </a:lnTo>
                <a:lnTo>
                  <a:pt x="1687339" y="1042645"/>
                </a:lnTo>
                <a:lnTo>
                  <a:pt x="1687755" y="1043100"/>
                </a:lnTo>
                <a:lnTo>
                  <a:pt x="1688169" y="1043576"/>
                </a:lnTo>
                <a:lnTo>
                  <a:pt x="1688565" y="1044075"/>
                </a:lnTo>
                <a:lnTo>
                  <a:pt x="1688944" y="1044598"/>
                </a:lnTo>
                <a:lnTo>
                  <a:pt x="1689305" y="1045143"/>
                </a:lnTo>
                <a:lnTo>
                  <a:pt x="1689648" y="1045711"/>
                </a:lnTo>
                <a:lnTo>
                  <a:pt x="1689974" y="1046301"/>
                </a:lnTo>
                <a:lnTo>
                  <a:pt x="1690282" y="1046915"/>
                </a:lnTo>
                <a:lnTo>
                  <a:pt x="1690573" y="1047552"/>
                </a:lnTo>
                <a:lnTo>
                  <a:pt x="1690846" y="1048211"/>
                </a:lnTo>
                <a:lnTo>
                  <a:pt x="1691101" y="1048894"/>
                </a:lnTo>
                <a:lnTo>
                  <a:pt x="1691339" y="1049599"/>
                </a:lnTo>
                <a:lnTo>
                  <a:pt x="1691559" y="1050327"/>
                </a:lnTo>
                <a:lnTo>
                  <a:pt x="1691762" y="1051078"/>
                </a:lnTo>
                <a:lnTo>
                  <a:pt x="1691946" y="1051852"/>
                </a:lnTo>
                <a:lnTo>
                  <a:pt x="1692114" y="1052649"/>
                </a:lnTo>
                <a:lnTo>
                  <a:pt x="1692264" y="1053469"/>
                </a:lnTo>
                <a:lnTo>
                  <a:pt x="1692396" y="1054312"/>
                </a:lnTo>
                <a:lnTo>
                  <a:pt x="1692510" y="1055177"/>
                </a:lnTo>
                <a:lnTo>
                  <a:pt x="1692607" y="1056066"/>
                </a:lnTo>
                <a:lnTo>
                  <a:pt x="1692686" y="1056977"/>
                </a:lnTo>
                <a:lnTo>
                  <a:pt x="1692748" y="1057912"/>
                </a:lnTo>
                <a:lnTo>
                  <a:pt x="1692792" y="1058869"/>
                </a:lnTo>
                <a:lnTo>
                  <a:pt x="1692818" y="1059849"/>
                </a:lnTo>
                <a:lnTo>
                  <a:pt x="1692827" y="1060852"/>
                </a:lnTo>
                <a:lnTo>
                  <a:pt x="1692827" y="1112586"/>
                </a:lnTo>
                <a:lnTo>
                  <a:pt x="1709734" y="1112586"/>
                </a:lnTo>
                <a:lnTo>
                  <a:pt x="1709734" y="1055949"/>
                </a:lnTo>
                <a:lnTo>
                  <a:pt x="1709719" y="1054666"/>
                </a:lnTo>
                <a:lnTo>
                  <a:pt x="1709675" y="1053409"/>
                </a:lnTo>
                <a:lnTo>
                  <a:pt x="1709602" y="1052179"/>
                </a:lnTo>
                <a:lnTo>
                  <a:pt x="1709499" y="1050975"/>
                </a:lnTo>
                <a:lnTo>
                  <a:pt x="1709367" y="1049798"/>
                </a:lnTo>
                <a:lnTo>
                  <a:pt x="1709206" y="1048647"/>
                </a:lnTo>
                <a:lnTo>
                  <a:pt x="1709015" y="1047523"/>
                </a:lnTo>
                <a:lnTo>
                  <a:pt x="1708795" y="1046425"/>
                </a:lnTo>
                <a:lnTo>
                  <a:pt x="1708545" y="1045353"/>
                </a:lnTo>
                <a:lnTo>
                  <a:pt x="1708266" y="1044308"/>
                </a:lnTo>
                <a:lnTo>
                  <a:pt x="1707958" y="1043289"/>
                </a:lnTo>
                <a:lnTo>
                  <a:pt x="1707620" y="1042296"/>
                </a:lnTo>
                <a:lnTo>
                  <a:pt x="1707254" y="1041330"/>
                </a:lnTo>
                <a:lnTo>
                  <a:pt x="1706857" y="1040391"/>
                </a:lnTo>
                <a:lnTo>
                  <a:pt x="1706432" y="1039478"/>
                </a:lnTo>
                <a:lnTo>
                  <a:pt x="1705977" y="1038591"/>
                </a:lnTo>
                <a:lnTo>
                  <a:pt x="1705492" y="1037731"/>
                </a:lnTo>
                <a:lnTo>
                  <a:pt x="1704979" y="1036897"/>
                </a:lnTo>
                <a:lnTo>
                  <a:pt x="1704436" y="1036089"/>
                </a:lnTo>
                <a:lnTo>
                  <a:pt x="1703863" y="1035308"/>
                </a:lnTo>
                <a:lnTo>
                  <a:pt x="1703262" y="1034554"/>
                </a:lnTo>
                <a:lnTo>
                  <a:pt x="1702631" y="1033825"/>
                </a:lnTo>
                <a:lnTo>
                  <a:pt x="1701970" y="1033124"/>
                </a:lnTo>
                <a:lnTo>
                  <a:pt x="1701280" y="1032448"/>
                </a:lnTo>
                <a:lnTo>
                  <a:pt x="1700566" y="1031800"/>
                </a:lnTo>
                <a:lnTo>
                  <a:pt x="1699832" y="1031179"/>
                </a:lnTo>
                <a:lnTo>
                  <a:pt x="1699077" y="1030586"/>
                </a:lnTo>
                <a:lnTo>
                  <a:pt x="1698303" y="1030020"/>
                </a:lnTo>
                <a:lnTo>
                  <a:pt x="1697509" y="1029482"/>
                </a:lnTo>
                <a:lnTo>
                  <a:pt x="1696694" y="1028972"/>
                </a:lnTo>
                <a:lnTo>
                  <a:pt x="1695860" y="1028489"/>
                </a:lnTo>
                <a:lnTo>
                  <a:pt x="1695006" y="1028034"/>
                </a:lnTo>
                <a:lnTo>
                  <a:pt x="1694132" y="1027606"/>
                </a:lnTo>
                <a:lnTo>
                  <a:pt x="1693238" y="1027206"/>
                </a:lnTo>
                <a:lnTo>
                  <a:pt x="1692324" y="1026834"/>
                </a:lnTo>
                <a:lnTo>
                  <a:pt x="1691390" y="1026489"/>
                </a:lnTo>
                <a:lnTo>
                  <a:pt x="1690436" y="1026172"/>
                </a:lnTo>
                <a:lnTo>
                  <a:pt x="1689462" y="1025882"/>
                </a:lnTo>
                <a:lnTo>
                  <a:pt x="1688468" y="1025620"/>
                </a:lnTo>
                <a:lnTo>
                  <a:pt x="1687455" y="1025385"/>
                </a:lnTo>
                <a:lnTo>
                  <a:pt x="1686421" y="1025178"/>
                </a:lnTo>
                <a:lnTo>
                  <a:pt x="1685367" y="1024999"/>
                </a:lnTo>
                <a:lnTo>
                  <a:pt x="1684293" y="1024847"/>
                </a:lnTo>
                <a:lnTo>
                  <a:pt x="1683200" y="1024723"/>
                </a:lnTo>
                <a:lnTo>
                  <a:pt x="1682086" y="1024627"/>
                </a:lnTo>
                <a:lnTo>
                  <a:pt x="1680953" y="1024558"/>
                </a:lnTo>
                <a:lnTo>
                  <a:pt x="1679799" y="1024516"/>
                </a:lnTo>
                <a:lnTo>
                  <a:pt x="1678625" y="1024502"/>
                </a:lnTo>
                <a:lnTo>
                  <a:pt x="1677910" y="1024508"/>
                </a:lnTo>
                <a:lnTo>
                  <a:pt x="1677199" y="1024526"/>
                </a:lnTo>
                <a:lnTo>
                  <a:pt x="1676494" y="1024555"/>
                </a:lnTo>
                <a:lnTo>
                  <a:pt x="1675794" y="1024596"/>
                </a:lnTo>
                <a:lnTo>
                  <a:pt x="1675099" y="1024649"/>
                </a:lnTo>
                <a:lnTo>
                  <a:pt x="1674409" y="1024714"/>
                </a:lnTo>
                <a:lnTo>
                  <a:pt x="1673725" y="1024790"/>
                </a:lnTo>
                <a:lnTo>
                  <a:pt x="1673046" y="1024878"/>
                </a:lnTo>
                <a:lnTo>
                  <a:pt x="1672373" y="1024978"/>
                </a:lnTo>
                <a:lnTo>
                  <a:pt x="1671704" y="1025089"/>
                </a:lnTo>
                <a:lnTo>
                  <a:pt x="1671041" y="1025213"/>
                </a:lnTo>
                <a:lnTo>
                  <a:pt x="1670383" y="1025348"/>
                </a:lnTo>
                <a:lnTo>
                  <a:pt x="1669731" y="1025494"/>
                </a:lnTo>
                <a:lnTo>
                  <a:pt x="1669084" y="1025653"/>
                </a:lnTo>
                <a:lnTo>
                  <a:pt x="1668442" y="1025823"/>
                </a:lnTo>
                <a:lnTo>
                  <a:pt x="1667805" y="1026005"/>
                </a:lnTo>
                <a:lnTo>
                  <a:pt x="1667174" y="1026199"/>
                </a:lnTo>
                <a:lnTo>
                  <a:pt x="1666548" y="1026404"/>
                </a:lnTo>
                <a:lnTo>
                  <a:pt x="1665927" y="1026622"/>
                </a:lnTo>
                <a:lnTo>
                  <a:pt x="1665311" y="1026850"/>
                </a:lnTo>
                <a:lnTo>
                  <a:pt x="1664701" y="1027091"/>
                </a:lnTo>
                <a:lnTo>
                  <a:pt x="1664096" y="1027344"/>
                </a:lnTo>
                <a:lnTo>
                  <a:pt x="1663497" y="1027608"/>
                </a:lnTo>
                <a:lnTo>
                  <a:pt x="1662902" y="1027884"/>
                </a:lnTo>
                <a:lnTo>
                  <a:pt x="1662316" y="1028172"/>
                </a:lnTo>
                <a:lnTo>
                  <a:pt x="1661741" y="1028474"/>
                </a:lnTo>
                <a:lnTo>
                  <a:pt x="1661177" y="1028790"/>
                </a:lnTo>
                <a:lnTo>
                  <a:pt x="1660625" y="1029119"/>
                </a:lnTo>
                <a:lnTo>
                  <a:pt x="1660083" y="1029461"/>
                </a:lnTo>
                <a:lnTo>
                  <a:pt x="1659553" y="1029817"/>
                </a:lnTo>
                <a:lnTo>
                  <a:pt x="1659033" y="1030187"/>
                </a:lnTo>
                <a:lnTo>
                  <a:pt x="1658525" y="1030570"/>
                </a:lnTo>
                <a:lnTo>
                  <a:pt x="1658028" y="1030966"/>
                </a:lnTo>
                <a:lnTo>
                  <a:pt x="1657543" y="1031376"/>
                </a:lnTo>
                <a:lnTo>
                  <a:pt x="1657068" y="1031800"/>
                </a:lnTo>
                <a:lnTo>
                  <a:pt x="1656605" y="1032237"/>
                </a:lnTo>
                <a:lnTo>
                  <a:pt x="1656152" y="1032688"/>
                </a:lnTo>
                <a:lnTo>
                  <a:pt x="1655711" y="1033152"/>
                </a:lnTo>
                <a:lnTo>
                  <a:pt x="1655281" y="1033629"/>
                </a:lnTo>
                <a:lnTo>
                  <a:pt x="1654862" y="1034120"/>
                </a:lnTo>
                <a:lnTo>
                  <a:pt x="1654454" y="1034625"/>
                </a:lnTo>
                <a:lnTo>
                  <a:pt x="1654058" y="1035143"/>
                </a:lnTo>
                <a:lnTo>
                  <a:pt x="1653673" y="1035674"/>
                </a:lnTo>
                <a:lnTo>
                  <a:pt x="1653298" y="1036220"/>
                </a:lnTo>
                <a:lnTo>
                  <a:pt x="1652935" y="1036778"/>
                </a:lnTo>
                <a:lnTo>
                  <a:pt x="1652583" y="1037350"/>
                </a:lnTo>
                <a:lnTo>
                  <a:pt x="1652243" y="1037936"/>
                </a:lnTo>
                <a:lnTo>
                  <a:pt x="1651913" y="1038535"/>
                </a:lnTo>
                <a:lnTo>
                  <a:pt x="1650222" y="1026193"/>
                </a:lnTo>
                <a:lnTo>
                  <a:pt x="1636528" y="1026193"/>
                </a:lnTo>
                <a:lnTo>
                  <a:pt x="1636528" y="1112586"/>
                </a:lnTo>
                <a:lnTo>
                  <a:pt x="1653434" y="1112586"/>
                </a:lnTo>
                <a:lnTo>
                  <a:pt x="1653434" y="1061866"/>
                </a:lnTo>
                <a:lnTo>
                  <a:pt x="1653439" y="1061277"/>
                </a:lnTo>
                <a:lnTo>
                  <a:pt x="1653452" y="1060694"/>
                </a:lnTo>
                <a:lnTo>
                  <a:pt x="1653474" y="1060117"/>
                </a:lnTo>
                <a:lnTo>
                  <a:pt x="1653505" y="1059546"/>
                </a:lnTo>
                <a:close/>
                <a:moveTo>
                  <a:pt x="1475306" y="1114023"/>
                </a:moveTo>
                <a:lnTo>
                  <a:pt x="1476112" y="1113932"/>
                </a:lnTo>
                <a:lnTo>
                  <a:pt x="1476910" y="1113826"/>
                </a:lnTo>
                <a:lnTo>
                  <a:pt x="1477700" y="1113706"/>
                </a:lnTo>
                <a:lnTo>
                  <a:pt x="1478481" y="1113573"/>
                </a:lnTo>
                <a:lnTo>
                  <a:pt x="1479254" y="1113425"/>
                </a:lnTo>
                <a:lnTo>
                  <a:pt x="1480019" y="1113263"/>
                </a:lnTo>
                <a:lnTo>
                  <a:pt x="1480776" y="1113086"/>
                </a:lnTo>
                <a:lnTo>
                  <a:pt x="1481524" y="1112896"/>
                </a:lnTo>
                <a:lnTo>
                  <a:pt x="1482264" y="1112692"/>
                </a:lnTo>
                <a:lnTo>
                  <a:pt x="1482996" y="1112474"/>
                </a:lnTo>
                <a:lnTo>
                  <a:pt x="1483720" y="1112241"/>
                </a:lnTo>
                <a:lnTo>
                  <a:pt x="1484436" y="1111995"/>
                </a:lnTo>
                <a:lnTo>
                  <a:pt x="1485143" y="1111734"/>
                </a:lnTo>
                <a:lnTo>
                  <a:pt x="1485842" y="1111459"/>
                </a:lnTo>
                <a:lnTo>
                  <a:pt x="1486533" y="1111170"/>
                </a:lnTo>
                <a:lnTo>
                  <a:pt x="1487216" y="1110867"/>
                </a:lnTo>
                <a:lnTo>
                  <a:pt x="1487891" y="1110551"/>
                </a:lnTo>
                <a:lnTo>
                  <a:pt x="1488557" y="1110219"/>
                </a:lnTo>
                <a:lnTo>
                  <a:pt x="1489227" y="1109861"/>
                </a:lnTo>
                <a:lnTo>
                  <a:pt x="1489885" y="1109489"/>
                </a:lnTo>
                <a:lnTo>
                  <a:pt x="1490530" y="1109105"/>
                </a:lnTo>
                <a:lnTo>
                  <a:pt x="1491163" y="1108707"/>
                </a:lnTo>
                <a:lnTo>
                  <a:pt x="1491784" y="1108297"/>
                </a:lnTo>
                <a:lnTo>
                  <a:pt x="1492393" y="1107873"/>
                </a:lnTo>
                <a:lnTo>
                  <a:pt x="1492989" y="1107437"/>
                </a:lnTo>
                <a:lnTo>
                  <a:pt x="1493573" y="1106988"/>
                </a:lnTo>
                <a:lnTo>
                  <a:pt x="1494144" y="1106526"/>
                </a:lnTo>
                <a:lnTo>
                  <a:pt x="1494703" y="1106051"/>
                </a:lnTo>
                <a:lnTo>
                  <a:pt x="1495250" y="1105563"/>
                </a:lnTo>
                <a:lnTo>
                  <a:pt x="1495785" y="1105063"/>
                </a:lnTo>
                <a:lnTo>
                  <a:pt x="1496307" y="1104549"/>
                </a:lnTo>
                <a:lnTo>
                  <a:pt x="1496817" y="1104022"/>
                </a:lnTo>
                <a:lnTo>
                  <a:pt x="1497314" y="1103483"/>
                </a:lnTo>
                <a:lnTo>
                  <a:pt x="1497799" y="1102931"/>
                </a:lnTo>
                <a:lnTo>
                  <a:pt x="1498272" y="1102365"/>
                </a:lnTo>
                <a:lnTo>
                  <a:pt x="1498733" y="1101787"/>
                </a:lnTo>
                <a:lnTo>
                  <a:pt x="1499181" y="1101196"/>
                </a:lnTo>
                <a:lnTo>
                  <a:pt x="1499617" y="1100592"/>
                </a:lnTo>
                <a:lnTo>
                  <a:pt x="1500040" y="1099975"/>
                </a:lnTo>
                <a:lnTo>
                  <a:pt x="1500452" y="1099345"/>
                </a:lnTo>
                <a:lnTo>
                  <a:pt x="1500850" y="1098702"/>
                </a:lnTo>
                <a:lnTo>
                  <a:pt x="1501237" y="1098046"/>
                </a:lnTo>
                <a:lnTo>
                  <a:pt x="1501623" y="1097378"/>
                </a:lnTo>
                <a:lnTo>
                  <a:pt x="1501993" y="1096699"/>
                </a:lnTo>
                <a:lnTo>
                  <a:pt x="1502346" y="1096007"/>
                </a:lnTo>
                <a:lnTo>
                  <a:pt x="1502683" y="1095304"/>
                </a:lnTo>
                <a:lnTo>
                  <a:pt x="1503004" y="1094589"/>
                </a:lnTo>
                <a:lnTo>
                  <a:pt x="1503308" y="1093862"/>
                </a:lnTo>
                <a:lnTo>
                  <a:pt x="1503596" y="1093124"/>
                </a:lnTo>
                <a:lnTo>
                  <a:pt x="1503867" y="1092373"/>
                </a:lnTo>
                <a:lnTo>
                  <a:pt x="1504122" y="1091611"/>
                </a:lnTo>
                <a:lnTo>
                  <a:pt x="1504360" y="1090838"/>
                </a:lnTo>
                <a:lnTo>
                  <a:pt x="1504582" y="1090052"/>
                </a:lnTo>
                <a:lnTo>
                  <a:pt x="1504787" y="1089255"/>
                </a:lnTo>
                <a:lnTo>
                  <a:pt x="1504976" y="1088446"/>
                </a:lnTo>
                <a:lnTo>
                  <a:pt x="1505149" y="1087625"/>
                </a:lnTo>
                <a:lnTo>
                  <a:pt x="1505305" y="1086793"/>
                </a:lnTo>
                <a:lnTo>
                  <a:pt x="1505445" y="1085949"/>
                </a:lnTo>
                <a:lnTo>
                  <a:pt x="1505568" y="1085093"/>
                </a:lnTo>
                <a:lnTo>
                  <a:pt x="1505675" y="1084225"/>
                </a:lnTo>
                <a:lnTo>
                  <a:pt x="1505765" y="1083346"/>
                </a:lnTo>
                <a:lnTo>
                  <a:pt x="1505839" y="1082455"/>
                </a:lnTo>
                <a:lnTo>
                  <a:pt x="1505897" y="1081552"/>
                </a:lnTo>
                <a:lnTo>
                  <a:pt x="1505938" y="1080637"/>
                </a:lnTo>
                <a:lnTo>
                  <a:pt x="1505963" y="1079711"/>
                </a:lnTo>
                <a:lnTo>
                  <a:pt x="1505971" y="1078773"/>
                </a:lnTo>
                <a:lnTo>
                  <a:pt x="1490924" y="1078773"/>
                </a:lnTo>
                <a:lnTo>
                  <a:pt x="1490919" y="1079458"/>
                </a:lnTo>
                <a:lnTo>
                  <a:pt x="1490905" y="1080133"/>
                </a:lnTo>
                <a:lnTo>
                  <a:pt x="1490882" y="1080796"/>
                </a:lnTo>
                <a:lnTo>
                  <a:pt x="1490849" y="1081450"/>
                </a:lnTo>
                <a:lnTo>
                  <a:pt x="1490807" y="1082093"/>
                </a:lnTo>
                <a:lnTo>
                  <a:pt x="1490755" y="1082725"/>
                </a:lnTo>
                <a:lnTo>
                  <a:pt x="1490694" y="1083346"/>
                </a:lnTo>
                <a:lnTo>
                  <a:pt x="1490623" y="1083958"/>
                </a:lnTo>
                <a:lnTo>
                  <a:pt x="1490544" y="1084558"/>
                </a:lnTo>
                <a:lnTo>
                  <a:pt x="1490454" y="1085148"/>
                </a:lnTo>
                <a:lnTo>
                  <a:pt x="1490356" y="1085727"/>
                </a:lnTo>
                <a:lnTo>
                  <a:pt x="1490248" y="1086296"/>
                </a:lnTo>
                <a:lnTo>
                  <a:pt x="1490130" y="1086855"/>
                </a:lnTo>
                <a:lnTo>
                  <a:pt x="1490003" y="1087402"/>
                </a:lnTo>
                <a:lnTo>
                  <a:pt x="1489867" y="1087939"/>
                </a:lnTo>
                <a:lnTo>
                  <a:pt x="1489722" y="1088466"/>
                </a:lnTo>
                <a:lnTo>
                  <a:pt x="1489567" y="1088982"/>
                </a:lnTo>
                <a:lnTo>
                  <a:pt x="1489402" y="1089487"/>
                </a:lnTo>
                <a:lnTo>
                  <a:pt x="1489229" y="1089982"/>
                </a:lnTo>
                <a:lnTo>
                  <a:pt x="1489045" y="1090467"/>
                </a:lnTo>
                <a:lnTo>
                  <a:pt x="1488853" y="1090940"/>
                </a:lnTo>
                <a:lnTo>
                  <a:pt x="1488651" y="1091403"/>
                </a:lnTo>
                <a:lnTo>
                  <a:pt x="1488440" y="1091856"/>
                </a:lnTo>
                <a:lnTo>
                  <a:pt x="1488219" y="1092298"/>
                </a:lnTo>
                <a:lnTo>
                  <a:pt x="1488004" y="1092716"/>
                </a:lnTo>
                <a:lnTo>
                  <a:pt x="1487781" y="1093126"/>
                </a:lnTo>
                <a:lnTo>
                  <a:pt x="1487551" y="1093526"/>
                </a:lnTo>
                <a:lnTo>
                  <a:pt x="1487312" y="1093918"/>
                </a:lnTo>
                <a:lnTo>
                  <a:pt x="1487067" y="1094301"/>
                </a:lnTo>
                <a:lnTo>
                  <a:pt x="1486813" y="1094676"/>
                </a:lnTo>
                <a:lnTo>
                  <a:pt x="1486553" y="1095041"/>
                </a:lnTo>
                <a:lnTo>
                  <a:pt x="1486284" y="1095398"/>
                </a:lnTo>
                <a:lnTo>
                  <a:pt x="1486008" y="1095746"/>
                </a:lnTo>
                <a:lnTo>
                  <a:pt x="1485724" y="1096085"/>
                </a:lnTo>
                <a:lnTo>
                  <a:pt x="1485432" y="1096415"/>
                </a:lnTo>
                <a:lnTo>
                  <a:pt x="1485133" y="1096736"/>
                </a:lnTo>
                <a:lnTo>
                  <a:pt x="1484827" y="1097049"/>
                </a:lnTo>
                <a:lnTo>
                  <a:pt x="1484512" y="1097353"/>
                </a:lnTo>
                <a:lnTo>
                  <a:pt x="1484190" y="1097648"/>
                </a:lnTo>
                <a:lnTo>
                  <a:pt x="1483861" y="1097934"/>
                </a:lnTo>
                <a:lnTo>
                  <a:pt x="1483523" y="1098211"/>
                </a:lnTo>
                <a:lnTo>
                  <a:pt x="1483179" y="1098480"/>
                </a:lnTo>
                <a:lnTo>
                  <a:pt x="1482826" y="1098740"/>
                </a:lnTo>
                <a:lnTo>
                  <a:pt x="1482466" y="1098991"/>
                </a:lnTo>
                <a:lnTo>
                  <a:pt x="1482098" y="1099233"/>
                </a:lnTo>
                <a:lnTo>
                  <a:pt x="1481723" y="1099466"/>
                </a:lnTo>
                <a:lnTo>
                  <a:pt x="1481340" y="1099691"/>
                </a:lnTo>
                <a:lnTo>
                  <a:pt x="1480949" y="1099906"/>
                </a:lnTo>
                <a:lnTo>
                  <a:pt x="1480566" y="1100099"/>
                </a:lnTo>
                <a:lnTo>
                  <a:pt x="1480178" y="1100284"/>
                </a:lnTo>
                <a:lnTo>
                  <a:pt x="1479784" y="1100461"/>
                </a:lnTo>
                <a:lnTo>
                  <a:pt x="1479385" y="1100629"/>
                </a:lnTo>
                <a:lnTo>
                  <a:pt x="1478981" y="1100790"/>
                </a:lnTo>
                <a:lnTo>
                  <a:pt x="1478571" y="1100942"/>
                </a:lnTo>
                <a:lnTo>
                  <a:pt x="1478157" y="1101086"/>
                </a:lnTo>
                <a:lnTo>
                  <a:pt x="1477737" y="1101221"/>
                </a:lnTo>
                <a:lnTo>
                  <a:pt x="1477311" y="1101349"/>
                </a:lnTo>
                <a:lnTo>
                  <a:pt x="1476881" y="1101468"/>
                </a:lnTo>
                <a:lnTo>
                  <a:pt x="1476445" y="1101579"/>
                </a:lnTo>
                <a:lnTo>
                  <a:pt x="1476004" y="1101681"/>
                </a:lnTo>
                <a:lnTo>
                  <a:pt x="1475557" y="1101776"/>
                </a:lnTo>
                <a:lnTo>
                  <a:pt x="1475106" y="1101862"/>
                </a:lnTo>
                <a:lnTo>
                  <a:pt x="1474649" y="1101940"/>
                </a:lnTo>
                <a:lnTo>
                  <a:pt x="1474186" y="1102010"/>
                </a:lnTo>
                <a:lnTo>
                  <a:pt x="1473719" y="1102072"/>
                </a:lnTo>
                <a:lnTo>
                  <a:pt x="1473246" y="1102125"/>
                </a:lnTo>
                <a:lnTo>
                  <a:pt x="1472768" y="1102171"/>
                </a:lnTo>
                <a:lnTo>
                  <a:pt x="1472284" y="1102208"/>
                </a:lnTo>
                <a:lnTo>
                  <a:pt x="1471796" y="1102236"/>
                </a:lnTo>
                <a:lnTo>
                  <a:pt x="1471302" y="1102257"/>
                </a:lnTo>
                <a:lnTo>
                  <a:pt x="1470802" y="1102269"/>
                </a:lnTo>
                <a:lnTo>
                  <a:pt x="1470298" y="1102273"/>
                </a:lnTo>
                <a:lnTo>
                  <a:pt x="1469473" y="1102261"/>
                </a:lnTo>
                <a:lnTo>
                  <a:pt x="1468661" y="1102225"/>
                </a:lnTo>
                <a:lnTo>
                  <a:pt x="1467862" y="1102165"/>
                </a:lnTo>
                <a:lnTo>
                  <a:pt x="1467076" y="1102081"/>
                </a:lnTo>
                <a:lnTo>
                  <a:pt x="1466303" y="1101972"/>
                </a:lnTo>
                <a:lnTo>
                  <a:pt x="1465543" y="1101840"/>
                </a:lnTo>
                <a:lnTo>
                  <a:pt x="1464795" y="1101684"/>
                </a:lnTo>
                <a:lnTo>
                  <a:pt x="1464061" y="1101503"/>
                </a:lnTo>
                <a:lnTo>
                  <a:pt x="1463340" y="1101298"/>
                </a:lnTo>
                <a:lnTo>
                  <a:pt x="1462631" y="1101070"/>
                </a:lnTo>
                <a:lnTo>
                  <a:pt x="1461935" y="1100817"/>
                </a:lnTo>
                <a:lnTo>
                  <a:pt x="1461253" y="1100540"/>
                </a:lnTo>
                <a:lnTo>
                  <a:pt x="1460583" y="1100239"/>
                </a:lnTo>
                <a:lnTo>
                  <a:pt x="1459926" y="1099914"/>
                </a:lnTo>
                <a:lnTo>
                  <a:pt x="1459282" y="1099565"/>
                </a:lnTo>
                <a:lnTo>
                  <a:pt x="1458651" y="1099192"/>
                </a:lnTo>
                <a:lnTo>
                  <a:pt x="1458033" y="1098795"/>
                </a:lnTo>
                <a:lnTo>
                  <a:pt x="1457428" y="1098374"/>
                </a:lnTo>
                <a:lnTo>
                  <a:pt x="1456835" y="1097929"/>
                </a:lnTo>
                <a:lnTo>
                  <a:pt x="1456256" y="1097459"/>
                </a:lnTo>
                <a:lnTo>
                  <a:pt x="1455689" y="1096966"/>
                </a:lnTo>
                <a:lnTo>
                  <a:pt x="1455136" y="1096449"/>
                </a:lnTo>
                <a:lnTo>
                  <a:pt x="1454595" y="1095907"/>
                </a:lnTo>
                <a:lnTo>
                  <a:pt x="1454067" y="1095342"/>
                </a:lnTo>
                <a:lnTo>
                  <a:pt x="1453571" y="1094753"/>
                </a:lnTo>
                <a:lnTo>
                  <a:pt x="1453095" y="1094142"/>
                </a:lnTo>
                <a:lnTo>
                  <a:pt x="1452641" y="1093508"/>
                </a:lnTo>
                <a:lnTo>
                  <a:pt x="1452208" y="1092852"/>
                </a:lnTo>
                <a:lnTo>
                  <a:pt x="1451795" y="1092174"/>
                </a:lnTo>
                <a:lnTo>
                  <a:pt x="1451404" y="1091474"/>
                </a:lnTo>
                <a:lnTo>
                  <a:pt x="1451035" y="1090751"/>
                </a:lnTo>
                <a:lnTo>
                  <a:pt x="1450686" y="1090006"/>
                </a:lnTo>
                <a:lnTo>
                  <a:pt x="1450358" y="1089239"/>
                </a:lnTo>
                <a:lnTo>
                  <a:pt x="1450052" y="1088449"/>
                </a:lnTo>
                <a:lnTo>
                  <a:pt x="1449767" y="1087638"/>
                </a:lnTo>
                <a:lnTo>
                  <a:pt x="1449502" y="1086803"/>
                </a:lnTo>
                <a:lnTo>
                  <a:pt x="1449259" y="1085947"/>
                </a:lnTo>
                <a:lnTo>
                  <a:pt x="1449037" y="1085068"/>
                </a:lnTo>
                <a:lnTo>
                  <a:pt x="1448837" y="1084167"/>
                </a:lnTo>
                <a:lnTo>
                  <a:pt x="1448657" y="1083244"/>
                </a:lnTo>
                <a:lnTo>
                  <a:pt x="1448499" y="1082298"/>
                </a:lnTo>
                <a:lnTo>
                  <a:pt x="1448361" y="1081330"/>
                </a:lnTo>
                <a:lnTo>
                  <a:pt x="1448245" y="1080339"/>
                </a:lnTo>
                <a:lnTo>
                  <a:pt x="1448150" y="1079327"/>
                </a:lnTo>
                <a:lnTo>
                  <a:pt x="1448076" y="1078292"/>
                </a:lnTo>
                <a:lnTo>
                  <a:pt x="1448023" y="1077235"/>
                </a:lnTo>
                <a:lnTo>
                  <a:pt x="1447991" y="1076155"/>
                </a:lnTo>
                <a:lnTo>
                  <a:pt x="1447981" y="1075053"/>
                </a:lnTo>
                <a:lnTo>
                  <a:pt x="1447981" y="1063726"/>
                </a:lnTo>
                <a:lnTo>
                  <a:pt x="1447992" y="1062583"/>
                </a:lnTo>
                <a:lnTo>
                  <a:pt x="1448024" y="1061466"/>
                </a:lnTo>
                <a:lnTo>
                  <a:pt x="1448079" y="1060374"/>
                </a:lnTo>
                <a:lnTo>
                  <a:pt x="1448155" y="1059307"/>
                </a:lnTo>
                <a:lnTo>
                  <a:pt x="1448252" y="1058265"/>
                </a:lnTo>
                <a:lnTo>
                  <a:pt x="1448372" y="1057248"/>
                </a:lnTo>
                <a:lnTo>
                  <a:pt x="1448513" y="1056257"/>
                </a:lnTo>
                <a:lnTo>
                  <a:pt x="1448676" y="1055291"/>
                </a:lnTo>
                <a:lnTo>
                  <a:pt x="1448861" y="1054351"/>
                </a:lnTo>
                <a:lnTo>
                  <a:pt x="1449067" y="1053435"/>
                </a:lnTo>
                <a:lnTo>
                  <a:pt x="1449295" y="1052545"/>
                </a:lnTo>
                <a:lnTo>
                  <a:pt x="1449545" y="1051680"/>
                </a:lnTo>
                <a:lnTo>
                  <a:pt x="1449816" y="1050840"/>
                </a:lnTo>
                <a:lnTo>
                  <a:pt x="1450109" y="1050025"/>
                </a:lnTo>
                <a:lnTo>
                  <a:pt x="1450424" y="1049236"/>
                </a:lnTo>
                <a:lnTo>
                  <a:pt x="1450761" y="1048472"/>
                </a:lnTo>
                <a:lnTo>
                  <a:pt x="1451119" y="1047733"/>
                </a:lnTo>
                <a:lnTo>
                  <a:pt x="1451500" y="1047020"/>
                </a:lnTo>
                <a:lnTo>
                  <a:pt x="1451901" y="1046331"/>
                </a:lnTo>
                <a:lnTo>
                  <a:pt x="1452325" y="1045668"/>
                </a:lnTo>
                <a:lnTo>
                  <a:pt x="1452770" y="1045031"/>
                </a:lnTo>
                <a:lnTo>
                  <a:pt x="1453237" y="1044418"/>
                </a:lnTo>
                <a:lnTo>
                  <a:pt x="1453726" y="1043831"/>
                </a:lnTo>
                <a:lnTo>
                  <a:pt x="1454236" y="1043268"/>
                </a:lnTo>
                <a:lnTo>
                  <a:pt x="1454776" y="1042717"/>
                </a:lnTo>
                <a:lnTo>
                  <a:pt x="1455326" y="1042188"/>
                </a:lnTo>
                <a:lnTo>
                  <a:pt x="1455885" y="1041684"/>
                </a:lnTo>
                <a:lnTo>
                  <a:pt x="1456453" y="1041202"/>
                </a:lnTo>
                <a:lnTo>
                  <a:pt x="1457031" y="1040744"/>
                </a:lnTo>
                <a:lnTo>
                  <a:pt x="1457618" y="1040310"/>
                </a:lnTo>
                <a:lnTo>
                  <a:pt x="1458214" y="1039899"/>
                </a:lnTo>
                <a:lnTo>
                  <a:pt x="1458820" y="1039512"/>
                </a:lnTo>
                <a:lnTo>
                  <a:pt x="1459435" y="1039148"/>
                </a:lnTo>
                <a:lnTo>
                  <a:pt x="1460060" y="1038807"/>
                </a:lnTo>
                <a:lnTo>
                  <a:pt x="1460694" y="1038490"/>
                </a:lnTo>
                <a:lnTo>
                  <a:pt x="1461337" y="1038197"/>
                </a:lnTo>
                <a:lnTo>
                  <a:pt x="1461990" y="1037927"/>
                </a:lnTo>
                <a:lnTo>
                  <a:pt x="1462652" y="1037680"/>
                </a:lnTo>
                <a:lnTo>
                  <a:pt x="1463324" y="1037457"/>
                </a:lnTo>
                <a:lnTo>
                  <a:pt x="1464005" y="1037258"/>
                </a:lnTo>
                <a:lnTo>
                  <a:pt x="1464695" y="1037081"/>
                </a:lnTo>
                <a:lnTo>
                  <a:pt x="1465395" y="1036929"/>
                </a:lnTo>
                <a:lnTo>
                  <a:pt x="1466104" y="1036800"/>
                </a:lnTo>
                <a:lnTo>
                  <a:pt x="1466822" y="1036694"/>
                </a:lnTo>
                <a:lnTo>
                  <a:pt x="1467550" y="1036612"/>
                </a:lnTo>
                <a:lnTo>
                  <a:pt x="1468288" y="1036553"/>
                </a:lnTo>
                <a:lnTo>
                  <a:pt x="1469034" y="1036518"/>
                </a:lnTo>
                <a:lnTo>
                  <a:pt x="1469791" y="1036506"/>
                </a:lnTo>
                <a:lnTo>
                  <a:pt x="1470309" y="1036511"/>
                </a:lnTo>
                <a:lnTo>
                  <a:pt x="1470821" y="1036524"/>
                </a:lnTo>
                <a:lnTo>
                  <a:pt x="1471328" y="1036546"/>
                </a:lnTo>
                <a:lnTo>
                  <a:pt x="1471829" y="1036577"/>
                </a:lnTo>
                <a:lnTo>
                  <a:pt x="1472324" y="1036616"/>
                </a:lnTo>
                <a:lnTo>
                  <a:pt x="1472813" y="1036665"/>
                </a:lnTo>
                <a:lnTo>
                  <a:pt x="1473296" y="1036722"/>
                </a:lnTo>
                <a:lnTo>
                  <a:pt x="1473773" y="1036788"/>
                </a:lnTo>
                <a:lnTo>
                  <a:pt x="1474244" y="1036863"/>
                </a:lnTo>
                <a:lnTo>
                  <a:pt x="1474710" y="1036946"/>
                </a:lnTo>
                <a:lnTo>
                  <a:pt x="1475170" y="1037039"/>
                </a:lnTo>
                <a:lnTo>
                  <a:pt x="1475623" y="1037140"/>
                </a:lnTo>
                <a:lnTo>
                  <a:pt x="1476071" y="1037250"/>
                </a:lnTo>
                <a:lnTo>
                  <a:pt x="1476513" y="1037369"/>
                </a:lnTo>
                <a:lnTo>
                  <a:pt x="1476949" y="1037497"/>
                </a:lnTo>
                <a:lnTo>
                  <a:pt x="1477380" y="1037633"/>
                </a:lnTo>
                <a:lnTo>
                  <a:pt x="1477804" y="1037778"/>
                </a:lnTo>
                <a:lnTo>
                  <a:pt x="1478223" y="1037932"/>
                </a:lnTo>
                <a:lnTo>
                  <a:pt x="1478635" y="1038095"/>
                </a:lnTo>
                <a:lnTo>
                  <a:pt x="1479042" y="1038267"/>
                </a:lnTo>
                <a:lnTo>
                  <a:pt x="1479443" y="1038447"/>
                </a:lnTo>
                <a:lnTo>
                  <a:pt x="1479838" y="1038637"/>
                </a:lnTo>
                <a:lnTo>
                  <a:pt x="1480228" y="1038835"/>
                </a:lnTo>
                <a:lnTo>
                  <a:pt x="1480611" y="1039042"/>
                </a:lnTo>
                <a:lnTo>
                  <a:pt x="1481002" y="1039244"/>
                </a:lnTo>
                <a:lnTo>
                  <a:pt x="1481386" y="1039456"/>
                </a:lnTo>
                <a:lnTo>
                  <a:pt x="1481763" y="1039678"/>
                </a:lnTo>
                <a:lnTo>
                  <a:pt x="1482132" y="1039911"/>
                </a:lnTo>
                <a:lnTo>
                  <a:pt x="1482495" y="1040153"/>
                </a:lnTo>
                <a:lnTo>
                  <a:pt x="1482851" y="1040405"/>
                </a:lnTo>
                <a:lnTo>
                  <a:pt x="1483200" y="1040667"/>
                </a:lnTo>
                <a:lnTo>
                  <a:pt x="1483541" y="1040939"/>
                </a:lnTo>
                <a:lnTo>
                  <a:pt x="1483876" y="1041221"/>
                </a:lnTo>
                <a:lnTo>
                  <a:pt x="1484204" y="1041513"/>
                </a:lnTo>
                <a:lnTo>
                  <a:pt x="1484524" y="1041815"/>
                </a:lnTo>
                <a:lnTo>
                  <a:pt x="1484838" y="1042127"/>
                </a:lnTo>
                <a:lnTo>
                  <a:pt x="1485144" y="1042449"/>
                </a:lnTo>
                <a:lnTo>
                  <a:pt x="1485443" y="1042781"/>
                </a:lnTo>
                <a:lnTo>
                  <a:pt x="1485736" y="1043123"/>
                </a:lnTo>
                <a:lnTo>
                  <a:pt x="1486021" y="1043475"/>
                </a:lnTo>
                <a:lnTo>
                  <a:pt x="1486299" y="1043837"/>
                </a:lnTo>
                <a:lnTo>
                  <a:pt x="1486570" y="1044209"/>
                </a:lnTo>
                <a:lnTo>
                  <a:pt x="1486835" y="1044591"/>
                </a:lnTo>
                <a:lnTo>
                  <a:pt x="1487092" y="1044983"/>
                </a:lnTo>
                <a:lnTo>
                  <a:pt x="1487342" y="1045385"/>
                </a:lnTo>
                <a:lnTo>
                  <a:pt x="1487585" y="1045796"/>
                </a:lnTo>
                <a:lnTo>
                  <a:pt x="1487821" y="1046218"/>
                </a:lnTo>
                <a:lnTo>
                  <a:pt x="1488050" y="1046650"/>
                </a:lnTo>
                <a:lnTo>
                  <a:pt x="1488271" y="1047078"/>
                </a:lnTo>
                <a:lnTo>
                  <a:pt x="1488482" y="1047518"/>
                </a:lnTo>
                <a:lnTo>
                  <a:pt x="1488684" y="1047968"/>
                </a:lnTo>
                <a:lnTo>
                  <a:pt x="1488876" y="1048430"/>
                </a:lnTo>
                <a:lnTo>
                  <a:pt x="1489059" y="1048903"/>
                </a:lnTo>
                <a:lnTo>
                  <a:pt x="1489233" y="1049387"/>
                </a:lnTo>
                <a:lnTo>
                  <a:pt x="1489398" y="1049882"/>
                </a:lnTo>
                <a:lnTo>
                  <a:pt x="1489553" y="1050388"/>
                </a:lnTo>
                <a:lnTo>
                  <a:pt x="1489698" y="1050906"/>
                </a:lnTo>
                <a:lnTo>
                  <a:pt x="1489834" y="1051434"/>
                </a:lnTo>
                <a:lnTo>
                  <a:pt x="1489961" y="1051974"/>
                </a:lnTo>
                <a:lnTo>
                  <a:pt x="1490079" y="1052525"/>
                </a:lnTo>
                <a:lnTo>
                  <a:pt x="1490187" y="1053087"/>
                </a:lnTo>
                <a:lnTo>
                  <a:pt x="1490285" y="1053660"/>
                </a:lnTo>
                <a:lnTo>
                  <a:pt x="1490374" y="1054245"/>
                </a:lnTo>
                <a:lnTo>
                  <a:pt x="1490454" y="1054840"/>
                </a:lnTo>
                <a:lnTo>
                  <a:pt x="1490525" y="1055447"/>
                </a:lnTo>
                <a:lnTo>
                  <a:pt x="1490586" y="1056065"/>
                </a:lnTo>
                <a:lnTo>
                  <a:pt x="1490637" y="1056694"/>
                </a:lnTo>
                <a:lnTo>
                  <a:pt x="1490680" y="1057334"/>
                </a:lnTo>
                <a:lnTo>
                  <a:pt x="1490713" y="1057986"/>
                </a:lnTo>
                <a:lnTo>
                  <a:pt x="1490736" y="1058648"/>
                </a:lnTo>
                <a:lnTo>
                  <a:pt x="1490750" y="1059322"/>
                </a:lnTo>
                <a:lnTo>
                  <a:pt x="1490755" y="1060006"/>
                </a:lnTo>
                <a:lnTo>
                  <a:pt x="1505971" y="1060006"/>
                </a:lnTo>
                <a:lnTo>
                  <a:pt x="1505963" y="1059082"/>
                </a:lnTo>
                <a:lnTo>
                  <a:pt x="1505939" y="1058170"/>
                </a:lnTo>
                <a:lnTo>
                  <a:pt x="1505900" y="1057270"/>
                </a:lnTo>
                <a:lnTo>
                  <a:pt x="1505844" y="1056381"/>
                </a:lnTo>
                <a:lnTo>
                  <a:pt x="1505773" y="1055504"/>
                </a:lnTo>
                <a:lnTo>
                  <a:pt x="1505686" y="1054639"/>
                </a:lnTo>
                <a:lnTo>
                  <a:pt x="1505583" y="1053785"/>
                </a:lnTo>
                <a:lnTo>
                  <a:pt x="1505464" y="1052943"/>
                </a:lnTo>
                <a:lnTo>
                  <a:pt x="1505329" y="1052113"/>
                </a:lnTo>
                <a:lnTo>
                  <a:pt x="1505178" y="1051295"/>
                </a:lnTo>
                <a:lnTo>
                  <a:pt x="1505012" y="1050488"/>
                </a:lnTo>
                <a:lnTo>
                  <a:pt x="1504830" y="1049693"/>
                </a:lnTo>
                <a:lnTo>
                  <a:pt x="1504631" y="1048910"/>
                </a:lnTo>
                <a:lnTo>
                  <a:pt x="1504417" y="1048139"/>
                </a:lnTo>
                <a:lnTo>
                  <a:pt x="1504188" y="1047379"/>
                </a:lnTo>
                <a:lnTo>
                  <a:pt x="1503942" y="1046631"/>
                </a:lnTo>
                <a:lnTo>
                  <a:pt x="1503680" y="1045895"/>
                </a:lnTo>
                <a:lnTo>
                  <a:pt x="1503403" y="1045171"/>
                </a:lnTo>
                <a:lnTo>
                  <a:pt x="1503110" y="1044458"/>
                </a:lnTo>
                <a:lnTo>
                  <a:pt x="1502801" y="1043757"/>
                </a:lnTo>
                <a:lnTo>
                  <a:pt x="1502476" y="1043068"/>
                </a:lnTo>
                <a:lnTo>
                  <a:pt x="1502135" y="1042391"/>
                </a:lnTo>
                <a:lnTo>
                  <a:pt x="1501778" y="1041725"/>
                </a:lnTo>
                <a:lnTo>
                  <a:pt x="1501406" y="1041071"/>
                </a:lnTo>
                <a:lnTo>
                  <a:pt x="1501020" y="1040415"/>
                </a:lnTo>
                <a:lnTo>
                  <a:pt x="1500622" y="1039772"/>
                </a:lnTo>
                <a:lnTo>
                  <a:pt x="1500212" y="1039143"/>
                </a:lnTo>
                <a:lnTo>
                  <a:pt x="1499790" y="1038526"/>
                </a:lnTo>
                <a:lnTo>
                  <a:pt x="1499357" y="1037921"/>
                </a:lnTo>
                <a:lnTo>
                  <a:pt x="1498912" y="1037330"/>
                </a:lnTo>
                <a:lnTo>
                  <a:pt x="1498456" y="1036752"/>
                </a:lnTo>
                <a:lnTo>
                  <a:pt x="1497987" y="1036187"/>
                </a:lnTo>
                <a:lnTo>
                  <a:pt x="1497507" y="1035634"/>
                </a:lnTo>
                <a:lnTo>
                  <a:pt x="1497015" y="1035095"/>
                </a:lnTo>
                <a:lnTo>
                  <a:pt x="1496511" y="1034568"/>
                </a:lnTo>
                <a:lnTo>
                  <a:pt x="1495996" y="1034055"/>
                </a:lnTo>
                <a:lnTo>
                  <a:pt x="1495469" y="1033554"/>
                </a:lnTo>
                <a:lnTo>
                  <a:pt x="1494930" y="1033066"/>
                </a:lnTo>
                <a:lnTo>
                  <a:pt x="1494379" y="1032591"/>
                </a:lnTo>
                <a:lnTo>
                  <a:pt x="1493817" y="1032129"/>
                </a:lnTo>
                <a:lnTo>
                  <a:pt x="1493243" y="1031680"/>
                </a:lnTo>
                <a:lnTo>
                  <a:pt x="1492657" y="1031244"/>
                </a:lnTo>
                <a:lnTo>
                  <a:pt x="1492059" y="1030821"/>
                </a:lnTo>
                <a:lnTo>
                  <a:pt x="1491450" y="1030410"/>
                </a:lnTo>
                <a:lnTo>
                  <a:pt x="1490829" y="1030013"/>
                </a:lnTo>
                <a:lnTo>
                  <a:pt x="1490196" y="1029628"/>
                </a:lnTo>
                <a:lnTo>
                  <a:pt x="1489551" y="1029257"/>
                </a:lnTo>
                <a:lnTo>
                  <a:pt x="1488895" y="1028898"/>
                </a:lnTo>
                <a:lnTo>
                  <a:pt x="1488229" y="1028539"/>
                </a:lnTo>
                <a:lnTo>
                  <a:pt x="1487553" y="1028196"/>
                </a:lnTo>
                <a:lnTo>
                  <a:pt x="1486869" y="1027868"/>
                </a:lnTo>
                <a:lnTo>
                  <a:pt x="1486176" y="1027555"/>
                </a:lnTo>
                <a:lnTo>
                  <a:pt x="1485474" y="1027257"/>
                </a:lnTo>
                <a:lnTo>
                  <a:pt x="1484764" y="1026975"/>
                </a:lnTo>
                <a:lnTo>
                  <a:pt x="1484044" y="1026708"/>
                </a:lnTo>
                <a:lnTo>
                  <a:pt x="1483316" y="1026456"/>
                </a:lnTo>
                <a:lnTo>
                  <a:pt x="1482579" y="1026219"/>
                </a:lnTo>
                <a:lnTo>
                  <a:pt x="1481833" y="1025998"/>
                </a:lnTo>
                <a:lnTo>
                  <a:pt x="1481078" y="1025792"/>
                </a:lnTo>
                <a:lnTo>
                  <a:pt x="1480315" y="1025601"/>
                </a:lnTo>
                <a:lnTo>
                  <a:pt x="1479543" y="1025426"/>
                </a:lnTo>
                <a:lnTo>
                  <a:pt x="1478762" y="1025265"/>
                </a:lnTo>
                <a:lnTo>
                  <a:pt x="1477972" y="1025120"/>
                </a:lnTo>
                <a:lnTo>
                  <a:pt x="1477173" y="1024991"/>
                </a:lnTo>
                <a:lnTo>
                  <a:pt x="1476366" y="1024876"/>
                </a:lnTo>
                <a:lnTo>
                  <a:pt x="1475549" y="1024777"/>
                </a:lnTo>
                <a:lnTo>
                  <a:pt x="1474724" y="1024693"/>
                </a:lnTo>
                <a:lnTo>
                  <a:pt x="1473890" y="1024624"/>
                </a:lnTo>
                <a:lnTo>
                  <a:pt x="1473048" y="1024571"/>
                </a:lnTo>
                <a:lnTo>
                  <a:pt x="1472196" y="1024533"/>
                </a:lnTo>
                <a:lnTo>
                  <a:pt x="1471336" y="1024510"/>
                </a:lnTo>
                <a:lnTo>
                  <a:pt x="1470467" y="1024502"/>
                </a:lnTo>
                <a:lnTo>
                  <a:pt x="1468438" y="1024502"/>
                </a:lnTo>
                <a:lnTo>
                  <a:pt x="1467750" y="1024508"/>
                </a:lnTo>
                <a:lnTo>
                  <a:pt x="1467067" y="1024524"/>
                </a:lnTo>
                <a:lnTo>
                  <a:pt x="1466388" y="1024550"/>
                </a:lnTo>
                <a:lnTo>
                  <a:pt x="1465714" y="1024587"/>
                </a:lnTo>
                <a:lnTo>
                  <a:pt x="1465045" y="1024634"/>
                </a:lnTo>
                <a:lnTo>
                  <a:pt x="1464380" y="1024693"/>
                </a:lnTo>
                <a:lnTo>
                  <a:pt x="1463721" y="1024761"/>
                </a:lnTo>
                <a:lnTo>
                  <a:pt x="1463065" y="1024840"/>
                </a:lnTo>
                <a:lnTo>
                  <a:pt x="1462415" y="1024930"/>
                </a:lnTo>
                <a:lnTo>
                  <a:pt x="1461769" y="1025031"/>
                </a:lnTo>
                <a:lnTo>
                  <a:pt x="1461128" y="1025142"/>
                </a:lnTo>
                <a:lnTo>
                  <a:pt x="1460492" y="1025263"/>
                </a:lnTo>
                <a:lnTo>
                  <a:pt x="1459860" y="1025395"/>
                </a:lnTo>
                <a:lnTo>
                  <a:pt x="1459233" y="1025538"/>
                </a:lnTo>
                <a:lnTo>
                  <a:pt x="1458611" y="1025691"/>
                </a:lnTo>
                <a:lnTo>
                  <a:pt x="1457993" y="1025855"/>
                </a:lnTo>
                <a:lnTo>
                  <a:pt x="1457381" y="1026029"/>
                </a:lnTo>
                <a:lnTo>
                  <a:pt x="1456772" y="1026214"/>
                </a:lnTo>
                <a:lnTo>
                  <a:pt x="1456169" y="1026410"/>
                </a:lnTo>
                <a:lnTo>
                  <a:pt x="1455570" y="1026616"/>
                </a:lnTo>
                <a:lnTo>
                  <a:pt x="1454976" y="1026832"/>
                </a:lnTo>
                <a:lnTo>
                  <a:pt x="1454387" y="1027059"/>
                </a:lnTo>
                <a:lnTo>
                  <a:pt x="1453802" y="1027297"/>
                </a:lnTo>
                <a:lnTo>
                  <a:pt x="1453222" y="1027545"/>
                </a:lnTo>
                <a:lnTo>
                  <a:pt x="1452647" y="1027790"/>
                </a:lnTo>
                <a:lnTo>
                  <a:pt x="1452078" y="1028044"/>
                </a:lnTo>
                <a:lnTo>
                  <a:pt x="1451515" y="1028309"/>
                </a:lnTo>
                <a:lnTo>
                  <a:pt x="1450958" y="1028583"/>
                </a:lnTo>
                <a:lnTo>
                  <a:pt x="1450407" y="1028868"/>
                </a:lnTo>
                <a:lnTo>
                  <a:pt x="1449862" y="1029162"/>
                </a:lnTo>
                <a:lnTo>
                  <a:pt x="1449322" y="1029466"/>
                </a:lnTo>
                <a:lnTo>
                  <a:pt x="1448789" y="1029781"/>
                </a:lnTo>
                <a:lnTo>
                  <a:pt x="1448261" y="1030105"/>
                </a:lnTo>
                <a:lnTo>
                  <a:pt x="1447739" y="1030439"/>
                </a:lnTo>
                <a:lnTo>
                  <a:pt x="1447223" y="1030784"/>
                </a:lnTo>
                <a:lnTo>
                  <a:pt x="1446713" y="1031138"/>
                </a:lnTo>
                <a:lnTo>
                  <a:pt x="1446209" y="1031502"/>
                </a:lnTo>
                <a:lnTo>
                  <a:pt x="1445710" y="1031876"/>
                </a:lnTo>
                <a:lnTo>
                  <a:pt x="1445218" y="1032261"/>
                </a:lnTo>
                <a:lnTo>
                  <a:pt x="1444731" y="1032655"/>
                </a:lnTo>
                <a:lnTo>
                  <a:pt x="1444250" y="1033059"/>
                </a:lnTo>
                <a:lnTo>
                  <a:pt x="1443775" y="1033473"/>
                </a:lnTo>
                <a:lnTo>
                  <a:pt x="1443306" y="1033897"/>
                </a:lnTo>
                <a:lnTo>
                  <a:pt x="1442843" y="1034331"/>
                </a:lnTo>
                <a:lnTo>
                  <a:pt x="1442386" y="1034776"/>
                </a:lnTo>
                <a:lnTo>
                  <a:pt x="1441934" y="1035230"/>
                </a:lnTo>
                <a:lnTo>
                  <a:pt x="1441489" y="1035694"/>
                </a:lnTo>
                <a:lnTo>
                  <a:pt x="1441049" y="1036168"/>
                </a:lnTo>
                <a:lnTo>
                  <a:pt x="1440630" y="1036637"/>
                </a:lnTo>
                <a:lnTo>
                  <a:pt x="1440219" y="1037114"/>
                </a:lnTo>
                <a:lnTo>
                  <a:pt x="1439815" y="1037600"/>
                </a:lnTo>
                <a:lnTo>
                  <a:pt x="1439420" y="1038093"/>
                </a:lnTo>
                <a:lnTo>
                  <a:pt x="1439031" y="1038595"/>
                </a:lnTo>
                <a:lnTo>
                  <a:pt x="1438650" y="1039105"/>
                </a:lnTo>
                <a:lnTo>
                  <a:pt x="1438277" y="1039624"/>
                </a:lnTo>
                <a:lnTo>
                  <a:pt x="1437912" y="1040150"/>
                </a:lnTo>
                <a:lnTo>
                  <a:pt x="1437554" y="1040685"/>
                </a:lnTo>
                <a:lnTo>
                  <a:pt x="1437204" y="1041228"/>
                </a:lnTo>
                <a:lnTo>
                  <a:pt x="1436861" y="1041779"/>
                </a:lnTo>
                <a:lnTo>
                  <a:pt x="1436527" y="1042339"/>
                </a:lnTo>
                <a:lnTo>
                  <a:pt x="1436199" y="1042907"/>
                </a:lnTo>
                <a:lnTo>
                  <a:pt x="1435880" y="1043482"/>
                </a:lnTo>
                <a:lnTo>
                  <a:pt x="1435568" y="1044067"/>
                </a:lnTo>
                <a:lnTo>
                  <a:pt x="1435263" y="1044659"/>
                </a:lnTo>
                <a:lnTo>
                  <a:pt x="1434966" y="1045259"/>
                </a:lnTo>
                <a:lnTo>
                  <a:pt x="1434677" y="1045868"/>
                </a:lnTo>
                <a:lnTo>
                  <a:pt x="1434396" y="1046485"/>
                </a:lnTo>
                <a:lnTo>
                  <a:pt x="1434122" y="1047110"/>
                </a:lnTo>
                <a:lnTo>
                  <a:pt x="1433856" y="1047744"/>
                </a:lnTo>
                <a:lnTo>
                  <a:pt x="1433597" y="1048385"/>
                </a:lnTo>
                <a:lnTo>
                  <a:pt x="1433346" y="1049035"/>
                </a:lnTo>
                <a:lnTo>
                  <a:pt x="1433103" y="1049693"/>
                </a:lnTo>
                <a:lnTo>
                  <a:pt x="1432868" y="1050345"/>
                </a:lnTo>
                <a:lnTo>
                  <a:pt x="1432644" y="1051004"/>
                </a:lnTo>
                <a:lnTo>
                  <a:pt x="1432429" y="1051669"/>
                </a:lnTo>
                <a:lnTo>
                  <a:pt x="1432225" y="1052342"/>
                </a:lnTo>
                <a:lnTo>
                  <a:pt x="1432030" y="1053022"/>
                </a:lnTo>
                <a:lnTo>
                  <a:pt x="1431846" y="1053709"/>
                </a:lnTo>
                <a:lnTo>
                  <a:pt x="1431671" y="1054402"/>
                </a:lnTo>
                <a:lnTo>
                  <a:pt x="1431506" y="1055103"/>
                </a:lnTo>
                <a:lnTo>
                  <a:pt x="1431352" y="1055811"/>
                </a:lnTo>
                <a:lnTo>
                  <a:pt x="1431207" y="1056526"/>
                </a:lnTo>
                <a:lnTo>
                  <a:pt x="1431072" y="1057248"/>
                </a:lnTo>
                <a:lnTo>
                  <a:pt x="1430947" y="1057977"/>
                </a:lnTo>
                <a:lnTo>
                  <a:pt x="1430833" y="1058714"/>
                </a:lnTo>
                <a:lnTo>
                  <a:pt x="1430728" y="1059457"/>
                </a:lnTo>
                <a:lnTo>
                  <a:pt x="1430633" y="1060207"/>
                </a:lnTo>
                <a:lnTo>
                  <a:pt x="1430548" y="1060964"/>
                </a:lnTo>
                <a:lnTo>
                  <a:pt x="1430473" y="1061729"/>
                </a:lnTo>
                <a:lnTo>
                  <a:pt x="1430408" y="1062500"/>
                </a:lnTo>
                <a:lnTo>
                  <a:pt x="1430354" y="1063278"/>
                </a:lnTo>
                <a:lnTo>
                  <a:pt x="1430309" y="1064064"/>
                </a:lnTo>
                <a:lnTo>
                  <a:pt x="1430274" y="1064856"/>
                </a:lnTo>
                <a:lnTo>
                  <a:pt x="1430249" y="1065656"/>
                </a:lnTo>
                <a:lnTo>
                  <a:pt x="1430234" y="1066462"/>
                </a:lnTo>
                <a:lnTo>
                  <a:pt x="1430229" y="1067276"/>
                </a:lnTo>
                <a:lnTo>
                  <a:pt x="1430229" y="1071334"/>
                </a:lnTo>
                <a:lnTo>
                  <a:pt x="1430234" y="1072148"/>
                </a:lnTo>
                <a:lnTo>
                  <a:pt x="1430249" y="1072955"/>
                </a:lnTo>
                <a:lnTo>
                  <a:pt x="1430274" y="1073756"/>
                </a:lnTo>
                <a:lnTo>
                  <a:pt x="1430309" y="1074551"/>
                </a:lnTo>
                <a:lnTo>
                  <a:pt x="1430354" y="1075339"/>
                </a:lnTo>
                <a:lnTo>
                  <a:pt x="1430408" y="1076121"/>
                </a:lnTo>
                <a:lnTo>
                  <a:pt x="1430473" y="1076896"/>
                </a:lnTo>
                <a:lnTo>
                  <a:pt x="1430548" y="1077664"/>
                </a:lnTo>
                <a:lnTo>
                  <a:pt x="1430633" y="1078427"/>
                </a:lnTo>
                <a:lnTo>
                  <a:pt x="1430728" y="1079183"/>
                </a:lnTo>
                <a:lnTo>
                  <a:pt x="1430833" y="1079932"/>
                </a:lnTo>
                <a:lnTo>
                  <a:pt x="1430947" y="1080675"/>
                </a:lnTo>
                <a:lnTo>
                  <a:pt x="1431072" y="1081411"/>
                </a:lnTo>
                <a:lnTo>
                  <a:pt x="1431207" y="1082141"/>
                </a:lnTo>
                <a:lnTo>
                  <a:pt x="1431352" y="1082865"/>
                </a:lnTo>
                <a:lnTo>
                  <a:pt x="1431506" y="1083582"/>
                </a:lnTo>
                <a:lnTo>
                  <a:pt x="1431671" y="1084292"/>
                </a:lnTo>
                <a:lnTo>
                  <a:pt x="1431846" y="1084997"/>
                </a:lnTo>
                <a:lnTo>
                  <a:pt x="1432030" y="1085694"/>
                </a:lnTo>
                <a:lnTo>
                  <a:pt x="1432225" y="1086386"/>
                </a:lnTo>
                <a:lnTo>
                  <a:pt x="1432429" y="1087070"/>
                </a:lnTo>
                <a:lnTo>
                  <a:pt x="1432644" y="1087749"/>
                </a:lnTo>
                <a:lnTo>
                  <a:pt x="1432868" y="1088421"/>
                </a:lnTo>
                <a:lnTo>
                  <a:pt x="1433103" y="1089086"/>
                </a:lnTo>
                <a:lnTo>
                  <a:pt x="1433346" y="1089731"/>
                </a:lnTo>
                <a:lnTo>
                  <a:pt x="1433597" y="1090368"/>
                </a:lnTo>
                <a:lnTo>
                  <a:pt x="1433856" y="1090998"/>
                </a:lnTo>
                <a:lnTo>
                  <a:pt x="1434122" y="1091622"/>
                </a:lnTo>
                <a:lnTo>
                  <a:pt x="1434396" y="1092238"/>
                </a:lnTo>
                <a:lnTo>
                  <a:pt x="1434677" y="1092848"/>
                </a:lnTo>
                <a:lnTo>
                  <a:pt x="1434966" y="1093450"/>
                </a:lnTo>
                <a:lnTo>
                  <a:pt x="1435263" y="1094045"/>
                </a:lnTo>
                <a:lnTo>
                  <a:pt x="1435568" y="1094633"/>
                </a:lnTo>
                <a:lnTo>
                  <a:pt x="1435880" y="1095215"/>
                </a:lnTo>
                <a:lnTo>
                  <a:pt x="1436199" y="1095789"/>
                </a:lnTo>
                <a:lnTo>
                  <a:pt x="1436527" y="1096356"/>
                </a:lnTo>
                <a:lnTo>
                  <a:pt x="1436861" y="1096916"/>
                </a:lnTo>
                <a:lnTo>
                  <a:pt x="1437204" y="1097469"/>
                </a:lnTo>
                <a:lnTo>
                  <a:pt x="1437554" y="1098015"/>
                </a:lnTo>
                <a:lnTo>
                  <a:pt x="1437912" y="1098554"/>
                </a:lnTo>
                <a:lnTo>
                  <a:pt x="1438277" y="1099085"/>
                </a:lnTo>
                <a:lnTo>
                  <a:pt x="1438650" y="1099610"/>
                </a:lnTo>
                <a:lnTo>
                  <a:pt x="1439031" y="1100128"/>
                </a:lnTo>
                <a:lnTo>
                  <a:pt x="1439420" y="1100639"/>
                </a:lnTo>
                <a:lnTo>
                  <a:pt x="1439815" y="1101142"/>
                </a:lnTo>
                <a:lnTo>
                  <a:pt x="1440219" y="1101639"/>
                </a:lnTo>
                <a:lnTo>
                  <a:pt x="1440630" y="1102129"/>
                </a:lnTo>
                <a:lnTo>
                  <a:pt x="1441049" y="1102611"/>
                </a:lnTo>
                <a:lnTo>
                  <a:pt x="1441489" y="1103072"/>
                </a:lnTo>
                <a:lnTo>
                  <a:pt x="1441934" y="1103523"/>
                </a:lnTo>
                <a:lnTo>
                  <a:pt x="1442386" y="1103966"/>
                </a:lnTo>
                <a:lnTo>
                  <a:pt x="1442843" y="1104401"/>
                </a:lnTo>
                <a:lnTo>
                  <a:pt x="1443306" y="1104826"/>
                </a:lnTo>
                <a:lnTo>
                  <a:pt x="1443775" y="1105242"/>
                </a:lnTo>
                <a:lnTo>
                  <a:pt x="1444250" y="1105650"/>
                </a:lnTo>
                <a:lnTo>
                  <a:pt x="1444731" y="1106049"/>
                </a:lnTo>
                <a:lnTo>
                  <a:pt x="1445218" y="1106439"/>
                </a:lnTo>
                <a:lnTo>
                  <a:pt x="1445710" y="1106820"/>
                </a:lnTo>
                <a:lnTo>
                  <a:pt x="1446209" y="1107193"/>
                </a:lnTo>
                <a:lnTo>
                  <a:pt x="1446713" y="1107556"/>
                </a:lnTo>
                <a:lnTo>
                  <a:pt x="1447223" y="1107911"/>
                </a:lnTo>
                <a:lnTo>
                  <a:pt x="1447739" y="1108257"/>
                </a:lnTo>
                <a:lnTo>
                  <a:pt x="1448261" y="1108595"/>
                </a:lnTo>
                <a:lnTo>
                  <a:pt x="1448789" y="1108923"/>
                </a:lnTo>
                <a:lnTo>
                  <a:pt x="1449322" y="1109243"/>
                </a:lnTo>
                <a:lnTo>
                  <a:pt x="1449862" y="1109554"/>
                </a:lnTo>
                <a:lnTo>
                  <a:pt x="1450407" y="1109856"/>
                </a:lnTo>
                <a:lnTo>
                  <a:pt x="1450958" y="1110149"/>
                </a:lnTo>
                <a:lnTo>
                  <a:pt x="1451515" y="1110433"/>
                </a:lnTo>
                <a:lnTo>
                  <a:pt x="1452078" y="1110709"/>
                </a:lnTo>
                <a:lnTo>
                  <a:pt x="1452647" y="1110976"/>
                </a:lnTo>
                <a:lnTo>
                  <a:pt x="1453222" y="1111234"/>
                </a:lnTo>
                <a:lnTo>
                  <a:pt x="1453815" y="1111482"/>
                </a:lnTo>
                <a:lnTo>
                  <a:pt x="1454411" y="1111720"/>
                </a:lnTo>
                <a:lnTo>
                  <a:pt x="1455010" y="1111947"/>
                </a:lnTo>
                <a:lnTo>
                  <a:pt x="1455612" y="1112164"/>
                </a:lnTo>
                <a:lnTo>
                  <a:pt x="1456217" y="1112370"/>
                </a:lnTo>
                <a:lnTo>
                  <a:pt x="1456825" y="1112565"/>
                </a:lnTo>
                <a:lnTo>
                  <a:pt x="1457436" y="1112750"/>
                </a:lnTo>
                <a:lnTo>
                  <a:pt x="1458050" y="1112924"/>
                </a:lnTo>
                <a:lnTo>
                  <a:pt x="1458666" y="1113088"/>
                </a:lnTo>
                <a:lnTo>
                  <a:pt x="1459286" y="1113241"/>
                </a:lnTo>
                <a:lnTo>
                  <a:pt x="1459909" y="1113384"/>
                </a:lnTo>
                <a:lnTo>
                  <a:pt x="1460534" y="1113516"/>
                </a:lnTo>
                <a:lnTo>
                  <a:pt x="1461163" y="1113638"/>
                </a:lnTo>
                <a:lnTo>
                  <a:pt x="1461794" y="1113749"/>
                </a:lnTo>
                <a:lnTo>
                  <a:pt x="1462428" y="1113849"/>
                </a:lnTo>
                <a:lnTo>
                  <a:pt x="1463065" y="1113939"/>
                </a:lnTo>
                <a:lnTo>
                  <a:pt x="1463706" y="1114018"/>
                </a:lnTo>
                <a:lnTo>
                  <a:pt x="1464349" y="1114087"/>
                </a:lnTo>
                <a:lnTo>
                  <a:pt x="1464995" y="1114145"/>
                </a:lnTo>
                <a:lnTo>
                  <a:pt x="1465644" y="1114192"/>
                </a:lnTo>
                <a:lnTo>
                  <a:pt x="1466296" y="1114229"/>
                </a:lnTo>
                <a:lnTo>
                  <a:pt x="1466950" y="1114256"/>
                </a:lnTo>
                <a:lnTo>
                  <a:pt x="1467608" y="1114272"/>
                </a:lnTo>
                <a:lnTo>
                  <a:pt x="1468269" y="1114277"/>
                </a:lnTo>
                <a:lnTo>
                  <a:pt x="1470298" y="1114277"/>
                </a:lnTo>
                <a:lnTo>
                  <a:pt x="1471153" y="1114270"/>
                </a:lnTo>
                <a:lnTo>
                  <a:pt x="1472000" y="1114249"/>
                </a:lnTo>
                <a:lnTo>
                  <a:pt x="1472839" y="1114214"/>
                </a:lnTo>
                <a:lnTo>
                  <a:pt x="1473670" y="1114164"/>
                </a:lnTo>
                <a:lnTo>
                  <a:pt x="1474492" y="1114101"/>
                </a:lnTo>
                <a:lnTo>
                  <a:pt x="1475306" y="1114023"/>
                </a:lnTo>
                <a:close/>
                <a:moveTo>
                  <a:pt x="1578330" y="1113817"/>
                </a:moveTo>
                <a:lnTo>
                  <a:pt x="1579280" y="1113676"/>
                </a:lnTo>
                <a:lnTo>
                  <a:pt x="1580218" y="1113516"/>
                </a:lnTo>
                <a:lnTo>
                  <a:pt x="1581143" y="1113338"/>
                </a:lnTo>
                <a:lnTo>
                  <a:pt x="1582056" y="1113140"/>
                </a:lnTo>
                <a:lnTo>
                  <a:pt x="1582957" y="1112924"/>
                </a:lnTo>
                <a:lnTo>
                  <a:pt x="1583846" y="1112690"/>
                </a:lnTo>
                <a:lnTo>
                  <a:pt x="1584722" y="1112436"/>
                </a:lnTo>
                <a:lnTo>
                  <a:pt x="1585586" y="1112164"/>
                </a:lnTo>
                <a:lnTo>
                  <a:pt x="1586437" y="1111872"/>
                </a:lnTo>
                <a:lnTo>
                  <a:pt x="1587276" y="1111562"/>
                </a:lnTo>
                <a:lnTo>
                  <a:pt x="1588103" y="1111234"/>
                </a:lnTo>
                <a:lnTo>
                  <a:pt x="1588918" y="1110886"/>
                </a:lnTo>
                <a:lnTo>
                  <a:pt x="1589720" y="1110520"/>
                </a:lnTo>
                <a:lnTo>
                  <a:pt x="1590510" y="1110135"/>
                </a:lnTo>
                <a:lnTo>
                  <a:pt x="1591287" y="1109731"/>
                </a:lnTo>
                <a:lnTo>
                  <a:pt x="1592053" y="1109308"/>
                </a:lnTo>
                <a:lnTo>
                  <a:pt x="1592805" y="1108867"/>
                </a:lnTo>
                <a:lnTo>
                  <a:pt x="1593545" y="1108394"/>
                </a:lnTo>
                <a:lnTo>
                  <a:pt x="1594269" y="1107907"/>
                </a:lnTo>
                <a:lnTo>
                  <a:pt x="1594979" y="1107406"/>
                </a:lnTo>
                <a:lnTo>
                  <a:pt x="1595675" y="1106890"/>
                </a:lnTo>
                <a:lnTo>
                  <a:pt x="1596355" y="1106359"/>
                </a:lnTo>
                <a:lnTo>
                  <a:pt x="1597021" y="1105813"/>
                </a:lnTo>
                <a:lnTo>
                  <a:pt x="1597673" y="1105253"/>
                </a:lnTo>
                <a:lnTo>
                  <a:pt x="1598309" y="1104678"/>
                </a:lnTo>
                <a:lnTo>
                  <a:pt x="1598931" y="1104088"/>
                </a:lnTo>
                <a:lnTo>
                  <a:pt x="1599539" y="1103484"/>
                </a:lnTo>
                <a:lnTo>
                  <a:pt x="1600131" y="1102864"/>
                </a:lnTo>
                <a:lnTo>
                  <a:pt x="1600709" y="1102231"/>
                </a:lnTo>
                <a:lnTo>
                  <a:pt x="1601272" y="1101582"/>
                </a:lnTo>
                <a:lnTo>
                  <a:pt x="1601821" y="1100919"/>
                </a:lnTo>
                <a:lnTo>
                  <a:pt x="1602355" y="1100242"/>
                </a:lnTo>
                <a:lnTo>
                  <a:pt x="1602874" y="1099549"/>
                </a:lnTo>
                <a:lnTo>
                  <a:pt x="1603379" y="1098842"/>
                </a:lnTo>
                <a:lnTo>
                  <a:pt x="1603869" y="1098120"/>
                </a:lnTo>
                <a:lnTo>
                  <a:pt x="1604344" y="1097384"/>
                </a:lnTo>
                <a:lnTo>
                  <a:pt x="1604804" y="1096633"/>
                </a:lnTo>
                <a:lnTo>
                  <a:pt x="1605250" y="1095867"/>
                </a:lnTo>
                <a:lnTo>
                  <a:pt x="1605681" y="1095087"/>
                </a:lnTo>
                <a:lnTo>
                  <a:pt x="1606098" y="1094291"/>
                </a:lnTo>
                <a:lnTo>
                  <a:pt x="1606500" y="1093482"/>
                </a:lnTo>
                <a:lnTo>
                  <a:pt x="1606886" y="1092659"/>
                </a:lnTo>
                <a:lnTo>
                  <a:pt x="1607256" y="1091826"/>
                </a:lnTo>
                <a:lnTo>
                  <a:pt x="1607609" y="1090983"/>
                </a:lnTo>
                <a:lnTo>
                  <a:pt x="1607946" y="1090128"/>
                </a:lnTo>
                <a:lnTo>
                  <a:pt x="1608267" y="1089264"/>
                </a:lnTo>
                <a:lnTo>
                  <a:pt x="1608571" y="1088388"/>
                </a:lnTo>
                <a:lnTo>
                  <a:pt x="1608858" y="1087503"/>
                </a:lnTo>
                <a:lnTo>
                  <a:pt x="1609130" y="1086606"/>
                </a:lnTo>
                <a:lnTo>
                  <a:pt x="1609384" y="1085699"/>
                </a:lnTo>
                <a:lnTo>
                  <a:pt x="1609623" y="1084782"/>
                </a:lnTo>
                <a:lnTo>
                  <a:pt x="1609845" y="1083854"/>
                </a:lnTo>
                <a:lnTo>
                  <a:pt x="1610050" y="1082915"/>
                </a:lnTo>
                <a:lnTo>
                  <a:pt x="1610239" y="1081966"/>
                </a:lnTo>
                <a:lnTo>
                  <a:pt x="1610412" y="1081006"/>
                </a:lnTo>
                <a:lnTo>
                  <a:pt x="1610568" y="1080036"/>
                </a:lnTo>
                <a:lnTo>
                  <a:pt x="1610708" y="1079055"/>
                </a:lnTo>
                <a:lnTo>
                  <a:pt x="1610831" y="1078063"/>
                </a:lnTo>
                <a:lnTo>
                  <a:pt x="1610938" y="1077061"/>
                </a:lnTo>
                <a:lnTo>
                  <a:pt x="1611028" y="1076048"/>
                </a:lnTo>
                <a:lnTo>
                  <a:pt x="1611102" y="1075025"/>
                </a:lnTo>
                <a:lnTo>
                  <a:pt x="1611160" y="1073991"/>
                </a:lnTo>
                <a:lnTo>
                  <a:pt x="1611201" y="1072947"/>
                </a:lnTo>
                <a:lnTo>
                  <a:pt x="1611226" y="1071892"/>
                </a:lnTo>
                <a:lnTo>
                  <a:pt x="1611234" y="1070827"/>
                </a:lnTo>
                <a:lnTo>
                  <a:pt x="1611234" y="1067953"/>
                </a:lnTo>
                <a:lnTo>
                  <a:pt x="1611226" y="1066901"/>
                </a:lnTo>
                <a:lnTo>
                  <a:pt x="1611201" y="1065859"/>
                </a:lnTo>
                <a:lnTo>
                  <a:pt x="1611160" y="1064827"/>
                </a:lnTo>
                <a:lnTo>
                  <a:pt x="1611102" y="1063806"/>
                </a:lnTo>
                <a:lnTo>
                  <a:pt x="1611028" y="1062794"/>
                </a:lnTo>
                <a:lnTo>
                  <a:pt x="1610938" y="1061792"/>
                </a:lnTo>
                <a:lnTo>
                  <a:pt x="1610831" y="1060800"/>
                </a:lnTo>
                <a:lnTo>
                  <a:pt x="1610708" y="1059818"/>
                </a:lnTo>
                <a:lnTo>
                  <a:pt x="1610568" y="1058847"/>
                </a:lnTo>
                <a:lnTo>
                  <a:pt x="1610412" y="1057885"/>
                </a:lnTo>
                <a:lnTo>
                  <a:pt x="1610239" y="1056933"/>
                </a:lnTo>
                <a:lnTo>
                  <a:pt x="1610050" y="1055991"/>
                </a:lnTo>
                <a:lnTo>
                  <a:pt x="1609845" y="1055059"/>
                </a:lnTo>
                <a:lnTo>
                  <a:pt x="1609623" y="1054137"/>
                </a:lnTo>
                <a:lnTo>
                  <a:pt x="1609384" y="1053225"/>
                </a:lnTo>
                <a:lnTo>
                  <a:pt x="1609130" y="1052323"/>
                </a:lnTo>
                <a:lnTo>
                  <a:pt x="1608858" y="1051431"/>
                </a:lnTo>
                <a:lnTo>
                  <a:pt x="1608571" y="1050549"/>
                </a:lnTo>
                <a:lnTo>
                  <a:pt x="1608267" y="1049677"/>
                </a:lnTo>
                <a:lnTo>
                  <a:pt x="1607946" y="1048815"/>
                </a:lnTo>
                <a:lnTo>
                  <a:pt x="1607609" y="1047963"/>
                </a:lnTo>
                <a:lnTo>
                  <a:pt x="1607256" y="1047121"/>
                </a:lnTo>
                <a:lnTo>
                  <a:pt x="1606886" y="1046289"/>
                </a:lnTo>
                <a:lnTo>
                  <a:pt x="1606500" y="1045467"/>
                </a:lnTo>
                <a:lnTo>
                  <a:pt x="1606098" y="1044657"/>
                </a:lnTo>
                <a:lnTo>
                  <a:pt x="1605681" y="1043862"/>
                </a:lnTo>
                <a:lnTo>
                  <a:pt x="1605250" y="1043081"/>
                </a:lnTo>
                <a:lnTo>
                  <a:pt x="1604804" y="1042315"/>
                </a:lnTo>
                <a:lnTo>
                  <a:pt x="1604344" y="1041564"/>
                </a:lnTo>
                <a:lnTo>
                  <a:pt x="1603869" y="1040828"/>
                </a:lnTo>
                <a:lnTo>
                  <a:pt x="1603379" y="1040106"/>
                </a:lnTo>
                <a:lnTo>
                  <a:pt x="1602874" y="1039399"/>
                </a:lnTo>
                <a:lnTo>
                  <a:pt x="1602355" y="1038707"/>
                </a:lnTo>
                <a:lnTo>
                  <a:pt x="1601821" y="1038029"/>
                </a:lnTo>
                <a:lnTo>
                  <a:pt x="1601272" y="1037366"/>
                </a:lnTo>
                <a:lnTo>
                  <a:pt x="1600709" y="1036717"/>
                </a:lnTo>
                <a:lnTo>
                  <a:pt x="1600131" y="1036084"/>
                </a:lnTo>
                <a:lnTo>
                  <a:pt x="1599539" y="1035465"/>
                </a:lnTo>
                <a:lnTo>
                  <a:pt x="1598931" y="1034860"/>
                </a:lnTo>
                <a:lnTo>
                  <a:pt x="1598309" y="1034271"/>
                </a:lnTo>
                <a:lnTo>
                  <a:pt x="1597673" y="1033696"/>
                </a:lnTo>
                <a:lnTo>
                  <a:pt x="1597021" y="1033135"/>
                </a:lnTo>
                <a:lnTo>
                  <a:pt x="1596355" y="1032590"/>
                </a:lnTo>
                <a:lnTo>
                  <a:pt x="1595675" y="1032059"/>
                </a:lnTo>
                <a:lnTo>
                  <a:pt x="1594979" y="1031542"/>
                </a:lnTo>
                <a:lnTo>
                  <a:pt x="1594269" y="1031041"/>
                </a:lnTo>
                <a:lnTo>
                  <a:pt x="1593545" y="1030554"/>
                </a:lnTo>
                <a:lnTo>
                  <a:pt x="1592805" y="1030081"/>
                </a:lnTo>
                <a:lnTo>
                  <a:pt x="1592052" y="1029626"/>
                </a:lnTo>
                <a:lnTo>
                  <a:pt x="1591286" y="1029190"/>
                </a:lnTo>
                <a:lnTo>
                  <a:pt x="1590507" y="1028774"/>
                </a:lnTo>
                <a:lnTo>
                  <a:pt x="1589715" y="1028377"/>
                </a:lnTo>
                <a:lnTo>
                  <a:pt x="1588910" y="1027999"/>
                </a:lnTo>
                <a:lnTo>
                  <a:pt x="1588093" y="1027641"/>
                </a:lnTo>
                <a:lnTo>
                  <a:pt x="1587262" y="1027302"/>
                </a:lnTo>
                <a:lnTo>
                  <a:pt x="1586418" y="1026982"/>
                </a:lnTo>
                <a:lnTo>
                  <a:pt x="1585562" y="1026682"/>
                </a:lnTo>
                <a:lnTo>
                  <a:pt x="1584692" y="1026401"/>
                </a:lnTo>
                <a:lnTo>
                  <a:pt x="1583810" y="1026139"/>
                </a:lnTo>
                <a:lnTo>
                  <a:pt x="1582915" y="1025897"/>
                </a:lnTo>
                <a:lnTo>
                  <a:pt x="1582007" y="1025674"/>
                </a:lnTo>
                <a:lnTo>
                  <a:pt x="1581086" y="1025471"/>
                </a:lnTo>
                <a:lnTo>
                  <a:pt x="1580152" y="1025287"/>
                </a:lnTo>
                <a:lnTo>
                  <a:pt x="1579205" y="1025122"/>
                </a:lnTo>
                <a:lnTo>
                  <a:pt x="1578245" y="1024977"/>
                </a:lnTo>
                <a:lnTo>
                  <a:pt x="1577272" y="1024851"/>
                </a:lnTo>
                <a:lnTo>
                  <a:pt x="1576287" y="1024745"/>
                </a:lnTo>
                <a:lnTo>
                  <a:pt x="1575288" y="1024657"/>
                </a:lnTo>
                <a:lnTo>
                  <a:pt x="1574277" y="1024590"/>
                </a:lnTo>
                <a:lnTo>
                  <a:pt x="1573252" y="1024541"/>
                </a:lnTo>
                <a:lnTo>
                  <a:pt x="1572215" y="1024512"/>
                </a:lnTo>
                <a:lnTo>
                  <a:pt x="1571165" y="1024502"/>
                </a:lnTo>
                <a:lnTo>
                  <a:pt x="1570142" y="1024512"/>
                </a:lnTo>
                <a:lnTo>
                  <a:pt x="1569131" y="1024541"/>
                </a:lnTo>
                <a:lnTo>
                  <a:pt x="1568132" y="1024590"/>
                </a:lnTo>
                <a:lnTo>
                  <a:pt x="1567145" y="1024657"/>
                </a:lnTo>
                <a:lnTo>
                  <a:pt x="1566169" y="1024745"/>
                </a:lnTo>
                <a:lnTo>
                  <a:pt x="1565205" y="1024851"/>
                </a:lnTo>
                <a:lnTo>
                  <a:pt x="1564253" y="1024977"/>
                </a:lnTo>
                <a:lnTo>
                  <a:pt x="1563313" y="1025122"/>
                </a:lnTo>
                <a:lnTo>
                  <a:pt x="1562384" y="1025287"/>
                </a:lnTo>
                <a:lnTo>
                  <a:pt x="1561467" y="1025471"/>
                </a:lnTo>
                <a:lnTo>
                  <a:pt x="1560562" y="1025674"/>
                </a:lnTo>
                <a:lnTo>
                  <a:pt x="1559668" y="1025897"/>
                </a:lnTo>
                <a:lnTo>
                  <a:pt x="1558786" y="1026139"/>
                </a:lnTo>
                <a:lnTo>
                  <a:pt x="1557917" y="1026401"/>
                </a:lnTo>
                <a:lnTo>
                  <a:pt x="1557058" y="1026682"/>
                </a:lnTo>
                <a:lnTo>
                  <a:pt x="1556212" y="1026982"/>
                </a:lnTo>
                <a:lnTo>
                  <a:pt x="1555377" y="1027302"/>
                </a:lnTo>
                <a:lnTo>
                  <a:pt x="1554554" y="1027641"/>
                </a:lnTo>
                <a:lnTo>
                  <a:pt x="1553743" y="1027999"/>
                </a:lnTo>
                <a:lnTo>
                  <a:pt x="1552943" y="1028377"/>
                </a:lnTo>
                <a:lnTo>
                  <a:pt x="1552155" y="1028774"/>
                </a:lnTo>
                <a:lnTo>
                  <a:pt x="1551379" y="1029190"/>
                </a:lnTo>
                <a:lnTo>
                  <a:pt x="1550615" y="1029626"/>
                </a:lnTo>
                <a:lnTo>
                  <a:pt x="1549862" y="1030081"/>
                </a:lnTo>
                <a:lnTo>
                  <a:pt x="1549123" y="1030540"/>
                </a:lnTo>
                <a:lnTo>
                  <a:pt x="1548398" y="1031014"/>
                </a:lnTo>
                <a:lnTo>
                  <a:pt x="1547688" y="1031503"/>
                </a:lnTo>
                <a:lnTo>
                  <a:pt x="1546993" y="1032007"/>
                </a:lnTo>
                <a:lnTo>
                  <a:pt x="1546312" y="1032526"/>
                </a:lnTo>
                <a:lnTo>
                  <a:pt x="1545646" y="1033061"/>
                </a:lnTo>
                <a:lnTo>
                  <a:pt x="1544995" y="1033611"/>
                </a:lnTo>
                <a:lnTo>
                  <a:pt x="1544358" y="1034177"/>
                </a:lnTo>
                <a:lnTo>
                  <a:pt x="1543736" y="1034757"/>
                </a:lnTo>
                <a:lnTo>
                  <a:pt x="1543129" y="1035353"/>
                </a:lnTo>
                <a:lnTo>
                  <a:pt x="1542536" y="1035964"/>
                </a:lnTo>
                <a:lnTo>
                  <a:pt x="1541958" y="1036590"/>
                </a:lnTo>
                <a:lnTo>
                  <a:pt x="1541395" y="1037232"/>
                </a:lnTo>
                <a:lnTo>
                  <a:pt x="1540847" y="1037889"/>
                </a:lnTo>
                <a:lnTo>
                  <a:pt x="1540313" y="1038561"/>
                </a:lnTo>
                <a:lnTo>
                  <a:pt x="1539793" y="1039249"/>
                </a:lnTo>
                <a:lnTo>
                  <a:pt x="1539289" y="1039951"/>
                </a:lnTo>
                <a:lnTo>
                  <a:pt x="1538799" y="1040669"/>
                </a:lnTo>
                <a:lnTo>
                  <a:pt x="1538324" y="1041402"/>
                </a:lnTo>
                <a:lnTo>
                  <a:pt x="1537863" y="1042151"/>
                </a:lnTo>
                <a:lnTo>
                  <a:pt x="1537417" y="1042915"/>
                </a:lnTo>
                <a:lnTo>
                  <a:pt x="1536986" y="1043694"/>
                </a:lnTo>
                <a:lnTo>
                  <a:pt x="1536570" y="1044488"/>
                </a:lnTo>
                <a:lnTo>
                  <a:pt x="1536168" y="1045297"/>
                </a:lnTo>
                <a:lnTo>
                  <a:pt x="1535782" y="1046120"/>
                </a:lnTo>
                <a:lnTo>
                  <a:pt x="1535412" y="1046953"/>
                </a:lnTo>
                <a:lnTo>
                  <a:pt x="1535058" y="1047796"/>
                </a:lnTo>
                <a:lnTo>
                  <a:pt x="1534721" y="1048651"/>
                </a:lnTo>
                <a:lnTo>
                  <a:pt x="1534401" y="1049515"/>
                </a:lnTo>
                <a:lnTo>
                  <a:pt x="1534097" y="1050391"/>
                </a:lnTo>
                <a:lnTo>
                  <a:pt x="1533809" y="1051276"/>
                </a:lnTo>
                <a:lnTo>
                  <a:pt x="1533538" y="1052173"/>
                </a:lnTo>
                <a:lnTo>
                  <a:pt x="1533283" y="1053080"/>
                </a:lnTo>
                <a:lnTo>
                  <a:pt x="1533045" y="1053997"/>
                </a:lnTo>
                <a:lnTo>
                  <a:pt x="1532823" y="1054925"/>
                </a:lnTo>
                <a:lnTo>
                  <a:pt x="1532618" y="1055864"/>
                </a:lnTo>
                <a:lnTo>
                  <a:pt x="1532428" y="1056813"/>
                </a:lnTo>
                <a:lnTo>
                  <a:pt x="1532256" y="1057773"/>
                </a:lnTo>
                <a:lnTo>
                  <a:pt x="1532100" y="1058744"/>
                </a:lnTo>
                <a:lnTo>
                  <a:pt x="1531960" y="1059725"/>
                </a:lnTo>
                <a:lnTo>
                  <a:pt x="1531837" y="1060716"/>
                </a:lnTo>
                <a:lnTo>
                  <a:pt x="1531730" y="1061718"/>
                </a:lnTo>
                <a:lnTo>
                  <a:pt x="1531640" y="1062731"/>
                </a:lnTo>
                <a:lnTo>
                  <a:pt x="1531566" y="1063754"/>
                </a:lnTo>
                <a:lnTo>
                  <a:pt x="1531508" y="1064788"/>
                </a:lnTo>
                <a:lnTo>
                  <a:pt x="1531467" y="1065832"/>
                </a:lnTo>
                <a:lnTo>
                  <a:pt x="1531442" y="1066887"/>
                </a:lnTo>
                <a:lnTo>
                  <a:pt x="1531434" y="1067953"/>
                </a:lnTo>
                <a:lnTo>
                  <a:pt x="1531434" y="1070827"/>
                </a:lnTo>
                <a:lnTo>
                  <a:pt x="1531442" y="1071865"/>
                </a:lnTo>
                <a:lnTo>
                  <a:pt x="1531467" y="1072894"/>
                </a:lnTo>
                <a:lnTo>
                  <a:pt x="1531508" y="1073915"/>
                </a:lnTo>
                <a:lnTo>
                  <a:pt x="1531566" y="1074927"/>
                </a:lnTo>
                <a:lnTo>
                  <a:pt x="1531640" y="1075929"/>
                </a:lnTo>
                <a:lnTo>
                  <a:pt x="1531730" y="1076924"/>
                </a:lnTo>
                <a:lnTo>
                  <a:pt x="1531837" y="1077909"/>
                </a:lnTo>
                <a:lnTo>
                  <a:pt x="1531960" y="1078885"/>
                </a:lnTo>
                <a:lnTo>
                  <a:pt x="1532100" y="1079853"/>
                </a:lnTo>
                <a:lnTo>
                  <a:pt x="1532256" y="1080812"/>
                </a:lnTo>
                <a:lnTo>
                  <a:pt x="1532428" y="1081762"/>
                </a:lnTo>
                <a:lnTo>
                  <a:pt x="1532618" y="1082704"/>
                </a:lnTo>
                <a:lnTo>
                  <a:pt x="1532823" y="1083636"/>
                </a:lnTo>
                <a:lnTo>
                  <a:pt x="1533045" y="1084560"/>
                </a:lnTo>
                <a:lnTo>
                  <a:pt x="1533283" y="1085475"/>
                </a:lnTo>
                <a:lnTo>
                  <a:pt x="1533538" y="1086381"/>
                </a:lnTo>
                <a:lnTo>
                  <a:pt x="1533809" y="1087278"/>
                </a:lnTo>
                <a:lnTo>
                  <a:pt x="1534097" y="1088166"/>
                </a:lnTo>
                <a:lnTo>
                  <a:pt x="1534401" y="1089046"/>
                </a:lnTo>
                <a:lnTo>
                  <a:pt x="1534721" y="1089917"/>
                </a:lnTo>
                <a:lnTo>
                  <a:pt x="1535058" y="1090779"/>
                </a:lnTo>
                <a:lnTo>
                  <a:pt x="1535412" y="1091632"/>
                </a:lnTo>
                <a:lnTo>
                  <a:pt x="1535782" y="1092477"/>
                </a:lnTo>
                <a:lnTo>
                  <a:pt x="1536168" y="1093312"/>
                </a:lnTo>
                <a:lnTo>
                  <a:pt x="1536570" y="1094122"/>
                </a:lnTo>
                <a:lnTo>
                  <a:pt x="1536986" y="1094917"/>
                </a:lnTo>
                <a:lnTo>
                  <a:pt x="1537417" y="1095698"/>
                </a:lnTo>
                <a:lnTo>
                  <a:pt x="1537863" y="1096464"/>
                </a:lnTo>
                <a:lnTo>
                  <a:pt x="1538324" y="1097215"/>
                </a:lnTo>
                <a:lnTo>
                  <a:pt x="1538799" y="1097951"/>
                </a:lnTo>
                <a:lnTo>
                  <a:pt x="1539289" y="1098673"/>
                </a:lnTo>
                <a:lnTo>
                  <a:pt x="1539793" y="1099380"/>
                </a:lnTo>
                <a:lnTo>
                  <a:pt x="1540313" y="1100073"/>
                </a:lnTo>
                <a:lnTo>
                  <a:pt x="1540847" y="1100750"/>
                </a:lnTo>
                <a:lnTo>
                  <a:pt x="1541395" y="1101413"/>
                </a:lnTo>
                <a:lnTo>
                  <a:pt x="1541958" y="1102062"/>
                </a:lnTo>
                <a:lnTo>
                  <a:pt x="1542536" y="1102695"/>
                </a:lnTo>
                <a:lnTo>
                  <a:pt x="1543129" y="1103315"/>
                </a:lnTo>
                <a:lnTo>
                  <a:pt x="1543736" y="1103919"/>
                </a:lnTo>
                <a:lnTo>
                  <a:pt x="1544358" y="1104509"/>
                </a:lnTo>
                <a:lnTo>
                  <a:pt x="1544995" y="1105084"/>
                </a:lnTo>
                <a:lnTo>
                  <a:pt x="1545646" y="1105644"/>
                </a:lnTo>
                <a:lnTo>
                  <a:pt x="1546312" y="1106190"/>
                </a:lnTo>
                <a:lnTo>
                  <a:pt x="1546993" y="1106720"/>
                </a:lnTo>
                <a:lnTo>
                  <a:pt x="1547688" y="1107237"/>
                </a:lnTo>
                <a:lnTo>
                  <a:pt x="1548398" y="1107738"/>
                </a:lnTo>
                <a:lnTo>
                  <a:pt x="1549123" y="1108225"/>
                </a:lnTo>
                <a:lnTo>
                  <a:pt x="1549862" y="1108697"/>
                </a:lnTo>
                <a:lnTo>
                  <a:pt x="1550615" y="1109153"/>
                </a:lnTo>
                <a:lnTo>
                  <a:pt x="1551380" y="1109589"/>
                </a:lnTo>
                <a:lnTo>
                  <a:pt x="1552158" y="1110005"/>
                </a:lnTo>
                <a:lnTo>
                  <a:pt x="1552948" y="1110402"/>
                </a:lnTo>
                <a:lnTo>
                  <a:pt x="1553750" y="1110780"/>
                </a:lnTo>
                <a:lnTo>
                  <a:pt x="1554565" y="1111139"/>
                </a:lnTo>
                <a:lnTo>
                  <a:pt x="1555391" y="1111478"/>
                </a:lnTo>
                <a:lnTo>
                  <a:pt x="1556231" y="1111797"/>
                </a:lnTo>
                <a:lnTo>
                  <a:pt x="1557082" y="1112098"/>
                </a:lnTo>
                <a:lnTo>
                  <a:pt x="1557946" y="1112378"/>
                </a:lnTo>
                <a:lnTo>
                  <a:pt x="1558822" y="1112640"/>
                </a:lnTo>
                <a:lnTo>
                  <a:pt x="1559711" y="1112882"/>
                </a:lnTo>
                <a:lnTo>
                  <a:pt x="1560611" y="1113105"/>
                </a:lnTo>
                <a:lnTo>
                  <a:pt x="1561524" y="1113308"/>
                </a:lnTo>
                <a:lnTo>
                  <a:pt x="1562450" y="1113492"/>
                </a:lnTo>
                <a:lnTo>
                  <a:pt x="1563388" y="1113657"/>
                </a:lnTo>
                <a:lnTo>
                  <a:pt x="1564338" y="1113802"/>
                </a:lnTo>
                <a:lnTo>
                  <a:pt x="1565300" y="1113928"/>
                </a:lnTo>
                <a:lnTo>
                  <a:pt x="1566275" y="1114035"/>
                </a:lnTo>
                <a:lnTo>
                  <a:pt x="1567262" y="1114122"/>
                </a:lnTo>
                <a:lnTo>
                  <a:pt x="1568262" y="1114190"/>
                </a:lnTo>
                <a:lnTo>
                  <a:pt x="1569273" y="1114238"/>
                </a:lnTo>
                <a:lnTo>
                  <a:pt x="1570297" y="1114267"/>
                </a:lnTo>
                <a:lnTo>
                  <a:pt x="1571334" y="1114277"/>
                </a:lnTo>
                <a:lnTo>
                  <a:pt x="1572370" y="1114268"/>
                </a:lnTo>
                <a:lnTo>
                  <a:pt x="1573394" y="1114239"/>
                </a:lnTo>
                <a:lnTo>
                  <a:pt x="1574406" y="1114193"/>
                </a:lnTo>
                <a:lnTo>
                  <a:pt x="1575406" y="1114127"/>
                </a:lnTo>
                <a:lnTo>
                  <a:pt x="1576393" y="1114042"/>
                </a:lnTo>
                <a:lnTo>
                  <a:pt x="1577367" y="1113939"/>
                </a:lnTo>
                <a:lnTo>
                  <a:pt x="1578330" y="1113817"/>
                </a:lnTo>
                <a:close/>
                <a:moveTo>
                  <a:pt x="1565986" y="1101669"/>
                </a:moveTo>
                <a:lnTo>
                  <a:pt x="1565266" y="1101484"/>
                </a:lnTo>
                <a:lnTo>
                  <a:pt x="1564558" y="1101275"/>
                </a:lnTo>
                <a:lnTo>
                  <a:pt x="1563861" y="1101040"/>
                </a:lnTo>
                <a:lnTo>
                  <a:pt x="1563175" y="1100782"/>
                </a:lnTo>
                <a:lnTo>
                  <a:pt x="1562500" y="1100498"/>
                </a:lnTo>
                <a:lnTo>
                  <a:pt x="1561836" y="1100190"/>
                </a:lnTo>
                <a:lnTo>
                  <a:pt x="1561184" y="1099857"/>
                </a:lnTo>
                <a:lnTo>
                  <a:pt x="1560543" y="1099499"/>
                </a:lnTo>
                <a:lnTo>
                  <a:pt x="1559912" y="1099117"/>
                </a:lnTo>
                <a:lnTo>
                  <a:pt x="1559293" y="1098710"/>
                </a:lnTo>
                <a:lnTo>
                  <a:pt x="1558686" y="1098279"/>
                </a:lnTo>
                <a:lnTo>
                  <a:pt x="1558089" y="1097823"/>
                </a:lnTo>
                <a:lnTo>
                  <a:pt x="1557503" y="1097342"/>
                </a:lnTo>
                <a:lnTo>
                  <a:pt x="1556929" y="1096837"/>
                </a:lnTo>
                <a:lnTo>
                  <a:pt x="1556366" y="1096306"/>
                </a:lnTo>
                <a:lnTo>
                  <a:pt x="1555813" y="1095752"/>
                </a:lnTo>
                <a:lnTo>
                  <a:pt x="1555273" y="1095172"/>
                </a:lnTo>
                <a:lnTo>
                  <a:pt x="1554762" y="1094557"/>
                </a:lnTo>
                <a:lnTo>
                  <a:pt x="1554273" y="1093922"/>
                </a:lnTo>
                <a:lnTo>
                  <a:pt x="1553806" y="1093268"/>
                </a:lnTo>
                <a:lnTo>
                  <a:pt x="1553361" y="1092594"/>
                </a:lnTo>
                <a:lnTo>
                  <a:pt x="1552938" y="1091901"/>
                </a:lnTo>
                <a:lnTo>
                  <a:pt x="1552536" y="1091189"/>
                </a:lnTo>
                <a:lnTo>
                  <a:pt x="1552156" y="1090457"/>
                </a:lnTo>
                <a:lnTo>
                  <a:pt x="1551797" y="1089706"/>
                </a:lnTo>
                <a:lnTo>
                  <a:pt x="1551461" y="1088935"/>
                </a:lnTo>
                <a:lnTo>
                  <a:pt x="1551146" y="1088145"/>
                </a:lnTo>
                <a:lnTo>
                  <a:pt x="1550852" y="1087336"/>
                </a:lnTo>
                <a:lnTo>
                  <a:pt x="1550581" y="1086508"/>
                </a:lnTo>
                <a:lnTo>
                  <a:pt x="1550331" y="1085660"/>
                </a:lnTo>
                <a:lnTo>
                  <a:pt x="1550103" y="1084792"/>
                </a:lnTo>
                <a:lnTo>
                  <a:pt x="1549897" y="1083905"/>
                </a:lnTo>
                <a:lnTo>
                  <a:pt x="1549712" y="1082999"/>
                </a:lnTo>
                <a:lnTo>
                  <a:pt x="1549549" y="1082074"/>
                </a:lnTo>
                <a:lnTo>
                  <a:pt x="1549408" y="1081129"/>
                </a:lnTo>
                <a:lnTo>
                  <a:pt x="1549289" y="1080165"/>
                </a:lnTo>
                <a:lnTo>
                  <a:pt x="1549191" y="1079181"/>
                </a:lnTo>
                <a:lnTo>
                  <a:pt x="1549115" y="1078178"/>
                </a:lnTo>
                <a:lnTo>
                  <a:pt x="1549060" y="1077156"/>
                </a:lnTo>
                <a:lnTo>
                  <a:pt x="1549028" y="1076114"/>
                </a:lnTo>
                <a:lnTo>
                  <a:pt x="1549017" y="1075053"/>
                </a:lnTo>
                <a:lnTo>
                  <a:pt x="1549017" y="1063726"/>
                </a:lnTo>
                <a:lnTo>
                  <a:pt x="1549028" y="1062665"/>
                </a:lnTo>
                <a:lnTo>
                  <a:pt x="1549060" y="1061624"/>
                </a:lnTo>
                <a:lnTo>
                  <a:pt x="1549115" y="1060603"/>
                </a:lnTo>
                <a:lnTo>
                  <a:pt x="1549191" y="1059603"/>
                </a:lnTo>
                <a:lnTo>
                  <a:pt x="1549289" y="1058622"/>
                </a:lnTo>
                <a:lnTo>
                  <a:pt x="1549408" y="1057661"/>
                </a:lnTo>
                <a:lnTo>
                  <a:pt x="1549549" y="1056720"/>
                </a:lnTo>
                <a:lnTo>
                  <a:pt x="1549712" y="1055798"/>
                </a:lnTo>
                <a:lnTo>
                  <a:pt x="1549897" y="1054897"/>
                </a:lnTo>
                <a:lnTo>
                  <a:pt x="1550103" y="1054016"/>
                </a:lnTo>
                <a:lnTo>
                  <a:pt x="1550331" y="1053155"/>
                </a:lnTo>
                <a:lnTo>
                  <a:pt x="1550581" y="1052314"/>
                </a:lnTo>
                <a:lnTo>
                  <a:pt x="1550852" y="1051493"/>
                </a:lnTo>
                <a:lnTo>
                  <a:pt x="1551146" y="1050691"/>
                </a:lnTo>
                <a:lnTo>
                  <a:pt x="1551461" y="1049910"/>
                </a:lnTo>
                <a:lnTo>
                  <a:pt x="1551797" y="1049149"/>
                </a:lnTo>
                <a:lnTo>
                  <a:pt x="1552156" y="1048407"/>
                </a:lnTo>
                <a:lnTo>
                  <a:pt x="1552536" y="1047686"/>
                </a:lnTo>
                <a:lnTo>
                  <a:pt x="1552938" y="1046984"/>
                </a:lnTo>
                <a:lnTo>
                  <a:pt x="1553361" y="1046303"/>
                </a:lnTo>
                <a:lnTo>
                  <a:pt x="1553806" y="1045641"/>
                </a:lnTo>
                <a:lnTo>
                  <a:pt x="1554273" y="1044999"/>
                </a:lnTo>
                <a:lnTo>
                  <a:pt x="1554762" y="1044378"/>
                </a:lnTo>
                <a:lnTo>
                  <a:pt x="1555273" y="1043776"/>
                </a:lnTo>
                <a:lnTo>
                  <a:pt x="1555813" y="1043183"/>
                </a:lnTo>
                <a:lnTo>
                  <a:pt x="1556366" y="1042615"/>
                </a:lnTo>
                <a:lnTo>
                  <a:pt x="1556929" y="1042072"/>
                </a:lnTo>
                <a:lnTo>
                  <a:pt x="1557503" y="1041554"/>
                </a:lnTo>
                <a:lnTo>
                  <a:pt x="1558089" y="1041062"/>
                </a:lnTo>
                <a:lnTo>
                  <a:pt x="1558686" y="1040595"/>
                </a:lnTo>
                <a:lnTo>
                  <a:pt x="1559293" y="1040154"/>
                </a:lnTo>
                <a:lnTo>
                  <a:pt x="1559912" y="1039737"/>
                </a:lnTo>
                <a:lnTo>
                  <a:pt x="1560543" y="1039346"/>
                </a:lnTo>
                <a:lnTo>
                  <a:pt x="1561184" y="1038980"/>
                </a:lnTo>
                <a:lnTo>
                  <a:pt x="1561836" y="1038639"/>
                </a:lnTo>
                <a:lnTo>
                  <a:pt x="1562500" y="1038324"/>
                </a:lnTo>
                <a:lnTo>
                  <a:pt x="1563175" y="1038033"/>
                </a:lnTo>
                <a:lnTo>
                  <a:pt x="1563861" y="1037768"/>
                </a:lnTo>
                <a:lnTo>
                  <a:pt x="1564558" y="1037528"/>
                </a:lnTo>
                <a:lnTo>
                  <a:pt x="1565266" y="1037314"/>
                </a:lnTo>
                <a:lnTo>
                  <a:pt x="1565986" y="1037125"/>
                </a:lnTo>
                <a:lnTo>
                  <a:pt x="1566716" y="1036960"/>
                </a:lnTo>
                <a:lnTo>
                  <a:pt x="1567458" y="1036822"/>
                </a:lnTo>
                <a:lnTo>
                  <a:pt x="1568211" y="1036708"/>
                </a:lnTo>
                <a:lnTo>
                  <a:pt x="1568975" y="1036620"/>
                </a:lnTo>
                <a:lnTo>
                  <a:pt x="1569750" y="1036557"/>
                </a:lnTo>
                <a:lnTo>
                  <a:pt x="1570536" y="1036519"/>
                </a:lnTo>
                <a:lnTo>
                  <a:pt x="1571334" y="1036506"/>
                </a:lnTo>
                <a:lnTo>
                  <a:pt x="1572145" y="1036519"/>
                </a:lnTo>
                <a:lnTo>
                  <a:pt x="1572943" y="1036557"/>
                </a:lnTo>
                <a:lnTo>
                  <a:pt x="1573730" y="1036620"/>
                </a:lnTo>
                <a:lnTo>
                  <a:pt x="1574504" y="1036708"/>
                </a:lnTo>
                <a:lnTo>
                  <a:pt x="1575266" y="1036822"/>
                </a:lnTo>
                <a:lnTo>
                  <a:pt x="1576015" y="1036960"/>
                </a:lnTo>
                <a:lnTo>
                  <a:pt x="1576752" y="1037125"/>
                </a:lnTo>
                <a:lnTo>
                  <a:pt x="1577477" y="1037314"/>
                </a:lnTo>
                <a:lnTo>
                  <a:pt x="1578189" y="1037528"/>
                </a:lnTo>
                <a:lnTo>
                  <a:pt x="1578889" y="1037768"/>
                </a:lnTo>
                <a:lnTo>
                  <a:pt x="1579577" y="1038033"/>
                </a:lnTo>
                <a:lnTo>
                  <a:pt x="1580252" y="1038324"/>
                </a:lnTo>
                <a:lnTo>
                  <a:pt x="1580915" y="1038639"/>
                </a:lnTo>
                <a:lnTo>
                  <a:pt x="1581566" y="1038980"/>
                </a:lnTo>
                <a:lnTo>
                  <a:pt x="1582204" y="1039346"/>
                </a:lnTo>
                <a:lnTo>
                  <a:pt x="1582830" y="1039737"/>
                </a:lnTo>
                <a:lnTo>
                  <a:pt x="1583444" y="1040154"/>
                </a:lnTo>
                <a:lnTo>
                  <a:pt x="1584046" y="1040595"/>
                </a:lnTo>
                <a:lnTo>
                  <a:pt x="1584635" y="1041062"/>
                </a:lnTo>
                <a:lnTo>
                  <a:pt x="1585211" y="1041554"/>
                </a:lnTo>
                <a:lnTo>
                  <a:pt x="1585776" y="1042072"/>
                </a:lnTo>
                <a:lnTo>
                  <a:pt x="1586328" y="1042615"/>
                </a:lnTo>
                <a:lnTo>
                  <a:pt x="1586868" y="1043183"/>
                </a:lnTo>
                <a:lnTo>
                  <a:pt x="1587395" y="1043776"/>
                </a:lnTo>
                <a:lnTo>
                  <a:pt x="1587906" y="1044378"/>
                </a:lnTo>
                <a:lnTo>
                  <a:pt x="1588394" y="1044999"/>
                </a:lnTo>
                <a:lnTo>
                  <a:pt x="1588861" y="1045641"/>
                </a:lnTo>
                <a:lnTo>
                  <a:pt x="1589307" y="1046303"/>
                </a:lnTo>
                <a:lnTo>
                  <a:pt x="1589730" y="1046984"/>
                </a:lnTo>
                <a:lnTo>
                  <a:pt x="1590132" y="1047686"/>
                </a:lnTo>
                <a:lnTo>
                  <a:pt x="1590512" y="1048407"/>
                </a:lnTo>
                <a:lnTo>
                  <a:pt x="1590871" y="1049149"/>
                </a:lnTo>
                <a:lnTo>
                  <a:pt x="1591207" y="1049910"/>
                </a:lnTo>
                <a:lnTo>
                  <a:pt x="1591522" y="1050691"/>
                </a:lnTo>
                <a:lnTo>
                  <a:pt x="1591815" y="1051493"/>
                </a:lnTo>
                <a:lnTo>
                  <a:pt x="1592087" y="1052314"/>
                </a:lnTo>
                <a:lnTo>
                  <a:pt x="1592337" y="1053155"/>
                </a:lnTo>
                <a:lnTo>
                  <a:pt x="1592565" y="1054016"/>
                </a:lnTo>
                <a:lnTo>
                  <a:pt x="1592771" y="1054897"/>
                </a:lnTo>
                <a:lnTo>
                  <a:pt x="1592956" y="1055798"/>
                </a:lnTo>
                <a:lnTo>
                  <a:pt x="1593119" y="1056720"/>
                </a:lnTo>
                <a:lnTo>
                  <a:pt x="1593260" y="1057661"/>
                </a:lnTo>
                <a:lnTo>
                  <a:pt x="1593379" y="1058622"/>
                </a:lnTo>
                <a:lnTo>
                  <a:pt x="1593477" y="1059603"/>
                </a:lnTo>
                <a:lnTo>
                  <a:pt x="1593553" y="1060603"/>
                </a:lnTo>
                <a:lnTo>
                  <a:pt x="1593607" y="1061624"/>
                </a:lnTo>
                <a:lnTo>
                  <a:pt x="1593640" y="1062665"/>
                </a:lnTo>
                <a:lnTo>
                  <a:pt x="1593651" y="1063726"/>
                </a:lnTo>
                <a:lnTo>
                  <a:pt x="1593651" y="1075053"/>
                </a:lnTo>
                <a:lnTo>
                  <a:pt x="1593640" y="1076114"/>
                </a:lnTo>
                <a:lnTo>
                  <a:pt x="1593607" y="1077156"/>
                </a:lnTo>
                <a:lnTo>
                  <a:pt x="1593553" y="1078178"/>
                </a:lnTo>
                <a:lnTo>
                  <a:pt x="1593477" y="1079181"/>
                </a:lnTo>
                <a:lnTo>
                  <a:pt x="1593379" y="1080165"/>
                </a:lnTo>
                <a:lnTo>
                  <a:pt x="1593260" y="1081129"/>
                </a:lnTo>
                <a:lnTo>
                  <a:pt x="1593119" y="1082074"/>
                </a:lnTo>
                <a:lnTo>
                  <a:pt x="1592956" y="1082999"/>
                </a:lnTo>
                <a:lnTo>
                  <a:pt x="1592771" y="1083905"/>
                </a:lnTo>
                <a:lnTo>
                  <a:pt x="1592565" y="1084792"/>
                </a:lnTo>
                <a:lnTo>
                  <a:pt x="1592337" y="1085660"/>
                </a:lnTo>
                <a:lnTo>
                  <a:pt x="1592087" y="1086508"/>
                </a:lnTo>
                <a:lnTo>
                  <a:pt x="1591815" y="1087336"/>
                </a:lnTo>
                <a:lnTo>
                  <a:pt x="1591522" y="1088145"/>
                </a:lnTo>
                <a:lnTo>
                  <a:pt x="1591207" y="1088935"/>
                </a:lnTo>
                <a:lnTo>
                  <a:pt x="1590871" y="1089706"/>
                </a:lnTo>
                <a:lnTo>
                  <a:pt x="1590512" y="1090457"/>
                </a:lnTo>
                <a:lnTo>
                  <a:pt x="1590132" y="1091189"/>
                </a:lnTo>
                <a:lnTo>
                  <a:pt x="1589730" y="1091901"/>
                </a:lnTo>
                <a:lnTo>
                  <a:pt x="1589307" y="1092594"/>
                </a:lnTo>
                <a:lnTo>
                  <a:pt x="1588861" y="1093268"/>
                </a:lnTo>
                <a:lnTo>
                  <a:pt x="1588394" y="1093922"/>
                </a:lnTo>
                <a:lnTo>
                  <a:pt x="1587906" y="1094557"/>
                </a:lnTo>
                <a:lnTo>
                  <a:pt x="1587395" y="1095172"/>
                </a:lnTo>
                <a:lnTo>
                  <a:pt x="1586868" y="1095752"/>
                </a:lnTo>
                <a:lnTo>
                  <a:pt x="1586328" y="1096306"/>
                </a:lnTo>
                <a:lnTo>
                  <a:pt x="1585776" y="1096837"/>
                </a:lnTo>
                <a:lnTo>
                  <a:pt x="1585211" y="1097342"/>
                </a:lnTo>
                <a:lnTo>
                  <a:pt x="1584635" y="1097823"/>
                </a:lnTo>
                <a:lnTo>
                  <a:pt x="1584046" y="1098279"/>
                </a:lnTo>
                <a:lnTo>
                  <a:pt x="1583444" y="1098710"/>
                </a:lnTo>
                <a:lnTo>
                  <a:pt x="1582830" y="1099117"/>
                </a:lnTo>
                <a:lnTo>
                  <a:pt x="1582204" y="1099499"/>
                </a:lnTo>
                <a:lnTo>
                  <a:pt x="1581566" y="1099857"/>
                </a:lnTo>
                <a:lnTo>
                  <a:pt x="1580915" y="1100190"/>
                </a:lnTo>
                <a:lnTo>
                  <a:pt x="1580252" y="1100498"/>
                </a:lnTo>
                <a:lnTo>
                  <a:pt x="1579577" y="1100782"/>
                </a:lnTo>
                <a:lnTo>
                  <a:pt x="1578889" y="1101040"/>
                </a:lnTo>
                <a:lnTo>
                  <a:pt x="1578189" y="1101275"/>
                </a:lnTo>
                <a:lnTo>
                  <a:pt x="1577477" y="1101484"/>
                </a:lnTo>
                <a:lnTo>
                  <a:pt x="1576752" y="1101669"/>
                </a:lnTo>
                <a:lnTo>
                  <a:pt x="1576015" y="1101829"/>
                </a:lnTo>
                <a:lnTo>
                  <a:pt x="1575266" y="1101965"/>
                </a:lnTo>
                <a:lnTo>
                  <a:pt x="1574504" y="1102076"/>
                </a:lnTo>
                <a:lnTo>
                  <a:pt x="1573730" y="1102162"/>
                </a:lnTo>
                <a:lnTo>
                  <a:pt x="1572943" y="1102224"/>
                </a:lnTo>
                <a:lnTo>
                  <a:pt x="1572145" y="1102261"/>
                </a:lnTo>
                <a:lnTo>
                  <a:pt x="1571334" y="1102273"/>
                </a:lnTo>
                <a:lnTo>
                  <a:pt x="1570536" y="1102261"/>
                </a:lnTo>
                <a:lnTo>
                  <a:pt x="1569750" y="1102224"/>
                </a:lnTo>
                <a:lnTo>
                  <a:pt x="1568975" y="1102162"/>
                </a:lnTo>
                <a:lnTo>
                  <a:pt x="1568211" y="1102076"/>
                </a:lnTo>
                <a:lnTo>
                  <a:pt x="1567458" y="1101965"/>
                </a:lnTo>
                <a:lnTo>
                  <a:pt x="1566716" y="1101829"/>
                </a:lnTo>
                <a:lnTo>
                  <a:pt x="1565986" y="1101669"/>
                </a:lnTo>
                <a:close/>
                <a:moveTo>
                  <a:pt x="1899863" y="1144063"/>
                </a:moveTo>
                <a:lnTo>
                  <a:pt x="1900795" y="1143927"/>
                </a:lnTo>
                <a:lnTo>
                  <a:pt x="1901708" y="1143767"/>
                </a:lnTo>
                <a:lnTo>
                  <a:pt x="1902601" y="1143582"/>
                </a:lnTo>
                <a:lnTo>
                  <a:pt x="1903474" y="1143372"/>
                </a:lnTo>
                <a:lnTo>
                  <a:pt x="1904327" y="1143138"/>
                </a:lnTo>
                <a:lnTo>
                  <a:pt x="1905160" y="1142879"/>
                </a:lnTo>
                <a:lnTo>
                  <a:pt x="1905973" y="1142596"/>
                </a:lnTo>
                <a:lnTo>
                  <a:pt x="1906766" y="1142287"/>
                </a:lnTo>
                <a:lnTo>
                  <a:pt x="1907539" y="1141955"/>
                </a:lnTo>
                <a:lnTo>
                  <a:pt x="1908293" y="1141597"/>
                </a:lnTo>
                <a:lnTo>
                  <a:pt x="1909026" y="1141215"/>
                </a:lnTo>
                <a:lnTo>
                  <a:pt x="1909739" y="1140808"/>
                </a:lnTo>
                <a:lnTo>
                  <a:pt x="1910432" y="1140377"/>
                </a:lnTo>
                <a:lnTo>
                  <a:pt x="1911106" y="1139920"/>
                </a:lnTo>
                <a:lnTo>
                  <a:pt x="1911759" y="1139440"/>
                </a:lnTo>
                <a:lnTo>
                  <a:pt x="1912392" y="1138934"/>
                </a:lnTo>
                <a:lnTo>
                  <a:pt x="1913006" y="1138404"/>
                </a:lnTo>
                <a:lnTo>
                  <a:pt x="1913599" y="1137849"/>
                </a:lnTo>
                <a:lnTo>
                  <a:pt x="1914173" y="1137270"/>
                </a:lnTo>
                <a:lnTo>
                  <a:pt x="1914738" y="1136685"/>
                </a:lnTo>
                <a:lnTo>
                  <a:pt x="1915280" y="1136086"/>
                </a:lnTo>
                <a:lnTo>
                  <a:pt x="1915798" y="1135474"/>
                </a:lnTo>
                <a:lnTo>
                  <a:pt x="1916291" y="1134847"/>
                </a:lnTo>
                <a:lnTo>
                  <a:pt x="1916760" y="1134206"/>
                </a:lnTo>
                <a:lnTo>
                  <a:pt x="1917206" y="1133550"/>
                </a:lnTo>
                <a:lnTo>
                  <a:pt x="1917627" y="1132881"/>
                </a:lnTo>
                <a:lnTo>
                  <a:pt x="1918024" y="1132198"/>
                </a:lnTo>
                <a:lnTo>
                  <a:pt x="1918397" y="1131500"/>
                </a:lnTo>
                <a:lnTo>
                  <a:pt x="1918746" y="1130789"/>
                </a:lnTo>
                <a:lnTo>
                  <a:pt x="1919071" y="1130063"/>
                </a:lnTo>
                <a:lnTo>
                  <a:pt x="1919372" y="1129324"/>
                </a:lnTo>
                <a:lnTo>
                  <a:pt x="1919649" y="1128570"/>
                </a:lnTo>
                <a:lnTo>
                  <a:pt x="1919901" y="1127802"/>
                </a:lnTo>
                <a:lnTo>
                  <a:pt x="1920130" y="1127020"/>
                </a:lnTo>
                <a:lnTo>
                  <a:pt x="1920335" y="1126224"/>
                </a:lnTo>
                <a:lnTo>
                  <a:pt x="1920515" y="1125414"/>
                </a:lnTo>
                <a:lnTo>
                  <a:pt x="1920671" y="1124590"/>
                </a:lnTo>
                <a:lnTo>
                  <a:pt x="1920804" y="1123752"/>
                </a:lnTo>
                <a:lnTo>
                  <a:pt x="1920912" y="1122899"/>
                </a:lnTo>
                <a:lnTo>
                  <a:pt x="1920996" y="1122033"/>
                </a:lnTo>
                <a:lnTo>
                  <a:pt x="1921057" y="1121152"/>
                </a:lnTo>
                <a:lnTo>
                  <a:pt x="1921093" y="1120258"/>
                </a:lnTo>
                <a:lnTo>
                  <a:pt x="1921105" y="1119349"/>
                </a:lnTo>
                <a:lnTo>
                  <a:pt x="1921093" y="1118511"/>
                </a:lnTo>
                <a:lnTo>
                  <a:pt x="1921057" y="1117687"/>
                </a:lnTo>
                <a:lnTo>
                  <a:pt x="1920996" y="1116876"/>
                </a:lnTo>
                <a:lnTo>
                  <a:pt x="1920912" y="1116080"/>
                </a:lnTo>
                <a:lnTo>
                  <a:pt x="1920804" y="1115298"/>
                </a:lnTo>
                <a:lnTo>
                  <a:pt x="1920671" y="1114531"/>
                </a:lnTo>
                <a:lnTo>
                  <a:pt x="1920515" y="1113777"/>
                </a:lnTo>
                <a:lnTo>
                  <a:pt x="1920335" y="1113037"/>
                </a:lnTo>
                <a:lnTo>
                  <a:pt x="1920130" y="1112312"/>
                </a:lnTo>
                <a:lnTo>
                  <a:pt x="1919901" y="1111600"/>
                </a:lnTo>
                <a:lnTo>
                  <a:pt x="1919649" y="1110903"/>
                </a:lnTo>
                <a:lnTo>
                  <a:pt x="1919372" y="1110219"/>
                </a:lnTo>
                <a:lnTo>
                  <a:pt x="1919071" y="1109550"/>
                </a:lnTo>
                <a:lnTo>
                  <a:pt x="1918746" y="1108895"/>
                </a:lnTo>
                <a:lnTo>
                  <a:pt x="1918397" y="1108254"/>
                </a:lnTo>
                <a:lnTo>
                  <a:pt x="1918024" y="1107627"/>
                </a:lnTo>
                <a:lnTo>
                  <a:pt x="1917627" y="1107014"/>
                </a:lnTo>
                <a:lnTo>
                  <a:pt x="1917206" y="1106415"/>
                </a:lnTo>
                <a:lnTo>
                  <a:pt x="1916760" y="1105831"/>
                </a:lnTo>
                <a:lnTo>
                  <a:pt x="1916291" y="1105260"/>
                </a:lnTo>
                <a:lnTo>
                  <a:pt x="1915798" y="1104704"/>
                </a:lnTo>
                <a:lnTo>
                  <a:pt x="1915280" y="1104161"/>
                </a:lnTo>
                <a:lnTo>
                  <a:pt x="1914738" y="1103633"/>
                </a:lnTo>
                <a:lnTo>
                  <a:pt x="1914173" y="1103119"/>
                </a:lnTo>
                <a:lnTo>
                  <a:pt x="1913600" y="1102608"/>
                </a:lnTo>
                <a:lnTo>
                  <a:pt x="1913009" y="1102119"/>
                </a:lnTo>
                <a:lnTo>
                  <a:pt x="1912400" y="1101652"/>
                </a:lnTo>
                <a:lnTo>
                  <a:pt x="1911773" y="1101207"/>
                </a:lnTo>
                <a:lnTo>
                  <a:pt x="1911128" y="1100784"/>
                </a:lnTo>
                <a:lnTo>
                  <a:pt x="1910464" y="1100382"/>
                </a:lnTo>
                <a:lnTo>
                  <a:pt x="1909782" y="1100002"/>
                </a:lnTo>
                <a:lnTo>
                  <a:pt x="1909082" y="1099643"/>
                </a:lnTo>
                <a:lnTo>
                  <a:pt x="1908364" y="1099307"/>
                </a:lnTo>
                <a:lnTo>
                  <a:pt x="1907627" y="1098992"/>
                </a:lnTo>
                <a:lnTo>
                  <a:pt x="1906873" y="1098698"/>
                </a:lnTo>
                <a:lnTo>
                  <a:pt x="1906100" y="1098427"/>
                </a:lnTo>
                <a:lnTo>
                  <a:pt x="1905309" y="1098177"/>
                </a:lnTo>
                <a:lnTo>
                  <a:pt x="1904500" y="1097949"/>
                </a:lnTo>
                <a:lnTo>
                  <a:pt x="1903672" y="1097743"/>
                </a:lnTo>
                <a:lnTo>
                  <a:pt x="1902827" y="1097558"/>
                </a:lnTo>
                <a:lnTo>
                  <a:pt x="1901963" y="1097395"/>
                </a:lnTo>
                <a:lnTo>
                  <a:pt x="1901081" y="1097254"/>
                </a:lnTo>
                <a:lnTo>
                  <a:pt x="1900181" y="1097134"/>
                </a:lnTo>
                <a:lnTo>
                  <a:pt x="1899262" y="1097037"/>
                </a:lnTo>
                <a:lnTo>
                  <a:pt x="1898325" y="1096961"/>
                </a:lnTo>
                <a:lnTo>
                  <a:pt x="1897371" y="1096906"/>
                </a:lnTo>
                <a:lnTo>
                  <a:pt x="1896398" y="1096874"/>
                </a:lnTo>
                <a:lnTo>
                  <a:pt x="1895406" y="1096863"/>
                </a:lnTo>
                <a:lnTo>
                  <a:pt x="1864805" y="1096863"/>
                </a:lnTo>
                <a:lnTo>
                  <a:pt x="1864387" y="1096859"/>
                </a:lnTo>
                <a:lnTo>
                  <a:pt x="1863975" y="1096848"/>
                </a:lnTo>
                <a:lnTo>
                  <a:pt x="1863572" y="1096829"/>
                </a:lnTo>
                <a:lnTo>
                  <a:pt x="1863176" y="1096802"/>
                </a:lnTo>
                <a:lnTo>
                  <a:pt x="1862787" y="1096768"/>
                </a:lnTo>
                <a:lnTo>
                  <a:pt x="1862407" y="1096726"/>
                </a:lnTo>
                <a:lnTo>
                  <a:pt x="1862034" y="1096676"/>
                </a:lnTo>
                <a:lnTo>
                  <a:pt x="1861668" y="1096619"/>
                </a:lnTo>
                <a:lnTo>
                  <a:pt x="1861310" y="1096554"/>
                </a:lnTo>
                <a:lnTo>
                  <a:pt x="1860960" y="1096481"/>
                </a:lnTo>
                <a:lnTo>
                  <a:pt x="1860618" y="1096401"/>
                </a:lnTo>
                <a:lnTo>
                  <a:pt x="1860283" y="1096313"/>
                </a:lnTo>
                <a:lnTo>
                  <a:pt x="1859955" y="1096218"/>
                </a:lnTo>
                <a:lnTo>
                  <a:pt x="1859636" y="1096115"/>
                </a:lnTo>
                <a:lnTo>
                  <a:pt x="1859324" y="1096004"/>
                </a:lnTo>
                <a:lnTo>
                  <a:pt x="1859019" y="1095886"/>
                </a:lnTo>
                <a:lnTo>
                  <a:pt x="1858723" y="1095760"/>
                </a:lnTo>
                <a:lnTo>
                  <a:pt x="1858434" y="1095627"/>
                </a:lnTo>
                <a:lnTo>
                  <a:pt x="1858152" y="1095485"/>
                </a:lnTo>
                <a:lnTo>
                  <a:pt x="1857878" y="1095337"/>
                </a:lnTo>
                <a:lnTo>
                  <a:pt x="1857612" y="1095180"/>
                </a:lnTo>
                <a:lnTo>
                  <a:pt x="1857353" y="1095016"/>
                </a:lnTo>
                <a:lnTo>
                  <a:pt x="1857102" y="1094844"/>
                </a:lnTo>
                <a:lnTo>
                  <a:pt x="1856859" y="1094665"/>
                </a:lnTo>
                <a:lnTo>
                  <a:pt x="1856625" y="1094464"/>
                </a:lnTo>
                <a:lnTo>
                  <a:pt x="1856400" y="1094258"/>
                </a:lnTo>
                <a:lnTo>
                  <a:pt x="1856186" y="1094044"/>
                </a:lnTo>
                <a:lnTo>
                  <a:pt x="1855981" y="1093824"/>
                </a:lnTo>
                <a:lnTo>
                  <a:pt x="1855786" y="1093598"/>
                </a:lnTo>
                <a:lnTo>
                  <a:pt x="1855602" y="1093365"/>
                </a:lnTo>
                <a:lnTo>
                  <a:pt x="1855427" y="1093126"/>
                </a:lnTo>
                <a:lnTo>
                  <a:pt x="1855262" y="1092880"/>
                </a:lnTo>
                <a:lnTo>
                  <a:pt x="1855108" y="1092628"/>
                </a:lnTo>
                <a:lnTo>
                  <a:pt x="1854963" y="1092370"/>
                </a:lnTo>
                <a:lnTo>
                  <a:pt x="1854828" y="1092105"/>
                </a:lnTo>
                <a:lnTo>
                  <a:pt x="1854704" y="1091833"/>
                </a:lnTo>
                <a:lnTo>
                  <a:pt x="1854589" y="1091555"/>
                </a:lnTo>
                <a:lnTo>
                  <a:pt x="1854484" y="1091271"/>
                </a:lnTo>
                <a:lnTo>
                  <a:pt x="1854389" y="1090980"/>
                </a:lnTo>
                <a:lnTo>
                  <a:pt x="1854304" y="1090682"/>
                </a:lnTo>
                <a:lnTo>
                  <a:pt x="1854230" y="1090379"/>
                </a:lnTo>
                <a:lnTo>
                  <a:pt x="1854165" y="1090068"/>
                </a:lnTo>
                <a:lnTo>
                  <a:pt x="1854110" y="1089752"/>
                </a:lnTo>
                <a:lnTo>
                  <a:pt x="1854065" y="1089429"/>
                </a:lnTo>
                <a:lnTo>
                  <a:pt x="1854030" y="1089099"/>
                </a:lnTo>
                <a:lnTo>
                  <a:pt x="1854005" y="1088763"/>
                </a:lnTo>
                <a:lnTo>
                  <a:pt x="1853990" y="1088420"/>
                </a:lnTo>
                <a:lnTo>
                  <a:pt x="1853985" y="1088071"/>
                </a:lnTo>
                <a:lnTo>
                  <a:pt x="1853990" y="1087722"/>
                </a:lnTo>
                <a:lnTo>
                  <a:pt x="1854005" y="1087380"/>
                </a:lnTo>
                <a:lnTo>
                  <a:pt x="1854030" y="1087044"/>
                </a:lnTo>
                <a:lnTo>
                  <a:pt x="1854065" y="1086714"/>
                </a:lnTo>
                <a:lnTo>
                  <a:pt x="1854110" y="1086391"/>
                </a:lnTo>
                <a:lnTo>
                  <a:pt x="1854165" y="1086074"/>
                </a:lnTo>
                <a:lnTo>
                  <a:pt x="1854230" y="1085764"/>
                </a:lnTo>
                <a:lnTo>
                  <a:pt x="1854304" y="1085460"/>
                </a:lnTo>
                <a:lnTo>
                  <a:pt x="1854389" y="1085163"/>
                </a:lnTo>
                <a:lnTo>
                  <a:pt x="1854484" y="1084872"/>
                </a:lnTo>
                <a:lnTo>
                  <a:pt x="1854589" y="1084588"/>
                </a:lnTo>
                <a:lnTo>
                  <a:pt x="1854704" y="1084310"/>
                </a:lnTo>
                <a:lnTo>
                  <a:pt x="1854828" y="1084038"/>
                </a:lnTo>
                <a:lnTo>
                  <a:pt x="1854963" y="1083773"/>
                </a:lnTo>
                <a:lnTo>
                  <a:pt x="1855108" y="1083515"/>
                </a:lnTo>
                <a:lnTo>
                  <a:pt x="1855262" y="1083262"/>
                </a:lnTo>
                <a:lnTo>
                  <a:pt x="1855427" y="1083017"/>
                </a:lnTo>
                <a:lnTo>
                  <a:pt x="1855602" y="1082778"/>
                </a:lnTo>
                <a:lnTo>
                  <a:pt x="1855786" y="1082545"/>
                </a:lnTo>
                <a:lnTo>
                  <a:pt x="1855981" y="1082319"/>
                </a:lnTo>
                <a:lnTo>
                  <a:pt x="1856186" y="1082099"/>
                </a:lnTo>
                <a:lnTo>
                  <a:pt x="1856400" y="1081885"/>
                </a:lnTo>
                <a:lnTo>
                  <a:pt x="1856625" y="1081678"/>
                </a:lnTo>
                <a:lnTo>
                  <a:pt x="1856859" y="1081478"/>
                </a:lnTo>
                <a:lnTo>
                  <a:pt x="1857116" y="1081285"/>
                </a:lnTo>
                <a:lnTo>
                  <a:pt x="1857380" y="1081100"/>
                </a:lnTo>
                <a:lnTo>
                  <a:pt x="1857652" y="1080923"/>
                </a:lnTo>
                <a:lnTo>
                  <a:pt x="1857930" y="1080755"/>
                </a:lnTo>
                <a:lnTo>
                  <a:pt x="1858215" y="1080594"/>
                </a:lnTo>
                <a:lnTo>
                  <a:pt x="1858508" y="1080442"/>
                </a:lnTo>
                <a:lnTo>
                  <a:pt x="1858807" y="1080298"/>
                </a:lnTo>
                <a:lnTo>
                  <a:pt x="1859113" y="1080163"/>
                </a:lnTo>
                <a:lnTo>
                  <a:pt x="1859427" y="1080036"/>
                </a:lnTo>
                <a:lnTo>
                  <a:pt x="1859747" y="1079916"/>
                </a:lnTo>
                <a:lnTo>
                  <a:pt x="1860075" y="1079805"/>
                </a:lnTo>
                <a:lnTo>
                  <a:pt x="1860410" y="1079703"/>
                </a:lnTo>
                <a:lnTo>
                  <a:pt x="1860751" y="1079608"/>
                </a:lnTo>
                <a:lnTo>
                  <a:pt x="1861100" y="1079522"/>
                </a:lnTo>
                <a:lnTo>
                  <a:pt x="1861456" y="1079444"/>
                </a:lnTo>
                <a:lnTo>
                  <a:pt x="1861818" y="1079374"/>
                </a:lnTo>
                <a:lnTo>
                  <a:pt x="1862188" y="1079312"/>
                </a:lnTo>
                <a:lnTo>
                  <a:pt x="1862565" y="1079259"/>
                </a:lnTo>
                <a:lnTo>
                  <a:pt x="1862949" y="1079214"/>
                </a:lnTo>
                <a:lnTo>
                  <a:pt x="1863340" y="1079177"/>
                </a:lnTo>
                <a:lnTo>
                  <a:pt x="1863738" y="1079148"/>
                </a:lnTo>
                <a:lnTo>
                  <a:pt x="1864143" y="1079128"/>
                </a:lnTo>
                <a:lnTo>
                  <a:pt x="1864555" y="1079115"/>
                </a:lnTo>
                <a:lnTo>
                  <a:pt x="1864974" y="1079111"/>
                </a:lnTo>
                <a:lnTo>
                  <a:pt x="1878838" y="1079111"/>
                </a:lnTo>
                <a:lnTo>
                  <a:pt x="1880163" y="1079098"/>
                </a:lnTo>
                <a:lnTo>
                  <a:pt x="1881462" y="1079059"/>
                </a:lnTo>
                <a:lnTo>
                  <a:pt x="1882734" y="1078995"/>
                </a:lnTo>
                <a:lnTo>
                  <a:pt x="1883980" y="1078904"/>
                </a:lnTo>
                <a:lnTo>
                  <a:pt x="1885200" y="1078788"/>
                </a:lnTo>
                <a:lnTo>
                  <a:pt x="1886393" y="1078646"/>
                </a:lnTo>
                <a:lnTo>
                  <a:pt x="1887560" y="1078478"/>
                </a:lnTo>
                <a:lnTo>
                  <a:pt x="1888700" y="1078285"/>
                </a:lnTo>
                <a:lnTo>
                  <a:pt x="1889814" y="1078065"/>
                </a:lnTo>
                <a:lnTo>
                  <a:pt x="1890902" y="1077820"/>
                </a:lnTo>
                <a:lnTo>
                  <a:pt x="1891963" y="1077548"/>
                </a:lnTo>
                <a:lnTo>
                  <a:pt x="1892997" y="1077251"/>
                </a:lnTo>
                <a:lnTo>
                  <a:pt x="1894005" y="1076928"/>
                </a:lnTo>
                <a:lnTo>
                  <a:pt x="1894987" y="1076580"/>
                </a:lnTo>
                <a:lnTo>
                  <a:pt x="1895943" y="1076205"/>
                </a:lnTo>
                <a:lnTo>
                  <a:pt x="1896872" y="1075805"/>
                </a:lnTo>
                <a:lnTo>
                  <a:pt x="1897774" y="1075379"/>
                </a:lnTo>
                <a:lnTo>
                  <a:pt x="1898650" y="1074927"/>
                </a:lnTo>
                <a:lnTo>
                  <a:pt x="1899500" y="1074449"/>
                </a:lnTo>
                <a:lnTo>
                  <a:pt x="1900324" y="1073945"/>
                </a:lnTo>
                <a:lnTo>
                  <a:pt x="1901120" y="1073416"/>
                </a:lnTo>
                <a:lnTo>
                  <a:pt x="1901891" y="1072860"/>
                </a:lnTo>
                <a:lnTo>
                  <a:pt x="1902635" y="1072279"/>
                </a:lnTo>
                <a:lnTo>
                  <a:pt x="1903353" y="1071672"/>
                </a:lnTo>
                <a:lnTo>
                  <a:pt x="1904056" y="1071043"/>
                </a:lnTo>
                <a:lnTo>
                  <a:pt x="1904730" y="1070397"/>
                </a:lnTo>
                <a:lnTo>
                  <a:pt x="1905374" y="1069733"/>
                </a:lnTo>
                <a:lnTo>
                  <a:pt x="1905987" y="1069052"/>
                </a:lnTo>
                <a:lnTo>
                  <a:pt x="1906571" y="1068352"/>
                </a:lnTo>
                <a:lnTo>
                  <a:pt x="1907125" y="1067636"/>
                </a:lnTo>
                <a:lnTo>
                  <a:pt x="1907649" y="1066901"/>
                </a:lnTo>
                <a:lnTo>
                  <a:pt x="1908143" y="1066149"/>
                </a:lnTo>
                <a:lnTo>
                  <a:pt x="1908607" y="1065380"/>
                </a:lnTo>
                <a:lnTo>
                  <a:pt x="1909041" y="1064592"/>
                </a:lnTo>
                <a:lnTo>
                  <a:pt x="1909445" y="1063787"/>
                </a:lnTo>
                <a:lnTo>
                  <a:pt x="1909819" y="1062965"/>
                </a:lnTo>
                <a:lnTo>
                  <a:pt x="1910164" y="1062125"/>
                </a:lnTo>
                <a:lnTo>
                  <a:pt x="1910478" y="1061267"/>
                </a:lnTo>
                <a:lnTo>
                  <a:pt x="1910763" y="1060392"/>
                </a:lnTo>
                <a:lnTo>
                  <a:pt x="1911017" y="1059499"/>
                </a:lnTo>
                <a:lnTo>
                  <a:pt x="1911242" y="1058589"/>
                </a:lnTo>
                <a:lnTo>
                  <a:pt x="1911436" y="1057661"/>
                </a:lnTo>
                <a:lnTo>
                  <a:pt x="1911601" y="1056715"/>
                </a:lnTo>
                <a:lnTo>
                  <a:pt x="1911735" y="1055752"/>
                </a:lnTo>
                <a:lnTo>
                  <a:pt x="1911840" y="1054771"/>
                </a:lnTo>
                <a:lnTo>
                  <a:pt x="1911915" y="1053772"/>
                </a:lnTo>
                <a:lnTo>
                  <a:pt x="1911960" y="1052756"/>
                </a:lnTo>
                <a:lnTo>
                  <a:pt x="1911975" y="1051722"/>
                </a:lnTo>
                <a:lnTo>
                  <a:pt x="1911971" y="1051245"/>
                </a:lnTo>
                <a:lnTo>
                  <a:pt x="1911960" y="1050770"/>
                </a:lnTo>
                <a:lnTo>
                  <a:pt x="1911941" y="1050298"/>
                </a:lnTo>
                <a:lnTo>
                  <a:pt x="1911914" y="1049830"/>
                </a:lnTo>
                <a:lnTo>
                  <a:pt x="1911880" y="1049364"/>
                </a:lnTo>
                <a:lnTo>
                  <a:pt x="1911838" y="1048901"/>
                </a:lnTo>
                <a:lnTo>
                  <a:pt x="1911788" y="1048441"/>
                </a:lnTo>
                <a:lnTo>
                  <a:pt x="1911731" y="1047984"/>
                </a:lnTo>
                <a:lnTo>
                  <a:pt x="1911666" y="1047530"/>
                </a:lnTo>
                <a:lnTo>
                  <a:pt x="1911593" y="1047079"/>
                </a:lnTo>
                <a:lnTo>
                  <a:pt x="1911513" y="1046630"/>
                </a:lnTo>
                <a:lnTo>
                  <a:pt x="1911426" y="1046185"/>
                </a:lnTo>
                <a:lnTo>
                  <a:pt x="1911330" y="1045743"/>
                </a:lnTo>
                <a:lnTo>
                  <a:pt x="1911227" y="1045303"/>
                </a:lnTo>
                <a:lnTo>
                  <a:pt x="1911117" y="1044867"/>
                </a:lnTo>
                <a:lnTo>
                  <a:pt x="1910998" y="1044433"/>
                </a:lnTo>
                <a:lnTo>
                  <a:pt x="1910872" y="1044003"/>
                </a:lnTo>
                <a:lnTo>
                  <a:pt x="1910739" y="1043575"/>
                </a:lnTo>
                <a:lnTo>
                  <a:pt x="1910598" y="1043150"/>
                </a:lnTo>
                <a:lnTo>
                  <a:pt x="1910449" y="1042729"/>
                </a:lnTo>
                <a:lnTo>
                  <a:pt x="1910292" y="1042310"/>
                </a:lnTo>
                <a:lnTo>
                  <a:pt x="1910128" y="1041894"/>
                </a:lnTo>
                <a:lnTo>
                  <a:pt x="1909957" y="1041481"/>
                </a:lnTo>
                <a:lnTo>
                  <a:pt x="1909777" y="1041071"/>
                </a:lnTo>
                <a:lnTo>
                  <a:pt x="1909605" y="1040652"/>
                </a:lnTo>
                <a:lnTo>
                  <a:pt x="1909425" y="1040239"/>
                </a:lnTo>
                <a:lnTo>
                  <a:pt x="1909238" y="1039832"/>
                </a:lnTo>
                <a:lnTo>
                  <a:pt x="1909045" y="1039432"/>
                </a:lnTo>
                <a:lnTo>
                  <a:pt x="1908844" y="1039038"/>
                </a:lnTo>
                <a:lnTo>
                  <a:pt x="1908636" y="1038651"/>
                </a:lnTo>
                <a:lnTo>
                  <a:pt x="1908421" y="1038270"/>
                </a:lnTo>
                <a:lnTo>
                  <a:pt x="1908199" y="1037896"/>
                </a:lnTo>
                <a:lnTo>
                  <a:pt x="1907970" y="1037528"/>
                </a:lnTo>
                <a:lnTo>
                  <a:pt x="1907734" y="1037167"/>
                </a:lnTo>
                <a:lnTo>
                  <a:pt x="1907491" y="1036812"/>
                </a:lnTo>
                <a:lnTo>
                  <a:pt x="1907241" y="1036464"/>
                </a:lnTo>
                <a:lnTo>
                  <a:pt x="1906984" y="1036122"/>
                </a:lnTo>
                <a:lnTo>
                  <a:pt x="1906720" y="1035786"/>
                </a:lnTo>
                <a:lnTo>
                  <a:pt x="1906449" y="1035457"/>
                </a:lnTo>
                <a:lnTo>
                  <a:pt x="1906170" y="1035135"/>
                </a:lnTo>
                <a:lnTo>
                  <a:pt x="1905885" y="1034819"/>
                </a:lnTo>
                <a:lnTo>
                  <a:pt x="1905593" y="1034509"/>
                </a:lnTo>
                <a:lnTo>
                  <a:pt x="1905293" y="1034206"/>
                </a:lnTo>
                <a:lnTo>
                  <a:pt x="1904987" y="1033909"/>
                </a:lnTo>
                <a:lnTo>
                  <a:pt x="1904673" y="1033619"/>
                </a:lnTo>
                <a:lnTo>
                  <a:pt x="1904353" y="1033335"/>
                </a:lnTo>
                <a:lnTo>
                  <a:pt x="1904025" y="1033057"/>
                </a:lnTo>
                <a:lnTo>
                  <a:pt x="1903691" y="1032786"/>
                </a:lnTo>
                <a:lnTo>
                  <a:pt x="1903691" y="1032448"/>
                </a:lnTo>
                <a:lnTo>
                  <a:pt x="1904333" y="1032300"/>
                </a:lnTo>
                <a:lnTo>
                  <a:pt x="1904966" y="1032138"/>
                </a:lnTo>
                <a:lnTo>
                  <a:pt x="1905587" y="1031962"/>
                </a:lnTo>
                <a:lnTo>
                  <a:pt x="1906199" y="1031772"/>
                </a:lnTo>
                <a:lnTo>
                  <a:pt x="1906799" y="1031568"/>
                </a:lnTo>
                <a:lnTo>
                  <a:pt x="1907389" y="1031349"/>
                </a:lnTo>
                <a:lnTo>
                  <a:pt x="1907968" y="1031117"/>
                </a:lnTo>
                <a:lnTo>
                  <a:pt x="1908537" y="1030870"/>
                </a:lnTo>
                <a:lnTo>
                  <a:pt x="1909096" y="1030610"/>
                </a:lnTo>
                <a:lnTo>
                  <a:pt x="1909643" y="1030335"/>
                </a:lnTo>
                <a:lnTo>
                  <a:pt x="1910180" y="1030046"/>
                </a:lnTo>
                <a:lnTo>
                  <a:pt x="1910707" y="1029743"/>
                </a:lnTo>
                <a:lnTo>
                  <a:pt x="1911223" y="1029426"/>
                </a:lnTo>
                <a:lnTo>
                  <a:pt x="1911728" y="1029095"/>
                </a:lnTo>
                <a:lnTo>
                  <a:pt x="1912223" y="1028750"/>
                </a:lnTo>
                <a:lnTo>
                  <a:pt x="1912708" y="1028391"/>
                </a:lnTo>
                <a:lnTo>
                  <a:pt x="1913181" y="1028017"/>
                </a:lnTo>
                <a:lnTo>
                  <a:pt x="1913645" y="1027630"/>
                </a:lnTo>
                <a:lnTo>
                  <a:pt x="1914097" y="1027228"/>
                </a:lnTo>
                <a:lnTo>
                  <a:pt x="1914539" y="1026813"/>
                </a:lnTo>
                <a:lnTo>
                  <a:pt x="1914971" y="1026383"/>
                </a:lnTo>
                <a:lnTo>
                  <a:pt x="1915392" y="1025939"/>
                </a:lnTo>
                <a:lnTo>
                  <a:pt x="1915802" y="1025481"/>
                </a:lnTo>
                <a:lnTo>
                  <a:pt x="1916202" y="1025009"/>
                </a:lnTo>
                <a:lnTo>
                  <a:pt x="1916602" y="1024512"/>
                </a:lnTo>
                <a:lnTo>
                  <a:pt x="1916985" y="1024005"/>
                </a:lnTo>
                <a:lnTo>
                  <a:pt x="1917351" y="1023490"/>
                </a:lnTo>
                <a:lnTo>
                  <a:pt x="1917700" y="1022966"/>
                </a:lnTo>
                <a:lnTo>
                  <a:pt x="1918032" y="1022434"/>
                </a:lnTo>
                <a:lnTo>
                  <a:pt x="1918347" y="1021892"/>
                </a:lnTo>
                <a:lnTo>
                  <a:pt x="1918645" y="1021342"/>
                </a:lnTo>
                <a:lnTo>
                  <a:pt x="1918926" y="1020783"/>
                </a:lnTo>
                <a:lnTo>
                  <a:pt x="1919190" y="1020215"/>
                </a:lnTo>
                <a:lnTo>
                  <a:pt x="1919436" y="1019638"/>
                </a:lnTo>
                <a:lnTo>
                  <a:pt x="1919666" y="1019052"/>
                </a:lnTo>
                <a:lnTo>
                  <a:pt x="1919879" y="1018458"/>
                </a:lnTo>
                <a:lnTo>
                  <a:pt x="1920075" y="1017855"/>
                </a:lnTo>
                <a:lnTo>
                  <a:pt x="1920254" y="1017243"/>
                </a:lnTo>
                <a:lnTo>
                  <a:pt x="1920415" y="1016622"/>
                </a:lnTo>
                <a:lnTo>
                  <a:pt x="1920560" y="1015992"/>
                </a:lnTo>
                <a:lnTo>
                  <a:pt x="1920688" y="1015354"/>
                </a:lnTo>
                <a:lnTo>
                  <a:pt x="1920798" y="1014707"/>
                </a:lnTo>
                <a:lnTo>
                  <a:pt x="1920892" y="1014051"/>
                </a:lnTo>
                <a:lnTo>
                  <a:pt x="1920969" y="1013386"/>
                </a:lnTo>
                <a:lnTo>
                  <a:pt x="1921028" y="1012712"/>
                </a:lnTo>
                <a:lnTo>
                  <a:pt x="1921071" y="1012030"/>
                </a:lnTo>
                <a:lnTo>
                  <a:pt x="1921096" y="1011339"/>
                </a:lnTo>
                <a:lnTo>
                  <a:pt x="1921105" y="1010639"/>
                </a:lnTo>
                <a:lnTo>
                  <a:pt x="1907410" y="1010639"/>
                </a:lnTo>
                <a:lnTo>
                  <a:pt x="1907363" y="1011129"/>
                </a:lnTo>
                <a:lnTo>
                  <a:pt x="1907305" y="1011616"/>
                </a:lnTo>
                <a:lnTo>
                  <a:pt x="1907236" y="1012097"/>
                </a:lnTo>
                <a:lnTo>
                  <a:pt x="1907157" y="1012574"/>
                </a:lnTo>
                <a:lnTo>
                  <a:pt x="1907067" y="1013046"/>
                </a:lnTo>
                <a:lnTo>
                  <a:pt x="1906966" y="1013513"/>
                </a:lnTo>
                <a:lnTo>
                  <a:pt x="1906855" y="1013975"/>
                </a:lnTo>
                <a:lnTo>
                  <a:pt x="1906734" y="1014433"/>
                </a:lnTo>
                <a:lnTo>
                  <a:pt x="1906602" y="1014886"/>
                </a:lnTo>
                <a:lnTo>
                  <a:pt x="1906459" y="1015335"/>
                </a:lnTo>
                <a:lnTo>
                  <a:pt x="1906306" y="1015779"/>
                </a:lnTo>
                <a:lnTo>
                  <a:pt x="1906142" y="1016218"/>
                </a:lnTo>
                <a:lnTo>
                  <a:pt x="1905968" y="1016652"/>
                </a:lnTo>
                <a:lnTo>
                  <a:pt x="1905783" y="1017082"/>
                </a:lnTo>
                <a:lnTo>
                  <a:pt x="1905587" y="1017507"/>
                </a:lnTo>
                <a:lnTo>
                  <a:pt x="1905381" y="1017927"/>
                </a:lnTo>
                <a:lnTo>
                  <a:pt x="1905165" y="1018343"/>
                </a:lnTo>
                <a:lnTo>
                  <a:pt x="1904938" y="1018754"/>
                </a:lnTo>
                <a:lnTo>
                  <a:pt x="1904700" y="1019160"/>
                </a:lnTo>
                <a:lnTo>
                  <a:pt x="1904452" y="1019562"/>
                </a:lnTo>
                <a:lnTo>
                  <a:pt x="1904193" y="1019959"/>
                </a:lnTo>
                <a:lnTo>
                  <a:pt x="1903923" y="1020351"/>
                </a:lnTo>
                <a:lnTo>
                  <a:pt x="1903643" y="1020738"/>
                </a:lnTo>
                <a:lnTo>
                  <a:pt x="1903353" y="1021121"/>
                </a:lnTo>
                <a:lnTo>
                  <a:pt x="1903065" y="1021483"/>
                </a:lnTo>
                <a:lnTo>
                  <a:pt x="1902766" y="1021836"/>
                </a:lnTo>
                <a:lnTo>
                  <a:pt x="1902455" y="1022180"/>
                </a:lnTo>
                <a:lnTo>
                  <a:pt x="1902132" y="1022516"/>
                </a:lnTo>
                <a:lnTo>
                  <a:pt x="1901797" y="1022842"/>
                </a:lnTo>
                <a:lnTo>
                  <a:pt x="1901451" y="1023160"/>
                </a:lnTo>
                <a:lnTo>
                  <a:pt x="1901093" y="1023469"/>
                </a:lnTo>
                <a:lnTo>
                  <a:pt x="1900723" y="1023770"/>
                </a:lnTo>
                <a:lnTo>
                  <a:pt x="1900341" y="1024061"/>
                </a:lnTo>
                <a:lnTo>
                  <a:pt x="1899948" y="1024344"/>
                </a:lnTo>
                <a:lnTo>
                  <a:pt x="1899543" y="1024618"/>
                </a:lnTo>
                <a:lnTo>
                  <a:pt x="1899126" y="1024883"/>
                </a:lnTo>
                <a:lnTo>
                  <a:pt x="1898697" y="1025139"/>
                </a:lnTo>
                <a:lnTo>
                  <a:pt x="1898257" y="1025386"/>
                </a:lnTo>
                <a:lnTo>
                  <a:pt x="1897805" y="1025625"/>
                </a:lnTo>
                <a:lnTo>
                  <a:pt x="1897341" y="1025855"/>
                </a:lnTo>
                <a:lnTo>
                  <a:pt x="1896866" y="1026076"/>
                </a:lnTo>
                <a:lnTo>
                  <a:pt x="1896379" y="1026288"/>
                </a:lnTo>
                <a:lnTo>
                  <a:pt x="1895880" y="1026491"/>
                </a:lnTo>
                <a:lnTo>
                  <a:pt x="1895369" y="1026686"/>
                </a:lnTo>
                <a:lnTo>
                  <a:pt x="1894847" y="1026872"/>
                </a:lnTo>
                <a:lnTo>
                  <a:pt x="1894312" y="1027049"/>
                </a:lnTo>
                <a:lnTo>
                  <a:pt x="1893766" y="1027217"/>
                </a:lnTo>
                <a:lnTo>
                  <a:pt x="1893209" y="1027377"/>
                </a:lnTo>
                <a:lnTo>
                  <a:pt x="1892666" y="1027142"/>
                </a:lnTo>
                <a:lnTo>
                  <a:pt x="1892110" y="1026917"/>
                </a:lnTo>
                <a:lnTo>
                  <a:pt x="1891539" y="1026703"/>
                </a:lnTo>
                <a:lnTo>
                  <a:pt x="1890954" y="1026498"/>
                </a:lnTo>
                <a:lnTo>
                  <a:pt x="1890356" y="1026304"/>
                </a:lnTo>
                <a:lnTo>
                  <a:pt x="1889743" y="1026119"/>
                </a:lnTo>
                <a:lnTo>
                  <a:pt x="1889116" y="1025944"/>
                </a:lnTo>
                <a:lnTo>
                  <a:pt x="1888475" y="1025780"/>
                </a:lnTo>
                <a:lnTo>
                  <a:pt x="1887820" y="1025625"/>
                </a:lnTo>
                <a:lnTo>
                  <a:pt x="1887150" y="1025480"/>
                </a:lnTo>
                <a:lnTo>
                  <a:pt x="1886467" y="1025346"/>
                </a:lnTo>
                <a:lnTo>
                  <a:pt x="1885770" y="1025221"/>
                </a:lnTo>
                <a:lnTo>
                  <a:pt x="1885058" y="1025106"/>
                </a:lnTo>
                <a:lnTo>
                  <a:pt x="1884333" y="1025001"/>
                </a:lnTo>
                <a:lnTo>
                  <a:pt x="1883593" y="1024907"/>
                </a:lnTo>
                <a:lnTo>
                  <a:pt x="1882839" y="1024822"/>
                </a:lnTo>
                <a:lnTo>
                  <a:pt x="1882071" y="1024747"/>
                </a:lnTo>
                <a:lnTo>
                  <a:pt x="1881289" y="1024682"/>
                </a:lnTo>
                <a:lnTo>
                  <a:pt x="1880493" y="1024627"/>
                </a:lnTo>
                <a:lnTo>
                  <a:pt x="1879683" y="1024582"/>
                </a:lnTo>
                <a:lnTo>
                  <a:pt x="1878859" y="1024547"/>
                </a:lnTo>
                <a:lnTo>
                  <a:pt x="1878021" y="1024522"/>
                </a:lnTo>
                <a:lnTo>
                  <a:pt x="1877168" y="1024507"/>
                </a:lnTo>
                <a:lnTo>
                  <a:pt x="1876302" y="1024502"/>
                </a:lnTo>
                <a:lnTo>
                  <a:pt x="1874837" y="1024515"/>
                </a:lnTo>
                <a:lnTo>
                  <a:pt x="1873403" y="1024553"/>
                </a:lnTo>
                <a:lnTo>
                  <a:pt x="1871999" y="1024616"/>
                </a:lnTo>
                <a:lnTo>
                  <a:pt x="1870624" y="1024704"/>
                </a:lnTo>
                <a:lnTo>
                  <a:pt x="1869279" y="1024818"/>
                </a:lnTo>
                <a:lnTo>
                  <a:pt x="1867965" y="1024957"/>
                </a:lnTo>
                <a:lnTo>
                  <a:pt x="1866680" y="1025121"/>
                </a:lnTo>
                <a:lnTo>
                  <a:pt x="1865425" y="1025310"/>
                </a:lnTo>
                <a:lnTo>
                  <a:pt x="1864200" y="1025525"/>
                </a:lnTo>
                <a:lnTo>
                  <a:pt x="1863005" y="1025764"/>
                </a:lnTo>
                <a:lnTo>
                  <a:pt x="1861840" y="1026029"/>
                </a:lnTo>
                <a:lnTo>
                  <a:pt x="1860705" y="1026320"/>
                </a:lnTo>
                <a:lnTo>
                  <a:pt x="1859600" y="1026635"/>
                </a:lnTo>
                <a:lnTo>
                  <a:pt x="1858525" y="1026976"/>
                </a:lnTo>
                <a:lnTo>
                  <a:pt x="1857480" y="1027342"/>
                </a:lnTo>
                <a:lnTo>
                  <a:pt x="1856465" y="1027733"/>
                </a:lnTo>
                <a:lnTo>
                  <a:pt x="1855479" y="1028150"/>
                </a:lnTo>
                <a:lnTo>
                  <a:pt x="1854524" y="1028592"/>
                </a:lnTo>
                <a:lnTo>
                  <a:pt x="1853599" y="1029058"/>
                </a:lnTo>
                <a:lnTo>
                  <a:pt x="1852703" y="1029551"/>
                </a:lnTo>
                <a:lnTo>
                  <a:pt x="1851837" y="1030068"/>
                </a:lnTo>
                <a:lnTo>
                  <a:pt x="1851002" y="1030611"/>
                </a:lnTo>
                <a:lnTo>
                  <a:pt x="1850196" y="1031179"/>
                </a:lnTo>
                <a:lnTo>
                  <a:pt x="1849420" y="1031772"/>
                </a:lnTo>
                <a:lnTo>
                  <a:pt x="1848689" y="1032387"/>
                </a:lnTo>
                <a:lnTo>
                  <a:pt x="1847989" y="1033021"/>
                </a:lnTo>
                <a:lnTo>
                  <a:pt x="1847320" y="1033674"/>
                </a:lnTo>
                <a:lnTo>
                  <a:pt x="1846682" y="1034346"/>
                </a:lnTo>
                <a:lnTo>
                  <a:pt x="1846076" y="1035036"/>
                </a:lnTo>
                <a:lnTo>
                  <a:pt x="1845500" y="1035745"/>
                </a:lnTo>
                <a:lnTo>
                  <a:pt x="1844955" y="1036473"/>
                </a:lnTo>
                <a:lnTo>
                  <a:pt x="1844442" y="1037220"/>
                </a:lnTo>
                <a:lnTo>
                  <a:pt x="1843960" y="1037985"/>
                </a:lnTo>
                <a:lnTo>
                  <a:pt x="1843509" y="1038770"/>
                </a:lnTo>
                <a:lnTo>
                  <a:pt x="1843089" y="1039573"/>
                </a:lnTo>
                <a:lnTo>
                  <a:pt x="1842700" y="1040395"/>
                </a:lnTo>
                <a:lnTo>
                  <a:pt x="1842342" y="1041235"/>
                </a:lnTo>
                <a:lnTo>
                  <a:pt x="1842015" y="1042095"/>
                </a:lnTo>
                <a:lnTo>
                  <a:pt x="1841720" y="1042973"/>
                </a:lnTo>
                <a:lnTo>
                  <a:pt x="1841455" y="1043870"/>
                </a:lnTo>
                <a:lnTo>
                  <a:pt x="1841222" y="1044786"/>
                </a:lnTo>
                <a:lnTo>
                  <a:pt x="1841020" y="1045720"/>
                </a:lnTo>
                <a:lnTo>
                  <a:pt x="1840848" y="1046674"/>
                </a:lnTo>
                <a:lnTo>
                  <a:pt x="1840708" y="1047646"/>
                </a:lnTo>
                <a:lnTo>
                  <a:pt x="1840600" y="1048637"/>
                </a:lnTo>
                <a:lnTo>
                  <a:pt x="1840522" y="1049646"/>
                </a:lnTo>
                <a:lnTo>
                  <a:pt x="1840475" y="1050675"/>
                </a:lnTo>
                <a:lnTo>
                  <a:pt x="1840460" y="1051722"/>
                </a:lnTo>
                <a:lnTo>
                  <a:pt x="1840465" y="1052325"/>
                </a:lnTo>
                <a:lnTo>
                  <a:pt x="1840481" y="1052922"/>
                </a:lnTo>
                <a:lnTo>
                  <a:pt x="1840507" y="1053513"/>
                </a:lnTo>
                <a:lnTo>
                  <a:pt x="1840544" y="1054098"/>
                </a:lnTo>
                <a:lnTo>
                  <a:pt x="1840592" y="1054678"/>
                </a:lnTo>
                <a:lnTo>
                  <a:pt x="1840650" y="1055251"/>
                </a:lnTo>
                <a:lnTo>
                  <a:pt x="1840718" y="1055819"/>
                </a:lnTo>
                <a:lnTo>
                  <a:pt x="1840798" y="1056381"/>
                </a:lnTo>
                <a:lnTo>
                  <a:pt x="1840888" y="1056937"/>
                </a:lnTo>
                <a:lnTo>
                  <a:pt x="1840988" y="1057487"/>
                </a:lnTo>
                <a:lnTo>
                  <a:pt x="1841099" y="1058031"/>
                </a:lnTo>
                <a:lnTo>
                  <a:pt x="1841220" y="1058569"/>
                </a:lnTo>
                <a:lnTo>
                  <a:pt x="1841352" y="1059102"/>
                </a:lnTo>
                <a:lnTo>
                  <a:pt x="1841495" y="1059628"/>
                </a:lnTo>
                <a:lnTo>
                  <a:pt x="1841648" y="1060149"/>
                </a:lnTo>
                <a:lnTo>
                  <a:pt x="1841812" y="1060664"/>
                </a:lnTo>
                <a:lnTo>
                  <a:pt x="1841986" y="1061173"/>
                </a:lnTo>
                <a:lnTo>
                  <a:pt x="1842171" y="1061676"/>
                </a:lnTo>
                <a:lnTo>
                  <a:pt x="1842367" y="1062173"/>
                </a:lnTo>
                <a:lnTo>
                  <a:pt x="1842573" y="1062665"/>
                </a:lnTo>
                <a:lnTo>
                  <a:pt x="1842790" y="1063150"/>
                </a:lnTo>
                <a:lnTo>
                  <a:pt x="1843017" y="1063630"/>
                </a:lnTo>
                <a:lnTo>
                  <a:pt x="1843254" y="1064103"/>
                </a:lnTo>
                <a:lnTo>
                  <a:pt x="1843503" y="1064571"/>
                </a:lnTo>
                <a:lnTo>
                  <a:pt x="1843762" y="1065033"/>
                </a:lnTo>
                <a:lnTo>
                  <a:pt x="1844031" y="1065487"/>
                </a:lnTo>
                <a:lnTo>
                  <a:pt x="1844311" y="1065934"/>
                </a:lnTo>
                <a:lnTo>
                  <a:pt x="1844602" y="1066375"/>
                </a:lnTo>
                <a:lnTo>
                  <a:pt x="1844903" y="1066808"/>
                </a:lnTo>
                <a:lnTo>
                  <a:pt x="1845215" y="1067234"/>
                </a:lnTo>
                <a:lnTo>
                  <a:pt x="1845537" y="1067653"/>
                </a:lnTo>
                <a:lnTo>
                  <a:pt x="1845870" y="1068065"/>
                </a:lnTo>
                <a:lnTo>
                  <a:pt x="1846213" y="1068470"/>
                </a:lnTo>
                <a:lnTo>
                  <a:pt x="1846567" y="1068868"/>
                </a:lnTo>
                <a:lnTo>
                  <a:pt x="1846932" y="1069259"/>
                </a:lnTo>
                <a:lnTo>
                  <a:pt x="1847307" y="1069643"/>
                </a:lnTo>
                <a:lnTo>
                  <a:pt x="1847693" y="1070020"/>
                </a:lnTo>
                <a:lnTo>
                  <a:pt x="1848089" y="1070390"/>
                </a:lnTo>
                <a:lnTo>
                  <a:pt x="1848496" y="1070753"/>
                </a:lnTo>
                <a:lnTo>
                  <a:pt x="1848913" y="1071109"/>
                </a:lnTo>
                <a:lnTo>
                  <a:pt x="1849341" y="1071457"/>
                </a:lnTo>
                <a:lnTo>
                  <a:pt x="1849779" y="1071799"/>
                </a:lnTo>
                <a:lnTo>
                  <a:pt x="1850229" y="1072134"/>
                </a:lnTo>
                <a:lnTo>
                  <a:pt x="1850688" y="1072461"/>
                </a:lnTo>
                <a:lnTo>
                  <a:pt x="1851158" y="1072782"/>
                </a:lnTo>
                <a:lnTo>
                  <a:pt x="1851639" y="1073095"/>
                </a:lnTo>
                <a:lnTo>
                  <a:pt x="1852131" y="1073402"/>
                </a:lnTo>
                <a:lnTo>
                  <a:pt x="1852632" y="1073701"/>
                </a:lnTo>
                <a:lnTo>
                  <a:pt x="1852074" y="1073819"/>
                </a:lnTo>
                <a:lnTo>
                  <a:pt x="1851525" y="1073950"/>
                </a:lnTo>
                <a:lnTo>
                  <a:pt x="1850987" y="1074092"/>
                </a:lnTo>
                <a:lnTo>
                  <a:pt x="1850458" y="1074246"/>
                </a:lnTo>
                <a:lnTo>
                  <a:pt x="1849939" y="1074411"/>
                </a:lnTo>
                <a:lnTo>
                  <a:pt x="1849431" y="1074588"/>
                </a:lnTo>
                <a:lnTo>
                  <a:pt x="1848932" y="1074777"/>
                </a:lnTo>
                <a:lnTo>
                  <a:pt x="1848443" y="1074978"/>
                </a:lnTo>
                <a:lnTo>
                  <a:pt x="1847965" y="1075191"/>
                </a:lnTo>
                <a:lnTo>
                  <a:pt x="1847496" y="1075415"/>
                </a:lnTo>
                <a:lnTo>
                  <a:pt x="1847037" y="1075651"/>
                </a:lnTo>
                <a:lnTo>
                  <a:pt x="1846588" y="1075899"/>
                </a:lnTo>
                <a:lnTo>
                  <a:pt x="1846150" y="1076158"/>
                </a:lnTo>
                <a:lnTo>
                  <a:pt x="1845721" y="1076429"/>
                </a:lnTo>
                <a:lnTo>
                  <a:pt x="1845302" y="1076712"/>
                </a:lnTo>
                <a:lnTo>
                  <a:pt x="1844893" y="1077007"/>
                </a:lnTo>
                <a:lnTo>
                  <a:pt x="1844494" y="1077313"/>
                </a:lnTo>
                <a:lnTo>
                  <a:pt x="1844105" y="1077632"/>
                </a:lnTo>
                <a:lnTo>
                  <a:pt x="1843726" y="1077961"/>
                </a:lnTo>
                <a:lnTo>
                  <a:pt x="1843357" y="1078303"/>
                </a:lnTo>
                <a:lnTo>
                  <a:pt x="1842998" y="1078657"/>
                </a:lnTo>
                <a:lnTo>
                  <a:pt x="1842649" y="1079022"/>
                </a:lnTo>
                <a:lnTo>
                  <a:pt x="1842310" y="1079399"/>
                </a:lnTo>
                <a:lnTo>
                  <a:pt x="1841981" y="1079787"/>
                </a:lnTo>
                <a:lnTo>
                  <a:pt x="1841664" y="1080184"/>
                </a:lnTo>
                <a:lnTo>
                  <a:pt x="1841360" y="1080584"/>
                </a:lnTo>
                <a:lnTo>
                  <a:pt x="1841070" y="1080989"/>
                </a:lnTo>
                <a:lnTo>
                  <a:pt x="1840793" y="1081398"/>
                </a:lnTo>
                <a:lnTo>
                  <a:pt x="1840530" y="1081811"/>
                </a:lnTo>
                <a:lnTo>
                  <a:pt x="1840280" y="1082228"/>
                </a:lnTo>
                <a:lnTo>
                  <a:pt x="1840044" y="1082649"/>
                </a:lnTo>
                <a:lnTo>
                  <a:pt x="1839821" y="1083074"/>
                </a:lnTo>
                <a:lnTo>
                  <a:pt x="1839612" y="1083504"/>
                </a:lnTo>
                <a:lnTo>
                  <a:pt x="1839416" y="1083937"/>
                </a:lnTo>
                <a:lnTo>
                  <a:pt x="1839234" y="1084375"/>
                </a:lnTo>
                <a:lnTo>
                  <a:pt x="1839065" y="1084817"/>
                </a:lnTo>
                <a:lnTo>
                  <a:pt x="1838910" y="1085263"/>
                </a:lnTo>
                <a:lnTo>
                  <a:pt x="1838768" y="1085713"/>
                </a:lnTo>
                <a:lnTo>
                  <a:pt x="1838640" y="1086167"/>
                </a:lnTo>
                <a:lnTo>
                  <a:pt x="1838525" y="1086625"/>
                </a:lnTo>
                <a:lnTo>
                  <a:pt x="1838424" y="1087087"/>
                </a:lnTo>
                <a:lnTo>
                  <a:pt x="1838336" y="1087554"/>
                </a:lnTo>
                <a:lnTo>
                  <a:pt x="1838262" y="1088024"/>
                </a:lnTo>
                <a:lnTo>
                  <a:pt x="1838201" y="1088499"/>
                </a:lnTo>
                <a:lnTo>
                  <a:pt x="1838154" y="1088977"/>
                </a:lnTo>
                <a:lnTo>
                  <a:pt x="1838120" y="1089460"/>
                </a:lnTo>
                <a:lnTo>
                  <a:pt x="1838100" y="1089947"/>
                </a:lnTo>
                <a:lnTo>
                  <a:pt x="1838093" y="1090438"/>
                </a:lnTo>
                <a:lnTo>
                  <a:pt x="1838096" y="1090804"/>
                </a:lnTo>
                <a:lnTo>
                  <a:pt x="1838107" y="1091167"/>
                </a:lnTo>
                <a:lnTo>
                  <a:pt x="1838125" y="1091529"/>
                </a:lnTo>
                <a:lnTo>
                  <a:pt x="1838149" y="1091889"/>
                </a:lnTo>
                <a:lnTo>
                  <a:pt x="1838181" y="1092248"/>
                </a:lnTo>
                <a:lnTo>
                  <a:pt x="1838220" y="1092604"/>
                </a:lnTo>
                <a:lnTo>
                  <a:pt x="1838265" y="1092959"/>
                </a:lnTo>
                <a:lnTo>
                  <a:pt x="1838318" y="1093312"/>
                </a:lnTo>
                <a:lnTo>
                  <a:pt x="1838378" y="1093664"/>
                </a:lnTo>
                <a:lnTo>
                  <a:pt x="1838445" y="1094013"/>
                </a:lnTo>
                <a:lnTo>
                  <a:pt x="1838519" y="1094361"/>
                </a:lnTo>
                <a:lnTo>
                  <a:pt x="1838600" y="1094707"/>
                </a:lnTo>
                <a:lnTo>
                  <a:pt x="1838688" y="1095052"/>
                </a:lnTo>
                <a:lnTo>
                  <a:pt x="1838783" y="1095394"/>
                </a:lnTo>
                <a:lnTo>
                  <a:pt x="1838885" y="1095735"/>
                </a:lnTo>
                <a:lnTo>
                  <a:pt x="1838995" y="1096074"/>
                </a:lnTo>
                <a:lnTo>
                  <a:pt x="1839111" y="1096411"/>
                </a:lnTo>
                <a:lnTo>
                  <a:pt x="1839234" y="1096747"/>
                </a:lnTo>
                <a:lnTo>
                  <a:pt x="1839364" y="1097081"/>
                </a:lnTo>
                <a:lnTo>
                  <a:pt x="1839502" y="1097412"/>
                </a:lnTo>
                <a:lnTo>
                  <a:pt x="1839646" y="1097743"/>
                </a:lnTo>
                <a:lnTo>
                  <a:pt x="1839798" y="1098071"/>
                </a:lnTo>
                <a:lnTo>
                  <a:pt x="1839956" y="1098398"/>
                </a:lnTo>
                <a:lnTo>
                  <a:pt x="1840122" y="1098723"/>
                </a:lnTo>
                <a:lnTo>
                  <a:pt x="1840307" y="1099044"/>
                </a:lnTo>
                <a:lnTo>
                  <a:pt x="1840498" y="1099360"/>
                </a:lnTo>
                <a:lnTo>
                  <a:pt x="1840695" y="1099671"/>
                </a:lnTo>
                <a:lnTo>
                  <a:pt x="1840896" y="1099977"/>
                </a:lnTo>
                <a:lnTo>
                  <a:pt x="1841103" y="1100277"/>
                </a:lnTo>
                <a:lnTo>
                  <a:pt x="1841316" y="1100572"/>
                </a:lnTo>
                <a:lnTo>
                  <a:pt x="1841533" y="1100862"/>
                </a:lnTo>
                <a:lnTo>
                  <a:pt x="1841756" y="1101146"/>
                </a:lnTo>
                <a:lnTo>
                  <a:pt x="1841984" y="1101425"/>
                </a:lnTo>
                <a:lnTo>
                  <a:pt x="1842217" y="1101699"/>
                </a:lnTo>
                <a:lnTo>
                  <a:pt x="1842456" y="1101968"/>
                </a:lnTo>
                <a:lnTo>
                  <a:pt x="1842700" y="1102231"/>
                </a:lnTo>
                <a:lnTo>
                  <a:pt x="1842949" y="1102489"/>
                </a:lnTo>
                <a:lnTo>
                  <a:pt x="1843203" y="1102742"/>
                </a:lnTo>
                <a:lnTo>
                  <a:pt x="1843463" y="1102989"/>
                </a:lnTo>
                <a:lnTo>
                  <a:pt x="1843728" y="1103231"/>
                </a:lnTo>
                <a:lnTo>
                  <a:pt x="1843999" y="1103468"/>
                </a:lnTo>
                <a:lnTo>
                  <a:pt x="1844274" y="1103700"/>
                </a:lnTo>
                <a:lnTo>
                  <a:pt x="1844555" y="1103926"/>
                </a:lnTo>
                <a:lnTo>
                  <a:pt x="1844841" y="1104147"/>
                </a:lnTo>
                <a:lnTo>
                  <a:pt x="1845133" y="1104363"/>
                </a:lnTo>
                <a:lnTo>
                  <a:pt x="1845429" y="1104573"/>
                </a:lnTo>
                <a:lnTo>
                  <a:pt x="1845731" y="1104778"/>
                </a:lnTo>
                <a:lnTo>
                  <a:pt x="1846039" y="1104978"/>
                </a:lnTo>
                <a:lnTo>
                  <a:pt x="1845577" y="1105180"/>
                </a:lnTo>
                <a:lnTo>
                  <a:pt x="1845123" y="1105392"/>
                </a:lnTo>
                <a:lnTo>
                  <a:pt x="1844676" y="1105612"/>
                </a:lnTo>
                <a:lnTo>
                  <a:pt x="1844235" y="1105842"/>
                </a:lnTo>
                <a:lnTo>
                  <a:pt x="1843802" y="1106082"/>
                </a:lnTo>
                <a:lnTo>
                  <a:pt x="1843376" y="1106331"/>
                </a:lnTo>
                <a:lnTo>
                  <a:pt x="1842957" y="1106589"/>
                </a:lnTo>
                <a:lnTo>
                  <a:pt x="1842545" y="1106857"/>
                </a:lnTo>
                <a:lnTo>
                  <a:pt x="1842140" y="1107134"/>
                </a:lnTo>
                <a:lnTo>
                  <a:pt x="1841742" y="1107420"/>
                </a:lnTo>
                <a:lnTo>
                  <a:pt x="1841351" y="1107716"/>
                </a:lnTo>
                <a:lnTo>
                  <a:pt x="1840967" y="1108021"/>
                </a:lnTo>
                <a:lnTo>
                  <a:pt x="1840590" y="1108336"/>
                </a:lnTo>
                <a:lnTo>
                  <a:pt x="1840220" y="1108660"/>
                </a:lnTo>
                <a:lnTo>
                  <a:pt x="1839857" y="1108994"/>
                </a:lnTo>
                <a:lnTo>
                  <a:pt x="1839502" y="1109336"/>
                </a:lnTo>
                <a:lnTo>
                  <a:pt x="1839153" y="1109689"/>
                </a:lnTo>
                <a:lnTo>
                  <a:pt x="1838811" y="1110050"/>
                </a:lnTo>
                <a:lnTo>
                  <a:pt x="1838477" y="1110421"/>
                </a:lnTo>
                <a:lnTo>
                  <a:pt x="1838149" y="1110802"/>
                </a:lnTo>
                <a:lnTo>
                  <a:pt x="1837829" y="1111192"/>
                </a:lnTo>
                <a:lnTo>
                  <a:pt x="1837515" y="1111591"/>
                </a:lnTo>
                <a:lnTo>
                  <a:pt x="1837209" y="1111999"/>
                </a:lnTo>
                <a:lnTo>
                  <a:pt x="1836909" y="1112417"/>
                </a:lnTo>
                <a:lnTo>
                  <a:pt x="1836619" y="1112842"/>
                </a:lnTo>
                <a:lnTo>
                  <a:pt x="1836342" y="1113272"/>
                </a:lnTo>
                <a:lnTo>
                  <a:pt x="1836077" y="1113706"/>
                </a:lnTo>
                <a:lnTo>
                  <a:pt x="1835824" y="1114145"/>
                </a:lnTo>
                <a:lnTo>
                  <a:pt x="1835584" y="1114589"/>
                </a:lnTo>
                <a:lnTo>
                  <a:pt x="1835356" y="1115038"/>
                </a:lnTo>
                <a:lnTo>
                  <a:pt x="1835140" y="1115491"/>
                </a:lnTo>
                <a:lnTo>
                  <a:pt x="1834937" y="1115949"/>
                </a:lnTo>
                <a:lnTo>
                  <a:pt x="1834746" y="1116411"/>
                </a:lnTo>
                <a:lnTo>
                  <a:pt x="1834567" y="1116879"/>
                </a:lnTo>
                <a:lnTo>
                  <a:pt x="1834400" y="1117351"/>
                </a:lnTo>
                <a:lnTo>
                  <a:pt x="1834246" y="1117827"/>
                </a:lnTo>
                <a:lnTo>
                  <a:pt x="1834105" y="1118309"/>
                </a:lnTo>
                <a:lnTo>
                  <a:pt x="1833975" y="1118795"/>
                </a:lnTo>
                <a:lnTo>
                  <a:pt x="1833858" y="1119285"/>
                </a:lnTo>
                <a:lnTo>
                  <a:pt x="1833753" y="1119781"/>
                </a:lnTo>
                <a:lnTo>
                  <a:pt x="1833661" y="1120281"/>
                </a:lnTo>
                <a:lnTo>
                  <a:pt x="1833581" y="1120786"/>
                </a:lnTo>
                <a:lnTo>
                  <a:pt x="1833513" y="1121296"/>
                </a:lnTo>
                <a:lnTo>
                  <a:pt x="1833457" y="1121810"/>
                </a:lnTo>
                <a:lnTo>
                  <a:pt x="1833414" y="1122329"/>
                </a:lnTo>
                <a:lnTo>
                  <a:pt x="1833383" y="1122852"/>
                </a:lnTo>
                <a:lnTo>
                  <a:pt x="1833365" y="1123381"/>
                </a:lnTo>
                <a:lnTo>
                  <a:pt x="1833359" y="1123914"/>
                </a:lnTo>
                <a:lnTo>
                  <a:pt x="1833369" y="1124628"/>
                </a:lnTo>
                <a:lnTo>
                  <a:pt x="1833400" y="1125332"/>
                </a:lnTo>
                <a:lnTo>
                  <a:pt x="1833451" y="1126027"/>
                </a:lnTo>
                <a:lnTo>
                  <a:pt x="1833523" y="1126713"/>
                </a:lnTo>
                <a:lnTo>
                  <a:pt x="1833616" y="1127389"/>
                </a:lnTo>
                <a:lnTo>
                  <a:pt x="1833729" y="1128056"/>
                </a:lnTo>
                <a:lnTo>
                  <a:pt x="1833862" y="1128713"/>
                </a:lnTo>
                <a:lnTo>
                  <a:pt x="1834016" y="1129362"/>
                </a:lnTo>
                <a:lnTo>
                  <a:pt x="1834191" y="1130000"/>
                </a:lnTo>
                <a:lnTo>
                  <a:pt x="1834386" y="1130630"/>
                </a:lnTo>
                <a:lnTo>
                  <a:pt x="1834602" y="1131249"/>
                </a:lnTo>
                <a:lnTo>
                  <a:pt x="1834838" y="1131860"/>
                </a:lnTo>
                <a:lnTo>
                  <a:pt x="1835095" y="1132461"/>
                </a:lnTo>
                <a:lnTo>
                  <a:pt x="1835372" y="1133053"/>
                </a:lnTo>
                <a:lnTo>
                  <a:pt x="1835670" y="1133635"/>
                </a:lnTo>
                <a:lnTo>
                  <a:pt x="1835989" y="1134208"/>
                </a:lnTo>
                <a:lnTo>
                  <a:pt x="1836328" y="1134772"/>
                </a:lnTo>
                <a:lnTo>
                  <a:pt x="1836687" y="1135326"/>
                </a:lnTo>
                <a:lnTo>
                  <a:pt x="1837067" y="1135870"/>
                </a:lnTo>
                <a:lnTo>
                  <a:pt x="1837468" y="1136406"/>
                </a:lnTo>
                <a:lnTo>
                  <a:pt x="1837889" y="1136932"/>
                </a:lnTo>
                <a:lnTo>
                  <a:pt x="1838331" y="1137448"/>
                </a:lnTo>
                <a:lnTo>
                  <a:pt x="1838793" y="1137956"/>
                </a:lnTo>
                <a:lnTo>
                  <a:pt x="1839276" y="1138453"/>
                </a:lnTo>
                <a:lnTo>
                  <a:pt x="1839778" y="1138936"/>
                </a:lnTo>
                <a:lnTo>
                  <a:pt x="1840297" y="1139398"/>
                </a:lnTo>
                <a:lnTo>
                  <a:pt x="1840832" y="1139840"/>
                </a:lnTo>
                <a:lnTo>
                  <a:pt x="1841385" y="1140261"/>
                </a:lnTo>
                <a:lnTo>
                  <a:pt x="1841955" y="1140662"/>
                </a:lnTo>
                <a:lnTo>
                  <a:pt x="1842541" y="1141042"/>
                </a:lnTo>
                <a:lnTo>
                  <a:pt x="1843145" y="1141402"/>
                </a:lnTo>
                <a:lnTo>
                  <a:pt x="1843766" y="1141741"/>
                </a:lnTo>
                <a:lnTo>
                  <a:pt x="1844404" y="1142059"/>
                </a:lnTo>
                <a:lnTo>
                  <a:pt x="1845059" y="1142357"/>
                </a:lnTo>
                <a:lnTo>
                  <a:pt x="1845730" y="1142635"/>
                </a:lnTo>
                <a:lnTo>
                  <a:pt x="1846419" y="1142892"/>
                </a:lnTo>
                <a:lnTo>
                  <a:pt x="1847125" y="1143128"/>
                </a:lnTo>
                <a:lnTo>
                  <a:pt x="1847848" y="1143344"/>
                </a:lnTo>
                <a:lnTo>
                  <a:pt x="1848588" y="1143539"/>
                </a:lnTo>
                <a:lnTo>
                  <a:pt x="1849345" y="1143713"/>
                </a:lnTo>
                <a:lnTo>
                  <a:pt x="1850119" y="1143868"/>
                </a:lnTo>
                <a:lnTo>
                  <a:pt x="1850910" y="1144001"/>
                </a:lnTo>
                <a:lnTo>
                  <a:pt x="1851718" y="1144114"/>
                </a:lnTo>
                <a:lnTo>
                  <a:pt x="1852543" y="1144207"/>
                </a:lnTo>
                <a:lnTo>
                  <a:pt x="1853385" y="1144279"/>
                </a:lnTo>
                <a:lnTo>
                  <a:pt x="1854244" y="1144330"/>
                </a:lnTo>
                <a:lnTo>
                  <a:pt x="1855121" y="1144361"/>
                </a:lnTo>
                <a:lnTo>
                  <a:pt x="1856014" y="1144371"/>
                </a:lnTo>
                <a:lnTo>
                  <a:pt x="1894899" y="1144371"/>
                </a:lnTo>
                <a:lnTo>
                  <a:pt x="1895932" y="1144359"/>
                </a:lnTo>
                <a:lnTo>
                  <a:pt x="1896944" y="1144322"/>
                </a:lnTo>
                <a:lnTo>
                  <a:pt x="1897937" y="1144260"/>
                </a:lnTo>
                <a:lnTo>
                  <a:pt x="1898910" y="1144174"/>
                </a:lnTo>
                <a:lnTo>
                  <a:pt x="1899863" y="1144063"/>
                </a:lnTo>
                <a:close/>
                <a:moveTo>
                  <a:pt x="1857884" y="1133001"/>
                </a:moveTo>
                <a:lnTo>
                  <a:pt x="1857442" y="1132925"/>
                </a:lnTo>
                <a:lnTo>
                  <a:pt x="1857009" y="1132837"/>
                </a:lnTo>
                <a:lnTo>
                  <a:pt x="1856587" y="1132737"/>
                </a:lnTo>
                <a:lnTo>
                  <a:pt x="1856175" y="1132625"/>
                </a:lnTo>
                <a:lnTo>
                  <a:pt x="1855772" y="1132502"/>
                </a:lnTo>
                <a:lnTo>
                  <a:pt x="1855380" y="1132367"/>
                </a:lnTo>
                <a:lnTo>
                  <a:pt x="1854997" y="1132220"/>
                </a:lnTo>
                <a:lnTo>
                  <a:pt x="1854625" y="1132062"/>
                </a:lnTo>
                <a:lnTo>
                  <a:pt x="1854262" y="1131892"/>
                </a:lnTo>
                <a:lnTo>
                  <a:pt x="1853910" y="1131710"/>
                </a:lnTo>
                <a:lnTo>
                  <a:pt x="1853567" y="1131516"/>
                </a:lnTo>
                <a:lnTo>
                  <a:pt x="1853235" y="1131310"/>
                </a:lnTo>
                <a:lnTo>
                  <a:pt x="1852912" y="1131093"/>
                </a:lnTo>
                <a:lnTo>
                  <a:pt x="1852600" y="1130864"/>
                </a:lnTo>
                <a:lnTo>
                  <a:pt x="1852297" y="1130623"/>
                </a:lnTo>
                <a:lnTo>
                  <a:pt x="1852004" y="1130371"/>
                </a:lnTo>
                <a:lnTo>
                  <a:pt x="1851722" y="1130107"/>
                </a:lnTo>
                <a:lnTo>
                  <a:pt x="1851449" y="1129831"/>
                </a:lnTo>
                <a:lnTo>
                  <a:pt x="1851187" y="1129547"/>
                </a:lnTo>
                <a:lnTo>
                  <a:pt x="1850936" y="1129259"/>
                </a:lnTo>
                <a:lnTo>
                  <a:pt x="1850696" y="1128967"/>
                </a:lnTo>
                <a:lnTo>
                  <a:pt x="1850467" y="1128671"/>
                </a:lnTo>
                <a:lnTo>
                  <a:pt x="1850250" y="1128371"/>
                </a:lnTo>
                <a:lnTo>
                  <a:pt x="1850044" y="1128066"/>
                </a:lnTo>
                <a:lnTo>
                  <a:pt x="1849848" y="1127758"/>
                </a:lnTo>
                <a:lnTo>
                  <a:pt x="1849664" y="1127445"/>
                </a:lnTo>
                <a:lnTo>
                  <a:pt x="1849492" y="1127129"/>
                </a:lnTo>
                <a:lnTo>
                  <a:pt x="1849330" y="1126808"/>
                </a:lnTo>
                <a:lnTo>
                  <a:pt x="1849179" y="1126483"/>
                </a:lnTo>
                <a:lnTo>
                  <a:pt x="1849040" y="1126154"/>
                </a:lnTo>
                <a:lnTo>
                  <a:pt x="1848912" y="1125821"/>
                </a:lnTo>
                <a:lnTo>
                  <a:pt x="1848794" y="1125483"/>
                </a:lnTo>
                <a:lnTo>
                  <a:pt x="1848689" y="1125142"/>
                </a:lnTo>
                <a:lnTo>
                  <a:pt x="1848594" y="1124797"/>
                </a:lnTo>
                <a:lnTo>
                  <a:pt x="1848510" y="1124447"/>
                </a:lnTo>
                <a:lnTo>
                  <a:pt x="1848438" y="1124093"/>
                </a:lnTo>
                <a:lnTo>
                  <a:pt x="1848376" y="1123735"/>
                </a:lnTo>
                <a:lnTo>
                  <a:pt x="1848326" y="1123374"/>
                </a:lnTo>
                <a:lnTo>
                  <a:pt x="1848287" y="1123007"/>
                </a:lnTo>
                <a:lnTo>
                  <a:pt x="1848259" y="1122637"/>
                </a:lnTo>
                <a:lnTo>
                  <a:pt x="1848242" y="1122263"/>
                </a:lnTo>
                <a:lnTo>
                  <a:pt x="1848237" y="1121885"/>
                </a:lnTo>
                <a:lnTo>
                  <a:pt x="1848242" y="1121493"/>
                </a:lnTo>
                <a:lnTo>
                  <a:pt x="1848259" y="1121105"/>
                </a:lnTo>
                <a:lnTo>
                  <a:pt x="1848287" y="1120722"/>
                </a:lnTo>
                <a:lnTo>
                  <a:pt x="1848326" y="1120344"/>
                </a:lnTo>
                <a:lnTo>
                  <a:pt x="1848376" y="1119971"/>
                </a:lnTo>
                <a:lnTo>
                  <a:pt x="1848438" y="1119602"/>
                </a:lnTo>
                <a:lnTo>
                  <a:pt x="1848510" y="1119238"/>
                </a:lnTo>
                <a:lnTo>
                  <a:pt x="1848594" y="1118879"/>
                </a:lnTo>
                <a:lnTo>
                  <a:pt x="1848689" y="1118525"/>
                </a:lnTo>
                <a:lnTo>
                  <a:pt x="1848794" y="1118175"/>
                </a:lnTo>
                <a:lnTo>
                  <a:pt x="1848912" y="1117830"/>
                </a:lnTo>
                <a:lnTo>
                  <a:pt x="1849040" y="1117489"/>
                </a:lnTo>
                <a:lnTo>
                  <a:pt x="1849179" y="1117153"/>
                </a:lnTo>
                <a:lnTo>
                  <a:pt x="1849330" y="1116822"/>
                </a:lnTo>
                <a:lnTo>
                  <a:pt x="1849492" y="1116496"/>
                </a:lnTo>
                <a:lnTo>
                  <a:pt x="1849664" y="1116174"/>
                </a:lnTo>
                <a:lnTo>
                  <a:pt x="1849848" y="1115857"/>
                </a:lnTo>
                <a:lnTo>
                  <a:pt x="1850044" y="1115545"/>
                </a:lnTo>
                <a:lnTo>
                  <a:pt x="1850250" y="1115237"/>
                </a:lnTo>
                <a:lnTo>
                  <a:pt x="1850467" y="1114934"/>
                </a:lnTo>
                <a:lnTo>
                  <a:pt x="1850696" y="1114636"/>
                </a:lnTo>
                <a:lnTo>
                  <a:pt x="1850936" y="1114343"/>
                </a:lnTo>
                <a:lnTo>
                  <a:pt x="1851187" y="1114054"/>
                </a:lnTo>
                <a:lnTo>
                  <a:pt x="1851449" y="1113770"/>
                </a:lnTo>
                <a:lnTo>
                  <a:pt x="1851722" y="1113508"/>
                </a:lnTo>
                <a:lnTo>
                  <a:pt x="1852004" y="1113257"/>
                </a:lnTo>
                <a:lnTo>
                  <a:pt x="1852297" y="1113017"/>
                </a:lnTo>
                <a:lnTo>
                  <a:pt x="1852600" y="1112788"/>
                </a:lnTo>
                <a:lnTo>
                  <a:pt x="1852912" y="1112571"/>
                </a:lnTo>
                <a:lnTo>
                  <a:pt x="1853235" y="1112364"/>
                </a:lnTo>
                <a:lnTo>
                  <a:pt x="1853567" y="1112169"/>
                </a:lnTo>
                <a:lnTo>
                  <a:pt x="1853910" y="1111985"/>
                </a:lnTo>
                <a:lnTo>
                  <a:pt x="1854262" y="1111812"/>
                </a:lnTo>
                <a:lnTo>
                  <a:pt x="1854625" y="1111651"/>
                </a:lnTo>
                <a:lnTo>
                  <a:pt x="1854997" y="1111500"/>
                </a:lnTo>
                <a:lnTo>
                  <a:pt x="1855380" y="1111361"/>
                </a:lnTo>
                <a:lnTo>
                  <a:pt x="1855772" y="1111232"/>
                </a:lnTo>
                <a:lnTo>
                  <a:pt x="1856175" y="1111115"/>
                </a:lnTo>
                <a:lnTo>
                  <a:pt x="1856587" y="1111009"/>
                </a:lnTo>
                <a:lnTo>
                  <a:pt x="1857009" y="1110914"/>
                </a:lnTo>
                <a:lnTo>
                  <a:pt x="1857442" y="1110831"/>
                </a:lnTo>
                <a:lnTo>
                  <a:pt x="1857884" y="1110758"/>
                </a:lnTo>
                <a:lnTo>
                  <a:pt x="1858336" y="1110697"/>
                </a:lnTo>
                <a:lnTo>
                  <a:pt x="1858799" y="1110647"/>
                </a:lnTo>
                <a:lnTo>
                  <a:pt x="1859271" y="1110608"/>
                </a:lnTo>
                <a:lnTo>
                  <a:pt x="1859753" y="1110580"/>
                </a:lnTo>
                <a:lnTo>
                  <a:pt x="1860245" y="1110563"/>
                </a:lnTo>
                <a:lnTo>
                  <a:pt x="1860748" y="1110558"/>
                </a:lnTo>
                <a:lnTo>
                  <a:pt x="1892701" y="1110558"/>
                </a:lnTo>
                <a:lnTo>
                  <a:pt x="1893231" y="1110563"/>
                </a:lnTo>
                <a:lnTo>
                  <a:pt x="1893749" y="1110580"/>
                </a:lnTo>
                <a:lnTo>
                  <a:pt x="1894255" y="1110608"/>
                </a:lnTo>
                <a:lnTo>
                  <a:pt x="1894749" y="1110647"/>
                </a:lnTo>
                <a:lnTo>
                  <a:pt x="1895231" y="1110697"/>
                </a:lnTo>
                <a:lnTo>
                  <a:pt x="1895702" y="1110758"/>
                </a:lnTo>
                <a:lnTo>
                  <a:pt x="1896161" y="1110831"/>
                </a:lnTo>
                <a:lnTo>
                  <a:pt x="1896609" y="1110914"/>
                </a:lnTo>
                <a:lnTo>
                  <a:pt x="1897044" y="1111009"/>
                </a:lnTo>
                <a:lnTo>
                  <a:pt x="1897468" y="1111115"/>
                </a:lnTo>
                <a:lnTo>
                  <a:pt x="1897880" y="1111232"/>
                </a:lnTo>
                <a:lnTo>
                  <a:pt x="1898281" y="1111361"/>
                </a:lnTo>
                <a:lnTo>
                  <a:pt x="1898669" y="1111500"/>
                </a:lnTo>
                <a:lnTo>
                  <a:pt x="1899046" y="1111651"/>
                </a:lnTo>
                <a:lnTo>
                  <a:pt x="1899411" y="1111812"/>
                </a:lnTo>
                <a:lnTo>
                  <a:pt x="1899765" y="1111985"/>
                </a:lnTo>
                <a:lnTo>
                  <a:pt x="1900106" y="1112169"/>
                </a:lnTo>
                <a:lnTo>
                  <a:pt x="1900436" y="1112364"/>
                </a:lnTo>
                <a:lnTo>
                  <a:pt x="1900754" y="1112571"/>
                </a:lnTo>
                <a:lnTo>
                  <a:pt x="1901061" y="1112788"/>
                </a:lnTo>
                <a:lnTo>
                  <a:pt x="1901355" y="1113017"/>
                </a:lnTo>
                <a:lnTo>
                  <a:pt x="1901638" y="1113257"/>
                </a:lnTo>
                <a:lnTo>
                  <a:pt x="1901910" y="1113508"/>
                </a:lnTo>
                <a:lnTo>
                  <a:pt x="1902169" y="1113770"/>
                </a:lnTo>
                <a:lnTo>
                  <a:pt x="1902431" y="1114040"/>
                </a:lnTo>
                <a:lnTo>
                  <a:pt x="1902682" y="1114316"/>
                </a:lnTo>
                <a:lnTo>
                  <a:pt x="1902922" y="1114596"/>
                </a:lnTo>
                <a:lnTo>
                  <a:pt x="1903151" y="1114883"/>
                </a:lnTo>
                <a:lnTo>
                  <a:pt x="1903368" y="1115174"/>
                </a:lnTo>
                <a:lnTo>
                  <a:pt x="1903575" y="1115471"/>
                </a:lnTo>
                <a:lnTo>
                  <a:pt x="1903770" y="1115773"/>
                </a:lnTo>
                <a:lnTo>
                  <a:pt x="1903954" y="1116080"/>
                </a:lnTo>
                <a:lnTo>
                  <a:pt x="1904127" y="1116393"/>
                </a:lnTo>
                <a:lnTo>
                  <a:pt x="1904288" y="1116711"/>
                </a:lnTo>
                <a:lnTo>
                  <a:pt x="1904439" y="1117034"/>
                </a:lnTo>
                <a:lnTo>
                  <a:pt x="1904578" y="1117362"/>
                </a:lnTo>
                <a:lnTo>
                  <a:pt x="1904707" y="1117696"/>
                </a:lnTo>
                <a:lnTo>
                  <a:pt x="1904824" y="1118035"/>
                </a:lnTo>
                <a:lnTo>
                  <a:pt x="1904930" y="1118379"/>
                </a:lnTo>
                <a:lnTo>
                  <a:pt x="1905025" y="1118729"/>
                </a:lnTo>
                <a:lnTo>
                  <a:pt x="1905108" y="1119084"/>
                </a:lnTo>
                <a:lnTo>
                  <a:pt x="1905181" y="1119444"/>
                </a:lnTo>
                <a:lnTo>
                  <a:pt x="1905242" y="1119809"/>
                </a:lnTo>
                <a:lnTo>
                  <a:pt x="1905292" y="1120180"/>
                </a:lnTo>
                <a:lnTo>
                  <a:pt x="1905331" y="1120556"/>
                </a:lnTo>
                <a:lnTo>
                  <a:pt x="1905359" y="1120937"/>
                </a:lnTo>
                <a:lnTo>
                  <a:pt x="1905376" y="1121324"/>
                </a:lnTo>
                <a:lnTo>
                  <a:pt x="1905382" y="1121716"/>
                </a:lnTo>
                <a:lnTo>
                  <a:pt x="1905376" y="1122121"/>
                </a:lnTo>
                <a:lnTo>
                  <a:pt x="1905359" y="1122521"/>
                </a:lnTo>
                <a:lnTo>
                  <a:pt x="1905331" y="1122915"/>
                </a:lnTo>
                <a:lnTo>
                  <a:pt x="1905292" y="1123303"/>
                </a:lnTo>
                <a:lnTo>
                  <a:pt x="1905242" y="1123685"/>
                </a:lnTo>
                <a:lnTo>
                  <a:pt x="1905181" y="1124061"/>
                </a:lnTo>
                <a:lnTo>
                  <a:pt x="1905108" y="1124432"/>
                </a:lnTo>
                <a:lnTo>
                  <a:pt x="1905025" y="1124796"/>
                </a:lnTo>
                <a:lnTo>
                  <a:pt x="1904930" y="1125155"/>
                </a:lnTo>
                <a:lnTo>
                  <a:pt x="1904824" y="1125508"/>
                </a:lnTo>
                <a:lnTo>
                  <a:pt x="1904707" y="1125855"/>
                </a:lnTo>
                <a:lnTo>
                  <a:pt x="1904578" y="1126196"/>
                </a:lnTo>
                <a:lnTo>
                  <a:pt x="1904439" y="1126531"/>
                </a:lnTo>
                <a:lnTo>
                  <a:pt x="1904288" y="1126860"/>
                </a:lnTo>
                <a:lnTo>
                  <a:pt x="1904127" y="1127184"/>
                </a:lnTo>
                <a:lnTo>
                  <a:pt x="1903954" y="1127502"/>
                </a:lnTo>
                <a:lnTo>
                  <a:pt x="1903770" y="1127813"/>
                </a:lnTo>
                <a:lnTo>
                  <a:pt x="1903575" y="1128119"/>
                </a:lnTo>
                <a:lnTo>
                  <a:pt x="1903368" y="1128419"/>
                </a:lnTo>
                <a:lnTo>
                  <a:pt x="1903151" y="1128713"/>
                </a:lnTo>
                <a:lnTo>
                  <a:pt x="1902922" y="1129001"/>
                </a:lnTo>
                <a:lnTo>
                  <a:pt x="1902682" y="1129284"/>
                </a:lnTo>
                <a:lnTo>
                  <a:pt x="1902431" y="1129560"/>
                </a:lnTo>
                <a:lnTo>
                  <a:pt x="1902169" y="1129831"/>
                </a:lnTo>
                <a:lnTo>
                  <a:pt x="1901896" y="1130107"/>
                </a:lnTo>
                <a:lnTo>
                  <a:pt x="1901613" y="1130371"/>
                </a:lnTo>
                <a:lnTo>
                  <a:pt x="1901318" y="1130623"/>
                </a:lnTo>
                <a:lnTo>
                  <a:pt x="1901014" y="1130864"/>
                </a:lnTo>
                <a:lnTo>
                  <a:pt x="1900699" y="1131093"/>
                </a:lnTo>
                <a:lnTo>
                  <a:pt x="1900373" y="1131310"/>
                </a:lnTo>
                <a:lnTo>
                  <a:pt x="1900036" y="1131516"/>
                </a:lnTo>
                <a:lnTo>
                  <a:pt x="1899689" y="1131710"/>
                </a:lnTo>
                <a:lnTo>
                  <a:pt x="1899332" y="1131892"/>
                </a:lnTo>
                <a:lnTo>
                  <a:pt x="1898964" y="1132062"/>
                </a:lnTo>
                <a:lnTo>
                  <a:pt x="1898585" y="1132220"/>
                </a:lnTo>
                <a:lnTo>
                  <a:pt x="1898196" y="1132367"/>
                </a:lnTo>
                <a:lnTo>
                  <a:pt x="1897796" y="1132502"/>
                </a:lnTo>
                <a:lnTo>
                  <a:pt x="1897386" y="1132625"/>
                </a:lnTo>
                <a:lnTo>
                  <a:pt x="1896965" y="1132737"/>
                </a:lnTo>
                <a:lnTo>
                  <a:pt x="1896534" y="1132837"/>
                </a:lnTo>
                <a:lnTo>
                  <a:pt x="1896092" y="1132925"/>
                </a:lnTo>
                <a:lnTo>
                  <a:pt x="1895639" y="1133001"/>
                </a:lnTo>
                <a:lnTo>
                  <a:pt x="1895176" y="1133066"/>
                </a:lnTo>
                <a:lnTo>
                  <a:pt x="1894702" y="1133118"/>
                </a:lnTo>
                <a:lnTo>
                  <a:pt x="1894218" y="1133160"/>
                </a:lnTo>
                <a:lnTo>
                  <a:pt x="1893723" y="1133189"/>
                </a:lnTo>
                <a:lnTo>
                  <a:pt x="1893217" y="1133207"/>
                </a:lnTo>
                <a:lnTo>
                  <a:pt x="1892701" y="1133212"/>
                </a:lnTo>
                <a:lnTo>
                  <a:pt x="1860748" y="1133212"/>
                </a:lnTo>
                <a:lnTo>
                  <a:pt x="1860245" y="1133207"/>
                </a:lnTo>
                <a:lnTo>
                  <a:pt x="1859753" y="1133189"/>
                </a:lnTo>
                <a:lnTo>
                  <a:pt x="1859271" y="1133160"/>
                </a:lnTo>
                <a:lnTo>
                  <a:pt x="1858799" y="1133118"/>
                </a:lnTo>
                <a:lnTo>
                  <a:pt x="1858336" y="1133066"/>
                </a:lnTo>
                <a:lnTo>
                  <a:pt x="1857884" y="1133001"/>
                </a:lnTo>
                <a:close/>
                <a:moveTo>
                  <a:pt x="1872139" y="1068027"/>
                </a:moveTo>
                <a:lnTo>
                  <a:pt x="1871462" y="1067931"/>
                </a:lnTo>
                <a:lnTo>
                  <a:pt x="1870798" y="1067821"/>
                </a:lnTo>
                <a:lnTo>
                  <a:pt x="1870147" y="1067696"/>
                </a:lnTo>
                <a:lnTo>
                  <a:pt x="1869509" y="1067557"/>
                </a:lnTo>
                <a:lnTo>
                  <a:pt x="1868883" y="1067403"/>
                </a:lnTo>
                <a:lnTo>
                  <a:pt x="1868271" y="1067234"/>
                </a:lnTo>
                <a:lnTo>
                  <a:pt x="1867672" y="1067051"/>
                </a:lnTo>
                <a:lnTo>
                  <a:pt x="1867085" y="1066852"/>
                </a:lnTo>
                <a:lnTo>
                  <a:pt x="1866512" y="1066640"/>
                </a:lnTo>
                <a:lnTo>
                  <a:pt x="1865951" y="1066412"/>
                </a:lnTo>
                <a:lnTo>
                  <a:pt x="1865403" y="1066170"/>
                </a:lnTo>
                <a:lnTo>
                  <a:pt x="1864869" y="1065913"/>
                </a:lnTo>
                <a:lnTo>
                  <a:pt x="1864347" y="1065642"/>
                </a:lnTo>
                <a:lnTo>
                  <a:pt x="1863838" y="1065355"/>
                </a:lnTo>
                <a:lnTo>
                  <a:pt x="1863342" y="1065055"/>
                </a:lnTo>
                <a:lnTo>
                  <a:pt x="1862859" y="1064739"/>
                </a:lnTo>
                <a:lnTo>
                  <a:pt x="1862388" y="1064409"/>
                </a:lnTo>
                <a:lnTo>
                  <a:pt x="1861931" y="1064064"/>
                </a:lnTo>
                <a:lnTo>
                  <a:pt x="1861503" y="1063692"/>
                </a:lnTo>
                <a:lnTo>
                  <a:pt x="1861094" y="1063308"/>
                </a:lnTo>
                <a:lnTo>
                  <a:pt x="1860703" y="1062912"/>
                </a:lnTo>
                <a:lnTo>
                  <a:pt x="1860330" y="1062505"/>
                </a:lnTo>
                <a:lnTo>
                  <a:pt x="1859975" y="1062086"/>
                </a:lnTo>
                <a:lnTo>
                  <a:pt x="1859638" y="1061655"/>
                </a:lnTo>
                <a:lnTo>
                  <a:pt x="1859320" y="1061212"/>
                </a:lnTo>
                <a:lnTo>
                  <a:pt x="1859019" y="1060758"/>
                </a:lnTo>
                <a:lnTo>
                  <a:pt x="1858737" y="1060292"/>
                </a:lnTo>
                <a:lnTo>
                  <a:pt x="1858474" y="1059814"/>
                </a:lnTo>
                <a:lnTo>
                  <a:pt x="1858228" y="1059324"/>
                </a:lnTo>
                <a:lnTo>
                  <a:pt x="1858000" y="1058823"/>
                </a:lnTo>
                <a:lnTo>
                  <a:pt x="1857791" y="1058310"/>
                </a:lnTo>
                <a:lnTo>
                  <a:pt x="1857600" y="1057785"/>
                </a:lnTo>
                <a:lnTo>
                  <a:pt x="1857427" y="1057248"/>
                </a:lnTo>
                <a:lnTo>
                  <a:pt x="1857272" y="1056700"/>
                </a:lnTo>
                <a:lnTo>
                  <a:pt x="1857136" y="1056140"/>
                </a:lnTo>
                <a:lnTo>
                  <a:pt x="1857018" y="1055568"/>
                </a:lnTo>
                <a:lnTo>
                  <a:pt x="1856918" y="1054985"/>
                </a:lnTo>
                <a:lnTo>
                  <a:pt x="1856836" y="1054390"/>
                </a:lnTo>
                <a:lnTo>
                  <a:pt x="1856772" y="1053783"/>
                </a:lnTo>
                <a:lnTo>
                  <a:pt x="1856727" y="1053164"/>
                </a:lnTo>
                <a:lnTo>
                  <a:pt x="1856699" y="1052533"/>
                </a:lnTo>
                <a:lnTo>
                  <a:pt x="1856690" y="1051891"/>
                </a:lnTo>
                <a:lnTo>
                  <a:pt x="1856699" y="1051236"/>
                </a:lnTo>
                <a:lnTo>
                  <a:pt x="1856727" y="1050593"/>
                </a:lnTo>
                <a:lnTo>
                  <a:pt x="1856772" y="1049963"/>
                </a:lnTo>
                <a:lnTo>
                  <a:pt x="1856836" y="1049346"/>
                </a:lnTo>
                <a:lnTo>
                  <a:pt x="1856918" y="1048742"/>
                </a:lnTo>
                <a:lnTo>
                  <a:pt x="1857018" y="1048151"/>
                </a:lnTo>
                <a:lnTo>
                  <a:pt x="1857136" y="1047572"/>
                </a:lnTo>
                <a:lnTo>
                  <a:pt x="1857272" y="1047007"/>
                </a:lnTo>
                <a:lnTo>
                  <a:pt x="1857427" y="1046455"/>
                </a:lnTo>
                <a:lnTo>
                  <a:pt x="1857600" y="1045915"/>
                </a:lnTo>
                <a:lnTo>
                  <a:pt x="1857791" y="1045389"/>
                </a:lnTo>
                <a:lnTo>
                  <a:pt x="1858000" y="1044875"/>
                </a:lnTo>
                <a:lnTo>
                  <a:pt x="1858228" y="1044374"/>
                </a:lnTo>
                <a:lnTo>
                  <a:pt x="1858474" y="1043886"/>
                </a:lnTo>
                <a:lnTo>
                  <a:pt x="1858737" y="1043411"/>
                </a:lnTo>
                <a:lnTo>
                  <a:pt x="1859019" y="1042949"/>
                </a:lnTo>
                <a:lnTo>
                  <a:pt x="1859320" y="1042500"/>
                </a:lnTo>
                <a:lnTo>
                  <a:pt x="1859638" y="1042064"/>
                </a:lnTo>
                <a:lnTo>
                  <a:pt x="1859975" y="1041641"/>
                </a:lnTo>
                <a:lnTo>
                  <a:pt x="1860330" y="1041231"/>
                </a:lnTo>
                <a:lnTo>
                  <a:pt x="1860703" y="1040833"/>
                </a:lnTo>
                <a:lnTo>
                  <a:pt x="1861094" y="1040449"/>
                </a:lnTo>
                <a:lnTo>
                  <a:pt x="1861503" y="1040077"/>
                </a:lnTo>
                <a:lnTo>
                  <a:pt x="1861931" y="1039718"/>
                </a:lnTo>
                <a:lnTo>
                  <a:pt x="1862388" y="1039374"/>
                </a:lnTo>
                <a:lnTo>
                  <a:pt x="1862859" y="1039043"/>
                </a:lnTo>
                <a:lnTo>
                  <a:pt x="1863342" y="1038728"/>
                </a:lnTo>
                <a:lnTo>
                  <a:pt x="1863838" y="1038427"/>
                </a:lnTo>
                <a:lnTo>
                  <a:pt x="1864347" y="1038141"/>
                </a:lnTo>
                <a:lnTo>
                  <a:pt x="1864869" y="1037869"/>
                </a:lnTo>
                <a:lnTo>
                  <a:pt x="1865403" y="1037612"/>
                </a:lnTo>
                <a:lnTo>
                  <a:pt x="1865951" y="1037370"/>
                </a:lnTo>
                <a:lnTo>
                  <a:pt x="1866512" y="1037143"/>
                </a:lnTo>
                <a:lnTo>
                  <a:pt x="1867085" y="1036930"/>
                </a:lnTo>
                <a:lnTo>
                  <a:pt x="1867672" y="1036732"/>
                </a:lnTo>
                <a:lnTo>
                  <a:pt x="1868271" y="1036548"/>
                </a:lnTo>
                <a:lnTo>
                  <a:pt x="1868883" y="1036379"/>
                </a:lnTo>
                <a:lnTo>
                  <a:pt x="1869509" y="1036225"/>
                </a:lnTo>
                <a:lnTo>
                  <a:pt x="1870147" y="1036086"/>
                </a:lnTo>
                <a:lnTo>
                  <a:pt x="1870798" y="1035961"/>
                </a:lnTo>
                <a:lnTo>
                  <a:pt x="1871462" y="1035851"/>
                </a:lnTo>
                <a:lnTo>
                  <a:pt x="1872139" y="1035756"/>
                </a:lnTo>
                <a:lnTo>
                  <a:pt x="1872828" y="1035675"/>
                </a:lnTo>
                <a:lnTo>
                  <a:pt x="1873531" y="1035609"/>
                </a:lnTo>
                <a:lnTo>
                  <a:pt x="1874247" y="1035558"/>
                </a:lnTo>
                <a:lnTo>
                  <a:pt x="1874975" y="1035521"/>
                </a:lnTo>
                <a:lnTo>
                  <a:pt x="1875717" y="1035499"/>
                </a:lnTo>
                <a:lnTo>
                  <a:pt x="1876471" y="1035492"/>
                </a:lnTo>
                <a:lnTo>
                  <a:pt x="1877239" y="1035499"/>
                </a:lnTo>
                <a:lnTo>
                  <a:pt x="1877993" y="1035521"/>
                </a:lnTo>
                <a:lnTo>
                  <a:pt x="1878732" y="1035558"/>
                </a:lnTo>
                <a:lnTo>
                  <a:pt x="1879458" y="1035609"/>
                </a:lnTo>
                <a:lnTo>
                  <a:pt x="1880169" y="1035675"/>
                </a:lnTo>
                <a:lnTo>
                  <a:pt x="1880867" y="1035756"/>
                </a:lnTo>
                <a:lnTo>
                  <a:pt x="1881550" y="1035851"/>
                </a:lnTo>
                <a:lnTo>
                  <a:pt x="1882219" y="1035961"/>
                </a:lnTo>
                <a:lnTo>
                  <a:pt x="1882874" y="1036086"/>
                </a:lnTo>
                <a:lnTo>
                  <a:pt x="1883515" y="1036225"/>
                </a:lnTo>
                <a:lnTo>
                  <a:pt x="1884142" y="1036379"/>
                </a:lnTo>
                <a:lnTo>
                  <a:pt x="1884755" y="1036548"/>
                </a:lnTo>
                <a:lnTo>
                  <a:pt x="1885354" y="1036732"/>
                </a:lnTo>
                <a:lnTo>
                  <a:pt x="1885939" y="1036930"/>
                </a:lnTo>
                <a:lnTo>
                  <a:pt x="1886509" y="1037143"/>
                </a:lnTo>
                <a:lnTo>
                  <a:pt x="1887066" y="1037370"/>
                </a:lnTo>
                <a:lnTo>
                  <a:pt x="1887608" y="1037612"/>
                </a:lnTo>
                <a:lnTo>
                  <a:pt x="1888137" y="1037869"/>
                </a:lnTo>
                <a:lnTo>
                  <a:pt x="1888651" y="1038141"/>
                </a:lnTo>
                <a:lnTo>
                  <a:pt x="1889151" y="1038427"/>
                </a:lnTo>
                <a:lnTo>
                  <a:pt x="1889637" y="1038728"/>
                </a:lnTo>
                <a:lnTo>
                  <a:pt x="1890109" y="1039043"/>
                </a:lnTo>
                <a:lnTo>
                  <a:pt x="1890567" y="1039374"/>
                </a:lnTo>
                <a:lnTo>
                  <a:pt x="1891011" y="1039718"/>
                </a:lnTo>
                <a:lnTo>
                  <a:pt x="1891438" y="1040077"/>
                </a:lnTo>
                <a:lnTo>
                  <a:pt x="1891848" y="1040449"/>
                </a:lnTo>
                <a:lnTo>
                  <a:pt x="1892239" y="1040833"/>
                </a:lnTo>
                <a:lnTo>
                  <a:pt x="1892612" y="1041231"/>
                </a:lnTo>
                <a:lnTo>
                  <a:pt x="1892967" y="1041641"/>
                </a:lnTo>
                <a:lnTo>
                  <a:pt x="1893304" y="1042064"/>
                </a:lnTo>
                <a:lnTo>
                  <a:pt x="1893622" y="1042500"/>
                </a:lnTo>
                <a:lnTo>
                  <a:pt x="1893922" y="1042949"/>
                </a:lnTo>
                <a:lnTo>
                  <a:pt x="1894205" y="1043411"/>
                </a:lnTo>
                <a:lnTo>
                  <a:pt x="1894468" y="1043886"/>
                </a:lnTo>
                <a:lnTo>
                  <a:pt x="1894714" y="1044374"/>
                </a:lnTo>
                <a:lnTo>
                  <a:pt x="1894942" y="1044875"/>
                </a:lnTo>
                <a:lnTo>
                  <a:pt x="1895151" y="1045389"/>
                </a:lnTo>
                <a:lnTo>
                  <a:pt x="1895342" y="1045915"/>
                </a:lnTo>
                <a:lnTo>
                  <a:pt x="1895515" y="1046455"/>
                </a:lnTo>
                <a:lnTo>
                  <a:pt x="1895670" y="1047007"/>
                </a:lnTo>
                <a:lnTo>
                  <a:pt x="1895806" y="1047572"/>
                </a:lnTo>
                <a:lnTo>
                  <a:pt x="1895924" y="1048151"/>
                </a:lnTo>
                <a:lnTo>
                  <a:pt x="1896024" y="1048742"/>
                </a:lnTo>
                <a:lnTo>
                  <a:pt x="1896106" y="1049346"/>
                </a:lnTo>
                <a:lnTo>
                  <a:pt x="1896170" y="1049963"/>
                </a:lnTo>
                <a:lnTo>
                  <a:pt x="1896215" y="1050593"/>
                </a:lnTo>
                <a:lnTo>
                  <a:pt x="1896243" y="1051236"/>
                </a:lnTo>
                <a:lnTo>
                  <a:pt x="1896252" y="1051891"/>
                </a:lnTo>
                <a:lnTo>
                  <a:pt x="1896243" y="1052533"/>
                </a:lnTo>
                <a:lnTo>
                  <a:pt x="1896215" y="1053164"/>
                </a:lnTo>
                <a:lnTo>
                  <a:pt x="1896170" y="1053783"/>
                </a:lnTo>
                <a:lnTo>
                  <a:pt x="1896106" y="1054390"/>
                </a:lnTo>
                <a:lnTo>
                  <a:pt x="1896024" y="1054985"/>
                </a:lnTo>
                <a:lnTo>
                  <a:pt x="1895924" y="1055568"/>
                </a:lnTo>
                <a:lnTo>
                  <a:pt x="1895806" y="1056140"/>
                </a:lnTo>
                <a:lnTo>
                  <a:pt x="1895670" y="1056700"/>
                </a:lnTo>
                <a:lnTo>
                  <a:pt x="1895515" y="1057248"/>
                </a:lnTo>
                <a:lnTo>
                  <a:pt x="1895342" y="1057785"/>
                </a:lnTo>
                <a:lnTo>
                  <a:pt x="1895151" y="1058310"/>
                </a:lnTo>
                <a:lnTo>
                  <a:pt x="1894942" y="1058823"/>
                </a:lnTo>
                <a:lnTo>
                  <a:pt x="1894714" y="1059324"/>
                </a:lnTo>
                <a:lnTo>
                  <a:pt x="1894468" y="1059814"/>
                </a:lnTo>
                <a:lnTo>
                  <a:pt x="1894205" y="1060292"/>
                </a:lnTo>
                <a:lnTo>
                  <a:pt x="1893922" y="1060758"/>
                </a:lnTo>
                <a:lnTo>
                  <a:pt x="1893622" y="1061212"/>
                </a:lnTo>
                <a:lnTo>
                  <a:pt x="1893304" y="1061655"/>
                </a:lnTo>
                <a:lnTo>
                  <a:pt x="1892967" y="1062086"/>
                </a:lnTo>
                <a:lnTo>
                  <a:pt x="1892612" y="1062505"/>
                </a:lnTo>
                <a:lnTo>
                  <a:pt x="1892239" y="1062912"/>
                </a:lnTo>
                <a:lnTo>
                  <a:pt x="1891848" y="1063308"/>
                </a:lnTo>
                <a:lnTo>
                  <a:pt x="1891438" y="1063692"/>
                </a:lnTo>
                <a:lnTo>
                  <a:pt x="1891011" y="1064064"/>
                </a:lnTo>
                <a:lnTo>
                  <a:pt x="1890567" y="1064409"/>
                </a:lnTo>
                <a:lnTo>
                  <a:pt x="1890109" y="1064739"/>
                </a:lnTo>
                <a:lnTo>
                  <a:pt x="1889637" y="1065055"/>
                </a:lnTo>
                <a:lnTo>
                  <a:pt x="1889151" y="1065355"/>
                </a:lnTo>
                <a:lnTo>
                  <a:pt x="1888651" y="1065642"/>
                </a:lnTo>
                <a:lnTo>
                  <a:pt x="1888137" y="1065913"/>
                </a:lnTo>
                <a:lnTo>
                  <a:pt x="1887608" y="1066170"/>
                </a:lnTo>
                <a:lnTo>
                  <a:pt x="1887066" y="1066412"/>
                </a:lnTo>
                <a:lnTo>
                  <a:pt x="1886509" y="1066640"/>
                </a:lnTo>
                <a:lnTo>
                  <a:pt x="1885939" y="1066852"/>
                </a:lnTo>
                <a:lnTo>
                  <a:pt x="1885354" y="1067051"/>
                </a:lnTo>
                <a:lnTo>
                  <a:pt x="1884755" y="1067234"/>
                </a:lnTo>
                <a:lnTo>
                  <a:pt x="1884142" y="1067403"/>
                </a:lnTo>
                <a:lnTo>
                  <a:pt x="1883515" y="1067557"/>
                </a:lnTo>
                <a:lnTo>
                  <a:pt x="1882874" y="1067696"/>
                </a:lnTo>
                <a:lnTo>
                  <a:pt x="1882219" y="1067821"/>
                </a:lnTo>
                <a:lnTo>
                  <a:pt x="1881550" y="1067931"/>
                </a:lnTo>
                <a:lnTo>
                  <a:pt x="1880867" y="1068027"/>
                </a:lnTo>
                <a:lnTo>
                  <a:pt x="1880169" y="1068107"/>
                </a:lnTo>
                <a:lnTo>
                  <a:pt x="1879458" y="1068173"/>
                </a:lnTo>
                <a:lnTo>
                  <a:pt x="1878732" y="1068225"/>
                </a:lnTo>
                <a:lnTo>
                  <a:pt x="1877993" y="1068261"/>
                </a:lnTo>
                <a:lnTo>
                  <a:pt x="1877239" y="1068283"/>
                </a:lnTo>
                <a:lnTo>
                  <a:pt x="1876471" y="1068291"/>
                </a:lnTo>
                <a:lnTo>
                  <a:pt x="1875717" y="1068283"/>
                </a:lnTo>
                <a:lnTo>
                  <a:pt x="1874975" y="1068261"/>
                </a:lnTo>
                <a:lnTo>
                  <a:pt x="1874247" y="1068225"/>
                </a:lnTo>
                <a:lnTo>
                  <a:pt x="1873531" y="1068173"/>
                </a:lnTo>
                <a:lnTo>
                  <a:pt x="1872828" y="1068107"/>
                </a:lnTo>
                <a:lnTo>
                  <a:pt x="1872139" y="1068027"/>
                </a:lnTo>
                <a:close/>
                <a:moveTo>
                  <a:pt x="1410852" y="1122223"/>
                </a:moveTo>
                <a:lnTo>
                  <a:pt x="1326319" y="1122223"/>
                </a:lnTo>
                <a:lnTo>
                  <a:pt x="1326319" y="1134396"/>
                </a:lnTo>
                <a:lnTo>
                  <a:pt x="1410852" y="1134396"/>
                </a:lnTo>
                <a:lnTo>
                  <a:pt x="1410852" y="1122223"/>
                </a:lnTo>
                <a:close/>
                <a:moveTo>
                  <a:pt x="3478044" y="2748825"/>
                </a:moveTo>
                <a:lnTo>
                  <a:pt x="3478256" y="2748840"/>
                </a:lnTo>
                <a:lnTo>
                  <a:pt x="3478471" y="2748858"/>
                </a:lnTo>
                <a:lnTo>
                  <a:pt x="3478689" y="2748878"/>
                </a:lnTo>
                <a:lnTo>
                  <a:pt x="3478908" y="2748900"/>
                </a:lnTo>
                <a:lnTo>
                  <a:pt x="3479130" y="2748924"/>
                </a:lnTo>
                <a:lnTo>
                  <a:pt x="3479354" y="2748951"/>
                </a:lnTo>
                <a:lnTo>
                  <a:pt x="3479581" y="2748981"/>
                </a:lnTo>
                <a:lnTo>
                  <a:pt x="3479810" y="2749013"/>
                </a:lnTo>
                <a:lnTo>
                  <a:pt x="3480041" y="2749047"/>
                </a:lnTo>
                <a:lnTo>
                  <a:pt x="3480275" y="2749083"/>
                </a:lnTo>
                <a:lnTo>
                  <a:pt x="3480511" y="2749122"/>
                </a:lnTo>
                <a:lnTo>
                  <a:pt x="3480749" y="2749163"/>
                </a:lnTo>
                <a:lnTo>
                  <a:pt x="3480990" y="2749206"/>
                </a:lnTo>
                <a:lnTo>
                  <a:pt x="3481233" y="2749252"/>
                </a:lnTo>
                <a:lnTo>
                  <a:pt x="3481478" y="2749300"/>
                </a:lnTo>
                <a:lnTo>
                  <a:pt x="3481726" y="2749351"/>
                </a:lnTo>
                <a:lnTo>
                  <a:pt x="3481976" y="2749404"/>
                </a:lnTo>
                <a:lnTo>
                  <a:pt x="3482228" y="2749459"/>
                </a:lnTo>
                <a:lnTo>
                  <a:pt x="3482481" y="2749518"/>
                </a:lnTo>
                <a:lnTo>
                  <a:pt x="3482730" y="2749581"/>
                </a:lnTo>
                <a:lnTo>
                  <a:pt x="3482976" y="2749649"/>
                </a:lnTo>
                <a:lnTo>
                  <a:pt x="3483219" y="2749722"/>
                </a:lnTo>
                <a:lnTo>
                  <a:pt x="3483460" y="2749799"/>
                </a:lnTo>
                <a:lnTo>
                  <a:pt x="3483697" y="2749881"/>
                </a:lnTo>
                <a:lnTo>
                  <a:pt x="3483932" y="2749968"/>
                </a:lnTo>
                <a:lnTo>
                  <a:pt x="3484163" y="2750060"/>
                </a:lnTo>
                <a:lnTo>
                  <a:pt x="3484392" y="2750156"/>
                </a:lnTo>
                <a:lnTo>
                  <a:pt x="3484618" y="2750257"/>
                </a:lnTo>
                <a:lnTo>
                  <a:pt x="3484840" y="2750363"/>
                </a:lnTo>
                <a:lnTo>
                  <a:pt x="3485060" y="2750473"/>
                </a:lnTo>
                <a:lnTo>
                  <a:pt x="3485277" y="2750588"/>
                </a:lnTo>
                <a:lnTo>
                  <a:pt x="3485491" y="2750708"/>
                </a:lnTo>
                <a:lnTo>
                  <a:pt x="3485702" y="2750832"/>
                </a:lnTo>
                <a:lnTo>
                  <a:pt x="3485910" y="2750961"/>
                </a:lnTo>
                <a:lnTo>
                  <a:pt x="3486116" y="2751095"/>
                </a:lnTo>
                <a:lnTo>
                  <a:pt x="3486318" y="2751234"/>
                </a:lnTo>
                <a:lnTo>
                  <a:pt x="3486517" y="2751377"/>
                </a:lnTo>
                <a:lnTo>
                  <a:pt x="3486714" y="2751525"/>
                </a:lnTo>
                <a:lnTo>
                  <a:pt x="3486907" y="2751678"/>
                </a:lnTo>
                <a:lnTo>
                  <a:pt x="3487097" y="2751835"/>
                </a:lnTo>
                <a:lnTo>
                  <a:pt x="3487285" y="2751997"/>
                </a:lnTo>
                <a:lnTo>
                  <a:pt x="3487470" y="2752164"/>
                </a:lnTo>
                <a:lnTo>
                  <a:pt x="3487663" y="2752322"/>
                </a:lnTo>
                <a:lnTo>
                  <a:pt x="3487849" y="2752487"/>
                </a:lnTo>
                <a:lnTo>
                  <a:pt x="3488027" y="2752658"/>
                </a:lnTo>
                <a:lnTo>
                  <a:pt x="3488198" y="2752835"/>
                </a:lnTo>
                <a:lnTo>
                  <a:pt x="3488360" y="2753019"/>
                </a:lnTo>
                <a:lnTo>
                  <a:pt x="3488516" y="2753210"/>
                </a:lnTo>
                <a:lnTo>
                  <a:pt x="3488663" y="2753407"/>
                </a:lnTo>
                <a:lnTo>
                  <a:pt x="3488803" y="2753610"/>
                </a:lnTo>
                <a:lnTo>
                  <a:pt x="3488936" y="2753820"/>
                </a:lnTo>
                <a:lnTo>
                  <a:pt x="3489060" y="2754037"/>
                </a:lnTo>
                <a:lnTo>
                  <a:pt x="3489178" y="2754259"/>
                </a:lnTo>
                <a:lnTo>
                  <a:pt x="3489287" y="2754489"/>
                </a:lnTo>
                <a:lnTo>
                  <a:pt x="3489389" y="2754724"/>
                </a:lnTo>
                <a:lnTo>
                  <a:pt x="3489483" y="2754966"/>
                </a:lnTo>
                <a:lnTo>
                  <a:pt x="3489570" y="2755215"/>
                </a:lnTo>
                <a:lnTo>
                  <a:pt x="3489649" y="2755470"/>
                </a:lnTo>
                <a:lnTo>
                  <a:pt x="3489720" y="2755732"/>
                </a:lnTo>
                <a:lnTo>
                  <a:pt x="3489784" y="2756000"/>
                </a:lnTo>
                <a:lnTo>
                  <a:pt x="3489840" y="2756274"/>
                </a:lnTo>
                <a:lnTo>
                  <a:pt x="3489888" y="2756555"/>
                </a:lnTo>
                <a:lnTo>
                  <a:pt x="3489929" y="2756842"/>
                </a:lnTo>
                <a:lnTo>
                  <a:pt x="3489962" y="2757136"/>
                </a:lnTo>
                <a:lnTo>
                  <a:pt x="3489988" y="2757436"/>
                </a:lnTo>
                <a:lnTo>
                  <a:pt x="3490006" y="2757743"/>
                </a:lnTo>
                <a:lnTo>
                  <a:pt x="3491358" y="2793923"/>
                </a:lnTo>
                <a:lnTo>
                  <a:pt x="3491391" y="2794607"/>
                </a:lnTo>
                <a:lnTo>
                  <a:pt x="3491433" y="2795278"/>
                </a:lnTo>
                <a:lnTo>
                  <a:pt x="3491485" y="2795936"/>
                </a:lnTo>
                <a:lnTo>
                  <a:pt x="3491546" y="2796581"/>
                </a:lnTo>
                <a:lnTo>
                  <a:pt x="3491616" y="2797214"/>
                </a:lnTo>
                <a:lnTo>
                  <a:pt x="3491696" y="2797833"/>
                </a:lnTo>
                <a:lnTo>
                  <a:pt x="3491785" y="2798439"/>
                </a:lnTo>
                <a:lnTo>
                  <a:pt x="3491884" y="2799033"/>
                </a:lnTo>
                <a:lnTo>
                  <a:pt x="3491992" y="2799613"/>
                </a:lnTo>
                <a:lnTo>
                  <a:pt x="3492109" y="2800181"/>
                </a:lnTo>
                <a:lnTo>
                  <a:pt x="3492236" y="2800736"/>
                </a:lnTo>
                <a:lnTo>
                  <a:pt x="3492372" y="2801278"/>
                </a:lnTo>
                <a:lnTo>
                  <a:pt x="3492518" y="2801807"/>
                </a:lnTo>
                <a:lnTo>
                  <a:pt x="3492673" y="2802323"/>
                </a:lnTo>
                <a:lnTo>
                  <a:pt x="3492837" y="2802826"/>
                </a:lnTo>
                <a:lnTo>
                  <a:pt x="3493011" y="2803316"/>
                </a:lnTo>
                <a:lnTo>
                  <a:pt x="3493194" y="2803793"/>
                </a:lnTo>
                <a:lnTo>
                  <a:pt x="3493387" y="2804257"/>
                </a:lnTo>
                <a:lnTo>
                  <a:pt x="3493589" y="2804709"/>
                </a:lnTo>
                <a:lnTo>
                  <a:pt x="3493800" y="2805147"/>
                </a:lnTo>
                <a:lnTo>
                  <a:pt x="3494021" y="2805573"/>
                </a:lnTo>
                <a:lnTo>
                  <a:pt x="3494251" y="2805986"/>
                </a:lnTo>
                <a:lnTo>
                  <a:pt x="3494491" y="2806385"/>
                </a:lnTo>
                <a:lnTo>
                  <a:pt x="3494739" y="2806772"/>
                </a:lnTo>
                <a:lnTo>
                  <a:pt x="3495016" y="2807145"/>
                </a:lnTo>
                <a:lnTo>
                  <a:pt x="3495311" y="2807501"/>
                </a:lnTo>
                <a:lnTo>
                  <a:pt x="3495624" y="2807842"/>
                </a:lnTo>
                <a:lnTo>
                  <a:pt x="3495956" y="2808167"/>
                </a:lnTo>
                <a:lnTo>
                  <a:pt x="3496305" y="2808476"/>
                </a:lnTo>
                <a:lnTo>
                  <a:pt x="3496673" y="2808769"/>
                </a:lnTo>
                <a:lnTo>
                  <a:pt x="3497059" y="2809047"/>
                </a:lnTo>
                <a:lnTo>
                  <a:pt x="3497463" y="2809308"/>
                </a:lnTo>
                <a:lnTo>
                  <a:pt x="3497886" y="2809554"/>
                </a:lnTo>
                <a:lnTo>
                  <a:pt x="3498326" y="2809784"/>
                </a:lnTo>
                <a:lnTo>
                  <a:pt x="3498785" y="2809998"/>
                </a:lnTo>
                <a:lnTo>
                  <a:pt x="3499262" y="2810196"/>
                </a:lnTo>
                <a:lnTo>
                  <a:pt x="3499757" y="2810378"/>
                </a:lnTo>
                <a:lnTo>
                  <a:pt x="3500271" y="2810545"/>
                </a:lnTo>
                <a:lnTo>
                  <a:pt x="3500802" y="2810695"/>
                </a:lnTo>
                <a:lnTo>
                  <a:pt x="3501352" y="2810830"/>
                </a:lnTo>
                <a:lnTo>
                  <a:pt x="3501920" y="2810949"/>
                </a:lnTo>
                <a:lnTo>
                  <a:pt x="3502506" y="2811052"/>
                </a:lnTo>
                <a:lnTo>
                  <a:pt x="3503110" y="2811139"/>
                </a:lnTo>
                <a:lnTo>
                  <a:pt x="3503733" y="2811210"/>
                </a:lnTo>
                <a:lnTo>
                  <a:pt x="3504374" y="2811266"/>
                </a:lnTo>
                <a:lnTo>
                  <a:pt x="3505033" y="2811305"/>
                </a:lnTo>
                <a:lnTo>
                  <a:pt x="3505710" y="2811329"/>
                </a:lnTo>
                <a:lnTo>
                  <a:pt x="3506405" y="2811337"/>
                </a:lnTo>
                <a:lnTo>
                  <a:pt x="3506405" y="2812859"/>
                </a:lnTo>
                <a:lnTo>
                  <a:pt x="3505710" y="2812867"/>
                </a:lnTo>
                <a:lnTo>
                  <a:pt x="3505033" y="2812891"/>
                </a:lnTo>
                <a:lnTo>
                  <a:pt x="3504374" y="2812930"/>
                </a:lnTo>
                <a:lnTo>
                  <a:pt x="3503733" y="2812986"/>
                </a:lnTo>
                <a:lnTo>
                  <a:pt x="3503110" y="2813057"/>
                </a:lnTo>
                <a:lnTo>
                  <a:pt x="3502506" y="2813144"/>
                </a:lnTo>
                <a:lnTo>
                  <a:pt x="3501920" y="2813247"/>
                </a:lnTo>
                <a:lnTo>
                  <a:pt x="3501352" y="2813366"/>
                </a:lnTo>
                <a:lnTo>
                  <a:pt x="3500802" y="2813501"/>
                </a:lnTo>
                <a:lnTo>
                  <a:pt x="3500271" y="2813651"/>
                </a:lnTo>
                <a:lnTo>
                  <a:pt x="3499757" y="2813818"/>
                </a:lnTo>
                <a:lnTo>
                  <a:pt x="3499262" y="2814000"/>
                </a:lnTo>
                <a:lnTo>
                  <a:pt x="3498785" y="2814198"/>
                </a:lnTo>
                <a:lnTo>
                  <a:pt x="3498326" y="2814412"/>
                </a:lnTo>
                <a:lnTo>
                  <a:pt x="3497886" y="2814642"/>
                </a:lnTo>
                <a:lnTo>
                  <a:pt x="3497463" y="2814888"/>
                </a:lnTo>
                <a:lnTo>
                  <a:pt x="3497059" y="2815149"/>
                </a:lnTo>
                <a:lnTo>
                  <a:pt x="3496673" y="2815427"/>
                </a:lnTo>
                <a:lnTo>
                  <a:pt x="3496305" y="2815720"/>
                </a:lnTo>
                <a:lnTo>
                  <a:pt x="3495956" y="2816029"/>
                </a:lnTo>
                <a:lnTo>
                  <a:pt x="3495624" y="2816354"/>
                </a:lnTo>
                <a:lnTo>
                  <a:pt x="3495311" y="2816695"/>
                </a:lnTo>
                <a:lnTo>
                  <a:pt x="3495016" y="2817051"/>
                </a:lnTo>
                <a:lnTo>
                  <a:pt x="3494739" y="2817424"/>
                </a:lnTo>
                <a:lnTo>
                  <a:pt x="3494491" y="2817811"/>
                </a:lnTo>
                <a:lnTo>
                  <a:pt x="3494251" y="2818210"/>
                </a:lnTo>
                <a:lnTo>
                  <a:pt x="3494021" y="2818623"/>
                </a:lnTo>
                <a:lnTo>
                  <a:pt x="3493800" y="2819049"/>
                </a:lnTo>
                <a:lnTo>
                  <a:pt x="3493589" y="2819487"/>
                </a:lnTo>
                <a:lnTo>
                  <a:pt x="3493387" y="2819939"/>
                </a:lnTo>
                <a:lnTo>
                  <a:pt x="3493194" y="2820403"/>
                </a:lnTo>
                <a:lnTo>
                  <a:pt x="3493011" y="2820880"/>
                </a:lnTo>
                <a:lnTo>
                  <a:pt x="3492837" y="2821370"/>
                </a:lnTo>
                <a:lnTo>
                  <a:pt x="3492673" y="2821874"/>
                </a:lnTo>
                <a:lnTo>
                  <a:pt x="3492518" y="2822390"/>
                </a:lnTo>
                <a:lnTo>
                  <a:pt x="3492372" y="2822919"/>
                </a:lnTo>
                <a:lnTo>
                  <a:pt x="3492236" y="2823460"/>
                </a:lnTo>
                <a:lnTo>
                  <a:pt x="3492109" y="2824015"/>
                </a:lnTo>
                <a:lnTo>
                  <a:pt x="3491992" y="2824583"/>
                </a:lnTo>
                <a:lnTo>
                  <a:pt x="3491884" y="2825163"/>
                </a:lnTo>
                <a:lnTo>
                  <a:pt x="3491785" y="2825757"/>
                </a:lnTo>
                <a:lnTo>
                  <a:pt x="3491696" y="2826363"/>
                </a:lnTo>
                <a:lnTo>
                  <a:pt x="3491616" y="2826983"/>
                </a:lnTo>
                <a:lnTo>
                  <a:pt x="3491546" y="2827615"/>
                </a:lnTo>
                <a:lnTo>
                  <a:pt x="3491485" y="2828260"/>
                </a:lnTo>
                <a:lnTo>
                  <a:pt x="3491433" y="2828918"/>
                </a:lnTo>
                <a:lnTo>
                  <a:pt x="3491391" y="2829589"/>
                </a:lnTo>
                <a:lnTo>
                  <a:pt x="3491358" y="2830273"/>
                </a:lnTo>
                <a:lnTo>
                  <a:pt x="3490006" y="2866453"/>
                </a:lnTo>
                <a:lnTo>
                  <a:pt x="3489988" y="2866760"/>
                </a:lnTo>
                <a:lnTo>
                  <a:pt x="3489962" y="2867060"/>
                </a:lnTo>
                <a:lnTo>
                  <a:pt x="3489929" y="2867354"/>
                </a:lnTo>
                <a:lnTo>
                  <a:pt x="3489888" y="2867641"/>
                </a:lnTo>
                <a:lnTo>
                  <a:pt x="3489840" y="2867922"/>
                </a:lnTo>
                <a:lnTo>
                  <a:pt x="3489784" y="2868197"/>
                </a:lnTo>
                <a:lnTo>
                  <a:pt x="3489720" y="2868464"/>
                </a:lnTo>
                <a:lnTo>
                  <a:pt x="3489649" y="2868726"/>
                </a:lnTo>
                <a:lnTo>
                  <a:pt x="3489570" y="2868981"/>
                </a:lnTo>
                <a:lnTo>
                  <a:pt x="3489483" y="2869230"/>
                </a:lnTo>
                <a:lnTo>
                  <a:pt x="3489389" y="2869472"/>
                </a:lnTo>
                <a:lnTo>
                  <a:pt x="3489287" y="2869708"/>
                </a:lnTo>
                <a:lnTo>
                  <a:pt x="3489178" y="2869937"/>
                </a:lnTo>
                <a:lnTo>
                  <a:pt x="3489060" y="2870160"/>
                </a:lnTo>
                <a:lnTo>
                  <a:pt x="3488936" y="2870376"/>
                </a:lnTo>
                <a:lnTo>
                  <a:pt x="3488803" y="2870586"/>
                </a:lnTo>
                <a:lnTo>
                  <a:pt x="3488663" y="2870789"/>
                </a:lnTo>
                <a:lnTo>
                  <a:pt x="3488516" y="2870986"/>
                </a:lnTo>
                <a:lnTo>
                  <a:pt x="3488360" y="2871177"/>
                </a:lnTo>
                <a:lnTo>
                  <a:pt x="3488198" y="2871361"/>
                </a:lnTo>
                <a:lnTo>
                  <a:pt x="3488027" y="2871538"/>
                </a:lnTo>
                <a:lnTo>
                  <a:pt x="3487849" y="2871709"/>
                </a:lnTo>
                <a:lnTo>
                  <a:pt x="3487663" y="2871874"/>
                </a:lnTo>
                <a:lnTo>
                  <a:pt x="3487470" y="2872032"/>
                </a:lnTo>
                <a:lnTo>
                  <a:pt x="3487285" y="2872199"/>
                </a:lnTo>
                <a:lnTo>
                  <a:pt x="3487097" y="2872361"/>
                </a:lnTo>
                <a:lnTo>
                  <a:pt x="3486907" y="2872518"/>
                </a:lnTo>
                <a:lnTo>
                  <a:pt x="3486714" y="2872671"/>
                </a:lnTo>
                <a:lnTo>
                  <a:pt x="3486517" y="2872819"/>
                </a:lnTo>
                <a:lnTo>
                  <a:pt x="3486318" y="2872962"/>
                </a:lnTo>
                <a:lnTo>
                  <a:pt x="3486116" y="2873101"/>
                </a:lnTo>
                <a:lnTo>
                  <a:pt x="3485910" y="2873235"/>
                </a:lnTo>
                <a:lnTo>
                  <a:pt x="3485702" y="2873364"/>
                </a:lnTo>
                <a:lnTo>
                  <a:pt x="3485491" y="2873488"/>
                </a:lnTo>
                <a:lnTo>
                  <a:pt x="3485277" y="2873608"/>
                </a:lnTo>
                <a:lnTo>
                  <a:pt x="3485060" y="2873723"/>
                </a:lnTo>
                <a:lnTo>
                  <a:pt x="3484840" y="2873833"/>
                </a:lnTo>
                <a:lnTo>
                  <a:pt x="3484618" y="2873939"/>
                </a:lnTo>
                <a:lnTo>
                  <a:pt x="3484392" y="2874040"/>
                </a:lnTo>
                <a:lnTo>
                  <a:pt x="3484163" y="2874136"/>
                </a:lnTo>
                <a:lnTo>
                  <a:pt x="3483932" y="2874228"/>
                </a:lnTo>
                <a:lnTo>
                  <a:pt x="3483697" y="2874315"/>
                </a:lnTo>
                <a:lnTo>
                  <a:pt x="3483460" y="2874397"/>
                </a:lnTo>
                <a:lnTo>
                  <a:pt x="3483219" y="2874474"/>
                </a:lnTo>
                <a:lnTo>
                  <a:pt x="3482976" y="2874547"/>
                </a:lnTo>
                <a:lnTo>
                  <a:pt x="3482730" y="2874615"/>
                </a:lnTo>
                <a:lnTo>
                  <a:pt x="3482481" y="2874679"/>
                </a:lnTo>
                <a:lnTo>
                  <a:pt x="3482228" y="2874737"/>
                </a:lnTo>
                <a:lnTo>
                  <a:pt x="3481976" y="2874793"/>
                </a:lnTo>
                <a:lnTo>
                  <a:pt x="3481726" y="2874845"/>
                </a:lnTo>
                <a:lnTo>
                  <a:pt x="3481478" y="2874896"/>
                </a:lnTo>
                <a:lnTo>
                  <a:pt x="3481233" y="2874944"/>
                </a:lnTo>
                <a:lnTo>
                  <a:pt x="3480990" y="2874990"/>
                </a:lnTo>
                <a:lnTo>
                  <a:pt x="3480749" y="2875033"/>
                </a:lnTo>
                <a:lnTo>
                  <a:pt x="3480511" y="2875074"/>
                </a:lnTo>
                <a:lnTo>
                  <a:pt x="3480275" y="2875113"/>
                </a:lnTo>
                <a:lnTo>
                  <a:pt x="3480041" y="2875150"/>
                </a:lnTo>
                <a:lnTo>
                  <a:pt x="3479810" y="2875184"/>
                </a:lnTo>
                <a:lnTo>
                  <a:pt x="3479581" y="2875215"/>
                </a:lnTo>
                <a:lnTo>
                  <a:pt x="3479354" y="2875245"/>
                </a:lnTo>
                <a:lnTo>
                  <a:pt x="3479130" y="2875272"/>
                </a:lnTo>
                <a:lnTo>
                  <a:pt x="3478908" y="2875296"/>
                </a:lnTo>
                <a:lnTo>
                  <a:pt x="3478689" y="2875319"/>
                </a:lnTo>
                <a:lnTo>
                  <a:pt x="3478471" y="2875339"/>
                </a:lnTo>
                <a:lnTo>
                  <a:pt x="3478256" y="2875356"/>
                </a:lnTo>
                <a:lnTo>
                  <a:pt x="3478044" y="2875371"/>
                </a:lnTo>
                <a:lnTo>
                  <a:pt x="3477834" y="2875384"/>
                </a:lnTo>
                <a:lnTo>
                  <a:pt x="3477626" y="2875395"/>
                </a:lnTo>
                <a:lnTo>
                  <a:pt x="3477421" y="2875403"/>
                </a:lnTo>
                <a:lnTo>
                  <a:pt x="3477217" y="2875409"/>
                </a:lnTo>
                <a:lnTo>
                  <a:pt x="3477017" y="2875413"/>
                </a:lnTo>
                <a:lnTo>
                  <a:pt x="3476818" y="2875414"/>
                </a:lnTo>
                <a:lnTo>
                  <a:pt x="3476818" y="2883529"/>
                </a:lnTo>
                <a:lnTo>
                  <a:pt x="3477436" y="2883567"/>
                </a:lnTo>
                <a:lnTo>
                  <a:pt x="3478049" y="2883598"/>
                </a:lnTo>
                <a:lnTo>
                  <a:pt x="3478657" y="2883621"/>
                </a:lnTo>
                <a:lnTo>
                  <a:pt x="3479260" y="2883637"/>
                </a:lnTo>
                <a:lnTo>
                  <a:pt x="3479859" y="2883645"/>
                </a:lnTo>
                <a:lnTo>
                  <a:pt x="3480453" y="2883645"/>
                </a:lnTo>
                <a:lnTo>
                  <a:pt x="3481043" y="2883638"/>
                </a:lnTo>
                <a:lnTo>
                  <a:pt x="3481627" y="2883623"/>
                </a:lnTo>
                <a:lnTo>
                  <a:pt x="3482207" y="2883600"/>
                </a:lnTo>
                <a:lnTo>
                  <a:pt x="3482783" y="2883570"/>
                </a:lnTo>
                <a:lnTo>
                  <a:pt x="3483353" y="2883532"/>
                </a:lnTo>
                <a:lnTo>
                  <a:pt x="3483919" y="2883487"/>
                </a:lnTo>
                <a:lnTo>
                  <a:pt x="3484480" y="2883434"/>
                </a:lnTo>
                <a:lnTo>
                  <a:pt x="3485037" y="2883373"/>
                </a:lnTo>
                <a:lnTo>
                  <a:pt x="3485589" y="2883304"/>
                </a:lnTo>
                <a:lnTo>
                  <a:pt x="3486136" y="2883228"/>
                </a:lnTo>
                <a:lnTo>
                  <a:pt x="3486678" y="2883145"/>
                </a:lnTo>
                <a:lnTo>
                  <a:pt x="3487216" y="2883053"/>
                </a:lnTo>
                <a:lnTo>
                  <a:pt x="3487749" y="2882955"/>
                </a:lnTo>
                <a:lnTo>
                  <a:pt x="3488277" y="2882848"/>
                </a:lnTo>
                <a:lnTo>
                  <a:pt x="3488801" y="2882734"/>
                </a:lnTo>
                <a:lnTo>
                  <a:pt x="3489320" y="2882612"/>
                </a:lnTo>
                <a:lnTo>
                  <a:pt x="3489834" y="2882483"/>
                </a:lnTo>
                <a:lnTo>
                  <a:pt x="3490344" y="2882345"/>
                </a:lnTo>
                <a:lnTo>
                  <a:pt x="3490861" y="2882200"/>
                </a:lnTo>
                <a:lnTo>
                  <a:pt x="3491369" y="2882045"/>
                </a:lnTo>
                <a:lnTo>
                  <a:pt x="3491868" y="2881880"/>
                </a:lnTo>
                <a:lnTo>
                  <a:pt x="3492358" y="2881707"/>
                </a:lnTo>
                <a:lnTo>
                  <a:pt x="3492840" y="2881524"/>
                </a:lnTo>
                <a:lnTo>
                  <a:pt x="3493313" y="2881331"/>
                </a:lnTo>
                <a:lnTo>
                  <a:pt x="3493777" y="2881129"/>
                </a:lnTo>
                <a:lnTo>
                  <a:pt x="3494232" y="2880918"/>
                </a:lnTo>
                <a:lnTo>
                  <a:pt x="3494679" y="2880697"/>
                </a:lnTo>
                <a:lnTo>
                  <a:pt x="3495116" y="2880467"/>
                </a:lnTo>
                <a:lnTo>
                  <a:pt x="3495545" y="2880227"/>
                </a:lnTo>
                <a:lnTo>
                  <a:pt x="3495965" y="2879978"/>
                </a:lnTo>
                <a:lnTo>
                  <a:pt x="3496376" y="2879720"/>
                </a:lnTo>
                <a:lnTo>
                  <a:pt x="3496779" y="2879452"/>
                </a:lnTo>
                <a:lnTo>
                  <a:pt x="3497172" y="2879175"/>
                </a:lnTo>
                <a:lnTo>
                  <a:pt x="3497557" y="2878889"/>
                </a:lnTo>
                <a:lnTo>
                  <a:pt x="3497933" y="2878593"/>
                </a:lnTo>
                <a:lnTo>
                  <a:pt x="3498300" y="2878288"/>
                </a:lnTo>
                <a:lnTo>
                  <a:pt x="3498659" y="2877973"/>
                </a:lnTo>
                <a:lnTo>
                  <a:pt x="3499008" y="2877649"/>
                </a:lnTo>
                <a:lnTo>
                  <a:pt x="3499349" y="2877316"/>
                </a:lnTo>
                <a:lnTo>
                  <a:pt x="3499681" y="2876973"/>
                </a:lnTo>
                <a:lnTo>
                  <a:pt x="3500004" y="2876621"/>
                </a:lnTo>
                <a:lnTo>
                  <a:pt x="3500319" y="2876259"/>
                </a:lnTo>
                <a:lnTo>
                  <a:pt x="3500636" y="2875888"/>
                </a:lnTo>
                <a:lnTo>
                  <a:pt x="3500940" y="2875507"/>
                </a:lnTo>
                <a:lnTo>
                  <a:pt x="3501230" y="2875115"/>
                </a:lnTo>
                <a:lnTo>
                  <a:pt x="3501507" y="2874714"/>
                </a:lnTo>
                <a:lnTo>
                  <a:pt x="3501770" y="2874303"/>
                </a:lnTo>
                <a:lnTo>
                  <a:pt x="3502020" y="2873882"/>
                </a:lnTo>
                <a:lnTo>
                  <a:pt x="3502256" y="2873450"/>
                </a:lnTo>
                <a:lnTo>
                  <a:pt x="3502479" y="2873009"/>
                </a:lnTo>
                <a:lnTo>
                  <a:pt x="3502688" y="2872558"/>
                </a:lnTo>
                <a:lnTo>
                  <a:pt x="3502884" y="2872097"/>
                </a:lnTo>
                <a:lnTo>
                  <a:pt x="3503066" y="2871626"/>
                </a:lnTo>
                <a:lnTo>
                  <a:pt x="3503235" y="2871145"/>
                </a:lnTo>
                <a:lnTo>
                  <a:pt x="3503390" y="2870654"/>
                </a:lnTo>
                <a:lnTo>
                  <a:pt x="3503532" y="2870153"/>
                </a:lnTo>
                <a:lnTo>
                  <a:pt x="3503660" y="2869642"/>
                </a:lnTo>
                <a:lnTo>
                  <a:pt x="3503775" y="2869121"/>
                </a:lnTo>
                <a:lnTo>
                  <a:pt x="3503876" y="2868590"/>
                </a:lnTo>
                <a:lnTo>
                  <a:pt x="3503964" y="2868049"/>
                </a:lnTo>
                <a:lnTo>
                  <a:pt x="3504038" y="2867498"/>
                </a:lnTo>
                <a:lnTo>
                  <a:pt x="3504099" y="2866937"/>
                </a:lnTo>
                <a:lnTo>
                  <a:pt x="3504146" y="2866366"/>
                </a:lnTo>
                <a:lnTo>
                  <a:pt x="3504180" y="2865785"/>
                </a:lnTo>
                <a:lnTo>
                  <a:pt x="3504200" y="2865194"/>
                </a:lnTo>
                <a:lnTo>
                  <a:pt x="3504207" y="2864593"/>
                </a:lnTo>
                <a:lnTo>
                  <a:pt x="3504207" y="2828413"/>
                </a:lnTo>
                <a:lnTo>
                  <a:pt x="3504215" y="2827982"/>
                </a:lnTo>
                <a:lnTo>
                  <a:pt x="3504237" y="2827561"/>
                </a:lnTo>
                <a:lnTo>
                  <a:pt x="3504273" y="2827150"/>
                </a:lnTo>
                <a:lnTo>
                  <a:pt x="3504325" y="2826751"/>
                </a:lnTo>
                <a:lnTo>
                  <a:pt x="3504391" y="2826361"/>
                </a:lnTo>
                <a:lnTo>
                  <a:pt x="3504471" y="2825983"/>
                </a:lnTo>
                <a:lnTo>
                  <a:pt x="3504567" y="2825615"/>
                </a:lnTo>
                <a:lnTo>
                  <a:pt x="3504677" y="2825257"/>
                </a:lnTo>
                <a:lnTo>
                  <a:pt x="3504802" y="2824910"/>
                </a:lnTo>
                <a:lnTo>
                  <a:pt x="3504941" y="2824574"/>
                </a:lnTo>
                <a:lnTo>
                  <a:pt x="3505095" y="2824248"/>
                </a:lnTo>
                <a:lnTo>
                  <a:pt x="3505264" y="2823933"/>
                </a:lnTo>
                <a:lnTo>
                  <a:pt x="3505447" y="2823628"/>
                </a:lnTo>
                <a:lnTo>
                  <a:pt x="3505645" y="2823334"/>
                </a:lnTo>
                <a:lnTo>
                  <a:pt x="3505858" y="2823050"/>
                </a:lnTo>
                <a:lnTo>
                  <a:pt x="3506086" y="2822778"/>
                </a:lnTo>
                <a:lnTo>
                  <a:pt x="3506328" y="2822515"/>
                </a:lnTo>
                <a:lnTo>
                  <a:pt x="3506585" y="2822263"/>
                </a:lnTo>
                <a:lnTo>
                  <a:pt x="3506856" y="2822022"/>
                </a:lnTo>
                <a:lnTo>
                  <a:pt x="3507142" y="2821791"/>
                </a:lnTo>
                <a:lnTo>
                  <a:pt x="3507443" y="2821571"/>
                </a:lnTo>
                <a:lnTo>
                  <a:pt x="3507759" y="2821362"/>
                </a:lnTo>
                <a:lnTo>
                  <a:pt x="3508089" y="2821163"/>
                </a:lnTo>
                <a:lnTo>
                  <a:pt x="3508434" y="2820974"/>
                </a:lnTo>
                <a:lnTo>
                  <a:pt x="3508787" y="2820781"/>
                </a:lnTo>
                <a:lnTo>
                  <a:pt x="3509141" y="2820597"/>
                </a:lnTo>
                <a:lnTo>
                  <a:pt x="3509496" y="2820422"/>
                </a:lnTo>
                <a:lnTo>
                  <a:pt x="3509852" y="2820256"/>
                </a:lnTo>
                <a:lnTo>
                  <a:pt x="3510210" y="2820098"/>
                </a:lnTo>
                <a:lnTo>
                  <a:pt x="3510568" y="2819949"/>
                </a:lnTo>
                <a:lnTo>
                  <a:pt x="3510928" y="2819809"/>
                </a:lnTo>
                <a:lnTo>
                  <a:pt x="3511289" y="2819678"/>
                </a:lnTo>
                <a:lnTo>
                  <a:pt x="3511651" y="2819555"/>
                </a:lnTo>
                <a:lnTo>
                  <a:pt x="3512015" y="2819442"/>
                </a:lnTo>
                <a:lnTo>
                  <a:pt x="3512379" y="2819337"/>
                </a:lnTo>
                <a:lnTo>
                  <a:pt x="3512745" y="2819241"/>
                </a:lnTo>
                <a:lnTo>
                  <a:pt x="3513112" y="2819154"/>
                </a:lnTo>
                <a:lnTo>
                  <a:pt x="3513480" y="2819076"/>
                </a:lnTo>
                <a:lnTo>
                  <a:pt x="3513849" y="2819006"/>
                </a:lnTo>
                <a:lnTo>
                  <a:pt x="3514220" y="2818945"/>
                </a:lnTo>
                <a:lnTo>
                  <a:pt x="3514591" y="2818893"/>
                </a:lnTo>
                <a:lnTo>
                  <a:pt x="3514964" y="2818850"/>
                </a:lnTo>
                <a:lnTo>
                  <a:pt x="3515338" y="2818816"/>
                </a:lnTo>
                <a:lnTo>
                  <a:pt x="3515713" y="2818790"/>
                </a:lnTo>
                <a:lnTo>
                  <a:pt x="3516089" y="2818773"/>
                </a:lnTo>
                <a:lnTo>
                  <a:pt x="3516467" y="2818766"/>
                </a:lnTo>
                <a:lnTo>
                  <a:pt x="3516846" y="2818766"/>
                </a:lnTo>
                <a:lnTo>
                  <a:pt x="3517225" y="2818776"/>
                </a:lnTo>
                <a:lnTo>
                  <a:pt x="3517225" y="2805420"/>
                </a:lnTo>
                <a:lnTo>
                  <a:pt x="3516832" y="2805430"/>
                </a:lnTo>
                <a:lnTo>
                  <a:pt x="3516440" y="2805432"/>
                </a:lnTo>
                <a:lnTo>
                  <a:pt x="3516050" y="2805425"/>
                </a:lnTo>
                <a:lnTo>
                  <a:pt x="3515661" y="2805411"/>
                </a:lnTo>
                <a:lnTo>
                  <a:pt x="3515275" y="2805388"/>
                </a:lnTo>
                <a:lnTo>
                  <a:pt x="3514890" y="2805357"/>
                </a:lnTo>
                <a:lnTo>
                  <a:pt x="3514507" y="2805317"/>
                </a:lnTo>
                <a:lnTo>
                  <a:pt x="3514126" y="2805270"/>
                </a:lnTo>
                <a:lnTo>
                  <a:pt x="3513746" y="2805214"/>
                </a:lnTo>
                <a:lnTo>
                  <a:pt x="3513369" y="2805150"/>
                </a:lnTo>
                <a:lnTo>
                  <a:pt x="3512993" y="2805078"/>
                </a:lnTo>
                <a:lnTo>
                  <a:pt x="3512618" y="2804997"/>
                </a:lnTo>
                <a:lnTo>
                  <a:pt x="3512246" y="2804909"/>
                </a:lnTo>
                <a:lnTo>
                  <a:pt x="3511875" y="2804812"/>
                </a:lnTo>
                <a:lnTo>
                  <a:pt x="3511506" y="2804707"/>
                </a:lnTo>
                <a:lnTo>
                  <a:pt x="3511139" y="2804593"/>
                </a:lnTo>
                <a:lnTo>
                  <a:pt x="3510774" y="2804472"/>
                </a:lnTo>
                <a:lnTo>
                  <a:pt x="3510410" y="2804342"/>
                </a:lnTo>
                <a:lnTo>
                  <a:pt x="3510048" y="2804204"/>
                </a:lnTo>
                <a:lnTo>
                  <a:pt x="3509688" y="2804058"/>
                </a:lnTo>
                <a:lnTo>
                  <a:pt x="3509329" y="2803904"/>
                </a:lnTo>
                <a:lnTo>
                  <a:pt x="3508973" y="2803741"/>
                </a:lnTo>
                <a:lnTo>
                  <a:pt x="3508618" y="2803570"/>
                </a:lnTo>
                <a:lnTo>
                  <a:pt x="3508265" y="2803391"/>
                </a:lnTo>
                <a:lnTo>
                  <a:pt x="3507934" y="2803189"/>
                </a:lnTo>
                <a:lnTo>
                  <a:pt x="3507617" y="2802978"/>
                </a:lnTo>
                <a:lnTo>
                  <a:pt x="3507314" y="2802757"/>
                </a:lnTo>
                <a:lnTo>
                  <a:pt x="3507025" y="2802527"/>
                </a:lnTo>
                <a:lnTo>
                  <a:pt x="3506750" y="2802288"/>
                </a:lnTo>
                <a:lnTo>
                  <a:pt x="3506490" y="2802039"/>
                </a:lnTo>
                <a:lnTo>
                  <a:pt x="3506243" y="2801780"/>
                </a:lnTo>
                <a:lnTo>
                  <a:pt x="3506011" y="2801513"/>
                </a:lnTo>
                <a:lnTo>
                  <a:pt x="3505792" y="2801236"/>
                </a:lnTo>
                <a:lnTo>
                  <a:pt x="3505588" y="2800949"/>
                </a:lnTo>
                <a:lnTo>
                  <a:pt x="3505398" y="2800653"/>
                </a:lnTo>
                <a:lnTo>
                  <a:pt x="3505222" y="2800348"/>
                </a:lnTo>
                <a:lnTo>
                  <a:pt x="3505060" y="2800033"/>
                </a:lnTo>
                <a:lnTo>
                  <a:pt x="3504912" y="2799709"/>
                </a:lnTo>
                <a:lnTo>
                  <a:pt x="3504778" y="2799376"/>
                </a:lnTo>
                <a:lnTo>
                  <a:pt x="3504658" y="2799033"/>
                </a:lnTo>
                <a:lnTo>
                  <a:pt x="3504552" y="2798681"/>
                </a:lnTo>
                <a:lnTo>
                  <a:pt x="3504461" y="2798319"/>
                </a:lnTo>
                <a:lnTo>
                  <a:pt x="3504383" y="2797948"/>
                </a:lnTo>
                <a:lnTo>
                  <a:pt x="3504320" y="2797568"/>
                </a:lnTo>
                <a:lnTo>
                  <a:pt x="3504271" y="2797178"/>
                </a:lnTo>
                <a:lnTo>
                  <a:pt x="3504235" y="2796779"/>
                </a:lnTo>
                <a:lnTo>
                  <a:pt x="3504214" y="2796370"/>
                </a:lnTo>
                <a:lnTo>
                  <a:pt x="3504207" y="2795952"/>
                </a:lnTo>
                <a:lnTo>
                  <a:pt x="3504207" y="2759603"/>
                </a:lnTo>
                <a:lnTo>
                  <a:pt x="3504200" y="2758988"/>
                </a:lnTo>
                <a:lnTo>
                  <a:pt x="3504180" y="2758385"/>
                </a:lnTo>
                <a:lnTo>
                  <a:pt x="3504146" y="2757793"/>
                </a:lnTo>
                <a:lnTo>
                  <a:pt x="3504099" y="2757212"/>
                </a:lnTo>
                <a:lnTo>
                  <a:pt x="3504038" y="2756643"/>
                </a:lnTo>
                <a:lnTo>
                  <a:pt x="3503964" y="2756084"/>
                </a:lnTo>
                <a:lnTo>
                  <a:pt x="3503876" y="2755537"/>
                </a:lnTo>
                <a:lnTo>
                  <a:pt x="3503775" y="2755000"/>
                </a:lnTo>
                <a:lnTo>
                  <a:pt x="3503660" y="2754475"/>
                </a:lnTo>
                <a:lnTo>
                  <a:pt x="3503532" y="2753961"/>
                </a:lnTo>
                <a:lnTo>
                  <a:pt x="3503390" y="2753458"/>
                </a:lnTo>
                <a:lnTo>
                  <a:pt x="3503235" y="2752967"/>
                </a:lnTo>
                <a:lnTo>
                  <a:pt x="3503066" y="2752486"/>
                </a:lnTo>
                <a:lnTo>
                  <a:pt x="3502884" y="2752017"/>
                </a:lnTo>
                <a:lnTo>
                  <a:pt x="3502688" y="2751559"/>
                </a:lnTo>
                <a:lnTo>
                  <a:pt x="3502479" y="2751112"/>
                </a:lnTo>
                <a:lnTo>
                  <a:pt x="3502256" y="2750676"/>
                </a:lnTo>
                <a:lnTo>
                  <a:pt x="3502020" y="2750251"/>
                </a:lnTo>
                <a:lnTo>
                  <a:pt x="3501770" y="2749838"/>
                </a:lnTo>
                <a:lnTo>
                  <a:pt x="3501507" y="2749435"/>
                </a:lnTo>
                <a:lnTo>
                  <a:pt x="3501230" y="2749044"/>
                </a:lnTo>
                <a:lnTo>
                  <a:pt x="3500940" y="2748664"/>
                </a:lnTo>
                <a:lnTo>
                  <a:pt x="3500636" y="2748295"/>
                </a:lnTo>
                <a:lnTo>
                  <a:pt x="3500319" y="2747937"/>
                </a:lnTo>
                <a:lnTo>
                  <a:pt x="3500004" y="2747575"/>
                </a:lnTo>
                <a:lnTo>
                  <a:pt x="3499681" y="2747223"/>
                </a:lnTo>
                <a:lnTo>
                  <a:pt x="3499349" y="2746880"/>
                </a:lnTo>
                <a:lnTo>
                  <a:pt x="3499008" y="2746547"/>
                </a:lnTo>
                <a:lnTo>
                  <a:pt x="3498659" y="2746223"/>
                </a:lnTo>
                <a:lnTo>
                  <a:pt x="3498300" y="2745908"/>
                </a:lnTo>
                <a:lnTo>
                  <a:pt x="3497933" y="2745603"/>
                </a:lnTo>
                <a:lnTo>
                  <a:pt x="3497557" y="2745307"/>
                </a:lnTo>
                <a:lnTo>
                  <a:pt x="3497172" y="2745021"/>
                </a:lnTo>
                <a:lnTo>
                  <a:pt x="3496779" y="2744744"/>
                </a:lnTo>
                <a:lnTo>
                  <a:pt x="3496376" y="2744476"/>
                </a:lnTo>
                <a:lnTo>
                  <a:pt x="3495965" y="2744218"/>
                </a:lnTo>
                <a:lnTo>
                  <a:pt x="3495545" y="2743969"/>
                </a:lnTo>
                <a:lnTo>
                  <a:pt x="3495116" y="2743729"/>
                </a:lnTo>
                <a:lnTo>
                  <a:pt x="3494679" y="2743499"/>
                </a:lnTo>
                <a:lnTo>
                  <a:pt x="3494232" y="2743278"/>
                </a:lnTo>
                <a:lnTo>
                  <a:pt x="3493777" y="2743067"/>
                </a:lnTo>
                <a:lnTo>
                  <a:pt x="3493313" y="2742865"/>
                </a:lnTo>
                <a:lnTo>
                  <a:pt x="3492840" y="2742673"/>
                </a:lnTo>
                <a:lnTo>
                  <a:pt x="3492358" y="2742489"/>
                </a:lnTo>
                <a:lnTo>
                  <a:pt x="3491868" y="2742316"/>
                </a:lnTo>
                <a:lnTo>
                  <a:pt x="3491369" y="2742151"/>
                </a:lnTo>
                <a:lnTo>
                  <a:pt x="3490861" y="2741996"/>
                </a:lnTo>
                <a:lnTo>
                  <a:pt x="3490344" y="2741851"/>
                </a:lnTo>
                <a:lnTo>
                  <a:pt x="3489834" y="2741700"/>
                </a:lnTo>
                <a:lnTo>
                  <a:pt x="3489320" y="2741558"/>
                </a:lnTo>
                <a:lnTo>
                  <a:pt x="3488801" y="2741425"/>
                </a:lnTo>
                <a:lnTo>
                  <a:pt x="3488277" y="2741301"/>
                </a:lnTo>
                <a:lnTo>
                  <a:pt x="3487749" y="2741186"/>
                </a:lnTo>
                <a:lnTo>
                  <a:pt x="3487216" y="2741079"/>
                </a:lnTo>
                <a:lnTo>
                  <a:pt x="3486678" y="2740982"/>
                </a:lnTo>
                <a:lnTo>
                  <a:pt x="3486136" y="2740893"/>
                </a:lnTo>
                <a:lnTo>
                  <a:pt x="3485589" y="2740812"/>
                </a:lnTo>
                <a:lnTo>
                  <a:pt x="3485037" y="2740741"/>
                </a:lnTo>
                <a:lnTo>
                  <a:pt x="3484480" y="2740679"/>
                </a:lnTo>
                <a:lnTo>
                  <a:pt x="3483919" y="2740625"/>
                </a:lnTo>
                <a:lnTo>
                  <a:pt x="3483353" y="2740580"/>
                </a:lnTo>
                <a:lnTo>
                  <a:pt x="3482783" y="2740544"/>
                </a:lnTo>
                <a:lnTo>
                  <a:pt x="3482207" y="2740517"/>
                </a:lnTo>
                <a:lnTo>
                  <a:pt x="3481627" y="2740498"/>
                </a:lnTo>
                <a:lnTo>
                  <a:pt x="3481043" y="2740488"/>
                </a:lnTo>
                <a:lnTo>
                  <a:pt x="3480453" y="2740488"/>
                </a:lnTo>
                <a:lnTo>
                  <a:pt x="3479859" y="2740495"/>
                </a:lnTo>
                <a:lnTo>
                  <a:pt x="3479260" y="2740512"/>
                </a:lnTo>
                <a:lnTo>
                  <a:pt x="3478657" y="2740538"/>
                </a:lnTo>
                <a:lnTo>
                  <a:pt x="3478049" y="2740572"/>
                </a:lnTo>
                <a:lnTo>
                  <a:pt x="3477436" y="2740615"/>
                </a:lnTo>
                <a:lnTo>
                  <a:pt x="3476818" y="2740667"/>
                </a:lnTo>
                <a:lnTo>
                  <a:pt x="3476818" y="2748782"/>
                </a:lnTo>
                <a:lnTo>
                  <a:pt x="3477017" y="2748784"/>
                </a:lnTo>
                <a:lnTo>
                  <a:pt x="3477217" y="2748787"/>
                </a:lnTo>
                <a:lnTo>
                  <a:pt x="3477421" y="2748793"/>
                </a:lnTo>
                <a:lnTo>
                  <a:pt x="3477626" y="2748801"/>
                </a:lnTo>
                <a:lnTo>
                  <a:pt x="3477834" y="2748812"/>
                </a:lnTo>
                <a:lnTo>
                  <a:pt x="3478044" y="2748825"/>
                </a:lnTo>
                <a:close/>
                <a:moveTo>
                  <a:pt x="3579418" y="2748825"/>
                </a:moveTo>
                <a:lnTo>
                  <a:pt x="3579631" y="2748840"/>
                </a:lnTo>
                <a:lnTo>
                  <a:pt x="3579846" y="2748858"/>
                </a:lnTo>
                <a:lnTo>
                  <a:pt x="3580063" y="2748878"/>
                </a:lnTo>
                <a:lnTo>
                  <a:pt x="3580282" y="2748900"/>
                </a:lnTo>
                <a:lnTo>
                  <a:pt x="3580504" y="2748924"/>
                </a:lnTo>
                <a:lnTo>
                  <a:pt x="3580728" y="2748951"/>
                </a:lnTo>
                <a:lnTo>
                  <a:pt x="3580955" y="2748981"/>
                </a:lnTo>
                <a:lnTo>
                  <a:pt x="3581184" y="2749013"/>
                </a:lnTo>
                <a:lnTo>
                  <a:pt x="3581415" y="2749047"/>
                </a:lnTo>
                <a:lnTo>
                  <a:pt x="3581649" y="2749083"/>
                </a:lnTo>
                <a:lnTo>
                  <a:pt x="3581885" y="2749122"/>
                </a:lnTo>
                <a:lnTo>
                  <a:pt x="3582123" y="2749163"/>
                </a:lnTo>
                <a:lnTo>
                  <a:pt x="3582364" y="2749206"/>
                </a:lnTo>
                <a:lnTo>
                  <a:pt x="3582607" y="2749252"/>
                </a:lnTo>
                <a:lnTo>
                  <a:pt x="3582852" y="2749300"/>
                </a:lnTo>
                <a:lnTo>
                  <a:pt x="3583100" y="2749351"/>
                </a:lnTo>
                <a:lnTo>
                  <a:pt x="3583350" y="2749404"/>
                </a:lnTo>
                <a:lnTo>
                  <a:pt x="3583603" y="2749459"/>
                </a:lnTo>
                <a:lnTo>
                  <a:pt x="3583855" y="2749518"/>
                </a:lnTo>
                <a:lnTo>
                  <a:pt x="3584104" y="2749581"/>
                </a:lnTo>
                <a:lnTo>
                  <a:pt x="3584350" y="2749649"/>
                </a:lnTo>
                <a:lnTo>
                  <a:pt x="3584593" y="2749722"/>
                </a:lnTo>
                <a:lnTo>
                  <a:pt x="3584834" y="2749799"/>
                </a:lnTo>
                <a:lnTo>
                  <a:pt x="3585071" y="2749881"/>
                </a:lnTo>
                <a:lnTo>
                  <a:pt x="3585306" y="2749968"/>
                </a:lnTo>
                <a:lnTo>
                  <a:pt x="3585537" y="2750060"/>
                </a:lnTo>
                <a:lnTo>
                  <a:pt x="3585766" y="2750156"/>
                </a:lnTo>
                <a:lnTo>
                  <a:pt x="3585992" y="2750257"/>
                </a:lnTo>
                <a:lnTo>
                  <a:pt x="3586215" y="2750363"/>
                </a:lnTo>
                <a:lnTo>
                  <a:pt x="3586435" y="2750473"/>
                </a:lnTo>
                <a:lnTo>
                  <a:pt x="3586651" y="2750588"/>
                </a:lnTo>
                <a:lnTo>
                  <a:pt x="3586865" y="2750708"/>
                </a:lnTo>
                <a:lnTo>
                  <a:pt x="3587076" y="2750832"/>
                </a:lnTo>
                <a:lnTo>
                  <a:pt x="3587285" y="2750961"/>
                </a:lnTo>
                <a:lnTo>
                  <a:pt x="3587490" y="2751095"/>
                </a:lnTo>
                <a:lnTo>
                  <a:pt x="3587692" y="2751234"/>
                </a:lnTo>
                <a:lnTo>
                  <a:pt x="3587891" y="2751377"/>
                </a:lnTo>
                <a:lnTo>
                  <a:pt x="3588088" y="2751525"/>
                </a:lnTo>
                <a:lnTo>
                  <a:pt x="3588281" y="2751678"/>
                </a:lnTo>
                <a:lnTo>
                  <a:pt x="3588472" y="2751835"/>
                </a:lnTo>
                <a:lnTo>
                  <a:pt x="3588659" y="2751997"/>
                </a:lnTo>
                <a:lnTo>
                  <a:pt x="3588844" y="2752164"/>
                </a:lnTo>
                <a:lnTo>
                  <a:pt x="3589037" y="2752322"/>
                </a:lnTo>
                <a:lnTo>
                  <a:pt x="3589223" y="2752487"/>
                </a:lnTo>
                <a:lnTo>
                  <a:pt x="3589401" y="2752658"/>
                </a:lnTo>
                <a:lnTo>
                  <a:pt x="3589572" y="2752835"/>
                </a:lnTo>
                <a:lnTo>
                  <a:pt x="3589735" y="2753019"/>
                </a:lnTo>
                <a:lnTo>
                  <a:pt x="3589890" y="2753210"/>
                </a:lnTo>
                <a:lnTo>
                  <a:pt x="3590038" y="2753407"/>
                </a:lnTo>
                <a:lnTo>
                  <a:pt x="3590178" y="2753610"/>
                </a:lnTo>
                <a:lnTo>
                  <a:pt x="3590310" y="2753820"/>
                </a:lnTo>
                <a:lnTo>
                  <a:pt x="3590435" y="2754037"/>
                </a:lnTo>
                <a:lnTo>
                  <a:pt x="3590552" y="2754259"/>
                </a:lnTo>
                <a:lnTo>
                  <a:pt x="3590661" y="2754489"/>
                </a:lnTo>
                <a:lnTo>
                  <a:pt x="3590763" y="2754724"/>
                </a:lnTo>
                <a:lnTo>
                  <a:pt x="3590857" y="2754966"/>
                </a:lnTo>
                <a:lnTo>
                  <a:pt x="3590944" y="2755215"/>
                </a:lnTo>
                <a:lnTo>
                  <a:pt x="3591023" y="2755470"/>
                </a:lnTo>
                <a:lnTo>
                  <a:pt x="3591094" y="2755732"/>
                </a:lnTo>
                <a:lnTo>
                  <a:pt x="3591158" y="2756000"/>
                </a:lnTo>
                <a:lnTo>
                  <a:pt x="3591214" y="2756274"/>
                </a:lnTo>
                <a:lnTo>
                  <a:pt x="3591263" y="2756555"/>
                </a:lnTo>
                <a:lnTo>
                  <a:pt x="3591303" y="2756842"/>
                </a:lnTo>
                <a:lnTo>
                  <a:pt x="3591336" y="2757136"/>
                </a:lnTo>
                <a:lnTo>
                  <a:pt x="3591362" y="2757436"/>
                </a:lnTo>
                <a:lnTo>
                  <a:pt x="3591380" y="2757743"/>
                </a:lnTo>
                <a:lnTo>
                  <a:pt x="3592732" y="2793923"/>
                </a:lnTo>
                <a:lnTo>
                  <a:pt x="3592765" y="2794607"/>
                </a:lnTo>
                <a:lnTo>
                  <a:pt x="3592807" y="2795278"/>
                </a:lnTo>
                <a:lnTo>
                  <a:pt x="3592859" y="2795936"/>
                </a:lnTo>
                <a:lnTo>
                  <a:pt x="3592920" y="2796581"/>
                </a:lnTo>
                <a:lnTo>
                  <a:pt x="3592991" y="2797214"/>
                </a:lnTo>
                <a:lnTo>
                  <a:pt x="3593070" y="2797833"/>
                </a:lnTo>
                <a:lnTo>
                  <a:pt x="3593160" y="2798439"/>
                </a:lnTo>
                <a:lnTo>
                  <a:pt x="3593258" y="2799033"/>
                </a:lnTo>
                <a:lnTo>
                  <a:pt x="3593366" y="2799613"/>
                </a:lnTo>
                <a:lnTo>
                  <a:pt x="3593484" y="2800181"/>
                </a:lnTo>
                <a:lnTo>
                  <a:pt x="3593610" y="2800736"/>
                </a:lnTo>
                <a:lnTo>
                  <a:pt x="3593747" y="2801278"/>
                </a:lnTo>
                <a:lnTo>
                  <a:pt x="3593892" y="2801807"/>
                </a:lnTo>
                <a:lnTo>
                  <a:pt x="3594047" y="2802323"/>
                </a:lnTo>
                <a:lnTo>
                  <a:pt x="3594212" y="2802826"/>
                </a:lnTo>
                <a:lnTo>
                  <a:pt x="3594385" y="2803316"/>
                </a:lnTo>
                <a:lnTo>
                  <a:pt x="3594569" y="2803793"/>
                </a:lnTo>
                <a:lnTo>
                  <a:pt x="3594761" y="2804257"/>
                </a:lnTo>
                <a:lnTo>
                  <a:pt x="3594963" y="2804709"/>
                </a:lnTo>
                <a:lnTo>
                  <a:pt x="3595174" y="2805147"/>
                </a:lnTo>
                <a:lnTo>
                  <a:pt x="3595395" y="2805573"/>
                </a:lnTo>
                <a:lnTo>
                  <a:pt x="3595625" y="2805986"/>
                </a:lnTo>
                <a:lnTo>
                  <a:pt x="3595865" y="2806385"/>
                </a:lnTo>
                <a:lnTo>
                  <a:pt x="3596114" y="2806772"/>
                </a:lnTo>
                <a:lnTo>
                  <a:pt x="3596390" y="2807145"/>
                </a:lnTo>
                <a:lnTo>
                  <a:pt x="3596685" y="2807501"/>
                </a:lnTo>
                <a:lnTo>
                  <a:pt x="3596999" y="2807842"/>
                </a:lnTo>
                <a:lnTo>
                  <a:pt x="3597330" y="2808167"/>
                </a:lnTo>
                <a:lnTo>
                  <a:pt x="3597680" y="2808476"/>
                </a:lnTo>
                <a:lnTo>
                  <a:pt x="3598047" y="2808769"/>
                </a:lnTo>
                <a:lnTo>
                  <a:pt x="3598433" y="2809047"/>
                </a:lnTo>
                <a:lnTo>
                  <a:pt x="3598837" y="2809308"/>
                </a:lnTo>
                <a:lnTo>
                  <a:pt x="3599260" y="2809554"/>
                </a:lnTo>
                <a:lnTo>
                  <a:pt x="3599700" y="2809784"/>
                </a:lnTo>
                <a:lnTo>
                  <a:pt x="3600159" y="2809998"/>
                </a:lnTo>
                <a:lnTo>
                  <a:pt x="3600636" y="2810196"/>
                </a:lnTo>
                <a:lnTo>
                  <a:pt x="3601131" y="2810378"/>
                </a:lnTo>
                <a:lnTo>
                  <a:pt x="3601645" y="2810545"/>
                </a:lnTo>
                <a:lnTo>
                  <a:pt x="3602176" y="2810695"/>
                </a:lnTo>
                <a:lnTo>
                  <a:pt x="3602726" y="2810830"/>
                </a:lnTo>
                <a:lnTo>
                  <a:pt x="3603294" y="2810949"/>
                </a:lnTo>
                <a:lnTo>
                  <a:pt x="3603880" y="2811052"/>
                </a:lnTo>
                <a:lnTo>
                  <a:pt x="3604485" y="2811139"/>
                </a:lnTo>
                <a:lnTo>
                  <a:pt x="3605107" y="2811210"/>
                </a:lnTo>
                <a:lnTo>
                  <a:pt x="3605748" y="2811266"/>
                </a:lnTo>
                <a:lnTo>
                  <a:pt x="3606407" y="2811305"/>
                </a:lnTo>
                <a:lnTo>
                  <a:pt x="3607084" y="2811329"/>
                </a:lnTo>
                <a:lnTo>
                  <a:pt x="3607779" y="2811337"/>
                </a:lnTo>
                <a:lnTo>
                  <a:pt x="3607779" y="2812859"/>
                </a:lnTo>
                <a:lnTo>
                  <a:pt x="3607084" y="2812867"/>
                </a:lnTo>
                <a:lnTo>
                  <a:pt x="3606407" y="2812891"/>
                </a:lnTo>
                <a:lnTo>
                  <a:pt x="3605748" y="2812930"/>
                </a:lnTo>
                <a:lnTo>
                  <a:pt x="3605107" y="2812986"/>
                </a:lnTo>
                <a:lnTo>
                  <a:pt x="3604485" y="2813057"/>
                </a:lnTo>
                <a:lnTo>
                  <a:pt x="3603880" y="2813144"/>
                </a:lnTo>
                <a:lnTo>
                  <a:pt x="3603294" y="2813247"/>
                </a:lnTo>
                <a:lnTo>
                  <a:pt x="3602726" y="2813366"/>
                </a:lnTo>
                <a:lnTo>
                  <a:pt x="3602176" y="2813501"/>
                </a:lnTo>
                <a:lnTo>
                  <a:pt x="3601645" y="2813651"/>
                </a:lnTo>
                <a:lnTo>
                  <a:pt x="3601131" y="2813818"/>
                </a:lnTo>
                <a:lnTo>
                  <a:pt x="3600636" y="2814000"/>
                </a:lnTo>
                <a:lnTo>
                  <a:pt x="3600159" y="2814198"/>
                </a:lnTo>
                <a:lnTo>
                  <a:pt x="3599700" y="2814412"/>
                </a:lnTo>
                <a:lnTo>
                  <a:pt x="3599260" y="2814642"/>
                </a:lnTo>
                <a:lnTo>
                  <a:pt x="3598837" y="2814888"/>
                </a:lnTo>
                <a:lnTo>
                  <a:pt x="3598433" y="2815149"/>
                </a:lnTo>
                <a:lnTo>
                  <a:pt x="3598047" y="2815427"/>
                </a:lnTo>
                <a:lnTo>
                  <a:pt x="3597680" y="2815720"/>
                </a:lnTo>
                <a:lnTo>
                  <a:pt x="3597330" y="2816029"/>
                </a:lnTo>
                <a:lnTo>
                  <a:pt x="3596999" y="2816354"/>
                </a:lnTo>
                <a:lnTo>
                  <a:pt x="3596685" y="2816695"/>
                </a:lnTo>
                <a:lnTo>
                  <a:pt x="3596390" y="2817051"/>
                </a:lnTo>
                <a:lnTo>
                  <a:pt x="3596114" y="2817424"/>
                </a:lnTo>
                <a:lnTo>
                  <a:pt x="3595865" y="2817811"/>
                </a:lnTo>
                <a:lnTo>
                  <a:pt x="3595625" y="2818210"/>
                </a:lnTo>
                <a:lnTo>
                  <a:pt x="3595395" y="2818623"/>
                </a:lnTo>
                <a:lnTo>
                  <a:pt x="3595174" y="2819049"/>
                </a:lnTo>
                <a:lnTo>
                  <a:pt x="3594963" y="2819487"/>
                </a:lnTo>
                <a:lnTo>
                  <a:pt x="3594761" y="2819939"/>
                </a:lnTo>
                <a:lnTo>
                  <a:pt x="3594569" y="2820403"/>
                </a:lnTo>
                <a:lnTo>
                  <a:pt x="3594385" y="2820880"/>
                </a:lnTo>
                <a:lnTo>
                  <a:pt x="3594212" y="2821370"/>
                </a:lnTo>
                <a:lnTo>
                  <a:pt x="3594047" y="2821874"/>
                </a:lnTo>
                <a:lnTo>
                  <a:pt x="3593892" y="2822390"/>
                </a:lnTo>
                <a:lnTo>
                  <a:pt x="3593747" y="2822919"/>
                </a:lnTo>
                <a:lnTo>
                  <a:pt x="3593610" y="2823460"/>
                </a:lnTo>
                <a:lnTo>
                  <a:pt x="3593484" y="2824015"/>
                </a:lnTo>
                <a:lnTo>
                  <a:pt x="3593366" y="2824583"/>
                </a:lnTo>
                <a:lnTo>
                  <a:pt x="3593258" y="2825163"/>
                </a:lnTo>
                <a:lnTo>
                  <a:pt x="3593160" y="2825757"/>
                </a:lnTo>
                <a:lnTo>
                  <a:pt x="3593070" y="2826363"/>
                </a:lnTo>
                <a:lnTo>
                  <a:pt x="3592991" y="2826983"/>
                </a:lnTo>
                <a:lnTo>
                  <a:pt x="3592920" y="2827615"/>
                </a:lnTo>
                <a:lnTo>
                  <a:pt x="3592859" y="2828260"/>
                </a:lnTo>
                <a:lnTo>
                  <a:pt x="3592807" y="2828918"/>
                </a:lnTo>
                <a:lnTo>
                  <a:pt x="3592765" y="2829589"/>
                </a:lnTo>
                <a:lnTo>
                  <a:pt x="3592732" y="2830273"/>
                </a:lnTo>
                <a:lnTo>
                  <a:pt x="3591380" y="2866453"/>
                </a:lnTo>
                <a:lnTo>
                  <a:pt x="3591362" y="2866760"/>
                </a:lnTo>
                <a:lnTo>
                  <a:pt x="3591336" y="2867060"/>
                </a:lnTo>
                <a:lnTo>
                  <a:pt x="3591303" y="2867354"/>
                </a:lnTo>
                <a:lnTo>
                  <a:pt x="3591263" y="2867641"/>
                </a:lnTo>
                <a:lnTo>
                  <a:pt x="3591214" y="2867922"/>
                </a:lnTo>
                <a:lnTo>
                  <a:pt x="3591158" y="2868197"/>
                </a:lnTo>
                <a:lnTo>
                  <a:pt x="3591094" y="2868464"/>
                </a:lnTo>
                <a:lnTo>
                  <a:pt x="3591023" y="2868726"/>
                </a:lnTo>
                <a:lnTo>
                  <a:pt x="3590944" y="2868981"/>
                </a:lnTo>
                <a:lnTo>
                  <a:pt x="3590857" y="2869230"/>
                </a:lnTo>
                <a:lnTo>
                  <a:pt x="3590763" y="2869472"/>
                </a:lnTo>
                <a:lnTo>
                  <a:pt x="3590661" y="2869708"/>
                </a:lnTo>
                <a:lnTo>
                  <a:pt x="3590552" y="2869937"/>
                </a:lnTo>
                <a:lnTo>
                  <a:pt x="3590435" y="2870160"/>
                </a:lnTo>
                <a:lnTo>
                  <a:pt x="3590310" y="2870376"/>
                </a:lnTo>
                <a:lnTo>
                  <a:pt x="3590178" y="2870586"/>
                </a:lnTo>
                <a:lnTo>
                  <a:pt x="3590038" y="2870789"/>
                </a:lnTo>
                <a:lnTo>
                  <a:pt x="3589890" y="2870986"/>
                </a:lnTo>
                <a:lnTo>
                  <a:pt x="3589735" y="2871177"/>
                </a:lnTo>
                <a:lnTo>
                  <a:pt x="3589572" y="2871361"/>
                </a:lnTo>
                <a:lnTo>
                  <a:pt x="3589401" y="2871538"/>
                </a:lnTo>
                <a:lnTo>
                  <a:pt x="3589223" y="2871709"/>
                </a:lnTo>
                <a:lnTo>
                  <a:pt x="3589037" y="2871874"/>
                </a:lnTo>
                <a:lnTo>
                  <a:pt x="3588844" y="2872032"/>
                </a:lnTo>
                <a:lnTo>
                  <a:pt x="3588659" y="2872199"/>
                </a:lnTo>
                <a:lnTo>
                  <a:pt x="3588472" y="2872361"/>
                </a:lnTo>
                <a:lnTo>
                  <a:pt x="3588281" y="2872518"/>
                </a:lnTo>
                <a:lnTo>
                  <a:pt x="3588088" y="2872671"/>
                </a:lnTo>
                <a:lnTo>
                  <a:pt x="3587891" y="2872819"/>
                </a:lnTo>
                <a:lnTo>
                  <a:pt x="3587692" y="2872962"/>
                </a:lnTo>
                <a:lnTo>
                  <a:pt x="3587490" y="2873101"/>
                </a:lnTo>
                <a:lnTo>
                  <a:pt x="3587285" y="2873235"/>
                </a:lnTo>
                <a:lnTo>
                  <a:pt x="3587076" y="2873364"/>
                </a:lnTo>
                <a:lnTo>
                  <a:pt x="3586865" y="2873488"/>
                </a:lnTo>
                <a:lnTo>
                  <a:pt x="3586651" y="2873608"/>
                </a:lnTo>
                <a:lnTo>
                  <a:pt x="3586435" y="2873723"/>
                </a:lnTo>
                <a:lnTo>
                  <a:pt x="3586215" y="2873833"/>
                </a:lnTo>
                <a:lnTo>
                  <a:pt x="3585992" y="2873939"/>
                </a:lnTo>
                <a:lnTo>
                  <a:pt x="3585766" y="2874040"/>
                </a:lnTo>
                <a:lnTo>
                  <a:pt x="3585537" y="2874136"/>
                </a:lnTo>
                <a:lnTo>
                  <a:pt x="3585306" y="2874228"/>
                </a:lnTo>
                <a:lnTo>
                  <a:pt x="3585071" y="2874315"/>
                </a:lnTo>
                <a:lnTo>
                  <a:pt x="3584834" y="2874397"/>
                </a:lnTo>
                <a:lnTo>
                  <a:pt x="3584593" y="2874474"/>
                </a:lnTo>
                <a:lnTo>
                  <a:pt x="3584350" y="2874547"/>
                </a:lnTo>
                <a:lnTo>
                  <a:pt x="3584104" y="2874615"/>
                </a:lnTo>
                <a:lnTo>
                  <a:pt x="3583855" y="2874679"/>
                </a:lnTo>
                <a:lnTo>
                  <a:pt x="3583603" y="2874737"/>
                </a:lnTo>
                <a:lnTo>
                  <a:pt x="3583350" y="2874793"/>
                </a:lnTo>
                <a:lnTo>
                  <a:pt x="3583100" y="2874845"/>
                </a:lnTo>
                <a:lnTo>
                  <a:pt x="3582852" y="2874896"/>
                </a:lnTo>
                <a:lnTo>
                  <a:pt x="3582607" y="2874944"/>
                </a:lnTo>
                <a:lnTo>
                  <a:pt x="3582364" y="2874990"/>
                </a:lnTo>
                <a:lnTo>
                  <a:pt x="3582123" y="2875033"/>
                </a:lnTo>
                <a:lnTo>
                  <a:pt x="3581885" y="2875074"/>
                </a:lnTo>
                <a:lnTo>
                  <a:pt x="3581649" y="2875113"/>
                </a:lnTo>
                <a:lnTo>
                  <a:pt x="3581415" y="2875150"/>
                </a:lnTo>
                <a:lnTo>
                  <a:pt x="3581184" y="2875184"/>
                </a:lnTo>
                <a:lnTo>
                  <a:pt x="3580955" y="2875215"/>
                </a:lnTo>
                <a:lnTo>
                  <a:pt x="3580728" y="2875245"/>
                </a:lnTo>
                <a:lnTo>
                  <a:pt x="3580504" y="2875272"/>
                </a:lnTo>
                <a:lnTo>
                  <a:pt x="3580282" y="2875296"/>
                </a:lnTo>
                <a:lnTo>
                  <a:pt x="3580063" y="2875319"/>
                </a:lnTo>
                <a:lnTo>
                  <a:pt x="3579846" y="2875339"/>
                </a:lnTo>
                <a:lnTo>
                  <a:pt x="3579631" y="2875356"/>
                </a:lnTo>
                <a:lnTo>
                  <a:pt x="3579418" y="2875371"/>
                </a:lnTo>
                <a:lnTo>
                  <a:pt x="3579208" y="2875384"/>
                </a:lnTo>
                <a:lnTo>
                  <a:pt x="3579000" y="2875395"/>
                </a:lnTo>
                <a:lnTo>
                  <a:pt x="3578795" y="2875403"/>
                </a:lnTo>
                <a:lnTo>
                  <a:pt x="3578592" y="2875409"/>
                </a:lnTo>
                <a:lnTo>
                  <a:pt x="3578391" y="2875413"/>
                </a:lnTo>
                <a:lnTo>
                  <a:pt x="3578192" y="2875414"/>
                </a:lnTo>
                <a:lnTo>
                  <a:pt x="3578192" y="2883529"/>
                </a:lnTo>
                <a:lnTo>
                  <a:pt x="3578810" y="2883567"/>
                </a:lnTo>
                <a:lnTo>
                  <a:pt x="3579423" y="2883598"/>
                </a:lnTo>
                <a:lnTo>
                  <a:pt x="3580031" y="2883621"/>
                </a:lnTo>
                <a:lnTo>
                  <a:pt x="3580635" y="2883637"/>
                </a:lnTo>
                <a:lnTo>
                  <a:pt x="3581233" y="2883645"/>
                </a:lnTo>
                <a:lnTo>
                  <a:pt x="3581827" y="2883645"/>
                </a:lnTo>
                <a:lnTo>
                  <a:pt x="3582417" y="2883638"/>
                </a:lnTo>
                <a:lnTo>
                  <a:pt x="3583002" y="2883623"/>
                </a:lnTo>
                <a:lnTo>
                  <a:pt x="3583582" y="2883600"/>
                </a:lnTo>
                <a:lnTo>
                  <a:pt x="3584157" y="2883570"/>
                </a:lnTo>
                <a:lnTo>
                  <a:pt x="3584727" y="2883532"/>
                </a:lnTo>
                <a:lnTo>
                  <a:pt x="3585293" y="2883487"/>
                </a:lnTo>
                <a:lnTo>
                  <a:pt x="3585855" y="2883434"/>
                </a:lnTo>
                <a:lnTo>
                  <a:pt x="3586411" y="2883373"/>
                </a:lnTo>
                <a:lnTo>
                  <a:pt x="3586963" y="2883304"/>
                </a:lnTo>
                <a:lnTo>
                  <a:pt x="3587510" y="2883228"/>
                </a:lnTo>
                <a:lnTo>
                  <a:pt x="3588052" y="2883145"/>
                </a:lnTo>
                <a:lnTo>
                  <a:pt x="3588590" y="2883053"/>
                </a:lnTo>
                <a:lnTo>
                  <a:pt x="3589123" y="2882955"/>
                </a:lnTo>
                <a:lnTo>
                  <a:pt x="3589651" y="2882848"/>
                </a:lnTo>
                <a:lnTo>
                  <a:pt x="3590175" y="2882734"/>
                </a:lnTo>
                <a:lnTo>
                  <a:pt x="3590694" y="2882612"/>
                </a:lnTo>
                <a:lnTo>
                  <a:pt x="3591208" y="2882483"/>
                </a:lnTo>
                <a:lnTo>
                  <a:pt x="3591718" y="2882345"/>
                </a:lnTo>
                <a:lnTo>
                  <a:pt x="3592235" y="2882200"/>
                </a:lnTo>
                <a:lnTo>
                  <a:pt x="3592743" y="2882045"/>
                </a:lnTo>
                <a:lnTo>
                  <a:pt x="3593242" y="2881880"/>
                </a:lnTo>
                <a:lnTo>
                  <a:pt x="3593733" y="2881707"/>
                </a:lnTo>
                <a:lnTo>
                  <a:pt x="3594214" y="2881524"/>
                </a:lnTo>
                <a:lnTo>
                  <a:pt x="3594687" y="2881331"/>
                </a:lnTo>
                <a:lnTo>
                  <a:pt x="3595151" y="2881129"/>
                </a:lnTo>
                <a:lnTo>
                  <a:pt x="3595606" y="2880918"/>
                </a:lnTo>
                <a:lnTo>
                  <a:pt x="3596053" y="2880697"/>
                </a:lnTo>
                <a:lnTo>
                  <a:pt x="3596491" y="2880467"/>
                </a:lnTo>
                <a:lnTo>
                  <a:pt x="3596919" y="2880227"/>
                </a:lnTo>
                <a:lnTo>
                  <a:pt x="3597339" y="2879978"/>
                </a:lnTo>
                <a:lnTo>
                  <a:pt x="3597751" y="2879720"/>
                </a:lnTo>
                <a:lnTo>
                  <a:pt x="3598153" y="2879452"/>
                </a:lnTo>
                <a:lnTo>
                  <a:pt x="3598547" y="2879175"/>
                </a:lnTo>
                <a:lnTo>
                  <a:pt x="3598932" y="2878889"/>
                </a:lnTo>
                <a:lnTo>
                  <a:pt x="3599308" y="2878593"/>
                </a:lnTo>
                <a:lnTo>
                  <a:pt x="3599675" y="2878288"/>
                </a:lnTo>
                <a:lnTo>
                  <a:pt x="3600033" y="2877973"/>
                </a:lnTo>
                <a:lnTo>
                  <a:pt x="3600383" y="2877649"/>
                </a:lnTo>
                <a:lnTo>
                  <a:pt x="3600723" y="2877316"/>
                </a:lnTo>
                <a:lnTo>
                  <a:pt x="3601055" y="2876973"/>
                </a:lnTo>
                <a:lnTo>
                  <a:pt x="3601379" y="2876621"/>
                </a:lnTo>
                <a:lnTo>
                  <a:pt x="3601693" y="2876259"/>
                </a:lnTo>
                <a:lnTo>
                  <a:pt x="3602010" y="2875888"/>
                </a:lnTo>
                <a:lnTo>
                  <a:pt x="3602314" y="2875507"/>
                </a:lnTo>
                <a:lnTo>
                  <a:pt x="3602604" y="2875115"/>
                </a:lnTo>
                <a:lnTo>
                  <a:pt x="3602881" y="2874714"/>
                </a:lnTo>
                <a:lnTo>
                  <a:pt x="3603144" y="2874303"/>
                </a:lnTo>
                <a:lnTo>
                  <a:pt x="3603394" y="2873882"/>
                </a:lnTo>
                <a:lnTo>
                  <a:pt x="3603630" y="2873450"/>
                </a:lnTo>
                <a:lnTo>
                  <a:pt x="3603853" y="2873009"/>
                </a:lnTo>
                <a:lnTo>
                  <a:pt x="3604062" y="2872558"/>
                </a:lnTo>
                <a:lnTo>
                  <a:pt x="3604258" y="2872097"/>
                </a:lnTo>
                <a:lnTo>
                  <a:pt x="3604441" y="2871626"/>
                </a:lnTo>
                <a:lnTo>
                  <a:pt x="3604609" y="2871145"/>
                </a:lnTo>
                <a:lnTo>
                  <a:pt x="3604765" y="2870654"/>
                </a:lnTo>
                <a:lnTo>
                  <a:pt x="3604906" y="2870153"/>
                </a:lnTo>
                <a:lnTo>
                  <a:pt x="3605035" y="2869642"/>
                </a:lnTo>
                <a:lnTo>
                  <a:pt x="3605149" y="2869121"/>
                </a:lnTo>
                <a:lnTo>
                  <a:pt x="3605251" y="2868590"/>
                </a:lnTo>
                <a:lnTo>
                  <a:pt x="3605338" y="2868049"/>
                </a:lnTo>
                <a:lnTo>
                  <a:pt x="3605413" y="2867498"/>
                </a:lnTo>
                <a:lnTo>
                  <a:pt x="3605473" y="2866937"/>
                </a:lnTo>
                <a:lnTo>
                  <a:pt x="3605521" y="2866366"/>
                </a:lnTo>
                <a:lnTo>
                  <a:pt x="3605554" y="2865785"/>
                </a:lnTo>
                <a:lnTo>
                  <a:pt x="3605575" y="2865194"/>
                </a:lnTo>
                <a:lnTo>
                  <a:pt x="3605581" y="2864593"/>
                </a:lnTo>
                <a:lnTo>
                  <a:pt x="3605581" y="2828413"/>
                </a:lnTo>
                <a:lnTo>
                  <a:pt x="3605589" y="2827982"/>
                </a:lnTo>
                <a:lnTo>
                  <a:pt x="3605611" y="2827561"/>
                </a:lnTo>
                <a:lnTo>
                  <a:pt x="3605647" y="2827150"/>
                </a:lnTo>
                <a:lnTo>
                  <a:pt x="3605699" y="2826751"/>
                </a:lnTo>
                <a:lnTo>
                  <a:pt x="3605765" y="2826361"/>
                </a:lnTo>
                <a:lnTo>
                  <a:pt x="3605846" y="2825983"/>
                </a:lnTo>
                <a:lnTo>
                  <a:pt x="3605941" y="2825615"/>
                </a:lnTo>
                <a:lnTo>
                  <a:pt x="3606051" y="2825257"/>
                </a:lnTo>
                <a:lnTo>
                  <a:pt x="3606176" y="2824910"/>
                </a:lnTo>
                <a:lnTo>
                  <a:pt x="3606315" y="2824574"/>
                </a:lnTo>
                <a:lnTo>
                  <a:pt x="3606469" y="2824248"/>
                </a:lnTo>
                <a:lnTo>
                  <a:pt x="3606638" y="2823933"/>
                </a:lnTo>
                <a:lnTo>
                  <a:pt x="3606822" y="2823628"/>
                </a:lnTo>
                <a:lnTo>
                  <a:pt x="3607020" y="2823334"/>
                </a:lnTo>
                <a:lnTo>
                  <a:pt x="3607232" y="2823050"/>
                </a:lnTo>
                <a:lnTo>
                  <a:pt x="3607460" y="2822778"/>
                </a:lnTo>
                <a:lnTo>
                  <a:pt x="3607702" y="2822515"/>
                </a:lnTo>
                <a:lnTo>
                  <a:pt x="3607959" y="2822263"/>
                </a:lnTo>
                <a:lnTo>
                  <a:pt x="3608230" y="2822022"/>
                </a:lnTo>
                <a:lnTo>
                  <a:pt x="3608517" y="2821791"/>
                </a:lnTo>
                <a:lnTo>
                  <a:pt x="3608817" y="2821571"/>
                </a:lnTo>
                <a:lnTo>
                  <a:pt x="3609133" y="2821362"/>
                </a:lnTo>
                <a:lnTo>
                  <a:pt x="3609463" y="2821163"/>
                </a:lnTo>
                <a:lnTo>
                  <a:pt x="3609808" y="2820974"/>
                </a:lnTo>
                <a:lnTo>
                  <a:pt x="3610161" y="2820781"/>
                </a:lnTo>
                <a:lnTo>
                  <a:pt x="3610515" y="2820597"/>
                </a:lnTo>
                <a:lnTo>
                  <a:pt x="3610870" y="2820422"/>
                </a:lnTo>
                <a:lnTo>
                  <a:pt x="3611226" y="2820256"/>
                </a:lnTo>
                <a:lnTo>
                  <a:pt x="3611584" y="2820098"/>
                </a:lnTo>
                <a:lnTo>
                  <a:pt x="3611943" y="2819949"/>
                </a:lnTo>
                <a:lnTo>
                  <a:pt x="3612302" y="2819809"/>
                </a:lnTo>
                <a:lnTo>
                  <a:pt x="3612664" y="2819678"/>
                </a:lnTo>
                <a:lnTo>
                  <a:pt x="3613026" y="2819555"/>
                </a:lnTo>
                <a:lnTo>
                  <a:pt x="3613389" y="2819442"/>
                </a:lnTo>
                <a:lnTo>
                  <a:pt x="3613754" y="2819337"/>
                </a:lnTo>
                <a:lnTo>
                  <a:pt x="3614119" y="2819241"/>
                </a:lnTo>
                <a:lnTo>
                  <a:pt x="3614486" y="2819154"/>
                </a:lnTo>
                <a:lnTo>
                  <a:pt x="3614854" y="2819076"/>
                </a:lnTo>
                <a:lnTo>
                  <a:pt x="3615224" y="2819006"/>
                </a:lnTo>
                <a:lnTo>
                  <a:pt x="3615594" y="2818945"/>
                </a:lnTo>
                <a:lnTo>
                  <a:pt x="3615966" y="2818893"/>
                </a:lnTo>
                <a:lnTo>
                  <a:pt x="3616338" y="2818850"/>
                </a:lnTo>
                <a:lnTo>
                  <a:pt x="3616712" y="2818816"/>
                </a:lnTo>
                <a:lnTo>
                  <a:pt x="3617087" y="2818790"/>
                </a:lnTo>
                <a:lnTo>
                  <a:pt x="3617464" y="2818773"/>
                </a:lnTo>
                <a:lnTo>
                  <a:pt x="3617841" y="2818766"/>
                </a:lnTo>
                <a:lnTo>
                  <a:pt x="3618220" y="2818766"/>
                </a:lnTo>
                <a:lnTo>
                  <a:pt x="3618600" y="2818776"/>
                </a:lnTo>
                <a:lnTo>
                  <a:pt x="3618600" y="2805420"/>
                </a:lnTo>
                <a:lnTo>
                  <a:pt x="3618206" y="2805430"/>
                </a:lnTo>
                <a:lnTo>
                  <a:pt x="3617814" y="2805432"/>
                </a:lnTo>
                <a:lnTo>
                  <a:pt x="3617424" y="2805425"/>
                </a:lnTo>
                <a:lnTo>
                  <a:pt x="3617036" y="2805411"/>
                </a:lnTo>
                <a:lnTo>
                  <a:pt x="3616649" y="2805388"/>
                </a:lnTo>
                <a:lnTo>
                  <a:pt x="3616264" y="2805357"/>
                </a:lnTo>
                <a:lnTo>
                  <a:pt x="3615881" y="2805317"/>
                </a:lnTo>
                <a:lnTo>
                  <a:pt x="3615500" y="2805270"/>
                </a:lnTo>
                <a:lnTo>
                  <a:pt x="3615120" y="2805214"/>
                </a:lnTo>
                <a:lnTo>
                  <a:pt x="3614743" y="2805150"/>
                </a:lnTo>
                <a:lnTo>
                  <a:pt x="3614367" y="2805078"/>
                </a:lnTo>
                <a:lnTo>
                  <a:pt x="3613992" y="2804997"/>
                </a:lnTo>
                <a:lnTo>
                  <a:pt x="3613620" y="2804909"/>
                </a:lnTo>
                <a:lnTo>
                  <a:pt x="3613249" y="2804812"/>
                </a:lnTo>
                <a:lnTo>
                  <a:pt x="3612880" y="2804707"/>
                </a:lnTo>
                <a:lnTo>
                  <a:pt x="3612513" y="2804593"/>
                </a:lnTo>
                <a:lnTo>
                  <a:pt x="3612148" y="2804472"/>
                </a:lnTo>
                <a:lnTo>
                  <a:pt x="3611784" y="2804342"/>
                </a:lnTo>
                <a:lnTo>
                  <a:pt x="3611422" y="2804204"/>
                </a:lnTo>
                <a:lnTo>
                  <a:pt x="3611062" y="2804058"/>
                </a:lnTo>
                <a:lnTo>
                  <a:pt x="3610704" y="2803904"/>
                </a:lnTo>
                <a:lnTo>
                  <a:pt x="3610347" y="2803741"/>
                </a:lnTo>
                <a:lnTo>
                  <a:pt x="3609992" y="2803570"/>
                </a:lnTo>
                <a:lnTo>
                  <a:pt x="3609639" y="2803391"/>
                </a:lnTo>
                <a:lnTo>
                  <a:pt x="3609308" y="2803189"/>
                </a:lnTo>
                <a:lnTo>
                  <a:pt x="3608991" y="2802978"/>
                </a:lnTo>
                <a:lnTo>
                  <a:pt x="3608688" y="2802757"/>
                </a:lnTo>
                <a:lnTo>
                  <a:pt x="3608399" y="2802527"/>
                </a:lnTo>
                <a:lnTo>
                  <a:pt x="3608125" y="2802288"/>
                </a:lnTo>
                <a:lnTo>
                  <a:pt x="3607864" y="2802039"/>
                </a:lnTo>
                <a:lnTo>
                  <a:pt x="3607617" y="2801780"/>
                </a:lnTo>
                <a:lnTo>
                  <a:pt x="3607385" y="2801513"/>
                </a:lnTo>
                <a:lnTo>
                  <a:pt x="3607166" y="2801236"/>
                </a:lnTo>
                <a:lnTo>
                  <a:pt x="3606962" y="2800949"/>
                </a:lnTo>
                <a:lnTo>
                  <a:pt x="3606772" y="2800653"/>
                </a:lnTo>
                <a:lnTo>
                  <a:pt x="3606596" y="2800348"/>
                </a:lnTo>
                <a:lnTo>
                  <a:pt x="3606434" y="2800033"/>
                </a:lnTo>
                <a:lnTo>
                  <a:pt x="3606286" y="2799709"/>
                </a:lnTo>
                <a:lnTo>
                  <a:pt x="3606152" y="2799376"/>
                </a:lnTo>
                <a:lnTo>
                  <a:pt x="3606032" y="2799033"/>
                </a:lnTo>
                <a:lnTo>
                  <a:pt x="3605927" y="2798681"/>
                </a:lnTo>
                <a:lnTo>
                  <a:pt x="3605835" y="2798319"/>
                </a:lnTo>
                <a:lnTo>
                  <a:pt x="3605758" y="2797948"/>
                </a:lnTo>
                <a:lnTo>
                  <a:pt x="3605694" y="2797568"/>
                </a:lnTo>
                <a:lnTo>
                  <a:pt x="3605645" y="2797178"/>
                </a:lnTo>
                <a:lnTo>
                  <a:pt x="3605610" y="2796779"/>
                </a:lnTo>
                <a:lnTo>
                  <a:pt x="3605588" y="2796370"/>
                </a:lnTo>
                <a:lnTo>
                  <a:pt x="3605581" y="2795952"/>
                </a:lnTo>
                <a:lnTo>
                  <a:pt x="3605581" y="2759603"/>
                </a:lnTo>
                <a:lnTo>
                  <a:pt x="3605575" y="2758988"/>
                </a:lnTo>
                <a:lnTo>
                  <a:pt x="3605554" y="2758385"/>
                </a:lnTo>
                <a:lnTo>
                  <a:pt x="3605521" y="2757793"/>
                </a:lnTo>
                <a:lnTo>
                  <a:pt x="3605473" y="2757212"/>
                </a:lnTo>
                <a:lnTo>
                  <a:pt x="3605413" y="2756643"/>
                </a:lnTo>
                <a:lnTo>
                  <a:pt x="3605338" y="2756084"/>
                </a:lnTo>
                <a:lnTo>
                  <a:pt x="3605251" y="2755537"/>
                </a:lnTo>
                <a:lnTo>
                  <a:pt x="3605149" y="2755000"/>
                </a:lnTo>
                <a:lnTo>
                  <a:pt x="3605035" y="2754475"/>
                </a:lnTo>
                <a:lnTo>
                  <a:pt x="3604906" y="2753961"/>
                </a:lnTo>
                <a:lnTo>
                  <a:pt x="3604765" y="2753458"/>
                </a:lnTo>
                <a:lnTo>
                  <a:pt x="3604609" y="2752967"/>
                </a:lnTo>
                <a:lnTo>
                  <a:pt x="3604441" y="2752486"/>
                </a:lnTo>
                <a:lnTo>
                  <a:pt x="3604258" y="2752017"/>
                </a:lnTo>
                <a:lnTo>
                  <a:pt x="3604062" y="2751559"/>
                </a:lnTo>
                <a:lnTo>
                  <a:pt x="3603853" y="2751112"/>
                </a:lnTo>
                <a:lnTo>
                  <a:pt x="3603630" y="2750676"/>
                </a:lnTo>
                <a:lnTo>
                  <a:pt x="3603394" y="2750251"/>
                </a:lnTo>
                <a:lnTo>
                  <a:pt x="3603144" y="2749838"/>
                </a:lnTo>
                <a:lnTo>
                  <a:pt x="3602881" y="2749435"/>
                </a:lnTo>
                <a:lnTo>
                  <a:pt x="3602604" y="2749044"/>
                </a:lnTo>
                <a:lnTo>
                  <a:pt x="3602314" y="2748664"/>
                </a:lnTo>
                <a:lnTo>
                  <a:pt x="3602010" y="2748295"/>
                </a:lnTo>
                <a:lnTo>
                  <a:pt x="3601693" y="2747937"/>
                </a:lnTo>
                <a:lnTo>
                  <a:pt x="3601379" y="2747575"/>
                </a:lnTo>
                <a:lnTo>
                  <a:pt x="3601055" y="2747223"/>
                </a:lnTo>
                <a:lnTo>
                  <a:pt x="3600723" y="2746880"/>
                </a:lnTo>
                <a:lnTo>
                  <a:pt x="3600383" y="2746547"/>
                </a:lnTo>
                <a:lnTo>
                  <a:pt x="3600033" y="2746223"/>
                </a:lnTo>
                <a:lnTo>
                  <a:pt x="3599675" y="2745908"/>
                </a:lnTo>
                <a:lnTo>
                  <a:pt x="3599308" y="2745603"/>
                </a:lnTo>
                <a:lnTo>
                  <a:pt x="3598932" y="2745307"/>
                </a:lnTo>
                <a:lnTo>
                  <a:pt x="3598547" y="2745021"/>
                </a:lnTo>
                <a:lnTo>
                  <a:pt x="3598153" y="2744744"/>
                </a:lnTo>
                <a:lnTo>
                  <a:pt x="3597751" y="2744476"/>
                </a:lnTo>
                <a:lnTo>
                  <a:pt x="3597339" y="2744218"/>
                </a:lnTo>
                <a:lnTo>
                  <a:pt x="3596919" y="2743969"/>
                </a:lnTo>
                <a:lnTo>
                  <a:pt x="3596491" y="2743729"/>
                </a:lnTo>
                <a:lnTo>
                  <a:pt x="3596053" y="2743499"/>
                </a:lnTo>
                <a:lnTo>
                  <a:pt x="3595606" y="2743278"/>
                </a:lnTo>
                <a:lnTo>
                  <a:pt x="3595151" y="2743067"/>
                </a:lnTo>
                <a:lnTo>
                  <a:pt x="3594687" y="2742865"/>
                </a:lnTo>
                <a:lnTo>
                  <a:pt x="3594214" y="2742673"/>
                </a:lnTo>
                <a:lnTo>
                  <a:pt x="3593733" y="2742489"/>
                </a:lnTo>
                <a:lnTo>
                  <a:pt x="3593242" y="2742316"/>
                </a:lnTo>
                <a:lnTo>
                  <a:pt x="3592743" y="2742151"/>
                </a:lnTo>
                <a:lnTo>
                  <a:pt x="3592235" y="2741996"/>
                </a:lnTo>
                <a:lnTo>
                  <a:pt x="3591718" y="2741851"/>
                </a:lnTo>
                <a:lnTo>
                  <a:pt x="3591208" y="2741700"/>
                </a:lnTo>
                <a:lnTo>
                  <a:pt x="3590694" y="2741558"/>
                </a:lnTo>
                <a:lnTo>
                  <a:pt x="3590175" y="2741425"/>
                </a:lnTo>
                <a:lnTo>
                  <a:pt x="3589651" y="2741301"/>
                </a:lnTo>
                <a:lnTo>
                  <a:pt x="3589123" y="2741186"/>
                </a:lnTo>
                <a:lnTo>
                  <a:pt x="3588590" y="2741079"/>
                </a:lnTo>
                <a:lnTo>
                  <a:pt x="3588052" y="2740982"/>
                </a:lnTo>
                <a:lnTo>
                  <a:pt x="3587510" y="2740893"/>
                </a:lnTo>
                <a:lnTo>
                  <a:pt x="3586963" y="2740812"/>
                </a:lnTo>
                <a:lnTo>
                  <a:pt x="3586411" y="2740741"/>
                </a:lnTo>
                <a:lnTo>
                  <a:pt x="3585855" y="2740679"/>
                </a:lnTo>
                <a:lnTo>
                  <a:pt x="3585293" y="2740625"/>
                </a:lnTo>
                <a:lnTo>
                  <a:pt x="3584727" y="2740580"/>
                </a:lnTo>
                <a:lnTo>
                  <a:pt x="3584157" y="2740544"/>
                </a:lnTo>
                <a:lnTo>
                  <a:pt x="3583582" y="2740517"/>
                </a:lnTo>
                <a:lnTo>
                  <a:pt x="3583002" y="2740498"/>
                </a:lnTo>
                <a:lnTo>
                  <a:pt x="3582417" y="2740488"/>
                </a:lnTo>
                <a:lnTo>
                  <a:pt x="3581827" y="2740488"/>
                </a:lnTo>
                <a:lnTo>
                  <a:pt x="3581233" y="2740495"/>
                </a:lnTo>
                <a:lnTo>
                  <a:pt x="3580635" y="2740512"/>
                </a:lnTo>
                <a:lnTo>
                  <a:pt x="3580031" y="2740538"/>
                </a:lnTo>
                <a:lnTo>
                  <a:pt x="3579423" y="2740572"/>
                </a:lnTo>
                <a:lnTo>
                  <a:pt x="3578810" y="2740615"/>
                </a:lnTo>
                <a:lnTo>
                  <a:pt x="3578192" y="2740667"/>
                </a:lnTo>
                <a:lnTo>
                  <a:pt x="3578192" y="2748782"/>
                </a:lnTo>
                <a:lnTo>
                  <a:pt x="3578391" y="2748784"/>
                </a:lnTo>
                <a:lnTo>
                  <a:pt x="3578592" y="2748787"/>
                </a:lnTo>
                <a:lnTo>
                  <a:pt x="3578795" y="2748793"/>
                </a:lnTo>
                <a:lnTo>
                  <a:pt x="3579000" y="2748801"/>
                </a:lnTo>
                <a:lnTo>
                  <a:pt x="3579208" y="2748812"/>
                </a:lnTo>
                <a:lnTo>
                  <a:pt x="3579418" y="2748825"/>
                </a:lnTo>
                <a:close/>
                <a:moveTo>
                  <a:pt x="1489732" y="2875384"/>
                </a:moveTo>
                <a:lnTo>
                  <a:pt x="1489519" y="2875371"/>
                </a:lnTo>
                <a:lnTo>
                  <a:pt x="1489302" y="2875356"/>
                </a:lnTo>
                <a:lnTo>
                  <a:pt x="1489083" y="2875339"/>
                </a:lnTo>
                <a:lnTo>
                  <a:pt x="1488861" y="2875319"/>
                </a:lnTo>
                <a:lnTo>
                  <a:pt x="1488636" y="2875296"/>
                </a:lnTo>
                <a:lnTo>
                  <a:pt x="1488408" y="2875272"/>
                </a:lnTo>
                <a:lnTo>
                  <a:pt x="1488177" y="2875245"/>
                </a:lnTo>
                <a:lnTo>
                  <a:pt x="1487943" y="2875215"/>
                </a:lnTo>
                <a:lnTo>
                  <a:pt x="1487706" y="2875184"/>
                </a:lnTo>
                <a:lnTo>
                  <a:pt x="1487466" y="2875150"/>
                </a:lnTo>
                <a:lnTo>
                  <a:pt x="1487223" y="2875113"/>
                </a:lnTo>
                <a:lnTo>
                  <a:pt x="1486978" y="2875074"/>
                </a:lnTo>
                <a:lnTo>
                  <a:pt x="1486729" y="2875033"/>
                </a:lnTo>
                <a:lnTo>
                  <a:pt x="1486477" y="2874990"/>
                </a:lnTo>
                <a:lnTo>
                  <a:pt x="1486223" y="2874944"/>
                </a:lnTo>
                <a:lnTo>
                  <a:pt x="1485966" y="2874896"/>
                </a:lnTo>
                <a:lnTo>
                  <a:pt x="1485705" y="2874845"/>
                </a:lnTo>
                <a:lnTo>
                  <a:pt x="1485442" y="2874793"/>
                </a:lnTo>
                <a:lnTo>
                  <a:pt x="1485176" y="2874737"/>
                </a:lnTo>
                <a:lnTo>
                  <a:pt x="1484923" y="2874679"/>
                </a:lnTo>
                <a:lnTo>
                  <a:pt x="1484673" y="2874615"/>
                </a:lnTo>
                <a:lnTo>
                  <a:pt x="1484425" y="2874547"/>
                </a:lnTo>
                <a:lnTo>
                  <a:pt x="1484180" y="2874474"/>
                </a:lnTo>
                <a:lnTo>
                  <a:pt x="1483937" y="2874397"/>
                </a:lnTo>
                <a:lnTo>
                  <a:pt x="1483696" y="2874315"/>
                </a:lnTo>
                <a:lnTo>
                  <a:pt x="1483458" y="2874228"/>
                </a:lnTo>
                <a:lnTo>
                  <a:pt x="1483222" y="2874136"/>
                </a:lnTo>
                <a:lnTo>
                  <a:pt x="1482988" y="2874040"/>
                </a:lnTo>
                <a:lnTo>
                  <a:pt x="1482757" y="2873939"/>
                </a:lnTo>
                <a:lnTo>
                  <a:pt x="1482528" y="2873833"/>
                </a:lnTo>
                <a:lnTo>
                  <a:pt x="1482301" y="2873723"/>
                </a:lnTo>
                <a:lnTo>
                  <a:pt x="1482077" y="2873608"/>
                </a:lnTo>
                <a:lnTo>
                  <a:pt x="1481855" y="2873488"/>
                </a:lnTo>
                <a:lnTo>
                  <a:pt x="1481636" y="2873364"/>
                </a:lnTo>
                <a:lnTo>
                  <a:pt x="1481419" y="2873235"/>
                </a:lnTo>
                <a:lnTo>
                  <a:pt x="1481204" y="2873101"/>
                </a:lnTo>
                <a:lnTo>
                  <a:pt x="1480991" y="2872962"/>
                </a:lnTo>
                <a:lnTo>
                  <a:pt x="1480781" y="2872819"/>
                </a:lnTo>
                <a:lnTo>
                  <a:pt x="1480573" y="2872671"/>
                </a:lnTo>
                <a:lnTo>
                  <a:pt x="1480368" y="2872518"/>
                </a:lnTo>
                <a:lnTo>
                  <a:pt x="1480165" y="2872361"/>
                </a:lnTo>
                <a:lnTo>
                  <a:pt x="1479964" y="2872199"/>
                </a:lnTo>
                <a:lnTo>
                  <a:pt x="1479766" y="2872032"/>
                </a:lnTo>
                <a:lnTo>
                  <a:pt x="1479586" y="2871860"/>
                </a:lnTo>
                <a:lnTo>
                  <a:pt x="1479413" y="2871682"/>
                </a:lnTo>
                <a:lnTo>
                  <a:pt x="1479248" y="2871499"/>
                </a:lnTo>
                <a:lnTo>
                  <a:pt x="1479089" y="2871309"/>
                </a:lnTo>
                <a:lnTo>
                  <a:pt x="1478938" y="2871114"/>
                </a:lnTo>
                <a:lnTo>
                  <a:pt x="1478793" y="2870912"/>
                </a:lnTo>
                <a:lnTo>
                  <a:pt x="1478656" y="2870705"/>
                </a:lnTo>
                <a:lnTo>
                  <a:pt x="1478526" y="2870492"/>
                </a:lnTo>
                <a:lnTo>
                  <a:pt x="1478402" y="2870273"/>
                </a:lnTo>
                <a:lnTo>
                  <a:pt x="1478286" y="2870048"/>
                </a:lnTo>
                <a:lnTo>
                  <a:pt x="1478177" y="2869817"/>
                </a:lnTo>
                <a:lnTo>
                  <a:pt x="1478075" y="2869581"/>
                </a:lnTo>
                <a:lnTo>
                  <a:pt x="1477980" y="2869338"/>
                </a:lnTo>
                <a:lnTo>
                  <a:pt x="1477892" y="2869090"/>
                </a:lnTo>
                <a:lnTo>
                  <a:pt x="1477811" y="2868836"/>
                </a:lnTo>
                <a:lnTo>
                  <a:pt x="1477737" y="2868576"/>
                </a:lnTo>
                <a:lnTo>
                  <a:pt x="1477670" y="2868310"/>
                </a:lnTo>
                <a:lnTo>
                  <a:pt x="1477610" y="2868038"/>
                </a:lnTo>
                <a:lnTo>
                  <a:pt x="1477557" y="2867760"/>
                </a:lnTo>
                <a:lnTo>
                  <a:pt x="1477511" y="2867477"/>
                </a:lnTo>
                <a:lnTo>
                  <a:pt x="1477473" y="2867188"/>
                </a:lnTo>
                <a:lnTo>
                  <a:pt x="1477441" y="2866892"/>
                </a:lnTo>
                <a:lnTo>
                  <a:pt x="1477416" y="2866591"/>
                </a:lnTo>
                <a:lnTo>
                  <a:pt x="1477399" y="2866284"/>
                </a:lnTo>
                <a:lnTo>
                  <a:pt x="1476215" y="2830273"/>
                </a:lnTo>
                <a:lnTo>
                  <a:pt x="1476182" y="2829589"/>
                </a:lnTo>
                <a:lnTo>
                  <a:pt x="1476139" y="2828918"/>
                </a:lnTo>
                <a:lnTo>
                  <a:pt x="1476086" y="2828260"/>
                </a:lnTo>
                <a:lnTo>
                  <a:pt x="1476023" y="2827615"/>
                </a:lnTo>
                <a:lnTo>
                  <a:pt x="1475949" y="2826983"/>
                </a:lnTo>
                <a:lnTo>
                  <a:pt x="1475866" y="2826363"/>
                </a:lnTo>
                <a:lnTo>
                  <a:pt x="1475773" y="2825757"/>
                </a:lnTo>
                <a:lnTo>
                  <a:pt x="1475670" y="2825163"/>
                </a:lnTo>
                <a:lnTo>
                  <a:pt x="1475557" y="2824583"/>
                </a:lnTo>
                <a:lnTo>
                  <a:pt x="1475434" y="2824015"/>
                </a:lnTo>
                <a:lnTo>
                  <a:pt x="1475301" y="2823460"/>
                </a:lnTo>
                <a:lnTo>
                  <a:pt x="1475158" y="2822919"/>
                </a:lnTo>
                <a:lnTo>
                  <a:pt x="1475006" y="2822390"/>
                </a:lnTo>
                <a:lnTo>
                  <a:pt x="1474843" y="2821874"/>
                </a:lnTo>
                <a:lnTo>
                  <a:pt x="1474670" y="2821370"/>
                </a:lnTo>
                <a:lnTo>
                  <a:pt x="1474487" y="2820880"/>
                </a:lnTo>
                <a:lnTo>
                  <a:pt x="1474294" y="2820403"/>
                </a:lnTo>
                <a:lnTo>
                  <a:pt x="1474091" y="2819939"/>
                </a:lnTo>
                <a:lnTo>
                  <a:pt x="1473878" y="2819487"/>
                </a:lnTo>
                <a:lnTo>
                  <a:pt x="1473656" y="2819049"/>
                </a:lnTo>
                <a:lnTo>
                  <a:pt x="1473423" y="2818623"/>
                </a:lnTo>
                <a:lnTo>
                  <a:pt x="1473180" y="2818210"/>
                </a:lnTo>
                <a:lnTo>
                  <a:pt x="1472927" y="2817811"/>
                </a:lnTo>
                <a:lnTo>
                  <a:pt x="1472665" y="2817424"/>
                </a:lnTo>
                <a:lnTo>
                  <a:pt x="1472402" y="2817051"/>
                </a:lnTo>
                <a:lnTo>
                  <a:pt x="1472120" y="2816695"/>
                </a:lnTo>
                <a:lnTo>
                  <a:pt x="1471819" y="2816354"/>
                </a:lnTo>
                <a:lnTo>
                  <a:pt x="1471500" y="2816029"/>
                </a:lnTo>
                <a:lnTo>
                  <a:pt x="1471162" y="2815720"/>
                </a:lnTo>
                <a:lnTo>
                  <a:pt x="1470805" y="2815427"/>
                </a:lnTo>
                <a:lnTo>
                  <a:pt x="1470429" y="2815149"/>
                </a:lnTo>
                <a:lnTo>
                  <a:pt x="1470035" y="2814888"/>
                </a:lnTo>
                <a:lnTo>
                  <a:pt x="1469621" y="2814642"/>
                </a:lnTo>
                <a:lnTo>
                  <a:pt x="1469189" y="2814412"/>
                </a:lnTo>
                <a:lnTo>
                  <a:pt x="1468739" y="2814198"/>
                </a:lnTo>
                <a:lnTo>
                  <a:pt x="1468269" y="2814000"/>
                </a:lnTo>
                <a:lnTo>
                  <a:pt x="1467781" y="2813818"/>
                </a:lnTo>
                <a:lnTo>
                  <a:pt x="1467273" y="2813651"/>
                </a:lnTo>
                <a:lnTo>
                  <a:pt x="1466747" y="2813501"/>
                </a:lnTo>
                <a:lnTo>
                  <a:pt x="1466203" y="2813366"/>
                </a:lnTo>
                <a:lnTo>
                  <a:pt x="1465639" y="2813247"/>
                </a:lnTo>
                <a:lnTo>
                  <a:pt x="1465057" y="2813144"/>
                </a:lnTo>
                <a:lnTo>
                  <a:pt x="1464456" y="2813057"/>
                </a:lnTo>
                <a:lnTo>
                  <a:pt x="1463836" y="2812986"/>
                </a:lnTo>
                <a:lnTo>
                  <a:pt x="1463197" y="2812930"/>
                </a:lnTo>
                <a:lnTo>
                  <a:pt x="1462539" y="2812891"/>
                </a:lnTo>
                <a:lnTo>
                  <a:pt x="1461863" y="2812867"/>
                </a:lnTo>
                <a:lnTo>
                  <a:pt x="1461168" y="2812859"/>
                </a:lnTo>
                <a:lnTo>
                  <a:pt x="1461168" y="2811337"/>
                </a:lnTo>
                <a:lnTo>
                  <a:pt x="1461863" y="2811329"/>
                </a:lnTo>
                <a:lnTo>
                  <a:pt x="1462539" y="2811305"/>
                </a:lnTo>
                <a:lnTo>
                  <a:pt x="1463197" y="2811266"/>
                </a:lnTo>
                <a:lnTo>
                  <a:pt x="1463836" y="2811210"/>
                </a:lnTo>
                <a:lnTo>
                  <a:pt x="1464456" y="2811139"/>
                </a:lnTo>
                <a:lnTo>
                  <a:pt x="1465057" y="2811052"/>
                </a:lnTo>
                <a:lnTo>
                  <a:pt x="1465639" y="2810949"/>
                </a:lnTo>
                <a:lnTo>
                  <a:pt x="1466203" y="2810830"/>
                </a:lnTo>
                <a:lnTo>
                  <a:pt x="1466747" y="2810695"/>
                </a:lnTo>
                <a:lnTo>
                  <a:pt x="1467273" y="2810545"/>
                </a:lnTo>
                <a:lnTo>
                  <a:pt x="1467781" y="2810378"/>
                </a:lnTo>
                <a:lnTo>
                  <a:pt x="1468269" y="2810196"/>
                </a:lnTo>
                <a:lnTo>
                  <a:pt x="1468739" y="2809998"/>
                </a:lnTo>
                <a:lnTo>
                  <a:pt x="1469189" y="2809784"/>
                </a:lnTo>
                <a:lnTo>
                  <a:pt x="1469621" y="2809554"/>
                </a:lnTo>
                <a:lnTo>
                  <a:pt x="1470035" y="2809308"/>
                </a:lnTo>
                <a:lnTo>
                  <a:pt x="1470429" y="2809047"/>
                </a:lnTo>
                <a:lnTo>
                  <a:pt x="1470805" y="2808769"/>
                </a:lnTo>
                <a:lnTo>
                  <a:pt x="1471162" y="2808476"/>
                </a:lnTo>
                <a:lnTo>
                  <a:pt x="1471500" y="2808167"/>
                </a:lnTo>
                <a:lnTo>
                  <a:pt x="1471819" y="2807842"/>
                </a:lnTo>
                <a:lnTo>
                  <a:pt x="1472120" y="2807501"/>
                </a:lnTo>
                <a:lnTo>
                  <a:pt x="1472402" y="2807145"/>
                </a:lnTo>
                <a:lnTo>
                  <a:pt x="1472665" y="2806772"/>
                </a:lnTo>
                <a:lnTo>
                  <a:pt x="1472927" y="2806385"/>
                </a:lnTo>
                <a:lnTo>
                  <a:pt x="1473180" y="2805986"/>
                </a:lnTo>
                <a:lnTo>
                  <a:pt x="1473423" y="2805573"/>
                </a:lnTo>
                <a:lnTo>
                  <a:pt x="1473656" y="2805147"/>
                </a:lnTo>
                <a:lnTo>
                  <a:pt x="1473878" y="2804709"/>
                </a:lnTo>
                <a:lnTo>
                  <a:pt x="1474091" y="2804257"/>
                </a:lnTo>
                <a:lnTo>
                  <a:pt x="1474294" y="2803793"/>
                </a:lnTo>
                <a:lnTo>
                  <a:pt x="1474487" y="2803316"/>
                </a:lnTo>
                <a:lnTo>
                  <a:pt x="1474670" y="2802826"/>
                </a:lnTo>
                <a:lnTo>
                  <a:pt x="1474843" y="2802323"/>
                </a:lnTo>
                <a:lnTo>
                  <a:pt x="1475006" y="2801807"/>
                </a:lnTo>
                <a:lnTo>
                  <a:pt x="1475158" y="2801278"/>
                </a:lnTo>
                <a:lnTo>
                  <a:pt x="1475301" y="2800736"/>
                </a:lnTo>
                <a:lnTo>
                  <a:pt x="1475434" y="2800181"/>
                </a:lnTo>
                <a:lnTo>
                  <a:pt x="1475557" y="2799613"/>
                </a:lnTo>
                <a:lnTo>
                  <a:pt x="1475670" y="2799033"/>
                </a:lnTo>
                <a:lnTo>
                  <a:pt x="1475773" y="2798439"/>
                </a:lnTo>
                <a:lnTo>
                  <a:pt x="1475866" y="2797833"/>
                </a:lnTo>
                <a:lnTo>
                  <a:pt x="1475949" y="2797214"/>
                </a:lnTo>
                <a:lnTo>
                  <a:pt x="1476023" y="2796581"/>
                </a:lnTo>
                <a:lnTo>
                  <a:pt x="1476086" y="2795936"/>
                </a:lnTo>
                <a:lnTo>
                  <a:pt x="1476139" y="2795278"/>
                </a:lnTo>
                <a:lnTo>
                  <a:pt x="1476182" y="2794607"/>
                </a:lnTo>
                <a:lnTo>
                  <a:pt x="1476215" y="2793923"/>
                </a:lnTo>
                <a:lnTo>
                  <a:pt x="1477399" y="2757743"/>
                </a:lnTo>
                <a:lnTo>
                  <a:pt x="1477416" y="2757436"/>
                </a:lnTo>
                <a:lnTo>
                  <a:pt x="1477441" y="2757136"/>
                </a:lnTo>
                <a:lnTo>
                  <a:pt x="1477473" y="2756842"/>
                </a:lnTo>
                <a:lnTo>
                  <a:pt x="1477511" y="2756555"/>
                </a:lnTo>
                <a:lnTo>
                  <a:pt x="1477557" y="2756274"/>
                </a:lnTo>
                <a:lnTo>
                  <a:pt x="1477610" y="2756000"/>
                </a:lnTo>
                <a:lnTo>
                  <a:pt x="1477670" y="2755732"/>
                </a:lnTo>
                <a:lnTo>
                  <a:pt x="1477737" y="2755470"/>
                </a:lnTo>
                <a:lnTo>
                  <a:pt x="1477811" y="2755215"/>
                </a:lnTo>
                <a:lnTo>
                  <a:pt x="1477892" y="2754966"/>
                </a:lnTo>
                <a:lnTo>
                  <a:pt x="1477980" y="2754724"/>
                </a:lnTo>
                <a:lnTo>
                  <a:pt x="1478075" y="2754489"/>
                </a:lnTo>
                <a:lnTo>
                  <a:pt x="1478177" y="2754259"/>
                </a:lnTo>
                <a:lnTo>
                  <a:pt x="1478286" y="2754037"/>
                </a:lnTo>
                <a:lnTo>
                  <a:pt x="1478402" y="2753820"/>
                </a:lnTo>
                <a:lnTo>
                  <a:pt x="1478526" y="2753610"/>
                </a:lnTo>
                <a:lnTo>
                  <a:pt x="1478656" y="2753407"/>
                </a:lnTo>
                <a:lnTo>
                  <a:pt x="1478793" y="2753210"/>
                </a:lnTo>
                <a:lnTo>
                  <a:pt x="1478938" y="2753019"/>
                </a:lnTo>
                <a:lnTo>
                  <a:pt x="1479089" y="2752835"/>
                </a:lnTo>
                <a:lnTo>
                  <a:pt x="1479248" y="2752658"/>
                </a:lnTo>
                <a:lnTo>
                  <a:pt x="1479413" y="2752487"/>
                </a:lnTo>
                <a:lnTo>
                  <a:pt x="1479586" y="2752322"/>
                </a:lnTo>
                <a:lnTo>
                  <a:pt x="1479766" y="2752164"/>
                </a:lnTo>
                <a:lnTo>
                  <a:pt x="1479964" y="2751997"/>
                </a:lnTo>
                <a:lnTo>
                  <a:pt x="1480165" y="2751835"/>
                </a:lnTo>
                <a:lnTo>
                  <a:pt x="1480368" y="2751678"/>
                </a:lnTo>
                <a:lnTo>
                  <a:pt x="1480573" y="2751525"/>
                </a:lnTo>
                <a:lnTo>
                  <a:pt x="1480781" y="2751377"/>
                </a:lnTo>
                <a:lnTo>
                  <a:pt x="1480991" y="2751234"/>
                </a:lnTo>
                <a:lnTo>
                  <a:pt x="1481204" y="2751095"/>
                </a:lnTo>
                <a:lnTo>
                  <a:pt x="1481419" y="2750961"/>
                </a:lnTo>
                <a:lnTo>
                  <a:pt x="1481636" y="2750832"/>
                </a:lnTo>
                <a:lnTo>
                  <a:pt x="1481855" y="2750708"/>
                </a:lnTo>
                <a:lnTo>
                  <a:pt x="1482077" y="2750588"/>
                </a:lnTo>
                <a:lnTo>
                  <a:pt x="1482301" y="2750473"/>
                </a:lnTo>
                <a:lnTo>
                  <a:pt x="1482528" y="2750363"/>
                </a:lnTo>
                <a:lnTo>
                  <a:pt x="1482757" y="2750257"/>
                </a:lnTo>
                <a:lnTo>
                  <a:pt x="1482988" y="2750156"/>
                </a:lnTo>
                <a:lnTo>
                  <a:pt x="1483222" y="2750060"/>
                </a:lnTo>
                <a:lnTo>
                  <a:pt x="1483458" y="2749968"/>
                </a:lnTo>
                <a:lnTo>
                  <a:pt x="1483696" y="2749881"/>
                </a:lnTo>
                <a:lnTo>
                  <a:pt x="1483937" y="2749799"/>
                </a:lnTo>
                <a:lnTo>
                  <a:pt x="1484180" y="2749722"/>
                </a:lnTo>
                <a:lnTo>
                  <a:pt x="1484425" y="2749649"/>
                </a:lnTo>
                <a:lnTo>
                  <a:pt x="1484673" y="2749581"/>
                </a:lnTo>
                <a:lnTo>
                  <a:pt x="1484923" y="2749518"/>
                </a:lnTo>
                <a:lnTo>
                  <a:pt x="1485176" y="2749459"/>
                </a:lnTo>
                <a:lnTo>
                  <a:pt x="1485442" y="2749404"/>
                </a:lnTo>
                <a:lnTo>
                  <a:pt x="1485705" y="2749351"/>
                </a:lnTo>
                <a:lnTo>
                  <a:pt x="1485966" y="2749300"/>
                </a:lnTo>
                <a:lnTo>
                  <a:pt x="1486223" y="2749252"/>
                </a:lnTo>
                <a:lnTo>
                  <a:pt x="1486477" y="2749206"/>
                </a:lnTo>
                <a:lnTo>
                  <a:pt x="1486729" y="2749163"/>
                </a:lnTo>
                <a:lnTo>
                  <a:pt x="1486978" y="2749122"/>
                </a:lnTo>
                <a:lnTo>
                  <a:pt x="1487223" y="2749083"/>
                </a:lnTo>
                <a:lnTo>
                  <a:pt x="1487466" y="2749047"/>
                </a:lnTo>
                <a:lnTo>
                  <a:pt x="1487706" y="2749013"/>
                </a:lnTo>
                <a:lnTo>
                  <a:pt x="1487943" y="2748981"/>
                </a:lnTo>
                <a:lnTo>
                  <a:pt x="1488177" y="2748951"/>
                </a:lnTo>
                <a:lnTo>
                  <a:pt x="1488408" y="2748924"/>
                </a:lnTo>
                <a:lnTo>
                  <a:pt x="1488636" y="2748900"/>
                </a:lnTo>
                <a:lnTo>
                  <a:pt x="1488861" y="2748878"/>
                </a:lnTo>
                <a:lnTo>
                  <a:pt x="1489083" y="2748858"/>
                </a:lnTo>
                <a:lnTo>
                  <a:pt x="1489302" y="2748840"/>
                </a:lnTo>
                <a:lnTo>
                  <a:pt x="1489519" y="2748825"/>
                </a:lnTo>
                <a:lnTo>
                  <a:pt x="1489732" y="2748812"/>
                </a:lnTo>
                <a:lnTo>
                  <a:pt x="1489942" y="2748801"/>
                </a:lnTo>
                <a:lnTo>
                  <a:pt x="1490150" y="2748793"/>
                </a:lnTo>
                <a:lnTo>
                  <a:pt x="1490355" y="2748787"/>
                </a:lnTo>
                <a:lnTo>
                  <a:pt x="1490556" y="2748784"/>
                </a:lnTo>
                <a:lnTo>
                  <a:pt x="1490755" y="2748782"/>
                </a:lnTo>
                <a:lnTo>
                  <a:pt x="1490755" y="2740667"/>
                </a:lnTo>
                <a:lnTo>
                  <a:pt x="1490137" y="2740615"/>
                </a:lnTo>
                <a:lnTo>
                  <a:pt x="1489523" y="2740572"/>
                </a:lnTo>
                <a:lnTo>
                  <a:pt x="1488914" y="2740538"/>
                </a:lnTo>
                <a:lnTo>
                  <a:pt x="1488308" y="2740512"/>
                </a:lnTo>
                <a:lnTo>
                  <a:pt x="1487707" y="2740495"/>
                </a:lnTo>
                <a:lnTo>
                  <a:pt x="1487109" y="2740488"/>
                </a:lnTo>
                <a:lnTo>
                  <a:pt x="1486516" y="2740488"/>
                </a:lnTo>
                <a:lnTo>
                  <a:pt x="1485927" y="2740498"/>
                </a:lnTo>
                <a:lnTo>
                  <a:pt x="1485342" y="2740517"/>
                </a:lnTo>
                <a:lnTo>
                  <a:pt x="1484761" y="2740544"/>
                </a:lnTo>
                <a:lnTo>
                  <a:pt x="1484185" y="2740580"/>
                </a:lnTo>
                <a:lnTo>
                  <a:pt x="1483612" y="2740625"/>
                </a:lnTo>
                <a:lnTo>
                  <a:pt x="1483043" y="2740679"/>
                </a:lnTo>
                <a:lnTo>
                  <a:pt x="1482479" y="2740741"/>
                </a:lnTo>
                <a:lnTo>
                  <a:pt x="1481919" y="2740812"/>
                </a:lnTo>
                <a:lnTo>
                  <a:pt x="1481362" y="2740893"/>
                </a:lnTo>
                <a:lnTo>
                  <a:pt x="1480810" y="2740982"/>
                </a:lnTo>
                <a:lnTo>
                  <a:pt x="1480262" y="2741079"/>
                </a:lnTo>
                <a:lnTo>
                  <a:pt x="1479718" y="2741186"/>
                </a:lnTo>
                <a:lnTo>
                  <a:pt x="1479179" y="2741301"/>
                </a:lnTo>
                <a:lnTo>
                  <a:pt x="1478643" y="2741425"/>
                </a:lnTo>
                <a:lnTo>
                  <a:pt x="1478111" y="2741558"/>
                </a:lnTo>
                <a:lnTo>
                  <a:pt x="1477584" y="2741700"/>
                </a:lnTo>
                <a:lnTo>
                  <a:pt x="1477060" y="2741851"/>
                </a:lnTo>
                <a:lnTo>
                  <a:pt x="1476557" y="2741996"/>
                </a:lnTo>
                <a:lnTo>
                  <a:pt x="1476061" y="2742151"/>
                </a:lnTo>
                <a:lnTo>
                  <a:pt x="1475573" y="2742316"/>
                </a:lnTo>
                <a:lnTo>
                  <a:pt x="1475093" y="2742489"/>
                </a:lnTo>
                <a:lnTo>
                  <a:pt x="1474620" y="2742673"/>
                </a:lnTo>
                <a:lnTo>
                  <a:pt x="1474155" y="2742865"/>
                </a:lnTo>
                <a:lnTo>
                  <a:pt x="1473697" y="2743067"/>
                </a:lnTo>
                <a:lnTo>
                  <a:pt x="1473247" y="2743278"/>
                </a:lnTo>
                <a:lnTo>
                  <a:pt x="1472805" y="2743499"/>
                </a:lnTo>
                <a:lnTo>
                  <a:pt x="1472370" y="2743729"/>
                </a:lnTo>
                <a:lnTo>
                  <a:pt x="1471943" y="2743969"/>
                </a:lnTo>
                <a:lnTo>
                  <a:pt x="1471523" y="2744218"/>
                </a:lnTo>
                <a:lnTo>
                  <a:pt x="1471112" y="2744476"/>
                </a:lnTo>
                <a:lnTo>
                  <a:pt x="1470707" y="2744744"/>
                </a:lnTo>
                <a:lnTo>
                  <a:pt x="1470311" y="2745021"/>
                </a:lnTo>
                <a:lnTo>
                  <a:pt x="1469922" y="2745307"/>
                </a:lnTo>
                <a:lnTo>
                  <a:pt x="1469541" y="2745603"/>
                </a:lnTo>
                <a:lnTo>
                  <a:pt x="1469167" y="2745908"/>
                </a:lnTo>
                <a:lnTo>
                  <a:pt x="1468801" y="2746223"/>
                </a:lnTo>
                <a:lnTo>
                  <a:pt x="1468443" y="2746547"/>
                </a:lnTo>
                <a:lnTo>
                  <a:pt x="1468092" y="2746880"/>
                </a:lnTo>
                <a:lnTo>
                  <a:pt x="1467749" y="2747223"/>
                </a:lnTo>
                <a:lnTo>
                  <a:pt x="1467413" y="2747575"/>
                </a:lnTo>
                <a:lnTo>
                  <a:pt x="1467085" y="2747937"/>
                </a:lnTo>
                <a:lnTo>
                  <a:pt x="1466782" y="2748295"/>
                </a:lnTo>
                <a:lnTo>
                  <a:pt x="1466491" y="2748664"/>
                </a:lnTo>
                <a:lnTo>
                  <a:pt x="1466214" y="2749044"/>
                </a:lnTo>
                <a:lnTo>
                  <a:pt x="1465949" y="2749435"/>
                </a:lnTo>
                <a:lnTo>
                  <a:pt x="1465697" y="2749838"/>
                </a:lnTo>
                <a:lnTo>
                  <a:pt x="1465458" y="2750251"/>
                </a:lnTo>
                <a:lnTo>
                  <a:pt x="1465232" y="2750676"/>
                </a:lnTo>
                <a:lnTo>
                  <a:pt x="1465019" y="2751112"/>
                </a:lnTo>
                <a:lnTo>
                  <a:pt x="1464819" y="2751559"/>
                </a:lnTo>
                <a:lnTo>
                  <a:pt x="1464632" y="2752017"/>
                </a:lnTo>
                <a:lnTo>
                  <a:pt x="1464457" y="2752486"/>
                </a:lnTo>
                <a:lnTo>
                  <a:pt x="1464296" y="2752967"/>
                </a:lnTo>
                <a:lnTo>
                  <a:pt x="1464147" y="2753458"/>
                </a:lnTo>
                <a:lnTo>
                  <a:pt x="1464012" y="2753961"/>
                </a:lnTo>
                <a:lnTo>
                  <a:pt x="1463889" y="2754475"/>
                </a:lnTo>
                <a:lnTo>
                  <a:pt x="1463779" y="2755000"/>
                </a:lnTo>
                <a:lnTo>
                  <a:pt x="1463682" y="2755537"/>
                </a:lnTo>
                <a:lnTo>
                  <a:pt x="1463598" y="2756084"/>
                </a:lnTo>
                <a:lnTo>
                  <a:pt x="1463527" y="2756643"/>
                </a:lnTo>
                <a:lnTo>
                  <a:pt x="1463469" y="2757212"/>
                </a:lnTo>
                <a:lnTo>
                  <a:pt x="1463424" y="2757793"/>
                </a:lnTo>
                <a:lnTo>
                  <a:pt x="1463392" y="2758385"/>
                </a:lnTo>
                <a:lnTo>
                  <a:pt x="1463372" y="2758988"/>
                </a:lnTo>
                <a:lnTo>
                  <a:pt x="1463366" y="2759603"/>
                </a:lnTo>
                <a:lnTo>
                  <a:pt x="1463366" y="2795783"/>
                </a:lnTo>
                <a:lnTo>
                  <a:pt x="1463358" y="2796215"/>
                </a:lnTo>
                <a:lnTo>
                  <a:pt x="1463335" y="2796637"/>
                </a:lnTo>
                <a:lnTo>
                  <a:pt x="1463297" y="2797048"/>
                </a:lnTo>
                <a:lnTo>
                  <a:pt x="1463244" y="2797450"/>
                </a:lnTo>
                <a:lnTo>
                  <a:pt x="1463175" y="2797842"/>
                </a:lnTo>
                <a:lnTo>
                  <a:pt x="1463091" y="2798224"/>
                </a:lnTo>
                <a:lnTo>
                  <a:pt x="1462992" y="2798596"/>
                </a:lnTo>
                <a:lnTo>
                  <a:pt x="1462878" y="2798958"/>
                </a:lnTo>
                <a:lnTo>
                  <a:pt x="1462748" y="2799310"/>
                </a:lnTo>
                <a:lnTo>
                  <a:pt x="1462603" y="2799652"/>
                </a:lnTo>
                <a:lnTo>
                  <a:pt x="1462443" y="2799984"/>
                </a:lnTo>
                <a:lnTo>
                  <a:pt x="1462267" y="2800306"/>
                </a:lnTo>
                <a:lnTo>
                  <a:pt x="1462076" y="2800618"/>
                </a:lnTo>
                <a:lnTo>
                  <a:pt x="1461870" y="2800920"/>
                </a:lnTo>
                <a:lnTo>
                  <a:pt x="1461649" y="2801212"/>
                </a:lnTo>
                <a:lnTo>
                  <a:pt x="1461412" y="2801494"/>
                </a:lnTo>
                <a:lnTo>
                  <a:pt x="1461160" y="2801766"/>
                </a:lnTo>
                <a:lnTo>
                  <a:pt x="1460893" y="2802028"/>
                </a:lnTo>
                <a:lnTo>
                  <a:pt x="1460611" y="2802280"/>
                </a:lnTo>
                <a:lnTo>
                  <a:pt x="1460313" y="2802522"/>
                </a:lnTo>
                <a:lnTo>
                  <a:pt x="1460000" y="2802755"/>
                </a:lnTo>
                <a:lnTo>
                  <a:pt x="1459672" y="2802977"/>
                </a:lnTo>
                <a:lnTo>
                  <a:pt x="1459329" y="2803189"/>
                </a:lnTo>
                <a:lnTo>
                  <a:pt x="1458970" y="2803391"/>
                </a:lnTo>
                <a:lnTo>
                  <a:pt x="1458618" y="2803570"/>
                </a:lnTo>
                <a:lnTo>
                  <a:pt x="1458265" y="2803741"/>
                </a:lnTo>
                <a:lnTo>
                  <a:pt x="1457911" y="2803904"/>
                </a:lnTo>
                <a:lnTo>
                  <a:pt x="1457557" y="2804058"/>
                </a:lnTo>
                <a:lnTo>
                  <a:pt x="1457202" y="2804204"/>
                </a:lnTo>
                <a:lnTo>
                  <a:pt x="1456846" y="2804342"/>
                </a:lnTo>
                <a:lnTo>
                  <a:pt x="1456490" y="2804472"/>
                </a:lnTo>
                <a:lnTo>
                  <a:pt x="1456134" y="2804593"/>
                </a:lnTo>
                <a:lnTo>
                  <a:pt x="1455776" y="2804707"/>
                </a:lnTo>
                <a:lnTo>
                  <a:pt x="1455419" y="2804812"/>
                </a:lnTo>
                <a:lnTo>
                  <a:pt x="1455060" y="2804909"/>
                </a:lnTo>
                <a:lnTo>
                  <a:pt x="1454701" y="2804997"/>
                </a:lnTo>
                <a:lnTo>
                  <a:pt x="1454342" y="2805078"/>
                </a:lnTo>
                <a:lnTo>
                  <a:pt x="1453982" y="2805150"/>
                </a:lnTo>
                <a:lnTo>
                  <a:pt x="1453621" y="2805214"/>
                </a:lnTo>
                <a:lnTo>
                  <a:pt x="1453259" y="2805270"/>
                </a:lnTo>
                <a:lnTo>
                  <a:pt x="1452898" y="2805317"/>
                </a:lnTo>
                <a:lnTo>
                  <a:pt x="1452535" y="2805357"/>
                </a:lnTo>
                <a:lnTo>
                  <a:pt x="1452172" y="2805388"/>
                </a:lnTo>
                <a:lnTo>
                  <a:pt x="1451808" y="2805411"/>
                </a:lnTo>
                <a:lnTo>
                  <a:pt x="1451444" y="2805425"/>
                </a:lnTo>
                <a:lnTo>
                  <a:pt x="1451079" y="2805432"/>
                </a:lnTo>
                <a:lnTo>
                  <a:pt x="1450714" y="2805430"/>
                </a:lnTo>
                <a:lnTo>
                  <a:pt x="1450348" y="2805420"/>
                </a:lnTo>
                <a:lnTo>
                  <a:pt x="1450348" y="2818776"/>
                </a:lnTo>
                <a:lnTo>
                  <a:pt x="1450741" y="2818766"/>
                </a:lnTo>
                <a:lnTo>
                  <a:pt x="1451132" y="2818766"/>
                </a:lnTo>
                <a:lnTo>
                  <a:pt x="1451521" y="2818773"/>
                </a:lnTo>
                <a:lnTo>
                  <a:pt x="1451907" y="2818790"/>
                </a:lnTo>
                <a:lnTo>
                  <a:pt x="1452291" y="2818816"/>
                </a:lnTo>
                <a:lnTo>
                  <a:pt x="1452672" y="2818850"/>
                </a:lnTo>
                <a:lnTo>
                  <a:pt x="1453052" y="2818893"/>
                </a:lnTo>
                <a:lnTo>
                  <a:pt x="1453429" y="2818945"/>
                </a:lnTo>
                <a:lnTo>
                  <a:pt x="1453803" y="2819006"/>
                </a:lnTo>
                <a:lnTo>
                  <a:pt x="1454175" y="2819076"/>
                </a:lnTo>
                <a:lnTo>
                  <a:pt x="1454545" y="2819154"/>
                </a:lnTo>
                <a:lnTo>
                  <a:pt x="1454913" y="2819241"/>
                </a:lnTo>
                <a:lnTo>
                  <a:pt x="1455278" y="2819337"/>
                </a:lnTo>
                <a:lnTo>
                  <a:pt x="1455640" y="2819442"/>
                </a:lnTo>
                <a:lnTo>
                  <a:pt x="1456001" y="2819555"/>
                </a:lnTo>
                <a:lnTo>
                  <a:pt x="1456359" y="2819678"/>
                </a:lnTo>
                <a:lnTo>
                  <a:pt x="1456715" y="2819809"/>
                </a:lnTo>
                <a:lnTo>
                  <a:pt x="1457068" y="2819949"/>
                </a:lnTo>
                <a:lnTo>
                  <a:pt x="1457419" y="2820098"/>
                </a:lnTo>
                <a:lnTo>
                  <a:pt x="1457768" y="2820256"/>
                </a:lnTo>
                <a:lnTo>
                  <a:pt x="1458114" y="2820422"/>
                </a:lnTo>
                <a:lnTo>
                  <a:pt x="1458458" y="2820597"/>
                </a:lnTo>
                <a:lnTo>
                  <a:pt x="1458800" y="2820781"/>
                </a:lnTo>
                <a:lnTo>
                  <a:pt x="1459139" y="2820974"/>
                </a:lnTo>
                <a:lnTo>
                  <a:pt x="1459484" y="2821162"/>
                </a:lnTo>
                <a:lnTo>
                  <a:pt x="1459814" y="2821360"/>
                </a:lnTo>
                <a:lnTo>
                  <a:pt x="1460130" y="2821569"/>
                </a:lnTo>
                <a:lnTo>
                  <a:pt x="1460431" y="2821787"/>
                </a:lnTo>
                <a:lnTo>
                  <a:pt x="1460717" y="2822015"/>
                </a:lnTo>
                <a:lnTo>
                  <a:pt x="1460988" y="2822253"/>
                </a:lnTo>
                <a:lnTo>
                  <a:pt x="1461245" y="2822501"/>
                </a:lnTo>
                <a:lnTo>
                  <a:pt x="1461487" y="2822759"/>
                </a:lnTo>
                <a:lnTo>
                  <a:pt x="1461715" y="2823027"/>
                </a:lnTo>
                <a:lnTo>
                  <a:pt x="1461928" y="2823305"/>
                </a:lnTo>
                <a:lnTo>
                  <a:pt x="1462126" y="2823593"/>
                </a:lnTo>
                <a:lnTo>
                  <a:pt x="1462309" y="2823891"/>
                </a:lnTo>
                <a:lnTo>
                  <a:pt x="1462478" y="2824198"/>
                </a:lnTo>
                <a:lnTo>
                  <a:pt x="1462632" y="2824516"/>
                </a:lnTo>
                <a:lnTo>
                  <a:pt x="1462772" y="2824844"/>
                </a:lnTo>
                <a:lnTo>
                  <a:pt x="1462896" y="2825182"/>
                </a:lnTo>
                <a:lnTo>
                  <a:pt x="1463006" y="2825530"/>
                </a:lnTo>
                <a:lnTo>
                  <a:pt x="1463102" y="2825888"/>
                </a:lnTo>
                <a:lnTo>
                  <a:pt x="1463183" y="2826256"/>
                </a:lnTo>
                <a:lnTo>
                  <a:pt x="1463249" y="2826633"/>
                </a:lnTo>
                <a:lnTo>
                  <a:pt x="1463300" y="2827021"/>
                </a:lnTo>
                <a:lnTo>
                  <a:pt x="1463337" y="2827419"/>
                </a:lnTo>
                <a:lnTo>
                  <a:pt x="1463359" y="2827826"/>
                </a:lnTo>
                <a:lnTo>
                  <a:pt x="1463366" y="2828244"/>
                </a:lnTo>
                <a:lnTo>
                  <a:pt x="1463366" y="2864593"/>
                </a:lnTo>
                <a:lnTo>
                  <a:pt x="1463372" y="2865194"/>
                </a:lnTo>
                <a:lnTo>
                  <a:pt x="1463392" y="2865785"/>
                </a:lnTo>
                <a:lnTo>
                  <a:pt x="1463424" y="2866366"/>
                </a:lnTo>
                <a:lnTo>
                  <a:pt x="1463469" y="2866937"/>
                </a:lnTo>
                <a:lnTo>
                  <a:pt x="1463527" y="2867498"/>
                </a:lnTo>
                <a:lnTo>
                  <a:pt x="1463598" y="2868049"/>
                </a:lnTo>
                <a:lnTo>
                  <a:pt x="1463682" y="2868590"/>
                </a:lnTo>
                <a:lnTo>
                  <a:pt x="1463779" y="2869121"/>
                </a:lnTo>
                <a:lnTo>
                  <a:pt x="1463889" y="2869642"/>
                </a:lnTo>
                <a:lnTo>
                  <a:pt x="1464012" y="2870153"/>
                </a:lnTo>
                <a:lnTo>
                  <a:pt x="1464147" y="2870654"/>
                </a:lnTo>
                <a:lnTo>
                  <a:pt x="1464296" y="2871145"/>
                </a:lnTo>
                <a:lnTo>
                  <a:pt x="1464457" y="2871626"/>
                </a:lnTo>
                <a:lnTo>
                  <a:pt x="1464632" y="2872097"/>
                </a:lnTo>
                <a:lnTo>
                  <a:pt x="1464819" y="2872558"/>
                </a:lnTo>
                <a:lnTo>
                  <a:pt x="1465019" y="2873009"/>
                </a:lnTo>
                <a:lnTo>
                  <a:pt x="1465232" y="2873450"/>
                </a:lnTo>
                <a:lnTo>
                  <a:pt x="1465458" y="2873882"/>
                </a:lnTo>
                <a:lnTo>
                  <a:pt x="1465697" y="2874303"/>
                </a:lnTo>
                <a:lnTo>
                  <a:pt x="1465949" y="2874714"/>
                </a:lnTo>
                <a:lnTo>
                  <a:pt x="1466214" y="2875115"/>
                </a:lnTo>
                <a:lnTo>
                  <a:pt x="1466491" y="2875507"/>
                </a:lnTo>
                <a:lnTo>
                  <a:pt x="1466782" y="2875888"/>
                </a:lnTo>
                <a:lnTo>
                  <a:pt x="1467085" y="2876259"/>
                </a:lnTo>
                <a:lnTo>
                  <a:pt x="1467400" y="2876621"/>
                </a:lnTo>
                <a:lnTo>
                  <a:pt x="1467723" y="2876973"/>
                </a:lnTo>
                <a:lnTo>
                  <a:pt x="1468055" y="2877316"/>
                </a:lnTo>
                <a:lnTo>
                  <a:pt x="1468396" y="2877649"/>
                </a:lnTo>
                <a:lnTo>
                  <a:pt x="1468745" y="2877973"/>
                </a:lnTo>
                <a:lnTo>
                  <a:pt x="1469104" y="2878288"/>
                </a:lnTo>
                <a:lnTo>
                  <a:pt x="1469471" y="2878593"/>
                </a:lnTo>
                <a:lnTo>
                  <a:pt x="1469847" y="2878889"/>
                </a:lnTo>
                <a:lnTo>
                  <a:pt x="1470232" y="2879175"/>
                </a:lnTo>
                <a:lnTo>
                  <a:pt x="1470625" y="2879452"/>
                </a:lnTo>
                <a:lnTo>
                  <a:pt x="1471028" y="2879720"/>
                </a:lnTo>
                <a:lnTo>
                  <a:pt x="1471439" y="2879978"/>
                </a:lnTo>
                <a:lnTo>
                  <a:pt x="1471859" y="2880227"/>
                </a:lnTo>
                <a:lnTo>
                  <a:pt x="1472288" y="2880467"/>
                </a:lnTo>
                <a:lnTo>
                  <a:pt x="1472725" y="2880697"/>
                </a:lnTo>
                <a:lnTo>
                  <a:pt x="1473172" y="2880918"/>
                </a:lnTo>
                <a:lnTo>
                  <a:pt x="1473627" y="2881129"/>
                </a:lnTo>
                <a:lnTo>
                  <a:pt x="1474091" y="2881331"/>
                </a:lnTo>
                <a:lnTo>
                  <a:pt x="1474564" y="2881524"/>
                </a:lnTo>
                <a:lnTo>
                  <a:pt x="1475046" y="2881707"/>
                </a:lnTo>
                <a:lnTo>
                  <a:pt x="1475536" y="2881880"/>
                </a:lnTo>
                <a:lnTo>
                  <a:pt x="1476035" y="2882045"/>
                </a:lnTo>
                <a:lnTo>
                  <a:pt x="1476544" y="2882200"/>
                </a:lnTo>
                <a:lnTo>
                  <a:pt x="1477060" y="2882345"/>
                </a:lnTo>
                <a:lnTo>
                  <a:pt x="1477584" y="2882483"/>
                </a:lnTo>
                <a:lnTo>
                  <a:pt x="1478111" y="2882612"/>
                </a:lnTo>
                <a:lnTo>
                  <a:pt x="1478643" y="2882734"/>
                </a:lnTo>
                <a:lnTo>
                  <a:pt x="1479179" y="2882848"/>
                </a:lnTo>
                <a:lnTo>
                  <a:pt x="1479718" y="2882955"/>
                </a:lnTo>
                <a:lnTo>
                  <a:pt x="1480262" y="2883053"/>
                </a:lnTo>
                <a:lnTo>
                  <a:pt x="1480810" y="2883145"/>
                </a:lnTo>
                <a:lnTo>
                  <a:pt x="1481362" y="2883228"/>
                </a:lnTo>
                <a:lnTo>
                  <a:pt x="1481919" y="2883304"/>
                </a:lnTo>
                <a:lnTo>
                  <a:pt x="1482479" y="2883373"/>
                </a:lnTo>
                <a:lnTo>
                  <a:pt x="1483043" y="2883434"/>
                </a:lnTo>
                <a:lnTo>
                  <a:pt x="1483612" y="2883487"/>
                </a:lnTo>
                <a:lnTo>
                  <a:pt x="1484185" y="2883532"/>
                </a:lnTo>
                <a:lnTo>
                  <a:pt x="1484761" y="2883570"/>
                </a:lnTo>
                <a:lnTo>
                  <a:pt x="1485342" y="2883600"/>
                </a:lnTo>
                <a:lnTo>
                  <a:pt x="1485927" y="2883623"/>
                </a:lnTo>
                <a:lnTo>
                  <a:pt x="1486516" y="2883638"/>
                </a:lnTo>
                <a:lnTo>
                  <a:pt x="1487109" y="2883645"/>
                </a:lnTo>
                <a:lnTo>
                  <a:pt x="1487707" y="2883645"/>
                </a:lnTo>
                <a:lnTo>
                  <a:pt x="1488308" y="2883637"/>
                </a:lnTo>
                <a:lnTo>
                  <a:pt x="1488914" y="2883621"/>
                </a:lnTo>
                <a:lnTo>
                  <a:pt x="1489523" y="2883598"/>
                </a:lnTo>
                <a:lnTo>
                  <a:pt x="1490137" y="2883567"/>
                </a:lnTo>
                <a:lnTo>
                  <a:pt x="1490755" y="2883529"/>
                </a:lnTo>
                <a:lnTo>
                  <a:pt x="1490755" y="2875414"/>
                </a:lnTo>
                <a:lnTo>
                  <a:pt x="1490556" y="2875413"/>
                </a:lnTo>
                <a:lnTo>
                  <a:pt x="1490355" y="2875409"/>
                </a:lnTo>
                <a:lnTo>
                  <a:pt x="1490150" y="2875403"/>
                </a:lnTo>
                <a:lnTo>
                  <a:pt x="1489942" y="2875395"/>
                </a:lnTo>
                <a:lnTo>
                  <a:pt x="1489732" y="2875384"/>
                </a:lnTo>
                <a:close/>
                <a:moveTo>
                  <a:pt x="1489519" y="3373675"/>
                </a:moveTo>
                <a:lnTo>
                  <a:pt x="1489302" y="3373659"/>
                </a:lnTo>
                <a:lnTo>
                  <a:pt x="1489083" y="3373642"/>
                </a:lnTo>
                <a:lnTo>
                  <a:pt x="1488861" y="3373622"/>
                </a:lnTo>
                <a:lnTo>
                  <a:pt x="1488636" y="3373600"/>
                </a:lnTo>
                <a:lnTo>
                  <a:pt x="1488408" y="3373575"/>
                </a:lnTo>
                <a:lnTo>
                  <a:pt x="1488177" y="3373548"/>
                </a:lnTo>
                <a:lnTo>
                  <a:pt x="1487943" y="3373519"/>
                </a:lnTo>
                <a:lnTo>
                  <a:pt x="1487706" y="3373487"/>
                </a:lnTo>
                <a:lnTo>
                  <a:pt x="1487466" y="3373453"/>
                </a:lnTo>
                <a:lnTo>
                  <a:pt x="1487223" y="3373416"/>
                </a:lnTo>
                <a:lnTo>
                  <a:pt x="1486978" y="3373378"/>
                </a:lnTo>
                <a:lnTo>
                  <a:pt x="1486729" y="3373336"/>
                </a:lnTo>
                <a:lnTo>
                  <a:pt x="1486477" y="3373293"/>
                </a:lnTo>
                <a:lnTo>
                  <a:pt x="1486223" y="3373247"/>
                </a:lnTo>
                <a:lnTo>
                  <a:pt x="1485966" y="3373199"/>
                </a:lnTo>
                <a:lnTo>
                  <a:pt x="1485705" y="3373149"/>
                </a:lnTo>
                <a:lnTo>
                  <a:pt x="1485442" y="3373096"/>
                </a:lnTo>
                <a:lnTo>
                  <a:pt x="1485176" y="3373040"/>
                </a:lnTo>
                <a:lnTo>
                  <a:pt x="1484923" y="3372982"/>
                </a:lnTo>
                <a:lnTo>
                  <a:pt x="1484673" y="3372918"/>
                </a:lnTo>
                <a:lnTo>
                  <a:pt x="1484425" y="3372850"/>
                </a:lnTo>
                <a:lnTo>
                  <a:pt x="1484180" y="3372778"/>
                </a:lnTo>
                <a:lnTo>
                  <a:pt x="1483937" y="3372700"/>
                </a:lnTo>
                <a:lnTo>
                  <a:pt x="1483696" y="3372618"/>
                </a:lnTo>
                <a:lnTo>
                  <a:pt x="1483458" y="3372531"/>
                </a:lnTo>
                <a:lnTo>
                  <a:pt x="1483222" y="3372440"/>
                </a:lnTo>
                <a:lnTo>
                  <a:pt x="1482988" y="3372343"/>
                </a:lnTo>
                <a:lnTo>
                  <a:pt x="1482757" y="3372242"/>
                </a:lnTo>
                <a:lnTo>
                  <a:pt x="1482528" y="3372137"/>
                </a:lnTo>
                <a:lnTo>
                  <a:pt x="1482301" y="3372026"/>
                </a:lnTo>
                <a:lnTo>
                  <a:pt x="1482077" y="3371911"/>
                </a:lnTo>
                <a:lnTo>
                  <a:pt x="1481855" y="3371791"/>
                </a:lnTo>
                <a:lnTo>
                  <a:pt x="1481636" y="3371667"/>
                </a:lnTo>
                <a:lnTo>
                  <a:pt x="1481419" y="3371538"/>
                </a:lnTo>
                <a:lnTo>
                  <a:pt x="1481204" y="3371404"/>
                </a:lnTo>
                <a:lnTo>
                  <a:pt x="1480991" y="3371265"/>
                </a:lnTo>
                <a:lnTo>
                  <a:pt x="1480781" y="3371122"/>
                </a:lnTo>
                <a:lnTo>
                  <a:pt x="1480573" y="3370974"/>
                </a:lnTo>
                <a:lnTo>
                  <a:pt x="1480368" y="3370822"/>
                </a:lnTo>
                <a:lnTo>
                  <a:pt x="1480165" y="3370664"/>
                </a:lnTo>
                <a:lnTo>
                  <a:pt x="1479964" y="3370502"/>
                </a:lnTo>
                <a:lnTo>
                  <a:pt x="1479766" y="3370336"/>
                </a:lnTo>
                <a:lnTo>
                  <a:pt x="1479586" y="3370164"/>
                </a:lnTo>
                <a:lnTo>
                  <a:pt x="1479413" y="3369986"/>
                </a:lnTo>
                <a:lnTo>
                  <a:pt x="1479248" y="3369802"/>
                </a:lnTo>
                <a:lnTo>
                  <a:pt x="1479089" y="3369612"/>
                </a:lnTo>
                <a:lnTo>
                  <a:pt x="1478938" y="3369417"/>
                </a:lnTo>
                <a:lnTo>
                  <a:pt x="1478793" y="3369215"/>
                </a:lnTo>
                <a:lnTo>
                  <a:pt x="1478656" y="3369008"/>
                </a:lnTo>
                <a:lnTo>
                  <a:pt x="1478526" y="3368795"/>
                </a:lnTo>
                <a:lnTo>
                  <a:pt x="1478402" y="3368576"/>
                </a:lnTo>
                <a:lnTo>
                  <a:pt x="1478286" y="3368351"/>
                </a:lnTo>
                <a:lnTo>
                  <a:pt x="1478177" y="3368121"/>
                </a:lnTo>
                <a:lnTo>
                  <a:pt x="1478075" y="3367884"/>
                </a:lnTo>
                <a:lnTo>
                  <a:pt x="1477980" y="3367642"/>
                </a:lnTo>
                <a:lnTo>
                  <a:pt x="1477892" y="3367393"/>
                </a:lnTo>
                <a:lnTo>
                  <a:pt x="1477811" y="3367139"/>
                </a:lnTo>
                <a:lnTo>
                  <a:pt x="1477737" y="3366879"/>
                </a:lnTo>
                <a:lnTo>
                  <a:pt x="1477670" y="3366613"/>
                </a:lnTo>
                <a:lnTo>
                  <a:pt x="1477610" y="3366341"/>
                </a:lnTo>
                <a:lnTo>
                  <a:pt x="1477557" y="3366064"/>
                </a:lnTo>
                <a:lnTo>
                  <a:pt x="1477511" y="3365780"/>
                </a:lnTo>
                <a:lnTo>
                  <a:pt x="1477473" y="3365491"/>
                </a:lnTo>
                <a:lnTo>
                  <a:pt x="1477441" y="3365195"/>
                </a:lnTo>
                <a:lnTo>
                  <a:pt x="1477416" y="3364894"/>
                </a:lnTo>
                <a:lnTo>
                  <a:pt x="1477399" y="3364587"/>
                </a:lnTo>
                <a:lnTo>
                  <a:pt x="1476215" y="3328576"/>
                </a:lnTo>
                <a:lnTo>
                  <a:pt x="1476182" y="3327892"/>
                </a:lnTo>
                <a:lnTo>
                  <a:pt x="1476139" y="3327221"/>
                </a:lnTo>
                <a:lnTo>
                  <a:pt x="1476086" y="3326563"/>
                </a:lnTo>
                <a:lnTo>
                  <a:pt x="1476023" y="3325918"/>
                </a:lnTo>
                <a:lnTo>
                  <a:pt x="1475949" y="3325286"/>
                </a:lnTo>
                <a:lnTo>
                  <a:pt x="1475866" y="3324666"/>
                </a:lnTo>
                <a:lnTo>
                  <a:pt x="1475773" y="3324060"/>
                </a:lnTo>
                <a:lnTo>
                  <a:pt x="1475670" y="3323466"/>
                </a:lnTo>
                <a:lnTo>
                  <a:pt x="1475557" y="3322886"/>
                </a:lnTo>
                <a:lnTo>
                  <a:pt x="1475434" y="3322318"/>
                </a:lnTo>
                <a:lnTo>
                  <a:pt x="1475301" y="3321763"/>
                </a:lnTo>
                <a:lnTo>
                  <a:pt x="1475158" y="3321222"/>
                </a:lnTo>
                <a:lnTo>
                  <a:pt x="1475006" y="3320693"/>
                </a:lnTo>
                <a:lnTo>
                  <a:pt x="1474843" y="3320177"/>
                </a:lnTo>
                <a:lnTo>
                  <a:pt x="1474670" y="3319674"/>
                </a:lnTo>
                <a:lnTo>
                  <a:pt x="1474487" y="3319183"/>
                </a:lnTo>
                <a:lnTo>
                  <a:pt x="1474294" y="3318706"/>
                </a:lnTo>
                <a:lnTo>
                  <a:pt x="1474091" y="3318242"/>
                </a:lnTo>
                <a:lnTo>
                  <a:pt x="1473878" y="3317790"/>
                </a:lnTo>
                <a:lnTo>
                  <a:pt x="1473656" y="3317352"/>
                </a:lnTo>
                <a:lnTo>
                  <a:pt x="1473423" y="3316926"/>
                </a:lnTo>
                <a:lnTo>
                  <a:pt x="1473180" y="3316514"/>
                </a:lnTo>
                <a:lnTo>
                  <a:pt x="1472927" y="3316114"/>
                </a:lnTo>
                <a:lnTo>
                  <a:pt x="1472665" y="3315727"/>
                </a:lnTo>
                <a:lnTo>
                  <a:pt x="1472402" y="3315355"/>
                </a:lnTo>
                <a:lnTo>
                  <a:pt x="1472120" y="3314998"/>
                </a:lnTo>
                <a:lnTo>
                  <a:pt x="1471819" y="3314657"/>
                </a:lnTo>
                <a:lnTo>
                  <a:pt x="1471500" y="3314332"/>
                </a:lnTo>
                <a:lnTo>
                  <a:pt x="1471162" y="3314023"/>
                </a:lnTo>
                <a:lnTo>
                  <a:pt x="1470805" y="3313730"/>
                </a:lnTo>
                <a:lnTo>
                  <a:pt x="1470429" y="3313452"/>
                </a:lnTo>
                <a:lnTo>
                  <a:pt x="1470035" y="3313191"/>
                </a:lnTo>
                <a:lnTo>
                  <a:pt x="1469621" y="3312945"/>
                </a:lnTo>
                <a:lnTo>
                  <a:pt x="1469189" y="3312715"/>
                </a:lnTo>
                <a:lnTo>
                  <a:pt x="1468739" y="3312501"/>
                </a:lnTo>
                <a:lnTo>
                  <a:pt x="1468269" y="3312303"/>
                </a:lnTo>
                <a:lnTo>
                  <a:pt x="1467781" y="3312121"/>
                </a:lnTo>
                <a:lnTo>
                  <a:pt x="1467273" y="3311955"/>
                </a:lnTo>
                <a:lnTo>
                  <a:pt x="1466747" y="3311804"/>
                </a:lnTo>
                <a:lnTo>
                  <a:pt x="1466203" y="3311669"/>
                </a:lnTo>
                <a:lnTo>
                  <a:pt x="1465639" y="3311551"/>
                </a:lnTo>
                <a:lnTo>
                  <a:pt x="1465057" y="3311447"/>
                </a:lnTo>
                <a:lnTo>
                  <a:pt x="1464456" y="3311360"/>
                </a:lnTo>
                <a:lnTo>
                  <a:pt x="1463836" y="3311289"/>
                </a:lnTo>
                <a:lnTo>
                  <a:pt x="1463197" y="3311234"/>
                </a:lnTo>
                <a:lnTo>
                  <a:pt x="1462539" y="3311194"/>
                </a:lnTo>
                <a:lnTo>
                  <a:pt x="1461863" y="3311170"/>
                </a:lnTo>
                <a:lnTo>
                  <a:pt x="1461168" y="3311162"/>
                </a:lnTo>
                <a:lnTo>
                  <a:pt x="1461168" y="3309640"/>
                </a:lnTo>
                <a:lnTo>
                  <a:pt x="1461863" y="3309632"/>
                </a:lnTo>
                <a:lnTo>
                  <a:pt x="1462539" y="3309609"/>
                </a:lnTo>
                <a:lnTo>
                  <a:pt x="1463197" y="3309569"/>
                </a:lnTo>
                <a:lnTo>
                  <a:pt x="1463836" y="3309514"/>
                </a:lnTo>
                <a:lnTo>
                  <a:pt x="1464456" y="3309442"/>
                </a:lnTo>
                <a:lnTo>
                  <a:pt x="1465057" y="3309355"/>
                </a:lnTo>
                <a:lnTo>
                  <a:pt x="1465639" y="3309252"/>
                </a:lnTo>
                <a:lnTo>
                  <a:pt x="1466203" y="3309133"/>
                </a:lnTo>
                <a:lnTo>
                  <a:pt x="1466747" y="3308998"/>
                </a:lnTo>
                <a:lnTo>
                  <a:pt x="1467273" y="3308848"/>
                </a:lnTo>
                <a:lnTo>
                  <a:pt x="1467781" y="3308681"/>
                </a:lnTo>
                <a:lnTo>
                  <a:pt x="1468269" y="3308499"/>
                </a:lnTo>
                <a:lnTo>
                  <a:pt x="1468739" y="3308301"/>
                </a:lnTo>
                <a:lnTo>
                  <a:pt x="1469189" y="3308087"/>
                </a:lnTo>
                <a:lnTo>
                  <a:pt x="1469621" y="3307857"/>
                </a:lnTo>
                <a:lnTo>
                  <a:pt x="1470035" y="3307612"/>
                </a:lnTo>
                <a:lnTo>
                  <a:pt x="1470429" y="3307350"/>
                </a:lnTo>
                <a:lnTo>
                  <a:pt x="1470805" y="3307073"/>
                </a:lnTo>
                <a:lnTo>
                  <a:pt x="1471162" y="3306779"/>
                </a:lnTo>
                <a:lnTo>
                  <a:pt x="1471500" y="3306470"/>
                </a:lnTo>
                <a:lnTo>
                  <a:pt x="1471819" y="3306145"/>
                </a:lnTo>
                <a:lnTo>
                  <a:pt x="1472120" y="3305805"/>
                </a:lnTo>
                <a:lnTo>
                  <a:pt x="1472402" y="3305448"/>
                </a:lnTo>
                <a:lnTo>
                  <a:pt x="1472665" y="3305075"/>
                </a:lnTo>
                <a:lnTo>
                  <a:pt x="1472927" y="3304689"/>
                </a:lnTo>
                <a:lnTo>
                  <a:pt x="1473180" y="3304289"/>
                </a:lnTo>
                <a:lnTo>
                  <a:pt x="1473423" y="3303876"/>
                </a:lnTo>
                <a:lnTo>
                  <a:pt x="1473656" y="3303451"/>
                </a:lnTo>
                <a:lnTo>
                  <a:pt x="1473878" y="3303012"/>
                </a:lnTo>
                <a:lnTo>
                  <a:pt x="1474091" y="3302561"/>
                </a:lnTo>
                <a:lnTo>
                  <a:pt x="1474294" y="3302096"/>
                </a:lnTo>
                <a:lnTo>
                  <a:pt x="1474487" y="3301619"/>
                </a:lnTo>
                <a:lnTo>
                  <a:pt x="1474670" y="3301129"/>
                </a:lnTo>
                <a:lnTo>
                  <a:pt x="1474843" y="3300626"/>
                </a:lnTo>
                <a:lnTo>
                  <a:pt x="1475006" y="3300110"/>
                </a:lnTo>
                <a:lnTo>
                  <a:pt x="1475158" y="3299581"/>
                </a:lnTo>
                <a:lnTo>
                  <a:pt x="1475301" y="3299039"/>
                </a:lnTo>
                <a:lnTo>
                  <a:pt x="1475434" y="3298484"/>
                </a:lnTo>
                <a:lnTo>
                  <a:pt x="1475557" y="3297917"/>
                </a:lnTo>
                <a:lnTo>
                  <a:pt x="1475670" y="3297336"/>
                </a:lnTo>
                <a:lnTo>
                  <a:pt x="1475773" y="3296742"/>
                </a:lnTo>
                <a:lnTo>
                  <a:pt x="1475866" y="3296136"/>
                </a:lnTo>
                <a:lnTo>
                  <a:pt x="1475949" y="3295517"/>
                </a:lnTo>
                <a:lnTo>
                  <a:pt x="1476023" y="3294885"/>
                </a:lnTo>
                <a:lnTo>
                  <a:pt x="1476086" y="3294239"/>
                </a:lnTo>
                <a:lnTo>
                  <a:pt x="1476139" y="3293581"/>
                </a:lnTo>
                <a:lnTo>
                  <a:pt x="1476182" y="3292910"/>
                </a:lnTo>
                <a:lnTo>
                  <a:pt x="1476215" y="3292226"/>
                </a:lnTo>
                <a:lnTo>
                  <a:pt x="1477399" y="3256046"/>
                </a:lnTo>
                <a:lnTo>
                  <a:pt x="1477416" y="3255739"/>
                </a:lnTo>
                <a:lnTo>
                  <a:pt x="1477441" y="3255439"/>
                </a:lnTo>
                <a:lnTo>
                  <a:pt x="1477473" y="3255145"/>
                </a:lnTo>
                <a:lnTo>
                  <a:pt x="1477511" y="3254858"/>
                </a:lnTo>
                <a:lnTo>
                  <a:pt x="1477557" y="3254577"/>
                </a:lnTo>
                <a:lnTo>
                  <a:pt x="1477610" y="3254303"/>
                </a:lnTo>
                <a:lnTo>
                  <a:pt x="1477670" y="3254035"/>
                </a:lnTo>
                <a:lnTo>
                  <a:pt x="1477737" y="3253773"/>
                </a:lnTo>
                <a:lnTo>
                  <a:pt x="1477811" y="3253518"/>
                </a:lnTo>
                <a:lnTo>
                  <a:pt x="1477892" y="3253270"/>
                </a:lnTo>
                <a:lnTo>
                  <a:pt x="1477980" y="3253027"/>
                </a:lnTo>
                <a:lnTo>
                  <a:pt x="1478075" y="3252792"/>
                </a:lnTo>
                <a:lnTo>
                  <a:pt x="1478177" y="3252562"/>
                </a:lnTo>
                <a:lnTo>
                  <a:pt x="1478286" y="3252340"/>
                </a:lnTo>
                <a:lnTo>
                  <a:pt x="1478402" y="3252123"/>
                </a:lnTo>
                <a:lnTo>
                  <a:pt x="1478526" y="3251913"/>
                </a:lnTo>
                <a:lnTo>
                  <a:pt x="1478656" y="3251710"/>
                </a:lnTo>
                <a:lnTo>
                  <a:pt x="1478793" y="3251513"/>
                </a:lnTo>
                <a:lnTo>
                  <a:pt x="1478938" y="3251323"/>
                </a:lnTo>
                <a:lnTo>
                  <a:pt x="1479089" y="3251139"/>
                </a:lnTo>
                <a:lnTo>
                  <a:pt x="1479248" y="3250961"/>
                </a:lnTo>
                <a:lnTo>
                  <a:pt x="1479413" y="3250790"/>
                </a:lnTo>
                <a:lnTo>
                  <a:pt x="1479586" y="3250625"/>
                </a:lnTo>
                <a:lnTo>
                  <a:pt x="1479766" y="3250467"/>
                </a:lnTo>
                <a:lnTo>
                  <a:pt x="1479964" y="3250300"/>
                </a:lnTo>
                <a:lnTo>
                  <a:pt x="1480165" y="3250138"/>
                </a:lnTo>
                <a:lnTo>
                  <a:pt x="1480368" y="3249981"/>
                </a:lnTo>
                <a:lnTo>
                  <a:pt x="1480573" y="3249828"/>
                </a:lnTo>
                <a:lnTo>
                  <a:pt x="1480781" y="3249680"/>
                </a:lnTo>
                <a:lnTo>
                  <a:pt x="1480991" y="3249537"/>
                </a:lnTo>
                <a:lnTo>
                  <a:pt x="1481204" y="3249398"/>
                </a:lnTo>
                <a:lnTo>
                  <a:pt x="1481419" y="3249265"/>
                </a:lnTo>
                <a:lnTo>
                  <a:pt x="1481636" y="3249135"/>
                </a:lnTo>
                <a:lnTo>
                  <a:pt x="1481855" y="3249011"/>
                </a:lnTo>
                <a:lnTo>
                  <a:pt x="1482077" y="3248891"/>
                </a:lnTo>
                <a:lnTo>
                  <a:pt x="1482301" y="3248776"/>
                </a:lnTo>
                <a:lnTo>
                  <a:pt x="1482528" y="3248666"/>
                </a:lnTo>
                <a:lnTo>
                  <a:pt x="1482757" y="3248560"/>
                </a:lnTo>
                <a:lnTo>
                  <a:pt x="1482988" y="3248459"/>
                </a:lnTo>
                <a:lnTo>
                  <a:pt x="1483222" y="3248363"/>
                </a:lnTo>
                <a:lnTo>
                  <a:pt x="1483458" y="3248271"/>
                </a:lnTo>
                <a:lnTo>
                  <a:pt x="1483696" y="3248185"/>
                </a:lnTo>
                <a:lnTo>
                  <a:pt x="1483937" y="3248102"/>
                </a:lnTo>
                <a:lnTo>
                  <a:pt x="1484180" y="3248025"/>
                </a:lnTo>
                <a:lnTo>
                  <a:pt x="1484425" y="3247952"/>
                </a:lnTo>
                <a:lnTo>
                  <a:pt x="1484673" y="3247884"/>
                </a:lnTo>
                <a:lnTo>
                  <a:pt x="1484923" y="3247821"/>
                </a:lnTo>
                <a:lnTo>
                  <a:pt x="1485176" y="3247762"/>
                </a:lnTo>
                <a:lnTo>
                  <a:pt x="1485442" y="3247707"/>
                </a:lnTo>
                <a:lnTo>
                  <a:pt x="1485705" y="3247654"/>
                </a:lnTo>
                <a:lnTo>
                  <a:pt x="1485966" y="3247603"/>
                </a:lnTo>
                <a:lnTo>
                  <a:pt x="1486223" y="3247555"/>
                </a:lnTo>
                <a:lnTo>
                  <a:pt x="1486477" y="3247509"/>
                </a:lnTo>
                <a:lnTo>
                  <a:pt x="1486729" y="3247466"/>
                </a:lnTo>
                <a:lnTo>
                  <a:pt x="1486978" y="3247425"/>
                </a:lnTo>
                <a:lnTo>
                  <a:pt x="1487223" y="3247386"/>
                </a:lnTo>
                <a:lnTo>
                  <a:pt x="1487466" y="3247350"/>
                </a:lnTo>
                <a:lnTo>
                  <a:pt x="1487706" y="3247316"/>
                </a:lnTo>
                <a:lnTo>
                  <a:pt x="1487943" y="3247284"/>
                </a:lnTo>
                <a:lnTo>
                  <a:pt x="1488177" y="3247255"/>
                </a:lnTo>
                <a:lnTo>
                  <a:pt x="1488408" y="3247228"/>
                </a:lnTo>
                <a:lnTo>
                  <a:pt x="1488636" y="3247203"/>
                </a:lnTo>
                <a:lnTo>
                  <a:pt x="1488861" y="3247181"/>
                </a:lnTo>
                <a:lnTo>
                  <a:pt x="1489083" y="3247161"/>
                </a:lnTo>
                <a:lnTo>
                  <a:pt x="1489302" y="3247143"/>
                </a:lnTo>
                <a:lnTo>
                  <a:pt x="1489519" y="3247128"/>
                </a:lnTo>
                <a:lnTo>
                  <a:pt x="1489732" y="3247115"/>
                </a:lnTo>
                <a:lnTo>
                  <a:pt x="1489942" y="3247104"/>
                </a:lnTo>
                <a:lnTo>
                  <a:pt x="1490150" y="3247096"/>
                </a:lnTo>
                <a:lnTo>
                  <a:pt x="1490355" y="3247090"/>
                </a:lnTo>
                <a:lnTo>
                  <a:pt x="1490556" y="3247087"/>
                </a:lnTo>
                <a:lnTo>
                  <a:pt x="1490755" y="3247086"/>
                </a:lnTo>
                <a:lnTo>
                  <a:pt x="1490755" y="3238970"/>
                </a:lnTo>
                <a:lnTo>
                  <a:pt x="1490137" y="3238918"/>
                </a:lnTo>
                <a:lnTo>
                  <a:pt x="1489523" y="3238875"/>
                </a:lnTo>
                <a:lnTo>
                  <a:pt x="1488914" y="3238841"/>
                </a:lnTo>
                <a:lnTo>
                  <a:pt x="1488308" y="3238815"/>
                </a:lnTo>
                <a:lnTo>
                  <a:pt x="1487707" y="3238799"/>
                </a:lnTo>
                <a:lnTo>
                  <a:pt x="1487109" y="3238791"/>
                </a:lnTo>
                <a:lnTo>
                  <a:pt x="1486516" y="3238792"/>
                </a:lnTo>
                <a:lnTo>
                  <a:pt x="1485927" y="3238801"/>
                </a:lnTo>
                <a:lnTo>
                  <a:pt x="1485342" y="3238820"/>
                </a:lnTo>
                <a:lnTo>
                  <a:pt x="1484761" y="3238847"/>
                </a:lnTo>
                <a:lnTo>
                  <a:pt x="1484185" y="3238883"/>
                </a:lnTo>
                <a:lnTo>
                  <a:pt x="1483612" y="3238928"/>
                </a:lnTo>
                <a:lnTo>
                  <a:pt x="1483043" y="3238982"/>
                </a:lnTo>
                <a:lnTo>
                  <a:pt x="1482479" y="3239044"/>
                </a:lnTo>
                <a:lnTo>
                  <a:pt x="1481919" y="3239116"/>
                </a:lnTo>
                <a:lnTo>
                  <a:pt x="1481362" y="3239196"/>
                </a:lnTo>
                <a:lnTo>
                  <a:pt x="1480810" y="3239285"/>
                </a:lnTo>
                <a:lnTo>
                  <a:pt x="1480262" y="3239382"/>
                </a:lnTo>
                <a:lnTo>
                  <a:pt x="1479718" y="3239489"/>
                </a:lnTo>
                <a:lnTo>
                  <a:pt x="1479179" y="3239604"/>
                </a:lnTo>
                <a:lnTo>
                  <a:pt x="1478643" y="3239729"/>
                </a:lnTo>
                <a:lnTo>
                  <a:pt x="1478111" y="3239861"/>
                </a:lnTo>
                <a:lnTo>
                  <a:pt x="1477584" y="3240003"/>
                </a:lnTo>
                <a:lnTo>
                  <a:pt x="1477060" y="3240154"/>
                </a:lnTo>
                <a:lnTo>
                  <a:pt x="1476557" y="3240299"/>
                </a:lnTo>
                <a:lnTo>
                  <a:pt x="1476061" y="3240454"/>
                </a:lnTo>
                <a:lnTo>
                  <a:pt x="1475573" y="3240619"/>
                </a:lnTo>
                <a:lnTo>
                  <a:pt x="1475093" y="3240793"/>
                </a:lnTo>
                <a:lnTo>
                  <a:pt x="1474620" y="3240976"/>
                </a:lnTo>
                <a:lnTo>
                  <a:pt x="1474155" y="3241168"/>
                </a:lnTo>
                <a:lnTo>
                  <a:pt x="1473697" y="3241370"/>
                </a:lnTo>
                <a:lnTo>
                  <a:pt x="1473247" y="3241582"/>
                </a:lnTo>
                <a:lnTo>
                  <a:pt x="1472805" y="3241802"/>
                </a:lnTo>
                <a:lnTo>
                  <a:pt x="1472370" y="3242032"/>
                </a:lnTo>
                <a:lnTo>
                  <a:pt x="1471943" y="3242272"/>
                </a:lnTo>
                <a:lnTo>
                  <a:pt x="1471523" y="3242521"/>
                </a:lnTo>
                <a:lnTo>
                  <a:pt x="1471112" y="3242779"/>
                </a:lnTo>
                <a:lnTo>
                  <a:pt x="1470707" y="3243047"/>
                </a:lnTo>
                <a:lnTo>
                  <a:pt x="1470311" y="3243324"/>
                </a:lnTo>
                <a:lnTo>
                  <a:pt x="1469922" y="3243610"/>
                </a:lnTo>
                <a:lnTo>
                  <a:pt x="1469541" y="3243906"/>
                </a:lnTo>
                <a:lnTo>
                  <a:pt x="1469167" y="3244211"/>
                </a:lnTo>
                <a:lnTo>
                  <a:pt x="1468801" y="3244526"/>
                </a:lnTo>
                <a:lnTo>
                  <a:pt x="1468443" y="3244850"/>
                </a:lnTo>
                <a:lnTo>
                  <a:pt x="1468092" y="3245184"/>
                </a:lnTo>
                <a:lnTo>
                  <a:pt x="1467749" y="3245526"/>
                </a:lnTo>
                <a:lnTo>
                  <a:pt x="1467413" y="3245879"/>
                </a:lnTo>
                <a:lnTo>
                  <a:pt x="1467085" y="3246240"/>
                </a:lnTo>
                <a:lnTo>
                  <a:pt x="1466782" y="3246598"/>
                </a:lnTo>
                <a:lnTo>
                  <a:pt x="1466491" y="3246967"/>
                </a:lnTo>
                <a:lnTo>
                  <a:pt x="1466214" y="3247347"/>
                </a:lnTo>
                <a:lnTo>
                  <a:pt x="1465949" y="3247738"/>
                </a:lnTo>
                <a:lnTo>
                  <a:pt x="1465697" y="3248141"/>
                </a:lnTo>
                <a:lnTo>
                  <a:pt x="1465458" y="3248554"/>
                </a:lnTo>
                <a:lnTo>
                  <a:pt x="1465232" y="3248979"/>
                </a:lnTo>
                <a:lnTo>
                  <a:pt x="1465019" y="3249415"/>
                </a:lnTo>
                <a:lnTo>
                  <a:pt x="1464819" y="3249862"/>
                </a:lnTo>
                <a:lnTo>
                  <a:pt x="1464632" y="3250320"/>
                </a:lnTo>
                <a:lnTo>
                  <a:pt x="1464457" y="3250790"/>
                </a:lnTo>
                <a:lnTo>
                  <a:pt x="1464296" y="3251270"/>
                </a:lnTo>
                <a:lnTo>
                  <a:pt x="1464147" y="3251762"/>
                </a:lnTo>
                <a:lnTo>
                  <a:pt x="1464012" y="3252264"/>
                </a:lnTo>
                <a:lnTo>
                  <a:pt x="1463889" y="3252778"/>
                </a:lnTo>
                <a:lnTo>
                  <a:pt x="1463779" y="3253303"/>
                </a:lnTo>
                <a:lnTo>
                  <a:pt x="1463682" y="3253840"/>
                </a:lnTo>
                <a:lnTo>
                  <a:pt x="1463598" y="3254387"/>
                </a:lnTo>
                <a:lnTo>
                  <a:pt x="1463527" y="3254946"/>
                </a:lnTo>
                <a:lnTo>
                  <a:pt x="1463469" y="3255515"/>
                </a:lnTo>
                <a:lnTo>
                  <a:pt x="1463424" y="3256096"/>
                </a:lnTo>
                <a:lnTo>
                  <a:pt x="1463392" y="3256688"/>
                </a:lnTo>
                <a:lnTo>
                  <a:pt x="1463372" y="3257292"/>
                </a:lnTo>
                <a:lnTo>
                  <a:pt x="1463366" y="3257906"/>
                </a:lnTo>
                <a:lnTo>
                  <a:pt x="1463366" y="3294086"/>
                </a:lnTo>
                <a:lnTo>
                  <a:pt x="1463358" y="3294518"/>
                </a:lnTo>
                <a:lnTo>
                  <a:pt x="1463335" y="3294940"/>
                </a:lnTo>
                <a:lnTo>
                  <a:pt x="1463297" y="3295352"/>
                </a:lnTo>
                <a:lnTo>
                  <a:pt x="1463244" y="3295753"/>
                </a:lnTo>
                <a:lnTo>
                  <a:pt x="1463175" y="3296145"/>
                </a:lnTo>
                <a:lnTo>
                  <a:pt x="1463091" y="3296527"/>
                </a:lnTo>
                <a:lnTo>
                  <a:pt x="1462992" y="3296899"/>
                </a:lnTo>
                <a:lnTo>
                  <a:pt x="1462878" y="3297261"/>
                </a:lnTo>
                <a:lnTo>
                  <a:pt x="1462748" y="3297613"/>
                </a:lnTo>
                <a:lnTo>
                  <a:pt x="1462603" y="3297955"/>
                </a:lnTo>
                <a:lnTo>
                  <a:pt x="1462443" y="3298287"/>
                </a:lnTo>
                <a:lnTo>
                  <a:pt x="1462267" y="3298609"/>
                </a:lnTo>
                <a:lnTo>
                  <a:pt x="1462076" y="3298921"/>
                </a:lnTo>
                <a:lnTo>
                  <a:pt x="1461870" y="3299223"/>
                </a:lnTo>
                <a:lnTo>
                  <a:pt x="1461649" y="3299515"/>
                </a:lnTo>
                <a:lnTo>
                  <a:pt x="1461412" y="3299797"/>
                </a:lnTo>
                <a:lnTo>
                  <a:pt x="1461160" y="3300069"/>
                </a:lnTo>
                <a:lnTo>
                  <a:pt x="1460893" y="3300331"/>
                </a:lnTo>
                <a:lnTo>
                  <a:pt x="1460611" y="3300583"/>
                </a:lnTo>
                <a:lnTo>
                  <a:pt x="1460313" y="3300826"/>
                </a:lnTo>
                <a:lnTo>
                  <a:pt x="1460000" y="3301058"/>
                </a:lnTo>
                <a:lnTo>
                  <a:pt x="1459672" y="3301280"/>
                </a:lnTo>
                <a:lnTo>
                  <a:pt x="1459329" y="3301492"/>
                </a:lnTo>
                <a:lnTo>
                  <a:pt x="1458970" y="3301694"/>
                </a:lnTo>
                <a:lnTo>
                  <a:pt x="1458618" y="3301873"/>
                </a:lnTo>
                <a:lnTo>
                  <a:pt x="1458265" y="3302044"/>
                </a:lnTo>
                <a:lnTo>
                  <a:pt x="1457911" y="3302207"/>
                </a:lnTo>
                <a:lnTo>
                  <a:pt x="1457557" y="3302361"/>
                </a:lnTo>
                <a:lnTo>
                  <a:pt x="1457202" y="3302507"/>
                </a:lnTo>
                <a:lnTo>
                  <a:pt x="1456846" y="3302645"/>
                </a:lnTo>
                <a:lnTo>
                  <a:pt x="1456490" y="3302775"/>
                </a:lnTo>
                <a:lnTo>
                  <a:pt x="1456134" y="3302897"/>
                </a:lnTo>
                <a:lnTo>
                  <a:pt x="1455776" y="3303010"/>
                </a:lnTo>
                <a:lnTo>
                  <a:pt x="1455419" y="3303115"/>
                </a:lnTo>
                <a:lnTo>
                  <a:pt x="1455060" y="3303212"/>
                </a:lnTo>
                <a:lnTo>
                  <a:pt x="1454701" y="3303300"/>
                </a:lnTo>
                <a:lnTo>
                  <a:pt x="1454342" y="3303381"/>
                </a:lnTo>
                <a:lnTo>
                  <a:pt x="1453982" y="3303453"/>
                </a:lnTo>
                <a:lnTo>
                  <a:pt x="1453621" y="3303517"/>
                </a:lnTo>
                <a:lnTo>
                  <a:pt x="1453259" y="3303573"/>
                </a:lnTo>
                <a:lnTo>
                  <a:pt x="1452898" y="3303620"/>
                </a:lnTo>
                <a:lnTo>
                  <a:pt x="1452535" y="3303660"/>
                </a:lnTo>
                <a:lnTo>
                  <a:pt x="1452172" y="3303691"/>
                </a:lnTo>
                <a:lnTo>
                  <a:pt x="1451808" y="3303714"/>
                </a:lnTo>
                <a:lnTo>
                  <a:pt x="1451444" y="3303729"/>
                </a:lnTo>
                <a:lnTo>
                  <a:pt x="1451079" y="3303735"/>
                </a:lnTo>
                <a:lnTo>
                  <a:pt x="1450714" y="3303733"/>
                </a:lnTo>
                <a:lnTo>
                  <a:pt x="1450348" y="3303723"/>
                </a:lnTo>
                <a:lnTo>
                  <a:pt x="1450348" y="3317079"/>
                </a:lnTo>
                <a:lnTo>
                  <a:pt x="1450741" y="3317070"/>
                </a:lnTo>
                <a:lnTo>
                  <a:pt x="1451132" y="3317069"/>
                </a:lnTo>
                <a:lnTo>
                  <a:pt x="1451521" y="3317077"/>
                </a:lnTo>
                <a:lnTo>
                  <a:pt x="1451907" y="3317093"/>
                </a:lnTo>
                <a:lnTo>
                  <a:pt x="1452291" y="3317119"/>
                </a:lnTo>
                <a:lnTo>
                  <a:pt x="1452672" y="3317153"/>
                </a:lnTo>
                <a:lnTo>
                  <a:pt x="1453052" y="3317196"/>
                </a:lnTo>
                <a:lnTo>
                  <a:pt x="1453429" y="3317248"/>
                </a:lnTo>
                <a:lnTo>
                  <a:pt x="1453803" y="3317309"/>
                </a:lnTo>
                <a:lnTo>
                  <a:pt x="1454175" y="3317379"/>
                </a:lnTo>
                <a:lnTo>
                  <a:pt x="1454545" y="3317457"/>
                </a:lnTo>
                <a:lnTo>
                  <a:pt x="1454913" y="3317544"/>
                </a:lnTo>
                <a:lnTo>
                  <a:pt x="1455278" y="3317640"/>
                </a:lnTo>
                <a:lnTo>
                  <a:pt x="1455640" y="3317745"/>
                </a:lnTo>
                <a:lnTo>
                  <a:pt x="1456001" y="3317859"/>
                </a:lnTo>
                <a:lnTo>
                  <a:pt x="1456359" y="3317981"/>
                </a:lnTo>
                <a:lnTo>
                  <a:pt x="1456715" y="3318112"/>
                </a:lnTo>
                <a:lnTo>
                  <a:pt x="1457068" y="3318252"/>
                </a:lnTo>
                <a:lnTo>
                  <a:pt x="1457419" y="3318401"/>
                </a:lnTo>
                <a:lnTo>
                  <a:pt x="1457768" y="3318559"/>
                </a:lnTo>
                <a:lnTo>
                  <a:pt x="1458114" y="3318725"/>
                </a:lnTo>
                <a:lnTo>
                  <a:pt x="1458458" y="3318900"/>
                </a:lnTo>
                <a:lnTo>
                  <a:pt x="1458800" y="3319084"/>
                </a:lnTo>
                <a:lnTo>
                  <a:pt x="1459139" y="3319277"/>
                </a:lnTo>
                <a:lnTo>
                  <a:pt x="1459484" y="3319465"/>
                </a:lnTo>
                <a:lnTo>
                  <a:pt x="1459814" y="3319664"/>
                </a:lnTo>
                <a:lnTo>
                  <a:pt x="1460130" y="3319872"/>
                </a:lnTo>
                <a:lnTo>
                  <a:pt x="1460431" y="3320090"/>
                </a:lnTo>
                <a:lnTo>
                  <a:pt x="1460717" y="3320318"/>
                </a:lnTo>
                <a:lnTo>
                  <a:pt x="1460988" y="3320556"/>
                </a:lnTo>
                <a:lnTo>
                  <a:pt x="1461245" y="3320804"/>
                </a:lnTo>
                <a:lnTo>
                  <a:pt x="1461487" y="3321062"/>
                </a:lnTo>
                <a:lnTo>
                  <a:pt x="1461715" y="3321330"/>
                </a:lnTo>
                <a:lnTo>
                  <a:pt x="1461928" y="3321608"/>
                </a:lnTo>
                <a:lnTo>
                  <a:pt x="1462126" y="3321896"/>
                </a:lnTo>
                <a:lnTo>
                  <a:pt x="1462309" y="3322194"/>
                </a:lnTo>
                <a:lnTo>
                  <a:pt x="1462478" y="3322502"/>
                </a:lnTo>
                <a:lnTo>
                  <a:pt x="1462632" y="3322820"/>
                </a:lnTo>
                <a:lnTo>
                  <a:pt x="1462772" y="3323147"/>
                </a:lnTo>
                <a:lnTo>
                  <a:pt x="1462896" y="3323485"/>
                </a:lnTo>
                <a:lnTo>
                  <a:pt x="1463006" y="3323833"/>
                </a:lnTo>
                <a:lnTo>
                  <a:pt x="1463102" y="3324191"/>
                </a:lnTo>
                <a:lnTo>
                  <a:pt x="1463183" y="3324559"/>
                </a:lnTo>
                <a:lnTo>
                  <a:pt x="1463249" y="3324936"/>
                </a:lnTo>
                <a:lnTo>
                  <a:pt x="1463300" y="3325324"/>
                </a:lnTo>
                <a:lnTo>
                  <a:pt x="1463337" y="3325722"/>
                </a:lnTo>
                <a:lnTo>
                  <a:pt x="1463359" y="3326130"/>
                </a:lnTo>
                <a:lnTo>
                  <a:pt x="1463366" y="3326547"/>
                </a:lnTo>
                <a:lnTo>
                  <a:pt x="1463366" y="3362897"/>
                </a:lnTo>
                <a:lnTo>
                  <a:pt x="1463372" y="3363497"/>
                </a:lnTo>
                <a:lnTo>
                  <a:pt x="1463392" y="3364088"/>
                </a:lnTo>
                <a:lnTo>
                  <a:pt x="1463424" y="3364669"/>
                </a:lnTo>
                <a:lnTo>
                  <a:pt x="1463469" y="3365240"/>
                </a:lnTo>
                <a:lnTo>
                  <a:pt x="1463527" y="3365801"/>
                </a:lnTo>
                <a:lnTo>
                  <a:pt x="1463598" y="3366352"/>
                </a:lnTo>
                <a:lnTo>
                  <a:pt x="1463682" y="3366893"/>
                </a:lnTo>
                <a:lnTo>
                  <a:pt x="1463779" y="3367424"/>
                </a:lnTo>
                <a:lnTo>
                  <a:pt x="1463889" y="3367945"/>
                </a:lnTo>
                <a:lnTo>
                  <a:pt x="1464012" y="3368456"/>
                </a:lnTo>
                <a:lnTo>
                  <a:pt x="1464147" y="3368957"/>
                </a:lnTo>
                <a:lnTo>
                  <a:pt x="1464296" y="3369448"/>
                </a:lnTo>
                <a:lnTo>
                  <a:pt x="1464457" y="3369929"/>
                </a:lnTo>
                <a:lnTo>
                  <a:pt x="1464632" y="3370400"/>
                </a:lnTo>
                <a:lnTo>
                  <a:pt x="1464819" y="3370861"/>
                </a:lnTo>
                <a:lnTo>
                  <a:pt x="1465019" y="3371312"/>
                </a:lnTo>
                <a:lnTo>
                  <a:pt x="1465232" y="3371754"/>
                </a:lnTo>
                <a:lnTo>
                  <a:pt x="1465458" y="3372185"/>
                </a:lnTo>
                <a:lnTo>
                  <a:pt x="1465697" y="3372606"/>
                </a:lnTo>
                <a:lnTo>
                  <a:pt x="1465949" y="3373017"/>
                </a:lnTo>
                <a:lnTo>
                  <a:pt x="1466214" y="3373418"/>
                </a:lnTo>
                <a:lnTo>
                  <a:pt x="1466491" y="3373810"/>
                </a:lnTo>
                <a:lnTo>
                  <a:pt x="1466782" y="3374191"/>
                </a:lnTo>
                <a:lnTo>
                  <a:pt x="1467085" y="3374562"/>
                </a:lnTo>
                <a:lnTo>
                  <a:pt x="1467400" y="3374924"/>
                </a:lnTo>
                <a:lnTo>
                  <a:pt x="1467723" y="3375276"/>
                </a:lnTo>
                <a:lnTo>
                  <a:pt x="1468055" y="3375619"/>
                </a:lnTo>
                <a:lnTo>
                  <a:pt x="1468396" y="3375952"/>
                </a:lnTo>
                <a:lnTo>
                  <a:pt x="1468745" y="3376276"/>
                </a:lnTo>
                <a:lnTo>
                  <a:pt x="1469104" y="3376591"/>
                </a:lnTo>
                <a:lnTo>
                  <a:pt x="1469471" y="3376896"/>
                </a:lnTo>
                <a:lnTo>
                  <a:pt x="1469847" y="3377192"/>
                </a:lnTo>
                <a:lnTo>
                  <a:pt x="1470232" y="3377479"/>
                </a:lnTo>
                <a:lnTo>
                  <a:pt x="1470625" y="3377756"/>
                </a:lnTo>
                <a:lnTo>
                  <a:pt x="1471028" y="3378023"/>
                </a:lnTo>
                <a:lnTo>
                  <a:pt x="1471439" y="3378282"/>
                </a:lnTo>
                <a:lnTo>
                  <a:pt x="1471859" y="3378531"/>
                </a:lnTo>
                <a:lnTo>
                  <a:pt x="1472288" y="3378770"/>
                </a:lnTo>
                <a:lnTo>
                  <a:pt x="1472725" y="3379000"/>
                </a:lnTo>
                <a:lnTo>
                  <a:pt x="1473172" y="3379221"/>
                </a:lnTo>
                <a:lnTo>
                  <a:pt x="1473627" y="3379432"/>
                </a:lnTo>
                <a:lnTo>
                  <a:pt x="1474091" y="3379634"/>
                </a:lnTo>
                <a:lnTo>
                  <a:pt x="1474564" y="3379827"/>
                </a:lnTo>
                <a:lnTo>
                  <a:pt x="1475046" y="3380010"/>
                </a:lnTo>
                <a:lnTo>
                  <a:pt x="1475536" y="3380184"/>
                </a:lnTo>
                <a:lnTo>
                  <a:pt x="1476035" y="3380348"/>
                </a:lnTo>
                <a:lnTo>
                  <a:pt x="1476544" y="3380503"/>
                </a:lnTo>
                <a:lnTo>
                  <a:pt x="1477060" y="3380649"/>
                </a:lnTo>
                <a:lnTo>
                  <a:pt x="1477584" y="3380786"/>
                </a:lnTo>
                <a:lnTo>
                  <a:pt x="1478111" y="3380915"/>
                </a:lnTo>
                <a:lnTo>
                  <a:pt x="1478643" y="3381037"/>
                </a:lnTo>
                <a:lnTo>
                  <a:pt x="1479179" y="3381151"/>
                </a:lnTo>
                <a:lnTo>
                  <a:pt x="1479718" y="3381258"/>
                </a:lnTo>
                <a:lnTo>
                  <a:pt x="1480262" y="3381357"/>
                </a:lnTo>
                <a:lnTo>
                  <a:pt x="1480810" y="3381448"/>
                </a:lnTo>
                <a:lnTo>
                  <a:pt x="1481362" y="3381532"/>
                </a:lnTo>
                <a:lnTo>
                  <a:pt x="1481919" y="3381608"/>
                </a:lnTo>
                <a:lnTo>
                  <a:pt x="1482479" y="3381676"/>
                </a:lnTo>
                <a:lnTo>
                  <a:pt x="1483043" y="3381737"/>
                </a:lnTo>
                <a:lnTo>
                  <a:pt x="1483612" y="3381790"/>
                </a:lnTo>
                <a:lnTo>
                  <a:pt x="1484185" y="3381835"/>
                </a:lnTo>
                <a:lnTo>
                  <a:pt x="1484761" y="3381873"/>
                </a:lnTo>
                <a:lnTo>
                  <a:pt x="1485342" y="3381903"/>
                </a:lnTo>
                <a:lnTo>
                  <a:pt x="1485927" y="3381926"/>
                </a:lnTo>
                <a:lnTo>
                  <a:pt x="1486516" y="3381941"/>
                </a:lnTo>
                <a:lnTo>
                  <a:pt x="1487109" y="3381948"/>
                </a:lnTo>
                <a:lnTo>
                  <a:pt x="1487707" y="3381948"/>
                </a:lnTo>
                <a:lnTo>
                  <a:pt x="1488308" y="3381940"/>
                </a:lnTo>
                <a:lnTo>
                  <a:pt x="1488914" y="3381925"/>
                </a:lnTo>
                <a:lnTo>
                  <a:pt x="1489523" y="3381901"/>
                </a:lnTo>
                <a:lnTo>
                  <a:pt x="1490137" y="3381871"/>
                </a:lnTo>
                <a:lnTo>
                  <a:pt x="1490755" y="3381832"/>
                </a:lnTo>
                <a:lnTo>
                  <a:pt x="1490755" y="3373717"/>
                </a:lnTo>
                <a:lnTo>
                  <a:pt x="1490556" y="3373716"/>
                </a:lnTo>
                <a:lnTo>
                  <a:pt x="1490355" y="3373712"/>
                </a:lnTo>
                <a:lnTo>
                  <a:pt x="1490150" y="3373706"/>
                </a:lnTo>
                <a:lnTo>
                  <a:pt x="1489942" y="3373698"/>
                </a:lnTo>
                <a:lnTo>
                  <a:pt x="1489732" y="3373688"/>
                </a:lnTo>
                <a:lnTo>
                  <a:pt x="1489519" y="3373675"/>
                </a:lnTo>
                <a:close/>
                <a:moveTo>
                  <a:pt x="3579418" y="3496279"/>
                </a:moveTo>
                <a:lnTo>
                  <a:pt x="3579631" y="3496295"/>
                </a:lnTo>
                <a:lnTo>
                  <a:pt x="3579846" y="3496312"/>
                </a:lnTo>
                <a:lnTo>
                  <a:pt x="3580063" y="3496332"/>
                </a:lnTo>
                <a:lnTo>
                  <a:pt x="3580282" y="3496354"/>
                </a:lnTo>
                <a:lnTo>
                  <a:pt x="3580504" y="3496379"/>
                </a:lnTo>
                <a:lnTo>
                  <a:pt x="3580728" y="3496406"/>
                </a:lnTo>
                <a:lnTo>
                  <a:pt x="3580955" y="3496436"/>
                </a:lnTo>
                <a:lnTo>
                  <a:pt x="3581184" y="3496467"/>
                </a:lnTo>
                <a:lnTo>
                  <a:pt x="3581415" y="3496501"/>
                </a:lnTo>
                <a:lnTo>
                  <a:pt x="3581649" y="3496538"/>
                </a:lnTo>
                <a:lnTo>
                  <a:pt x="3581885" y="3496576"/>
                </a:lnTo>
                <a:lnTo>
                  <a:pt x="3582123" y="3496618"/>
                </a:lnTo>
                <a:lnTo>
                  <a:pt x="3582364" y="3496661"/>
                </a:lnTo>
                <a:lnTo>
                  <a:pt x="3582607" y="3496707"/>
                </a:lnTo>
                <a:lnTo>
                  <a:pt x="3582852" y="3496755"/>
                </a:lnTo>
                <a:lnTo>
                  <a:pt x="3583100" y="3496805"/>
                </a:lnTo>
                <a:lnTo>
                  <a:pt x="3583350" y="3496858"/>
                </a:lnTo>
                <a:lnTo>
                  <a:pt x="3583603" y="3496914"/>
                </a:lnTo>
                <a:lnTo>
                  <a:pt x="3583855" y="3496972"/>
                </a:lnTo>
                <a:lnTo>
                  <a:pt x="3584104" y="3497036"/>
                </a:lnTo>
                <a:lnTo>
                  <a:pt x="3584350" y="3497104"/>
                </a:lnTo>
                <a:lnTo>
                  <a:pt x="3584593" y="3497176"/>
                </a:lnTo>
                <a:lnTo>
                  <a:pt x="3584834" y="3497254"/>
                </a:lnTo>
                <a:lnTo>
                  <a:pt x="3585071" y="3497336"/>
                </a:lnTo>
                <a:lnTo>
                  <a:pt x="3585306" y="3497423"/>
                </a:lnTo>
                <a:lnTo>
                  <a:pt x="3585537" y="3497515"/>
                </a:lnTo>
                <a:lnTo>
                  <a:pt x="3585766" y="3497611"/>
                </a:lnTo>
                <a:lnTo>
                  <a:pt x="3585992" y="3497712"/>
                </a:lnTo>
                <a:lnTo>
                  <a:pt x="3586215" y="3497817"/>
                </a:lnTo>
                <a:lnTo>
                  <a:pt x="3586435" y="3497928"/>
                </a:lnTo>
                <a:lnTo>
                  <a:pt x="3586651" y="3498043"/>
                </a:lnTo>
                <a:lnTo>
                  <a:pt x="3586865" y="3498163"/>
                </a:lnTo>
                <a:lnTo>
                  <a:pt x="3587076" y="3498287"/>
                </a:lnTo>
                <a:lnTo>
                  <a:pt x="3587285" y="3498416"/>
                </a:lnTo>
                <a:lnTo>
                  <a:pt x="3587490" y="3498550"/>
                </a:lnTo>
                <a:lnTo>
                  <a:pt x="3587692" y="3498689"/>
                </a:lnTo>
                <a:lnTo>
                  <a:pt x="3587891" y="3498832"/>
                </a:lnTo>
                <a:lnTo>
                  <a:pt x="3588088" y="3498980"/>
                </a:lnTo>
                <a:lnTo>
                  <a:pt x="3588281" y="3499132"/>
                </a:lnTo>
                <a:lnTo>
                  <a:pt x="3588472" y="3499290"/>
                </a:lnTo>
                <a:lnTo>
                  <a:pt x="3588659" y="3499452"/>
                </a:lnTo>
                <a:lnTo>
                  <a:pt x="3588844" y="3499619"/>
                </a:lnTo>
                <a:lnTo>
                  <a:pt x="3589037" y="3499777"/>
                </a:lnTo>
                <a:lnTo>
                  <a:pt x="3589223" y="3499941"/>
                </a:lnTo>
                <a:lnTo>
                  <a:pt x="3589401" y="3500113"/>
                </a:lnTo>
                <a:lnTo>
                  <a:pt x="3589572" y="3500290"/>
                </a:lnTo>
                <a:lnTo>
                  <a:pt x="3589735" y="3500474"/>
                </a:lnTo>
                <a:lnTo>
                  <a:pt x="3589890" y="3500665"/>
                </a:lnTo>
                <a:lnTo>
                  <a:pt x="3590038" y="3500862"/>
                </a:lnTo>
                <a:lnTo>
                  <a:pt x="3590178" y="3501065"/>
                </a:lnTo>
                <a:lnTo>
                  <a:pt x="3590310" y="3501275"/>
                </a:lnTo>
                <a:lnTo>
                  <a:pt x="3590435" y="3501491"/>
                </a:lnTo>
                <a:lnTo>
                  <a:pt x="3590552" y="3501714"/>
                </a:lnTo>
                <a:lnTo>
                  <a:pt x="3590661" y="3501943"/>
                </a:lnTo>
                <a:lnTo>
                  <a:pt x="3590763" y="3502179"/>
                </a:lnTo>
                <a:lnTo>
                  <a:pt x="3590857" y="3502421"/>
                </a:lnTo>
                <a:lnTo>
                  <a:pt x="3590944" y="3502670"/>
                </a:lnTo>
                <a:lnTo>
                  <a:pt x="3591023" y="3502925"/>
                </a:lnTo>
                <a:lnTo>
                  <a:pt x="3591094" y="3503186"/>
                </a:lnTo>
                <a:lnTo>
                  <a:pt x="3591158" y="3503454"/>
                </a:lnTo>
                <a:lnTo>
                  <a:pt x="3591214" y="3503729"/>
                </a:lnTo>
                <a:lnTo>
                  <a:pt x="3591263" y="3504010"/>
                </a:lnTo>
                <a:lnTo>
                  <a:pt x="3591303" y="3504297"/>
                </a:lnTo>
                <a:lnTo>
                  <a:pt x="3591336" y="3504591"/>
                </a:lnTo>
                <a:lnTo>
                  <a:pt x="3591362" y="3504891"/>
                </a:lnTo>
                <a:lnTo>
                  <a:pt x="3591380" y="3505198"/>
                </a:lnTo>
                <a:lnTo>
                  <a:pt x="3592732" y="3541378"/>
                </a:lnTo>
                <a:lnTo>
                  <a:pt x="3592765" y="3542062"/>
                </a:lnTo>
                <a:lnTo>
                  <a:pt x="3592807" y="3542733"/>
                </a:lnTo>
                <a:lnTo>
                  <a:pt x="3592859" y="3543391"/>
                </a:lnTo>
                <a:lnTo>
                  <a:pt x="3592920" y="3544036"/>
                </a:lnTo>
                <a:lnTo>
                  <a:pt x="3592991" y="3544668"/>
                </a:lnTo>
                <a:lnTo>
                  <a:pt x="3593070" y="3545288"/>
                </a:lnTo>
                <a:lnTo>
                  <a:pt x="3593160" y="3545894"/>
                </a:lnTo>
                <a:lnTo>
                  <a:pt x="3593258" y="3546488"/>
                </a:lnTo>
                <a:lnTo>
                  <a:pt x="3593366" y="3547068"/>
                </a:lnTo>
                <a:lnTo>
                  <a:pt x="3593484" y="3547636"/>
                </a:lnTo>
                <a:lnTo>
                  <a:pt x="3593610" y="3548191"/>
                </a:lnTo>
                <a:lnTo>
                  <a:pt x="3593747" y="3548732"/>
                </a:lnTo>
                <a:lnTo>
                  <a:pt x="3593892" y="3549261"/>
                </a:lnTo>
                <a:lnTo>
                  <a:pt x="3594047" y="3549777"/>
                </a:lnTo>
                <a:lnTo>
                  <a:pt x="3594212" y="3550280"/>
                </a:lnTo>
                <a:lnTo>
                  <a:pt x="3594385" y="3550771"/>
                </a:lnTo>
                <a:lnTo>
                  <a:pt x="3594569" y="3551248"/>
                </a:lnTo>
                <a:lnTo>
                  <a:pt x="3594761" y="3551712"/>
                </a:lnTo>
                <a:lnTo>
                  <a:pt x="3594963" y="3552164"/>
                </a:lnTo>
                <a:lnTo>
                  <a:pt x="3595174" y="3552602"/>
                </a:lnTo>
                <a:lnTo>
                  <a:pt x="3595395" y="3553028"/>
                </a:lnTo>
                <a:lnTo>
                  <a:pt x="3595625" y="3553440"/>
                </a:lnTo>
                <a:lnTo>
                  <a:pt x="3595865" y="3553840"/>
                </a:lnTo>
                <a:lnTo>
                  <a:pt x="3596114" y="3554227"/>
                </a:lnTo>
                <a:lnTo>
                  <a:pt x="3596390" y="3554600"/>
                </a:lnTo>
                <a:lnTo>
                  <a:pt x="3596685" y="3554956"/>
                </a:lnTo>
                <a:lnTo>
                  <a:pt x="3596999" y="3555297"/>
                </a:lnTo>
                <a:lnTo>
                  <a:pt x="3597330" y="3555622"/>
                </a:lnTo>
                <a:lnTo>
                  <a:pt x="3597680" y="3555931"/>
                </a:lnTo>
                <a:lnTo>
                  <a:pt x="3598047" y="3556224"/>
                </a:lnTo>
                <a:lnTo>
                  <a:pt x="3598433" y="3556502"/>
                </a:lnTo>
                <a:lnTo>
                  <a:pt x="3598837" y="3556763"/>
                </a:lnTo>
                <a:lnTo>
                  <a:pt x="3599260" y="3557009"/>
                </a:lnTo>
                <a:lnTo>
                  <a:pt x="3599700" y="3557239"/>
                </a:lnTo>
                <a:lnTo>
                  <a:pt x="3600159" y="3557453"/>
                </a:lnTo>
                <a:lnTo>
                  <a:pt x="3600636" y="3557651"/>
                </a:lnTo>
                <a:lnTo>
                  <a:pt x="3601131" y="3557833"/>
                </a:lnTo>
                <a:lnTo>
                  <a:pt x="3601645" y="3557999"/>
                </a:lnTo>
                <a:lnTo>
                  <a:pt x="3602176" y="3558150"/>
                </a:lnTo>
                <a:lnTo>
                  <a:pt x="3602726" y="3558285"/>
                </a:lnTo>
                <a:lnTo>
                  <a:pt x="3603294" y="3558404"/>
                </a:lnTo>
                <a:lnTo>
                  <a:pt x="3603880" y="3558507"/>
                </a:lnTo>
                <a:lnTo>
                  <a:pt x="3604485" y="3558594"/>
                </a:lnTo>
                <a:lnTo>
                  <a:pt x="3605107" y="3558665"/>
                </a:lnTo>
                <a:lnTo>
                  <a:pt x="3605748" y="3558721"/>
                </a:lnTo>
                <a:lnTo>
                  <a:pt x="3606407" y="3558760"/>
                </a:lnTo>
                <a:lnTo>
                  <a:pt x="3607084" y="3558784"/>
                </a:lnTo>
                <a:lnTo>
                  <a:pt x="3607779" y="3558792"/>
                </a:lnTo>
                <a:lnTo>
                  <a:pt x="3607779" y="3560314"/>
                </a:lnTo>
                <a:lnTo>
                  <a:pt x="3607084" y="3560322"/>
                </a:lnTo>
                <a:lnTo>
                  <a:pt x="3606407" y="3560345"/>
                </a:lnTo>
                <a:lnTo>
                  <a:pt x="3605748" y="3560385"/>
                </a:lnTo>
                <a:lnTo>
                  <a:pt x="3605107" y="3560440"/>
                </a:lnTo>
                <a:lnTo>
                  <a:pt x="3604485" y="3560512"/>
                </a:lnTo>
                <a:lnTo>
                  <a:pt x="3603880" y="3560599"/>
                </a:lnTo>
                <a:lnTo>
                  <a:pt x="3603294" y="3560702"/>
                </a:lnTo>
                <a:lnTo>
                  <a:pt x="3602726" y="3560821"/>
                </a:lnTo>
                <a:lnTo>
                  <a:pt x="3602176" y="3560956"/>
                </a:lnTo>
                <a:lnTo>
                  <a:pt x="3601645" y="3561106"/>
                </a:lnTo>
                <a:lnTo>
                  <a:pt x="3601131" y="3561273"/>
                </a:lnTo>
                <a:lnTo>
                  <a:pt x="3600636" y="3561455"/>
                </a:lnTo>
                <a:lnTo>
                  <a:pt x="3600159" y="3561653"/>
                </a:lnTo>
                <a:lnTo>
                  <a:pt x="3599700" y="3561867"/>
                </a:lnTo>
                <a:lnTo>
                  <a:pt x="3599260" y="3562097"/>
                </a:lnTo>
                <a:lnTo>
                  <a:pt x="3598837" y="3562342"/>
                </a:lnTo>
                <a:lnTo>
                  <a:pt x="3598433" y="3562604"/>
                </a:lnTo>
                <a:lnTo>
                  <a:pt x="3598047" y="3562881"/>
                </a:lnTo>
                <a:lnTo>
                  <a:pt x="3597680" y="3563175"/>
                </a:lnTo>
                <a:lnTo>
                  <a:pt x="3597330" y="3563484"/>
                </a:lnTo>
                <a:lnTo>
                  <a:pt x="3596999" y="3563809"/>
                </a:lnTo>
                <a:lnTo>
                  <a:pt x="3596685" y="3564149"/>
                </a:lnTo>
                <a:lnTo>
                  <a:pt x="3596390" y="3564506"/>
                </a:lnTo>
                <a:lnTo>
                  <a:pt x="3596114" y="3564879"/>
                </a:lnTo>
                <a:lnTo>
                  <a:pt x="3595865" y="3565265"/>
                </a:lnTo>
                <a:lnTo>
                  <a:pt x="3595625" y="3565665"/>
                </a:lnTo>
                <a:lnTo>
                  <a:pt x="3595395" y="3566078"/>
                </a:lnTo>
                <a:lnTo>
                  <a:pt x="3595174" y="3566503"/>
                </a:lnTo>
                <a:lnTo>
                  <a:pt x="3594963" y="3566942"/>
                </a:lnTo>
                <a:lnTo>
                  <a:pt x="3594761" y="3567393"/>
                </a:lnTo>
                <a:lnTo>
                  <a:pt x="3594569" y="3567858"/>
                </a:lnTo>
                <a:lnTo>
                  <a:pt x="3594385" y="3568335"/>
                </a:lnTo>
                <a:lnTo>
                  <a:pt x="3594212" y="3568825"/>
                </a:lnTo>
                <a:lnTo>
                  <a:pt x="3594047" y="3569328"/>
                </a:lnTo>
                <a:lnTo>
                  <a:pt x="3593892" y="3569844"/>
                </a:lnTo>
                <a:lnTo>
                  <a:pt x="3593747" y="3570373"/>
                </a:lnTo>
                <a:lnTo>
                  <a:pt x="3593610" y="3570915"/>
                </a:lnTo>
                <a:lnTo>
                  <a:pt x="3593484" y="3571470"/>
                </a:lnTo>
                <a:lnTo>
                  <a:pt x="3593366" y="3572037"/>
                </a:lnTo>
                <a:lnTo>
                  <a:pt x="3593258" y="3572618"/>
                </a:lnTo>
                <a:lnTo>
                  <a:pt x="3593160" y="3573212"/>
                </a:lnTo>
                <a:lnTo>
                  <a:pt x="3593070" y="3573818"/>
                </a:lnTo>
                <a:lnTo>
                  <a:pt x="3592991" y="3574437"/>
                </a:lnTo>
                <a:lnTo>
                  <a:pt x="3592920" y="3575070"/>
                </a:lnTo>
                <a:lnTo>
                  <a:pt x="3592859" y="3575715"/>
                </a:lnTo>
                <a:lnTo>
                  <a:pt x="3592807" y="3576373"/>
                </a:lnTo>
                <a:lnTo>
                  <a:pt x="3592765" y="3577044"/>
                </a:lnTo>
                <a:lnTo>
                  <a:pt x="3592732" y="3577728"/>
                </a:lnTo>
                <a:lnTo>
                  <a:pt x="3591380" y="3613908"/>
                </a:lnTo>
                <a:lnTo>
                  <a:pt x="3591362" y="3614215"/>
                </a:lnTo>
                <a:lnTo>
                  <a:pt x="3591336" y="3614515"/>
                </a:lnTo>
                <a:lnTo>
                  <a:pt x="3591303" y="3614809"/>
                </a:lnTo>
                <a:lnTo>
                  <a:pt x="3591263" y="3615096"/>
                </a:lnTo>
                <a:lnTo>
                  <a:pt x="3591214" y="3615377"/>
                </a:lnTo>
                <a:lnTo>
                  <a:pt x="3591158" y="3615651"/>
                </a:lnTo>
                <a:lnTo>
                  <a:pt x="3591094" y="3615919"/>
                </a:lnTo>
                <a:lnTo>
                  <a:pt x="3591023" y="3616181"/>
                </a:lnTo>
                <a:lnTo>
                  <a:pt x="3590944" y="3616436"/>
                </a:lnTo>
                <a:lnTo>
                  <a:pt x="3590857" y="3616684"/>
                </a:lnTo>
                <a:lnTo>
                  <a:pt x="3590763" y="3616927"/>
                </a:lnTo>
                <a:lnTo>
                  <a:pt x="3590661" y="3617162"/>
                </a:lnTo>
                <a:lnTo>
                  <a:pt x="3590552" y="3617392"/>
                </a:lnTo>
                <a:lnTo>
                  <a:pt x="3590435" y="3617614"/>
                </a:lnTo>
                <a:lnTo>
                  <a:pt x="3590310" y="3617831"/>
                </a:lnTo>
                <a:lnTo>
                  <a:pt x="3590178" y="3618041"/>
                </a:lnTo>
                <a:lnTo>
                  <a:pt x="3590038" y="3618244"/>
                </a:lnTo>
                <a:lnTo>
                  <a:pt x="3589890" y="3618441"/>
                </a:lnTo>
                <a:lnTo>
                  <a:pt x="3589735" y="3618631"/>
                </a:lnTo>
                <a:lnTo>
                  <a:pt x="3589572" y="3618816"/>
                </a:lnTo>
                <a:lnTo>
                  <a:pt x="3589401" y="3618993"/>
                </a:lnTo>
                <a:lnTo>
                  <a:pt x="3589223" y="3619164"/>
                </a:lnTo>
                <a:lnTo>
                  <a:pt x="3589037" y="3619329"/>
                </a:lnTo>
                <a:lnTo>
                  <a:pt x="3588844" y="3619487"/>
                </a:lnTo>
                <a:lnTo>
                  <a:pt x="3588659" y="3619654"/>
                </a:lnTo>
                <a:lnTo>
                  <a:pt x="3588472" y="3619816"/>
                </a:lnTo>
                <a:lnTo>
                  <a:pt x="3588281" y="3619973"/>
                </a:lnTo>
                <a:lnTo>
                  <a:pt x="3588088" y="3620126"/>
                </a:lnTo>
                <a:lnTo>
                  <a:pt x="3587891" y="3620274"/>
                </a:lnTo>
                <a:lnTo>
                  <a:pt x="3587692" y="3620417"/>
                </a:lnTo>
                <a:lnTo>
                  <a:pt x="3587490" y="3620556"/>
                </a:lnTo>
                <a:lnTo>
                  <a:pt x="3587285" y="3620689"/>
                </a:lnTo>
                <a:lnTo>
                  <a:pt x="3587076" y="3620819"/>
                </a:lnTo>
                <a:lnTo>
                  <a:pt x="3586865" y="3620943"/>
                </a:lnTo>
                <a:lnTo>
                  <a:pt x="3586651" y="3621063"/>
                </a:lnTo>
                <a:lnTo>
                  <a:pt x="3586435" y="3621178"/>
                </a:lnTo>
                <a:lnTo>
                  <a:pt x="3586215" y="3621288"/>
                </a:lnTo>
                <a:lnTo>
                  <a:pt x="3585992" y="3621394"/>
                </a:lnTo>
                <a:lnTo>
                  <a:pt x="3585766" y="3621495"/>
                </a:lnTo>
                <a:lnTo>
                  <a:pt x="3585537" y="3621591"/>
                </a:lnTo>
                <a:lnTo>
                  <a:pt x="3585306" y="3621683"/>
                </a:lnTo>
                <a:lnTo>
                  <a:pt x="3585071" y="3621769"/>
                </a:lnTo>
                <a:lnTo>
                  <a:pt x="3584834" y="3621852"/>
                </a:lnTo>
                <a:lnTo>
                  <a:pt x="3584593" y="3621929"/>
                </a:lnTo>
                <a:lnTo>
                  <a:pt x="3584350" y="3622002"/>
                </a:lnTo>
                <a:lnTo>
                  <a:pt x="3584104" y="3622070"/>
                </a:lnTo>
                <a:lnTo>
                  <a:pt x="3583855" y="3622133"/>
                </a:lnTo>
                <a:lnTo>
                  <a:pt x="3583603" y="3622192"/>
                </a:lnTo>
                <a:lnTo>
                  <a:pt x="3583350" y="3622247"/>
                </a:lnTo>
                <a:lnTo>
                  <a:pt x="3583100" y="3622300"/>
                </a:lnTo>
                <a:lnTo>
                  <a:pt x="3582852" y="3622351"/>
                </a:lnTo>
                <a:lnTo>
                  <a:pt x="3582607" y="3622399"/>
                </a:lnTo>
                <a:lnTo>
                  <a:pt x="3582364" y="3622445"/>
                </a:lnTo>
                <a:lnTo>
                  <a:pt x="3582123" y="3622488"/>
                </a:lnTo>
                <a:lnTo>
                  <a:pt x="3581885" y="3622529"/>
                </a:lnTo>
                <a:lnTo>
                  <a:pt x="3581649" y="3622568"/>
                </a:lnTo>
                <a:lnTo>
                  <a:pt x="3581415" y="3622604"/>
                </a:lnTo>
                <a:lnTo>
                  <a:pt x="3581184" y="3622638"/>
                </a:lnTo>
                <a:lnTo>
                  <a:pt x="3580955" y="3622670"/>
                </a:lnTo>
                <a:lnTo>
                  <a:pt x="3580728" y="3622699"/>
                </a:lnTo>
                <a:lnTo>
                  <a:pt x="3580504" y="3622726"/>
                </a:lnTo>
                <a:lnTo>
                  <a:pt x="3580282" y="3622751"/>
                </a:lnTo>
                <a:lnTo>
                  <a:pt x="3580063" y="3622773"/>
                </a:lnTo>
                <a:lnTo>
                  <a:pt x="3579846" y="3622793"/>
                </a:lnTo>
                <a:lnTo>
                  <a:pt x="3579631" y="3622811"/>
                </a:lnTo>
                <a:lnTo>
                  <a:pt x="3579418" y="3622826"/>
                </a:lnTo>
                <a:lnTo>
                  <a:pt x="3579208" y="3622839"/>
                </a:lnTo>
                <a:lnTo>
                  <a:pt x="3579000" y="3622850"/>
                </a:lnTo>
                <a:lnTo>
                  <a:pt x="3578795" y="3622858"/>
                </a:lnTo>
                <a:lnTo>
                  <a:pt x="3578592" y="3622864"/>
                </a:lnTo>
                <a:lnTo>
                  <a:pt x="3578391" y="3622867"/>
                </a:lnTo>
                <a:lnTo>
                  <a:pt x="3578192" y="3622869"/>
                </a:lnTo>
                <a:lnTo>
                  <a:pt x="3578192" y="3630984"/>
                </a:lnTo>
                <a:lnTo>
                  <a:pt x="3578810" y="3631022"/>
                </a:lnTo>
                <a:lnTo>
                  <a:pt x="3579423" y="3631053"/>
                </a:lnTo>
                <a:lnTo>
                  <a:pt x="3580031" y="3631076"/>
                </a:lnTo>
                <a:lnTo>
                  <a:pt x="3580635" y="3631092"/>
                </a:lnTo>
                <a:lnTo>
                  <a:pt x="3581233" y="3631100"/>
                </a:lnTo>
                <a:lnTo>
                  <a:pt x="3581827" y="3631100"/>
                </a:lnTo>
                <a:lnTo>
                  <a:pt x="3582417" y="3631093"/>
                </a:lnTo>
                <a:lnTo>
                  <a:pt x="3583002" y="3631078"/>
                </a:lnTo>
                <a:lnTo>
                  <a:pt x="3583582" y="3631055"/>
                </a:lnTo>
                <a:lnTo>
                  <a:pt x="3584157" y="3631025"/>
                </a:lnTo>
                <a:lnTo>
                  <a:pt x="3584727" y="3630987"/>
                </a:lnTo>
                <a:lnTo>
                  <a:pt x="3585293" y="3630941"/>
                </a:lnTo>
                <a:lnTo>
                  <a:pt x="3585855" y="3630888"/>
                </a:lnTo>
                <a:lnTo>
                  <a:pt x="3586411" y="3630828"/>
                </a:lnTo>
                <a:lnTo>
                  <a:pt x="3586963" y="3630759"/>
                </a:lnTo>
                <a:lnTo>
                  <a:pt x="3587510" y="3630683"/>
                </a:lnTo>
                <a:lnTo>
                  <a:pt x="3588052" y="3630599"/>
                </a:lnTo>
                <a:lnTo>
                  <a:pt x="3588590" y="3630508"/>
                </a:lnTo>
                <a:lnTo>
                  <a:pt x="3589123" y="3630409"/>
                </a:lnTo>
                <a:lnTo>
                  <a:pt x="3589651" y="3630303"/>
                </a:lnTo>
                <a:lnTo>
                  <a:pt x="3590175" y="3630189"/>
                </a:lnTo>
                <a:lnTo>
                  <a:pt x="3590694" y="3630067"/>
                </a:lnTo>
                <a:lnTo>
                  <a:pt x="3591208" y="3629937"/>
                </a:lnTo>
                <a:lnTo>
                  <a:pt x="3591718" y="3629800"/>
                </a:lnTo>
                <a:lnTo>
                  <a:pt x="3592235" y="3629655"/>
                </a:lnTo>
                <a:lnTo>
                  <a:pt x="3592743" y="3629500"/>
                </a:lnTo>
                <a:lnTo>
                  <a:pt x="3593242" y="3629335"/>
                </a:lnTo>
                <a:lnTo>
                  <a:pt x="3593733" y="3629161"/>
                </a:lnTo>
                <a:lnTo>
                  <a:pt x="3594214" y="3628978"/>
                </a:lnTo>
                <a:lnTo>
                  <a:pt x="3594687" y="3628786"/>
                </a:lnTo>
                <a:lnTo>
                  <a:pt x="3595151" y="3628584"/>
                </a:lnTo>
                <a:lnTo>
                  <a:pt x="3595606" y="3628372"/>
                </a:lnTo>
                <a:lnTo>
                  <a:pt x="3596053" y="3628152"/>
                </a:lnTo>
                <a:lnTo>
                  <a:pt x="3596491" y="3627922"/>
                </a:lnTo>
                <a:lnTo>
                  <a:pt x="3596919" y="3627682"/>
                </a:lnTo>
                <a:lnTo>
                  <a:pt x="3597339" y="3627433"/>
                </a:lnTo>
                <a:lnTo>
                  <a:pt x="3597751" y="3627175"/>
                </a:lnTo>
                <a:lnTo>
                  <a:pt x="3598153" y="3626907"/>
                </a:lnTo>
                <a:lnTo>
                  <a:pt x="3598547" y="3626630"/>
                </a:lnTo>
                <a:lnTo>
                  <a:pt x="3598932" y="3626344"/>
                </a:lnTo>
                <a:lnTo>
                  <a:pt x="3599308" y="3626048"/>
                </a:lnTo>
                <a:lnTo>
                  <a:pt x="3599675" y="3625743"/>
                </a:lnTo>
                <a:lnTo>
                  <a:pt x="3600033" y="3625428"/>
                </a:lnTo>
                <a:lnTo>
                  <a:pt x="3600383" y="3625104"/>
                </a:lnTo>
                <a:lnTo>
                  <a:pt x="3600723" y="3624770"/>
                </a:lnTo>
                <a:lnTo>
                  <a:pt x="3601055" y="3624428"/>
                </a:lnTo>
                <a:lnTo>
                  <a:pt x="3601379" y="3624075"/>
                </a:lnTo>
                <a:lnTo>
                  <a:pt x="3601693" y="3623714"/>
                </a:lnTo>
                <a:lnTo>
                  <a:pt x="3602010" y="3623343"/>
                </a:lnTo>
                <a:lnTo>
                  <a:pt x="3602314" y="3622961"/>
                </a:lnTo>
                <a:lnTo>
                  <a:pt x="3602604" y="3622570"/>
                </a:lnTo>
                <a:lnTo>
                  <a:pt x="3602881" y="3622169"/>
                </a:lnTo>
                <a:lnTo>
                  <a:pt x="3603144" y="3621758"/>
                </a:lnTo>
                <a:lnTo>
                  <a:pt x="3603394" y="3621336"/>
                </a:lnTo>
                <a:lnTo>
                  <a:pt x="3603630" y="3620905"/>
                </a:lnTo>
                <a:lnTo>
                  <a:pt x="3603853" y="3620464"/>
                </a:lnTo>
                <a:lnTo>
                  <a:pt x="3604062" y="3620013"/>
                </a:lnTo>
                <a:lnTo>
                  <a:pt x="3604258" y="3619552"/>
                </a:lnTo>
                <a:lnTo>
                  <a:pt x="3604441" y="3619081"/>
                </a:lnTo>
                <a:lnTo>
                  <a:pt x="3604609" y="3618599"/>
                </a:lnTo>
                <a:lnTo>
                  <a:pt x="3604765" y="3618108"/>
                </a:lnTo>
                <a:lnTo>
                  <a:pt x="3604906" y="3617607"/>
                </a:lnTo>
                <a:lnTo>
                  <a:pt x="3605035" y="3617096"/>
                </a:lnTo>
                <a:lnTo>
                  <a:pt x="3605149" y="3616575"/>
                </a:lnTo>
                <a:lnTo>
                  <a:pt x="3605251" y="3616044"/>
                </a:lnTo>
                <a:lnTo>
                  <a:pt x="3605338" y="3615503"/>
                </a:lnTo>
                <a:lnTo>
                  <a:pt x="3605413" y="3614952"/>
                </a:lnTo>
                <a:lnTo>
                  <a:pt x="3605473" y="3614392"/>
                </a:lnTo>
                <a:lnTo>
                  <a:pt x="3605521" y="3613821"/>
                </a:lnTo>
                <a:lnTo>
                  <a:pt x="3605554" y="3613240"/>
                </a:lnTo>
                <a:lnTo>
                  <a:pt x="3605575" y="3612649"/>
                </a:lnTo>
                <a:lnTo>
                  <a:pt x="3605581" y="3612048"/>
                </a:lnTo>
                <a:lnTo>
                  <a:pt x="3605581" y="3575868"/>
                </a:lnTo>
                <a:lnTo>
                  <a:pt x="3605589" y="3575436"/>
                </a:lnTo>
                <a:lnTo>
                  <a:pt x="3605611" y="3575015"/>
                </a:lnTo>
                <a:lnTo>
                  <a:pt x="3605647" y="3574605"/>
                </a:lnTo>
                <a:lnTo>
                  <a:pt x="3605699" y="3574205"/>
                </a:lnTo>
                <a:lnTo>
                  <a:pt x="3605765" y="3573816"/>
                </a:lnTo>
                <a:lnTo>
                  <a:pt x="3605846" y="3573437"/>
                </a:lnTo>
                <a:lnTo>
                  <a:pt x="3605941" y="3573069"/>
                </a:lnTo>
                <a:lnTo>
                  <a:pt x="3606051" y="3572712"/>
                </a:lnTo>
                <a:lnTo>
                  <a:pt x="3606176" y="3572365"/>
                </a:lnTo>
                <a:lnTo>
                  <a:pt x="3606315" y="3572029"/>
                </a:lnTo>
                <a:lnTo>
                  <a:pt x="3606469" y="3571703"/>
                </a:lnTo>
                <a:lnTo>
                  <a:pt x="3606638" y="3571387"/>
                </a:lnTo>
                <a:lnTo>
                  <a:pt x="3606822" y="3571083"/>
                </a:lnTo>
                <a:lnTo>
                  <a:pt x="3607020" y="3570789"/>
                </a:lnTo>
                <a:lnTo>
                  <a:pt x="3607232" y="3570505"/>
                </a:lnTo>
                <a:lnTo>
                  <a:pt x="3607460" y="3570232"/>
                </a:lnTo>
                <a:lnTo>
                  <a:pt x="3607702" y="3569970"/>
                </a:lnTo>
                <a:lnTo>
                  <a:pt x="3607959" y="3569718"/>
                </a:lnTo>
                <a:lnTo>
                  <a:pt x="3608230" y="3569477"/>
                </a:lnTo>
                <a:lnTo>
                  <a:pt x="3608517" y="3569246"/>
                </a:lnTo>
                <a:lnTo>
                  <a:pt x="3608817" y="3569026"/>
                </a:lnTo>
                <a:lnTo>
                  <a:pt x="3609133" y="3568816"/>
                </a:lnTo>
                <a:lnTo>
                  <a:pt x="3609463" y="3568617"/>
                </a:lnTo>
                <a:lnTo>
                  <a:pt x="3609808" y="3568429"/>
                </a:lnTo>
                <a:lnTo>
                  <a:pt x="3610161" y="3568236"/>
                </a:lnTo>
                <a:lnTo>
                  <a:pt x="3610515" y="3568052"/>
                </a:lnTo>
                <a:lnTo>
                  <a:pt x="3610870" y="3567877"/>
                </a:lnTo>
                <a:lnTo>
                  <a:pt x="3611226" y="3567710"/>
                </a:lnTo>
                <a:lnTo>
                  <a:pt x="3611584" y="3567553"/>
                </a:lnTo>
                <a:lnTo>
                  <a:pt x="3611943" y="3567404"/>
                </a:lnTo>
                <a:lnTo>
                  <a:pt x="3612302" y="3567264"/>
                </a:lnTo>
                <a:lnTo>
                  <a:pt x="3612664" y="3567133"/>
                </a:lnTo>
                <a:lnTo>
                  <a:pt x="3613026" y="3567010"/>
                </a:lnTo>
                <a:lnTo>
                  <a:pt x="3613389" y="3566897"/>
                </a:lnTo>
                <a:lnTo>
                  <a:pt x="3613754" y="3566792"/>
                </a:lnTo>
                <a:lnTo>
                  <a:pt x="3614119" y="3566696"/>
                </a:lnTo>
                <a:lnTo>
                  <a:pt x="3614486" y="3566609"/>
                </a:lnTo>
                <a:lnTo>
                  <a:pt x="3614854" y="3566530"/>
                </a:lnTo>
                <a:lnTo>
                  <a:pt x="3615224" y="3566461"/>
                </a:lnTo>
                <a:lnTo>
                  <a:pt x="3615594" y="3566400"/>
                </a:lnTo>
                <a:lnTo>
                  <a:pt x="3615966" y="3566348"/>
                </a:lnTo>
                <a:lnTo>
                  <a:pt x="3616338" y="3566305"/>
                </a:lnTo>
                <a:lnTo>
                  <a:pt x="3616712" y="3566270"/>
                </a:lnTo>
                <a:lnTo>
                  <a:pt x="3617087" y="3566245"/>
                </a:lnTo>
                <a:lnTo>
                  <a:pt x="3617464" y="3566228"/>
                </a:lnTo>
                <a:lnTo>
                  <a:pt x="3617841" y="3566220"/>
                </a:lnTo>
                <a:lnTo>
                  <a:pt x="3618220" y="3566221"/>
                </a:lnTo>
                <a:lnTo>
                  <a:pt x="3618600" y="3566231"/>
                </a:lnTo>
                <a:lnTo>
                  <a:pt x="3618600" y="3552875"/>
                </a:lnTo>
                <a:lnTo>
                  <a:pt x="3618206" y="3552885"/>
                </a:lnTo>
                <a:lnTo>
                  <a:pt x="3617814" y="3552887"/>
                </a:lnTo>
                <a:lnTo>
                  <a:pt x="3617424" y="3552880"/>
                </a:lnTo>
                <a:lnTo>
                  <a:pt x="3617036" y="3552865"/>
                </a:lnTo>
                <a:lnTo>
                  <a:pt x="3616649" y="3552842"/>
                </a:lnTo>
                <a:lnTo>
                  <a:pt x="3616264" y="3552811"/>
                </a:lnTo>
                <a:lnTo>
                  <a:pt x="3615881" y="3552772"/>
                </a:lnTo>
                <a:lnTo>
                  <a:pt x="3615500" y="3552724"/>
                </a:lnTo>
                <a:lnTo>
                  <a:pt x="3615120" y="3552669"/>
                </a:lnTo>
                <a:lnTo>
                  <a:pt x="3614743" y="3552605"/>
                </a:lnTo>
                <a:lnTo>
                  <a:pt x="3614367" y="3552532"/>
                </a:lnTo>
                <a:lnTo>
                  <a:pt x="3613992" y="3552452"/>
                </a:lnTo>
                <a:lnTo>
                  <a:pt x="3613620" y="3552363"/>
                </a:lnTo>
                <a:lnTo>
                  <a:pt x="3613249" y="3552267"/>
                </a:lnTo>
                <a:lnTo>
                  <a:pt x="3612880" y="3552161"/>
                </a:lnTo>
                <a:lnTo>
                  <a:pt x="3612513" y="3552048"/>
                </a:lnTo>
                <a:lnTo>
                  <a:pt x="3612148" y="3551927"/>
                </a:lnTo>
                <a:lnTo>
                  <a:pt x="3611784" y="3551797"/>
                </a:lnTo>
                <a:lnTo>
                  <a:pt x="3611422" y="3551659"/>
                </a:lnTo>
                <a:lnTo>
                  <a:pt x="3611062" y="3551513"/>
                </a:lnTo>
                <a:lnTo>
                  <a:pt x="3610704" y="3551358"/>
                </a:lnTo>
                <a:lnTo>
                  <a:pt x="3610347" y="3551196"/>
                </a:lnTo>
                <a:lnTo>
                  <a:pt x="3609992" y="3551025"/>
                </a:lnTo>
                <a:lnTo>
                  <a:pt x="3609639" y="3550846"/>
                </a:lnTo>
                <a:lnTo>
                  <a:pt x="3609308" y="3550644"/>
                </a:lnTo>
                <a:lnTo>
                  <a:pt x="3608991" y="3550433"/>
                </a:lnTo>
                <a:lnTo>
                  <a:pt x="3608688" y="3550212"/>
                </a:lnTo>
                <a:lnTo>
                  <a:pt x="3608399" y="3549982"/>
                </a:lnTo>
                <a:lnTo>
                  <a:pt x="3608125" y="3549742"/>
                </a:lnTo>
                <a:lnTo>
                  <a:pt x="3607864" y="3549493"/>
                </a:lnTo>
                <a:lnTo>
                  <a:pt x="3607617" y="3549235"/>
                </a:lnTo>
                <a:lnTo>
                  <a:pt x="3607385" y="3548967"/>
                </a:lnTo>
                <a:lnTo>
                  <a:pt x="3607166" y="3548690"/>
                </a:lnTo>
                <a:lnTo>
                  <a:pt x="3606962" y="3548404"/>
                </a:lnTo>
                <a:lnTo>
                  <a:pt x="3606772" y="3548108"/>
                </a:lnTo>
                <a:lnTo>
                  <a:pt x="3606596" y="3547803"/>
                </a:lnTo>
                <a:lnTo>
                  <a:pt x="3606434" y="3547488"/>
                </a:lnTo>
                <a:lnTo>
                  <a:pt x="3606286" y="3547164"/>
                </a:lnTo>
                <a:lnTo>
                  <a:pt x="3606152" y="3546830"/>
                </a:lnTo>
                <a:lnTo>
                  <a:pt x="3606032" y="3546488"/>
                </a:lnTo>
                <a:lnTo>
                  <a:pt x="3605927" y="3546135"/>
                </a:lnTo>
                <a:lnTo>
                  <a:pt x="3605835" y="3545774"/>
                </a:lnTo>
                <a:lnTo>
                  <a:pt x="3605758" y="3545403"/>
                </a:lnTo>
                <a:lnTo>
                  <a:pt x="3605694" y="3545022"/>
                </a:lnTo>
                <a:lnTo>
                  <a:pt x="3605645" y="3544633"/>
                </a:lnTo>
                <a:lnTo>
                  <a:pt x="3605610" y="3544233"/>
                </a:lnTo>
                <a:lnTo>
                  <a:pt x="3605588" y="3543825"/>
                </a:lnTo>
                <a:lnTo>
                  <a:pt x="3605581" y="3543407"/>
                </a:lnTo>
                <a:lnTo>
                  <a:pt x="3605581" y="3507057"/>
                </a:lnTo>
                <a:lnTo>
                  <a:pt x="3605575" y="3506443"/>
                </a:lnTo>
                <a:lnTo>
                  <a:pt x="3605554" y="3505840"/>
                </a:lnTo>
                <a:lnTo>
                  <a:pt x="3605521" y="3505248"/>
                </a:lnTo>
                <a:lnTo>
                  <a:pt x="3605473" y="3504667"/>
                </a:lnTo>
                <a:lnTo>
                  <a:pt x="3605413" y="3504097"/>
                </a:lnTo>
                <a:lnTo>
                  <a:pt x="3605338" y="3503539"/>
                </a:lnTo>
                <a:lnTo>
                  <a:pt x="3605251" y="3502991"/>
                </a:lnTo>
                <a:lnTo>
                  <a:pt x="3605149" y="3502455"/>
                </a:lnTo>
                <a:lnTo>
                  <a:pt x="3605035" y="3501930"/>
                </a:lnTo>
                <a:lnTo>
                  <a:pt x="3604906" y="3501416"/>
                </a:lnTo>
                <a:lnTo>
                  <a:pt x="3604765" y="3500913"/>
                </a:lnTo>
                <a:lnTo>
                  <a:pt x="3604609" y="3500422"/>
                </a:lnTo>
                <a:lnTo>
                  <a:pt x="3604441" y="3499941"/>
                </a:lnTo>
                <a:lnTo>
                  <a:pt x="3604258" y="3499472"/>
                </a:lnTo>
                <a:lnTo>
                  <a:pt x="3604062" y="3499014"/>
                </a:lnTo>
                <a:lnTo>
                  <a:pt x="3603853" y="3498566"/>
                </a:lnTo>
                <a:lnTo>
                  <a:pt x="3603630" y="3498131"/>
                </a:lnTo>
                <a:lnTo>
                  <a:pt x="3603394" y="3497706"/>
                </a:lnTo>
                <a:lnTo>
                  <a:pt x="3603144" y="3497292"/>
                </a:lnTo>
                <a:lnTo>
                  <a:pt x="3602881" y="3496890"/>
                </a:lnTo>
                <a:lnTo>
                  <a:pt x="3602604" y="3496499"/>
                </a:lnTo>
                <a:lnTo>
                  <a:pt x="3602314" y="3496119"/>
                </a:lnTo>
                <a:lnTo>
                  <a:pt x="3602010" y="3495750"/>
                </a:lnTo>
                <a:lnTo>
                  <a:pt x="3601693" y="3495392"/>
                </a:lnTo>
                <a:lnTo>
                  <a:pt x="3601379" y="3495030"/>
                </a:lnTo>
                <a:lnTo>
                  <a:pt x="3601055" y="3494678"/>
                </a:lnTo>
                <a:lnTo>
                  <a:pt x="3600723" y="3494335"/>
                </a:lnTo>
                <a:lnTo>
                  <a:pt x="3600383" y="3494002"/>
                </a:lnTo>
                <a:lnTo>
                  <a:pt x="3600033" y="3493678"/>
                </a:lnTo>
                <a:lnTo>
                  <a:pt x="3599675" y="3493363"/>
                </a:lnTo>
                <a:lnTo>
                  <a:pt x="3599308" y="3493058"/>
                </a:lnTo>
                <a:lnTo>
                  <a:pt x="3598932" y="3492762"/>
                </a:lnTo>
                <a:lnTo>
                  <a:pt x="3598547" y="3492475"/>
                </a:lnTo>
                <a:lnTo>
                  <a:pt x="3598153" y="3492198"/>
                </a:lnTo>
                <a:lnTo>
                  <a:pt x="3597751" y="3491931"/>
                </a:lnTo>
                <a:lnTo>
                  <a:pt x="3597339" y="3491672"/>
                </a:lnTo>
                <a:lnTo>
                  <a:pt x="3596919" y="3491424"/>
                </a:lnTo>
                <a:lnTo>
                  <a:pt x="3596491" y="3491184"/>
                </a:lnTo>
                <a:lnTo>
                  <a:pt x="3596053" y="3490954"/>
                </a:lnTo>
                <a:lnTo>
                  <a:pt x="3595606" y="3490733"/>
                </a:lnTo>
                <a:lnTo>
                  <a:pt x="3595151" y="3490522"/>
                </a:lnTo>
                <a:lnTo>
                  <a:pt x="3594687" y="3490320"/>
                </a:lnTo>
                <a:lnTo>
                  <a:pt x="3594214" y="3490127"/>
                </a:lnTo>
                <a:lnTo>
                  <a:pt x="3593733" y="3489944"/>
                </a:lnTo>
                <a:lnTo>
                  <a:pt x="3593242" y="3489770"/>
                </a:lnTo>
                <a:lnTo>
                  <a:pt x="3592743" y="3489606"/>
                </a:lnTo>
                <a:lnTo>
                  <a:pt x="3592235" y="3489451"/>
                </a:lnTo>
                <a:lnTo>
                  <a:pt x="3591718" y="3489305"/>
                </a:lnTo>
                <a:lnTo>
                  <a:pt x="3591208" y="3489155"/>
                </a:lnTo>
                <a:lnTo>
                  <a:pt x="3590694" y="3489013"/>
                </a:lnTo>
                <a:lnTo>
                  <a:pt x="3590175" y="3488880"/>
                </a:lnTo>
                <a:lnTo>
                  <a:pt x="3589651" y="3488756"/>
                </a:lnTo>
                <a:lnTo>
                  <a:pt x="3589123" y="3488641"/>
                </a:lnTo>
                <a:lnTo>
                  <a:pt x="3588590" y="3488534"/>
                </a:lnTo>
                <a:lnTo>
                  <a:pt x="3588052" y="3488436"/>
                </a:lnTo>
                <a:lnTo>
                  <a:pt x="3587510" y="3488347"/>
                </a:lnTo>
                <a:lnTo>
                  <a:pt x="3586963" y="3488267"/>
                </a:lnTo>
                <a:lnTo>
                  <a:pt x="3586411" y="3488196"/>
                </a:lnTo>
                <a:lnTo>
                  <a:pt x="3585855" y="3488133"/>
                </a:lnTo>
                <a:lnTo>
                  <a:pt x="3585293" y="3488080"/>
                </a:lnTo>
                <a:lnTo>
                  <a:pt x="3584727" y="3488035"/>
                </a:lnTo>
                <a:lnTo>
                  <a:pt x="3584157" y="3487999"/>
                </a:lnTo>
                <a:lnTo>
                  <a:pt x="3583582" y="3487971"/>
                </a:lnTo>
                <a:lnTo>
                  <a:pt x="3583002" y="3487953"/>
                </a:lnTo>
                <a:lnTo>
                  <a:pt x="3582417" y="3487943"/>
                </a:lnTo>
                <a:lnTo>
                  <a:pt x="3581827" y="3487942"/>
                </a:lnTo>
                <a:lnTo>
                  <a:pt x="3581233" y="3487950"/>
                </a:lnTo>
                <a:lnTo>
                  <a:pt x="3580635" y="3487967"/>
                </a:lnTo>
                <a:lnTo>
                  <a:pt x="3580031" y="3487992"/>
                </a:lnTo>
                <a:lnTo>
                  <a:pt x="3579423" y="3488027"/>
                </a:lnTo>
                <a:lnTo>
                  <a:pt x="3578810" y="3488070"/>
                </a:lnTo>
                <a:lnTo>
                  <a:pt x="3578192" y="3488122"/>
                </a:lnTo>
                <a:lnTo>
                  <a:pt x="3578192" y="3496237"/>
                </a:lnTo>
                <a:lnTo>
                  <a:pt x="3578391" y="3496238"/>
                </a:lnTo>
                <a:lnTo>
                  <a:pt x="3578592" y="3496242"/>
                </a:lnTo>
                <a:lnTo>
                  <a:pt x="3578795" y="3496248"/>
                </a:lnTo>
                <a:lnTo>
                  <a:pt x="3579000" y="3496256"/>
                </a:lnTo>
                <a:lnTo>
                  <a:pt x="3579208" y="3496266"/>
                </a:lnTo>
                <a:lnTo>
                  <a:pt x="3579418" y="3496279"/>
                </a:lnTo>
                <a:close/>
                <a:moveTo>
                  <a:pt x="3680792" y="3496279"/>
                </a:moveTo>
                <a:lnTo>
                  <a:pt x="3681005" y="3496295"/>
                </a:lnTo>
                <a:lnTo>
                  <a:pt x="3681220" y="3496312"/>
                </a:lnTo>
                <a:lnTo>
                  <a:pt x="3681437" y="3496332"/>
                </a:lnTo>
                <a:lnTo>
                  <a:pt x="3681657" y="3496354"/>
                </a:lnTo>
                <a:lnTo>
                  <a:pt x="3681878" y="3496379"/>
                </a:lnTo>
                <a:lnTo>
                  <a:pt x="3682103" y="3496406"/>
                </a:lnTo>
                <a:lnTo>
                  <a:pt x="3682329" y="3496436"/>
                </a:lnTo>
                <a:lnTo>
                  <a:pt x="3682558" y="3496467"/>
                </a:lnTo>
                <a:lnTo>
                  <a:pt x="3682789" y="3496501"/>
                </a:lnTo>
                <a:lnTo>
                  <a:pt x="3683023" y="3496538"/>
                </a:lnTo>
                <a:lnTo>
                  <a:pt x="3683259" y="3496576"/>
                </a:lnTo>
                <a:lnTo>
                  <a:pt x="3683497" y="3496618"/>
                </a:lnTo>
                <a:lnTo>
                  <a:pt x="3683738" y="3496661"/>
                </a:lnTo>
                <a:lnTo>
                  <a:pt x="3683981" y="3496707"/>
                </a:lnTo>
                <a:lnTo>
                  <a:pt x="3684227" y="3496755"/>
                </a:lnTo>
                <a:lnTo>
                  <a:pt x="3684474" y="3496805"/>
                </a:lnTo>
                <a:lnTo>
                  <a:pt x="3684724" y="3496858"/>
                </a:lnTo>
                <a:lnTo>
                  <a:pt x="3684977" y="3496914"/>
                </a:lnTo>
                <a:lnTo>
                  <a:pt x="3685229" y="3496972"/>
                </a:lnTo>
                <a:lnTo>
                  <a:pt x="3685478" y="3497036"/>
                </a:lnTo>
                <a:lnTo>
                  <a:pt x="3685724" y="3497104"/>
                </a:lnTo>
                <a:lnTo>
                  <a:pt x="3685968" y="3497176"/>
                </a:lnTo>
                <a:lnTo>
                  <a:pt x="3686208" y="3497254"/>
                </a:lnTo>
                <a:lnTo>
                  <a:pt x="3686446" y="3497336"/>
                </a:lnTo>
                <a:lnTo>
                  <a:pt x="3686680" y="3497423"/>
                </a:lnTo>
                <a:lnTo>
                  <a:pt x="3686912" y="3497515"/>
                </a:lnTo>
                <a:lnTo>
                  <a:pt x="3687140" y="3497611"/>
                </a:lnTo>
                <a:lnTo>
                  <a:pt x="3687366" y="3497712"/>
                </a:lnTo>
                <a:lnTo>
                  <a:pt x="3687589" y="3497817"/>
                </a:lnTo>
                <a:lnTo>
                  <a:pt x="3687809" y="3497928"/>
                </a:lnTo>
                <a:lnTo>
                  <a:pt x="3688026" y="3498043"/>
                </a:lnTo>
                <a:lnTo>
                  <a:pt x="3688240" y="3498163"/>
                </a:lnTo>
                <a:lnTo>
                  <a:pt x="3688451" y="3498287"/>
                </a:lnTo>
                <a:lnTo>
                  <a:pt x="3688659" y="3498416"/>
                </a:lnTo>
                <a:lnTo>
                  <a:pt x="3688864" y="3498550"/>
                </a:lnTo>
                <a:lnTo>
                  <a:pt x="3689066" y="3498689"/>
                </a:lnTo>
                <a:lnTo>
                  <a:pt x="3689266" y="3498832"/>
                </a:lnTo>
                <a:lnTo>
                  <a:pt x="3689462" y="3498980"/>
                </a:lnTo>
                <a:lnTo>
                  <a:pt x="3689655" y="3499132"/>
                </a:lnTo>
                <a:lnTo>
                  <a:pt x="3689846" y="3499290"/>
                </a:lnTo>
                <a:lnTo>
                  <a:pt x="3690033" y="3499452"/>
                </a:lnTo>
                <a:lnTo>
                  <a:pt x="3690218" y="3499619"/>
                </a:lnTo>
                <a:lnTo>
                  <a:pt x="3690411" y="3499777"/>
                </a:lnTo>
                <a:lnTo>
                  <a:pt x="3690597" y="3499941"/>
                </a:lnTo>
                <a:lnTo>
                  <a:pt x="3690775" y="3500113"/>
                </a:lnTo>
                <a:lnTo>
                  <a:pt x="3690946" y="3500290"/>
                </a:lnTo>
                <a:lnTo>
                  <a:pt x="3691109" y="3500474"/>
                </a:lnTo>
                <a:lnTo>
                  <a:pt x="3691264" y="3500665"/>
                </a:lnTo>
                <a:lnTo>
                  <a:pt x="3691412" y="3500862"/>
                </a:lnTo>
                <a:lnTo>
                  <a:pt x="3691552" y="3501065"/>
                </a:lnTo>
                <a:lnTo>
                  <a:pt x="3691684" y="3501275"/>
                </a:lnTo>
                <a:lnTo>
                  <a:pt x="3691809" y="3501491"/>
                </a:lnTo>
                <a:lnTo>
                  <a:pt x="3691926" y="3501714"/>
                </a:lnTo>
                <a:lnTo>
                  <a:pt x="3692036" y="3501943"/>
                </a:lnTo>
                <a:lnTo>
                  <a:pt x="3692137" y="3502179"/>
                </a:lnTo>
                <a:lnTo>
                  <a:pt x="3692232" y="3502421"/>
                </a:lnTo>
                <a:lnTo>
                  <a:pt x="3692318" y="3502670"/>
                </a:lnTo>
                <a:lnTo>
                  <a:pt x="3692397" y="3502925"/>
                </a:lnTo>
                <a:lnTo>
                  <a:pt x="3692469" y="3503186"/>
                </a:lnTo>
                <a:lnTo>
                  <a:pt x="3692532" y="3503454"/>
                </a:lnTo>
                <a:lnTo>
                  <a:pt x="3692588" y="3503729"/>
                </a:lnTo>
                <a:lnTo>
                  <a:pt x="3692637" y="3504010"/>
                </a:lnTo>
                <a:lnTo>
                  <a:pt x="3692678" y="3504297"/>
                </a:lnTo>
                <a:lnTo>
                  <a:pt x="3692711" y="3504591"/>
                </a:lnTo>
                <a:lnTo>
                  <a:pt x="3692736" y="3504891"/>
                </a:lnTo>
                <a:lnTo>
                  <a:pt x="3692754" y="3505198"/>
                </a:lnTo>
                <a:lnTo>
                  <a:pt x="3694106" y="3541378"/>
                </a:lnTo>
                <a:lnTo>
                  <a:pt x="3694139" y="3542062"/>
                </a:lnTo>
                <a:lnTo>
                  <a:pt x="3694182" y="3542733"/>
                </a:lnTo>
                <a:lnTo>
                  <a:pt x="3694233" y="3543391"/>
                </a:lnTo>
                <a:lnTo>
                  <a:pt x="3694294" y="3544036"/>
                </a:lnTo>
                <a:lnTo>
                  <a:pt x="3694365" y="3544668"/>
                </a:lnTo>
                <a:lnTo>
                  <a:pt x="3694445" y="3545288"/>
                </a:lnTo>
                <a:lnTo>
                  <a:pt x="3694534" y="3545894"/>
                </a:lnTo>
                <a:lnTo>
                  <a:pt x="3694632" y="3546488"/>
                </a:lnTo>
                <a:lnTo>
                  <a:pt x="3694740" y="3547068"/>
                </a:lnTo>
                <a:lnTo>
                  <a:pt x="3694858" y="3547636"/>
                </a:lnTo>
                <a:lnTo>
                  <a:pt x="3694985" y="3548191"/>
                </a:lnTo>
                <a:lnTo>
                  <a:pt x="3695121" y="3548732"/>
                </a:lnTo>
                <a:lnTo>
                  <a:pt x="3695266" y="3549261"/>
                </a:lnTo>
                <a:lnTo>
                  <a:pt x="3695421" y="3549777"/>
                </a:lnTo>
                <a:lnTo>
                  <a:pt x="3695586" y="3550280"/>
                </a:lnTo>
                <a:lnTo>
                  <a:pt x="3695760" y="3550771"/>
                </a:lnTo>
                <a:lnTo>
                  <a:pt x="3695943" y="3551248"/>
                </a:lnTo>
                <a:lnTo>
                  <a:pt x="3696135" y="3551712"/>
                </a:lnTo>
                <a:lnTo>
                  <a:pt x="3696337" y="3552164"/>
                </a:lnTo>
                <a:lnTo>
                  <a:pt x="3696548" y="3552602"/>
                </a:lnTo>
                <a:lnTo>
                  <a:pt x="3696769" y="3553028"/>
                </a:lnTo>
                <a:lnTo>
                  <a:pt x="3696999" y="3553440"/>
                </a:lnTo>
                <a:lnTo>
                  <a:pt x="3697239" y="3553840"/>
                </a:lnTo>
                <a:lnTo>
                  <a:pt x="3697488" y="3554227"/>
                </a:lnTo>
                <a:lnTo>
                  <a:pt x="3697765" y="3554600"/>
                </a:lnTo>
                <a:lnTo>
                  <a:pt x="3698060" y="3554956"/>
                </a:lnTo>
                <a:lnTo>
                  <a:pt x="3698373" y="3555297"/>
                </a:lnTo>
                <a:lnTo>
                  <a:pt x="3698704" y="3555622"/>
                </a:lnTo>
                <a:lnTo>
                  <a:pt x="3699054" y="3555931"/>
                </a:lnTo>
                <a:lnTo>
                  <a:pt x="3699422" y="3556224"/>
                </a:lnTo>
                <a:lnTo>
                  <a:pt x="3699808" y="3556502"/>
                </a:lnTo>
                <a:lnTo>
                  <a:pt x="3700212" y="3556763"/>
                </a:lnTo>
                <a:lnTo>
                  <a:pt x="3700634" y="3557009"/>
                </a:lnTo>
                <a:lnTo>
                  <a:pt x="3701075" y="3557239"/>
                </a:lnTo>
                <a:lnTo>
                  <a:pt x="3701533" y="3557453"/>
                </a:lnTo>
                <a:lnTo>
                  <a:pt x="3702010" y="3557651"/>
                </a:lnTo>
                <a:lnTo>
                  <a:pt x="3702506" y="3557833"/>
                </a:lnTo>
                <a:lnTo>
                  <a:pt x="3703019" y="3557999"/>
                </a:lnTo>
                <a:lnTo>
                  <a:pt x="3703550" y="3558150"/>
                </a:lnTo>
                <a:lnTo>
                  <a:pt x="3704100" y="3558285"/>
                </a:lnTo>
                <a:lnTo>
                  <a:pt x="3704668" y="3558404"/>
                </a:lnTo>
                <a:lnTo>
                  <a:pt x="3705254" y="3558507"/>
                </a:lnTo>
                <a:lnTo>
                  <a:pt x="3705859" y="3558594"/>
                </a:lnTo>
                <a:lnTo>
                  <a:pt x="3706481" y="3558665"/>
                </a:lnTo>
                <a:lnTo>
                  <a:pt x="3707122" y="3558721"/>
                </a:lnTo>
                <a:lnTo>
                  <a:pt x="3707781" y="3558760"/>
                </a:lnTo>
                <a:lnTo>
                  <a:pt x="3708458" y="3558784"/>
                </a:lnTo>
                <a:lnTo>
                  <a:pt x="3709153" y="3558792"/>
                </a:lnTo>
                <a:lnTo>
                  <a:pt x="3709153" y="3560314"/>
                </a:lnTo>
                <a:lnTo>
                  <a:pt x="3708458" y="3560322"/>
                </a:lnTo>
                <a:lnTo>
                  <a:pt x="3707781" y="3560345"/>
                </a:lnTo>
                <a:lnTo>
                  <a:pt x="3707122" y="3560385"/>
                </a:lnTo>
                <a:lnTo>
                  <a:pt x="3706481" y="3560440"/>
                </a:lnTo>
                <a:lnTo>
                  <a:pt x="3705859" y="3560512"/>
                </a:lnTo>
                <a:lnTo>
                  <a:pt x="3705254" y="3560599"/>
                </a:lnTo>
                <a:lnTo>
                  <a:pt x="3704668" y="3560702"/>
                </a:lnTo>
                <a:lnTo>
                  <a:pt x="3704100" y="3560821"/>
                </a:lnTo>
                <a:lnTo>
                  <a:pt x="3703550" y="3560956"/>
                </a:lnTo>
                <a:lnTo>
                  <a:pt x="3703019" y="3561106"/>
                </a:lnTo>
                <a:lnTo>
                  <a:pt x="3702506" y="3561273"/>
                </a:lnTo>
                <a:lnTo>
                  <a:pt x="3702010" y="3561455"/>
                </a:lnTo>
                <a:lnTo>
                  <a:pt x="3701533" y="3561653"/>
                </a:lnTo>
                <a:lnTo>
                  <a:pt x="3701075" y="3561867"/>
                </a:lnTo>
                <a:lnTo>
                  <a:pt x="3700634" y="3562097"/>
                </a:lnTo>
                <a:lnTo>
                  <a:pt x="3700212" y="3562342"/>
                </a:lnTo>
                <a:lnTo>
                  <a:pt x="3699808" y="3562604"/>
                </a:lnTo>
                <a:lnTo>
                  <a:pt x="3699422" y="3562881"/>
                </a:lnTo>
                <a:lnTo>
                  <a:pt x="3699054" y="3563175"/>
                </a:lnTo>
                <a:lnTo>
                  <a:pt x="3698704" y="3563484"/>
                </a:lnTo>
                <a:lnTo>
                  <a:pt x="3698373" y="3563809"/>
                </a:lnTo>
                <a:lnTo>
                  <a:pt x="3698060" y="3564149"/>
                </a:lnTo>
                <a:lnTo>
                  <a:pt x="3697765" y="3564506"/>
                </a:lnTo>
                <a:lnTo>
                  <a:pt x="3697488" y="3564879"/>
                </a:lnTo>
                <a:lnTo>
                  <a:pt x="3697239" y="3565265"/>
                </a:lnTo>
                <a:lnTo>
                  <a:pt x="3696999" y="3565665"/>
                </a:lnTo>
                <a:lnTo>
                  <a:pt x="3696769" y="3566078"/>
                </a:lnTo>
                <a:lnTo>
                  <a:pt x="3696548" y="3566503"/>
                </a:lnTo>
                <a:lnTo>
                  <a:pt x="3696337" y="3566942"/>
                </a:lnTo>
                <a:lnTo>
                  <a:pt x="3696135" y="3567393"/>
                </a:lnTo>
                <a:lnTo>
                  <a:pt x="3695943" y="3567858"/>
                </a:lnTo>
                <a:lnTo>
                  <a:pt x="3695760" y="3568335"/>
                </a:lnTo>
                <a:lnTo>
                  <a:pt x="3695586" y="3568825"/>
                </a:lnTo>
                <a:lnTo>
                  <a:pt x="3695421" y="3569328"/>
                </a:lnTo>
                <a:lnTo>
                  <a:pt x="3695266" y="3569844"/>
                </a:lnTo>
                <a:lnTo>
                  <a:pt x="3695121" y="3570373"/>
                </a:lnTo>
                <a:lnTo>
                  <a:pt x="3694985" y="3570915"/>
                </a:lnTo>
                <a:lnTo>
                  <a:pt x="3694858" y="3571470"/>
                </a:lnTo>
                <a:lnTo>
                  <a:pt x="3694740" y="3572037"/>
                </a:lnTo>
                <a:lnTo>
                  <a:pt x="3694632" y="3572618"/>
                </a:lnTo>
                <a:lnTo>
                  <a:pt x="3694534" y="3573212"/>
                </a:lnTo>
                <a:lnTo>
                  <a:pt x="3694445" y="3573818"/>
                </a:lnTo>
                <a:lnTo>
                  <a:pt x="3694365" y="3574437"/>
                </a:lnTo>
                <a:lnTo>
                  <a:pt x="3694294" y="3575070"/>
                </a:lnTo>
                <a:lnTo>
                  <a:pt x="3694233" y="3575715"/>
                </a:lnTo>
                <a:lnTo>
                  <a:pt x="3694182" y="3576373"/>
                </a:lnTo>
                <a:lnTo>
                  <a:pt x="3694139" y="3577044"/>
                </a:lnTo>
                <a:lnTo>
                  <a:pt x="3694106" y="3577728"/>
                </a:lnTo>
                <a:lnTo>
                  <a:pt x="3692754" y="3613908"/>
                </a:lnTo>
                <a:lnTo>
                  <a:pt x="3692736" y="3614215"/>
                </a:lnTo>
                <a:lnTo>
                  <a:pt x="3692711" y="3614515"/>
                </a:lnTo>
                <a:lnTo>
                  <a:pt x="3692678" y="3614809"/>
                </a:lnTo>
                <a:lnTo>
                  <a:pt x="3692637" y="3615096"/>
                </a:lnTo>
                <a:lnTo>
                  <a:pt x="3692588" y="3615377"/>
                </a:lnTo>
                <a:lnTo>
                  <a:pt x="3692532" y="3615651"/>
                </a:lnTo>
                <a:lnTo>
                  <a:pt x="3692469" y="3615919"/>
                </a:lnTo>
                <a:lnTo>
                  <a:pt x="3692397" y="3616181"/>
                </a:lnTo>
                <a:lnTo>
                  <a:pt x="3692318" y="3616436"/>
                </a:lnTo>
                <a:lnTo>
                  <a:pt x="3692232" y="3616684"/>
                </a:lnTo>
                <a:lnTo>
                  <a:pt x="3692137" y="3616927"/>
                </a:lnTo>
                <a:lnTo>
                  <a:pt x="3692036" y="3617162"/>
                </a:lnTo>
                <a:lnTo>
                  <a:pt x="3691926" y="3617392"/>
                </a:lnTo>
                <a:lnTo>
                  <a:pt x="3691809" y="3617614"/>
                </a:lnTo>
                <a:lnTo>
                  <a:pt x="3691684" y="3617831"/>
                </a:lnTo>
                <a:lnTo>
                  <a:pt x="3691552" y="3618041"/>
                </a:lnTo>
                <a:lnTo>
                  <a:pt x="3691412" y="3618244"/>
                </a:lnTo>
                <a:lnTo>
                  <a:pt x="3691264" y="3618441"/>
                </a:lnTo>
                <a:lnTo>
                  <a:pt x="3691109" y="3618631"/>
                </a:lnTo>
                <a:lnTo>
                  <a:pt x="3690946" y="3618816"/>
                </a:lnTo>
                <a:lnTo>
                  <a:pt x="3690775" y="3618993"/>
                </a:lnTo>
                <a:lnTo>
                  <a:pt x="3690597" y="3619164"/>
                </a:lnTo>
                <a:lnTo>
                  <a:pt x="3690411" y="3619329"/>
                </a:lnTo>
                <a:lnTo>
                  <a:pt x="3690218" y="3619487"/>
                </a:lnTo>
                <a:lnTo>
                  <a:pt x="3690033" y="3619654"/>
                </a:lnTo>
                <a:lnTo>
                  <a:pt x="3689846" y="3619816"/>
                </a:lnTo>
                <a:lnTo>
                  <a:pt x="3689655" y="3619973"/>
                </a:lnTo>
                <a:lnTo>
                  <a:pt x="3689462" y="3620126"/>
                </a:lnTo>
                <a:lnTo>
                  <a:pt x="3689266" y="3620274"/>
                </a:lnTo>
                <a:lnTo>
                  <a:pt x="3689066" y="3620417"/>
                </a:lnTo>
                <a:lnTo>
                  <a:pt x="3688864" y="3620556"/>
                </a:lnTo>
                <a:lnTo>
                  <a:pt x="3688659" y="3620689"/>
                </a:lnTo>
                <a:lnTo>
                  <a:pt x="3688451" y="3620819"/>
                </a:lnTo>
                <a:lnTo>
                  <a:pt x="3688240" y="3620943"/>
                </a:lnTo>
                <a:lnTo>
                  <a:pt x="3688026" y="3621063"/>
                </a:lnTo>
                <a:lnTo>
                  <a:pt x="3687809" y="3621178"/>
                </a:lnTo>
                <a:lnTo>
                  <a:pt x="3687589" y="3621288"/>
                </a:lnTo>
                <a:lnTo>
                  <a:pt x="3687366" y="3621394"/>
                </a:lnTo>
                <a:lnTo>
                  <a:pt x="3687140" y="3621495"/>
                </a:lnTo>
                <a:lnTo>
                  <a:pt x="3686912" y="3621591"/>
                </a:lnTo>
                <a:lnTo>
                  <a:pt x="3686680" y="3621683"/>
                </a:lnTo>
                <a:lnTo>
                  <a:pt x="3686446" y="3621769"/>
                </a:lnTo>
                <a:lnTo>
                  <a:pt x="3686208" y="3621852"/>
                </a:lnTo>
                <a:lnTo>
                  <a:pt x="3685968" y="3621929"/>
                </a:lnTo>
                <a:lnTo>
                  <a:pt x="3685724" y="3622002"/>
                </a:lnTo>
                <a:lnTo>
                  <a:pt x="3685478" y="3622070"/>
                </a:lnTo>
                <a:lnTo>
                  <a:pt x="3685229" y="3622133"/>
                </a:lnTo>
                <a:lnTo>
                  <a:pt x="3684977" y="3622192"/>
                </a:lnTo>
                <a:lnTo>
                  <a:pt x="3684724" y="3622247"/>
                </a:lnTo>
                <a:lnTo>
                  <a:pt x="3684474" y="3622300"/>
                </a:lnTo>
                <a:lnTo>
                  <a:pt x="3684227" y="3622351"/>
                </a:lnTo>
                <a:lnTo>
                  <a:pt x="3683981" y="3622399"/>
                </a:lnTo>
                <a:lnTo>
                  <a:pt x="3683738" y="3622445"/>
                </a:lnTo>
                <a:lnTo>
                  <a:pt x="3683497" y="3622488"/>
                </a:lnTo>
                <a:lnTo>
                  <a:pt x="3683259" y="3622529"/>
                </a:lnTo>
                <a:lnTo>
                  <a:pt x="3683023" y="3622568"/>
                </a:lnTo>
                <a:lnTo>
                  <a:pt x="3682789" y="3622604"/>
                </a:lnTo>
                <a:lnTo>
                  <a:pt x="3682558" y="3622638"/>
                </a:lnTo>
                <a:lnTo>
                  <a:pt x="3682329" y="3622670"/>
                </a:lnTo>
                <a:lnTo>
                  <a:pt x="3682103" y="3622699"/>
                </a:lnTo>
                <a:lnTo>
                  <a:pt x="3681878" y="3622726"/>
                </a:lnTo>
                <a:lnTo>
                  <a:pt x="3681657" y="3622751"/>
                </a:lnTo>
                <a:lnTo>
                  <a:pt x="3681437" y="3622773"/>
                </a:lnTo>
                <a:lnTo>
                  <a:pt x="3681220" y="3622793"/>
                </a:lnTo>
                <a:lnTo>
                  <a:pt x="3681005" y="3622811"/>
                </a:lnTo>
                <a:lnTo>
                  <a:pt x="3680792" y="3622826"/>
                </a:lnTo>
                <a:lnTo>
                  <a:pt x="3680582" y="3622839"/>
                </a:lnTo>
                <a:lnTo>
                  <a:pt x="3680374" y="3622850"/>
                </a:lnTo>
                <a:lnTo>
                  <a:pt x="3680169" y="3622858"/>
                </a:lnTo>
                <a:lnTo>
                  <a:pt x="3679966" y="3622864"/>
                </a:lnTo>
                <a:lnTo>
                  <a:pt x="3679765" y="3622867"/>
                </a:lnTo>
                <a:lnTo>
                  <a:pt x="3679567" y="3622869"/>
                </a:lnTo>
                <a:lnTo>
                  <a:pt x="3679567" y="3630984"/>
                </a:lnTo>
                <a:lnTo>
                  <a:pt x="3680184" y="3631022"/>
                </a:lnTo>
                <a:lnTo>
                  <a:pt x="3680797" y="3631053"/>
                </a:lnTo>
                <a:lnTo>
                  <a:pt x="3681405" y="3631076"/>
                </a:lnTo>
                <a:lnTo>
                  <a:pt x="3682009" y="3631092"/>
                </a:lnTo>
                <a:lnTo>
                  <a:pt x="3682608" y="3631100"/>
                </a:lnTo>
                <a:lnTo>
                  <a:pt x="3683202" y="3631100"/>
                </a:lnTo>
                <a:lnTo>
                  <a:pt x="3683791" y="3631093"/>
                </a:lnTo>
                <a:lnTo>
                  <a:pt x="3684376" y="3631078"/>
                </a:lnTo>
                <a:lnTo>
                  <a:pt x="3684956" y="3631055"/>
                </a:lnTo>
                <a:lnTo>
                  <a:pt x="3685531" y="3631025"/>
                </a:lnTo>
                <a:lnTo>
                  <a:pt x="3686102" y="3630987"/>
                </a:lnTo>
                <a:lnTo>
                  <a:pt x="3686668" y="3630941"/>
                </a:lnTo>
                <a:lnTo>
                  <a:pt x="3687229" y="3630888"/>
                </a:lnTo>
                <a:lnTo>
                  <a:pt x="3687785" y="3630828"/>
                </a:lnTo>
                <a:lnTo>
                  <a:pt x="3688337" y="3630759"/>
                </a:lnTo>
                <a:lnTo>
                  <a:pt x="3688884" y="3630683"/>
                </a:lnTo>
                <a:lnTo>
                  <a:pt x="3689427" y="3630599"/>
                </a:lnTo>
                <a:lnTo>
                  <a:pt x="3689964" y="3630508"/>
                </a:lnTo>
                <a:lnTo>
                  <a:pt x="3690497" y="3630409"/>
                </a:lnTo>
                <a:lnTo>
                  <a:pt x="3691026" y="3630303"/>
                </a:lnTo>
                <a:lnTo>
                  <a:pt x="3691549" y="3630189"/>
                </a:lnTo>
                <a:lnTo>
                  <a:pt x="3692068" y="3630067"/>
                </a:lnTo>
                <a:lnTo>
                  <a:pt x="3692583" y="3629937"/>
                </a:lnTo>
                <a:lnTo>
                  <a:pt x="3693092" y="3629800"/>
                </a:lnTo>
                <a:lnTo>
                  <a:pt x="3693609" y="3629655"/>
                </a:lnTo>
                <a:lnTo>
                  <a:pt x="3694117" y="3629500"/>
                </a:lnTo>
                <a:lnTo>
                  <a:pt x="3694616" y="3629335"/>
                </a:lnTo>
                <a:lnTo>
                  <a:pt x="3695107" y="3629161"/>
                </a:lnTo>
                <a:lnTo>
                  <a:pt x="3695589" y="3628978"/>
                </a:lnTo>
                <a:lnTo>
                  <a:pt x="3696061" y="3628786"/>
                </a:lnTo>
                <a:lnTo>
                  <a:pt x="3696525" y="3628584"/>
                </a:lnTo>
                <a:lnTo>
                  <a:pt x="3696981" y="3628372"/>
                </a:lnTo>
                <a:lnTo>
                  <a:pt x="3697427" y="3628152"/>
                </a:lnTo>
                <a:lnTo>
                  <a:pt x="3697865" y="3627922"/>
                </a:lnTo>
                <a:lnTo>
                  <a:pt x="3698294" y="3627682"/>
                </a:lnTo>
                <a:lnTo>
                  <a:pt x="3698714" y="3627433"/>
                </a:lnTo>
                <a:lnTo>
                  <a:pt x="3699125" y="3627175"/>
                </a:lnTo>
                <a:lnTo>
                  <a:pt x="3699527" y="3626907"/>
                </a:lnTo>
                <a:lnTo>
                  <a:pt x="3699921" y="3626630"/>
                </a:lnTo>
                <a:lnTo>
                  <a:pt x="3700306" y="3626344"/>
                </a:lnTo>
                <a:lnTo>
                  <a:pt x="3700682" y="3626048"/>
                </a:lnTo>
                <a:lnTo>
                  <a:pt x="3701049" y="3625743"/>
                </a:lnTo>
                <a:lnTo>
                  <a:pt x="3701407" y="3625428"/>
                </a:lnTo>
                <a:lnTo>
                  <a:pt x="3701757" y="3625104"/>
                </a:lnTo>
                <a:lnTo>
                  <a:pt x="3702098" y="3624770"/>
                </a:lnTo>
                <a:lnTo>
                  <a:pt x="3702430" y="3624428"/>
                </a:lnTo>
                <a:lnTo>
                  <a:pt x="3702753" y="3624075"/>
                </a:lnTo>
                <a:lnTo>
                  <a:pt x="3703067" y="3623714"/>
                </a:lnTo>
                <a:lnTo>
                  <a:pt x="3703384" y="3623343"/>
                </a:lnTo>
                <a:lnTo>
                  <a:pt x="3703688" y="3622961"/>
                </a:lnTo>
                <a:lnTo>
                  <a:pt x="3703978" y="3622570"/>
                </a:lnTo>
                <a:lnTo>
                  <a:pt x="3704255" y="3622169"/>
                </a:lnTo>
                <a:lnTo>
                  <a:pt x="3704519" y="3621758"/>
                </a:lnTo>
                <a:lnTo>
                  <a:pt x="3704768" y="3621336"/>
                </a:lnTo>
                <a:lnTo>
                  <a:pt x="3705005" y="3620905"/>
                </a:lnTo>
                <a:lnTo>
                  <a:pt x="3705227" y="3620464"/>
                </a:lnTo>
                <a:lnTo>
                  <a:pt x="3705437" y="3620013"/>
                </a:lnTo>
                <a:lnTo>
                  <a:pt x="3705632" y="3619552"/>
                </a:lnTo>
                <a:lnTo>
                  <a:pt x="3705815" y="3619081"/>
                </a:lnTo>
                <a:lnTo>
                  <a:pt x="3705983" y="3618599"/>
                </a:lnTo>
                <a:lnTo>
                  <a:pt x="3706139" y="3618108"/>
                </a:lnTo>
                <a:lnTo>
                  <a:pt x="3706280" y="3617607"/>
                </a:lnTo>
                <a:lnTo>
                  <a:pt x="3706409" y="3617096"/>
                </a:lnTo>
                <a:lnTo>
                  <a:pt x="3706523" y="3616575"/>
                </a:lnTo>
                <a:lnTo>
                  <a:pt x="3706625" y="3616044"/>
                </a:lnTo>
                <a:lnTo>
                  <a:pt x="3706712" y="3615503"/>
                </a:lnTo>
                <a:lnTo>
                  <a:pt x="3706787" y="3614952"/>
                </a:lnTo>
                <a:lnTo>
                  <a:pt x="3706848" y="3614392"/>
                </a:lnTo>
                <a:lnTo>
                  <a:pt x="3706895" y="3613821"/>
                </a:lnTo>
                <a:lnTo>
                  <a:pt x="3706929" y="3613240"/>
                </a:lnTo>
                <a:lnTo>
                  <a:pt x="3706949" y="3612649"/>
                </a:lnTo>
                <a:lnTo>
                  <a:pt x="3706956" y="3612048"/>
                </a:lnTo>
                <a:lnTo>
                  <a:pt x="3706956" y="3575868"/>
                </a:lnTo>
                <a:lnTo>
                  <a:pt x="3706963" y="3575436"/>
                </a:lnTo>
                <a:lnTo>
                  <a:pt x="3706985" y="3575015"/>
                </a:lnTo>
                <a:lnTo>
                  <a:pt x="3707022" y="3574605"/>
                </a:lnTo>
                <a:lnTo>
                  <a:pt x="3707073" y="3574205"/>
                </a:lnTo>
                <a:lnTo>
                  <a:pt x="3707139" y="3573816"/>
                </a:lnTo>
                <a:lnTo>
                  <a:pt x="3707220" y="3573437"/>
                </a:lnTo>
                <a:lnTo>
                  <a:pt x="3707315" y="3573069"/>
                </a:lnTo>
                <a:lnTo>
                  <a:pt x="3707425" y="3572712"/>
                </a:lnTo>
                <a:lnTo>
                  <a:pt x="3707550" y="3572365"/>
                </a:lnTo>
                <a:lnTo>
                  <a:pt x="3707689" y="3572029"/>
                </a:lnTo>
                <a:lnTo>
                  <a:pt x="3707843" y="3571703"/>
                </a:lnTo>
                <a:lnTo>
                  <a:pt x="3708012" y="3571387"/>
                </a:lnTo>
                <a:lnTo>
                  <a:pt x="3708196" y="3571083"/>
                </a:lnTo>
                <a:lnTo>
                  <a:pt x="3708394" y="3570789"/>
                </a:lnTo>
                <a:lnTo>
                  <a:pt x="3708607" y="3570505"/>
                </a:lnTo>
                <a:lnTo>
                  <a:pt x="3708834" y="3570232"/>
                </a:lnTo>
                <a:lnTo>
                  <a:pt x="3709076" y="3569970"/>
                </a:lnTo>
                <a:lnTo>
                  <a:pt x="3709333" y="3569718"/>
                </a:lnTo>
                <a:lnTo>
                  <a:pt x="3709605" y="3569477"/>
                </a:lnTo>
                <a:lnTo>
                  <a:pt x="3709891" y="3569246"/>
                </a:lnTo>
                <a:lnTo>
                  <a:pt x="3710192" y="3569026"/>
                </a:lnTo>
                <a:lnTo>
                  <a:pt x="3710507" y="3568816"/>
                </a:lnTo>
                <a:lnTo>
                  <a:pt x="3710837" y="3568617"/>
                </a:lnTo>
                <a:lnTo>
                  <a:pt x="3711182" y="3568429"/>
                </a:lnTo>
                <a:lnTo>
                  <a:pt x="3711535" y="3568236"/>
                </a:lnTo>
                <a:lnTo>
                  <a:pt x="3711889" y="3568052"/>
                </a:lnTo>
                <a:lnTo>
                  <a:pt x="3712244" y="3567877"/>
                </a:lnTo>
                <a:lnTo>
                  <a:pt x="3712601" y="3567710"/>
                </a:lnTo>
                <a:lnTo>
                  <a:pt x="3712958" y="3567553"/>
                </a:lnTo>
                <a:lnTo>
                  <a:pt x="3713317" y="3567404"/>
                </a:lnTo>
                <a:lnTo>
                  <a:pt x="3713677" y="3567264"/>
                </a:lnTo>
                <a:lnTo>
                  <a:pt x="3714038" y="3567133"/>
                </a:lnTo>
                <a:lnTo>
                  <a:pt x="3714400" y="3567010"/>
                </a:lnTo>
                <a:lnTo>
                  <a:pt x="3714763" y="3566897"/>
                </a:lnTo>
                <a:lnTo>
                  <a:pt x="3715128" y="3566792"/>
                </a:lnTo>
                <a:lnTo>
                  <a:pt x="3715494" y="3566696"/>
                </a:lnTo>
                <a:lnTo>
                  <a:pt x="3715860" y="3566609"/>
                </a:lnTo>
                <a:lnTo>
                  <a:pt x="3716229" y="3566530"/>
                </a:lnTo>
                <a:lnTo>
                  <a:pt x="3716598" y="3566461"/>
                </a:lnTo>
                <a:lnTo>
                  <a:pt x="3716968" y="3566400"/>
                </a:lnTo>
                <a:lnTo>
                  <a:pt x="3717340" y="3566348"/>
                </a:lnTo>
                <a:lnTo>
                  <a:pt x="3717713" y="3566305"/>
                </a:lnTo>
                <a:lnTo>
                  <a:pt x="3718086" y="3566270"/>
                </a:lnTo>
                <a:lnTo>
                  <a:pt x="3718462" y="3566245"/>
                </a:lnTo>
                <a:lnTo>
                  <a:pt x="3718838" y="3566228"/>
                </a:lnTo>
                <a:lnTo>
                  <a:pt x="3719215" y="3566220"/>
                </a:lnTo>
                <a:lnTo>
                  <a:pt x="3719594" y="3566221"/>
                </a:lnTo>
                <a:lnTo>
                  <a:pt x="3719974" y="3566231"/>
                </a:lnTo>
                <a:lnTo>
                  <a:pt x="3719974" y="3552875"/>
                </a:lnTo>
                <a:lnTo>
                  <a:pt x="3719580" y="3552885"/>
                </a:lnTo>
                <a:lnTo>
                  <a:pt x="3719188" y="3552887"/>
                </a:lnTo>
                <a:lnTo>
                  <a:pt x="3718798" y="3552880"/>
                </a:lnTo>
                <a:lnTo>
                  <a:pt x="3718410" y="3552865"/>
                </a:lnTo>
                <a:lnTo>
                  <a:pt x="3718023" y="3552842"/>
                </a:lnTo>
                <a:lnTo>
                  <a:pt x="3717639" y="3552811"/>
                </a:lnTo>
                <a:lnTo>
                  <a:pt x="3717256" y="3552772"/>
                </a:lnTo>
                <a:lnTo>
                  <a:pt x="3716874" y="3552724"/>
                </a:lnTo>
                <a:lnTo>
                  <a:pt x="3716495" y="3552669"/>
                </a:lnTo>
                <a:lnTo>
                  <a:pt x="3716117" y="3552605"/>
                </a:lnTo>
                <a:lnTo>
                  <a:pt x="3715741" y="3552532"/>
                </a:lnTo>
                <a:lnTo>
                  <a:pt x="3715367" y="3552452"/>
                </a:lnTo>
                <a:lnTo>
                  <a:pt x="3714994" y="3552363"/>
                </a:lnTo>
                <a:lnTo>
                  <a:pt x="3714624" y="3552267"/>
                </a:lnTo>
                <a:lnTo>
                  <a:pt x="3714255" y="3552161"/>
                </a:lnTo>
                <a:lnTo>
                  <a:pt x="3713887" y="3552048"/>
                </a:lnTo>
                <a:lnTo>
                  <a:pt x="3713522" y="3551927"/>
                </a:lnTo>
                <a:lnTo>
                  <a:pt x="3713158" y="3551797"/>
                </a:lnTo>
                <a:lnTo>
                  <a:pt x="3712796" y="3551659"/>
                </a:lnTo>
                <a:lnTo>
                  <a:pt x="3712436" y="3551513"/>
                </a:lnTo>
                <a:lnTo>
                  <a:pt x="3712078" y="3551358"/>
                </a:lnTo>
                <a:lnTo>
                  <a:pt x="3711721" y="3551196"/>
                </a:lnTo>
                <a:lnTo>
                  <a:pt x="3711367" y="3551025"/>
                </a:lnTo>
                <a:lnTo>
                  <a:pt x="3711013" y="3550846"/>
                </a:lnTo>
                <a:lnTo>
                  <a:pt x="3710682" y="3550644"/>
                </a:lnTo>
                <a:lnTo>
                  <a:pt x="3710365" y="3550433"/>
                </a:lnTo>
                <a:lnTo>
                  <a:pt x="3710062" y="3550212"/>
                </a:lnTo>
                <a:lnTo>
                  <a:pt x="3709774" y="3549982"/>
                </a:lnTo>
                <a:lnTo>
                  <a:pt x="3709499" y="3549742"/>
                </a:lnTo>
                <a:lnTo>
                  <a:pt x="3709238" y="3549493"/>
                </a:lnTo>
                <a:lnTo>
                  <a:pt x="3708991" y="3549235"/>
                </a:lnTo>
                <a:lnTo>
                  <a:pt x="3708759" y="3548967"/>
                </a:lnTo>
                <a:lnTo>
                  <a:pt x="3708541" y="3548690"/>
                </a:lnTo>
                <a:lnTo>
                  <a:pt x="3708336" y="3548404"/>
                </a:lnTo>
                <a:lnTo>
                  <a:pt x="3708146" y="3548108"/>
                </a:lnTo>
                <a:lnTo>
                  <a:pt x="3707970" y="3547803"/>
                </a:lnTo>
                <a:lnTo>
                  <a:pt x="3707808" y="3547488"/>
                </a:lnTo>
                <a:lnTo>
                  <a:pt x="3707660" y="3547164"/>
                </a:lnTo>
                <a:lnTo>
                  <a:pt x="3707526" y="3546830"/>
                </a:lnTo>
                <a:lnTo>
                  <a:pt x="3707406" y="3546488"/>
                </a:lnTo>
                <a:lnTo>
                  <a:pt x="3707301" y="3546135"/>
                </a:lnTo>
                <a:lnTo>
                  <a:pt x="3707209" y="3545774"/>
                </a:lnTo>
                <a:lnTo>
                  <a:pt x="3707132" y="3545403"/>
                </a:lnTo>
                <a:lnTo>
                  <a:pt x="3707068" y="3545022"/>
                </a:lnTo>
                <a:lnTo>
                  <a:pt x="3707019" y="3544633"/>
                </a:lnTo>
                <a:lnTo>
                  <a:pt x="3706984" y="3544233"/>
                </a:lnTo>
                <a:lnTo>
                  <a:pt x="3706963" y="3543825"/>
                </a:lnTo>
                <a:lnTo>
                  <a:pt x="3706956" y="3543407"/>
                </a:lnTo>
                <a:lnTo>
                  <a:pt x="3706956" y="3507057"/>
                </a:lnTo>
                <a:lnTo>
                  <a:pt x="3706949" y="3506443"/>
                </a:lnTo>
                <a:lnTo>
                  <a:pt x="3706929" y="3505840"/>
                </a:lnTo>
                <a:lnTo>
                  <a:pt x="3706895" y="3505248"/>
                </a:lnTo>
                <a:lnTo>
                  <a:pt x="3706848" y="3504667"/>
                </a:lnTo>
                <a:lnTo>
                  <a:pt x="3706787" y="3504097"/>
                </a:lnTo>
                <a:lnTo>
                  <a:pt x="3706712" y="3503539"/>
                </a:lnTo>
                <a:lnTo>
                  <a:pt x="3706625" y="3502991"/>
                </a:lnTo>
                <a:lnTo>
                  <a:pt x="3706523" y="3502455"/>
                </a:lnTo>
                <a:lnTo>
                  <a:pt x="3706409" y="3501930"/>
                </a:lnTo>
                <a:lnTo>
                  <a:pt x="3706280" y="3501416"/>
                </a:lnTo>
                <a:lnTo>
                  <a:pt x="3706139" y="3500913"/>
                </a:lnTo>
                <a:lnTo>
                  <a:pt x="3705983" y="3500422"/>
                </a:lnTo>
                <a:lnTo>
                  <a:pt x="3705815" y="3499941"/>
                </a:lnTo>
                <a:lnTo>
                  <a:pt x="3705632" y="3499472"/>
                </a:lnTo>
                <a:lnTo>
                  <a:pt x="3705437" y="3499014"/>
                </a:lnTo>
                <a:lnTo>
                  <a:pt x="3705227" y="3498566"/>
                </a:lnTo>
                <a:lnTo>
                  <a:pt x="3705005" y="3498131"/>
                </a:lnTo>
                <a:lnTo>
                  <a:pt x="3704768" y="3497706"/>
                </a:lnTo>
                <a:lnTo>
                  <a:pt x="3704519" y="3497292"/>
                </a:lnTo>
                <a:lnTo>
                  <a:pt x="3704255" y="3496890"/>
                </a:lnTo>
                <a:lnTo>
                  <a:pt x="3703978" y="3496499"/>
                </a:lnTo>
                <a:lnTo>
                  <a:pt x="3703688" y="3496119"/>
                </a:lnTo>
                <a:lnTo>
                  <a:pt x="3703384" y="3495750"/>
                </a:lnTo>
                <a:lnTo>
                  <a:pt x="3703067" y="3495392"/>
                </a:lnTo>
                <a:lnTo>
                  <a:pt x="3702753" y="3495030"/>
                </a:lnTo>
                <a:lnTo>
                  <a:pt x="3702430" y="3494678"/>
                </a:lnTo>
                <a:lnTo>
                  <a:pt x="3702098" y="3494335"/>
                </a:lnTo>
                <a:lnTo>
                  <a:pt x="3701757" y="3494002"/>
                </a:lnTo>
                <a:lnTo>
                  <a:pt x="3701407" y="3493678"/>
                </a:lnTo>
                <a:lnTo>
                  <a:pt x="3701049" y="3493363"/>
                </a:lnTo>
                <a:lnTo>
                  <a:pt x="3700682" y="3493058"/>
                </a:lnTo>
                <a:lnTo>
                  <a:pt x="3700306" y="3492762"/>
                </a:lnTo>
                <a:lnTo>
                  <a:pt x="3699921" y="3492475"/>
                </a:lnTo>
                <a:lnTo>
                  <a:pt x="3699527" y="3492198"/>
                </a:lnTo>
                <a:lnTo>
                  <a:pt x="3699125" y="3491931"/>
                </a:lnTo>
                <a:lnTo>
                  <a:pt x="3698714" y="3491672"/>
                </a:lnTo>
                <a:lnTo>
                  <a:pt x="3698294" y="3491424"/>
                </a:lnTo>
                <a:lnTo>
                  <a:pt x="3697865" y="3491184"/>
                </a:lnTo>
                <a:lnTo>
                  <a:pt x="3697427" y="3490954"/>
                </a:lnTo>
                <a:lnTo>
                  <a:pt x="3696981" y="3490733"/>
                </a:lnTo>
                <a:lnTo>
                  <a:pt x="3696525" y="3490522"/>
                </a:lnTo>
                <a:lnTo>
                  <a:pt x="3696061" y="3490320"/>
                </a:lnTo>
                <a:lnTo>
                  <a:pt x="3695589" y="3490127"/>
                </a:lnTo>
                <a:lnTo>
                  <a:pt x="3695107" y="3489944"/>
                </a:lnTo>
                <a:lnTo>
                  <a:pt x="3694616" y="3489770"/>
                </a:lnTo>
                <a:lnTo>
                  <a:pt x="3694117" y="3489606"/>
                </a:lnTo>
                <a:lnTo>
                  <a:pt x="3693609" y="3489451"/>
                </a:lnTo>
                <a:lnTo>
                  <a:pt x="3693092" y="3489305"/>
                </a:lnTo>
                <a:lnTo>
                  <a:pt x="3692583" y="3489155"/>
                </a:lnTo>
                <a:lnTo>
                  <a:pt x="3692068" y="3489013"/>
                </a:lnTo>
                <a:lnTo>
                  <a:pt x="3691549" y="3488880"/>
                </a:lnTo>
                <a:lnTo>
                  <a:pt x="3691026" y="3488756"/>
                </a:lnTo>
                <a:lnTo>
                  <a:pt x="3690497" y="3488641"/>
                </a:lnTo>
                <a:lnTo>
                  <a:pt x="3689964" y="3488534"/>
                </a:lnTo>
                <a:lnTo>
                  <a:pt x="3689427" y="3488436"/>
                </a:lnTo>
                <a:lnTo>
                  <a:pt x="3688884" y="3488347"/>
                </a:lnTo>
                <a:lnTo>
                  <a:pt x="3688337" y="3488267"/>
                </a:lnTo>
                <a:lnTo>
                  <a:pt x="3687785" y="3488196"/>
                </a:lnTo>
                <a:lnTo>
                  <a:pt x="3687229" y="3488133"/>
                </a:lnTo>
                <a:lnTo>
                  <a:pt x="3686668" y="3488080"/>
                </a:lnTo>
                <a:lnTo>
                  <a:pt x="3686102" y="3488035"/>
                </a:lnTo>
                <a:lnTo>
                  <a:pt x="3685531" y="3487999"/>
                </a:lnTo>
                <a:lnTo>
                  <a:pt x="3684956" y="3487971"/>
                </a:lnTo>
                <a:lnTo>
                  <a:pt x="3684376" y="3487953"/>
                </a:lnTo>
                <a:lnTo>
                  <a:pt x="3683791" y="3487943"/>
                </a:lnTo>
                <a:lnTo>
                  <a:pt x="3683202" y="3487942"/>
                </a:lnTo>
                <a:lnTo>
                  <a:pt x="3682608" y="3487950"/>
                </a:lnTo>
                <a:lnTo>
                  <a:pt x="3682009" y="3487967"/>
                </a:lnTo>
                <a:lnTo>
                  <a:pt x="3681405" y="3487992"/>
                </a:lnTo>
                <a:lnTo>
                  <a:pt x="3680797" y="3488027"/>
                </a:lnTo>
                <a:lnTo>
                  <a:pt x="3680184" y="3488070"/>
                </a:lnTo>
                <a:lnTo>
                  <a:pt x="3679567" y="3488122"/>
                </a:lnTo>
                <a:lnTo>
                  <a:pt x="3679567" y="3496237"/>
                </a:lnTo>
                <a:lnTo>
                  <a:pt x="3679765" y="3496238"/>
                </a:lnTo>
                <a:lnTo>
                  <a:pt x="3679966" y="3496242"/>
                </a:lnTo>
                <a:lnTo>
                  <a:pt x="3680169" y="3496248"/>
                </a:lnTo>
                <a:lnTo>
                  <a:pt x="3680374" y="3496256"/>
                </a:lnTo>
                <a:lnTo>
                  <a:pt x="3680582" y="3496266"/>
                </a:lnTo>
                <a:lnTo>
                  <a:pt x="3680792" y="3496279"/>
                </a:lnTo>
                <a:close/>
                <a:moveTo>
                  <a:pt x="1489519" y="4121129"/>
                </a:moveTo>
                <a:lnTo>
                  <a:pt x="1489302" y="4121114"/>
                </a:lnTo>
                <a:lnTo>
                  <a:pt x="1489083" y="4121097"/>
                </a:lnTo>
                <a:lnTo>
                  <a:pt x="1488861" y="4121077"/>
                </a:lnTo>
                <a:lnTo>
                  <a:pt x="1488636" y="4121054"/>
                </a:lnTo>
                <a:lnTo>
                  <a:pt x="1488408" y="4121030"/>
                </a:lnTo>
                <a:lnTo>
                  <a:pt x="1488177" y="4121003"/>
                </a:lnTo>
                <a:lnTo>
                  <a:pt x="1487943" y="4120973"/>
                </a:lnTo>
                <a:lnTo>
                  <a:pt x="1487706" y="4120942"/>
                </a:lnTo>
                <a:lnTo>
                  <a:pt x="1487466" y="4120908"/>
                </a:lnTo>
                <a:lnTo>
                  <a:pt x="1487223" y="4120871"/>
                </a:lnTo>
                <a:lnTo>
                  <a:pt x="1486978" y="4120832"/>
                </a:lnTo>
                <a:lnTo>
                  <a:pt x="1486729" y="4120791"/>
                </a:lnTo>
                <a:lnTo>
                  <a:pt x="1486477" y="4120748"/>
                </a:lnTo>
                <a:lnTo>
                  <a:pt x="1486223" y="4120702"/>
                </a:lnTo>
                <a:lnTo>
                  <a:pt x="1485966" y="4120654"/>
                </a:lnTo>
                <a:lnTo>
                  <a:pt x="1485705" y="4120603"/>
                </a:lnTo>
                <a:lnTo>
                  <a:pt x="1485442" y="4120550"/>
                </a:lnTo>
                <a:lnTo>
                  <a:pt x="1485176" y="4120495"/>
                </a:lnTo>
                <a:lnTo>
                  <a:pt x="1484923" y="4120437"/>
                </a:lnTo>
                <a:lnTo>
                  <a:pt x="1484673" y="4120373"/>
                </a:lnTo>
                <a:lnTo>
                  <a:pt x="1484425" y="4120305"/>
                </a:lnTo>
                <a:lnTo>
                  <a:pt x="1484180" y="4120232"/>
                </a:lnTo>
                <a:lnTo>
                  <a:pt x="1483937" y="4120155"/>
                </a:lnTo>
                <a:lnTo>
                  <a:pt x="1483696" y="4120073"/>
                </a:lnTo>
                <a:lnTo>
                  <a:pt x="1483458" y="4119986"/>
                </a:lnTo>
                <a:lnTo>
                  <a:pt x="1483222" y="4119894"/>
                </a:lnTo>
                <a:lnTo>
                  <a:pt x="1482988" y="4119798"/>
                </a:lnTo>
                <a:lnTo>
                  <a:pt x="1482757" y="4119697"/>
                </a:lnTo>
                <a:lnTo>
                  <a:pt x="1482528" y="4119591"/>
                </a:lnTo>
                <a:lnTo>
                  <a:pt x="1482301" y="4119481"/>
                </a:lnTo>
                <a:lnTo>
                  <a:pt x="1482077" y="4119366"/>
                </a:lnTo>
                <a:lnTo>
                  <a:pt x="1481855" y="4119246"/>
                </a:lnTo>
                <a:lnTo>
                  <a:pt x="1481636" y="4119122"/>
                </a:lnTo>
                <a:lnTo>
                  <a:pt x="1481419" y="4118993"/>
                </a:lnTo>
                <a:lnTo>
                  <a:pt x="1481204" y="4118859"/>
                </a:lnTo>
                <a:lnTo>
                  <a:pt x="1480991" y="4118720"/>
                </a:lnTo>
                <a:lnTo>
                  <a:pt x="1480781" y="4118577"/>
                </a:lnTo>
                <a:lnTo>
                  <a:pt x="1480573" y="4118429"/>
                </a:lnTo>
                <a:lnTo>
                  <a:pt x="1480368" y="4118276"/>
                </a:lnTo>
                <a:lnTo>
                  <a:pt x="1480165" y="4118119"/>
                </a:lnTo>
                <a:lnTo>
                  <a:pt x="1479964" y="4117957"/>
                </a:lnTo>
                <a:lnTo>
                  <a:pt x="1479766" y="4117790"/>
                </a:lnTo>
                <a:lnTo>
                  <a:pt x="1479586" y="4117618"/>
                </a:lnTo>
                <a:lnTo>
                  <a:pt x="1479413" y="4117440"/>
                </a:lnTo>
                <a:lnTo>
                  <a:pt x="1479248" y="4117257"/>
                </a:lnTo>
                <a:lnTo>
                  <a:pt x="1479089" y="4117067"/>
                </a:lnTo>
                <a:lnTo>
                  <a:pt x="1478938" y="4116872"/>
                </a:lnTo>
                <a:lnTo>
                  <a:pt x="1478793" y="4116670"/>
                </a:lnTo>
                <a:lnTo>
                  <a:pt x="1478656" y="4116463"/>
                </a:lnTo>
                <a:lnTo>
                  <a:pt x="1478526" y="4116250"/>
                </a:lnTo>
                <a:lnTo>
                  <a:pt x="1478402" y="4116031"/>
                </a:lnTo>
                <a:lnTo>
                  <a:pt x="1478286" y="4115806"/>
                </a:lnTo>
                <a:lnTo>
                  <a:pt x="1478177" y="4115575"/>
                </a:lnTo>
                <a:lnTo>
                  <a:pt x="1478075" y="4115339"/>
                </a:lnTo>
                <a:lnTo>
                  <a:pt x="1477980" y="4115096"/>
                </a:lnTo>
                <a:lnTo>
                  <a:pt x="1477892" y="4114848"/>
                </a:lnTo>
                <a:lnTo>
                  <a:pt x="1477811" y="4114594"/>
                </a:lnTo>
                <a:lnTo>
                  <a:pt x="1477737" y="4114334"/>
                </a:lnTo>
                <a:lnTo>
                  <a:pt x="1477670" y="4114068"/>
                </a:lnTo>
                <a:lnTo>
                  <a:pt x="1477610" y="4113796"/>
                </a:lnTo>
                <a:lnTo>
                  <a:pt x="1477557" y="4113518"/>
                </a:lnTo>
                <a:lnTo>
                  <a:pt x="1477511" y="4113235"/>
                </a:lnTo>
                <a:lnTo>
                  <a:pt x="1477473" y="4112946"/>
                </a:lnTo>
                <a:lnTo>
                  <a:pt x="1477441" y="4112650"/>
                </a:lnTo>
                <a:lnTo>
                  <a:pt x="1477416" y="4112349"/>
                </a:lnTo>
                <a:lnTo>
                  <a:pt x="1477399" y="4112042"/>
                </a:lnTo>
                <a:lnTo>
                  <a:pt x="1476215" y="4076031"/>
                </a:lnTo>
                <a:lnTo>
                  <a:pt x="1476182" y="4075347"/>
                </a:lnTo>
                <a:lnTo>
                  <a:pt x="1476139" y="4074676"/>
                </a:lnTo>
                <a:lnTo>
                  <a:pt x="1476086" y="4074018"/>
                </a:lnTo>
                <a:lnTo>
                  <a:pt x="1476023" y="4073373"/>
                </a:lnTo>
                <a:lnTo>
                  <a:pt x="1475949" y="4072740"/>
                </a:lnTo>
                <a:lnTo>
                  <a:pt x="1475866" y="4072121"/>
                </a:lnTo>
                <a:lnTo>
                  <a:pt x="1475773" y="4071515"/>
                </a:lnTo>
                <a:lnTo>
                  <a:pt x="1475670" y="4070921"/>
                </a:lnTo>
                <a:lnTo>
                  <a:pt x="1475557" y="4070341"/>
                </a:lnTo>
                <a:lnTo>
                  <a:pt x="1475434" y="4069773"/>
                </a:lnTo>
                <a:lnTo>
                  <a:pt x="1475301" y="4069218"/>
                </a:lnTo>
                <a:lnTo>
                  <a:pt x="1475158" y="4068676"/>
                </a:lnTo>
                <a:lnTo>
                  <a:pt x="1475006" y="4068147"/>
                </a:lnTo>
                <a:lnTo>
                  <a:pt x="1474843" y="4067631"/>
                </a:lnTo>
                <a:lnTo>
                  <a:pt x="1474670" y="4067128"/>
                </a:lnTo>
                <a:lnTo>
                  <a:pt x="1474487" y="4066638"/>
                </a:lnTo>
                <a:lnTo>
                  <a:pt x="1474294" y="4066161"/>
                </a:lnTo>
                <a:lnTo>
                  <a:pt x="1474091" y="4065697"/>
                </a:lnTo>
                <a:lnTo>
                  <a:pt x="1473878" y="4065245"/>
                </a:lnTo>
                <a:lnTo>
                  <a:pt x="1473656" y="4064807"/>
                </a:lnTo>
                <a:lnTo>
                  <a:pt x="1473423" y="4064381"/>
                </a:lnTo>
                <a:lnTo>
                  <a:pt x="1473180" y="4063968"/>
                </a:lnTo>
                <a:lnTo>
                  <a:pt x="1472927" y="4063569"/>
                </a:lnTo>
                <a:lnTo>
                  <a:pt x="1472665" y="4063182"/>
                </a:lnTo>
                <a:lnTo>
                  <a:pt x="1472402" y="4062809"/>
                </a:lnTo>
                <a:lnTo>
                  <a:pt x="1472120" y="4062453"/>
                </a:lnTo>
                <a:lnTo>
                  <a:pt x="1471819" y="4062112"/>
                </a:lnTo>
                <a:lnTo>
                  <a:pt x="1471500" y="4061787"/>
                </a:lnTo>
                <a:lnTo>
                  <a:pt x="1471162" y="4061478"/>
                </a:lnTo>
                <a:lnTo>
                  <a:pt x="1470805" y="4061185"/>
                </a:lnTo>
                <a:lnTo>
                  <a:pt x="1470429" y="4060907"/>
                </a:lnTo>
                <a:lnTo>
                  <a:pt x="1470035" y="4060646"/>
                </a:lnTo>
                <a:lnTo>
                  <a:pt x="1469621" y="4060400"/>
                </a:lnTo>
                <a:lnTo>
                  <a:pt x="1469189" y="4060170"/>
                </a:lnTo>
                <a:lnTo>
                  <a:pt x="1468739" y="4059956"/>
                </a:lnTo>
                <a:lnTo>
                  <a:pt x="1468269" y="4059758"/>
                </a:lnTo>
                <a:lnTo>
                  <a:pt x="1467781" y="4059576"/>
                </a:lnTo>
                <a:lnTo>
                  <a:pt x="1467273" y="4059409"/>
                </a:lnTo>
                <a:lnTo>
                  <a:pt x="1466747" y="4059259"/>
                </a:lnTo>
                <a:lnTo>
                  <a:pt x="1466203" y="4059124"/>
                </a:lnTo>
                <a:lnTo>
                  <a:pt x="1465639" y="4059005"/>
                </a:lnTo>
                <a:lnTo>
                  <a:pt x="1465057" y="4058902"/>
                </a:lnTo>
                <a:lnTo>
                  <a:pt x="1464456" y="4058815"/>
                </a:lnTo>
                <a:lnTo>
                  <a:pt x="1463836" y="4058744"/>
                </a:lnTo>
                <a:lnTo>
                  <a:pt x="1463197" y="4058688"/>
                </a:lnTo>
                <a:lnTo>
                  <a:pt x="1462539" y="4058649"/>
                </a:lnTo>
                <a:lnTo>
                  <a:pt x="1461863" y="4058625"/>
                </a:lnTo>
                <a:lnTo>
                  <a:pt x="1461168" y="4058617"/>
                </a:lnTo>
                <a:lnTo>
                  <a:pt x="1461168" y="4057095"/>
                </a:lnTo>
                <a:lnTo>
                  <a:pt x="1461863" y="4057087"/>
                </a:lnTo>
                <a:lnTo>
                  <a:pt x="1462539" y="4057063"/>
                </a:lnTo>
                <a:lnTo>
                  <a:pt x="1463197" y="4057024"/>
                </a:lnTo>
                <a:lnTo>
                  <a:pt x="1463836" y="4056968"/>
                </a:lnTo>
                <a:lnTo>
                  <a:pt x="1464456" y="4056897"/>
                </a:lnTo>
                <a:lnTo>
                  <a:pt x="1465057" y="4056810"/>
                </a:lnTo>
                <a:lnTo>
                  <a:pt x="1465639" y="4056707"/>
                </a:lnTo>
                <a:lnTo>
                  <a:pt x="1466203" y="4056588"/>
                </a:lnTo>
                <a:lnTo>
                  <a:pt x="1466747" y="4056453"/>
                </a:lnTo>
                <a:lnTo>
                  <a:pt x="1467273" y="4056303"/>
                </a:lnTo>
                <a:lnTo>
                  <a:pt x="1467781" y="4056136"/>
                </a:lnTo>
                <a:lnTo>
                  <a:pt x="1468269" y="4055954"/>
                </a:lnTo>
                <a:lnTo>
                  <a:pt x="1468739" y="4055756"/>
                </a:lnTo>
                <a:lnTo>
                  <a:pt x="1469189" y="4055542"/>
                </a:lnTo>
                <a:lnTo>
                  <a:pt x="1469621" y="4055312"/>
                </a:lnTo>
                <a:lnTo>
                  <a:pt x="1470035" y="4055066"/>
                </a:lnTo>
                <a:lnTo>
                  <a:pt x="1470429" y="4054805"/>
                </a:lnTo>
                <a:lnTo>
                  <a:pt x="1470805" y="4054527"/>
                </a:lnTo>
                <a:lnTo>
                  <a:pt x="1471162" y="4054234"/>
                </a:lnTo>
                <a:lnTo>
                  <a:pt x="1471500" y="4053925"/>
                </a:lnTo>
                <a:lnTo>
                  <a:pt x="1471819" y="4053600"/>
                </a:lnTo>
                <a:lnTo>
                  <a:pt x="1472120" y="4053259"/>
                </a:lnTo>
                <a:lnTo>
                  <a:pt x="1472402" y="4052903"/>
                </a:lnTo>
                <a:lnTo>
                  <a:pt x="1472665" y="4052530"/>
                </a:lnTo>
                <a:lnTo>
                  <a:pt x="1472927" y="4052143"/>
                </a:lnTo>
                <a:lnTo>
                  <a:pt x="1473180" y="4051744"/>
                </a:lnTo>
                <a:lnTo>
                  <a:pt x="1473423" y="4051331"/>
                </a:lnTo>
                <a:lnTo>
                  <a:pt x="1473656" y="4050905"/>
                </a:lnTo>
                <a:lnTo>
                  <a:pt x="1473878" y="4050467"/>
                </a:lnTo>
                <a:lnTo>
                  <a:pt x="1474091" y="4050015"/>
                </a:lnTo>
                <a:lnTo>
                  <a:pt x="1474294" y="4049551"/>
                </a:lnTo>
                <a:lnTo>
                  <a:pt x="1474487" y="4049074"/>
                </a:lnTo>
                <a:lnTo>
                  <a:pt x="1474670" y="4048584"/>
                </a:lnTo>
                <a:lnTo>
                  <a:pt x="1474843" y="4048080"/>
                </a:lnTo>
                <a:lnTo>
                  <a:pt x="1475006" y="4047564"/>
                </a:lnTo>
                <a:lnTo>
                  <a:pt x="1475158" y="4047036"/>
                </a:lnTo>
                <a:lnTo>
                  <a:pt x="1475301" y="4046494"/>
                </a:lnTo>
                <a:lnTo>
                  <a:pt x="1475434" y="4045939"/>
                </a:lnTo>
                <a:lnTo>
                  <a:pt x="1475557" y="4045371"/>
                </a:lnTo>
                <a:lnTo>
                  <a:pt x="1475670" y="4044791"/>
                </a:lnTo>
                <a:lnTo>
                  <a:pt x="1475773" y="4044197"/>
                </a:lnTo>
                <a:lnTo>
                  <a:pt x="1475866" y="4043591"/>
                </a:lnTo>
                <a:lnTo>
                  <a:pt x="1475949" y="4042972"/>
                </a:lnTo>
                <a:lnTo>
                  <a:pt x="1476023" y="4042339"/>
                </a:lnTo>
                <a:lnTo>
                  <a:pt x="1476086" y="4041694"/>
                </a:lnTo>
                <a:lnTo>
                  <a:pt x="1476139" y="4041036"/>
                </a:lnTo>
                <a:lnTo>
                  <a:pt x="1476182" y="4040365"/>
                </a:lnTo>
                <a:lnTo>
                  <a:pt x="1476215" y="4039681"/>
                </a:lnTo>
                <a:lnTo>
                  <a:pt x="1477399" y="4003501"/>
                </a:lnTo>
                <a:lnTo>
                  <a:pt x="1477416" y="4003194"/>
                </a:lnTo>
                <a:lnTo>
                  <a:pt x="1477441" y="4002894"/>
                </a:lnTo>
                <a:lnTo>
                  <a:pt x="1477473" y="4002600"/>
                </a:lnTo>
                <a:lnTo>
                  <a:pt x="1477511" y="4002313"/>
                </a:lnTo>
                <a:lnTo>
                  <a:pt x="1477557" y="4002032"/>
                </a:lnTo>
                <a:lnTo>
                  <a:pt x="1477610" y="4001758"/>
                </a:lnTo>
                <a:lnTo>
                  <a:pt x="1477670" y="4001490"/>
                </a:lnTo>
                <a:lnTo>
                  <a:pt x="1477737" y="4001228"/>
                </a:lnTo>
                <a:lnTo>
                  <a:pt x="1477811" y="4000973"/>
                </a:lnTo>
                <a:lnTo>
                  <a:pt x="1477892" y="4000724"/>
                </a:lnTo>
                <a:lnTo>
                  <a:pt x="1477980" y="4000482"/>
                </a:lnTo>
                <a:lnTo>
                  <a:pt x="1478075" y="4000246"/>
                </a:lnTo>
                <a:lnTo>
                  <a:pt x="1478177" y="4000017"/>
                </a:lnTo>
                <a:lnTo>
                  <a:pt x="1478286" y="3999794"/>
                </a:lnTo>
                <a:lnTo>
                  <a:pt x="1478402" y="3999578"/>
                </a:lnTo>
                <a:lnTo>
                  <a:pt x="1478526" y="3999368"/>
                </a:lnTo>
                <a:lnTo>
                  <a:pt x="1478656" y="3999165"/>
                </a:lnTo>
                <a:lnTo>
                  <a:pt x="1478793" y="3998968"/>
                </a:lnTo>
                <a:lnTo>
                  <a:pt x="1478938" y="3998777"/>
                </a:lnTo>
                <a:lnTo>
                  <a:pt x="1479089" y="3998593"/>
                </a:lnTo>
                <a:lnTo>
                  <a:pt x="1479248" y="3998416"/>
                </a:lnTo>
                <a:lnTo>
                  <a:pt x="1479413" y="3998245"/>
                </a:lnTo>
                <a:lnTo>
                  <a:pt x="1479586" y="3998080"/>
                </a:lnTo>
                <a:lnTo>
                  <a:pt x="1479766" y="3997922"/>
                </a:lnTo>
                <a:lnTo>
                  <a:pt x="1479964" y="3997755"/>
                </a:lnTo>
                <a:lnTo>
                  <a:pt x="1480165" y="3997593"/>
                </a:lnTo>
                <a:lnTo>
                  <a:pt x="1480368" y="3997436"/>
                </a:lnTo>
                <a:lnTo>
                  <a:pt x="1480573" y="3997283"/>
                </a:lnTo>
                <a:lnTo>
                  <a:pt x="1480781" y="3997135"/>
                </a:lnTo>
                <a:lnTo>
                  <a:pt x="1480991" y="3996992"/>
                </a:lnTo>
                <a:lnTo>
                  <a:pt x="1481204" y="3996853"/>
                </a:lnTo>
                <a:lnTo>
                  <a:pt x="1481419" y="3996719"/>
                </a:lnTo>
                <a:lnTo>
                  <a:pt x="1481636" y="3996590"/>
                </a:lnTo>
                <a:lnTo>
                  <a:pt x="1481855" y="3996466"/>
                </a:lnTo>
                <a:lnTo>
                  <a:pt x="1482077" y="3996346"/>
                </a:lnTo>
                <a:lnTo>
                  <a:pt x="1482301" y="3996231"/>
                </a:lnTo>
                <a:lnTo>
                  <a:pt x="1482528" y="3996121"/>
                </a:lnTo>
                <a:lnTo>
                  <a:pt x="1482757" y="3996015"/>
                </a:lnTo>
                <a:lnTo>
                  <a:pt x="1482988" y="3995914"/>
                </a:lnTo>
                <a:lnTo>
                  <a:pt x="1483222" y="3995818"/>
                </a:lnTo>
                <a:lnTo>
                  <a:pt x="1483458" y="3995726"/>
                </a:lnTo>
                <a:lnTo>
                  <a:pt x="1483696" y="3995639"/>
                </a:lnTo>
                <a:lnTo>
                  <a:pt x="1483937" y="3995557"/>
                </a:lnTo>
                <a:lnTo>
                  <a:pt x="1484180" y="3995480"/>
                </a:lnTo>
                <a:lnTo>
                  <a:pt x="1484425" y="3995407"/>
                </a:lnTo>
                <a:lnTo>
                  <a:pt x="1484673" y="3995339"/>
                </a:lnTo>
                <a:lnTo>
                  <a:pt x="1484923" y="3995275"/>
                </a:lnTo>
                <a:lnTo>
                  <a:pt x="1485176" y="3995217"/>
                </a:lnTo>
                <a:lnTo>
                  <a:pt x="1485442" y="3995161"/>
                </a:lnTo>
                <a:lnTo>
                  <a:pt x="1485705" y="3995109"/>
                </a:lnTo>
                <a:lnTo>
                  <a:pt x="1485966" y="3995058"/>
                </a:lnTo>
                <a:lnTo>
                  <a:pt x="1486223" y="3995010"/>
                </a:lnTo>
                <a:lnTo>
                  <a:pt x="1486477" y="3994964"/>
                </a:lnTo>
                <a:lnTo>
                  <a:pt x="1486729" y="3994921"/>
                </a:lnTo>
                <a:lnTo>
                  <a:pt x="1486978" y="3994880"/>
                </a:lnTo>
                <a:lnTo>
                  <a:pt x="1487223" y="3994841"/>
                </a:lnTo>
                <a:lnTo>
                  <a:pt x="1487466" y="3994804"/>
                </a:lnTo>
                <a:lnTo>
                  <a:pt x="1487706" y="3994770"/>
                </a:lnTo>
                <a:lnTo>
                  <a:pt x="1487943" y="3994739"/>
                </a:lnTo>
                <a:lnTo>
                  <a:pt x="1488177" y="3994709"/>
                </a:lnTo>
                <a:lnTo>
                  <a:pt x="1488408" y="3994682"/>
                </a:lnTo>
                <a:lnTo>
                  <a:pt x="1488636" y="3994658"/>
                </a:lnTo>
                <a:lnTo>
                  <a:pt x="1488861" y="3994635"/>
                </a:lnTo>
                <a:lnTo>
                  <a:pt x="1489083" y="3994615"/>
                </a:lnTo>
                <a:lnTo>
                  <a:pt x="1489302" y="3994598"/>
                </a:lnTo>
                <a:lnTo>
                  <a:pt x="1489519" y="3994583"/>
                </a:lnTo>
                <a:lnTo>
                  <a:pt x="1489732" y="3994570"/>
                </a:lnTo>
                <a:lnTo>
                  <a:pt x="1489942" y="3994559"/>
                </a:lnTo>
                <a:lnTo>
                  <a:pt x="1490150" y="3994551"/>
                </a:lnTo>
                <a:lnTo>
                  <a:pt x="1490355" y="3994545"/>
                </a:lnTo>
                <a:lnTo>
                  <a:pt x="1490556" y="3994541"/>
                </a:lnTo>
                <a:lnTo>
                  <a:pt x="1490755" y="3994540"/>
                </a:lnTo>
                <a:lnTo>
                  <a:pt x="1490755" y="3986425"/>
                </a:lnTo>
                <a:lnTo>
                  <a:pt x="1490137" y="3986373"/>
                </a:lnTo>
                <a:lnTo>
                  <a:pt x="1489523" y="3986330"/>
                </a:lnTo>
                <a:lnTo>
                  <a:pt x="1488914" y="3986296"/>
                </a:lnTo>
                <a:lnTo>
                  <a:pt x="1488308" y="3986270"/>
                </a:lnTo>
                <a:lnTo>
                  <a:pt x="1487707" y="3986253"/>
                </a:lnTo>
                <a:lnTo>
                  <a:pt x="1487109" y="3986245"/>
                </a:lnTo>
                <a:lnTo>
                  <a:pt x="1486516" y="3986246"/>
                </a:lnTo>
                <a:lnTo>
                  <a:pt x="1485927" y="3986256"/>
                </a:lnTo>
                <a:lnTo>
                  <a:pt x="1485342" y="3986274"/>
                </a:lnTo>
                <a:lnTo>
                  <a:pt x="1484761" y="3986302"/>
                </a:lnTo>
                <a:lnTo>
                  <a:pt x="1484185" y="3986338"/>
                </a:lnTo>
                <a:lnTo>
                  <a:pt x="1483612" y="3986383"/>
                </a:lnTo>
                <a:lnTo>
                  <a:pt x="1483043" y="3986436"/>
                </a:lnTo>
                <a:lnTo>
                  <a:pt x="1482479" y="3986499"/>
                </a:lnTo>
                <a:lnTo>
                  <a:pt x="1481919" y="3986570"/>
                </a:lnTo>
                <a:lnTo>
                  <a:pt x="1481362" y="3986650"/>
                </a:lnTo>
                <a:lnTo>
                  <a:pt x="1480810" y="3986739"/>
                </a:lnTo>
                <a:lnTo>
                  <a:pt x="1480262" y="3986837"/>
                </a:lnTo>
                <a:lnTo>
                  <a:pt x="1479718" y="3986944"/>
                </a:lnTo>
                <a:lnTo>
                  <a:pt x="1479179" y="3987059"/>
                </a:lnTo>
                <a:lnTo>
                  <a:pt x="1478643" y="3987183"/>
                </a:lnTo>
                <a:lnTo>
                  <a:pt x="1478111" y="3987316"/>
                </a:lnTo>
                <a:lnTo>
                  <a:pt x="1477584" y="3987458"/>
                </a:lnTo>
                <a:lnTo>
                  <a:pt x="1477060" y="3987609"/>
                </a:lnTo>
                <a:lnTo>
                  <a:pt x="1476557" y="3987754"/>
                </a:lnTo>
                <a:lnTo>
                  <a:pt x="1476061" y="3987909"/>
                </a:lnTo>
                <a:lnTo>
                  <a:pt x="1475573" y="3988074"/>
                </a:lnTo>
                <a:lnTo>
                  <a:pt x="1475093" y="3988247"/>
                </a:lnTo>
                <a:lnTo>
                  <a:pt x="1474620" y="3988430"/>
                </a:lnTo>
                <a:lnTo>
                  <a:pt x="1474155" y="3988623"/>
                </a:lnTo>
                <a:lnTo>
                  <a:pt x="1473697" y="3988825"/>
                </a:lnTo>
                <a:lnTo>
                  <a:pt x="1473247" y="3989036"/>
                </a:lnTo>
                <a:lnTo>
                  <a:pt x="1472805" y="3989257"/>
                </a:lnTo>
                <a:lnTo>
                  <a:pt x="1472370" y="3989487"/>
                </a:lnTo>
                <a:lnTo>
                  <a:pt x="1471943" y="3989727"/>
                </a:lnTo>
                <a:lnTo>
                  <a:pt x="1471523" y="3989976"/>
                </a:lnTo>
                <a:lnTo>
                  <a:pt x="1471112" y="3990234"/>
                </a:lnTo>
                <a:lnTo>
                  <a:pt x="1470707" y="3990502"/>
                </a:lnTo>
                <a:lnTo>
                  <a:pt x="1470311" y="3990779"/>
                </a:lnTo>
                <a:lnTo>
                  <a:pt x="1469922" y="3991065"/>
                </a:lnTo>
                <a:lnTo>
                  <a:pt x="1469541" y="3991361"/>
                </a:lnTo>
                <a:lnTo>
                  <a:pt x="1469167" y="3991666"/>
                </a:lnTo>
                <a:lnTo>
                  <a:pt x="1468801" y="3991981"/>
                </a:lnTo>
                <a:lnTo>
                  <a:pt x="1468443" y="3992305"/>
                </a:lnTo>
                <a:lnTo>
                  <a:pt x="1468092" y="3992638"/>
                </a:lnTo>
                <a:lnTo>
                  <a:pt x="1467749" y="3992981"/>
                </a:lnTo>
                <a:lnTo>
                  <a:pt x="1467413" y="3993333"/>
                </a:lnTo>
                <a:lnTo>
                  <a:pt x="1467085" y="3993695"/>
                </a:lnTo>
                <a:lnTo>
                  <a:pt x="1466782" y="3994053"/>
                </a:lnTo>
                <a:lnTo>
                  <a:pt x="1466491" y="3994422"/>
                </a:lnTo>
                <a:lnTo>
                  <a:pt x="1466214" y="3994802"/>
                </a:lnTo>
                <a:lnTo>
                  <a:pt x="1465949" y="3995193"/>
                </a:lnTo>
                <a:lnTo>
                  <a:pt x="1465697" y="3995595"/>
                </a:lnTo>
                <a:lnTo>
                  <a:pt x="1465458" y="3996009"/>
                </a:lnTo>
                <a:lnTo>
                  <a:pt x="1465232" y="3996434"/>
                </a:lnTo>
                <a:lnTo>
                  <a:pt x="1465019" y="3996870"/>
                </a:lnTo>
                <a:lnTo>
                  <a:pt x="1464819" y="3997317"/>
                </a:lnTo>
                <a:lnTo>
                  <a:pt x="1464632" y="3997775"/>
                </a:lnTo>
                <a:lnTo>
                  <a:pt x="1464457" y="3998244"/>
                </a:lnTo>
                <a:lnTo>
                  <a:pt x="1464296" y="3998725"/>
                </a:lnTo>
                <a:lnTo>
                  <a:pt x="1464147" y="3999216"/>
                </a:lnTo>
                <a:lnTo>
                  <a:pt x="1464012" y="3999719"/>
                </a:lnTo>
                <a:lnTo>
                  <a:pt x="1463889" y="4000233"/>
                </a:lnTo>
                <a:lnTo>
                  <a:pt x="1463779" y="4000758"/>
                </a:lnTo>
                <a:lnTo>
                  <a:pt x="1463682" y="4001294"/>
                </a:lnTo>
                <a:lnTo>
                  <a:pt x="1463598" y="4001842"/>
                </a:lnTo>
                <a:lnTo>
                  <a:pt x="1463527" y="4002400"/>
                </a:lnTo>
                <a:lnTo>
                  <a:pt x="1463469" y="4002970"/>
                </a:lnTo>
                <a:lnTo>
                  <a:pt x="1463424" y="4003551"/>
                </a:lnTo>
                <a:lnTo>
                  <a:pt x="1463392" y="4004143"/>
                </a:lnTo>
                <a:lnTo>
                  <a:pt x="1463372" y="4004746"/>
                </a:lnTo>
                <a:lnTo>
                  <a:pt x="1463366" y="4005361"/>
                </a:lnTo>
                <a:lnTo>
                  <a:pt x="1463366" y="4041541"/>
                </a:lnTo>
                <a:lnTo>
                  <a:pt x="1463358" y="4041973"/>
                </a:lnTo>
                <a:lnTo>
                  <a:pt x="1463335" y="4042395"/>
                </a:lnTo>
                <a:lnTo>
                  <a:pt x="1463297" y="4042806"/>
                </a:lnTo>
                <a:lnTo>
                  <a:pt x="1463244" y="4043208"/>
                </a:lnTo>
                <a:lnTo>
                  <a:pt x="1463175" y="4043600"/>
                </a:lnTo>
                <a:lnTo>
                  <a:pt x="1463091" y="4043982"/>
                </a:lnTo>
                <a:lnTo>
                  <a:pt x="1462992" y="4044354"/>
                </a:lnTo>
                <a:lnTo>
                  <a:pt x="1462878" y="4044716"/>
                </a:lnTo>
                <a:lnTo>
                  <a:pt x="1462748" y="4045068"/>
                </a:lnTo>
                <a:lnTo>
                  <a:pt x="1462603" y="4045410"/>
                </a:lnTo>
                <a:lnTo>
                  <a:pt x="1462443" y="4045742"/>
                </a:lnTo>
                <a:lnTo>
                  <a:pt x="1462267" y="4046064"/>
                </a:lnTo>
                <a:lnTo>
                  <a:pt x="1462076" y="4046376"/>
                </a:lnTo>
                <a:lnTo>
                  <a:pt x="1461870" y="4046678"/>
                </a:lnTo>
                <a:lnTo>
                  <a:pt x="1461649" y="4046970"/>
                </a:lnTo>
                <a:lnTo>
                  <a:pt x="1461412" y="4047252"/>
                </a:lnTo>
                <a:lnTo>
                  <a:pt x="1461160" y="4047524"/>
                </a:lnTo>
                <a:lnTo>
                  <a:pt x="1460893" y="4047786"/>
                </a:lnTo>
                <a:lnTo>
                  <a:pt x="1460611" y="4048038"/>
                </a:lnTo>
                <a:lnTo>
                  <a:pt x="1460313" y="4048280"/>
                </a:lnTo>
                <a:lnTo>
                  <a:pt x="1460000" y="4048513"/>
                </a:lnTo>
                <a:lnTo>
                  <a:pt x="1459672" y="4048735"/>
                </a:lnTo>
                <a:lnTo>
                  <a:pt x="1459329" y="4048947"/>
                </a:lnTo>
                <a:lnTo>
                  <a:pt x="1458970" y="4049149"/>
                </a:lnTo>
                <a:lnTo>
                  <a:pt x="1458618" y="4049328"/>
                </a:lnTo>
                <a:lnTo>
                  <a:pt x="1458265" y="4049499"/>
                </a:lnTo>
                <a:lnTo>
                  <a:pt x="1457911" y="4049662"/>
                </a:lnTo>
                <a:lnTo>
                  <a:pt x="1457557" y="4049816"/>
                </a:lnTo>
                <a:lnTo>
                  <a:pt x="1457202" y="4049962"/>
                </a:lnTo>
                <a:lnTo>
                  <a:pt x="1456846" y="4050100"/>
                </a:lnTo>
                <a:lnTo>
                  <a:pt x="1456490" y="4050230"/>
                </a:lnTo>
                <a:lnTo>
                  <a:pt x="1456134" y="4050351"/>
                </a:lnTo>
                <a:lnTo>
                  <a:pt x="1455776" y="4050465"/>
                </a:lnTo>
                <a:lnTo>
                  <a:pt x="1455419" y="4050570"/>
                </a:lnTo>
                <a:lnTo>
                  <a:pt x="1455060" y="4050667"/>
                </a:lnTo>
                <a:lnTo>
                  <a:pt x="1454701" y="4050755"/>
                </a:lnTo>
                <a:lnTo>
                  <a:pt x="1454342" y="4050836"/>
                </a:lnTo>
                <a:lnTo>
                  <a:pt x="1453982" y="4050908"/>
                </a:lnTo>
                <a:lnTo>
                  <a:pt x="1453621" y="4050972"/>
                </a:lnTo>
                <a:lnTo>
                  <a:pt x="1453259" y="4051028"/>
                </a:lnTo>
                <a:lnTo>
                  <a:pt x="1452898" y="4051075"/>
                </a:lnTo>
                <a:lnTo>
                  <a:pt x="1452535" y="4051115"/>
                </a:lnTo>
                <a:lnTo>
                  <a:pt x="1452172" y="4051146"/>
                </a:lnTo>
                <a:lnTo>
                  <a:pt x="1451808" y="4051169"/>
                </a:lnTo>
                <a:lnTo>
                  <a:pt x="1451444" y="4051183"/>
                </a:lnTo>
                <a:lnTo>
                  <a:pt x="1451079" y="4051190"/>
                </a:lnTo>
                <a:lnTo>
                  <a:pt x="1450714" y="4051188"/>
                </a:lnTo>
                <a:lnTo>
                  <a:pt x="1450348" y="4051178"/>
                </a:lnTo>
                <a:lnTo>
                  <a:pt x="1450348" y="4064534"/>
                </a:lnTo>
                <a:lnTo>
                  <a:pt x="1450741" y="4064524"/>
                </a:lnTo>
                <a:lnTo>
                  <a:pt x="1451132" y="4064523"/>
                </a:lnTo>
                <a:lnTo>
                  <a:pt x="1451521" y="4064531"/>
                </a:lnTo>
                <a:lnTo>
                  <a:pt x="1451907" y="4064548"/>
                </a:lnTo>
                <a:lnTo>
                  <a:pt x="1452291" y="4064574"/>
                </a:lnTo>
                <a:lnTo>
                  <a:pt x="1452672" y="4064608"/>
                </a:lnTo>
                <a:lnTo>
                  <a:pt x="1453052" y="4064651"/>
                </a:lnTo>
                <a:lnTo>
                  <a:pt x="1453429" y="4064703"/>
                </a:lnTo>
                <a:lnTo>
                  <a:pt x="1453803" y="4064764"/>
                </a:lnTo>
                <a:lnTo>
                  <a:pt x="1454175" y="4064833"/>
                </a:lnTo>
                <a:lnTo>
                  <a:pt x="1454545" y="4064912"/>
                </a:lnTo>
                <a:lnTo>
                  <a:pt x="1454913" y="4064999"/>
                </a:lnTo>
                <a:lnTo>
                  <a:pt x="1455278" y="4065095"/>
                </a:lnTo>
                <a:lnTo>
                  <a:pt x="1455640" y="4065200"/>
                </a:lnTo>
                <a:lnTo>
                  <a:pt x="1456001" y="4065313"/>
                </a:lnTo>
                <a:lnTo>
                  <a:pt x="1456359" y="4065436"/>
                </a:lnTo>
                <a:lnTo>
                  <a:pt x="1456715" y="4065567"/>
                </a:lnTo>
                <a:lnTo>
                  <a:pt x="1457068" y="4065707"/>
                </a:lnTo>
                <a:lnTo>
                  <a:pt x="1457419" y="4065856"/>
                </a:lnTo>
                <a:lnTo>
                  <a:pt x="1457768" y="4066013"/>
                </a:lnTo>
                <a:lnTo>
                  <a:pt x="1458114" y="4066180"/>
                </a:lnTo>
                <a:lnTo>
                  <a:pt x="1458458" y="4066355"/>
                </a:lnTo>
                <a:lnTo>
                  <a:pt x="1458800" y="4066539"/>
                </a:lnTo>
                <a:lnTo>
                  <a:pt x="1459139" y="4066732"/>
                </a:lnTo>
                <a:lnTo>
                  <a:pt x="1459484" y="4066920"/>
                </a:lnTo>
                <a:lnTo>
                  <a:pt x="1459814" y="4067118"/>
                </a:lnTo>
                <a:lnTo>
                  <a:pt x="1460130" y="4067326"/>
                </a:lnTo>
                <a:lnTo>
                  <a:pt x="1460431" y="4067544"/>
                </a:lnTo>
                <a:lnTo>
                  <a:pt x="1460717" y="4067773"/>
                </a:lnTo>
                <a:lnTo>
                  <a:pt x="1460988" y="4068011"/>
                </a:lnTo>
                <a:lnTo>
                  <a:pt x="1461245" y="4068259"/>
                </a:lnTo>
                <a:lnTo>
                  <a:pt x="1461487" y="4068517"/>
                </a:lnTo>
                <a:lnTo>
                  <a:pt x="1461715" y="4068785"/>
                </a:lnTo>
                <a:lnTo>
                  <a:pt x="1461928" y="4069063"/>
                </a:lnTo>
                <a:lnTo>
                  <a:pt x="1462126" y="4069351"/>
                </a:lnTo>
                <a:lnTo>
                  <a:pt x="1462309" y="4069648"/>
                </a:lnTo>
                <a:lnTo>
                  <a:pt x="1462478" y="4069956"/>
                </a:lnTo>
                <a:lnTo>
                  <a:pt x="1462632" y="4070274"/>
                </a:lnTo>
                <a:lnTo>
                  <a:pt x="1462772" y="4070602"/>
                </a:lnTo>
                <a:lnTo>
                  <a:pt x="1462896" y="4070940"/>
                </a:lnTo>
                <a:lnTo>
                  <a:pt x="1463006" y="4071288"/>
                </a:lnTo>
                <a:lnTo>
                  <a:pt x="1463102" y="4071646"/>
                </a:lnTo>
                <a:lnTo>
                  <a:pt x="1463183" y="4072013"/>
                </a:lnTo>
                <a:lnTo>
                  <a:pt x="1463249" y="4072391"/>
                </a:lnTo>
                <a:lnTo>
                  <a:pt x="1463300" y="4072779"/>
                </a:lnTo>
                <a:lnTo>
                  <a:pt x="1463337" y="4073177"/>
                </a:lnTo>
                <a:lnTo>
                  <a:pt x="1463359" y="4073584"/>
                </a:lnTo>
                <a:lnTo>
                  <a:pt x="1463366" y="4074002"/>
                </a:lnTo>
                <a:lnTo>
                  <a:pt x="1463366" y="4110351"/>
                </a:lnTo>
                <a:lnTo>
                  <a:pt x="1463372" y="4110952"/>
                </a:lnTo>
                <a:lnTo>
                  <a:pt x="1463392" y="4111543"/>
                </a:lnTo>
                <a:lnTo>
                  <a:pt x="1463424" y="4112124"/>
                </a:lnTo>
                <a:lnTo>
                  <a:pt x="1463469" y="4112695"/>
                </a:lnTo>
                <a:lnTo>
                  <a:pt x="1463527" y="4113256"/>
                </a:lnTo>
                <a:lnTo>
                  <a:pt x="1463598" y="4113807"/>
                </a:lnTo>
                <a:lnTo>
                  <a:pt x="1463682" y="4114348"/>
                </a:lnTo>
                <a:lnTo>
                  <a:pt x="1463779" y="4114879"/>
                </a:lnTo>
                <a:lnTo>
                  <a:pt x="1463889" y="4115400"/>
                </a:lnTo>
                <a:lnTo>
                  <a:pt x="1464012" y="4115911"/>
                </a:lnTo>
                <a:lnTo>
                  <a:pt x="1464147" y="4116412"/>
                </a:lnTo>
                <a:lnTo>
                  <a:pt x="1464296" y="4116903"/>
                </a:lnTo>
                <a:lnTo>
                  <a:pt x="1464457" y="4117384"/>
                </a:lnTo>
                <a:lnTo>
                  <a:pt x="1464632" y="4117855"/>
                </a:lnTo>
                <a:lnTo>
                  <a:pt x="1464819" y="4118316"/>
                </a:lnTo>
                <a:lnTo>
                  <a:pt x="1465019" y="4118767"/>
                </a:lnTo>
                <a:lnTo>
                  <a:pt x="1465232" y="4119208"/>
                </a:lnTo>
                <a:lnTo>
                  <a:pt x="1465458" y="4119639"/>
                </a:lnTo>
                <a:lnTo>
                  <a:pt x="1465697" y="4120061"/>
                </a:lnTo>
                <a:lnTo>
                  <a:pt x="1465949" y="4120472"/>
                </a:lnTo>
                <a:lnTo>
                  <a:pt x="1466214" y="4120873"/>
                </a:lnTo>
                <a:lnTo>
                  <a:pt x="1466491" y="4121264"/>
                </a:lnTo>
                <a:lnTo>
                  <a:pt x="1466782" y="4121646"/>
                </a:lnTo>
                <a:lnTo>
                  <a:pt x="1467085" y="4122017"/>
                </a:lnTo>
                <a:lnTo>
                  <a:pt x="1467400" y="4122379"/>
                </a:lnTo>
                <a:lnTo>
                  <a:pt x="1467723" y="4122731"/>
                </a:lnTo>
                <a:lnTo>
                  <a:pt x="1468055" y="4123074"/>
                </a:lnTo>
                <a:lnTo>
                  <a:pt x="1468396" y="4123407"/>
                </a:lnTo>
                <a:lnTo>
                  <a:pt x="1468745" y="4123731"/>
                </a:lnTo>
                <a:lnTo>
                  <a:pt x="1469104" y="4124046"/>
                </a:lnTo>
                <a:lnTo>
                  <a:pt x="1469471" y="4124351"/>
                </a:lnTo>
                <a:lnTo>
                  <a:pt x="1469847" y="4124647"/>
                </a:lnTo>
                <a:lnTo>
                  <a:pt x="1470232" y="4124933"/>
                </a:lnTo>
                <a:lnTo>
                  <a:pt x="1470625" y="4125210"/>
                </a:lnTo>
                <a:lnTo>
                  <a:pt x="1471028" y="4125478"/>
                </a:lnTo>
                <a:lnTo>
                  <a:pt x="1471439" y="4125736"/>
                </a:lnTo>
                <a:lnTo>
                  <a:pt x="1471859" y="4125985"/>
                </a:lnTo>
                <a:lnTo>
                  <a:pt x="1472288" y="4126225"/>
                </a:lnTo>
                <a:lnTo>
                  <a:pt x="1472725" y="4126455"/>
                </a:lnTo>
                <a:lnTo>
                  <a:pt x="1473172" y="4126676"/>
                </a:lnTo>
                <a:lnTo>
                  <a:pt x="1473627" y="4126887"/>
                </a:lnTo>
                <a:lnTo>
                  <a:pt x="1474091" y="4127089"/>
                </a:lnTo>
                <a:lnTo>
                  <a:pt x="1474564" y="4127281"/>
                </a:lnTo>
                <a:lnTo>
                  <a:pt x="1475046" y="4127465"/>
                </a:lnTo>
                <a:lnTo>
                  <a:pt x="1475536" y="4127638"/>
                </a:lnTo>
                <a:lnTo>
                  <a:pt x="1476035" y="4127803"/>
                </a:lnTo>
                <a:lnTo>
                  <a:pt x="1476544" y="4127958"/>
                </a:lnTo>
                <a:lnTo>
                  <a:pt x="1477060" y="4128103"/>
                </a:lnTo>
                <a:lnTo>
                  <a:pt x="1477584" y="4128240"/>
                </a:lnTo>
                <a:lnTo>
                  <a:pt x="1478111" y="4128370"/>
                </a:lnTo>
                <a:lnTo>
                  <a:pt x="1478643" y="4128492"/>
                </a:lnTo>
                <a:lnTo>
                  <a:pt x="1479179" y="4128606"/>
                </a:lnTo>
                <a:lnTo>
                  <a:pt x="1479718" y="4128712"/>
                </a:lnTo>
                <a:lnTo>
                  <a:pt x="1480262" y="4128811"/>
                </a:lnTo>
                <a:lnTo>
                  <a:pt x="1480810" y="4128903"/>
                </a:lnTo>
                <a:lnTo>
                  <a:pt x="1481362" y="4128986"/>
                </a:lnTo>
                <a:lnTo>
                  <a:pt x="1481919" y="4129062"/>
                </a:lnTo>
                <a:lnTo>
                  <a:pt x="1482479" y="4129131"/>
                </a:lnTo>
                <a:lnTo>
                  <a:pt x="1483043" y="4129191"/>
                </a:lnTo>
                <a:lnTo>
                  <a:pt x="1483612" y="4129245"/>
                </a:lnTo>
                <a:lnTo>
                  <a:pt x="1484185" y="4129290"/>
                </a:lnTo>
                <a:lnTo>
                  <a:pt x="1484761" y="4129328"/>
                </a:lnTo>
                <a:lnTo>
                  <a:pt x="1485342" y="4129358"/>
                </a:lnTo>
                <a:lnTo>
                  <a:pt x="1485927" y="4129381"/>
                </a:lnTo>
                <a:lnTo>
                  <a:pt x="1486516" y="4129396"/>
                </a:lnTo>
                <a:lnTo>
                  <a:pt x="1487109" y="4129403"/>
                </a:lnTo>
                <a:lnTo>
                  <a:pt x="1487707" y="4129403"/>
                </a:lnTo>
                <a:lnTo>
                  <a:pt x="1488308" y="4129395"/>
                </a:lnTo>
                <a:lnTo>
                  <a:pt x="1488914" y="4129379"/>
                </a:lnTo>
                <a:lnTo>
                  <a:pt x="1489523" y="4129356"/>
                </a:lnTo>
                <a:lnTo>
                  <a:pt x="1490137" y="4129325"/>
                </a:lnTo>
                <a:lnTo>
                  <a:pt x="1490755" y="4129287"/>
                </a:lnTo>
                <a:lnTo>
                  <a:pt x="1490755" y="4121172"/>
                </a:lnTo>
                <a:lnTo>
                  <a:pt x="1490556" y="4121171"/>
                </a:lnTo>
                <a:lnTo>
                  <a:pt x="1490355" y="4121167"/>
                </a:lnTo>
                <a:lnTo>
                  <a:pt x="1490150" y="4121161"/>
                </a:lnTo>
                <a:lnTo>
                  <a:pt x="1489942" y="4121153"/>
                </a:lnTo>
                <a:lnTo>
                  <a:pt x="1489732" y="4121142"/>
                </a:lnTo>
                <a:lnTo>
                  <a:pt x="1489519" y="4121129"/>
                </a:lnTo>
                <a:close/>
                <a:moveTo>
                  <a:pt x="4694535" y="4243734"/>
                </a:moveTo>
                <a:lnTo>
                  <a:pt x="4694748" y="4243749"/>
                </a:lnTo>
                <a:lnTo>
                  <a:pt x="4694962" y="4243767"/>
                </a:lnTo>
                <a:lnTo>
                  <a:pt x="4695180" y="4243787"/>
                </a:lnTo>
                <a:lnTo>
                  <a:pt x="4695399" y="4243809"/>
                </a:lnTo>
                <a:lnTo>
                  <a:pt x="4695621" y="4243834"/>
                </a:lnTo>
                <a:lnTo>
                  <a:pt x="4695845" y="4243861"/>
                </a:lnTo>
                <a:lnTo>
                  <a:pt x="4696072" y="4243890"/>
                </a:lnTo>
                <a:lnTo>
                  <a:pt x="4696301" y="4243922"/>
                </a:lnTo>
                <a:lnTo>
                  <a:pt x="4696532" y="4243956"/>
                </a:lnTo>
                <a:lnTo>
                  <a:pt x="4696766" y="4243992"/>
                </a:lnTo>
                <a:lnTo>
                  <a:pt x="4697002" y="4244031"/>
                </a:lnTo>
                <a:lnTo>
                  <a:pt x="4697240" y="4244072"/>
                </a:lnTo>
                <a:lnTo>
                  <a:pt x="4697481" y="4244116"/>
                </a:lnTo>
                <a:lnTo>
                  <a:pt x="4697724" y="4244162"/>
                </a:lnTo>
                <a:lnTo>
                  <a:pt x="4697969" y="4244210"/>
                </a:lnTo>
                <a:lnTo>
                  <a:pt x="4698217" y="4244260"/>
                </a:lnTo>
                <a:lnTo>
                  <a:pt x="4698467" y="4244313"/>
                </a:lnTo>
                <a:lnTo>
                  <a:pt x="4698719" y="4244368"/>
                </a:lnTo>
                <a:lnTo>
                  <a:pt x="4698972" y="4244427"/>
                </a:lnTo>
                <a:lnTo>
                  <a:pt x="4699221" y="4244490"/>
                </a:lnTo>
                <a:lnTo>
                  <a:pt x="4699467" y="4244558"/>
                </a:lnTo>
                <a:lnTo>
                  <a:pt x="4699710" y="4244631"/>
                </a:lnTo>
                <a:lnTo>
                  <a:pt x="4699951" y="4244709"/>
                </a:lnTo>
                <a:lnTo>
                  <a:pt x="4700188" y="4244791"/>
                </a:lnTo>
                <a:lnTo>
                  <a:pt x="4700423" y="4244878"/>
                </a:lnTo>
                <a:lnTo>
                  <a:pt x="4700654" y="4244969"/>
                </a:lnTo>
                <a:lnTo>
                  <a:pt x="4700883" y="4245066"/>
                </a:lnTo>
                <a:lnTo>
                  <a:pt x="4701109" y="4245167"/>
                </a:lnTo>
                <a:lnTo>
                  <a:pt x="4701331" y="4245272"/>
                </a:lnTo>
                <a:lnTo>
                  <a:pt x="4701551" y="4245383"/>
                </a:lnTo>
                <a:lnTo>
                  <a:pt x="4701768" y="4245498"/>
                </a:lnTo>
                <a:lnTo>
                  <a:pt x="4701982" y="4245617"/>
                </a:lnTo>
                <a:lnTo>
                  <a:pt x="4702193" y="4245742"/>
                </a:lnTo>
                <a:lnTo>
                  <a:pt x="4702401" y="4245871"/>
                </a:lnTo>
                <a:lnTo>
                  <a:pt x="4702606" y="4246005"/>
                </a:lnTo>
                <a:lnTo>
                  <a:pt x="4702809" y="4246143"/>
                </a:lnTo>
                <a:lnTo>
                  <a:pt x="4703008" y="4246287"/>
                </a:lnTo>
                <a:lnTo>
                  <a:pt x="4703204" y="4246435"/>
                </a:lnTo>
                <a:lnTo>
                  <a:pt x="4703398" y="4246587"/>
                </a:lnTo>
                <a:lnTo>
                  <a:pt x="4703588" y="4246744"/>
                </a:lnTo>
                <a:lnTo>
                  <a:pt x="4703776" y="4246907"/>
                </a:lnTo>
                <a:lnTo>
                  <a:pt x="4703960" y="4247073"/>
                </a:lnTo>
                <a:lnTo>
                  <a:pt x="4704154" y="4247231"/>
                </a:lnTo>
                <a:lnTo>
                  <a:pt x="4704340" y="4247396"/>
                </a:lnTo>
                <a:lnTo>
                  <a:pt x="4704518" y="4247567"/>
                </a:lnTo>
                <a:lnTo>
                  <a:pt x="4704688" y="4247745"/>
                </a:lnTo>
                <a:lnTo>
                  <a:pt x="4704851" y="4247929"/>
                </a:lnTo>
                <a:lnTo>
                  <a:pt x="4705006" y="4248119"/>
                </a:lnTo>
                <a:lnTo>
                  <a:pt x="4705154" y="4248316"/>
                </a:lnTo>
                <a:lnTo>
                  <a:pt x="4705294" y="4248520"/>
                </a:lnTo>
                <a:lnTo>
                  <a:pt x="4705426" y="4248730"/>
                </a:lnTo>
                <a:lnTo>
                  <a:pt x="4705551" y="4248946"/>
                </a:lnTo>
                <a:lnTo>
                  <a:pt x="4705668" y="4249169"/>
                </a:lnTo>
                <a:lnTo>
                  <a:pt x="4705778" y="4249398"/>
                </a:lnTo>
                <a:lnTo>
                  <a:pt x="4705880" y="4249634"/>
                </a:lnTo>
                <a:lnTo>
                  <a:pt x="4705974" y="4249876"/>
                </a:lnTo>
                <a:lnTo>
                  <a:pt x="4706061" y="4250125"/>
                </a:lnTo>
                <a:lnTo>
                  <a:pt x="4706140" y="4250380"/>
                </a:lnTo>
                <a:lnTo>
                  <a:pt x="4706211" y="4250641"/>
                </a:lnTo>
                <a:lnTo>
                  <a:pt x="4706275" y="4250909"/>
                </a:lnTo>
                <a:lnTo>
                  <a:pt x="4706331" y="4251184"/>
                </a:lnTo>
                <a:lnTo>
                  <a:pt x="4706379" y="4251464"/>
                </a:lnTo>
                <a:lnTo>
                  <a:pt x="4706420" y="4251752"/>
                </a:lnTo>
                <a:lnTo>
                  <a:pt x="4706453" y="4252046"/>
                </a:lnTo>
                <a:lnTo>
                  <a:pt x="4706479" y="4252346"/>
                </a:lnTo>
                <a:lnTo>
                  <a:pt x="4706496" y="4252653"/>
                </a:lnTo>
                <a:lnTo>
                  <a:pt x="4707849" y="4288833"/>
                </a:lnTo>
                <a:lnTo>
                  <a:pt x="4707882" y="4289517"/>
                </a:lnTo>
                <a:lnTo>
                  <a:pt x="4707924" y="4290188"/>
                </a:lnTo>
                <a:lnTo>
                  <a:pt x="4707976" y="4290846"/>
                </a:lnTo>
                <a:lnTo>
                  <a:pt x="4708037" y="4291491"/>
                </a:lnTo>
                <a:lnTo>
                  <a:pt x="4708107" y="4292123"/>
                </a:lnTo>
                <a:lnTo>
                  <a:pt x="4708187" y="4292742"/>
                </a:lnTo>
                <a:lnTo>
                  <a:pt x="4708276" y="4293349"/>
                </a:lnTo>
                <a:lnTo>
                  <a:pt x="4708375" y="4293942"/>
                </a:lnTo>
                <a:lnTo>
                  <a:pt x="4708483" y="4294523"/>
                </a:lnTo>
                <a:lnTo>
                  <a:pt x="4708600" y="4295091"/>
                </a:lnTo>
                <a:lnTo>
                  <a:pt x="4708727" y="4295645"/>
                </a:lnTo>
                <a:lnTo>
                  <a:pt x="4708863" y="4296187"/>
                </a:lnTo>
                <a:lnTo>
                  <a:pt x="4709009" y="4296716"/>
                </a:lnTo>
                <a:lnTo>
                  <a:pt x="4709164" y="4297232"/>
                </a:lnTo>
                <a:lnTo>
                  <a:pt x="4709328" y="4297735"/>
                </a:lnTo>
                <a:lnTo>
                  <a:pt x="4709502" y="4298225"/>
                </a:lnTo>
                <a:lnTo>
                  <a:pt x="4709685" y="4298703"/>
                </a:lnTo>
                <a:lnTo>
                  <a:pt x="4709878" y="4299167"/>
                </a:lnTo>
                <a:lnTo>
                  <a:pt x="4710080" y="4299618"/>
                </a:lnTo>
                <a:lnTo>
                  <a:pt x="4710291" y="4300057"/>
                </a:lnTo>
                <a:lnTo>
                  <a:pt x="4710512" y="4300483"/>
                </a:lnTo>
                <a:lnTo>
                  <a:pt x="4710742" y="4300895"/>
                </a:lnTo>
                <a:lnTo>
                  <a:pt x="4710981" y="4301295"/>
                </a:lnTo>
                <a:lnTo>
                  <a:pt x="4711230" y="4301682"/>
                </a:lnTo>
                <a:lnTo>
                  <a:pt x="4711507" y="4302054"/>
                </a:lnTo>
                <a:lnTo>
                  <a:pt x="4711802" y="4302411"/>
                </a:lnTo>
                <a:lnTo>
                  <a:pt x="4712115" y="4302752"/>
                </a:lnTo>
                <a:lnTo>
                  <a:pt x="4712447" y="4303077"/>
                </a:lnTo>
                <a:lnTo>
                  <a:pt x="4712796" y="4303386"/>
                </a:lnTo>
                <a:lnTo>
                  <a:pt x="4713164" y="4303679"/>
                </a:lnTo>
                <a:lnTo>
                  <a:pt x="4713550" y="4303956"/>
                </a:lnTo>
                <a:lnTo>
                  <a:pt x="4713954" y="4304218"/>
                </a:lnTo>
                <a:lnTo>
                  <a:pt x="4714377" y="4304464"/>
                </a:lnTo>
                <a:lnTo>
                  <a:pt x="4714817" y="4304693"/>
                </a:lnTo>
                <a:lnTo>
                  <a:pt x="4715276" y="4304907"/>
                </a:lnTo>
                <a:lnTo>
                  <a:pt x="4715753" y="4305106"/>
                </a:lnTo>
                <a:lnTo>
                  <a:pt x="4716248" y="4305288"/>
                </a:lnTo>
                <a:lnTo>
                  <a:pt x="4716761" y="4305454"/>
                </a:lnTo>
                <a:lnTo>
                  <a:pt x="4717293" y="4305605"/>
                </a:lnTo>
                <a:lnTo>
                  <a:pt x="4717843" y="4305739"/>
                </a:lnTo>
                <a:lnTo>
                  <a:pt x="4718411" y="4305858"/>
                </a:lnTo>
                <a:lnTo>
                  <a:pt x="4718997" y="4305961"/>
                </a:lnTo>
                <a:lnTo>
                  <a:pt x="4719601" y="4306049"/>
                </a:lnTo>
                <a:lnTo>
                  <a:pt x="4720224" y="4306120"/>
                </a:lnTo>
                <a:lnTo>
                  <a:pt x="4720864" y="4306175"/>
                </a:lnTo>
                <a:lnTo>
                  <a:pt x="4721523" y="4306215"/>
                </a:lnTo>
                <a:lnTo>
                  <a:pt x="4722201" y="4306239"/>
                </a:lnTo>
                <a:lnTo>
                  <a:pt x="4722896" y="4306247"/>
                </a:lnTo>
                <a:lnTo>
                  <a:pt x="4722896" y="4307768"/>
                </a:lnTo>
                <a:lnTo>
                  <a:pt x="4722201" y="4307776"/>
                </a:lnTo>
                <a:lnTo>
                  <a:pt x="4721523" y="4307800"/>
                </a:lnTo>
                <a:lnTo>
                  <a:pt x="4720864" y="4307840"/>
                </a:lnTo>
                <a:lnTo>
                  <a:pt x="4720224" y="4307895"/>
                </a:lnTo>
                <a:lnTo>
                  <a:pt x="4719601" y="4307967"/>
                </a:lnTo>
                <a:lnTo>
                  <a:pt x="4718997" y="4308054"/>
                </a:lnTo>
                <a:lnTo>
                  <a:pt x="4718411" y="4308157"/>
                </a:lnTo>
                <a:lnTo>
                  <a:pt x="4717843" y="4308276"/>
                </a:lnTo>
                <a:lnTo>
                  <a:pt x="4717293" y="4308410"/>
                </a:lnTo>
                <a:lnTo>
                  <a:pt x="4716761" y="4308561"/>
                </a:lnTo>
                <a:lnTo>
                  <a:pt x="4716248" y="4308727"/>
                </a:lnTo>
                <a:lnTo>
                  <a:pt x="4715753" y="4308910"/>
                </a:lnTo>
                <a:lnTo>
                  <a:pt x="4715276" y="4309108"/>
                </a:lnTo>
                <a:lnTo>
                  <a:pt x="4714817" y="4309322"/>
                </a:lnTo>
                <a:lnTo>
                  <a:pt x="4714377" y="4309552"/>
                </a:lnTo>
                <a:lnTo>
                  <a:pt x="4713954" y="4309797"/>
                </a:lnTo>
                <a:lnTo>
                  <a:pt x="4713550" y="4310059"/>
                </a:lnTo>
                <a:lnTo>
                  <a:pt x="4713164" y="4310336"/>
                </a:lnTo>
                <a:lnTo>
                  <a:pt x="4712796" y="4310629"/>
                </a:lnTo>
                <a:lnTo>
                  <a:pt x="4712447" y="4310938"/>
                </a:lnTo>
                <a:lnTo>
                  <a:pt x="4712115" y="4311263"/>
                </a:lnTo>
                <a:lnTo>
                  <a:pt x="4711802" y="4311604"/>
                </a:lnTo>
                <a:lnTo>
                  <a:pt x="4711507" y="4311961"/>
                </a:lnTo>
                <a:lnTo>
                  <a:pt x="4711230" y="4312333"/>
                </a:lnTo>
                <a:lnTo>
                  <a:pt x="4710981" y="4312720"/>
                </a:lnTo>
                <a:lnTo>
                  <a:pt x="4710742" y="4313120"/>
                </a:lnTo>
                <a:lnTo>
                  <a:pt x="4710512" y="4313533"/>
                </a:lnTo>
                <a:lnTo>
                  <a:pt x="4710291" y="4313958"/>
                </a:lnTo>
                <a:lnTo>
                  <a:pt x="4710080" y="4314397"/>
                </a:lnTo>
                <a:lnTo>
                  <a:pt x="4709878" y="4314848"/>
                </a:lnTo>
                <a:lnTo>
                  <a:pt x="4709685" y="4315313"/>
                </a:lnTo>
                <a:lnTo>
                  <a:pt x="4709502" y="4315790"/>
                </a:lnTo>
                <a:lnTo>
                  <a:pt x="4709328" y="4316280"/>
                </a:lnTo>
                <a:lnTo>
                  <a:pt x="4709164" y="4316783"/>
                </a:lnTo>
                <a:lnTo>
                  <a:pt x="4709009" y="4317299"/>
                </a:lnTo>
                <a:lnTo>
                  <a:pt x="4708863" y="4317828"/>
                </a:lnTo>
                <a:lnTo>
                  <a:pt x="4708727" y="4318370"/>
                </a:lnTo>
                <a:lnTo>
                  <a:pt x="4708600" y="4318925"/>
                </a:lnTo>
                <a:lnTo>
                  <a:pt x="4708483" y="4319492"/>
                </a:lnTo>
                <a:lnTo>
                  <a:pt x="4708375" y="4320073"/>
                </a:lnTo>
                <a:lnTo>
                  <a:pt x="4708276" y="4320666"/>
                </a:lnTo>
                <a:lnTo>
                  <a:pt x="4708187" y="4321273"/>
                </a:lnTo>
                <a:lnTo>
                  <a:pt x="4708107" y="4321892"/>
                </a:lnTo>
                <a:lnTo>
                  <a:pt x="4708037" y="4322524"/>
                </a:lnTo>
                <a:lnTo>
                  <a:pt x="4707976" y="4323169"/>
                </a:lnTo>
                <a:lnTo>
                  <a:pt x="4707924" y="4323828"/>
                </a:lnTo>
                <a:lnTo>
                  <a:pt x="4707882" y="4324498"/>
                </a:lnTo>
                <a:lnTo>
                  <a:pt x="4707849" y="4325182"/>
                </a:lnTo>
                <a:lnTo>
                  <a:pt x="4706496" y="4361363"/>
                </a:lnTo>
                <a:lnTo>
                  <a:pt x="4706479" y="4361669"/>
                </a:lnTo>
                <a:lnTo>
                  <a:pt x="4706453" y="4361970"/>
                </a:lnTo>
                <a:lnTo>
                  <a:pt x="4706420" y="4362263"/>
                </a:lnTo>
                <a:lnTo>
                  <a:pt x="4706379" y="4362551"/>
                </a:lnTo>
                <a:lnTo>
                  <a:pt x="4706331" y="4362832"/>
                </a:lnTo>
                <a:lnTo>
                  <a:pt x="4706275" y="4363106"/>
                </a:lnTo>
                <a:lnTo>
                  <a:pt x="4706211" y="4363374"/>
                </a:lnTo>
                <a:lnTo>
                  <a:pt x="4706140" y="4363636"/>
                </a:lnTo>
                <a:lnTo>
                  <a:pt x="4706061" y="4363891"/>
                </a:lnTo>
                <a:lnTo>
                  <a:pt x="4705974" y="4364139"/>
                </a:lnTo>
                <a:lnTo>
                  <a:pt x="4705880" y="4364381"/>
                </a:lnTo>
                <a:lnTo>
                  <a:pt x="4705778" y="4364617"/>
                </a:lnTo>
                <a:lnTo>
                  <a:pt x="4705668" y="4364846"/>
                </a:lnTo>
                <a:lnTo>
                  <a:pt x="4705551" y="4365069"/>
                </a:lnTo>
                <a:lnTo>
                  <a:pt x="4705426" y="4365285"/>
                </a:lnTo>
                <a:lnTo>
                  <a:pt x="4705294" y="4365495"/>
                </a:lnTo>
                <a:lnTo>
                  <a:pt x="4705154" y="4365699"/>
                </a:lnTo>
                <a:lnTo>
                  <a:pt x="4705006" y="4365896"/>
                </a:lnTo>
                <a:lnTo>
                  <a:pt x="4704851" y="4366086"/>
                </a:lnTo>
                <a:lnTo>
                  <a:pt x="4704688" y="4366270"/>
                </a:lnTo>
                <a:lnTo>
                  <a:pt x="4704518" y="4366448"/>
                </a:lnTo>
                <a:lnTo>
                  <a:pt x="4704340" y="4366619"/>
                </a:lnTo>
                <a:lnTo>
                  <a:pt x="4704154" y="4366784"/>
                </a:lnTo>
                <a:lnTo>
                  <a:pt x="4703960" y="4366942"/>
                </a:lnTo>
                <a:lnTo>
                  <a:pt x="4703776" y="4367109"/>
                </a:lnTo>
                <a:lnTo>
                  <a:pt x="4703588" y="4367271"/>
                </a:lnTo>
                <a:lnTo>
                  <a:pt x="4703398" y="4367428"/>
                </a:lnTo>
                <a:lnTo>
                  <a:pt x="4703204" y="4367581"/>
                </a:lnTo>
                <a:lnTo>
                  <a:pt x="4703008" y="4367729"/>
                </a:lnTo>
                <a:lnTo>
                  <a:pt x="4702809" y="4367872"/>
                </a:lnTo>
                <a:lnTo>
                  <a:pt x="4702606" y="4368010"/>
                </a:lnTo>
                <a:lnTo>
                  <a:pt x="4702401" y="4368144"/>
                </a:lnTo>
                <a:lnTo>
                  <a:pt x="4702193" y="4368273"/>
                </a:lnTo>
                <a:lnTo>
                  <a:pt x="4701982" y="4368398"/>
                </a:lnTo>
                <a:lnTo>
                  <a:pt x="4701768" y="4368518"/>
                </a:lnTo>
                <a:lnTo>
                  <a:pt x="4701551" y="4368633"/>
                </a:lnTo>
                <a:lnTo>
                  <a:pt x="4701331" y="4368743"/>
                </a:lnTo>
                <a:lnTo>
                  <a:pt x="4701109" y="4368849"/>
                </a:lnTo>
                <a:lnTo>
                  <a:pt x="4700883" y="4368950"/>
                </a:lnTo>
                <a:lnTo>
                  <a:pt x="4700654" y="4369046"/>
                </a:lnTo>
                <a:lnTo>
                  <a:pt x="4700423" y="4369137"/>
                </a:lnTo>
                <a:lnTo>
                  <a:pt x="4700188" y="4369224"/>
                </a:lnTo>
                <a:lnTo>
                  <a:pt x="4699951" y="4369306"/>
                </a:lnTo>
                <a:lnTo>
                  <a:pt x="4699710" y="4369384"/>
                </a:lnTo>
                <a:lnTo>
                  <a:pt x="4699467" y="4369457"/>
                </a:lnTo>
                <a:lnTo>
                  <a:pt x="4699221" y="4369525"/>
                </a:lnTo>
                <a:lnTo>
                  <a:pt x="4698972" y="4369588"/>
                </a:lnTo>
                <a:lnTo>
                  <a:pt x="4698719" y="4369647"/>
                </a:lnTo>
                <a:lnTo>
                  <a:pt x="4698467" y="4369702"/>
                </a:lnTo>
                <a:lnTo>
                  <a:pt x="4698217" y="4369755"/>
                </a:lnTo>
                <a:lnTo>
                  <a:pt x="4697969" y="4369805"/>
                </a:lnTo>
                <a:lnTo>
                  <a:pt x="4697724" y="4369854"/>
                </a:lnTo>
                <a:lnTo>
                  <a:pt x="4697481" y="4369899"/>
                </a:lnTo>
                <a:lnTo>
                  <a:pt x="4697240" y="4369943"/>
                </a:lnTo>
                <a:lnTo>
                  <a:pt x="4697002" y="4369984"/>
                </a:lnTo>
                <a:lnTo>
                  <a:pt x="4696766" y="4370023"/>
                </a:lnTo>
                <a:lnTo>
                  <a:pt x="4696532" y="4370059"/>
                </a:lnTo>
                <a:lnTo>
                  <a:pt x="4696301" y="4370093"/>
                </a:lnTo>
                <a:lnTo>
                  <a:pt x="4696072" y="4370125"/>
                </a:lnTo>
                <a:lnTo>
                  <a:pt x="4695845" y="4370154"/>
                </a:lnTo>
                <a:lnTo>
                  <a:pt x="4695621" y="4370181"/>
                </a:lnTo>
                <a:lnTo>
                  <a:pt x="4695399" y="4370206"/>
                </a:lnTo>
                <a:lnTo>
                  <a:pt x="4695180" y="4370228"/>
                </a:lnTo>
                <a:lnTo>
                  <a:pt x="4694962" y="4370248"/>
                </a:lnTo>
                <a:lnTo>
                  <a:pt x="4694748" y="4370266"/>
                </a:lnTo>
                <a:lnTo>
                  <a:pt x="4694535" y="4370281"/>
                </a:lnTo>
                <a:lnTo>
                  <a:pt x="4694325" y="4370294"/>
                </a:lnTo>
                <a:lnTo>
                  <a:pt x="4694117" y="4370305"/>
                </a:lnTo>
                <a:lnTo>
                  <a:pt x="4693912" y="4370313"/>
                </a:lnTo>
                <a:lnTo>
                  <a:pt x="4693708" y="4370319"/>
                </a:lnTo>
                <a:lnTo>
                  <a:pt x="4693508" y="4370322"/>
                </a:lnTo>
                <a:lnTo>
                  <a:pt x="4693309" y="4370323"/>
                </a:lnTo>
                <a:lnTo>
                  <a:pt x="4693309" y="4378438"/>
                </a:lnTo>
                <a:lnTo>
                  <a:pt x="4693927" y="4378477"/>
                </a:lnTo>
                <a:lnTo>
                  <a:pt x="4694540" y="4378508"/>
                </a:lnTo>
                <a:lnTo>
                  <a:pt x="4695148" y="4378531"/>
                </a:lnTo>
                <a:lnTo>
                  <a:pt x="4695751" y="4378546"/>
                </a:lnTo>
                <a:lnTo>
                  <a:pt x="4696350" y="4378554"/>
                </a:lnTo>
                <a:lnTo>
                  <a:pt x="4696944" y="4378555"/>
                </a:lnTo>
                <a:lnTo>
                  <a:pt x="4697534" y="4378547"/>
                </a:lnTo>
                <a:lnTo>
                  <a:pt x="4698118" y="4378532"/>
                </a:lnTo>
                <a:lnTo>
                  <a:pt x="4698698" y="4378510"/>
                </a:lnTo>
                <a:lnTo>
                  <a:pt x="4699274" y="4378480"/>
                </a:lnTo>
                <a:lnTo>
                  <a:pt x="4699844" y="4378442"/>
                </a:lnTo>
                <a:lnTo>
                  <a:pt x="4700410" y="4378396"/>
                </a:lnTo>
                <a:lnTo>
                  <a:pt x="4700971" y="4378343"/>
                </a:lnTo>
                <a:lnTo>
                  <a:pt x="4701528" y="4378282"/>
                </a:lnTo>
                <a:lnTo>
                  <a:pt x="4702080" y="4378214"/>
                </a:lnTo>
                <a:lnTo>
                  <a:pt x="4702627" y="4378138"/>
                </a:lnTo>
                <a:lnTo>
                  <a:pt x="4703169" y="4378054"/>
                </a:lnTo>
                <a:lnTo>
                  <a:pt x="4703707" y="4377963"/>
                </a:lnTo>
                <a:lnTo>
                  <a:pt x="4704240" y="4377864"/>
                </a:lnTo>
                <a:lnTo>
                  <a:pt x="4704768" y="4377758"/>
                </a:lnTo>
                <a:lnTo>
                  <a:pt x="4705292" y="4377643"/>
                </a:lnTo>
                <a:lnTo>
                  <a:pt x="4705811" y="4377522"/>
                </a:lnTo>
                <a:lnTo>
                  <a:pt x="4706325" y="4377392"/>
                </a:lnTo>
                <a:lnTo>
                  <a:pt x="4706835" y="4377255"/>
                </a:lnTo>
                <a:lnTo>
                  <a:pt x="4707352" y="4377109"/>
                </a:lnTo>
                <a:lnTo>
                  <a:pt x="4707860" y="4376954"/>
                </a:lnTo>
                <a:lnTo>
                  <a:pt x="4708359" y="4376790"/>
                </a:lnTo>
                <a:lnTo>
                  <a:pt x="4708849" y="4376616"/>
                </a:lnTo>
                <a:lnTo>
                  <a:pt x="4709331" y="4376433"/>
                </a:lnTo>
                <a:lnTo>
                  <a:pt x="4709804" y="4376241"/>
                </a:lnTo>
                <a:lnTo>
                  <a:pt x="4710268" y="4376039"/>
                </a:lnTo>
                <a:lnTo>
                  <a:pt x="4710723" y="4375827"/>
                </a:lnTo>
                <a:lnTo>
                  <a:pt x="4711170" y="4375607"/>
                </a:lnTo>
                <a:lnTo>
                  <a:pt x="4711607" y="4375376"/>
                </a:lnTo>
                <a:lnTo>
                  <a:pt x="4712036" y="4375137"/>
                </a:lnTo>
                <a:lnTo>
                  <a:pt x="4712456" y="4374888"/>
                </a:lnTo>
                <a:lnTo>
                  <a:pt x="4712867" y="4374630"/>
                </a:lnTo>
                <a:lnTo>
                  <a:pt x="4713270" y="4374362"/>
                </a:lnTo>
                <a:lnTo>
                  <a:pt x="4713663" y="4374085"/>
                </a:lnTo>
                <a:lnTo>
                  <a:pt x="4714048" y="4373798"/>
                </a:lnTo>
                <a:lnTo>
                  <a:pt x="4714424" y="4373503"/>
                </a:lnTo>
                <a:lnTo>
                  <a:pt x="4714791" y="4373197"/>
                </a:lnTo>
                <a:lnTo>
                  <a:pt x="4715150" y="4372883"/>
                </a:lnTo>
                <a:lnTo>
                  <a:pt x="4715499" y="4372559"/>
                </a:lnTo>
                <a:lnTo>
                  <a:pt x="4715840" y="4372225"/>
                </a:lnTo>
                <a:lnTo>
                  <a:pt x="4716172" y="4371882"/>
                </a:lnTo>
                <a:lnTo>
                  <a:pt x="4716495" y="4371530"/>
                </a:lnTo>
                <a:lnTo>
                  <a:pt x="4716810" y="4371169"/>
                </a:lnTo>
                <a:lnTo>
                  <a:pt x="4717127" y="4370797"/>
                </a:lnTo>
                <a:lnTo>
                  <a:pt x="4717431" y="4370416"/>
                </a:lnTo>
                <a:lnTo>
                  <a:pt x="4717721" y="4370025"/>
                </a:lnTo>
                <a:lnTo>
                  <a:pt x="4717998" y="4369623"/>
                </a:lnTo>
                <a:lnTo>
                  <a:pt x="4718261" y="4369212"/>
                </a:lnTo>
                <a:lnTo>
                  <a:pt x="4718511" y="4368791"/>
                </a:lnTo>
                <a:lnTo>
                  <a:pt x="4718747" y="4368360"/>
                </a:lnTo>
                <a:lnTo>
                  <a:pt x="4718970" y="4367919"/>
                </a:lnTo>
                <a:lnTo>
                  <a:pt x="4719179" y="4367468"/>
                </a:lnTo>
                <a:lnTo>
                  <a:pt x="4719375" y="4367006"/>
                </a:lnTo>
                <a:lnTo>
                  <a:pt x="4719557" y="4366535"/>
                </a:lnTo>
                <a:lnTo>
                  <a:pt x="4719726" y="4366054"/>
                </a:lnTo>
                <a:lnTo>
                  <a:pt x="4719881" y="4365563"/>
                </a:lnTo>
                <a:lnTo>
                  <a:pt x="4720023" y="4365062"/>
                </a:lnTo>
                <a:lnTo>
                  <a:pt x="4720151" y="4364551"/>
                </a:lnTo>
                <a:lnTo>
                  <a:pt x="4720266" y="4364030"/>
                </a:lnTo>
                <a:lnTo>
                  <a:pt x="4720367" y="4363499"/>
                </a:lnTo>
                <a:lnTo>
                  <a:pt x="4720455" y="4362958"/>
                </a:lnTo>
                <a:lnTo>
                  <a:pt x="4720529" y="4362407"/>
                </a:lnTo>
                <a:lnTo>
                  <a:pt x="4720590" y="4361846"/>
                </a:lnTo>
                <a:lnTo>
                  <a:pt x="4720637" y="4361275"/>
                </a:lnTo>
                <a:lnTo>
                  <a:pt x="4720671" y="4360695"/>
                </a:lnTo>
                <a:lnTo>
                  <a:pt x="4720691" y="4360104"/>
                </a:lnTo>
                <a:lnTo>
                  <a:pt x="4720698" y="4359503"/>
                </a:lnTo>
                <a:lnTo>
                  <a:pt x="4720698" y="4323323"/>
                </a:lnTo>
                <a:lnTo>
                  <a:pt x="4720705" y="4322891"/>
                </a:lnTo>
                <a:lnTo>
                  <a:pt x="4720727" y="4322470"/>
                </a:lnTo>
                <a:lnTo>
                  <a:pt x="4720764" y="4322060"/>
                </a:lnTo>
                <a:lnTo>
                  <a:pt x="4720816" y="4321660"/>
                </a:lnTo>
                <a:lnTo>
                  <a:pt x="4720882" y="4321271"/>
                </a:lnTo>
                <a:lnTo>
                  <a:pt x="4720962" y="4320892"/>
                </a:lnTo>
                <a:lnTo>
                  <a:pt x="4721058" y="4320524"/>
                </a:lnTo>
                <a:lnTo>
                  <a:pt x="4721168" y="4320167"/>
                </a:lnTo>
                <a:lnTo>
                  <a:pt x="4721293" y="4319820"/>
                </a:lnTo>
                <a:lnTo>
                  <a:pt x="4721432" y="4319483"/>
                </a:lnTo>
                <a:lnTo>
                  <a:pt x="4721586" y="4319157"/>
                </a:lnTo>
                <a:lnTo>
                  <a:pt x="4721755" y="4318842"/>
                </a:lnTo>
                <a:lnTo>
                  <a:pt x="4721938" y="4318538"/>
                </a:lnTo>
                <a:lnTo>
                  <a:pt x="4722136" y="4318243"/>
                </a:lnTo>
                <a:lnTo>
                  <a:pt x="4722349" y="4317960"/>
                </a:lnTo>
                <a:lnTo>
                  <a:pt x="4722577" y="4317687"/>
                </a:lnTo>
                <a:lnTo>
                  <a:pt x="4722819" y="4317425"/>
                </a:lnTo>
                <a:lnTo>
                  <a:pt x="4723076" y="4317173"/>
                </a:lnTo>
                <a:lnTo>
                  <a:pt x="4723347" y="4316931"/>
                </a:lnTo>
                <a:lnTo>
                  <a:pt x="4723633" y="4316701"/>
                </a:lnTo>
                <a:lnTo>
                  <a:pt x="4723934" y="4316481"/>
                </a:lnTo>
                <a:lnTo>
                  <a:pt x="4724250" y="4316271"/>
                </a:lnTo>
                <a:lnTo>
                  <a:pt x="4724580" y="4316072"/>
                </a:lnTo>
                <a:lnTo>
                  <a:pt x="4724925" y="4315884"/>
                </a:lnTo>
                <a:lnTo>
                  <a:pt x="4725278" y="4315691"/>
                </a:lnTo>
                <a:lnTo>
                  <a:pt x="4725632" y="4315507"/>
                </a:lnTo>
                <a:lnTo>
                  <a:pt x="4725987" y="4315331"/>
                </a:lnTo>
                <a:lnTo>
                  <a:pt x="4726343" y="4315165"/>
                </a:lnTo>
                <a:lnTo>
                  <a:pt x="4726701" y="4315007"/>
                </a:lnTo>
                <a:lnTo>
                  <a:pt x="4727059" y="4314859"/>
                </a:lnTo>
                <a:lnTo>
                  <a:pt x="4727419" y="4314719"/>
                </a:lnTo>
                <a:lnTo>
                  <a:pt x="4727780" y="4314587"/>
                </a:lnTo>
                <a:lnTo>
                  <a:pt x="4728142" y="4314465"/>
                </a:lnTo>
                <a:lnTo>
                  <a:pt x="4728506" y="4314351"/>
                </a:lnTo>
                <a:lnTo>
                  <a:pt x="4728870" y="4314247"/>
                </a:lnTo>
                <a:lnTo>
                  <a:pt x="4729236" y="4314151"/>
                </a:lnTo>
                <a:lnTo>
                  <a:pt x="4729603" y="4314063"/>
                </a:lnTo>
                <a:lnTo>
                  <a:pt x="4729971" y="4313985"/>
                </a:lnTo>
                <a:lnTo>
                  <a:pt x="4730340" y="4313915"/>
                </a:lnTo>
                <a:lnTo>
                  <a:pt x="4730711" y="4313855"/>
                </a:lnTo>
                <a:lnTo>
                  <a:pt x="4731082" y="4313803"/>
                </a:lnTo>
                <a:lnTo>
                  <a:pt x="4731455" y="4313760"/>
                </a:lnTo>
                <a:lnTo>
                  <a:pt x="4731829" y="4313725"/>
                </a:lnTo>
                <a:lnTo>
                  <a:pt x="4732204" y="4313700"/>
                </a:lnTo>
                <a:lnTo>
                  <a:pt x="4732580" y="4313683"/>
                </a:lnTo>
                <a:lnTo>
                  <a:pt x="4732958" y="4313675"/>
                </a:lnTo>
                <a:lnTo>
                  <a:pt x="4733336" y="4313676"/>
                </a:lnTo>
                <a:lnTo>
                  <a:pt x="4733716" y="4313686"/>
                </a:lnTo>
                <a:lnTo>
                  <a:pt x="4733716" y="4300330"/>
                </a:lnTo>
                <a:lnTo>
                  <a:pt x="4733323" y="4300339"/>
                </a:lnTo>
                <a:lnTo>
                  <a:pt x="4732931" y="4300341"/>
                </a:lnTo>
                <a:lnTo>
                  <a:pt x="4732541" y="4300335"/>
                </a:lnTo>
                <a:lnTo>
                  <a:pt x="4732152" y="4300320"/>
                </a:lnTo>
                <a:lnTo>
                  <a:pt x="4731766" y="4300297"/>
                </a:lnTo>
                <a:lnTo>
                  <a:pt x="4731381" y="4300266"/>
                </a:lnTo>
                <a:lnTo>
                  <a:pt x="4730998" y="4300227"/>
                </a:lnTo>
                <a:lnTo>
                  <a:pt x="4730617" y="4300179"/>
                </a:lnTo>
                <a:lnTo>
                  <a:pt x="4730237" y="4300123"/>
                </a:lnTo>
                <a:lnTo>
                  <a:pt x="4729859" y="4300059"/>
                </a:lnTo>
                <a:lnTo>
                  <a:pt x="4729483" y="4299987"/>
                </a:lnTo>
                <a:lnTo>
                  <a:pt x="4729109" y="4299907"/>
                </a:lnTo>
                <a:lnTo>
                  <a:pt x="4728737" y="4299818"/>
                </a:lnTo>
                <a:lnTo>
                  <a:pt x="4728366" y="4299721"/>
                </a:lnTo>
                <a:lnTo>
                  <a:pt x="4727997" y="4299616"/>
                </a:lnTo>
                <a:lnTo>
                  <a:pt x="4727630" y="4299503"/>
                </a:lnTo>
                <a:lnTo>
                  <a:pt x="4727264" y="4299381"/>
                </a:lnTo>
                <a:lnTo>
                  <a:pt x="4726901" y="4299252"/>
                </a:lnTo>
                <a:lnTo>
                  <a:pt x="4726539" y="4299114"/>
                </a:lnTo>
                <a:lnTo>
                  <a:pt x="4726179" y="4298968"/>
                </a:lnTo>
                <a:lnTo>
                  <a:pt x="4725820" y="4298813"/>
                </a:lnTo>
                <a:lnTo>
                  <a:pt x="4725464" y="4298651"/>
                </a:lnTo>
                <a:lnTo>
                  <a:pt x="4725109" y="4298480"/>
                </a:lnTo>
                <a:lnTo>
                  <a:pt x="4724756" y="4298301"/>
                </a:lnTo>
                <a:lnTo>
                  <a:pt x="4724425" y="4298099"/>
                </a:lnTo>
                <a:lnTo>
                  <a:pt x="4724108" y="4297887"/>
                </a:lnTo>
                <a:lnTo>
                  <a:pt x="4723805" y="4297667"/>
                </a:lnTo>
                <a:lnTo>
                  <a:pt x="4723516" y="4297437"/>
                </a:lnTo>
                <a:lnTo>
                  <a:pt x="4723241" y="4297197"/>
                </a:lnTo>
                <a:lnTo>
                  <a:pt x="4722981" y="4296948"/>
                </a:lnTo>
                <a:lnTo>
                  <a:pt x="4722734" y="4296690"/>
                </a:lnTo>
                <a:lnTo>
                  <a:pt x="4722502" y="4296422"/>
                </a:lnTo>
                <a:lnTo>
                  <a:pt x="4722283" y="4296145"/>
                </a:lnTo>
                <a:lnTo>
                  <a:pt x="4722079" y="4295859"/>
                </a:lnTo>
                <a:lnTo>
                  <a:pt x="4721889" y="4295563"/>
                </a:lnTo>
                <a:lnTo>
                  <a:pt x="4721713" y="4295257"/>
                </a:lnTo>
                <a:lnTo>
                  <a:pt x="4721551" y="4294943"/>
                </a:lnTo>
                <a:lnTo>
                  <a:pt x="4721403" y="4294619"/>
                </a:lnTo>
                <a:lnTo>
                  <a:pt x="4721269" y="4294285"/>
                </a:lnTo>
                <a:lnTo>
                  <a:pt x="4721149" y="4293942"/>
                </a:lnTo>
                <a:lnTo>
                  <a:pt x="4721043" y="4293590"/>
                </a:lnTo>
                <a:lnTo>
                  <a:pt x="4720952" y="4293229"/>
                </a:lnTo>
                <a:lnTo>
                  <a:pt x="4720874" y="4292858"/>
                </a:lnTo>
                <a:lnTo>
                  <a:pt x="4720811" y="4292477"/>
                </a:lnTo>
                <a:lnTo>
                  <a:pt x="4720762" y="4292087"/>
                </a:lnTo>
                <a:lnTo>
                  <a:pt x="4720726" y="4291688"/>
                </a:lnTo>
                <a:lnTo>
                  <a:pt x="4720705" y="4291280"/>
                </a:lnTo>
                <a:lnTo>
                  <a:pt x="4720698" y="4290862"/>
                </a:lnTo>
                <a:lnTo>
                  <a:pt x="4720698" y="4254512"/>
                </a:lnTo>
                <a:lnTo>
                  <a:pt x="4720691" y="4253898"/>
                </a:lnTo>
                <a:lnTo>
                  <a:pt x="4720671" y="4253295"/>
                </a:lnTo>
                <a:lnTo>
                  <a:pt x="4720637" y="4252703"/>
                </a:lnTo>
                <a:lnTo>
                  <a:pt x="4720590" y="4252122"/>
                </a:lnTo>
                <a:lnTo>
                  <a:pt x="4720529" y="4251552"/>
                </a:lnTo>
                <a:lnTo>
                  <a:pt x="4720455" y="4250993"/>
                </a:lnTo>
                <a:lnTo>
                  <a:pt x="4720367" y="4250446"/>
                </a:lnTo>
                <a:lnTo>
                  <a:pt x="4720266" y="4249910"/>
                </a:lnTo>
                <a:lnTo>
                  <a:pt x="4720151" y="4249385"/>
                </a:lnTo>
                <a:lnTo>
                  <a:pt x="4720023" y="4248871"/>
                </a:lnTo>
                <a:lnTo>
                  <a:pt x="4719881" y="4248368"/>
                </a:lnTo>
                <a:lnTo>
                  <a:pt x="4719726" y="4247876"/>
                </a:lnTo>
                <a:lnTo>
                  <a:pt x="4719557" y="4247396"/>
                </a:lnTo>
                <a:lnTo>
                  <a:pt x="4719375" y="4246926"/>
                </a:lnTo>
                <a:lnTo>
                  <a:pt x="4719179" y="4246468"/>
                </a:lnTo>
                <a:lnTo>
                  <a:pt x="4718970" y="4246021"/>
                </a:lnTo>
                <a:lnTo>
                  <a:pt x="4718747" y="4245585"/>
                </a:lnTo>
                <a:lnTo>
                  <a:pt x="4718511" y="4245161"/>
                </a:lnTo>
                <a:lnTo>
                  <a:pt x="4718261" y="4244747"/>
                </a:lnTo>
                <a:lnTo>
                  <a:pt x="4717998" y="4244345"/>
                </a:lnTo>
                <a:lnTo>
                  <a:pt x="4717721" y="4243953"/>
                </a:lnTo>
                <a:lnTo>
                  <a:pt x="4717431" y="4243573"/>
                </a:lnTo>
                <a:lnTo>
                  <a:pt x="4717127" y="4243204"/>
                </a:lnTo>
                <a:lnTo>
                  <a:pt x="4716810" y="4242846"/>
                </a:lnTo>
                <a:lnTo>
                  <a:pt x="4716495" y="4242485"/>
                </a:lnTo>
                <a:lnTo>
                  <a:pt x="4716172" y="4242133"/>
                </a:lnTo>
                <a:lnTo>
                  <a:pt x="4715840" y="4241790"/>
                </a:lnTo>
                <a:lnTo>
                  <a:pt x="4715499" y="4241456"/>
                </a:lnTo>
                <a:lnTo>
                  <a:pt x="4715150" y="4241132"/>
                </a:lnTo>
                <a:lnTo>
                  <a:pt x="4714791" y="4240818"/>
                </a:lnTo>
                <a:lnTo>
                  <a:pt x="4714424" y="4240513"/>
                </a:lnTo>
                <a:lnTo>
                  <a:pt x="4714048" y="4240217"/>
                </a:lnTo>
                <a:lnTo>
                  <a:pt x="4713663" y="4239930"/>
                </a:lnTo>
                <a:lnTo>
                  <a:pt x="4713270" y="4239653"/>
                </a:lnTo>
                <a:lnTo>
                  <a:pt x="4712867" y="4239385"/>
                </a:lnTo>
                <a:lnTo>
                  <a:pt x="4712456" y="4239127"/>
                </a:lnTo>
                <a:lnTo>
                  <a:pt x="4712036" y="4238878"/>
                </a:lnTo>
                <a:lnTo>
                  <a:pt x="4711607" y="4238639"/>
                </a:lnTo>
                <a:lnTo>
                  <a:pt x="4711170" y="4238409"/>
                </a:lnTo>
                <a:lnTo>
                  <a:pt x="4710723" y="4238188"/>
                </a:lnTo>
                <a:lnTo>
                  <a:pt x="4710268" y="4237977"/>
                </a:lnTo>
                <a:lnTo>
                  <a:pt x="4709804" y="4237775"/>
                </a:lnTo>
                <a:lnTo>
                  <a:pt x="4709331" y="4237582"/>
                </a:lnTo>
                <a:lnTo>
                  <a:pt x="4708849" y="4237399"/>
                </a:lnTo>
                <a:lnTo>
                  <a:pt x="4708359" y="4237225"/>
                </a:lnTo>
                <a:lnTo>
                  <a:pt x="4707860" y="4237061"/>
                </a:lnTo>
                <a:lnTo>
                  <a:pt x="4707352" y="4236906"/>
                </a:lnTo>
                <a:lnTo>
                  <a:pt x="4706835" y="4236760"/>
                </a:lnTo>
                <a:lnTo>
                  <a:pt x="4706325" y="4236610"/>
                </a:lnTo>
                <a:lnTo>
                  <a:pt x="4705811" y="4236468"/>
                </a:lnTo>
                <a:lnTo>
                  <a:pt x="4705292" y="4236335"/>
                </a:lnTo>
                <a:lnTo>
                  <a:pt x="4704768" y="4236211"/>
                </a:lnTo>
                <a:lnTo>
                  <a:pt x="4704240" y="4236095"/>
                </a:lnTo>
                <a:lnTo>
                  <a:pt x="4703707" y="4235989"/>
                </a:lnTo>
                <a:lnTo>
                  <a:pt x="4703169" y="4235891"/>
                </a:lnTo>
                <a:lnTo>
                  <a:pt x="4702627" y="4235802"/>
                </a:lnTo>
                <a:lnTo>
                  <a:pt x="4702080" y="4235722"/>
                </a:lnTo>
                <a:lnTo>
                  <a:pt x="4701528" y="4235651"/>
                </a:lnTo>
                <a:lnTo>
                  <a:pt x="4700971" y="4235588"/>
                </a:lnTo>
                <a:lnTo>
                  <a:pt x="4700410" y="4235534"/>
                </a:lnTo>
                <a:lnTo>
                  <a:pt x="4699844" y="4235489"/>
                </a:lnTo>
                <a:lnTo>
                  <a:pt x="4699274" y="4235453"/>
                </a:lnTo>
                <a:lnTo>
                  <a:pt x="4698698" y="4235426"/>
                </a:lnTo>
                <a:lnTo>
                  <a:pt x="4698118" y="4235408"/>
                </a:lnTo>
                <a:lnTo>
                  <a:pt x="4697534" y="4235398"/>
                </a:lnTo>
                <a:lnTo>
                  <a:pt x="4696944" y="4235397"/>
                </a:lnTo>
                <a:lnTo>
                  <a:pt x="4696350" y="4235405"/>
                </a:lnTo>
                <a:lnTo>
                  <a:pt x="4695751" y="4235422"/>
                </a:lnTo>
                <a:lnTo>
                  <a:pt x="4695148" y="4235447"/>
                </a:lnTo>
                <a:lnTo>
                  <a:pt x="4694540" y="4235482"/>
                </a:lnTo>
                <a:lnTo>
                  <a:pt x="4693927" y="4235525"/>
                </a:lnTo>
                <a:lnTo>
                  <a:pt x="4693309" y="4235577"/>
                </a:lnTo>
                <a:lnTo>
                  <a:pt x="4693309" y="4243692"/>
                </a:lnTo>
                <a:lnTo>
                  <a:pt x="4693508" y="4243693"/>
                </a:lnTo>
                <a:lnTo>
                  <a:pt x="4693708" y="4243697"/>
                </a:lnTo>
                <a:lnTo>
                  <a:pt x="4693912" y="4243702"/>
                </a:lnTo>
                <a:lnTo>
                  <a:pt x="4694117" y="4243711"/>
                </a:lnTo>
                <a:lnTo>
                  <a:pt x="4694325" y="4243721"/>
                </a:lnTo>
                <a:lnTo>
                  <a:pt x="4694535" y="4243734"/>
                </a:lnTo>
                <a:close/>
                <a:moveTo>
                  <a:pt x="4795909" y="4243734"/>
                </a:moveTo>
                <a:lnTo>
                  <a:pt x="4796122" y="4243749"/>
                </a:lnTo>
                <a:lnTo>
                  <a:pt x="4796337" y="4243767"/>
                </a:lnTo>
                <a:lnTo>
                  <a:pt x="4796554" y="4243787"/>
                </a:lnTo>
                <a:lnTo>
                  <a:pt x="4796773" y="4243809"/>
                </a:lnTo>
                <a:lnTo>
                  <a:pt x="4796995" y="4243834"/>
                </a:lnTo>
                <a:lnTo>
                  <a:pt x="4797220" y="4243861"/>
                </a:lnTo>
                <a:lnTo>
                  <a:pt x="4797446" y="4243890"/>
                </a:lnTo>
                <a:lnTo>
                  <a:pt x="4797675" y="4243922"/>
                </a:lnTo>
                <a:lnTo>
                  <a:pt x="4797906" y="4243956"/>
                </a:lnTo>
                <a:lnTo>
                  <a:pt x="4798140" y="4243992"/>
                </a:lnTo>
                <a:lnTo>
                  <a:pt x="4798376" y="4244031"/>
                </a:lnTo>
                <a:lnTo>
                  <a:pt x="4798614" y="4244072"/>
                </a:lnTo>
                <a:lnTo>
                  <a:pt x="4798855" y="4244116"/>
                </a:lnTo>
                <a:lnTo>
                  <a:pt x="4799098" y="4244162"/>
                </a:lnTo>
                <a:lnTo>
                  <a:pt x="4799343" y="4244210"/>
                </a:lnTo>
                <a:lnTo>
                  <a:pt x="4799591" y="4244260"/>
                </a:lnTo>
                <a:lnTo>
                  <a:pt x="4799841" y="4244313"/>
                </a:lnTo>
                <a:lnTo>
                  <a:pt x="4800094" y="4244368"/>
                </a:lnTo>
                <a:lnTo>
                  <a:pt x="4800346" y="4244427"/>
                </a:lnTo>
                <a:lnTo>
                  <a:pt x="4800595" y="4244490"/>
                </a:lnTo>
                <a:lnTo>
                  <a:pt x="4800841" y="4244558"/>
                </a:lnTo>
                <a:lnTo>
                  <a:pt x="4801084" y="4244631"/>
                </a:lnTo>
                <a:lnTo>
                  <a:pt x="4801325" y="4244709"/>
                </a:lnTo>
                <a:lnTo>
                  <a:pt x="4801562" y="4244791"/>
                </a:lnTo>
                <a:lnTo>
                  <a:pt x="4801797" y="4244878"/>
                </a:lnTo>
                <a:lnTo>
                  <a:pt x="4802028" y="4244969"/>
                </a:lnTo>
                <a:lnTo>
                  <a:pt x="4802257" y="4245066"/>
                </a:lnTo>
                <a:lnTo>
                  <a:pt x="4802483" y="4245167"/>
                </a:lnTo>
                <a:lnTo>
                  <a:pt x="4802705" y="4245272"/>
                </a:lnTo>
                <a:lnTo>
                  <a:pt x="4802925" y="4245383"/>
                </a:lnTo>
                <a:lnTo>
                  <a:pt x="4803142" y="4245498"/>
                </a:lnTo>
                <a:lnTo>
                  <a:pt x="4803356" y="4245617"/>
                </a:lnTo>
                <a:lnTo>
                  <a:pt x="4803567" y="4245742"/>
                </a:lnTo>
                <a:lnTo>
                  <a:pt x="4803775" y="4245871"/>
                </a:lnTo>
                <a:lnTo>
                  <a:pt x="4803981" y="4246005"/>
                </a:lnTo>
                <a:lnTo>
                  <a:pt x="4804183" y="4246143"/>
                </a:lnTo>
                <a:lnTo>
                  <a:pt x="4804382" y="4246287"/>
                </a:lnTo>
                <a:lnTo>
                  <a:pt x="4804579" y="4246435"/>
                </a:lnTo>
                <a:lnTo>
                  <a:pt x="4804772" y="4246587"/>
                </a:lnTo>
                <a:lnTo>
                  <a:pt x="4804963" y="4246744"/>
                </a:lnTo>
                <a:lnTo>
                  <a:pt x="4805150" y="4246907"/>
                </a:lnTo>
                <a:lnTo>
                  <a:pt x="4805335" y="4247073"/>
                </a:lnTo>
                <a:lnTo>
                  <a:pt x="4805528" y="4247231"/>
                </a:lnTo>
                <a:lnTo>
                  <a:pt x="4805714" y="4247396"/>
                </a:lnTo>
                <a:lnTo>
                  <a:pt x="4805892" y="4247567"/>
                </a:lnTo>
                <a:lnTo>
                  <a:pt x="4806063" y="4247745"/>
                </a:lnTo>
                <a:lnTo>
                  <a:pt x="4806225" y="4247929"/>
                </a:lnTo>
                <a:lnTo>
                  <a:pt x="4806381" y="4248119"/>
                </a:lnTo>
                <a:lnTo>
                  <a:pt x="4806528" y="4248316"/>
                </a:lnTo>
                <a:lnTo>
                  <a:pt x="4806668" y="4248520"/>
                </a:lnTo>
                <a:lnTo>
                  <a:pt x="4806801" y="4248730"/>
                </a:lnTo>
                <a:lnTo>
                  <a:pt x="4806926" y="4248946"/>
                </a:lnTo>
                <a:lnTo>
                  <a:pt x="4807043" y="4249169"/>
                </a:lnTo>
                <a:lnTo>
                  <a:pt x="4807152" y="4249398"/>
                </a:lnTo>
                <a:lnTo>
                  <a:pt x="4807254" y="4249634"/>
                </a:lnTo>
                <a:lnTo>
                  <a:pt x="4807348" y="4249876"/>
                </a:lnTo>
                <a:lnTo>
                  <a:pt x="4807435" y="4250125"/>
                </a:lnTo>
                <a:lnTo>
                  <a:pt x="4807514" y="4250380"/>
                </a:lnTo>
                <a:lnTo>
                  <a:pt x="4807585" y="4250641"/>
                </a:lnTo>
                <a:lnTo>
                  <a:pt x="4807649" y="4250909"/>
                </a:lnTo>
                <a:lnTo>
                  <a:pt x="4807705" y="4251184"/>
                </a:lnTo>
                <a:lnTo>
                  <a:pt x="4807753" y="4251464"/>
                </a:lnTo>
                <a:lnTo>
                  <a:pt x="4807794" y="4251752"/>
                </a:lnTo>
                <a:lnTo>
                  <a:pt x="4807827" y="4252046"/>
                </a:lnTo>
                <a:lnTo>
                  <a:pt x="4807853" y="4252346"/>
                </a:lnTo>
                <a:lnTo>
                  <a:pt x="4807871" y="4252653"/>
                </a:lnTo>
                <a:lnTo>
                  <a:pt x="4809223" y="4288833"/>
                </a:lnTo>
                <a:lnTo>
                  <a:pt x="4809256" y="4289517"/>
                </a:lnTo>
                <a:lnTo>
                  <a:pt x="4809298" y="4290188"/>
                </a:lnTo>
                <a:lnTo>
                  <a:pt x="4809350" y="4290846"/>
                </a:lnTo>
                <a:lnTo>
                  <a:pt x="4809411" y="4291491"/>
                </a:lnTo>
                <a:lnTo>
                  <a:pt x="4809482" y="4292123"/>
                </a:lnTo>
                <a:lnTo>
                  <a:pt x="4809561" y="4292742"/>
                </a:lnTo>
                <a:lnTo>
                  <a:pt x="4809651" y="4293349"/>
                </a:lnTo>
                <a:lnTo>
                  <a:pt x="4809749" y="4293942"/>
                </a:lnTo>
                <a:lnTo>
                  <a:pt x="4809857" y="4294523"/>
                </a:lnTo>
                <a:lnTo>
                  <a:pt x="4809975" y="4295091"/>
                </a:lnTo>
                <a:lnTo>
                  <a:pt x="4810102" y="4295645"/>
                </a:lnTo>
                <a:lnTo>
                  <a:pt x="4810238" y="4296187"/>
                </a:lnTo>
                <a:lnTo>
                  <a:pt x="4810383" y="4296716"/>
                </a:lnTo>
                <a:lnTo>
                  <a:pt x="4810538" y="4297232"/>
                </a:lnTo>
                <a:lnTo>
                  <a:pt x="4810703" y="4297735"/>
                </a:lnTo>
                <a:lnTo>
                  <a:pt x="4810876" y="4298225"/>
                </a:lnTo>
                <a:lnTo>
                  <a:pt x="4811060" y="4298703"/>
                </a:lnTo>
                <a:lnTo>
                  <a:pt x="4811252" y="4299167"/>
                </a:lnTo>
                <a:lnTo>
                  <a:pt x="4811454" y="4299618"/>
                </a:lnTo>
                <a:lnTo>
                  <a:pt x="4811665" y="4300057"/>
                </a:lnTo>
                <a:lnTo>
                  <a:pt x="4811886" y="4300483"/>
                </a:lnTo>
                <a:lnTo>
                  <a:pt x="4812116" y="4300895"/>
                </a:lnTo>
                <a:lnTo>
                  <a:pt x="4812356" y="4301295"/>
                </a:lnTo>
                <a:lnTo>
                  <a:pt x="4812605" y="4301682"/>
                </a:lnTo>
                <a:lnTo>
                  <a:pt x="4812881" y="4302054"/>
                </a:lnTo>
                <a:lnTo>
                  <a:pt x="4813176" y="4302411"/>
                </a:lnTo>
                <a:lnTo>
                  <a:pt x="4813489" y="4302752"/>
                </a:lnTo>
                <a:lnTo>
                  <a:pt x="4813821" y="4303077"/>
                </a:lnTo>
                <a:lnTo>
                  <a:pt x="4814170" y="4303386"/>
                </a:lnTo>
                <a:lnTo>
                  <a:pt x="4814538" y="4303679"/>
                </a:lnTo>
                <a:lnTo>
                  <a:pt x="4814924" y="4303956"/>
                </a:lnTo>
                <a:lnTo>
                  <a:pt x="4815328" y="4304218"/>
                </a:lnTo>
                <a:lnTo>
                  <a:pt x="4815751" y="4304464"/>
                </a:lnTo>
                <a:lnTo>
                  <a:pt x="4816191" y="4304693"/>
                </a:lnTo>
                <a:lnTo>
                  <a:pt x="4816650" y="4304907"/>
                </a:lnTo>
                <a:lnTo>
                  <a:pt x="4817127" y="4305106"/>
                </a:lnTo>
                <a:lnTo>
                  <a:pt x="4817622" y="4305288"/>
                </a:lnTo>
                <a:lnTo>
                  <a:pt x="4818136" y="4305454"/>
                </a:lnTo>
                <a:lnTo>
                  <a:pt x="4818667" y="4305605"/>
                </a:lnTo>
                <a:lnTo>
                  <a:pt x="4819217" y="4305739"/>
                </a:lnTo>
                <a:lnTo>
                  <a:pt x="4819785" y="4305858"/>
                </a:lnTo>
                <a:lnTo>
                  <a:pt x="4820371" y="4305961"/>
                </a:lnTo>
                <a:lnTo>
                  <a:pt x="4820975" y="4306049"/>
                </a:lnTo>
                <a:lnTo>
                  <a:pt x="4821598" y="4306120"/>
                </a:lnTo>
                <a:lnTo>
                  <a:pt x="4822239" y="4306175"/>
                </a:lnTo>
                <a:lnTo>
                  <a:pt x="4822898" y="4306215"/>
                </a:lnTo>
                <a:lnTo>
                  <a:pt x="4823575" y="4306239"/>
                </a:lnTo>
                <a:lnTo>
                  <a:pt x="4824270" y="4306247"/>
                </a:lnTo>
                <a:lnTo>
                  <a:pt x="4824270" y="4307768"/>
                </a:lnTo>
                <a:lnTo>
                  <a:pt x="4823575" y="4307776"/>
                </a:lnTo>
                <a:lnTo>
                  <a:pt x="4822898" y="4307800"/>
                </a:lnTo>
                <a:lnTo>
                  <a:pt x="4822239" y="4307840"/>
                </a:lnTo>
                <a:lnTo>
                  <a:pt x="4821598" y="4307895"/>
                </a:lnTo>
                <a:lnTo>
                  <a:pt x="4820975" y="4307967"/>
                </a:lnTo>
                <a:lnTo>
                  <a:pt x="4820371" y="4308054"/>
                </a:lnTo>
                <a:lnTo>
                  <a:pt x="4819785" y="4308157"/>
                </a:lnTo>
                <a:lnTo>
                  <a:pt x="4819217" y="4308276"/>
                </a:lnTo>
                <a:lnTo>
                  <a:pt x="4818667" y="4308410"/>
                </a:lnTo>
                <a:lnTo>
                  <a:pt x="4818136" y="4308561"/>
                </a:lnTo>
                <a:lnTo>
                  <a:pt x="4817622" y="4308727"/>
                </a:lnTo>
                <a:lnTo>
                  <a:pt x="4817127" y="4308910"/>
                </a:lnTo>
                <a:lnTo>
                  <a:pt x="4816650" y="4309108"/>
                </a:lnTo>
                <a:lnTo>
                  <a:pt x="4816191" y="4309322"/>
                </a:lnTo>
                <a:lnTo>
                  <a:pt x="4815751" y="4309552"/>
                </a:lnTo>
                <a:lnTo>
                  <a:pt x="4815328" y="4309797"/>
                </a:lnTo>
                <a:lnTo>
                  <a:pt x="4814924" y="4310059"/>
                </a:lnTo>
                <a:lnTo>
                  <a:pt x="4814538" y="4310336"/>
                </a:lnTo>
                <a:lnTo>
                  <a:pt x="4814170" y="4310629"/>
                </a:lnTo>
                <a:lnTo>
                  <a:pt x="4813821" y="4310938"/>
                </a:lnTo>
                <a:lnTo>
                  <a:pt x="4813489" y="4311263"/>
                </a:lnTo>
                <a:lnTo>
                  <a:pt x="4813176" y="4311604"/>
                </a:lnTo>
                <a:lnTo>
                  <a:pt x="4812881" y="4311961"/>
                </a:lnTo>
                <a:lnTo>
                  <a:pt x="4812605" y="4312333"/>
                </a:lnTo>
                <a:lnTo>
                  <a:pt x="4812356" y="4312720"/>
                </a:lnTo>
                <a:lnTo>
                  <a:pt x="4812116" y="4313120"/>
                </a:lnTo>
                <a:lnTo>
                  <a:pt x="4811886" y="4313533"/>
                </a:lnTo>
                <a:lnTo>
                  <a:pt x="4811665" y="4313958"/>
                </a:lnTo>
                <a:lnTo>
                  <a:pt x="4811454" y="4314397"/>
                </a:lnTo>
                <a:lnTo>
                  <a:pt x="4811252" y="4314848"/>
                </a:lnTo>
                <a:lnTo>
                  <a:pt x="4811060" y="4315313"/>
                </a:lnTo>
                <a:lnTo>
                  <a:pt x="4810876" y="4315790"/>
                </a:lnTo>
                <a:lnTo>
                  <a:pt x="4810703" y="4316280"/>
                </a:lnTo>
                <a:lnTo>
                  <a:pt x="4810538" y="4316783"/>
                </a:lnTo>
                <a:lnTo>
                  <a:pt x="4810383" y="4317299"/>
                </a:lnTo>
                <a:lnTo>
                  <a:pt x="4810238" y="4317828"/>
                </a:lnTo>
                <a:lnTo>
                  <a:pt x="4810102" y="4318370"/>
                </a:lnTo>
                <a:lnTo>
                  <a:pt x="4809975" y="4318925"/>
                </a:lnTo>
                <a:lnTo>
                  <a:pt x="4809857" y="4319492"/>
                </a:lnTo>
                <a:lnTo>
                  <a:pt x="4809749" y="4320073"/>
                </a:lnTo>
                <a:lnTo>
                  <a:pt x="4809651" y="4320666"/>
                </a:lnTo>
                <a:lnTo>
                  <a:pt x="4809561" y="4321273"/>
                </a:lnTo>
                <a:lnTo>
                  <a:pt x="4809482" y="4321892"/>
                </a:lnTo>
                <a:lnTo>
                  <a:pt x="4809411" y="4322524"/>
                </a:lnTo>
                <a:lnTo>
                  <a:pt x="4809350" y="4323169"/>
                </a:lnTo>
                <a:lnTo>
                  <a:pt x="4809298" y="4323828"/>
                </a:lnTo>
                <a:lnTo>
                  <a:pt x="4809256" y="4324498"/>
                </a:lnTo>
                <a:lnTo>
                  <a:pt x="4809223" y="4325182"/>
                </a:lnTo>
                <a:lnTo>
                  <a:pt x="4807871" y="4361363"/>
                </a:lnTo>
                <a:lnTo>
                  <a:pt x="4807853" y="4361669"/>
                </a:lnTo>
                <a:lnTo>
                  <a:pt x="4807827" y="4361970"/>
                </a:lnTo>
                <a:lnTo>
                  <a:pt x="4807794" y="4362263"/>
                </a:lnTo>
                <a:lnTo>
                  <a:pt x="4807753" y="4362551"/>
                </a:lnTo>
                <a:lnTo>
                  <a:pt x="4807705" y="4362832"/>
                </a:lnTo>
                <a:lnTo>
                  <a:pt x="4807649" y="4363106"/>
                </a:lnTo>
                <a:lnTo>
                  <a:pt x="4807585" y="4363374"/>
                </a:lnTo>
                <a:lnTo>
                  <a:pt x="4807514" y="4363636"/>
                </a:lnTo>
                <a:lnTo>
                  <a:pt x="4807435" y="4363891"/>
                </a:lnTo>
                <a:lnTo>
                  <a:pt x="4807348" y="4364139"/>
                </a:lnTo>
                <a:lnTo>
                  <a:pt x="4807254" y="4364381"/>
                </a:lnTo>
                <a:lnTo>
                  <a:pt x="4807152" y="4364617"/>
                </a:lnTo>
                <a:lnTo>
                  <a:pt x="4807043" y="4364846"/>
                </a:lnTo>
                <a:lnTo>
                  <a:pt x="4806926" y="4365069"/>
                </a:lnTo>
                <a:lnTo>
                  <a:pt x="4806801" y="4365285"/>
                </a:lnTo>
                <a:lnTo>
                  <a:pt x="4806668" y="4365495"/>
                </a:lnTo>
                <a:lnTo>
                  <a:pt x="4806528" y="4365699"/>
                </a:lnTo>
                <a:lnTo>
                  <a:pt x="4806381" y="4365896"/>
                </a:lnTo>
                <a:lnTo>
                  <a:pt x="4806225" y="4366086"/>
                </a:lnTo>
                <a:lnTo>
                  <a:pt x="4806063" y="4366270"/>
                </a:lnTo>
                <a:lnTo>
                  <a:pt x="4805892" y="4366448"/>
                </a:lnTo>
                <a:lnTo>
                  <a:pt x="4805714" y="4366619"/>
                </a:lnTo>
                <a:lnTo>
                  <a:pt x="4805528" y="4366784"/>
                </a:lnTo>
                <a:lnTo>
                  <a:pt x="4805335" y="4366942"/>
                </a:lnTo>
                <a:lnTo>
                  <a:pt x="4805150" y="4367109"/>
                </a:lnTo>
                <a:lnTo>
                  <a:pt x="4804963" y="4367271"/>
                </a:lnTo>
                <a:lnTo>
                  <a:pt x="4804772" y="4367428"/>
                </a:lnTo>
                <a:lnTo>
                  <a:pt x="4804579" y="4367581"/>
                </a:lnTo>
                <a:lnTo>
                  <a:pt x="4804382" y="4367729"/>
                </a:lnTo>
                <a:lnTo>
                  <a:pt x="4804183" y="4367872"/>
                </a:lnTo>
                <a:lnTo>
                  <a:pt x="4803981" y="4368010"/>
                </a:lnTo>
                <a:lnTo>
                  <a:pt x="4803775" y="4368144"/>
                </a:lnTo>
                <a:lnTo>
                  <a:pt x="4803567" y="4368273"/>
                </a:lnTo>
                <a:lnTo>
                  <a:pt x="4803356" y="4368398"/>
                </a:lnTo>
                <a:lnTo>
                  <a:pt x="4803142" y="4368518"/>
                </a:lnTo>
                <a:lnTo>
                  <a:pt x="4802925" y="4368633"/>
                </a:lnTo>
                <a:lnTo>
                  <a:pt x="4802705" y="4368743"/>
                </a:lnTo>
                <a:lnTo>
                  <a:pt x="4802483" y="4368849"/>
                </a:lnTo>
                <a:lnTo>
                  <a:pt x="4802257" y="4368950"/>
                </a:lnTo>
                <a:lnTo>
                  <a:pt x="4802028" y="4369046"/>
                </a:lnTo>
                <a:lnTo>
                  <a:pt x="4801797" y="4369137"/>
                </a:lnTo>
                <a:lnTo>
                  <a:pt x="4801562" y="4369224"/>
                </a:lnTo>
                <a:lnTo>
                  <a:pt x="4801325" y="4369306"/>
                </a:lnTo>
                <a:lnTo>
                  <a:pt x="4801084" y="4369384"/>
                </a:lnTo>
                <a:lnTo>
                  <a:pt x="4800841" y="4369457"/>
                </a:lnTo>
                <a:lnTo>
                  <a:pt x="4800595" y="4369525"/>
                </a:lnTo>
                <a:lnTo>
                  <a:pt x="4800346" y="4369588"/>
                </a:lnTo>
                <a:lnTo>
                  <a:pt x="4800094" y="4369647"/>
                </a:lnTo>
                <a:lnTo>
                  <a:pt x="4799841" y="4369702"/>
                </a:lnTo>
                <a:lnTo>
                  <a:pt x="4799591" y="4369755"/>
                </a:lnTo>
                <a:lnTo>
                  <a:pt x="4799343" y="4369805"/>
                </a:lnTo>
                <a:lnTo>
                  <a:pt x="4799098" y="4369854"/>
                </a:lnTo>
                <a:lnTo>
                  <a:pt x="4798855" y="4369899"/>
                </a:lnTo>
                <a:lnTo>
                  <a:pt x="4798614" y="4369943"/>
                </a:lnTo>
                <a:lnTo>
                  <a:pt x="4798376" y="4369984"/>
                </a:lnTo>
                <a:lnTo>
                  <a:pt x="4798140" y="4370023"/>
                </a:lnTo>
                <a:lnTo>
                  <a:pt x="4797906" y="4370059"/>
                </a:lnTo>
                <a:lnTo>
                  <a:pt x="4797675" y="4370093"/>
                </a:lnTo>
                <a:lnTo>
                  <a:pt x="4797446" y="4370125"/>
                </a:lnTo>
                <a:lnTo>
                  <a:pt x="4797220" y="4370154"/>
                </a:lnTo>
                <a:lnTo>
                  <a:pt x="4796995" y="4370181"/>
                </a:lnTo>
                <a:lnTo>
                  <a:pt x="4796773" y="4370206"/>
                </a:lnTo>
                <a:lnTo>
                  <a:pt x="4796554" y="4370228"/>
                </a:lnTo>
                <a:lnTo>
                  <a:pt x="4796337" y="4370248"/>
                </a:lnTo>
                <a:lnTo>
                  <a:pt x="4796122" y="4370266"/>
                </a:lnTo>
                <a:lnTo>
                  <a:pt x="4795909" y="4370281"/>
                </a:lnTo>
                <a:lnTo>
                  <a:pt x="4795699" y="4370294"/>
                </a:lnTo>
                <a:lnTo>
                  <a:pt x="4795491" y="4370305"/>
                </a:lnTo>
                <a:lnTo>
                  <a:pt x="4795286" y="4370313"/>
                </a:lnTo>
                <a:lnTo>
                  <a:pt x="4795083" y="4370319"/>
                </a:lnTo>
                <a:lnTo>
                  <a:pt x="4794882" y="4370322"/>
                </a:lnTo>
                <a:lnTo>
                  <a:pt x="4794684" y="4370323"/>
                </a:lnTo>
                <a:lnTo>
                  <a:pt x="4794684" y="4378438"/>
                </a:lnTo>
                <a:lnTo>
                  <a:pt x="4795301" y="4378477"/>
                </a:lnTo>
                <a:lnTo>
                  <a:pt x="4795914" y="4378508"/>
                </a:lnTo>
                <a:lnTo>
                  <a:pt x="4796522" y="4378531"/>
                </a:lnTo>
                <a:lnTo>
                  <a:pt x="4797126" y="4378546"/>
                </a:lnTo>
                <a:lnTo>
                  <a:pt x="4797724" y="4378554"/>
                </a:lnTo>
                <a:lnTo>
                  <a:pt x="4798319" y="4378555"/>
                </a:lnTo>
                <a:lnTo>
                  <a:pt x="4798908" y="4378547"/>
                </a:lnTo>
                <a:lnTo>
                  <a:pt x="4799493" y="4378532"/>
                </a:lnTo>
                <a:lnTo>
                  <a:pt x="4800073" y="4378510"/>
                </a:lnTo>
                <a:lnTo>
                  <a:pt x="4800648" y="4378480"/>
                </a:lnTo>
                <a:lnTo>
                  <a:pt x="4801218" y="4378442"/>
                </a:lnTo>
                <a:lnTo>
                  <a:pt x="4801784" y="4378396"/>
                </a:lnTo>
                <a:lnTo>
                  <a:pt x="4802346" y="4378343"/>
                </a:lnTo>
                <a:lnTo>
                  <a:pt x="4802902" y="4378282"/>
                </a:lnTo>
                <a:lnTo>
                  <a:pt x="4803454" y="4378214"/>
                </a:lnTo>
                <a:lnTo>
                  <a:pt x="4804001" y="4378138"/>
                </a:lnTo>
                <a:lnTo>
                  <a:pt x="4804543" y="4378054"/>
                </a:lnTo>
                <a:lnTo>
                  <a:pt x="4805081" y="4377963"/>
                </a:lnTo>
                <a:lnTo>
                  <a:pt x="4805614" y="4377864"/>
                </a:lnTo>
                <a:lnTo>
                  <a:pt x="4806142" y="4377758"/>
                </a:lnTo>
                <a:lnTo>
                  <a:pt x="4806666" y="4377643"/>
                </a:lnTo>
                <a:lnTo>
                  <a:pt x="4807185" y="4377522"/>
                </a:lnTo>
                <a:lnTo>
                  <a:pt x="4807699" y="4377392"/>
                </a:lnTo>
                <a:lnTo>
                  <a:pt x="4808209" y="4377255"/>
                </a:lnTo>
                <a:lnTo>
                  <a:pt x="4808726" y="4377109"/>
                </a:lnTo>
                <a:lnTo>
                  <a:pt x="4809234" y="4376954"/>
                </a:lnTo>
                <a:lnTo>
                  <a:pt x="4809733" y="4376790"/>
                </a:lnTo>
                <a:lnTo>
                  <a:pt x="4810224" y="4376616"/>
                </a:lnTo>
                <a:lnTo>
                  <a:pt x="4810705" y="4376433"/>
                </a:lnTo>
                <a:lnTo>
                  <a:pt x="4811178" y="4376241"/>
                </a:lnTo>
                <a:lnTo>
                  <a:pt x="4811642" y="4376039"/>
                </a:lnTo>
                <a:lnTo>
                  <a:pt x="4812097" y="4375827"/>
                </a:lnTo>
                <a:lnTo>
                  <a:pt x="4812544" y="4375607"/>
                </a:lnTo>
                <a:lnTo>
                  <a:pt x="4812982" y="4375376"/>
                </a:lnTo>
                <a:lnTo>
                  <a:pt x="4813410" y="4375137"/>
                </a:lnTo>
                <a:lnTo>
                  <a:pt x="4813830" y="4374888"/>
                </a:lnTo>
                <a:lnTo>
                  <a:pt x="4814242" y="4374630"/>
                </a:lnTo>
                <a:lnTo>
                  <a:pt x="4814644" y="4374362"/>
                </a:lnTo>
                <a:lnTo>
                  <a:pt x="4815038" y="4374085"/>
                </a:lnTo>
                <a:lnTo>
                  <a:pt x="4815423" y="4373798"/>
                </a:lnTo>
                <a:lnTo>
                  <a:pt x="4815799" y="4373503"/>
                </a:lnTo>
                <a:lnTo>
                  <a:pt x="4816166" y="4373197"/>
                </a:lnTo>
                <a:lnTo>
                  <a:pt x="4816524" y="4372883"/>
                </a:lnTo>
                <a:lnTo>
                  <a:pt x="4816874" y="4372559"/>
                </a:lnTo>
                <a:lnTo>
                  <a:pt x="4817214" y="4372225"/>
                </a:lnTo>
                <a:lnTo>
                  <a:pt x="4817546" y="4371882"/>
                </a:lnTo>
                <a:lnTo>
                  <a:pt x="4817870" y="4371530"/>
                </a:lnTo>
                <a:lnTo>
                  <a:pt x="4818184" y="4371169"/>
                </a:lnTo>
                <a:lnTo>
                  <a:pt x="4818501" y="4370797"/>
                </a:lnTo>
                <a:lnTo>
                  <a:pt x="4818805" y="4370416"/>
                </a:lnTo>
                <a:lnTo>
                  <a:pt x="4819095" y="4370025"/>
                </a:lnTo>
                <a:lnTo>
                  <a:pt x="4819372" y="4369623"/>
                </a:lnTo>
                <a:lnTo>
                  <a:pt x="4819635" y="4369212"/>
                </a:lnTo>
                <a:lnTo>
                  <a:pt x="4819885" y="4368791"/>
                </a:lnTo>
                <a:lnTo>
                  <a:pt x="4820121" y="4368360"/>
                </a:lnTo>
                <a:lnTo>
                  <a:pt x="4820344" y="4367919"/>
                </a:lnTo>
                <a:lnTo>
                  <a:pt x="4820554" y="4367468"/>
                </a:lnTo>
                <a:lnTo>
                  <a:pt x="4820749" y="4367006"/>
                </a:lnTo>
                <a:lnTo>
                  <a:pt x="4820932" y="4366535"/>
                </a:lnTo>
                <a:lnTo>
                  <a:pt x="4821100" y="4366054"/>
                </a:lnTo>
                <a:lnTo>
                  <a:pt x="4821256" y="4365563"/>
                </a:lnTo>
                <a:lnTo>
                  <a:pt x="4821397" y="4365062"/>
                </a:lnTo>
                <a:lnTo>
                  <a:pt x="4821526" y="4364551"/>
                </a:lnTo>
                <a:lnTo>
                  <a:pt x="4821640" y="4364030"/>
                </a:lnTo>
                <a:lnTo>
                  <a:pt x="4821742" y="4363499"/>
                </a:lnTo>
                <a:lnTo>
                  <a:pt x="4821830" y="4362958"/>
                </a:lnTo>
                <a:lnTo>
                  <a:pt x="4821904" y="4362407"/>
                </a:lnTo>
                <a:lnTo>
                  <a:pt x="4821965" y="4361846"/>
                </a:lnTo>
                <a:lnTo>
                  <a:pt x="4822012" y="4361275"/>
                </a:lnTo>
                <a:lnTo>
                  <a:pt x="4822046" y="4360695"/>
                </a:lnTo>
                <a:lnTo>
                  <a:pt x="4822066" y="4360104"/>
                </a:lnTo>
                <a:lnTo>
                  <a:pt x="4822073" y="4359503"/>
                </a:lnTo>
                <a:lnTo>
                  <a:pt x="4822073" y="4323323"/>
                </a:lnTo>
                <a:lnTo>
                  <a:pt x="4822080" y="4322891"/>
                </a:lnTo>
                <a:lnTo>
                  <a:pt x="4822102" y="4322470"/>
                </a:lnTo>
                <a:lnTo>
                  <a:pt x="4822139" y="4322060"/>
                </a:lnTo>
                <a:lnTo>
                  <a:pt x="4822190" y="4321660"/>
                </a:lnTo>
                <a:lnTo>
                  <a:pt x="4822256" y="4321271"/>
                </a:lnTo>
                <a:lnTo>
                  <a:pt x="4822337" y="4320892"/>
                </a:lnTo>
                <a:lnTo>
                  <a:pt x="4822432" y="4320524"/>
                </a:lnTo>
                <a:lnTo>
                  <a:pt x="4822542" y="4320167"/>
                </a:lnTo>
                <a:lnTo>
                  <a:pt x="4822667" y="4319820"/>
                </a:lnTo>
                <a:lnTo>
                  <a:pt x="4822806" y="4319483"/>
                </a:lnTo>
                <a:lnTo>
                  <a:pt x="4822960" y="4319157"/>
                </a:lnTo>
                <a:lnTo>
                  <a:pt x="4823129" y="4318842"/>
                </a:lnTo>
                <a:lnTo>
                  <a:pt x="4823313" y="4318538"/>
                </a:lnTo>
                <a:lnTo>
                  <a:pt x="4823511" y="4318243"/>
                </a:lnTo>
                <a:lnTo>
                  <a:pt x="4823724" y="4317960"/>
                </a:lnTo>
                <a:lnTo>
                  <a:pt x="4823951" y="4317687"/>
                </a:lnTo>
                <a:lnTo>
                  <a:pt x="4824193" y="4317425"/>
                </a:lnTo>
                <a:lnTo>
                  <a:pt x="4824450" y="4317173"/>
                </a:lnTo>
                <a:lnTo>
                  <a:pt x="4824722" y="4316931"/>
                </a:lnTo>
                <a:lnTo>
                  <a:pt x="4825008" y="4316701"/>
                </a:lnTo>
                <a:lnTo>
                  <a:pt x="4825309" y="4316481"/>
                </a:lnTo>
                <a:lnTo>
                  <a:pt x="4825624" y="4316271"/>
                </a:lnTo>
                <a:lnTo>
                  <a:pt x="4825954" y="4316072"/>
                </a:lnTo>
                <a:lnTo>
                  <a:pt x="4826299" y="4315884"/>
                </a:lnTo>
                <a:lnTo>
                  <a:pt x="4826652" y="4315691"/>
                </a:lnTo>
                <a:lnTo>
                  <a:pt x="4827006" y="4315507"/>
                </a:lnTo>
                <a:lnTo>
                  <a:pt x="4827361" y="4315331"/>
                </a:lnTo>
                <a:lnTo>
                  <a:pt x="4827717" y="4315165"/>
                </a:lnTo>
                <a:lnTo>
                  <a:pt x="4828075" y="4315007"/>
                </a:lnTo>
                <a:lnTo>
                  <a:pt x="4828433" y="4314859"/>
                </a:lnTo>
                <a:lnTo>
                  <a:pt x="4828793" y="4314719"/>
                </a:lnTo>
                <a:lnTo>
                  <a:pt x="4829154" y="4314587"/>
                </a:lnTo>
                <a:lnTo>
                  <a:pt x="4829516" y="4314465"/>
                </a:lnTo>
                <a:lnTo>
                  <a:pt x="4829880" y="4314351"/>
                </a:lnTo>
                <a:lnTo>
                  <a:pt x="4830244" y="4314247"/>
                </a:lnTo>
                <a:lnTo>
                  <a:pt x="4830610" y="4314151"/>
                </a:lnTo>
                <a:lnTo>
                  <a:pt x="4830977" y="4314063"/>
                </a:lnTo>
                <a:lnTo>
                  <a:pt x="4831345" y="4313985"/>
                </a:lnTo>
                <a:lnTo>
                  <a:pt x="4831714" y="4313915"/>
                </a:lnTo>
                <a:lnTo>
                  <a:pt x="4832085" y="4313855"/>
                </a:lnTo>
                <a:lnTo>
                  <a:pt x="4832456" y="4313803"/>
                </a:lnTo>
                <a:lnTo>
                  <a:pt x="4832829" y="4313760"/>
                </a:lnTo>
                <a:lnTo>
                  <a:pt x="4833203" y="4313725"/>
                </a:lnTo>
                <a:lnTo>
                  <a:pt x="4833578" y="4313700"/>
                </a:lnTo>
                <a:lnTo>
                  <a:pt x="4833954" y="4313683"/>
                </a:lnTo>
                <a:lnTo>
                  <a:pt x="4834332" y="4313675"/>
                </a:lnTo>
                <a:lnTo>
                  <a:pt x="4834711" y="4313676"/>
                </a:lnTo>
                <a:lnTo>
                  <a:pt x="4835090" y="4313686"/>
                </a:lnTo>
                <a:lnTo>
                  <a:pt x="4835090" y="4300330"/>
                </a:lnTo>
                <a:lnTo>
                  <a:pt x="4834697" y="4300339"/>
                </a:lnTo>
                <a:lnTo>
                  <a:pt x="4834305" y="4300341"/>
                </a:lnTo>
                <a:lnTo>
                  <a:pt x="4833915" y="4300335"/>
                </a:lnTo>
                <a:lnTo>
                  <a:pt x="4833527" y="4300320"/>
                </a:lnTo>
                <a:lnTo>
                  <a:pt x="4833140" y="4300297"/>
                </a:lnTo>
                <a:lnTo>
                  <a:pt x="4832755" y="4300266"/>
                </a:lnTo>
                <a:lnTo>
                  <a:pt x="4832372" y="4300227"/>
                </a:lnTo>
                <a:lnTo>
                  <a:pt x="4831991" y="4300179"/>
                </a:lnTo>
                <a:lnTo>
                  <a:pt x="4831611" y="4300123"/>
                </a:lnTo>
                <a:lnTo>
                  <a:pt x="4831234" y="4300059"/>
                </a:lnTo>
                <a:lnTo>
                  <a:pt x="4830858" y="4299987"/>
                </a:lnTo>
                <a:lnTo>
                  <a:pt x="4830483" y="4299907"/>
                </a:lnTo>
                <a:lnTo>
                  <a:pt x="4830111" y="4299818"/>
                </a:lnTo>
                <a:lnTo>
                  <a:pt x="4829740" y="4299721"/>
                </a:lnTo>
                <a:lnTo>
                  <a:pt x="4829371" y="4299616"/>
                </a:lnTo>
                <a:lnTo>
                  <a:pt x="4829004" y="4299503"/>
                </a:lnTo>
                <a:lnTo>
                  <a:pt x="4828639" y="4299381"/>
                </a:lnTo>
                <a:lnTo>
                  <a:pt x="4828275" y="4299252"/>
                </a:lnTo>
                <a:lnTo>
                  <a:pt x="4827913" y="4299114"/>
                </a:lnTo>
                <a:lnTo>
                  <a:pt x="4827553" y="4298968"/>
                </a:lnTo>
                <a:lnTo>
                  <a:pt x="4827195" y="4298813"/>
                </a:lnTo>
                <a:lnTo>
                  <a:pt x="4826838" y="4298651"/>
                </a:lnTo>
                <a:lnTo>
                  <a:pt x="4826483" y="4298480"/>
                </a:lnTo>
                <a:lnTo>
                  <a:pt x="4826130" y="4298301"/>
                </a:lnTo>
                <a:lnTo>
                  <a:pt x="4825799" y="4298099"/>
                </a:lnTo>
                <a:lnTo>
                  <a:pt x="4825482" y="4297887"/>
                </a:lnTo>
                <a:lnTo>
                  <a:pt x="4825179" y="4297667"/>
                </a:lnTo>
                <a:lnTo>
                  <a:pt x="4824890" y="4297437"/>
                </a:lnTo>
                <a:lnTo>
                  <a:pt x="4824616" y="4297197"/>
                </a:lnTo>
                <a:lnTo>
                  <a:pt x="4824355" y="4296948"/>
                </a:lnTo>
                <a:lnTo>
                  <a:pt x="4824108" y="4296690"/>
                </a:lnTo>
                <a:lnTo>
                  <a:pt x="4823876" y="4296422"/>
                </a:lnTo>
                <a:lnTo>
                  <a:pt x="4823658" y="4296145"/>
                </a:lnTo>
                <a:lnTo>
                  <a:pt x="4823453" y="4295859"/>
                </a:lnTo>
                <a:lnTo>
                  <a:pt x="4823263" y="4295563"/>
                </a:lnTo>
                <a:lnTo>
                  <a:pt x="4823087" y="4295257"/>
                </a:lnTo>
                <a:lnTo>
                  <a:pt x="4822925" y="4294943"/>
                </a:lnTo>
                <a:lnTo>
                  <a:pt x="4822777" y="4294619"/>
                </a:lnTo>
                <a:lnTo>
                  <a:pt x="4822643" y="4294285"/>
                </a:lnTo>
                <a:lnTo>
                  <a:pt x="4822523" y="4293942"/>
                </a:lnTo>
                <a:lnTo>
                  <a:pt x="4822418" y="4293590"/>
                </a:lnTo>
                <a:lnTo>
                  <a:pt x="4822326" y="4293229"/>
                </a:lnTo>
                <a:lnTo>
                  <a:pt x="4822249" y="4292858"/>
                </a:lnTo>
                <a:lnTo>
                  <a:pt x="4822185" y="4292477"/>
                </a:lnTo>
                <a:lnTo>
                  <a:pt x="4822136" y="4292087"/>
                </a:lnTo>
                <a:lnTo>
                  <a:pt x="4822101" y="4291688"/>
                </a:lnTo>
                <a:lnTo>
                  <a:pt x="4822080" y="4291280"/>
                </a:lnTo>
                <a:lnTo>
                  <a:pt x="4822073" y="4290862"/>
                </a:lnTo>
                <a:lnTo>
                  <a:pt x="4822073" y="4254512"/>
                </a:lnTo>
                <a:lnTo>
                  <a:pt x="4822066" y="4253898"/>
                </a:lnTo>
                <a:lnTo>
                  <a:pt x="4822046" y="4253295"/>
                </a:lnTo>
                <a:lnTo>
                  <a:pt x="4822012" y="4252703"/>
                </a:lnTo>
                <a:lnTo>
                  <a:pt x="4821965" y="4252122"/>
                </a:lnTo>
                <a:lnTo>
                  <a:pt x="4821904" y="4251552"/>
                </a:lnTo>
                <a:lnTo>
                  <a:pt x="4821830" y="4250993"/>
                </a:lnTo>
                <a:lnTo>
                  <a:pt x="4821742" y="4250446"/>
                </a:lnTo>
                <a:lnTo>
                  <a:pt x="4821640" y="4249910"/>
                </a:lnTo>
                <a:lnTo>
                  <a:pt x="4821526" y="4249385"/>
                </a:lnTo>
                <a:lnTo>
                  <a:pt x="4821397" y="4248871"/>
                </a:lnTo>
                <a:lnTo>
                  <a:pt x="4821256" y="4248368"/>
                </a:lnTo>
                <a:lnTo>
                  <a:pt x="4821100" y="4247876"/>
                </a:lnTo>
                <a:lnTo>
                  <a:pt x="4820932" y="4247396"/>
                </a:lnTo>
                <a:lnTo>
                  <a:pt x="4820749" y="4246926"/>
                </a:lnTo>
                <a:lnTo>
                  <a:pt x="4820554" y="4246468"/>
                </a:lnTo>
                <a:lnTo>
                  <a:pt x="4820344" y="4246021"/>
                </a:lnTo>
                <a:lnTo>
                  <a:pt x="4820121" y="4245585"/>
                </a:lnTo>
                <a:lnTo>
                  <a:pt x="4819885" y="4245161"/>
                </a:lnTo>
                <a:lnTo>
                  <a:pt x="4819635" y="4244747"/>
                </a:lnTo>
                <a:lnTo>
                  <a:pt x="4819372" y="4244345"/>
                </a:lnTo>
                <a:lnTo>
                  <a:pt x="4819095" y="4243953"/>
                </a:lnTo>
                <a:lnTo>
                  <a:pt x="4818805" y="4243573"/>
                </a:lnTo>
                <a:lnTo>
                  <a:pt x="4818501" y="4243204"/>
                </a:lnTo>
                <a:lnTo>
                  <a:pt x="4818184" y="4242846"/>
                </a:lnTo>
                <a:lnTo>
                  <a:pt x="4817870" y="4242485"/>
                </a:lnTo>
                <a:lnTo>
                  <a:pt x="4817546" y="4242133"/>
                </a:lnTo>
                <a:lnTo>
                  <a:pt x="4817214" y="4241790"/>
                </a:lnTo>
                <a:lnTo>
                  <a:pt x="4816874" y="4241456"/>
                </a:lnTo>
                <a:lnTo>
                  <a:pt x="4816524" y="4241132"/>
                </a:lnTo>
                <a:lnTo>
                  <a:pt x="4816166" y="4240818"/>
                </a:lnTo>
                <a:lnTo>
                  <a:pt x="4815799" y="4240513"/>
                </a:lnTo>
                <a:lnTo>
                  <a:pt x="4815423" y="4240217"/>
                </a:lnTo>
                <a:lnTo>
                  <a:pt x="4815038" y="4239930"/>
                </a:lnTo>
                <a:lnTo>
                  <a:pt x="4814644" y="4239653"/>
                </a:lnTo>
                <a:lnTo>
                  <a:pt x="4814242" y="4239385"/>
                </a:lnTo>
                <a:lnTo>
                  <a:pt x="4813830" y="4239127"/>
                </a:lnTo>
                <a:lnTo>
                  <a:pt x="4813410" y="4238878"/>
                </a:lnTo>
                <a:lnTo>
                  <a:pt x="4812982" y="4238639"/>
                </a:lnTo>
                <a:lnTo>
                  <a:pt x="4812544" y="4238409"/>
                </a:lnTo>
                <a:lnTo>
                  <a:pt x="4812097" y="4238188"/>
                </a:lnTo>
                <a:lnTo>
                  <a:pt x="4811642" y="4237977"/>
                </a:lnTo>
                <a:lnTo>
                  <a:pt x="4811178" y="4237775"/>
                </a:lnTo>
                <a:lnTo>
                  <a:pt x="4810705" y="4237582"/>
                </a:lnTo>
                <a:lnTo>
                  <a:pt x="4810224" y="4237399"/>
                </a:lnTo>
                <a:lnTo>
                  <a:pt x="4809733" y="4237225"/>
                </a:lnTo>
                <a:lnTo>
                  <a:pt x="4809234" y="4237061"/>
                </a:lnTo>
                <a:lnTo>
                  <a:pt x="4808726" y="4236906"/>
                </a:lnTo>
                <a:lnTo>
                  <a:pt x="4808209" y="4236760"/>
                </a:lnTo>
                <a:lnTo>
                  <a:pt x="4807699" y="4236610"/>
                </a:lnTo>
                <a:lnTo>
                  <a:pt x="4807185" y="4236468"/>
                </a:lnTo>
                <a:lnTo>
                  <a:pt x="4806666" y="4236335"/>
                </a:lnTo>
                <a:lnTo>
                  <a:pt x="4806142" y="4236211"/>
                </a:lnTo>
                <a:lnTo>
                  <a:pt x="4805614" y="4236095"/>
                </a:lnTo>
                <a:lnTo>
                  <a:pt x="4805081" y="4235989"/>
                </a:lnTo>
                <a:lnTo>
                  <a:pt x="4804543" y="4235891"/>
                </a:lnTo>
                <a:lnTo>
                  <a:pt x="4804001" y="4235802"/>
                </a:lnTo>
                <a:lnTo>
                  <a:pt x="4803454" y="4235722"/>
                </a:lnTo>
                <a:lnTo>
                  <a:pt x="4802902" y="4235651"/>
                </a:lnTo>
                <a:lnTo>
                  <a:pt x="4802346" y="4235588"/>
                </a:lnTo>
                <a:lnTo>
                  <a:pt x="4801784" y="4235534"/>
                </a:lnTo>
                <a:lnTo>
                  <a:pt x="4801218" y="4235489"/>
                </a:lnTo>
                <a:lnTo>
                  <a:pt x="4800648" y="4235453"/>
                </a:lnTo>
                <a:lnTo>
                  <a:pt x="4800073" y="4235426"/>
                </a:lnTo>
                <a:lnTo>
                  <a:pt x="4799493" y="4235408"/>
                </a:lnTo>
                <a:lnTo>
                  <a:pt x="4798908" y="4235398"/>
                </a:lnTo>
                <a:lnTo>
                  <a:pt x="4798319" y="4235397"/>
                </a:lnTo>
                <a:lnTo>
                  <a:pt x="4797724" y="4235405"/>
                </a:lnTo>
                <a:lnTo>
                  <a:pt x="4797126" y="4235422"/>
                </a:lnTo>
                <a:lnTo>
                  <a:pt x="4796522" y="4235447"/>
                </a:lnTo>
                <a:lnTo>
                  <a:pt x="4795914" y="4235482"/>
                </a:lnTo>
                <a:lnTo>
                  <a:pt x="4795301" y="4235525"/>
                </a:lnTo>
                <a:lnTo>
                  <a:pt x="4794684" y="4235577"/>
                </a:lnTo>
                <a:lnTo>
                  <a:pt x="4794684" y="4243692"/>
                </a:lnTo>
                <a:lnTo>
                  <a:pt x="4794882" y="4243693"/>
                </a:lnTo>
                <a:lnTo>
                  <a:pt x="4795083" y="4243697"/>
                </a:lnTo>
                <a:lnTo>
                  <a:pt x="4795286" y="4243702"/>
                </a:lnTo>
                <a:lnTo>
                  <a:pt x="4795491" y="4243711"/>
                </a:lnTo>
                <a:lnTo>
                  <a:pt x="4795699" y="4243721"/>
                </a:lnTo>
                <a:lnTo>
                  <a:pt x="4795909" y="4243734"/>
                </a:lnTo>
                <a:close/>
              </a:path>
            </a:pathLst>
          </a:custGeom>
          <a:solidFill xmlns:a="http://schemas.openxmlformats.org/drawingml/2006/main">
            <a:srgbClr val="24292E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BA72D7-E039-44F2-964F-2FE6EA1CFD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457" y="728810"/>
            <a:ext cx="2393317" cy="4054052"/>
          </a:xfrm>
          <a:custGeom xmlns:a="http://schemas.openxmlformats.org/drawingml/2006/main">
            <a:pathLst>
              <a:path w="2393317" h="4054052">
                <a:moveTo>
                  <a:pt x="0" y="67627"/>
                </a:moveTo>
                <a:close/>
                <a:moveTo>
                  <a:pt x="7439" y="13694"/>
                </a:moveTo>
                <a:lnTo>
                  <a:pt x="7439" y="0"/>
                </a:lnTo>
                <a:lnTo>
                  <a:pt x="94001" y="0"/>
                </a:lnTo>
                <a:lnTo>
                  <a:pt x="94001" y="13694"/>
                </a:lnTo>
                <a:lnTo>
                  <a:pt x="7439" y="13694"/>
                </a:lnTo>
                <a:close/>
                <a:moveTo>
                  <a:pt x="7439" y="49537"/>
                </a:moveTo>
                <a:lnTo>
                  <a:pt x="7439" y="35673"/>
                </a:lnTo>
                <a:lnTo>
                  <a:pt x="94001" y="35673"/>
                </a:lnTo>
                <a:lnTo>
                  <a:pt x="94001" y="49537"/>
                </a:lnTo>
                <a:lnTo>
                  <a:pt x="7439" y="49537"/>
                </a:lnTo>
                <a:close/>
                <a:moveTo>
                  <a:pt x="405497" y="316778"/>
                </a:moveTo>
                <a:close/>
                <a:moveTo>
                  <a:pt x="412936" y="262846"/>
                </a:moveTo>
                <a:lnTo>
                  <a:pt x="412936" y="249152"/>
                </a:lnTo>
                <a:lnTo>
                  <a:pt x="499498" y="249152"/>
                </a:lnTo>
                <a:lnTo>
                  <a:pt x="499498" y="262846"/>
                </a:lnTo>
                <a:lnTo>
                  <a:pt x="412936" y="262846"/>
                </a:lnTo>
                <a:close/>
                <a:moveTo>
                  <a:pt x="412936" y="298688"/>
                </a:moveTo>
                <a:lnTo>
                  <a:pt x="412936" y="284825"/>
                </a:lnTo>
                <a:lnTo>
                  <a:pt x="499498" y="284825"/>
                </a:lnTo>
                <a:lnTo>
                  <a:pt x="499498" y="298688"/>
                </a:lnTo>
                <a:lnTo>
                  <a:pt x="412936" y="298688"/>
                </a:lnTo>
                <a:close/>
                <a:moveTo>
                  <a:pt x="1115117" y="815082"/>
                </a:moveTo>
                <a:close/>
                <a:moveTo>
                  <a:pt x="1122556" y="761149"/>
                </a:moveTo>
                <a:lnTo>
                  <a:pt x="1122556" y="747455"/>
                </a:lnTo>
                <a:lnTo>
                  <a:pt x="1209118" y="747455"/>
                </a:lnTo>
                <a:lnTo>
                  <a:pt x="1209118" y="761149"/>
                </a:lnTo>
                <a:lnTo>
                  <a:pt x="1122556" y="761149"/>
                </a:lnTo>
                <a:close/>
                <a:moveTo>
                  <a:pt x="1122556" y="796991"/>
                </a:moveTo>
                <a:lnTo>
                  <a:pt x="1122556" y="783128"/>
                </a:lnTo>
                <a:lnTo>
                  <a:pt x="1209118" y="783128"/>
                </a:lnTo>
                <a:lnTo>
                  <a:pt x="1209118" y="796991"/>
                </a:lnTo>
                <a:lnTo>
                  <a:pt x="1122556" y="796991"/>
                </a:lnTo>
                <a:close/>
                <a:moveTo>
                  <a:pt x="608245" y="1064233"/>
                </a:moveTo>
                <a:close/>
                <a:moveTo>
                  <a:pt x="647976" y="1064233"/>
                </a:moveTo>
                <a:lnTo>
                  <a:pt x="647976" y="1043269"/>
                </a:lnTo>
                <a:lnTo>
                  <a:pt x="669955" y="1043269"/>
                </a:lnTo>
                <a:lnTo>
                  <a:pt x="669955" y="1064233"/>
                </a:lnTo>
                <a:lnTo>
                  <a:pt x="647976" y="1064233"/>
                </a:lnTo>
                <a:close/>
                <a:moveTo>
                  <a:pt x="647976" y="998635"/>
                </a:moveTo>
                <a:lnTo>
                  <a:pt x="647976" y="977671"/>
                </a:lnTo>
                <a:lnTo>
                  <a:pt x="669955" y="977671"/>
                </a:lnTo>
                <a:lnTo>
                  <a:pt x="669955" y="998635"/>
                </a:lnTo>
                <a:lnTo>
                  <a:pt x="647976" y="998635"/>
                </a:lnTo>
                <a:close/>
                <a:moveTo>
                  <a:pt x="1216491" y="1313385"/>
                </a:moveTo>
                <a:close/>
                <a:moveTo>
                  <a:pt x="1256222" y="1313385"/>
                </a:moveTo>
                <a:lnTo>
                  <a:pt x="1256222" y="1292420"/>
                </a:lnTo>
                <a:lnTo>
                  <a:pt x="1278200" y="1292420"/>
                </a:lnTo>
                <a:lnTo>
                  <a:pt x="1278200" y="1313385"/>
                </a:lnTo>
                <a:lnTo>
                  <a:pt x="1256222" y="1313385"/>
                </a:lnTo>
                <a:close/>
                <a:moveTo>
                  <a:pt x="1256222" y="1247787"/>
                </a:moveTo>
                <a:lnTo>
                  <a:pt x="1256222" y="1226822"/>
                </a:lnTo>
                <a:lnTo>
                  <a:pt x="1278200" y="1226822"/>
                </a:lnTo>
                <a:lnTo>
                  <a:pt x="1278200" y="1247787"/>
                </a:lnTo>
                <a:lnTo>
                  <a:pt x="1256222" y="1247787"/>
                </a:lnTo>
                <a:close/>
                <a:moveTo>
                  <a:pt x="1419239" y="1562536"/>
                </a:moveTo>
                <a:close/>
                <a:moveTo>
                  <a:pt x="1458970" y="1562536"/>
                </a:moveTo>
                <a:lnTo>
                  <a:pt x="1458970" y="1541572"/>
                </a:lnTo>
                <a:lnTo>
                  <a:pt x="1480949" y="1541572"/>
                </a:lnTo>
                <a:lnTo>
                  <a:pt x="1480949" y="1562536"/>
                </a:lnTo>
                <a:lnTo>
                  <a:pt x="1458970" y="1562536"/>
                </a:lnTo>
                <a:close/>
                <a:moveTo>
                  <a:pt x="1458970" y="1496938"/>
                </a:moveTo>
                <a:lnTo>
                  <a:pt x="1458970" y="1475974"/>
                </a:lnTo>
                <a:lnTo>
                  <a:pt x="1480949" y="1475974"/>
                </a:lnTo>
                <a:lnTo>
                  <a:pt x="1480949" y="1496938"/>
                </a:lnTo>
                <a:lnTo>
                  <a:pt x="1458970" y="1496938"/>
                </a:lnTo>
                <a:close/>
                <a:moveTo>
                  <a:pt x="0" y="2060839"/>
                </a:moveTo>
                <a:close/>
                <a:moveTo>
                  <a:pt x="7439" y="2006907"/>
                </a:moveTo>
                <a:lnTo>
                  <a:pt x="7439" y="1993213"/>
                </a:lnTo>
                <a:lnTo>
                  <a:pt x="94001" y="1993213"/>
                </a:lnTo>
                <a:lnTo>
                  <a:pt x="94001" y="2006907"/>
                </a:lnTo>
                <a:lnTo>
                  <a:pt x="7439" y="2006907"/>
                </a:lnTo>
                <a:close/>
                <a:moveTo>
                  <a:pt x="7439" y="2042749"/>
                </a:moveTo>
                <a:lnTo>
                  <a:pt x="7439" y="2028886"/>
                </a:lnTo>
                <a:lnTo>
                  <a:pt x="94001" y="2028886"/>
                </a:lnTo>
                <a:lnTo>
                  <a:pt x="94001" y="2042749"/>
                </a:lnTo>
                <a:lnTo>
                  <a:pt x="7439" y="2042749"/>
                </a:lnTo>
                <a:close/>
                <a:moveTo>
                  <a:pt x="101374" y="2309991"/>
                </a:moveTo>
                <a:close/>
                <a:moveTo>
                  <a:pt x="141105" y="2309991"/>
                </a:moveTo>
                <a:lnTo>
                  <a:pt x="141105" y="2289027"/>
                </a:lnTo>
                <a:lnTo>
                  <a:pt x="163084" y="2289027"/>
                </a:lnTo>
                <a:lnTo>
                  <a:pt x="163084" y="2309991"/>
                </a:lnTo>
                <a:lnTo>
                  <a:pt x="141105" y="2309991"/>
                </a:lnTo>
                <a:close/>
                <a:moveTo>
                  <a:pt x="141105" y="2244393"/>
                </a:moveTo>
                <a:lnTo>
                  <a:pt x="141105" y="2223429"/>
                </a:lnTo>
                <a:lnTo>
                  <a:pt x="163084" y="2223429"/>
                </a:lnTo>
                <a:lnTo>
                  <a:pt x="163084" y="2244393"/>
                </a:lnTo>
                <a:lnTo>
                  <a:pt x="141105" y="2244393"/>
                </a:lnTo>
                <a:close/>
                <a:moveTo>
                  <a:pt x="405497" y="2559143"/>
                </a:moveTo>
                <a:close/>
                <a:moveTo>
                  <a:pt x="445228" y="2559143"/>
                </a:moveTo>
                <a:lnTo>
                  <a:pt x="445228" y="2538179"/>
                </a:lnTo>
                <a:lnTo>
                  <a:pt x="467206" y="2538179"/>
                </a:lnTo>
                <a:lnTo>
                  <a:pt x="467206" y="2559143"/>
                </a:lnTo>
                <a:lnTo>
                  <a:pt x="445228" y="2559143"/>
                </a:lnTo>
                <a:close/>
                <a:moveTo>
                  <a:pt x="445228" y="2493545"/>
                </a:moveTo>
                <a:lnTo>
                  <a:pt x="445228" y="2472580"/>
                </a:lnTo>
                <a:lnTo>
                  <a:pt x="467206" y="2472580"/>
                </a:lnTo>
                <a:lnTo>
                  <a:pt x="467206" y="2493545"/>
                </a:lnTo>
                <a:lnTo>
                  <a:pt x="445228" y="2493545"/>
                </a:lnTo>
                <a:close/>
                <a:moveTo>
                  <a:pt x="1723362" y="2559143"/>
                </a:moveTo>
                <a:close/>
                <a:moveTo>
                  <a:pt x="1763093" y="2559143"/>
                </a:moveTo>
                <a:lnTo>
                  <a:pt x="1763093" y="2538179"/>
                </a:lnTo>
                <a:lnTo>
                  <a:pt x="1785072" y="2538179"/>
                </a:lnTo>
                <a:lnTo>
                  <a:pt x="1785072" y="2559143"/>
                </a:lnTo>
                <a:lnTo>
                  <a:pt x="1763093" y="2559143"/>
                </a:lnTo>
                <a:close/>
                <a:moveTo>
                  <a:pt x="1763093" y="2493545"/>
                </a:moveTo>
                <a:lnTo>
                  <a:pt x="1763093" y="2472580"/>
                </a:lnTo>
                <a:lnTo>
                  <a:pt x="1785072" y="2472580"/>
                </a:lnTo>
                <a:lnTo>
                  <a:pt x="1785072" y="2493545"/>
                </a:lnTo>
                <a:lnTo>
                  <a:pt x="1763093" y="2493545"/>
                </a:lnTo>
                <a:close/>
                <a:moveTo>
                  <a:pt x="101374" y="2808294"/>
                </a:moveTo>
                <a:close/>
                <a:moveTo>
                  <a:pt x="141105" y="2808294"/>
                </a:moveTo>
                <a:lnTo>
                  <a:pt x="141105" y="2787330"/>
                </a:lnTo>
                <a:lnTo>
                  <a:pt x="163084" y="2787330"/>
                </a:lnTo>
                <a:lnTo>
                  <a:pt x="163084" y="2808294"/>
                </a:lnTo>
                <a:lnTo>
                  <a:pt x="141105" y="2808294"/>
                </a:lnTo>
                <a:close/>
                <a:moveTo>
                  <a:pt x="141105" y="2742696"/>
                </a:moveTo>
                <a:lnTo>
                  <a:pt x="141105" y="2721732"/>
                </a:lnTo>
                <a:lnTo>
                  <a:pt x="163084" y="2721732"/>
                </a:lnTo>
                <a:lnTo>
                  <a:pt x="163084" y="2742696"/>
                </a:lnTo>
                <a:lnTo>
                  <a:pt x="141105" y="2742696"/>
                </a:lnTo>
                <a:close/>
                <a:moveTo>
                  <a:pt x="405497" y="3057446"/>
                </a:moveTo>
                <a:close/>
                <a:moveTo>
                  <a:pt x="445228" y="3057446"/>
                </a:moveTo>
                <a:lnTo>
                  <a:pt x="445228" y="3036482"/>
                </a:lnTo>
                <a:lnTo>
                  <a:pt x="467206" y="3036482"/>
                </a:lnTo>
                <a:lnTo>
                  <a:pt x="467206" y="3057446"/>
                </a:lnTo>
                <a:lnTo>
                  <a:pt x="445228" y="3057446"/>
                </a:lnTo>
                <a:close/>
                <a:moveTo>
                  <a:pt x="445228" y="2991848"/>
                </a:moveTo>
                <a:lnTo>
                  <a:pt x="445228" y="2970883"/>
                </a:lnTo>
                <a:lnTo>
                  <a:pt x="467206" y="2970883"/>
                </a:lnTo>
                <a:lnTo>
                  <a:pt x="467206" y="2991848"/>
                </a:lnTo>
                <a:lnTo>
                  <a:pt x="445228" y="2991848"/>
                </a:lnTo>
                <a:close/>
                <a:moveTo>
                  <a:pt x="1723362" y="3057446"/>
                </a:moveTo>
                <a:close/>
                <a:moveTo>
                  <a:pt x="1763093" y="3057446"/>
                </a:moveTo>
                <a:lnTo>
                  <a:pt x="1763093" y="3036482"/>
                </a:lnTo>
                <a:lnTo>
                  <a:pt x="1785072" y="3036482"/>
                </a:lnTo>
                <a:lnTo>
                  <a:pt x="1785072" y="3057446"/>
                </a:lnTo>
                <a:lnTo>
                  <a:pt x="1763093" y="3057446"/>
                </a:lnTo>
                <a:close/>
                <a:moveTo>
                  <a:pt x="1763093" y="2991848"/>
                </a:moveTo>
                <a:lnTo>
                  <a:pt x="1763093" y="2970883"/>
                </a:lnTo>
                <a:lnTo>
                  <a:pt x="1785072" y="2970883"/>
                </a:lnTo>
                <a:lnTo>
                  <a:pt x="1785072" y="2991848"/>
                </a:lnTo>
                <a:lnTo>
                  <a:pt x="1763093" y="2991848"/>
                </a:lnTo>
                <a:close/>
                <a:moveTo>
                  <a:pt x="1419239" y="3306597"/>
                </a:moveTo>
                <a:close/>
                <a:moveTo>
                  <a:pt x="1458970" y="3306597"/>
                </a:moveTo>
                <a:lnTo>
                  <a:pt x="1458970" y="3285633"/>
                </a:lnTo>
                <a:lnTo>
                  <a:pt x="1480949" y="3285633"/>
                </a:lnTo>
                <a:lnTo>
                  <a:pt x="1480949" y="3306597"/>
                </a:lnTo>
                <a:lnTo>
                  <a:pt x="1458970" y="3306597"/>
                </a:lnTo>
                <a:close/>
                <a:moveTo>
                  <a:pt x="1458970" y="3240999"/>
                </a:moveTo>
                <a:lnTo>
                  <a:pt x="1458970" y="3220035"/>
                </a:lnTo>
                <a:lnTo>
                  <a:pt x="1480949" y="3220035"/>
                </a:lnTo>
                <a:lnTo>
                  <a:pt x="1480949" y="3240999"/>
                </a:lnTo>
                <a:lnTo>
                  <a:pt x="1458970" y="3240999"/>
                </a:lnTo>
                <a:close/>
                <a:moveTo>
                  <a:pt x="101374" y="3555749"/>
                </a:moveTo>
                <a:close/>
                <a:moveTo>
                  <a:pt x="141105" y="3555749"/>
                </a:moveTo>
                <a:lnTo>
                  <a:pt x="141105" y="3534785"/>
                </a:lnTo>
                <a:lnTo>
                  <a:pt x="163084" y="3534785"/>
                </a:lnTo>
                <a:lnTo>
                  <a:pt x="163084" y="3555749"/>
                </a:lnTo>
                <a:lnTo>
                  <a:pt x="141105" y="3555749"/>
                </a:lnTo>
                <a:close/>
                <a:moveTo>
                  <a:pt x="141105" y="3490151"/>
                </a:moveTo>
                <a:lnTo>
                  <a:pt x="141105" y="3469187"/>
                </a:lnTo>
                <a:lnTo>
                  <a:pt x="163084" y="3469187"/>
                </a:lnTo>
                <a:lnTo>
                  <a:pt x="163084" y="3490151"/>
                </a:lnTo>
                <a:lnTo>
                  <a:pt x="141105" y="3490151"/>
                </a:lnTo>
                <a:close/>
                <a:moveTo>
                  <a:pt x="405497" y="3804901"/>
                </a:moveTo>
                <a:close/>
                <a:moveTo>
                  <a:pt x="445228" y="3804901"/>
                </a:moveTo>
                <a:lnTo>
                  <a:pt x="445228" y="3783936"/>
                </a:lnTo>
                <a:lnTo>
                  <a:pt x="467206" y="3783936"/>
                </a:lnTo>
                <a:lnTo>
                  <a:pt x="467206" y="3804901"/>
                </a:lnTo>
                <a:lnTo>
                  <a:pt x="445228" y="3804901"/>
                </a:lnTo>
                <a:close/>
                <a:moveTo>
                  <a:pt x="445228" y="3739302"/>
                </a:moveTo>
                <a:lnTo>
                  <a:pt x="445228" y="3718338"/>
                </a:lnTo>
                <a:lnTo>
                  <a:pt x="467206" y="3718338"/>
                </a:lnTo>
                <a:lnTo>
                  <a:pt x="467206" y="3739302"/>
                </a:lnTo>
                <a:lnTo>
                  <a:pt x="445228" y="3739302"/>
                </a:lnTo>
                <a:close/>
                <a:moveTo>
                  <a:pt x="2331608" y="3804901"/>
                </a:moveTo>
                <a:close/>
                <a:moveTo>
                  <a:pt x="2371338" y="3804901"/>
                </a:moveTo>
                <a:lnTo>
                  <a:pt x="2371338" y="3783936"/>
                </a:lnTo>
                <a:lnTo>
                  <a:pt x="2393317" y="3783936"/>
                </a:lnTo>
                <a:lnTo>
                  <a:pt x="2393317" y="3804901"/>
                </a:lnTo>
                <a:lnTo>
                  <a:pt x="2371338" y="3804901"/>
                </a:lnTo>
                <a:close/>
                <a:moveTo>
                  <a:pt x="2371338" y="3739302"/>
                </a:moveTo>
                <a:lnTo>
                  <a:pt x="2371338" y="3718338"/>
                </a:lnTo>
                <a:lnTo>
                  <a:pt x="2393317" y="3718338"/>
                </a:lnTo>
                <a:lnTo>
                  <a:pt x="2393317" y="3739302"/>
                </a:lnTo>
                <a:lnTo>
                  <a:pt x="2371338" y="3739302"/>
                </a:lnTo>
                <a:close/>
                <a:moveTo>
                  <a:pt x="2331608" y="4054052"/>
                </a:moveTo>
                <a:close/>
                <a:moveTo>
                  <a:pt x="2371338" y="4054052"/>
                </a:moveTo>
                <a:lnTo>
                  <a:pt x="2371338" y="4033088"/>
                </a:lnTo>
                <a:lnTo>
                  <a:pt x="2393317" y="4033088"/>
                </a:lnTo>
                <a:lnTo>
                  <a:pt x="2393317" y="4054052"/>
                </a:lnTo>
                <a:lnTo>
                  <a:pt x="2371338" y="4054052"/>
                </a:lnTo>
                <a:close/>
                <a:moveTo>
                  <a:pt x="2371338" y="3988454"/>
                </a:moveTo>
                <a:lnTo>
                  <a:pt x="2371338" y="3967490"/>
                </a:lnTo>
                <a:lnTo>
                  <a:pt x="2393317" y="3967490"/>
                </a:lnTo>
                <a:lnTo>
                  <a:pt x="2393317" y="3988454"/>
                </a:lnTo>
                <a:lnTo>
                  <a:pt x="2371338" y="3988454"/>
                </a:lnTo>
                <a:close/>
              </a:path>
            </a:pathLst>
          </a:custGeom>
          <a:solidFill xmlns:a="http://schemas.openxmlformats.org/drawingml/2006/main">
            <a:srgbClr val="D32F2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CFFB64-7217-4B8F-A044-7CD247FC7A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831" y="775472"/>
            <a:ext cx="3812557" cy="519267"/>
          </a:xfrm>
          <a:custGeom xmlns:a="http://schemas.openxmlformats.org/drawingml/2006/main">
            <a:pathLst>
              <a:path w="3812557" h="519267">
                <a:moveTo>
                  <a:pt x="0" y="20964"/>
                </a:moveTo>
                <a:close/>
                <a:moveTo>
                  <a:pt x="39731" y="20964"/>
                </a:moveTo>
                <a:lnTo>
                  <a:pt x="39731" y="0"/>
                </a:lnTo>
                <a:lnTo>
                  <a:pt x="61710" y="0"/>
                </a:lnTo>
                <a:lnTo>
                  <a:pt x="61710" y="20964"/>
                </a:lnTo>
                <a:lnTo>
                  <a:pt x="39731" y="20964"/>
                </a:lnTo>
                <a:close/>
                <a:moveTo>
                  <a:pt x="101374" y="20964"/>
                </a:moveTo>
                <a:close/>
                <a:moveTo>
                  <a:pt x="141105" y="20964"/>
                </a:moveTo>
                <a:lnTo>
                  <a:pt x="141105" y="0"/>
                </a:lnTo>
                <a:lnTo>
                  <a:pt x="163084" y="0"/>
                </a:lnTo>
                <a:lnTo>
                  <a:pt x="163084" y="20964"/>
                </a:lnTo>
                <a:lnTo>
                  <a:pt x="141105" y="20964"/>
                </a:lnTo>
                <a:close/>
                <a:moveTo>
                  <a:pt x="202749" y="20964"/>
                </a:moveTo>
                <a:close/>
                <a:moveTo>
                  <a:pt x="242479" y="20964"/>
                </a:moveTo>
                <a:lnTo>
                  <a:pt x="242479" y="0"/>
                </a:lnTo>
                <a:lnTo>
                  <a:pt x="264458" y="0"/>
                </a:lnTo>
                <a:lnTo>
                  <a:pt x="264458" y="20964"/>
                </a:lnTo>
                <a:lnTo>
                  <a:pt x="242479" y="20964"/>
                </a:lnTo>
                <a:close/>
                <a:moveTo>
                  <a:pt x="3548099" y="519267"/>
                </a:moveTo>
                <a:close/>
                <a:moveTo>
                  <a:pt x="3587829" y="519267"/>
                </a:moveTo>
                <a:lnTo>
                  <a:pt x="3587829" y="498303"/>
                </a:lnTo>
                <a:lnTo>
                  <a:pt x="3609808" y="498303"/>
                </a:lnTo>
                <a:lnTo>
                  <a:pt x="3609808" y="519267"/>
                </a:lnTo>
                <a:lnTo>
                  <a:pt x="3587829" y="519267"/>
                </a:lnTo>
                <a:close/>
                <a:moveTo>
                  <a:pt x="3649473" y="519267"/>
                </a:moveTo>
                <a:close/>
                <a:moveTo>
                  <a:pt x="3689204" y="519267"/>
                </a:moveTo>
                <a:lnTo>
                  <a:pt x="3689204" y="498303"/>
                </a:lnTo>
                <a:lnTo>
                  <a:pt x="3711182" y="498303"/>
                </a:lnTo>
                <a:lnTo>
                  <a:pt x="3711182" y="519267"/>
                </a:lnTo>
                <a:lnTo>
                  <a:pt x="3689204" y="519267"/>
                </a:lnTo>
                <a:close/>
                <a:moveTo>
                  <a:pt x="3750847" y="519267"/>
                </a:moveTo>
                <a:close/>
                <a:moveTo>
                  <a:pt x="3790578" y="519267"/>
                </a:moveTo>
                <a:lnTo>
                  <a:pt x="3790578" y="498303"/>
                </a:lnTo>
                <a:lnTo>
                  <a:pt x="3812557" y="498303"/>
                </a:lnTo>
                <a:lnTo>
                  <a:pt x="3812557" y="519267"/>
                </a:lnTo>
                <a:lnTo>
                  <a:pt x="3790578" y="519267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05FAF9-EF16-4643-A30F-101935C9F5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1586" y="773444"/>
            <a:ext cx="4622198" cy="4033933"/>
          </a:xfrm>
          <a:custGeom xmlns:a="http://schemas.openxmlformats.org/drawingml/2006/main">
            <a:pathLst>
              <a:path w="4622198" h="4033933">
                <a:moveTo>
                  <a:pt x="912368" y="22993"/>
                </a:moveTo>
                <a:close/>
                <a:moveTo>
                  <a:pt x="952775" y="47508"/>
                </a:moveTo>
                <a:lnTo>
                  <a:pt x="952775" y="45310"/>
                </a:lnTo>
                <a:cubicBezTo>
                  <a:pt x="955818" y="41816"/>
                  <a:pt x="958129" y="38209"/>
                  <a:pt x="959707" y="34490"/>
                </a:cubicBezTo>
                <a:cubicBezTo>
                  <a:pt x="961285" y="30770"/>
                  <a:pt x="962074" y="26938"/>
                  <a:pt x="962074" y="22993"/>
                </a:cubicBezTo>
                <a:lnTo>
                  <a:pt x="953452" y="22993"/>
                </a:lnTo>
                <a:lnTo>
                  <a:pt x="953452" y="0"/>
                </a:lnTo>
                <a:lnTo>
                  <a:pt x="972725" y="0"/>
                </a:lnTo>
                <a:lnTo>
                  <a:pt x="972725" y="19781"/>
                </a:lnTo>
                <a:cubicBezTo>
                  <a:pt x="972725" y="24740"/>
                  <a:pt x="971880" y="29587"/>
                  <a:pt x="970189" y="34321"/>
                </a:cubicBezTo>
                <a:cubicBezTo>
                  <a:pt x="968611" y="39167"/>
                  <a:pt x="966188" y="43563"/>
                  <a:pt x="962919" y="47508"/>
                </a:cubicBezTo>
                <a:lnTo>
                  <a:pt x="952775" y="47508"/>
                </a:lnTo>
                <a:close/>
                <a:moveTo>
                  <a:pt x="4561841" y="521296"/>
                </a:moveTo>
                <a:close/>
                <a:moveTo>
                  <a:pt x="4602248" y="545811"/>
                </a:moveTo>
                <a:lnTo>
                  <a:pt x="4602248" y="543613"/>
                </a:lnTo>
                <a:cubicBezTo>
                  <a:pt x="4605291" y="540119"/>
                  <a:pt x="4607602" y="536512"/>
                  <a:pt x="4609180" y="532793"/>
                </a:cubicBezTo>
                <a:cubicBezTo>
                  <a:pt x="4610758" y="529073"/>
                  <a:pt x="4611547" y="525241"/>
                  <a:pt x="4611547" y="521296"/>
                </a:cubicBezTo>
                <a:lnTo>
                  <a:pt x="4602925" y="521296"/>
                </a:lnTo>
                <a:lnTo>
                  <a:pt x="4602925" y="498303"/>
                </a:lnTo>
                <a:lnTo>
                  <a:pt x="4622198" y="498303"/>
                </a:lnTo>
                <a:lnTo>
                  <a:pt x="4622198" y="518084"/>
                </a:lnTo>
                <a:cubicBezTo>
                  <a:pt x="4622198" y="523043"/>
                  <a:pt x="4621353" y="527890"/>
                  <a:pt x="4619662" y="532624"/>
                </a:cubicBezTo>
                <a:cubicBezTo>
                  <a:pt x="4618084" y="537470"/>
                  <a:pt x="4615661" y="541866"/>
                  <a:pt x="4612393" y="545811"/>
                </a:cubicBezTo>
                <a:lnTo>
                  <a:pt x="4602248" y="545811"/>
                </a:lnTo>
                <a:close/>
                <a:moveTo>
                  <a:pt x="2027485" y="1019599"/>
                </a:moveTo>
                <a:close/>
                <a:moveTo>
                  <a:pt x="2067892" y="1044114"/>
                </a:moveTo>
                <a:lnTo>
                  <a:pt x="2067892" y="1041916"/>
                </a:lnTo>
                <a:cubicBezTo>
                  <a:pt x="2070935" y="1038422"/>
                  <a:pt x="2073246" y="1034815"/>
                  <a:pt x="2074824" y="1031096"/>
                </a:cubicBezTo>
                <a:cubicBezTo>
                  <a:pt x="2076402" y="1027376"/>
                  <a:pt x="2077191" y="1023544"/>
                  <a:pt x="2077191" y="1019599"/>
                </a:cubicBezTo>
                <a:lnTo>
                  <a:pt x="2068568" y="1019599"/>
                </a:lnTo>
                <a:lnTo>
                  <a:pt x="2068568" y="996606"/>
                </a:lnTo>
                <a:lnTo>
                  <a:pt x="2087842" y="996606"/>
                </a:lnTo>
                <a:lnTo>
                  <a:pt x="2087842" y="1016387"/>
                </a:lnTo>
                <a:cubicBezTo>
                  <a:pt x="2087842" y="1021347"/>
                  <a:pt x="2086997" y="1026193"/>
                  <a:pt x="2085306" y="1030927"/>
                </a:cubicBezTo>
                <a:cubicBezTo>
                  <a:pt x="2083728" y="1035773"/>
                  <a:pt x="2081305" y="1040169"/>
                  <a:pt x="2078036" y="1044114"/>
                </a:cubicBezTo>
                <a:lnTo>
                  <a:pt x="2067892" y="1044114"/>
                </a:lnTo>
                <a:close/>
                <a:moveTo>
                  <a:pt x="2128859" y="1268751"/>
                </a:moveTo>
                <a:close/>
                <a:moveTo>
                  <a:pt x="2169266" y="1293266"/>
                </a:moveTo>
                <a:lnTo>
                  <a:pt x="2169266" y="1291068"/>
                </a:lnTo>
                <a:cubicBezTo>
                  <a:pt x="2172309" y="1287574"/>
                  <a:pt x="2174620" y="1283967"/>
                  <a:pt x="2176198" y="1280247"/>
                </a:cubicBezTo>
                <a:cubicBezTo>
                  <a:pt x="2177776" y="1276528"/>
                  <a:pt x="2178565" y="1272696"/>
                  <a:pt x="2178565" y="1268751"/>
                </a:cubicBezTo>
                <a:lnTo>
                  <a:pt x="2169942" y="1268751"/>
                </a:lnTo>
                <a:lnTo>
                  <a:pt x="2169942" y="1245758"/>
                </a:lnTo>
                <a:lnTo>
                  <a:pt x="2189216" y="1245758"/>
                </a:lnTo>
                <a:lnTo>
                  <a:pt x="2189216" y="1265539"/>
                </a:lnTo>
                <a:cubicBezTo>
                  <a:pt x="2189216" y="1270498"/>
                  <a:pt x="2188371" y="1275344"/>
                  <a:pt x="2186680" y="1280079"/>
                </a:cubicBezTo>
                <a:cubicBezTo>
                  <a:pt x="2185102" y="1284925"/>
                  <a:pt x="2182679" y="1289321"/>
                  <a:pt x="2179410" y="1293266"/>
                </a:cubicBezTo>
                <a:lnTo>
                  <a:pt x="2169266" y="1293266"/>
                </a:lnTo>
                <a:close/>
                <a:moveTo>
                  <a:pt x="2534356" y="1517902"/>
                </a:moveTo>
                <a:close/>
                <a:moveTo>
                  <a:pt x="2574763" y="1542417"/>
                </a:moveTo>
                <a:lnTo>
                  <a:pt x="2574763" y="1540219"/>
                </a:lnTo>
                <a:cubicBezTo>
                  <a:pt x="2577806" y="1536725"/>
                  <a:pt x="2580117" y="1533119"/>
                  <a:pt x="2581695" y="1529399"/>
                </a:cubicBezTo>
                <a:cubicBezTo>
                  <a:pt x="2583273" y="1525680"/>
                  <a:pt x="2584062" y="1521847"/>
                  <a:pt x="2584062" y="1517902"/>
                </a:cubicBezTo>
                <a:lnTo>
                  <a:pt x="2575440" y="1517902"/>
                </a:lnTo>
                <a:lnTo>
                  <a:pt x="2575440" y="1494909"/>
                </a:lnTo>
                <a:lnTo>
                  <a:pt x="2594713" y="1494909"/>
                </a:lnTo>
                <a:lnTo>
                  <a:pt x="2594713" y="1514690"/>
                </a:lnTo>
                <a:cubicBezTo>
                  <a:pt x="2594713" y="1519650"/>
                  <a:pt x="2593868" y="1524496"/>
                  <a:pt x="2592177" y="1529230"/>
                </a:cubicBezTo>
                <a:cubicBezTo>
                  <a:pt x="2590599" y="1534076"/>
                  <a:pt x="2588176" y="1538472"/>
                  <a:pt x="2584907" y="1542417"/>
                </a:cubicBezTo>
                <a:lnTo>
                  <a:pt x="2574763" y="1542417"/>
                </a:lnTo>
                <a:close/>
                <a:moveTo>
                  <a:pt x="0" y="1767054"/>
                </a:moveTo>
                <a:close/>
                <a:moveTo>
                  <a:pt x="39731" y="1767054"/>
                </a:moveTo>
                <a:lnTo>
                  <a:pt x="39731" y="1746090"/>
                </a:lnTo>
                <a:lnTo>
                  <a:pt x="61710" y="1746090"/>
                </a:lnTo>
                <a:lnTo>
                  <a:pt x="61710" y="1767054"/>
                </a:lnTo>
                <a:lnTo>
                  <a:pt x="39731" y="1767054"/>
                </a:lnTo>
                <a:close/>
                <a:moveTo>
                  <a:pt x="101374" y="1767054"/>
                </a:moveTo>
                <a:close/>
                <a:moveTo>
                  <a:pt x="141105" y="1767054"/>
                </a:moveTo>
                <a:lnTo>
                  <a:pt x="141105" y="1746090"/>
                </a:lnTo>
                <a:lnTo>
                  <a:pt x="163084" y="1746090"/>
                </a:lnTo>
                <a:lnTo>
                  <a:pt x="163084" y="1767054"/>
                </a:lnTo>
                <a:lnTo>
                  <a:pt x="141105" y="1767054"/>
                </a:lnTo>
                <a:close/>
                <a:moveTo>
                  <a:pt x="202748" y="1767054"/>
                </a:moveTo>
                <a:close/>
                <a:moveTo>
                  <a:pt x="242479" y="1767054"/>
                </a:moveTo>
                <a:lnTo>
                  <a:pt x="242479" y="1746090"/>
                </a:lnTo>
                <a:lnTo>
                  <a:pt x="264458" y="1746090"/>
                </a:lnTo>
                <a:lnTo>
                  <a:pt x="264458" y="1767054"/>
                </a:lnTo>
                <a:lnTo>
                  <a:pt x="242479" y="1767054"/>
                </a:lnTo>
                <a:close/>
                <a:moveTo>
                  <a:pt x="405497" y="1767054"/>
                </a:moveTo>
                <a:close/>
                <a:moveTo>
                  <a:pt x="445904" y="1791569"/>
                </a:moveTo>
                <a:lnTo>
                  <a:pt x="445904" y="1789371"/>
                </a:lnTo>
                <a:cubicBezTo>
                  <a:pt x="448947" y="1785877"/>
                  <a:pt x="451258" y="1782270"/>
                  <a:pt x="452836" y="1778551"/>
                </a:cubicBezTo>
                <a:cubicBezTo>
                  <a:pt x="454414" y="1774831"/>
                  <a:pt x="455203" y="1770999"/>
                  <a:pt x="455203" y="1767054"/>
                </a:cubicBezTo>
                <a:lnTo>
                  <a:pt x="446580" y="1767054"/>
                </a:lnTo>
                <a:lnTo>
                  <a:pt x="446580" y="1744061"/>
                </a:lnTo>
                <a:lnTo>
                  <a:pt x="465854" y="1744061"/>
                </a:lnTo>
                <a:lnTo>
                  <a:pt x="465854" y="1763842"/>
                </a:lnTo>
                <a:cubicBezTo>
                  <a:pt x="465854" y="1768801"/>
                  <a:pt x="465009" y="1773648"/>
                  <a:pt x="463318" y="1778382"/>
                </a:cubicBezTo>
                <a:cubicBezTo>
                  <a:pt x="461740" y="1783228"/>
                  <a:pt x="459317" y="1787624"/>
                  <a:pt x="456048" y="1791569"/>
                </a:cubicBezTo>
                <a:lnTo>
                  <a:pt x="445904" y="1791569"/>
                </a:lnTo>
                <a:close/>
                <a:moveTo>
                  <a:pt x="2534356" y="2265357"/>
                </a:moveTo>
                <a:close/>
                <a:moveTo>
                  <a:pt x="2574763" y="2289872"/>
                </a:moveTo>
                <a:lnTo>
                  <a:pt x="2574763" y="2287674"/>
                </a:lnTo>
                <a:cubicBezTo>
                  <a:pt x="2577806" y="2284180"/>
                  <a:pt x="2580117" y="2280573"/>
                  <a:pt x="2581695" y="2276854"/>
                </a:cubicBezTo>
                <a:cubicBezTo>
                  <a:pt x="2583273" y="2273134"/>
                  <a:pt x="2584062" y="2269302"/>
                  <a:pt x="2584062" y="2265357"/>
                </a:cubicBezTo>
                <a:lnTo>
                  <a:pt x="2575440" y="2265357"/>
                </a:lnTo>
                <a:lnTo>
                  <a:pt x="2575440" y="2242364"/>
                </a:lnTo>
                <a:lnTo>
                  <a:pt x="2594713" y="2242364"/>
                </a:lnTo>
                <a:lnTo>
                  <a:pt x="2594713" y="2262145"/>
                </a:lnTo>
                <a:cubicBezTo>
                  <a:pt x="2594713" y="2267104"/>
                  <a:pt x="2593868" y="2271951"/>
                  <a:pt x="2592177" y="2276685"/>
                </a:cubicBezTo>
                <a:cubicBezTo>
                  <a:pt x="2590599" y="2281531"/>
                  <a:pt x="2588176" y="2285927"/>
                  <a:pt x="2584907" y="2289872"/>
                </a:cubicBezTo>
                <a:lnTo>
                  <a:pt x="2574763" y="2289872"/>
                </a:lnTo>
                <a:close/>
                <a:moveTo>
                  <a:pt x="3345350" y="2514509"/>
                </a:moveTo>
                <a:close/>
                <a:moveTo>
                  <a:pt x="3385757" y="2539024"/>
                </a:moveTo>
                <a:lnTo>
                  <a:pt x="3385757" y="2536826"/>
                </a:lnTo>
                <a:cubicBezTo>
                  <a:pt x="3388800" y="2533332"/>
                  <a:pt x="3391111" y="2529725"/>
                  <a:pt x="3392689" y="2526005"/>
                </a:cubicBezTo>
                <a:cubicBezTo>
                  <a:pt x="3394267" y="2522286"/>
                  <a:pt x="3395056" y="2518454"/>
                  <a:pt x="3395056" y="2514509"/>
                </a:cubicBezTo>
                <a:lnTo>
                  <a:pt x="3386433" y="2514509"/>
                </a:lnTo>
                <a:lnTo>
                  <a:pt x="3386433" y="2491516"/>
                </a:lnTo>
                <a:lnTo>
                  <a:pt x="3405707" y="2491516"/>
                </a:lnTo>
                <a:lnTo>
                  <a:pt x="3405707" y="2511297"/>
                </a:lnTo>
                <a:cubicBezTo>
                  <a:pt x="3405707" y="2516256"/>
                  <a:pt x="3404862" y="2521102"/>
                  <a:pt x="3403171" y="2525836"/>
                </a:cubicBezTo>
                <a:cubicBezTo>
                  <a:pt x="3401593" y="2530683"/>
                  <a:pt x="3399170" y="2535079"/>
                  <a:pt x="3395901" y="2539024"/>
                </a:cubicBezTo>
                <a:lnTo>
                  <a:pt x="3385757" y="2539024"/>
                </a:lnTo>
                <a:close/>
                <a:moveTo>
                  <a:pt x="2027485" y="2763660"/>
                </a:moveTo>
                <a:close/>
                <a:moveTo>
                  <a:pt x="2067892" y="2788175"/>
                </a:moveTo>
                <a:lnTo>
                  <a:pt x="2067892" y="2785977"/>
                </a:lnTo>
                <a:cubicBezTo>
                  <a:pt x="2070935" y="2782483"/>
                  <a:pt x="2073246" y="2778876"/>
                  <a:pt x="2074824" y="2775157"/>
                </a:cubicBezTo>
                <a:cubicBezTo>
                  <a:pt x="2076402" y="2771437"/>
                  <a:pt x="2077191" y="2767605"/>
                  <a:pt x="2077191" y="2763660"/>
                </a:cubicBezTo>
                <a:lnTo>
                  <a:pt x="2068568" y="2763660"/>
                </a:lnTo>
                <a:lnTo>
                  <a:pt x="2068568" y="2740667"/>
                </a:lnTo>
                <a:lnTo>
                  <a:pt x="2087842" y="2740667"/>
                </a:lnTo>
                <a:lnTo>
                  <a:pt x="2087842" y="2760448"/>
                </a:lnTo>
                <a:cubicBezTo>
                  <a:pt x="2087842" y="2765408"/>
                  <a:pt x="2086997" y="2770254"/>
                  <a:pt x="2085306" y="2774988"/>
                </a:cubicBezTo>
                <a:cubicBezTo>
                  <a:pt x="2083728" y="2779834"/>
                  <a:pt x="2081305" y="2784230"/>
                  <a:pt x="2078036" y="2788175"/>
                </a:cubicBezTo>
                <a:lnTo>
                  <a:pt x="2067892" y="2788175"/>
                </a:lnTo>
                <a:close/>
                <a:moveTo>
                  <a:pt x="3649473" y="3012812"/>
                </a:moveTo>
                <a:close/>
                <a:moveTo>
                  <a:pt x="3689880" y="3037327"/>
                </a:moveTo>
                <a:lnTo>
                  <a:pt x="3689880" y="3035129"/>
                </a:lnTo>
                <a:cubicBezTo>
                  <a:pt x="3692923" y="3031635"/>
                  <a:pt x="3695234" y="3028028"/>
                  <a:pt x="3696812" y="3024308"/>
                </a:cubicBezTo>
                <a:cubicBezTo>
                  <a:pt x="3698390" y="3020589"/>
                  <a:pt x="3699179" y="3016757"/>
                  <a:pt x="3699179" y="3012812"/>
                </a:cubicBezTo>
                <a:lnTo>
                  <a:pt x="3690556" y="3012812"/>
                </a:lnTo>
                <a:lnTo>
                  <a:pt x="3690556" y="2989819"/>
                </a:lnTo>
                <a:lnTo>
                  <a:pt x="3709830" y="2989819"/>
                </a:lnTo>
                <a:lnTo>
                  <a:pt x="3709830" y="3009600"/>
                </a:lnTo>
                <a:cubicBezTo>
                  <a:pt x="3709830" y="3014559"/>
                  <a:pt x="3708984" y="3019406"/>
                  <a:pt x="3707294" y="3024140"/>
                </a:cubicBezTo>
                <a:cubicBezTo>
                  <a:pt x="3705716" y="3028986"/>
                  <a:pt x="3703293" y="3033382"/>
                  <a:pt x="3700024" y="3037327"/>
                </a:cubicBezTo>
                <a:lnTo>
                  <a:pt x="3689880" y="3037327"/>
                </a:lnTo>
                <a:close/>
                <a:moveTo>
                  <a:pt x="3446724" y="3261964"/>
                </a:moveTo>
                <a:close/>
                <a:moveTo>
                  <a:pt x="3487131" y="3286478"/>
                </a:moveTo>
                <a:lnTo>
                  <a:pt x="3487131" y="3284280"/>
                </a:lnTo>
                <a:cubicBezTo>
                  <a:pt x="3490175" y="3280786"/>
                  <a:pt x="3492485" y="3277180"/>
                  <a:pt x="3494063" y="3273460"/>
                </a:cubicBezTo>
                <a:cubicBezTo>
                  <a:pt x="3495641" y="3269741"/>
                  <a:pt x="3496430" y="3265908"/>
                  <a:pt x="3496430" y="3261964"/>
                </a:cubicBezTo>
                <a:lnTo>
                  <a:pt x="3487808" y="3261964"/>
                </a:lnTo>
                <a:lnTo>
                  <a:pt x="3487808" y="3238970"/>
                </a:lnTo>
                <a:lnTo>
                  <a:pt x="3507081" y="3238970"/>
                </a:lnTo>
                <a:lnTo>
                  <a:pt x="3507081" y="3258751"/>
                </a:lnTo>
                <a:cubicBezTo>
                  <a:pt x="3507081" y="3263711"/>
                  <a:pt x="3506236" y="3268557"/>
                  <a:pt x="3504545" y="3273291"/>
                </a:cubicBezTo>
                <a:cubicBezTo>
                  <a:pt x="3502967" y="3278138"/>
                  <a:pt x="3500544" y="3282534"/>
                  <a:pt x="3497275" y="3286478"/>
                </a:cubicBezTo>
                <a:lnTo>
                  <a:pt x="3487131" y="3286478"/>
                </a:lnTo>
                <a:close/>
                <a:moveTo>
                  <a:pt x="2939853" y="3511115"/>
                </a:moveTo>
                <a:close/>
                <a:moveTo>
                  <a:pt x="2980260" y="3535630"/>
                </a:moveTo>
                <a:lnTo>
                  <a:pt x="2980260" y="3533432"/>
                </a:lnTo>
                <a:cubicBezTo>
                  <a:pt x="2983303" y="3529938"/>
                  <a:pt x="2985614" y="3526331"/>
                  <a:pt x="2987192" y="3522612"/>
                </a:cubicBezTo>
                <a:cubicBezTo>
                  <a:pt x="2988770" y="3518892"/>
                  <a:pt x="2989559" y="3515060"/>
                  <a:pt x="2989559" y="3511115"/>
                </a:cubicBezTo>
                <a:lnTo>
                  <a:pt x="2980936" y="3511115"/>
                </a:lnTo>
                <a:lnTo>
                  <a:pt x="2980936" y="3488122"/>
                </a:lnTo>
                <a:lnTo>
                  <a:pt x="3000210" y="3488122"/>
                </a:lnTo>
                <a:lnTo>
                  <a:pt x="3000210" y="3507903"/>
                </a:lnTo>
                <a:cubicBezTo>
                  <a:pt x="3000210" y="3512862"/>
                  <a:pt x="2999365" y="3517709"/>
                  <a:pt x="2997674" y="3522443"/>
                </a:cubicBezTo>
                <a:cubicBezTo>
                  <a:pt x="2996096" y="3527289"/>
                  <a:pt x="2993673" y="3531685"/>
                  <a:pt x="2990404" y="3535630"/>
                </a:cubicBezTo>
                <a:lnTo>
                  <a:pt x="2980260" y="3535630"/>
                </a:lnTo>
                <a:close/>
                <a:moveTo>
                  <a:pt x="4156344" y="3760267"/>
                </a:moveTo>
                <a:close/>
                <a:moveTo>
                  <a:pt x="4196751" y="3784782"/>
                </a:moveTo>
                <a:lnTo>
                  <a:pt x="4196751" y="3782584"/>
                </a:lnTo>
                <a:cubicBezTo>
                  <a:pt x="4199794" y="3779089"/>
                  <a:pt x="4202105" y="3775483"/>
                  <a:pt x="4203683" y="3771763"/>
                </a:cubicBezTo>
                <a:cubicBezTo>
                  <a:pt x="4205261" y="3768044"/>
                  <a:pt x="4206050" y="3764212"/>
                  <a:pt x="4206050" y="3760267"/>
                </a:cubicBezTo>
                <a:lnTo>
                  <a:pt x="4197427" y="3760267"/>
                </a:lnTo>
                <a:lnTo>
                  <a:pt x="4197427" y="3737273"/>
                </a:lnTo>
                <a:lnTo>
                  <a:pt x="4216701" y="3737273"/>
                </a:lnTo>
                <a:lnTo>
                  <a:pt x="4216701" y="3757055"/>
                </a:lnTo>
                <a:cubicBezTo>
                  <a:pt x="4216701" y="3762014"/>
                  <a:pt x="4215856" y="3766860"/>
                  <a:pt x="4214165" y="3771594"/>
                </a:cubicBezTo>
                <a:cubicBezTo>
                  <a:pt x="4212587" y="3776441"/>
                  <a:pt x="4210164" y="3780837"/>
                  <a:pt x="4206895" y="3784782"/>
                </a:cubicBezTo>
                <a:lnTo>
                  <a:pt x="4196751" y="3784782"/>
                </a:lnTo>
                <a:close/>
                <a:moveTo>
                  <a:pt x="4561841" y="4009418"/>
                </a:moveTo>
                <a:close/>
                <a:moveTo>
                  <a:pt x="4602248" y="4033933"/>
                </a:moveTo>
                <a:lnTo>
                  <a:pt x="4602248" y="4031735"/>
                </a:lnTo>
                <a:cubicBezTo>
                  <a:pt x="4605291" y="4028241"/>
                  <a:pt x="4607602" y="4024634"/>
                  <a:pt x="4609180" y="4020915"/>
                </a:cubicBezTo>
                <a:cubicBezTo>
                  <a:pt x="4610758" y="4017195"/>
                  <a:pt x="4611547" y="4013363"/>
                  <a:pt x="4611547" y="4009418"/>
                </a:cubicBezTo>
                <a:lnTo>
                  <a:pt x="4602925" y="4009418"/>
                </a:lnTo>
                <a:lnTo>
                  <a:pt x="4602925" y="3986425"/>
                </a:lnTo>
                <a:lnTo>
                  <a:pt x="4622198" y="3986425"/>
                </a:lnTo>
                <a:lnTo>
                  <a:pt x="4622198" y="4006206"/>
                </a:lnTo>
                <a:cubicBezTo>
                  <a:pt x="4622198" y="4011165"/>
                  <a:pt x="4621353" y="4016012"/>
                  <a:pt x="4619662" y="4020746"/>
                </a:cubicBezTo>
                <a:cubicBezTo>
                  <a:pt x="4618084" y="4025592"/>
                  <a:pt x="4615661" y="4029988"/>
                  <a:pt x="4612393" y="4033933"/>
                </a:cubicBezTo>
                <a:lnTo>
                  <a:pt x="4602248" y="4033933"/>
                </a:lnTo>
                <a:close/>
              </a:path>
            </a:pathLst>
          </a:custGeom>
          <a:solidFill xmlns:a="http://schemas.openxmlformats.org/drawingml/2006/main">
            <a:srgbClr val="212121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C35C0E-8C6A-406E-824F-6ED0F565B8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837" y="923860"/>
            <a:ext cx="4733716" cy="3880812"/>
          </a:xfrm>
          <a:custGeom xmlns:a="http://schemas.openxmlformats.org/drawingml/2006/main">
            <a:pathLst>
              <a:path w="4733716" h="3880812">
                <a:moveTo>
                  <a:pt x="451821" y="266734"/>
                </a:moveTo>
                <a:lnTo>
                  <a:pt x="467714" y="266734"/>
                </a:lnTo>
                <a:lnTo>
                  <a:pt x="467714" y="250504"/>
                </a:lnTo>
                <a:lnTo>
                  <a:pt x="451821" y="250504"/>
                </a:lnTo>
                <a:lnTo>
                  <a:pt x="451821" y="266734"/>
                </a:lnTo>
                <a:close/>
                <a:moveTo>
                  <a:pt x="49800" y="372176"/>
                </a:moveTo>
                <a:lnTo>
                  <a:pt x="50509" y="372071"/>
                </a:lnTo>
                <a:lnTo>
                  <a:pt x="51209" y="371954"/>
                </a:lnTo>
                <a:lnTo>
                  <a:pt x="51899" y="371825"/>
                </a:lnTo>
                <a:lnTo>
                  <a:pt x="52580" y="371683"/>
                </a:lnTo>
                <a:lnTo>
                  <a:pt x="53251" y="371529"/>
                </a:lnTo>
                <a:lnTo>
                  <a:pt x="53914" y="371362"/>
                </a:lnTo>
                <a:lnTo>
                  <a:pt x="54566" y="371184"/>
                </a:lnTo>
                <a:lnTo>
                  <a:pt x="55210" y="370993"/>
                </a:lnTo>
                <a:lnTo>
                  <a:pt x="55844" y="370789"/>
                </a:lnTo>
                <a:lnTo>
                  <a:pt x="56468" y="370573"/>
                </a:lnTo>
                <a:lnTo>
                  <a:pt x="57084" y="370345"/>
                </a:lnTo>
                <a:lnTo>
                  <a:pt x="57689" y="370105"/>
                </a:lnTo>
                <a:lnTo>
                  <a:pt x="58286" y="369852"/>
                </a:lnTo>
                <a:lnTo>
                  <a:pt x="58873" y="369587"/>
                </a:lnTo>
                <a:lnTo>
                  <a:pt x="59451" y="369310"/>
                </a:lnTo>
                <a:lnTo>
                  <a:pt x="60019" y="369020"/>
                </a:lnTo>
                <a:lnTo>
                  <a:pt x="60577" y="368705"/>
                </a:lnTo>
                <a:lnTo>
                  <a:pt x="61125" y="368379"/>
                </a:lnTo>
                <a:lnTo>
                  <a:pt x="61662" y="368043"/>
                </a:lnTo>
                <a:lnTo>
                  <a:pt x="62189" y="367696"/>
                </a:lnTo>
                <a:lnTo>
                  <a:pt x="62705" y="367338"/>
                </a:lnTo>
                <a:lnTo>
                  <a:pt x="63210" y="366970"/>
                </a:lnTo>
                <a:lnTo>
                  <a:pt x="63705" y="366592"/>
                </a:lnTo>
                <a:lnTo>
                  <a:pt x="64189" y="366202"/>
                </a:lnTo>
                <a:lnTo>
                  <a:pt x="64663" y="365803"/>
                </a:lnTo>
                <a:lnTo>
                  <a:pt x="65126" y="365392"/>
                </a:lnTo>
                <a:lnTo>
                  <a:pt x="65579" y="364971"/>
                </a:lnTo>
                <a:lnTo>
                  <a:pt x="66021" y="364540"/>
                </a:lnTo>
                <a:lnTo>
                  <a:pt x="66452" y="364098"/>
                </a:lnTo>
                <a:lnTo>
                  <a:pt x="66873" y="363645"/>
                </a:lnTo>
                <a:lnTo>
                  <a:pt x="67283" y="363182"/>
                </a:lnTo>
                <a:lnTo>
                  <a:pt x="67683" y="362708"/>
                </a:lnTo>
                <a:lnTo>
                  <a:pt x="68072" y="362224"/>
                </a:lnTo>
                <a:lnTo>
                  <a:pt x="68451" y="361729"/>
                </a:lnTo>
                <a:lnTo>
                  <a:pt x="68819" y="361224"/>
                </a:lnTo>
                <a:lnTo>
                  <a:pt x="69177" y="360708"/>
                </a:lnTo>
                <a:lnTo>
                  <a:pt x="69524" y="360181"/>
                </a:lnTo>
                <a:lnTo>
                  <a:pt x="69860" y="359644"/>
                </a:lnTo>
                <a:lnTo>
                  <a:pt x="70186" y="359096"/>
                </a:lnTo>
                <a:lnTo>
                  <a:pt x="70501" y="358538"/>
                </a:lnTo>
                <a:lnTo>
                  <a:pt x="72361" y="370880"/>
                </a:lnTo>
                <a:lnTo>
                  <a:pt x="86055" y="370880"/>
                </a:lnTo>
                <a:lnTo>
                  <a:pt x="86055" y="249152"/>
                </a:lnTo>
                <a:lnTo>
                  <a:pt x="69148" y="249152"/>
                </a:lnTo>
                <a:lnTo>
                  <a:pt x="69148" y="294461"/>
                </a:lnTo>
                <a:lnTo>
                  <a:pt x="68848" y="294015"/>
                </a:lnTo>
                <a:lnTo>
                  <a:pt x="68537" y="293576"/>
                </a:lnTo>
                <a:lnTo>
                  <a:pt x="68216" y="293146"/>
                </a:lnTo>
                <a:lnTo>
                  <a:pt x="67885" y="292724"/>
                </a:lnTo>
                <a:lnTo>
                  <a:pt x="67544" y="292310"/>
                </a:lnTo>
                <a:lnTo>
                  <a:pt x="67194" y="291904"/>
                </a:lnTo>
                <a:lnTo>
                  <a:pt x="66833" y="291507"/>
                </a:lnTo>
                <a:lnTo>
                  <a:pt x="66462" y="291118"/>
                </a:lnTo>
                <a:lnTo>
                  <a:pt x="66081" y="290737"/>
                </a:lnTo>
                <a:lnTo>
                  <a:pt x="65691" y="290364"/>
                </a:lnTo>
                <a:lnTo>
                  <a:pt x="65290" y="289999"/>
                </a:lnTo>
                <a:lnTo>
                  <a:pt x="64880" y="289643"/>
                </a:lnTo>
                <a:lnTo>
                  <a:pt x="64459" y="289295"/>
                </a:lnTo>
                <a:lnTo>
                  <a:pt x="64028" y="288955"/>
                </a:lnTo>
                <a:lnTo>
                  <a:pt x="63588" y="288623"/>
                </a:lnTo>
                <a:lnTo>
                  <a:pt x="63137" y="288300"/>
                </a:lnTo>
                <a:lnTo>
                  <a:pt x="62677" y="287985"/>
                </a:lnTo>
                <a:lnTo>
                  <a:pt x="62206" y="287678"/>
                </a:lnTo>
                <a:lnTo>
                  <a:pt x="61726" y="287379"/>
                </a:lnTo>
                <a:lnTo>
                  <a:pt x="61235" y="287088"/>
                </a:lnTo>
                <a:lnTo>
                  <a:pt x="60735" y="286806"/>
                </a:lnTo>
                <a:lnTo>
                  <a:pt x="60224" y="286532"/>
                </a:lnTo>
                <a:lnTo>
                  <a:pt x="59704" y="286266"/>
                </a:lnTo>
                <a:lnTo>
                  <a:pt x="59174" y="286008"/>
                </a:lnTo>
                <a:lnTo>
                  <a:pt x="58634" y="285746"/>
                </a:lnTo>
                <a:lnTo>
                  <a:pt x="58087" y="285495"/>
                </a:lnTo>
                <a:lnTo>
                  <a:pt x="57533" y="285255"/>
                </a:lnTo>
                <a:lnTo>
                  <a:pt x="56971" y="285027"/>
                </a:lnTo>
                <a:lnTo>
                  <a:pt x="56401" y="284809"/>
                </a:lnTo>
                <a:lnTo>
                  <a:pt x="55824" y="284603"/>
                </a:lnTo>
                <a:lnTo>
                  <a:pt x="55239" y="284408"/>
                </a:lnTo>
                <a:lnTo>
                  <a:pt x="54646" y="284223"/>
                </a:lnTo>
                <a:lnTo>
                  <a:pt x="54046" y="284051"/>
                </a:lnTo>
                <a:lnTo>
                  <a:pt x="53438" y="283889"/>
                </a:lnTo>
                <a:lnTo>
                  <a:pt x="52823" y="283738"/>
                </a:lnTo>
                <a:lnTo>
                  <a:pt x="52199" y="283599"/>
                </a:lnTo>
                <a:lnTo>
                  <a:pt x="51569" y="283471"/>
                </a:lnTo>
                <a:lnTo>
                  <a:pt x="50930" y="283354"/>
                </a:lnTo>
                <a:lnTo>
                  <a:pt x="50284" y="283248"/>
                </a:lnTo>
                <a:lnTo>
                  <a:pt x="49631" y="283153"/>
                </a:lnTo>
                <a:lnTo>
                  <a:pt x="48969" y="283069"/>
                </a:lnTo>
                <a:lnTo>
                  <a:pt x="48300" y="282997"/>
                </a:lnTo>
                <a:lnTo>
                  <a:pt x="47624" y="282935"/>
                </a:lnTo>
                <a:lnTo>
                  <a:pt x="46940" y="282885"/>
                </a:lnTo>
                <a:lnTo>
                  <a:pt x="46248" y="282846"/>
                </a:lnTo>
                <a:lnTo>
                  <a:pt x="45548" y="282818"/>
                </a:lnTo>
                <a:lnTo>
                  <a:pt x="44841" y="282802"/>
                </a:lnTo>
                <a:lnTo>
                  <a:pt x="44127" y="282796"/>
                </a:lnTo>
                <a:lnTo>
                  <a:pt x="43326" y="282805"/>
                </a:lnTo>
                <a:lnTo>
                  <a:pt x="42532" y="282831"/>
                </a:lnTo>
                <a:lnTo>
                  <a:pt x="41744" y="282875"/>
                </a:lnTo>
                <a:lnTo>
                  <a:pt x="40961" y="282937"/>
                </a:lnTo>
                <a:lnTo>
                  <a:pt x="40185" y="283016"/>
                </a:lnTo>
                <a:lnTo>
                  <a:pt x="39414" y="283113"/>
                </a:lnTo>
                <a:lnTo>
                  <a:pt x="38649" y="283227"/>
                </a:lnTo>
                <a:lnTo>
                  <a:pt x="37890" y="283359"/>
                </a:lnTo>
                <a:lnTo>
                  <a:pt x="37137" y="283509"/>
                </a:lnTo>
                <a:lnTo>
                  <a:pt x="36389" y="283676"/>
                </a:lnTo>
                <a:lnTo>
                  <a:pt x="35648" y="283861"/>
                </a:lnTo>
                <a:lnTo>
                  <a:pt x="34912" y="284064"/>
                </a:lnTo>
                <a:lnTo>
                  <a:pt x="34183" y="284284"/>
                </a:lnTo>
                <a:lnTo>
                  <a:pt x="33459" y="284522"/>
                </a:lnTo>
                <a:lnTo>
                  <a:pt x="32741" y="284777"/>
                </a:lnTo>
                <a:lnTo>
                  <a:pt x="32029" y="285050"/>
                </a:lnTo>
                <a:lnTo>
                  <a:pt x="31323" y="285341"/>
                </a:lnTo>
                <a:lnTo>
                  <a:pt x="30622" y="285649"/>
                </a:lnTo>
                <a:lnTo>
                  <a:pt x="29928" y="285975"/>
                </a:lnTo>
                <a:lnTo>
                  <a:pt x="29239" y="286318"/>
                </a:lnTo>
                <a:lnTo>
                  <a:pt x="28556" y="286679"/>
                </a:lnTo>
                <a:lnTo>
                  <a:pt x="27880" y="287058"/>
                </a:lnTo>
                <a:lnTo>
                  <a:pt x="27209" y="287454"/>
                </a:lnTo>
                <a:lnTo>
                  <a:pt x="26544" y="287868"/>
                </a:lnTo>
                <a:lnTo>
                  <a:pt x="25901" y="288299"/>
                </a:lnTo>
                <a:lnTo>
                  <a:pt x="25270" y="288747"/>
                </a:lnTo>
                <a:lnTo>
                  <a:pt x="24649" y="289212"/>
                </a:lnTo>
                <a:lnTo>
                  <a:pt x="24040" y="289695"/>
                </a:lnTo>
                <a:lnTo>
                  <a:pt x="23443" y="290194"/>
                </a:lnTo>
                <a:lnTo>
                  <a:pt x="22856" y="290710"/>
                </a:lnTo>
                <a:lnTo>
                  <a:pt x="22280" y="291244"/>
                </a:lnTo>
                <a:lnTo>
                  <a:pt x="21716" y="291794"/>
                </a:lnTo>
                <a:lnTo>
                  <a:pt x="21162" y="292361"/>
                </a:lnTo>
                <a:lnTo>
                  <a:pt x="20620" y="292946"/>
                </a:lnTo>
                <a:lnTo>
                  <a:pt x="20089" y="293547"/>
                </a:lnTo>
                <a:lnTo>
                  <a:pt x="19570" y="294166"/>
                </a:lnTo>
                <a:lnTo>
                  <a:pt x="19061" y="294801"/>
                </a:lnTo>
                <a:lnTo>
                  <a:pt x="18563" y="295454"/>
                </a:lnTo>
                <a:lnTo>
                  <a:pt x="18077" y="296123"/>
                </a:lnTo>
                <a:lnTo>
                  <a:pt x="17602" y="296810"/>
                </a:lnTo>
                <a:lnTo>
                  <a:pt x="17138" y="297513"/>
                </a:lnTo>
                <a:lnTo>
                  <a:pt x="16685" y="298234"/>
                </a:lnTo>
                <a:lnTo>
                  <a:pt x="16243" y="298971"/>
                </a:lnTo>
                <a:lnTo>
                  <a:pt x="15812" y="299726"/>
                </a:lnTo>
                <a:lnTo>
                  <a:pt x="15393" y="300498"/>
                </a:lnTo>
                <a:lnTo>
                  <a:pt x="14985" y="301286"/>
                </a:lnTo>
                <a:lnTo>
                  <a:pt x="14588" y="302092"/>
                </a:lnTo>
                <a:lnTo>
                  <a:pt x="14202" y="302915"/>
                </a:lnTo>
                <a:lnTo>
                  <a:pt x="13829" y="303754"/>
                </a:lnTo>
                <a:lnTo>
                  <a:pt x="13473" y="304608"/>
                </a:lnTo>
                <a:lnTo>
                  <a:pt x="13132" y="305477"/>
                </a:lnTo>
                <a:lnTo>
                  <a:pt x="12807" y="306362"/>
                </a:lnTo>
                <a:lnTo>
                  <a:pt x="12498" y="307262"/>
                </a:lnTo>
                <a:lnTo>
                  <a:pt x="12205" y="308177"/>
                </a:lnTo>
                <a:lnTo>
                  <a:pt x="11927" y="309108"/>
                </a:lnTo>
                <a:lnTo>
                  <a:pt x="11666" y="310053"/>
                </a:lnTo>
                <a:lnTo>
                  <a:pt x="11420" y="311014"/>
                </a:lnTo>
                <a:lnTo>
                  <a:pt x="11190" y="311991"/>
                </a:lnTo>
                <a:lnTo>
                  <a:pt x="10976" y="312982"/>
                </a:lnTo>
                <a:lnTo>
                  <a:pt x="10778" y="313989"/>
                </a:lnTo>
                <a:lnTo>
                  <a:pt x="10596" y="315011"/>
                </a:lnTo>
                <a:lnTo>
                  <a:pt x="10429" y="316048"/>
                </a:lnTo>
                <a:lnTo>
                  <a:pt x="10279" y="317101"/>
                </a:lnTo>
                <a:lnTo>
                  <a:pt x="10144" y="318168"/>
                </a:lnTo>
                <a:lnTo>
                  <a:pt x="10025" y="319252"/>
                </a:lnTo>
                <a:lnTo>
                  <a:pt x="9922" y="320350"/>
                </a:lnTo>
                <a:lnTo>
                  <a:pt x="9835" y="321463"/>
                </a:lnTo>
                <a:lnTo>
                  <a:pt x="9764" y="322592"/>
                </a:lnTo>
                <a:lnTo>
                  <a:pt x="9708" y="323736"/>
                </a:lnTo>
                <a:lnTo>
                  <a:pt x="9669" y="324896"/>
                </a:lnTo>
                <a:lnTo>
                  <a:pt x="9645" y="326071"/>
                </a:lnTo>
                <a:lnTo>
                  <a:pt x="9637" y="327260"/>
                </a:lnTo>
                <a:lnTo>
                  <a:pt x="9637" y="329120"/>
                </a:lnTo>
                <a:lnTo>
                  <a:pt x="9645" y="330392"/>
                </a:lnTo>
                <a:lnTo>
                  <a:pt x="9669" y="331645"/>
                </a:lnTo>
                <a:lnTo>
                  <a:pt x="9708" y="332877"/>
                </a:lnTo>
                <a:lnTo>
                  <a:pt x="9764" y="334089"/>
                </a:lnTo>
                <a:lnTo>
                  <a:pt x="9835" y="335281"/>
                </a:lnTo>
                <a:lnTo>
                  <a:pt x="9922" y="336454"/>
                </a:lnTo>
                <a:lnTo>
                  <a:pt x="10025" y="337606"/>
                </a:lnTo>
                <a:lnTo>
                  <a:pt x="10144" y="338738"/>
                </a:lnTo>
                <a:lnTo>
                  <a:pt x="10279" y="339851"/>
                </a:lnTo>
                <a:lnTo>
                  <a:pt x="10429" y="340943"/>
                </a:lnTo>
                <a:lnTo>
                  <a:pt x="10596" y="342016"/>
                </a:lnTo>
                <a:lnTo>
                  <a:pt x="10778" y="343068"/>
                </a:lnTo>
                <a:lnTo>
                  <a:pt x="10976" y="344101"/>
                </a:lnTo>
                <a:lnTo>
                  <a:pt x="11190" y="345114"/>
                </a:lnTo>
                <a:lnTo>
                  <a:pt x="11420" y="346106"/>
                </a:lnTo>
                <a:lnTo>
                  <a:pt x="11666" y="347079"/>
                </a:lnTo>
                <a:lnTo>
                  <a:pt x="11927" y="348032"/>
                </a:lnTo>
                <a:lnTo>
                  <a:pt x="12205" y="348965"/>
                </a:lnTo>
                <a:lnTo>
                  <a:pt x="12498" y="349878"/>
                </a:lnTo>
                <a:lnTo>
                  <a:pt x="12807" y="350770"/>
                </a:lnTo>
                <a:lnTo>
                  <a:pt x="13132" y="351643"/>
                </a:lnTo>
                <a:lnTo>
                  <a:pt x="13473" y="352496"/>
                </a:lnTo>
                <a:lnTo>
                  <a:pt x="13829" y="353329"/>
                </a:lnTo>
                <a:lnTo>
                  <a:pt x="14202" y="354142"/>
                </a:lnTo>
                <a:lnTo>
                  <a:pt x="14601" y="354923"/>
                </a:lnTo>
                <a:lnTo>
                  <a:pt x="15012" y="355686"/>
                </a:lnTo>
                <a:lnTo>
                  <a:pt x="15433" y="356433"/>
                </a:lnTo>
                <a:lnTo>
                  <a:pt x="15864" y="357162"/>
                </a:lnTo>
                <a:lnTo>
                  <a:pt x="16306" y="357874"/>
                </a:lnTo>
                <a:lnTo>
                  <a:pt x="16759" y="358570"/>
                </a:lnTo>
                <a:lnTo>
                  <a:pt x="17222" y="359248"/>
                </a:lnTo>
                <a:lnTo>
                  <a:pt x="17696" y="359909"/>
                </a:lnTo>
                <a:lnTo>
                  <a:pt x="18180" y="360554"/>
                </a:lnTo>
                <a:lnTo>
                  <a:pt x="18675" y="361181"/>
                </a:lnTo>
                <a:lnTo>
                  <a:pt x="19180" y="361791"/>
                </a:lnTo>
                <a:lnTo>
                  <a:pt x="19696" y="362384"/>
                </a:lnTo>
                <a:lnTo>
                  <a:pt x="20223" y="362960"/>
                </a:lnTo>
                <a:lnTo>
                  <a:pt x="20760" y="363520"/>
                </a:lnTo>
                <a:lnTo>
                  <a:pt x="21308" y="364062"/>
                </a:lnTo>
                <a:lnTo>
                  <a:pt x="21866" y="364587"/>
                </a:lnTo>
                <a:lnTo>
                  <a:pt x="22435" y="365095"/>
                </a:lnTo>
                <a:lnTo>
                  <a:pt x="23014" y="365586"/>
                </a:lnTo>
                <a:lnTo>
                  <a:pt x="23604" y="366060"/>
                </a:lnTo>
                <a:lnTo>
                  <a:pt x="24205" y="366517"/>
                </a:lnTo>
                <a:lnTo>
                  <a:pt x="24816" y="366957"/>
                </a:lnTo>
                <a:lnTo>
                  <a:pt x="25438" y="367380"/>
                </a:lnTo>
                <a:lnTo>
                  <a:pt x="26070" y="367786"/>
                </a:lnTo>
                <a:lnTo>
                  <a:pt x="26713" y="368175"/>
                </a:lnTo>
                <a:lnTo>
                  <a:pt x="27363" y="368533"/>
                </a:lnTo>
                <a:lnTo>
                  <a:pt x="28019" y="368877"/>
                </a:lnTo>
                <a:lnTo>
                  <a:pt x="28681" y="369205"/>
                </a:lnTo>
                <a:lnTo>
                  <a:pt x="29347" y="369518"/>
                </a:lnTo>
                <a:lnTo>
                  <a:pt x="30019" y="369815"/>
                </a:lnTo>
                <a:lnTo>
                  <a:pt x="30696" y="370098"/>
                </a:lnTo>
                <a:lnTo>
                  <a:pt x="31379" y="370365"/>
                </a:lnTo>
                <a:lnTo>
                  <a:pt x="32066" y="370617"/>
                </a:lnTo>
                <a:lnTo>
                  <a:pt x="32759" y="370853"/>
                </a:lnTo>
                <a:lnTo>
                  <a:pt x="33458" y="371075"/>
                </a:lnTo>
                <a:lnTo>
                  <a:pt x="34161" y="371281"/>
                </a:lnTo>
                <a:lnTo>
                  <a:pt x="34870" y="371472"/>
                </a:lnTo>
                <a:lnTo>
                  <a:pt x="35584" y="371647"/>
                </a:lnTo>
                <a:lnTo>
                  <a:pt x="36304" y="371807"/>
                </a:lnTo>
                <a:lnTo>
                  <a:pt x="37028" y="371952"/>
                </a:lnTo>
                <a:lnTo>
                  <a:pt x="37758" y="372082"/>
                </a:lnTo>
                <a:lnTo>
                  <a:pt x="38494" y="372197"/>
                </a:lnTo>
                <a:lnTo>
                  <a:pt x="39234" y="372296"/>
                </a:lnTo>
                <a:lnTo>
                  <a:pt x="39980" y="372380"/>
                </a:lnTo>
                <a:lnTo>
                  <a:pt x="40731" y="372448"/>
                </a:lnTo>
                <a:lnTo>
                  <a:pt x="41487" y="372502"/>
                </a:lnTo>
                <a:lnTo>
                  <a:pt x="42249" y="372540"/>
                </a:lnTo>
                <a:lnTo>
                  <a:pt x="43016" y="372563"/>
                </a:lnTo>
                <a:lnTo>
                  <a:pt x="43788" y="372571"/>
                </a:lnTo>
                <a:lnTo>
                  <a:pt x="44573" y="372564"/>
                </a:lnTo>
                <a:lnTo>
                  <a:pt x="45348" y="372546"/>
                </a:lnTo>
                <a:lnTo>
                  <a:pt x="46113" y="372515"/>
                </a:lnTo>
                <a:lnTo>
                  <a:pt x="46869" y="372472"/>
                </a:lnTo>
                <a:lnTo>
                  <a:pt x="47616" y="372416"/>
                </a:lnTo>
                <a:lnTo>
                  <a:pt x="48353" y="372349"/>
                </a:lnTo>
                <a:lnTo>
                  <a:pt x="49081" y="372269"/>
                </a:lnTo>
                <a:lnTo>
                  <a:pt x="49800" y="372176"/>
                </a:lnTo>
                <a:close/>
                <a:moveTo>
                  <a:pt x="42004" y="359627"/>
                </a:moveTo>
                <a:lnTo>
                  <a:pt x="41324" y="359423"/>
                </a:lnTo>
                <a:lnTo>
                  <a:pt x="40655" y="359194"/>
                </a:lnTo>
                <a:lnTo>
                  <a:pt x="39997" y="358941"/>
                </a:lnTo>
                <a:lnTo>
                  <a:pt x="39350" y="358665"/>
                </a:lnTo>
                <a:lnTo>
                  <a:pt x="38715" y="358364"/>
                </a:lnTo>
                <a:lnTo>
                  <a:pt x="38091" y="358039"/>
                </a:lnTo>
                <a:lnTo>
                  <a:pt x="37477" y="357690"/>
                </a:lnTo>
                <a:lnTo>
                  <a:pt x="36875" y="357317"/>
                </a:lnTo>
                <a:lnTo>
                  <a:pt x="36285" y="356920"/>
                </a:lnTo>
                <a:lnTo>
                  <a:pt x="35705" y="356499"/>
                </a:lnTo>
                <a:lnTo>
                  <a:pt x="35136" y="356053"/>
                </a:lnTo>
                <a:lnTo>
                  <a:pt x="34579" y="355584"/>
                </a:lnTo>
                <a:lnTo>
                  <a:pt x="34033" y="355091"/>
                </a:lnTo>
                <a:lnTo>
                  <a:pt x="33498" y="354573"/>
                </a:lnTo>
                <a:lnTo>
                  <a:pt x="32974" y="354032"/>
                </a:lnTo>
                <a:lnTo>
                  <a:pt x="32461" y="353466"/>
                </a:lnTo>
                <a:lnTo>
                  <a:pt x="31978" y="352875"/>
                </a:lnTo>
                <a:lnTo>
                  <a:pt x="31516" y="352259"/>
                </a:lnTo>
                <a:lnTo>
                  <a:pt x="31074" y="351617"/>
                </a:lnTo>
                <a:lnTo>
                  <a:pt x="30653" y="350949"/>
                </a:lnTo>
                <a:lnTo>
                  <a:pt x="30252" y="350255"/>
                </a:lnTo>
                <a:lnTo>
                  <a:pt x="29872" y="349535"/>
                </a:lnTo>
                <a:lnTo>
                  <a:pt x="29512" y="348790"/>
                </a:lnTo>
                <a:lnTo>
                  <a:pt x="29173" y="348018"/>
                </a:lnTo>
                <a:lnTo>
                  <a:pt x="28855" y="347221"/>
                </a:lnTo>
                <a:lnTo>
                  <a:pt x="28557" y="346398"/>
                </a:lnTo>
                <a:lnTo>
                  <a:pt x="28280" y="345549"/>
                </a:lnTo>
                <a:lnTo>
                  <a:pt x="28023" y="344675"/>
                </a:lnTo>
                <a:lnTo>
                  <a:pt x="27787" y="343774"/>
                </a:lnTo>
                <a:lnTo>
                  <a:pt x="27571" y="342848"/>
                </a:lnTo>
                <a:lnTo>
                  <a:pt x="27376" y="341896"/>
                </a:lnTo>
                <a:lnTo>
                  <a:pt x="27201" y="340917"/>
                </a:lnTo>
                <a:lnTo>
                  <a:pt x="27047" y="339914"/>
                </a:lnTo>
                <a:lnTo>
                  <a:pt x="26913" y="338884"/>
                </a:lnTo>
                <a:lnTo>
                  <a:pt x="26800" y="337828"/>
                </a:lnTo>
                <a:lnTo>
                  <a:pt x="26708" y="336747"/>
                </a:lnTo>
                <a:lnTo>
                  <a:pt x="26636" y="335640"/>
                </a:lnTo>
                <a:lnTo>
                  <a:pt x="26585" y="334507"/>
                </a:lnTo>
                <a:lnTo>
                  <a:pt x="26554" y="333348"/>
                </a:lnTo>
                <a:lnTo>
                  <a:pt x="26544" y="332163"/>
                </a:lnTo>
                <a:lnTo>
                  <a:pt x="26544" y="322865"/>
                </a:lnTo>
                <a:lnTo>
                  <a:pt x="26554" y="321708"/>
                </a:lnTo>
                <a:lnTo>
                  <a:pt x="26585" y="320575"/>
                </a:lnTo>
                <a:lnTo>
                  <a:pt x="26636" y="319468"/>
                </a:lnTo>
                <a:lnTo>
                  <a:pt x="26708" y="318385"/>
                </a:lnTo>
                <a:lnTo>
                  <a:pt x="26800" y="317326"/>
                </a:lnTo>
                <a:lnTo>
                  <a:pt x="26913" y="316292"/>
                </a:lnTo>
                <a:lnTo>
                  <a:pt x="27047" y="315283"/>
                </a:lnTo>
                <a:lnTo>
                  <a:pt x="27201" y="314299"/>
                </a:lnTo>
                <a:lnTo>
                  <a:pt x="27376" y="313339"/>
                </a:lnTo>
                <a:lnTo>
                  <a:pt x="27571" y="312404"/>
                </a:lnTo>
                <a:lnTo>
                  <a:pt x="27787" y="311493"/>
                </a:lnTo>
                <a:lnTo>
                  <a:pt x="28023" y="310607"/>
                </a:lnTo>
                <a:lnTo>
                  <a:pt x="28280" y="309746"/>
                </a:lnTo>
                <a:lnTo>
                  <a:pt x="28557" y="308910"/>
                </a:lnTo>
                <a:lnTo>
                  <a:pt x="28855" y="308098"/>
                </a:lnTo>
                <a:lnTo>
                  <a:pt x="29173" y="307311"/>
                </a:lnTo>
                <a:lnTo>
                  <a:pt x="29512" y="306548"/>
                </a:lnTo>
                <a:lnTo>
                  <a:pt x="29872" y="305810"/>
                </a:lnTo>
                <a:lnTo>
                  <a:pt x="30252" y="305097"/>
                </a:lnTo>
                <a:lnTo>
                  <a:pt x="30653" y="304408"/>
                </a:lnTo>
                <a:lnTo>
                  <a:pt x="31074" y="303744"/>
                </a:lnTo>
                <a:lnTo>
                  <a:pt x="31516" y="303105"/>
                </a:lnTo>
                <a:lnTo>
                  <a:pt x="31978" y="302490"/>
                </a:lnTo>
                <a:lnTo>
                  <a:pt x="32461" y="301900"/>
                </a:lnTo>
                <a:lnTo>
                  <a:pt x="32974" y="301321"/>
                </a:lnTo>
                <a:lnTo>
                  <a:pt x="33498" y="300766"/>
                </a:lnTo>
                <a:lnTo>
                  <a:pt x="34033" y="300236"/>
                </a:lnTo>
                <a:lnTo>
                  <a:pt x="34579" y="299731"/>
                </a:lnTo>
                <a:lnTo>
                  <a:pt x="35136" y="299250"/>
                </a:lnTo>
                <a:lnTo>
                  <a:pt x="35705" y="298794"/>
                </a:lnTo>
                <a:lnTo>
                  <a:pt x="36285" y="298362"/>
                </a:lnTo>
                <a:lnTo>
                  <a:pt x="36875" y="297956"/>
                </a:lnTo>
                <a:lnTo>
                  <a:pt x="37477" y="297573"/>
                </a:lnTo>
                <a:lnTo>
                  <a:pt x="38091" y="297216"/>
                </a:lnTo>
                <a:lnTo>
                  <a:pt x="38715" y="296883"/>
                </a:lnTo>
                <a:lnTo>
                  <a:pt x="39350" y="296575"/>
                </a:lnTo>
                <a:lnTo>
                  <a:pt x="39997" y="296291"/>
                </a:lnTo>
                <a:lnTo>
                  <a:pt x="40655" y="296032"/>
                </a:lnTo>
                <a:lnTo>
                  <a:pt x="41324" y="295798"/>
                </a:lnTo>
                <a:lnTo>
                  <a:pt x="42004" y="295589"/>
                </a:lnTo>
                <a:lnTo>
                  <a:pt x="42695" y="295404"/>
                </a:lnTo>
                <a:lnTo>
                  <a:pt x="43397" y="295244"/>
                </a:lnTo>
                <a:lnTo>
                  <a:pt x="44111" y="295108"/>
                </a:lnTo>
                <a:lnTo>
                  <a:pt x="44836" y="294997"/>
                </a:lnTo>
                <a:lnTo>
                  <a:pt x="45572" y="294911"/>
                </a:lnTo>
                <a:lnTo>
                  <a:pt x="46319" y="294849"/>
                </a:lnTo>
                <a:lnTo>
                  <a:pt x="47077" y="294812"/>
                </a:lnTo>
                <a:lnTo>
                  <a:pt x="47846" y="294800"/>
                </a:lnTo>
                <a:lnTo>
                  <a:pt x="48615" y="294812"/>
                </a:lnTo>
                <a:lnTo>
                  <a:pt x="49372" y="294848"/>
                </a:lnTo>
                <a:lnTo>
                  <a:pt x="50118" y="294908"/>
                </a:lnTo>
                <a:lnTo>
                  <a:pt x="50852" y="294992"/>
                </a:lnTo>
                <a:lnTo>
                  <a:pt x="51574" y="295101"/>
                </a:lnTo>
                <a:lnTo>
                  <a:pt x="52284" y="295233"/>
                </a:lnTo>
                <a:lnTo>
                  <a:pt x="52983" y="295389"/>
                </a:lnTo>
                <a:lnTo>
                  <a:pt x="53669" y="295570"/>
                </a:lnTo>
                <a:lnTo>
                  <a:pt x="54345" y="295774"/>
                </a:lnTo>
                <a:lnTo>
                  <a:pt x="55008" y="296003"/>
                </a:lnTo>
                <a:lnTo>
                  <a:pt x="55659" y="296256"/>
                </a:lnTo>
                <a:lnTo>
                  <a:pt x="56299" y="296533"/>
                </a:lnTo>
                <a:lnTo>
                  <a:pt x="56927" y="296833"/>
                </a:lnTo>
                <a:lnTo>
                  <a:pt x="57544" y="297158"/>
                </a:lnTo>
                <a:lnTo>
                  <a:pt x="58149" y="297507"/>
                </a:lnTo>
                <a:lnTo>
                  <a:pt x="58741" y="297880"/>
                </a:lnTo>
                <a:lnTo>
                  <a:pt x="59323" y="298278"/>
                </a:lnTo>
                <a:lnTo>
                  <a:pt x="59892" y="298699"/>
                </a:lnTo>
                <a:lnTo>
                  <a:pt x="60450" y="299144"/>
                </a:lnTo>
                <a:lnTo>
                  <a:pt x="60996" y="299613"/>
                </a:lnTo>
                <a:lnTo>
                  <a:pt x="61530" y="300107"/>
                </a:lnTo>
                <a:lnTo>
                  <a:pt x="62052" y="300624"/>
                </a:lnTo>
                <a:lnTo>
                  <a:pt x="62563" y="301166"/>
                </a:lnTo>
                <a:lnTo>
                  <a:pt x="63062" y="301731"/>
                </a:lnTo>
                <a:lnTo>
                  <a:pt x="63559" y="302322"/>
                </a:lnTo>
                <a:lnTo>
                  <a:pt x="64034" y="302937"/>
                </a:lnTo>
                <a:lnTo>
                  <a:pt x="64489" y="303578"/>
                </a:lnTo>
                <a:lnTo>
                  <a:pt x="64922" y="304244"/>
                </a:lnTo>
                <a:lnTo>
                  <a:pt x="65334" y="304935"/>
                </a:lnTo>
                <a:lnTo>
                  <a:pt x="65725" y="305652"/>
                </a:lnTo>
                <a:lnTo>
                  <a:pt x="66095" y="306393"/>
                </a:lnTo>
                <a:lnTo>
                  <a:pt x="66443" y="307160"/>
                </a:lnTo>
                <a:lnTo>
                  <a:pt x="66771" y="307953"/>
                </a:lnTo>
                <a:lnTo>
                  <a:pt x="67077" y="308770"/>
                </a:lnTo>
                <a:lnTo>
                  <a:pt x="67363" y="309613"/>
                </a:lnTo>
                <a:lnTo>
                  <a:pt x="67627" y="310481"/>
                </a:lnTo>
                <a:lnTo>
                  <a:pt x="67870" y="311374"/>
                </a:lnTo>
                <a:lnTo>
                  <a:pt x="68092" y="312292"/>
                </a:lnTo>
                <a:lnTo>
                  <a:pt x="68293" y="313236"/>
                </a:lnTo>
                <a:lnTo>
                  <a:pt x="68472" y="314205"/>
                </a:lnTo>
                <a:lnTo>
                  <a:pt x="68631" y="315199"/>
                </a:lnTo>
                <a:lnTo>
                  <a:pt x="68768" y="316218"/>
                </a:lnTo>
                <a:lnTo>
                  <a:pt x="68884" y="317263"/>
                </a:lnTo>
                <a:lnTo>
                  <a:pt x="68979" y="318333"/>
                </a:lnTo>
                <a:lnTo>
                  <a:pt x="69053" y="319428"/>
                </a:lnTo>
                <a:lnTo>
                  <a:pt x="69106" y="320548"/>
                </a:lnTo>
                <a:lnTo>
                  <a:pt x="69138" y="321694"/>
                </a:lnTo>
                <a:lnTo>
                  <a:pt x="69148" y="322865"/>
                </a:lnTo>
                <a:lnTo>
                  <a:pt x="69148" y="332333"/>
                </a:lnTo>
                <a:lnTo>
                  <a:pt x="69138" y="333517"/>
                </a:lnTo>
                <a:lnTo>
                  <a:pt x="69106" y="334676"/>
                </a:lnTo>
                <a:lnTo>
                  <a:pt x="69053" y="335809"/>
                </a:lnTo>
                <a:lnTo>
                  <a:pt x="68979" y="336916"/>
                </a:lnTo>
                <a:lnTo>
                  <a:pt x="68884" y="337998"/>
                </a:lnTo>
                <a:lnTo>
                  <a:pt x="68768" y="339053"/>
                </a:lnTo>
                <a:lnTo>
                  <a:pt x="68631" y="340083"/>
                </a:lnTo>
                <a:lnTo>
                  <a:pt x="68472" y="341086"/>
                </a:lnTo>
                <a:lnTo>
                  <a:pt x="68293" y="342065"/>
                </a:lnTo>
                <a:lnTo>
                  <a:pt x="68092" y="343017"/>
                </a:lnTo>
                <a:lnTo>
                  <a:pt x="67870" y="343943"/>
                </a:lnTo>
                <a:lnTo>
                  <a:pt x="67627" y="344844"/>
                </a:lnTo>
                <a:lnTo>
                  <a:pt x="67363" y="345718"/>
                </a:lnTo>
                <a:lnTo>
                  <a:pt x="67077" y="346567"/>
                </a:lnTo>
                <a:lnTo>
                  <a:pt x="66771" y="347390"/>
                </a:lnTo>
                <a:lnTo>
                  <a:pt x="66443" y="348187"/>
                </a:lnTo>
                <a:lnTo>
                  <a:pt x="66095" y="348959"/>
                </a:lnTo>
                <a:lnTo>
                  <a:pt x="65725" y="349704"/>
                </a:lnTo>
                <a:lnTo>
                  <a:pt x="65334" y="350424"/>
                </a:lnTo>
                <a:lnTo>
                  <a:pt x="64922" y="351118"/>
                </a:lnTo>
                <a:lnTo>
                  <a:pt x="64489" y="351786"/>
                </a:lnTo>
                <a:lnTo>
                  <a:pt x="64034" y="352428"/>
                </a:lnTo>
                <a:lnTo>
                  <a:pt x="63559" y="353045"/>
                </a:lnTo>
                <a:lnTo>
                  <a:pt x="63062" y="353635"/>
                </a:lnTo>
                <a:lnTo>
                  <a:pt x="62563" y="354187"/>
                </a:lnTo>
                <a:lnTo>
                  <a:pt x="62052" y="354715"/>
                </a:lnTo>
                <a:lnTo>
                  <a:pt x="61530" y="355220"/>
                </a:lnTo>
                <a:lnTo>
                  <a:pt x="60996" y="355701"/>
                </a:lnTo>
                <a:lnTo>
                  <a:pt x="60450" y="356159"/>
                </a:lnTo>
                <a:lnTo>
                  <a:pt x="59892" y="356594"/>
                </a:lnTo>
                <a:lnTo>
                  <a:pt x="59323" y="357005"/>
                </a:lnTo>
                <a:lnTo>
                  <a:pt x="58741" y="357392"/>
                </a:lnTo>
                <a:lnTo>
                  <a:pt x="58149" y="357756"/>
                </a:lnTo>
                <a:lnTo>
                  <a:pt x="57544" y="358096"/>
                </a:lnTo>
                <a:lnTo>
                  <a:pt x="56927" y="358413"/>
                </a:lnTo>
                <a:lnTo>
                  <a:pt x="56299" y="358707"/>
                </a:lnTo>
                <a:lnTo>
                  <a:pt x="55659" y="358977"/>
                </a:lnTo>
                <a:lnTo>
                  <a:pt x="55008" y="359224"/>
                </a:lnTo>
                <a:lnTo>
                  <a:pt x="54345" y="359447"/>
                </a:lnTo>
                <a:lnTo>
                  <a:pt x="53669" y="359646"/>
                </a:lnTo>
                <a:lnTo>
                  <a:pt x="52983" y="359822"/>
                </a:lnTo>
                <a:lnTo>
                  <a:pt x="52284" y="359975"/>
                </a:lnTo>
                <a:lnTo>
                  <a:pt x="51574" y="360104"/>
                </a:lnTo>
                <a:lnTo>
                  <a:pt x="50852" y="360210"/>
                </a:lnTo>
                <a:lnTo>
                  <a:pt x="50118" y="360292"/>
                </a:lnTo>
                <a:lnTo>
                  <a:pt x="49372" y="360351"/>
                </a:lnTo>
                <a:lnTo>
                  <a:pt x="48615" y="360386"/>
                </a:lnTo>
                <a:lnTo>
                  <a:pt x="47846" y="360398"/>
                </a:lnTo>
                <a:lnTo>
                  <a:pt x="47077" y="360386"/>
                </a:lnTo>
                <a:lnTo>
                  <a:pt x="46319" y="360349"/>
                </a:lnTo>
                <a:lnTo>
                  <a:pt x="45572" y="360289"/>
                </a:lnTo>
                <a:lnTo>
                  <a:pt x="44836" y="360205"/>
                </a:lnTo>
                <a:lnTo>
                  <a:pt x="44111" y="360097"/>
                </a:lnTo>
                <a:lnTo>
                  <a:pt x="43397" y="359964"/>
                </a:lnTo>
                <a:lnTo>
                  <a:pt x="42695" y="359808"/>
                </a:lnTo>
                <a:lnTo>
                  <a:pt x="42004" y="359627"/>
                </a:lnTo>
                <a:close/>
                <a:moveTo>
                  <a:pt x="374736" y="372420"/>
                </a:moveTo>
                <a:lnTo>
                  <a:pt x="375258" y="372380"/>
                </a:lnTo>
                <a:lnTo>
                  <a:pt x="375779" y="372336"/>
                </a:lnTo>
                <a:lnTo>
                  <a:pt x="376300" y="372286"/>
                </a:lnTo>
                <a:lnTo>
                  <a:pt x="376822" y="372232"/>
                </a:lnTo>
                <a:lnTo>
                  <a:pt x="377343" y="372174"/>
                </a:lnTo>
                <a:lnTo>
                  <a:pt x="377864" y="372110"/>
                </a:lnTo>
                <a:lnTo>
                  <a:pt x="378385" y="372042"/>
                </a:lnTo>
                <a:lnTo>
                  <a:pt x="378907" y="371969"/>
                </a:lnTo>
                <a:lnTo>
                  <a:pt x="379428" y="371892"/>
                </a:lnTo>
                <a:lnTo>
                  <a:pt x="379949" y="371810"/>
                </a:lnTo>
                <a:lnTo>
                  <a:pt x="380471" y="371723"/>
                </a:lnTo>
                <a:lnTo>
                  <a:pt x="380992" y="371631"/>
                </a:lnTo>
                <a:lnTo>
                  <a:pt x="381513" y="371535"/>
                </a:lnTo>
                <a:lnTo>
                  <a:pt x="382035" y="371434"/>
                </a:lnTo>
                <a:lnTo>
                  <a:pt x="382556" y="371328"/>
                </a:lnTo>
                <a:lnTo>
                  <a:pt x="383077" y="371218"/>
                </a:lnTo>
                <a:lnTo>
                  <a:pt x="383595" y="371117"/>
                </a:lnTo>
                <a:lnTo>
                  <a:pt x="384104" y="371012"/>
                </a:lnTo>
                <a:lnTo>
                  <a:pt x="384607" y="370904"/>
                </a:lnTo>
                <a:lnTo>
                  <a:pt x="385101" y="370791"/>
                </a:lnTo>
                <a:lnTo>
                  <a:pt x="385588" y="370674"/>
                </a:lnTo>
                <a:lnTo>
                  <a:pt x="386067" y="370552"/>
                </a:lnTo>
                <a:lnTo>
                  <a:pt x="386539" y="370427"/>
                </a:lnTo>
                <a:lnTo>
                  <a:pt x="387003" y="370298"/>
                </a:lnTo>
                <a:lnTo>
                  <a:pt x="387460" y="370164"/>
                </a:lnTo>
                <a:lnTo>
                  <a:pt x="387908" y="370026"/>
                </a:lnTo>
                <a:lnTo>
                  <a:pt x="388350" y="369885"/>
                </a:lnTo>
                <a:lnTo>
                  <a:pt x="388783" y="369739"/>
                </a:lnTo>
                <a:lnTo>
                  <a:pt x="389209" y="369589"/>
                </a:lnTo>
                <a:lnTo>
                  <a:pt x="389627" y="369435"/>
                </a:lnTo>
                <a:lnTo>
                  <a:pt x="390038" y="369276"/>
                </a:lnTo>
                <a:lnTo>
                  <a:pt x="390441" y="369114"/>
                </a:lnTo>
                <a:lnTo>
                  <a:pt x="390836" y="368948"/>
                </a:lnTo>
                <a:lnTo>
                  <a:pt x="391224" y="368777"/>
                </a:lnTo>
                <a:lnTo>
                  <a:pt x="391604" y="368603"/>
                </a:lnTo>
                <a:lnTo>
                  <a:pt x="391977" y="368424"/>
                </a:lnTo>
                <a:lnTo>
                  <a:pt x="392341" y="368241"/>
                </a:lnTo>
                <a:lnTo>
                  <a:pt x="392699" y="368054"/>
                </a:lnTo>
                <a:lnTo>
                  <a:pt x="393048" y="367863"/>
                </a:lnTo>
                <a:lnTo>
                  <a:pt x="393390" y="367668"/>
                </a:lnTo>
                <a:lnTo>
                  <a:pt x="393390" y="354649"/>
                </a:lnTo>
                <a:lnTo>
                  <a:pt x="393092" y="354790"/>
                </a:lnTo>
                <a:lnTo>
                  <a:pt x="392790" y="354930"/>
                </a:lnTo>
                <a:lnTo>
                  <a:pt x="392484" y="355069"/>
                </a:lnTo>
                <a:lnTo>
                  <a:pt x="392174" y="355208"/>
                </a:lnTo>
                <a:lnTo>
                  <a:pt x="391859" y="355346"/>
                </a:lnTo>
                <a:lnTo>
                  <a:pt x="391541" y="355484"/>
                </a:lnTo>
                <a:lnTo>
                  <a:pt x="391218" y="355621"/>
                </a:lnTo>
                <a:lnTo>
                  <a:pt x="390892" y="355758"/>
                </a:lnTo>
                <a:lnTo>
                  <a:pt x="390561" y="355894"/>
                </a:lnTo>
                <a:lnTo>
                  <a:pt x="390226" y="356029"/>
                </a:lnTo>
                <a:lnTo>
                  <a:pt x="389887" y="356164"/>
                </a:lnTo>
                <a:lnTo>
                  <a:pt x="389544" y="356298"/>
                </a:lnTo>
                <a:lnTo>
                  <a:pt x="389197" y="356431"/>
                </a:lnTo>
                <a:lnTo>
                  <a:pt x="388845" y="356564"/>
                </a:lnTo>
                <a:lnTo>
                  <a:pt x="388490" y="356697"/>
                </a:lnTo>
                <a:lnTo>
                  <a:pt x="388130" y="356828"/>
                </a:lnTo>
                <a:lnTo>
                  <a:pt x="387767" y="356960"/>
                </a:lnTo>
                <a:lnTo>
                  <a:pt x="387399" y="357090"/>
                </a:lnTo>
                <a:lnTo>
                  <a:pt x="387027" y="357220"/>
                </a:lnTo>
                <a:lnTo>
                  <a:pt x="386651" y="357350"/>
                </a:lnTo>
                <a:lnTo>
                  <a:pt x="386271" y="357479"/>
                </a:lnTo>
                <a:lnTo>
                  <a:pt x="385887" y="357607"/>
                </a:lnTo>
                <a:lnTo>
                  <a:pt x="385498" y="357735"/>
                </a:lnTo>
                <a:lnTo>
                  <a:pt x="385106" y="357862"/>
                </a:lnTo>
                <a:lnTo>
                  <a:pt x="384724" y="357972"/>
                </a:lnTo>
                <a:lnTo>
                  <a:pt x="384339" y="358078"/>
                </a:lnTo>
                <a:lnTo>
                  <a:pt x="383952" y="358179"/>
                </a:lnTo>
                <a:lnTo>
                  <a:pt x="383561" y="358275"/>
                </a:lnTo>
                <a:lnTo>
                  <a:pt x="383167" y="358366"/>
                </a:lnTo>
                <a:lnTo>
                  <a:pt x="382771" y="358453"/>
                </a:lnTo>
                <a:lnTo>
                  <a:pt x="382371" y="358536"/>
                </a:lnTo>
                <a:lnTo>
                  <a:pt x="381969" y="358613"/>
                </a:lnTo>
                <a:lnTo>
                  <a:pt x="381563" y="358686"/>
                </a:lnTo>
                <a:lnTo>
                  <a:pt x="381155" y="358754"/>
                </a:lnTo>
                <a:lnTo>
                  <a:pt x="380744" y="358817"/>
                </a:lnTo>
                <a:lnTo>
                  <a:pt x="380330" y="358876"/>
                </a:lnTo>
                <a:lnTo>
                  <a:pt x="379913" y="358930"/>
                </a:lnTo>
                <a:lnTo>
                  <a:pt x="379493" y="358979"/>
                </a:lnTo>
                <a:lnTo>
                  <a:pt x="379070" y="359024"/>
                </a:lnTo>
                <a:lnTo>
                  <a:pt x="378644" y="359064"/>
                </a:lnTo>
                <a:lnTo>
                  <a:pt x="378215" y="359099"/>
                </a:lnTo>
                <a:lnTo>
                  <a:pt x="377783" y="359130"/>
                </a:lnTo>
                <a:lnTo>
                  <a:pt x="377348" y="359155"/>
                </a:lnTo>
                <a:lnTo>
                  <a:pt x="376911" y="359177"/>
                </a:lnTo>
                <a:lnTo>
                  <a:pt x="376470" y="359193"/>
                </a:lnTo>
                <a:lnTo>
                  <a:pt x="376027" y="359205"/>
                </a:lnTo>
                <a:lnTo>
                  <a:pt x="375580" y="359212"/>
                </a:lnTo>
                <a:lnTo>
                  <a:pt x="375131" y="359214"/>
                </a:lnTo>
                <a:lnTo>
                  <a:pt x="374557" y="359211"/>
                </a:lnTo>
                <a:lnTo>
                  <a:pt x="373992" y="359202"/>
                </a:lnTo>
                <a:lnTo>
                  <a:pt x="373435" y="359188"/>
                </a:lnTo>
                <a:lnTo>
                  <a:pt x="372886" y="359167"/>
                </a:lnTo>
                <a:lnTo>
                  <a:pt x="372345" y="359141"/>
                </a:lnTo>
                <a:lnTo>
                  <a:pt x="371813" y="359108"/>
                </a:lnTo>
                <a:lnTo>
                  <a:pt x="371289" y="359070"/>
                </a:lnTo>
                <a:lnTo>
                  <a:pt x="370773" y="359026"/>
                </a:lnTo>
                <a:lnTo>
                  <a:pt x="370265" y="358976"/>
                </a:lnTo>
                <a:lnTo>
                  <a:pt x="369765" y="358921"/>
                </a:lnTo>
                <a:lnTo>
                  <a:pt x="369274" y="358859"/>
                </a:lnTo>
                <a:lnTo>
                  <a:pt x="368791" y="358791"/>
                </a:lnTo>
                <a:lnTo>
                  <a:pt x="368316" y="358718"/>
                </a:lnTo>
                <a:lnTo>
                  <a:pt x="367849" y="358639"/>
                </a:lnTo>
                <a:lnTo>
                  <a:pt x="367391" y="358554"/>
                </a:lnTo>
                <a:lnTo>
                  <a:pt x="366941" y="358463"/>
                </a:lnTo>
                <a:lnTo>
                  <a:pt x="366499" y="358366"/>
                </a:lnTo>
                <a:lnTo>
                  <a:pt x="366065" y="358263"/>
                </a:lnTo>
                <a:lnTo>
                  <a:pt x="365639" y="358155"/>
                </a:lnTo>
                <a:lnTo>
                  <a:pt x="365222" y="358040"/>
                </a:lnTo>
                <a:lnTo>
                  <a:pt x="364813" y="357920"/>
                </a:lnTo>
                <a:lnTo>
                  <a:pt x="364412" y="357794"/>
                </a:lnTo>
                <a:lnTo>
                  <a:pt x="364019" y="357661"/>
                </a:lnTo>
                <a:lnTo>
                  <a:pt x="363634" y="357523"/>
                </a:lnTo>
                <a:lnTo>
                  <a:pt x="363258" y="357379"/>
                </a:lnTo>
                <a:lnTo>
                  <a:pt x="362889" y="357228"/>
                </a:lnTo>
                <a:lnTo>
                  <a:pt x="362528" y="357069"/>
                </a:lnTo>
                <a:lnTo>
                  <a:pt x="362174" y="356904"/>
                </a:lnTo>
                <a:lnTo>
                  <a:pt x="361828" y="356731"/>
                </a:lnTo>
                <a:lnTo>
                  <a:pt x="361489" y="356551"/>
                </a:lnTo>
                <a:lnTo>
                  <a:pt x="361159" y="356365"/>
                </a:lnTo>
                <a:lnTo>
                  <a:pt x="360835" y="356171"/>
                </a:lnTo>
                <a:lnTo>
                  <a:pt x="360520" y="355970"/>
                </a:lnTo>
                <a:lnTo>
                  <a:pt x="360212" y="355762"/>
                </a:lnTo>
                <a:lnTo>
                  <a:pt x="359912" y="355548"/>
                </a:lnTo>
                <a:lnTo>
                  <a:pt x="359619" y="355326"/>
                </a:lnTo>
                <a:lnTo>
                  <a:pt x="359334" y="355097"/>
                </a:lnTo>
                <a:lnTo>
                  <a:pt x="359057" y="354861"/>
                </a:lnTo>
                <a:lnTo>
                  <a:pt x="358787" y="354618"/>
                </a:lnTo>
                <a:lnTo>
                  <a:pt x="358525" y="354368"/>
                </a:lnTo>
                <a:lnTo>
                  <a:pt x="358270" y="354111"/>
                </a:lnTo>
                <a:lnTo>
                  <a:pt x="358023" y="353846"/>
                </a:lnTo>
                <a:lnTo>
                  <a:pt x="357784" y="353575"/>
                </a:lnTo>
                <a:lnTo>
                  <a:pt x="357553" y="353297"/>
                </a:lnTo>
                <a:lnTo>
                  <a:pt x="357329" y="353012"/>
                </a:lnTo>
                <a:lnTo>
                  <a:pt x="357112" y="352719"/>
                </a:lnTo>
                <a:lnTo>
                  <a:pt x="356904" y="352420"/>
                </a:lnTo>
                <a:lnTo>
                  <a:pt x="356703" y="352113"/>
                </a:lnTo>
                <a:lnTo>
                  <a:pt x="356509" y="351800"/>
                </a:lnTo>
                <a:lnTo>
                  <a:pt x="356325" y="351479"/>
                </a:lnTo>
                <a:lnTo>
                  <a:pt x="356148" y="351152"/>
                </a:lnTo>
                <a:lnTo>
                  <a:pt x="355979" y="350817"/>
                </a:lnTo>
                <a:lnTo>
                  <a:pt x="355819" y="350475"/>
                </a:lnTo>
                <a:lnTo>
                  <a:pt x="355667" y="350127"/>
                </a:lnTo>
                <a:lnTo>
                  <a:pt x="355523" y="349771"/>
                </a:lnTo>
                <a:lnTo>
                  <a:pt x="355388" y="349408"/>
                </a:lnTo>
                <a:lnTo>
                  <a:pt x="355260" y="349038"/>
                </a:lnTo>
                <a:lnTo>
                  <a:pt x="355141" y="348662"/>
                </a:lnTo>
                <a:lnTo>
                  <a:pt x="355030" y="348278"/>
                </a:lnTo>
                <a:lnTo>
                  <a:pt x="354927" y="347887"/>
                </a:lnTo>
                <a:lnTo>
                  <a:pt x="354833" y="347489"/>
                </a:lnTo>
                <a:lnTo>
                  <a:pt x="354747" y="347084"/>
                </a:lnTo>
                <a:lnTo>
                  <a:pt x="354669" y="346672"/>
                </a:lnTo>
                <a:lnTo>
                  <a:pt x="354599" y="346252"/>
                </a:lnTo>
                <a:lnTo>
                  <a:pt x="354537" y="345826"/>
                </a:lnTo>
                <a:lnTo>
                  <a:pt x="354484" y="345393"/>
                </a:lnTo>
                <a:lnTo>
                  <a:pt x="354438" y="344953"/>
                </a:lnTo>
                <a:lnTo>
                  <a:pt x="354401" y="344505"/>
                </a:lnTo>
                <a:lnTo>
                  <a:pt x="354373" y="344051"/>
                </a:lnTo>
                <a:lnTo>
                  <a:pt x="354352" y="343590"/>
                </a:lnTo>
                <a:lnTo>
                  <a:pt x="354340" y="343121"/>
                </a:lnTo>
                <a:lnTo>
                  <a:pt x="354336" y="342646"/>
                </a:lnTo>
                <a:lnTo>
                  <a:pt x="354336" y="297674"/>
                </a:lnTo>
                <a:lnTo>
                  <a:pt x="393390" y="297674"/>
                </a:lnTo>
                <a:lnTo>
                  <a:pt x="393390" y="284487"/>
                </a:lnTo>
                <a:lnTo>
                  <a:pt x="354336" y="284487"/>
                </a:lnTo>
                <a:lnTo>
                  <a:pt x="354336" y="256929"/>
                </a:lnTo>
                <a:lnTo>
                  <a:pt x="343854" y="256929"/>
                </a:lnTo>
                <a:lnTo>
                  <a:pt x="337936" y="284487"/>
                </a:lnTo>
                <a:lnTo>
                  <a:pt x="312407" y="284487"/>
                </a:lnTo>
                <a:lnTo>
                  <a:pt x="312407" y="297674"/>
                </a:lnTo>
                <a:lnTo>
                  <a:pt x="337429" y="297674"/>
                </a:lnTo>
                <a:lnTo>
                  <a:pt x="337429" y="343998"/>
                </a:lnTo>
                <a:lnTo>
                  <a:pt x="337445" y="345252"/>
                </a:lnTo>
                <a:lnTo>
                  <a:pt x="337491" y="346476"/>
                </a:lnTo>
                <a:lnTo>
                  <a:pt x="337569" y="347670"/>
                </a:lnTo>
                <a:lnTo>
                  <a:pt x="337678" y="348836"/>
                </a:lnTo>
                <a:lnTo>
                  <a:pt x="337818" y="349971"/>
                </a:lnTo>
                <a:lnTo>
                  <a:pt x="337989" y="351078"/>
                </a:lnTo>
                <a:lnTo>
                  <a:pt x="338191" y="352155"/>
                </a:lnTo>
                <a:lnTo>
                  <a:pt x="338425" y="353203"/>
                </a:lnTo>
                <a:lnTo>
                  <a:pt x="338689" y="354222"/>
                </a:lnTo>
                <a:lnTo>
                  <a:pt x="338985" y="355211"/>
                </a:lnTo>
                <a:lnTo>
                  <a:pt x="339311" y="356171"/>
                </a:lnTo>
                <a:lnTo>
                  <a:pt x="339669" y="357101"/>
                </a:lnTo>
                <a:lnTo>
                  <a:pt x="340058" y="358002"/>
                </a:lnTo>
                <a:lnTo>
                  <a:pt x="340478" y="358874"/>
                </a:lnTo>
                <a:lnTo>
                  <a:pt x="340929" y="359716"/>
                </a:lnTo>
                <a:lnTo>
                  <a:pt x="341411" y="360529"/>
                </a:lnTo>
                <a:lnTo>
                  <a:pt x="341925" y="361313"/>
                </a:lnTo>
                <a:lnTo>
                  <a:pt x="342469" y="362067"/>
                </a:lnTo>
                <a:lnTo>
                  <a:pt x="343045" y="362792"/>
                </a:lnTo>
                <a:lnTo>
                  <a:pt x="343652" y="363488"/>
                </a:lnTo>
                <a:lnTo>
                  <a:pt x="344289" y="364154"/>
                </a:lnTo>
                <a:lnTo>
                  <a:pt x="344958" y="364791"/>
                </a:lnTo>
                <a:lnTo>
                  <a:pt x="345658" y="365399"/>
                </a:lnTo>
                <a:lnTo>
                  <a:pt x="346390" y="365977"/>
                </a:lnTo>
                <a:lnTo>
                  <a:pt x="347147" y="366515"/>
                </a:lnTo>
                <a:lnTo>
                  <a:pt x="347926" y="367030"/>
                </a:lnTo>
                <a:lnTo>
                  <a:pt x="348727" y="367522"/>
                </a:lnTo>
                <a:lnTo>
                  <a:pt x="349550" y="367992"/>
                </a:lnTo>
                <a:lnTo>
                  <a:pt x="350395" y="368438"/>
                </a:lnTo>
                <a:lnTo>
                  <a:pt x="351261" y="368862"/>
                </a:lnTo>
                <a:lnTo>
                  <a:pt x="352149" y="369262"/>
                </a:lnTo>
                <a:lnTo>
                  <a:pt x="353058" y="369640"/>
                </a:lnTo>
                <a:lnTo>
                  <a:pt x="353990" y="369995"/>
                </a:lnTo>
                <a:lnTo>
                  <a:pt x="354943" y="370327"/>
                </a:lnTo>
                <a:lnTo>
                  <a:pt x="355917" y="370636"/>
                </a:lnTo>
                <a:lnTo>
                  <a:pt x="356914" y="370922"/>
                </a:lnTo>
                <a:lnTo>
                  <a:pt x="357932" y="371185"/>
                </a:lnTo>
                <a:lnTo>
                  <a:pt x="358972" y="371426"/>
                </a:lnTo>
                <a:lnTo>
                  <a:pt x="360034" y="371643"/>
                </a:lnTo>
                <a:lnTo>
                  <a:pt x="361117" y="371838"/>
                </a:lnTo>
                <a:lnTo>
                  <a:pt x="362222" y="372010"/>
                </a:lnTo>
                <a:lnTo>
                  <a:pt x="363349" y="372158"/>
                </a:lnTo>
                <a:lnTo>
                  <a:pt x="364498" y="372284"/>
                </a:lnTo>
                <a:lnTo>
                  <a:pt x="365668" y="372387"/>
                </a:lnTo>
                <a:lnTo>
                  <a:pt x="366860" y="372468"/>
                </a:lnTo>
                <a:lnTo>
                  <a:pt x="368074" y="372525"/>
                </a:lnTo>
                <a:lnTo>
                  <a:pt x="369309" y="372559"/>
                </a:lnTo>
                <a:lnTo>
                  <a:pt x="370566" y="372571"/>
                </a:lnTo>
                <a:lnTo>
                  <a:pt x="371087" y="372568"/>
                </a:lnTo>
                <a:lnTo>
                  <a:pt x="371609" y="372561"/>
                </a:lnTo>
                <a:lnTo>
                  <a:pt x="372130" y="372549"/>
                </a:lnTo>
                <a:lnTo>
                  <a:pt x="372651" y="372533"/>
                </a:lnTo>
                <a:lnTo>
                  <a:pt x="373173" y="372512"/>
                </a:lnTo>
                <a:lnTo>
                  <a:pt x="373694" y="372486"/>
                </a:lnTo>
                <a:lnTo>
                  <a:pt x="374215" y="372456"/>
                </a:lnTo>
                <a:lnTo>
                  <a:pt x="374736" y="372420"/>
                </a:lnTo>
                <a:close/>
                <a:moveTo>
                  <a:pt x="469404" y="370880"/>
                </a:moveTo>
                <a:lnTo>
                  <a:pt x="498653" y="370880"/>
                </a:lnTo>
                <a:lnTo>
                  <a:pt x="498653" y="357862"/>
                </a:lnTo>
                <a:lnTo>
                  <a:pt x="469404" y="357862"/>
                </a:lnTo>
                <a:lnTo>
                  <a:pt x="469404" y="284487"/>
                </a:lnTo>
                <a:lnTo>
                  <a:pt x="421558" y="284487"/>
                </a:lnTo>
                <a:lnTo>
                  <a:pt x="421558" y="297674"/>
                </a:lnTo>
                <a:lnTo>
                  <a:pt x="452498" y="297674"/>
                </a:lnTo>
                <a:lnTo>
                  <a:pt x="452498" y="357862"/>
                </a:lnTo>
                <a:lnTo>
                  <a:pt x="421558" y="357862"/>
                </a:lnTo>
                <a:lnTo>
                  <a:pt x="421558" y="370880"/>
                </a:lnTo>
                <a:lnTo>
                  <a:pt x="452498" y="370880"/>
                </a:lnTo>
                <a:lnTo>
                  <a:pt x="469404" y="370880"/>
                </a:lnTo>
                <a:close/>
                <a:moveTo>
                  <a:pt x="538533" y="316161"/>
                </a:moveTo>
                <a:lnTo>
                  <a:pt x="538599" y="315614"/>
                </a:lnTo>
                <a:lnTo>
                  <a:pt x="538674" y="315072"/>
                </a:lnTo>
                <a:lnTo>
                  <a:pt x="538758" y="314536"/>
                </a:lnTo>
                <a:lnTo>
                  <a:pt x="538850" y="314006"/>
                </a:lnTo>
                <a:lnTo>
                  <a:pt x="538952" y="313481"/>
                </a:lnTo>
                <a:lnTo>
                  <a:pt x="539062" y="312963"/>
                </a:lnTo>
                <a:lnTo>
                  <a:pt x="539181" y="312451"/>
                </a:lnTo>
                <a:lnTo>
                  <a:pt x="539308" y="311944"/>
                </a:lnTo>
                <a:lnTo>
                  <a:pt x="539445" y="311443"/>
                </a:lnTo>
                <a:lnTo>
                  <a:pt x="539590" y="310948"/>
                </a:lnTo>
                <a:lnTo>
                  <a:pt x="539744" y="310459"/>
                </a:lnTo>
                <a:lnTo>
                  <a:pt x="539907" y="309976"/>
                </a:lnTo>
                <a:lnTo>
                  <a:pt x="540079" y="309499"/>
                </a:lnTo>
                <a:lnTo>
                  <a:pt x="540259" y="309028"/>
                </a:lnTo>
                <a:lnTo>
                  <a:pt x="540449" y="308562"/>
                </a:lnTo>
                <a:lnTo>
                  <a:pt x="540647" y="308102"/>
                </a:lnTo>
                <a:lnTo>
                  <a:pt x="540854" y="307649"/>
                </a:lnTo>
                <a:lnTo>
                  <a:pt x="541069" y="307188"/>
                </a:lnTo>
                <a:lnTo>
                  <a:pt x="541291" y="306736"/>
                </a:lnTo>
                <a:lnTo>
                  <a:pt x="541519" y="306294"/>
                </a:lnTo>
                <a:lnTo>
                  <a:pt x="541755" y="305859"/>
                </a:lnTo>
                <a:lnTo>
                  <a:pt x="541998" y="305434"/>
                </a:lnTo>
                <a:lnTo>
                  <a:pt x="542249" y="305018"/>
                </a:lnTo>
                <a:lnTo>
                  <a:pt x="542506" y="304610"/>
                </a:lnTo>
                <a:lnTo>
                  <a:pt x="542770" y="304211"/>
                </a:lnTo>
                <a:lnTo>
                  <a:pt x="543041" y="303821"/>
                </a:lnTo>
                <a:lnTo>
                  <a:pt x="543319" y="303440"/>
                </a:lnTo>
                <a:lnTo>
                  <a:pt x="543605" y="303067"/>
                </a:lnTo>
                <a:lnTo>
                  <a:pt x="543897" y="302704"/>
                </a:lnTo>
                <a:lnTo>
                  <a:pt x="544196" y="302349"/>
                </a:lnTo>
                <a:lnTo>
                  <a:pt x="544503" y="302003"/>
                </a:lnTo>
                <a:lnTo>
                  <a:pt x="544816" y="301665"/>
                </a:lnTo>
                <a:lnTo>
                  <a:pt x="545137" y="301337"/>
                </a:lnTo>
                <a:lnTo>
                  <a:pt x="545464" y="301017"/>
                </a:lnTo>
                <a:lnTo>
                  <a:pt x="545799" y="300706"/>
                </a:lnTo>
                <a:lnTo>
                  <a:pt x="546141" y="300404"/>
                </a:lnTo>
                <a:lnTo>
                  <a:pt x="546489" y="300111"/>
                </a:lnTo>
                <a:lnTo>
                  <a:pt x="546845" y="299827"/>
                </a:lnTo>
                <a:lnTo>
                  <a:pt x="547208" y="299551"/>
                </a:lnTo>
                <a:lnTo>
                  <a:pt x="547578" y="299284"/>
                </a:lnTo>
                <a:lnTo>
                  <a:pt x="547955" y="299026"/>
                </a:lnTo>
                <a:lnTo>
                  <a:pt x="548338" y="298764"/>
                </a:lnTo>
                <a:lnTo>
                  <a:pt x="548727" y="298513"/>
                </a:lnTo>
                <a:lnTo>
                  <a:pt x="549122" y="298273"/>
                </a:lnTo>
                <a:lnTo>
                  <a:pt x="549523" y="298045"/>
                </a:lnTo>
                <a:lnTo>
                  <a:pt x="549930" y="297827"/>
                </a:lnTo>
                <a:lnTo>
                  <a:pt x="550343" y="297621"/>
                </a:lnTo>
                <a:lnTo>
                  <a:pt x="550761" y="297426"/>
                </a:lnTo>
                <a:lnTo>
                  <a:pt x="551186" y="297242"/>
                </a:lnTo>
                <a:lnTo>
                  <a:pt x="551616" y="297069"/>
                </a:lnTo>
                <a:lnTo>
                  <a:pt x="552052" y="296907"/>
                </a:lnTo>
                <a:lnTo>
                  <a:pt x="552494" y="296756"/>
                </a:lnTo>
                <a:lnTo>
                  <a:pt x="552942" y="296617"/>
                </a:lnTo>
                <a:lnTo>
                  <a:pt x="553396" y="296489"/>
                </a:lnTo>
                <a:lnTo>
                  <a:pt x="553855" y="296372"/>
                </a:lnTo>
                <a:lnTo>
                  <a:pt x="554321" y="296266"/>
                </a:lnTo>
                <a:lnTo>
                  <a:pt x="554792" y="296171"/>
                </a:lnTo>
                <a:lnTo>
                  <a:pt x="555270" y="296087"/>
                </a:lnTo>
                <a:lnTo>
                  <a:pt x="555753" y="296015"/>
                </a:lnTo>
                <a:lnTo>
                  <a:pt x="556242" y="295953"/>
                </a:lnTo>
                <a:lnTo>
                  <a:pt x="556737" y="295903"/>
                </a:lnTo>
                <a:lnTo>
                  <a:pt x="557237" y="295864"/>
                </a:lnTo>
                <a:lnTo>
                  <a:pt x="557744" y="295836"/>
                </a:lnTo>
                <a:lnTo>
                  <a:pt x="558257" y="295820"/>
                </a:lnTo>
                <a:lnTo>
                  <a:pt x="558775" y="295814"/>
                </a:lnTo>
                <a:lnTo>
                  <a:pt x="559515" y="295824"/>
                </a:lnTo>
                <a:lnTo>
                  <a:pt x="560240" y="295853"/>
                </a:lnTo>
                <a:lnTo>
                  <a:pt x="560952" y="295901"/>
                </a:lnTo>
                <a:lnTo>
                  <a:pt x="561649" y="295969"/>
                </a:lnTo>
                <a:lnTo>
                  <a:pt x="562332" y="296056"/>
                </a:lnTo>
                <a:lnTo>
                  <a:pt x="563002" y="296163"/>
                </a:lnTo>
                <a:lnTo>
                  <a:pt x="563657" y="296289"/>
                </a:lnTo>
                <a:lnTo>
                  <a:pt x="564298" y="296434"/>
                </a:lnTo>
                <a:lnTo>
                  <a:pt x="564925" y="296599"/>
                </a:lnTo>
                <a:lnTo>
                  <a:pt x="565538" y="296783"/>
                </a:lnTo>
                <a:lnTo>
                  <a:pt x="566136" y="296986"/>
                </a:lnTo>
                <a:lnTo>
                  <a:pt x="566721" y="297209"/>
                </a:lnTo>
                <a:lnTo>
                  <a:pt x="567292" y="297451"/>
                </a:lnTo>
                <a:lnTo>
                  <a:pt x="567848" y="297713"/>
                </a:lnTo>
                <a:lnTo>
                  <a:pt x="568391" y="297993"/>
                </a:lnTo>
                <a:lnTo>
                  <a:pt x="568919" y="298294"/>
                </a:lnTo>
                <a:lnTo>
                  <a:pt x="569433" y="298613"/>
                </a:lnTo>
                <a:lnTo>
                  <a:pt x="569933" y="298952"/>
                </a:lnTo>
                <a:lnTo>
                  <a:pt x="570419" y="299311"/>
                </a:lnTo>
                <a:lnTo>
                  <a:pt x="570891" y="299689"/>
                </a:lnTo>
                <a:lnTo>
                  <a:pt x="571349" y="300086"/>
                </a:lnTo>
                <a:lnTo>
                  <a:pt x="571793" y="300502"/>
                </a:lnTo>
                <a:lnTo>
                  <a:pt x="572223" y="300938"/>
                </a:lnTo>
                <a:lnTo>
                  <a:pt x="572638" y="301393"/>
                </a:lnTo>
                <a:lnTo>
                  <a:pt x="573052" y="301870"/>
                </a:lnTo>
                <a:lnTo>
                  <a:pt x="573448" y="302369"/>
                </a:lnTo>
                <a:lnTo>
                  <a:pt x="573827" y="302891"/>
                </a:lnTo>
                <a:lnTo>
                  <a:pt x="574188" y="303436"/>
                </a:lnTo>
                <a:lnTo>
                  <a:pt x="574532" y="304004"/>
                </a:lnTo>
                <a:lnTo>
                  <a:pt x="574857" y="304595"/>
                </a:lnTo>
                <a:lnTo>
                  <a:pt x="575166" y="305209"/>
                </a:lnTo>
                <a:lnTo>
                  <a:pt x="575456" y="305845"/>
                </a:lnTo>
                <a:lnTo>
                  <a:pt x="575729" y="306505"/>
                </a:lnTo>
                <a:lnTo>
                  <a:pt x="575984" y="307187"/>
                </a:lnTo>
                <a:lnTo>
                  <a:pt x="576222" y="307893"/>
                </a:lnTo>
                <a:lnTo>
                  <a:pt x="576442" y="308621"/>
                </a:lnTo>
                <a:lnTo>
                  <a:pt x="576645" y="309372"/>
                </a:lnTo>
                <a:lnTo>
                  <a:pt x="576830" y="310146"/>
                </a:lnTo>
                <a:lnTo>
                  <a:pt x="576997" y="310943"/>
                </a:lnTo>
                <a:lnTo>
                  <a:pt x="577147" y="311763"/>
                </a:lnTo>
                <a:lnTo>
                  <a:pt x="577279" y="312605"/>
                </a:lnTo>
                <a:lnTo>
                  <a:pt x="577393" y="313471"/>
                </a:lnTo>
                <a:lnTo>
                  <a:pt x="577490" y="314359"/>
                </a:lnTo>
                <a:lnTo>
                  <a:pt x="577569" y="315271"/>
                </a:lnTo>
                <a:lnTo>
                  <a:pt x="577631" y="316205"/>
                </a:lnTo>
                <a:lnTo>
                  <a:pt x="577675" y="317162"/>
                </a:lnTo>
                <a:lnTo>
                  <a:pt x="577702" y="318142"/>
                </a:lnTo>
                <a:lnTo>
                  <a:pt x="577710" y="319145"/>
                </a:lnTo>
                <a:lnTo>
                  <a:pt x="577710" y="370880"/>
                </a:lnTo>
                <a:lnTo>
                  <a:pt x="594617" y="370880"/>
                </a:lnTo>
                <a:lnTo>
                  <a:pt x="594617" y="314242"/>
                </a:lnTo>
                <a:lnTo>
                  <a:pt x="594602" y="312959"/>
                </a:lnTo>
                <a:lnTo>
                  <a:pt x="594558" y="311703"/>
                </a:lnTo>
                <a:lnTo>
                  <a:pt x="594485" y="310473"/>
                </a:lnTo>
                <a:lnTo>
                  <a:pt x="594382" y="309269"/>
                </a:lnTo>
                <a:lnTo>
                  <a:pt x="594250" y="308092"/>
                </a:lnTo>
                <a:lnTo>
                  <a:pt x="594089" y="306941"/>
                </a:lnTo>
                <a:lnTo>
                  <a:pt x="593898" y="305816"/>
                </a:lnTo>
                <a:lnTo>
                  <a:pt x="593678" y="304718"/>
                </a:lnTo>
                <a:lnTo>
                  <a:pt x="593428" y="303647"/>
                </a:lnTo>
                <a:lnTo>
                  <a:pt x="593149" y="302601"/>
                </a:lnTo>
                <a:lnTo>
                  <a:pt x="592841" y="301583"/>
                </a:lnTo>
                <a:lnTo>
                  <a:pt x="592504" y="300590"/>
                </a:lnTo>
                <a:lnTo>
                  <a:pt x="592137" y="299624"/>
                </a:lnTo>
                <a:lnTo>
                  <a:pt x="591741" y="298685"/>
                </a:lnTo>
                <a:lnTo>
                  <a:pt x="591315" y="297771"/>
                </a:lnTo>
                <a:lnTo>
                  <a:pt x="590860" y="296885"/>
                </a:lnTo>
                <a:lnTo>
                  <a:pt x="590376" y="296024"/>
                </a:lnTo>
                <a:lnTo>
                  <a:pt x="589862" y="295191"/>
                </a:lnTo>
                <a:lnTo>
                  <a:pt x="589319" y="294383"/>
                </a:lnTo>
                <a:lnTo>
                  <a:pt x="588747" y="293602"/>
                </a:lnTo>
                <a:lnTo>
                  <a:pt x="588145" y="292847"/>
                </a:lnTo>
                <a:lnTo>
                  <a:pt x="587514" y="292119"/>
                </a:lnTo>
                <a:lnTo>
                  <a:pt x="586854" y="291417"/>
                </a:lnTo>
                <a:lnTo>
                  <a:pt x="586164" y="290742"/>
                </a:lnTo>
                <a:lnTo>
                  <a:pt x="585449" y="290094"/>
                </a:lnTo>
                <a:lnTo>
                  <a:pt x="584715" y="289473"/>
                </a:lnTo>
                <a:lnTo>
                  <a:pt x="583961" y="288880"/>
                </a:lnTo>
                <a:lnTo>
                  <a:pt x="583186" y="288314"/>
                </a:lnTo>
                <a:lnTo>
                  <a:pt x="582392" y="287776"/>
                </a:lnTo>
                <a:lnTo>
                  <a:pt x="581578" y="287266"/>
                </a:lnTo>
                <a:lnTo>
                  <a:pt x="580744" y="286783"/>
                </a:lnTo>
                <a:lnTo>
                  <a:pt x="579889" y="286328"/>
                </a:lnTo>
                <a:lnTo>
                  <a:pt x="579015" y="285900"/>
                </a:lnTo>
                <a:lnTo>
                  <a:pt x="578121" y="285500"/>
                </a:lnTo>
                <a:lnTo>
                  <a:pt x="577207" y="285127"/>
                </a:lnTo>
                <a:lnTo>
                  <a:pt x="576273" y="284783"/>
                </a:lnTo>
                <a:lnTo>
                  <a:pt x="575319" y="284465"/>
                </a:lnTo>
                <a:lnTo>
                  <a:pt x="574345" y="284176"/>
                </a:lnTo>
                <a:lnTo>
                  <a:pt x="573352" y="283913"/>
                </a:lnTo>
                <a:lnTo>
                  <a:pt x="572338" y="283679"/>
                </a:lnTo>
                <a:lnTo>
                  <a:pt x="571304" y="283472"/>
                </a:lnTo>
                <a:lnTo>
                  <a:pt x="570250" y="283293"/>
                </a:lnTo>
                <a:lnTo>
                  <a:pt x="569177" y="283141"/>
                </a:lnTo>
                <a:lnTo>
                  <a:pt x="568083" y="283017"/>
                </a:lnTo>
                <a:lnTo>
                  <a:pt x="566969" y="282920"/>
                </a:lnTo>
                <a:lnTo>
                  <a:pt x="565836" y="282851"/>
                </a:lnTo>
                <a:lnTo>
                  <a:pt x="564682" y="282810"/>
                </a:lnTo>
                <a:lnTo>
                  <a:pt x="563509" y="282796"/>
                </a:lnTo>
                <a:lnTo>
                  <a:pt x="562793" y="282802"/>
                </a:lnTo>
                <a:lnTo>
                  <a:pt x="562082" y="282819"/>
                </a:lnTo>
                <a:lnTo>
                  <a:pt x="561377" y="282849"/>
                </a:lnTo>
                <a:lnTo>
                  <a:pt x="560677" y="282890"/>
                </a:lnTo>
                <a:lnTo>
                  <a:pt x="559982" y="282943"/>
                </a:lnTo>
                <a:lnTo>
                  <a:pt x="559293" y="283007"/>
                </a:lnTo>
                <a:lnTo>
                  <a:pt x="558608" y="283084"/>
                </a:lnTo>
                <a:lnTo>
                  <a:pt x="557930" y="283172"/>
                </a:lnTo>
                <a:lnTo>
                  <a:pt x="557256" y="283271"/>
                </a:lnTo>
                <a:lnTo>
                  <a:pt x="556588" y="283383"/>
                </a:lnTo>
                <a:lnTo>
                  <a:pt x="555925" y="283506"/>
                </a:lnTo>
                <a:lnTo>
                  <a:pt x="555267" y="283641"/>
                </a:lnTo>
                <a:lnTo>
                  <a:pt x="554614" y="283788"/>
                </a:lnTo>
                <a:lnTo>
                  <a:pt x="553967" y="283947"/>
                </a:lnTo>
                <a:lnTo>
                  <a:pt x="553325" y="284117"/>
                </a:lnTo>
                <a:lnTo>
                  <a:pt x="552688" y="284299"/>
                </a:lnTo>
                <a:lnTo>
                  <a:pt x="552057" y="284493"/>
                </a:lnTo>
                <a:lnTo>
                  <a:pt x="551431" y="284698"/>
                </a:lnTo>
                <a:lnTo>
                  <a:pt x="550810" y="284915"/>
                </a:lnTo>
                <a:lnTo>
                  <a:pt x="550195" y="285144"/>
                </a:lnTo>
                <a:lnTo>
                  <a:pt x="549584" y="285385"/>
                </a:lnTo>
                <a:lnTo>
                  <a:pt x="548980" y="285637"/>
                </a:lnTo>
                <a:lnTo>
                  <a:pt x="548380" y="285902"/>
                </a:lnTo>
                <a:lnTo>
                  <a:pt x="547786" y="286177"/>
                </a:lnTo>
                <a:lnTo>
                  <a:pt x="547199" y="286466"/>
                </a:lnTo>
                <a:lnTo>
                  <a:pt x="546624" y="286768"/>
                </a:lnTo>
                <a:lnTo>
                  <a:pt x="546060" y="287084"/>
                </a:lnTo>
                <a:lnTo>
                  <a:pt x="545508" y="287413"/>
                </a:lnTo>
                <a:lnTo>
                  <a:pt x="544966" y="287755"/>
                </a:lnTo>
                <a:lnTo>
                  <a:pt x="544436" y="288111"/>
                </a:lnTo>
                <a:lnTo>
                  <a:pt x="543917" y="288481"/>
                </a:lnTo>
                <a:lnTo>
                  <a:pt x="543409" y="288864"/>
                </a:lnTo>
                <a:lnTo>
                  <a:pt x="542912" y="289260"/>
                </a:lnTo>
                <a:lnTo>
                  <a:pt x="542426" y="289670"/>
                </a:lnTo>
                <a:lnTo>
                  <a:pt x="541951" y="290094"/>
                </a:lnTo>
                <a:lnTo>
                  <a:pt x="541488" y="290531"/>
                </a:lnTo>
                <a:lnTo>
                  <a:pt x="541035" y="290981"/>
                </a:lnTo>
                <a:lnTo>
                  <a:pt x="540594" y="291445"/>
                </a:lnTo>
                <a:lnTo>
                  <a:pt x="540164" y="291923"/>
                </a:lnTo>
                <a:lnTo>
                  <a:pt x="539745" y="292414"/>
                </a:lnTo>
                <a:lnTo>
                  <a:pt x="539338" y="292919"/>
                </a:lnTo>
                <a:lnTo>
                  <a:pt x="538941" y="293437"/>
                </a:lnTo>
                <a:lnTo>
                  <a:pt x="538556" y="293968"/>
                </a:lnTo>
                <a:lnTo>
                  <a:pt x="538182" y="294513"/>
                </a:lnTo>
                <a:lnTo>
                  <a:pt x="537818" y="295072"/>
                </a:lnTo>
                <a:lnTo>
                  <a:pt x="537467" y="295644"/>
                </a:lnTo>
                <a:lnTo>
                  <a:pt x="537126" y="296229"/>
                </a:lnTo>
                <a:lnTo>
                  <a:pt x="536796" y="296829"/>
                </a:lnTo>
                <a:lnTo>
                  <a:pt x="535105" y="284487"/>
                </a:lnTo>
                <a:lnTo>
                  <a:pt x="521411" y="284487"/>
                </a:lnTo>
                <a:lnTo>
                  <a:pt x="521411" y="370880"/>
                </a:lnTo>
                <a:lnTo>
                  <a:pt x="538318" y="370880"/>
                </a:lnTo>
                <a:lnTo>
                  <a:pt x="538318" y="320160"/>
                </a:lnTo>
                <a:lnTo>
                  <a:pt x="538322" y="319571"/>
                </a:lnTo>
                <a:lnTo>
                  <a:pt x="538335" y="318988"/>
                </a:lnTo>
                <a:lnTo>
                  <a:pt x="538357" y="318411"/>
                </a:lnTo>
                <a:lnTo>
                  <a:pt x="538388" y="317840"/>
                </a:lnTo>
                <a:lnTo>
                  <a:pt x="538428" y="317274"/>
                </a:lnTo>
                <a:lnTo>
                  <a:pt x="538476" y="316715"/>
                </a:lnTo>
                <a:lnTo>
                  <a:pt x="538533" y="316161"/>
                </a:lnTo>
                <a:close/>
                <a:moveTo>
                  <a:pt x="260006" y="372251"/>
                </a:moveTo>
                <a:lnTo>
                  <a:pt x="260916" y="372166"/>
                </a:lnTo>
                <a:lnTo>
                  <a:pt x="261813" y="372072"/>
                </a:lnTo>
                <a:lnTo>
                  <a:pt x="262698" y="371967"/>
                </a:lnTo>
                <a:lnTo>
                  <a:pt x="263570" y="371852"/>
                </a:lnTo>
                <a:lnTo>
                  <a:pt x="264431" y="371727"/>
                </a:lnTo>
                <a:lnTo>
                  <a:pt x="265279" y="371593"/>
                </a:lnTo>
                <a:lnTo>
                  <a:pt x="266114" y="371448"/>
                </a:lnTo>
                <a:lnTo>
                  <a:pt x="266938" y="371293"/>
                </a:lnTo>
                <a:lnTo>
                  <a:pt x="267749" y="371128"/>
                </a:lnTo>
                <a:lnTo>
                  <a:pt x="268547" y="370954"/>
                </a:lnTo>
                <a:lnTo>
                  <a:pt x="269334" y="370769"/>
                </a:lnTo>
                <a:lnTo>
                  <a:pt x="270108" y="370575"/>
                </a:lnTo>
                <a:lnTo>
                  <a:pt x="270869" y="370370"/>
                </a:lnTo>
                <a:lnTo>
                  <a:pt x="271619" y="370155"/>
                </a:lnTo>
                <a:lnTo>
                  <a:pt x="272356" y="369931"/>
                </a:lnTo>
                <a:lnTo>
                  <a:pt x="273080" y="369696"/>
                </a:lnTo>
                <a:lnTo>
                  <a:pt x="273806" y="369452"/>
                </a:lnTo>
                <a:lnTo>
                  <a:pt x="274516" y="369196"/>
                </a:lnTo>
                <a:lnTo>
                  <a:pt x="275212" y="368930"/>
                </a:lnTo>
                <a:lnTo>
                  <a:pt x="275894" y="368654"/>
                </a:lnTo>
                <a:lnTo>
                  <a:pt x="276560" y="368367"/>
                </a:lnTo>
                <a:lnTo>
                  <a:pt x="277212" y="368069"/>
                </a:lnTo>
                <a:lnTo>
                  <a:pt x="277849" y="367761"/>
                </a:lnTo>
                <a:lnTo>
                  <a:pt x="278472" y="367442"/>
                </a:lnTo>
                <a:lnTo>
                  <a:pt x="279080" y="367113"/>
                </a:lnTo>
                <a:lnTo>
                  <a:pt x="279673" y="366773"/>
                </a:lnTo>
                <a:lnTo>
                  <a:pt x="280251" y="366422"/>
                </a:lnTo>
                <a:lnTo>
                  <a:pt x="280815" y="366061"/>
                </a:lnTo>
                <a:lnTo>
                  <a:pt x="281364" y="365690"/>
                </a:lnTo>
                <a:lnTo>
                  <a:pt x="281899" y="365308"/>
                </a:lnTo>
                <a:lnTo>
                  <a:pt x="282419" y="364915"/>
                </a:lnTo>
                <a:lnTo>
                  <a:pt x="282924" y="364512"/>
                </a:lnTo>
                <a:lnTo>
                  <a:pt x="283414" y="364098"/>
                </a:lnTo>
                <a:lnTo>
                  <a:pt x="283890" y="363673"/>
                </a:lnTo>
                <a:lnTo>
                  <a:pt x="284351" y="363238"/>
                </a:lnTo>
                <a:lnTo>
                  <a:pt x="284798" y="362793"/>
                </a:lnTo>
                <a:lnTo>
                  <a:pt x="285229" y="362337"/>
                </a:lnTo>
                <a:lnTo>
                  <a:pt x="285647" y="361870"/>
                </a:lnTo>
                <a:lnTo>
                  <a:pt x="286049" y="361393"/>
                </a:lnTo>
                <a:lnTo>
                  <a:pt x="286437" y="360905"/>
                </a:lnTo>
                <a:lnTo>
                  <a:pt x="286823" y="360407"/>
                </a:lnTo>
                <a:lnTo>
                  <a:pt x="287193" y="359898"/>
                </a:lnTo>
                <a:lnTo>
                  <a:pt x="287546" y="359378"/>
                </a:lnTo>
                <a:lnTo>
                  <a:pt x="287883" y="358848"/>
                </a:lnTo>
                <a:lnTo>
                  <a:pt x="288204" y="358307"/>
                </a:lnTo>
                <a:lnTo>
                  <a:pt x="288508" y="357756"/>
                </a:lnTo>
                <a:lnTo>
                  <a:pt x="288795" y="357194"/>
                </a:lnTo>
                <a:lnTo>
                  <a:pt x="289067" y="356622"/>
                </a:lnTo>
                <a:lnTo>
                  <a:pt x="289321" y="356039"/>
                </a:lnTo>
                <a:lnTo>
                  <a:pt x="289560" y="355445"/>
                </a:lnTo>
                <a:lnTo>
                  <a:pt x="289782" y="354841"/>
                </a:lnTo>
                <a:lnTo>
                  <a:pt x="289987" y="354227"/>
                </a:lnTo>
                <a:lnTo>
                  <a:pt x="290176" y="353602"/>
                </a:lnTo>
                <a:lnTo>
                  <a:pt x="290349" y="352966"/>
                </a:lnTo>
                <a:lnTo>
                  <a:pt x="290505" y="352319"/>
                </a:lnTo>
                <a:lnTo>
                  <a:pt x="290645" y="351663"/>
                </a:lnTo>
                <a:lnTo>
                  <a:pt x="290768" y="350995"/>
                </a:lnTo>
                <a:lnTo>
                  <a:pt x="290875" y="350317"/>
                </a:lnTo>
                <a:lnTo>
                  <a:pt x="290965" y="349628"/>
                </a:lnTo>
                <a:lnTo>
                  <a:pt x="291039" y="348929"/>
                </a:lnTo>
                <a:lnTo>
                  <a:pt x="291097" y="348220"/>
                </a:lnTo>
                <a:lnTo>
                  <a:pt x="291138" y="347499"/>
                </a:lnTo>
                <a:lnTo>
                  <a:pt x="291162" y="346768"/>
                </a:lnTo>
                <a:lnTo>
                  <a:pt x="291171" y="346027"/>
                </a:lnTo>
                <a:lnTo>
                  <a:pt x="291165" y="345370"/>
                </a:lnTo>
                <a:lnTo>
                  <a:pt x="291148" y="344724"/>
                </a:lnTo>
                <a:lnTo>
                  <a:pt x="291120" y="344088"/>
                </a:lnTo>
                <a:lnTo>
                  <a:pt x="291081" y="343463"/>
                </a:lnTo>
                <a:lnTo>
                  <a:pt x="291031" y="342848"/>
                </a:lnTo>
                <a:lnTo>
                  <a:pt x="290970" y="342244"/>
                </a:lnTo>
                <a:lnTo>
                  <a:pt x="290897" y="341651"/>
                </a:lnTo>
                <a:lnTo>
                  <a:pt x="290814" y="341068"/>
                </a:lnTo>
                <a:lnTo>
                  <a:pt x="290719" y="340495"/>
                </a:lnTo>
                <a:lnTo>
                  <a:pt x="290613" y="339934"/>
                </a:lnTo>
                <a:lnTo>
                  <a:pt x="290496" y="339382"/>
                </a:lnTo>
                <a:lnTo>
                  <a:pt x="290368" y="338842"/>
                </a:lnTo>
                <a:lnTo>
                  <a:pt x="290228" y="338312"/>
                </a:lnTo>
                <a:lnTo>
                  <a:pt x="290078" y="337792"/>
                </a:lnTo>
                <a:lnTo>
                  <a:pt x="289916" y="337283"/>
                </a:lnTo>
                <a:lnTo>
                  <a:pt x="289743" y="336785"/>
                </a:lnTo>
                <a:lnTo>
                  <a:pt x="289559" y="336297"/>
                </a:lnTo>
                <a:lnTo>
                  <a:pt x="289364" y="335820"/>
                </a:lnTo>
                <a:lnTo>
                  <a:pt x="289157" y="335353"/>
                </a:lnTo>
                <a:lnTo>
                  <a:pt x="288940" y="334897"/>
                </a:lnTo>
                <a:lnTo>
                  <a:pt x="288711" y="334451"/>
                </a:lnTo>
                <a:lnTo>
                  <a:pt x="288471" y="334016"/>
                </a:lnTo>
                <a:lnTo>
                  <a:pt x="288220" y="333592"/>
                </a:lnTo>
                <a:lnTo>
                  <a:pt x="287958" y="333178"/>
                </a:lnTo>
                <a:lnTo>
                  <a:pt x="287684" y="332758"/>
                </a:lnTo>
                <a:lnTo>
                  <a:pt x="287395" y="332345"/>
                </a:lnTo>
                <a:lnTo>
                  <a:pt x="287092" y="331939"/>
                </a:lnTo>
                <a:lnTo>
                  <a:pt x="286775" y="331539"/>
                </a:lnTo>
                <a:lnTo>
                  <a:pt x="286444" y="331145"/>
                </a:lnTo>
                <a:lnTo>
                  <a:pt x="286099" y="330758"/>
                </a:lnTo>
                <a:lnTo>
                  <a:pt x="285739" y="330377"/>
                </a:lnTo>
                <a:lnTo>
                  <a:pt x="285366" y="330003"/>
                </a:lnTo>
                <a:lnTo>
                  <a:pt x="284979" y="329635"/>
                </a:lnTo>
                <a:lnTo>
                  <a:pt x="284577" y="329274"/>
                </a:lnTo>
                <a:lnTo>
                  <a:pt x="284161" y="328919"/>
                </a:lnTo>
                <a:lnTo>
                  <a:pt x="283732" y="328571"/>
                </a:lnTo>
                <a:lnTo>
                  <a:pt x="283288" y="328229"/>
                </a:lnTo>
                <a:lnTo>
                  <a:pt x="282830" y="327893"/>
                </a:lnTo>
                <a:lnTo>
                  <a:pt x="282358" y="327564"/>
                </a:lnTo>
                <a:lnTo>
                  <a:pt x="281872" y="327242"/>
                </a:lnTo>
                <a:lnTo>
                  <a:pt x="281372" y="326926"/>
                </a:lnTo>
                <a:lnTo>
                  <a:pt x="280858" y="326616"/>
                </a:lnTo>
                <a:lnTo>
                  <a:pt x="280329" y="326313"/>
                </a:lnTo>
                <a:lnTo>
                  <a:pt x="279787" y="326016"/>
                </a:lnTo>
                <a:lnTo>
                  <a:pt x="279230" y="325726"/>
                </a:lnTo>
                <a:lnTo>
                  <a:pt x="278660" y="325442"/>
                </a:lnTo>
                <a:lnTo>
                  <a:pt x="278075" y="325165"/>
                </a:lnTo>
                <a:lnTo>
                  <a:pt x="277476" y="324894"/>
                </a:lnTo>
                <a:lnTo>
                  <a:pt x="276875" y="324628"/>
                </a:lnTo>
                <a:lnTo>
                  <a:pt x="276256" y="324365"/>
                </a:lnTo>
                <a:lnTo>
                  <a:pt x="275619" y="324106"/>
                </a:lnTo>
                <a:lnTo>
                  <a:pt x="274964" y="323851"/>
                </a:lnTo>
                <a:lnTo>
                  <a:pt x="274290" y="323599"/>
                </a:lnTo>
                <a:lnTo>
                  <a:pt x="273598" y="323351"/>
                </a:lnTo>
                <a:lnTo>
                  <a:pt x="272888" y="323106"/>
                </a:lnTo>
                <a:lnTo>
                  <a:pt x="272160" y="322865"/>
                </a:lnTo>
                <a:lnTo>
                  <a:pt x="271414" y="322627"/>
                </a:lnTo>
                <a:lnTo>
                  <a:pt x="270649" y="322393"/>
                </a:lnTo>
                <a:lnTo>
                  <a:pt x="269866" y="322162"/>
                </a:lnTo>
                <a:lnTo>
                  <a:pt x="269065" y="321935"/>
                </a:lnTo>
                <a:lnTo>
                  <a:pt x="268246" y="321711"/>
                </a:lnTo>
                <a:lnTo>
                  <a:pt x="267408" y="321491"/>
                </a:lnTo>
                <a:lnTo>
                  <a:pt x="266553" y="321275"/>
                </a:lnTo>
                <a:lnTo>
                  <a:pt x="265679" y="321061"/>
                </a:lnTo>
                <a:lnTo>
                  <a:pt x="264787" y="320852"/>
                </a:lnTo>
                <a:lnTo>
                  <a:pt x="263877" y="320646"/>
                </a:lnTo>
                <a:lnTo>
                  <a:pt x="262948" y="320443"/>
                </a:lnTo>
                <a:lnTo>
                  <a:pt x="262002" y="320244"/>
                </a:lnTo>
                <a:lnTo>
                  <a:pt x="261037" y="320049"/>
                </a:lnTo>
                <a:lnTo>
                  <a:pt x="260054" y="319857"/>
                </a:lnTo>
                <a:lnTo>
                  <a:pt x="259053" y="319668"/>
                </a:lnTo>
                <a:lnTo>
                  <a:pt x="258033" y="319484"/>
                </a:lnTo>
                <a:lnTo>
                  <a:pt x="257210" y="319329"/>
                </a:lnTo>
                <a:lnTo>
                  <a:pt x="256403" y="319175"/>
                </a:lnTo>
                <a:lnTo>
                  <a:pt x="255611" y="319021"/>
                </a:lnTo>
                <a:lnTo>
                  <a:pt x="254835" y="318868"/>
                </a:lnTo>
                <a:lnTo>
                  <a:pt x="254075" y="318716"/>
                </a:lnTo>
                <a:lnTo>
                  <a:pt x="253331" y="318564"/>
                </a:lnTo>
                <a:lnTo>
                  <a:pt x="252603" y="318413"/>
                </a:lnTo>
                <a:lnTo>
                  <a:pt x="251891" y="318262"/>
                </a:lnTo>
                <a:lnTo>
                  <a:pt x="251194" y="318112"/>
                </a:lnTo>
                <a:lnTo>
                  <a:pt x="250513" y="317963"/>
                </a:lnTo>
                <a:lnTo>
                  <a:pt x="249849" y="317814"/>
                </a:lnTo>
                <a:lnTo>
                  <a:pt x="249200" y="317666"/>
                </a:lnTo>
                <a:lnTo>
                  <a:pt x="248567" y="317518"/>
                </a:lnTo>
                <a:lnTo>
                  <a:pt x="247949" y="317371"/>
                </a:lnTo>
                <a:lnTo>
                  <a:pt x="247348" y="317225"/>
                </a:lnTo>
                <a:lnTo>
                  <a:pt x="246762" y="317079"/>
                </a:lnTo>
                <a:lnTo>
                  <a:pt x="246193" y="316934"/>
                </a:lnTo>
                <a:lnTo>
                  <a:pt x="245639" y="316789"/>
                </a:lnTo>
                <a:lnTo>
                  <a:pt x="245101" y="316645"/>
                </a:lnTo>
                <a:lnTo>
                  <a:pt x="244579" y="316501"/>
                </a:lnTo>
                <a:lnTo>
                  <a:pt x="244072" y="316358"/>
                </a:lnTo>
                <a:lnTo>
                  <a:pt x="243582" y="316216"/>
                </a:lnTo>
                <a:lnTo>
                  <a:pt x="243107" y="316074"/>
                </a:lnTo>
                <a:lnTo>
                  <a:pt x="242648" y="315933"/>
                </a:lnTo>
                <a:lnTo>
                  <a:pt x="242217" y="315792"/>
                </a:lnTo>
                <a:lnTo>
                  <a:pt x="241797" y="315649"/>
                </a:lnTo>
                <a:lnTo>
                  <a:pt x="241388" y="315505"/>
                </a:lnTo>
                <a:lnTo>
                  <a:pt x="240991" y="315360"/>
                </a:lnTo>
                <a:lnTo>
                  <a:pt x="240604" y="315214"/>
                </a:lnTo>
                <a:lnTo>
                  <a:pt x="240229" y="315067"/>
                </a:lnTo>
                <a:lnTo>
                  <a:pt x="239864" y="314918"/>
                </a:lnTo>
                <a:lnTo>
                  <a:pt x="239511" y="314768"/>
                </a:lnTo>
                <a:lnTo>
                  <a:pt x="239169" y="314617"/>
                </a:lnTo>
                <a:lnTo>
                  <a:pt x="238838" y="314465"/>
                </a:lnTo>
                <a:lnTo>
                  <a:pt x="238519" y="314312"/>
                </a:lnTo>
                <a:lnTo>
                  <a:pt x="238210" y="314158"/>
                </a:lnTo>
                <a:lnTo>
                  <a:pt x="237913" y="314002"/>
                </a:lnTo>
                <a:lnTo>
                  <a:pt x="237627" y="313845"/>
                </a:lnTo>
                <a:lnTo>
                  <a:pt x="237352" y="313688"/>
                </a:lnTo>
                <a:lnTo>
                  <a:pt x="237088" y="313528"/>
                </a:lnTo>
                <a:lnTo>
                  <a:pt x="236835" y="313368"/>
                </a:lnTo>
                <a:lnTo>
                  <a:pt x="236594" y="313207"/>
                </a:lnTo>
                <a:lnTo>
                  <a:pt x="236363" y="313044"/>
                </a:lnTo>
                <a:lnTo>
                  <a:pt x="236144" y="312880"/>
                </a:lnTo>
                <a:lnTo>
                  <a:pt x="235936" y="312715"/>
                </a:lnTo>
                <a:lnTo>
                  <a:pt x="235739" y="312549"/>
                </a:lnTo>
                <a:lnTo>
                  <a:pt x="235553" y="312382"/>
                </a:lnTo>
                <a:lnTo>
                  <a:pt x="235378" y="312213"/>
                </a:lnTo>
                <a:lnTo>
                  <a:pt x="235213" y="312029"/>
                </a:lnTo>
                <a:lnTo>
                  <a:pt x="235054" y="311840"/>
                </a:lnTo>
                <a:lnTo>
                  <a:pt x="234903" y="311648"/>
                </a:lnTo>
                <a:lnTo>
                  <a:pt x="234759" y="311453"/>
                </a:lnTo>
                <a:lnTo>
                  <a:pt x="234621" y="311254"/>
                </a:lnTo>
                <a:lnTo>
                  <a:pt x="234491" y="311051"/>
                </a:lnTo>
                <a:lnTo>
                  <a:pt x="234368" y="310845"/>
                </a:lnTo>
                <a:lnTo>
                  <a:pt x="234251" y="310636"/>
                </a:lnTo>
                <a:lnTo>
                  <a:pt x="234142" y="310423"/>
                </a:lnTo>
                <a:lnTo>
                  <a:pt x="234040" y="310206"/>
                </a:lnTo>
                <a:lnTo>
                  <a:pt x="233945" y="309986"/>
                </a:lnTo>
                <a:lnTo>
                  <a:pt x="233857" y="309762"/>
                </a:lnTo>
                <a:lnTo>
                  <a:pt x="233776" y="309535"/>
                </a:lnTo>
                <a:lnTo>
                  <a:pt x="233702" y="309304"/>
                </a:lnTo>
                <a:lnTo>
                  <a:pt x="233635" y="309070"/>
                </a:lnTo>
                <a:lnTo>
                  <a:pt x="233575" y="308832"/>
                </a:lnTo>
                <a:lnTo>
                  <a:pt x="233522" y="308591"/>
                </a:lnTo>
                <a:lnTo>
                  <a:pt x="233476" y="308346"/>
                </a:lnTo>
                <a:lnTo>
                  <a:pt x="233438" y="308098"/>
                </a:lnTo>
                <a:lnTo>
                  <a:pt x="233406" y="307846"/>
                </a:lnTo>
                <a:lnTo>
                  <a:pt x="233381" y="307591"/>
                </a:lnTo>
                <a:lnTo>
                  <a:pt x="233364" y="307332"/>
                </a:lnTo>
                <a:lnTo>
                  <a:pt x="233353" y="307069"/>
                </a:lnTo>
                <a:lnTo>
                  <a:pt x="233350" y="306803"/>
                </a:lnTo>
                <a:lnTo>
                  <a:pt x="233384" y="305810"/>
                </a:lnTo>
                <a:lnTo>
                  <a:pt x="233486" y="304859"/>
                </a:lnTo>
                <a:lnTo>
                  <a:pt x="233656" y="303950"/>
                </a:lnTo>
                <a:lnTo>
                  <a:pt x="233894" y="303084"/>
                </a:lnTo>
                <a:lnTo>
                  <a:pt x="234201" y="302260"/>
                </a:lnTo>
                <a:lnTo>
                  <a:pt x="234575" y="301478"/>
                </a:lnTo>
                <a:lnTo>
                  <a:pt x="235018" y="300738"/>
                </a:lnTo>
                <a:lnTo>
                  <a:pt x="235529" y="300041"/>
                </a:lnTo>
                <a:lnTo>
                  <a:pt x="236108" y="299386"/>
                </a:lnTo>
                <a:lnTo>
                  <a:pt x="236754" y="298773"/>
                </a:lnTo>
                <a:lnTo>
                  <a:pt x="237469" y="298202"/>
                </a:lnTo>
                <a:lnTo>
                  <a:pt x="238253" y="297674"/>
                </a:lnTo>
                <a:lnTo>
                  <a:pt x="239104" y="297188"/>
                </a:lnTo>
                <a:lnTo>
                  <a:pt x="240023" y="296744"/>
                </a:lnTo>
                <a:lnTo>
                  <a:pt x="241011" y="296342"/>
                </a:lnTo>
                <a:lnTo>
                  <a:pt x="242066" y="295983"/>
                </a:lnTo>
                <a:lnTo>
                  <a:pt x="243190" y="295666"/>
                </a:lnTo>
                <a:lnTo>
                  <a:pt x="244381" y="295391"/>
                </a:lnTo>
                <a:lnTo>
                  <a:pt x="245641" y="295159"/>
                </a:lnTo>
                <a:lnTo>
                  <a:pt x="246969" y="294969"/>
                </a:lnTo>
                <a:lnTo>
                  <a:pt x="248365" y="294821"/>
                </a:lnTo>
                <a:lnTo>
                  <a:pt x="249829" y="294715"/>
                </a:lnTo>
                <a:lnTo>
                  <a:pt x="251361" y="294652"/>
                </a:lnTo>
                <a:lnTo>
                  <a:pt x="252961" y="294631"/>
                </a:lnTo>
                <a:lnTo>
                  <a:pt x="253425" y="294633"/>
                </a:lnTo>
                <a:lnTo>
                  <a:pt x="253884" y="294639"/>
                </a:lnTo>
                <a:lnTo>
                  <a:pt x="254340" y="294649"/>
                </a:lnTo>
                <a:lnTo>
                  <a:pt x="254793" y="294664"/>
                </a:lnTo>
                <a:lnTo>
                  <a:pt x="255242" y="294682"/>
                </a:lnTo>
                <a:lnTo>
                  <a:pt x="255688" y="294705"/>
                </a:lnTo>
                <a:lnTo>
                  <a:pt x="256130" y="294731"/>
                </a:lnTo>
                <a:lnTo>
                  <a:pt x="256568" y="294762"/>
                </a:lnTo>
                <a:lnTo>
                  <a:pt x="257003" y="294797"/>
                </a:lnTo>
                <a:lnTo>
                  <a:pt x="257435" y="294836"/>
                </a:lnTo>
                <a:lnTo>
                  <a:pt x="257863" y="294879"/>
                </a:lnTo>
                <a:lnTo>
                  <a:pt x="258287" y="294927"/>
                </a:lnTo>
                <a:lnTo>
                  <a:pt x="258708" y="294978"/>
                </a:lnTo>
                <a:lnTo>
                  <a:pt x="259125" y="295033"/>
                </a:lnTo>
                <a:lnTo>
                  <a:pt x="259539" y="295093"/>
                </a:lnTo>
                <a:lnTo>
                  <a:pt x="259950" y="295157"/>
                </a:lnTo>
                <a:lnTo>
                  <a:pt x="260356" y="295224"/>
                </a:lnTo>
                <a:lnTo>
                  <a:pt x="260760" y="295296"/>
                </a:lnTo>
                <a:lnTo>
                  <a:pt x="261159" y="295372"/>
                </a:lnTo>
                <a:lnTo>
                  <a:pt x="261556" y="295452"/>
                </a:lnTo>
                <a:lnTo>
                  <a:pt x="261948" y="295537"/>
                </a:lnTo>
                <a:lnTo>
                  <a:pt x="262338" y="295625"/>
                </a:lnTo>
                <a:lnTo>
                  <a:pt x="262723" y="295717"/>
                </a:lnTo>
                <a:lnTo>
                  <a:pt x="263105" y="295814"/>
                </a:lnTo>
                <a:lnTo>
                  <a:pt x="263496" y="295902"/>
                </a:lnTo>
                <a:lnTo>
                  <a:pt x="263880" y="295998"/>
                </a:lnTo>
                <a:lnTo>
                  <a:pt x="264257" y="296102"/>
                </a:lnTo>
                <a:lnTo>
                  <a:pt x="264627" y="296213"/>
                </a:lnTo>
                <a:lnTo>
                  <a:pt x="264990" y="296332"/>
                </a:lnTo>
                <a:lnTo>
                  <a:pt x="265346" y="296459"/>
                </a:lnTo>
                <a:lnTo>
                  <a:pt x="265694" y="296593"/>
                </a:lnTo>
                <a:lnTo>
                  <a:pt x="266036" y="296735"/>
                </a:lnTo>
                <a:lnTo>
                  <a:pt x="266371" y="296884"/>
                </a:lnTo>
                <a:lnTo>
                  <a:pt x="266698" y="297041"/>
                </a:lnTo>
                <a:lnTo>
                  <a:pt x="267019" y="297206"/>
                </a:lnTo>
                <a:lnTo>
                  <a:pt x="267332" y="297378"/>
                </a:lnTo>
                <a:lnTo>
                  <a:pt x="267639" y="297558"/>
                </a:lnTo>
                <a:lnTo>
                  <a:pt x="267938" y="297745"/>
                </a:lnTo>
                <a:lnTo>
                  <a:pt x="268230" y="297941"/>
                </a:lnTo>
                <a:lnTo>
                  <a:pt x="268516" y="298144"/>
                </a:lnTo>
                <a:lnTo>
                  <a:pt x="268794" y="298354"/>
                </a:lnTo>
                <a:lnTo>
                  <a:pt x="269065" y="298572"/>
                </a:lnTo>
                <a:lnTo>
                  <a:pt x="269329" y="298798"/>
                </a:lnTo>
                <a:lnTo>
                  <a:pt x="269586" y="299031"/>
                </a:lnTo>
                <a:lnTo>
                  <a:pt x="269836" y="299272"/>
                </a:lnTo>
                <a:lnTo>
                  <a:pt x="270079" y="299521"/>
                </a:lnTo>
                <a:lnTo>
                  <a:pt x="270315" y="299777"/>
                </a:lnTo>
                <a:lnTo>
                  <a:pt x="270544" y="300041"/>
                </a:lnTo>
                <a:lnTo>
                  <a:pt x="270779" y="300300"/>
                </a:lnTo>
                <a:lnTo>
                  <a:pt x="271003" y="300569"/>
                </a:lnTo>
                <a:lnTo>
                  <a:pt x="271218" y="300849"/>
                </a:lnTo>
                <a:lnTo>
                  <a:pt x="271423" y="301140"/>
                </a:lnTo>
                <a:lnTo>
                  <a:pt x="271617" y="301441"/>
                </a:lnTo>
                <a:lnTo>
                  <a:pt x="271802" y="301753"/>
                </a:lnTo>
                <a:lnTo>
                  <a:pt x="271977" y="302075"/>
                </a:lnTo>
                <a:lnTo>
                  <a:pt x="272141" y="302408"/>
                </a:lnTo>
                <a:lnTo>
                  <a:pt x="272296" y="302751"/>
                </a:lnTo>
                <a:lnTo>
                  <a:pt x="272441" y="303105"/>
                </a:lnTo>
                <a:lnTo>
                  <a:pt x="272575" y="303470"/>
                </a:lnTo>
                <a:lnTo>
                  <a:pt x="272700" y="303845"/>
                </a:lnTo>
                <a:lnTo>
                  <a:pt x="272815" y="304230"/>
                </a:lnTo>
                <a:lnTo>
                  <a:pt x="272920" y="304627"/>
                </a:lnTo>
                <a:lnTo>
                  <a:pt x="273014" y="305034"/>
                </a:lnTo>
                <a:lnTo>
                  <a:pt x="273099" y="305451"/>
                </a:lnTo>
                <a:lnTo>
                  <a:pt x="273174" y="305879"/>
                </a:lnTo>
                <a:lnTo>
                  <a:pt x="273239" y="306317"/>
                </a:lnTo>
                <a:lnTo>
                  <a:pt x="273294" y="306766"/>
                </a:lnTo>
                <a:lnTo>
                  <a:pt x="273339" y="307226"/>
                </a:lnTo>
                <a:lnTo>
                  <a:pt x="273374" y="307696"/>
                </a:lnTo>
                <a:lnTo>
                  <a:pt x="273399" y="308177"/>
                </a:lnTo>
                <a:lnTo>
                  <a:pt x="273414" y="308668"/>
                </a:lnTo>
                <a:lnTo>
                  <a:pt x="273419" y="309170"/>
                </a:lnTo>
                <a:lnTo>
                  <a:pt x="288127" y="309170"/>
                </a:lnTo>
                <a:lnTo>
                  <a:pt x="288155" y="309073"/>
                </a:lnTo>
                <a:lnTo>
                  <a:pt x="288181" y="308977"/>
                </a:lnTo>
                <a:lnTo>
                  <a:pt x="288207" y="308882"/>
                </a:lnTo>
                <a:lnTo>
                  <a:pt x="288231" y="308790"/>
                </a:lnTo>
                <a:lnTo>
                  <a:pt x="288254" y="308699"/>
                </a:lnTo>
                <a:lnTo>
                  <a:pt x="288275" y="308610"/>
                </a:lnTo>
                <a:lnTo>
                  <a:pt x="288296" y="308523"/>
                </a:lnTo>
                <a:lnTo>
                  <a:pt x="288315" y="308438"/>
                </a:lnTo>
                <a:lnTo>
                  <a:pt x="288333" y="308354"/>
                </a:lnTo>
                <a:lnTo>
                  <a:pt x="288350" y="308272"/>
                </a:lnTo>
                <a:lnTo>
                  <a:pt x="288366" y="308192"/>
                </a:lnTo>
                <a:lnTo>
                  <a:pt x="288381" y="308114"/>
                </a:lnTo>
                <a:lnTo>
                  <a:pt x="288395" y="308037"/>
                </a:lnTo>
                <a:lnTo>
                  <a:pt x="288407" y="307962"/>
                </a:lnTo>
                <a:lnTo>
                  <a:pt x="288418" y="307889"/>
                </a:lnTo>
                <a:lnTo>
                  <a:pt x="288428" y="307818"/>
                </a:lnTo>
                <a:lnTo>
                  <a:pt x="288437" y="307748"/>
                </a:lnTo>
                <a:lnTo>
                  <a:pt x="288444" y="307681"/>
                </a:lnTo>
                <a:lnTo>
                  <a:pt x="288451" y="307615"/>
                </a:lnTo>
                <a:lnTo>
                  <a:pt x="288456" y="307550"/>
                </a:lnTo>
                <a:lnTo>
                  <a:pt x="288460" y="307488"/>
                </a:lnTo>
                <a:lnTo>
                  <a:pt x="288463" y="307427"/>
                </a:lnTo>
                <a:lnTo>
                  <a:pt x="288465" y="307368"/>
                </a:lnTo>
                <a:lnTo>
                  <a:pt x="288466" y="307311"/>
                </a:lnTo>
                <a:lnTo>
                  <a:pt x="288466" y="307255"/>
                </a:lnTo>
                <a:lnTo>
                  <a:pt x="288466" y="307199"/>
                </a:lnTo>
                <a:lnTo>
                  <a:pt x="288466" y="307144"/>
                </a:lnTo>
                <a:lnTo>
                  <a:pt x="288466" y="307090"/>
                </a:lnTo>
                <a:lnTo>
                  <a:pt x="288466" y="307036"/>
                </a:lnTo>
                <a:lnTo>
                  <a:pt x="288466" y="306983"/>
                </a:lnTo>
                <a:lnTo>
                  <a:pt x="288466" y="306931"/>
                </a:lnTo>
                <a:lnTo>
                  <a:pt x="288466" y="306879"/>
                </a:lnTo>
                <a:lnTo>
                  <a:pt x="288466" y="306827"/>
                </a:lnTo>
                <a:lnTo>
                  <a:pt x="288466" y="306776"/>
                </a:lnTo>
                <a:lnTo>
                  <a:pt x="288466" y="306726"/>
                </a:lnTo>
                <a:lnTo>
                  <a:pt x="288466" y="306677"/>
                </a:lnTo>
                <a:lnTo>
                  <a:pt x="288466" y="306628"/>
                </a:lnTo>
                <a:lnTo>
                  <a:pt x="288466" y="306579"/>
                </a:lnTo>
                <a:lnTo>
                  <a:pt x="288466" y="306531"/>
                </a:lnTo>
                <a:lnTo>
                  <a:pt x="288466" y="306484"/>
                </a:lnTo>
                <a:lnTo>
                  <a:pt x="288466" y="306437"/>
                </a:lnTo>
                <a:lnTo>
                  <a:pt x="288466" y="306391"/>
                </a:lnTo>
                <a:lnTo>
                  <a:pt x="288466" y="306346"/>
                </a:lnTo>
                <a:lnTo>
                  <a:pt x="288466" y="306301"/>
                </a:lnTo>
                <a:lnTo>
                  <a:pt x="288466" y="306256"/>
                </a:lnTo>
                <a:lnTo>
                  <a:pt x="288466" y="306213"/>
                </a:lnTo>
                <a:lnTo>
                  <a:pt x="288466" y="306170"/>
                </a:lnTo>
                <a:lnTo>
                  <a:pt x="288466" y="306127"/>
                </a:lnTo>
                <a:lnTo>
                  <a:pt x="288458" y="305525"/>
                </a:lnTo>
                <a:lnTo>
                  <a:pt x="288434" y="304931"/>
                </a:lnTo>
                <a:lnTo>
                  <a:pt x="288394" y="304344"/>
                </a:lnTo>
                <a:lnTo>
                  <a:pt x="288339" y="303765"/>
                </a:lnTo>
                <a:lnTo>
                  <a:pt x="288267" y="303193"/>
                </a:lnTo>
                <a:lnTo>
                  <a:pt x="288180" y="302630"/>
                </a:lnTo>
                <a:lnTo>
                  <a:pt x="288077" y="302073"/>
                </a:lnTo>
                <a:lnTo>
                  <a:pt x="287958" y="301525"/>
                </a:lnTo>
                <a:lnTo>
                  <a:pt x="287824" y="300984"/>
                </a:lnTo>
                <a:lnTo>
                  <a:pt x="287673" y="300451"/>
                </a:lnTo>
                <a:lnTo>
                  <a:pt x="287507" y="299925"/>
                </a:lnTo>
                <a:lnTo>
                  <a:pt x="287324" y="299407"/>
                </a:lnTo>
                <a:lnTo>
                  <a:pt x="287126" y="298896"/>
                </a:lnTo>
                <a:lnTo>
                  <a:pt x="286912" y="298394"/>
                </a:lnTo>
                <a:lnTo>
                  <a:pt x="286682" y="297898"/>
                </a:lnTo>
                <a:lnTo>
                  <a:pt x="286437" y="297411"/>
                </a:lnTo>
                <a:lnTo>
                  <a:pt x="286175" y="296931"/>
                </a:lnTo>
                <a:lnTo>
                  <a:pt x="285898" y="296459"/>
                </a:lnTo>
                <a:lnTo>
                  <a:pt x="285605" y="295994"/>
                </a:lnTo>
                <a:lnTo>
                  <a:pt x="285296" y="295537"/>
                </a:lnTo>
                <a:lnTo>
                  <a:pt x="284971" y="295088"/>
                </a:lnTo>
                <a:lnTo>
                  <a:pt x="284630" y="294646"/>
                </a:lnTo>
                <a:lnTo>
                  <a:pt x="284273" y="294212"/>
                </a:lnTo>
                <a:lnTo>
                  <a:pt x="283901" y="293785"/>
                </a:lnTo>
                <a:lnTo>
                  <a:pt x="283515" y="293353"/>
                </a:lnTo>
                <a:lnTo>
                  <a:pt x="283118" y="292928"/>
                </a:lnTo>
                <a:lnTo>
                  <a:pt x="282709" y="292512"/>
                </a:lnTo>
                <a:lnTo>
                  <a:pt x="282290" y="292104"/>
                </a:lnTo>
                <a:lnTo>
                  <a:pt x="281859" y="291704"/>
                </a:lnTo>
                <a:lnTo>
                  <a:pt x="281418" y="291313"/>
                </a:lnTo>
                <a:lnTo>
                  <a:pt x="280965" y="290929"/>
                </a:lnTo>
                <a:lnTo>
                  <a:pt x="280501" y="290554"/>
                </a:lnTo>
                <a:lnTo>
                  <a:pt x="280025" y="290187"/>
                </a:lnTo>
                <a:lnTo>
                  <a:pt x="279539" y="289829"/>
                </a:lnTo>
                <a:lnTo>
                  <a:pt x="279042" y="289478"/>
                </a:lnTo>
                <a:lnTo>
                  <a:pt x="278533" y="289136"/>
                </a:lnTo>
                <a:lnTo>
                  <a:pt x="278013" y="288802"/>
                </a:lnTo>
                <a:lnTo>
                  <a:pt x="277482" y="288476"/>
                </a:lnTo>
                <a:lnTo>
                  <a:pt x="276940" y="288159"/>
                </a:lnTo>
                <a:lnTo>
                  <a:pt x="276387" y="287849"/>
                </a:lnTo>
                <a:lnTo>
                  <a:pt x="275822" y="287548"/>
                </a:lnTo>
                <a:lnTo>
                  <a:pt x="275247" y="287255"/>
                </a:lnTo>
                <a:lnTo>
                  <a:pt x="274660" y="286970"/>
                </a:lnTo>
                <a:lnTo>
                  <a:pt x="274062" y="286694"/>
                </a:lnTo>
                <a:lnTo>
                  <a:pt x="273453" y="286426"/>
                </a:lnTo>
                <a:lnTo>
                  <a:pt x="272833" y="286166"/>
                </a:lnTo>
                <a:lnTo>
                  <a:pt x="272201" y="285914"/>
                </a:lnTo>
                <a:lnTo>
                  <a:pt x="271559" y="285670"/>
                </a:lnTo>
                <a:lnTo>
                  <a:pt x="270921" y="285436"/>
                </a:lnTo>
                <a:lnTo>
                  <a:pt x="270277" y="285211"/>
                </a:lnTo>
                <a:lnTo>
                  <a:pt x="269625" y="284996"/>
                </a:lnTo>
                <a:lnTo>
                  <a:pt x="268966" y="284792"/>
                </a:lnTo>
                <a:lnTo>
                  <a:pt x="268301" y="284597"/>
                </a:lnTo>
                <a:lnTo>
                  <a:pt x="267628" y="284413"/>
                </a:lnTo>
                <a:lnTo>
                  <a:pt x="266948" y="284238"/>
                </a:lnTo>
                <a:lnTo>
                  <a:pt x="266261" y="284073"/>
                </a:lnTo>
                <a:lnTo>
                  <a:pt x="265568" y="283919"/>
                </a:lnTo>
                <a:lnTo>
                  <a:pt x="264867" y="283774"/>
                </a:lnTo>
                <a:lnTo>
                  <a:pt x="264159" y="283639"/>
                </a:lnTo>
                <a:lnTo>
                  <a:pt x="263444" y="283515"/>
                </a:lnTo>
                <a:lnTo>
                  <a:pt x="262722" y="283400"/>
                </a:lnTo>
                <a:lnTo>
                  <a:pt x="261992" y="283295"/>
                </a:lnTo>
                <a:lnTo>
                  <a:pt x="261256" y="283200"/>
                </a:lnTo>
                <a:lnTo>
                  <a:pt x="260513" y="283115"/>
                </a:lnTo>
                <a:lnTo>
                  <a:pt x="259763" y="283040"/>
                </a:lnTo>
                <a:lnTo>
                  <a:pt x="259006" y="282976"/>
                </a:lnTo>
                <a:lnTo>
                  <a:pt x="258241" y="282921"/>
                </a:lnTo>
                <a:lnTo>
                  <a:pt x="257470" y="282876"/>
                </a:lnTo>
                <a:lnTo>
                  <a:pt x="256692" y="282841"/>
                </a:lnTo>
                <a:lnTo>
                  <a:pt x="255906" y="282816"/>
                </a:lnTo>
                <a:lnTo>
                  <a:pt x="255114" y="282801"/>
                </a:lnTo>
                <a:lnTo>
                  <a:pt x="254314" y="282796"/>
                </a:lnTo>
                <a:lnTo>
                  <a:pt x="253403" y="282801"/>
                </a:lnTo>
                <a:lnTo>
                  <a:pt x="252501" y="282816"/>
                </a:lnTo>
                <a:lnTo>
                  <a:pt x="251609" y="282841"/>
                </a:lnTo>
                <a:lnTo>
                  <a:pt x="250726" y="282876"/>
                </a:lnTo>
                <a:lnTo>
                  <a:pt x="249853" y="282921"/>
                </a:lnTo>
                <a:lnTo>
                  <a:pt x="248988" y="282976"/>
                </a:lnTo>
                <a:lnTo>
                  <a:pt x="248134" y="283040"/>
                </a:lnTo>
                <a:lnTo>
                  <a:pt x="247288" y="283115"/>
                </a:lnTo>
                <a:lnTo>
                  <a:pt x="246452" y="283200"/>
                </a:lnTo>
                <a:lnTo>
                  <a:pt x="245626" y="283295"/>
                </a:lnTo>
                <a:lnTo>
                  <a:pt x="244809" y="283400"/>
                </a:lnTo>
                <a:lnTo>
                  <a:pt x="244001" y="283515"/>
                </a:lnTo>
                <a:lnTo>
                  <a:pt x="243203" y="283639"/>
                </a:lnTo>
                <a:lnTo>
                  <a:pt x="242414" y="283774"/>
                </a:lnTo>
                <a:lnTo>
                  <a:pt x="241634" y="283919"/>
                </a:lnTo>
                <a:lnTo>
                  <a:pt x="240864" y="284073"/>
                </a:lnTo>
                <a:lnTo>
                  <a:pt x="240103" y="284238"/>
                </a:lnTo>
                <a:lnTo>
                  <a:pt x="239352" y="284413"/>
                </a:lnTo>
                <a:lnTo>
                  <a:pt x="238610" y="284597"/>
                </a:lnTo>
                <a:lnTo>
                  <a:pt x="237877" y="284792"/>
                </a:lnTo>
                <a:lnTo>
                  <a:pt x="237154" y="284996"/>
                </a:lnTo>
                <a:lnTo>
                  <a:pt x="236440" y="285211"/>
                </a:lnTo>
                <a:lnTo>
                  <a:pt x="235735" y="285436"/>
                </a:lnTo>
                <a:lnTo>
                  <a:pt x="235040" y="285670"/>
                </a:lnTo>
                <a:lnTo>
                  <a:pt x="234370" y="285914"/>
                </a:lnTo>
                <a:lnTo>
                  <a:pt x="233712" y="286168"/>
                </a:lnTo>
                <a:lnTo>
                  <a:pt x="233067" y="286431"/>
                </a:lnTo>
                <a:lnTo>
                  <a:pt x="232434" y="286703"/>
                </a:lnTo>
                <a:lnTo>
                  <a:pt x="231813" y="286985"/>
                </a:lnTo>
                <a:lnTo>
                  <a:pt x="231205" y="287276"/>
                </a:lnTo>
                <a:lnTo>
                  <a:pt x="230608" y="287577"/>
                </a:lnTo>
                <a:lnTo>
                  <a:pt x="230025" y="287887"/>
                </a:lnTo>
                <a:lnTo>
                  <a:pt x="229453" y="288206"/>
                </a:lnTo>
                <a:lnTo>
                  <a:pt x="228894" y="288535"/>
                </a:lnTo>
                <a:lnTo>
                  <a:pt x="228347" y="288873"/>
                </a:lnTo>
                <a:lnTo>
                  <a:pt x="227813" y="289220"/>
                </a:lnTo>
                <a:lnTo>
                  <a:pt x="227291" y="289577"/>
                </a:lnTo>
                <a:lnTo>
                  <a:pt x="226781" y="289944"/>
                </a:lnTo>
                <a:lnTo>
                  <a:pt x="226283" y="290319"/>
                </a:lnTo>
                <a:lnTo>
                  <a:pt x="225798" y="290704"/>
                </a:lnTo>
                <a:lnTo>
                  <a:pt x="225325" y="291099"/>
                </a:lnTo>
                <a:lnTo>
                  <a:pt x="224865" y="291503"/>
                </a:lnTo>
                <a:lnTo>
                  <a:pt x="224416" y="291916"/>
                </a:lnTo>
                <a:lnTo>
                  <a:pt x="223980" y="292339"/>
                </a:lnTo>
                <a:lnTo>
                  <a:pt x="223557" y="292771"/>
                </a:lnTo>
                <a:lnTo>
                  <a:pt x="223146" y="293212"/>
                </a:lnTo>
                <a:lnTo>
                  <a:pt x="222747" y="293663"/>
                </a:lnTo>
                <a:lnTo>
                  <a:pt x="222360" y="294123"/>
                </a:lnTo>
                <a:lnTo>
                  <a:pt x="221988" y="294593"/>
                </a:lnTo>
                <a:lnTo>
                  <a:pt x="221631" y="295073"/>
                </a:lnTo>
                <a:lnTo>
                  <a:pt x="221290" y="295563"/>
                </a:lnTo>
                <a:lnTo>
                  <a:pt x="220965" y="296063"/>
                </a:lnTo>
                <a:lnTo>
                  <a:pt x="220656" y="296573"/>
                </a:lnTo>
                <a:lnTo>
                  <a:pt x="220363" y="297093"/>
                </a:lnTo>
                <a:lnTo>
                  <a:pt x="220086" y="297622"/>
                </a:lnTo>
                <a:lnTo>
                  <a:pt x="219824" y="298162"/>
                </a:lnTo>
                <a:lnTo>
                  <a:pt x="219579" y="298712"/>
                </a:lnTo>
                <a:lnTo>
                  <a:pt x="219349" y="299272"/>
                </a:lnTo>
                <a:lnTo>
                  <a:pt x="219135" y="299841"/>
                </a:lnTo>
                <a:lnTo>
                  <a:pt x="218937" y="300421"/>
                </a:lnTo>
                <a:lnTo>
                  <a:pt x="218754" y="301011"/>
                </a:lnTo>
                <a:lnTo>
                  <a:pt x="218588" y="301610"/>
                </a:lnTo>
                <a:lnTo>
                  <a:pt x="218437" y="302220"/>
                </a:lnTo>
                <a:lnTo>
                  <a:pt x="218303" y="302840"/>
                </a:lnTo>
                <a:lnTo>
                  <a:pt x="218184" y="303469"/>
                </a:lnTo>
                <a:lnTo>
                  <a:pt x="218081" y="304109"/>
                </a:lnTo>
                <a:lnTo>
                  <a:pt x="217994" y="304758"/>
                </a:lnTo>
                <a:lnTo>
                  <a:pt x="217922" y="305418"/>
                </a:lnTo>
                <a:lnTo>
                  <a:pt x="217867" y="306087"/>
                </a:lnTo>
                <a:lnTo>
                  <a:pt x="217827" y="306767"/>
                </a:lnTo>
                <a:lnTo>
                  <a:pt x="217803" y="307456"/>
                </a:lnTo>
                <a:lnTo>
                  <a:pt x="217795" y="308156"/>
                </a:lnTo>
                <a:lnTo>
                  <a:pt x="217801" y="308758"/>
                </a:lnTo>
                <a:lnTo>
                  <a:pt x="217817" y="309351"/>
                </a:lnTo>
                <a:lnTo>
                  <a:pt x="217843" y="309936"/>
                </a:lnTo>
                <a:lnTo>
                  <a:pt x="217880" y="310513"/>
                </a:lnTo>
                <a:lnTo>
                  <a:pt x="217928" y="311082"/>
                </a:lnTo>
                <a:lnTo>
                  <a:pt x="217986" y="311643"/>
                </a:lnTo>
                <a:lnTo>
                  <a:pt x="218054" y="312195"/>
                </a:lnTo>
                <a:lnTo>
                  <a:pt x="218134" y="312740"/>
                </a:lnTo>
                <a:lnTo>
                  <a:pt x="218223" y="313275"/>
                </a:lnTo>
                <a:lnTo>
                  <a:pt x="218324" y="313803"/>
                </a:lnTo>
                <a:lnTo>
                  <a:pt x="218435" y="314323"/>
                </a:lnTo>
                <a:lnTo>
                  <a:pt x="218556" y="314834"/>
                </a:lnTo>
                <a:lnTo>
                  <a:pt x="218688" y="315337"/>
                </a:lnTo>
                <a:lnTo>
                  <a:pt x="218831" y="315832"/>
                </a:lnTo>
                <a:lnTo>
                  <a:pt x="218984" y="316319"/>
                </a:lnTo>
                <a:lnTo>
                  <a:pt x="219148" y="316797"/>
                </a:lnTo>
                <a:lnTo>
                  <a:pt x="219322" y="317267"/>
                </a:lnTo>
                <a:lnTo>
                  <a:pt x="219507" y="317729"/>
                </a:lnTo>
                <a:lnTo>
                  <a:pt x="219703" y="318183"/>
                </a:lnTo>
                <a:lnTo>
                  <a:pt x="219909" y="318629"/>
                </a:lnTo>
                <a:lnTo>
                  <a:pt x="220125" y="319066"/>
                </a:lnTo>
                <a:lnTo>
                  <a:pt x="220353" y="319495"/>
                </a:lnTo>
                <a:lnTo>
                  <a:pt x="220590" y="319916"/>
                </a:lnTo>
                <a:lnTo>
                  <a:pt x="220839" y="320329"/>
                </a:lnTo>
                <a:lnTo>
                  <a:pt x="221099" y="320720"/>
                </a:lnTo>
                <a:lnTo>
                  <a:pt x="221373" y="321106"/>
                </a:lnTo>
                <a:lnTo>
                  <a:pt x="221660" y="321486"/>
                </a:lnTo>
                <a:lnTo>
                  <a:pt x="221961" y="321860"/>
                </a:lnTo>
                <a:lnTo>
                  <a:pt x="222275" y="322228"/>
                </a:lnTo>
                <a:lnTo>
                  <a:pt x="222603" y="322590"/>
                </a:lnTo>
                <a:lnTo>
                  <a:pt x="222945" y="322946"/>
                </a:lnTo>
                <a:lnTo>
                  <a:pt x="223300" y="323297"/>
                </a:lnTo>
                <a:lnTo>
                  <a:pt x="223668" y="323641"/>
                </a:lnTo>
                <a:lnTo>
                  <a:pt x="224050" y="323980"/>
                </a:lnTo>
                <a:lnTo>
                  <a:pt x="224445" y="324313"/>
                </a:lnTo>
                <a:lnTo>
                  <a:pt x="224854" y="324640"/>
                </a:lnTo>
                <a:lnTo>
                  <a:pt x="225276" y="324961"/>
                </a:lnTo>
                <a:lnTo>
                  <a:pt x="225712" y="325276"/>
                </a:lnTo>
                <a:lnTo>
                  <a:pt x="226162" y="325586"/>
                </a:lnTo>
                <a:lnTo>
                  <a:pt x="226625" y="325889"/>
                </a:lnTo>
                <a:lnTo>
                  <a:pt x="227101" y="326187"/>
                </a:lnTo>
                <a:lnTo>
                  <a:pt x="227591" y="326479"/>
                </a:lnTo>
                <a:lnTo>
                  <a:pt x="228094" y="326764"/>
                </a:lnTo>
                <a:lnTo>
                  <a:pt x="228611" y="327044"/>
                </a:lnTo>
                <a:lnTo>
                  <a:pt x="229141" y="327319"/>
                </a:lnTo>
                <a:lnTo>
                  <a:pt x="229685" y="327587"/>
                </a:lnTo>
                <a:lnTo>
                  <a:pt x="230243" y="327849"/>
                </a:lnTo>
                <a:lnTo>
                  <a:pt x="230814" y="328106"/>
                </a:lnTo>
                <a:lnTo>
                  <a:pt x="231399" y="328344"/>
                </a:lnTo>
                <a:lnTo>
                  <a:pt x="231999" y="328579"/>
                </a:lnTo>
                <a:lnTo>
                  <a:pt x="232615" y="328811"/>
                </a:lnTo>
                <a:lnTo>
                  <a:pt x="233246" y="329040"/>
                </a:lnTo>
                <a:lnTo>
                  <a:pt x="233893" y="329267"/>
                </a:lnTo>
                <a:lnTo>
                  <a:pt x="234554" y="329490"/>
                </a:lnTo>
                <a:lnTo>
                  <a:pt x="235231" y="329710"/>
                </a:lnTo>
                <a:lnTo>
                  <a:pt x="235923" y="329928"/>
                </a:lnTo>
                <a:lnTo>
                  <a:pt x="236631" y="330143"/>
                </a:lnTo>
                <a:lnTo>
                  <a:pt x="237353" y="330354"/>
                </a:lnTo>
                <a:lnTo>
                  <a:pt x="238091" y="330563"/>
                </a:lnTo>
                <a:lnTo>
                  <a:pt x="238844" y="330769"/>
                </a:lnTo>
                <a:lnTo>
                  <a:pt x="239613" y="330972"/>
                </a:lnTo>
                <a:lnTo>
                  <a:pt x="240396" y="331171"/>
                </a:lnTo>
                <a:lnTo>
                  <a:pt x="241195" y="331368"/>
                </a:lnTo>
                <a:lnTo>
                  <a:pt x="242010" y="331562"/>
                </a:lnTo>
                <a:lnTo>
                  <a:pt x="242839" y="331754"/>
                </a:lnTo>
                <a:lnTo>
                  <a:pt x="243684" y="331942"/>
                </a:lnTo>
                <a:lnTo>
                  <a:pt x="244544" y="332127"/>
                </a:lnTo>
                <a:lnTo>
                  <a:pt x="245419" y="332309"/>
                </a:lnTo>
                <a:lnTo>
                  <a:pt x="246310" y="332489"/>
                </a:lnTo>
                <a:lnTo>
                  <a:pt x="247216" y="332665"/>
                </a:lnTo>
                <a:lnTo>
                  <a:pt x="248137" y="332839"/>
                </a:lnTo>
                <a:lnTo>
                  <a:pt x="249073" y="333009"/>
                </a:lnTo>
                <a:lnTo>
                  <a:pt x="249952" y="333150"/>
                </a:lnTo>
                <a:lnTo>
                  <a:pt x="250813" y="333292"/>
                </a:lnTo>
                <a:lnTo>
                  <a:pt x="251656" y="333434"/>
                </a:lnTo>
                <a:lnTo>
                  <a:pt x="252482" y="333577"/>
                </a:lnTo>
                <a:lnTo>
                  <a:pt x="253291" y="333721"/>
                </a:lnTo>
                <a:lnTo>
                  <a:pt x="254082" y="333865"/>
                </a:lnTo>
                <a:lnTo>
                  <a:pt x="254855" y="334010"/>
                </a:lnTo>
                <a:lnTo>
                  <a:pt x="255610" y="334155"/>
                </a:lnTo>
                <a:lnTo>
                  <a:pt x="256348" y="334301"/>
                </a:lnTo>
                <a:lnTo>
                  <a:pt x="257068" y="334447"/>
                </a:lnTo>
                <a:lnTo>
                  <a:pt x="257771" y="334594"/>
                </a:lnTo>
                <a:lnTo>
                  <a:pt x="258456" y="334742"/>
                </a:lnTo>
                <a:lnTo>
                  <a:pt x="259124" y="334890"/>
                </a:lnTo>
                <a:lnTo>
                  <a:pt x="259773" y="335039"/>
                </a:lnTo>
                <a:lnTo>
                  <a:pt x="260406" y="335188"/>
                </a:lnTo>
                <a:lnTo>
                  <a:pt x="261020" y="335338"/>
                </a:lnTo>
                <a:lnTo>
                  <a:pt x="261617" y="335489"/>
                </a:lnTo>
                <a:lnTo>
                  <a:pt x="262197" y="335640"/>
                </a:lnTo>
                <a:lnTo>
                  <a:pt x="262759" y="335792"/>
                </a:lnTo>
                <a:lnTo>
                  <a:pt x="263303" y="335944"/>
                </a:lnTo>
                <a:lnTo>
                  <a:pt x="263829" y="336097"/>
                </a:lnTo>
                <a:lnTo>
                  <a:pt x="264338" y="336250"/>
                </a:lnTo>
                <a:lnTo>
                  <a:pt x="264830" y="336405"/>
                </a:lnTo>
                <a:lnTo>
                  <a:pt x="265303" y="336559"/>
                </a:lnTo>
                <a:lnTo>
                  <a:pt x="265776" y="336715"/>
                </a:lnTo>
                <a:lnTo>
                  <a:pt x="266237" y="336874"/>
                </a:lnTo>
                <a:lnTo>
                  <a:pt x="266685" y="337035"/>
                </a:lnTo>
                <a:lnTo>
                  <a:pt x="267121" y="337198"/>
                </a:lnTo>
                <a:lnTo>
                  <a:pt x="267544" y="337364"/>
                </a:lnTo>
                <a:lnTo>
                  <a:pt x="267956" y="337531"/>
                </a:lnTo>
                <a:lnTo>
                  <a:pt x="268354" y="337702"/>
                </a:lnTo>
                <a:lnTo>
                  <a:pt x="268741" y="337874"/>
                </a:lnTo>
                <a:lnTo>
                  <a:pt x="269115" y="338049"/>
                </a:lnTo>
                <a:lnTo>
                  <a:pt x="269477" y="338226"/>
                </a:lnTo>
                <a:lnTo>
                  <a:pt x="269827" y="338406"/>
                </a:lnTo>
                <a:lnTo>
                  <a:pt x="270164" y="338588"/>
                </a:lnTo>
                <a:lnTo>
                  <a:pt x="270489" y="338772"/>
                </a:lnTo>
                <a:lnTo>
                  <a:pt x="270802" y="338959"/>
                </a:lnTo>
                <a:lnTo>
                  <a:pt x="271102" y="339148"/>
                </a:lnTo>
                <a:lnTo>
                  <a:pt x="271390" y="339339"/>
                </a:lnTo>
                <a:lnTo>
                  <a:pt x="271665" y="339533"/>
                </a:lnTo>
                <a:lnTo>
                  <a:pt x="271929" y="339729"/>
                </a:lnTo>
                <a:lnTo>
                  <a:pt x="272180" y="339928"/>
                </a:lnTo>
                <a:lnTo>
                  <a:pt x="272418" y="340128"/>
                </a:lnTo>
                <a:lnTo>
                  <a:pt x="272645" y="340331"/>
                </a:lnTo>
                <a:lnTo>
                  <a:pt x="272859" y="340537"/>
                </a:lnTo>
                <a:lnTo>
                  <a:pt x="273060" y="340745"/>
                </a:lnTo>
                <a:lnTo>
                  <a:pt x="273250" y="340955"/>
                </a:lnTo>
                <a:lnTo>
                  <a:pt x="273429" y="341169"/>
                </a:lnTo>
                <a:lnTo>
                  <a:pt x="273601" y="341387"/>
                </a:lnTo>
                <a:lnTo>
                  <a:pt x="273765" y="341610"/>
                </a:lnTo>
                <a:lnTo>
                  <a:pt x="273921" y="341838"/>
                </a:lnTo>
                <a:lnTo>
                  <a:pt x="274070" y="342070"/>
                </a:lnTo>
                <a:lnTo>
                  <a:pt x="274211" y="342307"/>
                </a:lnTo>
                <a:lnTo>
                  <a:pt x="274345" y="342549"/>
                </a:lnTo>
                <a:lnTo>
                  <a:pt x="274471" y="342796"/>
                </a:lnTo>
                <a:lnTo>
                  <a:pt x="274589" y="343047"/>
                </a:lnTo>
                <a:lnTo>
                  <a:pt x="274700" y="343303"/>
                </a:lnTo>
                <a:lnTo>
                  <a:pt x="274803" y="343564"/>
                </a:lnTo>
                <a:lnTo>
                  <a:pt x="274898" y="343829"/>
                </a:lnTo>
                <a:lnTo>
                  <a:pt x="274986" y="344099"/>
                </a:lnTo>
                <a:lnTo>
                  <a:pt x="275066" y="344374"/>
                </a:lnTo>
                <a:lnTo>
                  <a:pt x="275138" y="344653"/>
                </a:lnTo>
                <a:lnTo>
                  <a:pt x="275203" y="344937"/>
                </a:lnTo>
                <a:lnTo>
                  <a:pt x="275260" y="345226"/>
                </a:lnTo>
                <a:lnTo>
                  <a:pt x="275310" y="345520"/>
                </a:lnTo>
                <a:lnTo>
                  <a:pt x="275352" y="345818"/>
                </a:lnTo>
                <a:lnTo>
                  <a:pt x="275386" y="346121"/>
                </a:lnTo>
                <a:lnTo>
                  <a:pt x="275413" y="346429"/>
                </a:lnTo>
                <a:lnTo>
                  <a:pt x="275432" y="346741"/>
                </a:lnTo>
                <a:lnTo>
                  <a:pt x="275444" y="347058"/>
                </a:lnTo>
                <a:lnTo>
                  <a:pt x="275447" y="347380"/>
                </a:lnTo>
                <a:lnTo>
                  <a:pt x="275438" y="347869"/>
                </a:lnTo>
                <a:lnTo>
                  <a:pt x="275410" y="348351"/>
                </a:lnTo>
                <a:lnTo>
                  <a:pt x="275363" y="348825"/>
                </a:lnTo>
                <a:lnTo>
                  <a:pt x="275297" y="349291"/>
                </a:lnTo>
                <a:lnTo>
                  <a:pt x="275213" y="349750"/>
                </a:lnTo>
                <a:lnTo>
                  <a:pt x="275109" y="350201"/>
                </a:lnTo>
                <a:lnTo>
                  <a:pt x="274987" y="350644"/>
                </a:lnTo>
                <a:lnTo>
                  <a:pt x="274846" y="351080"/>
                </a:lnTo>
                <a:lnTo>
                  <a:pt x="274687" y="351509"/>
                </a:lnTo>
                <a:lnTo>
                  <a:pt x="274508" y="351929"/>
                </a:lnTo>
                <a:lnTo>
                  <a:pt x="274311" y="352342"/>
                </a:lnTo>
                <a:lnTo>
                  <a:pt x="274095" y="352747"/>
                </a:lnTo>
                <a:lnTo>
                  <a:pt x="273860" y="353145"/>
                </a:lnTo>
                <a:lnTo>
                  <a:pt x="273606" y="353535"/>
                </a:lnTo>
                <a:lnTo>
                  <a:pt x="273334" y="353918"/>
                </a:lnTo>
                <a:lnTo>
                  <a:pt x="273043" y="354293"/>
                </a:lnTo>
                <a:lnTo>
                  <a:pt x="272733" y="354660"/>
                </a:lnTo>
                <a:lnTo>
                  <a:pt x="272404" y="355019"/>
                </a:lnTo>
                <a:lnTo>
                  <a:pt x="272057" y="355371"/>
                </a:lnTo>
                <a:lnTo>
                  <a:pt x="271690" y="355716"/>
                </a:lnTo>
                <a:lnTo>
                  <a:pt x="271305" y="356052"/>
                </a:lnTo>
                <a:lnTo>
                  <a:pt x="270901" y="356381"/>
                </a:lnTo>
                <a:lnTo>
                  <a:pt x="270479" y="356703"/>
                </a:lnTo>
                <a:lnTo>
                  <a:pt x="270037" y="357016"/>
                </a:lnTo>
                <a:lnTo>
                  <a:pt x="269592" y="357306"/>
                </a:lnTo>
                <a:lnTo>
                  <a:pt x="269128" y="357583"/>
                </a:lnTo>
                <a:lnTo>
                  <a:pt x="268648" y="357849"/>
                </a:lnTo>
                <a:lnTo>
                  <a:pt x="268149" y="358101"/>
                </a:lnTo>
                <a:lnTo>
                  <a:pt x="267633" y="358342"/>
                </a:lnTo>
                <a:lnTo>
                  <a:pt x="267100" y="358570"/>
                </a:lnTo>
                <a:lnTo>
                  <a:pt x="266548" y="358785"/>
                </a:lnTo>
                <a:lnTo>
                  <a:pt x="265980" y="358989"/>
                </a:lnTo>
                <a:lnTo>
                  <a:pt x="265393" y="359180"/>
                </a:lnTo>
                <a:lnTo>
                  <a:pt x="264789" y="359359"/>
                </a:lnTo>
                <a:lnTo>
                  <a:pt x="264167" y="359525"/>
                </a:lnTo>
                <a:lnTo>
                  <a:pt x="263528" y="359679"/>
                </a:lnTo>
                <a:lnTo>
                  <a:pt x="262871" y="359821"/>
                </a:lnTo>
                <a:lnTo>
                  <a:pt x="262197" y="359950"/>
                </a:lnTo>
                <a:lnTo>
                  <a:pt x="261505" y="360068"/>
                </a:lnTo>
                <a:lnTo>
                  <a:pt x="260795" y="360172"/>
                </a:lnTo>
                <a:lnTo>
                  <a:pt x="260068" y="360265"/>
                </a:lnTo>
                <a:lnTo>
                  <a:pt x="259323" y="360345"/>
                </a:lnTo>
                <a:lnTo>
                  <a:pt x="258560" y="360413"/>
                </a:lnTo>
                <a:lnTo>
                  <a:pt x="257780" y="360468"/>
                </a:lnTo>
                <a:lnTo>
                  <a:pt x="256982" y="360511"/>
                </a:lnTo>
                <a:lnTo>
                  <a:pt x="256167" y="360542"/>
                </a:lnTo>
                <a:lnTo>
                  <a:pt x="255334" y="360561"/>
                </a:lnTo>
                <a:lnTo>
                  <a:pt x="254483" y="360567"/>
                </a:lnTo>
                <a:lnTo>
                  <a:pt x="253534" y="360560"/>
                </a:lnTo>
                <a:lnTo>
                  <a:pt x="252603" y="360540"/>
                </a:lnTo>
                <a:lnTo>
                  <a:pt x="251691" y="360506"/>
                </a:lnTo>
                <a:lnTo>
                  <a:pt x="250796" y="360459"/>
                </a:lnTo>
                <a:lnTo>
                  <a:pt x="249920" y="360398"/>
                </a:lnTo>
                <a:lnTo>
                  <a:pt x="249062" y="360324"/>
                </a:lnTo>
                <a:lnTo>
                  <a:pt x="248223" y="360236"/>
                </a:lnTo>
                <a:lnTo>
                  <a:pt x="247401" y="360135"/>
                </a:lnTo>
                <a:lnTo>
                  <a:pt x="246598" y="360020"/>
                </a:lnTo>
                <a:lnTo>
                  <a:pt x="245812" y="359892"/>
                </a:lnTo>
                <a:lnTo>
                  <a:pt x="245046" y="359750"/>
                </a:lnTo>
                <a:lnTo>
                  <a:pt x="244297" y="359595"/>
                </a:lnTo>
                <a:lnTo>
                  <a:pt x="243566" y="359426"/>
                </a:lnTo>
                <a:lnTo>
                  <a:pt x="242854" y="359244"/>
                </a:lnTo>
                <a:lnTo>
                  <a:pt x="242160" y="359048"/>
                </a:lnTo>
                <a:lnTo>
                  <a:pt x="241484" y="358839"/>
                </a:lnTo>
                <a:lnTo>
                  <a:pt x="240826" y="358616"/>
                </a:lnTo>
                <a:lnTo>
                  <a:pt x="240186" y="358379"/>
                </a:lnTo>
                <a:lnTo>
                  <a:pt x="239565" y="358130"/>
                </a:lnTo>
                <a:lnTo>
                  <a:pt x="238962" y="357866"/>
                </a:lnTo>
                <a:lnTo>
                  <a:pt x="238377" y="357590"/>
                </a:lnTo>
                <a:lnTo>
                  <a:pt x="237810" y="357299"/>
                </a:lnTo>
                <a:lnTo>
                  <a:pt x="237261" y="356995"/>
                </a:lnTo>
                <a:lnTo>
                  <a:pt x="236731" y="356678"/>
                </a:lnTo>
                <a:lnTo>
                  <a:pt x="236234" y="356335"/>
                </a:lnTo>
                <a:lnTo>
                  <a:pt x="235759" y="355981"/>
                </a:lnTo>
                <a:lnTo>
                  <a:pt x="235304" y="355616"/>
                </a:lnTo>
                <a:lnTo>
                  <a:pt x="234871" y="355241"/>
                </a:lnTo>
                <a:lnTo>
                  <a:pt x="234459" y="354855"/>
                </a:lnTo>
                <a:lnTo>
                  <a:pt x="234068" y="354459"/>
                </a:lnTo>
                <a:lnTo>
                  <a:pt x="233698" y="354052"/>
                </a:lnTo>
                <a:lnTo>
                  <a:pt x="233350" y="353635"/>
                </a:lnTo>
                <a:lnTo>
                  <a:pt x="233022" y="353207"/>
                </a:lnTo>
                <a:lnTo>
                  <a:pt x="232716" y="352769"/>
                </a:lnTo>
                <a:lnTo>
                  <a:pt x="232430" y="352319"/>
                </a:lnTo>
                <a:lnTo>
                  <a:pt x="232166" y="351860"/>
                </a:lnTo>
                <a:lnTo>
                  <a:pt x="231923" y="351390"/>
                </a:lnTo>
                <a:lnTo>
                  <a:pt x="231701" y="350909"/>
                </a:lnTo>
                <a:lnTo>
                  <a:pt x="231500" y="350417"/>
                </a:lnTo>
                <a:lnTo>
                  <a:pt x="231321" y="349916"/>
                </a:lnTo>
                <a:lnTo>
                  <a:pt x="231162" y="349403"/>
                </a:lnTo>
                <a:lnTo>
                  <a:pt x="231025" y="348880"/>
                </a:lnTo>
                <a:lnTo>
                  <a:pt x="230909" y="348346"/>
                </a:lnTo>
                <a:lnTo>
                  <a:pt x="230814" y="347802"/>
                </a:lnTo>
                <a:lnTo>
                  <a:pt x="230740" y="347247"/>
                </a:lnTo>
                <a:lnTo>
                  <a:pt x="230687" y="346682"/>
                </a:lnTo>
                <a:lnTo>
                  <a:pt x="230655" y="346106"/>
                </a:lnTo>
                <a:lnTo>
                  <a:pt x="230645" y="345520"/>
                </a:lnTo>
                <a:lnTo>
                  <a:pt x="230645" y="343829"/>
                </a:lnTo>
                <a:lnTo>
                  <a:pt x="216105" y="343829"/>
                </a:lnTo>
                <a:lnTo>
                  <a:pt x="216091" y="343927"/>
                </a:lnTo>
                <a:lnTo>
                  <a:pt x="216078" y="344025"/>
                </a:lnTo>
                <a:lnTo>
                  <a:pt x="216065" y="344122"/>
                </a:lnTo>
                <a:lnTo>
                  <a:pt x="216053" y="344219"/>
                </a:lnTo>
                <a:lnTo>
                  <a:pt x="216042" y="344315"/>
                </a:lnTo>
                <a:lnTo>
                  <a:pt x="216031" y="344410"/>
                </a:lnTo>
                <a:lnTo>
                  <a:pt x="216021" y="344505"/>
                </a:lnTo>
                <a:lnTo>
                  <a:pt x="216011" y="344599"/>
                </a:lnTo>
                <a:lnTo>
                  <a:pt x="216002" y="344693"/>
                </a:lnTo>
                <a:lnTo>
                  <a:pt x="215993" y="344786"/>
                </a:lnTo>
                <a:lnTo>
                  <a:pt x="215985" y="344878"/>
                </a:lnTo>
                <a:lnTo>
                  <a:pt x="215978" y="344970"/>
                </a:lnTo>
                <a:lnTo>
                  <a:pt x="215971" y="345062"/>
                </a:lnTo>
                <a:lnTo>
                  <a:pt x="215965" y="345152"/>
                </a:lnTo>
                <a:lnTo>
                  <a:pt x="215959" y="345242"/>
                </a:lnTo>
                <a:lnTo>
                  <a:pt x="215955" y="345332"/>
                </a:lnTo>
                <a:lnTo>
                  <a:pt x="215950" y="345421"/>
                </a:lnTo>
                <a:lnTo>
                  <a:pt x="215946" y="345509"/>
                </a:lnTo>
                <a:lnTo>
                  <a:pt x="215943" y="345597"/>
                </a:lnTo>
                <a:lnTo>
                  <a:pt x="215940" y="345684"/>
                </a:lnTo>
                <a:lnTo>
                  <a:pt x="215938" y="345771"/>
                </a:lnTo>
                <a:lnTo>
                  <a:pt x="215937" y="345857"/>
                </a:lnTo>
                <a:lnTo>
                  <a:pt x="215936" y="345942"/>
                </a:lnTo>
                <a:lnTo>
                  <a:pt x="215936" y="346027"/>
                </a:lnTo>
                <a:lnTo>
                  <a:pt x="215936" y="346111"/>
                </a:lnTo>
                <a:lnTo>
                  <a:pt x="215936" y="346193"/>
                </a:lnTo>
                <a:lnTo>
                  <a:pt x="215936" y="346273"/>
                </a:lnTo>
                <a:lnTo>
                  <a:pt x="215936" y="346351"/>
                </a:lnTo>
                <a:lnTo>
                  <a:pt x="215936" y="346428"/>
                </a:lnTo>
                <a:lnTo>
                  <a:pt x="215936" y="346502"/>
                </a:lnTo>
                <a:lnTo>
                  <a:pt x="215936" y="346576"/>
                </a:lnTo>
                <a:lnTo>
                  <a:pt x="215936" y="346647"/>
                </a:lnTo>
                <a:lnTo>
                  <a:pt x="215936" y="346716"/>
                </a:lnTo>
                <a:lnTo>
                  <a:pt x="215936" y="346784"/>
                </a:lnTo>
                <a:lnTo>
                  <a:pt x="215936" y="346850"/>
                </a:lnTo>
                <a:lnTo>
                  <a:pt x="215936" y="346915"/>
                </a:lnTo>
                <a:lnTo>
                  <a:pt x="215936" y="346977"/>
                </a:lnTo>
                <a:lnTo>
                  <a:pt x="215936" y="347038"/>
                </a:lnTo>
                <a:lnTo>
                  <a:pt x="215936" y="347097"/>
                </a:lnTo>
                <a:lnTo>
                  <a:pt x="215936" y="347154"/>
                </a:lnTo>
                <a:lnTo>
                  <a:pt x="215936" y="347209"/>
                </a:lnTo>
                <a:lnTo>
                  <a:pt x="215936" y="347263"/>
                </a:lnTo>
                <a:lnTo>
                  <a:pt x="215936" y="347315"/>
                </a:lnTo>
                <a:lnTo>
                  <a:pt x="215936" y="347365"/>
                </a:lnTo>
                <a:lnTo>
                  <a:pt x="215936" y="347414"/>
                </a:lnTo>
                <a:lnTo>
                  <a:pt x="215936" y="347460"/>
                </a:lnTo>
                <a:lnTo>
                  <a:pt x="215936" y="347505"/>
                </a:lnTo>
                <a:lnTo>
                  <a:pt x="215936" y="347548"/>
                </a:lnTo>
                <a:lnTo>
                  <a:pt x="215944" y="348193"/>
                </a:lnTo>
                <a:lnTo>
                  <a:pt x="215967" y="348831"/>
                </a:lnTo>
                <a:lnTo>
                  <a:pt x="216007" y="349461"/>
                </a:lnTo>
                <a:lnTo>
                  <a:pt x="216063" y="350085"/>
                </a:lnTo>
                <a:lnTo>
                  <a:pt x="216134" y="350701"/>
                </a:lnTo>
                <a:lnTo>
                  <a:pt x="216221" y="351310"/>
                </a:lnTo>
                <a:lnTo>
                  <a:pt x="216324" y="351913"/>
                </a:lnTo>
                <a:lnTo>
                  <a:pt x="216443" y="352508"/>
                </a:lnTo>
                <a:lnTo>
                  <a:pt x="216578" y="353096"/>
                </a:lnTo>
                <a:lnTo>
                  <a:pt x="216728" y="353677"/>
                </a:lnTo>
                <a:lnTo>
                  <a:pt x="216895" y="354251"/>
                </a:lnTo>
                <a:lnTo>
                  <a:pt x="217077" y="354819"/>
                </a:lnTo>
                <a:lnTo>
                  <a:pt x="217275" y="355379"/>
                </a:lnTo>
                <a:lnTo>
                  <a:pt x="217489" y="355932"/>
                </a:lnTo>
                <a:lnTo>
                  <a:pt x="217719" y="356478"/>
                </a:lnTo>
                <a:lnTo>
                  <a:pt x="217965" y="357016"/>
                </a:lnTo>
                <a:lnTo>
                  <a:pt x="218226" y="357548"/>
                </a:lnTo>
                <a:lnTo>
                  <a:pt x="218503" y="358073"/>
                </a:lnTo>
                <a:lnTo>
                  <a:pt x="218797" y="358591"/>
                </a:lnTo>
                <a:lnTo>
                  <a:pt x="219106" y="359102"/>
                </a:lnTo>
                <a:lnTo>
                  <a:pt x="219431" y="359605"/>
                </a:lnTo>
                <a:lnTo>
                  <a:pt x="219771" y="360102"/>
                </a:lnTo>
                <a:lnTo>
                  <a:pt x="220128" y="360591"/>
                </a:lnTo>
                <a:lnTo>
                  <a:pt x="220501" y="361074"/>
                </a:lnTo>
                <a:lnTo>
                  <a:pt x="220901" y="361535"/>
                </a:lnTo>
                <a:lnTo>
                  <a:pt x="221313" y="361986"/>
                </a:lnTo>
                <a:lnTo>
                  <a:pt x="221737" y="362429"/>
                </a:lnTo>
                <a:lnTo>
                  <a:pt x="222172" y="362863"/>
                </a:lnTo>
                <a:lnTo>
                  <a:pt x="222620" y="363289"/>
                </a:lnTo>
                <a:lnTo>
                  <a:pt x="223079" y="363705"/>
                </a:lnTo>
                <a:lnTo>
                  <a:pt x="223550" y="364113"/>
                </a:lnTo>
                <a:lnTo>
                  <a:pt x="224032" y="364512"/>
                </a:lnTo>
                <a:lnTo>
                  <a:pt x="224526" y="364902"/>
                </a:lnTo>
                <a:lnTo>
                  <a:pt x="225032" y="365283"/>
                </a:lnTo>
                <a:lnTo>
                  <a:pt x="225550" y="365656"/>
                </a:lnTo>
                <a:lnTo>
                  <a:pt x="226080" y="366019"/>
                </a:lnTo>
                <a:lnTo>
                  <a:pt x="226621" y="366374"/>
                </a:lnTo>
                <a:lnTo>
                  <a:pt x="227174" y="366720"/>
                </a:lnTo>
                <a:lnTo>
                  <a:pt x="227739" y="367057"/>
                </a:lnTo>
                <a:lnTo>
                  <a:pt x="228315" y="367386"/>
                </a:lnTo>
                <a:lnTo>
                  <a:pt x="228903" y="367706"/>
                </a:lnTo>
                <a:lnTo>
                  <a:pt x="229503" y="368016"/>
                </a:lnTo>
                <a:lnTo>
                  <a:pt x="230115" y="368318"/>
                </a:lnTo>
                <a:lnTo>
                  <a:pt x="230738" y="368612"/>
                </a:lnTo>
                <a:lnTo>
                  <a:pt x="231374" y="368896"/>
                </a:lnTo>
                <a:lnTo>
                  <a:pt x="232021" y="369172"/>
                </a:lnTo>
                <a:lnTo>
                  <a:pt x="232679" y="369438"/>
                </a:lnTo>
                <a:lnTo>
                  <a:pt x="233350" y="369696"/>
                </a:lnTo>
                <a:lnTo>
                  <a:pt x="234044" y="369931"/>
                </a:lnTo>
                <a:lnTo>
                  <a:pt x="234747" y="370155"/>
                </a:lnTo>
                <a:lnTo>
                  <a:pt x="235458" y="370370"/>
                </a:lnTo>
                <a:lnTo>
                  <a:pt x="236177" y="370575"/>
                </a:lnTo>
                <a:lnTo>
                  <a:pt x="236904" y="370769"/>
                </a:lnTo>
                <a:lnTo>
                  <a:pt x="237640" y="370954"/>
                </a:lnTo>
                <a:lnTo>
                  <a:pt x="238383" y="371128"/>
                </a:lnTo>
                <a:lnTo>
                  <a:pt x="239135" y="371293"/>
                </a:lnTo>
                <a:lnTo>
                  <a:pt x="239896" y="371448"/>
                </a:lnTo>
                <a:lnTo>
                  <a:pt x="240664" y="371593"/>
                </a:lnTo>
                <a:lnTo>
                  <a:pt x="241441" y="371727"/>
                </a:lnTo>
                <a:lnTo>
                  <a:pt x="242226" y="371852"/>
                </a:lnTo>
                <a:lnTo>
                  <a:pt x="243019" y="371967"/>
                </a:lnTo>
                <a:lnTo>
                  <a:pt x="243820" y="372072"/>
                </a:lnTo>
                <a:lnTo>
                  <a:pt x="244630" y="372166"/>
                </a:lnTo>
                <a:lnTo>
                  <a:pt x="245447" y="372251"/>
                </a:lnTo>
                <a:lnTo>
                  <a:pt x="246273" y="372326"/>
                </a:lnTo>
                <a:lnTo>
                  <a:pt x="247107" y="372391"/>
                </a:lnTo>
                <a:lnTo>
                  <a:pt x="247950" y="372446"/>
                </a:lnTo>
                <a:lnTo>
                  <a:pt x="248801" y="372491"/>
                </a:lnTo>
                <a:lnTo>
                  <a:pt x="249659" y="372526"/>
                </a:lnTo>
                <a:lnTo>
                  <a:pt x="250526" y="372551"/>
                </a:lnTo>
                <a:lnTo>
                  <a:pt x="251402" y="372566"/>
                </a:lnTo>
                <a:lnTo>
                  <a:pt x="252285" y="372571"/>
                </a:lnTo>
                <a:lnTo>
                  <a:pt x="253293" y="372566"/>
                </a:lnTo>
                <a:lnTo>
                  <a:pt x="254289" y="372551"/>
                </a:lnTo>
                <a:lnTo>
                  <a:pt x="255273" y="372526"/>
                </a:lnTo>
                <a:lnTo>
                  <a:pt x="256244" y="372491"/>
                </a:lnTo>
                <a:lnTo>
                  <a:pt x="257203" y="372446"/>
                </a:lnTo>
                <a:lnTo>
                  <a:pt x="258150" y="372391"/>
                </a:lnTo>
                <a:lnTo>
                  <a:pt x="259084" y="372326"/>
                </a:lnTo>
                <a:lnTo>
                  <a:pt x="260006" y="372251"/>
                </a:lnTo>
                <a:close/>
                <a:moveTo>
                  <a:pt x="160392" y="372000"/>
                </a:moveTo>
                <a:lnTo>
                  <a:pt x="161258" y="371866"/>
                </a:lnTo>
                <a:lnTo>
                  <a:pt x="162113" y="371718"/>
                </a:lnTo>
                <a:lnTo>
                  <a:pt x="162957" y="371556"/>
                </a:lnTo>
                <a:lnTo>
                  <a:pt x="163790" y="371380"/>
                </a:lnTo>
                <a:lnTo>
                  <a:pt x="164611" y="371190"/>
                </a:lnTo>
                <a:lnTo>
                  <a:pt x="165422" y="370986"/>
                </a:lnTo>
                <a:lnTo>
                  <a:pt x="166221" y="370767"/>
                </a:lnTo>
                <a:lnTo>
                  <a:pt x="167009" y="370535"/>
                </a:lnTo>
                <a:lnTo>
                  <a:pt x="167786" y="370288"/>
                </a:lnTo>
                <a:lnTo>
                  <a:pt x="168552" y="370027"/>
                </a:lnTo>
                <a:lnTo>
                  <a:pt x="169306" y="369753"/>
                </a:lnTo>
                <a:lnTo>
                  <a:pt x="170050" y="369464"/>
                </a:lnTo>
                <a:lnTo>
                  <a:pt x="170782" y="369161"/>
                </a:lnTo>
                <a:lnTo>
                  <a:pt x="171503" y="368844"/>
                </a:lnTo>
                <a:lnTo>
                  <a:pt x="172213" y="368513"/>
                </a:lnTo>
                <a:lnTo>
                  <a:pt x="172925" y="368169"/>
                </a:lnTo>
                <a:lnTo>
                  <a:pt x="173623" y="367813"/>
                </a:lnTo>
                <a:lnTo>
                  <a:pt x="174308" y="367446"/>
                </a:lnTo>
                <a:lnTo>
                  <a:pt x="174980" y="367066"/>
                </a:lnTo>
                <a:lnTo>
                  <a:pt x="175637" y="366675"/>
                </a:lnTo>
                <a:lnTo>
                  <a:pt x="176282" y="366273"/>
                </a:lnTo>
                <a:lnTo>
                  <a:pt x="176912" y="365858"/>
                </a:lnTo>
                <a:lnTo>
                  <a:pt x="177530" y="365432"/>
                </a:lnTo>
                <a:lnTo>
                  <a:pt x="178133" y="364994"/>
                </a:lnTo>
                <a:lnTo>
                  <a:pt x="178724" y="364544"/>
                </a:lnTo>
                <a:lnTo>
                  <a:pt x="179300" y="364083"/>
                </a:lnTo>
                <a:lnTo>
                  <a:pt x="179864" y="363610"/>
                </a:lnTo>
                <a:lnTo>
                  <a:pt x="180413" y="363125"/>
                </a:lnTo>
                <a:lnTo>
                  <a:pt x="180950" y="362628"/>
                </a:lnTo>
                <a:lnTo>
                  <a:pt x="181472" y="362120"/>
                </a:lnTo>
                <a:lnTo>
                  <a:pt x="181982" y="361600"/>
                </a:lnTo>
                <a:lnTo>
                  <a:pt x="182477" y="361068"/>
                </a:lnTo>
                <a:lnTo>
                  <a:pt x="182960" y="360524"/>
                </a:lnTo>
                <a:lnTo>
                  <a:pt x="183428" y="359969"/>
                </a:lnTo>
                <a:lnTo>
                  <a:pt x="183884" y="359402"/>
                </a:lnTo>
                <a:lnTo>
                  <a:pt x="184325" y="358823"/>
                </a:lnTo>
                <a:lnTo>
                  <a:pt x="184754" y="358233"/>
                </a:lnTo>
                <a:lnTo>
                  <a:pt x="185168" y="357630"/>
                </a:lnTo>
                <a:lnTo>
                  <a:pt x="185570" y="357016"/>
                </a:lnTo>
                <a:lnTo>
                  <a:pt x="185970" y="356378"/>
                </a:lnTo>
                <a:lnTo>
                  <a:pt x="186353" y="355730"/>
                </a:lnTo>
                <a:lnTo>
                  <a:pt x="186719" y="355072"/>
                </a:lnTo>
                <a:lnTo>
                  <a:pt x="187068" y="354405"/>
                </a:lnTo>
                <a:lnTo>
                  <a:pt x="187400" y="353729"/>
                </a:lnTo>
                <a:lnTo>
                  <a:pt x="187715" y="353043"/>
                </a:lnTo>
                <a:lnTo>
                  <a:pt x="188013" y="352348"/>
                </a:lnTo>
                <a:lnTo>
                  <a:pt x="188294" y="351644"/>
                </a:lnTo>
                <a:lnTo>
                  <a:pt x="188557" y="350930"/>
                </a:lnTo>
                <a:lnTo>
                  <a:pt x="188804" y="350207"/>
                </a:lnTo>
                <a:lnTo>
                  <a:pt x="189034" y="349474"/>
                </a:lnTo>
                <a:lnTo>
                  <a:pt x="189247" y="348732"/>
                </a:lnTo>
                <a:lnTo>
                  <a:pt x="189443" y="347981"/>
                </a:lnTo>
                <a:lnTo>
                  <a:pt x="189621" y="347220"/>
                </a:lnTo>
                <a:lnTo>
                  <a:pt x="189783" y="346450"/>
                </a:lnTo>
                <a:lnTo>
                  <a:pt x="189928" y="345670"/>
                </a:lnTo>
                <a:lnTo>
                  <a:pt x="190056" y="344881"/>
                </a:lnTo>
                <a:lnTo>
                  <a:pt x="190166" y="344083"/>
                </a:lnTo>
                <a:lnTo>
                  <a:pt x="190260" y="343275"/>
                </a:lnTo>
                <a:lnTo>
                  <a:pt x="190336" y="342458"/>
                </a:lnTo>
                <a:lnTo>
                  <a:pt x="190396" y="341631"/>
                </a:lnTo>
                <a:lnTo>
                  <a:pt x="190439" y="340795"/>
                </a:lnTo>
                <a:lnTo>
                  <a:pt x="190464" y="339950"/>
                </a:lnTo>
                <a:lnTo>
                  <a:pt x="190473" y="339095"/>
                </a:lnTo>
                <a:lnTo>
                  <a:pt x="174580" y="339095"/>
                </a:lnTo>
                <a:lnTo>
                  <a:pt x="174570" y="340001"/>
                </a:lnTo>
                <a:lnTo>
                  <a:pt x="174540" y="340887"/>
                </a:lnTo>
                <a:lnTo>
                  <a:pt x="174491" y="341753"/>
                </a:lnTo>
                <a:lnTo>
                  <a:pt x="174421" y="342599"/>
                </a:lnTo>
                <a:lnTo>
                  <a:pt x="174331" y="343425"/>
                </a:lnTo>
                <a:lnTo>
                  <a:pt x="174221" y="344231"/>
                </a:lnTo>
                <a:lnTo>
                  <a:pt x="174091" y="345017"/>
                </a:lnTo>
                <a:lnTo>
                  <a:pt x="173942" y="345783"/>
                </a:lnTo>
                <a:lnTo>
                  <a:pt x="173772" y="346529"/>
                </a:lnTo>
                <a:lnTo>
                  <a:pt x="173582" y="347255"/>
                </a:lnTo>
                <a:lnTo>
                  <a:pt x="173373" y="347961"/>
                </a:lnTo>
                <a:lnTo>
                  <a:pt x="173143" y="348648"/>
                </a:lnTo>
                <a:lnTo>
                  <a:pt x="172894" y="349314"/>
                </a:lnTo>
                <a:lnTo>
                  <a:pt x="172624" y="349960"/>
                </a:lnTo>
                <a:lnTo>
                  <a:pt x="172335" y="350587"/>
                </a:lnTo>
                <a:lnTo>
                  <a:pt x="172026" y="351193"/>
                </a:lnTo>
                <a:lnTo>
                  <a:pt x="171696" y="351779"/>
                </a:lnTo>
                <a:lnTo>
                  <a:pt x="171347" y="352346"/>
                </a:lnTo>
                <a:lnTo>
                  <a:pt x="170978" y="352893"/>
                </a:lnTo>
                <a:lnTo>
                  <a:pt x="170588" y="353419"/>
                </a:lnTo>
                <a:lnTo>
                  <a:pt x="170179" y="353926"/>
                </a:lnTo>
                <a:lnTo>
                  <a:pt x="169750" y="354412"/>
                </a:lnTo>
                <a:lnTo>
                  <a:pt x="169301" y="354879"/>
                </a:lnTo>
                <a:lnTo>
                  <a:pt x="168832" y="355326"/>
                </a:lnTo>
                <a:lnTo>
                  <a:pt x="168358" y="355753"/>
                </a:lnTo>
                <a:lnTo>
                  <a:pt x="167866" y="356163"/>
                </a:lnTo>
                <a:lnTo>
                  <a:pt x="167355" y="356554"/>
                </a:lnTo>
                <a:lnTo>
                  <a:pt x="166827" y="356927"/>
                </a:lnTo>
                <a:lnTo>
                  <a:pt x="166280" y="357282"/>
                </a:lnTo>
                <a:lnTo>
                  <a:pt x="165715" y="357619"/>
                </a:lnTo>
                <a:lnTo>
                  <a:pt x="165132" y="357937"/>
                </a:lnTo>
                <a:lnTo>
                  <a:pt x="164530" y="358237"/>
                </a:lnTo>
                <a:lnTo>
                  <a:pt x="163911" y="358519"/>
                </a:lnTo>
                <a:lnTo>
                  <a:pt x="163273" y="358783"/>
                </a:lnTo>
                <a:lnTo>
                  <a:pt x="162617" y="359029"/>
                </a:lnTo>
                <a:lnTo>
                  <a:pt x="161943" y="359256"/>
                </a:lnTo>
                <a:lnTo>
                  <a:pt x="161250" y="359466"/>
                </a:lnTo>
                <a:lnTo>
                  <a:pt x="160540" y="359657"/>
                </a:lnTo>
                <a:lnTo>
                  <a:pt x="159811" y="359830"/>
                </a:lnTo>
                <a:lnTo>
                  <a:pt x="159064" y="359984"/>
                </a:lnTo>
                <a:lnTo>
                  <a:pt x="158299" y="360121"/>
                </a:lnTo>
                <a:lnTo>
                  <a:pt x="157515" y="360239"/>
                </a:lnTo>
                <a:lnTo>
                  <a:pt x="156714" y="360339"/>
                </a:lnTo>
                <a:lnTo>
                  <a:pt x="155894" y="360421"/>
                </a:lnTo>
                <a:lnTo>
                  <a:pt x="155056" y="360485"/>
                </a:lnTo>
                <a:lnTo>
                  <a:pt x="154200" y="360530"/>
                </a:lnTo>
                <a:lnTo>
                  <a:pt x="153325" y="360558"/>
                </a:lnTo>
                <a:lnTo>
                  <a:pt x="152433" y="360567"/>
                </a:lnTo>
                <a:lnTo>
                  <a:pt x="151621" y="360555"/>
                </a:lnTo>
                <a:lnTo>
                  <a:pt x="150822" y="360519"/>
                </a:lnTo>
                <a:lnTo>
                  <a:pt x="150034" y="360459"/>
                </a:lnTo>
                <a:lnTo>
                  <a:pt x="149258" y="360374"/>
                </a:lnTo>
                <a:lnTo>
                  <a:pt x="148494" y="360266"/>
                </a:lnTo>
                <a:lnTo>
                  <a:pt x="147741" y="360134"/>
                </a:lnTo>
                <a:lnTo>
                  <a:pt x="147000" y="359977"/>
                </a:lnTo>
                <a:lnTo>
                  <a:pt x="146271" y="359797"/>
                </a:lnTo>
                <a:lnTo>
                  <a:pt x="145554" y="359592"/>
                </a:lnTo>
                <a:lnTo>
                  <a:pt x="144848" y="359363"/>
                </a:lnTo>
                <a:lnTo>
                  <a:pt x="144154" y="359111"/>
                </a:lnTo>
                <a:lnTo>
                  <a:pt x="143472" y="358834"/>
                </a:lnTo>
                <a:lnTo>
                  <a:pt x="142802" y="358533"/>
                </a:lnTo>
                <a:lnTo>
                  <a:pt x="142143" y="358208"/>
                </a:lnTo>
                <a:lnTo>
                  <a:pt x="141496" y="357859"/>
                </a:lnTo>
                <a:lnTo>
                  <a:pt x="140861" y="357486"/>
                </a:lnTo>
                <a:lnTo>
                  <a:pt x="140237" y="357089"/>
                </a:lnTo>
                <a:lnTo>
                  <a:pt x="139626" y="356668"/>
                </a:lnTo>
                <a:lnTo>
                  <a:pt x="139026" y="356222"/>
                </a:lnTo>
                <a:lnTo>
                  <a:pt x="138438" y="355753"/>
                </a:lnTo>
                <a:lnTo>
                  <a:pt x="137861" y="355260"/>
                </a:lnTo>
                <a:lnTo>
                  <a:pt x="137296" y="354742"/>
                </a:lnTo>
                <a:lnTo>
                  <a:pt x="136743" y="354201"/>
                </a:lnTo>
                <a:lnTo>
                  <a:pt x="136202" y="353635"/>
                </a:lnTo>
                <a:lnTo>
                  <a:pt x="135678" y="353046"/>
                </a:lnTo>
                <a:lnTo>
                  <a:pt x="135176" y="352435"/>
                </a:lnTo>
                <a:lnTo>
                  <a:pt x="134696" y="351802"/>
                </a:lnTo>
                <a:lnTo>
                  <a:pt x="134239" y="351146"/>
                </a:lnTo>
                <a:lnTo>
                  <a:pt x="133804" y="350468"/>
                </a:lnTo>
                <a:lnTo>
                  <a:pt x="133391" y="349768"/>
                </a:lnTo>
                <a:lnTo>
                  <a:pt x="133001" y="349045"/>
                </a:lnTo>
                <a:lnTo>
                  <a:pt x="132633" y="348300"/>
                </a:lnTo>
                <a:lnTo>
                  <a:pt x="132287" y="347533"/>
                </a:lnTo>
                <a:lnTo>
                  <a:pt x="131964" y="346743"/>
                </a:lnTo>
                <a:lnTo>
                  <a:pt x="131663" y="345931"/>
                </a:lnTo>
                <a:lnTo>
                  <a:pt x="131384" y="345097"/>
                </a:lnTo>
                <a:lnTo>
                  <a:pt x="131127" y="344241"/>
                </a:lnTo>
                <a:lnTo>
                  <a:pt x="130893" y="343362"/>
                </a:lnTo>
                <a:lnTo>
                  <a:pt x="130681" y="342461"/>
                </a:lnTo>
                <a:lnTo>
                  <a:pt x="130491" y="341537"/>
                </a:lnTo>
                <a:lnTo>
                  <a:pt x="130324" y="340591"/>
                </a:lnTo>
                <a:lnTo>
                  <a:pt x="130179" y="339623"/>
                </a:lnTo>
                <a:lnTo>
                  <a:pt x="130056" y="338633"/>
                </a:lnTo>
                <a:lnTo>
                  <a:pt x="129956" y="337620"/>
                </a:lnTo>
                <a:lnTo>
                  <a:pt x="129878" y="336586"/>
                </a:lnTo>
                <a:lnTo>
                  <a:pt x="129822" y="335528"/>
                </a:lnTo>
                <a:lnTo>
                  <a:pt x="129789" y="334449"/>
                </a:lnTo>
                <a:lnTo>
                  <a:pt x="129778" y="333347"/>
                </a:lnTo>
                <a:lnTo>
                  <a:pt x="129778" y="330473"/>
                </a:lnTo>
                <a:lnTo>
                  <a:pt x="190473" y="330473"/>
                </a:lnTo>
                <a:lnTo>
                  <a:pt x="190473" y="318976"/>
                </a:lnTo>
                <a:lnTo>
                  <a:pt x="190464" y="318107"/>
                </a:lnTo>
                <a:lnTo>
                  <a:pt x="190440" y="317246"/>
                </a:lnTo>
                <a:lnTo>
                  <a:pt x="190399" y="316393"/>
                </a:lnTo>
                <a:lnTo>
                  <a:pt x="190341" y="315548"/>
                </a:lnTo>
                <a:lnTo>
                  <a:pt x="190267" y="314711"/>
                </a:lnTo>
                <a:lnTo>
                  <a:pt x="190177" y="313883"/>
                </a:lnTo>
                <a:lnTo>
                  <a:pt x="190070" y="313063"/>
                </a:lnTo>
                <a:lnTo>
                  <a:pt x="189947" y="312251"/>
                </a:lnTo>
                <a:lnTo>
                  <a:pt x="189807" y="311447"/>
                </a:lnTo>
                <a:lnTo>
                  <a:pt x="189651" y="310652"/>
                </a:lnTo>
                <a:lnTo>
                  <a:pt x="189478" y="309865"/>
                </a:lnTo>
                <a:lnTo>
                  <a:pt x="189289" y="309086"/>
                </a:lnTo>
                <a:lnTo>
                  <a:pt x="189084" y="308315"/>
                </a:lnTo>
                <a:lnTo>
                  <a:pt x="188862" y="307552"/>
                </a:lnTo>
                <a:lnTo>
                  <a:pt x="188623" y="306798"/>
                </a:lnTo>
                <a:lnTo>
                  <a:pt x="188369" y="306052"/>
                </a:lnTo>
                <a:lnTo>
                  <a:pt x="188097" y="305314"/>
                </a:lnTo>
                <a:lnTo>
                  <a:pt x="187810" y="304584"/>
                </a:lnTo>
                <a:lnTo>
                  <a:pt x="187506" y="303863"/>
                </a:lnTo>
                <a:lnTo>
                  <a:pt x="187185" y="303150"/>
                </a:lnTo>
                <a:lnTo>
                  <a:pt x="186848" y="302445"/>
                </a:lnTo>
                <a:lnTo>
                  <a:pt x="186495" y="301748"/>
                </a:lnTo>
                <a:lnTo>
                  <a:pt x="186125" y="301059"/>
                </a:lnTo>
                <a:lnTo>
                  <a:pt x="185739" y="300379"/>
                </a:lnTo>
                <a:lnTo>
                  <a:pt x="185352" y="299708"/>
                </a:lnTo>
                <a:lnTo>
                  <a:pt x="184951" y="299050"/>
                </a:lnTo>
                <a:lnTo>
                  <a:pt x="184537" y="298403"/>
                </a:lnTo>
                <a:lnTo>
                  <a:pt x="184109" y="297768"/>
                </a:lnTo>
                <a:lnTo>
                  <a:pt x="183668" y="297144"/>
                </a:lnTo>
                <a:lnTo>
                  <a:pt x="183213" y="296532"/>
                </a:lnTo>
                <a:lnTo>
                  <a:pt x="182745" y="295933"/>
                </a:lnTo>
                <a:lnTo>
                  <a:pt x="182263" y="295344"/>
                </a:lnTo>
                <a:lnTo>
                  <a:pt x="181768" y="294768"/>
                </a:lnTo>
                <a:lnTo>
                  <a:pt x="181260" y="294203"/>
                </a:lnTo>
                <a:lnTo>
                  <a:pt x="180737" y="293650"/>
                </a:lnTo>
                <a:lnTo>
                  <a:pt x="180202" y="293109"/>
                </a:lnTo>
                <a:lnTo>
                  <a:pt x="179653" y="292579"/>
                </a:lnTo>
                <a:lnTo>
                  <a:pt x="179090" y="292062"/>
                </a:lnTo>
                <a:lnTo>
                  <a:pt x="178514" y="291556"/>
                </a:lnTo>
                <a:lnTo>
                  <a:pt x="177924" y="291061"/>
                </a:lnTo>
                <a:lnTo>
                  <a:pt x="177321" y="290579"/>
                </a:lnTo>
                <a:lnTo>
                  <a:pt x="176704" y="290108"/>
                </a:lnTo>
                <a:lnTo>
                  <a:pt x="176074" y="289649"/>
                </a:lnTo>
                <a:lnTo>
                  <a:pt x="175430" y="289202"/>
                </a:lnTo>
                <a:lnTo>
                  <a:pt x="174773" y="288766"/>
                </a:lnTo>
                <a:lnTo>
                  <a:pt x="174102" y="288342"/>
                </a:lnTo>
                <a:lnTo>
                  <a:pt x="173418" y="287930"/>
                </a:lnTo>
                <a:lnTo>
                  <a:pt x="172721" y="287530"/>
                </a:lnTo>
                <a:lnTo>
                  <a:pt x="172024" y="287143"/>
                </a:lnTo>
                <a:lnTo>
                  <a:pt x="171316" y="286774"/>
                </a:lnTo>
                <a:lnTo>
                  <a:pt x="170597" y="286420"/>
                </a:lnTo>
                <a:lnTo>
                  <a:pt x="169865" y="286083"/>
                </a:lnTo>
                <a:lnTo>
                  <a:pt x="169122" y="285763"/>
                </a:lnTo>
                <a:lnTo>
                  <a:pt x="168367" y="285459"/>
                </a:lnTo>
                <a:lnTo>
                  <a:pt x="167600" y="285171"/>
                </a:lnTo>
                <a:lnTo>
                  <a:pt x="166822" y="284900"/>
                </a:lnTo>
                <a:lnTo>
                  <a:pt x="166032" y="284645"/>
                </a:lnTo>
                <a:lnTo>
                  <a:pt x="165230" y="284407"/>
                </a:lnTo>
                <a:lnTo>
                  <a:pt x="164416" y="284185"/>
                </a:lnTo>
                <a:lnTo>
                  <a:pt x="163591" y="283979"/>
                </a:lnTo>
                <a:lnTo>
                  <a:pt x="162754" y="283790"/>
                </a:lnTo>
                <a:lnTo>
                  <a:pt x="161905" y="283618"/>
                </a:lnTo>
                <a:lnTo>
                  <a:pt x="161044" y="283462"/>
                </a:lnTo>
                <a:lnTo>
                  <a:pt x="160172" y="283322"/>
                </a:lnTo>
                <a:lnTo>
                  <a:pt x="159288" y="283199"/>
                </a:lnTo>
                <a:lnTo>
                  <a:pt x="158392" y="283092"/>
                </a:lnTo>
                <a:lnTo>
                  <a:pt x="157485" y="283001"/>
                </a:lnTo>
                <a:lnTo>
                  <a:pt x="156565" y="282927"/>
                </a:lnTo>
                <a:lnTo>
                  <a:pt x="155634" y="282870"/>
                </a:lnTo>
                <a:lnTo>
                  <a:pt x="154691" y="282829"/>
                </a:lnTo>
                <a:lnTo>
                  <a:pt x="153737" y="282804"/>
                </a:lnTo>
                <a:lnTo>
                  <a:pt x="152771" y="282796"/>
                </a:lnTo>
                <a:lnTo>
                  <a:pt x="151734" y="282805"/>
                </a:lnTo>
                <a:lnTo>
                  <a:pt x="150709" y="282834"/>
                </a:lnTo>
                <a:lnTo>
                  <a:pt x="149696" y="282880"/>
                </a:lnTo>
                <a:lnTo>
                  <a:pt x="148694" y="282946"/>
                </a:lnTo>
                <a:lnTo>
                  <a:pt x="147705" y="283031"/>
                </a:lnTo>
                <a:lnTo>
                  <a:pt x="146727" y="283134"/>
                </a:lnTo>
                <a:lnTo>
                  <a:pt x="145760" y="283256"/>
                </a:lnTo>
                <a:lnTo>
                  <a:pt x="144806" y="283397"/>
                </a:lnTo>
                <a:lnTo>
                  <a:pt x="143863" y="283557"/>
                </a:lnTo>
                <a:lnTo>
                  <a:pt x="142932" y="283735"/>
                </a:lnTo>
                <a:lnTo>
                  <a:pt x="142013" y="283932"/>
                </a:lnTo>
                <a:lnTo>
                  <a:pt x="141105" y="284148"/>
                </a:lnTo>
                <a:lnTo>
                  <a:pt x="140209" y="284383"/>
                </a:lnTo>
                <a:lnTo>
                  <a:pt x="139325" y="284637"/>
                </a:lnTo>
                <a:lnTo>
                  <a:pt x="138453" y="284909"/>
                </a:lnTo>
                <a:lnTo>
                  <a:pt x="137592" y="285200"/>
                </a:lnTo>
                <a:lnTo>
                  <a:pt x="136743" y="285510"/>
                </a:lnTo>
                <a:lnTo>
                  <a:pt x="135906" y="285839"/>
                </a:lnTo>
                <a:lnTo>
                  <a:pt x="135081" y="286186"/>
                </a:lnTo>
                <a:lnTo>
                  <a:pt x="134267" y="286553"/>
                </a:lnTo>
                <a:lnTo>
                  <a:pt x="133465" y="286938"/>
                </a:lnTo>
                <a:lnTo>
                  <a:pt x="132675" y="287342"/>
                </a:lnTo>
                <a:lnTo>
                  <a:pt x="131897" y="287764"/>
                </a:lnTo>
                <a:lnTo>
                  <a:pt x="131130" y="288206"/>
                </a:lnTo>
                <a:lnTo>
                  <a:pt x="130377" y="288650"/>
                </a:lnTo>
                <a:lnTo>
                  <a:pt x="129638" y="289110"/>
                </a:lnTo>
                <a:lnTo>
                  <a:pt x="128914" y="289585"/>
                </a:lnTo>
                <a:lnTo>
                  <a:pt x="128204" y="290075"/>
                </a:lnTo>
                <a:lnTo>
                  <a:pt x="127509" y="290580"/>
                </a:lnTo>
                <a:lnTo>
                  <a:pt x="126829" y="291101"/>
                </a:lnTo>
                <a:lnTo>
                  <a:pt x="126164" y="291637"/>
                </a:lnTo>
                <a:lnTo>
                  <a:pt x="125513" y="292188"/>
                </a:lnTo>
                <a:lnTo>
                  <a:pt x="124877" y="292755"/>
                </a:lnTo>
                <a:lnTo>
                  <a:pt x="124256" y="293337"/>
                </a:lnTo>
                <a:lnTo>
                  <a:pt x="123649" y="293934"/>
                </a:lnTo>
                <a:lnTo>
                  <a:pt x="123057" y="294546"/>
                </a:lnTo>
                <a:lnTo>
                  <a:pt x="122480" y="295173"/>
                </a:lnTo>
                <a:lnTo>
                  <a:pt x="121917" y="295816"/>
                </a:lnTo>
                <a:lnTo>
                  <a:pt x="121369" y="296474"/>
                </a:lnTo>
                <a:lnTo>
                  <a:pt x="120836" y="297148"/>
                </a:lnTo>
                <a:lnTo>
                  <a:pt x="120317" y="297836"/>
                </a:lnTo>
                <a:lnTo>
                  <a:pt x="119813" y="298540"/>
                </a:lnTo>
                <a:lnTo>
                  <a:pt x="119324" y="299259"/>
                </a:lnTo>
                <a:lnTo>
                  <a:pt x="118849" y="299994"/>
                </a:lnTo>
                <a:lnTo>
                  <a:pt x="118389" y="300743"/>
                </a:lnTo>
                <a:lnTo>
                  <a:pt x="117944" y="301508"/>
                </a:lnTo>
                <a:lnTo>
                  <a:pt x="117513" y="302288"/>
                </a:lnTo>
                <a:lnTo>
                  <a:pt x="117097" y="303084"/>
                </a:lnTo>
                <a:lnTo>
                  <a:pt x="116697" y="303893"/>
                </a:lnTo>
                <a:lnTo>
                  <a:pt x="116314" y="304715"/>
                </a:lnTo>
                <a:lnTo>
                  <a:pt x="115948" y="305549"/>
                </a:lnTo>
                <a:lnTo>
                  <a:pt x="115599" y="306395"/>
                </a:lnTo>
                <a:lnTo>
                  <a:pt x="115267" y="307253"/>
                </a:lnTo>
                <a:lnTo>
                  <a:pt x="114952" y="308124"/>
                </a:lnTo>
                <a:lnTo>
                  <a:pt x="114655" y="309007"/>
                </a:lnTo>
                <a:lnTo>
                  <a:pt x="114374" y="309903"/>
                </a:lnTo>
                <a:lnTo>
                  <a:pt x="114110" y="310811"/>
                </a:lnTo>
                <a:lnTo>
                  <a:pt x="113863" y="311731"/>
                </a:lnTo>
                <a:lnTo>
                  <a:pt x="113633" y="312664"/>
                </a:lnTo>
                <a:lnTo>
                  <a:pt x="113420" y="313608"/>
                </a:lnTo>
                <a:lnTo>
                  <a:pt x="113224" y="314566"/>
                </a:lnTo>
                <a:lnTo>
                  <a:pt x="113046" y="315535"/>
                </a:lnTo>
                <a:lnTo>
                  <a:pt x="112884" y="316517"/>
                </a:lnTo>
                <a:lnTo>
                  <a:pt x="112739" y="317511"/>
                </a:lnTo>
                <a:lnTo>
                  <a:pt x="112612" y="318517"/>
                </a:lnTo>
                <a:lnTo>
                  <a:pt x="112501" y="319536"/>
                </a:lnTo>
                <a:lnTo>
                  <a:pt x="112407" y="320567"/>
                </a:lnTo>
                <a:lnTo>
                  <a:pt x="112331" y="321611"/>
                </a:lnTo>
                <a:lnTo>
                  <a:pt x="112271" y="322667"/>
                </a:lnTo>
                <a:lnTo>
                  <a:pt x="112229" y="323735"/>
                </a:lnTo>
                <a:lnTo>
                  <a:pt x="112203" y="324815"/>
                </a:lnTo>
                <a:lnTo>
                  <a:pt x="112195" y="325908"/>
                </a:lnTo>
                <a:lnTo>
                  <a:pt x="112195" y="329458"/>
                </a:lnTo>
                <a:lnTo>
                  <a:pt x="112202" y="330510"/>
                </a:lnTo>
                <a:lnTo>
                  <a:pt x="112224" y="331552"/>
                </a:lnTo>
                <a:lnTo>
                  <a:pt x="112261" y="332584"/>
                </a:lnTo>
                <a:lnTo>
                  <a:pt x="112312" y="333605"/>
                </a:lnTo>
                <a:lnTo>
                  <a:pt x="112378" y="334617"/>
                </a:lnTo>
                <a:lnTo>
                  <a:pt x="112459" y="335619"/>
                </a:lnTo>
                <a:lnTo>
                  <a:pt x="112554" y="336611"/>
                </a:lnTo>
                <a:lnTo>
                  <a:pt x="112664" y="337592"/>
                </a:lnTo>
                <a:lnTo>
                  <a:pt x="112789" y="338564"/>
                </a:lnTo>
                <a:lnTo>
                  <a:pt x="112928" y="339526"/>
                </a:lnTo>
                <a:lnTo>
                  <a:pt x="113082" y="340478"/>
                </a:lnTo>
                <a:lnTo>
                  <a:pt x="113251" y="341420"/>
                </a:lnTo>
                <a:lnTo>
                  <a:pt x="113435" y="342352"/>
                </a:lnTo>
                <a:lnTo>
                  <a:pt x="113633" y="343274"/>
                </a:lnTo>
                <a:lnTo>
                  <a:pt x="113846" y="344186"/>
                </a:lnTo>
                <a:lnTo>
                  <a:pt x="114073" y="345088"/>
                </a:lnTo>
                <a:lnTo>
                  <a:pt x="114315" y="345980"/>
                </a:lnTo>
                <a:lnTo>
                  <a:pt x="114572" y="346862"/>
                </a:lnTo>
                <a:lnTo>
                  <a:pt x="114844" y="347734"/>
                </a:lnTo>
                <a:lnTo>
                  <a:pt x="115130" y="348596"/>
                </a:lnTo>
                <a:lnTo>
                  <a:pt x="115431" y="349448"/>
                </a:lnTo>
                <a:lnTo>
                  <a:pt x="115746" y="350290"/>
                </a:lnTo>
                <a:lnTo>
                  <a:pt x="116076" y="351122"/>
                </a:lnTo>
                <a:lnTo>
                  <a:pt x="116421" y="351944"/>
                </a:lnTo>
                <a:lnTo>
                  <a:pt x="116795" y="352754"/>
                </a:lnTo>
                <a:lnTo>
                  <a:pt x="117184" y="353548"/>
                </a:lnTo>
                <a:lnTo>
                  <a:pt x="117589" y="354327"/>
                </a:lnTo>
                <a:lnTo>
                  <a:pt x="118009" y="355091"/>
                </a:lnTo>
                <a:lnTo>
                  <a:pt x="118444" y="355839"/>
                </a:lnTo>
                <a:lnTo>
                  <a:pt x="118894" y="356573"/>
                </a:lnTo>
                <a:lnTo>
                  <a:pt x="119359" y="357291"/>
                </a:lnTo>
                <a:lnTo>
                  <a:pt x="119840" y="357993"/>
                </a:lnTo>
                <a:lnTo>
                  <a:pt x="120336" y="358681"/>
                </a:lnTo>
                <a:lnTo>
                  <a:pt x="120847" y="359353"/>
                </a:lnTo>
                <a:lnTo>
                  <a:pt x="121374" y="360010"/>
                </a:lnTo>
                <a:lnTo>
                  <a:pt x="121916" y="360651"/>
                </a:lnTo>
                <a:lnTo>
                  <a:pt x="122473" y="361278"/>
                </a:lnTo>
                <a:lnTo>
                  <a:pt x="123045" y="361889"/>
                </a:lnTo>
                <a:lnTo>
                  <a:pt x="123633" y="362485"/>
                </a:lnTo>
                <a:lnTo>
                  <a:pt x="124236" y="363065"/>
                </a:lnTo>
                <a:lnTo>
                  <a:pt x="124854" y="363631"/>
                </a:lnTo>
                <a:lnTo>
                  <a:pt x="125487" y="364181"/>
                </a:lnTo>
                <a:lnTo>
                  <a:pt x="126136" y="364715"/>
                </a:lnTo>
                <a:lnTo>
                  <a:pt x="126800" y="365235"/>
                </a:lnTo>
                <a:lnTo>
                  <a:pt x="127479" y="365739"/>
                </a:lnTo>
                <a:lnTo>
                  <a:pt x="128174" y="366228"/>
                </a:lnTo>
                <a:lnTo>
                  <a:pt x="128883" y="366702"/>
                </a:lnTo>
                <a:lnTo>
                  <a:pt x="129608" y="367160"/>
                </a:lnTo>
                <a:lnTo>
                  <a:pt x="130363" y="367602"/>
                </a:lnTo>
                <a:lnTo>
                  <a:pt x="131134" y="368025"/>
                </a:lnTo>
                <a:lnTo>
                  <a:pt x="131920" y="368428"/>
                </a:lnTo>
                <a:lnTo>
                  <a:pt x="132722" y="368814"/>
                </a:lnTo>
                <a:lnTo>
                  <a:pt x="133540" y="369180"/>
                </a:lnTo>
                <a:lnTo>
                  <a:pt x="134374" y="369527"/>
                </a:lnTo>
                <a:lnTo>
                  <a:pt x="135224" y="369856"/>
                </a:lnTo>
                <a:lnTo>
                  <a:pt x="136089" y="370166"/>
                </a:lnTo>
                <a:lnTo>
                  <a:pt x="136971" y="370457"/>
                </a:lnTo>
                <a:lnTo>
                  <a:pt x="137868" y="370730"/>
                </a:lnTo>
                <a:lnTo>
                  <a:pt x="138781" y="370983"/>
                </a:lnTo>
                <a:lnTo>
                  <a:pt x="139710" y="371218"/>
                </a:lnTo>
                <a:lnTo>
                  <a:pt x="140655" y="371434"/>
                </a:lnTo>
                <a:lnTo>
                  <a:pt x="141616" y="371631"/>
                </a:lnTo>
                <a:lnTo>
                  <a:pt x="142592" y="371810"/>
                </a:lnTo>
                <a:lnTo>
                  <a:pt x="143585" y="371969"/>
                </a:lnTo>
                <a:lnTo>
                  <a:pt x="144593" y="372110"/>
                </a:lnTo>
                <a:lnTo>
                  <a:pt x="145617" y="372232"/>
                </a:lnTo>
                <a:lnTo>
                  <a:pt x="146657" y="372336"/>
                </a:lnTo>
                <a:lnTo>
                  <a:pt x="147713" y="372420"/>
                </a:lnTo>
                <a:lnTo>
                  <a:pt x="148784" y="372486"/>
                </a:lnTo>
                <a:lnTo>
                  <a:pt x="149872" y="372533"/>
                </a:lnTo>
                <a:lnTo>
                  <a:pt x="150975" y="372561"/>
                </a:lnTo>
                <a:lnTo>
                  <a:pt x="152094" y="372571"/>
                </a:lnTo>
                <a:lnTo>
                  <a:pt x="153061" y="372564"/>
                </a:lnTo>
                <a:lnTo>
                  <a:pt x="154016" y="372542"/>
                </a:lnTo>
                <a:lnTo>
                  <a:pt x="154961" y="372507"/>
                </a:lnTo>
                <a:lnTo>
                  <a:pt x="155894" y="372458"/>
                </a:lnTo>
                <a:lnTo>
                  <a:pt x="156816" y="372394"/>
                </a:lnTo>
                <a:lnTo>
                  <a:pt x="157726" y="372317"/>
                </a:lnTo>
                <a:lnTo>
                  <a:pt x="158626" y="372225"/>
                </a:lnTo>
                <a:lnTo>
                  <a:pt x="159515" y="372120"/>
                </a:lnTo>
                <a:lnTo>
                  <a:pt x="160392" y="372000"/>
                </a:lnTo>
                <a:close/>
                <a:moveTo>
                  <a:pt x="130228" y="314843"/>
                </a:moveTo>
                <a:lnTo>
                  <a:pt x="130303" y="314374"/>
                </a:lnTo>
                <a:lnTo>
                  <a:pt x="130387" y="313907"/>
                </a:lnTo>
                <a:lnTo>
                  <a:pt x="130479" y="313440"/>
                </a:lnTo>
                <a:lnTo>
                  <a:pt x="130581" y="312974"/>
                </a:lnTo>
                <a:lnTo>
                  <a:pt x="130691" y="312510"/>
                </a:lnTo>
                <a:lnTo>
                  <a:pt x="130810" y="312047"/>
                </a:lnTo>
                <a:lnTo>
                  <a:pt x="130937" y="311585"/>
                </a:lnTo>
                <a:lnTo>
                  <a:pt x="131074" y="311124"/>
                </a:lnTo>
                <a:lnTo>
                  <a:pt x="131219" y="310664"/>
                </a:lnTo>
                <a:lnTo>
                  <a:pt x="131373" y="310206"/>
                </a:lnTo>
                <a:lnTo>
                  <a:pt x="131536" y="309749"/>
                </a:lnTo>
                <a:lnTo>
                  <a:pt x="131708" y="309292"/>
                </a:lnTo>
                <a:lnTo>
                  <a:pt x="131888" y="308838"/>
                </a:lnTo>
                <a:lnTo>
                  <a:pt x="132078" y="308384"/>
                </a:lnTo>
                <a:lnTo>
                  <a:pt x="132276" y="307931"/>
                </a:lnTo>
                <a:lnTo>
                  <a:pt x="132483" y="307480"/>
                </a:lnTo>
                <a:lnTo>
                  <a:pt x="132712" y="307018"/>
                </a:lnTo>
                <a:lnTo>
                  <a:pt x="132949" y="306564"/>
                </a:lnTo>
                <a:lnTo>
                  <a:pt x="133193" y="306117"/>
                </a:lnTo>
                <a:lnTo>
                  <a:pt x="133445" y="305676"/>
                </a:lnTo>
                <a:lnTo>
                  <a:pt x="133705" y="305243"/>
                </a:lnTo>
                <a:lnTo>
                  <a:pt x="133972" y="304817"/>
                </a:lnTo>
                <a:lnTo>
                  <a:pt x="134248" y="304398"/>
                </a:lnTo>
                <a:lnTo>
                  <a:pt x="134530" y="303986"/>
                </a:lnTo>
                <a:lnTo>
                  <a:pt x="134820" y="303581"/>
                </a:lnTo>
                <a:lnTo>
                  <a:pt x="135118" y="303183"/>
                </a:lnTo>
                <a:lnTo>
                  <a:pt x="135424" y="302792"/>
                </a:lnTo>
                <a:lnTo>
                  <a:pt x="135737" y="302408"/>
                </a:lnTo>
                <a:lnTo>
                  <a:pt x="136058" y="302031"/>
                </a:lnTo>
                <a:lnTo>
                  <a:pt x="136386" y="301661"/>
                </a:lnTo>
                <a:lnTo>
                  <a:pt x="136722" y="301298"/>
                </a:lnTo>
                <a:lnTo>
                  <a:pt x="137066" y="300942"/>
                </a:lnTo>
                <a:lnTo>
                  <a:pt x="137418" y="300594"/>
                </a:lnTo>
                <a:lnTo>
                  <a:pt x="137777" y="300252"/>
                </a:lnTo>
                <a:lnTo>
                  <a:pt x="138143" y="299917"/>
                </a:lnTo>
                <a:lnTo>
                  <a:pt x="138517" y="299590"/>
                </a:lnTo>
                <a:lnTo>
                  <a:pt x="138899" y="299269"/>
                </a:lnTo>
                <a:lnTo>
                  <a:pt x="139289" y="298956"/>
                </a:lnTo>
                <a:lnTo>
                  <a:pt x="139686" y="298649"/>
                </a:lnTo>
                <a:lnTo>
                  <a:pt x="140091" y="298350"/>
                </a:lnTo>
                <a:lnTo>
                  <a:pt x="140517" y="298060"/>
                </a:lnTo>
                <a:lnTo>
                  <a:pt x="140951" y="297783"/>
                </a:lnTo>
                <a:lnTo>
                  <a:pt x="141393" y="297518"/>
                </a:lnTo>
                <a:lnTo>
                  <a:pt x="141842" y="297265"/>
                </a:lnTo>
                <a:lnTo>
                  <a:pt x="142299" y="297025"/>
                </a:lnTo>
                <a:lnTo>
                  <a:pt x="142764" y="296797"/>
                </a:lnTo>
                <a:lnTo>
                  <a:pt x="143236" y="296581"/>
                </a:lnTo>
                <a:lnTo>
                  <a:pt x="143716" y="296378"/>
                </a:lnTo>
                <a:lnTo>
                  <a:pt x="144204" y="296187"/>
                </a:lnTo>
                <a:lnTo>
                  <a:pt x="144699" y="296008"/>
                </a:lnTo>
                <a:lnTo>
                  <a:pt x="145202" y="295841"/>
                </a:lnTo>
                <a:lnTo>
                  <a:pt x="145712" y="295687"/>
                </a:lnTo>
                <a:lnTo>
                  <a:pt x="146230" y="295546"/>
                </a:lnTo>
                <a:lnTo>
                  <a:pt x="146756" y="295416"/>
                </a:lnTo>
                <a:lnTo>
                  <a:pt x="147289" y="295299"/>
                </a:lnTo>
                <a:lnTo>
                  <a:pt x="147830" y="295194"/>
                </a:lnTo>
                <a:lnTo>
                  <a:pt x="148379" y="295102"/>
                </a:lnTo>
                <a:lnTo>
                  <a:pt x="148935" y="295022"/>
                </a:lnTo>
                <a:lnTo>
                  <a:pt x="149499" y="294954"/>
                </a:lnTo>
                <a:lnTo>
                  <a:pt x="150070" y="294898"/>
                </a:lnTo>
                <a:lnTo>
                  <a:pt x="150649" y="294855"/>
                </a:lnTo>
                <a:lnTo>
                  <a:pt x="151236" y="294824"/>
                </a:lnTo>
                <a:lnTo>
                  <a:pt x="151831" y="294806"/>
                </a:lnTo>
                <a:lnTo>
                  <a:pt x="152433" y="294800"/>
                </a:lnTo>
                <a:lnTo>
                  <a:pt x="152965" y="294805"/>
                </a:lnTo>
                <a:lnTo>
                  <a:pt x="153493" y="294820"/>
                </a:lnTo>
                <a:lnTo>
                  <a:pt x="154015" y="294845"/>
                </a:lnTo>
                <a:lnTo>
                  <a:pt x="154532" y="294880"/>
                </a:lnTo>
                <a:lnTo>
                  <a:pt x="155043" y="294924"/>
                </a:lnTo>
                <a:lnTo>
                  <a:pt x="155550" y="294979"/>
                </a:lnTo>
                <a:lnTo>
                  <a:pt x="156051" y="295044"/>
                </a:lnTo>
                <a:lnTo>
                  <a:pt x="156546" y="295119"/>
                </a:lnTo>
                <a:lnTo>
                  <a:pt x="157037" y="295204"/>
                </a:lnTo>
                <a:lnTo>
                  <a:pt x="157522" y="295299"/>
                </a:lnTo>
                <a:lnTo>
                  <a:pt x="158002" y="295404"/>
                </a:lnTo>
                <a:lnTo>
                  <a:pt x="158477" y="295518"/>
                </a:lnTo>
                <a:lnTo>
                  <a:pt x="158946" y="295643"/>
                </a:lnTo>
                <a:lnTo>
                  <a:pt x="159410" y="295778"/>
                </a:lnTo>
                <a:lnTo>
                  <a:pt x="159869" y="295922"/>
                </a:lnTo>
                <a:lnTo>
                  <a:pt x="160322" y="296077"/>
                </a:lnTo>
                <a:lnTo>
                  <a:pt x="160771" y="296242"/>
                </a:lnTo>
                <a:lnTo>
                  <a:pt x="161213" y="296416"/>
                </a:lnTo>
                <a:lnTo>
                  <a:pt x="161651" y="296601"/>
                </a:lnTo>
                <a:lnTo>
                  <a:pt x="162083" y="296796"/>
                </a:lnTo>
                <a:lnTo>
                  <a:pt x="162511" y="297000"/>
                </a:lnTo>
                <a:lnTo>
                  <a:pt x="162932" y="297215"/>
                </a:lnTo>
                <a:lnTo>
                  <a:pt x="163349" y="297439"/>
                </a:lnTo>
                <a:lnTo>
                  <a:pt x="163760" y="297674"/>
                </a:lnTo>
                <a:lnTo>
                  <a:pt x="164164" y="297917"/>
                </a:lnTo>
                <a:lnTo>
                  <a:pt x="164561" y="298168"/>
                </a:lnTo>
                <a:lnTo>
                  <a:pt x="164949" y="298427"/>
                </a:lnTo>
                <a:lnTo>
                  <a:pt x="165329" y="298693"/>
                </a:lnTo>
                <a:lnTo>
                  <a:pt x="165700" y="298967"/>
                </a:lnTo>
                <a:lnTo>
                  <a:pt x="166064" y="299248"/>
                </a:lnTo>
                <a:lnTo>
                  <a:pt x="166419" y="299537"/>
                </a:lnTo>
                <a:lnTo>
                  <a:pt x="166766" y="299834"/>
                </a:lnTo>
                <a:lnTo>
                  <a:pt x="167104" y="300139"/>
                </a:lnTo>
                <a:lnTo>
                  <a:pt x="167435" y="300451"/>
                </a:lnTo>
                <a:lnTo>
                  <a:pt x="167757" y="300770"/>
                </a:lnTo>
                <a:lnTo>
                  <a:pt x="168071" y="301097"/>
                </a:lnTo>
                <a:lnTo>
                  <a:pt x="168377" y="301432"/>
                </a:lnTo>
                <a:lnTo>
                  <a:pt x="168675" y="301775"/>
                </a:lnTo>
                <a:lnTo>
                  <a:pt x="168964" y="302125"/>
                </a:lnTo>
                <a:lnTo>
                  <a:pt x="169245" y="302483"/>
                </a:lnTo>
                <a:lnTo>
                  <a:pt x="169518" y="302848"/>
                </a:lnTo>
                <a:lnTo>
                  <a:pt x="169783" y="303221"/>
                </a:lnTo>
                <a:lnTo>
                  <a:pt x="170040" y="303602"/>
                </a:lnTo>
                <a:lnTo>
                  <a:pt x="170288" y="303990"/>
                </a:lnTo>
                <a:lnTo>
                  <a:pt x="170528" y="304386"/>
                </a:lnTo>
                <a:lnTo>
                  <a:pt x="170760" y="304790"/>
                </a:lnTo>
                <a:lnTo>
                  <a:pt x="170984" y="305201"/>
                </a:lnTo>
                <a:lnTo>
                  <a:pt x="171199" y="305620"/>
                </a:lnTo>
                <a:lnTo>
                  <a:pt x="171420" y="306031"/>
                </a:lnTo>
                <a:lnTo>
                  <a:pt x="171631" y="306448"/>
                </a:lnTo>
                <a:lnTo>
                  <a:pt x="171833" y="306869"/>
                </a:lnTo>
                <a:lnTo>
                  <a:pt x="172026" y="307297"/>
                </a:lnTo>
                <a:lnTo>
                  <a:pt x="172209" y="307729"/>
                </a:lnTo>
                <a:lnTo>
                  <a:pt x="172382" y="308167"/>
                </a:lnTo>
                <a:lnTo>
                  <a:pt x="172547" y="308609"/>
                </a:lnTo>
                <a:lnTo>
                  <a:pt x="172702" y="309058"/>
                </a:lnTo>
                <a:lnTo>
                  <a:pt x="172847" y="309511"/>
                </a:lnTo>
                <a:lnTo>
                  <a:pt x="172984" y="309970"/>
                </a:lnTo>
                <a:lnTo>
                  <a:pt x="173110" y="310434"/>
                </a:lnTo>
                <a:lnTo>
                  <a:pt x="173228" y="310903"/>
                </a:lnTo>
                <a:lnTo>
                  <a:pt x="173336" y="311378"/>
                </a:lnTo>
                <a:lnTo>
                  <a:pt x="173434" y="311858"/>
                </a:lnTo>
                <a:lnTo>
                  <a:pt x="173524" y="312343"/>
                </a:lnTo>
                <a:lnTo>
                  <a:pt x="173603" y="312833"/>
                </a:lnTo>
                <a:lnTo>
                  <a:pt x="173674" y="313329"/>
                </a:lnTo>
                <a:lnTo>
                  <a:pt x="173735" y="313830"/>
                </a:lnTo>
                <a:lnTo>
                  <a:pt x="173787" y="314337"/>
                </a:lnTo>
                <a:lnTo>
                  <a:pt x="173829" y="314848"/>
                </a:lnTo>
                <a:lnTo>
                  <a:pt x="173862" y="315365"/>
                </a:lnTo>
                <a:lnTo>
                  <a:pt x="173885" y="315887"/>
                </a:lnTo>
                <a:lnTo>
                  <a:pt x="173899" y="316415"/>
                </a:lnTo>
                <a:lnTo>
                  <a:pt x="173904" y="316947"/>
                </a:lnTo>
                <a:lnTo>
                  <a:pt x="173904" y="319484"/>
                </a:lnTo>
                <a:lnTo>
                  <a:pt x="129947" y="319484"/>
                </a:lnTo>
                <a:lnTo>
                  <a:pt x="129947" y="318638"/>
                </a:lnTo>
                <a:lnTo>
                  <a:pt x="129951" y="318160"/>
                </a:lnTo>
                <a:lnTo>
                  <a:pt x="129964" y="317682"/>
                </a:lnTo>
                <a:lnTo>
                  <a:pt x="129986" y="317206"/>
                </a:lnTo>
                <a:lnTo>
                  <a:pt x="130017" y="316731"/>
                </a:lnTo>
                <a:lnTo>
                  <a:pt x="130057" y="316258"/>
                </a:lnTo>
                <a:lnTo>
                  <a:pt x="130105" y="315785"/>
                </a:lnTo>
                <a:lnTo>
                  <a:pt x="130162" y="315314"/>
                </a:lnTo>
                <a:lnTo>
                  <a:pt x="130228" y="314843"/>
                </a:lnTo>
                <a:close/>
                <a:moveTo>
                  <a:pt x="273250" y="753203"/>
                </a:moveTo>
                <a:lnTo>
                  <a:pt x="258710" y="753203"/>
                </a:lnTo>
                <a:lnTo>
                  <a:pt x="258710" y="778056"/>
                </a:lnTo>
                <a:lnTo>
                  <a:pt x="262598" y="800204"/>
                </a:lnTo>
                <a:lnTo>
                  <a:pt x="269361" y="800204"/>
                </a:lnTo>
                <a:lnTo>
                  <a:pt x="273250" y="778056"/>
                </a:lnTo>
                <a:lnTo>
                  <a:pt x="273250" y="753203"/>
                </a:lnTo>
                <a:close/>
                <a:moveTo>
                  <a:pt x="248058" y="778056"/>
                </a:moveTo>
                <a:lnTo>
                  <a:pt x="248058" y="753203"/>
                </a:lnTo>
                <a:lnTo>
                  <a:pt x="233519" y="753203"/>
                </a:lnTo>
                <a:lnTo>
                  <a:pt x="233519" y="778056"/>
                </a:lnTo>
                <a:lnTo>
                  <a:pt x="237407" y="800204"/>
                </a:lnTo>
                <a:lnTo>
                  <a:pt x="244170" y="800204"/>
                </a:lnTo>
                <a:lnTo>
                  <a:pt x="248058" y="778056"/>
                </a:lnTo>
                <a:close/>
                <a:moveTo>
                  <a:pt x="361793" y="870423"/>
                </a:moveTo>
                <a:lnTo>
                  <a:pt x="362583" y="870303"/>
                </a:lnTo>
                <a:lnTo>
                  <a:pt x="363364" y="870169"/>
                </a:lnTo>
                <a:lnTo>
                  <a:pt x="364137" y="870021"/>
                </a:lnTo>
                <a:lnTo>
                  <a:pt x="364902" y="869859"/>
                </a:lnTo>
                <a:lnTo>
                  <a:pt x="365659" y="869683"/>
                </a:lnTo>
                <a:lnTo>
                  <a:pt x="366408" y="869493"/>
                </a:lnTo>
                <a:lnTo>
                  <a:pt x="367148" y="869289"/>
                </a:lnTo>
                <a:lnTo>
                  <a:pt x="367880" y="869070"/>
                </a:lnTo>
                <a:lnTo>
                  <a:pt x="368604" y="868838"/>
                </a:lnTo>
                <a:lnTo>
                  <a:pt x="369319" y="868591"/>
                </a:lnTo>
                <a:lnTo>
                  <a:pt x="370027" y="868331"/>
                </a:lnTo>
                <a:lnTo>
                  <a:pt x="370726" y="868056"/>
                </a:lnTo>
                <a:lnTo>
                  <a:pt x="371417" y="867767"/>
                </a:lnTo>
                <a:lnTo>
                  <a:pt x="372099" y="867464"/>
                </a:lnTo>
                <a:lnTo>
                  <a:pt x="372774" y="867147"/>
                </a:lnTo>
                <a:lnTo>
                  <a:pt x="373440" y="866816"/>
                </a:lnTo>
                <a:lnTo>
                  <a:pt x="374110" y="866457"/>
                </a:lnTo>
                <a:lnTo>
                  <a:pt x="374768" y="866086"/>
                </a:lnTo>
                <a:lnTo>
                  <a:pt x="375414" y="865701"/>
                </a:lnTo>
                <a:lnTo>
                  <a:pt x="376047" y="865304"/>
                </a:lnTo>
                <a:lnTo>
                  <a:pt x="376668" y="864894"/>
                </a:lnTo>
                <a:lnTo>
                  <a:pt x="377276" y="864470"/>
                </a:lnTo>
                <a:lnTo>
                  <a:pt x="377872" y="864034"/>
                </a:lnTo>
                <a:lnTo>
                  <a:pt x="378456" y="863585"/>
                </a:lnTo>
                <a:lnTo>
                  <a:pt x="379027" y="863123"/>
                </a:lnTo>
                <a:lnTo>
                  <a:pt x="379587" y="862648"/>
                </a:lnTo>
                <a:lnTo>
                  <a:pt x="380133" y="862160"/>
                </a:lnTo>
                <a:lnTo>
                  <a:pt x="380668" y="861660"/>
                </a:lnTo>
                <a:lnTo>
                  <a:pt x="381190" y="861146"/>
                </a:lnTo>
                <a:lnTo>
                  <a:pt x="381700" y="860619"/>
                </a:lnTo>
                <a:lnTo>
                  <a:pt x="382197" y="860080"/>
                </a:lnTo>
                <a:lnTo>
                  <a:pt x="382683" y="859527"/>
                </a:lnTo>
                <a:lnTo>
                  <a:pt x="383155" y="858962"/>
                </a:lnTo>
                <a:lnTo>
                  <a:pt x="383616" y="858384"/>
                </a:lnTo>
                <a:lnTo>
                  <a:pt x="384064" y="857793"/>
                </a:lnTo>
                <a:lnTo>
                  <a:pt x="384500" y="857189"/>
                </a:lnTo>
                <a:lnTo>
                  <a:pt x="384924" y="856572"/>
                </a:lnTo>
                <a:lnTo>
                  <a:pt x="385335" y="855942"/>
                </a:lnTo>
                <a:lnTo>
                  <a:pt x="385734" y="855299"/>
                </a:lnTo>
                <a:lnTo>
                  <a:pt x="386120" y="854643"/>
                </a:lnTo>
                <a:lnTo>
                  <a:pt x="386507" y="853975"/>
                </a:lnTo>
                <a:lnTo>
                  <a:pt x="386876" y="853295"/>
                </a:lnTo>
                <a:lnTo>
                  <a:pt x="387230" y="852604"/>
                </a:lnTo>
                <a:lnTo>
                  <a:pt x="387567" y="851901"/>
                </a:lnTo>
                <a:lnTo>
                  <a:pt x="387887" y="851186"/>
                </a:lnTo>
                <a:lnTo>
                  <a:pt x="388191" y="850459"/>
                </a:lnTo>
                <a:lnTo>
                  <a:pt x="388479" y="849720"/>
                </a:lnTo>
                <a:lnTo>
                  <a:pt x="388750" y="848970"/>
                </a:lnTo>
                <a:lnTo>
                  <a:pt x="389005" y="848208"/>
                </a:lnTo>
                <a:lnTo>
                  <a:pt x="389243" y="847435"/>
                </a:lnTo>
                <a:lnTo>
                  <a:pt x="389465" y="846649"/>
                </a:lnTo>
                <a:lnTo>
                  <a:pt x="389671" y="845852"/>
                </a:lnTo>
                <a:lnTo>
                  <a:pt x="389860" y="845043"/>
                </a:lnTo>
                <a:lnTo>
                  <a:pt x="390032" y="844222"/>
                </a:lnTo>
                <a:lnTo>
                  <a:pt x="390189" y="843390"/>
                </a:lnTo>
                <a:lnTo>
                  <a:pt x="390328" y="842546"/>
                </a:lnTo>
                <a:lnTo>
                  <a:pt x="390451" y="841690"/>
                </a:lnTo>
                <a:lnTo>
                  <a:pt x="390558" y="840822"/>
                </a:lnTo>
                <a:lnTo>
                  <a:pt x="390649" y="839943"/>
                </a:lnTo>
                <a:lnTo>
                  <a:pt x="390723" y="839052"/>
                </a:lnTo>
                <a:lnTo>
                  <a:pt x="390780" y="838149"/>
                </a:lnTo>
                <a:lnTo>
                  <a:pt x="390821" y="837234"/>
                </a:lnTo>
                <a:lnTo>
                  <a:pt x="390846" y="836308"/>
                </a:lnTo>
                <a:lnTo>
                  <a:pt x="390854" y="835370"/>
                </a:lnTo>
                <a:lnTo>
                  <a:pt x="375807" y="835370"/>
                </a:lnTo>
                <a:lnTo>
                  <a:pt x="375803" y="836055"/>
                </a:lnTo>
                <a:lnTo>
                  <a:pt x="375788" y="836729"/>
                </a:lnTo>
                <a:lnTo>
                  <a:pt x="375765" y="837393"/>
                </a:lnTo>
                <a:lnTo>
                  <a:pt x="375732" y="838047"/>
                </a:lnTo>
                <a:lnTo>
                  <a:pt x="375690" y="838689"/>
                </a:lnTo>
                <a:lnTo>
                  <a:pt x="375638" y="839322"/>
                </a:lnTo>
                <a:lnTo>
                  <a:pt x="375577" y="839943"/>
                </a:lnTo>
                <a:lnTo>
                  <a:pt x="375507" y="840554"/>
                </a:lnTo>
                <a:lnTo>
                  <a:pt x="375427" y="841155"/>
                </a:lnTo>
                <a:lnTo>
                  <a:pt x="375338" y="841745"/>
                </a:lnTo>
                <a:lnTo>
                  <a:pt x="375239" y="842324"/>
                </a:lnTo>
                <a:lnTo>
                  <a:pt x="375131" y="842893"/>
                </a:lnTo>
                <a:lnTo>
                  <a:pt x="375014" y="843451"/>
                </a:lnTo>
                <a:lnTo>
                  <a:pt x="374887" y="843999"/>
                </a:lnTo>
                <a:lnTo>
                  <a:pt x="374751" y="844536"/>
                </a:lnTo>
                <a:lnTo>
                  <a:pt x="374605" y="845063"/>
                </a:lnTo>
                <a:lnTo>
                  <a:pt x="374450" y="845579"/>
                </a:lnTo>
                <a:lnTo>
                  <a:pt x="374286" y="846084"/>
                </a:lnTo>
                <a:lnTo>
                  <a:pt x="374112" y="846579"/>
                </a:lnTo>
                <a:lnTo>
                  <a:pt x="373929" y="847063"/>
                </a:lnTo>
                <a:lnTo>
                  <a:pt x="373736" y="847537"/>
                </a:lnTo>
                <a:lnTo>
                  <a:pt x="373534" y="848000"/>
                </a:lnTo>
                <a:lnTo>
                  <a:pt x="373323" y="848453"/>
                </a:lnTo>
                <a:lnTo>
                  <a:pt x="373102" y="848895"/>
                </a:lnTo>
                <a:lnTo>
                  <a:pt x="372887" y="849313"/>
                </a:lnTo>
                <a:lnTo>
                  <a:pt x="372664" y="849723"/>
                </a:lnTo>
                <a:lnTo>
                  <a:pt x="372434" y="850123"/>
                </a:lnTo>
                <a:lnTo>
                  <a:pt x="372196" y="850515"/>
                </a:lnTo>
                <a:lnTo>
                  <a:pt x="371950" y="850898"/>
                </a:lnTo>
                <a:lnTo>
                  <a:pt x="371697" y="851272"/>
                </a:lnTo>
                <a:lnTo>
                  <a:pt x="371436" y="851638"/>
                </a:lnTo>
                <a:lnTo>
                  <a:pt x="371167" y="851995"/>
                </a:lnTo>
                <a:lnTo>
                  <a:pt x="370891" y="852342"/>
                </a:lnTo>
                <a:lnTo>
                  <a:pt x="370607" y="852681"/>
                </a:lnTo>
                <a:lnTo>
                  <a:pt x="370316" y="853012"/>
                </a:lnTo>
                <a:lnTo>
                  <a:pt x="370017" y="853333"/>
                </a:lnTo>
                <a:lnTo>
                  <a:pt x="369710" y="853646"/>
                </a:lnTo>
                <a:lnTo>
                  <a:pt x="369396" y="853949"/>
                </a:lnTo>
                <a:lnTo>
                  <a:pt x="369074" y="854244"/>
                </a:lnTo>
                <a:lnTo>
                  <a:pt x="368744" y="854531"/>
                </a:lnTo>
                <a:lnTo>
                  <a:pt x="368407" y="854808"/>
                </a:lnTo>
                <a:lnTo>
                  <a:pt x="368062" y="855077"/>
                </a:lnTo>
                <a:lnTo>
                  <a:pt x="367709" y="855336"/>
                </a:lnTo>
                <a:lnTo>
                  <a:pt x="367349" y="855587"/>
                </a:lnTo>
                <a:lnTo>
                  <a:pt x="366981" y="855829"/>
                </a:lnTo>
                <a:lnTo>
                  <a:pt x="366606" y="856063"/>
                </a:lnTo>
                <a:lnTo>
                  <a:pt x="366223" y="856287"/>
                </a:lnTo>
                <a:lnTo>
                  <a:pt x="365832" y="856503"/>
                </a:lnTo>
                <a:lnTo>
                  <a:pt x="365449" y="856696"/>
                </a:lnTo>
                <a:lnTo>
                  <a:pt x="365061" y="856881"/>
                </a:lnTo>
                <a:lnTo>
                  <a:pt x="364667" y="857058"/>
                </a:lnTo>
                <a:lnTo>
                  <a:pt x="364268" y="857226"/>
                </a:lnTo>
                <a:lnTo>
                  <a:pt x="363864" y="857386"/>
                </a:lnTo>
                <a:lnTo>
                  <a:pt x="363455" y="857539"/>
                </a:lnTo>
                <a:lnTo>
                  <a:pt x="363040" y="857682"/>
                </a:lnTo>
                <a:lnTo>
                  <a:pt x="362620" y="857818"/>
                </a:lnTo>
                <a:lnTo>
                  <a:pt x="362195" y="857945"/>
                </a:lnTo>
                <a:lnTo>
                  <a:pt x="361764" y="858065"/>
                </a:lnTo>
                <a:lnTo>
                  <a:pt x="361328" y="858175"/>
                </a:lnTo>
                <a:lnTo>
                  <a:pt x="360887" y="858278"/>
                </a:lnTo>
                <a:lnTo>
                  <a:pt x="360441" y="858373"/>
                </a:lnTo>
                <a:lnTo>
                  <a:pt x="359989" y="858459"/>
                </a:lnTo>
                <a:lnTo>
                  <a:pt x="359532" y="858537"/>
                </a:lnTo>
                <a:lnTo>
                  <a:pt x="359070" y="858607"/>
                </a:lnTo>
                <a:lnTo>
                  <a:pt x="358602" y="858669"/>
                </a:lnTo>
                <a:lnTo>
                  <a:pt x="358129" y="858722"/>
                </a:lnTo>
                <a:lnTo>
                  <a:pt x="357651" y="858767"/>
                </a:lnTo>
                <a:lnTo>
                  <a:pt x="357168" y="858804"/>
                </a:lnTo>
                <a:lnTo>
                  <a:pt x="356679" y="858833"/>
                </a:lnTo>
                <a:lnTo>
                  <a:pt x="356185" y="858854"/>
                </a:lnTo>
                <a:lnTo>
                  <a:pt x="355686" y="858866"/>
                </a:lnTo>
                <a:lnTo>
                  <a:pt x="355181" y="858870"/>
                </a:lnTo>
                <a:lnTo>
                  <a:pt x="354356" y="858858"/>
                </a:lnTo>
                <a:lnTo>
                  <a:pt x="353544" y="858822"/>
                </a:lnTo>
                <a:lnTo>
                  <a:pt x="352745" y="858762"/>
                </a:lnTo>
                <a:lnTo>
                  <a:pt x="351959" y="858677"/>
                </a:lnTo>
                <a:lnTo>
                  <a:pt x="351186" y="858569"/>
                </a:lnTo>
                <a:lnTo>
                  <a:pt x="350426" y="858437"/>
                </a:lnTo>
                <a:lnTo>
                  <a:pt x="349679" y="858280"/>
                </a:lnTo>
                <a:lnTo>
                  <a:pt x="348944" y="858100"/>
                </a:lnTo>
                <a:lnTo>
                  <a:pt x="348223" y="857895"/>
                </a:lnTo>
                <a:lnTo>
                  <a:pt x="347514" y="857667"/>
                </a:lnTo>
                <a:lnTo>
                  <a:pt x="346819" y="857414"/>
                </a:lnTo>
                <a:lnTo>
                  <a:pt x="346136" y="857137"/>
                </a:lnTo>
                <a:lnTo>
                  <a:pt x="345466" y="856836"/>
                </a:lnTo>
                <a:lnTo>
                  <a:pt x="344809" y="856511"/>
                </a:lnTo>
                <a:lnTo>
                  <a:pt x="344165" y="856162"/>
                </a:lnTo>
                <a:lnTo>
                  <a:pt x="343534" y="855789"/>
                </a:lnTo>
                <a:lnTo>
                  <a:pt x="342916" y="855392"/>
                </a:lnTo>
                <a:lnTo>
                  <a:pt x="342311" y="854971"/>
                </a:lnTo>
                <a:lnTo>
                  <a:pt x="341718" y="854526"/>
                </a:lnTo>
                <a:lnTo>
                  <a:pt x="341139" y="854056"/>
                </a:lnTo>
                <a:lnTo>
                  <a:pt x="340573" y="853563"/>
                </a:lnTo>
                <a:lnTo>
                  <a:pt x="340019" y="853045"/>
                </a:lnTo>
                <a:lnTo>
                  <a:pt x="339478" y="852504"/>
                </a:lnTo>
                <a:lnTo>
                  <a:pt x="338951" y="851938"/>
                </a:lnTo>
                <a:lnTo>
                  <a:pt x="338454" y="851349"/>
                </a:lnTo>
                <a:lnTo>
                  <a:pt x="337978" y="850738"/>
                </a:lnTo>
                <a:lnTo>
                  <a:pt x="337524" y="850105"/>
                </a:lnTo>
                <a:lnTo>
                  <a:pt x="337091" y="849449"/>
                </a:lnTo>
                <a:lnTo>
                  <a:pt x="336679" y="848771"/>
                </a:lnTo>
                <a:lnTo>
                  <a:pt x="336288" y="848071"/>
                </a:lnTo>
                <a:lnTo>
                  <a:pt x="335918" y="847348"/>
                </a:lnTo>
                <a:lnTo>
                  <a:pt x="335569" y="846603"/>
                </a:lnTo>
                <a:lnTo>
                  <a:pt x="335242" y="845836"/>
                </a:lnTo>
                <a:lnTo>
                  <a:pt x="334935" y="845046"/>
                </a:lnTo>
                <a:lnTo>
                  <a:pt x="334650" y="844234"/>
                </a:lnTo>
                <a:lnTo>
                  <a:pt x="334386" y="843400"/>
                </a:lnTo>
                <a:lnTo>
                  <a:pt x="334143" y="842544"/>
                </a:lnTo>
                <a:lnTo>
                  <a:pt x="333921" y="841665"/>
                </a:lnTo>
                <a:lnTo>
                  <a:pt x="333720" y="840764"/>
                </a:lnTo>
                <a:lnTo>
                  <a:pt x="333540" y="839840"/>
                </a:lnTo>
                <a:lnTo>
                  <a:pt x="333382" y="838895"/>
                </a:lnTo>
                <a:lnTo>
                  <a:pt x="333245" y="837927"/>
                </a:lnTo>
                <a:lnTo>
                  <a:pt x="333128" y="836936"/>
                </a:lnTo>
                <a:lnTo>
                  <a:pt x="333033" y="835924"/>
                </a:lnTo>
                <a:lnTo>
                  <a:pt x="332959" y="834889"/>
                </a:lnTo>
                <a:lnTo>
                  <a:pt x="332906" y="833831"/>
                </a:lnTo>
                <a:lnTo>
                  <a:pt x="332875" y="832752"/>
                </a:lnTo>
                <a:lnTo>
                  <a:pt x="332864" y="831650"/>
                </a:lnTo>
                <a:lnTo>
                  <a:pt x="332864" y="820323"/>
                </a:lnTo>
                <a:lnTo>
                  <a:pt x="332875" y="819180"/>
                </a:lnTo>
                <a:lnTo>
                  <a:pt x="332908" y="818063"/>
                </a:lnTo>
                <a:lnTo>
                  <a:pt x="332962" y="816970"/>
                </a:lnTo>
                <a:lnTo>
                  <a:pt x="333038" y="815903"/>
                </a:lnTo>
                <a:lnTo>
                  <a:pt x="333136" y="814862"/>
                </a:lnTo>
                <a:lnTo>
                  <a:pt x="333255" y="813845"/>
                </a:lnTo>
                <a:lnTo>
                  <a:pt x="333396" y="812854"/>
                </a:lnTo>
                <a:lnTo>
                  <a:pt x="333559" y="811888"/>
                </a:lnTo>
                <a:lnTo>
                  <a:pt x="333744" y="810947"/>
                </a:lnTo>
                <a:lnTo>
                  <a:pt x="333950" y="810032"/>
                </a:lnTo>
                <a:lnTo>
                  <a:pt x="334178" y="809142"/>
                </a:lnTo>
                <a:lnTo>
                  <a:pt x="334428" y="808277"/>
                </a:lnTo>
                <a:lnTo>
                  <a:pt x="334700" y="807437"/>
                </a:lnTo>
                <a:lnTo>
                  <a:pt x="334993" y="806622"/>
                </a:lnTo>
                <a:lnTo>
                  <a:pt x="335308" y="805833"/>
                </a:lnTo>
                <a:lnTo>
                  <a:pt x="335644" y="805069"/>
                </a:lnTo>
                <a:lnTo>
                  <a:pt x="336003" y="804330"/>
                </a:lnTo>
                <a:lnTo>
                  <a:pt x="336383" y="803617"/>
                </a:lnTo>
                <a:lnTo>
                  <a:pt x="336785" y="802929"/>
                </a:lnTo>
                <a:lnTo>
                  <a:pt x="337208" y="802265"/>
                </a:lnTo>
                <a:lnTo>
                  <a:pt x="337654" y="801628"/>
                </a:lnTo>
                <a:lnTo>
                  <a:pt x="338120" y="801015"/>
                </a:lnTo>
                <a:lnTo>
                  <a:pt x="338609" y="800428"/>
                </a:lnTo>
                <a:lnTo>
                  <a:pt x="339120" y="799866"/>
                </a:lnTo>
                <a:lnTo>
                  <a:pt x="339660" y="799314"/>
                </a:lnTo>
                <a:lnTo>
                  <a:pt x="340209" y="798786"/>
                </a:lnTo>
                <a:lnTo>
                  <a:pt x="340768" y="798281"/>
                </a:lnTo>
                <a:lnTo>
                  <a:pt x="341336" y="797799"/>
                </a:lnTo>
                <a:lnTo>
                  <a:pt x="341914" y="797341"/>
                </a:lnTo>
                <a:lnTo>
                  <a:pt x="342501" y="796907"/>
                </a:lnTo>
                <a:lnTo>
                  <a:pt x="343097" y="796496"/>
                </a:lnTo>
                <a:lnTo>
                  <a:pt x="343703" y="796109"/>
                </a:lnTo>
                <a:lnTo>
                  <a:pt x="344318" y="795745"/>
                </a:lnTo>
                <a:lnTo>
                  <a:pt x="344943" y="795404"/>
                </a:lnTo>
                <a:lnTo>
                  <a:pt x="345577" y="795087"/>
                </a:lnTo>
                <a:lnTo>
                  <a:pt x="346220" y="794794"/>
                </a:lnTo>
                <a:lnTo>
                  <a:pt x="346873" y="794524"/>
                </a:lnTo>
                <a:lnTo>
                  <a:pt x="347535" y="794277"/>
                </a:lnTo>
                <a:lnTo>
                  <a:pt x="348207" y="794054"/>
                </a:lnTo>
                <a:lnTo>
                  <a:pt x="348888" y="793854"/>
                </a:lnTo>
                <a:lnTo>
                  <a:pt x="349578" y="793678"/>
                </a:lnTo>
                <a:lnTo>
                  <a:pt x="350278" y="793526"/>
                </a:lnTo>
                <a:lnTo>
                  <a:pt x="350987" y="793396"/>
                </a:lnTo>
                <a:lnTo>
                  <a:pt x="351706" y="793291"/>
                </a:lnTo>
                <a:lnTo>
                  <a:pt x="352434" y="793209"/>
                </a:lnTo>
                <a:lnTo>
                  <a:pt x="353171" y="793150"/>
                </a:lnTo>
                <a:lnTo>
                  <a:pt x="353918" y="793115"/>
                </a:lnTo>
                <a:lnTo>
                  <a:pt x="354674" y="793103"/>
                </a:lnTo>
                <a:lnTo>
                  <a:pt x="355192" y="793107"/>
                </a:lnTo>
                <a:lnTo>
                  <a:pt x="355705" y="793120"/>
                </a:lnTo>
                <a:lnTo>
                  <a:pt x="356211" y="793142"/>
                </a:lnTo>
                <a:lnTo>
                  <a:pt x="356712" y="793173"/>
                </a:lnTo>
                <a:lnTo>
                  <a:pt x="357207" y="793213"/>
                </a:lnTo>
                <a:lnTo>
                  <a:pt x="357696" y="793261"/>
                </a:lnTo>
                <a:lnTo>
                  <a:pt x="358179" y="793319"/>
                </a:lnTo>
                <a:lnTo>
                  <a:pt x="358656" y="793385"/>
                </a:lnTo>
                <a:lnTo>
                  <a:pt x="359128" y="793459"/>
                </a:lnTo>
                <a:lnTo>
                  <a:pt x="359593" y="793543"/>
                </a:lnTo>
                <a:lnTo>
                  <a:pt x="360053" y="793636"/>
                </a:lnTo>
                <a:lnTo>
                  <a:pt x="360507" y="793737"/>
                </a:lnTo>
                <a:lnTo>
                  <a:pt x="360955" y="793847"/>
                </a:lnTo>
                <a:lnTo>
                  <a:pt x="361397" y="793966"/>
                </a:lnTo>
                <a:lnTo>
                  <a:pt x="361833" y="794093"/>
                </a:lnTo>
                <a:lnTo>
                  <a:pt x="362263" y="794230"/>
                </a:lnTo>
                <a:lnTo>
                  <a:pt x="362687" y="794375"/>
                </a:lnTo>
                <a:lnTo>
                  <a:pt x="363106" y="794529"/>
                </a:lnTo>
                <a:lnTo>
                  <a:pt x="363519" y="794692"/>
                </a:lnTo>
                <a:lnTo>
                  <a:pt x="363926" y="794864"/>
                </a:lnTo>
                <a:lnTo>
                  <a:pt x="364326" y="795044"/>
                </a:lnTo>
                <a:lnTo>
                  <a:pt x="364722" y="795234"/>
                </a:lnTo>
                <a:lnTo>
                  <a:pt x="365111" y="795432"/>
                </a:lnTo>
                <a:lnTo>
                  <a:pt x="365494" y="795639"/>
                </a:lnTo>
                <a:lnTo>
                  <a:pt x="365885" y="795841"/>
                </a:lnTo>
                <a:lnTo>
                  <a:pt x="366269" y="796053"/>
                </a:lnTo>
                <a:lnTo>
                  <a:pt x="366646" y="796275"/>
                </a:lnTo>
                <a:lnTo>
                  <a:pt x="367016" y="796508"/>
                </a:lnTo>
                <a:lnTo>
                  <a:pt x="367379" y="796750"/>
                </a:lnTo>
                <a:lnTo>
                  <a:pt x="367734" y="797002"/>
                </a:lnTo>
                <a:lnTo>
                  <a:pt x="368083" y="797264"/>
                </a:lnTo>
                <a:lnTo>
                  <a:pt x="368425" y="797536"/>
                </a:lnTo>
                <a:lnTo>
                  <a:pt x="368759" y="797818"/>
                </a:lnTo>
                <a:lnTo>
                  <a:pt x="369087" y="798110"/>
                </a:lnTo>
                <a:lnTo>
                  <a:pt x="369407" y="798412"/>
                </a:lnTo>
                <a:lnTo>
                  <a:pt x="369721" y="798724"/>
                </a:lnTo>
                <a:lnTo>
                  <a:pt x="370027" y="799046"/>
                </a:lnTo>
                <a:lnTo>
                  <a:pt x="370327" y="799378"/>
                </a:lnTo>
                <a:lnTo>
                  <a:pt x="370619" y="799720"/>
                </a:lnTo>
                <a:lnTo>
                  <a:pt x="370904" y="800072"/>
                </a:lnTo>
                <a:lnTo>
                  <a:pt x="371183" y="800434"/>
                </a:lnTo>
                <a:lnTo>
                  <a:pt x="371454" y="800806"/>
                </a:lnTo>
                <a:lnTo>
                  <a:pt x="371718" y="801188"/>
                </a:lnTo>
                <a:lnTo>
                  <a:pt x="371975" y="801580"/>
                </a:lnTo>
                <a:lnTo>
                  <a:pt x="372225" y="801981"/>
                </a:lnTo>
                <a:lnTo>
                  <a:pt x="372468" y="802393"/>
                </a:lnTo>
                <a:lnTo>
                  <a:pt x="372704" y="802815"/>
                </a:lnTo>
                <a:lnTo>
                  <a:pt x="372933" y="803247"/>
                </a:lnTo>
                <a:lnTo>
                  <a:pt x="373154" y="803675"/>
                </a:lnTo>
                <a:lnTo>
                  <a:pt x="373365" y="804114"/>
                </a:lnTo>
                <a:lnTo>
                  <a:pt x="373567" y="804565"/>
                </a:lnTo>
                <a:lnTo>
                  <a:pt x="373760" y="805027"/>
                </a:lnTo>
                <a:lnTo>
                  <a:pt x="373943" y="805500"/>
                </a:lnTo>
                <a:lnTo>
                  <a:pt x="374117" y="805984"/>
                </a:lnTo>
                <a:lnTo>
                  <a:pt x="374281" y="806479"/>
                </a:lnTo>
                <a:lnTo>
                  <a:pt x="374436" y="806985"/>
                </a:lnTo>
                <a:lnTo>
                  <a:pt x="374581" y="807503"/>
                </a:lnTo>
                <a:lnTo>
                  <a:pt x="374718" y="808031"/>
                </a:lnTo>
                <a:lnTo>
                  <a:pt x="374844" y="808571"/>
                </a:lnTo>
                <a:lnTo>
                  <a:pt x="374962" y="809122"/>
                </a:lnTo>
                <a:lnTo>
                  <a:pt x="375070" y="809684"/>
                </a:lnTo>
                <a:lnTo>
                  <a:pt x="375169" y="810257"/>
                </a:lnTo>
                <a:lnTo>
                  <a:pt x="375258" y="810842"/>
                </a:lnTo>
                <a:lnTo>
                  <a:pt x="375338" y="811437"/>
                </a:lnTo>
                <a:lnTo>
                  <a:pt x="375408" y="812044"/>
                </a:lnTo>
                <a:lnTo>
                  <a:pt x="375469" y="812662"/>
                </a:lnTo>
                <a:lnTo>
                  <a:pt x="375521" y="813291"/>
                </a:lnTo>
                <a:lnTo>
                  <a:pt x="375563" y="813931"/>
                </a:lnTo>
                <a:lnTo>
                  <a:pt x="375596" y="814582"/>
                </a:lnTo>
                <a:lnTo>
                  <a:pt x="375619" y="815245"/>
                </a:lnTo>
                <a:lnTo>
                  <a:pt x="375633" y="815918"/>
                </a:lnTo>
                <a:lnTo>
                  <a:pt x="375638" y="816603"/>
                </a:lnTo>
                <a:lnTo>
                  <a:pt x="390854" y="816603"/>
                </a:lnTo>
                <a:lnTo>
                  <a:pt x="390846" y="815679"/>
                </a:lnTo>
                <a:lnTo>
                  <a:pt x="390823" y="814767"/>
                </a:lnTo>
                <a:lnTo>
                  <a:pt x="390783" y="813866"/>
                </a:lnTo>
                <a:lnTo>
                  <a:pt x="390727" y="812978"/>
                </a:lnTo>
                <a:lnTo>
                  <a:pt x="390656" y="812101"/>
                </a:lnTo>
                <a:lnTo>
                  <a:pt x="390569" y="811235"/>
                </a:lnTo>
                <a:lnTo>
                  <a:pt x="390466" y="810382"/>
                </a:lnTo>
                <a:lnTo>
                  <a:pt x="390347" y="809540"/>
                </a:lnTo>
                <a:lnTo>
                  <a:pt x="390212" y="808710"/>
                </a:lnTo>
                <a:lnTo>
                  <a:pt x="390062" y="807891"/>
                </a:lnTo>
                <a:lnTo>
                  <a:pt x="389895" y="807085"/>
                </a:lnTo>
                <a:lnTo>
                  <a:pt x="389713" y="806290"/>
                </a:lnTo>
                <a:lnTo>
                  <a:pt x="389515" y="805507"/>
                </a:lnTo>
                <a:lnTo>
                  <a:pt x="389301" y="804736"/>
                </a:lnTo>
                <a:lnTo>
                  <a:pt x="389071" y="803976"/>
                </a:lnTo>
                <a:lnTo>
                  <a:pt x="388825" y="803228"/>
                </a:lnTo>
                <a:lnTo>
                  <a:pt x="388564" y="802492"/>
                </a:lnTo>
                <a:lnTo>
                  <a:pt x="388286" y="801767"/>
                </a:lnTo>
                <a:lnTo>
                  <a:pt x="387993" y="801055"/>
                </a:lnTo>
                <a:lnTo>
                  <a:pt x="387684" y="800354"/>
                </a:lnTo>
                <a:lnTo>
                  <a:pt x="387359" y="799665"/>
                </a:lnTo>
                <a:lnTo>
                  <a:pt x="387018" y="798987"/>
                </a:lnTo>
                <a:lnTo>
                  <a:pt x="386662" y="798322"/>
                </a:lnTo>
                <a:lnTo>
                  <a:pt x="386289" y="797668"/>
                </a:lnTo>
                <a:lnTo>
                  <a:pt x="385903" y="797012"/>
                </a:lnTo>
                <a:lnTo>
                  <a:pt x="385505" y="796369"/>
                </a:lnTo>
                <a:lnTo>
                  <a:pt x="385095" y="795739"/>
                </a:lnTo>
                <a:lnTo>
                  <a:pt x="384674" y="795122"/>
                </a:lnTo>
                <a:lnTo>
                  <a:pt x="384241" y="794518"/>
                </a:lnTo>
                <a:lnTo>
                  <a:pt x="383796" y="793927"/>
                </a:lnTo>
                <a:lnTo>
                  <a:pt x="383339" y="793349"/>
                </a:lnTo>
                <a:lnTo>
                  <a:pt x="382870" y="792784"/>
                </a:lnTo>
                <a:lnTo>
                  <a:pt x="382390" y="792231"/>
                </a:lnTo>
                <a:lnTo>
                  <a:pt x="381898" y="791692"/>
                </a:lnTo>
                <a:lnTo>
                  <a:pt x="381395" y="791165"/>
                </a:lnTo>
                <a:lnTo>
                  <a:pt x="380879" y="790651"/>
                </a:lnTo>
                <a:lnTo>
                  <a:pt x="380352" y="790151"/>
                </a:lnTo>
                <a:lnTo>
                  <a:pt x="379813" y="789663"/>
                </a:lnTo>
                <a:lnTo>
                  <a:pt x="379263" y="789188"/>
                </a:lnTo>
                <a:lnTo>
                  <a:pt x="378700" y="788726"/>
                </a:lnTo>
                <a:lnTo>
                  <a:pt x="378126" y="788277"/>
                </a:lnTo>
                <a:lnTo>
                  <a:pt x="377540" y="787841"/>
                </a:lnTo>
                <a:lnTo>
                  <a:pt x="376943" y="787417"/>
                </a:lnTo>
                <a:lnTo>
                  <a:pt x="376333" y="787007"/>
                </a:lnTo>
                <a:lnTo>
                  <a:pt x="375712" y="786610"/>
                </a:lnTo>
                <a:lnTo>
                  <a:pt x="375079" y="786225"/>
                </a:lnTo>
                <a:lnTo>
                  <a:pt x="374435" y="785854"/>
                </a:lnTo>
                <a:lnTo>
                  <a:pt x="373778" y="785495"/>
                </a:lnTo>
                <a:lnTo>
                  <a:pt x="373112" y="785136"/>
                </a:lnTo>
                <a:lnTo>
                  <a:pt x="372436" y="784793"/>
                </a:lnTo>
                <a:lnTo>
                  <a:pt x="371752" y="784465"/>
                </a:lnTo>
                <a:lnTo>
                  <a:pt x="371059" y="784152"/>
                </a:lnTo>
                <a:lnTo>
                  <a:pt x="370357" y="783854"/>
                </a:lnTo>
                <a:lnTo>
                  <a:pt x="369647" y="783572"/>
                </a:lnTo>
                <a:lnTo>
                  <a:pt x="368927" y="783305"/>
                </a:lnTo>
                <a:lnTo>
                  <a:pt x="368199" y="783053"/>
                </a:lnTo>
                <a:lnTo>
                  <a:pt x="367462" y="782816"/>
                </a:lnTo>
                <a:lnTo>
                  <a:pt x="366716" y="782595"/>
                </a:lnTo>
                <a:lnTo>
                  <a:pt x="365962" y="782389"/>
                </a:lnTo>
                <a:lnTo>
                  <a:pt x="365198" y="782198"/>
                </a:lnTo>
                <a:lnTo>
                  <a:pt x="364426" y="782023"/>
                </a:lnTo>
                <a:lnTo>
                  <a:pt x="363645" y="781862"/>
                </a:lnTo>
                <a:lnTo>
                  <a:pt x="362855" y="781717"/>
                </a:lnTo>
                <a:lnTo>
                  <a:pt x="362056" y="781588"/>
                </a:lnTo>
                <a:lnTo>
                  <a:pt x="361249" y="781473"/>
                </a:lnTo>
                <a:lnTo>
                  <a:pt x="360433" y="781374"/>
                </a:lnTo>
                <a:lnTo>
                  <a:pt x="359608" y="781290"/>
                </a:lnTo>
                <a:lnTo>
                  <a:pt x="358774" y="781221"/>
                </a:lnTo>
                <a:lnTo>
                  <a:pt x="357931" y="781168"/>
                </a:lnTo>
                <a:lnTo>
                  <a:pt x="357080" y="781130"/>
                </a:lnTo>
                <a:lnTo>
                  <a:pt x="356219" y="781107"/>
                </a:lnTo>
                <a:lnTo>
                  <a:pt x="355350" y="781099"/>
                </a:lnTo>
                <a:lnTo>
                  <a:pt x="353321" y="781099"/>
                </a:lnTo>
                <a:lnTo>
                  <a:pt x="352633" y="781104"/>
                </a:lnTo>
                <a:lnTo>
                  <a:pt x="351950" y="781120"/>
                </a:lnTo>
                <a:lnTo>
                  <a:pt x="351271" y="781147"/>
                </a:lnTo>
                <a:lnTo>
                  <a:pt x="350597" y="781184"/>
                </a:lnTo>
                <a:lnTo>
                  <a:pt x="349928" y="781231"/>
                </a:lnTo>
                <a:lnTo>
                  <a:pt x="349264" y="781289"/>
                </a:lnTo>
                <a:lnTo>
                  <a:pt x="348604" y="781358"/>
                </a:lnTo>
                <a:lnTo>
                  <a:pt x="347949" y="781437"/>
                </a:lnTo>
                <a:lnTo>
                  <a:pt x="347298" y="781527"/>
                </a:lnTo>
                <a:lnTo>
                  <a:pt x="346653" y="781627"/>
                </a:lnTo>
                <a:lnTo>
                  <a:pt x="346011" y="781738"/>
                </a:lnTo>
                <a:lnTo>
                  <a:pt x="345375" y="781860"/>
                </a:lnTo>
                <a:lnTo>
                  <a:pt x="344743" y="781992"/>
                </a:lnTo>
                <a:lnTo>
                  <a:pt x="344117" y="782135"/>
                </a:lnTo>
                <a:lnTo>
                  <a:pt x="343494" y="782288"/>
                </a:lnTo>
                <a:lnTo>
                  <a:pt x="342877" y="782452"/>
                </a:lnTo>
                <a:lnTo>
                  <a:pt x="342264" y="782626"/>
                </a:lnTo>
                <a:lnTo>
                  <a:pt x="341656" y="782811"/>
                </a:lnTo>
                <a:lnTo>
                  <a:pt x="341052" y="783006"/>
                </a:lnTo>
                <a:lnTo>
                  <a:pt x="340453" y="783212"/>
                </a:lnTo>
                <a:lnTo>
                  <a:pt x="339859" y="783429"/>
                </a:lnTo>
                <a:lnTo>
                  <a:pt x="339270" y="783656"/>
                </a:lnTo>
                <a:lnTo>
                  <a:pt x="338685" y="783894"/>
                </a:lnTo>
                <a:lnTo>
                  <a:pt x="338105" y="784142"/>
                </a:lnTo>
                <a:lnTo>
                  <a:pt x="337531" y="784387"/>
                </a:lnTo>
                <a:lnTo>
                  <a:pt x="336962" y="784641"/>
                </a:lnTo>
                <a:lnTo>
                  <a:pt x="336399" y="784906"/>
                </a:lnTo>
                <a:lnTo>
                  <a:pt x="335842" y="785180"/>
                </a:lnTo>
                <a:lnTo>
                  <a:pt x="335290" y="785464"/>
                </a:lnTo>
                <a:lnTo>
                  <a:pt x="334745" y="785759"/>
                </a:lnTo>
                <a:lnTo>
                  <a:pt x="334206" y="786063"/>
                </a:lnTo>
                <a:lnTo>
                  <a:pt x="333672" y="786378"/>
                </a:lnTo>
                <a:lnTo>
                  <a:pt x="333144" y="786702"/>
                </a:lnTo>
                <a:lnTo>
                  <a:pt x="332622" y="787036"/>
                </a:lnTo>
                <a:lnTo>
                  <a:pt x="332106" y="787381"/>
                </a:lnTo>
                <a:lnTo>
                  <a:pt x="331596" y="787735"/>
                </a:lnTo>
                <a:lnTo>
                  <a:pt x="331092" y="788099"/>
                </a:lnTo>
                <a:lnTo>
                  <a:pt x="330593" y="788473"/>
                </a:lnTo>
                <a:lnTo>
                  <a:pt x="330101" y="788858"/>
                </a:lnTo>
                <a:lnTo>
                  <a:pt x="329614" y="789252"/>
                </a:lnTo>
                <a:lnTo>
                  <a:pt x="329134" y="789656"/>
                </a:lnTo>
                <a:lnTo>
                  <a:pt x="328659" y="790070"/>
                </a:lnTo>
                <a:lnTo>
                  <a:pt x="328190" y="790494"/>
                </a:lnTo>
                <a:lnTo>
                  <a:pt x="327726" y="790928"/>
                </a:lnTo>
                <a:lnTo>
                  <a:pt x="327269" y="791372"/>
                </a:lnTo>
                <a:lnTo>
                  <a:pt x="326818" y="791826"/>
                </a:lnTo>
                <a:lnTo>
                  <a:pt x="326372" y="792291"/>
                </a:lnTo>
                <a:lnTo>
                  <a:pt x="325932" y="792765"/>
                </a:lnTo>
                <a:lnTo>
                  <a:pt x="325514" y="793234"/>
                </a:lnTo>
                <a:lnTo>
                  <a:pt x="325102" y="793711"/>
                </a:lnTo>
                <a:lnTo>
                  <a:pt x="324699" y="794196"/>
                </a:lnTo>
                <a:lnTo>
                  <a:pt x="324303" y="794690"/>
                </a:lnTo>
                <a:lnTo>
                  <a:pt x="323914" y="795192"/>
                </a:lnTo>
                <a:lnTo>
                  <a:pt x="323534" y="795702"/>
                </a:lnTo>
                <a:lnTo>
                  <a:pt x="323161" y="796221"/>
                </a:lnTo>
                <a:lnTo>
                  <a:pt x="322795" y="796747"/>
                </a:lnTo>
                <a:lnTo>
                  <a:pt x="322437" y="797282"/>
                </a:lnTo>
                <a:lnTo>
                  <a:pt x="322087" y="797825"/>
                </a:lnTo>
                <a:lnTo>
                  <a:pt x="321745" y="798376"/>
                </a:lnTo>
                <a:lnTo>
                  <a:pt x="321410" y="798936"/>
                </a:lnTo>
                <a:lnTo>
                  <a:pt x="321083" y="799503"/>
                </a:lnTo>
                <a:lnTo>
                  <a:pt x="320763" y="800079"/>
                </a:lnTo>
                <a:lnTo>
                  <a:pt x="320451" y="800663"/>
                </a:lnTo>
                <a:lnTo>
                  <a:pt x="320147" y="801256"/>
                </a:lnTo>
                <a:lnTo>
                  <a:pt x="319850" y="801856"/>
                </a:lnTo>
                <a:lnTo>
                  <a:pt x="319561" y="802465"/>
                </a:lnTo>
                <a:lnTo>
                  <a:pt x="319279" y="803082"/>
                </a:lnTo>
                <a:lnTo>
                  <a:pt x="319005" y="803707"/>
                </a:lnTo>
                <a:lnTo>
                  <a:pt x="318739" y="804341"/>
                </a:lnTo>
                <a:lnTo>
                  <a:pt x="318481" y="804982"/>
                </a:lnTo>
                <a:lnTo>
                  <a:pt x="318230" y="805632"/>
                </a:lnTo>
                <a:lnTo>
                  <a:pt x="317986" y="806290"/>
                </a:lnTo>
                <a:lnTo>
                  <a:pt x="317752" y="806942"/>
                </a:lnTo>
                <a:lnTo>
                  <a:pt x="317527" y="807600"/>
                </a:lnTo>
                <a:lnTo>
                  <a:pt x="317313" y="808266"/>
                </a:lnTo>
                <a:lnTo>
                  <a:pt x="317108" y="808939"/>
                </a:lnTo>
                <a:lnTo>
                  <a:pt x="316913" y="809619"/>
                </a:lnTo>
                <a:lnTo>
                  <a:pt x="316729" y="810305"/>
                </a:lnTo>
                <a:lnTo>
                  <a:pt x="316554" y="810999"/>
                </a:lnTo>
                <a:lnTo>
                  <a:pt x="316390" y="811700"/>
                </a:lnTo>
                <a:lnTo>
                  <a:pt x="316235" y="812408"/>
                </a:lnTo>
                <a:lnTo>
                  <a:pt x="316090" y="813123"/>
                </a:lnTo>
                <a:lnTo>
                  <a:pt x="315955" y="813845"/>
                </a:lnTo>
                <a:lnTo>
                  <a:pt x="315831" y="814574"/>
                </a:lnTo>
                <a:lnTo>
                  <a:pt x="315716" y="815311"/>
                </a:lnTo>
                <a:lnTo>
                  <a:pt x="315611" y="816054"/>
                </a:lnTo>
                <a:lnTo>
                  <a:pt x="315516" y="816804"/>
                </a:lnTo>
                <a:lnTo>
                  <a:pt x="315431" y="817561"/>
                </a:lnTo>
                <a:lnTo>
                  <a:pt x="315357" y="818326"/>
                </a:lnTo>
                <a:lnTo>
                  <a:pt x="315292" y="819097"/>
                </a:lnTo>
                <a:lnTo>
                  <a:pt x="315237" y="819875"/>
                </a:lnTo>
                <a:lnTo>
                  <a:pt x="315192" y="820661"/>
                </a:lnTo>
                <a:lnTo>
                  <a:pt x="315157" y="821453"/>
                </a:lnTo>
                <a:lnTo>
                  <a:pt x="315132" y="822253"/>
                </a:lnTo>
                <a:lnTo>
                  <a:pt x="315117" y="823060"/>
                </a:lnTo>
                <a:lnTo>
                  <a:pt x="315112" y="823873"/>
                </a:lnTo>
                <a:lnTo>
                  <a:pt x="315112" y="827931"/>
                </a:lnTo>
                <a:lnTo>
                  <a:pt x="315117" y="828745"/>
                </a:lnTo>
                <a:lnTo>
                  <a:pt x="315132" y="829552"/>
                </a:lnTo>
                <a:lnTo>
                  <a:pt x="315157" y="830353"/>
                </a:lnTo>
                <a:lnTo>
                  <a:pt x="315192" y="831148"/>
                </a:lnTo>
                <a:lnTo>
                  <a:pt x="315237" y="831936"/>
                </a:lnTo>
                <a:lnTo>
                  <a:pt x="315292" y="832717"/>
                </a:lnTo>
                <a:lnTo>
                  <a:pt x="315357" y="833493"/>
                </a:lnTo>
                <a:lnTo>
                  <a:pt x="315431" y="834261"/>
                </a:lnTo>
                <a:lnTo>
                  <a:pt x="315516" y="835024"/>
                </a:lnTo>
                <a:lnTo>
                  <a:pt x="315611" y="835779"/>
                </a:lnTo>
                <a:lnTo>
                  <a:pt x="315716" y="836529"/>
                </a:lnTo>
                <a:lnTo>
                  <a:pt x="315831" y="837272"/>
                </a:lnTo>
                <a:lnTo>
                  <a:pt x="315955" y="838008"/>
                </a:lnTo>
                <a:lnTo>
                  <a:pt x="316090" y="838738"/>
                </a:lnTo>
                <a:lnTo>
                  <a:pt x="316235" y="839462"/>
                </a:lnTo>
                <a:lnTo>
                  <a:pt x="316390" y="840179"/>
                </a:lnTo>
                <a:lnTo>
                  <a:pt x="316554" y="840889"/>
                </a:lnTo>
                <a:lnTo>
                  <a:pt x="316729" y="841593"/>
                </a:lnTo>
                <a:lnTo>
                  <a:pt x="316913" y="842291"/>
                </a:lnTo>
                <a:lnTo>
                  <a:pt x="317108" y="842982"/>
                </a:lnTo>
                <a:lnTo>
                  <a:pt x="317313" y="843667"/>
                </a:lnTo>
                <a:lnTo>
                  <a:pt x="317527" y="844345"/>
                </a:lnTo>
                <a:lnTo>
                  <a:pt x="317752" y="845017"/>
                </a:lnTo>
                <a:lnTo>
                  <a:pt x="317986" y="845683"/>
                </a:lnTo>
                <a:lnTo>
                  <a:pt x="318230" y="846327"/>
                </a:lnTo>
                <a:lnTo>
                  <a:pt x="318481" y="846965"/>
                </a:lnTo>
                <a:lnTo>
                  <a:pt x="318739" y="847595"/>
                </a:lnTo>
                <a:lnTo>
                  <a:pt x="319005" y="848219"/>
                </a:lnTo>
                <a:lnTo>
                  <a:pt x="319279" y="848835"/>
                </a:lnTo>
                <a:lnTo>
                  <a:pt x="319561" y="849444"/>
                </a:lnTo>
                <a:lnTo>
                  <a:pt x="319850" y="850047"/>
                </a:lnTo>
                <a:lnTo>
                  <a:pt x="320147" y="850642"/>
                </a:lnTo>
                <a:lnTo>
                  <a:pt x="320451" y="851230"/>
                </a:lnTo>
                <a:lnTo>
                  <a:pt x="320763" y="851811"/>
                </a:lnTo>
                <a:lnTo>
                  <a:pt x="321083" y="852385"/>
                </a:lnTo>
                <a:lnTo>
                  <a:pt x="321410" y="852953"/>
                </a:lnTo>
                <a:lnTo>
                  <a:pt x="321745" y="853513"/>
                </a:lnTo>
                <a:lnTo>
                  <a:pt x="322087" y="854066"/>
                </a:lnTo>
                <a:lnTo>
                  <a:pt x="322437" y="854611"/>
                </a:lnTo>
                <a:lnTo>
                  <a:pt x="322795" y="855150"/>
                </a:lnTo>
                <a:lnTo>
                  <a:pt x="323161" y="855682"/>
                </a:lnTo>
                <a:lnTo>
                  <a:pt x="323534" y="856207"/>
                </a:lnTo>
                <a:lnTo>
                  <a:pt x="323914" y="856725"/>
                </a:lnTo>
                <a:lnTo>
                  <a:pt x="324303" y="857236"/>
                </a:lnTo>
                <a:lnTo>
                  <a:pt x="324699" y="857739"/>
                </a:lnTo>
                <a:lnTo>
                  <a:pt x="325102" y="858236"/>
                </a:lnTo>
                <a:lnTo>
                  <a:pt x="325514" y="858726"/>
                </a:lnTo>
                <a:lnTo>
                  <a:pt x="325932" y="859208"/>
                </a:lnTo>
                <a:lnTo>
                  <a:pt x="326372" y="859669"/>
                </a:lnTo>
                <a:lnTo>
                  <a:pt x="326818" y="860120"/>
                </a:lnTo>
                <a:lnTo>
                  <a:pt x="327269" y="860563"/>
                </a:lnTo>
                <a:lnTo>
                  <a:pt x="327726" y="860997"/>
                </a:lnTo>
                <a:lnTo>
                  <a:pt x="328190" y="861423"/>
                </a:lnTo>
                <a:lnTo>
                  <a:pt x="328659" y="861839"/>
                </a:lnTo>
                <a:lnTo>
                  <a:pt x="329134" y="862247"/>
                </a:lnTo>
                <a:lnTo>
                  <a:pt x="329614" y="862646"/>
                </a:lnTo>
                <a:lnTo>
                  <a:pt x="330101" y="863036"/>
                </a:lnTo>
                <a:lnTo>
                  <a:pt x="330593" y="863417"/>
                </a:lnTo>
                <a:lnTo>
                  <a:pt x="331092" y="863790"/>
                </a:lnTo>
                <a:lnTo>
                  <a:pt x="331596" y="864153"/>
                </a:lnTo>
                <a:lnTo>
                  <a:pt x="332106" y="864508"/>
                </a:lnTo>
                <a:lnTo>
                  <a:pt x="332622" y="864854"/>
                </a:lnTo>
                <a:lnTo>
                  <a:pt x="333144" y="865191"/>
                </a:lnTo>
                <a:lnTo>
                  <a:pt x="333672" y="865520"/>
                </a:lnTo>
                <a:lnTo>
                  <a:pt x="334206" y="865840"/>
                </a:lnTo>
                <a:lnTo>
                  <a:pt x="334745" y="866150"/>
                </a:lnTo>
                <a:lnTo>
                  <a:pt x="335290" y="866452"/>
                </a:lnTo>
                <a:lnTo>
                  <a:pt x="335842" y="866746"/>
                </a:lnTo>
                <a:lnTo>
                  <a:pt x="336399" y="867030"/>
                </a:lnTo>
                <a:lnTo>
                  <a:pt x="336962" y="867306"/>
                </a:lnTo>
                <a:lnTo>
                  <a:pt x="337531" y="867573"/>
                </a:lnTo>
                <a:lnTo>
                  <a:pt x="338105" y="867831"/>
                </a:lnTo>
                <a:lnTo>
                  <a:pt x="338698" y="868079"/>
                </a:lnTo>
                <a:lnTo>
                  <a:pt x="339295" y="868317"/>
                </a:lnTo>
                <a:lnTo>
                  <a:pt x="339894" y="868544"/>
                </a:lnTo>
                <a:lnTo>
                  <a:pt x="340496" y="868760"/>
                </a:lnTo>
                <a:lnTo>
                  <a:pt x="341101" y="868966"/>
                </a:lnTo>
                <a:lnTo>
                  <a:pt x="341708" y="869162"/>
                </a:lnTo>
                <a:lnTo>
                  <a:pt x="342319" y="869347"/>
                </a:lnTo>
                <a:lnTo>
                  <a:pt x="342933" y="869521"/>
                </a:lnTo>
                <a:lnTo>
                  <a:pt x="343550" y="869685"/>
                </a:lnTo>
                <a:lnTo>
                  <a:pt x="344169" y="869838"/>
                </a:lnTo>
                <a:lnTo>
                  <a:pt x="344792" y="869981"/>
                </a:lnTo>
                <a:lnTo>
                  <a:pt x="345417" y="870113"/>
                </a:lnTo>
                <a:lnTo>
                  <a:pt x="346046" y="870234"/>
                </a:lnTo>
                <a:lnTo>
                  <a:pt x="346677" y="870345"/>
                </a:lnTo>
                <a:lnTo>
                  <a:pt x="347311" y="870446"/>
                </a:lnTo>
                <a:lnTo>
                  <a:pt x="347949" y="870536"/>
                </a:lnTo>
                <a:lnTo>
                  <a:pt x="348589" y="870615"/>
                </a:lnTo>
                <a:lnTo>
                  <a:pt x="349232" y="870684"/>
                </a:lnTo>
                <a:lnTo>
                  <a:pt x="349878" y="870742"/>
                </a:lnTo>
                <a:lnTo>
                  <a:pt x="350527" y="870789"/>
                </a:lnTo>
                <a:lnTo>
                  <a:pt x="351179" y="870826"/>
                </a:lnTo>
                <a:lnTo>
                  <a:pt x="351834" y="870853"/>
                </a:lnTo>
                <a:lnTo>
                  <a:pt x="352492" y="870868"/>
                </a:lnTo>
                <a:lnTo>
                  <a:pt x="353152" y="870874"/>
                </a:lnTo>
                <a:lnTo>
                  <a:pt x="355181" y="870874"/>
                </a:lnTo>
                <a:lnTo>
                  <a:pt x="356036" y="870867"/>
                </a:lnTo>
                <a:lnTo>
                  <a:pt x="356883" y="870846"/>
                </a:lnTo>
                <a:lnTo>
                  <a:pt x="357722" y="870810"/>
                </a:lnTo>
                <a:lnTo>
                  <a:pt x="358553" y="870761"/>
                </a:lnTo>
                <a:lnTo>
                  <a:pt x="359375" y="870698"/>
                </a:lnTo>
                <a:lnTo>
                  <a:pt x="360190" y="870620"/>
                </a:lnTo>
                <a:lnTo>
                  <a:pt x="360996" y="870529"/>
                </a:lnTo>
                <a:lnTo>
                  <a:pt x="361793" y="870423"/>
                </a:lnTo>
                <a:close/>
                <a:moveTo>
                  <a:pt x="419625" y="806153"/>
                </a:moveTo>
                <a:lnTo>
                  <a:pt x="419643" y="806265"/>
                </a:lnTo>
                <a:lnTo>
                  <a:pt x="419661" y="806384"/>
                </a:lnTo>
                <a:lnTo>
                  <a:pt x="419680" y="806509"/>
                </a:lnTo>
                <a:lnTo>
                  <a:pt x="419700" y="806641"/>
                </a:lnTo>
                <a:lnTo>
                  <a:pt x="419720" y="806779"/>
                </a:lnTo>
                <a:lnTo>
                  <a:pt x="419741" y="806924"/>
                </a:lnTo>
                <a:lnTo>
                  <a:pt x="419762" y="807075"/>
                </a:lnTo>
                <a:lnTo>
                  <a:pt x="419784" y="807233"/>
                </a:lnTo>
                <a:lnTo>
                  <a:pt x="419807" y="807397"/>
                </a:lnTo>
                <a:lnTo>
                  <a:pt x="419830" y="807568"/>
                </a:lnTo>
                <a:lnTo>
                  <a:pt x="419854" y="807745"/>
                </a:lnTo>
                <a:lnTo>
                  <a:pt x="419878" y="807928"/>
                </a:lnTo>
                <a:lnTo>
                  <a:pt x="419903" y="808118"/>
                </a:lnTo>
                <a:lnTo>
                  <a:pt x="419929" y="808314"/>
                </a:lnTo>
                <a:lnTo>
                  <a:pt x="419955" y="808517"/>
                </a:lnTo>
                <a:lnTo>
                  <a:pt x="419982" y="808726"/>
                </a:lnTo>
                <a:lnTo>
                  <a:pt x="420009" y="808942"/>
                </a:lnTo>
                <a:lnTo>
                  <a:pt x="420037" y="809164"/>
                </a:lnTo>
                <a:lnTo>
                  <a:pt x="435591" y="809164"/>
                </a:lnTo>
                <a:lnTo>
                  <a:pt x="435591" y="807135"/>
                </a:lnTo>
                <a:lnTo>
                  <a:pt x="435599" y="806577"/>
                </a:lnTo>
                <a:lnTo>
                  <a:pt x="435625" y="806029"/>
                </a:lnTo>
                <a:lnTo>
                  <a:pt x="435668" y="805492"/>
                </a:lnTo>
                <a:lnTo>
                  <a:pt x="435727" y="804966"/>
                </a:lnTo>
                <a:lnTo>
                  <a:pt x="435804" y="804450"/>
                </a:lnTo>
                <a:lnTo>
                  <a:pt x="435897" y="803944"/>
                </a:lnTo>
                <a:lnTo>
                  <a:pt x="436008" y="803449"/>
                </a:lnTo>
                <a:lnTo>
                  <a:pt x="436136" y="802965"/>
                </a:lnTo>
                <a:lnTo>
                  <a:pt x="436280" y="802491"/>
                </a:lnTo>
                <a:lnTo>
                  <a:pt x="436442" y="802028"/>
                </a:lnTo>
                <a:lnTo>
                  <a:pt x="436621" y="801576"/>
                </a:lnTo>
                <a:lnTo>
                  <a:pt x="436817" y="801134"/>
                </a:lnTo>
                <a:lnTo>
                  <a:pt x="437029" y="800702"/>
                </a:lnTo>
                <a:lnTo>
                  <a:pt x="437259" y="800281"/>
                </a:lnTo>
                <a:lnTo>
                  <a:pt x="437506" y="799871"/>
                </a:lnTo>
                <a:lnTo>
                  <a:pt x="437770" y="799471"/>
                </a:lnTo>
                <a:lnTo>
                  <a:pt x="438051" y="799082"/>
                </a:lnTo>
                <a:lnTo>
                  <a:pt x="438349" y="798703"/>
                </a:lnTo>
                <a:lnTo>
                  <a:pt x="438664" y="798335"/>
                </a:lnTo>
                <a:lnTo>
                  <a:pt x="438996" y="797978"/>
                </a:lnTo>
                <a:lnTo>
                  <a:pt x="439345" y="797631"/>
                </a:lnTo>
                <a:lnTo>
                  <a:pt x="439711" y="797294"/>
                </a:lnTo>
                <a:lnTo>
                  <a:pt x="440094" y="796969"/>
                </a:lnTo>
                <a:lnTo>
                  <a:pt x="440494" y="796653"/>
                </a:lnTo>
                <a:lnTo>
                  <a:pt x="440909" y="796350"/>
                </a:lnTo>
                <a:lnTo>
                  <a:pt x="441339" y="796059"/>
                </a:lnTo>
                <a:lnTo>
                  <a:pt x="441783" y="795781"/>
                </a:lnTo>
                <a:lnTo>
                  <a:pt x="442241" y="795517"/>
                </a:lnTo>
                <a:lnTo>
                  <a:pt x="442713" y="795265"/>
                </a:lnTo>
                <a:lnTo>
                  <a:pt x="443199" y="795026"/>
                </a:lnTo>
                <a:lnTo>
                  <a:pt x="443699" y="794800"/>
                </a:lnTo>
                <a:lnTo>
                  <a:pt x="444213" y="794587"/>
                </a:lnTo>
                <a:lnTo>
                  <a:pt x="444742" y="794387"/>
                </a:lnTo>
                <a:lnTo>
                  <a:pt x="445284" y="794199"/>
                </a:lnTo>
                <a:lnTo>
                  <a:pt x="445841" y="794025"/>
                </a:lnTo>
                <a:lnTo>
                  <a:pt x="446411" y="793864"/>
                </a:lnTo>
                <a:lnTo>
                  <a:pt x="446996" y="793715"/>
                </a:lnTo>
                <a:lnTo>
                  <a:pt x="447595" y="793579"/>
                </a:lnTo>
                <a:lnTo>
                  <a:pt x="448208" y="793457"/>
                </a:lnTo>
                <a:lnTo>
                  <a:pt x="448835" y="793347"/>
                </a:lnTo>
                <a:lnTo>
                  <a:pt x="449476" y="793250"/>
                </a:lnTo>
                <a:lnTo>
                  <a:pt x="450131" y="793166"/>
                </a:lnTo>
                <a:lnTo>
                  <a:pt x="450800" y="793095"/>
                </a:lnTo>
                <a:lnTo>
                  <a:pt x="451483" y="793037"/>
                </a:lnTo>
                <a:lnTo>
                  <a:pt x="452181" y="792992"/>
                </a:lnTo>
                <a:lnTo>
                  <a:pt x="452892" y="792960"/>
                </a:lnTo>
                <a:lnTo>
                  <a:pt x="453618" y="792940"/>
                </a:lnTo>
                <a:lnTo>
                  <a:pt x="454357" y="792934"/>
                </a:lnTo>
                <a:lnTo>
                  <a:pt x="455165" y="792940"/>
                </a:lnTo>
                <a:lnTo>
                  <a:pt x="455952" y="792960"/>
                </a:lnTo>
                <a:lnTo>
                  <a:pt x="456719" y="792992"/>
                </a:lnTo>
                <a:lnTo>
                  <a:pt x="457466" y="793037"/>
                </a:lnTo>
                <a:lnTo>
                  <a:pt x="458194" y="793095"/>
                </a:lnTo>
                <a:lnTo>
                  <a:pt x="458901" y="793166"/>
                </a:lnTo>
                <a:lnTo>
                  <a:pt x="459588" y="793250"/>
                </a:lnTo>
                <a:lnTo>
                  <a:pt x="460256" y="793347"/>
                </a:lnTo>
                <a:lnTo>
                  <a:pt x="460903" y="793457"/>
                </a:lnTo>
                <a:lnTo>
                  <a:pt x="461531" y="793579"/>
                </a:lnTo>
                <a:lnTo>
                  <a:pt x="462139" y="793715"/>
                </a:lnTo>
                <a:lnTo>
                  <a:pt x="462726" y="793864"/>
                </a:lnTo>
                <a:lnTo>
                  <a:pt x="463294" y="794025"/>
                </a:lnTo>
                <a:lnTo>
                  <a:pt x="463842" y="794199"/>
                </a:lnTo>
                <a:lnTo>
                  <a:pt x="464369" y="794387"/>
                </a:lnTo>
                <a:lnTo>
                  <a:pt x="464877" y="794587"/>
                </a:lnTo>
                <a:lnTo>
                  <a:pt x="465365" y="794800"/>
                </a:lnTo>
                <a:lnTo>
                  <a:pt x="465833" y="795026"/>
                </a:lnTo>
                <a:lnTo>
                  <a:pt x="466281" y="795265"/>
                </a:lnTo>
                <a:lnTo>
                  <a:pt x="466709" y="795517"/>
                </a:lnTo>
                <a:lnTo>
                  <a:pt x="467117" y="795781"/>
                </a:lnTo>
                <a:lnTo>
                  <a:pt x="467505" y="796059"/>
                </a:lnTo>
                <a:lnTo>
                  <a:pt x="467873" y="796350"/>
                </a:lnTo>
                <a:lnTo>
                  <a:pt x="468221" y="796653"/>
                </a:lnTo>
                <a:lnTo>
                  <a:pt x="468566" y="796971"/>
                </a:lnTo>
                <a:lnTo>
                  <a:pt x="468896" y="797304"/>
                </a:lnTo>
                <a:lnTo>
                  <a:pt x="469212" y="797652"/>
                </a:lnTo>
                <a:lnTo>
                  <a:pt x="469512" y="798015"/>
                </a:lnTo>
                <a:lnTo>
                  <a:pt x="469799" y="798394"/>
                </a:lnTo>
                <a:lnTo>
                  <a:pt x="470070" y="798788"/>
                </a:lnTo>
                <a:lnTo>
                  <a:pt x="470327" y="799197"/>
                </a:lnTo>
                <a:lnTo>
                  <a:pt x="470569" y="799621"/>
                </a:lnTo>
                <a:lnTo>
                  <a:pt x="470797" y="800061"/>
                </a:lnTo>
                <a:lnTo>
                  <a:pt x="471009" y="800516"/>
                </a:lnTo>
                <a:lnTo>
                  <a:pt x="471207" y="800986"/>
                </a:lnTo>
                <a:lnTo>
                  <a:pt x="471391" y="801472"/>
                </a:lnTo>
                <a:lnTo>
                  <a:pt x="471560" y="801972"/>
                </a:lnTo>
                <a:lnTo>
                  <a:pt x="471714" y="802488"/>
                </a:lnTo>
                <a:lnTo>
                  <a:pt x="471853" y="803020"/>
                </a:lnTo>
                <a:lnTo>
                  <a:pt x="471978" y="803566"/>
                </a:lnTo>
                <a:lnTo>
                  <a:pt x="472088" y="804128"/>
                </a:lnTo>
                <a:lnTo>
                  <a:pt x="472183" y="804705"/>
                </a:lnTo>
                <a:lnTo>
                  <a:pt x="472264" y="805297"/>
                </a:lnTo>
                <a:lnTo>
                  <a:pt x="472330" y="805905"/>
                </a:lnTo>
                <a:lnTo>
                  <a:pt x="472382" y="806528"/>
                </a:lnTo>
                <a:lnTo>
                  <a:pt x="472418" y="807166"/>
                </a:lnTo>
                <a:lnTo>
                  <a:pt x="472440" y="807819"/>
                </a:lnTo>
                <a:lnTo>
                  <a:pt x="472448" y="808488"/>
                </a:lnTo>
                <a:lnTo>
                  <a:pt x="472448" y="817956"/>
                </a:lnTo>
                <a:lnTo>
                  <a:pt x="470785" y="817961"/>
                </a:lnTo>
                <a:lnTo>
                  <a:pt x="469148" y="817976"/>
                </a:lnTo>
                <a:lnTo>
                  <a:pt x="467539" y="818000"/>
                </a:lnTo>
                <a:lnTo>
                  <a:pt x="465957" y="818035"/>
                </a:lnTo>
                <a:lnTo>
                  <a:pt x="464402" y="818080"/>
                </a:lnTo>
                <a:lnTo>
                  <a:pt x="462874" y="818135"/>
                </a:lnTo>
                <a:lnTo>
                  <a:pt x="461373" y="818200"/>
                </a:lnTo>
                <a:lnTo>
                  <a:pt x="459899" y="818275"/>
                </a:lnTo>
                <a:lnTo>
                  <a:pt x="458452" y="818360"/>
                </a:lnTo>
                <a:lnTo>
                  <a:pt x="457032" y="818455"/>
                </a:lnTo>
                <a:lnTo>
                  <a:pt x="455639" y="818559"/>
                </a:lnTo>
                <a:lnTo>
                  <a:pt x="454273" y="818674"/>
                </a:lnTo>
                <a:lnTo>
                  <a:pt x="452934" y="818799"/>
                </a:lnTo>
                <a:lnTo>
                  <a:pt x="451622" y="818934"/>
                </a:lnTo>
                <a:lnTo>
                  <a:pt x="450337" y="819078"/>
                </a:lnTo>
                <a:lnTo>
                  <a:pt x="449079" y="819233"/>
                </a:lnTo>
                <a:lnTo>
                  <a:pt x="447848" y="819398"/>
                </a:lnTo>
                <a:lnTo>
                  <a:pt x="446644" y="819572"/>
                </a:lnTo>
                <a:lnTo>
                  <a:pt x="445467" y="819757"/>
                </a:lnTo>
                <a:lnTo>
                  <a:pt x="444317" y="819951"/>
                </a:lnTo>
                <a:lnTo>
                  <a:pt x="443194" y="820156"/>
                </a:lnTo>
                <a:lnTo>
                  <a:pt x="442098" y="820371"/>
                </a:lnTo>
                <a:lnTo>
                  <a:pt x="441029" y="820595"/>
                </a:lnTo>
                <a:lnTo>
                  <a:pt x="439987" y="820830"/>
                </a:lnTo>
                <a:lnTo>
                  <a:pt x="438984" y="821075"/>
                </a:lnTo>
                <a:lnTo>
                  <a:pt x="438004" y="821332"/>
                </a:lnTo>
                <a:lnTo>
                  <a:pt x="437046" y="821601"/>
                </a:lnTo>
                <a:lnTo>
                  <a:pt x="436112" y="821882"/>
                </a:lnTo>
                <a:lnTo>
                  <a:pt x="435201" y="822174"/>
                </a:lnTo>
                <a:lnTo>
                  <a:pt x="434312" y="822478"/>
                </a:lnTo>
                <a:lnTo>
                  <a:pt x="433447" y="822794"/>
                </a:lnTo>
                <a:lnTo>
                  <a:pt x="432604" y="823121"/>
                </a:lnTo>
                <a:lnTo>
                  <a:pt x="431784" y="823461"/>
                </a:lnTo>
                <a:lnTo>
                  <a:pt x="430987" y="823812"/>
                </a:lnTo>
                <a:lnTo>
                  <a:pt x="430213" y="824175"/>
                </a:lnTo>
                <a:lnTo>
                  <a:pt x="429462" y="824549"/>
                </a:lnTo>
                <a:lnTo>
                  <a:pt x="428734" y="824935"/>
                </a:lnTo>
                <a:lnTo>
                  <a:pt x="428029" y="825333"/>
                </a:lnTo>
                <a:lnTo>
                  <a:pt x="427346" y="825743"/>
                </a:lnTo>
                <a:lnTo>
                  <a:pt x="426687" y="826165"/>
                </a:lnTo>
                <a:lnTo>
                  <a:pt x="426050" y="826598"/>
                </a:lnTo>
                <a:lnTo>
                  <a:pt x="425436" y="827043"/>
                </a:lnTo>
                <a:lnTo>
                  <a:pt x="424845" y="827500"/>
                </a:lnTo>
                <a:lnTo>
                  <a:pt x="424278" y="827968"/>
                </a:lnTo>
                <a:lnTo>
                  <a:pt x="423732" y="828448"/>
                </a:lnTo>
                <a:lnTo>
                  <a:pt x="423210" y="828940"/>
                </a:lnTo>
                <a:lnTo>
                  <a:pt x="422711" y="829444"/>
                </a:lnTo>
                <a:lnTo>
                  <a:pt x="422235" y="829959"/>
                </a:lnTo>
                <a:lnTo>
                  <a:pt x="421793" y="830474"/>
                </a:lnTo>
                <a:lnTo>
                  <a:pt x="421371" y="831002"/>
                </a:lnTo>
                <a:lnTo>
                  <a:pt x="420967" y="831544"/>
                </a:lnTo>
                <a:lnTo>
                  <a:pt x="420582" y="832101"/>
                </a:lnTo>
                <a:lnTo>
                  <a:pt x="420215" y="832672"/>
                </a:lnTo>
                <a:lnTo>
                  <a:pt x="419868" y="833256"/>
                </a:lnTo>
                <a:lnTo>
                  <a:pt x="419539" y="833855"/>
                </a:lnTo>
                <a:lnTo>
                  <a:pt x="419229" y="834468"/>
                </a:lnTo>
                <a:lnTo>
                  <a:pt x="418938" y="835095"/>
                </a:lnTo>
                <a:lnTo>
                  <a:pt x="418665" y="835736"/>
                </a:lnTo>
                <a:lnTo>
                  <a:pt x="418412" y="836391"/>
                </a:lnTo>
                <a:lnTo>
                  <a:pt x="418177" y="837060"/>
                </a:lnTo>
                <a:lnTo>
                  <a:pt x="417961" y="837744"/>
                </a:lnTo>
                <a:lnTo>
                  <a:pt x="417764" y="838441"/>
                </a:lnTo>
                <a:lnTo>
                  <a:pt x="417585" y="839153"/>
                </a:lnTo>
                <a:lnTo>
                  <a:pt x="417426" y="839878"/>
                </a:lnTo>
                <a:lnTo>
                  <a:pt x="417285" y="840618"/>
                </a:lnTo>
                <a:lnTo>
                  <a:pt x="417163" y="841372"/>
                </a:lnTo>
                <a:lnTo>
                  <a:pt x="417059" y="842139"/>
                </a:lnTo>
                <a:lnTo>
                  <a:pt x="416975" y="842921"/>
                </a:lnTo>
                <a:lnTo>
                  <a:pt x="416909" y="843717"/>
                </a:lnTo>
                <a:lnTo>
                  <a:pt x="416862" y="844527"/>
                </a:lnTo>
                <a:lnTo>
                  <a:pt x="416834" y="845352"/>
                </a:lnTo>
                <a:lnTo>
                  <a:pt x="416824" y="846190"/>
                </a:lnTo>
                <a:lnTo>
                  <a:pt x="416837" y="847194"/>
                </a:lnTo>
                <a:lnTo>
                  <a:pt x="416874" y="848178"/>
                </a:lnTo>
                <a:lnTo>
                  <a:pt x="416935" y="849141"/>
                </a:lnTo>
                <a:lnTo>
                  <a:pt x="417022" y="850083"/>
                </a:lnTo>
                <a:lnTo>
                  <a:pt x="417133" y="851005"/>
                </a:lnTo>
                <a:lnTo>
                  <a:pt x="417268" y="851906"/>
                </a:lnTo>
                <a:lnTo>
                  <a:pt x="417429" y="852787"/>
                </a:lnTo>
                <a:lnTo>
                  <a:pt x="417613" y="853648"/>
                </a:lnTo>
                <a:lnTo>
                  <a:pt x="417823" y="854487"/>
                </a:lnTo>
                <a:lnTo>
                  <a:pt x="418057" y="855307"/>
                </a:lnTo>
                <a:lnTo>
                  <a:pt x="418316" y="856105"/>
                </a:lnTo>
                <a:lnTo>
                  <a:pt x="418600" y="856883"/>
                </a:lnTo>
                <a:lnTo>
                  <a:pt x="418908" y="857641"/>
                </a:lnTo>
                <a:lnTo>
                  <a:pt x="419241" y="858378"/>
                </a:lnTo>
                <a:lnTo>
                  <a:pt x="419598" y="859094"/>
                </a:lnTo>
                <a:lnTo>
                  <a:pt x="419980" y="859790"/>
                </a:lnTo>
                <a:lnTo>
                  <a:pt x="420387" y="860466"/>
                </a:lnTo>
                <a:lnTo>
                  <a:pt x="420819" y="861121"/>
                </a:lnTo>
                <a:lnTo>
                  <a:pt x="421275" y="861755"/>
                </a:lnTo>
                <a:lnTo>
                  <a:pt x="421756" y="862369"/>
                </a:lnTo>
                <a:lnTo>
                  <a:pt x="422261" y="862962"/>
                </a:lnTo>
                <a:lnTo>
                  <a:pt x="422791" y="863535"/>
                </a:lnTo>
                <a:lnTo>
                  <a:pt x="423346" y="864087"/>
                </a:lnTo>
                <a:lnTo>
                  <a:pt x="423925" y="864618"/>
                </a:lnTo>
                <a:lnTo>
                  <a:pt x="424542" y="865129"/>
                </a:lnTo>
                <a:lnTo>
                  <a:pt x="425179" y="865617"/>
                </a:lnTo>
                <a:lnTo>
                  <a:pt x="425838" y="866084"/>
                </a:lnTo>
                <a:lnTo>
                  <a:pt x="426518" y="866530"/>
                </a:lnTo>
                <a:lnTo>
                  <a:pt x="427219" y="866953"/>
                </a:lnTo>
                <a:lnTo>
                  <a:pt x="427941" y="867355"/>
                </a:lnTo>
                <a:lnTo>
                  <a:pt x="428684" y="867735"/>
                </a:lnTo>
                <a:lnTo>
                  <a:pt x="429448" y="868094"/>
                </a:lnTo>
                <a:lnTo>
                  <a:pt x="430234" y="868430"/>
                </a:lnTo>
                <a:lnTo>
                  <a:pt x="431040" y="868745"/>
                </a:lnTo>
                <a:lnTo>
                  <a:pt x="431868" y="869038"/>
                </a:lnTo>
                <a:lnTo>
                  <a:pt x="432717" y="869310"/>
                </a:lnTo>
                <a:lnTo>
                  <a:pt x="433587" y="869560"/>
                </a:lnTo>
                <a:lnTo>
                  <a:pt x="434478" y="869788"/>
                </a:lnTo>
                <a:lnTo>
                  <a:pt x="435390" y="869994"/>
                </a:lnTo>
                <a:lnTo>
                  <a:pt x="436324" y="870179"/>
                </a:lnTo>
                <a:lnTo>
                  <a:pt x="437278" y="870342"/>
                </a:lnTo>
                <a:lnTo>
                  <a:pt x="438254" y="870483"/>
                </a:lnTo>
                <a:lnTo>
                  <a:pt x="439251" y="870602"/>
                </a:lnTo>
                <a:lnTo>
                  <a:pt x="440268" y="870700"/>
                </a:lnTo>
                <a:lnTo>
                  <a:pt x="441308" y="870776"/>
                </a:lnTo>
                <a:lnTo>
                  <a:pt x="442368" y="870830"/>
                </a:lnTo>
                <a:lnTo>
                  <a:pt x="443449" y="870863"/>
                </a:lnTo>
                <a:lnTo>
                  <a:pt x="444552" y="870874"/>
                </a:lnTo>
                <a:lnTo>
                  <a:pt x="445058" y="870871"/>
                </a:lnTo>
                <a:lnTo>
                  <a:pt x="445562" y="870864"/>
                </a:lnTo>
                <a:lnTo>
                  <a:pt x="446065" y="870853"/>
                </a:lnTo>
                <a:lnTo>
                  <a:pt x="446566" y="870836"/>
                </a:lnTo>
                <a:lnTo>
                  <a:pt x="447065" y="870815"/>
                </a:lnTo>
                <a:lnTo>
                  <a:pt x="447563" y="870789"/>
                </a:lnTo>
                <a:lnTo>
                  <a:pt x="448059" y="870759"/>
                </a:lnTo>
                <a:lnTo>
                  <a:pt x="448553" y="870723"/>
                </a:lnTo>
                <a:lnTo>
                  <a:pt x="449045" y="870684"/>
                </a:lnTo>
                <a:lnTo>
                  <a:pt x="449535" y="870639"/>
                </a:lnTo>
                <a:lnTo>
                  <a:pt x="450024" y="870590"/>
                </a:lnTo>
                <a:lnTo>
                  <a:pt x="450511" y="870536"/>
                </a:lnTo>
                <a:lnTo>
                  <a:pt x="450996" y="870477"/>
                </a:lnTo>
                <a:lnTo>
                  <a:pt x="451480" y="870414"/>
                </a:lnTo>
                <a:lnTo>
                  <a:pt x="451961" y="870345"/>
                </a:lnTo>
                <a:lnTo>
                  <a:pt x="452441" y="870273"/>
                </a:lnTo>
                <a:lnTo>
                  <a:pt x="452919" y="870195"/>
                </a:lnTo>
                <a:lnTo>
                  <a:pt x="453396" y="870113"/>
                </a:lnTo>
                <a:lnTo>
                  <a:pt x="453870" y="870026"/>
                </a:lnTo>
                <a:lnTo>
                  <a:pt x="454343" y="869934"/>
                </a:lnTo>
                <a:lnTo>
                  <a:pt x="454814" y="869838"/>
                </a:lnTo>
                <a:lnTo>
                  <a:pt x="455284" y="869737"/>
                </a:lnTo>
                <a:lnTo>
                  <a:pt x="455751" y="869631"/>
                </a:lnTo>
                <a:lnTo>
                  <a:pt x="456217" y="869521"/>
                </a:lnTo>
                <a:lnTo>
                  <a:pt x="456680" y="869419"/>
                </a:lnTo>
                <a:lnTo>
                  <a:pt x="457140" y="869311"/>
                </a:lnTo>
                <a:lnTo>
                  <a:pt x="457596" y="869196"/>
                </a:lnTo>
                <a:lnTo>
                  <a:pt x="458049" y="869075"/>
                </a:lnTo>
                <a:lnTo>
                  <a:pt x="458498" y="868947"/>
                </a:lnTo>
                <a:lnTo>
                  <a:pt x="458943" y="868813"/>
                </a:lnTo>
                <a:lnTo>
                  <a:pt x="459385" y="868673"/>
                </a:lnTo>
                <a:lnTo>
                  <a:pt x="459824" y="868526"/>
                </a:lnTo>
                <a:lnTo>
                  <a:pt x="460259" y="868372"/>
                </a:lnTo>
                <a:lnTo>
                  <a:pt x="460690" y="868212"/>
                </a:lnTo>
                <a:lnTo>
                  <a:pt x="461118" y="868046"/>
                </a:lnTo>
                <a:lnTo>
                  <a:pt x="461543" y="867873"/>
                </a:lnTo>
                <a:lnTo>
                  <a:pt x="461964" y="867693"/>
                </a:lnTo>
                <a:lnTo>
                  <a:pt x="462381" y="867508"/>
                </a:lnTo>
                <a:lnTo>
                  <a:pt x="462795" y="867315"/>
                </a:lnTo>
                <a:lnTo>
                  <a:pt x="463205" y="867117"/>
                </a:lnTo>
                <a:lnTo>
                  <a:pt x="463612" y="866911"/>
                </a:lnTo>
                <a:lnTo>
                  <a:pt x="464015" y="866700"/>
                </a:lnTo>
                <a:lnTo>
                  <a:pt x="464415" y="866482"/>
                </a:lnTo>
                <a:lnTo>
                  <a:pt x="464811" y="866257"/>
                </a:lnTo>
                <a:lnTo>
                  <a:pt x="465204" y="866026"/>
                </a:lnTo>
                <a:lnTo>
                  <a:pt x="465593" y="865789"/>
                </a:lnTo>
                <a:lnTo>
                  <a:pt x="465979" y="865545"/>
                </a:lnTo>
                <a:lnTo>
                  <a:pt x="466361" y="865294"/>
                </a:lnTo>
                <a:lnTo>
                  <a:pt x="466739" y="865023"/>
                </a:lnTo>
                <a:lnTo>
                  <a:pt x="467110" y="864745"/>
                </a:lnTo>
                <a:lnTo>
                  <a:pt x="467476" y="864460"/>
                </a:lnTo>
                <a:lnTo>
                  <a:pt x="467836" y="864167"/>
                </a:lnTo>
                <a:lnTo>
                  <a:pt x="468190" y="863868"/>
                </a:lnTo>
                <a:lnTo>
                  <a:pt x="468538" y="863561"/>
                </a:lnTo>
                <a:lnTo>
                  <a:pt x="468880" y="863248"/>
                </a:lnTo>
                <a:lnTo>
                  <a:pt x="469217" y="862927"/>
                </a:lnTo>
                <a:lnTo>
                  <a:pt x="469547" y="862600"/>
                </a:lnTo>
                <a:lnTo>
                  <a:pt x="469872" y="862265"/>
                </a:lnTo>
                <a:lnTo>
                  <a:pt x="470190" y="861924"/>
                </a:lnTo>
                <a:lnTo>
                  <a:pt x="470503" y="861575"/>
                </a:lnTo>
                <a:lnTo>
                  <a:pt x="470810" y="861219"/>
                </a:lnTo>
                <a:lnTo>
                  <a:pt x="471111" y="860856"/>
                </a:lnTo>
                <a:lnTo>
                  <a:pt x="471407" y="860487"/>
                </a:lnTo>
                <a:lnTo>
                  <a:pt x="471696" y="860110"/>
                </a:lnTo>
                <a:lnTo>
                  <a:pt x="471980" y="859726"/>
                </a:lnTo>
                <a:lnTo>
                  <a:pt x="472257" y="859335"/>
                </a:lnTo>
                <a:lnTo>
                  <a:pt x="472529" y="858937"/>
                </a:lnTo>
                <a:lnTo>
                  <a:pt x="472795" y="858532"/>
                </a:lnTo>
                <a:lnTo>
                  <a:pt x="473055" y="858120"/>
                </a:lnTo>
                <a:lnTo>
                  <a:pt x="473309" y="857701"/>
                </a:lnTo>
                <a:lnTo>
                  <a:pt x="473558" y="857274"/>
                </a:lnTo>
                <a:lnTo>
                  <a:pt x="473800" y="856841"/>
                </a:lnTo>
                <a:lnTo>
                  <a:pt x="473844" y="857288"/>
                </a:lnTo>
                <a:lnTo>
                  <a:pt x="473892" y="857726"/>
                </a:lnTo>
                <a:lnTo>
                  <a:pt x="473943" y="858157"/>
                </a:lnTo>
                <a:lnTo>
                  <a:pt x="473997" y="858579"/>
                </a:lnTo>
                <a:lnTo>
                  <a:pt x="474056" y="858993"/>
                </a:lnTo>
                <a:lnTo>
                  <a:pt x="474117" y="859398"/>
                </a:lnTo>
                <a:lnTo>
                  <a:pt x="474182" y="859796"/>
                </a:lnTo>
                <a:lnTo>
                  <a:pt x="474251" y="860185"/>
                </a:lnTo>
                <a:lnTo>
                  <a:pt x="474323" y="860566"/>
                </a:lnTo>
                <a:lnTo>
                  <a:pt x="474399" y="860939"/>
                </a:lnTo>
                <a:lnTo>
                  <a:pt x="474478" y="861303"/>
                </a:lnTo>
                <a:lnTo>
                  <a:pt x="474561" y="861659"/>
                </a:lnTo>
                <a:lnTo>
                  <a:pt x="474647" y="862008"/>
                </a:lnTo>
                <a:lnTo>
                  <a:pt x="474737" y="862347"/>
                </a:lnTo>
                <a:lnTo>
                  <a:pt x="474830" y="862679"/>
                </a:lnTo>
                <a:lnTo>
                  <a:pt x="474927" y="863003"/>
                </a:lnTo>
                <a:lnTo>
                  <a:pt x="475028" y="863318"/>
                </a:lnTo>
                <a:lnTo>
                  <a:pt x="475132" y="863625"/>
                </a:lnTo>
                <a:lnTo>
                  <a:pt x="475239" y="863924"/>
                </a:lnTo>
                <a:lnTo>
                  <a:pt x="475350" y="864214"/>
                </a:lnTo>
                <a:lnTo>
                  <a:pt x="475464" y="864497"/>
                </a:lnTo>
                <a:lnTo>
                  <a:pt x="475582" y="864771"/>
                </a:lnTo>
                <a:lnTo>
                  <a:pt x="475704" y="865037"/>
                </a:lnTo>
                <a:lnTo>
                  <a:pt x="475829" y="865294"/>
                </a:lnTo>
                <a:lnTo>
                  <a:pt x="475959" y="865545"/>
                </a:lnTo>
                <a:lnTo>
                  <a:pt x="476094" y="865789"/>
                </a:lnTo>
                <a:lnTo>
                  <a:pt x="476236" y="866026"/>
                </a:lnTo>
                <a:lnTo>
                  <a:pt x="476383" y="866257"/>
                </a:lnTo>
                <a:lnTo>
                  <a:pt x="476536" y="866482"/>
                </a:lnTo>
                <a:lnTo>
                  <a:pt x="476695" y="866700"/>
                </a:lnTo>
                <a:lnTo>
                  <a:pt x="476860" y="866911"/>
                </a:lnTo>
                <a:lnTo>
                  <a:pt x="477031" y="867117"/>
                </a:lnTo>
                <a:lnTo>
                  <a:pt x="477208" y="867315"/>
                </a:lnTo>
                <a:lnTo>
                  <a:pt x="477390" y="867508"/>
                </a:lnTo>
                <a:lnTo>
                  <a:pt x="477579" y="867693"/>
                </a:lnTo>
                <a:lnTo>
                  <a:pt x="477773" y="867873"/>
                </a:lnTo>
                <a:lnTo>
                  <a:pt x="477973" y="868046"/>
                </a:lnTo>
                <a:lnTo>
                  <a:pt x="478179" y="868212"/>
                </a:lnTo>
                <a:lnTo>
                  <a:pt x="478391" y="868372"/>
                </a:lnTo>
                <a:lnTo>
                  <a:pt x="478609" y="868526"/>
                </a:lnTo>
                <a:lnTo>
                  <a:pt x="478833" y="868673"/>
                </a:lnTo>
                <a:lnTo>
                  <a:pt x="479062" y="868813"/>
                </a:lnTo>
                <a:lnTo>
                  <a:pt x="479298" y="868947"/>
                </a:lnTo>
                <a:lnTo>
                  <a:pt x="479539" y="869075"/>
                </a:lnTo>
                <a:lnTo>
                  <a:pt x="479786" y="869196"/>
                </a:lnTo>
                <a:lnTo>
                  <a:pt x="480039" y="869311"/>
                </a:lnTo>
                <a:lnTo>
                  <a:pt x="480298" y="869419"/>
                </a:lnTo>
                <a:lnTo>
                  <a:pt x="480563" y="869521"/>
                </a:lnTo>
                <a:lnTo>
                  <a:pt x="480834" y="869631"/>
                </a:lnTo>
                <a:lnTo>
                  <a:pt x="481111" y="869737"/>
                </a:lnTo>
                <a:lnTo>
                  <a:pt x="481395" y="869838"/>
                </a:lnTo>
                <a:lnTo>
                  <a:pt x="481685" y="869934"/>
                </a:lnTo>
                <a:lnTo>
                  <a:pt x="481982" y="870026"/>
                </a:lnTo>
                <a:lnTo>
                  <a:pt x="482285" y="870113"/>
                </a:lnTo>
                <a:lnTo>
                  <a:pt x="482595" y="870195"/>
                </a:lnTo>
                <a:lnTo>
                  <a:pt x="482911" y="870273"/>
                </a:lnTo>
                <a:lnTo>
                  <a:pt x="483234" y="870345"/>
                </a:lnTo>
                <a:lnTo>
                  <a:pt x="483563" y="870414"/>
                </a:lnTo>
                <a:lnTo>
                  <a:pt x="483898" y="870477"/>
                </a:lnTo>
                <a:lnTo>
                  <a:pt x="484240" y="870536"/>
                </a:lnTo>
                <a:lnTo>
                  <a:pt x="484588" y="870590"/>
                </a:lnTo>
                <a:lnTo>
                  <a:pt x="484943" y="870639"/>
                </a:lnTo>
                <a:lnTo>
                  <a:pt x="485305" y="870684"/>
                </a:lnTo>
                <a:lnTo>
                  <a:pt x="485672" y="870723"/>
                </a:lnTo>
                <a:lnTo>
                  <a:pt x="486047" y="870759"/>
                </a:lnTo>
                <a:lnTo>
                  <a:pt x="486427" y="870789"/>
                </a:lnTo>
                <a:lnTo>
                  <a:pt x="486814" y="870815"/>
                </a:lnTo>
                <a:lnTo>
                  <a:pt x="487208" y="870836"/>
                </a:lnTo>
                <a:lnTo>
                  <a:pt x="487608" y="870853"/>
                </a:lnTo>
                <a:lnTo>
                  <a:pt x="488015" y="870864"/>
                </a:lnTo>
                <a:lnTo>
                  <a:pt x="488428" y="870871"/>
                </a:lnTo>
                <a:lnTo>
                  <a:pt x="488847" y="870874"/>
                </a:lnTo>
                <a:lnTo>
                  <a:pt x="489142" y="870872"/>
                </a:lnTo>
                <a:lnTo>
                  <a:pt x="489437" y="870868"/>
                </a:lnTo>
                <a:lnTo>
                  <a:pt x="489729" y="870861"/>
                </a:lnTo>
                <a:lnTo>
                  <a:pt x="490021" y="870850"/>
                </a:lnTo>
                <a:lnTo>
                  <a:pt x="490312" y="870837"/>
                </a:lnTo>
                <a:lnTo>
                  <a:pt x="490601" y="870821"/>
                </a:lnTo>
                <a:lnTo>
                  <a:pt x="490889" y="870802"/>
                </a:lnTo>
                <a:lnTo>
                  <a:pt x="491176" y="870780"/>
                </a:lnTo>
                <a:lnTo>
                  <a:pt x="491462" y="870755"/>
                </a:lnTo>
                <a:lnTo>
                  <a:pt x="491747" y="870727"/>
                </a:lnTo>
                <a:lnTo>
                  <a:pt x="492031" y="870696"/>
                </a:lnTo>
                <a:lnTo>
                  <a:pt x="492313" y="870662"/>
                </a:lnTo>
                <a:lnTo>
                  <a:pt x="492594" y="870626"/>
                </a:lnTo>
                <a:lnTo>
                  <a:pt x="492874" y="870586"/>
                </a:lnTo>
                <a:lnTo>
                  <a:pt x="493153" y="870543"/>
                </a:lnTo>
                <a:lnTo>
                  <a:pt x="493431" y="870498"/>
                </a:lnTo>
                <a:lnTo>
                  <a:pt x="493707" y="870450"/>
                </a:lnTo>
                <a:lnTo>
                  <a:pt x="493982" y="870398"/>
                </a:lnTo>
                <a:lnTo>
                  <a:pt x="494257" y="870344"/>
                </a:lnTo>
                <a:lnTo>
                  <a:pt x="494530" y="870287"/>
                </a:lnTo>
                <a:lnTo>
                  <a:pt x="494801" y="870227"/>
                </a:lnTo>
                <a:lnTo>
                  <a:pt x="495072" y="870163"/>
                </a:lnTo>
                <a:lnTo>
                  <a:pt x="495341" y="870097"/>
                </a:lnTo>
                <a:lnTo>
                  <a:pt x="495610" y="870028"/>
                </a:lnTo>
                <a:lnTo>
                  <a:pt x="495876" y="869957"/>
                </a:lnTo>
                <a:lnTo>
                  <a:pt x="496138" y="869883"/>
                </a:lnTo>
                <a:lnTo>
                  <a:pt x="496397" y="869807"/>
                </a:lnTo>
                <a:lnTo>
                  <a:pt x="496652" y="869728"/>
                </a:lnTo>
                <a:lnTo>
                  <a:pt x="496904" y="869647"/>
                </a:lnTo>
                <a:lnTo>
                  <a:pt x="497153" y="869564"/>
                </a:lnTo>
                <a:lnTo>
                  <a:pt x="497397" y="869478"/>
                </a:lnTo>
                <a:lnTo>
                  <a:pt x="497639" y="869390"/>
                </a:lnTo>
                <a:lnTo>
                  <a:pt x="497876" y="869299"/>
                </a:lnTo>
                <a:lnTo>
                  <a:pt x="498111" y="869207"/>
                </a:lnTo>
                <a:lnTo>
                  <a:pt x="498341" y="869111"/>
                </a:lnTo>
                <a:lnTo>
                  <a:pt x="498568" y="869014"/>
                </a:lnTo>
                <a:lnTo>
                  <a:pt x="498792" y="868914"/>
                </a:lnTo>
                <a:lnTo>
                  <a:pt x="499012" y="868812"/>
                </a:lnTo>
                <a:lnTo>
                  <a:pt x="499229" y="868707"/>
                </a:lnTo>
                <a:lnTo>
                  <a:pt x="499442" y="868601"/>
                </a:lnTo>
                <a:lnTo>
                  <a:pt x="499652" y="868491"/>
                </a:lnTo>
                <a:lnTo>
                  <a:pt x="499858" y="868380"/>
                </a:lnTo>
                <a:lnTo>
                  <a:pt x="500060" y="868266"/>
                </a:lnTo>
                <a:lnTo>
                  <a:pt x="500259" y="868150"/>
                </a:lnTo>
                <a:lnTo>
                  <a:pt x="500455" y="868031"/>
                </a:lnTo>
                <a:lnTo>
                  <a:pt x="500647" y="867910"/>
                </a:lnTo>
                <a:lnTo>
                  <a:pt x="500835" y="867787"/>
                </a:lnTo>
                <a:lnTo>
                  <a:pt x="501020" y="867661"/>
                </a:lnTo>
                <a:lnTo>
                  <a:pt x="501020" y="856672"/>
                </a:lnTo>
                <a:lnTo>
                  <a:pt x="500779" y="856838"/>
                </a:lnTo>
                <a:lnTo>
                  <a:pt x="500534" y="856996"/>
                </a:lnTo>
                <a:lnTo>
                  <a:pt x="500286" y="857148"/>
                </a:lnTo>
                <a:lnTo>
                  <a:pt x="500034" y="857292"/>
                </a:lnTo>
                <a:lnTo>
                  <a:pt x="499778" y="857429"/>
                </a:lnTo>
                <a:lnTo>
                  <a:pt x="499519" y="857560"/>
                </a:lnTo>
                <a:lnTo>
                  <a:pt x="499257" y="857683"/>
                </a:lnTo>
                <a:lnTo>
                  <a:pt x="498991" y="857799"/>
                </a:lnTo>
                <a:lnTo>
                  <a:pt x="498722" y="857908"/>
                </a:lnTo>
                <a:lnTo>
                  <a:pt x="498449" y="858011"/>
                </a:lnTo>
                <a:lnTo>
                  <a:pt x="498172" y="858106"/>
                </a:lnTo>
                <a:lnTo>
                  <a:pt x="497892" y="858194"/>
                </a:lnTo>
                <a:lnTo>
                  <a:pt x="497609" y="858275"/>
                </a:lnTo>
                <a:lnTo>
                  <a:pt x="497322" y="858349"/>
                </a:lnTo>
                <a:lnTo>
                  <a:pt x="497031" y="858416"/>
                </a:lnTo>
                <a:lnTo>
                  <a:pt x="496737" y="858476"/>
                </a:lnTo>
                <a:lnTo>
                  <a:pt x="496439" y="858528"/>
                </a:lnTo>
                <a:lnTo>
                  <a:pt x="496138" y="858574"/>
                </a:lnTo>
                <a:lnTo>
                  <a:pt x="495833" y="858613"/>
                </a:lnTo>
                <a:lnTo>
                  <a:pt x="495525" y="858645"/>
                </a:lnTo>
                <a:lnTo>
                  <a:pt x="495214" y="858669"/>
                </a:lnTo>
                <a:lnTo>
                  <a:pt x="494898" y="858687"/>
                </a:lnTo>
                <a:lnTo>
                  <a:pt x="494580" y="858698"/>
                </a:lnTo>
                <a:lnTo>
                  <a:pt x="494257" y="858701"/>
                </a:lnTo>
                <a:lnTo>
                  <a:pt x="494076" y="858699"/>
                </a:lnTo>
                <a:lnTo>
                  <a:pt x="493897" y="858693"/>
                </a:lnTo>
                <a:lnTo>
                  <a:pt x="493721" y="858683"/>
                </a:lnTo>
                <a:lnTo>
                  <a:pt x="493548" y="858668"/>
                </a:lnTo>
                <a:lnTo>
                  <a:pt x="493378" y="858650"/>
                </a:lnTo>
                <a:lnTo>
                  <a:pt x="493211" y="858627"/>
                </a:lnTo>
                <a:lnTo>
                  <a:pt x="493047" y="858600"/>
                </a:lnTo>
                <a:lnTo>
                  <a:pt x="492886" y="858569"/>
                </a:lnTo>
                <a:lnTo>
                  <a:pt x="492728" y="858535"/>
                </a:lnTo>
                <a:lnTo>
                  <a:pt x="492572" y="858495"/>
                </a:lnTo>
                <a:lnTo>
                  <a:pt x="492420" y="858452"/>
                </a:lnTo>
                <a:lnTo>
                  <a:pt x="492271" y="858405"/>
                </a:lnTo>
                <a:lnTo>
                  <a:pt x="492124" y="858354"/>
                </a:lnTo>
                <a:lnTo>
                  <a:pt x="491981" y="858298"/>
                </a:lnTo>
                <a:lnTo>
                  <a:pt x="491840" y="858239"/>
                </a:lnTo>
                <a:lnTo>
                  <a:pt x="491702" y="858175"/>
                </a:lnTo>
                <a:lnTo>
                  <a:pt x="491568" y="858107"/>
                </a:lnTo>
                <a:lnTo>
                  <a:pt x="491436" y="858035"/>
                </a:lnTo>
                <a:lnTo>
                  <a:pt x="491307" y="857959"/>
                </a:lnTo>
                <a:lnTo>
                  <a:pt x="491181" y="857879"/>
                </a:lnTo>
                <a:lnTo>
                  <a:pt x="491058" y="857795"/>
                </a:lnTo>
                <a:lnTo>
                  <a:pt x="490938" y="857706"/>
                </a:lnTo>
                <a:lnTo>
                  <a:pt x="490821" y="857614"/>
                </a:lnTo>
                <a:lnTo>
                  <a:pt x="490707" y="857517"/>
                </a:lnTo>
                <a:lnTo>
                  <a:pt x="490596" y="857416"/>
                </a:lnTo>
                <a:lnTo>
                  <a:pt x="490491" y="857310"/>
                </a:lnTo>
                <a:lnTo>
                  <a:pt x="490390" y="857198"/>
                </a:lnTo>
                <a:lnTo>
                  <a:pt x="490294" y="857081"/>
                </a:lnTo>
                <a:lnTo>
                  <a:pt x="490202" y="856958"/>
                </a:lnTo>
                <a:lnTo>
                  <a:pt x="490115" y="856831"/>
                </a:lnTo>
                <a:lnTo>
                  <a:pt x="490033" y="856698"/>
                </a:lnTo>
                <a:lnTo>
                  <a:pt x="489955" y="856559"/>
                </a:lnTo>
                <a:lnTo>
                  <a:pt x="489883" y="856416"/>
                </a:lnTo>
                <a:lnTo>
                  <a:pt x="489815" y="856267"/>
                </a:lnTo>
                <a:lnTo>
                  <a:pt x="489751" y="856113"/>
                </a:lnTo>
                <a:lnTo>
                  <a:pt x="489692" y="855953"/>
                </a:lnTo>
                <a:lnTo>
                  <a:pt x="489638" y="855789"/>
                </a:lnTo>
                <a:lnTo>
                  <a:pt x="489589" y="855619"/>
                </a:lnTo>
                <a:lnTo>
                  <a:pt x="489545" y="855444"/>
                </a:lnTo>
                <a:lnTo>
                  <a:pt x="489505" y="855263"/>
                </a:lnTo>
                <a:lnTo>
                  <a:pt x="489469" y="855077"/>
                </a:lnTo>
                <a:lnTo>
                  <a:pt x="489439" y="854886"/>
                </a:lnTo>
                <a:lnTo>
                  <a:pt x="489413" y="854690"/>
                </a:lnTo>
                <a:lnTo>
                  <a:pt x="489392" y="854488"/>
                </a:lnTo>
                <a:lnTo>
                  <a:pt x="489375" y="854281"/>
                </a:lnTo>
                <a:lnTo>
                  <a:pt x="489364" y="854069"/>
                </a:lnTo>
                <a:lnTo>
                  <a:pt x="489357" y="853852"/>
                </a:lnTo>
                <a:lnTo>
                  <a:pt x="489354" y="853629"/>
                </a:lnTo>
                <a:lnTo>
                  <a:pt x="489354" y="807812"/>
                </a:lnTo>
                <a:lnTo>
                  <a:pt x="489339" y="806697"/>
                </a:lnTo>
                <a:lnTo>
                  <a:pt x="489293" y="805606"/>
                </a:lnTo>
                <a:lnTo>
                  <a:pt x="489217" y="804539"/>
                </a:lnTo>
                <a:lnTo>
                  <a:pt x="489110" y="803496"/>
                </a:lnTo>
                <a:lnTo>
                  <a:pt x="488973" y="802477"/>
                </a:lnTo>
                <a:lnTo>
                  <a:pt x="488805" y="801482"/>
                </a:lnTo>
                <a:lnTo>
                  <a:pt x="488606" y="800512"/>
                </a:lnTo>
                <a:lnTo>
                  <a:pt x="488377" y="799565"/>
                </a:lnTo>
                <a:lnTo>
                  <a:pt x="488118" y="798642"/>
                </a:lnTo>
                <a:lnTo>
                  <a:pt x="487828" y="797744"/>
                </a:lnTo>
                <a:lnTo>
                  <a:pt x="487507" y="796870"/>
                </a:lnTo>
                <a:lnTo>
                  <a:pt x="487156" y="796019"/>
                </a:lnTo>
                <a:lnTo>
                  <a:pt x="486775" y="795193"/>
                </a:lnTo>
                <a:lnTo>
                  <a:pt x="486363" y="794391"/>
                </a:lnTo>
                <a:lnTo>
                  <a:pt x="485920" y="793613"/>
                </a:lnTo>
                <a:lnTo>
                  <a:pt x="485447" y="792859"/>
                </a:lnTo>
                <a:lnTo>
                  <a:pt x="484943" y="792129"/>
                </a:lnTo>
                <a:lnTo>
                  <a:pt x="484409" y="791423"/>
                </a:lnTo>
                <a:lnTo>
                  <a:pt x="483844" y="790741"/>
                </a:lnTo>
                <a:lnTo>
                  <a:pt x="483249" y="790083"/>
                </a:lnTo>
                <a:lnTo>
                  <a:pt x="482623" y="789449"/>
                </a:lnTo>
                <a:lnTo>
                  <a:pt x="481967" y="788840"/>
                </a:lnTo>
                <a:lnTo>
                  <a:pt x="481280" y="788254"/>
                </a:lnTo>
                <a:lnTo>
                  <a:pt x="480563" y="787693"/>
                </a:lnTo>
                <a:lnTo>
                  <a:pt x="479830" y="787155"/>
                </a:lnTo>
                <a:lnTo>
                  <a:pt x="479067" y="786639"/>
                </a:lnTo>
                <a:lnTo>
                  <a:pt x="478275" y="786147"/>
                </a:lnTo>
                <a:lnTo>
                  <a:pt x="477454" y="785678"/>
                </a:lnTo>
                <a:lnTo>
                  <a:pt x="476603" y="785231"/>
                </a:lnTo>
                <a:lnTo>
                  <a:pt x="475723" y="784808"/>
                </a:lnTo>
                <a:lnTo>
                  <a:pt x="474814" y="784407"/>
                </a:lnTo>
                <a:lnTo>
                  <a:pt x="473875" y="784029"/>
                </a:lnTo>
                <a:lnTo>
                  <a:pt x="472907" y="783675"/>
                </a:lnTo>
                <a:lnTo>
                  <a:pt x="471910" y="783343"/>
                </a:lnTo>
                <a:lnTo>
                  <a:pt x="470883" y="783034"/>
                </a:lnTo>
                <a:lnTo>
                  <a:pt x="469827" y="782747"/>
                </a:lnTo>
                <a:lnTo>
                  <a:pt x="468742" y="782484"/>
                </a:lnTo>
                <a:lnTo>
                  <a:pt x="467627" y="782244"/>
                </a:lnTo>
                <a:lnTo>
                  <a:pt x="466483" y="782026"/>
                </a:lnTo>
                <a:lnTo>
                  <a:pt x="465309" y="781832"/>
                </a:lnTo>
                <a:lnTo>
                  <a:pt x="464106" y="781660"/>
                </a:lnTo>
                <a:lnTo>
                  <a:pt x="462874" y="781511"/>
                </a:lnTo>
                <a:lnTo>
                  <a:pt x="461613" y="781385"/>
                </a:lnTo>
                <a:lnTo>
                  <a:pt x="460322" y="781282"/>
                </a:lnTo>
                <a:lnTo>
                  <a:pt x="459001" y="781202"/>
                </a:lnTo>
                <a:lnTo>
                  <a:pt x="457652" y="781145"/>
                </a:lnTo>
                <a:lnTo>
                  <a:pt x="456273" y="781111"/>
                </a:lnTo>
                <a:lnTo>
                  <a:pt x="454865" y="781099"/>
                </a:lnTo>
                <a:lnTo>
                  <a:pt x="453537" y="781111"/>
                </a:lnTo>
                <a:lnTo>
                  <a:pt x="452232" y="781145"/>
                </a:lnTo>
                <a:lnTo>
                  <a:pt x="450950" y="781202"/>
                </a:lnTo>
                <a:lnTo>
                  <a:pt x="449689" y="781282"/>
                </a:lnTo>
                <a:lnTo>
                  <a:pt x="448451" y="781385"/>
                </a:lnTo>
                <a:lnTo>
                  <a:pt x="447235" y="781511"/>
                </a:lnTo>
                <a:lnTo>
                  <a:pt x="446042" y="781660"/>
                </a:lnTo>
                <a:lnTo>
                  <a:pt x="444871" y="781832"/>
                </a:lnTo>
                <a:lnTo>
                  <a:pt x="443722" y="782026"/>
                </a:lnTo>
                <a:lnTo>
                  <a:pt x="442595" y="782244"/>
                </a:lnTo>
                <a:lnTo>
                  <a:pt x="441491" y="782484"/>
                </a:lnTo>
                <a:lnTo>
                  <a:pt x="440409" y="782747"/>
                </a:lnTo>
                <a:lnTo>
                  <a:pt x="439350" y="783034"/>
                </a:lnTo>
                <a:lnTo>
                  <a:pt x="438312" y="783343"/>
                </a:lnTo>
                <a:lnTo>
                  <a:pt x="437297" y="783675"/>
                </a:lnTo>
                <a:lnTo>
                  <a:pt x="436305" y="784029"/>
                </a:lnTo>
                <a:lnTo>
                  <a:pt x="435334" y="784407"/>
                </a:lnTo>
                <a:lnTo>
                  <a:pt x="434386" y="784808"/>
                </a:lnTo>
                <a:lnTo>
                  <a:pt x="433461" y="785231"/>
                </a:lnTo>
                <a:lnTo>
                  <a:pt x="432557" y="785678"/>
                </a:lnTo>
                <a:lnTo>
                  <a:pt x="431676" y="786147"/>
                </a:lnTo>
                <a:lnTo>
                  <a:pt x="430817" y="786639"/>
                </a:lnTo>
                <a:lnTo>
                  <a:pt x="429981" y="787155"/>
                </a:lnTo>
                <a:lnTo>
                  <a:pt x="429166" y="787693"/>
                </a:lnTo>
                <a:lnTo>
                  <a:pt x="428394" y="788250"/>
                </a:lnTo>
                <a:lnTo>
                  <a:pt x="427654" y="788823"/>
                </a:lnTo>
                <a:lnTo>
                  <a:pt x="426947" y="789412"/>
                </a:lnTo>
                <a:lnTo>
                  <a:pt x="426273" y="790017"/>
                </a:lnTo>
                <a:lnTo>
                  <a:pt x="425632" y="790638"/>
                </a:lnTo>
                <a:lnTo>
                  <a:pt x="425024" y="791275"/>
                </a:lnTo>
                <a:lnTo>
                  <a:pt x="424449" y="791927"/>
                </a:lnTo>
                <a:lnTo>
                  <a:pt x="423907" y="792596"/>
                </a:lnTo>
                <a:lnTo>
                  <a:pt x="423397" y="793280"/>
                </a:lnTo>
                <a:lnTo>
                  <a:pt x="422920" y="793980"/>
                </a:lnTo>
                <a:lnTo>
                  <a:pt x="422477" y="794696"/>
                </a:lnTo>
                <a:lnTo>
                  <a:pt x="422066" y="795427"/>
                </a:lnTo>
                <a:lnTo>
                  <a:pt x="421688" y="796175"/>
                </a:lnTo>
                <a:lnTo>
                  <a:pt x="421342" y="796938"/>
                </a:lnTo>
                <a:lnTo>
                  <a:pt x="421030" y="797718"/>
                </a:lnTo>
                <a:lnTo>
                  <a:pt x="420751" y="798513"/>
                </a:lnTo>
                <a:lnTo>
                  <a:pt x="420504" y="799324"/>
                </a:lnTo>
                <a:lnTo>
                  <a:pt x="420290" y="800151"/>
                </a:lnTo>
                <a:lnTo>
                  <a:pt x="420110" y="800993"/>
                </a:lnTo>
                <a:lnTo>
                  <a:pt x="419962" y="801852"/>
                </a:lnTo>
                <a:lnTo>
                  <a:pt x="419847" y="802726"/>
                </a:lnTo>
                <a:lnTo>
                  <a:pt x="419764" y="803617"/>
                </a:lnTo>
                <a:lnTo>
                  <a:pt x="419715" y="804523"/>
                </a:lnTo>
                <a:lnTo>
                  <a:pt x="419699" y="805445"/>
                </a:lnTo>
                <a:lnTo>
                  <a:pt x="419698" y="805472"/>
                </a:lnTo>
                <a:lnTo>
                  <a:pt x="419697" y="805496"/>
                </a:lnTo>
                <a:lnTo>
                  <a:pt x="419696" y="805519"/>
                </a:lnTo>
                <a:lnTo>
                  <a:pt x="419694" y="805539"/>
                </a:lnTo>
                <a:lnTo>
                  <a:pt x="419691" y="805556"/>
                </a:lnTo>
                <a:lnTo>
                  <a:pt x="419688" y="805572"/>
                </a:lnTo>
                <a:lnTo>
                  <a:pt x="419684" y="805584"/>
                </a:lnTo>
                <a:lnTo>
                  <a:pt x="419680" y="805595"/>
                </a:lnTo>
                <a:lnTo>
                  <a:pt x="419675" y="805603"/>
                </a:lnTo>
                <a:lnTo>
                  <a:pt x="419669" y="805609"/>
                </a:lnTo>
                <a:lnTo>
                  <a:pt x="419663" y="805613"/>
                </a:lnTo>
                <a:lnTo>
                  <a:pt x="419656" y="805614"/>
                </a:lnTo>
                <a:lnTo>
                  <a:pt x="419649" y="805613"/>
                </a:lnTo>
                <a:lnTo>
                  <a:pt x="419641" y="805609"/>
                </a:lnTo>
                <a:lnTo>
                  <a:pt x="419633" y="805603"/>
                </a:lnTo>
                <a:lnTo>
                  <a:pt x="419623" y="805595"/>
                </a:lnTo>
                <a:lnTo>
                  <a:pt x="419614" y="805584"/>
                </a:lnTo>
                <a:lnTo>
                  <a:pt x="419604" y="805572"/>
                </a:lnTo>
                <a:lnTo>
                  <a:pt x="419593" y="805556"/>
                </a:lnTo>
                <a:lnTo>
                  <a:pt x="419581" y="805539"/>
                </a:lnTo>
                <a:lnTo>
                  <a:pt x="419569" y="805519"/>
                </a:lnTo>
                <a:lnTo>
                  <a:pt x="419557" y="805496"/>
                </a:lnTo>
                <a:lnTo>
                  <a:pt x="419543" y="805472"/>
                </a:lnTo>
                <a:lnTo>
                  <a:pt x="419530" y="805445"/>
                </a:lnTo>
                <a:lnTo>
                  <a:pt x="419530" y="805480"/>
                </a:lnTo>
                <a:lnTo>
                  <a:pt x="419530" y="805545"/>
                </a:lnTo>
                <a:lnTo>
                  <a:pt x="419530" y="805614"/>
                </a:lnTo>
                <a:lnTo>
                  <a:pt x="419544" y="805688"/>
                </a:lnTo>
                <a:lnTo>
                  <a:pt x="419559" y="805768"/>
                </a:lnTo>
                <a:lnTo>
                  <a:pt x="419574" y="805854"/>
                </a:lnTo>
                <a:lnTo>
                  <a:pt x="419591" y="805947"/>
                </a:lnTo>
                <a:lnTo>
                  <a:pt x="419607" y="806047"/>
                </a:lnTo>
                <a:lnTo>
                  <a:pt x="419625" y="806153"/>
                </a:lnTo>
                <a:close/>
                <a:moveTo>
                  <a:pt x="444174" y="858395"/>
                </a:moveTo>
                <a:lnTo>
                  <a:pt x="443623" y="858283"/>
                </a:lnTo>
                <a:lnTo>
                  <a:pt x="443087" y="858160"/>
                </a:lnTo>
                <a:lnTo>
                  <a:pt x="442565" y="858025"/>
                </a:lnTo>
                <a:lnTo>
                  <a:pt x="442058" y="857878"/>
                </a:lnTo>
                <a:lnTo>
                  <a:pt x="441566" y="857719"/>
                </a:lnTo>
                <a:lnTo>
                  <a:pt x="441088" y="857549"/>
                </a:lnTo>
                <a:lnTo>
                  <a:pt x="440625" y="857367"/>
                </a:lnTo>
                <a:lnTo>
                  <a:pt x="440177" y="857173"/>
                </a:lnTo>
                <a:lnTo>
                  <a:pt x="439744" y="856968"/>
                </a:lnTo>
                <a:lnTo>
                  <a:pt x="439325" y="856751"/>
                </a:lnTo>
                <a:lnTo>
                  <a:pt x="438921" y="856522"/>
                </a:lnTo>
                <a:lnTo>
                  <a:pt x="438531" y="856281"/>
                </a:lnTo>
                <a:lnTo>
                  <a:pt x="438156" y="856029"/>
                </a:lnTo>
                <a:lnTo>
                  <a:pt x="437796" y="855765"/>
                </a:lnTo>
                <a:lnTo>
                  <a:pt x="437451" y="855489"/>
                </a:lnTo>
                <a:lnTo>
                  <a:pt x="437133" y="855201"/>
                </a:lnTo>
                <a:lnTo>
                  <a:pt x="436830" y="854902"/>
                </a:lnTo>
                <a:lnTo>
                  <a:pt x="436539" y="854590"/>
                </a:lnTo>
                <a:lnTo>
                  <a:pt x="436263" y="854268"/>
                </a:lnTo>
                <a:lnTo>
                  <a:pt x="435999" y="853933"/>
                </a:lnTo>
                <a:lnTo>
                  <a:pt x="435749" y="853587"/>
                </a:lnTo>
                <a:lnTo>
                  <a:pt x="435513" y="853228"/>
                </a:lnTo>
                <a:lnTo>
                  <a:pt x="435290" y="852859"/>
                </a:lnTo>
                <a:lnTo>
                  <a:pt x="435081" y="852477"/>
                </a:lnTo>
                <a:lnTo>
                  <a:pt x="434885" y="852084"/>
                </a:lnTo>
                <a:lnTo>
                  <a:pt x="434703" y="851679"/>
                </a:lnTo>
                <a:lnTo>
                  <a:pt x="434534" y="851262"/>
                </a:lnTo>
                <a:lnTo>
                  <a:pt x="434379" y="850833"/>
                </a:lnTo>
                <a:lnTo>
                  <a:pt x="434237" y="850393"/>
                </a:lnTo>
                <a:lnTo>
                  <a:pt x="434109" y="849941"/>
                </a:lnTo>
                <a:lnTo>
                  <a:pt x="433994" y="849477"/>
                </a:lnTo>
                <a:lnTo>
                  <a:pt x="433893" y="849002"/>
                </a:lnTo>
                <a:lnTo>
                  <a:pt x="433805" y="848514"/>
                </a:lnTo>
                <a:lnTo>
                  <a:pt x="433731" y="848016"/>
                </a:lnTo>
                <a:lnTo>
                  <a:pt x="433670" y="847505"/>
                </a:lnTo>
                <a:lnTo>
                  <a:pt x="433623" y="846982"/>
                </a:lnTo>
                <a:lnTo>
                  <a:pt x="433589" y="846448"/>
                </a:lnTo>
                <a:lnTo>
                  <a:pt x="433569" y="845902"/>
                </a:lnTo>
                <a:lnTo>
                  <a:pt x="433562" y="845344"/>
                </a:lnTo>
                <a:lnTo>
                  <a:pt x="433568" y="844800"/>
                </a:lnTo>
                <a:lnTo>
                  <a:pt x="433587" y="844267"/>
                </a:lnTo>
                <a:lnTo>
                  <a:pt x="433618" y="843744"/>
                </a:lnTo>
                <a:lnTo>
                  <a:pt x="433661" y="843231"/>
                </a:lnTo>
                <a:lnTo>
                  <a:pt x="433716" y="842729"/>
                </a:lnTo>
                <a:lnTo>
                  <a:pt x="433784" y="842238"/>
                </a:lnTo>
                <a:lnTo>
                  <a:pt x="433864" y="841757"/>
                </a:lnTo>
                <a:lnTo>
                  <a:pt x="433957" y="841287"/>
                </a:lnTo>
                <a:lnTo>
                  <a:pt x="434061" y="840827"/>
                </a:lnTo>
                <a:lnTo>
                  <a:pt x="434179" y="840378"/>
                </a:lnTo>
                <a:lnTo>
                  <a:pt x="434308" y="839940"/>
                </a:lnTo>
                <a:lnTo>
                  <a:pt x="434450" y="839512"/>
                </a:lnTo>
                <a:lnTo>
                  <a:pt x="434604" y="839094"/>
                </a:lnTo>
                <a:lnTo>
                  <a:pt x="434770" y="838688"/>
                </a:lnTo>
                <a:lnTo>
                  <a:pt x="434949" y="838291"/>
                </a:lnTo>
                <a:lnTo>
                  <a:pt x="435140" y="837906"/>
                </a:lnTo>
                <a:lnTo>
                  <a:pt x="435343" y="837531"/>
                </a:lnTo>
                <a:lnTo>
                  <a:pt x="435559" y="837166"/>
                </a:lnTo>
                <a:lnTo>
                  <a:pt x="435787" y="836812"/>
                </a:lnTo>
                <a:lnTo>
                  <a:pt x="436028" y="836469"/>
                </a:lnTo>
                <a:lnTo>
                  <a:pt x="436280" y="836136"/>
                </a:lnTo>
                <a:lnTo>
                  <a:pt x="436545" y="835813"/>
                </a:lnTo>
                <a:lnTo>
                  <a:pt x="436823" y="835502"/>
                </a:lnTo>
                <a:lnTo>
                  <a:pt x="437113" y="835201"/>
                </a:lnTo>
                <a:lnTo>
                  <a:pt x="437431" y="834894"/>
                </a:lnTo>
                <a:lnTo>
                  <a:pt x="437765" y="834596"/>
                </a:lnTo>
                <a:lnTo>
                  <a:pt x="438116" y="834305"/>
                </a:lnTo>
                <a:lnTo>
                  <a:pt x="438484" y="834022"/>
                </a:lnTo>
                <a:lnTo>
                  <a:pt x="438868" y="833746"/>
                </a:lnTo>
                <a:lnTo>
                  <a:pt x="439268" y="833478"/>
                </a:lnTo>
                <a:lnTo>
                  <a:pt x="439685" y="833218"/>
                </a:lnTo>
                <a:lnTo>
                  <a:pt x="440118" y="832965"/>
                </a:lnTo>
                <a:lnTo>
                  <a:pt x="440568" y="832720"/>
                </a:lnTo>
                <a:lnTo>
                  <a:pt x="441034" y="832483"/>
                </a:lnTo>
                <a:lnTo>
                  <a:pt x="441517" y="832253"/>
                </a:lnTo>
                <a:lnTo>
                  <a:pt x="442015" y="832031"/>
                </a:lnTo>
                <a:lnTo>
                  <a:pt x="442531" y="831816"/>
                </a:lnTo>
                <a:lnTo>
                  <a:pt x="443063" y="831609"/>
                </a:lnTo>
                <a:lnTo>
                  <a:pt x="443611" y="831410"/>
                </a:lnTo>
                <a:lnTo>
                  <a:pt x="444176" y="831218"/>
                </a:lnTo>
                <a:lnTo>
                  <a:pt x="444757" y="831034"/>
                </a:lnTo>
                <a:lnTo>
                  <a:pt x="445355" y="830858"/>
                </a:lnTo>
                <a:lnTo>
                  <a:pt x="445969" y="830689"/>
                </a:lnTo>
                <a:lnTo>
                  <a:pt x="446599" y="830528"/>
                </a:lnTo>
                <a:lnTo>
                  <a:pt x="447246" y="830374"/>
                </a:lnTo>
                <a:lnTo>
                  <a:pt x="447909" y="830228"/>
                </a:lnTo>
                <a:lnTo>
                  <a:pt x="448589" y="830090"/>
                </a:lnTo>
                <a:lnTo>
                  <a:pt x="449285" y="829959"/>
                </a:lnTo>
                <a:lnTo>
                  <a:pt x="450014" y="829821"/>
                </a:lnTo>
                <a:lnTo>
                  <a:pt x="450764" y="829689"/>
                </a:lnTo>
                <a:lnTo>
                  <a:pt x="451533" y="829563"/>
                </a:lnTo>
                <a:lnTo>
                  <a:pt x="452324" y="829443"/>
                </a:lnTo>
                <a:lnTo>
                  <a:pt x="453135" y="829328"/>
                </a:lnTo>
                <a:lnTo>
                  <a:pt x="453966" y="829220"/>
                </a:lnTo>
                <a:lnTo>
                  <a:pt x="454819" y="829117"/>
                </a:lnTo>
                <a:lnTo>
                  <a:pt x="455691" y="829020"/>
                </a:lnTo>
                <a:lnTo>
                  <a:pt x="456584" y="828929"/>
                </a:lnTo>
                <a:lnTo>
                  <a:pt x="457498" y="828844"/>
                </a:lnTo>
                <a:lnTo>
                  <a:pt x="458432" y="828765"/>
                </a:lnTo>
                <a:lnTo>
                  <a:pt x="459387" y="828691"/>
                </a:lnTo>
                <a:lnTo>
                  <a:pt x="460363" y="828624"/>
                </a:lnTo>
                <a:lnTo>
                  <a:pt x="461358" y="828562"/>
                </a:lnTo>
                <a:lnTo>
                  <a:pt x="462375" y="828506"/>
                </a:lnTo>
                <a:lnTo>
                  <a:pt x="463412" y="828457"/>
                </a:lnTo>
                <a:lnTo>
                  <a:pt x="464469" y="828412"/>
                </a:lnTo>
                <a:lnTo>
                  <a:pt x="465548" y="828374"/>
                </a:lnTo>
                <a:lnTo>
                  <a:pt x="466646" y="828342"/>
                </a:lnTo>
                <a:lnTo>
                  <a:pt x="467765" y="828316"/>
                </a:lnTo>
                <a:lnTo>
                  <a:pt x="468905" y="828295"/>
                </a:lnTo>
                <a:lnTo>
                  <a:pt x="470065" y="828280"/>
                </a:lnTo>
                <a:lnTo>
                  <a:pt x="471246" y="828272"/>
                </a:lnTo>
                <a:lnTo>
                  <a:pt x="472448" y="828269"/>
                </a:lnTo>
                <a:lnTo>
                  <a:pt x="472448" y="833510"/>
                </a:lnTo>
                <a:lnTo>
                  <a:pt x="472443" y="834099"/>
                </a:lnTo>
                <a:lnTo>
                  <a:pt x="472430" y="834684"/>
                </a:lnTo>
                <a:lnTo>
                  <a:pt x="472408" y="835264"/>
                </a:lnTo>
                <a:lnTo>
                  <a:pt x="472377" y="835839"/>
                </a:lnTo>
                <a:lnTo>
                  <a:pt x="472338" y="836410"/>
                </a:lnTo>
                <a:lnTo>
                  <a:pt x="472289" y="836976"/>
                </a:lnTo>
                <a:lnTo>
                  <a:pt x="472232" y="837537"/>
                </a:lnTo>
                <a:lnTo>
                  <a:pt x="472166" y="838093"/>
                </a:lnTo>
                <a:lnTo>
                  <a:pt x="472091" y="838645"/>
                </a:lnTo>
                <a:lnTo>
                  <a:pt x="472007" y="839192"/>
                </a:lnTo>
                <a:lnTo>
                  <a:pt x="471915" y="839735"/>
                </a:lnTo>
                <a:lnTo>
                  <a:pt x="471814" y="840273"/>
                </a:lnTo>
                <a:lnTo>
                  <a:pt x="471704" y="840806"/>
                </a:lnTo>
                <a:lnTo>
                  <a:pt x="471585" y="841334"/>
                </a:lnTo>
                <a:lnTo>
                  <a:pt x="471457" y="841858"/>
                </a:lnTo>
                <a:lnTo>
                  <a:pt x="471320" y="842376"/>
                </a:lnTo>
                <a:lnTo>
                  <a:pt x="471175" y="842891"/>
                </a:lnTo>
                <a:lnTo>
                  <a:pt x="471021" y="843400"/>
                </a:lnTo>
                <a:lnTo>
                  <a:pt x="470858" y="843905"/>
                </a:lnTo>
                <a:lnTo>
                  <a:pt x="470686" y="844405"/>
                </a:lnTo>
                <a:lnTo>
                  <a:pt x="470506" y="844901"/>
                </a:lnTo>
                <a:lnTo>
                  <a:pt x="470317" y="845392"/>
                </a:lnTo>
                <a:lnTo>
                  <a:pt x="470119" y="845878"/>
                </a:lnTo>
                <a:lnTo>
                  <a:pt x="469912" y="846359"/>
                </a:lnTo>
                <a:lnTo>
                  <a:pt x="469710" y="846834"/>
                </a:lnTo>
                <a:lnTo>
                  <a:pt x="469498" y="847301"/>
                </a:lnTo>
                <a:lnTo>
                  <a:pt x="469278" y="847759"/>
                </a:lnTo>
                <a:lnTo>
                  <a:pt x="469047" y="848209"/>
                </a:lnTo>
                <a:lnTo>
                  <a:pt x="468808" y="848651"/>
                </a:lnTo>
                <a:lnTo>
                  <a:pt x="468559" y="849085"/>
                </a:lnTo>
                <a:lnTo>
                  <a:pt x="468301" y="849511"/>
                </a:lnTo>
                <a:lnTo>
                  <a:pt x="468033" y="849928"/>
                </a:lnTo>
                <a:lnTo>
                  <a:pt x="467756" y="850337"/>
                </a:lnTo>
                <a:lnTo>
                  <a:pt x="467469" y="850738"/>
                </a:lnTo>
                <a:lnTo>
                  <a:pt x="467174" y="851131"/>
                </a:lnTo>
                <a:lnTo>
                  <a:pt x="466868" y="851515"/>
                </a:lnTo>
                <a:lnTo>
                  <a:pt x="466554" y="851892"/>
                </a:lnTo>
                <a:lnTo>
                  <a:pt x="466230" y="852260"/>
                </a:lnTo>
                <a:lnTo>
                  <a:pt x="465896" y="852620"/>
                </a:lnTo>
                <a:lnTo>
                  <a:pt x="465553" y="852971"/>
                </a:lnTo>
                <a:lnTo>
                  <a:pt x="465201" y="853315"/>
                </a:lnTo>
                <a:lnTo>
                  <a:pt x="464840" y="853650"/>
                </a:lnTo>
                <a:lnTo>
                  <a:pt x="464469" y="853977"/>
                </a:lnTo>
                <a:lnTo>
                  <a:pt x="464088" y="854296"/>
                </a:lnTo>
                <a:lnTo>
                  <a:pt x="463698" y="854606"/>
                </a:lnTo>
                <a:lnTo>
                  <a:pt x="463299" y="854909"/>
                </a:lnTo>
                <a:lnTo>
                  <a:pt x="462891" y="855203"/>
                </a:lnTo>
                <a:lnTo>
                  <a:pt x="462473" y="855489"/>
                </a:lnTo>
                <a:lnTo>
                  <a:pt x="462059" y="855765"/>
                </a:lnTo>
                <a:lnTo>
                  <a:pt x="461635" y="856029"/>
                </a:lnTo>
                <a:lnTo>
                  <a:pt x="461202" y="856281"/>
                </a:lnTo>
                <a:lnTo>
                  <a:pt x="460758" y="856522"/>
                </a:lnTo>
                <a:lnTo>
                  <a:pt x="460305" y="856751"/>
                </a:lnTo>
                <a:lnTo>
                  <a:pt x="459842" y="856968"/>
                </a:lnTo>
                <a:lnTo>
                  <a:pt x="459368" y="857173"/>
                </a:lnTo>
                <a:lnTo>
                  <a:pt x="458885" y="857367"/>
                </a:lnTo>
                <a:lnTo>
                  <a:pt x="458391" y="857549"/>
                </a:lnTo>
                <a:lnTo>
                  <a:pt x="457888" y="857719"/>
                </a:lnTo>
                <a:lnTo>
                  <a:pt x="457374" y="857878"/>
                </a:lnTo>
                <a:lnTo>
                  <a:pt x="456851" y="858025"/>
                </a:lnTo>
                <a:lnTo>
                  <a:pt x="456318" y="858160"/>
                </a:lnTo>
                <a:lnTo>
                  <a:pt x="455775" y="858283"/>
                </a:lnTo>
                <a:lnTo>
                  <a:pt x="455221" y="858395"/>
                </a:lnTo>
                <a:lnTo>
                  <a:pt x="454658" y="858494"/>
                </a:lnTo>
                <a:lnTo>
                  <a:pt x="454085" y="858582"/>
                </a:lnTo>
                <a:lnTo>
                  <a:pt x="453501" y="858659"/>
                </a:lnTo>
                <a:lnTo>
                  <a:pt x="452908" y="858723"/>
                </a:lnTo>
                <a:lnTo>
                  <a:pt x="452305" y="858776"/>
                </a:lnTo>
                <a:lnTo>
                  <a:pt x="451692" y="858817"/>
                </a:lnTo>
                <a:lnTo>
                  <a:pt x="451069" y="858847"/>
                </a:lnTo>
                <a:lnTo>
                  <a:pt x="450436" y="858864"/>
                </a:lnTo>
                <a:lnTo>
                  <a:pt x="449793" y="858870"/>
                </a:lnTo>
                <a:lnTo>
                  <a:pt x="449110" y="858864"/>
                </a:lnTo>
                <a:lnTo>
                  <a:pt x="448441" y="858847"/>
                </a:lnTo>
                <a:lnTo>
                  <a:pt x="447788" y="858817"/>
                </a:lnTo>
                <a:lnTo>
                  <a:pt x="447149" y="858776"/>
                </a:lnTo>
                <a:lnTo>
                  <a:pt x="446524" y="858723"/>
                </a:lnTo>
                <a:lnTo>
                  <a:pt x="445915" y="858659"/>
                </a:lnTo>
                <a:lnTo>
                  <a:pt x="445320" y="858582"/>
                </a:lnTo>
                <a:lnTo>
                  <a:pt x="444739" y="858494"/>
                </a:lnTo>
                <a:lnTo>
                  <a:pt x="444174" y="858395"/>
                </a:lnTo>
                <a:close/>
                <a:moveTo>
                  <a:pt x="591743" y="869183"/>
                </a:moveTo>
                <a:lnTo>
                  <a:pt x="591743" y="856165"/>
                </a:lnTo>
                <a:lnTo>
                  <a:pt x="553027" y="856165"/>
                </a:lnTo>
                <a:lnTo>
                  <a:pt x="553027" y="815927"/>
                </a:lnTo>
                <a:lnTo>
                  <a:pt x="553030" y="815477"/>
                </a:lnTo>
                <a:lnTo>
                  <a:pt x="553039" y="815029"/>
                </a:lnTo>
                <a:lnTo>
                  <a:pt x="553056" y="814582"/>
                </a:lnTo>
                <a:lnTo>
                  <a:pt x="553078" y="814138"/>
                </a:lnTo>
                <a:lnTo>
                  <a:pt x="553107" y="813695"/>
                </a:lnTo>
                <a:lnTo>
                  <a:pt x="553143" y="813254"/>
                </a:lnTo>
                <a:lnTo>
                  <a:pt x="553185" y="812814"/>
                </a:lnTo>
                <a:lnTo>
                  <a:pt x="553233" y="812377"/>
                </a:lnTo>
                <a:lnTo>
                  <a:pt x="553288" y="811941"/>
                </a:lnTo>
                <a:lnTo>
                  <a:pt x="553349" y="811507"/>
                </a:lnTo>
                <a:lnTo>
                  <a:pt x="553417" y="811074"/>
                </a:lnTo>
                <a:lnTo>
                  <a:pt x="553492" y="810644"/>
                </a:lnTo>
                <a:lnTo>
                  <a:pt x="553572" y="810215"/>
                </a:lnTo>
                <a:lnTo>
                  <a:pt x="553659" y="809788"/>
                </a:lnTo>
                <a:lnTo>
                  <a:pt x="553753" y="809362"/>
                </a:lnTo>
                <a:lnTo>
                  <a:pt x="553853" y="808939"/>
                </a:lnTo>
                <a:lnTo>
                  <a:pt x="553960" y="808517"/>
                </a:lnTo>
                <a:lnTo>
                  <a:pt x="554073" y="808097"/>
                </a:lnTo>
                <a:lnTo>
                  <a:pt x="554192" y="807679"/>
                </a:lnTo>
                <a:lnTo>
                  <a:pt x="554318" y="807262"/>
                </a:lnTo>
                <a:lnTo>
                  <a:pt x="554450" y="806848"/>
                </a:lnTo>
                <a:lnTo>
                  <a:pt x="554589" y="806435"/>
                </a:lnTo>
                <a:lnTo>
                  <a:pt x="554735" y="806023"/>
                </a:lnTo>
                <a:lnTo>
                  <a:pt x="554886" y="805614"/>
                </a:lnTo>
                <a:lnTo>
                  <a:pt x="555045" y="805208"/>
                </a:lnTo>
                <a:lnTo>
                  <a:pt x="555209" y="804809"/>
                </a:lnTo>
                <a:lnTo>
                  <a:pt x="555380" y="804415"/>
                </a:lnTo>
                <a:lnTo>
                  <a:pt x="555558" y="804027"/>
                </a:lnTo>
                <a:lnTo>
                  <a:pt x="555742" y="803644"/>
                </a:lnTo>
                <a:lnTo>
                  <a:pt x="555932" y="803268"/>
                </a:lnTo>
                <a:lnTo>
                  <a:pt x="556129" y="802898"/>
                </a:lnTo>
                <a:lnTo>
                  <a:pt x="556333" y="802533"/>
                </a:lnTo>
                <a:lnTo>
                  <a:pt x="556543" y="802174"/>
                </a:lnTo>
                <a:lnTo>
                  <a:pt x="556759" y="801821"/>
                </a:lnTo>
                <a:lnTo>
                  <a:pt x="556982" y="801475"/>
                </a:lnTo>
                <a:lnTo>
                  <a:pt x="557211" y="801133"/>
                </a:lnTo>
                <a:lnTo>
                  <a:pt x="557447" y="800798"/>
                </a:lnTo>
                <a:lnTo>
                  <a:pt x="557689" y="800469"/>
                </a:lnTo>
                <a:lnTo>
                  <a:pt x="557937" y="800145"/>
                </a:lnTo>
                <a:lnTo>
                  <a:pt x="558193" y="799828"/>
                </a:lnTo>
                <a:lnTo>
                  <a:pt x="558454" y="799516"/>
                </a:lnTo>
                <a:lnTo>
                  <a:pt x="558722" y="799210"/>
                </a:lnTo>
                <a:lnTo>
                  <a:pt x="558997" y="798910"/>
                </a:lnTo>
                <a:lnTo>
                  <a:pt x="559277" y="798616"/>
                </a:lnTo>
                <a:lnTo>
                  <a:pt x="559565" y="798328"/>
                </a:lnTo>
                <a:lnTo>
                  <a:pt x="559859" y="798046"/>
                </a:lnTo>
                <a:lnTo>
                  <a:pt x="560159" y="797769"/>
                </a:lnTo>
                <a:lnTo>
                  <a:pt x="560466" y="797499"/>
                </a:lnTo>
                <a:lnTo>
                  <a:pt x="560793" y="797236"/>
                </a:lnTo>
                <a:lnTo>
                  <a:pt x="561125" y="796985"/>
                </a:lnTo>
                <a:lnTo>
                  <a:pt x="561464" y="796746"/>
                </a:lnTo>
                <a:lnTo>
                  <a:pt x="561809" y="796517"/>
                </a:lnTo>
                <a:lnTo>
                  <a:pt x="562159" y="796299"/>
                </a:lnTo>
                <a:lnTo>
                  <a:pt x="562515" y="796093"/>
                </a:lnTo>
                <a:lnTo>
                  <a:pt x="562878" y="795898"/>
                </a:lnTo>
                <a:lnTo>
                  <a:pt x="563246" y="795714"/>
                </a:lnTo>
                <a:lnTo>
                  <a:pt x="563620" y="795541"/>
                </a:lnTo>
                <a:lnTo>
                  <a:pt x="563999" y="795379"/>
                </a:lnTo>
                <a:lnTo>
                  <a:pt x="564385" y="795229"/>
                </a:lnTo>
                <a:lnTo>
                  <a:pt x="564777" y="795089"/>
                </a:lnTo>
                <a:lnTo>
                  <a:pt x="565174" y="794961"/>
                </a:lnTo>
                <a:lnTo>
                  <a:pt x="565577" y="794844"/>
                </a:lnTo>
                <a:lnTo>
                  <a:pt x="565987" y="794738"/>
                </a:lnTo>
                <a:lnTo>
                  <a:pt x="566402" y="794643"/>
                </a:lnTo>
                <a:lnTo>
                  <a:pt x="566823" y="794560"/>
                </a:lnTo>
                <a:lnTo>
                  <a:pt x="567249" y="794487"/>
                </a:lnTo>
                <a:lnTo>
                  <a:pt x="567682" y="794426"/>
                </a:lnTo>
                <a:lnTo>
                  <a:pt x="568121" y="794376"/>
                </a:lnTo>
                <a:lnTo>
                  <a:pt x="568565" y="794337"/>
                </a:lnTo>
                <a:lnTo>
                  <a:pt x="569015" y="794309"/>
                </a:lnTo>
                <a:lnTo>
                  <a:pt x="569471" y="794292"/>
                </a:lnTo>
                <a:lnTo>
                  <a:pt x="569933" y="794286"/>
                </a:lnTo>
                <a:lnTo>
                  <a:pt x="570408" y="794291"/>
                </a:lnTo>
                <a:lnTo>
                  <a:pt x="570876" y="794304"/>
                </a:lnTo>
                <a:lnTo>
                  <a:pt x="571336" y="794326"/>
                </a:lnTo>
                <a:lnTo>
                  <a:pt x="571788" y="794357"/>
                </a:lnTo>
                <a:lnTo>
                  <a:pt x="572233" y="794396"/>
                </a:lnTo>
                <a:lnTo>
                  <a:pt x="572670" y="794445"/>
                </a:lnTo>
                <a:lnTo>
                  <a:pt x="573099" y="794502"/>
                </a:lnTo>
                <a:lnTo>
                  <a:pt x="573521" y="794568"/>
                </a:lnTo>
                <a:lnTo>
                  <a:pt x="573935" y="794643"/>
                </a:lnTo>
                <a:lnTo>
                  <a:pt x="574342" y="794727"/>
                </a:lnTo>
                <a:lnTo>
                  <a:pt x="574741" y="794819"/>
                </a:lnTo>
                <a:lnTo>
                  <a:pt x="575132" y="794920"/>
                </a:lnTo>
                <a:lnTo>
                  <a:pt x="575516" y="795030"/>
                </a:lnTo>
                <a:lnTo>
                  <a:pt x="575892" y="795149"/>
                </a:lnTo>
                <a:lnTo>
                  <a:pt x="576260" y="795277"/>
                </a:lnTo>
                <a:lnTo>
                  <a:pt x="576621" y="795413"/>
                </a:lnTo>
                <a:lnTo>
                  <a:pt x="576974" y="795559"/>
                </a:lnTo>
                <a:lnTo>
                  <a:pt x="577319" y="795713"/>
                </a:lnTo>
                <a:lnTo>
                  <a:pt x="577657" y="795876"/>
                </a:lnTo>
                <a:lnTo>
                  <a:pt x="577988" y="796047"/>
                </a:lnTo>
                <a:lnTo>
                  <a:pt x="578310" y="796228"/>
                </a:lnTo>
                <a:lnTo>
                  <a:pt x="578625" y="796417"/>
                </a:lnTo>
                <a:lnTo>
                  <a:pt x="578932" y="796615"/>
                </a:lnTo>
                <a:lnTo>
                  <a:pt x="579232" y="796822"/>
                </a:lnTo>
                <a:lnTo>
                  <a:pt x="579538" y="797022"/>
                </a:lnTo>
                <a:lnTo>
                  <a:pt x="579838" y="797227"/>
                </a:lnTo>
                <a:lnTo>
                  <a:pt x="580130" y="797438"/>
                </a:lnTo>
                <a:lnTo>
                  <a:pt x="580415" y="797654"/>
                </a:lnTo>
                <a:lnTo>
                  <a:pt x="580694" y="797875"/>
                </a:lnTo>
                <a:lnTo>
                  <a:pt x="580965" y="798101"/>
                </a:lnTo>
                <a:lnTo>
                  <a:pt x="581229" y="798332"/>
                </a:lnTo>
                <a:lnTo>
                  <a:pt x="581486" y="798569"/>
                </a:lnTo>
                <a:lnTo>
                  <a:pt x="581736" y="798811"/>
                </a:lnTo>
                <a:lnTo>
                  <a:pt x="581979" y="799059"/>
                </a:lnTo>
                <a:lnTo>
                  <a:pt x="582215" y="799312"/>
                </a:lnTo>
                <a:lnTo>
                  <a:pt x="582444" y="799570"/>
                </a:lnTo>
                <a:lnTo>
                  <a:pt x="582666" y="799833"/>
                </a:lnTo>
                <a:lnTo>
                  <a:pt x="582881" y="800101"/>
                </a:lnTo>
                <a:lnTo>
                  <a:pt x="583089" y="800375"/>
                </a:lnTo>
                <a:lnTo>
                  <a:pt x="583290" y="800654"/>
                </a:lnTo>
                <a:lnTo>
                  <a:pt x="583483" y="800939"/>
                </a:lnTo>
                <a:lnTo>
                  <a:pt x="583670" y="801229"/>
                </a:lnTo>
                <a:lnTo>
                  <a:pt x="583850" y="801524"/>
                </a:lnTo>
                <a:lnTo>
                  <a:pt x="584022" y="801824"/>
                </a:lnTo>
                <a:lnTo>
                  <a:pt x="584188" y="802129"/>
                </a:lnTo>
                <a:lnTo>
                  <a:pt x="584346" y="802440"/>
                </a:lnTo>
                <a:lnTo>
                  <a:pt x="584498" y="802756"/>
                </a:lnTo>
                <a:lnTo>
                  <a:pt x="584642" y="803078"/>
                </a:lnTo>
                <a:lnTo>
                  <a:pt x="584794" y="803403"/>
                </a:lnTo>
                <a:lnTo>
                  <a:pt x="584939" y="803730"/>
                </a:lnTo>
                <a:lnTo>
                  <a:pt x="585078" y="804060"/>
                </a:lnTo>
                <a:lnTo>
                  <a:pt x="585210" y="804393"/>
                </a:lnTo>
                <a:lnTo>
                  <a:pt x="585336" y="804727"/>
                </a:lnTo>
                <a:lnTo>
                  <a:pt x="585456" y="805064"/>
                </a:lnTo>
                <a:lnTo>
                  <a:pt x="585569" y="805404"/>
                </a:lnTo>
                <a:lnTo>
                  <a:pt x="585675" y="805745"/>
                </a:lnTo>
                <a:lnTo>
                  <a:pt x="585775" y="806089"/>
                </a:lnTo>
                <a:lnTo>
                  <a:pt x="585869" y="806436"/>
                </a:lnTo>
                <a:lnTo>
                  <a:pt x="585956" y="806784"/>
                </a:lnTo>
                <a:lnTo>
                  <a:pt x="586037" y="807135"/>
                </a:lnTo>
                <a:lnTo>
                  <a:pt x="586111" y="807489"/>
                </a:lnTo>
                <a:lnTo>
                  <a:pt x="586179" y="807845"/>
                </a:lnTo>
                <a:lnTo>
                  <a:pt x="586240" y="808203"/>
                </a:lnTo>
                <a:lnTo>
                  <a:pt x="586295" y="808563"/>
                </a:lnTo>
                <a:lnTo>
                  <a:pt x="586344" y="808926"/>
                </a:lnTo>
                <a:lnTo>
                  <a:pt x="586386" y="809291"/>
                </a:lnTo>
                <a:lnTo>
                  <a:pt x="586421" y="809658"/>
                </a:lnTo>
                <a:lnTo>
                  <a:pt x="586450" y="810028"/>
                </a:lnTo>
                <a:lnTo>
                  <a:pt x="586473" y="810400"/>
                </a:lnTo>
                <a:lnTo>
                  <a:pt x="586489" y="810775"/>
                </a:lnTo>
                <a:lnTo>
                  <a:pt x="586499" y="811152"/>
                </a:lnTo>
                <a:lnTo>
                  <a:pt x="586502" y="811531"/>
                </a:lnTo>
                <a:lnTo>
                  <a:pt x="586502" y="815081"/>
                </a:lnTo>
                <a:lnTo>
                  <a:pt x="600873" y="815081"/>
                </a:lnTo>
                <a:lnTo>
                  <a:pt x="600900" y="814899"/>
                </a:lnTo>
                <a:lnTo>
                  <a:pt x="600927" y="814720"/>
                </a:lnTo>
                <a:lnTo>
                  <a:pt x="600952" y="814543"/>
                </a:lnTo>
                <a:lnTo>
                  <a:pt x="600976" y="814368"/>
                </a:lnTo>
                <a:lnTo>
                  <a:pt x="600999" y="814195"/>
                </a:lnTo>
                <a:lnTo>
                  <a:pt x="601020" y="814025"/>
                </a:lnTo>
                <a:lnTo>
                  <a:pt x="601041" y="813857"/>
                </a:lnTo>
                <a:lnTo>
                  <a:pt x="601060" y="813691"/>
                </a:lnTo>
                <a:lnTo>
                  <a:pt x="601079" y="813528"/>
                </a:lnTo>
                <a:lnTo>
                  <a:pt x="601096" y="813367"/>
                </a:lnTo>
                <a:lnTo>
                  <a:pt x="601111" y="813209"/>
                </a:lnTo>
                <a:lnTo>
                  <a:pt x="601126" y="813053"/>
                </a:lnTo>
                <a:lnTo>
                  <a:pt x="601140" y="812899"/>
                </a:lnTo>
                <a:lnTo>
                  <a:pt x="601152" y="812748"/>
                </a:lnTo>
                <a:lnTo>
                  <a:pt x="601163" y="812598"/>
                </a:lnTo>
                <a:lnTo>
                  <a:pt x="601173" y="812452"/>
                </a:lnTo>
                <a:lnTo>
                  <a:pt x="601182" y="812307"/>
                </a:lnTo>
                <a:lnTo>
                  <a:pt x="601190" y="812165"/>
                </a:lnTo>
                <a:lnTo>
                  <a:pt x="601196" y="812025"/>
                </a:lnTo>
                <a:lnTo>
                  <a:pt x="601201" y="811888"/>
                </a:lnTo>
                <a:lnTo>
                  <a:pt x="601205" y="811753"/>
                </a:lnTo>
                <a:lnTo>
                  <a:pt x="601208" y="811620"/>
                </a:lnTo>
                <a:lnTo>
                  <a:pt x="601210" y="811490"/>
                </a:lnTo>
                <a:lnTo>
                  <a:pt x="601211" y="811362"/>
                </a:lnTo>
                <a:lnTo>
                  <a:pt x="601224" y="811221"/>
                </a:lnTo>
                <a:lnTo>
                  <a:pt x="601238" y="811079"/>
                </a:lnTo>
                <a:lnTo>
                  <a:pt x="601250" y="810937"/>
                </a:lnTo>
                <a:lnTo>
                  <a:pt x="601262" y="810794"/>
                </a:lnTo>
                <a:lnTo>
                  <a:pt x="601274" y="810650"/>
                </a:lnTo>
                <a:lnTo>
                  <a:pt x="601285" y="810506"/>
                </a:lnTo>
                <a:lnTo>
                  <a:pt x="601295" y="810361"/>
                </a:lnTo>
                <a:lnTo>
                  <a:pt x="601305" y="810216"/>
                </a:lnTo>
                <a:lnTo>
                  <a:pt x="601314" y="810070"/>
                </a:lnTo>
                <a:lnTo>
                  <a:pt x="601322" y="809924"/>
                </a:lnTo>
                <a:lnTo>
                  <a:pt x="601330" y="809777"/>
                </a:lnTo>
                <a:lnTo>
                  <a:pt x="601338" y="809629"/>
                </a:lnTo>
                <a:lnTo>
                  <a:pt x="601344" y="809481"/>
                </a:lnTo>
                <a:lnTo>
                  <a:pt x="601350" y="809332"/>
                </a:lnTo>
                <a:lnTo>
                  <a:pt x="601356" y="809183"/>
                </a:lnTo>
                <a:lnTo>
                  <a:pt x="601361" y="809033"/>
                </a:lnTo>
                <a:lnTo>
                  <a:pt x="601365" y="808882"/>
                </a:lnTo>
                <a:lnTo>
                  <a:pt x="601369" y="808731"/>
                </a:lnTo>
                <a:lnTo>
                  <a:pt x="601372" y="808579"/>
                </a:lnTo>
                <a:lnTo>
                  <a:pt x="601375" y="808427"/>
                </a:lnTo>
                <a:lnTo>
                  <a:pt x="601377" y="808274"/>
                </a:lnTo>
                <a:lnTo>
                  <a:pt x="601379" y="808120"/>
                </a:lnTo>
                <a:lnTo>
                  <a:pt x="601380" y="807966"/>
                </a:lnTo>
                <a:lnTo>
                  <a:pt x="601380" y="807812"/>
                </a:lnTo>
                <a:lnTo>
                  <a:pt x="601368" y="806847"/>
                </a:lnTo>
                <a:lnTo>
                  <a:pt x="601332" y="805897"/>
                </a:lnTo>
                <a:lnTo>
                  <a:pt x="601271" y="804961"/>
                </a:lnTo>
                <a:lnTo>
                  <a:pt x="601187" y="804041"/>
                </a:lnTo>
                <a:lnTo>
                  <a:pt x="601079" y="803134"/>
                </a:lnTo>
                <a:lnTo>
                  <a:pt x="600947" y="802243"/>
                </a:lnTo>
                <a:lnTo>
                  <a:pt x="600790" y="801366"/>
                </a:lnTo>
                <a:lnTo>
                  <a:pt x="600610" y="800504"/>
                </a:lnTo>
                <a:lnTo>
                  <a:pt x="600405" y="799657"/>
                </a:lnTo>
                <a:lnTo>
                  <a:pt x="600176" y="798824"/>
                </a:lnTo>
                <a:lnTo>
                  <a:pt x="599924" y="798006"/>
                </a:lnTo>
                <a:lnTo>
                  <a:pt x="599647" y="797203"/>
                </a:lnTo>
                <a:lnTo>
                  <a:pt x="599346" y="796414"/>
                </a:lnTo>
                <a:lnTo>
                  <a:pt x="599021" y="795640"/>
                </a:lnTo>
                <a:lnTo>
                  <a:pt x="598672" y="794881"/>
                </a:lnTo>
                <a:lnTo>
                  <a:pt x="598299" y="794136"/>
                </a:lnTo>
                <a:lnTo>
                  <a:pt x="597902" y="793406"/>
                </a:lnTo>
                <a:lnTo>
                  <a:pt x="597481" y="792691"/>
                </a:lnTo>
                <a:lnTo>
                  <a:pt x="597035" y="791990"/>
                </a:lnTo>
                <a:lnTo>
                  <a:pt x="596566" y="791304"/>
                </a:lnTo>
                <a:lnTo>
                  <a:pt x="596073" y="790633"/>
                </a:lnTo>
                <a:lnTo>
                  <a:pt x="595555" y="789976"/>
                </a:lnTo>
                <a:lnTo>
                  <a:pt x="595014" y="789334"/>
                </a:lnTo>
                <a:lnTo>
                  <a:pt x="594448" y="788707"/>
                </a:lnTo>
                <a:lnTo>
                  <a:pt x="593874" y="788086"/>
                </a:lnTo>
                <a:lnTo>
                  <a:pt x="593280" y="787492"/>
                </a:lnTo>
                <a:lnTo>
                  <a:pt x="592665" y="786924"/>
                </a:lnTo>
                <a:lnTo>
                  <a:pt x="592029" y="786382"/>
                </a:lnTo>
                <a:lnTo>
                  <a:pt x="591373" y="785867"/>
                </a:lnTo>
                <a:lnTo>
                  <a:pt x="590697" y="785378"/>
                </a:lnTo>
                <a:lnTo>
                  <a:pt x="590000" y="784916"/>
                </a:lnTo>
                <a:lnTo>
                  <a:pt x="589282" y="784480"/>
                </a:lnTo>
                <a:lnTo>
                  <a:pt x="588544" y="784071"/>
                </a:lnTo>
                <a:lnTo>
                  <a:pt x="587785" y="783688"/>
                </a:lnTo>
                <a:lnTo>
                  <a:pt x="587006" y="783331"/>
                </a:lnTo>
                <a:lnTo>
                  <a:pt x="586206" y="783001"/>
                </a:lnTo>
                <a:lnTo>
                  <a:pt x="585386" y="782697"/>
                </a:lnTo>
                <a:lnTo>
                  <a:pt x="584545" y="782420"/>
                </a:lnTo>
                <a:lnTo>
                  <a:pt x="583683" y="782169"/>
                </a:lnTo>
                <a:lnTo>
                  <a:pt x="582801" y="781944"/>
                </a:lnTo>
                <a:lnTo>
                  <a:pt x="581899" y="781746"/>
                </a:lnTo>
                <a:lnTo>
                  <a:pt x="580975" y="781575"/>
                </a:lnTo>
                <a:lnTo>
                  <a:pt x="580032" y="781429"/>
                </a:lnTo>
                <a:lnTo>
                  <a:pt x="579068" y="781310"/>
                </a:lnTo>
                <a:lnTo>
                  <a:pt x="578083" y="781218"/>
                </a:lnTo>
                <a:lnTo>
                  <a:pt x="577078" y="781152"/>
                </a:lnTo>
                <a:lnTo>
                  <a:pt x="576052" y="781112"/>
                </a:lnTo>
                <a:lnTo>
                  <a:pt x="575005" y="781099"/>
                </a:lnTo>
                <a:lnTo>
                  <a:pt x="574318" y="781106"/>
                </a:lnTo>
                <a:lnTo>
                  <a:pt x="573637" y="781126"/>
                </a:lnTo>
                <a:lnTo>
                  <a:pt x="572963" y="781160"/>
                </a:lnTo>
                <a:lnTo>
                  <a:pt x="572296" y="781207"/>
                </a:lnTo>
                <a:lnTo>
                  <a:pt x="571634" y="781268"/>
                </a:lnTo>
                <a:lnTo>
                  <a:pt x="570979" y="781342"/>
                </a:lnTo>
                <a:lnTo>
                  <a:pt x="570331" y="781430"/>
                </a:lnTo>
                <a:lnTo>
                  <a:pt x="569689" y="781531"/>
                </a:lnTo>
                <a:lnTo>
                  <a:pt x="569054" y="781646"/>
                </a:lnTo>
                <a:lnTo>
                  <a:pt x="568425" y="781774"/>
                </a:lnTo>
                <a:lnTo>
                  <a:pt x="567802" y="781916"/>
                </a:lnTo>
                <a:lnTo>
                  <a:pt x="567186" y="782071"/>
                </a:lnTo>
                <a:lnTo>
                  <a:pt x="566576" y="782240"/>
                </a:lnTo>
                <a:lnTo>
                  <a:pt x="565973" y="782422"/>
                </a:lnTo>
                <a:lnTo>
                  <a:pt x="565376" y="782618"/>
                </a:lnTo>
                <a:lnTo>
                  <a:pt x="564786" y="782827"/>
                </a:lnTo>
                <a:lnTo>
                  <a:pt x="564202" y="783050"/>
                </a:lnTo>
                <a:lnTo>
                  <a:pt x="563625" y="783286"/>
                </a:lnTo>
                <a:lnTo>
                  <a:pt x="563054" y="783536"/>
                </a:lnTo>
                <a:lnTo>
                  <a:pt x="562490" y="783799"/>
                </a:lnTo>
                <a:lnTo>
                  <a:pt x="561932" y="784076"/>
                </a:lnTo>
                <a:lnTo>
                  <a:pt x="561380" y="784366"/>
                </a:lnTo>
                <a:lnTo>
                  <a:pt x="560835" y="784670"/>
                </a:lnTo>
                <a:lnTo>
                  <a:pt x="560296" y="784987"/>
                </a:lnTo>
                <a:lnTo>
                  <a:pt x="559781" y="785303"/>
                </a:lnTo>
                <a:lnTo>
                  <a:pt x="559276" y="785629"/>
                </a:lnTo>
                <a:lnTo>
                  <a:pt x="558783" y="785965"/>
                </a:lnTo>
                <a:lnTo>
                  <a:pt x="558301" y="786312"/>
                </a:lnTo>
                <a:lnTo>
                  <a:pt x="557829" y="786669"/>
                </a:lnTo>
                <a:lnTo>
                  <a:pt x="557369" y="787037"/>
                </a:lnTo>
                <a:lnTo>
                  <a:pt x="556921" y="787416"/>
                </a:lnTo>
                <a:lnTo>
                  <a:pt x="556483" y="787805"/>
                </a:lnTo>
                <a:lnTo>
                  <a:pt x="556057" y="788205"/>
                </a:lnTo>
                <a:lnTo>
                  <a:pt x="555641" y="788615"/>
                </a:lnTo>
                <a:lnTo>
                  <a:pt x="555237" y="789036"/>
                </a:lnTo>
                <a:lnTo>
                  <a:pt x="554844" y="789468"/>
                </a:lnTo>
                <a:lnTo>
                  <a:pt x="554462" y="789910"/>
                </a:lnTo>
                <a:lnTo>
                  <a:pt x="554091" y="790363"/>
                </a:lnTo>
                <a:lnTo>
                  <a:pt x="553732" y="790826"/>
                </a:lnTo>
                <a:lnTo>
                  <a:pt x="553384" y="791299"/>
                </a:lnTo>
                <a:lnTo>
                  <a:pt x="553046" y="791784"/>
                </a:lnTo>
                <a:lnTo>
                  <a:pt x="552720" y="792279"/>
                </a:lnTo>
                <a:lnTo>
                  <a:pt x="552405" y="792784"/>
                </a:lnTo>
                <a:lnTo>
                  <a:pt x="552101" y="793300"/>
                </a:lnTo>
                <a:lnTo>
                  <a:pt x="551809" y="793827"/>
                </a:lnTo>
                <a:lnTo>
                  <a:pt x="551527" y="794364"/>
                </a:lnTo>
                <a:lnTo>
                  <a:pt x="551257" y="794912"/>
                </a:lnTo>
                <a:lnTo>
                  <a:pt x="550998" y="795470"/>
                </a:lnTo>
                <a:lnTo>
                  <a:pt x="550152" y="782790"/>
                </a:lnTo>
                <a:lnTo>
                  <a:pt x="514648" y="782790"/>
                </a:lnTo>
                <a:lnTo>
                  <a:pt x="514648" y="795977"/>
                </a:lnTo>
                <a:lnTo>
                  <a:pt x="536458" y="795977"/>
                </a:lnTo>
                <a:lnTo>
                  <a:pt x="536458" y="856165"/>
                </a:lnTo>
                <a:lnTo>
                  <a:pt x="513803" y="856165"/>
                </a:lnTo>
                <a:lnTo>
                  <a:pt x="513803" y="869183"/>
                </a:lnTo>
                <a:lnTo>
                  <a:pt x="536458" y="869183"/>
                </a:lnTo>
                <a:lnTo>
                  <a:pt x="553027" y="869183"/>
                </a:lnTo>
                <a:lnTo>
                  <a:pt x="591743" y="869183"/>
                </a:lnTo>
                <a:close/>
                <a:moveTo>
                  <a:pt x="248058" y="1002355"/>
                </a:moveTo>
                <a:lnTo>
                  <a:pt x="233519" y="1002355"/>
                </a:lnTo>
                <a:lnTo>
                  <a:pt x="233519" y="1027207"/>
                </a:lnTo>
                <a:lnTo>
                  <a:pt x="237407" y="1049355"/>
                </a:lnTo>
                <a:lnTo>
                  <a:pt x="244170" y="1049355"/>
                </a:lnTo>
                <a:lnTo>
                  <a:pt x="248058" y="1027207"/>
                </a:lnTo>
                <a:lnTo>
                  <a:pt x="248058" y="1002355"/>
                </a:lnTo>
                <a:close/>
                <a:moveTo>
                  <a:pt x="273250" y="1027207"/>
                </a:moveTo>
                <a:lnTo>
                  <a:pt x="273250" y="1002355"/>
                </a:lnTo>
                <a:lnTo>
                  <a:pt x="258710" y="1002355"/>
                </a:lnTo>
                <a:lnTo>
                  <a:pt x="258710" y="1027207"/>
                </a:lnTo>
                <a:lnTo>
                  <a:pt x="262598" y="1049355"/>
                </a:lnTo>
                <a:lnTo>
                  <a:pt x="269361" y="1049355"/>
                </a:lnTo>
                <a:lnTo>
                  <a:pt x="273250" y="1027207"/>
                </a:lnTo>
                <a:close/>
                <a:moveTo>
                  <a:pt x="476632" y="1119835"/>
                </a:moveTo>
                <a:lnTo>
                  <a:pt x="477153" y="1119790"/>
                </a:lnTo>
                <a:lnTo>
                  <a:pt x="477675" y="1119741"/>
                </a:lnTo>
                <a:lnTo>
                  <a:pt x="478196" y="1119687"/>
                </a:lnTo>
                <a:lnTo>
                  <a:pt x="478717" y="1119628"/>
                </a:lnTo>
                <a:lnTo>
                  <a:pt x="479238" y="1119565"/>
                </a:lnTo>
                <a:lnTo>
                  <a:pt x="479760" y="1119497"/>
                </a:lnTo>
                <a:lnTo>
                  <a:pt x="480281" y="1119424"/>
                </a:lnTo>
                <a:lnTo>
                  <a:pt x="480802" y="1119347"/>
                </a:lnTo>
                <a:lnTo>
                  <a:pt x="481324" y="1119264"/>
                </a:lnTo>
                <a:lnTo>
                  <a:pt x="481845" y="1119178"/>
                </a:lnTo>
                <a:lnTo>
                  <a:pt x="482366" y="1119086"/>
                </a:lnTo>
                <a:lnTo>
                  <a:pt x="482887" y="1118990"/>
                </a:lnTo>
                <a:lnTo>
                  <a:pt x="483409" y="1118889"/>
                </a:lnTo>
                <a:lnTo>
                  <a:pt x="483930" y="1118783"/>
                </a:lnTo>
                <a:lnTo>
                  <a:pt x="484451" y="1118673"/>
                </a:lnTo>
                <a:lnTo>
                  <a:pt x="484969" y="1118572"/>
                </a:lnTo>
                <a:lnTo>
                  <a:pt x="485479" y="1118467"/>
                </a:lnTo>
                <a:lnTo>
                  <a:pt x="485981" y="1118358"/>
                </a:lnTo>
                <a:lnTo>
                  <a:pt x="486475" y="1118245"/>
                </a:lnTo>
                <a:lnTo>
                  <a:pt x="486962" y="1118128"/>
                </a:lnTo>
                <a:lnTo>
                  <a:pt x="487442" y="1118007"/>
                </a:lnTo>
                <a:lnTo>
                  <a:pt x="487913" y="1117882"/>
                </a:lnTo>
                <a:lnTo>
                  <a:pt x="488377" y="1117752"/>
                </a:lnTo>
                <a:lnTo>
                  <a:pt x="488834" y="1117619"/>
                </a:lnTo>
                <a:lnTo>
                  <a:pt x="489283" y="1117481"/>
                </a:lnTo>
                <a:lnTo>
                  <a:pt x="489724" y="1117339"/>
                </a:lnTo>
                <a:lnTo>
                  <a:pt x="490157" y="1117193"/>
                </a:lnTo>
                <a:lnTo>
                  <a:pt x="490583" y="1117043"/>
                </a:lnTo>
                <a:lnTo>
                  <a:pt x="491002" y="1116889"/>
                </a:lnTo>
                <a:lnTo>
                  <a:pt x="491412" y="1116731"/>
                </a:lnTo>
                <a:lnTo>
                  <a:pt x="491815" y="1116569"/>
                </a:lnTo>
                <a:lnTo>
                  <a:pt x="492211" y="1116402"/>
                </a:lnTo>
                <a:lnTo>
                  <a:pt x="492598" y="1116232"/>
                </a:lnTo>
                <a:lnTo>
                  <a:pt x="492978" y="1116057"/>
                </a:lnTo>
                <a:lnTo>
                  <a:pt x="493351" y="1115878"/>
                </a:lnTo>
                <a:lnTo>
                  <a:pt x="493716" y="1115696"/>
                </a:lnTo>
                <a:lnTo>
                  <a:pt x="494073" y="1115509"/>
                </a:lnTo>
                <a:lnTo>
                  <a:pt x="494422" y="1115318"/>
                </a:lnTo>
                <a:lnTo>
                  <a:pt x="494764" y="1115122"/>
                </a:lnTo>
                <a:lnTo>
                  <a:pt x="494764" y="1102104"/>
                </a:lnTo>
                <a:lnTo>
                  <a:pt x="494467" y="1102245"/>
                </a:lnTo>
                <a:lnTo>
                  <a:pt x="494164" y="1102385"/>
                </a:lnTo>
                <a:lnTo>
                  <a:pt x="493858" y="1102524"/>
                </a:lnTo>
                <a:lnTo>
                  <a:pt x="493548" y="1102663"/>
                </a:lnTo>
                <a:lnTo>
                  <a:pt x="493234" y="1102801"/>
                </a:lnTo>
                <a:lnTo>
                  <a:pt x="492915" y="1102939"/>
                </a:lnTo>
                <a:lnTo>
                  <a:pt x="492593" y="1103076"/>
                </a:lnTo>
                <a:lnTo>
                  <a:pt x="492266" y="1103213"/>
                </a:lnTo>
                <a:lnTo>
                  <a:pt x="491935" y="1103348"/>
                </a:lnTo>
                <a:lnTo>
                  <a:pt x="491600" y="1103484"/>
                </a:lnTo>
                <a:lnTo>
                  <a:pt x="491261" y="1103618"/>
                </a:lnTo>
                <a:lnTo>
                  <a:pt x="490918" y="1103753"/>
                </a:lnTo>
                <a:lnTo>
                  <a:pt x="490571" y="1103886"/>
                </a:lnTo>
                <a:lnTo>
                  <a:pt x="490220" y="1104019"/>
                </a:lnTo>
                <a:lnTo>
                  <a:pt x="489864" y="1104151"/>
                </a:lnTo>
                <a:lnTo>
                  <a:pt x="489505" y="1104283"/>
                </a:lnTo>
                <a:lnTo>
                  <a:pt x="489141" y="1104414"/>
                </a:lnTo>
                <a:lnTo>
                  <a:pt x="488773" y="1104545"/>
                </a:lnTo>
                <a:lnTo>
                  <a:pt x="488401" y="1104675"/>
                </a:lnTo>
                <a:lnTo>
                  <a:pt x="488025" y="1104805"/>
                </a:lnTo>
                <a:lnTo>
                  <a:pt x="487645" y="1104933"/>
                </a:lnTo>
                <a:lnTo>
                  <a:pt x="487261" y="1105062"/>
                </a:lnTo>
                <a:lnTo>
                  <a:pt x="486873" y="1105189"/>
                </a:lnTo>
                <a:lnTo>
                  <a:pt x="486480" y="1105316"/>
                </a:lnTo>
                <a:lnTo>
                  <a:pt x="486098" y="1105427"/>
                </a:lnTo>
                <a:lnTo>
                  <a:pt x="485713" y="1105533"/>
                </a:lnTo>
                <a:lnTo>
                  <a:pt x="485326" y="1105634"/>
                </a:lnTo>
                <a:lnTo>
                  <a:pt x="484935" y="1105730"/>
                </a:lnTo>
                <a:lnTo>
                  <a:pt x="484541" y="1105821"/>
                </a:lnTo>
                <a:lnTo>
                  <a:pt x="484145" y="1105908"/>
                </a:lnTo>
                <a:lnTo>
                  <a:pt x="483745" y="1105990"/>
                </a:lnTo>
                <a:lnTo>
                  <a:pt x="483343" y="1106068"/>
                </a:lnTo>
                <a:lnTo>
                  <a:pt x="482938" y="1106141"/>
                </a:lnTo>
                <a:lnTo>
                  <a:pt x="482529" y="1106209"/>
                </a:lnTo>
                <a:lnTo>
                  <a:pt x="482118" y="1106272"/>
                </a:lnTo>
                <a:lnTo>
                  <a:pt x="481704" y="1106331"/>
                </a:lnTo>
                <a:lnTo>
                  <a:pt x="481287" y="1106385"/>
                </a:lnTo>
                <a:lnTo>
                  <a:pt x="480867" y="1106434"/>
                </a:lnTo>
                <a:lnTo>
                  <a:pt x="480444" y="1106479"/>
                </a:lnTo>
                <a:lnTo>
                  <a:pt x="480018" y="1106519"/>
                </a:lnTo>
                <a:lnTo>
                  <a:pt x="479589" y="1106554"/>
                </a:lnTo>
                <a:lnTo>
                  <a:pt x="479157" y="1106585"/>
                </a:lnTo>
                <a:lnTo>
                  <a:pt x="478723" y="1106610"/>
                </a:lnTo>
                <a:lnTo>
                  <a:pt x="478285" y="1106631"/>
                </a:lnTo>
                <a:lnTo>
                  <a:pt x="477845" y="1106648"/>
                </a:lnTo>
                <a:lnTo>
                  <a:pt x="477401" y="1106660"/>
                </a:lnTo>
                <a:lnTo>
                  <a:pt x="476955" y="1106667"/>
                </a:lnTo>
                <a:lnTo>
                  <a:pt x="476505" y="1106669"/>
                </a:lnTo>
                <a:lnTo>
                  <a:pt x="475932" y="1106666"/>
                </a:lnTo>
                <a:lnTo>
                  <a:pt x="475366" y="1106657"/>
                </a:lnTo>
                <a:lnTo>
                  <a:pt x="474809" y="1106643"/>
                </a:lnTo>
                <a:lnTo>
                  <a:pt x="474260" y="1106622"/>
                </a:lnTo>
                <a:lnTo>
                  <a:pt x="473720" y="1106596"/>
                </a:lnTo>
                <a:lnTo>
                  <a:pt x="473187" y="1106563"/>
                </a:lnTo>
                <a:lnTo>
                  <a:pt x="472663" y="1106525"/>
                </a:lnTo>
                <a:lnTo>
                  <a:pt x="472147" y="1106481"/>
                </a:lnTo>
                <a:lnTo>
                  <a:pt x="471639" y="1106431"/>
                </a:lnTo>
                <a:lnTo>
                  <a:pt x="471140" y="1106375"/>
                </a:lnTo>
                <a:lnTo>
                  <a:pt x="470648" y="1106314"/>
                </a:lnTo>
                <a:lnTo>
                  <a:pt x="470165" y="1106246"/>
                </a:lnTo>
                <a:lnTo>
                  <a:pt x="469690" y="1106173"/>
                </a:lnTo>
                <a:lnTo>
                  <a:pt x="469224" y="1106094"/>
                </a:lnTo>
                <a:lnTo>
                  <a:pt x="468765" y="1106009"/>
                </a:lnTo>
                <a:lnTo>
                  <a:pt x="468315" y="1105918"/>
                </a:lnTo>
                <a:lnTo>
                  <a:pt x="467873" y="1105821"/>
                </a:lnTo>
                <a:lnTo>
                  <a:pt x="467439" y="1105718"/>
                </a:lnTo>
                <a:lnTo>
                  <a:pt x="467013" y="1105609"/>
                </a:lnTo>
                <a:lnTo>
                  <a:pt x="466596" y="1105495"/>
                </a:lnTo>
                <a:lnTo>
                  <a:pt x="466187" y="1105374"/>
                </a:lnTo>
                <a:lnTo>
                  <a:pt x="465786" y="1105248"/>
                </a:lnTo>
                <a:lnTo>
                  <a:pt x="465393" y="1105116"/>
                </a:lnTo>
                <a:lnTo>
                  <a:pt x="465009" y="1104978"/>
                </a:lnTo>
                <a:lnTo>
                  <a:pt x="464632" y="1104834"/>
                </a:lnTo>
                <a:lnTo>
                  <a:pt x="464263" y="1104682"/>
                </a:lnTo>
                <a:lnTo>
                  <a:pt x="463902" y="1104524"/>
                </a:lnTo>
                <a:lnTo>
                  <a:pt x="463548" y="1104358"/>
                </a:lnTo>
                <a:lnTo>
                  <a:pt x="463202" y="1104186"/>
                </a:lnTo>
                <a:lnTo>
                  <a:pt x="462864" y="1104006"/>
                </a:lnTo>
                <a:lnTo>
                  <a:pt x="462533" y="1103819"/>
                </a:lnTo>
                <a:lnTo>
                  <a:pt x="462210" y="1103626"/>
                </a:lnTo>
                <a:lnTo>
                  <a:pt x="461894" y="1103425"/>
                </a:lnTo>
                <a:lnTo>
                  <a:pt x="461586" y="1103217"/>
                </a:lnTo>
                <a:lnTo>
                  <a:pt x="461286" y="1103002"/>
                </a:lnTo>
                <a:lnTo>
                  <a:pt x="460993" y="1102780"/>
                </a:lnTo>
                <a:lnTo>
                  <a:pt x="460708" y="1102552"/>
                </a:lnTo>
                <a:lnTo>
                  <a:pt x="460431" y="1102316"/>
                </a:lnTo>
                <a:lnTo>
                  <a:pt x="460161" y="1102073"/>
                </a:lnTo>
                <a:lnTo>
                  <a:pt x="459899" y="1101822"/>
                </a:lnTo>
                <a:lnTo>
                  <a:pt x="459645" y="1101565"/>
                </a:lnTo>
                <a:lnTo>
                  <a:pt x="459398" y="1101301"/>
                </a:lnTo>
                <a:lnTo>
                  <a:pt x="459158" y="1101030"/>
                </a:lnTo>
                <a:lnTo>
                  <a:pt x="458927" y="1100752"/>
                </a:lnTo>
                <a:lnTo>
                  <a:pt x="458703" y="1100466"/>
                </a:lnTo>
                <a:lnTo>
                  <a:pt x="458487" y="1100174"/>
                </a:lnTo>
                <a:lnTo>
                  <a:pt x="458278" y="1099875"/>
                </a:lnTo>
                <a:lnTo>
                  <a:pt x="458077" y="1099568"/>
                </a:lnTo>
                <a:lnTo>
                  <a:pt x="457884" y="1099255"/>
                </a:lnTo>
                <a:lnTo>
                  <a:pt x="457699" y="1098934"/>
                </a:lnTo>
                <a:lnTo>
                  <a:pt x="457522" y="1098607"/>
                </a:lnTo>
                <a:lnTo>
                  <a:pt x="457354" y="1098272"/>
                </a:lnTo>
                <a:lnTo>
                  <a:pt x="457193" y="1097930"/>
                </a:lnTo>
                <a:lnTo>
                  <a:pt x="457041" y="1097582"/>
                </a:lnTo>
                <a:lnTo>
                  <a:pt x="456898" y="1097226"/>
                </a:lnTo>
                <a:lnTo>
                  <a:pt x="456762" y="1096863"/>
                </a:lnTo>
                <a:lnTo>
                  <a:pt x="456635" y="1096493"/>
                </a:lnTo>
                <a:lnTo>
                  <a:pt x="456515" y="1096116"/>
                </a:lnTo>
                <a:lnTo>
                  <a:pt x="456404" y="1095733"/>
                </a:lnTo>
                <a:lnTo>
                  <a:pt x="456302" y="1095342"/>
                </a:lnTo>
                <a:lnTo>
                  <a:pt x="456207" y="1094944"/>
                </a:lnTo>
                <a:lnTo>
                  <a:pt x="456121" y="1094539"/>
                </a:lnTo>
                <a:lnTo>
                  <a:pt x="456043" y="1094126"/>
                </a:lnTo>
                <a:lnTo>
                  <a:pt x="455973" y="1093707"/>
                </a:lnTo>
                <a:lnTo>
                  <a:pt x="455911" y="1093281"/>
                </a:lnTo>
                <a:lnTo>
                  <a:pt x="455858" y="1092848"/>
                </a:lnTo>
                <a:lnTo>
                  <a:pt x="455813" y="1092408"/>
                </a:lnTo>
                <a:lnTo>
                  <a:pt x="455776" y="1091960"/>
                </a:lnTo>
                <a:lnTo>
                  <a:pt x="455747" y="1091506"/>
                </a:lnTo>
                <a:lnTo>
                  <a:pt x="455726" y="1091044"/>
                </a:lnTo>
                <a:lnTo>
                  <a:pt x="455714" y="1090576"/>
                </a:lnTo>
                <a:lnTo>
                  <a:pt x="455710" y="1090100"/>
                </a:lnTo>
                <a:lnTo>
                  <a:pt x="455710" y="1045129"/>
                </a:lnTo>
                <a:lnTo>
                  <a:pt x="494764" y="1045129"/>
                </a:lnTo>
                <a:lnTo>
                  <a:pt x="494764" y="1031941"/>
                </a:lnTo>
                <a:lnTo>
                  <a:pt x="455710" y="1031941"/>
                </a:lnTo>
                <a:lnTo>
                  <a:pt x="455710" y="1004383"/>
                </a:lnTo>
                <a:lnTo>
                  <a:pt x="445228" y="1004383"/>
                </a:lnTo>
                <a:lnTo>
                  <a:pt x="439310" y="1031941"/>
                </a:lnTo>
                <a:lnTo>
                  <a:pt x="413781" y="1031941"/>
                </a:lnTo>
                <a:lnTo>
                  <a:pt x="413781" y="1045129"/>
                </a:lnTo>
                <a:lnTo>
                  <a:pt x="438803" y="1045129"/>
                </a:lnTo>
                <a:lnTo>
                  <a:pt x="438803" y="1091453"/>
                </a:lnTo>
                <a:lnTo>
                  <a:pt x="438819" y="1092706"/>
                </a:lnTo>
                <a:lnTo>
                  <a:pt x="438865" y="1093930"/>
                </a:lnTo>
                <a:lnTo>
                  <a:pt x="438943" y="1095125"/>
                </a:lnTo>
                <a:lnTo>
                  <a:pt x="439052" y="1096290"/>
                </a:lnTo>
                <a:lnTo>
                  <a:pt x="439192" y="1097426"/>
                </a:lnTo>
                <a:lnTo>
                  <a:pt x="439363" y="1098533"/>
                </a:lnTo>
                <a:lnTo>
                  <a:pt x="439565" y="1099610"/>
                </a:lnTo>
                <a:lnTo>
                  <a:pt x="439799" y="1100658"/>
                </a:lnTo>
                <a:lnTo>
                  <a:pt x="440063" y="1101676"/>
                </a:lnTo>
                <a:lnTo>
                  <a:pt x="440359" y="1102665"/>
                </a:lnTo>
                <a:lnTo>
                  <a:pt x="440686" y="1103625"/>
                </a:lnTo>
                <a:lnTo>
                  <a:pt x="441043" y="1104556"/>
                </a:lnTo>
                <a:lnTo>
                  <a:pt x="441432" y="1105457"/>
                </a:lnTo>
                <a:lnTo>
                  <a:pt x="441852" y="1106329"/>
                </a:lnTo>
                <a:lnTo>
                  <a:pt x="442303" y="1107171"/>
                </a:lnTo>
                <a:lnTo>
                  <a:pt x="442786" y="1107984"/>
                </a:lnTo>
                <a:lnTo>
                  <a:pt x="443299" y="1108768"/>
                </a:lnTo>
                <a:lnTo>
                  <a:pt x="443844" y="1109522"/>
                </a:lnTo>
                <a:lnTo>
                  <a:pt x="444419" y="1110247"/>
                </a:lnTo>
                <a:lnTo>
                  <a:pt x="445026" y="1110943"/>
                </a:lnTo>
                <a:lnTo>
                  <a:pt x="445664" y="1111609"/>
                </a:lnTo>
                <a:lnTo>
                  <a:pt x="446333" y="1112246"/>
                </a:lnTo>
                <a:lnTo>
                  <a:pt x="447033" y="1112853"/>
                </a:lnTo>
                <a:lnTo>
                  <a:pt x="447764" y="1113432"/>
                </a:lnTo>
                <a:lnTo>
                  <a:pt x="448521" y="1113970"/>
                </a:lnTo>
                <a:lnTo>
                  <a:pt x="449301" y="1114485"/>
                </a:lnTo>
                <a:lnTo>
                  <a:pt x="450102" y="1114977"/>
                </a:lnTo>
                <a:lnTo>
                  <a:pt x="450924" y="1115446"/>
                </a:lnTo>
                <a:lnTo>
                  <a:pt x="451769" y="1115893"/>
                </a:lnTo>
                <a:lnTo>
                  <a:pt x="452635" y="1116316"/>
                </a:lnTo>
                <a:lnTo>
                  <a:pt x="453523" y="1116717"/>
                </a:lnTo>
                <a:lnTo>
                  <a:pt x="454433" y="1117095"/>
                </a:lnTo>
                <a:lnTo>
                  <a:pt x="455364" y="1117450"/>
                </a:lnTo>
                <a:lnTo>
                  <a:pt x="456317" y="1117782"/>
                </a:lnTo>
                <a:lnTo>
                  <a:pt x="457292" y="1118091"/>
                </a:lnTo>
                <a:lnTo>
                  <a:pt x="458288" y="1118377"/>
                </a:lnTo>
                <a:lnTo>
                  <a:pt x="459306" y="1118640"/>
                </a:lnTo>
                <a:lnTo>
                  <a:pt x="460346" y="1118881"/>
                </a:lnTo>
                <a:lnTo>
                  <a:pt x="461408" y="1119098"/>
                </a:lnTo>
                <a:lnTo>
                  <a:pt x="462491" y="1119293"/>
                </a:lnTo>
                <a:lnTo>
                  <a:pt x="463597" y="1119464"/>
                </a:lnTo>
                <a:lnTo>
                  <a:pt x="464723" y="1119613"/>
                </a:lnTo>
                <a:lnTo>
                  <a:pt x="465872" y="1119739"/>
                </a:lnTo>
                <a:lnTo>
                  <a:pt x="467042" y="1119842"/>
                </a:lnTo>
                <a:lnTo>
                  <a:pt x="468234" y="1119922"/>
                </a:lnTo>
                <a:lnTo>
                  <a:pt x="469448" y="1119980"/>
                </a:lnTo>
                <a:lnTo>
                  <a:pt x="470683" y="1120014"/>
                </a:lnTo>
                <a:lnTo>
                  <a:pt x="471940" y="1120025"/>
                </a:lnTo>
                <a:lnTo>
                  <a:pt x="472462" y="1120023"/>
                </a:lnTo>
                <a:lnTo>
                  <a:pt x="472983" y="1120016"/>
                </a:lnTo>
                <a:lnTo>
                  <a:pt x="473504" y="1120004"/>
                </a:lnTo>
                <a:lnTo>
                  <a:pt x="474026" y="1119988"/>
                </a:lnTo>
                <a:lnTo>
                  <a:pt x="474547" y="1119967"/>
                </a:lnTo>
                <a:lnTo>
                  <a:pt x="475068" y="1119941"/>
                </a:lnTo>
                <a:lnTo>
                  <a:pt x="475589" y="1119910"/>
                </a:lnTo>
                <a:lnTo>
                  <a:pt x="476111" y="1119875"/>
                </a:lnTo>
                <a:lnTo>
                  <a:pt x="476632" y="1119835"/>
                </a:lnTo>
                <a:close/>
                <a:moveTo>
                  <a:pt x="362290" y="1119621"/>
                </a:moveTo>
                <a:lnTo>
                  <a:pt x="363187" y="1119526"/>
                </a:lnTo>
                <a:lnTo>
                  <a:pt x="364072" y="1119422"/>
                </a:lnTo>
                <a:lnTo>
                  <a:pt x="364945" y="1119307"/>
                </a:lnTo>
                <a:lnTo>
                  <a:pt x="365805" y="1119182"/>
                </a:lnTo>
                <a:lnTo>
                  <a:pt x="366653" y="1119047"/>
                </a:lnTo>
                <a:lnTo>
                  <a:pt x="367489" y="1118903"/>
                </a:lnTo>
                <a:lnTo>
                  <a:pt x="368312" y="1118748"/>
                </a:lnTo>
                <a:lnTo>
                  <a:pt x="369123" y="1118583"/>
                </a:lnTo>
                <a:lnTo>
                  <a:pt x="369922" y="1118409"/>
                </a:lnTo>
                <a:lnTo>
                  <a:pt x="370708" y="1118224"/>
                </a:lnTo>
                <a:lnTo>
                  <a:pt x="371482" y="1118029"/>
                </a:lnTo>
                <a:lnTo>
                  <a:pt x="372244" y="1117825"/>
                </a:lnTo>
                <a:lnTo>
                  <a:pt x="372993" y="1117610"/>
                </a:lnTo>
                <a:lnTo>
                  <a:pt x="373730" y="1117386"/>
                </a:lnTo>
                <a:lnTo>
                  <a:pt x="374455" y="1117151"/>
                </a:lnTo>
                <a:lnTo>
                  <a:pt x="375180" y="1116906"/>
                </a:lnTo>
                <a:lnTo>
                  <a:pt x="375891" y="1116651"/>
                </a:lnTo>
                <a:lnTo>
                  <a:pt x="376586" y="1116385"/>
                </a:lnTo>
                <a:lnTo>
                  <a:pt x="377268" y="1116109"/>
                </a:lnTo>
                <a:lnTo>
                  <a:pt x="377934" y="1115822"/>
                </a:lnTo>
                <a:lnTo>
                  <a:pt x="378586" y="1115524"/>
                </a:lnTo>
                <a:lnTo>
                  <a:pt x="379223" y="1115216"/>
                </a:lnTo>
                <a:lnTo>
                  <a:pt x="379846" y="1114897"/>
                </a:lnTo>
                <a:lnTo>
                  <a:pt x="380454" y="1114568"/>
                </a:lnTo>
                <a:lnTo>
                  <a:pt x="381047" y="1114228"/>
                </a:lnTo>
                <a:lnTo>
                  <a:pt x="381626" y="1113877"/>
                </a:lnTo>
                <a:lnTo>
                  <a:pt x="382189" y="1113516"/>
                </a:lnTo>
                <a:lnTo>
                  <a:pt x="382739" y="1113145"/>
                </a:lnTo>
                <a:lnTo>
                  <a:pt x="383273" y="1112763"/>
                </a:lnTo>
                <a:lnTo>
                  <a:pt x="383793" y="1112370"/>
                </a:lnTo>
                <a:lnTo>
                  <a:pt x="384298" y="1111966"/>
                </a:lnTo>
                <a:lnTo>
                  <a:pt x="384789" y="1111553"/>
                </a:lnTo>
                <a:lnTo>
                  <a:pt x="385264" y="1111128"/>
                </a:lnTo>
                <a:lnTo>
                  <a:pt x="385726" y="1110693"/>
                </a:lnTo>
                <a:lnTo>
                  <a:pt x="386172" y="1110248"/>
                </a:lnTo>
                <a:lnTo>
                  <a:pt x="386604" y="1109792"/>
                </a:lnTo>
                <a:lnTo>
                  <a:pt x="387021" y="1109325"/>
                </a:lnTo>
                <a:lnTo>
                  <a:pt x="387423" y="1108848"/>
                </a:lnTo>
                <a:lnTo>
                  <a:pt x="387811" y="1108360"/>
                </a:lnTo>
                <a:lnTo>
                  <a:pt x="388197" y="1107861"/>
                </a:lnTo>
                <a:lnTo>
                  <a:pt x="388567" y="1107352"/>
                </a:lnTo>
                <a:lnTo>
                  <a:pt x="388920" y="1106833"/>
                </a:lnTo>
                <a:lnTo>
                  <a:pt x="389257" y="1106303"/>
                </a:lnTo>
                <a:lnTo>
                  <a:pt x="389578" y="1105762"/>
                </a:lnTo>
                <a:lnTo>
                  <a:pt x="389882" y="1105211"/>
                </a:lnTo>
                <a:lnTo>
                  <a:pt x="390170" y="1104649"/>
                </a:lnTo>
                <a:lnTo>
                  <a:pt x="390441" y="1104077"/>
                </a:lnTo>
                <a:lnTo>
                  <a:pt x="390696" y="1103494"/>
                </a:lnTo>
                <a:lnTo>
                  <a:pt x="390934" y="1102900"/>
                </a:lnTo>
                <a:lnTo>
                  <a:pt x="391156" y="1102296"/>
                </a:lnTo>
                <a:lnTo>
                  <a:pt x="391361" y="1101682"/>
                </a:lnTo>
                <a:lnTo>
                  <a:pt x="391550" y="1101056"/>
                </a:lnTo>
                <a:lnTo>
                  <a:pt x="391723" y="1100421"/>
                </a:lnTo>
                <a:lnTo>
                  <a:pt x="391879" y="1099774"/>
                </a:lnTo>
                <a:lnTo>
                  <a:pt x="392019" y="1099117"/>
                </a:lnTo>
                <a:lnTo>
                  <a:pt x="392142" y="1098450"/>
                </a:lnTo>
                <a:lnTo>
                  <a:pt x="392249" y="1097772"/>
                </a:lnTo>
                <a:lnTo>
                  <a:pt x="392339" y="1097083"/>
                </a:lnTo>
                <a:lnTo>
                  <a:pt x="392413" y="1096384"/>
                </a:lnTo>
                <a:lnTo>
                  <a:pt x="392471" y="1095674"/>
                </a:lnTo>
                <a:lnTo>
                  <a:pt x="392512" y="1094954"/>
                </a:lnTo>
                <a:lnTo>
                  <a:pt x="392537" y="1094223"/>
                </a:lnTo>
                <a:lnTo>
                  <a:pt x="392545" y="1093482"/>
                </a:lnTo>
                <a:lnTo>
                  <a:pt x="392539" y="1092825"/>
                </a:lnTo>
                <a:lnTo>
                  <a:pt x="392523" y="1092179"/>
                </a:lnTo>
                <a:lnTo>
                  <a:pt x="392495" y="1091543"/>
                </a:lnTo>
                <a:lnTo>
                  <a:pt x="392456" y="1090918"/>
                </a:lnTo>
                <a:lnTo>
                  <a:pt x="392405" y="1090303"/>
                </a:lnTo>
                <a:lnTo>
                  <a:pt x="392344" y="1089699"/>
                </a:lnTo>
                <a:lnTo>
                  <a:pt x="392272" y="1089105"/>
                </a:lnTo>
                <a:lnTo>
                  <a:pt x="392188" y="1088522"/>
                </a:lnTo>
                <a:lnTo>
                  <a:pt x="392093" y="1087950"/>
                </a:lnTo>
                <a:lnTo>
                  <a:pt x="391987" y="1087388"/>
                </a:lnTo>
                <a:lnTo>
                  <a:pt x="391870" y="1086837"/>
                </a:lnTo>
                <a:lnTo>
                  <a:pt x="391742" y="1086296"/>
                </a:lnTo>
                <a:lnTo>
                  <a:pt x="391602" y="1085766"/>
                </a:lnTo>
                <a:lnTo>
                  <a:pt x="391452" y="1085247"/>
                </a:lnTo>
                <a:lnTo>
                  <a:pt x="391290" y="1084738"/>
                </a:lnTo>
                <a:lnTo>
                  <a:pt x="391117" y="1084239"/>
                </a:lnTo>
                <a:lnTo>
                  <a:pt x="390933" y="1083752"/>
                </a:lnTo>
                <a:lnTo>
                  <a:pt x="390738" y="1083274"/>
                </a:lnTo>
                <a:lnTo>
                  <a:pt x="390532" y="1082808"/>
                </a:lnTo>
                <a:lnTo>
                  <a:pt x="390314" y="1082351"/>
                </a:lnTo>
                <a:lnTo>
                  <a:pt x="390085" y="1081906"/>
                </a:lnTo>
                <a:lnTo>
                  <a:pt x="389846" y="1081471"/>
                </a:lnTo>
                <a:lnTo>
                  <a:pt x="389595" y="1081047"/>
                </a:lnTo>
                <a:lnTo>
                  <a:pt x="389333" y="1080633"/>
                </a:lnTo>
                <a:lnTo>
                  <a:pt x="389058" y="1080213"/>
                </a:lnTo>
                <a:lnTo>
                  <a:pt x="388769" y="1079800"/>
                </a:lnTo>
                <a:lnTo>
                  <a:pt x="388466" y="1079394"/>
                </a:lnTo>
                <a:lnTo>
                  <a:pt x="388149" y="1078994"/>
                </a:lnTo>
                <a:lnTo>
                  <a:pt x="387818" y="1078600"/>
                </a:lnTo>
                <a:lnTo>
                  <a:pt x="387473" y="1078213"/>
                </a:lnTo>
                <a:lnTo>
                  <a:pt x="387114" y="1077832"/>
                </a:lnTo>
                <a:lnTo>
                  <a:pt x="386740" y="1077458"/>
                </a:lnTo>
                <a:lnTo>
                  <a:pt x="386353" y="1077090"/>
                </a:lnTo>
                <a:lnTo>
                  <a:pt x="385951" y="1076729"/>
                </a:lnTo>
                <a:lnTo>
                  <a:pt x="385536" y="1076374"/>
                </a:lnTo>
                <a:lnTo>
                  <a:pt x="385106" y="1076026"/>
                </a:lnTo>
                <a:lnTo>
                  <a:pt x="384662" y="1075684"/>
                </a:lnTo>
                <a:lnTo>
                  <a:pt x="384204" y="1075348"/>
                </a:lnTo>
                <a:lnTo>
                  <a:pt x="383732" y="1075019"/>
                </a:lnTo>
                <a:lnTo>
                  <a:pt x="383246" y="1074697"/>
                </a:lnTo>
                <a:lnTo>
                  <a:pt x="382746" y="1074380"/>
                </a:lnTo>
                <a:lnTo>
                  <a:pt x="382232" y="1074071"/>
                </a:lnTo>
                <a:lnTo>
                  <a:pt x="381703" y="1073768"/>
                </a:lnTo>
                <a:lnTo>
                  <a:pt x="381161" y="1073471"/>
                </a:lnTo>
                <a:lnTo>
                  <a:pt x="380604" y="1073181"/>
                </a:lnTo>
                <a:lnTo>
                  <a:pt x="380034" y="1072897"/>
                </a:lnTo>
                <a:lnTo>
                  <a:pt x="379449" y="1072619"/>
                </a:lnTo>
                <a:lnTo>
                  <a:pt x="378850" y="1072348"/>
                </a:lnTo>
                <a:lnTo>
                  <a:pt x="378250" y="1072082"/>
                </a:lnTo>
                <a:lnTo>
                  <a:pt x="377631" y="1071820"/>
                </a:lnTo>
                <a:lnTo>
                  <a:pt x="376993" y="1071561"/>
                </a:lnTo>
                <a:lnTo>
                  <a:pt x="376338" y="1071306"/>
                </a:lnTo>
                <a:lnTo>
                  <a:pt x="375664" y="1071054"/>
                </a:lnTo>
                <a:lnTo>
                  <a:pt x="374972" y="1070806"/>
                </a:lnTo>
                <a:lnTo>
                  <a:pt x="374262" y="1070561"/>
                </a:lnTo>
                <a:lnTo>
                  <a:pt x="373534" y="1070320"/>
                </a:lnTo>
                <a:lnTo>
                  <a:pt x="372788" y="1070082"/>
                </a:lnTo>
                <a:lnTo>
                  <a:pt x="372023" y="1069848"/>
                </a:lnTo>
                <a:lnTo>
                  <a:pt x="371240" y="1069617"/>
                </a:lnTo>
                <a:lnTo>
                  <a:pt x="370439" y="1069390"/>
                </a:lnTo>
                <a:lnTo>
                  <a:pt x="369620" y="1069166"/>
                </a:lnTo>
                <a:lnTo>
                  <a:pt x="368783" y="1068946"/>
                </a:lnTo>
                <a:lnTo>
                  <a:pt x="367927" y="1068729"/>
                </a:lnTo>
                <a:lnTo>
                  <a:pt x="367053" y="1068516"/>
                </a:lnTo>
                <a:lnTo>
                  <a:pt x="366161" y="1068307"/>
                </a:lnTo>
                <a:lnTo>
                  <a:pt x="365251" y="1068101"/>
                </a:lnTo>
                <a:lnTo>
                  <a:pt x="364323" y="1067898"/>
                </a:lnTo>
                <a:lnTo>
                  <a:pt x="363376" y="1067699"/>
                </a:lnTo>
                <a:lnTo>
                  <a:pt x="362411" y="1067504"/>
                </a:lnTo>
                <a:lnTo>
                  <a:pt x="361428" y="1067312"/>
                </a:lnTo>
                <a:lnTo>
                  <a:pt x="360427" y="1067123"/>
                </a:lnTo>
                <a:lnTo>
                  <a:pt x="359408" y="1066938"/>
                </a:lnTo>
                <a:lnTo>
                  <a:pt x="358584" y="1066784"/>
                </a:lnTo>
                <a:lnTo>
                  <a:pt x="357777" y="1066629"/>
                </a:lnTo>
                <a:lnTo>
                  <a:pt x="356985" y="1066476"/>
                </a:lnTo>
                <a:lnTo>
                  <a:pt x="356210" y="1066323"/>
                </a:lnTo>
                <a:lnTo>
                  <a:pt x="355450" y="1066171"/>
                </a:lnTo>
                <a:lnTo>
                  <a:pt x="354706" y="1066019"/>
                </a:lnTo>
                <a:lnTo>
                  <a:pt x="353977" y="1065868"/>
                </a:lnTo>
                <a:lnTo>
                  <a:pt x="353265" y="1065717"/>
                </a:lnTo>
                <a:lnTo>
                  <a:pt x="352568" y="1065567"/>
                </a:lnTo>
                <a:lnTo>
                  <a:pt x="351888" y="1065418"/>
                </a:lnTo>
                <a:lnTo>
                  <a:pt x="351223" y="1065269"/>
                </a:lnTo>
                <a:lnTo>
                  <a:pt x="350574" y="1065121"/>
                </a:lnTo>
                <a:lnTo>
                  <a:pt x="349941" y="1064973"/>
                </a:lnTo>
                <a:lnTo>
                  <a:pt x="349324" y="1064826"/>
                </a:lnTo>
                <a:lnTo>
                  <a:pt x="348722" y="1064680"/>
                </a:lnTo>
                <a:lnTo>
                  <a:pt x="348137" y="1064534"/>
                </a:lnTo>
                <a:lnTo>
                  <a:pt x="347567" y="1064388"/>
                </a:lnTo>
                <a:lnTo>
                  <a:pt x="347013" y="1064244"/>
                </a:lnTo>
                <a:lnTo>
                  <a:pt x="346475" y="1064100"/>
                </a:lnTo>
                <a:lnTo>
                  <a:pt x="345953" y="1063956"/>
                </a:lnTo>
                <a:lnTo>
                  <a:pt x="345446" y="1063813"/>
                </a:lnTo>
                <a:lnTo>
                  <a:pt x="344956" y="1063671"/>
                </a:lnTo>
                <a:lnTo>
                  <a:pt x="344481" y="1063529"/>
                </a:lnTo>
                <a:lnTo>
                  <a:pt x="344023" y="1063388"/>
                </a:lnTo>
                <a:lnTo>
                  <a:pt x="343591" y="1063246"/>
                </a:lnTo>
                <a:lnTo>
                  <a:pt x="343171" y="1063104"/>
                </a:lnTo>
                <a:lnTo>
                  <a:pt x="342763" y="1062960"/>
                </a:lnTo>
                <a:lnTo>
                  <a:pt x="342365" y="1062815"/>
                </a:lnTo>
                <a:lnTo>
                  <a:pt x="341978" y="1062669"/>
                </a:lnTo>
                <a:lnTo>
                  <a:pt x="341603" y="1062521"/>
                </a:lnTo>
                <a:lnTo>
                  <a:pt x="341239" y="1062373"/>
                </a:lnTo>
                <a:lnTo>
                  <a:pt x="340885" y="1062223"/>
                </a:lnTo>
                <a:lnTo>
                  <a:pt x="340544" y="1062072"/>
                </a:lnTo>
                <a:lnTo>
                  <a:pt x="340213" y="1061920"/>
                </a:lnTo>
                <a:lnTo>
                  <a:pt x="339893" y="1061767"/>
                </a:lnTo>
                <a:lnTo>
                  <a:pt x="339585" y="1061613"/>
                </a:lnTo>
                <a:lnTo>
                  <a:pt x="339287" y="1061457"/>
                </a:lnTo>
                <a:lnTo>
                  <a:pt x="339001" y="1061300"/>
                </a:lnTo>
                <a:lnTo>
                  <a:pt x="338726" y="1061142"/>
                </a:lnTo>
                <a:lnTo>
                  <a:pt x="338462" y="1060983"/>
                </a:lnTo>
                <a:lnTo>
                  <a:pt x="338209" y="1060823"/>
                </a:lnTo>
                <a:lnTo>
                  <a:pt x="337968" y="1060662"/>
                </a:lnTo>
                <a:lnTo>
                  <a:pt x="337737" y="1060499"/>
                </a:lnTo>
                <a:lnTo>
                  <a:pt x="337518" y="1060335"/>
                </a:lnTo>
                <a:lnTo>
                  <a:pt x="337310" y="1060170"/>
                </a:lnTo>
                <a:lnTo>
                  <a:pt x="337113" y="1060004"/>
                </a:lnTo>
                <a:lnTo>
                  <a:pt x="336927" y="1059837"/>
                </a:lnTo>
                <a:lnTo>
                  <a:pt x="336753" y="1059668"/>
                </a:lnTo>
                <a:lnTo>
                  <a:pt x="336587" y="1059483"/>
                </a:lnTo>
                <a:lnTo>
                  <a:pt x="336429" y="1059295"/>
                </a:lnTo>
                <a:lnTo>
                  <a:pt x="336277" y="1059103"/>
                </a:lnTo>
                <a:lnTo>
                  <a:pt x="336133" y="1058908"/>
                </a:lnTo>
                <a:lnTo>
                  <a:pt x="335995" y="1058709"/>
                </a:lnTo>
                <a:lnTo>
                  <a:pt x="335865" y="1058506"/>
                </a:lnTo>
                <a:lnTo>
                  <a:pt x="335742" y="1058300"/>
                </a:lnTo>
                <a:lnTo>
                  <a:pt x="335626" y="1058090"/>
                </a:lnTo>
                <a:lnTo>
                  <a:pt x="335516" y="1057877"/>
                </a:lnTo>
                <a:lnTo>
                  <a:pt x="335414" y="1057661"/>
                </a:lnTo>
                <a:lnTo>
                  <a:pt x="335319" y="1057441"/>
                </a:lnTo>
                <a:lnTo>
                  <a:pt x="335231" y="1057217"/>
                </a:lnTo>
                <a:lnTo>
                  <a:pt x="335150" y="1056990"/>
                </a:lnTo>
                <a:lnTo>
                  <a:pt x="335076" y="1056759"/>
                </a:lnTo>
                <a:lnTo>
                  <a:pt x="335009" y="1056525"/>
                </a:lnTo>
                <a:lnTo>
                  <a:pt x="334949" y="1056287"/>
                </a:lnTo>
                <a:lnTo>
                  <a:pt x="334896" y="1056046"/>
                </a:lnTo>
                <a:lnTo>
                  <a:pt x="334851" y="1055801"/>
                </a:lnTo>
                <a:lnTo>
                  <a:pt x="334812" y="1055553"/>
                </a:lnTo>
                <a:lnTo>
                  <a:pt x="334780" y="1055301"/>
                </a:lnTo>
                <a:lnTo>
                  <a:pt x="334756" y="1055045"/>
                </a:lnTo>
                <a:lnTo>
                  <a:pt x="334738" y="1054787"/>
                </a:lnTo>
                <a:lnTo>
                  <a:pt x="334727" y="1054524"/>
                </a:lnTo>
                <a:lnTo>
                  <a:pt x="334724" y="1054258"/>
                </a:lnTo>
                <a:lnTo>
                  <a:pt x="334758" y="1053265"/>
                </a:lnTo>
                <a:lnTo>
                  <a:pt x="334860" y="1052314"/>
                </a:lnTo>
                <a:lnTo>
                  <a:pt x="335030" y="1051405"/>
                </a:lnTo>
                <a:lnTo>
                  <a:pt x="335269" y="1050539"/>
                </a:lnTo>
                <a:lnTo>
                  <a:pt x="335575" y="1049714"/>
                </a:lnTo>
                <a:lnTo>
                  <a:pt x="335950" y="1048933"/>
                </a:lnTo>
                <a:lnTo>
                  <a:pt x="336392" y="1048193"/>
                </a:lnTo>
                <a:lnTo>
                  <a:pt x="336903" y="1047495"/>
                </a:lnTo>
                <a:lnTo>
                  <a:pt x="337482" y="1046840"/>
                </a:lnTo>
                <a:lnTo>
                  <a:pt x="338129" y="1046227"/>
                </a:lnTo>
                <a:lnTo>
                  <a:pt x="338844" y="1045657"/>
                </a:lnTo>
                <a:lnTo>
                  <a:pt x="339627" y="1045129"/>
                </a:lnTo>
                <a:lnTo>
                  <a:pt x="340478" y="1044642"/>
                </a:lnTo>
                <a:lnTo>
                  <a:pt x="341397" y="1044199"/>
                </a:lnTo>
                <a:lnTo>
                  <a:pt x="342385" y="1043797"/>
                </a:lnTo>
                <a:lnTo>
                  <a:pt x="343440" y="1043438"/>
                </a:lnTo>
                <a:lnTo>
                  <a:pt x="344564" y="1043121"/>
                </a:lnTo>
                <a:lnTo>
                  <a:pt x="345756" y="1042846"/>
                </a:lnTo>
                <a:lnTo>
                  <a:pt x="347015" y="1042614"/>
                </a:lnTo>
                <a:lnTo>
                  <a:pt x="348343" y="1042424"/>
                </a:lnTo>
                <a:lnTo>
                  <a:pt x="349739" y="1042276"/>
                </a:lnTo>
                <a:lnTo>
                  <a:pt x="351203" y="1042170"/>
                </a:lnTo>
                <a:lnTo>
                  <a:pt x="352735" y="1042107"/>
                </a:lnTo>
                <a:lnTo>
                  <a:pt x="354336" y="1042085"/>
                </a:lnTo>
                <a:lnTo>
                  <a:pt x="354799" y="1042087"/>
                </a:lnTo>
                <a:lnTo>
                  <a:pt x="355259" y="1042094"/>
                </a:lnTo>
                <a:lnTo>
                  <a:pt x="355715" y="1042104"/>
                </a:lnTo>
                <a:lnTo>
                  <a:pt x="356167" y="1042118"/>
                </a:lnTo>
                <a:lnTo>
                  <a:pt x="356616" y="1042137"/>
                </a:lnTo>
                <a:lnTo>
                  <a:pt x="357062" y="1042159"/>
                </a:lnTo>
                <a:lnTo>
                  <a:pt x="357504" y="1042186"/>
                </a:lnTo>
                <a:lnTo>
                  <a:pt x="357942" y="1042217"/>
                </a:lnTo>
                <a:lnTo>
                  <a:pt x="358377" y="1042252"/>
                </a:lnTo>
                <a:lnTo>
                  <a:pt x="358809" y="1042291"/>
                </a:lnTo>
                <a:lnTo>
                  <a:pt x="359237" y="1042334"/>
                </a:lnTo>
                <a:lnTo>
                  <a:pt x="359661" y="1042381"/>
                </a:lnTo>
                <a:lnTo>
                  <a:pt x="360082" y="1042433"/>
                </a:lnTo>
                <a:lnTo>
                  <a:pt x="360500" y="1042488"/>
                </a:lnTo>
                <a:lnTo>
                  <a:pt x="360913" y="1042548"/>
                </a:lnTo>
                <a:lnTo>
                  <a:pt x="361324" y="1042611"/>
                </a:lnTo>
                <a:lnTo>
                  <a:pt x="361731" y="1042679"/>
                </a:lnTo>
                <a:lnTo>
                  <a:pt x="362134" y="1042751"/>
                </a:lnTo>
                <a:lnTo>
                  <a:pt x="362534" y="1042827"/>
                </a:lnTo>
                <a:lnTo>
                  <a:pt x="362930" y="1042907"/>
                </a:lnTo>
                <a:lnTo>
                  <a:pt x="363323" y="1042991"/>
                </a:lnTo>
                <a:lnTo>
                  <a:pt x="363712" y="1043080"/>
                </a:lnTo>
                <a:lnTo>
                  <a:pt x="364098" y="1043172"/>
                </a:lnTo>
                <a:lnTo>
                  <a:pt x="364480" y="1043269"/>
                </a:lnTo>
                <a:lnTo>
                  <a:pt x="364871" y="1043357"/>
                </a:lnTo>
                <a:lnTo>
                  <a:pt x="365255" y="1043453"/>
                </a:lnTo>
                <a:lnTo>
                  <a:pt x="365631" y="1043557"/>
                </a:lnTo>
                <a:lnTo>
                  <a:pt x="366001" y="1043668"/>
                </a:lnTo>
                <a:lnTo>
                  <a:pt x="366364" y="1043787"/>
                </a:lnTo>
                <a:lnTo>
                  <a:pt x="366720" y="1043913"/>
                </a:lnTo>
                <a:lnTo>
                  <a:pt x="367069" y="1044048"/>
                </a:lnTo>
                <a:lnTo>
                  <a:pt x="367410" y="1044189"/>
                </a:lnTo>
                <a:lnTo>
                  <a:pt x="367745" y="1044339"/>
                </a:lnTo>
                <a:lnTo>
                  <a:pt x="368072" y="1044496"/>
                </a:lnTo>
                <a:lnTo>
                  <a:pt x="368393" y="1044660"/>
                </a:lnTo>
                <a:lnTo>
                  <a:pt x="368706" y="1044833"/>
                </a:lnTo>
                <a:lnTo>
                  <a:pt x="369013" y="1045013"/>
                </a:lnTo>
                <a:lnTo>
                  <a:pt x="369312" y="1045200"/>
                </a:lnTo>
                <a:lnTo>
                  <a:pt x="369605" y="1045395"/>
                </a:lnTo>
                <a:lnTo>
                  <a:pt x="369890" y="1045598"/>
                </a:lnTo>
                <a:lnTo>
                  <a:pt x="370168" y="1045809"/>
                </a:lnTo>
                <a:lnTo>
                  <a:pt x="370439" y="1046027"/>
                </a:lnTo>
                <a:lnTo>
                  <a:pt x="370703" y="1046252"/>
                </a:lnTo>
                <a:lnTo>
                  <a:pt x="370961" y="1046486"/>
                </a:lnTo>
                <a:lnTo>
                  <a:pt x="371211" y="1046727"/>
                </a:lnTo>
                <a:lnTo>
                  <a:pt x="371454" y="1046975"/>
                </a:lnTo>
                <a:lnTo>
                  <a:pt x="371690" y="1047232"/>
                </a:lnTo>
                <a:lnTo>
                  <a:pt x="371919" y="1047496"/>
                </a:lnTo>
                <a:lnTo>
                  <a:pt x="372153" y="1047754"/>
                </a:lnTo>
                <a:lnTo>
                  <a:pt x="372378" y="1048024"/>
                </a:lnTo>
                <a:lnTo>
                  <a:pt x="372592" y="1048304"/>
                </a:lnTo>
                <a:lnTo>
                  <a:pt x="372797" y="1048594"/>
                </a:lnTo>
                <a:lnTo>
                  <a:pt x="372991" y="1048896"/>
                </a:lnTo>
                <a:lnTo>
                  <a:pt x="373176" y="1049207"/>
                </a:lnTo>
                <a:lnTo>
                  <a:pt x="373351" y="1049530"/>
                </a:lnTo>
                <a:lnTo>
                  <a:pt x="373515" y="1049862"/>
                </a:lnTo>
                <a:lnTo>
                  <a:pt x="373670" y="1050206"/>
                </a:lnTo>
                <a:lnTo>
                  <a:pt x="373815" y="1050560"/>
                </a:lnTo>
                <a:lnTo>
                  <a:pt x="373950" y="1050924"/>
                </a:lnTo>
                <a:lnTo>
                  <a:pt x="374074" y="1051299"/>
                </a:lnTo>
                <a:lnTo>
                  <a:pt x="374189" y="1051685"/>
                </a:lnTo>
                <a:lnTo>
                  <a:pt x="374294" y="1052081"/>
                </a:lnTo>
                <a:lnTo>
                  <a:pt x="374389" y="1052488"/>
                </a:lnTo>
                <a:lnTo>
                  <a:pt x="374473" y="1052906"/>
                </a:lnTo>
                <a:lnTo>
                  <a:pt x="374548" y="1053334"/>
                </a:lnTo>
                <a:lnTo>
                  <a:pt x="374613" y="1053772"/>
                </a:lnTo>
                <a:lnTo>
                  <a:pt x="374668" y="1054221"/>
                </a:lnTo>
                <a:lnTo>
                  <a:pt x="374713" y="1054681"/>
                </a:lnTo>
                <a:lnTo>
                  <a:pt x="374748" y="1055151"/>
                </a:lnTo>
                <a:lnTo>
                  <a:pt x="374773" y="1055632"/>
                </a:lnTo>
                <a:lnTo>
                  <a:pt x="374788" y="1056123"/>
                </a:lnTo>
                <a:lnTo>
                  <a:pt x="374793" y="1056625"/>
                </a:lnTo>
                <a:lnTo>
                  <a:pt x="389502" y="1056625"/>
                </a:lnTo>
                <a:lnTo>
                  <a:pt x="389529" y="1056527"/>
                </a:lnTo>
                <a:lnTo>
                  <a:pt x="389556" y="1056431"/>
                </a:lnTo>
                <a:lnTo>
                  <a:pt x="389581" y="1056337"/>
                </a:lnTo>
                <a:lnTo>
                  <a:pt x="389605" y="1056245"/>
                </a:lnTo>
                <a:lnTo>
                  <a:pt x="389628" y="1056154"/>
                </a:lnTo>
                <a:lnTo>
                  <a:pt x="389650" y="1056065"/>
                </a:lnTo>
                <a:lnTo>
                  <a:pt x="389670" y="1055978"/>
                </a:lnTo>
                <a:lnTo>
                  <a:pt x="389690" y="1055893"/>
                </a:lnTo>
                <a:lnTo>
                  <a:pt x="389708" y="1055809"/>
                </a:lnTo>
                <a:lnTo>
                  <a:pt x="389725" y="1055727"/>
                </a:lnTo>
                <a:lnTo>
                  <a:pt x="389741" y="1055647"/>
                </a:lnTo>
                <a:lnTo>
                  <a:pt x="389755" y="1055569"/>
                </a:lnTo>
                <a:lnTo>
                  <a:pt x="389769" y="1055492"/>
                </a:lnTo>
                <a:lnTo>
                  <a:pt x="389781" y="1055417"/>
                </a:lnTo>
                <a:lnTo>
                  <a:pt x="389792" y="1055344"/>
                </a:lnTo>
                <a:lnTo>
                  <a:pt x="389802" y="1055273"/>
                </a:lnTo>
                <a:lnTo>
                  <a:pt x="389811" y="1055203"/>
                </a:lnTo>
                <a:lnTo>
                  <a:pt x="389819" y="1055135"/>
                </a:lnTo>
                <a:lnTo>
                  <a:pt x="389825" y="1055069"/>
                </a:lnTo>
                <a:lnTo>
                  <a:pt x="389830" y="1055005"/>
                </a:lnTo>
                <a:lnTo>
                  <a:pt x="389834" y="1054942"/>
                </a:lnTo>
                <a:lnTo>
                  <a:pt x="389837" y="1054882"/>
                </a:lnTo>
                <a:lnTo>
                  <a:pt x="389839" y="1054823"/>
                </a:lnTo>
                <a:lnTo>
                  <a:pt x="389840" y="1054765"/>
                </a:lnTo>
                <a:lnTo>
                  <a:pt x="389840" y="1054709"/>
                </a:lnTo>
                <a:lnTo>
                  <a:pt x="389840" y="1054654"/>
                </a:lnTo>
                <a:lnTo>
                  <a:pt x="389840" y="1054599"/>
                </a:lnTo>
                <a:lnTo>
                  <a:pt x="389840" y="1054545"/>
                </a:lnTo>
                <a:lnTo>
                  <a:pt x="389840" y="1054491"/>
                </a:lnTo>
                <a:lnTo>
                  <a:pt x="389840" y="1054438"/>
                </a:lnTo>
                <a:lnTo>
                  <a:pt x="389840" y="1054385"/>
                </a:lnTo>
                <a:lnTo>
                  <a:pt x="389840" y="1054333"/>
                </a:lnTo>
                <a:lnTo>
                  <a:pt x="389840" y="1054282"/>
                </a:lnTo>
                <a:lnTo>
                  <a:pt x="389840" y="1054231"/>
                </a:lnTo>
                <a:lnTo>
                  <a:pt x="389840" y="1054181"/>
                </a:lnTo>
                <a:lnTo>
                  <a:pt x="389840" y="1054131"/>
                </a:lnTo>
                <a:lnTo>
                  <a:pt x="389840" y="1054082"/>
                </a:lnTo>
                <a:lnTo>
                  <a:pt x="389840" y="1054034"/>
                </a:lnTo>
                <a:lnTo>
                  <a:pt x="389840" y="1053986"/>
                </a:lnTo>
                <a:lnTo>
                  <a:pt x="389840" y="1053939"/>
                </a:lnTo>
                <a:lnTo>
                  <a:pt x="389840" y="1053892"/>
                </a:lnTo>
                <a:lnTo>
                  <a:pt x="389840" y="1053846"/>
                </a:lnTo>
                <a:lnTo>
                  <a:pt x="389840" y="1053801"/>
                </a:lnTo>
                <a:lnTo>
                  <a:pt x="389840" y="1053756"/>
                </a:lnTo>
                <a:lnTo>
                  <a:pt x="389840" y="1053711"/>
                </a:lnTo>
                <a:lnTo>
                  <a:pt x="389840" y="1053668"/>
                </a:lnTo>
                <a:lnTo>
                  <a:pt x="389840" y="1053625"/>
                </a:lnTo>
                <a:lnTo>
                  <a:pt x="389840" y="1053582"/>
                </a:lnTo>
                <a:lnTo>
                  <a:pt x="389832" y="1052980"/>
                </a:lnTo>
                <a:lnTo>
                  <a:pt x="389808" y="1052386"/>
                </a:lnTo>
                <a:lnTo>
                  <a:pt x="389768" y="1051799"/>
                </a:lnTo>
                <a:lnTo>
                  <a:pt x="389713" y="1051220"/>
                </a:lnTo>
                <a:lnTo>
                  <a:pt x="389642" y="1050648"/>
                </a:lnTo>
                <a:lnTo>
                  <a:pt x="389554" y="1050084"/>
                </a:lnTo>
                <a:lnTo>
                  <a:pt x="389451" y="1049528"/>
                </a:lnTo>
                <a:lnTo>
                  <a:pt x="389333" y="1048980"/>
                </a:lnTo>
                <a:lnTo>
                  <a:pt x="389198" y="1048439"/>
                </a:lnTo>
                <a:lnTo>
                  <a:pt x="389047" y="1047905"/>
                </a:lnTo>
                <a:lnTo>
                  <a:pt x="388881" y="1047380"/>
                </a:lnTo>
                <a:lnTo>
                  <a:pt x="388699" y="1046862"/>
                </a:lnTo>
                <a:lnTo>
                  <a:pt x="388500" y="1046351"/>
                </a:lnTo>
                <a:lnTo>
                  <a:pt x="388286" y="1045848"/>
                </a:lnTo>
                <a:lnTo>
                  <a:pt x="388057" y="1045353"/>
                </a:lnTo>
                <a:lnTo>
                  <a:pt x="387811" y="1044866"/>
                </a:lnTo>
                <a:lnTo>
                  <a:pt x="387549" y="1044386"/>
                </a:lnTo>
                <a:lnTo>
                  <a:pt x="387272" y="1043913"/>
                </a:lnTo>
                <a:lnTo>
                  <a:pt x="386979" y="1043449"/>
                </a:lnTo>
                <a:lnTo>
                  <a:pt x="386670" y="1042992"/>
                </a:lnTo>
                <a:lnTo>
                  <a:pt x="386345" y="1042542"/>
                </a:lnTo>
                <a:lnTo>
                  <a:pt x="386004" y="1042101"/>
                </a:lnTo>
                <a:lnTo>
                  <a:pt x="385647" y="1041667"/>
                </a:lnTo>
                <a:lnTo>
                  <a:pt x="385275" y="1041240"/>
                </a:lnTo>
                <a:lnTo>
                  <a:pt x="384889" y="1040807"/>
                </a:lnTo>
                <a:lnTo>
                  <a:pt x="384492" y="1040383"/>
                </a:lnTo>
                <a:lnTo>
                  <a:pt x="384084" y="1039967"/>
                </a:lnTo>
                <a:lnTo>
                  <a:pt x="383664" y="1039559"/>
                </a:lnTo>
                <a:lnTo>
                  <a:pt x="383234" y="1039159"/>
                </a:lnTo>
                <a:lnTo>
                  <a:pt x="382792" y="1038767"/>
                </a:lnTo>
                <a:lnTo>
                  <a:pt x="382339" y="1038384"/>
                </a:lnTo>
                <a:lnTo>
                  <a:pt x="381875" y="1038009"/>
                </a:lnTo>
                <a:lnTo>
                  <a:pt x="381400" y="1037642"/>
                </a:lnTo>
                <a:lnTo>
                  <a:pt x="380913" y="1037283"/>
                </a:lnTo>
                <a:lnTo>
                  <a:pt x="380416" y="1036933"/>
                </a:lnTo>
                <a:lnTo>
                  <a:pt x="379907" y="1036591"/>
                </a:lnTo>
                <a:lnTo>
                  <a:pt x="379387" y="1036257"/>
                </a:lnTo>
                <a:lnTo>
                  <a:pt x="378856" y="1035931"/>
                </a:lnTo>
                <a:lnTo>
                  <a:pt x="378314" y="1035613"/>
                </a:lnTo>
                <a:lnTo>
                  <a:pt x="377761" y="1035304"/>
                </a:lnTo>
                <a:lnTo>
                  <a:pt x="377196" y="1035003"/>
                </a:lnTo>
                <a:lnTo>
                  <a:pt x="376621" y="1034710"/>
                </a:lnTo>
                <a:lnTo>
                  <a:pt x="376034" y="1034425"/>
                </a:lnTo>
                <a:lnTo>
                  <a:pt x="375436" y="1034149"/>
                </a:lnTo>
                <a:lnTo>
                  <a:pt x="374827" y="1033880"/>
                </a:lnTo>
                <a:lnTo>
                  <a:pt x="374207" y="1033620"/>
                </a:lnTo>
                <a:lnTo>
                  <a:pt x="373576" y="1033368"/>
                </a:lnTo>
                <a:lnTo>
                  <a:pt x="372933" y="1033125"/>
                </a:lnTo>
                <a:lnTo>
                  <a:pt x="372296" y="1032890"/>
                </a:lnTo>
                <a:lnTo>
                  <a:pt x="371651" y="1032666"/>
                </a:lnTo>
                <a:lnTo>
                  <a:pt x="370999" y="1032451"/>
                </a:lnTo>
                <a:lnTo>
                  <a:pt x="370341" y="1032247"/>
                </a:lnTo>
                <a:lnTo>
                  <a:pt x="369675" y="1032052"/>
                </a:lnTo>
                <a:lnTo>
                  <a:pt x="369002" y="1031867"/>
                </a:lnTo>
                <a:lnTo>
                  <a:pt x="368322" y="1031693"/>
                </a:lnTo>
                <a:lnTo>
                  <a:pt x="367636" y="1031528"/>
                </a:lnTo>
                <a:lnTo>
                  <a:pt x="366942" y="1031373"/>
                </a:lnTo>
                <a:lnTo>
                  <a:pt x="366241" y="1031229"/>
                </a:lnTo>
                <a:lnTo>
                  <a:pt x="365533" y="1031094"/>
                </a:lnTo>
                <a:lnTo>
                  <a:pt x="364818" y="1030969"/>
                </a:lnTo>
                <a:lnTo>
                  <a:pt x="364096" y="1030854"/>
                </a:lnTo>
                <a:lnTo>
                  <a:pt x="363367" y="1030750"/>
                </a:lnTo>
                <a:lnTo>
                  <a:pt x="362631" y="1030655"/>
                </a:lnTo>
                <a:lnTo>
                  <a:pt x="361887" y="1030570"/>
                </a:lnTo>
                <a:lnTo>
                  <a:pt x="361137" y="1030495"/>
                </a:lnTo>
                <a:lnTo>
                  <a:pt x="360380" y="1030430"/>
                </a:lnTo>
                <a:lnTo>
                  <a:pt x="359616" y="1030375"/>
                </a:lnTo>
                <a:lnTo>
                  <a:pt x="358844" y="1030331"/>
                </a:lnTo>
                <a:lnTo>
                  <a:pt x="358066" y="1030296"/>
                </a:lnTo>
                <a:lnTo>
                  <a:pt x="357280" y="1030271"/>
                </a:lnTo>
                <a:lnTo>
                  <a:pt x="356488" y="1030256"/>
                </a:lnTo>
                <a:lnTo>
                  <a:pt x="355688" y="1030251"/>
                </a:lnTo>
                <a:lnTo>
                  <a:pt x="354777" y="1030256"/>
                </a:lnTo>
                <a:lnTo>
                  <a:pt x="353875" y="1030271"/>
                </a:lnTo>
                <a:lnTo>
                  <a:pt x="352983" y="1030296"/>
                </a:lnTo>
                <a:lnTo>
                  <a:pt x="352100" y="1030331"/>
                </a:lnTo>
                <a:lnTo>
                  <a:pt x="351227" y="1030375"/>
                </a:lnTo>
                <a:lnTo>
                  <a:pt x="350363" y="1030430"/>
                </a:lnTo>
                <a:lnTo>
                  <a:pt x="349508" y="1030495"/>
                </a:lnTo>
                <a:lnTo>
                  <a:pt x="348663" y="1030570"/>
                </a:lnTo>
                <a:lnTo>
                  <a:pt x="347827" y="1030655"/>
                </a:lnTo>
                <a:lnTo>
                  <a:pt x="347000" y="1030750"/>
                </a:lnTo>
                <a:lnTo>
                  <a:pt x="346183" y="1030854"/>
                </a:lnTo>
                <a:lnTo>
                  <a:pt x="345375" y="1030969"/>
                </a:lnTo>
                <a:lnTo>
                  <a:pt x="344577" y="1031094"/>
                </a:lnTo>
                <a:lnTo>
                  <a:pt x="343788" y="1031229"/>
                </a:lnTo>
                <a:lnTo>
                  <a:pt x="343008" y="1031373"/>
                </a:lnTo>
                <a:lnTo>
                  <a:pt x="342238" y="1031528"/>
                </a:lnTo>
                <a:lnTo>
                  <a:pt x="341477" y="1031693"/>
                </a:lnTo>
                <a:lnTo>
                  <a:pt x="340726" y="1031867"/>
                </a:lnTo>
                <a:lnTo>
                  <a:pt x="339984" y="1032052"/>
                </a:lnTo>
                <a:lnTo>
                  <a:pt x="339251" y="1032247"/>
                </a:lnTo>
                <a:lnTo>
                  <a:pt x="338528" y="1032451"/>
                </a:lnTo>
                <a:lnTo>
                  <a:pt x="337814" y="1032666"/>
                </a:lnTo>
                <a:lnTo>
                  <a:pt x="337110" y="1032890"/>
                </a:lnTo>
                <a:lnTo>
                  <a:pt x="336415" y="1033125"/>
                </a:lnTo>
                <a:lnTo>
                  <a:pt x="335744" y="1033369"/>
                </a:lnTo>
                <a:lnTo>
                  <a:pt x="335087" y="1033623"/>
                </a:lnTo>
                <a:lnTo>
                  <a:pt x="334441" y="1033886"/>
                </a:lnTo>
                <a:lnTo>
                  <a:pt x="333808" y="1034158"/>
                </a:lnTo>
                <a:lnTo>
                  <a:pt x="333187" y="1034440"/>
                </a:lnTo>
                <a:lnTo>
                  <a:pt x="332579" y="1034731"/>
                </a:lnTo>
                <a:lnTo>
                  <a:pt x="331983" y="1035032"/>
                </a:lnTo>
                <a:lnTo>
                  <a:pt x="331399" y="1035341"/>
                </a:lnTo>
                <a:lnTo>
                  <a:pt x="330827" y="1035661"/>
                </a:lnTo>
                <a:lnTo>
                  <a:pt x="330268" y="1035990"/>
                </a:lnTo>
                <a:lnTo>
                  <a:pt x="329721" y="1036328"/>
                </a:lnTo>
                <a:lnTo>
                  <a:pt x="329187" y="1036675"/>
                </a:lnTo>
                <a:lnTo>
                  <a:pt x="328665" y="1037032"/>
                </a:lnTo>
                <a:lnTo>
                  <a:pt x="328155" y="1037398"/>
                </a:lnTo>
                <a:lnTo>
                  <a:pt x="327657" y="1037774"/>
                </a:lnTo>
                <a:lnTo>
                  <a:pt x="327172" y="1038159"/>
                </a:lnTo>
                <a:lnTo>
                  <a:pt x="326699" y="1038554"/>
                </a:lnTo>
                <a:lnTo>
                  <a:pt x="326239" y="1038957"/>
                </a:lnTo>
                <a:lnTo>
                  <a:pt x="325791" y="1039371"/>
                </a:lnTo>
                <a:lnTo>
                  <a:pt x="325355" y="1039793"/>
                </a:lnTo>
                <a:lnTo>
                  <a:pt x="324931" y="1040225"/>
                </a:lnTo>
                <a:lnTo>
                  <a:pt x="324520" y="1040667"/>
                </a:lnTo>
                <a:lnTo>
                  <a:pt x="324121" y="1041118"/>
                </a:lnTo>
                <a:lnTo>
                  <a:pt x="323735" y="1041578"/>
                </a:lnTo>
                <a:lnTo>
                  <a:pt x="323362" y="1042048"/>
                </a:lnTo>
                <a:lnTo>
                  <a:pt x="323005" y="1042528"/>
                </a:lnTo>
                <a:lnTo>
                  <a:pt x="322665" y="1043018"/>
                </a:lnTo>
                <a:lnTo>
                  <a:pt x="322340" y="1043518"/>
                </a:lnTo>
                <a:lnTo>
                  <a:pt x="322031" y="1044027"/>
                </a:lnTo>
                <a:lnTo>
                  <a:pt x="321737" y="1044547"/>
                </a:lnTo>
                <a:lnTo>
                  <a:pt x="321460" y="1045077"/>
                </a:lnTo>
                <a:lnTo>
                  <a:pt x="321199" y="1045617"/>
                </a:lnTo>
                <a:lnTo>
                  <a:pt x="320953" y="1046167"/>
                </a:lnTo>
                <a:lnTo>
                  <a:pt x="320723" y="1046726"/>
                </a:lnTo>
                <a:lnTo>
                  <a:pt x="320509" y="1047296"/>
                </a:lnTo>
                <a:lnTo>
                  <a:pt x="320311" y="1047876"/>
                </a:lnTo>
                <a:lnTo>
                  <a:pt x="320129" y="1048466"/>
                </a:lnTo>
                <a:lnTo>
                  <a:pt x="319962" y="1049065"/>
                </a:lnTo>
                <a:lnTo>
                  <a:pt x="319812" y="1049675"/>
                </a:lnTo>
                <a:lnTo>
                  <a:pt x="319677" y="1050294"/>
                </a:lnTo>
                <a:lnTo>
                  <a:pt x="319558" y="1050924"/>
                </a:lnTo>
                <a:lnTo>
                  <a:pt x="319455" y="1051564"/>
                </a:lnTo>
                <a:lnTo>
                  <a:pt x="319368" y="1052213"/>
                </a:lnTo>
                <a:lnTo>
                  <a:pt x="319297" y="1052873"/>
                </a:lnTo>
                <a:lnTo>
                  <a:pt x="319241" y="1053542"/>
                </a:lnTo>
                <a:lnTo>
                  <a:pt x="319201" y="1054222"/>
                </a:lnTo>
                <a:lnTo>
                  <a:pt x="319178" y="1054911"/>
                </a:lnTo>
                <a:lnTo>
                  <a:pt x="319170" y="1055611"/>
                </a:lnTo>
                <a:lnTo>
                  <a:pt x="319175" y="1056212"/>
                </a:lnTo>
                <a:lnTo>
                  <a:pt x="319191" y="1056806"/>
                </a:lnTo>
                <a:lnTo>
                  <a:pt x="319217" y="1057391"/>
                </a:lnTo>
                <a:lnTo>
                  <a:pt x="319254" y="1057968"/>
                </a:lnTo>
                <a:lnTo>
                  <a:pt x="319302" y="1058537"/>
                </a:lnTo>
                <a:lnTo>
                  <a:pt x="319360" y="1059098"/>
                </a:lnTo>
                <a:lnTo>
                  <a:pt x="319429" y="1059650"/>
                </a:lnTo>
                <a:lnTo>
                  <a:pt x="319508" y="1060194"/>
                </a:lnTo>
                <a:lnTo>
                  <a:pt x="319598" y="1060730"/>
                </a:lnTo>
                <a:lnTo>
                  <a:pt x="319698" y="1061258"/>
                </a:lnTo>
                <a:lnTo>
                  <a:pt x="319809" y="1061778"/>
                </a:lnTo>
                <a:lnTo>
                  <a:pt x="319931" y="1062289"/>
                </a:lnTo>
                <a:lnTo>
                  <a:pt x="320063" y="1062792"/>
                </a:lnTo>
                <a:lnTo>
                  <a:pt x="320205" y="1063287"/>
                </a:lnTo>
                <a:lnTo>
                  <a:pt x="320358" y="1063774"/>
                </a:lnTo>
                <a:lnTo>
                  <a:pt x="320522" y="1064252"/>
                </a:lnTo>
                <a:lnTo>
                  <a:pt x="320697" y="1064722"/>
                </a:lnTo>
                <a:lnTo>
                  <a:pt x="320882" y="1065184"/>
                </a:lnTo>
                <a:lnTo>
                  <a:pt x="321077" y="1065638"/>
                </a:lnTo>
                <a:lnTo>
                  <a:pt x="321283" y="1066084"/>
                </a:lnTo>
                <a:lnTo>
                  <a:pt x="321500" y="1066521"/>
                </a:lnTo>
                <a:lnTo>
                  <a:pt x="321727" y="1066950"/>
                </a:lnTo>
                <a:lnTo>
                  <a:pt x="321965" y="1067371"/>
                </a:lnTo>
                <a:lnTo>
                  <a:pt x="322213" y="1067784"/>
                </a:lnTo>
                <a:lnTo>
                  <a:pt x="322473" y="1068175"/>
                </a:lnTo>
                <a:lnTo>
                  <a:pt x="322747" y="1068561"/>
                </a:lnTo>
                <a:lnTo>
                  <a:pt x="323034" y="1068941"/>
                </a:lnTo>
                <a:lnTo>
                  <a:pt x="323335" y="1069315"/>
                </a:lnTo>
                <a:lnTo>
                  <a:pt x="323650" y="1069683"/>
                </a:lnTo>
                <a:lnTo>
                  <a:pt x="323978" y="1070045"/>
                </a:lnTo>
                <a:lnTo>
                  <a:pt x="324319" y="1070401"/>
                </a:lnTo>
                <a:lnTo>
                  <a:pt x="324674" y="1070752"/>
                </a:lnTo>
                <a:lnTo>
                  <a:pt x="325042" y="1071096"/>
                </a:lnTo>
                <a:lnTo>
                  <a:pt x="325424" y="1071435"/>
                </a:lnTo>
                <a:lnTo>
                  <a:pt x="325819" y="1071768"/>
                </a:lnTo>
                <a:lnTo>
                  <a:pt x="326228" y="1072095"/>
                </a:lnTo>
                <a:lnTo>
                  <a:pt x="326651" y="1072416"/>
                </a:lnTo>
                <a:lnTo>
                  <a:pt x="327087" y="1072731"/>
                </a:lnTo>
                <a:lnTo>
                  <a:pt x="327536" y="1073040"/>
                </a:lnTo>
                <a:lnTo>
                  <a:pt x="327999" y="1073344"/>
                </a:lnTo>
                <a:lnTo>
                  <a:pt x="328475" y="1073642"/>
                </a:lnTo>
                <a:lnTo>
                  <a:pt x="328965" y="1073933"/>
                </a:lnTo>
                <a:lnTo>
                  <a:pt x="329468" y="1074219"/>
                </a:lnTo>
                <a:lnTo>
                  <a:pt x="329985" y="1074499"/>
                </a:lnTo>
                <a:lnTo>
                  <a:pt x="330516" y="1074773"/>
                </a:lnTo>
                <a:lnTo>
                  <a:pt x="331060" y="1075042"/>
                </a:lnTo>
                <a:lnTo>
                  <a:pt x="331617" y="1075304"/>
                </a:lnTo>
                <a:lnTo>
                  <a:pt x="332188" y="1075561"/>
                </a:lnTo>
                <a:lnTo>
                  <a:pt x="332773" y="1075799"/>
                </a:lnTo>
                <a:lnTo>
                  <a:pt x="333374" y="1076034"/>
                </a:lnTo>
                <a:lnTo>
                  <a:pt x="333989" y="1076266"/>
                </a:lnTo>
                <a:lnTo>
                  <a:pt x="334621" y="1076495"/>
                </a:lnTo>
                <a:lnTo>
                  <a:pt x="335267" y="1076722"/>
                </a:lnTo>
                <a:lnTo>
                  <a:pt x="335928" y="1076945"/>
                </a:lnTo>
                <a:lnTo>
                  <a:pt x="336605" y="1077165"/>
                </a:lnTo>
                <a:lnTo>
                  <a:pt x="337297" y="1077383"/>
                </a:lnTo>
                <a:lnTo>
                  <a:pt x="338005" y="1077597"/>
                </a:lnTo>
                <a:lnTo>
                  <a:pt x="338727" y="1077809"/>
                </a:lnTo>
                <a:lnTo>
                  <a:pt x="339465" y="1078018"/>
                </a:lnTo>
                <a:lnTo>
                  <a:pt x="340219" y="1078223"/>
                </a:lnTo>
                <a:lnTo>
                  <a:pt x="340987" y="1078426"/>
                </a:lnTo>
                <a:lnTo>
                  <a:pt x="341771" y="1078626"/>
                </a:lnTo>
                <a:lnTo>
                  <a:pt x="342570" y="1078823"/>
                </a:lnTo>
                <a:lnTo>
                  <a:pt x="343384" y="1079017"/>
                </a:lnTo>
                <a:lnTo>
                  <a:pt x="344213" y="1079208"/>
                </a:lnTo>
                <a:lnTo>
                  <a:pt x="345058" y="1079396"/>
                </a:lnTo>
                <a:lnTo>
                  <a:pt x="345918" y="1079582"/>
                </a:lnTo>
                <a:lnTo>
                  <a:pt x="346793" y="1079764"/>
                </a:lnTo>
                <a:lnTo>
                  <a:pt x="347684" y="1079943"/>
                </a:lnTo>
                <a:lnTo>
                  <a:pt x="348590" y="1080120"/>
                </a:lnTo>
                <a:lnTo>
                  <a:pt x="349511" y="1080293"/>
                </a:lnTo>
                <a:lnTo>
                  <a:pt x="350447" y="1080464"/>
                </a:lnTo>
                <a:lnTo>
                  <a:pt x="351326" y="1080605"/>
                </a:lnTo>
                <a:lnTo>
                  <a:pt x="352187" y="1080747"/>
                </a:lnTo>
                <a:lnTo>
                  <a:pt x="353031" y="1080889"/>
                </a:lnTo>
                <a:lnTo>
                  <a:pt x="353857" y="1081032"/>
                </a:lnTo>
                <a:lnTo>
                  <a:pt x="354665" y="1081175"/>
                </a:lnTo>
                <a:lnTo>
                  <a:pt x="355456" y="1081320"/>
                </a:lnTo>
                <a:lnTo>
                  <a:pt x="356229" y="1081464"/>
                </a:lnTo>
                <a:lnTo>
                  <a:pt x="356984" y="1081610"/>
                </a:lnTo>
                <a:lnTo>
                  <a:pt x="357722" y="1081755"/>
                </a:lnTo>
                <a:lnTo>
                  <a:pt x="358443" y="1081902"/>
                </a:lnTo>
                <a:lnTo>
                  <a:pt x="359145" y="1082049"/>
                </a:lnTo>
                <a:lnTo>
                  <a:pt x="359830" y="1082197"/>
                </a:lnTo>
                <a:lnTo>
                  <a:pt x="360498" y="1082345"/>
                </a:lnTo>
                <a:lnTo>
                  <a:pt x="361148" y="1082494"/>
                </a:lnTo>
                <a:lnTo>
                  <a:pt x="361780" y="1082643"/>
                </a:lnTo>
                <a:lnTo>
                  <a:pt x="362395" y="1082793"/>
                </a:lnTo>
                <a:lnTo>
                  <a:pt x="362992" y="1082944"/>
                </a:lnTo>
                <a:lnTo>
                  <a:pt x="363571" y="1083095"/>
                </a:lnTo>
                <a:lnTo>
                  <a:pt x="364133" y="1083247"/>
                </a:lnTo>
                <a:lnTo>
                  <a:pt x="364677" y="1083399"/>
                </a:lnTo>
                <a:lnTo>
                  <a:pt x="365204" y="1083552"/>
                </a:lnTo>
                <a:lnTo>
                  <a:pt x="365712" y="1083705"/>
                </a:lnTo>
                <a:lnTo>
                  <a:pt x="366204" y="1083859"/>
                </a:lnTo>
                <a:lnTo>
                  <a:pt x="366678" y="1084014"/>
                </a:lnTo>
                <a:lnTo>
                  <a:pt x="367150" y="1084170"/>
                </a:lnTo>
                <a:lnTo>
                  <a:pt x="367611" y="1084329"/>
                </a:lnTo>
                <a:lnTo>
                  <a:pt x="368059" y="1084490"/>
                </a:lnTo>
                <a:lnTo>
                  <a:pt x="368495" y="1084653"/>
                </a:lnTo>
                <a:lnTo>
                  <a:pt x="368919" y="1084818"/>
                </a:lnTo>
                <a:lnTo>
                  <a:pt x="369330" y="1084986"/>
                </a:lnTo>
                <a:lnTo>
                  <a:pt x="369729" y="1085156"/>
                </a:lnTo>
                <a:lnTo>
                  <a:pt x="370115" y="1085329"/>
                </a:lnTo>
                <a:lnTo>
                  <a:pt x="370490" y="1085504"/>
                </a:lnTo>
                <a:lnTo>
                  <a:pt x="370851" y="1085681"/>
                </a:lnTo>
                <a:lnTo>
                  <a:pt x="371201" y="1085861"/>
                </a:lnTo>
                <a:lnTo>
                  <a:pt x="371538" y="1086043"/>
                </a:lnTo>
                <a:lnTo>
                  <a:pt x="371863" y="1086227"/>
                </a:lnTo>
                <a:lnTo>
                  <a:pt x="372176" y="1086414"/>
                </a:lnTo>
                <a:lnTo>
                  <a:pt x="372476" y="1086603"/>
                </a:lnTo>
                <a:lnTo>
                  <a:pt x="372764" y="1086794"/>
                </a:lnTo>
                <a:lnTo>
                  <a:pt x="373040" y="1086988"/>
                </a:lnTo>
                <a:lnTo>
                  <a:pt x="373303" y="1087184"/>
                </a:lnTo>
                <a:lnTo>
                  <a:pt x="373554" y="1087382"/>
                </a:lnTo>
                <a:lnTo>
                  <a:pt x="373792" y="1087583"/>
                </a:lnTo>
                <a:lnTo>
                  <a:pt x="374019" y="1087786"/>
                </a:lnTo>
                <a:lnTo>
                  <a:pt x="374233" y="1087992"/>
                </a:lnTo>
                <a:lnTo>
                  <a:pt x="374434" y="1088200"/>
                </a:lnTo>
                <a:lnTo>
                  <a:pt x="374624" y="1088410"/>
                </a:lnTo>
                <a:lnTo>
                  <a:pt x="374803" y="1088623"/>
                </a:lnTo>
                <a:lnTo>
                  <a:pt x="374975" y="1088842"/>
                </a:lnTo>
                <a:lnTo>
                  <a:pt x="375139" y="1089065"/>
                </a:lnTo>
                <a:lnTo>
                  <a:pt x="375295" y="1089293"/>
                </a:lnTo>
                <a:lnTo>
                  <a:pt x="375444" y="1089525"/>
                </a:lnTo>
                <a:lnTo>
                  <a:pt x="375585" y="1089762"/>
                </a:lnTo>
                <a:lnTo>
                  <a:pt x="375719" y="1090004"/>
                </a:lnTo>
                <a:lnTo>
                  <a:pt x="375845" y="1090251"/>
                </a:lnTo>
                <a:lnTo>
                  <a:pt x="375963" y="1090502"/>
                </a:lnTo>
                <a:lnTo>
                  <a:pt x="376074" y="1090758"/>
                </a:lnTo>
                <a:lnTo>
                  <a:pt x="376177" y="1091019"/>
                </a:lnTo>
                <a:lnTo>
                  <a:pt x="376272" y="1091284"/>
                </a:lnTo>
                <a:lnTo>
                  <a:pt x="376360" y="1091554"/>
                </a:lnTo>
                <a:lnTo>
                  <a:pt x="376440" y="1091829"/>
                </a:lnTo>
                <a:lnTo>
                  <a:pt x="376513" y="1092108"/>
                </a:lnTo>
                <a:lnTo>
                  <a:pt x="376577" y="1092392"/>
                </a:lnTo>
                <a:lnTo>
                  <a:pt x="376635" y="1092681"/>
                </a:lnTo>
                <a:lnTo>
                  <a:pt x="376684" y="1092975"/>
                </a:lnTo>
                <a:lnTo>
                  <a:pt x="376726" y="1093273"/>
                </a:lnTo>
                <a:lnTo>
                  <a:pt x="376761" y="1093576"/>
                </a:lnTo>
                <a:lnTo>
                  <a:pt x="376787" y="1093883"/>
                </a:lnTo>
                <a:lnTo>
                  <a:pt x="376806" y="1094196"/>
                </a:lnTo>
                <a:lnTo>
                  <a:pt x="376818" y="1094513"/>
                </a:lnTo>
                <a:lnTo>
                  <a:pt x="376822" y="1094834"/>
                </a:lnTo>
                <a:lnTo>
                  <a:pt x="376812" y="1095324"/>
                </a:lnTo>
                <a:lnTo>
                  <a:pt x="376784" y="1095805"/>
                </a:lnTo>
                <a:lnTo>
                  <a:pt x="376737" y="1096279"/>
                </a:lnTo>
                <a:lnTo>
                  <a:pt x="376671" y="1096746"/>
                </a:lnTo>
                <a:lnTo>
                  <a:pt x="376587" y="1097204"/>
                </a:lnTo>
                <a:lnTo>
                  <a:pt x="376484" y="1097656"/>
                </a:lnTo>
                <a:lnTo>
                  <a:pt x="376361" y="1098099"/>
                </a:lnTo>
                <a:lnTo>
                  <a:pt x="376221" y="1098535"/>
                </a:lnTo>
                <a:lnTo>
                  <a:pt x="376061" y="1098963"/>
                </a:lnTo>
                <a:lnTo>
                  <a:pt x="375882" y="1099384"/>
                </a:lnTo>
                <a:lnTo>
                  <a:pt x="375685" y="1099797"/>
                </a:lnTo>
                <a:lnTo>
                  <a:pt x="375469" y="1100202"/>
                </a:lnTo>
                <a:lnTo>
                  <a:pt x="375234" y="1100600"/>
                </a:lnTo>
                <a:lnTo>
                  <a:pt x="374981" y="1100990"/>
                </a:lnTo>
                <a:lnTo>
                  <a:pt x="374708" y="1101372"/>
                </a:lnTo>
                <a:lnTo>
                  <a:pt x="374417" y="1101747"/>
                </a:lnTo>
                <a:lnTo>
                  <a:pt x="374107" y="1102114"/>
                </a:lnTo>
                <a:lnTo>
                  <a:pt x="373778" y="1102474"/>
                </a:lnTo>
                <a:lnTo>
                  <a:pt x="373431" y="1102826"/>
                </a:lnTo>
                <a:lnTo>
                  <a:pt x="373065" y="1103170"/>
                </a:lnTo>
                <a:lnTo>
                  <a:pt x="372679" y="1103507"/>
                </a:lnTo>
                <a:lnTo>
                  <a:pt x="372276" y="1103836"/>
                </a:lnTo>
                <a:lnTo>
                  <a:pt x="371853" y="1104157"/>
                </a:lnTo>
                <a:lnTo>
                  <a:pt x="371411" y="1104471"/>
                </a:lnTo>
                <a:lnTo>
                  <a:pt x="370966" y="1104761"/>
                </a:lnTo>
                <a:lnTo>
                  <a:pt x="370503" y="1105038"/>
                </a:lnTo>
                <a:lnTo>
                  <a:pt x="370022" y="1105303"/>
                </a:lnTo>
                <a:lnTo>
                  <a:pt x="369524" y="1105556"/>
                </a:lnTo>
                <a:lnTo>
                  <a:pt x="369008" y="1105796"/>
                </a:lnTo>
                <a:lnTo>
                  <a:pt x="368474" y="1106024"/>
                </a:lnTo>
                <a:lnTo>
                  <a:pt x="367923" y="1106240"/>
                </a:lnTo>
                <a:lnTo>
                  <a:pt x="367354" y="1106444"/>
                </a:lnTo>
                <a:lnTo>
                  <a:pt x="366767" y="1106635"/>
                </a:lnTo>
                <a:lnTo>
                  <a:pt x="366163" y="1106813"/>
                </a:lnTo>
                <a:lnTo>
                  <a:pt x="365542" y="1106980"/>
                </a:lnTo>
                <a:lnTo>
                  <a:pt x="364902" y="1107134"/>
                </a:lnTo>
                <a:lnTo>
                  <a:pt x="364245" y="1107276"/>
                </a:lnTo>
                <a:lnTo>
                  <a:pt x="363571" y="1107405"/>
                </a:lnTo>
                <a:lnTo>
                  <a:pt x="362879" y="1107522"/>
                </a:lnTo>
                <a:lnTo>
                  <a:pt x="362169" y="1107627"/>
                </a:lnTo>
                <a:lnTo>
                  <a:pt x="361442" y="1107720"/>
                </a:lnTo>
                <a:lnTo>
                  <a:pt x="360697" y="1107800"/>
                </a:lnTo>
                <a:lnTo>
                  <a:pt x="359934" y="1107867"/>
                </a:lnTo>
                <a:lnTo>
                  <a:pt x="359154" y="1107923"/>
                </a:lnTo>
                <a:lnTo>
                  <a:pt x="358356" y="1107966"/>
                </a:lnTo>
                <a:lnTo>
                  <a:pt x="357541" y="1107997"/>
                </a:lnTo>
                <a:lnTo>
                  <a:pt x="356708" y="1108015"/>
                </a:lnTo>
                <a:lnTo>
                  <a:pt x="355857" y="1108022"/>
                </a:lnTo>
                <a:lnTo>
                  <a:pt x="354908" y="1108015"/>
                </a:lnTo>
                <a:lnTo>
                  <a:pt x="353978" y="1107995"/>
                </a:lnTo>
                <a:lnTo>
                  <a:pt x="353065" y="1107961"/>
                </a:lnTo>
                <a:lnTo>
                  <a:pt x="352171" y="1107914"/>
                </a:lnTo>
                <a:lnTo>
                  <a:pt x="351295" y="1107853"/>
                </a:lnTo>
                <a:lnTo>
                  <a:pt x="350437" y="1107779"/>
                </a:lnTo>
                <a:lnTo>
                  <a:pt x="349597" y="1107691"/>
                </a:lnTo>
                <a:lnTo>
                  <a:pt x="348775" y="1107590"/>
                </a:lnTo>
                <a:lnTo>
                  <a:pt x="347972" y="1107475"/>
                </a:lnTo>
                <a:lnTo>
                  <a:pt x="347187" y="1107346"/>
                </a:lnTo>
                <a:lnTo>
                  <a:pt x="346420" y="1107205"/>
                </a:lnTo>
                <a:lnTo>
                  <a:pt x="345671" y="1107049"/>
                </a:lnTo>
                <a:lnTo>
                  <a:pt x="344940" y="1106881"/>
                </a:lnTo>
                <a:lnTo>
                  <a:pt x="344228" y="1106698"/>
                </a:lnTo>
                <a:lnTo>
                  <a:pt x="343534" y="1106503"/>
                </a:lnTo>
                <a:lnTo>
                  <a:pt x="342858" y="1106293"/>
                </a:lnTo>
                <a:lnTo>
                  <a:pt x="342200" y="1106071"/>
                </a:lnTo>
                <a:lnTo>
                  <a:pt x="341561" y="1105834"/>
                </a:lnTo>
                <a:lnTo>
                  <a:pt x="340939" y="1105584"/>
                </a:lnTo>
                <a:lnTo>
                  <a:pt x="340336" y="1105321"/>
                </a:lnTo>
                <a:lnTo>
                  <a:pt x="339751" y="1105044"/>
                </a:lnTo>
                <a:lnTo>
                  <a:pt x="339184" y="1104754"/>
                </a:lnTo>
                <a:lnTo>
                  <a:pt x="338636" y="1104450"/>
                </a:lnTo>
                <a:lnTo>
                  <a:pt x="338105" y="1104133"/>
                </a:lnTo>
                <a:lnTo>
                  <a:pt x="337609" y="1103790"/>
                </a:lnTo>
                <a:lnTo>
                  <a:pt x="337133" y="1103436"/>
                </a:lnTo>
                <a:lnTo>
                  <a:pt x="336679" y="1103071"/>
                </a:lnTo>
                <a:lnTo>
                  <a:pt x="336245" y="1102696"/>
                </a:lnTo>
                <a:lnTo>
                  <a:pt x="335833" y="1102310"/>
                </a:lnTo>
                <a:lnTo>
                  <a:pt x="335442" y="1101914"/>
                </a:lnTo>
                <a:lnTo>
                  <a:pt x="335073" y="1101507"/>
                </a:lnTo>
                <a:lnTo>
                  <a:pt x="334724" y="1101090"/>
                </a:lnTo>
                <a:lnTo>
                  <a:pt x="334396" y="1100662"/>
                </a:lnTo>
                <a:lnTo>
                  <a:pt x="334090" y="1100223"/>
                </a:lnTo>
                <a:lnTo>
                  <a:pt x="333805" y="1099774"/>
                </a:lnTo>
                <a:lnTo>
                  <a:pt x="333540" y="1099315"/>
                </a:lnTo>
                <a:lnTo>
                  <a:pt x="333297" y="1098844"/>
                </a:lnTo>
                <a:lnTo>
                  <a:pt x="333075" y="1098364"/>
                </a:lnTo>
                <a:lnTo>
                  <a:pt x="332875" y="1097872"/>
                </a:lnTo>
                <a:lnTo>
                  <a:pt x="332695" y="1097370"/>
                </a:lnTo>
                <a:lnTo>
                  <a:pt x="332537" y="1096858"/>
                </a:lnTo>
                <a:lnTo>
                  <a:pt x="332399" y="1096335"/>
                </a:lnTo>
                <a:lnTo>
                  <a:pt x="332283" y="1095801"/>
                </a:lnTo>
                <a:lnTo>
                  <a:pt x="332188" y="1095257"/>
                </a:lnTo>
                <a:lnTo>
                  <a:pt x="332114" y="1094702"/>
                </a:lnTo>
                <a:lnTo>
                  <a:pt x="332061" y="1094137"/>
                </a:lnTo>
                <a:lnTo>
                  <a:pt x="332029" y="1093561"/>
                </a:lnTo>
                <a:lnTo>
                  <a:pt x="332019" y="1092975"/>
                </a:lnTo>
                <a:lnTo>
                  <a:pt x="332019" y="1091284"/>
                </a:lnTo>
                <a:lnTo>
                  <a:pt x="317479" y="1091284"/>
                </a:lnTo>
                <a:lnTo>
                  <a:pt x="317465" y="1091382"/>
                </a:lnTo>
                <a:lnTo>
                  <a:pt x="317452" y="1091480"/>
                </a:lnTo>
                <a:lnTo>
                  <a:pt x="317439" y="1091577"/>
                </a:lnTo>
                <a:lnTo>
                  <a:pt x="317427" y="1091674"/>
                </a:lnTo>
                <a:lnTo>
                  <a:pt x="317416" y="1091770"/>
                </a:lnTo>
                <a:lnTo>
                  <a:pt x="317405" y="1091865"/>
                </a:lnTo>
                <a:lnTo>
                  <a:pt x="317395" y="1091960"/>
                </a:lnTo>
                <a:lnTo>
                  <a:pt x="317385" y="1092054"/>
                </a:lnTo>
                <a:lnTo>
                  <a:pt x="317376" y="1092148"/>
                </a:lnTo>
                <a:lnTo>
                  <a:pt x="317367" y="1092241"/>
                </a:lnTo>
                <a:lnTo>
                  <a:pt x="317360" y="1092333"/>
                </a:lnTo>
                <a:lnTo>
                  <a:pt x="317352" y="1092425"/>
                </a:lnTo>
                <a:lnTo>
                  <a:pt x="317345" y="1092516"/>
                </a:lnTo>
                <a:lnTo>
                  <a:pt x="317339" y="1092607"/>
                </a:lnTo>
                <a:lnTo>
                  <a:pt x="317334" y="1092697"/>
                </a:lnTo>
                <a:lnTo>
                  <a:pt x="317329" y="1092787"/>
                </a:lnTo>
                <a:lnTo>
                  <a:pt x="317324" y="1092876"/>
                </a:lnTo>
                <a:lnTo>
                  <a:pt x="317321" y="1092964"/>
                </a:lnTo>
                <a:lnTo>
                  <a:pt x="317317" y="1093052"/>
                </a:lnTo>
                <a:lnTo>
                  <a:pt x="317315" y="1093139"/>
                </a:lnTo>
                <a:lnTo>
                  <a:pt x="317313" y="1093226"/>
                </a:lnTo>
                <a:lnTo>
                  <a:pt x="317311" y="1093312"/>
                </a:lnTo>
                <a:lnTo>
                  <a:pt x="317310" y="1093397"/>
                </a:lnTo>
                <a:lnTo>
                  <a:pt x="317310" y="1093482"/>
                </a:lnTo>
                <a:lnTo>
                  <a:pt x="317310" y="1093565"/>
                </a:lnTo>
                <a:lnTo>
                  <a:pt x="317310" y="1093647"/>
                </a:lnTo>
                <a:lnTo>
                  <a:pt x="317310" y="1093727"/>
                </a:lnTo>
                <a:lnTo>
                  <a:pt x="317310" y="1093806"/>
                </a:lnTo>
                <a:lnTo>
                  <a:pt x="317310" y="1093882"/>
                </a:lnTo>
                <a:lnTo>
                  <a:pt x="317310" y="1093957"/>
                </a:lnTo>
                <a:lnTo>
                  <a:pt x="317310" y="1094030"/>
                </a:lnTo>
                <a:lnTo>
                  <a:pt x="317310" y="1094102"/>
                </a:lnTo>
                <a:lnTo>
                  <a:pt x="317310" y="1094171"/>
                </a:lnTo>
                <a:lnTo>
                  <a:pt x="317310" y="1094239"/>
                </a:lnTo>
                <a:lnTo>
                  <a:pt x="317310" y="1094305"/>
                </a:lnTo>
                <a:lnTo>
                  <a:pt x="317310" y="1094369"/>
                </a:lnTo>
                <a:lnTo>
                  <a:pt x="317310" y="1094432"/>
                </a:lnTo>
                <a:lnTo>
                  <a:pt x="317310" y="1094493"/>
                </a:lnTo>
                <a:lnTo>
                  <a:pt x="317310" y="1094552"/>
                </a:lnTo>
                <a:lnTo>
                  <a:pt x="317310" y="1094609"/>
                </a:lnTo>
                <a:lnTo>
                  <a:pt x="317310" y="1094664"/>
                </a:lnTo>
                <a:lnTo>
                  <a:pt x="317310" y="1094718"/>
                </a:lnTo>
                <a:lnTo>
                  <a:pt x="317310" y="1094770"/>
                </a:lnTo>
                <a:lnTo>
                  <a:pt x="317310" y="1094820"/>
                </a:lnTo>
                <a:lnTo>
                  <a:pt x="317310" y="1094869"/>
                </a:lnTo>
                <a:lnTo>
                  <a:pt x="317310" y="1094915"/>
                </a:lnTo>
                <a:lnTo>
                  <a:pt x="317310" y="1094960"/>
                </a:lnTo>
                <a:lnTo>
                  <a:pt x="317310" y="1095003"/>
                </a:lnTo>
                <a:lnTo>
                  <a:pt x="317318" y="1095648"/>
                </a:lnTo>
                <a:lnTo>
                  <a:pt x="317342" y="1096285"/>
                </a:lnTo>
                <a:lnTo>
                  <a:pt x="317381" y="1096916"/>
                </a:lnTo>
                <a:lnTo>
                  <a:pt x="317437" y="1097539"/>
                </a:lnTo>
                <a:lnTo>
                  <a:pt x="317508" y="1098156"/>
                </a:lnTo>
                <a:lnTo>
                  <a:pt x="317595" y="1098765"/>
                </a:lnTo>
                <a:lnTo>
                  <a:pt x="317698" y="1099367"/>
                </a:lnTo>
                <a:lnTo>
                  <a:pt x="317817" y="1099963"/>
                </a:lnTo>
                <a:lnTo>
                  <a:pt x="317952" y="1100551"/>
                </a:lnTo>
                <a:lnTo>
                  <a:pt x="318102" y="1101132"/>
                </a:lnTo>
                <a:lnTo>
                  <a:pt x="318269" y="1101706"/>
                </a:lnTo>
                <a:lnTo>
                  <a:pt x="318451" y="1102273"/>
                </a:lnTo>
                <a:lnTo>
                  <a:pt x="318649" y="1102833"/>
                </a:lnTo>
                <a:lnTo>
                  <a:pt x="318863" y="1103386"/>
                </a:lnTo>
                <a:lnTo>
                  <a:pt x="319093" y="1103932"/>
                </a:lnTo>
                <a:lnTo>
                  <a:pt x="319339" y="1104471"/>
                </a:lnTo>
                <a:lnTo>
                  <a:pt x="319600" y="1105003"/>
                </a:lnTo>
                <a:lnTo>
                  <a:pt x="319878" y="1105528"/>
                </a:lnTo>
                <a:lnTo>
                  <a:pt x="320171" y="1106046"/>
                </a:lnTo>
                <a:lnTo>
                  <a:pt x="320480" y="1106556"/>
                </a:lnTo>
                <a:lnTo>
                  <a:pt x="320805" y="1107060"/>
                </a:lnTo>
                <a:lnTo>
                  <a:pt x="321146" y="1107557"/>
                </a:lnTo>
                <a:lnTo>
                  <a:pt x="321502" y="1108046"/>
                </a:lnTo>
                <a:lnTo>
                  <a:pt x="321875" y="1108529"/>
                </a:lnTo>
                <a:lnTo>
                  <a:pt x="322275" y="1108989"/>
                </a:lnTo>
                <a:lnTo>
                  <a:pt x="322687" y="1109441"/>
                </a:lnTo>
                <a:lnTo>
                  <a:pt x="323111" y="1109884"/>
                </a:lnTo>
                <a:lnTo>
                  <a:pt x="323547" y="1110318"/>
                </a:lnTo>
                <a:lnTo>
                  <a:pt x="323994" y="1110743"/>
                </a:lnTo>
                <a:lnTo>
                  <a:pt x="324453" y="1111160"/>
                </a:lnTo>
                <a:lnTo>
                  <a:pt x="324924" y="1111568"/>
                </a:lnTo>
                <a:lnTo>
                  <a:pt x="325406" y="1111966"/>
                </a:lnTo>
                <a:lnTo>
                  <a:pt x="325901" y="1112357"/>
                </a:lnTo>
                <a:lnTo>
                  <a:pt x="326407" y="1112738"/>
                </a:lnTo>
                <a:lnTo>
                  <a:pt x="326924" y="1113110"/>
                </a:lnTo>
                <a:lnTo>
                  <a:pt x="327454" y="1113474"/>
                </a:lnTo>
                <a:lnTo>
                  <a:pt x="327995" y="1113829"/>
                </a:lnTo>
                <a:lnTo>
                  <a:pt x="328548" y="1114175"/>
                </a:lnTo>
                <a:lnTo>
                  <a:pt x="329113" y="1114512"/>
                </a:lnTo>
                <a:lnTo>
                  <a:pt x="329689" y="1114841"/>
                </a:lnTo>
                <a:lnTo>
                  <a:pt x="330278" y="1115160"/>
                </a:lnTo>
                <a:lnTo>
                  <a:pt x="330878" y="1115471"/>
                </a:lnTo>
                <a:lnTo>
                  <a:pt x="331489" y="1115773"/>
                </a:lnTo>
                <a:lnTo>
                  <a:pt x="332113" y="1116066"/>
                </a:lnTo>
                <a:lnTo>
                  <a:pt x="332748" y="1116351"/>
                </a:lnTo>
                <a:lnTo>
                  <a:pt x="333395" y="1116626"/>
                </a:lnTo>
                <a:lnTo>
                  <a:pt x="334053" y="1116893"/>
                </a:lnTo>
                <a:lnTo>
                  <a:pt x="334724" y="1117151"/>
                </a:lnTo>
                <a:lnTo>
                  <a:pt x="335418" y="1117386"/>
                </a:lnTo>
                <a:lnTo>
                  <a:pt x="336121" y="1117610"/>
                </a:lnTo>
                <a:lnTo>
                  <a:pt x="336832" y="1117825"/>
                </a:lnTo>
                <a:lnTo>
                  <a:pt x="337551" y="1118029"/>
                </a:lnTo>
                <a:lnTo>
                  <a:pt x="338278" y="1118224"/>
                </a:lnTo>
                <a:lnTo>
                  <a:pt x="339014" y="1118409"/>
                </a:lnTo>
                <a:lnTo>
                  <a:pt x="339758" y="1118583"/>
                </a:lnTo>
                <a:lnTo>
                  <a:pt x="340510" y="1118748"/>
                </a:lnTo>
                <a:lnTo>
                  <a:pt x="341270" y="1118903"/>
                </a:lnTo>
                <a:lnTo>
                  <a:pt x="342038" y="1119047"/>
                </a:lnTo>
                <a:lnTo>
                  <a:pt x="342815" y="1119182"/>
                </a:lnTo>
                <a:lnTo>
                  <a:pt x="343600" y="1119307"/>
                </a:lnTo>
                <a:lnTo>
                  <a:pt x="344393" y="1119422"/>
                </a:lnTo>
                <a:lnTo>
                  <a:pt x="345194" y="1119526"/>
                </a:lnTo>
                <a:lnTo>
                  <a:pt x="346004" y="1119621"/>
                </a:lnTo>
                <a:lnTo>
                  <a:pt x="346822" y="1119706"/>
                </a:lnTo>
                <a:lnTo>
                  <a:pt x="347648" y="1119781"/>
                </a:lnTo>
                <a:lnTo>
                  <a:pt x="348482" y="1119846"/>
                </a:lnTo>
                <a:lnTo>
                  <a:pt x="349324" y="1119901"/>
                </a:lnTo>
                <a:lnTo>
                  <a:pt x="350175" y="1119946"/>
                </a:lnTo>
                <a:lnTo>
                  <a:pt x="351034" y="1119980"/>
                </a:lnTo>
                <a:lnTo>
                  <a:pt x="351901" y="1120005"/>
                </a:lnTo>
                <a:lnTo>
                  <a:pt x="352776" y="1120020"/>
                </a:lnTo>
                <a:lnTo>
                  <a:pt x="353659" y="1120025"/>
                </a:lnTo>
                <a:lnTo>
                  <a:pt x="354668" y="1120020"/>
                </a:lnTo>
                <a:lnTo>
                  <a:pt x="355664" y="1120005"/>
                </a:lnTo>
                <a:lnTo>
                  <a:pt x="356647" y="1119980"/>
                </a:lnTo>
                <a:lnTo>
                  <a:pt x="357618" y="1119946"/>
                </a:lnTo>
                <a:lnTo>
                  <a:pt x="358577" y="1119901"/>
                </a:lnTo>
                <a:lnTo>
                  <a:pt x="359524" y="1119846"/>
                </a:lnTo>
                <a:lnTo>
                  <a:pt x="360458" y="1119781"/>
                </a:lnTo>
                <a:lnTo>
                  <a:pt x="361380" y="1119706"/>
                </a:lnTo>
                <a:lnTo>
                  <a:pt x="362290" y="1119621"/>
                </a:lnTo>
                <a:close/>
                <a:moveTo>
                  <a:pt x="273250" y="1276359"/>
                </a:moveTo>
                <a:lnTo>
                  <a:pt x="273250" y="1251506"/>
                </a:lnTo>
                <a:lnTo>
                  <a:pt x="258710" y="1251506"/>
                </a:lnTo>
                <a:lnTo>
                  <a:pt x="258710" y="1276359"/>
                </a:lnTo>
                <a:lnTo>
                  <a:pt x="262598" y="1298507"/>
                </a:lnTo>
                <a:lnTo>
                  <a:pt x="269361" y="1298507"/>
                </a:lnTo>
                <a:lnTo>
                  <a:pt x="273250" y="1276359"/>
                </a:lnTo>
                <a:close/>
                <a:moveTo>
                  <a:pt x="248058" y="1251506"/>
                </a:moveTo>
                <a:lnTo>
                  <a:pt x="233519" y="1251506"/>
                </a:lnTo>
                <a:lnTo>
                  <a:pt x="233519" y="1276359"/>
                </a:lnTo>
                <a:lnTo>
                  <a:pt x="237407" y="1298507"/>
                </a:lnTo>
                <a:lnTo>
                  <a:pt x="244170" y="1298507"/>
                </a:lnTo>
                <a:lnTo>
                  <a:pt x="248058" y="1276359"/>
                </a:lnTo>
                <a:lnTo>
                  <a:pt x="248058" y="1251506"/>
                </a:lnTo>
                <a:close/>
                <a:moveTo>
                  <a:pt x="335785" y="1312768"/>
                </a:moveTo>
                <a:lnTo>
                  <a:pt x="335851" y="1312220"/>
                </a:lnTo>
                <a:lnTo>
                  <a:pt x="335926" y="1311678"/>
                </a:lnTo>
                <a:lnTo>
                  <a:pt x="336010" y="1311142"/>
                </a:lnTo>
                <a:lnTo>
                  <a:pt x="336102" y="1310612"/>
                </a:lnTo>
                <a:lnTo>
                  <a:pt x="336203" y="1310088"/>
                </a:lnTo>
                <a:lnTo>
                  <a:pt x="336313" y="1309570"/>
                </a:lnTo>
                <a:lnTo>
                  <a:pt x="336432" y="1309057"/>
                </a:lnTo>
                <a:lnTo>
                  <a:pt x="336560" y="1308550"/>
                </a:lnTo>
                <a:lnTo>
                  <a:pt x="336696" y="1308050"/>
                </a:lnTo>
                <a:lnTo>
                  <a:pt x="336842" y="1307555"/>
                </a:lnTo>
                <a:lnTo>
                  <a:pt x="336996" y="1307066"/>
                </a:lnTo>
                <a:lnTo>
                  <a:pt x="337159" y="1306583"/>
                </a:lnTo>
                <a:lnTo>
                  <a:pt x="337330" y="1306105"/>
                </a:lnTo>
                <a:lnTo>
                  <a:pt x="337511" y="1305634"/>
                </a:lnTo>
                <a:lnTo>
                  <a:pt x="337700" y="1305169"/>
                </a:lnTo>
                <a:lnTo>
                  <a:pt x="337898" y="1304709"/>
                </a:lnTo>
                <a:lnTo>
                  <a:pt x="338105" y="1304255"/>
                </a:lnTo>
                <a:lnTo>
                  <a:pt x="338320" y="1303795"/>
                </a:lnTo>
                <a:lnTo>
                  <a:pt x="338542" y="1303343"/>
                </a:lnTo>
                <a:lnTo>
                  <a:pt x="338771" y="1302900"/>
                </a:lnTo>
                <a:lnTo>
                  <a:pt x="339007" y="1302466"/>
                </a:lnTo>
                <a:lnTo>
                  <a:pt x="339250" y="1302041"/>
                </a:lnTo>
                <a:lnTo>
                  <a:pt x="339500" y="1301624"/>
                </a:lnTo>
                <a:lnTo>
                  <a:pt x="339757" y="1301216"/>
                </a:lnTo>
                <a:lnTo>
                  <a:pt x="340021" y="1300817"/>
                </a:lnTo>
                <a:lnTo>
                  <a:pt x="340293" y="1300427"/>
                </a:lnTo>
                <a:lnTo>
                  <a:pt x="340571" y="1300046"/>
                </a:lnTo>
                <a:lnTo>
                  <a:pt x="340856" y="1299674"/>
                </a:lnTo>
                <a:lnTo>
                  <a:pt x="341148" y="1299310"/>
                </a:lnTo>
                <a:lnTo>
                  <a:pt x="341448" y="1298955"/>
                </a:lnTo>
                <a:lnTo>
                  <a:pt x="341754" y="1298609"/>
                </a:lnTo>
                <a:lnTo>
                  <a:pt x="342068" y="1298272"/>
                </a:lnTo>
                <a:lnTo>
                  <a:pt x="342388" y="1297943"/>
                </a:lnTo>
                <a:lnTo>
                  <a:pt x="342716" y="1297624"/>
                </a:lnTo>
                <a:lnTo>
                  <a:pt x="343050" y="1297313"/>
                </a:lnTo>
                <a:lnTo>
                  <a:pt x="343392" y="1297011"/>
                </a:lnTo>
                <a:lnTo>
                  <a:pt x="343741" y="1296718"/>
                </a:lnTo>
                <a:lnTo>
                  <a:pt x="344097" y="1296433"/>
                </a:lnTo>
                <a:lnTo>
                  <a:pt x="344459" y="1296158"/>
                </a:lnTo>
                <a:lnTo>
                  <a:pt x="344829" y="1295891"/>
                </a:lnTo>
                <a:lnTo>
                  <a:pt x="345206" y="1295633"/>
                </a:lnTo>
                <a:lnTo>
                  <a:pt x="345589" y="1295371"/>
                </a:lnTo>
                <a:lnTo>
                  <a:pt x="345979" y="1295120"/>
                </a:lnTo>
                <a:lnTo>
                  <a:pt x="346374" y="1294880"/>
                </a:lnTo>
                <a:lnTo>
                  <a:pt x="346775" y="1294651"/>
                </a:lnTo>
                <a:lnTo>
                  <a:pt x="347181" y="1294434"/>
                </a:lnTo>
                <a:lnTo>
                  <a:pt x="347594" y="1294227"/>
                </a:lnTo>
                <a:lnTo>
                  <a:pt x="348013" y="1294032"/>
                </a:lnTo>
                <a:lnTo>
                  <a:pt x="348437" y="1293848"/>
                </a:lnTo>
                <a:lnTo>
                  <a:pt x="348867" y="1293675"/>
                </a:lnTo>
                <a:lnTo>
                  <a:pt x="349304" y="1293513"/>
                </a:lnTo>
                <a:lnTo>
                  <a:pt x="349746" y="1293363"/>
                </a:lnTo>
                <a:lnTo>
                  <a:pt x="350194" y="1293223"/>
                </a:lnTo>
                <a:lnTo>
                  <a:pt x="350647" y="1293095"/>
                </a:lnTo>
                <a:lnTo>
                  <a:pt x="351107" y="1292978"/>
                </a:lnTo>
                <a:lnTo>
                  <a:pt x="351573" y="1292872"/>
                </a:lnTo>
                <a:lnTo>
                  <a:pt x="352044" y="1292777"/>
                </a:lnTo>
                <a:lnTo>
                  <a:pt x="352521" y="1292694"/>
                </a:lnTo>
                <a:lnTo>
                  <a:pt x="353004" y="1292621"/>
                </a:lnTo>
                <a:lnTo>
                  <a:pt x="353493" y="1292560"/>
                </a:lnTo>
                <a:lnTo>
                  <a:pt x="353988" y="1292510"/>
                </a:lnTo>
                <a:lnTo>
                  <a:pt x="354489" y="1292471"/>
                </a:lnTo>
                <a:lnTo>
                  <a:pt x="354996" y="1292443"/>
                </a:lnTo>
                <a:lnTo>
                  <a:pt x="355508" y="1292426"/>
                </a:lnTo>
                <a:lnTo>
                  <a:pt x="356026" y="1292420"/>
                </a:lnTo>
                <a:lnTo>
                  <a:pt x="356766" y="1292430"/>
                </a:lnTo>
                <a:lnTo>
                  <a:pt x="357492" y="1292459"/>
                </a:lnTo>
                <a:lnTo>
                  <a:pt x="358203" y="1292508"/>
                </a:lnTo>
                <a:lnTo>
                  <a:pt x="358900" y="1292575"/>
                </a:lnTo>
                <a:lnTo>
                  <a:pt x="359584" y="1292663"/>
                </a:lnTo>
                <a:lnTo>
                  <a:pt x="360253" y="1292769"/>
                </a:lnTo>
                <a:lnTo>
                  <a:pt x="360908" y="1292895"/>
                </a:lnTo>
                <a:lnTo>
                  <a:pt x="361549" y="1293040"/>
                </a:lnTo>
                <a:lnTo>
                  <a:pt x="362176" y="1293205"/>
                </a:lnTo>
                <a:lnTo>
                  <a:pt x="362789" y="1293389"/>
                </a:lnTo>
                <a:lnTo>
                  <a:pt x="363388" y="1293592"/>
                </a:lnTo>
                <a:lnTo>
                  <a:pt x="363973" y="1293815"/>
                </a:lnTo>
                <a:lnTo>
                  <a:pt x="364543" y="1294057"/>
                </a:lnTo>
                <a:lnTo>
                  <a:pt x="365100" y="1294319"/>
                </a:lnTo>
                <a:lnTo>
                  <a:pt x="365642" y="1294600"/>
                </a:lnTo>
                <a:lnTo>
                  <a:pt x="366170" y="1294900"/>
                </a:lnTo>
                <a:lnTo>
                  <a:pt x="366685" y="1295220"/>
                </a:lnTo>
                <a:lnTo>
                  <a:pt x="367185" y="1295559"/>
                </a:lnTo>
                <a:lnTo>
                  <a:pt x="367671" y="1295917"/>
                </a:lnTo>
                <a:lnTo>
                  <a:pt x="368143" y="1296295"/>
                </a:lnTo>
                <a:lnTo>
                  <a:pt x="368601" y="1296692"/>
                </a:lnTo>
                <a:lnTo>
                  <a:pt x="369045" y="1297109"/>
                </a:lnTo>
                <a:lnTo>
                  <a:pt x="369474" y="1297544"/>
                </a:lnTo>
                <a:lnTo>
                  <a:pt x="369890" y="1298000"/>
                </a:lnTo>
                <a:lnTo>
                  <a:pt x="370304" y="1298476"/>
                </a:lnTo>
                <a:lnTo>
                  <a:pt x="370700" y="1298975"/>
                </a:lnTo>
                <a:lnTo>
                  <a:pt x="371079" y="1299497"/>
                </a:lnTo>
                <a:lnTo>
                  <a:pt x="371440" y="1300042"/>
                </a:lnTo>
                <a:lnTo>
                  <a:pt x="371783" y="1300610"/>
                </a:lnTo>
                <a:lnTo>
                  <a:pt x="372109" y="1301201"/>
                </a:lnTo>
                <a:lnTo>
                  <a:pt x="372417" y="1301815"/>
                </a:lnTo>
                <a:lnTo>
                  <a:pt x="372708" y="1302452"/>
                </a:lnTo>
                <a:lnTo>
                  <a:pt x="372981" y="1303111"/>
                </a:lnTo>
                <a:lnTo>
                  <a:pt x="373236" y="1303794"/>
                </a:lnTo>
                <a:lnTo>
                  <a:pt x="373474" y="1304499"/>
                </a:lnTo>
                <a:lnTo>
                  <a:pt x="373694" y="1305227"/>
                </a:lnTo>
                <a:lnTo>
                  <a:pt x="373896" y="1305978"/>
                </a:lnTo>
                <a:lnTo>
                  <a:pt x="374081" y="1306752"/>
                </a:lnTo>
                <a:lnTo>
                  <a:pt x="374249" y="1307549"/>
                </a:lnTo>
                <a:lnTo>
                  <a:pt x="374398" y="1308369"/>
                </a:lnTo>
                <a:lnTo>
                  <a:pt x="374530" y="1309212"/>
                </a:lnTo>
                <a:lnTo>
                  <a:pt x="374645" y="1310077"/>
                </a:lnTo>
                <a:lnTo>
                  <a:pt x="374742" y="1310966"/>
                </a:lnTo>
                <a:lnTo>
                  <a:pt x="374821" y="1311877"/>
                </a:lnTo>
                <a:lnTo>
                  <a:pt x="374883" y="1312812"/>
                </a:lnTo>
                <a:lnTo>
                  <a:pt x="374927" y="1313769"/>
                </a:lnTo>
                <a:lnTo>
                  <a:pt x="374953" y="1314749"/>
                </a:lnTo>
                <a:lnTo>
                  <a:pt x="374962" y="1315752"/>
                </a:lnTo>
                <a:lnTo>
                  <a:pt x="374962" y="1367486"/>
                </a:lnTo>
                <a:lnTo>
                  <a:pt x="391869" y="1367486"/>
                </a:lnTo>
                <a:lnTo>
                  <a:pt x="391869" y="1310849"/>
                </a:lnTo>
                <a:lnTo>
                  <a:pt x="391854" y="1309566"/>
                </a:lnTo>
                <a:lnTo>
                  <a:pt x="391810" y="1308309"/>
                </a:lnTo>
                <a:lnTo>
                  <a:pt x="391737" y="1307079"/>
                </a:lnTo>
                <a:lnTo>
                  <a:pt x="391634" y="1305875"/>
                </a:lnTo>
                <a:lnTo>
                  <a:pt x="391502" y="1304698"/>
                </a:lnTo>
                <a:lnTo>
                  <a:pt x="391340" y="1303547"/>
                </a:lnTo>
                <a:lnTo>
                  <a:pt x="391149" y="1302423"/>
                </a:lnTo>
                <a:lnTo>
                  <a:pt x="390929" y="1301325"/>
                </a:lnTo>
                <a:lnTo>
                  <a:pt x="390680" y="1300253"/>
                </a:lnTo>
                <a:lnTo>
                  <a:pt x="390401" y="1299208"/>
                </a:lnTo>
                <a:lnTo>
                  <a:pt x="390093" y="1298189"/>
                </a:lnTo>
                <a:lnTo>
                  <a:pt x="389755" y="1297197"/>
                </a:lnTo>
                <a:lnTo>
                  <a:pt x="389388" y="1296231"/>
                </a:lnTo>
                <a:lnTo>
                  <a:pt x="388992" y="1295291"/>
                </a:lnTo>
                <a:lnTo>
                  <a:pt x="388567" y="1294378"/>
                </a:lnTo>
                <a:lnTo>
                  <a:pt x="388112" y="1293491"/>
                </a:lnTo>
                <a:lnTo>
                  <a:pt x="387627" y="1292631"/>
                </a:lnTo>
                <a:lnTo>
                  <a:pt x="387114" y="1291797"/>
                </a:lnTo>
                <a:lnTo>
                  <a:pt x="386571" y="1290989"/>
                </a:lnTo>
                <a:lnTo>
                  <a:pt x="385998" y="1290208"/>
                </a:lnTo>
                <a:lnTo>
                  <a:pt x="385396" y="1289454"/>
                </a:lnTo>
                <a:lnTo>
                  <a:pt x="384765" y="1288726"/>
                </a:lnTo>
                <a:lnTo>
                  <a:pt x="384105" y="1288024"/>
                </a:lnTo>
                <a:lnTo>
                  <a:pt x="383415" y="1287348"/>
                </a:lnTo>
                <a:lnTo>
                  <a:pt x="382701" y="1286700"/>
                </a:lnTo>
                <a:lnTo>
                  <a:pt x="381966" y="1286079"/>
                </a:lnTo>
                <a:lnTo>
                  <a:pt x="381212" y="1285486"/>
                </a:lnTo>
                <a:lnTo>
                  <a:pt x="380438" y="1284920"/>
                </a:lnTo>
                <a:lnTo>
                  <a:pt x="379644" y="1284382"/>
                </a:lnTo>
                <a:lnTo>
                  <a:pt x="378829" y="1283872"/>
                </a:lnTo>
                <a:lnTo>
                  <a:pt x="377995" y="1283389"/>
                </a:lnTo>
                <a:lnTo>
                  <a:pt x="377141" y="1282934"/>
                </a:lnTo>
                <a:lnTo>
                  <a:pt x="376267" y="1282506"/>
                </a:lnTo>
                <a:lnTo>
                  <a:pt x="375373" y="1282106"/>
                </a:lnTo>
                <a:lnTo>
                  <a:pt x="374459" y="1281734"/>
                </a:lnTo>
                <a:lnTo>
                  <a:pt x="373525" y="1281389"/>
                </a:lnTo>
                <a:lnTo>
                  <a:pt x="372571" y="1281071"/>
                </a:lnTo>
                <a:lnTo>
                  <a:pt x="371597" y="1280782"/>
                </a:lnTo>
                <a:lnTo>
                  <a:pt x="370603" y="1280520"/>
                </a:lnTo>
                <a:lnTo>
                  <a:pt x="369589" y="1280285"/>
                </a:lnTo>
                <a:lnTo>
                  <a:pt x="368556" y="1280078"/>
                </a:lnTo>
                <a:lnTo>
                  <a:pt x="367502" y="1279899"/>
                </a:lnTo>
                <a:lnTo>
                  <a:pt x="366428" y="1279747"/>
                </a:lnTo>
                <a:lnTo>
                  <a:pt x="365334" y="1279623"/>
                </a:lnTo>
                <a:lnTo>
                  <a:pt x="364221" y="1279526"/>
                </a:lnTo>
                <a:lnTo>
                  <a:pt x="363087" y="1279457"/>
                </a:lnTo>
                <a:lnTo>
                  <a:pt x="361934" y="1279416"/>
                </a:lnTo>
                <a:lnTo>
                  <a:pt x="360760" y="1279402"/>
                </a:lnTo>
                <a:lnTo>
                  <a:pt x="360044" y="1279408"/>
                </a:lnTo>
                <a:lnTo>
                  <a:pt x="359334" y="1279426"/>
                </a:lnTo>
                <a:lnTo>
                  <a:pt x="358628" y="1279455"/>
                </a:lnTo>
                <a:lnTo>
                  <a:pt x="357928" y="1279496"/>
                </a:lnTo>
                <a:lnTo>
                  <a:pt x="357234" y="1279549"/>
                </a:lnTo>
                <a:lnTo>
                  <a:pt x="356544" y="1279614"/>
                </a:lnTo>
                <a:lnTo>
                  <a:pt x="355860" y="1279690"/>
                </a:lnTo>
                <a:lnTo>
                  <a:pt x="355181" y="1279778"/>
                </a:lnTo>
                <a:lnTo>
                  <a:pt x="354507" y="1279878"/>
                </a:lnTo>
                <a:lnTo>
                  <a:pt x="353839" y="1279989"/>
                </a:lnTo>
                <a:lnTo>
                  <a:pt x="353176" y="1280113"/>
                </a:lnTo>
                <a:lnTo>
                  <a:pt x="352518" y="1280248"/>
                </a:lnTo>
                <a:lnTo>
                  <a:pt x="351866" y="1280394"/>
                </a:lnTo>
                <a:lnTo>
                  <a:pt x="351219" y="1280553"/>
                </a:lnTo>
                <a:lnTo>
                  <a:pt x="350577" y="1280723"/>
                </a:lnTo>
                <a:lnTo>
                  <a:pt x="349940" y="1280905"/>
                </a:lnTo>
                <a:lnTo>
                  <a:pt x="349309" y="1281099"/>
                </a:lnTo>
                <a:lnTo>
                  <a:pt x="348683" y="1281304"/>
                </a:lnTo>
                <a:lnTo>
                  <a:pt x="348062" y="1281521"/>
                </a:lnTo>
                <a:lnTo>
                  <a:pt x="347446" y="1281750"/>
                </a:lnTo>
                <a:lnTo>
                  <a:pt x="346836" y="1281991"/>
                </a:lnTo>
                <a:lnTo>
                  <a:pt x="346231" y="1282244"/>
                </a:lnTo>
                <a:lnTo>
                  <a:pt x="345631" y="1282508"/>
                </a:lnTo>
                <a:lnTo>
                  <a:pt x="345037" y="1282784"/>
                </a:lnTo>
                <a:lnTo>
                  <a:pt x="344451" y="1283072"/>
                </a:lnTo>
                <a:lnTo>
                  <a:pt x="343876" y="1283374"/>
                </a:lnTo>
                <a:lnTo>
                  <a:pt x="343312" y="1283690"/>
                </a:lnTo>
                <a:lnTo>
                  <a:pt x="342759" y="1284019"/>
                </a:lnTo>
                <a:lnTo>
                  <a:pt x="342218" y="1284361"/>
                </a:lnTo>
                <a:lnTo>
                  <a:pt x="341687" y="1284717"/>
                </a:lnTo>
                <a:lnTo>
                  <a:pt x="341168" y="1285087"/>
                </a:lnTo>
                <a:lnTo>
                  <a:pt x="340660" y="1285470"/>
                </a:lnTo>
                <a:lnTo>
                  <a:pt x="340163" y="1285866"/>
                </a:lnTo>
                <a:lnTo>
                  <a:pt x="339677" y="1286276"/>
                </a:lnTo>
                <a:lnTo>
                  <a:pt x="339203" y="1286700"/>
                </a:lnTo>
                <a:lnTo>
                  <a:pt x="338739" y="1287137"/>
                </a:lnTo>
                <a:lnTo>
                  <a:pt x="338287" y="1287588"/>
                </a:lnTo>
                <a:lnTo>
                  <a:pt x="337846" y="1288052"/>
                </a:lnTo>
                <a:lnTo>
                  <a:pt x="337416" y="1288529"/>
                </a:lnTo>
                <a:lnTo>
                  <a:pt x="336997" y="1289020"/>
                </a:lnTo>
                <a:lnTo>
                  <a:pt x="336589" y="1289525"/>
                </a:lnTo>
                <a:lnTo>
                  <a:pt x="336193" y="1290043"/>
                </a:lnTo>
                <a:lnTo>
                  <a:pt x="335807" y="1290574"/>
                </a:lnTo>
                <a:lnTo>
                  <a:pt x="335433" y="1291119"/>
                </a:lnTo>
                <a:lnTo>
                  <a:pt x="335070" y="1291678"/>
                </a:lnTo>
                <a:lnTo>
                  <a:pt x="334718" y="1292250"/>
                </a:lnTo>
                <a:lnTo>
                  <a:pt x="334377" y="1292836"/>
                </a:lnTo>
                <a:lnTo>
                  <a:pt x="334048" y="1293435"/>
                </a:lnTo>
                <a:lnTo>
                  <a:pt x="332357" y="1281093"/>
                </a:lnTo>
                <a:lnTo>
                  <a:pt x="318663" y="1281093"/>
                </a:lnTo>
                <a:lnTo>
                  <a:pt x="318663" y="1367486"/>
                </a:lnTo>
                <a:lnTo>
                  <a:pt x="335569" y="1367486"/>
                </a:lnTo>
                <a:lnTo>
                  <a:pt x="335569" y="1316766"/>
                </a:lnTo>
                <a:lnTo>
                  <a:pt x="335574" y="1316177"/>
                </a:lnTo>
                <a:lnTo>
                  <a:pt x="335587" y="1315594"/>
                </a:lnTo>
                <a:lnTo>
                  <a:pt x="335609" y="1315017"/>
                </a:lnTo>
                <a:lnTo>
                  <a:pt x="335640" y="1314446"/>
                </a:lnTo>
                <a:lnTo>
                  <a:pt x="335679" y="1313881"/>
                </a:lnTo>
                <a:lnTo>
                  <a:pt x="335728" y="1313321"/>
                </a:lnTo>
                <a:lnTo>
                  <a:pt x="335785" y="1312768"/>
                </a:lnTo>
                <a:close/>
                <a:moveTo>
                  <a:pt x="419607" y="1304350"/>
                </a:moveTo>
                <a:lnTo>
                  <a:pt x="419625" y="1304456"/>
                </a:lnTo>
                <a:lnTo>
                  <a:pt x="419643" y="1304568"/>
                </a:lnTo>
                <a:lnTo>
                  <a:pt x="419661" y="1304687"/>
                </a:lnTo>
                <a:lnTo>
                  <a:pt x="419680" y="1304813"/>
                </a:lnTo>
                <a:lnTo>
                  <a:pt x="419700" y="1304944"/>
                </a:lnTo>
                <a:lnTo>
                  <a:pt x="419720" y="1305083"/>
                </a:lnTo>
                <a:lnTo>
                  <a:pt x="419741" y="1305227"/>
                </a:lnTo>
                <a:lnTo>
                  <a:pt x="419762" y="1305378"/>
                </a:lnTo>
                <a:lnTo>
                  <a:pt x="419784" y="1305536"/>
                </a:lnTo>
                <a:lnTo>
                  <a:pt x="419807" y="1305700"/>
                </a:lnTo>
                <a:lnTo>
                  <a:pt x="419830" y="1305871"/>
                </a:lnTo>
                <a:lnTo>
                  <a:pt x="419854" y="1306048"/>
                </a:lnTo>
                <a:lnTo>
                  <a:pt x="419878" y="1306231"/>
                </a:lnTo>
                <a:lnTo>
                  <a:pt x="419903" y="1306421"/>
                </a:lnTo>
                <a:lnTo>
                  <a:pt x="419929" y="1306617"/>
                </a:lnTo>
                <a:lnTo>
                  <a:pt x="419955" y="1306820"/>
                </a:lnTo>
                <a:lnTo>
                  <a:pt x="419982" y="1307029"/>
                </a:lnTo>
                <a:lnTo>
                  <a:pt x="420009" y="1307245"/>
                </a:lnTo>
                <a:lnTo>
                  <a:pt x="420037" y="1307467"/>
                </a:lnTo>
                <a:lnTo>
                  <a:pt x="435591" y="1307467"/>
                </a:lnTo>
                <a:lnTo>
                  <a:pt x="435591" y="1305438"/>
                </a:lnTo>
                <a:lnTo>
                  <a:pt x="435599" y="1304880"/>
                </a:lnTo>
                <a:lnTo>
                  <a:pt x="435625" y="1304332"/>
                </a:lnTo>
                <a:lnTo>
                  <a:pt x="435668" y="1303795"/>
                </a:lnTo>
                <a:lnTo>
                  <a:pt x="435727" y="1303269"/>
                </a:lnTo>
                <a:lnTo>
                  <a:pt x="435804" y="1302753"/>
                </a:lnTo>
                <a:lnTo>
                  <a:pt x="435897" y="1302247"/>
                </a:lnTo>
                <a:lnTo>
                  <a:pt x="436008" y="1301752"/>
                </a:lnTo>
                <a:lnTo>
                  <a:pt x="436136" y="1301268"/>
                </a:lnTo>
                <a:lnTo>
                  <a:pt x="436280" y="1300794"/>
                </a:lnTo>
                <a:lnTo>
                  <a:pt x="436442" y="1300331"/>
                </a:lnTo>
                <a:lnTo>
                  <a:pt x="436621" y="1299879"/>
                </a:lnTo>
                <a:lnTo>
                  <a:pt x="436817" y="1299437"/>
                </a:lnTo>
                <a:lnTo>
                  <a:pt x="437029" y="1299005"/>
                </a:lnTo>
                <a:lnTo>
                  <a:pt x="437259" y="1298584"/>
                </a:lnTo>
                <a:lnTo>
                  <a:pt x="437506" y="1298174"/>
                </a:lnTo>
                <a:lnTo>
                  <a:pt x="437770" y="1297774"/>
                </a:lnTo>
                <a:lnTo>
                  <a:pt x="438051" y="1297385"/>
                </a:lnTo>
                <a:lnTo>
                  <a:pt x="438349" y="1297006"/>
                </a:lnTo>
                <a:lnTo>
                  <a:pt x="438664" y="1296638"/>
                </a:lnTo>
                <a:lnTo>
                  <a:pt x="438996" y="1296281"/>
                </a:lnTo>
                <a:lnTo>
                  <a:pt x="439345" y="1295934"/>
                </a:lnTo>
                <a:lnTo>
                  <a:pt x="439711" y="1295597"/>
                </a:lnTo>
                <a:lnTo>
                  <a:pt x="440094" y="1295272"/>
                </a:lnTo>
                <a:lnTo>
                  <a:pt x="440494" y="1294956"/>
                </a:lnTo>
                <a:lnTo>
                  <a:pt x="440909" y="1294653"/>
                </a:lnTo>
                <a:lnTo>
                  <a:pt x="441339" y="1294362"/>
                </a:lnTo>
                <a:lnTo>
                  <a:pt x="441783" y="1294085"/>
                </a:lnTo>
                <a:lnTo>
                  <a:pt x="442241" y="1293820"/>
                </a:lnTo>
                <a:lnTo>
                  <a:pt x="442713" y="1293568"/>
                </a:lnTo>
                <a:lnTo>
                  <a:pt x="443199" y="1293329"/>
                </a:lnTo>
                <a:lnTo>
                  <a:pt x="443699" y="1293103"/>
                </a:lnTo>
                <a:lnTo>
                  <a:pt x="444213" y="1292890"/>
                </a:lnTo>
                <a:lnTo>
                  <a:pt x="444742" y="1292690"/>
                </a:lnTo>
                <a:lnTo>
                  <a:pt x="445284" y="1292503"/>
                </a:lnTo>
                <a:lnTo>
                  <a:pt x="445841" y="1292328"/>
                </a:lnTo>
                <a:lnTo>
                  <a:pt x="446411" y="1292167"/>
                </a:lnTo>
                <a:lnTo>
                  <a:pt x="446996" y="1292018"/>
                </a:lnTo>
                <a:lnTo>
                  <a:pt x="447595" y="1291883"/>
                </a:lnTo>
                <a:lnTo>
                  <a:pt x="448208" y="1291760"/>
                </a:lnTo>
                <a:lnTo>
                  <a:pt x="448835" y="1291650"/>
                </a:lnTo>
                <a:lnTo>
                  <a:pt x="449476" y="1291553"/>
                </a:lnTo>
                <a:lnTo>
                  <a:pt x="450131" y="1291469"/>
                </a:lnTo>
                <a:lnTo>
                  <a:pt x="450800" y="1291398"/>
                </a:lnTo>
                <a:lnTo>
                  <a:pt x="451483" y="1291340"/>
                </a:lnTo>
                <a:lnTo>
                  <a:pt x="452181" y="1291295"/>
                </a:lnTo>
                <a:lnTo>
                  <a:pt x="452892" y="1291263"/>
                </a:lnTo>
                <a:lnTo>
                  <a:pt x="453618" y="1291243"/>
                </a:lnTo>
                <a:lnTo>
                  <a:pt x="454357" y="1291237"/>
                </a:lnTo>
                <a:lnTo>
                  <a:pt x="455165" y="1291243"/>
                </a:lnTo>
                <a:lnTo>
                  <a:pt x="455952" y="1291263"/>
                </a:lnTo>
                <a:lnTo>
                  <a:pt x="456719" y="1291295"/>
                </a:lnTo>
                <a:lnTo>
                  <a:pt x="457466" y="1291340"/>
                </a:lnTo>
                <a:lnTo>
                  <a:pt x="458194" y="1291398"/>
                </a:lnTo>
                <a:lnTo>
                  <a:pt x="458901" y="1291469"/>
                </a:lnTo>
                <a:lnTo>
                  <a:pt x="459588" y="1291553"/>
                </a:lnTo>
                <a:lnTo>
                  <a:pt x="460256" y="1291650"/>
                </a:lnTo>
                <a:lnTo>
                  <a:pt x="460903" y="1291760"/>
                </a:lnTo>
                <a:lnTo>
                  <a:pt x="461531" y="1291883"/>
                </a:lnTo>
                <a:lnTo>
                  <a:pt x="462139" y="1292018"/>
                </a:lnTo>
                <a:lnTo>
                  <a:pt x="462726" y="1292167"/>
                </a:lnTo>
                <a:lnTo>
                  <a:pt x="463294" y="1292328"/>
                </a:lnTo>
                <a:lnTo>
                  <a:pt x="463842" y="1292503"/>
                </a:lnTo>
                <a:lnTo>
                  <a:pt x="464369" y="1292690"/>
                </a:lnTo>
                <a:lnTo>
                  <a:pt x="464877" y="1292890"/>
                </a:lnTo>
                <a:lnTo>
                  <a:pt x="465365" y="1293103"/>
                </a:lnTo>
                <a:lnTo>
                  <a:pt x="465833" y="1293329"/>
                </a:lnTo>
                <a:lnTo>
                  <a:pt x="466281" y="1293568"/>
                </a:lnTo>
                <a:lnTo>
                  <a:pt x="466709" y="1293820"/>
                </a:lnTo>
                <a:lnTo>
                  <a:pt x="467117" y="1294085"/>
                </a:lnTo>
                <a:lnTo>
                  <a:pt x="467505" y="1294362"/>
                </a:lnTo>
                <a:lnTo>
                  <a:pt x="467873" y="1294653"/>
                </a:lnTo>
                <a:lnTo>
                  <a:pt x="468221" y="1294956"/>
                </a:lnTo>
                <a:lnTo>
                  <a:pt x="468566" y="1295274"/>
                </a:lnTo>
                <a:lnTo>
                  <a:pt x="468896" y="1295607"/>
                </a:lnTo>
                <a:lnTo>
                  <a:pt x="469212" y="1295955"/>
                </a:lnTo>
                <a:lnTo>
                  <a:pt x="469512" y="1296318"/>
                </a:lnTo>
                <a:lnTo>
                  <a:pt x="469799" y="1296697"/>
                </a:lnTo>
                <a:lnTo>
                  <a:pt x="470070" y="1297091"/>
                </a:lnTo>
                <a:lnTo>
                  <a:pt x="470327" y="1297500"/>
                </a:lnTo>
                <a:lnTo>
                  <a:pt x="470569" y="1297924"/>
                </a:lnTo>
                <a:lnTo>
                  <a:pt x="470797" y="1298364"/>
                </a:lnTo>
                <a:lnTo>
                  <a:pt x="471009" y="1298819"/>
                </a:lnTo>
                <a:lnTo>
                  <a:pt x="471207" y="1299289"/>
                </a:lnTo>
                <a:lnTo>
                  <a:pt x="471391" y="1299775"/>
                </a:lnTo>
                <a:lnTo>
                  <a:pt x="471560" y="1300276"/>
                </a:lnTo>
                <a:lnTo>
                  <a:pt x="471714" y="1300792"/>
                </a:lnTo>
                <a:lnTo>
                  <a:pt x="471853" y="1301323"/>
                </a:lnTo>
                <a:lnTo>
                  <a:pt x="471978" y="1301869"/>
                </a:lnTo>
                <a:lnTo>
                  <a:pt x="472088" y="1302431"/>
                </a:lnTo>
                <a:lnTo>
                  <a:pt x="472183" y="1303008"/>
                </a:lnTo>
                <a:lnTo>
                  <a:pt x="472264" y="1303601"/>
                </a:lnTo>
                <a:lnTo>
                  <a:pt x="472330" y="1304208"/>
                </a:lnTo>
                <a:lnTo>
                  <a:pt x="472382" y="1304831"/>
                </a:lnTo>
                <a:lnTo>
                  <a:pt x="472418" y="1305469"/>
                </a:lnTo>
                <a:lnTo>
                  <a:pt x="472440" y="1306123"/>
                </a:lnTo>
                <a:lnTo>
                  <a:pt x="472448" y="1306791"/>
                </a:lnTo>
                <a:lnTo>
                  <a:pt x="472448" y="1316259"/>
                </a:lnTo>
                <a:lnTo>
                  <a:pt x="470785" y="1316264"/>
                </a:lnTo>
                <a:lnTo>
                  <a:pt x="469148" y="1316279"/>
                </a:lnTo>
                <a:lnTo>
                  <a:pt x="467539" y="1316304"/>
                </a:lnTo>
                <a:lnTo>
                  <a:pt x="465957" y="1316339"/>
                </a:lnTo>
                <a:lnTo>
                  <a:pt x="464402" y="1316384"/>
                </a:lnTo>
                <a:lnTo>
                  <a:pt x="462874" y="1316439"/>
                </a:lnTo>
                <a:lnTo>
                  <a:pt x="461373" y="1316503"/>
                </a:lnTo>
                <a:lnTo>
                  <a:pt x="459899" y="1316578"/>
                </a:lnTo>
                <a:lnTo>
                  <a:pt x="458452" y="1316663"/>
                </a:lnTo>
                <a:lnTo>
                  <a:pt x="457032" y="1316758"/>
                </a:lnTo>
                <a:lnTo>
                  <a:pt x="455639" y="1316863"/>
                </a:lnTo>
                <a:lnTo>
                  <a:pt x="454273" y="1316977"/>
                </a:lnTo>
                <a:lnTo>
                  <a:pt x="452934" y="1317102"/>
                </a:lnTo>
                <a:lnTo>
                  <a:pt x="451622" y="1317237"/>
                </a:lnTo>
                <a:lnTo>
                  <a:pt x="450337" y="1317382"/>
                </a:lnTo>
                <a:lnTo>
                  <a:pt x="449079" y="1317536"/>
                </a:lnTo>
                <a:lnTo>
                  <a:pt x="447848" y="1317701"/>
                </a:lnTo>
                <a:lnTo>
                  <a:pt x="446644" y="1317876"/>
                </a:lnTo>
                <a:lnTo>
                  <a:pt x="445467" y="1318060"/>
                </a:lnTo>
                <a:lnTo>
                  <a:pt x="444317" y="1318255"/>
                </a:lnTo>
                <a:lnTo>
                  <a:pt x="443194" y="1318459"/>
                </a:lnTo>
                <a:lnTo>
                  <a:pt x="442098" y="1318674"/>
                </a:lnTo>
                <a:lnTo>
                  <a:pt x="441029" y="1318899"/>
                </a:lnTo>
                <a:lnTo>
                  <a:pt x="439987" y="1319133"/>
                </a:lnTo>
                <a:lnTo>
                  <a:pt x="438984" y="1319378"/>
                </a:lnTo>
                <a:lnTo>
                  <a:pt x="438004" y="1319636"/>
                </a:lnTo>
                <a:lnTo>
                  <a:pt x="437046" y="1319904"/>
                </a:lnTo>
                <a:lnTo>
                  <a:pt x="436112" y="1320185"/>
                </a:lnTo>
                <a:lnTo>
                  <a:pt x="435201" y="1320477"/>
                </a:lnTo>
                <a:lnTo>
                  <a:pt x="434312" y="1320781"/>
                </a:lnTo>
                <a:lnTo>
                  <a:pt x="433447" y="1321097"/>
                </a:lnTo>
                <a:lnTo>
                  <a:pt x="432604" y="1321425"/>
                </a:lnTo>
                <a:lnTo>
                  <a:pt x="431784" y="1321764"/>
                </a:lnTo>
                <a:lnTo>
                  <a:pt x="430987" y="1322115"/>
                </a:lnTo>
                <a:lnTo>
                  <a:pt x="430213" y="1322478"/>
                </a:lnTo>
                <a:lnTo>
                  <a:pt x="429462" y="1322852"/>
                </a:lnTo>
                <a:lnTo>
                  <a:pt x="428734" y="1323239"/>
                </a:lnTo>
                <a:lnTo>
                  <a:pt x="428029" y="1323637"/>
                </a:lnTo>
                <a:lnTo>
                  <a:pt x="427346" y="1324046"/>
                </a:lnTo>
                <a:lnTo>
                  <a:pt x="426687" y="1324468"/>
                </a:lnTo>
                <a:lnTo>
                  <a:pt x="426050" y="1324901"/>
                </a:lnTo>
                <a:lnTo>
                  <a:pt x="425436" y="1325346"/>
                </a:lnTo>
                <a:lnTo>
                  <a:pt x="424845" y="1325803"/>
                </a:lnTo>
                <a:lnTo>
                  <a:pt x="424278" y="1326271"/>
                </a:lnTo>
                <a:lnTo>
                  <a:pt x="423732" y="1326752"/>
                </a:lnTo>
                <a:lnTo>
                  <a:pt x="423210" y="1327244"/>
                </a:lnTo>
                <a:lnTo>
                  <a:pt x="422711" y="1327747"/>
                </a:lnTo>
                <a:lnTo>
                  <a:pt x="422235" y="1328263"/>
                </a:lnTo>
                <a:lnTo>
                  <a:pt x="421793" y="1328777"/>
                </a:lnTo>
                <a:lnTo>
                  <a:pt x="421371" y="1329305"/>
                </a:lnTo>
                <a:lnTo>
                  <a:pt x="420967" y="1329848"/>
                </a:lnTo>
                <a:lnTo>
                  <a:pt x="420582" y="1330404"/>
                </a:lnTo>
                <a:lnTo>
                  <a:pt x="420215" y="1330975"/>
                </a:lnTo>
                <a:lnTo>
                  <a:pt x="419868" y="1331559"/>
                </a:lnTo>
                <a:lnTo>
                  <a:pt x="419539" y="1332158"/>
                </a:lnTo>
                <a:lnTo>
                  <a:pt x="419229" y="1332771"/>
                </a:lnTo>
                <a:lnTo>
                  <a:pt x="418938" y="1333398"/>
                </a:lnTo>
                <a:lnTo>
                  <a:pt x="418665" y="1334039"/>
                </a:lnTo>
                <a:lnTo>
                  <a:pt x="418412" y="1334694"/>
                </a:lnTo>
                <a:lnTo>
                  <a:pt x="418177" y="1335363"/>
                </a:lnTo>
                <a:lnTo>
                  <a:pt x="417961" y="1336047"/>
                </a:lnTo>
                <a:lnTo>
                  <a:pt x="417764" y="1336744"/>
                </a:lnTo>
                <a:lnTo>
                  <a:pt x="417585" y="1337456"/>
                </a:lnTo>
                <a:lnTo>
                  <a:pt x="417426" y="1338181"/>
                </a:lnTo>
                <a:lnTo>
                  <a:pt x="417285" y="1338921"/>
                </a:lnTo>
                <a:lnTo>
                  <a:pt x="417163" y="1339675"/>
                </a:lnTo>
                <a:lnTo>
                  <a:pt x="417059" y="1340443"/>
                </a:lnTo>
                <a:lnTo>
                  <a:pt x="416975" y="1341224"/>
                </a:lnTo>
                <a:lnTo>
                  <a:pt x="416909" y="1342021"/>
                </a:lnTo>
                <a:lnTo>
                  <a:pt x="416862" y="1342831"/>
                </a:lnTo>
                <a:lnTo>
                  <a:pt x="416834" y="1343655"/>
                </a:lnTo>
                <a:lnTo>
                  <a:pt x="416824" y="1344493"/>
                </a:lnTo>
                <a:lnTo>
                  <a:pt x="416837" y="1345497"/>
                </a:lnTo>
                <a:lnTo>
                  <a:pt x="416874" y="1346481"/>
                </a:lnTo>
                <a:lnTo>
                  <a:pt x="416935" y="1347444"/>
                </a:lnTo>
                <a:lnTo>
                  <a:pt x="417022" y="1348386"/>
                </a:lnTo>
                <a:lnTo>
                  <a:pt x="417133" y="1349308"/>
                </a:lnTo>
                <a:lnTo>
                  <a:pt x="417268" y="1350210"/>
                </a:lnTo>
                <a:lnTo>
                  <a:pt x="417429" y="1351091"/>
                </a:lnTo>
                <a:lnTo>
                  <a:pt x="417613" y="1351951"/>
                </a:lnTo>
                <a:lnTo>
                  <a:pt x="417823" y="1352791"/>
                </a:lnTo>
                <a:lnTo>
                  <a:pt x="418057" y="1353610"/>
                </a:lnTo>
                <a:lnTo>
                  <a:pt x="418316" y="1354408"/>
                </a:lnTo>
                <a:lnTo>
                  <a:pt x="418600" y="1355187"/>
                </a:lnTo>
                <a:lnTo>
                  <a:pt x="418908" y="1355944"/>
                </a:lnTo>
                <a:lnTo>
                  <a:pt x="419241" y="1356681"/>
                </a:lnTo>
                <a:lnTo>
                  <a:pt x="419598" y="1357398"/>
                </a:lnTo>
                <a:lnTo>
                  <a:pt x="419980" y="1358094"/>
                </a:lnTo>
                <a:lnTo>
                  <a:pt x="420387" y="1358769"/>
                </a:lnTo>
                <a:lnTo>
                  <a:pt x="420819" y="1359424"/>
                </a:lnTo>
                <a:lnTo>
                  <a:pt x="421275" y="1360058"/>
                </a:lnTo>
                <a:lnTo>
                  <a:pt x="421756" y="1360672"/>
                </a:lnTo>
                <a:lnTo>
                  <a:pt x="422261" y="1361265"/>
                </a:lnTo>
                <a:lnTo>
                  <a:pt x="422791" y="1361838"/>
                </a:lnTo>
                <a:lnTo>
                  <a:pt x="423346" y="1362390"/>
                </a:lnTo>
                <a:lnTo>
                  <a:pt x="423925" y="1362921"/>
                </a:lnTo>
                <a:lnTo>
                  <a:pt x="424542" y="1363432"/>
                </a:lnTo>
                <a:lnTo>
                  <a:pt x="425179" y="1363921"/>
                </a:lnTo>
                <a:lnTo>
                  <a:pt x="425838" y="1364388"/>
                </a:lnTo>
                <a:lnTo>
                  <a:pt x="426518" y="1364833"/>
                </a:lnTo>
                <a:lnTo>
                  <a:pt x="427219" y="1365256"/>
                </a:lnTo>
                <a:lnTo>
                  <a:pt x="427941" y="1365658"/>
                </a:lnTo>
                <a:lnTo>
                  <a:pt x="428684" y="1366038"/>
                </a:lnTo>
                <a:lnTo>
                  <a:pt x="429448" y="1366397"/>
                </a:lnTo>
                <a:lnTo>
                  <a:pt x="430234" y="1366733"/>
                </a:lnTo>
                <a:lnTo>
                  <a:pt x="431040" y="1367048"/>
                </a:lnTo>
                <a:lnTo>
                  <a:pt x="431868" y="1367342"/>
                </a:lnTo>
                <a:lnTo>
                  <a:pt x="432717" y="1367613"/>
                </a:lnTo>
                <a:lnTo>
                  <a:pt x="433587" y="1367863"/>
                </a:lnTo>
                <a:lnTo>
                  <a:pt x="434478" y="1368091"/>
                </a:lnTo>
                <a:lnTo>
                  <a:pt x="435390" y="1368297"/>
                </a:lnTo>
                <a:lnTo>
                  <a:pt x="436324" y="1368482"/>
                </a:lnTo>
                <a:lnTo>
                  <a:pt x="437278" y="1368645"/>
                </a:lnTo>
                <a:lnTo>
                  <a:pt x="438254" y="1368786"/>
                </a:lnTo>
                <a:lnTo>
                  <a:pt x="439251" y="1368905"/>
                </a:lnTo>
                <a:lnTo>
                  <a:pt x="440268" y="1369003"/>
                </a:lnTo>
                <a:lnTo>
                  <a:pt x="441308" y="1369079"/>
                </a:lnTo>
                <a:lnTo>
                  <a:pt x="442368" y="1369133"/>
                </a:lnTo>
                <a:lnTo>
                  <a:pt x="443449" y="1369166"/>
                </a:lnTo>
                <a:lnTo>
                  <a:pt x="444552" y="1369177"/>
                </a:lnTo>
                <a:lnTo>
                  <a:pt x="445058" y="1369175"/>
                </a:lnTo>
                <a:lnTo>
                  <a:pt x="445562" y="1369168"/>
                </a:lnTo>
                <a:lnTo>
                  <a:pt x="446065" y="1369156"/>
                </a:lnTo>
                <a:lnTo>
                  <a:pt x="446566" y="1369139"/>
                </a:lnTo>
                <a:lnTo>
                  <a:pt x="447065" y="1369118"/>
                </a:lnTo>
                <a:lnTo>
                  <a:pt x="447563" y="1369092"/>
                </a:lnTo>
                <a:lnTo>
                  <a:pt x="448059" y="1369062"/>
                </a:lnTo>
                <a:lnTo>
                  <a:pt x="448553" y="1369027"/>
                </a:lnTo>
                <a:lnTo>
                  <a:pt x="449045" y="1368987"/>
                </a:lnTo>
                <a:lnTo>
                  <a:pt x="449535" y="1368942"/>
                </a:lnTo>
                <a:lnTo>
                  <a:pt x="450024" y="1368893"/>
                </a:lnTo>
                <a:lnTo>
                  <a:pt x="450511" y="1368839"/>
                </a:lnTo>
                <a:lnTo>
                  <a:pt x="450996" y="1368780"/>
                </a:lnTo>
                <a:lnTo>
                  <a:pt x="451480" y="1368717"/>
                </a:lnTo>
                <a:lnTo>
                  <a:pt x="451961" y="1368649"/>
                </a:lnTo>
                <a:lnTo>
                  <a:pt x="452441" y="1368576"/>
                </a:lnTo>
                <a:lnTo>
                  <a:pt x="452919" y="1368498"/>
                </a:lnTo>
                <a:lnTo>
                  <a:pt x="453396" y="1368416"/>
                </a:lnTo>
                <a:lnTo>
                  <a:pt x="453870" y="1368329"/>
                </a:lnTo>
                <a:lnTo>
                  <a:pt x="454343" y="1368238"/>
                </a:lnTo>
                <a:lnTo>
                  <a:pt x="454814" y="1368141"/>
                </a:lnTo>
                <a:lnTo>
                  <a:pt x="455284" y="1368040"/>
                </a:lnTo>
                <a:lnTo>
                  <a:pt x="455751" y="1367935"/>
                </a:lnTo>
                <a:lnTo>
                  <a:pt x="456217" y="1367824"/>
                </a:lnTo>
                <a:lnTo>
                  <a:pt x="456680" y="1367723"/>
                </a:lnTo>
                <a:lnTo>
                  <a:pt x="457140" y="1367614"/>
                </a:lnTo>
                <a:lnTo>
                  <a:pt x="457596" y="1367499"/>
                </a:lnTo>
                <a:lnTo>
                  <a:pt x="458049" y="1367378"/>
                </a:lnTo>
                <a:lnTo>
                  <a:pt x="458498" y="1367251"/>
                </a:lnTo>
                <a:lnTo>
                  <a:pt x="458943" y="1367116"/>
                </a:lnTo>
                <a:lnTo>
                  <a:pt x="459385" y="1366976"/>
                </a:lnTo>
                <a:lnTo>
                  <a:pt x="459824" y="1366829"/>
                </a:lnTo>
                <a:lnTo>
                  <a:pt x="460259" y="1366675"/>
                </a:lnTo>
                <a:lnTo>
                  <a:pt x="460690" y="1366515"/>
                </a:lnTo>
                <a:lnTo>
                  <a:pt x="461118" y="1366349"/>
                </a:lnTo>
                <a:lnTo>
                  <a:pt x="461543" y="1366176"/>
                </a:lnTo>
                <a:lnTo>
                  <a:pt x="461964" y="1365997"/>
                </a:lnTo>
                <a:lnTo>
                  <a:pt x="462381" y="1365811"/>
                </a:lnTo>
                <a:lnTo>
                  <a:pt x="462795" y="1365619"/>
                </a:lnTo>
                <a:lnTo>
                  <a:pt x="463205" y="1365420"/>
                </a:lnTo>
                <a:lnTo>
                  <a:pt x="463612" y="1365215"/>
                </a:lnTo>
                <a:lnTo>
                  <a:pt x="464015" y="1365003"/>
                </a:lnTo>
                <a:lnTo>
                  <a:pt x="464415" y="1364785"/>
                </a:lnTo>
                <a:lnTo>
                  <a:pt x="464811" y="1364560"/>
                </a:lnTo>
                <a:lnTo>
                  <a:pt x="465204" y="1364329"/>
                </a:lnTo>
                <a:lnTo>
                  <a:pt x="465593" y="1364092"/>
                </a:lnTo>
                <a:lnTo>
                  <a:pt x="465979" y="1363848"/>
                </a:lnTo>
                <a:lnTo>
                  <a:pt x="466361" y="1363598"/>
                </a:lnTo>
                <a:lnTo>
                  <a:pt x="466739" y="1363326"/>
                </a:lnTo>
                <a:lnTo>
                  <a:pt x="467110" y="1363048"/>
                </a:lnTo>
                <a:lnTo>
                  <a:pt x="467476" y="1362763"/>
                </a:lnTo>
                <a:lnTo>
                  <a:pt x="467836" y="1362471"/>
                </a:lnTo>
                <a:lnTo>
                  <a:pt x="468190" y="1362171"/>
                </a:lnTo>
                <a:lnTo>
                  <a:pt x="468538" y="1361865"/>
                </a:lnTo>
                <a:lnTo>
                  <a:pt x="468880" y="1361551"/>
                </a:lnTo>
                <a:lnTo>
                  <a:pt x="469217" y="1361231"/>
                </a:lnTo>
                <a:lnTo>
                  <a:pt x="469547" y="1360903"/>
                </a:lnTo>
                <a:lnTo>
                  <a:pt x="469872" y="1360569"/>
                </a:lnTo>
                <a:lnTo>
                  <a:pt x="470190" y="1360227"/>
                </a:lnTo>
                <a:lnTo>
                  <a:pt x="470503" y="1359878"/>
                </a:lnTo>
                <a:lnTo>
                  <a:pt x="470810" y="1359522"/>
                </a:lnTo>
                <a:lnTo>
                  <a:pt x="471111" y="1359160"/>
                </a:lnTo>
                <a:lnTo>
                  <a:pt x="471407" y="1358790"/>
                </a:lnTo>
                <a:lnTo>
                  <a:pt x="471696" y="1358413"/>
                </a:lnTo>
                <a:lnTo>
                  <a:pt x="471980" y="1358029"/>
                </a:lnTo>
                <a:lnTo>
                  <a:pt x="472257" y="1357638"/>
                </a:lnTo>
                <a:lnTo>
                  <a:pt x="472529" y="1357240"/>
                </a:lnTo>
                <a:lnTo>
                  <a:pt x="472795" y="1356835"/>
                </a:lnTo>
                <a:lnTo>
                  <a:pt x="473055" y="1356423"/>
                </a:lnTo>
                <a:lnTo>
                  <a:pt x="473309" y="1356004"/>
                </a:lnTo>
                <a:lnTo>
                  <a:pt x="473558" y="1355578"/>
                </a:lnTo>
                <a:lnTo>
                  <a:pt x="473800" y="1355144"/>
                </a:lnTo>
                <a:lnTo>
                  <a:pt x="473844" y="1355591"/>
                </a:lnTo>
                <a:lnTo>
                  <a:pt x="473892" y="1356030"/>
                </a:lnTo>
                <a:lnTo>
                  <a:pt x="473943" y="1356460"/>
                </a:lnTo>
                <a:lnTo>
                  <a:pt x="473997" y="1356882"/>
                </a:lnTo>
                <a:lnTo>
                  <a:pt x="474056" y="1357296"/>
                </a:lnTo>
                <a:lnTo>
                  <a:pt x="474117" y="1357701"/>
                </a:lnTo>
                <a:lnTo>
                  <a:pt x="474182" y="1358099"/>
                </a:lnTo>
                <a:lnTo>
                  <a:pt x="474251" y="1358488"/>
                </a:lnTo>
                <a:lnTo>
                  <a:pt x="474323" y="1358869"/>
                </a:lnTo>
                <a:lnTo>
                  <a:pt x="474399" y="1359242"/>
                </a:lnTo>
                <a:lnTo>
                  <a:pt x="474478" y="1359606"/>
                </a:lnTo>
                <a:lnTo>
                  <a:pt x="474561" y="1359963"/>
                </a:lnTo>
                <a:lnTo>
                  <a:pt x="474647" y="1360311"/>
                </a:lnTo>
                <a:lnTo>
                  <a:pt x="474737" y="1360651"/>
                </a:lnTo>
                <a:lnTo>
                  <a:pt x="474830" y="1360982"/>
                </a:lnTo>
                <a:lnTo>
                  <a:pt x="474927" y="1361306"/>
                </a:lnTo>
                <a:lnTo>
                  <a:pt x="475028" y="1361621"/>
                </a:lnTo>
                <a:lnTo>
                  <a:pt x="475132" y="1361928"/>
                </a:lnTo>
                <a:lnTo>
                  <a:pt x="475239" y="1362227"/>
                </a:lnTo>
                <a:lnTo>
                  <a:pt x="475350" y="1362517"/>
                </a:lnTo>
                <a:lnTo>
                  <a:pt x="475464" y="1362800"/>
                </a:lnTo>
                <a:lnTo>
                  <a:pt x="475582" y="1363074"/>
                </a:lnTo>
                <a:lnTo>
                  <a:pt x="475704" y="1363340"/>
                </a:lnTo>
                <a:lnTo>
                  <a:pt x="475829" y="1363598"/>
                </a:lnTo>
                <a:lnTo>
                  <a:pt x="475959" y="1363848"/>
                </a:lnTo>
                <a:lnTo>
                  <a:pt x="476094" y="1364092"/>
                </a:lnTo>
                <a:lnTo>
                  <a:pt x="476236" y="1364329"/>
                </a:lnTo>
                <a:lnTo>
                  <a:pt x="476383" y="1364560"/>
                </a:lnTo>
                <a:lnTo>
                  <a:pt x="476536" y="1364785"/>
                </a:lnTo>
                <a:lnTo>
                  <a:pt x="476695" y="1365003"/>
                </a:lnTo>
                <a:lnTo>
                  <a:pt x="476860" y="1365215"/>
                </a:lnTo>
                <a:lnTo>
                  <a:pt x="477031" y="1365420"/>
                </a:lnTo>
                <a:lnTo>
                  <a:pt x="477208" y="1365619"/>
                </a:lnTo>
                <a:lnTo>
                  <a:pt x="477390" y="1365811"/>
                </a:lnTo>
                <a:lnTo>
                  <a:pt x="477579" y="1365997"/>
                </a:lnTo>
                <a:lnTo>
                  <a:pt x="477773" y="1366176"/>
                </a:lnTo>
                <a:lnTo>
                  <a:pt x="477973" y="1366349"/>
                </a:lnTo>
                <a:lnTo>
                  <a:pt x="478179" y="1366515"/>
                </a:lnTo>
                <a:lnTo>
                  <a:pt x="478391" y="1366675"/>
                </a:lnTo>
                <a:lnTo>
                  <a:pt x="478609" y="1366829"/>
                </a:lnTo>
                <a:lnTo>
                  <a:pt x="478833" y="1366976"/>
                </a:lnTo>
                <a:lnTo>
                  <a:pt x="479062" y="1367116"/>
                </a:lnTo>
                <a:lnTo>
                  <a:pt x="479298" y="1367251"/>
                </a:lnTo>
                <a:lnTo>
                  <a:pt x="479539" y="1367378"/>
                </a:lnTo>
                <a:lnTo>
                  <a:pt x="479786" y="1367499"/>
                </a:lnTo>
                <a:lnTo>
                  <a:pt x="480039" y="1367614"/>
                </a:lnTo>
                <a:lnTo>
                  <a:pt x="480298" y="1367723"/>
                </a:lnTo>
                <a:lnTo>
                  <a:pt x="480563" y="1367824"/>
                </a:lnTo>
                <a:lnTo>
                  <a:pt x="480834" y="1367935"/>
                </a:lnTo>
                <a:lnTo>
                  <a:pt x="481111" y="1368040"/>
                </a:lnTo>
                <a:lnTo>
                  <a:pt x="481395" y="1368141"/>
                </a:lnTo>
                <a:lnTo>
                  <a:pt x="481685" y="1368238"/>
                </a:lnTo>
                <a:lnTo>
                  <a:pt x="481982" y="1368329"/>
                </a:lnTo>
                <a:lnTo>
                  <a:pt x="482285" y="1368416"/>
                </a:lnTo>
                <a:lnTo>
                  <a:pt x="482595" y="1368498"/>
                </a:lnTo>
                <a:lnTo>
                  <a:pt x="482911" y="1368576"/>
                </a:lnTo>
                <a:lnTo>
                  <a:pt x="483234" y="1368649"/>
                </a:lnTo>
                <a:lnTo>
                  <a:pt x="483563" y="1368717"/>
                </a:lnTo>
                <a:lnTo>
                  <a:pt x="483898" y="1368780"/>
                </a:lnTo>
                <a:lnTo>
                  <a:pt x="484240" y="1368839"/>
                </a:lnTo>
                <a:lnTo>
                  <a:pt x="484588" y="1368893"/>
                </a:lnTo>
                <a:lnTo>
                  <a:pt x="484943" y="1368942"/>
                </a:lnTo>
                <a:lnTo>
                  <a:pt x="485305" y="1368987"/>
                </a:lnTo>
                <a:lnTo>
                  <a:pt x="485672" y="1369027"/>
                </a:lnTo>
                <a:lnTo>
                  <a:pt x="486047" y="1369062"/>
                </a:lnTo>
                <a:lnTo>
                  <a:pt x="486427" y="1369092"/>
                </a:lnTo>
                <a:lnTo>
                  <a:pt x="486814" y="1369118"/>
                </a:lnTo>
                <a:lnTo>
                  <a:pt x="487208" y="1369139"/>
                </a:lnTo>
                <a:lnTo>
                  <a:pt x="487608" y="1369156"/>
                </a:lnTo>
                <a:lnTo>
                  <a:pt x="488015" y="1369168"/>
                </a:lnTo>
                <a:lnTo>
                  <a:pt x="488428" y="1369175"/>
                </a:lnTo>
                <a:lnTo>
                  <a:pt x="488847" y="1369177"/>
                </a:lnTo>
                <a:lnTo>
                  <a:pt x="489142" y="1369175"/>
                </a:lnTo>
                <a:lnTo>
                  <a:pt x="489437" y="1369171"/>
                </a:lnTo>
                <a:lnTo>
                  <a:pt x="489729" y="1369164"/>
                </a:lnTo>
                <a:lnTo>
                  <a:pt x="490021" y="1369153"/>
                </a:lnTo>
                <a:lnTo>
                  <a:pt x="490312" y="1369140"/>
                </a:lnTo>
                <a:lnTo>
                  <a:pt x="490601" y="1369124"/>
                </a:lnTo>
                <a:lnTo>
                  <a:pt x="490889" y="1369105"/>
                </a:lnTo>
                <a:lnTo>
                  <a:pt x="491176" y="1369083"/>
                </a:lnTo>
                <a:lnTo>
                  <a:pt x="491462" y="1369058"/>
                </a:lnTo>
                <a:lnTo>
                  <a:pt x="491747" y="1369030"/>
                </a:lnTo>
                <a:lnTo>
                  <a:pt x="492031" y="1368999"/>
                </a:lnTo>
                <a:lnTo>
                  <a:pt x="492313" y="1368966"/>
                </a:lnTo>
                <a:lnTo>
                  <a:pt x="492594" y="1368929"/>
                </a:lnTo>
                <a:lnTo>
                  <a:pt x="492874" y="1368889"/>
                </a:lnTo>
                <a:lnTo>
                  <a:pt x="493153" y="1368847"/>
                </a:lnTo>
                <a:lnTo>
                  <a:pt x="493431" y="1368801"/>
                </a:lnTo>
                <a:lnTo>
                  <a:pt x="493707" y="1368753"/>
                </a:lnTo>
                <a:lnTo>
                  <a:pt x="493982" y="1368701"/>
                </a:lnTo>
                <a:lnTo>
                  <a:pt x="494257" y="1368647"/>
                </a:lnTo>
                <a:lnTo>
                  <a:pt x="494530" y="1368590"/>
                </a:lnTo>
                <a:lnTo>
                  <a:pt x="494801" y="1368530"/>
                </a:lnTo>
                <a:lnTo>
                  <a:pt x="495072" y="1368467"/>
                </a:lnTo>
                <a:lnTo>
                  <a:pt x="495341" y="1368401"/>
                </a:lnTo>
                <a:lnTo>
                  <a:pt x="495610" y="1368332"/>
                </a:lnTo>
                <a:lnTo>
                  <a:pt x="495876" y="1368260"/>
                </a:lnTo>
                <a:lnTo>
                  <a:pt x="496138" y="1368186"/>
                </a:lnTo>
                <a:lnTo>
                  <a:pt x="496397" y="1368110"/>
                </a:lnTo>
                <a:lnTo>
                  <a:pt x="496652" y="1368031"/>
                </a:lnTo>
                <a:lnTo>
                  <a:pt x="496904" y="1367950"/>
                </a:lnTo>
                <a:lnTo>
                  <a:pt x="497153" y="1367867"/>
                </a:lnTo>
                <a:lnTo>
                  <a:pt x="497397" y="1367781"/>
                </a:lnTo>
                <a:lnTo>
                  <a:pt x="497639" y="1367693"/>
                </a:lnTo>
                <a:lnTo>
                  <a:pt x="497876" y="1367602"/>
                </a:lnTo>
                <a:lnTo>
                  <a:pt x="498111" y="1367510"/>
                </a:lnTo>
                <a:lnTo>
                  <a:pt x="498341" y="1367415"/>
                </a:lnTo>
                <a:lnTo>
                  <a:pt x="498568" y="1367317"/>
                </a:lnTo>
                <a:lnTo>
                  <a:pt x="498792" y="1367217"/>
                </a:lnTo>
                <a:lnTo>
                  <a:pt x="499012" y="1367115"/>
                </a:lnTo>
                <a:lnTo>
                  <a:pt x="499229" y="1367011"/>
                </a:lnTo>
                <a:lnTo>
                  <a:pt x="499442" y="1366904"/>
                </a:lnTo>
                <a:lnTo>
                  <a:pt x="499652" y="1366795"/>
                </a:lnTo>
                <a:lnTo>
                  <a:pt x="499858" y="1366683"/>
                </a:lnTo>
                <a:lnTo>
                  <a:pt x="500060" y="1366569"/>
                </a:lnTo>
                <a:lnTo>
                  <a:pt x="500259" y="1366453"/>
                </a:lnTo>
                <a:lnTo>
                  <a:pt x="500455" y="1366334"/>
                </a:lnTo>
                <a:lnTo>
                  <a:pt x="500647" y="1366214"/>
                </a:lnTo>
                <a:lnTo>
                  <a:pt x="500835" y="1366090"/>
                </a:lnTo>
                <a:lnTo>
                  <a:pt x="501020" y="1365965"/>
                </a:lnTo>
                <a:lnTo>
                  <a:pt x="501020" y="1354975"/>
                </a:lnTo>
                <a:lnTo>
                  <a:pt x="500779" y="1355141"/>
                </a:lnTo>
                <a:lnTo>
                  <a:pt x="500534" y="1355299"/>
                </a:lnTo>
                <a:lnTo>
                  <a:pt x="500286" y="1355451"/>
                </a:lnTo>
                <a:lnTo>
                  <a:pt x="500034" y="1355595"/>
                </a:lnTo>
                <a:lnTo>
                  <a:pt x="499778" y="1355733"/>
                </a:lnTo>
                <a:lnTo>
                  <a:pt x="499519" y="1355863"/>
                </a:lnTo>
                <a:lnTo>
                  <a:pt x="499257" y="1355986"/>
                </a:lnTo>
                <a:lnTo>
                  <a:pt x="498991" y="1356102"/>
                </a:lnTo>
                <a:lnTo>
                  <a:pt x="498722" y="1356212"/>
                </a:lnTo>
                <a:lnTo>
                  <a:pt x="498449" y="1356314"/>
                </a:lnTo>
                <a:lnTo>
                  <a:pt x="498172" y="1356409"/>
                </a:lnTo>
                <a:lnTo>
                  <a:pt x="497892" y="1356497"/>
                </a:lnTo>
                <a:lnTo>
                  <a:pt x="497609" y="1356578"/>
                </a:lnTo>
                <a:lnTo>
                  <a:pt x="497322" y="1356652"/>
                </a:lnTo>
                <a:lnTo>
                  <a:pt x="497031" y="1356719"/>
                </a:lnTo>
                <a:lnTo>
                  <a:pt x="496737" y="1356779"/>
                </a:lnTo>
                <a:lnTo>
                  <a:pt x="496439" y="1356831"/>
                </a:lnTo>
                <a:lnTo>
                  <a:pt x="496138" y="1356877"/>
                </a:lnTo>
                <a:lnTo>
                  <a:pt x="495833" y="1356916"/>
                </a:lnTo>
                <a:lnTo>
                  <a:pt x="495525" y="1356948"/>
                </a:lnTo>
                <a:lnTo>
                  <a:pt x="495214" y="1356972"/>
                </a:lnTo>
                <a:lnTo>
                  <a:pt x="494898" y="1356990"/>
                </a:lnTo>
                <a:lnTo>
                  <a:pt x="494580" y="1357001"/>
                </a:lnTo>
                <a:lnTo>
                  <a:pt x="494257" y="1357004"/>
                </a:lnTo>
                <a:lnTo>
                  <a:pt x="494076" y="1357002"/>
                </a:lnTo>
                <a:lnTo>
                  <a:pt x="493897" y="1356996"/>
                </a:lnTo>
                <a:lnTo>
                  <a:pt x="493721" y="1356986"/>
                </a:lnTo>
                <a:lnTo>
                  <a:pt x="493548" y="1356971"/>
                </a:lnTo>
                <a:lnTo>
                  <a:pt x="493378" y="1356953"/>
                </a:lnTo>
                <a:lnTo>
                  <a:pt x="493211" y="1356930"/>
                </a:lnTo>
                <a:lnTo>
                  <a:pt x="493047" y="1356903"/>
                </a:lnTo>
                <a:lnTo>
                  <a:pt x="492886" y="1356873"/>
                </a:lnTo>
                <a:lnTo>
                  <a:pt x="492728" y="1356838"/>
                </a:lnTo>
                <a:lnTo>
                  <a:pt x="492572" y="1356799"/>
                </a:lnTo>
                <a:lnTo>
                  <a:pt x="492420" y="1356755"/>
                </a:lnTo>
                <a:lnTo>
                  <a:pt x="492271" y="1356708"/>
                </a:lnTo>
                <a:lnTo>
                  <a:pt x="492124" y="1356657"/>
                </a:lnTo>
                <a:lnTo>
                  <a:pt x="491981" y="1356601"/>
                </a:lnTo>
                <a:lnTo>
                  <a:pt x="491840" y="1356542"/>
                </a:lnTo>
                <a:lnTo>
                  <a:pt x="491702" y="1356478"/>
                </a:lnTo>
                <a:lnTo>
                  <a:pt x="491568" y="1356410"/>
                </a:lnTo>
                <a:lnTo>
                  <a:pt x="491436" y="1356338"/>
                </a:lnTo>
                <a:lnTo>
                  <a:pt x="491307" y="1356262"/>
                </a:lnTo>
                <a:lnTo>
                  <a:pt x="491181" y="1356182"/>
                </a:lnTo>
                <a:lnTo>
                  <a:pt x="491058" y="1356098"/>
                </a:lnTo>
                <a:lnTo>
                  <a:pt x="490938" y="1356010"/>
                </a:lnTo>
                <a:lnTo>
                  <a:pt x="490821" y="1355917"/>
                </a:lnTo>
                <a:lnTo>
                  <a:pt x="490707" y="1355821"/>
                </a:lnTo>
                <a:lnTo>
                  <a:pt x="490596" y="1355719"/>
                </a:lnTo>
                <a:lnTo>
                  <a:pt x="490491" y="1355613"/>
                </a:lnTo>
                <a:lnTo>
                  <a:pt x="490390" y="1355501"/>
                </a:lnTo>
                <a:lnTo>
                  <a:pt x="490294" y="1355384"/>
                </a:lnTo>
                <a:lnTo>
                  <a:pt x="490202" y="1355261"/>
                </a:lnTo>
                <a:lnTo>
                  <a:pt x="490115" y="1355134"/>
                </a:lnTo>
                <a:lnTo>
                  <a:pt x="490033" y="1355001"/>
                </a:lnTo>
                <a:lnTo>
                  <a:pt x="489955" y="1354862"/>
                </a:lnTo>
                <a:lnTo>
                  <a:pt x="489883" y="1354719"/>
                </a:lnTo>
                <a:lnTo>
                  <a:pt x="489815" y="1354570"/>
                </a:lnTo>
                <a:lnTo>
                  <a:pt x="489751" y="1354416"/>
                </a:lnTo>
                <a:lnTo>
                  <a:pt x="489692" y="1354257"/>
                </a:lnTo>
                <a:lnTo>
                  <a:pt x="489638" y="1354092"/>
                </a:lnTo>
                <a:lnTo>
                  <a:pt x="489589" y="1353922"/>
                </a:lnTo>
                <a:lnTo>
                  <a:pt x="489545" y="1353747"/>
                </a:lnTo>
                <a:lnTo>
                  <a:pt x="489505" y="1353566"/>
                </a:lnTo>
                <a:lnTo>
                  <a:pt x="489469" y="1353381"/>
                </a:lnTo>
                <a:lnTo>
                  <a:pt x="489439" y="1353189"/>
                </a:lnTo>
                <a:lnTo>
                  <a:pt x="489413" y="1352993"/>
                </a:lnTo>
                <a:lnTo>
                  <a:pt x="489392" y="1352791"/>
                </a:lnTo>
                <a:lnTo>
                  <a:pt x="489375" y="1352585"/>
                </a:lnTo>
                <a:lnTo>
                  <a:pt x="489364" y="1352372"/>
                </a:lnTo>
                <a:lnTo>
                  <a:pt x="489357" y="1352155"/>
                </a:lnTo>
                <a:lnTo>
                  <a:pt x="489354" y="1351932"/>
                </a:lnTo>
                <a:lnTo>
                  <a:pt x="489354" y="1306115"/>
                </a:lnTo>
                <a:lnTo>
                  <a:pt x="489339" y="1305000"/>
                </a:lnTo>
                <a:lnTo>
                  <a:pt x="489293" y="1303909"/>
                </a:lnTo>
                <a:lnTo>
                  <a:pt x="489217" y="1302842"/>
                </a:lnTo>
                <a:lnTo>
                  <a:pt x="489110" y="1301799"/>
                </a:lnTo>
                <a:lnTo>
                  <a:pt x="488973" y="1300780"/>
                </a:lnTo>
                <a:lnTo>
                  <a:pt x="488805" y="1299785"/>
                </a:lnTo>
                <a:lnTo>
                  <a:pt x="488606" y="1298815"/>
                </a:lnTo>
                <a:lnTo>
                  <a:pt x="488377" y="1297868"/>
                </a:lnTo>
                <a:lnTo>
                  <a:pt x="488118" y="1296946"/>
                </a:lnTo>
                <a:lnTo>
                  <a:pt x="487828" y="1296047"/>
                </a:lnTo>
                <a:lnTo>
                  <a:pt x="487507" y="1295173"/>
                </a:lnTo>
                <a:lnTo>
                  <a:pt x="487156" y="1294322"/>
                </a:lnTo>
                <a:lnTo>
                  <a:pt x="486775" y="1293496"/>
                </a:lnTo>
                <a:lnTo>
                  <a:pt x="486363" y="1292694"/>
                </a:lnTo>
                <a:lnTo>
                  <a:pt x="485920" y="1291916"/>
                </a:lnTo>
                <a:lnTo>
                  <a:pt x="485447" y="1291162"/>
                </a:lnTo>
                <a:lnTo>
                  <a:pt x="484943" y="1290432"/>
                </a:lnTo>
                <a:lnTo>
                  <a:pt x="484409" y="1289726"/>
                </a:lnTo>
                <a:lnTo>
                  <a:pt x="483844" y="1289044"/>
                </a:lnTo>
                <a:lnTo>
                  <a:pt x="483249" y="1288386"/>
                </a:lnTo>
                <a:lnTo>
                  <a:pt x="482623" y="1287753"/>
                </a:lnTo>
                <a:lnTo>
                  <a:pt x="481967" y="1287143"/>
                </a:lnTo>
                <a:lnTo>
                  <a:pt x="481280" y="1286557"/>
                </a:lnTo>
                <a:lnTo>
                  <a:pt x="480563" y="1285996"/>
                </a:lnTo>
                <a:lnTo>
                  <a:pt x="479830" y="1285458"/>
                </a:lnTo>
                <a:lnTo>
                  <a:pt x="479067" y="1284943"/>
                </a:lnTo>
                <a:lnTo>
                  <a:pt x="478275" y="1284450"/>
                </a:lnTo>
                <a:lnTo>
                  <a:pt x="477454" y="1283981"/>
                </a:lnTo>
                <a:lnTo>
                  <a:pt x="476603" y="1283535"/>
                </a:lnTo>
                <a:lnTo>
                  <a:pt x="475723" y="1283111"/>
                </a:lnTo>
                <a:lnTo>
                  <a:pt x="474814" y="1282710"/>
                </a:lnTo>
                <a:lnTo>
                  <a:pt x="473875" y="1282333"/>
                </a:lnTo>
                <a:lnTo>
                  <a:pt x="472907" y="1281978"/>
                </a:lnTo>
                <a:lnTo>
                  <a:pt x="471910" y="1281646"/>
                </a:lnTo>
                <a:lnTo>
                  <a:pt x="470883" y="1281337"/>
                </a:lnTo>
                <a:lnTo>
                  <a:pt x="469827" y="1281051"/>
                </a:lnTo>
                <a:lnTo>
                  <a:pt x="468742" y="1280787"/>
                </a:lnTo>
                <a:lnTo>
                  <a:pt x="467627" y="1280547"/>
                </a:lnTo>
                <a:lnTo>
                  <a:pt x="466483" y="1280329"/>
                </a:lnTo>
                <a:lnTo>
                  <a:pt x="465309" y="1280135"/>
                </a:lnTo>
                <a:lnTo>
                  <a:pt x="464106" y="1279963"/>
                </a:lnTo>
                <a:lnTo>
                  <a:pt x="462874" y="1279814"/>
                </a:lnTo>
                <a:lnTo>
                  <a:pt x="461613" y="1279688"/>
                </a:lnTo>
                <a:lnTo>
                  <a:pt x="460322" y="1279585"/>
                </a:lnTo>
                <a:lnTo>
                  <a:pt x="459001" y="1279505"/>
                </a:lnTo>
                <a:lnTo>
                  <a:pt x="457652" y="1279448"/>
                </a:lnTo>
                <a:lnTo>
                  <a:pt x="456273" y="1279414"/>
                </a:lnTo>
                <a:lnTo>
                  <a:pt x="454865" y="1279402"/>
                </a:lnTo>
                <a:lnTo>
                  <a:pt x="453537" y="1279414"/>
                </a:lnTo>
                <a:lnTo>
                  <a:pt x="452232" y="1279448"/>
                </a:lnTo>
                <a:lnTo>
                  <a:pt x="450950" y="1279505"/>
                </a:lnTo>
                <a:lnTo>
                  <a:pt x="449689" y="1279585"/>
                </a:lnTo>
                <a:lnTo>
                  <a:pt x="448451" y="1279688"/>
                </a:lnTo>
                <a:lnTo>
                  <a:pt x="447235" y="1279814"/>
                </a:lnTo>
                <a:lnTo>
                  <a:pt x="446042" y="1279963"/>
                </a:lnTo>
                <a:lnTo>
                  <a:pt x="444871" y="1280135"/>
                </a:lnTo>
                <a:lnTo>
                  <a:pt x="443722" y="1280329"/>
                </a:lnTo>
                <a:lnTo>
                  <a:pt x="442595" y="1280547"/>
                </a:lnTo>
                <a:lnTo>
                  <a:pt x="441491" y="1280787"/>
                </a:lnTo>
                <a:lnTo>
                  <a:pt x="440409" y="1281051"/>
                </a:lnTo>
                <a:lnTo>
                  <a:pt x="439350" y="1281337"/>
                </a:lnTo>
                <a:lnTo>
                  <a:pt x="438312" y="1281646"/>
                </a:lnTo>
                <a:lnTo>
                  <a:pt x="437297" y="1281978"/>
                </a:lnTo>
                <a:lnTo>
                  <a:pt x="436305" y="1282333"/>
                </a:lnTo>
                <a:lnTo>
                  <a:pt x="435334" y="1282710"/>
                </a:lnTo>
                <a:lnTo>
                  <a:pt x="434386" y="1283111"/>
                </a:lnTo>
                <a:lnTo>
                  <a:pt x="433461" y="1283535"/>
                </a:lnTo>
                <a:lnTo>
                  <a:pt x="432557" y="1283981"/>
                </a:lnTo>
                <a:lnTo>
                  <a:pt x="431676" y="1284450"/>
                </a:lnTo>
                <a:lnTo>
                  <a:pt x="430817" y="1284943"/>
                </a:lnTo>
                <a:lnTo>
                  <a:pt x="429981" y="1285458"/>
                </a:lnTo>
                <a:lnTo>
                  <a:pt x="429166" y="1285996"/>
                </a:lnTo>
                <a:lnTo>
                  <a:pt x="428394" y="1286553"/>
                </a:lnTo>
                <a:lnTo>
                  <a:pt x="427654" y="1287127"/>
                </a:lnTo>
                <a:lnTo>
                  <a:pt x="426947" y="1287716"/>
                </a:lnTo>
                <a:lnTo>
                  <a:pt x="426273" y="1288321"/>
                </a:lnTo>
                <a:lnTo>
                  <a:pt x="425632" y="1288941"/>
                </a:lnTo>
                <a:lnTo>
                  <a:pt x="425024" y="1289578"/>
                </a:lnTo>
                <a:lnTo>
                  <a:pt x="424449" y="1290230"/>
                </a:lnTo>
                <a:lnTo>
                  <a:pt x="423907" y="1290899"/>
                </a:lnTo>
                <a:lnTo>
                  <a:pt x="423397" y="1291583"/>
                </a:lnTo>
                <a:lnTo>
                  <a:pt x="422920" y="1292283"/>
                </a:lnTo>
                <a:lnTo>
                  <a:pt x="422477" y="1292999"/>
                </a:lnTo>
                <a:lnTo>
                  <a:pt x="422066" y="1293731"/>
                </a:lnTo>
                <a:lnTo>
                  <a:pt x="421688" y="1294478"/>
                </a:lnTo>
                <a:lnTo>
                  <a:pt x="421342" y="1295242"/>
                </a:lnTo>
                <a:lnTo>
                  <a:pt x="421030" y="1296021"/>
                </a:lnTo>
                <a:lnTo>
                  <a:pt x="420751" y="1296816"/>
                </a:lnTo>
                <a:lnTo>
                  <a:pt x="420504" y="1297627"/>
                </a:lnTo>
                <a:lnTo>
                  <a:pt x="420290" y="1298454"/>
                </a:lnTo>
                <a:lnTo>
                  <a:pt x="420110" y="1299297"/>
                </a:lnTo>
                <a:lnTo>
                  <a:pt x="419962" y="1300155"/>
                </a:lnTo>
                <a:lnTo>
                  <a:pt x="419847" y="1301030"/>
                </a:lnTo>
                <a:lnTo>
                  <a:pt x="419764" y="1301920"/>
                </a:lnTo>
                <a:lnTo>
                  <a:pt x="419715" y="1302826"/>
                </a:lnTo>
                <a:lnTo>
                  <a:pt x="419699" y="1303748"/>
                </a:lnTo>
                <a:lnTo>
                  <a:pt x="419698" y="1303775"/>
                </a:lnTo>
                <a:lnTo>
                  <a:pt x="419697" y="1303800"/>
                </a:lnTo>
                <a:lnTo>
                  <a:pt x="419696" y="1303822"/>
                </a:lnTo>
                <a:lnTo>
                  <a:pt x="419694" y="1303842"/>
                </a:lnTo>
                <a:lnTo>
                  <a:pt x="419691" y="1303859"/>
                </a:lnTo>
                <a:lnTo>
                  <a:pt x="419688" y="1303875"/>
                </a:lnTo>
                <a:lnTo>
                  <a:pt x="419684" y="1303888"/>
                </a:lnTo>
                <a:lnTo>
                  <a:pt x="419680" y="1303898"/>
                </a:lnTo>
                <a:lnTo>
                  <a:pt x="419675" y="1303906"/>
                </a:lnTo>
                <a:lnTo>
                  <a:pt x="419669" y="1303912"/>
                </a:lnTo>
                <a:lnTo>
                  <a:pt x="419663" y="1303916"/>
                </a:lnTo>
                <a:lnTo>
                  <a:pt x="419656" y="1303917"/>
                </a:lnTo>
                <a:lnTo>
                  <a:pt x="419649" y="1303916"/>
                </a:lnTo>
                <a:lnTo>
                  <a:pt x="419641" y="1303912"/>
                </a:lnTo>
                <a:lnTo>
                  <a:pt x="419633" y="1303906"/>
                </a:lnTo>
                <a:lnTo>
                  <a:pt x="419623" y="1303898"/>
                </a:lnTo>
                <a:lnTo>
                  <a:pt x="419614" y="1303888"/>
                </a:lnTo>
                <a:lnTo>
                  <a:pt x="419604" y="1303875"/>
                </a:lnTo>
                <a:lnTo>
                  <a:pt x="419593" y="1303859"/>
                </a:lnTo>
                <a:lnTo>
                  <a:pt x="419581" y="1303842"/>
                </a:lnTo>
                <a:lnTo>
                  <a:pt x="419569" y="1303822"/>
                </a:lnTo>
                <a:lnTo>
                  <a:pt x="419557" y="1303800"/>
                </a:lnTo>
                <a:lnTo>
                  <a:pt x="419543" y="1303775"/>
                </a:lnTo>
                <a:lnTo>
                  <a:pt x="419530" y="1303748"/>
                </a:lnTo>
                <a:lnTo>
                  <a:pt x="419530" y="1303783"/>
                </a:lnTo>
                <a:lnTo>
                  <a:pt x="419530" y="1303848"/>
                </a:lnTo>
                <a:lnTo>
                  <a:pt x="419530" y="1303917"/>
                </a:lnTo>
                <a:lnTo>
                  <a:pt x="419544" y="1303991"/>
                </a:lnTo>
                <a:lnTo>
                  <a:pt x="419559" y="1304071"/>
                </a:lnTo>
                <a:lnTo>
                  <a:pt x="419574" y="1304157"/>
                </a:lnTo>
                <a:lnTo>
                  <a:pt x="419591" y="1304250"/>
                </a:lnTo>
                <a:lnTo>
                  <a:pt x="419607" y="1304350"/>
                </a:lnTo>
                <a:close/>
                <a:moveTo>
                  <a:pt x="444739" y="1356797"/>
                </a:moveTo>
                <a:lnTo>
                  <a:pt x="444174" y="1356698"/>
                </a:lnTo>
                <a:lnTo>
                  <a:pt x="443623" y="1356586"/>
                </a:lnTo>
                <a:lnTo>
                  <a:pt x="443087" y="1356463"/>
                </a:lnTo>
                <a:lnTo>
                  <a:pt x="442565" y="1356328"/>
                </a:lnTo>
                <a:lnTo>
                  <a:pt x="442058" y="1356181"/>
                </a:lnTo>
                <a:lnTo>
                  <a:pt x="441566" y="1356023"/>
                </a:lnTo>
                <a:lnTo>
                  <a:pt x="441088" y="1355852"/>
                </a:lnTo>
                <a:lnTo>
                  <a:pt x="440625" y="1355670"/>
                </a:lnTo>
                <a:lnTo>
                  <a:pt x="440177" y="1355477"/>
                </a:lnTo>
                <a:lnTo>
                  <a:pt x="439744" y="1355271"/>
                </a:lnTo>
                <a:lnTo>
                  <a:pt x="439325" y="1355054"/>
                </a:lnTo>
                <a:lnTo>
                  <a:pt x="438921" y="1354825"/>
                </a:lnTo>
                <a:lnTo>
                  <a:pt x="438531" y="1354584"/>
                </a:lnTo>
                <a:lnTo>
                  <a:pt x="438156" y="1354332"/>
                </a:lnTo>
                <a:lnTo>
                  <a:pt x="437796" y="1354068"/>
                </a:lnTo>
                <a:lnTo>
                  <a:pt x="437451" y="1353792"/>
                </a:lnTo>
                <a:lnTo>
                  <a:pt x="437133" y="1353504"/>
                </a:lnTo>
                <a:lnTo>
                  <a:pt x="436830" y="1353205"/>
                </a:lnTo>
                <a:lnTo>
                  <a:pt x="436539" y="1352894"/>
                </a:lnTo>
                <a:lnTo>
                  <a:pt x="436263" y="1352571"/>
                </a:lnTo>
                <a:lnTo>
                  <a:pt x="435999" y="1352236"/>
                </a:lnTo>
                <a:lnTo>
                  <a:pt x="435749" y="1351890"/>
                </a:lnTo>
                <a:lnTo>
                  <a:pt x="435513" y="1351532"/>
                </a:lnTo>
                <a:lnTo>
                  <a:pt x="435290" y="1351162"/>
                </a:lnTo>
                <a:lnTo>
                  <a:pt x="435081" y="1350780"/>
                </a:lnTo>
                <a:lnTo>
                  <a:pt x="434885" y="1350387"/>
                </a:lnTo>
                <a:lnTo>
                  <a:pt x="434703" y="1349982"/>
                </a:lnTo>
                <a:lnTo>
                  <a:pt x="434534" y="1349565"/>
                </a:lnTo>
                <a:lnTo>
                  <a:pt x="434379" y="1349137"/>
                </a:lnTo>
                <a:lnTo>
                  <a:pt x="434237" y="1348696"/>
                </a:lnTo>
                <a:lnTo>
                  <a:pt x="434109" y="1348244"/>
                </a:lnTo>
                <a:lnTo>
                  <a:pt x="433994" y="1347780"/>
                </a:lnTo>
                <a:lnTo>
                  <a:pt x="433893" y="1347305"/>
                </a:lnTo>
                <a:lnTo>
                  <a:pt x="433805" y="1346818"/>
                </a:lnTo>
                <a:lnTo>
                  <a:pt x="433731" y="1346319"/>
                </a:lnTo>
                <a:lnTo>
                  <a:pt x="433670" y="1345808"/>
                </a:lnTo>
                <a:lnTo>
                  <a:pt x="433623" y="1345286"/>
                </a:lnTo>
                <a:lnTo>
                  <a:pt x="433589" y="1344751"/>
                </a:lnTo>
                <a:lnTo>
                  <a:pt x="433569" y="1344205"/>
                </a:lnTo>
                <a:lnTo>
                  <a:pt x="433562" y="1343648"/>
                </a:lnTo>
                <a:lnTo>
                  <a:pt x="433568" y="1343104"/>
                </a:lnTo>
                <a:lnTo>
                  <a:pt x="433587" y="1342570"/>
                </a:lnTo>
                <a:lnTo>
                  <a:pt x="433618" y="1342047"/>
                </a:lnTo>
                <a:lnTo>
                  <a:pt x="433661" y="1341534"/>
                </a:lnTo>
                <a:lnTo>
                  <a:pt x="433716" y="1341033"/>
                </a:lnTo>
                <a:lnTo>
                  <a:pt x="433784" y="1340541"/>
                </a:lnTo>
                <a:lnTo>
                  <a:pt x="433864" y="1340060"/>
                </a:lnTo>
                <a:lnTo>
                  <a:pt x="433957" y="1339590"/>
                </a:lnTo>
                <a:lnTo>
                  <a:pt x="434061" y="1339131"/>
                </a:lnTo>
                <a:lnTo>
                  <a:pt x="434179" y="1338681"/>
                </a:lnTo>
                <a:lnTo>
                  <a:pt x="434308" y="1338243"/>
                </a:lnTo>
                <a:lnTo>
                  <a:pt x="434450" y="1337815"/>
                </a:lnTo>
                <a:lnTo>
                  <a:pt x="434604" y="1337398"/>
                </a:lnTo>
                <a:lnTo>
                  <a:pt x="434770" y="1336991"/>
                </a:lnTo>
                <a:lnTo>
                  <a:pt x="434949" y="1336595"/>
                </a:lnTo>
                <a:lnTo>
                  <a:pt x="435140" y="1336209"/>
                </a:lnTo>
                <a:lnTo>
                  <a:pt x="435343" y="1335834"/>
                </a:lnTo>
                <a:lnTo>
                  <a:pt x="435559" y="1335469"/>
                </a:lnTo>
                <a:lnTo>
                  <a:pt x="435787" y="1335115"/>
                </a:lnTo>
                <a:lnTo>
                  <a:pt x="436028" y="1334772"/>
                </a:lnTo>
                <a:lnTo>
                  <a:pt x="436280" y="1334439"/>
                </a:lnTo>
                <a:lnTo>
                  <a:pt x="436545" y="1334117"/>
                </a:lnTo>
                <a:lnTo>
                  <a:pt x="436823" y="1333805"/>
                </a:lnTo>
                <a:lnTo>
                  <a:pt x="437113" y="1333504"/>
                </a:lnTo>
                <a:lnTo>
                  <a:pt x="437431" y="1333198"/>
                </a:lnTo>
                <a:lnTo>
                  <a:pt x="437765" y="1332899"/>
                </a:lnTo>
                <a:lnTo>
                  <a:pt x="438116" y="1332608"/>
                </a:lnTo>
                <a:lnTo>
                  <a:pt x="438484" y="1332325"/>
                </a:lnTo>
                <a:lnTo>
                  <a:pt x="438868" y="1332049"/>
                </a:lnTo>
                <a:lnTo>
                  <a:pt x="439268" y="1331781"/>
                </a:lnTo>
                <a:lnTo>
                  <a:pt x="439685" y="1331521"/>
                </a:lnTo>
                <a:lnTo>
                  <a:pt x="440118" y="1331268"/>
                </a:lnTo>
                <a:lnTo>
                  <a:pt x="440568" y="1331023"/>
                </a:lnTo>
                <a:lnTo>
                  <a:pt x="441034" y="1330786"/>
                </a:lnTo>
                <a:lnTo>
                  <a:pt x="441517" y="1330556"/>
                </a:lnTo>
                <a:lnTo>
                  <a:pt x="442015" y="1330334"/>
                </a:lnTo>
                <a:lnTo>
                  <a:pt x="442531" y="1330119"/>
                </a:lnTo>
                <a:lnTo>
                  <a:pt x="443063" y="1329912"/>
                </a:lnTo>
                <a:lnTo>
                  <a:pt x="443611" y="1329713"/>
                </a:lnTo>
                <a:lnTo>
                  <a:pt x="444176" y="1329521"/>
                </a:lnTo>
                <a:lnTo>
                  <a:pt x="444757" y="1329337"/>
                </a:lnTo>
                <a:lnTo>
                  <a:pt x="445355" y="1329161"/>
                </a:lnTo>
                <a:lnTo>
                  <a:pt x="445969" y="1328992"/>
                </a:lnTo>
                <a:lnTo>
                  <a:pt x="446599" y="1328831"/>
                </a:lnTo>
                <a:lnTo>
                  <a:pt x="447246" y="1328677"/>
                </a:lnTo>
                <a:lnTo>
                  <a:pt x="447909" y="1328532"/>
                </a:lnTo>
                <a:lnTo>
                  <a:pt x="448589" y="1328393"/>
                </a:lnTo>
                <a:lnTo>
                  <a:pt x="449285" y="1328263"/>
                </a:lnTo>
                <a:lnTo>
                  <a:pt x="450014" y="1328125"/>
                </a:lnTo>
                <a:lnTo>
                  <a:pt x="450764" y="1327993"/>
                </a:lnTo>
                <a:lnTo>
                  <a:pt x="451533" y="1327866"/>
                </a:lnTo>
                <a:lnTo>
                  <a:pt x="452324" y="1327746"/>
                </a:lnTo>
                <a:lnTo>
                  <a:pt x="453135" y="1327632"/>
                </a:lnTo>
                <a:lnTo>
                  <a:pt x="453966" y="1327523"/>
                </a:lnTo>
                <a:lnTo>
                  <a:pt x="454819" y="1327420"/>
                </a:lnTo>
                <a:lnTo>
                  <a:pt x="455691" y="1327323"/>
                </a:lnTo>
                <a:lnTo>
                  <a:pt x="456584" y="1327232"/>
                </a:lnTo>
                <a:lnTo>
                  <a:pt x="457498" y="1327147"/>
                </a:lnTo>
                <a:lnTo>
                  <a:pt x="458432" y="1327068"/>
                </a:lnTo>
                <a:lnTo>
                  <a:pt x="459387" y="1326995"/>
                </a:lnTo>
                <a:lnTo>
                  <a:pt x="460363" y="1326927"/>
                </a:lnTo>
                <a:lnTo>
                  <a:pt x="461358" y="1326865"/>
                </a:lnTo>
                <a:lnTo>
                  <a:pt x="462375" y="1326810"/>
                </a:lnTo>
                <a:lnTo>
                  <a:pt x="463412" y="1326760"/>
                </a:lnTo>
                <a:lnTo>
                  <a:pt x="464469" y="1326716"/>
                </a:lnTo>
                <a:lnTo>
                  <a:pt x="465548" y="1326678"/>
                </a:lnTo>
                <a:lnTo>
                  <a:pt x="466646" y="1326645"/>
                </a:lnTo>
                <a:lnTo>
                  <a:pt x="467765" y="1326619"/>
                </a:lnTo>
                <a:lnTo>
                  <a:pt x="468905" y="1326598"/>
                </a:lnTo>
                <a:lnTo>
                  <a:pt x="470065" y="1326584"/>
                </a:lnTo>
                <a:lnTo>
                  <a:pt x="471246" y="1326575"/>
                </a:lnTo>
                <a:lnTo>
                  <a:pt x="472448" y="1326572"/>
                </a:lnTo>
                <a:lnTo>
                  <a:pt x="472448" y="1331813"/>
                </a:lnTo>
                <a:lnTo>
                  <a:pt x="472443" y="1332402"/>
                </a:lnTo>
                <a:lnTo>
                  <a:pt x="472430" y="1332987"/>
                </a:lnTo>
                <a:lnTo>
                  <a:pt x="472408" y="1333567"/>
                </a:lnTo>
                <a:lnTo>
                  <a:pt x="472377" y="1334142"/>
                </a:lnTo>
                <a:lnTo>
                  <a:pt x="472338" y="1334713"/>
                </a:lnTo>
                <a:lnTo>
                  <a:pt x="472289" y="1335279"/>
                </a:lnTo>
                <a:lnTo>
                  <a:pt x="472232" y="1335840"/>
                </a:lnTo>
                <a:lnTo>
                  <a:pt x="472166" y="1336397"/>
                </a:lnTo>
                <a:lnTo>
                  <a:pt x="472091" y="1336948"/>
                </a:lnTo>
                <a:lnTo>
                  <a:pt x="472007" y="1337496"/>
                </a:lnTo>
                <a:lnTo>
                  <a:pt x="471915" y="1338038"/>
                </a:lnTo>
                <a:lnTo>
                  <a:pt x="471814" y="1338576"/>
                </a:lnTo>
                <a:lnTo>
                  <a:pt x="471704" y="1339109"/>
                </a:lnTo>
                <a:lnTo>
                  <a:pt x="471585" y="1339637"/>
                </a:lnTo>
                <a:lnTo>
                  <a:pt x="471457" y="1340161"/>
                </a:lnTo>
                <a:lnTo>
                  <a:pt x="471320" y="1340680"/>
                </a:lnTo>
                <a:lnTo>
                  <a:pt x="471175" y="1341194"/>
                </a:lnTo>
                <a:lnTo>
                  <a:pt x="471021" y="1341703"/>
                </a:lnTo>
                <a:lnTo>
                  <a:pt x="470858" y="1342208"/>
                </a:lnTo>
                <a:lnTo>
                  <a:pt x="470686" y="1342708"/>
                </a:lnTo>
                <a:lnTo>
                  <a:pt x="470506" y="1343204"/>
                </a:lnTo>
                <a:lnTo>
                  <a:pt x="470317" y="1343695"/>
                </a:lnTo>
                <a:lnTo>
                  <a:pt x="470119" y="1344181"/>
                </a:lnTo>
                <a:lnTo>
                  <a:pt x="469912" y="1344662"/>
                </a:lnTo>
                <a:lnTo>
                  <a:pt x="469710" y="1345137"/>
                </a:lnTo>
                <a:lnTo>
                  <a:pt x="469498" y="1345604"/>
                </a:lnTo>
                <a:lnTo>
                  <a:pt x="469278" y="1346062"/>
                </a:lnTo>
                <a:lnTo>
                  <a:pt x="469047" y="1346513"/>
                </a:lnTo>
                <a:lnTo>
                  <a:pt x="468808" y="1346955"/>
                </a:lnTo>
                <a:lnTo>
                  <a:pt x="468559" y="1347388"/>
                </a:lnTo>
                <a:lnTo>
                  <a:pt x="468301" y="1347814"/>
                </a:lnTo>
                <a:lnTo>
                  <a:pt x="468033" y="1348231"/>
                </a:lnTo>
                <a:lnTo>
                  <a:pt x="467756" y="1348640"/>
                </a:lnTo>
                <a:lnTo>
                  <a:pt x="467469" y="1349041"/>
                </a:lnTo>
                <a:lnTo>
                  <a:pt x="467174" y="1349434"/>
                </a:lnTo>
                <a:lnTo>
                  <a:pt x="466868" y="1349819"/>
                </a:lnTo>
                <a:lnTo>
                  <a:pt x="466554" y="1350195"/>
                </a:lnTo>
                <a:lnTo>
                  <a:pt x="466230" y="1350563"/>
                </a:lnTo>
                <a:lnTo>
                  <a:pt x="465896" y="1350923"/>
                </a:lnTo>
                <a:lnTo>
                  <a:pt x="465553" y="1351275"/>
                </a:lnTo>
                <a:lnTo>
                  <a:pt x="465201" y="1351618"/>
                </a:lnTo>
                <a:lnTo>
                  <a:pt x="464840" y="1351953"/>
                </a:lnTo>
                <a:lnTo>
                  <a:pt x="464469" y="1352280"/>
                </a:lnTo>
                <a:lnTo>
                  <a:pt x="464088" y="1352599"/>
                </a:lnTo>
                <a:lnTo>
                  <a:pt x="463698" y="1352909"/>
                </a:lnTo>
                <a:lnTo>
                  <a:pt x="463299" y="1353212"/>
                </a:lnTo>
                <a:lnTo>
                  <a:pt x="462891" y="1353506"/>
                </a:lnTo>
                <a:lnTo>
                  <a:pt x="462473" y="1353792"/>
                </a:lnTo>
                <a:lnTo>
                  <a:pt x="462059" y="1354068"/>
                </a:lnTo>
                <a:lnTo>
                  <a:pt x="461635" y="1354332"/>
                </a:lnTo>
                <a:lnTo>
                  <a:pt x="461202" y="1354584"/>
                </a:lnTo>
                <a:lnTo>
                  <a:pt x="460758" y="1354825"/>
                </a:lnTo>
                <a:lnTo>
                  <a:pt x="460305" y="1355054"/>
                </a:lnTo>
                <a:lnTo>
                  <a:pt x="459842" y="1355271"/>
                </a:lnTo>
                <a:lnTo>
                  <a:pt x="459368" y="1355477"/>
                </a:lnTo>
                <a:lnTo>
                  <a:pt x="458885" y="1355670"/>
                </a:lnTo>
                <a:lnTo>
                  <a:pt x="458391" y="1355852"/>
                </a:lnTo>
                <a:lnTo>
                  <a:pt x="457888" y="1356023"/>
                </a:lnTo>
                <a:lnTo>
                  <a:pt x="457374" y="1356181"/>
                </a:lnTo>
                <a:lnTo>
                  <a:pt x="456851" y="1356328"/>
                </a:lnTo>
                <a:lnTo>
                  <a:pt x="456318" y="1356463"/>
                </a:lnTo>
                <a:lnTo>
                  <a:pt x="455775" y="1356586"/>
                </a:lnTo>
                <a:lnTo>
                  <a:pt x="455221" y="1356698"/>
                </a:lnTo>
                <a:lnTo>
                  <a:pt x="454658" y="1356797"/>
                </a:lnTo>
                <a:lnTo>
                  <a:pt x="454085" y="1356886"/>
                </a:lnTo>
                <a:lnTo>
                  <a:pt x="453501" y="1356962"/>
                </a:lnTo>
                <a:lnTo>
                  <a:pt x="452908" y="1357026"/>
                </a:lnTo>
                <a:lnTo>
                  <a:pt x="452305" y="1357079"/>
                </a:lnTo>
                <a:lnTo>
                  <a:pt x="451692" y="1357120"/>
                </a:lnTo>
                <a:lnTo>
                  <a:pt x="451069" y="1357150"/>
                </a:lnTo>
                <a:lnTo>
                  <a:pt x="450436" y="1357167"/>
                </a:lnTo>
                <a:lnTo>
                  <a:pt x="449793" y="1357173"/>
                </a:lnTo>
                <a:lnTo>
                  <a:pt x="449110" y="1357167"/>
                </a:lnTo>
                <a:lnTo>
                  <a:pt x="448441" y="1357150"/>
                </a:lnTo>
                <a:lnTo>
                  <a:pt x="447788" y="1357120"/>
                </a:lnTo>
                <a:lnTo>
                  <a:pt x="447149" y="1357079"/>
                </a:lnTo>
                <a:lnTo>
                  <a:pt x="446524" y="1357026"/>
                </a:lnTo>
                <a:lnTo>
                  <a:pt x="445915" y="1356962"/>
                </a:lnTo>
                <a:lnTo>
                  <a:pt x="445320" y="1356886"/>
                </a:lnTo>
                <a:lnTo>
                  <a:pt x="444739" y="1356797"/>
                </a:lnTo>
                <a:close/>
                <a:moveTo>
                  <a:pt x="548462" y="1367486"/>
                </a:moveTo>
                <a:lnTo>
                  <a:pt x="566383" y="1367486"/>
                </a:lnTo>
                <a:lnTo>
                  <a:pt x="600365" y="1281093"/>
                </a:lnTo>
                <a:lnTo>
                  <a:pt x="583797" y="1281093"/>
                </a:lnTo>
                <a:lnTo>
                  <a:pt x="558606" y="1347367"/>
                </a:lnTo>
                <a:lnTo>
                  <a:pt x="558099" y="1347367"/>
                </a:lnTo>
                <a:lnTo>
                  <a:pt x="532908" y="1281093"/>
                </a:lnTo>
                <a:lnTo>
                  <a:pt x="514817" y="1281093"/>
                </a:lnTo>
                <a:lnTo>
                  <a:pt x="548462" y="1367486"/>
                </a:lnTo>
                <a:close/>
                <a:moveTo>
                  <a:pt x="248058" y="2023814"/>
                </a:moveTo>
                <a:lnTo>
                  <a:pt x="248058" y="1998961"/>
                </a:lnTo>
                <a:lnTo>
                  <a:pt x="233519" y="1998961"/>
                </a:lnTo>
                <a:lnTo>
                  <a:pt x="233519" y="2023814"/>
                </a:lnTo>
                <a:lnTo>
                  <a:pt x="237407" y="2045961"/>
                </a:lnTo>
                <a:lnTo>
                  <a:pt x="244170" y="2045961"/>
                </a:lnTo>
                <a:lnTo>
                  <a:pt x="248058" y="2023814"/>
                </a:lnTo>
                <a:close/>
                <a:moveTo>
                  <a:pt x="273250" y="1998961"/>
                </a:moveTo>
                <a:lnTo>
                  <a:pt x="258710" y="1998961"/>
                </a:lnTo>
                <a:lnTo>
                  <a:pt x="258710" y="2023814"/>
                </a:lnTo>
                <a:lnTo>
                  <a:pt x="262598" y="2045961"/>
                </a:lnTo>
                <a:lnTo>
                  <a:pt x="269361" y="2045961"/>
                </a:lnTo>
                <a:lnTo>
                  <a:pt x="273250" y="2023814"/>
                </a:lnTo>
                <a:lnTo>
                  <a:pt x="273250" y="1998961"/>
                </a:lnTo>
                <a:close/>
                <a:moveTo>
                  <a:pt x="530447" y="2049642"/>
                </a:moveTo>
                <a:lnTo>
                  <a:pt x="530522" y="2049230"/>
                </a:lnTo>
                <a:lnTo>
                  <a:pt x="530607" y="2048825"/>
                </a:lnTo>
                <a:lnTo>
                  <a:pt x="530702" y="2048427"/>
                </a:lnTo>
                <a:lnTo>
                  <a:pt x="530806" y="2048036"/>
                </a:lnTo>
                <a:lnTo>
                  <a:pt x="530921" y="2047652"/>
                </a:lnTo>
                <a:lnTo>
                  <a:pt x="531046" y="2047275"/>
                </a:lnTo>
                <a:lnTo>
                  <a:pt x="531181" y="2046906"/>
                </a:lnTo>
                <a:lnTo>
                  <a:pt x="531325" y="2046543"/>
                </a:lnTo>
                <a:lnTo>
                  <a:pt x="531480" y="2046187"/>
                </a:lnTo>
                <a:lnTo>
                  <a:pt x="531645" y="2045838"/>
                </a:lnTo>
                <a:lnTo>
                  <a:pt x="531819" y="2045497"/>
                </a:lnTo>
                <a:lnTo>
                  <a:pt x="532004" y="2045162"/>
                </a:lnTo>
                <a:lnTo>
                  <a:pt x="532198" y="2044835"/>
                </a:lnTo>
                <a:lnTo>
                  <a:pt x="532403" y="2044514"/>
                </a:lnTo>
                <a:lnTo>
                  <a:pt x="532618" y="2044201"/>
                </a:lnTo>
                <a:lnTo>
                  <a:pt x="532842" y="2043894"/>
                </a:lnTo>
                <a:lnTo>
                  <a:pt x="533077" y="2043595"/>
                </a:lnTo>
                <a:lnTo>
                  <a:pt x="533333" y="2043305"/>
                </a:lnTo>
                <a:lnTo>
                  <a:pt x="533594" y="2043028"/>
                </a:lnTo>
                <a:lnTo>
                  <a:pt x="533861" y="2042763"/>
                </a:lnTo>
                <a:lnTo>
                  <a:pt x="534133" y="2042510"/>
                </a:lnTo>
                <a:lnTo>
                  <a:pt x="534411" y="2042269"/>
                </a:lnTo>
                <a:lnTo>
                  <a:pt x="534693" y="2042041"/>
                </a:lnTo>
                <a:lnTo>
                  <a:pt x="534981" y="2041826"/>
                </a:lnTo>
                <a:lnTo>
                  <a:pt x="535275" y="2041622"/>
                </a:lnTo>
                <a:lnTo>
                  <a:pt x="535573" y="2041431"/>
                </a:lnTo>
                <a:lnTo>
                  <a:pt x="535877" y="2041252"/>
                </a:lnTo>
                <a:lnTo>
                  <a:pt x="536186" y="2041086"/>
                </a:lnTo>
                <a:lnTo>
                  <a:pt x="536500" y="2040932"/>
                </a:lnTo>
                <a:lnTo>
                  <a:pt x="536820" y="2040790"/>
                </a:lnTo>
                <a:lnTo>
                  <a:pt x="537145" y="2040661"/>
                </a:lnTo>
                <a:lnTo>
                  <a:pt x="537475" y="2040544"/>
                </a:lnTo>
                <a:lnTo>
                  <a:pt x="537811" y="2040439"/>
                </a:lnTo>
                <a:lnTo>
                  <a:pt x="538151" y="2040346"/>
                </a:lnTo>
                <a:lnTo>
                  <a:pt x="538497" y="2040266"/>
                </a:lnTo>
                <a:lnTo>
                  <a:pt x="538849" y="2040198"/>
                </a:lnTo>
                <a:lnTo>
                  <a:pt x="539205" y="2040143"/>
                </a:lnTo>
                <a:lnTo>
                  <a:pt x="539567" y="2040100"/>
                </a:lnTo>
                <a:lnTo>
                  <a:pt x="539934" y="2040069"/>
                </a:lnTo>
                <a:lnTo>
                  <a:pt x="540307" y="2040050"/>
                </a:lnTo>
                <a:lnTo>
                  <a:pt x="540685" y="2040044"/>
                </a:lnTo>
                <a:lnTo>
                  <a:pt x="541485" y="2040066"/>
                </a:lnTo>
                <a:lnTo>
                  <a:pt x="542251" y="2040132"/>
                </a:lnTo>
                <a:lnTo>
                  <a:pt x="542983" y="2040242"/>
                </a:lnTo>
                <a:lnTo>
                  <a:pt x="543681" y="2040396"/>
                </a:lnTo>
                <a:lnTo>
                  <a:pt x="544345" y="2040595"/>
                </a:lnTo>
                <a:lnTo>
                  <a:pt x="544975" y="2040837"/>
                </a:lnTo>
                <a:lnTo>
                  <a:pt x="545571" y="2041123"/>
                </a:lnTo>
                <a:lnTo>
                  <a:pt x="546132" y="2041453"/>
                </a:lnTo>
                <a:lnTo>
                  <a:pt x="546660" y="2041827"/>
                </a:lnTo>
                <a:lnTo>
                  <a:pt x="547154" y="2042246"/>
                </a:lnTo>
                <a:lnTo>
                  <a:pt x="547614" y="2042708"/>
                </a:lnTo>
                <a:lnTo>
                  <a:pt x="548039" y="2043214"/>
                </a:lnTo>
                <a:lnTo>
                  <a:pt x="548431" y="2043765"/>
                </a:lnTo>
                <a:lnTo>
                  <a:pt x="548788" y="2044359"/>
                </a:lnTo>
                <a:lnTo>
                  <a:pt x="549112" y="2044997"/>
                </a:lnTo>
                <a:lnTo>
                  <a:pt x="549401" y="2045680"/>
                </a:lnTo>
                <a:lnTo>
                  <a:pt x="549656" y="2046406"/>
                </a:lnTo>
                <a:lnTo>
                  <a:pt x="549878" y="2047177"/>
                </a:lnTo>
                <a:lnTo>
                  <a:pt x="550065" y="2047991"/>
                </a:lnTo>
                <a:lnTo>
                  <a:pt x="550218" y="2048850"/>
                </a:lnTo>
                <a:lnTo>
                  <a:pt x="550337" y="2049752"/>
                </a:lnTo>
                <a:lnTo>
                  <a:pt x="550422" y="2050699"/>
                </a:lnTo>
                <a:lnTo>
                  <a:pt x="550474" y="2051690"/>
                </a:lnTo>
                <a:lnTo>
                  <a:pt x="550491" y="2052724"/>
                </a:lnTo>
                <a:lnTo>
                  <a:pt x="550491" y="2114941"/>
                </a:lnTo>
                <a:lnTo>
                  <a:pt x="564861" y="2114941"/>
                </a:lnTo>
                <a:lnTo>
                  <a:pt x="564861" y="2052724"/>
                </a:lnTo>
                <a:lnTo>
                  <a:pt x="564867" y="2052263"/>
                </a:lnTo>
                <a:lnTo>
                  <a:pt x="564882" y="2051808"/>
                </a:lnTo>
                <a:lnTo>
                  <a:pt x="564909" y="2051361"/>
                </a:lnTo>
                <a:lnTo>
                  <a:pt x="564946" y="2050921"/>
                </a:lnTo>
                <a:lnTo>
                  <a:pt x="564993" y="2050488"/>
                </a:lnTo>
                <a:lnTo>
                  <a:pt x="565051" y="2050061"/>
                </a:lnTo>
                <a:lnTo>
                  <a:pt x="565120" y="2049642"/>
                </a:lnTo>
                <a:lnTo>
                  <a:pt x="565199" y="2049230"/>
                </a:lnTo>
                <a:lnTo>
                  <a:pt x="565289" y="2048825"/>
                </a:lnTo>
                <a:lnTo>
                  <a:pt x="565390" y="2048427"/>
                </a:lnTo>
                <a:lnTo>
                  <a:pt x="565501" y="2048036"/>
                </a:lnTo>
                <a:lnTo>
                  <a:pt x="565622" y="2047652"/>
                </a:lnTo>
                <a:lnTo>
                  <a:pt x="565754" y="2047275"/>
                </a:lnTo>
                <a:lnTo>
                  <a:pt x="565897" y="2046906"/>
                </a:lnTo>
                <a:lnTo>
                  <a:pt x="566050" y="2046543"/>
                </a:lnTo>
                <a:lnTo>
                  <a:pt x="566214" y="2046187"/>
                </a:lnTo>
                <a:lnTo>
                  <a:pt x="566388" y="2045838"/>
                </a:lnTo>
                <a:lnTo>
                  <a:pt x="566573" y="2045497"/>
                </a:lnTo>
                <a:lnTo>
                  <a:pt x="566769" y="2045162"/>
                </a:lnTo>
                <a:lnTo>
                  <a:pt x="566975" y="2044835"/>
                </a:lnTo>
                <a:lnTo>
                  <a:pt x="567191" y="2044514"/>
                </a:lnTo>
                <a:lnTo>
                  <a:pt x="567418" y="2044201"/>
                </a:lnTo>
                <a:lnTo>
                  <a:pt x="567656" y="2043894"/>
                </a:lnTo>
                <a:lnTo>
                  <a:pt x="567904" y="2043595"/>
                </a:lnTo>
                <a:lnTo>
                  <a:pt x="568161" y="2043305"/>
                </a:lnTo>
                <a:lnTo>
                  <a:pt x="568422" y="2043028"/>
                </a:lnTo>
                <a:lnTo>
                  <a:pt x="568689" y="2042763"/>
                </a:lnTo>
                <a:lnTo>
                  <a:pt x="568961" y="2042510"/>
                </a:lnTo>
                <a:lnTo>
                  <a:pt x="569239" y="2042269"/>
                </a:lnTo>
                <a:lnTo>
                  <a:pt x="569521" y="2042041"/>
                </a:lnTo>
                <a:lnTo>
                  <a:pt x="569809" y="2041826"/>
                </a:lnTo>
                <a:lnTo>
                  <a:pt x="570102" y="2041622"/>
                </a:lnTo>
                <a:lnTo>
                  <a:pt x="570401" y="2041431"/>
                </a:lnTo>
                <a:lnTo>
                  <a:pt x="570705" y="2041252"/>
                </a:lnTo>
                <a:lnTo>
                  <a:pt x="571014" y="2041086"/>
                </a:lnTo>
                <a:lnTo>
                  <a:pt x="571328" y="2040932"/>
                </a:lnTo>
                <a:lnTo>
                  <a:pt x="571648" y="2040790"/>
                </a:lnTo>
                <a:lnTo>
                  <a:pt x="571973" y="2040661"/>
                </a:lnTo>
                <a:lnTo>
                  <a:pt x="572303" y="2040544"/>
                </a:lnTo>
                <a:lnTo>
                  <a:pt x="572638" y="2040439"/>
                </a:lnTo>
                <a:lnTo>
                  <a:pt x="572979" y="2040346"/>
                </a:lnTo>
                <a:lnTo>
                  <a:pt x="573325" y="2040266"/>
                </a:lnTo>
                <a:lnTo>
                  <a:pt x="573676" y="2040198"/>
                </a:lnTo>
                <a:lnTo>
                  <a:pt x="574033" y="2040143"/>
                </a:lnTo>
                <a:lnTo>
                  <a:pt x="574395" y="2040100"/>
                </a:lnTo>
                <a:lnTo>
                  <a:pt x="574762" y="2040069"/>
                </a:lnTo>
                <a:lnTo>
                  <a:pt x="575135" y="2040050"/>
                </a:lnTo>
                <a:lnTo>
                  <a:pt x="575512" y="2040044"/>
                </a:lnTo>
                <a:lnTo>
                  <a:pt x="576285" y="2040066"/>
                </a:lnTo>
                <a:lnTo>
                  <a:pt x="577025" y="2040132"/>
                </a:lnTo>
                <a:lnTo>
                  <a:pt x="577731" y="2040242"/>
                </a:lnTo>
                <a:lnTo>
                  <a:pt x="578405" y="2040396"/>
                </a:lnTo>
                <a:lnTo>
                  <a:pt x="579046" y="2040595"/>
                </a:lnTo>
                <a:lnTo>
                  <a:pt x="579655" y="2040837"/>
                </a:lnTo>
                <a:lnTo>
                  <a:pt x="580230" y="2041123"/>
                </a:lnTo>
                <a:lnTo>
                  <a:pt x="580772" y="2041453"/>
                </a:lnTo>
                <a:lnTo>
                  <a:pt x="581282" y="2041827"/>
                </a:lnTo>
                <a:lnTo>
                  <a:pt x="581759" y="2042246"/>
                </a:lnTo>
                <a:lnTo>
                  <a:pt x="582202" y="2042708"/>
                </a:lnTo>
                <a:lnTo>
                  <a:pt x="582613" y="2043214"/>
                </a:lnTo>
                <a:lnTo>
                  <a:pt x="582991" y="2043765"/>
                </a:lnTo>
                <a:lnTo>
                  <a:pt x="583337" y="2044359"/>
                </a:lnTo>
                <a:lnTo>
                  <a:pt x="583649" y="2044997"/>
                </a:lnTo>
                <a:lnTo>
                  <a:pt x="583928" y="2045680"/>
                </a:lnTo>
                <a:lnTo>
                  <a:pt x="584175" y="2046406"/>
                </a:lnTo>
                <a:lnTo>
                  <a:pt x="584389" y="2047177"/>
                </a:lnTo>
                <a:lnTo>
                  <a:pt x="584569" y="2047991"/>
                </a:lnTo>
                <a:lnTo>
                  <a:pt x="584717" y="2048850"/>
                </a:lnTo>
                <a:lnTo>
                  <a:pt x="584832" y="2049752"/>
                </a:lnTo>
                <a:lnTo>
                  <a:pt x="584915" y="2050699"/>
                </a:lnTo>
                <a:lnTo>
                  <a:pt x="584964" y="2051690"/>
                </a:lnTo>
                <a:lnTo>
                  <a:pt x="584980" y="2052724"/>
                </a:lnTo>
                <a:lnTo>
                  <a:pt x="584980" y="2114941"/>
                </a:lnTo>
                <a:lnTo>
                  <a:pt x="599520" y="2114941"/>
                </a:lnTo>
                <a:lnTo>
                  <a:pt x="599520" y="2049681"/>
                </a:lnTo>
                <a:lnTo>
                  <a:pt x="599511" y="2048774"/>
                </a:lnTo>
                <a:lnTo>
                  <a:pt x="599485" y="2047885"/>
                </a:lnTo>
                <a:lnTo>
                  <a:pt x="599441" y="2047013"/>
                </a:lnTo>
                <a:lnTo>
                  <a:pt x="599379" y="2046159"/>
                </a:lnTo>
                <a:lnTo>
                  <a:pt x="599300" y="2045322"/>
                </a:lnTo>
                <a:lnTo>
                  <a:pt x="599203" y="2044503"/>
                </a:lnTo>
                <a:lnTo>
                  <a:pt x="599089" y="2043702"/>
                </a:lnTo>
                <a:lnTo>
                  <a:pt x="598957" y="2042918"/>
                </a:lnTo>
                <a:lnTo>
                  <a:pt x="598807" y="2042152"/>
                </a:lnTo>
                <a:lnTo>
                  <a:pt x="598640" y="2041404"/>
                </a:lnTo>
                <a:lnTo>
                  <a:pt x="598455" y="2040673"/>
                </a:lnTo>
                <a:lnTo>
                  <a:pt x="598252" y="2039960"/>
                </a:lnTo>
                <a:lnTo>
                  <a:pt x="598032" y="2039264"/>
                </a:lnTo>
                <a:lnTo>
                  <a:pt x="597794" y="2038586"/>
                </a:lnTo>
                <a:lnTo>
                  <a:pt x="597539" y="2037925"/>
                </a:lnTo>
                <a:lnTo>
                  <a:pt x="597266" y="2037283"/>
                </a:lnTo>
                <a:lnTo>
                  <a:pt x="596975" y="2036657"/>
                </a:lnTo>
                <a:lnTo>
                  <a:pt x="596667" y="2036050"/>
                </a:lnTo>
                <a:lnTo>
                  <a:pt x="596341" y="2035460"/>
                </a:lnTo>
                <a:lnTo>
                  <a:pt x="595998" y="2034888"/>
                </a:lnTo>
                <a:lnTo>
                  <a:pt x="595637" y="2034333"/>
                </a:lnTo>
                <a:lnTo>
                  <a:pt x="595258" y="2033796"/>
                </a:lnTo>
                <a:lnTo>
                  <a:pt x="594862" y="2033276"/>
                </a:lnTo>
                <a:lnTo>
                  <a:pt x="594448" y="2032774"/>
                </a:lnTo>
                <a:lnTo>
                  <a:pt x="594032" y="2032291"/>
                </a:lnTo>
                <a:lnTo>
                  <a:pt x="593600" y="2031829"/>
                </a:lnTo>
                <a:lnTo>
                  <a:pt x="593154" y="2031387"/>
                </a:lnTo>
                <a:lnTo>
                  <a:pt x="592692" y="2030966"/>
                </a:lnTo>
                <a:lnTo>
                  <a:pt x="592214" y="2030566"/>
                </a:lnTo>
                <a:lnTo>
                  <a:pt x="591722" y="2030185"/>
                </a:lnTo>
                <a:lnTo>
                  <a:pt x="591214" y="2029826"/>
                </a:lnTo>
                <a:lnTo>
                  <a:pt x="590691" y="2029487"/>
                </a:lnTo>
                <a:lnTo>
                  <a:pt x="590153" y="2029168"/>
                </a:lnTo>
                <a:lnTo>
                  <a:pt x="589599" y="2028871"/>
                </a:lnTo>
                <a:lnTo>
                  <a:pt x="589030" y="2028593"/>
                </a:lnTo>
                <a:lnTo>
                  <a:pt x="588446" y="2028336"/>
                </a:lnTo>
                <a:lnTo>
                  <a:pt x="587847" y="2028100"/>
                </a:lnTo>
                <a:lnTo>
                  <a:pt x="587232" y="2027884"/>
                </a:lnTo>
                <a:lnTo>
                  <a:pt x="586602" y="2027689"/>
                </a:lnTo>
                <a:lnTo>
                  <a:pt x="585957" y="2027515"/>
                </a:lnTo>
                <a:lnTo>
                  <a:pt x="585297" y="2027360"/>
                </a:lnTo>
                <a:lnTo>
                  <a:pt x="584621" y="2027227"/>
                </a:lnTo>
                <a:lnTo>
                  <a:pt x="583930" y="2027114"/>
                </a:lnTo>
                <a:lnTo>
                  <a:pt x="583224" y="2027021"/>
                </a:lnTo>
                <a:lnTo>
                  <a:pt x="582502" y="2026950"/>
                </a:lnTo>
                <a:lnTo>
                  <a:pt x="581766" y="2026898"/>
                </a:lnTo>
                <a:lnTo>
                  <a:pt x="581014" y="2026867"/>
                </a:lnTo>
                <a:lnTo>
                  <a:pt x="580246" y="2026857"/>
                </a:lnTo>
                <a:lnTo>
                  <a:pt x="579700" y="2026862"/>
                </a:lnTo>
                <a:lnTo>
                  <a:pt x="579162" y="2026878"/>
                </a:lnTo>
                <a:lnTo>
                  <a:pt x="578630" y="2026905"/>
                </a:lnTo>
                <a:lnTo>
                  <a:pt x="578105" y="2026942"/>
                </a:lnTo>
                <a:lnTo>
                  <a:pt x="577587" y="2026989"/>
                </a:lnTo>
                <a:lnTo>
                  <a:pt x="577076" y="2027047"/>
                </a:lnTo>
                <a:lnTo>
                  <a:pt x="576573" y="2027116"/>
                </a:lnTo>
                <a:lnTo>
                  <a:pt x="576076" y="2027195"/>
                </a:lnTo>
                <a:lnTo>
                  <a:pt x="575586" y="2027285"/>
                </a:lnTo>
                <a:lnTo>
                  <a:pt x="575104" y="2027385"/>
                </a:lnTo>
                <a:lnTo>
                  <a:pt x="574628" y="2027496"/>
                </a:lnTo>
                <a:lnTo>
                  <a:pt x="574160" y="2027618"/>
                </a:lnTo>
                <a:lnTo>
                  <a:pt x="573699" y="2027750"/>
                </a:lnTo>
                <a:lnTo>
                  <a:pt x="573244" y="2027893"/>
                </a:lnTo>
                <a:lnTo>
                  <a:pt x="572797" y="2028046"/>
                </a:lnTo>
                <a:lnTo>
                  <a:pt x="572357" y="2028210"/>
                </a:lnTo>
                <a:lnTo>
                  <a:pt x="571923" y="2028384"/>
                </a:lnTo>
                <a:lnTo>
                  <a:pt x="571497" y="2028569"/>
                </a:lnTo>
                <a:lnTo>
                  <a:pt x="571078" y="2028764"/>
                </a:lnTo>
                <a:lnTo>
                  <a:pt x="570666" y="2028970"/>
                </a:lnTo>
                <a:lnTo>
                  <a:pt x="570261" y="2029187"/>
                </a:lnTo>
                <a:lnTo>
                  <a:pt x="569863" y="2029414"/>
                </a:lnTo>
                <a:lnTo>
                  <a:pt x="569472" y="2029652"/>
                </a:lnTo>
                <a:lnTo>
                  <a:pt x="569088" y="2029900"/>
                </a:lnTo>
                <a:lnTo>
                  <a:pt x="568724" y="2030159"/>
                </a:lnTo>
                <a:lnTo>
                  <a:pt x="568365" y="2030427"/>
                </a:lnTo>
                <a:lnTo>
                  <a:pt x="568010" y="2030706"/>
                </a:lnTo>
                <a:lnTo>
                  <a:pt x="567660" y="2030994"/>
                </a:lnTo>
                <a:lnTo>
                  <a:pt x="567315" y="2031293"/>
                </a:lnTo>
                <a:lnTo>
                  <a:pt x="566975" y="2031601"/>
                </a:lnTo>
                <a:lnTo>
                  <a:pt x="566639" y="2031920"/>
                </a:lnTo>
                <a:lnTo>
                  <a:pt x="566308" y="2032248"/>
                </a:lnTo>
                <a:lnTo>
                  <a:pt x="565981" y="2032587"/>
                </a:lnTo>
                <a:lnTo>
                  <a:pt x="565660" y="2032935"/>
                </a:lnTo>
                <a:lnTo>
                  <a:pt x="565343" y="2033294"/>
                </a:lnTo>
                <a:lnTo>
                  <a:pt x="565030" y="2033662"/>
                </a:lnTo>
                <a:lnTo>
                  <a:pt x="564723" y="2034040"/>
                </a:lnTo>
                <a:lnTo>
                  <a:pt x="564420" y="2034429"/>
                </a:lnTo>
                <a:lnTo>
                  <a:pt x="564122" y="2034827"/>
                </a:lnTo>
                <a:lnTo>
                  <a:pt x="563828" y="2035235"/>
                </a:lnTo>
                <a:lnTo>
                  <a:pt x="563539" y="2035654"/>
                </a:lnTo>
                <a:lnTo>
                  <a:pt x="563255" y="2036082"/>
                </a:lnTo>
                <a:lnTo>
                  <a:pt x="562976" y="2036520"/>
                </a:lnTo>
                <a:lnTo>
                  <a:pt x="562701" y="2036968"/>
                </a:lnTo>
                <a:lnTo>
                  <a:pt x="562431" y="2037426"/>
                </a:lnTo>
                <a:lnTo>
                  <a:pt x="562166" y="2037895"/>
                </a:lnTo>
                <a:lnTo>
                  <a:pt x="561905" y="2038373"/>
                </a:lnTo>
                <a:lnTo>
                  <a:pt x="561649" y="2038861"/>
                </a:lnTo>
                <a:lnTo>
                  <a:pt x="561462" y="2038373"/>
                </a:lnTo>
                <a:lnTo>
                  <a:pt x="561266" y="2037895"/>
                </a:lnTo>
                <a:lnTo>
                  <a:pt x="561063" y="2037426"/>
                </a:lnTo>
                <a:lnTo>
                  <a:pt x="560851" y="2036968"/>
                </a:lnTo>
                <a:lnTo>
                  <a:pt x="560630" y="2036520"/>
                </a:lnTo>
                <a:lnTo>
                  <a:pt x="560402" y="2036082"/>
                </a:lnTo>
                <a:lnTo>
                  <a:pt x="560166" y="2035654"/>
                </a:lnTo>
                <a:lnTo>
                  <a:pt x="559921" y="2035235"/>
                </a:lnTo>
                <a:lnTo>
                  <a:pt x="559668" y="2034827"/>
                </a:lnTo>
                <a:lnTo>
                  <a:pt x="559406" y="2034429"/>
                </a:lnTo>
                <a:lnTo>
                  <a:pt x="559137" y="2034040"/>
                </a:lnTo>
                <a:lnTo>
                  <a:pt x="558859" y="2033662"/>
                </a:lnTo>
                <a:lnTo>
                  <a:pt x="558573" y="2033294"/>
                </a:lnTo>
                <a:lnTo>
                  <a:pt x="558279" y="2032935"/>
                </a:lnTo>
                <a:lnTo>
                  <a:pt x="557977" y="2032587"/>
                </a:lnTo>
                <a:lnTo>
                  <a:pt x="557667" y="2032248"/>
                </a:lnTo>
                <a:lnTo>
                  <a:pt x="557348" y="2031920"/>
                </a:lnTo>
                <a:lnTo>
                  <a:pt x="557021" y="2031601"/>
                </a:lnTo>
                <a:lnTo>
                  <a:pt x="556686" y="2031293"/>
                </a:lnTo>
                <a:lnTo>
                  <a:pt x="556342" y="2030994"/>
                </a:lnTo>
                <a:lnTo>
                  <a:pt x="555991" y="2030706"/>
                </a:lnTo>
                <a:lnTo>
                  <a:pt x="555631" y="2030427"/>
                </a:lnTo>
                <a:lnTo>
                  <a:pt x="555263" y="2030159"/>
                </a:lnTo>
                <a:lnTo>
                  <a:pt x="554886" y="2029900"/>
                </a:lnTo>
                <a:lnTo>
                  <a:pt x="554518" y="2029652"/>
                </a:lnTo>
                <a:lnTo>
                  <a:pt x="554144" y="2029414"/>
                </a:lnTo>
                <a:lnTo>
                  <a:pt x="553766" y="2029187"/>
                </a:lnTo>
                <a:lnTo>
                  <a:pt x="553384" y="2028970"/>
                </a:lnTo>
                <a:lnTo>
                  <a:pt x="552996" y="2028764"/>
                </a:lnTo>
                <a:lnTo>
                  <a:pt x="552604" y="2028569"/>
                </a:lnTo>
                <a:lnTo>
                  <a:pt x="552207" y="2028384"/>
                </a:lnTo>
                <a:lnTo>
                  <a:pt x="551806" y="2028210"/>
                </a:lnTo>
                <a:lnTo>
                  <a:pt x="551399" y="2028046"/>
                </a:lnTo>
                <a:lnTo>
                  <a:pt x="550988" y="2027893"/>
                </a:lnTo>
                <a:lnTo>
                  <a:pt x="550573" y="2027750"/>
                </a:lnTo>
                <a:lnTo>
                  <a:pt x="550152" y="2027618"/>
                </a:lnTo>
                <a:lnTo>
                  <a:pt x="549727" y="2027496"/>
                </a:lnTo>
                <a:lnTo>
                  <a:pt x="549298" y="2027385"/>
                </a:lnTo>
                <a:lnTo>
                  <a:pt x="548863" y="2027285"/>
                </a:lnTo>
                <a:lnTo>
                  <a:pt x="548424" y="2027195"/>
                </a:lnTo>
                <a:lnTo>
                  <a:pt x="547980" y="2027116"/>
                </a:lnTo>
                <a:lnTo>
                  <a:pt x="547532" y="2027047"/>
                </a:lnTo>
                <a:lnTo>
                  <a:pt x="547079" y="2026989"/>
                </a:lnTo>
                <a:lnTo>
                  <a:pt x="546621" y="2026942"/>
                </a:lnTo>
                <a:lnTo>
                  <a:pt x="546158" y="2026905"/>
                </a:lnTo>
                <a:lnTo>
                  <a:pt x="545691" y="2026878"/>
                </a:lnTo>
                <a:lnTo>
                  <a:pt x="545219" y="2026862"/>
                </a:lnTo>
                <a:lnTo>
                  <a:pt x="544742" y="2026857"/>
                </a:lnTo>
                <a:lnTo>
                  <a:pt x="544293" y="2026862"/>
                </a:lnTo>
                <a:lnTo>
                  <a:pt x="543845" y="2026877"/>
                </a:lnTo>
                <a:lnTo>
                  <a:pt x="543400" y="2026902"/>
                </a:lnTo>
                <a:lnTo>
                  <a:pt x="542958" y="2026937"/>
                </a:lnTo>
                <a:lnTo>
                  <a:pt x="542517" y="2026982"/>
                </a:lnTo>
                <a:lnTo>
                  <a:pt x="542079" y="2027037"/>
                </a:lnTo>
                <a:lnTo>
                  <a:pt x="541644" y="2027102"/>
                </a:lnTo>
                <a:lnTo>
                  <a:pt x="541211" y="2027176"/>
                </a:lnTo>
                <a:lnTo>
                  <a:pt x="540780" y="2027261"/>
                </a:lnTo>
                <a:lnTo>
                  <a:pt x="540351" y="2027356"/>
                </a:lnTo>
                <a:lnTo>
                  <a:pt x="539925" y="2027461"/>
                </a:lnTo>
                <a:lnTo>
                  <a:pt x="539501" y="2027576"/>
                </a:lnTo>
                <a:lnTo>
                  <a:pt x="539080" y="2027700"/>
                </a:lnTo>
                <a:lnTo>
                  <a:pt x="538661" y="2027835"/>
                </a:lnTo>
                <a:lnTo>
                  <a:pt x="538244" y="2027980"/>
                </a:lnTo>
                <a:lnTo>
                  <a:pt x="537829" y="2028134"/>
                </a:lnTo>
                <a:lnTo>
                  <a:pt x="537417" y="2028299"/>
                </a:lnTo>
                <a:lnTo>
                  <a:pt x="537007" y="2028474"/>
                </a:lnTo>
                <a:lnTo>
                  <a:pt x="536600" y="2028658"/>
                </a:lnTo>
                <a:lnTo>
                  <a:pt x="536195" y="2028853"/>
                </a:lnTo>
                <a:lnTo>
                  <a:pt x="535792" y="2029058"/>
                </a:lnTo>
                <a:lnTo>
                  <a:pt x="535392" y="2029272"/>
                </a:lnTo>
                <a:lnTo>
                  <a:pt x="534994" y="2029497"/>
                </a:lnTo>
                <a:lnTo>
                  <a:pt x="534598" y="2029731"/>
                </a:lnTo>
                <a:lnTo>
                  <a:pt x="534221" y="2029975"/>
                </a:lnTo>
                <a:lnTo>
                  <a:pt x="533851" y="2030229"/>
                </a:lnTo>
                <a:lnTo>
                  <a:pt x="533489" y="2030492"/>
                </a:lnTo>
                <a:lnTo>
                  <a:pt x="533133" y="2030764"/>
                </a:lnTo>
                <a:lnTo>
                  <a:pt x="532784" y="2031046"/>
                </a:lnTo>
                <a:lnTo>
                  <a:pt x="532443" y="2031337"/>
                </a:lnTo>
                <a:lnTo>
                  <a:pt x="532108" y="2031638"/>
                </a:lnTo>
                <a:lnTo>
                  <a:pt x="531780" y="2031948"/>
                </a:lnTo>
                <a:lnTo>
                  <a:pt x="531460" y="2032267"/>
                </a:lnTo>
                <a:lnTo>
                  <a:pt x="531146" y="2032596"/>
                </a:lnTo>
                <a:lnTo>
                  <a:pt x="530840" y="2032934"/>
                </a:lnTo>
                <a:lnTo>
                  <a:pt x="530541" y="2033282"/>
                </a:lnTo>
                <a:lnTo>
                  <a:pt x="530248" y="2033638"/>
                </a:lnTo>
                <a:lnTo>
                  <a:pt x="529963" y="2034005"/>
                </a:lnTo>
                <a:lnTo>
                  <a:pt x="529685" y="2034380"/>
                </a:lnTo>
                <a:lnTo>
                  <a:pt x="529413" y="2034766"/>
                </a:lnTo>
                <a:lnTo>
                  <a:pt x="529149" y="2035160"/>
                </a:lnTo>
                <a:lnTo>
                  <a:pt x="528892" y="2035564"/>
                </a:lnTo>
                <a:lnTo>
                  <a:pt x="528642" y="2035977"/>
                </a:lnTo>
                <a:lnTo>
                  <a:pt x="528399" y="2036400"/>
                </a:lnTo>
                <a:lnTo>
                  <a:pt x="528163" y="2036832"/>
                </a:lnTo>
                <a:lnTo>
                  <a:pt x="527934" y="2037273"/>
                </a:lnTo>
                <a:lnTo>
                  <a:pt x="527712" y="2037724"/>
                </a:lnTo>
                <a:lnTo>
                  <a:pt x="527497" y="2038184"/>
                </a:lnTo>
                <a:lnTo>
                  <a:pt x="525807" y="2028547"/>
                </a:lnTo>
                <a:lnTo>
                  <a:pt x="515832" y="2028547"/>
                </a:lnTo>
                <a:lnTo>
                  <a:pt x="515832" y="2114941"/>
                </a:lnTo>
                <a:lnTo>
                  <a:pt x="530203" y="2114941"/>
                </a:lnTo>
                <a:lnTo>
                  <a:pt x="530203" y="2052724"/>
                </a:lnTo>
                <a:lnTo>
                  <a:pt x="530208" y="2052263"/>
                </a:lnTo>
                <a:lnTo>
                  <a:pt x="530222" y="2051808"/>
                </a:lnTo>
                <a:lnTo>
                  <a:pt x="530247" y="2051361"/>
                </a:lnTo>
                <a:lnTo>
                  <a:pt x="530282" y="2050921"/>
                </a:lnTo>
                <a:lnTo>
                  <a:pt x="530327" y="2050488"/>
                </a:lnTo>
                <a:lnTo>
                  <a:pt x="530382" y="2050061"/>
                </a:lnTo>
                <a:lnTo>
                  <a:pt x="530447" y="2049642"/>
                </a:lnTo>
                <a:close/>
                <a:moveTo>
                  <a:pt x="335728" y="2060776"/>
                </a:moveTo>
                <a:lnTo>
                  <a:pt x="335785" y="2060222"/>
                </a:lnTo>
                <a:lnTo>
                  <a:pt x="335851" y="2059675"/>
                </a:lnTo>
                <a:lnTo>
                  <a:pt x="335926" y="2059133"/>
                </a:lnTo>
                <a:lnTo>
                  <a:pt x="336010" y="2058597"/>
                </a:lnTo>
                <a:lnTo>
                  <a:pt x="336102" y="2058067"/>
                </a:lnTo>
                <a:lnTo>
                  <a:pt x="336203" y="2057543"/>
                </a:lnTo>
                <a:lnTo>
                  <a:pt x="336313" y="2057024"/>
                </a:lnTo>
                <a:lnTo>
                  <a:pt x="336432" y="2056512"/>
                </a:lnTo>
                <a:lnTo>
                  <a:pt x="336560" y="2056005"/>
                </a:lnTo>
                <a:lnTo>
                  <a:pt x="336696" y="2055505"/>
                </a:lnTo>
                <a:lnTo>
                  <a:pt x="336842" y="2055010"/>
                </a:lnTo>
                <a:lnTo>
                  <a:pt x="336996" y="2054521"/>
                </a:lnTo>
                <a:lnTo>
                  <a:pt x="337159" y="2054038"/>
                </a:lnTo>
                <a:lnTo>
                  <a:pt x="337330" y="2053560"/>
                </a:lnTo>
                <a:lnTo>
                  <a:pt x="337511" y="2053089"/>
                </a:lnTo>
                <a:lnTo>
                  <a:pt x="337700" y="2052623"/>
                </a:lnTo>
                <a:lnTo>
                  <a:pt x="337898" y="2052164"/>
                </a:lnTo>
                <a:lnTo>
                  <a:pt x="338105" y="2051710"/>
                </a:lnTo>
                <a:lnTo>
                  <a:pt x="338320" y="2051249"/>
                </a:lnTo>
                <a:lnTo>
                  <a:pt x="338542" y="2050798"/>
                </a:lnTo>
                <a:lnTo>
                  <a:pt x="338771" y="2050355"/>
                </a:lnTo>
                <a:lnTo>
                  <a:pt x="339007" y="2049921"/>
                </a:lnTo>
                <a:lnTo>
                  <a:pt x="339250" y="2049495"/>
                </a:lnTo>
                <a:lnTo>
                  <a:pt x="339500" y="2049079"/>
                </a:lnTo>
                <a:lnTo>
                  <a:pt x="339757" y="2048671"/>
                </a:lnTo>
                <a:lnTo>
                  <a:pt x="340021" y="2048272"/>
                </a:lnTo>
                <a:lnTo>
                  <a:pt x="340293" y="2047882"/>
                </a:lnTo>
                <a:lnTo>
                  <a:pt x="340571" y="2047501"/>
                </a:lnTo>
                <a:lnTo>
                  <a:pt x="340856" y="2047128"/>
                </a:lnTo>
                <a:lnTo>
                  <a:pt x="341148" y="2046765"/>
                </a:lnTo>
                <a:lnTo>
                  <a:pt x="341448" y="2046410"/>
                </a:lnTo>
                <a:lnTo>
                  <a:pt x="341754" y="2046064"/>
                </a:lnTo>
                <a:lnTo>
                  <a:pt x="342068" y="2045726"/>
                </a:lnTo>
                <a:lnTo>
                  <a:pt x="342388" y="2045398"/>
                </a:lnTo>
                <a:lnTo>
                  <a:pt x="342716" y="2045078"/>
                </a:lnTo>
                <a:lnTo>
                  <a:pt x="343050" y="2044767"/>
                </a:lnTo>
                <a:lnTo>
                  <a:pt x="343392" y="2044465"/>
                </a:lnTo>
                <a:lnTo>
                  <a:pt x="343741" y="2044172"/>
                </a:lnTo>
                <a:lnTo>
                  <a:pt x="344097" y="2043888"/>
                </a:lnTo>
                <a:lnTo>
                  <a:pt x="344459" y="2043612"/>
                </a:lnTo>
                <a:lnTo>
                  <a:pt x="344829" y="2043345"/>
                </a:lnTo>
                <a:lnTo>
                  <a:pt x="345206" y="2043087"/>
                </a:lnTo>
                <a:lnTo>
                  <a:pt x="345589" y="2042825"/>
                </a:lnTo>
                <a:lnTo>
                  <a:pt x="345979" y="2042574"/>
                </a:lnTo>
                <a:lnTo>
                  <a:pt x="346374" y="2042334"/>
                </a:lnTo>
                <a:lnTo>
                  <a:pt x="346775" y="2042106"/>
                </a:lnTo>
                <a:lnTo>
                  <a:pt x="347181" y="2041888"/>
                </a:lnTo>
                <a:lnTo>
                  <a:pt x="347594" y="2041682"/>
                </a:lnTo>
                <a:lnTo>
                  <a:pt x="348013" y="2041487"/>
                </a:lnTo>
                <a:lnTo>
                  <a:pt x="348437" y="2041303"/>
                </a:lnTo>
                <a:lnTo>
                  <a:pt x="348867" y="2041130"/>
                </a:lnTo>
                <a:lnTo>
                  <a:pt x="349304" y="2040968"/>
                </a:lnTo>
                <a:lnTo>
                  <a:pt x="349746" y="2040818"/>
                </a:lnTo>
                <a:lnTo>
                  <a:pt x="350194" y="2040678"/>
                </a:lnTo>
                <a:lnTo>
                  <a:pt x="350647" y="2040550"/>
                </a:lnTo>
                <a:lnTo>
                  <a:pt x="351107" y="2040433"/>
                </a:lnTo>
                <a:lnTo>
                  <a:pt x="351573" y="2040327"/>
                </a:lnTo>
                <a:lnTo>
                  <a:pt x="352044" y="2040232"/>
                </a:lnTo>
                <a:lnTo>
                  <a:pt x="352521" y="2040148"/>
                </a:lnTo>
                <a:lnTo>
                  <a:pt x="353004" y="2040076"/>
                </a:lnTo>
                <a:lnTo>
                  <a:pt x="353493" y="2040015"/>
                </a:lnTo>
                <a:lnTo>
                  <a:pt x="353988" y="2039964"/>
                </a:lnTo>
                <a:lnTo>
                  <a:pt x="354489" y="2039925"/>
                </a:lnTo>
                <a:lnTo>
                  <a:pt x="354996" y="2039897"/>
                </a:lnTo>
                <a:lnTo>
                  <a:pt x="355508" y="2039881"/>
                </a:lnTo>
                <a:lnTo>
                  <a:pt x="356026" y="2039875"/>
                </a:lnTo>
                <a:lnTo>
                  <a:pt x="356766" y="2039885"/>
                </a:lnTo>
                <a:lnTo>
                  <a:pt x="357492" y="2039914"/>
                </a:lnTo>
                <a:lnTo>
                  <a:pt x="358203" y="2039962"/>
                </a:lnTo>
                <a:lnTo>
                  <a:pt x="358900" y="2040030"/>
                </a:lnTo>
                <a:lnTo>
                  <a:pt x="359584" y="2040117"/>
                </a:lnTo>
                <a:lnTo>
                  <a:pt x="360253" y="2040224"/>
                </a:lnTo>
                <a:lnTo>
                  <a:pt x="360908" y="2040350"/>
                </a:lnTo>
                <a:lnTo>
                  <a:pt x="361549" y="2040495"/>
                </a:lnTo>
                <a:lnTo>
                  <a:pt x="362176" y="2040660"/>
                </a:lnTo>
                <a:lnTo>
                  <a:pt x="362789" y="2040844"/>
                </a:lnTo>
                <a:lnTo>
                  <a:pt x="363388" y="2041047"/>
                </a:lnTo>
                <a:lnTo>
                  <a:pt x="363973" y="2041270"/>
                </a:lnTo>
                <a:lnTo>
                  <a:pt x="364543" y="2041512"/>
                </a:lnTo>
                <a:lnTo>
                  <a:pt x="365100" y="2041774"/>
                </a:lnTo>
                <a:lnTo>
                  <a:pt x="365642" y="2042055"/>
                </a:lnTo>
                <a:lnTo>
                  <a:pt x="366170" y="2042355"/>
                </a:lnTo>
                <a:lnTo>
                  <a:pt x="366685" y="2042674"/>
                </a:lnTo>
                <a:lnTo>
                  <a:pt x="367185" y="2043013"/>
                </a:lnTo>
                <a:lnTo>
                  <a:pt x="367671" y="2043372"/>
                </a:lnTo>
                <a:lnTo>
                  <a:pt x="368143" y="2043750"/>
                </a:lnTo>
                <a:lnTo>
                  <a:pt x="368601" y="2044147"/>
                </a:lnTo>
                <a:lnTo>
                  <a:pt x="369045" y="2044563"/>
                </a:lnTo>
                <a:lnTo>
                  <a:pt x="369474" y="2044999"/>
                </a:lnTo>
                <a:lnTo>
                  <a:pt x="369890" y="2045454"/>
                </a:lnTo>
                <a:lnTo>
                  <a:pt x="370304" y="2045931"/>
                </a:lnTo>
                <a:lnTo>
                  <a:pt x="370700" y="2046430"/>
                </a:lnTo>
                <a:lnTo>
                  <a:pt x="371079" y="2046952"/>
                </a:lnTo>
                <a:lnTo>
                  <a:pt x="371440" y="2047497"/>
                </a:lnTo>
                <a:lnTo>
                  <a:pt x="371783" y="2048065"/>
                </a:lnTo>
                <a:lnTo>
                  <a:pt x="372109" y="2048656"/>
                </a:lnTo>
                <a:lnTo>
                  <a:pt x="372417" y="2049270"/>
                </a:lnTo>
                <a:lnTo>
                  <a:pt x="372708" y="2049906"/>
                </a:lnTo>
                <a:lnTo>
                  <a:pt x="372981" y="2050566"/>
                </a:lnTo>
                <a:lnTo>
                  <a:pt x="373236" y="2051248"/>
                </a:lnTo>
                <a:lnTo>
                  <a:pt x="373474" y="2051954"/>
                </a:lnTo>
                <a:lnTo>
                  <a:pt x="373694" y="2052682"/>
                </a:lnTo>
                <a:lnTo>
                  <a:pt x="373896" y="2053433"/>
                </a:lnTo>
                <a:lnTo>
                  <a:pt x="374081" y="2054207"/>
                </a:lnTo>
                <a:lnTo>
                  <a:pt x="374249" y="2055004"/>
                </a:lnTo>
                <a:lnTo>
                  <a:pt x="374398" y="2055824"/>
                </a:lnTo>
                <a:lnTo>
                  <a:pt x="374530" y="2056666"/>
                </a:lnTo>
                <a:lnTo>
                  <a:pt x="374645" y="2057532"/>
                </a:lnTo>
                <a:lnTo>
                  <a:pt x="374742" y="2058421"/>
                </a:lnTo>
                <a:lnTo>
                  <a:pt x="374821" y="2059332"/>
                </a:lnTo>
                <a:lnTo>
                  <a:pt x="374883" y="2060266"/>
                </a:lnTo>
                <a:lnTo>
                  <a:pt x="374927" y="2061223"/>
                </a:lnTo>
                <a:lnTo>
                  <a:pt x="374953" y="2062203"/>
                </a:lnTo>
                <a:lnTo>
                  <a:pt x="374962" y="2063206"/>
                </a:lnTo>
                <a:lnTo>
                  <a:pt x="374962" y="2114941"/>
                </a:lnTo>
                <a:lnTo>
                  <a:pt x="391869" y="2114941"/>
                </a:lnTo>
                <a:lnTo>
                  <a:pt x="391869" y="2058304"/>
                </a:lnTo>
                <a:lnTo>
                  <a:pt x="391854" y="2057021"/>
                </a:lnTo>
                <a:lnTo>
                  <a:pt x="391810" y="2055764"/>
                </a:lnTo>
                <a:lnTo>
                  <a:pt x="391737" y="2054534"/>
                </a:lnTo>
                <a:lnTo>
                  <a:pt x="391634" y="2053330"/>
                </a:lnTo>
                <a:lnTo>
                  <a:pt x="391502" y="2052153"/>
                </a:lnTo>
                <a:lnTo>
                  <a:pt x="391340" y="2051002"/>
                </a:lnTo>
                <a:lnTo>
                  <a:pt x="391149" y="2049877"/>
                </a:lnTo>
                <a:lnTo>
                  <a:pt x="390929" y="2048779"/>
                </a:lnTo>
                <a:lnTo>
                  <a:pt x="390680" y="2047708"/>
                </a:lnTo>
                <a:lnTo>
                  <a:pt x="390401" y="2046662"/>
                </a:lnTo>
                <a:lnTo>
                  <a:pt x="390093" y="2045644"/>
                </a:lnTo>
                <a:lnTo>
                  <a:pt x="389755" y="2044651"/>
                </a:lnTo>
                <a:lnTo>
                  <a:pt x="389388" y="2043685"/>
                </a:lnTo>
                <a:lnTo>
                  <a:pt x="388992" y="2042746"/>
                </a:lnTo>
                <a:lnTo>
                  <a:pt x="388567" y="2041833"/>
                </a:lnTo>
                <a:lnTo>
                  <a:pt x="388112" y="2040946"/>
                </a:lnTo>
                <a:lnTo>
                  <a:pt x="387627" y="2040085"/>
                </a:lnTo>
                <a:lnTo>
                  <a:pt x="387114" y="2039252"/>
                </a:lnTo>
                <a:lnTo>
                  <a:pt x="386571" y="2038444"/>
                </a:lnTo>
                <a:lnTo>
                  <a:pt x="385998" y="2037663"/>
                </a:lnTo>
                <a:lnTo>
                  <a:pt x="385396" y="2036908"/>
                </a:lnTo>
                <a:lnTo>
                  <a:pt x="384765" y="2036180"/>
                </a:lnTo>
                <a:lnTo>
                  <a:pt x="384105" y="2035478"/>
                </a:lnTo>
                <a:lnTo>
                  <a:pt x="383415" y="2034803"/>
                </a:lnTo>
                <a:lnTo>
                  <a:pt x="382701" y="2034155"/>
                </a:lnTo>
                <a:lnTo>
                  <a:pt x="381966" y="2033534"/>
                </a:lnTo>
                <a:lnTo>
                  <a:pt x="381212" y="2032941"/>
                </a:lnTo>
                <a:lnTo>
                  <a:pt x="380438" y="2032375"/>
                </a:lnTo>
                <a:lnTo>
                  <a:pt x="379644" y="2031837"/>
                </a:lnTo>
                <a:lnTo>
                  <a:pt x="378829" y="2031327"/>
                </a:lnTo>
                <a:lnTo>
                  <a:pt x="377995" y="2030844"/>
                </a:lnTo>
                <a:lnTo>
                  <a:pt x="377141" y="2030389"/>
                </a:lnTo>
                <a:lnTo>
                  <a:pt x="376267" y="2029961"/>
                </a:lnTo>
                <a:lnTo>
                  <a:pt x="375373" y="2029561"/>
                </a:lnTo>
                <a:lnTo>
                  <a:pt x="374459" y="2029188"/>
                </a:lnTo>
                <a:lnTo>
                  <a:pt x="373525" y="2028844"/>
                </a:lnTo>
                <a:lnTo>
                  <a:pt x="372571" y="2028526"/>
                </a:lnTo>
                <a:lnTo>
                  <a:pt x="371597" y="2028237"/>
                </a:lnTo>
                <a:lnTo>
                  <a:pt x="370603" y="2027974"/>
                </a:lnTo>
                <a:lnTo>
                  <a:pt x="369589" y="2027740"/>
                </a:lnTo>
                <a:lnTo>
                  <a:pt x="368556" y="2027533"/>
                </a:lnTo>
                <a:lnTo>
                  <a:pt x="367502" y="2027354"/>
                </a:lnTo>
                <a:lnTo>
                  <a:pt x="366428" y="2027202"/>
                </a:lnTo>
                <a:lnTo>
                  <a:pt x="365334" y="2027078"/>
                </a:lnTo>
                <a:lnTo>
                  <a:pt x="364221" y="2026981"/>
                </a:lnTo>
                <a:lnTo>
                  <a:pt x="363087" y="2026912"/>
                </a:lnTo>
                <a:lnTo>
                  <a:pt x="361934" y="2026871"/>
                </a:lnTo>
                <a:lnTo>
                  <a:pt x="360760" y="2026857"/>
                </a:lnTo>
                <a:lnTo>
                  <a:pt x="360044" y="2026863"/>
                </a:lnTo>
                <a:lnTo>
                  <a:pt x="359334" y="2026881"/>
                </a:lnTo>
                <a:lnTo>
                  <a:pt x="358628" y="2026910"/>
                </a:lnTo>
                <a:lnTo>
                  <a:pt x="357928" y="2026951"/>
                </a:lnTo>
                <a:lnTo>
                  <a:pt x="357234" y="2027004"/>
                </a:lnTo>
                <a:lnTo>
                  <a:pt x="356544" y="2027068"/>
                </a:lnTo>
                <a:lnTo>
                  <a:pt x="355860" y="2027145"/>
                </a:lnTo>
                <a:lnTo>
                  <a:pt x="355181" y="2027233"/>
                </a:lnTo>
                <a:lnTo>
                  <a:pt x="354507" y="2027333"/>
                </a:lnTo>
                <a:lnTo>
                  <a:pt x="353839" y="2027444"/>
                </a:lnTo>
                <a:lnTo>
                  <a:pt x="353176" y="2027567"/>
                </a:lnTo>
                <a:lnTo>
                  <a:pt x="352518" y="2027702"/>
                </a:lnTo>
                <a:lnTo>
                  <a:pt x="351866" y="2027849"/>
                </a:lnTo>
                <a:lnTo>
                  <a:pt x="351219" y="2028008"/>
                </a:lnTo>
                <a:lnTo>
                  <a:pt x="350577" y="2028178"/>
                </a:lnTo>
                <a:lnTo>
                  <a:pt x="349940" y="2028360"/>
                </a:lnTo>
                <a:lnTo>
                  <a:pt x="349309" y="2028553"/>
                </a:lnTo>
                <a:lnTo>
                  <a:pt x="348683" y="2028759"/>
                </a:lnTo>
                <a:lnTo>
                  <a:pt x="348062" y="2028976"/>
                </a:lnTo>
                <a:lnTo>
                  <a:pt x="347446" y="2029205"/>
                </a:lnTo>
                <a:lnTo>
                  <a:pt x="346836" y="2029446"/>
                </a:lnTo>
                <a:lnTo>
                  <a:pt x="346231" y="2029698"/>
                </a:lnTo>
                <a:lnTo>
                  <a:pt x="345631" y="2029962"/>
                </a:lnTo>
                <a:lnTo>
                  <a:pt x="345037" y="2030238"/>
                </a:lnTo>
                <a:lnTo>
                  <a:pt x="344451" y="2030527"/>
                </a:lnTo>
                <a:lnTo>
                  <a:pt x="343876" y="2030829"/>
                </a:lnTo>
                <a:lnTo>
                  <a:pt x="343312" y="2031144"/>
                </a:lnTo>
                <a:lnTo>
                  <a:pt x="342759" y="2031473"/>
                </a:lnTo>
                <a:lnTo>
                  <a:pt x="342218" y="2031816"/>
                </a:lnTo>
                <a:lnTo>
                  <a:pt x="341687" y="2032172"/>
                </a:lnTo>
                <a:lnTo>
                  <a:pt x="341168" y="2032541"/>
                </a:lnTo>
                <a:lnTo>
                  <a:pt x="340660" y="2032925"/>
                </a:lnTo>
                <a:lnTo>
                  <a:pt x="340163" y="2033321"/>
                </a:lnTo>
                <a:lnTo>
                  <a:pt x="339677" y="2033731"/>
                </a:lnTo>
                <a:lnTo>
                  <a:pt x="339203" y="2034155"/>
                </a:lnTo>
                <a:lnTo>
                  <a:pt x="338739" y="2034592"/>
                </a:lnTo>
                <a:lnTo>
                  <a:pt x="338287" y="2035042"/>
                </a:lnTo>
                <a:lnTo>
                  <a:pt x="337846" y="2035506"/>
                </a:lnTo>
                <a:lnTo>
                  <a:pt x="337416" y="2035984"/>
                </a:lnTo>
                <a:lnTo>
                  <a:pt x="336997" y="2036475"/>
                </a:lnTo>
                <a:lnTo>
                  <a:pt x="336589" y="2036980"/>
                </a:lnTo>
                <a:lnTo>
                  <a:pt x="336193" y="2037498"/>
                </a:lnTo>
                <a:lnTo>
                  <a:pt x="335807" y="2038029"/>
                </a:lnTo>
                <a:lnTo>
                  <a:pt x="335433" y="2038574"/>
                </a:lnTo>
                <a:lnTo>
                  <a:pt x="335070" y="2039133"/>
                </a:lnTo>
                <a:lnTo>
                  <a:pt x="334718" y="2039705"/>
                </a:lnTo>
                <a:lnTo>
                  <a:pt x="334377" y="2040290"/>
                </a:lnTo>
                <a:lnTo>
                  <a:pt x="334048" y="2040890"/>
                </a:lnTo>
                <a:lnTo>
                  <a:pt x="332357" y="2028547"/>
                </a:lnTo>
                <a:lnTo>
                  <a:pt x="318663" y="2028547"/>
                </a:lnTo>
                <a:lnTo>
                  <a:pt x="318663" y="2114941"/>
                </a:lnTo>
                <a:lnTo>
                  <a:pt x="335569" y="2114941"/>
                </a:lnTo>
                <a:lnTo>
                  <a:pt x="335569" y="2064221"/>
                </a:lnTo>
                <a:lnTo>
                  <a:pt x="335574" y="2063632"/>
                </a:lnTo>
                <a:lnTo>
                  <a:pt x="335587" y="2063049"/>
                </a:lnTo>
                <a:lnTo>
                  <a:pt x="335609" y="2062472"/>
                </a:lnTo>
                <a:lnTo>
                  <a:pt x="335640" y="2061901"/>
                </a:lnTo>
                <a:lnTo>
                  <a:pt x="335679" y="2061335"/>
                </a:lnTo>
                <a:lnTo>
                  <a:pt x="335728" y="2060776"/>
                </a:lnTo>
                <a:close/>
                <a:moveTo>
                  <a:pt x="419625" y="2051910"/>
                </a:moveTo>
                <a:lnTo>
                  <a:pt x="419643" y="2052023"/>
                </a:lnTo>
                <a:lnTo>
                  <a:pt x="419661" y="2052142"/>
                </a:lnTo>
                <a:lnTo>
                  <a:pt x="419680" y="2052267"/>
                </a:lnTo>
                <a:lnTo>
                  <a:pt x="419700" y="2052399"/>
                </a:lnTo>
                <a:lnTo>
                  <a:pt x="419720" y="2052537"/>
                </a:lnTo>
                <a:lnTo>
                  <a:pt x="419741" y="2052682"/>
                </a:lnTo>
                <a:lnTo>
                  <a:pt x="419762" y="2052833"/>
                </a:lnTo>
                <a:lnTo>
                  <a:pt x="419784" y="2052991"/>
                </a:lnTo>
                <a:lnTo>
                  <a:pt x="419807" y="2053155"/>
                </a:lnTo>
                <a:lnTo>
                  <a:pt x="419830" y="2053325"/>
                </a:lnTo>
                <a:lnTo>
                  <a:pt x="419854" y="2053502"/>
                </a:lnTo>
                <a:lnTo>
                  <a:pt x="419878" y="2053686"/>
                </a:lnTo>
                <a:lnTo>
                  <a:pt x="419903" y="2053876"/>
                </a:lnTo>
                <a:lnTo>
                  <a:pt x="419929" y="2054072"/>
                </a:lnTo>
                <a:lnTo>
                  <a:pt x="419955" y="2054275"/>
                </a:lnTo>
                <a:lnTo>
                  <a:pt x="419982" y="2054484"/>
                </a:lnTo>
                <a:lnTo>
                  <a:pt x="420009" y="2054700"/>
                </a:lnTo>
                <a:lnTo>
                  <a:pt x="420037" y="2054922"/>
                </a:lnTo>
                <a:lnTo>
                  <a:pt x="435591" y="2054922"/>
                </a:lnTo>
                <a:lnTo>
                  <a:pt x="435591" y="2052893"/>
                </a:lnTo>
                <a:lnTo>
                  <a:pt x="435599" y="2052335"/>
                </a:lnTo>
                <a:lnTo>
                  <a:pt x="435625" y="2051787"/>
                </a:lnTo>
                <a:lnTo>
                  <a:pt x="435668" y="2051250"/>
                </a:lnTo>
                <a:lnTo>
                  <a:pt x="435727" y="2050724"/>
                </a:lnTo>
                <a:lnTo>
                  <a:pt x="435804" y="2050208"/>
                </a:lnTo>
                <a:lnTo>
                  <a:pt x="435897" y="2049702"/>
                </a:lnTo>
                <a:lnTo>
                  <a:pt x="436008" y="2049207"/>
                </a:lnTo>
                <a:lnTo>
                  <a:pt x="436136" y="2048723"/>
                </a:lnTo>
                <a:lnTo>
                  <a:pt x="436280" y="2048249"/>
                </a:lnTo>
                <a:lnTo>
                  <a:pt x="436442" y="2047786"/>
                </a:lnTo>
                <a:lnTo>
                  <a:pt x="436621" y="2047333"/>
                </a:lnTo>
                <a:lnTo>
                  <a:pt x="436817" y="2046891"/>
                </a:lnTo>
                <a:lnTo>
                  <a:pt x="437029" y="2046460"/>
                </a:lnTo>
                <a:lnTo>
                  <a:pt x="437259" y="2046039"/>
                </a:lnTo>
                <a:lnTo>
                  <a:pt x="437506" y="2045629"/>
                </a:lnTo>
                <a:lnTo>
                  <a:pt x="437770" y="2045229"/>
                </a:lnTo>
                <a:lnTo>
                  <a:pt x="438051" y="2044840"/>
                </a:lnTo>
                <a:lnTo>
                  <a:pt x="438349" y="2044461"/>
                </a:lnTo>
                <a:lnTo>
                  <a:pt x="438664" y="2044093"/>
                </a:lnTo>
                <a:lnTo>
                  <a:pt x="438996" y="2043736"/>
                </a:lnTo>
                <a:lnTo>
                  <a:pt x="439345" y="2043389"/>
                </a:lnTo>
                <a:lnTo>
                  <a:pt x="439711" y="2043052"/>
                </a:lnTo>
                <a:lnTo>
                  <a:pt x="440094" y="2042726"/>
                </a:lnTo>
                <a:lnTo>
                  <a:pt x="440494" y="2042411"/>
                </a:lnTo>
                <a:lnTo>
                  <a:pt x="440909" y="2042108"/>
                </a:lnTo>
                <a:lnTo>
                  <a:pt x="441339" y="2041817"/>
                </a:lnTo>
                <a:lnTo>
                  <a:pt x="441783" y="2041539"/>
                </a:lnTo>
                <a:lnTo>
                  <a:pt x="442241" y="2041275"/>
                </a:lnTo>
                <a:lnTo>
                  <a:pt x="442713" y="2041023"/>
                </a:lnTo>
                <a:lnTo>
                  <a:pt x="443199" y="2040784"/>
                </a:lnTo>
                <a:lnTo>
                  <a:pt x="443699" y="2040558"/>
                </a:lnTo>
                <a:lnTo>
                  <a:pt x="444213" y="2040345"/>
                </a:lnTo>
                <a:lnTo>
                  <a:pt x="444742" y="2040145"/>
                </a:lnTo>
                <a:lnTo>
                  <a:pt x="445284" y="2039957"/>
                </a:lnTo>
                <a:lnTo>
                  <a:pt x="445841" y="2039783"/>
                </a:lnTo>
                <a:lnTo>
                  <a:pt x="446411" y="2039622"/>
                </a:lnTo>
                <a:lnTo>
                  <a:pt x="446996" y="2039473"/>
                </a:lnTo>
                <a:lnTo>
                  <a:pt x="447595" y="2039337"/>
                </a:lnTo>
                <a:lnTo>
                  <a:pt x="448208" y="2039215"/>
                </a:lnTo>
                <a:lnTo>
                  <a:pt x="448835" y="2039105"/>
                </a:lnTo>
                <a:lnTo>
                  <a:pt x="449476" y="2039008"/>
                </a:lnTo>
                <a:lnTo>
                  <a:pt x="450131" y="2038924"/>
                </a:lnTo>
                <a:lnTo>
                  <a:pt x="450800" y="2038853"/>
                </a:lnTo>
                <a:lnTo>
                  <a:pt x="451483" y="2038795"/>
                </a:lnTo>
                <a:lnTo>
                  <a:pt x="452181" y="2038750"/>
                </a:lnTo>
                <a:lnTo>
                  <a:pt x="452892" y="2038718"/>
                </a:lnTo>
                <a:lnTo>
                  <a:pt x="453618" y="2038698"/>
                </a:lnTo>
                <a:lnTo>
                  <a:pt x="454357" y="2038692"/>
                </a:lnTo>
                <a:lnTo>
                  <a:pt x="455165" y="2038698"/>
                </a:lnTo>
                <a:lnTo>
                  <a:pt x="455952" y="2038718"/>
                </a:lnTo>
                <a:lnTo>
                  <a:pt x="456719" y="2038750"/>
                </a:lnTo>
                <a:lnTo>
                  <a:pt x="457466" y="2038795"/>
                </a:lnTo>
                <a:lnTo>
                  <a:pt x="458194" y="2038853"/>
                </a:lnTo>
                <a:lnTo>
                  <a:pt x="458901" y="2038924"/>
                </a:lnTo>
                <a:lnTo>
                  <a:pt x="459588" y="2039008"/>
                </a:lnTo>
                <a:lnTo>
                  <a:pt x="460256" y="2039105"/>
                </a:lnTo>
                <a:lnTo>
                  <a:pt x="460903" y="2039215"/>
                </a:lnTo>
                <a:lnTo>
                  <a:pt x="461531" y="2039337"/>
                </a:lnTo>
                <a:lnTo>
                  <a:pt x="462139" y="2039473"/>
                </a:lnTo>
                <a:lnTo>
                  <a:pt x="462726" y="2039622"/>
                </a:lnTo>
                <a:lnTo>
                  <a:pt x="463294" y="2039783"/>
                </a:lnTo>
                <a:lnTo>
                  <a:pt x="463842" y="2039957"/>
                </a:lnTo>
                <a:lnTo>
                  <a:pt x="464369" y="2040145"/>
                </a:lnTo>
                <a:lnTo>
                  <a:pt x="464877" y="2040345"/>
                </a:lnTo>
                <a:lnTo>
                  <a:pt x="465365" y="2040558"/>
                </a:lnTo>
                <a:lnTo>
                  <a:pt x="465833" y="2040784"/>
                </a:lnTo>
                <a:lnTo>
                  <a:pt x="466281" y="2041023"/>
                </a:lnTo>
                <a:lnTo>
                  <a:pt x="466709" y="2041275"/>
                </a:lnTo>
                <a:lnTo>
                  <a:pt x="467117" y="2041539"/>
                </a:lnTo>
                <a:lnTo>
                  <a:pt x="467505" y="2041817"/>
                </a:lnTo>
                <a:lnTo>
                  <a:pt x="467873" y="2042108"/>
                </a:lnTo>
                <a:lnTo>
                  <a:pt x="468221" y="2042411"/>
                </a:lnTo>
                <a:lnTo>
                  <a:pt x="468566" y="2042729"/>
                </a:lnTo>
                <a:lnTo>
                  <a:pt x="468896" y="2043062"/>
                </a:lnTo>
                <a:lnTo>
                  <a:pt x="469212" y="2043410"/>
                </a:lnTo>
                <a:lnTo>
                  <a:pt x="469512" y="2043773"/>
                </a:lnTo>
                <a:lnTo>
                  <a:pt x="469799" y="2044152"/>
                </a:lnTo>
                <a:lnTo>
                  <a:pt x="470070" y="2044546"/>
                </a:lnTo>
                <a:lnTo>
                  <a:pt x="470327" y="2044955"/>
                </a:lnTo>
                <a:lnTo>
                  <a:pt x="470569" y="2045379"/>
                </a:lnTo>
                <a:lnTo>
                  <a:pt x="470797" y="2045819"/>
                </a:lnTo>
                <a:lnTo>
                  <a:pt x="471009" y="2046274"/>
                </a:lnTo>
                <a:lnTo>
                  <a:pt x="471207" y="2046744"/>
                </a:lnTo>
                <a:lnTo>
                  <a:pt x="471391" y="2047229"/>
                </a:lnTo>
                <a:lnTo>
                  <a:pt x="471560" y="2047730"/>
                </a:lnTo>
                <a:lnTo>
                  <a:pt x="471714" y="2048246"/>
                </a:lnTo>
                <a:lnTo>
                  <a:pt x="471853" y="2048777"/>
                </a:lnTo>
                <a:lnTo>
                  <a:pt x="471978" y="2049324"/>
                </a:lnTo>
                <a:lnTo>
                  <a:pt x="472088" y="2049886"/>
                </a:lnTo>
                <a:lnTo>
                  <a:pt x="472183" y="2050463"/>
                </a:lnTo>
                <a:lnTo>
                  <a:pt x="472264" y="2051055"/>
                </a:lnTo>
                <a:lnTo>
                  <a:pt x="472330" y="2051663"/>
                </a:lnTo>
                <a:lnTo>
                  <a:pt x="472382" y="2052286"/>
                </a:lnTo>
                <a:lnTo>
                  <a:pt x="472418" y="2052924"/>
                </a:lnTo>
                <a:lnTo>
                  <a:pt x="472440" y="2053577"/>
                </a:lnTo>
                <a:lnTo>
                  <a:pt x="472448" y="2054246"/>
                </a:lnTo>
                <a:lnTo>
                  <a:pt x="472448" y="2063714"/>
                </a:lnTo>
                <a:lnTo>
                  <a:pt x="470785" y="2063719"/>
                </a:lnTo>
                <a:lnTo>
                  <a:pt x="469148" y="2063734"/>
                </a:lnTo>
                <a:lnTo>
                  <a:pt x="467539" y="2063759"/>
                </a:lnTo>
                <a:lnTo>
                  <a:pt x="465957" y="2063794"/>
                </a:lnTo>
                <a:lnTo>
                  <a:pt x="464402" y="2063838"/>
                </a:lnTo>
                <a:lnTo>
                  <a:pt x="462874" y="2063893"/>
                </a:lnTo>
                <a:lnTo>
                  <a:pt x="461373" y="2063958"/>
                </a:lnTo>
                <a:lnTo>
                  <a:pt x="459899" y="2064033"/>
                </a:lnTo>
                <a:lnTo>
                  <a:pt x="458452" y="2064118"/>
                </a:lnTo>
                <a:lnTo>
                  <a:pt x="457032" y="2064213"/>
                </a:lnTo>
                <a:lnTo>
                  <a:pt x="455639" y="2064317"/>
                </a:lnTo>
                <a:lnTo>
                  <a:pt x="454273" y="2064432"/>
                </a:lnTo>
                <a:lnTo>
                  <a:pt x="452934" y="2064557"/>
                </a:lnTo>
                <a:lnTo>
                  <a:pt x="451622" y="2064692"/>
                </a:lnTo>
                <a:lnTo>
                  <a:pt x="450337" y="2064836"/>
                </a:lnTo>
                <a:lnTo>
                  <a:pt x="449079" y="2064991"/>
                </a:lnTo>
                <a:lnTo>
                  <a:pt x="447848" y="2065156"/>
                </a:lnTo>
                <a:lnTo>
                  <a:pt x="446644" y="2065330"/>
                </a:lnTo>
                <a:lnTo>
                  <a:pt x="445467" y="2065515"/>
                </a:lnTo>
                <a:lnTo>
                  <a:pt x="444317" y="2065710"/>
                </a:lnTo>
                <a:lnTo>
                  <a:pt x="443194" y="2065914"/>
                </a:lnTo>
                <a:lnTo>
                  <a:pt x="442098" y="2066129"/>
                </a:lnTo>
                <a:lnTo>
                  <a:pt x="441029" y="2066353"/>
                </a:lnTo>
                <a:lnTo>
                  <a:pt x="439987" y="2066588"/>
                </a:lnTo>
                <a:lnTo>
                  <a:pt x="438984" y="2066833"/>
                </a:lnTo>
                <a:lnTo>
                  <a:pt x="438004" y="2067090"/>
                </a:lnTo>
                <a:lnTo>
                  <a:pt x="437046" y="2067359"/>
                </a:lnTo>
                <a:lnTo>
                  <a:pt x="436112" y="2067640"/>
                </a:lnTo>
                <a:lnTo>
                  <a:pt x="435201" y="2067932"/>
                </a:lnTo>
                <a:lnTo>
                  <a:pt x="434312" y="2068236"/>
                </a:lnTo>
                <a:lnTo>
                  <a:pt x="433447" y="2068552"/>
                </a:lnTo>
                <a:lnTo>
                  <a:pt x="432604" y="2068880"/>
                </a:lnTo>
                <a:lnTo>
                  <a:pt x="431784" y="2069219"/>
                </a:lnTo>
                <a:lnTo>
                  <a:pt x="430987" y="2069570"/>
                </a:lnTo>
                <a:lnTo>
                  <a:pt x="430213" y="2069933"/>
                </a:lnTo>
                <a:lnTo>
                  <a:pt x="429462" y="2070307"/>
                </a:lnTo>
                <a:lnTo>
                  <a:pt x="428734" y="2070694"/>
                </a:lnTo>
                <a:lnTo>
                  <a:pt x="428029" y="2071092"/>
                </a:lnTo>
                <a:lnTo>
                  <a:pt x="427346" y="2071501"/>
                </a:lnTo>
                <a:lnTo>
                  <a:pt x="426687" y="2071923"/>
                </a:lnTo>
                <a:lnTo>
                  <a:pt x="426050" y="2072356"/>
                </a:lnTo>
                <a:lnTo>
                  <a:pt x="425436" y="2072801"/>
                </a:lnTo>
                <a:lnTo>
                  <a:pt x="424845" y="2073258"/>
                </a:lnTo>
                <a:lnTo>
                  <a:pt x="424278" y="2073726"/>
                </a:lnTo>
                <a:lnTo>
                  <a:pt x="423732" y="2074206"/>
                </a:lnTo>
                <a:lnTo>
                  <a:pt x="423210" y="2074698"/>
                </a:lnTo>
                <a:lnTo>
                  <a:pt x="422711" y="2075202"/>
                </a:lnTo>
                <a:lnTo>
                  <a:pt x="422235" y="2075717"/>
                </a:lnTo>
                <a:lnTo>
                  <a:pt x="421793" y="2076232"/>
                </a:lnTo>
                <a:lnTo>
                  <a:pt x="421371" y="2076760"/>
                </a:lnTo>
                <a:lnTo>
                  <a:pt x="420967" y="2077302"/>
                </a:lnTo>
                <a:lnTo>
                  <a:pt x="420582" y="2077859"/>
                </a:lnTo>
                <a:lnTo>
                  <a:pt x="420215" y="2078430"/>
                </a:lnTo>
                <a:lnTo>
                  <a:pt x="419868" y="2079014"/>
                </a:lnTo>
                <a:lnTo>
                  <a:pt x="419539" y="2079613"/>
                </a:lnTo>
                <a:lnTo>
                  <a:pt x="419229" y="2080226"/>
                </a:lnTo>
                <a:lnTo>
                  <a:pt x="418938" y="2080853"/>
                </a:lnTo>
                <a:lnTo>
                  <a:pt x="418665" y="2081494"/>
                </a:lnTo>
                <a:lnTo>
                  <a:pt x="418412" y="2082149"/>
                </a:lnTo>
                <a:lnTo>
                  <a:pt x="418177" y="2082818"/>
                </a:lnTo>
                <a:lnTo>
                  <a:pt x="417961" y="2083502"/>
                </a:lnTo>
                <a:lnTo>
                  <a:pt x="417764" y="2084199"/>
                </a:lnTo>
                <a:lnTo>
                  <a:pt x="417585" y="2084910"/>
                </a:lnTo>
                <a:lnTo>
                  <a:pt x="417426" y="2085636"/>
                </a:lnTo>
                <a:lnTo>
                  <a:pt x="417285" y="2086376"/>
                </a:lnTo>
                <a:lnTo>
                  <a:pt x="417163" y="2087129"/>
                </a:lnTo>
                <a:lnTo>
                  <a:pt x="417059" y="2087897"/>
                </a:lnTo>
                <a:lnTo>
                  <a:pt x="416975" y="2088679"/>
                </a:lnTo>
                <a:lnTo>
                  <a:pt x="416909" y="2089475"/>
                </a:lnTo>
                <a:lnTo>
                  <a:pt x="416862" y="2090285"/>
                </a:lnTo>
                <a:lnTo>
                  <a:pt x="416834" y="2091109"/>
                </a:lnTo>
                <a:lnTo>
                  <a:pt x="416824" y="2091948"/>
                </a:lnTo>
                <a:lnTo>
                  <a:pt x="416837" y="2092952"/>
                </a:lnTo>
                <a:lnTo>
                  <a:pt x="416874" y="2093935"/>
                </a:lnTo>
                <a:lnTo>
                  <a:pt x="416935" y="2094898"/>
                </a:lnTo>
                <a:lnTo>
                  <a:pt x="417022" y="2095841"/>
                </a:lnTo>
                <a:lnTo>
                  <a:pt x="417133" y="2096763"/>
                </a:lnTo>
                <a:lnTo>
                  <a:pt x="417268" y="2097664"/>
                </a:lnTo>
                <a:lnTo>
                  <a:pt x="417429" y="2098545"/>
                </a:lnTo>
                <a:lnTo>
                  <a:pt x="417613" y="2099406"/>
                </a:lnTo>
                <a:lnTo>
                  <a:pt x="417823" y="2100245"/>
                </a:lnTo>
                <a:lnTo>
                  <a:pt x="418057" y="2101065"/>
                </a:lnTo>
                <a:lnTo>
                  <a:pt x="418316" y="2101863"/>
                </a:lnTo>
                <a:lnTo>
                  <a:pt x="418600" y="2102641"/>
                </a:lnTo>
                <a:lnTo>
                  <a:pt x="418908" y="2103399"/>
                </a:lnTo>
                <a:lnTo>
                  <a:pt x="419241" y="2104136"/>
                </a:lnTo>
                <a:lnTo>
                  <a:pt x="419598" y="2104852"/>
                </a:lnTo>
                <a:lnTo>
                  <a:pt x="419980" y="2105548"/>
                </a:lnTo>
                <a:lnTo>
                  <a:pt x="420387" y="2106224"/>
                </a:lnTo>
                <a:lnTo>
                  <a:pt x="420819" y="2106879"/>
                </a:lnTo>
                <a:lnTo>
                  <a:pt x="421275" y="2107513"/>
                </a:lnTo>
                <a:lnTo>
                  <a:pt x="421756" y="2108127"/>
                </a:lnTo>
                <a:lnTo>
                  <a:pt x="422261" y="2108720"/>
                </a:lnTo>
                <a:lnTo>
                  <a:pt x="422791" y="2109293"/>
                </a:lnTo>
                <a:lnTo>
                  <a:pt x="423346" y="2109845"/>
                </a:lnTo>
                <a:lnTo>
                  <a:pt x="423925" y="2110376"/>
                </a:lnTo>
                <a:lnTo>
                  <a:pt x="424542" y="2110887"/>
                </a:lnTo>
                <a:lnTo>
                  <a:pt x="425179" y="2111375"/>
                </a:lnTo>
                <a:lnTo>
                  <a:pt x="425838" y="2111842"/>
                </a:lnTo>
                <a:lnTo>
                  <a:pt x="426518" y="2112288"/>
                </a:lnTo>
                <a:lnTo>
                  <a:pt x="427219" y="2112711"/>
                </a:lnTo>
                <a:lnTo>
                  <a:pt x="427941" y="2113113"/>
                </a:lnTo>
                <a:lnTo>
                  <a:pt x="428684" y="2113493"/>
                </a:lnTo>
                <a:lnTo>
                  <a:pt x="429448" y="2113851"/>
                </a:lnTo>
                <a:lnTo>
                  <a:pt x="430234" y="2114188"/>
                </a:lnTo>
                <a:lnTo>
                  <a:pt x="431040" y="2114503"/>
                </a:lnTo>
                <a:lnTo>
                  <a:pt x="431868" y="2114796"/>
                </a:lnTo>
                <a:lnTo>
                  <a:pt x="432717" y="2115068"/>
                </a:lnTo>
                <a:lnTo>
                  <a:pt x="433587" y="2115318"/>
                </a:lnTo>
                <a:lnTo>
                  <a:pt x="434478" y="2115546"/>
                </a:lnTo>
                <a:lnTo>
                  <a:pt x="435390" y="2115752"/>
                </a:lnTo>
                <a:lnTo>
                  <a:pt x="436324" y="2115937"/>
                </a:lnTo>
                <a:lnTo>
                  <a:pt x="437278" y="2116099"/>
                </a:lnTo>
                <a:lnTo>
                  <a:pt x="438254" y="2116241"/>
                </a:lnTo>
                <a:lnTo>
                  <a:pt x="439251" y="2116360"/>
                </a:lnTo>
                <a:lnTo>
                  <a:pt x="440268" y="2116458"/>
                </a:lnTo>
                <a:lnTo>
                  <a:pt x="441308" y="2116534"/>
                </a:lnTo>
                <a:lnTo>
                  <a:pt x="442368" y="2116588"/>
                </a:lnTo>
                <a:lnTo>
                  <a:pt x="443449" y="2116621"/>
                </a:lnTo>
                <a:lnTo>
                  <a:pt x="444552" y="2116632"/>
                </a:lnTo>
                <a:lnTo>
                  <a:pt x="445058" y="2116629"/>
                </a:lnTo>
                <a:lnTo>
                  <a:pt x="445562" y="2116622"/>
                </a:lnTo>
                <a:lnTo>
                  <a:pt x="446065" y="2116611"/>
                </a:lnTo>
                <a:lnTo>
                  <a:pt x="446566" y="2116594"/>
                </a:lnTo>
                <a:lnTo>
                  <a:pt x="447065" y="2116573"/>
                </a:lnTo>
                <a:lnTo>
                  <a:pt x="447563" y="2116547"/>
                </a:lnTo>
                <a:lnTo>
                  <a:pt x="448059" y="2116517"/>
                </a:lnTo>
                <a:lnTo>
                  <a:pt x="448553" y="2116481"/>
                </a:lnTo>
                <a:lnTo>
                  <a:pt x="449045" y="2116441"/>
                </a:lnTo>
                <a:lnTo>
                  <a:pt x="449535" y="2116397"/>
                </a:lnTo>
                <a:lnTo>
                  <a:pt x="450024" y="2116348"/>
                </a:lnTo>
                <a:lnTo>
                  <a:pt x="450511" y="2116294"/>
                </a:lnTo>
                <a:lnTo>
                  <a:pt x="450996" y="2116235"/>
                </a:lnTo>
                <a:lnTo>
                  <a:pt x="451480" y="2116171"/>
                </a:lnTo>
                <a:lnTo>
                  <a:pt x="451961" y="2116103"/>
                </a:lnTo>
                <a:lnTo>
                  <a:pt x="452441" y="2116031"/>
                </a:lnTo>
                <a:lnTo>
                  <a:pt x="452919" y="2115953"/>
                </a:lnTo>
                <a:lnTo>
                  <a:pt x="453396" y="2115871"/>
                </a:lnTo>
                <a:lnTo>
                  <a:pt x="453870" y="2115784"/>
                </a:lnTo>
                <a:lnTo>
                  <a:pt x="454343" y="2115692"/>
                </a:lnTo>
                <a:lnTo>
                  <a:pt x="454814" y="2115596"/>
                </a:lnTo>
                <a:lnTo>
                  <a:pt x="455284" y="2115495"/>
                </a:lnTo>
                <a:lnTo>
                  <a:pt x="455751" y="2115389"/>
                </a:lnTo>
                <a:lnTo>
                  <a:pt x="456217" y="2115279"/>
                </a:lnTo>
                <a:lnTo>
                  <a:pt x="456680" y="2115177"/>
                </a:lnTo>
                <a:lnTo>
                  <a:pt x="457140" y="2115069"/>
                </a:lnTo>
                <a:lnTo>
                  <a:pt x="457596" y="2114954"/>
                </a:lnTo>
                <a:lnTo>
                  <a:pt x="458049" y="2114833"/>
                </a:lnTo>
                <a:lnTo>
                  <a:pt x="458498" y="2114705"/>
                </a:lnTo>
                <a:lnTo>
                  <a:pt x="458943" y="2114571"/>
                </a:lnTo>
                <a:lnTo>
                  <a:pt x="459385" y="2114431"/>
                </a:lnTo>
                <a:lnTo>
                  <a:pt x="459824" y="2114283"/>
                </a:lnTo>
                <a:lnTo>
                  <a:pt x="460259" y="2114130"/>
                </a:lnTo>
                <a:lnTo>
                  <a:pt x="460690" y="2113970"/>
                </a:lnTo>
                <a:lnTo>
                  <a:pt x="461118" y="2113804"/>
                </a:lnTo>
                <a:lnTo>
                  <a:pt x="461543" y="2113631"/>
                </a:lnTo>
                <a:lnTo>
                  <a:pt x="461964" y="2113451"/>
                </a:lnTo>
                <a:lnTo>
                  <a:pt x="462381" y="2113265"/>
                </a:lnTo>
                <a:lnTo>
                  <a:pt x="462795" y="2113073"/>
                </a:lnTo>
                <a:lnTo>
                  <a:pt x="463205" y="2112874"/>
                </a:lnTo>
                <a:lnTo>
                  <a:pt x="463612" y="2112669"/>
                </a:lnTo>
                <a:lnTo>
                  <a:pt x="464015" y="2112458"/>
                </a:lnTo>
                <a:lnTo>
                  <a:pt x="464415" y="2112240"/>
                </a:lnTo>
                <a:lnTo>
                  <a:pt x="464811" y="2112015"/>
                </a:lnTo>
                <a:lnTo>
                  <a:pt x="465204" y="2111784"/>
                </a:lnTo>
                <a:lnTo>
                  <a:pt x="465593" y="2111547"/>
                </a:lnTo>
                <a:lnTo>
                  <a:pt x="465979" y="2111303"/>
                </a:lnTo>
                <a:lnTo>
                  <a:pt x="466361" y="2111052"/>
                </a:lnTo>
                <a:lnTo>
                  <a:pt x="466739" y="2110781"/>
                </a:lnTo>
                <a:lnTo>
                  <a:pt x="467110" y="2110503"/>
                </a:lnTo>
                <a:lnTo>
                  <a:pt x="467476" y="2110218"/>
                </a:lnTo>
                <a:lnTo>
                  <a:pt x="467836" y="2109925"/>
                </a:lnTo>
                <a:lnTo>
                  <a:pt x="468190" y="2109626"/>
                </a:lnTo>
                <a:lnTo>
                  <a:pt x="468538" y="2109319"/>
                </a:lnTo>
                <a:lnTo>
                  <a:pt x="468880" y="2109006"/>
                </a:lnTo>
                <a:lnTo>
                  <a:pt x="469217" y="2108685"/>
                </a:lnTo>
                <a:lnTo>
                  <a:pt x="469547" y="2108358"/>
                </a:lnTo>
                <a:lnTo>
                  <a:pt x="469872" y="2108023"/>
                </a:lnTo>
                <a:lnTo>
                  <a:pt x="470190" y="2107682"/>
                </a:lnTo>
                <a:lnTo>
                  <a:pt x="470503" y="2107333"/>
                </a:lnTo>
                <a:lnTo>
                  <a:pt x="470810" y="2106977"/>
                </a:lnTo>
                <a:lnTo>
                  <a:pt x="471111" y="2106614"/>
                </a:lnTo>
                <a:lnTo>
                  <a:pt x="471407" y="2106245"/>
                </a:lnTo>
                <a:lnTo>
                  <a:pt x="471696" y="2105868"/>
                </a:lnTo>
                <a:lnTo>
                  <a:pt x="471980" y="2105484"/>
                </a:lnTo>
                <a:lnTo>
                  <a:pt x="472257" y="2105093"/>
                </a:lnTo>
                <a:lnTo>
                  <a:pt x="472529" y="2104695"/>
                </a:lnTo>
                <a:lnTo>
                  <a:pt x="472795" y="2104290"/>
                </a:lnTo>
                <a:lnTo>
                  <a:pt x="473055" y="2103878"/>
                </a:lnTo>
                <a:lnTo>
                  <a:pt x="473309" y="2103459"/>
                </a:lnTo>
                <a:lnTo>
                  <a:pt x="473558" y="2103032"/>
                </a:lnTo>
                <a:lnTo>
                  <a:pt x="473800" y="2102599"/>
                </a:lnTo>
                <a:lnTo>
                  <a:pt x="473844" y="2103046"/>
                </a:lnTo>
                <a:lnTo>
                  <a:pt x="473892" y="2103484"/>
                </a:lnTo>
                <a:lnTo>
                  <a:pt x="473943" y="2103915"/>
                </a:lnTo>
                <a:lnTo>
                  <a:pt x="473997" y="2104337"/>
                </a:lnTo>
                <a:lnTo>
                  <a:pt x="474056" y="2104751"/>
                </a:lnTo>
                <a:lnTo>
                  <a:pt x="474117" y="2105156"/>
                </a:lnTo>
                <a:lnTo>
                  <a:pt x="474182" y="2105554"/>
                </a:lnTo>
                <a:lnTo>
                  <a:pt x="474251" y="2105943"/>
                </a:lnTo>
                <a:lnTo>
                  <a:pt x="474323" y="2106324"/>
                </a:lnTo>
                <a:lnTo>
                  <a:pt x="474399" y="2106697"/>
                </a:lnTo>
                <a:lnTo>
                  <a:pt x="474478" y="2107061"/>
                </a:lnTo>
                <a:lnTo>
                  <a:pt x="474561" y="2107417"/>
                </a:lnTo>
                <a:lnTo>
                  <a:pt x="474647" y="2107766"/>
                </a:lnTo>
                <a:lnTo>
                  <a:pt x="474737" y="2108105"/>
                </a:lnTo>
                <a:lnTo>
                  <a:pt x="474830" y="2108437"/>
                </a:lnTo>
                <a:lnTo>
                  <a:pt x="474927" y="2108761"/>
                </a:lnTo>
                <a:lnTo>
                  <a:pt x="475028" y="2109076"/>
                </a:lnTo>
                <a:lnTo>
                  <a:pt x="475132" y="2109383"/>
                </a:lnTo>
                <a:lnTo>
                  <a:pt x="475239" y="2109682"/>
                </a:lnTo>
                <a:lnTo>
                  <a:pt x="475350" y="2109972"/>
                </a:lnTo>
                <a:lnTo>
                  <a:pt x="475464" y="2110254"/>
                </a:lnTo>
                <a:lnTo>
                  <a:pt x="475582" y="2110529"/>
                </a:lnTo>
                <a:lnTo>
                  <a:pt x="475704" y="2110795"/>
                </a:lnTo>
                <a:lnTo>
                  <a:pt x="475829" y="2111052"/>
                </a:lnTo>
                <a:lnTo>
                  <a:pt x="475959" y="2111303"/>
                </a:lnTo>
                <a:lnTo>
                  <a:pt x="476094" y="2111547"/>
                </a:lnTo>
                <a:lnTo>
                  <a:pt x="476236" y="2111784"/>
                </a:lnTo>
                <a:lnTo>
                  <a:pt x="476383" y="2112015"/>
                </a:lnTo>
                <a:lnTo>
                  <a:pt x="476536" y="2112240"/>
                </a:lnTo>
                <a:lnTo>
                  <a:pt x="476695" y="2112458"/>
                </a:lnTo>
                <a:lnTo>
                  <a:pt x="476860" y="2112669"/>
                </a:lnTo>
                <a:lnTo>
                  <a:pt x="477031" y="2112874"/>
                </a:lnTo>
                <a:lnTo>
                  <a:pt x="477208" y="2113073"/>
                </a:lnTo>
                <a:lnTo>
                  <a:pt x="477390" y="2113265"/>
                </a:lnTo>
                <a:lnTo>
                  <a:pt x="477579" y="2113451"/>
                </a:lnTo>
                <a:lnTo>
                  <a:pt x="477773" y="2113631"/>
                </a:lnTo>
                <a:lnTo>
                  <a:pt x="477973" y="2113804"/>
                </a:lnTo>
                <a:lnTo>
                  <a:pt x="478179" y="2113970"/>
                </a:lnTo>
                <a:lnTo>
                  <a:pt x="478391" y="2114130"/>
                </a:lnTo>
                <a:lnTo>
                  <a:pt x="478609" y="2114283"/>
                </a:lnTo>
                <a:lnTo>
                  <a:pt x="478833" y="2114431"/>
                </a:lnTo>
                <a:lnTo>
                  <a:pt x="479062" y="2114571"/>
                </a:lnTo>
                <a:lnTo>
                  <a:pt x="479298" y="2114705"/>
                </a:lnTo>
                <a:lnTo>
                  <a:pt x="479539" y="2114833"/>
                </a:lnTo>
                <a:lnTo>
                  <a:pt x="479786" y="2114954"/>
                </a:lnTo>
                <a:lnTo>
                  <a:pt x="480039" y="2115069"/>
                </a:lnTo>
                <a:lnTo>
                  <a:pt x="480298" y="2115177"/>
                </a:lnTo>
                <a:lnTo>
                  <a:pt x="480563" y="2115279"/>
                </a:lnTo>
                <a:lnTo>
                  <a:pt x="480834" y="2115389"/>
                </a:lnTo>
                <a:lnTo>
                  <a:pt x="481111" y="2115495"/>
                </a:lnTo>
                <a:lnTo>
                  <a:pt x="481395" y="2115596"/>
                </a:lnTo>
                <a:lnTo>
                  <a:pt x="481685" y="2115692"/>
                </a:lnTo>
                <a:lnTo>
                  <a:pt x="481982" y="2115784"/>
                </a:lnTo>
                <a:lnTo>
                  <a:pt x="482285" y="2115871"/>
                </a:lnTo>
                <a:lnTo>
                  <a:pt x="482595" y="2115953"/>
                </a:lnTo>
                <a:lnTo>
                  <a:pt x="482911" y="2116031"/>
                </a:lnTo>
                <a:lnTo>
                  <a:pt x="483234" y="2116103"/>
                </a:lnTo>
                <a:lnTo>
                  <a:pt x="483563" y="2116171"/>
                </a:lnTo>
                <a:lnTo>
                  <a:pt x="483898" y="2116235"/>
                </a:lnTo>
                <a:lnTo>
                  <a:pt x="484240" y="2116294"/>
                </a:lnTo>
                <a:lnTo>
                  <a:pt x="484588" y="2116348"/>
                </a:lnTo>
                <a:lnTo>
                  <a:pt x="484943" y="2116397"/>
                </a:lnTo>
                <a:lnTo>
                  <a:pt x="485305" y="2116441"/>
                </a:lnTo>
                <a:lnTo>
                  <a:pt x="485672" y="2116481"/>
                </a:lnTo>
                <a:lnTo>
                  <a:pt x="486047" y="2116517"/>
                </a:lnTo>
                <a:lnTo>
                  <a:pt x="486427" y="2116547"/>
                </a:lnTo>
                <a:lnTo>
                  <a:pt x="486814" y="2116573"/>
                </a:lnTo>
                <a:lnTo>
                  <a:pt x="487208" y="2116594"/>
                </a:lnTo>
                <a:lnTo>
                  <a:pt x="487608" y="2116611"/>
                </a:lnTo>
                <a:lnTo>
                  <a:pt x="488015" y="2116622"/>
                </a:lnTo>
                <a:lnTo>
                  <a:pt x="488428" y="2116629"/>
                </a:lnTo>
                <a:lnTo>
                  <a:pt x="488847" y="2116632"/>
                </a:lnTo>
                <a:lnTo>
                  <a:pt x="489142" y="2116630"/>
                </a:lnTo>
                <a:lnTo>
                  <a:pt x="489437" y="2116626"/>
                </a:lnTo>
                <a:lnTo>
                  <a:pt x="489729" y="2116618"/>
                </a:lnTo>
                <a:lnTo>
                  <a:pt x="490021" y="2116608"/>
                </a:lnTo>
                <a:lnTo>
                  <a:pt x="490312" y="2116595"/>
                </a:lnTo>
                <a:lnTo>
                  <a:pt x="490601" y="2116579"/>
                </a:lnTo>
                <a:lnTo>
                  <a:pt x="490889" y="2116560"/>
                </a:lnTo>
                <a:lnTo>
                  <a:pt x="491176" y="2116538"/>
                </a:lnTo>
                <a:lnTo>
                  <a:pt x="491462" y="2116513"/>
                </a:lnTo>
                <a:lnTo>
                  <a:pt x="491747" y="2116485"/>
                </a:lnTo>
                <a:lnTo>
                  <a:pt x="492031" y="2116454"/>
                </a:lnTo>
                <a:lnTo>
                  <a:pt x="492313" y="2116420"/>
                </a:lnTo>
                <a:lnTo>
                  <a:pt x="492594" y="2116384"/>
                </a:lnTo>
                <a:lnTo>
                  <a:pt x="492874" y="2116344"/>
                </a:lnTo>
                <a:lnTo>
                  <a:pt x="493153" y="2116301"/>
                </a:lnTo>
                <a:lnTo>
                  <a:pt x="493431" y="2116256"/>
                </a:lnTo>
                <a:lnTo>
                  <a:pt x="493707" y="2116207"/>
                </a:lnTo>
                <a:lnTo>
                  <a:pt x="493982" y="2116156"/>
                </a:lnTo>
                <a:lnTo>
                  <a:pt x="494257" y="2116102"/>
                </a:lnTo>
                <a:lnTo>
                  <a:pt x="494530" y="2116045"/>
                </a:lnTo>
                <a:lnTo>
                  <a:pt x="494801" y="2115984"/>
                </a:lnTo>
                <a:lnTo>
                  <a:pt x="495072" y="2115921"/>
                </a:lnTo>
                <a:lnTo>
                  <a:pt x="495341" y="2115855"/>
                </a:lnTo>
                <a:lnTo>
                  <a:pt x="495610" y="2115786"/>
                </a:lnTo>
                <a:lnTo>
                  <a:pt x="495876" y="2115715"/>
                </a:lnTo>
                <a:lnTo>
                  <a:pt x="496138" y="2115641"/>
                </a:lnTo>
                <a:lnTo>
                  <a:pt x="496397" y="2115564"/>
                </a:lnTo>
                <a:lnTo>
                  <a:pt x="496652" y="2115486"/>
                </a:lnTo>
                <a:lnTo>
                  <a:pt x="496904" y="2115405"/>
                </a:lnTo>
                <a:lnTo>
                  <a:pt x="497153" y="2115321"/>
                </a:lnTo>
                <a:lnTo>
                  <a:pt x="497397" y="2115236"/>
                </a:lnTo>
                <a:lnTo>
                  <a:pt x="497639" y="2115148"/>
                </a:lnTo>
                <a:lnTo>
                  <a:pt x="497876" y="2115057"/>
                </a:lnTo>
                <a:lnTo>
                  <a:pt x="498111" y="2114964"/>
                </a:lnTo>
                <a:lnTo>
                  <a:pt x="498341" y="2114869"/>
                </a:lnTo>
                <a:lnTo>
                  <a:pt x="498568" y="2114772"/>
                </a:lnTo>
                <a:lnTo>
                  <a:pt x="498792" y="2114672"/>
                </a:lnTo>
                <a:lnTo>
                  <a:pt x="499012" y="2114570"/>
                </a:lnTo>
                <a:lnTo>
                  <a:pt x="499229" y="2114465"/>
                </a:lnTo>
                <a:lnTo>
                  <a:pt x="499442" y="2114359"/>
                </a:lnTo>
                <a:lnTo>
                  <a:pt x="499652" y="2114249"/>
                </a:lnTo>
                <a:lnTo>
                  <a:pt x="499858" y="2114138"/>
                </a:lnTo>
                <a:lnTo>
                  <a:pt x="500060" y="2114024"/>
                </a:lnTo>
                <a:lnTo>
                  <a:pt x="500259" y="2113908"/>
                </a:lnTo>
                <a:lnTo>
                  <a:pt x="500455" y="2113789"/>
                </a:lnTo>
                <a:lnTo>
                  <a:pt x="500647" y="2113668"/>
                </a:lnTo>
                <a:lnTo>
                  <a:pt x="500835" y="2113545"/>
                </a:lnTo>
                <a:lnTo>
                  <a:pt x="501020" y="2113419"/>
                </a:lnTo>
                <a:lnTo>
                  <a:pt x="501020" y="2102430"/>
                </a:lnTo>
                <a:lnTo>
                  <a:pt x="500779" y="2102596"/>
                </a:lnTo>
                <a:lnTo>
                  <a:pt x="500534" y="2102754"/>
                </a:lnTo>
                <a:lnTo>
                  <a:pt x="500286" y="2102906"/>
                </a:lnTo>
                <a:lnTo>
                  <a:pt x="500034" y="2103050"/>
                </a:lnTo>
                <a:lnTo>
                  <a:pt x="499778" y="2103187"/>
                </a:lnTo>
                <a:lnTo>
                  <a:pt x="499519" y="2103318"/>
                </a:lnTo>
                <a:lnTo>
                  <a:pt x="499257" y="2103441"/>
                </a:lnTo>
                <a:lnTo>
                  <a:pt x="498991" y="2103557"/>
                </a:lnTo>
                <a:lnTo>
                  <a:pt x="498722" y="2103666"/>
                </a:lnTo>
                <a:lnTo>
                  <a:pt x="498449" y="2103768"/>
                </a:lnTo>
                <a:lnTo>
                  <a:pt x="498172" y="2103863"/>
                </a:lnTo>
                <a:lnTo>
                  <a:pt x="497892" y="2103952"/>
                </a:lnTo>
                <a:lnTo>
                  <a:pt x="497609" y="2104033"/>
                </a:lnTo>
                <a:lnTo>
                  <a:pt x="497322" y="2104106"/>
                </a:lnTo>
                <a:lnTo>
                  <a:pt x="497031" y="2104173"/>
                </a:lnTo>
                <a:lnTo>
                  <a:pt x="496737" y="2104233"/>
                </a:lnTo>
                <a:lnTo>
                  <a:pt x="496439" y="2104286"/>
                </a:lnTo>
                <a:lnTo>
                  <a:pt x="496138" y="2104332"/>
                </a:lnTo>
                <a:lnTo>
                  <a:pt x="495833" y="2104371"/>
                </a:lnTo>
                <a:lnTo>
                  <a:pt x="495525" y="2104402"/>
                </a:lnTo>
                <a:lnTo>
                  <a:pt x="495214" y="2104427"/>
                </a:lnTo>
                <a:lnTo>
                  <a:pt x="494898" y="2104445"/>
                </a:lnTo>
                <a:lnTo>
                  <a:pt x="494580" y="2104455"/>
                </a:lnTo>
                <a:lnTo>
                  <a:pt x="494257" y="2104459"/>
                </a:lnTo>
                <a:lnTo>
                  <a:pt x="494076" y="2104457"/>
                </a:lnTo>
                <a:lnTo>
                  <a:pt x="493897" y="2104450"/>
                </a:lnTo>
                <a:lnTo>
                  <a:pt x="493721" y="2104440"/>
                </a:lnTo>
                <a:lnTo>
                  <a:pt x="493548" y="2104426"/>
                </a:lnTo>
                <a:lnTo>
                  <a:pt x="493378" y="2104407"/>
                </a:lnTo>
                <a:lnTo>
                  <a:pt x="493211" y="2104385"/>
                </a:lnTo>
                <a:lnTo>
                  <a:pt x="493047" y="2104358"/>
                </a:lnTo>
                <a:lnTo>
                  <a:pt x="492886" y="2104327"/>
                </a:lnTo>
                <a:lnTo>
                  <a:pt x="492728" y="2104292"/>
                </a:lnTo>
                <a:lnTo>
                  <a:pt x="492572" y="2104253"/>
                </a:lnTo>
                <a:lnTo>
                  <a:pt x="492420" y="2104210"/>
                </a:lnTo>
                <a:lnTo>
                  <a:pt x="492271" y="2104163"/>
                </a:lnTo>
                <a:lnTo>
                  <a:pt x="492124" y="2104111"/>
                </a:lnTo>
                <a:lnTo>
                  <a:pt x="491981" y="2104056"/>
                </a:lnTo>
                <a:lnTo>
                  <a:pt x="491840" y="2103996"/>
                </a:lnTo>
                <a:lnTo>
                  <a:pt x="491702" y="2103933"/>
                </a:lnTo>
                <a:lnTo>
                  <a:pt x="491568" y="2103865"/>
                </a:lnTo>
                <a:lnTo>
                  <a:pt x="491436" y="2103793"/>
                </a:lnTo>
                <a:lnTo>
                  <a:pt x="491307" y="2103717"/>
                </a:lnTo>
                <a:lnTo>
                  <a:pt x="491181" y="2103637"/>
                </a:lnTo>
                <a:lnTo>
                  <a:pt x="491058" y="2103553"/>
                </a:lnTo>
                <a:lnTo>
                  <a:pt x="490938" y="2103464"/>
                </a:lnTo>
                <a:lnTo>
                  <a:pt x="490821" y="2103372"/>
                </a:lnTo>
                <a:lnTo>
                  <a:pt x="490707" y="2103275"/>
                </a:lnTo>
                <a:lnTo>
                  <a:pt x="490596" y="2103174"/>
                </a:lnTo>
                <a:lnTo>
                  <a:pt x="490491" y="2103068"/>
                </a:lnTo>
                <a:lnTo>
                  <a:pt x="490390" y="2102956"/>
                </a:lnTo>
                <a:lnTo>
                  <a:pt x="490294" y="2102839"/>
                </a:lnTo>
                <a:lnTo>
                  <a:pt x="490202" y="2102716"/>
                </a:lnTo>
                <a:lnTo>
                  <a:pt x="490115" y="2102589"/>
                </a:lnTo>
                <a:lnTo>
                  <a:pt x="490033" y="2102456"/>
                </a:lnTo>
                <a:lnTo>
                  <a:pt x="489955" y="2102317"/>
                </a:lnTo>
                <a:lnTo>
                  <a:pt x="489883" y="2102174"/>
                </a:lnTo>
                <a:lnTo>
                  <a:pt x="489815" y="2102025"/>
                </a:lnTo>
                <a:lnTo>
                  <a:pt x="489751" y="2101871"/>
                </a:lnTo>
                <a:lnTo>
                  <a:pt x="489692" y="2101712"/>
                </a:lnTo>
                <a:lnTo>
                  <a:pt x="489638" y="2101547"/>
                </a:lnTo>
                <a:lnTo>
                  <a:pt x="489589" y="2101377"/>
                </a:lnTo>
                <a:lnTo>
                  <a:pt x="489545" y="2101202"/>
                </a:lnTo>
                <a:lnTo>
                  <a:pt x="489505" y="2101021"/>
                </a:lnTo>
                <a:lnTo>
                  <a:pt x="489469" y="2100835"/>
                </a:lnTo>
                <a:lnTo>
                  <a:pt x="489439" y="2100644"/>
                </a:lnTo>
                <a:lnTo>
                  <a:pt x="489413" y="2100448"/>
                </a:lnTo>
                <a:lnTo>
                  <a:pt x="489392" y="2100246"/>
                </a:lnTo>
                <a:lnTo>
                  <a:pt x="489375" y="2100039"/>
                </a:lnTo>
                <a:lnTo>
                  <a:pt x="489364" y="2099827"/>
                </a:lnTo>
                <a:lnTo>
                  <a:pt x="489357" y="2099610"/>
                </a:lnTo>
                <a:lnTo>
                  <a:pt x="489354" y="2099387"/>
                </a:lnTo>
                <a:lnTo>
                  <a:pt x="489354" y="2053570"/>
                </a:lnTo>
                <a:lnTo>
                  <a:pt x="489339" y="2052455"/>
                </a:lnTo>
                <a:lnTo>
                  <a:pt x="489293" y="2051364"/>
                </a:lnTo>
                <a:lnTo>
                  <a:pt x="489217" y="2050297"/>
                </a:lnTo>
                <a:lnTo>
                  <a:pt x="489110" y="2049254"/>
                </a:lnTo>
                <a:lnTo>
                  <a:pt x="488973" y="2048235"/>
                </a:lnTo>
                <a:lnTo>
                  <a:pt x="488805" y="2047240"/>
                </a:lnTo>
                <a:lnTo>
                  <a:pt x="488606" y="2046269"/>
                </a:lnTo>
                <a:lnTo>
                  <a:pt x="488377" y="2045323"/>
                </a:lnTo>
                <a:lnTo>
                  <a:pt x="488118" y="2044400"/>
                </a:lnTo>
                <a:lnTo>
                  <a:pt x="487828" y="2043502"/>
                </a:lnTo>
                <a:lnTo>
                  <a:pt x="487507" y="2042627"/>
                </a:lnTo>
                <a:lnTo>
                  <a:pt x="487156" y="2041777"/>
                </a:lnTo>
                <a:lnTo>
                  <a:pt x="486775" y="2040951"/>
                </a:lnTo>
                <a:lnTo>
                  <a:pt x="486363" y="2040149"/>
                </a:lnTo>
                <a:lnTo>
                  <a:pt x="485920" y="2039371"/>
                </a:lnTo>
                <a:lnTo>
                  <a:pt x="485447" y="2038617"/>
                </a:lnTo>
                <a:lnTo>
                  <a:pt x="484943" y="2037887"/>
                </a:lnTo>
                <a:lnTo>
                  <a:pt x="484409" y="2037181"/>
                </a:lnTo>
                <a:lnTo>
                  <a:pt x="483844" y="2036499"/>
                </a:lnTo>
                <a:lnTo>
                  <a:pt x="483249" y="2035841"/>
                </a:lnTo>
                <a:lnTo>
                  <a:pt x="482623" y="2035207"/>
                </a:lnTo>
                <a:lnTo>
                  <a:pt x="481967" y="2034598"/>
                </a:lnTo>
                <a:lnTo>
                  <a:pt x="481280" y="2034012"/>
                </a:lnTo>
                <a:lnTo>
                  <a:pt x="480563" y="2033451"/>
                </a:lnTo>
                <a:lnTo>
                  <a:pt x="479830" y="2032913"/>
                </a:lnTo>
                <a:lnTo>
                  <a:pt x="479067" y="2032398"/>
                </a:lnTo>
                <a:lnTo>
                  <a:pt x="478275" y="2031905"/>
                </a:lnTo>
                <a:lnTo>
                  <a:pt x="477454" y="2031436"/>
                </a:lnTo>
                <a:lnTo>
                  <a:pt x="476603" y="2030990"/>
                </a:lnTo>
                <a:lnTo>
                  <a:pt x="475723" y="2030566"/>
                </a:lnTo>
                <a:lnTo>
                  <a:pt x="474814" y="2030165"/>
                </a:lnTo>
                <a:lnTo>
                  <a:pt x="473875" y="2029788"/>
                </a:lnTo>
                <a:lnTo>
                  <a:pt x="472907" y="2029433"/>
                </a:lnTo>
                <a:lnTo>
                  <a:pt x="471910" y="2029101"/>
                </a:lnTo>
                <a:lnTo>
                  <a:pt x="470883" y="2028792"/>
                </a:lnTo>
                <a:lnTo>
                  <a:pt x="469827" y="2028506"/>
                </a:lnTo>
                <a:lnTo>
                  <a:pt x="468742" y="2028242"/>
                </a:lnTo>
                <a:lnTo>
                  <a:pt x="467627" y="2028002"/>
                </a:lnTo>
                <a:lnTo>
                  <a:pt x="466483" y="2027784"/>
                </a:lnTo>
                <a:lnTo>
                  <a:pt x="465309" y="2027590"/>
                </a:lnTo>
                <a:lnTo>
                  <a:pt x="464106" y="2027418"/>
                </a:lnTo>
                <a:lnTo>
                  <a:pt x="462874" y="2027269"/>
                </a:lnTo>
                <a:lnTo>
                  <a:pt x="461613" y="2027143"/>
                </a:lnTo>
                <a:lnTo>
                  <a:pt x="460322" y="2027040"/>
                </a:lnTo>
                <a:lnTo>
                  <a:pt x="459001" y="2026960"/>
                </a:lnTo>
                <a:lnTo>
                  <a:pt x="457652" y="2026903"/>
                </a:lnTo>
                <a:lnTo>
                  <a:pt x="456273" y="2026869"/>
                </a:lnTo>
                <a:lnTo>
                  <a:pt x="454865" y="2026857"/>
                </a:lnTo>
                <a:lnTo>
                  <a:pt x="453537" y="2026869"/>
                </a:lnTo>
                <a:lnTo>
                  <a:pt x="452232" y="2026903"/>
                </a:lnTo>
                <a:lnTo>
                  <a:pt x="450950" y="2026960"/>
                </a:lnTo>
                <a:lnTo>
                  <a:pt x="449689" y="2027040"/>
                </a:lnTo>
                <a:lnTo>
                  <a:pt x="448451" y="2027143"/>
                </a:lnTo>
                <a:lnTo>
                  <a:pt x="447235" y="2027269"/>
                </a:lnTo>
                <a:lnTo>
                  <a:pt x="446042" y="2027418"/>
                </a:lnTo>
                <a:lnTo>
                  <a:pt x="444871" y="2027590"/>
                </a:lnTo>
                <a:lnTo>
                  <a:pt x="443722" y="2027784"/>
                </a:lnTo>
                <a:lnTo>
                  <a:pt x="442595" y="2028002"/>
                </a:lnTo>
                <a:lnTo>
                  <a:pt x="441491" y="2028242"/>
                </a:lnTo>
                <a:lnTo>
                  <a:pt x="440409" y="2028506"/>
                </a:lnTo>
                <a:lnTo>
                  <a:pt x="439350" y="2028792"/>
                </a:lnTo>
                <a:lnTo>
                  <a:pt x="438312" y="2029101"/>
                </a:lnTo>
                <a:lnTo>
                  <a:pt x="437297" y="2029433"/>
                </a:lnTo>
                <a:lnTo>
                  <a:pt x="436305" y="2029788"/>
                </a:lnTo>
                <a:lnTo>
                  <a:pt x="435334" y="2030165"/>
                </a:lnTo>
                <a:lnTo>
                  <a:pt x="434386" y="2030566"/>
                </a:lnTo>
                <a:lnTo>
                  <a:pt x="433461" y="2030990"/>
                </a:lnTo>
                <a:lnTo>
                  <a:pt x="432557" y="2031436"/>
                </a:lnTo>
                <a:lnTo>
                  <a:pt x="431676" y="2031905"/>
                </a:lnTo>
                <a:lnTo>
                  <a:pt x="430817" y="2032398"/>
                </a:lnTo>
                <a:lnTo>
                  <a:pt x="429981" y="2032913"/>
                </a:lnTo>
                <a:lnTo>
                  <a:pt x="429166" y="2033451"/>
                </a:lnTo>
                <a:lnTo>
                  <a:pt x="428394" y="2034008"/>
                </a:lnTo>
                <a:lnTo>
                  <a:pt x="427654" y="2034581"/>
                </a:lnTo>
                <a:lnTo>
                  <a:pt x="426947" y="2035170"/>
                </a:lnTo>
                <a:lnTo>
                  <a:pt x="426273" y="2035775"/>
                </a:lnTo>
                <a:lnTo>
                  <a:pt x="425632" y="2036396"/>
                </a:lnTo>
                <a:lnTo>
                  <a:pt x="425024" y="2037033"/>
                </a:lnTo>
                <a:lnTo>
                  <a:pt x="424449" y="2037685"/>
                </a:lnTo>
                <a:lnTo>
                  <a:pt x="423907" y="2038354"/>
                </a:lnTo>
                <a:lnTo>
                  <a:pt x="423397" y="2039038"/>
                </a:lnTo>
                <a:lnTo>
                  <a:pt x="422920" y="2039738"/>
                </a:lnTo>
                <a:lnTo>
                  <a:pt x="422477" y="2040454"/>
                </a:lnTo>
                <a:lnTo>
                  <a:pt x="422066" y="2041185"/>
                </a:lnTo>
                <a:lnTo>
                  <a:pt x="421688" y="2041933"/>
                </a:lnTo>
                <a:lnTo>
                  <a:pt x="421342" y="2042696"/>
                </a:lnTo>
                <a:lnTo>
                  <a:pt x="421030" y="2043476"/>
                </a:lnTo>
                <a:lnTo>
                  <a:pt x="420751" y="2044271"/>
                </a:lnTo>
                <a:lnTo>
                  <a:pt x="420504" y="2045082"/>
                </a:lnTo>
                <a:lnTo>
                  <a:pt x="420290" y="2045909"/>
                </a:lnTo>
                <a:lnTo>
                  <a:pt x="420110" y="2046751"/>
                </a:lnTo>
                <a:lnTo>
                  <a:pt x="419962" y="2047610"/>
                </a:lnTo>
                <a:lnTo>
                  <a:pt x="419847" y="2048484"/>
                </a:lnTo>
                <a:lnTo>
                  <a:pt x="419764" y="2049375"/>
                </a:lnTo>
                <a:lnTo>
                  <a:pt x="419715" y="2050281"/>
                </a:lnTo>
                <a:lnTo>
                  <a:pt x="419699" y="2051203"/>
                </a:lnTo>
                <a:lnTo>
                  <a:pt x="419698" y="2051230"/>
                </a:lnTo>
                <a:lnTo>
                  <a:pt x="419697" y="2051254"/>
                </a:lnTo>
                <a:lnTo>
                  <a:pt x="419696" y="2051277"/>
                </a:lnTo>
                <a:lnTo>
                  <a:pt x="419694" y="2051297"/>
                </a:lnTo>
                <a:lnTo>
                  <a:pt x="419691" y="2051314"/>
                </a:lnTo>
                <a:lnTo>
                  <a:pt x="419688" y="2051330"/>
                </a:lnTo>
                <a:lnTo>
                  <a:pt x="419684" y="2051342"/>
                </a:lnTo>
                <a:lnTo>
                  <a:pt x="419680" y="2051353"/>
                </a:lnTo>
                <a:lnTo>
                  <a:pt x="419675" y="2051361"/>
                </a:lnTo>
                <a:lnTo>
                  <a:pt x="419669" y="2051367"/>
                </a:lnTo>
                <a:lnTo>
                  <a:pt x="419663" y="2051371"/>
                </a:lnTo>
                <a:lnTo>
                  <a:pt x="419656" y="2051372"/>
                </a:lnTo>
                <a:lnTo>
                  <a:pt x="419649" y="2051371"/>
                </a:lnTo>
                <a:lnTo>
                  <a:pt x="419641" y="2051367"/>
                </a:lnTo>
                <a:lnTo>
                  <a:pt x="419633" y="2051361"/>
                </a:lnTo>
                <a:lnTo>
                  <a:pt x="419623" y="2051353"/>
                </a:lnTo>
                <a:lnTo>
                  <a:pt x="419614" y="2051342"/>
                </a:lnTo>
                <a:lnTo>
                  <a:pt x="419604" y="2051330"/>
                </a:lnTo>
                <a:lnTo>
                  <a:pt x="419593" y="2051314"/>
                </a:lnTo>
                <a:lnTo>
                  <a:pt x="419581" y="2051297"/>
                </a:lnTo>
                <a:lnTo>
                  <a:pt x="419569" y="2051277"/>
                </a:lnTo>
                <a:lnTo>
                  <a:pt x="419557" y="2051254"/>
                </a:lnTo>
                <a:lnTo>
                  <a:pt x="419543" y="2051230"/>
                </a:lnTo>
                <a:lnTo>
                  <a:pt x="419530" y="2051203"/>
                </a:lnTo>
                <a:lnTo>
                  <a:pt x="419530" y="2051238"/>
                </a:lnTo>
                <a:lnTo>
                  <a:pt x="419530" y="2051303"/>
                </a:lnTo>
                <a:lnTo>
                  <a:pt x="419530" y="2051372"/>
                </a:lnTo>
                <a:lnTo>
                  <a:pt x="419544" y="2051445"/>
                </a:lnTo>
                <a:lnTo>
                  <a:pt x="419559" y="2051525"/>
                </a:lnTo>
                <a:lnTo>
                  <a:pt x="419574" y="2051612"/>
                </a:lnTo>
                <a:lnTo>
                  <a:pt x="419591" y="2051705"/>
                </a:lnTo>
                <a:lnTo>
                  <a:pt x="419607" y="2051804"/>
                </a:lnTo>
                <a:lnTo>
                  <a:pt x="419625" y="2051910"/>
                </a:lnTo>
                <a:close/>
                <a:moveTo>
                  <a:pt x="444174" y="2104152"/>
                </a:moveTo>
                <a:lnTo>
                  <a:pt x="443623" y="2104041"/>
                </a:lnTo>
                <a:lnTo>
                  <a:pt x="443087" y="2103918"/>
                </a:lnTo>
                <a:lnTo>
                  <a:pt x="442565" y="2103783"/>
                </a:lnTo>
                <a:lnTo>
                  <a:pt x="442058" y="2103636"/>
                </a:lnTo>
                <a:lnTo>
                  <a:pt x="441566" y="2103477"/>
                </a:lnTo>
                <a:lnTo>
                  <a:pt x="441088" y="2103307"/>
                </a:lnTo>
                <a:lnTo>
                  <a:pt x="440625" y="2103125"/>
                </a:lnTo>
                <a:lnTo>
                  <a:pt x="440177" y="2102931"/>
                </a:lnTo>
                <a:lnTo>
                  <a:pt x="439744" y="2102726"/>
                </a:lnTo>
                <a:lnTo>
                  <a:pt x="439325" y="2102509"/>
                </a:lnTo>
                <a:lnTo>
                  <a:pt x="438921" y="2102280"/>
                </a:lnTo>
                <a:lnTo>
                  <a:pt x="438531" y="2102039"/>
                </a:lnTo>
                <a:lnTo>
                  <a:pt x="438156" y="2101787"/>
                </a:lnTo>
                <a:lnTo>
                  <a:pt x="437796" y="2101522"/>
                </a:lnTo>
                <a:lnTo>
                  <a:pt x="437451" y="2101247"/>
                </a:lnTo>
                <a:lnTo>
                  <a:pt x="437133" y="2100959"/>
                </a:lnTo>
                <a:lnTo>
                  <a:pt x="436830" y="2100660"/>
                </a:lnTo>
                <a:lnTo>
                  <a:pt x="436539" y="2100348"/>
                </a:lnTo>
                <a:lnTo>
                  <a:pt x="436263" y="2100025"/>
                </a:lnTo>
                <a:lnTo>
                  <a:pt x="435999" y="2099691"/>
                </a:lnTo>
                <a:lnTo>
                  <a:pt x="435749" y="2099345"/>
                </a:lnTo>
                <a:lnTo>
                  <a:pt x="435513" y="2098986"/>
                </a:lnTo>
                <a:lnTo>
                  <a:pt x="435290" y="2098617"/>
                </a:lnTo>
                <a:lnTo>
                  <a:pt x="435081" y="2098235"/>
                </a:lnTo>
                <a:lnTo>
                  <a:pt x="434885" y="2097842"/>
                </a:lnTo>
                <a:lnTo>
                  <a:pt x="434703" y="2097437"/>
                </a:lnTo>
                <a:lnTo>
                  <a:pt x="434534" y="2097020"/>
                </a:lnTo>
                <a:lnTo>
                  <a:pt x="434379" y="2096591"/>
                </a:lnTo>
                <a:lnTo>
                  <a:pt x="434237" y="2096151"/>
                </a:lnTo>
                <a:lnTo>
                  <a:pt x="434109" y="2095699"/>
                </a:lnTo>
                <a:lnTo>
                  <a:pt x="433994" y="2095235"/>
                </a:lnTo>
                <a:lnTo>
                  <a:pt x="433893" y="2094760"/>
                </a:lnTo>
                <a:lnTo>
                  <a:pt x="433805" y="2094273"/>
                </a:lnTo>
                <a:lnTo>
                  <a:pt x="433731" y="2093774"/>
                </a:lnTo>
                <a:lnTo>
                  <a:pt x="433670" y="2093263"/>
                </a:lnTo>
                <a:lnTo>
                  <a:pt x="433623" y="2092740"/>
                </a:lnTo>
                <a:lnTo>
                  <a:pt x="433589" y="2092206"/>
                </a:lnTo>
                <a:lnTo>
                  <a:pt x="433569" y="2091660"/>
                </a:lnTo>
                <a:lnTo>
                  <a:pt x="433562" y="2091103"/>
                </a:lnTo>
                <a:lnTo>
                  <a:pt x="433568" y="2090558"/>
                </a:lnTo>
                <a:lnTo>
                  <a:pt x="433587" y="2090025"/>
                </a:lnTo>
                <a:lnTo>
                  <a:pt x="433618" y="2089502"/>
                </a:lnTo>
                <a:lnTo>
                  <a:pt x="433661" y="2088989"/>
                </a:lnTo>
                <a:lnTo>
                  <a:pt x="433716" y="2088487"/>
                </a:lnTo>
                <a:lnTo>
                  <a:pt x="433784" y="2087996"/>
                </a:lnTo>
                <a:lnTo>
                  <a:pt x="433864" y="2087515"/>
                </a:lnTo>
                <a:lnTo>
                  <a:pt x="433957" y="2087045"/>
                </a:lnTo>
                <a:lnTo>
                  <a:pt x="434061" y="2086585"/>
                </a:lnTo>
                <a:lnTo>
                  <a:pt x="434179" y="2086136"/>
                </a:lnTo>
                <a:lnTo>
                  <a:pt x="434308" y="2085698"/>
                </a:lnTo>
                <a:lnTo>
                  <a:pt x="434450" y="2085270"/>
                </a:lnTo>
                <a:lnTo>
                  <a:pt x="434604" y="2084852"/>
                </a:lnTo>
                <a:lnTo>
                  <a:pt x="434770" y="2084445"/>
                </a:lnTo>
                <a:lnTo>
                  <a:pt x="434949" y="2084049"/>
                </a:lnTo>
                <a:lnTo>
                  <a:pt x="435140" y="2083663"/>
                </a:lnTo>
                <a:lnTo>
                  <a:pt x="435343" y="2083288"/>
                </a:lnTo>
                <a:lnTo>
                  <a:pt x="435559" y="2082924"/>
                </a:lnTo>
                <a:lnTo>
                  <a:pt x="435787" y="2082570"/>
                </a:lnTo>
                <a:lnTo>
                  <a:pt x="436028" y="2082226"/>
                </a:lnTo>
                <a:lnTo>
                  <a:pt x="436280" y="2081894"/>
                </a:lnTo>
                <a:lnTo>
                  <a:pt x="436545" y="2081571"/>
                </a:lnTo>
                <a:lnTo>
                  <a:pt x="436823" y="2081260"/>
                </a:lnTo>
                <a:lnTo>
                  <a:pt x="437113" y="2080958"/>
                </a:lnTo>
                <a:lnTo>
                  <a:pt x="437431" y="2080652"/>
                </a:lnTo>
                <a:lnTo>
                  <a:pt x="437765" y="2080354"/>
                </a:lnTo>
                <a:lnTo>
                  <a:pt x="438116" y="2080063"/>
                </a:lnTo>
                <a:lnTo>
                  <a:pt x="438484" y="2079780"/>
                </a:lnTo>
                <a:lnTo>
                  <a:pt x="438868" y="2079504"/>
                </a:lnTo>
                <a:lnTo>
                  <a:pt x="439268" y="2079236"/>
                </a:lnTo>
                <a:lnTo>
                  <a:pt x="439685" y="2078976"/>
                </a:lnTo>
                <a:lnTo>
                  <a:pt x="440118" y="2078723"/>
                </a:lnTo>
                <a:lnTo>
                  <a:pt x="440568" y="2078478"/>
                </a:lnTo>
                <a:lnTo>
                  <a:pt x="441034" y="2078240"/>
                </a:lnTo>
                <a:lnTo>
                  <a:pt x="441517" y="2078011"/>
                </a:lnTo>
                <a:lnTo>
                  <a:pt x="442015" y="2077788"/>
                </a:lnTo>
                <a:lnTo>
                  <a:pt x="442531" y="2077574"/>
                </a:lnTo>
                <a:lnTo>
                  <a:pt x="443063" y="2077367"/>
                </a:lnTo>
                <a:lnTo>
                  <a:pt x="443611" y="2077168"/>
                </a:lnTo>
                <a:lnTo>
                  <a:pt x="444176" y="2076976"/>
                </a:lnTo>
                <a:lnTo>
                  <a:pt x="444757" y="2076792"/>
                </a:lnTo>
                <a:lnTo>
                  <a:pt x="445355" y="2076616"/>
                </a:lnTo>
                <a:lnTo>
                  <a:pt x="445969" y="2076447"/>
                </a:lnTo>
                <a:lnTo>
                  <a:pt x="446599" y="2076286"/>
                </a:lnTo>
                <a:lnTo>
                  <a:pt x="447246" y="2076132"/>
                </a:lnTo>
                <a:lnTo>
                  <a:pt x="447909" y="2075986"/>
                </a:lnTo>
                <a:lnTo>
                  <a:pt x="448589" y="2075848"/>
                </a:lnTo>
                <a:lnTo>
                  <a:pt x="449285" y="2075717"/>
                </a:lnTo>
                <a:lnTo>
                  <a:pt x="450014" y="2075579"/>
                </a:lnTo>
                <a:lnTo>
                  <a:pt x="450764" y="2075447"/>
                </a:lnTo>
                <a:lnTo>
                  <a:pt x="451533" y="2075321"/>
                </a:lnTo>
                <a:lnTo>
                  <a:pt x="452324" y="2075201"/>
                </a:lnTo>
                <a:lnTo>
                  <a:pt x="453135" y="2075086"/>
                </a:lnTo>
                <a:lnTo>
                  <a:pt x="453966" y="2074978"/>
                </a:lnTo>
                <a:lnTo>
                  <a:pt x="454819" y="2074875"/>
                </a:lnTo>
                <a:lnTo>
                  <a:pt x="455691" y="2074778"/>
                </a:lnTo>
                <a:lnTo>
                  <a:pt x="456584" y="2074687"/>
                </a:lnTo>
                <a:lnTo>
                  <a:pt x="457498" y="2074602"/>
                </a:lnTo>
                <a:lnTo>
                  <a:pt x="458432" y="2074523"/>
                </a:lnTo>
                <a:lnTo>
                  <a:pt x="459387" y="2074449"/>
                </a:lnTo>
                <a:lnTo>
                  <a:pt x="460363" y="2074382"/>
                </a:lnTo>
                <a:lnTo>
                  <a:pt x="461358" y="2074320"/>
                </a:lnTo>
                <a:lnTo>
                  <a:pt x="462375" y="2074264"/>
                </a:lnTo>
                <a:lnTo>
                  <a:pt x="463412" y="2074215"/>
                </a:lnTo>
                <a:lnTo>
                  <a:pt x="464469" y="2074171"/>
                </a:lnTo>
                <a:lnTo>
                  <a:pt x="465548" y="2074132"/>
                </a:lnTo>
                <a:lnTo>
                  <a:pt x="466646" y="2074100"/>
                </a:lnTo>
                <a:lnTo>
                  <a:pt x="467765" y="2074074"/>
                </a:lnTo>
                <a:lnTo>
                  <a:pt x="468905" y="2074053"/>
                </a:lnTo>
                <a:lnTo>
                  <a:pt x="470065" y="2074038"/>
                </a:lnTo>
                <a:lnTo>
                  <a:pt x="471246" y="2074030"/>
                </a:lnTo>
                <a:lnTo>
                  <a:pt x="472448" y="2074027"/>
                </a:lnTo>
                <a:lnTo>
                  <a:pt x="472448" y="2079268"/>
                </a:lnTo>
                <a:lnTo>
                  <a:pt x="472443" y="2079857"/>
                </a:lnTo>
                <a:lnTo>
                  <a:pt x="472430" y="2080442"/>
                </a:lnTo>
                <a:lnTo>
                  <a:pt x="472408" y="2081022"/>
                </a:lnTo>
                <a:lnTo>
                  <a:pt x="472377" y="2081597"/>
                </a:lnTo>
                <a:lnTo>
                  <a:pt x="472338" y="2082168"/>
                </a:lnTo>
                <a:lnTo>
                  <a:pt x="472289" y="2082734"/>
                </a:lnTo>
                <a:lnTo>
                  <a:pt x="472232" y="2083295"/>
                </a:lnTo>
                <a:lnTo>
                  <a:pt x="472166" y="2083851"/>
                </a:lnTo>
                <a:lnTo>
                  <a:pt x="472091" y="2084403"/>
                </a:lnTo>
                <a:lnTo>
                  <a:pt x="472007" y="2084950"/>
                </a:lnTo>
                <a:lnTo>
                  <a:pt x="471915" y="2085493"/>
                </a:lnTo>
                <a:lnTo>
                  <a:pt x="471814" y="2086030"/>
                </a:lnTo>
                <a:lnTo>
                  <a:pt x="471704" y="2086564"/>
                </a:lnTo>
                <a:lnTo>
                  <a:pt x="471585" y="2087092"/>
                </a:lnTo>
                <a:lnTo>
                  <a:pt x="471457" y="2087615"/>
                </a:lnTo>
                <a:lnTo>
                  <a:pt x="471320" y="2088134"/>
                </a:lnTo>
                <a:lnTo>
                  <a:pt x="471175" y="2088649"/>
                </a:lnTo>
                <a:lnTo>
                  <a:pt x="471021" y="2089158"/>
                </a:lnTo>
                <a:lnTo>
                  <a:pt x="470858" y="2089663"/>
                </a:lnTo>
                <a:lnTo>
                  <a:pt x="470686" y="2090163"/>
                </a:lnTo>
                <a:lnTo>
                  <a:pt x="470506" y="2090659"/>
                </a:lnTo>
                <a:lnTo>
                  <a:pt x="470317" y="2091149"/>
                </a:lnTo>
                <a:lnTo>
                  <a:pt x="470119" y="2091636"/>
                </a:lnTo>
                <a:lnTo>
                  <a:pt x="469912" y="2092117"/>
                </a:lnTo>
                <a:lnTo>
                  <a:pt x="469710" y="2092592"/>
                </a:lnTo>
                <a:lnTo>
                  <a:pt x="469498" y="2093059"/>
                </a:lnTo>
                <a:lnTo>
                  <a:pt x="469278" y="2093517"/>
                </a:lnTo>
                <a:lnTo>
                  <a:pt x="469047" y="2093967"/>
                </a:lnTo>
                <a:lnTo>
                  <a:pt x="468808" y="2094409"/>
                </a:lnTo>
                <a:lnTo>
                  <a:pt x="468559" y="2094843"/>
                </a:lnTo>
                <a:lnTo>
                  <a:pt x="468301" y="2095269"/>
                </a:lnTo>
                <a:lnTo>
                  <a:pt x="468033" y="2095686"/>
                </a:lnTo>
                <a:lnTo>
                  <a:pt x="467756" y="2096095"/>
                </a:lnTo>
                <a:lnTo>
                  <a:pt x="467469" y="2096496"/>
                </a:lnTo>
                <a:lnTo>
                  <a:pt x="467174" y="2096889"/>
                </a:lnTo>
                <a:lnTo>
                  <a:pt x="466868" y="2097273"/>
                </a:lnTo>
                <a:lnTo>
                  <a:pt x="466554" y="2097650"/>
                </a:lnTo>
                <a:lnTo>
                  <a:pt x="466230" y="2098018"/>
                </a:lnTo>
                <a:lnTo>
                  <a:pt x="465896" y="2098378"/>
                </a:lnTo>
                <a:lnTo>
                  <a:pt x="465553" y="2098729"/>
                </a:lnTo>
                <a:lnTo>
                  <a:pt x="465201" y="2099073"/>
                </a:lnTo>
                <a:lnTo>
                  <a:pt x="464840" y="2099408"/>
                </a:lnTo>
                <a:lnTo>
                  <a:pt x="464469" y="2099735"/>
                </a:lnTo>
                <a:lnTo>
                  <a:pt x="464088" y="2100054"/>
                </a:lnTo>
                <a:lnTo>
                  <a:pt x="463698" y="2100364"/>
                </a:lnTo>
                <a:lnTo>
                  <a:pt x="463299" y="2100667"/>
                </a:lnTo>
                <a:lnTo>
                  <a:pt x="462891" y="2100961"/>
                </a:lnTo>
                <a:lnTo>
                  <a:pt x="462473" y="2101247"/>
                </a:lnTo>
                <a:lnTo>
                  <a:pt x="462059" y="2101522"/>
                </a:lnTo>
                <a:lnTo>
                  <a:pt x="461635" y="2101787"/>
                </a:lnTo>
                <a:lnTo>
                  <a:pt x="461202" y="2102039"/>
                </a:lnTo>
                <a:lnTo>
                  <a:pt x="460758" y="2102280"/>
                </a:lnTo>
                <a:lnTo>
                  <a:pt x="460305" y="2102509"/>
                </a:lnTo>
                <a:lnTo>
                  <a:pt x="459842" y="2102726"/>
                </a:lnTo>
                <a:lnTo>
                  <a:pt x="459368" y="2102931"/>
                </a:lnTo>
                <a:lnTo>
                  <a:pt x="458885" y="2103125"/>
                </a:lnTo>
                <a:lnTo>
                  <a:pt x="458391" y="2103307"/>
                </a:lnTo>
                <a:lnTo>
                  <a:pt x="457888" y="2103477"/>
                </a:lnTo>
                <a:lnTo>
                  <a:pt x="457374" y="2103636"/>
                </a:lnTo>
                <a:lnTo>
                  <a:pt x="456851" y="2103783"/>
                </a:lnTo>
                <a:lnTo>
                  <a:pt x="456318" y="2103918"/>
                </a:lnTo>
                <a:lnTo>
                  <a:pt x="455775" y="2104041"/>
                </a:lnTo>
                <a:lnTo>
                  <a:pt x="455221" y="2104152"/>
                </a:lnTo>
                <a:lnTo>
                  <a:pt x="454658" y="2104252"/>
                </a:lnTo>
                <a:lnTo>
                  <a:pt x="454085" y="2104340"/>
                </a:lnTo>
                <a:lnTo>
                  <a:pt x="453501" y="2104417"/>
                </a:lnTo>
                <a:lnTo>
                  <a:pt x="452908" y="2104481"/>
                </a:lnTo>
                <a:lnTo>
                  <a:pt x="452305" y="2104534"/>
                </a:lnTo>
                <a:lnTo>
                  <a:pt x="451692" y="2104575"/>
                </a:lnTo>
                <a:lnTo>
                  <a:pt x="451069" y="2104604"/>
                </a:lnTo>
                <a:lnTo>
                  <a:pt x="450436" y="2104622"/>
                </a:lnTo>
                <a:lnTo>
                  <a:pt x="449793" y="2104628"/>
                </a:lnTo>
                <a:lnTo>
                  <a:pt x="449110" y="2104622"/>
                </a:lnTo>
                <a:lnTo>
                  <a:pt x="448441" y="2104604"/>
                </a:lnTo>
                <a:lnTo>
                  <a:pt x="447788" y="2104575"/>
                </a:lnTo>
                <a:lnTo>
                  <a:pt x="447149" y="2104534"/>
                </a:lnTo>
                <a:lnTo>
                  <a:pt x="446524" y="2104481"/>
                </a:lnTo>
                <a:lnTo>
                  <a:pt x="445915" y="2104417"/>
                </a:lnTo>
                <a:lnTo>
                  <a:pt x="445320" y="2104340"/>
                </a:lnTo>
                <a:lnTo>
                  <a:pt x="444739" y="2104252"/>
                </a:lnTo>
                <a:lnTo>
                  <a:pt x="444174" y="2104152"/>
                </a:lnTo>
                <a:close/>
                <a:moveTo>
                  <a:pt x="349433" y="2248113"/>
                </a:moveTo>
                <a:lnTo>
                  <a:pt x="334893" y="2248113"/>
                </a:lnTo>
                <a:lnTo>
                  <a:pt x="334893" y="2272965"/>
                </a:lnTo>
                <a:lnTo>
                  <a:pt x="338782" y="2295113"/>
                </a:lnTo>
                <a:lnTo>
                  <a:pt x="345544" y="2295113"/>
                </a:lnTo>
                <a:lnTo>
                  <a:pt x="349433" y="2272965"/>
                </a:lnTo>
                <a:lnTo>
                  <a:pt x="349433" y="2248113"/>
                </a:lnTo>
                <a:close/>
                <a:moveTo>
                  <a:pt x="374624" y="2272965"/>
                </a:moveTo>
                <a:lnTo>
                  <a:pt x="374624" y="2248113"/>
                </a:lnTo>
                <a:lnTo>
                  <a:pt x="360084" y="2248113"/>
                </a:lnTo>
                <a:lnTo>
                  <a:pt x="360084" y="2272965"/>
                </a:lnTo>
                <a:lnTo>
                  <a:pt x="363973" y="2295113"/>
                </a:lnTo>
                <a:lnTo>
                  <a:pt x="370735" y="2295113"/>
                </a:lnTo>
                <a:lnTo>
                  <a:pt x="374624" y="2272965"/>
                </a:lnTo>
                <a:close/>
                <a:moveTo>
                  <a:pt x="435760" y="2325038"/>
                </a:moveTo>
                <a:lnTo>
                  <a:pt x="435760" y="2242364"/>
                </a:lnTo>
                <a:lnTo>
                  <a:pt x="418853" y="2242364"/>
                </a:lnTo>
                <a:lnTo>
                  <a:pt x="418853" y="2364093"/>
                </a:lnTo>
                <a:lnTo>
                  <a:pt x="435760" y="2364093"/>
                </a:lnTo>
                <a:lnTo>
                  <a:pt x="435760" y="2343297"/>
                </a:lnTo>
                <a:lnTo>
                  <a:pt x="449454" y="2329772"/>
                </a:lnTo>
                <a:lnTo>
                  <a:pt x="477012" y="2364093"/>
                </a:lnTo>
                <a:lnTo>
                  <a:pt x="497639" y="2364093"/>
                </a:lnTo>
                <a:lnTo>
                  <a:pt x="461289" y="2317937"/>
                </a:lnTo>
                <a:lnTo>
                  <a:pt x="495610" y="2277699"/>
                </a:lnTo>
                <a:lnTo>
                  <a:pt x="475660" y="2277699"/>
                </a:lnTo>
                <a:lnTo>
                  <a:pt x="435760" y="2325038"/>
                </a:lnTo>
                <a:close/>
                <a:moveTo>
                  <a:pt x="579570" y="2340423"/>
                </a:moveTo>
                <a:lnTo>
                  <a:pt x="566552" y="2277699"/>
                </a:lnTo>
                <a:lnTo>
                  <a:pt x="550491" y="2277699"/>
                </a:lnTo>
                <a:lnTo>
                  <a:pt x="536458" y="2340423"/>
                </a:lnTo>
                <a:lnTo>
                  <a:pt x="535782" y="2340423"/>
                </a:lnTo>
                <a:lnTo>
                  <a:pt x="520904" y="2277699"/>
                </a:lnTo>
                <a:lnTo>
                  <a:pt x="506871" y="2277699"/>
                </a:lnTo>
                <a:lnTo>
                  <a:pt x="526483" y="2364093"/>
                </a:lnTo>
                <a:lnTo>
                  <a:pt x="543390" y="2364093"/>
                </a:lnTo>
                <a:lnTo>
                  <a:pt x="558099" y="2299509"/>
                </a:lnTo>
                <a:lnTo>
                  <a:pt x="558775" y="2299509"/>
                </a:lnTo>
                <a:lnTo>
                  <a:pt x="572131" y="2364093"/>
                </a:lnTo>
                <a:lnTo>
                  <a:pt x="589207" y="2364093"/>
                </a:lnTo>
                <a:lnTo>
                  <a:pt x="608312" y="2277699"/>
                </a:lnTo>
                <a:lnTo>
                  <a:pt x="594786" y="2277699"/>
                </a:lnTo>
                <a:lnTo>
                  <a:pt x="580246" y="2340423"/>
                </a:lnTo>
                <a:lnTo>
                  <a:pt x="579570" y="2340423"/>
                </a:lnTo>
                <a:close/>
                <a:moveTo>
                  <a:pt x="248058" y="2522117"/>
                </a:moveTo>
                <a:lnTo>
                  <a:pt x="248058" y="2497264"/>
                </a:lnTo>
                <a:lnTo>
                  <a:pt x="233519" y="2497264"/>
                </a:lnTo>
                <a:lnTo>
                  <a:pt x="233519" y="2522117"/>
                </a:lnTo>
                <a:lnTo>
                  <a:pt x="237407" y="2544265"/>
                </a:lnTo>
                <a:lnTo>
                  <a:pt x="244170" y="2544265"/>
                </a:lnTo>
                <a:lnTo>
                  <a:pt x="248058" y="2522117"/>
                </a:lnTo>
                <a:close/>
                <a:moveTo>
                  <a:pt x="273250" y="2497264"/>
                </a:moveTo>
                <a:lnTo>
                  <a:pt x="258710" y="2497264"/>
                </a:lnTo>
                <a:lnTo>
                  <a:pt x="258710" y="2522117"/>
                </a:lnTo>
                <a:lnTo>
                  <a:pt x="262598" y="2544265"/>
                </a:lnTo>
                <a:lnTo>
                  <a:pt x="269361" y="2544265"/>
                </a:lnTo>
                <a:lnTo>
                  <a:pt x="273250" y="2522117"/>
                </a:lnTo>
                <a:lnTo>
                  <a:pt x="273250" y="2497264"/>
                </a:lnTo>
                <a:close/>
                <a:moveTo>
                  <a:pt x="530447" y="2547945"/>
                </a:moveTo>
                <a:lnTo>
                  <a:pt x="530522" y="2547533"/>
                </a:lnTo>
                <a:lnTo>
                  <a:pt x="530607" y="2547128"/>
                </a:lnTo>
                <a:lnTo>
                  <a:pt x="530702" y="2546730"/>
                </a:lnTo>
                <a:lnTo>
                  <a:pt x="530806" y="2546339"/>
                </a:lnTo>
                <a:lnTo>
                  <a:pt x="530921" y="2545955"/>
                </a:lnTo>
                <a:lnTo>
                  <a:pt x="531046" y="2545579"/>
                </a:lnTo>
                <a:lnTo>
                  <a:pt x="531181" y="2545209"/>
                </a:lnTo>
                <a:lnTo>
                  <a:pt x="531325" y="2544846"/>
                </a:lnTo>
                <a:lnTo>
                  <a:pt x="531480" y="2544490"/>
                </a:lnTo>
                <a:lnTo>
                  <a:pt x="531645" y="2544141"/>
                </a:lnTo>
                <a:lnTo>
                  <a:pt x="531819" y="2543800"/>
                </a:lnTo>
                <a:lnTo>
                  <a:pt x="532004" y="2543465"/>
                </a:lnTo>
                <a:lnTo>
                  <a:pt x="532198" y="2543138"/>
                </a:lnTo>
                <a:lnTo>
                  <a:pt x="532403" y="2542817"/>
                </a:lnTo>
                <a:lnTo>
                  <a:pt x="532618" y="2542504"/>
                </a:lnTo>
                <a:lnTo>
                  <a:pt x="532842" y="2542197"/>
                </a:lnTo>
                <a:lnTo>
                  <a:pt x="533077" y="2541898"/>
                </a:lnTo>
                <a:lnTo>
                  <a:pt x="533333" y="2541608"/>
                </a:lnTo>
                <a:lnTo>
                  <a:pt x="533594" y="2541331"/>
                </a:lnTo>
                <a:lnTo>
                  <a:pt x="533861" y="2541066"/>
                </a:lnTo>
                <a:lnTo>
                  <a:pt x="534133" y="2540813"/>
                </a:lnTo>
                <a:lnTo>
                  <a:pt x="534411" y="2540573"/>
                </a:lnTo>
                <a:lnTo>
                  <a:pt x="534693" y="2540344"/>
                </a:lnTo>
                <a:lnTo>
                  <a:pt x="534981" y="2540129"/>
                </a:lnTo>
                <a:lnTo>
                  <a:pt x="535275" y="2539925"/>
                </a:lnTo>
                <a:lnTo>
                  <a:pt x="535573" y="2539734"/>
                </a:lnTo>
                <a:lnTo>
                  <a:pt x="535877" y="2539556"/>
                </a:lnTo>
                <a:lnTo>
                  <a:pt x="536186" y="2539389"/>
                </a:lnTo>
                <a:lnTo>
                  <a:pt x="536500" y="2539235"/>
                </a:lnTo>
                <a:lnTo>
                  <a:pt x="536820" y="2539093"/>
                </a:lnTo>
                <a:lnTo>
                  <a:pt x="537145" y="2538964"/>
                </a:lnTo>
                <a:lnTo>
                  <a:pt x="537475" y="2538847"/>
                </a:lnTo>
                <a:lnTo>
                  <a:pt x="537811" y="2538742"/>
                </a:lnTo>
                <a:lnTo>
                  <a:pt x="538151" y="2538649"/>
                </a:lnTo>
                <a:lnTo>
                  <a:pt x="538497" y="2538569"/>
                </a:lnTo>
                <a:lnTo>
                  <a:pt x="538849" y="2538502"/>
                </a:lnTo>
                <a:lnTo>
                  <a:pt x="539205" y="2538446"/>
                </a:lnTo>
                <a:lnTo>
                  <a:pt x="539567" y="2538403"/>
                </a:lnTo>
                <a:lnTo>
                  <a:pt x="539934" y="2538372"/>
                </a:lnTo>
                <a:lnTo>
                  <a:pt x="540307" y="2538354"/>
                </a:lnTo>
                <a:lnTo>
                  <a:pt x="540685" y="2538347"/>
                </a:lnTo>
                <a:lnTo>
                  <a:pt x="541485" y="2538369"/>
                </a:lnTo>
                <a:lnTo>
                  <a:pt x="542251" y="2538435"/>
                </a:lnTo>
                <a:lnTo>
                  <a:pt x="542983" y="2538546"/>
                </a:lnTo>
                <a:lnTo>
                  <a:pt x="543681" y="2538700"/>
                </a:lnTo>
                <a:lnTo>
                  <a:pt x="544345" y="2538898"/>
                </a:lnTo>
                <a:lnTo>
                  <a:pt x="544975" y="2539140"/>
                </a:lnTo>
                <a:lnTo>
                  <a:pt x="545571" y="2539426"/>
                </a:lnTo>
                <a:lnTo>
                  <a:pt x="546132" y="2539756"/>
                </a:lnTo>
                <a:lnTo>
                  <a:pt x="546660" y="2540131"/>
                </a:lnTo>
                <a:lnTo>
                  <a:pt x="547154" y="2540549"/>
                </a:lnTo>
                <a:lnTo>
                  <a:pt x="547614" y="2541011"/>
                </a:lnTo>
                <a:lnTo>
                  <a:pt x="548039" y="2541517"/>
                </a:lnTo>
                <a:lnTo>
                  <a:pt x="548431" y="2542068"/>
                </a:lnTo>
                <a:lnTo>
                  <a:pt x="548788" y="2542662"/>
                </a:lnTo>
                <a:lnTo>
                  <a:pt x="549112" y="2543301"/>
                </a:lnTo>
                <a:lnTo>
                  <a:pt x="549401" y="2543983"/>
                </a:lnTo>
                <a:lnTo>
                  <a:pt x="549656" y="2544709"/>
                </a:lnTo>
                <a:lnTo>
                  <a:pt x="549878" y="2545480"/>
                </a:lnTo>
                <a:lnTo>
                  <a:pt x="550065" y="2546294"/>
                </a:lnTo>
                <a:lnTo>
                  <a:pt x="550218" y="2547153"/>
                </a:lnTo>
                <a:lnTo>
                  <a:pt x="550337" y="2548056"/>
                </a:lnTo>
                <a:lnTo>
                  <a:pt x="550422" y="2549002"/>
                </a:lnTo>
                <a:lnTo>
                  <a:pt x="550474" y="2549993"/>
                </a:lnTo>
                <a:lnTo>
                  <a:pt x="550491" y="2551027"/>
                </a:lnTo>
                <a:lnTo>
                  <a:pt x="550491" y="2613244"/>
                </a:lnTo>
                <a:lnTo>
                  <a:pt x="564861" y="2613244"/>
                </a:lnTo>
                <a:lnTo>
                  <a:pt x="564861" y="2551027"/>
                </a:lnTo>
                <a:lnTo>
                  <a:pt x="564867" y="2550566"/>
                </a:lnTo>
                <a:lnTo>
                  <a:pt x="564882" y="2550112"/>
                </a:lnTo>
                <a:lnTo>
                  <a:pt x="564909" y="2549664"/>
                </a:lnTo>
                <a:lnTo>
                  <a:pt x="564946" y="2549224"/>
                </a:lnTo>
                <a:lnTo>
                  <a:pt x="564993" y="2548791"/>
                </a:lnTo>
                <a:lnTo>
                  <a:pt x="565051" y="2548365"/>
                </a:lnTo>
                <a:lnTo>
                  <a:pt x="565120" y="2547945"/>
                </a:lnTo>
                <a:lnTo>
                  <a:pt x="565199" y="2547533"/>
                </a:lnTo>
                <a:lnTo>
                  <a:pt x="565289" y="2547128"/>
                </a:lnTo>
                <a:lnTo>
                  <a:pt x="565390" y="2546730"/>
                </a:lnTo>
                <a:lnTo>
                  <a:pt x="565501" y="2546339"/>
                </a:lnTo>
                <a:lnTo>
                  <a:pt x="565622" y="2545955"/>
                </a:lnTo>
                <a:lnTo>
                  <a:pt x="565754" y="2545579"/>
                </a:lnTo>
                <a:lnTo>
                  <a:pt x="565897" y="2545209"/>
                </a:lnTo>
                <a:lnTo>
                  <a:pt x="566050" y="2544846"/>
                </a:lnTo>
                <a:lnTo>
                  <a:pt x="566214" y="2544490"/>
                </a:lnTo>
                <a:lnTo>
                  <a:pt x="566388" y="2544141"/>
                </a:lnTo>
                <a:lnTo>
                  <a:pt x="566573" y="2543800"/>
                </a:lnTo>
                <a:lnTo>
                  <a:pt x="566769" y="2543465"/>
                </a:lnTo>
                <a:lnTo>
                  <a:pt x="566975" y="2543138"/>
                </a:lnTo>
                <a:lnTo>
                  <a:pt x="567191" y="2542817"/>
                </a:lnTo>
                <a:lnTo>
                  <a:pt x="567418" y="2542504"/>
                </a:lnTo>
                <a:lnTo>
                  <a:pt x="567656" y="2542197"/>
                </a:lnTo>
                <a:lnTo>
                  <a:pt x="567904" y="2541898"/>
                </a:lnTo>
                <a:lnTo>
                  <a:pt x="568161" y="2541608"/>
                </a:lnTo>
                <a:lnTo>
                  <a:pt x="568422" y="2541331"/>
                </a:lnTo>
                <a:lnTo>
                  <a:pt x="568689" y="2541066"/>
                </a:lnTo>
                <a:lnTo>
                  <a:pt x="568961" y="2540813"/>
                </a:lnTo>
                <a:lnTo>
                  <a:pt x="569239" y="2540573"/>
                </a:lnTo>
                <a:lnTo>
                  <a:pt x="569521" y="2540344"/>
                </a:lnTo>
                <a:lnTo>
                  <a:pt x="569809" y="2540129"/>
                </a:lnTo>
                <a:lnTo>
                  <a:pt x="570102" y="2539925"/>
                </a:lnTo>
                <a:lnTo>
                  <a:pt x="570401" y="2539734"/>
                </a:lnTo>
                <a:lnTo>
                  <a:pt x="570705" y="2539556"/>
                </a:lnTo>
                <a:lnTo>
                  <a:pt x="571014" y="2539389"/>
                </a:lnTo>
                <a:lnTo>
                  <a:pt x="571328" y="2539235"/>
                </a:lnTo>
                <a:lnTo>
                  <a:pt x="571648" y="2539093"/>
                </a:lnTo>
                <a:lnTo>
                  <a:pt x="571973" y="2538964"/>
                </a:lnTo>
                <a:lnTo>
                  <a:pt x="572303" y="2538847"/>
                </a:lnTo>
                <a:lnTo>
                  <a:pt x="572638" y="2538742"/>
                </a:lnTo>
                <a:lnTo>
                  <a:pt x="572979" y="2538649"/>
                </a:lnTo>
                <a:lnTo>
                  <a:pt x="573325" y="2538569"/>
                </a:lnTo>
                <a:lnTo>
                  <a:pt x="573676" y="2538502"/>
                </a:lnTo>
                <a:lnTo>
                  <a:pt x="574033" y="2538446"/>
                </a:lnTo>
                <a:lnTo>
                  <a:pt x="574395" y="2538403"/>
                </a:lnTo>
                <a:lnTo>
                  <a:pt x="574762" y="2538372"/>
                </a:lnTo>
                <a:lnTo>
                  <a:pt x="575135" y="2538354"/>
                </a:lnTo>
                <a:lnTo>
                  <a:pt x="575512" y="2538347"/>
                </a:lnTo>
                <a:lnTo>
                  <a:pt x="576285" y="2538369"/>
                </a:lnTo>
                <a:lnTo>
                  <a:pt x="577025" y="2538435"/>
                </a:lnTo>
                <a:lnTo>
                  <a:pt x="577731" y="2538546"/>
                </a:lnTo>
                <a:lnTo>
                  <a:pt x="578405" y="2538700"/>
                </a:lnTo>
                <a:lnTo>
                  <a:pt x="579046" y="2538898"/>
                </a:lnTo>
                <a:lnTo>
                  <a:pt x="579655" y="2539140"/>
                </a:lnTo>
                <a:lnTo>
                  <a:pt x="580230" y="2539426"/>
                </a:lnTo>
                <a:lnTo>
                  <a:pt x="580772" y="2539756"/>
                </a:lnTo>
                <a:lnTo>
                  <a:pt x="581282" y="2540131"/>
                </a:lnTo>
                <a:lnTo>
                  <a:pt x="581759" y="2540549"/>
                </a:lnTo>
                <a:lnTo>
                  <a:pt x="582202" y="2541011"/>
                </a:lnTo>
                <a:lnTo>
                  <a:pt x="582613" y="2541517"/>
                </a:lnTo>
                <a:lnTo>
                  <a:pt x="582991" y="2542068"/>
                </a:lnTo>
                <a:lnTo>
                  <a:pt x="583337" y="2542662"/>
                </a:lnTo>
                <a:lnTo>
                  <a:pt x="583649" y="2543301"/>
                </a:lnTo>
                <a:lnTo>
                  <a:pt x="583928" y="2543983"/>
                </a:lnTo>
                <a:lnTo>
                  <a:pt x="584175" y="2544709"/>
                </a:lnTo>
                <a:lnTo>
                  <a:pt x="584389" y="2545480"/>
                </a:lnTo>
                <a:lnTo>
                  <a:pt x="584569" y="2546294"/>
                </a:lnTo>
                <a:lnTo>
                  <a:pt x="584717" y="2547153"/>
                </a:lnTo>
                <a:lnTo>
                  <a:pt x="584832" y="2548056"/>
                </a:lnTo>
                <a:lnTo>
                  <a:pt x="584915" y="2549002"/>
                </a:lnTo>
                <a:lnTo>
                  <a:pt x="584964" y="2549993"/>
                </a:lnTo>
                <a:lnTo>
                  <a:pt x="584980" y="2551027"/>
                </a:lnTo>
                <a:lnTo>
                  <a:pt x="584980" y="2613244"/>
                </a:lnTo>
                <a:lnTo>
                  <a:pt x="599520" y="2613244"/>
                </a:lnTo>
                <a:lnTo>
                  <a:pt x="599520" y="2547984"/>
                </a:lnTo>
                <a:lnTo>
                  <a:pt x="599511" y="2547077"/>
                </a:lnTo>
                <a:lnTo>
                  <a:pt x="599485" y="2546188"/>
                </a:lnTo>
                <a:lnTo>
                  <a:pt x="599441" y="2545316"/>
                </a:lnTo>
                <a:lnTo>
                  <a:pt x="599379" y="2544462"/>
                </a:lnTo>
                <a:lnTo>
                  <a:pt x="599300" y="2543625"/>
                </a:lnTo>
                <a:lnTo>
                  <a:pt x="599203" y="2542806"/>
                </a:lnTo>
                <a:lnTo>
                  <a:pt x="599089" y="2542005"/>
                </a:lnTo>
                <a:lnTo>
                  <a:pt x="598957" y="2541221"/>
                </a:lnTo>
                <a:lnTo>
                  <a:pt x="598807" y="2540455"/>
                </a:lnTo>
                <a:lnTo>
                  <a:pt x="598640" y="2539707"/>
                </a:lnTo>
                <a:lnTo>
                  <a:pt x="598455" y="2538976"/>
                </a:lnTo>
                <a:lnTo>
                  <a:pt x="598252" y="2538263"/>
                </a:lnTo>
                <a:lnTo>
                  <a:pt x="598032" y="2537567"/>
                </a:lnTo>
                <a:lnTo>
                  <a:pt x="597794" y="2536889"/>
                </a:lnTo>
                <a:lnTo>
                  <a:pt x="597539" y="2536229"/>
                </a:lnTo>
                <a:lnTo>
                  <a:pt x="597266" y="2535586"/>
                </a:lnTo>
                <a:lnTo>
                  <a:pt x="596975" y="2534961"/>
                </a:lnTo>
                <a:lnTo>
                  <a:pt x="596667" y="2534353"/>
                </a:lnTo>
                <a:lnTo>
                  <a:pt x="596341" y="2533763"/>
                </a:lnTo>
                <a:lnTo>
                  <a:pt x="595998" y="2533191"/>
                </a:lnTo>
                <a:lnTo>
                  <a:pt x="595637" y="2532636"/>
                </a:lnTo>
                <a:lnTo>
                  <a:pt x="595258" y="2532099"/>
                </a:lnTo>
                <a:lnTo>
                  <a:pt x="594862" y="2531579"/>
                </a:lnTo>
                <a:lnTo>
                  <a:pt x="594448" y="2531077"/>
                </a:lnTo>
                <a:lnTo>
                  <a:pt x="594032" y="2530595"/>
                </a:lnTo>
                <a:lnTo>
                  <a:pt x="593600" y="2530132"/>
                </a:lnTo>
                <a:lnTo>
                  <a:pt x="593154" y="2529691"/>
                </a:lnTo>
                <a:lnTo>
                  <a:pt x="592692" y="2529269"/>
                </a:lnTo>
                <a:lnTo>
                  <a:pt x="592214" y="2528869"/>
                </a:lnTo>
                <a:lnTo>
                  <a:pt x="591722" y="2528489"/>
                </a:lnTo>
                <a:lnTo>
                  <a:pt x="591214" y="2528129"/>
                </a:lnTo>
                <a:lnTo>
                  <a:pt x="590691" y="2527790"/>
                </a:lnTo>
                <a:lnTo>
                  <a:pt x="590153" y="2527472"/>
                </a:lnTo>
                <a:lnTo>
                  <a:pt x="589599" y="2527174"/>
                </a:lnTo>
                <a:lnTo>
                  <a:pt x="589030" y="2526896"/>
                </a:lnTo>
                <a:lnTo>
                  <a:pt x="588446" y="2526639"/>
                </a:lnTo>
                <a:lnTo>
                  <a:pt x="587847" y="2526403"/>
                </a:lnTo>
                <a:lnTo>
                  <a:pt x="587232" y="2526187"/>
                </a:lnTo>
                <a:lnTo>
                  <a:pt x="586602" y="2525992"/>
                </a:lnTo>
                <a:lnTo>
                  <a:pt x="585957" y="2525818"/>
                </a:lnTo>
                <a:lnTo>
                  <a:pt x="585297" y="2525664"/>
                </a:lnTo>
                <a:lnTo>
                  <a:pt x="584621" y="2525530"/>
                </a:lnTo>
                <a:lnTo>
                  <a:pt x="583930" y="2525417"/>
                </a:lnTo>
                <a:lnTo>
                  <a:pt x="583224" y="2525325"/>
                </a:lnTo>
                <a:lnTo>
                  <a:pt x="582502" y="2525253"/>
                </a:lnTo>
                <a:lnTo>
                  <a:pt x="581766" y="2525201"/>
                </a:lnTo>
                <a:lnTo>
                  <a:pt x="581014" y="2525171"/>
                </a:lnTo>
                <a:lnTo>
                  <a:pt x="580246" y="2525160"/>
                </a:lnTo>
                <a:lnTo>
                  <a:pt x="579700" y="2525166"/>
                </a:lnTo>
                <a:lnTo>
                  <a:pt x="579162" y="2525181"/>
                </a:lnTo>
                <a:lnTo>
                  <a:pt x="578630" y="2525208"/>
                </a:lnTo>
                <a:lnTo>
                  <a:pt x="578105" y="2525245"/>
                </a:lnTo>
                <a:lnTo>
                  <a:pt x="577587" y="2525292"/>
                </a:lnTo>
                <a:lnTo>
                  <a:pt x="577076" y="2525350"/>
                </a:lnTo>
                <a:lnTo>
                  <a:pt x="576573" y="2525419"/>
                </a:lnTo>
                <a:lnTo>
                  <a:pt x="576076" y="2525498"/>
                </a:lnTo>
                <a:lnTo>
                  <a:pt x="575586" y="2525588"/>
                </a:lnTo>
                <a:lnTo>
                  <a:pt x="575104" y="2525689"/>
                </a:lnTo>
                <a:lnTo>
                  <a:pt x="574628" y="2525799"/>
                </a:lnTo>
                <a:lnTo>
                  <a:pt x="574160" y="2525921"/>
                </a:lnTo>
                <a:lnTo>
                  <a:pt x="573699" y="2526053"/>
                </a:lnTo>
                <a:lnTo>
                  <a:pt x="573244" y="2526196"/>
                </a:lnTo>
                <a:lnTo>
                  <a:pt x="572797" y="2526349"/>
                </a:lnTo>
                <a:lnTo>
                  <a:pt x="572357" y="2526513"/>
                </a:lnTo>
                <a:lnTo>
                  <a:pt x="571923" y="2526687"/>
                </a:lnTo>
                <a:lnTo>
                  <a:pt x="571497" y="2526872"/>
                </a:lnTo>
                <a:lnTo>
                  <a:pt x="571078" y="2527067"/>
                </a:lnTo>
                <a:lnTo>
                  <a:pt x="570666" y="2527273"/>
                </a:lnTo>
                <a:lnTo>
                  <a:pt x="570261" y="2527490"/>
                </a:lnTo>
                <a:lnTo>
                  <a:pt x="569863" y="2527717"/>
                </a:lnTo>
                <a:lnTo>
                  <a:pt x="569472" y="2527955"/>
                </a:lnTo>
                <a:lnTo>
                  <a:pt x="569088" y="2528203"/>
                </a:lnTo>
                <a:lnTo>
                  <a:pt x="568724" y="2528462"/>
                </a:lnTo>
                <a:lnTo>
                  <a:pt x="568365" y="2528730"/>
                </a:lnTo>
                <a:lnTo>
                  <a:pt x="568010" y="2529009"/>
                </a:lnTo>
                <a:lnTo>
                  <a:pt x="567660" y="2529298"/>
                </a:lnTo>
                <a:lnTo>
                  <a:pt x="567315" y="2529596"/>
                </a:lnTo>
                <a:lnTo>
                  <a:pt x="566975" y="2529905"/>
                </a:lnTo>
                <a:lnTo>
                  <a:pt x="566639" y="2530223"/>
                </a:lnTo>
                <a:lnTo>
                  <a:pt x="566308" y="2530551"/>
                </a:lnTo>
                <a:lnTo>
                  <a:pt x="565981" y="2530890"/>
                </a:lnTo>
                <a:lnTo>
                  <a:pt x="565660" y="2531238"/>
                </a:lnTo>
                <a:lnTo>
                  <a:pt x="565343" y="2531597"/>
                </a:lnTo>
                <a:lnTo>
                  <a:pt x="565030" y="2531965"/>
                </a:lnTo>
                <a:lnTo>
                  <a:pt x="564723" y="2532343"/>
                </a:lnTo>
                <a:lnTo>
                  <a:pt x="564420" y="2532732"/>
                </a:lnTo>
                <a:lnTo>
                  <a:pt x="564122" y="2533130"/>
                </a:lnTo>
                <a:lnTo>
                  <a:pt x="563828" y="2533538"/>
                </a:lnTo>
                <a:lnTo>
                  <a:pt x="563539" y="2533957"/>
                </a:lnTo>
                <a:lnTo>
                  <a:pt x="563255" y="2534385"/>
                </a:lnTo>
                <a:lnTo>
                  <a:pt x="562976" y="2534823"/>
                </a:lnTo>
                <a:lnTo>
                  <a:pt x="562701" y="2535271"/>
                </a:lnTo>
                <a:lnTo>
                  <a:pt x="562431" y="2535730"/>
                </a:lnTo>
                <a:lnTo>
                  <a:pt x="562166" y="2536198"/>
                </a:lnTo>
                <a:lnTo>
                  <a:pt x="561905" y="2536676"/>
                </a:lnTo>
                <a:lnTo>
                  <a:pt x="561649" y="2537164"/>
                </a:lnTo>
                <a:lnTo>
                  <a:pt x="561462" y="2536676"/>
                </a:lnTo>
                <a:lnTo>
                  <a:pt x="561266" y="2536198"/>
                </a:lnTo>
                <a:lnTo>
                  <a:pt x="561063" y="2535730"/>
                </a:lnTo>
                <a:lnTo>
                  <a:pt x="560851" y="2535271"/>
                </a:lnTo>
                <a:lnTo>
                  <a:pt x="560630" y="2534823"/>
                </a:lnTo>
                <a:lnTo>
                  <a:pt x="560402" y="2534385"/>
                </a:lnTo>
                <a:lnTo>
                  <a:pt x="560166" y="2533957"/>
                </a:lnTo>
                <a:lnTo>
                  <a:pt x="559921" y="2533538"/>
                </a:lnTo>
                <a:lnTo>
                  <a:pt x="559668" y="2533130"/>
                </a:lnTo>
                <a:lnTo>
                  <a:pt x="559406" y="2532732"/>
                </a:lnTo>
                <a:lnTo>
                  <a:pt x="559137" y="2532343"/>
                </a:lnTo>
                <a:lnTo>
                  <a:pt x="558859" y="2531965"/>
                </a:lnTo>
                <a:lnTo>
                  <a:pt x="558573" y="2531597"/>
                </a:lnTo>
                <a:lnTo>
                  <a:pt x="558279" y="2531238"/>
                </a:lnTo>
                <a:lnTo>
                  <a:pt x="557977" y="2530890"/>
                </a:lnTo>
                <a:lnTo>
                  <a:pt x="557667" y="2530551"/>
                </a:lnTo>
                <a:lnTo>
                  <a:pt x="557348" y="2530223"/>
                </a:lnTo>
                <a:lnTo>
                  <a:pt x="557021" y="2529905"/>
                </a:lnTo>
                <a:lnTo>
                  <a:pt x="556686" y="2529596"/>
                </a:lnTo>
                <a:lnTo>
                  <a:pt x="556342" y="2529298"/>
                </a:lnTo>
                <a:lnTo>
                  <a:pt x="555991" y="2529009"/>
                </a:lnTo>
                <a:lnTo>
                  <a:pt x="555631" y="2528730"/>
                </a:lnTo>
                <a:lnTo>
                  <a:pt x="555263" y="2528462"/>
                </a:lnTo>
                <a:lnTo>
                  <a:pt x="554886" y="2528203"/>
                </a:lnTo>
                <a:lnTo>
                  <a:pt x="554518" y="2527955"/>
                </a:lnTo>
                <a:lnTo>
                  <a:pt x="554144" y="2527717"/>
                </a:lnTo>
                <a:lnTo>
                  <a:pt x="553766" y="2527490"/>
                </a:lnTo>
                <a:lnTo>
                  <a:pt x="553384" y="2527273"/>
                </a:lnTo>
                <a:lnTo>
                  <a:pt x="552996" y="2527067"/>
                </a:lnTo>
                <a:lnTo>
                  <a:pt x="552604" y="2526872"/>
                </a:lnTo>
                <a:lnTo>
                  <a:pt x="552207" y="2526687"/>
                </a:lnTo>
                <a:lnTo>
                  <a:pt x="551806" y="2526513"/>
                </a:lnTo>
                <a:lnTo>
                  <a:pt x="551399" y="2526349"/>
                </a:lnTo>
                <a:lnTo>
                  <a:pt x="550988" y="2526196"/>
                </a:lnTo>
                <a:lnTo>
                  <a:pt x="550573" y="2526053"/>
                </a:lnTo>
                <a:lnTo>
                  <a:pt x="550152" y="2525921"/>
                </a:lnTo>
                <a:lnTo>
                  <a:pt x="549727" y="2525799"/>
                </a:lnTo>
                <a:lnTo>
                  <a:pt x="549298" y="2525689"/>
                </a:lnTo>
                <a:lnTo>
                  <a:pt x="548863" y="2525588"/>
                </a:lnTo>
                <a:lnTo>
                  <a:pt x="548424" y="2525498"/>
                </a:lnTo>
                <a:lnTo>
                  <a:pt x="547980" y="2525419"/>
                </a:lnTo>
                <a:lnTo>
                  <a:pt x="547532" y="2525350"/>
                </a:lnTo>
                <a:lnTo>
                  <a:pt x="547079" y="2525292"/>
                </a:lnTo>
                <a:lnTo>
                  <a:pt x="546621" y="2525245"/>
                </a:lnTo>
                <a:lnTo>
                  <a:pt x="546158" y="2525208"/>
                </a:lnTo>
                <a:lnTo>
                  <a:pt x="545691" y="2525181"/>
                </a:lnTo>
                <a:lnTo>
                  <a:pt x="545219" y="2525166"/>
                </a:lnTo>
                <a:lnTo>
                  <a:pt x="544742" y="2525160"/>
                </a:lnTo>
                <a:lnTo>
                  <a:pt x="544293" y="2525165"/>
                </a:lnTo>
                <a:lnTo>
                  <a:pt x="543845" y="2525180"/>
                </a:lnTo>
                <a:lnTo>
                  <a:pt x="543400" y="2525205"/>
                </a:lnTo>
                <a:lnTo>
                  <a:pt x="542958" y="2525240"/>
                </a:lnTo>
                <a:lnTo>
                  <a:pt x="542517" y="2525285"/>
                </a:lnTo>
                <a:lnTo>
                  <a:pt x="542079" y="2525340"/>
                </a:lnTo>
                <a:lnTo>
                  <a:pt x="541644" y="2525405"/>
                </a:lnTo>
                <a:lnTo>
                  <a:pt x="541211" y="2525480"/>
                </a:lnTo>
                <a:lnTo>
                  <a:pt x="540780" y="2525564"/>
                </a:lnTo>
                <a:lnTo>
                  <a:pt x="540351" y="2525659"/>
                </a:lnTo>
                <a:lnTo>
                  <a:pt x="539925" y="2525764"/>
                </a:lnTo>
                <a:lnTo>
                  <a:pt x="539501" y="2525879"/>
                </a:lnTo>
                <a:lnTo>
                  <a:pt x="539080" y="2526004"/>
                </a:lnTo>
                <a:lnTo>
                  <a:pt x="538661" y="2526138"/>
                </a:lnTo>
                <a:lnTo>
                  <a:pt x="538244" y="2526283"/>
                </a:lnTo>
                <a:lnTo>
                  <a:pt x="537829" y="2526438"/>
                </a:lnTo>
                <a:lnTo>
                  <a:pt x="537417" y="2526602"/>
                </a:lnTo>
                <a:lnTo>
                  <a:pt x="537007" y="2526777"/>
                </a:lnTo>
                <a:lnTo>
                  <a:pt x="536600" y="2526962"/>
                </a:lnTo>
                <a:lnTo>
                  <a:pt x="536195" y="2527156"/>
                </a:lnTo>
                <a:lnTo>
                  <a:pt x="535792" y="2527361"/>
                </a:lnTo>
                <a:lnTo>
                  <a:pt x="535392" y="2527575"/>
                </a:lnTo>
                <a:lnTo>
                  <a:pt x="534994" y="2527800"/>
                </a:lnTo>
                <a:lnTo>
                  <a:pt x="534598" y="2528034"/>
                </a:lnTo>
                <a:lnTo>
                  <a:pt x="534221" y="2528279"/>
                </a:lnTo>
                <a:lnTo>
                  <a:pt x="533851" y="2528532"/>
                </a:lnTo>
                <a:lnTo>
                  <a:pt x="533489" y="2528795"/>
                </a:lnTo>
                <a:lnTo>
                  <a:pt x="533133" y="2529068"/>
                </a:lnTo>
                <a:lnTo>
                  <a:pt x="532784" y="2529349"/>
                </a:lnTo>
                <a:lnTo>
                  <a:pt x="532443" y="2529640"/>
                </a:lnTo>
                <a:lnTo>
                  <a:pt x="532108" y="2529941"/>
                </a:lnTo>
                <a:lnTo>
                  <a:pt x="531780" y="2530251"/>
                </a:lnTo>
                <a:lnTo>
                  <a:pt x="531460" y="2530570"/>
                </a:lnTo>
                <a:lnTo>
                  <a:pt x="531146" y="2530899"/>
                </a:lnTo>
                <a:lnTo>
                  <a:pt x="530840" y="2531237"/>
                </a:lnTo>
                <a:lnTo>
                  <a:pt x="530541" y="2531585"/>
                </a:lnTo>
                <a:lnTo>
                  <a:pt x="530248" y="2531942"/>
                </a:lnTo>
                <a:lnTo>
                  <a:pt x="529963" y="2532308"/>
                </a:lnTo>
                <a:lnTo>
                  <a:pt x="529685" y="2532684"/>
                </a:lnTo>
                <a:lnTo>
                  <a:pt x="529413" y="2533069"/>
                </a:lnTo>
                <a:lnTo>
                  <a:pt x="529149" y="2533463"/>
                </a:lnTo>
                <a:lnTo>
                  <a:pt x="528892" y="2533867"/>
                </a:lnTo>
                <a:lnTo>
                  <a:pt x="528642" y="2534280"/>
                </a:lnTo>
                <a:lnTo>
                  <a:pt x="528399" y="2534703"/>
                </a:lnTo>
                <a:lnTo>
                  <a:pt x="528163" y="2535135"/>
                </a:lnTo>
                <a:lnTo>
                  <a:pt x="527934" y="2535576"/>
                </a:lnTo>
                <a:lnTo>
                  <a:pt x="527712" y="2536027"/>
                </a:lnTo>
                <a:lnTo>
                  <a:pt x="527497" y="2536488"/>
                </a:lnTo>
                <a:lnTo>
                  <a:pt x="525807" y="2526851"/>
                </a:lnTo>
                <a:lnTo>
                  <a:pt x="515832" y="2526851"/>
                </a:lnTo>
                <a:lnTo>
                  <a:pt x="515832" y="2613244"/>
                </a:lnTo>
                <a:lnTo>
                  <a:pt x="530203" y="2613244"/>
                </a:lnTo>
                <a:lnTo>
                  <a:pt x="530203" y="2551027"/>
                </a:lnTo>
                <a:lnTo>
                  <a:pt x="530208" y="2550566"/>
                </a:lnTo>
                <a:lnTo>
                  <a:pt x="530222" y="2550112"/>
                </a:lnTo>
                <a:lnTo>
                  <a:pt x="530247" y="2549664"/>
                </a:lnTo>
                <a:lnTo>
                  <a:pt x="530282" y="2549224"/>
                </a:lnTo>
                <a:lnTo>
                  <a:pt x="530327" y="2548791"/>
                </a:lnTo>
                <a:lnTo>
                  <a:pt x="530382" y="2548365"/>
                </a:lnTo>
                <a:lnTo>
                  <a:pt x="530447" y="2547945"/>
                </a:lnTo>
                <a:close/>
                <a:moveTo>
                  <a:pt x="335728" y="2559079"/>
                </a:moveTo>
                <a:lnTo>
                  <a:pt x="335785" y="2558526"/>
                </a:lnTo>
                <a:lnTo>
                  <a:pt x="335851" y="2557978"/>
                </a:lnTo>
                <a:lnTo>
                  <a:pt x="335926" y="2557436"/>
                </a:lnTo>
                <a:lnTo>
                  <a:pt x="336010" y="2556900"/>
                </a:lnTo>
                <a:lnTo>
                  <a:pt x="336102" y="2556370"/>
                </a:lnTo>
                <a:lnTo>
                  <a:pt x="336203" y="2555846"/>
                </a:lnTo>
                <a:lnTo>
                  <a:pt x="336313" y="2555328"/>
                </a:lnTo>
                <a:lnTo>
                  <a:pt x="336432" y="2554815"/>
                </a:lnTo>
                <a:lnTo>
                  <a:pt x="336560" y="2554308"/>
                </a:lnTo>
                <a:lnTo>
                  <a:pt x="336696" y="2553808"/>
                </a:lnTo>
                <a:lnTo>
                  <a:pt x="336842" y="2553313"/>
                </a:lnTo>
                <a:lnTo>
                  <a:pt x="336996" y="2552824"/>
                </a:lnTo>
                <a:lnTo>
                  <a:pt x="337159" y="2552341"/>
                </a:lnTo>
                <a:lnTo>
                  <a:pt x="337330" y="2551863"/>
                </a:lnTo>
                <a:lnTo>
                  <a:pt x="337511" y="2551392"/>
                </a:lnTo>
                <a:lnTo>
                  <a:pt x="337700" y="2550927"/>
                </a:lnTo>
                <a:lnTo>
                  <a:pt x="337898" y="2550467"/>
                </a:lnTo>
                <a:lnTo>
                  <a:pt x="338105" y="2550013"/>
                </a:lnTo>
                <a:lnTo>
                  <a:pt x="338320" y="2549553"/>
                </a:lnTo>
                <a:lnTo>
                  <a:pt x="338542" y="2549101"/>
                </a:lnTo>
                <a:lnTo>
                  <a:pt x="338771" y="2548658"/>
                </a:lnTo>
                <a:lnTo>
                  <a:pt x="339007" y="2548224"/>
                </a:lnTo>
                <a:lnTo>
                  <a:pt x="339250" y="2547798"/>
                </a:lnTo>
                <a:lnTo>
                  <a:pt x="339500" y="2547382"/>
                </a:lnTo>
                <a:lnTo>
                  <a:pt x="339757" y="2546974"/>
                </a:lnTo>
                <a:lnTo>
                  <a:pt x="340021" y="2546575"/>
                </a:lnTo>
                <a:lnTo>
                  <a:pt x="340293" y="2546185"/>
                </a:lnTo>
                <a:lnTo>
                  <a:pt x="340571" y="2545804"/>
                </a:lnTo>
                <a:lnTo>
                  <a:pt x="340856" y="2545431"/>
                </a:lnTo>
                <a:lnTo>
                  <a:pt x="341148" y="2545068"/>
                </a:lnTo>
                <a:lnTo>
                  <a:pt x="341448" y="2544713"/>
                </a:lnTo>
                <a:lnTo>
                  <a:pt x="341754" y="2544367"/>
                </a:lnTo>
                <a:lnTo>
                  <a:pt x="342068" y="2544030"/>
                </a:lnTo>
                <a:lnTo>
                  <a:pt x="342388" y="2543701"/>
                </a:lnTo>
                <a:lnTo>
                  <a:pt x="342716" y="2543381"/>
                </a:lnTo>
                <a:lnTo>
                  <a:pt x="343050" y="2543071"/>
                </a:lnTo>
                <a:lnTo>
                  <a:pt x="343392" y="2542769"/>
                </a:lnTo>
                <a:lnTo>
                  <a:pt x="343741" y="2542475"/>
                </a:lnTo>
                <a:lnTo>
                  <a:pt x="344097" y="2542191"/>
                </a:lnTo>
                <a:lnTo>
                  <a:pt x="344459" y="2541915"/>
                </a:lnTo>
                <a:lnTo>
                  <a:pt x="344829" y="2541648"/>
                </a:lnTo>
                <a:lnTo>
                  <a:pt x="345206" y="2541390"/>
                </a:lnTo>
                <a:lnTo>
                  <a:pt x="345589" y="2541128"/>
                </a:lnTo>
                <a:lnTo>
                  <a:pt x="345979" y="2540877"/>
                </a:lnTo>
                <a:lnTo>
                  <a:pt x="346374" y="2540638"/>
                </a:lnTo>
                <a:lnTo>
                  <a:pt x="346775" y="2540409"/>
                </a:lnTo>
                <a:lnTo>
                  <a:pt x="347181" y="2540191"/>
                </a:lnTo>
                <a:lnTo>
                  <a:pt x="347594" y="2539985"/>
                </a:lnTo>
                <a:lnTo>
                  <a:pt x="348013" y="2539790"/>
                </a:lnTo>
                <a:lnTo>
                  <a:pt x="348437" y="2539606"/>
                </a:lnTo>
                <a:lnTo>
                  <a:pt x="348867" y="2539433"/>
                </a:lnTo>
                <a:lnTo>
                  <a:pt x="349304" y="2539271"/>
                </a:lnTo>
                <a:lnTo>
                  <a:pt x="349746" y="2539121"/>
                </a:lnTo>
                <a:lnTo>
                  <a:pt x="350194" y="2538981"/>
                </a:lnTo>
                <a:lnTo>
                  <a:pt x="350647" y="2538853"/>
                </a:lnTo>
                <a:lnTo>
                  <a:pt x="351107" y="2538736"/>
                </a:lnTo>
                <a:lnTo>
                  <a:pt x="351573" y="2538630"/>
                </a:lnTo>
                <a:lnTo>
                  <a:pt x="352044" y="2538535"/>
                </a:lnTo>
                <a:lnTo>
                  <a:pt x="352521" y="2538452"/>
                </a:lnTo>
                <a:lnTo>
                  <a:pt x="353004" y="2538379"/>
                </a:lnTo>
                <a:lnTo>
                  <a:pt x="353493" y="2538318"/>
                </a:lnTo>
                <a:lnTo>
                  <a:pt x="353988" y="2538267"/>
                </a:lnTo>
                <a:lnTo>
                  <a:pt x="354489" y="2538228"/>
                </a:lnTo>
                <a:lnTo>
                  <a:pt x="354996" y="2538201"/>
                </a:lnTo>
                <a:lnTo>
                  <a:pt x="355508" y="2538184"/>
                </a:lnTo>
                <a:lnTo>
                  <a:pt x="356026" y="2538178"/>
                </a:lnTo>
                <a:lnTo>
                  <a:pt x="356766" y="2538188"/>
                </a:lnTo>
                <a:lnTo>
                  <a:pt x="357492" y="2538217"/>
                </a:lnTo>
                <a:lnTo>
                  <a:pt x="358203" y="2538265"/>
                </a:lnTo>
                <a:lnTo>
                  <a:pt x="358900" y="2538333"/>
                </a:lnTo>
                <a:lnTo>
                  <a:pt x="359584" y="2538420"/>
                </a:lnTo>
                <a:lnTo>
                  <a:pt x="360253" y="2538527"/>
                </a:lnTo>
                <a:lnTo>
                  <a:pt x="360908" y="2538653"/>
                </a:lnTo>
                <a:lnTo>
                  <a:pt x="361549" y="2538798"/>
                </a:lnTo>
                <a:lnTo>
                  <a:pt x="362176" y="2538963"/>
                </a:lnTo>
                <a:lnTo>
                  <a:pt x="362789" y="2539147"/>
                </a:lnTo>
                <a:lnTo>
                  <a:pt x="363388" y="2539350"/>
                </a:lnTo>
                <a:lnTo>
                  <a:pt x="363973" y="2539573"/>
                </a:lnTo>
                <a:lnTo>
                  <a:pt x="364543" y="2539815"/>
                </a:lnTo>
                <a:lnTo>
                  <a:pt x="365100" y="2540077"/>
                </a:lnTo>
                <a:lnTo>
                  <a:pt x="365642" y="2540358"/>
                </a:lnTo>
                <a:lnTo>
                  <a:pt x="366170" y="2540658"/>
                </a:lnTo>
                <a:lnTo>
                  <a:pt x="366685" y="2540978"/>
                </a:lnTo>
                <a:lnTo>
                  <a:pt x="367185" y="2541317"/>
                </a:lnTo>
                <a:lnTo>
                  <a:pt x="367671" y="2541675"/>
                </a:lnTo>
                <a:lnTo>
                  <a:pt x="368143" y="2542053"/>
                </a:lnTo>
                <a:lnTo>
                  <a:pt x="368601" y="2542450"/>
                </a:lnTo>
                <a:lnTo>
                  <a:pt x="369045" y="2542866"/>
                </a:lnTo>
                <a:lnTo>
                  <a:pt x="369474" y="2543302"/>
                </a:lnTo>
                <a:lnTo>
                  <a:pt x="369890" y="2543758"/>
                </a:lnTo>
                <a:lnTo>
                  <a:pt x="370304" y="2544234"/>
                </a:lnTo>
                <a:lnTo>
                  <a:pt x="370700" y="2544733"/>
                </a:lnTo>
                <a:lnTo>
                  <a:pt x="371079" y="2545255"/>
                </a:lnTo>
                <a:lnTo>
                  <a:pt x="371440" y="2545800"/>
                </a:lnTo>
                <a:lnTo>
                  <a:pt x="371783" y="2546368"/>
                </a:lnTo>
                <a:lnTo>
                  <a:pt x="372109" y="2546959"/>
                </a:lnTo>
                <a:lnTo>
                  <a:pt x="372417" y="2547573"/>
                </a:lnTo>
                <a:lnTo>
                  <a:pt x="372708" y="2548210"/>
                </a:lnTo>
                <a:lnTo>
                  <a:pt x="372981" y="2548869"/>
                </a:lnTo>
                <a:lnTo>
                  <a:pt x="373236" y="2549552"/>
                </a:lnTo>
                <a:lnTo>
                  <a:pt x="373474" y="2550257"/>
                </a:lnTo>
                <a:lnTo>
                  <a:pt x="373694" y="2550985"/>
                </a:lnTo>
                <a:lnTo>
                  <a:pt x="373896" y="2551736"/>
                </a:lnTo>
                <a:lnTo>
                  <a:pt x="374081" y="2552510"/>
                </a:lnTo>
                <a:lnTo>
                  <a:pt x="374249" y="2553307"/>
                </a:lnTo>
                <a:lnTo>
                  <a:pt x="374398" y="2554127"/>
                </a:lnTo>
                <a:lnTo>
                  <a:pt x="374530" y="2554970"/>
                </a:lnTo>
                <a:lnTo>
                  <a:pt x="374645" y="2555835"/>
                </a:lnTo>
                <a:lnTo>
                  <a:pt x="374742" y="2556724"/>
                </a:lnTo>
                <a:lnTo>
                  <a:pt x="374821" y="2557635"/>
                </a:lnTo>
                <a:lnTo>
                  <a:pt x="374883" y="2558569"/>
                </a:lnTo>
                <a:lnTo>
                  <a:pt x="374927" y="2559527"/>
                </a:lnTo>
                <a:lnTo>
                  <a:pt x="374953" y="2560507"/>
                </a:lnTo>
                <a:lnTo>
                  <a:pt x="374962" y="2561510"/>
                </a:lnTo>
                <a:lnTo>
                  <a:pt x="374962" y="2613244"/>
                </a:lnTo>
                <a:lnTo>
                  <a:pt x="391869" y="2613244"/>
                </a:lnTo>
                <a:lnTo>
                  <a:pt x="391869" y="2556607"/>
                </a:lnTo>
                <a:lnTo>
                  <a:pt x="391854" y="2555324"/>
                </a:lnTo>
                <a:lnTo>
                  <a:pt x="391810" y="2554067"/>
                </a:lnTo>
                <a:lnTo>
                  <a:pt x="391737" y="2552837"/>
                </a:lnTo>
                <a:lnTo>
                  <a:pt x="391634" y="2551633"/>
                </a:lnTo>
                <a:lnTo>
                  <a:pt x="391502" y="2550456"/>
                </a:lnTo>
                <a:lnTo>
                  <a:pt x="391340" y="2549305"/>
                </a:lnTo>
                <a:lnTo>
                  <a:pt x="391149" y="2548181"/>
                </a:lnTo>
                <a:lnTo>
                  <a:pt x="390929" y="2547083"/>
                </a:lnTo>
                <a:lnTo>
                  <a:pt x="390680" y="2546011"/>
                </a:lnTo>
                <a:lnTo>
                  <a:pt x="390401" y="2544966"/>
                </a:lnTo>
                <a:lnTo>
                  <a:pt x="390093" y="2543947"/>
                </a:lnTo>
                <a:lnTo>
                  <a:pt x="389755" y="2542954"/>
                </a:lnTo>
                <a:lnTo>
                  <a:pt x="389388" y="2541988"/>
                </a:lnTo>
                <a:lnTo>
                  <a:pt x="388992" y="2541049"/>
                </a:lnTo>
                <a:lnTo>
                  <a:pt x="388567" y="2540136"/>
                </a:lnTo>
                <a:lnTo>
                  <a:pt x="388112" y="2539249"/>
                </a:lnTo>
                <a:lnTo>
                  <a:pt x="387627" y="2538389"/>
                </a:lnTo>
                <a:lnTo>
                  <a:pt x="387114" y="2537555"/>
                </a:lnTo>
                <a:lnTo>
                  <a:pt x="386571" y="2536747"/>
                </a:lnTo>
                <a:lnTo>
                  <a:pt x="385998" y="2535966"/>
                </a:lnTo>
                <a:lnTo>
                  <a:pt x="385396" y="2535212"/>
                </a:lnTo>
                <a:lnTo>
                  <a:pt x="384765" y="2534483"/>
                </a:lnTo>
                <a:lnTo>
                  <a:pt x="384105" y="2533782"/>
                </a:lnTo>
                <a:lnTo>
                  <a:pt x="383415" y="2533106"/>
                </a:lnTo>
                <a:lnTo>
                  <a:pt x="382701" y="2532458"/>
                </a:lnTo>
                <a:lnTo>
                  <a:pt x="381966" y="2531837"/>
                </a:lnTo>
                <a:lnTo>
                  <a:pt x="381212" y="2531244"/>
                </a:lnTo>
                <a:lnTo>
                  <a:pt x="380438" y="2530678"/>
                </a:lnTo>
                <a:lnTo>
                  <a:pt x="379644" y="2530140"/>
                </a:lnTo>
                <a:lnTo>
                  <a:pt x="378829" y="2529630"/>
                </a:lnTo>
                <a:lnTo>
                  <a:pt x="377995" y="2529147"/>
                </a:lnTo>
                <a:lnTo>
                  <a:pt x="377141" y="2528692"/>
                </a:lnTo>
                <a:lnTo>
                  <a:pt x="376267" y="2528264"/>
                </a:lnTo>
                <a:lnTo>
                  <a:pt x="375373" y="2527864"/>
                </a:lnTo>
                <a:lnTo>
                  <a:pt x="374459" y="2527492"/>
                </a:lnTo>
                <a:lnTo>
                  <a:pt x="373525" y="2527147"/>
                </a:lnTo>
                <a:lnTo>
                  <a:pt x="372571" y="2526829"/>
                </a:lnTo>
                <a:lnTo>
                  <a:pt x="371597" y="2526540"/>
                </a:lnTo>
                <a:lnTo>
                  <a:pt x="370603" y="2526278"/>
                </a:lnTo>
                <a:lnTo>
                  <a:pt x="369589" y="2526043"/>
                </a:lnTo>
                <a:lnTo>
                  <a:pt x="368556" y="2525836"/>
                </a:lnTo>
                <a:lnTo>
                  <a:pt x="367502" y="2525657"/>
                </a:lnTo>
                <a:lnTo>
                  <a:pt x="366428" y="2525505"/>
                </a:lnTo>
                <a:lnTo>
                  <a:pt x="365334" y="2525381"/>
                </a:lnTo>
                <a:lnTo>
                  <a:pt x="364221" y="2525284"/>
                </a:lnTo>
                <a:lnTo>
                  <a:pt x="363087" y="2525215"/>
                </a:lnTo>
                <a:lnTo>
                  <a:pt x="361934" y="2525174"/>
                </a:lnTo>
                <a:lnTo>
                  <a:pt x="360760" y="2525160"/>
                </a:lnTo>
                <a:lnTo>
                  <a:pt x="360044" y="2525166"/>
                </a:lnTo>
                <a:lnTo>
                  <a:pt x="359334" y="2525184"/>
                </a:lnTo>
                <a:lnTo>
                  <a:pt x="358628" y="2525213"/>
                </a:lnTo>
                <a:lnTo>
                  <a:pt x="357928" y="2525254"/>
                </a:lnTo>
                <a:lnTo>
                  <a:pt x="357234" y="2525307"/>
                </a:lnTo>
                <a:lnTo>
                  <a:pt x="356544" y="2525372"/>
                </a:lnTo>
                <a:lnTo>
                  <a:pt x="355860" y="2525448"/>
                </a:lnTo>
                <a:lnTo>
                  <a:pt x="355181" y="2525536"/>
                </a:lnTo>
                <a:lnTo>
                  <a:pt x="354507" y="2525636"/>
                </a:lnTo>
                <a:lnTo>
                  <a:pt x="353839" y="2525747"/>
                </a:lnTo>
                <a:lnTo>
                  <a:pt x="353176" y="2525870"/>
                </a:lnTo>
                <a:lnTo>
                  <a:pt x="352518" y="2526005"/>
                </a:lnTo>
                <a:lnTo>
                  <a:pt x="351866" y="2526152"/>
                </a:lnTo>
                <a:lnTo>
                  <a:pt x="351219" y="2526311"/>
                </a:lnTo>
                <a:lnTo>
                  <a:pt x="350577" y="2526481"/>
                </a:lnTo>
                <a:lnTo>
                  <a:pt x="349940" y="2526663"/>
                </a:lnTo>
                <a:lnTo>
                  <a:pt x="349309" y="2526857"/>
                </a:lnTo>
                <a:lnTo>
                  <a:pt x="348683" y="2527062"/>
                </a:lnTo>
                <a:lnTo>
                  <a:pt x="348062" y="2527279"/>
                </a:lnTo>
                <a:lnTo>
                  <a:pt x="347446" y="2527508"/>
                </a:lnTo>
                <a:lnTo>
                  <a:pt x="346836" y="2527749"/>
                </a:lnTo>
                <a:lnTo>
                  <a:pt x="346231" y="2528001"/>
                </a:lnTo>
                <a:lnTo>
                  <a:pt x="345631" y="2528265"/>
                </a:lnTo>
                <a:lnTo>
                  <a:pt x="345037" y="2528541"/>
                </a:lnTo>
                <a:lnTo>
                  <a:pt x="344451" y="2528830"/>
                </a:lnTo>
                <a:lnTo>
                  <a:pt x="343876" y="2529132"/>
                </a:lnTo>
                <a:lnTo>
                  <a:pt x="343312" y="2529447"/>
                </a:lnTo>
                <a:lnTo>
                  <a:pt x="342759" y="2529776"/>
                </a:lnTo>
                <a:lnTo>
                  <a:pt x="342218" y="2530119"/>
                </a:lnTo>
                <a:lnTo>
                  <a:pt x="341687" y="2530475"/>
                </a:lnTo>
                <a:lnTo>
                  <a:pt x="341168" y="2530845"/>
                </a:lnTo>
                <a:lnTo>
                  <a:pt x="340660" y="2531228"/>
                </a:lnTo>
                <a:lnTo>
                  <a:pt x="340163" y="2531624"/>
                </a:lnTo>
                <a:lnTo>
                  <a:pt x="339677" y="2532034"/>
                </a:lnTo>
                <a:lnTo>
                  <a:pt x="339203" y="2532458"/>
                </a:lnTo>
                <a:lnTo>
                  <a:pt x="338739" y="2532895"/>
                </a:lnTo>
                <a:lnTo>
                  <a:pt x="338287" y="2533345"/>
                </a:lnTo>
                <a:lnTo>
                  <a:pt x="337846" y="2533810"/>
                </a:lnTo>
                <a:lnTo>
                  <a:pt x="337416" y="2534287"/>
                </a:lnTo>
                <a:lnTo>
                  <a:pt x="336997" y="2534778"/>
                </a:lnTo>
                <a:lnTo>
                  <a:pt x="336589" y="2535283"/>
                </a:lnTo>
                <a:lnTo>
                  <a:pt x="336193" y="2535801"/>
                </a:lnTo>
                <a:lnTo>
                  <a:pt x="335807" y="2536332"/>
                </a:lnTo>
                <a:lnTo>
                  <a:pt x="335433" y="2536877"/>
                </a:lnTo>
                <a:lnTo>
                  <a:pt x="335070" y="2537436"/>
                </a:lnTo>
                <a:lnTo>
                  <a:pt x="334718" y="2538008"/>
                </a:lnTo>
                <a:lnTo>
                  <a:pt x="334377" y="2538594"/>
                </a:lnTo>
                <a:lnTo>
                  <a:pt x="334048" y="2539193"/>
                </a:lnTo>
                <a:lnTo>
                  <a:pt x="332357" y="2526851"/>
                </a:lnTo>
                <a:lnTo>
                  <a:pt x="318663" y="2526851"/>
                </a:lnTo>
                <a:lnTo>
                  <a:pt x="318663" y="2613244"/>
                </a:lnTo>
                <a:lnTo>
                  <a:pt x="335569" y="2613244"/>
                </a:lnTo>
                <a:lnTo>
                  <a:pt x="335569" y="2562524"/>
                </a:lnTo>
                <a:lnTo>
                  <a:pt x="335574" y="2561935"/>
                </a:lnTo>
                <a:lnTo>
                  <a:pt x="335587" y="2561352"/>
                </a:lnTo>
                <a:lnTo>
                  <a:pt x="335609" y="2560775"/>
                </a:lnTo>
                <a:lnTo>
                  <a:pt x="335640" y="2560204"/>
                </a:lnTo>
                <a:lnTo>
                  <a:pt x="335679" y="2559639"/>
                </a:lnTo>
                <a:lnTo>
                  <a:pt x="335728" y="2559079"/>
                </a:lnTo>
                <a:close/>
                <a:moveTo>
                  <a:pt x="419625" y="2550214"/>
                </a:moveTo>
                <a:lnTo>
                  <a:pt x="419643" y="2550326"/>
                </a:lnTo>
                <a:lnTo>
                  <a:pt x="419661" y="2550445"/>
                </a:lnTo>
                <a:lnTo>
                  <a:pt x="419680" y="2550570"/>
                </a:lnTo>
                <a:lnTo>
                  <a:pt x="419700" y="2550702"/>
                </a:lnTo>
                <a:lnTo>
                  <a:pt x="419720" y="2550840"/>
                </a:lnTo>
                <a:lnTo>
                  <a:pt x="419741" y="2550985"/>
                </a:lnTo>
                <a:lnTo>
                  <a:pt x="419762" y="2551136"/>
                </a:lnTo>
                <a:lnTo>
                  <a:pt x="419784" y="2551294"/>
                </a:lnTo>
                <a:lnTo>
                  <a:pt x="419807" y="2551458"/>
                </a:lnTo>
                <a:lnTo>
                  <a:pt x="419830" y="2551629"/>
                </a:lnTo>
                <a:lnTo>
                  <a:pt x="419854" y="2551806"/>
                </a:lnTo>
                <a:lnTo>
                  <a:pt x="419878" y="2551989"/>
                </a:lnTo>
                <a:lnTo>
                  <a:pt x="419903" y="2552179"/>
                </a:lnTo>
                <a:lnTo>
                  <a:pt x="419929" y="2552375"/>
                </a:lnTo>
                <a:lnTo>
                  <a:pt x="419955" y="2552578"/>
                </a:lnTo>
                <a:lnTo>
                  <a:pt x="419982" y="2552787"/>
                </a:lnTo>
                <a:lnTo>
                  <a:pt x="420009" y="2553003"/>
                </a:lnTo>
                <a:lnTo>
                  <a:pt x="420037" y="2553225"/>
                </a:lnTo>
                <a:lnTo>
                  <a:pt x="435591" y="2553225"/>
                </a:lnTo>
                <a:lnTo>
                  <a:pt x="435591" y="2551197"/>
                </a:lnTo>
                <a:lnTo>
                  <a:pt x="435599" y="2550638"/>
                </a:lnTo>
                <a:lnTo>
                  <a:pt x="435625" y="2550091"/>
                </a:lnTo>
                <a:lnTo>
                  <a:pt x="435668" y="2549553"/>
                </a:lnTo>
                <a:lnTo>
                  <a:pt x="435727" y="2549027"/>
                </a:lnTo>
                <a:lnTo>
                  <a:pt x="435804" y="2548511"/>
                </a:lnTo>
                <a:lnTo>
                  <a:pt x="435897" y="2548005"/>
                </a:lnTo>
                <a:lnTo>
                  <a:pt x="436008" y="2547510"/>
                </a:lnTo>
                <a:lnTo>
                  <a:pt x="436136" y="2547026"/>
                </a:lnTo>
                <a:lnTo>
                  <a:pt x="436280" y="2546552"/>
                </a:lnTo>
                <a:lnTo>
                  <a:pt x="436442" y="2546089"/>
                </a:lnTo>
                <a:lnTo>
                  <a:pt x="436621" y="2545637"/>
                </a:lnTo>
                <a:lnTo>
                  <a:pt x="436817" y="2545195"/>
                </a:lnTo>
                <a:lnTo>
                  <a:pt x="437029" y="2544763"/>
                </a:lnTo>
                <a:lnTo>
                  <a:pt x="437259" y="2544342"/>
                </a:lnTo>
                <a:lnTo>
                  <a:pt x="437506" y="2543932"/>
                </a:lnTo>
                <a:lnTo>
                  <a:pt x="437770" y="2543532"/>
                </a:lnTo>
                <a:lnTo>
                  <a:pt x="438051" y="2543143"/>
                </a:lnTo>
                <a:lnTo>
                  <a:pt x="438349" y="2542764"/>
                </a:lnTo>
                <a:lnTo>
                  <a:pt x="438664" y="2542396"/>
                </a:lnTo>
                <a:lnTo>
                  <a:pt x="438996" y="2542039"/>
                </a:lnTo>
                <a:lnTo>
                  <a:pt x="439345" y="2541692"/>
                </a:lnTo>
                <a:lnTo>
                  <a:pt x="439711" y="2541355"/>
                </a:lnTo>
                <a:lnTo>
                  <a:pt x="440094" y="2541030"/>
                </a:lnTo>
                <a:lnTo>
                  <a:pt x="440494" y="2540714"/>
                </a:lnTo>
                <a:lnTo>
                  <a:pt x="440909" y="2540411"/>
                </a:lnTo>
                <a:lnTo>
                  <a:pt x="441339" y="2540120"/>
                </a:lnTo>
                <a:lnTo>
                  <a:pt x="441783" y="2539843"/>
                </a:lnTo>
                <a:lnTo>
                  <a:pt x="442241" y="2539578"/>
                </a:lnTo>
                <a:lnTo>
                  <a:pt x="442713" y="2539326"/>
                </a:lnTo>
                <a:lnTo>
                  <a:pt x="443199" y="2539087"/>
                </a:lnTo>
                <a:lnTo>
                  <a:pt x="443699" y="2538861"/>
                </a:lnTo>
                <a:lnTo>
                  <a:pt x="444213" y="2538648"/>
                </a:lnTo>
                <a:lnTo>
                  <a:pt x="444742" y="2538448"/>
                </a:lnTo>
                <a:lnTo>
                  <a:pt x="445284" y="2538261"/>
                </a:lnTo>
                <a:lnTo>
                  <a:pt x="445841" y="2538086"/>
                </a:lnTo>
                <a:lnTo>
                  <a:pt x="446411" y="2537925"/>
                </a:lnTo>
                <a:lnTo>
                  <a:pt x="446996" y="2537776"/>
                </a:lnTo>
                <a:lnTo>
                  <a:pt x="447595" y="2537641"/>
                </a:lnTo>
                <a:lnTo>
                  <a:pt x="448208" y="2537518"/>
                </a:lnTo>
                <a:lnTo>
                  <a:pt x="448835" y="2537408"/>
                </a:lnTo>
                <a:lnTo>
                  <a:pt x="449476" y="2537311"/>
                </a:lnTo>
                <a:lnTo>
                  <a:pt x="450131" y="2537227"/>
                </a:lnTo>
                <a:lnTo>
                  <a:pt x="450800" y="2537156"/>
                </a:lnTo>
                <a:lnTo>
                  <a:pt x="451483" y="2537098"/>
                </a:lnTo>
                <a:lnTo>
                  <a:pt x="452181" y="2537053"/>
                </a:lnTo>
                <a:lnTo>
                  <a:pt x="452892" y="2537021"/>
                </a:lnTo>
                <a:lnTo>
                  <a:pt x="453618" y="2537001"/>
                </a:lnTo>
                <a:lnTo>
                  <a:pt x="454357" y="2536995"/>
                </a:lnTo>
                <a:lnTo>
                  <a:pt x="455165" y="2537001"/>
                </a:lnTo>
                <a:lnTo>
                  <a:pt x="455952" y="2537021"/>
                </a:lnTo>
                <a:lnTo>
                  <a:pt x="456719" y="2537053"/>
                </a:lnTo>
                <a:lnTo>
                  <a:pt x="457466" y="2537098"/>
                </a:lnTo>
                <a:lnTo>
                  <a:pt x="458194" y="2537156"/>
                </a:lnTo>
                <a:lnTo>
                  <a:pt x="458901" y="2537227"/>
                </a:lnTo>
                <a:lnTo>
                  <a:pt x="459588" y="2537311"/>
                </a:lnTo>
                <a:lnTo>
                  <a:pt x="460256" y="2537408"/>
                </a:lnTo>
                <a:lnTo>
                  <a:pt x="460903" y="2537518"/>
                </a:lnTo>
                <a:lnTo>
                  <a:pt x="461531" y="2537641"/>
                </a:lnTo>
                <a:lnTo>
                  <a:pt x="462139" y="2537776"/>
                </a:lnTo>
                <a:lnTo>
                  <a:pt x="462726" y="2537925"/>
                </a:lnTo>
                <a:lnTo>
                  <a:pt x="463294" y="2538086"/>
                </a:lnTo>
                <a:lnTo>
                  <a:pt x="463842" y="2538261"/>
                </a:lnTo>
                <a:lnTo>
                  <a:pt x="464369" y="2538448"/>
                </a:lnTo>
                <a:lnTo>
                  <a:pt x="464877" y="2538648"/>
                </a:lnTo>
                <a:lnTo>
                  <a:pt x="465365" y="2538861"/>
                </a:lnTo>
                <a:lnTo>
                  <a:pt x="465833" y="2539087"/>
                </a:lnTo>
                <a:lnTo>
                  <a:pt x="466281" y="2539326"/>
                </a:lnTo>
                <a:lnTo>
                  <a:pt x="466709" y="2539578"/>
                </a:lnTo>
                <a:lnTo>
                  <a:pt x="467117" y="2539843"/>
                </a:lnTo>
                <a:lnTo>
                  <a:pt x="467505" y="2540120"/>
                </a:lnTo>
                <a:lnTo>
                  <a:pt x="467873" y="2540411"/>
                </a:lnTo>
                <a:lnTo>
                  <a:pt x="468221" y="2540714"/>
                </a:lnTo>
                <a:lnTo>
                  <a:pt x="468566" y="2541032"/>
                </a:lnTo>
                <a:lnTo>
                  <a:pt x="468896" y="2541365"/>
                </a:lnTo>
                <a:lnTo>
                  <a:pt x="469212" y="2541713"/>
                </a:lnTo>
                <a:lnTo>
                  <a:pt x="469512" y="2542076"/>
                </a:lnTo>
                <a:lnTo>
                  <a:pt x="469799" y="2542455"/>
                </a:lnTo>
                <a:lnTo>
                  <a:pt x="470070" y="2542849"/>
                </a:lnTo>
                <a:lnTo>
                  <a:pt x="470327" y="2543258"/>
                </a:lnTo>
                <a:lnTo>
                  <a:pt x="470569" y="2543682"/>
                </a:lnTo>
                <a:lnTo>
                  <a:pt x="470797" y="2544122"/>
                </a:lnTo>
                <a:lnTo>
                  <a:pt x="471009" y="2544577"/>
                </a:lnTo>
                <a:lnTo>
                  <a:pt x="471207" y="2545047"/>
                </a:lnTo>
                <a:lnTo>
                  <a:pt x="471391" y="2545533"/>
                </a:lnTo>
                <a:lnTo>
                  <a:pt x="471560" y="2546033"/>
                </a:lnTo>
                <a:lnTo>
                  <a:pt x="471714" y="2546549"/>
                </a:lnTo>
                <a:lnTo>
                  <a:pt x="471853" y="2547081"/>
                </a:lnTo>
                <a:lnTo>
                  <a:pt x="471978" y="2547627"/>
                </a:lnTo>
                <a:lnTo>
                  <a:pt x="472088" y="2548189"/>
                </a:lnTo>
                <a:lnTo>
                  <a:pt x="472183" y="2548766"/>
                </a:lnTo>
                <a:lnTo>
                  <a:pt x="472264" y="2549358"/>
                </a:lnTo>
                <a:lnTo>
                  <a:pt x="472330" y="2549966"/>
                </a:lnTo>
                <a:lnTo>
                  <a:pt x="472382" y="2550589"/>
                </a:lnTo>
                <a:lnTo>
                  <a:pt x="472418" y="2551227"/>
                </a:lnTo>
                <a:lnTo>
                  <a:pt x="472440" y="2551880"/>
                </a:lnTo>
                <a:lnTo>
                  <a:pt x="472448" y="2552549"/>
                </a:lnTo>
                <a:lnTo>
                  <a:pt x="472448" y="2562017"/>
                </a:lnTo>
                <a:lnTo>
                  <a:pt x="470785" y="2562022"/>
                </a:lnTo>
                <a:lnTo>
                  <a:pt x="469148" y="2562037"/>
                </a:lnTo>
                <a:lnTo>
                  <a:pt x="467539" y="2562062"/>
                </a:lnTo>
                <a:lnTo>
                  <a:pt x="465957" y="2562097"/>
                </a:lnTo>
                <a:lnTo>
                  <a:pt x="464402" y="2562142"/>
                </a:lnTo>
                <a:lnTo>
                  <a:pt x="462874" y="2562197"/>
                </a:lnTo>
                <a:lnTo>
                  <a:pt x="461373" y="2562261"/>
                </a:lnTo>
                <a:lnTo>
                  <a:pt x="459899" y="2562336"/>
                </a:lnTo>
                <a:lnTo>
                  <a:pt x="458452" y="2562421"/>
                </a:lnTo>
                <a:lnTo>
                  <a:pt x="457032" y="2562516"/>
                </a:lnTo>
                <a:lnTo>
                  <a:pt x="455639" y="2562621"/>
                </a:lnTo>
                <a:lnTo>
                  <a:pt x="454273" y="2562735"/>
                </a:lnTo>
                <a:lnTo>
                  <a:pt x="452934" y="2562860"/>
                </a:lnTo>
                <a:lnTo>
                  <a:pt x="451622" y="2562995"/>
                </a:lnTo>
                <a:lnTo>
                  <a:pt x="450337" y="2563140"/>
                </a:lnTo>
                <a:lnTo>
                  <a:pt x="449079" y="2563294"/>
                </a:lnTo>
                <a:lnTo>
                  <a:pt x="447848" y="2563459"/>
                </a:lnTo>
                <a:lnTo>
                  <a:pt x="446644" y="2563634"/>
                </a:lnTo>
                <a:lnTo>
                  <a:pt x="445467" y="2563818"/>
                </a:lnTo>
                <a:lnTo>
                  <a:pt x="444317" y="2564013"/>
                </a:lnTo>
                <a:lnTo>
                  <a:pt x="443194" y="2564217"/>
                </a:lnTo>
                <a:lnTo>
                  <a:pt x="442098" y="2564432"/>
                </a:lnTo>
                <a:lnTo>
                  <a:pt x="441029" y="2564656"/>
                </a:lnTo>
                <a:lnTo>
                  <a:pt x="439987" y="2564891"/>
                </a:lnTo>
                <a:lnTo>
                  <a:pt x="438984" y="2565136"/>
                </a:lnTo>
                <a:lnTo>
                  <a:pt x="438004" y="2565394"/>
                </a:lnTo>
                <a:lnTo>
                  <a:pt x="437046" y="2565662"/>
                </a:lnTo>
                <a:lnTo>
                  <a:pt x="436112" y="2565943"/>
                </a:lnTo>
                <a:lnTo>
                  <a:pt x="435201" y="2566235"/>
                </a:lnTo>
                <a:lnTo>
                  <a:pt x="434312" y="2566539"/>
                </a:lnTo>
                <a:lnTo>
                  <a:pt x="433447" y="2566855"/>
                </a:lnTo>
                <a:lnTo>
                  <a:pt x="432604" y="2567183"/>
                </a:lnTo>
                <a:lnTo>
                  <a:pt x="431784" y="2567522"/>
                </a:lnTo>
                <a:lnTo>
                  <a:pt x="430987" y="2567873"/>
                </a:lnTo>
                <a:lnTo>
                  <a:pt x="430213" y="2568236"/>
                </a:lnTo>
                <a:lnTo>
                  <a:pt x="429462" y="2568611"/>
                </a:lnTo>
                <a:lnTo>
                  <a:pt x="428734" y="2568997"/>
                </a:lnTo>
                <a:lnTo>
                  <a:pt x="428029" y="2569395"/>
                </a:lnTo>
                <a:lnTo>
                  <a:pt x="427346" y="2569805"/>
                </a:lnTo>
                <a:lnTo>
                  <a:pt x="426687" y="2570226"/>
                </a:lnTo>
                <a:lnTo>
                  <a:pt x="426050" y="2570659"/>
                </a:lnTo>
                <a:lnTo>
                  <a:pt x="425436" y="2571104"/>
                </a:lnTo>
                <a:lnTo>
                  <a:pt x="424845" y="2571561"/>
                </a:lnTo>
                <a:lnTo>
                  <a:pt x="424278" y="2572029"/>
                </a:lnTo>
                <a:lnTo>
                  <a:pt x="423732" y="2572510"/>
                </a:lnTo>
                <a:lnTo>
                  <a:pt x="423210" y="2573002"/>
                </a:lnTo>
                <a:lnTo>
                  <a:pt x="422711" y="2573505"/>
                </a:lnTo>
                <a:lnTo>
                  <a:pt x="422235" y="2574021"/>
                </a:lnTo>
                <a:lnTo>
                  <a:pt x="421793" y="2574535"/>
                </a:lnTo>
                <a:lnTo>
                  <a:pt x="421371" y="2575063"/>
                </a:lnTo>
                <a:lnTo>
                  <a:pt x="420967" y="2575606"/>
                </a:lnTo>
                <a:lnTo>
                  <a:pt x="420582" y="2576162"/>
                </a:lnTo>
                <a:lnTo>
                  <a:pt x="420215" y="2576733"/>
                </a:lnTo>
                <a:lnTo>
                  <a:pt x="419868" y="2577317"/>
                </a:lnTo>
                <a:lnTo>
                  <a:pt x="419539" y="2577916"/>
                </a:lnTo>
                <a:lnTo>
                  <a:pt x="419229" y="2578529"/>
                </a:lnTo>
                <a:lnTo>
                  <a:pt x="418938" y="2579156"/>
                </a:lnTo>
                <a:lnTo>
                  <a:pt x="418665" y="2579797"/>
                </a:lnTo>
                <a:lnTo>
                  <a:pt x="418412" y="2580452"/>
                </a:lnTo>
                <a:lnTo>
                  <a:pt x="418177" y="2581121"/>
                </a:lnTo>
                <a:lnTo>
                  <a:pt x="417961" y="2581805"/>
                </a:lnTo>
                <a:lnTo>
                  <a:pt x="417764" y="2582502"/>
                </a:lnTo>
                <a:lnTo>
                  <a:pt x="417585" y="2583214"/>
                </a:lnTo>
                <a:lnTo>
                  <a:pt x="417426" y="2583939"/>
                </a:lnTo>
                <a:lnTo>
                  <a:pt x="417285" y="2584679"/>
                </a:lnTo>
                <a:lnTo>
                  <a:pt x="417163" y="2585433"/>
                </a:lnTo>
                <a:lnTo>
                  <a:pt x="417059" y="2586200"/>
                </a:lnTo>
                <a:lnTo>
                  <a:pt x="416975" y="2586982"/>
                </a:lnTo>
                <a:lnTo>
                  <a:pt x="416909" y="2587778"/>
                </a:lnTo>
                <a:lnTo>
                  <a:pt x="416862" y="2588588"/>
                </a:lnTo>
                <a:lnTo>
                  <a:pt x="416834" y="2589413"/>
                </a:lnTo>
                <a:lnTo>
                  <a:pt x="416824" y="2590251"/>
                </a:lnTo>
                <a:lnTo>
                  <a:pt x="416837" y="2591255"/>
                </a:lnTo>
                <a:lnTo>
                  <a:pt x="416874" y="2592239"/>
                </a:lnTo>
                <a:lnTo>
                  <a:pt x="416935" y="2593202"/>
                </a:lnTo>
                <a:lnTo>
                  <a:pt x="417022" y="2594144"/>
                </a:lnTo>
                <a:lnTo>
                  <a:pt x="417133" y="2595066"/>
                </a:lnTo>
                <a:lnTo>
                  <a:pt x="417268" y="2595968"/>
                </a:lnTo>
                <a:lnTo>
                  <a:pt x="417429" y="2596848"/>
                </a:lnTo>
                <a:lnTo>
                  <a:pt x="417613" y="2597709"/>
                </a:lnTo>
                <a:lnTo>
                  <a:pt x="417823" y="2598548"/>
                </a:lnTo>
                <a:lnTo>
                  <a:pt x="418057" y="2599368"/>
                </a:lnTo>
                <a:lnTo>
                  <a:pt x="418316" y="2600166"/>
                </a:lnTo>
                <a:lnTo>
                  <a:pt x="418600" y="2600945"/>
                </a:lnTo>
                <a:lnTo>
                  <a:pt x="418908" y="2601702"/>
                </a:lnTo>
                <a:lnTo>
                  <a:pt x="419241" y="2602439"/>
                </a:lnTo>
                <a:lnTo>
                  <a:pt x="419598" y="2603156"/>
                </a:lnTo>
                <a:lnTo>
                  <a:pt x="419980" y="2603852"/>
                </a:lnTo>
                <a:lnTo>
                  <a:pt x="420387" y="2604527"/>
                </a:lnTo>
                <a:lnTo>
                  <a:pt x="420819" y="2605182"/>
                </a:lnTo>
                <a:lnTo>
                  <a:pt x="421275" y="2605816"/>
                </a:lnTo>
                <a:lnTo>
                  <a:pt x="421756" y="2606430"/>
                </a:lnTo>
                <a:lnTo>
                  <a:pt x="422261" y="2607023"/>
                </a:lnTo>
                <a:lnTo>
                  <a:pt x="422791" y="2607596"/>
                </a:lnTo>
                <a:lnTo>
                  <a:pt x="423346" y="2608148"/>
                </a:lnTo>
                <a:lnTo>
                  <a:pt x="423925" y="2608679"/>
                </a:lnTo>
                <a:lnTo>
                  <a:pt x="424542" y="2609190"/>
                </a:lnTo>
                <a:lnTo>
                  <a:pt x="425179" y="2609678"/>
                </a:lnTo>
                <a:lnTo>
                  <a:pt x="425838" y="2610145"/>
                </a:lnTo>
                <a:lnTo>
                  <a:pt x="426518" y="2610591"/>
                </a:lnTo>
                <a:lnTo>
                  <a:pt x="427219" y="2611014"/>
                </a:lnTo>
                <a:lnTo>
                  <a:pt x="427941" y="2611416"/>
                </a:lnTo>
                <a:lnTo>
                  <a:pt x="428684" y="2611796"/>
                </a:lnTo>
                <a:lnTo>
                  <a:pt x="429448" y="2612155"/>
                </a:lnTo>
                <a:lnTo>
                  <a:pt x="430234" y="2612491"/>
                </a:lnTo>
                <a:lnTo>
                  <a:pt x="431040" y="2612806"/>
                </a:lnTo>
                <a:lnTo>
                  <a:pt x="431868" y="2613099"/>
                </a:lnTo>
                <a:lnTo>
                  <a:pt x="432717" y="2613371"/>
                </a:lnTo>
                <a:lnTo>
                  <a:pt x="433587" y="2613621"/>
                </a:lnTo>
                <a:lnTo>
                  <a:pt x="434478" y="2613849"/>
                </a:lnTo>
                <a:lnTo>
                  <a:pt x="435390" y="2614055"/>
                </a:lnTo>
                <a:lnTo>
                  <a:pt x="436324" y="2614240"/>
                </a:lnTo>
                <a:lnTo>
                  <a:pt x="437278" y="2614403"/>
                </a:lnTo>
                <a:lnTo>
                  <a:pt x="438254" y="2614544"/>
                </a:lnTo>
                <a:lnTo>
                  <a:pt x="439251" y="2614663"/>
                </a:lnTo>
                <a:lnTo>
                  <a:pt x="440268" y="2614761"/>
                </a:lnTo>
                <a:lnTo>
                  <a:pt x="441308" y="2614837"/>
                </a:lnTo>
                <a:lnTo>
                  <a:pt x="442368" y="2614891"/>
                </a:lnTo>
                <a:lnTo>
                  <a:pt x="443449" y="2614924"/>
                </a:lnTo>
                <a:lnTo>
                  <a:pt x="444552" y="2614935"/>
                </a:lnTo>
                <a:lnTo>
                  <a:pt x="445058" y="2614932"/>
                </a:lnTo>
                <a:lnTo>
                  <a:pt x="445562" y="2614925"/>
                </a:lnTo>
                <a:lnTo>
                  <a:pt x="446065" y="2614914"/>
                </a:lnTo>
                <a:lnTo>
                  <a:pt x="446566" y="2614897"/>
                </a:lnTo>
                <a:lnTo>
                  <a:pt x="447065" y="2614876"/>
                </a:lnTo>
                <a:lnTo>
                  <a:pt x="447563" y="2614850"/>
                </a:lnTo>
                <a:lnTo>
                  <a:pt x="448059" y="2614820"/>
                </a:lnTo>
                <a:lnTo>
                  <a:pt x="448553" y="2614785"/>
                </a:lnTo>
                <a:lnTo>
                  <a:pt x="449045" y="2614745"/>
                </a:lnTo>
                <a:lnTo>
                  <a:pt x="449535" y="2614700"/>
                </a:lnTo>
                <a:lnTo>
                  <a:pt x="450024" y="2614651"/>
                </a:lnTo>
                <a:lnTo>
                  <a:pt x="450511" y="2614597"/>
                </a:lnTo>
                <a:lnTo>
                  <a:pt x="450996" y="2614538"/>
                </a:lnTo>
                <a:lnTo>
                  <a:pt x="451480" y="2614475"/>
                </a:lnTo>
                <a:lnTo>
                  <a:pt x="451961" y="2614406"/>
                </a:lnTo>
                <a:lnTo>
                  <a:pt x="452441" y="2614334"/>
                </a:lnTo>
                <a:lnTo>
                  <a:pt x="452919" y="2614256"/>
                </a:lnTo>
                <a:lnTo>
                  <a:pt x="453396" y="2614174"/>
                </a:lnTo>
                <a:lnTo>
                  <a:pt x="453870" y="2614087"/>
                </a:lnTo>
                <a:lnTo>
                  <a:pt x="454343" y="2613996"/>
                </a:lnTo>
                <a:lnTo>
                  <a:pt x="454814" y="2613899"/>
                </a:lnTo>
                <a:lnTo>
                  <a:pt x="455284" y="2613798"/>
                </a:lnTo>
                <a:lnTo>
                  <a:pt x="455751" y="2613693"/>
                </a:lnTo>
                <a:lnTo>
                  <a:pt x="456217" y="2613582"/>
                </a:lnTo>
                <a:lnTo>
                  <a:pt x="456680" y="2613480"/>
                </a:lnTo>
                <a:lnTo>
                  <a:pt x="457140" y="2613372"/>
                </a:lnTo>
                <a:lnTo>
                  <a:pt x="457596" y="2613257"/>
                </a:lnTo>
                <a:lnTo>
                  <a:pt x="458049" y="2613136"/>
                </a:lnTo>
                <a:lnTo>
                  <a:pt x="458498" y="2613008"/>
                </a:lnTo>
                <a:lnTo>
                  <a:pt x="458943" y="2612874"/>
                </a:lnTo>
                <a:lnTo>
                  <a:pt x="459385" y="2612734"/>
                </a:lnTo>
                <a:lnTo>
                  <a:pt x="459824" y="2612587"/>
                </a:lnTo>
                <a:lnTo>
                  <a:pt x="460259" y="2612433"/>
                </a:lnTo>
                <a:lnTo>
                  <a:pt x="460690" y="2612273"/>
                </a:lnTo>
                <a:lnTo>
                  <a:pt x="461118" y="2612107"/>
                </a:lnTo>
                <a:lnTo>
                  <a:pt x="461543" y="2611934"/>
                </a:lnTo>
                <a:lnTo>
                  <a:pt x="461964" y="2611754"/>
                </a:lnTo>
                <a:lnTo>
                  <a:pt x="462381" y="2611569"/>
                </a:lnTo>
                <a:lnTo>
                  <a:pt x="462795" y="2611376"/>
                </a:lnTo>
                <a:lnTo>
                  <a:pt x="463205" y="2611178"/>
                </a:lnTo>
                <a:lnTo>
                  <a:pt x="463612" y="2610972"/>
                </a:lnTo>
                <a:lnTo>
                  <a:pt x="464015" y="2610761"/>
                </a:lnTo>
                <a:lnTo>
                  <a:pt x="464415" y="2610543"/>
                </a:lnTo>
                <a:lnTo>
                  <a:pt x="464811" y="2610318"/>
                </a:lnTo>
                <a:lnTo>
                  <a:pt x="465204" y="2610087"/>
                </a:lnTo>
                <a:lnTo>
                  <a:pt x="465593" y="2609850"/>
                </a:lnTo>
                <a:lnTo>
                  <a:pt x="465979" y="2609606"/>
                </a:lnTo>
                <a:lnTo>
                  <a:pt x="466361" y="2609355"/>
                </a:lnTo>
                <a:lnTo>
                  <a:pt x="466739" y="2609084"/>
                </a:lnTo>
                <a:lnTo>
                  <a:pt x="467110" y="2608806"/>
                </a:lnTo>
                <a:lnTo>
                  <a:pt x="467476" y="2608521"/>
                </a:lnTo>
                <a:lnTo>
                  <a:pt x="467836" y="2608228"/>
                </a:lnTo>
                <a:lnTo>
                  <a:pt x="468190" y="2607929"/>
                </a:lnTo>
                <a:lnTo>
                  <a:pt x="468538" y="2607623"/>
                </a:lnTo>
                <a:lnTo>
                  <a:pt x="468880" y="2607309"/>
                </a:lnTo>
                <a:lnTo>
                  <a:pt x="469217" y="2606989"/>
                </a:lnTo>
                <a:lnTo>
                  <a:pt x="469547" y="2606661"/>
                </a:lnTo>
                <a:lnTo>
                  <a:pt x="469872" y="2606326"/>
                </a:lnTo>
                <a:lnTo>
                  <a:pt x="470190" y="2605985"/>
                </a:lnTo>
                <a:lnTo>
                  <a:pt x="470503" y="2605636"/>
                </a:lnTo>
                <a:lnTo>
                  <a:pt x="470810" y="2605280"/>
                </a:lnTo>
                <a:lnTo>
                  <a:pt x="471111" y="2604918"/>
                </a:lnTo>
                <a:lnTo>
                  <a:pt x="471407" y="2604548"/>
                </a:lnTo>
                <a:lnTo>
                  <a:pt x="471696" y="2604171"/>
                </a:lnTo>
                <a:lnTo>
                  <a:pt x="471980" y="2603787"/>
                </a:lnTo>
                <a:lnTo>
                  <a:pt x="472257" y="2603396"/>
                </a:lnTo>
                <a:lnTo>
                  <a:pt x="472529" y="2602998"/>
                </a:lnTo>
                <a:lnTo>
                  <a:pt x="472795" y="2602593"/>
                </a:lnTo>
                <a:lnTo>
                  <a:pt x="473055" y="2602181"/>
                </a:lnTo>
                <a:lnTo>
                  <a:pt x="473309" y="2601762"/>
                </a:lnTo>
                <a:lnTo>
                  <a:pt x="473558" y="2601335"/>
                </a:lnTo>
                <a:lnTo>
                  <a:pt x="473800" y="2600902"/>
                </a:lnTo>
                <a:lnTo>
                  <a:pt x="473844" y="2601349"/>
                </a:lnTo>
                <a:lnTo>
                  <a:pt x="473892" y="2601788"/>
                </a:lnTo>
                <a:lnTo>
                  <a:pt x="473943" y="2602218"/>
                </a:lnTo>
                <a:lnTo>
                  <a:pt x="473997" y="2602640"/>
                </a:lnTo>
                <a:lnTo>
                  <a:pt x="474056" y="2603054"/>
                </a:lnTo>
                <a:lnTo>
                  <a:pt x="474117" y="2603459"/>
                </a:lnTo>
                <a:lnTo>
                  <a:pt x="474182" y="2603857"/>
                </a:lnTo>
                <a:lnTo>
                  <a:pt x="474251" y="2604246"/>
                </a:lnTo>
                <a:lnTo>
                  <a:pt x="474323" y="2604627"/>
                </a:lnTo>
                <a:lnTo>
                  <a:pt x="474399" y="2605000"/>
                </a:lnTo>
                <a:lnTo>
                  <a:pt x="474478" y="2605364"/>
                </a:lnTo>
                <a:lnTo>
                  <a:pt x="474561" y="2605721"/>
                </a:lnTo>
                <a:lnTo>
                  <a:pt x="474647" y="2606069"/>
                </a:lnTo>
                <a:lnTo>
                  <a:pt x="474737" y="2606409"/>
                </a:lnTo>
                <a:lnTo>
                  <a:pt x="474830" y="2606740"/>
                </a:lnTo>
                <a:lnTo>
                  <a:pt x="474927" y="2607064"/>
                </a:lnTo>
                <a:lnTo>
                  <a:pt x="475028" y="2607379"/>
                </a:lnTo>
                <a:lnTo>
                  <a:pt x="475132" y="2607686"/>
                </a:lnTo>
                <a:lnTo>
                  <a:pt x="475239" y="2607985"/>
                </a:lnTo>
                <a:lnTo>
                  <a:pt x="475350" y="2608275"/>
                </a:lnTo>
                <a:lnTo>
                  <a:pt x="475464" y="2608558"/>
                </a:lnTo>
                <a:lnTo>
                  <a:pt x="475582" y="2608832"/>
                </a:lnTo>
                <a:lnTo>
                  <a:pt x="475704" y="2609098"/>
                </a:lnTo>
                <a:lnTo>
                  <a:pt x="475829" y="2609355"/>
                </a:lnTo>
                <a:lnTo>
                  <a:pt x="475959" y="2609606"/>
                </a:lnTo>
                <a:lnTo>
                  <a:pt x="476094" y="2609850"/>
                </a:lnTo>
                <a:lnTo>
                  <a:pt x="476236" y="2610087"/>
                </a:lnTo>
                <a:lnTo>
                  <a:pt x="476383" y="2610318"/>
                </a:lnTo>
                <a:lnTo>
                  <a:pt x="476536" y="2610543"/>
                </a:lnTo>
                <a:lnTo>
                  <a:pt x="476695" y="2610761"/>
                </a:lnTo>
                <a:lnTo>
                  <a:pt x="476860" y="2610972"/>
                </a:lnTo>
                <a:lnTo>
                  <a:pt x="477031" y="2611178"/>
                </a:lnTo>
                <a:lnTo>
                  <a:pt x="477208" y="2611376"/>
                </a:lnTo>
                <a:lnTo>
                  <a:pt x="477390" y="2611569"/>
                </a:lnTo>
                <a:lnTo>
                  <a:pt x="477579" y="2611754"/>
                </a:lnTo>
                <a:lnTo>
                  <a:pt x="477773" y="2611934"/>
                </a:lnTo>
                <a:lnTo>
                  <a:pt x="477973" y="2612107"/>
                </a:lnTo>
                <a:lnTo>
                  <a:pt x="478179" y="2612273"/>
                </a:lnTo>
                <a:lnTo>
                  <a:pt x="478391" y="2612433"/>
                </a:lnTo>
                <a:lnTo>
                  <a:pt x="478609" y="2612587"/>
                </a:lnTo>
                <a:lnTo>
                  <a:pt x="478833" y="2612734"/>
                </a:lnTo>
                <a:lnTo>
                  <a:pt x="479062" y="2612874"/>
                </a:lnTo>
                <a:lnTo>
                  <a:pt x="479298" y="2613008"/>
                </a:lnTo>
                <a:lnTo>
                  <a:pt x="479539" y="2613136"/>
                </a:lnTo>
                <a:lnTo>
                  <a:pt x="479786" y="2613257"/>
                </a:lnTo>
                <a:lnTo>
                  <a:pt x="480039" y="2613372"/>
                </a:lnTo>
                <a:lnTo>
                  <a:pt x="480298" y="2613480"/>
                </a:lnTo>
                <a:lnTo>
                  <a:pt x="480563" y="2613582"/>
                </a:lnTo>
                <a:lnTo>
                  <a:pt x="480834" y="2613693"/>
                </a:lnTo>
                <a:lnTo>
                  <a:pt x="481111" y="2613798"/>
                </a:lnTo>
                <a:lnTo>
                  <a:pt x="481395" y="2613899"/>
                </a:lnTo>
                <a:lnTo>
                  <a:pt x="481685" y="2613996"/>
                </a:lnTo>
                <a:lnTo>
                  <a:pt x="481982" y="2614087"/>
                </a:lnTo>
                <a:lnTo>
                  <a:pt x="482285" y="2614174"/>
                </a:lnTo>
                <a:lnTo>
                  <a:pt x="482595" y="2614256"/>
                </a:lnTo>
                <a:lnTo>
                  <a:pt x="482911" y="2614334"/>
                </a:lnTo>
                <a:lnTo>
                  <a:pt x="483234" y="2614406"/>
                </a:lnTo>
                <a:lnTo>
                  <a:pt x="483563" y="2614475"/>
                </a:lnTo>
                <a:lnTo>
                  <a:pt x="483898" y="2614538"/>
                </a:lnTo>
                <a:lnTo>
                  <a:pt x="484240" y="2614597"/>
                </a:lnTo>
                <a:lnTo>
                  <a:pt x="484588" y="2614651"/>
                </a:lnTo>
                <a:lnTo>
                  <a:pt x="484943" y="2614700"/>
                </a:lnTo>
                <a:lnTo>
                  <a:pt x="485305" y="2614745"/>
                </a:lnTo>
                <a:lnTo>
                  <a:pt x="485672" y="2614785"/>
                </a:lnTo>
                <a:lnTo>
                  <a:pt x="486047" y="2614820"/>
                </a:lnTo>
                <a:lnTo>
                  <a:pt x="486427" y="2614850"/>
                </a:lnTo>
                <a:lnTo>
                  <a:pt x="486814" y="2614876"/>
                </a:lnTo>
                <a:lnTo>
                  <a:pt x="487208" y="2614897"/>
                </a:lnTo>
                <a:lnTo>
                  <a:pt x="487608" y="2614914"/>
                </a:lnTo>
                <a:lnTo>
                  <a:pt x="488015" y="2614925"/>
                </a:lnTo>
                <a:lnTo>
                  <a:pt x="488428" y="2614932"/>
                </a:lnTo>
                <a:lnTo>
                  <a:pt x="488847" y="2614935"/>
                </a:lnTo>
                <a:lnTo>
                  <a:pt x="489142" y="2614933"/>
                </a:lnTo>
                <a:lnTo>
                  <a:pt x="489437" y="2614929"/>
                </a:lnTo>
                <a:lnTo>
                  <a:pt x="489729" y="2614922"/>
                </a:lnTo>
                <a:lnTo>
                  <a:pt x="490021" y="2614911"/>
                </a:lnTo>
                <a:lnTo>
                  <a:pt x="490312" y="2614898"/>
                </a:lnTo>
                <a:lnTo>
                  <a:pt x="490601" y="2614882"/>
                </a:lnTo>
                <a:lnTo>
                  <a:pt x="490889" y="2614863"/>
                </a:lnTo>
                <a:lnTo>
                  <a:pt x="491176" y="2614841"/>
                </a:lnTo>
                <a:lnTo>
                  <a:pt x="491462" y="2614816"/>
                </a:lnTo>
                <a:lnTo>
                  <a:pt x="491747" y="2614788"/>
                </a:lnTo>
                <a:lnTo>
                  <a:pt x="492031" y="2614757"/>
                </a:lnTo>
                <a:lnTo>
                  <a:pt x="492313" y="2614723"/>
                </a:lnTo>
                <a:lnTo>
                  <a:pt x="492594" y="2614687"/>
                </a:lnTo>
                <a:lnTo>
                  <a:pt x="492874" y="2614647"/>
                </a:lnTo>
                <a:lnTo>
                  <a:pt x="493153" y="2614605"/>
                </a:lnTo>
                <a:lnTo>
                  <a:pt x="493431" y="2614559"/>
                </a:lnTo>
                <a:lnTo>
                  <a:pt x="493707" y="2614511"/>
                </a:lnTo>
                <a:lnTo>
                  <a:pt x="493982" y="2614459"/>
                </a:lnTo>
                <a:lnTo>
                  <a:pt x="494257" y="2614405"/>
                </a:lnTo>
                <a:lnTo>
                  <a:pt x="494530" y="2614348"/>
                </a:lnTo>
                <a:lnTo>
                  <a:pt x="494801" y="2614288"/>
                </a:lnTo>
                <a:lnTo>
                  <a:pt x="495072" y="2614224"/>
                </a:lnTo>
                <a:lnTo>
                  <a:pt x="495341" y="2614158"/>
                </a:lnTo>
                <a:lnTo>
                  <a:pt x="495610" y="2614089"/>
                </a:lnTo>
                <a:lnTo>
                  <a:pt x="495876" y="2614018"/>
                </a:lnTo>
                <a:lnTo>
                  <a:pt x="496138" y="2613944"/>
                </a:lnTo>
                <a:lnTo>
                  <a:pt x="496397" y="2613868"/>
                </a:lnTo>
                <a:lnTo>
                  <a:pt x="496652" y="2613789"/>
                </a:lnTo>
                <a:lnTo>
                  <a:pt x="496904" y="2613708"/>
                </a:lnTo>
                <a:lnTo>
                  <a:pt x="497153" y="2613625"/>
                </a:lnTo>
                <a:lnTo>
                  <a:pt x="497397" y="2613539"/>
                </a:lnTo>
                <a:lnTo>
                  <a:pt x="497639" y="2613451"/>
                </a:lnTo>
                <a:lnTo>
                  <a:pt x="497876" y="2613360"/>
                </a:lnTo>
                <a:lnTo>
                  <a:pt x="498111" y="2613268"/>
                </a:lnTo>
                <a:lnTo>
                  <a:pt x="498341" y="2613173"/>
                </a:lnTo>
                <a:lnTo>
                  <a:pt x="498568" y="2613075"/>
                </a:lnTo>
                <a:lnTo>
                  <a:pt x="498792" y="2612975"/>
                </a:lnTo>
                <a:lnTo>
                  <a:pt x="499012" y="2612873"/>
                </a:lnTo>
                <a:lnTo>
                  <a:pt x="499229" y="2612769"/>
                </a:lnTo>
                <a:lnTo>
                  <a:pt x="499442" y="2612662"/>
                </a:lnTo>
                <a:lnTo>
                  <a:pt x="499652" y="2612553"/>
                </a:lnTo>
                <a:lnTo>
                  <a:pt x="499858" y="2612441"/>
                </a:lnTo>
                <a:lnTo>
                  <a:pt x="500060" y="2612327"/>
                </a:lnTo>
                <a:lnTo>
                  <a:pt x="500259" y="2612211"/>
                </a:lnTo>
                <a:lnTo>
                  <a:pt x="500455" y="2612092"/>
                </a:lnTo>
                <a:lnTo>
                  <a:pt x="500647" y="2611971"/>
                </a:lnTo>
                <a:lnTo>
                  <a:pt x="500835" y="2611848"/>
                </a:lnTo>
                <a:lnTo>
                  <a:pt x="501020" y="2611723"/>
                </a:lnTo>
                <a:lnTo>
                  <a:pt x="501020" y="2600733"/>
                </a:lnTo>
                <a:lnTo>
                  <a:pt x="500779" y="2600899"/>
                </a:lnTo>
                <a:lnTo>
                  <a:pt x="500534" y="2601057"/>
                </a:lnTo>
                <a:lnTo>
                  <a:pt x="500286" y="2601209"/>
                </a:lnTo>
                <a:lnTo>
                  <a:pt x="500034" y="2601353"/>
                </a:lnTo>
                <a:lnTo>
                  <a:pt x="499778" y="2601490"/>
                </a:lnTo>
                <a:lnTo>
                  <a:pt x="499519" y="2601621"/>
                </a:lnTo>
                <a:lnTo>
                  <a:pt x="499257" y="2601744"/>
                </a:lnTo>
                <a:lnTo>
                  <a:pt x="498991" y="2601860"/>
                </a:lnTo>
                <a:lnTo>
                  <a:pt x="498722" y="2601969"/>
                </a:lnTo>
                <a:lnTo>
                  <a:pt x="498449" y="2602072"/>
                </a:lnTo>
                <a:lnTo>
                  <a:pt x="498172" y="2602167"/>
                </a:lnTo>
                <a:lnTo>
                  <a:pt x="497892" y="2602255"/>
                </a:lnTo>
                <a:lnTo>
                  <a:pt x="497609" y="2602336"/>
                </a:lnTo>
                <a:lnTo>
                  <a:pt x="497322" y="2602410"/>
                </a:lnTo>
                <a:lnTo>
                  <a:pt x="497031" y="2602477"/>
                </a:lnTo>
                <a:lnTo>
                  <a:pt x="496737" y="2602536"/>
                </a:lnTo>
                <a:lnTo>
                  <a:pt x="496439" y="2602589"/>
                </a:lnTo>
                <a:lnTo>
                  <a:pt x="496138" y="2602635"/>
                </a:lnTo>
                <a:lnTo>
                  <a:pt x="495833" y="2602674"/>
                </a:lnTo>
                <a:lnTo>
                  <a:pt x="495525" y="2602706"/>
                </a:lnTo>
                <a:lnTo>
                  <a:pt x="495214" y="2602730"/>
                </a:lnTo>
                <a:lnTo>
                  <a:pt x="494898" y="2602748"/>
                </a:lnTo>
                <a:lnTo>
                  <a:pt x="494580" y="2602758"/>
                </a:lnTo>
                <a:lnTo>
                  <a:pt x="494257" y="2602762"/>
                </a:lnTo>
                <a:lnTo>
                  <a:pt x="494076" y="2602760"/>
                </a:lnTo>
                <a:lnTo>
                  <a:pt x="493897" y="2602754"/>
                </a:lnTo>
                <a:lnTo>
                  <a:pt x="493721" y="2602743"/>
                </a:lnTo>
                <a:lnTo>
                  <a:pt x="493548" y="2602729"/>
                </a:lnTo>
                <a:lnTo>
                  <a:pt x="493378" y="2602710"/>
                </a:lnTo>
                <a:lnTo>
                  <a:pt x="493211" y="2602688"/>
                </a:lnTo>
                <a:lnTo>
                  <a:pt x="493047" y="2602661"/>
                </a:lnTo>
                <a:lnTo>
                  <a:pt x="492886" y="2602630"/>
                </a:lnTo>
                <a:lnTo>
                  <a:pt x="492728" y="2602595"/>
                </a:lnTo>
                <a:lnTo>
                  <a:pt x="492572" y="2602556"/>
                </a:lnTo>
                <a:lnTo>
                  <a:pt x="492420" y="2602513"/>
                </a:lnTo>
                <a:lnTo>
                  <a:pt x="492271" y="2602466"/>
                </a:lnTo>
                <a:lnTo>
                  <a:pt x="492124" y="2602415"/>
                </a:lnTo>
                <a:lnTo>
                  <a:pt x="491981" y="2602359"/>
                </a:lnTo>
                <a:lnTo>
                  <a:pt x="491840" y="2602300"/>
                </a:lnTo>
                <a:lnTo>
                  <a:pt x="491702" y="2602236"/>
                </a:lnTo>
                <a:lnTo>
                  <a:pt x="491568" y="2602168"/>
                </a:lnTo>
                <a:lnTo>
                  <a:pt x="491436" y="2602096"/>
                </a:lnTo>
                <a:lnTo>
                  <a:pt x="491307" y="2602020"/>
                </a:lnTo>
                <a:lnTo>
                  <a:pt x="491181" y="2601940"/>
                </a:lnTo>
                <a:lnTo>
                  <a:pt x="491058" y="2601856"/>
                </a:lnTo>
                <a:lnTo>
                  <a:pt x="490938" y="2601767"/>
                </a:lnTo>
                <a:lnTo>
                  <a:pt x="490821" y="2601675"/>
                </a:lnTo>
                <a:lnTo>
                  <a:pt x="490707" y="2601578"/>
                </a:lnTo>
                <a:lnTo>
                  <a:pt x="490596" y="2601477"/>
                </a:lnTo>
                <a:lnTo>
                  <a:pt x="490491" y="2601371"/>
                </a:lnTo>
                <a:lnTo>
                  <a:pt x="490390" y="2601259"/>
                </a:lnTo>
                <a:lnTo>
                  <a:pt x="490294" y="2601142"/>
                </a:lnTo>
                <a:lnTo>
                  <a:pt x="490202" y="2601019"/>
                </a:lnTo>
                <a:lnTo>
                  <a:pt x="490115" y="2600892"/>
                </a:lnTo>
                <a:lnTo>
                  <a:pt x="490033" y="2600759"/>
                </a:lnTo>
                <a:lnTo>
                  <a:pt x="489955" y="2600620"/>
                </a:lnTo>
                <a:lnTo>
                  <a:pt x="489883" y="2600477"/>
                </a:lnTo>
                <a:lnTo>
                  <a:pt x="489815" y="2600328"/>
                </a:lnTo>
                <a:lnTo>
                  <a:pt x="489751" y="2600174"/>
                </a:lnTo>
                <a:lnTo>
                  <a:pt x="489692" y="2600015"/>
                </a:lnTo>
                <a:lnTo>
                  <a:pt x="489638" y="2599850"/>
                </a:lnTo>
                <a:lnTo>
                  <a:pt x="489589" y="2599680"/>
                </a:lnTo>
                <a:lnTo>
                  <a:pt x="489545" y="2599505"/>
                </a:lnTo>
                <a:lnTo>
                  <a:pt x="489505" y="2599324"/>
                </a:lnTo>
                <a:lnTo>
                  <a:pt x="489469" y="2599139"/>
                </a:lnTo>
                <a:lnTo>
                  <a:pt x="489439" y="2598947"/>
                </a:lnTo>
                <a:lnTo>
                  <a:pt x="489413" y="2598751"/>
                </a:lnTo>
                <a:lnTo>
                  <a:pt x="489392" y="2598549"/>
                </a:lnTo>
                <a:lnTo>
                  <a:pt x="489375" y="2598343"/>
                </a:lnTo>
                <a:lnTo>
                  <a:pt x="489364" y="2598130"/>
                </a:lnTo>
                <a:lnTo>
                  <a:pt x="489357" y="2597913"/>
                </a:lnTo>
                <a:lnTo>
                  <a:pt x="489354" y="2597690"/>
                </a:lnTo>
                <a:lnTo>
                  <a:pt x="489354" y="2551873"/>
                </a:lnTo>
                <a:lnTo>
                  <a:pt x="489339" y="2550758"/>
                </a:lnTo>
                <a:lnTo>
                  <a:pt x="489293" y="2549667"/>
                </a:lnTo>
                <a:lnTo>
                  <a:pt x="489217" y="2548600"/>
                </a:lnTo>
                <a:lnTo>
                  <a:pt x="489110" y="2547557"/>
                </a:lnTo>
                <a:lnTo>
                  <a:pt x="488973" y="2546538"/>
                </a:lnTo>
                <a:lnTo>
                  <a:pt x="488805" y="2545543"/>
                </a:lnTo>
                <a:lnTo>
                  <a:pt x="488606" y="2544573"/>
                </a:lnTo>
                <a:lnTo>
                  <a:pt x="488377" y="2543626"/>
                </a:lnTo>
                <a:lnTo>
                  <a:pt x="488118" y="2542703"/>
                </a:lnTo>
                <a:lnTo>
                  <a:pt x="487828" y="2541805"/>
                </a:lnTo>
                <a:lnTo>
                  <a:pt x="487507" y="2540931"/>
                </a:lnTo>
                <a:lnTo>
                  <a:pt x="487156" y="2540080"/>
                </a:lnTo>
                <a:lnTo>
                  <a:pt x="486775" y="2539254"/>
                </a:lnTo>
                <a:lnTo>
                  <a:pt x="486363" y="2538452"/>
                </a:lnTo>
                <a:lnTo>
                  <a:pt x="485920" y="2537674"/>
                </a:lnTo>
                <a:lnTo>
                  <a:pt x="485447" y="2536920"/>
                </a:lnTo>
                <a:lnTo>
                  <a:pt x="484943" y="2536190"/>
                </a:lnTo>
                <a:lnTo>
                  <a:pt x="484409" y="2535484"/>
                </a:lnTo>
                <a:lnTo>
                  <a:pt x="483844" y="2534802"/>
                </a:lnTo>
                <a:lnTo>
                  <a:pt x="483249" y="2534144"/>
                </a:lnTo>
                <a:lnTo>
                  <a:pt x="482623" y="2533511"/>
                </a:lnTo>
                <a:lnTo>
                  <a:pt x="481967" y="2532901"/>
                </a:lnTo>
                <a:lnTo>
                  <a:pt x="481280" y="2532315"/>
                </a:lnTo>
                <a:lnTo>
                  <a:pt x="480563" y="2531754"/>
                </a:lnTo>
                <a:lnTo>
                  <a:pt x="479830" y="2531216"/>
                </a:lnTo>
                <a:lnTo>
                  <a:pt x="479067" y="2530701"/>
                </a:lnTo>
                <a:lnTo>
                  <a:pt x="478275" y="2530208"/>
                </a:lnTo>
                <a:lnTo>
                  <a:pt x="477454" y="2529739"/>
                </a:lnTo>
                <a:lnTo>
                  <a:pt x="476603" y="2529293"/>
                </a:lnTo>
                <a:lnTo>
                  <a:pt x="475723" y="2528869"/>
                </a:lnTo>
                <a:lnTo>
                  <a:pt x="474814" y="2528469"/>
                </a:lnTo>
                <a:lnTo>
                  <a:pt x="473875" y="2528091"/>
                </a:lnTo>
                <a:lnTo>
                  <a:pt x="472907" y="2527736"/>
                </a:lnTo>
                <a:lnTo>
                  <a:pt x="471910" y="2527404"/>
                </a:lnTo>
                <a:lnTo>
                  <a:pt x="470883" y="2527095"/>
                </a:lnTo>
                <a:lnTo>
                  <a:pt x="469827" y="2526809"/>
                </a:lnTo>
                <a:lnTo>
                  <a:pt x="468742" y="2526545"/>
                </a:lnTo>
                <a:lnTo>
                  <a:pt x="467627" y="2526305"/>
                </a:lnTo>
                <a:lnTo>
                  <a:pt x="466483" y="2526087"/>
                </a:lnTo>
                <a:lnTo>
                  <a:pt x="465309" y="2525893"/>
                </a:lnTo>
                <a:lnTo>
                  <a:pt x="464106" y="2525721"/>
                </a:lnTo>
                <a:lnTo>
                  <a:pt x="462874" y="2525572"/>
                </a:lnTo>
                <a:lnTo>
                  <a:pt x="461613" y="2525446"/>
                </a:lnTo>
                <a:lnTo>
                  <a:pt x="460322" y="2525343"/>
                </a:lnTo>
                <a:lnTo>
                  <a:pt x="459001" y="2525263"/>
                </a:lnTo>
                <a:lnTo>
                  <a:pt x="457652" y="2525206"/>
                </a:lnTo>
                <a:lnTo>
                  <a:pt x="456273" y="2525172"/>
                </a:lnTo>
                <a:lnTo>
                  <a:pt x="454865" y="2525160"/>
                </a:lnTo>
                <a:lnTo>
                  <a:pt x="453537" y="2525172"/>
                </a:lnTo>
                <a:lnTo>
                  <a:pt x="452232" y="2525206"/>
                </a:lnTo>
                <a:lnTo>
                  <a:pt x="450950" y="2525263"/>
                </a:lnTo>
                <a:lnTo>
                  <a:pt x="449689" y="2525343"/>
                </a:lnTo>
                <a:lnTo>
                  <a:pt x="448451" y="2525446"/>
                </a:lnTo>
                <a:lnTo>
                  <a:pt x="447235" y="2525572"/>
                </a:lnTo>
                <a:lnTo>
                  <a:pt x="446042" y="2525721"/>
                </a:lnTo>
                <a:lnTo>
                  <a:pt x="444871" y="2525893"/>
                </a:lnTo>
                <a:lnTo>
                  <a:pt x="443722" y="2526087"/>
                </a:lnTo>
                <a:lnTo>
                  <a:pt x="442595" y="2526305"/>
                </a:lnTo>
                <a:lnTo>
                  <a:pt x="441491" y="2526545"/>
                </a:lnTo>
                <a:lnTo>
                  <a:pt x="440409" y="2526809"/>
                </a:lnTo>
                <a:lnTo>
                  <a:pt x="439350" y="2527095"/>
                </a:lnTo>
                <a:lnTo>
                  <a:pt x="438312" y="2527404"/>
                </a:lnTo>
                <a:lnTo>
                  <a:pt x="437297" y="2527736"/>
                </a:lnTo>
                <a:lnTo>
                  <a:pt x="436305" y="2528091"/>
                </a:lnTo>
                <a:lnTo>
                  <a:pt x="435334" y="2528469"/>
                </a:lnTo>
                <a:lnTo>
                  <a:pt x="434386" y="2528869"/>
                </a:lnTo>
                <a:lnTo>
                  <a:pt x="433461" y="2529293"/>
                </a:lnTo>
                <a:lnTo>
                  <a:pt x="432557" y="2529739"/>
                </a:lnTo>
                <a:lnTo>
                  <a:pt x="431676" y="2530208"/>
                </a:lnTo>
                <a:lnTo>
                  <a:pt x="430817" y="2530701"/>
                </a:lnTo>
                <a:lnTo>
                  <a:pt x="429981" y="2531216"/>
                </a:lnTo>
                <a:lnTo>
                  <a:pt x="429166" y="2531754"/>
                </a:lnTo>
                <a:lnTo>
                  <a:pt x="428394" y="2532311"/>
                </a:lnTo>
                <a:lnTo>
                  <a:pt x="427654" y="2532884"/>
                </a:lnTo>
                <a:lnTo>
                  <a:pt x="426947" y="2533474"/>
                </a:lnTo>
                <a:lnTo>
                  <a:pt x="426273" y="2534078"/>
                </a:lnTo>
                <a:lnTo>
                  <a:pt x="425632" y="2534699"/>
                </a:lnTo>
                <a:lnTo>
                  <a:pt x="425024" y="2535336"/>
                </a:lnTo>
                <a:lnTo>
                  <a:pt x="424449" y="2535988"/>
                </a:lnTo>
                <a:lnTo>
                  <a:pt x="423907" y="2536657"/>
                </a:lnTo>
                <a:lnTo>
                  <a:pt x="423397" y="2537341"/>
                </a:lnTo>
                <a:lnTo>
                  <a:pt x="422920" y="2538041"/>
                </a:lnTo>
                <a:lnTo>
                  <a:pt x="422477" y="2538757"/>
                </a:lnTo>
                <a:lnTo>
                  <a:pt x="422066" y="2539489"/>
                </a:lnTo>
                <a:lnTo>
                  <a:pt x="421688" y="2540236"/>
                </a:lnTo>
                <a:lnTo>
                  <a:pt x="421342" y="2541000"/>
                </a:lnTo>
                <a:lnTo>
                  <a:pt x="421030" y="2541779"/>
                </a:lnTo>
                <a:lnTo>
                  <a:pt x="420751" y="2542574"/>
                </a:lnTo>
                <a:lnTo>
                  <a:pt x="420504" y="2543385"/>
                </a:lnTo>
                <a:lnTo>
                  <a:pt x="420290" y="2544212"/>
                </a:lnTo>
                <a:lnTo>
                  <a:pt x="420110" y="2545055"/>
                </a:lnTo>
                <a:lnTo>
                  <a:pt x="419962" y="2545913"/>
                </a:lnTo>
                <a:lnTo>
                  <a:pt x="419847" y="2546788"/>
                </a:lnTo>
                <a:lnTo>
                  <a:pt x="419764" y="2547678"/>
                </a:lnTo>
                <a:lnTo>
                  <a:pt x="419715" y="2548584"/>
                </a:lnTo>
                <a:lnTo>
                  <a:pt x="419699" y="2549506"/>
                </a:lnTo>
                <a:lnTo>
                  <a:pt x="419698" y="2549533"/>
                </a:lnTo>
                <a:lnTo>
                  <a:pt x="419697" y="2549557"/>
                </a:lnTo>
                <a:lnTo>
                  <a:pt x="419696" y="2549580"/>
                </a:lnTo>
                <a:lnTo>
                  <a:pt x="419694" y="2549600"/>
                </a:lnTo>
                <a:lnTo>
                  <a:pt x="419691" y="2549617"/>
                </a:lnTo>
                <a:lnTo>
                  <a:pt x="419688" y="2549633"/>
                </a:lnTo>
                <a:lnTo>
                  <a:pt x="419684" y="2549646"/>
                </a:lnTo>
                <a:lnTo>
                  <a:pt x="419680" y="2549656"/>
                </a:lnTo>
                <a:lnTo>
                  <a:pt x="419675" y="2549664"/>
                </a:lnTo>
                <a:lnTo>
                  <a:pt x="419669" y="2549670"/>
                </a:lnTo>
                <a:lnTo>
                  <a:pt x="419663" y="2549674"/>
                </a:lnTo>
                <a:lnTo>
                  <a:pt x="419656" y="2549675"/>
                </a:lnTo>
                <a:lnTo>
                  <a:pt x="419649" y="2549674"/>
                </a:lnTo>
                <a:lnTo>
                  <a:pt x="419641" y="2549670"/>
                </a:lnTo>
                <a:lnTo>
                  <a:pt x="419633" y="2549664"/>
                </a:lnTo>
                <a:lnTo>
                  <a:pt x="419623" y="2549656"/>
                </a:lnTo>
                <a:lnTo>
                  <a:pt x="419614" y="2549646"/>
                </a:lnTo>
                <a:lnTo>
                  <a:pt x="419604" y="2549633"/>
                </a:lnTo>
                <a:lnTo>
                  <a:pt x="419593" y="2549617"/>
                </a:lnTo>
                <a:lnTo>
                  <a:pt x="419581" y="2549600"/>
                </a:lnTo>
                <a:lnTo>
                  <a:pt x="419569" y="2549580"/>
                </a:lnTo>
                <a:lnTo>
                  <a:pt x="419557" y="2549557"/>
                </a:lnTo>
                <a:lnTo>
                  <a:pt x="419543" y="2549533"/>
                </a:lnTo>
                <a:lnTo>
                  <a:pt x="419530" y="2549506"/>
                </a:lnTo>
                <a:lnTo>
                  <a:pt x="419530" y="2549541"/>
                </a:lnTo>
                <a:lnTo>
                  <a:pt x="419530" y="2549606"/>
                </a:lnTo>
                <a:lnTo>
                  <a:pt x="419530" y="2549675"/>
                </a:lnTo>
                <a:lnTo>
                  <a:pt x="419544" y="2549748"/>
                </a:lnTo>
                <a:lnTo>
                  <a:pt x="419559" y="2549829"/>
                </a:lnTo>
                <a:lnTo>
                  <a:pt x="419574" y="2549915"/>
                </a:lnTo>
                <a:lnTo>
                  <a:pt x="419591" y="2550008"/>
                </a:lnTo>
                <a:lnTo>
                  <a:pt x="419607" y="2550108"/>
                </a:lnTo>
                <a:lnTo>
                  <a:pt x="419625" y="2550214"/>
                </a:lnTo>
                <a:close/>
                <a:moveTo>
                  <a:pt x="444174" y="2602456"/>
                </a:moveTo>
                <a:lnTo>
                  <a:pt x="443623" y="2602344"/>
                </a:lnTo>
                <a:lnTo>
                  <a:pt x="443087" y="2602221"/>
                </a:lnTo>
                <a:lnTo>
                  <a:pt x="442565" y="2602086"/>
                </a:lnTo>
                <a:lnTo>
                  <a:pt x="442058" y="2601939"/>
                </a:lnTo>
                <a:lnTo>
                  <a:pt x="441566" y="2601780"/>
                </a:lnTo>
                <a:lnTo>
                  <a:pt x="441088" y="2601610"/>
                </a:lnTo>
                <a:lnTo>
                  <a:pt x="440625" y="2601428"/>
                </a:lnTo>
                <a:lnTo>
                  <a:pt x="440177" y="2601234"/>
                </a:lnTo>
                <a:lnTo>
                  <a:pt x="439744" y="2601029"/>
                </a:lnTo>
                <a:lnTo>
                  <a:pt x="439325" y="2600812"/>
                </a:lnTo>
                <a:lnTo>
                  <a:pt x="438921" y="2600583"/>
                </a:lnTo>
                <a:lnTo>
                  <a:pt x="438531" y="2600342"/>
                </a:lnTo>
                <a:lnTo>
                  <a:pt x="438156" y="2600090"/>
                </a:lnTo>
                <a:lnTo>
                  <a:pt x="437796" y="2599826"/>
                </a:lnTo>
                <a:lnTo>
                  <a:pt x="437451" y="2599550"/>
                </a:lnTo>
                <a:lnTo>
                  <a:pt x="437133" y="2599262"/>
                </a:lnTo>
                <a:lnTo>
                  <a:pt x="436830" y="2598963"/>
                </a:lnTo>
                <a:lnTo>
                  <a:pt x="436539" y="2598652"/>
                </a:lnTo>
                <a:lnTo>
                  <a:pt x="436263" y="2598329"/>
                </a:lnTo>
                <a:lnTo>
                  <a:pt x="435999" y="2597994"/>
                </a:lnTo>
                <a:lnTo>
                  <a:pt x="435749" y="2597648"/>
                </a:lnTo>
                <a:lnTo>
                  <a:pt x="435513" y="2597290"/>
                </a:lnTo>
                <a:lnTo>
                  <a:pt x="435290" y="2596920"/>
                </a:lnTo>
                <a:lnTo>
                  <a:pt x="435081" y="2596538"/>
                </a:lnTo>
                <a:lnTo>
                  <a:pt x="434885" y="2596145"/>
                </a:lnTo>
                <a:lnTo>
                  <a:pt x="434703" y="2595740"/>
                </a:lnTo>
                <a:lnTo>
                  <a:pt x="434534" y="2595323"/>
                </a:lnTo>
                <a:lnTo>
                  <a:pt x="434379" y="2594894"/>
                </a:lnTo>
                <a:lnTo>
                  <a:pt x="434237" y="2594454"/>
                </a:lnTo>
                <a:lnTo>
                  <a:pt x="434109" y="2594002"/>
                </a:lnTo>
                <a:lnTo>
                  <a:pt x="433994" y="2593538"/>
                </a:lnTo>
                <a:lnTo>
                  <a:pt x="433893" y="2593063"/>
                </a:lnTo>
                <a:lnTo>
                  <a:pt x="433805" y="2592576"/>
                </a:lnTo>
                <a:lnTo>
                  <a:pt x="433731" y="2592077"/>
                </a:lnTo>
                <a:lnTo>
                  <a:pt x="433670" y="2591566"/>
                </a:lnTo>
                <a:lnTo>
                  <a:pt x="433623" y="2591044"/>
                </a:lnTo>
                <a:lnTo>
                  <a:pt x="433589" y="2590509"/>
                </a:lnTo>
                <a:lnTo>
                  <a:pt x="433569" y="2589963"/>
                </a:lnTo>
                <a:lnTo>
                  <a:pt x="433562" y="2589406"/>
                </a:lnTo>
                <a:lnTo>
                  <a:pt x="433568" y="2588862"/>
                </a:lnTo>
                <a:lnTo>
                  <a:pt x="433587" y="2588328"/>
                </a:lnTo>
                <a:lnTo>
                  <a:pt x="433618" y="2587805"/>
                </a:lnTo>
                <a:lnTo>
                  <a:pt x="433661" y="2587292"/>
                </a:lnTo>
                <a:lnTo>
                  <a:pt x="433716" y="2586790"/>
                </a:lnTo>
                <a:lnTo>
                  <a:pt x="433784" y="2586299"/>
                </a:lnTo>
                <a:lnTo>
                  <a:pt x="433864" y="2585818"/>
                </a:lnTo>
                <a:lnTo>
                  <a:pt x="433957" y="2585348"/>
                </a:lnTo>
                <a:lnTo>
                  <a:pt x="434061" y="2584888"/>
                </a:lnTo>
                <a:lnTo>
                  <a:pt x="434179" y="2584439"/>
                </a:lnTo>
                <a:lnTo>
                  <a:pt x="434308" y="2584001"/>
                </a:lnTo>
                <a:lnTo>
                  <a:pt x="434450" y="2583573"/>
                </a:lnTo>
                <a:lnTo>
                  <a:pt x="434604" y="2583155"/>
                </a:lnTo>
                <a:lnTo>
                  <a:pt x="434770" y="2582749"/>
                </a:lnTo>
                <a:lnTo>
                  <a:pt x="434949" y="2582352"/>
                </a:lnTo>
                <a:lnTo>
                  <a:pt x="435140" y="2581967"/>
                </a:lnTo>
                <a:lnTo>
                  <a:pt x="435343" y="2581592"/>
                </a:lnTo>
                <a:lnTo>
                  <a:pt x="435559" y="2581227"/>
                </a:lnTo>
                <a:lnTo>
                  <a:pt x="435787" y="2580873"/>
                </a:lnTo>
                <a:lnTo>
                  <a:pt x="436028" y="2580530"/>
                </a:lnTo>
                <a:lnTo>
                  <a:pt x="436280" y="2580197"/>
                </a:lnTo>
                <a:lnTo>
                  <a:pt x="436545" y="2579874"/>
                </a:lnTo>
                <a:lnTo>
                  <a:pt x="436823" y="2579563"/>
                </a:lnTo>
                <a:lnTo>
                  <a:pt x="437113" y="2579262"/>
                </a:lnTo>
                <a:lnTo>
                  <a:pt x="437431" y="2578956"/>
                </a:lnTo>
                <a:lnTo>
                  <a:pt x="437765" y="2578657"/>
                </a:lnTo>
                <a:lnTo>
                  <a:pt x="438116" y="2578366"/>
                </a:lnTo>
                <a:lnTo>
                  <a:pt x="438484" y="2578083"/>
                </a:lnTo>
                <a:lnTo>
                  <a:pt x="438868" y="2577807"/>
                </a:lnTo>
                <a:lnTo>
                  <a:pt x="439268" y="2577539"/>
                </a:lnTo>
                <a:lnTo>
                  <a:pt x="439685" y="2577279"/>
                </a:lnTo>
                <a:lnTo>
                  <a:pt x="440118" y="2577026"/>
                </a:lnTo>
                <a:lnTo>
                  <a:pt x="440568" y="2576781"/>
                </a:lnTo>
                <a:lnTo>
                  <a:pt x="441034" y="2576544"/>
                </a:lnTo>
                <a:lnTo>
                  <a:pt x="441517" y="2576314"/>
                </a:lnTo>
                <a:lnTo>
                  <a:pt x="442015" y="2576092"/>
                </a:lnTo>
                <a:lnTo>
                  <a:pt x="442531" y="2575877"/>
                </a:lnTo>
                <a:lnTo>
                  <a:pt x="443063" y="2575670"/>
                </a:lnTo>
                <a:lnTo>
                  <a:pt x="443611" y="2575471"/>
                </a:lnTo>
                <a:lnTo>
                  <a:pt x="444176" y="2575279"/>
                </a:lnTo>
                <a:lnTo>
                  <a:pt x="444757" y="2575095"/>
                </a:lnTo>
                <a:lnTo>
                  <a:pt x="445355" y="2574919"/>
                </a:lnTo>
                <a:lnTo>
                  <a:pt x="445969" y="2574750"/>
                </a:lnTo>
                <a:lnTo>
                  <a:pt x="446599" y="2574589"/>
                </a:lnTo>
                <a:lnTo>
                  <a:pt x="447246" y="2574435"/>
                </a:lnTo>
                <a:lnTo>
                  <a:pt x="447909" y="2574289"/>
                </a:lnTo>
                <a:lnTo>
                  <a:pt x="448589" y="2574151"/>
                </a:lnTo>
                <a:lnTo>
                  <a:pt x="449285" y="2574021"/>
                </a:lnTo>
                <a:lnTo>
                  <a:pt x="450014" y="2573883"/>
                </a:lnTo>
                <a:lnTo>
                  <a:pt x="450764" y="2573751"/>
                </a:lnTo>
                <a:lnTo>
                  <a:pt x="451533" y="2573624"/>
                </a:lnTo>
                <a:lnTo>
                  <a:pt x="452324" y="2573504"/>
                </a:lnTo>
                <a:lnTo>
                  <a:pt x="453135" y="2573390"/>
                </a:lnTo>
                <a:lnTo>
                  <a:pt x="453966" y="2573281"/>
                </a:lnTo>
                <a:lnTo>
                  <a:pt x="454819" y="2573178"/>
                </a:lnTo>
                <a:lnTo>
                  <a:pt x="455691" y="2573081"/>
                </a:lnTo>
                <a:lnTo>
                  <a:pt x="456584" y="2572990"/>
                </a:lnTo>
                <a:lnTo>
                  <a:pt x="457498" y="2572905"/>
                </a:lnTo>
                <a:lnTo>
                  <a:pt x="458432" y="2572826"/>
                </a:lnTo>
                <a:lnTo>
                  <a:pt x="459387" y="2572753"/>
                </a:lnTo>
                <a:lnTo>
                  <a:pt x="460363" y="2572685"/>
                </a:lnTo>
                <a:lnTo>
                  <a:pt x="461358" y="2572623"/>
                </a:lnTo>
                <a:lnTo>
                  <a:pt x="462375" y="2572568"/>
                </a:lnTo>
                <a:lnTo>
                  <a:pt x="463412" y="2572518"/>
                </a:lnTo>
                <a:lnTo>
                  <a:pt x="464469" y="2572474"/>
                </a:lnTo>
                <a:lnTo>
                  <a:pt x="465548" y="2572436"/>
                </a:lnTo>
                <a:lnTo>
                  <a:pt x="466646" y="2572403"/>
                </a:lnTo>
                <a:lnTo>
                  <a:pt x="467765" y="2572377"/>
                </a:lnTo>
                <a:lnTo>
                  <a:pt x="468905" y="2572356"/>
                </a:lnTo>
                <a:lnTo>
                  <a:pt x="470065" y="2572342"/>
                </a:lnTo>
                <a:lnTo>
                  <a:pt x="471246" y="2572333"/>
                </a:lnTo>
                <a:lnTo>
                  <a:pt x="472448" y="2572330"/>
                </a:lnTo>
                <a:lnTo>
                  <a:pt x="472448" y="2577571"/>
                </a:lnTo>
                <a:lnTo>
                  <a:pt x="472443" y="2578160"/>
                </a:lnTo>
                <a:lnTo>
                  <a:pt x="472430" y="2578745"/>
                </a:lnTo>
                <a:lnTo>
                  <a:pt x="472408" y="2579325"/>
                </a:lnTo>
                <a:lnTo>
                  <a:pt x="472377" y="2579900"/>
                </a:lnTo>
                <a:lnTo>
                  <a:pt x="472338" y="2580471"/>
                </a:lnTo>
                <a:lnTo>
                  <a:pt x="472289" y="2581037"/>
                </a:lnTo>
                <a:lnTo>
                  <a:pt x="472232" y="2581598"/>
                </a:lnTo>
                <a:lnTo>
                  <a:pt x="472166" y="2582155"/>
                </a:lnTo>
                <a:lnTo>
                  <a:pt x="472091" y="2582706"/>
                </a:lnTo>
                <a:lnTo>
                  <a:pt x="472007" y="2583254"/>
                </a:lnTo>
                <a:lnTo>
                  <a:pt x="471915" y="2583796"/>
                </a:lnTo>
                <a:lnTo>
                  <a:pt x="471814" y="2584334"/>
                </a:lnTo>
                <a:lnTo>
                  <a:pt x="471704" y="2584867"/>
                </a:lnTo>
                <a:lnTo>
                  <a:pt x="471585" y="2585395"/>
                </a:lnTo>
                <a:lnTo>
                  <a:pt x="471457" y="2585919"/>
                </a:lnTo>
                <a:lnTo>
                  <a:pt x="471320" y="2586438"/>
                </a:lnTo>
                <a:lnTo>
                  <a:pt x="471175" y="2586952"/>
                </a:lnTo>
                <a:lnTo>
                  <a:pt x="471021" y="2587461"/>
                </a:lnTo>
                <a:lnTo>
                  <a:pt x="470858" y="2587966"/>
                </a:lnTo>
                <a:lnTo>
                  <a:pt x="470686" y="2588466"/>
                </a:lnTo>
                <a:lnTo>
                  <a:pt x="470506" y="2588962"/>
                </a:lnTo>
                <a:lnTo>
                  <a:pt x="470317" y="2589453"/>
                </a:lnTo>
                <a:lnTo>
                  <a:pt x="470119" y="2589939"/>
                </a:lnTo>
                <a:lnTo>
                  <a:pt x="469912" y="2590420"/>
                </a:lnTo>
                <a:lnTo>
                  <a:pt x="469710" y="2590895"/>
                </a:lnTo>
                <a:lnTo>
                  <a:pt x="469498" y="2591362"/>
                </a:lnTo>
                <a:lnTo>
                  <a:pt x="469278" y="2591820"/>
                </a:lnTo>
                <a:lnTo>
                  <a:pt x="469047" y="2592270"/>
                </a:lnTo>
                <a:lnTo>
                  <a:pt x="468808" y="2592712"/>
                </a:lnTo>
                <a:lnTo>
                  <a:pt x="468559" y="2593146"/>
                </a:lnTo>
                <a:lnTo>
                  <a:pt x="468301" y="2593572"/>
                </a:lnTo>
                <a:lnTo>
                  <a:pt x="468033" y="2593989"/>
                </a:lnTo>
                <a:lnTo>
                  <a:pt x="467756" y="2594398"/>
                </a:lnTo>
                <a:lnTo>
                  <a:pt x="467469" y="2594799"/>
                </a:lnTo>
                <a:lnTo>
                  <a:pt x="467174" y="2595192"/>
                </a:lnTo>
                <a:lnTo>
                  <a:pt x="466868" y="2595577"/>
                </a:lnTo>
                <a:lnTo>
                  <a:pt x="466554" y="2595953"/>
                </a:lnTo>
                <a:lnTo>
                  <a:pt x="466230" y="2596321"/>
                </a:lnTo>
                <a:lnTo>
                  <a:pt x="465896" y="2596681"/>
                </a:lnTo>
                <a:lnTo>
                  <a:pt x="465553" y="2597032"/>
                </a:lnTo>
                <a:lnTo>
                  <a:pt x="465201" y="2597376"/>
                </a:lnTo>
                <a:lnTo>
                  <a:pt x="464840" y="2597711"/>
                </a:lnTo>
                <a:lnTo>
                  <a:pt x="464469" y="2598038"/>
                </a:lnTo>
                <a:lnTo>
                  <a:pt x="464088" y="2598357"/>
                </a:lnTo>
                <a:lnTo>
                  <a:pt x="463698" y="2598667"/>
                </a:lnTo>
                <a:lnTo>
                  <a:pt x="463299" y="2598970"/>
                </a:lnTo>
                <a:lnTo>
                  <a:pt x="462891" y="2599264"/>
                </a:lnTo>
                <a:lnTo>
                  <a:pt x="462473" y="2599550"/>
                </a:lnTo>
                <a:lnTo>
                  <a:pt x="462059" y="2599826"/>
                </a:lnTo>
                <a:lnTo>
                  <a:pt x="461635" y="2600090"/>
                </a:lnTo>
                <a:lnTo>
                  <a:pt x="461202" y="2600342"/>
                </a:lnTo>
                <a:lnTo>
                  <a:pt x="460758" y="2600583"/>
                </a:lnTo>
                <a:lnTo>
                  <a:pt x="460305" y="2600812"/>
                </a:lnTo>
                <a:lnTo>
                  <a:pt x="459842" y="2601029"/>
                </a:lnTo>
                <a:lnTo>
                  <a:pt x="459368" y="2601234"/>
                </a:lnTo>
                <a:lnTo>
                  <a:pt x="458885" y="2601428"/>
                </a:lnTo>
                <a:lnTo>
                  <a:pt x="458391" y="2601610"/>
                </a:lnTo>
                <a:lnTo>
                  <a:pt x="457888" y="2601780"/>
                </a:lnTo>
                <a:lnTo>
                  <a:pt x="457374" y="2601939"/>
                </a:lnTo>
                <a:lnTo>
                  <a:pt x="456851" y="2602086"/>
                </a:lnTo>
                <a:lnTo>
                  <a:pt x="456318" y="2602221"/>
                </a:lnTo>
                <a:lnTo>
                  <a:pt x="455775" y="2602344"/>
                </a:lnTo>
                <a:lnTo>
                  <a:pt x="455221" y="2602456"/>
                </a:lnTo>
                <a:lnTo>
                  <a:pt x="454658" y="2602555"/>
                </a:lnTo>
                <a:lnTo>
                  <a:pt x="454085" y="2602643"/>
                </a:lnTo>
                <a:lnTo>
                  <a:pt x="453501" y="2602720"/>
                </a:lnTo>
                <a:lnTo>
                  <a:pt x="452908" y="2602784"/>
                </a:lnTo>
                <a:lnTo>
                  <a:pt x="452305" y="2602837"/>
                </a:lnTo>
                <a:lnTo>
                  <a:pt x="451692" y="2602878"/>
                </a:lnTo>
                <a:lnTo>
                  <a:pt x="451069" y="2602908"/>
                </a:lnTo>
                <a:lnTo>
                  <a:pt x="450436" y="2602925"/>
                </a:lnTo>
                <a:lnTo>
                  <a:pt x="449793" y="2602931"/>
                </a:lnTo>
                <a:lnTo>
                  <a:pt x="449110" y="2602925"/>
                </a:lnTo>
                <a:lnTo>
                  <a:pt x="448441" y="2602908"/>
                </a:lnTo>
                <a:lnTo>
                  <a:pt x="447788" y="2602878"/>
                </a:lnTo>
                <a:lnTo>
                  <a:pt x="447149" y="2602837"/>
                </a:lnTo>
                <a:lnTo>
                  <a:pt x="446524" y="2602784"/>
                </a:lnTo>
                <a:lnTo>
                  <a:pt x="445915" y="2602720"/>
                </a:lnTo>
                <a:lnTo>
                  <a:pt x="445320" y="2602643"/>
                </a:lnTo>
                <a:lnTo>
                  <a:pt x="444739" y="2602555"/>
                </a:lnTo>
                <a:lnTo>
                  <a:pt x="444174" y="2602456"/>
                </a:lnTo>
                <a:close/>
                <a:moveTo>
                  <a:pt x="349433" y="2746416"/>
                </a:moveTo>
                <a:lnTo>
                  <a:pt x="334893" y="2746416"/>
                </a:lnTo>
                <a:lnTo>
                  <a:pt x="334893" y="2771269"/>
                </a:lnTo>
                <a:lnTo>
                  <a:pt x="338782" y="2793416"/>
                </a:lnTo>
                <a:lnTo>
                  <a:pt x="345544" y="2793416"/>
                </a:lnTo>
                <a:lnTo>
                  <a:pt x="349433" y="2771269"/>
                </a:lnTo>
                <a:lnTo>
                  <a:pt x="349433" y="2746416"/>
                </a:lnTo>
                <a:close/>
                <a:moveTo>
                  <a:pt x="374624" y="2771269"/>
                </a:moveTo>
                <a:lnTo>
                  <a:pt x="374624" y="2746416"/>
                </a:lnTo>
                <a:lnTo>
                  <a:pt x="360084" y="2746416"/>
                </a:lnTo>
                <a:lnTo>
                  <a:pt x="360084" y="2771269"/>
                </a:lnTo>
                <a:lnTo>
                  <a:pt x="363973" y="2793416"/>
                </a:lnTo>
                <a:lnTo>
                  <a:pt x="370735" y="2793416"/>
                </a:lnTo>
                <a:lnTo>
                  <a:pt x="374624" y="2771269"/>
                </a:lnTo>
                <a:close/>
                <a:moveTo>
                  <a:pt x="435760" y="2823341"/>
                </a:moveTo>
                <a:lnTo>
                  <a:pt x="435760" y="2740667"/>
                </a:lnTo>
                <a:lnTo>
                  <a:pt x="418853" y="2740667"/>
                </a:lnTo>
                <a:lnTo>
                  <a:pt x="418853" y="2862396"/>
                </a:lnTo>
                <a:lnTo>
                  <a:pt x="435760" y="2862396"/>
                </a:lnTo>
                <a:lnTo>
                  <a:pt x="435760" y="2841600"/>
                </a:lnTo>
                <a:lnTo>
                  <a:pt x="449454" y="2828075"/>
                </a:lnTo>
                <a:lnTo>
                  <a:pt x="477012" y="2862396"/>
                </a:lnTo>
                <a:lnTo>
                  <a:pt x="497639" y="2862396"/>
                </a:lnTo>
                <a:lnTo>
                  <a:pt x="461289" y="2816240"/>
                </a:lnTo>
                <a:lnTo>
                  <a:pt x="495610" y="2776002"/>
                </a:lnTo>
                <a:lnTo>
                  <a:pt x="475660" y="2776002"/>
                </a:lnTo>
                <a:lnTo>
                  <a:pt x="435760" y="2823341"/>
                </a:lnTo>
                <a:close/>
                <a:moveTo>
                  <a:pt x="579570" y="2838726"/>
                </a:moveTo>
                <a:lnTo>
                  <a:pt x="566552" y="2776002"/>
                </a:lnTo>
                <a:lnTo>
                  <a:pt x="550491" y="2776002"/>
                </a:lnTo>
                <a:lnTo>
                  <a:pt x="536458" y="2838726"/>
                </a:lnTo>
                <a:lnTo>
                  <a:pt x="535782" y="2838726"/>
                </a:lnTo>
                <a:lnTo>
                  <a:pt x="520904" y="2776002"/>
                </a:lnTo>
                <a:lnTo>
                  <a:pt x="506871" y="2776002"/>
                </a:lnTo>
                <a:lnTo>
                  <a:pt x="526483" y="2862396"/>
                </a:lnTo>
                <a:lnTo>
                  <a:pt x="543390" y="2862396"/>
                </a:lnTo>
                <a:lnTo>
                  <a:pt x="558099" y="2797812"/>
                </a:lnTo>
                <a:lnTo>
                  <a:pt x="558775" y="2797812"/>
                </a:lnTo>
                <a:lnTo>
                  <a:pt x="572131" y="2862396"/>
                </a:lnTo>
                <a:lnTo>
                  <a:pt x="589207" y="2862396"/>
                </a:lnTo>
                <a:lnTo>
                  <a:pt x="608312" y="2776002"/>
                </a:lnTo>
                <a:lnTo>
                  <a:pt x="594786" y="2776002"/>
                </a:lnTo>
                <a:lnTo>
                  <a:pt x="580246" y="2838726"/>
                </a:lnTo>
                <a:lnTo>
                  <a:pt x="579570" y="2838726"/>
                </a:lnTo>
                <a:close/>
                <a:moveTo>
                  <a:pt x="552181" y="3020420"/>
                </a:moveTo>
                <a:lnTo>
                  <a:pt x="552181" y="2995567"/>
                </a:lnTo>
                <a:lnTo>
                  <a:pt x="537641" y="2995567"/>
                </a:lnTo>
                <a:lnTo>
                  <a:pt x="537641" y="3020420"/>
                </a:lnTo>
                <a:lnTo>
                  <a:pt x="541530" y="3042568"/>
                </a:lnTo>
                <a:lnTo>
                  <a:pt x="548293" y="3042568"/>
                </a:lnTo>
                <a:lnTo>
                  <a:pt x="552181" y="3020420"/>
                </a:lnTo>
                <a:close/>
                <a:moveTo>
                  <a:pt x="273250" y="3244719"/>
                </a:moveTo>
                <a:lnTo>
                  <a:pt x="258710" y="3244719"/>
                </a:lnTo>
                <a:lnTo>
                  <a:pt x="258710" y="3269572"/>
                </a:lnTo>
                <a:lnTo>
                  <a:pt x="262598" y="3291719"/>
                </a:lnTo>
                <a:lnTo>
                  <a:pt x="269361" y="3291719"/>
                </a:lnTo>
                <a:lnTo>
                  <a:pt x="273250" y="3269572"/>
                </a:lnTo>
                <a:lnTo>
                  <a:pt x="273250" y="3244719"/>
                </a:lnTo>
                <a:close/>
                <a:moveTo>
                  <a:pt x="248058" y="3244719"/>
                </a:moveTo>
                <a:lnTo>
                  <a:pt x="233519" y="3244719"/>
                </a:lnTo>
                <a:lnTo>
                  <a:pt x="233519" y="3269572"/>
                </a:lnTo>
                <a:lnTo>
                  <a:pt x="237407" y="3291719"/>
                </a:lnTo>
                <a:lnTo>
                  <a:pt x="244170" y="3291719"/>
                </a:lnTo>
                <a:lnTo>
                  <a:pt x="248058" y="3269572"/>
                </a:lnTo>
                <a:lnTo>
                  <a:pt x="248058" y="3244719"/>
                </a:lnTo>
                <a:close/>
                <a:moveTo>
                  <a:pt x="335728" y="3306534"/>
                </a:moveTo>
                <a:lnTo>
                  <a:pt x="335785" y="3305980"/>
                </a:lnTo>
                <a:lnTo>
                  <a:pt x="335851" y="3305433"/>
                </a:lnTo>
                <a:lnTo>
                  <a:pt x="335926" y="3304891"/>
                </a:lnTo>
                <a:lnTo>
                  <a:pt x="336010" y="3304355"/>
                </a:lnTo>
                <a:lnTo>
                  <a:pt x="336102" y="3303825"/>
                </a:lnTo>
                <a:lnTo>
                  <a:pt x="336203" y="3303301"/>
                </a:lnTo>
                <a:lnTo>
                  <a:pt x="336313" y="3302782"/>
                </a:lnTo>
                <a:lnTo>
                  <a:pt x="336432" y="3302270"/>
                </a:lnTo>
                <a:lnTo>
                  <a:pt x="336560" y="3301763"/>
                </a:lnTo>
                <a:lnTo>
                  <a:pt x="336696" y="3301262"/>
                </a:lnTo>
                <a:lnTo>
                  <a:pt x="336842" y="3300768"/>
                </a:lnTo>
                <a:lnTo>
                  <a:pt x="336996" y="3300279"/>
                </a:lnTo>
                <a:lnTo>
                  <a:pt x="337159" y="3299795"/>
                </a:lnTo>
                <a:lnTo>
                  <a:pt x="337330" y="3299318"/>
                </a:lnTo>
                <a:lnTo>
                  <a:pt x="337511" y="3298847"/>
                </a:lnTo>
                <a:lnTo>
                  <a:pt x="337700" y="3298381"/>
                </a:lnTo>
                <a:lnTo>
                  <a:pt x="337898" y="3297922"/>
                </a:lnTo>
                <a:lnTo>
                  <a:pt x="338105" y="3297468"/>
                </a:lnTo>
                <a:lnTo>
                  <a:pt x="338320" y="3297007"/>
                </a:lnTo>
                <a:lnTo>
                  <a:pt x="338542" y="3296556"/>
                </a:lnTo>
                <a:lnTo>
                  <a:pt x="338771" y="3296113"/>
                </a:lnTo>
                <a:lnTo>
                  <a:pt x="339007" y="3295679"/>
                </a:lnTo>
                <a:lnTo>
                  <a:pt x="339250" y="3295253"/>
                </a:lnTo>
                <a:lnTo>
                  <a:pt x="339500" y="3294837"/>
                </a:lnTo>
                <a:lnTo>
                  <a:pt x="339757" y="3294429"/>
                </a:lnTo>
                <a:lnTo>
                  <a:pt x="340021" y="3294030"/>
                </a:lnTo>
                <a:lnTo>
                  <a:pt x="340293" y="3293640"/>
                </a:lnTo>
                <a:lnTo>
                  <a:pt x="340571" y="3293259"/>
                </a:lnTo>
                <a:lnTo>
                  <a:pt x="340856" y="3292886"/>
                </a:lnTo>
                <a:lnTo>
                  <a:pt x="341148" y="3292523"/>
                </a:lnTo>
                <a:lnTo>
                  <a:pt x="341448" y="3292168"/>
                </a:lnTo>
                <a:lnTo>
                  <a:pt x="341754" y="3291822"/>
                </a:lnTo>
                <a:lnTo>
                  <a:pt x="342068" y="3291484"/>
                </a:lnTo>
                <a:lnTo>
                  <a:pt x="342388" y="3291156"/>
                </a:lnTo>
                <a:lnTo>
                  <a:pt x="342716" y="3290836"/>
                </a:lnTo>
                <a:lnTo>
                  <a:pt x="343050" y="3290525"/>
                </a:lnTo>
                <a:lnTo>
                  <a:pt x="343392" y="3290223"/>
                </a:lnTo>
                <a:lnTo>
                  <a:pt x="343741" y="3289930"/>
                </a:lnTo>
                <a:lnTo>
                  <a:pt x="344097" y="3289646"/>
                </a:lnTo>
                <a:lnTo>
                  <a:pt x="344459" y="3289370"/>
                </a:lnTo>
                <a:lnTo>
                  <a:pt x="344829" y="3289103"/>
                </a:lnTo>
                <a:lnTo>
                  <a:pt x="345206" y="3288845"/>
                </a:lnTo>
                <a:lnTo>
                  <a:pt x="345589" y="3288583"/>
                </a:lnTo>
                <a:lnTo>
                  <a:pt x="345979" y="3288332"/>
                </a:lnTo>
                <a:lnTo>
                  <a:pt x="346374" y="3288092"/>
                </a:lnTo>
                <a:lnTo>
                  <a:pt x="346775" y="3287864"/>
                </a:lnTo>
                <a:lnTo>
                  <a:pt x="347181" y="3287646"/>
                </a:lnTo>
                <a:lnTo>
                  <a:pt x="347594" y="3287440"/>
                </a:lnTo>
                <a:lnTo>
                  <a:pt x="348013" y="3287245"/>
                </a:lnTo>
                <a:lnTo>
                  <a:pt x="348437" y="3287061"/>
                </a:lnTo>
                <a:lnTo>
                  <a:pt x="348867" y="3286888"/>
                </a:lnTo>
                <a:lnTo>
                  <a:pt x="349304" y="3286726"/>
                </a:lnTo>
                <a:lnTo>
                  <a:pt x="349746" y="3286575"/>
                </a:lnTo>
                <a:lnTo>
                  <a:pt x="350194" y="3286436"/>
                </a:lnTo>
                <a:lnTo>
                  <a:pt x="350647" y="3286308"/>
                </a:lnTo>
                <a:lnTo>
                  <a:pt x="351107" y="3286191"/>
                </a:lnTo>
                <a:lnTo>
                  <a:pt x="351573" y="3286085"/>
                </a:lnTo>
                <a:lnTo>
                  <a:pt x="352044" y="3285990"/>
                </a:lnTo>
                <a:lnTo>
                  <a:pt x="352521" y="3285906"/>
                </a:lnTo>
                <a:lnTo>
                  <a:pt x="353004" y="3285834"/>
                </a:lnTo>
                <a:lnTo>
                  <a:pt x="353493" y="3285772"/>
                </a:lnTo>
                <a:lnTo>
                  <a:pt x="353988" y="3285722"/>
                </a:lnTo>
                <a:lnTo>
                  <a:pt x="354489" y="3285683"/>
                </a:lnTo>
                <a:lnTo>
                  <a:pt x="354996" y="3285655"/>
                </a:lnTo>
                <a:lnTo>
                  <a:pt x="355508" y="3285639"/>
                </a:lnTo>
                <a:lnTo>
                  <a:pt x="356026" y="3285633"/>
                </a:lnTo>
                <a:lnTo>
                  <a:pt x="356766" y="3285643"/>
                </a:lnTo>
                <a:lnTo>
                  <a:pt x="357492" y="3285672"/>
                </a:lnTo>
                <a:lnTo>
                  <a:pt x="358203" y="3285720"/>
                </a:lnTo>
                <a:lnTo>
                  <a:pt x="358900" y="3285788"/>
                </a:lnTo>
                <a:lnTo>
                  <a:pt x="359584" y="3285875"/>
                </a:lnTo>
                <a:lnTo>
                  <a:pt x="360253" y="3285982"/>
                </a:lnTo>
                <a:lnTo>
                  <a:pt x="360908" y="3286108"/>
                </a:lnTo>
                <a:lnTo>
                  <a:pt x="361549" y="3286253"/>
                </a:lnTo>
                <a:lnTo>
                  <a:pt x="362176" y="3286418"/>
                </a:lnTo>
                <a:lnTo>
                  <a:pt x="362789" y="3286602"/>
                </a:lnTo>
                <a:lnTo>
                  <a:pt x="363388" y="3286805"/>
                </a:lnTo>
                <a:lnTo>
                  <a:pt x="363973" y="3287028"/>
                </a:lnTo>
                <a:lnTo>
                  <a:pt x="364543" y="3287270"/>
                </a:lnTo>
                <a:lnTo>
                  <a:pt x="365100" y="3287532"/>
                </a:lnTo>
                <a:lnTo>
                  <a:pt x="365642" y="3287812"/>
                </a:lnTo>
                <a:lnTo>
                  <a:pt x="366170" y="3288113"/>
                </a:lnTo>
                <a:lnTo>
                  <a:pt x="366685" y="3288432"/>
                </a:lnTo>
                <a:lnTo>
                  <a:pt x="367185" y="3288771"/>
                </a:lnTo>
                <a:lnTo>
                  <a:pt x="367671" y="3289130"/>
                </a:lnTo>
                <a:lnTo>
                  <a:pt x="368143" y="3289508"/>
                </a:lnTo>
                <a:lnTo>
                  <a:pt x="368601" y="3289905"/>
                </a:lnTo>
                <a:lnTo>
                  <a:pt x="369045" y="3290321"/>
                </a:lnTo>
                <a:lnTo>
                  <a:pt x="369474" y="3290757"/>
                </a:lnTo>
                <a:lnTo>
                  <a:pt x="369890" y="3291212"/>
                </a:lnTo>
                <a:lnTo>
                  <a:pt x="370304" y="3291689"/>
                </a:lnTo>
                <a:lnTo>
                  <a:pt x="370700" y="3292188"/>
                </a:lnTo>
                <a:lnTo>
                  <a:pt x="371079" y="3292710"/>
                </a:lnTo>
                <a:lnTo>
                  <a:pt x="371440" y="3293255"/>
                </a:lnTo>
                <a:lnTo>
                  <a:pt x="371783" y="3293823"/>
                </a:lnTo>
                <a:lnTo>
                  <a:pt x="372109" y="3294414"/>
                </a:lnTo>
                <a:lnTo>
                  <a:pt x="372417" y="3295028"/>
                </a:lnTo>
                <a:lnTo>
                  <a:pt x="372708" y="3295664"/>
                </a:lnTo>
                <a:lnTo>
                  <a:pt x="372981" y="3296324"/>
                </a:lnTo>
                <a:lnTo>
                  <a:pt x="373236" y="3297006"/>
                </a:lnTo>
                <a:lnTo>
                  <a:pt x="373474" y="3297712"/>
                </a:lnTo>
                <a:lnTo>
                  <a:pt x="373694" y="3298440"/>
                </a:lnTo>
                <a:lnTo>
                  <a:pt x="373896" y="3299191"/>
                </a:lnTo>
                <a:lnTo>
                  <a:pt x="374081" y="3299965"/>
                </a:lnTo>
                <a:lnTo>
                  <a:pt x="374249" y="3300762"/>
                </a:lnTo>
                <a:lnTo>
                  <a:pt x="374398" y="3301582"/>
                </a:lnTo>
                <a:lnTo>
                  <a:pt x="374530" y="3302424"/>
                </a:lnTo>
                <a:lnTo>
                  <a:pt x="374645" y="3303290"/>
                </a:lnTo>
                <a:lnTo>
                  <a:pt x="374742" y="3304178"/>
                </a:lnTo>
                <a:lnTo>
                  <a:pt x="374821" y="3305090"/>
                </a:lnTo>
                <a:lnTo>
                  <a:pt x="374883" y="3306024"/>
                </a:lnTo>
                <a:lnTo>
                  <a:pt x="374927" y="3306981"/>
                </a:lnTo>
                <a:lnTo>
                  <a:pt x="374953" y="3307961"/>
                </a:lnTo>
                <a:lnTo>
                  <a:pt x="374962" y="3308964"/>
                </a:lnTo>
                <a:lnTo>
                  <a:pt x="374962" y="3360699"/>
                </a:lnTo>
                <a:lnTo>
                  <a:pt x="391869" y="3360699"/>
                </a:lnTo>
                <a:lnTo>
                  <a:pt x="391869" y="3304061"/>
                </a:lnTo>
                <a:lnTo>
                  <a:pt x="391854" y="3302778"/>
                </a:lnTo>
                <a:lnTo>
                  <a:pt x="391810" y="3301522"/>
                </a:lnTo>
                <a:lnTo>
                  <a:pt x="391737" y="3300292"/>
                </a:lnTo>
                <a:lnTo>
                  <a:pt x="391634" y="3299088"/>
                </a:lnTo>
                <a:lnTo>
                  <a:pt x="391502" y="3297911"/>
                </a:lnTo>
                <a:lnTo>
                  <a:pt x="391340" y="3296760"/>
                </a:lnTo>
                <a:lnTo>
                  <a:pt x="391149" y="3295635"/>
                </a:lnTo>
                <a:lnTo>
                  <a:pt x="390929" y="3294537"/>
                </a:lnTo>
                <a:lnTo>
                  <a:pt x="390680" y="3293466"/>
                </a:lnTo>
                <a:lnTo>
                  <a:pt x="390401" y="3292420"/>
                </a:lnTo>
                <a:lnTo>
                  <a:pt x="390093" y="3291402"/>
                </a:lnTo>
                <a:lnTo>
                  <a:pt x="389755" y="3290409"/>
                </a:lnTo>
                <a:lnTo>
                  <a:pt x="389388" y="3289443"/>
                </a:lnTo>
                <a:lnTo>
                  <a:pt x="388992" y="3288504"/>
                </a:lnTo>
                <a:lnTo>
                  <a:pt x="388567" y="3287590"/>
                </a:lnTo>
                <a:lnTo>
                  <a:pt x="388112" y="3286704"/>
                </a:lnTo>
                <a:lnTo>
                  <a:pt x="387627" y="3285843"/>
                </a:lnTo>
                <a:lnTo>
                  <a:pt x="387114" y="3285010"/>
                </a:lnTo>
                <a:lnTo>
                  <a:pt x="386571" y="3284202"/>
                </a:lnTo>
                <a:lnTo>
                  <a:pt x="385998" y="3283421"/>
                </a:lnTo>
                <a:lnTo>
                  <a:pt x="385396" y="3282666"/>
                </a:lnTo>
                <a:lnTo>
                  <a:pt x="384765" y="3281938"/>
                </a:lnTo>
                <a:lnTo>
                  <a:pt x="384105" y="3281236"/>
                </a:lnTo>
                <a:lnTo>
                  <a:pt x="383415" y="3280561"/>
                </a:lnTo>
                <a:lnTo>
                  <a:pt x="382701" y="3279913"/>
                </a:lnTo>
                <a:lnTo>
                  <a:pt x="381966" y="3279292"/>
                </a:lnTo>
                <a:lnTo>
                  <a:pt x="381212" y="3278699"/>
                </a:lnTo>
                <a:lnTo>
                  <a:pt x="380438" y="3278133"/>
                </a:lnTo>
                <a:lnTo>
                  <a:pt x="379644" y="3277595"/>
                </a:lnTo>
                <a:lnTo>
                  <a:pt x="378829" y="3277085"/>
                </a:lnTo>
                <a:lnTo>
                  <a:pt x="377995" y="3276602"/>
                </a:lnTo>
                <a:lnTo>
                  <a:pt x="377141" y="3276147"/>
                </a:lnTo>
                <a:lnTo>
                  <a:pt x="376267" y="3275719"/>
                </a:lnTo>
                <a:lnTo>
                  <a:pt x="375373" y="3275319"/>
                </a:lnTo>
                <a:lnTo>
                  <a:pt x="374459" y="3274946"/>
                </a:lnTo>
                <a:lnTo>
                  <a:pt x="373525" y="3274602"/>
                </a:lnTo>
                <a:lnTo>
                  <a:pt x="372571" y="3274284"/>
                </a:lnTo>
                <a:lnTo>
                  <a:pt x="371597" y="3273995"/>
                </a:lnTo>
                <a:lnTo>
                  <a:pt x="370603" y="3273732"/>
                </a:lnTo>
                <a:lnTo>
                  <a:pt x="369589" y="3273498"/>
                </a:lnTo>
                <a:lnTo>
                  <a:pt x="368556" y="3273291"/>
                </a:lnTo>
                <a:lnTo>
                  <a:pt x="367502" y="3273112"/>
                </a:lnTo>
                <a:lnTo>
                  <a:pt x="366428" y="3272960"/>
                </a:lnTo>
                <a:lnTo>
                  <a:pt x="365334" y="3272836"/>
                </a:lnTo>
                <a:lnTo>
                  <a:pt x="364221" y="3272739"/>
                </a:lnTo>
                <a:lnTo>
                  <a:pt x="363087" y="3272670"/>
                </a:lnTo>
                <a:lnTo>
                  <a:pt x="361934" y="3272629"/>
                </a:lnTo>
                <a:lnTo>
                  <a:pt x="360760" y="3272615"/>
                </a:lnTo>
                <a:lnTo>
                  <a:pt x="360044" y="3272621"/>
                </a:lnTo>
                <a:lnTo>
                  <a:pt x="359334" y="3272638"/>
                </a:lnTo>
                <a:lnTo>
                  <a:pt x="358628" y="3272668"/>
                </a:lnTo>
                <a:lnTo>
                  <a:pt x="357928" y="3272709"/>
                </a:lnTo>
                <a:lnTo>
                  <a:pt x="357234" y="3272762"/>
                </a:lnTo>
                <a:lnTo>
                  <a:pt x="356544" y="3272826"/>
                </a:lnTo>
                <a:lnTo>
                  <a:pt x="355860" y="3272903"/>
                </a:lnTo>
                <a:lnTo>
                  <a:pt x="355181" y="3272991"/>
                </a:lnTo>
                <a:lnTo>
                  <a:pt x="354507" y="3273090"/>
                </a:lnTo>
                <a:lnTo>
                  <a:pt x="353839" y="3273202"/>
                </a:lnTo>
                <a:lnTo>
                  <a:pt x="353176" y="3273325"/>
                </a:lnTo>
                <a:lnTo>
                  <a:pt x="352518" y="3273460"/>
                </a:lnTo>
                <a:lnTo>
                  <a:pt x="351866" y="3273607"/>
                </a:lnTo>
                <a:lnTo>
                  <a:pt x="351219" y="3273765"/>
                </a:lnTo>
                <a:lnTo>
                  <a:pt x="350577" y="3273936"/>
                </a:lnTo>
                <a:lnTo>
                  <a:pt x="349940" y="3274118"/>
                </a:lnTo>
                <a:lnTo>
                  <a:pt x="349309" y="3274311"/>
                </a:lnTo>
                <a:lnTo>
                  <a:pt x="348683" y="3274517"/>
                </a:lnTo>
                <a:lnTo>
                  <a:pt x="348062" y="3274734"/>
                </a:lnTo>
                <a:lnTo>
                  <a:pt x="347446" y="3274963"/>
                </a:lnTo>
                <a:lnTo>
                  <a:pt x="346836" y="3275204"/>
                </a:lnTo>
                <a:lnTo>
                  <a:pt x="346231" y="3275456"/>
                </a:lnTo>
                <a:lnTo>
                  <a:pt x="345631" y="3275720"/>
                </a:lnTo>
                <a:lnTo>
                  <a:pt x="345037" y="3275996"/>
                </a:lnTo>
                <a:lnTo>
                  <a:pt x="344451" y="3276285"/>
                </a:lnTo>
                <a:lnTo>
                  <a:pt x="343876" y="3276587"/>
                </a:lnTo>
                <a:lnTo>
                  <a:pt x="343312" y="3276902"/>
                </a:lnTo>
                <a:lnTo>
                  <a:pt x="342759" y="3277231"/>
                </a:lnTo>
                <a:lnTo>
                  <a:pt x="342218" y="3277574"/>
                </a:lnTo>
                <a:lnTo>
                  <a:pt x="341687" y="3277930"/>
                </a:lnTo>
                <a:lnTo>
                  <a:pt x="341168" y="3278299"/>
                </a:lnTo>
                <a:lnTo>
                  <a:pt x="340660" y="3278682"/>
                </a:lnTo>
                <a:lnTo>
                  <a:pt x="340163" y="3279079"/>
                </a:lnTo>
                <a:lnTo>
                  <a:pt x="339677" y="3279489"/>
                </a:lnTo>
                <a:lnTo>
                  <a:pt x="339203" y="3279913"/>
                </a:lnTo>
                <a:lnTo>
                  <a:pt x="338739" y="3280350"/>
                </a:lnTo>
                <a:lnTo>
                  <a:pt x="338287" y="3280800"/>
                </a:lnTo>
                <a:lnTo>
                  <a:pt x="337846" y="3281264"/>
                </a:lnTo>
                <a:lnTo>
                  <a:pt x="337416" y="3281742"/>
                </a:lnTo>
                <a:lnTo>
                  <a:pt x="336997" y="3282233"/>
                </a:lnTo>
                <a:lnTo>
                  <a:pt x="336589" y="3282737"/>
                </a:lnTo>
                <a:lnTo>
                  <a:pt x="336193" y="3283256"/>
                </a:lnTo>
                <a:lnTo>
                  <a:pt x="335807" y="3283787"/>
                </a:lnTo>
                <a:lnTo>
                  <a:pt x="335433" y="3284332"/>
                </a:lnTo>
                <a:lnTo>
                  <a:pt x="335070" y="3284891"/>
                </a:lnTo>
                <a:lnTo>
                  <a:pt x="334718" y="3285463"/>
                </a:lnTo>
                <a:lnTo>
                  <a:pt x="334377" y="3286048"/>
                </a:lnTo>
                <a:lnTo>
                  <a:pt x="334048" y="3286648"/>
                </a:lnTo>
                <a:lnTo>
                  <a:pt x="332357" y="3274305"/>
                </a:lnTo>
                <a:lnTo>
                  <a:pt x="318663" y="3274305"/>
                </a:lnTo>
                <a:lnTo>
                  <a:pt x="318663" y="3360699"/>
                </a:lnTo>
                <a:lnTo>
                  <a:pt x="335569" y="3360699"/>
                </a:lnTo>
                <a:lnTo>
                  <a:pt x="335569" y="3309979"/>
                </a:lnTo>
                <a:lnTo>
                  <a:pt x="335574" y="3309390"/>
                </a:lnTo>
                <a:lnTo>
                  <a:pt x="335587" y="3308807"/>
                </a:lnTo>
                <a:lnTo>
                  <a:pt x="335609" y="3308230"/>
                </a:lnTo>
                <a:lnTo>
                  <a:pt x="335640" y="3307659"/>
                </a:lnTo>
                <a:lnTo>
                  <a:pt x="335679" y="3307093"/>
                </a:lnTo>
                <a:lnTo>
                  <a:pt x="335728" y="3306534"/>
                </a:lnTo>
                <a:close/>
                <a:moveTo>
                  <a:pt x="530382" y="3295819"/>
                </a:moveTo>
                <a:lnTo>
                  <a:pt x="530447" y="3295400"/>
                </a:lnTo>
                <a:lnTo>
                  <a:pt x="530522" y="3294988"/>
                </a:lnTo>
                <a:lnTo>
                  <a:pt x="530607" y="3294583"/>
                </a:lnTo>
                <a:lnTo>
                  <a:pt x="530702" y="3294185"/>
                </a:lnTo>
                <a:lnTo>
                  <a:pt x="530806" y="3293794"/>
                </a:lnTo>
                <a:lnTo>
                  <a:pt x="530921" y="3293410"/>
                </a:lnTo>
                <a:lnTo>
                  <a:pt x="531046" y="3293033"/>
                </a:lnTo>
                <a:lnTo>
                  <a:pt x="531181" y="3292663"/>
                </a:lnTo>
                <a:lnTo>
                  <a:pt x="531325" y="3292301"/>
                </a:lnTo>
                <a:lnTo>
                  <a:pt x="531480" y="3291945"/>
                </a:lnTo>
                <a:lnTo>
                  <a:pt x="531645" y="3291596"/>
                </a:lnTo>
                <a:lnTo>
                  <a:pt x="531819" y="3291255"/>
                </a:lnTo>
                <a:lnTo>
                  <a:pt x="532004" y="3290920"/>
                </a:lnTo>
                <a:lnTo>
                  <a:pt x="532198" y="3290592"/>
                </a:lnTo>
                <a:lnTo>
                  <a:pt x="532403" y="3290272"/>
                </a:lnTo>
                <a:lnTo>
                  <a:pt x="532618" y="3289958"/>
                </a:lnTo>
                <a:lnTo>
                  <a:pt x="532842" y="3289652"/>
                </a:lnTo>
                <a:lnTo>
                  <a:pt x="533077" y="3289352"/>
                </a:lnTo>
                <a:lnTo>
                  <a:pt x="533333" y="3289063"/>
                </a:lnTo>
                <a:lnTo>
                  <a:pt x="533594" y="3288785"/>
                </a:lnTo>
                <a:lnTo>
                  <a:pt x="533861" y="3288520"/>
                </a:lnTo>
                <a:lnTo>
                  <a:pt x="534133" y="3288268"/>
                </a:lnTo>
                <a:lnTo>
                  <a:pt x="534411" y="3288027"/>
                </a:lnTo>
                <a:lnTo>
                  <a:pt x="534693" y="3287799"/>
                </a:lnTo>
                <a:lnTo>
                  <a:pt x="534981" y="3287584"/>
                </a:lnTo>
                <a:lnTo>
                  <a:pt x="535275" y="3287380"/>
                </a:lnTo>
                <a:lnTo>
                  <a:pt x="535573" y="3287189"/>
                </a:lnTo>
                <a:lnTo>
                  <a:pt x="535877" y="3287010"/>
                </a:lnTo>
                <a:lnTo>
                  <a:pt x="536186" y="3286844"/>
                </a:lnTo>
                <a:lnTo>
                  <a:pt x="536500" y="3286690"/>
                </a:lnTo>
                <a:lnTo>
                  <a:pt x="536820" y="3286548"/>
                </a:lnTo>
                <a:lnTo>
                  <a:pt x="537145" y="3286419"/>
                </a:lnTo>
                <a:lnTo>
                  <a:pt x="537475" y="3286301"/>
                </a:lnTo>
                <a:lnTo>
                  <a:pt x="537811" y="3286197"/>
                </a:lnTo>
                <a:lnTo>
                  <a:pt x="538151" y="3286104"/>
                </a:lnTo>
                <a:lnTo>
                  <a:pt x="538497" y="3286024"/>
                </a:lnTo>
                <a:lnTo>
                  <a:pt x="538849" y="3285956"/>
                </a:lnTo>
                <a:lnTo>
                  <a:pt x="539205" y="3285901"/>
                </a:lnTo>
                <a:lnTo>
                  <a:pt x="539567" y="3285858"/>
                </a:lnTo>
                <a:lnTo>
                  <a:pt x="539934" y="3285827"/>
                </a:lnTo>
                <a:lnTo>
                  <a:pt x="540307" y="3285808"/>
                </a:lnTo>
                <a:lnTo>
                  <a:pt x="540685" y="3285802"/>
                </a:lnTo>
                <a:lnTo>
                  <a:pt x="541485" y="3285824"/>
                </a:lnTo>
                <a:lnTo>
                  <a:pt x="542251" y="3285890"/>
                </a:lnTo>
                <a:lnTo>
                  <a:pt x="542983" y="3286000"/>
                </a:lnTo>
                <a:lnTo>
                  <a:pt x="543681" y="3286154"/>
                </a:lnTo>
                <a:lnTo>
                  <a:pt x="544345" y="3286353"/>
                </a:lnTo>
                <a:lnTo>
                  <a:pt x="544975" y="3286595"/>
                </a:lnTo>
                <a:lnTo>
                  <a:pt x="545571" y="3286881"/>
                </a:lnTo>
                <a:lnTo>
                  <a:pt x="546132" y="3287211"/>
                </a:lnTo>
                <a:lnTo>
                  <a:pt x="546660" y="3287585"/>
                </a:lnTo>
                <a:lnTo>
                  <a:pt x="547154" y="3288004"/>
                </a:lnTo>
                <a:lnTo>
                  <a:pt x="547614" y="3288466"/>
                </a:lnTo>
                <a:lnTo>
                  <a:pt x="548039" y="3288972"/>
                </a:lnTo>
                <a:lnTo>
                  <a:pt x="548431" y="3289523"/>
                </a:lnTo>
                <a:lnTo>
                  <a:pt x="548788" y="3290117"/>
                </a:lnTo>
                <a:lnTo>
                  <a:pt x="549112" y="3290755"/>
                </a:lnTo>
                <a:lnTo>
                  <a:pt x="549401" y="3291438"/>
                </a:lnTo>
                <a:lnTo>
                  <a:pt x="549656" y="3292164"/>
                </a:lnTo>
                <a:lnTo>
                  <a:pt x="549878" y="3292935"/>
                </a:lnTo>
                <a:lnTo>
                  <a:pt x="550065" y="3293749"/>
                </a:lnTo>
                <a:lnTo>
                  <a:pt x="550218" y="3294608"/>
                </a:lnTo>
                <a:lnTo>
                  <a:pt x="550337" y="3295510"/>
                </a:lnTo>
                <a:lnTo>
                  <a:pt x="550422" y="3296457"/>
                </a:lnTo>
                <a:lnTo>
                  <a:pt x="550474" y="3297447"/>
                </a:lnTo>
                <a:lnTo>
                  <a:pt x="550491" y="3298482"/>
                </a:lnTo>
                <a:lnTo>
                  <a:pt x="550491" y="3360699"/>
                </a:lnTo>
                <a:lnTo>
                  <a:pt x="564861" y="3360699"/>
                </a:lnTo>
                <a:lnTo>
                  <a:pt x="564861" y="3298482"/>
                </a:lnTo>
                <a:lnTo>
                  <a:pt x="564867" y="3298021"/>
                </a:lnTo>
                <a:lnTo>
                  <a:pt x="564882" y="3297566"/>
                </a:lnTo>
                <a:lnTo>
                  <a:pt x="564909" y="3297119"/>
                </a:lnTo>
                <a:lnTo>
                  <a:pt x="564946" y="3296679"/>
                </a:lnTo>
                <a:lnTo>
                  <a:pt x="564993" y="3296246"/>
                </a:lnTo>
                <a:lnTo>
                  <a:pt x="565051" y="3295819"/>
                </a:lnTo>
                <a:lnTo>
                  <a:pt x="565120" y="3295400"/>
                </a:lnTo>
                <a:lnTo>
                  <a:pt x="565199" y="3294988"/>
                </a:lnTo>
                <a:lnTo>
                  <a:pt x="565289" y="3294583"/>
                </a:lnTo>
                <a:lnTo>
                  <a:pt x="565390" y="3294185"/>
                </a:lnTo>
                <a:lnTo>
                  <a:pt x="565501" y="3293794"/>
                </a:lnTo>
                <a:lnTo>
                  <a:pt x="565622" y="3293410"/>
                </a:lnTo>
                <a:lnTo>
                  <a:pt x="565754" y="3293033"/>
                </a:lnTo>
                <a:lnTo>
                  <a:pt x="565897" y="3292663"/>
                </a:lnTo>
                <a:lnTo>
                  <a:pt x="566050" y="3292301"/>
                </a:lnTo>
                <a:lnTo>
                  <a:pt x="566214" y="3291945"/>
                </a:lnTo>
                <a:lnTo>
                  <a:pt x="566388" y="3291596"/>
                </a:lnTo>
                <a:lnTo>
                  <a:pt x="566573" y="3291255"/>
                </a:lnTo>
                <a:lnTo>
                  <a:pt x="566769" y="3290920"/>
                </a:lnTo>
                <a:lnTo>
                  <a:pt x="566975" y="3290592"/>
                </a:lnTo>
                <a:lnTo>
                  <a:pt x="567191" y="3290272"/>
                </a:lnTo>
                <a:lnTo>
                  <a:pt x="567418" y="3289958"/>
                </a:lnTo>
                <a:lnTo>
                  <a:pt x="567656" y="3289652"/>
                </a:lnTo>
                <a:lnTo>
                  <a:pt x="567904" y="3289352"/>
                </a:lnTo>
                <a:lnTo>
                  <a:pt x="568161" y="3289063"/>
                </a:lnTo>
                <a:lnTo>
                  <a:pt x="568422" y="3288785"/>
                </a:lnTo>
                <a:lnTo>
                  <a:pt x="568689" y="3288520"/>
                </a:lnTo>
                <a:lnTo>
                  <a:pt x="568961" y="3288268"/>
                </a:lnTo>
                <a:lnTo>
                  <a:pt x="569239" y="3288027"/>
                </a:lnTo>
                <a:lnTo>
                  <a:pt x="569521" y="3287799"/>
                </a:lnTo>
                <a:lnTo>
                  <a:pt x="569809" y="3287584"/>
                </a:lnTo>
                <a:lnTo>
                  <a:pt x="570102" y="3287380"/>
                </a:lnTo>
                <a:lnTo>
                  <a:pt x="570401" y="3287189"/>
                </a:lnTo>
                <a:lnTo>
                  <a:pt x="570705" y="3287010"/>
                </a:lnTo>
                <a:lnTo>
                  <a:pt x="571014" y="3286844"/>
                </a:lnTo>
                <a:lnTo>
                  <a:pt x="571328" y="3286690"/>
                </a:lnTo>
                <a:lnTo>
                  <a:pt x="571648" y="3286548"/>
                </a:lnTo>
                <a:lnTo>
                  <a:pt x="571973" y="3286419"/>
                </a:lnTo>
                <a:lnTo>
                  <a:pt x="572303" y="3286301"/>
                </a:lnTo>
                <a:lnTo>
                  <a:pt x="572638" y="3286197"/>
                </a:lnTo>
                <a:lnTo>
                  <a:pt x="572979" y="3286104"/>
                </a:lnTo>
                <a:lnTo>
                  <a:pt x="573325" y="3286024"/>
                </a:lnTo>
                <a:lnTo>
                  <a:pt x="573676" y="3285956"/>
                </a:lnTo>
                <a:lnTo>
                  <a:pt x="574033" y="3285901"/>
                </a:lnTo>
                <a:lnTo>
                  <a:pt x="574395" y="3285858"/>
                </a:lnTo>
                <a:lnTo>
                  <a:pt x="574762" y="3285827"/>
                </a:lnTo>
                <a:lnTo>
                  <a:pt x="575135" y="3285808"/>
                </a:lnTo>
                <a:lnTo>
                  <a:pt x="575512" y="3285802"/>
                </a:lnTo>
                <a:lnTo>
                  <a:pt x="576285" y="3285824"/>
                </a:lnTo>
                <a:lnTo>
                  <a:pt x="577025" y="3285890"/>
                </a:lnTo>
                <a:lnTo>
                  <a:pt x="577731" y="3286000"/>
                </a:lnTo>
                <a:lnTo>
                  <a:pt x="578405" y="3286154"/>
                </a:lnTo>
                <a:lnTo>
                  <a:pt x="579046" y="3286353"/>
                </a:lnTo>
                <a:lnTo>
                  <a:pt x="579655" y="3286595"/>
                </a:lnTo>
                <a:lnTo>
                  <a:pt x="580230" y="3286881"/>
                </a:lnTo>
                <a:lnTo>
                  <a:pt x="580772" y="3287211"/>
                </a:lnTo>
                <a:lnTo>
                  <a:pt x="581282" y="3287585"/>
                </a:lnTo>
                <a:lnTo>
                  <a:pt x="581759" y="3288004"/>
                </a:lnTo>
                <a:lnTo>
                  <a:pt x="582202" y="3288466"/>
                </a:lnTo>
                <a:lnTo>
                  <a:pt x="582613" y="3288972"/>
                </a:lnTo>
                <a:lnTo>
                  <a:pt x="582991" y="3289523"/>
                </a:lnTo>
                <a:lnTo>
                  <a:pt x="583337" y="3290117"/>
                </a:lnTo>
                <a:lnTo>
                  <a:pt x="583649" y="3290755"/>
                </a:lnTo>
                <a:lnTo>
                  <a:pt x="583928" y="3291438"/>
                </a:lnTo>
                <a:lnTo>
                  <a:pt x="584175" y="3292164"/>
                </a:lnTo>
                <a:lnTo>
                  <a:pt x="584389" y="3292935"/>
                </a:lnTo>
                <a:lnTo>
                  <a:pt x="584569" y="3293749"/>
                </a:lnTo>
                <a:lnTo>
                  <a:pt x="584717" y="3294608"/>
                </a:lnTo>
                <a:lnTo>
                  <a:pt x="584832" y="3295510"/>
                </a:lnTo>
                <a:lnTo>
                  <a:pt x="584915" y="3296457"/>
                </a:lnTo>
                <a:lnTo>
                  <a:pt x="584964" y="3297447"/>
                </a:lnTo>
                <a:lnTo>
                  <a:pt x="584980" y="3298482"/>
                </a:lnTo>
                <a:lnTo>
                  <a:pt x="584980" y="3360699"/>
                </a:lnTo>
                <a:lnTo>
                  <a:pt x="599520" y="3360699"/>
                </a:lnTo>
                <a:lnTo>
                  <a:pt x="599520" y="3295439"/>
                </a:lnTo>
                <a:lnTo>
                  <a:pt x="599511" y="3294532"/>
                </a:lnTo>
                <a:lnTo>
                  <a:pt x="599485" y="3293642"/>
                </a:lnTo>
                <a:lnTo>
                  <a:pt x="599441" y="3292771"/>
                </a:lnTo>
                <a:lnTo>
                  <a:pt x="599379" y="3291917"/>
                </a:lnTo>
                <a:lnTo>
                  <a:pt x="599300" y="3291080"/>
                </a:lnTo>
                <a:lnTo>
                  <a:pt x="599203" y="3290261"/>
                </a:lnTo>
                <a:lnTo>
                  <a:pt x="599089" y="3289460"/>
                </a:lnTo>
                <a:lnTo>
                  <a:pt x="598957" y="3288676"/>
                </a:lnTo>
                <a:lnTo>
                  <a:pt x="598807" y="3287910"/>
                </a:lnTo>
                <a:lnTo>
                  <a:pt x="598640" y="3287162"/>
                </a:lnTo>
                <a:lnTo>
                  <a:pt x="598455" y="3286431"/>
                </a:lnTo>
                <a:lnTo>
                  <a:pt x="598252" y="3285717"/>
                </a:lnTo>
                <a:lnTo>
                  <a:pt x="598032" y="3285022"/>
                </a:lnTo>
                <a:lnTo>
                  <a:pt x="597794" y="3284344"/>
                </a:lnTo>
                <a:lnTo>
                  <a:pt x="597539" y="3283683"/>
                </a:lnTo>
                <a:lnTo>
                  <a:pt x="597266" y="3283041"/>
                </a:lnTo>
                <a:lnTo>
                  <a:pt x="596975" y="3282415"/>
                </a:lnTo>
                <a:lnTo>
                  <a:pt x="596667" y="3281808"/>
                </a:lnTo>
                <a:lnTo>
                  <a:pt x="596341" y="3281218"/>
                </a:lnTo>
                <a:lnTo>
                  <a:pt x="595998" y="3280645"/>
                </a:lnTo>
                <a:lnTo>
                  <a:pt x="595637" y="3280091"/>
                </a:lnTo>
                <a:lnTo>
                  <a:pt x="595258" y="3279554"/>
                </a:lnTo>
                <a:lnTo>
                  <a:pt x="594862" y="3279034"/>
                </a:lnTo>
                <a:lnTo>
                  <a:pt x="594448" y="3278532"/>
                </a:lnTo>
                <a:lnTo>
                  <a:pt x="594032" y="3278049"/>
                </a:lnTo>
                <a:lnTo>
                  <a:pt x="593600" y="3277587"/>
                </a:lnTo>
                <a:lnTo>
                  <a:pt x="593154" y="3277145"/>
                </a:lnTo>
                <a:lnTo>
                  <a:pt x="592692" y="3276724"/>
                </a:lnTo>
                <a:lnTo>
                  <a:pt x="592214" y="3276323"/>
                </a:lnTo>
                <a:lnTo>
                  <a:pt x="591722" y="3275943"/>
                </a:lnTo>
                <a:lnTo>
                  <a:pt x="591214" y="3275584"/>
                </a:lnTo>
                <a:lnTo>
                  <a:pt x="590691" y="3275245"/>
                </a:lnTo>
                <a:lnTo>
                  <a:pt x="590153" y="3274926"/>
                </a:lnTo>
                <a:lnTo>
                  <a:pt x="589599" y="3274628"/>
                </a:lnTo>
                <a:lnTo>
                  <a:pt x="589030" y="3274351"/>
                </a:lnTo>
                <a:lnTo>
                  <a:pt x="588446" y="3274094"/>
                </a:lnTo>
                <a:lnTo>
                  <a:pt x="587847" y="3273858"/>
                </a:lnTo>
                <a:lnTo>
                  <a:pt x="587232" y="3273642"/>
                </a:lnTo>
                <a:lnTo>
                  <a:pt x="586602" y="3273447"/>
                </a:lnTo>
                <a:lnTo>
                  <a:pt x="585957" y="3273272"/>
                </a:lnTo>
                <a:lnTo>
                  <a:pt x="585297" y="3273118"/>
                </a:lnTo>
                <a:lnTo>
                  <a:pt x="584621" y="3272985"/>
                </a:lnTo>
                <a:lnTo>
                  <a:pt x="583930" y="3272872"/>
                </a:lnTo>
                <a:lnTo>
                  <a:pt x="583224" y="3272779"/>
                </a:lnTo>
                <a:lnTo>
                  <a:pt x="582502" y="3272707"/>
                </a:lnTo>
                <a:lnTo>
                  <a:pt x="581766" y="3272656"/>
                </a:lnTo>
                <a:lnTo>
                  <a:pt x="581014" y="3272625"/>
                </a:lnTo>
                <a:lnTo>
                  <a:pt x="580246" y="3272615"/>
                </a:lnTo>
                <a:lnTo>
                  <a:pt x="579700" y="3272620"/>
                </a:lnTo>
                <a:lnTo>
                  <a:pt x="579162" y="3272636"/>
                </a:lnTo>
                <a:lnTo>
                  <a:pt x="578630" y="3272663"/>
                </a:lnTo>
                <a:lnTo>
                  <a:pt x="578105" y="3272700"/>
                </a:lnTo>
                <a:lnTo>
                  <a:pt x="577587" y="3272747"/>
                </a:lnTo>
                <a:lnTo>
                  <a:pt x="577076" y="3272805"/>
                </a:lnTo>
                <a:lnTo>
                  <a:pt x="576573" y="3272874"/>
                </a:lnTo>
                <a:lnTo>
                  <a:pt x="576076" y="3272953"/>
                </a:lnTo>
                <a:lnTo>
                  <a:pt x="575586" y="3273043"/>
                </a:lnTo>
                <a:lnTo>
                  <a:pt x="575104" y="3273143"/>
                </a:lnTo>
                <a:lnTo>
                  <a:pt x="574628" y="3273254"/>
                </a:lnTo>
                <a:lnTo>
                  <a:pt x="574160" y="3273376"/>
                </a:lnTo>
                <a:lnTo>
                  <a:pt x="573699" y="3273508"/>
                </a:lnTo>
                <a:lnTo>
                  <a:pt x="573244" y="3273650"/>
                </a:lnTo>
                <a:lnTo>
                  <a:pt x="572797" y="3273804"/>
                </a:lnTo>
                <a:lnTo>
                  <a:pt x="572357" y="3273967"/>
                </a:lnTo>
                <a:lnTo>
                  <a:pt x="571923" y="3274142"/>
                </a:lnTo>
                <a:lnTo>
                  <a:pt x="571497" y="3274327"/>
                </a:lnTo>
                <a:lnTo>
                  <a:pt x="571078" y="3274522"/>
                </a:lnTo>
                <a:lnTo>
                  <a:pt x="570666" y="3274728"/>
                </a:lnTo>
                <a:lnTo>
                  <a:pt x="570261" y="3274945"/>
                </a:lnTo>
                <a:lnTo>
                  <a:pt x="569863" y="3275172"/>
                </a:lnTo>
                <a:lnTo>
                  <a:pt x="569472" y="3275410"/>
                </a:lnTo>
                <a:lnTo>
                  <a:pt x="569088" y="3275658"/>
                </a:lnTo>
                <a:lnTo>
                  <a:pt x="568724" y="3275917"/>
                </a:lnTo>
                <a:lnTo>
                  <a:pt x="568365" y="3276185"/>
                </a:lnTo>
                <a:lnTo>
                  <a:pt x="568010" y="3276464"/>
                </a:lnTo>
                <a:lnTo>
                  <a:pt x="567660" y="3276752"/>
                </a:lnTo>
                <a:lnTo>
                  <a:pt x="567315" y="3277051"/>
                </a:lnTo>
                <a:lnTo>
                  <a:pt x="566975" y="3277359"/>
                </a:lnTo>
                <a:lnTo>
                  <a:pt x="566639" y="3277678"/>
                </a:lnTo>
                <a:lnTo>
                  <a:pt x="566308" y="3278006"/>
                </a:lnTo>
                <a:lnTo>
                  <a:pt x="565981" y="3278345"/>
                </a:lnTo>
                <a:lnTo>
                  <a:pt x="565660" y="3278693"/>
                </a:lnTo>
                <a:lnTo>
                  <a:pt x="565343" y="3279051"/>
                </a:lnTo>
                <a:lnTo>
                  <a:pt x="565030" y="3279420"/>
                </a:lnTo>
                <a:lnTo>
                  <a:pt x="564723" y="3279798"/>
                </a:lnTo>
                <a:lnTo>
                  <a:pt x="564420" y="3280187"/>
                </a:lnTo>
                <a:lnTo>
                  <a:pt x="564122" y="3280585"/>
                </a:lnTo>
                <a:lnTo>
                  <a:pt x="563828" y="3280993"/>
                </a:lnTo>
                <a:lnTo>
                  <a:pt x="563539" y="3281411"/>
                </a:lnTo>
                <a:lnTo>
                  <a:pt x="563255" y="3281840"/>
                </a:lnTo>
                <a:lnTo>
                  <a:pt x="562976" y="3282278"/>
                </a:lnTo>
                <a:lnTo>
                  <a:pt x="562701" y="3282726"/>
                </a:lnTo>
                <a:lnTo>
                  <a:pt x="562431" y="3283184"/>
                </a:lnTo>
                <a:lnTo>
                  <a:pt x="562166" y="3283652"/>
                </a:lnTo>
                <a:lnTo>
                  <a:pt x="561905" y="3284131"/>
                </a:lnTo>
                <a:lnTo>
                  <a:pt x="561649" y="3284619"/>
                </a:lnTo>
                <a:lnTo>
                  <a:pt x="561462" y="3284131"/>
                </a:lnTo>
                <a:lnTo>
                  <a:pt x="561266" y="3283652"/>
                </a:lnTo>
                <a:lnTo>
                  <a:pt x="561063" y="3283184"/>
                </a:lnTo>
                <a:lnTo>
                  <a:pt x="560851" y="3282726"/>
                </a:lnTo>
                <a:lnTo>
                  <a:pt x="560630" y="3282278"/>
                </a:lnTo>
                <a:lnTo>
                  <a:pt x="560402" y="3281840"/>
                </a:lnTo>
                <a:lnTo>
                  <a:pt x="560166" y="3281411"/>
                </a:lnTo>
                <a:lnTo>
                  <a:pt x="559921" y="3280993"/>
                </a:lnTo>
                <a:lnTo>
                  <a:pt x="559668" y="3280585"/>
                </a:lnTo>
                <a:lnTo>
                  <a:pt x="559406" y="3280187"/>
                </a:lnTo>
                <a:lnTo>
                  <a:pt x="559137" y="3279798"/>
                </a:lnTo>
                <a:lnTo>
                  <a:pt x="558859" y="3279420"/>
                </a:lnTo>
                <a:lnTo>
                  <a:pt x="558573" y="3279051"/>
                </a:lnTo>
                <a:lnTo>
                  <a:pt x="558279" y="3278693"/>
                </a:lnTo>
                <a:lnTo>
                  <a:pt x="557977" y="3278345"/>
                </a:lnTo>
                <a:lnTo>
                  <a:pt x="557667" y="3278006"/>
                </a:lnTo>
                <a:lnTo>
                  <a:pt x="557348" y="3277678"/>
                </a:lnTo>
                <a:lnTo>
                  <a:pt x="557021" y="3277359"/>
                </a:lnTo>
                <a:lnTo>
                  <a:pt x="556686" y="3277051"/>
                </a:lnTo>
                <a:lnTo>
                  <a:pt x="556342" y="3276752"/>
                </a:lnTo>
                <a:lnTo>
                  <a:pt x="555991" y="3276464"/>
                </a:lnTo>
                <a:lnTo>
                  <a:pt x="555631" y="3276185"/>
                </a:lnTo>
                <a:lnTo>
                  <a:pt x="555263" y="3275917"/>
                </a:lnTo>
                <a:lnTo>
                  <a:pt x="554886" y="3275658"/>
                </a:lnTo>
                <a:lnTo>
                  <a:pt x="554518" y="3275410"/>
                </a:lnTo>
                <a:lnTo>
                  <a:pt x="554144" y="3275172"/>
                </a:lnTo>
                <a:lnTo>
                  <a:pt x="553766" y="3274945"/>
                </a:lnTo>
                <a:lnTo>
                  <a:pt x="553384" y="3274728"/>
                </a:lnTo>
                <a:lnTo>
                  <a:pt x="552996" y="3274522"/>
                </a:lnTo>
                <a:lnTo>
                  <a:pt x="552604" y="3274327"/>
                </a:lnTo>
                <a:lnTo>
                  <a:pt x="552207" y="3274142"/>
                </a:lnTo>
                <a:lnTo>
                  <a:pt x="551806" y="3273967"/>
                </a:lnTo>
                <a:lnTo>
                  <a:pt x="551399" y="3273804"/>
                </a:lnTo>
                <a:lnTo>
                  <a:pt x="550988" y="3273650"/>
                </a:lnTo>
                <a:lnTo>
                  <a:pt x="550573" y="3273508"/>
                </a:lnTo>
                <a:lnTo>
                  <a:pt x="550152" y="3273376"/>
                </a:lnTo>
                <a:lnTo>
                  <a:pt x="549727" y="3273254"/>
                </a:lnTo>
                <a:lnTo>
                  <a:pt x="549298" y="3273143"/>
                </a:lnTo>
                <a:lnTo>
                  <a:pt x="548863" y="3273043"/>
                </a:lnTo>
                <a:lnTo>
                  <a:pt x="548424" y="3272953"/>
                </a:lnTo>
                <a:lnTo>
                  <a:pt x="547980" y="3272874"/>
                </a:lnTo>
                <a:lnTo>
                  <a:pt x="547532" y="3272805"/>
                </a:lnTo>
                <a:lnTo>
                  <a:pt x="547079" y="3272747"/>
                </a:lnTo>
                <a:lnTo>
                  <a:pt x="546621" y="3272700"/>
                </a:lnTo>
                <a:lnTo>
                  <a:pt x="546158" y="3272663"/>
                </a:lnTo>
                <a:lnTo>
                  <a:pt x="545691" y="3272636"/>
                </a:lnTo>
                <a:lnTo>
                  <a:pt x="545219" y="3272620"/>
                </a:lnTo>
                <a:lnTo>
                  <a:pt x="544742" y="3272615"/>
                </a:lnTo>
                <a:lnTo>
                  <a:pt x="544293" y="3272620"/>
                </a:lnTo>
                <a:lnTo>
                  <a:pt x="543845" y="3272635"/>
                </a:lnTo>
                <a:lnTo>
                  <a:pt x="543400" y="3272660"/>
                </a:lnTo>
                <a:lnTo>
                  <a:pt x="542958" y="3272695"/>
                </a:lnTo>
                <a:lnTo>
                  <a:pt x="542517" y="3272740"/>
                </a:lnTo>
                <a:lnTo>
                  <a:pt x="542079" y="3272795"/>
                </a:lnTo>
                <a:lnTo>
                  <a:pt x="541644" y="3272860"/>
                </a:lnTo>
                <a:lnTo>
                  <a:pt x="541211" y="3272934"/>
                </a:lnTo>
                <a:lnTo>
                  <a:pt x="540780" y="3273019"/>
                </a:lnTo>
                <a:lnTo>
                  <a:pt x="540351" y="3273114"/>
                </a:lnTo>
                <a:lnTo>
                  <a:pt x="539925" y="3273219"/>
                </a:lnTo>
                <a:lnTo>
                  <a:pt x="539501" y="3273334"/>
                </a:lnTo>
                <a:lnTo>
                  <a:pt x="539080" y="3273458"/>
                </a:lnTo>
                <a:lnTo>
                  <a:pt x="538661" y="3273593"/>
                </a:lnTo>
                <a:lnTo>
                  <a:pt x="538244" y="3273738"/>
                </a:lnTo>
                <a:lnTo>
                  <a:pt x="537829" y="3273892"/>
                </a:lnTo>
                <a:lnTo>
                  <a:pt x="537417" y="3274057"/>
                </a:lnTo>
                <a:lnTo>
                  <a:pt x="537007" y="3274232"/>
                </a:lnTo>
                <a:lnTo>
                  <a:pt x="536600" y="3274416"/>
                </a:lnTo>
                <a:lnTo>
                  <a:pt x="536195" y="3274611"/>
                </a:lnTo>
                <a:lnTo>
                  <a:pt x="535792" y="3274816"/>
                </a:lnTo>
                <a:lnTo>
                  <a:pt x="535392" y="3275030"/>
                </a:lnTo>
                <a:lnTo>
                  <a:pt x="534994" y="3275255"/>
                </a:lnTo>
                <a:lnTo>
                  <a:pt x="534598" y="3275489"/>
                </a:lnTo>
                <a:lnTo>
                  <a:pt x="534221" y="3275733"/>
                </a:lnTo>
                <a:lnTo>
                  <a:pt x="533851" y="3275987"/>
                </a:lnTo>
                <a:lnTo>
                  <a:pt x="533489" y="3276250"/>
                </a:lnTo>
                <a:lnTo>
                  <a:pt x="533133" y="3276522"/>
                </a:lnTo>
                <a:lnTo>
                  <a:pt x="532784" y="3276804"/>
                </a:lnTo>
                <a:lnTo>
                  <a:pt x="532443" y="3277095"/>
                </a:lnTo>
                <a:lnTo>
                  <a:pt x="532108" y="3277396"/>
                </a:lnTo>
                <a:lnTo>
                  <a:pt x="531780" y="3277706"/>
                </a:lnTo>
                <a:lnTo>
                  <a:pt x="531460" y="3278025"/>
                </a:lnTo>
                <a:lnTo>
                  <a:pt x="531146" y="3278354"/>
                </a:lnTo>
                <a:lnTo>
                  <a:pt x="530840" y="3278692"/>
                </a:lnTo>
                <a:lnTo>
                  <a:pt x="530541" y="3279039"/>
                </a:lnTo>
                <a:lnTo>
                  <a:pt x="530248" y="3279396"/>
                </a:lnTo>
                <a:lnTo>
                  <a:pt x="529963" y="3279763"/>
                </a:lnTo>
                <a:lnTo>
                  <a:pt x="529685" y="3280138"/>
                </a:lnTo>
                <a:lnTo>
                  <a:pt x="529413" y="3280523"/>
                </a:lnTo>
                <a:lnTo>
                  <a:pt x="529149" y="3280918"/>
                </a:lnTo>
                <a:lnTo>
                  <a:pt x="528892" y="3281322"/>
                </a:lnTo>
                <a:lnTo>
                  <a:pt x="528642" y="3281735"/>
                </a:lnTo>
                <a:lnTo>
                  <a:pt x="528399" y="3282158"/>
                </a:lnTo>
                <a:lnTo>
                  <a:pt x="528163" y="3282590"/>
                </a:lnTo>
                <a:lnTo>
                  <a:pt x="527934" y="3283031"/>
                </a:lnTo>
                <a:lnTo>
                  <a:pt x="527712" y="3283482"/>
                </a:lnTo>
                <a:lnTo>
                  <a:pt x="527497" y="3283942"/>
                </a:lnTo>
                <a:lnTo>
                  <a:pt x="525807" y="3274305"/>
                </a:lnTo>
                <a:lnTo>
                  <a:pt x="515832" y="3274305"/>
                </a:lnTo>
                <a:lnTo>
                  <a:pt x="515832" y="3360699"/>
                </a:lnTo>
                <a:lnTo>
                  <a:pt x="530203" y="3360699"/>
                </a:lnTo>
                <a:lnTo>
                  <a:pt x="530203" y="3298482"/>
                </a:lnTo>
                <a:lnTo>
                  <a:pt x="530208" y="3298021"/>
                </a:lnTo>
                <a:lnTo>
                  <a:pt x="530222" y="3297566"/>
                </a:lnTo>
                <a:lnTo>
                  <a:pt x="530247" y="3297119"/>
                </a:lnTo>
                <a:lnTo>
                  <a:pt x="530282" y="3296679"/>
                </a:lnTo>
                <a:lnTo>
                  <a:pt x="530327" y="3296246"/>
                </a:lnTo>
                <a:lnTo>
                  <a:pt x="530382" y="3295819"/>
                </a:lnTo>
                <a:close/>
                <a:moveTo>
                  <a:pt x="419607" y="3297562"/>
                </a:moveTo>
                <a:lnTo>
                  <a:pt x="419625" y="3297668"/>
                </a:lnTo>
                <a:lnTo>
                  <a:pt x="419643" y="3297781"/>
                </a:lnTo>
                <a:lnTo>
                  <a:pt x="419661" y="3297900"/>
                </a:lnTo>
                <a:lnTo>
                  <a:pt x="419680" y="3298025"/>
                </a:lnTo>
                <a:lnTo>
                  <a:pt x="419700" y="3298157"/>
                </a:lnTo>
                <a:lnTo>
                  <a:pt x="419720" y="3298295"/>
                </a:lnTo>
                <a:lnTo>
                  <a:pt x="419741" y="3298440"/>
                </a:lnTo>
                <a:lnTo>
                  <a:pt x="419762" y="3298591"/>
                </a:lnTo>
                <a:lnTo>
                  <a:pt x="419784" y="3298749"/>
                </a:lnTo>
                <a:lnTo>
                  <a:pt x="419807" y="3298913"/>
                </a:lnTo>
                <a:lnTo>
                  <a:pt x="419830" y="3299083"/>
                </a:lnTo>
                <a:lnTo>
                  <a:pt x="419854" y="3299260"/>
                </a:lnTo>
                <a:lnTo>
                  <a:pt x="419878" y="3299444"/>
                </a:lnTo>
                <a:lnTo>
                  <a:pt x="419903" y="3299634"/>
                </a:lnTo>
                <a:lnTo>
                  <a:pt x="419929" y="3299830"/>
                </a:lnTo>
                <a:lnTo>
                  <a:pt x="419955" y="3300033"/>
                </a:lnTo>
                <a:lnTo>
                  <a:pt x="419982" y="3300242"/>
                </a:lnTo>
                <a:lnTo>
                  <a:pt x="420009" y="3300458"/>
                </a:lnTo>
                <a:lnTo>
                  <a:pt x="420037" y="3300680"/>
                </a:lnTo>
                <a:lnTo>
                  <a:pt x="435591" y="3300680"/>
                </a:lnTo>
                <a:lnTo>
                  <a:pt x="435591" y="3298651"/>
                </a:lnTo>
                <a:lnTo>
                  <a:pt x="435599" y="3298093"/>
                </a:lnTo>
                <a:lnTo>
                  <a:pt x="435625" y="3297545"/>
                </a:lnTo>
                <a:lnTo>
                  <a:pt x="435668" y="3297008"/>
                </a:lnTo>
                <a:lnTo>
                  <a:pt x="435727" y="3296482"/>
                </a:lnTo>
                <a:lnTo>
                  <a:pt x="435804" y="3295966"/>
                </a:lnTo>
                <a:lnTo>
                  <a:pt x="435897" y="3295460"/>
                </a:lnTo>
                <a:lnTo>
                  <a:pt x="436008" y="3294965"/>
                </a:lnTo>
                <a:lnTo>
                  <a:pt x="436136" y="3294481"/>
                </a:lnTo>
                <a:lnTo>
                  <a:pt x="436280" y="3294007"/>
                </a:lnTo>
                <a:lnTo>
                  <a:pt x="436442" y="3293544"/>
                </a:lnTo>
                <a:lnTo>
                  <a:pt x="436621" y="3293091"/>
                </a:lnTo>
                <a:lnTo>
                  <a:pt x="436817" y="3292649"/>
                </a:lnTo>
                <a:lnTo>
                  <a:pt x="437029" y="3292218"/>
                </a:lnTo>
                <a:lnTo>
                  <a:pt x="437259" y="3291797"/>
                </a:lnTo>
                <a:lnTo>
                  <a:pt x="437506" y="3291387"/>
                </a:lnTo>
                <a:lnTo>
                  <a:pt x="437770" y="3290987"/>
                </a:lnTo>
                <a:lnTo>
                  <a:pt x="438051" y="3290598"/>
                </a:lnTo>
                <a:lnTo>
                  <a:pt x="438349" y="3290219"/>
                </a:lnTo>
                <a:lnTo>
                  <a:pt x="438664" y="3289851"/>
                </a:lnTo>
                <a:lnTo>
                  <a:pt x="438996" y="3289493"/>
                </a:lnTo>
                <a:lnTo>
                  <a:pt x="439345" y="3289146"/>
                </a:lnTo>
                <a:lnTo>
                  <a:pt x="439711" y="3288810"/>
                </a:lnTo>
                <a:lnTo>
                  <a:pt x="440094" y="3288484"/>
                </a:lnTo>
                <a:lnTo>
                  <a:pt x="440494" y="3288169"/>
                </a:lnTo>
                <a:lnTo>
                  <a:pt x="440909" y="3287866"/>
                </a:lnTo>
                <a:lnTo>
                  <a:pt x="441339" y="3287575"/>
                </a:lnTo>
                <a:lnTo>
                  <a:pt x="441783" y="3287297"/>
                </a:lnTo>
                <a:lnTo>
                  <a:pt x="442241" y="3287033"/>
                </a:lnTo>
                <a:lnTo>
                  <a:pt x="442713" y="3286781"/>
                </a:lnTo>
                <a:lnTo>
                  <a:pt x="443199" y="3286542"/>
                </a:lnTo>
                <a:lnTo>
                  <a:pt x="443699" y="3286316"/>
                </a:lnTo>
                <a:lnTo>
                  <a:pt x="444213" y="3286103"/>
                </a:lnTo>
                <a:lnTo>
                  <a:pt x="444742" y="3285903"/>
                </a:lnTo>
                <a:lnTo>
                  <a:pt x="445284" y="3285715"/>
                </a:lnTo>
                <a:lnTo>
                  <a:pt x="445841" y="3285541"/>
                </a:lnTo>
                <a:lnTo>
                  <a:pt x="446411" y="3285379"/>
                </a:lnTo>
                <a:lnTo>
                  <a:pt x="446996" y="3285231"/>
                </a:lnTo>
                <a:lnTo>
                  <a:pt x="447595" y="3285095"/>
                </a:lnTo>
                <a:lnTo>
                  <a:pt x="448208" y="3284973"/>
                </a:lnTo>
                <a:lnTo>
                  <a:pt x="448835" y="3284863"/>
                </a:lnTo>
                <a:lnTo>
                  <a:pt x="449476" y="3284766"/>
                </a:lnTo>
                <a:lnTo>
                  <a:pt x="450131" y="3284682"/>
                </a:lnTo>
                <a:lnTo>
                  <a:pt x="450800" y="3284611"/>
                </a:lnTo>
                <a:lnTo>
                  <a:pt x="451483" y="3284553"/>
                </a:lnTo>
                <a:lnTo>
                  <a:pt x="452181" y="3284508"/>
                </a:lnTo>
                <a:lnTo>
                  <a:pt x="452892" y="3284475"/>
                </a:lnTo>
                <a:lnTo>
                  <a:pt x="453618" y="3284456"/>
                </a:lnTo>
                <a:lnTo>
                  <a:pt x="454357" y="3284450"/>
                </a:lnTo>
                <a:lnTo>
                  <a:pt x="455165" y="3284456"/>
                </a:lnTo>
                <a:lnTo>
                  <a:pt x="455952" y="3284475"/>
                </a:lnTo>
                <a:lnTo>
                  <a:pt x="456719" y="3284508"/>
                </a:lnTo>
                <a:lnTo>
                  <a:pt x="457466" y="3284553"/>
                </a:lnTo>
                <a:lnTo>
                  <a:pt x="458194" y="3284611"/>
                </a:lnTo>
                <a:lnTo>
                  <a:pt x="458901" y="3284682"/>
                </a:lnTo>
                <a:lnTo>
                  <a:pt x="459588" y="3284766"/>
                </a:lnTo>
                <a:lnTo>
                  <a:pt x="460256" y="3284863"/>
                </a:lnTo>
                <a:lnTo>
                  <a:pt x="460903" y="3284973"/>
                </a:lnTo>
                <a:lnTo>
                  <a:pt x="461531" y="3285095"/>
                </a:lnTo>
                <a:lnTo>
                  <a:pt x="462139" y="3285231"/>
                </a:lnTo>
                <a:lnTo>
                  <a:pt x="462726" y="3285379"/>
                </a:lnTo>
                <a:lnTo>
                  <a:pt x="463294" y="3285541"/>
                </a:lnTo>
                <a:lnTo>
                  <a:pt x="463842" y="3285715"/>
                </a:lnTo>
                <a:lnTo>
                  <a:pt x="464369" y="3285903"/>
                </a:lnTo>
                <a:lnTo>
                  <a:pt x="464877" y="3286103"/>
                </a:lnTo>
                <a:lnTo>
                  <a:pt x="465365" y="3286316"/>
                </a:lnTo>
                <a:lnTo>
                  <a:pt x="465833" y="3286542"/>
                </a:lnTo>
                <a:lnTo>
                  <a:pt x="466281" y="3286781"/>
                </a:lnTo>
                <a:lnTo>
                  <a:pt x="466709" y="3287033"/>
                </a:lnTo>
                <a:lnTo>
                  <a:pt x="467117" y="3287297"/>
                </a:lnTo>
                <a:lnTo>
                  <a:pt x="467505" y="3287575"/>
                </a:lnTo>
                <a:lnTo>
                  <a:pt x="467873" y="3287866"/>
                </a:lnTo>
                <a:lnTo>
                  <a:pt x="468221" y="3288169"/>
                </a:lnTo>
                <a:lnTo>
                  <a:pt x="468566" y="3288487"/>
                </a:lnTo>
                <a:lnTo>
                  <a:pt x="468896" y="3288819"/>
                </a:lnTo>
                <a:lnTo>
                  <a:pt x="469212" y="3289168"/>
                </a:lnTo>
                <a:lnTo>
                  <a:pt x="469512" y="3289531"/>
                </a:lnTo>
                <a:lnTo>
                  <a:pt x="469799" y="3289910"/>
                </a:lnTo>
                <a:lnTo>
                  <a:pt x="470070" y="3290303"/>
                </a:lnTo>
                <a:lnTo>
                  <a:pt x="470327" y="3290713"/>
                </a:lnTo>
                <a:lnTo>
                  <a:pt x="470569" y="3291137"/>
                </a:lnTo>
                <a:lnTo>
                  <a:pt x="470797" y="3291577"/>
                </a:lnTo>
                <a:lnTo>
                  <a:pt x="471009" y="3292032"/>
                </a:lnTo>
                <a:lnTo>
                  <a:pt x="471207" y="3292502"/>
                </a:lnTo>
                <a:lnTo>
                  <a:pt x="471391" y="3292987"/>
                </a:lnTo>
                <a:lnTo>
                  <a:pt x="471560" y="3293488"/>
                </a:lnTo>
                <a:lnTo>
                  <a:pt x="471714" y="3294004"/>
                </a:lnTo>
                <a:lnTo>
                  <a:pt x="471853" y="3294535"/>
                </a:lnTo>
                <a:lnTo>
                  <a:pt x="471978" y="3295082"/>
                </a:lnTo>
                <a:lnTo>
                  <a:pt x="472088" y="3295644"/>
                </a:lnTo>
                <a:lnTo>
                  <a:pt x="472183" y="3296221"/>
                </a:lnTo>
                <a:lnTo>
                  <a:pt x="472264" y="3296813"/>
                </a:lnTo>
                <a:lnTo>
                  <a:pt x="472330" y="3297421"/>
                </a:lnTo>
                <a:lnTo>
                  <a:pt x="472382" y="3298044"/>
                </a:lnTo>
                <a:lnTo>
                  <a:pt x="472418" y="3298682"/>
                </a:lnTo>
                <a:lnTo>
                  <a:pt x="472440" y="3299335"/>
                </a:lnTo>
                <a:lnTo>
                  <a:pt x="472448" y="3300004"/>
                </a:lnTo>
                <a:lnTo>
                  <a:pt x="472448" y="3309472"/>
                </a:lnTo>
                <a:lnTo>
                  <a:pt x="470785" y="3309477"/>
                </a:lnTo>
                <a:lnTo>
                  <a:pt x="469148" y="3309492"/>
                </a:lnTo>
                <a:lnTo>
                  <a:pt x="467539" y="3309517"/>
                </a:lnTo>
                <a:lnTo>
                  <a:pt x="465957" y="3309551"/>
                </a:lnTo>
                <a:lnTo>
                  <a:pt x="464402" y="3309596"/>
                </a:lnTo>
                <a:lnTo>
                  <a:pt x="462874" y="3309651"/>
                </a:lnTo>
                <a:lnTo>
                  <a:pt x="461373" y="3309716"/>
                </a:lnTo>
                <a:lnTo>
                  <a:pt x="459899" y="3309791"/>
                </a:lnTo>
                <a:lnTo>
                  <a:pt x="458452" y="3309876"/>
                </a:lnTo>
                <a:lnTo>
                  <a:pt x="457032" y="3309971"/>
                </a:lnTo>
                <a:lnTo>
                  <a:pt x="455639" y="3310075"/>
                </a:lnTo>
                <a:lnTo>
                  <a:pt x="454273" y="3310190"/>
                </a:lnTo>
                <a:lnTo>
                  <a:pt x="452934" y="3310315"/>
                </a:lnTo>
                <a:lnTo>
                  <a:pt x="451622" y="3310450"/>
                </a:lnTo>
                <a:lnTo>
                  <a:pt x="450337" y="3310594"/>
                </a:lnTo>
                <a:lnTo>
                  <a:pt x="449079" y="3310749"/>
                </a:lnTo>
                <a:lnTo>
                  <a:pt x="447848" y="3310914"/>
                </a:lnTo>
                <a:lnTo>
                  <a:pt x="446644" y="3311088"/>
                </a:lnTo>
                <a:lnTo>
                  <a:pt x="445467" y="3311273"/>
                </a:lnTo>
                <a:lnTo>
                  <a:pt x="444317" y="3311468"/>
                </a:lnTo>
                <a:lnTo>
                  <a:pt x="443194" y="3311672"/>
                </a:lnTo>
                <a:lnTo>
                  <a:pt x="442098" y="3311887"/>
                </a:lnTo>
                <a:lnTo>
                  <a:pt x="441029" y="3312111"/>
                </a:lnTo>
                <a:lnTo>
                  <a:pt x="439987" y="3312346"/>
                </a:lnTo>
                <a:lnTo>
                  <a:pt x="438984" y="3312591"/>
                </a:lnTo>
                <a:lnTo>
                  <a:pt x="438004" y="3312848"/>
                </a:lnTo>
                <a:lnTo>
                  <a:pt x="437046" y="3313117"/>
                </a:lnTo>
                <a:lnTo>
                  <a:pt x="436112" y="3313398"/>
                </a:lnTo>
                <a:lnTo>
                  <a:pt x="435201" y="3313690"/>
                </a:lnTo>
                <a:lnTo>
                  <a:pt x="434312" y="3313994"/>
                </a:lnTo>
                <a:lnTo>
                  <a:pt x="433447" y="3314310"/>
                </a:lnTo>
                <a:lnTo>
                  <a:pt x="432604" y="3314638"/>
                </a:lnTo>
                <a:lnTo>
                  <a:pt x="431784" y="3314977"/>
                </a:lnTo>
                <a:lnTo>
                  <a:pt x="430987" y="3315328"/>
                </a:lnTo>
                <a:lnTo>
                  <a:pt x="430213" y="3315691"/>
                </a:lnTo>
                <a:lnTo>
                  <a:pt x="429462" y="3316065"/>
                </a:lnTo>
                <a:lnTo>
                  <a:pt x="428734" y="3316452"/>
                </a:lnTo>
                <a:lnTo>
                  <a:pt x="428029" y="3316850"/>
                </a:lnTo>
                <a:lnTo>
                  <a:pt x="427346" y="3317259"/>
                </a:lnTo>
                <a:lnTo>
                  <a:pt x="426687" y="3317681"/>
                </a:lnTo>
                <a:lnTo>
                  <a:pt x="426050" y="3318114"/>
                </a:lnTo>
                <a:lnTo>
                  <a:pt x="425436" y="3318559"/>
                </a:lnTo>
                <a:lnTo>
                  <a:pt x="424845" y="3319016"/>
                </a:lnTo>
                <a:lnTo>
                  <a:pt x="424278" y="3319484"/>
                </a:lnTo>
                <a:lnTo>
                  <a:pt x="423732" y="3319964"/>
                </a:lnTo>
                <a:lnTo>
                  <a:pt x="423210" y="3320456"/>
                </a:lnTo>
                <a:lnTo>
                  <a:pt x="422711" y="3320960"/>
                </a:lnTo>
                <a:lnTo>
                  <a:pt x="422235" y="3321475"/>
                </a:lnTo>
                <a:lnTo>
                  <a:pt x="421793" y="3321990"/>
                </a:lnTo>
                <a:lnTo>
                  <a:pt x="421371" y="3322518"/>
                </a:lnTo>
                <a:lnTo>
                  <a:pt x="420967" y="3323060"/>
                </a:lnTo>
                <a:lnTo>
                  <a:pt x="420582" y="3323617"/>
                </a:lnTo>
                <a:lnTo>
                  <a:pt x="420215" y="3324187"/>
                </a:lnTo>
                <a:lnTo>
                  <a:pt x="419868" y="3324772"/>
                </a:lnTo>
                <a:lnTo>
                  <a:pt x="419539" y="3325371"/>
                </a:lnTo>
                <a:lnTo>
                  <a:pt x="419229" y="3325984"/>
                </a:lnTo>
                <a:lnTo>
                  <a:pt x="418938" y="3326611"/>
                </a:lnTo>
                <a:lnTo>
                  <a:pt x="418665" y="3327252"/>
                </a:lnTo>
                <a:lnTo>
                  <a:pt x="418412" y="3327907"/>
                </a:lnTo>
                <a:lnTo>
                  <a:pt x="418177" y="3328576"/>
                </a:lnTo>
                <a:lnTo>
                  <a:pt x="417961" y="3329259"/>
                </a:lnTo>
                <a:lnTo>
                  <a:pt x="417764" y="3329957"/>
                </a:lnTo>
                <a:lnTo>
                  <a:pt x="417585" y="3330668"/>
                </a:lnTo>
                <a:lnTo>
                  <a:pt x="417426" y="3331394"/>
                </a:lnTo>
                <a:lnTo>
                  <a:pt x="417285" y="3332134"/>
                </a:lnTo>
                <a:lnTo>
                  <a:pt x="417163" y="3332887"/>
                </a:lnTo>
                <a:lnTo>
                  <a:pt x="417059" y="3333655"/>
                </a:lnTo>
                <a:lnTo>
                  <a:pt x="416975" y="3334437"/>
                </a:lnTo>
                <a:lnTo>
                  <a:pt x="416909" y="3335233"/>
                </a:lnTo>
                <a:lnTo>
                  <a:pt x="416862" y="3336043"/>
                </a:lnTo>
                <a:lnTo>
                  <a:pt x="416834" y="3336867"/>
                </a:lnTo>
                <a:lnTo>
                  <a:pt x="416824" y="3337706"/>
                </a:lnTo>
                <a:lnTo>
                  <a:pt x="416837" y="3338710"/>
                </a:lnTo>
                <a:lnTo>
                  <a:pt x="416874" y="3339693"/>
                </a:lnTo>
                <a:lnTo>
                  <a:pt x="416935" y="3340656"/>
                </a:lnTo>
                <a:lnTo>
                  <a:pt x="417022" y="3341599"/>
                </a:lnTo>
                <a:lnTo>
                  <a:pt x="417133" y="3342521"/>
                </a:lnTo>
                <a:lnTo>
                  <a:pt x="417268" y="3343422"/>
                </a:lnTo>
                <a:lnTo>
                  <a:pt x="417429" y="3344303"/>
                </a:lnTo>
                <a:lnTo>
                  <a:pt x="417613" y="3345163"/>
                </a:lnTo>
                <a:lnTo>
                  <a:pt x="417823" y="3346003"/>
                </a:lnTo>
                <a:lnTo>
                  <a:pt x="418057" y="3346822"/>
                </a:lnTo>
                <a:lnTo>
                  <a:pt x="418316" y="3347621"/>
                </a:lnTo>
                <a:lnTo>
                  <a:pt x="418600" y="3348399"/>
                </a:lnTo>
                <a:lnTo>
                  <a:pt x="418908" y="3349157"/>
                </a:lnTo>
                <a:lnTo>
                  <a:pt x="419241" y="3349894"/>
                </a:lnTo>
                <a:lnTo>
                  <a:pt x="419598" y="3350610"/>
                </a:lnTo>
                <a:lnTo>
                  <a:pt x="419980" y="3351306"/>
                </a:lnTo>
                <a:lnTo>
                  <a:pt x="420387" y="3351982"/>
                </a:lnTo>
                <a:lnTo>
                  <a:pt x="420819" y="3352637"/>
                </a:lnTo>
                <a:lnTo>
                  <a:pt x="421275" y="3353271"/>
                </a:lnTo>
                <a:lnTo>
                  <a:pt x="421756" y="3353885"/>
                </a:lnTo>
                <a:lnTo>
                  <a:pt x="422261" y="3354478"/>
                </a:lnTo>
                <a:lnTo>
                  <a:pt x="422791" y="3355050"/>
                </a:lnTo>
                <a:lnTo>
                  <a:pt x="423346" y="3355602"/>
                </a:lnTo>
                <a:lnTo>
                  <a:pt x="423925" y="3356134"/>
                </a:lnTo>
                <a:lnTo>
                  <a:pt x="424542" y="3356644"/>
                </a:lnTo>
                <a:lnTo>
                  <a:pt x="425179" y="3357133"/>
                </a:lnTo>
                <a:lnTo>
                  <a:pt x="425838" y="3357600"/>
                </a:lnTo>
                <a:lnTo>
                  <a:pt x="426518" y="3358045"/>
                </a:lnTo>
                <a:lnTo>
                  <a:pt x="427219" y="3358469"/>
                </a:lnTo>
                <a:lnTo>
                  <a:pt x="427941" y="3358871"/>
                </a:lnTo>
                <a:lnTo>
                  <a:pt x="428684" y="3359251"/>
                </a:lnTo>
                <a:lnTo>
                  <a:pt x="429448" y="3359609"/>
                </a:lnTo>
                <a:lnTo>
                  <a:pt x="430234" y="3359946"/>
                </a:lnTo>
                <a:lnTo>
                  <a:pt x="431040" y="3360261"/>
                </a:lnTo>
                <a:lnTo>
                  <a:pt x="431868" y="3360554"/>
                </a:lnTo>
                <a:lnTo>
                  <a:pt x="432717" y="3360826"/>
                </a:lnTo>
                <a:lnTo>
                  <a:pt x="433587" y="3361075"/>
                </a:lnTo>
                <a:lnTo>
                  <a:pt x="434478" y="3361304"/>
                </a:lnTo>
                <a:lnTo>
                  <a:pt x="435390" y="3361510"/>
                </a:lnTo>
                <a:lnTo>
                  <a:pt x="436324" y="3361694"/>
                </a:lnTo>
                <a:lnTo>
                  <a:pt x="437278" y="3361857"/>
                </a:lnTo>
                <a:lnTo>
                  <a:pt x="438254" y="3361999"/>
                </a:lnTo>
                <a:lnTo>
                  <a:pt x="439251" y="3362118"/>
                </a:lnTo>
                <a:lnTo>
                  <a:pt x="440268" y="3362216"/>
                </a:lnTo>
                <a:lnTo>
                  <a:pt x="441308" y="3362292"/>
                </a:lnTo>
                <a:lnTo>
                  <a:pt x="442368" y="3362346"/>
                </a:lnTo>
                <a:lnTo>
                  <a:pt x="443449" y="3362379"/>
                </a:lnTo>
                <a:lnTo>
                  <a:pt x="444552" y="3362390"/>
                </a:lnTo>
                <a:lnTo>
                  <a:pt x="445058" y="3362387"/>
                </a:lnTo>
                <a:lnTo>
                  <a:pt x="445562" y="3362380"/>
                </a:lnTo>
                <a:lnTo>
                  <a:pt x="446065" y="3362368"/>
                </a:lnTo>
                <a:lnTo>
                  <a:pt x="446566" y="3362352"/>
                </a:lnTo>
                <a:lnTo>
                  <a:pt x="447065" y="3362331"/>
                </a:lnTo>
                <a:lnTo>
                  <a:pt x="447563" y="3362305"/>
                </a:lnTo>
                <a:lnTo>
                  <a:pt x="448059" y="3362275"/>
                </a:lnTo>
                <a:lnTo>
                  <a:pt x="448553" y="3362239"/>
                </a:lnTo>
                <a:lnTo>
                  <a:pt x="449045" y="3362199"/>
                </a:lnTo>
                <a:lnTo>
                  <a:pt x="449535" y="3362155"/>
                </a:lnTo>
                <a:lnTo>
                  <a:pt x="450024" y="3362105"/>
                </a:lnTo>
                <a:lnTo>
                  <a:pt x="450511" y="3362051"/>
                </a:lnTo>
                <a:lnTo>
                  <a:pt x="450996" y="3361993"/>
                </a:lnTo>
                <a:lnTo>
                  <a:pt x="451480" y="3361929"/>
                </a:lnTo>
                <a:lnTo>
                  <a:pt x="451961" y="3361861"/>
                </a:lnTo>
                <a:lnTo>
                  <a:pt x="452441" y="3361788"/>
                </a:lnTo>
                <a:lnTo>
                  <a:pt x="452919" y="3361711"/>
                </a:lnTo>
                <a:lnTo>
                  <a:pt x="453396" y="3361629"/>
                </a:lnTo>
                <a:lnTo>
                  <a:pt x="453870" y="3361542"/>
                </a:lnTo>
                <a:lnTo>
                  <a:pt x="454343" y="3361450"/>
                </a:lnTo>
                <a:lnTo>
                  <a:pt x="454814" y="3361354"/>
                </a:lnTo>
                <a:lnTo>
                  <a:pt x="455284" y="3361253"/>
                </a:lnTo>
                <a:lnTo>
                  <a:pt x="455751" y="3361147"/>
                </a:lnTo>
                <a:lnTo>
                  <a:pt x="456217" y="3361037"/>
                </a:lnTo>
                <a:lnTo>
                  <a:pt x="456680" y="3360935"/>
                </a:lnTo>
                <a:lnTo>
                  <a:pt x="457140" y="3360827"/>
                </a:lnTo>
                <a:lnTo>
                  <a:pt x="457596" y="3360712"/>
                </a:lnTo>
                <a:lnTo>
                  <a:pt x="458049" y="3360591"/>
                </a:lnTo>
                <a:lnTo>
                  <a:pt x="458498" y="3360463"/>
                </a:lnTo>
                <a:lnTo>
                  <a:pt x="458943" y="3360329"/>
                </a:lnTo>
                <a:lnTo>
                  <a:pt x="459385" y="3360188"/>
                </a:lnTo>
                <a:lnTo>
                  <a:pt x="459824" y="3360041"/>
                </a:lnTo>
                <a:lnTo>
                  <a:pt x="460259" y="3359888"/>
                </a:lnTo>
                <a:lnTo>
                  <a:pt x="460690" y="3359728"/>
                </a:lnTo>
                <a:lnTo>
                  <a:pt x="461118" y="3359561"/>
                </a:lnTo>
                <a:lnTo>
                  <a:pt x="461543" y="3359389"/>
                </a:lnTo>
                <a:lnTo>
                  <a:pt x="461964" y="3359209"/>
                </a:lnTo>
                <a:lnTo>
                  <a:pt x="462381" y="3359023"/>
                </a:lnTo>
                <a:lnTo>
                  <a:pt x="462795" y="3358831"/>
                </a:lnTo>
                <a:lnTo>
                  <a:pt x="463205" y="3358632"/>
                </a:lnTo>
                <a:lnTo>
                  <a:pt x="463612" y="3358427"/>
                </a:lnTo>
                <a:lnTo>
                  <a:pt x="464015" y="3358216"/>
                </a:lnTo>
                <a:lnTo>
                  <a:pt x="464415" y="3357998"/>
                </a:lnTo>
                <a:lnTo>
                  <a:pt x="464811" y="3357773"/>
                </a:lnTo>
                <a:lnTo>
                  <a:pt x="465204" y="3357542"/>
                </a:lnTo>
                <a:lnTo>
                  <a:pt x="465593" y="3357305"/>
                </a:lnTo>
                <a:lnTo>
                  <a:pt x="465979" y="3357061"/>
                </a:lnTo>
                <a:lnTo>
                  <a:pt x="466361" y="3356810"/>
                </a:lnTo>
                <a:lnTo>
                  <a:pt x="466739" y="3356539"/>
                </a:lnTo>
                <a:lnTo>
                  <a:pt x="467110" y="3356261"/>
                </a:lnTo>
                <a:lnTo>
                  <a:pt x="467476" y="3355975"/>
                </a:lnTo>
                <a:lnTo>
                  <a:pt x="467836" y="3355683"/>
                </a:lnTo>
                <a:lnTo>
                  <a:pt x="468190" y="3355384"/>
                </a:lnTo>
                <a:lnTo>
                  <a:pt x="468538" y="3355077"/>
                </a:lnTo>
                <a:lnTo>
                  <a:pt x="468880" y="3354764"/>
                </a:lnTo>
                <a:lnTo>
                  <a:pt x="469217" y="3354443"/>
                </a:lnTo>
                <a:lnTo>
                  <a:pt x="469547" y="3354116"/>
                </a:lnTo>
                <a:lnTo>
                  <a:pt x="469872" y="3353781"/>
                </a:lnTo>
                <a:lnTo>
                  <a:pt x="470190" y="3353440"/>
                </a:lnTo>
                <a:lnTo>
                  <a:pt x="470503" y="3353091"/>
                </a:lnTo>
                <a:lnTo>
                  <a:pt x="470810" y="3352735"/>
                </a:lnTo>
                <a:lnTo>
                  <a:pt x="471111" y="3352372"/>
                </a:lnTo>
                <a:lnTo>
                  <a:pt x="471407" y="3352003"/>
                </a:lnTo>
                <a:lnTo>
                  <a:pt x="471696" y="3351626"/>
                </a:lnTo>
                <a:lnTo>
                  <a:pt x="471980" y="3351242"/>
                </a:lnTo>
                <a:lnTo>
                  <a:pt x="472257" y="3350851"/>
                </a:lnTo>
                <a:lnTo>
                  <a:pt x="472529" y="3350453"/>
                </a:lnTo>
                <a:lnTo>
                  <a:pt x="472795" y="3350048"/>
                </a:lnTo>
                <a:lnTo>
                  <a:pt x="473055" y="3349636"/>
                </a:lnTo>
                <a:lnTo>
                  <a:pt x="473309" y="3349216"/>
                </a:lnTo>
                <a:lnTo>
                  <a:pt x="473558" y="3348790"/>
                </a:lnTo>
                <a:lnTo>
                  <a:pt x="473800" y="3348357"/>
                </a:lnTo>
                <a:lnTo>
                  <a:pt x="473844" y="3348804"/>
                </a:lnTo>
                <a:lnTo>
                  <a:pt x="473892" y="3349242"/>
                </a:lnTo>
                <a:lnTo>
                  <a:pt x="473943" y="3349673"/>
                </a:lnTo>
                <a:lnTo>
                  <a:pt x="473997" y="3350095"/>
                </a:lnTo>
                <a:lnTo>
                  <a:pt x="474056" y="3350509"/>
                </a:lnTo>
                <a:lnTo>
                  <a:pt x="474117" y="3350914"/>
                </a:lnTo>
                <a:lnTo>
                  <a:pt x="474182" y="3351312"/>
                </a:lnTo>
                <a:lnTo>
                  <a:pt x="474251" y="3351701"/>
                </a:lnTo>
                <a:lnTo>
                  <a:pt x="474323" y="3352082"/>
                </a:lnTo>
                <a:lnTo>
                  <a:pt x="474399" y="3352455"/>
                </a:lnTo>
                <a:lnTo>
                  <a:pt x="474478" y="3352819"/>
                </a:lnTo>
                <a:lnTo>
                  <a:pt x="474561" y="3353175"/>
                </a:lnTo>
                <a:lnTo>
                  <a:pt x="474647" y="3353523"/>
                </a:lnTo>
                <a:lnTo>
                  <a:pt x="474737" y="3353863"/>
                </a:lnTo>
                <a:lnTo>
                  <a:pt x="474830" y="3354195"/>
                </a:lnTo>
                <a:lnTo>
                  <a:pt x="474927" y="3354518"/>
                </a:lnTo>
                <a:lnTo>
                  <a:pt x="475028" y="3354834"/>
                </a:lnTo>
                <a:lnTo>
                  <a:pt x="475132" y="3355141"/>
                </a:lnTo>
                <a:lnTo>
                  <a:pt x="475239" y="3355440"/>
                </a:lnTo>
                <a:lnTo>
                  <a:pt x="475350" y="3355730"/>
                </a:lnTo>
                <a:lnTo>
                  <a:pt x="475464" y="3356012"/>
                </a:lnTo>
                <a:lnTo>
                  <a:pt x="475582" y="3356287"/>
                </a:lnTo>
                <a:lnTo>
                  <a:pt x="475704" y="3356553"/>
                </a:lnTo>
                <a:lnTo>
                  <a:pt x="475829" y="3356810"/>
                </a:lnTo>
                <a:lnTo>
                  <a:pt x="475959" y="3357061"/>
                </a:lnTo>
                <a:lnTo>
                  <a:pt x="476094" y="3357305"/>
                </a:lnTo>
                <a:lnTo>
                  <a:pt x="476236" y="3357542"/>
                </a:lnTo>
                <a:lnTo>
                  <a:pt x="476383" y="3357773"/>
                </a:lnTo>
                <a:lnTo>
                  <a:pt x="476536" y="3357998"/>
                </a:lnTo>
                <a:lnTo>
                  <a:pt x="476695" y="3358216"/>
                </a:lnTo>
                <a:lnTo>
                  <a:pt x="476860" y="3358427"/>
                </a:lnTo>
                <a:lnTo>
                  <a:pt x="477031" y="3358632"/>
                </a:lnTo>
                <a:lnTo>
                  <a:pt x="477208" y="3358831"/>
                </a:lnTo>
                <a:lnTo>
                  <a:pt x="477390" y="3359023"/>
                </a:lnTo>
                <a:lnTo>
                  <a:pt x="477579" y="3359209"/>
                </a:lnTo>
                <a:lnTo>
                  <a:pt x="477773" y="3359389"/>
                </a:lnTo>
                <a:lnTo>
                  <a:pt x="477973" y="3359561"/>
                </a:lnTo>
                <a:lnTo>
                  <a:pt x="478179" y="3359728"/>
                </a:lnTo>
                <a:lnTo>
                  <a:pt x="478391" y="3359888"/>
                </a:lnTo>
                <a:lnTo>
                  <a:pt x="478609" y="3360041"/>
                </a:lnTo>
                <a:lnTo>
                  <a:pt x="478833" y="3360188"/>
                </a:lnTo>
                <a:lnTo>
                  <a:pt x="479062" y="3360329"/>
                </a:lnTo>
                <a:lnTo>
                  <a:pt x="479298" y="3360463"/>
                </a:lnTo>
                <a:lnTo>
                  <a:pt x="479539" y="3360591"/>
                </a:lnTo>
                <a:lnTo>
                  <a:pt x="479786" y="3360712"/>
                </a:lnTo>
                <a:lnTo>
                  <a:pt x="480039" y="3360827"/>
                </a:lnTo>
                <a:lnTo>
                  <a:pt x="480298" y="3360935"/>
                </a:lnTo>
                <a:lnTo>
                  <a:pt x="480563" y="3361037"/>
                </a:lnTo>
                <a:lnTo>
                  <a:pt x="480834" y="3361147"/>
                </a:lnTo>
                <a:lnTo>
                  <a:pt x="481111" y="3361253"/>
                </a:lnTo>
                <a:lnTo>
                  <a:pt x="481395" y="3361354"/>
                </a:lnTo>
                <a:lnTo>
                  <a:pt x="481685" y="3361450"/>
                </a:lnTo>
                <a:lnTo>
                  <a:pt x="481982" y="3361542"/>
                </a:lnTo>
                <a:lnTo>
                  <a:pt x="482285" y="3361629"/>
                </a:lnTo>
                <a:lnTo>
                  <a:pt x="482595" y="3361711"/>
                </a:lnTo>
                <a:lnTo>
                  <a:pt x="482911" y="3361788"/>
                </a:lnTo>
                <a:lnTo>
                  <a:pt x="483234" y="3361861"/>
                </a:lnTo>
                <a:lnTo>
                  <a:pt x="483563" y="3361929"/>
                </a:lnTo>
                <a:lnTo>
                  <a:pt x="483898" y="3361993"/>
                </a:lnTo>
                <a:lnTo>
                  <a:pt x="484240" y="3362051"/>
                </a:lnTo>
                <a:lnTo>
                  <a:pt x="484588" y="3362105"/>
                </a:lnTo>
                <a:lnTo>
                  <a:pt x="484943" y="3362155"/>
                </a:lnTo>
                <a:lnTo>
                  <a:pt x="485305" y="3362199"/>
                </a:lnTo>
                <a:lnTo>
                  <a:pt x="485672" y="3362239"/>
                </a:lnTo>
                <a:lnTo>
                  <a:pt x="486047" y="3362275"/>
                </a:lnTo>
                <a:lnTo>
                  <a:pt x="486427" y="3362305"/>
                </a:lnTo>
                <a:lnTo>
                  <a:pt x="486814" y="3362331"/>
                </a:lnTo>
                <a:lnTo>
                  <a:pt x="487208" y="3362352"/>
                </a:lnTo>
                <a:lnTo>
                  <a:pt x="487608" y="3362368"/>
                </a:lnTo>
                <a:lnTo>
                  <a:pt x="488015" y="3362380"/>
                </a:lnTo>
                <a:lnTo>
                  <a:pt x="488428" y="3362387"/>
                </a:lnTo>
                <a:lnTo>
                  <a:pt x="488847" y="3362390"/>
                </a:lnTo>
                <a:lnTo>
                  <a:pt x="489142" y="3362388"/>
                </a:lnTo>
                <a:lnTo>
                  <a:pt x="489437" y="3362384"/>
                </a:lnTo>
                <a:lnTo>
                  <a:pt x="489729" y="3362376"/>
                </a:lnTo>
                <a:lnTo>
                  <a:pt x="490021" y="3362366"/>
                </a:lnTo>
                <a:lnTo>
                  <a:pt x="490312" y="3362353"/>
                </a:lnTo>
                <a:lnTo>
                  <a:pt x="490601" y="3362337"/>
                </a:lnTo>
                <a:lnTo>
                  <a:pt x="490889" y="3362318"/>
                </a:lnTo>
                <a:lnTo>
                  <a:pt x="491176" y="3362296"/>
                </a:lnTo>
                <a:lnTo>
                  <a:pt x="491462" y="3362271"/>
                </a:lnTo>
                <a:lnTo>
                  <a:pt x="491747" y="3362243"/>
                </a:lnTo>
                <a:lnTo>
                  <a:pt x="492031" y="3362212"/>
                </a:lnTo>
                <a:lnTo>
                  <a:pt x="492313" y="3362178"/>
                </a:lnTo>
                <a:lnTo>
                  <a:pt x="492594" y="3362141"/>
                </a:lnTo>
                <a:lnTo>
                  <a:pt x="492874" y="3362102"/>
                </a:lnTo>
                <a:lnTo>
                  <a:pt x="493153" y="3362059"/>
                </a:lnTo>
                <a:lnTo>
                  <a:pt x="493431" y="3362014"/>
                </a:lnTo>
                <a:lnTo>
                  <a:pt x="493707" y="3361965"/>
                </a:lnTo>
                <a:lnTo>
                  <a:pt x="493982" y="3361914"/>
                </a:lnTo>
                <a:lnTo>
                  <a:pt x="494257" y="3361860"/>
                </a:lnTo>
                <a:lnTo>
                  <a:pt x="494530" y="3361802"/>
                </a:lnTo>
                <a:lnTo>
                  <a:pt x="494801" y="3361742"/>
                </a:lnTo>
                <a:lnTo>
                  <a:pt x="495072" y="3361679"/>
                </a:lnTo>
                <a:lnTo>
                  <a:pt x="495341" y="3361613"/>
                </a:lnTo>
                <a:lnTo>
                  <a:pt x="495610" y="3361544"/>
                </a:lnTo>
                <a:lnTo>
                  <a:pt x="495876" y="3361473"/>
                </a:lnTo>
                <a:lnTo>
                  <a:pt x="496138" y="3361399"/>
                </a:lnTo>
                <a:lnTo>
                  <a:pt x="496397" y="3361322"/>
                </a:lnTo>
                <a:lnTo>
                  <a:pt x="496652" y="3361244"/>
                </a:lnTo>
                <a:lnTo>
                  <a:pt x="496904" y="3361163"/>
                </a:lnTo>
                <a:lnTo>
                  <a:pt x="497153" y="3361079"/>
                </a:lnTo>
                <a:lnTo>
                  <a:pt x="497397" y="3360994"/>
                </a:lnTo>
                <a:lnTo>
                  <a:pt x="497639" y="3360906"/>
                </a:lnTo>
                <a:lnTo>
                  <a:pt x="497876" y="3360815"/>
                </a:lnTo>
                <a:lnTo>
                  <a:pt x="498111" y="3360722"/>
                </a:lnTo>
                <a:lnTo>
                  <a:pt x="498341" y="3360627"/>
                </a:lnTo>
                <a:lnTo>
                  <a:pt x="498568" y="3360530"/>
                </a:lnTo>
                <a:lnTo>
                  <a:pt x="498792" y="3360430"/>
                </a:lnTo>
                <a:lnTo>
                  <a:pt x="499012" y="3360328"/>
                </a:lnTo>
                <a:lnTo>
                  <a:pt x="499229" y="3360223"/>
                </a:lnTo>
                <a:lnTo>
                  <a:pt x="499442" y="3360117"/>
                </a:lnTo>
                <a:lnTo>
                  <a:pt x="499652" y="3360007"/>
                </a:lnTo>
                <a:lnTo>
                  <a:pt x="499858" y="3359896"/>
                </a:lnTo>
                <a:lnTo>
                  <a:pt x="500060" y="3359782"/>
                </a:lnTo>
                <a:lnTo>
                  <a:pt x="500259" y="3359666"/>
                </a:lnTo>
                <a:lnTo>
                  <a:pt x="500455" y="3359547"/>
                </a:lnTo>
                <a:lnTo>
                  <a:pt x="500647" y="3359426"/>
                </a:lnTo>
                <a:lnTo>
                  <a:pt x="500835" y="3359303"/>
                </a:lnTo>
                <a:lnTo>
                  <a:pt x="501020" y="3359177"/>
                </a:lnTo>
                <a:lnTo>
                  <a:pt x="501020" y="3348188"/>
                </a:lnTo>
                <a:lnTo>
                  <a:pt x="500779" y="3348353"/>
                </a:lnTo>
                <a:lnTo>
                  <a:pt x="500534" y="3348512"/>
                </a:lnTo>
                <a:lnTo>
                  <a:pt x="500286" y="3348663"/>
                </a:lnTo>
                <a:lnTo>
                  <a:pt x="500034" y="3348808"/>
                </a:lnTo>
                <a:lnTo>
                  <a:pt x="499778" y="3348945"/>
                </a:lnTo>
                <a:lnTo>
                  <a:pt x="499519" y="3349075"/>
                </a:lnTo>
                <a:lnTo>
                  <a:pt x="499257" y="3349199"/>
                </a:lnTo>
                <a:lnTo>
                  <a:pt x="498991" y="3349315"/>
                </a:lnTo>
                <a:lnTo>
                  <a:pt x="498722" y="3349424"/>
                </a:lnTo>
                <a:lnTo>
                  <a:pt x="498449" y="3349526"/>
                </a:lnTo>
                <a:lnTo>
                  <a:pt x="498172" y="3349621"/>
                </a:lnTo>
                <a:lnTo>
                  <a:pt x="497892" y="3349709"/>
                </a:lnTo>
                <a:lnTo>
                  <a:pt x="497609" y="3349790"/>
                </a:lnTo>
                <a:lnTo>
                  <a:pt x="497322" y="3349864"/>
                </a:lnTo>
                <a:lnTo>
                  <a:pt x="497031" y="3349931"/>
                </a:lnTo>
                <a:lnTo>
                  <a:pt x="496737" y="3349991"/>
                </a:lnTo>
                <a:lnTo>
                  <a:pt x="496439" y="3350044"/>
                </a:lnTo>
                <a:lnTo>
                  <a:pt x="496138" y="3350090"/>
                </a:lnTo>
                <a:lnTo>
                  <a:pt x="495833" y="3350129"/>
                </a:lnTo>
                <a:lnTo>
                  <a:pt x="495525" y="3350160"/>
                </a:lnTo>
                <a:lnTo>
                  <a:pt x="495214" y="3350185"/>
                </a:lnTo>
                <a:lnTo>
                  <a:pt x="494898" y="3350203"/>
                </a:lnTo>
                <a:lnTo>
                  <a:pt x="494580" y="3350213"/>
                </a:lnTo>
                <a:lnTo>
                  <a:pt x="494257" y="3350217"/>
                </a:lnTo>
                <a:lnTo>
                  <a:pt x="494076" y="3350215"/>
                </a:lnTo>
                <a:lnTo>
                  <a:pt x="493897" y="3350208"/>
                </a:lnTo>
                <a:lnTo>
                  <a:pt x="493721" y="3350198"/>
                </a:lnTo>
                <a:lnTo>
                  <a:pt x="493548" y="3350184"/>
                </a:lnTo>
                <a:lnTo>
                  <a:pt x="493378" y="3350165"/>
                </a:lnTo>
                <a:lnTo>
                  <a:pt x="493211" y="3350143"/>
                </a:lnTo>
                <a:lnTo>
                  <a:pt x="493047" y="3350116"/>
                </a:lnTo>
                <a:lnTo>
                  <a:pt x="492886" y="3350085"/>
                </a:lnTo>
                <a:lnTo>
                  <a:pt x="492728" y="3350050"/>
                </a:lnTo>
                <a:lnTo>
                  <a:pt x="492572" y="3350011"/>
                </a:lnTo>
                <a:lnTo>
                  <a:pt x="492420" y="3349968"/>
                </a:lnTo>
                <a:lnTo>
                  <a:pt x="492271" y="3349921"/>
                </a:lnTo>
                <a:lnTo>
                  <a:pt x="492124" y="3349869"/>
                </a:lnTo>
                <a:lnTo>
                  <a:pt x="491981" y="3349814"/>
                </a:lnTo>
                <a:lnTo>
                  <a:pt x="491840" y="3349754"/>
                </a:lnTo>
                <a:lnTo>
                  <a:pt x="491702" y="3349691"/>
                </a:lnTo>
                <a:lnTo>
                  <a:pt x="491568" y="3349623"/>
                </a:lnTo>
                <a:lnTo>
                  <a:pt x="491436" y="3349551"/>
                </a:lnTo>
                <a:lnTo>
                  <a:pt x="491307" y="3349475"/>
                </a:lnTo>
                <a:lnTo>
                  <a:pt x="491181" y="3349395"/>
                </a:lnTo>
                <a:lnTo>
                  <a:pt x="491058" y="3349311"/>
                </a:lnTo>
                <a:lnTo>
                  <a:pt x="490938" y="3349222"/>
                </a:lnTo>
                <a:lnTo>
                  <a:pt x="490821" y="3349130"/>
                </a:lnTo>
                <a:lnTo>
                  <a:pt x="490707" y="3349033"/>
                </a:lnTo>
                <a:lnTo>
                  <a:pt x="490596" y="3348932"/>
                </a:lnTo>
                <a:lnTo>
                  <a:pt x="490491" y="3348825"/>
                </a:lnTo>
                <a:lnTo>
                  <a:pt x="490390" y="3348714"/>
                </a:lnTo>
                <a:lnTo>
                  <a:pt x="490294" y="3348596"/>
                </a:lnTo>
                <a:lnTo>
                  <a:pt x="490202" y="3348474"/>
                </a:lnTo>
                <a:lnTo>
                  <a:pt x="490115" y="3348346"/>
                </a:lnTo>
                <a:lnTo>
                  <a:pt x="490033" y="3348213"/>
                </a:lnTo>
                <a:lnTo>
                  <a:pt x="489955" y="3348075"/>
                </a:lnTo>
                <a:lnTo>
                  <a:pt x="489883" y="3347932"/>
                </a:lnTo>
                <a:lnTo>
                  <a:pt x="489815" y="3347783"/>
                </a:lnTo>
                <a:lnTo>
                  <a:pt x="489751" y="3347629"/>
                </a:lnTo>
                <a:lnTo>
                  <a:pt x="489692" y="3347469"/>
                </a:lnTo>
                <a:lnTo>
                  <a:pt x="489638" y="3347305"/>
                </a:lnTo>
                <a:lnTo>
                  <a:pt x="489589" y="3347135"/>
                </a:lnTo>
                <a:lnTo>
                  <a:pt x="489545" y="3346960"/>
                </a:lnTo>
                <a:lnTo>
                  <a:pt x="489505" y="3346779"/>
                </a:lnTo>
                <a:lnTo>
                  <a:pt x="489469" y="3346593"/>
                </a:lnTo>
                <a:lnTo>
                  <a:pt x="489439" y="3346402"/>
                </a:lnTo>
                <a:lnTo>
                  <a:pt x="489413" y="3346206"/>
                </a:lnTo>
                <a:lnTo>
                  <a:pt x="489392" y="3346004"/>
                </a:lnTo>
                <a:lnTo>
                  <a:pt x="489375" y="3345797"/>
                </a:lnTo>
                <a:lnTo>
                  <a:pt x="489364" y="3345585"/>
                </a:lnTo>
                <a:lnTo>
                  <a:pt x="489357" y="3345368"/>
                </a:lnTo>
                <a:lnTo>
                  <a:pt x="489354" y="3345145"/>
                </a:lnTo>
                <a:lnTo>
                  <a:pt x="489354" y="3299327"/>
                </a:lnTo>
                <a:lnTo>
                  <a:pt x="489339" y="3298212"/>
                </a:lnTo>
                <a:lnTo>
                  <a:pt x="489293" y="3297121"/>
                </a:lnTo>
                <a:lnTo>
                  <a:pt x="489217" y="3296054"/>
                </a:lnTo>
                <a:lnTo>
                  <a:pt x="489110" y="3295012"/>
                </a:lnTo>
                <a:lnTo>
                  <a:pt x="488973" y="3293993"/>
                </a:lnTo>
                <a:lnTo>
                  <a:pt x="488805" y="3292998"/>
                </a:lnTo>
                <a:lnTo>
                  <a:pt x="488606" y="3292027"/>
                </a:lnTo>
                <a:lnTo>
                  <a:pt x="488377" y="3291081"/>
                </a:lnTo>
                <a:lnTo>
                  <a:pt x="488118" y="3290158"/>
                </a:lnTo>
                <a:lnTo>
                  <a:pt x="487828" y="3289260"/>
                </a:lnTo>
                <a:lnTo>
                  <a:pt x="487507" y="3288385"/>
                </a:lnTo>
                <a:lnTo>
                  <a:pt x="487156" y="3287535"/>
                </a:lnTo>
                <a:lnTo>
                  <a:pt x="486775" y="3286709"/>
                </a:lnTo>
                <a:lnTo>
                  <a:pt x="486363" y="3285907"/>
                </a:lnTo>
                <a:lnTo>
                  <a:pt x="485920" y="3285129"/>
                </a:lnTo>
                <a:lnTo>
                  <a:pt x="485447" y="3284374"/>
                </a:lnTo>
                <a:lnTo>
                  <a:pt x="484943" y="3283644"/>
                </a:lnTo>
                <a:lnTo>
                  <a:pt x="484409" y="3282939"/>
                </a:lnTo>
                <a:lnTo>
                  <a:pt x="483844" y="3282257"/>
                </a:lnTo>
                <a:lnTo>
                  <a:pt x="483249" y="3281599"/>
                </a:lnTo>
                <a:lnTo>
                  <a:pt x="482623" y="3280965"/>
                </a:lnTo>
                <a:lnTo>
                  <a:pt x="481967" y="3280356"/>
                </a:lnTo>
                <a:lnTo>
                  <a:pt x="481280" y="3279770"/>
                </a:lnTo>
                <a:lnTo>
                  <a:pt x="480563" y="3279209"/>
                </a:lnTo>
                <a:lnTo>
                  <a:pt x="479830" y="3278671"/>
                </a:lnTo>
                <a:lnTo>
                  <a:pt x="479067" y="3278155"/>
                </a:lnTo>
                <a:lnTo>
                  <a:pt x="478275" y="3277663"/>
                </a:lnTo>
                <a:lnTo>
                  <a:pt x="477454" y="3277194"/>
                </a:lnTo>
                <a:lnTo>
                  <a:pt x="476603" y="3276747"/>
                </a:lnTo>
                <a:lnTo>
                  <a:pt x="475723" y="3276324"/>
                </a:lnTo>
                <a:lnTo>
                  <a:pt x="474814" y="3275923"/>
                </a:lnTo>
                <a:lnTo>
                  <a:pt x="473875" y="3275546"/>
                </a:lnTo>
                <a:lnTo>
                  <a:pt x="472907" y="3275191"/>
                </a:lnTo>
                <a:lnTo>
                  <a:pt x="471910" y="3274859"/>
                </a:lnTo>
                <a:lnTo>
                  <a:pt x="470883" y="3274550"/>
                </a:lnTo>
                <a:lnTo>
                  <a:pt x="469827" y="3274263"/>
                </a:lnTo>
                <a:lnTo>
                  <a:pt x="468742" y="3274000"/>
                </a:lnTo>
                <a:lnTo>
                  <a:pt x="467627" y="3273760"/>
                </a:lnTo>
                <a:lnTo>
                  <a:pt x="466483" y="3273542"/>
                </a:lnTo>
                <a:lnTo>
                  <a:pt x="465309" y="3273348"/>
                </a:lnTo>
                <a:lnTo>
                  <a:pt x="464106" y="3273176"/>
                </a:lnTo>
                <a:lnTo>
                  <a:pt x="462874" y="3273027"/>
                </a:lnTo>
                <a:lnTo>
                  <a:pt x="461613" y="3272901"/>
                </a:lnTo>
                <a:lnTo>
                  <a:pt x="460322" y="3272798"/>
                </a:lnTo>
                <a:lnTo>
                  <a:pt x="459001" y="3272718"/>
                </a:lnTo>
                <a:lnTo>
                  <a:pt x="457652" y="3272661"/>
                </a:lnTo>
                <a:lnTo>
                  <a:pt x="456273" y="3272626"/>
                </a:lnTo>
                <a:lnTo>
                  <a:pt x="454865" y="3272615"/>
                </a:lnTo>
                <a:lnTo>
                  <a:pt x="453537" y="3272626"/>
                </a:lnTo>
                <a:lnTo>
                  <a:pt x="452232" y="3272661"/>
                </a:lnTo>
                <a:lnTo>
                  <a:pt x="450950" y="3272718"/>
                </a:lnTo>
                <a:lnTo>
                  <a:pt x="449689" y="3272798"/>
                </a:lnTo>
                <a:lnTo>
                  <a:pt x="448451" y="3272901"/>
                </a:lnTo>
                <a:lnTo>
                  <a:pt x="447235" y="3273027"/>
                </a:lnTo>
                <a:lnTo>
                  <a:pt x="446042" y="3273176"/>
                </a:lnTo>
                <a:lnTo>
                  <a:pt x="444871" y="3273348"/>
                </a:lnTo>
                <a:lnTo>
                  <a:pt x="443722" y="3273542"/>
                </a:lnTo>
                <a:lnTo>
                  <a:pt x="442595" y="3273760"/>
                </a:lnTo>
                <a:lnTo>
                  <a:pt x="441491" y="3274000"/>
                </a:lnTo>
                <a:lnTo>
                  <a:pt x="440409" y="3274263"/>
                </a:lnTo>
                <a:lnTo>
                  <a:pt x="439350" y="3274550"/>
                </a:lnTo>
                <a:lnTo>
                  <a:pt x="438312" y="3274859"/>
                </a:lnTo>
                <a:lnTo>
                  <a:pt x="437297" y="3275191"/>
                </a:lnTo>
                <a:lnTo>
                  <a:pt x="436305" y="3275546"/>
                </a:lnTo>
                <a:lnTo>
                  <a:pt x="435334" y="3275923"/>
                </a:lnTo>
                <a:lnTo>
                  <a:pt x="434386" y="3276324"/>
                </a:lnTo>
                <a:lnTo>
                  <a:pt x="433461" y="3276747"/>
                </a:lnTo>
                <a:lnTo>
                  <a:pt x="432557" y="3277194"/>
                </a:lnTo>
                <a:lnTo>
                  <a:pt x="431676" y="3277663"/>
                </a:lnTo>
                <a:lnTo>
                  <a:pt x="430817" y="3278155"/>
                </a:lnTo>
                <a:lnTo>
                  <a:pt x="429981" y="3278671"/>
                </a:lnTo>
                <a:lnTo>
                  <a:pt x="429166" y="3279209"/>
                </a:lnTo>
                <a:lnTo>
                  <a:pt x="428394" y="3279766"/>
                </a:lnTo>
                <a:lnTo>
                  <a:pt x="427654" y="3280339"/>
                </a:lnTo>
                <a:lnTo>
                  <a:pt x="426947" y="3280928"/>
                </a:lnTo>
                <a:lnTo>
                  <a:pt x="426273" y="3281533"/>
                </a:lnTo>
                <a:lnTo>
                  <a:pt x="425632" y="3282154"/>
                </a:lnTo>
                <a:lnTo>
                  <a:pt x="425024" y="3282791"/>
                </a:lnTo>
                <a:lnTo>
                  <a:pt x="424449" y="3283443"/>
                </a:lnTo>
                <a:lnTo>
                  <a:pt x="423907" y="3284111"/>
                </a:lnTo>
                <a:lnTo>
                  <a:pt x="423397" y="3284796"/>
                </a:lnTo>
                <a:lnTo>
                  <a:pt x="422920" y="3285496"/>
                </a:lnTo>
                <a:lnTo>
                  <a:pt x="422477" y="3286212"/>
                </a:lnTo>
                <a:lnTo>
                  <a:pt x="422066" y="3286943"/>
                </a:lnTo>
                <a:lnTo>
                  <a:pt x="421688" y="3287691"/>
                </a:lnTo>
                <a:lnTo>
                  <a:pt x="421342" y="3288454"/>
                </a:lnTo>
                <a:lnTo>
                  <a:pt x="421030" y="3289234"/>
                </a:lnTo>
                <a:lnTo>
                  <a:pt x="420751" y="3290029"/>
                </a:lnTo>
                <a:lnTo>
                  <a:pt x="420504" y="3290840"/>
                </a:lnTo>
                <a:lnTo>
                  <a:pt x="420290" y="3291667"/>
                </a:lnTo>
                <a:lnTo>
                  <a:pt x="420110" y="3292509"/>
                </a:lnTo>
                <a:lnTo>
                  <a:pt x="419962" y="3293368"/>
                </a:lnTo>
                <a:lnTo>
                  <a:pt x="419847" y="3294242"/>
                </a:lnTo>
                <a:lnTo>
                  <a:pt x="419764" y="3295133"/>
                </a:lnTo>
                <a:lnTo>
                  <a:pt x="419715" y="3296039"/>
                </a:lnTo>
                <a:lnTo>
                  <a:pt x="419699" y="3296961"/>
                </a:lnTo>
                <a:lnTo>
                  <a:pt x="419698" y="3296988"/>
                </a:lnTo>
                <a:lnTo>
                  <a:pt x="419697" y="3297012"/>
                </a:lnTo>
                <a:lnTo>
                  <a:pt x="419696" y="3297035"/>
                </a:lnTo>
                <a:lnTo>
                  <a:pt x="419694" y="3297055"/>
                </a:lnTo>
                <a:lnTo>
                  <a:pt x="419691" y="3297072"/>
                </a:lnTo>
                <a:lnTo>
                  <a:pt x="419688" y="3297087"/>
                </a:lnTo>
                <a:lnTo>
                  <a:pt x="419684" y="3297100"/>
                </a:lnTo>
                <a:lnTo>
                  <a:pt x="419680" y="3297111"/>
                </a:lnTo>
                <a:lnTo>
                  <a:pt x="419675" y="3297119"/>
                </a:lnTo>
                <a:lnTo>
                  <a:pt x="419669" y="3297125"/>
                </a:lnTo>
                <a:lnTo>
                  <a:pt x="419663" y="3297128"/>
                </a:lnTo>
                <a:lnTo>
                  <a:pt x="419656" y="3297130"/>
                </a:lnTo>
                <a:lnTo>
                  <a:pt x="419649" y="3297128"/>
                </a:lnTo>
                <a:lnTo>
                  <a:pt x="419641" y="3297125"/>
                </a:lnTo>
                <a:lnTo>
                  <a:pt x="419633" y="3297119"/>
                </a:lnTo>
                <a:lnTo>
                  <a:pt x="419623" y="3297111"/>
                </a:lnTo>
                <a:lnTo>
                  <a:pt x="419614" y="3297100"/>
                </a:lnTo>
                <a:lnTo>
                  <a:pt x="419604" y="3297087"/>
                </a:lnTo>
                <a:lnTo>
                  <a:pt x="419593" y="3297072"/>
                </a:lnTo>
                <a:lnTo>
                  <a:pt x="419581" y="3297055"/>
                </a:lnTo>
                <a:lnTo>
                  <a:pt x="419569" y="3297035"/>
                </a:lnTo>
                <a:lnTo>
                  <a:pt x="419557" y="3297012"/>
                </a:lnTo>
                <a:lnTo>
                  <a:pt x="419543" y="3296988"/>
                </a:lnTo>
                <a:lnTo>
                  <a:pt x="419530" y="3296961"/>
                </a:lnTo>
                <a:lnTo>
                  <a:pt x="419530" y="3296996"/>
                </a:lnTo>
                <a:lnTo>
                  <a:pt x="419530" y="3297061"/>
                </a:lnTo>
                <a:lnTo>
                  <a:pt x="419530" y="3297130"/>
                </a:lnTo>
                <a:lnTo>
                  <a:pt x="419544" y="3297203"/>
                </a:lnTo>
                <a:lnTo>
                  <a:pt x="419559" y="3297283"/>
                </a:lnTo>
                <a:lnTo>
                  <a:pt x="419574" y="3297370"/>
                </a:lnTo>
                <a:lnTo>
                  <a:pt x="419591" y="3297463"/>
                </a:lnTo>
                <a:lnTo>
                  <a:pt x="419607" y="3297562"/>
                </a:lnTo>
                <a:close/>
                <a:moveTo>
                  <a:pt x="444739" y="3350010"/>
                </a:moveTo>
                <a:lnTo>
                  <a:pt x="444174" y="3349910"/>
                </a:lnTo>
                <a:lnTo>
                  <a:pt x="443623" y="3349799"/>
                </a:lnTo>
                <a:lnTo>
                  <a:pt x="443087" y="3349675"/>
                </a:lnTo>
                <a:lnTo>
                  <a:pt x="442565" y="3349540"/>
                </a:lnTo>
                <a:lnTo>
                  <a:pt x="442058" y="3349394"/>
                </a:lnTo>
                <a:lnTo>
                  <a:pt x="441566" y="3349235"/>
                </a:lnTo>
                <a:lnTo>
                  <a:pt x="441088" y="3349065"/>
                </a:lnTo>
                <a:lnTo>
                  <a:pt x="440625" y="3348883"/>
                </a:lnTo>
                <a:lnTo>
                  <a:pt x="440177" y="3348689"/>
                </a:lnTo>
                <a:lnTo>
                  <a:pt x="439744" y="3348484"/>
                </a:lnTo>
                <a:lnTo>
                  <a:pt x="439325" y="3348267"/>
                </a:lnTo>
                <a:lnTo>
                  <a:pt x="438921" y="3348038"/>
                </a:lnTo>
                <a:lnTo>
                  <a:pt x="438531" y="3347797"/>
                </a:lnTo>
                <a:lnTo>
                  <a:pt x="438156" y="3347544"/>
                </a:lnTo>
                <a:lnTo>
                  <a:pt x="437796" y="3347280"/>
                </a:lnTo>
                <a:lnTo>
                  <a:pt x="437451" y="3347004"/>
                </a:lnTo>
                <a:lnTo>
                  <a:pt x="437133" y="3346717"/>
                </a:lnTo>
                <a:lnTo>
                  <a:pt x="436830" y="3346417"/>
                </a:lnTo>
                <a:lnTo>
                  <a:pt x="436539" y="3346106"/>
                </a:lnTo>
                <a:lnTo>
                  <a:pt x="436263" y="3345783"/>
                </a:lnTo>
                <a:lnTo>
                  <a:pt x="435999" y="3345449"/>
                </a:lnTo>
                <a:lnTo>
                  <a:pt x="435749" y="3345102"/>
                </a:lnTo>
                <a:lnTo>
                  <a:pt x="435513" y="3344744"/>
                </a:lnTo>
                <a:lnTo>
                  <a:pt x="435290" y="3344375"/>
                </a:lnTo>
                <a:lnTo>
                  <a:pt x="435081" y="3343993"/>
                </a:lnTo>
                <a:lnTo>
                  <a:pt x="434885" y="3343600"/>
                </a:lnTo>
                <a:lnTo>
                  <a:pt x="434703" y="3343195"/>
                </a:lnTo>
                <a:lnTo>
                  <a:pt x="434534" y="3342778"/>
                </a:lnTo>
                <a:lnTo>
                  <a:pt x="434379" y="3342349"/>
                </a:lnTo>
                <a:lnTo>
                  <a:pt x="434237" y="3341909"/>
                </a:lnTo>
                <a:lnTo>
                  <a:pt x="434109" y="3341457"/>
                </a:lnTo>
                <a:lnTo>
                  <a:pt x="433994" y="3340993"/>
                </a:lnTo>
                <a:lnTo>
                  <a:pt x="433893" y="3340518"/>
                </a:lnTo>
                <a:lnTo>
                  <a:pt x="433805" y="3340030"/>
                </a:lnTo>
                <a:lnTo>
                  <a:pt x="433731" y="3339531"/>
                </a:lnTo>
                <a:lnTo>
                  <a:pt x="433670" y="3339021"/>
                </a:lnTo>
                <a:lnTo>
                  <a:pt x="433623" y="3338498"/>
                </a:lnTo>
                <a:lnTo>
                  <a:pt x="433589" y="3337964"/>
                </a:lnTo>
                <a:lnTo>
                  <a:pt x="433569" y="3337418"/>
                </a:lnTo>
                <a:lnTo>
                  <a:pt x="433562" y="3336861"/>
                </a:lnTo>
                <a:lnTo>
                  <a:pt x="433568" y="3336316"/>
                </a:lnTo>
                <a:lnTo>
                  <a:pt x="433587" y="3335783"/>
                </a:lnTo>
                <a:lnTo>
                  <a:pt x="433618" y="3335260"/>
                </a:lnTo>
                <a:lnTo>
                  <a:pt x="433661" y="3334747"/>
                </a:lnTo>
                <a:lnTo>
                  <a:pt x="433716" y="3334245"/>
                </a:lnTo>
                <a:lnTo>
                  <a:pt x="433784" y="3333754"/>
                </a:lnTo>
                <a:lnTo>
                  <a:pt x="433864" y="3333273"/>
                </a:lnTo>
                <a:lnTo>
                  <a:pt x="433957" y="3332803"/>
                </a:lnTo>
                <a:lnTo>
                  <a:pt x="434061" y="3332343"/>
                </a:lnTo>
                <a:lnTo>
                  <a:pt x="434179" y="3331894"/>
                </a:lnTo>
                <a:lnTo>
                  <a:pt x="434308" y="3331456"/>
                </a:lnTo>
                <a:lnTo>
                  <a:pt x="434450" y="3331028"/>
                </a:lnTo>
                <a:lnTo>
                  <a:pt x="434604" y="3330610"/>
                </a:lnTo>
                <a:lnTo>
                  <a:pt x="434770" y="3330203"/>
                </a:lnTo>
                <a:lnTo>
                  <a:pt x="434949" y="3329807"/>
                </a:lnTo>
                <a:lnTo>
                  <a:pt x="435140" y="3329421"/>
                </a:lnTo>
                <a:lnTo>
                  <a:pt x="435343" y="3329046"/>
                </a:lnTo>
                <a:lnTo>
                  <a:pt x="435559" y="3328682"/>
                </a:lnTo>
                <a:lnTo>
                  <a:pt x="435787" y="3328328"/>
                </a:lnTo>
                <a:lnTo>
                  <a:pt x="436028" y="3327984"/>
                </a:lnTo>
                <a:lnTo>
                  <a:pt x="436280" y="3327652"/>
                </a:lnTo>
                <a:lnTo>
                  <a:pt x="436545" y="3327329"/>
                </a:lnTo>
                <a:lnTo>
                  <a:pt x="436823" y="3327018"/>
                </a:lnTo>
                <a:lnTo>
                  <a:pt x="437113" y="3326716"/>
                </a:lnTo>
                <a:lnTo>
                  <a:pt x="437431" y="3326410"/>
                </a:lnTo>
                <a:lnTo>
                  <a:pt x="437765" y="3326112"/>
                </a:lnTo>
                <a:lnTo>
                  <a:pt x="438116" y="3325821"/>
                </a:lnTo>
                <a:lnTo>
                  <a:pt x="438484" y="3325538"/>
                </a:lnTo>
                <a:lnTo>
                  <a:pt x="438868" y="3325262"/>
                </a:lnTo>
                <a:lnTo>
                  <a:pt x="439268" y="3324994"/>
                </a:lnTo>
                <a:lnTo>
                  <a:pt x="439685" y="3324734"/>
                </a:lnTo>
                <a:lnTo>
                  <a:pt x="440118" y="3324481"/>
                </a:lnTo>
                <a:lnTo>
                  <a:pt x="440568" y="3324236"/>
                </a:lnTo>
                <a:lnTo>
                  <a:pt x="441034" y="3323998"/>
                </a:lnTo>
                <a:lnTo>
                  <a:pt x="441517" y="3323769"/>
                </a:lnTo>
                <a:lnTo>
                  <a:pt x="442015" y="3323546"/>
                </a:lnTo>
                <a:lnTo>
                  <a:pt x="442531" y="3323332"/>
                </a:lnTo>
                <a:lnTo>
                  <a:pt x="443063" y="3323125"/>
                </a:lnTo>
                <a:lnTo>
                  <a:pt x="443611" y="3322926"/>
                </a:lnTo>
                <a:lnTo>
                  <a:pt x="444176" y="3322734"/>
                </a:lnTo>
                <a:lnTo>
                  <a:pt x="444757" y="3322550"/>
                </a:lnTo>
                <a:lnTo>
                  <a:pt x="445355" y="3322373"/>
                </a:lnTo>
                <a:lnTo>
                  <a:pt x="445969" y="3322205"/>
                </a:lnTo>
                <a:lnTo>
                  <a:pt x="446599" y="3322044"/>
                </a:lnTo>
                <a:lnTo>
                  <a:pt x="447246" y="3321890"/>
                </a:lnTo>
                <a:lnTo>
                  <a:pt x="447909" y="3321744"/>
                </a:lnTo>
                <a:lnTo>
                  <a:pt x="448589" y="3321606"/>
                </a:lnTo>
                <a:lnTo>
                  <a:pt x="449285" y="3321475"/>
                </a:lnTo>
                <a:lnTo>
                  <a:pt x="450014" y="3321337"/>
                </a:lnTo>
                <a:lnTo>
                  <a:pt x="450764" y="3321205"/>
                </a:lnTo>
                <a:lnTo>
                  <a:pt x="451533" y="3321079"/>
                </a:lnTo>
                <a:lnTo>
                  <a:pt x="452324" y="3320959"/>
                </a:lnTo>
                <a:lnTo>
                  <a:pt x="453135" y="3320844"/>
                </a:lnTo>
                <a:lnTo>
                  <a:pt x="453966" y="3320736"/>
                </a:lnTo>
                <a:lnTo>
                  <a:pt x="454819" y="3320633"/>
                </a:lnTo>
                <a:lnTo>
                  <a:pt x="455691" y="3320536"/>
                </a:lnTo>
                <a:lnTo>
                  <a:pt x="456584" y="3320445"/>
                </a:lnTo>
                <a:lnTo>
                  <a:pt x="457498" y="3320360"/>
                </a:lnTo>
                <a:lnTo>
                  <a:pt x="458432" y="3320281"/>
                </a:lnTo>
                <a:lnTo>
                  <a:pt x="459387" y="3320207"/>
                </a:lnTo>
                <a:lnTo>
                  <a:pt x="460363" y="3320140"/>
                </a:lnTo>
                <a:lnTo>
                  <a:pt x="461358" y="3320078"/>
                </a:lnTo>
                <a:lnTo>
                  <a:pt x="462375" y="3320022"/>
                </a:lnTo>
                <a:lnTo>
                  <a:pt x="463412" y="3319973"/>
                </a:lnTo>
                <a:lnTo>
                  <a:pt x="464469" y="3319928"/>
                </a:lnTo>
                <a:lnTo>
                  <a:pt x="465548" y="3319890"/>
                </a:lnTo>
                <a:lnTo>
                  <a:pt x="466646" y="3319858"/>
                </a:lnTo>
                <a:lnTo>
                  <a:pt x="467765" y="3319832"/>
                </a:lnTo>
                <a:lnTo>
                  <a:pt x="468905" y="3319811"/>
                </a:lnTo>
                <a:lnTo>
                  <a:pt x="470065" y="3319796"/>
                </a:lnTo>
                <a:lnTo>
                  <a:pt x="471246" y="3319788"/>
                </a:lnTo>
                <a:lnTo>
                  <a:pt x="472448" y="3319785"/>
                </a:lnTo>
                <a:lnTo>
                  <a:pt x="472448" y="3325026"/>
                </a:lnTo>
                <a:lnTo>
                  <a:pt x="472443" y="3325615"/>
                </a:lnTo>
                <a:lnTo>
                  <a:pt x="472430" y="3326200"/>
                </a:lnTo>
                <a:lnTo>
                  <a:pt x="472408" y="3326780"/>
                </a:lnTo>
                <a:lnTo>
                  <a:pt x="472377" y="3327355"/>
                </a:lnTo>
                <a:lnTo>
                  <a:pt x="472338" y="3327926"/>
                </a:lnTo>
                <a:lnTo>
                  <a:pt x="472289" y="3328492"/>
                </a:lnTo>
                <a:lnTo>
                  <a:pt x="472232" y="3329053"/>
                </a:lnTo>
                <a:lnTo>
                  <a:pt x="472166" y="3329609"/>
                </a:lnTo>
                <a:lnTo>
                  <a:pt x="472091" y="3330161"/>
                </a:lnTo>
                <a:lnTo>
                  <a:pt x="472007" y="3330708"/>
                </a:lnTo>
                <a:lnTo>
                  <a:pt x="471915" y="3331251"/>
                </a:lnTo>
                <a:lnTo>
                  <a:pt x="471814" y="3331788"/>
                </a:lnTo>
                <a:lnTo>
                  <a:pt x="471704" y="3332321"/>
                </a:lnTo>
                <a:lnTo>
                  <a:pt x="471585" y="3332850"/>
                </a:lnTo>
                <a:lnTo>
                  <a:pt x="471457" y="3333373"/>
                </a:lnTo>
                <a:lnTo>
                  <a:pt x="471320" y="3333892"/>
                </a:lnTo>
                <a:lnTo>
                  <a:pt x="471175" y="3334407"/>
                </a:lnTo>
                <a:lnTo>
                  <a:pt x="471021" y="3334916"/>
                </a:lnTo>
                <a:lnTo>
                  <a:pt x="470858" y="3335421"/>
                </a:lnTo>
                <a:lnTo>
                  <a:pt x="470686" y="3335921"/>
                </a:lnTo>
                <a:lnTo>
                  <a:pt x="470506" y="3336417"/>
                </a:lnTo>
                <a:lnTo>
                  <a:pt x="470317" y="3336907"/>
                </a:lnTo>
                <a:lnTo>
                  <a:pt x="470119" y="3337393"/>
                </a:lnTo>
                <a:lnTo>
                  <a:pt x="469912" y="3337875"/>
                </a:lnTo>
                <a:lnTo>
                  <a:pt x="469710" y="3338350"/>
                </a:lnTo>
                <a:lnTo>
                  <a:pt x="469498" y="3338816"/>
                </a:lnTo>
                <a:lnTo>
                  <a:pt x="469278" y="3339275"/>
                </a:lnTo>
                <a:lnTo>
                  <a:pt x="469047" y="3339725"/>
                </a:lnTo>
                <a:lnTo>
                  <a:pt x="468808" y="3340167"/>
                </a:lnTo>
                <a:lnTo>
                  <a:pt x="468559" y="3340601"/>
                </a:lnTo>
                <a:lnTo>
                  <a:pt x="468301" y="3341027"/>
                </a:lnTo>
                <a:lnTo>
                  <a:pt x="468033" y="3341444"/>
                </a:lnTo>
                <a:lnTo>
                  <a:pt x="467756" y="3341853"/>
                </a:lnTo>
                <a:lnTo>
                  <a:pt x="467469" y="3342254"/>
                </a:lnTo>
                <a:lnTo>
                  <a:pt x="467174" y="3342647"/>
                </a:lnTo>
                <a:lnTo>
                  <a:pt x="466868" y="3343031"/>
                </a:lnTo>
                <a:lnTo>
                  <a:pt x="466554" y="3343408"/>
                </a:lnTo>
                <a:lnTo>
                  <a:pt x="466230" y="3343776"/>
                </a:lnTo>
                <a:lnTo>
                  <a:pt x="465896" y="3344136"/>
                </a:lnTo>
                <a:lnTo>
                  <a:pt x="465553" y="3344487"/>
                </a:lnTo>
                <a:lnTo>
                  <a:pt x="465201" y="3344831"/>
                </a:lnTo>
                <a:lnTo>
                  <a:pt x="464840" y="3345166"/>
                </a:lnTo>
                <a:lnTo>
                  <a:pt x="464469" y="3345493"/>
                </a:lnTo>
                <a:lnTo>
                  <a:pt x="464088" y="3345812"/>
                </a:lnTo>
                <a:lnTo>
                  <a:pt x="463698" y="3346122"/>
                </a:lnTo>
                <a:lnTo>
                  <a:pt x="463299" y="3346424"/>
                </a:lnTo>
                <a:lnTo>
                  <a:pt x="462891" y="3346719"/>
                </a:lnTo>
                <a:lnTo>
                  <a:pt x="462473" y="3347004"/>
                </a:lnTo>
                <a:lnTo>
                  <a:pt x="462059" y="3347280"/>
                </a:lnTo>
                <a:lnTo>
                  <a:pt x="461635" y="3347544"/>
                </a:lnTo>
                <a:lnTo>
                  <a:pt x="461202" y="3347797"/>
                </a:lnTo>
                <a:lnTo>
                  <a:pt x="460758" y="3348038"/>
                </a:lnTo>
                <a:lnTo>
                  <a:pt x="460305" y="3348267"/>
                </a:lnTo>
                <a:lnTo>
                  <a:pt x="459842" y="3348484"/>
                </a:lnTo>
                <a:lnTo>
                  <a:pt x="459368" y="3348689"/>
                </a:lnTo>
                <a:lnTo>
                  <a:pt x="458885" y="3348883"/>
                </a:lnTo>
                <a:lnTo>
                  <a:pt x="458391" y="3349065"/>
                </a:lnTo>
                <a:lnTo>
                  <a:pt x="457888" y="3349235"/>
                </a:lnTo>
                <a:lnTo>
                  <a:pt x="457374" y="3349394"/>
                </a:lnTo>
                <a:lnTo>
                  <a:pt x="456851" y="3349540"/>
                </a:lnTo>
                <a:lnTo>
                  <a:pt x="456318" y="3349675"/>
                </a:lnTo>
                <a:lnTo>
                  <a:pt x="455775" y="3349799"/>
                </a:lnTo>
                <a:lnTo>
                  <a:pt x="455221" y="3349910"/>
                </a:lnTo>
                <a:lnTo>
                  <a:pt x="454658" y="3350010"/>
                </a:lnTo>
                <a:lnTo>
                  <a:pt x="454085" y="3350098"/>
                </a:lnTo>
                <a:lnTo>
                  <a:pt x="453501" y="3350174"/>
                </a:lnTo>
                <a:lnTo>
                  <a:pt x="452908" y="3350239"/>
                </a:lnTo>
                <a:lnTo>
                  <a:pt x="452305" y="3350292"/>
                </a:lnTo>
                <a:lnTo>
                  <a:pt x="451692" y="3350333"/>
                </a:lnTo>
                <a:lnTo>
                  <a:pt x="451069" y="3350362"/>
                </a:lnTo>
                <a:lnTo>
                  <a:pt x="450436" y="3350380"/>
                </a:lnTo>
                <a:lnTo>
                  <a:pt x="449793" y="3350386"/>
                </a:lnTo>
                <a:lnTo>
                  <a:pt x="449110" y="3350380"/>
                </a:lnTo>
                <a:lnTo>
                  <a:pt x="448441" y="3350362"/>
                </a:lnTo>
                <a:lnTo>
                  <a:pt x="447788" y="3350333"/>
                </a:lnTo>
                <a:lnTo>
                  <a:pt x="447149" y="3350292"/>
                </a:lnTo>
                <a:lnTo>
                  <a:pt x="446524" y="3350239"/>
                </a:lnTo>
                <a:lnTo>
                  <a:pt x="445915" y="3350174"/>
                </a:lnTo>
                <a:lnTo>
                  <a:pt x="445320" y="3350098"/>
                </a:lnTo>
                <a:lnTo>
                  <a:pt x="444739" y="3350010"/>
                </a:lnTo>
                <a:close/>
                <a:moveTo>
                  <a:pt x="349433" y="3493870"/>
                </a:moveTo>
                <a:lnTo>
                  <a:pt x="334893" y="3493870"/>
                </a:lnTo>
                <a:lnTo>
                  <a:pt x="334893" y="3518723"/>
                </a:lnTo>
                <a:lnTo>
                  <a:pt x="338782" y="3540871"/>
                </a:lnTo>
                <a:lnTo>
                  <a:pt x="345544" y="3540871"/>
                </a:lnTo>
                <a:lnTo>
                  <a:pt x="349433" y="3518723"/>
                </a:lnTo>
                <a:lnTo>
                  <a:pt x="349433" y="3493870"/>
                </a:lnTo>
                <a:close/>
                <a:moveTo>
                  <a:pt x="374624" y="3493870"/>
                </a:moveTo>
                <a:lnTo>
                  <a:pt x="360084" y="3493870"/>
                </a:lnTo>
                <a:lnTo>
                  <a:pt x="360084" y="3518723"/>
                </a:lnTo>
                <a:lnTo>
                  <a:pt x="363973" y="3540871"/>
                </a:lnTo>
                <a:lnTo>
                  <a:pt x="370735" y="3540871"/>
                </a:lnTo>
                <a:lnTo>
                  <a:pt x="374624" y="3518723"/>
                </a:lnTo>
                <a:lnTo>
                  <a:pt x="374624" y="3493870"/>
                </a:lnTo>
                <a:close/>
                <a:moveTo>
                  <a:pt x="475660" y="3523457"/>
                </a:moveTo>
                <a:lnTo>
                  <a:pt x="435760" y="3570796"/>
                </a:lnTo>
                <a:lnTo>
                  <a:pt x="435760" y="3488122"/>
                </a:lnTo>
                <a:lnTo>
                  <a:pt x="418853" y="3488122"/>
                </a:lnTo>
                <a:lnTo>
                  <a:pt x="418853" y="3609850"/>
                </a:lnTo>
                <a:lnTo>
                  <a:pt x="435760" y="3609850"/>
                </a:lnTo>
                <a:lnTo>
                  <a:pt x="435760" y="3589055"/>
                </a:lnTo>
                <a:lnTo>
                  <a:pt x="449454" y="3575530"/>
                </a:lnTo>
                <a:lnTo>
                  <a:pt x="477012" y="3609850"/>
                </a:lnTo>
                <a:lnTo>
                  <a:pt x="497639" y="3609850"/>
                </a:lnTo>
                <a:lnTo>
                  <a:pt x="461289" y="3563695"/>
                </a:lnTo>
                <a:lnTo>
                  <a:pt x="495610" y="3523457"/>
                </a:lnTo>
                <a:lnTo>
                  <a:pt x="475660" y="3523457"/>
                </a:lnTo>
                <a:close/>
                <a:moveTo>
                  <a:pt x="579570" y="3586181"/>
                </a:moveTo>
                <a:lnTo>
                  <a:pt x="566552" y="3523457"/>
                </a:lnTo>
                <a:lnTo>
                  <a:pt x="550491" y="3523457"/>
                </a:lnTo>
                <a:lnTo>
                  <a:pt x="536458" y="3586181"/>
                </a:lnTo>
                <a:lnTo>
                  <a:pt x="535782" y="3586181"/>
                </a:lnTo>
                <a:lnTo>
                  <a:pt x="520904" y="3523457"/>
                </a:lnTo>
                <a:lnTo>
                  <a:pt x="506871" y="3523457"/>
                </a:lnTo>
                <a:lnTo>
                  <a:pt x="526483" y="3609850"/>
                </a:lnTo>
                <a:lnTo>
                  <a:pt x="543390" y="3609850"/>
                </a:lnTo>
                <a:lnTo>
                  <a:pt x="558099" y="3545267"/>
                </a:lnTo>
                <a:lnTo>
                  <a:pt x="558775" y="3545267"/>
                </a:lnTo>
                <a:lnTo>
                  <a:pt x="572131" y="3609850"/>
                </a:lnTo>
                <a:lnTo>
                  <a:pt x="589207" y="3609850"/>
                </a:lnTo>
                <a:lnTo>
                  <a:pt x="608312" y="3523457"/>
                </a:lnTo>
                <a:lnTo>
                  <a:pt x="594786" y="3523457"/>
                </a:lnTo>
                <a:lnTo>
                  <a:pt x="580246" y="3586181"/>
                </a:lnTo>
                <a:lnTo>
                  <a:pt x="579570" y="3586181"/>
                </a:lnTo>
                <a:close/>
                <a:moveTo>
                  <a:pt x="552181" y="3743022"/>
                </a:moveTo>
                <a:lnTo>
                  <a:pt x="537641" y="3743022"/>
                </a:lnTo>
                <a:lnTo>
                  <a:pt x="537641" y="3767875"/>
                </a:lnTo>
                <a:lnTo>
                  <a:pt x="541530" y="3790023"/>
                </a:lnTo>
                <a:lnTo>
                  <a:pt x="548293" y="3790023"/>
                </a:lnTo>
                <a:lnTo>
                  <a:pt x="552181" y="3767875"/>
                </a:lnTo>
                <a:lnTo>
                  <a:pt x="552181" y="3743022"/>
                </a:lnTo>
                <a:close/>
                <a:moveTo>
                  <a:pt x="780233" y="372420"/>
                </a:moveTo>
                <a:lnTo>
                  <a:pt x="780755" y="372380"/>
                </a:lnTo>
                <a:lnTo>
                  <a:pt x="781276" y="372336"/>
                </a:lnTo>
                <a:lnTo>
                  <a:pt x="781797" y="372286"/>
                </a:lnTo>
                <a:lnTo>
                  <a:pt x="782319" y="372232"/>
                </a:lnTo>
                <a:lnTo>
                  <a:pt x="782840" y="372174"/>
                </a:lnTo>
                <a:lnTo>
                  <a:pt x="783361" y="372110"/>
                </a:lnTo>
                <a:lnTo>
                  <a:pt x="783882" y="372042"/>
                </a:lnTo>
                <a:lnTo>
                  <a:pt x="784404" y="371969"/>
                </a:lnTo>
                <a:lnTo>
                  <a:pt x="784925" y="371892"/>
                </a:lnTo>
                <a:lnTo>
                  <a:pt x="785446" y="371810"/>
                </a:lnTo>
                <a:lnTo>
                  <a:pt x="785968" y="371723"/>
                </a:lnTo>
                <a:lnTo>
                  <a:pt x="786489" y="371631"/>
                </a:lnTo>
                <a:lnTo>
                  <a:pt x="787010" y="371535"/>
                </a:lnTo>
                <a:lnTo>
                  <a:pt x="787532" y="371434"/>
                </a:lnTo>
                <a:lnTo>
                  <a:pt x="788053" y="371328"/>
                </a:lnTo>
                <a:lnTo>
                  <a:pt x="788574" y="371218"/>
                </a:lnTo>
                <a:lnTo>
                  <a:pt x="789092" y="371117"/>
                </a:lnTo>
                <a:lnTo>
                  <a:pt x="789601" y="371012"/>
                </a:lnTo>
                <a:lnTo>
                  <a:pt x="790104" y="370904"/>
                </a:lnTo>
                <a:lnTo>
                  <a:pt x="790598" y="370791"/>
                </a:lnTo>
                <a:lnTo>
                  <a:pt x="791085" y="370674"/>
                </a:lnTo>
                <a:lnTo>
                  <a:pt x="791564" y="370552"/>
                </a:lnTo>
                <a:lnTo>
                  <a:pt x="792036" y="370427"/>
                </a:lnTo>
                <a:lnTo>
                  <a:pt x="792500" y="370298"/>
                </a:lnTo>
                <a:lnTo>
                  <a:pt x="792957" y="370164"/>
                </a:lnTo>
                <a:lnTo>
                  <a:pt x="793405" y="370026"/>
                </a:lnTo>
                <a:lnTo>
                  <a:pt x="793847" y="369885"/>
                </a:lnTo>
                <a:lnTo>
                  <a:pt x="794280" y="369739"/>
                </a:lnTo>
                <a:lnTo>
                  <a:pt x="794706" y="369589"/>
                </a:lnTo>
                <a:lnTo>
                  <a:pt x="795124" y="369435"/>
                </a:lnTo>
                <a:lnTo>
                  <a:pt x="795535" y="369276"/>
                </a:lnTo>
                <a:lnTo>
                  <a:pt x="795938" y="369114"/>
                </a:lnTo>
                <a:lnTo>
                  <a:pt x="796333" y="368948"/>
                </a:lnTo>
                <a:lnTo>
                  <a:pt x="796721" y="368777"/>
                </a:lnTo>
                <a:lnTo>
                  <a:pt x="797101" y="368603"/>
                </a:lnTo>
                <a:lnTo>
                  <a:pt x="797474" y="368424"/>
                </a:lnTo>
                <a:lnTo>
                  <a:pt x="797838" y="368241"/>
                </a:lnTo>
                <a:lnTo>
                  <a:pt x="798196" y="368054"/>
                </a:lnTo>
                <a:lnTo>
                  <a:pt x="798545" y="367863"/>
                </a:lnTo>
                <a:lnTo>
                  <a:pt x="798887" y="367668"/>
                </a:lnTo>
                <a:lnTo>
                  <a:pt x="798887" y="354649"/>
                </a:lnTo>
                <a:lnTo>
                  <a:pt x="798589" y="354790"/>
                </a:lnTo>
                <a:lnTo>
                  <a:pt x="798287" y="354930"/>
                </a:lnTo>
                <a:lnTo>
                  <a:pt x="797981" y="355069"/>
                </a:lnTo>
                <a:lnTo>
                  <a:pt x="797671" y="355208"/>
                </a:lnTo>
                <a:lnTo>
                  <a:pt x="797356" y="355346"/>
                </a:lnTo>
                <a:lnTo>
                  <a:pt x="797038" y="355484"/>
                </a:lnTo>
                <a:lnTo>
                  <a:pt x="796715" y="355621"/>
                </a:lnTo>
                <a:lnTo>
                  <a:pt x="796389" y="355758"/>
                </a:lnTo>
                <a:lnTo>
                  <a:pt x="796058" y="355894"/>
                </a:lnTo>
                <a:lnTo>
                  <a:pt x="795723" y="356029"/>
                </a:lnTo>
                <a:lnTo>
                  <a:pt x="795384" y="356164"/>
                </a:lnTo>
                <a:lnTo>
                  <a:pt x="795041" y="356298"/>
                </a:lnTo>
                <a:lnTo>
                  <a:pt x="794694" y="356431"/>
                </a:lnTo>
                <a:lnTo>
                  <a:pt x="794342" y="356564"/>
                </a:lnTo>
                <a:lnTo>
                  <a:pt x="793987" y="356697"/>
                </a:lnTo>
                <a:lnTo>
                  <a:pt x="793627" y="356828"/>
                </a:lnTo>
                <a:lnTo>
                  <a:pt x="793264" y="356960"/>
                </a:lnTo>
                <a:lnTo>
                  <a:pt x="792896" y="357090"/>
                </a:lnTo>
                <a:lnTo>
                  <a:pt x="792524" y="357220"/>
                </a:lnTo>
                <a:lnTo>
                  <a:pt x="792148" y="357350"/>
                </a:lnTo>
                <a:lnTo>
                  <a:pt x="791768" y="357479"/>
                </a:lnTo>
                <a:lnTo>
                  <a:pt x="791384" y="357607"/>
                </a:lnTo>
                <a:lnTo>
                  <a:pt x="790995" y="357735"/>
                </a:lnTo>
                <a:lnTo>
                  <a:pt x="790603" y="357862"/>
                </a:lnTo>
                <a:lnTo>
                  <a:pt x="790221" y="357972"/>
                </a:lnTo>
                <a:lnTo>
                  <a:pt x="789836" y="358078"/>
                </a:lnTo>
                <a:lnTo>
                  <a:pt x="789448" y="358179"/>
                </a:lnTo>
                <a:lnTo>
                  <a:pt x="789058" y="358275"/>
                </a:lnTo>
                <a:lnTo>
                  <a:pt x="788664" y="358366"/>
                </a:lnTo>
                <a:lnTo>
                  <a:pt x="788268" y="358453"/>
                </a:lnTo>
                <a:lnTo>
                  <a:pt x="787868" y="358536"/>
                </a:lnTo>
                <a:lnTo>
                  <a:pt x="787466" y="358613"/>
                </a:lnTo>
                <a:lnTo>
                  <a:pt x="787060" y="358686"/>
                </a:lnTo>
                <a:lnTo>
                  <a:pt x="786652" y="358754"/>
                </a:lnTo>
                <a:lnTo>
                  <a:pt x="786241" y="358817"/>
                </a:lnTo>
                <a:lnTo>
                  <a:pt x="785827" y="358876"/>
                </a:lnTo>
                <a:lnTo>
                  <a:pt x="785410" y="358930"/>
                </a:lnTo>
                <a:lnTo>
                  <a:pt x="784990" y="358979"/>
                </a:lnTo>
                <a:lnTo>
                  <a:pt x="784567" y="359024"/>
                </a:lnTo>
                <a:lnTo>
                  <a:pt x="784141" y="359064"/>
                </a:lnTo>
                <a:lnTo>
                  <a:pt x="783712" y="359099"/>
                </a:lnTo>
                <a:lnTo>
                  <a:pt x="783280" y="359130"/>
                </a:lnTo>
                <a:lnTo>
                  <a:pt x="782845" y="359155"/>
                </a:lnTo>
                <a:lnTo>
                  <a:pt x="782408" y="359177"/>
                </a:lnTo>
                <a:lnTo>
                  <a:pt x="781967" y="359193"/>
                </a:lnTo>
                <a:lnTo>
                  <a:pt x="781524" y="359205"/>
                </a:lnTo>
                <a:lnTo>
                  <a:pt x="781077" y="359212"/>
                </a:lnTo>
                <a:lnTo>
                  <a:pt x="780628" y="359214"/>
                </a:lnTo>
                <a:lnTo>
                  <a:pt x="780054" y="359211"/>
                </a:lnTo>
                <a:lnTo>
                  <a:pt x="779489" y="359202"/>
                </a:lnTo>
                <a:lnTo>
                  <a:pt x="778932" y="359188"/>
                </a:lnTo>
                <a:lnTo>
                  <a:pt x="778383" y="359167"/>
                </a:lnTo>
                <a:lnTo>
                  <a:pt x="777842" y="359141"/>
                </a:lnTo>
                <a:lnTo>
                  <a:pt x="777310" y="359108"/>
                </a:lnTo>
                <a:lnTo>
                  <a:pt x="776786" y="359070"/>
                </a:lnTo>
                <a:lnTo>
                  <a:pt x="776270" y="359026"/>
                </a:lnTo>
                <a:lnTo>
                  <a:pt x="775762" y="358976"/>
                </a:lnTo>
                <a:lnTo>
                  <a:pt x="775262" y="358921"/>
                </a:lnTo>
                <a:lnTo>
                  <a:pt x="774771" y="358859"/>
                </a:lnTo>
                <a:lnTo>
                  <a:pt x="774288" y="358791"/>
                </a:lnTo>
                <a:lnTo>
                  <a:pt x="773813" y="358718"/>
                </a:lnTo>
                <a:lnTo>
                  <a:pt x="773346" y="358639"/>
                </a:lnTo>
                <a:lnTo>
                  <a:pt x="772888" y="358554"/>
                </a:lnTo>
                <a:lnTo>
                  <a:pt x="772438" y="358463"/>
                </a:lnTo>
                <a:lnTo>
                  <a:pt x="771996" y="358366"/>
                </a:lnTo>
                <a:lnTo>
                  <a:pt x="771562" y="358263"/>
                </a:lnTo>
                <a:lnTo>
                  <a:pt x="771136" y="358155"/>
                </a:lnTo>
                <a:lnTo>
                  <a:pt x="770719" y="358040"/>
                </a:lnTo>
                <a:lnTo>
                  <a:pt x="770310" y="357920"/>
                </a:lnTo>
                <a:lnTo>
                  <a:pt x="769909" y="357794"/>
                </a:lnTo>
                <a:lnTo>
                  <a:pt x="769516" y="357661"/>
                </a:lnTo>
                <a:lnTo>
                  <a:pt x="769131" y="357523"/>
                </a:lnTo>
                <a:lnTo>
                  <a:pt x="768755" y="357379"/>
                </a:lnTo>
                <a:lnTo>
                  <a:pt x="768386" y="357228"/>
                </a:lnTo>
                <a:lnTo>
                  <a:pt x="768025" y="357069"/>
                </a:lnTo>
                <a:lnTo>
                  <a:pt x="767671" y="356904"/>
                </a:lnTo>
                <a:lnTo>
                  <a:pt x="767325" y="356731"/>
                </a:lnTo>
                <a:lnTo>
                  <a:pt x="766986" y="356551"/>
                </a:lnTo>
                <a:lnTo>
                  <a:pt x="766656" y="356365"/>
                </a:lnTo>
                <a:lnTo>
                  <a:pt x="766332" y="356171"/>
                </a:lnTo>
                <a:lnTo>
                  <a:pt x="766017" y="355970"/>
                </a:lnTo>
                <a:lnTo>
                  <a:pt x="765709" y="355762"/>
                </a:lnTo>
                <a:lnTo>
                  <a:pt x="765409" y="355548"/>
                </a:lnTo>
                <a:lnTo>
                  <a:pt x="765116" y="355326"/>
                </a:lnTo>
                <a:lnTo>
                  <a:pt x="764831" y="355097"/>
                </a:lnTo>
                <a:lnTo>
                  <a:pt x="764554" y="354861"/>
                </a:lnTo>
                <a:lnTo>
                  <a:pt x="764284" y="354618"/>
                </a:lnTo>
                <a:lnTo>
                  <a:pt x="764022" y="354368"/>
                </a:lnTo>
                <a:lnTo>
                  <a:pt x="763767" y="354111"/>
                </a:lnTo>
                <a:lnTo>
                  <a:pt x="763520" y="353846"/>
                </a:lnTo>
                <a:lnTo>
                  <a:pt x="763281" y="353575"/>
                </a:lnTo>
                <a:lnTo>
                  <a:pt x="763050" y="353297"/>
                </a:lnTo>
                <a:lnTo>
                  <a:pt x="762826" y="353012"/>
                </a:lnTo>
                <a:lnTo>
                  <a:pt x="762609" y="352719"/>
                </a:lnTo>
                <a:lnTo>
                  <a:pt x="762401" y="352420"/>
                </a:lnTo>
                <a:lnTo>
                  <a:pt x="762200" y="352113"/>
                </a:lnTo>
                <a:lnTo>
                  <a:pt x="762006" y="351800"/>
                </a:lnTo>
                <a:lnTo>
                  <a:pt x="761822" y="351479"/>
                </a:lnTo>
                <a:lnTo>
                  <a:pt x="761645" y="351152"/>
                </a:lnTo>
                <a:lnTo>
                  <a:pt x="761476" y="350817"/>
                </a:lnTo>
                <a:lnTo>
                  <a:pt x="761316" y="350475"/>
                </a:lnTo>
                <a:lnTo>
                  <a:pt x="761164" y="350127"/>
                </a:lnTo>
                <a:lnTo>
                  <a:pt x="761020" y="349771"/>
                </a:lnTo>
                <a:lnTo>
                  <a:pt x="760885" y="349408"/>
                </a:lnTo>
                <a:lnTo>
                  <a:pt x="760757" y="349038"/>
                </a:lnTo>
                <a:lnTo>
                  <a:pt x="760638" y="348662"/>
                </a:lnTo>
                <a:lnTo>
                  <a:pt x="760527" y="348278"/>
                </a:lnTo>
                <a:lnTo>
                  <a:pt x="760424" y="347887"/>
                </a:lnTo>
                <a:lnTo>
                  <a:pt x="760330" y="347489"/>
                </a:lnTo>
                <a:lnTo>
                  <a:pt x="760244" y="347084"/>
                </a:lnTo>
                <a:lnTo>
                  <a:pt x="760165" y="346672"/>
                </a:lnTo>
                <a:lnTo>
                  <a:pt x="760096" y="346252"/>
                </a:lnTo>
                <a:lnTo>
                  <a:pt x="760034" y="345826"/>
                </a:lnTo>
                <a:lnTo>
                  <a:pt x="759981" y="345393"/>
                </a:lnTo>
                <a:lnTo>
                  <a:pt x="759935" y="344953"/>
                </a:lnTo>
                <a:lnTo>
                  <a:pt x="759898" y="344505"/>
                </a:lnTo>
                <a:lnTo>
                  <a:pt x="759870" y="344051"/>
                </a:lnTo>
                <a:lnTo>
                  <a:pt x="759849" y="343590"/>
                </a:lnTo>
                <a:lnTo>
                  <a:pt x="759837" y="343121"/>
                </a:lnTo>
                <a:lnTo>
                  <a:pt x="759833" y="342646"/>
                </a:lnTo>
                <a:lnTo>
                  <a:pt x="759833" y="297674"/>
                </a:lnTo>
                <a:lnTo>
                  <a:pt x="798887" y="297674"/>
                </a:lnTo>
                <a:lnTo>
                  <a:pt x="798887" y="284487"/>
                </a:lnTo>
                <a:lnTo>
                  <a:pt x="759833" y="284487"/>
                </a:lnTo>
                <a:lnTo>
                  <a:pt x="759833" y="256929"/>
                </a:lnTo>
                <a:lnTo>
                  <a:pt x="749351" y="256929"/>
                </a:lnTo>
                <a:lnTo>
                  <a:pt x="743433" y="284487"/>
                </a:lnTo>
                <a:lnTo>
                  <a:pt x="717904" y="284487"/>
                </a:lnTo>
                <a:lnTo>
                  <a:pt x="717904" y="297674"/>
                </a:lnTo>
                <a:lnTo>
                  <a:pt x="742926" y="297674"/>
                </a:lnTo>
                <a:lnTo>
                  <a:pt x="742926" y="343998"/>
                </a:lnTo>
                <a:lnTo>
                  <a:pt x="742942" y="345252"/>
                </a:lnTo>
                <a:lnTo>
                  <a:pt x="742988" y="346476"/>
                </a:lnTo>
                <a:lnTo>
                  <a:pt x="743066" y="347670"/>
                </a:lnTo>
                <a:lnTo>
                  <a:pt x="743175" y="348836"/>
                </a:lnTo>
                <a:lnTo>
                  <a:pt x="743315" y="349971"/>
                </a:lnTo>
                <a:lnTo>
                  <a:pt x="743486" y="351078"/>
                </a:lnTo>
                <a:lnTo>
                  <a:pt x="743688" y="352155"/>
                </a:lnTo>
                <a:lnTo>
                  <a:pt x="743922" y="353203"/>
                </a:lnTo>
                <a:lnTo>
                  <a:pt x="744186" y="354222"/>
                </a:lnTo>
                <a:lnTo>
                  <a:pt x="744482" y="355211"/>
                </a:lnTo>
                <a:lnTo>
                  <a:pt x="744808" y="356171"/>
                </a:lnTo>
                <a:lnTo>
                  <a:pt x="745166" y="357101"/>
                </a:lnTo>
                <a:lnTo>
                  <a:pt x="745555" y="358002"/>
                </a:lnTo>
                <a:lnTo>
                  <a:pt x="745975" y="358874"/>
                </a:lnTo>
                <a:lnTo>
                  <a:pt x="746426" y="359716"/>
                </a:lnTo>
                <a:lnTo>
                  <a:pt x="746908" y="360529"/>
                </a:lnTo>
                <a:lnTo>
                  <a:pt x="747422" y="361313"/>
                </a:lnTo>
                <a:lnTo>
                  <a:pt x="747966" y="362067"/>
                </a:lnTo>
                <a:lnTo>
                  <a:pt x="748542" y="362792"/>
                </a:lnTo>
                <a:lnTo>
                  <a:pt x="749149" y="363488"/>
                </a:lnTo>
                <a:lnTo>
                  <a:pt x="749786" y="364154"/>
                </a:lnTo>
                <a:lnTo>
                  <a:pt x="750455" y="364791"/>
                </a:lnTo>
                <a:lnTo>
                  <a:pt x="751155" y="365399"/>
                </a:lnTo>
                <a:lnTo>
                  <a:pt x="751887" y="365977"/>
                </a:lnTo>
                <a:lnTo>
                  <a:pt x="752644" y="366515"/>
                </a:lnTo>
                <a:lnTo>
                  <a:pt x="753423" y="367030"/>
                </a:lnTo>
                <a:lnTo>
                  <a:pt x="754224" y="367522"/>
                </a:lnTo>
                <a:lnTo>
                  <a:pt x="755047" y="367992"/>
                </a:lnTo>
                <a:lnTo>
                  <a:pt x="755892" y="368438"/>
                </a:lnTo>
                <a:lnTo>
                  <a:pt x="756758" y="368862"/>
                </a:lnTo>
                <a:lnTo>
                  <a:pt x="757646" y="369262"/>
                </a:lnTo>
                <a:lnTo>
                  <a:pt x="758555" y="369640"/>
                </a:lnTo>
                <a:lnTo>
                  <a:pt x="759487" y="369995"/>
                </a:lnTo>
                <a:lnTo>
                  <a:pt x="760440" y="370327"/>
                </a:lnTo>
                <a:lnTo>
                  <a:pt x="761414" y="370636"/>
                </a:lnTo>
                <a:lnTo>
                  <a:pt x="762411" y="370922"/>
                </a:lnTo>
                <a:lnTo>
                  <a:pt x="763429" y="371185"/>
                </a:lnTo>
                <a:lnTo>
                  <a:pt x="764469" y="371426"/>
                </a:lnTo>
                <a:lnTo>
                  <a:pt x="765531" y="371643"/>
                </a:lnTo>
                <a:lnTo>
                  <a:pt x="766614" y="371838"/>
                </a:lnTo>
                <a:lnTo>
                  <a:pt x="767719" y="372010"/>
                </a:lnTo>
                <a:lnTo>
                  <a:pt x="768846" y="372158"/>
                </a:lnTo>
                <a:lnTo>
                  <a:pt x="769995" y="372284"/>
                </a:lnTo>
                <a:lnTo>
                  <a:pt x="771165" y="372387"/>
                </a:lnTo>
                <a:lnTo>
                  <a:pt x="772357" y="372468"/>
                </a:lnTo>
                <a:lnTo>
                  <a:pt x="773571" y="372525"/>
                </a:lnTo>
                <a:lnTo>
                  <a:pt x="774806" y="372559"/>
                </a:lnTo>
                <a:lnTo>
                  <a:pt x="776063" y="372571"/>
                </a:lnTo>
                <a:lnTo>
                  <a:pt x="776584" y="372568"/>
                </a:lnTo>
                <a:lnTo>
                  <a:pt x="777106" y="372561"/>
                </a:lnTo>
                <a:lnTo>
                  <a:pt x="777627" y="372549"/>
                </a:lnTo>
                <a:lnTo>
                  <a:pt x="778148" y="372533"/>
                </a:lnTo>
                <a:lnTo>
                  <a:pt x="778670" y="372512"/>
                </a:lnTo>
                <a:lnTo>
                  <a:pt x="779191" y="372486"/>
                </a:lnTo>
                <a:lnTo>
                  <a:pt x="779712" y="372456"/>
                </a:lnTo>
                <a:lnTo>
                  <a:pt x="780233" y="372420"/>
                </a:lnTo>
                <a:close/>
                <a:moveTo>
                  <a:pt x="827055" y="297674"/>
                </a:moveTo>
                <a:lnTo>
                  <a:pt x="857995" y="297674"/>
                </a:lnTo>
                <a:lnTo>
                  <a:pt x="857995" y="357862"/>
                </a:lnTo>
                <a:lnTo>
                  <a:pt x="827055" y="357862"/>
                </a:lnTo>
                <a:lnTo>
                  <a:pt x="827055" y="370880"/>
                </a:lnTo>
                <a:lnTo>
                  <a:pt x="857995" y="370880"/>
                </a:lnTo>
                <a:lnTo>
                  <a:pt x="874901" y="370880"/>
                </a:lnTo>
                <a:lnTo>
                  <a:pt x="904150" y="370880"/>
                </a:lnTo>
                <a:lnTo>
                  <a:pt x="904150" y="357862"/>
                </a:lnTo>
                <a:lnTo>
                  <a:pt x="874901" y="357862"/>
                </a:lnTo>
                <a:lnTo>
                  <a:pt x="874901" y="284487"/>
                </a:lnTo>
                <a:lnTo>
                  <a:pt x="827055" y="284487"/>
                </a:lnTo>
                <a:lnTo>
                  <a:pt x="827055" y="297674"/>
                </a:lnTo>
                <a:close/>
                <a:moveTo>
                  <a:pt x="622373" y="307850"/>
                </a:moveTo>
                <a:lnTo>
                  <a:pt x="622391" y="307962"/>
                </a:lnTo>
                <a:lnTo>
                  <a:pt x="622410" y="308081"/>
                </a:lnTo>
                <a:lnTo>
                  <a:pt x="622429" y="308206"/>
                </a:lnTo>
                <a:lnTo>
                  <a:pt x="622448" y="308338"/>
                </a:lnTo>
                <a:lnTo>
                  <a:pt x="622469" y="308476"/>
                </a:lnTo>
                <a:lnTo>
                  <a:pt x="622489" y="308621"/>
                </a:lnTo>
                <a:lnTo>
                  <a:pt x="622511" y="308772"/>
                </a:lnTo>
                <a:lnTo>
                  <a:pt x="622533" y="308930"/>
                </a:lnTo>
                <a:lnTo>
                  <a:pt x="622555" y="309094"/>
                </a:lnTo>
                <a:lnTo>
                  <a:pt x="622579" y="309264"/>
                </a:lnTo>
                <a:lnTo>
                  <a:pt x="622602" y="309441"/>
                </a:lnTo>
                <a:lnTo>
                  <a:pt x="622627" y="309625"/>
                </a:lnTo>
                <a:lnTo>
                  <a:pt x="622652" y="309815"/>
                </a:lnTo>
                <a:lnTo>
                  <a:pt x="622677" y="310011"/>
                </a:lnTo>
                <a:lnTo>
                  <a:pt x="622703" y="310214"/>
                </a:lnTo>
                <a:lnTo>
                  <a:pt x="622730" y="310423"/>
                </a:lnTo>
                <a:lnTo>
                  <a:pt x="622757" y="310639"/>
                </a:lnTo>
                <a:lnTo>
                  <a:pt x="622785" y="310861"/>
                </a:lnTo>
                <a:lnTo>
                  <a:pt x="638339" y="310861"/>
                </a:lnTo>
                <a:lnTo>
                  <a:pt x="638339" y="308832"/>
                </a:lnTo>
                <a:lnTo>
                  <a:pt x="638348" y="308274"/>
                </a:lnTo>
                <a:lnTo>
                  <a:pt x="638374" y="307726"/>
                </a:lnTo>
                <a:lnTo>
                  <a:pt x="638416" y="307189"/>
                </a:lnTo>
                <a:lnTo>
                  <a:pt x="638476" y="306663"/>
                </a:lnTo>
                <a:lnTo>
                  <a:pt x="638552" y="306147"/>
                </a:lnTo>
                <a:lnTo>
                  <a:pt x="638646" y="305641"/>
                </a:lnTo>
                <a:lnTo>
                  <a:pt x="638757" y="305146"/>
                </a:lnTo>
                <a:lnTo>
                  <a:pt x="638884" y="304662"/>
                </a:lnTo>
                <a:lnTo>
                  <a:pt x="639029" y="304188"/>
                </a:lnTo>
                <a:lnTo>
                  <a:pt x="639191" y="303725"/>
                </a:lnTo>
                <a:lnTo>
                  <a:pt x="639369" y="303272"/>
                </a:lnTo>
                <a:lnTo>
                  <a:pt x="639565" y="302830"/>
                </a:lnTo>
                <a:lnTo>
                  <a:pt x="639778" y="302399"/>
                </a:lnTo>
                <a:lnTo>
                  <a:pt x="640008" y="301978"/>
                </a:lnTo>
                <a:lnTo>
                  <a:pt x="640255" y="301568"/>
                </a:lnTo>
                <a:lnTo>
                  <a:pt x="640519" y="301168"/>
                </a:lnTo>
                <a:lnTo>
                  <a:pt x="640799" y="300779"/>
                </a:lnTo>
                <a:lnTo>
                  <a:pt x="641097" y="300400"/>
                </a:lnTo>
                <a:lnTo>
                  <a:pt x="641412" y="300032"/>
                </a:lnTo>
                <a:lnTo>
                  <a:pt x="641744" y="299674"/>
                </a:lnTo>
                <a:lnTo>
                  <a:pt x="642093" y="299327"/>
                </a:lnTo>
                <a:lnTo>
                  <a:pt x="642459" y="298991"/>
                </a:lnTo>
                <a:lnTo>
                  <a:pt x="642842" y="298665"/>
                </a:lnTo>
                <a:lnTo>
                  <a:pt x="643242" y="298350"/>
                </a:lnTo>
                <a:lnTo>
                  <a:pt x="643658" y="298047"/>
                </a:lnTo>
                <a:lnTo>
                  <a:pt x="644088" y="297756"/>
                </a:lnTo>
                <a:lnTo>
                  <a:pt x="644532" y="297478"/>
                </a:lnTo>
                <a:lnTo>
                  <a:pt x="644989" y="297214"/>
                </a:lnTo>
                <a:lnTo>
                  <a:pt x="645461" y="296962"/>
                </a:lnTo>
                <a:lnTo>
                  <a:pt x="645947" y="296723"/>
                </a:lnTo>
                <a:lnTo>
                  <a:pt x="646448" y="296497"/>
                </a:lnTo>
                <a:lnTo>
                  <a:pt x="646962" y="296284"/>
                </a:lnTo>
                <a:lnTo>
                  <a:pt x="647490" y="296084"/>
                </a:lnTo>
                <a:lnTo>
                  <a:pt x="648033" y="295896"/>
                </a:lnTo>
                <a:lnTo>
                  <a:pt x="648589" y="295722"/>
                </a:lnTo>
                <a:lnTo>
                  <a:pt x="649160" y="295561"/>
                </a:lnTo>
                <a:lnTo>
                  <a:pt x="649744" y="295412"/>
                </a:lnTo>
                <a:lnTo>
                  <a:pt x="650343" y="295276"/>
                </a:lnTo>
                <a:lnTo>
                  <a:pt x="650956" y="295154"/>
                </a:lnTo>
                <a:lnTo>
                  <a:pt x="651583" y="295044"/>
                </a:lnTo>
                <a:lnTo>
                  <a:pt x="652224" y="294947"/>
                </a:lnTo>
                <a:lnTo>
                  <a:pt x="652879" y="294863"/>
                </a:lnTo>
                <a:lnTo>
                  <a:pt x="653548" y="294792"/>
                </a:lnTo>
                <a:lnTo>
                  <a:pt x="654232" y="294734"/>
                </a:lnTo>
                <a:lnTo>
                  <a:pt x="654929" y="294689"/>
                </a:lnTo>
                <a:lnTo>
                  <a:pt x="655641" y="294656"/>
                </a:lnTo>
                <a:lnTo>
                  <a:pt x="656366" y="294637"/>
                </a:lnTo>
                <a:lnTo>
                  <a:pt x="657106" y="294631"/>
                </a:lnTo>
                <a:lnTo>
                  <a:pt x="657913" y="294637"/>
                </a:lnTo>
                <a:lnTo>
                  <a:pt x="658700" y="294656"/>
                </a:lnTo>
                <a:lnTo>
                  <a:pt x="659468" y="294689"/>
                </a:lnTo>
                <a:lnTo>
                  <a:pt x="660215" y="294734"/>
                </a:lnTo>
                <a:lnTo>
                  <a:pt x="660942" y="294792"/>
                </a:lnTo>
                <a:lnTo>
                  <a:pt x="661650" y="294863"/>
                </a:lnTo>
                <a:lnTo>
                  <a:pt x="662337" y="294947"/>
                </a:lnTo>
                <a:lnTo>
                  <a:pt x="663004" y="295044"/>
                </a:lnTo>
                <a:lnTo>
                  <a:pt x="663652" y="295154"/>
                </a:lnTo>
                <a:lnTo>
                  <a:pt x="664280" y="295276"/>
                </a:lnTo>
                <a:lnTo>
                  <a:pt x="664887" y="295412"/>
                </a:lnTo>
                <a:lnTo>
                  <a:pt x="665475" y="295561"/>
                </a:lnTo>
                <a:lnTo>
                  <a:pt x="666042" y="295722"/>
                </a:lnTo>
                <a:lnTo>
                  <a:pt x="666590" y="295896"/>
                </a:lnTo>
                <a:lnTo>
                  <a:pt x="667118" y="296084"/>
                </a:lnTo>
                <a:lnTo>
                  <a:pt x="667626" y="296284"/>
                </a:lnTo>
                <a:lnTo>
                  <a:pt x="668113" y="296497"/>
                </a:lnTo>
                <a:lnTo>
                  <a:pt x="668581" y="296723"/>
                </a:lnTo>
                <a:lnTo>
                  <a:pt x="669029" y="296962"/>
                </a:lnTo>
                <a:lnTo>
                  <a:pt x="669457" y="297214"/>
                </a:lnTo>
                <a:lnTo>
                  <a:pt x="669865" y="297478"/>
                </a:lnTo>
                <a:lnTo>
                  <a:pt x="670253" y="297756"/>
                </a:lnTo>
                <a:lnTo>
                  <a:pt x="670621" y="298047"/>
                </a:lnTo>
                <a:lnTo>
                  <a:pt x="670969" y="298350"/>
                </a:lnTo>
                <a:lnTo>
                  <a:pt x="671314" y="298668"/>
                </a:lnTo>
                <a:lnTo>
                  <a:pt x="671645" y="299001"/>
                </a:lnTo>
                <a:lnTo>
                  <a:pt x="671960" y="299349"/>
                </a:lnTo>
                <a:lnTo>
                  <a:pt x="672261" y="299712"/>
                </a:lnTo>
                <a:lnTo>
                  <a:pt x="672547" y="300091"/>
                </a:lnTo>
                <a:lnTo>
                  <a:pt x="672819" y="300484"/>
                </a:lnTo>
                <a:lnTo>
                  <a:pt x="673075" y="300894"/>
                </a:lnTo>
                <a:lnTo>
                  <a:pt x="673318" y="301318"/>
                </a:lnTo>
                <a:lnTo>
                  <a:pt x="673545" y="301758"/>
                </a:lnTo>
                <a:lnTo>
                  <a:pt x="673758" y="302213"/>
                </a:lnTo>
                <a:lnTo>
                  <a:pt x="673956" y="302683"/>
                </a:lnTo>
                <a:lnTo>
                  <a:pt x="674139" y="303168"/>
                </a:lnTo>
                <a:lnTo>
                  <a:pt x="674308" y="303669"/>
                </a:lnTo>
                <a:lnTo>
                  <a:pt x="674462" y="304185"/>
                </a:lnTo>
                <a:lnTo>
                  <a:pt x="674602" y="304716"/>
                </a:lnTo>
                <a:lnTo>
                  <a:pt x="674726" y="305263"/>
                </a:lnTo>
                <a:lnTo>
                  <a:pt x="674837" y="305825"/>
                </a:lnTo>
                <a:lnTo>
                  <a:pt x="674932" y="306402"/>
                </a:lnTo>
                <a:lnTo>
                  <a:pt x="675013" y="306994"/>
                </a:lnTo>
                <a:lnTo>
                  <a:pt x="675079" y="307602"/>
                </a:lnTo>
                <a:lnTo>
                  <a:pt x="675130" y="308225"/>
                </a:lnTo>
                <a:lnTo>
                  <a:pt x="675167" y="308863"/>
                </a:lnTo>
                <a:lnTo>
                  <a:pt x="675189" y="309516"/>
                </a:lnTo>
                <a:lnTo>
                  <a:pt x="675196" y="310185"/>
                </a:lnTo>
                <a:lnTo>
                  <a:pt x="675196" y="319652"/>
                </a:lnTo>
                <a:lnTo>
                  <a:pt x="673533" y="319657"/>
                </a:lnTo>
                <a:lnTo>
                  <a:pt x="671897" y="319672"/>
                </a:lnTo>
                <a:lnTo>
                  <a:pt x="670288" y="319697"/>
                </a:lnTo>
                <a:lnTo>
                  <a:pt x="668706" y="319732"/>
                </a:lnTo>
                <a:lnTo>
                  <a:pt x="667151" y="319777"/>
                </a:lnTo>
                <a:lnTo>
                  <a:pt x="665623" y="319832"/>
                </a:lnTo>
                <a:lnTo>
                  <a:pt x="664122" y="319897"/>
                </a:lnTo>
                <a:lnTo>
                  <a:pt x="662648" y="319972"/>
                </a:lnTo>
                <a:lnTo>
                  <a:pt x="661201" y="320057"/>
                </a:lnTo>
                <a:lnTo>
                  <a:pt x="659780" y="320151"/>
                </a:lnTo>
                <a:lnTo>
                  <a:pt x="658387" y="320256"/>
                </a:lnTo>
                <a:lnTo>
                  <a:pt x="657021" y="320371"/>
                </a:lnTo>
                <a:lnTo>
                  <a:pt x="655682" y="320496"/>
                </a:lnTo>
                <a:lnTo>
                  <a:pt x="654370" y="320630"/>
                </a:lnTo>
                <a:lnTo>
                  <a:pt x="653085" y="320775"/>
                </a:lnTo>
                <a:lnTo>
                  <a:pt x="651827" y="320930"/>
                </a:lnTo>
                <a:lnTo>
                  <a:pt x="650596" y="321094"/>
                </a:lnTo>
                <a:lnTo>
                  <a:pt x="649392" y="321269"/>
                </a:lnTo>
                <a:lnTo>
                  <a:pt x="648215" y="321454"/>
                </a:lnTo>
                <a:lnTo>
                  <a:pt x="647065" y="321648"/>
                </a:lnTo>
                <a:lnTo>
                  <a:pt x="645942" y="321853"/>
                </a:lnTo>
                <a:lnTo>
                  <a:pt x="644846" y="322068"/>
                </a:lnTo>
                <a:lnTo>
                  <a:pt x="643777" y="322292"/>
                </a:lnTo>
                <a:lnTo>
                  <a:pt x="642735" y="322527"/>
                </a:lnTo>
                <a:lnTo>
                  <a:pt x="641732" y="322772"/>
                </a:lnTo>
                <a:lnTo>
                  <a:pt x="640752" y="323029"/>
                </a:lnTo>
                <a:lnTo>
                  <a:pt x="639795" y="323298"/>
                </a:lnTo>
                <a:lnTo>
                  <a:pt x="638861" y="323579"/>
                </a:lnTo>
                <a:lnTo>
                  <a:pt x="637949" y="323871"/>
                </a:lnTo>
                <a:lnTo>
                  <a:pt x="637061" y="324175"/>
                </a:lnTo>
                <a:lnTo>
                  <a:pt x="636195" y="324491"/>
                </a:lnTo>
                <a:lnTo>
                  <a:pt x="635353" y="324819"/>
                </a:lnTo>
                <a:lnTo>
                  <a:pt x="634533" y="325158"/>
                </a:lnTo>
                <a:lnTo>
                  <a:pt x="633736" y="325509"/>
                </a:lnTo>
                <a:lnTo>
                  <a:pt x="632962" y="325872"/>
                </a:lnTo>
                <a:lnTo>
                  <a:pt x="632211" y="326246"/>
                </a:lnTo>
                <a:lnTo>
                  <a:pt x="631483" y="326633"/>
                </a:lnTo>
                <a:lnTo>
                  <a:pt x="630777" y="327031"/>
                </a:lnTo>
                <a:lnTo>
                  <a:pt x="630095" y="327440"/>
                </a:lnTo>
                <a:lnTo>
                  <a:pt x="629435" y="327862"/>
                </a:lnTo>
                <a:lnTo>
                  <a:pt x="628799" y="328295"/>
                </a:lnTo>
                <a:lnTo>
                  <a:pt x="628185" y="328740"/>
                </a:lnTo>
                <a:lnTo>
                  <a:pt x="627594" y="329197"/>
                </a:lnTo>
                <a:lnTo>
                  <a:pt x="627026" y="329665"/>
                </a:lnTo>
                <a:lnTo>
                  <a:pt x="626481" y="330145"/>
                </a:lnTo>
                <a:lnTo>
                  <a:pt x="625959" y="330637"/>
                </a:lnTo>
                <a:lnTo>
                  <a:pt x="625459" y="331141"/>
                </a:lnTo>
                <a:lnTo>
                  <a:pt x="624983" y="331656"/>
                </a:lnTo>
                <a:lnTo>
                  <a:pt x="624542" y="332171"/>
                </a:lnTo>
                <a:lnTo>
                  <a:pt x="624119" y="332699"/>
                </a:lnTo>
                <a:lnTo>
                  <a:pt x="623715" y="333241"/>
                </a:lnTo>
                <a:lnTo>
                  <a:pt x="623330" y="333798"/>
                </a:lnTo>
                <a:lnTo>
                  <a:pt x="622964" y="334368"/>
                </a:lnTo>
                <a:lnTo>
                  <a:pt x="622616" y="334953"/>
                </a:lnTo>
                <a:lnTo>
                  <a:pt x="622287" y="335552"/>
                </a:lnTo>
                <a:lnTo>
                  <a:pt x="621977" y="336165"/>
                </a:lnTo>
                <a:lnTo>
                  <a:pt x="621686" y="336792"/>
                </a:lnTo>
                <a:lnTo>
                  <a:pt x="621414" y="337433"/>
                </a:lnTo>
                <a:lnTo>
                  <a:pt x="621160" y="338088"/>
                </a:lnTo>
                <a:lnTo>
                  <a:pt x="620926" y="338757"/>
                </a:lnTo>
                <a:lnTo>
                  <a:pt x="620710" y="339440"/>
                </a:lnTo>
                <a:lnTo>
                  <a:pt x="620512" y="340138"/>
                </a:lnTo>
                <a:lnTo>
                  <a:pt x="620334" y="340849"/>
                </a:lnTo>
                <a:lnTo>
                  <a:pt x="620174" y="341575"/>
                </a:lnTo>
                <a:lnTo>
                  <a:pt x="620033" y="342315"/>
                </a:lnTo>
                <a:lnTo>
                  <a:pt x="619911" y="343068"/>
                </a:lnTo>
                <a:lnTo>
                  <a:pt x="619808" y="343836"/>
                </a:lnTo>
                <a:lnTo>
                  <a:pt x="619723" y="344618"/>
                </a:lnTo>
                <a:lnTo>
                  <a:pt x="619658" y="345414"/>
                </a:lnTo>
                <a:lnTo>
                  <a:pt x="619611" y="346224"/>
                </a:lnTo>
                <a:lnTo>
                  <a:pt x="619582" y="347049"/>
                </a:lnTo>
                <a:lnTo>
                  <a:pt x="619573" y="347887"/>
                </a:lnTo>
                <a:lnTo>
                  <a:pt x="619585" y="348891"/>
                </a:lnTo>
                <a:lnTo>
                  <a:pt x="619622" y="349875"/>
                </a:lnTo>
                <a:lnTo>
                  <a:pt x="619684" y="350838"/>
                </a:lnTo>
                <a:lnTo>
                  <a:pt x="619770" y="351780"/>
                </a:lnTo>
                <a:lnTo>
                  <a:pt x="619881" y="352702"/>
                </a:lnTo>
                <a:lnTo>
                  <a:pt x="620017" y="353603"/>
                </a:lnTo>
                <a:lnTo>
                  <a:pt x="620177" y="354484"/>
                </a:lnTo>
                <a:lnTo>
                  <a:pt x="620362" y="355345"/>
                </a:lnTo>
                <a:lnTo>
                  <a:pt x="620572" y="356184"/>
                </a:lnTo>
                <a:lnTo>
                  <a:pt x="620806" y="357004"/>
                </a:lnTo>
                <a:lnTo>
                  <a:pt x="621065" y="357802"/>
                </a:lnTo>
                <a:lnTo>
                  <a:pt x="621348" y="358580"/>
                </a:lnTo>
                <a:lnTo>
                  <a:pt x="621656" y="359338"/>
                </a:lnTo>
                <a:lnTo>
                  <a:pt x="621989" y="360075"/>
                </a:lnTo>
                <a:lnTo>
                  <a:pt x="622347" y="360791"/>
                </a:lnTo>
                <a:lnTo>
                  <a:pt x="622729" y="361487"/>
                </a:lnTo>
                <a:lnTo>
                  <a:pt x="623136" y="362163"/>
                </a:lnTo>
                <a:lnTo>
                  <a:pt x="623567" y="362818"/>
                </a:lnTo>
                <a:lnTo>
                  <a:pt x="624023" y="363452"/>
                </a:lnTo>
                <a:lnTo>
                  <a:pt x="624504" y="364066"/>
                </a:lnTo>
                <a:lnTo>
                  <a:pt x="625010" y="364659"/>
                </a:lnTo>
                <a:lnTo>
                  <a:pt x="625540" y="365231"/>
                </a:lnTo>
                <a:lnTo>
                  <a:pt x="626094" y="365784"/>
                </a:lnTo>
                <a:lnTo>
                  <a:pt x="626674" y="366315"/>
                </a:lnTo>
                <a:lnTo>
                  <a:pt x="627290" y="366826"/>
                </a:lnTo>
                <a:lnTo>
                  <a:pt x="627928" y="367314"/>
                </a:lnTo>
                <a:lnTo>
                  <a:pt x="628586" y="367781"/>
                </a:lnTo>
                <a:lnTo>
                  <a:pt x="629266" y="368226"/>
                </a:lnTo>
                <a:lnTo>
                  <a:pt x="629967" y="368650"/>
                </a:lnTo>
                <a:lnTo>
                  <a:pt x="630689" y="369052"/>
                </a:lnTo>
                <a:lnTo>
                  <a:pt x="631432" y="369432"/>
                </a:lnTo>
                <a:lnTo>
                  <a:pt x="632197" y="369790"/>
                </a:lnTo>
                <a:lnTo>
                  <a:pt x="632982" y="370127"/>
                </a:lnTo>
                <a:lnTo>
                  <a:pt x="633789" y="370442"/>
                </a:lnTo>
                <a:lnTo>
                  <a:pt x="634616" y="370735"/>
                </a:lnTo>
                <a:lnTo>
                  <a:pt x="635465" y="371007"/>
                </a:lnTo>
                <a:lnTo>
                  <a:pt x="636335" y="371256"/>
                </a:lnTo>
                <a:lnTo>
                  <a:pt x="637226" y="371485"/>
                </a:lnTo>
                <a:lnTo>
                  <a:pt x="638139" y="371691"/>
                </a:lnTo>
                <a:lnTo>
                  <a:pt x="639072" y="371876"/>
                </a:lnTo>
                <a:lnTo>
                  <a:pt x="640027" y="372038"/>
                </a:lnTo>
                <a:lnTo>
                  <a:pt x="641002" y="372180"/>
                </a:lnTo>
                <a:lnTo>
                  <a:pt x="641999" y="372299"/>
                </a:lnTo>
                <a:lnTo>
                  <a:pt x="643017" y="372397"/>
                </a:lnTo>
                <a:lnTo>
                  <a:pt x="644056" y="372473"/>
                </a:lnTo>
                <a:lnTo>
                  <a:pt x="645116" y="372527"/>
                </a:lnTo>
                <a:lnTo>
                  <a:pt x="646198" y="372560"/>
                </a:lnTo>
                <a:lnTo>
                  <a:pt x="647300" y="372571"/>
                </a:lnTo>
                <a:lnTo>
                  <a:pt x="647806" y="372568"/>
                </a:lnTo>
                <a:lnTo>
                  <a:pt x="648311" y="372561"/>
                </a:lnTo>
                <a:lnTo>
                  <a:pt x="648814" y="372549"/>
                </a:lnTo>
                <a:lnTo>
                  <a:pt x="649315" y="372533"/>
                </a:lnTo>
                <a:lnTo>
                  <a:pt x="649814" y="372512"/>
                </a:lnTo>
                <a:lnTo>
                  <a:pt x="650312" y="372486"/>
                </a:lnTo>
                <a:lnTo>
                  <a:pt x="650807" y="372456"/>
                </a:lnTo>
                <a:lnTo>
                  <a:pt x="651301" y="372420"/>
                </a:lnTo>
                <a:lnTo>
                  <a:pt x="651793" y="372380"/>
                </a:lnTo>
                <a:lnTo>
                  <a:pt x="652284" y="372336"/>
                </a:lnTo>
                <a:lnTo>
                  <a:pt x="652773" y="372286"/>
                </a:lnTo>
                <a:lnTo>
                  <a:pt x="653260" y="372232"/>
                </a:lnTo>
                <a:lnTo>
                  <a:pt x="653745" y="372174"/>
                </a:lnTo>
                <a:lnTo>
                  <a:pt x="654228" y="372110"/>
                </a:lnTo>
                <a:lnTo>
                  <a:pt x="654710" y="372042"/>
                </a:lnTo>
                <a:lnTo>
                  <a:pt x="655190" y="371969"/>
                </a:lnTo>
                <a:lnTo>
                  <a:pt x="655668" y="371892"/>
                </a:lnTo>
                <a:lnTo>
                  <a:pt x="656144" y="371810"/>
                </a:lnTo>
                <a:lnTo>
                  <a:pt x="656619" y="371723"/>
                </a:lnTo>
                <a:lnTo>
                  <a:pt x="657092" y="371631"/>
                </a:lnTo>
                <a:lnTo>
                  <a:pt x="657563" y="371535"/>
                </a:lnTo>
                <a:lnTo>
                  <a:pt x="658032" y="371434"/>
                </a:lnTo>
                <a:lnTo>
                  <a:pt x="658500" y="371328"/>
                </a:lnTo>
                <a:lnTo>
                  <a:pt x="658966" y="371218"/>
                </a:lnTo>
                <a:lnTo>
                  <a:pt x="659429" y="371116"/>
                </a:lnTo>
                <a:lnTo>
                  <a:pt x="659888" y="371008"/>
                </a:lnTo>
                <a:lnTo>
                  <a:pt x="660345" y="370893"/>
                </a:lnTo>
                <a:lnTo>
                  <a:pt x="660797" y="370772"/>
                </a:lnTo>
                <a:lnTo>
                  <a:pt x="661246" y="370644"/>
                </a:lnTo>
                <a:lnTo>
                  <a:pt x="661692" y="370510"/>
                </a:lnTo>
                <a:lnTo>
                  <a:pt x="662134" y="370369"/>
                </a:lnTo>
                <a:lnTo>
                  <a:pt x="662572" y="370222"/>
                </a:lnTo>
                <a:lnTo>
                  <a:pt x="663007" y="370069"/>
                </a:lnTo>
                <a:lnTo>
                  <a:pt x="663439" y="369909"/>
                </a:lnTo>
                <a:lnTo>
                  <a:pt x="663867" y="369743"/>
                </a:lnTo>
                <a:lnTo>
                  <a:pt x="664291" y="369570"/>
                </a:lnTo>
                <a:lnTo>
                  <a:pt x="664712" y="369390"/>
                </a:lnTo>
                <a:lnTo>
                  <a:pt x="665130" y="369204"/>
                </a:lnTo>
                <a:lnTo>
                  <a:pt x="665543" y="369012"/>
                </a:lnTo>
                <a:lnTo>
                  <a:pt x="665954" y="368814"/>
                </a:lnTo>
                <a:lnTo>
                  <a:pt x="666361" y="368608"/>
                </a:lnTo>
                <a:lnTo>
                  <a:pt x="666764" y="368397"/>
                </a:lnTo>
                <a:lnTo>
                  <a:pt x="667164" y="368179"/>
                </a:lnTo>
                <a:lnTo>
                  <a:pt x="667560" y="367954"/>
                </a:lnTo>
                <a:lnTo>
                  <a:pt x="667953" y="367723"/>
                </a:lnTo>
                <a:lnTo>
                  <a:pt x="668342" y="367486"/>
                </a:lnTo>
                <a:lnTo>
                  <a:pt x="668728" y="367242"/>
                </a:lnTo>
                <a:lnTo>
                  <a:pt x="669110" y="366991"/>
                </a:lnTo>
                <a:lnTo>
                  <a:pt x="669487" y="366720"/>
                </a:lnTo>
                <a:lnTo>
                  <a:pt x="669859" y="366442"/>
                </a:lnTo>
                <a:lnTo>
                  <a:pt x="670224" y="366156"/>
                </a:lnTo>
                <a:lnTo>
                  <a:pt x="670584" y="365864"/>
                </a:lnTo>
                <a:lnTo>
                  <a:pt x="670938" y="365565"/>
                </a:lnTo>
                <a:lnTo>
                  <a:pt x="671286" y="365258"/>
                </a:lnTo>
                <a:lnTo>
                  <a:pt x="671629" y="364945"/>
                </a:lnTo>
                <a:lnTo>
                  <a:pt x="671965" y="364624"/>
                </a:lnTo>
                <a:lnTo>
                  <a:pt x="672296" y="364297"/>
                </a:lnTo>
                <a:lnTo>
                  <a:pt x="672620" y="363962"/>
                </a:lnTo>
                <a:lnTo>
                  <a:pt x="672939" y="363621"/>
                </a:lnTo>
                <a:lnTo>
                  <a:pt x="673252" y="363272"/>
                </a:lnTo>
                <a:lnTo>
                  <a:pt x="673559" y="362916"/>
                </a:lnTo>
                <a:lnTo>
                  <a:pt x="673860" y="362553"/>
                </a:lnTo>
                <a:lnTo>
                  <a:pt x="674155" y="362183"/>
                </a:lnTo>
                <a:lnTo>
                  <a:pt x="674445" y="361807"/>
                </a:lnTo>
                <a:lnTo>
                  <a:pt x="674728" y="361423"/>
                </a:lnTo>
                <a:lnTo>
                  <a:pt x="675006" y="361032"/>
                </a:lnTo>
                <a:lnTo>
                  <a:pt x="675278" y="360634"/>
                </a:lnTo>
                <a:lnTo>
                  <a:pt x="675544" y="360229"/>
                </a:lnTo>
                <a:lnTo>
                  <a:pt x="675804" y="359817"/>
                </a:lnTo>
                <a:lnTo>
                  <a:pt x="676058" y="359397"/>
                </a:lnTo>
                <a:lnTo>
                  <a:pt x="676306" y="358971"/>
                </a:lnTo>
                <a:lnTo>
                  <a:pt x="676549" y="358538"/>
                </a:lnTo>
                <a:lnTo>
                  <a:pt x="676593" y="358985"/>
                </a:lnTo>
                <a:lnTo>
                  <a:pt x="676640" y="359423"/>
                </a:lnTo>
                <a:lnTo>
                  <a:pt x="676691" y="359854"/>
                </a:lnTo>
                <a:lnTo>
                  <a:pt x="676746" y="360276"/>
                </a:lnTo>
                <a:lnTo>
                  <a:pt x="676804" y="360690"/>
                </a:lnTo>
                <a:lnTo>
                  <a:pt x="676866" y="361095"/>
                </a:lnTo>
                <a:lnTo>
                  <a:pt x="676931" y="361493"/>
                </a:lnTo>
                <a:lnTo>
                  <a:pt x="676999" y="361882"/>
                </a:lnTo>
                <a:lnTo>
                  <a:pt x="677072" y="362263"/>
                </a:lnTo>
                <a:lnTo>
                  <a:pt x="677147" y="362636"/>
                </a:lnTo>
                <a:lnTo>
                  <a:pt x="677227" y="363000"/>
                </a:lnTo>
                <a:lnTo>
                  <a:pt x="677309" y="363356"/>
                </a:lnTo>
                <a:lnTo>
                  <a:pt x="677396" y="363704"/>
                </a:lnTo>
                <a:lnTo>
                  <a:pt x="677486" y="364044"/>
                </a:lnTo>
                <a:lnTo>
                  <a:pt x="677579" y="364376"/>
                </a:lnTo>
                <a:lnTo>
                  <a:pt x="677676" y="364699"/>
                </a:lnTo>
                <a:lnTo>
                  <a:pt x="677776" y="365015"/>
                </a:lnTo>
                <a:lnTo>
                  <a:pt x="677880" y="365322"/>
                </a:lnTo>
                <a:lnTo>
                  <a:pt x="677987" y="365620"/>
                </a:lnTo>
                <a:lnTo>
                  <a:pt x="678098" y="365911"/>
                </a:lnTo>
                <a:lnTo>
                  <a:pt x="678213" y="366193"/>
                </a:lnTo>
                <a:lnTo>
                  <a:pt x="678331" y="366468"/>
                </a:lnTo>
                <a:lnTo>
                  <a:pt x="678452" y="366733"/>
                </a:lnTo>
                <a:lnTo>
                  <a:pt x="678577" y="366991"/>
                </a:lnTo>
                <a:lnTo>
                  <a:pt x="678707" y="367242"/>
                </a:lnTo>
                <a:lnTo>
                  <a:pt x="678843" y="367486"/>
                </a:lnTo>
                <a:lnTo>
                  <a:pt x="678984" y="367723"/>
                </a:lnTo>
                <a:lnTo>
                  <a:pt x="679132" y="367954"/>
                </a:lnTo>
                <a:lnTo>
                  <a:pt x="679285" y="368179"/>
                </a:lnTo>
                <a:lnTo>
                  <a:pt x="679444" y="368397"/>
                </a:lnTo>
                <a:lnTo>
                  <a:pt x="679609" y="368608"/>
                </a:lnTo>
                <a:lnTo>
                  <a:pt x="679780" y="368814"/>
                </a:lnTo>
                <a:lnTo>
                  <a:pt x="679956" y="369012"/>
                </a:lnTo>
                <a:lnTo>
                  <a:pt x="680139" y="369204"/>
                </a:lnTo>
                <a:lnTo>
                  <a:pt x="680327" y="369390"/>
                </a:lnTo>
                <a:lnTo>
                  <a:pt x="680522" y="369570"/>
                </a:lnTo>
                <a:lnTo>
                  <a:pt x="680722" y="369743"/>
                </a:lnTo>
                <a:lnTo>
                  <a:pt x="680928" y="369909"/>
                </a:lnTo>
                <a:lnTo>
                  <a:pt x="681140" y="370069"/>
                </a:lnTo>
                <a:lnTo>
                  <a:pt x="681358" y="370222"/>
                </a:lnTo>
                <a:lnTo>
                  <a:pt x="681581" y="370369"/>
                </a:lnTo>
                <a:lnTo>
                  <a:pt x="681811" y="370510"/>
                </a:lnTo>
                <a:lnTo>
                  <a:pt x="682046" y="370644"/>
                </a:lnTo>
                <a:lnTo>
                  <a:pt x="682287" y="370772"/>
                </a:lnTo>
                <a:lnTo>
                  <a:pt x="682535" y="370893"/>
                </a:lnTo>
                <a:lnTo>
                  <a:pt x="682788" y="371008"/>
                </a:lnTo>
                <a:lnTo>
                  <a:pt x="683047" y="371116"/>
                </a:lnTo>
                <a:lnTo>
                  <a:pt x="683311" y="371218"/>
                </a:lnTo>
                <a:lnTo>
                  <a:pt x="683582" y="371328"/>
                </a:lnTo>
                <a:lnTo>
                  <a:pt x="683860" y="371434"/>
                </a:lnTo>
                <a:lnTo>
                  <a:pt x="684143" y="371535"/>
                </a:lnTo>
                <a:lnTo>
                  <a:pt x="684434" y="371631"/>
                </a:lnTo>
                <a:lnTo>
                  <a:pt x="684730" y="371723"/>
                </a:lnTo>
                <a:lnTo>
                  <a:pt x="685034" y="371810"/>
                </a:lnTo>
                <a:lnTo>
                  <a:pt x="685343" y="371892"/>
                </a:lnTo>
                <a:lnTo>
                  <a:pt x="685659" y="371969"/>
                </a:lnTo>
                <a:lnTo>
                  <a:pt x="685982" y="372042"/>
                </a:lnTo>
                <a:lnTo>
                  <a:pt x="686311" y="372110"/>
                </a:lnTo>
                <a:lnTo>
                  <a:pt x="686647" y="372174"/>
                </a:lnTo>
                <a:lnTo>
                  <a:pt x="686989" y="372232"/>
                </a:lnTo>
                <a:lnTo>
                  <a:pt x="687337" y="372286"/>
                </a:lnTo>
                <a:lnTo>
                  <a:pt x="687692" y="372336"/>
                </a:lnTo>
                <a:lnTo>
                  <a:pt x="688053" y="372380"/>
                </a:lnTo>
                <a:lnTo>
                  <a:pt x="688421" y="372420"/>
                </a:lnTo>
                <a:lnTo>
                  <a:pt x="688795" y="372456"/>
                </a:lnTo>
                <a:lnTo>
                  <a:pt x="689176" y="372486"/>
                </a:lnTo>
                <a:lnTo>
                  <a:pt x="689563" y="372512"/>
                </a:lnTo>
                <a:lnTo>
                  <a:pt x="689957" y="372533"/>
                </a:lnTo>
                <a:lnTo>
                  <a:pt x="690357" y="372549"/>
                </a:lnTo>
                <a:lnTo>
                  <a:pt x="690763" y="372561"/>
                </a:lnTo>
                <a:lnTo>
                  <a:pt x="691176" y="372568"/>
                </a:lnTo>
                <a:lnTo>
                  <a:pt x="691596" y="372571"/>
                </a:lnTo>
                <a:lnTo>
                  <a:pt x="691891" y="372569"/>
                </a:lnTo>
                <a:lnTo>
                  <a:pt x="692185" y="372565"/>
                </a:lnTo>
                <a:lnTo>
                  <a:pt x="692478" y="372557"/>
                </a:lnTo>
                <a:lnTo>
                  <a:pt x="692770" y="372547"/>
                </a:lnTo>
                <a:lnTo>
                  <a:pt x="693060" y="372534"/>
                </a:lnTo>
                <a:lnTo>
                  <a:pt x="693350" y="372518"/>
                </a:lnTo>
                <a:lnTo>
                  <a:pt x="693638" y="372499"/>
                </a:lnTo>
                <a:lnTo>
                  <a:pt x="693925" y="372477"/>
                </a:lnTo>
                <a:lnTo>
                  <a:pt x="694211" y="372452"/>
                </a:lnTo>
                <a:lnTo>
                  <a:pt x="694496" y="372424"/>
                </a:lnTo>
                <a:lnTo>
                  <a:pt x="694779" y="372393"/>
                </a:lnTo>
                <a:lnTo>
                  <a:pt x="695061" y="372359"/>
                </a:lnTo>
                <a:lnTo>
                  <a:pt x="695343" y="372323"/>
                </a:lnTo>
                <a:lnTo>
                  <a:pt x="695623" y="372283"/>
                </a:lnTo>
                <a:lnTo>
                  <a:pt x="695902" y="372240"/>
                </a:lnTo>
                <a:lnTo>
                  <a:pt x="696179" y="372195"/>
                </a:lnTo>
                <a:lnTo>
                  <a:pt x="696456" y="372146"/>
                </a:lnTo>
                <a:lnTo>
                  <a:pt x="696731" y="372095"/>
                </a:lnTo>
                <a:lnTo>
                  <a:pt x="697005" y="372041"/>
                </a:lnTo>
                <a:lnTo>
                  <a:pt x="697278" y="371984"/>
                </a:lnTo>
                <a:lnTo>
                  <a:pt x="697550" y="371923"/>
                </a:lnTo>
                <a:lnTo>
                  <a:pt x="697821" y="371860"/>
                </a:lnTo>
                <a:lnTo>
                  <a:pt x="698090" y="371794"/>
                </a:lnTo>
                <a:lnTo>
                  <a:pt x="698358" y="371725"/>
                </a:lnTo>
                <a:lnTo>
                  <a:pt x="698624" y="371654"/>
                </a:lnTo>
                <a:lnTo>
                  <a:pt x="698887" y="371580"/>
                </a:lnTo>
                <a:lnTo>
                  <a:pt x="699145" y="371503"/>
                </a:lnTo>
                <a:lnTo>
                  <a:pt x="699401" y="371425"/>
                </a:lnTo>
                <a:lnTo>
                  <a:pt x="699653" y="371344"/>
                </a:lnTo>
                <a:lnTo>
                  <a:pt x="699901" y="371260"/>
                </a:lnTo>
                <a:lnTo>
                  <a:pt x="700146" y="371175"/>
                </a:lnTo>
                <a:lnTo>
                  <a:pt x="700387" y="371087"/>
                </a:lnTo>
                <a:lnTo>
                  <a:pt x="700625" y="370996"/>
                </a:lnTo>
                <a:lnTo>
                  <a:pt x="700859" y="370903"/>
                </a:lnTo>
                <a:lnTo>
                  <a:pt x="701090" y="370808"/>
                </a:lnTo>
                <a:lnTo>
                  <a:pt x="701317" y="370711"/>
                </a:lnTo>
                <a:lnTo>
                  <a:pt x="701541" y="370611"/>
                </a:lnTo>
                <a:lnTo>
                  <a:pt x="701761" y="370509"/>
                </a:lnTo>
                <a:lnTo>
                  <a:pt x="701977" y="370404"/>
                </a:lnTo>
                <a:lnTo>
                  <a:pt x="702190" y="370298"/>
                </a:lnTo>
                <a:lnTo>
                  <a:pt x="702400" y="370188"/>
                </a:lnTo>
                <a:lnTo>
                  <a:pt x="702606" y="370077"/>
                </a:lnTo>
                <a:lnTo>
                  <a:pt x="702809" y="369963"/>
                </a:lnTo>
                <a:lnTo>
                  <a:pt x="703008" y="369847"/>
                </a:lnTo>
                <a:lnTo>
                  <a:pt x="703203" y="369728"/>
                </a:lnTo>
                <a:lnTo>
                  <a:pt x="703395" y="369607"/>
                </a:lnTo>
                <a:lnTo>
                  <a:pt x="703584" y="369484"/>
                </a:lnTo>
                <a:lnTo>
                  <a:pt x="703768" y="369358"/>
                </a:lnTo>
                <a:lnTo>
                  <a:pt x="703768" y="358369"/>
                </a:lnTo>
                <a:lnTo>
                  <a:pt x="703527" y="358534"/>
                </a:lnTo>
                <a:lnTo>
                  <a:pt x="703282" y="358693"/>
                </a:lnTo>
                <a:lnTo>
                  <a:pt x="703034" y="358844"/>
                </a:lnTo>
                <a:lnTo>
                  <a:pt x="702782" y="358989"/>
                </a:lnTo>
                <a:lnTo>
                  <a:pt x="702527" y="359126"/>
                </a:lnTo>
                <a:lnTo>
                  <a:pt x="702268" y="359256"/>
                </a:lnTo>
                <a:lnTo>
                  <a:pt x="702006" y="359380"/>
                </a:lnTo>
                <a:lnTo>
                  <a:pt x="701740" y="359496"/>
                </a:lnTo>
                <a:lnTo>
                  <a:pt x="701470" y="359605"/>
                </a:lnTo>
                <a:lnTo>
                  <a:pt x="701197" y="359707"/>
                </a:lnTo>
                <a:lnTo>
                  <a:pt x="700921" y="359802"/>
                </a:lnTo>
                <a:lnTo>
                  <a:pt x="700641" y="359890"/>
                </a:lnTo>
                <a:lnTo>
                  <a:pt x="700357" y="359971"/>
                </a:lnTo>
                <a:lnTo>
                  <a:pt x="700070" y="360045"/>
                </a:lnTo>
                <a:lnTo>
                  <a:pt x="699779" y="360112"/>
                </a:lnTo>
                <a:lnTo>
                  <a:pt x="699485" y="360172"/>
                </a:lnTo>
                <a:lnTo>
                  <a:pt x="699188" y="360225"/>
                </a:lnTo>
                <a:lnTo>
                  <a:pt x="698887" y="360271"/>
                </a:lnTo>
                <a:lnTo>
                  <a:pt x="698582" y="360310"/>
                </a:lnTo>
                <a:lnTo>
                  <a:pt x="698274" y="360341"/>
                </a:lnTo>
                <a:lnTo>
                  <a:pt x="697962" y="360366"/>
                </a:lnTo>
                <a:lnTo>
                  <a:pt x="697647" y="360383"/>
                </a:lnTo>
                <a:lnTo>
                  <a:pt x="697328" y="360394"/>
                </a:lnTo>
                <a:lnTo>
                  <a:pt x="697006" y="360398"/>
                </a:lnTo>
                <a:lnTo>
                  <a:pt x="696824" y="360396"/>
                </a:lnTo>
                <a:lnTo>
                  <a:pt x="696645" y="360389"/>
                </a:lnTo>
                <a:lnTo>
                  <a:pt x="696469" y="360379"/>
                </a:lnTo>
                <a:lnTo>
                  <a:pt x="696297" y="360365"/>
                </a:lnTo>
                <a:lnTo>
                  <a:pt x="696127" y="360346"/>
                </a:lnTo>
                <a:lnTo>
                  <a:pt x="695960" y="360324"/>
                </a:lnTo>
                <a:lnTo>
                  <a:pt x="695796" y="360297"/>
                </a:lnTo>
                <a:lnTo>
                  <a:pt x="695634" y="360266"/>
                </a:lnTo>
                <a:lnTo>
                  <a:pt x="695476" y="360231"/>
                </a:lnTo>
                <a:lnTo>
                  <a:pt x="695321" y="360192"/>
                </a:lnTo>
                <a:lnTo>
                  <a:pt x="695169" y="360149"/>
                </a:lnTo>
                <a:lnTo>
                  <a:pt x="695019" y="360102"/>
                </a:lnTo>
                <a:lnTo>
                  <a:pt x="694873" y="360050"/>
                </a:lnTo>
                <a:lnTo>
                  <a:pt x="694729" y="359995"/>
                </a:lnTo>
                <a:lnTo>
                  <a:pt x="694589" y="359935"/>
                </a:lnTo>
                <a:lnTo>
                  <a:pt x="694451" y="359872"/>
                </a:lnTo>
                <a:lnTo>
                  <a:pt x="694316" y="359804"/>
                </a:lnTo>
                <a:lnTo>
                  <a:pt x="694184" y="359732"/>
                </a:lnTo>
                <a:lnTo>
                  <a:pt x="694056" y="359656"/>
                </a:lnTo>
                <a:lnTo>
                  <a:pt x="693930" y="359576"/>
                </a:lnTo>
                <a:lnTo>
                  <a:pt x="693807" y="359491"/>
                </a:lnTo>
                <a:lnTo>
                  <a:pt x="693687" y="359403"/>
                </a:lnTo>
                <a:lnTo>
                  <a:pt x="693569" y="359311"/>
                </a:lnTo>
                <a:lnTo>
                  <a:pt x="693455" y="359214"/>
                </a:lnTo>
                <a:lnTo>
                  <a:pt x="693345" y="359113"/>
                </a:lnTo>
                <a:lnTo>
                  <a:pt x="693239" y="359006"/>
                </a:lnTo>
                <a:lnTo>
                  <a:pt x="693138" y="358895"/>
                </a:lnTo>
                <a:lnTo>
                  <a:pt x="693042" y="358777"/>
                </a:lnTo>
                <a:lnTo>
                  <a:pt x="692950" y="358655"/>
                </a:lnTo>
                <a:lnTo>
                  <a:pt x="692864" y="358527"/>
                </a:lnTo>
                <a:lnTo>
                  <a:pt x="692781" y="358394"/>
                </a:lnTo>
                <a:lnTo>
                  <a:pt x="692704" y="358256"/>
                </a:lnTo>
                <a:lnTo>
                  <a:pt x="692631" y="358113"/>
                </a:lnTo>
                <a:lnTo>
                  <a:pt x="692563" y="357964"/>
                </a:lnTo>
                <a:lnTo>
                  <a:pt x="692500" y="357810"/>
                </a:lnTo>
                <a:lnTo>
                  <a:pt x="692441" y="357650"/>
                </a:lnTo>
                <a:lnTo>
                  <a:pt x="692387" y="357486"/>
                </a:lnTo>
                <a:lnTo>
                  <a:pt x="692338" y="357316"/>
                </a:lnTo>
                <a:lnTo>
                  <a:pt x="692293" y="357140"/>
                </a:lnTo>
                <a:lnTo>
                  <a:pt x="692253" y="356960"/>
                </a:lnTo>
                <a:lnTo>
                  <a:pt x="692218" y="356774"/>
                </a:lnTo>
                <a:lnTo>
                  <a:pt x="692187" y="356583"/>
                </a:lnTo>
                <a:lnTo>
                  <a:pt x="692162" y="356387"/>
                </a:lnTo>
                <a:lnTo>
                  <a:pt x="692140" y="356185"/>
                </a:lnTo>
                <a:lnTo>
                  <a:pt x="692124" y="355978"/>
                </a:lnTo>
                <a:lnTo>
                  <a:pt x="692112" y="355766"/>
                </a:lnTo>
                <a:lnTo>
                  <a:pt x="692105" y="355549"/>
                </a:lnTo>
                <a:lnTo>
                  <a:pt x="692103" y="355326"/>
                </a:lnTo>
                <a:lnTo>
                  <a:pt x="692103" y="309509"/>
                </a:lnTo>
                <a:lnTo>
                  <a:pt x="692088" y="308393"/>
                </a:lnTo>
                <a:lnTo>
                  <a:pt x="692042" y="307302"/>
                </a:lnTo>
                <a:lnTo>
                  <a:pt x="691965" y="306235"/>
                </a:lnTo>
                <a:lnTo>
                  <a:pt x="691859" y="305193"/>
                </a:lnTo>
                <a:lnTo>
                  <a:pt x="691721" y="304174"/>
                </a:lnTo>
                <a:lnTo>
                  <a:pt x="691553" y="303179"/>
                </a:lnTo>
                <a:lnTo>
                  <a:pt x="691355" y="302208"/>
                </a:lnTo>
                <a:lnTo>
                  <a:pt x="691126" y="301262"/>
                </a:lnTo>
                <a:lnTo>
                  <a:pt x="690867" y="300339"/>
                </a:lnTo>
                <a:lnTo>
                  <a:pt x="690577" y="299441"/>
                </a:lnTo>
                <a:lnTo>
                  <a:pt x="690256" y="298566"/>
                </a:lnTo>
                <a:lnTo>
                  <a:pt x="689905" y="297716"/>
                </a:lnTo>
                <a:lnTo>
                  <a:pt x="689523" y="296890"/>
                </a:lnTo>
                <a:lnTo>
                  <a:pt x="689111" y="296088"/>
                </a:lnTo>
                <a:lnTo>
                  <a:pt x="688669" y="295310"/>
                </a:lnTo>
                <a:lnTo>
                  <a:pt x="688195" y="294555"/>
                </a:lnTo>
                <a:lnTo>
                  <a:pt x="687692" y="293826"/>
                </a:lnTo>
                <a:lnTo>
                  <a:pt x="687158" y="293120"/>
                </a:lnTo>
                <a:lnTo>
                  <a:pt x="686593" y="292438"/>
                </a:lnTo>
                <a:lnTo>
                  <a:pt x="685998" y="291780"/>
                </a:lnTo>
                <a:lnTo>
                  <a:pt x="685372" y="291146"/>
                </a:lnTo>
                <a:lnTo>
                  <a:pt x="684715" y="290537"/>
                </a:lnTo>
                <a:lnTo>
                  <a:pt x="684029" y="289951"/>
                </a:lnTo>
                <a:lnTo>
                  <a:pt x="683311" y="289390"/>
                </a:lnTo>
                <a:lnTo>
                  <a:pt x="682578" y="288852"/>
                </a:lnTo>
                <a:lnTo>
                  <a:pt x="681816" y="288336"/>
                </a:lnTo>
                <a:lnTo>
                  <a:pt x="681024" y="287844"/>
                </a:lnTo>
                <a:lnTo>
                  <a:pt x="680202" y="287375"/>
                </a:lnTo>
                <a:lnTo>
                  <a:pt x="679352" y="286928"/>
                </a:lnTo>
                <a:lnTo>
                  <a:pt x="678472" y="286505"/>
                </a:lnTo>
                <a:lnTo>
                  <a:pt x="677562" y="286104"/>
                </a:lnTo>
                <a:lnTo>
                  <a:pt x="676624" y="285726"/>
                </a:lnTo>
                <a:lnTo>
                  <a:pt x="675656" y="285371"/>
                </a:lnTo>
                <a:lnTo>
                  <a:pt x="674658" y="285040"/>
                </a:lnTo>
                <a:lnTo>
                  <a:pt x="673632" y="284730"/>
                </a:lnTo>
                <a:lnTo>
                  <a:pt x="672576" y="284444"/>
                </a:lnTo>
                <a:lnTo>
                  <a:pt x="671490" y="284181"/>
                </a:lnTo>
                <a:lnTo>
                  <a:pt x="670375" y="283941"/>
                </a:lnTo>
                <a:lnTo>
                  <a:pt x="669231" y="283723"/>
                </a:lnTo>
                <a:lnTo>
                  <a:pt x="668058" y="283529"/>
                </a:lnTo>
                <a:lnTo>
                  <a:pt x="666855" y="283357"/>
                </a:lnTo>
                <a:lnTo>
                  <a:pt x="665623" y="283208"/>
                </a:lnTo>
                <a:lnTo>
                  <a:pt x="664361" y="283082"/>
                </a:lnTo>
                <a:lnTo>
                  <a:pt x="663070" y="282979"/>
                </a:lnTo>
                <a:lnTo>
                  <a:pt x="661750" y="282899"/>
                </a:lnTo>
                <a:lnTo>
                  <a:pt x="660400" y="282842"/>
                </a:lnTo>
                <a:lnTo>
                  <a:pt x="659021" y="282807"/>
                </a:lnTo>
                <a:lnTo>
                  <a:pt x="657613" y="282796"/>
                </a:lnTo>
                <a:lnTo>
                  <a:pt x="656286" y="282807"/>
                </a:lnTo>
                <a:lnTo>
                  <a:pt x="654981" y="282842"/>
                </a:lnTo>
                <a:lnTo>
                  <a:pt x="653698" y="282899"/>
                </a:lnTo>
                <a:lnTo>
                  <a:pt x="652438" y="282979"/>
                </a:lnTo>
                <a:lnTo>
                  <a:pt x="651200" y="283082"/>
                </a:lnTo>
                <a:lnTo>
                  <a:pt x="649984" y="283208"/>
                </a:lnTo>
                <a:lnTo>
                  <a:pt x="648791" y="283357"/>
                </a:lnTo>
                <a:lnTo>
                  <a:pt x="647619" y="283529"/>
                </a:lnTo>
                <a:lnTo>
                  <a:pt x="646471" y="283723"/>
                </a:lnTo>
                <a:lnTo>
                  <a:pt x="645344" y="283941"/>
                </a:lnTo>
                <a:lnTo>
                  <a:pt x="644240" y="284181"/>
                </a:lnTo>
                <a:lnTo>
                  <a:pt x="643158" y="284444"/>
                </a:lnTo>
                <a:lnTo>
                  <a:pt x="642098" y="284730"/>
                </a:lnTo>
                <a:lnTo>
                  <a:pt x="641061" y="285040"/>
                </a:lnTo>
                <a:lnTo>
                  <a:pt x="640046" y="285371"/>
                </a:lnTo>
                <a:lnTo>
                  <a:pt x="639053" y="285726"/>
                </a:lnTo>
                <a:lnTo>
                  <a:pt x="638083" y="286104"/>
                </a:lnTo>
                <a:lnTo>
                  <a:pt x="637135" y="286505"/>
                </a:lnTo>
                <a:lnTo>
                  <a:pt x="636209" y="286928"/>
                </a:lnTo>
                <a:lnTo>
                  <a:pt x="635306" y="287375"/>
                </a:lnTo>
                <a:lnTo>
                  <a:pt x="634425" y="287844"/>
                </a:lnTo>
                <a:lnTo>
                  <a:pt x="633566" y="288336"/>
                </a:lnTo>
                <a:lnTo>
                  <a:pt x="632729" y="288852"/>
                </a:lnTo>
                <a:lnTo>
                  <a:pt x="631915" y="289390"/>
                </a:lnTo>
                <a:lnTo>
                  <a:pt x="631142" y="289947"/>
                </a:lnTo>
                <a:lnTo>
                  <a:pt x="630403" y="290520"/>
                </a:lnTo>
                <a:lnTo>
                  <a:pt x="629696" y="291109"/>
                </a:lnTo>
                <a:lnTo>
                  <a:pt x="629022" y="291714"/>
                </a:lnTo>
                <a:lnTo>
                  <a:pt x="628381" y="292335"/>
                </a:lnTo>
                <a:lnTo>
                  <a:pt x="627773" y="292972"/>
                </a:lnTo>
                <a:lnTo>
                  <a:pt x="627197" y="293624"/>
                </a:lnTo>
                <a:lnTo>
                  <a:pt x="626655" y="294293"/>
                </a:lnTo>
                <a:lnTo>
                  <a:pt x="626145" y="294977"/>
                </a:lnTo>
                <a:lnTo>
                  <a:pt x="625669" y="295677"/>
                </a:lnTo>
                <a:lnTo>
                  <a:pt x="625225" y="296393"/>
                </a:lnTo>
                <a:lnTo>
                  <a:pt x="624814" y="297124"/>
                </a:lnTo>
                <a:lnTo>
                  <a:pt x="624436" y="297872"/>
                </a:lnTo>
                <a:lnTo>
                  <a:pt x="624091" y="298635"/>
                </a:lnTo>
                <a:lnTo>
                  <a:pt x="623779" y="299415"/>
                </a:lnTo>
                <a:lnTo>
                  <a:pt x="623499" y="300210"/>
                </a:lnTo>
                <a:lnTo>
                  <a:pt x="623253" y="301021"/>
                </a:lnTo>
                <a:lnTo>
                  <a:pt x="623039" y="301848"/>
                </a:lnTo>
                <a:lnTo>
                  <a:pt x="622858" y="302690"/>
                </a:lnTo>
                <a:lnTo>
                  <a:pt x="622710" y="303549"/>
                </a:lnTo>
                <a:lnTo>
                  <a:pt x="622595" y="304423"/>
                </a:lnTo>
                <a:lnTo>
                  <a:pt x="622513" y="305314"/>
                </a:lnTo>
                <a:lnTo>
                  <a:pt x="622464" y="306220"/>
                </a:lnTo>
                <a:lnTo>
                  <a:pt x="622447" y="307142"/>
                </a:lnTo>
                <a:lnTo>
                  <a:pt x="622447" y="307169"/>
                </a:lnTo>
                <a:lnTo>
                  <a:pt x="622446" y="307193"/>
                </a:lnTo>
                <a:lnTo>
                  <a:pt x="622444" y="307216"/>
                </a:lnTo>
                <a:lnTo>
                  <a:pt x="622442" y="307235"/>
                </a:lnTo>
                <a:lnTo>
                  <a:pt x="622440" y="307253"/>
                </a:lnTo>
                <a:lnTo>
                  <a:pt x="622437" y="307268"/>
                </a:lnTo>
                <a:lnTo>
                  <a:pt x="622433" y="307281"/>
                </a:lnTo>
                <a:lnTo>
                  <a:pt x="622428" y="307292"/>
                </a:lnTo>
                <a:lnTo>
                  <a:pt x="622423" y="307300"/>
                </a:lnTo>
                <a:lnTo>
                  <a:pt x="622418" y="307306"/>
                </a:lnTo>
                <a:lnTo>
                  <a:pt x="622412" y="307309"/>
                </a:lnTo>
                <a:lnTo>
                  <a:pt x="622405" y="307311"/>
                </a:lnTo>
                <a:lnTo>
                  <a:pt x="622398" y="307309"/>
                </a:lnTo>
                <a:lnTo>
                  <a:pt x="622390" y="307306"/>
                </a:lnTo>
                <a:lnTo>
                  <a:pt x="622381" y="307300"/>
                </a:lnTo>
                <a:lnTo>
                  <a:pt x="622372" y="307292"/>
                </a:lnTo>
                <a:lnTo>
                  <a:pt x="622362" y="307281"/>
                </a:lnTo>
                <a:lnTo>
                  <a:pt x="622352" y="307268"/>
                </a:lnTo>
                <a:lnTo>
                  <a:pt x="622341" y="307253"/>
                </a:lnTo>
                <a:lnTo>
                  <a:pt x="622330" y="307235"/>
                </a:lnTo>
                <a:lnTo>
                  <a:pt x="622318" y="307216"/>
                </a:lnTo>
                <a:lnTo>
                  <a:pt x="622305" y="307193"/>
                </a:lnTo>
                <a:lnTo>
                  <a:pt x="622292" y="307169"/>
                </a:lnTo>
                <a:lnTo>
                  <a:pt x="622278" y="307142"/>
                </a:lnTo>
                <a:lnTo>
                  <a:pt x="622278" y="307177"/>
                </a:lnTo>
                <a:lnTo>
                  <a:pt x="622278" y="307242"/>
                </a:lnTo>
                <a:lnTo>
                  <a:pt x="622278" y="307311"/>
                </a:lnTo>
                <a:lnTo>
                  <a:pt x="622292" y="307385"/>
                </a:lnTo>
                <a:lnTo>
                  <a:pt x="622307" y="307465"/>
                </a:lnTo>
                <a:lnTo>
                  <a:pt x="622323" y="307551"/>
                </a:lnTo>
                <a:lnTo>
                  <a:pt x="622339" y="307644"/>
                </a:lnTo>
                <a:lnTo>
                  <a:pt x="622356" y="307744"/>
                </a:lnTo>
                <a:lnTo>
                  <a:pt x="622373" y="307850"/>
                </a:lnTo>
                <a:close/>
                <a:moveTo>
                  <a:pt x="646922" y="360091"/>
                </a:moveTo>
                <a:lnTo>
                  <a:pt x="646371" y="359980"/>
                </a:lnTo>
                <a:lnTo>
                  <a:pt x="645835" y="359856"/>
                </a:lnTo>
                <a:lnTo>
                  <a:pt x="645313" y="359721"/>
                </a:lnTo>
                <a:lnTo>
                  <a:pt x="644807" y="359575"/>
                </a:lnTo>
                <a:lnTo>
                  <a:pt x="644314" y="359416"/>
                </a:lnTo>
                <a:lnTo>
                  <a:pt x="643837" y="359246"/>
                </a:lnTo>
                <a:lnTo>
                  <a:pt x="643374" y="359064"/>
                </a:lnTo>
                <a:lnTo>
                  <a:pt x="642926" y="358870"/>
                </a:lnTo>
                <a:lnTo>
                  <a:pt x="642492" y="358665"/>
                </a:lnTo>
                <a:lnTo>
                  <a:pt x="642073" y="358448"/>
                </a:lnTo>
                <a:lnTo>
                  <a:pt x="641669" y="358219"/>
                </a:lnTo>
                <a:lnTo>
                  <a:pt x="641280" y="357978"/>
                </a:lnTo>
                <a:lnTo>
                  <a:pt x="640905" y="357726"/>
                </a:lnTo>
                <a:lnTo>
                  <a:pt x="640545" y="357461"/>
                </a:lnTo>
                <a:lnTo>
                  <a:pt x="640199" y="357185"/>
                </a:lnTo>
                <a:lnTo>
                  <a:pt x="639882" y="356898"/>
                </a:lnTo>
                <a:lnTo>
                  <a:pt x="639578" y="356598"/>
                </a:lnTo>
                <a:lnTo>
                  <a:pt x="639288" y="356287"/>
                </a:lnTo>
                <a:lnTo>
                  <a:pt x="639011" y="355964"/>
                </a:lnTo>
                <a:lnTo>
                  <a:pt x="638748" y="355630"/>
                </a:lnTo>
                <a:lnTo>
                  <a:pt x="638498" y="355283"/>
                </a:lnTo>
                <a:lnTo>
                  <a:pt x="638262" y="354925"/>
                </a:lnTo>
                <a:lnTo>
                  <a:pt x="638039" y="354556"/>
                </a:lnTo>
                <a:lnTo>
                  <a:pt x="637830" y="354174"/>
                </a:lnTo>
                <a:lnTo>
                  <a:pt x="637634" y="353781"/>
                </a:lnTo>
                <a:lnTo>
                  <a:pt x="637452" y="353376"/>
                </a:lnTo>
                <a:lnTo>
                  <a:pt x="637283" y="352959"/>
                </a:lnTo>
                <a:lnTo>
                  <a:pt x="637128" y="352530"/>
                </a:lnTo>
                <a:lnTo>
                  <a:pt x="636986" y="352090"/>
                </a:lnTo>
                <a:lnTo>
                  <a:pt x="636857" y="351638"/>
                </a:lnTo>
                <a:lnTo>
                  <a:pt x="636743" y="351174"/>
                </a:lnTo>
                <a:lnTo>
                  <a:pt x="636641" y="350699"/>
                </a:lnTo>
                <a:lnTo>
                  <a:pt x="636554" y="350211"/>
                </a:lnTo>
                <a:lnTo>
                  <a:pt x="636479" y="349712"/>
                </a:lnTo>
                <a:lnTo>
                  <a:pt x="636419" y="349202"/>
                </a:lnTo>
                <a:lnTo>
                  <a:pt x="636371" y="348679"/>
                </a:lnTo>
                <a:lnTo>
                  <a:pt x="636338" y="348145"/>
                </a:lnTo>
                <a:lnTo>
                  <a:pt x="636317" y="347599"/>
                </a:lnTo>
                <a:lnTo>
                  <a:pt x="636311" y="347041"/>
                </a:lnTo>
                <a:lnTo>
                  <a:pt x="636317" y="346497"/>
                </a:lnTo>
                <a:lnTo>
                  <a:pt x="636335" y="345963"/>
                </a:lnTo>
                <a:lnTo>
                  <a:pt x="636366" y="345440"/>
                </a:lnTo>
                <a:lnTo>
                  <a:pt x="636409" y="344928"/>
                </a:lnTo>
                <a:lnTo>
                  <a:pt x="636465" y="344426"/>
                </a:lnTo>
                <a:lnTo>
                  <a:pt x="636533" y="343935"/>
                </a:lnTo>
                <a:lnTo>
                  <a:pt x="636613" y="343454"/>
                </a:lnTo>
                <a:lnTo>
                  <a:pt x="636705" y="342984"/>
                </a:lnTo>
                <a:lnTo>
                  <a:pt x="636810" y="342524"/>
                </a:lnTo>
                <a:lnTo>
                  <a:pt x="636927" y="342075"/>
                </a:lnTo>
                <a:lnTo>
                  <a:pt x="637056" y="341636"/>
                </a:lnTo>
                <a:lnTo>
                  <a:pt x="637198" y="341208"/>
                </a:lnTo>
                <a:lnTo>
                  <a:pt x="637352" y="340791"/>
                </a:lnTo>
                <a:lnTo>
                  <a:pt x="637519" y="340384"/>
                </a:lnTo>
                <a:lnTo>
                  <a:pt x="637698" y="339988"/>
                </a:lnTo>
                <a:lnTo>
                  <a:pt x="637889" y="339602"/>
                </a:lnTo>
                <a:lnTo>
                  <a:pt x="638092" y="339227"/>
                </a:lnTo>
                <a:lnTo>
                  <a:pt x="638308" y="338863"/>
                </a:lnTo>
                <a:lnTo>
                  <a:pt x="638536" y="338509"/>
                </a:lnTo>
                <a:lnTo>
                  <a:pt x="638776" y="338165"/>
                </a:lnTo>
                <a:lnTo>
                  <a:pt x="639029" y="337833"/>
                </a:lnTo>
                <a:lnTo>
                  <a:pt x="639294" y="337510"/>
                </a:lnTo>
                <a:lnTo>
                  <a:pt x="639571" y="337199"/>
                </a:lnTo>
                <a:lnTo>
                  <a:pt x="639861" y="336897"/>
                </a:lnTo>
                <a:lnTo>
                  <a:pt x="640179" y="336591"/>
                </a:lnTo>
                <a:lnTo>
                  <a:pt x="640514" y="336293"/>
                </a:lnTo>
                <a:lnTo>
                  <a:pt x="640865" y="336002"/>
                </a:lnTo>
                <a:lnTo>
                  <a:pt x="641232" y="335719"/>
                </a:lnTo>
                <a:lnTo>
                  <a:pt x="641616" y="335443"/>
                </a:lnTo>
                <a:lnTo>
                  <a:pt x="642017" y="335175"/>
                </a:lnTo>
                <a:lnTo>
                  <a:pt x="642433" y="334915"/>
                </a:lnTo>
                <a:lnTo>
                  <a:pt x="642867" y="334662"/>
                </a:lnTo>
                <a:lnTo>
                  <a:pt x="643316" y="334417"/>
                </a:lnTo>
                <a:lnTo>
                  <a:pt x="643782" y="334179"/>
                </a:lnTo>
                <a:lnTo>
                  <a:pt x="644265" y="333950"/>
                </a:lnTo>
                <a:lnTo>
                  <a:pt x="644764" y="333727"/>
                </a:lnTo>
                <a:lnTo>
                  <a:pt x="645279" y="333513"/>
                </a:lnTo>
                <a:lnTo>
                  <a:pt x="645811" y="333306"/>
                </a:lnTo>
                <a:lnTo>
                  <a:pt x="646360" y="333107"/>
                </a:lnTo>
                <a:lnTo>
                  <a:pt x="646924" y="332915"/>
                </a:lnTo>
                <a:lnTo>
                  <a:pt x="647505" y="332731"/>
                </a:lnTo>
                <a:lnTo>
                  <a:pt x="648103" y="332554"/>
                </a:lnTo>
                <a:lnTo>
                  <a:pt x="648717" y="332386"/>
                </a:lnTo>
                <a:lnTo>
                  <a:pt x="649348" y="332225"/>
                </a:lnTo>
                <a:lnTo>
                  <a:pt x="649994" y="332071"/>
                </a:lnTo>
                <a:lnTo>
                  <a:pt x="650658" y="331925"/>
                </a:lnTo>
                <a:lnTo>
                  <a:pt x="651338" y="331787"/>
                </a:lnTo>
                <a:lnTo>
                  <a:pt x="652034" y="331656"/>
                </a:lnTo>
                <a:lnTo>
                  <a:pt x="652763" y="331518"/>
                </a:lnTo>
                <a:lnTo>
                  <a:pt x="653512" y="331386"/>
                </a:lnTo>
                <a:lnTo>
                  <a:pt x="654282" y="331260"/>
                </a:lnTo>
                <a:lnTo>
                  <a:pt x="655072" y="331140"/>
                </a:lnTo>
                <a:lnTo>
                  <a:pt x="655883" y="331025"/>
                </a:lnTo>
                <a:lnTo>
                  <a:pt x="656715" y="330917"/>
                </a:lnTo>
                <a:lnTo>
                  <a:pt x="657567" y="330814"/>
                </a:lnTo>
                <a:lnTo>
                  <a:pt x="658440" y="330717"/>
                </a:lnTo>
                <a:lnTo>
                  <a:pt x="659333" y="330626"/>
                </a:lnTo>
                <a:lnTo>
                  <a:pt x="660247" y="330541"/>
                </a:lnTo>
                <a:lnTo>
                  <a:pt x="661181" y="330462"/>
                </a:lnTo>
                <a:lnTo>
                  <a:pt x="662136" y="330388"/>
                </a:lnTo>
                <a:lnTo>
                  <a:pt x="663111" y="330321"/>
                </a:lnTo>
                <a:lnTo>
                  <a:pt x="664107" y="330259"/>
                </a:lnTo>
                <a:lnTo>
                  <a:pt x="665123" y="330203"/>
                </a:lnTo>
                <a:lnTo>
                  <a:pt x="666160" y="330154"/>
                </a:lnTo>
                <a:lnTo>
                  <a:pt x="667218" y="330109"/>
                </a:lnTo>
                <a:lnTo>
                  <a:pt x="668296" y="330071"/>
                </a:lnTo>
                <a:lnTo>
                  <a:pt x="669395" y="330039"/>
                </a:lnTo>
                <a:lnTo>
                  <a:pt x="670514" y="330013"/>
                </a:lnTo>
                <a:lnTo>
                  <a:pt x="671654" y="329992"/>
                </a:lnTo>
                <a:lnTo>
                  <a:pt x="672814" y="329977"/>
                </a:lnTo>
                <a:lnTo>
                  <a:pt x="673995" y="329969"/>
                </a:lnTo>
                <a:lnTo>
                  <a:pt x="675196" y="329966"/>
                </a:lnTo>
                <a:lnTo>
                  <a:pt x="675196" y="335207"/>
                </a:lnTo>
                <a:lnTo>
                  <a:pt x="675192" y="335796"/>
                </a:lnTo>
                <a:lnTo>
                  <a:pt x="675178" y="336381"/>
                </a:lnTo>
                <a:lnTo>
                  <a:pt x="675156" y="336961"/>
                </a:lnTo>
                <a:lnTo>
                  <a:pt x="675126" y="337536"/>
                </a:lnTo>
                <a:lnTo>
                  <a:pt x="675086" y="338107"/>
                </a:lnTo>
                <a:lnTo>
                  <a:pt x="675038" y="338673"/>
                </a:lnTo>
                <a:lnTo>
                  <a:pt x="674980" y="339234"/>
                </a:lnTo>
                <a:lnTo>
                  <a:pt x="674914" y="339790"/>
                </a:lnTo>
                <a:lnTo>
                  <a:pt x="674839" y="340342"/>
                </a:lnTo>
                <a:lnTo>
                  <a:pt x="674756" y="340889"/>
                </a:lnTo>
                <a:lnTo>
                  <a:pt x="674663" y="341432"/>
                </a:lnTo>
                <a:lnTo>
                  <a:pt x="674562" y="341969"/>
                </a:lnTo>
                <a:lnTo>
                  <a:pt x="674452" y="342502"/>
                </a:lnTo>
                <a:lnTo>
                  <a:pt x="674333" y="343031"/>
                </a:lnTo>
                <a:lnTo>
                  <a:pt x="674205" y="343554"/>
                </a:lnTo>
                <a:lnTo>
                  <a:pt x="674069" y="344073"/>
                </a:lnTo>
                <a:lnTo>
                  <a:pt x="673924" y="344588"/>
                </a:lnTo>
                <a:lnTo>
                  <a:pt x="673770" y="345097"/>
                </a:lnTo>
                <a:lnTo>
                  <a:pt x="673607" y="345602"/>
                </a:lnTo>
                <a:lnTo>
                  <a:pt x="673435" y="346102"/>
                </a:lnTo>
                <a:lnTo>
                  <a:pt x="673254" y="346598"/>
                </a:lnTo>
                <a:lnTo>
                  <a:pt x="673065" y="347088"/>
                </a:lnTo>
                <a:lnTo>
                  <a:pt x="672867" y="347574"/>
                </a:lnTo>
                <a:lnTo>
                  <a:pt x="672660" y="348056"/>
                </a:lnTo>
                <a:lnTo>
                  <a:pt x="672458" y="348531"/>
                </a:lnTo>
                <a:lnTo>
                  <a:pt x="672247" y="348997"/>
                </a:lnTo>
                <a:lnTo>
                  <a:pt x="672026" y="349456"/>
                </a:lnTo>
                <a:lnTo>
                  <a:pt x="671796" y="349906"/>
                </a:lnTo>
                <a:lnTo>
                  <a:pt x="671556" y="350348"/>
                </a:lnTo>
                <a:lnTo>
                  <a:pt x="671308" y="350782"/>
                </a:lnTo>
                <a:lnTo>
                  <a:pt x="671049" y="351208"/>
                </a:lnTo>
                <a:lnTo>
                  <a:pt x="670782" y="351625"/>
                </a:lnTo>
                <a:lnTo>
                  <a:pt x="670504" y="352034"/>
                </a:lnTo>
                <a:lnTo>
                  <a:pt x="670218" y="352435"/>
                </a:lnTo>
                <a:lnTo>
                  <a:pt x="669922" y="352828"/>
                </a:lnTo>
                <a:lnTo>
                  <a:pt x="669617" y="353212"/>
                </a:lnTo>
                <a:lnTo>
                  <a:pt x="669302" y="353589"/>
                </a:lnTo>
                <a:lnTo>
                  <a:pt x="668978" y="353957"/>
                </a:lnTo>
                <a:lnTo>
                  <a:pt x="668645" y="354317"/>
                </a:lnTo>
                <a:lnTo>
                  <a:pt x="668302" y="354668"/>
                </a:lnTo>
                <a:lnTo>
                  <a:pt x="667950" y="355012"/>
                </a:lnTo>
                <a:lnTo>
                  <a:pt x="667588" y="355347"/>
                </a:lnTo>
                <a:lnTo>
                  <a:pt x="667217" y="355674"/>
                </a:lnTo>
                <a:lnTo>
                  <a:pt x="666837" y="355993"/>
                </a:lnTo>
                <a:lnTo>
                  <a:pt x="666447" y="356303"/>
                </a:lnTo>
                <a:lnTo>
                  <a:pt x="666048" y="356605"/>
                </a:lnTo>
                <a:lnTo>
                  <a:pt x="665639" y="356900"/>
                </a:lnTo>
                <a:lnTo>
                  <a:pt x="665221" y="357185"/>
                </a:lnTo>
                <a:lnTo>
                  <a:pt x="664808" y="357461"/>
                </a:lnTo>
                <a:lnTo>
                  <a:pt x="664384" y="357726"/>
                </a:lnTo>
                <a:lnTo>
                  <a:pt x="663950" y="357978"/>
                </a:lnTo>
                <a:lnTo>
                  <a:pt x="663507" y="358219"/>
                </a:lnTo>
                <a:lnTo>
                  <a:pt x="663053" y="358448"/>
                </a:lnTo>
                <a:lnTo>
                  <a:pt x="662590" y="358665"/>
                </a:lnTo>
                <a:lnTo>
                  <a:pt x="662117" y="358870"/>
                </a:lnTo>
                <a:lnTo>
                  <a:pt x="661633" y="359064"/>
                </a:lnTo>
                <a:lnTo>
                  <a:pt x="661140" y="359246"/>
                </a:lnTo>
                <a:lnTo>
                  <a:pt x="660636" y="359416"/>
                </a:lnTo>
                <a:lnTo>
                  <a:pt x="660123" y="359575"/>
                </a:lnTo>
                <a:lnTo>
                  <a:pt x="659600" y="359721"/>
                </a:lnTo>
                <a:lnTo>
                  <a:pt x="659066" y="359856"/>
                </a:lnTo>
                <a:lnTo>
                  <a:pt x="658523" y="359980"/>
                </a:lnTo>
                <a:lnTo>
                  <a:pt x="657970" y="360091"/>
                </a:lnTo>
                <a:lnTo>
                  <a:pt x="657406" y="360191"/>
                </a:lnTo>
                <a:lnTo>
                  <a:pt x="656833" y="360279"/>
                </a:lnTo>
                <a:lnTo>
                  <a:pt x="656250" y="360355"/>
                </a:lnTo>
                <a:lnTo>
                  <a:pt x="655657" y="360420"/>
                </a:lnTo>
                <a:lnTo>
                  <a:pt x="655054" y="360473"/>
                </a:lnTo>
                <a:lnTo>
                  <a:pt x="654440" y="360514"/>
                </a:lnTo>
                <a:lnTo>
                  <a:pt x="653817" y="360543"/>
                </a:lnTo>
                <a:lnTo>
                  <a:pt x="653184" y="360561"/>
                </a:lnTo>
                <a:lnTo>
                  <a:pt x="652541" y="360567"/>
                </a:lnTo>
                <a:lnTo>
                  <a:pt x="651858" y="360561"/>
                </a:lnTo>
                <a:lnTo>
                  <a:pt x="651190" y="360543"/>
                </a:lnTo>
                <a:lnTo>
                  <a:pt x="650536" y="360514"/>
                </a:lnTo>
                <a:lnTo>
                  <a:pt x="649897" y="360473"/>
                </a:lnTo>
                <a:lnTo>
                  <a:pt x="649273" y="360420"/>
                </a:lnTo>
                <a:lnTo>
                  <a:pt x="648663" y="360355"/>
                </a:lnTo>
                <a:lnTo>
                  <a:pt x="648068" y="360279"/>
                </a:lnTo>
                <a:lnTo>
                  <a:pt x="647488" y="360191"/>
                </a:lnTo>
                <a:lnTo>
                  <a:pt x="646922" y="360091"/>
                </a:lnTo>
                <a:close/>
                <a:moveTo>
                  <a:pt x="870598" y="870113"/>
                </a:moveTo>
                <a:lnTo>
                  <a:pt x="871524" y="869934"/>
                </a:lnTo>
                <a:lnTo>
                  <a:pt x="872437" y="869737"/>
                </a:lnTo>
                <a:lnTo>
                  <a:pt x="873337" y="869521"/>
                </a:lnTo>
                <a:lnTo>
                  <a:pt x="874226" y="869286"/>
                </a:lnTo>
                <a:lnTo>
                  <a:pt x="875102" y="869033"/>
                </a:lnTo>
                <a:lnTo>
                  <a:pt x="875966" y="868760"/>
                </a:lnTo>
                <a:lnTo>
                  <a:pt x="876817" y="868469"/>
                </a:lnTo>
                <a:lnTo>
                  <a:pt x="877657" y="868159"/>
                </a:lnTo>
                <a:lnTo>
                  <a:pt x="878483" y="867830"/>
                </a:lnTo>
                <a:lnTo>
                  <a:pt x="879298" y="867483"/>
                </a:lnTo>
                <a:lnTo>
                  <a:pt x="880100" y="867117"/>
                </a:lnTo>
                <a:lnTo>
                  <a:pt x="880890" y="866732"/>
                </a:lnTo>
                <a:lnTo>
                  <a:pt x="881668" y="866328"/>
                </a:lnTo>
                <a:lnTo>
                  <a:pt x="882433" y="865905"/>
                </a:lnTo>
                <a:lnTo>
                  <a:pt x="883186" y="865464"/>
                </a:lnTo>
                <a:lnTo>
                  <a:pt x="883925" y="864991"/>
                </a:lnTo>
                <a:lnTo>
                  <a:pt x="884650" y="864504"/>
                </a:lnTo>
                <a:lnTo>
                  <a:pt x="885360" y="864003"/>
                </a:lnTo>
                <a:lnTo>
                  <a:pt x="886055" y="863486"/>
                </a:lnTo>
                <a:lnTo>
                  <a:pt x="886736" y="862955"/>
                </a:lnTo>
                <a:lnTo>
                  <a:pt x="887402" y="862410"/>
                </a:lnTo>
                <a:lnTo>
                  <a:pt x="888053" y="861849"/>
                </a:lnTo>
                <a:lnTo>
                  <a:pt x="888690" y="861274"/>
                </a:lnTo>
                <a:lnTo>
                  <a:pt x="889312" y="860685"/>
                </a:lnTo>
                <a:lnTo>
                  <a:pt x="889919" y="860080"/>
                </a:lnTo>
                <a:lnTo>
                  <a:pt x="890512" y="859461"/>
                </a:lnTo>
                <a:lnTo>
                  <a:pt x="891090" y="858828"/>
                </a:lnTo>
                <a:lnTo>
                  <a:pt x="891653" y="858179"/>
                </a:lnTo>
                <a:lnTo>
                  <a:pt x="892201" y="857516"/>
                </a:lnTo>
                <a:lnTo>
                  <a:pt x="892735" y="856838"/>
                </a:lnTo>
                <a:lnTo>
                  <a:pt x="893255" y="856146"/>
                </a:lnTo>
                <a:lnTo>
                  <a:pt x="893759" y="855439"/>
                </a:lnTo>
                <a:lnTo>
                  <a:pt x="894249" y="854717"/>
                </a:lnTo>
                <a:lnTo>
                  <a:pt x="894724" y="853981"/>
                </a:lnTo>
                <a:lnTo>
                  <a:pt x="895185" y="853230"/>
                </a:lnTo>
                <a:lnTo>
                  <a:pt x="895631" y="852464"/>
                </a:lnTo>
                <a:lnTo>
                  <a:pt x="896062" y="851683"/>
                </a:lnTo>
                <a:lnTo>
                  <a:pt x="896478" y="850888"/>
                </a:lnTo>
                <a:lnTo>
                  <a:pt x="896880" y="850078"/>
                </a:lnTo>
                <a:lnTo>
                  <a:pt x="897266" y="849256"/>
                </a:lnTo>
                <a:lnTo>
                  <a:pt x="897636" y="848423"/>
                </a:lnTo>
                <a:lnTo>
                  <a:pt x="897990" y="847579"/>
                </a:lnTo>
                <a:lnTo>
                  <a:pt x="898327" y="846725"/>
                </a:lnTo>
                <a:lnTo>
                  <a:pt x="898647" y="845861"/>
                </a:lnTo>
                <a:lnTo>
                  <a:pt x="898951" y="844985"/>
                </a:lnTo>
                <a:lnTo>
                  <a:pt x="899239" y="844099"/>
                </a:lnTo>
                <a:lnTo>
                  <a:pt x="899510" y="843203"/>
                </a:lnTo>
                <a:lnTo>
                  <a:pt x="899765" y="842296"/>
                </a:lnTo>
                <a:lnTo>
                  <a:pt x="900003" y="841379"/>
                </a:lnTo>
                <a:lnTo>
                  <a:pt x="900225" y="840450"/>
                </a:lnTo>
                <a:lnTo>
                  <a:pt x="900430" y="839512"/>
                </a:lnTo>
                <a:lnTo>
                  <a:pt x="900619" y="838562"/>
                </a:lnTo>
                <a:lnTo>
                  <a:pt x="900792" y="837603"/>
                </a:lnTo>
                <a:lnTo>
                  <a:pt x="900948" y="836632"/>
                </a:lnTo>
                <a:lnTo>
                  <a:pt x="901088" y="835651"/>
                </a:lnTo>
                <a:lnTo>
                  <a:pt x="901211" y="834660"/>
                </a:lnTo>
                <a:lnTo>
                  <a:pt x="901318" y="833658"/>
                </a:lnTo>
                <a:lnTo>
                  <a:pt x="901408" y="832645"/>
                </a:lnTo>
                <a:lnTo>
                  <a:pt x="901482" y="831622"/>
                </a:lnTo>
                <a:lnTo>
                  <a:pt x="901540" y="830588"/>
                </a:lnTo>
                <a:lnTo>
                  <a:pt x="901581" y="829544"/>
                </a:lnTo>
                <a:lnTo>
                  <a:pt x="901606" y="828489"/>
                </a:lnTo>
                <a:lnTo>
                  <a:pt x="901614" y="827423"/>
                </a:lnTo>
                <a:lnTo>
                  <a:pt x="901614" y="824549"/>
                </a:lnTo>
                <a:lnTo>
                  <a:pt x="901606" y="823498"/>
                </a:lnTo>
                <a:lnTo>
                  <a:pt x="901581" y="822456"/>
                </a:lnTo>
                <a:lnTo>
                  <a:pt x="901540" y="821424"/>
                </a:lnTo>
                <a:lnTo>
                  <a:pt x="901482" y="820402"/>
                </a:lnTo>
                <a:lnTo>
                  <a:pt x="901408" y="819391"/>
                </a:lnTo>
                <a:lnTo>
                  <a:pt x="901318" y="818389"/>
                </a:lnTo>
                <a:lnTo>
                  <a:pt x="901211" y="817397"/>
                </a:lnTo>
                <a:lnTo>
                  <a:pt x="901088" y="816415"/>
                </a:lnTo>
                <a:lnTo>
                  <a:pt x="900948" y="815443"/>
                </a:lnTo>
                <a:lnTo>
                  <a:pt x="900792" y="814481"/>
                </a:lnTo>
                <a:lnTo>
                  <a:pt x="900619" y="813530"/>
                </a:lnTo>
                <a:lnTo>
                  <a:pt x="900430" y="812588"/>
                </a:lnTo>
                <a:lnTo>
                  <a:pt x="900225" y="811656"/>
                </a:lnTo>
                <a:lnTo>
                  <a:pt x="900003" y="810734"/>
                </a:lnTo>
                <a:lnTo>
                  <a:pt x="899765" y="809822"/>
                </a:lnTo>
                <a:lnTo>
                  <a:pt x="899510" y="808920"/>
                </a:lnTo>
                <a:lnTo>
                  <a:pt x="899239" y="808028"/>
                </a:lnTo>
                <a:lnTo>
                  <a:pt x="898951" y="807146"/>
                </a:lnTo>
                <a:lnTo>
                  <a:pt x="898647" y="806274"/>
                </a:lnTo>
                <a:lnTo>
                  <a:pt x="898327" y="805412"/>
                </a:lnTo>
                <a:lnTo>
                  <a:pt x="897990" y="804560"/>
                </a:lnTo>
                <a:lnTo>
                  <a:pt x="897636" y="803718"/>
                </a:lnTo>
                <a:lnTo>
                  <a:pt x="897266" y="802886"/>
                </a:lnTo>
                <a:lnTo>
                  <a:pt x="896880" y="802063"/>
                </a:lnTo>
                <a:lnTo>
                  <a:pt x="896478" y="801254"/>
                </a:lnTo>
                <a:lnTo>
                  <a:pt x="896062" y="800458"/>
                </a:lnTo>
                <a:lnTo>
                  <a:pt x="895631" y="799678"/>
                </a:lnTo>
                <a:lnTo>
                  <a:pt x="895185" y="798912"/>
                </a:lnTo>
                <a:lnTo>
                  <a:pt x="894724" y="798161"/>
                </a:lnTo>
                <a:lnTo>
                  <a:pt x="894249" y="797425"/>
                </a:lnTo>
                <a:lnTo>
                  <a:pt x="893759" y="796703"/>
                </a:lnTo>
                <a:lnTo>
                  <a:pt x="893255" y="795996"/>
                </a:lnTo>
                <a:lnTo>
                  <a:pt x="892735" y="795303"/>
                </a:lnTo>
                <a:lnTo>
                  <a:pt x="892201" y="794626"/>
                </a:lnTo>
                <a:lnTo>
                  <a:pt x="891653" y="793963"/>
                </a:lnTo>
                <a:lnTo>
                  <a:pt x="891090" y="793314"/>
                </a:lnTo>
                <a:lnTo>
                  <a:pt x="890512" y="792680"/>
                </a:lnTo>
                <a:lnTo>
                  <a:pt x="889919" y="792061"/>
                </a:lnTo>
                <a:lnTo>
                  <a:pt x="889312" y="791457"/>
                </a:lnTo>
                <a:lnTo>
                  <a:pt x="888690" y="790867"/>
                </a:lnTo>
                <a:lnTo>
                  <a:pt x="888053" y="790292"/>
                </a:lnTo>
                <a:lnTo>
                  <a:pt x="887402" y="789732"/>
                </a:lnTo>
                <a:lnTo>
                  <a:pt x="886736" y="789186"/>
                </a:lnTo>
                <a:lnTo>
                  <a:pt x="886055" y="788655"/>
                </a:lnTo>
                <a:lnTo>
                  <a:pt x="885360" y="788139"/>
                </a:lnTo>
                <a:lnTo>
                  <a:pt x="884650" y="787638"/>
                </a:lnTo>
                <a:lnTo>
                  <a:pt x="883925" y="787151"/>
                </a:lnTo>
                <a:lnTo>
                  <a:pt x="883186" y="786678"/>
                </a:lnTo>
                <a:lnTo>
                  <a:pt x="882432" y="786223"/>
                </a:lnTo>
                <a:lnTo>
                  <a:pt x="881666" y="785787"/>
                </a:lnTo>
                <a:lnTo>
                  <a:pt x="880887" y="785371"/>
                </a:lnTo>
                <a:lnTo>
                  <a:pt x="880095" y="784974"/>
                </a:lnTo>
                <a:lnTo>
                  <a:pt x="879291" y="784596"/>
                </a:lnTo>
                <a:lnTo>
                  <a:pt x="878473" y="784237"/>
                </a:lnTo>
                <a:lnTo>
                  <a:pt x="877642" y="783898"/>
                </a:lnTo>
                <a:lnTo>
                  <a:pt x="876799" y="783579"/>
                </a:lnTo>
                <a:lnTo>
                  <a:pt x="875942" y="783278"/>
                </a:lnTo>
                <a:lnTo>
                  <a:pt x="875073" y="782998"/>
                </a:lnTo>
                <a:lnTo>
                  <a:pt x="874190" y="782736"/>
                </a:lnTo>
                <a:lnTo>
                  <a:pt x="873295" y="782494"/>
                </a:lnTo>
                <a:lnTo>
                  <a:pt x="872387" y="782271"/>
                </a:lnTo>
                <a:lnTo>
                  <a:pt x="871466" y="782068"/>
                </a:lnTo>
                <a:lnTo>
                  <a:pt x="870532" y="781884"/>
                </a:lnTo>
                <a:lnTo>
                  <a:pt x="869585" y="781719"/>
                </a:lnTo>
                <a:lnTo>
                  <a:pt x="868625" y="781574"/>
                </a:lnTo>
                <a:lnTo>
                  <a:pt x="867653" y="781448"/>
                </a:lnTo>
                <a:lnTo>
                  <a:pt x="866667" y="781341"/>
                </a:lnTo>
                <a:lnTo>
                  <a:pt x="865668" y="781254"/>
                </a:lnTo>
                <a:lnTo>
                  <a:pt x="864657" y="781186"/>
                </a:lnTo>
                <a:lnTo>
                  <a:pt x="863633" y="781138"/>
                </a:lnTo>
                <a:lnTo>
                  <a:pt x="862595" y="781109"/>
                </a:lnTo>
                <a:lnTo>
                  <a:pt x="861545" y="781099"/>
                </a:lnTo>
                <a:lnTo>
                  <a:pt x="860522" y="781109"/>
                </a:lnTo>
                <a:lnTo>
                  <a:pt x="859512" y="781138"/>
                </a:lnTo>
                <a:lnTo>
                  <a:pt x="858512" y="781186"/>
                </a:lnTo>
                <a:lnTo>
                  <a:pt x="857525" y="781254"/>
                </a:lnTo>
                <a:lnTo>
                  <a:pt x="856549" y="781341"/>
                </a:lnTo>
                <a:lnTo>
                  <a:pt x="855585" y="781448"/>
                </a:lnTo>
                <a:lnTo>
                  <a:pt x="854633" y="781574"/>
                </a:lnTo>
                <a:lnTo>
                  <a:pt x="853693" y="781719"/>
                </a:lnTo>
                <a:lnTo>
                  <a:pt x="852764" y="781884"/>
                </a:lnTo>
                <a:lnTo>
                  <a:pt x="851847" y="782068"/>
                </a:lnTo>
                <a:lnTo>
                  <a:pt x="850942" y="782271"/>
                </a:lnTo>
                <a:lnTo>
                  <a:pt x="850048" y="782494"/>
                </a:lnTo>
                <a:lnTo>
                  <a:pt x="849167" y="782736"/>
                </a:lnTo>
                <a:lnTo>
                  <a:pt x="848297" y="782998"/>
                </a:lnTo>
                <a:lnTo>
                  <a:pt x="847439" y="783278"/>
                </a:lnTo>
                <a:lnTo>
                  <a:pt x="846592" y="783579"/>
                </a:lnTo>
                <a:lnTo>
                  <a:pt x="845757" y="783898"/>
                </a:lnTo>
                <a:lnTo>
                  <a:pt x="844934" y="784237"/>
                </a:lnTo>
                <a:lnTo>
                  <a:pt x="844123" y="784596"/>
                </a:lnTo>
                <a:lnTo>
                  <a:pt x="843323" y="784974"/>
                </a:lnTo>
                <a:lnTo>
                  <a:pt x="842536" y="785371"/>
                </a:lnTo>
                <a:lnTo>
                  <a:pt x="841760" y="785787"/>
                </a:lnTo>
                <a:lnTo>
                  <a:pt x="840995" y="786223"/>
                </a:lnTo>
                <a:lnTo>
                  <a:pt x="840243" y="786678"/>
                </a:lnTo>
                <a:lnTo>
                  <a:pt x="839503" y="787137"/>
                </a:lnTo>
                <a:lnTo>
                  <a:pt x="838779" y="787611"/>
                </a:lnTo>
                <a:lnTo>
                  <a:pt x="838069" y="788100"/>
                </a:lnTo>
                <a:lnTo>
                  <a:pt x="837373" y="788604"/>
                </a:lnTo>
                <a:lnTo>
                  <a:pt x="836693" y="789123"/>
                </a:lnTo>
                <a:lnTo>
                  <a:pt x="836027" y="789658"/>
                </a:lnTo>
                <a:lnTo>
                  <a:pt x="835375" y="790208"/>
                </a:lnTo>
                <a:lnTo>
                  <a:pt x="834739" y="790773"/>
                </a:lnTo>
                <a:lnTo>
                  <a:pt x="834117" y="791354"/>
                </a:lnTo>
                <a:lnTo>
                  <a:pt x="833509" y="791950"/>
                </a:lnTo>
                <a:lnTo>
                  <a:pt x="832917" y="792561"/>
                </a:lnTo>
                <a:lnTo>
                  <a:pt x="832339" y="793187"/>
                </a:lnTo>
                <a:lnTo>
                  <a:pt x="831775" y="793829"/>
                </a:lnTo>
                <a:lnTo>
                  <a:pt x="831227" y="794486"/>
                </a:lnTo>
                <a:lnTo>
                  <a:pt x="830693" y="795158"/>
                </a:lnTo>
                <a:lnTo>
                  <a:pt x="830174" y="795845"/>
                </a:lnTo>
                <a:lnTo>
                  <a:pt x="829669" y="796548"/>
                </a:lnTo>
                <a:lnTo>
                  <a:pt x="829179" y="797266"/>
                </a:lnTo>
                <a:lnTo>
                  <a:pt x="828704" y="797999"/>
                </a:lnTo>
                <a:lnTo>
                  <a:pt x="828244" y="798748"/>
                </a:lnTo>
                <a:lnTo>
                  <a:pt x="827798" y="799511"/>
                </a:lnTo>
                <a:lnTo>
                  <a:pt x="827367" y="800290"/>
                </a:lnTo>
                <a:lnTo>
                  <a:pt x="826950" y="801085"/>
                </a:lnTo>
                <a:lnTo>
                  <a:pt x="826548" y="801894"/>
                </a:lnTo>
                <a:lnTo>
                  <a:pt x="826162" y="802717"/>
                </a:lnTo>
                <a:lnTo>
                  <a:pt x="825792" y="803550"/>
                </a:lnTo>
                <a:lnTo>
                  <a:pt x="825439" y="804393"/>
                </a:lnTo>
                <a:lnTo>
                  <a:pt x="825102" y="805247"/>
                </a:lnTo>
                <a:lnTo>
                  <a:pt x="824781" y="806112"/>
                </a:lnTo>
                <a:lnTo>
                  <a:pt x="824477" y="806987"/>
                </a:lnTo>
                <a:lnTo>
                  <a:pt x="824189" y="807873"/>
                </a:lnTo>
                <a:lnTo>
                  <a:pt x="823918" y="808770"/>
                </a:lnTo>
                <a:lnTo>
                  <a:pt x="823663" y="809677"/>
                </a:lnTo>
                <a:lnTo>
                  <a:pt x="823425" y="810594"/>
                </a:lnTo>
                <a:lnTo>
                  <a:pt x="823203" y="811522"/>
                </a:lnTo>
                <a:lnTo>
                  <a:pt x="822998" y="812461"/>
                </a:lnTo>
                <a:lnTo>
                  <a:pt x="822809" y="813410"/>
                </a:lnTo>
                <a:lnTo>
                  <a:pt x="822636" y="814370"/>
                </a:lnTo>
                <a:lnTo>
                  <a:pt x="822480" y="815340"/>
                </a:lnTo>
                <a:lnTo>
                  <a:pt x="822340" y="816321"/>
                </a:lnTo>
                <a:lnTo>
                  <a:pt x="822217" y="817313"/>
                </a:lnTo>
                <a:lnTo>
                  <a:pt x="822110" y="818315"/>
                </a:lnTo>
                <a:lnTo>
                  <a:pt x="822020" y="819328"/>
                </a:lnTo>
                <a:lnTo>
                  <a:pt x="821946" y="820351"/>
                </a:lnTo>
                <a:lnTo>
                  <a:pt x="821888" y="821385"/>
                </a:lnTo>
                <a:lnTo>
                  <a:pt x="821847" y="822429"/>
                </a:lnTo>
                <a:lnTo>
                  <a:pt x="821823" y="823484"/>
                </a:lnTo>
                <a:lnTo>
                  <a:pt x="821814" y="824549"/>
                </a:lnTo>
                <a:lnTo>
                  <a:pt x="821814" y="827423"/>
                </a:lnTo>
                <a:lnTo>
                  <a:pt x="821823" y="828462"/>
                </a:lnTo>
                <a:lnTo>
                  <a:pt x="821847" y="829491"/>
                </a:lnTo>
                <a:lnTo>
                  <a:pt x="821888" y="830512"/>
                </a:lnTo>
                <a:lnTo>
                  <a:pt x="821946" y="831523"/>
                </a:lnTo>
                <a:lnTo>
                  <a:pt x="822020" y="832526"/>
                </a:lnTo>
                <a:lnTo>
                  <a:pt x="822110" y="833520"/>
                </a:lnTo>
                <a:lnTo>
                  <a:pt x="822217" y="834506"/>
                </a:lnTo>
                <a:lnTo>
                  <a:pt x="822340" y="835482"/>
                </a:lnTo>
                <a:lnTo>
                  <a:pt x="822480" y="836450"/>
                </a:lnTo>
                <a:lnTo>
                  <a:pt x="822636" y="837409"/>
                </a:lnTo>
                <a:lnTo>
                  <a:pt x="822809" y="838359"/>
                </a:lnTo>
                <a:lnTo>
                  <a:pt x="822998" y="839300"/>
                </a:lnTo>
                <a:lnTo>
                  <a:pt x="823203" y="840233"/>
                </a:lnTo>
                <a:lnTo>
                  <a:pt x="823425" y="841157"/>
                </a:lnTo>
                <a:lnTo>
                  <a:pt x="823663" y="842071"/>
                </a:lnTo>
                <a:lnTo>
                  <a:pt x="823918" y="842978"/>
                </a:lnTo>
                <a:lnTo>
                  <a:pt x="824189" y="843875"/>
                </a:lnTo>
                <a:lnTo>
                  <a:pt x="824477" y="844763"/>
                </a:lnTo>
                <a:lnTo>
                  <a:pt x="824781" y="845643"/>
                </a:lnTo>
                <a:lnTo>
                  <a:pt x="825102" y="846514"/>
                </a:lnTo>
                <a:lnTo>
                  <a:pt x="825439" y="847376"/>
                </a:lnTo>
                <a:lnTo>
                  <a:pt x="825792" y="848229"/>
                </a:lnTo>
                <a:lnTo>
                  <a:pt x="826162" y="849074"/>
                </a:lnTo>
                <a:lnTo>
                  <a:pt x="826548" y="849909"/>
                </a:lnTo>
                <a:lnTo>
                  <a:pt x="826950" y="850719"/>
                </a:lnTo>
                <a:lnTo>
                  <a:pt x="827367" y="851514"/>
                </a:lnTo>
                <a:lnTo>
                  <a:pt x="827798" y="852295"/>
                </a:lnTo>
                <a:lnTo>
                  <a:pt x="828244" y="853061"/>
                </a:lnTo>
                <a:lnTo>
                  <a:pt x="828704" y="853812"/>
                </a:lnTo>
                <a:lnTo>
                  <a:pt x="829179" y="854548"/>
                </a:lnTo>
                <a:lnTo>
                  <a:pt x="829669" y="855270"/>
                </a:lnTo>
                <a:lnTo>
                  <a:pt x="830174" y="855977"/>
                </a:lnTo>
                <a:lnTo>
                  <a:pt x="830693" y="856669"/>
                </a:lnTo>
                <a:lnTo>
                  <a:pt x="831227" y="857347"/>
                </a:lnTo>
                <a:lnTo>
                  <a:pt x="831775" y="858010"/>
                </a:lnTo>
                <a:lnTo>
                  <a:pt x="832339" y="858659"/>
                </a:lnTo>
                <a:lnTo>
                  <a:pt x="832917" y="859292"/>
                </a:lnTo>
                <a:lnTo>
                  <a:pt x="833509" y="859911"/>
                </a:lnTo>
                <a:lnTo>
                  <a:pt x="834117" y="860516"/>
                </a:lnTo>
                <a:lnTo>
                  <a:pt x="834739" y="861105"/>
                </a:lnTo>
                <a:lnTo>
                  <a:pt x="835375" y="861680"/>
                </a:lnTo>
                <a:lnTo>
                  <a:pt x="836027" y="862241"/>
                </a:lnTo>
                <a:lnTo>
                  <a:pt x="836693" y="862786"/>
                </a:lnTo>
                <a:lnTo>
                  <a:pt x="837373" y="863317"/>
                </a:lnTo>
                <a:lnTo>
                  <a:pt x="838069" y="863834"/>
                </a:lnTo>
                <a:lnTo>
                  <a:pt x="838779" y="864335"/>
                </a:lnTo>
                <a:lnTo>
                  <a:pt x="839503" y="864822"/>
                </a:lnTo>
                <a:lnTo>
                  <a:pt x="840243" y="865294"/>
                </a:lnTo>
                <a:lnTo>
                  <a:pt x="840995" y="865750"/>
                </a:lnTo>
                <a:lnTo>
                  <a:pt x="841761" y="866186"/>
                </a:lnTo>
                <a:lnTo>
                  <a:pt x="842538" y="866602"/>
                </a:lnTo>
                <a:lnTo>
                  <a:pt x="843328" y="866999"/>
                </a:lnTo>
                <a:lnTo>
                  <a:pt x="844130" y="867377"/>
                </a:lnTo>
                <a:lnTo>
                  <a:pt x="844945" y="867735"/>
                </a:lnTo>
                <a:lnTo>
                  <a:pt x="845772" y="868074"/>
                </a:lnTo>
                <a:lnTo>
                  <a:pt x="846611" y="868394"/>
                </a:lnTo>
                <a:lnTo>
                  <a:pt x="847462" y="868694"/>
                </a:lnTo>
                <a:lnTo>
                  <a:pt x="848326" y="868975"/>
                </a:lnTo>
                <a:lnTo>
                  <a:pt x="849202" y="869237"/>
                </a:lnTo>
                <a:lnTo>
                  <a:pt x="850091" y="869479"/>
                </a:lnTo>
                <a:lnTo>
                  <a:pt x="850992" y="869702"/>
                </a:lnTo>
                <a:lnTo>
                  <a:pt x="851905" y="869905"/>
                </a:lnTo>
                <a:lnTo>
                  <a:pt x="852830" y="870089"/>
                </a:lnTo>
                <a:lnTo>
                  <a:pt x="853768" y="870254"/>
                </a:lnTo>
                <a:lnTo>
                  <a:pt x="854718" y="870399"/>
                </a:lnTo>
                <a:lnTo>
                  <a:pt x="855681" y="870525"/>
                </a:lnTo>
                <a:lnTo>
                  <a:pt x="856655" y="870632"/>
                </a:lnTo>
                <a:lnTo>
                  <a:pt x="857642" y="870719"/>
                </a:lnTo>
                <a:lnTo>
                  <a:pt x="858642" y="870787"/>
                </a:lnTo>
                <a:lnTo>
                  <a:pt x="859654" y="870835"/>
                </a:lnTo>
                <a:lnTo>
                  <a:pt x="860678" y="870864"/>
                </a:lnTo>
                <a:lnTo>
                  <a:pt x="861714" y="870874"/>
                </a:lnTo>
                <a:lnTo>
                  <a:pt x="862750" y="870864"/>
                </a:lnTo>
                <a:lnTo>
                  <a:pt x="863775" y="870836"/>
                </a:lnTo>
                <a:lnTo>
                  <a:pt x="864786" y="870789"/>
                </a:lnTo>
                <a:lnTo>
                  <a:pt x="865786" y="870723"/>
                </a:lnTo>
                <a:lnTo>
                  <a:pt x="866773" y="870639"/>
                </a:lnTo>
                <a:lnTo>
                  <a:pt x="867748" y="870536"/>
                </a:lnTo>
                <a:lnTo>
                  <a:pt x="868710" y="870413"/>
                </a:lnTo>
                <a:lnTo>
                  <a:pt x="869660" y="870273"/>
                </a:lnTo>
                <a:lnTo>
                  <a:pt x="870598" y="870113"/>
                </a:lnTo>
                <a:close/>
                <a:moveTo>
                  <a:pt x="854938" y="857871"/>
                </a:moveTo>
                <a:lnTo>
                  <a:pt x="854241" y="857637"/>
                </a:lnTo>
                <a:lnTo>
                  <a:pt x="853555" y="857378"/>
                </a:lnTo>
                <a:lnTo>
                  <a:pt x="852880" y="857095"/>
                </a:lnTo>
                <a:lnTo>
                  <a:pt x="852217" y="856787"/>
                </a:lnTo>
                <a:lnTo>
                  <a:pt x="851564" y="856454"/>
                </a:lnTo>
                <a:lnTo>
                  <a:pt x="850923" y="856096"/>
                </a:lnTo>
                <a:lnTo>
                  <a:pt x="850293" y="855714"/>
                </a:lnTo>
                <a:lnTo>
                  <a:pt x="849674" y="855307"/>
                </a:lnTo>
                <a:lnTo>
                  <a:pt x="849066" y="854876"/>
                </a:lnTo>
                <a:lnTo>
                  <a:pt x="848469" y="854420"/>
                </a:lnTo>
                <a:lnTo>
                  <a:pt x="847883" y="853939"/>
                </a:lnTo>
                <a:lnTo>
                  <a:pt x="847309" y="853433"/>
                </a:lnTo>
                <a:lnTo>
                  <a:pt x="846746" y="852903"/>
                </a:lnTo>
                <a:lnTo>
                  <a:pt x="846194" y="852349"/>
                </a:lnTo>
                <a:lnTo>
                  <a:pt x="845653" y="851769"/>
                </a:lnTo>
                <a:lnTo>
                  <a:pt x="845142" y="851154"/>
                </a:lnTo>
                <a:lnTo>
                  <a:pt x="844654" y="850519"/>
                </a:lnTo>
                <a:lnTo>
                  <a:pt x="844187" y="849865"/>
                </a:lnTo>
                <a:lnTo>
                  <a:pt x="843741" y="849191"/>
                </a:lnTo>
                <a:lnTo>
                  <a:pt x="843318" y="848498"/>
                </a:lnTo>
                <a:lnTo>
                  <a:pt x="842916" y="847786"/>
                </a:lnTo>
                <a:lnTo>
                  <a:pt x="842536" y="847054"/>
                </a:lnTo>
                <a:lnTo>
                  <a:pt x="842177" y="846303"/>
                </a:lnTo>
                <a:lnTo>
                  <a:pt x="841841" y="845532"/>
                </a:lnTo>
                <a:lnTo>
                  <a:pt x="841526" y="844742"/>
                </a:lnTo>
                <a:lnTo>
                  <a:pt x="841233" y="843933"/>
                </a:lnTo>
                <a:lnTo>
                  <a:pt x="840961" y="843104"/>
                </a:lnTo>
                <a:lnTo>
                  <a:pt x="840711" y="842256"/>
                </a:lnTo>
                <a:lnTo>
                  <a:pt x="840483" y="841389"/>
                </a:lnTo>
                <a:lnTo>
                  <a:pt x="840277" y="840502"/>
                </a:lnTo>
                <a:lnTo>
                  <a:pt x="840092" y="839596"/>
                </a:lnTo>
                <a:lnTo>
                  <a:pt x="839929" y="838671"/>
                </a:lnTo>
                <a:lnTo>
                  <a:pt x="839788" y="837726"/>
                </a:lnTo>
                <a:lnTo>
                  <a:pt x="839669" y="836762"/>
                </a:lnTo>
                <a:lnTo>
                  <a:pt x="839571" y="835778"/>
                </a:lnTo>
                <a:lnTo>
                  <a:pt x="839495" y="834775"/>
                </a:lnTo>
                <a:lnTo>
                  <a:pt x="839441" y="833753"/>
                </a:lnTo>
                <a:lnTo>
                  <a:pt x="839408" y="832711"/>
                </a:lnTo>
                <a:lnTo>
                  <a:pt x="839397" y="831650"/>
                </a:lnTo>
                <a:lnTo>
                  <a:pt x="839397" y="820323"/>
                </a:lnTo>
                <a:lnTo>
                  <a:pt x="839408" y="819262"/>
                </a:lnTo>
                <a:lnTo>
                  <a:pt x="839441" y="818221"/>
                </a:lnTo>
                <a:lnTo>
                  <a:pt x="839495" y="817200"/>
                </a:lnTo>
                <a:lnTo>
                  <a:pt x="839571" y="816199"/>
                </a:lnTo>
                <a:lnTo>
                  <a:pt x="839669" y="815218"/>
                </a:lnTo>
                <a:lnTo>
                  <a:pt x="839788" y="814257"/>
                </a:lnTo>
                <a:lnTo>
                  <a:pt x="839929" y="813316"/>
                </a:lnTo>
                <a:lnTo>
                  <a:pt x="840092" y="812395"/>
                </a:lnTo>
                <a:lnTo>
                  <a:pt x="840277" y="811494"/>
                </a:lnTo>
                <a:lnTo>
                  <a:pt x="840483" y="810613"/>
                </a:lnTo>
                <a:lnTo>
                  <a:pt x="840711" y="809752"/>
                </a:lnTo>
                <a:lnTo>
                  <a:pt x="840961" y="808911"/>
                </a:lnTo>
                <a:lnTo>
                  <a:pt x="841233" y="808089"/>
                </a:lnTo>
                <a:lnTo>
                  <a:pt x="841526" y="807288"/>
                </a:lnTo>
                <a:lnTo>
                  <a:pt x="841841" y="806507"/>
                </a:lnTo>
                <a:lnTo>
                  <a:pt x="842177" y="805745"/>
                </a:lnTo>
                <a:lnTo>
                  <a:pt x="842536" y="805004"/>
                </a:lnTo>
                <a:lnTo>
                  <a:pt x="842916" y="804282"/>
                </a:lnTo>
                <a:lnTo>
                  <a:pt x="843318" y="803581"/>
                </a:lnTo>
                <a:lnTo>
                  <a:pt x="843741" y="802899"/>
                </a:lnTo>
                <a:lnTo>
                  <a:pt x="844187" y="802238"/>
                </a:lnTo>
                <a:lnTo>
                  <a:pt x="844654" y="801596"/>
                </a:lnTo>
                <a:lnTo>
                  <a:pt x="845142" y="800974"/>
                </a:lnTo>
                <a:lnTo>
                  <a:pt x="845653" y="800373"/>
                </a:lnTo>
                <a:lnTo>
                  <a:pt x="846194" y="799780"/>
                </a:lnTo>
                <a:lnTo>
                  <a:pt x="846746" y="799212"/>
                </a:lnTo>
                <a:lnTo>
                  <a:pt x="847309" y="798669"/>
                </a:lnTo>
                <a:lnTo>
                  <a:pt x="847883" y="798151"/>
                </a:lnTo>
                <a:lnTo>
                  <a:pt x="848469" y="797659"/>
                </a:lnTo>
                <a:lnTo>
                  <a:pt x="849066" y="797192"/>
                </a:lnTo>
                <a:lnTo>
                  <a:pt x="849674" y="796750"/>
                </a:lnTo>
                <a:lnTo>
                  <a:pt x="850293" y="796334"/>
                </a:lnTo>
                <a:lnTo>
                  <a:pt x="850923" y="795943"/>
                </a:lnTo>
                <a:lnTo>
                  <a:pt x="851564" y="795577"/>
                </a:lnTo>
                <a:lnTo>
                  <a:pt x="852217" y="795236"/>
                </a:lnTo>
                <a:lnTo>
                  <a:pt x="852880" y="794920"/>
                </a:lnTo>
                <a:lnTo>
                  <a:pt x="853555" y="794630"/>
                </a:lnTo>
                <a:lnTo>
                  <a:pt x="854241" y="794365"/>
                </a:lnTo>
                <a:lnTo>
                  <a:pt x="854938" y="794125"/>
                </a:lnTo>
                <a:lnTo>
                  <a:pt x="855646" y="793911"/>
                </a:lnTo>
                <a:lnTo>
                  <a:pt x="856366" y="793721"/>
                </a:lnTo>
                <a:lnTo>
                  <a:pt x="857096" y="793557"/>
                </a:lnTo>
                <a:lnTo>
                  <a:pt x="857838" y="793418"/>
                </a:lnTo>
                <a:lnTo>
                  <a:pt x="858591" y="793305"/>
                </a:lnTo>
                <a:lnTo>
                  <a:pt x="859355" y="793216"/>
                </a:lnTo>
                <a:lnTo>
                  <a:pt x="860130" y="793153"/>
                </a:lnTo>
                <a:lnTo>
                  <a:pt x="860917" y="793115"/>
                </a:lnTo>
                <a:lnTo>
                  <a:pt x="861714" y="793103"/>
                </a:lnTo>
                <a:lnTo>
                  <a:pt x="862525" y="793115"/>
                </a:lnTo>
                <a:lnTo>
                  <a:pt x="863324" y="793153"/>
                </a:lnTo>
                <a:lnTo>
                  <a:pt x="864110" y="793216"/>
                </a:lnTo>
                <a:lnTo>
                  <a:pt x="864884" y="793305"/>
                </a:lnTo>
                <a:lnTo>
                  <a:pt x="865646" y="793418"/>
                </a:lnTo>
                <a:lnTo>
                  <a:pt x="866395" y="793557"/>
                </a:lnTo>
                <a:lnTo>
                  <a:pt x="867132" y="793721"/>
                </a:lnTo>
                <a:lnTo>
                  <a:pt x="867857" y="793911"/>
                </a:lnTo>
                <a:lnTo>
                  <a:pt x="868569" y="794125"/>
                </a:lnTo>
                <a:lnTo>
                  <a:pt x="869269" y="794365"/>
                </a:lnTo>
                <a:lnTo>
                  <a:pt x="869957" y="794630"/>
                </a:lnTo>
                <a:lnTo>
                  <a:pt x="870632" y="794920"/>
                </a:lnTo>
                <a:lnTo>
                  <a:pt x="871295" y="795236"/>
                </a:lnTo>
                <a:lnTo>
                  <a:pt x="871946" y="795577"/>
                </a:lnTo>
                <a:lnTo>
                  <a:pt x="872585" y="795943"/>
                </a:lnTo>
                <a:lnTo>
                  <a:pt x="873211" y="796334"/>
                </a:lnTo>
                <a:lnTo>
                  <a:pt x="873824" y="796750"/>
                </a:lnTo>
                <a:lnTo>
                  <a:pt x="874426" y="797192"/>
                </a:lnTo>
                <a:lnTo>
                  <a:pt x="875015" y="797659"/>
                </a:lnTo>
                <a:lnTo>
                  <a:pt x="875592" y="798151"/>
                </a:lnTo>
                <a:lnTo>
                  <a:pt x="876156" y="798669"/>
                </a:lnTo>
                <a:lnTo>
                  <a:pt x="876708" y="799212"/>
                </a:lnTo>
                <a:lnTo>
                  <a:pt x="877248" y="799780"/>
                </a:lnTo>
                <a:lnTo>
                  <a:pt x="877775" y="800373"/>
                </a:lnTo>
                <a:lnTo>
                  <a:pt x="878286" y="800974"/>
                </a:lnTo>
                <a:lnTo>
                  <a:pt x="878775" y="801596"/>
                </a:lnTo>
                <a:lnTo>
                  <a:pt x="879242" y="802238"/>
                </a:lnTo>
                <a:lnTo>
                  <a:pt x="879687" y="802899"/>
                </a:lnTo>
                <a:lnTo>
                  <a:pt x="880110" y="803581"/>
                </a:lnTo>
                <a:lnTo>
                  <a:pt x="880512" y="804282"/>
                </a:lnTo>
                <a:lnTo>
                  <a:pt x="880892" y="805004"/>
                </a:lnTo>
                <a:lnTo>
                  <a:pt x="881251" y="805745"/>
                </a:lnTo>
                <a:lnTo>
                  <a:pt x="881587" y="806507"/>
                </a:lnTo>
                <a:lnTo>
                  <a:pt x="881902" y="807288"/>
                </a:lnTo>
                <a:lnTo>
                  <a:pt x="882196" y="808089"/>
                </a:lnTo>
                <a:lnTo>
                  <a:pt x="882467" y="808911"/>
                </a:lnTo>
                <a:lnTo>
                  <a:pt x="882717" y="809752"/>
                </a:lnTo>
                <a:lnTo>
                  <a:pt x="882945" y="810613"/>
                </a:lnTo>
                <a:lnTo>
                  <a:pt x="883151" y="811494"/>
                </a:lnTo>
                <a:lnTo>
                  <a:pt x="883336" y="812395"/>
                </a:lnTo>
                <a:lnTo>
                  <a:pt x="883499" y="813316"/>
                </a:lnTo>
                <a:lnTo>
                  <a:pt x="883640" y="814257"/>
                </a:lnTo>
                <a:lnTo>
                  <a:pt x="883759" y="815218"/>
                </a:lnTo>
                <a:lnTo>
                  <a:pt x="883857" y="816199"/>
                </a:lnTo>
                <a:lnTo>
                  <a:pt x="883933" y="817200"/>
                </a:lnTo>
                <a:lnTo>
                  <a:pt x="883987" y="818221"/>
                </a:lnTo>
                <a:lnTo>
                  <a:pt x="884020" y="819262"/>
                </a:lnTo>
                <a:lnTo>
                  <a:pt x="884031" y="820323"/>
                </a:lnTo>
                <a:lnTo>
                  <a:pt x="884031" y="831650"/>
                </a:lnTo>
                <a:lnTo>
                  <a:pt x="884020" y="832711"/>
                </a:lnTo>
                <a:lnTo>
                  <a:pt x="883987" y="833753"/>
                </a:lnTo>
                <a:lnTo>
                  <a:pt x="883933" y="834775"/>
                </a:lnTo>
                <a:lnTo>
                  <a:pt x="883857" y="835778"/>
                </a:lnTo>
                <a:lnTo>
                  <a:pt x="883759" y="836762"/>
                </a:lnTo>
                <a:lnTo>
                  <a:pt x="883640" y="837726"/>
                </a:lnTo>
                <a:lnTo>
                  <a:pt x="883499" y="838671"/>
                </a:lnTo>
                <a:lnTo>
                  <a:pt x="883336" y="839596"/>
                </a:lnTo>
                <a:lnTo>
                  <a:pt x="883151" y="840502"/>
                </a:lnTo>
                <a:lnTo>
                  <a:pt x="882945" y="841389"/>
                </a:lnTo>
                <a:lnTo>
                  <a:pt x="882717" y="842256"/>
                </a:lnTo>
                <a:lnTo>
                  <a:pt x="882467" y="843104"/>
                </a:lnTo>
                <a:lnTo>
                  <a:pt x="882196" y="843933"/>
                </a:lnTo>
                <a:lnTo>
                  <a:pt x="881902" y="844742"/>
                </a:lnTo>
                <a:lnTo>
                  <a:pt x="881587" y="845532"/>
                </a:lnTo>
                <a:lnTo>
                  <a:pt x="881251" y="846303"/>
                </a:lnTo>
                <a:lnTo>
                  <a:pt x="880892" y="847054"/>
                </a:lnTo>
                <a:lnTo>
                  <a:pt x="880512" y="847786"/>
                </a:lnTo>
                <a:lnTo>
                  <a:pt x="880110" y="848498"/>
                </a:lnTo>
                <a:lnTo>
                  <a:pt x="879687" y="849191"/>
                </a:lnTo>
                <a:lnTo>
                  <a:pt x="879242" y="849865"/>
                </a:lnTo>
                <a:lnTo>
                  <a:pt x="878775" y="850519"/>
                </a:lnTo>
                <a:lnTo>
                  <a:pt x="878286" y="851154"/>
                </a:lnTo>
                <a:lnTo>
                  <a:pt x="877775" y="851769"/>
                </a:lnTo>
                <a:lnTo>
                  <a:pt x="877248" y="852349"/>
                </a:lnTo>
                <a:lnTo>
                  <a:pt x="876708" y="852903"/>
                </a:lnTo>
                <a:lnTo>
                  <a:pt x="876156" y="853433"/>
                </a:lnTo>
                <a:lnTo>
                  <a:pt x="875592" y="853939"/>
                </a:lnTo>
                <a:lnTo>
                  <a:pt x="875015" y="854420"/>
                </a:lnTo>
                <a:lnTo>
                  <a:pt x="874426" y="854876"/>
                </a:lnTo>
                <a:lnTo>
                  <a:pt x="873824" y="855307"/>
                </a:lnTo>
                <a:lnTo>
                  <a:pt x="873211" y="855714"/>
                </a:lnTo>
                <a:lnTo>
                  <a:pt x="872585" y="856096"/>
                </a:lnTo>
                <a:lnTo>
                  <a:pt x="871946" y="856454"/>
                </a:lnTo>
                <a:lnTo>
                  <a:pt x="871295" y="856787"/>
                </a:lnTo>
                <a:lnTo>
                  <a:pt x="870632" y="857095"/>
                </a:lnTo>
                <a:lnTo>
                  <a:pt x="869957" y="857378"/>
                </a:lnTo>
                <a:lnTo>
                  <a:pt x="869269" y="857637"/>
                </a:lnTo>
                <a:lnTo>
                  <a:pt x="868569" y="857871"/>
                </a:lnTo>
                <a:lnTo>
                  <a:pt x="867857" y="858081"/>
                </a:lnTo>
                <a:lnTo>
                  <a:pt x="867132" y="858266"/>
                </a:lnTo>
                <a:lnTo>
                  <a:pt x="866395" y="858426"/>
                </a:lnTo>
                <a:lnTo>
                  <a:pt x="865646" y="858562"/>
                </a:lnTo>
                <a:lnTo>
                  <a:pt x="864884" y="858673"/>
                </a:lnTo>
                <a:lnTo>
                  <a:pt x="864110" y="858759"/>
                </a:lnTo>
                <a:lnTo>
                  <a:pt x="863324" y="858821"/>
                </a:lnTo>
                <a:lnTo>
                  <a:pt x="862525" y="858858"/>
                </a:lnTo>
                <a:lnTo>
                  <a:pt x="861714" y="858870"/>
                </a:lnTo>
                <a:lnTo>
                  <a:pt x="860917" y="858858"/>
                </a:lnTo>
                <a:lnTo>
                  <a:pt x="860130" y="858821"/>
                </a:lnTo>
                <a:lnTo>
                  <a:pt x="859355" y="858759"/>
                </a:lnTo>
                <a:lnTo>
                  <a:pt x="858591" y="858673"/>
                </a:lnTo>
                <a:lnTo>
                  <a:pt x="857838" y="858562"/>
                </a:lnTo>
                <a:lnTo>
                  <a:pt x="857096" y="858426"/>
                </a:lnTo>
                <a:lnTo>
                  <a:pt x="856366" y="858266"/>
                </a:lnTo>
                <a:lnTo>
                  <a:pt x="855646" y="858081"/>
                </a:lnTo>
                <a:lnTo>
                  <a:pt x="854938" y="857871"/>
                </a:lnTo>
                <a:close/>
                <a:moveTo>
                  <a:pt x="766493" y="870529"/>
                </a:moveTo>
                <a:lnTo>
                  <a:pt x="767290" y="870423"/>
                </a:lnTo>
                <a:lnTo>
                  <a:pt x="768080" y="870303"/>
                </a:lnTo>
                <a:lnTo>
                  <a:pt x="768861" y="870169"/>
                </a:lnTo>
                <a:lnTo>
                  <a:pt x="769634" y="870021"/>
                </a:lnTo>
                <a:lnTo>
                  <a:pt x="770399" y="869859"/>
                </a:lnTo>
                <a:lnTo>
                  <a:pt x="771156" y="869683"/>
                </a:lnTo>
                <a:lnTo>
                  <a:pt x="771905" y="869493"/>
                </a:lnTo>
                <a:lnTo>
                  <a:pt x="772645" y="869289"/>
                </a:lnTo>
                <a:lnTo>
                  <a:pt x="773377" y="869070"/>
                </a:lnTo>
                <a:lnTo>
                  <a:pt x="774101" y="868838"/>
                </a:lnTo>
                <a:lnTo>
                  <a:pt x="774816" y="868591"/>
                </a:lnTo>
                <a:lnTo>
                  <a:pt x="775524" y="868331"/>
                </a:lnTo>
                <a:lnTo>
                  <a:pt x="776223" y="868056"/>
                </a:lnTo>
                <a:lnTo>
                  <a:pt x="776914" y="867767"/>
                </a:lnTo>
                <a:lnTo>
                  <a:pt x="777596" y="867464"/>
                </a:lnTo>
                <a:lnTo>
                  <a:pt x="778271" y="867147"/>
                </a:lnTo>
                <a:lnTo>
                  <a:pt x="778937" y="866816"/>
                </a:lnTo>
                <a:lnTo>
                  <a:pt x="779607" y="866457"/>
                </a:lnTo>
                <a:lnTo>
                  <a:pt x="780265" y="866086"/>
                </a:lnTo>
                <a:lnTo>
                  <a:pt x="780911" y="865701"/>
                </a:lnTo>
                <a:lnTo>
                  <a:pt x="781544" y="865304"/>
                </a:lnTo>
                <a:lnTo>
                  <a:pt x="782165" y="864894"/>
                </a:lnTo>
                <a:lnTo>
                  <a:pt x="782773" y="864470"/>
                </a:lnTo>
                <a:lnTo>
                  <a:pt x="783369" y="864034"/>
                </a:lnTo>
                <a:lnTo>
                  <a:pt x="783953" y="863585"/>
                </a:lnTo>
                <a:lnTo>
                  <a:pt x="784524" y="863123"/>
                </a:lnTo>
                <a:lnTo>
                  <a:pt x="785084" y="862648"/>
                </a:lnTo>
                <a:lnTo>
                  <a:pt x="785630" y="862160"/>
                </a:lnTo>
                <a:lnTo>
                  <a:pt x="786165" y="861660"/>
                </a:lnTo>
                <a:lnTo>
                  <a:pt x="786687" y="861146"/>
                </a:lnTo>
                <a:lnTo>
                  <a:pt x="787197" y="860619"/>
                </a:lnTo>
                <a:lnTo>
                  <a:pt x="787694" y="860080"/>
                </a:lnTo>
                <a:lnTo>
                  <a:pt x="788180" y="859527"/>
                </a:lnTo>
                <a:lnTo>
                  <a:pt x="788652" y="858962"/>
                </a:lnTo>
                <a:lnTo>
                  <a:pt x="789113" y="858384"/>
                </a:lnTo>
                <a:lnTo>
                  <a:pt x="789561" y="857793"/>
                </a:lnTo>
                <a:lnTo>
                  <a:pt x="789997" y="857189"/>
                </a:lnTo>
                <a:lnTo>
                  <a:pt x="790421" y="856572"/>
                </a:lnTo>
                <a:lnTo>
                  <a:pt x="790832" y="855942"/>
                </a:lnTo>
                <a:lnTo>
                  <a:pt x="791231" y="855299"/>
                </a:lnTo>
                <a:lnTo>
                  <a:pt x="791617" y="854643"/>
                </a:lnTo>
                <a:lnTo>
                  <a:pt x="792004" y="853975"/>
                </a:lnTo>
                <a:lnTo>
                  <a:pt x="792373" y="853295"/>
                </a:lnTo>
                <a:lnTo>
                  <a:pt x="792727" y="852604"/>
                </a:lnTo>
                <a:lnTo>
                  <a:pt x="793064" y="851901"/>
                </a:lnTo>
                <a:lnTo>
                  <a:pt x="793384" y="851186"/>
                </a:lnTo>
                <a:lnTo>
                  <a:pt x="793688" y="850459"/>
                </a:lnTo>
                <a:lnTo>
                  <a:pt x="793976" y="849720"/>
                </a:lnTo>
                <a:lnTo>
                  <a:pt x="794247" y="848970"/>
                </a:lnTo>
                <a:lnTo>
                  <a:pt x="794502" y="848208"/>
                </a:lnTo>
                <a:lnTo>
                  <a:pt x="794740" y="847435"/>
                </a:lnTo>
                <a:lnTo>
                  <a:pt x="794962" y="846649"/>
                </a:lnTo>
                <a:lnTo>
                  <a:pt x="795168" y="845852"/>
                </a:lnTo>
                <a:lnTo>
                  <a:pt x="795357" y="845043"/>
                </a:lnTo>
                <a:lnTo>
                  <a:pt x="795529" y="844222"/>
                </a:lnTo>
                <a:lnTo>
                  <a:pt x="795686" y="843390"/>
                </a:lnTo>
                <a:lnTo>
                  <a:pt x="795825" y="842546"/>
                </a:lnTo>
                <a:lnTo>
                  <a:pt x="795948" y="841690"/>
                </a:lnTo>
                <a:lnTo>
                  <a:pt x="796055" y="840822"/>
                </a:lnTo>
                <a:lnTo>
                  <a:pt x="796146" y="839943"/>
                </a:lnTo>
                <a:lnTo>
                  <a:pt x="796220" y="839052"/>
                </a:lnTo>
                <a:lnTo>
                  <a:pt x="796277" y="838149"/>
                </a:lnTo>
                <a:lnTo>
                  <a:pt x="796318" y="837234"/>
                </a:lnTo>
                <a:lnTo>
                  <a:pt x="796343" y="836308"/>
                </a:lnTo>
                <a:lnTo>
                  <a:pt x="796351" y="835370"/>
                </a:lnTo>
                <a:lnTo>
                  <a:pt x="781304" y="835370"/>
                </a:lnTo>
                <a:lnTo>
                  <a:pt x="781300" y="836055"/>
                </a:lnTo>
                <a:lnTo>
                  <a:pt x="781285" y="836729"/>
                </a:lnTo>
                <a:lnTo>
                  <a:pt x="781262" y="837393"/>
                </a:lnTo>
                <a:lnTo>
                  <a:pt x="781229" y="838047"/>
                </a:lnTo>
                <a:lnTo>
                  <a:pt x="781187" y="838689"/>
                </a:lnTo>
                <a:lnTo>
                  <a:pt x="781135" y="839322"/>
                </a:lnTo>
                <a:lnTo>
                  <a:pt x="781074" y="839943"/>
                </a:lnTo>
                <a:lnTo>
                  <a:pt x="781004" y="840554"/>
                </a:lnTo>
                <a:lnTo>
                  <a:pt x="780924" y="841155"/>
                </a:lnTo>
                <a:lnTo>
                  <a:pt x="780835" y="841745"/>
                </a:lnTo>
                <a:lnTo>
                  <a:pt x="780736" y="842324"/>
                </a:lnTo>
                <a:lnTo>
                  <a:pt x="780628" y="842893"/>
                </a:lnTo>
                <a:lnTo>
                  <a:pt x="780511" y="843451"/>
                </a:lnTo>
                <a:lnTo>
                  <a:pt x="780384" y="843999"/>
                </a:lnTo>
                <a:lnTo>
                  <a:pt x="780248" y="844536"/>
                </a:lnTo>
                <a:lnTo>
                  <a:pt x="780102" y="845063"/>
                </a:lnTo>
                <a:lnTo>
                  <a:pt x="779947" y="845579"/>
                </a:lnTo>
                <a:lnTo>
                  <a:pt x="779783" y="846084"/>
                </a:lnTo>
                <a:lnTo>
                  <a:pt x="779609" y="846579"/>
                </a:lnTo>
                <a:lnTo>
                  <a:pt x="779426" y="847063"/>
                </a:lnTo>
                <a:lnTo>
                  <a:pt x="779233" y="847537"/>
                </a:lnTo>
                <a:lnTo>
                  <a:pt x="779031" y="848000"/>
                </a:lnTo>
                <a:lnTo>
                  <a:pt x="778820" y="848453"/>
                </a:lnTo>
                <a:lnTo>
                  <a:pt x="778599" y="848895"/>
                </a:lnTo>
                <a:lnTo>
                  <a:pt x="778384" y="849313"/>
                </a:lnTo>
                <a:lnTo>
                  <a:pt x="778161" y="849723"/>
                </a:lnTo>
                <a:lnTo>
                  <a:pt x="777931" y="850123"/>
                </a:lnTo>
                <a:lnTo>
                  <a:pt x="777693" y="850515"/>
                </a:lnTo>
                <a:lnTo>
                  <a:pt x="777447" y="850898"/>
                </a:lnTo>
                <a:lnTo>
                  <a:pt x="777194" y="851272"/>
                </a:lnTo>
                <a:lnTo>
                  <a:pt x="776933" y="851638"/>
                </a:lnTo>
                <a:lnTo>
                  <a:pt x="776664" y="851995"/>
                </a:lnTo>
                <a:lnTo>
                  <a:pt x="776388" y="852342"/>
                </a:lnTo>
                <a:lnTo>
                  <a:pt x="776104" y="852681"/>
                </a:lnTo>
                <a:lnTo>
                  <a:pt x="775813" y="853012"/>
                </a:lnTo>
                <a:lnTo>
                  <a:pt x="775514" y="853333"/>
                </a:lnTo>
                <a:lnTo>
                  <a:pt x="775207" y="853646"/>
                </a:lnTo>
                <a:lnTo>
                  <a:pt x="774893" y="853949"/>
                </a:lnTo>
                <a:lnTo>
                  <a:pt x="774571" y="854244"/>
                </a:lnTo>
                <a:lnTo>
                  <a:pt x="774241" y="854531"/>
                </a:lnTo>
                <a:lnTo>
                  <a:pt x="773904" y="854808"/>
                </a:lnTo>
                <a:lnTo>
                  <a:pt x="773559" y="855077"/>
                </a:lnTo>
                <a:lnTo>
                  <a:pt x="773206" y="855336"/>
                </a:lnTo>
                <a:lnTo>
                  <a:pt x="772846" y="855587"/>
                </a:lnTo>
                <a:lnTo>
                  <a:pt x="772478" y="855829"/>
                </a:lnTo>
                <a:lnTo>
                  <a:pt x="772103" y="856063"/>
                </a:lnTo>
                <a:lnTo>
                  <a:pt x="771720" y="856287"/>
                </a:lnTo>
                <a:lnTo>
                  <a:pt x="771329" y="856503"/>
                </a:lnTo>
                <a:lnTo>
                  <a:pt x="770946" y="856696"/>
                </a:lnTo>
                <a:lnTo>
                  <a:pt x="770558" y="856881"/>
                </a:lnTo>
                <a:lnTo>
                  <a:pt x="770164" y="857058"/>
                </a:lnTo>
                <a:lnTo>
                  <a:pt x="769765" y="857226"/>
                </a:lnTo>
                <a:lnTo>
                  <a:pt x="769361" y="857386"/>
                </a:lnTo>
                <a:lnTo>
                  <a:pt x="768952" y="857539"/>
                </a:lnTo>
                <a:lnTo>
                  <a:pt x="768537" y="857682"/>
                </a:lnTo>
                <a:lnTo>
                  <a:pt x="768117" y="857818"/>
                </a:lnTo>
                <a:lnTo>
                  <a:pt x="767692" y="857945"/>
                </a:lnTo>
                <a:lnTo>
                  <a:pt x="767261" y="858065"/>
                </a:lnTo>
                <a:lnTo>
                  <a:pt x="766825" y="858175"/>
                </a:lnTo>
                <a:lnTo>
                  <a:pt x="766384" y="858278"/>
                </a:lnTo>
                <a:lnTo>
                  <a:pt x="765938" y="858373"/>
                </a:lnTo>
                <a:lnTo>
                  <a:pt x="765486" y="858459"/>
                </a:lnTo>
                <a:lnTo>
                  <a:pt x="765029" y="858537"/>
                </a:lnTo>
                <a:lnTo>
                  <a:pt x="764567" y="858607"/>
                </a:lnTo>
                <a:lnTo>
                  <a:pt x="764099" y="858669"/>
                </a:lnTo>
                <a:lnTo>
                  <a:pt x="763626" y="858722"/>
                </a:lnTo>
                <a:lnTo>
                  <a:pt x="763148" y="858767"/>
                </a:lnTo>
                <a:lnTo>
                  <a:pt x="762665" y="858804"/>
                </a:lnTo>
                <a:lnTo>
                  <a:pt x="762176" y="858833"/>
                </a:lnTo>
                <a:lnTo>
                  <a:pt x="761682" y="858854"/>
                </a:lnTo>
                <a:lnTo>
                  <a:pt x="761183" y="858866"/>
                </a:lnTo>
                <a:lnTo>
                  <a:pt x="760678" y="858870"/>
                </a:lnTo>
                <a:lnTo>
                  <a:pt x="759853" y="858858"/>
                </a:lnTo>
                <a:lnTo>
                  <a:pt x="759041" y="858822"/>
                </a:lnTo>
                <a:lnTo>
                  <a:pt x="758242" y="858762"/>
                </a:lnTo>
                <a:lnTo>
                  <a:pt x="757456" y="858677"/>
                </a:lnTo>
                <a:lnTo>
                  <a:pt x="756683" y="858569"/>
                </a:lnTo>
                <a:lnTo>
                  <a:pt x="755923" y="858437"/>
                </a:lnTo>
                <a:lnTo>
                  <a:pt x="755176" y="858280"/>
                </a:lnTo>
                <a:lnTo>
                  <a:pt x="754441" y="858100"/>
                </a:lnTo>
                <a:lnTo>
                  <a:pt x="753720" y="857895"/>
                </a:lnTo>
                <a:lnTo>
                  <a:pt x="753011" y="857667"/>
                </a:lnTo>
                <a:lnTo>
                  <a:pt x="752316" y="857414"/>
                </a:lnTo>
                <a:lnTo>
                  <a:pt x="751633" y="857137"/>
                </a:lnTo>
                <a:lnTo>
                  <a:pt x="750963" y="856836"/>
                </a:lnTo>
                <a:lnTo>
                  <a:pt x="750306" y="856511"/>
                </a:lnTo>
                <a:lnTo>
                  <a:pt x="749662" y="856162"/>
                </a:lnTo>
                <a:lnTo>
                  <a:pt x="749031" y="855789"/>
                </a:lnTo>
                <a:lnTo>
                  <a:pt x="748413" y="855392"/>
                </a:lnTo>
                <a:lnTo>
                  <a:pt x="747808" y="854971"/>
                </a:lnTo>
                <a:lnTo>
                  <a:pt x="747215" y="854526"/>
                </a:lnTo>
                <a:lnTo>
                  <a:pt x="746636" y="854056"/>
                </a:lnTo>
                <a:lnTo>
                  <a:pt x="746070" y="853563"/>
                </a:lnTo>
                <a:lnTo>
                  <a:pt x="745516" y="853045"/>
                </a:lnTo>
                <a:lnTo>
                  <a:pt x="744975" y="852504"/>
                </a:lnTo>
                <a:lnTo>
                  <a:pt x="744448" y="851938"/>
                </a:lnTo>
                <a:lnTo>
                  <a:pt x="743951" y="851349"/>
                </a:lnTo>
                <a:lnTo>
                  <a:pt x="743475" y="850738"/>
                </a:lnTo>
                <a:lnTo>
                  <a:pt x="743021" y="850105"/>
                </a:lnTo>
                <a:lnTo>
                  <a:pt x="742588" y="849449"/>
                </a:lnTo>
                <a:lnTo>
                  <a:pt x="742176" y="848771"/>
                </a:lnTo>
                <a:lnTo>
                  <a:pt x="741785" y="848071"/>
                </a:lnTo>
                <a:lnTo>
                  <a:pt x="741415" y="847348"/>
                </a:lnTo>
                <a:lnTo>
                  <a:pt x="741066" y="846603"/>
                </a:lnTo>
                <a:lnTo>
                  <a:pt x="740739" y="845836"/>
                </a:lnTo>
                <a:lnTo>
                  <a:pt x="740432" y="845046"/>
                </a:lnTo>
                <a:lnTo>
                  <a:pt x="740147" y="844234"/>
                </a:lnTo>
                <a:lnTo>
                  <a:pt x="739883" y="843400"/>
                </a:lnTo>
                <a:lnTo>
                  <a:pt x="739640" y="842544"/>
                </a:lnTo>
                <a:lnTo>
                  <a:pt x="739418" y="841665"/>
                </a:lnTo>
                <a:lnTo>
                  <a:pt x="739217" y="840764"/>
                </a:lnTo>
                <a:lnTo>
                  <a:pt x="739037" y="839840"/>
                </a:lnTo>
                <a:lnTo>
                  <a:pt x="738879" y="838895"/>
                </a:lnTo>
                <a:lnTo>
                  <a:pt x="738742" y="837927"/>
                </a:lnTo>
                <a:lnTo>
                  <a:pt x="738625" y="836936"/>
                </a:lnTo>
                <a:lnTo>
                  <a:pt x="738530" y="835924"/>
                </a:lnTo>
                <a:lnTo>
                  <a:pt x="738456" y="834889"/>
                </a:lnTo>
                <a:lnTo>
                  <a:pt x="738403" y="833831"/>
                </a:lnTo>
                <a:lnTo>
                  <a:pt x="738372" y="832752"/>
                </a:lnTo>
                <a:lnTo>
                  <a:pt x="738361" y="831650"/>
                </a:lnTo>
                <a:lnTo>
                  <a:pt x="738361" y="820323"/>
                </a:lnTo>
                <a:lnTo>
                  <a:pt x="738372" y="819180"/>
                </a:lnTo>
                <a:lnTo>
                  <a:pt x="738405" y="818063"/>
                </a:lnTo>
                <a:lnTo>
                  <a:pt x="738459" y="816970"/>
                </a:lnTo>
                <a:lnTo>
                  <a:pt x="738535" y="815903"/>
                </a:lnTo>
                <a:lnTo>
                  <a:pt x="738633" y="814862"/>
                </a:lnTo>
                <a:lnTo>
                  <a:pt x="738752" y="813845"/>
                </a:lnTo>
                <a:lnTo>
                  <a:pt x="738893" y="812854"/>
                </a:lnTo>
                <a:lnTo>
                  <a:pt x="739056" y="811888"/>
                </a:lnTo>
                <a:lnTo>
                  <a:pt x="739241" y="810947"/>
                </a:lnTo>
                <a:lnTo>
                  <a:pt x="739447" y="810032"/>
                </a:lnTo>
                <a:lnTo>
                  <a:pt x="739675" y="809142"/>
                </a:lnTo>
                <a:lnTo>
                  <a:pt x="739925" y="808277"/>
                </a:lnTo>
                <a:lnTo>
                  <a:pt x="740197" y="807437"/>
                </a:lnTo>
                <a:lnTo>
                  <a:pt x="740490" y="806622"/>
                </a:lnTo>
                <a:lnTo>
                  <a:pt x="740805" y="805833"/>
                </a:lnTo>
                <a:lnTo>
                  <a:pt x="741141" y="805069"/>
                </a:lnTo>
                <a:lnTo>
                  <a:pt x="741500" y="804330"/>
                </a:lnTo>
                <a:lnTo>
                  <a:pt x="741880" y="803617"/>
                </a:lnTo>
                <a:lnTo>
                  <a:pt x="742282" y="802929"/>
                </a:lnTo>
                <a:lnTo>
                  <a:pt x="742705" y="802265"/>
                </a:lnTo>
                <a:lnTo>
                  <a:pt x="743150" y="801628"/>
                </a:lnTo>
                <a:lnTo>
                  <a:pt x="743617" y="801015"/>
                </a:lnTo>
                <a:lnTo>
                  <a:pt x="744106" y="800428"/>
                </a:lnTo>
                <a:lnTo>
                  <a:pt x="744617" y="799866"/>
                </a:lnTo>
                <a:lnTo>
                  <a:pt x="745157" y="799314"/>
                </a:lnTo>
                <a:lnTo>
                  <a:pt x="745706" y="798786"/>
                </a:lnTo>
                <a:lnTo>
                  <a:pt x="746265" y="798281"/>
                </a:lnTo>
                <a:lnTo>
                  <a:pt x="746833" y="797799"/>
                </a:lnTo>
                <a:lnTo>
                  <a:pt x="747411" y="797341"/>
                </a:lnTo>
                <a:lnTo>
                  <a:pt x="747998" y="796907"/>
                </a:lnTo>
                <a:lnTo>
                  <a:pt x="748594" y="796496"/>
                </a:lnTo>
                <a:lnTo>
                  <a:pt x="749200" y="796109"/>
                </a:lnTo>
                <a:lnTo>
                  <a:pt x="749815" y="795745"/>
                </a:lnTo>
                <a:lnTo>
                  <a:pt x="750440" y="795404"/>
                </a:lnTo>
                <a:lnTo>
                  <a:pt x="751074" y="795087"/>
                </a:lnTo>
                <a:lnTo>
                  <a:pt x="751717" y="794794"/>
                </a:lnTo>
                <a:lnTo>
                  <a:pt x="752370" y="794524"/>
                </a:lnTo>
                <a:lnTo>
                  <a:pt x="753032" y="794277"/>
                </a:lnTo>
                <a:lnTo>
                  <a:pt x="753704" y="794054"/>
                </a:lnTo>
                <a:lnTo>
                  <a:pt x="754385" y="793854"/>
                </a:lnTo>
                <a:lnTo>
                  <a:pt x="755075" y="793678"/>
                </a:lnTo>
                <a:lnTo>
                  <a:pt x="755775" y="793526"/>
                </a:lnTo>
                <a:lnTo>
                  <a:pt x="756484" y="793396"/>
                </a:lnTo>
                <a:lnTo>
                  <a:pt x="757203" y="793291"/>
                </a:lnTo>
                <a:lnTo>
                  <a:pt x="757931" y="793209"/>
                </a:lnTo>
                <a:lnTo>
                  <a:pt x="758668" y="793150"/>
                </a:lnTo>
                <a:lnTo>
                  <a:pt x="759415" y="793115"/>
                </a:lnTo>
                <a:lnTo>
                  <a:pt x="760171" y="793103"/>
                </a:lnTo>
                <a:lnTo>
                  <a:pt x="760689" y="793107"/>
                </a:lnTo>
                <a:lnTo>
                  <a:pt x="761202" y="793120"/>
                </a:lnTo>
                <a:lnTo>
                  <a:pt x="761708" y="793142"/>
                </a:lnTo>
                <a:lnTo>
                  <a:pt x="762209" y="793173"/>
                </a:lnTo>
                <a:lnTo>
                  <a:pt x="762704" y="793213"/>
                </a:lnTo>
                <a:lnTo>
                  <a:pt x="763193" y="793261"/>
                </a:lnTo>
                <a:lnTo>
                  <a:pt x="763676" y="793319"/>
                </a:lnTo>
                <a:lnTo>
                  <a:pt x="764153" y="793385"/>
                </a:lnTo>
                <a:lnTo>
                  <a:pt x="764625" y="793459"/>
                </a:lnTo>
                <a:lnTo>
                  <a:pt x="765090" y="793543"/>
                </a:lnTo>
                <a:lnTo>
                  <a:pt x="765550" y="793636"/>
                </a:lnTo>
                <a:lnTo>
                  <a:pt x="766004" y="793737"/>
                </a:lnTo>
                <a:lnTo>
                  <a:pt x="766452" y="793847"/>
                </a:lnTo>
                <a:lnTo>
                  <a:pt x="766894" y="793966"/>
                </a:lnTo>
                <a:lnTo>
                  <a:pt x="767330" y="794093"/>
                </a:lnTo>
                <a:lnTo>
                  <a:pt x="767760" y="794230"/>
                </a:lnTo>
                <a:lnTo>
                  <a:pt x="768184" y="794375"/>
                </a:lnTo>
                <a:lnTo>
                  <a:pt x="768603" y="794529"/>
                </a:lnTo>
                <a:lnTo>
                  <a:pt x="769016" y="794692"/>
                </a:lnTo>
                <a:lnTo>
                  <a:pt x="769423" y="794864"/>
                </a:lnTo>
                <a:lnTo>
                  <a:pt x="769824" y="795044"/>
                </a:lnTo>
                <a:lnTo>
                  <a:pt x="770219" y="795234"/>
                </a:lnTo>
                <a:lnTo>
                  <a:pt x="770608" y="795432"/>
                </a:lnTo>
                <a:lnTo>
                  <a:pt x="770991" y="795639"/>
                </a:lnTo>
                <a:lnTo>
                  <a:pt x="771382" y="795841"/>
                </a:lnTo>
                <a:lnTo>
                  <a:pt x="771766" y="796053"/>
                </a:lnTo>
                <a:lnTo>
                  <a:pt x="772143" y="796275"/>
                </a:lnTo>
                <a:lnTo>
                  <a:pt x="772513" y="796508"/>
                </a:lnTo>
                <a:lnTo>
                  <a:pt x="772876" y="796750"/>
                </a:lnTo>
                <a:lnTo>
                  <a:pt x="773231" y="797002"/>
                </a:lnTo>
                <a:lnTo>
                  <a:pt x="773580" y="797264"/>
                </a:lnTo>
                <a:lnTo>
                  <a:pt x="773922" y="797536"/>
                </a:lnTo>
                <a:lnTo>
                  <a:pt x="774256" y="797818"/>
                </a:lnTo>
                <a:lnTo>
                  <a:pt x="774584" y="798110"/>
                </a:lnTo>
                <a:lnTo>
                  <a:pt x="774904" y="798412"/>
                </a:lnTo>
                <a:lnTo>
                  <a:pt x="775218" y="798724"/>
                </a:lnTo>
                <a:lnTo>
                  <a:pt x="775524" y="799046"/>
                </a:lnTo>
                <a:lnTo>
                  <a:pt x="775824" y="799378"/>
                </a:lnTo>
                <a:lnTo>
                  <a:pt x="776116" y="799720"/>
                </a:lnTo>
                <a:lnTo>
                  <a:pt x="776401" y="800072"/>
                </a:lnTo>
                <a:lnTo>
                  <a:pt x="776680" y="800434"/>
                </a:lnTo>
                <a:lnTo>
                  <a:pt x="776951" y="800806"/>
                </a:lnTo>
                <a:lnTo>
                  <a:pt x="777215" y="801188"/>
                </a:lnTo>
                <a:lnTo>
                  <a:pt x="777472" y="801580"/>
                </a:lnTo>
                <a:lnTo>
                  <a:pt x="777722" y="801981"/>
                </a:lnTo>
                <a:lnTo>
                  <a:pt x="777965" y="802393"/>
                </a:lnTo>
                <a:lnTo>
                  <a:pt x="778201" y="802815"/>
                </a:lnTo>
                <a:lnTo>
                  <a:pt x="778430" y="803247"/>
                </a:lnTo>
                <a:lnTo>
                  <a:pt x="778651" y="803675"/>
                </a:lnTo>
                <a:lnTo>
                  <a:pt x="778862" y="804114"/>
                </a:lnTo>
                <a:lnTo>
                  <a:pt x="779064" y="804565"/>
                </a:lnTo>
                <a:lnTo>
                  <a:pt x="779257" y="805027"/>
                </a:lnTo>
                <a:lnTo>
                  <a:pt x="779440" y="805500"/>
                </a:lnTo>
                <a:lnTo>
                  <a:pt x="779614" y="805984"/>
                </a:lnTo>
                <a:lnTo>
                  <a:pt x="779778" y="806479"/>
                </a:lnTo>
                <a:lnTo>
                  <a:pt x="779933" y="806985"/>
                </a:lnTo>
                <a:lnTo>
                  <a:pt x="780078" y="807503"/>
                </a:lnTo>
                <a:lnTo>
                  <a:pt x="780215" y="808031"/>
                </a:lnTo>
                <a:lnTo>
                  <a:pt x="780341" y="808571"/>
                </a:lnTo>
                <a:lnTo>
                  <a:pt x="780459" y="809122"/>
                </a:lnTo>
                <a:lnTo>
                  <a:pt x="780567" y="809684"/>
                </a:lnTo>
                <a:lnTo>
                  <a:pt x="780666" y="810257"/>
                </a:lnTo>
                <a:lnTo>
                  <a:pt x="780755" y="810842"/>
                </a:lnTo>
                <a:lnTo>
                  <a:pt x="780835" y="811437"/>
                </a:lnTo>
                <a:lnTo>
                  <a:pt x="780905" y="812044"/>
                </a:lnTo>
                <a:lnTo>
                  <a:pt x="780966" y="812662"/>
                </a:lnTo>
                <a:lnTo>
                  <a:pt x="781018" y="813291"/>
                </a:lnTo>
                <a:lnTo>
                  <a:pt x="781060" y="813931"/>
                </a:lnTo>
                <a:lnTo>
                  <a:pt x="781093" y="814582"/>
                </a:lnTo>
                <a:lnTo>
                  <a:pt x="781116" y="815245"/>
                </a:lnTo>
                <a:lnTo>
                  <a:pt x="781130" y="815918"/>
                </a:lnTo>
                <a:lnTo>
                  <a:pt x="781135" y="816603"/>
                </a:lnTo>
                <a:lnTo>
                  <a:pt x="796351" y="816603"/>
                </a:lnTo>
                <a:lnTo>
                  <a:pt x="796343" y="815679"/>
                </a:lnTo>
                <a:lnTo>
                  <a:pt x="796320" y="814767"/>
                </a:lnTo>
                <a:lnTo>
                  <a:pt x="796280" y="813866"/>
                </a:lnTo>
                <a:lnTo>
                  <a:pt x="796224" y="812978"/>
                </a:lnTo>
                <a:lnTo>
                  <a:pt x="796153" y="812101"/>
                </a:lnTo>
                <a:lnTo>
                  <a:pt x="796066" y="811235"/>
                </a:lnTo>
                <a:lnTo>
                  <a:pt x="795963" y="810382"/>
                </a:lnTo>
                <a:lnTo>
                  <a:pt x="795844" y="809540"/>
                </a:lnTo>
                <a:lnTo>
                  <a:pt x="795709" y="808710"/>
                </a:lnTo>
                <a:lnTo>
                  <a:pt x="795559" y="807891"/>
                </a:lnTo>
                <a:lnTo>
                  <a:pt x="795392" y="807085"/>
                </a:lnTo>
                <a:lnTo>
                  <a:pt x="795210" y="806290"/>
                </a:lnTo>
                <a:lnTo>
                  <a:pt x="795012" y="805507"/>
                </a:lnTo>
                <a:lnTo>
                  <a:pt x="794798" y="804736"/>
                </a:lnTo>
                <a:lnTo>
                  <a:pt x="794568" y="803976"/>
                </a:lnTo>
                <a:lnTo>
                  <a:pt x="794322" y="803228"/>
                </a:lnTo>
                <a:lnTo>
                  <a:pt x="794061" y="802492"/>
                </a:lnTo>
                <a:lnTo>
                  <a:pt x="793783" y="801767"/>
                </a:lnTo>
                <a:lnTo>
                  <a:pt x="793490" y="801055"/>
                </a:lnTo>
                <a:lnTo>
                  <a:pt x="793181" y="800354"/>
                </a:lnTo>
                <a:lnTo>
                  <a:pt x="792856" y="799665"/>
                </a:lnTo>
                <a:lnTo>
                  <a:pt x="792515" y="798987"/>
                </a:lnTo>
                <a:lnTo>
                  <a:pt x="792159" y="798322"/>
                </a:lnTo>
                <a:lnTo>
                  <a:pt x="791786" y="797668"/>
                </a:lnTo>
                <a:lnTo>
                  <a:pt x="791400" y="797012"/>
                </a:lnTo>
                <a:lnTo>
                  <a:pt x="791002" y="796369"/>
                </a:lnTo>
                <a:lnTo>
                  <a:pt x="790592" y="795739"/>
                </a:lnTo>
                <a:lnTo>
                  <a:pt x="790171" y="795122"/>
                </a:lnTo>
                <a:lnTo>
                  <a:pt x="789738" y="794518"/>
                </a:lnTo>
                <a:lnTo>
                  <a:pt x="789293" y="793927"/>
                </a:lnTo>
                <a:lnTo>
                  <a:pt x="788836" y="793349"/>
                </a:lnTo>
                <a:lnTo>
                  <a:pt x="788367" y="792784"/>
                </a:lnTo>
                <a:lnTo>
                  <a:pt x="787887" y="792231"/>
                </a:lnTo>
                <a:lnTo>
                  <a:pt x="787395" y="791692"/>
                </a:lnTo>
                <a:lnTo>
                  <a:pt x="786892" y="791165"/>
                </a:lnTo>
                <a:lnTo>
                  <a:pt x="786376" y="790651"/>
                </a:lnTo>
                <a:lnTo>
                  <a:pt x="785849" y="790151"/>
                </a:lnTo>
                <a:lnTo>
                  <a:pt x="785310" y="789663"/>
                </a:lnTo>
                <a:lnTo>
                  <a:pt x="784759" y="789188"/>
                </a:lnTo>
                <a:lnTo>
                  <a:pt x="784197" y="788726"/>
                </a:lnTo>
                <a:lnTo>
                  <a:pt x="783623" y="788277"/>
                </a:lnTo>
                <a:lnTo>
                  <a:pt x="783037" y="787841"/>
                </a:lnTo>
                <a:lnTo>
                  <a:pt x="782440" y="787417"/>
                </a:lnTo>
                <a:lnTo>
                  <a:pt x="781830" y="787007"/>
                </a:lnTo>
                <a:lnTo>
                  <a:pt x="781209" y="786610"/>
                </a:lnTo>
                <a:lnTo>
                  <a:pt x="780576" y="786225"/>
                </a:lnTo>
                <a:lnTo>
                  <a:pt x="779932" y="785854"/>
                </a:lnTo>
                <a:lnTo>
                  <a:pt x="779275" y="785495"/>
                </a:lnTo>
                <a:lnTo>
                  <a:pt x="778609" y="785136"/>
                </a:lnTo>
                <a:lnTo>
                  <a:pt x="777933" y="784793"/>
                </a:lnTo>
                <a:lnTo>
                  <a:pt x="777249" y="784465"/>
                </a:lnTo>
                <a:lnTo>
                  <a:pt x="776556" y="784152"/>
                </a:lnTo>
                <a:lnTo>
                  <a:pt x="775854" y="783854"/>
                </a:lnTo>
                <a:lnTo>
                  <a:pt x="775144" y="783572"/>
                </a:lnTo>
                <a:lnTo>
                  <a:pt x="774424" y="783305"/>
                </a:lnTo>
                <a:lnTo>
                  <a:pt x="773696" y="783053"/>
                </a:lnTo>
                <a:lnTo>
                  <a:pt x="772959" y="782816"/>
                </a:lnTo>
                <a:lnTo>
                  <a:pt x="772213" y="782595"/>
                </a:lnTo>
                <a:lnTo>
                  <a:pt x="771459" y="782389"/>
                </a:lnTo>
                <a:lnTo>
                  <a:pt x="770695" y="782198"/>
                </a:lnTo>
                <a:lnTo>
                  <a:pt x="769923" y="782023"/>
                </a:lnTo>
                <a:lnTo>
                  <a:pt x="769142" y="781862"/>
                </a:lnTo>
                <a:lnTo>
                  <a:pt x="768352" y="781717"/>
                </a:lnTo>
                <a:lnTo>
                  <a:pt x="767553" y="781588"/>
                </a:lnTo>
                <a:lnTo>
                  <a:pt x="766746" y="781473"/>
                </a:lnTo>
                <a:lnTo>
                  <a:pt x="765930" y="781374"/>
                </a:lnTo>
                <a:lnTo>
                  <a:pt x="765105" y="781290"/>
                </a:lnTo>
                <a:lnTo>
                  <a:pt x="764271" y="781221"/>
                </a:lnTo>
                <a:lnTo>
                  <a:pt x="763428" y="781168"/>
                </a:lnTo>
                <a:lnTo>
                  <a:pt x="762577" y="781130"/>
                </a:lnTo>
                <a:lnTo>
                  <a:pt x="761716" y="781107"/>
                </a:lnTo>
                <a:lnTo>
                  <a:pt x="760847" y="781099"/>
                </a:lnTo>
                <a:lnTo>
                  <a:pt x="758818" y="781099"/>
                </a:lnTo>
                <a:lnTo>
                  <a:pt x="758130" y="781104"/>
                </a:lnTo>
                <a:lnTo>
                  <a:pt x="757447" y="781120"/>
                </a:lnTo>
                <a:lnTo>
                  <a:pt x="756768" y="781147"/>
                </a:lnTo>
                <a:lnTo>
                  <a:pt x="756094" y="781184"/>
                </a:lnTo>
                <a:lnTo>
                  <a:pt x="755425" y="781231"/>
                </a:lnTo>
                <a:lnTo>
                  <a:pt x="754761" y="781289"/>
                </a:lnTo>
                <a:lnTo>
                  <a:pt x="754101" y="781358"/>
                </a:lnTo>
                <a:lnTo>
                  <a:pt x="753446" y="781437"/>
                </a:lnTo>
                <a:lnTo>
                  <a:pt x="752795" y="781527"/>
                </a:lnTo>
                <a:lnTo>
                  <a:pt x="752150" y="781627"/>
                </a:lnTo>
                <a:lnTo>
                  <a:pt x="751508" y="781738"/>
                </a:lnTo>
                <a:lnTo>
                  <a:pt x="750872" y="781860"/>
                </a:lnTo>
                <a:lnTo>
                  <a:pt x="750240" y="781992"/>
                </a:lnTo>
                <a:lnTo>
                  <a:pt x="749614" y="782135"/>
                </a:lnTo>
                <a:lnTo>
                  <a:pt x="748991" y="782288"/>
                </a:lnTo>
                <a:lnTo>
                  <a:pt x="748374" y="782452"/>
                </a:lnTo>
                <a:lnTo>
                  <a:pt x="747761" y="782626"/>
                </a:lnTo>
                <a:lnTo>
                  <a:pt x="747153" y="782811"/>
                </a:lnTo>
                <a:lnTo>
                  <a:pt x="746549" y="783006"/>
                </a:lnTo>
                <a:lnTo>
                  <a:pt x="745950" y="783212"/>
                </a:lnTo>
                <a:lnTo>
                  <a:pt x="745356" y="783429"/>
                </a:lnTo>
                <a:lnTo>
                  <a:pt x="744767" y="783656"/>
                </a:lnTo>
                <a:lnTo>
                  <a:pt x="744182" y="783894"/>
                </a:lnTo>
                <a:lnTo>
                  <a:pt x="743602" y="784142"/>
                </a:lnTo>
                <a:lnTo>
                  <a:pt x="743028" y="784387"/>
                </a:lnTo>
                <a:lnTo>
                  <a:pt x="742459" y="784641"/>
                </a:lnTo>
                <a:lnTo>
                  <a:pt x="741896" y="784906"/>
                </a:lnTo>
                <a:lnTo>
                  <a:pt x="741339" y="785180"/>
                </a:lnTo>
                <a:lnTo>
                  <a:pt x="740787" y="785464"/>
                </a:lnTo>
                <a:lnTo>
                  <a:pt x="740242" y="785759"/>
                </a:lnTo>
                <a:lnTo>
                  <a:pt x="739703" y="786063"/>
                </a:lnTo>
                <a:lnTo>
                  <a:pt x="739169" y="786378"/>
                </a:lnTo>
                <a:lnTo>
                  <a:pt x="738641" y="786702"/>
                </a:lnTo>
                <a:lnTo>
                  <a:pt x="738119" y="787036"/>
                </a:lnTo>
                <a:lnTo>
                  <a:pt x="737603" y="787381"/>
                </a:lnTo>
                <a:lnTo>
                  <a:pt x="737093" y="787735"/>
                </a:lnTo>
                <a:lnTo>
                  <a:pt x="736589" y="788099"/>
                </a:lnTo>
                <a:lnTo>
                  <a:pt x="736090" y="788473"/>
                </a:lnTo>
                <a:lnTo>
                  <a:pt x="735598" y="788858"/>
                </a:lnTo>
                <a:lnTo>
                  <a:pt x="735111" y="789252"/>
                </a:lnTo>
                <a:lnTo>
                  <a:pt x="734630" y="789656"/>
                </a:lnTo>
                <a:lnTo>
                  <a:pt x="734156" y="790070"/>
                </a:lnTo>
                <a:lnTo>
                  <a:pt x="733687" y="790494"/>
                </a:lnTo>
                <a:lnTo>
                  <a:pt x="733223" y="790928"/>
                </a:lnTo>
                <a:lnTo>
                  <a:pt x="732766" y="791372"/>
                </a:lnTo>
                <a:lnTo>
                  <a:pt x="732315" y="791826"/>
                </a:lnTo>
                <a:lnTo>
                  <a:pt x="731869" y="792291"/>
                </a:lnTo>
                <a:lnTo>
                  <a:pt x="731429" y="792765"/>
                </a:lnTo>
                <a:lnTo>
                  <a:pt x="731010" y="793234"/>
                </a:lnTo>
                <a:lnTo>
                  <a:pt x="730599" y="793711"/>
                </a:lnTo>
                <a:lnTo>
                  <a:pt x="730196" y="794196"/>
                </a:lnTo>
                <a:lnTo>
                  <a:pt x="729800" y="794690"/>
                </a:lnTo>
                <a:lnTo>
                  <a:pt x="729411" y="795192"/>
                </a:lnTo>
                <a:lnTo>
                  <a:pt x="729031" y="795702"/>
                </a:lnTo>
                <a:lnTo>
                  <a:pt x="728658" y="796221"/>
                </a:lnTo>
                <a:lnTo>
                  <a:pt x="728292" y="796747"/>
                </a:lnTo>
                <a:lnTo>
                  <a:pt x="727934" y="797282"/>
                </a:lnTo>
                <a:lnTo>
                  <a:pt x="727584" y="797825"/>
                </a:lnTo>
                <a:lnTo>
                  <a:pt x="727242" y="798376"/>
                </a:lnTo>
                <a:lnTo>
                  <a:pt x="726907" y="798936"/>
                </a:lnTo>
                <a:lnTo>
                  <a:pt x="726580" y="799503"/>
                </a:lnTo>
                <a:lnTo>
                  <a:pt x="726260" y="800079"/>
                </a:lnTo>
                <a:lnTo>
                  <a:pt x="725948" y="800663"/>
                </a:lnTo>
                <a:lnTo>
                  <a:pt x="725644" y="801256"/>
                </a:lnTo>
                <a:lnTo>
                  <a:pt x="725347" y="801856"/>
                </a:lnTo>
                <a:lnTo>
                  <a:pt x="725058" y="802465"/>
                </a:lnTo>
                <a:lnTo>
                  <a:pt x="724776" y="803082"/>
                </a:lnTo>
                <a:lnTo>
                  <a:pt x="724502" y="803707"/>
                </a:lnTo>
                <a:lnTo>
                  <a:pt x="724236" y="804341"/>
                </a:lnTo>
                <a:lnTo>
                  <a:pt x="723977" y="804982"/>
                </a:lnTo>
                <a:lnTo>
                  <a:pt x="723727" y="805632"/>
                </a:lnTo>
                <a:lnTo>
                  <a:pt x="723483" y="806290"/>
                </a:lnTo>
                <a:lnTo>
                  <a:pt x="723249" y="806942"/>
                </a:lnTo>
                <a:lnTo>
                  <a:pt x="723024" y="807600"/>
                </a:lnTo>
                <a:lnTo>
                  <a:pt x="722810" y="808266"/>
                </a:lnTo>
                <a:lnTo>
                  <a:pt x="722605" y="808939"/>
                </a:lnTo>
                <a:lnTo>
                  <a:pt x="722410" y="809619"/>
                </a:lnTo>
                <a:lnTo>
                  <a:pt x="722226" y="810305"/>
                </a:lnTo>
                <a:lnTo>
                  <a:pt x="722051" y="810999"/>
                </a:lnTo>
                <a:lnTo>
                  <a:pt x="721886" y="811700"/>
                </a:lnTo>
                <a:lnTo>
                  <a:pt x="721732" y="812408"/>
                </a:lnTo>
                <a:lnTo>
                  <a:pt x="721587" y="813123"/>
                </a:lnTo>
                <a:lnTo>
                  <a:pt x="721452" y="813845"/>
                </a:lnTo>
                <a:lnTo>
                  <a:pt x="721328" y="814574"/>
                </a:lnTo>
                <a:lnTo>
                  <a:pt x="721213" y="815311"/>
                </a:lnTo>
                <a:lnTo>
                  <a:pt x="721108" y="816054"/>
                </a:lnTo>
                <a:lnTo>
                  <a:pt x="721013" y="816804"/>
                </a:lnTo>
                <a:lnTo>
                  <a:pt x="720928" y="817561"/>
                </a:lnTo>
                <a:lnTo>
                  <a:pt x="720854" y="818326"/>
                </a:lnTo>
                <a:lnTo>
                  <a:pt x="720789" y="819097"/>
                </a:lnTo>
                <a:lnTo>
                  <a:pt x="720734" y="819875"/>
                </a:lnTo>
                <a:lnTo>
                  <a:pt x="720689" y="820661"/>
                </a:lnTo>
                <a:lnTo>
                  <a:pt x="720654" y="821453"/>
                </a:lnTo>
                <a:lnTo>
                  <a:pt x="720629" y="822253"/>
                </a:lnTo>
                <a:lnTo>
                  <a:pt x="720614" y="823060"/>
                </a:lnTo>
                <a:lnTo>
                  <a:pt x="720609" y="823873"/>
                </a:lnTo>
                <a:lnTo>
                  <a:pt x="720609" y="827931"/>
                </a:lnTo>
                <a:lnTo>
                  <a:pt x="720614" y="828745"/>
                </a:lnTo>
                <a:lnTo>
                  <a:pt x="720629" y="829552"/>
                </a:lnTo>
                <a:lnTo>
                  <a:pt x="720654" y="830353"/>
                </a:lnTo>
                <a:lnTo>
                  <a:pt x="720689" y="831148"/>
                </a:lnTo>
                <a:lnTo>
                  <a:pt x="720734" y="831936"/>
                </a:lnTo>
                <a:lnTo>
                  <a:pt x="720789" y="832717"/>
                </a:lnTo>
                <a:lnTo>
                  <a:pt x="720854" y="833493"/>
                </a:lnTo>
                <a:lnTo>
                  <a:pt x="720928" y="834261"/>
                </a:lnTo>
                <a:lnTo>
                  <a:pt x="721013" y="835024"/>
                </a:lnTo>
                <a:lnTo>
                  <a:pt x="721108" y="835779"/>
                </a:lnTo>
                <a:lnTo>
                  <a:pt x="721213" y="836529"/>
                </a:lnTo>
                <a:lnTo>
                  <a:pt x="721328" y="837272"/>
                </a:lnTo>
                <a:lnTo>
                  <a:pt x="721452" y="838008"/>
                </a:lnTo>
                <a:lnTo>
                  <a:pt x="721587" y="838738"/>
                </a:lnTo>
                <a:lnTo>
                  <a:pt x="721732" y="839462"/>
                </a:lnTo>
                <a:lnTo>
                  <a:pt x="721886" y="840179"/>
                </a:lnTo>
                <a:lnTo>
                  <a:pt x="722051" y="840889"/>
                </a:lnTo>
                <a:lnTo>
                  <a:pt x="722226" y="841593"/>
                </a:lnTo>
                <a:lnTo>
                  <a:pt x="722410" y="842291"/>
                </a:lnTo>
                <a:lnTo>
                  <a:pt x="722605" y="842982"/>
                </a:lnTo>
                <a:lnTo>
                  <a:pt x="722810" y="843667"/>
                </a:lnTo>
                <a:lnTo>
                  <a:pt x="723024" y="844345"/>
                </a:lnTo>
                <a:lnTo>
                  <a:pt x="723249" y="845017"/>
                </a:lnTo>
                <a:lnTo>
                  <a:pt x="723483" y="845683"/>
                </a:lnTo>
                <a:lnTo>
                  <a:pt x="723727" y="846327"/>
                </a:lnTo>
                <a:lnTo>
                  <a:pt x="723977" y="846965"/>
                </a:lnTo>
                <a:lnTo>
                  <a:pt x="724236" y="847595"/>
                </a:lnTo>
                <a:lnTo>
                  <a:pt x="724502" y="848219"/>
                </a:lnTo>
                <a:lnTo>
                  <a:pt x="724776" y="848835"/>
                </a:lnTo>
                <a:lnTo>
                  <a:pt x="725058" y="849444"/>
                </a:lnTo>
                <a:lnTo>
                  <a:pt x="725347" y="850047"/>
                </a:lnTo>
                <a:lnTo>
                  <a:pt x="725644" y="850642"/>
                </a:lnTo>
                <a:lnTo>
                  <a:pt x="725948" y="851230"/>
                </a:lnTo>
                <a:lnTo>
                  <a:pt x="726260" y="851811"/>
                </a:lnTo>
                <a:lnTo>
                  <a:pt x="726580" y="852385"/>
                </a:lnTo>
                <a:lnTo>
                  <a:pt x="726907" y="852953"/>
                </a:lnTo>
                <a:lnTo>
                  <a:pt x="727242" y="853513"/>
                </a:lnTo>
                <a:lnTo>
                  <a:pt x="727584" y="854066"/>
                </a:lnTo>
                <a:lnTo>
                  <a:pt x="727934" y="854611"/>
                </a:lnTo>
                <a:lnTo>
                  <a:pt x="728292" y="855150"/>
                </a:lnTo>
                <a:lnTo>
                  <a:pt x="728658" y="855682"/>
                </a:lnTo>
                <a:lnTo>
                  <a:pt x="729031" y="856207"/>
                </a:lnTo>
                <a:lnTo>
                  <a:pt x="729411" y="856725"/>
                </a:lnTo>
                <a:lnTo>
                  <a:pt x="729800" y="857236"/>
                </a:lnTo>
                <a:lnTo>
                  <a:pt x="730196" y="857739"/>
                </a:lnTo>
                <a:lnTo>
                  <a:pt x="730599" y="858236"/>
                </a:lnTo>
                <a:lnTo>
                  <a:pt x="731010" y="858726"/>
                </a:lnTo>
                <a:lnTo>
                  <a:pt x="731429" y="859208"/>
                </a:lnTo>
                <a:lnTo>
                  <a:pt x="731869" y="859669"/>
                </a:lnTo>
                <a:lnTo>
                  <a:pt x="732315" y="860120"/>
                </a:lnTo>
                <a:lnTo>
                  <a:pt x="732766" y="860563"/>
                </a:lnTo>
                <a:lnTo>
                  <a:pt x="733223" y="860997"/>
                </a:lnTo>
                <a:lnTo>
                  <a:pt x="733687" y="861423"/>
                </a:lnTo>
                <a:lnTo>
                  <a:pt x="734156" y="861839"/>
                </a:lnTo>
                <a:lnTo>
                  <a:pt x="734630" y="862247"/>
                </a:lnTo>
                <a:lnTo>
                  <a:pt x="735111" y="862646"/>
                </a:lnTo>
                <a:lnTo>
                  <a:pt x="735598" y="863036"/>
                </a:lnTo>
                <a:lnTo>
                  <a:pt x="736090" y="863417"/>
                </a:lnTo>
                <a:lnTo>
                  <a:pt x="736589" y="863790"/>
                </a:lnTo>
                <a:lnTo>
                  <a:pt x="737093" y="864153"/>
                </a:lnTo>
                <a:lnTo>
                  <a:pt x="737603" y="864508"/>
                </a:lnTo>
                <a:lnTo>
                  <a:pt x="738119" y="864854"/>
                </a:lnTo>
                <a:lnTo>
                  <a:pt x="738641" y="865191"/>
                </a:lnTo>
                <a:lnTo>
                  <a:pt x="739169" y="865520"/>
                </a:lnTo>
                <a:lnTo>
                  <a:pt x="739703" y="865840"/>
                </a:lnTo>
                <a:lnTo>
                  <a:pt x="740242" y="866150"/>
                </a:lnTo>
                <a:lnTo>
                  <a:pt x="740787" y="866452"/>
                </a:lnTo>
                <a:lnTo>
                  <a:pt x="741339" y="866746"/>
                </a:lnTo>
                <a:lnTo>
                  <a:pt x="741896" y="867030"/>
                </a:lnTo>
                <a:lnTo>
                  <a:pt x="742459" y="867306"/>
                </a:lnTo>
                <a:lnTo>
                  <a:pt x="743028" y="867573"/>
                </a:lnTo>
                <a:lnTo>
                  <a:pt x="743602" y="867831"/>
                </a:lnTo>
                <a:lnTo>
                  <a:pt x="744195" y="868079"/>
                </a:lnTo>
                <a:lnTo>
                  <a:pt x="744792" y="868317"/>
                </a:lnTo>
                <a:lnTo>
                  <a:pt x="745391" y="868544"/>
                </a:lnTo>
                <a:lnTo>
                  <a:pt x="745993" y="868760"/>
                </a:lnTo>
                <a:lnTo>
                  <a:pt x="746598" y="868966"/>
                </a:lnTo>
                <a:lnTo>
                  <a:pt x="747205" y="869162"/>
                </a:lnTo>
                <a:lnTo>
                  <a:pt x="747816" y="869347"/>
                </a:lnTo>
                <a:lnTo>
                  <a:pt x="748430" y="869521"/>
                </a:lnTo>
                <a:lnTo>
                  <a:pt x="749047" y="869685"/>
                </a:lnTo>
                <a:lnTo>
                  <a:pt x="749666" y="869838"/>
                </a:lnTo>
                <a:lnTo>
                  <a:pt x="750289" y="869981"/>
                </a:lnTo>
                <a:lnTo>
                  <a:pt x="750914" y="870113"/>
                </a:lnTo>
                <a:lnTo>
                  <a:pt x="751543" y="870234"/>
                </a:lnTo>
                <a:lnTo>
                  <a:pt x="752174" y="870345"/>
                </a:lnTo>
                <a:lnTo>
                  <a:pt x="752808" y="870446"/>
                </a:lnTo>
                <a:lnTo>
                  <a:pt x="753446" y="870536"/>
                </a:lnTo>
                <a:lnTo>
                  <a:pt x="754086" y="870615"/>
                </a:lnTo>
                <a:lnTo>
                  <a:pt x="754729" y="870684"/>
                </a:lnTo>
                <a:lnTo>
                  <a:pt x="755375" y="870742"/>
                </a:lnTo>
                <a:lnTo>
                  <a:pt x="756024" y="870789"/>
                </a:lnTo>
                <a:lnTo>
                  <a:pt x="756676" y="870826"/>
                </a:lnTo>
                <a:lnTo>
                  <a:pt x="757331" y="870853"/>
                </a:lnTo>
                <a:lnTo>
                  <a:pt x="757989" y="870868"/>
                </a:lnTo>
                <a:lnTo>
                  <a:pt x="758649" y="870874"/>
                </a:lnTo>
                <a:lnTo>
                  <a:pt x="760678" y="870874"/>
                </a:lnTo>
                <a:lnTo>
                  <a:pt x="761533" y="870867"/>
                </a:lnTo>
                <a:lnTo>
                  <a:pt x="762380" y="870846"/>
                </a:lnTo>
                <a:lnTo>
                  <a:pt x="763219" y="870810"/>
                </a:lnTo>
                <a:lnTo>
                  <a:pt x="764050" y="870761"/>
                </a:lnTo>
                <a:lnTo>
                  <a:pt x="764872" y="870698"/>
                </a:lnTo>
                <a:lnTo>
                  <a:pt x="765687" y="870620"/>
                </a:lnTo>
                <a:lnTo>
                  <a:pt x="766493" y="870529"/>
                </a:lnTo>
                <a:close/>
                <a:moveTo>
                  <a:pt x="701232" y="890993"/>
                </a:moveTo>
                <a:lnTo>
                  <a:pt x="701232" y="878820"/>
                </a:lnTo>
                <a:lnTo>
                  <a:pt x="616699" y="878820"/>
                </a:lnTo>
                <a:lnTo>
                  <a:pt x="616699" y="890993"/>
                </a:lnTo>
                <a:lnTo>
                  <a:pt x="701232" y="890993"/>
                </a:lnTo>
                <a:close/>
                <a:moveTo>
                  <a:pt x="678859" y="1119875"/>
                </a:moveTo>
                <a:lnTo>
                  <a:pt x="679380" y="1119835"/>
                </a:lnTo>
                <a:lnTo>
                  <a:pt x="679902" y="1119790"/>
                </a:lnTo>
                <a:lnTo>
                  <a:pt x="680423" y="1119741"/>
                </a:lnTo>
                <a:lnTo>
                  <a:pt x="680944" y="1119687"/>
                </a:lnTo>
                <a:lnTo>
                  <a:pt x="681466" y="1119628"/>
                </a:lnTo>
                <a:lnTo>
                  <a:pt x="681987" y="1119565"/>
                </a:lnTo>
                <a:lnTo>
                  <a:pt x="682508" y="1119497"/>
                </a:lnTo>
                <a:lnTo>
                  <a:pt x="683030" y="1119424"/>
                </a:lnTo>
                <a:lnTo>
                  <a:pt x="683551" y="1119347"/>
                </a:lnTo>
                <a:lnTo>
                  <a:pt x="684072" y="1119264"/>
                </a:lnTo>
                <a:lnTo>
                  <a:pt x="684593" y="1119178"/>
                </a:lnTo>
                <a:lnTo>
                  <a:pt x="685115" y="1119086"/>
                </a:lnTo>
                <a:lnTo>
                  <a:pt x="685636" y="1118990"/>
                </a:lnTo>
                <a:lnTo>
                  <a:pt x="686157" y="1118889"/>
                </a:lnTo>
                <a:lnTo>
                  <a:pt x="686679" y="1118783"/>
                </a:lnTo>
                <a:lnTo>
                  <a:pt x="687200" y="1118673"/>
                </a:lnTo>
                <a:lnTo>
                  <a:pt x="687717" y="1118572"/>
                </a:lnTo>
                <a:lnTo>
                  <a:pt x="688227" y="1118467"/>
                </a:lnTo>
                <a:lnTo>
                  <a:pt x="688729" y="1118358"/>
                </a:lnTo>
                <a:lnTo>
                  <a:pt x="689224" y="1118245"/>
                </a:lnTo>
                <a:lnTo>
                  <a:pt x="689711" y="1118128"/>
                </a:lnTo>
                <a:lnTo>
                  <a:pt x="690190" y="1118007"/>
                </a:lnTo>
                <a:lnTo>
                  <a:pt x="690662" y="1117882"/>
                </a:lnTo>
                <a:lnTo>
                  <a:pt x="691126" y="1117752"/>
                </a:lnTo>
                <a:lnTo>
                  <a:pt x="691582" y="1117619"/>
                </a:lnTo>
                <a:lnTo>
                  <a:pt x="692031" y="1117481"/>
                </a:lnTo>
                <a:lnTo>
                  <a:pt x="692472" y="1117339"/>
                </a:lnTo>
                <a:lnTo>
                  <a:pt x="692906" y="1117193"/>
                </a:lnTo>
                <a:lnTo>
                  <a:pt x="693332" y="1117043"/>
                </a:lnTo>
                <a:lnTo>
                  <a:pt x="693750" y="1116889"/>
                </a:lnTo>
                <a:lnTo>
                  <a:pt x="694161" y="1116731"/>
                </a:lnTo>
                <a:lnTo>
                  <a:pt x="694564" y="1116569"/>
                </a:lnTo>
                <a:lnTo>
                  <a:pt x="694959" y="1116402"/>
                </a:lnTo>
                <a:lnTo>
                  <a:pt x="695347" y="1116232"/>
                </a:lnTo>
                <a:lnTo>
                  <a:pt x="695727" y="1116057"/>
                </a:lnTo>
                <a:lnTo>
                  <a:pt x="696099" y="1115878"/>
                </a:lnTo>
                <a:lnTo>
                  <a:pt x="696464" y="1115696"/>
                </a:lnTo>
                <a:lnTo>
                  <a:pt x="696821" y="1115509"/>
                </a:lnTo>
                <a:lnTo>
                  <a:pt x="697171" y="1115318"/>
                </a:lnTo>
                <a:lnTo>
                  <a:pt x="697513" y="1115122"/>
                </a:lnTo>
                <a:lnTo>
                  <a:pt x="697513" y="1102104"/>
                </a:lnTo>
                <a:lnTo>
                  <a:pt x="697215" y="1102245"/>
                </a:lnTo>
                <a:lnTo>
                  <a:pt x="696913" y="1102385"/>
                </a:lnTo>
                <a:lnTo>
                  <a:pt x="696607" y="1102524"/>
                </a:lnTo>
                <a:lnTo>
                  <a:pt x="696297" y="1102663"/>
                </a:lnTo>
                <a:lnTo>
                  <a:pt x="695982" y="1102801"/>
                </a:lnTo>
                <a:lnTo>
                  <a:pt x="695664" y="1102939"/>
                </a:lnTo>
                <a:lnTo>
                  <a:pt x="695341" y="1103076"/>
                </a:lnTo>
                <a:lnTo>
                  <a:pt x="695014" y="1103213"/>
                </a:lnTo>
                <a:lnTo>
                  <a:pt x="694684" y="1103348"/>
                </a:lnTo>
                <a:lnTo>
                  <a:pt x="694349" y="1103484"/>
                </a:lnTo>
                <a:lnTo>
                  <a:pt x="694010" y="1103618"/>
                </a:lnTo>
                <a:lnTo>
                  <a:pt x="693667" y="1103753"/>
                </a:lnTo>
                <a:lnTo>
                  <a:pt x="693319" y="1103886"/>
                </a:lnTo>
                <a:lnTo>
                  <a:pt x="692968" y="1104019"/>
                </a:lnTo>
                <a:lnTo>
                  <a:pt x="692613" y="1104151"/>
                </a:lnTo>
                <a:lnTo>
                  <a:pt x="692253" y="1104283"/>
                </a:lnTo>
                <a:lnTo>
                  <a:pt x="691889" y="1104414"/>
                </a:lnTo>
                <a:lnTo>
                  <a:pt x="691522" y="1104545"/>
                </a:lnTo>
                <a:lnTo>
                  <a:pt x="691150" y="1104675"/>
                </a:lnTo>
                <a:lnTo>
                  <a:pt x="690774" y="1104805"/>
                </a:lnTo>
                <a:lnTo>
                  <a:pt x="690394" y="1104933"/>
                </a:lnTo>
                <a:lnTo>
                  <a:pt x="690009" y="1105062"/>
                </a:lnTo>
                <a:lnTo>
                  <a:pt x="689621" y="1105189"/>
                </a:lnTo>
                <a:lnTo>
                  <a:pt x="689229" y="1105316"/>
                </a:lnTo>
                <a:lnTo>
                  <a:pt x="688847" y="1105427"/>
                </a:lnTo>
                <a:lnTo>
                  <a:pt x="688462" y="1105533"/>
                </a:lnTo>
                <a:lnTo>
                  <a:pt x="688074" y="1105634"/>
                </a:lnTo>
                <a:lnTo>
                  <a:pt x="687684" y="1105730"/>
                </a:lnTo>
                <a:lnTo>
                  <a:pt x="687290" y="1105821"/>
                </a:lnTo>
                <a:lnTo>
                  <a:pt x="686893" y="1105908"/>
                </a:lnTo>
                <a:lnTo>
                  <a:pt x="686494" y="1105990"/>
                </a:lnTo>
                <a:lnTo>
                  <a:pt x="686091" y="1106068"/>
                </a:lnTo>
                <a:lnTo>
                  <a:pt x="685686" y="1106141"/>
                </a:lnTo>
                <a:lnTo>
                  <a:pt x="685278" y="1106209"/>
                </a:lnTo>
                <a:lnTo>
                  <a:pt x="684867" y="1106272"/>
                </a:lnTo>
                <a:lnTo>
                  <a:pt x="684452" y="1106331"/>
                </a:lnTo>
                <a:lnTo>
                  <a:pt x="684035" y="1106385"/>
                </a:lnTo>
                <a:lnTo>
                  <a:pt x="683615" y="1106434"/>
                </a:lnTo>
                <a:lnTo>
                  <a:pt x="683192" y="1106479"/>
                </a:lnTo>
                <a:lnTo>
                  <a:pt x="682767" y="1106519"/>
                </a:lnTo>
                <a:lnTo>
                  <a:pt x="682338" y="1106554"/>
                </a:lnTo>
                <a:lnTo>
                  <a:pt x="681906" y="1106585"/>
                </a:lnTo>
                <a:lnTo>
                  <a:pt x="681471" y="1106610"/>
                </a:lnTo>
                <a:lnTo>
                  <a:pt x="681034" y="1106631"/>
                </a:lnTo>
                <a:lnTo>
                  <a:pt x="680593" y="1106648"/>
                </a:lnTo>
                <a:lnTo>
                  <a:pt x="680150" y="1106660"/>
                </a:lnTo>
                <a:lnTo>
                  <a:pt x="679703" y="1106667"/>
                </a:lnTo>
                <a:lnTo>
                  <a:pt x="679254" y="1106669"/>
                </a:lnTo>
                <a:lnTo>
                  <a:pt x="678680" y="1106666"/>
                </a:lnTo>
                <a:lnTo>
                  <a:pt x="678115" y="1106657"/>
                </a:lnTo>
                <a:lnTo>
                  <a:pt x="677558" y="1106643"/>
                </a:lnTo>
                <a:lnTo>
                  <a:pt x="677009" y="1106622"/>
                </a:lnTo>
                <a:lnTo>
                  <a:pt x="676468" y="1106596"/>
                </a:lnTo>
                <a:lnTo>
                  <a:pt x="675936" y="1106563"/>
                </a:lnTo>
                <a:lnTo>
                  <a:pt x="675412" y="1106525"/>
                </a:lnTo>
                <a:lnTo>
                  <a:pt x="674896" y="1106481"/>
                </a:lnTo>
                <a:lnTo>
                  <a:pt x="674388" y="1106431"/>
                </a:lnTo>
                <a:lnTo>
                  <a:pt x="673888" y="1106375"/>
                </a:lnTo>
                <a:lnTo>
                  <a:pt x="673397" y="1106314"/>
                </a:lnTo>
                <a:lnTo>
                  <a:pt x="672914" y="1106246"/>
                </a:lnTo>
                <a:lnTo>
                  <a:pt x="672439" y="1106173"/>
                </a:lnTo>
                <a:lnTo>
                  <a:pt x="671972" y="1106094"/>
                </a:lnTo>
                <a:lnTo>
                  <a:pt x="671514" y="1106009"/>
                </a:lnTo>
                <a:lnTo>
                  <a:pt x="671063" y="1105918"/>
                </a:lnTo>
                <a:lnTo>
                  <a:pt x="670621" y="1105821"/>
                </a:lnTo>
                <a:lnTo>
                  <a:pt x="670187" y="1105718"/>
                </a:lnTo>
                <a:lnTo>
                  <a:pt x="669762" y="1105609"/>
                </a:lnTo>
                <a:lnTo>
                  <a:pt x="669344" y="1105495"/>
                </a:lnTo>
                <a:lnTo>
                  <a:pt x="668935" y="1105374"/>
                </a:lnTo>
                <a:lnTo>
                  <a:pt x="668534" y="1105248"/>
                </a:lnTo>
                <a:lnTo>
                  <a:pt x="668142" y="1105116"/>
                </a:lnTo>
                <a:lnTo>
                  <a:pt x="667757" y="1104978"/>
                </a:lnTo>
                <a:lnTo>
                  <a:pt x="667381" y="1104834"/>
                </a:lnTo>
                <a:lnTo>
                  <a:pt x="667012" y="1104682"/>
                </a:lnTo>
                <a:lnTo>
                  <a:pt x="666650" y="1104524"/>
                </a:lnTo>
                <a:lnTo>
                  <a:pt x="666297" y="1104358"/>
                </a:lnTo>
                <a:lnTo>
                  <a:pt x="665951" y="1104186"/>
                </a:lnTo>
                <a:lnTo>
                  <a:pt x="665612" y="1104006"/>
                </a:lnTo>
                <a:lnTo>
                  <a:pt x="665281" y="1103819"/>
                </a:lnTo>
                <a:lnTo>
                  <a:pt x="664958" y="1103626"/>
                </a:lnTo>
                <a:lnTo>
                  <a:pt x="664643" y="1103425"/>
                </a:lnTo>
                <a:lnTo>
                  <a:pt x="664335" y="1103217"/>
                </a:lnTo>
                <a:lnTo>
                  <a:pt x="664034" y="1103002"/>
                </a:lnTo>
                <a:lnTo>
                  <a:pt x="663742" y="1102780"/>
                </a:lnTo>
                <a:lnTo>
                  <a:pt x="663457" y="1102552"/>
                </a:lnTo>
                <a:lnTo>
                  <a:pt x="663179" y="1102316"/>
                </a:lnTo>
                <a:lnTo>
                  <a:pt x="662910" y="1102073"/>
                </a:lnTo>
                <a:lnTo>
                  <a:pt x="662648" y="1101822"/>
                </a:lnTo>
                <a:lnTo>
                  <a:pt x="662393" y="1101565"/>
                </a:lnTo>
                <a:lnTo>
                  <a:pt x="662146" y="1101301"/>
                </a:lnTo>
                <a:lnTo>
                  <a:pt x="661907" y="1101030"/>
                </a:lnTo>
                <a:lnTo>
                  <a:pt x="661675" y="1100752"/>
                </a:lnTo>
                <a:lnTo>
                  <a:pt x="661451" y="1100466"/>
                </a:lnTo>
                <a:lnTo>
                  <a:pt x="661235" y="1100174"/>
                </a:lnTo>
                <a:lnTo>
                  <a:pt x="661026" y="1099875"/>
                </a:lnTo>
                <a:lnTo>
                  <a:pt x="660825" y="1099568"/>
                </a:lnTo>
                <a:lnTo>
                  <a:pt x="660632" y="1099255"/>
                </a:lnTo>
                <a:lnTo>
                  <a:pt x="660447" y="1098934"/>
                </a:lnTo>
                <a:lnTo>
                  <a:pt x="660271" y="1098607"/>
                </a:lnTo>
                <a:lnTo>
                  <a:pt x="660102" y="1098272"/>
                </a:lnTo>
                <a:lnTo>
                  <a:pt x="659942" y="1097930"/>
                </a:lnTo>
                <a:lnTo>
                  <a:pt x="659790" y="1097582"/>
                </a:lnTo>
                <a:lnTo>
                  <a:pt x="659646" y="1097226"/>
                </a:lnTo>
                <a:lnTo>
                  <a:pt x="659510" y="1096863"/>
                </a:lnTo>
                <a:lnTo>
                  <a:pt x="659383" y="1096493"/>
                </a:lnTo>
                <a:lnTo>
                  <a:pt x="659264" y="1096116"/>
                </a:lnTo>
                <a:lnTo>
                  <a:pt x="659153" y="1095733"/>
                </a:lnTo>
                <a:lnTo>
                  <a:pt x="659050" y="1095342"/>
                </a:lnTo>
                <a:lnTo>
                  <a:pt x="658956" y="1094944"/>
                </a:lnTo>
                <a:lnTo>
                  <a:pt x="658869" y="1094539"/>
                </a:lnTo>
                <a:lnTo>
                  <a:pt x="658791" y="1094126"/>
                </a:lnTo>
                <a:lnTo>
                  <a:pt x="658721" y="1093707"/>
                </a:lnTo>
                <a:lnTo>
                  <a:pt x="658660" y="1093281"/>
                </a:lnTo>
                <a:lnTo>
                  <a:pt x="658606" y="1092848"/>
                </a:lnTo>
                <a:lnTo>
                  <a:pt x="658561" y="1092408"/>
                </a:lnTo>
                <a:lnTo>
                  <a:pt x="658524" y="1091960"/>
                </a:lnTo>
                <a:lnTo>
                  <a:pt x="658495" y="1091506"/>
                </a:lnTo>
                <a:lnTo>
                  <a:pt x="658475" y="1091044"/>
                </a:lnTo>
                <a:lnTo>
                  <a:pt x="658463" y="1090576"/>
                </a:lnTo>
                <a:lnTo>
                  <a:pt x="658458" y="1090100"/>
                </a:lnTo>
                <a:lnTo>
                  <a:pt x="658458" y="1045129"/>
                </a:lnTo>
                <a:lnTo>
                  <a:pt x="697513" y="1045129"/>
                </a:lnTo>
                <a:lnTo>
                  <a:pt x="697513" y="1031941"/>
                </a:lnTo>
                <a:lnTo>
                  <a:pt x="658458" y="1031941"/>
                </a:lnTo>
                <a:lnTo>
                  <a:pt x="658458" y="1004383"/>
                </a:lnTo>
                <a:lnTo>
                  <a:pt x="647976" y="1004383"/>
                </a:lnTo>
                <a:lnTo>
                  <a:pt x="642059" y="1031941"/>
                </a:lnTo>
                <a:lnTo>
                  <a:pt x="616530" y="1031941"/>
                </a:lnTo>
                <a:lnTo>
                  <a:pt x="616530" y="1045129"/>
                </a:lnTo>
                <a:lnTo>
                  <a:pt x="641552" y="1045129"/>
                </a:lnTo>
                <a:lnTo>
                  <a:pt x="641552" y="1091453"/>
                </a:lnTo>
                <a:lnTo>
                  <a:pt x="641567" y="1092706"/>
                </a:lnTo>
                <a:lnTo>
                  <a:pt x="641614" y="1093930"/>
                </a:lnTo>
                <a:lnTo>
                  <a:pt x="641692" y="1095125"/>
                </a:lnTo>
                <a:lnTo>
                  <a:pt x="641801" y="1096290"/>
                </a:lnTo>
                <a:lnTo>
                  <a:pt x="641941" y="1097426"/>
                </a:lnTo>
                <a:lnTo>
                  <a:pt x="642112" y="1098533"/>
                </a:lnTo>
                <a:lnTo>
                  <a:pt x="642314" y="1099610"/>
                </a:lnTo>
                <a:lnTo>
                  <a:pt x="642547" y="1100658"/>
                </a:lnTo>
                <a:lnTo>
                  <a:pt x="642812" y="1101676"/>
                </a:lnTo>
                <a:lnTo>
                  <a:pt x="643107" y="1102665"/>
                </a:lnTo>
                <a:lnTo>
                  <a:pt x="643434" y="1103625"/>
                </a:lnTo>
                <a:lnTo>
                  <a:pt x="643792" y="1104556"/>
                </a:lnTo>
                <a:lnTo>
                  <a:pt x="644181" y="1105457"/>
                </a:lnTo>
                <a:lnTo>
                  <a:pt x="644601" y="1106329"/>
                </a:lnTo>
                <a:lnTo>
                  <a:pt x="645052" y="1107171"/>
                </a:lnTo>
                <a:lnTo>
                  <a:pt x="645534" y="1107984"/>
                </a:lnTo>
                <a:lnTo>
                  <a:pt x="646048" y="1108768"/>
                </a:lnTo>
                <a:lnTo>
                  <a:pt x="646592" y="1109522"/>
                </a:lnTo>
                <a:lnTo>
                  <a:pt x="647168" y="1110247"/>
                </a:lnTo>
                <a:lnTo>
                  <a:pt x="647774" y="1110943"/>
                </a:lnTo>
                <a:lnTo>
                  <a:pt x="648412" y="1111609"/>
                </a:lnTo>
                <a:lnTo>
                  <a:pt x="649081" y="1112246"/>
                </a:lnTo>
                <a:lnTo>
                  <a:pt x="649781" y="1112853"/>
                </a:lnTo>
                <a:lnTo>
                  <a:pt x="650512" y="1113432"/>
                </a:lnTo>
                <a:lnTo>
                  <a:pt x="651270" y="1113970"/>
                </a:lnTo>
                <a:lnTo>
                  <a:pt x="652049" y="1114485"/>
                </a:lnTo>
                <a:lnTo>
                  <a:pt x="652850" y="1114977"/>
                </a:lnTo>
                <a:lnTo>
                  <a:pt x="653673" y="1115446"/>
                </a:lnTo>
                <a:lnTo>
                  <a:pt x="654517" y="1115893"/>
                </a:lnTo>
                <a:lnTo>
                  <a:pt x="655384" y="1116316"/>
                </a:lnTo>
                <a:lnTo>
                  <a:pt x="656271" y="1116717"/>
                </a:lnTo>
                <a:lnTo>
                  <a:pt x="657181" y="1117095"/>
                </a:lnTo>
                <a:lnTo>
                  <a:pt x="658112" y="1117450"/>
                </a:lnTo>
                <a:lnTo>
                  <a:pt x="659065" y="1117782"/>
                </a:lnTo>
                <a:lnTo>
                  <a:pt x="660040" y="1118091"/>
                </a:lnTo>
                <a:lnTo>
                  <a:pt x="661037" y="1118377"/>
                </a:lnTo>
                <a:lnTo>
                  <a:pt x="662055" y="1118640"/>
                </a:lnTo>
                <a:lnTo>
                  <a:pt x="663095" y="1118881"/>
                </a:lnTo>
                <a:lnTo>
                  <a:pt x="664157" y="1119098"/>
                </a:lnTo>
                <a:lnTo>
                  <a:pt x="665240" y="1119293"/>
                </a:lnTo>
                <a:lnTo>
                  <a:pt x="666345" y="1119464"/>
                </a:lnTo>
                <a:lnTo>
                  <a:pt x="667472" y="1119613"/>
                </a:lnTo>
                <a:lnTo>
                  <a:pt x="668620" y="1119739"/>
                </a:lnTo>
                <a:lnTo>
                  <a:pt x="669791" y="1119842"/>
                </a:lnTo>
                <a:lnTo>
                  <a:pt x="670983" y="1119922"/>
                </a:lnTo>
                <a:lnTo>
                  <a:pt x="672196" y="1119980"/>
                </a:lnTo>
                <a:lnTo>
                  <a:pt x="673432" y="1120014"/>
                </a:lnTo>
                <a:lnTo>
                  <a:pt x="674689" y="1120025"/>
                </a:lnTo>
                <a:lnTo>
                  <a:pt x="675210" y="1120023"/>
                </a:lnTo>
                <a:lnTo>
                  <a:pt x="675731" y="1120016"/>
                </a:lnTo>
                <a:lnTo>
                  <a:pt x="676253" y="1120004"/>
                </a:lnTo>
                <a:lnTo>
                  <a:pt x="676774" y="1119988"/>
                </a:lnTo>
                <a:lnTo>
                  <a:pt x="677295" y="1119967"/>
                </a:lnTo>
                <a:lnTo>
                  <a:pt x="677817" y="1119941"/>
                </a:lnTo>
                <a:lnTo>
                  <a:pt x="678338" y="1119910"/>
                </a:lnTo>
                <a:lnTo>
                  <a:pt x="678859" y="1119875"/>
                </a:lnTo>
                <a:close/>
                <a:moveTo>
                  <a:pt x="520999" y="1055304"/>
                </a:moveTo>
                <a:lnTo>
                  <a:pt x="521017" y="1055417"/>
                </a:lnTo>
                <a:lnTo>
                  <a:pt x="521035" y="1055536"/>
                </a:lnTo>
                <a:lnTo>
                  <a:pt x="521054" y="1055661"/>
                </a:lnTo>
                <a:lnTo>
                  <a:pt x="521074" y="1055793"/>
                </a:lnTo>
                <a:lnTo>
                  <a:pt x="521094" y="1055931"/>
                </a:lnTo>
                <a:lnTo>
                  <a:pt x="521115" y="1056076"/>
                </a:lnTo>
                <a:lnTo>
                  <a:pt x="521137" y="1056227"/>
                </a:lnTo>
                <a:lnTo>
                  <a:pt x="521159" y="1056385"/>
                </a:lnTo>
                <a:lnTo>
                  <a:pt x="521181" y="1056549"/>
                </a:lnTo>
                <a:lnTo>
                  <a:pt x="521204" y="1056719"/>
                </a:lnTo>
                <a:lnTo>
                  <a:pt x="521228" y="1056896"/>
                </a:lnTo>
                <a:lnTo>
                  <a:pt x="521253" y="1057080"/>
                </a:lnTo>
                <a:lnTo>
                  <a:pt x="521277" y="1057269"/>
                </a:lnTo>
                <a:lnTo>
                  <a:pt x="521303" y="1057466"/>
                </a:lnTo>
                <a:lnTo>
                  <a:pt x="521329" y="1057669"/>
                </a:lnTo>
                <a:lnTo>
                  <a:pt x="521356" y="1057878"/>
                </a:lnTo>
                <a:lnTo>
                  <a:pt x="521383" y="1058094"/>
                </a:lnTo>
                <a:lnTo>
                  <a:pt x="521411" y="1058316"/>
                </a:lnTo>
                <a:lnTo>
                  <a:pt x="536965" y="1058316"/>
                </a:lnTo>
                <a:lnTo>
                  <a:pt x="536965" y="1056287"/>
                </a:lnTo>
                <a:lnTo>
                  <a:pt x="536974" y="1055729"/>
                </a:lnTo>
                <a:lnTo>
                  <a:pt x="536999" y="1055181"/>
                </a:lnTo>
                <a:lnTo>
                  <a:pt x="537042" y="1054644"/>
                </a:lnTo>
                <a:lnTo>
                  <a:pt x="537101" y="1054117"/>
                </a:lnTo>
                <a:lnTo>
                  <a:pt x="537178" y="1053601"/>
                </a:lnTo>
                <a:lnTo>
                  <a:pt x="537272" y="1053096"/>
                </a:lnTo>
                <a:lnTo>
                  <a:pt x="537382" y="1052601"/>
                </a:lnTo>
                <a:lnTo>
                  <a:pt x="537510" y="1052117"/>
                </a:lnTo>
                <a:lnTo>
                  <a:pt x="537655" y="1051643"/>
                </a:lnTo>
                <a:lnTo>
                  <a:pt x="537816" y="1051180"/>
                </a:lnTo>
                <a:lnTo>
                  <a:pt x="537995" y="1050727"/>
                </a:lnTo>
                <a:lnTo>
                  <a:pt x="538191" y="1050285"/>
                </a:lnTo>
                <a:lnTo>
                  <a:pt x="538404" y="1049854"/>
                </a:lnTo>
                <a:lnTo>
                  <a:pt x="538634" y="1049433"/>
                </a:lnTo>
                <a:lnTo>
                  <a:pt x="538880" y="1049022"/>
                </a:lnTo>
                <a:lnTo>
                  <a:pt x="539144" y="1048623"/>
                </a:lnTo>
                <a:lnTo>
                  <a:pt x="539425" y="1048233"/>
                </a:lnTo>
                <a:lnTo>
                  <a:pt x="539723" y="1047855"/>
                </a:lnTo>
                <a:lnTo>
                  <a:pt x="540038" y="1047487"/>
                </a:lnTo>
                <a:lnTo>
                  <a:pt x="540370" y="1047129"/>
                </a:lnTo>
                <a:lnTo>
                  <a:pt x="540719" y="1046782"/>
                </a:lnTo>
                <a:lnTo>
                  <a:pt x="541085" y="1046446"/>
                </a:lnTo>
                <a:lnTo>
                  <a:pt x="541468" y="1046120"/>
                </a:lnTo>
                <a:lnTo>
                  <a:pt x="541868" y="1045805"/>
                </a:lnTo>
                <a:lnTo>
                  <a:pt x="542284" y="1045501"/>
                </a:lnTo>
                <a:lnTo>
                  <a:pt x="542713" y="1045211"/>
                </a:lnTo>
                <a:lnTo>
                  <a:pt x="543157" y="1044933"/>
                </a:lnTo>
                <a:lnTo>
                  <a:pt x="543615" y="1044668"/>
                </a:lnTo>
                <a:lnTo>
                  <a:pt x="544087" y="1044416"/>
                </a:lnTo>
                <a:lnTo>
                  <a:pt x="544573" y="1044177"/>
                </a:lnTo>
                <a:lnTo>
                  <a:pt x="545073" y="1043951"/>
                </a:lnTo>
                <a:lnTo>
                  <a:pt x="545588" y="1043738"/>
                </a:lnTo>
                <a:lnTo>
                  <a:pt x="546116" y="1043538"/>
                </a:lnTo>
                <a:lnTo>
                  <a:pt x="546658" y="1043351"/>
                </a:lnTo>
                <a:lnTo>
                  <a:pt x="547215" y="1043177"/>
                </a:lnTo>
                <a:lnTo>
                  <a:pt x="547785" y="1043015"/>
                </a:lnTo>
                <a:lnTo>
                  <a:pt x="548370" y="1042867"/>
                </a:lnTo>
                <a:lnTo>
                  <a:pt x="548969" y="1042731"/>
                </a:lnTo>
                <a:lnTo>
                  <a:pt x="549582" y="1042608"/>
                </a:lnTo>
                <a:lnTo>
                  <a:pt x="550209" y="1042499"/>
                </a:lnTo>
                <a:lnTo>
                  <a:pt x="550850" y="1042402"/>
                </a:lnTo>
                <a:lnTo>
                  <a:pt x="551505" y="1042318"/>
                </a:lnTo>
                <a:lnTo>
                  <a:pt x="552174" y="1042247"/>
                </a:lnTo>
                <a:lnTo>
                  <a:pt x="552857" y="1042189"/>
                </a:lnTo>
                <a:lnTo>
                  <a:pt x="553555" y="1042143"/>
                </a:lnTo>
                <a:lnTo>
                  <a:pt x="554266" y="1042111"/>
                </a:lnTo>
                <a:lnTo>
                  <a:pt x="554992" y="1042092"/>
                </a:lnTo>
                <a:lnTo>
                  <a:pt x="555732" y="1042085"/>
                </a:lnTo>
                <a:lnTo>
                  <a:pt x="556539" y="1042092"/>
                </a:lnTo>
                <a:lnTo>
                  <a:pt x="557326" y="1042111"/>
                </a:lnTo>
                <a:lnTo>
                  <a:pt x="558093" y="1042143"/>
                </a:lnTo>
                <a:lnTo>
                  <a:pt x="558841" y="1042189"/>
                </a:lnTo>
                <a:lnTo>
                  <a:pt x="559568" y="1042247"/>
                </a:lnTo>
                <a:lnTo>
                  <a:pt x="560275" y="1042318"/>
                </a:lnTo>
                <a:lnTo>
                  <a:pt x="560963" y="1042402"/>
                </a:lnTo>
                <a:lnTo>
                  <a:pt x="561630" y="1042499"/>
                </a:lnTo>
                <a:lnTo>
                  <a:pt x="562278" y="1042608"/>
                </a:lnTo>
                <a:lnTo>
                  <a:pt x="562905" y="1042731"/>
                </a:lnTo>
                <a:lnTo>
                  <a:pt x="563513" y="1042867"/>
                </a:lnTo>
                <a:lnTo>
                  <a:pt x="564100" y="1043015"/>
                </a:lnTo>
                <a:lnTo>
                  <a:pt x="564668" y="1043177"/>
                </a:lnTo>
                <a:lnTo>
                  <a:pt x="565216" y="1043351"/>
                </a:lnTo>
                <a:lnTo>
                  <a:pt x="565744" y="1043538"/>
                </a:lnTo>
                <a:lnTo>
                  <a:pt x="566251" y="1043738"/>
                </a:lnTo>
                <a:lnTo>
                  <a:pt x="566739" y="1043951"/>
                </a:lnTo>
                <a:lnTo>
                  <a:pt x="567207" y="1044177"/>
                </a:lnTo>
                <a:lnTo>
                  <a:pt x="567655" y="1044416"/>
                </a:lnTo>
                <a:lnTo>
                  <a:pt x="568083" y="1044668"/>
                </a:lnTo>
                <a:lnTo>
                  <a:pt x="568491" y="1044933"/>
                </a:lnTo>
                <a:lnTo>
                  <a:pt x="568879" y="1045211"/>
                </a:lnTo>
                <a:lnTo>
                  <a:pt x="569247" y="1045501"/>
                </a:lnTo>
                <a:lnTo>
                  <a:pt x="569595" y="1045805"/>
                </a:lnTo>
                <a:lnTo>
                  <a:pt x="569940" y="1046122"/>
                </a:lnTo>
                <a:lnTo>
                  <a:pt x="570270" y="1046455"/>
                </a:lnTo>
                <a:lnTo>
                  <a:pt x="570586" y="1046803"/>
                </a:lnTo>
                <a:lnTo>
                  <a:pt x="570887" y="1047167"/>
                </a:lnTo>
                <a:lnTo>
                  <a:pt x="571173" y="1047545"/>
                </a:lnTo>
                <a:lnTo>
                  <a:pt x="571444" y="1047939"/>
                </a:lnTo>
                <a:lnTo>
                  <a:pt x="571701" y="1048349"/>
                </a:lnTo>
                <a:lnTo>
                  <a:pt x="571943" y="1048773"/>
                </a:lnTo>
                <a:lnTo>
                  <a:pt x="572171" y="1049213"/>
                </a:lnTo>
                <a:lnTo>
                  <a:pt x="572384" y="1049668"/>
                </a:lnTo>
                <a:lnTo>
                  <a:pt x="572582" y="1050138"/>
                </a:lnTo>
                <a:lnTo>
                  <a:pt x="572765" y="1050623"/>
                </a:lnTo>
                <a:lnTo>
                  <a:pt x="572934" y="1051124"/>
                </a:lnTo>
                <a:lnTo>
                  <a:pt x="573088" y="1051640"/>
                </a:lnTo>
                <a:lnTo>
                  <a:pt x="573227" y="1052171"/>
                </a:lnTo>
                <a:lnTo>
                  <a:pt x="573352" y="1052718"/>
                </a:lnTo>
                <a:lnTo>
                  <a:pt x="573462" y="1053280"/>
                </a:lnTo>
                <a:lnTo>
                  <a:pt x="573558" y="1053857"/>
                </a:lnTo>
                <a:lnTo>
                  <a:pt x="573638" y="1054449"/>
                </a:lnTo>
                <a:lnTo>
                  <a:pt x="573704" y="1055057"/>
                </a:lnTo>
                <a:lnTo>
                  <a:pt x="573756" y="1055679"/>
                </a:lnTo>
                <a:lnTo>
                  <a:pt x="573793" y="1056318"/>
                </a:lnTo>
                <a:lnTo>
                  <a:pt x="573815" y="1056971"/>
                </a:lnTo>
                <a:lnTo>
                  <a:pt x="573822" y="1057640"/>
                </a:lnTo>
                <a:lnTo>
                  <a:pt x="573822" y="1067107"/>
                </a:lnTo>
                <a:lnTo>
                  <a:pt x="572159" y="1067112"/>
                </a:lnTo>
                <a:lnTo>
                  <a:pt x="570523" y="1067127"/>
                </a:lnTo>
                <a:lnTo>
                  <a:pt x="568914" y="1067152"/>
                </a:lnTo>
                <a:lnTo>
                  <a:pt x="567332" y="1067187"/>
                </a:lnTo>
                <a:lnTo>
                  <a:pt x="565776" y="1067232"/>
                </a:lnTo>
                <a:lnTo>
                  <a:pt x="564248" y="1067287"/>
                </a:lnTo>
                <a:lnTo>
                  <a:pt x="562747" y="1067352"/>
                </a:lnTo>
                <a:lnTo>
                  <a:pt x="561273" y="1067427"/>
                </a:lnTo>
                <a:lnTo>
                  <a:pt x="559826" y="1067511"/>
                </a:lnTo>
                <a:lnTo>
                  <a:pt x="558406" y="1067606"/>
                </a:lnTo>
                <a:lnTo>
                  <a:pt x="557013" y="1067711"/>
                </a:lnTo>
                <a:lnTo>
                  <a:pt x="555647" y="1067826"/>
                </a:lnTo>
                <a:lnTo>
                  <a:pt x="554308" y="1067951"/>
                </a:lnTo>
                <a:lnTo>
                  <a:pt x="552996" y="1068085"/>
                </a:lnTo>
                <a:lnTo>
                  <a:pt x="551711" y="1068230"/>
                </a:lnTo>
                <a:lnTo>
                  <a:pt x="550453" y="1068385"/>
                </a:lnTo>
                <a:lnTo>
                  <a:pt x="549222" y="1068549"/>
                </a:lnTo>
                <a:lnTo>
                  <a:pt x="548018" y="1068724"/>
                </a:lnTo>
                <a:lnTo>
                  <a:pt x="546841" y="1068909"/>
                </a:lnTo>
                <a:lnTo>
                  <a:pt x="545691" y="1069103"/>
                </a:lnTo>
                <a:lnTo>
                  <a:pt x="544568" y="1069308"/>
                </a:lnTo>
                <a:lnTo>
                  <a:pt x="543472" y="1069522"/>
                </a:lnTo>
                <a:lnTo>
                  <a:pt x="542403" y="1069747"/>
                </a:lnTo>
                <a:lnTo>
                  <a:pt x="541361" y="1069981"/>
                </a:lnTo>
                <a:lnTo>
                  <a:pt x="540358" y="1070227"/>
                </a:lnTo>
                <a:lnTo>
                  <a:pt x="539378" y="1070484"/>
                </a:lnTo>
                <a:lnTo>
                  <a:pt x="538421" y="1070753"/>
                </a:lnTo>
                <a:lnTo>
                  <a:pt x="537487" y="1071033"/>
                </a:lnTo>
                <a:lnTo>
                  <a:pt x="536575" y="1071326"/>
                </a:lnTo>
                <a:lnTo>
                  <a:pt x="535687" y="1071630"/>
                </a:lnTo>
                <a:lnTo>
                  <a:pt x="534821" y="1071946"/>
                </a:lnTo>
                <a:lnTo>
                  <a:pt x="533978" y="1072273"/>
                </a:lnTo>
                <a:lnTo>
                  <a:pt x="533159" y="1072612"/>
                </a:lnTo>
                <a:lnTo>
                  <a:pt x="532362" y="1072964"/>
                </a:lnTo>
                <a:lnTo>
                  <a:pt x="531588" y="1073326"/>
                </a:lnTo>
                <a:lnTo>
                  <a:pt x="530837" y="1073701"/>
                </a:lnTo>
                <a:lnTo>
                  <a:pt x="530108" y="1074087"/>
                </a:lnTo>
                <a:lnTo>
                  <a:pt x="529403" y="1074485"/>
                </a:lnTo>
                <a:lnTo>
                  <a:pt x="528721" y="1074895"/>
                </a:lnTo>
                <a:lnTo>
                  <a:pt x="528061" y="1075316"/>
                </a:lnTo>
                <a:lnTo>
                  <a:pt x="527424" y="1075750"/>
                </a:lnTo>
                <a:lnTo>
                  <a:pt x="526811" y="1076195"/>
                </a:lnTo>
                <a:lnTo>
                  <a:pt x="526220" y="1076651"/>
                </a:lnTo>
                <a:lnTo>
                  <a:pt x="525652" y="1077120"/>
                </a:lnTo>
                <a:lnTo>
                  <a:pt x="525107" y="1077600"/>
                </a:lnTo>
                <a:lnTo>
                  <a:pt x="524585" y="1078092"/>
                </a:lnTo>
                <a:lnTo>
                  <a:pt x="524085" y="1078596"/>
                </a:lnTo>
                <a:lnTo>
                  <a:pt x="523609" y="1079111"/>
                </a:lnTo>
                <a:lnTo>
                  <a:pt x="523167" y="1079625"/>
                </a:lnTo>
                <a:lnTo>
                  <a:pt x="522745" y="1080154"/>
                </a:lnTo>
                <a:lnTo>
                  <a:pt x="522341" y="1080696"/>
                </a:lnTo>
                <a:lnTo>
                  <a:pt x="521956" y="1081253"/>
                </a:lnTo>
                <a:lnTo>
                  <a:pt x="521589" y="1081823"/>
                </a:lnTo>
                <a:lnTo>
                  <a:pt x="521242" y="1082408"/>
                </a:lnTo>
                <a:lnTo>
                  <a:pt x="520913" y="1083007"/>
                </a:lnTo>
                <a:lnTo>
                  <a:pt x="520603" y="1083620"/>
                </a:lnTo>
                <a:lnTo>
                  <a:pt x="520312" y="1084247"/>
                </a:lnTo>
                <a:lnTo>
                  <a:pt x="520040" y="1084888"/>
                </a:lnTo>
                <a:lnTo>
                  <a:pt x="519786" y="1085543"/>
                </a:lnTo>
                <a:lnTo>
                  <a:pt x="519551" y="1086212"/>
                </a:lnTo>
                <a:lnTo>
                  <a:pt x="519335" y="1086895"/>
                </a:lnTo>
                <a:lnTo>
                  <a:pt x="519138" y="1087593"/>
                </a:lnTo>
                <a:lnTo>
                  <a:pt x="518960" y="1088304"/>
                </a:lnTo>
                <a:lnTo>
                  <a:pt x="518800" y="1089030"/>
                </a:lnTo>
                <a:lnTo>
                  <a:pt x="518659" y="1089769"/>
                </a:lnTo>
                <a:lnTo>
                  <a:pt x="518537" y="1090523"/>
                </a:lnTo>
                <a:lnTo>
                  <a:pt x="518434" y="1091291"/>
                </a:lnTo>
                <a:lnTo>
                  <a:pt x="518349" y="1092073"/>
                </a:lnTo>
                <a:lnTo>
                  <a:pt x="518283" y="1092869"/>
                </a:lnTo>
                <a:lnTo>
                  <a:pt x="518236" y="1093679"/>
                </a:lnTo>
                <a:lnTo>
                  <a:pt x="518208" y="1094503"/>
                </a:lnTo>
                <a:lnTo>
                  <a:pt x="518199" y="1095342"/>
                </a:lnTo>
                <a:lnTo>
                  <a:pt x="518211" y="1096346"/>
                </a:lnTo>
                <a:lnTo>
                  <a:pt x="518248" y="1097329"/>
                </a:lnTo>
                <a:lnTo>
                  <a:pt x="518310" y="1098292"/>
                </a:lnTo>
                <a:lnTo>
                  <a:pt x="518396" y="1099235"/>
                </a:lnTo>
                <a:lnTo>
                  <a:pt x="518507" y="1100157"/>
                </a:lnTo>
                <a:lnTo>
                  <a:pt x="518643" y="1101058"/>
                </a:lnTo>
                <a:lnTo>
                  <a:pt x="518803" y="1101939"/>
                </a:lnTo>
                <a:lnTo>
                  <a:pt x="518988" y="1102799"/>
                </a:lnTo>
                <a:lnTo>
                  <a:pt x="519197" y="1103639"/>
                </a:lnTo>
                <a:lnTo>
                  <a:pt x="519432" y="1104458"/>
                </a:lnTo>
                <a:lnTo>
                  <a:pt x="519690" y="1105257"/>
                </a:lnTo>
                <a:lnTo>
                  <a:pt x="519974" y="1106035"/>
                </a:lnTo>
                <a:lnTo>
                  <a:pt x="520282" y="1106793"/>
                </a:lnTo>
                <a:lnTo>
                  <a:pt x="520615" y="1107530"/>
                </a:lnTo>
                <a:lnTo>
                  <a:pt x="520973" y="1108246"/>
                </a:lnTo>
                <a:lnTo>
                  <a:pt x="521355" y="1108942"/>
                </a:lnTo>
                <a:lnTo>
                  <a:pt x="521761" y="1109617"/>
                </a:lnTo>
                <a:lnTo>
                  <a:pt x="522193" y="1110272"/>
                </a:lnTo>
                <a:lnTo>
                  <a:pt x="522649" y="1110907"/>
                </a:lnTo>
                <a:lnTo>
                  <a:pt x="523130" y="1111520"/>
                </a:lnTo>
                <a:lnTo>
                  <a:pt x="523635" y="1112113"/>
                </a:lnTo>
                <a:lnTo>
                  <a:pt x="524165" y="1112686"/>
                </a:lnTo>
                <a:lnTo>
                  <a:pt x="524720" y="1113238"/>
                </a:lnTo>
                <a:lnTo>
                  <a:pt x="525300" y="1113770"/>
                </a:lnTo>
                <a:lnTo>
                  <a:pt x="525916" y="1114280"/>
                </a:lnTo>
                <a:lnTo>
                  <a:pt x="526553" y="1114769"/>
                </a:lnTo>
                <a:lnTo>
                  <a:pt x="527212" y="1115236"/>
                </a:lnTo>
                <a:lnTo>
                  <a:pt x="527892" y="1115681"/>
                </a:lnTo>
                <a:lnTo>
                  <a:pt x="528593" y="1116105"/>
                </a:lnTo>
                <a:lnTo>
                  <a:pt x="529315" y="1116507"/>
                </a:lnTo>
                <a:lnTo>
                  <a:pt x="530058" y="1116887"/>
                </a:lnTo>
                <a:lnTo>
                  <a:pt x="530822" y="1117245"/>
                </a:lnTo>
                <a:lnTo>
                  <a:pt x="531608" y="1117582"/>
                </a:lnTo>
                <a:lnTo>
                  <a:pt x="532414" y="1117897"/>
                </a:lnTo>
                <a:lnTo>
                  <a:pt x="533242" y="1118190"/>
                </a:lnTo>
                <a:lnTo>
                  <a:pt x="534091" y="1118461"/>
                </a:lnTo>
                <a:lnTo>
                  <a:pt x="534961" y="1118711"/>
                </a:lnTo>
                <a:lnTo>
                  <a:pt x="535852" y="1118939"/>
                </a:lnTo>
                <a:lnTo>
                  <a:pt x="536764" y="1119146"/>
                </a:lnTo>
                <a:lnTo>
                  <a:pt x="537698" y="1119330"/>
                </a:lnTo>
                <a:lnTo>
                  <a:pt x="538652" y="1119493"/>
                </a:lnTo>
                <a:lnTo>
                  <a:pt x="539628" y="1119634"/>
                </a:lnTo>
                <a:lnTo>
                  <a:pt x="540625" y="1119754"/>
                </a:lnTo>
                <a:lnTo>
                  <a:pt x="541643" y="1119852"/>
                </a:lnTo>
                <a:lnTo>
                  <a:pt x="542682" y="1119928"/>
                </a:lnTo>
                <a:lnTo>
                  <a:pt x="543742" y="1119982"/>
                </a:lnTo>
                <a:lnTo>
                  <a:pt x="544823" y="1120014"/>
                </a:lnTo>
                <a:lnTo>
                  <a:pt x="545926" y="1120025"/>
                </a:lnTo>
                <a:lnTo>
                  <a:pt x="546432" y="1120023"/>
                </a:lnTo>
                <a:lnTo>
                  <a:pt x="546937" y="1120016"/>
                </a:lnTo>
                <a:lnTo>
                  <a:pt x="547439" y="1120004"/>
                </a:lnTo>
                <a:lnTo>
                  <a:pt x="547940" y="1119988"/>
                </a:lnTo>
                <a:lnTo>
                  <a:pt x="548440" y="1119967"/>
                </a:lnTo>
                <a:lnTo>
                  <a:pt x="548937" y="1119941"/>
                </a:lnTo>
                <a:lnTo>
                  <a:pt x="549433" y="1119910"/>
                </a:lnTo>
                <a:lnTo>
                  <a:pt x="549927" y="1119875"/>
                </a:lnTo>
                <a:lnTo>
                  <a:pt x="550419" y="1119835"/>
                </a:lnTo>
                <a:lnTo>
                  <a:pt x="550910" y="1119790"/>
                </a:lnTo>
                <a:lnTo>
                  <a:pt x="551398" y="1119741"/>
                </a:lnTo>
                <a:lnTo>
                  <a:pt x="551885" y="1119687"/>
                </a:lnTo>
                <a:lnTo>
                  <a:pt x="552371" y="1119628"/>
                </a:lnTo>
                <a:lnTo>
                  <a:pt x="552854" y="1119565"/>
                </a:lnTo>
                <a:lnTo>
                  <a:pt x="553336" y="1119497"/>
                </a:lnTo>
                <a:lnTo>
                  <a:pt x="553816" y="1119424"/>
                </a:lnTo>
                <a:lnTo>
                  <a:pt x="554294" y="1119347"/>
                </a:lnTo>
                <a:lnTo>
                  <a:pt x="554770" y="1119264"/>
                </a:lnTo>
                <a:lnTo>
                  <a:pt x="555245" y="1119178"/>
                </a:lnTo>
                <a:lnTo>
                  <a:pt x="555718" y="1119086"/>
                </a:lnTo>
                <a:lnTo>
                  <a:pt x="556189" y="1118990"/>
                </a:lnTo>
                <a:lnTo>
                  <a:pt x="556658" y="1118889"/>
                </a:lnTo>
                <a:lnTo>
                  <a:pt x="557126" y="1118783"/>
                </a:lnTo>
                <a:lnTo>
                  <a:pt x="557591" y="1118673"/>
                </a:lnTo>
                <a:lnTo>
                  <a:pt x="558055" y="1118571"/>
                </a:lnTo>
                <a:lnTo>
                  <a:pt x="558514" y="1118463"/>
                </a:lnTo>
                <a:lnTo>
                  <a:pt x="558970" y="1118348"/>
                </a:lnTo>
                <a:lnTo>
                  <a:pt x="559423" y="1118227"/>
                </a:lnTo>
                <a:lnTo>
                  <a:pt x="559872" y="1118099"/>
                </a:lnTo>
                <a:lnTo>
                  <a:pt x="560318" y="1117965"/>
                </a:lnTo>
                <a:lnTo>
                  <a:pt x="560760" y="1117824"/>
                </a:lnTo>
                <a:lnTo>
                  <a:pt x="561198" y="1117677"/>
                </a:lnTo>
                <a:lnTo>
                  <a:pt x="561633" y="1117524"/>
                </a:lnTo>
                <a:lnTo>
                  <a:pt x="562065" y="1117364"/>
                </a:lnTo>
                <a:lnTo>
                  <a:pt x="562493" y="1117197"/>
                </a:lnTo>
                <a:lnTo>
                  <a:pt x="562917" y="1117024"/>
                </a:lnTo>
                <a:lnTo>
                  <a:pt x="563338" y="1116845"/>
                </a:lnTo>
                <a:lnTo>
                  <a:pt x="563755" y="1116659"/>
                </a:lnTo>
                <a:lnTo>
                  <a:pt x="564169" y="1116467"/>
                </a:lnTo>
                <a:lnTo>
                  <a:pt x="564580" y="1116268"/>
                </a:lnTo>
                <a:lnTo>
                  <a:pt x="564986" y="1116063"/>
                </a:lnTo>
                <a:lnTo>
                  <a:pt x="565390" y="1115851"/>
                </a:lnTo>
                <a:lnTo>
                  <a:pt x="565789" y="1115633"/>
                </a:lnTo>
                <a:lnTo>
                  <a:pt x="566186" y="1115409"/>
                </a:lnTo>
                <a:lnTo>
                  <a:pt x="566578" y="1115178"/>
                </a:lnTo>
                <a:lnTo>
                  <a:pt x="566968" y="1114940"/>
                </a:lnTo>
                <a:lnTo>
                  <a:pt x="567353" y="1114696"/>
                </a:lnTo>
                <a:lnTo>
                  <a:pt x="567735" y="1114446"/>
                </a:lnTo>
                <a:lnTo>
                  <a:pt x="568113" y="1114175"/>
                </a:lnTo>
                <a:lnTo>
                  <a:pt x="568485" y="1113897"/>
                </a:lnTo>
                <a:lnTo>
                  <a:pt x="568850" y="1113611"/>
                </a:lnTo>
                <a:lnTo>
                  <a:pt x="569210" y="1113319"/>
                </a:lnTo>
                <a:lnTo>
                  <a:pt x="569564" y="1113020"/>
                </a:lnTo>
                <a:lnTo>
                  <a:pt x="569912" y="1112713"/>
                </a:lnTo>
                <a:lnTo>
                  <a:pt x="570254" y="1112400"/>
                </a:lnTo>
                <a:lnTo>
                  <a:pt x="570591" y="1112079"/>
                </a:lnTo>
                <a:lnTo>
                  <a:pt x="570921" y="1111752"/>
                </a:lnTo>
                <a:lnTo>
                  <a:pt x="571246" y="1111417"/>
                </a:lnTo>
                <a:lnTo>
                  <a:pt x="571565" y="1111075"/>
                </a:lnTo>
                <a:lnTo>
                  <a:pt x="571878" y="1110727"/>
                </a:lnTo>
                <a:lnTo>
                  <a:pt x="572185" y="1110371"/>
                </a:lnTo>
                <a:lnTo>
                  <a:pt x="572486" y="1110008"/>
                </a:lnTo>
                <a:lnTo>
                  <a:pt x="572781" y="1109638"/>
                </a:lnTo>
                <a:lnTo>
                  <a:pt x="573070" y="1109261"/>
                </a:lnTo>
                <a:lnTo>
                  <a:pt x="573354" y="1108877"/>
                </a:lnTo>
                <a:lnTo>
                  <a:pt x="573632" y="1108486"/>
                </a:lnTo>
                <a:lnTo>
                  <a:pt x="573903" y="1108088"/>
                </a:lnTo>
                <a:lnTo>
                  <a:pt x="574169" y="1107683"/>
                </a:lnTo>
                <a:lnTo>
                  <a:pt x="574429" y="1107271"/>
                </a:lnTo>
                <a:lnTo>
                  <a:pt x="574684" y="1106852"/>
                </a:lnTo>
                <a:lnTo>
                  <a:pt x="574932" y="1106426"/>
                </a:lnTo>
                <a:lnTo>
                  <a:pt x="575174" y="1105993"/>
                </a:lnTo>
                <a:lnTo>
                  <a:pt x="575218" y="1106439"/>
                </a:lnTo>
                <a:lnTo>
                  <a:pt x="575266" y="1106878"/>
                </a:lnTo>
                <a:lnTo>
                  <a:pt x="575317" y="1107308"/>
                </a:lnTo>
                <a:lnTo>
                  <a:pt x="575372" y="1107730"/>
                </a:lnTo>
                <a:lnTo>
                  <a:pt x="575430" y="1108144"/>
                </a:lnTo>
                <a:lnTo>
                  <a:pt x="575491" y="1108550"/>
                </a:lnTo>
                <a:lnTo>
                  <a:pt x="575557" y="1108947"/>
                </a:lnTo>
                <a:lnTo>
                  <a:pt x="575625" y="1109336"/>
                </a:lnTo>
                <a:lnTo>
                  <a:pt x="575697" y="1109717"/>
                </a:lnTo>
                <a:lnTo>
                  <a:pt x="575773" y="1110090"/>
                </a:lnTo>
                <a:lnTo>
                  <a:pt x="575852" y="1110455"/>
                </a:lnTo>
                <a:lnTo>
                  <a:pt x="575935" y="1110811"/>
                </a:lnTo>
                <a:lnTo>
                  <a:pt x="576021" y="1111159"/>
                </a:lnTo>
                <a:lnTo>
                  <a:pt x="576111" y="1111499"/>
                </a:lnTo>
                <a:lnTo>
                  <a:pt x="576205" y="1111831"/>
                </a:lnTo>
                <a:lnTo>
                  <a:pt x="576301" y="1112154"/>
                </a:lnTo>
                <a:lnTo>
                  <a:pt x="576402" y="1112469"/>
                </a:lnTo>
                <a:lnTo>
                  <a:pt x="576506" y="1112777"/>
                </a:lnTo>
                <a:lnTo>
                  <a:pt x="576613" y="1113075"/>
                </a:lnTo>
                <a:lnTo>
                  <a:pt x="576724" y="1113366"/>
                </a:lnTo>
                <a:lnTo>
                  <a:pt x="576839" y="1113648"/>
                </a:lnTo>
                <a:lnTo>
                  <a:pt x="576957" y="1113922"/>
                </a:lnTo>
                <a:lnTo>
                  <a:pt x="577078" y="1114188"/>
                </a:lnTo>
                <a:lnTo>
                  <a:pt x="577203" y="1114446"/>
                </a:lnTo>
                <a:lnTo>
                  <a:pt x="577333" y="1114696"/>
                </a:lnTo>
                <a:lnTo>
                  <a:pt x="577469" y="1114940"/>
                </a:lnTo>
                <a:lnTo>
                  <a:pt x="577610" y="1115178"/>
                </a:lnTo>
                <a:lnTo>
                  <a:pt x="577757" y="1115409"/>
                </a:lnTo>
                <a:lnTo>
                  <a:pt x="577911" y="1115633"/>
                </a:lnTo>
                <a:lnTo>
                  <a:pt x="578070" y="1115851"/>
                </a:lnTo>
                <a:lnTo>
                  <a:pt x="578235" y="1116063"/>
                </a:lnTo>
                <a:lnTo>
                  <a:pt x="578405" y="1116268"/>
                </a:lnTo>
                <a:lnTo>
                  <a:pt x="578582" y="1116467"/>
                </a:lnTo>
                <a:lnTo>
                  <a:pt x="578765" y="1116659"/>
                </a:lnTo>
                <a:lnTo>
                  <a:pt x="578953" y="1116845"/>
                </a:lnTo>
                <a:lnTo>
                  <a:pt x="579147" y="1117024"/>
                </a:lnTo>
                <a:lnTo>
                  <a:pt x="579348" y="1117197"/>
                </a:lnTo>
                <a:lnTo>
                  <a:pt x="579554" y="1117364"/>
                </a:lnTo>
                <a:lnTo>
                  <a:pt x="579766" y="1117524"/>
                </a:lnTo>
                <a:lnTo>
                  <a:pt x="579983" y="1117677"/>
                </a:lnTo>
                <a:lnTo>
                  <a:pt x="580207" y="1117824"/>
                </a:lnTo>
                <a:lnTo>
                  <a:pt x="580437" y="1117965"/>
                </a:lnTo>
                <a:lnTo>
                  <a:pt x="580672" y="1118099"/>
                </a:lnTo>
                <a:lnTo>
                  <a:pt x="580913" y="1118227"/>
                </a:lnTo>
                <a:lnTo>
                  <a:pt x="581160" y="1118348"/>
                </a:lnTo>
                <a:lnTo>
                  <a:pt x="581413" y="1118463"/>
                </a:lnTo>
                <a:lnTo>
                  <a:pt x="581672" y="1118571"/>
                </a:lnTo>
                <a:lnTo>
                  <a:pt x="581937" y="1118673"/>
                </a:lnTo>
                <a:lnTo>
                  <a:pt x="582208" y="1118783"/>
                </a:lnTo>
                <a:lnTo>
                  <a:pt x="582485" y="1118889"/>
                </a:lnTo>
                <a:lnTo>
                  <a:pt x="582769" y="1118990"/>
                </a:lnTo>
                <a:lnTo>
                  <a:pt x="583059" y="1119086"/>
                </a:lnTo>
                <a:lnTo>
                  <a:pt x="583356" y="1119178"/>
                </a:lnTo>
                <a:lnTo>
                  <a:pt x="583659" y="1119264"/>
                </a:lnTo>
                <a:lnTo>
                  <a:pt x="583969" y="1119347"/>
                </a:lnTo>
                <a:lnTo>
                  <a:pt x="584285" y="1119424"/>
                </a:lnTo>
                <a:lnTo>
                  <a:pt x="584608" y="1119497"/>
                </a:lnTo>
                <a:lnTo>
                  <a:pt x="584937" y="1119565"/>
                </a:lnTo>
                <a:lnTo>
                  <a:pt x="585272" y="1119628"/>
                </a:lnTo>
                <a:lnTo>
                  <a:pt x="585614" y="1119687"/>
                </a:lnTo>
                <a:lnTo>
                  <a:pt x="585963" y="1119741"/>
                </a:lnTo>
                <a:lnTo>
                  <a:pt x="586318" y="1119790"/>
                </a:lnTo>
                <a:lnTo>
                  <a:pt x="586679" y="1119835"/>
                </a:lnTo>
                <a:lnTo>
                  <a:pt x="587047" y="1119875"/>
                </a:lnTo>
                <a:lnTo>
                  <a:pt x="587421" y="1119910"/>
                </a:lnTo>
                <a:lnTo>
                  <a:pt x="587802" y="1119941"/>
                </a:lnTo>
                <a:lnTo>
                  <a:pt x="588189" y="1119967"/>
                </a:lnTo>
                <a:lnTo>
                  <a:pt x="588582" y="1119988"/>
                </a:lnTo>
                <a:lnTo>
                  <a:pt x="588982" y="1120004"/>
                </a:lnTo>
                <a:lnTo>
                  <a:pt x="589389" y="1120016"/>
                </a:lnTo>
                <a:lnTo>
                  <a:pt x="589802" y="1120023"/>
                </a:lnTo>
                <a:lnTo>
                  <a:pt x="590221" y="1120025"/>
                </a:lnTo>
                <a:lnTo>
                  <a:pt x="590517" y="1120024"/>
                </a:lnTo>
                <a:lnTo>
                  <a:pt x="590811" y="1120019"/>
                </a:lnTo>
                <a:lnTo>
                  <a:pt x="591104" y="1120012"/>
                </a:lnTo>
                <a:lnTo>
                  <a:pt x="591395" y="1120002"/>
                </a:lnTo>
                <a:lnTo>
                  <a:pt x="591686" y="1119989"/>
                </a:lnTo>
                <a:lnTo>
                  <a:pt x="591975" y="1119973"/>
                </a:lnTo>
                <a:lnTo>
                  <a:pt x="592264" y="1119953"/>
                </a:lnTo>
                <a:lnTo>
                  <a:pt x="592551" y="1119931"/>
                </a:lnTo>
                <a:lnTo>
                  <a:pt x="592837" y="1119906"/>
                </a:lnTo>
                <a:lnTo>
                  <a:pt x="593121" y="1119879"/>
                </a:lnTo>
                <a:lnTo>
                  <a:pt x="593405" y="1119848"/>
                </a:lnTo>
                <a:lnTo>
                  <a:pt x="593687" y="1119814"/>
                </a:lnTo>
                <a:lnTo>
                  <a:pt x="593968" y="1119777"/>
                </a:lnTo>
                <a:lnTo>
                  <a:pt x="594248" y="1119738"/>
                </a:lnTo>
                <a:lnTo>
                  <a:pt x="594527" y="1119695"/>
                </a:lnTo>
                <a:lnTo>
                  <a:pt x="594805" y="1119650"/>
                </a:lnTo>
                <a:lnTo>
                  <a:pt x="595081" y="1119601"/>
                </a:lnTo>
                <a:lnTo>
                  <a:pt x="595357" y="1119550"/>
                </a:lnTo>
                <a:lnTo>
                  <a:pt x="595631" y="1119496"/>
                </a:lnTo>
                <a:lnTo>
                  <a:pt x="595904" y="1119438"/>
                </a:lnTo>
                <a:lnTo>
                  <a:pt x="596176" y="1119378"/>
                </a:lnTo>
                <a:lnTo>
                  <a:pt x="596446" y="1119315"/>
                </a:lnTo>
                <a:lnTo>
                  <a:pt x="596716" y="1119249"/>
                </a:lnTo>
                <a:lnTo>
                  <a:pt x="596984" y="1119180"/>
                </a:lnTo>
                <a:lnTo>
                  <a:pt x="597250" y="1119108"/>
                </a:lnTo>
                <a:lnTo>
                  <a:pt x="597512" y="1119034"/>
                </a:lnTo>
                <a:lnTo>
                  <a:pt x="597771" y="1118958"/>
                </a:lnTo>
                <a:lnTo>
                  <a:pt x="598027" y="1118879"/>
                </a:lnTo>
                <a:lnTo>
                  <a:pt x="598278" y="1118798"/>
                </a:lnTo>
                <a:lnTo>
                  <a:pt x="598527" y="1118715"/>
                </a:lnTo>
                <a:lnTo>
                  <a:pt x="598772" y="1118629"/>
                </a:lnTo>
                <a:lnTo>
                  <a:pt x="599013" y="1118541"/>
                </a:lnTo>
                <a:lnTo>
                  <a:pt x="599251" y="1118451"/>
                </a:lnTo>
                <a:lnTo>
                  <a:pt x="599485" y="1118358"/>
                </a:lnTo>
                <a:lnTo>
                  <a:pt x="599716" y="1118263"/>
                </a:lnTo>
                <a:lnTo>
                  <a:pt x="599943" y="1118166"/>
                </a:lnTo>
                <a:lnTo>
                  <a:pt x="600166" y="1118066"/>
                </a:lnTo>
                <a:lnTo>
                  <a:pt x="600387" y="1117964"/>
                </a:lnTo>
                <a:lnTo>
                  <a:pt x="600603" y="1117859"/>
                </a:lnTo>
                <a:lnTo>
                  <a:pt x="600816" y="1117752"/>
                </a:lnTo>
                <a:lnTo>
                  <a:pt x="601026" y="1117643"/>
                </a:lnTo>
                <a:lnTo>
                  <a:pt x="601232" y="1117532"/>
                </a:lnTo>
                <a:lnTo>
                  <a:pt x="601434" y="1117418"/>
                </a:lnTo>
                <a:lnTo>
                  <a:pt x="601633" y="1117301"/>
                </a:lnTo>
                <a:lnTo>
                  <a:pt x="601829" y="1117183"/>
                </a:lnTo>
                <a:lnTo>
                  <a:pt x="602021" y="1117062"/>
                </a:lnTo>
                <a:lnTo>
                  <a:pt x="602209" y="1116939"/>
                </a:lnTo>
                <a:lnTo>
                  <a:pt x="602394" y="1116813"/>
                </a:lnTo>
                <a:lnTo>
                  <a:pt x="602394" y="1105824"/>
                </a:lnTo>
                <a:lnTo>
                  <a:pt x="602153" y="1105989"/>
                </a:lnTo>
                <a:lnTo>
                  <a:pt x="601908" y="1106148"/>
                </a:lnTo>
                <a:lnTo>
                  <a:pt x="601660" y="1106299"/>
                </a:lnTo>
                <a:lnTo>
                  <a:pt x="601408" y="1106444"/>
                </a:lnTo>
                <a:lnTo>
                  <a:pt x="601153" y="1106581"/>
                </a:lnTo>
                <a:lnTo>
                  <a:pt x="600894" y="1106711"/>
                </a:lnTo>
                <a:lnTo>
                  <a:pt x="600631" y="1106835"/>
                </a:lnTo>
                <a:lnTo>
                  <a:pt x="600365" y="1106951"/>
                </a:lnTo>
                <a:lnTo>
                  <a:pt x="600096" y="1107060"/>
                </a:lnTo>
                <a:lnTo>
                  <a:pt x="599823" y="1107162"/>
                </a:lnTo>
                <a:lnTo>
                  <a:pt x="599546" y="1107257"/>
                </a:lnTo>
                <a:lnTo>
                  <a:pt x="599266" y="1107345"/>
                </a:lnTo>
                <a:lnTo>
                  <a:pt x="598983" y="1107426"/>
                </a:lnTo>
                <a:lnTo>
                  <a:pt x="598696" y="1107500"/>
                </a:lnTo>
                <a:lnTo>
                  <a:pt x="598405" y="1107567"/>
                </a:lnTo>
                <a:lnTo>
                  <a:pt x="598111" y="1107627"/>
                </a:lnTo>
                <a:lnTo>
                  <a:pt x="597813" y="1107680"/>
                </a:lnTo>
                <a:lnTo>
                  <a:pt x="597512" y="1107726"/>
                </a:lnTo>
                <a:lnTo>
                  <a:pt x="597208" y="1107764"/>
                </a:lnTo>
                <a:lnTo>
                  <a:pt x="596899" y="1107796"/>
                </a:lnTo>
                <a:lnTo>
                  <a:pt x="596588" y="1107821"/>
                </a:lnTo>
                <a:lnTo>
                  <a:pt x="596273" y="1107838"/>
                </a:lnTo>
                <a:lnTo>
                  <a:pt x="595954" y="1107849"/>
                </a:lnTo>
                <a:lnTo>
                  <a:pt x="595631" y="1107853"/>
                </a:lnTo>
                <a:lnTo>
                  <a:pt x="595450" y="1107850"/>
                </a:lnTo>
                <a:lnTo>
                  <a:pt x="595271" y="1107844"/>
                </a:lnTo>
                <a:lnTo>
                  <a:pt x="595095" y="1107834"/>
                </a:lnTo>
                <a:lnTo>
                  <a:pt x="594922" y="1107820"/>
                </a:lnTo>
                <a:lnTo>
                  <a:pt x="594752" y="1107801"/>
                </a:lnTo>
                <a:lnTo>
                  <a:pt x="594585" y="1107779"/>
                </a:lnTo>
                <a:lnTo>
                  <a:pt x="594421" y="1107752"/>
                </a:lnTo>
                <a:lnTo>
                  <a:pt x="594260" y="1107721"/>
                </a:lnTo>
                <a:lnTo>
                  <a:pt x="594102" y="1107686"/>
                </a:lnTo>
                <a:lnTo>
                  <a:pt x="593947" y="1107647"/>
                </a:lnTo>
                <a:lnTo>
                  <a:pt x="593794" y="1107604"/>
                </a:lnTo>
                <a:lnTo>
                  <a:pt x="593645" y="1107557"/>
                </a:lnTo>
                <a:lnTo>
                  <a:pt x="593498" y="1107505"/>
                </a:lnTo>
                <a:lnTo>
                  <a:pt x="593355" y="1107450"/>
                </a:lnTo>
                <a:lnTo>
                  <a:pt x="593214" y="1107390"/>
                </a:lnTo>
                <a:lnTo>
                  <a:pt x="593077" y="1107326"/>
                </a:lnTo>
                <a:lnTo>
                  <a:pt x="592942" y="1107259"/>
                </a:lnTo>
                <a:lnTo>
                  <a:pt x="592810" y="1107187"/>
                </a:lnTo>
                <a:lnTo>
                  <a:pt x="592681" y="1107111"/>
                </a:lnTo>
                <a:lnTo>
                  <a:pt x="592555" y="1107031"/>
                </a:lnTo>
                <a:lnTo>
                  <a:pt x="592432" y="1106946"/>
                </a:lnTo>
                <a:lnTo>
                  <a:pt x="592312" y="1106858"/>
                </a:lnTo>
                <a:lnTo>
                  <a:pt x="592195" y="1106766"/>
                </a:lnTo>
                <a:lnTo>
                  <a:pt x="592081" y="1106669"/>
                </a:lnTo>
                <a:lnTo>
                  <a:pt x="591971" y="1106568"/>
                </a:lnTo>
                <a:lnTo>
                  <a:pt x="591865" y="1106461"/>
                </a:lnTo>
                <a:lnTo>
                  <a:pt x="591764" y="1106349"/>
                </a:lnTo>
                <a:lnTo>
                  <a:pt x="591668" y="1106232"/>
                </a:lnTo>
                <a:lnTo>
                  <a:pt x="591576" y="1106110"/>
                </a:lnTo>
                <a:lnTo>
                  <a:pt x="591489" y="1105982"/>
                </a:lnTo>
                <a:lnTo>
                  <a:pt x="591407" y="1105849"/>
                </a:lnTo>
                <a:lnTo>
                  <a:pt x="591330" y="1105711"/>
                </a:lnTo>
                <a:lnTo>
                  <a:pt x="591257" y="1105567"/>
                </a:lnTo>
                <a:lnTo>
                  <a:pt x="591189" y="1105419"/>
                </a:lnTo>
                <a:lnTo>
                  <a:pt x="591125" y="1105264"/>
                </a:lnTo>
                <a:lnTo>
                  <a:pt x="591067" y="1105105"/>
                </a:lnTo>
                <a:lnTo>
                  <a:pt x="591013" y="1104940"/>
                </a:lnTo>
                <a:lnTo>
                  <a:pt x="590963" y="1104770"/>
                </a:lnTo>
                <a:lnTo>
                  <a:pt x="590919" y="1104595"/>
                </a:lnTo>
                <a:lnTo>
                  <a:pt x="590879" y="1104415"/>
                </a:lnTo>
                <a:lnTo>
                  <a:pt x="590844" y="1104229"/>
                </a:lnTo>
                <a:lnTo>
                  <a:pt x="590813" y="1104038"/>
                </a:lnTo>
                <a:lnTo>
                  <a:pt x="590787" y="1103842"/>
                </a:lnTo>
                <a:lnTo>
                  <a:pt x="590766" y="1103640"/>
                </a:lnTo>
                <a:lnTo>
                  <a:pt x="590750" y="1103433"/>
                </a:lnTo>
                <a:lnTo>
                  <a:pt x="590738" y="1103221"/>
                </a:lnTo>
                <a:lnTo>
                  <a:pt x="590731" y="1103003"/>
                </a:lnTo>
                <a:lnTo>
                  <a:pt x="590729" y="1102780"/>
                </a:lnTo>
                <a:lnTo>
                  <a:pt x="590729" y="1056963"/>
                </a:lnTo>
                <a:lnTo>
                  <a:pt x="590713" y="1055848"/>
                </a:lnTo>
                <a:lnTo>
                  <a:pt x="590668" y="1054757"/>
                </a:lnTo>
                <a:lnTo>
                  <a:pt x="590591" y="1053690"/>
                </a:lnTo>
                <a:lnTo>
                  <a:pt x="590484" y="1052647"/>
                </a:lnTo>
                <a:lnTo>
                  <a:pt x="590347" y="1051629"/>
                </a:lnTo>
                <a:lnTo>
                  <a:pt x="590179" y="1050634"/>
                </a:lnTo>
                <a:lnTo>
                  <a:pt x="589981" y="1049663"/>
                </a:lnTo>
                <a:lnTo>
                  <a:pt x="589752" y="1048717"/>
                </a:lnTo>
                <a:lnTo>
                  <a:pt x="589492" y="1047794"/>
                </a:lnTo>
                <a:lnTo>
                  <a:pt x="589202" y="1046896"/>
                </a:lnTo>
                <a:lnTo>
                  <a:pt x="588882" y="1046021"/>
                </a:lnTo>
                <a:lnTo>
                  <a:pt x="588531" y="1045171"/>
                </a:lnTo>
                <a:lnTo>
                  <a:pt x="588149" y="1044345"/>
                </a:lnTo>
                <a:lnTo>
                  <a:pt x="587737" y="1043542"/>
                </a:lnTo>
                <a:lnTo>
                  <a:pt x="587294" y="1042764"/>
                </a:lnTo>
                <a:lnTo>
                  <a:pt x="586821" y="1042010"/>
                </a:lnTo>
                <a:lnTo>
                  <a:pt x="586318" y="1041280"/>
                </a:lnTo>
                <a:lnTo>
                  <a:pt x="585783" y="1040574"/>
                </a:lnTo>
                <a:lnTo>
                  <a:pt x="585219" y="1039892"/>
                </a:lnTo>
                <a:lnTo>
                  <a:pt x="584623" y="1039235"/>
                </a:lnTo>
                <a:lnTo>
                  <a:pt x="583998" y="1038601"/>
                </a:lnTo>
                <a:lnTo>
                  <a:pt x="583341" y="1037991"/>
                </a:lnTo>
                <a:lnTo>
                  <a:pt x="582654" y="1037406"/>
                </a:lnTo>
                <a:lnTo>
                  <a:pt x="581937" y="1036844"/>
                </a:lnTo>
                <a:lnTo>
                  <a:pt x="581204" y="1036306"/>
                </a:lnTo>
                <a:lnTo>
                  <a:pt x="580441" y="1035791"/>
                </a:lnTo>
                <a:lnTo>
                  <a:pt x="579649" y="1035299"/>
                </a:lnTo>
                <a:lnTo>
                  <a:pt x="578828" y="1034829"/>
                </a:lnTo>
                <a:lnTo>
                  <a:pt x="577977" y="1034383"/>
                </a:lnTo>
                <a:lnTo>
                  <a:pt x="577098" y="1033959"/>
                </a:lnTo>
                <a:lnTo>
                  <a:pt x="576188" y="1033559"/>
                </a:lnTo>
                <a:lnTo>
                  <a:pt x="575250" y="1033181"/>
                </a:lnTo>
                <a:lnTo>
                  <a:pt x="574281" y="1032826"/>
                </a:lnTo>
                <a:lnTo>
                  <a:pt x="573284" y="1032494"/>
                </a:lnTo>
                <a:lnTo>
                  <a:pt x="572257" y="1032185"/>
                </a:lnTo>
                <a:lnTo>
                  <a:pt x="571201" y="1031899"/>
                </a:lnTo>
                <a:lnTo>
                  <a:pt x="570116" y="1031636"/>
                </a:lnTo>
                <a:lnTo>
                  <a:pt x="569001" y="1031395"/>
                </a:lnTo>
                <a:lnTo>
                  <a:pt x="567857" y="1031178"/>
                </a:lnTo>
                <a:lnTo>
                  <a:pt x="566683" y="1030983"/>
                </a:lnTo>
                <a:lnTo>
                  <a:pt x="565481" y="1030812"/>
                </a:lnTo>
                <a:lnTo>
                  <a:pt x="564248" y="1030663"/>
                </a:lnTo>
                <a:lnTo>
                  <a:pt x="562987" y="1030537"/>
                </a:lnTo>
                <a:lnTo>
                  <a:pt x="561696" y="1030434"/>
                </a:lnTo>
                <a:lnTo>
                  <a:pt x="560376" y="1030354"/>
                </a:lnTo>
                <a:lnTo>
                  <a:pt x="559026" y="1030296"/>
                </a:lnTo>
                <a:lnTo>
                  <a:pt x="557647" y="1030262"/>
                </a:lnTo>
                <a:lnTo>
                  <a:pt x="556239" y="1030251"/>
                </a:lnTo>
                <a:lnTo>
                  <a:pt x="554912" y="1030262"/>
                </a:lnTo>
                <a:lnTo>
                  <a:pt x="553607" y="1030296"/>
                </a:lnTo>
                <a:lnTo>
                  <a:pt x="552324" y="1030354"/>
                </a:lnTo>
                <a:lnTo>
                  <a:pt x="551064" y="1030434"/>
                </a:lnTo>
                <a:lnTo>
                  <a:pt x="549825" y="1030537"/>
                </a:lnTo>
                <a:lnTo>
                  <a:pt x="548610" y="1030663"/>
                </a:lnTo>
                <a:lnTo>
                  <a:pt x="547416" y="1030812"/>
                </a:lnTo>
                <a:lnTo>
                  <a:pt x="546245" y="1030983"/>
                </a:lnTo>
                <a:lnTo>
                  <a:pt x="545096" y="1031178"/>
                </a:lnTo>
                <a:lnTo>
                  <a:pt x="543970" y="1031395"/>
                </a:lnTo>
                <a:lnTo>
                  <a:pt x="542866" y="1031636"/>
                </a:lnTo>
                <a:lnTo>
                  <a:pt x="541784" y="1031899"/>
                </a:lnTo>
                <a:lnTo>
                  <a:pt x="540724" y="1032185"/>
                </a:lnTo>
                <a:lnTo>
                  <a:pt x="539687" y="1032494"/>
                </a:lnTo>
                <a:lnTo>
                  <a:pt x="538672" y="1032826"/>
                </a:lnTo>
                <a:lnTo>
                  <a:pt x="537679" y="1033181"/>
                </a:lnTo>
                <a:lnTo>
                  <a:pt x="536709" y="1033559"/>
                </a:lnTo>
                <a:lnTo>
                  <a:pt x="535761" y="1033959"/>
                </a:lnTo>
                <a:lnTo>
                  <a:pt x="534835" y="1034383"/>
                </a:lnTo>
                <a:lnTo>
                  <a:pt x="533931" y="1034829"/>
                </a:lnTo>
                <a:lnTo>
                  <a:pt x="533050" y="1035299"/>
                </a:lnTo>
                <a:lnTo>
                  <a:pt x="532191" y="1035791"/>
                </a:lnTo>
                <a:lnTo>
                  <a:pt x="531355" y="1036306"/>
                </a:lnTo>
                <a:lnTo>
                  <a:pt x="530541" y="1036844"/>
                </a:lnTo>
                <a:lnTo>
                  <a:pt x="529768" y="1037402"/>
                </a:lnTo>
                <a:lnTo>
                  <a:pt x="529028" y="1037975"/>
                </a:lnTo>
                <a:lnTo>
                  <a:pt x="528322" y="1038564"/>
                </a:lnTo>
                <a:lnTo>
                  <a:pt x="527648" y="1039169"/>
                </a:lnTo>
                <a:lnTo>
                  <a:pt x="527007" y="1039790"/>
                </a:lnTo>
                <a:lnTo>
                  <a:pt x="526399" y="1040426"/>
                </a:lnTo>
                <a:lnTo>
                  <a:pt x="525823" y="1041079"/>
                </a:lnTo>
                <a:lnTo>
                  <a:pt x="525281" y="1041747"/>
                </a:lnTo>
                <a:lnTo>
                  <a:pt x="524771" y="1042431"/>
                </a:lnTo>
                <a:lnTo>
                  <a:pt x="524295" y="1043131"/>
                </a:lnTo>
                <a:lnTo>
                  <a:pt x="523851" y="1043847"/>
                </a:lnTo>
                <a:lnTo>
                  <a:pt x="523440" y="1044579"/>
                </a:lnTo>
                <a:lnTo>
                  <a:pt x="523062" y="1045327"/>
                </a:lnTo>
                <a:lnTo>
                  <a:pt x="522717" y="1046090"/>
                </a:lnTo>
                <a:lnTo>
                  <a:pt x="522404" y="1046869"/>
                </a:lnTo>
                <a:lnTo>
                  <a:pt x="522125" y="1047665"/>
                </a:lnTo>
                <a:lnTo>
                  <a:pt x="521878" y="1048476"/>
                </a:lnTo>
                <a:lnTo>
                  <a:pt x="521665" y="1049302"/>
                </a:lnTo>
                <a:lnTo>
                  <a:pt x="521484" y="1050145"/>
                </a:lnTo>
                <a:lnTo>
                  <a:pt x="521336" y="1051004"/>
                </a:lnTo>
                <a:lnTo>
                  <a:pt x="521221" y="1051878"/>
                </a:lnTo>
                <a:lnTo>
                  <a:pt x="521139" y="1052768"/>
                </a:lnTo>
                <a:lnTo>
                  <a:pt x="521089" y="1053674"/>
                </a:lnTo>
                <a:lnTo>
                  <a:pt x="521073" y="1054596"/>
                </a:lnTo>
                <a:lnTo>
                  <a:pt x="521073" y="1054623"/>
                </a:lnTo>
                <a:lnTo>
                  <a:pt x="521072" y="1054648"/>
                </a:lnTo>
                <a:lnTo>
                  <a:pt x="521070" y="1054670"/>
                </a:lnTo>
                <a:lnTo>
                  <a:pt x="521068" y="1054690"/>
                </a:lnTo>
                <a:lnTo>
                  <a:pt x="521066" y="1054708"/>
                </a:lnTo>
                <a:lnTo>
                  <a:pt x="521062" y="1054723"/>
                </a:lnTo>
                <a:lnTo>
                  <a:pt x="521059" y="1054736"/>
                </a:lnTo>
                <a:lnTo>
                  <a:pt x="521054" y="1054747"/>
                </a:lnTo>
                <a:lnTo>
                  <a:pt x="521049" y="1054755"/>
                </a:lnTo>
                <a:lnTo>
                  <a:pt x="521044" y="1054761"/>
                </a:lnTo>
                <a:lnTo>
                  <a:pt x="521037" y="1054764"/>
                </a:lnTo>
                <a:lnTo>
                  <a:pt x="521031" y="1054765"/>
                </a:lnTo>
                <a:lnTo>
                  <a:pt x="521023" y="1054764"/>
                </a:lnTo>
                <a:lnTo>
                  <a:pt x="521015" y="1054761"/>
                </a:lnTo>
                <a:lnTo>
                  <a:pt x="521007" y="1054755"/>
                </a:lnTo>
                <a:lnTo>
                  <a:pt x="520998" y="1054747"/>
                </a:lnTo>
                <a:lnTo>
                  <a:pt x="520988" y="1054736"/>
                </a:lnTo>
                <a:lnTo>
                  <a:pt x="520978" y="1054723"/>
                </a:lnTo>
                <a:lnTo>
                  <a:pt x="520967" y="1054708"/>
                </a:lnTo>
                <a:lnTo>
                  <a:pt x="520956" y="1054690"/>
                </a:lnTo>
                <a:lnTo>
                  <a:pt x="520943" y="1054670"/>
                </a:lnTo>
                <a:lnTo>
                  <a:pt x="520931" y="1054648"/>
                </a:lnTo>
                <a:lnTo>
                  <a:pt x="520918" y="1054623"/>
                </a:lnTo>
                <a:lnTo>
                  <a:pt x="520904" y="1054596"/>
                </a:lnTo>
                <a:lnTo>
                  <a:pt x="520904" y="1054632"/>
                </a:lnTo>
                <a:lnTo>
                  <a:pt x="520904" y="1054697"/>
                </a:lnTo>
                <a:lnTo>
                  <a:pt x="520904" y="1054765"/>
                </a:lnTo>
                <a:lnTo>
                  <a:pt x="520918" y="1054839"/>
                </a:lnTo>
                <a:lnTo>
                  <a:pt x="520933" y="1054919"/>
                </a:lnTo>
                <a:lnTo>
                  <a:pt x="520949" y="1055006"/>
                </a:lnTo>
                <a:lnTo>
                  <a:pt x="520965" y="1055099"/>
                </a:lnTo>
                <a:lnTo>
                  <a:pt x="520982" y="1055198"/>
                </a:lnTo>
                <a:lnTo>
                  <a:pt x="520999" y="1055304"/>
                </a:lnTo>
                <a:close/>
                <a:moveTo>
                  <a:pt x="545548" y="1107546"/>
                </a:moveTo>
                <a:lnTo>
                  <a:pt x="544997" y="1107435"/>
                </a:lnTo>
                <a:lnTo>
                  <a:pt x="544461" y="1107311"/>
                </a:lnTo>
                <a:lnTo>
                  <a:pt x="543939" y="1107176"/>
                </a:lnTo>
                <a:lnTo>
                  <a:pt x="543432" y="1107029"/>
                </a:lnTo>
                <a:lnTo>
                  <a:pt x="542940" y="1106871"/>
                </a:lnTo>
                <a:lnTo>
                  <a:pt x="542463" y="1106701"/>
                </a:lnTo>
                <a:lnTo>
                  <a:pt x="542000" y="1106519"/>
                </a:lnTo>
                <a:lnTo>
                  <a:pt x="541551" y="1106325"/>
                </a:lnTo>
                <a:lnTo>
                  <a:pt x="541118" y="1106120"/>
                </a:lnTo>
                <a:lnTo>
                  <a:pt x="540699" y="1105902"/>
                </a:lnTo>
                <a:lnTo>
                  <a:pt x="540295" y="1105673"/>
                </a:lnTo>
                <a:lnTo>
                  <a:pt x="539905" y="1105433"/>
                </a:lnTo>
                <a:lnTo>
                  <a:pt x="539531" y="1105180"/>
                </a:lnTo>
                <a:lnTo>
                  <a:pt x="539170" y="1104916"/>
                </a:lnTo>
                <a:lnTo>
                  <a:pt x="538825" y="1104640"/>
                </a:lnTo>
                <a:lnTo>
                  <a:pt x="538508" y="1104353"/>
                </a:lnTo>
                <a:lnTo>
                  <a:pt x="538204" y="1104053"/>
                </a:lnTo>
                <a:lnTo>
                  <a:pt x="537914" y="1103742"/>
                </a:lnTo>
                <a:lnTo>
                  <a:pt x="537637" y="1103419"/>
                </a:lnTo>
                <a:lnTo>
                  <a:pt x="537373" y="1103085"/>
                </a:lnTo>
                <a:lnTo>
                  <a:pt x="537124" y="1102738"/>
                </a:lnTo>
                <a:lnTo>
                  <a:pt x="536887" y="1102380"/>
                </a:lnTo>
                <a:lnTo>
                  <a:pt x="536665" y="1102010"/>
                </a:lnTo>
                <a:lnTo>
                  <a:pt x="536455" y="1101629"/>
                </a:lnTo>
                <a:lnTo>
                  <a:pt x="536260" y="1101235"/>
                </a:lnTo>
                <a:lnTo>
                  <a:pt x="536077" y="1100830"/>
                </a:lnTo>
                <a:lnTo>
                  <a:pt x="535909" y="1100414"/>
                </a:lnTo>
                <a:lnTo>
                  <a:pt x="535753" y="1099985"/>
                </a:lnTo>
                <a:lnTo>
                  <a:pt x="535611" y="1099545"/>
                </a:lnTo>
                <a:lnTo>
                  <a:pt x="535483" y="1099093"/>
                </a:lnTo>
                <a:lnTo>
                  <a:pt x="535368" y="1098629"/>
                </a:lnTo>
                <a:lnTo>
                  <a:pt x="535267" y="1098153"/>
                </a:lnTo>
                <a:lnTo>
                  <a:pt x="535179" y="1097666"/>
                </a:lnTo>
                <a:lnTo>
                  <a:pt x="535105" y="1097167"/>
                </a:lnTo>
                <a:lnTo>
                  <a:pt x="535044" y="1096656"/>
                </a:lnTo>
                <a:lnTo>
                  <a:pt x="534997" y="1096134"/>
                </a:lnTo>
                <a:lnTo>
                  <a:pt x="534963" y="1095600"/>
                </a:lnTo>
                <a:lnTo>
                  <a:pt x="534943" y="1095054"/>
                </a:lnTo>
                <a:lnTo>
                  <a:pt x="534936" y="1094496"/>
                </a:lnTo>
                <a:lnTo>
                  <a:pt x="534943" y="1093952"/>
                </a:lnTo>
                <a:lnTo>
                  <a:pt x="534961" y="1093418"/>
                </a:lnTo>
                <a:lnTo>
                  <a:pt x="534992" y="1092895"/>
                </a:lnTo>
                <a:lnTo>
                  <a:pt x="535035" y="1092383"/>
                </a:lnTo>
                <a:lnTo>
                  <a:pt x="535090" y="1091881"/>
                </a:lnTo>
                <a:lnTo>
                  <a:pt x="535158" y="1091390"/>
                </a:lnTo>
                <a:lnTo>
                  <a:pt x="535238" y="1090909"/>
                </a:lnTo>
                <a:lnTo>
                  <a:pt x="535331" y="1090439"/>
                </a:lnTo>
                <a:lnTo>
                  <a:pt x="535436" y="1089979"/>
                </a:lnTo>
                <a:lnTo>
                  <a:pt x="535553" y="1089530"/>
                </a:lnTo>
                <a:lnTo>
                  <a:pt x="535682" y="1089091"/>
                </a:lnTo>
                <a:lnTo>
                  <a:pt x="535824" y="1088663"/>
                </a:lnTo>
                <a:lnTo>
                  <a:pt x="535978" y="1088246"/>
                </a:lnTo>
                <a:lnTo>
                  <a:pt x="536145" y="1087839"/>
                </a:lnTo>
                <a:lnTo>
                  <a:pt x="536323" y="1087443"/>
                </a:lnTo>
                <a:lnTo>
                  <a:pt x="536514" y="1087057"/>
                </a:lnTo>
                <a:lnTo>
                  <a:pt x="536718" y="1086682"/>
                </a:lnTo>
                <a:lnTo>
                  <a:pt x="536934" y="1086318"/>
                </a:lnTo>
                <a:lnTo>
                  <a:pt x="537162" y="1085964"/>
                </a:lnTo>
                <a:lnTo>
                  <a:pt x="537402" y="1085620"/>
                </a:lnTo>
                <a:lnTo>
                  <a:pt x="537655" y="1085287"/>
                </a:lnTo>
                <a:lnTo>
                  <a:pt x="537920" y="1084965"/>
                </a:lnTo>
                <a:lnTo>
                  <a:pt x="538197" y="1084653"/>
                </a:lnTo>
                <a:lnTo>
                  <a:pt x="538487" y="1084352"/>
                </a:lnTo>
                <a:lnTo>
                  <a:pt x="538805" y="1084046"/>
                </a:lnTo>
                <a:lnTo>
                  <a:pt x="539140" y="1083747"/>
                </a:lnTo>
                <a:lnTo>
                  <a:pt x="539491" y="1083457"/>
                </a:lnTo>
                <a:lnTo>
                  <a:pt x="539858" y="1083173"/>
                </a:lnTo>
                <a:lnTo>
                  <a:pt x="540242" y="1082898"/>
                </a:lnTo>
                <a:lnTo>
                  <a:pt x="540642" y="1082630"/>
                </a:lnTo>
                <a:lnTo>
                  <a:pt x="541059" y="1082369"/>
                </a:lnTo>
                <a:lnTo>
                  <a:pt x="541492" y="1082117"/>
                </a:lnTo>
                <a:lnTo>
                  <a:pt x="541942" y="1081872"/>
                </a:lnTo>
                <a:lnTo>
                  <a:pt x="542408" y="1081634"/>
                </a:lnTo>
                <a:lnTo>
                  <a:pt x="542891" y="1081404"/>
                </a:lnTo>
                <a:lnTo>
                  <a:pt x="543390" y="1081182"/>
                </a:lnTo>
                <a:lnTo>
                  <a:pt x="543905" y="1080968"/>
                </a:lnTo>
                <a:lnTo>
                  <a:pt x="544437" y="1080761"/>
                </a:lnTo>
                <a:lnTo>
                  <a:pt x="544985" y="1080561"/>
                </a:lnTo>
                <a:lnTo>
                  <a:pt x="545550" y="1080370"/>
                </a:lnTo>
                <a:lnTo>
                  <a:pt x="546131" y="1080186"/>
                </a:lnTo>
                <a:lnTo>
                  <a:pt x="546729" y="1080009"/>
                </a:lnTo>
                <a:lnTo>
                  <a:pt x="547343" y="1079840"/>
                </a:lnTo>
                <a:lnTo>
                  <a:pt x="547973" y="1079679"/>
                </a:lnTo>
                <a:lnTo>
                  <a:pt x="548620" y="1079526"/>
                </a:lnTo>
                <a:lnTo>
                  <a:pt x="549284" y="1079380"/>
                </a:lnTo>
                <a:lnTo>
                  <a:pt x="549963" y="1079242"/>
                </a:lnTo>
                <a:lnTo>
                  <a:pt x="550660" y="1079111"/>
                </a:lnTo>
                <a:lnTo>
                  <a:pt x="551388" y="1078973"/>
                </a:lnTo>
                <a:lnTo>
                  <a:pt x="552138" y="1078841"/>
                </a:lnTo>
                <a:lnTo>
                  <a:pt x="552908" y="1078715"/>
                </a:lnTo>
                <a:lnTo>
                  <a:pt x="553698" y="1078594"/>
                </a:lnTo>
                <a:lnTo>
                  <a:pt x="554509" y="1078480"/>
                </a:lnTo>
                <a:lnTo>
                  <a:pt x="555341" y="1078371"/>
                </a:lnTo>
                <a:lnTo>
                  <a:pt x="556193" y="1078269"/>
                </a:lnTo>
                <a:lnTo>
                  <a:pt x="557065" y="1078172"/>
                </a:lnTo>
                <a:lnTo>
                  <a:pt x="557959" y="1078081"/>
                </a:lnTo>
                <a:lnTo>
                  <a:pt x="558872" y="1077996"/>
                </a:lnTo>
                <a:lnTo>
                  <a:pt x="559807" y="1077916"/>
                </a:lnTo>
                <a:lnTo>
                  <a:pt x="560761" y="1077843"/>
                </a:lnTo>
                <a:lnTo>
                  <a:pt x="561737" y="1077775"/>
                </a:lnTo>
                <a:lnTo>
                  <a:pt x="562733" y="1077714"/>
                </a:lnTo>
                <a:lnTo>
                  <a:pt x="563749" y="1077658"/>
                </a:lnTo>
                <a:lnTo>
                  <a:pt x="564786" y="1077608"/>
                </a:lnTo>
                <a:lnTo>
                  <a:pt x="565844" y="1077564"/>
                </a:lnTo>
                <a:lnTo>
                  <a:pt x="566922" y="1077526"/>
                </a:lnTo>
                <a:lnTo>
                  <a:pt x="568020" y="1077494"/>
                </a:lnTo>
                <a:lnTo>
                  <a:pt x="569140" y="1077467"/>
                </a:lnTo>
                <a:lnTo>
                  <a:pt x="570279" y="1077447"/>
                </a:lnTo>
                <a:lnTo>
                  <a:pt x="571440" y="1077432"/>
                </a:lnTo>
                <a:lnTo>
                  <a:pt x="572620" y="1077423"/>
                </a:lnTo>
                <a:lnTo>
                  <a:pt x="573822" y="1077420"/>
                </a:lnTo>
                <a:lnTo>
                  <a:pt x="573822" y="1082661"/>
                </a:lnTo>
                <a:lnTo>
                  <a:pt x="573817" y="1083251"/>
                </a:lnTo>
                <a:lnTo>
                  <a:pt x="573804" y="1083836"/>
                </a:lnTo>
                <a:lnTo>
                  <a:pt x="573782" y="1084416"/>
                </a:lnTo>
                <a:lnTo>
                  <a:pt x="573751" y="1084991"/>
                </a:lnTo>
                <a:lnTo>
                  <a:pt x="573712" y="1085561"/>
                </a:lnTo>
                <a:lnTo>
                  <a:pt x="573663" y="1086127"/>
                </a:lnTo>
                <a:lnTo>
                  <a:pt x="573606" y="1086689"/>
                </a:lnTo>
                <a:lnTo>
                  <a:pt x="573540" y="1087245"/>
                </a:lnTo>
                <a:lnTo>
                  <a:pt x="573465" y="1087797"/>
                </a:lnTo>
                <a:lnTo>
                  <a:pt x="573382" y="1088344"/>
                </a:lnTo>
                <a:lnTo>
                  <a:pt x="573289" y="1088886"/>
                </a:lnTo>
                <a:lnTo>
                  <a:pt x="573188" y="1089424"/>
                </a:lnTo>
                <a:lnTo>
                  <a:pt x="573078" y="1089957"/>
                </a:lnTo>
                <a:lnTo>
                  <a:pt x="572959" y="1090486"/>
                </a:lnTo>
                <a:lnTo>
                  <a:pt x="572831" y="1091009"/>
                </a:lnTo>
                <a:lnTo>
                  <a:pt x="572695" y="1091528"/>
                </a:lnTo>
                <a:lnTo>
                  <a:pt x="572549" y="1092042"/>
                </a:lnTo>
                <a:lnTo>
                  <a:pt x="572395" y="1092552"/>
                </a:lnTo>
                <a:lnTo>
                  <a:pt x="572232" y="1093057"/>
                </a:lnTo>
                <a:lnTo>
                  <a:pt x="572061" y="1093557"/>
                </a:lnTo>
                <a:lnTo>
                  <a:pt x="571880" y="1094052"/>
                </a:lnTo>
                <a:lnTo>
                  <a:pt x="571691" y="1094543"/>
                </a:lnTo>
                <a:lnTo>
                  <a:pt x="571493" y="1095029"/>
                </a:lnTo>
                <a:lnTo>
                  <a:pt x="571286" y="1095511"/>
                </a:lnTo>
                <a:lnTo>
                  <a:pt x="571084" y="1095986"/>
                </a:lnTo>
                <a:lnTo>
                  <a:pt x="570873" y="1096452"/>
                </a:lnTo>
                <a:lnTo>
                  <a:pt x="570652" y="1096911"/>
                </a:lnTo>
                <a:lnTo>
                  <a:pt x="570422" y="1097361"/>
                </a:lnTo>
                <a:lnTo>
                  <a:pt x="570182" y="1097803"/>
                </a:lnTo>
                <a:lnTo>
                  <a:pt x="569933" y="1098237"/>
                </a:lnTo>
                <a:lnTo>
                  <a:pt x="569675" y="1098662"/>
                </a:lnTo>
                <a:lnTo>
                  <a:pt x="569407" y="1099080"/>
                </a:lnTo>
                <a:lnTo>
                  <a:pt x="569130" y="1099489"/>
                </a:lnTo>
                <a:lnTo>
                  <a:pt x="568844" y="1099890"/>
                </a:lnTo>
                <a:lnTo>
                  <a:pt x="568548" y="1100283"/>
                </a:lnTo>
                <a:lnTo>
                  <a:pt x="568243" y="1100667"/>
                </a:lnTo>
                <a:lnTo>
                  <a:pt x="567928" y="1101043"/>
                </a:lnTo>
                <a:lnTo>
                  <a:pt x="567604" y="1101411"/>
                </a:lnTo>
                <a:lnTo>
                  <a:pt x="567270" y="1101771"/>
                </a:lnTo>
                <a:lnTo>
                  <a:pt x="566928" y="1102123"/>
                </a:lnTo>
                <a:lnTo>
                  <a:pt x="566575" y="1102466"/>
                </a:lnTo>
                <a:lnTo>
                  <a:pt x="566214" y="1102802"/>
                </a:lnTo>
                <a:lnTo>
                  <a:pt x="565843" y="1103129"/>
                </a:lnTo>
                <a:lnTo>
                  <a:pt x="565462" y="1103447"/>
                </a:lnTo>
                <a:lnTo>
                  <a:pt x="565073" y="1103758"/>
                </a:lnTo>
                <a:lnTo>
                  <a:pt x="564673" y="1104060"/>
                </a:lnTo>
                <a:lnTo>
                  <a:pt x="564265" y="1104354"/>
                </a:lnTo>
                <a:lnTo>
                  <a:pt x="563847" y="1104640"/>
                </a:lnTo>
                <a:lnTo>
                  <a:pt x="563433" y="1104916"/>
                </a:lnTo>
                <a:lnTo>
                  <a:pt x="563010" y="1105180"/>
                </a:lnTo>
                <a:lnTo>
                  <a:pt x="562576" y="1105433"/>
                </a:lnTo>
                <a:lnTo>
                  <a:pt x="562133" y="1105673"/>
                </a:lnTo>
                <a:lnTo>
                  <a:pt x="561679" y="1105902"/>
                </a:lnTo>
                <a:lnTo>
                  <a:pt x="561216" y="1106120"/>
                </a:lnTo>
                <a:lnTo>
                  <a:pt x="560742" y="1106325"/>
                </a:lnTo>
                <a:lnTo>
                  <a:pt x="560259" y="1106519"/>
                </a:lnTo>
                <a:lnTo>
                  <a:pt x="559765" y="1106701"/>
                </a:lnTo>
                <a:lnTo>
                  <a:pt x="559262" y="1106871"/>
                </a:lnTo>
                <a:lnTo>
                  <a:pt x="558749" y="1107029"/>
                </a:lnTo>
                <a:lnTo>
                  <a:pt x="558225" y="1107176"/>
                </a:lnTo>
                <a:lnTo>
                  <a:pt x="557692" y="1107311"/>
                </a:lnTo>
                <a:lnTo>
                  <a:pt x="557149" y="1107435"/>
                </a:lnTo>
                <a:lnTo>
                  <a:pt x="556595" y="1107546"/>
                </a:lnTo>
                <a:lnTo>
                  <a:pt x="556032" y="1107646"/>
                </a:lnTo>
                <a:lnTo>
                  <a:pt x="555459" y="1107734"/>
                </a:lnTo>
                <a:lnTo>
                  <a:pt x="554876" y="1107810"/>
                </a:lnTo>
                <a:lnTo>
                  <a:pt x="554283" y="1107875"/>
                </a:lnTo>
                <a:lnTo>
                  <a:pt x="553679" y="1107928"/>
                </a:lnTo>
                <a:lnTo>
                  <a:pt x="553066" y="1107969"/>
                </a:lnTo>
                <a:lnTo>
                  <a:pt x="552443" y="1107998"/>
                </a:lnTo>
                <a:lnTo>
                  <a:pt x="551810" y="1108016"/>
                </a:lnTo>
                <a:lnTo>
                  <a:pt x="551167" y="1108022"/>
                </a:lnTo>
                <a:lnTo>
                  <a:pt x="550484" y="1108016"/>
                </a:lnTo>
                <a:lnTo>
                  <a:pt x="549815" y="1107998"/>
                </a:lnTo>
                <a:lnTo>
                  <a:pt x="549162" y="1107969"/>
                </a:lnTo>
                <a:lnTo>
                  <a:pt x="548523" y="1107928"/>
                </a:lnTo>
                <a:lnTo>
                  <a:pt x="547898" y="1107875"/>
                </a:lnTo>
                <a:lnTo>
                  <a:pt x="547289" y="1107810"/>
                </a:lnTo>
                <a:lnTo>
                  <a:pt x="546694" y="1107734"/>
                </a:lnTo>
                <a:lnTo>
                  <a:pt x="546114" y="1107646"/>
                </a:lnTo>
                <a:lnTo>
                  <a:pt x="545548" y="1107546"/>
                </a:lnTo>
                <a:close/>
                <a:moveTo>
                  <a:pt x="768637" y="1119455"/>
                </a:moveTo>
                <a:lnTo>
                  <a:pt x="769504" y="1119321"/>
                </a:lnTo>
                <a:lnTo>
                  <a:pt x="770359" y="1119173"/>
                </a:lnTo>
                <a:lnTo>
                  <a:pt x="771202" y="1119011"/>
                </a:lnTo>
                <a:lnTo>
                  <a:pt x="772035" y="1118835"/>
                </a:lnTo>
                <a:lnTo>
                  <a:pt x="772857" y="1118645"/>
                </a:lnTo>
                <a:lnTo>
                  <a:pt x="773667" y="1118440"/>
                </a:lnTo>
                <a:lnTo>
                  <a:pt x="774466" y="1118222"/>
                </a:lnTo>
                <a:lnTo>
                  <a:pt x="775254" y="1117989"/>
                </a:lnTo>
                <a:lnTo>
                  <a:pt x="776031" y="1117743"/>
                </a:lnTo>
                <a:lnTo>
                  <a:pt x="776797" y="1117482"/>
                </a:lnTo>
                <a:lnTo>
                  <a:pt x="777552" y="1117207"/>
                </a:lnTo>
                <a:lnTo>
                  <a:pt x="778295" y="1116919"/>
                </a:lnTo>
                <a:lnTo>
                  <a:pt x="779028" y="1116616"/>
                </a:lnTo>
                <a:lnTo>
                  <a:pt x="779749" y="1116299"/>
                </a:lnTo>
                <a:lnTo>
                  <a:pt x="780459" y="1115968"/>
                </a:lnTo>
                <a:lnTo>
                  <a:pt x="781171" y="1115624"/>
                </a:lnTo>
                <a:lnTo>
                  <a:pt x="781869" y="1115268"/>
                </a:lnTo>
                <a:lnTo>
                  <a:pt x="782554" y="1114900"/>
                </a:lnTo>
                <a:lnTo>
                  <a:pt x="783225" y="1114521"/>
                </a:lnTo>
                <a:lnTo>
                  <a:pt x="783883" y="1114130"/>
                </a:lnTo>
                <a:lnTo>
                  <a:pt x="784527" y="1113727"/>
                </a:lnTo>
                <a:lnTo>
                  <a:pt x="785158" y="1113313"/>
                </a:lnTo>
                <a:lnTo>
                  <a:pt x="785775" y="1112887"/>
                </a:lnTo>
                <a:lnTo>
                  <a:pt x="786379" y="1112449"/>
                </a:lnTo>
                <a:lnTo>
                  <a:pt x="786969" y="1111999"/>
                </a:lnTo>
                <a:lnTo>
                  <a:pt x="787546" y="1111538"/>
                </a:lnTo>
                <a:lnTo>
                  <a:pt x="788109" y="1111065"/>
                </a:lnTo>
                <a:lnTo>
                  <a:pt x="788659" y="1110580"/>
                </a:lnTo>
                <a:lnTo>
                  <a:pt x="789195" y="1110083"/>
                </a:lnTo>
                <a:lnTo>
                  <a:pt x="789718" y="1109575"/>
                </a:lnTo>
                <a:lnTo>
                  <a:pt x="790227" y="1109055"/>
                </a:lnTo>
                <a:lnTo>
                  <a:pt x="790723" y="1108523"/>
                </a:lnTo>
                <a:lnTo>
                  <a:pt x="791205" y="1107979"/>
                </a:lnTo>
                <a:lnTo>
                  <a:pt x="791674" y="1107424"/>
                </a:lnTo>
                <a:lnTo>
                  <a:pt x="792129" y="1106857"/>
                </a:lnTo>
                <a:lnTo>
                  <a:pt x="792571" y="1106278"/>
                </a:lnTo>
                <a:lnTo>
                  <a:pt x="792999" y="1105687"/>
                </a:lnTo>
                <a:lnTo>
                  <a:pt x="793414" y="1105085"/>
                </a:lnTo>
                <a:lnTo>
                  <a:pt x="793815" y="1104471"/>
                </a:lnTo>
                <a:lnTo>
                  <a:pt x="794215" y="1103832"/>
                </a:lnTo>
                <a:lnTo>
                  <a:pt x="794598" y="1103184"/>
                </a:lnTo>
                <a:lnTo>
                  <a:pt x="794964" y="1102527"/>
                </a:lnTo>
                <a:lnTo>
                  <a:pt x="795313" y="1101860"/>
                </a:lnTo>
                <a:lnTo>
                  <a:pt x="795645" y="1101184"/>
                </a:lnTo>
                <a:lnTo>
                  <a:pt x="795960" y="1100498"/>
                </a:lnTo>
                <a:lnTo>
                  <a:pt x="796258" y="1099803"/>
                </a:lnTo>
                <a:lnTo>
                  <a:pt x="796539" y="1099099"/>
                </a:lnTo>
                <a:lnTo>
                  <a:pt x="796803" y="1098385"/>
                </a:lnTo>
                <a:lnTo>
                  <a:pt x="797050" y="1097661"/>
                </a:lnTo>
                <a:lnTo>
                  <a:pt x="797280" y="1096929"/>
                </a:lnTo>
                <a:lnTo>
                  <a:pt x="797492" y="1096187"/>
                </a:lnTo>
                <a:lnTo>
                  <a:pt x="797688" y="1095435"/>
                </a:lnTo>
                <a:lnTo>
                  <a:pt x="797867" y="1094675"/>
                </a:lnTo>
                <a:lnTo>
                  <a:pt x="798029" y="1093904"/>
                </a:lnTo>
                <a:lnTo>
                  <a:pt x="798173" y="1093125"/>
                </a:lnTo>
                <a:lnTo>
                  <a:pt x="798301" y="1092336"/>
                </a:lnTo>
                <a:lnTo>
                  <a:pt x="798412" y="1091537"/>
                </a:lnTo>
                <a:lnTo>
                  <a:pt x="798505" y="1090730"/>
                </a:lnTo>
                <a:lnTo>
                  <a:pt x="798582" y="1089913"/>
                </a:lnTo>
                <a:lnTo>
                  <a:pt x="798642" y="1089086"/>
                </a:lnTo>
                <a:lnTo>
                  <a:pt x="798684" y="1088250"/>
                </a:lnTo>
                <a:lnTo>
                  <a:pt x="798710" y="1087405"/>
                </a:lnTo>
                <a:lnTo>
                  <a:pt x="798718" y="1086550"/>
                </a:lnTo>
                <a:lnTo>
                  <a:pt x="782826" y="1086550"/>
                </a:lnTo>
                <a:lnTo>
                  <a:pt x="782816" y="1087456"/>
                </a:lnTo>
                <a:lnTo>
                  <a:pt x="782786" y="1088342"/>
                </a:lnTo>
                <a:lnTo>
                  <a:pt x="782736" y="1089207"/>
                </a:lnTo>
                <a:lnTo>
                  <a:pt x="782666" y="1090053"/>
                </a:lnTo>
                <a:lnTo>
                  <a:pt x="782576" y="1090879"/>
                </a:lnTo>
                <a:lnTo>
                  <a:pt x="782466" y="1091685"/>
                </a:lnTo>
                <a:lnTo>
                  <a:pt x="782337" y="1092471"/>
                </a:lnTo>
                <a:lnTo>
                  <a:pt x="782187" y="1093237"/>
                </a:lnTo>
                <a:lnTo>
                  <a:pt x="782017" y="1093984"/>
                </a:lnTo>
                <a:lnTo>
                  <a:pt x="781828" y="1094710"/>
                </a:lnTo>
                <a:lnTo>
                  <a:pt x="781618" y="1095416"/>
                </a:lnTo>
                <a:lnTo>
                  <a:pt x="781389" y="1096102"/>
                </a:lnTo>
                <a:lnTo>
                  <a:pt x="781139" y="1096769"/>
                </a:lnTo>
                <a:lnTo>
                  <a:pt x="780870" y="1097415"/>
                </a:lnTo>
                <a:lnTo>
                  <a:pt x="780580" y="1098041"/>
                </a:lnTo>
                <a:lnTo>
                  <a:pt x="780271" y="1098648"/>
                </a:lnTo>
                <a:lnTo>
                  <a:pt x="779942" y="1099234"/>
                </a:lnTo>
                <a:lnTo>
                  <a:pt x="779592" y="1099801"/>
                </a:lnTo>
                <a:lnTo>
                  <a:pt x="779223" y="1100347"/>
                </a:lnTo>
                <a:lnTo>
                  <a:pt x="778834" y="1100874"/>
                </a:lnTo>
                <a:lnTo>
                  <a:pt x="778425" y="1101380"/>
                </a:lnTo>
                <a:lnTo>
                  <a:pt x="777996" y="1101867"/>
                </a:lnTo>
                <a:lnTo>
                  <a:pt x="777547" y="1102334"/>
                </a:lnTo>
                <a:lnTo>
                  <a:pt x="777078" y="1102780"/>
                </a:lnTo>
                <a:lnTo>
                  <a:pt x="776604" y="1103208"/>
                </a:lnTo>
                <a:lnTo>
                  <a:pt x="776111" y="1103618"/>
                </a:lnTo>
                <a:lnTo>
                  <a:pt x="775601" y="1104009"/>
                </a:lnTo>
                <a:lnTo>
                  <a:pt x="775072" y="1104382"/>
                </a:lnTo>
                <a:lnTo>
                  <a:pt x="774525" y="1104737"/>
                </a:lnTo>
                <a:lnTo>
                  <a:pt x="773960" y="1105073"/>
                </a:lnTo>
                <a:lnTo>
                  <a:pt x="773377" y="1105392"/>
                </a:lnTo>
                <a:lnTo>
                  <a:pt x="772776" y="1105692"/>
                </a:lnTo>
                <a:lnTo>
                  <a:pt x="772156" y="1105974"/>
                </a:lnTo>
                <a:lnTo>
                  <a:pt x="771518" y="1106238"/>
                </a:lnTo>
                <a:lnTo>
                  <a:pt x="770862" y="1106484"/>
                </a:lnTo>
                <a:lnTo>
                  <a:pt x="770188" y="1106711"/>
                </a:lnTo>
                <a:lnTo>
                  <a:pt x="769496" y="1106921"/>
                </a:lnTo>
                <a:lnTo>
                  <a:pt x="768785" y="1107112"/>
                </a:lnTo>
                <a:lnTo>
                  <a:pt x="768056" y="1107285"/>
                </a:lnTo>
                <a:lnTo>
                  <a:pt x="767309" y="1107439"/>
                </a:lnTo>
                <a:lnTo>
                  <a:pt x="766544" y="1107576"/>
                </a:lnTo>
                <a:lnTo>
                  <a:pt x="765761" y="1107694"/>
                </a:lnTo>
                <a:lnTo>
                  <a:pt x="764959" y="1107794"/>
                </a:lnTo>
                <a:lnTo>
                  <a:pt x="764139" y="1107876"/>
                </a:lnTo>
                <a:lnTo>
                  <a:pt x="763301" y="1107940"/>
                </a:lnTo>
                <a:lnTo>
                  <a:pt x="762445" y="1107985"/>
                </a:lnTo>
                <a:lnTo>
                  <a:pt x="761571" y="1108012"/>
                </a:lnTo>
                <a:lnTo>
                  <a:pt x="760678" y="1108022"/>
                </a:lnTo>
                <a:lnTo>
                  <a:pt x="759867" y="1108010"/>
                </a:lnTo>
                <a:lnTo>
                  <a:pt x="759067" y="1107973"/>
                </a:lnTo>
                <a:lnTo>
                  <a:pt x="758279" y="1107913"/>
                </a:lnTo>
                <a:lnTo>
                  <a:pt x="757503" y="1107829"/>
                </a:lnTo>
                <a:lnTo>
                  <a:pt x="756739" y="1107721"/>
                </a:lnTo>
                <a:lnTo>
                  <a:pt x="755986" y="1107588"/>
                </a:lnTo>
                <a:lnTo>
                  <a:pt x="755246" y="1107432"/>
                </a:lnTo>
                <a:lnTo>
                  <a:pt x="754516" y="1107251"/>
                </a:lnTo>
                <a:lnTo>
                  <a:pt x="753799" y="1107047"/>
                </a:lnTo>
                <a:lnTo>
                  <a:pt x="753093" y="1106818"/>
                </a:lnTo>
                <a:lnTo>
                  <a:pt x="752400" y="1106565"/>
                </a:lnTo>
                <a:lnTo>
                  <a:pt x="751717" y="1106289"/>
                </a:lnTo>
                <a:lnTo>
                  <a:pt x="751047" y="1105988"/>
                </a:lnTo>
                <a:lnTo>
                  <a:pt x="750388" y="1105663"/>
                </a:lnTo>
                <a:lnTo>
                  <a:pt x="749741" y="1105314"/>
                </a:lnTo>
                <a:lnTo>
                  <a:pt x="749106" y="1104941"/>
                </a:lnTo>
                <a:lnTo>
                  <a:pt x="748483" y="1104544"/>
                </a:lnTo>
                <a:lnTo>
                  <a:pt x="747871" y="1104122"/>
                </a:lnTo>
                <a:lnTo>
                  <a:pt x="747271" y="1103677"/>
                </a:lnTo>
                <a:lnTo>
                  <a:pt x="746683" y="1103208"/>
                </a:lnTo>
                <a:lnTo>
                  <a:pt x="746107" y="1102714"/>
                </a:lnTo>
                <a:lnTo>
                  <a:pt x="745542" y="1102197"/>
                </a:lnTo>
                <a:lnTo>
                  <a:pt x="744989" y="1101655"/>
                </a:lnTo>
                <a:lnTo>
                  <a:pt x="744448" y="1101090"/>
                </a:lnTo>
                <a:lnTo>
                  <a:pt x="743923" y="1100501"/>
                </a:lnTo>
                <a:lnTo>
                  <a:pt x="743421" y="1099890"/>
                </a:lnTo>
                <a:lnTo>
                  <a:pt x="742942" y="1099256"/>
                </a:lnTo>
                <a:lnTo>
                  <a:pt x="742485" y="1098601"/>
                </a:lnTo>
                <a:lnTo>
                  <a:pt x="742050" y="1097923"/>
                </a:lnTo>
                <a:lnTo>
                  <a:pt x="741637" y="1097222"/>
                </a:lnTo>
                <a:lnTo>
                  <a:pt x="741246" y="1096500"/>
                </a:lnTo>
                <a:lnTo>
                  <a:pt x="740878" y="1095755"/>
                </a:lnTo>
                <a:lnTo>
                  <a:pt x="740533" y="1094988"/>
                </a:lnTo>
                <a:lnTo>
                  <a:pt x="740209" y="1094198"/>
                </a:lnTo>
                <a:lnTo>
                  <a:pt x="739908" y="1093386"/>
                </a:lnTo>
                <a:lnTo>
                  <a:pt x="739629" y="1092552"/>
                </a:lnTo>
                <a:lnTo>
                  <a:pt x="739373" y="1091695"/>
                </a:lnTo>
                <a:lnTo>
                  <a:pt x="739138" y="1090817"/>
                </a:lnTo>
                <a:lnTo>
                  <a:pt x="738926" y="1089915"/>
                </a:lnTo>
                <a:lnTo>
                  <a:pt x="738737" y="1088992"/>
                </a:lnTo>
                <a:lnTo>
                  <a:pt x="738570" y="1088046"/>
                </a:lnTo>
                <a:lnTo>
                  <a:pt x="738425" y="1087078"/>
                </a:lnTo>
                <a:lnTo>
                  <a:pt x="738302" y="1086088"/>
                </a:lnTo>
                <a:lnTo>
                  <a:pt x="738201" y="1085075"/>
                </a:lnTo>
                <a:lnTo>
                  <a:pt x="738123" y="1084040"/>
                </a:lnTo>
                <a:lnTo>
                  <a:pt x="738068" y="1082983"/>
                </a:lnTo>
                <a:lnTo>
                  <a:pt x="738034" y="1081904"/>
                </a:lnTo>
                <a:lnTo>
                  <a:pt x="738023" y="1080802"/>
                </a:lnTo>
                <a:lnTo>
                  <a:pt x="738023" y="1077928"/>
                </a:lnTo>
                <a:lnTo>
                  <a:pt x="798718" y="1077928"/>
                </a:lnTo>
                <a:lnTo>
                  <a:pt x="798718" y="1066431"/>
                </a:lnTo>
                <a:lnTo>
                  <a:pt x="798710" y="1065562"/>
                </a:lnTo>
                <a:lnTo>
                  <a:pt x="798685" y="1064700"/>
                </a:lnTo>
                <a:lnTo>
                  <a:pt x="798644" y="1063847"/>
                </a:lnTo>
                <a:lnTo>
                  <a:pt x="798587" y="1063003"/>
                </a:lnTo>
                <a:lnTo>
                  <a:pt x="798513" y="1062166"/>
                </a:lnTo>
                <a:lnTo>
                  <a:pt x="798422" y="1061338"/>
                </a:lnTo>
                <a:lnTo>
                  <a:pt x="798315" y="1060518"/>
                </a:lnTo>
                <a:lnTo>
                  <a:pt x="798192" y="1059706"/>
                </a:lnTo>
                <a:lnTo>
                  <a:pt x="798052" y="1058902"/>
                </a:lnTo>
                <a:lnTo>
                  <a:pt x="797896" y="1058107"/>
                </a:lnTo>
                <a:lnTo>
                  <a:pt x="797724" y="1057320"/>
                </a:lnTo>
                <a:lnTo>
                  <a:pt x="797535" y="1056541"/>
                </a:lnTo>
                <a:lnTo>
                  <a:pt x="797329" y="1055770"/>
                </a:lnTo>
                <a:lnTo>
                  <a:pt x="797107" y="1055007"/>
                </a:lnTo>
                <a:lnTo>
                  <a:pt x="796869" y="1054253"/>
                </a:lnTo>
                <a:lnTo>
                  <a:pt x="796614" y="1053507"/>
                </a:lnTo>
                <a:lnTo>
                  <a:pt x="796343" y="1052769"/>
                </a:lnTo>
                <a:lnTo>
                  <a:pt x="796055" y="1052039"/>
                </a:lnTo>
                <a:lnTo>
                  <a:pt x="795751" y="1051318"/>
                </a:lnTo>
                <a:lnTo>
                  <a:pt x="795431" y="1050604"/>
                </a:lnTo>
                <a:lnTo>
                  <a:pt x="795094" y="1049899"/>
                </a:lnTo>
                <a:lnTo>
                  <a:pt x="794740" y="1049203"/>
                </a:lnTo>
                <a:lnTo>
                  <a:pt x="794371" y="1048514"/>
                </a:lnTo>
                <a:lnTo>
                  <a:pt x="793984" y="1047833"/>
                </a:lnTo>
                <a:lnTo>
                  <a:pt x="793597" y="1047163"/>
                </a:lnTo>
                <a:lnTo>
                  <a:pt x="793196" y="1046504"/>
                </a:lnTo>
                <a:lnTo>
                  <a:pt x="792782" y="1045858"/>
                </a:lnTo>
                <a:lnTo>
                  <a:pt x="792355" y="1045222"/>
                </a:lnTo>
                <a:lnTo>
                  <a:pt x="791913" y="1044599"/>
                </a:lnTo>
                <a:lnTo>
                  <a:pt x="791459" y="1043987"/>
                </a:lnTo>
                <a:lnTo>
                  <a:pt x="790991" y="1043387"/>
                </a:lnTo>
                <a:lnTo>
                  <a:pt x="790509" y="1042799"/>
                </a:lnTo>
                <a:lnTo>
                  <a:pt x="790014" y="1042223"/>
                </a:lnTo>
                <a:lnTo>
                  <a:pt x="789505" y="1041658"/>
                </a:lnTo>
                <a:lnTo>
                  <a:pt x="788983" y="1041105"/>
                </a:lnTo>
                <a:lnTo>
                  <a:pt x="788447" y="1040564"/>
                </a:lnTo>
                <a:lnTo>
                  <a:pt x="787898" y="1040034"/>
                </a:lnTo>
                <a:lnTo>
                  <a:pt x="787335" y="1039516"/>
                </a:lnTo>
                <a:lnTo>
                  <a:pt x="786759" y="1039010"/>
                </a:lnTo>
                <a:lnTo>
                  <a:pt x="786170" y="1038516"/>
                </a:lnTo>
                <a:lnTo>
                  <a:pt x="785566" y="1038034"/>
                </a:lnTo>
                <a:lnTo>
                  <a:pt x="784950" y="1037563"/>
                </a:lnTo>
                <a:lnTo>
                  <a:pt x="784319" y="1037104"/>
                </a:lnTo>
                <a:lnTo>
                  <a:pt x="783676" y="1036656"/>
                </a:lnTo>
                <a:lnTo>
                  <a:pt x="783019" y="1036221"/>
                </a:lnTo>
                <a:lnTo>
                  <a:pt x="782348" y="1035797"/>
                </a:lnTo>
                <a:lnTo>
                  <a:pt x="781664" y="1035385"/>
                </a:lnTo>
                <a:lnTo>
                  <a:pt x="780966" y="1034984"/>
                </a:lnTo>
                <a:lnTo>
                  <a:pt x="780270" y="1034598"/>
                </a:lnTo>
                <a:lnTo>
                  <a:pt x="779562" y="1034228"/>
                </a:lnTo>
                <a:lnTo>
                  <a:pt x="778842" y="1033875"/>
                </a:lnTo>
                <a:lnTo>
                  <a:pt x="778111" y="1033538"/>
                </a:lnTo>
                <a:lnTo>
                  <a:pt x="777367" y="1033217"/>
                </a:lnTo>
                <a:lnTo>
                  <a:pt x="776613" y="1032913"/>
                </a:lnTo>
                <a:lnTo>
                  <a:pt x="775846" y="1032626"/>
                </a:lnTo>
                <a:lnTo>
                  <a:pt x="775067" y="1032355"/>
                </a:lnTo>
                <a:lnTo>
                  <a:pt x="774277" y="1032100"/>
                </a:lnTo>
                <a:lnTo>
                  <a:pt x="773475" y="1031861"/>
                </a:lnTo>
                <a:lnTo>
                  <a:pt x="772662" y="1031640"/>
                </a:lnTo>
                <a:lnTo>
                  <a:pt x="771836" y="1031434"/>
                </a:lnTo>
                <a:lnTo>
                  <a:pt x="770999" y="1031245"/>
                </a:lnTo>
                <a:lnTo>
                  <a:pt x="770150" y="1031072"/>
                </a:lnTo>
                <a:lnTo>
                  <a:pt x="769290" y="1030916"/>
                </a:lnTo>
                <a:lnTo>
                  <a:pt x="768418" y="1030777"/>
                </a:lnTo>
                <a:lnTo>
                  <a:pt x="767533" y="1030653"/>
                </a:lnTo>
                <a:lnTo>
                  <a:pt x="766638" y="1030547"/>
                </a:lnTo>
                <a:lnTo>
                  <a:pt x="765730" y="1030456"/>
                </a:lnTo>
                <a:lnTo>
                  <a:pt x="764811" y="1030382"/>
                </a:lnTo>
                <a:lnTo>
                  <a:pt x="763880" y="1030325"/>
                </a:lnTo>
                <a:lnTo>
                  <a:pt x="762937" y="1030284"/>
                </a:lnTo>
                <a:lnTo>
                  <a:pt x="761982" y="1030259"/>
                </a:lnTo>
                <a:lnTo>
                  <a:pt x="761016" y="1030251"/>
                </a:lnTo>
                <a:lnTo>
                  <a:pt x="759979" y="1030260"/>
                </a:lnTo>
                <a:lnTo>
                  <a:pt x="758954" y="1030288"/>
                </a:lnTo>
                <a:lnTo>
                  <a:pt x="757941" y="1030335"/>
                </a:lnTo>
                <a:lnTo>
                  <a:pt x="756940" y="1030401"/>
                </a:lnTo>
                <a:lnTo>
                  <a:pt x="755950" y="1030485"/>
                </a:lnTo>
                <a:lnTo>
                  <a:pt x="754972" y="1030589"/>
                </a:lnTo>
                <a:lnTo>
                  <a:pt x="754006" y="1030711"/>
                </a:lnTo>
                <a:lnTo>
                  <a:pt x="753051" y="1030852"/>
                </a:lnTo>
                <a:lnTo>
                  <a:pt x="752108" y="1031011"/>
                </a:lnTo>
                <a:lnTo>
                  <a:pt x="751177" y="1031190"/>
                </a:lnTo>
                <a:lnTo>
                  <a:pt x="750258" y="1031387"/>
                </a:lnTo>
                <a:lnTo>
                  <a:pt x="749351" y="1031603"/>
                </a:lnTo>
                <a:lnTo>
                  <a:pt x="748455" y="1031838"/>
                </a:lnTo>
                <a:lnTo>
                  <a:pt x="747571" y="1032091"/>
                </a:lnTo>
                <a:lnTo>
                  <a:pt x="746698" y="1032364"/>
                </a:lnTo>
                <a:lnTo>
                  <a:pt x="745838" y="1032655"/>
                </a:lnTo>
                <a:lnTo>
                  <a:pt x="744989" y="1032965"/>
                </a:lnTo>
                <a:lnTo>
                  <a:pt x="744152" y="1033294"/>
                </a:lnTo>
                <a:lnTo>
                  <a:pt x="743326" y="1033641"/>
                </a:lnTo>
                <a:lnTo>
                  <a:pt x="742513" y="1034008"/>
                </a:lnTo>
                <a:lnTo>
                  <a:pt x="741711" y="1034393"/>
                </a:lnTo>
                <a:lnTo>
                  <a:pt x="740921" y="1034797"/>
                </a:lnTo>
                <a:lnTo>
                  <a:pt x="740142" y="1035219"/>
                </a:lnTo>
                <a:lnTo>
                  <a:pt x="739376" y="1035661"/>
                </a:lnTo>
                <a:lnTo>
                  <a:pt x="738622" y="1036105"/>
                </a:lnTo>
                <a:lnTo>
                  <a:pt x="737883" y="1036565"/>
                </a:lnTo>
                <a:lnTo>
                  <a:pt x="737159" y="1037040"/>
                </a:lnTo>
                <a:lnTo>
                  <a:pt x="736450" y="1037530"/>
                </a:lnTo>
                <a:lnTo>
                  <a:pt x="735755" y="1038035"/>
                </a:lnTo>
                <a:lnTo>
                  <a:pt x="735075" y="1038556"/>
                </a:lnTo>
                <a:lnTo>
                  <a:pt x="734410" y="1039092"/>
                </a:lnTo>
                <a:lnTo>
                  <a:pt x="733759" y="1039643"/>
                </a:lnTo>
                <a:lnTo>
                  <a:pt x="733123" y="1040210"/>
                </a:lnTo>
                <a:lnTo>
                  <a:pt x="732501" y="1040792"/>
                </a:lnTo>
                <a:lnTo>
                  <a:pt x="731895" y="1041389"/>
                </a:lnTo>
                <a:lnTo>
                  <a:pt x="731303" y="1042001"/>
                </a:lnTo>
                <a:lnTo>
                  <a:pt x="730725" y="1042628"/>
                </a:lnTo>
                <a:lnTo>
                  <a:pt x="730163" y="1043271"/>
                </a:lnTo>
                <a:lnTo>
                  <a:pt x="729615" y="1043929"/>
                </a:lnTo>
                <a:lnTo>
                  <a:pt x="729081" y="1044603"/>
                </a:lnTo>
                <a:lnTo>
                  <a:pt x="728563" y="1045291"/>
                </a:lnTo>
                <a:lnTo>
                  <a:pt x="728059" y="1045995"/>
                </a:lnTo>
                <a:lnTo>
                  <a:pt x="727569" y="1046714"/>
                </a:lnTo>
                <a:lnTo>
                  <a:pt x="727095" y="1047449"/>
                </a:lnTo>
                <a:lnTo>
                  <a:pt x="726635" y="1048198"/>
                </a:lnTo>
                <a:lnTo>
                  <a:pt x="726189" y="1048963"/>
                </a:lnTo>
                <a:lnTo>
                  <a:pt x="725759" y="1049743"/>
                </a:lnTo>
                <a:lnTo>
                  <a:pt x="725343" y="1050539"/>
                </a:lnTo>
                <a:lnTo>
                  <a:pt x="724943" y="1051348"/>
                </a:lnTo>
                <a:lnTo>
                  <a:pt x="724560" y="1052170"/>
                </a:lnTo>
                <a:lnTo>
                  <a:pt x="724194" y="1053003"/>
                </a:lnTo>
                <a:lnTo>
                  <a:pt x="723845" y="1053850"/>
                </a:lnTo>
                <a:lnTo>
                  <a:pt x="723513" y="1054708"/>
                </a:lnTo>
                <a:lnTo>
                  <a:pt x="723198" y="1055579"/>
                </a:lnTo>
                <a:lnTo>
                  <a:pt x="722900" y="1056462"/>
                </a:lnTo>
                <a:lnTo>
                  <a:pt x="722619" y="1057358"/>
                </a:lnTo>
                <a:lnTo>
                  <a:pt x="722355" y="1058266"/>
                </a:lnTo>
                <a:lnTo>
                  <a:pt x="722108" y="1059186"/>
                </a:lnTo>
                <a:lnTo>
                  <a:pt x="721879" y="1060118"/>
                </a:lnTo>
                <a:lnTo>
                  <a:pt x="721666" y="1061063"/>
                </a:lnTo>
                <a:lnTo>
                  <a:pt x="721470" y="1062020"/>
                </a:lnTo>
                <a:lnTo>
                  <a:pt x="721291" y="1062990"/>
                </a:lnTo>
                <a:lnTo>
                  <a:pt x="721130" y="1063972"/>
                </a:lnTo>
                <a:lnTo>
                  <a:pt x="720985" y="1064966"/>
                </a:lnTo>
                <a:lnTo>
                  <a:pt x="720857" y="1065972"/>
                </a:lnTo>
                <a:lnTo>
                  <a:pt x="720746" y="1066991"/>
                </a:lnTo>
                <a:lnTo>
                  <a:pt x="720653" y="1068022"/>
                </a:lnTo>
                <a:lnTo>
                  <a:pt x="720576" y="1069066"/>
                </a:lnTo>
                <a:lnTo>
                  <a:pt x="720517" y="1070121"/>
                </a:lnTo>
                <a:lnTo>
                  <a:pt x="720474" y="1071190"/>
                </a:lnTo>
                <a:lnTo>
                  <a:pt x="720449" y="1072270"/>
                </a:lnTo>
                <a:lnTo>
                  <a:pt x="720440" y="1073363"/>
                </a:lnTo>
                <a:lnTo>
                  <a:pt x="720440" y="1076913"/>
                </a:lnTo>
                <a:lnTo>
                  <a:pt x="720447" y="1077965"/>
                </a:lnTo>
                <a:lnTo>
                  <a:pt x="720469" y="1079007"/>
                </a:lnTo>
                <a:lnTo>
                  <a:pt x="720506" y="1080038"/>
                </a:lnTo>
                <a:lnTo>
                  <a:pt x="720557" y="1081060"/>
                </a:lnTo>
                <a:lnTo>
                  <a:pt x="720624" y="1082072"/>
                </a:lnTo>
                <a:lnTo>
                  <a:pt x="720704" y="1083074"/>
                </a:lnTo>
                <a:lnTo>
                  <a:pt x="720800" y="1084065"/>
                </a:lnTo>
                <a:lnTo>
                  <a:pt x="720910" y="1085047"/>
                </a:lnTo>
                <a:lnTo>
                  <a:pt x="721034" y="1086019"/>
                </a:lnTo>
                <a:lnTo>
                  <a:pt x="721174" y="1086981"/>
                </a:lnTo>
                <a:lnTo>
                  <a:pt x="721328" y="1087933"/>
                </a:lnTo>
                <a:lnTo>
                  <a:pt x="721497" y="1088875"/>
                </a:lnTo>
                <a:lnTo>
                  <a:pt x="721680" y="1089807"/>
                </a:lnTo>
                <a:lnTo>
                  <a:pt x="721878" y="1090729"/>
                </a:lnTo>
                <a:lnTo>
                  <a:pt x="722091" y="1091641"/>
                </a:lnTo>
                <a:lnTo>
                  <a:pt x="722319" y="1092542"/>
                </a:lnTo>
                <a:lnTo>
                  <a:pt x="722561" y="1093434"/>
                </a:lnTo>
                <a:lnTo>
                  <a:pt x="722818" y="1094317"/>
                </a:lnTo>
                <a:lnTo>
                  <a:pt x="723089" y="1095189"/>
                </a:lnTo>
                <a:lnTo>
                  <a:pt x="723375" y="1096051"/>
                </a:lnTo>
                <a:lnTo>
                  <a:pt x="723676" y="1096903"/>
                </a:lnTo>
                <a:lnTo>
                  <a:pt x="723992" y="1097745"/>
                </a:lnTo>
                <a:lnTo>
                  <a:pt x="724322" y="1098577"/>
                </a:lnTo>
                <a:lnTo>
                  <a:pt x="724667" y="1099399"/>
                </a:lnTo>
                <a:lnTo>
                  <a:pt x="725041" y="1100209"/>
                </a:lnTo>
                <a:lnTo>
                  <a:pt x="725430" y="1101003"/>
                </a:lnTo>
                <a:lnTo>
                  <a:pt x="725834" y="1101782"/>
                </a:lnTo>
                <a:lnTo>
                  <a:pt x="726254" y="1102546"/>
                </a:lnTo>
                <a:lnTo>
                  <a:pt x="726689" y="1103294"/>
                </a:lnTo>
                <a:lnTo>
                  <a:pt x="727139" y="1104027"/>
                </a:lnTo>
                <a:lnTo>
                  <a:pt x="727605" y="1104745"/>
                </a:lnTo>
                <a:lnTo>
                  <a:pt x="728086" y="1105448"/>
                </a:lnTo>
                <a:lnTo>
                  <a:pt x="728582" y="1106135"/>
                </a:lnTo>
                <a:lnTo>
                  <a:pt x="729093" y="1106808"/>
                </a:lnTo>
                <a:lnTo>
                  <a:pt x="729620" y="1107464"/>
                </a:lnTo>
                <a:lnTo>
                  <a:pt x="730161" y="1108106"/>
                </a:lnTo>
                <a:lnTo>
                  <a:pt x="730718" y="1108732"/>
                </a:lnTo>
                <a:lnTo>
                  <a:pt x="731291" y="1109344"/>
                </a:lnTo>
                <a:lnTo>
                  <a:pt x="731878" y="1109939"/>
                </a:lnTo>
                <a:lnTo>
                  <a:pt x="732481" y="1110520"/>
                </a:lnTo>
                <a:lnTo>
                  <a:pt x="733099" y="1111085"/>
                </a:lnTo>
                <a:lnTo>
                  <a:pt x="733733" y="1111635"/>
                </a:lnTo>
                <a:lnTo>
                  <a:pt x="734382" y="1112170"/>
                </a:lnTo>
                <a:lnTo>
                  <a:pt x="735045" y="1112690"/>
                </a:lnTo>
                <a:lnTo>
                  <a:pt x="735725" y="1113194"/>
                </a:lnTo>
                <a:lnTo>
                  <a:pt x="736419" y="1113683"/>
                </a:lnTo>
                <a:lnTo>
                  <a:pt x="737129" y="1114157"/>
                </a:lnTo>
                <a:lnTo>
                  <a:pt x="737854" y="1114615"/>
                </a:lnTo>
                <a:lnTo>
                  <a:pt x="738609" y="1115057"/>
                </a:lnTo>
                <a:lnTo>
                  <a:pt x="739379" y="1115479"/>
                </a:lnTo>
                <a:lnTo>
                  <a:pt x="740165" y="1115883"/>
                </a:lnTo>
                <a:lnTo>
                  <a:pt x="740968" y="1116268"/>
                </a:lnTo>
                <a:lnTo>
                  <a:pt x="741786" y="1116635"/>
                </a:lnTo>
                <a:lnTo>
                  <a:pt x="742619" y="1116982"/>
                </a:lnTo>
                <a:lnTo>
                  <a:pt x="743469" y="1117311"/>
                </a:lnTo>
                <a:lnTo>
                  <a:pt x="744335" y="1117621"/>
                </a:lnTo>
                <a:lnTo>
                  <a:pt x="745216" y="1117912"/>
                </a:lnTo>
                <a:lnTo>
                  <a:pt x="746114" y="1118184"/>
                </a:lnTo>
                <a:lnTo>
                  <a:pt x="747027" y="1118438"/>
                </a:lnTo>
                <a:lnTo>
                  <a:pt x="747956" y="1118673"/>
                </a:lnTo>
                <a:lnTo>
                  <a:pt x="748901" y="1118889"/>
                </a:lnTo>
                <a:lnTo>
                  <a:pt x="749861" y="1119086"/>
                </a:lnTo>
                <a:lnTo>
                  <a:pt x="750838" y="1119265"/>
                </a:lnTo>
                <a:lnTo>
                  <a:pt x="751830" y="1119424"/>
                </a:lnTo>
                <a:lnTo>
                  <a:pt x="752838" y="1119565"/>
                </a:lnTo>
                <a:lnTo>
                  <a:pt x="753862" y="1119687"/>
                </a:lnTo>
                <a:lnTo>
                  <a:pt x="754902" y="1119791"/>
                </a:lnTo>
                <a:lnTo>
                  <a:pt x="755958" y="1119875"/>
                </a:lnTo>
                <a:lnTo>
                  <a:pt x="757030" y="1119941"/>
                </a:lnTo>
                <a:lnTo>
                  <a:pt x="758117" y="1119988"/>
                </a:lnTo>
                <a:lnTo>
                  <a:pt x="759221" y="1120016"/>
                </a:lnTo>
                <a:lnTo>
                  <a:pt x="760340" y="1120025"/>
                </a:lnTo>
                <a:lnTo>
                  <a:pt x="761306" y="1120018"/>
                </a:lnTo>
                <a:lnTo>
                  <a:pt x="762262" y="1119997"/>
                </a:lnTo>
                <a:lnTo>
                  <a:pt x="763206" y="1119962"/>
                </a:lnTo>
                <a:lnTo>
                  <a:pt x="764139" y="1119913"/>
                </a:lnTo>
                <a:lnTo>
                  <a:pt x="765061" y="1119849"/>
                </a:lnTo>
                <a:lnTo>
                  <a:pt x="765972" y="1119772"/>
                </a:lnTo>
                <a:lnTo>
                  <a:pt x="766872" y="1119680"/>
                </a:lnTo>
                <a:lnTo>
                  <a:pt x="767760" y="1119574"/>
                </a:lnTo>
                <a:lnTo>
                  <a:pt x="768637" y="1119455"/>
                </a:lnTo>
                <a:close/>
                <a:moveTo>
                  <a:pt x="738474" y="1062298"/>
                </a:moveTo>
                <a:lnTo>
                  <a:pt x="738549" y="1061829"/>
                </a:lnTo>
                <a:lnTo>
                  <a:pt x="738632" y="1061361"/>
                </a:lnTo>
                <a:lnTo>
                  <a:pt x="738725" y="1060895"/>
                </a:lnTo>
                <a:lnTo>
                  <a:pt x="738826" y="1060429"/>
                </a:lnTo>
                <a:lnTo>
                  <a:pt x="738936" y="1059965"/>
                </a:lnTo>
                <a:lnTo>
                  <a:pt x="739055" y="1059502"/>
                </a:lnTo>
                <a:lnTo>
                  <a:pt x="739183" y="1059040"/>
                </a:lnTo>
                <a:lnTo>
                  <a:pt x="739319" y="1058579"/>
                </a:lnTo>
                <a:lnTo>
                  <a:pt x="739464" y="1058119"/>
                </a:lnTo>
                <a:lnTo>
                  <a:pt x="739619" y="1057661"/>
                </a:lnTo>
                <a:lnTo>
                  <a:pt x="739781" y="1057203"/>
                </a:lnTo>
                <a:lnTo>
                  <a:pt x="739953" y="1056747"/>
                </a:lnTo>
                <a:lnTo>
                  <a:pt x="740134" y="1056292"/>
                </a:lnTo>
                <a:lnTo>
                  <a:pt x="740323" y="1055839"/>
                </a:lnTo>
                <a:lnTo>
                  <a:pt x="740521" y="1055386"/>
                </a:lnTo>
                <a:lnTo>
                  <a:pt x="740728" y="1054934"/>
                </a:lnTo>
                <a:lnTo>
                  <a:pt x="740957" y="1054473"/>
                </a:lnTo>
                <a:lnTo>
                  <a:pt x="741194" y="1054019"/>
                </a:lnTo>
                <a:lnTo>
                  <a:pt x="741439" y="1053571"/>
                </a:lnTo>
                <a:lnTo>
                  <a:pt x="741691" y="1053131"/>
                </a:lnTo>
                <a:lnTo>
                  <a:pt x="741951" y="1052698"/>
                </a:lnTo>
                <a:lnTo>
                  <a:pt x="742218" y="1052272"/>
                </a:lnTo>
                <a:lnTo>
                  <a:pt x="742493" y="1051852"/>
                </a:lnTo>
                <a:lnTo>
                  <a:pt x="742776" y="1051440"/>
                </a:lnTo>
                <a:lnTo>
                  <a:pt x="743066" y="1051035"/>
                </a:lnTo>
                <a:lnTo>
                  <a:pt x="743364" y="1050637"/>
                </a:lnTo>
                <a:lnTo>
                  <a:pt x="743669" y="1050246"/>
                </a:lnTo>
                <a:lnTo>
                  <a:pt x="743983" y="1049862"/>
                </a:lnTo>
                <a:lnTo>
                  <a:pt x="744303" y="1049486"/>
                </a:lnTo>
                <a:lnTo>
                  <a:pt x="744632" y="1049116"/>
                </a:lnTo>
                <a:lnTo>
                  <a:pt x="744968" y="1048753"/>
                </a:lnTo>
                <a:lnTo>
                  <a:pt x="745312" y="1048397"/>
                </a:lnTo>
                <a:lnTo>
                  <a:pt x="745663" y="1048048"/>
                </a:lnTo>
                <a:lnTo>
                  <a:pt x="746022" y="1047707"/>
                </a:lnTo>
                <a:lnTo>
                  <a:pt x="746389" y="1047372"/>
                </a:lnTo>
                <a:lnTo>
                  <a:pt x="746763" y="1047045"/>
                </a:lnTo>
                <a:lnTo>
                  <a:pt x="747145" y="1046724"/>
                </a:lnTo>
                <a:lnTo>
                  <a:pt x="747534" y="1046411"/>
                </a:lnTo>
                <a:lnTo>
                  <a:pt x="747931" y="1046104"/>
                </a:lnTo>
                <a:lnTo>
                  <a:pt x="748336" y="1045805"/>
                </a:lnTo>
                <a:lnTo>
                  <a:pt x="748763" y="1045515"/>
                </a:lnTo>
                <a:lnTo>
                  <a:pt x="749197" y="1045238"/>
                </a:lnTo>
                <a:lnTo>
                  <a:pt x="749638" y="1044973"/>
                </a:lnTo>
                <a:lnTo>
                  <a:pt x="750088" y="1044720"/>
                </a:lnTo>
                <a:lnTo>
                  <a:pt x="750545" y="1044480"/>
                </a:lnTo>
                <a:lnTo>
                  <a:pt x="751009" y="1044252"/>
                </a:lnTo>
                <a:lnTo>
                  <a:pt x="751482" y="1044036"/>
                </a:lnTo>
                <a:lnTo>
                  <a:pt x="751962" y="1043832"/>
                </a:lnTo>
                <a:lnTo>
                  <a:pt x="752449" y="1043641"/>
                </a:lnTo>
                <a:lnTo>
                  <a:pt x="752944" y="1043463"/>
                </a:lnTo>
                <a:lnTo>
                  <a:pt x="753447" y="1043296"/>
                </a:lnTo>
                <a:lnTo>
                  <a:pt x="753958" y="1043142"/>
                </a:lnTo>
                <a:lnTo>
                  <a:pt x="754476" y="1043000"/>
                </a:lnTo>
                <a:lnTo>
                  <a:pt x="755001" y="1042871"/>
                </a:lnTo>
                <a:lnTo>
                  <a:pt x="755535" y="1042754"/>
                </a:lnTo>
                <a:lnTo>
                  <a:pt x="756076" y="1042649"/>
                </a:lnTo>
                <a:lnTo>
                  <a:pt x="756624" y="1042556"/>
                </a:lnTo>
                <a:lnTo>
                  <a:pt x="757180" y="1042476"/>
                </a:lnTo>
                <a:lnTo>
                  <a:pt x="757744" y="1042409"/>
                </a:lnTo>
                <a:lnTo>
                  <a:pt x="758316" y="1042353"/>
                </a:lnTo>
                <a:lnTo>
                  <a:pt x="758895" y="1042310"/>
                </a:lnTo>
                <a:lnTo>
                  <a:pt x="759482" y="1042279"/>
                </a:lnTo>
                <a:lnTo>
                  <a:pt x="760076" y="1042261"/>
                </a:lnTo>
                <a:lnTo>
                  <a:pt x="760678" y="1042254"/>
                </a:lnTo>
                <a:lnTo>
                  <a:pt x="761211" y="1042259"/>
                </a:lnTo>
                <a:lnTo>
                  <a:pt x="761738" y="1042274"/>
                </a:lnTo>
                <a:lnTo>
                  <a:pt x="762260" y="1042299"/>
                </a:lnTo>
                <a:lnTo>
                  <a:pt x="762777" y="1042334"/>
                </a:lnTo>
                <a:lnTo>
                  <a:pt x="763289" y="1042379"/>
                </a:lnTo>
                <a:lnTo>
                  <a:pt x="763795" y="1042434"/>
                </a:lnTo>
                <a:lnTo>
                  <a:pt x="764296" y="1042499"/>
                </a:lnTo>
                <a:lnTo>
                  <a:pt x="764792" y="1042574"/>
                </a:lnTo>
                <a:lnTo>
                  <a:pt x="765282" y="1042659"/>
                </a:lnTo>
                <a:lnTo>
                  <a:pt x="765768" y="1042753"/>
                </a:lnTo>
                <a:lnTo>
                  <a:pt x="766248" y="1042858"/>
                </a:lnTo>
                <a:lnTo>
                  <a:pt x="766722" y="1042973"/>
                </a:lnTo>
                <a:lnTo>
                  <a:pt x="767191" y="1043098"/>
                </a:lnTo>
                <a:lnTo>
                  <a:pt x="767656" y="1043233"/>
                </a:lnTo>
                <a:lnTo>
                  <a:pt x="768114" y="1043377"/>
                </a:lnTo>
                <a:lnTo>
                  <a:pt x="768568" y="1043532"/>
                </a:lnTo>
                <a:lnTo>
                  <a:pt x="769016" y="1043697"/>
                </a:lnTo>
                <a:lnTo>
                  <a:pt x="769459" y="1043871"/>
                </a:lnTo>
                <a:lnTo>
                  <a:pt x="769897" y="1044056"/>
                </a:lnTo>
                <a:lnTo>
                  <a:pt x="770329" y="1044250"/>
                </a:lnTo>
                <a:lnTo>
                  <a:pt x="770756" y="1044455"/>
                </a:lnTo>
                <a:lnTo>
                  <a:pt x="771178" y="1044670"/>
                </a:lnTo>
                <a:lnTo>
                  <a:pt x="771594" y="1044894"/>
                </a:lnTo>
                <a:lnTo>
                  <a:pt x="772006" y="1045129"/>
                </a:lnTo>
                <a:lnTo>
                  <a:pt x="772410" y="1045372"/>
                </a:lnTo>
                <a:lnTo>
                  <a:pt x="772806" y="1045623"/>
                </a:lnTo>
                <a:lnTo>
                  <a:pt x="773194" y="1045881"/>
                </a:lnTo>
                <a:lnTo>
                  <a:pt x="773574" y="1046148"/>
                </a:lnTo>
                <a:lnTo>
                  <a:pt x="773946" y="1046422"/>
                </a:lnTo>
                <a:lnTo>
                  <a:pt x="774309" y="1046703"/>
                </a:lnTo>
                <a:lnTo>
                  <a:pt x="774664" y="1046992"/>
                </a:lnTo>
                <a:lnTo>
                  <a:pt x="775011" y="1047289"/>
                </a:lnTo>
                <a:lnTo>
                  <a:pt x="775350" y="1047593"/>
                </a:lnTo>
                <a:lnTo>
                  <a:pt x="775680" y="1047905"/>
                </a:lnTo>
                <a:lnTo>
                  <a:pt x="776003" y="1048225"/>
                </a:lnTo>
                <a:lnTo>
                  <a:pt x="776317" y="1048552"/>
                </a:lnTo>
                <a:lnTo>
                  <a:pt x="776623" y="1048887"/>
                </a:lnTo>
                <a:lnTo>
                  <a:pt x="776920" y="1049230"/>
                </a:lnTo>
                <a:lnTo>
                  <a:pt x="777210" y="1049580"/>
                </a:lnTo>
                <a:lnTo>
                  <a:pt x="777491" y="1049938"/>
                </a:lnTo>
                <a:lnTo>
                  <a:pt x="777764" y="1050303"/>
                </a:lnTo>
                <a:lnTo>
                  <a:pt x="778029" y="1050676"/>
                </a:lnTo>
                <a:lnTo>
                  <a:pt x="778285" y="1051057"/>
                </a:lnTo>
                <a:lnTo>
                  <a:pt x="778533" y="1051445"/>
                </a:lnTo>
                <a:lnTo>
                  <a:pt x="778773" y="1051841"/>
                </a:lnTo>
                <a:lnTo>
                  <a:pt x="779005" y="1052245"/>
                </a:lnTo>
                <a:lnTo>
                  <a:pt x="779229" y="1052656"/>
                </a:lnTo>
                <a:lnTo>
                  <a:pt x="779444" y="1053075"/>
                </a:lnTo>
                <a:lnTo>
                  <a:pt x="779665" y="1053486"/>
                </a:lnTo>
                <a:lnTo>
                  <a:pt x="779877" y="1053902"/>
                </a:lnTo>
                <a:lnTo>
                  <a:pt x="780078" y="1054324"/>
                </a:lnTo>
                <a:lnTo>
                  <a:pt x="780271" y="1054751"/>
                </a:lnTo>
                <a:lnTo>
                  <a:pt x="780454" y="1055184"/>
                </a:lnTo>
                <a:lnTo>
                  <a:pt x="780628" y="1055621"/>
                </a:lnTo>
                <a:lnTo>
                  <a:pt x="780792" y="1056064"/>
                </a:lnTo>
                <a:lnTo>
                  <a:pt x="780947" y="1056512"/>
                </a:lnTo>
                <a:lnTo>
                  <a:pt x="781093" y="1056966"/>
                </a:lnTo>
                <a:lnTo>
                  <a:pt x="781229" y="1057425"/>
                </a:lnTo>
                <a:lnTo>
                  <a:pt x="781356" y="1057889"/>
                </a:lnTo>
                <a:lnTo>
                  <a:pt x="781473" y="1058358"/>
                </a:lnTo>
                <a:lnTo>
                  <a:pt x="781581" y="1058833"/>
                </a:lnTo>
                <a:lnTo>
                  <a:pt x="781680" y="1059313"/>
                </a:lnTo>
                <a:lnTo>
                  <a:pt x="781769" y="1059798"/>
                </a:lnTo>
                <a:lnTo>
                  <a:pt x="781849" y="1060288"/>
                </a:lnTo>
                <a:lnTo>
                  <a:pt x="781919" y="1060784"/>
                </a:lnTo>
                <a:lnTo>
                  <a:pt x="781980" y="1061285"/>
                </a:lnTo>
                <a:lnTo>
                  <a:pt x="782032" y="1061791"/>
                </a:lnTo>
                <a:lnTo>
                  <a:pt x="782074" y="1062303"/>
                </a:lnTo>
                <a:lnTo>
                  <a:pt x="782107" y="1062820"/>
                </a:lnTo>
                <a:lnTo>
                  <a:pt x="782131" y="1063342"/>
                </a:lnTo>
                <a:lnTo>
                  <a:pt x="782145" y="1063869"/>
                </a:lnTo>
                <a:lnTo>
                  <a:pt x="782150" y="1064402"/>
                </a:lnTo>
                <a:lnTo>
                  <a:pt x="782150" y="1066938"/>
                </a:lnTo>
                <a:lnTo>
                  <a:pt x="738192" y="1066938"/>
                </a:lnTo>
                <a:lnTo>
                  <a:pt x="738192" y="1066093"/>
                </a:lnTo>
                <a:lnTo>
                  <a:pt x="738196" y="1065614"/>
                </a:lnTo>
                <a:lnTo>
                  <a:pt x="738210" y="1065137"/>
                </a:lnTo>
                <a:lnTo>
                  <a:pt x="738232" y="1064661"/>
                </a:lnTo>
                <a:lnTo>
                  <a:pt x="738262" y="1064186"/>
                </a:lnTo>
                <a:lnTo>
                  <a:pt x="738302" y="1063712"/>
                </a:lnTo>
                <a:lnTo>
                  <a:pt x="738351" y="1063240"/>
                </a:lnTo>
                <a:lnTo>
                  <a:pt x="738408" y="1062768"/>
                </a:lnTo>
                <a:lnTo>
                  <a:pt x="738474" y="1062298"/>
                </a:lnTo>
                <a:close/>
                <a:moveTo>
                  <a:pt x="819447" y="1140144"/>
                </a:moveTo>
                <a:lnTo>
                  <a:pt x="903981" y="1140144"/>
                </a:lnTo>
                <a:lnTo>
                  <a:pt x="903981" y="1127971"/>
                </a:lnTo>
                <a:lnTo>
                  <a:pt x="819447" y="1127971"/>
                </a:lnTo>
                <a:lnTo>
                  <a:pt x="819447" y="1140144"/>
                </a:lnTo>
                <a:close/>
                <a:moveTo>
                  <a:pt x="670462" y="1263341"/>
                </a:moveTo>
                <a:lnTo>
                  <a:pt x="670462" y="1247110"/>
                </a:lnTo>
                <a:lnTo>
                  <a:pt x="654570" y="1247110"/>
                </a:lnTo>
                <a:lnTo>
                  <a:pt x="654570" y="1263341"/>
                </a:lnTo>
                <a:lnTo>
                  <a:pt x="670462" y="1263341"/>
                </a:lnTo>
                <a:close/>
                <a:moveTo>
                  <a:pt x="655246" y="1294280"/>
                </a:moveTo>
                <a:lnTo>
                  <a:pt x="655246" y="1354468"/>
                </a:lnTo>
                <a:lnTo>
                  <a:pt x="624307" y="1354468"/>
                </a:lnTo>
                <a:lnTo>
                  <a:pt x="624307" y="1367486"/>
                </a:lnTo>
                <a:lnTo>
                  <a:pt x="655246" y="1367486"/>
                </a:lnTo>
                <a:lnTo>
                  <a:pt x="672153" y="1367486"/>
                </a:lnTo>
                <a:lnTo>
                  <a:pt x="701402" y="1367486"/>
                </a:lnTo>
                <a:lnTo>
                  <a:pt x="701402" y="1354468"/>
                </a:lnTo>
                <a:lnTo>
                  <a:pt x="672153" y="1354468"/>
                </a:lnTo>
                <a:lnTo>
                  <a:pt x="672153" y="1281093"/>
                </a:lnTo>
                <a:lnTo>
                  <a:pt x="624307" y="1281093"/>
                </a:lnTo>
                <a:lnTo>
                  <a:pt x="624307" y="1294280"/>
                </a:lnTo>
                <a:lnTo>
                  <a:pt x="655246" y="1294280"/>
                </a:lnTo>
                <a:close/>
                <a:moveTo>
                  <a:pt x="786592" y="1398667"/>
                </a:moveTo>
                <a:lnTo>
                  <a:pt x="787485" y="1398482"/>
                </a:lnTo>
                <a:lnTo>
                  <a:pt x="788357" y="1398272"/>
                </a:lnTo>
                <a:lnTo>
                  <a:pt x="789210" y="1398038"/>
                </a:lnTo>
                <a:lnTo>
                  <a:pt x="790043" y="1397779"/>
                </a:lnTo>
                <a:lnTo>
                  <a:pt x="790856" y="1397496"/>
                </a:lnTo>
                <a:lnTo>
                  <a:pt x="791650" y="1397187"/>
                </a:lnTo>
                <a:lnTo>
                  <a:pt x="792423" y="1396855"/>
                </a:lnTo>
                <a:lnTo>
                  <a:pt x="793176" y="1396497"/>
                </a:lnTo>
                <a:lnTo>
                  <a:pt x="793909" y="1396115"/>
                </a:lnTo>
                <a:lnTo>
                  <a:pt x="794622" y="1395708"/>
                </a:lnTo>
                <a:lnTo>
                  <a:pt x="795316" y="1395277"/>
                </a:lnTo>
                <a:lnTo>
                  <a:pt x="795989" y="1394821"/>
                </a:lnTo>
                <a:lnTo>
                  <a:pt x="796642" y="1394340"/>
                </a:lnTo>
                <a:lnTo>
                  <a:pt x="797276" y="1393834"/>
                </a:lnTo>
                <a:lnTo>
                  <a:pt x="797889" y="1393304"/>
                </a:lnTo>
                <a:lnTo>
                  <a:pt x="798483" y="1392749"/>
                </a:lnTo>
                <a:lnTo>
                  <a:pt x="799056" y="1392170"/>
                </a:lnTo>
                <a:lnTo>
                  <a:pt x="799622" y="1391585"/>
                </a:lnTo>
                <a:lnTo>
                  <a:pt x="800163" y="1390987"/>
                </a:lnTo>
                <a:lnTo>
                  <a:pt x="800681" y="1390374"/>
                </a:lnTo>
                <a:lnTo>
                  <a:pt x="801174" y="1389747"/>
                </a:lnTo>
                <a:lnTo>
                  <a:pt x="801644" y="1389106"/>
                </a:lnTo>
                <a:lnTo>
                  <a:pt x="802089" y="1388451"/>
                </a:lnTo>
                <a:lnTo>
                  <a:pt x="802510" y="1387781"/>
                </a:lnTo>
                <a:lnTo>
                  <a:pt x="802907" y="1387098"/>
                </a:lnTo>
                <a:lnTo>
                  <a:pt x="803280" y="1386401"/>
                </a:lnTo>
                <a:lnTo>
                  <a:pt x="803629" y="1385689"/>
                </a:lnTo>
                <a:lnTo>
                  <a:pt x="803954" y="1384964"/>
                </a:lnTo>
                <a:lnTo>
                  <a:pt x="804255" y="1384224"/>
                </a:lnTo>
                <a:lnTo>
                  <a:pt x="804532" y="1383470"/>
                </a:lnTo>
                <a:lnTo>
                  <a:pt x="804785" y="1382702"/>
                </a:lnTo>
                <a:lnTo>
                  <a:pt x="805013" y="1381920"/>
                </a:lnTo>
                <a:lnTo>
                  <a:pt x="805218" y="1381124"/>
                </a:lnTo>
                <a:lnTo>
                  <a:pt x="805398" y="1380314"/>
                </a:lnTo>
                <a:lnTo>
                  <a:pt x="805555" y="1379490"/>
                </a:lnTo>
                <a:lnTo>
                  <a:pt x="805687" y="1378652"/>
                </a:lnTo>
                <a:lnTo>
                  <a:pt x="805795" y="1377799"/>
                </a:lnTo>
                <a:lnTo>
                  <a:pt x="805880" y="1376933"/>
                </a:lnTo>
                <a:lnTo>
                  <a:pt x="805940" y="1376052"/>
                </a:lnTo>
                <a:lnTo>
                  <a:pt x="805976" y="1375158"/>
                </a:lnTo>
                <a:lnTo>
                  <a:pt x="805988" y="1374249"/>
                </a:lnTo>
                <a:lnTo>
                  <a:pt x="805976" y="1373411"/>
                </a:lnTo>
                <a:lnTo>
                  <a:pt x="805940" y="1372586"/>
                </a:lnTo>
                <a:lnTo>
                  <a:pt x="805880" y="1371776"/>
                </a:lnTo>
                <a:lnTo>
                  <a:pt x="805795" y="1370980"/>
                </a:lnTo>
                <a:lnTo>
                  <a:pt x="805687" y="1370198"/>
                </a:lnTo>
                <a:lnTo>
                  <a:pt x="805555" y="1369431"/>
                </a:lnTo>
                <a:lnTo>
                  <a:pt x="805398" y="1368677"/>
                </a:lnTo>
                <a:lnTo>
                  <a:pt x="805218" y="1367937"/>
                </a:lnTo>
                <a:lnTo>
                  <a:pt x="805013" y="1367212"/>
                </a:lnTo>
                <a:lnTo>
                  <a:pt x="804785" y="1366500"/>
                </a:lnTo>
                <a:lnTo>
                  <a:pt x="804532" y="1365803"/>
                </a:lnTo>
                <a:lnTo>
                  <a:pt x="804255" y="1365119"/>
                </a:lnTo>
                <a:lnTo>
                  <a:pt x="803954" y="1364450"/>
                </a:lnTo>
                <a:lnTo>
                  <a:pt x="803629" y="1363795"/>
                </a:lnTo>
                <a:lnTo>
                  <a:pt x="803280" y="1363154"/>
                </a:lnTo>
                <a:lnTo>
                  <a:pt x="802907" y="1362527"/>
                </a:lnTo>
                <a:lnTo>
                  <a:pt x="802510" y="1361914"/>
                </a:lnTo>
                <a:lnTo>
                  <a:pt x="802089" y="1361315"/>
                </a:lnTo>
                <a:lnTo>
                  <a:pt x="801644" y="1360731"/>
                </a:lnTo>
                <a:lnTo>
                  <a:pt x="801174" y="1360160"/>
                </a:lnTo>
                <a:lnTo>
                  <a:pt x="800681" y="1359603"/>
                </a:lnTo>
                <a:lnTo>
                  <a:pt x="800163" y="1359061"/>
                </a:lnTo>
                <a:lnTo>
                  <a:pt x="799622" y="1358533"/>
                </a:lnTo>
                <a:lnTo>
                  <a:pt x="799056" y="1358018"/>
                </a:lnTo>
                <a:lnTo>
                  <a:pt x="798484" y="1357508"/>
                </a:lnTo>
                <a:lnTo>
                  <a:pt x="797893" y="1357019"/>
                </a:lnTo>
                <a:lnTo>
                  <a:pt x="797284" y="1356552"/>
                </a:lnTo>
                <a:lnTo>
                  <a:pt x="796656" y="1356107"/>
                </a:lnTo>
                <a:lnTo>
                  <a:pt x="796011" y="1355683"/>
                </a:lnTo>
                <a:lnTo>
                  <a:pt x="795347" y="1355282"/>
                </a:lnTo>
                <a:lnTo>
                  <a:pt x="794666" y="1354902"/>
                </a:lnTo>
                <a:lnTo>
                  <a:pt x="793965" y="1354543"/>
                </a:lnTo>
                <a:lnTo>
                  <a:pt x="793247" y="1354207"/>
                </a:lnTo>
                <a:lnTo>
                  <a:pt x="792511" y="1353892"/>
                </a:lnTo>
                <a:lnTo>
                  <a:pt x="791756" y="1353598"/>
                </a:lnTo>
                <a:lnTo>
                  <a:pt x="790983" y="1353327"/>
                </a:lnTo>
                <a:lnTo>
                  <a:pt x="790192" y="1353077"/>
                </a:lnTo>
                <a:lnTo>
                  <a:pt x="789383" y="1352849"/>
                </a:lnTo>
                <a:lnTo>
                  <a:pt x="788556" y="1352643"/>
                </a:lnTo>
                <a:lnTo>
                  <a:pt x="787710" y="1352458"/>
                </a:lnTo>
                <a:lnTo>
                  <a:pt x="786846" y="1352295"/>
                </a:lnTo>
                <a:lnTo>
                  <a:pt x="785964" y="1352154"/>
                </a:lnTo>
                <a:lnTo>
                  <a:pt x="785064" y="1352034"/>
                </a:lnTo>
                <a:lnTo>
                  <a:pt x="784145" y="1351937"/>
                </a:lnTo>
                <a:lnTo>
                  <a:pt x="783209" y="1351861"/>
                </a:lnTo>
                <a:lnTo>
                  <a:pt x="782254" y="1351806"/>
                </a:lnTo>
                <a:lnTo>
                  <a:pt x="781281" y="1351774"/>
                </a:lnTo>
                <a:lnTo>
                  <a:pt x="780290" y="1351763"/>
                </a:lnTo>
                <a:lnTo>
                  <a:pt x="749689" y="1351763"/>
                </a:lnTo>
                <a:lnTo>
                  <a:pt x="749270" y="1351759"/>
                </a:lnTo>
                <a:lnTo>
                  <a:pt x="748859" y="1351748"/>
                </a:lnTo>
                <a:lnTo>
                  <a:pt x="748455" y="1351729"/>
                </a:lnTo>
                <a:lnTo>
                  <a:pt x="748059" y="1351702"/>
                </a:lnTo>
                <a:lnTo>
                  <a:pt x="747671" y="1351668"/>
                </a:lnTo>
                <a:lnTo>
                  <a:pt x="747290" y="1351626"/>
                </a:lnTo>
                <a:lnTo>
                  <a:pt x="746917" y="1351576"/>
                </a:lnTo>
                <a:lnTo>
                  <a:pt x="746551" y="1351519"/>
                </a:lnTo>
                <a:lnTo>
                  <a:pt x="746194" y="1351454"/>
                </a:lnTo>
                <a:lnTo>
                  <a:pt x="745844" y="1351381"/>
                </a:lnTo>
                <a:lnTo>
                  <a:pt x="745501" y="1351301"/>
                </a:lnTo>
                <a:lnTo>
                  <a:pt x="745166" y="1351213"/>
                </a:lnTo>
                <a:lnTo>
                  <a:pt x="744839" y="1351118"/>
                </a:lnTo>
                <a:lnTo>
                  <a:pt x="744519" y="1351015"/>
                </a:lnTo>
                <a:lnTo>
                  <a:pt x="744207" y="1350904"/>
                </a:lnTo>
                <a:lnTo>
                  <a:pt x="743903" y="1350786"/>
                </a:lnTo>
                <a:lnTo>
                  <a:pt x="743606" y="1350660"/>
                </a:lnTo>
                <a:lnTo>
                  <a:pt x="743317" y="1350527"/>
                </a:lnTo>
                <a:lnTo>
                  <a:pt x="743035" y="1350385"/>
                </a:lnTo>
                <a:lnTo>
                  <a:pt x="742762" y="1350237"/>
                </a:lnTo>
                <a:lnTo>
                  <a:pt x="742495" y="1350080"/>
                </a:lnTo>
                <a:lnTo>
                  <a:pt x="742237" y="1349916"/>
                </a:lnTo>
                <a:lnTo>
                  <a:pt x="741986" y="1349744"/>
                </a:lnTo>
                <a:lnTo>
                  <a:pt x="741742" y="1349565"/>
                </a:lnTo>
                <a:lnTo>
                  <a:pt x="741508" y="1349365"/>
                </a:lnTo>
                <a:lnTo>
                  <a:pt x="741283" y="1349158"/>
                </a:lnTo>
                <a:lnTo>
                  <a:pt x="741069" y="1348944"/>
                </a:lnTo>
                <a:lnTo>
                  <a:pt x="740864" y="1348724"/>
                </a:lnTo>
                <a:lnTo>
                  <a:pt x="740670" y="1348498"/>
                </a:lnTo>
                <a:lnTo>
                  <a:pt x="740485" y="1348265"/>
                </a:lnTo>
                <a:lnTo>
                  <a:pt x="740310" y="1348026"/>
                </a:lnTo>
                <a:lnTo>
                  <a:pt x="740146" y="1347780"/>
                </a:lnTo>
                <a:lnTo>
                  <a:pt x="739991" y="1347528"/>
                </a:lnTo>
                <a:lnTo>
                  <a:pt x="739846" y="1347270"/>
                </a:lnTo>
                <a:lnTo>
                  <a:pt x="739712" y="1347005"/>
                </a:lnTo>
                <a:lnTo>
                  <a:pt x="739587" y="1346733"/>
                </a:lnTo>
                <a:lnTo>
                  <a:pt x="739472" y="1346455"/>
                </a:lnTo>
                <a:lnTo>
                  <a:pt x="739367" y="1346171"/>
                </a:lnTo>
                <a:lnTo>
                  <a:pt x="739273" y="1345880"/>
                </a:lnTo>
                <a:lnTo>
                  <a:pt x="739188" y="1345583"/>
                </a:lnTo>
                <a:lnTo>
                  <a:pt x="739113" y="1345279"/>
                </a:lnTo>
                <a:lnTo>
                  <a:pt x="739048" y="1344969"/>
                </a:lnTo>
                <a:lnTo>
                  <a:pt x="738993" y="1344652"/>
                </a:lnTo>
                <a:lnTo>
                  <a:pt x="738948" y="1344329"/>
                </a:lnTo>
                <a:lnTo>
                  <a:pt x="738913" y="1343999"/>
                </a:lnTo>
                <a:lnTo>
                  <a:pt x="738888" y="1343663"/>
                </a:lnTo>
                <a:lnTo>
                  <a:pt x="738873" y="1343320"/>
                </a:lnTo>
                <a:lnTo>
                  <a:pt x="738868" y="1342972"/>
                </a:lnTo>
                <a:lnTo>
                  <a:pt x="738873" y="1342623"/>
                </a:lnTo>
                <a:lnTo>
                  <a:pt x="738888" y="1342280"/>
                </a:lnTo>
                <a:lnTo>
                  <a:pt x="738913" y="1341944"/>
                </a:lnTo>
                <a:lnTo>
                  <a:pt x="738948" y="1341614"/>
                </a:lnTo>
                <a:lnTo>
                  <a:pt x="738993" y="1341291"/>
                </a:lnTo>
                <a:lnTo>
                  <a:pt x="739048" y="1340974"/>
                </a:lnTo>
                <a:lnTo>
                  <a:pt x="739113" y="1340664"/>
                </a:lnTo>
                <a:lnTo>
                  <a:pt x="739188" y="1340360"/>
                </a:lnTo>
                <a:lnTo>
                  <a:pt x="739273" y="1340063"/>
                </a:lnTo>
                <a:lnTo>
                  <a:pt x="739367" y="1339772"/>
                </a:lnTo>
                <a:lnTo>
                  <a:pt x="739472" y="1339488"/>
                </a:lnTo>
                <a:lnTo>
                  <a:pt x="739587" y="1339210"/>
                </a:lnTo>
                <a:lnTo>
                  <a:pt x="739712" y="1338938"/>
                </a:lnTo>
                <a:lnTo>
                  <a:pt x="739846" y="1338673"/>
                </a:lnTo>
                <a:lnTo>
                  <a:pt x="739991" y="1338415"/>
                </a:lnTo>
                <a:lnTo>
                  <a:pt x="740146" y="1338162"/>
                </a:lnTo>
                <a:lnTo>
                  <a:pt x="740310" y="1337917"/>
                </a:lnTo>
                <a:lnTo>
                  <a:pt x="740485" y="1337678"/>
                </a:lnTo>
                <a:lnTo>
                  <a:pt x="740670" y="1337445"/>
                </a:lnTo>
                <a:lnTo>
                  <a:pt x="740864" y="1337219"/>
                </a:lnTo>
                <a:lnTo>
                  <a:pt x="741069" y="1336999"/>
                </a:lnTo>
                <a:lnTo>
                  <a:pt x="741283" y="1336785"/>
                </a:lnTo>
                <a:lnTo>
                  <a:pt x="741508" y="1336578"/>
                </a:lnTo>
                <a:lnTo>
                  <a:pt x="741742" y="1336378"/>
                </a:lnTo>
                <a:lnTo>
                  <a:pt x="742000" y="1336185"/>
                </a:lnTo>
                <a:lnTo>
                  <a:pt x="742264" y="1336000"/>
                </a:lnTo>
                <a:lnTo>
                  <a:pt x="742535" y="1335823"/>
                </a:lnTo>
                <a:lnTo>
                  <a:pt x="742813" y="1335655"/>
                </a:lnTo>
                <a:lnTo>
                  <a:pt x="743099" y="1335494"/>
                </a:lnTo>
                <a:lnTo>
                  <a:pt x="743391" y="1335342"/>
                </a:lnTo>
                <a:lnTo>
                  <a:pt x="743690" y="1335199"/>
                </a:lnTo>
                <a:lnTo>
                  <a:pt x="743997" y="1335063"/>
                </a:lnTo>
                <a:lnTo>
                  <a:pt x="744310" y="1334936"/>
                </a:lnTo>
                <a:lnTo>
                  <a:pt x="744631" y="1334816"/>
                </a:lnTo>
                <a:lnTo>
                  <a:pt x="744958" y="1334705"/>
                </a:lnTo>
                <a:lnTo>
                  <a:pt x="745293" y="1334603"/>
                </a:lnTo>
                <a:lnTo>
                  <a:pt x="745635" y="1334508"/>
                </a:lnTo>
                <a:lnTo>
                  <a:pt x="745983" y="1334422"/>
                </a:lnTo>
                <a:lnTo>
                  <a:pt x="746339" y="1334344"/>
                </a:lnTo>
                <a:lnTo>
                  <a:pt x="746702" y="1334274"/>
                </a:lnTo>
                <a:lnTo>
                  <a:pt x="747072" y="1334212"/>
                </a:lnTo>
                <a:lnTo>
                  <a:pt x="747449" y="1334159"/>
                </a:lnTo>
                <a:lnTo>
                  <a:pt x="747832" y="1334114"/>
                </a:lnTo>
                <a:lnTo>
                  <a:pt x="748223" y="1334077"/>
                </a:lnTo>
                <a:lnTo>
                  <a:pt x="748621" y="1334048"/>
                </a:lnTo>
                <a:lnTo>
                  <a:pt x="749026" y="1334027"/>
                </a:lnTo>
                <a:lnTo>
                  <a:pt x="749439" y="1334015"/>
                </a:lnTo>
                <a:lnTo>
                  <a:pt x="749858" y="1334011"/>
                </a:lnTo>
                <a:lnTo>
                  <a:pt x="763721" y="1334011"/>
                </a:lnTo>
                <a:lnTo>
                  <a:pt x="765046" y="1333998"/>
                </a:lnTo>
                <a:lnTo>
                  <a:pt x="766345" y="1333959"/>
                </a:lnTo>
                <a:lnTo>
                  <a:pt x="767618" y="1333895"/>
                </a:lnTo>
                <a:lnTo>
                  <a:pt x="768864" y="1333804"/>
                </a:lnTo>
                <a:lnTo>
                  <a:pt x="770083" y="1333688"/>
                </a:lnTo>
                <a:lnTo>
                  <a:pt x="771276" y="1333546"/>
                </a:lnTo>
                <a:lnTo>
                  <a:pt x="772443" y="1333378"/>
                </a:lnTo>
                <a:lnTo>
                  <a:pt x="773583" y="1333184"/>
                </a:lnTo>
                <a:lnTo>
                  <a:pt x="774697" y="1332965"/>
                </a:lnTo>
                <a:lnTo>
                  <a:pt x="775785" y="1332719"/>
                </a:lnTo>
                <a:lnTo>
                  <a:pt x="776846" y="1332448"/>
                </a:lnTo>
                <a:lnTo>
                  <a:pt x="777881" y="1332151"/>
                </a:lnTo>
                <a:lnTo>
                  <a:pt x="778889" y="1331828"/>
                </a:lnTo>
                <a:lnTo>
                  <a:pt x="779871" y="1331480"/>
                </a:lnTo>
                <a:lnTo>
                  <a:pt x="780826" y="1331105"/>
                </a:lnTo>
                <a:lnTo>
                  <a:pt x="781755" y="1330705"/>
                </a:lnTo>
                <a:lnTo>
                  <a:pt x="782658" y="1330279"/>
                </a:lnTo>
                <a:lnTo>
                  <a:pt x="783534" y="1329827"/>
                </a:lnTo>
                <a:lnTo>
                  <a:pt x="784384" y="1329349"/>
                </a:lnTo>
                <a:lnTo>
                  <a:pt x="785207" y="1328845"/>
                </a:lnTo>
                <a:lnTo>
                  <a:pt x="786004" y="1328315"/>
                </a:lnTo>
                <a:lnTo>
                  <a:pt x="786774" y="1327760"/>
                </a:lnTo>
                <a:lnTo>
                  <a:pt x="787518" y="1327179"/>
                </a:lnTo>
                <a:lnTo>
                  <a:pt x="788236" y="1326572"/>
                </a:lnTo>
                <a:lnTo>
                  <a:pt x="788940" y="1325943"/>
                </a:lnTo>
                <a:lnTo>
                  <a:pt x="789613" y="1325297"/>
                </a:lnTo>
                <a:lnTo>
                  <a:pt x="790257" y="1324633"/>
                </a:lnTo>
                <a:lnTo>
                  <a:pt x="790871" y="1323951"/>
                </a:lnTo>
                <a:lnTo>
                  <a:pt x="791454" y="1323252"/>
                </a:lnTo>
                <a:lnTo>
                  <a:pt x="792008" y="1322535"/>
                </a:lnTo>
                <a:lnTo>
                  <a:pt x="792532" y="1321801"/>
                </a:lnTo>
                <a:lnTo>
                  <a:pt x="793026" y="1321049"/>
                </a:lnTo>
                <a:lnTo>
                  <a:pt x="793490" y="1320279"/>
                </a:lnTo>
                <a:lnTo>
                  <a:pt x="793924" y="1319492"/>
                </a:lnTo>
                <a:lnTo>
                  <a:pt x="794329" y="1318687"/>
                </a:lnTo>
                <a:lnTo>
                  <a:pt x="794703" y="1317865"/>
                </a:lnTo>
                <a:lnTo>
                  <a:pt x="795047" y="1317025"/>
                </a:lnTo>
                <a:lnTo>
                  <a:pt x="795361" y="1316167"/>
                </a:lnTo>
                <a:lnTo>
                  <a:pt x="795646" y="1315292"/>
                </a:lnTo>
                <a:lnTo>
                  <a:pt x="795900" y="1314399"/>
                </a:lnTo>
                <a:lnTo>
                  <a:pt x="796125" y="1313489"/>
                </a:lnTo>
                <a:lnTo>
                  <a:pt x="796319" y="1312561"/>
                </a:lnTo>
                <a:lnTo>
                  <a:pt x="796484" y="1311615"/>
                </a:lnTo>
                <a:lnTo>
                  <a:pt x="796619" y="1310652"/>
                </a:lnTo>
                <a:lnTo>
                  <a:pt x="796724" y="1309671"/>
                </a:lnTo>
                <a:lnTo>
                  <a:pt x="796799" y="1308672"/>
                </a:lnTo>
                <a:lnTo>
                  <a:pt x="796843" y="1307656"/>
                </a:lnTo>
                <a:lnTo>
                  <a:pt x="796858" y="1306622"/>
                </a:lnTo>
                <a:lnTo>
                  <a:pt x="796855" y="1306145"/>
                </a:lnTo>
                <a:lnTo>
                  <a:pt x="796843" y="1305670"/>
                </a:lnTo>
                <a:lnTo>
                  <a:pt x="796824" y="1305198"/>
                </a:lnTo>
                <a:lnTo>
                  <a:pt x="796797" y="1304729"/>
                </a:lnTo>
                <a:lnTo>
                  <a:pt x="796763" y="1304264"/>
                </a:lnTo>
                <a:lnTo>
                  <a:pt x="796721" y="1303801"/>
                </a:lnTo>
                <a:lnTo>
                  <a:pt x="796671" y="1303341"/>
                </a:lnTo>
                <a:lnTo>
                  <a:pt x="796614" y="1302884"/>
                </a:lnTo>
                <a:lnTo>
                  <a:pt x="796549" y="1302430"/>
                </a:lnTo>
                <a:lnTo>
                  <a:pt x="796477" y="1301979"/>
                </a:lnTo>
                <a:lnTo>
                  <a:pt x="796397" y="1301530"/>
                </a:lnTo>
                <a:lnTo>
                  <a:pt x="796309" y="1301085"/>
                </a:lnTo>
                <a:lnTo>
                  <a:pt x="796214" y="1300643"/>
                </a:lnTo>
                <a:lnTo>
                  <a:pt x="796110" y="1300203"/>
                </a:lnTo>
                <a:lnTo>
                  <a:pt x="796000" y="1299767"/>
                </a:lnTo>
                <a:lnTo>
                  <a:pt x="795882" y="1299333"/>
                </a:lnTo>
                <a:lnTo>
                  <a:pt x="795756" y="1298903"/>
                </a:lnTo>
                <a:lnTo>
                  <a:pt x="795622" y="1298475"/>
                </a:lnTo>
                <a:lnTo>
                  <a:pt x="795481" y="1298050"/>
                </a:lnTo>
                <a:lnTo>
                  <a:pt x="795332" y="1297629"/>
                </a:lnTo>
                <a:lnTo>
                  <a:pt x="795176" y="1297210"/>
                </a:lnTo>
                <a:lnTo>
                  <a:pt x="795012" y="1296794"/>
                </a:lnTo>
                <a:lnTo>
                  <a:pt x="794840" y="1296381"/>
                </a:lnTo>
                <a:lnTo>
                  <a:pt x="794661" y="1295971"/>
                </a:lnTo>
                <a:lnTo>
                  <a:pt x="794488" y="1295551"/>
                </a:lnTo>
                <a:lnTo>
                  <a:pt x="794308" y="1295138"/>
                </a:lnTo>
                <a:lnTo>
                  <a:pt x="794122" y="1294732"/>
                </a:lnTo>
                <a:lnTo>
                  <a:pt x="793928" y="1294332"/>
                </a:lnTo>
                <a:lnTo>
                  <a:pt x="793727" y="1293938"/>
                </a:lnTo>
                <a:lnTo>
                  <a:pt x="793519" y="1293551"/>
                </a:lnTo>
                <a:lnTo>
                  <a:pt x="793304" y="1293170"/>
                </a:lnTo>
                <a:lnTo>
                  <a:pt x="793083" y="1292796"/>
                </a:lnTo>
                <a:lnTo>
                  <a:pt x="792854" y="1292428"/>
                </a:lnTo>
                <a:lnTo>
                  <a:pt x="792618" y="1292067"/>
                </a:lnTo>
                <a:lnTo>
                  <a:pt x="792375" y="1291712"/>
                </a:lnTo>
                <a:lnTo>
                  <a:pt x="792124" y="1291364"/>
                </a:lnTo>
                <a:lnTo>
                  <a:pt x="791867" y="1291022"/>
                </a:lnTo>
                <a:lnTo>
                  <a:pt x="791603" y="1290686"/>
                </a:lnTo>
                <a:lnTo>
                  <a:pt x="791332" y="1290357"/>
                </a:lnTo>
                <a:lnTo>
                  <a:pt x="791054" y="1290035"/>
                </a:lnTo>
                <a:lnTo>
                  <a:pt x="790768" y="1289719"/>
                </a:lnTo>
                <a:lnTo>
                  <a:pt x="790476" y="1289409"/>
                </a:lnTo>
                <a:lnTo>
                  <a:pt x="790177" y="1289106"/>
                </a:lnTo>
                <a:lnTo>
                  <a:pt x="789870" y="1288809"/>
                </a:lnTo>
                <a:lnTo>
                  <a:pt x="789557" y="1288519"/>
                </a:lnTo>
                <a:lnTo>
                  <a:pt x="789236" y="1288235"/>
                </a:lnTo>
                <a:lnTo>
                  <a:pt x="788909" y="1287957"/>
                </a:lnTo>
                <a:lnTo>
                  <a:pt x="788574" y="1287687"/>
                </a:lnTo>
                <a:lnTo>
                  <a:pt x="788574" y="1287348"/>
                </a:lnTo>
                <a:lnTo>
                  <a:pt x="789217" y="1287200"/>
                </a:lnTo>
                <a:lnTo>
                  <a:pt x="789849" y="1287038"/>
                </a:lnTo>
                <a:lnTo>
                  <a:pt x="790471" y="1286862"/>
                </a:lnTo>
                <a:lnTo>
                  <a:pt x="791082" y="1286672"/>
                </a:lnTo>
                <a:lnTo>
                  <a:pt x="791682" y="1286468"/>
                </a:lnTo>
                <a:lnTo>
                  <a:pt x="792272" y="1286249"/>
                </a:lnTo>
                <a:lnTo>
                  <a:pt x="792852" y="1286017"/>
                </a:lnTo>
                <a:lnTo>
                  <a:pt x="793421" y="1285770"/>
                </a:lnTo>
                <a:lnTo>
                  <a:pt x="793979" y="1285510"/>
                </a:lnTo>
                <a:lnTo>
                  <a:pt x="794527" y="1285235"/>
                </a:lnTo>
                <a:lnTo>
                  <a:pt x="795064" y="1284946"/>
                </a:lnTo>
                <a:lnTo>
                  <a:pt x="795590" y="1284643"/>
                </a:lnTo>
                <a:lnTo>
                  <a:pt x="796106" y="1284326"/>
                </a:lnTo>
                <a:lnTo>
                  <a:pt x="796612" y="1283995"/>
                </a:lnTo>
                <a:lnTo>
                  <a:pt x="797107" y="1283650"/>
                </a:lnTo>
                <a:lnTo>
                  <a:pt x="797591" y="1283291"/>
                </a:lnTo>
                <a:lnTo>
                  <a:pt x="798065" y="1282917"/>
                </a:lnTo>
                <a:lnTo>
                  <a:pt x="798528" y="1282530"/>
                </a:lnTo>
                <a:lnTo>
                  <a:pt x="798981" y="1282128"/>
                </a:lnTo>
                <a:lnTo>
                  <a:pt x="799423" y="1281713"/>
                </a:lnTo>
                <a:lnTo>
                  <a:pt x="799854" y="1281283"/>
                </a:lnTo>
                <a:lnTo>
                  <a:pt x="800275" y="1280839"/>
                </a:lnTo>
                <a:lnTo>
                  <a:pt x="800685" y="1280381"/>
                </a:lnTo>
                <a:lnTo>
                  <a:pt x="801085" y="1279909"/>
                </a:lnTo>
                <a:lnTo>
                  <a:pt x="801485" y="1279412"/>
                </a:lnTo>
                <a:lnTo>
                  <a:pt x="801868" y="1278906"/>
                </a:lnTo>
                <a:lnTo>
                  <a:pt x="802234" y="1278390"/>
                </a:lnTo>
                <a:lnTo>
                  <a:pt x="802583" y="1277867"/>
                </a:lnTo>
                <a:lnTo>
                  <a:pt x="802915" y="1277334"/>
                </a:lnTo>
                <a:lnTo>
                  <a:pt x="803230" y="1276792"/>
                </a:lnTo>
                <a:lnTo>
                  <a:pt x="803528" y="1276242"/>
                </a:lnTo>
                <a:lnTo>
                  <a:pt x="803809" y="1275683"/>
                </a:lnTo>
                <a:lnTo>
                  <a:pt x="804073" y="1275115"/>
                </a:lnTo>
                <a:lnTo>
                  <a:pt x="804320" y="1274538"/>
                </a:lnTo>
                <a:lnTo>
                  <a:pt x="804549" y="1273952"/>
                </a:lnTo>
                <a:lnTo>
                  <a:pt x="804762" y="1273358"/>
                </a:lnTo>
                <a:lnTo>
                  <a:pt x="804958" y="1272755"/>
                </a:lnTo>
                <a:lnTo>
                  <a:pt x="805137" y="1272143"/>
                </a:lnTo>
                <a:lnTo>
                  <a:pt x="805299" y="1271522"/>
                </a:lnTo>
                <a:lnTo>
                  <a:pt x="805443" y="1270892"/>
                </a:lnTo>
                <a:lnTo>
                  <a:pt x="805571" y="1270254"/>
                </a:lnTo>
                <a:lnTo>
                  <a:pt x="805682" y="1269607"/>
                </a:lnTo>
                <a:lnTo>
                  <a:pt x="805775" y="1268951"/>
                </a:lnTo>
                <a:lnTo>
                  <a:pt x="805852" y="1268286"/>
                </a:lnTo>
                <a:lnTo>
                  <a:pt x="805911" y="1267612"/>
                </a:lnTo>
                <a:lnTo>
                  <a:pt x="805954" y="1266930"/>
                </a:lnTo>
                <a:lnTo>
                  <a:pt x="805980" y="1266239"/>
                </a:lnTo>
                <a:lnTo>
                  <a:pt x="805988" y="1265539"/>
                </a:lnTo>
                <a:lnTo>
                  <a:pt x="792294" y="1265539"/>
                </a:lnTo>
                <a:lnTo>
                  <a:pt x="792246" y="1266030"/>
                </a:lnTo>
                <a:lnTo>
                  <a:pt x="792188" y="1266516"/>
                </a:lnTo>
                <a:lnTo>
                  <a:pt x="792119" y="1266997"/>
                </a:lnTo>
                <a:lnTo>
                  <a:pt x="792040" y="1267474"/>
                </a:lnTo>
                <a:lnTo>
                  <a:pt x="791950" y="1267946"/>
                </a:lnTo>
                <a:lnTo>
                  <a:pt x="791850" y="1268413"/>
                </a:lnTo>
                <a:lnTo>
                  <a:pt x="791739" y="1268875"/>
                </a:lnTo>
                <a:lnTo>
                  <a:pt x="791617" y="1269333"/>
                </a:lnTo>
                <a:lnTo>
                  <a:pt x="791485" y="1269787"/>
                </a:lnTo>
                <a:lnTo>
                  <a:pt x="791343" y="1270235"/>
                </a:lnTo>
                <a:lnTo>
                  <a:pt x="791189" y="1270679"/>
                </a:lnTo>
                <a:lnTo>
                  <a:pt x="791026" y="1271118"/>
                </a:lnTo>
                <a:lnTo>
                  <a:pt x="790851" y="1271552"/>
                </a:lnTo>
                <a:lnTo>
                  <a:pt x="790666" y="1271982"/>
                </a:lnTo>
                <a:lnTo>
                  <a:pt x="790471" y="1272407"/>
                </a:lnTo>
                <a:lnTo>
                  <a:pt x="790265" y="1272827"/>
                </a:lnTo>
                <a:lnTo>
                  <a:pt x="790048" y="1273243"/>
                </a:lnTo>
                <a:lnTo>
                  <a:pt x="789821" y="1273654"/>
                </a:lnTo>
                <a:lnTo>
                  <a:pt x="789583" y="1274060"/>
                </a:lnTo>
                <a:lnTo>
                  <a:pt x="789335" y="1274462"/>
                </a:lnTo>
                <a:lnTo>
                  <a:pt x="789076" y="1274858"/>
                </a:lnTo>
                <a:lnTo>
                  <a:pt x="788807" y="1275251"/>
                </a:lnTo>
                <a:lnTo>
                  <a:pt x="788527" y="1275638"/>
                </a:lnTo>
                <a:lnTo>
                  <a:pt x="788236" y="1276021"/>
                </a:lnTo>
                <a:lnTo>
                  <a:pt x="787948" y="1276383"/>
                </a:lnTo>
                <a:lnTo>
                  <a:pt x="787649" y="1276736"/>
                </a:lnTo>
                <a:lnTo>
                  <a:pt x="787338" y="1277080"/>
                </a:lnTo>
                <a:lnTo>
                  <a:pt x="787015" y="1277416"/>
                </a:lnTo>
                <a:lnTo>
                  <a:pt x="786680" y="1277742"/>
                </a:lnTo>
                <a:lnTo>
                  <a:pt x="786334" y="1278060"/>
                </a:lnTo>
                <a:lnTo>
                  <a:pt x="785976" y="1278369"/>
                </a:lnTo>
                <a:lnTo>
                  <a:pt x="785606" y="1278670"/>
                </a:lnTo>
                <a:lnTo>
                  <a:pt x="785224" y="1278961"/>
                </a:lnTo>
                <a:lnTo>
                  <a:pt x="784831" y="1279244"/>
                </a:lnTo>
                <a:lnTo>
                  <a:pt x="784426" y="1279518"/>
                </a:lnTo>
                <a:lnTo>
                  <a:pt x="784009" y="1279783"/>
                </a:lnTo>
                <a:lnTo>
                  <a:pt x="783581" y="1280039"/>
                </a:lnTo>
                <a:lnTo>
                  <a:pt x="783140" y="1280286"/>
                </a:lnTo>
                <a:lnTo>
                  <a:pt x="782688" y="1280525"/>
                </a:lnTo>
                <a:lnTo>
                  <a:pt x="782225" y="1280755"/>
                </a:lnTo>
                <a:lnTo>
                  <a:pt x="781749" y="1280976"/>
                </a:lnTo>
                <a:lnTo>
                  <a:pt x="781262" y="1281188"/>
                </a:lnTo>
                <a:lnTo>
                  <a:pt x="780763" y="1281391"/>
                </a:lnTo>
                <a:lnTo>
                  <a:pt x="780252" y="1281586"/>
                </a:lnTo>
                <a:lnTo>
                  <a:pt x="779730" y="1281772"/>
                </a:lnTo>
                <a:lnTo>
                  <a:pt x="779196" y="1281949"/>
                </a:lnTo>
                <a:lnTo>
                  <a:pt x="778650" y="1282117"/>
                </a:lnTo>
                <a:lnTo>
                  <a:pt x="778092" y="1282276"/>
                </a:lnTo>
                <a:lnTo>
                  <a:pt x="777550" y="1282042"/>
                </a:lnTo>
                <a:lnTo>
                  <a:pt x="776993" y="1281817"/>
                </a:lnTo>
                <a:lnTo>
                  <a:pt x="776422" y="1281603"/>
                </a:lnTo>
                <a:lnTo>
                  <a:pt x="775838" y="1281398"/>
                </a:lnTo>
                <a:lnTo>
                  <a:pt x="775239" y="1281204"/>
                </a:lnTo>
                <a:lnTo>
                  <a:pt x="774626" y="1281019"/>
                </a:lnTo>
                <a:lnTo>
                  <a:pt x="773999" y="1280844"/>
                </a:lnTo>
                <a:lnTo>
                  <a:pt x="773358" y="1280680"/>
                </a:lnTo>
                <a:lnTo>
                  <a:pt x="772703" y="1280525"/>
                </a:lnTo>
                <a:lnTo>
                  <a:pt x="772034" y="1280380"/>
                </a:lnTo>
                <a:lnTo>
                  <a:pt x="771350" y="1280246"/>
                </a:lnTo>
                <a:lnTo>
                  <a:pt x="770653" y="1280121"/>
                </a:lnTo>
                <a:lnTo>
                  <a:pt x="769941" y="1280006"/>
                </a:lnTo>
                <a:lnTo>
                  <a:pt x="769216" y="1279901"/>
                </a:lnTo>
                <a:lnTo>
                  <a:pt x="768476" y="1279806"/>
                </a:lnTo>
                <a:lnTo>
                  <a:pt x="767722" y="1279722"/>
                </a:lnTo>
                <a:lnTo>
                  <a:pt x="766955" y="1279647"/>
                </a:lnTo>
                <a:lnTo>
                  <a:pt x="766173" y="1279582"/>
                </a:lnTo>
                <a:lnTo>
                  <a:pt x="765377" y="1279527"/>
                </a:lnTo>
                <a:lnTo>
                  <a:pt x="764567" y="1279482"/>
                </a:lnTo>
                <a:lnTo>
                  <a:pt x="763742" y="1279447"/>
                </a:lnTo>
                <a:lnTo>
                  <a:pt x="762904" y="1279422"/>
                </a:lnTo>
                <a:lnTo>
                  <a:pt x="762052" y="1279407"/>
                </a:lnTo>
                <a:lnTo>
                  <a:pt x="761185" y="1279402"/>
                </a:lnTo>
                <a:lnTo>
                  <a:pt x="759721" y="1279415"/>
                </a:lnTo>
                <a:lnTo>
                  <a:pt x="758286" y="1279453"/>
                </a:lnTo>
                <a:lnTo>
                  <a:pt x="756882" y="1279516"/>
                </a:lnTo>
                <a:lnTo>
                  <a:pt x="755507" y="1279604"/>
                </a:lnTo>
                <a:lnTo>
                  <a:pt x="754163" y="1279718"/>
                </a:lnTo>
                <a:lnTo>
                  <a:pt x="752848" y="1279857"/>
                </a:lnTo>
                <a:lnTo>
                  <a:pt x="751563" y="1280021"/>
                </a:lnTo>
                <a:lnTo>
                  <a:pt x="750309" y="1280210"/>
                </a:lnTo>
                <a:lnTo>
                  <a:pt x="749084" y="1280425"/>
                </a:lnTo>
                <a:lnTo>
                  <a:pt x="747889" y="1280664"/>
                </a:lnTo>
                <a:lnTo>
                  <a:pt x="746724" y="1280929"/>
                </a:lnTo>
                <a:lnTo>
                  <a:pt x="745589" y="1281220"/>
                </a:lnTo>
                <a:lnTo>
                  <a:pt x="744484" y="1281535"/>
                </a:lnTo>
                <a:lnTo>
                  <a:pt x="743409" y="1281876"/>
                </a:lnTo>
                <a:lnTo>
                  <a:pt x="742363" y="1282242"/>
                </a:lnTo>
                <a:lnTo>
                  <a:pt x="741348" y="1282633"/>
                </a:lnTo>
                <a:lnTo>
                  <a:pt x="740363" y="1283050"/>
                </a:lnTo>
                <a:lnTo>
                  <a:pt x="739407" y="1283492"/>
                </a:lnTo>
                <a:lnTo>
                  <a:pt x="738482" y="1283959"/>
                </a:lnTo>
                <a:lnTo>
                  <a:pt x="737586" y="1284451"/>
                </a:lnTo>
                <a:lnTo>
                  <a:pt x="736721" y="1284968"/>
                </a:lnTo>
                <a:lnTo>
                  <a:pt x="735885" y="1285511"/>
                </a:lnTo>
                <a:lnTo>
                  <a:pt x="735079" y="1286079"/>
                </a:lnTo>
                <a:lnTo>
                  <a:pt x="734304" y="1286672"/>
                </a:lnTo>
                <a:lnTo>
                  <a:pt x="733572" y="1287287"/>
                </a:lnTo>
                <a:lnTo>
                  <a:pt x="732872" y="1287921"/>
                </a:lnTo>
                <a:lnTo>
                  <a:pt x="732203" y="1288574"/>
                </a:lnTo>
                <a:lnTo>
                  <a:pt x="731566" y="1289246"/>
                </a:lnTo>
                <a:lnTo>
                  <a:pt x="730959" y="1289936"/>
                </a:lnTo>
                <a:lnTo>
                  <a:pt x="730383" y="1290645"/>
                </a:lnTo>
                <a:lnTo>
                  <a:pt x="729839" y="1291373"/>
                </a:lnTo>
                <a:lnTo>
                  <a:pt x="729325" y="1292120"/>
                </a:lnTo>
                <a:lnTo>
                  <a:pt x="728843" y="1292885"/>
                </a:lnTo>
                <a:lnTo>
                  <a:pt x="728392" y="1293670"/>
                </a:lnTo>
                <a:lnTo>
                  <a:pt x="727972" y="1294473"/>
                </a:lnTo>
                <a:lnTo>
                  <a:pt x="727583" y="1295295"/>
                </a:lnTo>
                <a:lnTo>
                  <a:pt x="727225" y="1296135"/>
                </a:lnTo>
                <a:lnTo>
                  <a:pt x="726899" y="1296995"/>
                </a:lnTo>
                <a:lnTo>
                  <a:pt x="726603" y="1297873"/>
                </a:lnTo>
                <a:lnTo>
                  <a:pt x="726339" y="1298770"/>
                </a:lnTo>
                <a:lnTo>
                  <a:pt x="726105" y="1299686"/>
                </a:lnTo>
                <a:lnTo>
                  <a:pt x="725903" y="1300620"/>
                </a:lnTo>
                <a:lnTo>
                  <a:pt x="725732" y="1301574"/>
                </a:lnTo>
                <a:lnTo>
                  <a:pt x="725592" y="1302546"/>
                </a:lnTo>
                <a:lnTo>
                  <a:pt x="725483" y="1303537"/>
                </a:lnTo>
                <a:lnTo>
                  <a:pt x="725405" y="1304546"/>
                </a:lnTo>
                <a:lnTo>
                  <a:pt x="725358" y="1305575"/>
                </a:lnTo>
                <a:lnTo>
                  <a:pt x="725343" y="1306622"/>
                </a:lnTo>
                <a:lnTo>
                  <a:pt x="725348" y="1307225"/>
                </a:lnTo>
                <a:lnTo>
                  <a:pt x="725364" y="1307822"/>
                </a:lnTo>
                <a:lnTo>
                  <a:pt x="725390" y="1308413"/>
                </a:lnTo>
                <a:lnTo>
                  <a:pt x="725427" y="1308998"/>
                </a:lnTo>
                <a:lnTo>
                  <a:pt x="725475" y="1309578"/>
                </a:lnTo>
                <a:lnTo>
                  <a:pt x="725533" y="1310151"/>
                </a:lnTo>
                <a:lnTo>
                  <a:pt x="725602" y="1310719"/>
                </a:lnTo>
                <a:lnTo>
                  <a:pt x="725681" y="1311281"/>
                </a:lnTo>
                <a:lnTo>
                  <a:pt x="725771" y="1311837"/>
                </a:lnTo>
                <a:lnTo>
                  <a:pt x="725871" y="1312387"/>
                </a:lnTo>
                <a:lnTo>
                  <a:pt x="725982" y="1312931"/>
                </a:lnTo>
                <a:lnTo>
                  <a:pt x="726104" y="1313469"/>
                </a:lnTo>
                <a:lnTo>
                  <a:pt x="726236" y="1314002"/>
                </a:lnTo>
                <a:lnTo>
                  <a:pt x="726378" y="1314528"/>
                </a:lnTo>
                <a:lnTo>
                  <a:pt x="726532" y="1315049"/>
                </a:lnTo>
                <a:lnTo>
                  <a:pt x="726695" y="1315564"/>
                </a:lnTo>
                <a:lnTo>
                  <a:pt x="726870" y="1316073"/>
                </a:lnTo>
                <a:lnTo>
                  <a:pt x="727055" y="1316576"/>
                </a:lnTo>
                <a:lnTo>
                  <a:pt x="727250" y="1317073"/>
                </a:lnTo>
                <a:lnTo>
                  <a:pt x="727456" y="1317564"/>
                </a:lnTo>
                <a:lnTo>
                  <a:pt x="727673" y="1318050"/>
                </a:lnTo>
                <a:lnTo>
                  <a:pt x="727900" y="1318530"/>
                </a:lnTo>
                <a:lnTo>
                  <a:pt x="728138" y="1319003"/>
                </a:lnTo>
                <a:lnTo>
                  <a:pt x="728386" y="1319471"/>
                </a:lnTo>
                <a:lnTo>
                  <a:pt x="728645" y="1319933"/>
                </a:lnTo>
                <a:lnTo>
                  <a:pt x="728915" y="1320387"/>
                </a:lnTo>
                <a:lnTo>
                  <a:pt x="729195" y="1320834"/>
                </a:lnTo>
                <a:lnTo>
                  <a:pt x="729485" y="1321275"/>
                </a:lnTo>
                <a:lnTo>
                  <a:pt x="729786" y="1321708"/>
                </a:lnTo>
                <a:lnTo>
                  <a:pt x="730098" y="1322134"/>
                </a:lnTo>
                <a:lnTo>
                  <a:pt x="730420" y="1322553"/>
                </a:lnTo>
                <a:lnTo>
                  <a:pt x="730753" y="1322965"/>
                </a:lnTo>
                <a:lnTo>
                  <a:pt x="731097" y="1323370"/>
                </a:lnTo>
                <a:lnTo>
                  <a:pt x="731451" y="1323768"/>
                </a:lnTo>
                <a:lnTo>
                  <a:pt x="731815" y="1324159"/>
                </a:lnTo>
                <a:lnTo>
                  <a:pt x="732190" y="1324543"/>
                </a:lnTo>
                <a:lnTo>
                  <a:pt x="732576" y="1324920"/>
                </a:lnTo>
                <a:lnTo>
                  <a:pt x="732972" y="1325290"/>
                </a:lnTo>
                <a:lnTo>
                  <a:pt x="733379" y="1325653"/>
                </a:lnTo>
                <a:lnTo>
                  <a:pt x="733796" y="1326008"/>
                </a:lnTo>
                <a:lnTo>
                  <a:pt x="734224" y="1326357"/>
                </a:lnTo>
                <a:lnTo>
                  <a:pt x="734663" y="1326699"/>
                </a:lnTo>
                <a:lnTo>
                  <a:pt x="735112" y="1327033"/>
                </a:lnTo>
                <a:lnTo>
                  <a:pt x="735572" y="1327361"/>
                </a:lnTo>
                <a:lnTo>
                  <a:pt x="736042" y="1327681"/>
                </a:lnTo>
                <a:lnTo>
                  <a:pt x="736523" y="1327995"/>
                </a:lnTo>
                <a:lnTo>
                  <a:pt x="737014" y="1328301"/>
                </a:lnTo>
                <a:lnTo>
                  <a:pt x="737516" y="1328601"/>
                </a:lnTo>
                <a:lnTo>
                  <a:pt x="736957" y="1328719"/>
                </a:lnTo>
                <a:lnTo>
                  <a:pt x="736409" y="1328850"/>
                </a:lnTo>
                <a:lnTo>
                  <a:pt x="735870" y="1328992"/>
                </a:lnTo>
                <a:lnTo>
                  <a:pt x="735341" y="1329146"/>
                </a:lnTo>
                <a:lnTo>
                  <a:pt x="734823" y="1329311"/>
                </a:lnTo>
                <a:lnTo>
                  <a:pt x="734314" y="1329488"/>
                </a:lnTo>
                <a:lnTo>
                  <a:pt x="733815" y="1329677"/>
                </a:lnTo>
                <a:lnTo>
                  <a:pt x="733327" y="1329878"/>
                </a:lnTo>
                <a:lnTo>
                  <a:pt x="732848" y="1330091"/>
                </a:lnTo>
                <a:lnTo>
                  <a:pt x="732379" y="1330315"/>
                </a:lnTo>
                <a:lnTo>
                  <a:pt x="731920" y="1330551"/>
                </a:lnTo>
                <a:lnTo>
                  <a:pt x="731472" y="1330799"/>
                </a:lnTo>
                <a:lnTo>
                  <a:pt x="731033" y="1331058"/>
                </a:lnTo>
                <a:lnTo>
                  <a:pt x="730604" y="1331329"/>
                </a:lnTo>
                <a:lnTo>
                  <a:pt x="730185" y="1331612"/>
                </a:lnTo>
                <a:lnTo>
                  <a:pt x="729776" y="1331907"/>
                </a:lnTo>
                <a:lnTo>
                  <a:pt x="729377" y="1332213"/>
                </a:lnTo>
                <a:lnTo>
                  <a:pt x="728989" y="1332532"/>
                </a:lnTo>
                <a:lnTo>
                  <a:pt x="728610" y="1332862"/>
                </a:lnTo>
                <a:lnTo>
                  <a:pt x="728241" y="1333203"/>
                </a:lnTo>
                <a:lnTo>
                  <a:pt x="727882" y="1333557"/>
                </a:lnTo>
                <a:lnTo>
                  <a:pt x="727533" y="1333922"/>
                </a:lnTo>
                <a:lnTo>
                  <a:pt x="727194" y="1334299"/>
                </a:lnTo>
                <a:lnTo>
                  <a:pt x="726865" y="1334687"/>
                </a:lnTo>
                <a:lnTo>
                  <a:pt x="726547" y="1335084"/>
                </a:lnTo>
                <a:lnTo>
                  <a:pt x="726244" y="1335484"/>
                </a:lnTo>
                <a:lnTo>
                  <a:pt x="725953" y="1335889"/>
                </a:lnTo>
                <a:lnTo>
                  <a:pt x="725676" y="1336298"/>
                </a:lnTo>
                <a:lnTo>
                  <a:pt x="725413" y="1336711"/>
                </a:lnTo>
                <a:lnTo>
                  <a:pt x="725163" y="1337128"/>
                </a:lnTo>
                <a:lnTo>
                  <a:pt x="724927" y="1337549"/>
                </a:lnTo>
                <a:lnTo>
                  <a:pt x="724704" y="1337975"/>
                </a:lnTo>
                <a:lnTo>
                  <a:pt x="724495" y="1338404"/>
                </a:lnTo>
                <a:lnTo>
                  <a:pt x="724299" y="1338838"/>
                </a:lnTo>
                <a:lnTo>
                  <a:pt x="724117" y="1339275"/>
                </a:lnTo>
                <a:lnTo>
                  <a:pt x="723948" y="1339717"/>
                </a:lnTo>
                <a:lnTo>
                  <a:pt x="723793" y="1340163"/>
                </a:lnTo>
                <a:lnTo>
                  <a:pt x="723651" y="1340613"/>
                </a:lnTo>
                <a:lnTo>
                  <a:pt x="723523" y="1341067"/>
                </a:lnTo>
                <a:lnTo>
                  <a:pt x="723408" y="1341525"/>
                </a:lnTo>
                <a:lnTo>
                  <a:pt x="723307" y="1341987"/>
                </a:lnTo>
                <a:lnTo>
                  <a:pt x="723219" y="1342454"/>
                </a:lnTo>
                <a:lnTo>
                  <a:pt x="723145" y="1342924"/>
                </a:lnTo>
                <a:lnTo>
                  <a:pt x="723084" y="1343399"/>
                </a:lnTo>
                <a:lnTo>
                  <a:pt x="723037" y="1343878"/>
                </a:lnTo>
                <a:lnTo>
                  <a:pt x="723003" y="1344360"/>
                </a:lnTo>
                <a:lnTo>
                  <a:pt x="722983" y="1344847"/>
                </a:lnTo>
                <a:lnTo>
                  <a:pt x="722976" y="1345338"/>
                </a:lnTo>
                <a:lnTo>
                  <a:pt x="722980" y="1345704"/>
                </a:lnTo>
                <a:lnTo>
                  <a:pt x="722990" y="1346068"/>
                </a:lnTo>
                <a:lnTo>
                  <a:pt x="723008" y="1346429"/>
                </a:lnTo>
                <a:lnTo>
                  <a:pt x="723032" y="1346790"/>
                </a:lnTo>
                <a:lnTo>
                  <a:pt x="723064" y="1347148"/>
                </a:lnTo>
                <a:lnTo>
                  <a:pt x="723103" y="1347505"/>
                </a:lnTo>
                <a:lnTo>
                  <a:pt x="723149" y="1347859"/>
                </a:lnTo>
                <a:lnTo>
                  <a:pt x="723201" y="1348213"/>
                </a:lnTo>
                <a:lnTo>
                  <a:pt x="723261" y="1348564"/>
                </a:lnTo>
                <a:lnTo>
                  <a:pt x="723328" y="1348913"/>
                </a:lnTo>
                <a:lnTo>
                  <a:pt x="723402" y="1349261"/>
                </a:lnTo>
                <a:lnTo>
                  <a:pt x="723483" y="1349607"/>
                </a:lnTo>
                <a:lnTo>
                  <a:pt x="723571" y="1349952"/>
                </a:lnTo>
                <a:lnTo>
                  <a:pt x="723666" y="1350294"/>
                </a:lnTo>
                <a:lnTo>
                  <a:pt x="723769" y="1350635"/>
                </a:lnTo>
                <a:lnTo>
                  <a:pt x="723878" y="1350974"/>
                </a:lnTo>
                <a:lnTo>
                  <a:pt x="723994" y="1351311"/>
                </a:lnTo>
                <a:lnTo>
                  <a:pt x="724117" y="1351647"/>
                </a:lnTo>
                <a:lnTo>
                  <a:pt x="724248" y="1351980"/>
                </a:lnTo>
                <a:lnTo>
                  <a:pt x="724385" y="1352312"/>
                </a:lnTo>
                <a:lnTo>
                  <a:pt x="724529" y="1352643"/>
                </a:lnTo>
                <a:lnTo>
                  <a:pt x="724681" y="1352971"/>
                </a:lnTo>
                <a:lnTo>
                  <a:pt x="724839" y="1353298"/>
                </a:lnTo>
                <a:lnTo>
                  <a:pt x="725005" y="1353623"/>
                </a:lnTo>
                <a:lnTo>
                  <a:pt x="725191" y="1353944"/>
                </a:lnTo>
                <a:lnTo>
                  <a:pt x="725382" y="1354260"/>
                </a:lnTo>
                <a:lnTo>
                  <a:pt x="725578" y="1354571"/>
                </a:lnTo>
                <a:lnTo>
                  <a:pt x="725780" y="1354877"/>
                </a:lnTo>
                <a:lnTo>
                  <a:pt x="725987" y="1355177"/>
                </a:lnTo>
                <a:lnTo>
                  <a:pt x="726199" y="1355472"/>
                </a:lnTo>
                <a:lnTo>
                  <a:pt x="726416" y="1355762"/>
                </a:lnTo>
                <a:lnTo>
                  <a:pt x="726639" y="1356046"/>
                </a:lnTo>
                <a:lnTo>
                  <a:pt x="726867" y="1356325"/>
                </a:lnTo>
                <a:lnTo>
                  <a:pt x="727101" y="1356599"/>
                </a:lnTo>
                <a:lnTo>
                  <a:pt x="727339" y="1356868"/>
                </a:lnTo>
                <a:lnTo>
                  <a:pt x="727583" y="1357131"/>
                </a:lnTo>
                <a:lnTo>
                  <a:pt x="727832" y="1357389"/>
                </a:lnTo>
                <a:lnTo>
                  <a:pt x="728087" y="1357642"/>
                </a:lnTo>
                <a:lnTo>
                  <a:pt x="728347" y="1357889"/>
                </a:lnTo>
                <a:lnTo>
                  <a:pt x="728612" y="1358131"/>
                </a:lnTo>
                <a:lnTo>
                  <a:pt x="728882" y="1358368"/>
                </a:lnTo>
                <a:lnTo>
                  <a:pt x="729158" y="1358600"/>
                </a:lnTo>
                <a:lnTo>
                  <a:pt x="729438" y="1358826"/>
                </a:lnTo>
                <a:lnTo>
                  <a:pt x="729725" y="1359047"/>
                </a:lnTo>
                <a:lnTo>
                  <a:pt x="730016" y="1359263"/>
                </a:lnTo>
                <a:lnTo>
                  <a:pt x="730313" y="1359473"/>
                </a:lnTo>
                <a:lnTo>
                  <a:pt x="730615" y="1359678"/>
                </a:lnTo>
                <a:lnTo>
                  <a:pt x="730922" y="1359878"/>
                </a:lnTo>
                <a:lnTo>
                  <a:pt x="730461" y="1360080"/>
                </a:lnTo>
                <a:lnTo>
                  <a:pt x="730006" y="1360291"/>
                </a:lnTo>
                <a:lnTo>
                  <a:pt x="729559" y="1360512"/>
                </a:lnTo>
                <a:lnTo>
                  <a:pt x="729119" y="1360742"/>
                </a:lnTo>
                <a:lnTo>
                  <a:pt x="728686" y="1360982"/>
                </a:lnTo>
                <a:lnTo>
                  <a:pt x="728259" y="1361231"/>
                </a:lnTo>
                <a:lnTo>
                  <a:pt x="727840" y="1361489"/>
                </a:lnTo>
                <a:lnTo>
                  <a:pt x="727428" y="1361757"/>
                </a:lnTo>
                <a:lnTo>
                  <a:pt x="727023" y="1362034"/>
                </a:lnTo>
                <a:lnTo>
                  <a:pt x="726625" y="1362320"/>
                </a:lnTo>
                <a:lnTo>
                  <a:pt x="726234" y="1362616"/>
                </a:lnTo>
                <a:lnTo>
                  <a:pt x="725850" y="1362921"/>
                </a:lnTo>
                <a:lnTo>
                  <a:pt x="725473" y="1363236"/>
                </a:lnTo>
                <a:lnTo>
                  <a:pt x="725103" y="1363560"/>
                </a:lnTo>
                <a:lnTo>
                  <a:pt x="724741" y="1363894"/>
                </a:lnTo>
                <a:lnTo>
                  <a:pt x="724385" y="1364236"/>
                </a:lnTo>
                <a:lnTo>
                  <a:pt x="724036" y="1364589"/>
                </a:lnTo>
                <a:lnTo>
                  <a:pt x="723695" y="1364950"/>
                </a:lnTo>
                <a:lnTo>
                  <a:pt x="723360" y="1365321"/>
                </a:lnTo>
                <a:lnTo>
                  <a:pt x="723032" y="1365702"/>
                </a:lnTo>
                <a:lnTo>
                  <a:pt x="722712" y="1366091"/>
                </a:lnTo>
                <a:lnTo>
                  <a:pt x="722398" y="1366491"/>
                </a:lnTo>
                <a:lnTo>
                  <a:pt x="722092" y="1366899"/>
                </a:lnTo>
                <a:lnTo>
                  <a:pt x="721793" y="1367317"/>
                </a:lnTo>
                <a:lnTo>
                  <a:pt x="721503" y="1367742"/>
                </a:lnTo>
                <a:lnTo>
                  <a:pt x="721226" y="1368172"/>
                </a:lnTo>
                <a:lnTo>
                  <a:pt x="720960" y="1368606"/>
                </a:lnTo>
                <a:lnTo>
                  <a:pt x="720708" y="1369045"/>
                </a:lnTo>
                <a:lnTo>
                  <a:pt x="720467" y="1369489"/>
                </a:lnTo>
                <a:lnTo>
                  <a:pt x="720239" y="1369938"/>
                </a:lnTo>
                <a:lnTo>
                  <a:pt x="720024" y="1370391"/>
                </a:lnTo>
                <a:lnTo>
                  <a:pt x="719820" y="1370849"/>
                </a:lnTo>
                <a:lnTo>
                  <a:pt x="719629" y="1371311"/>
                </a:lnTo>
                <a:lnTo>
                  <a:pt x="719450" y="1371779"/>
                </a:lnTo>
                <a:lnTo>
                  <a:pt x="719284" y="1372251"/>
                </a:lnTo>
                <a:lnTo>
                  <a:pt x="719130" y="1372727"/>
                </a:lnTo>
                <a:lnTo>
                  <a:pt x="718988" y="1373209"/>
                </a:lnTo>
                <a:lnTo>
                  <a:pt x="718859" y="1373695"/>
                </a:lnTo>
                <a:lnTo>
                  <a:pt x="718741" y="1374185"/>
                </a:lnTo>
                <a:lnTo>
                  <a:pt x="718637" y="1374681"/>
                </a:lnTo>
                <a:lnTo>
                  <a:pt x="718544" y="1375181"/>
                </a:lnTo>
                <a:lnTo>
                  <a:pt x="718464" y="1375686"/>
                </a:lnTo>
                <a:lnTo>
                  <a:pt x="718396" y="1376196"/>
                </a:lnTo>
                <a:lnTo>
                  <a:pt x="718341" y="1376710"/>
                </a:lnTo>
                <a:lnTo>
                  <a:pt x="718298" y="1377229"/>
                </a:lnTo>
                <a:lnTo>
                  <a:pt x="718267" y="1377752"/>
                </a:lnTo>
                <a:lnTo>
                  <a:pt x="718248" y="1378281"/>
                </a:lnTo>
                <a:lnTo>
                  <a:pt x="718242" y="1378814"/>
                </a:lnTo>
                <a:lnTo>
                  <a:pt x="718252" y="1379528"/>
                </a:lnTo>
                <a:lnTo>
                  <a:pt x="718283" y="1380232"/>
                </a:lnTo>
                <a:lnTo>
                  <a:pt x="718335" y="1380927"/>
                </a:lnTo>
                <a:lnTo>
                  <a:pt x="718407" y="1381613"/>
                </a:lnTo>
                <a:lnTo>
                  <a:pt x="718499" y="1382289"/>
                </a:lnTo>
                <a:lnTo>
                  <a:pt x="718612" y="1382956"/>
                </a:lnTo>
                <a:lnTo>
                  <a:pt x="718746" y="1383613"/>
                </a:lnTo>
                <a:lnTo>
                  <a:pt x="718900" y="1384261"/>
                </a:lnTo>
                <a:lnTo>
                  <a:pt x="719074" y="1384900"/>
                </a:lnTo>
                <a:lnTo>
                  <a:pt x="719269" y="1385529"/>
                </a:lnTo>
                <a:lnTo>
                  <a:pt x="719485" y="1386149"/>
                </a:lnTo>
                <a:lnTo>
                  <a:pt x="719722" y="1386760"/>
                </a:lnTo>
                <a:lnTo>
                  <a:pt x="719978" y="1387361"/>
                </a:lnTo>
                <a:lnTo>
                  <a:pt x="720256" y="1387953"/>
                </a:lnTo>
                <a:lnTo>
                  <a:pt x="720554" y="1388535"/>
                </a:lnTo>
                <a:lnTo>
                  <a:pt x="720872" y="1389108"/>
                </a:lnTo>
                <a:lnTo>
                  <a:pt x="721211" y="1389672"/>
                </a:lnTo>
                <a:lnTo>
                  <a:pt x="721571" y="1390226"/>
                </a:lnTo>
                <a:lnTo>
                  <a:pt x="721951" y="1390771"/>
                </a:lnTo>
                <a:lnTo>
                  <a:pt x="722351" y="1391306"/>
                </a:lnTo>
                <a:lnTo>
                  <a:pt x="722773" y="1391832"/>
                </a:lnTo>
                <a:lnTo>
                  <a:pt x="723214" y="1392348"/>
                </a:lnTo>
                <a:lnTo>
                  <a:pt x="723677" y="1392856"/>
                </a:lnTo>
                <a:lnTo>
                  <a:pt x="724160" y="1393354"/>
                </a:lnTo>
                <a:lnTo>
                  <a:pt x="724661" y="1393836"/>
                </a:lnTo>
                <a:lnTo>
                  <a:pt x="725180" y="1394299"/>
                </a:lnTo>
                <a:lnTo>
                  <a:pt x="725715" y="1394740"/>
                </a:lnTo>
                <a:lnTo>
                  <a:pt x="726268" y="1395162"/>
                </a:lnTo>
                <a:lnTo>
                  <a:pt x="726838" y="1395562"/>
                </a:lnTo>
                <a:lnTo>
                  <a:pt x="727425" y="1395942"/>
                </a:lnTo>
                <a:lnTo>
                  <a:pt x="728028" y="1396302"/>
                </a:lnTo>
                <a:lnTo>
                  <a:pt x="728649" y="1396641"/>
                </a:lnTo>
                <a:lnTo>
                  <a:pt x="729287" y="1396959"/>
                </a:lnTo>
                <a:lnTo>
                  <a:pt x="729942" y="1397257"/>
                </a:lnTo>
                <a:lnTo>
                  <a:pt x="730614" y="1397535"/>
                </a:lnTo>
                <a:lnTo>
                  <a:pt x="731303" y="1397792"/>
                </a:lnTo>
                <a:lnTo>
                  <a:pt x="732009" y="1398028"/>
                </a:lnTo>
                <a:lnTo>
                  <a:pt x="732731" y="1398244"/>
                </a:lnTo>
                <a:lnTo>
                  <a:pt x="733471" y="1398439"/>
                </a:lnTo>
                <a:lnTo>
                  <a:pt x="734228" y="1398613"/>
                </a:lnTo>
                <a:lnTo>
                  <a:pt x="735002" y="1398767"/>
                </a:lnTo>
                <a:lnTo>
                  <a:pt x="735793" y="1398901"/>
                </a:lnTo>
                <a:lnTo>
                  <a:pt x="736602" y="1399014"/>
                </a:lnTo>
                <a:lnTo>
                  <a:pt x="737427" y="1399106"/>
                </a:lnTo>
                <a:lnTo>
                  <a:pt x="738269" y="1399178"/>
                </a:lnTo>
                <a:lnTo>
                  <a:pt x="739128" y="1399230"/>
                </a:lnTo>
                <a:lnTo>
                  <a:pt x="740004" y="1399261"/>
                </a:lnTo>
                <a:lnTo>
                  <a:pt x="740897" y="1399271"/>
                </a:lnTo>
                <a:lnTo>
                  <a:pt x="779783" y="1399271"/>
                </a:lnTo>
                <a:lnTo>
                  <a:pt x="780815" y="1399259"/>
                </a:lnTo>
                <a:lnTo>
                  <a:pt x="781828" y="1399222"/>
                </a:lnTo>
                <a:lnTo>
                  <a:pt x="782821" y="1399160"/>
                </a:lnTo>
                <a:lnTo>
                  <a:pt x="783793" y="1399074"/>
                </a:lnTo>
                <a:lnTo>
                  <a:pt x="784746" y="1398963"/>
                </a:lnTo>
                <a:lnTo>
                  <a:pt x="785679" y="1398827"/>
                </a:lnTo>
                <a:lnTo>
                  <a:pt x="786592" y="1398667"/>
                </a:lnTo>
                <a:close/>
                <a:moveTo>
                  <a:pt x="741893" y="1387737"/>
                </a:moveTo>
                <a:lnTo>
                  <a:pt x="741470" y="1387637"/>
                </a:lnTo>
                <a:lnTo>
                  <a:pt x="741058" y="1387525"/>
                </a:lnTo>
                <a:lnTo>
                  <a:pt x="740656" y="1387402"/>
                </a:lnTo>
                <a:lnTo>
                  <a:pt x="740263" y="1387267"/>
                </a:lnTo>
                <a:lnTo>
                  <a:pt x="739881" y="1387120"/>
                </a:lnTo>
                <a:lnTo>
                  <a:pt x="739508" y="1386962"/>
                </a:lnTo>
                <a:lnTo>
                  <a:pt x="739146" y="1386792"/>
                </a:lnTo>
                <a:lnTo>
                  <a:pt x="738793" y="1386610"/>
                </a:lnTo>
                <a:lnTo>
                  <a:pt x="738451" y="1386416"/>
                </a:lnTo>
                <a:lnTo>
                  <a:pt x="738118" y="1386210"/>
                </a:lnTo>
                <a:lnTo>
                  <a:pt x="737796" y="1385993"/>
                </a:lnTo>
                <a:lnTo>
                  <a:pt x="737483" y="1385764"/>
                </a:lnTo>
                <a:lnTo>
                  <a:pt x="737180" y="1385524"/>
                </a:lnTo>
                <a:lnTo>
                  <a:pt x="736888" y="1385271"/>
                </a:lnTo>
                <a:lnTo>
                  <a:pt x="736605" y="1385007"/>
                </a:lnTo>
                <a:lnTo>
                  <a:pt x="736332" y="1384731"/>
                </a:lnTo>
                <a:lnTo>
                  <a:pt x="736070" y="1384447"/>
                </a:lnTo>
                <a:lnTo>
                  <a:pt x="735819" y="1384159"/>
                </a:lnTo>
                <a:lnTo>
                  <a:pt x="735579" y="1383867"/>
                </a:lnTo>
                <a:lnTo>
                  <a:pt x="735351" y="1383571"/>
                </a:lnTo>
                <a:lnTo>
                  <a:pt x="735133" y="1383271"/>
                </a:lnTo>
                <a:lnTo>
                  <a:pt x="734927" y="1382966"/>
                </a:lnTo>
                <a:lnTo>
                  <a:pt x="734732" y="1382658"/>
                </a:lnTo>
                <a:lnTo>
                  <a:pt x="734548" y="1382345"/>
                </a:lnTo>
                <a:lnTo>
                  <a:pt x="734375" y="1382029"/>
                </a:lnTo>
                <a:lnTo>
                  <a:pt x="734213" y="1381708"/>
                </a:lnTo>
                <a:lnTo>
                  <a:pt x="734063" y="1381383"/>
                </a:lnTo>
                <a:lnTo>
                  <a:pt x="733923" y="1381054"/>
                </a:lnTo>
                <a:lnTo>
                  <a:pt x="733795" y="1380721"/>
                </a:lnTo>
                <a:lnTo>
                  <a:pt x="733678" y="1380383"/>
                </a:lnTo>
                <a:lnTo>
                  <a:pt x="733572" y="1380042"/>
                </a:lnTo>
                <a:lnTo>
                  <a:pt x="733477" y="1379697"/>
                </a:lnTo>
                <a:lnTo>
                  <a:pt x="733393" y="1379347"/>
                </a:lnTo>
                <a:lnTo>
                  <a:pt x="733321" y="1378993"/>
                </a:lnTo>
                <a:lnTo>
                  <a:pt x="733259" y="1378636"/>
                </a:lnTo>
                <a:lnTo>
                  <a:pt x="733209" y="1378274"/>
                </a:lnTo>
                <a:lnTo>
                  <a:pt x="733170" y="1377908"/>
                </a:lnTo>
                <a:lnTo>
                  <a:pt x="733142" y="1377537"/>
                </a:lnTo>
                <a:lnTo>
                  <a:pt x="733126" y="1377163"/>
                </a:lnTo>
                <a:lnTo>
                  <a:pt x="733120" y="1376785"/>
                </a:lnTo>
                <a:lnTo>
                  <a:pt x="733126" y="1376393"/>
                </a:lnTo>
                <a:lnTo>
                  <a:pt x="733142" y="1376005"/>
                </a:lnTo>
                <a:lnTo>
                  <a:pt x="733170" y="1375623"/>
                </a:lnTo>
                <a:lnTo>
                  <a:pt x="733209" y="1375245"/>
                </a:lnTo>
                <a:lnTo>
                  <a:pt x="733259" y="1374871"/>
                </a:lnTo>
                <a:lnTo>
                  <a:pt x="733321" y="1374503"/>
                </a:lnTo>
                <a:lnTo>
                  <a:pt x="733393" y="1374139"/>
                </a:lnTo>
                <a:lnTo>
                  <a:pt x="733477" y="1373779"/>
                </a:lnTo>
                <a:lnTo>
                  <a:pt x="733572" y="1373425"/>
                </a:lnTo>
                <a:lnTo>
                  <a:pt x="733678" y="1373075"/>
                </a:lnTo>
                <a:lnTo>
                  <a:pt x="733795" y="1372730"/>
                </a:lnTo>
                <a:lnTo>
                  <a:pt x="733923" y="1372389"/>
                </a:lnTo>
                <a:lnTo>
                  <a:pt x="734063" y="1372053"/>
                </a:lnTo>
                <a:lnTo>
                  <a:pt x="734213" y="1371722"/>
                </a:lnTo>
                <a:lnTo>
                  <a:pt x="734375" y="1371396"/>
                </a:lnTo>
                <a:lnTo>
                  <a:pt x="734548" y="1371074"/>
                </a:lnTo>
                <a:lnTo>
                  <a:pt x="734732" y="1370757"/>
                </a:lnTo>
                <a:lnTo>
                  <a:pt x="734927" y="1370445"/>
                </a:lnTo>
                <a:lnTo>
                  <a:pt x="735133" y="1370137"/>
                </a:lnTo>
                <a:lnTo>
                  <a:pt x="735351" y="1369834"/>
                </a:lnTo>
                <a:lnTo>
                  <a:pt x="735579" y="1369536"/>
                </a:lnTo>
                <a:lnTo>
                  <a:pt x="735819" y="1369243"/>
                </a:lnTo>
                <a:lnTo>
                  <a:pt x="736070" y="1368954"/>
                </a:lnTo>
                <a:lnTo>
                  <a:pt x="736332" y="1368670"/>
                </a:lnTo>
                <a:lnTo>
                  <a:pt x="736605" y="1368408"/>
                </a:lnTo>
                <a:lnTo>
                  <a:pt x="736888" y="1368157"/>
                </a:lnTo>
                <a:lnTo>
                  <a:pt x="737180" y="1367917"/>
                </a:lnTo>
                <a:lnTo>
                  <a:pt x="737483" y="1367688"/>
                </a:lnTo>
                <a:lnTo>
                  <a:pt x="737796" y="1367471"/>
                </a:lnTo>
                <a:lnTo>
                  <a:pt x="738118" y="1367264"/>
                </a:lnTo>
                <a:lnTo>
                  <a:pt x="738451" y="1367069"/>
                </a:lnTo>
                <a:lnTo>
                  <a:pt x="738793" y="1366885"/>
                </a:lnTo>
                <a:lnTo>
                  <a:pt x="739146" y="1366712"/>
                </a:lnTo>
                <a:lnTo>
                  <a:pt x="739508" y="1366551"/>
                </a:lnTo>
                <a:lnTo>
                  <a:pt x="739881" y="1366400"/>
                </a:lnTo>
                <a:lnTo>
                  <a:pt x="740263" y="1366261"/>
                </a:lnTo>
                <a:lnTo>
                  <a:pt x="740656" y="1366132"/>
                </a:lnTo>
                <a:lnTo>
                  <a:pt x="741058" y="1366015"/>
                </a:lnTo>
                <a:lnTo>
                  <a:pt x="741470" y="1365909"/>
                </a:lnTo>
                <a:lnTo>
                  <a:pt x="741893" y="1365814"/>
                </a:lnTo>
                <a:lnTo>
                  <a:pt x="742325" y="1365731"/>
                </a:lnTo>
                <a:lnTo>
                  <a:pt x="742767" y="1365658"/>
                </a:lnTo>
                <a:lnTo>
                  <a:pt x="743220" y="1365597"/>
                </a:lnTo>
                <a:lnTo>
                  <a:pt x="743682" y="1365547"/>
                </a:lnTo>
                <a:lnTo>
                  <a:pt x="744154" y="1365508"/>
                </a:lnTo>
                <a:lnTo>
                  <a:pt x="744637" y="1365480"/>
                </a:lnTo>
                <a:lnTo>
                  <a:pt x="745129" y="1365463"/>
                </a:lnTo>
                <a:lnTo>
                  <a:pt x="745631" y="1365457"/>
                </a:lnTo>
                <a:lnTo>
                  <a:pt x="777585" y="1365457"/>
                </a:lnTo>
                <a:lnTo>
                  <a:pt x="778114" y="1365463"/>
                </a:lnTo>
                <a:lnTo>
                  <a:pt x="778632" y="1365480"/>
                </a:lnTo>
                <a:lnTo>
                  <a:pt x="779138" y="1365508"/>
                </a:lnTo>
                <a:lnTo>
                  <a:pt x="779632" y="1365547"/>
                </a:lnTo>
                <a:lnTo>
                  <a:pt x="780115" y="1365597"/>
                </a:lnTo>
                <a:lnTo>
                  <a:pt x="780586" y="1365658"/>
                </a:lnTo>
                <a:lnTo>
                  <a:pt x="781045" y="1365731"/>
                </a:lnTo>
                <a:lnTo>
                  <a:pt x="781492" y="1365814"/>
                </a:lnTo>
                <a:lnTo>
                  <a:pt x="781928" y="1365909"/>
                </a:lnTo>
                <a:lnTo>
                  <a:pt x="782351" y="1366015"/>
                </a:lnTo>
                <a:lnTo>
                  <a:pt x="782764" y="1366132"/>
                </a:lnTo>
                <a:lnTo>
                  <a:pt x="783164" y="1366261"/>
                </a:lnTo>
                <a:lnTo>
                  <a:pt x="783553" y="1366400"/>
                </a:lnTo>
                <a:lnTo>
                  <a:pt x="783929" y="1366551"/>
                </a:lnTo>
                <a:lnTo>
                  <a:pt x="784295" y="1366712"/>
                </a:lnTo>
                <a:lnTo>
                  <a:pt x="784648" y="1366885"/>
                </a:lnTo>
                <a:lnTo>
                  <a:pt x="784990" y="1367069"/>
                </a:lnTo>
                <a:lnTo>
                  <a:pt x="785320" y="1367264"/>
                </a:lnTo>
                <a:lnTo>
                  <a:pt x="785638" y="1367471"/>
                </a:lnTo>
                <a:lnTo>
                  <a:pt x="785944" y="1367688"/>
                </a:lnTo>
                <a:lnTo>
                  <a:pt x="786239" y="1367917"/>
                </a:lnTo>
                <a:lnTo>
                  <a:pt x="786522" y="1368157"/>
                </a:lnTo>
                <a:lnTo>
                  <a:pt x="786793" y="1368408"/>
                </a:lnTo>
                <a:lnTo>
                  <a:pt x="787053" y="1368670"/>
                </a:lnTo>
                <a:lnTo>
                  <a:pt x="787315" y="1368940"/>
                </a:lnTo>
                <a:lnTo>
                  <a:pt x="787566" y="1369216"/>
                </a:lnTo>
                <a:lnTo>
                  <a:pt x="787805" y="1369497"/>
                </a:lnTo>
                <a:lnTo>
                  <a:pt x="788034" y="1369783"/>
                </a:lnTo>
                <a:lnTo>
                  <a:pt x="788252" y="1370074"/>
                </a:lnTo>
                <a:lnTo>
                  <a:pt x="788458" y="1370371"/>
                </a:lnTo>
                <a:lnTo>
                  <a:pt x="788653" y="1370673"/>
                </a:lnTo>
                <a:lnTo>
                  <a:pt x="788837" y="1370980"/>
                </a:lnTo>
                <a:lnTo>
                  <a:pt x="789010" y="1371293"/>
                </a:lnTo>
                <a:lnTo>
                  <a:pt x="789172" y="1371611"/>
                </a:lnTo>
                <a:lnTo>
                  <a:pt x="789322" y="1371934"/>
                </a:lnTo>
                <a:lnTo>
                  <a:pt x="789462" y="1372262"/>
                </a:lnTo>
                <a:lnTo>
                  <a:pt x="789590" y="1372596"/>
                </a:lnTo>
                <a:lnTo>
                  <a:pt x="789707" y="1372935"/>
                </a:lnTo>
                <a:lnTo>
                  <a:pt x="789813" y="1373279"/>
                </a:lnTo>
                <a:lnTo>
                  <a:pt x="789908" y="1373629"/>
                </a:lnTo>
                <a:lnTo>
                  <a:pt x="789992" y="1373984"/>
                </a:lnTo>
                <a:lnTo>
                  <a:pt x="790064" y="1374344"/>
                </a:lnTo>
                <a:lnTo>
                  <a:pt x="790125" y="1374709"/>
                </a:lnTo>
                <a:lnTo>
                  <a:pt x="790176" y="1375080"/>
                </a:lnTo>
                <a:lnTo>
                  <a:pt x="790215" y="1375456"/>
                </a:lnTo>
                <a:lnTo>
                  <a:pt x="790242" y="1375837"/>
                </a:lnTo>
                <a:lnTo>
                  <a:pt x="790259" y="1376224"/>
                </a:lnTo>
                <a:lnTo>
                  <a:pt x="790265" y="1376616"/>
                </a:lnTo>
                <a:lnTo>
                  <a:pt x="790259" y="1377021"/>
                </a:lnTo>
                <a:lnTo>
                  <a:pt x="790242" y="1377421"/>
                </a:lnTo>
                <a:lnTo>
                  <a:pt x="790215" y="1377815"/>
                </a:lnTo>
                <a:lnTo>
                  <a:pt x="790176" y="1378203"/>
                </a:lnTo>
                <a:lnTo>
                  <a:pt x="790125" y="1378585"/>
                </a:lnTo>
                <a:lnTo>
                  <a:pt x="790064" y="1378962"/>
                </a:lnTo>
                <a:lnTo>
                  <a:pt x="789992" y="1379332"/>
                </a:lnTo>
                <a:lnTo>
                  <a:pt x="789908" y="1379697"/>
                </a:lnTo>
                <a:lnTo>
                  <a:pt x="789813" y="1380055"/>
                </a:lnTo>
                <a:lnTo>
                  <a:pt x="789707" y="1380408"/>
                </a:lnTo>
                <a:lnTo>
                  <a:pt x="789590" y="1380755"/>
                </a:lnTo>
                <a:lnTo>
                  <a:pt x="789462" y="1381096"/>
                </a:lnTo>
                <a:lnTo>
                  <a:pt x="789322" y="1381431"/>
                </a:lnTo>
                <a:lnTo>
                  <a:pt x="789172" y="1381761"/>
                </a:lnTo>
                <a:lnTo>
                  <a:pt x="789010" y="1382084"/>
                </a:lnTo>
                <a:lnTo>
                  <a:pt x="788837" y="1382402"/>
                </a:lnTo>
                <a:lnTo>
                  <a:pt x="788653" y="1382713"/>
                </a:lnTo>
                <a:lnTo>
                  <a:pt x="788458" y="1383019"/>
                </a:lnTo>
                <a:lnTo>
                  <a:pt x="788252" y="1383319"/>
                </a:lnTo>
                <a:lnTo>
                  <a:pt x="788034" y="1383613"/>
                </a:lnTo>
                <a:lnTo>
                  <a:pt x="787805" y="1383902"/>
                </a:lnTo>
                <a:lnTo>
                  <a:pt x="787566" y="1384184"/>
                </a:lnTo>
                <a:lnTo>
                  <a:pt x="787315" y="1384460"/>
                </a:lnTo>
                <a:lnTo>
                  <a:pt x="787053" y="1384731"/>
                </a:lnTo>
                <a:lnTo>
                  <a:pt x="786780" y="1385007"/>
                </a:lnTo>
                <a:lnTo>
                  <a:pt x="786496" y="1385271"/>
                </a:lnTo>
                <a:lnTo>
                  <a:pt x="786202" y="1385524"/>
                </a:lnTo>
                <a:lnTo>
                  <a:pt x="785897" y="1385764"/>
                </a:lnTo>
                <a:lnTo>
                  <a:pt x="785582" y="1385993"/>
                </a:lnTo>
                <a:lnTo>
                  <a:pt x="785256" y="1386210"/>
                </a:lnTo>
                <a:lnTo>
                  <a:pt x="784920" y="1386416"/>
                </a:lnTo>
                <a:lnTo>
                  <a:pt x="784573" y="1386610"/>
                </a:lnTo>
                <a:lnTo>
                  <a:pt x="784215" y="1386792"/>
                </a:lnTo>
                <a:lnTo>
                  <a:pt x="783847" y="1386962"/>
                </a:lnTo>
                <a:lnTo>
                  <a:pt x="783469" y="1387120"/>
                </a:lnTo>
                <a:lnTo>
                  <a:pt x="783079" y="1387267"/>
                </a:lnTo>
                <a:lnTo>
                  <a:pt x="782680" y="1387402"/>
                </a:lnTo>
                <a:lnTo>
                  <a:pt x="782269" y="1387525"/>
                </a:lnTo>
                <a:lnTo>
                  <a:pt x="781848" y="1387637"/>
                </a:lnTo>
                <a:lnTo>
                  <a:pt x="781417" y="1387737"/>
                </a:lnTo>
                <a:lnTo>
                  <a:pt x="780975" y="1387825"/>
                </a:lnTo>
                <a:lnTo>
                  <a:pt x="780522" y="1387901"/>
                </a:lnTo>
                <a:lnTo>
                  <a:pt x="780059" y="1387966"/>
                </a:lnTo>
                <a:lnTo>
                  <a:pt x="779585" y="1388018"/>
                </a:lnTo>
                <a:lnTo>
                  <a:pt x="779101" y="1388059"/>
                </a:lnTo>
                <a:lnTo>
                  <a:pt x="778606" y="1388089"/>
                </a:lnTo>
                <a:lnTo>
                  <a:pt x="778101" y="1388106"/>
                </a:lnTo>
                <a:lnTo>
                  <a:pt x="777585" y="1388112"/>
                </a:lnTo>
                <a:lnTo>
                  <a:pt x="745631" y="1388112"/>
                </a:lnTo>
                <a:lnTo>
                  <a:pt x="745129" y="1388106"/>
                </a:lnTo>
                <a:lnTo>
                  <a:pt x="744637" y="1388089"/>
                </a:lnTo>
                <a:lnTo>
                  <a:pt x="744154" y="1388059"/>
                </a:lnTo>
                <a:lnTo>
                  <a:pt x="743682" y="1388018"/>
                </a:lnTo>
                <a:lnTo>
                  <a:pt x="743220" y="1387966"/>
                </a:lnTo>
                <a:lnTo>
                  <a:pt x="742767" y="1387901"/>
                </a:lnTo>
                <a:lnTo>
                  <a:pt x="742325" y="1387825"/>
                </a:lnTo>
                <a:lnTo>
                  <a:pt x="741893" y="1387737"/>
                </a:lnTo>
                <a:close/>
                <a:moveTo>
                  <a:pt x="755681" y="1322721"/>
                </a:moveTo>
                <a:lnTo>
                  <a:pt x="755030" y="1322596"/>
                </a:lnTo>
                <a:lnTo>
                  <a:pt x="754392" y="1322457"/>
                </a:lnTo>
                <a:lnTo>
                  <a:pt x="753767" y="1322303"/>
                </a:lnTo>
                <a:lnTo>
                  <a:pt x="753155" y="1322134"/>
                </a:lnTo>
                <a:lnTo>
                  <a:pt x="752555" y="1321951"/>
                </a:lnTo>
                <a:lnTo>
                  <a:pt x="751969" y="1321752"/>
                </a:lnTo>
                <a:lnTo>
                  <a:pt x="751395" y="1321540"/>
                </a:lnTo>
                <a:lnTo>
                  <a:pt x="750835" y="1321312"/>
                </a:lnTo>
                <a:lnTo>
                  <a:pt x="750287" y="1321070"/>
                </a:lnTo>
                <a:lnTo>
                  <a:pt x="749752" y="1320813"/>
                </a:lnTo>
                <a:lnTo>
                  <a:pt x="749230" y="1320542"/>
                </a:lnTo>
                <a:lnTo>
                  <a:pt x="748721" y="1320255"/>
                </a:lnTo>
                <a:lnTo>
                  <a:pt x="748225" y="1319955"/>
                </a:lnTo>
                <a:lnTo>
                  <a:pt x="747742" y="1319639"/>
                </a:lnTo>
                <a:lnTo>
                  <a:pt x="747272" y="1319309"/>
                </a:lnTo>
                <a:lnTo>
                  <a:pt x="746815" y="1318964"/>
                </a:lnTo>
                <a:lnTo>
                  <a:pt x="746387" y="1318592"/>
                </a:lnTo>
                <a:lnTo>
                  <a:pt x="745977" y="1318208"/>
                </a:lnTo>
                <a:lnTo>
                  <a:pt x="745586" y="1317812"/>
                </a:lnTo>
                <a:lnTo>
                  <a:pt x="745213" y="1317405"/>
                </a:lnTo>
                <a:lnTo>
                  <a:pt x="744858" y="1316986"/>
                </a:lnTo>
                <a:lnTo>
                  <a:pt x="744522" y="1316555"/>
                </a:lnTo>
                <a:lnTo>
                  <a:pt x="744203" y="1316112"/>
                </a:lnTo>
                <a:lnTo>
                  <a:pt x="743903" y="1315658"/>
                </a:lnTo>
                <a:lnTo>
                  <a:pt x="743621" y="1315192"/>
                </a:lnTo>
                <a:lnTo>
                  <a:pt x="743357" y="1314714"/>
                </a:lnTo>
                <a:lnTo>
                  <a:pt x="743111" y="1314224"/>
                </a:lnTo>
                <a:lnTo>
                  <a:pt x="742884" y="1313723"/>
                </a:lnTo>
                <a:lnTo>
                  <a:pt x="742674" y="1313210"/>
                </a:lnTo>
                <a:lnTo>
                  <a:pt x="742483" y="1312685"/>
                </a:lnTo>
                <a:lnTo>
                  <a:pt x="742310" y="1312148"/>
                </a:lnTo>
                <a:lnTo>
                  <a:pt x="742156" y="1311600"/>
                </a:lnTo>
                <a:lnTo>
                  <a:pt x="742019" y="1311040"/>
                </a:lnTo>
                <a:lnTo>
                  <a:pt x="741901" y="1310468"/>
                </a:lnTo>
                <a:lnTo>
                  <a:pt x="741801" y="1309885"/>
                </a:lnTo>
                <a:lnTo>
                  <a:pt x="741719" y="1309290"/>
                </a:lnTo>
                <a:lnTo>
                  <a:pt x="741655" y="1308683"/>
                </a:lnTo>
                <a:lnTo>
                  <a:pt x="741610" y="1308064"/>
                </a:lnTo>
                <a:lnTo>
                  <a:pt x="741583" y="1307433"/>
                </a:lnTo>
                <a:lnTo>
                  <a:pt x="741573" y="1306791"/>
                </a:lnTo>
                <a:lnTo>
                  <a:pt x="741583" y="1306135"/>
                </a:lnTo>
                <a:lnTo>
                  <a:pt x="741610" y="1305493"/>
                </a:lnTo>
                <a:lnTo>
                  <a:pt x="741655" y="1304863"/>
                </a:lnTo>
                <a:lnTo>
                  <a:pt x="741719" y="1304246"/>
                </a:lnTo>
                <a:lnTo>
                  <a:pt x="741801" y="1303642"/>
                </a:lnTo>
                <a:lnTo>
                  <a:pt x="741901" y="1303050"/>
                </a:lnTo>
                <a:lnTo>
                  <a:pt x="742019" y="1302472"/>
                </a:lnTo>
                <a:lnTo>
                  <a:pt x="742156" y="1301907"/>
                </a:lnTo>
                <a:lnTo>
                  <a:pt x="742310" y="1301355"/>
                </a:lnTo>
                <a:lnTo>
                  <a:pt x="742483" y="1300815"/>
                </a:lnTo>
                <a:lnTo>
                  <a:pt x="742674" y="1300288"/>
                </a:lnTo>
                <a:lnTo>
                  <a:pt x="742884" y="1299775"/>
                </a:lnTo>
                <a:lnTo>
                  <a:pt x="743111" y="1299274"/>
                </a:lnTo>
                <a:lnTo>
                  <a:pt x="743357" y="1298786"/>
                </a:lnTo>
                <a:lnTo>
                  <a:pt x="743621" y="1298311"/>
                </a:lnTo>
                <a:lnTo>
                  <a:pt x="743903" y="1297849"/>
                </a:lnTo>
                <a:lnTo>
                  <a:pt x="744203" y="1297400"/>
                </a:lnTo>
                <a:lnTo>
                  <a:pt x="744522" y="1296964"/>
                </a:lnTo>
                <a:lnTo>
                  <a:pt x="744858" y="1296541"/>
                </a:lnTo>
                <a:lnTo>
                  <a:pt x="745213" y="1296130"/>
                </a:lnTo>
                <a:lnTo>
                  <a:pt x="745586" y="1295733"/>
                </a:lnTo>
                <a:lnTo>
                  <a:pt x="745977" y="1295349"/>
                </a:lnTo>
                <a:lnTo>
                  <a:pt x="746387" y="1294977"/>
                </a:lnTo>
                <a:lnTo>
                  <a:pt x="746815" y="1294618"/>
                </a:lnTo>
                <a:lnTo>
                  <a:pt x="747272" y="1294273"/>
                </a:lnTo>
                <a:lnTo>
                  <a:pt x="747742" y="1293943"/>
                </a:lnTo>
                <a:lnTo>
                  <a:pt x="748225" y="1293628"/>
                </a:lnTo>
                <a:lnTo>
                  <a:pt x="748721" y="1293327"/>
                </a:lnTo>
                <a:lnTo>
                  <a:pt x="749230" y="1293041"/>
                </a:lnTo>
                <a:lnTo>
                  <a:pt x="749752" y="1292769"/>
                </a:lnTo>
                <a:lnTo>
                  <a:pt x="750287" y="1292512"/>
                </a:lnTo>
                <a:lnTo>
                  <a:pt x="750835" y="1292270"/>
                </a:lnTo>
                <a:lnTo>
                  <a:pt x="751395" y="1292043"/>
                </a:lnTo>
                <a:lnTo>
                  <a:pt x="751969" y="1291830"/>
                </a:lnTo>
                <a:lnTo>
                  <a:pt x="752555" y="1291632"/>
                </a:lnTo>
                <a:lnTo>
                  <a:pt x="753155" y="1291448"/>
                </a:lnTo>
                <a:lnTo>
                  <a:pt x="753767" y="1291280"/>
                </a:lnTo>
                <a:lnTo>
                  <a:pt x="754392" y="1291125"/>
                </a:lnTo>
                <a:lnTo>
                  <a:pt x="755030" y="1290986"/>
                </a:lnTo>
                <a:lnTo>
                  <a:pt x="755681" y="1290861"/>
                </a:lnTo>
                <a:lnTo>
                  <a:pt x="756345" y="1290751"/>
                </a:lnTo>
                <a:lnTo>
                  <a:pt x="757022" y="1290656"/>
                </a:lnTo>
                <a:lnTo>
                  <a:pt x="757712" y="1290575"/>
                </a:lnTo>
                <a:lnTo>
                  <a:pt x="758414" y="1290509"/>
                </a:lnTo>
                <a:lnTo>
                  <a:pt x="759130" y="1290458"/>
                </a:lnTo>
                <a:lnTo>
                  <a:pt x="759859" y="1290421"/>
                </a:lnTo>
                <a:lnTo>
                  <a:pt x="760600" y="1290399"/>
                </a:lnTo>
                <a:lnTo>
                  <a:pt x="761354" y="1290392"/>
                </a:lnTo>
                <a:lnTo>
                  <a:pt x="762122" y="1290399"/>
                </a:lnTo>
                <a:lnTo>
                  <a:pt x="762876" y="1290421"/>
                </a:lnTo>
                <a:lnTo>
                  <a:pt x="763616" y="1290458"/>
                </a:lnTo>
                <a:lnTo>
                  <a:pt x="764341" y="1290509"/>
                </a:lnTo>
                <a:lnTo>
                  <a:pt x="765053" y="1290575"/>
                </a:lnTo>
                <a:lnTo>
                  <a:pt x="765750" y="1290656"/>
                </a:lnTo>
                <a:lnTo>
                  <a:pt x="766433" y="1290751"/>
                </a:lnTo>
                <a:lnTo>
                  <a:pt x="767103" y="1290861"/>
                </a:lnTo>
                <a:lnTo>
                  <a:pt x="767758" y="1290986"/>
                </a:lnTo>
                <a:lnTo>
                  <a:pt x="768399" y="1291125"/>
                </a:lnTo>
                <a:lnTo>
                  <a:pt x="769026" y="1291280"/>
                </a:lnTo>
                <a:lnTo>
                  <a:pt x="769639" y="1291448"/>
                </a:lnTo>
                <a:lnTo>
                  <a:pt x="770237" y="1291632"/>
                </a:lnTo>
                <a:lnTo>
                  <a:pt x="770822" y="1291830"/>
                </a:lnTo>
                <a:lnTo>
                  <a:pt x="771393" y="1292043"/>
                </a:lnTo>
                <a:lnTo>
                  <a:pt x="771949" y="1292270"/>
                </a:lnTo>
                <a:lnTo>
                  <a:pt x="772492" y="1292512"/>
                </a:lnTo>
                <a:lnTo>
                  <a:pt x="773020" y="1292769"/>
                </a:lnTo>
                <a:lnTo>
                  <a:pt x="773534" y="1293041"/>
                </a:lnTo>
                <a:lnTo>
                  <a:pt x="774034" y="1293327"/>
                </a:lnTo>
                <a:lnTo>
                  <a:pt x="774520" y="1293628"/>
                </a:lnTo>
                <a:lnTo>
                  <a:pt x="774992" y="1293943"/>
                </a:lnTo>
                <a:lnTo>
                  <a:pt x="775450" y="1294273"/>
                </a:lnTo>
                <a:lnTo>
                  <a:pt x="775894" y="1294618"/>
                </a:lnTo>
                <a:lnTo>
                  <a:pt x="776322" y="1294977"/>
                </a:lnTo>
                <a:lnTo>
                  <a:pt x="776731" y="1295349"/>
                </a:lnTo>
                <a:lnTo>
                  <a:pt x="777122" y="1295733"/>
                </a:lnTo>
                <a:lnTo>
                  <a:pt x="777495" y="1296130"/>
                </a:lnTo>
                <a:lnTo>
                  <a:pt x="777850" y="1296541"/>
                </a:lnTo>
                <a:lnTo>
                  <a:pt x="778187" y="1296964"/>
                </a:lnTo>
                <a:lnTo>
                  <a:pt x="778505" y="1297400"/>
                </a:lnTo>
                <a:lnTo>
                  <a:pt x="778806" y="1297849"/>
                </a:lnTo>
                <a:lnTo>
                  <a:pt x="779088" y="1298311"/>
                </a:lnTo>
                <a:lnTo>
                  <a:pt x="779352" y="1298786"/>
                </a:lnTo>
                <a:lnTo>
                  <a:pt x="779597" y="1299274"/>
                </a:lnTo>
                <a:lnTo>
                  <a:pt x="779825" y="1299775"/>
                </a:lnTo>
                <a:lnTo>
                  <a:pt x="780034" y="1300288"/>
                </a:lnTo>
                <a:lnTo>
                  <a:pt x="780225" y="1300815"/>
                </a:lnTo>
                <a:lnTo>
                  <a:pt x="780398" y="1301355"/>
                </a:lnTo>
                <a:lnTo>
                  <a:pt x="780553" y="1301907"/>
                </a:lnTo>
                <a:lnTo>
                  <a:pt x="780689" y="1302472"/>
                </a:lnTo>
                <a:lnTo>
                  <a:pt x="780808" y="1303050"/>
                </a:lnTo>
                <a:lnTo>
                  <a:pt x="780908" y="1303642"/>
                </a:lnTo>
                <a:lnTo>
                  <a:pt x="780990" y="1304246"/>
                </a:lnTo>
                <a:lnTo>
                  <a:pt x="781053" y="1304863"/>
                </a:lnTo>
                <a:lnTo>
                  <a:pt x="781099" y="1305493"/>
                </a:lnTo>
                <a:lnTo>
                  <a:pt x="781126" y="1306135"/>
                </a:lnTo>
                <a:lnTo>
                  <a:pt x="781135" y="1306791"/>
                </a:lnTo>
                <a:lnTo>
                  <a:pt x="781126" y="1307433"/>
                </a:lnTo>
                <a:lnTo>
                  <a:pt x="781099" y="1308064"/>
                </a:lnTo>
                <a:lnTo>
                  <a:pt x="781053" y="1308683"/>
                </a:lnTo>
                <a:lnTo>
                  <a:pt x="780990" y="1309290"/>
                </a:lnTo>
                <a:lnTo>
                  <a:pt x="780908" y="1309885"/>
                </a:lnTo>
                <a:lnTo>
                  <a:pt x="780808" y="1310468"/>
                </a:lnTo>
                <a:lnTo>
                  <a:pt x="780689" y="1311040"/>
                </a:lnTo>
                <a:lnTo>
                  <a:pt x="780553" y="1311600"/>
                </a:lnTo>
                <a:lnTo>
                  <a:pt x="780398" y="1312148"/>
                </a:lnTo>
                <a:lnTo>
                  <a:pt x="780225" y="1312685"/>
                </a:lnTo>
                <a:lnTo>
                  <a:pt x="780034" y="1313210"/>
                </a:lnTo>
                <a:lnTo>
                  <a:pt x="779825" y="1313723"/>
                </a:lnTo>
                <a:lnTo>
                  <a:pt x="779597" y="1314224"/>
                </a:lnTo>
                <a:lnTo>
                  <a:pt x="779352" y="1314714"/>
                </a:lnTo>
                <a:lnTo>
                  <a:pt x="779088" y="1315192"/>
                </a:lnTo>
                <a:lnTo>
                  <a:pt x="778806" y="1315658"/>
                </a:lnTo>
                <a:lnTo>
                  <a:pt x="778505" y="1316112"/>
                </a:lnTo>
                <a:lnTo>
                  <a:pt x="778187" y="1316555"/>
                </a:lnTo>
                <a:lnTo>
                  <a:pt x="777850" y="1316986"/>
                </a:lnTo>
                <a:lnTo>
                  <a:pt x="777495" y="1317405"/>
                </a:lnTo>
                <a:lnTo>
                  <a:pt x="777122" y="1317812"/>
                </a:lnTo>
                <a:lnTo>
                  <a:pt x="776731" y="1318208"/>
                </a:lnTo>
                <a:lnTo>
                  <a:pt x="776322" y="1318592"/>
                </a:lnTo>
                <a:lnTo>
                  <a:pt x="775894" y="1318964"/>
                </a:lnTo>
                <a:lnTo>
                  <a:pt x="775450" y="1319309"/>
                </a:lnTo>
                <a:lnTo>
                  <a:pt x="774992" y="1319639"/>
                </a:lnTo>
                <a:lnTo>
                  <a:pt x="774520" y="1319955"/>
                </a:lnTo>
                <a:lnTo>
                  <a:pt x="774034" y="1320255"/>
                </a:lnTo>
                <a:lnTo>
                  <a:pt x="773534" y="1320542"/>
                </a:lnTo>
                <a:lnTo>
                  <a:pt x="773020" y="1320813"/>
                </a:lnTo>
                <a:lnTo>
                  <a:pt x="772492" y="1321070"/>
                </a:lnTo>
                <a:lnTo>
                  <a:pt x="771949" y="1321312"/>
                </a:lnTo>
                <a:lnTo>
                  <a:pt x="771393" y="1321540"/>
                </a:lnTo>
                <a:lnTo>
                  <a:pt x="770822" y="1321752"/>
                </a:lnTo>
                <a:lnTo>
                  <a:pt x="770237" y="1321951"/>
                </a:lnTo>
                <a:lnTo>
                  <a:pt x="769639" y="1322134"/>
                </a:lnTo>
                <a:lnTo>
                  <a:pt x="769026" y="1322303"/>
                </a:lnTo>
                <a:lnTo>
                  <a:pt x="768399" y="1322457"/>
                </a:lnTo>
                <a:lnTo>
                  <a:pt x="767758" y="1322596"/>
                </a:lnTo>
                <a:lnTo>
                  <a:pt x="767103" y="1322721"/>
                </a:lnTo>
                <a:lnTo>
                  <a:pt x="766433" y="1322831"/>
                </a:lnTo>
                <a:lnTo>
                  <a:pt x="765750" y="1322926"/>
                </a:lnTo>
                <a:lnTo>
                  <a:pt x="765053" y="1323007"/>
                </a:lnTo>
                <a:lnTo>
                  <a:pt x="764341" y="1323073"/>
                </a:lnTo>
                <a:lnTo>
                  <a:pt x="763616" y="1323125"/>
                </a:lnTo>
                <a:lnTo>
                  <a:pt x="762876" y="1323161"/>
                </a:lnTo>
                <a:lnTo>
                  <a:pt x="762122" y="1323183"/>
                </a:lnTo>
                <a:lnTo>
                  <a:pt x="761354" y="1323191"/>
                </a:lnTo>
                <a:lnTo>
                  <a:pt x="760600" y="1323183"/>
                </a:lnTo>
                <a:lnTo>
                  <a:pt x="759859" y="1323161"/>
                </a:lnTo>
                <a:lnTo>
                  <a:pt x="759130" y="1323125"/>
                </a:lnTo>
                <a:lnTo>
                  <a:pt x="758414" y="1323073"/>
                </a:lnTo>
                <a:lnTo>
                  <a:pt x="757712" y="1323007"/>
                </a:lnTo>
                <a:lnTo>
                  <a:pt x="757022" y="1322926"/>
                </a:lnTo>
                <a:lnTo>
                  <a:pt x="756345" y="1322831"/>
                </a:lnTo>
                <a:lnTo>
                  <a:pt x="755681" y="1322721"/>
                </a:lnTo>
                <a:close/>
                <a:moveTo>
                  <a:pt x="754930" y="1998961"/>
                </a:moveTo>
                <a:lnTo>
                  <a:pt x="740390" y="1998961"/>
                </a:lnTo>
                <a:lnTo>
                  <a:pt x="740390" y="2023814"/>
                </a:lnTo>
                <a:lnTo>
                  <a:pt x="744278" y="2045961"/>
                </a:lnTo>
                <a:lnTo>
                  <a:pt x="751041" y="2045961"/>
                </a:lnTo>
                <a:lnTo>
                  <a:pt x="754930" y="2023814"/>
                </a:lnTo>
                <a:lnTo>
                  <a:pt x="754930" y="1998961"/>
                </a:lnTo>
                <a:close/>
                <a:moveTo>
                  <a:pt x="780121" y="1998961"/>
                </a:moveTo>
                <a:lnTo>
                  <a:pt x="765581" y="1998961"/>
                </a:lnTo>
                <a:lnTo>
                  <a:pt x="765581" y="2023814"/>
                </a:lnTo>
                <a:lnTo>
                  <a:pt x="769469" y="2045961"/>
                </a:lnTo>
                <a:lnTo>
                  <a:pt x="776232" y="2045961"/>
                </a:lnTo>
                <a:lnTo>
                  <a:pt x="780121" y="2023814"/>
                </a:lnTo>
                <a:lnTo>
                  <a:pt x="780121" y="1998961"/>
                </a:lnTo>
                <a:close/>
                <a:moveTo>
                  <a:pt x="666386" y="2116181"/>
                </a:moveTo>
                <a:lnTo>
                  <a:pt x="667263" y="2116061"/>
                </a:lnTo>
                <a:lnTo>
                  <a:pt x="668129" y="2115927"/>
                </a:lnTo>
                <a:lnTo>
                  <a:pt x="668984" y="2115779"/>
                </a:lnTo>
                <a:lnTo>
                  <a:pt x="669828" y="2115617"/>
                </a:lnTo>
                <a:lnTo>
                  <a:pt x="670661" y="2115441"/>
                </a:lnTo>
                <a:lnTo>
                  <a:pt x="671482" y="2115251"/>
                </a:lnTo>
                <a:lnTo>
                  <a:pt x="672293" y="2115047"/>
                </a:lnTo>
                <a:lnTo>
                  <a:pt x="673092" y="2114828"/>
                </a:lnTo>
                <a:lnTo>
                  <a:pt x="673880" y="2114596"/>
                </a:lnTo>
                <a:lnTo>
                  <a:pt x="674657" y="2114349"/>
                </a:lnTo>
                <a:lnTo>
                  <a:pt x="675423" y="2114089"/>
                </a:lnTo>
                <a:lnTo>
                  <a:pt x="676178" y="2113814"/>
                </a:lnTo>
                <a:lnTo>
                  <a:pt x="676921" y="2113525"/>
                </a:lnTo>
                <a:lnTo>
                  <a:pt x="677653" y="2113222"/>
                </a:lnTo>
                <a:lnTo>
                  <a:pt x="678375" y="2112905"/>
                </a:lnTo>
                <a:lnTo>
                  <a:pt x="679085" y="2112574"/>
                </a:lnTo>
                <a:lnTo>
                  <a:pt x="679796" y="2112230"/>
                </a:lnTo>
                <a:lnTo>
                  <a:pt x="680495" y="2111874"/>
                </a:lnTo>
                <a:lnTo>
                  <a:pt x="681179" y="2111507"/>
                </a:lnTo>
                <a:lnTo>
                  <a:pt x="681851" y="2111128"/>
                </a:lnTo>
                <a:lnTo>
                  <a:pt x="682509" y="2110737"/>
                </a:lnTo>
                <a:lnTo>
                  <a:pt x="683153" y="2110334"/>
                </a:lnTo>
                <a:lnTo>
                  <a:pt x="683784" y="2109920"/>
                </a:lnTo>
                <a:lnTo>
                  <a:pt x="684401" y="2109493"/>
                </a:lnTo>
                <a:lnTo>
                  <a:pt x="685005" y="2109055"/>
                </a:lnTo>
                <a:lnTo>
                  <a:pt x="685595" y="2108606"/>
                </a:lnTo>
                <a:lnTo>
                  <a:pt x="686172" y="2108144"/>
                </a:lnTo>
                <a:lnTo>
                  <a:pt x="686735" y="2107671"/>
                </a:lnTo>
                <a:lnTo>
                  <a:pt x="687285" y="2107186"/>
                </a:lnTo>
                <a:lnTo>
                  <a:pt x="687821" y="2106690"/>
                </a:lnTo>
                <a:lnTo>
                  <a:pt x="688344" y="2106181"/>
                </a:lnTo>
                <a:lnTo>
                  <a:pt x="688853" y="2105661"/>
                </a:lnTo>
                <a:lnTo>
                  <a:pt x="689349" y="2105129"/>
                </a:lnTo>
                <a:lnTo>
                  <a:pt x="689831" y="2104586"/>
                </a:lnTo>
                <a:lnTo>
                  <a:pt x="690300" y="2104030"/>
                </a:lnTo>
                <a:lnTo>
                  <a:pt x="690755" y="2103463"/>
                </a:lnTo>
                <a:lnTo>
                  <a:pt x="691197" y="2102884"/>
                </a:lnTo>
                <a:lnTo>
                  <a:pt x="691625" y="2102294"/>
                </a:lnTo>
                <a:lnTo>
                  <a:pt x="692040" y="2101691"/>
                </a:lnTo>
                <a:lnTo>
                  <a:pt x="692441" y="2101077"/>
                </a:lnTo>
                <a:lnTo>
                  <a:pt x="692841" y="2100439"/>
                </a:lnTo>
                <a:lnTo>
                  <a:pt x="693224" y="2099791"/>
                </a:lnTo>
                <a:lnTo>
                  <a:pt x="693590" y="2099133"/>
                </a:lnTo>
                <a:lnTo>
                  <a:pt x="693939" y="2098466"/>
                </a:lnTo>
                <a:lnTo>
                  <a:pt x="694271" y="2097790"/>
                </a:lnTo>
                <a:lnTo>
                  <a:pt x="694586" y="2097104"/>
                </a:lnTo>
                <a:lnTo>
                  <a:pt x="694884" y="2096409"/>
                </a:lnTo>
                <a:lnTo>
                  <a:pt x="695165" y="2095705"/>
                </a:lnTo>
                <a:lnTo>
                  <a:pt x="695429" y="2094991"/>
                </a:lnTo>
                <a:lnTo>
                  <a:pt x="695675" y="2094268"/>
                </a:lnTo>
                <a:lnTo>
                  <a:pt x="695905" y="2093535"/>
                </a:lnTo>
                <a:lnTo>
                  <a:pt x="696118" y="2092793"/>
                </a:lnTo>
                <a:lnTo>
                  <a:pt x="696314" y="2092042"/>
                </a:lnTo>
                <a:lnTo>
                  <a:pt x="696493" y="2091281"/>
                </a:lnTo>
                <a:lnTo>
                  <a:pt x="696654" y="2090511"/>
                </a:lnTo>
                <a:lnTo>
                  <a:pt x="696799" y="2089731"/>
                </a:lnTo>
                <a:lnTo>
                  <a:pt x="696927" y="2088942"/>
                </a:lnTo>
                <a:lnTo>
                  <a:pt x="697037" y="2088144"/>
                </a:lnTo>
                <a:lnTo>
                  <a:pt x="697131" y="2087336"/>
                </a:lnTo>
                <a:lnTo>
                  <a:pt x="697208" y="2086519"/>
                </a:lnTo>
                <a:lnTo>
                  <a:pt x="697267" y="2085692"/>
                </a:lnTo>
                <a:lnTo>
                  <a:pt x="697310" y="2084856"/>
                </a:lnTo>
                <a:lnTo>
                  <a:pt x="697335" y="2084011"/>
                </a:lnTo>
                <a:lnTo>
                  <a:pt x="697344" y="2083156"/>
                </a:lnTo>
                <a:lnTo>
                  <a:pt x="681452" y="2083156"/>
                </a:lnTo>
                <a:lnTo>
                  <a:pt x="681442" y="2084062"/>
                </a:lnTo>
                <a:lnTo>
                  <a:pt x="681412" y="2084948"/>
                </a:lnTo>
                <a:lnTo>
                  <a:pt x="681362" y="2085814"/>
                </a:lnTo>
                <a:lnTo>
                  <a:pt x="681292" y="2086660"/>
                </a:lnTo>
                <a:lnTo>
                  <a:pt x="681202" y="2087486"/>
                </a:lnTo>
                <a:lnTo>
                  <a:pt x="681092" y="2088292"/>
                </a:lnTo>
                <a:lnTo>
                  <a:pt x="680963" y="2089078"/>
                </a:lnTo>
                <a:lnTo>
                  <a:pt x="680813" y="2089844"/>
                </a:lnTo>
                <a:lnTo>
                  <a:pt x="680643" y="2090590"/>
                </a:lnTo>
                <a:lnTo>
                  <a:pt x="680454" y="2091316"/>
                </a:lnTo>
                <a:lnTo>
                  <a:pt x="680244" y="2092022"/>
                </a:lnTo>
                <a:lnTo>
                  <a:pt x="680014" y="2092709"/>
                </a:lnTo>
                <a:lnTo>
                  <a:pt x="679765" y="2093375"/>
                </a:lnTo>
                <a:lnTo>
                  <a:pt x="679496" y="2094021"/>
                </a:lnTo>
                <a:lnTo>
                  <a:pt x="679206" y="2094648"/>
                </a:lnTo>
                <a:lnTo>
                  <a:pt x="678897" y="2095254"/>
                </a:lnTo>
                <a:lnTo>
                  <a:pt x="678567" y="2095841"/>
                </a:lnTo>
                <a:lnTo>
                  <a:pt x="678218" y="2096407"/>
                </a:lnTo>
                <a:lnTo>
                  <a:pt x="677849" y="2096954"/>
                </a:lnTo>
                <a:lnTo>
                  <a:pt x="677460" y="2097480"/>
                </a:lnTo>
                <a:lnTo>
                  <a:pt x="677051" y="2097987"/>
                </a:lnTo>
                <a:lnTo>
                  <a:pt x="676621" y="2098474"/>
                </a:lnTo>
                <a:lnTo>
                  <a:pt x="676172" y="2098940"/>
                </a:lnTo>
                <a:lnTo>
                  <a:pt x="675703" y="2099387"/>
                </a:lnTo>
                <a:lnTo>
                  <a:pt x="675229" y="2099815"/>
                </a:lnTo>
                <a:lnTo>
                  <a:pt x="674737" y="2100224"/>
                </a:lnTo>
                <a:lnTo>
                  <a:pt x="674227" y="2100615"/>
                </a:lnTo>
                <a:lnTo>
                  <a:pt x="673698" y="2100988"/>
                </a:lnTo>
                <a:lnTo>
                  <a:pt x="673151" y="2101343"/>
                </a:lnTo>
                <a:lnTo>
                  <a:pt x="672586" y="2101680"/>
                </a:lnTo>
                <a:lnTo>
                  <a:pt x="672003" y="2101998"/>
                </a:lnTo>
                <a:lnTo>
                  <a:pt x="671401" y="2102299"/>
                </a:lnTo>
                <a:lnTo>
                  <a:pt x="670782" y="2102581"/>
                </a:lnTo>
                <a:lnTo>
                  <a:pt x="670144" y="2102845"/>
                </a:lnTo>
                <a:lnTo>
                  <a:pt x="669488" y="2103090"/>
                </a:lnTo>
                <a:lnTo>
                  <a:pt x="668814" y="2103318"/>
                </a:lnTo>
                <a:lnTo>
                  <a:pt x="668121" y="2103527"/>
                </a:lnTo>
                <a:lnTo>
                  <a:pt x="667411" y="2103718"/>
                </a:lnTo>
                <a:lnTo>
                  <a:pt x="666682" y="2103891"/>
                </a:lnTo>
                <a:lnTo>
                  <a:pt x="665935" y="2104046"/>
                </a:lnTo>
                <a:lnTo>
                  <a:pt x="665170" y="2104182"/>
                </a:lnTo>
                <a:lnTo>
                  <a:pt x="664386" y="2104300"/>
                </a:lnTo>
                <a:lnTo>
                  <a:pt x="663585" y="2104400"/>
                </a:lnTo>
                <a:lnTo>
                  <a:pt x="662765" y="2104482"/>
                </a:lnTo>
                <a:lnTo>
                  <a:pt x="661927" y="2104546"/>
                </a:lnTo>
                <a:lnTo>
                  <a:pt x="661071" y="2104591"/>
                </a:lnTo>
                <a:lnTo>
                  <a:pt x="660196" y="2104619"/>
                </a:lnTo>
                <a:lnTo>
                  <a:pt x="659304" y="2104628"/>
                </a:lnTo>
                <a:lnTo>
                  <a:pt x="658492" y="2104616"/>
                </a:lnTo>
                <a:lnTo>
                  <a:pt x="657693" y="2104580"/>
                </a:lnTo>
                <a:lnTo>
                  <a:pt x="656905" y="2104520"/>
                </a:lnTo>
                <a:lnTo>
                  <a:pt x="656129" y="2104435"/>
                </a:lnTo>
                <a:lnTo>
                  <a:pt x="655365" y="2104327"/>
                </a:lnTo>
                <a:lnTo>
                  <a:pt x="654612" y="2104195"/>
                </a:lnTo>
                <a:lnTo>
                  <a:pt x="653871" y="2104038"/>
                </a:lnTo>
                <a:lnTo>
                  <a:pt x="653142" y="2103858"/>
                </a:lnTo>
                <a:lnTo>
                  <a:pt x="652425" y="2103653"/>
                </a:lnTo>
                <a:lnTo>
                  <a:pt x="651719" y="2103424"/>
                </a:lnTo>
                <a:lnTo>
                  <a:pt x="651025" y="2103172"/>
                </a:lnTo>
                <a:lnTo>
                  <a:pt x="650343" y="2102895"/>
                </a:lnTo>
                <a:lnTo>
                  <a:pt x="649673" y="2102594"/>
                </a:lnTo>
                <a:lnTo>
                  <a:pt x="649014" y="2102269"/>
                </a:lnTo>
                <a:lnTo>
                  <a:pt x="648367" y="2101920"/>
                </a:lnTo>
                <a:lnTo>
                  <a:pt x="647732" y="2101547"/>
                </a:lnTo>
                <a:lnTo>
                  <a:pt x="647109" y="2101150"/>
                </a:lnTo>
                <a:lnTo>
                  <a:pt x="646497" y="2100729"/>
                </a:lnTo>
                <a:lnTo>
                  <a:pt x="645897" y="2100283"/>
                </a:lnTo>
                <a:lnTo>
                  <a:pt x="645309" y="2099814"/>
                </a:lnTo>
                <a:lnTo>
                  <a:pt x="644732" y="2099321"/>
                </a:lnTo>
                <a:lnTo>
                  <a:pt x="644168" y="2098803"/>
                </a:lnTo>
                <a:lnTo>
                  <a:pt x="643615" y="2098262"/>
                </a:lnTo>
                <a:lnTo>
                  <a:pt x="643073" y="2097696"/>
                </a:lnTo>
                <a:lnTo>
                  <a:pt x="642549" y="2097107"/>
                </a:lnTo>
                <a:lnTo>
                  <a:pt x="642047" y="2096496"/>
                </a:lnTo>
                <a:lnTo>
                  <a:pt x="641568" y="2095863"/>
                </a:lnTo>
                <a:lnTo>
                  <a:pt x="641110" y="2095207"/>
                </a:lnTo>
                <a:lnTo>
                  <a:pt x="640675" y="2094529"/>
                </a:lnTo>
                <a:lnTo>
                  <a:pt x="640263" y="2093829"/>
                </a:lnTo>
                <a:lnTo>
                  <a:pt x="639872" y="2093106"/>
                </a:lnTo>
                <a:lnTo>
                  <a:pt x="639504" y="2092361"/>
                </a:lnTo>
                <a:lnTo>
                  <a:pt x="639158" y="2091594"/>
                </a:lnTo>
                <a:lnTo>
                  <a:pt x="638835" y="2090804"/>
                </a:lnTo>
                <a:lnTo>
                  <a:pt x="638534" y="2089992"/>
                </a:lnTo>
                <a:lnTo>
                  <a:pt x="638255" y="2089158"/>
                </a:lnTo>
                <a:lnTo>
                  <a:pt x="637998" y="2088302"/>
                </a:lnTo>
                <a:lnTo>
                  <a:pt x="637764" y="2087423"/>
                </a:lnTo>
                <a:lnTo>
                  <a:pt x="637552" y="2086522"/>
                </a:lnTo>
                <a:lnTo>
                  <a:pt x="637363" y="2085598"/>
                </a:lnTo>
                <a:lnTo>
                  <a:pt x="637195" y="2084653"/>
                </a:lnTo>
                <a:lnTo>
                  <a:pt x="637050" y="2083685"/>
                </a:lnTo>
                <a:lnTo>
                  <a:pt x="636928" y="2082694"/>
                </a:lnTo>
                <a:lnTo>
                  <a:pt x="636827" y="2081682"/>
                </a:lnTo>
                <a:lnTo>
                  <a:pt x="636749" y="2080647"/>
                </a:lnTo>
                <a:lnTo>
                  <a:pt x="636693" y="2079590"/>
                </a:lnTo>
                <a:lnTo>
                  <a:pt x="636660" y="2078510"/>
                </a:lnTo>
                <a:lnTo>
                  <a:pt x="636649" y="2077408"/>
                </a:lnTo>
                <a:lnTo>
                  <a:pt x="636649" y="2074534"/>
                </a:lnTo>
                <a:lnTo>
                  <a:pt x="697344" y="2074534"/>
                </a:lnTo>
                <a:lnTo>
                  <a:pt x="697344" y="2063037"/>
                </a:lnTo>
                <a:lnTo>
                  <a:pt x="697336" y="2062168"/>
                </a:lnTo>
                <a:lnTo>
                  <a:pt x="697311" y="2061307"/>
                </a:lnTo>
                <a:lnTo>
                  <a:pt x="697270" y="2060454"/>
                </a:lnTo>
                <a:lnTo>
                  <a:pt x="697212" y="2059609"/>
                </a:lnTo>
                <a:lnTo>
                  <a:pt x="697138" y="2058773"/>
                </a:lnTo>
                <a:lnTo>
                  <a:pt x="697048" y="2057944"/>
                </a:lnTo>
                <a:lnTo>
                  <a:pt x="696941" y="2057124"/>
                </a:lnTo>
                <a:lnTo>
                  <a:pt x="696818" y="2056312"/>
                </a:lnTo>
                <a:lnTo>
                  <a:pt x="696678" y="2055509"/>
                </a:lnTo>
                <a:lnTo>
                  <a:pt x="696522" y="2054713"/>
                </a:lnTo>
                <a:lnTo>
                  <a:pt x="696349" y="2053926"/>
                </a:lnTo>
                <a:lnTo>
                  <a:pt x="696160" y="2053147"/>
                </a:lnTo>
                <a:lnTo>
                  <a:pt x="695955" y="2052376"/>
                </a:lnTo>
                <a:lnTo>
                  <a:pt x="695733" y="2051614"/>
                </a:lnTo>
                <a:lnTo>
                  <a:pt x="695495" y="2050859"/>
                </a:lnTo>
                <a:lnTo>
                  <a:pt x="695240" y="2050113"/>
                </a:lnTo>
                <a:lnTo>
                  <a:pt x="694969" y="2049375"/>
                </a:lnTo>
                <a:lnTo>
                  <a:pt x="694681" y="2048646"/>
                </a:lnTo>
                <a:lnTo>
                  <a:pt x="694377" y="2047924"/>
                </a:lnTo>
                <a:lnTo>
                  <a:pt x="694056" y="2047211"/>
                </a:lnTo>
                <a:lnTo>
                  <a:pt x="693720" y="2046506"/>
                </a:lnTo>
                <a:lnTo>
                  <a:pt x="693366" y="2045809"/>
                </a:lnTo>
                <a:lnTo>
                  <a:pt x="692996" y="2045120"/>
                </a:lnTo>
                <a:lnTo>
                  <a:pt x="692610" y="2044440"/>
                </a:lnTo>
                <a:lnTo>
                  <a:pt x="692223" y="2043770"/>
                </a:lnTo>
                <a:lnTo>
                  <a:pt x="691822" y="2043111"/>
                </a:lnTo>
                <a:lnTo>
                  <a:pt x="691408" y="2042464"/>
                </a:lnTo>
                <a:lnTo>
                  <a:pt x="690980" y="2041829"/>
                </a:lnTo>
                <a:lnTo>
                  <a:pt x="690539" y="2041205"/>
                </a:lnTo>
                <a:lnTo>
                  <a:pt x="690085" y="2040594"/>
                </a:lnTo>
                <a:lnTo>
                  <a:pt x="689616" y="2039994"/>
                </a:lnTo>
                <a:lnTo>
                  <a:pt x="689135" y="2039406"/>
                </a:lnTo>
                <a:lnTo>
                  <a:pt x="688640" y="2038829"/>
                </a:lnTo>
                <a:lnTo>
                  <a:pt x="688131" y="2038264"/>
                </a:lnTo>
                <a:lnTo>
                  <a:pt x="687609" y="2037711"/>
                </a:lnTo>
                <a:lnTo>
                  <a:pt x="687073" y="2037170"/>
                </a:lnTo>
                <a:lnTo>
                  <a:pt x="686524" y="2036641"/>
                </a:lnTo>
                <a:lnTo>
                  <a:pt x="685961" y="2036123"/>
                </a:lnTo>
                <a:lnTo>
                  <a:pt x="685385" y="2035617"/>
                </a:lnTo>
                <a:lnTo>
                  <a:pt x="684795" y="2035122"/>
                </a:lnTo>
                <a:lnTo>
                  <a:pt x="684192" y="2034640"/>
                </a:lnTo>
                <a:lnTo>
                  <a:pt x="683575" y="2034169"/>
                </a:lnTo>
                <a:lnTo>
                  <a:pt x="682945" y="2033710"/>
                </a:lnTo>
                <a:lnTo>
                  <a:pt x="682302" y="2033263"/>
                </a:lnTo>
                <a:lnTo>
                  <a:pt x="681644" y="2032827"/>
                </a:lnTo>
                <a:lnTo>
                  <a:pt x="680974" y="2032403"/>
                </a:lnTo>
                <a:lnTo>
                  <a:pt x="680290" y="2031991"/>
                </a:lnTo>
                <a:lnTo>
                  <a:pt x="679592" y="2031591"/>
                </a:lnTo>
                <a:lnTo>
                  <a:pt x="678896" y="2031205"/>
                </a:lnTo>
                <a:lnTo>
                  <a:pt x="678188" y="2030835"/>
                </a:lnTo>
                <a:lnTo>
                  <a:pt x="677468" y="2030481"/>
                </a:lnTo>
                <a:lnTo>
                  <a:pt x="676736" y="2030144"/>
                </a:lnTo>
                <a:lnTo>
                  <a:pt x="675993" y="2029824"/>
                </a:lnTo>
                <a:lnTo>
                  <a:pt x="675238" y="2029520"/>
                </a:lnTo>
                <a:lnTo>
                  <a:pt x="674472" y="2029232"/>
                </a:lnTo>
                <a:lnTo>
                  <a:pt x="673693" y="2028961"/>
                </a:lnTo>
                <a:lnTo>
                  <a:pt x="672903" y="2028706"/>
                </a:lnTo>
                <a:lnTo>
                  <a:pt x="672101" y="2028468"/>
                </a:lnTo>
                <a:lnTo>
                  <a:pt x="671288" y="2028246"/>
                </a:lnTo>
                <a:lnTo>
                  <a:pt x="670462" y="2028041"/>
                </a:lnTo>
                <a:lnTo>
                  <a:pt x="669625" y="2027852"/>
                </a:lnTo>
                <a:lnTo>
                  <a:pt x="668776" y="2027679"/>
                </a:lnTo>
                <a:lnTo>
                  <a:pt x="667916" y="2027523"/>
                </a:lnTo>
                <a:lnTo>
                  <a:pt x="667043" y="2027383"/>
                </a:lnTo>
                <a:lnTo>
                  <a:pt x="666159" y="2027260"/>
                </a:lnTo>
                <a:lnTo>
                  <a:pt x="665263" y="2027153"/>
                </a:lnTo>
                <a:lnTo>
                  <a:pt x="664356" y="2027063"/>
                </a:lnTo>
                <a:lnTo>
                  <a:pt x="663437" y="2026989"/>
                </a:lnTo>
                <a:lnTo>
                  <a:pt x="662505" y="2026931"/>
                </a:lnTo>
                <a:lnTo>
                  <a:pt x="661563" y="2026890"/>
                </a:lnTo>
                <a:lnTo>
                  <a:pt x="660608" y="2026865"/>
                </a:lnTo>
                <a:lnTo>
                  <a:pt x="659642" y="2026857"/>
                </a:lnTo>
                <a:lnTo>
                  <a:pt x="658605" y="2026866"/>
                </a:lnTo>
                <a:lnTo>
                  <a:pt x="657580" y="2026895"/>
                </a:lnTo>
                <a:lnTo>
                  <a:pt x="656567" y="2026942"/>
                </a:lnTo>
                <a:lnTo>
                  <a:pt x="655566" y="2027007"/>
                </a:lnTo>
                <a:lnTo>
                  <a:pt x="654576" y="2027092"/>
                </a:lnTo>
                <a:lnTo>
                  <a:pt x="653598" y="2027195"/>
                </a:lnTo>
                <a:lnTo>
                  <a:pt x="652631" y="2027317"/>
                </a:lnTo>
                <a:lnTo>
                  <a:pt x="651677" y="2027458"/>
                </a:lnTo>
                <a:lnTo>
                  <a:pt x="650734" y="2027618"/>
                </a:lnTo>
                <a:lnTo>
                  <a:pt x="649803" y="2027796"/>
                </a:lnTo>
                <a:lnTo>
                  <a:pt x="648884" y="2027994"/>
                </a:lnTo>
                <a:lnTo>
                  <a:pt x="647976" y="2028210"/>
                </a:lnTo>
                <a:lnTo>
                  <a:pt x="647080" y="2028444"/>
                </a:lnTo>
                <a:lnTo>
                  <a:pt x="646196" y="2028698"/>
                </a:lnTo>
                <a:lnTo>
                  <a:pt x="645324" y="2028970"/>
                </a:lnTo>
                <a:lnTo>
                  <a:pt x="644463" y="2029262"/>
                </a:lnTo>
                <a:lnTo>
                  <a:pt x="643615" y="2029571"/>
                </a:lnTo>
                <a:lnTo>
                  <a:pt x="642777" y="2029900"/>
                </a:lnTo>
                <a:lnTo>
                  <a:pt x="641952" y="2030248"/>
                </a:lnTo>
                <a:lnTo>
                  <a:pt x="641138" y="2030614"/>
                </a:lnTo>
                <a:lnTo>
                  <a:pt x="640337" y="2030999"/>
                </a:lnTo>
                <a:lnTo>
                  <a:pt x="639546" y="2031403"/>
                </a:lnTo>
                <a:lnTo>
                  <a:pt x="638768" y="2031826"/>
                </a:lnTo>
                <a:lnTo>
                  <a:pt x="638001" y="2032267"/>
                </a:lnTo>
                <a:lnTo>
                  <a:pt x="637248" y="2032711"/>
                </a:lnTo>
                <a:lnTo>
                  <a:pt x="636509" y="2033171"/>
                </a:lnTo>
                <a:lnTo>
                  <a:pt x="635785" y="2033646"/>
                </a:lnTo>
                <a:lnTo>
                  <a:pt x="635076" y="2034136"/>
                </a:lnTo>
                <a:lnTo>
                  <a:pt x="634381" y="2034642"/>
                </a:lnTo>
                <a:lnTo>
                  <a:pt x="633701" y="2035162"/>
                </a:lnTo>
                <a:lnTo>
                  <a:pt x="633035" y="2035698"/>
                </a:lnTo>
                <a:lnTo>
                  <a:pt x="632385" y="2036250"/>
                </a:lnTo>
                <a:lnTo>
                  <a:pt x="631748" y="2036816"/>
                </a:lnTo>
                <a:lnTo>
                  <a:pt x="631127" y="2037398"/>
                </a:lnTo>
                <a:lnTo>
                  <a:pt x="630520" y="2037995"/>
                </a:lnTo>
                <a:lnTo>
                  <a:pt x="629928" y="2038607"/>
                </a:lnTo>
                <a:lnTo>
                  <a:pt x="629351" y="2039235"/>
                </a:lnTo>
                <a:lnTo>
                  <a:pt x="628788" y="2039877"/>
                </a:lnTo>
                <a:lnTo>
                  <a:pt x="628240" y="2040536"/>
                </a:lnTo>
                <a:lnTo>
                  <a:pt x="627707" y="2041209"/>
                </a:lnTo>
                <a:lnTo>
                  <a:pt x="627188" y="2041898"/>
                </a:lnTo>
                <a:lnTo>
                  <a:pt x="626684" y="2042601"/>
                </a:lnTo>
                <a:lnTo>
                  <a:pt x="626195" y="2043321"/>
                </a:lnTo>
                <a:lnTo>
                  <a:pt x="625720" y="2044055"/>
                </a:lnTo>
                <a:lnTo>
                  <a:pt x="625260" y="2044805"/>
                </a:lnTo>
                <a:lnTo>
                  <a:pt x="624815" y="2045569"/>
                </a:lnTo>
                <a:lnTo>
                  <a:pt x="624385" y="2046350"/>
                </a:lnTo>
                <a:lnTo>
                  <a:pt x="623969" y="2047145"/>
                </a:lnTo>
                <a:lnTo>
                  <a:pt x="623569" y="2047954"/>
                </a:lnTo>
                <a:lnTo>
                  <a:pt x="623186" y="2048776"/>
                </a:lnTo>
                <a:lnTo>
                  <a:pt x="622820" y="2049610"/>
                </a:lnTo>
                <a:lnTo>
                  <a:pt x="622471" y="2050456"/>
                </a:lnTo>
                <a:lnTo>
                  <a:pt x="622139" y="2051315"/>
                </a:lnTo>
                <a:lnTo>
                  <a:pt x="621824" y="2052185"/>
                </a:lnTo>
                <a:lnTo>
                  <a:pt x="621526" y="2053069"/>
                </a:lnTo>
                <a:lnTo>
                  <a:pt x="621245" y="2053964"/>
                </a:lnTo>
                <a:lnTo>
                  <a:pt x="620981" y="2054872"/>
                </a:lnTo>
                <a:lnTo>
                  <a:pt x="620734" y="2055792"/>
                </a:lnTo>
                <a:lnTo>
                  <a:pt x="620504" y="2056725"/>
                </a:lnTo>
                <a:lnTo>
                  <a:pt x="620292" y="2057670"/>
                </a:lnTo>
                <a:lnTo>
                  <a:pt x="620096" y="2058627"/>
                </a:lnTo>
                <a:lnTo>
                  <a:pt x="619917" y="2059596"/>
                </a:lnTo>
                <a:lnTo>
                  <a:pt x="619755" y="2060578"/>
                </a:lnTo>
                <a:lnTo>
                  <a:pt x="619611" y="2061572"/>
                </a:lnTo>
                <a:lnTo>
                  <a:pt x="619483" y="2062579"/>
                </a:lnTo>
                <a:lnTo>
                  <a:pt x="619372" y="2063597"/>
                </a:lnTo>
                <a:lnTo>
                  <a:pt x="619279" y="2064629"/>
                </a:lnTo>
                <a:lnTo>
                  <a:pt x="619202" y="2065672"/>
                </a:lnTo>
                <a:lnTo>
                  <a:pt x="619142" y="2066728"/>
                </a:lnTo>
                <a:lnTo>
                  <a:pt x="619100" y="2067796"/>
                </a:lnTo>
                <a:lnTo>
                  <a:pt x="619074" y="2068877"/>
                </a:lnTo>
                <a:lnTo>
                  <a:pt x="619066" y="2069969"/>
                </a:lnTo>
                <a:lnTo>
                  <a:pt x="619066" y="2073520"/>
                </a:lnTo>
                <a:lnTo>
                  <a:pt x="619073" y="2074571"/>
                </a:lnTo>
                <a:lnTo>
                  <a:pt x="619095" y="2075613"/>
                </a:lnTo>
                <a:lnTo>
                  <a:pt x="619132" y="2076645"/>
                </a:lnTo>
                <a:lnTo>
                  <a:pt x="619183" y="2077666"/>
                </a:lnTo>
                <a:lnTo>
                  <a:pt x="619249" y="2078678"/>
                </a:lnTo>
                <a:lnTo>
                  <a:pt x="619330" y="2079680"/>
                </a:lnTo>
                <a:lnTo>
                  <a:pt x="619425" y="2080672"/>
                </a:lnTo>
                <a:lnTo>
                  <a:pt x="619535" y="2081653"/>
                </a:lnTo>
                <a:lnTo>
                  <a:pt x="619660" y="2082625"/>
                </a:lnTo>
                <a:lnTo>
                  <a:pt x="619800" y="2083587"/>
                </a:lnTo>
                <a:lnTo>
                  <a:pt x="619954" y="2084539"/>
                </a:lnTo>
                <a:lnTo>
                  <a:pt x="620122" y="2085481"/>
                </a:lnTo>
                <a:lnTo>
                  <a:pt x="620306" y="2086413"/>
                </a:lnTo>
                <a:lnTo>
                  <a:pt x="620504" y="2087335"/>
                </a:lnTo>
                <a:lnTo>
                  <a:pt x="620717" y="2088247"/>
                </a:lnTo>
                <a:lnTo>
                  <a:pt x="620944" y="2089149"/>
                </a:lnTo>
                <a:lnTo>
                  <a:pt x="621186" y="2090041"/>
                </a:lnTo>
                <a:lnTo>
                  <a:pt x="621443" y="2090923"/>
                </a:lnTo>
                <a:lnTo>
                  <a:pt x="621715" y="2091795"/>
                </a:lnTo>
                <a:lnTo>
                  <a:pt x="622001" y="2092657"/>
                </a:lnTo>
                <a:lnTo>
                  <a:pt x="622302" y="2093509"/>
                </a:lnTo>
                <a:lnTo>
                  <a:pt x="622617" y="2094351"/>
                </a:lnTo>
                <a:lnTo>
                  <a:pt x="622948" y="2095183"/>
                </a:lnTo>
                <a:lnTo>
                  <a:pt x="623292" y="2096005"/>
                </a:lnTo>
                <a:lnTo>
                  <a:pt x="623666" y="2096815"/>
                </a:lnTo>
                <a:lnTo>
                  <a:pt x="624056" y="2097609"/>
                </a:lnTo>
                <a:lnTo>
                  <a:pt x="624460" y="2098388"/>
                </a:lnTo>
                <a:lnTo>
                  <a:pt x="624880" y="2099152"/>
                </a:lnTo>
                <a:lnTo>
                  <a:pt x="625315" y="2099900"/>
                </a:lnTo>
                <a:lnTo>
                  <a:pt x="625765" y="2100634"/>
                </a:lnTo>
                <a:lnTo>
                  <a:pt x="626231" y="2101352"/>
                </a:lnTo>
                <a:lnTo>
                  <a:pt x="626711" y="2102054"/>
                </a:lnTo>
                <a:lnTo>
                  <a:pt x="627207" y="2102742"/>
                </a:lnTo>
                <a:lnTo>
                  <a:pt x="627719" y="2103414"/>
                </a:lnTo>
                <a:lnTo>
                  <a:pt x="628245" y="2104071"/>
                </a:lnTo>
                <a:lnTo>
                  <a:pt x="628787" y="2104712"/>
                </a:lnTo>
                <a:lnTo>
                  <a:pt x="629344" y="2105339"/>
                </a:lnTo>
                <a:lnTo>
                  <a:pt x="629917" y="2105950"/>
                </a:lnTo>
                <a:lnTo>
                  <a:pt x="630504" y="2106546"/>
                </a:lnTo>
                <a:lnTo>
                  <a:pt x="631107" y="2107126"/>
                </a:lnTo>
                <a:lnTo>
                  <a:pt x="631725" y="2107692"/>
                </a:lnTo>
                <a:lnTo>
                  <a:pt x="632359" y="2108242"/>
                </a:lnTo>
                <a:lnTo>
                  <a:pt x="633007" y="2108776"/>
                </a:lnTo>
                <a:lnTo>
                  <a:pt x="633671" y="2109296"/>
                </a:lnTo>
                <a:lnTo>
                  <a:pt x="634350" y="2109800"/>
                </a:lnTo>
                <a:lnTo>
                  <a:pt x="635045" y="2110289"/>
                </a:lnTo>
                <a:lnTo>
                  <a:pt x="635755" y="2110763"/>
                </a:lnTo>
                <a:lnTo>
                  <a:pt x="636480" y="2111222"/>
                </a:lnTo>
                <a:lnTo>
                  <a:pt x="637234" y="2111663"/>
                </a:lnTo>
                <a:lnTo>
                  <a:pt x="638005" y="2112086"/>
                </a:lnTo>
                <a:lnTo>
                  <a:pt x="638791" y="2112490"/>
                </a:lnTo>
                <a:lnTo>
                  <a:pt x="639593" y="2112875"/>
                </a:lnTo>
                <a:lnTo>
                  <a:pt x="640411" y="2113241"/>
                </a:lnTo>
                <a:lnTo>
                  <a:pt x="641245" y="2113588"/>
                </a:lnTo>
                <a:lnTo>
                  <a:pt x="642095" y="2113917"/>
                </a:lnTo>
                <a:lnTo>
                  <a:pt x="642961" y="2114227"/>
                </a:lnTo>
                <a:lnTo>
                  <a:pt x="643842" y="2114518"/>
                </a:lnTo>
                <a:lnTo>
                  <a:pt x="644739" y="2114791"/>
                </a:lnTo>
                <a:lnTo>
                  <a:pt x="645652" y="2115044"/>
                </a:lnTo>
                <a:lnTo>
                  <a:pt x="646581" y="2115279"/>
                </a:lnTo>
                <a:lnTo>
                  <a:pt x="647526" y="2115495"/>
                </a:lnTo>
                <a:lnTo>
                  <a:pt x="648487" y="2115692"/>
                </a:lnTo>
                <a:lnTo>
                  <a:pt x="649464" y="2115871"/>
                </a:lnTo>
                <a:lnTo>
                  <a:pt x="650456" y="2116031"/>
                </a:lnTo>
                <a:lnTo>
                  <a:pt x="651464" y="2116171"/>
                </a:lnTo>
                <a:lnTo>
                  <a:pt x="652488" y="2116294"/>
                </a:lnTo>
                <a:lnTo>
                  <a:pt x="653528" y="2116397"/>
                </a:lnTo>
                <a:lnTo>
                  <a:pt x="654584" y="2116481"/>
                </a:lnTo>
                <a:lnTo>
                  <a:pt x="655656" y="2116547"/>
                </a:lnTo>
                <a:lnTo>
                  <a:pt x="656743" y="2116594"/>
                </a:lnTo>
                <a:lnTo>
                  <a:pt x="657846" y="2116622"/>
                </a:lnTo>
                <a:lnTo>
                  <a:pt x="658966" y="2116632"/>
                </a:lnTo>
                <a:lnTo>
                  <a:pt x="659932" y="2116625"/>
                </a:lnTo>
                <a:lnTo>
                  <a:pt x="660888" y="2116603"/>
                </a:lnTo>
                <a:lnTo>
                  <a:pt x="661832" y="2116568"/>
                </a:lnTo>
                <a:lnTo>
                  <a:pt x="662765" y="2116519"/>
                </a:lnTo>
                <a:lnTo>
                  <a:pt x="663687" y="2116456"/>
                </a:lnTo>
                <a:lnTo>
                  <a:pt x="664598" y="2116378"/>
                </a:lnTo>
                <a:lnTo>
                  <a:pt x="665497" y="2116286"/>
                </a:lnTo>
                <a:lnTo>
                  <a:pt x="666386" y="2116181"/>
                </a:lnTo>
                <a:close/>
                <a:moveTo>
                  <a:pt x="637034" y="2059375"/>
                </a:moveTo>
                <a:lnTo>
                  <a:pt x="637100" y="2058905"/>
                </a:lnTo>
                <a:lnTo>
                  <a:pt x="637174" y="2058436"/>
                </a:lnTo>
                <a:lnTo>
                  <a:pt x="637258" y="2057968"/>
                </a:lnTo>
                <a:lnTo>
                  <a:pt x="637351" y="2057501"/>
                </a:lnTo>
                <a:lnTo>
                  <a:pt x="637452" y="2057035"/>
                </a:lnTo>
                <a:lnTo>
                  <a:pt x="637562" y="2056571"/>
                </a:lnTo>
                <a:lnTo>
                  <a:pt x="637681" y="2056108"/>
                </a:lnTo>
                <a:lnTo>
                  <a:pt x="637808" y="2055646"/>
                </a:lnTo>
                <a:lnTo>
                  <a:pt x="637945" y="2055185"/>
                </a:lnTo>
                <a:lnTo>
                  <a:pt x="638090" y="2054726"/>
                </a:lnTo>
                <a:lnTo>
                  <a:pt x="638244" y="2054267"/>
                </a:lnTo>
                <a:lnTo>
                  <a:pt x="638407" y="2053810"/>
                </a:lnTo>
                <a:lnTo>
                  <a:pt x="638579" y="2053354"/>
                </a:lnTo>
                <a:lnTo>
                  <a:pt x="638759" y="2052899"/>
                </a:lnTo>
                <a:lnTo>
                  <a:pt x="638949" y="2052445"/>
                </a:lnTo>
                <a:lnTo>
                  <a:pt x="639147" y="2051992"/>
                </a:lnTo>
                <a:lnTo>
                  <a:pt x="639354" y="2051541"/>
                </a:lnTo>
                <a:lnTo>
                  <a:pt x="639583" y="2051079"/>
                </a:lnTo>
                <a:lnTo>
                  <a:pt x="639820" y="2050625"/>
                </a:lnTo>
                <a:lnTo>
                  <a:pt x="640064" y="2050178"/>
                </a:lnTo>
                <a:lnTo>
                  <a:pt x="640317" y="2049737"/>
                </a:lnTo>
                <a:lnTo>
                  <a:pt x="640576" y="2049304"/>
                </a:lnTo>
                <a:lnTo>
                  <a:pt x="640844" y="2048878"/>
                </a:lnTo>
                <a:lnTo>
                  <a:pt x="641119" y="2048459"/>
                </a:lnTo>
                <a:lnTo>
                  <a:pt x="641401" y="2048047"/>
                </a:lnTo>
                <a:lnTo>
                  <a:pt x="641692" y="2047642"/>
                </a:lnTo>
                <a:lnTo>
                  <a:pt x="641990" y="2047244"/>
                </a:lnTo>
                <a:lnTo>
                  <a:pt x="642295" y="2046853"/>
                </a:lnTo>
                <a:lnTo>
                  <a:pt x="642608" y="2046469"/>
                </a:lnTo>
                <a:lnTo>
                  <a:pt x="642929" y="2046092"/>
                </a:lnTo>
                <a:lnTo>
                  <a:pt x="643258" y="2045722"/>
                </a:lnTo>
                <a:lnTo>
                  <a:pt x="643594" y="2045359"/>
                </a:lnTo>
                <a:lnTo>
                  <a:pt x="643937" y="2045003"/>
                </a:lnTo>
                <a:lnTo>
                  <a:pt x="644289" y="2044655"/>
                </a:lnTo>
                <a:lnTo>
                  <a:pt x="644648" y="2044313"/>
                </a:lnTo>
                <a:lnTo>
                  <a:pt x="645014" y="2043979"/>
                </a:lnTo>
                <a:lnTo>
                  <a:pt x="645389" y="2043651"/>
                </a:lnTo>
                <a:lnTo>
                  <a:pt x="645770" y="2043330"/>
                </a:lnTo>
                <a:lnTo>
                  <a:pt x="646160" y="2043017"/>
                </a:lnTo>
                <a:lnTo>
                  <a:pt x="646557" y="2042711"/>
                </a:lnTo>
                <a:lnTo>
                  <a:pt x="646962" y="2042411"/>
                </a:lnTo>
                <a:lnTo>
                  <a:pt x="647388" y="2042121"/>
                </a:lnTo>
                <a:lnTo>
                  <a:pt x="647822" y="2041844"/>
                </a:lnTo>
                <a:lnTo>
                  <a:pt x="648264" y="2041579"/>
                </a:lnTo>
                <a:lnTo>
                  <a:pt x="648714" y="2041326"/>
                </a:lnTo>
                <a:lnTo>
                  <a:pt x="649171" y="2041086"/>
                </a:lnTo>
                <a:lnTo>
                  <a:pt x="649635" y="2040858"/>
                </a:lnTo>
                <a:lnTo>
                  <a:pt x="650107" y="2040642"/>
                </a:lnTo>
                <a:lnTo>
                  <a:pt x="650587" y="2040439"/>
                </a:lnTo>
                <a:lnTo>
                  <a:pt x="651075" y="2040248"/>
                </a:lnTo>
                <a:lnTo>
                  <a:pt x="651570" y="2040069"/>
                </a:lnTo>
                <a:lnTo>
                  <a:pt x="652073" y="2039902"/>
                </a:lnTo>
                <a:lnTo>
                  <a:pt x="652583" y="2039748"/>
                </a:lnTo>
                <a:lnTo>
                  <a:pt x="653101" y="2039607"/>
                </a:lnTo>
                <a:lnTo>
                  <a:pt x="653627" y="2039477"/>
                </a:lnTo>
                <a:lnTo>
                  <a:pt x="654160" y="2039360"/>
                </a:lnTo>
                <a:lnTo>
                  <a:pt x="654701" y="2039255"/>
                </a:lnTo>
                <a:lnTo>
                  <a:pt x="655250" y="2039163"/>
                </a:lnTo>
                <a:lnTo>
                  <a:pt x="655806" y="2039083"/>
                </a:lnTo>
                <a:lnTo>
                  <a:pt x="656370" y="2039015"/>
                </a:lnTo>
                <a:lnTo>
                  <a:pt x="656941" y="2038959"/>
                </a:lnTo>
                <a:lnTo>
                  <a:pt x="657521" y="2038916"/>
                </a:lnTo>
                <a:lnTo>
                  <a:pt x="658107" y="2038885"/>
                </a:lnTo>
                <a:lnTo>
                  <a:pt x="658702" y="2038867"/>
                </a:lnTo>
                <a:lnTo>
                  <a:pt x="659304" y="2038861"/>
                </a:lnTo>
                <a:lnTo>
                  <a:pt x="659836" y="2038866"/>
                </a:lnTo>
                <a:lnTo>
                  <a:pt x="660364" y="2038881"/>
                </a:lnTo>
                <a:lnTo>
                  <a:pt x="660886" y="2038906"/>
                </a:lnTo>
                <a:lnTo>
                  <a:pt x="661403" y="2038941"/>
                </a:lnTo>
                <a:lnTo>
                  <a:pt x="661915" y="2038986"/>
                </a:lnTo>
                <a:lnTo>
                  <a:pt x="662421" y="2039040"/>
                </a:lnTo>
                <a:lnTo>
                  <a:pt x="662922" y="2039105"/>
                </a:lnTo>
                <a:lnTo>
                  <a:pt x="663418" y="2039180"/>
                </a:lnTo>
                <a:lnTo>
                  <a:pt x="663908" y="2039265"/>
                </a:lnTo>
                <a:lnTo>
                  <a:pt x="664393" y="2039360"/>
                </a:lnTo>
                <a:lnTo>
                  <a:pt x="664873" y="2039465"/>
                </a:lnTo>
                <a:lnTo>
                  <a:pt x="665348" y="2039579"/>
                </a:lnTo>
                <a:lnTo>
                  <a:pt x="665817" y="2039704"/>
                </a:lnTo>
                <a:lnTo>
                  <a:pt x="666281" y="2039839"/>
                </a:lnTo>
                <a:lnTo>
                  <a:pt x="666740" y="2039984"/>
                </a:lnTo>
                <a:lnTo>
                  <a:pt x="667194" y="2040138"/>
                </a:lnTo>
                <a:lnTo>
                  <a:pt x="667642" y="2040303"/>
                </a:lnTo>
                <a:lnTo>
                  <a:pt x="668085" y="2040478"/>
                </a:lnTo>
                <a:lnTo>
                  <a:pt x="668522" y="2040662"/>
                </a:lnTo>
                <a:lnTo>
                  <a:pt x="668955" y="2040857"/>
                </a:lnTo>
                <a:lnTo>
                  <a:pt x="669382" y="2041061"/>
                </a:lnTo>
                <a:lnTo>
                  <a:pt x="669804" y="2041276"/>
                </a:lnTo>
                <a:lnTo>
                  <a:pt x="670220" y="2041500"/>
                </a:lnTo>
                <a:lnTo>
                  <a:pt x="670631" y="2041735"/>
                </a:lnTo>
                <a:lnTo>
                  <a:pt x="671036" y="2041978"/>
                </a:lnTo>
                <a:lnTo>
                  <a:pt x="671432" y="2042229"/>
                </a:lnTo>
                <a:lnTo>
                  <a:pt x="671820" y="2042488"/>
                </a:lnTo>
                <a:lnTo>
                  <a:pt x="672200" y="2042754"/>
                </a:lnTo>
                <a:lnTo>
                  <a:pt x="672571" y="2043028"/>
                </a:lnTo>
                <a:lnTo>
                  <a:pt x="672935" y="2043309"/>
                </a:lnTo>
                <a:lnTo>
                  <a:pt x="673290" y="2043598"/>
                </a:lnTo>
                <a:lnTo>
                  <a:pt x="673637" y="2043895"/>
                </a:lnTo>
                <a:lnTo>
                  <a:pt x="673976" y="2044200"/>
                </a:lnTo>
                <a:lnTo>
                  <a:pt x="674306" y="2044512"/>
                </a:lnTo>
                <a:lnTo>
                  <a:pt x="674628" y="2044831"/>
                </a:lnTo>
                <a:lnTo>
                  <a:pt x="674942" y="2045159"/>
                </a:lnTo>
                <a:lnTo>
                  <a:pt x="675248" y="2045493"/>
                </a:lnTo>
                <a:lnTo>
                  <a:pt x="675546" y="2045836"/>
                </a:lnTo>
                <a:lnTo>
                  <a:pt x="675835" y="2046186"/>
                </a:lnTo>
                <a:lnTo>
                  <a:pt x="676117" y="2046544"/>
                </a:lnTo>
                <a:lnTo>
                  <a:pt x="676390" y="2046909"/>
                </a:lnTo>
                <a:lnTo>
                  <a:pt x="676654" y="2047282"/>
                </a:lnTo>
                <a:lnTo>
                  <a:pt x="676911" y="2047663"/>
                </a:lnTo>
                <a:lnTo>
                  <a:pt x="677159" y="2048051"/>
                </a:lnTo>
                <a:lnTo>
                  <a:pt x="677399" y="2048447"/>
                </a:lnTo>
                <a:lnTo>
                  <a:pt x="677631" y="2048851"/>
                </a:lnTo>
                <a:lnTo>
                  <a:pt x="677855" y="2049262"/>
                </a:lnTo>
                <a:lnTo>
                  <a:pt x="678070" y="2049681"/>
                </a:lnTo>
                <a:lnTo>
                  <a:pt x="678291" y="2050092"/>
                </a:lnTo>
                <a:lnTo>
                  <a:pt x="678502" y="2050509"/>
                </a:lnTo>
                <a:lnTo>
                  <a:pt x="678704" y="2050930"/>
                </a:lnTo>
                <a:lnTo>
                  <a:pt x="678897" y="2051358"/>
                </a:lnTo>
                <a:lnTo>
                  <a:pt x="679080" y="2051790"/>
                </a:lnTo>
                <a:lnTo>
                  <a:pt x="679254" y="2052228"/>
                </a:lnTo>
                <a:lnTo>
                  <a:pt x="679418" y="2052670"/>
                </a:lnTo>
                <a:lnTo>
                  <a:pt x="679573" y="2053119"/>
                </a:lnTo>
                <a:lnTo>
                  <a:pt x="679719" y="2053572"/>
                </a:lnTo>
                <a:lnTo>
                  <a:pt x="679855" y="2054031"/>
                </a:lnTo>
                <a:lnTo>
                  <a:pt x="679982" y="2054495"/>
                </a:lnTo>
                <a:lnTo>
                  <a:pt x="680099" y="2054964"/>
                </a:lnTo>
                <a:lnTo>
                  <a:pt x="680207" y="2055439"/>
                </a:lnTo>
                <a:lnTo>
                  <a:pt x="680306" y="2055919"/>
                </a:lnTo>
                <a:lnTo>
                  <a:pt x="680395" y="2056404"/>
                </a:lnTo>
                <a:lnTo>
                  <a:pt x="680475" y="2056895"/>
                </a:lnTo>
                <a:lnTo>
                  <a:pt x="680545" y="2057390"/>
                </a:lnTo>
                <a:lnTo>
                  <a:pt x="680606" y="2057891"/>
                </a:lnTo>
                <a:lnTo>
                  <a:pt x="680658" y="2058398"/>
                </a:lnTo>
                <a:lnTo>
                  <a:pt x="680700" y="2058909"/>
                </a:lnTo>
                <a:lnTo>
                  <a:pt x="680733" y="2059426"/>
                </a:lnTo>
                <a:lnTo>
                  <a:pt x="680757" y="2059948"/>
                </a:lnTo>
                <a:lnTo>
                  <a:pt x="680771" y="2060476"/>
                </a:lnTo>
                <a:lnTo>
                  <a:pt x="680775" y="2061009"/>
                </a:lnTo>
                <a:lnTo>
                  <a:pt x="680775" y="2063545"/>
                </a:lnTo>
                <a:lnTo>
                  <a:pt x="636818" y="2063545"/>
                </a:lnTo>
                <a:lnTo>
                  <a:pt x="636818" y="2062699"/>
                </a:lnTo>
                <a:lnTo>
                  <a:pt x="636822" y="2062221"/>
                </a:lnTo>
                <a:lnTo>
                  <a:pt x="636835" y="2061744"/>
                </a:lnTo>
                <a:lnTo>
                  <a:pt x="636857" y="2061267"/>
                </a:lnTo>
                <a:lnTo>
                  <a:pt x="636888" y="2060793"/>
                </a:lnTo>
                <a:lnTo>
                  <a:pt x="636928" y="2060319"/>
                </a:lnTo>
                <a:lnTo>
                  <a:pt x="636976" y="2059846"/>
                </a:lnTo>
                <a:lnTo>
                  <a:pt x="637034" y="2059375"/>
                </a:lnTo>
                <a:close/>
                <a:moveTo>
                  <a:pt x="755982" y="2307286"/>
                </a:moveTo>
                <a:lnTo>
                  <a:pt x="756037" y="2306850"/>
                </a:lnTo>
                <a:lnTo>
                  <a:pt x="756098" y="2306416"/>
                </a:lnTo>
                <a:lnTo>
                  <a:pt x="756166" y="2305984"/>
                </a:lnTo>
                <a:lnTo>
                  <a:pt x="756240" y="2305553"/>
                </a:lnTo>
                <a:lnTo>
                  <a:pt x="756321" y="2305124"/>
                </a:lnTo>
                <a:lnTo>
                  <a:pt x="756408" y="2304697"/>
                </a:lnTo>
                <a:lnTo>
                  <a:pt x="756502" y="2304272"/>
                </a:lnTo>
                <a:lnTo>
                  <a:pt x="756602" y="2303848"/>
                </a:lnTo>
                <a:lnTo>
                  <a:pt x="756708" y="2303426"/>
                </a:lnTo>
                <a:lnTo>
                  <a:pt x="756821" y="2303006"/>
                </a:lnTo>
                <a:lnTo>
                  <a:pt x="756941" y="2302588"/>
                </a:lnTo>
                <a:lnTo>
                  <a:pt x="757067" y="2302172"/>
                </a:lnTo>
                <a:lnTo>
                  <a:pt x="757199" y="2301757"/>
                </a:lnTo>
                <a:lnTo>
                  <a:pt x="757338" y="2301344"/>
                </a:lnTo>
                <a:lnTo>
                  <a:pt x="757483" y="2300933"/>
                </a:lnTo>
                <a:lnTo>
                  <a:pt x="757635" y="2300523"/>
                </a:lnTo>
                <a:lnTo>
                  <a:pt x="757793" y="2300118"/>
                </a:lnTo>
                <a:lnTo>
                  <a:pt x="757958" y="2299718"/>
                </a:lnTo>
                <a:lnTo>
                  <a:pt x="758129" y="2299324"/>
                </a:lnTo>
                <a:lnTo>
                  <a:pt x="758306" y="2298936"/>
                </a:lnTo>
                <a:lnTo>
                  <a:pt x="758490" y="2298554"/>
                </a:lnTo>
                <a:lnTo>
                  <a:pt x="758681" y="2298177"/>
                </a:lnTo>
                <a:lnTo>
                  <a:pt x="758878" y="2297807"/>
                </a:lnTo>
                <a:lnTo>
                  <a:pt x="759081" y="2297442"/>
                </a:lnTo>
                <a:lnTo>
                  <a:pt x="759291" y="2297084"/>
                </a:lnTo>
                <a:lnTo>
                  <a:pt x="759508" y="2296731"/>
                </a:lnTo>
                <a:lnTo>
                  <a:pt x="759730" y="2296384"/>
                </a:lnTo>
                <a:lnTo>
                  <a:pt x="759960" y="2296043"/>
                </a:lnTo>
                <a:lnTo>
                  <a:pt x="760195" y="2295708"/>
                </a:lnTo>
                <a:lnTo>
                  <a:pt x="760437" y="2295378"/>
                </a:lnTo>
                <a:lnTo>
                  <a:pt x="760686" y="2295055"/>
                </a:lnTo>
                <a:lnTo>
                  <a:pt x="760941" y="2294737"/>
                </a:lnTo>
                <a:lnTo>
                  <a:pt x="761203" y="2294426"/>
                </a:lnTo>
                <a:lnTo>
                  <a:pt x="761471" y="2294120"/>
                </a:lnTo>
                <a:lnTo>
                  <a:pt x="761745" y="2293820"/>
                </a:lnTo>
                <a:lnTo>
                  <a:pt x="762026" y="2293526"/>
                </a:lnTo>
                <a:lnTo>
                  <a:pt x="762313" y="2293238"/>
                </a:lnTo>
                <a:lnTo>
                  <a:pt x="762607" y="2292955"/>
                </a:lnTo>
                <a:lnTo>
                  <a:pt x="762907" y="2292679"/>
                </a:lnTo>
                <a:lnTo>
                  <a:pt x="763214" y="2292408"/>
                </a:lnTo>
                <a:lnTo>
                  <a:pt x="763541" y="2292146"/>
                </a:lnTo>
                <a:lnTo>
                  <a:pt x="763874" y="2291895"/>
                </a:lnTo>
                <a:lnTo>
                  <a:pt x="764213" y="2291655"/>
                </a:lnTo>
                <a:lnTo>
                  <a:pt x="764557" y="2291427"/>
                </a:lnTo>
                <a:lnTo>
                  <a:pt x="764908" y="2291209"/>
                </a:lnTo>
                <a:lnTo>
                  <a:pt x="765264" y="2291003"/>
                </a:lnTo>
                <a:lnTo>
                  <a:pt x="765626" y="2290808"/>
                </a:lnTo>
                <a:lnTo>
                  <a:pt x="765994" y="2290624"/>
                </a:lnTo>
                <a:lnTo>
                  <a:pt x="766368" y="2290451"/>
                </a:lnTo>
                <a:lnTo>
                  <a:pt x="766748" y="2290289"/>
                </a:lnTo>
                <a:lnTo>
                  <a:pt x="767134" y="2290138"/>
                </a:lnTo>
                <a:lnTo>
                  <a:pt x="767525" y="2289999"/>
                </a:lnTo>
                <a:lnTo>
                  <a:pt x="767923" y="2289871"/>
                </a:lnTo>
                <a:lnTo>
                  <a:pt x="768326" y="2289754"/>
                </a:lnTo>
                <a:lnTo>
                  <a:pt x="768735" y="2289648"/>
                </a:lnTo>
                <a:lnTo>
                  <a:pt x="769150" y="2289553"/>
                </a:lnTo>
                <a:lnTo>
                  <a:pt x="769571" y="2289469"/>
                </a:lnTo>
                <a:lnTo>
                  <a:pt x="769998" y="2289397"/>
                </a:lnTo>
                <a:lnTo>
                  <a:pt x="770430" y="2289335"/>
                </a:lnTo>
                <a:lnTo>
                  <a:pt x="770869" y="2289285"/>
                </a:lnTo>
                <a:lnTo>
                  <a:pt x="771313" y="2289246"/>
                </a:lnTo>
                <a:lnTo>
                  <a:pt x="771764" y="2289218"/>
                </a:lnTo>
                <a:lnTo>
                  <a:pt x="772220" y="2289201"/>
                </a:lnTo>
                <a:lnTo>
                  <a:pt x="772682" y="2289196"/>
                </a:lnTo>
                <a:lnTo>
                  <a:pt x="773157" y="2289200"/>
                </a:lnTo>
                <a:lnTo>
                  <a:pt x="773625" y="2289213"/>
                </a:lnTo>
                <a:lnTo>
                  <a:pt x="774084" y="2289235"/>
                </a:lnTo>
                <a:lnTo>
                  <a:pt x="774537" y="2289266"/>
                </a:lnTo>
                <a:lnTo>
                  <a:pt x="774981" y="2289306"/>
                </a:lnTo>
                <a:lnTo>
                  <a:pt x="775419" y="2289354"/>
                </a:lnTo>
                <a:lnTo>
                  <a:pt x="775848" y="2289412"/>
                </a:lnTo>
                <a:lnTo>
                  <a:pt x="776270" y="2289478"/>
                </a:lnTo>
                <a:lnTo>
                  <a:pt x="776684" y="2289552"/>
                </a:lnTo>
                <a:lnTo>
                  <a:pt x="777090" y="2289636"/>
                </a:lnTo>
                <a:lnTo>
                  <a:pt x="777489" y="2289729"/>
                </a:lnTo>
                <a:lnTo>
                  <a:pt x="777881" y="2289830"/>
                </a:lnTo>
                <a:lnTo>
                  <a:pt x="778264" y="2289940"/>
                </a:lnTo>
                <a:lnTo>
                  <a:pt x="778640" y="2290059"/>
                </a:lnTo>
                <a:lnTo>
                  <a:pt x="779009" y="2290186"/>
                </a:lnTo>
                <a:lnTo>
                  <a:pt x="779369" y="2290323"/>
                </a:lnTo>
                <a:lnTo>
                  <a:pt x="779722" y="2290468"/>
                </a:lnTo>
                <a:lnTo>
                  <a:pt x="780068" y="2290622"/>
                </a:lnTo>
                <a:lnTo>
                  <a:pt x="780406" y="2290785"/>
                </a:lnTo>
                <a:lnTo>
                  <a:pt x="780736" y="2290957"/>
                </a:lnTo>
                <a:lnTo>
                  <a:pt x="781059" y="2291138"/>
                </a:lnTo>
                <a:lnTo>
                  <a:pt x="781374" y="2291327"/>
                </a:lnTo>
                <a:lnTo>
                  <a:pt x="781681" y="2291525"/>
                </a:lnTo>
                <a:lnTo>
                  <a:pt x="781981" y="2291732"/>
                </a:lnTo>
                <a:lnTo>
                  <a:pt x="782287" y="2291932"/>
                </a:lnTo>
                <a:lnTo>
                  <a:pt x="782586" y="2292137"/>
                </a:lnTo>
                <a:lnTo>
                  <a:pt x="782879" y="2292347"/>
                </a:lnTo>
                <a:lnTo>
                  <a:pt x="783164" y="2292563"/>
                </a:lnTo>
                <a:lnTo>
                  <a:pt x="783442" y="2292784"/>
                </a:lnTo>
                <a:lnTo>
                  <a:pt x="783713" y="2293010"/>
                </a:lnTo>
                <a:lnTo>
                  <a:pt x="783978" y="2293242"/>
                </a:lnTo>
                <a:lnTo>
                  <a:pt x="784235" y="2293479"/>
                </a:lnTo>
                <a:lnTo>
                  <a:pt x="784485" y="2293721"/>
                </a:lnTo>
                <a:lnTo>
                  <a:pt x="784728" y="2293968"/>
                </a:lnTo>
                <a:lnTo>
                  <a:pt x="784964" y="2294221"/>
                </a:lnTo>
                <a:lnTo>
                  <a:pt x="785193" y="2294479"/>
                </a:lnTo>
                <a:lnTo>
                  <a:pt x="785415" y="2294742"/>
                </a:lnTo>
                <a:lnTo>
                  <a:pt x="785629" y="2295011"/>
                </a:lnTo>
                <a:lnTo>
                  <a:pt x="785837" y="2295285"/>
                </a:lnTo>
                <a:lnTo>
                  <a:pt x="786038" y="2295564"/>
                </a:lnTo>
                <a:lnTo>
                  <a:pt x="786232" y="2295848"/>
                </a:lnTo>
                <a:lnTo>
                  <a:pt x="786418" y="2296138"/>
                </a:lnTo>
                <a:lnTo>
                  <a:pt x="786598" y="2296433"/>
                </a:lnTo>
                <a:lnTo>
                  <a:pt x="786771" y="2296733"/>
                </a:lnTo>
                <a:lnTo>
                  <a:pt x="786936" y="2297039"/>
                </a:lnTo>
                <a:lnTo>
                  <a:pt x="787095" y="2297350"/>
                </a:lnTo>
                <a:lnTo>
                  <a:pt x="787246" y="2297666"/>
                </a:lnTo>
                <a:lnTo>
                  <a:pt x="787391" y="2297987"/>
                </a:lnTo>
                <a:lnTo>
                  <a:pt x="787542" y="2298313"/>
                </a:lnTo>
                <a:lnTo>
                  <a:pt x="787688" y="2298640"/>
                </a:lnTo>
                <a:lnTo>
                  <a:pt x="787826" y="2298970"/>
                </a:lnTo>
                <a:lnTo>
                  <a:pt x="787959" y="2299302"/>
                </a:lnTo>
                <a:lnTo>
                  <a:pt x="788085" y="2299637"/>
                </a:lnTo>
                <a:lnTo>
                  <a:pt x="788204" y="2299974"/>
                </a:lnTo>
                <a:lnTo>
                  <a:pt x="788317" y="2300313"/>
                </a:lnTo>
                <a:lnTo>
                  <a:pt x="788424" y="2300655"/>
                </a:lnTo>
                <a:lnTo>
                  <a:pt x="788524" y="2300999"/>
                </a:lnTo>
                <a:lnTo>
                  <a:pt x="788617" y="2301345"/>
                </a:lnTo>
                <a:lnTo>
                  <a:pt x="788705" y="2301694"/>
                </a:lnTo>
                <a:lnTo>
                  <a:pt x="788785" y="2302045"/>
                </a:lnTo>
                <a:lnTo>
                  <a:pt x="788860" y="2302398"/>
                </a:lnTo>
                <a:lnTo>
                  <a:pt x="788927" y="2302754"/>
                </a:lnTo>
                <a:lnTo>
                  <a:pt x="788989" y="2303112"/>
                </a:lnTo>
                <a:lnTo>
                  <a:pt x="789044" y="2303473"/>
                </a:lnTo>
                <a:lnTo>
                  <a:pt x="789092" y="2303835"/>
                </a:lnTo>
                <a:lnTo>
                  <a:pt x="789134" y="2304200"/>
                </a:lnTo>
                <a:lnTo>
                  <a:pt x="789170" y="2304568"/>
                </a:lnTo>
                <a:lnTo>
                  <a:pt x="789199" y="2304938"/>
                </a:lnTo>
                <a:lnTo>
                  <a:pt x="789221" y="2305310"/>
                </a:lnTo>
                <a:lnTo>
                  <a:pt x="789237" y="2305684"/>
                </a:lnTo>
                <a:lnTo>
                  <a:pt x="789247" y="2306061"/>
                </a:lnTo>
                <a:lnTo>
                  <a:pt x="789250" y="2306441"/>
                </a:lnTo>
                <a:lnTo>
                  <a:pt x="789250" y="2309991"/>
                </a:lnTo>
                <a:lnTo>
                  <a:pt x="803621" y="2309991"/>
                </a:lnTo>
                <a:lnTo>
                  <a:pt x="803649" y="2309809"/>
                </a:lnTo>
                <a:lnTo>
                  <a:pt x="803675" y="2309630"/>
                </a:lnTo>
                <a:lnTo>
                  <a:pt x="803700" y="2309452"/>
                </a:lnTo>
                <a:lnTo>
                  <a:pt x="803724" y="2309277"/>
                </a:lnTo>
                <a:lnTo>
                  <a:pt x="803747" y="2309105"/>
                </a:lnTo>
                <a:lnTo>
                  <a:pt x="803769" y="2308934"/>
                </a:lnTo>
                <a:lnTo>
                  <a:pt x="803790" y="2308767"/>
                </a:lnTo>
                <a:lnTo>
                  <a:pt x="803809" y="2308601"/>
                </a:lnTo>
                <a:lnTo>
                  <a:pt x="803827" y="2308438"/>
                </a:lnTo>
                <a:lnTo>
                  <a:pt x="803844" y="2308277"/>
                </a:lnTo>
                <a:lnTo>
                  <a:pt x="803860" y="2308118"/>
                </a:lnTo>
                <a:lnTo>
                  <a:pt x="803875" y="2307962"/>
                </a:lnTo>
                <a:lnTo>
                  <a:pt x="803888" y="2307808"/>
                </a:lnTo>
                <a:lnTo>
                  <a:pt x="803900" y="2307657"/>
                </a:lnTo>
                <a:lnTo>
                  <a:pt x="803912" y="2307508"/>
                </a:lnTo>
                <a:lnTo>
                  <a:pt x="803922" y="2307361"/>
                </a:lnTo>
                <a:lnTo>
                  <a:pt x="803930" y="2307217"/>
                </a:lnTo>
                <a:lnTo>
                  <a:pt x="803938" y="2307075"/>
                </a:lnTo>
                <a:lnTo>
                  <a:pt x="803944" y="2306935"/>
                </a:lnTo>
                <a:lnTo>
                  <a:pt x="803950" y="2306798"/>
                </a:lnTo>
                <a:lnTo>
                  <a:pt x="803954" y="2306663"/>
                </a:lnTo>
                <a:lnTo>
                  <a:pt x="803957" y="2306530"/>
                </a:lnTo>
                <a:lnTo>
                  <a:pt x="803959" y="2306400"/>
                </a:lnTo>
                <a:lnTo>
                  <a:pt x="803959" y="2306272"/>
                </a:lnTo>
                <a:lnTo>
                  <a:pt x="803973" y="2306130"/>
                </a:lnTo>
                <a:lnTo>
                  <a:pt x="803986" y="2305989"/>
                </a:lnTo>
                <a:lnTo>
                  <a:pt x="803999" y="2305846"/>
                </a:lnTo>
                <a:lnTo>
                  <a:pt x="804011" y="2305703"/>
                </a:lnTo>
                <a:lnTo>
                  <a:pt x="804022" y="2305560"/>
                </a:lnTo>
                <a:lnTo>
                  <a:pt x="804033" y="2305416"/>
                </a:lnTo>
                <a:lnTo>
                  <a:pt x="804043" y="2305271"/>
                </a:lnTo>
                <a:lnTo>
                  <a:pt x="804053" y="2305126"/>
                </a:lnTo>
                <a:lnTo>
                  <a:pt x="804062" y="2304980"/>
                </a:lnTo>
                <a:lnTo>
                  <a:pt x="804071" y="2304833"/>
                </a:lnTo>
                <a:lnTo>
                  <a:pt x="804079" y="2304686"/>
                </a:lnTo>
                <a:lnTo>
                  <a:pt x="804086" y="2304539"/>
                </a:lnTo>
                <a:lnTo>
                  <a:pt x="804093" y="2304390"/>
                </a:lnTo>
                <a:lnTo>
                  <a:pt x="804099" y="2304242"/>
                </a:lnTo>
                <a:lnTo>
                  <a:pt x="804105" y="2304092"/>
                </a:lnTo>
                <a:lnTo>
                  <a:pt x="804110" y="2303942"/>
                </a:lnTo>
                <a:lnTo>
                  <a:pt x="804114" y="2303792"/>
                </a:lnTo>
                <a:lnTo>
                  <a:pt x="804118" y="2303640"/>
                </a:lnTo>
                <a:lnTo>
                  <a:pt x="804121" y="2303489"/>
                </a:lnTo>
                <a:lnTo>
                  <a:pt x="804124" y="2303336"/>
                </a:lnTo>
                <a:lnTo>
                  <a:pt x="804126" y="2303183"/>
                </a:lnTo>
                <a:lnTo>
                  <a:pt x="804127" y="2303030"/>
                </a:lnTo>
                <a:lnTo>
                  <a:pt x="804128" y="2302876"/>
                </a:lnTo>
                <a:lnTo>
                  <a:pt x="804128" y="2302721"/>
                </a:lnTo>
                <a:lnTo>
                  <a:pt x="804116" y="2301756"/>
                </a:lnTo>
                <a:lnTo>
                  <a:pt x="804080" y="2300806"/>
                </a:lnTo>
                <a:lnTo>
                  <a:pt x="804020" y="2299871"/>
                </a:lnTo>
                <a:lnTo>
                  <a:pt x="803936" y="2298950"/>
                </a:lnTo>
                <a:lnTo>
                  <a:pt x="803827" y="2298044"/>
                </a:lnTo>
                <a:lnTo>
                  <a:pt x="803695" y="2297153"/>
                </a:lnTo>
                <a:lnTo>
                  <a:pt x="803539" y="2296276"/>
                </a:lnTo>
                <a:lnTo>
                  <a:pt x="803358" y="2295414"/>
                </a:lnTo>
                <a:lnTo>
                  <a:pt x="803154" y="2294566"/>
                </a:lnTo>
                <a:lnTo>
                  <a:pt x="802925" y="2293734"/>
                </a:lnTo>
                <a:lnTo>
                  <a:pt x="802672" y="2292916"/>
                </a:lnTo>
                <a:lnTo>
                  <a:pt x="802395" y="2292112"/>
                </a:lnTo>
                <a:lnTo>
                  <a:pt x="802094" y="2291324"/>
                </a:lnTo>
                <a:lnTo>
                  <a:pt x="801770" y="2290550"/>
                </a:lnTo>
                <a:lnTo>
                  <a:pt x="801421" y="2289790"/>
                </a:lnTo>
                <a:lnTo>
                  <a:pt x="801047" y="2289046"/>
                </a:lnTo>
                <a:lnTo>
                  <a:pt x="800650" y="2288316"/>
                </a:lnTo>
                <a:lnTo>
                  <a:pt x="800229" y="2287600"/>
                </a:lnTo>
                <a:lnTo>
                  <a:pt x="799784" y="2286900"/>
                </a:lnTo>
                <a:lnTo>
                  <a:pt x="799315" y="2286214"/>
                </a:lnTo>
                <a:lnTo>
                  <a:pt x="798821" y="2285542"/>
                </a:lnTo>
                <a:lnTo>
                  <a:pt x="798304" y="2284886"/>
                </a:lnTo>
                <a:lnTo>
                  <a:pt x="797762" y="2284244"/>
                </a:lnTo>
                <a:lnTo>
                  <a:pt x="797197" y="2283617"/>
                </a:lnTo>
                <a:lnTo>
                  <a:pt x="796623" y="2282996"/>
                </a:lnTo>
                <a:lnTo>
                  <a:pt x="796028" y="2282401"/>
                </a:lnTo>
                <a:lnTo>
                  <a:pt x="795413" y="2281833"/>
                </a:lnTo>
                <a:lnTo>
                  <a:pt x="794778" y="2281292"/>
                </a:lnTo>
                <a:lnTo>
                  <a:pt x="794122" y="2280777"/>
                </a:lnTo>
                <a:lnTo>
                  <a:pt x="793445" y="2280288"/>
                </a:lnTo>
                <a:lnTo>
                  <a:pt x="792748" y="2279826"/>
                </a:lnTo>
                <a:lnTo>
                  <a:pt x="792031" y="2279390"/>
                </a:lnTo>
                <a:lnTo>
                  <a:pt x="791292" y="2278981"/>
                </a:lnTo>
                <a:lnTo>
                  <a:pt x="790534" y="2278597"/>
                </a:lnTo>
                <a:lnTo>
                  <a:pt x="789754" y="2278241"/>
                </a:lnTo>
                <a:lnTo>
                  <a:pt x="788954" y="2277911"/>
                </a:lnTo>
                <a:lnTo>
                  <a:pt x="788134" y="2277607"/>
                </a:lnTo>
                <a:lnTo>
                  <a:pt x="787293" y="2277329"/>
                </a:lnTo>
                <a:lnTo>
                  <a:pt x="786432" y="2277079"/>
                </a:lnTo>
                <a:lnTo>
                  <a:pt x="785550" y="2276854"/>
                </a:lnTo>
                <a:lnTo>
                  <a:pt x="784647" y="2276656"/>
                </a:lnTo>
                <a:lnTo>
                  <a:pt x="783724" y="2276484"/>
                </a:lnTo>
                <a:lnTo>
                  <a:pt x="782780" y="2276339"/>
                </a:lnTo>
                <a:lnTo>
                  <a:pt x="781816" y="2276220"/>
                </a:lnTo>
                <a:lnTo>
                  <a:pt x="780831" y="2276128"/>
                </a:lnTo>
                <a:lnTo>
                  <a:pt x="779826" y="2276061"/>
                </a:lnTo>
                <a:lnTo>
                  <a:pt x="778800" y="2276022"/>
                </a:lnTo>
                <a:lnTo>
                  <a:pt x="777754" y="2276009"/>
                </a:lnTo>
                <a:lnTo>
                  <a:pt x="777067" y="2276015"/>
                </a:lnTo>
                <a:lnTo>
                  <a:pt x="776386" y="2276036"/>
                </a:lnTo>
                <a:lnTo>
                  <a:pt x="775712" y="2276069"/>
                </a:lnTo>
                <a:lnTo>
                  <a:pt x="775044" y="2276117"/>
                </a:lnTo>
                <a:lnTo>
                  <a:pt x="774383" y="2276177"/>
                </a:lnTo>
                <a:lnTo>
                  <a:pt x="773728" y="2276252"/>
                </a:lnTo>
                <a:lnTo>
                  <a:pt x="773079" y="2276339"/>
                </a:lnTo>
                <a:lnTo>
                  <a:pt x="772438" y="2276441"/>
                </a:lnTo>
                <a:lnTo>
                  <a:pt x="771802" y="2276555"/>
                </a:lnTo>
                <a:lnTo>
                  <a:pt x="771173" y="2276684"/>
                </a:lnTo>
                <a:lnTo>
                  <a:pt x="770550" y="2276825"/>
                </a:lnTo>
                <a:lnTo>
                  <a:pt x="769934" y="2276981"/>
                </a:lnTo>
                <a:lnTo>
                  <a:pt x="769325" y="2277150"/>
                </a:lnTo>
                <a:lnTo>
                  <a:pt x="768722" y="2277332"/>
                </a:lnTo>
                <a:lnTo>
                  <a:pt x="768125" y="2277528"/>
                </a:lnTo>
                <a:lnTo>
                  <a:pt x="767535" y="2277737"/>
                </a:lnTo>
                <a:lnTo>
                  <a:pt x="766951" y="2277960"/>
                </a:lnTo>
                <a:lnTo>
                  <a:pt x="766373" y="2278196"/>
                </a:lnTo>
                <a:lnTo>
                  <a:pt x="765803" y="2278446"/>
                </a:lnTo>
                <a:lnTo>
                  <a:pt x="765238" y="2278709"/>
                </a:lnTo>
                <a:lnTo>
                  <a:pt x="764680" y="2278986"/>
                </a:lnTo>
                <a:lnTo>
                  <a:pt x="764129" y="2279276"/>
                </a:lnTo>
                <a:lnTo>
                  <a:pt x="763583" y="2279580"/>
                </a:lnTo>
                <a:lnTo>
                  <a:pt x="763045" y="2279897"/>
                </a:lnTo>
                <a:lnTo>
                  <a:pt x="762529" y="2280212"/>
                </a:lnTo>
                <a:lnTo>
                  <a:pt x="762025" y="2280538"/>
                </a:lnTo>
                <a:lnTo>
                  <a:pt x="761531" y="2280874"/>
                </a:lnTo>
                <a:lnTo>
                  <a:pt x="761049" y="2281221"/>
                </a:lnTo>
                <a:lnTo>
                  <a:pt x="760578" y="2281579"/>
                </a:lnTo>
                <a:lnTo>
                  <a:pt x="760118" y="2281947"/>
                </a:lnTo>
                <a:lnTo>
                  <a:pt x="759669" y="2282326"/>
                </a:lnTo>
                <a:lnTo>
                  <a:pt x="759232" y="2282715"/>
                </a:lnTo>
                <a:lnTo>
                  <a:pt x="758805" y="2283115"/>
                </a:lnTo>
                <a:lnTo>
                  <a:pt x="758390" y="2283525"/>
                </a:lnTo>
                <a:lnTo>
                  <a:pt x="757986" y="2283946"/>
                </a:lnTo>
                <a:lnTo>
                  <a:pt x="757593" y="2284377"/>
                </a:lnTo>
                <a:lnTo>
                  <a:pt x="757211" y="2284819"/>
                </a:lnTo>
                <a:lnTo>
                  <a:pt x="756840" y="2285272"/>
                </a:lnTo>
                <a:lnTo>
                  <a:pt x="756480" y="2285735"/>
                </a:lnTo>
                <a:lnTo>
                  <a:pt x="756132" y="2286209"/>
                </a:lnTo>
                <a:lnTo>
                  <a:pt x="755795" y="2286693"/>
                </a:lnTo>
                <a:lnTo>
                  <a:pt x="755469" y="2287188"/>
                </a:lnTo>
                <a:lnTo>
                  <a:pt x="755154" y="2287694"/>
                </a:lnTo>
                <a:lnTo>
                  <a:pt x="754850" y="2288210"/>
                </a:lnTo>
                <a:lnTo>
                  <a:pt x="754557" y="2288736"/>
                </a:lnTo>
                <a:lnTo>
                  <a:pt x="754276" y="2289273"/>
                </a:lnTo>
                <a:lnTo>
                  <a:pt x="754005" y="2289821"/>
                </a:lnTo>
                <a:lnTo>
                  <a:pt x="753746" y="2290379"/>
                </a:lnTo>
                <a:lnTo>
                  <a:pt x="752901" y="2277699"/>
                </a:lnTo>
                <a:lnTo>
                  <a:pt x="717397" y="2277699"/>
                </a:lnTo>
                <a:lnTo>
                  <a:pt x="717397" y="2290887"/>
                </a:lnTo>
                <a:lnTo>
                  <a:pt x="739206" y="2290887"/>
                </a:lnTo>
                <a:lnTo>
                  <a:pt x="739206" y="2351074"/>
                </a:lnTo>
                <a:lnTo>
                  <a:pt x="716551" y="2351074"/>
                </a:lnTo>
                <a:lnTo>
                  <a:pt x="716551" y="2364093"/>
                </a:lnTo>
                <a:lnTo>
                  <a:pt x="739206" y="2364093"/>
                </a:lnTo>
                <a:lnTo>
                  <a:pt x="755775" y="2364093"/>
                </a:lnTo>
                <a:lnTo>
                  <a:pt x="794491" y="2364093"/>
                </a:lnTo>
                <a:lnTo>
                  <a:pt x="794491" y="2351074"/>
                </a:lnTo>
                <a:lnTo>
                  <a:pt x="755775" y="2351074"/>
                </a:lnTo>
                <a:lnTo>
                  <a:pt x="755775" y="2310837"/>
                </a:lnTo>
                <a:lnTo>
                  <a:pt x="755778" y="2310387"/>
                </a:lnTo>
                <a:lnTo>
                  <a:pt x="755788" y="2309938"/>
                </a:lnTo>
                <a:lnTo>
                  <a:pt x="755804" y="2309492"/>
                </a:lnTo>
                <a:lnTo>
                  <a:pt x="755827" y="2309047"/>
                </a:lnTo>
                <a:lnTo>
                  <a:pt x="755856" y="2308604"/>
                </a:lnTo>
                <a:lnTo>
                  <a:pt x="755891" y="2308163"/>
                </a:lnTo>
                <a:lnTo>
                  <a:pt x="755933" y="2307724"/>
                </a:lnTo>
                <a:lnTo>
                  <a:pt x="755982" y="2307286"/>
                </a:lnTo>
                <a:close/>
                <a:moveTo>
                  <a:pt x="622373" y="2301062"/>
                </a:moveTo>
                <a:lnTo>
                  <a:pt x="622391" y="2301174"/>
                </a:lnTo>
                <a:lnTo>
                  <a:pt x="622410" y="2301293"/>
                </a:lnTo>
                <a:lnTo>
                  <a:pt x="622429" y="2301419"/>
                </a:lnTo>
                <a:lnTo>
                  <a:pt x="622448" y="2301551"/>
                </a:lnTo>
                <a:lnTo>
                  <a:pt x="622469" y="2301689"/>
                </a:lnTo>
                <a:lnTo>
                  <a:pt x="622489" y="2301834"/>
                </a:lnTo>
                <a:lnTo>
                  <a:pt x="622511" y="2301985"/>
                </a:lnTo>
                <a:lnTo>
                  <a:pt x="622533" y="2302142"/>
                </a:lnTo>
                <a:lnTo>
                  <a:pt x="622555" y="2302306"/>
                </a:lnTo>
                <a:lnTo>
                  <a:pt x="622579" y="2302477"/>
                </a:lnTo>
                <a:lnTo>
                  <a:pt x="622602" y="2302654"/>
                </a:lnTo>
                <a:lnTo>
                  <a:pt x="622627" y="2302837"/>
                </a:lnTo>
                <a:lnTo>
                  <a:pt x="622652" y="2303027"/>
                </a:lnTo>
                <a:lnTo>
                  <a:pt x="622677" y="2303224"/>
                </a:lnTo>
                <a:lnTo>
                  <a:pt x="622703" y="2303427"/>
                </a:lnTo>
                <a:lnTo>
                  <a:pt x="622730" y="2303636"/>
                </a:lnTo>
                <a:lnTo>
                  <a:pt x="622757" y="2303852"/>
                </a:lnTo>
                <a:lnTo>
                  <a:pt x="622785" y="2304074"/>
                </a:lnTo>
                <a:lnTo>
                  <a:pt x="638339" y="2304074"/>
                </a:lnTo>
                <a:lnTo>
                  <a:pt x="638339" y="2302045"/>
                </a:lnTo>
                <a:lnTo>
                  <a:pt x="638348" y="2301487"/>
                </a:lnTo>
                <a:lnTo>
                  <a:pt x="638374" y="2300939"/>
                </a:lnTo>
                <a:lnTo>
                  <a:pt x="638416" y="2300402"/>
                </a:lnTo>
                <a:lnTo>
                  <a:pt x="638476" y="2299875"/>
                </a:lnTo>
                <a:lnTo>
                  <a:pt x="638552" y="2299359"/>
                </a:lnTo>
                <a:lnTo>
                  <a:pt x="638646" y="2298854"/>
                </a:lnTo>
                <a:lnTo>
                  <a:pt x="638757" y="2298359"/>
                </a:lnTo>
                <a:lnTo>
                  <a:pt x="638884" y="2297875"/>
                </a:lnTo>
                <a:lnTo>
                  <a:pt x="639029" y="2297401"/>
                </a:lnTo>
                <a:lnTo>
                  <a:pt x="639191" y="2296938"/>
                </a:lnTo>
                <a:lnTo>
                  <a:pt x="639369" y="2296485"/>
                </a:lnTo>
                <a:lnTo>
                  <a:pt x="639565" y="2296043"/>
                </a:lnTo>
                <a:lnTo>
                  <a:pt x="639778" y="2295611"/>
                </a:lnTo>
                <a:lnTo>
                  <a:pt x="640008" y="2295191"/>
                </a:lnTo>
                <a:lnTo>
                  <a:pt x="640255" y="2294780"/>
                </a:lnTo>
                <a:lnTo>
                  <a:pt x="640519" y="2294380"/>
                </a:lnTo>
                <a:lnTo>
                  <a:pt x="640799" y="2293991"/>
                </a:lnTo>
                <a:lnTo>
                  <a:pt x="641097" y="2293613"/>
                </a:lnTo>
                <a:lnTo>
                  <a:pt x="641412" y="2293245"/>
                </a:lnTo>
                <a:lnTo>
                  <a:pt x="641744" y="2292887"/>
                </a:lnTo>
                <a:lnTo>
                  <a:pt x="642093" y="2292540"/>
                </a:lnTo>
                <a:lnTo>
                  <a:pt x="642459" y="2292204"/>
                </a:lnTo>
                <a:lnTo>
                  <a:pt x="642842" y="2291878"/>
                </a:lnTo>
                <a:lnTo>
                  <a:pt x="643242" y="2291563"/>
                </a:lnTo>
                <a:lnTo>
                  <a:pt x="643658" y="2291259"/>
                </a:lnTo>
                <a:lnTo>
                  <a:pt x="644088" y="2290969"/>
                </a:lnTo>
                <a:lnTo>
                  <a:pt x="644532" y="2290691"/>
                </a:lnTo>
                <a:lnTo>
                  <a:pt x="644989" y="2290426"/>
                </a:lnTo>
                <a:lnTo>
                  <a:pt x="645461" y="2290174"/>
                </a:lnTo>
                <a:lnTo>
                  <a:pt x="645947" y="2289936"/>
                </a:lnTo>
                <a:lnTo>
                  <a:pt x="646448" y="2289710"/>
                </a:lnTo>
                <a:lnTo>
                  <a:pt x="646962" y="2289496"/>
                </a:lnTo>
                <a:lnTo>
                  <a:pt x="647490" y="2289296"/>
                </a:lnTo>
                <a:lnTo>
                  <a:pt x="648033" y="2289109"/>
                </a:lnTo>
                <a:lnTo>
                  <a:pt x="648589" y="2288935"/>
                </a:lnTo>
                <a:lnTo>
                  <a:pt x="649160" y="2288773"/>
                </a:lnTo>
                <a:lnTo>
                  <a:pt x="649744" y="2288625"/>
                </a:lnTo>
                <a:lnTo>
                  <a:pt x="650343" y="2288489"/>
                </a:lnTo>
                <a:lnTo>
                  <a:pt x="650956" y="2288366"/>
                </a:lnTo>
                <a:lnTo>
                  <a:pt x="651583" y="2288257"/>
                </a:lnTo>
                <a:lnTo>
                  <a:pt x="652224" y="2288160"/>
                </a:lnTo>
                <a:lnTo>
                  <a:pt x="652879" y="2288076"/>
                </a:lnTo>
                <a:lnTo>
                  <a:pt x="653548" y="2288005"/>
                </a:lnTo>
                <a:lnTo>
                  <a:pt x="654232" y="2287947"/>
                </a:lnTo>
                <a:lnTo>
                  <a:pt x="654929" y="2287901"/>
                </a:lnTo>
                <a:lnTo>
                  <a:pt x="655641" y="2287869"/>
                </a:lnTo>
                <a:lnTo>
                  <a:pt x="656366" y="2287850"/>
                </a:lnTo>
                <a:lnTo>
                  <a:pt x="657106" y="2287843"/>
                </a:lnTo>
                <a:lnTo>
                  <a:pt x="657913" y="2287850"/>
                </a:lnTo>
                <a:lnTo>
                  <a:pt x="658700" y="2287869"/>
                </a:lnTo>
                <a:lnTo>
                  <a:pt x="659468" y="2287901"/>
                </a:lnTo>
                <a:lnTo>
                  <a:pt x="660215" y="2287947"/>
                </a:lnTo>
                <a:lnTo>
                  <a:pt x="660942" y="2288005"/>
                </a:lnTo>
                <a:lnTo>
                  <a:pt x="661650" y="2288076"/>
                </a:lnTo>
                <a:lnTo>
                  <a:pt x="662337" y="2288160"/>
                </a:lnTo>
                <a:lnTo>
                  <a:pt x="663004" y="2288257"/>
                </a:lnTo>
                <a:lnTo>
                  <a:pt x="663652" y="2288366"/>
                </a:lnTo>
                <a:lnTo>
                  <a:pt x="664280" y="2288489"/>
                </a:lnTo>
                <a:lnTo>
                  <a:pt x="664887" y="2288625"/>
                </a:lnTo>
                <a:lnTo>
                  <a:pt x="665475" y="2288773"/>
                </a:lnTo>
                <a:lnTo>
                  <a:pt x="666042" y="2288935"/>
                </a:lnTo>
                <a:lnTo>
                  <a:pt x="666590" y="2289109"/>
                </a:lnTo>
                <a:lnTo>
                  <a:pt x="667118" y="2289296"/>
                </a:lnTo>
                <a:lnTo>
                  <a:pt x="667626" y="2289496"/>
                </a:lnTo>
                <a:lnTo>
                  <a:pt x="668113" y="2289710"/>
                </a:lnTo>
                <a:lnTo>
                  <a:pt x="668581" y="2289936"/>
                </a:lnTo>
                <a:lnTo>
                  <a:pt x="669029" y="2290174"/>
                </a:lnTo>
                <a:lnTo>
                  <a:pt x="669457" y="2290426"/>
                </a:lnTo>
                <a:lnTo>
                  <a:pt x="669865" y="2290691"/>
                </a:lnTo>
                <a:lnTo>
                  <a:pt x="670253" y="2290969"/>
                </a:lnTo>
                <a:lnTo>
                  <a:pt x="670621" y="2291259"/>
                </a:lnTo>
                <a:lnTo>
                  <a:pt x="670969" y="2291563"/>
                </a:lnTo>
                <a:lnTo>
                  <a:pt x="671314" y="2291880"/>
                </a:lnTo>
                <a:lnTo>
                  <a:pt x="671645" y="2292213"/>
                </a:lnTo>
                <a:lnTo>
                  <a:pt x="671960" y="2292561"/>
                </a:lnTo>
                <a:lnTo>
                  <a:pt x="672261" y="2292925"/>
                </a:lnTo>
                <a:lnTo>
                  <a:pt x="672547" y="2293303"/>
                </a:lnTo>
                <a:lnTo>
                  <a:pt x="672819" y="2293697"/>
                </a:lnTo>
                <a:lnTo>
                  <a:pt x="673075" y="2294106"/>
                </a:lnTo>
                <a:lnTo>
                  <a:pt x="673318" y="2294531"/>
                </a:lnTo>
                <a:lnTo>
                  <a:pt x="673545" y="2294970"/>
                </a:lnTo>
                <a:lnTo>
                  <a:pt x="673758" y="2295425"/>
                </a:lnTo>
                <a:lnTo>
                  <a:pt x="673956" y="2295896"/>
                </a:lnTo>
                <a:lnTo>
                  <a:pt x="674139" y="2296381"/>
                </a:lnTo>
                <a:lnTo>
                  <a:pt x="674308" y="2296882"/>
                </a:lnTo>
                <a:lnTo>
                  <a:pt x="674462" y="2297398"/>
                </a:lnTo>
                <a:lnTo>
                  <a:pt x="674602" y="2297929"/>
                </a:lnTo>
                <a:lnTo>
                  <a:pt x="674726" y="2298476"/>
                </a:lnTo>
                <a:lnTo>
                  <a:pt x="674837" y="2299037"/>
                </a:lnTo>
                <a:lnTo>
                  <a:pt x="674932" y="2299614"/>
                </a:lnTo>
                <a:lnTo>
                  <a:pt x="675013" y="2300207"/>
                </a:lnTo>
                <a:lnTo>
                  <a:pt x="675079" y="2300814"/>
                </a:lnTo>
                <a:lnTo>
                  <a:pt x="675130" y="2301437"/>
                </a:lnTo>
                <a:lnTo>
                  <a:pt x="675167" y="2302075"/>
                </a:lnTo>
                <a:lnTo>
                  <a:pt x="675189" y="2302729"/>
                </a:lnTo>
                <a:lnTo>
                  <a:pt x="675196" y="2303397"/>
                </a:lnTo>
                <a:lnTo>
                  <a:pt x="675196" y="2312865"/>
                </a:lnTo>
                <a:lnTo>
                  <a:pt x="673533" y="2312870"/>
                </a:lnTo>
                <a:lnTo>
                  <a:pt x="671897" y="2312885"/>
                </a:lnTo>
                <a:lnTo>
                  <a:pt x="670288" y="2312910"/>
                </a:lnTo>
                <a:lnTo>
                  <a:pt x="668706" y="2312945"/>
                </a:lnTo>
                <a:lnTo>
                  <a:pt x="667151" y="2312990"/>
                </a:lnTo>
                <a:lnTo>
                  <a:pt x="665623" y="2313045"/>
                </a:lnTo>
                <a:lnTo>
                  <a:pt x="664122" y="2313110"/>
                </a:lnTo>
                <a:lnTo>
                  <a:pt x="662648" y="2313185"/>
                </a:lnTo>
                <a:lnTo>
                  <a:pt x="661201" y="2313269"/>
                </a:lnTo>
                <a:lnTo>
                  <a:pt x="659780" y="2313364"/>
                </a:lnTo>
                <a:lnTo>
                  <a:pt x="658387" y="2313469"/>
                </a:lnTo>
                <a:lnTo>
                  <a:pt x="657021" y="2313584"/>
                </a:lnTo>
                <a:lnTo>
                  <a:pt x="655682" y="2313709"/>
                </a:lnTo>
                <a:lnTo>
                  <a:pt x="654370" y="2313843"/>
                </a:lnTo>
                <a:lnTo>
                  <a:pt x="653085" y="2313988"/>
                </a:lnTo>
                <a:lnTo>
                  <a:pt x="651827" y="2314143"/>
                </a:lnTo>
                <a:lnTo>
                  <a:pt x="650596" y="2314307"/>
                </a:lnTo>
                <a:lnTo>
                  <a:pt x="649392" y="2314482"/>
                </a:lnTo>
                <a:lnTo>
                  <a:pt x="648215" y="2314667"/>
                </a:lnTo>
                <a:lnTo>
                  <a:pt x="647065" y="2314861"/>
                </a:lnTo>
                <a:lnTo>
                  <a:pt x="645942" y="2315066"/>
                </a:lnTo>
                <a:lnTo>
                  <a:pt x="644846" y="2315280"/>
                </a:lnTo>
                <a:lnTo>
                  <a:pt x="643777" y="2315505"/>
                </a:lnTo>
                <a:lnTo>
                  <a:pt x="642735" y="2315739"/>
                </a:lnTo>
                <a:lnTo>
                  <a:pt x="641732" y="2315985"/>
                </a:lnTo>
                <a:lnTo>
                  <a:pt x="640752" y="2316242"/>
                </a:lnTo>
                <a:lnTo>
                  <a:pt x="639795" y="2316511"/>
                </a:lnTo>
                <a:lnTo>
                  <a:pt x="638861" y="2316791"/>
                </a:lnTo>
                <a:lnTo>
                  <a:pt x="637949" y="2317084"/>
                </a:lnTo>
                <a:lnTo>
                  <a:pt x="637061" y="2317388"/>
                </a:lnTo>
                <a:lnTo>
                  <a:pt x="636195" y="2317704"/>
                </a:lnTo>
                <a:lnTo>
                  <a:pt x="635353" y="2318031"/>
                </a:lnTo>
                <a:lnTo>
                  <a:pt x="634533" y="2318371"/>
                </a:lnTo>
                <a:lnTo>
                  <a:pt x="633736" y="2318722"/>
                </a:lnTo>
                <a:lnTo>
                  <a:pt x="632962" y="2319084"/>
                </a:lnTo>
                <a:lnTo>
                  <a:pt x="632211" y="2319459"/>
                </a:lnTo>
                <a:lnTo>
                  <a:pt x="631483" y="2319845"/>
                </a:lnTo>
                <a:lnTo>
                  <a:pt x="630777" y="2320243"/>
                </a:lnTo>
                <a:lnTo>
                  <a:pt x="630095" y="2320653"/>
                </a:lnTo>
                <a:lnTo>
                  <a:pt x="629435" y="2321074"/>
                </a:lnTo>
                <a:lnTo>
                  <a:pt x="628799" y="2321508"/>
                </a:lnTo>
                <a:lnTo>
                  <a:pt x="628185" y="2321953"/>
                </a:lnTo>
                <a:lnTo>
                  <a:pt x="627594" y="2322409"/>
                </a:lnTo>
                <a:lnTo>
                  <a:pt x="627026" y="2322878"/>
                </a:lnTo>
                <a:lnTo>
                  <a:pt x="626481" y="2323358"/>
                </a:lnTo>
                <a:lnTo>
                  <a:pt x="625959" y="2323850"/>
                </a:lnTo>
                <a:lnTo>
                  <a:pt x="625459" y="2324354"/>
                </a:lnTo>
                <a:lnTo>
                  <a:pt x="624983" y="2324869"/>
                </a:lnTo>
                <a:lnTo>
                  <a:pt x="624542" y="2325383"/>
                </a:lnTo>
                <a:lnTo>
                  <a:pt x="624119" y="2325912"/>
                </a:lnTo>
                <a:lnTo>
                  <a:pt x="623715" y="2326454"/>
                </a:lnTo>
                <a:lnTo>
                  <a:pt x="623330" y="2327011"/>
                </a:lnTo>
                <a:lnTo>
                  <a:pt x="622964" y="2327581"/>
                </a:lnTo>
                <a:lnTo>
                  <a:pt x="622616" y="2328166"/>
                </a:lnTo>
                <a:lnTo>
                  <a:pt x="622287" y="2328765"/>
                </a:lnTo>
                <a:lnTo>
                  <a:pt x="621977" y="2329377"/>
                </a:lnTo>
                <a:lnTo>
                  <a:pt x="621686" y="2330004"/>
                </a:lnTo>
                <a:lnTo>
                  <a:pt x="621414" y="2330645"/>
                </a:lnTo>
                <a:lnTo>
                  <a:pt x="621160" y="2331301"/>
                </a:lnTo>
                <a:lnTo>
                  <a:pt x="620926" y="2331970"/>
                </a:lnTo>
                <a:lnTo>
                  <a:pt x="620710" y="2332653"/>
                </a:lnTo>
                <a:lnTo>
                  <a:pt x="620512" y="2333350"/>
                </a:lnTo>
                <a:lnTo>
                  <a:pt x="620334" y="2334062"/>
                </a:lnTo>
                <a:lnTo>
                  <a:pt x="620174" y="2334788"/>
                </a:lnTo>
                <a:lnTo>
                  <a:pt x="620033" y="2335527"/>
                </a:lnTo>
                <a:lnTo>
                  <a:pt x="619911" y="2336281"/>
                </a:lnTo>
                <a:lnTo>
                  <a:pt x="619808" y="2337049"/>
                </a:lnTo>
                <a:lnTo>
                  <a:pt x="619723" y="2337831"/>
                </a:lnTo>
                <a:lnTo>
                  <a:pt x="619658" y="2338627"/>
                </a:lnTo>
                <a:lnTo>
                  <a:pt x="619611" y="2339437"/>
                </a:lnTo>
                <a:lnTo>
                  <a:pt x="619582" y="2340261"/>
                </a:lnTo>
                <a:lnTo>
                  <a:pt x="619573" y="2341099"/>
                </a:lnTo>
                <a:lnTo>
                  <a:pt x="619585" y="2342103"/>
                </a:lnTo>
                <a:lnTo>
                  <a:pt x="619622" y="2343087"/>
                </a:lnTo>
                <a:lnTo>
                  <a:pt x="619684" y="2344050"/>
                </a:lnTo>
                <a:lnTo>
                  <a:pt x="619770" y="2344993"/>
                </a:lnTo>
                <a:lnTo>
                  <a:pt x="619881" y="2345915"/>
                </a:lnTo>
                <a:lnTo>
                  <a:pt x="620017" y="2346816"/>
                </a:lnTo>
                <a:lnTo>
                  <a:pt x="620177" y="2347697"/>
                </a:lnTo>
                <a:lnTo>
                  <a:pt x="620362" y="2348557"/>
                </a:lnTo>
                <a:lnTo>
                  <a:pt x="620572" y="2349397"/>
                </a:lnTo>
                <a:lnTo>
                  <a:pt x="620806" y="2350216"/>
                </a:lnTo>
                <a:lnTo>
                  <a:pt x="621065" y="2351015"/>
                </a:lnTo>
                <a:lnTo>
                  <a:pt x="621348" y="2351793"/>
                </a:lnTo>
                <a:lnTo>
                  <a:pt x="621656" y="2352551"/>
                </a:lnTo>
                <a:lnTo>
                  <a:pt x="621989" y="2353288"/>
                </a:lnTo>
                <a:lnTo>
                  <a:pt x="622347" y="2354004"/>
                </a:lnTo>
                <a:lnTo>
                  <a:pt x="622729" y="2354700"/>
                </a:lnTo>
                <a:lnTo>
                  <a:pt x="623136" y="2355375"/>
                </a:lnTo>
                <a:lnTo>
                  <a:pt x="623567" y="2356030"/>
                </a:lnTo>
                <a:lnTo>
                  <a:pt x="624023" y="2356664"/>
                </a:lnTo>
                <a:lnTo>
                  <a:pt x="624504" y="2357278"/>
                </a:lnTo>
                <a:lnTo>
                  <a:pt x="625010" y="2357871"/>
                </a:lnTo>
                <a:lnTo>
                  <a:pt x="625540" y="2358444"/>
                </a:lnTo>
                <a:lnTo>
                  <a:pt x="626094" y="2358996"/>
                </a:lnTo>
                <a:lnTo>
                  <a:pt x="626674" y="2359528"/>
                </a:lnTo>
                <a:lnTo>
                  <a:pt x="627290" y="2360038"/>
                </a:lnTo>
                <a:lnTo>
                  <a:pt x="627928" y="2360527"/>
                </a:lnTo>
                <a:lnTo>
                  <a:pt x="628586" y="2360994"/>
                </a:lnTo>
                <a:lnTo>
                  <a:pt x="629266" y="2361439"/>
                </a:lnTo>
                <a:lnTo>
                  <a:pt x="629967" y="2361863"/>
                </a:lnTo>
                <a:lnTo>
                  <a:pt x="630689" y="2362265"/>
                </a:lnTo>
                <a:lnTo>
                  <a:pt x="631432" y="2362645"/>
                </a:lnTo>
                <a:lnTo>
                  <a:pt x="632197" y="2363003"/>
                </a:lnTo>
                <a:lnTo>
                  <a:pt x="632982" y="2363340"/>
                </a:lnTo>
                <a:lnTo>
                  <a:pt x="633789" y="2363655"/>
                </a:lnTo>
                <a:lnTo>
                  <a:pt x="634616" y="2363948"/>
                </a:lnTo>
                <a:lnTo>
                  <a:pt x="635465" y="2364219"/>
                </a:lnTo>
                <a:lnTo>
                  <a:pt x="636335" y="2364469"/>
                </a:lnTo>
                <a:lnTo>
                  <a:pt x="637226" y="2364697"/>
                </a:lnTo>
                <a:lnTo>
                  <a:pt x="638139" y="2364904"/>
                </a:lnTo>
                <a:lnTo>
                  <a:pt x="639072" y="2365088"/>
                </a:lnTo>
                <a:lnTo>
                  <a:pt x="640027" y="2365251"/>
                </a:lnTo>
                <a:lnTo>
                  <a:pt x="641002" y="2365392"/>
                </a:lnTo>
                <a:lnTo>
                  <a:pt x="641999" y="2365512"/>
                </a:lnTo>
                <a:lnTo>
                  <a:pt x="643017" y="2365609"/>
                </a:lnTo>
                <a:lnTo>
                  <a:pt x="644056" y="2365685"/>
                </a:lnTo>
                <a:lnTo>
                  <a:pt x="645116" y="2365740"/>
                </a:lnTo>
                <a:lnTo>
                  <a:pt x="646198" y="2365772"/>
                </a:lnTo>
                <a:lnTo>
                  <a:pt x="647300" y="2365783"/>
                </a:lnTo>
                <a:lnTo>
                  <a:pt x="647806" y="2365781"/>
                </a:lnTo>
                <a:lnTo>
                  <a:pt x="648311" y="2365774"/>
                </a:lnTo>
                <a:lnTo>
                  <a:pt x="648814" y="2365762"/>
                </a:lnTo>
                <a:lnTo>
                  <a:pt x="649315" y="2365746"/>
                </a:lnTo>
                <a:lnTo>
                  <a:pt x="649814" y="2365725"/>
                </a:lnTo>
                <a:lnTo>
                  <a:pt x="650312" y="2365699"/>
                </a:lnTo>
                <a:lnTo>
                  <a:pt x="650807" y="2365668"/>
                </a:lnTo>
                <a:lnTo>
                  <a:pt x="651301" y="2365633"/>
                </a:lnTo>
                <a:lnTo>
                  <a:pt x="651793" y="2365593"/>
                </a:lnTo>
                <a:lnTo>
                  <a:pt x="652284" y="2365548"/>
                </a:lnTo>
                <a:lnTo>
                  <a:pt x="652773" y="2365499"/>
                </a:lnTo>
                <a:lnTo>
                  <a:pt x="653260" y="2365445"/>
                </a:lnTo>
                <a:lnTo>
                  <a:pt x="653745" y="2365386"/>
                </a:lnTo>
                <a:lnTo>
                  <a:pt x="654228" y="2365323"/>
                </a:lnTo>
                <a:lnTo>
                  <a:pt x="654710" y="2365255"/>
                </a:lnTo>
                <a:lnTo>
                  <a:pt x="655190" y="2365182"/>
                </a:lnTo>
                <a:lnTo>
                  <a:pt x="655668" y="2365105"/>
                </a:lnTo>
                <a:lnTo>
                  <a:pt x="656144" y="2365022"/>
                </a:lnTo>
                <a:lnTo>
                  <a:pt x="656619" y="2364936"/>
                </a:lnTo>
                <a:lnTo>
                  <a:pt x="657092" y="2364844"/>
                </a:lnTo>
                <a:lnTo>
                  <a:pt x="657563" y="2364748"/>
                </a:lnTo>
                <a:lnTo>
                  <a:pt x="658032" y="2364647"/>
                </a:lnTo>
                <a:lnTo>
                  <a:pt x="658500" y="2364541"/>
                </a:lnTo>
                <a:lnTo>
                  <a:pt x="658966" y="2364431"/>
                </a:lnTo>
                <a:lnTo>
                  <a:pt x="659429" y="2364329"/>
                </a:lnTo>
                <a:lnTo>
                  <a:pt x="659888" y="2364220"/>
                </a:lnTo>
                <a:lnTo>
                  <a:pt x="660345" y="2364106"/>
                </a:lnTo>
                <a:lnTo>
                  <a:pt x="660797" y="2363985"/>
                </a:lnTo>
                <a:lnTo>
                  <a:pt x="661246" y="2363857"/>
                </a:lnTo>
                <a:lnTo>
                  <a:pt x="661692" y="2363723"/>
                </a:lnTo>
                <a:lnTo>
                  <a:pt x="662134" y="2363582"/>
                </a:lnTo>
                <a:lnTo>
                  <a:pt x="662572" y="2363435"/>
                </a:lnTo>
                <a:lnTo>
                  <a:pt x="663007" y="2363282"/>
                </a:lnTo>
                <a:lnTo>
                  <a:pt x="663439" y="2363122"/>
                </a:lnTo>
                <a:lnTo>
                  <a:pt x="663867" y="2362955"/>
                </a:lnTo>
                <a:lnTo>
                  <a:pt x="664291" y="2362782"/>
                </a:lnTo>
                <a:lnTo>
                  <a:pt x="664712" y="2362603"/>
                </a:lnTo>
                <a:lnTo>
                  <a:pt x="665130" y="2362417"/>
                </a:lnTo>
                <a:lnTo>
                  <a:pt x="665543" y="2362225"/>
                </a:lnTo>
                <a:lnTo>
                  <a:pt x="665954" y="2362026"/>
                </a:lnTo>
                <a:lnTo>
                  <a:pt x="666361" y="2361821"/>
                </a:lnTo>
                <a:lnTo>
                  <a:pt x="666764" y="2361609"/>
                </a:lnTo>
                <a:lnTo>
                  <a:pt x="667164" y="2361391"/>
                </a:lnTo>
                <a:lnTo>
                  <a:pt x="667560" y="2361167"/>
                </a:lnTo>
                <a:lnTo>
                  <a:pt x="667953" y="2360936"/>
                </a:lnTo>
                <a:lnTo>
                  <a:pt x="668342" y="2360698"/>
                </a:lnTo>
                <a:lnTo>
                  <a:pt x="668728" y="2360454"/>
                </a:lnTo>
                <a:lnTo>
                  <a:pt x="669110" y="2360204"/>
                </a:lnTo>
                <a:lnTo>
                  <a:pt x="669487" y="2359933"/>
                </a:lnTo>
                <a:lnTo>
                  <a:pt x="669859" y="2359654"/>
                </a:lnTo>
                <a:lnTo>
                  <a:pt x="670224" y="2359369"/>
                </a:lnTo>
                <a:lnTo>
                  <a:pt x="670584" y="2359077"/>
                </a:lnTo>
                <a:lnTo>
                  <a:pt x="670938" y="2358777"/>
                </a:lnTo>
                <a:lnTo>
                  <a:pt x="671286" y="2358471"/>
                </a:lnTo>
                <a:lnTo>
                  <a:pt x="671629" y="2358158"/>
                </a:lnTo>
                <a:lnTo>
                  <a:pt x="671965" y="2357837"/>
                </a:lnTo>
                <a:lnTo>
                  <a:pt x="672296" y="2357509"/>
                </a:lnTo>
                <a:lnTo>
                  <a:pt x="672620" y="2357175"/>
                </a:lnTo>
                <a:lnTo>
                  <a:pt x="672939" y="2356833"/>
                </a:lnTo>
                <a:lnTo>
                  <a:pt x="673252" y="2356485"/>
                </a:lnTo>
                <a:lnTo>
                  <a:pt x="673559" y="2356129"/>
                </a:lnTo>
                <a:lnTo>
                  <a:pt x="673860" y="2355766"/>
                </a:lnTo>
                <a:lnTo>
                  <a:pt x="674155" y="2355396"/>
                </a:lnTo>
                <a:lnTo>
                  <a:pt x="674445" y="2355019"/>
                </a:lnTo>
                <a:lnTo>
                  <a:pt x="674728" y="2354635"/>
                </a:lnTo>
                <a:lnTo>
                  <a:pt x="675006" y="2354244"/>
                </a:lnTo>
                <a:lnTo>
                  <a:pt x="675278" y="2353846"/>
                </a:lnTo>
                <a:lnTo>
                  <a:pt x="675544" y="2353441"/>
                </a:lnTo>
                <a:lnTo>
                  <a:pt x="675804" y="2353029"/>
                </a:lnTo>
                <a:lnTo>
                  <a:pt x="676058" y="2352610"/>
                </a:lnTo>
                <a:lnTo>
                  <a:pt x="676306" y="2352184"/>
                </a:lnTo>
                <a:lnTo>
                  <a:pt x="676549" y="2351751"/>
                </a:lnTo>
                <a:lnTo>
                  <a:pt x="676593" y="2352197"/>
                </a:lnTo>
                <a:lnTo>
                  <a:pt x="676640" y="2352636"/>
                </a:lnTo>
                <a:lnTo>
                  <a:pt x="676691" y="2353066"/>
                </a:lnTo>
                <a:lnTo>
                  <a:pt x="676746" y="2353488"/>
                </a:lnTo>
                <a:lnTo>
                  <a:pt x="676804" y="2353902"/>
                </a:lnTo>
                <a:lnTo>
                  <a:pt x="676866" y="2354308"/>
                </a:lnTo>
                <a:lnTo>
                  <a:pt x="676931" y="2354705"/>
                </a:lnTo>
                <a:lnTo>
                  <a:pt x="676999" y="2355094"/>
                </a:lnTo>
                <a:lnTo>
                  <a:pt x="677072" y="2355475"/>
                </a:lnTo>
                <a:lnTo>
                  <a:pt x="677147" y="2355848"/>
                </a:lnTo>
                <a:lnTo>
                  <a:pt x="677227" y="2356213"/>
                </a:lnTo>
                <a:lnTo>
                  <a:pt x="677309" y="2356569"/>
                </a:lnTo>
                <a:lnTo>
                  <a:pt x="677396" y="2356917"/>
                </a:lnTo>
                <a:lnTo>
                  <a:pt x="677486" y="2357257"/>
                </a:lnTo>
                <a:lnTo>
                  <a:pt x="677579" y="2357589"/>
                </a:lnTo>
                <a:lnTo>
                  <a:pt x="677676" y="2357912"/>
                </a:lnTo>
                <a:lnTo>
                  <a:pt x="677776" y="2358227"/>
                </a:lnTo>
                <a:lnTo>
                  <a:pt x="677880" y="2358534"/>
                </a:lnTo>
                <a:lnTo>
                  <a:pt x="677987" y="2358833"/>
                </a:lnTo>
                <a:lnTo>
                  <a:pt x="678098" y="2359124"/>
                </a:lnTo>
                <a:lnTo>
                  <a:pt x="678213" y="2359406"/>
                </a:lnTo>
                <a:lnTo>
                  <a:pt x="678331" y="2359680"/>
                </a:lnTo>
                <a:lnTo>
                  <a:pt x="678452" y="2359946"/>
                </a:lnTo>
                <a:lnTo>
                  <a:pt x="678577" y="2360204"/>
                </a:lnTo>
                <a:lnTo>
                  <a:pt x="678707" y="2360454"/>
                </a:lnTo>
                <a:lnTo>
                  <a:pt x="678843" y="2360698"/>
                </a:lnTo>
                <a:lnTo>
                  <a:pt x="678984" y="2360936"/>
                </a:lnTo>
                <a:lnTo>
                  <a:pt x="679132" y="2361167"/>
                </a:lnTo>
                <a:lnTo>
                  <a:pt x="679285" y="2361391"/>
                </a:lnTo>
                <a:lnTo>
                  <a:pt x="679444" y="2361609"/>
                </a:lnTo>
                <a:lnTo>
                  <a:pt x="679609" y="2361821"/>
                </a:lnTo>
                <a:lnTo>
                  <a:pt x="679780" y="2362026"/>
                </a:lnTo>
                <a:lnTo>
                  <a:pt x="679956" y="2362225"/>
                </a:lnTo>
                <a:lnTo>
                  <a:pt x="680139" y="2362417"/>
                </a:lnTo>
                <a:lnTo>
                  <a:pt x="680327" y="2362603"/>
                </a:lnTo>
                <a:lnTo>
                  <a:pt x="680522" y="2362782"/>
                </a:lnTo>
                <a:lnTo>
                  <a:pt x="680722" y="2362955"/>
                </a:lnTo>
                <a:lnTo>
                  <a:pt x="680928" y="2363122"/>
                </a:lnTo>
                <a:lnTo>
                  <a:pt x="681140" y="2363282"/>
                </a:lnTo>
                <a:lnTo>
                  <a:pt x="681358" y="2363435"/>
                </a:lnTo>
                <a:lnTo>
                  <a:pt x="681581" y="2363582"/>
                </a:lnTo>
                <a:lnTo>
                  <a:pt x="681811" y="2363723"/>
                </a:lnTo>
                <a:lnTo>
                  <a:pt x="682046" y="2363857"/>
                </a:lnTo>
                <a:lnTo>
                  <a:pt x="682287" y="2363985"/>
                </a:lnTo>
                <a:lnTo>
                  <a:pt x="682535" y="2364106"/>
                </a:lnTo>
                <a:lnTo>
                  <a:pt x="682788" y="2364220"/>
                </a:lnTo>
                <a:lnTo>
                  <a:pt x="683047" y="2364329"/>
                </a:lnTo>
                <a:lnTo>
                  <a:pt x="683311" y="2364431"/>
                </a:lnTo>
                <a:lnTo>
                  <a:pt x="683582" y="2364541"/>
                </a:lnTo>
                <a:lnTo>
                  <a:pt x="683860" y="2364647"/>
                </a:lnTo>
                <a:lnTo>
                  <a:pt x="684143" y="2364748"/>
                </a:lnTo>
                <a:lnTo>
                  <a:pt x="684434" y="2364844"/>
                </a:lnTo>
                <a:lnTo>
                  <a:pt x="684730" y="2364936"/>
                </a:lnTo>
                <a:lnTo>
                  <a:pt x="685034" y="2365022"/>
                </a:lnTo>
                <a:lnTo>
                  <a:pt x="685343" y="2365105"/>
                </a:lnTo>
                <a:lnTo>
                  <a:pt x="685659" y="2365182"/>
                </a:lnTo>
                <a:lnTo>
                  <a:pt x="685982" y="2365255"/>
                </a:lnTo>
                <a:lnTo>
                  <a:pt x="686311" y="2365323"/>
                </a:lnTo>
                <a:lnTo>
                  <a:pt x="686647" y="2365386"/>
                </a:lnTo>
                <a:lnTo>
                  <a:pt x="686989" y="2365445"/>
                </a:lnTo>
                <a:lnTo>
                  <a:pt x="687337" y="2365499"/>
                </a:lnTo>
                <a:lnTo>
                  <a:pt x="687692" y="2365548"/>
                </a:lnTo>
                <a:lnTo>
                  <a:pt x="688053" y="2365593"/>
                </a:lnTo>
                <a:lnTo>
                  <a:pt x="688421" y="2365633"/>
                </a:lnTo>
                <a:lnTo>
                  <a:pt x="688795" y="2365668"/>
                </a:lnTo>
                <a:lnTo>
                  <a:pt x="689176" y="2365699"/>
                </a:lnTo>
                <a:lnTo>
                  <a:pt x="689563" y="2365725"/>
                </a:lnTo>
                <a:lnTo>
                  <a:pt x="689957" y="2365746"/>
                </a:lnTo>
                <a:lnTo>
                  <a:pt x="690357" y="2365762"/>
                </a:lnTo>
                <a:lnTo>
                  <a:pt x="690763" y="2365774"/>
                </a:lnTo>
                <a:lnTo>
                  <a:pt x="691176" y="2365781"/>
                </a:lnTo>
                <a:lnTo>
                  <a:pt x="691596" y="2365783"/>
                </a:lnTo>
                <a:lnTo>
                  <a:pt x="691891" y="2365782"/>
                </a:lnTo>
                <a:lnTo>
                  <a:pt x="692185" y="2365777"/>
                </a:lnTo>
                <a:lnTo>
                  <a:pt x="692478" y="2365770"/>
                </a:lnTo>
                <a:lnTo>
                  <a:pt x="692770" y="2365760"/>
                </a:lnTo>
                <a:lnTo>
                  <a:pt x="693060" y="2365747"/>
                </a:lnTo>
                <a:lnTo>
                  <a:pt x="693350" y="2365730"/>
                </a:lnTo>
                <a:lnTo>
                  <a:pt x="693638" y="2365711"/>
                </a:lnTo>
                <a:lnTo>
                  <a:pt x="693925" y="2365689"/>
                </a:lnTo>
                <a:lnTo>
                  <a:pt x="694211" y="2365664"/>
                </a:lnTo>
                <a:lnTo>
                  <a:pt x="694496" y="2365636"/>
                </a:lnTo>
                <a:lnTo>
                  <a:pt x="694779" y="2365606"/>
                </a:lnTo>
                <a:lnTo>
                  <a:pt x="695061" y="2365572"/>
                </a:lnTo>
                <a:lnTo>
                  <a:pt x="695343" y="2365535"/>
                </a:lnTo>
                <a:lnTo>
                  <a:pt x="695623" y="2365496"/>
                </a:lnTo>
                <a:lnTo>
                  <a:pt x="695902" y="2365453"/>
                </a:lnTo>
                <a:lnTo>
                  <a:pt x="696179" y="2365407"/>
                </a:lnTo>
                <a:lnTo>
                  <a:pt x="696456" y="2365359"/>
                </a:lnTo>
                <a:lnTo>
                  <a:pt x="696731" y="2365308"/>
                </a:lnTo>
                <a:lnTo>
                  <a:pt x="697005" y="2365253"/>
                </a:lnTo>
                <a:lnTo>
                  <a:pt x="697278" y="2365196"/>
                </a:lnTo>
                <a:lnTo>
                  <a:pt x="697550" y="2365136"/>
                </a:lnTo>
                <a:lnTo>
                  <a:pt x="697821" y="2365073"/>
                </a:lnTo>
                <a:lnTo>
                  <a:pt x="698090" y="2365007"/>
                </a:lnTo>
                <a:lnTo>
                  <a:pt x="698358" y="2364938"/>
                </a:lnTo>
                <a:lnTo>
                  <a:pt x="698624" y="2364866"/>
                </a:lnTo>
                <a:lnTo>
                  <a:pt x="698887" y="2364792"/>
                </a:lnTo>
                <a:lnTo>
                  <a:pt x="699145" y="2364716"/>
                </a:lnTo>
                <a:lnTo>
                  <a:pt x="699401" y="2364637"/>
                </a:lnTo>
                <a:lnTo>
                  <a:pt x="699653" y="2364556"/>
                </a:lnTo>
                <a:lnTo>
                  <a:pt x="699901" y="2364473"/>
                </a:lnTo>
                <a:lnTo>
                  <a:pt x="700146" y="2364387"/>
                </a:lnTo>
                <a:lnTo>
                  <a:pt x="700387" y="2364299"/>
                </a:lnTo>
                <a:lnTo>
                  <a:pt x="700625" y="2364209"/>
                </a:lnTo>
                <a:lnTo>
                  <a:pt x="700859" y="2364116"/>
                </a:lnTo>
                <a:lnTo>
                  <a:pt x="701090" y="2364021"/>
                </a:lnTo>
                <a:lnTo>
                  <a:pt x="701317" y="2363923"/>
                </a:lnTo>
                <a:lnTo>
                  <a:pt x="701541" y="2363824"/>
                </a:lnTo>
                <a:lnTo>
                  <a:pt x="701761" y="2363722"/>
                </a:lnTo>
                <a:lnTo>
                  <a:pt x="701977" y="2363617"/>
                </a:lnTo>
                <a:lnTo>
                  <a:pt x="702190" y="2363510"/>
                </a:lnTo>
                <a:lnTo>
                  <a:pt x="702400" y="2363401"/>
                </a:lnTo>
                <a:lnTo>
                  <a:pt x="702606" y="2363289"/>
                </a:lnTo>
                <a:lnTo>
                  <a:pt x="702809" y="2363176"/>
                </a:lnTo>
                <a:lnTo>
                  <a:pt x="703008" y="2363059"/>
                </a:lnTo>
                <a:lnTo>
                  <a:pt x="703203" y="2362941"/>
                </a:lnTo>
                <a:lnTo>
                  <a:pt x="703395" y="2362820"/>
                </a:lnTo>
                <a:lnTo>
                  <a:pt x="703584" y="2362697"/>
                </a:lnTo>
                <a:lnTo>
                  <a:pt x="703768" y="2362571"/>
                </a:lnTo>
                <a:lnTo>
                  <a:pt x="703768" y="2351582"/>
                </a:lnTo>
                <a:lnTo>
                  <a:pt x="703527" y="2351747"/>
                </a:lnTo>
                <a:lnTo>
                  <a:pt x="703282" y="2351906"/>
                </a:lnTo>
                <a:lnTo>
                  <a:pt x="703034" y="2352057"/>
                </a:lnTo>
                <a:lnTo>
                  <a:pt x="702782" y="2352201"/>
                </a:lnTo>
                <a:lnTo>
                  <a:pt x="702527" y="2352339"/>
                </a:lnTo>
                <a:lnTo>
                  <a:pt x="702268" y="2352469"/>
                </a:lnTo>
                <a:lnTo>
                  <a:pt x="702006" y="2352592"/>
                </a:lnTo>
                <a:lnTo>
                  <a:pt x="701740" y="2352709"/>
                </a:lnTo>
                <a:lnTo>
                  <a:pt x="701470" y="2352818"/>
                </a:lnTo>
                <a:lnTo>
                  <a:pt x="701197" y="2352920"/>
                </a:lnTo>
                <a:lnTo>
                  <a:pt x="700921" y="2353015"/>
                </a:lnTo>
                <a:lnTo>
                  <a:pt x="700641" y="2353103"/>
                </a:lnTo>
                <a:lnTo>
                  <a:pt x="700357" y="2353184"/>
                </a:lnTo>
                <a:lnTo>
                  <a:pt x="700070" y="2353258"/>
                </a:lnTo>
                <a:lnTo>
                  <a:pt x="699779" y="2353325"/>
                </a:lnTo>
                <a:lnTo>
                  <a:pt x="699485" y="2353385"/>
                </a:lnTo>
                <a:lnTo>
                  <a:pt x="699188" y="2353438"/>
                </a:lnTo>
                <a:lnTo>
                  <a:pt x="698887" y="2353483"/>
                </a:lnTo>
                <a:lnTo>
                  <a:pt x="698582" y="2353522"/>
                </a:lnTo>
                <a:lnTo>
                  <a:pt x="698274" y="2353554"/>
                </a:lnTo>
                <a:lnTo>
                  <a:pt x="697962" y="2353579"/>
                </a:lnTo>
                <a:lnTo>
                  <a:pt x="697647" y="2353596"/>
                </a:lnTo>
                <a:lnTo>
                  <a:pt x="697328" y="2353607"/>
                </a:lnTo>
                <a:lnTo>
                  <a:pt x="697006" y="2353610"/>
                </a:lnTo>
                <a:lnTo>
                  <a:pt x="696824" y="2353608"/>
                </a:lnTo>
                <a:lnTo>
                  <a:pt x="696645" y="2353602"/>
                </a:lnTo>
                <a:lnTo>
                  <a:pt x="696469" y="2353592"/>
                </a:lnTo>
                <a:lnTo>
                  <a:pt x="696297" y="2353577"/>
                </a:lnTo>
                <a:lnTo>
                  <a:pt x="696127" y="2353559"/>
                </a:lnTo>
                <a:lnTo>
                  <a:pt x="695960" y="2353536"/>
                </a:lnTo>
                <a:lnTo>
                  <a:pt x="695796" y="2353510"/>
                </a:lnTo>
                <a:lnTo>
                  <a:pt x="695634" y="2353479"/>
                </a:lnTo>
                <a:lnTo>
                  <a:pt x="695476" y="2353444"/>
                </a:lnTo>
                <a:lnTo>
                  <a:pt x="695321" y="2353405"/>
                </a:lnTo>
                <a:lnTo>
                  <a:pt x="695169" y="2353362"/>
                </a:lnTo>
                <a:lnTo>
                  <a:pt x="695019" y="2353314"/>
                </a:lnTo>
                <a:lnTo>
                  <a:pt x="694873" y="2353263"/>
                </a:lnTo>
                <a:lnTo>
                  <a:pt x="694729" y="2353208"/>
                </a:lnTo>
                <a:lnTo>
                  <a:pt x="694589" y="2353148"/>
                </a:lnTo>
                <a:lnTo>
                  <a:pt x="694451" y="2353084"/>
                </a:lnTo>
                <a:lnTo>
                  <a:pt x="694316" y="2353016"/>
                </a:lnTo>
                <a:lnTo>
                  <a:pt x="694184" y="2352945"/>
                </a:lnTo>
                <a:lnTo>
                  <a:pt x="694056" y="2352869"/>
                </a:lnTo>
                <a:lnTo>
                  <a:pt x="693930" y="2352788"/>
                </a:lnTo>
                <a:lnTo>
                  <a:pt x="693807" y="2352704"/>
                </a:lnTo>
                <a:lnTo>
                  <a:pt x="693687" y="2352616"/>
                </a:lnTo>
                <a:lnTo>
                  <a:pt x="693569" y="2352523"/>
                </a:lnTo>
                <a:lnTo>
                  <a:pt x="693455" y="2352427"/>
                </a:lnTo>
                <a:lnTo>
                  <a:pt x="693345" y="2352326"/>
                </a:lnTo>
                <a:lnTo>
                  <a:pt x="693239" y="2352219"/>
                </a:lnTo>
                <a:lnTo>
                  <a:pt x="693138" y="2352107"/>
                </a:lnTo>
                <a:lnTo>
                  <a:pt x="693042" y="2351990"/>
                </a:lnTo>
                <a:lnTo>
                  <a:pt x="692950" y="2351868"/>
                </a:lnTo>
                <a:lnTo>
                  <a:pt x="692864" y="2351740"/>
                </a:lnTo>
                <a:lnTo>
                  <a:pt x="692781" y="2351607"/>
                </a:lnTo>
                <a:lnTo>
                  <a:pt x="692704" y="2351469"/>
                </a:lnTo>
                <a:lnTo>
                  <a:pt x="692631" y="2351325"/>
                </a:lnTo>
                <a:lnTo>
                  <a:pt x="692563" y="2351177"/>
                </a:lnTo>
                <a:lnTo>
                  <a:pt x="692500" y="2351023"/>
                </a:lnTo>
                <a:lnTo>
                  <a:pt x="692441" y="2350863"/>
                </a:lnTo>
                <a:lnTo>
                  <a:pt x="692387" y="2350698"/>
                </a:lnTo>
                <a:lnTo>
                  <a:pt x="692338" y="2350529"/>
                </a:lnTo>
                <a:lnTo>
                  <a:pt x="692293" y="2350353"/>
                </a:lnTo>
                <a:lnTo>
                  <a:pt x="692253" y="2350173"/>
                </a:lnTo>
                <a:lnTo>
                  <a:pt x="692218" y="2349987"/>
                </a:lnTo>
                <a:lnTo>
                  <a:pt x="692187" y="2349796"/>
                </a:lnTo>
                <a:lnTo>
                  <a:pt x="692162" y="2349600"/>
                </a:lnTo>
                <a:lnTo>
                  <a:pt x="692140" y="2349398"/>
                </a:lnTo>
                <a:lnTo>
                  <a:pt x="692124" y="2349191"/>
                </a:lnTo>
                <a:lnTo>
                  <a:pt x="692112" y="2348979"/>
                </a:lnTo>
                <a:lnTo>
                  <a:pt x="692105" y="2348761"/>
                </a:lnTo>
                <a:lnTo>
                  <a:pt x="692103" y="2348538"/>
                </a:lnTo>
                <a:lnTo>
                  <a:pt x="692103" y="2302721"/>
                </a:lnTo>
                <a:lnTo>
                  <a:pt x="692088" y="2301606"/>
                </a:lnTo>
                <a:lnTo>
                  <a:pt x="692042" y="2300515"/>
                </a:lnTo>
                <a:lnTo>
                  <a:pt x="691965" y="2299448"/>
                </a:lnTo>
                <a:lnTo>
                  <a:pt x="691859" y="2298405"/>
                </a:lnTo>
                <a:lnTo>
                  <a:pt x="691721" y="2297386"/>
                </a:lnTo>
                <a:lnTo>
                  <a:pt x="691553" y="2296392"/>
                </a:lnTo>
                <a:lnTo>
                  <a:pt x="691355" y="2295421"/>
                </a:lnTo>
                <a:lnTo>
                  <a:pt x="691126" y="2294474"/>
                </a:lnTo>
                <a:lnTo>
                  <a:pt x="690867" y="2293552"/>
                </a:lnTo>
                <a:lnTo>
                  <a:pt x="690577" y="2292653"/>
                </a:lnTo>
                <a:lnTo>
                  <a:pt x="690256" y="2291779"/>
                </a:lnTo>
                <a:lnTo>
                  <a:pt x="689905" y="2290929"/>
                </a:lnTo>
                <a:lnTo>
                  <a:pt x="689523" y="2290102"/>
                </a:lnTo>
                <a:lnTo>
                  <a:pt x="689111" y="2289300"/>
                </a:lnTo>
                <a:lnTo>
                  <a:pt x="688669" y="2288522"/>
                </a:lnTo>
                <a:lnTo>
                  <a:pt x="688195" y="2287768"/>
                </a:lnTo>
                <a:lnTo>
                  <a:pt x="687692" y="2287038"/>
                </a:lnTo>
                <a:lnTo>
                  <a:pt x="687158" y="2286332"/>
                </a:lnTo>
                <a:lnTo>
                  <a:pt x="686593" y="2285650"/>
                </a:lnTo>
                <a:lnTo>
                  <a:pt x="685998" y="2284993"/>
                </a:lnTo>
                <a:lnTo>
                  <a:pt x="685372" y="2284359"/>
                </a:lnTo>
                <a:lnTo>
                  <a:pt x="684715" y="2283749"/>
                </a:lnTo>
                <a:lnTo>
                  <a:pt x="684029" y="2283164"/>
                </a:lnTo>
                <a:lnTo>
                  <a:pt x="683311" y="2282602"/>
                </a:lnTo>
                <a:lnTo>
                  <a:pt x="682578" y="2282064"/>
                </a:lnTo>
                <a:lnTo>
                  <a:pt x="681816" y="2281549"/>
                </a:lnTo>
                <a:lnTo>
                  <a:pt x="681024" y="2281057"/>
                </a:lnTo>
                <a:lnTo>
                  <a:pt x="680202" y="2280588"/>
                </a:lnTo>
                <a:lnTo>
                  <a:pt x="679352" y="2280141"/>
                </a:lnTo>
                <a:lnTo>
                  <a:pt x="678472" y="2279718"/>
                </a:lnTo>
                <a:lnTo>
                  <a:pt x="677562" y="2279317"/>
                </a:lnTo>
                <a:lnTo>
                  <a:pt x="676624" y="2278939"/>
                </a:lnTo>
                <a:lnTo>
                  <a:pt x="675656" y="2278584"/>
                </a:lnTo>
                <a:lnTo>
                  <a:pt x="674658" y="2278252"/>
                </a:lnTo>
                <a:lnTo>
                  <a:pt x="673632" y="2277943"/>
                </a:lnTo>
                <a:lnTo>
                  <a:pt x="672576" y="2277657"/>
                </a:lnTo>
                <a:lnTo>
                  <a:pt x="671490" y="2277394"/>
                </a:lnTo>
                <a:lnTo>
                  <a:pt x="670375" y="2277153"/>
                </a:lnTo>
                <a:lnTo>
                  <a:pt x="669231" y="2276936"/>
                </a:lnTo>
                <a:lnTo>
                  <a:pt x="668058" y="2276741"/>
                </a:lnTo>
                <a:lnTo>
                  <a:pt x="666855" y="2276570"/>
                </a:lnTo>
                <a:lnTo>
                  <a:pt x="665623" y="2276421"/>
                </a:lnTo>
                <a:lnTo>
                  <a:pt x="664361" y="2276295"/>
                </a:lnTo>
                <a:lnTo>
                  <a:pt x="663070" y="2276192"/>
                </a:lnTo>
                <a:lnTo>
                  <a:pt x="661750" y="2276112"/>
                </a:lnTo>
                <a:lnTo>
                  <a:pt x="660400" y="2276054"/>
                </a:lnTo>
                <a:lnTo>
                  <a:pt x="659021" y="2276020"/>
                </a:lnTo>
                <a:lnTo>
                  <a:pt x="657613" y="2276009"/>
                </a:lnTo>
                <a:lnTo>
                  <a:pt x="656286" y="2276020"/>
                </a:lnTo>
                <a:lnTo>
                  <a:pt x="654981" y="2276054"/>
                </a:lnTo>
                <a:lnTo>
                  <a:pt x="653698" y="2276112"/>
                </a:lnTo>
                <a:lnTo>
                  <a:pt x="652438" y="2276192"/>
                </a:lnTo>
                <a:lnTo>
                  <a:pt x="651200" y="2276295"/>
                </a:lnTo>
                <a:lnTo>
                  <a:pt x="649984" y="2276421"/>
                </a:lnTo>
                <a:lnTo>
                  <a:pt x="648791" y="2276570"/>
                </a:lnTo>
                <a:lnTo>
                  <a:pt x="647619" y="2276741"/>
                </a:lnTo>
                <a:lnTo>
                  <a:pt x="646471" y="2276936"/>
                </a:lnTo>
                <a:lnTo>
                  <a:pt x="645344" y="2277153"/>
                </a:lnTo>
                <a:lnTo>
                  <a:pt x="644240" y="2277394"/>
                </a:lnTo>
                <a:lnTo>
                  <a:pt x="643158" y="2277657"/>
                </a:lnTo>
                <a:lnTo>
                  <a:pt x="642098" y="2277943"/>
                </a:lnTo>
                <a:lnTo>
                  <a:pt x="641061" y="2278252"/>
                </a:lnTo>
                <a:lnTo>
                  <a:pt x="640046" y="2278584"/>
                </a:lnTo>
                <a:lnTo>
                  <a:pt x="639053" y="2278939"/>
                </a:lnTo>
                <a:lnTo>
                  <a:pt x="638083" y="2279317"/>
                </a:lnTo>
                <a:lnTo>
                  <a:pt x="637135" y="2279718"/>
                </a:lnTo>
                <a:lnTo>
                  <a:pt x="636209" y="2280141"/>
                </a:lnTo>
                <a:lnTo>
                  <a:pt x="635306" y="2280588"/>
                </a:lnTo>
                <a:lnTo>
                  <a:pt x="634425" y="2281057"/>
                </a:lnTo>
                <a:lnTo>
                  <a:pt x="633566" y="2281549"/>
                </a:lnTo>
                <a:lnTo>
                  <a:pt x="632729" y="2282064"/>
                </a:lnTo>
                <a:lnTo>
                  <a:pt x="631915" y="2282602"/>
                </a:lnTo>
                <a:lnTo>
                  <a:pt x="631142" y="2283160"/>
                </a:lnTo>
                <a:lnTo>
                  <a:pt x="630403" y="2283733"/>
                </a:lnTo>
                <a:lnTo>
                  <a:pt x="629696" y="2284322"/>
                </a:lnTo>
                <a:lnTo>
                  <a:pt x="629022" y="2284927"/>
                </a:lnTo>
                <a:lnTo>
                  <a:pt x="628381" y="2285548"/>
                </a:lnTo>
                <a:lnTo>
                  <a:pt x="627773" y="2286184"/>
                </a:lnTo>
                <a:lnTo>
                  <a:pt x="627197" y="2286837"/>
                </a:lnTo>
                <a:lnTo>
                  <a:pt x="626655" y="2287505"/>
                </a:lnTo>
                <a:lnTo>
                  <a:pt x="626145" y="2288189"/>
                </a:lnTo>
                <a:lnTo>
                  <a:pt x="625669" y="2288889"/>
                </a:lnTo>
                <a:lnTo>
                  <a:pt x="625225" y="2289605"/>
                </a:lnTo>
                <a:lnTo>
                  <a:pt x="624814" y="2290337"/>
                </a:lnTo>
                <a:lnTo>
                  <a:pt x="624436" y="2291085"/>
                </a:lnTo>
                <a:lnTo>
                  <a:pt x="624091" y="2291848"/>
                </a:lnTo>
                <a:lnTo>
                  <a:pt x="623779" y="2292627"/>
                </a:lnTo>
                <a:lnTo>
                  <a:pt x="623499" y="2293423"/>
                </a:lnTo>
                <a:lnTo>
                  <a:pt x="623253" y="2294234"/>
                </a:lnTo>
                <a:lnTo>
                  <a:pt x="623039" y="2295060"/>
                </a:lnTo>
                <a:lnTo>
                  <a:pt x="622858" y="2295903"/>
                </a:lnTo>
                <a:lnTo>
                  <a:pt x="622710" y="2296762"/>
                </a:lnTo>
                <a:lnTo>
                  <a:pt x="622595" y="2297636"/>
                </a:lnTo>
                <a:lnTo>
                  <a:pt x="622513" y="2298526"/>
                </a:lnTo>
                <a:lnTo>
                  <a:pt x="622464" y="2299432"/>
                </a:lnTo>
                <a:lnTo>
                  <a:pt x="622447" y="2300354"/>
                </a:lnTo>
                <a:lnTo>
                  <a:pt x="622447" y="2300381"/>
                </a:lnTo>
                <a:lnTo>
                  <a:pt x="622446" y="2300406"/>
                </a:lnTo>
                <a:lnTo>
                  <a:pt x="622444" y="2300428"/>
                </a:lnTo>
                <a:lnTo>
                  <a:pt x="622442" y="2300448"/>
                </a:lnTo>
                <a:lnTo>
                  <a:pt x="622440" y="2300466"/>
                </a:lnTo>
                <a:lnTo>
                  <a:pt x="622437" y="2300481"/>
                </a:lnTo>
                <a:lnTo>
                  <a:pt x="622433" y="2300494"/>
                </a:lnTo>
                <a:lnTo>
                  <a:pt x="622428" y="2300505"/>
                </a:lnTo>
                <a:lnTo>
                  <a:pt x="622423" y="2300513"/>
                </a:lnTo>
                <a:lnTo>
                  <a:pt x="622418" y="2300519"/>
                </a:lnTo>
                <a:lnTo>
                  <a:pt x="622412" y="2300522"/>
                </a:lnTo>
                <a:lnTo>
                  <a:pt x="622405" y="2300523"/>
                </a:lnTo>
                <a:lnTo>
                  <a:pt x="622398" y="2300522"/>
                </a:lnTo>
                <a:lnTo>
                  <a:pt x="622390" y="2300519"/>
                </a:lnTo>
                <a:lnTo>
                  <a:pt x="622381" y="2300513"/>
                </a:lnTo>
                <a:lnTo>
                  <a:pt x="622372" y="2300505"/>
                </a:lnTo>
                <a:lnTo>
                  <a:pt x="622362" y="2300494"/>
                </a:lnTo>
                <a:lnTo>
                  <a:pt x="622352" y="2300481"/>
                </a:lnTo>
                <a:lnTo>
                  <a:pt x="622341" y="2300466"/>
                </a:lnTo>
                <a:lnTo>
                  <a:pt x="622330" y="2300448"/>
                </a:lnTo>
                <a:lnTo>
                  <a:pt x="622318" y="2300428"/>
                </a:lnTo>
                <a:lnTo>
                  <a:pt x="622305" y="2300406"/>
                </a:lnTo>
                <a:lnTo>
                  <a:pt x="622292" y="2300381"/>
                </a:lnTo>
                <a:lnTo>
                  <a:pt x="622278" y="2300354"/>
                </a:lnTo>
                <a:lnTo>
                  <a:pt x="622278" y="2300389"/>
                </a:lnTo>
                <a:lnTo>
                  <a:pt x="622278" y="2300455"/>
                </a:lnTo>
                <a:lnTo>
                  <a:pt x="622278" y="2300523"/>
                </a:lnTo>
                <a:lnTo>
                  <a:pt x="622292" y="2300597"/>
                </a:lnTo>
                <a:lnTo>
                  <a:pt x="622307" y="2300677"/>
                </a:lnTo>
                <a:lnTo>
                  <a:pt x="622323" y="2300764"/>
                </a:lnTo>
                <a:lnTo>
                  <a:pt x="622339" y="2300857"/>
                </a:lnTo>
                <a:lnTo>
                  <a:pt x="622356" y="2300956"/>
                </a:lnTo>
                <a:lnTo>
                  <a:pt x="622373" y="2301062"/>
                </a:lnTo>
                <a:close/>
                <a:moveTo>
                  <a:pt x="646922" y="2353304"/>
                </a:moveTo>
                <a:lnTo>
                  <a:pt x="646371" y="2353192"/>
                </a:lnTo>
                <a:lnTo>
                  <a:pt x="645835" y="2353069"/>
                </a:lnTo>
                <a:lnTo>
                  <a:pt x="645313" y="2352934"/>
                </a:lnTo>
                <a:lnTo>
                  <a:pt x="644807" y="2352787"/>
                </a:lnTo>
                <a:lnTo>
                  <a:pt x="644314" y="2352629"/>
                </a:lnTo>
                <a:lnTo>
                  <a:pt x="643837" y="2352459"/>
                </a:lnTo>
                <a:lnTo>
                  <a:pt x="643374" y="2352277"/>
                </a:lnTo>
                <a:lnTo>
                  <a:pt x="642926" y="2352083"/>
                </a:lnTo>
                <a:lnTo>
                  <a:pt x="642492" y="2351877"/>
                </a:lnTo>
                <a:lnTo>
                  <a:pt x="642073" y="2351660"/>
                </a:lnTo>
                <a:lnTo>
                  <a:pt x="641669" y="2351431"/>
                </a:lnTo>
                <a:lnTo>
                  <a:pt x="641280" y="2351191"/>
                </a:lnTo>
                <a:lnTo>
                  <a:pt x="640905" y="2350938"/>
                </a:lnTo>
                <a:lnTo>
                  <a:pt x="640545" y="2350674"/>
                </a:lnTo>
                <a:lnTo>
                  <a:pt x="640199" y="2350398"/>
                </a:lnTo>
                <a:lnTo>
                  <a:pt x="639882" y="2350110"/>
                </a:lnTo>
                <a:lnTo>
                  <a:pt x="639578" y="2349811"/>
                </a:lnTo>
                <a:lnTo>
                  <a:pt x="639288" y="2349500"/>
                </a:lnTo>
                <a:lnTo>
                  <a:pt x="639011" y="2349177"/>
                </a:lnTo>
                <a:lnTo>
                  <a:pt x="638748" y="2348842"/>
                </a:lnTo>
                <a:lnTo>
                  <a:pt x="638498" y="2348496"/>
                </a:lnTo>
                <a:lnTo>
                  <a:pt x="638262" y="2348138"/>
                </a:lnTo>
                <a:lnTo>
                  <a:pt x="638039" y="2347768"/>
                </a:lnTo>
                <a:lnTo>
                  <a:pt x="637830" y="2347387"/>
                </a:lnTo>
                <a:lnTo>
                  <a:pt x="637634" y="2346993"/>
                </a:lnTo>
                <a:lnTo>
                  <a:pt x="637452" y="2346588"/>
                </a:lnTo>
                <a:lnTo>
                  <a:pt x="637283" y="2346171"/>
                </a:lnTo>
                <a:lnTo>
                  <a:pt x="637128" y="2345743"/>
                </a:lnTo>
                <a:lnTo>
                  <a:pt x="636986" y="2345303"/>
                </a:lnTo>
                <a:lnTo>
                  <a:pt x="636857" y="2344851"/>
                </a:lnTo>
                <a:lnTo>
                  <a:pt x="636743" y="2344387"/>
                </a:lnTo>
                <a:lnTo>
                  <a:pt x="636641" y="2343911"/>
                </a:lnTo>
                <a:lnTo>
                  <a:pt x="636554" y="2343424"/>
                </a:lnTo>
                <a:lnTo>
                  <a:pt x="636479" y="2342925"/>
                </a:lnTo>
                <a:lnTo>
                  <a:pt x="636419" y="2342414"/>
                </a:lnTo>
                <a:lnTo>
                  <a:pt x="636371" y="2341892"/>
                </a:lnTo>
                <a:lnTo>
                  <a:pt x="636338" y="2341358"/>
                </a:lnTo>
                <a:lnTo>
                  <a:pt x="636317" y="2340812"/>
                </a:lnTo>
                <a:lnTo>
                  <a:pt x="636311" y="2340254"/>
                </a:lnTo>
                <a:lnTo>
                  <a:pt x="636317" y="2339710"/>
                </a:lnTo>
                <a:lnTo>
                  <a:pt x="636335" y="2339176"/>
                </a:lnTo>
                <a:lnTo>
                  <a:pt x="636366" y="2338653"/>
                </a:lnTo>
                <a:lnTo>
                  <a:pt x="636409" y="2338141"/>
                </a:lnTo>
                <a:lnTo>
                  <a:pt x="636465" y="2337639"/>
                </a:lnTo>
                <a:lnTo>
                  <a:pt x="636533" y="2337147"/>
                </a:lnTo>
                <a:lnTo>
                  <a:pt x="636613" y="2336667"/>
                </a:lnTo>
                <a:lnTo>
                  <a:pt x="636705" y="2336196"/>
                </a:lnTo>
                <a:lnTo>
                  <a:pt x="636810" y="2335737"/>
                </a:lnTo>
                <a:lnTo>
                  <a:pt x="636927" y="2335288"/>
                </a:lnTo>
                <a:lnTo>
                  <a:pt x="637056" y="2334849"/>
                </a:lnTo>
                <a:lnTo>
                  <a:pt x="637198" y="2334421"/>
                </a:lnTo>
                <a:lnTo>
                  <a:pt x="637352" y="2334004"/>
                </a:lnTo>
                <a:lnTo>
                  <a:pt x="637519" y="2333597"/>
                </a:lnTo>
                <a:lnTo>
                  <a:pt x="637698" y="2333201"/>
                </a:lnTo>
                <a:lnTo>
                  <a:pt x="637889" y="2332815"/>
                </a:lnTo>
                <a:lnTo>
                  <a:pt x="638092" y="2332440"/>
                </a:lnTo>
                <a:lnTo>
                  <a:pt x="638308" y="2332075"/>
                </a:lnTo>
                <a:lnTo>
                  <a:pt x="638536" y="2331721"/>
                </a:lnTo>
                <a:lnTo>
                  <a:pt x="638776" y="2331378"/>
                </a:lnTo>
                <a:lnTo>
                  <a:pt x="639029" y="2331045"/>
                </a:lnTo>
                <a:lnTo>
                  <a:pt x="639294" y="2330723"/>
                </a:lnTo>
                <a:lnTo>
                  <a:pt x="639571" y="2330411"/>
                </a:lnTo>
                <a:lnTo>
                  <a:pt x="639861" y="2330110"/>
                </a:lnTo>
                <a:lnTo>
                  <a:pt x="640179" y="2329804"/>
                </a:lnTo>
                <a:lnTo>
                  <a:pt x="640514" y="2329505"/>
                </a:lnTo>
                <a:lnTo>
                  <a:pt x="640865" y="2329215"/>
                </a:lnTo>
                <a:lnTo>
                  <a:pt x="641232" y="2328931"/>
                </a:lnTo>
                <a:lnTo>
                  <a:pt x="641616" y="2328656"/>
                </a:lnTo>
                <a:lnTo>
                  <a:pt x="642017" y="2328388"/>
                </a:lnTo>
                <a:lnTo>
                  <a:pt x="642433" y="2328127"/>
                </a:lnTo>
                <a:lnTo>
                  <a:pt x="642867" y="2327875"/>
                </a:lnTo>
                <a:lnTo>
                  <a:pt x="643316" y="2327630"/>
                </a:lnTo>
                <a:lnTo>
                  <a:pt x="643782" y="2327392"/>
                </a:lnTo>
                <a:lnTo>
                  <a:pt x="644265" y="2327162"/>
                </a:lnTo>
                <a:lnTo>
                  <a:pt x="644764" y="2326940"/>
                </a:lnTo>
                <a:lnTo>
                  <a:pt x="645279" y="2326725"/>
                </a:lnTo>
                <a:lnTo>
                  <a:pt x="645811" y="2326519"/>
                </a:lnTo>
                <a:lnTo>
                  <a:pt x="646360" y="2326319"/>
                </a:lnTo>
                <a:lnTo>
                  <a:pt x="646924" y="2326128"/>
                </a:lnTo>
                <a:lnTo>
                  <a:pt x="647505" y="2325944"/>
                </a:lnTo>
                <a:lnTo>
                  <a:pt x="648103" y="2325767"/>
                </a:lnTo>
                <a:lnTo>
                  <a:pt x="648717" y="2325598"/>
                </a:lnTo>
                <a:lnTo>
                  <a:pt x="649348" y="2325437"/>
                </a:lnTo>
                <a:lnTo>
                  <a:pt x="649994" y="2325284"/>
                </a:lnTo>
                <a:lnTo>
                  <a:pt x="650658" y="2325138"/>
                </a:lnTo>
                <a:lnTo>
                  <a:pt x="651338" y="2325000"/>
                </a:lnTo>
                <a:lnTo>
                  <a:pt x="652034" y="2324869"/>
                </a:lnTo>
                <a:lnTo>
                  <a:pt x="652763" y="2324731"/>
                </a:lnTo>
                <a:lnTo>
                  <a:pt x="653512" y="2324599"/>
                </a:lnTo>
                <a:lnTo>
                  <a:pt x="654282" y="2324473"/>
                </a:lnTo>
                <a:lnTo>
                  <a:pt x="655072" y="2324352"/>
                </a:lnTo>
                <a:lnTo>
                  <a:pt x="655883" y="2324238"/>
                </a:lnTo>
                <a:lnTo>
                  <a:pt x="656715" y="2324129"/>
                </a:lnTo>
                <a:lnTo>
                  <a:pt x="657567" y="2324027"/>
                </a:lnTo>
                <a:lnTo>
                  <a:pt x="658440" y="2323930"/>
                </a:lnTo>
                <a:lnTo>
                  <a:pt x="659333" y="2323839"/>
                </a:lnTo>
                <a:lnTo>
                  <a:pt x="660247" y="2323754"/>
                </a:lnTo>
                <a:lnTo>
                  <a:pt x="661181" y="2323674"/>
                </a:lnTo>
                <a:lnTo>
                  <a:pt x="662136" y="2323601"/>
                </a:lnTo>
                <a:lnTo>
                  <a:pt x="663111" y="2323533"/>
                </a:lnTo>
                <a:lnTo>
                  <a:pt x="664107" y="2323472"/>
                </a:lnTo>
                <a:lnTo>
                  <a:pt x="665123" y="2323416"/>
                </a:lnTo>
                <a:lnTo>
                  <a:pt x="666160" y="2323366"/>
                </a:lnTo>
                <a:lnTo>
                  <a:pt x="667218" y="2323322"/>
                </a:lnTo>
                <a:lnTo>
                  <a:pt x="668296" y="2323284"/>
                </a:lnTo>
                <a:lnTo>
                  <a:pt x="669395" y="2323252"/>
                </a:lnTo>
                <a:lnTo>
                  <a:pt x="670514" y="2323225"/>
                </a:lnTo>
                <a:lnTo>
                  <a:pt x="671654" y="2323205"/>
                </a:lnTo>
                <a:lnTo>
                  <a:pt x="672814" y="2323190"/>
                </a:lnTo>
                <a:lnTo>
                  <a:pt x="673995" y="2323181"/>
                </a:lnTo>
                <a:lnTo>
                  <a:pt x="675196" y="2323178"/>
                </a:lnTo>
                <a:lnTo>
                  <a:pt x="675196" y="2328419"/>
                </a:lnTo>
                <a:lnTo>
                  <a:pt x="675192" y="2329009"/>
                </a:lnTo>
                <a:lnTo>
                  <a:pt x="675178" y="2329593"/>
                </a:lnTo>
                <a:lnTo>
                  <a:pt x="675156" y="2330173"/>
                </a:lnTo>
                <a:lnTo>
                  <a:pt x="675126" y="2330749"/>
                </a:lnTo>
                <a:lnTo>
                  <a:pt x="675086" y="2331319"/>
                </a:lnTo>
                <a:lnTo>
                  <a:pt x="675038" y="2331885"/>
                </a:lnTo>
                <a:lnTo>
                  <a:pt x="674980" y="2332446"/>
                </a:lnTo>
                <a:lnTo>
                  <a:pt x="674914" y="2333003"/>
                </a:lnTo>
                <a:lnTo>
                  <a:pt x="674839" y="2333555"/>
                </a:lnTo>
                <a:lnTo>
                  <a:pt x="674756" y="2334102"/>
                </a:lnTo>
                <a:lnTo>
                  <a:pt x="674663" y="2334644"/>
                </a:lnTo>
                <a:lnTo>
                  <a:pt x="674562" y="2335182"/>
                </a:lnTo>
                <a:lnTo>
                  <a:pt x="674452" y="2335715"/>
                </a:lnTo>
                <a:lnTo>
                  <a:pt x="674333" y="2336243"/>
                </a:lnTo>
                <a:lnTo>
                  <a:pt x="674205" y="2336767"/>
                </a:lnTo>
                <a:lnTo>
                  <a:pt x="674069" y="2337286"/>
                </a:lnTo>
                <a:lnTo>
                  <a:pt x="673924" y="2337800"/>
                </a:lnTo>
                <a:lnTo>
                  <a:pt x="673770" y="2338310"/>
                </a:lnTo>
                <a:lnTo>
                  <a:pt x="673607" y="2338815"/>
                </a:lnTo>
                <a:lnTo>
                  <a:pt x="673435" y="2339315"/>
                </a:lnTo>
                <a:lnTo>
                  <a:pt x="673254" y="2339810"/>
                </a:lnTo>
                <a:lnTo>
                  <a:pt x="673065" y="2340301"/>
                </a:lnTo>
                <a:lnTo>
                  <a:pt x="672867" y="2340787"/>
                </a:lnTo>
                <a:lnTo>
                  <a:pt x="672660" y="2341268"/>
                </a:lnTo>
                <a:lnTo>
                  <a:pt x="672458" y="2341743"/>
                </a:lnTo>
                <a:lnTo>
                  <a:pt x="672247" y="2342210"/>
                </a:lnTo>
                <a:lnTo>
                  <a:pt x="672026" y="2342669"/>
                </a:lnTo>
                <a:lnTo>
                  <a:pt x="671796" y="2343119"/>
                </a:lnTo>
                <a:lnTo>
                  <a:pt x="671556" y="2343561"/>
                </a:lnTo>
                <a:lnTo>
                  <a:pt x="671308" y="2343995"/>
                </a:lnTo>
                <a:lnTo>
                  <a:pt x="671049" y="2344420"/>
                </a:lnTo>
                <a:lnTo>
                  <a:pt x="670782" y="2344838"/>
                </a:lnTo>
                <a:lnTo>
                  <a:pt x="670504" y="2345247"/>
                </a:lnTo>
                <a:lnTo>
                  <a:pt x="670218" y="2345648"/>
                </a:lnTo>
                <a:lnTo>
                  <a:pt x="669922" y="2346041"/>
                </a:lnTo>
                <a:lnTo>
                  <a:pt x="669617" y="2346425"/>
                </a:lnTo>
                <a:lnTo>
                  <a:pt x="669302" y="2346801"/>
                </a:lnTo>
                <a:lnTo>
                  <a:pt x="668978" y="2347169"/>
                </a:lnTo>
                <a:lnTo>
                  <a:pt x="668645" y="2347529"/>
                </a:lnTo>
                <a:lnTo>
                  <a:pt x="668302" y="2347881"/>
                </a:lnTo>
                <a:lnTo>
                  <a:pt x="667950" y="2348224"/>
                </a:lnTo>
                <a:lnTo>
                  <a:pt x="667588" y="2348560"/>
                </a:lnTo>
                <a:lnTo>
                  <a:pt x="667217" y="2348886"/>
                </a:lnTo>
                <a:lnTo>
                  <a:pt x="666837" y="2349205"/>
                </a:lnTo>
                <a:lnTo>
                  <a:pt x="666447" y="2349516"/>
                </a:lnTo>
                <a:lnTo>
                  <a:pt x="666048" y="2349818"/>
                </a:lnTo>
                <a:lnTo>
                  <a:pt x="665639" y="2350112"/>
                </a:lnTo>
                <a:lnTo>
                  <a:pt x="665221" y="2350398"/>
                </a:lnTo>
                <a:lnTo>
                  <a:pt x="664808" y="2350674"/>
                </a:lnTo>
                <a:lnTo>
                  <a:pt x="664384" y="2350938"/>
                </a:lnTo>
                <a:lnTo>
                  <a:pt x="663950" y="2351191"/>
                </a:lnTo>
                <a:lnTo>
                  <a:pt x="663507" y="2351431"/>
                </a:lnTo>
                <a:lnTo>
                  <a:pt x="663053" y="2351660"/>
                </a:lnTo>
                <a:lnTo>
                  <a:pt x="662590" y="2351877"/>
                </a:lnTo>
                <a:lnTo>
                  <a:pt x="662117" y="2352083"/>
                </a:lnTo>
                <a:lnTo>
                  <a:pt x="661633" y="2352277"/>
                </a:lnTo>
                <a:lnTo>
                  <a:pt x="661140" y="2352459"/>
                </a:lnTo>
                <a:lnTo>
                  <a:pt x="660636" y="2352629"/>
                </a:lnTo>
                <a:lnTo>
                  <a:pt x="660123" y="2352787"/>
                </a:lnTo>
                <a:lnTo>
                  <a:pt x="659600" y="2352934"/>
                </a:lnTo>
                <a:lnTo>
                  <a:pt x="659066" y="2353069"/>
                </a:lnTo>
                <a:lnTo>
                  <a:pt x="658523" y="2353192"/>
                </a:lnTo>
                <a:lnTo>
                  <a:pt x="657970" y="2353304"/>
                </a:lnTo>
                <a:lnTo>
                  <a:pt x="657406" y="2353404"/>
                </a:lnTo>
                <a:lnTo>
                  <a:pt x="656833" y="2353492"/>
                </a:lnTo>
                <a:lnTo>
                  <a:pt x="656250" y="2353568"/>
                </a:lnTo>
                <a:lnTo>
                  <a:pt x="655657" y="2353633"/>
                </a:lnTo>
                <a:lnTo>
                  <a:pt x="655054" y="2353686"/>
                </a:lnTo>
                <a:lnTo>
                  <a:pt x="654440" y="2353727"/>
                </a:lnTo>
                <a:lnTo>
                  <a:pt x="653817" y="2353756"/>
                </a:lnTo>
                <a:lnTo>
                  <a:pt x="653184" y="2353774"/>
                </a:lnTo>
                <a:lnTo>
                  <a:pt x="652541" y="2353779"/>
                </a:lnTo>
                <a:lnTo>
                  <a:pt x="651858" y="2353774"/>
                </a:lnTo>
                <a:lnTo>
                  <a:pt x="651190" y="2353756"/>
                </a:lnTo>
                <a:lnTo>
                  <a:pt x="650536" y="2353727"/>
                </a:lnTo>
                <a:lnTo>
                  <a:pt x="649897" y="2353686"/>
                </a:lnTo>
                <a:lnTo>
                  <a:pt x="649273" y="2353633"/>
                </a:lnTo>
                <a:lnTo>
                  <a:pt x="648663" y="2353568"/>
                </a:lnTo>
                <a:lnTo>
                  <a:pt x="648068" y="2353492"/>
                </a:lnTo>
                <a:lnTo>
                  <a:pt x="647488" y="2353404"/>
                </a:lnTo>
                <a:lnTo>
                  <a:pt x="646922" y="2353304"/>
                </a:lnTo>
                <a:close/>
                <a:moveTo>
                  <a:pt x="780121" y="2522117"/>
                </a:moveTo>
                <a:lnTo>
                  <a:pt x="780121" y="2497264"/>
                </a:lnTo>
                <a:lnTo>
                  <a:pt x="765581" y="2497264"/>
                </a:lnTo>
                <a:lnTo>
                  <a:pt x="765581" y="2522117"/>
                </a:lnTo>
                <a:lnTo>
                  <a:pt x="769469" y="2544265"/>
                </a:lnTo>
                <a:lnTo>
                  <a:pt x="776232" y="2544265"/>
                </a:lnTo>
                <a:lnTo>
                  <a:pt x="780121" y="2522117"/>
                </a:lnTo>
                <a:close/>
                <a:moveTo>
                  <a:pt x="754930" y="2497264"/>
                </a:moveTo>
                <a:lnTo>
                  <a:pt x="740390" y="2497264"/>
                </a:lnTo>
                <a:lnTo>
                  <a:pt x="740390" y="2522117"/>
                </a:lnTo>
                <a:lnTo>
                  <a:pt x="744278" y="2544265"/>
                </a:lnTo>
                <a:lnTo>
                  <a:pt x="751041" y="2544265"/>
                </a:lnTo>
                <a:lnTo>
                  <a:pt x="754930" y="2522117"/>
                </a:lnTo>
                <a:lnTo>
                  <a:pt x="754930" y="2497264"/>
                </a:lnTo>
                <a:close/>
                <a:moveTo>
                  <a:pt x="667263" y="2614364"/>
                </a:moveTo>
                <a:lnTo>
                  <a:pt x="668129" y="2614230"/>
                </a:lnTo>
                <a:lnTo>
                  <a:pt x="668984" y="2614082"/>
                </a:lnTo>
                <a:lnTo>
                  <a:pt x="669828" y="2613920"/>
                </a:lnTo>
                <a:lnTo>
                  <a:pt x="670661" y="2613744"/>
                </a:lnTo>
                <a:lnTo>
                  <a:pt x="671482" y="2613554"/>
                </a:lnTo>
                <a:lnTo>
                  <a:pt x="672293" y="2613350"/>
                </a:lnTo>
                <a:lnTo>
                  <a:pt x="673092" y="2613131"/>
                </a:lnTo>
                <a:lnTo>
                  <a:pt x="673880" y="2612899"/>
                </a:lnTo>
                <a:lnTo>
                  <a:pt x="674657" y="2612652"/>
                </a:lnTo>
                <a:lnTo>
                  <a:pt x="675423" y="2612392"/>
                </a:lnTo>
                <a:lnTo>
                  <a:pt x="676178" y="2612117"/>
                </a:lnTo>
                <a:lnTo>
                  <a:pt x="676921" y="2611828"/>
                </a:lnTo>
                <a:lnTo>
                  <a:pt x="677653" y="2611525"/>
                </a:lnTo>
                <a:lnTo>
                  <a:pt x="678375" y="2611208"/>
                </a:lnTo>
                <a:lnTo>
                  <a:pt x="679085" y="2610877"/>
                </a:lnTo>
                <a:lnTo>
                  <a:pt x="679796" y="2610533"/>
                </a:lnTo>
                <a:lnTo>
                  <a:pt x="680495" y="2610178"/>
                </a:lnTo>
                <a:lnTo>
                  <a:pt x="681179" y="2609810"/>
                </a:lnTo>
                <a:lnTo>
                  <a:pt x="681851" y="2609431"/>
                </a:lnTo>
                <a:lnTo>
                  <a:pt x="682509" y="2609040"/>
                </a:lnTo>
                <a:lnTo>
                  <a:pt x="683153" y="2608637"/>
                </a:lnTo>
                <a:lnTo>
                  <a:pt x="683784" y="2608223"/>
                </a:lnTo>
                <a:lnTo>
                  <a:pt x="684401" y="2607796"/>
                </a:lnTo>
                <a:lnTo>
                  <a:pt x="685005" y="2607359"/>
                </a:lnTo>
                <a:lnTo>
                  <a:pt x="685595" y="2606909"/>
                </a:lnTo>
                <a:lnTo>
                  <a:pt x="686172" y="2606447"/>
                </a:lnTo>
                <a:lnTo>
                  <a:pt x="686735" y="2605974"/>
                </a:lnTo>
                <a:lnTo>
                  <a:pt x="687285" y="2605489"/>
                </a:lnTo>
                <a:lnTo>
                  <a:pt x="687821" y="2604993"/>
                </a:lnTo>
                <a:lnTo>
                  <a:pt x="688344" y="2604484"/>
                </a:lnTo>
                <a:lnTo>
                  <a:pt x="688853" y="2603964"/>
                </a:lnTo>
                <a:lnTo>
                  <a:pt x="689349" y="2603432"/>
                </a:lnTo>
                <a:lnTo>
                  <a:pt x="689831" y="2602889"/>
                </a:lnTo>
                <a:lnTo>
                  <a:pt x="690300" y="2602333"/>
                </a:lnTo>
                <a:lnTo>
                  <a:pt x="690755" y="2601766"/>
                </a:lnTo>
                <a:lnTo>
                  <a:pt x="691197" y="2601187"/>
                </a:lnTo>
                <a:lnTo>
                  <a:pt x="691625" y="2600597"/>
                </a:lnTo>
                <a:lnTo>
                  <a:pt x="692040" y="2599995"/>
                </a:lnTo>
                <a:lnTo>
                  <a:pt x="692441" y="2599380"/>
                </a:lnTo>
                <a:lnTo>
                  <a:pt x="692841" y="2598742"/>
                </a:lnTo>
                <a:lnTo>
                  <a:pt x="693224" y="2598094"/>
                </a:lnTo>
                <a:lnTo>
                  <a:pt x="693590" y="2597436"/>
                </a:lnTo>
                <a:lnTo>
                  <a:pt x="693939" y="2596769"/>
                </a:lnTo>
                <a:lnTo>
                  <a:pt x="694271" y="2596093"/>
                </a:lnTo>
                <a:lnTo>
                  <a:pt x="694586" y="2595408"/>
                </a:lnTo>
                <a:lnTo>
                  <a:pt x="694884" y="2594712"/>
                </a:lnTo>
                <a:lnTo>
                  <a:pt x="695165" y="2594008"/>
                </a:lnTo>
                <a:lnTo>
                  <a:pt x="695429" y="2593294"/>
                </a:lnTo>
                <a:lnTo>
                  <a:pt x="695675" y="2592571"/>
                </a:lnTo>
                <a:lnTo>
                  <a:pt x="695905" y="2591838"/>
                </a:lnTo>
                <a:lnTo>
                  <a:pt x="696118" y="2591096"/>
                </a:lnTo>
                <a:lnTo>
                  <a:pt x="696314" y="2590345"/>
                </a:lnTo>
                <a:lnTo>
                  <a:pt x="696493" y="2589584"/>
                </a:lnTo>
                <a:lnTo>
                  <a:pt x="696654" y="2588814"/>
                </a:lnTo>
                <a:lnTo>
                  <a:pt x="696799" y="2588034"/>
                </a:lnTo>
                <a:lnTo>
                  <a:pt x="696927" y="2587245"/>
                </a:lnTo>
                <a:lnTo>
                  <a:pt x="697037" y="2586447"/>
                </a:lnTo>
                <a:lnTo>
                  <a:pt x="697131" y="2585639"/>
                </a:lnTo>
                <a:lnTo>
                  <a:pt x="697208" y="2584822"/>
                </a:lnTo>
                <a:lnTo>
                  <a:pt x="697267" y="2583996"/>
                </a:lnTo>
                <a:lnTo>
                  <a:pt x="697310" y="2583160"/>
                </a:lnTo>
                <a:lnTo>
                  <a:pt x="697335" y="2582314"/>
                </a:lnTo>
                <a:lnTo>
                  <a:pt x="697344" y="2581460"/>
                </a:lnTo>
                <a:lnTo>
                  <a:pt x="681452" y="2581460"/>
                </a:lnTo>
                <a:lnTo>
                  <a:pt x="681442" y="2582365"/>
                </a:lnTo>
                <a:lnTo>
                  <a:pt x="681412" y="2583251"/>
                </a:lnTo>
                <a:lnTo>
                  <a:pt x="681362" y="2584117"/>
                </a:lnTo>
                <a:lnTo>
                  <a:pt x="681292" y="2584963"/>
                </a:lnTo>
                <a:lnTo>
                  <a:pt x="681202" y="2585789"/>
                </a:lnTo>
                <a:lnTo>
                  <a:pt x="681092" y="2586595"/>
                </a:lnTo>
                <a:lnTo>
                  <a:pt x="680963" y="2587381"/>
                </a:lnTo>
                <a:lnTo>
                  <a:pt x="680813" y="2588147"/>
                </a:lnTo>
                <a:lnTo>
                  <a:pt x="680643" y="2588893"/>
                </a:lnTo>
                <a:lnTo>
                  <a:pt x="680454" y="2589619"/>
                </a:lnTo>
                <a:lnTo>
                  <a:pt x="680244" y="2590326"/>
                </a:lnTo>
                <a:lnTo>
                  <a:pt x="680014" y="2591012"/>
                </a:lnTo>
                <a:lnTo>
                  <a:pt x="679765" y="2591678"/>
                </a:lnTo>
                <a:lnTo>
                  <a:pt x="679496" y="2592324"/>
                </a:lnTo>
                <a:lnTo>
                  <a:pt x="679206" y="2592951"/>
                </a:lnTo>
                <a:lnTo>
                  <a:pt x="678897" y="2593557"/>
                </a:lnTo>
                <a:lnTo>
                  <a:pt x="678567" y="2594144"/>
                </a:lnTo>
                <a:lnTo>
                  <a:pt x="678218" y="2594710"/>
                </a:lnTo>
                <a:lnTo>
                  <a:pt x="677849" y="2595257"/>
                </a:lnTo>
                <a:lnTo>
                  <a:pt x="677460" y="2595783"/>
                </a:lnTo>
                <a:lnTo>
                  <a:pt x="677051" y="2596290"/>
                </a:lnTo>
                <a:lnTo>
                  <a:pt x="676621" y="2596777"/>
                </a:lnTo>
                <a:lnTo>
                  <a:pt x="676172" y="2597243"/>
                </a:lnTo>
                <a:lnTo>
                  <a:pt x="675703" y="2597690"/>
                </a:lnTo>
                <a:lnTo>
                  <a:pt x="675229" y="2598118"/>
                </a:lnTo>
                <a:lnTo>
                  <a:pt x="674737" y="2598527"/>
                </a:lnTo>
                <a:lnTo>
                  <a:pt x="674227" y="2598918"/>
                </a:lnTo>
                <a:lnTo>
                  <a:pt x="673698" y="2599292"/>
                </a:lnTo>
                <a:lnTo>
                  <a:pt x="673151" y="2599646"/>
                </a:lnTo>
                <a:lnTo>
                  <a:pt x="672586" y="2599983"/>
                </a:lnTo>
                <a:lnTo>
                  <a:pt x="672003" y="2600301"/>
                </a:lnTo>
                <a:lnTo>
                  <a:pt x="671401" y="2600602"/>
                </a:lnTo>
                <a:lnTo>
                  <a:pt x="670782" y="2600884"/>
                </a:lnTo>
                <a:lnTo>
                  <a:pt x="670144" y="2601148"/>
                </a:lnTo>
                <a:lnTo>
                  <a:pt x="669488" y="2601393"/>
                </a:lnTo>
                <a:lnTo>
                  <a:pt x="668814" y="2601621"/>
                </a:lnTo>
                <a:lnTo>
                  <a:pt x="668121" y="2601830"/>
                </a:lnTo>
                <a:lnTo>
                  <a:pt x="667411" y="2602021"/>
                </a:lnTo>
                <a:lnTo>
                  <a:pt x="666682" y="2602194"/>
                </a:lnTo>
                <a:lnTo>
                  <a:pt x="665935" y="2602349"/>
                </a:lnTo>
                <a:lnTo>
                  <a:pt x="665170" y="2602485"/>
                </a:lnTo>
                <a:lnTo>
                  <a:pt x="664386" y="2602603"/>
                </a:lnTo>
                <a:lnTo>
                  <a:pt x="663585" y="2602704"/>
                </a:lnTo>
                <a:lnTo>
                  <a:pt x="662765" y="2602785"/>
                </a:lnTo>
                <a:lnTo>
                  <a:pt x="661927" y="2602849"/>
                </a:lnTo>
                <a:lnTo>
                  <a:pt x="661071" y="2602895"/>
                </a:lnTo>
                <a:lnTo>
                  <a:pt x="660196" y="2602922"/>
                </a:lnTo>
                <a:lnTo>
                  <a:pt x="659304" y="2602931"/>
                </a:lnTo>
                <a:lnTo>
                  <a:pt x="658492" y="2602919"/>
                </a:lnTo>
                <a:lnTo>
                  <a:pt x="657693" y="2602883"/>
                </a:lnTo>
                <a:lnTo>
                  <a:pt x="656905" y="2602823"/>
                </a:lnTo>
                <a:lnTo>
                  <a:pt x="656129" y="2602738"/>
                </a:lnTo>
                <a:lnTo>
                  <a:pt x="655365" y="2602630"/>
                </a:lnTo>
                <a:lnTo>
                  <a:pt x="654612" y="2602498"/>
                </a:lnTo>
                <a:lnTo>
                  <a:pt x="653871" y="2602341"/>
                </a:lnTo>
                <a:lnTo>
                  <a:pt x="653142" y="2602161"/>
                </a:lnTo>
                <a:lnTo>
                  <a:pt x="652425" y="2601956"/>
                </a:lnTo>
                <a:lnTo>
                  <a:pt x="651719" y="2601728"/>
                </a:lnTo>
                <a:lnTo>
                  <a:pt x="651025" y="2601475"/>
                </a:lnTo>
                <a:lnTo>
                  <a:pt x="650343" y="2601198"/>
                </a:lnTo>
                <a:lnTo>
                  <a:pt x="649673" y="2600897"/>
                </a:lnTo>
                <a:lnTo>
                  <a:pt x="649014" y="2600572"/>
                </a:lnTo>
                <a:lnTo>
                  <a:pt x="648367" y="2600223"/>
                </a:lnTo>
                <a:lnTo>
                  <a:pt x="647732" y="2599850"/>
                </a:lnTo>
                <a:lnTo>
                  <a:pt x="647109" y="2599453"/>
                </a:lnTo>
                <a:lnTo>
                  <a:pt x="646497" y="2599032"/>
                </a:lnTo>
                <a:lnTo>
                  <a:pt x="645897" y="2598587"/>
                </a:lnTo>
                <a:lnTo>
                  <a:pt x="645309" y="2598117"/>
                </a:lnTo>
                <a:lnTo>
                  <a:pt x="644732" y="2597624"/>
                </a:lnTo>
                <a:lnTo>
                  <a:pt x="644168" y="2597106"/>
                </a:lnTo>
                <a:lnTo>
                  <a:pt x="643615" y="2596565"/>
                </a:lnTo>
                <a:lnTo>
                  <a:pt x="643073" y="2595999"/>
                </a:lnTo>
                <a:lnTo>
                  <a:pt x="642549" y="2595411"/>
                </a:lnTo>
                <a:lnTo>
                  <a:pt x="642047" y="2594799"/>
                </a:lnTo>
                <a:lnTo>
                  <a:pt x="641568" y="2594166"/>
                </a:lnTo>
                <a:lnTo>
                  <a:pt x="641110" y="2593510"/>
                </a:lnTo>
                <a:lnTo>
                  <a:pt x="640675" y="2592832"/>
                </a:lnTo>
                <a:lnTo>
                  <a:pt x="640263" y="2592132"/>
                </a:lnTo>
                <a:lnTo>
                  <a:pt x="639872" y="2591409"/>
                </a:lnTo>
                <a:lnTo>
                  <a:pt x="639504" y="2590664"/>
                </a:lnTo>
                <a:lnTo>
                  <a:pt x="639158" y="2589897"/>
                </a:lnTo>
                <a:lnTo>
                  <a:pt x="638835" y="2589107"/>
                </a:lnTo>
                <a:lnTo>
                  <a:pt x="638534" y="2588296"/>
                </a:lnTo>
                <a:lnTo>
                  <a:pt x="638255" y="2587461"/>
                </a:lnTo>
                <a:lnTo>
                  <a:pt x="637998" y="2586605"/>
                </a:lnTo>
                <a:lnTo>
                  <a:pt x="637764" y="2585726"/>
                </a:lnTo>
                <a:lnTo>
                  <a:pt x="637552" y="2584825"/>
                </a:lnTo>
                <a:lnTo>
                  <a:pt x="637363" y="2583902"/>
                </a:lnTo>
                <a:lnTo>
                  <a:pt x="637195" y="2582956"/>
                </a:lnTo>
                <a:lnTo>
                  <a:pt x="637050" y="2581988"/>
                </a:lnTo>
                <a:lnTo>
                  <a:pt x="636928" y="2580997"/>
                </a:lnTo>
                <a:lnTo>
                  <a:pt x="636827" y="2579985"/>
                </a:lnTo>
                <a:lnTo>
                  <a:pt x="636749" y="2578950"/>
                </a:lnTo>
                <a:lnTo>
                  <a:pt x="636693" y="2577893"/>
                </a:lnTo>
                <a:lnTo>
                  <a:pt x="636660" y="2576813"/>
                </a:lnTo>
                <a:lnTo>
                  <a:pt x="636649" y="2575711"/>
                </a:lnTo>
                <a:lnTo>
                  <a:pt x="636649" y="2572837"/>
                </a:lnTo>
                <a:lnTo>
                  <a:pt x="697344" y="2572837"/>
                </a:lnTo>
                <a:lnTo>
                  <a:pt x="697344" y="2561340"/>
                </a:lnTo>
                <a:lnTo>
                  <a:pt x="697336" y="2560471"/>
                </a:lnTo>
                <a:lnTo>
                  <a:pt x="697311" y="2559610"/>
                </a:lnTo>
                <a:lnTo>
                  <a:pt x="697270" y="2558757"/>
                </a:lnTo>
                <a:lnTo>
                  <a:pt x="697212" y="2557912"/>
                </a:lnTo>
                <a:lnTo>
                  <a:pt x="697138" y="2557076"/>
                </a:lnTo>
                <a:lnTo>
                  <a:pt x="697048" y="2556247"/>
                </a:lnTo>
                <a:lnTo>
                  <a:pt x="696941" y="2555427"/>
                </a:lnTo>
                <a:lnTo>
                  <a:pt x="696818" y="2554615"/>
                </a:lnTo>
                <a:lnTo>
                  <a:pt x="696678" y="2553812"/>
                </a:lnTo>
                <a:lnTo>
                  <a:pt x="696522" y="2553016"/>
                </a:lnTo>
                <a:lnTo>
                  <a:pt x="696349" y="2552229"/>
                </a:lnTo>
                <a:lnTo>
                  <a:pt x="696160" y="2551450"/>
                </a:lnTo>
                <a:lnTo>
                  <a:pt x="695955" y="2550679"/>
                </a:lnTo>
                <a:lnTo>
                  <a:pt x="695733" y="2549917"/>
                </a:lnTo>
                <a:lnTo>
                  <a:pt x="695495" y="2549162"/>
                </a:lnTo>
                <a:lnTo>
                  <a:pt x="695240" y="2548416"/>
                </a:lnTo>
                <a:lnTo>
                  <a:pt x="694969" y="2547678"/>
                </a:lnTo>
                <a:lnTo>
                  <a:pt x="694681" y="2546949"/>
                </a:lnTo>
                <a:lnTo>
                  <a:pt x="694377" y="2546227"/>
                </a:lnTo>
                <a:lnTo>
                  <a:pt x="694056" y="2545514"/>
                </a:lnTo>
                <a:lnTo>
                  <a:pt x="693720" y="2544809"/>
                </a:lnTo>
                <a:lnTo>
                  <a:pt x="693366" y="2544112"/>
                </a:lnTo>
                <a:lnTo>
                  <a:pt x="692996" y="2543423"/>
                </a:lnTo>
                <a:lnTo>
                  <a:pt x="692610" y="2542743"/>
                </a:lnTo>
                <a:lnTo>
                  <a:pt x="692223" y="2542073"/>
                </a:lnTo>
                <a:lnTo>
                  <a:pt x="691822" y="2541414"/>
                </a:lnTo>
                <a:lnTo>
                  <a:pt x="691408" y="2540767"/>
                </a:lnTo>
                <a:lnTo>
                  <a:pt x="690980" y="2540132"/>
                </a:lnTo>
                <a:lnTo>
                  <a:pt x="690539" y="2539508"/>
                </a:lnTo>
                <a:lnTo>
                  <a:pt x="690085" y="2538897"/>
                </a:lnTo>
                <a:lnTo>
                  <a:pt x="689616" y="2538297"/>
                </a:lnTo>
                <a:lnTo>
                  <a:pt x="689135" y="2537709"/>
                </a:lnTo>
                <a:lnTo>
                  <a:pt x="688640" y="2537132"/>
                </a:lnTo>
                <a:lnTo>
                  <a:pt x="688131" y="2536567"/>
                </a:lnTo>
                <a:lnTo>
                  <a:pt x="687609" y="2536014"/>
                </a:lnTo>
                <a:lnTo>
                  <a:pt x="687073" y="2535473"/>
                </a:lnTo>
                <a:lnTo>
                  <a:pt x="686524" y="2534944"/>
                </a:lnTo>
                <a:lnTo>
                  <a:pt x="685961" y="2534426"/>
                </a:lnTo>
                <a:lnTo>
                  <a:pt x="685385" y="2533920"/>
                </a:lnTo>
                <a:lnTo>
                  <a:pt x="684795" y="2533426"/>
                </a:lnTo>
                <a:lnTo>
                  <a:pt x="684192" y="2532943"/>
                </a:lnTo>
                <a:lnTo>
                  <a:pt x="683575" y="2532472"/>
                </a:lnTo>
                <a:lnTo>
                  <a:pt x="682945" y="2532013"/>
                </a:lnTo>
                <a:lnTo>
                  <a:pt x="682302" y="2531566"/>
                </a:lnTo>
                <a:lnTo>
                  <a:pt x="681644" y="2531130"/>
                </a:lnTo>
                <a:lnTo>
                  <a:pt x="680974" y="2530706"/>
                </a:lnTo>
                <a:lnTo>
                  <a:pt x="680290" y="2530294"/>
                </a:lnTo>
                <a:lnTo>
                  <a:pt x="679592" y="2529894"/>
                </a:lnTo>
                <a:lnTo>
                  <a:pt x="678896" y="2529508"/>
                </a:lnTo>
                <a:lnTo>
                  <a:pt x="678188" y="2529138"/>
                </a:lnTo>
                <a:lnTo>
                  <a:pt x="677468" y="2528785"/>
                </a:lnTo>
                <a:lnTo>
                  <a:pt x="676736" y="2528448"/>
                </a:lnTo>
                <a:lnTo>
                  <a:pt x="675993" y="2528127"/>
                </a:lnTo>
                <a:lnTo>
                  <a:pt x="675238" y="2527823"/>
                </a:lnTo>
                <a:lnTo>
                  <a:pt x="674472" y="2527535"/>
                </a:lnTo>
                <a:lnTo>
                  <a:pt x="673693" y="2527264"/>
                </a:lnTo>
                <a:lnTo>
                  <a:pt x="672903" y="2527009"/>
                </a:lnTo>
                <a:lnTo>
                  <a:pt x="672101" y="2526771"/>
                </a:lnTo>
                <a:lnTo>
                  <a:pt x="671288" y="2526549"/>
                </a:lnTo>
                <a:lnTo>
                  <a:pt x="670462" y="2526344"/>
                </a:lnTo>
                <a:lnTo>
                  <a:pt x="669625" y="2526155"/>
                </a:lnTo>
                <a:lnTo>
                  <a:pt x="668776" y="2525982"/>
                </a:lnTo>
                <a:lnTo>
                  <a:pt x="667916" y="2525826"/>
                </a:lnTo>
                <a:lnTo>
                  <a:pt x="667043" y="2525686"/>
                </a:lnTo>
                <a:lnTo>
                  <a:pt x="666159" y="2525563"/>
                </a:lnTo>
                <a:lnTo>
                  <a:pt x="665263" y="2525456"/>
                </a:lnTo>
                <a:lnTo>
                  <a:pt x="664356" y="2525366"/>
                </a:lnTo>
                <a:lnTo>
                  <a:pt x="663437" y="2525292"/>
                </a:lnTo>
                <a:lnTo>
                  <a:pt x="662505" y="2525234"/>
                </a:lnTo>
                <a:lnTo>
                  <a:pt x="661563" y="2525193"/>
                </a:lnTo>
                <a:lnTo>
                  <a:pt x="660608" y="2525168"/>
                </a:lnTo>
                <a:lnTo>
                  <a:pt x="659642" y="2525160"/>
                </a:lnTo>
                <a:lnTo>
                  <a:pt x="658605" y="2525170"/>
                </a:lnTo>
                <a:lnTo>
                  <a:pt x="657580" y="2525198"/>
                </a:lnTo>
                <a:lnTo>
                  <a:pt x="656567" y="2525245"/>
                </a:lnTo>
                <a:lnTo>
                  <a:pt x="655566" y="2525311"/>
                </a:lnTo>
                <a:lnTo>
                  <a:pt x="654576" y="2525395"/>
                </a:lnTo>
                <a:lnTo>
                  <a:pt x="653598" y="2525498"/>
                </a:lnTo>
                <a:lnTo>
                  <a:pt x="652631" y="2525620"/>
                </a:lnTo>
                <a:lnTo>
                  <a:pt x="651677" y="2525761"/>
                </a:lnTo>
                <a:lnTo>
                  <a:pt x="650734" y="2525921"/>
                </a:lnTo>
                <a:lnTo>
                  <a:pt x="649803" y="2526099"/>
                </a:lnTo>
                <a:lnTo>
                  <a:pt x="648884" y="2526297"/>
                </a:lnTo>
                <a:lnTo>
                  <a:pt x="647976" y="2526513"/>
                </a:lnTo>
                <a:lnTo>
                  <a:pt x="647080" y="2526748"/>
                </a:lnTo>
                <a:lnTo>
                  <a:pt x="646196" y="2527001"/>
                </a:lnTo>
                <a:lnTo>
                  <a:pt x="645324" y="2527274"/>
                </a:lnTo>
                <a:lnTo>
                  <a:pt x="644463" y="2527565"/>
                </a:lnTo>
                <a:lnTo>
                  <a:pt x="643615" y="2527875"/>
                </a:lnTo>
                <a:lnTo>
                  <a:pt x="642777" y="2528203"/>
                </a:lnTo>
                <a:lnTo>
                  <a:pt x="641952" y="2528551"/>
                </a:lnTo>
                <a:lnTo>
                  <a:pt x="641138" y="2528917"/>
                </a:lnTo>
                <a:lnTo>
                  <a:pt x="640337" y="2529302"/>
                </a:lnTo>
                <a:lnTo>
                  <a:pt x="639546" y="2529706"/>
                </a:lnTo>
                <a:lnTo>
                  <a:pt x="638768" y="2530129"/>
                </a:lnTo>
                <a:lnTo>
                  <a:pt x="638001" y="2530570"/>
                </a:lnTo>
                <a:lnTo>
                  <a:pt x="637248" y="2531015"/>
                </a:lnTo>
                <a:lnTo>
                  <a:pt x="636509" y="2531474"/>
                </a:lnTo>
                <a:lnTo>
                  <a:pt x="635785" y="2531949"/>
                </a:lnTo>
                <a:lnTo>
                  <a:pt x="635076" y="2532439"/>
                </a:lnTo>
                <a:lnTo>
                  <a:pt x="634381" y="2532945"/>
                </a:lnTo>
                <a:lnTo>
                  <a:pt x="633701" y="2533465"/>
                </a:lnTo>
                <a:lnTo>
                  <a:pt x="633035" y="2534001"/>
                </a:lnTo>
                <a:lnTo>
                  <a:pt x="632385" y="2534553"/>
                </a:lnTo>
                <a:lnTo>
                  <a:pt x="631748" y="2535119"/>
                </a:lnTo>
                <a:lnTo>
                  <a:pt x="631127" y="2535701"/>
                </a:lnTo>
                <a:lnTo>
                  <a:pt x="630520" y="2536298"/>
                </a:lnTo>
                <a:lnTo>
                  <a:pt x="629928" y="2536910"/>
                </a:lnTo>
                <a:lnTo>
                  <a:pt x="629351" y="2537538"/>
                </a:lnTo>
                <a:lnTo>
                  <a:pt x="628788" y="2538181"/>
                </a:lnTo>
                <a:lnTo>
                  <a:pt x="628240" y="2538839"/>
                </a:lnTo>
                <a:lnTo>
                  <a:pt x="627707" y="2539512"/>
                </a:lnTo>
                <a:lnTo>
                  <a:pt x="627188" y="2540201"/>
                </a:lnTo>
                <a:lnTo>
                  <a:pt x="626684" y="2540905"/>
                </a:lnTo>
                <a:lnTo>
                  <a:pt x="626195" y="2541624"/>
                </a:lnTo>
                <a:lnTo>
                  <a:pt x="625720" y="2542358"/>
                </a:lnTo>
                <a:lnTo>
                  <a:pt x="625260" y="2543108"/>
                </a:lnTo>
                <a:lnTo>
                  <a:pt x="624815" y="2543873"/>
                </a:lnTo>
                <a:lnTo>
                  <a:pt x="624385" y="2544653"/>
                </a:lnTo>
                <a:lnTo>
                  <a:pt x="623969" y="2545448"/>
                </a:lnTo>
                <a:lnTo>
                  <a:pt x="623569" y="2546258"/>
                </a:lnTo>
                <a:lnTo>
                  <a:pt x="623186" y="2547079"/>
                </a:lnTo>
                <a:lnTo>
                  <a:pt x="622820" y="2547913"/>
                </a:lnTo>
                <a:lnTo>
                  <a:pt x="622471" y="2548759"/>
                </a:lnTo>
                <a:lnTo>
                  <a:pt x="622139" y="2549618"/>
                </a:lnTo>
                <a:lnTo>
                  <a:pt x="621824" y="2550489"/>
                </a:lnTo>
                <a:lnTo>
                  <a:pt x="621526" y="2551372"/>
                </a:lnTo>
                <a:lnTo>
                  <a:pt x="621245" y="2552267"/>
                </a:lnTo>
                <a:lnTo>
                  <a:pt x="620981" y="2553175"/>
                </a:lnTo>
                <a:lnTo>
                  <a:pt x="620734" y="2554095"/>
                </a:lnTo>
                <a:lnTo>
                  <a:pt x="620504" y="2555028"/>
                </a:lnTo>
                <a:lnTo>
                  <a:pt x="620292" y="2555973"/>
                </a:lnTo>
                <a:lnTo>
                  <a:pt x="620096" y="2556930"/>
                </a:lnTo>
                <a:lnTo>
                  <a:pt x="619917" y="2557899"/>
                </a:lnTo>
                <a:lnTo>
                  <a:pt x="619755" y="2558881"/>
                </a:lnTo>
                <a:lnTo>
                  <a:pt x="619611" y="2559875"/>
                </a:lnTo>
                <a:lnTo>
                  <a:pt x="619483" y="2560882"/>
                </a:lnTo>
                <a:lnTo>
                  <a:pt x="619372" y="2561901"/>
                </a:lnTo>
                <a:lnTo>
                  <a:pt x="619279" y="2562932"/>
                </a:lnTo>
                <a:lnTo>
                  <a:pt x="619202" y="2563975"/>
                </a:lnTo>
                <a:lnTo>
                  <a:pt x="619142" y="2565031"/>
                </a:lnTo>
                <a:lnTo>
                  <a:pt x="619100" y="2566099"/>
                </a:lnTo>
                <a:lnTo>
                  <a:pt x="619074" y="2567180"/>
                </a:lnTo>
                <a:lnTo>
                  <a:pt x="619066" y="2568272"/>
                </a:lnTo>
                <a:lnTo>
                  <a:pt x="619066" y="2571823"/>
                </a:lnTo>
                <a:lnTo>
                  <a:pt x="619073" y="2572874"/>
                </a:lnTo>
                <a:lnTo>
                  <a:pt x="619095" y="2573916"/>
                </a:lnTo>
                <a:lnTo>
                  <a:pt x="619132" y="2574948"/>
                </a:lnTo>
                <a:lnTo>
                  <a:pt x="619183" y="2575969"/>
                </a:lnTo>
                <a:lnTo>
                  <a:pt x="619249" y="2576981"/>
                </a:lnTo>
                <a:lnTo>
                  <a:pt x="619330" y="2577983"/>
                </a:lnTo>
                <a:lnTo>
                  <a:pt x="619425" y="2578975"/>
                </a:lnTo>
                <a:lnTo>
                  <a:pt x="619535" y="2579957"/>
                </a:lnTo>
                <a:lnTo>
                  <a:pt x="619660" y="2580928"/>
                </a:lnTo>
                <a:lnTo>
                  <a:pt x="619800" y="2581890"/>
                </a:lnTo>
                <a:lnTo>
                  <a:pt x="619954" y="2582842"/>
                </a:lnTo>
                <a:lnTo>
                  <a:pt x="620122" y="2583784"/>
                </a:lnTo>
                <a:lnTo>
                  <a:pt x="620306" y="2584716"/>
                </a:lnTo>
                <a:lnTo>
                  <a:pt x="620504" y="2585638"/>
                </a:lnTo>
                <a:lnTo>
                  <a:pt x="620717" y="2586550"/>
                </a:lnTo>
                <a:lnTo>
                  <a:pt x="620944" y="2587452"/>
                </a:lnTo>
                <a:lnTo>
                  <a:pt x="621186" y="2588344"/>
                </a:lnTo>
                <a:lnTo>
                  <a:pt x="621443" y="2589226"/>
                </a:lnTo>
                <a:lnTo>
                  <a:pt x="621715" y="2590098"/>
                </a:lnTo>
                <a:lnTo>
                  <a:pt x="622001" y="2590960"/>
                </a:lnTo>
                <a:lnTo>
                  <a:pt x="622302" y="2591812"/>
                </a:lnTo>
                <a:lnTo>
                  <a:pt x="622617" y="2592654"/>
                </a:lnTo>
                <a:lnTo>
                  <a:pt x="622948" y="2593487"/>
                </a:lnTo>
                <a:lnTo>
                  <a:pt x="623292" y="2594309"/>
                </a:lnTo>
                <a:lnTo>
                  <a:pt x="623666" y="2595118"/>
                </a:lnTo>
                <a:lnTo>
                  <a:pt x="624056" y="2595912"/>
                </a:lnTo>
                <a:lnTo>
                  <a:pt x="624460" y="2596691"/>
                </a:lnTo>
                <a:lnTo>
                  <a:pt x="624880" y="2597455"/>
                </a:lnTo>
                <a:lnTo>
                  <a:pt x="625315" y="2598204"/>
                </a:lnTo>
                <a:lnTo>
                  <a:pt x="625765" y="2598937"/>
                </a:lnTo>
                <a:lnTo>
                  <a:pt x="626231" y="2599655"/>
                </a:lnTo>
                <a:lnTo>
                  <a:pt x="626711" y="2600357"/>
                </a:lnTo>
                <a:lnTo>
                  <a:pt x="627207" y="2601045"/>
                </a:lnTo>
                <a:lnTo>
                  <a:pt x="627719" y="2601717"/>
                </a:lnTo>
                <a:lnTo>
                  <a:pt x="628245" y="2602374"/>
                </a:lnTo>
                <a:lnTo>
                  <a:pt x="628787" y="2603016"/>
                </a:lnTo>
                <a:lnTo>
                  <a:pt x="629344" y="2603642"/>
                </a:lnTo>
                <a:lnTo>
                  <a:pt x="629917" y="2604253"/>
                </a:lnTo>
                <a:lnTo>
                  <a:pt x="630504" y="2604849"/>
                </a:lnTo>
                <a:lnTo>
                  <a:pt x="631107" y="2605429"/>
                </a:lnTo>
                <a:lnTo>
                  <a:pt x="631725" y="2605995"/>
                </a:lnTo>
                <a:lnTo>
                  <a:pt x="632359" y="2606545"/>
                </a:lnTo>
                <a:lnTo>
                  <a:pt x="633007" y="2607080"/>
                </a:lnTo>
                <a:lnTo>
                  <a:pt x="633671" y="2607599"/>
                </a:lnTo>
                <a:lnTo>
                  <a:pt x="634350" y="2608103"/>
                </a:lnTo>
                <a:lnTo>
                  <a:pt x="635045" y="2608592"/>
                </a:lnTo>
                <a:lnTo>
                  <a:pt x="635755" y="2609066"/>
                </a:lnTo>
                <a:lnTo>
                  <a:pt x="636480" y="2609525"/>
                </a:lnTo>
                <a:lnTo>
                  <a:pt x="637234" y="2609966"/>
                </a:lnTo>
                <a:lnTo>
                  <a:pt x="638005" y="2610389"/>
                </a:lnTo>
                <a:lnTo>
                  <a:pt x="638791" y="2610793"/>
                </a:lnTo>
                <a:lnTo>
                  <a:pt x="639593" y="2611178"/>
                </a:lnTo>
                <a:lnTo>
                  <a:pt x="640411" y="2611544"/>
                </a:lnTo>
                <a:lnTo>
                  <a:pt x="641245" y="2611892"/>
                </a:lnTo>
                <a:lnTo>
                  <a:pt x="642095" y="2612220"/>
                </a:lnTo>
                <a:lnTo>
                  <a:pt x="642961" y="2612530"/>
                </a:lnTo>
                <a:lnTo>
                  <a:pt x="643842" y="2612821"/>
                </a:lnTo>
                <a:lnTo>
                  <a:pt x="644739" y="2613094"/>
                </a:lnTo>
                <a:lnTo>
                  <a:pt x="645652" y="2613347"/>
                </a:lnTo>
                <a:lnTo>
                  <a:pt x="646581" y="2613582"/>
                </a:lnTo>
                <a:lnTo>
                  <a:pt x="647526" y="2613798"/>
                </a:lnTo>
                <a:lnTo>
                  <a:pt x="648487" y="2613996"/>
                </a:lnTo>
                <a:lnTo>
                  <a:pt x="649464" y="2614174"/>
                </a:lnTo>
                <a:lnTo>
                  <a:pt x="650456" y="2614334"/>
                </a:lnTo>
                <a:lnTo>
                  <a:pt x="651464" y="2614475"/>
                </a:lnTo>
                <a:lnTo>
                  <a:pt x="652488" y="2614597"/>
                </a:lnTo>
                <a:lnTo>
                  <a:pt x="653528" y="2614700"/>
                </a:lnTo>
                <a:lnTo>
                  <a:pt x="654584" y="2614785"/>
                </a:lnTo>
                <a:lnTo>
                  <a:pt x="655656" y="2614850"/>
                </a:lnTo>
                <a:lnTo>
                  <a:pt x="656743" y="2614897"/>
                </a:lnTo>
                <a:lnTo>
                  <a:pt x="657846" y="2614925"/>
                </a:lnTo>
                <a:lnTo>
                  <a:pt x="658966" y="2614935"/>
                </a:lnTo>
                <a:lnTo>
                  <a:pt x="659932" y="2614928"/>
                </a:lnTo>
                <a:lnTo>
                  <a:pt x="660888" y="2614907"/>
                </a:lnTo>
                <a:lnTo>
                  <a:pt x="661832" y="2614871"/>
                </a:lnTo>
                <a:lnTo>
                  <a:pt x="662765" y="2614822"/>
                </a:lnTo>
                <a:lnTo>
                  <a:pt x="663687" y="2614759"/>
                </a:lnTo>
                <a:lnTo>
                  <a:pt x="664598" y="2614681"/>
                </a:lnTo>
                <a:lnTo>
                  <a:pt x="665497" y="2614590"/>
                </a:lnTo>
                <a:lnTo>
                  <a:pt x="666386" y="2614484"/>
                </a:lnTo>
                <a:lnTo>
                  <a:pt x="667263" y="2614364"/>
                </a:lnTo>
                <a:close/>
                <a:moveTo>
                  <a:pt x="637100" y="2557208"/>
                </a:moveTo>
                <a:lnTo>
                  <a:pt x="637174" y="2556739"/>
                </a:lnTo>
                <a:lnTo>
                  <a:pt x="637258" y="2556271"/>
                </a:lnTo>
                <a:lnTo>
                  <a:pt x="637351" y="2555804"/>
                </a:lnTo>
                <a:lnTo>
                  <a:pt x="637452" y="2555339"/>
                </a:lnTo>
                <a:lnTo>
                  <a:pt x="637562" y="2554874"/>
                </a:lnTo>
                <a:lnTo>
                  <a:pt x="637681" y="2554411"/>
                </a:lnTo>
                <a:lnTo>
                  <a:pt x="637808" y="2553949"/>
                </a:lnTo>
                <a:lnTo>
                  <a:pt x="637945" y="2553488"/>
                </a:lnTo>
                <a:lnTo>
                  <a:pt x="638090" y="2553029"/>
                </a:lnTo>
                <a:lnTo>
                  <a:pt x="638244" y="2552570"/>
                </a:lnTo>
                <a:lnTo>
                  <a:pt x="638407" y="2552113"/>
                </a:lnTo>
                <a:lnTo>
                  <a:pt x="638579" y="2551657"/>
                </a:lnTo>
                <a:lnTo>
                  <a:pt x="638759" y="2551202"/>
                </a:lnTo>
                <a:lnTo>
                  <a:pt x="638949" y="2550748"/>
                </a:lnTo>
                <a:lnTo>
                  <a:pt x="639147" y="2550295"/>
                </a:lnTo>
                <a:lnTo>
                  <a:pt x="639354" y="2549844"/>
                </a:lnTo>
                <a:lnTo>
                  <a:pt x="639583" y="2549383"/>
                </a:lnTo>
                <a:lnTo>
                  <a:pt x="639820" y="2548928"/>
                </a:lnTo>
                <a:lnTo>
                  <a:pt x="640064" y="2548481"/>
                </a:lnTo>
                <a:lnTo>
                  <a:pt x="640317" y="2548041"/>
                </a:lnTo>
                <a:lnTo>
                  <a:pt x="640576" y="2547607"/>
                </a:lnTo>
                <a:lnTo>
                  <a:pt x="640844" y="2547181"/>
                </a:lnTo>
                <a:lnTo>
                  <a:pt x="641119" y="2546762"/>
                </a:lnTo>
                <a:lnTo>
                  <a:pt x="641401" y="2546350"/>
                </a:lnTo>
                <a:lnTo>
                  <a:pt x="641692" y="2545945"/>
                </a:lnTo>
                <a:lnTo>
                  <a:pt x="641990" y="2545547"/>
                </a:lnTo>
                <a:lnTo>
                  <a:pt x="642295" y="2545156"/>
                </a:lnTo>
                <a:lnTo>
                  <a:pt x="642608" y="2544772"/>
                </a:lnTo>
                <a:lnTo>
                  <a:pt x="642929" y="2544395"/>
                </a:lnTo>
                <a:lnTo>
                  <a:pt x="643258" y="2544025"/>
                </a:lnTo>
                <a:lnTo>
                  <a:pt x="643594" y="2543662"/>
                </a:lnTo>
                <a:lnTo>
                  <a:pt x="643937" y="2543307"/>
                </a:lnTo>
                <a:lnTo>
                  <a:pt x="644289" y="2542958"/>
                </a:lnTo>
                <a:lnTo>
                  <a:pt x="644648" y="2542616"/>
                </a:lnTo>
                <a:lnTo>
                  <a:pt x="645014" y="2542282"/>
                </a:lnTo>
                <a:lnTo>
                  <a:pt x="645389" y="2541954"/>
                </a:lnTo>
                <a:lnTo>
                  <a:pt x="645770" y="2541634"/>
                </a:lnTo>
                <a:lnTo>
                  <a:pt x="646160" y="2541320"/>
                </a:lnTo>
                <a:lnTo>
                  <a:pt x="646557" y="2541014"/>
                </a:lnTo>
                <a:lnTo>
                  <a:pt x="646962" y="2540714"/>
                </a:lnTo>
                <a:lnTo>
                  <a:pt x="647388" y="2540425"/>
                </a:lnTo>
                <a:lnTo>
                  <a:pt x="647822" y="2540147"/>
                </a:lnTo>
                <a:lnTo>
                  <a:pt x="648264" y="2539882"/>
                </a:lnTo>
                <a:lnTo>
                  <a:pt x="648714" y="2539630"/>
                </a:lnTo>
                <a:lnTo>
                  <a:pt x="649171" y="2539389"/>
                </a:lnTo>
                <a:lnTo>
                  <a:pt x="649635" y="2539161"/>
                </a:lnTo>
                <a:lnTo>
                  <a:pt x="650107" y="2538945"/>
                </a:lnTo>
                <a:lnTo>
                  <a:pt x="650587" y="2538742"/>
                </a:lnTo>
                <a:lnTo>
                  <a:pt x="651075" y="2538551"/>
                </a:lnTo>
                <a:lnTo>
                  <a:pt x="651570" y="2538372"/>
                </a:lnTo>
                <a:lnTo>
                  <a:pt x="652073" y="2538206"/>
                </a:lnTo>
                <a:lnTo>
                  <a:pt x="652583" y="2538052"/>
                </a:lnTo>
                <a:lnTo>
                  <a:pt x="653101" y="2537910"/>
                </a:lnTo>
                <a:lnTo>
                  <a:pt x="653627" y="2537780"/>
                </a:lnTo>
                <a:lnTo>
                  <a:pt x="654160" y="2537663"/>
                </a:lnTo>
                <a:lnTo>
                  <a:pt x="654701" y="2537558"/>
                </a:lnTo>
                <a:lnTo>
                  <a:pt x="655250" y="2537466"/>
                </a:lnTo>
                <a:lnTo>
                  <a:pt x="655806" y="2537386"/>
                </a:lnTo>
                <a:lnTo>
                  <a:pt x="656370" y="2537318"/>
                </a:lnTo>
                <a:lnTo>
                  <a:pt x="656941" y="2537263"/>
                </a:lnTo>
                <a:lnTo>
                  <a:pt x="657521" y="2537219"/>
                </a:lnTo>
                <a:lnTo>
                  <a:pt x="658107" y="2537189"/>
                </a:lnTo>
                <a:lnTo>
                  <a:pt x="658702" y="2537170"/>
                </a:lnTo>
                <a:lnTo>
                  <a:pt x="659304" y="2537164"/>
                </a:lnTo>
                <a:lnTo>
                  <a:pt x="659836" y="2537169"/>
                </a:lnTo>
                <a:lnTo>
                  <a:pt x="660364" y="2537184"/>
                </a:lnTo>
                <a:lnTo>
                  <a:pt x="660886" y="2537209"/>
                </a:lnTo>
                <a:lnTo>
                  <a:pt x="661403" y="2537244"/>
                </a:lnTo>
                <a:lnTo>
                  <a:pt x="661915" y="2537289"/>
                </a:lnTo>
                <a:lnTo>
                  <a:pt x="662421" y="2537344"/>
                </a:lnTo>
                <a:lnTo>
                  <a:pt x="662922" y="2537409"/>
                </a:lnTo>
                <a:lnTo>
                  <a:pt x="663418" y="2537483"/>
                </a:lnTo>
                <a:lnTo>
                  <a:pt x="663908" y="2537568"/>
                </a:lnTo>
                <a:lnTo>
                  <a:pt x="664393" y="2537663"/>
                </a:lnTo>
                <a:lnTo>
                  <a:pt x="664873" y="2537768"/>
                </a:lnTo>
                <a:lnTo>
                  <a:pt x="665348" y="2537883"/>
                </a:lnTo>
                <a:lnTo>
                  <a:pt x="665817" y="2538007"/>
                </a:lnTo>
                <a:lnTo>
                  <a:pt x="666281" y="2538142"/>
                </a:lnTo>
                <a:lnTo>
                  <a:pt x="666740" y="2538287"/>
                </a:lnTo>
                <a:lnTo>
                  <a:pt x="667194" y="2538441"/>
                </a:lnTo>
                <a:lnTo>
                  <a:pt x="667642" y="2538606"/>
                </a:lnTo>
                <a:lnTo>
                  <a:pt x="668085" y="2538781"/>
                </a:lnTo>
                <a:lnTo>
                  <a:pt x="668522" y="2538965"/>
                </a:lnTo>
                <a:lnTo>
                  <a:pt x="668955" y="2539160"/>
                </a:lnTo>
                <a:lnTo>
                  <a:pt x="669382" y="2539365"/>
                </a:lnTo>
                <a:lnTo>
                  <a:pt x="669804" y="2539579"/>
                </a:lnTo>
                <a:lnTo>
                  <a:pt x="670220" y="2539804"/>
                </a:lnTo>
                <a:lnTo>
                  <a:pt x="670631" y="2540038"/>
                </a:lnTo>
                <a:lnTo>
                  <a:pt x="671036" y="2540281"/>
                </a:lnTo>
                <a:lnTo>
                  <a:pt x="671432" y="2540532"/>
                </a:lnTo>
                <a:lnTo>
                  <a:pt x="671820" y="2540791"/>
                </a:lnTo>
                <a:lnTo>
                  <a:pt x="672200" y="2541057"/>
                </a:lnTo>
                <a:lnTo>
                  <a:pt x="672571" y="2541331"/>
                </a:lnTo>
                <a:lnTo>
                  <a:pt x="672935" y="2541613"/>
                </a:lnTo>
                <a:lnTo>
                  <a:pt x="673290" y="2541902"/>
                </a:lnTo>
                <a:lnTo>
                  <a:pt x="673637" y="2542198"/>
                </a:lnTo>
                <a:lnTo>
                  <a:pt x="673976" y="2542503"/>
                </a:lnTo>
                <a:lnTo>
                  <a:pt x="674306" y="2542815"/>
                </a:lnTo>
                <a:lnTo>
                  <a:pt x="674628" y="2543134"/>
                </a:lnTo>
                <a:lnTo>
                  <a:pt x="674942" y="2543462"/>
                </a:lnTo>
                <a:lnTo>
                  <a:pt x="675248" y="2543797"/>
                </a:lnTo>
                <a:lnTo>
                  <a:pt x="675546" y="2544139"/>
                </a:lnTo>
                <a:lnTo>
                  <a:pt x="675835" y="2544489"/>
                </a:lnTo>
                <a:lnTo>
                  <a:pt x="676117" y="2544847"/>
                </a:lnTo>
                <a:lnTo>
                  <a:pt x="676390" y="2545212"/>
                </a:lnTo>
                <a:lnTo>
                  <a:pt x="676654" y="2545586"/>
                </a:lnTo>
                <a:lnTo>
                  <a:pt x="676911" y="2545966"/>
                </a:lnTo>
                <a:lnTo>
                  <a:pt x="677159" y="2546355"/>
                </a:lnTo>
                <a:lnTo>
                  <a:pt x="677399" y="2546750"/>
                </a:lnTo>
                <a:lnTo>
                  <a:pt x="677631" y="2547154"/>
                </a:lnTo>
                <a:lnTo>
                  <a:pt x="677855" y="2547565"/>
                </a:lnTo>
                <a:lnTo>
                  <a:pt x="678070" y="2547984"/>
                </a:lnTo>
                <a:lnTo>
                  <a:pt x="678291" y="2548395"/>
                </a:lnTo>
                <a:lnTo>
                  <a:pt x="678502" y="2548812"/>
                </a:lnTo>
                <a:lnTo>
                  <a:pt x="678704" y="2549234"/>
                </a:lnTo>
                <a:lnTo>
                  <a:pt x="678897" y="2549661"/>
                </a:lnTo>
                <a:lnTo>
                  <a:pt x="679080" y="2550093"/>
                </a:lnTo>
                <a:lnTo>
                  <a:pt x="679254" y="2550531"/>
                </a:lnTo>
                <a:lnTo>
                  <a:pt x="679418" y="2550974"/>
                </a:lnTo>
                <a:lnTo>
                  <a:pt x="679573" y="2551422"/>
                </a:lnTo>
                <a:lnTo>
                  <a:pt x="679719" y="2551875"/>
                </a:lnTo>
                <a:lnTo>
                  <a:pt x="679855" y="2552334"/>
                </a:lnTo>
                <a:lnTo>
                  <a:pt x="679982" y="2552798"/>
                </a:lnTo>
                <a:lnTo>
                  <a:pt x="680099" y="2553268"/>
                </a:lnTo>
                <a:lnTo>
                  <a:pt x="680207" y="2553742"/>
                </a:lnTo>
                <a:lnTo>
                  <a:pt x="680306" y="2554222"/>
                </a:lnTo>
                <a:lnTo>
                  <a:pt x="680395" y="2554707"/>
                </a:lnTo>
                <a:lnTo>
                  <a:pt x="680475" y="2555198"/>
                </a:lnTo>
                <a:lnTo>
                  <a:pt x="680545" y="2555693"/>
                </a:lnTo>
                <a:lnTo>
                  <a:pt x="680606" y="2556195"/>
                </a:lnTo>
                <a:lnTo>
                  <a:pt x="680658" y="2556701"/>
                </a:lnTo>
                <a:lnTo>
                  <a:pt x="680700" y="2557212"/>
                </a:lnTo>
                <a:lnTo>
                  <a:pt x="680733" y="2557729"/>
                </a:lnTo>
                <a:lnTo>
                  <a:pt x="680757" y="2558251"/>
                </a:lnTo>
                <a:lnTo>
                  <a:pt x="680771" y="2558779"/>
                </a:lnTo>
                <a:lnTo>
                  <a:pt x="680775" y="2559312"/>
                </a:lnTo>
                <a:lnTo>
                  <a:pt x="680775" y="2561848"/>
                </a:lnTo>
                <a:lnTo>
                  <a:pt x="636818" y="2561848"/>
                </a:lnTo>
                <a:lnTo>
                  <a:pt x="636818" y="2561002"/>
                </a:lnTo>
                <a:lnTo>
                  <a:pt x="636822" y="2560524"/>
                </a:lnTo>
                <a:lnTo>
                  <a:pt x="636835" y="2560047"/>
                </a:lnTo>
                <a:lnTo>
                  <a:pt x="636857" y="2559571"/>
                </a:lnTo>
                <a:lnTo>
                  <a:pt x="636888" y="2559096"/>
                </a:lnTo>
                <a:lnTo>
                  <a:pt x="636928" y="2558622"/>
                </a:lnTo>
                <a:lnTo>
                  <a:pt x="636976" y="2558149"/>
                </a:lnTo>
                <a:lnTo>
                  <a:pt x="637034" y="2557678"/>
                </a:lnTo>
                <a:lnTo>
                  <a:pt x="637100" y="2557208"/>
                </a:lnTo>
                <a:close/>
                <a:moveTo>
                  <a:pt x="755933" y="2806027"/>
                </a:moveTo>
                <a:lnTo>
                  <a:pt x="755982" y="2805589"/>
                </a:lnTo>
                <a:lnTo>
                  <a:pt x="756037" y="2805153"/>
                </a:lnTo>
                <a:lnTo>
                  <a:pt x="756098" y="2804719"/>
                </a:lnTo>
                <a:lnTo>
                  <a:pt x="756166" y="2804287"/>
                </a:lnTo>
                <a:lnTo>
                  <a:pt x="756240" y="2803856"/>
                </a:lnTo>
                <a:lnTo>
                  <a:pt x="756321" y="2803427"/>
                </a:lnTo>
                <a:lnTo>
                  <a:pt x="756408" y="2803000"/>
                </a:lnTo>
                <a:lnTo>
                  <a:pt x="756502" y="2802575"/>
                </a:lnTo>
                <a:lnTo>
                  <a:pt x="756602" y="2802151"/>
                </a:lnTo>
                <a:lnTo>
                  <a:pt x="756708" y="2801730"/>
                </a:lnTo>
                <a:lnTo>
                  <a:pt x="756821" y="2801310"/>
                </a:lnTo>
                <a:lnTo>
                  <a:pt x="756941" y="2800891"/>
                </a:lnTo>
                <a:lnTo>
                  <a:pt x="757067" y="2800475"/>
                </a:lnTo>
                <a:lnTo>
                  <a:pt x="757199" y="2800060"/>
                </a:lnTo>
                <a:lnTo>
                  <a:pt x="757338" y="2799647"/>
                </a:lnTo>
                <a:lnTo>
                  <a:pt x="757483" y="2799236"/>
                </a:lnTo>
                <a:lnTo>
                  <a:pt x="757635" y="2798826"/>
                </a:lnTo>
                <a:lnTo>
                  <a:pt x="757793" y="2798421"/>
                </a:lnTo>
                <a:lnTo>
                  <a:pt x="757958" y="2798021"/>
                </a:lnTo>
                <a:lnTo>
                  <a:pt x="758129" y="2797627"/>
                </a:lnTo>
                <a:lnTo>
                  <a:pt x="758306" y="2797239"/>
                </a:lnTo>
                <a:lnTo>
                  <a:pt x="758490" y="2796857"/>
                </a:lnTo>
                <a:lnTo>
                  <a:pt x="758681" y="2796481"/>
                </a:lnTo>
                <a:lnTo>
                  <a:pt x="758878" y="2796110"/>
                </a:lnTo>
                <a:lnTo>
                  <a:pt x="759081" y="2795746"/>
                </a:lnTo>
                <a:lnTo>
                  <a:pt x="759291" y="2795387"/>
                </a:lnTo>
                <a:lnTo>
                  <a:pt x="759508" y="2795034"/>
                </a:lnTo>
                <a:lnTo>
                  <a:pt x="759730" y="2794687"/>
                </a:lnTo>
                <a:lnTo>
                  <a:pt x="759960" y="2794346"/>
                </a:lnTo>
                <a:lnTo>
                  <a:pt x="760195" y="2794011"/>
                </a:lnTo>
                <a:lnTo>
                  <a:pt x="760437" y="2793682"/>
                </a:lnTo>
                <a:lnTo>
                  <a:pt x="760686" y="2793358"/>
                </a:lnTo>
                <a:lnTo>
                  <a:pt x="760941" y="2793041"/>
                </a:lnTo>
                <a:lnTo>
                  <a:pt x="761203" y="2792729"/>
                </a:lnTo>
                <a:lnTo>
                  <a:pt x="761471" y="2792423"/>
                </a:lnTo>
                <a:lnTo>
                  <a:pt x="761745" y="2792123"/>
                </a:lnTo>
                <a:lnTo>
                  <a:pt x="762026" y="2791829"/>
                </a:lnTo>
                <a:lnTo>
                  <a:pt x="762313" y="2791541"/>
                </a:lnTo>
                <a:lnTo>
                  <a:pt x="762607" y="2791258"/>
                </a:lnTo>
                <a:lnTo>
                  <a:pt x="762907" y="2790982"/>
                </a:lnTo>
                <a:lnTo>
                  <a:pt x="763214" y="2790711"/>
                </a:lnTo>
                <a:lnTo>
                  <a:pt x="763541" y="2790449"/>
                </a:lnTo>
                <a:lnTo>
                  <a:pt x="763874" y="2790198"/>
                </a:lnTo>
                <a:lnTo>
                  <a:pt x="764213" y="2789958"/>
                </a:lnTo>
                <a:lnTo>
                  <a:pt x="764557" y="2789730"/>
                </a:lnTo>
                <a:lnTo>
                  <a:pt x="764908" y="2789512"/>
                </a:lnTo>
                <a:lnTo>
                  <a:pt x="765264" y="2789306"/>
                </a:lnTo>
                <a:lnTo>
                  <a:pt x="765626" y="2789111"/>
                </a:lnTo>
                <a:lnTo>
                  <a:pt x="765994" y="2788927"/>
                </a:lnTo>
                <a:lnTo>
                  <a:pt x="766368" y="2788754"/>
                </a:lnTo>
                <a:lnTo>
                  <a:pt x="766748" y="2788592"/>
                </a:lnTo>
                <a:lnTo>
                  <a:pt x="767134" y="2788442"/>
                </a:lnTo>
                <a:lnTo>
                  <a:pt x="767525" y="2788302"/>
                </a:lnTo>
                <a:lnTo>
                  <a:pt x="767923" y="2788174"/>
                </a:lnTo>
                <a:lnTo>
                  <a:pt x="768326" y="2788057"/>
                </a:lnTo>
                <a:lnTo>
                  <a:pt x="768735" y="2787951"/>
                </a:lnTo>
                <a:lnTo>
                  <a:pt x="769150" y="2787856"/>
                </a:lnTo>
                <a:lnTo>
                  <a:pt x="769571" y="2787772"/>
                </a:lnTo>
                <a:lnTo>
                  <a:pt x="769998" y="2787700"/>
                </a:lnTo>
                <a:lnTo>
                  <a:pt x="770430" y="2787638"/>
                </a:lnTo>
                <a:lnTo>
                  <a:pt x="770869" y="2787588"/>
                </a:lnTo>
                <a:lnTo>
                  <a:pt x="771313" y="2787549"/>
                </a:lnTo>
                <a:lnTo>
                  <a:pt x="771764" y="2787521"/>
                </a:lnTo>
                <a:lnTo>
                  <a:pt x="772220" y="2787505"/>
                </a:lnTo>
                <a:lnTo>
                  <a:pt x="772682" y="2787499"/>
                </a:lnTo>
                <a:lnTo>
                  <a:pt x="773157" y="2787503"/>
                </a:lnTo>
                <a:lnTo>
                  <a:pt x="773625" y="2787517"/>
                </a:lnTo>
                <a:lnTo>
                  <a:pt x="774084" y="2787539"/>
                </a:lnTo>
                <a:lnTo>
                  <a:pt x="774537" y="2787569"/>
                </a:lnTo>
                <a:lnTo>
                  <a:pt x="774981" y="2787609"/>
                </a:lnTo>
                <a:lnTo>
                  <a:pt x="775419" y="2787658"/>
                </a:lnTo>
                <a:lnTo>
                  <a:pt x="775848" y="2787715"/>
                </a:lnTo>
                <a:lnTo>
                  <a:pt x="776270" y="2787781"/>
                </a:lnTo>
                <a:lnTo>
                  <a:pt x="776684" y="2787856"/>
                </a:lnTo>
                <a:lnTo>
                  <a:pt x="777090" y="2787939"/>
                </a:lnTo>
                <a:lnTo>
                  <a:pt x="777489" y="2788032"/>
                </a:lnTo>
                <a:lnTo>
                  <a:pt x="777881" y="2788133"/>
                </a:lnTo>
                <a:lnTo>
                  <a:pt x="778264" y="2788243"/>
                </a:lnTo>
                <a:lnTo>
                  <a:pt x="778640" y="2788362"/>
                </a:lnTo>
                <a:lnTo>
                  <a:pt x="779009" y="2788490"/>
                </a:lnTo>
                <a:lnTo>
                  <a:pt x="779369" y="2788626"/>
                </a:lnTo>
                <a:lnTo>
                  <a:pt x="779722" y="2788771"/>
                </a:lnTo>
                <a:lnTo>
                  <a:pt x="780068" y="2788926"/>
                </a:lnTo>
                <a:lnTo>
                  <a:pt x="780406" y="2789088"/>
                </a:lnTo>
                <a:lnTo>
                  <a:pt x="780736" y="2789260"/>
                </a:lnTo>
                <a:lnTo>
                  <a:pt x="781059" y="2789441"/>
                </a:lnTo>
                <a:lnTo>
                  <a:pt x="781374" y="2789630"/>
                </a:lnTo>
                <a:lnTo>
                  <a:pt x="781681" y="2789828"/>
                </a:lnTo>
                <a:lnTo>
                  <a:pt x="781981" y="2790035"/>
                </a:lnTo>
                <a:lnTo>
                  <a:pt x="782287" y="2790235"/>
                </a:lnTo>
                <a:lnTo>
                  <a:pt x="782586" y="2790440"/>
                </a:lnTo>
                <a:lnTo>
                  <a:pt x="782879" y="2790651"/>
                </a:lnTo>
                <a:lnTo>
                  <a:pt x="783164" y="2790866"/>
                </a:lnTo>
                <a:lnTo>
                  <a:pt x="783442" y="2791087"/>
                </a:lnTo>
                <a:lnTo>
                  <a:pt x="783713" y="2791314"/>
                </a:lnTo>
                <a:lnTo>
                  <a:pt x="783978" y="2791545"/>
                </a:lnTo>
                <a:lnTo>
                  <a:pt x="784235" y="2791782"/>
                </a:lnTo>
                <a:lnTo>
                  <a:pt x="784485" y="2792024"/>
                </a:lnTo>
                <a:lnTo>
                  <a:pt x="784728" y="2792272"/>
                </a:lnTo>
                <a:lnTo>
                  <a:pt x="784964" y="2792524"/>
                </a:lnTo>
                <a:lnTo>
                  <a:pt x="785193" y="2792782"/>
                </a:lnTo>
                <a:lnTo>
                  <a:pt x="785415" y="2793046"/>
                </a:lnTo>
                <a:lnTo>
                  <a:pt x="785629" y="2793314"/>
                </a:lnTo>
                <a:lnTo>
                  <a:pt x="785837" y="2793588"/>
                </a:lnTo>
                <a:lnTo>
                  <a:pt x="786038" y="2793867"/>
                </a:lnTo>
                <a:lnTo>
                  <a:pt x="786232" y="2794152"/>
                </a:lnTo>
                <a:lnTo>
                  <a:pt x="786418" y="2794441"/>
                </a:lnTo>
                <a:lnTo>
                  <a:pt x="786598" y="2794736"/>
                </a:lnTo>
                <a:lnTo>
                  <a:pt x="786771" y="2795037"/>
                </a:lnTo>
                <a:lnTo>
                  <a:pt x="786936" y="2795342"/>
                </a:lnTo>
                <a:lnTo>
                  <a:pt x="787095" y="2795653"/>
                </a:lnTo>
                <a:lnTo>
                  <a:pt x="787246" y="2795969"/>
                </a:lnTo>
                <a:lnTo>
                  <a:pt x="787391" y="2796291"/>
                </a:lnTo>
                <a:lnTo>
                  <a:pt x="787542" y="2796616"/>
                </a:lnTo>
                <a:lnTo>
                  <a:pt x="787688" y="2796943"/>
                </a:lnTo>
                <a:lnTo>
                  <a:pt x="787826" y="2797273"/>
                </a:lnTo>
                <a:lnTo>
                  <a:pt x="787959" y="2797605"/>
                </a:lnTo>
                <a:lnTo>
                  <a:pt x="788085" y="2797940"/>
                </a:lnTo>
                <a:lnTo>
                  <a:pt x="788204" y="2798277"/>
                </a:lnTo>
                <a:lnTo>
                  <a:pt x="788317" y="2798616"/>
                </a:lnTo>
                <a:lnTo>
                  <a:pt x="788424" y="2798958"/>
                </a:lnTo>
                <a:lnTo>
                  <a:pt x="788524" y="2799302"/>
                </a:lnTo>
                <a:lnTo>
                  <a:pt x="788617" y="2799648"/>
                </a:lnTo>
                <a:lnTo>
                  <a:pt x="788705" y="2799997"/>
                </a:lnTo>
                <a:lnTo>
                  <a:pt x="788785" y="2800348"/>
                </a:lnTo>
                <a:lnTo>
                  <a:pt x="788860" y="2800701"/>
                </a:lnTo>
                <a:lnTo>
                  <a:pt x="788927" y="2801057"/>
                </a:lnTo>
                <a:lnTo>
                  <a:pt x="788989" y="2801415"/>
                </a:lnTo>
                <a:lnTo>
                  <a:pt x="789044" y="2801776"/>
                </a:lnTo>
                <a:lnTo>
                  <a:pt x="789092" y="2802138"/>
                </a:lnTo>
                <a:lnTo>
                  <a:pt x="789134" y="2802504"/>
                </a:lnTo>
                <a:lnTo>
                  <a:pt x="789170" y="2802871"/>
                </a:lnTo>
                <a:lnTo>
                  <a:pt x="789199" y="2803241"/>
                </a:lnTo>
                <a:lnTo>
                  <a:pt x="789221" y="2803613"/>
                </a:lnTo>
                <a:lnTo>
                  <a:pt x="789237" y="2803988"/>
                </a:lnTo>
                <a:lnTo>
                  <a:pt x="789247" y="2804365"/>
                </a:lnTo>
                <a:lnTo>
                  <a:pt x="789250" y="2804744"/>
                </a:lnTo>
                <a:lnTo>
                  <a:pt x="789250" y="2808294"/>
                </a:lnTo>
                <a:lnTo>
                  <a:pt x="803621" y="2808294"/>
                </a:lnTo>
                <a:lnTo>
                  <a:pt x="803649" y="2808112"/>
                </a:lnTo>
                <a:lnTo>
                  <a:pt x="803675" y="2807933"/>
                </a:lnTo>
                <a:lnTo>
                  <a:pt x="803700" y="2807755"/>
                </a:lnTo>
                <a:lnTo>
                  <a:pt x="803724" y="2807580"/>
                </a:lnTo>
                <a:lnTo>
                  <a:pt x="803747" y="2807408"/>
                </a:lnTo>
                <a:lnTo>
                  <a:pt x="803769" y="2807238"/>
                </a:lnTo>
                <a:lnTo>
                  <a:pt x="803790" y="2807070"/>
                </a:lnTo>
                <a:lnTo>
                  <a:pt x="803809" y="2806904"/>
                </a:lnTo>
                <a:lnTo>
                  <a:pt x="803827" y="2806741"/>
                </a:lnTo>
                <a:lnTo>
                  <a:pt x="803844" y="2806580"/>
                </a:lnTo>
                <a:lnTo>
                  <a:pt x="803860" y="2806422"/>
                </a:lnTo>
                <a:lnTo>
                  <a:pt x="803875" y="2806265"/>
                </a:lnTo>
                <a:lnTo>
                  <a:pt x="803888" y="2806112"/>
                </a:lnTo>
                <a:lnTo>
                  <a:pt x="803900" y="2805960"/>
                </a:lnTo>
                <a:lnTo>
                  <a:pt x="803912" y="2805811"/>
                </a:lnTo>
                <a:lnTo>
                  <a:pt x="803922" y="2805664"/>
                </a:lnTo>
                <a:lnTo>
                  <a:pt x="803930" y="2805520"/>
                </a:lnTo>
                <a:lnTo>
                  <a:pt x="803938" y="2805378"/>
                </a:lnTo>
                <a:lnTo>
                  <a:pt x="803944" y="2805238"/>
                </a:lnTo>
                <a:lnTo>
                  <a:pt x="803950" y="2805101"/>
                </a:lnTo>
                <a:lnTo>
                  <a:pt x="803954" y="2804966"/>
                </a:lnTo>
                <a:lnTo>
                  <a:pt x="803957" y="2804833"/>
                </a:lnTo>
                <a:lnTo>
                  <a:pt x="803959" y="2804703"/>
                </a:lnTo>
                <a:lnTo>
                  <a:pt x="803959" y="2804575"/>
                </a:lnTo>
                <a:lnTo>
                  <a:pt x="803973" y="2804434"/>
                </a:lnTo>
                <a:lnTo>
                  <a:pt x="803986" y="2804292"/>
                </a:lnTo>
                <a:lnTo>
                  <a:pt x="803999" y="2804150"/>
                </a:lnTo>
                <a:lnTo>
                  <a:pt x="804011" y="2804007"/>
                </a:lnTo>
                <a:lnTo>
                  <a:pt x="804022" y="2803863"/>
                </a:lnTo>
                <a:lnTo>
                  <a:pt x="804033" y="2803719"/>
                </a:lnTo>
                <a:lnTo>
                  <a:pt x="804043" y="2803574"/>
                </a:lnTo>
                <a:lnTo>
                  <a:pt x="804053" y="2803429"/>
                </a:lnTo>
                <a:lnTo>
                  <a:pt x="804062" y="2803283"/>
                </a:lnTo>
                <a:lnTo>
                  <a:pt x="804071" y="2803137"/>
                </a:lnTo>
                <a:lnTo>
                  <a:pt x="804079" y="2802989"/>
                </a:lnTo>
                <a:lnTo>
                  <a:pt x="804086" y="2802842"/>
                </a:lnTo>
                <a:lnTo>
                  <a:pt x="804093" y="2802694"/>
                </a:lnTo>
                <a:lnTo>
                  <a:pt x="804099" y="2802545"/>
                </a:lnTo>
                <a:lnTo>
                  <a:pt x="804105" y="2802395"/>
                </a:lnTo>
                <a:lnTo>
                  <a:pt x="804110" y="2802245"/>
                </a:lnTo>
                <a:lnTo>
                  <a:pt x="804114" y="2802095"/>
                </a:lnTo>
                <a:lnTo>
                  <a:pt x="804118" y="2801944"/>
                </a:lnTo>
                <a:lnTo>
                  <a:pt x="804121" y="2801792"/>
                </a:lnTo>
                <a:lnTo>
                  <a:pt x="804124" y="2801640"/>
                </a:lnTo>
                <a:lnTo>
                  <a:pt x="804126" y="2801487"/>
                </a:lnTo>
                <a:lnTo>
                  <a:pt x="804127" y="2801333"/>
                </a:lnTo>
                <a:lnTo>
                  <a:pt x="804128" y="2801179"/>
                </a:lnTo>
                <a:lnTo>
                  <a:pt x="804128" y="2801024"/>
                </a:lnTo>
                <a:lnTo>
                  <a:pt x="804116" y="2800060"/>
                </a:lnTo>
                <a:lnTo>
                  <a:pt x="804080" y="2799109"/>
                </a:lnTo>
                <a:lnTo>
                  <a:pt x="804020" y="2798174"/>
                </a:lnTo>
                <a:lnTo>
                  <a:pt x="803936" y="2797253"/>
                </a:lnTo>
                <a:lnTo>
                  <a:pt x="803827" y="2796347"/>
                </a:lnTo>
                <a:lnTo>
                  <a:pt x="803695" y="2795456"/>
                </a:lnTo>
                <a:lnTo>
                  <a:pt x="803539" y="2794579"/>
                </a:lnTo>
                <a:lnTo>
                  <a:pt x="803358" y="2793717"/>
                </a:lnTo>
                <a:lnTo>
                  <a:pt x="803154" y="2792869"/>
                </a:lnTo>
                <a:lnTo>
                  <a:pt x="802925" y="2792037"/>
                </a:lnTo>
                <a:lnTo>
                  <a:pt x="802672" y="2791219"/>
                </a:lnTo>
                <a:lnTo>
                  <a:pt x="802395" y="2790415"/>
                </a:lnTo>
                <a:lnTo>
                  <a:pt x="802094" y="2789627"/>
                </a:lnTo>
                <a:lnTo>
                  <a:pt x="801770" y="2788853"/>
                </a:lnTo>
                <a:lnTo>
                  <a:pt x="801421" y="2788093"/>
                </a:lnTo>
                <a:lnTo>
                  <a:pt x="801047" y="2787349"/>
                </a:lnTo>
                <a:lnTo>
                  <a:pt x="800650" y="2786619"/>
                </a:lnTo>
                <a:lnTo>
                  <a:pt x="800229" y="2785903"/>
                </a:lnTo>
                <a:lnTo>
                  <a:pt x="799784" y="2785203"/>
                </a:lnTo>
                <a:lnTo>
                  <a:pt x="799315" y="2784517"/>
                </a:lnTo>
                <a:lnTo>
                  <a:pt x="798821" y="2783845"/>
                </a:lnTo>
                <a:lnTo>
                  <a:pt x="798304" y="2783189"/>
                </a:lnTo>
                <a:lnTo>
                  <a:pt x="797762" y="2782547"/>
                </a:lnTo>
                <a:lnTo>
                  <a:pt x="797197" y="2781920"/>
                </a:lnTo>
                <a:lnTo>
                  <a:pt x="796623" y="2781299"/>
                </a:lnTo>
                <a:lnTo>
                  <a:pt x="796028" y="2780705"/>
                </a:lnTo>
                <a:lnTo>
                  <a:pt x="795413" y="2780137"/>
                </a:lnTo>
                <a:lnTo>
                  <a:pt x="794778" y="2779595"/>
                </a:lnTo>
                <a:lnTo>
                  <a:pt x="794122" y="2779080"/>
                </a:lnTo>
                <a:lnTo>
                  <a:pt x="793445" y="2778591"/>
                </a:lnTo>
                <a:lnTo>
                  <a:pt x="792748" y="2778129"/>
                </a:lnTo>
                <a:lnTo>
                  <a:pt x="792031" y="2777693"/>
                </a:lnTo>
                <a:lnTo>
                  <a:pt x="791292" y="2777284"/>
                </a:lnTo>
                <a:lnTo>
                  <a:pt x="790534" y="2776901"/>
                </a:lnTo>
                <a:lnTo>
                  <a:pt x="789754" y="2776544"/>
                </a:lnTo>
                <a:lnTo>
                  <a:pt x="788954" y="2776214"/>
                </a:lnTo>
                <a:lnTo>
                  <a:pt x="788134" y="2775910"/>
                </a:lnTo>
                <a:lnTo>
                  <a:pt x="787293" y="2775633"/>
                </a:lnTo>
                <a:lnTo>
                  <a:pt x="786432" y="2775382"/>
                </a:lnTo>
                <a:lnTo>
                  <a:pt x="785550" y="2775157"/>
                </a:lnTo>
                <a:lnTo>
                  <a:pt x="784647" y="2774959"/>
                </a:lnTo>
                <a:lnTo>
                  <a:pt x="783724" y="2774787"/>
                </a:lnTo>
                <a:lnTo>
                  <a:pt x="782780" y="2774642"/>
                </a:lnTo>
                <a:lnTo>
                  <a:pt x="781816" y="2774523"/>
                </a:lnTo>
                <a:lnTo>
                  <a:pt x="780831" y="2774431"/>
                </a:lnTo>
                <a:lnTo>
                  <a:pt x="779826" y="2774365"/>
                </a:lnTo>
                <a:lnTo>
                  <a:pt x="778800" y="2774325"/>
                </a:lnTo>
                <a:lnTo>
                  <a:pt x="777754" y="2774312"/>
                </a:lnTo>
                <a:lnTo>
                  <a:pt x="777067" y="2774319"/>
                </a:lnTo>
                <a:lnTo>
                  <a:pt x="776386" y="2774339"/>
                </a:lnTo>
                <a:lnTo>
                  <a:pt x="775712" y="2774373"/>
                </a:lnTo>
                <a:lnTo>
                  <a:pt x="775044" y="2774420"/>
                </a:lnTo>
                <a:lnTo>
                  <a:pt x="774383" y="2774481"/>
                </a:lnTo>
                <a:lnTo>
                  <a:pt x="773728" y="2774555"/>
                </a:lnTo>
                <a:lnTo>
                  <a:pt x="773079" y="2774643"/>
                </a:lnTo>
                <a:lnTo>
                  <a:pt x="772438" y="2774744"/>
                </a:lnTo>
                <a:lnTo>
                  <a:pt x="771802" y="2774859"/>
                </a:lnTo>
                <a:lnTo>
                  <a:pt x="771173" y="2774987"/>
                </a:lnTo>
                <a:lnTo>
                  <a:pt x="770550" y="2775129"/>
                </a:lnTo>
                <a:lnTo>
                  <a:pt x="769934" y="2775284"/>
                </a:lnTo>
                <a:lnTo>
                  <a:pt x="769325" y="2775453"/>
                </a:lnTo>
                <a:lnTo>
                  <a:pt x="768722" y="2775635"/>
                </a:lnTo>
                <a:lnTo>
                  <a:pt x="768125" y="2775831"/>
                </a:lnTo>
                <a:lnTo>
                  <a:pt x="767535" y="2776040"/>
                </a:lnTo>
                <a:lnTo>
                  <a:pt x="766951" y="2776263"/>
                </a:lnTo>
                <a:lnTo>
                  <a:pt x="766373" y="2776499"/>
                </a:lnTo>
                <a:lnTo>
                  <a:pt x="765803" y="2776749"/>
                </a:lnTo>
                <a:lnTo>
                  <a:pt x="765238" y="2777012"/>
                </a:lnTo>
                <a:lnTo>
                  <a:pt x="764680" y="2777289"/>
                </a:lnTo>
                <a:lnTo>
                  <a:pt x="764129" y="2777579"/>
                </a:lnTo>
                <a:lnTo>
                  <a:pt x="763583" y="2777883"/>
                </a:lnTo>
                <a:lnTo>
                  <a:pt x="763045" y="2778200"/>
                </a:lnTo>
                <a:lnTo>
                  <a:pt x="762529" y="2778515"/>
                </a:lnTo>
                <a:lnTo>
                  <a:pt x="762025" y="2778841"/>
                </a:lnTo>
                <a:lnTo>
                  <a:pt x="761531" y="2779178"/>
                </a:lnTo>
                <a:lnTo>
                  <a:pt x="761049" y="2779525"/>
                </a:lnTo>
                <a:lnTo>
                  <a:pt x="760578" y="2779882"/>
                </a:lnTo>
                <a:lnTo>
                  <a:pt x="760118" y="2780250"/>
                </a:lnTo>
                <a:lnTo>
                  <a:pt x="759669" y="2780629"/>
                </a:lnTo>
                <a:lnTo>
                  <a:pt x="759232" y="2781018"/>
                </a:lnTo>
                <a:lnTo>
                  <a:pt x="758805" y="2781418"/>
                </a:lnTo>
                <a:lnTo>
                  <a:pt x="758390" y="2781828"/>
                </a:lnTo>
                <a:lnTo>
                  <a:pt x="757986" y="2782249"/>
                </a:lnTo>
                <a:lnTo>
                  <a:pt x="757593" y="2782680"/>
                </a:lnTo>
                <a:lnTo>
                  <a:pt x="757211" y="2783122"/>
                </a:lnTo>
                <a:lnTo>
                  <a:pt x="756840" y="2783575"/>
                </a:lnTo>
                <a:lnTo>
                  <a:pt x="756480" y="2784038"/>
                </a:lnTo>
                <a:lnTo>
                  <a:pt x="756132" y="2784512"/>
                </a:lnTo>
                <a:lnTo>
                  <a:pt x="755795" y="2784996"/>
                </a:lnTo>
                <a:lnTo>
                  <a:pt x="755469" y="2785491"/>
                </a:lnTo>
                <a:lnTo>
                  <a:pt x="755154" y="2785997"/>
                </a:lnTo>
                <a:lnTo>
                  <a:pt x="754850" y="2786513"/>
                </a:lnTo>
                <a:lnTo>
                  <a:pt x="754557" y="2787039"/>
                </a:lnTo>
                <a:lnTo>
                  <a:pt x="754276" y="2787576"/>
                </a:lnTo>
                <a:lnTo>
                  <a:pt x="754005" y="2788124"/>
                </a:lnTo>
                <a:lnTo>
                  <a:pt x="753746" y="2788682"/>
                </a:lnTo>
                <a:lnTo>
                  <a:pt x="752901" y="2776002"/>
                </a:lnTo>
                <a:lnTo>
                  <a:pt x="717397" y="2776002"/>
                </a:lnTo>
                <a:lnTo>
                  <a:pt x="717397" y="2789190"/>
                </a:lnTo>
                <a:lnTo>
                  <a:pt x="739206" y="2789190"/>
                </a:lnTo>
                <a:lnTo>
                  <a:pt x="739206" y="2849377"/>
                </a:lnTo>
                <a:lnTo>
                  <a:pt x="716551" y="2849377"/>
                </a:lnTo>
                <a:lnTo>
                  <a:pt x="716551" y="2862396"/>
                </a:lnTo>
                <a:lnTo>
                  <a:pt x="739206" y="2862396"/>
                </a:lnTo>
                <a:lnTo>
                  <a:pt x="755775" y="2862396"/>
                </a:lnTo>
                <a:lnTo>
                  <a:pt x="794491" y="2862396"/>
                </a:lnTo>
                <a:lnTo>
                  <a:pt x="794491" y="2849377"/>
                </a:lnTo>
                <a:lnTo>
                  <a:pt x="755775" y="2849377"/>
                </a:lnTo>
                <a:lnTo>
                  <a:pt x="755775" y="2809140"/>
                </a:lnTo>
                <a:lnTo>
                  <a:pt x="755778" y="2808690"/>
                </a:lnTo>
                <a:lnTo>
                  <a:pt x="755788" y="2808242"/>
                </a:lnTo>
                <a:lnTo>
                  <a:pt x="755804" y="2807795"/>
                </a:lnTo>
                <a:lnTo>
                  <a:pt x="755827" y="2807350"/>
                </a:lnTo>
                <a:lnTo>
                  <a:pt x="755856" y="2806907"/>
                </a:lnTo>
                <a:lnTo>
                  <a:pt x="755891" y="2806466"/>
                </a:lnTo>
                <a:lnTo>
                  <a:pt x="755933" y="2806027"/>
                </a:lnTo>
                <a:close/>
                <a:moveTo>
                  <a:pt x="622373" y="2799365"/>
                </a:moveTo>
                <a:lnTo>
                  <a:pt x="622391" y="2799478"/>
                </a:lnTo>
                <a:lnTo>
                  <a:pt x="622410" y="2799597"/>
                </a:lnTo>
                <a:lnTo>
                  <a:pt x="622429" y="2799722"/>
                </a:lnTo>
                <a:lnTo>
                  <a:pt x="622448" y="2799854"/>
                </a:lnTo>
                <a:lnTo>
                  <a:pt x="622469" y="2799992"/>
                </a:lnTo>
                <a:lnTo>
                  <a:pt x="622489" y="2800137"/>
                </a:lnTo>
                <a:lnTo>
                  <a:pt x="622511" y="2800288"/>
                </a:lnTo>
                <a:lnTo>
                  <a:pt x="622533" y="2800445"/>
                </a:lnTo>
                <a:lnTo>
                  <a:pt x="622555" y="2800610"/>
                </a:lnTo>
                <a:lnTo>
                  <a:pt x="622579" y="2800780"/>
                </a:lnTo>
                <a:lnTo>
                  <a:pt x="622602" y="2800957"/>
                </a:lnTo>
                <a:lnTo>
                  <a:pt x="622627" y="2801141"/>
                </a:lnTo>
                <a:lnTo>
                  <a:pt x="622652" y="2801330"/>
                </a:lnTo>
                <a:lnTo>
                  <a:pt x="622677" y="2801527"/>
                </a:lnTo>
                <a:lnTo>
                  <a:pt x="622703" y="2801730"/>
                </a:lnTo>
                <a:lnTo>
                  <a:pt x="622730" y="2801939"/>
                </a:lnTo>
                <a:lnTo>
                  <a:pt x="622757" y="2802155"/>
                </a:lnTo>
                <a:lnTo>
                  <a:pt x="622785" y="2802377"/>
                </a:lnTo>
                <a:lnTo>
                  <a:pt x="638339" y="2802377"/>
                </a:lnTo>
                <a:lnTo>
                  <a:pt x="638339" y="2800348"/>
                </a:lnTo>
                <a:lnTo>
                  <a:pt x="638348" y="2799790"/>
                </a:lnTo>
                <a:lnTo>
                  <a:pt x="638374" y="2799242"/>
                </a:lnTo>
                <a:lnTo>
                  <a:pt x="638416" y="2798705"/>
                </a:lnTo>
                <a:lnTo>
                  <a:pt x="638476" y="2798178"/>
                </a:lnTo>
                <a:lnTo>
                  <a:pt x="638552" y="2797662"/>
                </a:lnTo>
                <a:lnTo>
                  <a:pt x="638646" y="2797157"/>
                </a:lnTo>
                <a:lnTo>
                  <a:pt x="638757" y="2796662"/>
                </a:lnTo>
                <a:lnTo>
                  <a:pt x="638884" y="2796178"/>
                </a:lnTo>
                <a:lnTo>
                  <a:pt x="639029" y="2795704"/>
                </a:lnTo>
                <a:lnTo>
                  <a:pt x="639191" y="2795241"/>
                </a:lnTo>
                <a:lnTo>
                  <a:pt x="639369" y="2794788"/>
                </a:lnTo>
                <a:lnTo>
                  <a:pt x="639565" y="2794346"/>
                </a:lnTo>
                <a:lnTo>
                  <a:pt x="639778" y="2793915"/>
                </a:lnTo>
                <a:lnTo>
                  <a:pt x="640008" y="2793494"/>
                </a:lnTo>
                <a:lnTo>
                  <a:pt x="640255" y="2793083"/>
                </a:lnTo>
                <a:lnTo>
                  <a:pt x="640519" y="2792684"/>
                </a:lnTo>
                <a:lnTo>
                  <a:pt x="640799" y="2792294"/>
                </a:lnTo>
                <a:lnTo>
                  <a:pt x="641097" y="2791916"/>
                </a:lnTo>
                <a:lnTo>
                  <a:pt x="641412" y="2791548"/>
                </a:lnTo>
                <a:lnTo>
                  <a:pt x="641744" y="2791190"/>
                </a:lnTo>
                <a:lnTo>
                  <a:pt x="642093" y="2790843"/>
                </a:lnTo>
                <a:lnTo>
                  <a:pt x="642459" y="2790507"/>
                </a:lnTo>
                <a:lnTo>
                  <a:pt x="642842" y="2790181"/>
                </a:lnTo>
                <a:lnTo>
                  <a:pt x="643242" y="2789866"/>
                </a:lnTo>
                <a:lnTo>
                  <a:pt x="643658" y="2789562"/>
                </a:lnTo>
                <a:lnTo>
                  <a:pt x="644088" y="2789272"/>
                </a:lnTo>
                <a:lnTo>
                  <a:pt x="644532" y="2788994"/>
                </a:lnTo>
                <a:lnTo>
                  <a:pt x="644989" y="2788729"/>
                </a:lnTo>
                <a:lnTo>
                  <a:pt x="645461" y="2788478"/>
                </a:lnTo>
                <a:lnTo>
                  <a:pt x="645947" y="2788239"/>
                </a:lnTo>
                <a:lnTo>
                  <a:pt x="646448" y="2788013"/>
                </a:lnTo>
                <a:lnTo>
                  <a:pt x="646962" y="2787800"/>
                </a:lnTo>
                <a:lnTo>
                  <a:pt x="647490" y="2787599"/>
                </a:lnTo>
                <a:lnTo>
                  <a:pt x="648033" y="2787412"/>
                </a:lnTo>
                <a:lnTo>
                  <a:pt x="648589" y="2787238"/>
                </a:lnTo>
                <a:lnTo>
                  <a:pt x="649160" y="2787076"/>
                </a:lnTo>
                <a:lnTo>
                  <a:pt x="649744" y="2786928"/>
                </a:lnTo>
                <a:lnTo>
                  <a:pt x="650343" y="2786792"/>
                </a:lnTo>
                <a:lnTo>
                  <a:pt x="650956" y="2786670"/>
                </a:lnTo>
                <a:lnTo>
                  <a:pt x="651583" y="2786560"/>
                </a:lnTo>
                <a:lnTo>
                  <a:pt x="652224" y="2786463"/>
                </a:lnTo>
                <a:lnTo>
                  <a:pt x="652879" y="2786379"/>
                </a:lnTo>
                <a:lnTo>
                  <a:pt x="653548" y="2786308"/>
                </a:lnTo>
                <a:lnTo>
                  <a:pt x="654232" y="2786250"/>
                </a:lnTo>
                <a:lnTo>
                  <a:pt x="654929" y="2786205"/>
                </a:lnTo>
                <a:lnTo>
                  <a:pt x="655641" y="2786172"/>
                </a:lnTo>
                <a:lnTo>
                  <a:pt x="656366" y="2786153"/>
                </a:lnTo>
                <a:lnTo>
                  <a:pt x="657106" y="2786146"/>
                </a:lnTo>
                <a:lnTo>
                  <a:pt x="657913" y="2786153"/>
                </a:lnTo>
                <a:lnTo>
                  <a:pt x="658700" y="2786172"/>
                </a:lnTo>
                <a:lnTo>
                  <a:pt x="659468" y="2786205"/>
                </a:lnTo>
                <a:lnTo>
                  <a:pt x="660215" y="2786250"/>
                </a:lnTo>
                <a:lnTo>
                  <a:pt x="660942" y="2786308"/>
                </a:lnTo>
                <a:lnTo>
                  <a:pt x="661650" y="2786379"/>
                </a:lnTo>
                <a:lnTo>
                  <a:pt x="662337" y="2786463"/>
                </a:lnTo>
                <a:lnTo>
                  <a:pt x="663004" y="2786560"/>
                </a:lnTo>
                <a:lnTo>
                  <a:pt x="663652" y="2786670"/>
                </a:lnTo>
                <a:lnTo>
                  <a:pt x="664280" y="2786792"/>
                </a:lnTo>
                <a:lnTo>
                  <a:pt x="664887" y="2786928"/>
                </a:lnTo>
                <a:lnTo>
                  <a:pt x="665475" y="2787076"/>
                </a:lnTo>
                <a:lnTo>
                  <a:pt x="666042" y="2787238"/>
                </a:lnTo>
                <a:lnTo>
                  <a:pt x="666590" y="2787412"/>
                </a:lnTo>
                <a:lnTo>
                  <a:pt x="667118" y="2787599"/>
                </a:lnTo>
                <a:lnTo>
                  <a:pt x="667626" y="2787800"/>
                </a:lnTo>
                <a:lnTo>
                  <a:pt x="668113" y="2788013"/>
                </a:lnTo>
                <a:lnTo>
                  <a:pt x="668581" y="2788239"/>
                </a:lnTo>
                <a:lnTo>
                  <a:pt x="669029" y="2788478"/>
                </a:lnTo>
                <a:lnTo>
                  <a:pt x="669457" y="2788729"/>
                </a:lnTo>
                <a:lnTo>
                  <a:pt x="669865" y="2788994"/>
                </a:lnTo>
                <a:lnTo>
                  <a:pt x="670253" y="2789272"/>
                </a:lnTo>
                <a:lnTo>
                  <a:pt x="670621" y="2789562"/>
                </a:lnTo>
                <a:lnTo>
                  <a:pt x="670969" y="2789866"/>
                </a:lnTo>
                <a:lnTo>
                  <a:pt x="671314" y="2790183"/>
                </a:lnTo>
                <a:lnTo>
                  <a:pt x="671645" y="2790516"/>
                </a:lnTo>
                <a:lnTo>
                  <a:pt x="671960" y="2790864"/>
                </a:lnTo>
                <a:lnTo>
                  <a:pt x="672261" y="2791228"/>
                </a:lnTo>
                <a:lnTo>
                  <a:pt x="672547" y="2791606"/>
                </a:lnTo>
                <a:lnTo>
                  <a:pt x="672819" y="2792000"/>
                </a:lnTo>
                <a:lnTo>
                  <a:pt x="673075" y="2792409"/>
                </a:lnTo>
                <a:lnTo>
                  <a:pt x="673318" y="2792834"/>
                </a:lnTo>
                <a:lnTo>
                  <a:pt x="673545" y="2793274"/>
                </a:lnTo>
                <a:lnTo>
                  <a:pt x="673758" y="2793729"/>
                </a:lnTo>
                <a:lnTo>
                  <a:pt x="673956" y="2794199"/>
                </a:lnTo>
                <a:lnTo>
                  <a:pt x="674139" y="2794684"/>
                </a:lnTo>
                <a:lnTo>
                  <a:pt x="674308" y="2795185"/>
                </a:lnTo>
                <a:lnTo>
                  <a:pt x="674462" y="2795701"/>
                </a:lnTo>
                <a:lnTo>
                  <a:pt x="674602" y="2796232"/>
                </a:lnTo>
                <a:lnTo>
                  <a:pt x="674726" y="2796779"/>
                </a:lnTo>
                <a:lnTo>
                  <a:pt x="674837" y="2797341"/>
                </a:lnTo>
                <a:lnTo>
                  <a:pt x="674932" y="2797918"/>
                </a:lnTo>
                <a:lnTo>
                  <a:pt x="675013" y="2798510"/>
                </a:lnTo>
                <a:lnTo>
                  <a:pt x="675079" y="2799118"/>
                </a:lnTo>
                <a:lnTo>
                  <a:pt x="675130" y="2799740"/>
                </a:lnTo>
                <a:lnTo>
                  <a:pt x="675167" y="2800378"/>
                </a:lnTo>
                <a:lnTo>
                  <a:pt x="675189" y="2801032"/>
                </a:lnTo>
                <a:lnTo>
                  <a:pt x="675196" y="2801700"/>
                </a:lnTo>
                <a:lnTo>
                  <a:pt x="675196" y="2811168"/>
                </a:lnTo>
                <a:lnTo>
                  <a:pt x="673533" y="2811173"/>
                </a:lnTo>
                <a:lnTo>
                  <a:pt x="671897" y="2811188"/>
                </a:lnTo>
                <a:lnTo>
                  <a:pt x="670288" y="2811213"/>
                </a:lnTo>
                <a:lnTo>
                  <a:pt x="668706" y="2811248"/>
                </a:lnTo>
                <a:lnTo>
                  <a:pt x="667151" y="2811293"/>
                </a:lnTo>
                <a:lnTo>
                  <a:pt x="665623" y="2811348"/>
                </a:lnTo>
                <a:lnTo>
                  <a:pt x="664122" y="2811413"/>
                </a:lnTo>
                <a:lnTo>
                  <a:pt x="662648" y="2811488"/>
                </a:lnTo>
                <a:lnTo>
                  <a:pt x="661201" y="2811573"/>
                </a:lnTo>
                <a:lnTo>
                  <a:pt x="659780" y="2811667"/>
                </a:lnTo>
                <a:lnTo>
                  <a:pt x="658387" y="2811772"/>
                </a:lnTo>
                <a:lnTo>
                  <a:pt x="657021" y="2811887"/>
                </a:lnTo>
                <a:lnTo>
                  <a:pt x="655682" y="2812012"/>
                </a:lnTo>
                <a:lnTo>
                  <a:pt x="654370" y="2812146"/>
                </a:lnTo>
                <a:lnTo>
                  <a:pt x="653085" y="2812291"/>
                </a:lnTo>
                <a:lnTo>
                  <a:pt x="651827" y="2812446"/>
                </a:lnTo>
                <a:lnTo>
                  <a:pt x="650596" y="2812611"/>
                </a:lnTo>
                <a:lnTo>
                  <a:pt x="649392" y="2812785"/>
                </a:lnTo>
                <a:lnTo>
                  <a:pt x="648215" y="2812970"/>
                </a:lnTo>
                <a:lnTo>
                  <a:pt x="647065" y="2813164"/>
                </a:lnTo>
                <a:lnTo>
                  <a:pt x="645942" y="2813369"/>
                </a:lnTo>
                <a:lnTo>
                  <a:pt x="644846" y="2813584"/>
                </a:lnTo>
                <a:lnTo>
                  <a:pt x="643777" y="2813808"/>
                </a:lnTo>
                <a:lnTo>
                  <a:pt x="642735" y="2814043"/>
                </a:lnTo>
                <a:lnTo>
                  <a:pt x="641732" y="2814288"/>
                </a:lnTo>
                <a:lnTo>
                  <a:pt x="640752" y="2814545"/>
                </a:lnTo>
                <a:lnTo>
                  <a:pt x="639795" y="2814814"/>
                </a:lnTo>
                <a:lnTo>
                  <a:pt x="638861" y="2815095"/>
                </a:lnTo>
                <a:lnTo>
                  <a:pt x="637949" y="2815387"/>
                </a:lnTo>
                <a:lnTo>
                  <a:pt x="637061" y="2815691"/>
                </a:lnTo>
                <a:lnTo>
                  <a:pt x="636195" y="2816007"/>
                </a:lnTo>
                <a:lnTo>
                  <a:pt x="635353" y="2816334"/>
                </a:lnTo>
                <a:lnTo>
                  <a:pt x="634533" y="2816674"/>
                </a:lnTo>
                <a:lnTo>
                  <a:pt x="633736" y="2817025"/>
                </a:lnTo>
                <a:lnTo>
                  <a:pt x="632962" y="2817388"/>
                </a:lnTo>
                <a:lnTo>
                  <a:pt x="632211" y="2817762"/>
                </a:lnTo>
                <a:lnTo>
                  <a:pt x="631483" y="2818148"/>
                </a:lnTo>
                <a:lnTo>
                  <a:pt x="630777" y="2818546"/>
                </a:lnTo>
                <a:lnTo>
                  <a:pt x="630095" y="2818956"/>
                </a:lnTo>
                <a:lnTo>
                  <a:pt x="629435" y="2819378"/>
                </a:lnTo>
                <a:lnTo>
                  <a:pt x="628799" y="2819811"/>
                </a:lnTo>
                <a:lnTo>
                  <a:pt x="628185" y="2820256"/>
                </a:lnTo>
                <a:lnTo>
                  <a:pt x="627594" y="2820713"/>
                </a:lnTo>
                <a:lnTo>
                  <a:pt x="627026" y="2821181"/>
                </a:lnTo>
                <a:lnTo>
                  <a:pt x="626481" y="2821661"/>
                </a:lnTo>
                <a:lnTo>
                  <a:pt x="625959" y="2822153"/>
                </a:lnTo>
                <a:lnTo>
                  <a:pt x="625459" y="2822657"/>
                </a:lnTo>
                <a:lnTo>
                  <a:pt x="624983" y="2823172"/>
                </a:lnTo>
                <a:lnTo>
                  <a:pt x="624542" y="2823686"/>
                </a:lnTo>
                <a:lnTo>
                  <a:pt x="624119" y="2824215"/>
                </a:lnTo>
                <a:lnTo>
                  <a:pt x="623715" y="2824757"/>
                </a:lnTo>
                <a:lnTo>
                  <a:pt x="623330" y="2825314"/>
                </a:lnTo>
                <a:lnTo>
                  <a:pt x="622964" y="2825884"/>
                </a:lnTo>
                <a:lnTo>
                  <a:pt x="622616" y="2826469"/>
                </a:lnTo>
                <a:lnTo>
                  <a:pt x="622287" y="2827068"/>
                </a:lnTo>
                <a:lnTo>
                  <a:pt x="621977" y="2827681"/>
                </a:lnTo>
                <a:lnTo>
                  <a:pt x="621686" y="2828308"/>
                </a:lnTo>
                <a:lnTo>
                  <a:pt x="621414" y="2828949"/>
                </a:lnTo>
                <a:lnTo>
                  <a:pt x="621160" y="2829604"/>
                </a:lnTo>
                <a:lnTo>
                  <a:pt x="620926" y="2830273"/>
                </a:lnTo>
                <a:lnTo>
                  <a:pt x="620710" y="2830956"/>
                </a:lnTo>
                <a:lnTo>
                  <a:pt x="620512" y="2831654"/>
                </a:lnTo>
                <a:lnTo>
                  <a:pt x="620334" y="2832365"/>
                </a:lnTo>
                <a:lnTo>
                  <a:pt x="620174" y="2833091"/>
                </a:lnTo>
                <a:lnTo>
                  <a:pt x="620033" y="2833830"/>
                </a:lnTo>
                <a:lnTo>
                  <a:pt x="619911" y="2834584"/>
                </a:lnTo>
                <a:lnTo>
                  <a:pt x="619808" y="2835352"/>
                </a:lnTo>
                <a:lnTo>
                  <a:pt x="619723" y="2836134"/>
                </a:lnTo>
                <a:lnTo>
                  <a:pt x="619658" y="2836930"/>
                </a:lnTo>
                <a:lnTo>
                  <a:pt x="619611" y="2837740"/>
                </a:lnTo>
                <a:lnTo>
                  <a:pt x="619582" y="2838564"/>
                </a:lnTo>
                <a:lnTo>
                  <a:pt x="619573" y="2839402"/>
                </a:lnTo>
                <a:lnTo>
                  <a:pt x="619585" y="2840407"/>
                </a:lnTo>
                <a:lnTo>
                  <a:pt x="619622" y="2841390"/>
                </a:lnTo>
                <a:lnTo>
                  <a:pt x="619684" y="2842353"/>
                </a:lnTo>
                <a:lnTo>
                  <a:pt x="619770" y="2843296"/>
                </a:lnTo>
                <a:lnTo>
                  <a:pt x="619881" y="2844218"/>
                </a:lnTo>
                <a:lnTo>
                  <a:pt x="620017" y="2845119"/>
                </a:lnTo>
                <a:lnTo>
                  <a:pt x="620177" y="2846000"/>
                </a:lnTo>
                <a:lnTo>
                  <a:pt x="620362" y="2846860"/>
                </a:lnTo>
                <a:lnTo>
                  <a:pt x="620572" y="2847700"/>
                </a:lnTo>
                <a:lnTo>
                  <a:pt x="620806" y="2848519"/>
                </a:lnTo>
                <a:lnTo>
                  <a:pt x="621065" y="2849318"/>
                </a:lnTo>
                <a:lnTo>
                  <a:pt x="621348" y="2850096"/>
                </a:lnTo>
                <a:lnTo>
                  <a:pt x="621656" y="2850854"/>
                </a:lnTo>
                <a:lnTo>
                  <a:pt x="621989" y="2851591"/>
                </a:lnTo>
                <a:lnTo>
                  <a:pt x="622347" y="2852307"/>
                </a:lnTo>
                <a:lnTo>
                  <a:pt x="622729" y="2853003"/>
                </a:lnTo>
                <a:lnTo>
                  <a:pt x="623136" y="2853679"/>
                </a:lnTo>
                <a:lnTo>
                  <a:pt x="623567" y="2854333"/>
                </a:lnTo>
                <a:lnTo>
                  <a:pt x="624023" y="2854968"/>
                </a:lnTo>
                <a:lnTo>
                  <a:pt x="624504" y="2855581"/>
                </a:lnTo>
                <a:lnTo>
                  <a:pt x="625010" y="2856175"/>
                </a:lnTo>
                <a:lnTo>
                  <a:pt x="625540" y="2856747"/>
                </a:lnTo>
                <a:lnTo>
                  <a:pt x="626094" y="2857299"/>
                </a:lnTo>
                <a:lnTo>
                  <a:pt x="626674" y="2857831"/>
                </a:lnTo>
                <a:lnTo>
                  <a:pt x="627290" y="2858341"/>
                </a:lnTo>
                <a:lnTo>
                  <a:pt x="627928" y="2858830"/>
                </a:lnTo>
                <a:lnTo>
                  <a:pt x="628586" y="2859297"/>
                </a:lnTo>
                <a:lnTo>
                  <a:pt x="629266" y="2859742"/>
                </a:lnTo>
                <a:lnTo>
                  <a:pt x="629967" y="2860166"/>
                </a:lnTo>
                <a:lnTo>
                  <a:pt x="630689" y="2860568"/>
                </a:lnTo>
                <a:lnTo>
                  <a:pt x="631432" y="2860948"/>
                </a:lnTo>
                <a:lnTo>
                  <a:pt x="632197" y="2861306"/>
                </a:lnTo>
                <a:lnTo>
                  <a:pt x="632982" y="2861643"/>
                </a:lnTo>
                <a:lnTo>
                  <a:pt x="633789" y="2861958"/>
                </a:lnTo>
                <a:lnTo>
                  <a:pt x="634616" y="2862251"/>
                </a:lnTo>
                <a:lnTo>
                  <a:pt x="635465" y="2862522"/>
                </a:lnTo>
                <a:lnTo>
                  <a:pt x="636335" y="2862772"/>
                </a:lnTo>
                <a:lnTo>
                  <a:pt x="637226" y="2863000"/>
                </a:lnTo>
                <a:lnTo>
                  <a:pt x="638139" y="2863207"/>
                </a:lnTo>
                <a:lnTo>
                  <a:pt x="639072" y="2863391"/>
                </a:lnTo>
                <a:lnTo>
                  <a:pt x="640027" y="2863554"/>
                </a:lnTo>
                <a:lnTo>
                  <a:pt x="641002" y="2863695"/>
                </a:lnTo>
                <a:lnTo>
                  <a:pt x="641999" y="2863815"/>
                </a:lnTo>
                <a:lnTo>
                  <a:pt x="643017" y="2863913"/>
                </a:lnTo>
                <a:lnTo>
                  <a:pt x="644056" y="2863989"/>
                </a:lnTo>
                <a:lnTo>
                  <a:pt x="645116" y="2864043"/>
                </a:lnTo>
                <a:lnTo>
                  <a:pt x="646198" y="2864076"/>
                </a:lnTo>
                <a:lnTo>
                  <a:pt x="647300" y="2864086"/>
                </a:lnTo>
                <a:lnTo>
                  <a:pt x="647806" y="2864084"/>
                </a:lnTo>
                <a:lnTo>
                  <a:pt x="648311" y="2864077"/>
                </a:lnTo>
                <a:lnTo>
                  <a:pt x="648814" y="2864065"/>
                </a:lnTo>
                <a:lnTo>
                  <a:pt x="649315" y="2864049"/>
                </a:lnTo>
                <a:lnTo>
                  <a:pt x="649814" y="2864028"/>
                </a:lnTo>
                <a:lnTo>
                  <a:pt x="650312" y="2864002"/>
                </a:lnTo>
                <a:lnTo>
                  <a:pt x="650807" y="2863971"/>
                </a:lnTo>
                <a:lnTo>
                  <a:pt x="651301" y="2863936"/>
                </a:lnTo>
                <a:lnTo>
                  <a:pt x="651793" y="2863896"/>
                </a:lnTo>
                <a:lnTo>
                  <a:pt x="652284" y="2863852"/>
                </a:lnTo>
                <a:lnTo>
                  <a:pt x="652773" y="2863802"/>
                </a:lnTo>
                <a:lnTo>
                  <a:pt x="653260" y="2863748"/>
                </a:lnTo>
                <a:lnTo>
                  <a:pt x="653745" y="2863690"/>
                </a:lnTo>
                <a:lnTo>
                  <a:pt x="654228" y="2863626"/>
                </a:lnTo>
                <a:lnTo>
                  <a:pt x="654710" y="2863558"/>
                </a:lnTo>
                <a:lnTo>
                  <a:pt x="655190" y="2863485"/>
                </a:lnTo>
                <a:lnTo>
                  <a:pt x="655668" y="2863408"/>
                </a:lnTo>
                <a:lnTo>
                  <a:pt x="656144" y="2863326"/>
                </a:lnTo>
                <a:lnTo>
                  <a:pt x="656619" y="2863239"/>
                </a:lnTo>
                <a:lnTo>
                  <a:pt x="657092" y="2863147"/>
                </a:lnTo>
                <a:lnTo>
                  <a:pt x="657563" y="2863051"/>
                </a:lnTo>
                <a:lnTo>
                  <a:pt x="658032" y="2862950"/>
                </a:lnTo>
                <a:lnTo>
                  <a:pt x="658500" y="2862844"/>
                </a:lnTo>
                <a:lnTo>
                  <a:pt x="658966" y="2862734"/>
                </a:lnTo>
                <a:lnTo>
                  <a:pt x="659429" y="2862632"/>
                </a:lnTo>
                <a:lnTo>
                  <a:pt x="659888" y="2862524"/>
                </a:lnTo>
                <a:lnTo>
                  <a:pt x="660345" y="2862409"/>
                </a:lnTo>
                <a:lnTo>
                  <a:pt x="660797" y="2862288"/>
                </a:lnTo>
                <a:lnTo>
                  <a:pt x="661246" y="2862160"/>
                </a:lnTo>
                <a:lnTo>
                  <a:pt x="661692" y="2862026"/>
                </a:lnTo>
                <a:lnTo>
                  <a:pt x="662134" y="2861885"/>
                </a:lnTo>
                <a:lnTo>
                  <a:pt x="662572" y="2861738"/>
                </a:lnTo>
                <a:lnTo>
                  <a:pt x="663007" y="2861585"/>
                </a:lnTo>
                <a:lnTo>
                  <a:pt x="663439" y="2861425"/>
                </a:lnTo>
                <a:lnTo>
                  <a:pt x="663867" y="2861258"/>
                </a:lnTo>
                <a:lnTo>
                  <a:pt x="664291" y="2861085"/>
                </a:lnTo>
                <a:lnTo>
                  <a:pt x="664712" y="2860906"/>
                </a:lnTo>
                <a:lnTo>
                  <a:pt x="665130" y="2860720"/>
                </a:lnTo>
                <a:lnTo>
                  <a:pt x="665543" y="2860528"/>
                </a:lnTo>
                <a:lnTo>
                  <a:pt x="665954" y="2860329"/>
                </a:lnTo>
                <a:lnTo>
                  <a:pt x="666361" y="2860124"/>
                </a:lnTo>
                <a:lnTo>
                  <a:pt x="666764" y="2859912"/>
                </a:lnTo>
                <a:lnTo>
                  <a:pt x="667164" y="2859694"/>
                </a:lnTo>
                <a:lnTo>
                  <a:pt x="667560" y="2859470"/>
                </a:lnTo>
                <a:lnTo>
                  <a:pt x="667953" y="2859239"/>
                </a:lnTo>
                <a:lnTo>
                  <a:pt x="668342" y="2859001"/>
                </a:lnTo>
                <a:lnTo>
                  <a:pt x="668728" y="2858757"/>
                </a:lnTo>
                <a:lnTo>
                  <a:pt x="669110" y="2858507"/>
                </a:lnTo>
                <a:lnTo>
                  <a:pt x="669487" y="2858236"/>
                </a:lnTo>
                <a:lnTo>
                  <a:pt x="669859" y="2857958"/>
                </a:lnTo>
                <a:lnTo>
                  <a:pt x="670224" y="2857672"/>
                </a:lnTo>
                <a:lnTo>
                  <a:pt x="670584" y="2857380"/>
                </a:lnTo>
                <a:lnTo>
                  <a:pt x="670938" y="2857081"/>
                </a:lnTo>
                <a:lnTo>
                  <a:pt x="671286" y="2856774"/>
                </a:lnTo>
                <a:lnTo>
                  <a:pt x="671629" y="2856461"/>
                </a:lnTo>
                <a:lnTo>
                  <a:pt x="671965" y="2856140"/>
                </a:lnTo>
                <a:lnTo>
                  <a:pt x="672296" y="2855813"/>
                </a:lnTo>
                <a:lnTo>
                  <a:pt x="672620" y="2855478"/>
                </a:lnTo>
                <a:lnTo>
                  <a:pt x="672939" y="2855136"/>
                </a:lnTo>
                <a:lnTo>
                  <a:pt x="673252" y="2854788"/>
                </a:lnTo>
                <a:lnTo>
                  <a:pt x="673559" y="2854432"/>
                </a:lnTo>
                <a:lnTo>
                  <a:pt x="673860" y="2854069"/>
                </a:lnTo>
                <a:lnTo>
                  <a:pt x="674155" y="2853699"/>
                </a:lnTo>
                <a:lnTo>
                  <a:pt x="674445" y="2853322"/>
                </a:lnTo>
                <a:lnTo>
                  <a:pt x="674728" y="2852939"/>
                </a:lnTo>
                <a:lnTo>
                  <a:pt x="675006" y="2852548"/>
                </a:lnTo>
                <a:lnTo>
                  <a:pt x="675278" y="2852150"/>
                </a:lnTo>
                <a:lnTo>
                  <a:pt x="675544" y="2851745"/>
                </a:lnTo>
                <a:lnTo>
                  <a:pt x="675804" y="2851332"/>
                </a:lnTo>
                <a:lnTo>
                  <a:pt x="676058" y="2850913"/>
                </a:lnTo>
                <a:lnTo>
                  <a:pt x="676306" y="2850487"/>
                </a:lnTo>
                <a:lnTo>
                  <a:pt x="676549" y="2850054"/>
                </a:lnTo>
                <a:lnTo>
                  <a:pt x="676593" y="2850501"/>
                </a:lnTo>
                <a:lnTo>
                  <a:pt x="676640" y="2850939"/>
                </a:lnTo>
                <a:lnTo>
                  <a:pt x="676691" y="2851369"/>
                </a:lnTo>
                <a:lnTo>
                  <a:pt x="676746" y="2851791"/>
                </a:lnTo>
                <a:lnTo>
                  <a:pt x="676804" y="2852205"/>
                </a:lnTo>
                <a:lnTo>
                  <a:pt x="676866" y="2852611"/>
                </a:lnTo>
                <a:lnTo>
                  <a:pt x="676931" y="2853008"/>
                </a:lnTo>
                <a:lnTo>
                  <a:pt x="676999" y="2853398"/>
                </a:lnTo>
                <a:lnTo>
                  <a:pt x="677072" y="2853779"/>
                </a:lnTo>
                <a:lnTo>
                  <a:pt x="677147" y="2854151"/>
                </a:lnTo>
                <a:lnTo>
                  <a:pt x="677227" y="2854516"/>
                </a:lnTo>
                <a:lnTo>
                  <a:pt x="677309" y="2854872"/>
                </a:lnTo>
                <a:lnTo>
                  <a:pt x="677396" y="2855220"/>
                </a:lnTo>
                <a:lnTo>
                  <a:pt x="677486" y="2855560"/>
                </a:lnTo>
                <a:lnTo>
                  <a:pt x="677579" y="2855892"/>
                </a:lnTo>
                <a:lnTo>
                  <a:pt x="677676" y="2856215"/>
                </a:lnTo>
                <a:lnTo>
                  <a:pt x="677776" y="2856531"/>
                </a:lnTo>
                <a:lnTo>
                  <a:pt x="677880" y="2856838"/>
                </a:lnTo>
                <a:lnTo>
                  <a:pt x="677987" y="2857136"/>
                </a:lnTo>
                <a:lnTo>
                  <a:pt x="678098" y="2857427"/>
                </a:lnTo>
                <a:lnTo>
                  <a:pt x="678213" y="2857709"/>
                </a:lnTo>
                <a:lnTo>
                  <a:pt x="678331" y="2857983"/>
                </a:lnTo>
                <a:lnTo>
                  <a:pt x="678452" y="2858249"/>
                </a:lnTo>
                <a:lnTo>
                  <a:pt x="678577" y="2858507"/>
                </a:lnTo>
                <a:lnTo>
                  <a:pt x="678707" y="2858757"/>
                </a:lnTo>
                <a:lnTo>
                  <a:pt x="678843" y="2859001"/>
                </a:lnTo>
                <a:lnTo>
                  <a:pt x="678984" y="2859239"/>
                </a:lnTo>
                <a:lnTo>
                  <a:pt x="679132" y="2859470"/>
                </a:lnTo>
                <a:lnTo>
                  <a:pt x="679285" y="2859694"/>
                </a:lnTo>
                <a:lnTo>
                  <a:pt x="679444" y="2859912"/>
                </a:lnTo>
                <a:lnTo>
                  <a:pt x="679609" y="2860124"/>
                </a:lnTo>
                <a:lnTo>
                  <a:pt x="679780" y="2860329"/>
                </a:lnTo>
                <a:lnTo>
                  <a:pt x="679956" y="2860528"/>
                </a:lnTo>
                <a:lnTo>
                  <a:pt x="680139" y="2860720"/>
                </a:lnTo>
                <a:lnTo>
                  <a:pt x="680327" y="2860906"/>
                </a:lnTo>
                <a:lnTo>
                  <a:pt x="680522" y="2861085"/>
                </a:lnTo>
                <a:lnTo>
                  <a:pt x="680722" y="2861258"/>
                </a:lnTo>
                <a:lnTo>
                  <a:pt x="680928" y="2861425"/>
                </a:lnTo>
                <a:lnTo>
                  <a:pt x="681140" y="2861585"/>
                </a:lnTo>
                <a:lnTo>
                  <a:pt x="681358" y="2861738"/>
                </a:lnTo>
                <a:lnTo>
                  <a:pt x="681581" y="2861885"/>
                </a:lnTo>
                <a:lnTo>
                  <a:pt x="681811" y="2862026"/>
                </a:lnTo>
                <a:lnTo>
                  <a:pt x="682046" y="2862160"/>
                </a:lnTo>
                <a:lnTo>
                  <a:pt x="682287" y="2862288"/>
                </a:lnTo>
                <a:lnTo>
                  <a:pt x="682535" y="2862409"/>
                </a:lnTo>
                <a:lnTo>
                  <a:pt x="682788" y="2862524"/>
                </a:lnTo>
                <a:lnTo>
                  <a:pt x="683047" y="2862632"/>
                </a:lnTo>
                <a:lnTo>
                  <a:pt x="683311" y="2862734"/>
                </a:lnTo>
                <a:lnTo>
                  <a:pt x="683582" y="2862844"/>
                </a:lnTo>
                <a:lnTo>
                  <a:pt x="683860" y="2862950"/>
                </a:lnTo>
                <a:lnTo>
                  <a:pt x="684143" y="2863051"/>
                </a:lnTo>
                <a:lnTo>
                  <a:pt x="684434" y="2863147"/>
                </a:lnTo>
                <a:lnTo>
                  <a:pt x="684730" y="2863239"/>
                </a:lnTo>
                <a:lnTo>
                  <a:pt x="685034" y="2863326"/>
                </a:lnTo>
                <a:lnTo>
                  <a:pt x="685343" y="2863408"/>
                </a:lnTo>
                <a:lnTo>
                  <a:pt x="685659" y="2863485"/>
                </a:lnTo>
                <a:lnTo>
                  <a:pt x="685982" y="2863558"/>
                </a:lnTo>
                <a:lnTo>
                  <a:pt x="686311" y="2863626"/>
                </a:lnTo>
                <a:lnTo>
                  <a:pt x="686647" y="2863690"/>
                </a:lnTo>
                <a:lnTo>
                  <a:pt x="686989" y="2863748"/>
                </a:lnTo>
                <a:lnTo>
                  <a:pt x="687337" y="2863802"/>
                </a:lnTo>
                <a:lnTo>
                  <a:pt x="687692" y="2863852"/>
                </a:lnTo>
                <a:lnTo>
                  <a:pt x="688053" y="2863896"/>
                </a:lnTo>
                <a:lnTo>
                  <a:pt x="688421" y="2863936"/>
                </a:lnTo>
                <a:lnTo>
                  <a:pt x="688795" y="2863971"/>
                </a:lnTo>
                <a:lnTo>
                  <a:pt x="689176" y="2864002"/>
                </a:lnTo>
                <a:lnTo>
                  <a:pt x="689563" y="2864028"/>
                </a:lnTo>
                <a:lnTo>
                  <a:pt x="689957" y="2864049"/>
                </a:lnTo>
                <a:lnTo>
                  <a:pt x="690357" y="2864065"/>
                </a:lnTo>
                <a:lnTo>
                  <a:pt x="690763" y="2864077"/>
                </a:lnTo>
                <a:lnTo>
                  <a:pt x="691176" y="2864084"/>
                </a:lnTo>
                <a:lnTo>
                  <a:pt x="691596" y="2864086"/>
                </a:lnTo>
                <a:lnTo>
                  <a:pt x="691891" y="2864085"/>
                </a:lnTo>
                <a:lnTo>
                  <a:pt x="692185" y="2864081"/>
                </a:lnTo>
                <a:lnTo>
                  <a:pt x="692478" y="2864073"/>
                </a:lnTo>
                <a:lnTo>
                  <a:pt x="692770" y="2864063"/>
                </a:lnTo>
                <a:lnTo>
                  <a:pt x="693060" y="2864050"/>
                </a:lnTo>
                <a:lnTo>
                  <a:pt x="693350" y="2864034"/>
                </a:lnTo>
                <a:lnTo>
                  <a:pt x="693638" y="2864014"/>
                </a:lnTo>
                <a:lnTo>
                  <a:pt x="693925" y="2863992"/>
                </a:lnTo>
                <a:lnTo>
                  <a:pt x="694211" y="2863967"/>
                </a:lnTo>
                <a:lnTo>
                  <a:pt x="694496" y="2863940"/>
                </a:lnTo>
                <a:lnTo>
                  <a:pt x="694779" y="2863909"/>
                </a:lnTo>
                <a:lnTo>
                  <a:pt x="695061" y="2863875"/>
                </a:lnTo>
                <a:lnTo>
                  <a:pt x="695343" y="2863838"/>
                </a:lnTo>
                <a:lnTo>
                  <a:pt x="695623" y="2863799"/>
                </a:lnTo>
                <a:lnTo>
                  <a:pt x="695902" y="2863756"/>
                </a:lnTo>
                <a:lnTo>
                  <a:pt x="696179" y="2863711"/>
                </a:lnTo>
                <a:lnTo>
                  <a:pt x="696456" y="2863662"/>
                </a:lnTo>
                <a:lnTo>
                  <a:pt x="696731" y="2863611"/>
                </a:lnTo>
                <a:lnTo>
                  <a:pt x="697005" y="2863557"/>
                </a:lnTo>
                <a:lnTo>
                  <a:pt x="697278" y="2863499"/>
                </a:lnTo>
                <a:lnTo>
                  <a:pt x="697550" y="2863439"/>
                </a:lnTo>
                <a:lnTo>
                  <a:pt x="697821" y="2863376"/>
                </a:lnTo>
                <a:lnTo>
                  <a:pt x="698090" y="2863310"/>
                </a:lnTo>
                <a:lnTo>
                  <a:pt x="698358" y="2863241"/>
                </a:lnTo>
                <a:lnTo>
                  <a:pt x="698624" y="2863169"/>
                </a:lnTo>
                <a:lnTo>
                  <a:pt x="698887" y="2863095"/>
                </a:lnTo>
                <a:lnTo>
                  <a:pt x="699145" y="2863019"/>
                </a:lnTo>
                <a:lnTo>
                  <a:pt x="699401" y="2862941"/>
                </a:lnTo>
                <a:lnTo>
                  <a:pt x="699653" y="2862860"/>
                </a:lnTo>
                <a:lnTo>
                  <a:pt x="699901" y="2862776"/>
                </a:lnTo>
                <a:lnTo>
                  <a:pt x="700146" y="2862690"/>
                </a:lnTo>
                <a:lnTo>
                  <a:pt x="700387" y="2862602"/>
                </a:lnTo>
                <a:lnTo>
                  <a:pt x="700625" y="2862512"/>
                </a:lnTo>
                <a:lnTo>
                  <a:pt x="700859" y="2862419"/>
                </a:lnTo>
                <a:lnTo>
                  <a:pt x="701090" y="2862324"/>
                </a:lnTo>
                <a:lnTo>
                  <a:pt x="701317" y="2862227"/>
                </a:lnTo>
                <a:lnTo>
                  <a:pt x="701541" y="2862127"/>
                </a:lnTo>
                <a:lnTo>
                  <a:pt x="701761" y="2862025"/>
                </a:lnTo>
                <a:lnTo>
                  <a:pt x="701977" y="2861920"/>
                </a:lnTo>
                <a:lnTo>
                  <a:pt x="702190" y="2861813"/>
                </a:lnTo>
                <a:lnTo>
                  <a:pt x="702400" y="2861704"/>
                </a:lnTo>
                <a:lnTo>
                  <a:pt x="702606" y="2861593"/>
                </a:lnTo>
                <a:lnTo>
                  <a:pt x="702809" y="2861479"/>
                </a:lnTo>
                <a:lnTo>
                  <a:pt x="703008" y="2861363"/>
                </a:lnTo>
                <a:lnTo>
                  <a:pt x="703203" y="2861244"/>
                </a:lnTo>
                <a:lnTo>
                  <a:pt x="703395" y="2861123"/>
                </a:lnTo>
                <a:lnTo>
                  <a:pt x="703584" y="2861000"/>
                </a:lnTo>
                <a:lnTo>
                  <a:pt x="703768" y="2860874"/>
                </a:lnTo>
                <a:lnTo>
                  <a:pt x="703768" y="2849885"/>
                </a:lnTo>
                <a:lnTo>
                  <a:pt x="703527" y="2850050"/>
                </a:lnTo>
                <a:lnTo>
                  <a:pt x="703282" y="2850209"/>
                </a:lnTo>
                <a:lnTo>
                  <a:pt x="703034" y="2850360"/>
                </a:lnTo>
                <a:lnTo>
                  <a:pt x="702782" y="2850505"/>
                </a:lnTo>
                <a:lnTo>
                  <a:pt x="702527" y="2850642"/>
                </a:lnTo>
                <a:lnTo>
                  <a:pt x="702268" y="2850772"/>
                </a:lnTo>
                <a:lnTo>
                  <a:pt x="702006" y="2850896"/>
                </a:lnTo>
                <a:lnTo>
                  <a:pt x="701740" y="2851012"/>
                </a:lnTo>
                <a:lnTo>
                  <a:pt x="701470" y="2851121"/>
                </a:lnTo>
                <a:lnTo>
                  <a:pt x="701197" y="2851223"/>
                </a:lnTo>
                <a:lnTo>
                  <a:pt x="700921" y="2851318"/>
                </a:lnTo>
                <a:lnTo>
                  <a:pt x="700641" y="2851406"/>
                </a:lnTo>
                <a:lnTo>
                  <a:pt x="700357" y="2851487"/>
                </a:lnTo>
                <a:lnTo>
                  <a:pt x="700070" y="2851561"/>
                </a:lnTo>
                <a:lnTo>
                  <a:pt x="699779" y="2851628"/>
                </a:lnTo>
                <a:lnTo>
                  <a:pt x="699485" y="2851688"/>
                </a:lnTo>
                <a:lnTo>
                  <a:pt x="699188" y="2851741"/>
                </a:lnTo>
                <a:lnTo>
                  <a:pt x="698887" y="2851787"/>
                </a:lnTo>
                <a:lnTo>
                  <a:pt x="698582" y="2851825"/>
                </a:lnTo>
                <a:lnTo>
                  <a:pt x="698274" y="2851857"/>
                </a:lnTo>
                <a:lnTo>
                  <a:pt x="697962" y="2851882"/>
                </a:lnTo>
                <a:lnTo>
                  <a:pt x="697647" y="2851899"/>
                </a:lnTo>
                <a:lnTo>
                  <a:pt x="697328" y="2851910"/>
                </a:lnTo>
                <a:lnTo>
                  <a:pt x="697006" y="2851913"/>
                </a:lnTo>
                <a:lnTo>
                  <a:pt x="696824" y="2851911"/>
                </a:lnTo>
                <a:lnTo>
                  <a:pt x="696645" y="2851905"/>
                </a:lnTo>
                <a:lnTo>
                  <a:pt x="696469" y="2851895"/>
                </a:lnTo>
                <a:lnTo>
                  <a:pt x="696297" y="2851881"/>
                </a:lnTo>
                <a:lnTo>
                  <a:pt x="696127" y="2851862"/>
                </a:lnTo>
                <a:lnTo>
                  <a:pt x="695960" y="2851839"/>
                </a:lnTo>
                <a:lnTo>
                  <a:pt x="695796" y="2851813"/>
                </a:lnTo>
                <a:lnTo>
                  <a:pt x="695634" y="2851782"/>
                </a:lnTo>
                <a:lnTo>
                  <a:pt x="695476" y="2851747"/>
                </a:lnTo>
                <a:lnTo>
                  <a:pt x="695321" y="2851708"/>
                </a:lnTo>
                <a:lnTo>
                  <a:pt x="695169" y="2851665"/>
                </a:lnTo>
                <a:lnTo>
                  <a:pt x="695019" y="2851618"/>
                </a:lnTo>
                <a:lnTo>
                  <a:pt x="694873" y="2851566"/>
                </a:lnTo>
                <a:lnTo>
                  <a:pt x="694729" y="2851511"/>
                </a:lnTo>
                <a:lnTo>
                  <a:pt x="694589" y="2851451"/>
                </a:lnTo>
                <a:lnTo>
                  <a:pt x="694451" y="2851387"/>
                </a:lnTo>
                <a:lnTo>
                  <a:pt x="694316" y="2851320"/>
                </a:lnTo>
                <a:lnTo>
                  <a:pt x="694184" y="2851248"/>
                </a:lnTo>
                <a:lnTo>
                  <a:pt x="694056" y="2851172"/>
                </a:lnTo>
                <a:lnTo>
                  <a:pt x="693930" y="2851092"/>
                </a:lnTo>
                <a:lnTo>
                  <a:pt x="693807" y="2851007"/>
                </a:lnTo>
                <a:lnTo>
                  <a:pt x="693687" y="2850919"/>
                </a:lnTo>
                <a:lnTo>
                  <a:pt x="693569" y="2850827"/>
                </a:lnTo>
                <a:lnTo>
                  <a:pt x="693455" y="2850730"/>
                </a:lnTo>
                <a:lnTo>
                  <a:pt x="693345" y="2850629"/>
                </a:lnTo>
                <a:lnTo>
                  <a:pt x="693239" y="2850522"/>
                </a:lnTo>
                <a:lnTo>
                  <a:pt x="693138" y="2850410"/>
                </a:lnTo>
                <a:lnTo>
                  <a:pt x="693042" y="2850293"/>
                </a:lnTo>
                <a:lnTo>
                  <a:pt x="692950" y="2850171"/>
                </a:lnTo>
                <a:lnTo>
                  <a:pt x="692864" y="2850043"/>
                </a:lnTo>
                <a:lnTo>
                  <a:pt x="692781" y="2849910"/>
                </a:lnTo>
                <a:lnTo>
                  <a:pt x="692704" y="2849772"/>
                </a:lnTo>
                <a:lnTo>
                  <a:pt x="692631" y="2849629"/>
                </a:lnTo>
                <a:lnTo>
                  <a:pt x="692563" y="2849480"/>
                </a:lnTo>
                <a:lnTo>
                  <a:pt x="692500" y="2849326"/>
                </a:lnTo>
                <a:lnTo>
                  <a:pt x="692441" y="2849166"/>
                </a:lnTo>
                <a:lnTo>
                  <a:pt x="692387" y="2849002"/>
                </a:lnTo>
                <a:lnTo>
                  <a:pt x="692338" y="2848832"/>
                </a:lnTo>
                <a:lnTo>
                  <a:pt x="692293" y="2848656"/>
                </a:lnTo>
                <a:lnTo>
                  <a:pt x="692253" y="2848476"/>
                </a:lnTo>
                <a:lnTo>
                  <a:pt x="692218" y="2848290"/>
                </a:lnTo>
                <a:lnTo>
                  <a:pt x="692187" y="2848099"/>
                </a:lnTo>
                <a:lnTo>
                  <a:pt x="692162" y="2847903"/>
                </a:lnTo>
                <a:lnTo>
                  <a:pt x="692140" y="2847701"/>
                </a:lnTo>
                <a:lnTo>
                  <a:pt x="692124" y="2847494"/>
                </a:lnTo>
                <a:lnTo>
                  <a:pt x="692112" y="2847282"/>
                </a:lnTo>
                <a:lnTo>
                  <a:pt x="692105" y="2847064"/>
                </a:lnTo>
                <a:lnTo>
                  <a:pt x="692103" y="2846842"/>
                </a:lnTo>
                <a:lnTo>
                  <a:pt x="692103" y="2801024"/>
                </a:lnTo>
                <a:lnTo>
                  <a:pt x="692088" y="2799909"/>
                </a:lnTo>
                <a:lnTo>
                  <a:pt x="692042" y="2798818"/>
                </a:lnTo>
                <a:lnTo>
                  <a:pt x="691965" y="2797751"/>
                </a:lnTo>
                <a:lnTo>
                  <a:pt x="691859" y="2796708"/>
                </a:lnTo>
                <a:lnTo>
                  <a:pt x="691721" y="2795690"/>
                </a:lnTo>
                <a:lnTo>
                  <a:pt x="691553" y="2794695"/>
                </a:lnTo>
                <a:lnTo>
                  <a:pt x="691355" y="2793724"/>
                </a:lnTo>
                <a:lnTo>
                  <a:pt x="691126" y="2792778"/>
                </a:lnTo>
                <a:lnTo>
                  <a:pt x="690867" y="2791855"/>
                </a:lnTo>
                <a:lnTo>
                  <a:pt x="690577" y="2790957"/>
                </a:lnTo>
                <a:lnTo>
                  <a:pt x="690256" y="2790082"/>
                </a:lnTo>
                <a:lnTo>
                  <a:pt x="689905" y="2789232"/>
                </a:lnTo>
                <a:lnTo>
                  <a:pt x="689523" y="2788406"/>
                </a:lnTo>
                <a:lnTo>
                  <a:pt x="689111" y="2787603"/>
                </a:lnTo>
                <a:lnTo>
                  <a:pt x="688669" y="2786825"/>
                </a:lnTo>
                <a:lnTo>
                  <a:pt x="688195" y="2786071"/>
                </a:lnTo>
                <a:lnTo>
                  <a:pt x="687692" y="2785341"/>
                </a:lnTo>
                <a:lnTo>
                  <a:pt x="687158" y="2784635"/>
                </a:lnTo>
                <a:lnTo>
                  <a:pt x="686593" y="2783954"/>
                </a:lnTo>
                <a:lnTo>
                  <a:pt x="685998" y="2783296"/>
                </a:lnTo>
                <a:lnTo>
                  <a:pt x="685372" y="2782662"/>
                </a:lnTo>
                <a:lnTo>
                  <a:pt x="684715" y="2782052"/>
                </a:lnTo>
                <a:lnTo>
                  <a:pt x="684029" y="2781467"/>
                </a:lnTo>
                <a:lnTo>
                  <a:pt x="683311" y="2780905"/>
                </a:lnTo>
                <a:lnTo>
                  <a:pt x="682578" y="2780367"/>
                </a:lnTo>
                <a:lnTo>
                  <a:pt x="681816" y="2779852"/>
                </a:lnTo>
                <a:lnTo>
                  <a:pt x="681024" y="2779360"/>
                </a:lnTo>
                <a:lnTo>
                  <a:pt x="680202" y="2778891"/>
                </a:lnTo>
                <a:lnTo>
                  <a:pt x="679352" y="2778444"/>
                </a:lnTo>
                <a:lnTo>
                  <a:pt x="678472" y="2778021"/>
                </a:lnTo>
                <a:lnTo>
                  <a:pt x="677562" y="2777620"/>
                </a:lnTo>
                <a:lnTo>
                  <a:pt x="676624" y="2777242"/>
                </a:lnTo>
                <a:lnTo>
                  <a:pt x="675656" y="2776887"/>
                </a:lnTo>
                <a:lnTo>
                  <a:pt x="674658" y="2776556"/>
                </a:lnTo>
                <a:lnTo>
                  <a:pt x="673632" y="2776246"/>
                </a:lnTo>
                <a:lnTo>
                  <a:pt x="672576" y="2775960"/>
                </a:lnTo>
                <a:lnTo>
                  <a:pt x="671490" y="2775697"/>
                </a:lnTo>
                <a:lnTo>
                  <a:pt x="670375" y="2775457"/>
                </a:lnTo>
                <a:lnTo>
                  <a:pt x="669231" y="2775239"/>
                </a:lnTo>
                <a:lnTo>
                  <a:pt x="668058" y="2775044"/>
                </a:lnTo>
                <a:lnTo>
                  <a:pt x="666855" y="2774873"/>
                </a:lnTo>
                <a:lnTo>
                  <a:pt x="665623" y="2774724"/>
                </a:lnTo>
                <a:lnTo>
                  <a:pt x="664361" y="2774598"/>
                </a:lnTo>
                <a:lnTo>
                  <a:pt x="663070" y="2774495"/>
                </a:lnTo>
                <a:lnTo>
                  <a:pt x="661750" y="2774415"/>
                </a:lnTo>
                <a:lnTo>
                  <a:pt x="660400" y="2774358"/>
                </a:lnTo>
                <a:lnTo>
                  <a:pt x="659021" y="2774323"/>
                </a:lnTo>
                <a:lnTo>
                  <a:pt x="657613" y="2774312"/>
                </a:lnTo>
                <a:lnTo>
                  <a:pt x="656286" y="2774323"/>
                </a:lnTo>
                <a:lnTo>
                  <a:pt x="654981" y="2774358"/>
                </a:lnTo>
                <a:lnTo>
                  <a:pt x="653698" y="2774415"/>
                </a:lnTo>
                <a:lnTo>
                  <a:pt x="652438" y="2774495"/>
                </a:lnTo>
                <a:lnTo>
                  <a:pt x="651200" y="2774598"/>
                </a:lnTo>
                <a:lnTo>
                  <a:pt x="649984" y="2774724"/>
                </a:lnTo>
                <a:lnTo>
                  <a:pt x="648791" y="2774873"/>
                </a:lnTo>
                <a:lnTo>
                  <a:pt x="647619" y="2775044"/>
                </a:lnTo>
                <a:lnTo>
                  <a:pt x="646471" y="2775239"/>
                </a:lnTo>
                <a:lnTo>
                  <a:pt x="645344" y="2775457"/>
                </a:lnTo>
                <a:lnTo>
                  <a:pt x="644240" y="2775697"/>
                </a:lnTo>
                <a:lnTo>
                  <a:pt x="643158" y="2775960"/>
                </a:lnTo>
                <a:lnTo>
                  <a:pt x="642098" y="2776246"/>
                </a:lnTo>
                <a:lnTo>
                  <a:pt x="641061" y="2776556"/>
                </a:lnTo>
                <a:lnTo>
                  <a:pt x="640046" y="2776887"/>
                </a:lnTo>
                <a:lnTo>
                  <a:pt x="639053" y="2777242"/>
                </a:lnTo>
                <a:lnTo>
                  <a:pt x="638083" y="2777620"/>
                </a:lnTo>
                <a:lnTo>
                  <a:pt x="637135" y="2778021"/>
                </a:lnTo>
                <a:lnTo>
                  <a:pt x="636209" y="2778444"/>
                </a:lnTo>
                <a:lnTo>
                  <a:pt x="635306" y="2778891"/>
                </a:lnTo>
                <a:lnTo>
                  <a:pt x="634425" y="2779360"/>
                </a:lnTo>
                <a:lnTo>
                  <a:pt x="633566" y="2779852"/>
                </a:lnTo>
                <a:lnTo>
                  <a:pt x="632729" y="2780367"/>
                </a:lnTo>
                <a:lnTo>
                  <a:pt x="631915" y="2780905"/>
                </a:lnTo>
                <a:lnTo>
                  <a:pt x="631142" y="2781463"/>
                </a:lnTo>
                <a:lnTo>
                  <a:pt x="630403" y="2782036"/>
                </a:lnTo>
                <a:lnTo>
                  <a:pt x="629696" y="2782625"/>
                </a:lnTo>
                <a:lnTo>
                  <a:pt x="629022" y="2783230"/>
                </a:lnTo>
                <a:lnTo>
                  <a:pt x="628381" y="2783851"/>
                </a:lnTo>
                <a:lnTo>
                  <a:pt x="627773" y="2784487"/>
                </a:lnTo>
                <a:lnTo>
                  <a:pt x="627197" y="2785140"/>
                </a:lnTo>
                <a:lnTo>
                  <a:pt x="626655" y="2785808"/>
                </a:lnTo>
                <a:lnTo>
                  <a:pt x="626145" y="2786493"/>
                </a:lnTo>
                <a:lnTo>
                  <a:pt x="625669" y="2787193"/>
                </a:lnTo>
                <a:lnTo>
                  <a:pt x="625225" y="2787908"/>
                </a:lnTo>
                <a:lnTo>
                  <a:pt x="624814" y="2788640"/>
                </a:lnTo>
                <a:lnTo>
                  <a:pt x="624436" y="2789388"/>
                </a:lnTo>
                <a:lnTo>
                  <a:pt x="624091" y="2790151"/>
                </a:lnTo>
                <a:lnTo>
                  <a:pt x="623779" y="2790931"/>
                </a:lnTo>
                <a:lnTo>
                  <a:pt x="623499" y="2791726"/>
                </a:lnTo>
                <a:lnTo>
                  <a:pt x="623253" y="2792537"/>
                </a:lnTo>
                <a:lnTo>
                  <a:pt x="623039" y="2793364"/>
                </a:lnTo>
                <a:lnTo>
                  <a:pt x="622858" y="2794206"/>
                </a:lnTo>
                <a:lnTo>
                  <a:pt x="622710" y="2795065"/>
                </a:lnTo>
                <a:lnTo>
                  <a:pt x="622595" y="2795939"/>
                </a:lnTo>
                <a:lnTo>
                  <a:pt x="622513" y="2796829"/>
                </a:lnTo>
                <a:lnTo>
                  <a:pt x="622464" y="2797736"/>
                </a:lnTo>
                <a:lnTo>
                  <a:pt x="622447" y="2798657"/>
                </a:lnTo>
                <a:lnTo>
                  <a:pt x="622447" y="2798684"/>
                </a:lnTo>
                <a:lnTo>
                  <a:pt x="622446" y="2798709"/>
                </a:lnTo>
                <a:lnTo>
                  <a:pt x="622444" y="2798731"/>
                </a:lnTo>
                <a:lnTo>
                  <a:pt x="622442" y="2798751"/>
                </a:lnTo>
                <a:lnTo>
                  <a:pt x="622440" y="2798769"/>
                </a:lnTo>
                <a:lnTo>
                  <a:pt x="622437" y="2798784"/>
                </a:lnTo>
                <a:lnTo>
                  <a:pt x="622433" y="2798797"/>
                </a:lnTo>
                <a:lnTo>
                  <a:pt x="622428" y="2798808"/>
                </a:lnTo>
                <a:lnTo>
                  <a:pt x="622423" y="2798816"/>
                </a:lnTo>
                <a:lnTo>
                  <a:pt x="622418" y="2798822"/>
                </a:lnTo>
                <a:lnTo>
                  <a:pt x="622412" y="2798825"/>
                </a:lnTo>
                <a:lnTo>
                  <a:pt x="622405" y="2798826"/>
                </a:lnTo>
                <a:lnTo>
                  <a:pt x="622398" y="2798825"/>
                </a:lnTo>
                <a:lnTo>
                  <a:pt x="622390" y="2798822"/>
                </a:lnTo>
                <a:lnTo>
                  <a:pt x="622381" y="2798816"/>
                </a:lnTo>
                <a:lnTo>
                  <a:pt x="622372" y="2798808"/>
                </a:lnTo>
                <a:lnTo>
                  <a:pt x="622362" y="2798797"/>
                </a:lnTo>
                <a:lnTo>
                  <a:pt x="622352" y="2798784"/>
                </a:lnTo>
                <a:lnTo>
                  <a:pt x="622341" y="2798769"/>
                </a:lnTo>
                <a:lnTo>
                  <a:pt x="622330" y="2798751"/>
                </a:lnTo>
                <a:lnTo>
                  <a:pt x="622318" y="2798731"/>
                </a:lnTo>
                <a:lnTo>
                  <a:pt x="622305" y="2798709"/>
                </a:lnTo>
                <a:lnTo>
                  <a:pt x="622292" y="2798684"/>
                </a:lnTo>
                <a:lnTo>
                  <a:pt x="622278" y="2798657"/>
                </a:lnTo>
                <a:lnTo>
                  <a:pt x="622278" y="2798693"/>
                </a:lnTo>
                <a:lnTo>
                  <a:pt x="622278" y="2798758"/>
                </a:lnTo>
                <a:lnTo>
                  <a:pt x="622278" y="2798826"/>
                </a:lnTo>
                <a:lnTo>
                  <a:pt x="622292" y="2798900"/>
                </a:lnTo>
                <a:lnTo>
                  <a:pt x="622307" y="2798980"/>
                </a:lnTo>
                <a:lnTo>
                  <a:pt x="622323" y="2799067"/>
                </a:lnTo>
                <a:lnTo>
                  <a:pt x="622339" y="2799160"/>
                </a:lnTo>
                <a:lnTo>
                  <a:pt x="622356" y="2799259"/>
                </a:lnTo>
                <a:lnTo>
                  <a:pt x="622373" y="2799365"/>
                </a:lnTo>
                <a:close/>
                <a:moveTo>
                  <a:pt x="646922" y="2851607"/>
                </a:moveTo>
                <a:lnTo>
                  <a:pt x="646371" y="2851496"/>
                </a:lnTo>
                <a:lnTo>
                  <a:pt x="645835" y="2851372"/>
                </a:lnTo>
                <a:lnTo>
                  <a:pt x="645313" y="2851237"/>
                </a:lnTo>
                <a:lnTo>
                  <a:pt x="644807" y="2851090"/>
                </a:lnTo>
                <a:lnTo>
                  <a:pt x="644314" y="2850932"/>
                </a:lnTo>
                <a:lnTo>
                  <a:pt x="643837" y="2850762"/>
                </a:lnTo>
                <a:lnTo>
                  <a:pt x="643374" y="2850580"/>
                </a:lnTo>
                <a:lnTo>
                  <a:pt x="642926" y="2850386"/>
                </a:lnTo>
                <a:lnTo>
                  <a:pt x="642492" y="2850181"/>
                </a:lnTo>
                <a:lnTo>
                  <a:pt x="642073" y="2849963"/>
                </a:lnTo>
                <a:lnTo>
                  <a:pt x="641669" y="2849734"/>
                </a:lnTo>
                <a:lnTo>
                  <a:pt x="641280" y="2849494"/>
                </a:lnTo>
                <a:lnTo>
                  <a:pt x="640905" y="2849241"/>
                </a:lnTo>
                <a:lnTo>
                  <a:pt x="640545" y="2848977"/>
                </a:lnTo>
                <a:lnTo>
                  <a:pt x="640199" y="2848701"/>
                </a:lnTo>
                <a:lnTo>
                  <a:pt x="639882" y="2848414"/>
                </a:lnTo>
                <a:lnTo>
                  <a:pt x="639578" y="2848114"/>
                </a:lnTo>
                <a:lnTo>
                  <a:pt x="639288" y="2847803"/>
                </a:lnTo>
                <a:lnTo>
                  <a:pt x="639011" y="2847480"/>
                </a:lnTo>
                <a:lnTo>
                  <a:pt x="638748" y="2847146"/>
                </a:lnTo>
                <a:lnTo>
                  <a:pt x="638498" y="2846799"/>
                </a:lnTo>
                <a:lnTo>
                  <a:pt x="638262" y="2846441"/>
                </a:lnTo>
                <a:lnTo>
                  <a:pt x="638039" y="2846071"/>
                </a:lnTo>
                <a:lnTo>
                  <a:pt x="637830" y="2845690"/>
                </a:lnTo>
                <a:lnTo>
                  <a:pt x="637634" y="2845296"/>
                </a:lnTo>
                <a:lnTo>
                  <a:pt x="637452" y="2844891"/>
                </a:lnTo>
                <a:lnTo>
                  <a:pt x="637283" y="2844475"/>
                </a:lnTo>
                <a:lnTo>
                  <a:pt x="637128" y="2844046"/>
                </a:lnTo>
                <a:lnTo>
                  <a:pt x="636986" y="2843606"/>
                </a:lnTo>
                <a:lnTo>
                  <a:pt x="636857" y="2843154"/>
                </a:lnTo>
                <a:lnTo>
                  <a:pt x="636743" y="2842690"/>
                </a:lnTo>
                <a:lnTo>
                  <a:pt x="636641" y="2842215"/>
                </a:lnTo>
                <a:lnTo>
                  <a:pt x="636554" y="2841727"/>
                </a:lnTo>
                <a:lnTo>
                  <a:pt x="636479" y="2841228"/>
                </a:lnTo>
                <a:lnTo>
                  <a:pt x="636419" y="2840718"/>
                </a:lnTo>
                <a:lnTo>
                  <a:pt x="636371" y="2840195"/>
                </a:lnTo>
                <a:lnTo>
                  <a:pt x="636338" y="2839661"/>
                </a:lnTo>
                <a:lnTo>
                  <a:pt x="636317" y="2839115"/>
                </a:lnTo>
                <a:lnTo>
                  <a:pt x="636311" y="2838557"/>
                </a:lnTo>
                <a:lnTo>
                  <a:pt x="636317" y="2838013"/>
                </a:lnTo>
                <a:lnTo>
                  <a:pt x="636335" y="2837480"/>
                </a:lnTo>
                <a:lnTo>
                  <a:pt x="636366" y="2836956"/>
                </a:lnTo>
                <a:lnTo>
                  <a:pt x="636409" y="2836444"/>
                </a:lnTo>
                <a:lnTo>
                  <a:pt x="636465" y="2835942"/>
                </a:lnTo>
                <a:lnTo>
                  <a:pt x="636533" y="2835451"/>
                </a:lnTo>
                <a:lnTo>
                  <a:pt x="636613" y="2834970"/>
                </a:lnTo>
                <a:lnTo>
                  <a:pt x="636705" y="2834500"/>
                </a:lnTo>
                <a:lnTo>
                  <a:pt x="636810" y="2834040"/>
                </a:lnTo>
                <a:lnTo>
                  <a:pt x="636927" y="2833591"/>
                </a:lnTo>
                <a:lnTo>
                  <a:pt x="637056" y="2833152"/>
                </a:lnTo>
                <a:lnTo>
                  <a:pt x="637198" y="2832724"/>
                </a:lnTo>
                <a:lnTo>
                  <a:pt x="637352" y="2832307"/>
                </a:lnTo>
                <a:lnTo>
                  <a:pt x="637519" y="2831900"/>
                </a:lnTo>
                <a:lnTo>
                  <a:pt x="637698" y="2831504"/>
                </a:lnTo>
                <a:lnTo>
                  <a:pt x="637889" y="2831118"/>
                </a:lnTo>
                <a:lnTo>
                  <a:pt x="638092" y="2830743"/>
                </a:lnTo>
                <a:lnTo>
                  <a:pt x="638308" y="2830379"/>
                </a:lnTo>
                <a:lnTo>
                  <a:pt x="638536" y="2830025"/>
                </a:lnTo>
                <a:lnTo>
                  <a:pt x="638776" y="2829681"/>
                </a:lnTo>
                <a:lnTo>
                  <a:pt x="639029" y="2829348"/>
                </a:lnTo>
                <a:lnTo>
                  <a:pt x="639294" y="2829026"/>
                </a:lnTo>
                <a:lnTo>
                  <a:pt x="639571" y="2828714"/>
                </a:lnTo>
                <a:lnTo>
                  <a:pt x="639861" y="2828413"/>
                </a:lnTo>
                <a:lnTo>
                  <a:pt x="640179" y="2828107"/>
                </a:lnTo>
                <a:lnTo>
                  <a:pt x="640514" y="2827809"/>
                </a:lnTo>
                <a:lnTo>
                  <a:pt x="640865" y="2827518"/>
                </a:lnTo>
                <a:lnTo>
                  <a:pt x="641232" y="2827234"/>
                </a:lnTo>
                <a:lnTo>
                  <a:pt x="641616" y="2826959"/>
                </a:lnTo>
                <a:lnTo>
                  <a:pt x="642017" y="2826691"/>
                </a:lnTo>
                <a:lnTo>
                  <a:pt x="642433" y="2826431"/>
                </a:lnTo>
                <a:lnTo>
                  <a:pt x="642867" y="2826178"/>
                </a:lnTo>
                <a:lnTo>
                  <a:pt x="643316" y="2825933"/>
                </a:lnTo>
                <a:lnTo>
                  <a:pt x="643782" y="2825695"/>
                </a:lnTo>
                <a:lnTo>
                  <a:pt x="644265" y="2825465"/>
                </a:lnTo>
                <a:lnTo>
                  <a:pt x="644764" y="2825243"/>
                </a:lnTo>
                <a:lnTo>
                  <a:pt x="645279" y="2825029"/>
                </a:lnTo>
                <a:lnTo>
                  <a:pt x="645811" y="2824822"/>
                </a:lnTo>
                <a:lnTo>
                  <a:pt x="646360" y="2824622"/>
                </a:lnTo>
                <a:lnTo>
                  <a:pt x="646924" y="2824431"/>
                </a:lnTo>
                <a:lnTo>
                  <a:pt x="647505" y="2824247"/>
                </a:lnTo>
                <a:lnTo>
                  <a:pt x="648103" y="2824070"/>
                </a:lnTo>
                <a:lnTo>
                  <a:pt x="648717" y="2823902"/>
                </a:lnTo>
                <a:lnTo>
                  <a:pt x="649348" y="2823740"/>
                </a:lnTo>
                <a:lnTo>
                  <a:pt x="649994" y="2823587"/>
                </a:lnTo>
                <a:lnTo>
                  <a:pt x="650658" y="2823441"/>
                </a:lnTo>
                <a:lnTo>
                  <a:pt x="651338" y="2823303"/>
                </a:lnTo>
                <a:lnTo>
                  <a:pt x="652034" y="2823172"/>
                </a:lnTo>
                <a:lnTo>
                  <a:pt x="652763" y="2823034"/>
                </a:lnTo>
                <a:lnTo>
                  <a:pt x="653512" y="2822902"/>
                </a:lnTo>
                <a:lnTo>
                  <a:pt x="654282" y="2822776"/>
                </a:lnTo>
                <a:lnTo>
                  <a:pt x="655072" y="2822656"/>
                </a:lnTo>
                <a:lnTo>
                  <a:pt x="655883" y="2822541"/>
                </a:lnTo>
                <a:lnTo>
                  <a:pt x="656715" y="2822433"/>
                </a:lnTo>
                <a:lnTo>
                  <a:pt x="657567" y="2822330"/>
                </a:lnTo>
                <a:lnTo>
                  <a:pt x="658440" y="2822233"/>
                </a:lnTo>
                <a:lnTo>
                  <a:pt x="659333" y="2822142"/>
                </a:lnTo>
                <a:lnTo>
                  <a:pt x="660247" y="2822057"/>
                </a:lnTo>
                <a:lnTo>
                  <a:pt x="661181" y="2821978"/>
                </a:lnTo>
                <a:lnTo>
                  <a:pt x="662136" y="2821904"/>
                </a:lnTo>
                <a:lnTo>
                  <a:pt x="663111" y="2821837"/>
                </a:lnTo>
                <a:lnTo>
                  <a:pt x="664107" y="2821775"/>
                </a:lnTo>
                <a:lnTo>
                  <a:pt x="665123" y="2821719"/>
                </a:lnTo>
                <a:lnTo>
                  <a:pt x="666160" y="2821669"/>
                </a:lnTo>
                <a:lnTo>
                  <a:pt x="667218" y="2821625"/>
                </a:lnTo>
                <a:lnTo>
                  <a:pt x="668296" y="2821587"/>
                </a:lnTo>
                <a:lnTo>
                  <a:pt x="669395" y="2821555"/>
                </a:lnTo>
                <a:lnTo>
                  <a:pt x="670514" y="2821528"/>
                </a:lnTo>
                <a:lnTo>
                  <a:pt x="671654" y="2821508"/>
                </a:lnTo>
                <a:lnTo>
                  <a:pt x="672814" y="2821493"/>
                </a:lnTo>
                <a:lnTo>
                  <a:pt x="673995" y="2821484"/>
                </a:lnTo>
                <a:lnTo>
                  <a:pt x="675196" y="2821482"/>
                </a:lnTo>
                <a:lnTo>
                  <a:pt x="675196" y="2826723"/>
                </a:lnTo>
                <a:lnTo>
                  <a:pt x="675192" y="2827312"/>
                </a:lnTo>
                <a:lnTo>
                  <a:pt x="675178" y="2827897"/>
                </a:lnTo>
                <a:lnTo>
                  <a:pt x="675156" y="2828477"/>
                </a:lnTo>
                <a:lnTo>
                  <a:pt x="675126" y="2829052"/>
                </a:lnTo>
                <a:lnTo>
                  <a:pt x="675086" y="2829623"/>
                </a:lnTo>
                <a:lnTo>
                  <a:pt x="675038" y="2830188"/>
                </a:lnTo>
                <a:lnTo>
                  <a:pt x="674980" y="2830750"/>
                </a:lnTo>
                <a:lnTo>
                  <a:pt x="674914" y="2831306"/>
                </a:lnTo>
                <a:lnTo>
                  <a:pt x="674839" y="2831858"/>
                </a:lnTo>
                <a:lnTo>
                  <a:pt x="674756" y="2832405"/>
                </a:lnTo>
                <a:lnTo>
                  <a:pt x="674663" y="2832948"/>
                </a:lnTo>
                <a:lnTo>
                  <a:pt x="674562" y="2833485"/>
                </a:lnTo>
                <a:lnTo>
                  <a:pt x="674452" y="2834018"/>
                </a:lnTo>
                <a:lnTo>
                  <a:pt x="674333" y="2834547"/>
                </a:lnTo>
                <a:lnTo>
                  <a:pt x="674205" y="2835070"/>
                </a:lnTo>
                <a:lnTo>
                  <a:pt x="674069" y="2835589"/>
                </a:lnTo>
                <a:lnTo>
                  <a:pt x="673924" y="2836103"/>
                </a:lnTo>
                <a:lnTo>
                  <a:pt x="673770" y="2836613"/>
                </a:lnTo>
                <a:lnTo>
                  <a:pt x="673607" y="2837118"/>
                </a:lnTo>
                <a:lnTo>
                  <a:pt x="673435" y="2837618"/>
                </a:lnTo>
                <a:lnTo>
                  <a:pt x="673254" y="2838113"/>
                </a:lnTo>
                <a:lnTo>
                  <a:pt x="673065" y="2838604"/>
                </a:lnTo>
                <a:lnTo>
                  <a:pt x="672867" y="2839090"/>
                </a:lnTo>
                <a:lnTo>
                  <a:pt x="672660" y="2839572"/>
                </a:lnTo>
                <a:lnTo>
                  <a:pt x="672458" y="2840047"/>
                </a:lnTo>
                <a:lnTo>
                  <a:pt x="672247" y="2840513"/>
                </a:lnTo>
                <a:lnTo>
                  <a:pt x="672026" y="2840972"/>
                </a:lnTo>
                <a:lnTo>
                  <a:pt x="671796" y="2841422"/>
                </a:lnTo>
                <a:lnTo>
                  <a:pt x="671556" y="2841864"/>
                </a:lnTo>
                <a:lnTo>
                  <a:pt x="671308" y="2842298"/>
                </a:lnTo>
                <a:lnTo>
                  <a:pt x="671049" y="2842723"/>
                </a:lnTo>
                <a:lnTo>
                  <a:pt x="670782" y="2843141"/>
                </a:lnTo>
                <a:lnTo>
                  <a:pt x="670504" y="2843550"/>
                </a:lnTo>
                <a:lnTo>
                  <a:pt x="670218" y="2843951"/>
                </a:lnTo>
                <a:lnTo>
                  <a:pt x="669922" y="2844344"/>
                </a:lnTo>
                <a:lnTo>
                  <a:pt x="669617" y="2844728"/>
                </a:lnTo>
                <a:lnTo>
                  <a:pt x="669302" y="2845104"/>
                </a:lnTo>
                <a:lnTo>
                  <a:pt x="668978" y="2845473"/>
                </a:lnTo>
                <a:lnTo>
                  <a:pt x="668645" y="2845832"/>
                </a:lnTo>
                <a:lnTo>
                  <a:pt x="668302" y="2846184"/>
                </a:lnTo>
                <a:lnTo>
                  <a:pt x="667950" y="2846527"/>
                </a:lnTo>
                <a:lnTo>
                  <a:pt x="667588" y="2846863"/>
                </a:lnTo>
                <a:lnTo>
                  <a:pt x="667217" y="2847190"/>
                </a:lnTo>
                <a:lnTo>
                  <a:pt x="666837" y="2847508"/>
                </a:lnTo>
                <a:lnTo>
                  <a:pt x="666447" y="2847819"/>
                </a:lnTo>
                <a:lnTo>
                  <a:pt x="666048" y="2848121"/>
                </a:lnTo>
                <a:lnTo>
                  <a:pt x="665639" y="2848415"/>
                </a:lnTo>
                <a:lnTo>
                  <a:pt x="665221" y="2848701"/>
                </a:lnTo>
                <a:lnTo>
                  <a:pt x="664808" y="2848977"/>
                </a:lnTo>
                <a:lnTo>
                  <a:pt x="664384" y="2849241"/>
                </a:lnTo>
                <a:lnTo>
                  <a:pt x="663950" y="2849494"/>
                </a:lnTo>
                <a:lnTo>
                  <a:pt x="663507" y="2849734"/>
                </a:lnTo>
                <a:lnTo>
                  <a:pt x="663053" y="2849963"/>
                </a:lnTo>
                <a:lnTo>
                  <a:pt x="662590" y="2850181"/>
                </a:lnTo>
                <a:lnTo>
                  <a:pt x="662117" y="2850386"/>
                </a:lnTo>
                <a:lnTo>
                  <a:pt x="661633" y="2850580"/>
                </a:lnTo>
                <a:lnTo>
                  <a:pt x="661140" y="2850762"/>
                </a:lnTo>
                <a:lnTo>
                  <a:pt x="660636" y="2850932"/>
                </a:lnTo>
                <a:lnTo>
                  <a:pt x="660123" y="2851090"/>
                </a:lnTo>
                <a:lnTo>
                  <a:pt x="659600" y="2851237"/>
                </a:lnTo>
                <a:lnTo>
                  <a:pt x="659066" y="2851372"/>
                </a:lnTo>
                <a:lnTo>
                  <a:pt x="658523" y="2851496"/>
                </a:lnTo>
                <a:lnTo>
                  <a:pt x="657970" y="2851607"/>
                </a:lnTo>
                <a:lnTo>
                  <a:pt x="657406" y="2851707"/>
                </a:lnTo>
                <a:lnTo>
                  <a:pt x="656833" y="2851795"/>
                </a:lnTo>
                <a:lnTo>
                  <a:pt x="656250" y="2851871"/>
                </a:lnTo>
                <a:lnTo>
                  <a:pt x="655657" y="2851936"/>
                </a:lnTo>
                <a:lnTo>
                  <a:pt x="655054" y="2851989"/>
                </a:lnTo>
                <a:lnTo>
                  <a:pt x="654440" y="2852030"/>
                </a:lnTo>
                <a:lnTo>
                  <a:pt x="653817" y="2852059"/>
                </a:lnTo>
                <a:lnTo>
                  <a:pt x="653184" y="2852077"/>
                </a:lnTo>
                <a:lnTo>
                  <a:pt x="652541" y="2852083"/>
                </a:lnTo>
                <a:lnTo>
                  <a:pt x="651858" y="2852077"/>
                </a:lnTo>
                <a:lnTo>
                  <a:pt x="651190" y="2852059"/>
                </a:lnTo>
                <a:lnTo>
                  <a:pt x="650536" y="2852030"/>
                </a:lnTo>
                <a:lnTo>
                  <a:pt x="649897" y="2851989"/>
                </a:lnTo>
                <a:lnTo>
                  <a:pt x="649273" y="2851936"/>
                </a:lnTo>
                <a:lnTo>
                  <a:pt x="648663" y="2851871"/>
                </a:lnTo>
                <a:lnTo>
                  <a:pt x="648068" y="2851795"/>
                </a:lnTo>
                <a:lnTo>
                  <a:pt x="647488" y="2851707"/>
                </a:lnTo>
                <a:lnTo>
                  <a:pt x="646922" y="2851607"/>
                </a:lnTo>
                <a:close/>
                <a:moveTo>
                  <a:pt x="888859" y="2893391"/>
                </a:moveTo>
                <a:lnTo>
                  <a:pt x="889732" y="2893182"/>
                </a:lnTo>
                <a:lnTo>
                  <a:pt x="890585" y="2892947"/>
                </a:lnTo>
                <a:lnTo>
                  <a:pt x="891418" y="2892689"/>
                </a:lnTo>
                <a:lnTo>
                  <a:pt x="892231" y="2892405"/>
                </a:lnTo>
                <a:lnTo>
                  <a:pt x="893024" y="2892097"/>
                </a:lnTo>
                <a:lnTo>
                  <a:pt x="893797" y="2891764"/>
                </a:lnTo>
                <a:lnTo>
                  <a:pt x="894550" y="2891407"/>
                </a:lnTo>
                <a:lnTo>
                  <a:pt x="895283" y="2891024"/>
                </a:lnTo>
                <a:lnTo>
                  <a:pt x="895997" y="2890618"/>
                </a:lnTo>
                <a:lnTo>
                  <a:pt x="896690" y="2890186"/>
                </a:lnTo>
                <a:lnTo>
                  <a:pt x="897363" y="2889730"/>
                </a:lnTo>
                <a:lnTo>
                  <a:pt x="898017" y="2889249"/>
                </a:lnTo>
                <a:lnTo>
                  <a:pt x="898650" y="2888744"/>
                </a:lnTo>
                <a:lnTo>
                  <a:pt x="899263" y="2888214"/>
                </a:lnTo>
                <a:lnTo>
                  <a:pt x="899857" y="2887659"/>
                </a:lnTo>
                <a:lnTo>
                  <a:pt x="900431" y="2887079"/>
                </a:lnTo>
                <a:lnTo>
                  <a:pt x="900996" y="2886495"/>
                </a:lnTo>
                <a:lnTo>
                  <a:pt x="901538" y="2885896"/>
                </a:lnTo>
                <a:lnTo>
                  <a:pt x="902055" y="2885283"/>
                </a:lnTo>
                <a:lnTo>
                  <a:pt x="902549" y="2884656"/>
                </a:lnTo>
                <a:lnTo>
                  <a:pt x="903018" y="2884015"/>
                </a:lnTo>
                <a:lnTo>
                  <a:pt x="903463" y="2883360"/>
                </a:lnTo>
                <a:lnTo>
                  <a:pt x="903884" y="2882691"/>
                </a:lnTo>
                <a:lnTo>
                  <a:pt x="904281" y="2882007"/>
                </a:lnTo>
                <a:lnTo>
                  <a:pt x="904655" y="2881310"/>
                </a:lnTo>
                <a:lnTo>
                  <a:pt x="905004" y="2880599"/>
                </a:lnTo>
                <a:lnTo>
                  <a:pt x="905328" y="2879873"/>
                </a:lnTo>
                <a:lnTo>
                  <a:pt x="905629" y="2879133"/>
                </a:lnTo>
                <a:lnTo>
                  <a:pt x="905906" y="2878380"/>
                </a:lnTo>
                <a:lnTo>
                  <a:pt x="906159" y="2877612"/>
                </a:lnTo>
                <a:lnTo>
                  <a:pt x="906387" y="2876830"/>
                </a:lnTo>
                <a:lnTo>
                  <a:pt x="906592" y="2876034"/>
                </a:lnTo>
                <a:lnTo>
                  <a:pt x="906773" y="2875224"/>
                </a:lnTo>
                <a:lnTo>
                  <a:pt x="906929" y="2874400"/>
                </a:lnTo>
                <a:lnTo>
                  <a:pt x="907061" y="2873561"/>
                </a:lnTo>
                <a:lnTo>
                  <a:pt x="907170" y="2872709"/>
                </a:lnTo>
                <a:lnTo>
                  <a:pt x="907254" y="2871842"/>
                </a:lnTo>
                <a:lnTo>
                  <a:pt x="907314" y="2870962"/>
                </a:lnTo>
                <a:lnTo>
                  <a:pt x="907350" y="2870067"/>
                </a:lnTo>
                <a:lnTo>
                  <a:pt x="907362" y="2869158"/>
                </a:lnTo>
                <a:lnTo>
                  <a:pt x="907350" y="2868320"/>
                </a:lnTo>
                <a:lnTo>
                  <a:pt x="907314" y="2867496"/>
                </a:lnTo>
                <a:lnTo>
                  <a:pt x="907254" y="2866686"/>
                </a:lnTo>
                <a:lnTo>
                  <a:pt x="907170" y="2865890"/>
                </a:lnTo>
                <a:lnTo>
                  <a:pt x="907061" y="2865108"/>
                </a:lnTo>
                <a:lnTo>
                  <a:pt x="906929" y="2864340"/>
                </a:lnTo>
                <a:lnTo>
                  <a:pt x="906773" y="2863586"/>
                </a:lnTo>
                <a:lnTo>
                  <a:pt x="906592" y="2862847"/>
                </a:lnTo>
                <a:lnTo>
                  <a:pt x="906387" y="2862121"/>
                </a:lnTo>
                <a:lnTo>
                  <a:pt x="906159" y="2861410"/>
                </a:lnTo>
                <a:lnTo>
                  <a:pt x="905906" y="2860712"/>
                </a:lnTo>
                <a:lnTo>
                  <a:pt x="905629" y="2860029"/>
                </a:lnTo>
                <a:lnTo>
                  <a:pt x="905328" y="2859360"/>
                </a:lnTo>
                <a:lnTo>
                  <a:pt x="905004" y="2858704"/>
                </a:lnTo>
                <a:lnTo>
                  <a:pt x="904655" y="2858063"/>
                </a:lnTo>
                <a:lnTo>
                  <a:pt x="904281" y="2857436"/>
                </a:lnTo>
                <a:lnTo>
                  <a:pt x="903884" y="2856824"/>
                </a:lnTo>
                <a:lnTo>
                  <a:pt x="903463" y="2856225"/>
                </a:lnTo>
                <a:lnTo>
                  <a:pt x="903018" y="2855640"/>
                </a:lnTo>
                <a:lnTo>
                  <a:pt x="902549" y="2855069"/>
                </a:lnTo>
                <a:lnTo>
                  <a:pt x="902055" y="2854513"/>
                </a:lnTo>
                <a:lnTo>
                  <a:pt x="901538" y="2853971"/>
                </a:lnTo>
                <a:lnTo>
                  <a:pt x="900996" y="2853442"/>
                </a:lnTo>
                <a:lnTo>
                  <a:pt x="900431" y="2852928"/>
                </a:lnTo>
                <a:lnTo>
                  <a:pt x="899858" y="2852418"/>
                </a:lnTo>
                <a:lnTo>
                  <a:pt x="899267" y="2851929"/>
                </a:lnTo>
                <a:lnTo>
                  <a:pt x="898658" y="2851462"/>
                </a:lnTo>
                <a:lnTo>
                  <a:pt x="898031" y="2851017"/>
                </a:lnTo>
                <a:lnTo>
                  <a:pt x="897385" y="2850593"/>
                </a:lnTo>
                <a:lnTo>
                  <a:pt x="896722" y="2850191"/>
                </a:lnTo>
                <a:lnTo>
                  <a:pt x="896040" y="2849811"/>
                </a:lnTo>
                <a:lnTo>
                  <a:pt x="895340" y="2849453"/>
                </a:lnTo>
                <a:lnTo>
                  <a:pt x="894621" y="2849116"/>
                </a:lnTo>
                <a:lnTo>
                  <a:pt x="893885" y="2848801"/>
                </a:lnTo>
                <a:lnTo>
                  <a:pt x="893130" y="2848508"/>
                </a:lnTo>
                <a:lnTo>
                  <a:pt x="892358" y="2848236"/>
                </a:lnTo>
                <a:lnTo>
                  <a:pt x="891567" y="2847987"/>
                </a:lnTo>
                <a:lnTo>
                  <a:pt x="890757" y="2847759"/>
                </a:lnTo>
                <a:lnTo>
                  <a:pt x="889930" y="2847552"/>
                </a:lnTo>
                <a:lnTo>
                  <a:pt x="889084" y="2847368"/>
                </a:lnTo>
                <a:lnTo>
                  <a:pt x="888220" y="2847205"/>
                </a:lnTo>
                <a:lnTo>
                  <a:pt x="887338" y="2847063"/>
                </a:lnTo>
                <a:lnTo>
                  <a:pt x="886438" y="2846944"/>
                </a:lnTo>
                <a:lnTo>
                  <a:pt x="885520" y="2846846"/>
                </a:lnTo>
                <a:lnTo>
                  <a:pt x="884583" y="2846770"/>
                </a:lnTo>
                <a:lnTo>
                  <a:pt x="883628" y="2846716"/>
                </a:lnTo>
                <a:lnTo>
                  <a:pt x="882655" y="2846683"/>
                </a:lnTo>
                <a:lnTo>
                  <a:pt x="881664" y="2846672"/>
                </a:lnTo>
                <a:lnTo>
                  <a:pt x="851063" y="2846672"/>
                </a:lnTo>
                <a:lnTo>
                  <a:pt x="850644" y="2846669"/>
                </a:lnTo>
                <a:lnTo>
                  <a:pt x="850233" y="2846657"/>
                </a:lnTo>
                <a:lnTo>
                  <a:pt x="849829" y="2846638"/>
                </a:lnTo>
                <a:lnTo>
                  <a:pt x="849433" y="2846611"/>
                </a:lnTo>
                <a:lnTo>
                  <a:pt x="849045" y="2846577"/>
                </a:lnTo>
                <a:lnTo>
                  <a:pt x="848664" y="2846535"/>
                </a:lnTo>
                <a:lnTo>
                  <a:pt x="848291" y="2846485"/>
                </a:lnTo>
                <a:lnTo>
                  <a:pt x="847926" y="2846428"/>
                </a:lnTo>
                <a:lnTo>
                  <a:pt x="847568" y="2846363"/>
                </a:lnTo>
                <a:lnTo>
                  <a:pt x="847218" y="2846291"/>
                </a:lnTo>
                <a:lnTo>
                  <a:pt x="846875" y="2846211"/>
                </a:lnTo>
                <a:lnTo>
                  <a:pt x="846540" y="2846123"/>
                </a:lnTo>
                <a:lnTo>
                  <a:pt x="846213" y="2846028"/>
                </a:lnTo>
                <a:lnTo>
                  <a:pt x="845893" y="2845925"/>
                </a:lnTo>
                <a:lnTo>
                  <a:pt x="845581" y="2845814"/>
                </a:lnTo>
                <a:lnTo>
                  <a:pt x="845277" y="2845696"/>
                </a:lnTo>
                <a:lnTo>
                  <a:pt x="844980" y="2845570"/>
                </a:lnTo>
                <a:lnTo>
                  <a:pt x="844691" y="2845436"/>
                </a:lnTo>
                <a:lnTo>
                  <a:pt x="844410" y="2845295"/>
                </a:lnTo>
                <a:lnTo>
                  <a:pt x="844136" y="2845146"/>
                </a:lnTo>
                <a:lnTo>
                  <a:pt x="843870" y="2844990"/>
                </a:lnTo>
                <a:lnTo>
                  <a:pt x="843611" y="2844826"/>
                </a:lnTo>
                <a:lnTo>
                  <a:pt x="843360" y="2844654"/>
                </a:lnTo>
                <a:lnTo>
                  <a:pt x="843117" y="2844475"/>
                </a:lnTo>
                <a:lnTo>
                  <a:pt x="842882" y="2844274"/>
                </a:lnTo>
                <a:lnTo>
                  <a:pt x="842658" y="2844067"/>
                </a:lnTo>
                <a:lnTo>
                  <a:pt x="842443" y="2843854"/>
                </a:lnTo>
                <a:lnTo>
                  <a:pt x="842239" y="2843634"/>
                </a:lnTo>
                <a:lnTo>
                  <a:pt x="842044" y="2843408"/>
                </a:lnTo>
                <a:lnTo>
                  <a:pt x="841859" y="2843175"/>
                </a:lnTo>
                <a:lnTo>
                  <a:pt x="841685" y="2842936"/>
                </a:lnTo>
                <a:lnTo>
                  <a:pt x="841520" y="2842690"/>
                </a:lnTo>
                <a:lnTo>
                  <a:pt x="841365" y="2842438"/>
                </a:lnTo>
                <a:lnTo>
                  <a:pt x="841221" y="2842179"/>
                </a:lnTo>
                <a:lnTo>
                  <a:pt x="841086" y="2841914"/>
                </a:lnTo>
                <a:lnTo>
                  <a:pt x="840961" y="2841643"/>
                </a:lnTo>
                <a:lnTo>
                  <a:pt x="840846" y="2841365"/>
                </a:lnTo>
                <a:lnTo>
                  <a:pt x="840742" y="2841080"/>
                </a:lnTo>
                <a:lnTo>
                  <a:pt x="840647" y="2840789"/>
                </a:lnTo>
                <a:lnTo>
                  <a:pt x="840562" y="2840492"/>
                </a:lnTo>
                <a:lnTo>
                  <a:pt x="840487" y="2840188"/>
                </a:lnTo>
                <a:lnTo>
                  <a:pt x="840422" y="2839878"/>
                </a:lnTo>
                <a:lnTo>
                  <a:pt x="840367" y="2839561"/>
                </a:lnTo>
                <a:lnTo>
                  <a:pt x="840322" y="2839238"/>
                </a:lnTo>
                <a:lnTo>
                  <a:pt x="840288" y="2838909"/>
                </a:lnTo>
                <a:lnTo>
                  <a:pt x="840263" y="2838572"/>
                </a:lnTo>
                <a:lnTo>
                  <a:pt x="840248" y="2838230"/>
                </a:lnTo>
                <a:lnTo>
                  <a:pt x="840243" y="2837881"/>
                </a:lnTo>
                <a:lnTo>
                  <a:pt x="840248" y="2837532"/>
                </a:lnTo>
                <a:lnTo>
                  <a:pt x="840263" y="2837189"/>
                </a:lnTo>
                <a:lnTo>
                  <a:pt x="840288" y="2836853"/>
                </a:lnTo>
                <a:lnTo>
                  <a:pt x="840322" y="2836524"/>
                </a:lnTo>
                <a:lnTo>
                  <a:pt x="840367" y="2836200"/>
                </a:lnTo>
                <a:lnTo>
                  <a:pt x="840422" y="2835884"/>
                </a:lnTo>
                <a:lnTo>
                  <a:pt x="840487" y="2835574"/>
                </a:lnTo>
                <a:lnTo>
                  <a:pt x="840562" y="2835270"/>
                </a:lnTo>
                <a:lnTo>
                  <a:pt x="840647" y="2834972"/>
                </a:lnTo>
                <a:lnTo>
                  <a:pt x="840742" y="2834682"/>
                </a:lnTo>
                <a:lnTo>
                  <a:pt x="840846" y="2834397"/>
                </a:lnTo>
                <a:lnTo>
                  <a:pt x="840961" y="2834119"/>
                </a:lnTo>
                <a:lnTo>
                  <a:pt x="841086" y="2833848"/>
                </a:lnTo>
                <a:lnTo>
                  <a:pt x="841221" y="2833583"/>
                </a:lnTo>
                <a:lnTo>
                  <a:pt x="841365" y="2833324"/>
                </a:lnTo>
                <a:lnTo>
                  <a:pt x="841520" y="2833072"/>
                </a:lnTo>
                <a:lnTo>
                  <a:pt x="841685" y="2832826"/>
                </a:lnTo>
                <a:lnTo>
                  <a:pt x="841859" y="2832587"/>
                </a:lnTo>
                <a:lnTo>
                  <a:pt x="842044" y="2832354"/>
                </a:lnTo>
                <a:lnTo>
                  <a:pt x="842239" y="2832128"/>
                </a:lnTo>
                <a:lnTo>
                  <a:pt x="842443" y="2831908"/>
                </a:lnTo>
                <a:lnTo>
                  <a:pt x="842658" y="2831695"/>
                </a:lnTo>
                <a:lnTo>
                  <a:pt x="842882" y="2831488"/>
                </a:lnTo>
                <a:lnTo>
                  <a:pt x="843117" y="2831287"/>
                </a:lnTo>
                <a:lnTo>
                  <a:pt x="843374" y="2831094"/>
                </a:lnTo>
                <a:lnTo>
                  <a:pt x="843638" y="2830909"/>
                </a:lnTo>
                <a:lnTo>
                  <a:pt x="843909" y="2830733"/>
                </a:lnTo>
                <a:lnTo>
                  <a:pt x="844187" y="2830564"/>
                </a:lnTo>
                <a:lnTo>
                  <a:pt x="844473" y="2830404"/>
                </a:lnTo>
                <a:lnTo>
                  <a:pt x="844765" y="2830252"/>
                </a:lnTo>
                <a:lnTo>
                  <a:pt x="845065" y="2830108"/>
                </a:lnTo>
                <a:lnTo>
                  <a:pt x="845371" y="2829972"/>
                </a:lnTo>
                <a:lnTo>
                  <a:pt x="845684" y="2829845"/>
                </a:lnTo>
                <a:lnTo>
                  <a:pt x="846005" y="2829726"/>
                </a:lnTo>
                <a:lnTo>
                  <a:pt x="846333" y="2829615"/>
                </a:lnTo>
                <a:lnTo>
                  <a:pt x="846667" y="2829512"/>
                </a:lnTo>
                <a:lnTo>
                  <a:pt x="847009" y="2829418"/>
                </a:lnTo>
                <a:lnTo>
                  <a:pt x="847358" y="2829331"/>
                </a:lnTo>
                <a:lnTo>
                  <a:pt x="847713" y="2829253"/>
                </a:lnTo>
                <a:lnTo>
                  <a:pt x="848076" y="2829183"/>
                </a:lnTo>
                <a:lnTo>
                  <a:pt x="848446" y="2829122"/>
                </a:lnTo>
                <a:lnTo>
                  <a:pt x="848823" y="2829068"/>
                </a:lnTo>
                <a:lnTo>
                  <a:pt x="849207" y="2829023"/>
                </a:lnTo>
                <a:lnTo>
                  <a:pt x="849598" y="2828986"/>
                </a:lnTo>
                <a:lnTo>
                  <a:pt x="849996" y="2828957"/>
                </a:lnTo>
                <a:lnTo>
                  <a:pt x="850401" y="2828937"/>
                </a:lnTo>
                <a:lnTo>
                  <a:pt x="850813" y="2828925"/>
                </a:lnTo>
                <a:lnTo>
                  <a:pt x="851232" y="2828920"/>
                </a:lnTo>
                <a:lnTo>
                  <a:pt x="865095" y="2828920"/>
                </a:lnTo>
                <a:lnTo>
                  <a:pt x="866421" y="2828908"/>
                </a:lnTo>
                <a:lnTo>
                  <a:pt x="867720" y="2828869"/>
                </a:lnTo>
                <a:lnTo>
                  <a:pt x="868992" y="2828804"/>
                </a:lnTo>
                <a:lnTo>
                  <a:pt x="870238" y="2828714"/>
                </a:lnTo>
                <a:lnTo>
                  <a:pt x="871458" y="2828598"/>
                </a:lnTo>
                <a:lnTo>
                  <a:pt x="872651" y="2828456"/>
                </a:lnTo>
                <a:lnTo>
                  <a:pt x="873817" y="2828288"/>
                </a:lnTo>
                <a:lnTo>
                  <a:pt x="874958" y="2828094"/>
                </a:lnTo>
                <a:lnTo>
                  <a:pt x="876072" y="2827874"/>
                </a:lnTo>
                <a:lnTo>
                  <a:pt x="877159" y="2827629"/>
                </a:lnTo>
                <a:lnTo>
                  <a:pt x="878220" y="2827358"/>
                </a:lnTo>
                <a:lnTo>
                  <a:pt x="879255" y="2827061"/>
                </a:lnTo>
                <a:lnTo>
                  <a:pt x="880263" y="2826738"/>
                </a:lnTo>
                <a:lnTo>
                  <a:pt x="881245" y="2826389"/>
                </a:lnTo>
                <a:lnTo>
                  <a:pt x="882200" y="2826015"/>
                </a:lnTo>
                <a:lnTo>
                  <a:pt x="883129" y="2825614"/>
                </a:lnTo>
                <a:lnTo>
                  <a:pt x="884032" y="2825188"/>
                </a:lnTo>
                <a:lnTo>
                  <a:pt x="884908" y="2824736"/>
                </a:lnTo>
                <a:lnTo>
                  <a:pt x="885758" y="2824258"/>
                </a:lnTo>
                <a:lnTo>
                  <a:pt x="886581" y="2823755"/>
                </a:lnTo>
                <a:lnTo>
                  <a:pt x="887378" y="2823225"/>
                </a:lnTo>
                <a:lnTo>
                  <a:pt x="888148" y="2822670"/>
                </a:lnTo>
                <a:lnTo>
                  <a:pt x="888893" y="2822089"/>
                </a:lnTo>
                <a:lnTo>
                  <a:pt x="889610" y="2821482"/>
                </a:lnTo>
                <a:lnTo>
                  <a:pt x="890314" y="2820853"/>
                </a:lnTo>
                <a:lnTo>
                  <a:pt x="890987" y="2820206"/>
                </a:lnTo>
                <a:lnTo>
                  <a:pt x="891631" y="2819543"/>
                </a:lnTo>
                <a:lnTo>
                  <a:pt x="892245" y="2818861"/>
                </a:lnTo>
                <a:lnTo>
                  <a:pt x="892829" y="2818162"/>
                </a:lnTo>
                <a:lnTo>
                  <a:pt x="893382" y="2817445"/>
                </a:lnTo>
                <a:lnTo>
                  <a:pt x="893906" y="2816711"/>
                </a:lnTo>
                <a:lnTo>
                  <a:pt x="894400" y="2815959"/>
                </a:lnTo>
                <a:lnTo>
                  <a:pt x="894864" y="2815189"/>
                </a:lnTo>
                <a:lnTo>
                  <a:pt x="895299" y="2814402"/>
                </a:lnTo>
                <a:lnTo>
                  <a:pt x="895703" y="2813597"/>
                </a:lnTo>
                <a:lnTo>
                  <a:pt x="896077" y="2812775"/>
                </a:lnTo>
                <a:lnTo>
                  <a:pt x="896421" y="2811935"/>
                </a:lnTo>
                <a:lnTo>
                  <a:pt x="896736" y="2811077"/>
                </a:lnTo>
                <a:lnTo>
                  <a:pt x="897020" y="2810202"/>
                </a:lnTo>
                <a:lnTo>
                  <a:pt x="897275" y="2809309"/>
                </a:lnTo>
                <a:lnTo>
                  <a:pt x="897499" y="2808398"/>
                </a:lnTo>
                <a:lnTo>
                  <a:pt x="897694" y="2807470"/>
                </a:lnTo>
                <a:lnTo>
                  <a:pt x="897858" y="2806524"/>
                </a:lnTo>
                <a:lnTo>
                  <a:pt x="897993" y="2805561"/>
                </a:lnTo>
                <a:lnTo>
                  <a:pt x="898098" y="2804580"/>
                </a:lnTo>
                <a:lnTo>
                  <a:pt x="898173" y="2803582"/>
                </a:lnTo>
                <a:lnTo>
                  <a:pt x="898218" y="2802565"/>
                </a:lnTo>
                <a:lnTo>
                  <a:pt x="898233" y="2801532"/>
                </a:lnTo>
                <a:lnTo>
                  <a:pt x="898229" y="2801054"/>
                </a:lnTo>
                <a:lnTo>
                  <a:pt x="898217" y="2800579"/>
                </a:lnTo>
                <a:lnTo>
                  <a:pt x="898198" y="2800108"/>
                </a:lnTo>
                <a:lnTo>
                  <a:pt x="898172" y="2799639"/>
                </a:lnTo>
                <a:lnTo>
                  <a:pt x="898137" y="2799173"/>
                </a:lnTo>
                <a:lnTo>
                  <a:pt x="898095" y="2798710"/>
                </a:lnTo>
                <a:lnTo>
                  <a:pt x="898046" y="2798250"/>
                </a:lnTo>
                <a:lnTo>
                  <a:pt x="897988" y="2797793"/>
                </a:lnTo>
                <a:lnTo>
                  <a:pt x="897924" y="2797339"/>
                </a:lnTo>
                <a:lnTo>
                  <a:pt x="897851" y="2796888"/>
                </a:lnTo>
                <a:lnTo>
                  <a:pt x="897771" y="2796440"/>
                </a:lnTo>
                <a:lnTo>
                  <a:pt x="897683" y="2795995"/>
                </a:lnTo>
                <a:lnTo>
                  <a:pt x="897588" y="2795552"/>
                </a:lnTo>
                <a:lnTo>
                  <a:pt x="897485" y="2795113"/>
                </a:lnTo>
                <a:lnTo>
                  <a:pt x="897374" y="2794677"/>
                </a:lnTo>
                <a:lnTo>
                  <a:pt x="897256" y="2794243"/>
                </a:lnTo>
                <a:lnTo>
                  <a:pt x="897130" y="2793812"/>
                </a:lnTo>
                <a:lnTo>
                  <a:pt x="896996" y="2793385"/>
                </a:lnTo>
                <a:lnTo>
                  <a:pt x="896855" y="2792960"/>
                </a:lnTo>
                <a:lnTo>
                  <a:pt x="896706" y="2792538"/>
                </a:lnTo>
                <a:lnTo>
                  <a:pt x="896550" y="2792119"/>
                </a:lnTo>
                <a:lnTo>
                  <a:pt x="896386" y="2791703"/>
                </a:lnTo>
                <a:lnTo>
                  <a:pt x="896214" y="2791290"/>
                </a:lnTo>
                <a:lnTo>
                  <a:pt x="896035" y="2790880"/>
                </a:lnTo>
                <a:lnTo>
                  <a:pt x="895862" y="2790461"/>
                </a:lnTo>
                <a:lnTo>
                  <a:pt x="895682" y="2790048"/>
                </a:lnTo>
                <a:lnTo>
                  <a:pt x="895496" y="2789641"/>
                </a:lnTo>
                <a:lnTo>
                  <a:pt x="895302" y="2789241"/>
                </a:lnTo>
                <a:lnTo>
                  <a:pt x="895101" y="2788848"/>
                </a:lnTo>
                <a:lnTo>
                  <a:pt x="894894" y="2788461"/>
                </a:lnTo>
                <a:lnTo>
                  <a:pt x="894679" y="2788080"/>
                </a:lnTo>
                <a:lnTo>
                  <a:pt x="894457" y="2787706"/>
                </a:lnTo>
                <a:lnTo>
                  <a:pt x="894228" y="2787338"/>
                </a:lnTo>
                <a:lnTo>
                  <a:pt x="893992" y="2786977"/>
                </a:lnTo>
                <a:lnTo>
                  <a:pt x="893749" y="2786622"/>
                </a:lnTo>
                <a:lnTo>
                  <a:pt x="893499" y="2786273"/>
                </a:lnTo>
                <a:lnTo>
                  <a:pt x="893242" y="2785931"/>
                </a:lnTo>
                <a:lnTo>
                  <a:pt x="892977" y="2785596"/>
                </a:lnTo>
                <a:lnTo>
                  <a:pt x="892706" y="2785267"/>
                </a:lnTo>
                <a:lnTo>
                  <a:pt x="892428" y="2784944"/>
                </a:lnTo>
                <a:lnTo>
                  <a:pt x="892143" y="2784628"/>
                </a:lnTo>
                <a:lnTo>
                  <a:pt x="891850" y="2784318"/>
                </a:lnTo>
                <a:lnTo>
                  <a:pt x="891551" y="2784015"/>
                </a:lnTo>
                <a:lnTo>
                  <a:pt x="891245" y="2783719"/>
                </a:lnTo>
                <a:lnTo>
                  <a:pt x="890931" y="2783428"/>
                </a:lnTo>
                <a:lnTo>
                  <a:pt x="890611" y="2783144"/>
                </a:lnTo>
                <a:lnTo>
                  <a:pt x="890283" y="2782867"/>
                </a:lnTo>
                <a:lnTo>
                  <a:pt x="889948" y="2782596"/>
                </a:lnTo>
                <a:lnTo>
                  <a:pt x="889948" y="2782258"/>
                </a:lnTo>
                <a:lnTo>
                  <a:pt x="890591" y="2782110"/>
                </a:lnTo>
                <a:lnTo>
                  <a:pt x="891223" y="2781948"/>
                </a:lnTo>
                <a:lnTo>
                  <a:pt x="891845" y="2781772"/>
                </a:lnTo>
                <a:lnTo>
                  <a:pt x="892456" y="2781581"/>
                </a:lnTo>
                <a:lnTo>
                  <a:pt x="893057" y="2781377"/>
                </a:lnTo>
                <a:lnTo>
                  <a:pt x="893647" y="2781159"/>
                </a:lnTo>
                <a:lnTo>
                  <a:pt x="894226" y="2780926"/>
                </a:lnTo>
                <a:lnTo>
                  <a:pt x="894795" y="2780680"/>
                </a:lnTo>
                <a:lnTo>
                  <a:pt x="895353" y="2780419"/>
                </a:lnTo>
                <a:lnTo>
                  <a:pt x="895901" y="2780144"/>
                </a:lnTo>
                <a:lnTo>
                  <a:pt x="896438" y="2779856"/>
                </a:lnTo>
                <a:lnTo>
                  <a:pt x="896965" y="2779553"/>
                </a:lnTo>
                <a:lnTo>
                  <a:pt x="897481" y="2779236"/>
                </a:lnTo>
                <a:lnTo>
                  <a:pt x="897986" y="2778905"/>
                </a:lnTo>
                <a:lnTo>
                  <a:pt x="898481" y="2778559"/>
                </a:lnTo>
                <a:lnTo>
                  <a:pt x="898965" y="2778200"/>
                </a:lnTo>
                <a:lnTo>
                  <a:pt x="899439" y="2777827"/>
                </a:lnTo>
                <a:lnTo>
                  <a:pt x="899902" y="2777439"/>
                </a:lnTo>
                <a:lnTo>
                  <a:pt x="900355" y="2777038"/>
                </a:lnTo>
                <a:lnTo>
                  <a:pt x="900797" y="2776622"/>
                </a:lnTo>
                <a:lnTo>
                  <a:pt x="901228" y="2776192"/>
                </a:lnTo>
                <a:lnTo>
                  <a:pt x="901649" y="2775749"/>
                </a:lnTo>
                <a:lnTo>
                  <a:pt x="902059" y="2775291"/>
                </a:lnTo>
                <a:lnTo>
                  <a:pt x="902459" y="2774819"/>
                </a:lnTo>
                <a:lnTo>
                  <a:pt x="902859" y="2774321"/>
                </a:lnTo>
                <a:lnTo>
                  <a:pt x="903242" y="2773815"/>
                </a:lnTo>
                <a:lnTo>
                  <a:pt x="903608" y="2773300"/>
                </a:lnTo>
                <a:lnTo>
                  <a:pt x="903957" y="2772776"/>
                </a:lnTo>
                <a:lnTo>
                  <a:pt x="904289" y="2772243"/>
                </a:lnTo>
                <a:lnTo>
                  <a:pt x="904604" y="2771702"/>
                </a:lnTo>
                <a:lnTo>
                  <a:pt x="904902" y="2771151"/>
                </a:lnTo>
                <a:lnTo>
                  <a:pt x="905183" y="2770592"/>
                </a:lnTo>
                <a:lnTo>
                  <a:pt x="905447" y="2770024"/>
                </a:lnTo>
                <a:lnTo>
                  <a:pt x="905694" y="2769447"/>
                </a:lnTo>
                <a:lnTo>
                  <a:pt x="905924" y="2768862"/>
                </a:lnTo>
                <a:lnTo>
                  <a:pt x="906137" y="2768268"/>
                </a:lnTo>
                <a:lnTo>
                  <a:pt x="906332" y="2767664"/>
                </a:lnTo>
                <a:lnTo>
                  <a:pt x="906511" y="2767052"/>
                </a:lnTo>
                <a:lnTo>
                  <a:pt x="906673" y="2766432"/>
                </a:lnTo>
                <a:lnTo>
                  <a:pt x="906817" y="2765802"/>
                </a:lnTo>
                <a:lnTo>
                  <a:pt x="906945" y="2765164"/>
                </a:lnTo>
                <a:lnTo>
                  <a:pt x="907056" y="2764516"/>
                </a:lnTo>
                <a:lnTo>
                  <a:pt x="907149" y="2763860"/>
                </a:lnTo>
                <a:lnTo>
                  <a:pt x="907226" y="2763196"/>
                </a:lnTo>
                <a:lnTo>
                  <a:pt x="907286" y="2762522"/>
                </a:lnTo>
                <a:lnTo>
                  <a:pt x="907328" y="2761839"/>
                </a:lnTo>
                <a:lnTo>
                  <a:pt x="907354" y="2761148"/>
                </a:lnTo>
                <a:lnTo>
                  <a:pt x="907362" y="2760448"/>
                </a:lnTo>
                <a:lnTo>
                  <a:pt x="893668" y="2760448"/>
                </a:lnTo>
                <a:lnTo>
                  <a:pt x="893620" y="2760939"/>
                </a:lnTo>
                <a:lnTo>
                  <a:pt x="893562" y="2761425"/>
                </a:lnTo>
                <a:lnTo>
                  <a:pt x="893493" y="2761906"/>
                </a:lnTo>
                <a:lnTo>
                  <a:pt x="893414" y="2762383"/>
                </a:lnTo>
                <a:lnTo>
                  <a:pt x="893324" y="2762855"/>
                </a:lnTo>
                <a:lnTo>
                  <a:pt x="893224" y="2763322"/>
                </a:lnTo>
                <a:lnTo>
                  <a:pt x="893113" y="2763785"/>
                </a:lnTo>
                <a:lnTo>
                  <a:pt x="892991" y="2764243"/>
                </a:lnTo>
                <a:lnTo>
                  <a:pt x="892859" y="2764696"/>
                </a:lnTo>
                <a:lnTo>
                  <a:pt x="892717" y="2765145"/>
                </a:lnTo>
                <a:lnTo>
                  <a:pt x="892564" y="2765588"/>
                </a:lnTo>
                <a:lnTo>
                  <a:pt x="892400" y="2766027"/>
                </a:lnTo>
                <a:lnTo>
                  <a:pt x="892225" y="2766462"/>
                </a:lnTo>
                <a:lnTo>
                  <a:pt x="892040" y="2766892"/>
                </a:lnTo>
                <a:lnTo>
                  <a:pt x="891845" y="2767317"/>
                </a:lnTo>
                <a:lnTo>
                  <a:pt x="891639" y="2767737"/>
                </a:lnTo>
                <a:lnTo>
                  <a:pt x="891422" y="2768153"/>
                </a:lnTo>
                <a:lnTo>
                  <a:pt x="891195" y="2768563"/>
                </a:lnTo>
                <a:lnTo>
                  <a:pt x="890957" y="2768970"/>
                </a:lnTo>
                <a:lnTo>
                  <a:pt x="890709" y="2769371"/>
                </a:lnTo>
                <a:lnTo>
                  <a:pt x="890450" y="2769768"/>
                </a:lnTo>
                <a:lnTo>
                  <a:pt x="890181" y="2770160"/>
                </a:lnTo>
                <a:lnTo>
                  <a:pt x="889901" y="2770548"/>
                </a:lnTo>
                <a:lnTo>
                  <a:pt x="889610" y="2770930"/>
                </a:lnTo>
                <a:lnTo>
                  <a:pt x="889323" y="2771292"/>
                </a:lnTo>
                <a:lnTo>
                  <a:pt x="889023" y="2771645"/>
                </a:lnTo>
                <a:lnTo>
                  <a:pt x="888712" y="2771990"/>
                </a:lnTo>
                <a:lnTo>
                  <a:pt x="888389" y="2772325"/>
                </a:lnTo>
                <a:lnTo>
                  <a:pt x="888055" y="2772652"/>
                </a:lnTo>
                <a:lnTo>
                  <a:pt x="887708" y="2772970"/>
                </a:lnTo>
                <a:lnTo>
                  <a:pt x="887350" y="2773279"/>
                </a:lnTo>
                <a:lnTo>
                  <a:pt x="886980" y="2773579"/>
                </a:lnTo>
                <a:lnTo>
                  <a:pt x="886599" y="2773871"/>
                </a:lnTo>
                <a:lnTo>
                  <a:pt x="886205" y="2774153"/>
                </a:lnTo>
                <a:lnTo>
                  <a:pt x="885800" y="2774427"/>
                </a:lnTo>
                <a:lnTo>
                  <a:pt x="885384" y="2774692"/>
                </a:lnTo>
                <a:lnTo>
                  <a:pt x="884955" y="2774948"/>
                </a:lnTo>
                <a:lnTo>
                  <a:pt x="884515" y="2775196"/>
                </a:lnTo>
                <a:lnTo>
                  <a:pt x="884063" y="2775434"/>
                </a:lnTo>
                <a:lnTo>
                  <a:pt x="883599" y="2775664"/>
                </a:lnTo>
                <a:lnTo>
                  <a:pt x="883123" y="2775885"/>
                </a:lnTo>
                <a:lnTo>
                  <a:pt x="882636" y="2776098"/>
                </a:lnTo>
                <a:lnTo>
                  <a:pt x="882137" y="2776301"/>
                </a:lnTo>
                <a:lnTo>
                  <a:pt x="881626" y="2776496"/>
                </a:lnTo>
                <a:lnTo>
                  <a:pt x="881104" y="2776681"/>
                </a:lnTo>
                <a:lnTo>
                  <a:pt x="880570" y="2776858"/>
                </a:lnTo>
                <a:lnTo>
                  <a:pt x="880024" y="2777027"/>
                </a:lnTo>
                <a:lnTo>
                  <a:pt x="879466" y="2777186"/>
                </a:lnTo>
                <a:lnTo>
                  <a:pt x="878924" y="2776951"/>
                </a:lnTo>
                <a:lnTo>
                  <a:pt x="878367" y="2776727"/>
                </a:lnTo>
                <a:lnTo>
                  <a:pt x="877797" y="2776512"/>
                </a:lnTo>
                <a:lnTo>
                  <a:pt x="877212" y="2776308"/>
                </a:lnTo>
                <a:lnTo>
                  <a:pt x="876613" y="2776113"/>
                </a:lnTo>
                <a:lnTo>
                  <a:pt x="876000" y="2775929"/>
                </a:lnTo>
                <a:lnTo>
                  <a:pt x="875373" y="2775754"/>
                </a:lnTo>
                <a:lnTo>
                  <a:pt x="874732" y="2775589"/>
                </a:lnTo>
                <a:lnTo>
                  <a:pt x="874077" y="2775435"/>
                </a:lnTo>
                <a:lnTo>
                  <a:pt x="873408" y="2775290"/>
                </a:lnTo>
                <a:lnTo>
                  <a:pt x="872725" y="2775155"/>
                </a:lnTo>
                <a:lnTo>
                  <a:pt x="872027" y="2775030"/>
                </a:lnTo>
                <a:lnTo>
                  <a:pt x="871316" y="2774916"/>
                </a:lnTo>
                <a:lnTo>
                  <a:pt x="870590" y="2774811"/>
                </a:lnTo>
                <a:lnTo>
                  <a:pt x="869850" y="2774716"/>
                </a:lnTo>
                <a:lnTo>
                  <a:pt x="869097" y="2774631"/>
                </a:lnTo>
                <a:lnTo>
                  <a:pt x="868329" y="2774556"/>
                </a:lnTo>
                <a:lnTo>
                  <a:pt x="867547" y="2774491"/>
                </a:lnTo>
                <a:lnTo>
                  <a:pt x="866751" y="2774437"/>
                </a:lnTo>
                <a:lnTo>
                  <a:pt x="865941" y="2774392"/>
                </a:lnTo>
                <a:lnTo>
                  <a:pt x="865117" y="2774357"/>
                </a:lnTo>
                <a:lnTo>
                  <a:pt x="864278" y="2774332"/>
                </a:lnTo>
                <a:lnTo>
                  <a:pt x="863426" y="2774317"/>
                </a:lnTo>
                <a:lnTo>
                  <a:pt x="862559" y="2774312"/>
                </a:lnTo>
                <a:lnTo>
                  <a:pt x="861095" y="2774324"/>
                </a:lnTo>
                <a:lnTo>
                  <a:pt x="859661" y="2774362"/>
                </a:lnTo>
                <a:lnTo>
                  <a:pt x="858256" y="2774425"/>
                </a:lnTo>
                <a:lnTo>
                  <a:pt x="856882" y="2774514"/>
                </a:lnTo>
                <a:lnTo>
                  <a:pt x="855537" y="2774627"/>
                </a:lnTo>
                <a:lnTo>
                  <a:pt x="854222" y="2774766"/>
                </a:lnTo>
                <a:lnTo>
                  <a:pt x="852938" y="2774930"/>
                </a:lnTo>
                <a:lnTo>
                  <a:pt x="851683" y="2775120"/>
                </a:lnTo>
                <a:lnTo>
                  <a:pt x="850458" y="2775334"/>
                </a:lnTo>
                <a:lnTo>
                  <a:pt x="849263" y="2775574"/>
                </a:lnTo>
                <a:lnTo>
                  <a:pt x="848098" y="2775839"/>
                </a:lnTo>
                <a:lnTo>
                  <a:pt x="846963" y="2776129"/>
                </a:lnTo>
                <a:lnTo>
                  <a:pt x="845858" y="2776445"/>
                </a:lnTo>
                <a:lnTo>
                  <a:pt x="844783" y="2776786"/>
                </a:lnTo>
                <a:lnTo>
                  <a:pt x="843738" y="2777152"/>
                </a:lnTo>
                <a:lnTo>
                  <a:pt x="842722" y="2777543"/>
                </a:lnTo>
                <a:lnTo>
                  <a:pt x="841737" y="2777959"/>
                </a:lnTo>
                <a:lnTo>
                  <a:pt x="840781" y="2778401"/>
                </a:lnTo>
                <a:lnTo>
                  <a:pt x="839856" y="2778868"/>
                </a:lnTo>
                <a:lnTo>
                  <a:pt x="838960" y="2779360"/>
                </a:lnTo>
                <a:lnTo>
                  <a:pt x="838095" y="2779878"/>
                </a:lnTo>
                <a:lnTo>
                  <a:pt x="837259" y="2780420"/>
                </a:lnTo>
                <a:lnTo>
                  <a:pt x="836454" y="2780988"/>
                </a:lnTo>
                <a:lnTo>
                  <a:pt x="835678" y="2781582"/>
                </a:lnTo>
                <a:lnTo>
                  <a:pt x="834947" y="2782197"/>
                </a:lnTo>
                <a:lnTo>
                  <a:pt x="834247" y="2782831"/>
                </a:lnTo>
                <a:lnTo>
                  <a:pt x="833578" y="2783484"/>
                </a:lnTo>
                <a:lnTo>
                  <a:pt x="832940" y="2784155"/>
                </a:lnTo>
                <a:lnTo>
                  <a:pt x="832333" y="2784845"/>
                </a:lnTo>
                <a:lnTo>
                  <a:pt x="831758" y="2785555"/>
                </a:lnTo>
                <a:lnTo>
                  <a:pt x="831213" y="2786283"/>
                </a:lnTo>
                <a:lnTo>
                  <a:pt x="830700" y="2787029"/>
                </a:lnTo>
                <a:lnTo>
                  <a:pt x="830217" y="2787795"/>
                </a:lnTo>
                <a:lnTo>
                  <a:pt x="829766" y="2788579"/>
                </a:lnTo>
                <a:lnTo>
                  <a:pt x="829346" y="2789382"/>
                </a:lnTo>
                <a:lnTo>
                  <a:pt x="828957" y="2790204"/>
                </a:lnTo>
                <a:lnTo>
                  <a:pt x="828600" y="2791045"/>
                </a:lnTo>
                <a:lnTo>
                  <a:pt x="828273" y="2791904"/>
                </a:lnTo>
                <a:lnTo>
                  <a:pt x="827977" y="2792782"/>
                </a:lnTo>
                <a:lnTo>
                  <a:pt x="827713" y="2793679"/>
                </a:lnTo>
                <a:lnTo>
                  <a:pt x="827479" y="2794595"/>
                </a:lnTo>
                <a:lnTo>
                  <a:pt x="827277" y="2795530"/>
                </a:lnTo>
                <a:lnTo>
                  <a:pt x="827106" y="2796483"/>
                </a:lnTo>
                <a:lnTo>
                  <a:pt x="826966" y="2797455"/>
                </a:lnTo>
                <a:lnTo>
                  <a:pt x="826857" y="2798446"/>
                </a:lnTo>
                <a:lnTo>
                  <a:pt x="826779" y="2799456"/>
                </a:lnTo>
                <a:lnTo>
                  <a:pt x="826733" y="2800484"/>
                </a:lnTo>
                <a:lnTo>
                  <a:pt x="826717" y="2801532"/>
                </a:lnTo>
                <a:lnTo>
                  <a:pt x="826722" y="2802134"/>
                </a:lnTo>
                <a:lnTo>
                  <a:pt x="826738" y="2802731"/>
                </a:lnTo>
                <a:lnTo>
                  <a:pt x="826765" y="2803323"/>
                </a:lnTo>
                <a:lnTo>
                  <a:pt x="826802" y="2803908"/>
                </a:lnTo>
                <a:lnTo>
                  <a:pt x="826849" y="2804487"/>
                </a:lnTo>
                <a:lnTo>
                  <a:pt x="826907" y="2805061"/>
                </a:lnTo>
                <a:lnTo>
                  <a:pt x="826976" y="2805628"/>
                </a:lnTo>
                <a:lnTo>
                  <a:pt x="827055" y="2806190"/>
                </a:lnTo>
                <a:lnTo>
                  <a:pt x="827145" y="2806746"/>
                </a:lnTo>
                <a:lnTo>
                  <a:pt x="827246" y="2807296"/>
                </a:lnTo>
                <a:lnTo>
                  <a:pt x="827356" y="2807840"/>
                </a:lnTo>
                <a:lnTo>
                  <a:pt x="827478" y="2808379"/>
                </a:lnTo>
                <a:lnTo>
                  <a:pt x="827610" y="2808911"/>
                </a:lnTo>
                <a:lnTo>
                  <a:pt x="827753" y="2809438"/>
                </a:lnTo>
                <a:lnTo>
                  <a:pt x="827906" y="2809958"/>
                </a:lnTo>
                <a:lnTo>
                  <a:pt x="828070" y="2810473"/>
                </a:lnTo>
                <a:lnTo>
                  <a:pt x="828244" y="2810982"/>
                </a:lnTo>
                <a:lnTo>
                  <a:pt x="828429" y="2811485"/>
                </a:lnTo>
                <a:lnTo>
                  <a:pt x="828624" y="2811983"/>
                </a:lnTo>
                <a:lnTo>
                  <a:pt x="828831" y="2812474"/>
                </a:lnTo>
                <a:lnTo>
                  <a:pt x="829047" y="2812959"/>
                </a:lnTo>
                <a:lnTo>
                  <a:pt x="829274" y="2813439"/>
                </a:lnTo>
                <a:lnTo>
                  <a:pt x="829512" y="2813913"/>
                </a:lnTo>
                <a:lnTo>
                  <a:pt x="829760" y="2814381"/>
                </a:lnTo>
                <a:lnTo>
                  <a:pt x="830019" y="2814842"/>
                </a:lnTo>
                <a:lnTo>
                  <a:pt x="830289" y="2815296"/>
                </a:lnTo>
                <a:lnTo>
                  <a:pt x="830569" y="2815744"/>
                </a:lnTo>
                <a:lnTo>
                  <a:pt x="830859" y="2816184"/>
                </a:lnTo>
                <a:lnTo>
                  <a:pt x="831161" y="2816617"/>
                </a:lnTo>
                <a:lnTo>
                  <a:pt x="831472" y="2817043"/>
                </a:lnTo>
                <a:lnTo>
                  <a:pt x="831795" y="2817463"/>
                </a:lnTo>
                <a:lnTo>
                  <a:pt x="832127" y="2817875"/>
                </a:lnTo>
                <a:lnTo>
                  <a:pt x="832471" y="2818280"/>
                </a:lnTo>
                <a:lnTo>
                  <a:pt x="832825" y="2818678"/>
                </a:lnTo>
                <a:lnTo>
                  <a:pt x="833189" y="2819069"/>
                </a:lnTo>
                <a:lnTo>
                  <a:pt x="833564" y="2819453"/>
                </a:lnTo>
                <a:lnTo>
                  <a:pt x="833950" y="2819829"/>
                </a:lnTo>
                <a:lnTo>
                  <a:pt x="834346" y="2820199"/>
                </a:lnTo>
                <a:lnTo>
                  <a:pt x="834753" y="2820562"/>
                </a:lnTo>
                <a:lnTo>
                  <a:pt x="835171" y="2820918"/>
                </a:lnTo>
                <a:lnTo>
                  <a:pt x="835599" y="2821267"/>
                </a:lnTo>
                <a:lnTo>
                  <a:pt x="836037" y="2821608"/>
                </a:lnTo>
                <a:lnTo>
                  <a:pt x="836486" y="2821943"/>
                </a:lnTo>
                <a:lnTo>
                  <a:pt x="836946" y="2822270"/>
                </a:lnTo>
                <a:lnTo>
                  <a:pt x="837416" y="2822591"/>
                </a:lnTo>
                <a:lnTo>
                  <a:pt x="837897" y="2822904"/>
                </a:lnTo>
                <a:lnTo>
                  <a:pt x="838388" y="2823211"/>
                </a:lnTo>
                <a:lnTo>
                  <a:pt x="838890" y="2823510"/>
                </a:lnTo>
                <a:lnTo>
                  <a:pt x="838332" y="2823629"/>
                </a:lnTo>
                <a:lnTo>
                  <a:pt x="837783" y="2823759"/>
                </a:lnTo>
                <a:lnTo>
                  <a:pt x="837244" y="2823901"/>
                </a:lnTo>
                <a:lnTo>
                  <a:pt x="836716" y="2824055"/>
                </a:lnTo>
                <a:lnTo>
                  <a:pt x="836197" y="2824221"/>
                </a:lnTo>
                <a:lnTo>
                  <a:pt x="835688" y="2824398"/>
                </a:lnTo>
                <a:lnTo>
                  <a:pt x="835190" y="2824587"/>
                </a:lnTo>
                <a:lnTo>
                  <a:pt x="834701" y="2824788"/>
                </a:lnTo>
                <a:lnTo>
                  <a:pt x="834222" y="2825000"/>
                </a:lnTo>
                <a:lnTo>
                  <a:pt x="833753" y="2825225"/>
                </a:lnTo>
                <a:lnTo>
                  <a:pt x="833295" y="2825461"/>
                </a:lnTo>
                <a:lnTo>
                  <a:pt x="832846" y="2825708"/>
                </a:lnTo>
                <a:lnTo>
                  <a:pt x="832407" y="2825968"/>
                </a:lnTo>
                <a:lnTo>
                  <a:pt x="831978" y="2826239"/>
                </a:lnTo>
                <a:lnTo>
                  <a:pt x="831559" y="2826522"/>
                </a:lnTo>
                <a:lnTo>
                  <a:pt x="831151" y="2826817"/>
                </a:lnTo>
                <a:lnTo>
                  <a:pt x="830752" y="2827123"/>
                </a:lnTo>
                <a:lnTo>
                  <a:pt x="830363" y="2827441"/>
                </a:lnTo>
                <a:lnTo>
                  <a:pt x="829984" y="2827771"/>
                </a:lnTo>
                <a:lnTo>
                  <a:pt x="829615" y="2828113"/>
                </a:lnTo>
                <a:lnTo>
                  <a:pt x="829256" y="2828466"/>
                </a:lnTo>
                <a:lnTo>
                  <a:pt x="828907" y="2828831"/>
                </a:lnTo>
                <a:lnTo>
                  <a:pt x="828568" y="2829208"/>
                </a:lnTo>
                <a:lnTo>
                  <a:pt x="828239" y="2829597"/>
                </a:lnTo>
                <a:lnTo>
                  <a:pt x="827922" y="2829993"/>
                </a:lnTo>
                <a:lnTo>
                  <a:pt x="827618" y="2830394"/>
                </a:lnTo>
                <a:lnTo>
                  <a:pt x="827327" y="2830799"/>
                </a:lnTo>
                <a:lnTo>
                  <a:pt x="827051" y="2831207"/>
                </a:lnTo>
                <a:lnTo>
                  <a:pt x="826787" y="2831620"/>
                </a:lnTo>
                <a:lnTo>
                  <a:pt x="826538" y="2832038"/>
                </a:lnTo>
                <a:lnTo>
                  <a:pt x="826301" y="2832459"/>
                </a:lnTo>
                <a:lnTo>
                  <a:pt x="826079" y="2832884"/>
                </a:lnTo>
                <a:lnTo>
                  <a:pt x="825869" y="2833313"/>
                </a:lnTo>
                <a:lnTo>
                  <a:pt x="825673" y="2833747"/>
                </a:lnTo>
                <a:lnTo>
                  <a:pt x="825491" y="2834185"/>
                </a:lnTo>
                <a:lnTo>
                  <a:pt x="825322" y="2834626"/>
                </a:lnTo>
                <a:lnTo>
                  <a:pt x="825167" y="2835072"/>
                </a:lnTo>
                <a:lnTo>
                  <a:pt x="825025" y="2835522"/>
                </a:lnTo>
                <a:lnTo>
                  <a:pt x="824897" y="2835976"/>
                </a:lnTo>
                <a:lnTo>
                  <a:pt x="824782" y="2836434"/>
                </a:lnTo>
                <a:lnTo>
                  <a:pt x="824681" y="2836897"/>
                </a:lnTo>
                <a:lnTo>
                  <a:pt x="824593" y="2837363"/>
                </a:lnTo>
                <a:lnTo>
                  <a:pt x="824519" y="2837834"/>
                </a:lnTo>
                <a:lnTo>
                  <a:pt x="824458" y="2838308"/>
                </a:lnTo>
                <a:lnTo>
                  <a:pt x="824411" y="2838787"/>
                </a:lnTo>
                <a:lnTo>
                  <a:pt x="824377" y="2839270"/>
                </a:lnTo>
                <a:lnTo>
                  <a:pt x="824357" y="2839757"/>
                </a:lnTo>
                <a:lnTo>
                  <a:pt x="824350" y="2840248"/>
                </a:lnTo>
                <a:lnTo>
                  <a:pt x="824354" y="2840613"/>
                </a:lnTo>
                <a:lnTo>
                  <a:pt x="824364" y="2840977"/>
                </a:lnTo>
                <a:lnTo>
                  <a:pt x="824382" y="2841339"/>
                </a:lnTo>
                <a:lnTo>
                  <a:pt x="824407" y="2841699"/>
                </a:lnTo>
                <a:lnTo>
                  <a:pt x="824438" y="2842057"/>
                </a:lnTo>
                <a:lnTo>
                  <a:pt x="824477" y="2842414"/>
                </a:lnTo>
                <a:lnTo>
                  <a:pt x="824523" y="2842769"/>
                </a:lnTo>
                <a:lnTo>
                  <a:pt x="824576" y="2843122"/>
                </a:lnTo>
                <a:lnTo>
                  <a:pt x="824636" y="2843473"/>
                </a:lnTo>
                <a:lnTo>
                  <a:pt x="824702" y="2843823"/>
                </a:lnTo>
                <a:lnTo>
                  <a:pt x="824776" y="2844171"/>
                </a:lnTo>
                <a:lnTo>
                  <a:pt x="824857" y="2844517"/>
                </a:lnTo>
                <a:lnTo>
                  <a:pt x="824946" y="2844861"/>
                </a:lnTo>
                <a:lnTo>
                  <a:pt x="825041" y="2845204"/>
                </a:lnTo>
                <a:lnTo>
                  <a:pt x="825143" y="2845544"/>
                </a:lnTo>
                <a:lnTo>
                  <a:pt x="825252" y="2845883"/>
                </a:lnTo>
                <a:lnTo>
                  <a:pt x="825368" y="2846221"/>
                </a:lnTo>
                <a:lnTo>
                  <a:pt x="825492" y="2846556"/>
                </a:lnTo>
                <a:lnTo>
                  <a:pt x="825622" y="2846890"/>
                </a:lnTo>
                <a:lnTo>
                  <a:pt x="825759" y="2847222"/>
                </a:lnTo>
                <a:lnTo>
                  <a:pt x="825904" y="2847552"/>
                </a:lnTo>
                <a:lnTo>
                  <a:pt x="826055" y="2847880"/>
                </a:lnTo>
                <a:lnTo>
                  <a:pt x="826214" y="2848207"/>
                </a:lnTo>
                <a:lnTo>
                  <a:pt x="826379" y="2848532"/>
                </a:lnTo>
                <a:lnTo>
                  <a:pt x="826565" y="2848853"/>
                </a:lnTo>
                <a:lnTo>
                  <a:pt x="826756" y="2849170"/>
                </a:lnTo>
                <a:lnTo>
                  <a:pt x="826952" y="2849480"/>
                </a:lnTo>
                <a:lnTo>
                  <a:pt x="827154" y="2849786"/>
                </a:lnTo>
                <a:lnTo>
                  <a:pt x="827361" y="2850086"/>
                </a:lnTo>
                <a:lnTo>
                  <a:pt x="827573" y="2850381"/>
                </a:lnTo>
                <a:lnTo>
                  <a:pt x="827791" y="2850671"/>
                </a:lnTo>
                <a:lnTo>
                  <a:pt x="828013" y="2850955"/>
                </a:lnTo>
                <a:lnTo>
                  <a:pt x="828241" y="2851235"/>
                </a:lnTo>
                <a:lnTo>
                  <a:pt x="828475" y="2851508"/>
                </a:lnTo>
                <a:lnTo>
                  <a:pt x="828713" y="2851777"/>
                </a:lnTo>
                <a:lnTo>
                  <a:pt x="828957" y="2852040"/>
                </a:lnTo>
                <a:lnTo>
                  <a:pt x="829207" y="2852298"/>
                </a:lnTo>
                <a:lnTo>
                  <a:pt x="829461" y="2852551"/>
                </a:lnTo>
                <a:lnTo>
                  <a:pt x="829721" y="2852798"/>
                </a:lnTo>
                <a:lnTo>
                  <a:pt x="829986" y="2853041"/>
                </a:lnTo>
                <a:lnTo>
                  <a:pt x="830256" y="2853277"/>
                </a:lnTo>
                <a:lnTo>
                  <a:pt x="830532" y="2853509"/>
                </a:lnTo>
                <a:lnTo>
                  <a:pt x="830813" y="2853735"/>
                </a:lnTo>
                <a:lnTo>
                  <a:pt x="831099" y="2853956"/>
                </a:lnTo>
                <a:lnTo>
                  <a:pt x="831390" y="2854172"/>
                </a:lnTo>
                <a:lnTo>
                  <a:pt x="831687" y="2854383"/>
                </a:lnTo>
                <a:lnTo>
                  <a:pt x="831989" y="2854588"/>
                </a:lnTo>
                <a:lnTo>
                  <a:pt x="832296" y="2854788"/>
                </a:lnTo>
                <a:lnTo>
                  <a:pt x="831835" y="2854990"/>
                </a:lnTo>
                <a:lnTo>
                  <a:pt x="831381" y="2855201"/>
                </a:lnTo>
                <a:lnTo>
                  <a:pt x="830933" y="2855422"/>
                </a:lnTo>
                <a:lnTo>
                  <a:pt x="830493" y="2855652"/>
                </a:lnTo>
                <a:lnTo>
                  <a:pt x="830060" y="2855891"/>
                </a:lnTo>
                <a:lnTo>
                  <a:pt x="829634" y="2856140"/>
                </a:lnTo>
                <a:lnTo>
                  <a:pt x="829214" y="2856398"/>
                </a:lnTo>
                <a:lnTo>
                  <a:pt x="828802" y="2856666"/>
                </a:lnTo>
                <a:lnTo>
                  <a:pt x="828397" y="2856943"/>
                </a:lnTo>
                <a:lnTo>
                  <a:pt x="827999" y="2857230"/>
                </a:lnTo>
                <a:lnTo>
                  <a:pt x="827608" y="2857526"/>
                </a:lnTo>
                <a:lnTo>
                  <a:pt x="827224" y="2857831"/>
                </a:lnTo>
                <a:lnTo>
                  <a:pt x="826848" y="2858146"/>
                </a:lnTo>
                <a:lnTo>
                  <a:pt x="826478" y="2858470"/>
                </a:lnTo>
                <a:lnTo>
                  <a:pt x="826115" y="2858803"/>
                </a:lnTo>
                <a:lnTo>
                  <a:pt x="825759" y="2859146"/>
                </a:lnTo>
                <a:lnTo>
                  <a:pt x="825410" y="2859498"/>
                </a:lnTo>
                <a:lnTo>
                  <a:pt x="825069" y="2859860"/>
                </a:lnTo>
                <a:lnTo>
                  <a:pt x="824734" y="2860231"/>
                </a:lnTo>
                <a:lnTo>
                  <a:pt x="824407" y="2860611"/>
                </a:lnTo>
                <a:lnTo>
                  <a:pt x="824086" y="2861001"/>
                </a:lnTo>
                <a:lnTo>
                  <a:pt x="823773" y="2861400"/>
                </a:lnTo>
                <a:lnTo>
                  <a:pt x="823466" y="2861809"/>
                </a:lnTo>
                <a:lnTo>
                  <a:pt x="823167" y="2862227"/>
                </a:lnTo>
                <a:lnTo>
                  <a:pt x="822877" y="2862652"/>
                </a:lnTo>
                <a:lnTo>
                  <a:pt x="822600" y="2863081"/>
                </a:lnTo>
                <a:lnTo>
                  <a:pt x="822335" y="2863516"/>
                </a:lnTo>
                <a:lnTo>
                  <a:pt x="822082" y="2863955"/>
                </a:lnTo>
                <a:lnTo>
                  <a:pt x="821842" y="2864399"/>
                </a:lnTo>
                <a:lnTo>
                  <a:pt x="821614" y="2864847"/>
                </a:lnTo>
                <a:lnTo>
                  <a:pt x="821398" y="2865300"/>
                </a:lnTo>
                <a:lnTo>
                  <a:pt x="821194" y="2865758"/>
                </a:lnTo>
                <a:lnTo>
                  <a:pt x="821003" y="2866221"/>
                </a:lnTo>
                <a:lnTo>
                  <a:pt x="820825" y="2866688"/>
                </a:lnTo>
                <a:lnTo>
                  <a:pt x="820658" y="2867160"/>
                </a:lnTo>
                <a:lnTo>
                  <a:pt x="820504" y="2867637"/>
                </a:lnTo>
                <a:lnTo>
                  <a:pt x="820362" y="2868118"/>
                </a:lnTo>
                <a:lnTo>
                  <a:pt x="820233" y="2868604"/>
                </a:lnTo>
                <a:lnTo>
                  <a:pt x="820116" y="2869095"/>
                </a:lnTo>
                <a:lnTo>
                  <a:pt x="820011" y="2869590"/>
                </a:lnTo>
                <a:lnTo>
                  <a:pt x="819918" y="2870091"/>
                </a:lnTo>
                <a:lnTo>
                  <a:pt x="819838" y="2870595"/>
                </a:lnTo>
                <a:lnTo>
                  <a:pt x="819771" y="2871105"/>
                </a:lnTo>
                <a:lnTo>
                  <a:pt x="819715" y="2871619"/>
                </a:lnTo>
                <a:lnTo>
                  <a:pt x="819672" y="2872138"/>
                </a:lnTo>
                <a:lnTo>
                  <a:pt x="819641" y="2872662"/>
                </a:lnTo>
                <a:lnTo>
                  <a:pt x="819623" y="2873190"/>
                </a:lnTo>
                <a:lnTo>
                  <a:pt x="819616" y="2873723"/>
                </a:lnTo>
                <a:lnTo>
                  <a:pt x="819627" y="2874437"/>
                </a:lnTo>
                <a:lnTo>
                  <a:pt x="819658" y="2875142"/>
                </a:lnTo>
                <a:lnTo>
                  <a:pt x="819709" y="2875837"/>
                </a:lnTo>
                <a:lnTo>
                  <a:pt x="819781" y="2876522"/>
                </a:lnTo>
                <a:lnTo>
                  <a:pt x="819873" y="2877199"/>
                </a:lnTo>
                <a:lnTo>
                  <a:pt x="819986" y="2877865"/>
                </a:lnTo>
                <a:lnTo>
                  <a:pt x="820120" y="2878523"/>
                </a:lnTo>
                <a:lnTo>
                  <a:pt x="820274" y="2879171"/>
                </a:lnTo>
                <a:lnTo>
                  <a:pt x="820449" y="2879810"/>
                </a:lnTo>
                <a:lnTo>
                  <a:pt x="820644" y="2880439"/>
                </a:lnTo>
                <a:lnTo>
                  <a:pt x="820859" y="2881059"/>
                </a:lnTo>
                <a:lnTo>
                  <a:pt x="821096" y="2881669"/>
                </a:lnTo>
                <a:lnTo>
                  <a:pt x="821353" y="2882271"/>
                </a:lnTo>
                <a:lnTo>
                  <a:pt x="821630" y="2882862"/>
                </a:lnTo>
                <a:lnTo>
                  <a:pt x="821928" y="2883445"/>
                </a:lnTo>
                <a:lnTo>
                  <a:pt x="822246" y="2884018"/>
                </a:lnTo>
                <a:lnTo>
                  <a:pt x="822585" y="2884581"/>
                </a:lnTo>
                <a:lnTo>
                  <a:pt x="822945" y="2885135"/>
                </a:lnTo>
                <a:lnTo>
                  <a:pt x="823325" y="2885680"/>
                </a:lnTo>
                <a:lnTo>
                  <a:pt x="823726" y="2886216"/>
                </a:lnTo>
                <a:lnTo>
                  <a:pt x="824147" y="2886741"/>
                </a:lnTo>
                <a:lnTo>
                  <a:pt x="824589" y="2887258"/>
                </a:lnTo>
                <a:lnTo>
                  <a:pt x="825051" y="2887765"/>
                </a:lnTo>
                <a:lnTo>
                  <a:pt x="825534" y="2888263"/>
                </a:lnTo>
                <a:lnTo>
                  <a:pt x="826035" y="2888746"/>
                </a:lnTo>
                <a:lnTo>
                  <a:pt x="826554" y="2889208"/>
                </a:lnTo>
                <a:lnTo>
                  <a:pt x="827090" y="2889650"/>
                </a:lnTo>
                <a:lnTo>
                  <a:pt x="827642" y="2890071"/>
                </a:lnTo>
                <a:lnTo>
                  <a:pt x="828212" y="2890472"/>
                </a:lnTo>
                <a:lnTo>
                  <a:pt x="828799" y="2890852"/>
                </a:lnTo>
                <a:lnTo>
                  <a:pt x="829403" y="2891211"/>
                </a:lnTo>
                <a:lnTo>
                  <a:pt x="830023" y="2891550"/>
                </a:lnTo>
                <a:lnTo>
                  <a:pt x="830661" y="2891869"/>
                </a:lnTo>
                <a:lnTo>
                  <a:pt x="831316" y="2892167"/>
                </a:lnTo>
                <a:lnTo>
                  <a:pt x="831988" y="2892444"/>
                </a:lnTo>
                <a:lnTo>
                  <a:pt x="832677" y="2892701"/>
                </a:lnTo>
                <a:lnTo>
                  <a:pt x="833383" y="2892937"/>
                </a:lnTo>
                <a:lnTo>
                  <a:pt x="834106" y="2893153"/>
                </a:lnTo>
                <a:lnTo>
                  <a:pt x="834846" y="2893348"/>
                </a:lnTo>
                <a:lnTo>
                  <a:pt x="835603" y="2893523"/>
                </a:lnTo>
                <a:lnTo>
                  <a:pt x="836377" y="2893677"/>
                </a:lnTo>
                <a:lnTo>
                  <a:pt x="837168" y="2893810"/>
                </a:lnTo>
                <a:lnTo>
                  <a:pt x="837976" y="2893923"/>
                </a:lnTo>
                <a:lnTo>
                  <a:pt x="838801" y="2894016"/>
                </a:lnTo>
                <a:lnTo>
                  <a:pt x="839643" y="2894088"/>
                </a:lnTo>
                <a:lnTo>
                  <a:pt x="840502" y="2894139"/>
                </a:lnTo>
                <a:lnTo>
                  <a:pt x="841378" y="2894170"/>
                </a:lnTo>
                <a:lnTo>
                  <a:pt x="842271" y="2894180"/>
                </a:lnTo>
                <a:lnTo>
                  <a:pt x="881157" y="2894180"/>
                </a:lnTo>
                <a:lnTo>
                  <a:pt x="882189" y="2894168"/>
                </a:lnTo>
                <a:lnTo>
                  <a:pt x="883202" y="2894131"/>
                </a:lnTo>
                <a:lnTo>
                  <a:pt x="884195" y="2894069"/>
                </a:lnTo>
                <a:lnTo>
                  <a:pt x="885168" y="2893983"/>
                </a:lnTo>
                <a:lnTo>
                  <a:pt x="886120" y="2893872"/>
                </a:lnTo>
                <a:lnTo>
                  <a:pt x="887053" y="2893736"/>
                </a:lnTo>
                <a:lnTo>
                  <a:pt x="887966" y="2893576"/>
                </a:lnTo>
                <a:lnTo>
                  <a:pt x="888859" y="2893391"/>
                </a:lnTo>
                <a:close/>
                <a:moveTo>
                  <a:pt x="842845" y="2882546"/>
                </a:moveTo>
                <a:lnTo>
                  <a:pt x="842432" y="2882435"/>
                </a:lnTo>
                <a:lnTo>
                  <a:pt x="842030" y="2882311"/>
                </a:lnTo>
                <a:lnTo>
                  <a:pt x="841637" y="2882176"/>
                </a:lnTo>
                <a:lnTo>
                  <a:pt x="841255" y="2882030"/>
                </a:lnTo>
                <a:lnTo>
                  <a:pt x="840882" y="2881871"/>
                </a:lnTo>
                <a:lnTo>
                  <a:pt x="840520" y="2881701"/>
                </a:lnTo>
                <a:lnTo>
                  <a:pt x="840167" y="2881519"/>
                </a:lnTo>
                <a:lnTo>
                  <a:pt x="839825" y="2881325"/>
                </a:lnTo>
                <a:lnTo>
                  <a:pt x="839492" y="2881120"/>
                </a:lnTo>
                <a:lnTo>
                  <a:pt x="839170" y="2880903"/>
                </a:lnTo>
                <a:lnTo>
                  <a:pt x="838857" y="2880674"/>
                </a:lnTo>
                <a:lnTo>
                  <a:pt x="838555" y="2880433"/>
                </a:lnTo>
                <a:lnTo>
                  <a:pt x="838262" y="2880181"/>
                </a:lnTo>
                <a:lnTo>
                  <a:pt x="837979" y="2879916"/>
                </a:lnTo>
                <a:lnTo>
                  <a:pt x="837707" y="2879640"/>
                </a:lnTo>
                <a:lnTo>
                  <a:pt x="837444" y="2879357"/>
                </a:lnTo>
                <a:lnTo>
                  <a:pt x="837193" y="2879069"/>
                </a:lnTo>
                <a:lnTo>
                  <a:pt x="836954" y="2878777"/>
                </a:lnTo>
                <a:lnTo>
                  <a:pt x="836725" y="2878481"/>
                </a:lnTo>
                <a:lnTo>
                  <a:pt x="836508" y="2878180"/>
                </a:lnTo>
                <a:lnTo>
                  <a:pt x="836301" y="2877876"/>
                </a:lnTo>
                <a:lnTo>
                  <a:pt x="836106" y="2877567"/>
                </a:lnTo>
                <a:lnTo>
                  <a:pt x="835922" y="2877255"/>
                </a:lnTo>
                <a:lnTo>
                  <a:pt x="835749" y="2876938"/>
                </a:lnTo>
                <a:lnTo>
                  <a:pt x="835587" y="2876617"/>
                </a:lnTo>
                <a:lnTo>
                  <a:pt x="835437" y="2876292"/>
                </a:lnTo>
                <a:lnTo>
                  <a:pt x="835297" y="2875963"/>
                </a:lnTo>
                <a:lnTo>
                  <a:pt x="835169" y="2875630"/>
                </a:lnTo>
                <a:lnTo>
                  <a:pt x="835052" y="2875293"/>
                </a:lnTo>
                <a:lnTo>
                  <a:pt x="834946" y="2874952"/>
                </a:lnTo>
                <a:lnTo>
                  <a:pt x="834851" y="2874606"/>
                </a:lnTo>
                <a:lnTo>
                  <a:pt x="834768" y="2874257"/>
                </a:lnTo>
                <a:lnTo>
                  <a:pt x="834695" y="2873903"/>
                </a:lnTo>
                <a:lnTo>
                  <a:pt x="834634" y="2873545"/>
                </a:lnTo>
                <a:lnTo>
                  <a:pt x="834583" y="2873183"/>
                </a:lnTo>
                <a:lnTo>
                  <a:pt x="834544" y="2872817"/>
                </a:lnTo>
                <a:lnTo>
                  <a:pt x="834517" y="2872447"/>
                </a:lnTo>
                <a:lnTo>
                  <a:pt x="834500" y="2872073"/>
                </a:lnTo>
                <a:lnTo>
                  <a:pt x="834494" y="2871695"/>
                </a:lnTo>
                <a:lnTo>
                  <a:pt x="834500" y="2871302"/>
                </a:lnTo>
                <a:lnTo>
                  <a:pt x="834517" y="2870915"/>
                </a:lnTo>
                <a:lnTo>
                  <a:pt x="834544" y="2870532"/>
                </a:lnTo>
                <a:lnTo>
                  <a:pt x="834583" y="2870154"/>
                </a:lnTo>
                <a:lnTo>
                  <a:pt x="834634" y="2869781"/>
                </a:lnTo>
                <a:lnTo>
                  <a:pt x="834695" y="2869412"/>
                </a:lnTo>
                <a:lnTo>
                  <a:pt x="834768" y="2869048"/>
                </a:lnTo>
                <a:lnTo>
                  <a:pt x="834851" y="2868689"/>
                </a:lnTo>
                <a:lnTo>
                  <a:pt x="834946" y="2868334"/>
                </a:lnTo>
                <a:lnTo>
                  <a:pt x="835052" y="2867984"/>
                </a:lnTo>
                <a:lnTo>
                  <a:pt x="835169" y="2867639"/>
                </a:lnTo>
                <a:lnTo>
                  <a:pt x="835297" y="2867299"/>
                </a:lnTo>
                <a:lnTo>
                  <a:pt x="835437" y="2866963"/>
                </a:lnTo>
                <a:lnTo>
                  <a:pt x="835587" y="2866632"/>
                </a:lnTo>
                <a:lnTo>
                  <a:pt x="835749" y="2866305"/>
                </a:lnTo>
                <a:lnTo>
                  <a:pt x="835922" y="2865984"/>
                </a:lnTo>
                <a:lnTo>
                  <a:pt x="836106" y="2865667"/>
                </a:lnTo>
                <a:lnTo>
                  <a:pt x="836301" y="2865354"/>
                </a:lnTo>
                <a:lnTo>
                  <a:pt x="836508" y="2865047"/>
                </a:lnTo>
                <a:lnTo>
                  <a:pt x="836725" y="2864744"/>
                </a:lnTo>
                <a:lnTo>
                  <a:pt x="836954" y="2864446"/>
                </a:lnTo>
                <a:lnTo>
                  <a:pt x="837193" y="2864152"/>
                </a:lnTo>
                <a:lnTo>
                  <a:pt x="837444" y="2863863"/>
                </a:lnTo>
                <a:lnTo>
                  <a:pt x="837707" y="2863579"/>
                </a:lnTo>
                <a:lnTo>
                  <a:pt x="837979" y="2863317"/>
                </a:lnTo>
                <a:lnTo>
                  <a:pt x="838262" y="2863066"/>
                </a:lnTo>
                <a:lnTo>
                  <a:pt x="838555" y="2862826"/>
                </a:lnTo>
                <a:lnTo>
                  <a:pt x="838857" y="2862598"/>
                </a:lnTo>
                <a:lnTo>
                  <a:pt x="839170" y="2862380"/>
                </a:lnTo>
                <a:lnTo>
                  <a:pt x="839492" y="2862174"/>
                </a:lnTo>
                <a:lnTo>
                  <a:pt x="839825" y="2861979"/>
                </a:lnTo>
                <a:lnTo>
                  <a:pt x="840167" y="2861795"/>
                </a:lnTo>
                <a:lnTo>
                  <a:pt x="840520" y="2861622"/>
                </a:lnTo>
                <a:lnTo>
                  <a:pt x="840882" y="2861460"/>
                </a:lnTo>
                <a:lnTo>
                  <a:pt x="841255" y="2861309"/>
                </a:lnTo>
                <a:lnTo>
                  <a:pt x="841637" y="2861170"/>
                </a:lnTo>
                <a:lnTo>
                  <a:pt x="842030" y="2861042"/>
                </a:lnTo>
                <a:lnTo>
                  <a:pt x="842432" y="2860925"/>
                </a:lnTo>
                <a:lnTo>
                  <a:pt x="842845" y="2860819"/>
                </a:lnTo>
                <a:lnTo>
                  <a:pt x="843267" y="2860724"/>
                </a:lnTo>
                <a:lnTo>
                  <a:pt x="843699" y="2860640"/>
                </a:lnTo>
                <a:lnTo>
                  <a:pt x="844142" y="2860568"/>
                </a:lnTo>
                <a:lnTo>
                  <a:pt x="844594" y="2860506"/>
                </a:lnTo>
                <a:lnTo>
                  <a:pt x="845056" y="2860456"/>
                </a:lnTo>
                <a:lnTo>
                  <a:pt x="845529" y="2860417"/>
                </a:lnTo>
                <a:lnTo>
                  <a:pt x="846011" y="2860389"/>
                </a:lnTo>
                <a:lnTo>
                  <a:pt x="846503" y="2860372"/>
                </a:lnTo>
                <a:lnTo>
                  <a:pt x="847005" y="2860367"/>
                </a:lnTo>
                <a:lnTo>
                  <a:pt x="878959" y="2860367"/>
                </a:lnTo>
                <a:lnTo>
                  <a:pt x="879488" y="2860372"/>
                </a:lnTo>
                <a:lnTo>
                  <a:pt x="880006" y="2860389"/>
                </a:lnTo>
                <a:lnTo>
                  <a:pt x="880512" y="2860417"/>
                </a:lnTo>
                <a:lnTo>
                  <a:pt x="881007" y="2860456"/>
                </a:lnTo>
                <a:lnTo>
                  <a:pt x="881489" y="2860506"/>
                </a:lnTo>
                <a:lnTo>
                  <a:pt x="881960" y="2860568"/>
                </a:lnTo>
                <a:lnTo>
                  <a:pt x="882419" y="2860640"/>
                </a:lnTo>
                <a:lnTo>
                  <a:pt x="882866" y="2860724"/>
                </a:lnTo>
                <a:lnTo>
                  <a:pt x="883302" y="2860819"/>
                </a:lnTo>
                <a:lnTo>
                  <a:pt x="883726" y="2860925"/>
                </a:lnTo>
                <a:lnTo>
                  <a:pt x="884138" y="2861042"/>
                </a:lnTo>
                <a:lnTo>
                  <a:pt x="884538" y="2861170"/>
                </a:lnTo>
                <a:lnTo>
                  <a:pt x="884927" y="2861309"/>
                </a:lnTo>
                <a:lnTo>
                  <a:pt x="885304" y="2861460"/>
                </a:lnTo>
                <a:lnTo>
                  <a:pt x="885669" y="2861622"/>
                </a:lnTo>
                <a:lnTo>
                  <a:pt x="886022" y="2861795"/>
                </a:lnTo>
                <a:lnTo>
                  <a:pt x="886364" y="2861979"/>
                </a:lnTo>
                <a:lnTo>
                  <a:pt x="886694" y="2862174"/>
                </a:lnTo>
                <a:lnTo>
                  <a:pt x="887012" y="2862380"/>
                </a:lnTo>
                <a:lnTo>
                  <a:pt x="887318" y="2862598"/>
                </a:lnTo>
                <a:lnTo>
                  <a:pt x="887613" y="2862826"/>
                </a:lnTo>
                <a:lnTo>
                  <a:pt x="887896" y="2863066"/>
                </a:lnTo>
                <a:lnTo>
                  <a:pt x="888167" y="2863317"/>
                </a:lnTo>
                <a:lnTo>
                  <a:pt x="888427" y="2863579"/>
                </a:lnTo>
                <a:lnTo>
                  <a:pt x="888689" y="2863849"/>
                </a:lnTo>
                <a:lnTo>
                  <a:pt x="888940" y="2864125"/>
                </a:lnTo>
                <a:lnTo>
                  <a:pt x="889180" y="2864406"/>
                </a:lnTo>
                <a:lnTo>
                  <a:pt x="889408" y="2864692"/>
                </a:lnTo>
                <a:lnTo>
                  <a:pt x="889626" y="2864984"/>
                </a:lnTo>
                <a:lnTo>
                  <a:pt x="889832" y="2865280"/>
                </a:lnTo>
                <a:lnTo>
                  <a:pt x="890027" y="2865582"/>
                </a:lnTo>
                <a:lnTo>
                  <a:pt x="890211" y="2865890"/>
                </a:lnTo>
                <a:lnTo>
                  <a:pt x="890384" y="2866202"/>
                </a:lnTo>
                <a:lnTo>
                  <a:pt x="890546" y="2866520"/>
                </a:lnTo>
                <a:lnTo>
                  <a:pt x="890697" y="2866843"/>
                </a:lnTo>
                <a:lnTo>
                  <a:pt x="890836" y="2867172"/>
                </a:lnTo>
                <a:lnTo>
                  <a:pt x="890964" y="2867506"/>
                </a:lnTo>
                <a:lnTo>
                  <a:pt x="891081" y="2867845"/>
                </a:lnTo>
                <a:lnTo>
                  <a:pt x="891187" y="2868189"/>
                </a:lnTo>
                <a:lnTo>
                  <a:pt x="891282" y="2868538"/>
                </a:lnTo>
                <a:lnTo>
                  <a:pt x="891366" y="2868893"/>
                </a:lnTo>
                <a:lnTo>
                  <a:pt x="891438" y="2869253"/>
                </a:lnTo>
                <a:lnTo>
                  <a:pt x="891500" y="2869619"/>
                </a:lnTo>
                <a:lnTo>
                  <a:pt x="891550" y="2869990"/>
                </a:lnTo>
                <a:lnTo>
                  <a:pt x="891589" y="2870366"/>
                </a:lnTo>
                <a:lnTo>
                  <a:pt x="891617" y="2870747"/>
                </a:lnTo>
                <a:lnTo>
                  <a:pt x="891633" y="2871133"/>
                </a:lnTo>
                <a:lnTo>
                  <a:pt x="891639" y="2871525"/>
                </a:lnTo>
                <a:lnTo>
                  <a:pt x="891633" y="2871931"/>
                </a:lnTo>
                <a:lnTo>
                  <a:pt x="891617" y="2872331"/>
                </a:lnTo>
                <a:lnTo>
                  <a:pt x="891589" y="2872725"/>
                </a:lnTo>
                <a:lnTo>
                  <a:pt x="891550" y="2873113"/>
                </a:lnTo>
                <a:lnTo>
                  <a:pt x="891500" y="2873495"/>
                </a:lnTo>
                <a:lnTo>
                  <a:pt x="891438" y="2873871"/>
                </a:lnTo>
                <a:lnTo>
                  <a:pt x="891366" y="2874242"/>
                </a:lnTo>
                <a:lnTo>
                  <a:pt x="891282" y="2874606"/>
                </a:lnTo>
                <a:lnTo>
                  <a:pt x="891187" y="2874965"/>
                </a:lnTo>
                <a:lnTo>
                  <a:pt x="891081" y="2875318"/>
                </a:lnTo>
                <a:lnTo>
                  <a:pt x="890964" y="2875665"/>
                </a:lnTo>
                <a:lnTo>
                  <a:pt x="890836" y="2876006"/>
                </a:lnTo>
                <a:lnTo>
                  <a:pt x="890697" y="2876341"/>
                </a:lnTo>
                <a:lnTo>
                  <a:pt x="890546" y="2876670"/>
                </a:lnTo>
                <a:lnTo>
                  <a:pt x="890384" y="2876994"/>
                </a:lnTo>
                <a:lnTo>
                  <a:pt x="890211" y="2877311"/>
                </a:lnTo>
                <a:lnTo>
                  <a:pt x="890027" y="2877623"/>
                </a:lnTo>
                <a:lnTo>
                  <a:pt x="889832" y="2877929"/>
                </a:lnTo>
                <a:lnTo>
                  <a:pt x="889626" y="2878229"/>
                </a:lnTo>
                <a:lnTo>
                  <a:pt x="889408" y="2878523"/>
                </a:lnTo>
                <a:lnTo>
                  <a:pt x="889180" y="2878811"/>
                </a:lnTo>
                <a:lnTo>
                  <a:pt x="888940" y="2879093"/>
                </a:lnTo>
                <a:lnTo>
                  <a:pt x="888689" y="2879370"/>
                </a:lnTo>
                <a:lnTo>
                  <a:pt x="888427" y="2879640"/>
                </a:lnTo>
                <a:lnTo>
                  <a:pt x="888154" y="2879916"/>
                </a:lnTo>
                <a:lnTo>
                  <a:pt x="887870" y="2880181"/>
                </a:lnTo>
                <a:lnTo>
                  <a:pt x="887576" y="2880433"/>
                </a:lnTo>
                <a:lnTo>
                  <a:pt x="887271" y="2880674"/>
                </a:lnTo>
                <a:lnTo>
                  <a:pt x="886956" y="2880903"/>
                </a:lnTo>
                <a:lnTo>
                  <a:pt x="886630" y="2881120"/>
                </a:lnTo>
                <a:lnTo>
                  <a:pt x="886294" y="2881325"/>
                </a:lnTo>
                <a:lnTo>
                  <a:pt x="885947" y="2881519"/>
                </a:lnTo>
                <a:lnTo>
                  <a:pt x="885590" y="2881701"/>
                </a:lnTo>
                <a:lnTo>
                  <a:pt x="885222" y="2881871"/>
                </a:lnTo>
                <a:lnTo>
                  <a:pt x="884843" y="2882030"/>
                </a:lnTo>
                <a:lnTo>
                  <a:pt x="884454" y="2882176"/>
                </a:lnTo>
                <a:lnTo>
                  <a:pt x="884054" y="2882311"/>
                </a:lnTo>
                <a:lnTo>
                  <a:pt x="883644" y="2882435"/>
                </a:lnTo>
                <a:lnTo>
                  <a:pt x="883223" y="2882546"/>
                </a:lnTo>
                <a:lnTo>
                  <a:pt x="882791" y="2882646"/>
                </a:lnTo>
                <a:lnTo>
                  <a:pt x="882349" y="2882734"/>
                </a:lnTo>
                <a:lnTo>
                  <a:pt x="881896" y="2882810"/>
                </a:lnTo>
                <a:lnTo>
                  <a:pt x="881433" y="2882875"/>
                </a:lnTo>
                <a:lnTo>
                  <a:pt x="880960" y="2882928"/>
                </a:lnTo>
                <a:lnTo>
                  <a:pt x="880475" y="2882969"/>
                </a:lnTo>
                <a:lnTo>
                  <a:pt x="879980" y="2882998"/>
                </a:lnTo>
                <a:lnTo>
                  <a:pt x="879475" y="2883016"/>
                </a:lnTo>
                <a:lnTo>
                  <a:pt x="878959" y="2883022"/>
                </a:lnTo>
                <a:lnTo>
                  <a:pt x="847005" y="2883022"/>
                </a:lnTo>
                <a:lnTo>
                  <a:pt x="846503" y="2883016"/>
                </a:lnTo>
                <a:lnTo>
                  <a:pt x="846011" y="2882998"/>
                </a:lnTo>
                <a:lnTo>
                  <a:pt x="845529" y="2882969"/>
                </a:lnTo>
                <a:lnTo>
                  <a:pt x="845056" y="2882928"/>
                </a:lnTo>
                <a:lnTo>
                  <a:pt x="844594" y="2882875"/>
                </a:lnTo>
                <a:lnTo>
                  <a:pt x="844142" y="2882810"/>
                </a:lnTo>
                <a:lnTo>
                  <a:pt x="843699" y="2882734"/>
                </a:lnTo>
                <a:lnTo>
                  <a:pt x="843267" y="2882646"/>
                </a:lnTo>
                <a:lnTo>
                  <a:pt x="842845" y="2882546"/>
                </a:lnTo>
                <a:close/>
                <a:moveTo>
                  <a:pt x="856404" y="2817506"/>
                </a:moveTo>
                <a:lnTo>
                  <a:pt x="855766" y="2817366"/>
                </a:lnTo>
                <a:lnTo>
                  <a:pt x="855141" y="2817212"/>
                </a:lnTo>
                <a:lnTo>
                  <a:pt x="854529" y="2817043"/>
                </a:lnTo>
                <a:lnTo>
                  <a:pt x="853929" y="2816860"/>
                </a:lnTo>
                <a:lnTo>
                  <a:pt x="853343" y="2816662"/>
                </a:lnTo>
                <a:lnTo>
                  <a:pt x="852769" y="2816449"/>
                </a:lnTo>
                <a:lnTo>
                  <a:pt x="852209" y="2816222"/>
                </a:lnTo>
                <a:lnTo>
                  <a:pt x="851661" y="2815979"/>
                </a:lnTo>
                <a:lnTo>
                  <a:pt x="851126" y="2815723"/>
                </a:lnTo>
                <a:lnTo>
                  <a:pt x="850604" y="2815451"/>
                </a:lnTo>
                <a:lnTo>
                  <a:pt x="850095" y="2815165"/>
                </a:lnTo>
                <a:lnTo>
                  <a:pt x="849599" y="2814864"/>
                </a:lnTo>
                <a:lnTo>
                  <a:pt x="849116" y="2814549"/>
                </a:lnTo>
                <a:lnTo>
                  <a:pt x="848646" y="2814218"/>
                </a:lnTo>
                <a:lnTo>
                  <a:pt x="848189" y="2813873"/>
                </a:lnTo>
                <a:lnTo>
                  <a:pt x="847761" y="2813501"/>
                </a:lnTo>
                <a:lnTo>
                  <a:pt x="847352" y="2813117"/>
                </a:lnTo>
                <a:lnTo>
                  <a:pt x="846960" y="2812722"/>
                </a:lnTo>
                <a:lnTo>
                  <a:pt x="846587" y="2812314"/>
                </a:lnTo>
                <a:lnTo>
                  <a:pt x="846232" y="2811895"/>
                </a:lnTo>
                <a:lnTo>
                  <a:pt x="845896" y="2811464"/>
                </a:lnTo>
                <a:lnTo>
                  <a:pt x="845577" y="2811022"/>
                </a:lnTo>
                <a:lnTo>
                  <a:pt x="845277" y="2810567"/>
                </a:lnTo>
                <a:lnTo>
                  <a:pt x="844995" y="2810101"/>
                </a:lnTo>
                <a:lnTo>
                  <a:pt x="844731" y="2809623"/>
                </a:lnTo>
                <a:lnTo>
                  <a:pt x="844485" y="2809134"/>
                </a:lnTo>
                <a:lnTo>
                  <a:pt x="844258" y="2808632"/>
                </a:lnTo>
                <a:lnTo>
                  <a:pt x="844049" y="2808119"/>
                </a:lnTo>
                <a:lnTo>
                  <a:pt x="843858" y="2807594"/>
                </a:lnTo>
                <a:lnTo>
                  <a:pt x="843685" y="2807058"/>
                </a:lnTo>
                <a:lnTo>
                  <a:pt x="843530" y="2806510"/>
                </a:lnTo>
                <a:lnTo>
                  <a:pt x="843394" y="2805950"/>
                </a:lnTo>
                <a:lnTo>
                  <a:pt x="843275" y="2805378"/>
                </a:lnTo>
                <a:lnTo>
                  <a:pt x="843175" y="2804794"/>
                </a:lnTo>
                <a:lnTo>
                  <a:pt x="843093" y="2804199"/>
                </a:lnTo>
                <a:lnTo>
                  <a:pt x="843030" y="2803592"/>
                </a:lnTo>
                <a:lnTo>
                  <a:pt x="842984" y="2802973"/>
                </a:lnTo>
                <a:lnTo>
                  <a:pt x="842957" y="2802343"/>
                </a:lnTo>
                <a:lnTo>
                  <a:pt x="842948" y="2801700"/>
                </a:lnTo>
                <a:lnTo>
                  <a:pt x="842957" y="2801045"/>
                </a:lnTo>
                <a:lnTo>
                  <a:pt x="842984" y="2800402"/>
                </a:lnTo>
                <a:lnTo>
                  <a:pt x="843030" y="2799772"/>
                </a:lnTo>
                <a:lnTo>
                  <a:pt x="843093" y="2799155"/>
                </a:lnTo>
                <a:lnTo>
                  <a:pt x="843175" y="2798551"/>
                </a:lnTo>
                <a:lnTo>
                  <a:pt x="843275" y="2797960"/>
                </a:lnTo>
                <a:lnTo>
                  <a:pt x="843394" y="2797382"/>
                </a:lnTo>
                <a:lnTo>
                  <a:pt x="843530" y="2796816"/>
                </a:lnTo>
                <a:lnTo>
                  <a:pt x="843685" y="2796264"/>
                </a:lnTo>
                <a:lnTo>
                  <a:pt x="843858" y="2795725"/>
                </a:lnTo>
                <a:lnTo>
                  <a:pt x="844049" y="2795198"/>
                </a:lnTo>
                <a:lnTo>
                  <a:pt x="844258" y="2794684"/>
                </a:lnTo>
                <a:lnTo>
                  <a:pt x="844485" y="2794184"/>
                </a:lnTo>
                <a:lnTo>
                  <a:pt x="844731" y="2793696"/>
                </a:lnTo>
                <a:lnTo>
                  <a:pt x="844995" y="2793221"/>
                </a:lnTo>
                <a:lnTo>
                  <a:pt x="845277" y="2792759"/>
                </a:lnTo>
                <a:lnTo>
                  <a:pt x="845577" y="2792310"/>
                </a:lnTo>
                <a:lnTo>
                  <a:pt x="845896" y="2791874"/>
                </a:lnTo>
                <a:lnTo>
                  <a:pt x="846232" y="2791450"/>
                </a:lnTo>
                <a:lnTo>
                  <a:pt x="846587" y="2791040"/>
                </a:lnTo>
                <a:lnTo>
                  <a:pt x="846960" y="2790643"/>
                </a:lnTo>
                <a:lnTo>
                  <a:pt x="847352" y="2790258"/>
                </a:lnTo>
                <a:lnTo>
                  <a:pt x="847761" y="2789886"/>
                </a:lnTo>
                <a:lnTo>
                  <a:pt x="848189" y="2789528"/>
                </a:lnTo>
                <a:lnTo>
                  <a:pt x="848646" y="2789183"/>
                </a:lnTo>
                <a:lnTo>
                  <a:pt x="849116" y="2788853"/>
                </a:lnTo>
                <a:lnTo>
                  <a:pt x="849599" y="2788537"/>
                </a:lnTo>
                <a:lnTo>
                  <a:pt x="850095" y="2788236"/>
                </a:lnTo>
                <a:lnTo>
                  <a:pt x="850604" y="2787950"/>
                </a:lnTo>
                <a:lnTo>
                  <a:pt x="851126" y="2787679"/>
                </a:lnTo>
                <a:lnTo>
                  <a:pt x="851661" y="2787422"/>
                </a:lnTo>
                <a:lnTo>
                  <a:pt x="852209" y="2787180"/>
                </a:lnTo>
                <a:lnTo>
                  <a:pt x="852769" y="2786952"/>
                </a:lnTo>
                <a:lnTo>
                  <a:pt x="853343" y="2786739"/>
                </a:lnTo>
                <a:lnTo>
                  <a:pt x="853929" y="2786541"/>
                </a:lnTo>
                <a:lnTo>
                  <a:pt x="854529" y="2786358"/>
                </a:lnTo>
                <a:lnTo>
                  <a:pt x="855141" y="2786189"/>
                </a:lnTo>
                <a:lnTo>
                  <a:pt x="855766" y="2786035"/>
                </a:lnTo>
                <a:lnTo>
                  <a:pt x="856404" y="2785895"/>
                </a:lnTo>
                <a:lnTo>
                  <a:pt x="857055" y="2785771"/>
                </a:lnTo>
                <a:lnTo>
                  <a:pt x="857719" y="2785661"/>
                </a:lnTo>
                <a:lnTo>
                  <a:pt x="858396" y="2785565"/>
                </a:lnTo>
                <a:lnTo>
                  <a:pt x="859086" y="2785485"/>
                </a:lnTo>
                <a:lnTo>
                  <a:pt x="859789" y="2785418"/>
                </a:lnTo>
                <a:lnTo>
                  <a:pt x="860504" y="2785367"/>
                </a:lnTo>
                <a:lnTo>
                  <a:pt x="861233" y="2785330"/>
                </a:lnTo>
                <a:lnTo>
                  <a:pt x="861974" y="2785308"/>
                </a:lnTo>
                <a:lnTo>
                  <a:pt x="862729" y="2785301"/>
                </a:lnTo>
                <a:lnTo>
                  <a:pt x="863496" y="2785308"/>
                </a:lnTo>
                <a:lnTo>
                  <a:pt x="864250" y="2785330"/>
                </a:lnTo>
                <a:lnTo>
                  <a:pt x="864990" y="2785367"/>
                </a:lnTo>
                <a:lnTo>
                  <a:pt x="865715" y="2785418"/>
                </a:lnTo>
                <a:lnTo>
                  <a:pt x="866427" y="2785485"/>
                </a:lnTo>
                <a:lnTo>
                  <a:pt x="867124" y="2785565"/>
                </a:lnTo>
                <a:lnTo>
                  <a:pt x="867808" y="2785661"/>
                </a:lnTo>
                <a:lnTo>
                  <a:pt x="868477" y="2785771"/>
                </a:lnTo>
                <a:lnTo>
                  <a:pt x="869132" y="2785895"/>
                </a:lnTo>
                <a:lnTo>
                  <a:pt x="869773" y="2786035"/>
                </a:lnTo>
                <a:lnTo>
                  <a:pt x="870400" y="2786189"/>
                </a:lnTo>
                <a:lnTo>
                  <a:pt x="871013" y="2786358"/>
                </a:lnTo>
                <a:lnTo>
                  <a:pt x="871612" y="2786541"/>
                </a:lnTo>
                <a:lnTo>
                  <a:pt x="872196" y="2786739"/>
                </a:lnTo>
                <a:lnTo>
                  <a:pt x="872767" y="2786952"/>
                </a:lnTo>
                <a:lnTo>
                  <a:pt x="873323" y="2787180"/>
                </a:lnTo>
                <a:lnTo>
                  <a:pt x="873866" y="2787422"/>
                </a:lnTo>
                <a:lnTo>
                  <a:pt x="874394" y="2787679"/>
                </a:lnTo>
                <a:lnTo>
                  <a:pt x="874908" y="2787950"/>
                </a:lnTo>
                <a:lnTo>
                  <a:pt x="875409" y="2788236"/>
                </a:lnTo>
                <a:lnTo>
                  <a:pt x="875895" y="2788537"/>
                </a:lnTo>
                <a:lnTo>
                  <a:pt x="876367" y="2788853"/>
                </a:lnTo>
                <a:lnTo>
                  <a:pt x="876824" y="2789183"/>
                </a:lnTo>
                <a:lnTo>
                  <a:pt x="877268" y="2789528"/>
                </a:lnTo>
                <a:lnTo>
                  <a:pt x="877696" y="2789886"/>
                </a:lnTo>
                <a:lnTo>
                  <a:pt x="878105" y="2790258"/>
                </a:lnTo>
                <a:lnTo>
                  <a:pt x="878497" y="2790643"/>
                </a:lnTo>
                <a:lnTo>
                  <a:pt x="878870" y="2791040"/>
                </a:lnTo>
                <a:lnTo>
                  <a:pt x="879225" y="2791450"/>
                </a:lnTo>
                <a:lnTo>
                  <a:pt x="879561" y="2791874"/>
                </a:lnTo>
                <a:lnTo>
                  <a:pt x="879880" y="2792310"/>
                </a:lnTo>
                <a:lnTo>
                  <a:pt x="880180" y="2792759"/>
                </a:lnTo>
                <a:lnTo>
                  <a:pt x="880462" y="2793221"/>
                </a:lnTo>
                <a:lnTo>
                  <a:pt x="880726" y="2793696"/>
                </a:lnTo>
                <a:lnTo>
                  <a:pt x="880972" y="2794184"/>
                </a:lnTo>
                <a:lnTo>
                  <a:pt x="881199" y="2794684"/>
                </a:lnTo>
                <a:lnTo>
                  <a:pt x="881408" y="2795198"/>
                </a:lnTo>
                <a:lnTo>
                  <a:pt x="881599" y="2795725"/>
                </a:lnTo>
                <a:lnTo>
                  <a:pt x="881772" y="2796264"/>
                </a:lnTo>
                <a:lnTo>
                  <a:pt x="881927" y="2796816"/>
                </a:lnTo>
                <a:lnTo>
                  <a:pt x="882064" y="2797382"/>
                </a:lnTo>
                <a:lnTo>
                  <a:pt x="882182" y="2797960"/>
                </a:lnTo>
                <a:lnTo>
                  <a:pt x="882282" y="2798551"/>
                </a:lnTo>
                <a:lnTo>
                  <a:pt x="882364" y="2799155"/>
                </a:lnTo>
                <a:lnTo>
                  <a:pt x="882428" y="2799772"/>
                </a:lnTo>
                <a:lnTo>
                  <a:pt x="882473" y="2800402"/>
                </a:lnTo>
                <a:lnTo>
                  <a:pt x="882500" y="2801045"/>
                </a:lnTo>
                <a:lnTo>
                  <a:pt x="882509" y="2801700"/>
                </a:lnTo>
                <a:lnTo>
                  <a:pt x="882500" y="2802343"/>
                </a:lnTo>
                <a:lnTo>
                  <a:pt x="882473" y="2802973"/>
                </a:lnTo>
                <a:lnTo>
                  <a:pt x="882428" y="2803592"/>
                </a:lnTo>
                <a:lnTo>
                  <a:pt x="882364" y="2804199"/>
                </a:lnTo>
                <a:lnTo>
                  <a:pt x="882282" y="2804794"/>
                </a:lnTo>
                <a:lnTo>
                  <a:pt x="882182" y="2805378"/>
                </a:lnTo>
                <a:lnTo>
                  <a:pt x="882064" y="2805950"/>
                </a:lnTo>
                <a:lnTo>
                  <a:pt x="881927" y="2806510"/>
                </a:lnTo>
                <a:lnTo>
                  <a:pt x="881772" y="2807058"/>
                </a:lnTo>
                <a:lnTo>
                  <a:pt x="881599" y="2807594"/>
                </a:lnTo>
                <a:lnTo>
                  <a:pt x="881408" y="2808119"/>
                </a:lnTo>
                <a:lnTo>
                  <a:pt x="881199" y="2808632"/>
                </a:lnTo>
                <a:lnTo>
                  <a:pt x="880972" y="2809134"/>
                </a:lnTo>
                <a:lnTo>
                  <a:pt x="880726" y="2809623"/>
                </a:lnTo>
                <a:lnTo>
                  <a:pt x="880462" y="2810101"/>
                </a:lnTo>
                <a:lnTo>
                  <a:pt x="880180" y="2810567"/>
                </a:lnTo>
                <a:lnTo>
                  <a:pt x="879880" y="2811022"/>
                </a:lnTo>
                <a:lnTo>
                  <a:pt x="879561" y="2811464"/>
                </a:lnTo>
                <a:lnTo>
                  <a:pt x="879225" y="2811895"/>
                </a:lnTo>
                <a:lnTo>
                  <a:pt x="878870" y="2812314"/>
                </a:lnTo>
                <a:lnTo>
                  <a:pt x="878497" y="2812722"/>
                </a:lnTo>
                <a:lnTo>
                  <a:pt x="878105" y="2813117"/>
                </a:lnTo>
                <a:lnTo>
                  <a:pt x="877696" y="2813501"/>
                </a:lnTo>
                <a:lnTo>
                  <a:pt x="877268" y="2813873"/>
                </a:lnTo>
                <a:lnTo>
                  <a:pt x="876824" y="2814218"/>
                </a:lnTo>
                <a:lnTo>
                  <a:pt x="876367" y="2814549"/>
                </a:lnTo>
                <a:lnTo>
                  <a:pt x="875895" y="2814864"/>
                </a:lnTo>
                <a:lnTo>
                  <a:pt x="875409" y="2815165"/>
                </a:lnTo>
                <a:lnTo>
                  <a:pt x="874908" y="2815451"/>
                </a:lnTo>
                <a:lnTo>
                  <a:pt x="874394" y="2815723"/>
                </a:lnTo>
                <a:lnTo>
                  <a:pt x="873866" y="2815979"/>
                </a:lnTo>
                <a:lnTo>
                  <a:pt x="873323" y="2816222"/>
                </a:lnTo>
                <a:lnTo>
                  <a:pt x="872767" y="2816449"/>
                </a:lnTo>
                <a:lnTo>
                  <a:pt x="872196" y="2816662"/>
                </a:lnTo>
                <a:lnTo>
                  <a:pt x="871612" y="2816860"/>
                </a:lnTo>
                <a:lnTo>
                  <a:pt x="871013" y="2817043"/>
                </a:lnTo>
                <a:lnTo>
                  <a:pt x="870400" y="2817212"/>
                </a:lnTo>
                <a:lnTo>
                  <a:pt x="869773" y="2817366"/>
                </a:lnTo>
                <a:lnTo>
                  <a:pt x="869132" y="2817506"/>
                </a:lnTo>
                <a:lnTo>
                  <a:pt x="868477" y="2817631"/>
                </a:lnTo>
                <a:lnTo>
                  <a:pt x="867808" y="2817741"/>
                </a:lnTo>
                <a:lnTo>
                  <a:pt x="867124" y="2817836"/>
                </a:lnTo>
                <a:lnTo>
                  <a:pt x="866427" y="2817917"/>
                </a:lnTo>
                <a:lnTo>
                  <a:pt x="865715" y="2817983"/>
                </a:lnTo>
                <a:lnTo>
                  <a:pt x="864990" y="2818034"/>
                </a:lnTo>
                <a:lnTo>
                  <a:pt x="864250" y="2818071"/>
                </a:lnTo>
                <a:lnTo>
                  <a:pt x="863496" y="2818093"/>
                </a:lnTo>
                <a:lnTo>
                  <a:pt x="862729" y="2818100"/>
                </a:lnTo>
                <a:lnTo>
                  <a:pt x="861974" y="2818093"/>
                </a:lnTo>
                <a:lnTo>
                  <a:pt x="861233" y="2818071"/>
                </a:lnTo>
                <a:lnTo>
                  <a:pt x="860504" y="2818034"/>
                </a:lnTo>
                <a:lnTo>
                  <a:pt x="859789" y="2817983"/>
                </a:lnTo>
                <a:lnTo>
                  <a:pt x="859086" y="2817917"/>
                </a:lnTo>
                <a:lnTo>
                  <a:pt x="858396" y="2817836"/>
                </a:lnTo>
                <a:lnTo>
                  <a:pt x="857719" y="2817741"/>
                </a:lnTo>
                <a:lnTo>
                  <a:pt x="857055" y="2817631"/>
                </a:lnTo>
                <a:lnTo>
                  <a:pt x="856404" y="2817506"/>
                </a:lnTo>
                <a:close/>
                <a:moveTo>
                  <a:pt x="577372" y="3020420"/>
                </a:moveTo>
                <a:lnTo>
                  <a:pt x="577372" y="2995567"/>
                </a:lnTo>
                <a:lnTo>
                  <a:pt x="562832" y="2995567"/>
                </a:lnTo>
                <a:lnTo>
                  <a:pt x="562832" y="3020420"/>
                </a:lnTo>
                <a:lnTo>
                  <a:pt x="566721" y="3042568"/>
                </a:lnTo>
                <a:lnTo>
                  <a:pt x="573484" y="3042568"/>
                </a:lnTo>
                <a:lnTo>
                  <a:pt x="577372" y="3020420"/>
                </a:lnTo>
                <a:close/>
                <a:moveTo>
                  <a:pt x="658754" y="3112739"/>
                </a:moveTo>
                <a:lnTo>
                  <a:pt x="659454" y="3112622"/>
                </a:lnTo>
                <a:lnTo>
                  <a:pt x="660144" y="3112492"/>
                </a:lnTo>
                <a:lnTo>
                  <a:pt x="660825" y="3112350"/>
                </a:lnTo>
                <a:lnTo>
                  <a:pt x="661497" y="3112196"/>
                </a:lnTo>
                <a:lnTo>
                  <a:pt x="662159" y="3112030"/>
                </a:lnTo>
                <a:lnTo>
                  <a:pt x="662812" y="3111851"/>
                </a:lnTo>
                <a:lnTo>
                  <a:pt x="663455" y="3111660"/>
                </a:lnTo>
                <a:lnTo>
                  <a:pt x="664089" y="3111457"/>
                </a:lnTo>
                <a:lnTo>
                  <a:pt x="664714" y="3111241"/>
                </a:lnTo>
                <a:lnTo>
                  <a:pt x="665329" y="3111013"/>
                </a:lnTo>
                <a:lnTo>
                  <a:pt x="665935" y="3110772"/>
                </a:lnTo>
                <a:lnTo>
                  <a:pt x="666531" y="3110520"/>
                </a:lnTo>
                <a:lnTo>
                  <a:pt x="667118" y="3110255"/>
                </a:lnTo>
                <a:lnTo>
                  <a:pt x="667696" y="3109977"/>
                </a:lnTo>
                <a:lnTo>
                  <a:pt x="668264" y="3109687"/>
                </a:lnTo>
                <a:lnTo>
                  <a:pt x="668823" y="3109372"/>
                </a:lnTo>
                <a:lnTo>
                  <a:pt x="669370" y="3109046"/>
                </a:lnTo>
                <a:lnTo>
                  <a:pt x="669907" y="3108710"/>
                </a:lnTo>
                <a:lnTo>
                  <a:pt x="670434" y="3108363"/>
                </a:lnTo>
                <a:lnTo>
                  <a:pt x="670950" y="3108006"/>
                </a:lnTo>
                <a:lnTo>
                  <a:pt x="671455" y="3107638"/>
                </a:lnTo>
                <a:lnTo>
                  <a:pt x="671950" y="3107259"/>
                </a:lnTo>
                <a:lnTo>
                  <a:pt x="672435" y="3106870"/>
                </a:lnTo>
                <a:lnTo>
                  <a:pt x="672908" y="3106470"/>
                </a:lnTo>
                <a:lnTo>
                  <a:pt x="673372" y="3106060"/>
                </a:lnTo>
                <a:lnTo>
                  <a:pt x="673824" y="3105639"/>
                </a:lnTo>
                <a:lnTo>
                  <a:pt x="674266" y="3105207"/>
                </a:lnTo>
                <a:lnTo>
                  <a:pt x="674698" y="3104765"/>
                </a:lnTo>
                <a:lnTo>
                  <a:pt x="675119" y="3104313"/>
                </a:lnTo>
                <a:lnTo>
                  <a:pt x="675529" y="3103849"/>
                </a:lnTo>
                <a:lnTo>
                  <a:pt x="675929" y="3103376"/>
                </a:lnTo>
                <a:lnTo>
                  <a:pt x="676318" y="3102891"/>
                </a:lnTo>
                <a:lnTo>
                  <a:pt x="676697" y="3102397"/>
                </a:lnTo>
                <a:lnTo>
                  <a:pt x="677065" y="3101891"/>
                </a:lnTo>
                <a:lnTo>
                  <a:pt x="677422" y="3101375"/>
                </a:lnTo>
                <a:lnTo>
                  <a:pt x="677769" y="3100849"/>
                </a:lnTo>
                <a:lnTo>
                  <a:pt x="678105" y="3100311"/>
                </a:lnTo>
                <a:lnTo>
                  <a:pt x="678431" y="3099764"/>
                </a:lnTo>
                <a:lnTo>
                  <a:pt x="678747" y="3099205"/>
                </a:lnTo>
                <a:lnTo>
                  <a:pt x="680606" y="3111547"/>
                </a:lnTo>
                <a:lnTo>
                  <a:pt x="694301" y="3111547"/>
                </a:lnTo>
                <a:lnTo>
                  <a:pt x="694301" y="2989819"/>
                </a:lnTo>
                <a:lnTo>
                  <a:pt x="677394" y="2989819"/>
                </a:lnTo>
                <a:lnTo>
                  <a:pt x="677394" y="3035129"/>
                </a:lnTo>
                <a:lnTo>
                  <a:pt x="677093" y="3034682"/>
                </a:lnTo>
                <a:lnTo>
                  <a:pt x="676782" y="3034244"/>
                </a:lnTo>
                <a:lnTo>
                  <a:pt x="676461" y="3033813"/>
                </a:lnTo>
                <a:lnTo>
                  <a:pt x="676131" y="3033391"/>
                </a:lnTo>
                <a:lnTo>
                  <a:pt x="675790" y="3032977"/>
                </a:lnTo>
                <a:lnTo>
                  <a:pt x="675439" y="3032572"/>
                </a:lnTo>
                <a:lnTo>
                  <a:pt x="675078" y="3032174"/>
                </a:lnTo>
                <a:lnTo>
                  <a:pt x="674708" y="3031785"/>
                </a:lnTo>
                <a:lnTo>
                  <a:pt x="674327" y="3031404"/>
                </a:lnTo>
                <a:lnTo>
                  <a:pt x="673936" y="3031031"/>
                </a:lnTo>
                <a:lnTo>
                  <a:pt x="673536" y="3030667"/>
                </a:lnTo>
                <a:lnTo>
                  <a:pt x="673125" y="3030310"/>
                </a:lnTo>
                <a:lnTo>
                  <a:pt x="672704" y="3029962"/>
                </a:lnTo>
                <a:lnTo>
                  <a:pt x="672274" y="3029622"/>
                </a:lnTo>
                <a:lnTo>
                  <a:pt x="671833" y="3029291"/>
                </a:lnTo>
                <a:lnTo>
                  <a:pt x="671383" y="3028967"/>
                </a:lnTo>
                <a:lnTo>
                  <a:pt x="670922" y="3028652"/>
                </a:lnTo>
                <a:lnTo>
                  <a:pt x="670452" y="3028345"/>
                </a:lnTo>
                <a:lnTo>
                  <a:pt x="669971" y="3028046"/>
                </a:lnTo>
                <a:lnTo>
                  <a:pt x="669481" y="3027756"/>
                </a:lnTo>
                <a:lnTo>
                  <a:pt x="668980" y="3027473"/>
                </a:lnTo>
                <a:lnTo>
                  <a:pt x="668470" y="3027199"/>
                </a:lnTo>
                <a:lnTo>
                  <a:pt x="667949" y="3026933"/>
                </a:lnTo>
                <a:lnTo>
                  <a:pt x="667419" y="3026676"/>
                </a:lnTo>
                <a:lnTo>
                  <a:pt x="666880" y="3026414"/>
                </a:lnTo>
                <a:lnTo>
                  <a:pt x="666333" y="3026163"/>
                </a:lnTo>
                <a:lnTo>
                  <a:pt x="665779" y="3025923"/>
                </a:lnTo>
                <a:lnTo>
                  <a:pt x="665216" y="3025694"/>
                </a:lnTo>
                <a:lnTo>
                  <a:pt x="664647" y="3025477"/>
                </a:lnTo>
                <a:lnTo>
                  <a:pt x="664069" y="3025270"/>
                </a:lnTo>
                <a:lnTo>
                  <a:pt x="663484" y="3025075"/>
                </a:lnTo>
                <a:lnTo>
                  <a:pt x="662892" y="3024891"/>
                </a:lnTo>
                <a:lnTo>
                  <a:pt x="662292" y="3024718"/>
                </a:lnTo>
                <a:lnTo>
                  <a:pt x="661684" y="3024556"/>
                </a:lnTo>
                <a:lnTo>
                  <a:pt x="661068" y="3024406"/>
                </a:lnTo>
                <a:lnTo>
                  <a:pt x="660445" y="3024266"/>
                </a:lnTo>
                <a:lnTo>
                  <a:pt x="659814" y="3024138"/>
                </a:lnTo>
                <a:lnTo>
                  <a:pt x="659176" y="3024021"/>
                </a:lnTo>
                <a:lnTo>
                  <a:pt x="658530" y="3023915"/>
                </a:lnTo>
                <a:lnTo>
                  <a:pt x="657876" y="3023820"/>
                </a:lnTo>
                <a:lnTo>
                  <a:pt x="657215" y="3023737"/>
                </a:lnTo>
                <a:lnTo>
                  <a:pt x="656546" y="3023664"/>
                </a:lnTo>
                <a:lnTo>
                  <a:pt x="655869" y="3023603"/>
                </a:lnTo>
                <a:lnTo>
                  <a:pt x="655185" y="3023553"/>
                </a:lnTo>
                <a:lnTo>
                  <a:pt x="654493" y="3023514"/>
                </a:lnTo>
                <a:lnTo>
                  <a:pt x="653794" y="3023486"/>
                </a:lnTo>
                <a:lnTo>
                  <a:pt x="653087" y="3023469"/>
                </a:lnTo>
                <a:lnTo>
                  <a:pt x="652372" y="3023463"/>
                </a:lnTo>
                <a:lnTo>
                  <a:pt x="651572" y="3023472"/>
                </a:lnTo>
                <a:lnTo>
                  <a:pt x="650778" y="3023499"/>
                </a:lnTo>
                <a:lnTo>
                  <a:pt x="649989" y="3023543"/>
                </a:lnTo>
                <a:lnTo>
                  <a:pt x="649207" y="3023604"/>
                </a:lnTo>
                <a:lnTo>
                  <a:pt x="648430" y="3023684"/>
                </a:lnTo>
                <a:lnTo>
                  <a:pt x="647659" y="3023780"/>
                </a:lnTo>
                <a:lnTo>
                  <a:pt x="646894" y="3023895"/>
                </a:lnTo>
                <a:lnTo>
                  <a:pt x="646135" y="3024027"/>
                </a:lnTo>
                <a:lnTo>
                  <a:pt x="645382" y="3024177"/>
                </a:lnTo>
                <a:lnTo>
                  <a:pt x="644635" y="3024344"/>
                </a:lnTo>
                <a:lnTo>
                  <a:pt x="643893" y="3024529"/>
                </a:lnTo>
                <a:lnTo>
                  <a:pt x="643158" y="3024731"/>
                </a:lnTo>
                <a:lnTo>
                  <a:pt x="642428" y="3024952"/>
                </a:lnTo>
                <a:lnTo>
                  <a:pt x="641704" y="3025189"/>
                </a:lnTo>
                <a:lnTo>
                  <a:pt x="640986" y="3025445"/>
                </a:lnTo>
                <a:lnTo>
                  <a:pt x="640274" y="3025718"/>
                </a:lnTo>
                <a:lnTo>
                  <a:pt x="639568" y="3026008"/>
                </a:lnTo>
                <a:lnTo>
                  <a:pt x="638868" y="3026316"/>
                </a:lnTo>
                <a:lnTo>
                  <a:pt x="638173" y="3026642"/>
                </a:lnTo>
                <a:lnTo>
                  <a:pt x="637485" y="3026986"/>
                </a:lnTo>
                <a:lnTo>
                  <a:pt x="636802" y="3027347"/>
                </a:lnTo>
                <a:lnTo>
                  <a:pt x="636125" y="3027725"/>
                </a:lnTo>
                <a:lnTo>
                  <a:pt x="635454" y="3028121"/>
                </a:lnTo>
                <a:lnTo>
                  <a:pt x="634789" y="3028535"/>
                </a:lnTo>
                <a:lnTo>
                  <a:pt x="634147" y="3028966"/>
                </a:lnTo>
                <a:lnTo>
                  <a:pt x="633515" y="3029415"/>
                </a:lnTo>
                <a:lnTo>
                  <a:pt x="632895" y="3029880"/>
                </a:lnTo>
                <a:lnTo>
                  <a:pt x="632286" y="3030362"/>
                </a:lnTo>
                <a:lnTo>
                  <a:pt x="631688" y="3030861"/>
                </a:lnTo>
                <a:lnTo>
                  <a:pt x="631101" y="3031378"/>
                </a:lnTo>
                <a:lnTo>
                  <a:pt x="630526" y="3031911"/>
                </a:lnTo>
                <a:lnTo>
                  <a:pt x="629961" y="3032461"/>
                </a:lnTo>
                <a:lnTo>
                  <a:pt x="629408" y="3033029"/>
                </a:lnTo>
                <a:lnTo>
                  <a:pt x="628866" y="3033613"/>
                </a:lnTo>
                <a:lnTo>
                  <a:pt x="628335" y="3034215"/>
                </a:lnTo>
                <a:lnTo>
                  <a:pt x="627815" y="3034833"/>
                </a:lnTo>
                <a:lnTo>
                  <a:pt x="627306" y="3035468"/>
                </a:lnTo>
                <a:lnTo>
                  <a:pt x="626809" y="3036121"/>
                </a:lnTo>
                <a:lnTo>
                  <a:pt x="626322" y="3036790"/>
                </a:lnTo>
                <a:lnTo>
                  <a:pt x="625847" y="3037477"/>
                </a:lnTo>
                <a:lnTo>
                  <a:pt x="625383" y="3038181"/>
                </a:lnTo>
                <a:lnTo>
                  <a:pt x="624930" y="3038901"/>
                </a:lnTo>
                <a:lnTo>
                  <a:pt x="624489" y="3039639"/>
                </a:lnTo>
                <a:lnTo>
                  <a:pt x="624058" y="3040393"/>
                </a:lnTo>
                <a:lnTo>
                  <a:pt x="623639" y="3041165"/>
                </a:lnTo>
                <a:lnTo>
                  <a:pt x="623230" y="3041954"/>
                </a:lnTo>
                <a:lnTo>
                  <a:pt x="622833" y="3042760"/>
                </a:lnTo>
                <a:lnTo>
                  <a:pt x="622447" y="3043582"/>
                </a:lnTo>
                <a:lnTo>
                  <a:pt x="622075" y="3044421"/>
                </a:lnTo>
                <a:lnTo>
                  <a:pt x="621718" y="3045275"/>
                </a:lnTo>
                <a:lnTo>
                  <a:pt x="621377" y="3046145"/>
                </a:lnTo>
                <a:lnTo>
                  <a:pt x="621052" y="3047029"/>
                </a:lnTo>
                <a:lnTo>
                  <a:pt x="620743" y="3047929"/>
                </a:lnTo>
                <a:lnTo>
                  <a:pt x="620450" y="3048845"/>
                </a:lnTo>
                <a:lnTo>
                  <a:pt x="620173" y="3049775"/>
                </a:lnTo>
                <a:lnTo>
                  <a:pt x="619911" y="3050721"/>
                </a:lnTo>
                <a:lnTo>
                  <a:pt x="619665" y="3051682"/>
                </a:lnTo>
                <a:lnTo>
                  <a:pt x="619436" y="3052658"/>
                </a:lnTo>
                <a:lnTo>
                  <a:pt x="619222" y="3053649"/>
                </a:lnTo>
                <a:lnTo>
                  <a:pt x="619024" y="3054656"/>
                </a:lnTo>
                <a:lnTo>
                  <a:pt x="618841" y="3055678"/>
                </a:lnTo>
                <a:lnTo>
                  <a:pt x="618675" y="3056716"/>
                </a:lnTo>
                <a:lnTo>
                  <a:pt x="618524" y="3057768"/>
                </a:lnTo>
                <a:lnTo>
                  <a:pt x="618390" y="3058836"/>
                </a:lnTo>
                <a:lnTo>
                  <a:pt x="618271" y="3059919"/>
                </a:lnTo>
                <a:lnTo>
                  <a:pt x="618168" y="3061017"/>
                </a:lnTo>
                <a:lnTo>
                  <a:pt x="618080" y="3062131"/>
                </a:lnTo>
                <a:lnTo>
                  <a:pt x="618009" y="3063260"/>
                </a:lnTo>
                <a:lnTo>
                  <a:pt x="617954" y="3064404"/>
                </a:lnTo>
                <a:lnTo>
                  <a:pt x="617914" y="3065563"/>
                </a:lnTo>
                <a:lnTo>
                  <a:pt x="617890" y="3066738"/>
                </a:lnTo>
                <a:lnTo>
                  <a:pt x="617882" y="3067928"/>
                </a:lnTo>
                <a:lnTo>
                  <a:pt x="617882" y="3069788"/>
                </a:lnTo>
                <a:lnTo>
                  <a:pt x="617890" y="3071060"/>
                </a:lnTo>
                <a:lnTo>
                  <a:pt x="617914" y="3072312"/>
                </a:lnTo>
                <a:lnTo>
                  <a:pt x="617954" y="3073544"/>
                </a:lnTo>
                <a:lnTo>
                  <a:pt x="618009" y="3074757"/>
                </a:lnTo>
                <a:lnTo>
                  <a:pt x="618080" y="3075949"/>
                </a:lnTo>
                <a:lnTo>
                  <a:pt x="618168" y="3077121"/>
                </a:lnTo>
                <a:lnTo>
                  <a:pt x="618271" y="3078273"/>
                </a:lnTo>
                <a:lnTo>
                  <a:pt x="618390" y="3079406"/>
                </a:lnTo>
                <a:lnTo>
                  <a:pt x="618524" y="3080518"/>
                </a:lnTo>
                <a:lnTo>
                  <a:pt x="618675" y="3081611"/>
                </a:lnTo>
                <a:lnTo>
                  <a:pt x="618841" y="3082683"/>
                </a:lnTo>
                <a:lnTo>
                  <a:pt x="619024" y="3083736"/>
                </a:lnTo>
                <a:lnTo>
                  <a:pt x="619222" y="3084768"/>
                </a:lnTo>
                <a:lnTo>
                  <a:pt x="619436" y="3085781"/>
                </a:lnTo>
                <a:lnTo>
                  <a:pt x="619665" y="3086774"/>
                </a:lnTo>
                <a:lnTo>
                  <a:pt x="619911" y="3087746"/>
                </a:lnTo>
                <a:lnTo>
                  <a:pt x="620173" y="3088699"/>
                </a:lnTo>
                <a:lnTo>
                  <a:pt x="620450" y="3089632"/>
                </a:lnTo>
                <a:lnTo>
                  <a:pt x="620743" y="3090545"/>
                </a:lnTo>
                <a:lnTo>
                  <a:pt x="621052" y="3091438"/>
                </a:lnTo>
                <a:lnTo>
                  <a:pt x="621377" y="3092311"/>
                </a:lnTo>
                <a:lnTo>
                  <a:pt x="621718" y="3093164"/>
                </a:lnTo>
                <a:lnTo>
                  <a:pt x="622075" y="3093997"/>
                </a:lnTo>
                <a:lnTo>
                  <a:pt x="622447" y="3094810"/>
                </a:lnTo>
                <a:lnTo>
                  <a:pt x="622847" y="3095590"/>
                </a:lnTo>
                <a:lnTo>
                  <a:pt x="623257" y="3096353"/>
                </a:lnTo>
                <a:lnTo>
                  <a:pt x="623678" y="3097100"/>
                </a:lnTo>
                <a:lnTo>
                  <a:pt x="624110" y="3097829"/>
                </a:lnTo>
                <a:lnTo>
                  <a:pt x="624552" y="3098542"/>
                </a:lnTo>
                <a:lnTo>
                  <a:pt x="625004" y="3099237"/>
                </a:lnTo>
                <a:lnTo>
                  <a:pt x="625467" y="3099915"/>
                </a:lnTo>
                <a:lnTo>
                  <a:pt x="625941" y="3100577"/>
                </a:lnTo>
                <a:lnTo>
                  <a:pt x="626425" y="3101221"/>
                </a:lnTo>
                <a:lnTo>
                  <a:pt x="626920" y="3101848"/>
                </a:lnTo>
                <a:lnTo>
                  <a:pt x="627426" y="3102458"/>
                </a:lnTo>
                <a:lnTo>
                  <a:pt x="627942" y="3103052"/>
                </a:lnTo>
                <a:lnTo>
                  <a:pt x="628468" y="3103628"/>
                </a:lnTo>
                <a:lnTo>
                  <a:pt x="629006" y="3104187"/>
                </a:lnTo>
                <a:lnTo>
                  <a:pt x="629553" y="3104729"/>
                </a:lnTo>
                <a:lnTo>
                  <a:pt x="630111" y="3105254"/>
                </a:lnTo>
                <a:lnTo>
                  <a:pt x="630680" y="3105762"/>
                </a:lnTo>
                <a:lnTo>
                  <a:pt x="631260" y="3106253"/>
                </a:lnTo>
                <a:lnTo>
                  <a:pt x="631850" y="3106727"/>
                </a:lnTo>
                <a:lnTo>
                  <a:pt x="632450" y="3107185"/>
                </a:lnTo>
                <a:lnTo>
                  <a:pt x="633061" y="3107624"/>
                </a:lnTo>
                <a:lnTo>
                  <a:pt x="633683" y="3108047"/>
                </a:lnTo>
                <a:lnTo>
                  <a:pt x="634315" y="3108453"/>
                </a:lnTo>
                <a:lnTo>
                  <a:pt x="634958" y="3108842"/>
                </a:lnTo>
                <a:lnTo>
                  <a:pt x="635609" y="3109201"/>
                </a:lnTo>
                <a:lnTo>
                  <a:pt x="636265" y="3109544"/>
                </a:lnTo>
                <a:lnTo>
                  <a:pt x="636926" y="3109873"/>
                </a:lnTo>
                <a:lnTo>
                  <a:pt x="637593" y="3110185"/>
                </a:lnTo>
                <a:lnTo>
                  <a:pt x="638265" y="3110483"/>
                </a:lnTo>
                <a:lnTo>
                  <a:pt x="638942" y="3110765"/>
                </a:lnTo>
                <a:lnTo>
                  <a:pt x="639624" y="3111032"/>
                </a:lnTo>
                <a:lnTo>
                  <a:pt x="640312" y="3111284"/>
                </a:lnTo>
                <a:lnTo>
                  <a:pt x="641005" y="3111521"/>
                </a:lnTo>
                <a:lnTo>
                  <a:pt x="641703" y="3111742"/>
                </a:lnTo>
                <a:lnTo>
                  <a:pt x="642407" y="3111948"/>
                </a:lnTo>
                <a:lnTo>
                  <a:pt x="643116" y="3112139"/>
                </a:lnTo>
                <a:lnTo>
                  <a:pt x="643830" y="3112315"/>
                </a:lnTo>
                <a:lnTo>
                  <a:pt x="644549" y="3112475"/>
                </a:lnTo>
                <a:lnTo>
                  <a:pt x="645274" y="3112620"/>
                </a:lnTo>
                <a:lnTo>
                  <a:pt x="646004" y="3112750"/>
                </a:lnTo>
                <a:lnTo>
                  <a:pt x="646739" y="3112864"/>
                </a:lnTo>
                <a:lnTo>
                  <a:pt x="647480" y="3112963"/>
                </a:lnTo>
                <a:lnTo>
                  <a:pt x="648225" y="3113047"/>
                </a:lnTo>
                <a:lnTo>
                  <a:pt x="648977" y="3113116"/>
                </a:lnTo>
                <a:lnTo>
                  <a:pt x="649733" y="3113169"/>
                </a:lnTo>
                <a:lnTo>
                  <a:pt x="650495" y="3113207"/>
                </a:lnTo>
                <a:lnTo>
                  <a:pt x="651262" y="3113230"/>
                </a:lnTo>
                <a:lnTo>
                  <a:pt x="652034" y="3113238"/>
                </a:lnTo>
                <a:lnTo>
                  <a:pt x="652818" y="3113232"/>
                </a:lnTo>
                <a:lnTo>
                  <a:pt x="653593" y="3113213"/>
                </a:lnTo>
                <a:lnTo>
                  <a:pt x="654359" y="3113183"/>
                </a:lnTo>
                <a:lnTo>
                  <a:pt x="655115" y="3113139"/>
                </a:lnTo>
                <a:lnTo>
                  <a:pt x="655861" y="3113084"/>
                </a:lnTo>
                <a:lnTo>
                  <a:pt x="656599" y="3113016"/>
                </a:lnTo>
                <a:lnTo>
                  <a:pt x="657327" y="3112936"/>
                </a:lnTo>
                <a:lnTo>
                  <a:pt x="658045" y="3112843"/>
                </a:lnTo>
                <a:lnTo>
                  <a:pt x="658754" y="3112739"/>
                </a:lnTo>
                <a:close/>
                <a:moveTo>
                  <a:pt x="649569" y="3100090"/>
                </a:moveTo>
                <a:lnTo>
                  <a:pt x="648900" y="3099862"/>
                </a:lnTo>
                <a:lnTo>
                  <a:pt x="648242" y="3099609"/>
                </a:lnTo>
                <a:lnTo>
                  <a:pt x="647596" y="3099332"/>
                </a:lnTo>
                <a:lnTo>
                  <a:pt x="646960" y="3099031"/>
                </a:lnTo>
                <a:lnTo>
                  <a:pt x="646336" y="3098706"/>
                </a:lnTo>
                <a:lnTo>
                  <a:pt x="645723" y="3098357"/>
                </a:lnTo>
                <a:lnTo>
                  <a:pt x="645121" y="3097984"/>
                </a:lnTo>
                <a:lnTo>
                  <a:pt x="644530" y="3097587"/>
                </a:lnTo>
                <a:lnTo>
                  <a:pt x="643950" y="3097166"/>
                </a:lnTo>
                <a:lnTo>
                  <a:pt x="643382" y="3096721"/>
                </a:lnTo>
                <a:lnTo>
                  <a:pt x="642824" y="3096251"/>
                </a:lnTo>
                <a:lnTo>
                  <a:pt x="642278" y="3095758"/>
                </a:lnTo>
                <a:lnTo>
                  <a:pt x="641743" y="3095240"/>
                </a:lnTo>
                <a:lnTo>
                  <a:pt x="641219" y="3094699"/>
                </a:lnTo>
                <a:lnTo>
                  <a:pt x="640706" y="3094133"/>
                </a:lnTo>
                <a:lnTo>
                  <a:pt x="640224" y="3093543"/>
                </a:lnTo>
                <a:lnTo>
                  <a:pt x="639761" y="3092926"/>
                </a:lnTo>
                <a:lnTo>
                  <a:pt x="639320" y="3092284"/>
                </a:lnTo>
                <a:lnTo>
                  <a:pt x="638898" y="3091616"/>
                </a:lnTo>
                <a:lnTo>
                  <a:pt x="638498" y="3090922"/>
                </a:lnTo>
                <a:lnTo>
                  <a:pt x="638118" y="3090203"/>
                </a:lnTo>
                <a:lnTo>
                  <a:pt x="637758" y="3089457"/>
                </a:lnTo>
                <a:lnTo>
                  <a:pt x="637419" y="3088686"/>
                </a:lnTo>
                <a:lnTo>
                  <a:pt x="637101" y="3087889"/>
                </a:lnTo>
                <a:lnTo>
                  <a:pt x="636803" y="3087066"/>
                </a:lnTo>
                <a:lnTo>
                  <a:pt x="636525" y="3086217"/>
                </a:lnTo>
                <a:lnTo>
                  <a:pt x="636268" y="3085342"/>
                </a:lnTo>
                <a:lnTo>
                  <a:pt x="636032" y="3084441"/>
                </a:lnTo>
                <a:lnTo>
                  <a:pt x="635816" y="3083515"/>
                </a:lnTo>
                <a:lnTo>
                  <a:pt x="635621" y="3082563"/>
                </a:lnTo>
                <a:lnTo>
                  <a:pt x="635447" y="3081585"/>
                </a:lnTo>
                <a:lnTo>
                  <a:pt x="635292" y="3080581"/>
                </a:lnTo>
                <a:lnTo>
                  <a:pt x="635159" y="3079551"/>
                </a:lnTo>
                <a:lnTo>
                  <a:pt x="635046" y="3078496"/>
                </a:lnTo>
                <a:lnTo>
                  <a:pt x="634953" y="3077414"/>
                </a:lnTo>
                <a:lnTo>
                  <a:pt x="634882" y="3076307"/>
                </a:lnTo>
                <a:lnTo>
                  <a:pt x="634830" y="3075174"/>
                </a:lnTo>
                <a:lnTo>
                  <a:pt x="634799" y="3074015"/>
                </a:lnTo>
                <a:lnTo>
                  <a:pt x="634789" y="3072831"/>
                </a:lnTo>
                <a:lnTo>
                  <a:pt x="634789" y="3063532"/>
                </a:lnTo>
                <a:lnTo>
                  <a:pt x="634799" y="3062375"/>
                </a:lnTo>
                <a:lnTo>
                  <a:pt x="634830" y="3061243"/>
                </a:lnTo>
                <a:lnTo>
                  <a:pt x="634882" y="3060135"/>
                </a:lnTo>
                <a:lnTo>
                  <a:pt x="634953" y="3059052"/>
                </a:lnTo>
                <a:lnTo>
                  <a:pt x="635046" y="3057994"/>
                </a:lnTo>
                <a:lnTo>
                  <a:pt x="635159" y="3056960"/>
                </a:lnTo>
                <a:lnTo>
                  <a:pt x="635292" y="3055951"/>
                </a:lnTo>
                <a:lnTo>
                  <a:pt x="635447" y="3054966"/>
                </a:lnTo>
                <a:lnTo>
                  <a:pt x="635621" y="3054006"/>
                </a:lnTo>
                <a:lnTo>
                  <a:pt x="635816" y="3053071"/>
                </a:lnTo>
                <a:lnTo>
                  <a:pt x="636032" y="3052161"/>
                </a:lnTo>
                <a:lnTo>
                  <a:pt x="636268" y="3051275"/>
                </a:lnTo>
                <a:lnTo>
                  <a:pt x="636525" y="3050414"/>
                </a:lnTo>
                <a:lnTo>
                  <a:pt x="636803" y="3049577"/>
                </a:lnTo>
                <a:lnTo>
                  <a:pt x="637101" y="3048765"/>
                </a:lnTo>
                <a:lnTo>
                  <a:pt x="637419" y="3047978"/>
                </a:lnTo>
                <a:lnTo>
                  <a:pt x="637758" y="3047215"/>
                </a:lnTo>
                <a:lnTo>
                  <a:pt x="638118" y="3046478"/>
                </a:lnTo>
                <a:lnTo>
                  <a:pt x="638498" y="3045764"/>
                </a:lnTo>
                <a:lnTo>
                  <a:pt x="638898" y="3045076"/>
                </a:lnTo>
                <a:lnTo>
                  <a:pt x="639320" y="3044412"/>
                </a:lnTo>
                <a:lnTo>
                  <a:pt x="639761" y="3043772"/>
                </a:lnTo>
                <a:lnTo>
                  <a:pt x="640224" y="3043158"/>
                </a:lnTo>
                <a:lnTo>
                  <a:pt x="640706" y="3042568"/>
                </a:lnTo>
                <a:lnTo>
                  <a:pt x="641219" y="3041988"/>
                </a:lnTo>
                <a:lnTo>
                  <a:pt x="641743" y="3041434"/>
                </a:lnTo>
                <a:lnTo>
                  <a:pt x="642278" y="3040904"/>
                </a:lnTo>
                <a:lnTo>
                  <a:pt x="642824" y="3040398"/>
                </a:lnTo>
                <a:lnTo>
                  <a:pt x="643382" y="3039917"/>
                </a:lnTo>
                <a:lnTo>
                  <a:pt x="643950" y="3039461"/>
                </a:lnTo>
                <a:lnTo>
                  <a:pt x="644530" y="3039030"/>
                </a:lnTo>
                <a:lnTo>
                  <a:pt x="645121" y="3038623"/>
                </a:lnTo>
                <a:lnTo>
                  <a:pt x="645723" y="3038241"/>
                </a:lnTo>
                <a:lnTo>
                  <a:pt x="646336" y="3037883"/>
                </a:lnTo>
                <a:lnTo>
                  <a:pt x="646960" y="3037551"/>
                </a:lnTo>
                <a:lnTo>
                  <a:pt x="647596" y="3037242"/>
                </a:lnTo>
                <a:lnTo>
                  <a:pt x="648242" y="3036959"/>
                </a:lnTo>
                <a:lnTo>
                  <a:pt x="648900" y="3036700"/>
                </a:lnTo>
                <a:lnTo>
                  <a:pt x="649569" y="3036466"/>
                </a:lnTo>
                <a:lnTo>
                  <a:pt x="650249" y="3036256"/>
                </a:lnTo>
                <a:lnTo>
                  <a:pt x="650941" y="3036071"/>
                </a:lnTo>
                <a:lnTo>
                  <a:pt x="651643" y="3035911"/>
                </a:lnTo>
                <a:lnTo>
                  <a:pt x="652356" y="3035775"/>
                </a:lnTo>
                <a:lnTo>
                  <a:pt x="653081" y="3035664"/>
                </a:lnTo>
                <a:lnTo>
                  <a:pt x="653817" y="3035578"/>
                </a:lnTo>
                <a:lnTo>
                  <a:pt x="654564" y="3035516"/>
                </a:lnTo>
                <a:lnTo>
                  <a:pt x="655322" y="3035480"/>
                </a:lnTo>
                <a:lnTo>
                  <a:pt x="656091" y="3035467"/>
                </a:lnTo>
                <a:lnTo>
                  <a:pt x="656860" y="3035479"/>
                </a:lnTo>
                <a:lnTo>
                  <a:pt x="657618" y="3035515"/>
                </a:lnTo>
                <a:lnTo>
                  <a:pt x="658363" y="3035575"/>
                </a:lnTo>
                <a:lnTo>
                  <a:pt x="659097" y="3035660"/>
                </a:lnTo>
                <a:lnTo>
                  <a:pt x="659819" y="3035768"/>
                </a:lnTo>
                <a:lnTo>
                  <a:pt x="660529" y="3035900"/>
                </a:lnTo>
                <a:lnTo>
                  <a:pt x="661228" y="3036057"/>
                </a:lnTo>
                <a:lnTo>
                  <a:pt x="661915" y="3036237"/>
                </a:lnTo>
                <a:lnTo>
                  <a:pt x="662590" y="3036442"/>
                </a:lnTo>
                <a:lnTo>
                  <a:pt x="663253" y="3036671"/>
                </a:lnTo>
                <a:lnTo>
                  <a:pt x="663905" y="3036923"/>
                </a:lnTo>
                <a:lnTo>
                  <a:pt x="664545" y="3037200"/>
                </a:lnTo>
                <a:lnTo>
                  <a:pt x="665173" y="3037501"/>
                </a:lnTo>
                <a:lnTo>
                  <a:pt x="665789" y="3037826"/>
                </a:lnTo>
                <a:lnTo>
                  <a:pt x="666394" y="3038175"/>
                </a:lnTo>
                <a:lnTo>
                  <a:pt x="666987" y="3038548"/>
                </a:lnTo>
                <a:lnTo>
                  <a:pt x="667568" y="3038945"/>
                </a:lnTo>
                <a:lnTo>
                  <a:pt x="668137" y="3039366"/>
                </a:lnTo>
                <a:lnTo>
                  <a:pt x="668695" y="3039812"/>
                </a:lnTo>
                <a:lnTo>
                  <a:pt x="669241" y="3040281"/>
                </a:lnTo>
                <a:lnTo>
                  <a:pt x="669775" y="3040774"/>
                </a:lnTo>
                <a:lnTo>
                  <a:pt x="670298" y="3041292"/>
                </a:lnTo>
                <a:lnTo>
                  <a:pt x="670809" y="3041833"/>
                </a:lnTo>
                <a:lnTo>
                  <a:pt x="671308" y="3042399"/>
                </a:lnTo>
                <a:lnTo>
                  <a:pt x="671804" y="3042989"/>
                </a:lnTo>
                <a:lnTo>
                  <a:pt x="672280" y="3043605"/>
                </a:lnTo>
                <a:lnTo>
                  <a:pt x="672734" y="3044245"/>
                </a:lnTo>
                <a:lnTo>
                  <a:pt x="673167" y="3044911"/>
                </a:lnTo>
                <a:lnTo>
                  <a:pt x="673579" y="3045603"/>
                </a:lnTo>
                <a:lnTo>
                  <a:pt x="673970" y="3046319"/>
                </a:lnTo>
                <a:lnTo>
                  <a:pt x="674340" y="3047061"/>
                </a:lnTo>
                <a:lnTo>
                  <a:pt x="674689" y="3047828"/>
                </a:lnTo>
                <a:lnTo>
                  <a:pt x="675016" y="3048620"/>
                </a:lnTo>
                <a:lnTo>
                  <a:pt x="675323" y="3049437"/>
                </a:lnTo>
                <a:lnTo>
                  <a:pt x="675608" y="3050280"/>
                </a:lnTo>
                <a:lnTo>
                  <a:pt x="675872" y="3051148"/>
                </a:lnTo>
                <a:lnTo>
                  <a:pt x="676115" y="3052041"/>
                </a:lnTo>
                <a:lnTo>
                  <a:pt x="676337" y="3052960"/>
                </a:lnTo>
                <a:lnTo>
                  <a:pt x="676538" y="3053903"/>
                </a:lnTo>
                <a:lnTo>
                  <a:pt x="676718" y="3054872"/>
                </a:lnTo>
                <a:lnTo>
                  <a:pt x="676876" y="3055866"/>
                </a:lnTo>
                <a:lnTo>
                  <a:pt x="677014" y="3056886"/>
                </a:lnTo>
                <a:lnTo>
                  <a:pt x="677130" y="3057930"/>
                </a:lnTo>
                <a:lnTo>
                  <a:pt x="677225" y="3059000"/>
                </a:lnTo>
                <a:lnTo>
                  <a:pt x="677299" y="3060095"/>
                </a:lnTo>
                <a:lnTo>
                  <a:pt x="677352" y="3061216"/>
                </a:lnTo>
                <a:lnTo>
                  <a:pt x="677383" y="3062361"/>
                </a:lnTo>
                <a:lnTo>
                  <a:pt x="677394" y="3063532"/>
                </a:lnTo>
                <a:lnTo>
                  <a:pt x="677394" y="3073000"/>
                </a:lnTo>
                <a:lnTo>
                  <a:pt x="677383" y="3074185"/>
                </a:lnTo>
                <a:lnTo>
                  <a:pt x="677352" y="3075343"/>
                </a:lnTo>
                <a:lnTo>
                  <a:pt x="677299" y="3076476"/>
                </a:lnTo>
                <a:lnTo>
                  <a:pt x="677225" y="3077584"/>
                </a:lnTo>
                <a:lnTo>
                  <a:pt x="677130" y="3078665"/>
                </a:lnTo>
                <a:lnTo>
                  <a:pt x="677014" y="3079720"/>
                </a:lnTo>
                <a:lnTo>
                  <a:pt x="676876" y="3080750"/>
                </a:lnTo>
                <a:lnTo>
                  <a:pt x="676718" y="3081754"/>
                </a:lnTo>
                <a:lnTo>
                  <a:pt x="676538" y="3082732"/>
                </a:lnTo>
                <a:lnTo>
                  <a:pt x="676337" y="3083684"/>
                </a:lnTo>
                <a:lnTo>
                  <a:pt x="676115" y="3084610"/>
                </a:lnTo>
                <a:lnTo>
                  <a:pt x="675872" y="3085511"/>
                </a:lnTo>
                <a:lnTo>
                  <a:pt x="675608" y="3086386"/>
                </a:lnTo>
                <a:lnTo>
                  <a:pt x="675323" y="3087234"/>
                </a:lnTo>
                <a:lnTo>
                  <a:pt x="675016" y="3088058"/>
                </a:lnTo>
                <a:lnTo>
                  <a:pt x="674689" y="3088855"/>
                </a:lnTo>
                <a:lnTo>
                  <a:pt x="674340" y="3089626"/>
                </a:lnTo>
                <a:lnTo>
                  <a:pt x="673970" y="3090372"/>
                </a:lnTo>
                <a:lnTo>
                  <a:pt x="673579" y="3091091"/>
                </a:lnTo>
                <a:lnTo>
                  <a:pt x="673167" y="3091785"/>
                </a:lnTo>
                <a:lnTo>
                  <a:pt x="672734" y="3092453"/>
                </a:lnTo>
                <a:lnTo>
                  <a:pt x="672280" y="3093096"/>
                </a:lnTo>
                <a:lnTo>
                  <a:pt x="671804" y="3093712"/>
                </a:lnTo>
                <a:lnTo>
                  <a:pt x="671308" y="3094303"/>
                </a:lnTo>
                <a:lnTo>
                  <a:pt x="670809" y="3094854"/>
                </a:lnTo>
                <a:lnTo>
                  <a:pt x="670298" y="3095383"/>
                </a:lnTo>
                <a:lnTo>
                  <a:pt x="669775" y="3095888"/>
                </a:lnTo>
                <a:lnTo>
                  <a:pt x="669241" y="3096369"/>
                </a:lnTo>
                <a:lnTo>
                  <a:pt x="668695" y="3096827"/>
                </a:lnTo>
                <a:lnTo>
                  <a:pt x="668137" y="3097261"/>
                </a:lnTo>
                <a:lnTo>
                  <a:pt x="667568" y="3097672"/>
                </a:lnTo>
                <a:lnTo>
                  <a:pt x="666987" y="3098059"/>
                </a:lnTo>
                <a:lnTo>
                  <a:pt x="666394" y="3098423"/>
                </a:lnTo>
                <a:lnTo>
                  <a:pt x="665789" y="3098764"/>
                </a:lnTo>
                <a:lnTo>
                  <a:pt x="665173" y="3099081"/>
                </a:lnTo>
                <a:lnTo>
                  <a:pt x="664545" y="3099374"/>
                </a:lnTo>
                <a:lnTo>
                  <a:pt x="663905" y="3099644"/>
                </a:lnTo>
                <a:lnTo>
                  <a:pt x="663253" y="3099891"/>
                </a:lnTo>
                <a:lnTo>
                  <a:pt x="662590" y="3100114"/>
                </a:lnTo>
                <a:lnTo>
                  <a:pt x="661915" y="3100314"/>
                </a:lnTo>
                <a:lnTo>
                  <a:pt x="661228" y="3100490"/>
                </a:lnTo>
                <a:lnTo>
                  <a:pt x="660529" y="3100642"/>
                </a:lnTo>
                <a:lnTo>
                  <a:pt x="659819" y="3100772"/>
                </a:lnTo>
                <a:lnTo>
                  <a:pt x="659097" y="3100877"/>
                </a:lnTo>
                <a:lnTo>
                  <a:pt x="658363" y="3100959"/>
                </a:lnTo>
                <a:lnTo>
                  <a:pt x="657618" y="3101018"/>
                </a:lnTo>
                <a:lnTo>
                  <a:pt x="656860" y="3101053"/>
                </a:lnTo>
                <a:lnTo>
                  <a:pt x="656091" y="3101065"/>
                </a:lnTo>
                <a:lnTo>
                  <a:pt x="655322" y="3101053"/>
                </a:lnTo>
                <a:lnTo>
                  <a:pt x="654564" y="3101017"/>
                </a:lnTo>
                <a:lnTo>
                  <a:pt x="653817" y="3100957"/>
                </a:lnTo>
                <a:lnTo>
                  <a:pt x="653081" y="3100872"/>
                </a:lnTo>
                <a:lnTo>
                  <a:pt x="652356" y="3100764"/>
                </a:lnTo>
                <a:lnTo>
                  <a:pt x="651643" y="3100632"/>
                </a:lnTo>
                <a:lnTo>
                  <a:pt x="650941" y="3100475"/>
                </a:lnTo>
                <a:lnTo>
                  <a:pt x="650249" y="3100295"/>
                </a:lnTo>
                <a:lnTo>
                  <a:pt x="649569" y="3100090"/>
                </a:lnTo>
                <a:close/>
                <a:moveTo>
                  <a:pt x="768637" y="3112667"/>
                </a:moveTo>
                <a:lnTo>
                  <a:pt x="769504" y="3112534"/>
                </a:lnTo>
                <a:lnTo>
                  <a:pt x="770359" y="3112386"/>
                </a:lnTo>
                <a:lnTo>
                  <a:pt x="771202" y="3112224"/>
                </a:lnTo>
                <a:lnTo>
                  <a:pt x="772035" y="3112047"/>
                </a:lnTo>
                <a:lnTo>
                  <a:pt x="772857" y="3111857"/>
                </a:lnTo>
                <a:lnTo>
                  <a:pt x="773667" y="3111653"/>
                </a:lnTo>
                <a:lnTo>
                  <a:pt x="774466" y="3111435"/>
                </a:lnTo>
                <a:lnTo>
                  <a:pt x="775254" y="3111202"/>
                </a:lnTo>
                <a:lnTo>
                  <a:pt x="776031" y="3110956"/>
                </a:lnTo>
                <a:lnTo>
                  <a:pt x="776797" y="3110695"/>
                </a:lnTo>
                <a:lnTo>
                  <a:pt x="777552" y="3110420"/>
                </a:lnTo>
                <a:lnTo>
                  <a:pt x="778295" y="3110131"/>
                </a:lnTo>
                <a:lnTo>
                  <a:pt x="779028" y="3109828"/>
                </a:lnTo>
                <a:lnTo>
                  <a:pt x="779749" y="3109512"/>
                </a:lnTo>
                <a:lnTo>
                  <a:pt x="780459" y="3109180"/>
                </a:lnTo>
                <a:lnTo>
                  <a:pt x="781171" y="3108836"/>
                </a:lnTo>
                <a:lnTo>
                  <a:pt x="781869" y="3108481"/>
                </a:lnTo>
                <a:lnTo>
                  <a:pt x="782554" y="3108113"/>
                </a:lnTo>
                <a:lnTo>
                  <a:pt x="783225" y="3107734"/>
                </a:lnTo>
                <a:lnTo>
                  <a:pt x="783883" y="3107343"/>
                </a:lnTo>
                <a:lnTo>
                  <a:pt x="784527" y="3106940"/>
                </a:lnTo>
                <a:lnTo>
                  <a:pt x="785158" y="3106526"/>
                </a:lnTo>
                <a:lnTo>
                  <a:pt x="785775" y="3106100"/>
                </a:lnTo>
                <a:lnTo>
                  <a:pt x="786379" y="3105662"/>
                </a:lnTo>
                <a:lnTo>
                  <a:pt x="786969" y="3105212"/>
                </a:lnTo>
                <a:lnTo>
                  <a:pt x="787546" y="3104751"/>
                </a:lnTo>
                <a:lnTo>
                  <a:pt x="788109" y="3104277"/>
                </a:lnTo>
                <a:lnTo>
                  <a:pt x="788659" y="3103793"/>
                </a:lnTo>
                <a:lnTo>
                  <a:pt x="789195" y="3103296"/>
                </a:lnTo>
                <a:lnTo>
                  <a:pt x="789718" y="3102788"/>
                </a:lnTo>
                <a:lnTo>
                  <a:pt x="790227" y="3102267"/>
                </a:lnTo>
                <a:lnTo>
                  <a:pt x="790723" y="3101736"/>
                </a:lnTo>
                <a:lnTo>
                  <a:pt x="791205" y="3101192"/>
                </a:lnTo>
                <a:lnTo>
                  <a:pt x="791674" y="3100637"/>
                </a:lnTo>
                <a:lnTo>
                  <a:pt x="792129" y="3100069"/>
                </a:lnTo>
                <a:lnTo>
                  <a:pt x="792571" y="3099491"/>
                </a:lnTo>
                <a:lnTo>
                  <a:pt x="792999" y="3098900"/>
                </a:lnTo>
                <a:lnTo>
                  <a:pt x="793414" y="3098298"/>
                </a:lnTo>
                <a:lnTo>
                  <a:pt x="793815" y="3097684"/>
                </a:lnTo>
                <a:lnTo>
                  <a:pt x="794215" y="3097045"/>
                </a:lnTo>
                <a:lnTo>
                  <a:pt x="794598" y="3096397"/>
                </a:lnTo>
                <a:lnTo>
                  <a:pt x="794964" y="3095739"/>
                </a:lnTo>
                <a:lnTo>
                  <a:pt x="795313" y="3095073"/>
                </a:lnTo>
                <a:lnTo>
                  <a:pt x="795645" y="3094396"/>
                </a:lnTo>
                <a:lnTo>
                  <a:pt x="795960" y="3093711"/>
                </a:lnTo>
                <a:lnTo>
                  <a:pt x="796258" y="3093016"/>
                </a:lnTo>
                <a:lnTo>
                  <a:pt x="796539" y="3092311"/>
                </a:lnTo>
                <a:lnTo>
                  <a:pt x="796803" y="3091597"/>
                </a:lnTo>
                <a:lnTo>
                  <a:pt x="797050" y="3090874"/>
                </a:lnTo>
                <a:lnTo>
                  <a:pt x="797280" y="3090142"/>
                </a:lnTo>
                <a:lnTo>
                  <a:pt x="797492" y="3089400"/>
                </a:lnTo>
                <a:lnTo>
                  <a:pt x="797688" y="3088648"/>
                </a:lnTo>
                <a:lnTo>
                  <a:pt x="797867" y="3087887"/>
                </a:lnTo>
                <a:lnTo>
                  <a:pt x="798029" y="3087117"/>
                </a:lnTo>
                <a:lnTo>
                  <a:pt x="798173" y="3086338"/>
                </a:lnTo>
                <a:lnTo>
                  <a:pt x="798301" y="3085549"/>
                </a:lnTo>
                <a:lnTo>
                  <a:pt x="798412" y="3084750"/>
                </a:lnTo>
                <a:lnTo>
                  <a:pt x="798505" y="3083942"/>
                </a:lnTo>
                <a:lnTo>
                  <a:pt x="798582" y="3083125"/>
                </a:lnTo>
                <a:lnTo>
                  <a:pt x="798642" y="3082299"/>
                </a:lnTo>
                <a:lnTo>
                  <a:pt x="798684" y="3081463"/>
                </a:lnTo>
                <a:lnTo>
                  <a:pt x="798710" y="3080617"/>
                </a:lnTo>
                <a:lnTo>
                  <a:pt x="798718" y="3079763"/>
                </a:lnTo>
                <a:lnTo>
                  <a:pt x="782826" y="3079763"/>
                </a:lnTo>
                <a:lnTo>
                  <a:pt x="782816" y="3080669"/>
                </a:lnTo>
                <a:lnTo>
                  <a:pt x="782786" y="3081554"/>
                </a:lnTo>
                <a:lnTo>
                  <a:pt x="782736" y="3082420"/>
                </a:lnTo>
                <a:lnTo>
                  <a:pt x="782666" y="3083266"/>
                </a:lnTo>
                <a:lnTo>
                  <a:pt x="782576" y="3084092"/>
                </a:lnTo>
                <a:lnTo>
                  <a:pt x="782466" y="3084898"/>
                </a:lnTo>
                <a:lnTo>
                  <a:pt x="782337" y="3085684"/>
                </a:lnTo>
                <a:lnTo>
                  <a:pt x="782187" y="3086450"/>
                </a:lnTo>
                <a:lnTo>
                  <a:pt x="782017" y="3087196"/>
                </a:lnTo>
                <a:lnTo>
                  <a:pt x="781828" y="3087923"/>
                </a:lnTo>
                <a:lnTo>
                  <a:pt x="781618" y="3088629"/>
                </a:lnTo>
                <a:lnTo>
                  <a:pt x="781389" y="3089315"/>
                </a:lnTo>
                <a:lnTo>
                  <a:pt x="781139" y="3089981"/>
                </a:lnTo>
                <a:lnTo>
                  <a:pt x="780870" y="3090628"/>
                </a:lnTo>
                <a:lnTo>
                  <a:pt x="780580" y="3091254"/>
                </a:lnTo>
                <a:lnTo>
                  <a:pt x="780271" y="3091860"/>
                </a:lnTo>
                <a:lnTo>
                  <a:pt x="779942" y="3092447"/>
                </a:lnTo>
                <a:lnTo>
                  <a:pt x="779592" y="3093013"/>
                </a:lnTo>
                <a:lnTo>
                  <a:pt x="779223" y="3093560"/>
                </a:lnTo>
                <a:lnTo>
                  <a:pt x="778834" y="3094087"/>
                </a:lnTo>
                <a:lnTo>
                  <a:pt x="778425" y="3094593"/>
                </a:lnTo>
                <a:lnTo>
                  <a:pt x="777996" y="3095080"/>
                </a:lnTo>
                <a:lnTo>
                  <a:pt x="777547" y="3095546"/>
                </a:lnTo>
                <a:lnTo>
                  <a:pt x="777078" y="3095993"/>
                </a:lnTo>
                <a:lnTo>
                  <a:pt x="776604" y="3096421"/>
                </a:lnTo>
                <a:lnTo>
                  <a:pt x="776111" y="3096830"/>
                </a:lnTo>
                <a:lnTo>
                  <a:pt x="775601" y="3097222"/>
                </a:lnTo>
                <a:lnTo>
                  <a:pt x="775072" y="3097595"/>
                </a:lnTo>
                <a:lnTo>
                  <a:pt x="774525" y="3097950"/>
                </a:lnTo>
                <a:lnTo>
                  <a:pt x="773960" y="3098286"/>
                </a:lnTo>
                <a:lnTo>
                  <a:pt x="773377" y="3098605"/>
                </a:lnTo>
                <a:lnTo>
                  <a:pt x="772776" y="3098905"/>
                </a:lnTo>
                <a:lnTo>
                  <a:pt x="772156" y="3099187"/>
                </a:lnTo>
                <a:lnTo>
                  <a:pt x="771518" y="3099451"/>
                </a:lnTo>
                <a:lnTo>
                  <a:pt x="770862" y="3099697"/>
                </a:lnTo>
                <a:lnTo>
                  <a:pt x="770188" y="3099924"/>
                </a:lnTo>
                <a:lnTo>
                  <a:pt x="769496" y="3100133"/>
                </a:lnTo>
                <a:lnTo>
                  <a:pt x="768785" y="3100324"/>
                </a:lnTo>
                <a:lnTo>
                  <a:pt x="768056" y="3100497"/>
                </a:lnTo>
                <a:lnTo>
                  <a:pt x="767309" y="3100652"/>
                </a:lnTo>
                <a:lnTo>
                  <a:pt x="766544" y="3100788"/>
                </a:lnTo>
                <a:lnTo>
                  <a:pt x="765761" y="3100907"/>
                </a:lnTo>
                <a:lnTo>
                  <a:pt x="764959" y="3101007"/>
                </a:lnTo>
                <a:lnTo>
                  <a:pt x="764139" y="3101089"/>
                </a:lnTo>
                <a:lnTo>
                  <a:pt x="763301" y="3101152"/>
                </a:lnTo>
                <a:lnTo>
                  <a:pt x="762445" y="3101198"/>
                </a:lnTo>
                <a:lnTo>
                  <a:pt x="761571" y="3101225"/>
                </a:lnTo>
                <a:lnTo>
                  <a:pt x="760678" y="3101234"/>
                </a:lnTo>
                <a:lnTo>
                  <a:pt x="759867" y="3101222"/>
                </a:lnTo>
                <a:lnTo>
                  <a:pt x="759067" y="3101186"/>
                </a:lnTo>
                <a:lnTo>
                  <a:pt x="758279" y="3101126"/>
                </a:lnTo>
                <a:lnTo>
                  <a:pt x="757503" y="3101042"/>
                </a:lnTo>
                <a:lnTo>
                  <a:pt x="756739" y="3100933"/>
                </a:lnTo>
                <a:lnTo>
                  <a:pt x="755986" y="3100801"/>
                </a:lnTo>
                <a:lnTo>
                  <a:pt x="755246" y="3100645"/>
                </a:lnTo>
                <a:lnTo>
                  <a:pt x="754516" y="3100464"/>
                </a:lnTo>
                <a:lnTo>
                  <a:pt x="753799" y="3100259"/>
                </a:lnTo>
                <a:lnTo>
                  <a:pt x="753093" y="3100031"/>
                </a:lnTo>
                <a:lnTo>
                  <a:pt x="752400" y="3099778"/>
                </a:lnTo>
                <a:lnTo>
                  <a:pt x="751717" y="3099501"/>
                </a:lnTo>
                <a:lnTo>
                  <a:pt x="751047" y="3099200"/>
                </a:lnTo>
                <a:lnTo>
                  <a:pt x="750388" y="3098875"/>
                </a:lnTo>
                <a:lnTo>
                  <a:pt x="749741" y="3098526"/>
                </a:lnTo>
                <a:lnTo>
                  <a:pt x="749106" y="3098153"/>
                </a:lnTo>
                <a:lnTo>
                  <a:pt x="748483" y="3097756"/>
                </a:lnTo>
                <a:lnTo>
                  <a:pt x="747871" y="3097335"/>
                </a:lnTo>
                <a:lnTo>
                  <a:pt x="747271" y="3096890"/>
                </a:lnTo>
                <a:lnTo>
                  <a:pt x="746683" y="3096421"/>
                </a:lnTo>
                <a:lnTo>
                  <a:pt x="746107" y="3095927"/>
                </a:lnTo>
                <a:lnTo>
                  <a:pt x="745542" y="3095410"/>
                </a:lnTo>
                <a:lnTo>
                  <a:pt x="744989" y="3094868"/>
                </a:lnTo>
                <a:lnTo>
                  <a:pt x="744448" y="3094303"/>
                </a:lnTo>
                <a:lnTo>
                  <a:pt x="743923" y="3093714"/>
                </a:lnTo>
                <a:lnTo>
                  <a:pt x="743421" y="3093103"/>
                </a:lnTo>
                <a:lnTo>
                  <a:pt x="742942" y="3092469"/>
                </a:lnTo>
                <a:lnTo>
                  <a:pt x="742485" y="3091813"/>
                </a:lnTo>
                <a:lnTo>
                  <a:pt x="742050" y="3091135"/>
                </a:lnTo>
                <a:lnTo>
                  <a:pt x="741637" y="3090435"/>
                </a:lnTo>
                <a:lnTo>
                  <a:pt x="741246" y="3089712"/>
                </a:lnTo>
                <a:lnTo>
                  <a:pt x="740878" y="3088967"/>
                </a:lnTo>
                <a:lnTo>
                  <a:pt x="740533" y="3088200"/>
                </a:lnTo>
                <a:lnTo>
                  <a:pt x="740209" y="3087411"/>
                </a:lnTo>
                <a:lnTo>
                  <a:pt x="739908" y="3086599"/>
                </a:lnTo>
                <a:lnTo>
                  <a:pt x="739629" y="3085765"/>
                </a:lnTo>
                <a:lnTo>
                  <a:pt x="739373" y="3084908"/>
                </a:lnTo>
                <a:lnTo>
                  <a:pt x="739138" y="3084029"/>
                </a:lnTo>
                <a:lnTo>
                  <a:pt x="738926" y="3083128"/>
                </a:lnTo>
                <a:lnTo>
                  <a:pt x="738737" y="3082205"/>
                </a:lnTo>
                <a:lnTo>
                  <a:pt x="738570" y="3081259"/>
                </a:lnTo>
                <a:lnTo>
                  <a:pt x="738425" y="3080291"/>
                </a:lnTo>
                <a:lnTo>
                  <a:pt x="738302" y="3079301"/>
                </a:lnTo>
                <a:lnTo>
                  <a:pt x="738201" y="3078288"/>
                </a:lnTo>
                <a:lnTo>
                  <a:pt x="738123" y="3077253"/>
                </a:lnTo>
                <a:lnTo>
                  <a:pt x="738068" y="3076196"/>
                </a:lnTo>
                <a:lnTo>
                  <a:pt x="738034" y="3075116"/>
                </a:lnTo>
                <a:lnTo>
                  <a:pt x="738023" y="3074015"/>
                </a:lnTo>
                <a:lnTo>
                  <a:pt x="738023" y="3071140"/>
                </a:lnTo>
                <a:lnTo>
                  <a:pt x="798718" y="3071140"/>
                </a:lnTo>
                <a:lnTo>
                  <a:pt x="798718" y="3059644"/>
                </a:lnTo>
                <a:lnTo>
                  <a:pt x="798710" y="3058774"/>
                </a:lnTo>
                <a:lnTo>
                  <a:pt x="798685" y="3057913"/>
                </a:lnTo>
                <a:lnTo>
                  <a:pt x="798644" y="3057060"/>
                </a:lnTo>
                <a:lnTo>
                  <a:pt x="798587" y="3056215"/>
                </a:lnTo>
                <a:lnTo>
                  <a:pt x="798513" y="3055379"/>
                </a:lnTo>
                <a:lnTo>
                  <a:pt x="798422" y="3054551"/>
                </a:lnTo>
                <a:lnTo>
                  <a:pt x="798315" y="3053730"/>
                </a:lnTo>
                <a:lnTo>
                  <a:pt x="798192" y="3052919"/>
                </a:lnTo>
                <a:lnTo>
                  <a:pt x="798052" y="3052115"/>
                </a:lnTo>
                <a:lnTo>
                  <a:pt x="797896" y="3051320"/>
                </a:lnTo>
                <a:lnTo>
                  <a:pt x="797724" y="3050532"/>
                </a:lnTo>
                <a:lnTo>
                  <a:pt x="797535" y="3049753"/>
                </a:lnTo>
                <a:lnTo>
                  <a:pt x="797329" y="3048982"/>
                </a:lnTo>
                <a:lnTo>
                  <a:pt x="797107" y="3048220"/>
                </a:lnTo>
                <a:lnTo>
                  <a:pt x="796869" y="3047466"/>
                </a:lnTo>
                <a:lnTo>
                  <a:pt x="796614" y="3046719"/>
                </a:lnTo>
                <a:lnTo>
                  <a:pt x="796343" y="3045982"/>
                </a:lnTo>
                <a:lnTo>
                  <a:pt x="796055" y="3045252"/>
                </a:lnTo>
                <a:lnTo>
                  <a:pt x="795751" y="3044530"/>
                </a:lnTo>
                <a:lnTo>
                  <a:pt x="795431" y="3043817"/>
                </a:lnTo>
                <a:lnTo>
                  <a:pt x="795094" y="3043112"/>
                </a:lnTo>
                <a:lnTo>
                  <a:pt x="794740" y="3042415"/>
                </a:lnTo>
                <a:lnTo>
                  <a:pt x="794371" y="3041727"/>
                </a:lnTo>
                <a:lnTo>
                  <a:pt x="793984" y="3041046"/>
                </a:lnTo>
                <a:lnTo>
                  <a:pt x="793597" y="3040376"/>
                </a:lnTo>
                <a:lnTo>
                  <a:pt x="793196" y="3039717"/>
                </a:lnTo>
                <a:lnTo>
                  <a:pt x="792782" y="3039070"/>
                </a:lnTo>
                <a:lnTo>
                  <a:pt x="792355" y="3038435"/>
                </a:lnTo>
                <a:lnTo>
                  <a:pt x="791913" y="3037812"/>
                </a:lnTo>
                <a:lnTo>
                  <a:pt x="791459" y="3037200"/>
                </a:lnTo>
                <a:lnTo>
                  <a:pt x="790991" y="3036600"/>
                </a:lnTo>
                <a:lnTo>
                  <a:pt x="790509" y="3036012"/>
                </a:lnTo>
                <a:lnTo>
                  <a:pt x="790014" y="3035435"/>
                </a:lnTo>
                <a:lnTo>
                  <a:pt x="789505" y="3034871"/>
                </a:lnTo>
                <a:lnTo>
                  <a:pt x="788983" y="3034318"/>
                </a:lnTo>
                <a:lnTo>
                  <a:pt x="788447" y="3033776"/>
                </a:lnTo>
                <a:lnTo>
                  <a:pt x="787898" y="3033247"/>
                </a:lnTo>
                <a:lnTo>
                  <a:pt x="787335" y="3032729"/>
                </a:lnTo>
                <a:lnTo>
                  <a:pt x="786759" y="3032223"/>
                </a:lnTo>
                <a:lnTo>
                  <a:pt x="786170" y="3031729"/>
                </a:lnTo>
                <a:lnTo>
                  <a:pt x="785566" y="3031246"/>
                </a:lnTo>
                <a:lnTo>
                  <a:pt x="784950" y="3030775"/>
                </a:lnTo>
                <a:lnTo>
                  <a:pt x="784319" y="3030316"/>
                </a:lnTo>
                <a:lnTo>
                  <a:pt x="783676" y="3029869"/>
                </a:lnTo>
                <a:lnTo>
                  <a:pt x="783019" y="3029433"/>
                </a:lnTo>
                <a:lnTo>
                  <a:pt x="782348" y="3029010"/>
                </a:lnTo>
                <a:lnTo>
                  <a:pt x="781664" y="3028598"/>
                </a:lnTo>
                <a:lnTo>
                  <a:pt x="780966" y="3028197"/>
                </a:lnTo>
                <a:lnTo>
                  <a:pt x="780270" y="3027811"/>
                </a:lnTo>
                <a:lnTo>
                  <a:pt x="779562" y="3027441"/>
                </a:lnTo>
                <a:lnTo>
                  <a:pt x="778842" y="3027088"/>
                </a:lnTo>
                <a:lnTo>
                  <a:pt x="778111" y="3026751"/>
                </a:lnTo>
                <a:lnTo>
                  <a:pt x="777367" y="3026430"/>
                </a:lnTo>
                <a:lnTo>
                  <a:pt x="776613" y="3026126"/>
                </a:lnTo>
                <a:lnTo>
                  <a:pt x="775846" y="3025839"/>
                </a:lnTo>
                <a:lnTo>
                  <a:pt x="775067" y="3025567"/>
                </a:lnTo>
                <a:lnTo>
                  <a:pt x="774277" y="3025313"/>
                </a:lnTo>
                <a:lnTo>
                  <a:pt x="773475" y="3025074"/>
                </a:lnTo>
                <a:lnTo>
                  <a:pt x="772662" y="3024852"/>
                </a:lnTo>
                <a:lnTo>
                  <a:pt x="771836" y="3024647"/>
                </a:lnTo>
                <a:lnTo>
                  <a:pt x="770999" y="3024458"/>
                </a:lnTo>
                <a:lnTo>
                  <a:pt x="770150" y="3024285"/>
                </a:lnTo>
                <a:lnTo>
                  <a:pt x="769290" y="3024129"/>
                </a:lnTo>
                <a:lnTo>
                  <a:pt x="768418" y="3023989"/>
                </a:lnTo>
                <a:lnTo>
                  <a:pt x="767533" y="3023866"/>
                </a:lnTo>
                <a:lnTo>
                  <a:pt x="766638" y="3023759"/>
                </a:lnTo>
                <a:lnTo>
                  <a:pt x="765730" y="3023669"/>
                </a:lnTo>
                <a:lnTo>
                  <a:pt x="764811" y="3023595"/>
                </a:lnTo>
                <a:lnTo>
                  <a:pt x="763880" y="3023537"/>
                </a:lnTo>
                <a:lnTo>
                  <a:pt x="762937" y="3023496"/>
                </a:lnTo>
                <a:lnTo>
                  <a:pt x="761982" y="3023472"/>
                </a:lnTo>
                <a:lnTo>
                  <a:pt x="761016" y="3023463"/>
                </a:lnTo>
                <a:lnTo>
                  <a:pt x="759979" y="3023473"/>
                </a:lnTo>
                <a:lnTo>
                  <a:pt x="758954" y="3023501"/>
                </a:lnTo>
                <a:lnTo>
                  <a:pt x="757941" y="3023548"/>
                </a:lnTo>
                <a:lnTo>
                  <a:pt x="756940" y="3023614"/>
                </a:lnTo>
                <a:lnTo>
                  <a:pt x="755950" y="3023698"/>
                </a:lnTo>
                <a:lnTo>
                  <a:pt x="754972" y="3023802"/>
                </a:lnTo>
                <a:lnTo>
                  <a:pt x="754006" y="3023924"/>
                </a:lnTo>
                <a:lnTo>
                  <a:pt x="753051" y="3024065"/>
                </a:lnTo>
                <a:lnTo>
                  <a:pt x="752108" y="3024224"/>
                </a:lnTo>
                <a:lnTo>
                  <a:pt x="751177" y="3024403"/>
                </a:lnTo>
                <a:lnTo>
                  <a:pt x="750258" y="3024600"/>
                </a:lnTo>
                <a:lnTo>
                  <a:pt x="749351" y="3024816"/>
                </a:lnTo>
                <a:lnTo>
                  <a:pt x="748455" y="3025051"/>
                </a:lnTo>
                <a:lnTo>
                  <a:pt x="747571" y="3025304"/>
                </a:lnTo>
                <a:lnTo>
                  <a:pt x="746698" y="3025577"/>
                </a:lnTo>
                <a:lnTo>
                  <a:pt x="745838" y="3025868"/>
                </a:lnTo>
                <a:lnTo>
                  <a:pt x="744989" y="3026178"/>
                </a:lnTo>
                <a:lnTo>
                  <a:pt x="744152" y="3026507"/>
                </a:lnTo>
                <a:lnTo>
                  <a:pt x="743326" y="3026854"/>
                </a:lnTo>
                <a:lnTo>
                  <a:pt x="742513" y="3027220"/>
                </a:lnTo>
                <a:lnTo>
                  <a:pt x="741711" y="3027605"/>
                </a:lnTo>
                <a:lnTo>
                  <a:pt x="740921" y="3028009"/>
                </a:lnTo>
                <a:lnTo>
                  <a:pt x="740142" y="3028432"/>
                </a:lnTo>
                <a:lnTo>
                  <a:pt x="739376" y="3028873"/>
                </a:lnTo>
                <a:lnTo>
                  <a:pt x="738622" y="3029318"/>
                </a:lnTo>
                <a:lnTo>
                  <a:pt x="737883" y="3029777"/>
                </a:lnTo>
                <a:lnTo>
                  <a:pt x="737159" y="3030252"/>
                </a:lnTo>
                <a:lnTo>
                  <a:pt x="736450" y="3030742"/>
                </a:lnTo>
                <a:lnTo>
                  <a:pt x="735755" y="3031248"/>
                </a:lnTo>
                <a:lnTo>
                  <a:pt x="735075" y="3031769"/>
                </a:lnTo>
                <a:lnTo>
                  <a:pt x="734410" y="3032305"/>
                </a:lnTo>
                <a:lnTo>
                  <a:pt x="733759" y="3032856"/>
                </a:lnTo>
                <a:lnTo>
                  <a:pt x="733123" y="3033422"/>
                </a:lnTo>
                <a:lnTo>
                  <a:pt x="732501" y="3034004"/>
                </a:lnTo>
                <a:lnTo>
                  <a:pt x="731895" y="3034601"/>
                </a:lnTo>
                <a:lnTo>
                  <a:pt x="731303" y="3035213"/>
                </a:lnTo>
                <a:lnTo>
                  <a:pt x="730725" y="3035841"/>
                </a:lnTo>
                <a:lnTo>
                  <a:pt x="730163" y="3036484"/>
                </a:lnTo>
                <a:lnTo>
                  <a:pt x="729615" y="3037142"/>
                </a:lnTo>
                <a:lnTo>
                  <a:pt x="729081" y="3037815"/>
                </a:lnTo>
                <a:lnTo>
                  <a:pt x="728563" y="3038504"/>
                </a:lnTo>
                <a:lnTo>
                  <a:pt x="728059" y="3039208"/>
                </a:lnTo>
                <a:lnTo>
                  <a:pt x="727569" y="3039927"/>
                </a:lnTo>
                <a:lnTo>
                  <a:pt x="727095" y="3040661"/>
                </a:lnTo>
                <a:lnTo>
                  <a:pt x="726635" y="3041411"/>
                </a:lnTo>
                <a:lnTo>
                  <a:pt x="726189" y="3042176"/>
                </a:lnTo>
                <a:lnTo>
                  <a:pt x="725759" y="3042956"/>
                </a:lnTo>
                <a:lnTo>
                  <a:pt x="725343" y="3043751"/>
                </a:lnTo>
                <a:lnTo>
                  <a:pt x="724943" y="3044561"/>
                </a:lnTo>
                <a:lnTo>
                  <a:pt x="724560" y="3045382"/>
                </a:lnTo>
                <a:lnTo>
                  <a:pt x="724194" y="3046216"/>
                </a:lnTo>
                <a:lnTo>
                  <a:pt x="723845" y="3047062"/>
                </a:lnTo>
                <a:lnTo>
                  <a:pt x="723513" y="3047921"/>
                </a:lnTo>
                <a:lnTo>
                  <a:pt x="723198" y="3048792"/>
                </a:lnTo>
                <a:lnTo>
                  <a:pt x="722900" y="3049675"/>
                </a:lnTo>
                <a:lnTo>
                  <a:pt x="722619" y="3050570"/>
                </a:lnTo>
                <a:lnTo>
                  <a:pt x="722355" y="3051478"/>
                </a:lnTo>
                <a:lnTo>
                  <a:pt x="722108" y="3052398"/>
                </a:lnTo>
                <a:lnTo>
                  <a:pt x="721879" y="3053331"/>
                </a:lnTo>
                <a:lnTo>
                  <a:pt x="721666" y="3054276"/>
                </a:lnTo>
                <a:lnTo>
                  <a:pt x="721470" y="3055233"/>
                </a:lnTo>
                <a:lnTo>
                  <a:pt x="721291" y="3056203"/>
                </a:lnTo>
                <a:lnTo>
                  <a:pt x="721130" y="3057184"/>
                </a:lnTo>
                <a:lnTo>
                  <a:pt x="720985" y="3058178"/>
                </a:lnTo>
                <a:lnTo>
                  <a:pt x="720857" y="3059185"/>
                </a:lnTo>
                <a:lnTo>
                  <a:pt x="720746" y="3060204"/>
                </a:lnTo>
                <a:lnTo>
                  <a:pt x="720653" y="3061235"/>
                </a:lnTo>
                <a:lnTo>
                  <a:pt x="720576" y="3062278"/>
                </a:lnTo>
                <a:lnTo>
                  <a:pt x="720517" y="3063334"/>
                </a:lnTo>
                <a:lnTo>
                  <a:pt x="720474" y="3064402"/>
                </a:lnTo>
                <a:lnTo>
                  <a:pt x="720449" y="3065483"/>
                </a:lnTo>
                <a:lnTo>
                  <a:pt x="720440" y="3066576"/>
                </a:lnTo>
                <a:lnTo>
                  <a:pt x="720440" y="3070126"/>
                </a:lnTo>
                <a:lnTo>
                  <a:pt x="720447" y="3071178"/>
                </a:lnTo>
                <a:lnTo>
                  <a:pt x="720469" y="3072219"/>
                </a:lnTo>
                <a:lnTo>
                  <a:pt x="720506" y="3073251"/>
                </a:lnTo>
                <a:lnTo>
                  <a:pt x="720557" y="3074273"/>
                </a:lnTo>
                <a:lnTo>
                  <a:pt x="720624" y="3075284"/>
                </a:lnTo>
                <a:lnTo>
                  <a:pt x="720704" y="3076286"/>
                </a:lnTo>
                <a:lnTo>
                  <a:pt x="720800" y="3077278"/>
                </a:lnTo>
                <a:lnTo>
                  <a:pt x="720910" y="3078260"/>
                </a:lnTo>
                <a:lnTo>
                  <a:pt x="721034" y="3079232"/>
                </a:lnTo>
                <a:lnTo>
                  <a:pt x="721174" y="3080193"/>
                </a:lnTo>
                <a:lnTo>
                  <a:pt x="721328" y="3081145"/>
                </a:lnTo>
                <a:lnTo>
                  <a:pt x="721497" y="3082087"/>
                </a:lnTo>
                <a:lnTo>
                  <a:pt x="721680" y="3083019"/>
                </a:lnTo>
                <a:lnTo>
                  <a:pt x="721878" y="3083941"/>
                </a:lnTo>
                <a:lnTo>
                  <a:pt x="722091" y="3084853"/>
                </a:lnTo>
                <a:lnTo>
                  <a:pt x="722319" y="3085755"/>
                </a:lnTo>
                <a:lnTo>
                  <a:pt x="722561" y="3086647"/>
                </a:lnTo>
                <a:lnTo>
                  <a:pt x="722818" y="3087529"/>
                </a:lnTo>
                <a:lnTo>
                  <a:pt x="723089" y="3088401"/>
                </a:lnTo>
                <a:lnTo>
                  <a:pt x="723375" y="3089263"/>
                </a:lnTo>
                <a:lnTo>
                  <a:pt x="723676" y="3090115"/>
                </a:lnTo>
                <a:lnTo>
                  <a:pt x="723992" y="3090958"/>
                </a:lnTo>
                <a:lnTo>
                  <a:pt x="724322" y="3091790"/>
                </a:lnTo>
                <a:lnTo>
                  <a:pt x="724667" y="3092612"/>
                </a:lnTo>
                <a:lnTo>
                  <a:pt x="725041" y="3093421"/>
                </a:lnTo>
                <a:lnTo>
                  <a:pt x="725430" y="3094216"/>
                </a:lnTo>
                <a:lnTo>
                  <a:pt x="725834" y="3094995"/>
                </a:lnTo>
                <a:lnTo>
                  <a:pt x="726254" y="3095758"/>
                </a:lnTo>
                <a:lnTo>
                  <a:pt x="726689" y="3096507"/>
                </a:lnTo>
                <a:lnTo>
                  <a:pt x="727139" y="3097240"/>
                </a:lnTo>
                <a:lnTo>
                  <a:pt x="727605" y="3097958"/>
                </a:lnTo>
                <a:lnTo>
                  <a:pt x="728086" y="3098661"/>
                </a:lnTo>
                <a:lnTo>
                  <a:pt x="728582" y="3099348"/>
                </a:lnTo>
                <a:lnTo>
                  <a:pt x="729093" y="3100020"/>
                </a:lnTo>
                <a:lnTo>
                  <a:pt x="729620" y="3100677"/>
                </a:lnTo>
                <a:lnTo>
                  <a:pt x="730161" y="3101319"/>
                </a:lnTo>
                <a:lnTo>
                  <a:pt x="730718" y="3101945"/>
                </a:lnTo>
                <a:lnTo>
                  <a:pt x="731291" y="3102556"/>
                </a:lnTo>
                <a:lnTo>
                  <a:pt x="731878" y="3103152"/>
                </a:lnTo>
                <a:lnTo>
                  <a:pt x="732481" y="3103733"/>
                </a:lnTo>
                <a:lnTo>
                  <a:pt x="733099" y="3104298"/>
                </a:lnTo>
                <a:lnTo>
                  <a:pt x="733733" y="3104848"/>
                </a:lnTo>
                <a:lnTo>
                  <a:pt x="734382" y="3105383"/>
                </a:lnTo>
                <a:lnTo>
                  <a:pt x="735045" y="3105902"/>
                </a:lnTo>
                <a:lnTo>
                  <a:pt x="735725" y="3106407"/>
                </a:lnTo>
                <a:lnTo>
                  <a:pt x="736419" y="3106896"/>
                </a:lnTo>
                <a:lnTo>
                  <a:pt x="737129" y="3107369"/>
                </a:lnTo>
                <a:lnTo>
                  <a:pt x="737854" y="3107828"/>
                </a:lnTo>
                <a:lnTo>
                  <a:pt x="738609" y="3108269"/>
                </a:lnTo>
                <a:lnTo>
                  <a:pt x="739379" y="3108692"/>
                </a:lnTo>
                <a:lnTo>
                  <a:pt x="740165" y="3109096"/>
                </a:lnTo>
                <a:lnTo>
                  <a:pt x="740968" y="3109481"/>
                </a:lnTo>
                <a:lnTo>
                  <a:pt x="741786" y="3109847"/>
                </a:lnTo>
                <a:lnTo>
                  <a:pt x="742619" y="3110195"/>
                </a:lnTo>
                <a:lnTo>
                  <a:pt x="743469" y="3110524"/>
                </a:lnTo>
                <a:lnTo>
                  <a:pt x="744335" y="3110833"/>
                </a:lnTo>
                <a:lnTo>
                  <a:pt x="745216" y="3111125"/>
                </a:lnTo>
                <a:lnTo>
                  <a:pt x="746114" y="3111397"/>
                </a:lnTo>
                <a:lnTo>
                  <a:pt x="747027" y="3111651"/>
                </a:lnTo>
                <a:lnTo>
                  <a:pt x="747956" y="3111885"/>
                </a:lnTo>
                <a:lnTo>
                  <a:pt x="748901" y="3112101"/>
                </a:lnTo>
                <a:lnTo>
                  <a:pt x="749861" y="3112299"/>
                </a:lnTo>
                <a:lnTo>
                  <a:pt x="750838" y="3112477"/>
                </a:lnTo>
                <a:lnTo>
                  <a:pt x="751830" y="3112637"/>
                </a:lnTo>
                <a:lnTo>
                  <a:pt x="752838" y="3112778"/>
                </a:lnTo>
                <a:lnTo>
                  <a:pt x="753862" y="3112900"/>
                </a:lnTo>
                <a:lnTo>
                  <a:pt x="754902" y="3113003"/>
                </a:lnTo>
                <a:lnTo>
                  <a:pt x="755958" y="3113088"/>
                </a:lnTo>
                <a:lnTo>
                  <a:pt x="757030" y="3113153"/>
                </a:lnTo>
                <a:lnTo>
                  <a:pt x="758117" y="3113200"/>
                </a:lnTo>
                <a:lnTo>
                  <a:pt x="759221" y="3113229"/>
                </a:lnTo>
                <a:lnTo>
                  <a:pt x="760340" y="3113238"/>
                </a:lnTo>
                <a:lnTo>
                  <a:pt x="761306" y="3113231"/>
                </a:lnTo>
                <a:lnTo>
                  <a:pt x="762262" y="3113210"/>
                </a:lnTo>
                <a:lnTo>
                  <a:pt x="763206" y="3113175"/>
                </a:lnTo>
                <a:lnTo>
                  <a:pt x="764139" y="3113125"/>
                </a:lnTo>
                <a:lnTo>
                  <a:pt x="765061" y="3113062"/>
                </a:lnTo>
                <a:lnTo>
                  <a:pt x="765972" y="3112984"/>
                </a:lnTo>
                <a:lnTo>
                  <a:pt x="766872" y="3112893"/>
                </a:lnTo>
                <a:lnTo>
                  <a:pt x="767760" y="3112787"/>
                </a:lnTo>
                <a:lnTo>
                  <a:pt x="768637" y="3112667"/>
                </a:lnTo>
                <a:close/>
                <a:moveTo>
                  <a:pt x="738474" y="3055511"/>
                </a:moveTo>
                <a:lnTo>
                  <a:pt x="738549" y="3055042"/>
                </a:lnTo>
                <a:lnTo>
                  <a:pt x="738632" y="3054574"/>
                </a:lnTo>
                <a:lnTo>
                  <a:pt x="738725" y="3054107"/>
                </a:lnTo>
                <a:lnTo>
                  <a:pt x="738826" y="3053642"/>
                </a:lnTo>
                <a:lnTo>
                  <a:pt x="738936" y="3053177"/>
                </a:lnTo>
                <a:lnTo>
                  <a:pt x="739055" y="3052714"/>
                </a:lnTo>
                <a:lnTo>
                  <a:pt x="739183" y="3052252"/>
                </a:lnTo>
                <a:lnTo>
                  <a:pt x="739319" y="3051791"/>
                </a:lnTo>
                <a:lnTo>
                  <a:pt x="739464" y="3051332"/>
                </a:lnTo>
                <a:lnTo>
                  <a:pt x="739619" y="3050873"/>
                </a:lnTo>
                <a:lnTo>
                  <a:pt x="739781" y="3050416"/>
                </a:lnTo>
                <a:lnTo>
                  <a:pt x="739953" y="3049960"/>
                </a:lnTo>
                <a:lnTo>
                  <a:pt x="740134" y="3049505"/>
                </a:lnTo>
                <a:lnTo>
                  <a:pt x="740323" y="3049051"/>
                </a:lnTo>
                <a:lnTo>
                  <a:pt x="740521" y="3048599"/>
                </a:lnTo>
                <a:lnTo>
                  <a:pt x="740728" y="3048147"/>
                </a:lnTo>
                <a:lnTo>
                  <a:pt x="740957" y="3047686"/>
                </a:lnTo>
                <a:lnTo>
                  <a:pt x="741194" y="3047231"/>
                </a:lnTo>
                <a:lnTo>
                  <a:pt x="741439" y="3046784"/>
                </a:lnTo>
                <a:lnTo>
                  <a:pt x="741691" y="3046344"/>
                </a:lnTo>
                <a:lnTo>
                  <a:pt x="741951" y="3045910"/>
                </a:lnTo>
                <a:lnTo>
                  <a:pt x="742218" y="3045484"/>
                </a:lnTo>
                <a:lnTo>
                  <a:pt x="742493" y="3045065"/>
                </a:lnTo>
                <a:lnTo>
                  <a:pt x="742776" y="3044653"/>
                </a:lnTo>
                <a:lnTo>
                  <a:pt x="743066" y="3044248"/>
                </a:lnTo>
                <a:lnTo>
                  <a:pt x="743364" y="3043850"/>
                </a:lnTo>
                <a:lnTo>
                  <a:pt x="743669" y="3043459"/>
                </a:lnTo>
                <a:lnTo>
                  <a:pt x="743983" y="3043075"/>
                </a:lnTo>
                <a:lnTo>
                  <a:pt x="744303" y="3042698"/>
                </a:lnTo>
                <a:lnTo>
                  <a:pt x="744632" y="3042328"/>
                </a:lnTo>
                <a:lnTo>
                  <a:pt x="744968" y="3041966"/>
                </a:lnTo>
                <a:lnTo>
                  <a:pt x="745312" y="3041610"/>
                </a:lnTo>
                <a:lnTo>
                  <a:pt x="745663" y="3041261"/>
                </a:lnTo>
                <a:lnTo>
                  <a:pt x="746022" y="3040919"/>
                </a:lnTo>
                <a:lnTo>
                  <a:pt x="746389" y="3040585"/>
                </a:lnTo>
                <a:lnTo>
                  <a:pt x="746763" y="3040257"/>
                </a:lnTo>
                <a:lnTo>
                  <a:pt x="747145" y="3039937"/>
                </a:lnTo>
                <a:lnTo>
                  <a:pt x="747534" y="3039623"/>
                </a:lnTo>
                <a:lnTo>
                  <a:pt x="747931" y="3039317"/>
                </a:lnTo>
                <a:lnTo>
                  <a:pt x="748336" y="3039017"/>
                </a:lnTo>
                <a:lnTo>
                  <a:pt x="748763" y="3038728"/>
                </a:lnTo>
                <a:lnTo>
                  <a:pt x="749197" y="3038450"/>
                </a:lnTo>
                <a:lnTo>
                  <a:pt x="749638" y="3038185"/>
                </a:lnTo>
                <a:lnTo>
                  <a:pt x="750088" y="3037933"/>
                </a:lnTo>
                <a:lnTo>
                  <a:pt x="750545" y="3037692"/>
                </a:lnTo>
                <a:lnTo>
                  <a:pt x="751009" y="3037464"/>
                </a:lnTo>
                <a:lnTo>
                  <a:pt x="751482" y="3037248"/>
                </a:lnTo>
                <a:lnTo>
                  <a:pt x="751962" y="3037045"/>
                </a:lnTo>
                <a:lnTo>
                  <a:pt x="752449" y="3036854"/>
                </a:lnTo>
                <a:lnTo>
                  <a:pt x="752944" y="3036675"/>
                </a:lnTo>
                <a:lnTo>
                  <a:pt x="753447" y="3036509"/>
                </a:lnTo>
                <a:lnTo>
                  <a:pt x="753958" y="3036355"/>
                </a:lnTo>
                <a:lnTo>
                  <a:pt x="754476" y="3036213"/>
                </a:lnTo>
                <a:lnTo>
                  <a:pt x="755001" y="3036084"/>
                </a:lnTo>
                <a:lnTo>
                  <a:pt x="755535" y="3035966"/>
                </a:lnTo>
                <a:lnTo>
                  <a:pt x="756076" y="3035862"/>
                </a:lnTo>
                <a:lnTo>
                  <a:pt x="756624" y="3035769"/>
                </a:lnTo>
                <a:lnTo>
                  <a:pt x="757180" y="3035689"/>
                </a:lnTo>
                <a:lnTo>
                  <a:pt x="757744" y="3035621"/>
                </a:lnTo>
                <a:lnTo>
                  <a:pt x="758316" y="3035566"/>
                </a:lnTo>
                <a:lnTo>
                  <a:pt x="758895" y="3035523"/>
                </a:lnTo>
                <a:lnTo>
                  <a:pt x="759482" y="3035492"/>
                </a:lnTo>
                <a:lnTo>
                  <a:pt x="760076" y="3035473"/>
                </a:lnTo>
                <a:lnTo>
                  <a:pt x="760678" y="3035467"/>
                </a:lnTo>
                <a:lnTo>
                  <a:pt x="761211" y="3035472"/>
                </a:lnTo>
                <a:lnTo>
                  <a:pt x="761738" y="3035487"/>
                </a:lnTo>
                <a:lnTo>
                  <a:pt x="762260" y="3035512"/>
                </a:lnTo>
                <a:lnTo>
                  <a:pt x="762777" y="3035547"/>
                </a:lnTo>
                <a:lnTo>
                  <a:pt x="763289" y="3035592"/>
                </a:lnTo>
                <a:lnTo>
                  <a:pt x="763795" y="3035647"/>
                </a:lnTo>
                <a:lnTo>
                  <a:pt x="764296" y="3035712"/>
                </a:lnTo>
                <a:lnTo>
                  <a:pt x="764792" y="3035787"/>
                </a:lnTo>
                <a:lnTo>
                  <a:pt x="765282" y="3035871"/>
                </a:lnTo>
                <a:lnTo>
                  <a:pt x="765768" y="3035966"/>
                </a:lnTo>
                <a:lnTo>
                  <a:pt x="766248" y="3036071"/>
                </a:lnTo>
                <a:lnTo>
                  <a:pt x="766722" y="3036186"/>
                </a:lnTo>
                <a:lnTo>
                  <a:pt x="767191" y="3036310"/>
                </a:lnTo>
                <a:lnTo>
                  <a:pt x="767656" y="3036445"/>
                </a:lnTo>
                <a:lnTo>
                  <a:pt x="768114" y="3036590"/>
                </a:lnTo>
                <a:lnTo>
                  <a:pt x="768568" y="3036745"/>
                </a:lnTo>
                <a:lnTo>
                  <a:pt x="769016" y="3036909"/>
                </a:lnTo>
                <a:lnTo>
                  <a:pt x="769459" y="3037084"/>
                </a:lnTo>
                <a:lnTo>
                  <a:pt x="769897" y="3037268"/>
                </a:lnTo>
                <a:lnTo>
                  <a:pt x="770329" y="3037463"/>
                </a:lnTo>
                <a:lnTo>
                  <a:pt x="770756" y="3037668"/>
                </a:lnTo>
                <a:lnTo>
                  <a:pt x="771178" y="3037882"/>
                </a:lnTo>
                <a:lnTo>
                  <a:pt x="771594" y="3038107"/>
                </a:lnTo>
                <a:lnTo>
                  <a:pt x="772006" y="3038341"/>
                </a:lnTo>
                <a:lnTo>
                  <a:pt x="772410" y="3038585"/>
                </a:lnTo>
                <a:lnTo>
                  <a:pt x="772806" y="3038836"/>
                </a:lnTo>
                <a:lnTo>
                  <a:pt x="773194" y="3039094"/>
                </a:lnTo>
                <a:lnTo>
                  <a:pt x="773574" y="3039360"/>
                </a:lnTo>
                <a:lnTo>
                  <a:pt x="773946" y="3039634"/>
                </a:lnTo>
                <a:lnTo>
                  <a:pt x="774309" y="3039916"/>
                </a:lnTo>
                <a:lnTo>
                  <a:pt x="774664" y="3040205"/>
                </a:lnTo>
                <a:lnTo>
                  <a:pt x="775011" y="3040502"/>
                </a:lnTo>
                <a:lnTo>
                  <a:pt x="775350" y="3040806"/>
                </a:lnTo>
                <a:lnTo>
                  <a:pt x="775680" y="3041118"/>
                </a:lnTo>
                <a:lnTo>
                  <a:pt x="776003" y="3041438"/>
                </a:lnTo>
                <a:lnTo>
                  <a:pt x="776317" y="3041765"/>
                </a:lnTo>
                <a:lnTo>
                  <a:pt x="776623" y="3042100"/>
                </a:lnTo>
                <a:lnTo>
                  <a:pt x="776920" y="3042442"/>
                </a:lnTo>
                <a:lnTo>
                  <a:pt x="777210" y="3042792"/>
                </a:lnTo>
                <a:lnTo>
                  <a:pt x="777491" y="3043150"/>
                </a:lnTo>
                <a:lnTo>
                  <a:pt x="777764" y="3043516"/>
                </a:lnTo>
                <a:lnTo>
                  <a:pt x="778029" y="3043889"/>
                </a:lnTo>
                <a:lnTo>
                  <a:pt x="778285" y="3044269"/>
                </a:lnTo>
                <a:lnTo>
                  <a:pt x="778533" y="3044658"/>
                </a:lnTo>
                <a:lnTo>
                  <a:pt x="778773" y="3045054"/>
                </a:lnTo>
                <a:lnTo>
                  <a:pt x="779005" y="3045457"/>
                </a:lnTo>
                <a:lnTo>
                  <a:pt x="779229" y="3045868"/>
                </a:lnTo>
                <a:lnTo>
                  <a:pt x="779444" y="3046287"/>
                </a:lnTo>
                <a:lnTo>
                  <a:pt x="779665" y="3046698"/>
                </a:lnTo>
                <a:lnTo>
                  <a:pt x="779877" y="3047115"/>
                </a:lnTo>
                <a:lnTo>
                  <a:pt x="780078" y="3047537"/>
                </a:lnTo>
                <a:lnTo>
                  <a:pt x="780271" y="3047964"/>
                </a:lnTo>
                <a:lnTo>
                  <a:pt x="780454" y="3048396"/>
                </a:lnTo>
                <a:lnTo>
                  <a:pt x="780628" y="3048834"/>
                </a:lnTo>
                <a:lnTo>
                  <a:pt x="780792" y="3049277"/>
                </a:lnTo>
                <a:lnTo>
                  <a:pt x="780947" y="3049725"/>
                </a:lnTo>
                <a:lnTo>
                  <a:pt x="781093" y="3050179"/>
                </a:lnTo>
                <a:lnTo>
                  <a:pt x="781229" y="3050637"/>
                </a:lnTo>
                <a:lnTo>
                  <a:pt x="781356" y="3051101"/>
                </a:lnTo>
                <a:lnTo>
                  <a:pt x="781473" y="3051571"/>
                </a:lnTo>
                <a:lnTo>
                  <a:pt x="781581" y="3052045"/>
                </a:lnTo>
                <a:lnTo>
                  <a:pt x="781680" y="3052525"/>
                </a:lnTo>
                <a:lnTo>
                  <a:pt x="781769" y="3053010"/>
                </a:lnTo>
                <a:lnTo>
                  <a:pt x="781849" y="3053501"/>
                </a:lnTo>
                <a:lnTo>
                  <a:pt x="781919" y="3053997"/>
                </a:lnTo>
                <a:lnTo>
                  <a:pt x="781980" y="3054498"/>
                </a:lnTo>
                <a:lnTo>
                  <a:pt x="782032" y="3055004"/>
                </a:lnTo>
                <a:lnTo>
                  <a:pt x="782074" y="3055516"/>
                </a:lnTo>
                <a:lnTo>
                  <a:pt x="782107" y="3056032"/>
                </a:lnTo>
                <a:lnTo>
                  <a:pt x="782131" y="3056555"/>
                </a:lnTo>
                <a:lnTo>
                  <a:pt x="782145" y="3057082"/>
                </a:lnTo>
                <a:lnTo>
                  <a:pt x="782150" y="3057615"/>
                </a:lnTo>
                <a:lnTo>
                  <a:pt x="782150" y="3060151"/>
                </a:lnTo>
                <a:lnTo>
                  <a:pt x="738192" y="3060151"/>
                </a:lnTo>
                <a:lnTo>
                  <a:pt x="738192" y="3059306"/>
                </a:lnTo>
                <a:lnTo>
                  <a:pt x="738196" y="3058827"/>
                </a:lnTo>
                <a:lnTo>
                  <a:pt x="738210" y="3058350"/>
                </a:lnTo>
                <a:lnTo>
                  <a:pt x="738232" y="3057874"/>
                </a:lnTo>
                <a:lnTo>
                  <a:pt x="738262" y="3057399"/>
                </a:lnTo>
                <a:lnTo>
                  <a:pt x="738302" y="3056925"/>
                </a:lnTo>
                <a:lnTo>
                  <a:pt x="738351" y="3056453"/>
                </a:lnTo>
                <a:lnTo>
                  <a:pt x="738408" y="3055981"/>
                </a:lnTo>
                <a:lnTo>
                  <a:pt x="738474" y="3055511"/>
                </a:lnTo>
                <a:close/>
                <a:moveTo>
                  <a:pt x="868251" y="3112919"/>
                </a:moveTo>
                <a:lnTo>
                  <a:pt x="869161" y="3112834"/>
                </a:lnTo>
                <a:lnTo>
                  <a:pt x="870058" y="3112739"/>
                </a:lnTo>
                <a:lnTo>
                  <a:pt x="870943" y="3112634"/>
                </a:lnTo>
                <a:lnTo>
                  <a:pt x="871816" y="3112519"/>
                </a:lnTo>
                <a:lnTo>
                  <a:pt x="872676" y="3112395"/>
                </a:lnTo>
                <a:lnTo>
                  <a:pt x="873524" y="3112260"/>
                </a:lnTo>
                <a:lnTo>
                  <a:pt x="874360" y="3112115"/>
                </a:lnTo>
                <a:lnTo>
                  <a:pt x="875183" y="3111961"/>
                </a:lnTo>
                <a:lnTo>
                  <a:pt x="875994" y="3111796"/>
                </a:lnTo>
                <a:lnTo>
                  <a:pt x="876793" y="3111621"/>
                </a:lnTo>
                <a:lnTo>
                  <a:pt x="877579" y="3111437"/>
                </a:lnTo>
                <a:lnTo>
                  <a:pt x="878353" y="3111242"/>
                </a:lnTo>
                <a:lnTo>
                  <a:pt x="879115" y="3111037"/>
                </a:lnTo>
                <a:lnTo>
                  <a:pt x="879864" y="3110823"/>
                </a:lnTo>
                <a:lnTo>
                  <a:pt x="880601" y="3110598"/>
                </a:lnTo>
                <a:lnTo>
                  <a:pt x="881326" y="3110364"/>
                </a:lnTo>
                <a:lnTo>
                  <a:pt x="882051" y="3110119"/>
                </a:lnTo>
                <a:lnTo>
                  <a:pt x="882762" y="3109864"/>
                </a:lnTo>
                <a:lnTo>
                  <a:pt x="883458" y="3109598"/>
                </a:lnTo>
                <a:lnTo>
                  <a:pt x="884139" y="3109321"/>
                </a:lnTo>
                <a:lnTo>
                  <a:pt x="884806" y="3109034"/>
                </a:lnTo>
                <a:lnTo>
                  <a:pt x="885457" y="3108737"/>
                </a:lnTo>
                <a:lnTo>
                  <a:pt x="886095" y="3108428"/>
                </a:lnTo>
                <a:lnTo>
                  <a:pt x="886717" y="3108110"/>
                </a:lnTo>
                <a:lnTo>
                  <a:pt x="887325" y="3107780"/>
                </a:lnTo>
                <a:lnTo>
                  <a:pt x="887918" y="3107440"/>
                </a:lnTo>
                <a:lnTo>
                  <a:pt x="888497" y="3107090"/>
                </a:lnTo>
                <a:lnTo>
                  <a:pt x="889061" y="3106729"/>
                </a:lnTo>
                <a:lnTo>
                  <a:pt x="889610" y="3106357"/>
                </a:lnTo>
                <a:lnTo>
                  <a:pt x="890144" y="3105975"/>
                </a:lnTo>
                <a:lnTo>
                  <a:pt x="890664" y="3105582"/>
                </a:lnTo>
                <a:lnTo>
                  <a:pt x="891169" y="3105179"/>
                </a:lnTo>
                <a:lnTo>
                  <a:pt x="891660" y="3104765"/>
                </a:lnTo>
                <a:lnTo>
                  <a:pt x="892136" y="3104341"/>
                </a:lnTo>
                <a:lnTo>
                  <a:pt x="892597" y="3103906"/>
                </a:lnTo>
                <a:lnTo>
                  <a:pt x="893043" y="3103460"/>
                </a:lnTo>
                <a:lnTo>
                  <a:pt x="893475" y="3103004"/>
                </a:lnTo>
                <a:lnTo>
                  <a:pt x="893892" y="3102537"/>
                </a:lnTo>
                <a:lnTo>
                  <a:pt x="894294" y="3102060"/>
                </a:lnTo>
                <a:lnTo>
                  <a:pt x="894682" y="3101572"/>
                </a:lnTo>
                <a:lnTo>
                  <a:pt x="895068" y="3101074"/>
                </a:lnTo>
                <a:lnTo>
                  <a:pt x="895438" y="3100565"/>
                </a:lnTo>
                <a:lnTo>
                  <a:pt x="895792" y="3100045"/>
                </a:lnTo>
                <a:lnTo>
                  <a:pt x="896129" y="3099515"/>
                </a:lnTo>
                <a:lnTo>
                  <a:pt x="896449" y="3098975"/>
                </a:lnTo>
                <a:lnTo>
                  <a:pt x="896753" y="3098423"/>
                </a:lnTo>
                <a:lnTo>
                  <a:pt x="897041" y="3097862"/>
                </a:lnTo>
                <a:lnTo>
                  <a:pt x="897312" y="3097289"/>
                </a:lnTo>
                <a:lnTo>
                  <a:pt x="897567" y="3096706"/>
                </a:lnTo>
                <a:lnTo>
                  <a:pt x="897805" y="3096113"/>
                </a:lnTo>
                <a:lnTo>
                  <a:pt x="898027" y="3095509"/>
                </a:lnTo>
                <a:lnTo>
                  <a:pt x="898233" y="3094894"/>
                </a:lnTo>
                <a:lnTo>
                  <a:pt x="898422" y="3094269"/>
                </a:lnTo>
                <a:lnTo>
                  <a:pt x="898594" y="3093633"/>
                </a:lnTo>
                <a:lnTo>
                  <a:pt x="898750" y="3092987"/>
                </a:lnTo>
                <a:lnTo>
                  <a:pt x="898890" y="3092330"/>
                </a:lnTo>
                <a:lnTo>
                  <a:pt x="899013" y="3091663"/>
                </a:lnTo>
                <a:lnTo>
                  <a:pt x="899120" y="3090984"/>
                </a:lnTo>
                <a:lnTo>
                  <a:pt x="899211" y="3090296"/>
                </a:lnTo>
                <a:lnTo>
                  <a:pt x="899285" y="3089597"/>
                </a:lnTo>
                <a:lnTo>
                  <a:pt x="899342" y="3088887"/>
                </a:lnTo>
                <a:lnTo>
                  <a:pt x="899383" y="3088167"/>
                </a:lnTo>
                <a:lnTo>
                  <a:pt x="899408" y="3087436"/>
                </a:lnTo>
                <a:lnTo>
                  <a:pt x="899416" y="3086694"/>
                </a:lnTo>
                <a:lnTo>
                  <a:pt x="899410" y="3086038"/>
                </a:lnTo>
                <a:lnTo>
                  <a:pt x="899394" y="3085391"/>
                </a:lnTo>
                <a:lnTo>
                  <a:pt x="899366" y="3084755"/>
                </a:lnTo>
                <a:lnTo>
                  <a:pt x="899327" y="3084130"/>
                </a:lnTo>
                <a:lnTo>
                  <a:pt x="899277" y="3083516"/>
                </a:lnTo>
                <a:lnTo>
                  <a:pt x="899215" y="3082912"/>
                </a:lnTo>
                <a:lnTo>
                  <a:pt x="899143" y="3082318"/>
                </a:lnTo>
                <a:lnTo>
                  <a:pt x="899059" y="3081735"/>
                </a:lnTo>
                <a:lnTo>
                  <a:pt x="898964" y="3081163"/>
                </a:lnTo>
                <a:lnTo>
                  <a:pt x="898858" y="3080601"/>
                </a:lnTo>
                <a:lnTo>
                  <a:pt x="898741" y="3080050"/>
                </a:lnTo>
                <a:lnTo>
                  <a:pt x="898613" y="3079509"/>
                </a:lnTo>
                <a:lnTo>
                  <a:pt x="898474" y="3078979"/>
                </a:lnTo>
                <a:lnTo>
                  <a:pt x="898323" y="3078459"/>
                </a:lnTo>
                <a:lnTo>
                  <a:pt x="898161" y="3077951"/>
                </a:lnTo>
                <a:lnTo>
                  <a:pt x="897988" y="3077452"/>
                </a:lnTo>
                <a:lnTo>
                  <a:pt x="897804" y="3076964"/>
                </a:lnTo>
                <a:lnTo>
                  <a:pt x="897609" y="3076487"/>
                </a:lnTo>
                <a:lnTo>
                  <a:pt x="897403" y="3076020"/>
                </a:lnTo>
                <a:lnTo>
                  <a:pt x="897185" y="3075564"/>
                </a:lnTo>
                <a:lnTo>
                  <a:pt x="896957" y="3075119"/>
                </a:lnTo>
                <a:lnTo>
                  <a:pt x="896717" y="3074684"/>
                </a:lnTo>
                <a:lnTo>
                  <a:pt x="896466" y="3074259"/>
                </a:lnTo>
                <a:lnTo>
                  <a:pt x="896204" y="3073845"/>
                </a:lnTo>
                <a:lnTo>
                  <a:pt x="895929" y="3073426"/>
                </a:lnTo>
                <a:lnTo>
                  <a:pt x="895640" y="3073013"/>
                </a:lnTo>
                <a:lnTo>
                  <a:pt x="895337" y="3072606"/>
                </a:lnTo>
                <a:lnTo>
                  <a:pt x="895020" y="3072206"/>
                </a:lnTo>
                <a:lnTo>
                  <a:pt x="894689" y="3071813"/>
                </a:lnTo>
                <a:lnTo>
                  <a:pt x="894344" y="3071426"/>
                </a:lnTo>
                <a:lnTo>
                  <a:pt x="893985" y="3071045"/>
                </a:lnTo>
                <a:lnTo>
                  <a:pt x="893611" y="3070671"/>
                </a:lnTo>
                <a:lnTo>
                  <a:pt x="893224" y="3070303"/>
                </a:lnTo>
                <a:lnTo>
                  <a:pt x="892822" y="3069941"/>
                </a:lnTo>
                <a:lnTo>
                  <a:pt x="892407" y="3069587"/>
                </a:lnTo>
                <a:lnTo>
                  <a:pt x="891977" y="3069238"/>
                </a:lnTo>
                <a:lnTo>
                  <a:pt x="891533" y="3068896"/>
                </a:lnTo>
                <a:lnTo>
                  <a:pt x="891075" y="3068561"/>
                </a:lnTo>
                <a:lnTo>
                  <a:pt x="890603" y="3068232"/>
                </a:lnTo>
                <a:lnTo>
                  <a:pt x="890117" y="3067909"/>
                </a:lnTo>
                <a:lnTo>
                  <a:pt x="889617" y="3067593"/>
                </a:lnTo>
                <a:lnTo>
                  <a:pt x="889103" y="3067283"/>
                </a:lnTo>
                <a:lnTo>
                  <a:pt x="888575" y="3066980"/>
                </a:lnTo>
                <a:lnTo>
                  <a:pt x="888032" y="3066683"/>
                </a:lnTo>
                <a:lnTo>
                  <a:pt x="887476" y="3066393"/>
                </a:lnTo>
                <a:lnTo>
                  <a:pt x="886905" y="3066109"/>
                </a:lnTo>
                <a:lnTo>
                  <a:pt x="886320" y="3065832"/>
                </a:lnTo>
                <a:lnTo>
                  <a:pt x="885722" y="3065561"/>
                </a:lnTo>
                <a:lnTo>
                  <a:pt x="885121" y="3065295"/>
                </a:lnTo>
                <a:lnTo>
                  <a:pt x="884502" y="3065033"/>
                </a:lnTo>
                <a:lnTo>
                  <a:pt x="883865" y="3064774"/>
                </a:lnTo>
                <a:lnTo>
                  <a:pt x="883209" y="3064518"/>
                </a:lnTo>
                <a:lnTo>
                  <a:pt x="882535" y="3064267"/>
                </a:lnTo>
                <a:lnTo>
                  <a:pt x="881844" y="3064018"/>
                </a:lnTo>
                <a:lnTo>
                  <a:pt x="881134" y="3063774"/>
                </a:lnTo>
                <a:lnTo>
                  <a:pt x="880405" y="3063532"/>
                </a:lnTo>
                <a:lnTo>
                  <a:pt x="879659" y="3063295"/>
                </a:lnTo>
                <a:lnTo>
                  <a:pt x="878894" y="3063060"/>
                </a:lnTo>
                <a:lnTo>
                  <a:pt x="878112" y="3062830"/>
                </a:lnTo>
                <a:lnTo>
                  <a:pt x="877311" y="3062602"/>
                </a:lnTo>
                <a:lnTo>
                  <a:pt x="876491" y="3062379"/>
                </a:lnTo>
                <a:lnTo>
                  <a:pt x="875654" y="3062159"/>
                </a:lnTo>
                <a:lnTo>
                  <a:pt x="874798" y="3061942"/>
                </a:lnTo>
                <a:lnTo>
                  <a:pt x="873924" y="3061729"/>
                </a:lnTo>
                <a:lnTo>
                  <a:pt x="873032" y="3061519"/>
                </a:lnTo>
                <a:lnTo>
                  <a:pt x="872122" y="3061313"/>
                </a:lnTo>
                <a:lnTo>
                  <a:pt x="871194" y="3061111"/>
                </a:lnTo>
                <a:lnTo>
                  <a:pt x="870247" y="3060912"/>
                </a:lnTo>
                <a:lnTo>
                  <a:pt x="869282" y="3060716"/>
                </a:lnTo>
                <a:lnTo>
                  <a:pt x="868299" y="3060524"/>
                </a:lnTo>
                <a:lnTo>
                  <a:pt x="867298" y="3060336"/>
                </a:lnTo>
                <a:lnTo>
                  <a:pt x="866279" y="3060151"/>
                </a:lnTo>
                <a:lnTo>
                  <a:pt x="865456" y="3059996"/>
                </a:lnTo>
                <a:lnTo>
                  <a:pt x="864648" y="3059842"/>
                </a:lnTo>
                <a:lnTo>
                  <a:pt x="863856" y="3059689"/>
                </a:lnTo>
                <a:lnTo>
                  <a:pt x="863081" y="3059536"/>
                </a:lnTo>
                <a:lnTo>
                  <a:pt x="862321" y="3059383"/>
                </a:lnTo>
                <a:lnTo>
                  <a:pt x="861577" y="3059232"/>
                </a:lnTo>
                <a:lnTo>
                  <a:pt x="860849" y="3059081"/>
                </a:lnTo>
                <a:lnTo>
                  <a:pt x="860136" y="3058930"/>
                </a:lnTo>
                <a:lnTo>
                  <a:pt x="859440" y="3058780"/>
                </a:lnTo>
                <a:lnTo>
                  <a:pt x="858759" y="3058631"/>
                </a:lnTo>
                <a:lnTo>
                  <a:pt x="858094" y="3058482"/>
                </a:lnTo>
                <a:lnTo>
                  <a:pt x="857445" y="3058334"/>
                </a:lnTo>
                <a:lnTo>
                  <a:pt x="856812" y="3058186"/>
                </a:lnTo>
                <a:lnTo>
                  <a:pt x="856195" y="3058039"/>
                </a:lnTo>
                <a:lnTo>
                  <a:pt x="855593" y="3057892"/>
                </a:lnTo>
                <a:lnTo>
                  <a:pt x="855008" y="3057747"/>
                </a:lnTo>
                <a:lnTo>
                  <a:pt x="854438" y="3057601"/>
                </a:lnTo>
                <a:lnTo>
                  <a:pt x="853884" y="3057457"/>
                </a:lnTo>
                <a:lnTo>
                  <a:pt x="853346" y="3057312"/>
                </a:lnTo>
                <a:lnTo>
                  <a:pt x="852824" y="3057169"/>
                </a:lnTo>
                <a:lnTo>
                  <a:pt x="852318" y="3057026"/>
                </a:lnTo>
                <a:lnTo>
                  <a:pt x="851827" y="3056884"/>
                </a:lnTo>
                <a:lnTo>
                  <a:pt x="851353" y="3056742"/>
                </a:lnTo>
                <a:lnTo>
                  <a:pt x="850894" y="3056601"/>
                </a:lnTo>
                <a:lnTo>
                  <a:pt x="850463" y="3056459"/>
                </a:lnTo>
                <a:lnTo>
                  <a:pt x="850043" y="3056316"/>
                </a:lnTo>
                <a:lnTo>
                  <a:pt x="849634" y="3056173"/>
                </a:lnTo>
                <a:lnTo>
                  <a:pt x="849236" y="3056028"/>
                </a:lnTo>
                <a:lnTo>
                  <a:pt x="848849" y="3055881"/>
                </a:lnTo>
                <a:lnTo>
                  <a:pt x="848474" y="3055734"/>
                </a:lnTo>
                <a:lnTo>
                  <a:pt x="848110" y="3055586"/>
                </a:lnTo>
                <a:lnTo>
                  <a:pt x="847757" y="3055436"/>
                </a:lnTo>
                <a:lnTo>
                  <a:pt x="847415" y="3055285"/>
                </a:lnTo>
                <a:lnTo>
                  <a:pt x="847084" y="3055133"/>
                </a:lnTo>
                <a:lnTo>
                  <a:pt x="846764" y="3054980"/>
                </a:lnTo>
                <a:lnTo>
                  <a:pt x="846456" y="3054825"/>
                </a:lnTo>
                <a:lnTo>
                  <a:pt x="846158" y="3054670"/>
                </a:lnTo>
                <a:lnTo>
                  <a:pt x="845872" y="3054513"/>
                </a:lnTo>
                <a:lnTo>
                  <a:pt x="845597" y="3054355"/>
                </a:lnTo>
                <a:lnTo>
                  <a:pt x="845333" y="3054196"/>
                </a:lnTo>
                <a:lnTo>
                  <a:pt x="845081" y="3054036"/>
                </a:lnTo>
                <a:lnTo>
                  <a:pt x="844839" y="3053874"/>
                </a:lnTo>
                <a:lnTo>
                  <a:pt x="844609" y="3053712"/>
                </a:lnTo>
                <a:lnTo>
                  <a:pt x="844389" y="3053548"/>
                </a:lnTo>
                <a:lnTo>
                  <a:pt x="844181" y="3053383"/>
                </a:lnTo>
                <a:lnTo>
                  <a:pt x="843984" y="3053217"/>
                </a:lnTo>
                <a:lnTo>
                  <a:pt x="843799" y="3053050"/>
                </a:lnTo>
                <a:lnTo>
                  <a:pt x="843624" y="3052881"/>
                </a:lnTo>
                <a:lnTo>
                  <a:pt x="843458" y="3052696"/>
                </a:lnTo>
                <a:lnTo>
                  <a:pt x="843300" y="3052508"/>
                </a:lnTo>
                <a:lnTo>
                  <a:pt x="843148" y="3052316"/>
                </a:lnTo>
                <a:lnTo>
                  <a:pt x="843004" y="3052120"/>
                </a:lnTo>
                <a:lnTo>
                  <a:pt x="842867" y="3051921"/>
                </a:lnTo>
                <a:lnTo>
                  <a:pt x="842736" y="3051719"/>
                </a:lnTo>
                <a:lnTo>
                  <a:pt x="842613" y="3051513"/>
                </a:lnTo>
                <a:lnTo>
                  <a:pt x="842497" y="3051303"/>
                </a:lnTo>
                <a:lnTo>
                  <a:pt x="842388" y="3051090"/>
                </a:lnTo>
                <a:lnTo>
                  <a:pt x="842285" y="3050873"/>
                </a:lnTo>
                <a:lnTo>
                  <a:pt x="842190" y="3050653"/>
                </a:lnTo>
                <a:lnTo>
                  <a:pt x="842102" y="3050430"/>
                </a:lnTo>
                <a:lnTo>
                  <a:pt x="842021" y="3050202"/>
                </a:lnTo>
                <a:lnTo>
                  <a:pt x="841947" y="3049972"/>
                </a:lnTo>
                <a:lnTo>
                  <a:pt x="841880" y="3049737"/>
                </a:lnTo>
                <a:lnTo>
                  <a:pt x="841821" y="3049500"/>
                </a:lnTo>
                <a:lnTo>
                  <a:pt x="841768" y="3049258"/>
                </a:lnTo>
                <a:lnTo>
                  <a:pt x="841722" y="3049014"/>
                </a:lnTo>
                <a:lnTo>
                  <a:pt x="841683" y="3048765"/>
                </a:lnTo>
                <a:lnTo>
                  <a:pt x="841652" y="3048514"/>
                </a:lnTo>
                <a:lnTo>
                  <a:pt x="841627" y="3048258"/>
                </a:lnTo>
                <a:lnTo>
                  <a:pt x="841609" y="3047999"/>
                </a:lnTo>
                <a:lnTo>
                  <a:pt x="841599" y="3047737"/>
                </a:lnTo>
                <a:lnTo>
                  <a:pt x="841595" y="3047471"/>
                </a:lnTo>
                <a:lnTo>
                  <a:pt x="841629" y="3046478"/>
                </a:lnTo>
                <a:lnTo>
                  <a:pt x="841731" y="3045527"/>
                </a:lnTo>
                <a:lnTo>
                  <a:pt x="841902" y="3044618"/>
                </a:lnTo>
                <a:lnTo>
                  <a:pt x="842140" y="3043751"/>
                </a:lnTo>
                <a:lnTo>
                  <a:pt x="842446" y="3042927"/>
                </a:lnTo>
                <a:lnTo>
                  <a:pt x="842821" y="3042145"/>
                </a:lnTo>
                <a:lnTo>
                  <a:pt x="843264" y="3041406"/>
                </a:lnTo>
                <a:lnTo>
                  <a:pt x="843774" y="3040708"/>
                </a:lnTo>
                <a:lnTo>
                  <a:pt x="844353" y="3040053"/>
                </a:lnTo>
                <a:lnTo>
                  <a:pt x="845000" y="3039440"/>
                </a:lnTo>
                <a:lnTo>
                  <a:pt x="845715" y="3038870"/>
                </a:lnTo>
                <a:lnTo>
                  <a:pt x="846498" y="3038341"/>
                </a:lnTo>
                <a:lnTo>
                  <a:pt x="847349" y="3037855"/>
                </a:lnTo>
                <a:lnTo>
                  <a:pt x="848269" y="3037411"/>
                </a:lnTo>
                <a:lnTo>
                  <a:pt x="849256" y="3037010"/>
                </a:lnTo>
                <a:lnTo>
                  <a:pt x="850311" y="3036651"/>
                </a:lnTo>
                <a:lnTo>
                  <a:pt x="851435" y="3036334"/>
                </a:lnTo>
                <a:lnTo>
                  <a:pt x="852627" y="3036059"/>
                </a:lnTo>
                <a:lnTo>
                  <a:pt x="853887" y="3035826"/>
                </a:lnTo>
                <a:lnTo>
                  <a:pt x="855214" y="3035636"/>
                </a:lnTo>
                <a:lnTo>
                  <a:pt x="856610" y="3035488"/>
                </a:lnTo>
                <a:lnTo>
                  <a:pt x="858074" y="3035383"/>
                </a:lnTo>
                <a:lnTo>
                  <a:pt x="859607" y="3035319"/>
                </a:lnTo>
                <a:lnTo>
                  <a:pt x="861207" y="3035298"/>
                </a:lnTo>
                <a:lnTo>
                  <a:pt x="861670" y="3035300"/>
                </a:lnTo>
                <a:lnTo>
                  <a:pt x="862130" y="3035306"/>
                </a:lnTo>
                <a:lnTo>
                  <a:pt x="862586" y="3035317"/>
                </a:lnTo>
                <a:lnTo>
                  <a:pt x="863038" y="3035331"/>
                </a:lnTo>
                <a:lnTo>
                  <a:pt x="863488" y="3035349"/>
                </a:lnTo>
                <a:lnTo>
                  <a:pt x="863933" y="3035372"/>
                </a:lnTo>
                <a:lnTo>
                  <a:pt x="864375" y="3035399"/>
                </a:lnTo>
                <a:lnTo>
                  <a:pt x="864814" y="3035430"/>
                </a:lnTo>
                <a:lnTo>
                  <a:pt x="865249" y="3035464"/>
                </a:lnTo>
                <a:lnTo>
                  <a:pt x="865680" y="3035503"/>
                </a:lnTo>
                <a:lnTo>
                  <a:pt x="866108" y="3035547"/>
                </a:lnTo>
                <a:lnTo>
                  <a:pt x="866532" y="3035594"/>
                </a:lnTo>
                <a:lnTo>
                  <a:pt x="866953" y="3035645"/>
                </a:lnTo>
                <a:lnTo>
                  <a:pt x="867371" y="3035701"/>
                </a:lnTo>
                <a:lnTo>
                  <a:pt x="867785" y="3035760"/>
                </a:lnTo>
                <a:lnTo>
                  <a:pt x="868195" y="3035824"/>
                </a:lnTo>
                <a:lnTo>
                  <a:pt x="868602" y="3035892"/>
                </a:lnTo>
                <a:lnTo>
                  <a:pt x="869005" y="3035964"/>
                </a:lnTo>
                <a:lnTo>
                  <a:pt x="869405" y="3036040"/>
                </a:lnTo>
                <a:lnTo>
                  <a:pt x="869801" y="3036120"/>
                </a:lnTo>
                <a:lnTo>
                  <a:pt x="870194" y="3036204"/>
                </a:lnTo>
                <a:lnTo>
                  <a:pt x="870583" y="3036292"/>
                </a:lnTo>
                <a:lnTo>
                  <a:pt x="870969" y="3036385"/>
                </a:lnTo>
                <a:lnTo>
                  <a:pt x="871351" y="3036481"/>
                </a:lnTo>
                <a:lnTo>
                  <a:pt x="871742" y="3036570"/>
                </a:lnTo>
                <a:lnTo>
                  <a:pt x="872126" y="3036666"/>
                </a:lnTo>
                <a:lnTo>
                  <a:pt x="872503" y="3036769"/>
                </a:lnTo>
                <a:lnTo>
                  <a:pt x="872873" y="3036881"/>
                </a:lnTo>
                <a:lnTo>
                  <a:pt x="873235" y="3037000"/>
                </a:lnTo>
                <a:lnTo>
                  <a:pt x="873591" y="3037126"/>
                </a:lnTo>
                <a:lnTo>
                  <a:pt x="873940" y="3037260"/>
                </a:lnTo>
                <a:lnTo>
                  <a:pt x="874281" y="3037402"/>
                </a:lnTo>
                <a:lnTo>
                  <a:pt x="874616" y="3037551"/>
                </a:lnTo>
                <a:lnTo>
                  <a:pt x="874944" y="3037708"/>
                </a:lnTo>
                <a:lnTo>
                  <a:pt x="875264" y="3037873"/>
                </a:lnTo>
                <a:lnTo>
                  <a:pt x="875578" y="3038045"/>
                </a:lnTo>
                <a:lnTo>
                  <a:pt x="875884" y="3038225"/>
                </a:lnTo>
                <a:lnTo>
                  <a:pt x="876183" y="3038413"/>
                </a:lnTo>
                <a:lnTo>
                  <a:pt x="876476" y="3038608"/>
                </a:lnTo>
                <a:lnTo>
                  <a:pt x="876761" y="3038811"/>
                </a:lnTo>
                <a:lnTo>
                  <a:pt x="877039" y="3039021"/>
                </a:lnTo>
                <a:lnTo>
                  <a:pt x="877311" y="3039239"/>
                </a:lnTo>
                <a:lnTo>
                  <a:pt x="877575" y="3039465"/>
                </a:lnTo>
                <a:lnTo>
                  <a:pt x="877832" y="3039698"/>
                </a:lnTo>
                <a:lnTo>
                  <a:pt x="878082" y="3039939"/>
                </a:lnTo>
                <a:lnTo>
                  <a:pt x="878325" y="3040188"/>
                </a:lnTo>
                <a:lnTo>
                  <a:pt x="878561" y="3040444"/>
                </a:lnTo>
                <a:lnTo>
                  <a:pt x="878790" y="3040708"/>
                </a:lnTo>
                <a:lnTo>
                  <a:pt x="879024" y="3040967"/>
                </a:lnTo>
                <a:lnTo>
                  <a:pt x="879249" y="3041236"/>
                </a:lnTo>
                <a:lnTo>
                  <a:pt x="879464" y="3041517"/>
                </a:lnTo>
                <a:lnTo>
                  <a:pt x="879668" y="3041807"/>
                </a:lnTo>
                <a:lnTo>
                  <a:pt x="879863" y="3042108"/>
                </a:lnTo>
                <a:lnTo>
                  <a:pt x="880047" y="3042420"/>
                </a:lnTo>
                <a:lnTo>
                  <a:pt x="880222" y="3042742"/>
                </a:lnTo>
                <a:lnTo>
                  <a:pt x="880387" y="3043075"/>
                </a:lnTo>
                <a:lnTo>
                  <a:pt x="880541" y="3043419"/>
                </a:lnTo>
                <a:lnTo>
                  <a:pt x="880686" y="3043773"/>
                </a:lnTo>
                <a:lnTo>
                  <a:pt x="880821" y="3044137"/>
                </a:lnTo>
                <a:lnTo>
                  <a:pt x="880946" y="3044512"/>
                </a:lnTo>
                <a:lnTo>
                  <a:pt x="881060" y="3044898"/>
                </a:lnTo>
                <a:lnTo>
                  <a:pt x="881165" y="3045294"/>
                </a:lnTo>
                <a:lnTo>
                  <a:pt x="881260" y="3045701"/>
                </a:lnTo>
                <a:lnTo>
                  <a:pt x="881345" y="3046118"/>
                </a:lnTo>
                <a:lnTo>
                  <a:pt x="881420" y="3046546"/>
                </a:lnTo>
                <a:lnTo>
                  <a:pt x="881484" y="3046985"/>
                </a:lnTo>
                <a:lnTo>
                  <a:pt x="881539" y="3047434"/>
                </a:lnTo>
                <a:lnTo>
                  <a:pt x="881584" y="3047894"/>
                </a:lnTo>
                <a:lnTo>
                  <a:pt x="881619" y="3048364"/>
                </a:lnTo>
                <a:lnTo>
                  <a:pt x="881644" y="3048845"/>
                </a:lnTo>
                <a:lnTo>
                  <a:pt x="881659" y="3049336"/>
                </a:lnTo>
                <a:lnTo>
                  <a:pt x="881664" y="3049838"/>
                </a:lnTo>
                <a:lnTo>
                  <a:pt x="896373" y="3049838"/>
                </a:lnTo>
                <a:lnTo>
                  <a:pt x="896400" y="3049740"/>
                </a:lnTo>
                <a:lnTo>
                  <a:pt x="896427" y="3049644"/>
                </a:lnTo>
                <a:lnTo>
                  <a:pt x="896452" y="3049550"/>
                </a:lnTo>
                <a:lnTo>
                  <a:pt x="896476" y="3049457"/>
                </a:lnTo>
                <a:lnTo>
                  <a:pt x="896499" y="3049367"/>
                </a:lnTo>
                <a:lnTo>
                  <a:pt x="896521" y="3049278"/>
                </a:lnTo>
                <a:lnTo>
                  <a:pt x="896541" y="3049191"/>
                </a:lnTo>
                <a:lnTo>
                  <a:pt x="896561" y="3049105"/>
                </a:lnTo>
                <a:lnTo>
                  <a:pt x="896579" y="3049022"/>
                </a:lnTo>
                <a:lnTo>
                  <a:pt x="896596" y="3048940"/>
                </a:lnTo>
                <a:lnTo>
                  <a:pt x="896612" y="3048860"/>
                </a:lnTo>
                <a:lnTo>
                  <a:pt x="896627" y="3048781"/>
                </a:lnTo>
                <a:lnTo>
                  <a:pt x="896640" y="3048705"/>
                </a:lnTo>
                <a:lnTo>
                  <a:pt x="896652" y="3048630"/>
                </a:lnTo>
                <a:lnTo>
                  <a:pt x="896663" y="3048557"/>
                </a:lnTo>
                <a:lnTo>
                  <a:pt x="896673" y="3048485"/>
                </a:lnTo>
                <a:lnTo>
                  <a:pt x="896682" y="3048416"/>
                </a:lnTo>
                <a:lnTo>
                  <a:pt x="896690" y="3048348"/>
                </a:lnTo>
                <a:lnTo>
                  <a:pt x="896696" y="3048282"/>
                </a:lnTo>
                <a:lnTo>
                  <a:pt x="896702" y="3048218"/>
                </a:lnTo>
                <a:lnTo>
                  <a:pt x="896706" y="3048155"/>
                </a:lnTo>
                <a:lnTo>
                  <a:pt x="896709" y="3048094"/>
                </a:lnTo>
                <a:lnTo>
                  <a:pt x="896710" y="3048035"/>
                </a:lnTo>
                <a:lnTo>
                  <a:pt x="896711" y="3047978"/>
                </a:lnTo>
                <a:lnTo>
                  <a:pt x="896711" y="3047922"/>
                </a:lnTo>
                <a:lnTo>
                  <a:pt x="896711" y="3047866"/>
                </a:lnTo>
                <a:lnTo>
                  <a:pt x="896711" y="3047812"/>
                </a:lnTo>
                <a:lnTo>
                  <a:pt x="896711" y="3047757"/>
                </a:lnTo>
                <a:lnTo>
                  <a:pt x="896711" y="3047704"/>
                </a:lnTo>
                <a:lnTo>
                  <a:pt x="896711" y="3047650"/>
                </a:lnTo>
                <a:lnTo>
                  <a:pt x="896711" y="3047598"/>
                </a:lnTo>
                <a:lnTo>
                  <a:pt x="896711" y="3047546"/>
                </a:lnTo>
                <a:lnTo>
                  <a:pt x="896711" y="3047495"/>
                </a:lnTo>
                <a:lnTo>
                  <a:pt x="896711" y="3047444"/>
                </a:lnTo>
                <a:lnTo>
                  <a:pt x="896711" y="3047394"/>
                </a:lnTo>
                <a:lnTo>
                  <a:pt x="896711" y="3047344"/>
                </a:lnTo>
                <a:lnTo>
                  <a:pt x="896711" y="3047295"/>
                </a:lnTo>
                <a:lnTo>
                  <a:pt x="896711" y="3047247"/>
                </a:lnTo>
                <a:lnTo>
                  <a:pt x="896711" y="3047199"/>
                </a:lnTo>
                <a:lnTo>
                  <a:pt x="896711" y="3047151"/>
                </a:lnTo>
                <a:lnTo>
                  <a:pt x="896711" y="3047105"/>
                </a:lnTo>
                <a:lnTo>
                  <a:pt x="896711" y="3047059"/>
                </a:lnTo>
                <a:lnTo>
                  <a:pt x="896711" y="3047013"/>
                </a:lnTo>
                <a:lnTo>
                  <a:pt x="896711" y="3046968"/>
                </a:lnTo>
                <a:lnTo>
                  <a:pt x="896711" y="3046924"/>
                </a:lnTo>
                <a:lnTo>
                  <a:pt x="896711" y="3046880"/>
                </a:lnTo>
                <a:lnTo>
                  <a:pt x="896711" y="3046837"/>
                </a:lnTo>
                <a:lnTo>
                  <a:pt x="896711" y="3046794"/>
                </a:lnTo>
                <a:lnTo>
                  <a:pt x="896703" y="3046193"/>
                </a:lnTo>
                <a:lnTo>
                  <a:pt x="896679" y="3045598"/>
                </a:lnTo>
                <a:lnTo>
                  <a:pt x="896640" y="3045011"/>
                </a:lnTo>
                <a:lnTo>
                  <a:pt x="896584" y="3044432"/>
                </a:lnTo>
                <a:lnTo>
                  <a:pt x="896513" y="3043861"/>
                </a:lnTo>
                <a:lnTo>
                  <a:pt x="896426" y="3043297"/>
                </a:lnTo>
                <a:lnTo>
                  <a:pt x="896323" y="3042741"/>
                </a:lnTo>
                <a:lnTo>
                  <a:pt x="896204" y="3042192"/>
                </a:lnTo>
                <a:lnTo>
                  <a:pt x="896069" y="3041651"/>
                </a:lnTo>
                <a:lnTo>
                  <a:pt x="895919" y="3041118"/>
                </a:lnTo>
                <a:lnTo>
                  <a:pt x="895752" y="3040592"/>
                </a:lnTo>
                <a:lnTo>
                  <a:pt x="895570" y="3040074"/>
                </a:lnTo>
                <a:lnTo>
                  <a:pt x="895372" y="3039564"/>
                </a:lnTo>
                <a:lnTo>
                  <a:pt x="895158" y="3039061"/>
                </a:lnTo>
                <a:lnTo>
                  <a:pt x="894928" y="3038566"/>
                </a:lnTo>
                <a:lnTo>
                  <a:pt x="894682" y="3038078"/>
                </a:lnTo>
                <a:lnTo>
                  <a:pt x="894421" y="3037598"/>
                </a:lnTo>
                <a:lnTo>
                  <a:pt x="894143" y="3037126"/>
                </a:lnTo>
                <a:lnTo>
                  <a:pt x="893850" y="3036661"/>
                </a:lnTo>
                <a:lnTo>
                  <a:pt x="893541" y="3036204"/>
                </a:lnTo>
                <a:lnTo>
                  <a:pt x="893216" y="3035755"/>
                </a:lnTo>
                <a:lnTo>
                  <a:pt x="892875" y="3035313"/>
                </a:lnTo>
                <a:lnTo>
                  <a:pt x="892519" y="3034879"/>
                </a:lnTo>
                <a:lnTo>
                  <a:pt x="892146" y="3034453"/>
                </a:lnTo>
                <a:lnTo>
                  <a:pt x="891760" y="3034020"/>
                </a:lnTo>
                <a:lnTo>
                  <a:pt x="891363" y="3033596"/>
                </a:lnTo>
                <a:lnTo>
                  <a:pt x="890955" y="3033179"/>
                </a:lnTo>
                <a:lnTo>
                  <a:pt x="890535" y="3032771"/>
                </a:lnTo>
                <a:lnTo>
                  <a:pt x="890105" y="3032372"/>
                </a:lnTo>
                <a:lnTo>
                  <a:pt x="889663" y="3031980"/>
                </a:lnTo>
                <a:lnTo>
                  <a:pt x="889210" y="3031597"/>
                </a:lnTo>
                <a:lnTo>
                  <a:pt x="888746" y="3031222"/>
                </a:lnTo>
                <a:lnTo>
                  <a:pt x="888271" y="3030855"/>
                </a:lnTo>
                <a:lnTo>
                  <a:pt x="887784" y="3030496"/>
                </a:lnTo>
                <a:lnTo>
                  <a:pt x="887287" y="3030146"/>
                </a:lnTo>
                <a:lnTo>
                  <a:pt x="886778" y="3029803"/>
                </a:lnTo>
                <a:lnTo>
                  <a:pt x="886258" y="3029469"/>
                </a:lnTo>
                <a:lnTo>
                  <a:pt x="885728" y="3029144"/>
                </a:lnTo>
                <a:lnTo>
                  <a:pt x="885185" y="3028826"/>
                </a:lnTo>
                <a:lnTo>
                  <a:pt x="884632" y="3028517"/>
                </a:lnTo>
                <a:lnTo>
                  <a:pt x="884068" y="3028215"/>
                </a:lnTo>
                <a:lnTo>
                  <a:pt x="883492" y="3027923"/>
                </a:lnTo>
                <a:lnTo>
                  <a:pt x="882905" y="3027638"/>
                </a:lnTo>
                <a:lnTo>
                  <a:pt x="882307" y="3027361"/>
                </a:lnTo>
                <a:lnTo>
                  <a:pt x="881698" y="3027093"/>
                </a:lnTo>
                <a:lnTo>
                  <a:pt x="881078" y="3026833"/>
                </a:lnTo>
                <a:lnTo>
                  <a:pt x="880447" y="3026581"/>
                </a:lnTo>
                <a:lnTo>
                  <a:pt x="879804" y="3026338"/>
                </a:lnTo>
                <a:lnTo>
                  <a:pt x="879167" y="3026103"/>
                </a:lnTo>
                <a:lnTo>
                  <a:pt x="878522" y="3025878"/>
                </a:lnTo>
                <a:lnTo>
                  <a:pt x="877871" y="3025664"/>
                </a:lnTo>
                <a:lnTo>
                  <a:pt x="877212" y="3025459"/>
                </a:lnTo>
                <a:lnTo>
                  <a:pt x="876546" y="3025265"/>
                </a:lnTo>
                <a:lnTo>
                  <a:pt x="875874" y="3025080"/>
                </a:lnTo>
                <a:lnTo>
                  <a:pt x="875194" y="3024905"/>
                </a:lnTo>
                <a:lnTo>
                  <a:pt x="874507" y="3024741"/>
                </a:lnTo>
                <a:lnTo>
                  <a:pt x="873813" y="3024586"/>
                </a:lnTo>
                <a:lnTo>
                  <a:pt x="873112" y="3024441"/>
                </a:lnTo>
                <a:lnTo>
                  <a:pt x="872404" y="3024307"/>
                </a:lnTo>
                <a:lnTo>
                  <a:pt x="871689" y="3024182"/>
                </a:lnTo>
                <a:lnTo>
                  <a:pt x="870967" y="3024067"/>
                </a:lnTo>
                <a:lnTo>
                  <a:pt x="870238" y="3023962"/>
                </a:lnTo>
                <a:lnTo>
                  <a:pt x="869502" y="3023868"/>
                </a:lnTo>
                <a:lnTo>
                  <a:pt x="868759" y="3023783"/>
                </a:lnTo>
                <a:lnTo>
                  <a:pt x="868008" y="3023708"/>
                </a:lnTo>
                <a:lnTo>
                  <a:pt x="867251" y="3023643"/>
                </a:lnTo>
                <a:lnTo>
                  <a:pt x="866487" y="3023588"/>
                </a:lnTo>
                <a:lnTo>
                  <a:pt x="865715" y="3023543"/>
                </a:lnTo>
                <a:lnTo>
                  <a:pt x="864937" y="3023508"/>
                </a:lnTo>
                <a:lnTo>
                  <a:pt x="864151" y="3023483"/>
                </a:lnTo>
                <a:lnTo>
                  <a:pt x="863359" y="3023468"/>
                </a:lnTo>
                <a:lnTo>
                  <a:pt x="862559" y="3023463"/>
                </a:lnTo>
                <a:lnTo>
                  <a:pt x="861648" y="3023468"/>
                </a:lnTo>
                <a:lnTo>
                  <a:pt x="860747" y="3023483"/>
                </a:lnTo>
                <a:lnTo>
                  <a:pt x="859854" y="3023508"/>
                </a:lnTo>
                <a:lnTo>
                  <a:pt x="858971" y="3023543"/>
                </a:lnTo>
                <a:lnTo>
                  <a:pt x="858098" y="3023588"/>
                </a:lnTo>
                <a:lnTo>
                  <a:pt x="857234" y="3023643"/>
                </a:lnTo>
                <a:lnTo>
                  <a:pt x="856379" y="3023708"/>
                </a:lnTo>
                <a:lnTo>
                  <a:pt x="855534" y="3023783"/>
                </a:lnTo>
                <a:lnTo>
                  <a:pt x="854698" y="3023868"/>
                </a:lnTo>
                <a:lnTo>
                  <a:pt x="853871" y="3023962"/>
                </a:lnTo>
                <a:lnTo>
                  <a:pt x="853054" y="3024067"/>
                </a:lnTo>
                <a:lnTo>
                  <a:pt x="852246" y="3024182"/>
                </a:lnTo>
                <a:lnTo>
                  <a:pt x="851448" y="3024307"/>
                </a:lnTo>
                <a:lnTo>
                  <a:pt x="850659" y="3024441"/>
                </a:lnTo>
                <a:lnTo>
                  <a:pt x="849879" y="3024586"/>
                </a:lnTo>
                <a:lnTo>
                  <a:pt x="849109" y="3024741"/>
                </a:lnTo>
                <a:lnTo>
                  <a:pt x="848348" y="3024905"/>
                </a:lnTo>
                <a:lnTo>
                  <a:pt x="847597" y="3025080"/>
                </a:lnTo>
                <a:lnTo>
                  <a:pt x="846855" y="3025265"/>
                </a:lnTo>
                <a:lnTo>
                  <a:pt x="846122" y="3025459"/>
                </a:lnTo>
                <a:lnTo>
                  <a:pt x="845399" y="3025664"/>
                </a:lnTo>
                <a:lnTo>
                  <a:pt x="844685" y="3025878"/>
                </a:lnTo>
                <a:lnTo>
                  <a:pt x="843981" y="3026103"/>
                </a:lnTo>
                <a:lnTo>
                  <a:pt x="843286" y="3026338"/>
                </a:lnTo>
                <a:lnTo>
                  <a:pt x="842616" y="3026582"/>
                </a:lnTo>
                <a:lnTo>
                  <a:pt x="841958" y="3026835"/>
                </a:lnTo>
                <a:lnTo>
                  <a:pt x="841312" y="3027098"/>
                </a:lnTo>
                <a:lnTo>
                  <a:pt x="840679" y="3027371"/>
                </a:lnTo>
                <a:lnTo>
                  <a:pt x="840059" y="3027652"/>
                </a:lnTo>
                <a:lnTo>
                  <a:pt x="839450" y="3027944"/>
                </a:lnTo>
                <a:lnTo>
                  <a:pt x="838854" y="3028244"/>
                </a:lnTo>
                <a:lnTo>
                  <a:pt x="838270" y="3028554"/>
                </a:lnTo>
                <a:lnTo>
                  <a:pt x="837699" y="3028873"/>
                </a:lnTo>
                <a:lnTo>
                  <a:pt x="837140" y="3029202"/>
                </a:lnTo>
                <a:lnTo>
                  <a:pt x="836593" y="3029540"/>
                </a:lnTo>
                <a:lnTo>
                  <a:pt x="836058" y="3029888"/>
                </a:lnTo>
                <a:lnTo>
                  <a:pt x="835536" y="3030245"/>
                </a:lnTo>
                <a:lnTo>
                  <a:pt x="835026" y="3030611"/>
                </a:lnTo>
                <a:lnTo>
                  <a:pt x="834529" y="3030987"/>
                </a:lnTo>
                <a:lnTo>
                  <a:pt x="834044" y="3031372"/>
                </a:lnTo>
                <a:lnTo>
                  <a:pt x="833571" y="3031766"/>
                </a:lnTo>
                <a:lnTo>
                  <a:pt x="833110" y="3032170"/>
                </a:lnTo>
                <a:lnTo>
                  <a:pt x="832662" y="3032583"/>
                </a:lnTo>
                <a:lnTo>
                  <a:pt x="832226" y="3033006"/>
                </a:lnTo>
                <a:lnTo>
                  <a:pt x="831802" y="3033438"/>
                </a:lnTo>
                <a:lnTo>
                  <a:pt x="831391" y="3033880"/>
                </a:lnTo>
                <a:lnTo>
                  <a:pt x="830992" y="3034330"/>
                </a:lnTo>
                <a:lnTo>
                  <a:pt x="830606" y="3034791"/>
                </a:lnTo>
                <a:lnTo>
                  <a:pt x="830233" y="3035261"/>
                </a:lnTo>
                <a:lnTo>
                  <a:pt x="829877" y="3035741"/>
                </a:lnTo>
                <a:lnTo>
                  <a:pt x="829536" y="3036230"/>
                </a:lnTo>
                <a:lnTo>
                  <a:pt x="829211" y="3036730"/>
                </a:lnTo>
                <a:lnTo>
                  <a:pt x="828902" y="3037240"/>
                </a:lnTo>
                <a:lnTo>
                  <a:pt x="828609" y="3037760"/>
                </a:lnTo>
                <a:lnTo>
                  <a:pt x="828331" y="3038290"/>
                </a:lnTo>
                <a:lnTo>
                  <a:pt x="828070" y="3038830"/>
                </a:lnTo>
                <a:lnTo>
                  <a:pt x="827824" y="3039379"/>
                </a:lnTo>
                <a:lnTo>
                  <a:pt x="827594" y="3039939"/>
                </a:lnTo>
                <a:lnTo>
                  <a:pt x="827380" y="3040509"/>
                </a:lnTo>
                <a:lnTo>
                  <a:pt x="827182" y="3041088"/>
                </a:lnTo>
                <a:lnTo>
                  <a:pt x="827000" y="3041678"/>
                </a:lnTo>
                <a:lnTo>
                  <a:pt x="826833" y="3042278"/>
                </a:lnTo>
                <a:lnTo>
                  <a:pt x="826683" y="3042887"/>
                </a:lnTo>
                <a:lnTo>
                  <a:pt x="826548" y="3043507"/>
                </a:lnTo>
                <a:lnTo>
                  <a:pt x="826429" y="3044137"/>
                </a:lnTo>
                <a:lnTo>
                  <a:pt x="826326" y="3044776"/>
                </a:lnTo>
                <a:lnTo>
                  <a:pt x="826239" y="3045426"/>
                </a:lnTo>
                <a:lnTo>
                  <a:pt x="826168" y="3046085"/>
                </a:lnTo>
                <a:lnTo>
                  <a:pt x="826112" y="3046755"/>
                </a:lnTo>
                <a:lnTo>
                  <a:pt x="826073" y="3047434"/>
                </a:lnTo>
                <a:lnTo>
                  <a:pt x="826049" y="3048124"/>
                </a:lnTo>
                <a:lnTo>
                  <a:pt x="826041" y="3048823"/>
                </a:lnTo>
                <a:lnTo>
                  <a:pt x="826046" y="3049425"/>
                </a:lnTo>
                <a:lnTo>
                  <a:pt x="826062" y="3050019"/>
                </a:lnTo>
                <a:lnTo>
                  <a:pt x="826089" y="3050604"/>
                </a:lnTo>
                <a:lnTo>
                  <a:pt x="826126" y="3051181"/>
                </a:lnTo>
                <a:lnTo>
                  <a:pt x="826173" y="3051750"/>
                </a:lnTo>
                <a:lnTo>
                  <a:pt x="826231" y="3052310"/>
                </a:lnTo>
                <a:lnTo>
                  <a:pt x="826300" y="3052863"/>
                </a:lnTo>
                <a:lnTo>
                  <a:pt x="826379" y="3053407"/>
                </a:lnTo>
                <a:lnTo>
                  <a:pt x="826469" y="3053943"/>
                </a:lnTo>
                <a:lnTo>
                  <a:pt x="826569" y="3054471"/>
                </a:lnTo>
                <a:lnTo>
                  <a:pt x="826680" y="3054990"/>
                </a:lnTo>
                <a:lnTo>
                  <a:pt x="826802" y="3055501"/>
                </a:lnTo>
                <a:lnTo>
                  <a:pt x="826934" y="3056005"/>
                </a:lnTo>
                <a:lnTo>
                  <a:pt x="827076" y="3056499"/>
                </a:lnTo>
                <a:lnTo>
                  <a:pt x="827230" y="3056986"/>
                </a:lnTo>
                <a:lnTo>
                  <a:pt x="827393" y="3057465"/>
                </a:lnTo>
                <a:lnTo>
                  <a:pt x="827568" y="3057935"/>
                </a:lnTo>
                <a:lnTo>
                  <a:pt x="827753" y="3058397"/>
                </a:lnTo>
                <a:lnTo>
                  <a:pt x="827948" y="3058851"/>
                </a:lnTo>
                <a:lnTo>
                  <a:pt x="828154" y="3059296"/>
                </a:lnTo>
                <a:lnTo>
                  <a:pt x="828371" y="3059733"/>
                </a:lnTo>
                <a:lnTo>
                  <a:pt x="828598" y="3060163"/>
                </a:lnTo>
                <a:lnTo>
                  <a:pt x="828836" y="3060584"/>
                </a:lnTo>
                <a:lnTo>
                  <a:pt x="829084" y="3060996"/>
                </a:lnTo>
                <a:lnTo>
                  <a:pt x="829344" y="3061388"/>
                </a:lnTo>
                <a:lnTo>
                  <a:pt x="829618" y="3061773"/>
                </a:lnTo>
                <a:lnTo>
                  <a:pt x="829906" y="3062153"/>
                </a:lnTo>
                <a:lnTo>
                  <a:pt x="830207" y="3062527"/>
                </a:lnTo>
                <a:lnTo>
                  <a:pt x="830521" y="3062895"/>
                </a:lnTo>
                <a:lnTo>
                  <a:pt x="830849" y="3063258"/>
                </a:lnTo>
                <a:lnTo>
                  <a:pt x="831190" y="3063614"/>
                </a:lnTo>
                <a:lnTo>
                  <a:pt x="831545" y="3063964"/>
                </a:lnTo>
                <a:lnTo>
                  <a:pt x="831913" y="3064309"/>
                </a:lnTo>
                <a:lnTo>
                  <a:pt x="832295" y="3064648"/>
                </a:lnTo>
                <a:lnTo>
                  <a:pt x="832691" y="3064980"/>
                </a:lnTo>
                <a:lnTo>
                  <a:pt x="833100" y="3065307"/>
                </a:lnTo>
                <a:lnTo>
                  <a:pt x="833522" y="3065629"/>
                </a:lnTo>
                <a:lnTo>
                  <a:pt x="833958" y="3065944"/>
                </a:lnTo>
                <a:lnTo>
                  <a:pt x="834407" y="3066253"/>
                </a:lnTo>
                <a:lnTo>
                  <a:pt x="834870" y="3066557"/>
                </a:lnTo>
                <a:lnTo>
                  <a:pt x="835346" y="3066854"/>
                </a:lnTo>
                <a:lnTo>
                  <a:pt x="835836" y="3067146"/>
                </a:lnTo>
                <a:lnTo>
                  <a:pt x="836340" y="3067432"/>
                </a:lnTo>
                <a:lnTo>
                  <a:pt x="836857" y="3067712"/>
                </a:lnTo>
                <a:lnTo>
                  <a:pt x="837387" y="3067986"/>
                </a:lnTo>
                <a:lnTo>
                  <a:pt x="837931" y="3068254"/>
                </a:lnTo>
                <a:lnTo>
                  <a:pt x="838488" y="3068517"/>
                </a:lnTo>
                <a:lnTo>
                  <a:pt x="839059" y="3068773"/>
                </a:lnTo>
                <a:lnTo>
                  <a:pt x="839644" y="3069011"/>
                </a:lnTo>
                <a:lnTo>
                  <a:pt x="840245" y="3069246"/>
                </a:lnTo>
                <a:lnTo>
                  <a:pt x="840861" y="3069479"/>
                </a:lnTo>
                <a:lnTo>
                  <a:pt x="841492" y="3069708"/>
                </a:lnTo>
                <a:lnTo>
                  <a:pt x="842138" y="3069934"/>
                </a:lnTo>
                <a:lnTo>
                  <a:pt x="842800" y="3070157"/>
                </a:lnTo>
                <a:lnTo>
                  <a:pt x="843477" y="3070378"/>
                </a:lnTo>
                <a:lnTo>
                  <a:pt x="844169" y="3070595"/>
                </a:lnTo>
                <a:lnTo>
                  <a:pt x="844876" y="3070810"/>
                </a:lnTo>
                <a:lnTo>
                  <a:pt x="845599" y="3071022"/>
                </a:lnTo>
                <a:lnTo>
                  <a:pt x="846337" y="3071230"/>
                </a:lnTo>
                <a:lnTo>
                  <a:pt x="847090" y="3071436"/>
                </a:lnTo>
                <a:lnTo>
                  <a:pt x="847858" y="3071639"/>
                </a:lnTo>
                <a:lnTo>
                  <a:pt x="848642" y="3071839"/>
                </a:lnTo>
                <a:lnTo>
                  <a:pt x="849441" y="3072036"/>
                </a:lnTo>
                <a:lnTo>
                  <a:pt x="850255" y="3072230"/>
                </a:lnTo>
                <a:lnTo>
                  <a:pt x="851085" y="3072421"/>
                </a:lnTo>
                <a:lnTo>
                  <a:pt x="851929" y="3072609"/>
                </a:lnTo>
                <a:lnTo>
                  <a:pt x="852789" y="3072794"/>
                </a:lnTo>
                <a:lnTo>
                  <a:pt x="853665" y="3072976"/>
                </a:lnTo>
                <a:lnTo>
                  <a:pt x="854555" y="3073156"/>
                </a:lnTo>
                <a:lnTo>
                  <a:pt x="855461" y="3073332"/>
                </a:lnTo>
                <a:lnTo>
                  <a:pt x="856382" y="3073506"/>
                </a:lnTo>
                <a:lnTo>
                  <a:pt x="857318" y="3073676"/>
                </a:lnTo>
                <a:lnTo>
                  <a:pt x="858197" y="3073817"/>
                </a:lnTo>
                <a:lnTo>
                  <a:pt x="859058" y="3073959"/>
                </a:lnTo>
                <a:lnTo>
                  <a:pt x="859902" y="3074101"/>
                </a:lnTo>
                <a:lnTo>
                  <a:pt x="860728" y="3074244"/>
                </a:lnTo>
                <a:lnTo>
                  <a:pt x="861536" y="3074388"/>
                </a:lnTo>
                <a:lnTo>
                  <a:pt x="862327" y="3074532"/>
                </a:lnTo>
                <a:lnTo>
                  <a:pt x="863100" y="3074677"/>
                </a:lnTo>
                <a:lnTo>
                  <a:pt x="863856" y="3074822"/>
                </a:lnTo>
                <a:lnTo>
                  <a:pt x="864594" y="3074968"/>
                </a:lnTo>
                <a:lnTo>
                  <a:pt x="865314" y="3075114"/>
                </a:lnTo>
                <a:lnTo>
                  <a:pt x="866016" y="3075262"/>
                </a:lnTo>
                <a:lnTo>
                  <a:pt x="866702" y="3075409"/>
                </a:lnTo>
                <a:lnTo>
                  <a:pt x="867369" y="3075557"/>
                </a:lnTo>
                <a:lnTo>
                  <a:pt x="868019" y="3075706"/>
                </a:lnTo>
                <a:lnTo>
                  <a:pt x="868651" y="3075856"/>
                </a:lnTo>
                <a:lnTo>
                  <a:pt x="869266" y="3076006"/>
                </a:lnTo>
                <a:lnTo>
                  <a:pt x="869863" y="3076156"/>
                </a:lnTo>
                <a:lnTo>
                  <a:pt x="870442" y="3076307"/>
                </a:lnTo>
                <a:lnTo>
                  <a:pt x="871004" y="3076459"/>
                </a:lnTo>
                <a:lnTo>
                  <a:pt x="871548" y="3076611"/>
                </a:lnTo>
                <a:lnTo>
                  <a:pt x="872075" y="3076764"/>
                </a:lnTo>
                <a:lnTo>
                  <a:pt x="872584" y="3076918"/>
                </a:lnTo>
                <a:lnTo>
                  <a:pt x="873075" y="3077072"/>
                </a:lnTo>
                <a:lnTo>
                  <a:pt x="873549" y="3077227"/>
                </a:lnTo>
                <a:lnTo>
                  <a:pt x="874022" y="3077383"/>
                </a:lnTo>
                <a:lnTo>
                  <a:pt x="874482" y="3077541"/>
                </a:lnTo>
                <a:lnTo>
                  <a:pt x="874930" y="3077702"/>
                </a:lnTo>
                <a:lnTo>
                  <a:pt x="875366" y="3077865"/>
                </a:lnTo>
                <a:lnTo>
                  <a:pt x="875790" y="3078031"/>
                </a:lnTo>
                <a:lnTo>
                  <a:pt x="876201" y="3078199"/>
                </a:lnTo>
                <a:lnTo>
                  <a:pt x="876600" y="3078369"/>
                </a:lnTo>
                <a:lnTo>
                  <a:pt x="876987" y="3078542"/>
                </a:lnTo>
                <a:lnTo>
                  <a:pt x="877361" y="3078716"/>
                </a:lnTo>
                <a:lnTo>
                  <a:pt x="877723" y="3078894"/>
                </a:lnTo>
                <a:lnTo>
                  <a:pt x="878072" y="3079073"/>
                </a:lnTo>
                <a:lnTo>
                  <a:pt x="878410" y="3079255"/>
                </a:lnTo>
                <a:lnTo>
                  <a:pt x="878734" y="3079440"/>
                </a:lnTo>
                <a:lnTo>
                  <a:pt x="879047" y="3079626"/>
                </a:lnTo>
                <a:lnTo>
                  <a:pt x="879347" y="3079815"/>
                </a:lnTo>
                <a:lnTo>
                  <a:pt x="879635" y="3080007"/>
                </a:lnTo>
                <a:lnTo>
                  <a:pt x="879911" y="3080201"/>
                </a:lnTo>
                <a:lnTo>
                  <a:pt x="880174" y="3080397"/>
                </a:lnTo>
                <a:lnTo>
                  <a:pt x="880425" y="3080595"/>
                </a:lnTo>
                <a:lnTo>
                  <a:pt x="880664" y="3080796"/>
                </a:lnTo>
                <a:lnTo>
                  <a:pt x="880890" y="3080999"/>
                </a:lnTo>
                <a:lnTo>
                  <a:pt x="881104" y="3081204"/>
                </a:lnTo>
                <a:lnTo>
                  <a:pt x="881306" y="3081412"/>
                </a:lnTo>
                <a:lnTo>
                  <a:pt x="881495" y="3081622"/>
                </a:lnTo>
                <a:lnTo>
                  <a:pt x="881674" y="3081836"/>
                </a:lnTo>
                <a:lnTo>
                  <a:pt x="881846" y="3082054"/>
                </a:lnTo>
                <a:lnTo>
                  <a:pt x="882010" y="3082277"/>
                </a:lnTo>
                <a:lnTo>
                  <a:pt x="882167" y="3082505"/>
                </a:lnTo>
                <a:lnTo>
                  <a:pt x="882315" y="3082738"/>
                </a:lnTo>
                <a:lnTo>
                  <a:pt x="882457" y="3082975"/>
                </a:lnTo>
                <a:lnTo>
                  <a:pt x="882590" y="3083217"/>
                </a:lnTo>
                <a:lnTo>
                  <a:pt x="882716" y="3083463"/>
                </a:lnTo>
                <a:lnTo>
                  <a:pt x="882834" y="3083715"/>
                </a:lnTo>
                <a:lnTo>
                  <a:pt x="882945" y="3083971"/>
                </a:lnTo>
                <a:lnTo>
                  <a:pt x="883048" y="3084231"/>
                </a:lnTo>
                <a:lnTo>
                  <a:pt x="883143" y="3084497"/>
                </a:lnTo>
                <a:lnTo>
                  <a:pt x="883231" y="3084767"/>
                </a:lnTo>
                <a:lnTo>
                  <a:pt x="883311" y="3085041"/>
                </a:lnTo>
                <a:lnTo>
                  <a:pt x="883384" y="3085321"/>
                </a:lnTo>
                <a:lnTo>
                  <a:pt x="883449" y="3085605"/>
                </a:lnTo>
                <a:lnTo>
                  <a:pt x="883506" y="3085894"/>
                </a:lnTo>
                <a:lnTo>
                  <a:pt x="883555" y="3086187"/>
                </a:lnTo>
                <a:lnTo>
                  <a:pt x="883597" y="3086485"/>
                </a:lnTo>
                <a:lnTo>
                  <a:pt x="883632" y="3086788"/>
                </a:lnTo>
                <a:lnTo>
                  <a:pt x="883658" y="3087096"/>
                </a:lnTo>
                <a:lnTo>
                  <a:pt x="883678" y="3087408"/>
                </a:lnTo>
                <a:lnTo>
                  <a:pt x="883689" y="3087725"/>
                </a:lnTo>
                <a:lnTo>
                  <a:pt x="883693" y="3088047"/>
                </a:lnTo>
                <a:lnTo>
                  <a:pt x="883683" y="3088536"/>
                </a:lnTo>
                <a:lnTo>
                  <a:pt x="883655" y="3089018"/>
                </a:lnTo>
                <a:lnTo>
                  <a:pt x="883608" y="3089492"/>
                </a:lnTo>
                <a:lnTo>
                  <a:pt x="883543" y="3089958"/>
                </a:lnTo>
                <a:lnTo>
                  <a:pt x="883458" y="3090417"/>
                </a:lnTo>
                <a:lnTo>
                  <a:pt x="883355" y="3090868"/>
                </a:lnTo>
                <a:lnTo>
                  <a:pt x="883233" y="3091312"/>
                </a:lnTo>
                <a:lnTo>
                  <a:pt x="883092" y="3091748"/>
                </a:lnTo>
                <a:lnTo>
                  <a:pt x="882932" y="3092176"/>
                </a:lnTo>
                <a:lnTo>
                  <a:pt x="882754" y="3092597"/>
                </a:lnTo>
                <a:lnTo>
                  <a:pt x="882556" y="3093009"/>
                </a:lnTo>
                <a:lnTo>
                  <a:pt x="882340" y="3093415"/>
                </a:lnTo>
                <a:lnTo>
                  <a:pt x="882105" y="3093813"/>
                </a:lnTo>
                <a:lnTo>
                  <a:pt x="881852" y="3094203"/>
                </a:lnTo>
                <a:lnTo>
                  <a:pt x="881579" y="3094585"/>
                </a:lnTo>
                <a:lnTo>
                  <a:pt x="881288" y="3094960"/>
                </a:lnTo>
                <a:lnTo>
                  <a:pt x="880978" y="3095327"/>
                </a:lnTo>
                <a:lnTo>
                  <a:pt x="880650" y="3095687"/>
                </a:lnTo>
                <a:lnTo>
                  <a:pt x="880302" y="3096039"/>
                </a:lnTo>
                <a:lnTo>
                  <a:pt x="879936" y="3096383"/>
                </a:lnTo>
                <a:lnTo>
                  <a:pt x="879551" y="3096719"/>
                </a:lnTo>
                <a:lnTo>
                  <a:pt x="879147" y="3097049"/>
                </a:lnTo>
                <a:lnTo>
                  <a:pt x="878724" y="3097370"/>
                </a:lnTo>
                <a:lnTo>
                  <a:pt x="878283" y="3097684"/>
                </a:lnTo>
                <a:lnTo>
                  <a:pt x="877837" y="3097973"/>
                </a:lnTo>
                <a:lnTo>
                  <a:pt x="877374" y="3098251"/>
                </a:lnTo>
                <a:lnTo>
                  <a:pt x="876893" y="3098516"/>
                </a:lnTo>
                <a:lnTo>
                  <a:pt x="876395" y="3098769"/>
                </a:lnTo>
                <a:lnTo>
                  <a:pt x="875879" y="3099009"/>
                </a:lnTo>
                <a:lnTo>
                  <a:pt x="875345" y="3099237"/>
                </a:lnTo>
                <a:lnTo>
                  <a:pt x="874794" y="3099453"/>
                </a:lnTo>
                <a:lnTo>
                  <a:pt x="874225" y="3099656"/>
                </a:lnTo>
                <a:lnTo>
                  <a:pt x="873639" y="3099847"/>
                </a:lnTo>
                <a:lnTo>
                  <a:pt x="873035" y="3100026"/>
                </a:lnTo>
                <a:lnTo>
                  <a:pt x="872413" y="3100193"/>
                </a:lnTo>
                <a:lnTo>
                  <a:pt x="871774" y="3100347"/>
                </a:lnTo>
                <a:lnTo>
                  <a:pt x="871117" y="3100488"/>
                </a:lnTo>
                <a:lnTo>
                  <a:pt x="870442" y="3100618"/>
                </a:lnTo>
                <a:lnTo>
                  <a:pt x="869750" y="3100735"/>
                </a:lnTo>
                <a:lnTo>
                  <a:pt x="869040" y="3100840"/>
                </a:lnTo>
                <a:lnTo>
                  <a:pt x="868313" y="3100932"/>
                </a:lnTo>
                <a:lnTo>
                  <a:pt x="867568" y="3101012"/>
                </a:lnTo>
                <a:lnTo>
                  <a:pt x="866806" y="3101080"/>
                </a:lnTo>
                <a:lnTo>
                  <a:pt x="866025" y="3101136"/>
                </a:lnTo>
                <a:lnTo>
                  <a:pt x="865228" y="3101179"/>
                </a:lnTo>
                <a:lnTo>
                  <a:pt x="864412" y="3101210"/>
                </a:lnTo>
                <a:lnTo>
                  <a:pt x="863579" y="3101228"/>
                </a:lnTo>
                <a:lnTo>
                  <a:pt x="862729" y="3101234"/>
                </a:lnTo>
                <a:lnTo>
                  <a:pt x="861780" y="3101227"/>
                </a:lnTo>
                <a:lnTo>
                  <a:pt x="860849" y="3101207"/>
                </a:lnTo>
                <a:lnTo>
                  <a:pt x="859936" y="3101173"/>
                </a:lnTo>
                <a:lnTo>
                  <a:pt x="859042" y="3101126"/>
                </a:lnTo>
                <a:lnTo>
                  <a:pt x="858166" y="3101065"/>
                </a:lnTo>
                <a:lnTo>
                  <a:pt x="857308" y="3100991"/>
                </a:lnTo>
                <a:lnTo>
                  <a:pt x="856468" y="3100903"/>
                </a:lnTo>
                <a:lnTo>
                  <a:pt x="855646" y="3100802"/>
                </a:lnTo>
                <a:lnTo>
                  <a:pt x="854843" y="3100687"/>
                </a:lnTo>
                <a:lnTo>
                  <a:pt x="854058" y="3100559"/>
                </a:lnTo>
                <a:lnTo>
                  <a:pt x="853291" y="3100417"/>
                </a:lnTo>
                <a:lnTo>
                  <a:pt x="852542" y="3100262"/>
                </a:lnTo>
                <a:lnTo>
                  <a:pt x="851812" y="3100093"/>
                </a:lnTo>
                <a:lnTo>
                  <a:pt x="851099" y="3099911"/>
                </a:lnTo>
                <a:lnTo>
                  <a:pt x="850405" y="3099715"/>
                </a:lnTo>
                <a:lnTo>
                  <a:pt x="849729" y="3099506"/>
                </a:lnTo>
                <a:lnTo>
                  <a:pt x="849071" y="3099283"/>
                </a:lnTo>
                <a:lnTo>
                  <a:pt x="848432" y="3099047"/>
                </a:lnTo>
                <a:lnTo>
                  <a:pt x="847810" y="3098797"/>
                </a:lnTo>
                <a:lnTo>
                  <a:pt x="847207" y="3098534"/>
                </a:lnTo>
                <a:lnTo>
                  <a:pt x="846622" y="3098257"/>
                </a:lnTo>
                <a:lnTo>
                  <a:pt x="846055" y="3097967"/>
                </a:lnTo>
                <a:lnTo>
                  <a:pt x="845507" y="3097663"/>
                </a:lnTo>
                <a:lnTo>
                  <a:pt x="844976" y="3097346"/>
                </a:lnTo>
                <a:lnTo>
                  <a:pt x="844480" y="3097002"/>
                </a:lnTo>
                <a:lnTo>
                  <a:pt x="844004" y="3096648"/>
                </a:lnTo>
                <a:lnTo>
                  <a:pt x="843550" y="3096284"/>
                </a:lnTo>
                <a:lnTo>
                  <a:pt x="843117" y="3095909"/>
                </a:lnTo>
                <a:lnTo>
                  <a:pt x="842705" y="3095523"/>
                </a:lnTo>
                <a:lnTo>
                  <a:pt x="842314" y="3095127"/>
                </a:lnTo>
                <a:lnTo>
                  <a:pt x="841944" y="3094720"/>
                </a:lnTo>
                <a:lnTo>
                  <a:pt x="841595" y="3094302"/>
                </a:lnTo>
                <a:lnTo>
                  <a:pt x="841268" y="3093875"/>
                </a:lnTo>
                <a:lnTo>
                  <a:pt x="840961" y="3093436"/>
                </a:lnTo>
                <a:lnTo>
                  <a:pt x="840676" y="3092987"/>
                </a:lnTo>
                <a:lnTo>
                  <a:pt x="840412" y="3092527"/>
                </a:lnTo>
                <a:lnTo>
                  <a:pt x="840169" y="3092057"/>
                </a:lnTo>
                <a:lnTo>
                  <a:pt x="839947" y="3091576"/>
                </a:lnTo>
                <a:lnTo>
                  <a:pt x="839746" y="3091085"/>
                </a:lnTo>
                <a:lnTo>
                  <a:pt x="839566" y="3090583"/>
                </a:lnTo>
                <a:lnTo>
                  <a:pt x="839408" y="3090070"/>
                </a:lnTo>
                <a:lnTo>
                  <a:pt x="839270" y="3089547"/>
                </a:lnTo>
                <a:lnTo>
                  <a:pt x="839154" y="3089014"/>
                </a:lnTo>
                <a:lnTo>
                  <a:pt x="839059" y="3088470"/>
                </a:lnTo>
                <a:lnTo>
                  <a:pt x="838985" y="3087915"/>
                </a:lnTo>
                <a:lnTo>
                  <a:pt x="838932" y="3087350"/>
                </a:lnTo>
                <a:lnTo>
                  <a:pt x="838901" y="3086774"/>
                </a:lnTo>
                <a:lnTo>
                  <a:pt x="838890" y="3086187"/>
                </a:lnTo>
                <a:lnTo>
                  <a:pt x="838890" y="3084496"/>
                </a:lnTo>
                <a:lnTo>
                  <a:pt x="824350" y="3084496"/>
                </a:lnTo>
                <a:lnTo>
                  <a:pt x="824336" y="3084595"/>
                </a:lnTo>
                <a:lnTo>
                  <a:pt x="824323" y="3084693"/>
                </a:lnTo>
                <a:lnTo>
                  <a:pt x="824311" y="3084790"/>
                </a:lnTo>
                <a:lnTo>
                  <a:pt x="824299" y="3084886"/>
                </a:lnTo>
                <a:lnTo>
                  <a:pt x="824287" y="3084982"/>
                </a:lnTo>
                <a:lnTo>
                  <a:pt x="824276" y="3085078"/>
                </a:lnTo>
                <a:lnTo>
                  <a:pt x="824266" y="3085172"/>
                </a:lnTo>
                <a:lnTo>
                  <a:pt x="824256" y="3085267"/>
                </a:lnTo>
                <a:lnTo>
                  <a:pt x="824247" y="3085360"/>
                </a:lnTo>
                <a:lnTo>
                  <a:pt x="824239" y="3085453"/>
                </a:lnTo>
                <a:lnTo>
                  <a:pt x="824231" y="3085546"/>
                </a:lnTo>
                <a:lnTo>
                  <a:pt x="824223" y="3085638"/>
                </a:lnTo>
                <a:lnTo>
                  <a:pt x="824217" y="3085729"/>
                </a:lnTo>
                <a:lnTo>
                  <a:pt x="824211" y="3085820"/>
                </a:lnTo>
                <a:lnTo>
                  <a:pt x="824205" y="3085910"/>
                </a:lnTo>
                <a:lnTo>
                  <a:pt x="824200" y="3085999"/>
                </a:lnTo>
                <a:lnTo>
                  <a:pt x="824196" y="3086088"/>
                </a:lnTo>
                <a:lnTo>
                  <a:pt x="824192" y="3086177"/>
                </a:lnTo>
                <a:lnTo>
                  <a:pt x="824189" y="3086264"/>
                </a:lnTo>
                <a:lnTo>
                  <a:pt x="824186" y="3086352"/>
                </a:lnTo>
                <a:lnTo>
                  <a:pt x="824184" y="3086438"/>
                </a:lnTo>
                <a:lnTo>
                  <a:pt x="824182" y="3086524"/>
                </a:lnTo>
                <a:lnTo>
                  <a:pt x="824182" y="3086610"/>
                </a:lnTo>
                <a:lnTo>
                  <a:pt x="824181" y="3086694"/>
                </a:lnTo>
                <a:lnTo>
                  <a:pt x="824181" y="3086778"/>
                </a:lnTo>
                <a:lnTo>
                  <a:pt x="824181" y="3086860"/>
                </a:lnTo>
                <a:lnTo>
                  <a:pt x="824181" y="3086940"/>
                </a:lnTo>
                <a:lnTo>
                  <a:pt x="824181" y="3087019"/>
                </a:lnTo>
                <a:lnTo>
                  <a:pt x="824181" y="3087095"/>
                </a:lnTo>
                <a:lnTo>
                  <a:pt x="824181" y="3087170"/>
                </a:lnTo>
                <a:lnTo>
                  <a:pt x="824181" y="3087243"/>
                </a:lnTo>
                <a:lnTo>
                  <a:pt x="824181" y="3087314"/>
                </a:lnTo>
                <a:lnTo>
                  <a:pt x="824181" y="3087384"/>
                </a:lnTo>
                <a:lnTo>
                  <a:pt x="824181" y="3087452"/>
                </a:lnTo>
                <a:lnTo>
                  <a:pt x="824181" y="3087518"/>
                </a:lnTo>
                <a:lnTo>
                  <a:pt x="824181" y="3087582"/>
                </a:lnTo>
                <a:lnTo>
                  <a:pt x="824181" y="3087645"/>
                </a:lnTo>
                <a:lnTo>
                  <a:pt x="824181" y="3087705"/>
                </a:lnTo>
                <a:lnTo>
                  <a:pt x="824181" y="3087764"/>
                </a:lnTo>
                <a:lnTo>
                  <a:pt x="824181" y="3087822"/>
                </a:lnTo>
                <a:lnTo>
                  <a:pt x="824181" y="3087877"/>
                </a:lnTo>
                <a:lnTo>
                  <a:pt x="824181" y="3087931"/>
                </a:lnTo>
                <a:lnTo>
                  <a:pt x="824181" y="3087983"/>
                </a:lnTo>
                <a:lnTo>
                  <a:pt x="824181" y="3088033"/>
                </a:lnTo>
                <a:lnTo>
                  <a:pt x="824181" y="3088081"/>
                </a:lnTo>
                <a:lnTo>
                  <a:pt x="824181" y="3088128"/>
                </a:lnTo>
                <a:lnTo>
                  <a:pt x="824181" y="3088173"/>
                </a:lnTo>
                <a:lnTo>
                  <a:pt x="824181" y="3088216"/>
                </a:lnTo>
                <a:lnTo>
                  <a:pt x="824189" y="3088861"/>
                </a:lnTo>
                <a:lnTo>
                  <a:pt x="824213" y="3089498"/>
                </a:lnTo>
                <a:lnTo>
                  <a:pt x="824253" y="3090129"/>
                </a:lnTo>
                <a:lnTo>
                  <a:pt x="824308" y="3090752"/>
                </a:lnTo>
                <a:lnTo>
                  <a:pt x="824379" y="3091368"/>
                </a:lnTo>
                <a:lnTo>
                  <a:pt x="824467" y="3091978"/>
                </a:lnTo>
                <a:lnTo>
                  <a:pt x="824570" y="3092580"/>
                </a:lnTo>
                <a:lnTo>
                  <a:pt x="824688" y="3093175"/>
                </a:lnTo>
                <a:lnTo>
                  <a:pt x="824823" y="3093764"/>
                </a:lnTo>
                <a:lnTo>
                  <a:pt x="824974" y="3094345"/>
                </a:lnTo>
                <a:lnTo>
                  <a:pt x="825140" y="3094919"/>
                </a:lnTo>
                <a:lnTo>
                  <a:pt x="825322" y="3095486"/>
                </a:lnTo>
                <a:lnTo>
                  <a:pt x="825521" y="3096046"/>
                </a:lnTo>
                <a:lnTo>
                  <a:pt x="825735" y="3096599"/>
                </a:lnTo>
                <a:lnTo>
                  <a:pt x="825964" y="3097145"/>
                </a:lnTo>
                <a:lnTo>
                  <a:pt x="826210" y="3097684"/>
                </a:lnTo>
                <a:lnTo>
                  <a:pt x="826472" y="3098216"/>
                </a:lnTo>
                <a:lnTo>
                  <a:pt x="826749" y="3098741"/>
                </a:lnTo>
                <a:lnTo>
                  <a:pt x="827042" y="3099258"/>
                </a:lnTo>
                <a:lnTo>
                  <a:pt x="827351" y="3099769"/>
                </a:lnTo>
                <a:lnTo>
                  <a:pt x="827676" y="3100273"/>
                </a:lnTo>
                <a:lnTo>
                  <a:pt x="828017" y="3100769"/>
                </a:lnTo>
                <a:lnTo>
                  <a:pt x="828374" y="3101259"/>
                </a:lnTo>
                <a:lnTo>
                  <a:pt x="828746" y="3101741"/>
                </a:lnTo>
                <a:lnTo>
                  <a:pt x="829146" y="3102202"/>
                </a:lnTo>
                <a:lnTo>
                  <a:pt x="829559" y="3102654"/>
                </a:lnTo>
                <a:lnTo>
                  <a:pt x="829982" y="3103097"/>
                </a:lnTo>
                <a:lnTo>
                  <a:pt x="830418" y="3103531"/>
                </a:lnTo>
                <a:lnTo>
                  <a:pt x="830865" y="3103956"/>
                </a:lnTo>
                <a:lnTo>
                  <a:pt x="831324" y="3104373"/>
                </a:lnTo>
                <a:lnTo>
                  <a:pt x="831795" y="3104780"/>
                </a:lnTo>
                <a:lnTo>
                  <a:pt x="832278" y="3105179"/>
                </a:lnTo>
                <a:lnTo>
                  <a:pt x="832772" y="3105569"/>
                </a:lnTo>
                <a:lnTo>
                  <a:pt x="833278" y="3105951"/>
                </a:lnTo>
                <a:lnTo>
                  <a:pt x="833796" y="3106323"/>
                </a:lnTo>
                <a:lnTo>
                  <a:pt x="834325" y="3106687"/>
                </a:lnTo>
                <a:lnTo>
                  <a:pt x="834867" y="3107042"/>
                </a:lnTo>
                <a:lnTo>
                  <a:pt x="835420" y="3107388"/>
                </a:lnTo>
                <a:lnTo>
                  <a:pt x="835984" y="3107725"/>
                </a:lnTo>
                <a:lnTo>
                  <a:pt x="836561" y="3108053"/>
                </a:lnTo>
                <a:lnTo>
                  <a:pt x="837149" y="3108373"/>
                </a:lnTo>
                <a:lnTo>
                  <a:pt x="837749" y="3108684"/>
                </a:lnTo>
                <a:lnTo>
                  <a:pt x="838361" y="3108986"/>
                </a:lnTo>
                <a:lnTo>
                  <a:pt x="838984" y="3109279"/>
                </a:lnTo>
                <a:lnTo>
                  <a:pt x="839619" y="3109563"/>
                </a:lnTo>
                <a:lnTo>
                  <a:pt x="840266" y="3109839"/>
                </a:lnTo>
                <a:lnTo>
                  <a:pt x="840925" y="3110106"/>
                </a:lnTo>
                <a:lnTo>
                  <a:pt x="841595" y="3110364"/>
                </a:lnTo>
                <a:lnTo>
                  <a:pt x="842290" y="3110598"/>
                </a:lnTo>
                <a:lnTo>
                  <a:pt x="842992" y="3110823"/>
                </a:lnTo>
                <a:lnTo>
                  <a:pt x="843703" y="3111037"/>
                </a:lnTo>
                <a:lnTo>
                  <a:pt x="844422" y="3111242"/>
                </a:lnTo>
                <a:lnTo>
                  <a:pt x="845150" y="3111437"/>
                </a:lnTo>
                <a:lnTo>
                  <a:pt x="845885" y="3111621"/>
                </a:lnTo>
                <a:lnTo>
                  <a:pt x="846629" y="3111796"/>
                </a:lnTo>
                <a:lnTo>
                  <a:pt x="847381" y="3111961"/>
                </a:lnTo>
                <a:lnTo>
                  <a:pt x="848141" y="3112115"/>
                </a:lnTo>
                <a:lnTo>
                  <a:pt x="848910" y="3112260"/>
                </a:lnTo>
                <a:lnTo>
                  <a:pt x="849686" y="3112395"/>
                </a:lnTo>
                <a:lnTo>
                  <a:pt x="850471" y="3112519"/>
                </a:lnTo>
                <a:lnTo>
                  <a:pt x="851264" y="3112634"/>
                </a:lnTo>
                <a:lnTo>
                  <a:pt x="852066" y="3112739"/>
                </a:lnTo>
                <a:lnTo>
                  <a:pt x="852875" y="3112834"/>
                </a:lnTo>
                <a:lnTo>
                  <a:pt x="853693" y="3112919"/>
                </a:lnTo>
                <a:lnTo>
                  <a:pt x="854519" y="3112993"/>
                </a:lnTo>
                <a:lnTo>
                  <a:pt x="855353" y="3113058"/>
                </a:lnTo>
                <a:lnTo>
                  <a:pt x="856195" y="3113113"/>
                </a:lnTo>
                <a:lnTo>
                  <a:pt x="857046" y="3113158"/>
                </a:lnTo>
                <a:lnTo>
                  <a:pt x="857905" y="3113193"/>
                </a:lnTo>
                <a:lnTo>
                  <a:pt x="858772" y="3113218"/>
                </a:lnTo>
                <a:lnTo>
                  <a:pt x="859647" y="3113233"/>
                </a:lnTo>
                <a:lnTo>
                  <a:pt x="860531" y="3113238"/>
                </a:lnTo>
                <a:lnTo>
                  <a:pt x="861539" y="3113233"/>
                </a:lnTo>
                <a:lnTo>
                  <a:pt x="862535" y="3113218"/>
                </a:lnTo>
                <a:lnTo>
                  <a:pt x="863518" y="3113193"/>
                </a:lnTo>
                <a:lnTo>
                  <a:pt x="864490" y="3113158"/>
                </a:lnTo>
                <a:lnTo>
                  <a:pt x="865449" y="3113113"/>
                </a:lnTo>
                <a:lnTo>
                  <a:pt x="866395" y="3113058"/>
                </a:lnTo>
                <a:lnTo>
                  <a:pt x="867329" y="3112993"/>
                </a:lnTo>
                <a:lnTo>
                  <a:pt x="868251" y="3112919"/>
                </a:lnTo>
                <a:close/>
                <a:moveTo>
                  <a:pt x="754930" y="3269572"/>
                </a:moveTo>
                <a:lnTo>
                  <a:pt x="754930" y="3244719"/>
                </a:lnTo>
                <a:lnTo>
                  <a:pt x="740390" y="3244719"/>
                </a:lnTo>
                <a:lnTo>
                  <a:pt x="740390" y="3269572"/>
                </a:lnTo>
                <a:lnTo>
                  <a:pt x="744278" y="3291719"/>
                </a:lnTo>
                <a:lnTo>
                  <a:pt x="751041" y="3291719"/>
                </a:lnTo>
                <a:lnTo>
                  <a:pt x="754930" y="3269572"/>
                </a:lnTo>
                <a:close/>
                <a:moveTo>
                  <a:pt x="780121" y="3269572"/>
                </a:moveTo>
                <a:lnTo>
                  <a:pt x="780121" y="3244719"/>
                </a:lnTo>
                <a:lnTo>
                  <a:pt x="765581" y="3244719"/>
                </a:lnTo>
                <a:lnTo>
                  <a:pt x="765581" y="3269572"/>
                </a:lnTo>
                <a:lnTo>
                  <a:pt x="769469" y="3291719"/>
                </a:lnTo>
                <a:lnTo>
                  <a:pt x="776232" y="3291719"/>
                </a:lnTo>
                <a:lnTo>
                  <a:pt x="780121" y="3269572"/>
                </a:lnTo>
                <a:close/>
                <a:moveTo>
                  <a:pt x="667263" y="3361819"/>
                </a:moveTo>
                <a:lnTo>
                  <a:pt x="668129" y="3361685"/>
                </a:lnTo>
                <a:lnTo>
                  <a:pt x="668984" y="3361537"/>
                </a:lnTo>
                <a:lnTo>
                  <a:pt x="669828" y="3361375"/>
                </a:lnTo>
                <a:lnTo>
                  <a:pt x="670661" y="3361199"/>
                </a:lnTo>
                <a:lnTo>
                  <a:pt x="671482" y="3361009"/>
                </a:lnTo>
                <a:lnTo>
                  <a:pt x="672293" y="3360805"/>
                </a:lnTo>
                <a:lnTo>
                  <a:pt x="673092" y="3360586"/>
                </a:lnTo>
                <a:lnTo>
                  <a:pt x="673880" y="3360354"/>
                </a:lnTo>
                <a:lnTo>
                  <a:pt x="674657" y="3360107"/>
                </a:lnTo>
                <a:lnTo>
                  <a:pt x="675423" y="3359847"/>
                </a:lnTo>
                <a:lnTo>
                  <a:pt x="676178" y="3359572"/>
                </a:lnTo>
                <a:lnTo>
                  <a:pt x="676921" y="3359283"/>
                </a:lnTo>
                <a:lnTo>
                  <a:pt x="677653" y="3358980"/>
                </a:lnTo>
                <a:lnTo>
                  <a:pt x="678375" y="3358663"/>
                </a:lnTo>
                <a:lnTo>
                  <a:pt x="679085" y="3358332"/>
                </a:lnTo>
                <a:lnTo>
                  <a:pt x="679796" y="3357988"/>
                </a:lnTo>
                <a:lnTo>
                  <a:pt x="680495" y="3357632"/>
                </a:lnTo>
                <a:lnTo>
                  <a:pt x="681179" y="3357265"/>
                </a:lnTo>
                <a:lnTo>
                  <a:pt x="681851" y="3356886"/>
                </a:lnTo>
                <a:lnTo>
                  <a:pt x="682509" y="3356495"/>
                </a:lnTo>
                <a:lnTo>
                  <a:pt x="683153" y="3356092"/>
                </a:lnTo>
                <a:lnTo>
                  <a:pt x="683784" y="3355677"/>
                </a:lnTo>
                <a:lnTo>
                  <a:pt x="684401" y="3355251"/>
                </a:lnTo>
                <a:lnTo>
                  <a:pt x="685005" y="3354813"/>
                </a:lnTo>
                <a:lnTo>
                  <a:pt x="685595" y="3354364"/>
                </a:lnTo>
                <a:lnTo>
                  <a:pt x="686172" y="3353902"/>
                </a:lnTo>
                <a:lnTo>
                  <a:pt x="686735" y="3353429"/>
                </a:lnTo>
                <a:lnTo>
                  <a:pt x="687285" y="3352944"/>
                </a:lnTo>
                <a:lnTo>
                  <a:pt x="687821" y="3352447"/>
                </a:lnTo>
                <a:lnTo>
                  <a:pt x="688344" y="3351939"/>
                </a:lnTo>
                <a:lnTo>
                  <a:pt x="688853" y="3351419"/>
                </a:lnTo>
                <a:lnTo>
                  <a:pt x="689349" y="3350887"/>
                </a:lnTo>
                <a:lnTo>
                  <a:pt x="689831" y="3350343"/>
                </a:lnTo>
                <a:lnTo>
                  <a:pt x="690300" y="3349788"/>
                </a:lnTo>
                <a:lnTo>
                  <a:pt x="690755" y="3349221"/>
                </a:lnTo>
                <a:lnTo>
                  <a:pt x="691197" y="3348642"/>
                </a:lnTo>
                <a:lnTo>
                  <a:pt x="691625" y="3348052"/>
                </a:lnTo>
                <a:lnTo>
                  <a:pt x="692040" y="3347449"/>
                </a:lnTo>
                <a:lnTo>
                  <a:pt x="692441" y="3346835"/>
                </a:lnTo>
                <a:lnTo>
                  <a:pt x="692841" y="3346197"/>
                </a:lnTo>
                <a:lnTo>
                  <a:pt x="693224" y="3345548"/>
                </a:lnTo>
                <a:lnTo>
                  <a:pt x="693590" y="3344891"/>
                </a:lnTo>
                <a:lnTo>
                  <a:pt x="693939" y="3344224"/>
                </a:lnTo>
                <a:lnTo>
                  <a:pt x="694271" y="3343548"/>
                </a:lnTo>
                <a:lnTo>
                  <a:pt x="694586" y="3342862"/>
                </a:lnTo>
                <a:lnTo>
                  <a:pt x="694884" y="3342167"/>
                </a:lnTo>
                <a:lnTo>
                  <a:pt x="695165" y="3341463"/>
                </a:lnTo>
                <a:lnTo>
                  <a:pt x="695429" y="3340749"/>
                </a:lnTo>
                <a:lnTo>
                  <a:pt x="695675" y="3340026"/>
                </a:lnTo>
                <a:lnTo>
                  <a:pt x="695905" y="3339293"/>
                </a:lnTo>
                <a:lnTo>
                  <a:pt x="696118" y="3338551"/>
                </a:lnTo>
                <a:lnTo>
                  <a:pt x="696314" y="3337800"/>
                </a:lnTo>
                <a:lnTo>
                  <a:pt x="696493" y="3337039"/>
                </a:lnTo>
                <a:lnTo>
                  <a:pt x="696654" y="3336269"/>
                </a:lnTo>
                <a:lnTo>
                  <a:pt x="696799" y="3335489"/>
                </a:lnTo>
                <a:lnTo>
                  <a:pt x="696927" y="3334700"/>
                </a:lnTo>
                <a:lnTo>
                  <a:pt x="697037" y="3333902"/>
                </a:lnTo>
                <a:lnTo>
                  <a:pt x="697131" y="3333094"/>
                </a:lnTo>
                <a:lnTo>
                  <a:pt x="697208" y="3332277"/>
                </a:lnTo>
                <a:lnTo>
                  <a:pt x="697267" y="3331450"/>
                </a:lnTo>
                <a:lnTo>
                  <a:pt x="697310" y="3330614"/>
                </a:lnTo>
                <a:lnTo>
                  <a:pt x="697335" y="3329769"/>
                </a:lnTo>
                <a:lnTo>
                  <a:pt x="697344" y="3328914"/>
                </a:lnTo>
                <a:lnTo>
                  <a:pt x="681452" y="3328914"/>
                </a:lnTo>
                <a:lnTo>
                  <a:pt x="681442" y="3329820"/>
                </a:lnTo>
                <a:lnTo>
                  <a:pt x="681412" y="3330706"/>
                </a:lnTo>
                <a:lnTo>
                  <a:pt x="681362" y="3331572"/>
                </a:lnTo>
                <a:lnTo>
                  <a:pt x="681292" y="3332418"/>
                </a:lnTo>
                <a:lnTo>
                  <a:pt x="681202" y="3333244"/>
                </a:lnTo>
                <a:lnTo>
                  <a:pt x="681092" y="3334050"/>
                </a:lnTo>
                <a:lnTo>
                  <a:pt x="680963" y="3334836"/>
                </a:lnTo>
                <a:lnTo>
                  <a:pt x="680813" y="3335602"/>
                </a:lnTo>
                <a:lnTo>
                  <a:pt x="680643" y="3336348"/>
                </a:lnTo>
                <a:lnTo>
                  <a:pt x="680454" y="3337074"/>
                </a:lnTo>
                <a:lnTo>
                  <a:pt x="680244" y="3337780"/>
                </a:lnTo>
                <a:lnTo>
                  <a:pt x="680014" y="3338467"/>
                </a:lnTo>
                <a:lnTo>
                  <a:pt x="679765" y="3339133"/>
                </a:lnTo>
                <a:lnTo>
                  <a:pt x="679496" y="3339779"/>
                </a:lnTo>
                <a:lnTo>
                  <a:pt x="679206" y="3340406"/>
                </a:lnTo>
                <a:lnTo>
                  <a:pt x="678897" y="3341012"/>
                </a:lnTo>
                <a:lnTo>
                  <a:pt x="678567" y="3341599"/>
                </a:lnTo>
                <a:lnTo>
                  <a:pt x="678218" y="3342165"/>
                </a:lnTo>
                <a:lnTo>
                  <a:pt x="677849" y="3342712"/>
                </a:lnTo>
                <a:lnTo>
                  <a:pt x="677460" y="3343238"/>
                </a:lnTo>
                <a:lnTo>
                  <a:pt x="677051" y="3343745"/>
                </a:lnTo>
                <a:lnTo>
                  <a:pt x="676621" y="3344231"/>
                </a:lnTo>
                <a:lnTo>
                  <a:pt x="676172" y="3344698"/>
                </a:lnTo>
                <a:lnTo>
                  <a:pt x="675703" y="3345145"/>
                </a:lnTo>
                <a:lnTo>
                  <a:pt x="675229" y="3345572"/>
                </a:lnTo>
                <a:lnTo>
                  <a:pt x="674737" y="3345982"/>
                </a:lnTo>
                <a:lnTo>
                  <a:pt x="674227" y="3346373"/>
                </a:lnTo>
                <a:lnTo>
                  <a:pt x="673698" y="3346746"/>
                </a:lnTo>
                <a:lnTo>
                  <a:pt x="673151" y="3347101"/>
                </a:lnTo>
                <a:lnTo>
                  <a:pt x="672586" y="3347438"/>
                </a:lnTo>
                <a:lnTo>
                  <a:pt x="672003" y="3347756"/>
                </a:lnTo>
                <a:lnTo>
                  <a:pt x="671401" y="3348057"/>
                </a:lnTo>
                <a:lnTo>
                  <a:pt x="670782" y="3348339"/>
                </a:lnTo>
                <a:lnTo>
                  <a:pt x="670144" y="3348602"/>
                </a:lnTo>
                <a:lnTo>
                  <a:pt x="669488" y="3348848"/>
                </a:lnTo>
                <a:lnTo>
                  <a:pt x="668814" y="3349076"/>
                </a:lnTo>
                <a:lnTo>
                  <a:pt x="668121" y="3349285"/>
                </a:lnTo>
                <a:lnTo>
                  <a:pt x="667411" y="3349476"/>
                </a:lnTo>
                <a:lnTo>
                  <a:pt x="666682" y="3349649"/>
                </a:lnTo>
                <a:lnTo>
                  <a:pt x="665935" y="3349803"/>
                </a:lnTo>
                <a:lnTo>
                  <a:pt x="665170" y="3349940"/>
                </a:lnTo>
                <a:lnTo>
                  <a:pt x="664386" y="3350058"/>
                </a:lnTo>
                <a:lnTo>
                  <a:pt x="663585" y="3350158"/>
                </a:lnTo>
                <a:lnTo>
                  <a:pt x="662765" y="3350240"/>
                </a:lnTo>
                <a:lnTo>
                  <a:pt x="661927" y="3350304"/>
                </a:lnTo>
                <a:lnTo>
                  <a:pt x="661071" y="3350349"/>
                </a:lnTo>
                <a:lnTo>
                  <a:pt x="660196" y="3350377"/>
                </a:lnTo>
                <a:lnTo>
                  <a:pt x="659304" y="3350386"/>
                </a:lnTo>
                <a:lnTo>
                  <a:pt x="658492" y="3350374"/>
                </a:lnTo>
                <a:lnTo>
                  <a:pt x="657693" y="3350338"/>
                </a:lnTo>
                <a:lnTo>
                  <a:pt x="656905" y="3350277"/>
                </a:lnTo>
                <a:lnTo>
                  <a:pt x="656129" y="3350193"/>
                </a:lnTo>
                <a:lnTo>
                  <a:pt x="655365" y="3350085"/>
                </a:lnTo>
                <a:lnTo>
                  <a:pt x="654612" y="3349953"/>
                </a:lnTo>
                <a:lnTo>
                  <a:pt x="653871" y="3349796"/>
                </a:lnTo>
                <a:lnTo>
                  <a:pt x="653142" y="3349616"/>
                </a:lnTo>
                <a:lnTo>
                  <a:pt x="652425" y="3349411"/>
                </a:lnTo>
                <a:lnTo>
                  <a:pt x="651719" y="3349182"/>
                </a:lnTo>
                <a:lnTo>
                  <a:pt x="651025" y="3348930"/>
                </a:lnTo>
                <a:lnTo>
                  <a:pt x="650343" y="3348653"/>
                </a:lnTo>
                <a:lnTo>
                  <a:pt x="649673" y="3348352"/>
                </a:lnTo>
                <a:lnTo>
                  <a:pt x="649014" y="3348027"/>
                </a:lnTo>
                <a:lnTo>
                  <a:pt x="648367" y="3347678"/>
                </a:lnTo>
                <a:lnTo>
                  <a:pt x="647732" y="3347305"/>
                </a:lnTo>
                <a:lnTo>
                  <a:pt x="647109" y="3346908"/>
                </a:lnTo>
                <a:lnTo>
                  <a:pt x="646497" y="3346487"/>
                </a:lnTo>
                <a:lnTo>
                  <a:pt x="645897" y="3346041"/>
                </a:lnTo>
                <a:lnTo>
                  <a:pt x="645309" y="3345572"/>
                </a:lnTo>
                <a:lnTo>
                  <a:pt x="644732" y="3345079"/>
                </a:lnTo>
                <a:lnTo>
                  <a:pt x="644168" y="3344561"/>
                </a:lnTo>
                <a:lnTo>
                  <a:pt x="643615" y="3344020"/>
                </a:lnTo>
                <a:lnTo>
                  <a:pt x="643073" y="3343454"/>
                </a:lnTo>
                <a:lnTo>
                  <a:pt x="642549" y="3342865"/>
                </a:lnTo>
                <a:lnTo>
                  <a:pt x="642047" y="3342254"/>
                </a:lnTo>
                <a:lnTo>
                  <a:pt x="641568" y="3341621"/>
                </a:lnTo>
                <a:lnTo>
                  <a:pt x="641110" y="3340965"/>
                </a:lnTo>
                <a:lnTo>
                  <a:pt x="640675" y="3340287"/>
                </a:lnTo>
                <a:lnTo>
                  <a:pt x="640263" y="3339587"/>
                </a:lnTo>
                <a:lnTo>
                  <a:pt x="639872" y="3338864"/>
                </a:lnTo>
                <a:lnTo>
                  <a:pt x="639504" y="3338119"/>
                </a:lnTo>
                <a:lnTo>
                  <a:pt x="639158" y="3337352"/>
                </a:lnTo>
                <a:lnTo>
                  <a:pt x="638835" y="3336562"/>
                </a:lnTo>
                <a:lnTo>
                  <a:pt x="638534" y="3335750"/>
                </a:lnTo>
                <a:lnTo>
                  <a:pt x="638255" y="3334916"/>
                </a:lnTo>
                <a:lnTo>
                  <a:pt x="637998" y="3334060"/>
                </a:lnTo>
                <a:lnTo>
                  <a:pt x="637764" y="3333181"/>
                </a:lnTo>
                <a:lnTo>
                  <a:pt x="637552" y="3332280"/>
                </a:lnTo>
                <a:lnTo>
                  <a:pt x="637363" y="3331356"/>
                </a:lnTo>
                <a:lnTo>
                  <a:pt x="637195" y="3330411"/>
                </a:lnTo>
                <a:lnTo>
                  <a:pt x="637050" y="3329443"/>
                </a:lnTo>
                <a:lnTo>
                  <a:pt x="636928" y="3328452"/>
                </a:lnTo>
                <a:lnTo>
                  <a:pt x="636827" y="3327440"/>
                </a:lnTo>
                <a:lnTo>
                  <a:pt x="636749" y="3326405"/>
                </a:lnTo>
                <a:lnTo>
                  <a:pt x="636693" y="3325347"/>
                </a:lnTo>
                <a:lnTo>
                  <a:pt x="636660" y="3324268"/>
                </a:lnTo>
                <a:lnTo>
                  <a:pt x="636649" y="3323166"/>
                </a:lnTo>
                <a:lnTo>
                  <a:pt x="636649" y="3320292"/>
                </a:lnTo>
                <a:lnTo>
                  <a:pt x="697344" y="3320292"/>
                </a:lnTo>
                <a:lnTo>
                  <a:pt x="697344" y="3308795"/>
                </a:lnTo>
                <a:lnTo>
                  <a:pt x="697336" y="3307926"/>
                </a:lnTo>
                <a:lnTo>
                  <a:pt x="697311" y="3307065"/>
                </a:lnTo>
                <a:lnTo>
                  <a:pt x="697270" y="3306212"/>
                </a:lnTo>
                <a:lnTo>
                  <a:pt x="697212" y="3305367"/>
                </a:lnTo>
                <a:lnTo>
                  <a:pt x="697138" y="3304530"/>
                </a:lnTo>
                <a:lnTo>
                  <a:pt x="697048" y="3303702"/>
                </a:lnTo>
                <a:lnTo>
                  <a:pt x="696941" y="3302882"/>
                </a:lnTo>
                <a:lnTo>
                  <a:pt x="696818" y="3302070"/>
                </a:lnTo>
                <a:lnTo>
                  <a:pt x="696678" y="3301267"/>
                </a:lnTo>
                <a:lnTo>
                  <a:pt x="696522" y="3300471"/>
                </a:lnTo>
                <a:lnTo>
                  <a:pt x="696349" y="3299684"/>
                </a:lnTo>
                <a:lnTo>
                  <a:pt x="696160" y="3298905"/>
                </a:lnTo>
                <a:lnTo>
                  <a:pt x="695955" y="3298134"/>
                </a:lnTo>
                <a:lnTo>
                  <a:pt x="695733" y="3297372"/>
                </a:lnTo>
                <a:lnTo>
                  <a:pt x="695495" y="3296617"/>
                </a:lnTo>
                <a:lnTo>
                  <a:pt x="695240" y="3295871"/>
                </a:lnTo>
                <a:lnTo>
                  <a:pt x="694969" y="3295133"/>
                </a:lnTo>
                <a:lnTo>
                  <a:pt x="694681" y="3294403"/>
                </a:lnTo>
                <a:lnTo>
                  <a:pt x="694377" y="3293682"/>
                </a:lnTo>
                <a:lnTo>
                  <a:pt x="694056" y="3292969"/>
                </a:lnTo>
                <a:lnTo>
                  <a:pt x="693720" y="3292264"/>
                </a:lnTo>
                <a:lnTo>
                  <a:pt x="693366" y="3291567"/>
                </a:lnTo>
                <a:lnTo>
                  <a:pt x="692996" y="3290878"/>
                </a:lnTo>
                <a:lnTo>
                  <a:pt x="692610" y="3290198"/>
                </a:lnTo>
                <a:lnTo>
                  <a:pt x="692223" y="3289527"/>
                </a:lnTo>
                <a:lnTo>
                  <a:pt x="691822" y="3288869"/>
                </a:lnTo>
                <a:lnTo>
                  <a:pt x="691408" y="3288222"/>
                </a:lnTo>
                <a:lnTo>
                  <a:pt x="690980" y="3287587"/>
                </a:lnTo>
                <a:lnTo>
                  <a:pt x="690539" y="3286963"/>
                </a:lnTo>
                <a:lnTo>
                  <a:pt x="690085" y="3286352"/>
                </a:lnTo>
                <a:lnTo>
                  <a:pt x="689616" y="3285752"/>
                </a:lnTo>
                <a:lnTo>
                  <a:pt x="689135" y="3285163"/>
                </a:lnTo>
                <a:lnTo>
                  <a:pt x="688640" y="3284587"/>
                </a:lnTo>
                <a:lnTo>
                  <a:pt x="688131" y="3284022"/>
                </a:lnTo>
                <a:lnTo>
                  <a:pt x="687609" y="3283469"/>
                </a:lnTo>
                <a:lnTo>
                  <a:pt x="687073" y="3282928"/>
                </a:lnTo>
                <a:lnTo>
                  <a:pt x="686524" y="3282398"/>
                </a:lnTo>
                <a:lnTo>
                  <a:pt x="685961" y="3281881"/>
                </a:lnTo>
                <a:lnTo>
                  <a:pt x="685385" y="3281375"/>
                </a:lnTo>
                <a:lnTo>
                  <a:pt x="684795" y="3280880"/>
                </a:lnTo>
                <a:lnTo>
                  <a:pt x="684192" y="3280398"/>
                </a:lnTo>
                <a:lnTo>
                  <a:pt x="683575" y="3279927"/>
                </a:lnTo>
                <a:lnTo>
                  <a:pt x="682945" y="3279468"/>
                </a:lnTo>
                <a:lnTo>
                  <a:pt x="682302" y="3279021"/>
                </a:lnTo>
                <a:lnTo>
                  <a:pt x="681644" y="3278585"/>
                </a:lnTo>
                <a:lnTo>
                  <a:pt x="680974" y="3278161"/>
                </a:lnTo>
                <a:lnTo>
                  <a:pt x="680290" y="3277749"/>
                </a:lnTo>
                <a:lnTo>
                  <a:pt x="679592" y="3277349"/>
                </a:lnTo>
                <a:lnTo>
                  <a:pt x="678896" y="3276962"/>
                </a:lnTo>
                <a:lnTo>
                  <a:pt x="678188" y="3276593"/>
                </a:lnTo>
                <a:lnTo>
                  <a:pt x="677468" y="3276239"/>
                </a:lnTo>
                <a:lnTo>
                  <a:pt x="676736" y="3275902"/>
                </a:lnTo>
                <a:lnTo>
                  <a:pt x="675993" y="3275582"/>
                </a:lnTo>
                <a:lnTo>
                  <a:pt x="675238" y="3275278"/>
                </a:lnTo>
                <a:lnTo>
                  <a:pt x="674472" y="3274990"/>
                </a:lnTo>
                <a:lnTo>
                  <a:pt x="673693" y="3274719"/>
                </a:lnTo>
                <a:lnTo>
                  <a:pt x="672903" y="3274464"/>
                </a:lnTo>
                <a:lnTo>
                  <a:pt x="672101" y="3274226"/>
                </a:lnTo>
                <a:lnTo>
                  <a:pt x="671288" y="3274004"/>
                </a:lnTo>
                <a:lnTo>
                  <a:pt x="670462" y="3273798"/>
                </a:lnTo>
                <a:lnTo>
                  <a:pt x="669625" y="3273609"/>
                </a:lnTo>
                <a:lnTo>
                  <a:pt x="668776" y="3273437"/>
                </a:lnTo>
                <a:lnTo>
                  <a:pt x="667916" y="3273281"/>
                </a:lnTo>
                <a:lnTo>
                  <a:pt x="667043" y="3273141"/>
                </a:lnTo>
                <a:lnTo>
                  <a:pt x="666159" y="3273018"/>
                </a:lnTo>
                <a:lnTo>
                  <a:pt x="665263" y="3272911"/>
                </a:lnTo>
                <a:lnTo>
                  <a:pt x="664356" y="3272820"/>
                </a:lnTo>
                <a:lnTo>
                  <a:pt x="663437" y="3272747"/>
                </a:lnTo>
                <a:lnTo>
                  <a:pt x="662505" y="3272689"/>
                </a:lnTo>
                <a:lnTo>
                  <a:pt x="661563" y="3272648"/>
                </a:lnTo>
                <a:lnTo>
                  <a:pt x="660608" y="3272623"/>
                </a:lnTo>
                <a:lnTo>
                  <a:pt x="659642" y="3272615"/>
                </a:lnTo>
                <a:lnTo>
                  <a:pt x="658605" y="3272624"/>
                </a:lnTo>
                <a:lnTo>
                  <a:pt x="657580" y="3272653"/>
                </a:lnTo>
                <a:lnTo>
                  <a:pt x="656567" y="3272700"/>
                </a:lnTo>
                <a:lnTo>
                  <a:pt x="655566" y="3272765"/>
                </a:lnTo>
                <a:lnTo>
                  <a:pt x="654576" y="3272850"/>
                </a:lnTo>
                <a:lnTo>
                  <a:pt x="653598" y="3272953"/>
                </a:lnTo>
                <a:lnTo>
                  <a:pt x="652631" y="3273075"/>
                </a:lnTo>
                <a:lnTo>
                  <a:pt x="651677" y="3273216"/>
                </a:lnTo>
                <a:lnTo>
                  <a:pt x="650734" y="3273376"/>
                </a:lnTo>
                <a:lnTo>
                  <a:pt x="649803" y="3273554"/>
                </a:lnTo>
                <a:lnTo>
                  <a:pt x="648884" y="3273751"/>
                </a:lnTo>
                <a:lnTo>
                  <a:pt x="647976" y="3273968"/>
                </a:lnTo>
                <a:lnTo>
                  <a:pt x="647080" y="3274202"/>
                </a:lnTo>
                <a:lnTo>
                  <a:pt x="646196" y="3274456"/>
                </a:lnTo>
                <a:lnTo>
                  <a:pt x="645324" y="3274728"/>
                </a:lnTo>
                <a:lnTo>
                  <a:pt x="644463" y="3275019"/>
                </a:lnTo>
                <a:lnTo>
                  <a:pt x="643615" y="3275329"/>
                </a:lnTo>
                <a:lnTo>
                  <a:pt x="642777" y="3275658"/>
                </a:lnTo>
                <a:lnTo>
                  <a:pt x="641952" y="3276006"/>
                </a:lnTo>
                <a:lnTo>
                  <a:pt x="641138" y="3276372"/>
                </a:lnTo>
                <a:lnTo>
                  <a:pt x="640337" y="3276757"/>
                </a:lnTo>
                <a:lnTo>
                  <a:pt x="639546" y="3277161"/>
                </a:lnTo>
                <a:lnTo>
                  <a:pt x="638768" y="3277583"/>
                </a:lnTo>
                <a:lnTo>
                  <a:pt x="638001" y="3278025"/>
                </a:lnTo>
                <a:lnTo>
                  <a:pt x="637248" y="3278469"/>
                </a:lnTo>
                <a:lnTo>
                  <a:pt x="636509" y="3278929"/>
                </a:lnTo>
                <a:lnTo>
                  <a:pt x="635785" y="3279404"/>
                </a:lnTo>
                <a:lnTo>
                  <a:pt x="635076" y="3279894"/>
                </a:lnTo>
                <a:lnTo>
                  <a:pt x="634381" y="3280399"/>
                </a:lnTo>
                <a:lnTo>
                  <a:pt x="633701" y="3280920"/>
                </a:lnTo>
                <a:lnTo>
                  <a:pt x="633035" y="3281456"/>
                </a:lnTo>
                <a:lnTo>
                  <a:pt x="632385" y="3282007"/>
                </a:lnTo>
                <a:lnTo>
                  <a:pt x="631748" y="3282574"/>
                </a:lnTo>
                <a:lnTo>
                  <a:pt x="631127" y="3283156"/>
                </a:lnTo>
                <a:lnTo>
                  <a:pt x="630520" y="3283753"/>
                </a:lnTo>
                <a:lnTo>
                  <a:pt x="629928" y="3284365"/>
                </a:lnTo>
                <a:lnTo>
                  <a:pt x="629351" y="3284993"/>
                </a:lnTo>
                <a:lnTo>
                  <a:pt x="628788" y="3285635"/>
                </a:lnTo>
                <a:lnTo>
                  <a:pt x="628240" y="3286293"/>
                </a:lnTo>
                <a:lnTo>
                  <a:pt x="627707" y="3286967"/>
                </a:lnTo>
                <a:lnTo>
                  <a:pt x="627188" y="3287655"/>
                </a:lnTo>
                <a:lnTo>
                  <a:pt x="626684" y="3288359"/>
                </a:lnTo>
                <a:lnTo>
                  <a:pt x="626195" y="3289078"/>
                </a:lnTo>
                <a:lnTo>
                  <a:pt x="625720" y="3289813"/>
                </a:lnTo>
                <a:lnTo>
                  <a:pt x="625260" y="3290562"/>
                </a:lnTo>
                <a:lnTo>
                  <a:pt x="624815" y="3291327"/>
                </a:lnTo>
                <a:lnTo>
                  <a:pt x="624385" y="3292108"/>
                </a:lnTo>
                <a:lnTo>
                  <a:pt x="623969" y="3292903"/>
                </a:lnTo>
                <a:lnTo>
                  <a:pt x="623569" y="3293712"/>
                </a:lnTo>
                <a:lnTo>
                  <a:pt x="623186" y="3294534"/>
                </a:lnTo>
                <a:lnTo>
                  <a:pt x="622820" y="3295368"/>
                </a:lnTo>
                <a:lnTo>
                  <a:pt x="622471" y="3296214"/>
                </a:lnTo>
                <a:lnTo>
                  <a:pt x="622139" y="3297072"/>
                </a:lnTo>
                <a:lnTo>
                  <a:pt x="621824" y="3297943"/>
                </a:lnTo>
                <a:lnTo>
                  <a:pt x="621526" y="3298827"/>
                </a:lnTo>
                <a:lnTo>
                  <a:pt x="621245" y="3299722"/>
                </a:lnTo>
                <a:lnTo>
                  <a:pt x="620981" y="3300630"/>
                </a:lnTo>
                <a:lnTo>
                  <a:pt x="620734" y="3301550"/>
                </a:lnTo>
                <a:lnTo>
                  <a:pt x="620504" y="3302483"/>
                </a:lnTo>
                <a:lnTo>
                  <a:pt x="620292" y="3303427"/>
                </a:lnTo>
                <a:lnTo>
                  <a:pt x="620096" y="3304385"/>
                </a:lnTo>
                <a:lnTo>
                  <a:pt x="619917" y="3305354"/>
                </a:lnTo>
                <a:lnTo>
                  <a:pt x="619755" y="3306336"/>
                </a:lnTo>
                <a:lnTo>
                  <a:pt x="619611" y="3307330"/>
                </a:lnTo>
                <a:lnTo>
                  <a:pt x="619483" y="3308337"/>
                </a:lnTo>
                <a:lnTo>
                  <a:pt x="619372" y="3309355"/>
                </a:lnTo>
                <a:lnTo>
                  <a:pt x="619279" y="3310387"/>
                </a:lnTo>
                <a:lnTo>
                  <a:pt x="619202" y="3311430"/>
                </a:lnTo>
                <a:lnTo>
                  <a:pt x="619142" y="3312486"/>
                </a:lnTo>
                <a:lnTo>
                  <a:pt x="619100" y="3313554"/>
                </a:lnTo>
                <a:lnTo>
                  <a:pt x="619074" y="3314634"/>
                </a:lnTo>
                <a:lnTo>
                  <a:pt x="619066" y="3315727"/>
                </a:lnTo>
                <a:lnTo>
                  <a:pt x="619066" y="3319277"/>
                </a:lnTo>
                <a:lnTo>
                  <a:pt x="619073" y="3320329"/>
                </a:lnTo>
                <a:lnTo>
                  <a:pt x="619095" y="3321371"/>
                </a:lnTo>
                <a:lnTo>
                  <a:pt x="619132" y="3322402"/>
                </a:lnTo>
                <a:lnTo>
                  <a:pt x="619183" y="3323424"/>
                </a:lnTo>
                <a:lnTo>
                  <a:pt x="619249" y="3324436"/>
                </a:lnTo>
                <a:lnTo>
                  <a:pt x="619330" y="3325438"/>
                </a:lnTo>
                <a:lnTo>
                  <a:pt x="619425" y="3326430"/>
                </a:lnTo>
                <a:lnTo>
                  <a:pt x="619535" y="3327411"/>
                </a:lnTo>
                <a:lnTo>
                  <a:pt x="619660" y="3328383"/>
                </a:lnTo>
                <a:lnTo>
                  <a:pt x="619800" y="3329345"/>
                </a:lnTo>
                <a:lnTo>
                  <a:pt x="619954" y="3330297"/>
                </a:lnTo>
                <a:lnTo>
                  <a:pt x="620122" y="3331239"/>
                </a:lnTo>
                <a:lnTo>
                  <a:pt x="620306" y="3332171"/>
                </a:lnTo>
                <a:lnTo>
                  <a:pt x="620504" y="3333093"/>
                </a:lnTo>
                <a:lnTo>
                  <a:pt x="620717" y="3334005"/>
                </a:lnTo>
                <a:lnTo>
                  <a:pt x="620944" y="3334907"/>
                </a:lnTo>
                <a:lnTo>
                  <a:pt x="621186" y="3335799"/>
                </a:lnTo>
                <a:lnTo>
                  <a:pt x="621443" y="3336681"/>
                </a:lnTo>
                <a:lnTo>
                  <a:pt x="621715" y="3337553"/>
                </a:lnTo>
                <a:lnTo>
                  <a:pt x="622001" y="3338415"/>
                </a:lnTo>
                <a:lnTo>
                  <a:pt x="622302" y="3339267"/>
                </a:lnTo>
                <a:lnTo>
                  <a:pt x="622617" y="3340109"/>
                </a:lnTo>
                <a:lnTo>
                  <a:pt x="622948" y="3340941"/>
                </a:lnTo>
                <a:lnTo>
                  <a:pt x="623292" y="3341763"/>
                </a:lnTo>
                <a:lnTo>
                  <a:pt x="623666" y="3342573"/>
                </a:lnTo>
                <a:lnTo>
                  <a:pt x="624056" y="3343367"/>
                </a:lnTo>
                <a:lnTo>
                  <a:pt x="624460" y="3344146"/>
                </a:lnTo>
                <a:lnTo>
                  <a:pt x="624880" y="3344910"/>
                </a:lnTo>
                <a:lnTo>
                  <a:pt x="625315" y="3345658"/>
                </a:lnTo>
                <a:lnTo>
                  <a:pt x="625765" y="3346392"/>
                </a:lnTo>
                <a:lnTo>
                  <a:pt x="626231" y="3347110"/>
                </a:lnTo>
                <a:lnTo>
                  <a:pt x="626711" y="3347812"/>
                </a:lnTo>
                <a:lnTo>
                  <a:pt x="627207" y="3348500"/>
                </a:lnTo>
                <a:lnTo>
                  <a:pt x="627719" y="3349172"/>
                </a:lnTo>
                <a:lnTo>
                  <a:pt x="628245" y="3349829"/>
                </a:lnTo>
                <a:lnTo>
                  <a:pt x="628787" y="3350470"/>
                </a:lnTo>
                <a:lnTo>
                  <a:pt x="629344" y="3351097"/>
                </a:lnTo>
                <a:lnTo>
                  <a:pt x="629917" y="3351708"/>
                </a:lnTo>
                <a:lnTo>
                  <a:pt x="630504" y="3352304"/>
                </a:lnTo>
                <a:lnTo>
                  <a:pt x="631107" y="3352884"/>
                </a:lnTo>
                <a:lnTo>
                  <a:pt x="631725" y="3353450"/>
                </a:lnTo>
                <a:lnTo>
                  <a:pt x="632359" y="3354000"/>
                </a:lnTo>
                <a:lnTo>
                  <a:pt x="633007" y="3354534"/>
                </a:lnTo>
                <a:lnTo>
                  <a:pt x="633671" y="3355054"/>
                </a:lnTo>
                <a:lnTo>
                  <a:pt x="634350" y="3355558"/>
                </a:lnTo>
                <a:lnTo>
                  <a:pt x="635045" y="3356047"/>
                </a:lnTo>
                <a:lnTo>
                  <a:pt x="635755" y="3356521"/>
                </a:lnTo>
                <a:lnTo>
                  <a:pt x="636480" y="3356979"/>
                </a:lnTo>
                <a:lnTo>
                  <a:pt x="637234" y="3357421"/>
                </a:lnTo>
                <a:lnTo>
                  <a:pt x="638005" y="3357844"/>
                </a:lnTo>
                <a:lnTo>
                  <a:pt x="638791" y="3358247"/>
                </a:lnTo>
                <a:lnTo>
                  <a:pt x="639593" y="3358633"/>
                </a:lnTo>
                <a:lnTo>
                  <a:pt x="640411" y="3358999"/>
                </a:lnTo>
                <a:lnTo>
                  <a:pt x="641245" y="3359346"/>
                </a:lnTo>
                <a:lnTo>
                  <a:pt x="642095" y="3359675"/>
                </a:lnTo>
                <a:lnTo>
                  <a:pt x="642961" y="3359985"/>
                </a:lnTo>
                <a:lnTo>
                  <a:pt x="643842" y="3360276"/>
                </a:lnTo>
                <a:lnTo>
                  <a:pt x="644739" y="3360549"/>
                </a:lnTo>
                <a:lnTo>
                  <a:pt x="645652" y="3360802"/>
                </a:lnTo>
                <a:lnTo>
                  <a:pt x="646581" y="3361037"/>
                </a:lnTo>
                <a:lnTo>
                  <a:pt x="647526" y="3361253"/>
                </a:lnTo>
                <a:lnTo>
                  <a:pt x="648487" y="3361450"/>
                </a:lnTo>
                <a:lnTo>
                  <a:pt x="649464" y="3361629"/>
                </a:lnTo>
                <a:lnTo>
                  <a:pt x="650456" y="3361788"/>
                </a:lnTo>
                <a:lnTo>
                  <a:pt x="651464" y="3361929"/>
                </a:lnTo>
                <a:lnTo>
                  <a:pt x="652488" y="3362051"/>
                </a:lnTo>
                <a:lnTo>
                  <a:pt x="653528" y="3362155"/>
                </a:lnTo>
                <a:lnTo>
                  <a:pt x="654584" y="3362239"/>
                </a:lnTo>
                <a:lnTo>
                  <a:pt x="655656" y="3362305"/>
                </a:lnTo>
                <a:lnTo>
                  <a:pt x="656743" y="3362352"/>
                </a:lnTo>
                <a:lnTo>
                  <a:pt x="657846" y="3362380"/>
                </a:lnTo>
                <a:lnTo>
                  <a:pt x="658966" y="3362390"/>
                </a:lnTo>
                <a:lnTo>
                  <a:pt x="659932" y="3362383"/>
                </a:lnTo>
                <a:lnTo>
                  <a:pt x="660888" y="3362361"/>
                </a:lnTo>
                <a:lnTo>
                  <a:pt x="661832" y="3362326"/>
                </a:lnTo>
                <a:lnTo>
                  <a:pt x="662765" y="3362277"/>
                </a:lnTo>
                <a:lnTo>
                  <a:pt x="663687" y="3362213"/>
                </a:lnTo>
                <a:lnTo>
                  <a:pt x="664598" y="3362136"/>
                </a:lnTo>
                <a:lnTo>
                  <a:pt x="665497" y="3362044"/>
                </a:lnTo>
                <a:lnTo>
                  <a:pt x="666386" y="3361939"/>
                </a:lnTo>
                <a:lnTo>
                  <a:pt x="667263" y="3361819"/>
                </a:lnTo>
                <a:close/>
                <a:moveTo>
                  <a:pt x="637100" y="3304663"/>
                </a:moveTo>
                <a:lnTo>
                  <a:pt x="637174" y="3304193"/>
                </a:lnTo>
                <a:lnTo>
                  <a:pt x="637258" y="3303726"/>
                </a:lnTo>
                <a:lnTo>
                  <a:pt x="637351" y="3303259"/>
                </a:lnTo>
                <a:lnTo>
                  <a:pt x="637452" y="3302793"/>
                </a:lnTo>
                <a:lnTo>
                  <a:pt x="637562" y="3302329"/>
                </a:lnTo>
                <a:lnTo>
                  <a:pt x="637681" y="3301866"/>
                </a:lnTo>
                <a:lnTo>
                  <a:pt x="637808" y="3301404"/>
                </a:lnTo>
                <a:lnTo>
                  <a:pt x="637945" y="3300943"/>
                </a:lnTo>
                <a:lnTo>
                  <a:pt x="638090" y="3300483"/>
                </a:lnTo>
                <a:lnTo>
                  <a:pt x="638244" y="3300025"/>
                </a:lnTo>
                <a:lnTo>
                  <a:pt x="638407" y="3299568"/>
                </a:lnTo>
                <a:lnTo>
                  <a:pt x="638579" y="3299111"/>
                </a:lnTo>
                <a:lnTo>
                  <a:pt x="638759" y="3298657"/>
                </a:lnTo>
                <a:lnTo>
                  <a:pt x="638949" y="3298203"/>
                </a:lnTo>
                <a:lnTo>
                  <a:pt x="639147" y="3297750"/>
                </a:lnTo>
                <a:lnTo>
                  <a:pt x="639354" y="3297299"/>
                </a:lnTo>
                <a:lnTo>
                  <a:pt x="639583" y="3296837"/>
                </a:lnTo>
                <a:lnTo>
                  <a:pt x="639820" y="3296383"/>
                </a:lnTo>
                <a:lnTo>
                  <a:pt x="640064" y="3295936"/>
                </a:lnTo>
                <a:lnTo>
                  <a:pt x="640317" y="3295495"/>
                </a:lnTo>
                <a:lnTo>
                  <a:pt x="640576" y="3295062"/>
                </a:lnTo>
                <a:lnTo>
                  <a:pt x="640844" y="3294636"/>
                </a:lnTo>
                <a:lnTo>
                  <a:pt x="641119" y="3294217"/>
                </a:lnTo>
                <a:lnTo>
                  <a:pt x="641401" y="3293805"/>
                </a:lnTo>
                <a:lnTo>
                  <a:pt x="641692" y="3293400"/>
                </a:lnTo>
                <a:lnTo>
                  <a:pt x="641990" y="3293002"/>
                </a:lnTo>
                <a:lnTo>
                  <a:pt x="642295" y="3292611"/>
                </a:lnTo>
                <a:lnTo>
                  <a:pt x="642608" y="3292227"/>
                </a:lnTo>
                <a:lnTo>
                  <a:pt x="642929" y="3291850"/>
                </a:lnTo>
                <a:lnTo>
                  <a:pt x="643258" y="3291480"/>
                </a:lnTo>
                <a:lnTo>
                  <a:pt x="643594" y="3291117"/>
                </a:lnTo>
                <a:lnTo>
                  <a:pt x="643937" y="3290761"/>
                </a:lnTo>
                <a:lnTo>
                  <a:pt x="644289" y="3290413"/>
                </a:lnTo>
                <a:lnTo>
                  <a:pt x="644648" y="3290071"/>
                </a:lnTo>
                <a:lnTo>
                  <a:pt x="645014" y="3289736"/>
                </a:lnTo>
                <a:lnTo>
                  <a:pt x="645389" y="3289409"/>
                </a:lnTo>
                <a:lnTo>
                  <a:pt x="645770" y="3289088"/>
                </a:lnTo>
                <a:lnTo>
                  <a:pt x="646160" y="3288775"/>
                </a:lnTo>
                <a:lnTo>
                  <a:pt x="646557" y="3288468"/>
                </a:lnTo>
                <a:lnTo>
                  <a:pt x="646962" y="3288169"/>
                </a:lnTo>
                <a:lnTo>
                  <a:pt x="647388" y="3287879"/>
                </a:lnTo>
                <a:lnTo>
                  <a:pt x="647822" y="3287602"/>
                </a:lnTo>
                <a:lnTo>
                  <a:pt x="648264" y="3287337"/>
                </a:lnTo>
                <a:lnTo>
                  <a:pt x="648714" y="3287084"/>
                </a:lnTo>
                <a:lnTo>
                  <a:pt x="649171" y="3286844"/>
                </a:lnTo>
                <a:lnTo>
                  <a:pt x="649635" y="3286616"/>
                </a:lnTo>
                <a:lnTo>
                  <a:pt x="650107" y="3286400"/>
                </a:lnTo>
                <a:lnTo>
                  <a:pt x="650587" y="3286197"/>
                </a:lnTo>
                <a:lnTo>
                  <a:pt x="651075" y="3286006"/>
                </a:lnTo>
                <a:lnTo>
                  <a:pt x="651570" y="3285827"/>
                </a:lnTo>
                <a:lnTo>
                  <a:pt x="652073" y="3285660"/>
                </a:lnTo>
                <a:lnTo>
                  <a:pt x="652583" y="3285506"/>
                </a:lnTo>
                <a:lnTo>
                  <a:pt x="653101" y="3285365"/>
                </a:lnTo>
                <a:lnTo>
                  <a:pt x="653627" y="3285235"/>
                </a:lnTo>
                <a:lnTo>
                  <a:pt x="654160" y="3285118"/>
                </a:lnTo>
                <a:lnTo>
                  <a:pt x="654701" y="3285013"/>
                </a:lnTo>
                <a:lnTo>
                  <a:pt x="655250" y="3284921"/>
                </a:lnTo>
                <a:lnTo>
                  <a:pt x="655806" y="3284841"/>
                </a:lnTo>
                <a:lnTo>
                  <a:pt x="656370" y="3284773"/>
                </a:lnTo>
                <a:lnTo>
                  <a:pt x="656941" y="3284717"/>
                </a:lnTo>
                <a:lnTo>
                  <a:pt x="657521" y="3284674"/>
                </a:lnTo>
                <a:lnTo>
                  <a:pt x="658107" y="3284643"/>
                </a:lnTo>
                <a:lnTo>
                  <a:pt x="658702" y="3284625"/>
                </a:lnTo>
                <a:lnTo>
                  <a:pt x="659304" y="3284619"/>
                </a:lnTo>
                <a:lnTo>
                  <a:pt x="659836" y="3284624"/>
                </a:lnTo>
                <a:lnTo>
                  <a:pt x="660364" y="3284639"/>
                </a:lnTo>
                <a:lnTo>
                  <a:pt x="660886" y="3284664"/>
                </a:lnTo>
                <a:lnTo>
                  <a:pt x="661403" y="3284699"/>
                </a:lnTo>
                <a:lnTo>
                  <a:pt x="661915" y="3284744"/>
                </a:lnTo>
                <a:lnTo>
                  <a:pt x="662421" y="3284798"/>
                </a:lnTo>
                <a:lnTo>
                  <a:pt x="662922" y="3284863"/>
                </a:lnTo>
                <a:lnTo>
                  <a:pt x="663418" y="3284938"/>
                </a:lnTo>
                <a:lnTo>
                  <a:pt x="663908" y="3285023"/>
                </a:lnTo>
                <a:lnTo>
                  <a:pt x="664393" y="3285118"/>
                </a:lnTo>
                <a:lnTo>
                  <a:pt x="664873" y="3285223"/>
                </a:lnTo>
                <a:lnTo>
                  <a:pt x="665348" y="3285337"/>
                </a:lnTo>
                <a:lnTo>
                  <a:pt x="665817" y="3285462"/>
                </a:lnTo>
                <a:lnTo>
                  <a:pt x="666281" y="3285597"/>
                </a:lnTo>
                <a:lnTo>
                  <a:pt x="666740" y="3285741"/>
                </a:lnTo>
                <a:lnTo>
                  <a:pt x="667194" y="3285896"/>
                </a:lnTo>
                <a:lnTo>
                  <a:pt x="667642" y="3286061"/>
                </a:lnTo>
                <a:lnTo>
                  <a:pt x="668085" y="3286235"/>
                </a:lnTo>
                <a:lnTo>
                  <a:pt x="668522" y="3286420"/>
                </a:lnTo>
                <a:lnTo>
                  <a:pt x="668955" y="3286615"/>
                </a:lnTo>
                <a:lnTo>
                  <a:pt x="669382" y="3286819"/>
                </a:lnTo>
                <a:lnTo>
                  <a:pt x="669804" y="3287034"/>
                </a:lnTo>
                <a:lnTo>
                  <a:pt x="670220" y="3287258"/>
                </a:lnTo>
                <a:lnTo>
                  <a:pt x="670631" y="3287493"/>
                </a:lnTo>
                <a:lnTo>
                  <a:pt x="671036" y="3287736"/>
                </a:lnTo>
                <a:lnTo>
                  <a:pt x="671432" y="3287987"/>
                </a:lnTo>
                <a:lnTo>
                  <a:pt x="671820" y="3288246"/>
                </a:lnTo>
                <a:lnTo>
                  <a:pt x="672200" y="3288512"/>
                </a:lnTo>
                <a:lnTo>
                  <a:pt x="672571" y="3288786"/>
                </a:lnTo>
                <a:lnTo>
                  <a:pt x="672935" y="3289067"/>
                </a:lnTo>
                <a:lnTo>
                  <a:pt x="673290" y="3289356"/>
                </a:lnTo>
                <a:lnTo>
                  <a:pt x="673637" y="3289653"/>
                </a:lnTo>
                <a:lnTo>
                  <a:pt x="673976" y="3289958"/>
                </a:lnTo>
                <a:lnTo>
                  <a:pt x="674306" y="3290270"/>
                </a:lnTo>
                <a:lnTo>
                  <a:pt x="674628" y="3290589"/>
                </a:lnTo>
                <a:lnTo>
                  <a:pt x="674942" y="3290916"/>
                </a:lnTo>
                <a:lnTo>
                  <a:pt x="675248" y="3291251"/>
                </a:lnTo>
                <a:lnTo>
                  <a:pt x="675546" y="3291594"/>
                </a:lnTo>
                <a:lnTo>
                  <a:pt x="675835" y="3291944"/>
                </a:lnTo>
                <a:lnTo>
                  <a:pt x="676117" y="3292302"/>
                </a:lnTo>
                <a:lnTo>
                  <a:pt x="676390" y="3292667"/>
                </a:lnTo>
                <a:lnTo>
                  <a:pt x="676654" y="3293040"/>
                </a:lnTo>
                <a:lnTo>
                  <a:pt x="676911" y="3293421"/>
                </a:lnTo>
                <a:lnTo>
                  <a:pt x="677159" y="3293809"/>
                </a:lnTo>
                <a:lnTo>
                  <a:pt x="677399" y="3294205"/>
                </a:lnTo>
                <a:lnTo>
                  <a:pt x="677631" y="3294609"/>
                </a:lnTo>
                <a:lnTo>
                  <a:pt x="677855" y="3295020"/>
                </a:lnTo>
                <a:lnTo>
                  <a:pt x="678070" y="3295439"/>
                </a:lnTo>
                <a:lnTo>
                  <a:pt x="678291" y="3295850"/>
                </a:lnTo>
                <a:lnTo>
                  <a:pt x="678502" y="3296267"/>
                </a:lnTo>
                <a:lnTo>
                  <a:pt x="678704" y="3296688"/>
                </a:lnTo>
                <a:lnTo>
                  <a:pt x="678897" y="3297115"/>
                </a:lnTo>
                <a:lnTo>
                  <a:pt x="679080" y="3297548"/>
                </a:lnTo>
                <a:lnTo>
                  <a:pt x="679254" y="3297985"/>
                </a:lnTo>
                <a:lnTo>
                  <a:pt x="679418" y="3298428"/>
                </a:lnTo>
                <a:lnTo>
                  <a:pt x="679573" y="3298877"/>
                </a:lnTo>
                <a:lnTo>
                  <a:pt x="679719" y="3299330"/>
                </a:lnTo>
                <a:lnTo>
                  <a:pt x="679855" y="3299789"/>
                </a:lnTo>
                <a:lnTo>
                  <a:pt x="679982" y="3300253"/>
                </a:lnTo>
                <a:lnTo>
                  <a:pt x="680099" y="3300722"/>
                </a:lnTo>
                <a:lnTo>
                  <a:pt x="680207" y="3301197"/>
                </a:lnTo>
                <a:lnTo>
                  <a:pt x="680306" y="3301677"/>
                </a:lnTo>
                <a:lnTo>
                  <a:pt x="680395" y="3302162"/>
                </a:lnTo>
                <a:lnTo>
                  <a:pt x="680475" y="3302652"/>
                </a:lnTo>
                <a:lnTo>
                  <a:pt x="680545" y="3303148"/>
                </a:lnTo>
                <a:lnTo>
                  <a:pt x="680606" y="3303649"/>
                </a:lnTo>
                <a:lnTo>
                  <a:pt x="680658" y="3304156"/>
                </a:lnTo>
                <a:lnTo>
                  <a:pt x="680700" y="3304667"/>
                </a:lnTo>
                <a:lnTo>
                  <a:pt x="680733" y="3305184"/>
                </a:lnTo>
                <a:lnTo>
                  <a:pt x="680757" y="3305706"/>
                </a:lnTo>
                <a:lnTo>
                  <a:pt x="680771" y="3306234"/>
                </a:lnTo>
                <a:lnTo>
                  <a:pt x="680775" y="3306766"/>
                </a:lnTo>
                <a:lnTo>
                  <a:pt x="680775" y="3309302"/>
                </a:lnTo>
                <a:lnTo>
                  <a:pt x="636818" y="3309302"/>
                </a:lnTo>
                <a:lnTo>
                  <a:pt x="636818" y="3308457"/>
                </a:lnTo>
                <a:lnTo>
                  <a:pt x="636822" y="3307979"/>
                </a:lnTo>
                <a:lnTo>
                  <a:pt x="636835" y="3307501"/>
                </a:lnTo>
                <a:lnTo>
                  <a:pt x="636857" y="3307025"/>
                </a:lnTo>
                <a:lnTo>
                  <a:pt x="636888" y="3306550"/>
                </a:lnTo>
                <a:lnTo>
                  <a:pt x="636928" y="3306077"/>
                </a:lnTo>
                <a:lnTo>
                  <a:pt x="636976" y="3305604"/>
                </a:lnTo>
                <a:lnTo>
                  <a:pt x="637034" y="3305133"/>
                </a:lnTo>
                <a:lnTo>
                  <a:pt x="637100" y="3304663"/>
                </a:lnTo>
                <a:close/>
                <a:moveTo>
                  <a:pt x="755982" y="3553044"/>
                </a:moveTo>
                <a:lnTo>
                  <a:pt x="756037" y="3552608"/>
                </a:lnTo>
                <a:lnTo>
                  <a:pt x="756098" y="3552174"/>
                </a:lnTo>
                <a:lnTo>
                  <a:pt x="756166" y="3551742"/>
                </a:lnTo>
                <a:lnTo>
                  <a:pt x="756240" y="3551311"/>
                </a:lnTo>
                <a:lnTo>
                  <a:pt x="756321" y="3550882"/>
                </a:lnTo>
                <a:lnTo>
                  <a:pt x="756408" y="3550455"/>
                </a:lnTo>
                <a:lnTo>
                  <a:pt x="756502" y="3550030"/>
                </a:lnTo>
                <a:lnTo>
                  <a:pt x="756602" y="3549606"/>
                </a:lnTo>
                <a:lnTo>
                  <a:pt x="756708" y="3549184"/>
                </a:lnTo>
                <a:lnTo>
                  <a:pt x="756821" y="3548764"/>
                </a:lnTo>
                <a:lnTo>
                  <a:pt x="756941" y="3548346"/>
                </a:lnTo>
                <a:lnTo>
                  <a:pt x="757067" y="3547930"/>
                </a:lnTo>
                <a:lnTo>
                  <a:pt x="757199" y="3547515"/>
                </a:lnTo>
                <a:lnTo>
                  <a:pt x="757338" y="3547102"/>
                </a:lnTo>
                <a:lnTo>
                  <a:pt x="757483" y="3546691"/>
                </a:lnTo>
                <a:lnTo>
                  <a:pt x="757635" y="3546281"/>
                </a:lnTo>
                <a:lnTo>
                  <a:pt x="757793" y="3545875"/>
                </a:lnTo>
                <a:lnTo>
                  <a:pt x="757958" y="3545476"/>
                </a:lnTo>
                <a:lnTo>
                  <a:pt x="758129" y="3545082"/>
                </a:lnTo>
                <a:lnTo>
                  <a:pt x="758306" y="3544694"/>
                </a:lnTo>
                <a:lnTo>
                  <a:pt x="758490" y="3544312"/>
                </a:lnTo>
                <a:lnTo>
                  <a:pt x="758681" y="3543935"/>
                </a:lnTo>
                <a:lnTo>
                  <a:pt x="758878" y="3543565"/>
                </a:lnTo>
                <a:lnTo>
                  <a:pt x="759081" y="3543200"/>
                </a:lnTo>
                <a:lnTo>
                  <a:pt x="759291" y="3542842"/>
                </a:lnTo>
                <a:lnTo>
                  <a:pt x="759508" y="3542489"/>
                </a:lnTo>
                <a:lnTo>
                  <a:pt x="759730" y="3542142"/>
                </a:lnTo>
                <a:lnTo>
                  <a:pt x="759960" y="3541801"/>
                </a:lnTo>
                <a:lnTo>
                  <a:pt x="760195" y="3541466"/>
                </a:lnTo>
                <a:lnTo>
                  <a:pt x="760437" y="3541136"/>
                </a:lnTo>
                <a:lnTo>
                  <a:pt x="760686" y="3540813"/>
                </a:lnTo>
                <a:lnTo>
                  <a:pt x="760941" y="3540495"/>
                </a:lnTo>
                <a:lnTo>
                  <a:pt x="761203" y="3540184"/>
                </a:lnTo>
                <a:lnTo>
                  <a:pt x="761471" y="3539878"/>
                </a:lnTo>
                <a:lnTo>
                  <a:pt x="761745" y="3539578"/>
                </a:lnTo>
                <a:lnTo>
                  <a:pt x="762026" y="3539284"/>
                </a:lnTo>
                <a:lnTo>
                  <a:pt x="762313" y="3538995"/>
                </a:lnTo>
                <a:lnTo>
                  <a:pt x="762607" y="3538713"/>
                </a:lnTo>
                <a:lnTo>
                  <a:pt x="762907" y="3538437"/>
                </a:lnTo>
                <a:lnTo>
                  <a:pt x="763214" y="3538166"/>
                </a:lnTo>
                <a:lnTo>
                  <a:pt x="763541" y="3537904"/>
                </a:lnTo>
                <a:lnTo>
                  <a:pt x="763874" y="3537653"/>
                </a:lnTo>
                <a:lnTo>
                  <a:pt x="764213" y="3537413"/>
                </a:lnTo>
                <a:lnTo>
                  <a:pt x="764557" y="3537184"/>
                </a:lnTo>
                <a:lnTo>
                  <a:pt x="764908" y="3536967"/>
                </a:lnTo>
                <a:lnTo>
                  <a:pt x="765264" y="3536761"/>
                </a:lnTo>
                <a:lnTo>
                  <a:pt x="765626" y="3536565"/>
                </a:lnTo>
                <a:lnTo>
                  <a:pt x="765994" y="3536381"/>
                </a:lnTo>
                <a:lnTo>
                  <a:pt x="766368" y="3536209"/>
                </a:lnTo>
                <a:lnTo>
                  <a:pt x="766748" y="3536047"/>
                </a:lnTo>
                <a:lnTo>
                  <a:pt x="767134" y="3535896"/>
                </a:lnTo>
                <a:lnTo>
                  <a:pt x="767525" y="3535757"/>
                </a:lnTo>
                <a:lnTo>
                  <a:pt x="767923" y="3535629"/>
                </a:lnTo>
                <a:lnTo>
                  <a:pt x="768326" y="3535511"/>
                </a:lnTo>
                <a:lnTo>
                  <a:pt x="768735" y="3535405"/>
                </a:lnTo>
                <a:lnTo>
                  <a:pt x="769150" y="3535311"/>
                </a:lnTo>
                <a:lnTo>
                  <a:pt x="769571" y="3535227"/>
                </a:lnTo>
                <a:lnTo>
                  <a:pt x="769998" y="3535155"/>
                </a:lnTo>
                <a:lnTo>
                  <a:pt x="770430" y="3535093"/>
                </a:lnTo>
                <a:lnTo>
                  <a:pt x="770869" y="3535043"/>
                </a:lnTo>
                <a:lnTo>
                  <a:pt x="771313" y="3535004"/>
                </a:lnTo>
                <a:lnTo>
                  <a:pt x="771764" y="3534976"/>
                </a:lnTo>
                <a:lnTo>
                  <a:pt x="772220" y="3534959"/>
                </a:lnTo>
                <a:lnTo>
                  <a:pt x="772682" y="3534954"/>
                </a:lnTo>
                <a:lnTo>
                  <a:pt x="773157" y="3534958"/>
                </a:lnTo>
                <a:lnTo>
                  <a:pt x="773625" y="3534971"/>
                </a:lnTo>
                <a:lnTo>
                  <a:pt x="774084" y="3534993"/>
                </a:lnTo>
                <a:lnTo>
                  <a:pt x="774537" y="3535024"/>
                </a:lnTo>
                <a:lnTo>
                  <a:pt x="774981" y="3535064"/>
                </a:lnTo>
                <a:lnTo>
                  <a:pt x="775419" y="3535112"/>
                </a:lnTo>
                <a:lnTo>
                  <a:pt x="775848" y="3535170"/>
                </a:lnTo>
                <a:lnTo>
                  <a:pt x="776270" y="3535236"/>
                </a:lnTo>
                <a:lnTo>
                  <a:pt x="776684" y="3535310"/>
                </a:lnTo>
                <a:lnTo>
                  <a:pt x="777090" y="3535394"/>
                </a:lnTo>
                <a:lnTo>
                  <a:pt x="777489" y="3535487"/>
                </a:lnTo>
                <a:lnTo>
                  <a:pt x="777881" y="3535588"/>
                </a:lnTo>
                <a:lnTo>
                  <a:pt x="778264" y="3535698"/>
                </a:lnTo>
                <a:lnTo>
                  <a:pt x="778640" y="3535817"/>
                </a:lnTo>
                <a:lnTo>
                  <a:pt x="779009" y="3535944"/>
                </a:lnTo>
                <a:lnTo>
                  <a:pt x="779369" y="3536081"/>
                </a:lnTo>
                <a:lnTo>
                  <a:pt x="779722" y="3536226"/>
                </a:lnTo>
                <a:lnTo>
                  <a:pt x="780068" y="3536380"/>
                </a:lnTo>
                <a:lnTo>
                  <a:pt x="780406" y="3536543"/>
                </a:lnTo>
                <a:lnTo>
                  <a:pt x="780736" y="3536715"/>
                </a:lnTo>
                <a:lnTo>
                  <a:pt x="781059" y="3536895"/>
                </a:lnTo>
                <a:lnTo>
                  <a:pt x="781374" y="3537085"/>
                </a:lnTo>
                <a:lnTo>
                  <a:pt x="781681" y="3537283"/>
                </a:lnTo>
                <a:lnTo>
                  <a:pt x="781981" y="3537490"/>
                </a:lnTo>
                <a:lnTo>
                  <a:pt x="782287" y="3537690"/>
                </a:lnTo>
                <a:lnTo>
                  <a:pt x="782586" y="3537895"/>
                </a:lnTo>
                <a:lnTo>
                  <a:pt x="782879" y="3538105"/>
                </a:lnTo>
                <a:lnTo>
                  <a:pt x="783164" y="3538321"/>
                </a:lnTo>
                <a:lnTo>
                  <a:pt x="783442" y="3538542"/>
                </a:lnTo>
                <a:lnTo>
                  <a:pt x="783713" y="3538768"/>
                </a:lnTo>
                <a:lnTo>
                  <a:pt x="783978" y="3539000"/>
                </a:lnTo>
                <a:lnTo>
                  <a:pt x="784235" y="3539237"/>
                </a:lnTo>
                <a:lnTo>
                  <a:pt x="784485" y="3539479"/>
                </a:lnTo>
                <a:lnTo>
                  <a:pt x="784728" y="3539726"/>
                </a:lnTo>
                <a:lnTo>
                  <a:pt x="784964" y="3539979"/>
                </a:lnTo>
                <a:lnTo>
                  <a:pt x="785193" y="3540237"/>
                </a:lnTo>
                <a:lnTo>
                  <a:pt x="785415" y="3540500"/>
                </a:lnTo>
                <a:lnTo>
                  <a:pt x="785629" y="3540769"/>
                </a:lnTo>
                <a:lnTo>
                  <a:pt x="785837" y="3541043"/>
                </a:lnTo>
                <a:lnTo>
                  <a:pt x="786038" y="3541322"/>
                </a:lnTo>
                <a:lnTo>
                  <a:pt x="786232" y="3541606"/>
                </a:lnTo>
                <a:lnTo>
                  <a:pt x="786418" y="3541896"/>
                </a:lnTo>
                <a:lnTo>
                  <a:pt x="786598" y="3542191"/>
                </a:lnTo>
                <a:lnTo>
                  <a:pt x="786771" y="3542491"/>
                </a:lnTo>
                <a:lnTo>
                  <a:pt x="786936" y="3542797"/>
                </a:lnTo>
                <a:lnTo>
                  <a:pt x="787095" y="3543108"/>
                </a:lnTo>
                <a:lnTo>
                  <a:pt x="787246" y="3543424"/>
                </a:lnTo>
                <a:lnTo>
                  <a:pt x="787391" y="3543745"/>
                </a:lnTo>
                <a:lnTo>
                  <a:pt x="787542" y="3544071"/>
                </a:lnTo>
                <a:lnTo>
                  <a:pt x="787688" y="3544398"/>
                </a:lnTo>
                <a:lnTo>
                  <a:pt x="787826" y="3544728"/>
                </a:lnTo>
                <a:lnTo>
                  <a:pt x="787959" y="3545060"/>
                </a:lnTo>
                <a:lnTo>
                  <a:pt x="788085" y="3545395"/>
                </a:lnTo>
                <a:lnTo>
                  <a:pt x="788204" y="3545732"/>
                </a:lnTo>
                <a:lnTo>
                  <a:pt x="788317" y="3546071"/>
                </a:lnTo>
                <a:lnTo>
                  <a:pt x="788424" y="3546413"/>
                </a:lnTo>
                <a:lnTo>
                  <a:pt x="788524" y="3546757"/>
                </a:lnTo>
                <a:lnTo>
                  <a:pt x="788617" y="3547103"/>
                </a:lnTo>
                <a:lnTo>
                  <a:pt x="788705" y="3547452"/>
                </a:lnTo>
                <a:lnTo>
                  <a:pt x="788785" y="3547803"/>
                </a:lnTo>
                <a:lnTo>
                  <a:pt x="788860" y="3548156"/>
                </a:lnTo>
                <a:lnTo>
                  <a:pt x="788927" y="3548512"/>
                </a:lnTo>
                <a:lnTo>
                  <a:pt x="788989" y="3548870"/>
                </a:lnTo>
                <a:lnTo>
                  <a:pt x="789044" y="3549230"/>
                </a:lnTo>
                <a:lnTo>
                  <a:pt x="789092" y="3549593"/>
                </a:lnTo>
                <a:lnTo>
                  <a:pt x="789134" y="3549958"/>
                </a:lnTo>
                <a:lnTo>
                  <a:pt x="789170" y="3550326"/>
                </a:lnTo>
                <a:lnTo>
                  <a:pt x="789199" y="3550696"/>
                </a:lnTo>
                <a:lnTo>
                  <a:pt x="789221" y="3551068"/>
                </a:lnTo>
                <a:lnTo>
                  <a:pt x="789237" y="3551442"/>
                </a:lnTo>
                <a:lnTo>
                  <a:pt x="789247" y="3551819"/>
                </a:lnTo>
                <a:lnTo>
                  <a:pt x="789250" y="3552199"/>
                </a:lnTo>
                <a:lnTo>
                  <a:pt x="789250" y="3555749"/>
                </a:lnTo>
                <a:lnTo>
                  <a:pt x="803621" y="3555749"/>
                </a:lnTo>
                <a:lnTo>
                  <a:pt x="803649" y="3555567"/>
                </a:lnTo>
                <a:lnTo>
                  <a:pt x="803675" y="3555387"/>
                </a:lnTo>
                <a:lnTo>
                  <a:pt x="803700" y="3555210"/>
                </a:lnTo>
                <a:lnTo>
                  <a:pt x="803724" y="3555035"/>
                </a:lnTo>
                <a:lnTo>
                  <a:pt x="803747" y="3554863"/>
                </a:lnTo>
                <a:lnTo>
                  <a:pt x="803769" y="3554692"/>
                </a:lnTo>
                <a:lnTo>
                  <a:pt x="803790" y="3554524"/>
                </a:lnTo>
                <a:lnTo>
                  <a:pt x="803809" y="3554359"/>
                </a:lnTo>
                <a:lnTo>
                  <a:pt x="803827" y="3554196"/>
                </a:lnTo>
                <a:lnTo>
                  <a:pt x="803844" y="3554035"/>
                </a:lnTo>
                <a:lnTo>
                  <a:pt x="803860" y="3553876"/>
                </a:lnTo>
                <a:lnTo>
                  <a:pt x="803875" y="3553720"/>
                </a:lnTo>
                <a:lnTo>
                  <a:pt x="803888" y="3553566"/>
                </a:lnTo>
                <a:lnTo>
                  <a:pt x="803900" y="3553415"/>
                </a:lnTo>
                <a:lnTo>
                  <a:pt x="803912" y="3553266"/>
                </a:lnTo>
                <a:lnTo>
                  <a:pt x="803922" y="3553119"/>
                </a:lnTo>
                <a:lnTo>
                  <a:pt x="803930" y="3552975"/>
                </a:lnTo>
                <a:lnTo>
                  <a:pt x="803938" y="3552833"/>
                </a:lnTo>
                <a:lnTo>
                  <a:pt x="803944" y="3552693"/>
                </a:lnTo>
                <a:lnTo>
                  <a:pt x="803950" y="3552556"/>
                </a:lnTo>
                <a:lnTo>
                  <a:pt x="803954" y="3552421"/>
                </a:lnTo>
                <a:lnTo>
                  <a:pt x="803957" y="3552288"/>
                </a:lnTo>
                <a:lnTo>
                  <a:pt x="803959" y="3552158"/>
                </a:lnTo>
                <a:lnTo>
                  <a:pt x="803959" y="3552030"/>
                </a:lnTo>
                <a:lnTo>
                  <a:pt x="803973" y="3551888"/>
                </a:lnTo>
                <a:lnTo>
                  <a:pt x="803986" y="3551747"/>
                </a:lnTo>
                <a:lnTo>
                  <a:pt x="803999" y="3551604"/>
                </a:lnTo>
                <a:lnTo>
                  <a:pt x="804011" y="3551461"/>
                </a:lnTo>
                <a:lnTo>
                  <a:pt x="804022" y="3551318"/>
                </a:lnTo>
                <a:lnTo>
                  <a:pt x="804033" y="3551174"/>
                </a:lnTo>
                <a:lnTo>
                  <a:pt x="804043" y="3551029"/>
                </a:lnTo>
                <a:lnTo>
                  <a:pt x="804053" y="3550884"/>
                </a:lnTo>
                <a:lnTo>
                  <a:pt x="804062" y="3550738"/>
                </a:lnTo>
                <a:lnTo>
                  <a:pt x="804071" y="3550591"/>
                </a:lnTo>
                <a:lnTo>
                  <a:pt x="804079" y="3550444"/>
                </a:lnTo>
                <a:lnTo>
                  <a:pt x="804086" y="3550297"/>
                </a:lnTo>
                <a:lnTo>
                  <a:pt x="804093" y="3550148"/>
                </a:lnTo>
                <a:lnTo>
                  <a:pt x="804099" y="3550000"/>
                </a:lnTo>
                <a:lnTo>
                  <a:pt x="804105" y="3549850"/>
                </a:lnTo>
                <a:lnTo>
                  <a:pt x="804110" y="3549700"/>
                </a:lnTo>
                <a:lnTo>
                  <a:pt x="804114" y="3549550"/>
                </a:lnTo>
                <a:lnTo>
                  <a:pt x="804118" y="3549398"/>
                </a:lnTo>
                <a:lnTo>
                  <a:pt x="804121" y="3549247"/>
                </a:lnTo>
                <a:lnTo>
                  <a:pt x="804124" y="3549094"/>
                </a:lnTo>
                <a:lnTo>
                  <a:pt x="804126" y="3548941"/>
                </a:lnTo>
                <a:lnTo>
                  <a:pt x="804127" y="3548788"/>
                </a:lnTo>
                <a:lnTo>
                  <a:pt x="804128" y="3548634"/>
                </a:lnTo>
                <a:lnTo>
                  <a:pt x="804128" y="3548479"/>
                </a:lnTo>
                <a:lnTo>
                  <a:pt x="804116" y="3547514"/>
                </a:lnTo>
                <a:lnTo>
                  <a:pt x="804080" y="3546564"/>
                </a:lnTo>
                <a:lnTo>
                  <a:pt x="804020" y="3545629"/>
                </a:lnTo>
                <a:lnTo>
                  <a:pt x="803936" y="3544708"/>
                </a:lnTo>
                <a:lnTo>
                  <a:pt x="803827" y="3543802"/>
                </a:lnTo>
                <a:lnTo>
                  <a:pt x="803695" y="3542910"/>
                </a:lnTo>
                <a:lnTo>
                  <a:pt x="803539" y="3542034"/>
                </a:lnTo>
                <a:lnTo>
                  <a:pt x="803358" y="3541172"/>
                </a:lnTo>
                <a:lnTo>
                  <a:pt x="803154" y="3540324"/>
                </a:lnTo>
                <a:lnTo>
                  <a:pt x="802925" y="3539492"/>
                </a:lnTo>
                <a:lnTo>
                  <a:pt x="802672" y="3538673"/>
                </a:lnTo>
                <a:lnTo>
                  <a:pt x="802395" y="3537870"/>
                </a:lnTo>
                <a:lnTo>
                  <a:pt x="802094" y="3537081"/>
                </a:lnTo>
                <a:lnTo>
                  <a:pt x="801770" y="3536307"/>
                </a:lnTo>
                <a:lnTo>
                  <a:pt x="801421" y="3535548"/>
                </a:lnTo>
                <a:lnTo>
                  <a:pt x="801047" y="3534803"/>
                </a:lnTo>
                <a:lnTo>
                  <a:pt x="800650" y="3534073"/>
                </a:lnTo>
                <a:lnTo>
                  <a:pt x="800229" y="3533358"/>
                </a:lnTo>
                <a:lnTo>
                  <a:pt x="799784" y="3532657"/>
                </a:lnTo>
                <a:lnTo>
                  <a:pt x="799315" y="3531972"/>
                </a:lnTo>
                <a:lnTo>
                  <a:pt x="798821" y="3531300"/>
                </a:lnTo>
                <a:lnTo>
                  <a:pt x="798304" y="3530644"/>
                </a:lnTo>
                <a:lnTo>
                  <a:pt x="797762" y="3530002"/>
                </a:lnTo>
                <a:lnTo>
                  <a:pt x="797197" y="3529374"/>
                </a:lnTo>
                <a:lnTo>
                  <a:pt x="796623" y="3528754"/>
                </a:lnTo>
                <a:lnTo>
                  <a:pt x="796028" y="3528159"/>
                </a:lnTo>
                <a:lnTo>
                  <a:pt x="795413" y="3527591"/>
                </a:lnTo>
                <a:lnTo>
                  <a:pt x="794778" y="3527050"/>
                </a:lnTo>
                <a:lnTo>
                  <a:pt x="794122" y="3526535"/>
                </a:lnTo>
                <a:lnTo>
                  <a:pt x="793445" y="3526046"/>
                </a:lnTo>
                <a:lnTo>
                  <a:pt x="792748" y="3525584"/>
                </a:lnTo>
                <a:lnTo>
                  <a:pt x="792031" y="3525148"/>
                </a:lnTo>
                <a:lnTo>
                  <a:pt x="791292" y="3524738"/>
                </a:lnTo>
                <a:lnTo>
                  <a:pt x="790534" y="3524355"/>
                </a:lnTo>
                <a:lnTo>
                  <a:pt x="789754" y="3523999"/>
                </a:lnTo>
                <a:lnTo>
                  <a:pt x="788954" y="3523669"/>
                </a:lnTo>
                <a:lnTo>
                  <a:pt x="788134" y="3523365"/>
                </a:lnTo>
                <a:lnTo>
                  <a:pt x="787293" y="3523087"/>
                </a:lnTo>
                <a:lnTo>
                  <a:pt x="786432" y="3522836"/>
                </a:lnTo>
                <a:lnTo>
                  <a:pt x="785550" y="3522612"/>
                </a:lnTo>
                <a:lnTo>
                  <a:pt x="784647" y="3522414"/>
                </a:lnTo>
                <a:lnTo>
                  <a:pt x="783724" y="3522242"/>
                </a:lnTo>
                <a:lnTo>
                  <a:pt x="782780" y="3522097"/>
                </a:lnTo>
                <a:lnTo>
                  <a:pt x="781816" y="3521978"/>
                </a:lnTo>
                <a:lnTo>
                  <a:pt x="780831" y="3521885"/>
                </a:lnTo>
                <a:lnTo>
                  <a:pt x="779826" y="3521819"/>
                </a:lnTo>
                <a:lnTo>
                  <a:pt x="778800" y="3521780"/>
                </a:lnTo>
                <a:lnTo>
                  <a:pt x="777754" y="3521767"/>
                </a:lnTo>
                <a:lnTo>
                  <a:pt x="777067" y="3521773"/>
                </a:lnTo>
                <a:lnTo>
                  <a:pt x="776386" y="3521794"/>
                </a:lnTo>
                <a:lnTo>
                  <a:pt x="775712" y="3521827"/>
                </a:lnTo>
                <a:lnTo>
                  <a:pt x="775044" y="3521875"/>
                </a:lnTo>
                <a:lnTo>
                  <a:pt x="774383" y="3521935"/>
                </a:lnTo>
                <a:lnTo>
                  <a:pt x="773728" y="3522010"/>
                </a:lnTo>
                <a:lnTo>
                  <a:pt x="773079" y="3522097"/>
                </a:lnTo>
                <a:lnTo>
                  <a:pt x="772438" y="3522199"/>
                </a:lnTo>
                <a:lnTo>
                  <a:pt x="771802" y="3522313"/>
                </a:lnTo>
                <a:lnTo>
                  <a:pt x="771173" y="3522442"/>
                </a:lnTo>
                <a:lnTo>
                  <a:pt x="770550" y="3522583"/>
                </a:lnTo>
                <a:lnTo>
                  <a:pt x="769934" y="3522739"/>
                </a:lnTo>
                <a:lnTo>
                  <a:pt x="769325" y="3522907"/>
                </a:lnTo>
                <a:lnTo>
                  <a:pt x="768722" y="3523090"/>
                </a:lnTo>
                <a:lnTo>
                  <a:pt x="768125" y="3523285"/>
                </a:lnTo>
                <a:lnTo>
                  <a:pt x="767535" y="3523495"/>
                </a:lnTo>
                <a:lnTo>
                  <a:pt x="766951" y="3523718"/>
                </a:lnTo>
                <a:lnTo>
                  <a:pt x="766373" y="3523954"/>
                </a:lnTo>
                <a:lnTo>
                  <a:pt x="765803" y="3524204"/>
                </a:lnTo>
                <a:lnTo>
                  <a:pt x="765238" y="3524467"/>
                </a:lnTo>
                <a:lnTo>
                  <a:pt x="764680" y="3524744"/>
                </a:lnTo>
                <a:lnTo>
                  <a:pt x="764129" y="3525034"/>
                </a:lnTo>
                <a:lnTo>
                  <a:pt x="763583" y="3525338"/>
                </a:lnTo>
                <a:lnTo>
                  <a:pt x="763045" y="3525655"/>
                </a:lnTo>
                <a:lnTo>
                  <a:pt x="762529" y="3525970"/>
                </a:lnTo>
                <a:lnTo>
                  <a:pt x="762025" y="3526296"/>
                </a:lnTo>
                <a:lnTo>
                  <a:pt x="761531" y="3526632"/>
                </a:lnTo>
                <a:lnTo>
                  <a:pt x="761049" y="3526979"/>
                </a:lnTo>
                <a:lnTo>
                  <a:pt x="760578" y="3527337"/>
                </a:lnTo>
                <a:lnTo>
                  <a:pt x="760118" y="3527705"/>
                </a:lnTo>
                <a:lnTo>
                  <a:pt x="759669" y="3528083"/>
                </a:lnTo>
                <a:lnTo>
                  <a:pt x="759232" y="3528473"/>
                </a:lnTo>
                <a:lnTo>
                  <a:pt x="758805" y="3528872"/>
                </a:lnTo>
                <a:lnTo>
                  <a:pt x="758390" y="3529283"/>
                </a:lnTo>
                <a:lnTo>
                  <a:pt x="757986" y="3529704"/>
                </a:lnTo>
                <a:lnTo>
                  <a:pt x="757593" y="3530135"/>
                </a:lnTo>
                <a:lnTo>
                  <a:pt x="757211" y="3530577"/>
                </a:lnTo>
                <a:lnTo>
                  <a:pt x="756840" y="3531030"/>
                </a:lnTo>
                <a:lnTo>
                  <a:pt x="756480" y="3531493"/>
                </a:lnTo>
                <a:lnTo>
                  <a:pt x="756132" y="3531967"/>
                </a:lnTo>
                <a:lnTo>
                  <a:pt x="755795" y="3532451"/>
                </a:lnTo>
                <a:lnTo>
                  <a:pt x="755469" y="3532946"/>
                </a:lnTo>
                <a:lnTo>
                  <a:pt x="755154" y="3533451"/>
                </a:lnTo>
                <a:lnTo>
                  <a:pt x="754850" y="3533967"/>
                </a:lnTo>
                <a:lnTo>
                  <a:pt x="754557" y="3534494"/>
                </a:lnTo>
                <a:lnTo>
                  <a:pt x="754276" y="3535031"/>
                </a:lnTo>
                <a:lnTo>
                  <a:pt x="754005" y="3535579"/>
                </a:lnTo>
                <a:lnTo>
                  <a:pt x="753746" y="3536137"/>
                </a:lnTo>
                <a:lnTo>
                  <a:pt x="752901" y="3523457"/>
                </a:lnTo>
                <a:lnTo>
                  <a:pt x="717397" y="3523457"/>
                </a:lnTo>
                <a:lnTo>
                  <a:pt x="717397" y="3536644"/>
                </a:lnTo>
                <a:lnTo>
                  <a:pt x="739206" y="3536644"/>
                </a:lnTo>
                <a:lnTo>
                  <a:pt x="739206" y="3596832"/>
                </a:lnTo>
                <a:lnTo>
                  <a:pt x="716551" y="3596832"/>
                </a:lnTo>
                <a:lnTo>
                  <a:pt x="716551" y="3609850"/>
                </a:lnTo>
                <a:lnTo>
                  <a:pt x="739206" y="3609850"/>
                </a:lnTo>
                <a:lnTo>
                  <a:pt x="755775" y="3609850"/>
                </a:lnTo>
                <a:lnTo>
                  <a:pt x="794491" y="3609850"/>
                </a:lnTo>
                <a:lnTo>
                  <a:pt x="794491" y="3596832"/>
                </a:lnTo>
                <a:lnTo>
                  <a:pt x="755775" y="3596832"/>
                </a:lnTo>
                <a:lnTo>
                  <a:pt x="755775" y="3556594"/>
                </a:lnTo>
                <a:lnTo>
                  <a:pt x="755778" y="3556144"/>
                </a:lnTo>
                <a:lnTo>
                  <a:pt x="755788" y="3555696"/>
                </a:lnTo>
                <a:lnTo>
                  <a:pt x="755804" y="3555250"/>
                </a:lnTo>
                <a:lnTo>
                  <a:pt x="755827" y="3554805"/>
                </a:lnTo>
                <a:lnTo>
                  <a:pt x="755856" y="3554362"/>
                </a:lnTo>
                <a:lnTo>
                  <a:pt x="755891" y="3553921"/>
                </a:lnTo>
                <a:lnTo>
                  <a:pt x="755933" y="3553482"/>
                </a:lnTo>
                <a:lnTo>
                  <a:pt x="755982" y="3553044"/>
                </a:lnTo>
                <a:close/>
                <a:moveTo>
                  <a:pt x="622356" y="3546714"/>
                </a:moveTo>
                <a:lnTo>
                  <a:pt x="622373" y="3546820"/>
                </a:lnTo>
                <a:lnTo>
                  <a:pt x="622391" y="3546932"/>
                </a:lnTo>
                <a:lnTo>
                  <a:pt x="622410" y="3547051"/>
                </a:lnTo>
                <a:lnTo>
                  <a:pt x="622429" y="3547177"/>
                </a:lnTo>
                <a:lnTo>
                  <a:pt x="622448" y="3547308"/>
                </a:lnTo>
                <a:lnTo>
                  <a:pt x="622469" y="3547447"/>
                </a:lnTo>
                <a:lnTo>
                  <a:pt x="622489" y="3547591"/>
                </a:lnTo>
                <a:lnTo>
                  <a:pt x="622511" y="3547743"/>
                </a:lnTo>
                <a:lnTo>
                  <a:pt x="622533" y="3547900"/>
                </a:lnTo>
                <a:lnTo>
                  <a:pt x="622555" y="3548064"/>
                </a:lnTo>
                <a:lnTo>
                  <a:pt x="622579" y="3548235"/>
                </a:lnTo>
                <a:lnTo>
                  <a:pt x="622602" y="3548412"/>
                </a:lnTo>
                <a:lnTo>
                  <a:pt x="622627" y="3548595"/>
                </a:lnTo>
                <a:lnTo>
                  <a:pt x="622652" y="3548785"/>
                </a:lnTo>
                <a:lnTo>
                  <a:pt x="622677" y="3548982"/>
                </a:lnTo>
                <a:lnTo>
                  <a:pt x="622703" y="3549184"/>
                </a:lnTo>
                <a:lnTo>
                  <a:pt x="622730" y="3549394"/>
                </a:lnTo>
                <a:lnTo>
                  <a:pt x="622757" y="3549609"/>
                </a:lnTo>
                <a:lnTo>
                  <a:pt x="622785" y="3549832"/>
                </a:lnTo>
                <a:lnTo>
                  <a:pt x="638339" y="3549832"/>
                </a:lnTo>
                <a:lnTo>
                  <a:pt x="638339" y="3547803"/>
                </a:lnTo>
                <a:lnTo>
                  <a:pt x="638348" y="3547245"/>
                </a:lnTo>
                <a:lnTo>
                  <a:pt x="638374" y="3546697"/>
                </a:lnTo>
                <a:lnTo>
                  <a:pt x="638416" y="3546160"/>
                </a:lnTo>
                <a:lnTo>
                  <a:pt x="638476" y="3545633"/>
                </a:lnTo>
                <a:lnTo>
                  <a:pt x="638552" y="3545117"/>
                </a:lnTo>
                <a:lnTo>
                  <a:pt x="638646" y="3544612"/>
                </a:lnTo>
                <a:lnTo>
                  <a:pt x="638757" y="3544117"/>
                </a:lnTo>
                <a:lnTo>
                  <a:pt x="638884" y="3543632"/>
                </a:lnTo>
                <a:lnTo>
                  <a:pt x="639029" y="3543159"/>
                </a:lnTo>
                <a:lnTo>
                  <a:pt x="639191" y="3542696"/>
                </a:lnTo>
                <a:lnTo>
                  <a:pt x="639369" y="3542243"/>
                </a:lnTo>
                <a:lnTo>
                  <a:pt x="639565" y="3541801"/>
                </a:lnTo>
                <a:lnTo>
                  <a:pt x="639778" y="3541369"/>
                </a:lnTo>
                <a:lnTo>
                  <a:pt x="640008" y="3540948"/>
                </a:lnTo>
                <a:lnTo>
                  <a:pt x="640255" y="3540538"/>
                </a:lnTo>
                <a:lnTo>
                  <a:pt x="640519" y="3540138"/>
                </a:lnTo>
                <a:lnTo>
                  <a:pt x="640799" y="3539749"/>
                </a:lnTo>
                <a:lnTo>
                  <a:pt x="641097" y="3539371"/>
                </a:lnTo>
                <a:lnTo>
                  <a:pt x="641412" y="3539002"/>
                </a:lnTo>
                <a:lnTo>
                  <a:pt x="641744" y="3538645"/>
                </a:lnTo>
                <a:lnTo>
                  <a:pt x="642093" y="3538298"/>
                </a:lnTo>
                <a:lnTo>
                  <a:pt x="642459" y="3537962"/>
                </a:lnTo>
                <a:lnTo>
                  <a:pt x="642842" y="3537636"/>
                </a:lnTo>
                <a:lnTo>
                  <a:pt x="643242" y="3537321"/>
                </a:lnTo>
                <a:lnTo>
                  <a:pt x="643658" y="3537017"/>
                </a:lnTo>
                <a:lnTo>
                  <a:pt x="644088" y="3536727"/>
                </a:lnTo>
                <a:lnTo>
                  <a:pt x="644532" y="3536449"/>
                </a:lnTo>
                <a:lnTo>
                  <a:pt x="644989" y="3536184"/>
                </a:lnTo>
                <a:lnTo>
                  <a:pt x="645461" y="3535932"/>
                </a:lnTo>
                <a:lnTo>
                  <a:pt x="645947" y="3535693"/>
                </a:lnTo>
                <a:lnTo>
                  <a:pt x="646448" y="3535467"/>
                </a:lnTo>
                <a:lnTo>
                  <a:pt x="646962" y="3535254"/>
                </a:lnTo>
                <a:lnTo>
                  <a:pt x="647490" y="3535054"/>
                </a:lnTo>
                <a:lnTo>
                  <a:pt x="648033" y="3534867"/>
                </a:lnTo>
                <a:lnTo>
                  <a:pt x="648589" y="3534693"/>
                </a:lnTo>
                <a:lnTo>
                  <a:pt x="649160" y="3534531"/>
                </a:lnTo>
                <a:lnTo>
                  <a:pt x="649744" y="3534383"/>
                </a:lnTo>
                <a:lnTo>
                  <a:pt x="650343" y="3534247"/>
                </a:lnTo>
                <a:lnTo>
                  <a:pt x="650956" y="3534124"/>
                </a:lnTo>
                <a:lnTo>
                  <a:pt x="651583" y="3534014"/>
                </a:lnTo>
                <a:lnTo>
                  <a:pt x="652224" y="3533918"/>
                </a:lnTo>
                <a:lnTo>
                  <a:pt x="652879" y="3533834"/>
                </a:lnTo>
                <a:lnTo>
                  <a:pt x="653548" y="3533763"/>
                </a:lnTo>
                <a:lnTo>
                  <a:pt x="654232" y="3533704"/>
                </a:lnTo>
                <a:lnTo>
                  <a:pt x="654929" y="3533659"/>
                </a:lnTo>
                <a:lnTo>
                  <a:pt x="655641" y="3533627"/>
                </a:lnTo>
                <a:lnTo>
                  <a:pt x="656366" y="3533608"/>
                </a:lnTo>
                <a:lnTo>
                  <a:pt x="657106" y="3533601"/>
                </a:lnTo>
                <a:lnTo>
                  <a:pt x="657913" y="3533608"/>
                </a:lnTo>
                <a:lnTo>
                  <a:pt x="658700" y="3533627"/>
                </a:lnTo>
                <a:lnTo>
                  <a:pt x="659468" y="3533659"/>
                </a:lnTo>
                <a:lnTo>
                  <a:pt x="660215" y="3533704"/>
                </a:lnTo>
                <a:lnTo>
                  <a:pt x="660942" y="3533763"/>
                </a:lnTo>
                <a:lnTo>
                  <a:pt x="661650" y="3533834"/>
                </a:lnTo>
                <a:lnTo>
                  <a:pt x="662337" y="3533918"/>
                </a:lnTo>
                <a:lnTo>
                  <a:pt x="663004" y="3534014"/>
                </a:lnTo>
                <a:lnTo>
                  <a:pt x="663652" y="3534124"/>
                </a:lnTo>
                <a:lnTo>
                  <a:pt x="664280" y="3534247"/>
                </a:lnTo>
                <a:lnTo>
                  <a:pt x="664887" y="3534383"/>
                </a:lnTo>
                <a:lnTo>
                  <a:pt x="665475" y="3534531"/>
                </a:lnTo>
                <a:lnTo>
                  <a:pt x="666042" y="3534693"/>
                </a:lnTo>
                <a:lnTo>
                  <a:pt x="666590" y="3534867"/>
                </a:lnTo>
                <a:lnTo>
                  <a:pt x="667118" y="3535054"/>
                </a:lnTo>
                <a:lnTo>
                  <a:pt x="667626" y="3535254"/>
                </a:lnTo>
                <a:lnTo>
                  <a:pt x="668113" y="3535467"/>
                </a:lnTo>
                <a:lnTo>
                  <a:pt x="668581" y="3535693"/>
                </a:lnTo>
                <a:lnTo>
                  <a:pt x="669029" y="3535932"/>
                </a:lnTo>
                <a:lnTo>
                  <a:pt x="669457" y="3536184"/>
                </a:lnTo>
                <a:lnTo>
                  <a:pt x="669865" y="3536449"/>
                </a:lnTo>
                <a:lnTo>
                  <a:pt x="670253" y="3536727"/>
                </a:lnTo>
                <a:lnTo>
                  <a:pt x="670621" y="3537017"/>
                </a:lnTo>
                <a:lnTo>
                  <a:pt x="670969" y="3537321"/>
                </a:lnTo>
                <a:lnTo>
                  <a:pt x="671314" y="3537638"/>
                </a:lnTo>
                <a:lnTo>
                  <a:pt x="671645" y="3537971"/>
                </a:lnTo>
                <a:lnTo>
                  <a:pt x="671960" y="3538319"/>
                </a:lnTo>
                <a:lnTo>
                  <a:pt x="672261" y="3538683"/>
                </a:lnTo>
                <a:lnTo>
                  <a:pt x="672547" y="3539061"/>
                </a:lnTo>
                <a:lnTo>
                  <a:pt x="672819" y="3539455"/>
                </a:lnTo>
                <a:lnTo>
                  <a:pt x="673075" y="3539864"/>
                </a:lnTo>
                <a:lnTo>
                  <a:pt x="673318" y="3540289"/>
                </a:lnTo>
                <a:lnTo>
                  <a:pt x="673545" y="3540728"/>
                </a:lnTo>
                <a:lnTo>
                  <a:pt x="673758" y="3541183"/>
                </a:lnTo>
                <a:lnTo>
                  <a:pt x="673956" y="3541653"/>
                </a:lnTo>
                <a:lnTo>
                  <a:pt x="674139" y="3542139"/>
                </a:lnTo>
                <a:lnTo>
                  <a:pt x="674308" y="3542640"/>
                </a:lnTo>
                <a:lnTo>
                  <a:pt x="674462" y="3543156"/>
                </a:lnTo>
                <a:lnTo>
                  <a:pt x="674602" y="3543687"/>
                </a:lnTo>
                <a:lnTo>
                  <a:pt x="674726" y="3544233"/>
                </a:lnTo>
                <a:lnTo>
                  <a:pt x="674837" y="3544795"/>
                </a:lnTo>
                <a:lnTo>
                  <a:pt x="674932" y="3545372"/>
                </a:lnTo>
                <a:lnTo>
                  <a:pt x="675013" y="3545965"/>
                </a:lnTo>
                <a:lnTo>
                  <a:pt x="675079" y="3546572"/>
                </a:lnTo>
                <a:lnTo>
                  <a:pt x="675130" y="3547195"/>
                </a:lnTo>
                <a:lnTo>
                  <a:pt x="675167" y="3547833"/>
                </a:lnTo>
                <a:lnTo>
                  <a:pt x="675189" y="3548487"/>
                </a:lnTo>
                <a:lnTo>
                  <a:pt x="675196" y="3549155"/>
                </a:lnTo>
                <a:lnTo>
                  <a:pt x="675196" y="3558623"/>
                </a:lnTo>
                <a:lnTo>
                  <a:pt x="673533" y="3558628"/>
                </a:lnTo>
                <a:lnTo>
                  <a:pt x="671897" y="3558643"/>
                </a:lnTo>
                <a:lnTo>
                  <a:pt x="670288" y="3558668"/>
                </a:lnTo>
                <a:lnTo>
                  <a:pt x="668706" y="3558703"/>
                </a:lnTo>
                <a:lnTo>
                  <a:pt x="667151" y="3558748"/>
                </a:lnTo>
                <a:lnTo>
                  <a:pt x="665623" y="3558803"/>
                </a:lnTo>
                <a:lnTo>
                  <a:pt x="664122" y="3558868"/>
                </a:lnTo>
                <a:lnTo>
                  <a:pt x="662648" y="3558943"/>
                </a:lnTo>
                <a:lnTo>
                  <a:pt x="661201" y="3559027"/>
                </a:lnTo>
                <a:lnTo>
                  <a:pt x="659780" y="3559122"/>
                </a:lnTo>
                <a:lnTo>
                  <a:pt x="658387" y="3559227"/>
                </a:lnTo>
                <a:lnTo>
                  <a:pt x="657021" y="3559342"/>
                </a:lnTo>
                <a:lnTo>
                  <a:pt x="655682" y="3559466"/>
                </a:lnTo>
                <a:lnTo>
                  <a:pt x="654370" y="3559601"/>
                </a:lnTo>
                <a:lnTo>
                  <a:pt x="653085" y="3559746"/>
                </a:lnTo>
                <a:lnTo>
                  <a:pt x="651827" y="3559901"/>
                </a:lnTo>
                <a:lnTo>
                  <a:pt x="650596" y="3560065"/>
                </a:lnTo>
                <a:lnTo>
                  <a:pt x="649392" y="3560240"/>
                </a:lnTo>
                <a:lnTo>
                  <a:pt x="648215" y="3560425"/>
                </a:lnTo>
                <a:lnTo>
                  <a:pt x="647065" y="3560619"/>
                </a:lnTo>
                <a:lnTo>
                  <a:pt x="645942" y="3560824"/>
                </a:lnTo>
                <a:lnTo>
                  <a:pt x="644846" y="3561038"/>
                </a:lnTo>
                <a:lnTo>
                  <a:pt x="643777" y="3561263"/>
                </a:lnTo>
                <a:lnTo>
                  <a:pt x="642735" y="3561497"/>
                </a:lnTo>
                <a:lnTo>
                  <a:pt x="641732" y="3561743"/>
                </a:lnTo>
                <a:lnTo>
                  <a:pt x="640752" y="3562000"/>
                </a:lnTo>
                <a:lnTo>
                  <a:pt x="639795" y="3562269"/>
                </a:lnTo>
                <a:lnTo>
                  <a:pt x="638861" y="3562549"/>
                </a:lnTo>
                <a:lnTo>
                  <a:pt x="637949" y="3562842"/>
                </a:lnTo>
                <a:lnTo>
                  <a:pt x="637061" y="3563146"/>
                </a:lnTo>
                <a:lnTo>
                  <a:pt x="636195" y="3563462"/>
                </a:lnTo>
                <a:lnTo>
                  <a:pt x="635353" y="3563789"/>
                </a:lnTo>
                <a:lnTo>
                  <a:pt x="634533" y="3564128"/>
                </a:lnTo>
                <a:lnTo>
                  <a:pt x="633736" y="3564480"/>
                </a:lnTo>
                <a:lnTo>
                  <a:pt x="632962" y="3564842"/>
                </a:lnTo>
                <a:lnTo>
                  <a:pt x="632211" y="3565217"/>
                </a:lnTo>
                <a:lnTo>
                  <a:pt x="631483" y="3565603"/>
                </a:lnTo>
                <a:lnTo>
                  <a:pt x="630777" y="3566001"/>
                </a:lnTo>
                <a:lnTo>
                  <a:pt x="630095" y="3566411"/>
                </a:lnTo>
                <a:lnTo>
                  <a:pt x="629435" y="3566832"/>
                </a:lnTo>
                <a:lnTo>
                  <a:pt x="628799" y="3567266"/>
                </a:lnTo>
                <a:lnTo>
                  <a:pt x="628185" y="3567711"/>
                </a:lnTo>
                <a:lnTo>
                  <a:pt x="627594" y="3568167"/>
                </a:lnTo>
                <a:lnTo>
                  <a:pt x="627026" y="3568636"/>
                </a:lnTo>
                <a:lnTo>
                  <a:pt x="626481" y="3569116"/>
                </a:lnTo>
                <a:lnTo>
                  <a:pt x="625959" y="3569608"/>
                </a:lnTo>
                <a:lnTo>
                  <a:pt x="625459" y="3570112"/>
                </a:lnTo>
                <a:lnTo>
                  <a:pt x="624983" y="3570627"/>
                </a:lnTo>
                <a:lnTo>
                  <a:pt x="624542" y="3571141"/>
                </a:lnTo>
                <a:lnTo>
                  <a:pt x="624119" y="3571670"/>
                </a:lnTo>
                <a:lnTo>
                  <a:pt x="623715" y="3572212"/>
                </a:lnTo>
                <a:lnTo>
                  <a:pt x="623330" y="3572768"/>
                </a:lnTo>
                <a:lnTo>
                  <a:pt x="622964" y="3573339"/>
                </a:lnTo>
                <a:lnTo>
                  <a:pt x="622616" y="3573924"/>
                </a:lnTo>
                <a:lnTo>
                  <a:pt x="622287" y="3574523"/>
                </a:lnTo>
                <a:lnTo>
                  <a:pt x="621977" y="3575135"/>
                </a:lnTo>
                <a:lnTo>
                  <a:pt x="621686" y="3575762"/>
                </a:lnTo>
                <a:lnTo>
                  <a:pt x="621414" y="3576403"/>
                </a:lnTo>
                <a:lnTo>
                  <a:pt x="621160" y="3577059"/>
                </a:lnTo>
                <a:lnTo>
                  <a:pt x="620926" y="3577728"/>
                </a:lnTo>
                <a:lnTo>
                  <a:pt x="620710" y="3578411"/>
                </a:lnTo>
                <a:lnTo>
                  <a:pt x="620512" y="3579108"/>
                </a:lnTo>
                <a:lnTo>
                  <a:pt x="620334" y="3579820"/>
                </a:lnTo>
                <a:lnTo>
                  <a:pt x="620174" y="3580545"/>
                </a:lnTo>
                <a:lnTo>
                  <a:pt x="620033" y="3581285"/>
                </a:lnTo>
                <a:lnTo>
                  <a:pt x="619911" y="3582039"/>
                </a:lnTo>
                <a:lnTo>
                  <a:pt x="619808" y="3582807"/>
                </a:lnTo>
                <a:lnTo>
                  <a:pt x="619723" y="3583589"/>
                </a:lnTo>
                <a:lnTo>
                  <a:pt x="619658" y="3584385"/>
                </a:lnTo>
                <a:lnTo>
                  <a:pt x="619611" y="3585195"/>
                </a:lnTo>
                <a:lnTo>
                  <a:pt x="619582" y="3586019"/>
                </a:lnTo>
                <a:lnTo>
                  <a:pt x="619573" y="3586857"/>
                </a:lnTo>
                <a:lnTo>
                  <a:pt x="619585" y="3587861"/>
                </a:lnTo>
                <a:lnTo>
                  <a:pt x="619622" y="3588845"/>
                </a:lnTo>
                <a:lnTo>
                  <a:pt x="619684" y="3589808"/>
                </a:lnTo>
                <a:lnTo>
                  <a:pt x="619770" y="3590751"/>
                </a:lnTo>
                <a:lnTo>
                  <a:pt x="619881" y="3591672"/>
                </a:lnTo>
                <a:lnTo>
                  <a:pt x="620017" y="3592574"/>
                </a:lnTo>
                <a:lnTo>
                  <a:pt x="620177" y="3593455"/>
                </a:lnTo>
                <a:lnTo>
                  <a:pt x="620362" y="3594315"/>
                </a:lnTo>
                <a:lnTo>
                  <a:pt x="620572" y="3595155"/>
                </a:lnTo>
                <a:lnTo>
                  <a:pt x="620806" y="3595974"/>
                </a:lnTo>
                <a:lnTo>
                  <a:pt x="621065" y="3596773"/>
                </a:lnTo>
                <a:lnTo>
                  <a:pt x="621348" y="3597551"/>
                </a:lnTo>
                <a:lnTo>
                  <a:pt x="621656" y="3598308"/>
                </a:lnTo>
                <a:lnTo>
                  <a:pt x="621989" y="3599045"/>
                </a:lnTo>
                <a:lnTo>
                  <a:pt x="622347" y="3599762"/>
                </a:lnTo>
                <a:lnTo>
                  <a:pt x="622729" y="3600458"/>
                </a:lnTo>
                <a:lnTo>
                  <a:pt x="623136" y="3601133"/>
                </a:lnTo>
                <a:lnTo>
                  <a:pt x="623567" y="3601788"/>
                </a:lnTo>
                <a:lnTo>
                  <a:pt x="624023" y="3602422"/>
                </a:lnTo>
                <a:lnTo>
                  <a:pt x="624504" y="3603036"/>
                </a:lnTo>
                <a:lnTo>
                  <a:pt x="625010" y="3603629"/>
                </a:lnTo>
                <a:lnTo>
                  <a:pt x="625540" y="3604202"/>
                </a:lnTo>
                <a:lnTo>
                  <a:pt x="626094" y="3604754"/>
                </a:lnTo>
                <a:lnTo>
                  <a:pt x="626674" y="3605286"/>
                </a:lnTo>
                <a:lnTo>
                  <a:pt x="627290" y="3605796"/>
                </a:lnTo>
                <a:lnTo>
                  <a:pt x="627928" y="3606285"/>
                </a:lnTo>
                <a:lnTo>
                  <a:pt x="628586" y="3606752"/>
                </a:lnTo>
                <a:lnTo>
                  <a:pt x="629266" y="3607197"/>
                </a:lnTo>
                <a:lnTo>
                  <a:pt x="629967" y="3607621"/>
                </a:lnTo>
                <a:lnTo>
                  <a:pt x="630689" y="3608022"/>
                </a:lnTo>
                <a:lnTo>
                  <a:pt x="631432" y="3608402"/>
                </a:lnTo>
                <a:lnTo>
                  <a:pt x="632197" y="3608761"/>
                </a:lnTo>
                <a:lnTo>
                  <a:pt x="632982" y="3609098"/>
                </a:lnTo>
                <a:lnTo>
                  <a:pt x="633789" y="3609412"/>
                </a:lnTo>
                <a:lnTo>
                  <a:pt x="634616" y="3609706"/>
                </a:lnTo>
                <a:lnTo>
                  <a:pt x="635465" y="3609977"/>
                </a:lnTo>
                <a:lnTo>
                  <a:pt x="636335" y="3610227"/>
                </a:lnTo>
                <a:lnTo>
                  <a:pt x="637226" y="3610455"/>
                </a:lnTo>
                <a:lnTo>
                  <a:pt x="638139" y="3610661"/>
                </a:lnTo>
                <a:lnTo>
                  <a:pt x="639072" y="3610846"/>
                </a:lnTo>
                <a:lnTo>
                  <a:pt x="640027" y="3611009"/>
                </a:lnTo>
                <a:lnTo>
                  <a:pt x="641002" y="3611150"/>
                </a:lnTo>
                <a:lnTo>
                  <a:pt x="641999" y="3611270"/>
                </a:lnTo>
                <a:lnTo>
                  <a:pt x="643017" y="3611367"/>
                </a:lnTo>
                <a:lnTo>
                  <a:pt x="644056" y="3611443"/>
                </a:lnTo>
                <a:lnTo>
                  <a:pt x="645116" y="3611498"/>
                </a:lnTo>
                <a:lnTo>
                  <a:pt x="646198" y="3611530"/>
                </a:lnTo>
                <a:lnTo>
                  <a:pt x="647300" y="3611541"/>
                </a:lnTo>
                <a:lnTo>
                  <a:pt x="647806" y="3611539"/>
                </a:lnTo>
                <a:lnTo>
                  <a:pt x="648311" y="3611532"/>
                </a:lnTo>
                <a:lnTo>
                  <a:pt x="648814" y="3611520"/>
                </a:lnTo>
                <a:lnTo>
                  <a:pt x="649315" y="3611504"/>
                </a:lnTo>
                <a:lnTo>
                  <a:pt x="649814" y="3611482"/>
                </a:lnTo>
                <a:lnTo>
                  <a:pt x="650312" y="3611457"/>
                </a:lnTo>
                <a:lnTo>
                  <a:pt x="650807" y="3611426"/>
                </a:lnTo>
                <a:lnTo>
                  <a:pt x="651301" y="3611391"/>
                </a:lnTo>
                <a:lnTo>
                  <a:pt x="651793" y="3611351"/>
                </a:lnTo>
                <a:lnTo>
                  <a:pt x="652284" y="3611306"/>
                </a:lnTo>
                <a:lnTo>
                  <a:pt x="652773" y="3611257"/>
                </a:lnTo>
                <a:lnTo>
                  <a:pt x="653260" y="3611203"/>
                </a:lnTo>
                <a:lnTo>
                  <a:pt x="653745" y="3611144"/>
                </a:lnTo>
                <a:lnTo>
                  <a:pt x="654228" y="3611081"/>
                </a:lnTo>
                <a:lnTo>
                  <a:pt x="654710" y="3611013"/>
                </a:lnTo>
                <a:lnTo>
                  <a:pt x="655190" y="3610940"/>
                </a:lnTo>
                <a:lnTo>
                  <a:pt x="655668" y="3610863"/>
                </a:lnTo>
                <a:lnTo>
                  <a:pt x="656144" y="3610780"/>
                </a:lnTo>
                <a:lnTo>
                  <a:pt x="656619" y="3610693"/>
                </a:lnTo>
                <a:lnTo>
                  <a:pt x="657092" y="3610602"/>
                </a:lnTo>
                <a:lnTo>
                  <a:pt x="657563" y="3610506"/>
                </a:lnTo>
                <a:lnTo>
                  <a:pt x="658032" y="3610405"/>
                </a:lnTo>
                <a:lnTo>
                  <a:pt x="658500" y="3610299"/>
                </a:lnTo>
                <a:lnTo>
                  <a:pt x="658966" y="3610189"/>
                </a:lnTo>
                <a:lnTo>
                  <a:pt x="659429" y="3610087"/>
                </a:lnTo>
                <a:lnTo>
                  <a:pt x="659888" y="3609978"/>
                </a:lnTo>
                <a:lnTo>
                  <a:pt x="660345" y="3609864"/>
                </a:lnTo>
                <a:lnTo>
                  <a:pt x="660797" y="3609742"/>
                </a:lnTo>
                <a:lnTo>
                  <a:pt x="661246" y="3609615"/>
                </a:lnTo>
                <a:lnTo>
                  <a:pt x="661692" y="3609481"/>
                </a:lnTo>
                <a:lnTo>
                  <a:pt x="662134" y="3609340"/>
                </a:lnTo>
                <a:lnTo>
                  <a:pt x="662572" y="3609193"/>
                </a:lnTo>
                <a:lnTo>
                  <a:pt x="663007" y="3609039"/>
                </a:lnTo>
                <a:lnTo>
                  <a:pt x="663439" y="3608879"/>
                </a:lnTo>
                <a:lnTo>
                  <a:pt x="663867" y="3608713"/>
                </a:lnTo>
                <a:lnTo>
                  <a:pt x="664291" y="3608540"/>
                </a:lnTo>
                <a:lnTo>
                  <a:pt x="664712" y="3608361"/>
                </a:lnTo>
                <a:lnTo>
                  <a:pt x="665130" y="3608175"/>
                </a:lnTo>
                <a:lnTo>
                  <a:pt x="665543" y="3607983"/>
                </a:lnTo>
                <a:lnTo>
                  <a:pt x="665954" y="3607784"/>
                </a:lnTo>
                <a:lnTo>
                  <a:pt x="666361" y="3607579"/>
                </a:lnTo>
                <a:lnTo>
                  <a:pt x="666764" y="3607367"/>
                </a:lnTo>
                <a:lnTo>
                  <a:pt x="667164" y="3607149"/>
                </a:lnTo>
                <a:lnTo>
                  <a:pt x="667560" y="3606925"/>
                </a:lnTo>
                <a:lnTo>
                  <a:pt x="667953" y="3606694"/>
                </a:lnTo>
                <a:lnTo>
                  <a:pt x="668342" y="3606456"/>
                </a:lnTo>
                <a:lnTo>
                  <a:pt x="668728" y="3606212"/>
                </a:lnTo>
                <a:lnTo>
                  <a:pt x="669110" y="3605962"/>
                </a:lnTo>
                <a:lnTo>
                  <a:pt x="669487" y="3605691"/>
                </a:lnTo>
                <a:lnTo>
                  <a:pt x="669859" y="3605412"/>
                </a:lnTo>
                <a:lnTo>
                  <a:pt x="670224" y="3605127"/>
                </a:lnTo>
                <a:lnTo>
                  <a:pt x="670584" y="3604835"/>
                </a:lnTo>
                <a:lnTo>
                  <a:pt x="670938" y="3604535"/>
                </a:lnTo>
                <a:lnTo>
                  <a:pt x="671286" y="3604229"/>
                </a:lnTo>
                <a:lnTo>
                  <a:pt x="671629" y="3603915"/>
                </a:lnTo>
                <a:lnTo>
                  <a:pt x="671965" y="3603595"/>
                </a:lnTo>
                <a:lnTo>
                  <a:pt x="672296" y="3603267"/>
                </a:lnTo>
                <a:lnTo>
                  <a:pt x="672620" y="3602933"/>
                </a:lnTo>
                <a:lnTo>
                  <a:pt x="672939" y="3602591"/>
                </a:lnTo>
                <a:lnTo>
                  <a:pt x="673252" y="3602242"/>
                </a:lnTo>
                <a:lnTo>
                  <a:pt x="673559" y="3601887"/>
                </a:lnTo>
                <a:lnTo>
                  <a:pt x="673860" y="3601524"/>
                </a:lnTo>
                <a:lnTo>
                  <a:pt x="674155" y="3601154"/>
                </a:lnTo>
                <a:lnTo>
                  <a:pt x="674445" y="3600777"/>
                </a:lnTo>
                <a:lnTo>
                  <a:pt x="674728" y="3600393"/>
                </a:lnTo>
                <a:lnTo>
                  <a:pt x="675006" y="3600002"/>
                </a:lnTo>
                <a:lnTo>
                  <a:pt x="675278" y="3599604"/>
                </a:lnTo>
                <a:lnTo>
                  <a:pt x="675544" y="3599199"/>
                </a:lnTo>
                <a:lnTo>
                  <a:pt x="675804" y="3598787"/>
                </a:lnTo>
                <a:lnTo>
                  <a:pt x="676058" y="3598368"/>
                </a:lnTo>
                <a:lnTo>
                  <a:pt x="676306" y="3597942"/>
                </a:lnTo>
                <a:lnTo>
                  <a:pt x="676549" y="3597509"/>
                </a:lnTo>
                <a:lnTo>
                  <a:pt x="676593" y="3597955"/>
                </a:lnTo>
                <a:lnTo>
                  <a:pt x="676640" y="3598394"/>
                </a:lnTo>
                <a:lnTo>
                  <a:pt x="676691" y="3598824"/>
                </a:lnTo>
                <a:lnTo>
                  <a:pt x="676746" y="3599246"/>
                </a:lnTo>
                <a:lnTo>
                  <a:pt x="676804" y="3599660"/>
                </a:lnTo>
                <a:lnTo>
                  <a:pt x="676866" y="3600066"/>
                </a:lnTo>
                <a:lnTo>
                  <a:pt x="676931" y="3600463"/>
                </a:lnTo>
                <a:lnTo>
                  <a:pt x="676999" y="3600852"/>
                </a:lnTo>
                <a:lnTo>
                  <a:pt x="677072" y="3601233"/>
                </a:lnTo>
                <a:lnTo>
                  <a:pt x="677147" y="3601606"/>
                </a:lnTo>
                <a:lnTo>
                  <a:pt x="677227" y="3601971"/>
                </a:lnTo>
                <a:lnTo>
                  <a:pt x="677309" y="3602327"/>
                </a:lnTo>
                <a:lnTo>
                  <a:pt x="677396" y="3602675"/>
                </a:lnTo>
                <a:lnTo>
                  <a:pt x="677486" y="3603015"/>
                </a:lnTo>
                <a:lnTo>
                  <a:pt x="677579" y="3603347"/>
                </a:lnTo>
                <a:lnTo>
                  <a:pt x="677676" y="3603670"/>
                </a:lnTo>
                <a:lnTo>
                  <a:pt x="677776" y="3603985"/>
                </a:lnTo>
                <a:lnTo>
                  <a:pt x="677880" y="3604292"/>
                </a:lnTo>
                <a:lnTo>
                  <a:pt x="677987" y="3604591"/>
                </a:lnTo>
                <a:lnTo>
                  <a:pt x="678098" y="3604882"/>
                </a:lnTo>
                <a:lnTo>
                  <a:pt x="678213" y="3605164"/>
                </a:lnTo>
                <a:lnTo>
                  <a:pt x="678331" y="3605438"/>
                </a:lnTo>
                <a:lnTo>
                  <a:pt x="678452" y="3605704"/>
                </a:lnTo>
                <a:lnTo>
                  <a:pt x="678577" y="3605962"/>
                </a:lnTo>
                <a:lnTo>
                  <a:pt x="678707" y="3606212"/>
                </a:lnTo>
                <a:lnTo>
                  <a:pt x="678843" y="3606456"/>
                </a:lnTo>
                <a:lnTo>
                  <a:pt x="678984" y="3606694"/>
                </a:lnTo>
                <a:lnTo>
                  <a:pt x="679132" y="3606925"/>
                </a:lnTo>
                <a:lnTo>
                  <a:pt x="679285" y="3607149"/>
                </a:lnTo>
                <a:lnTo>
                  <a:pt x="679444" y="3607367"/>
                </a:lnTo>
                <a:lnTo>
                  <a:pt x="679609" y="3607579"/>
                </a:lnTo>
                <a:lnTo>
                  <a:pt x="679780" y="3607784"/>
                </a:lnTo>
                <a:lnTo>
                  <a:pt x="679956" y="3607983"/>
                </a:lnTo>
                <a:lnTo>
                  <a:pt x="680139" y="3608175"/>
                </a:lnTo>
                <a:lnTo>
                  <a:pt x="680327" y="3608361"/>
                </a:lnTo>
                <a:lnTo>
                  <a:pt x="680522" y="3608540"/>
                </a:lnTo>
                <a:lnTo>
                  <a:pt x="680722" y="3608713"/>
                </a:lnTo>
                <a:lnTo>
                  <a:pt x="680928" y="3608879"/>
                </a:lnTo>
                <a:lnTo>
                  <a:pt x="681140" y="3609039"/>
                </a:lnTo>
                <a:lnTo>
                  <a:pt x="681358" y="3609193"/>
                </a:lnTo>
                <a:lnTo>
                  <a:pt x="681581" y="3609340"/>
                </a:lnTo>
                <a:lnTo>
                  <a:pt x="681811" y="3609481"/>
                </a:lnTo>
                <a:lnTo>
                  <a:pt x="682046" y="3609615"/>
                </a:lnTo>
                <a:lnTo>
                  <a:pt x="682287" y="3609742"/>
                </a:lnTo>
                <a:lnTo>
                  <a:pt x="682535" y="3609864"/>
                </a:lnTo>
                <a:lnTo>
                  <a:pt x="682788" y="3609978"/>
                </a:lnTo>
                <a:lnTo>
                  <a:pt x="683047" y="3610087"/>
                </a:lnTo>
                <a:lnTo>
                  <a:pt x="683311" y="3610189"/>
                </a:lnTo>
                <a:lnTo>
                  <a:pt x="683582" y="3610299"/>
                </a:lnTo>
                <a:lnTo>
                  <a:pt x="683860" y="3610405"/>
                </a:lnTo>
                <a:lnTo>
                  <a:pt x="684143" y="3610506"/>
                </a:lnTo>
                <a:lnTo>
                  <a:pt x="684434" y="3610602"/>
                </a:lnTo>
                <a:lnTo>
                  <a:pt x="684730" y="3610693"/>
                </a:lnTo>
                <a:lnTo>
                  <a:pt x="685034" y="3610780"/>
                </a:lnTo>
                <a:lnTo>
                  <a:pt x="685343" y="3610863"/>
                </a:lnTo>
                <a:lnTo>
                  <a:pt x="685659" y="3610940"/>
                </a:lnTo>
                <a:lnTo>
                  <a:pt x="685982" y="3611013"/>
                </a:lnTo>
                <a:lnTo>
                  <a:pt x="686311" y="3611081"/>
                </a:lnTo>
                <a:lnTo>
                  <a:pt x="686647" y="3611144"/>
                </a:lnTo>
                <a:lnTo>
                  <a:pt x="686989" y="3611203"/>
                </a:lnTo>
                <a:lnTo>
                  <a:pt x="687337" y="3611257"/>
                </a:lnTo>
                <a:lnTo>
                  <a:pt x="687692" y="3611306"/>
                </a:lnTo>
                <a:lnTo>
                  <a:pt x="688053" y="3611351"/>
                </a:lnTo>
                <a:lnTo>
                  <a:pt x="688421" y="3611391"/>
                </a:lnTo>
                <a:lnTo>
                  <a:pt x="688795" y="3611426"/>
                </a:lnTo>
                <a:lnTo>
                  <a:pt x="689176" y="3611457"/>
                </a:lnTo>
                <a:lnTo>
                  <a:pt x="689563" y="3611482"/>
                </a:lnTo>
                <a:lnTo>
                  <a:pt x="689957" y="3611504"/>
                </a:lnTo>
                <a:lnTo>
                  <a:pt x="690357" y="3611520"/>
                </a:lnTo>
                <a:lnTo>
                  <a:pt x="690763" y="3611532"/>
                </a:lnTo>
                <a:lnTo>
                  <a:pt x="691176" y="3611539"/>
                </a:lnTo>
                <a:lnTo>
                  <a:pt x="691596" y="3611541"/>
                </a:lnTo>
                <a:lnTo>
                  <a:pt x="691891" y="3611540"/>
                </a:lnTo>
                <a:lnTo>
                  <a:pt x="692185" y="3611535"/>
                </a:lnTo>
                <a:lnTo>
                  <a:pt x="692478" y="3611528"/>
                </a:lnTo>
                <a:lnTo>
                  <a:pt x="692770" y="3611518"/>
                </a:lnTo>
                <a:lnTo>
                  <a:pt x="693060" y="3611504"/>
                </a:lnTo>
                <a:lnTo>
                  <a:pt x="693350" y="3611488"/>
                </a:lnTo>
                <a:lnTo>
                  <a:pt x="693638" y="3611469"/>
                </a:lnTo>
                <a:lnTo>
                  <a:pt x="693925" y="3611447"/>
                </a:lnTo>
                <a:lnTo>
                  <a:pt x="694211" y="3611422"/>
                </a:lnTo>
                <a:lnTo>
                  <a:pt x="694496" y="3611394"/>
                </a:lnTo>
                <a:lnTo>
                  <a:pt x="694779" y="3611364"/>
                </a:lnTo>
                <a:lnTo>
                  <a:pt x="695061" y="3611330"/>
                </a:lnTo>
                <a:lnTo>
                  <a:pt x="695343" y="3611293"/>
                </a:lnTo>
                <a:lnTo>
                  <a:pt x="695623" y="3611253"/>
                </a:lnTo>
                <a:lnTo>
                  <a:pt x="695902" y="3611211"/>
                </a:lnTo>
                <a:lnTo>
                  <a:pt x="696179" y="3611165"/>
                </a:lnTo>
                <a:lnTo>
                  <a:pt x="696456" y="3611117"/>
                </a:lnTo>
                <a:lnTo>
                  <a:pt x="696731" y="3611066"/>
                </a:lnTo>
                <a:lnTo>
                  <a:pt x="697005" y="3611011"/>
                </a:lnTo>
                <a:lnTo>
                  <a:pt x="697278" y="3610954"/>
                </a:lnTo>
                <a:lnTo>
                  <a:pt x="697550" y="3610894"/>
                </a:lnTo>
                <a:lnTo>
                  <a:pt x="697821" y="3610831"/>
                </a:lnTo>
                <a:lnTo>
                  <a:pt x="698090" y="3610765"/>
                </a:lnTo>
                <a:lnTo>
                  <a:pt x="698358" y="3610696"/>
                </a:lnTo>
                <a:lnTo>
                  <a:pt x="698624" y="3610624"/>
                </a:lnTo>
                <a:lnTo>
                  <a:pt x="698887" y="3610550"/>
                </a:lnTo>
                <a:lnTo>
                  <a:pt x="699145" y="3610474"/>
                </a:lnTo>
                <a:lnTo>
                  <a:pt x="699401" y="3610395"/>
                </a:lnTo>
                <a:lnTo>
                  <a:pt x="699653" y="3610314"/>
                </a:lnTo>
                <a:lnTo>
                  <a:pt x="699901" y="3610231"/>
                </a:lnTo>
                <a:lnTo>
                  <a:pt x="700146" y="3610145"/>
                </a:lnTo>
                <a:lnTo>
                  <a:pt x="700387" y="3610057"/>
                </a:lnTo>
                <a:lnTo>
                  <a:pt x="700625" y="3609967"/>
                </a:lnTo>
                <a:lnTo>
                  <a:pt x="700859" y="3609874"/>
                </a:lnTo>
                <a:lnTo>
                  <a:pt x="701090" y="3609779"/>
                </a:lnTo>
                <a:lnTo>
                  <a:pt x="701317" y="3609681"/>
                </a:lnTo>
                <a:lnTo>
                  <a:pt x="701541" y="3609582"/>
                </a:lnTo>
                <a:lnTo>
                  <a:pt x="701761" y="3609479"/>
                </a:lnTo>
                <a:lnTo>
                  <a:pt x="701977" y="3609375"/>
                </a:lnTo>
                <a:lnTo>
                  <a:pt x="702190" y="3609268"/>
                </a:lnTo>
                <a:lnTo>
                  <a:pt x="702400" y="3609159"/>
                </a:lnTo>
                <a:lnTo>
                  <a:pt x="702606" y="3609047"/>
                </a:lnTo>
                <a:lnTo>
                  <a:pt x="702809" y="3608934"/>
                </a:lnTo>
                <a:lnTo>
                  <a:pt x="703008" y="3608817"/>
                </a:lnTo>
                <a:lnTo>
                  <a:pt x="703203" y="3608699"/>
                </a:lnTo>
                <a:lnTo>
                  <a:pt x="703395" y="3608578"/>
                </a:lnTo>
                <a:lnTo>
                  <a:pt x="703584" y="3608455"/>
                </a:lnTo>
                <a:lnTo>
                  <a:pt x="703768" y="3608329"/>
                </a:lnTo>
                <a:lnTo>
                  <a:pt x="703768" y="3597339"/>
                </a:lnTo>
                <a:lnTo>
                  <a:pt x="703527" y="3597505"/>
                </a:lnTo>
                <a:lnTo>
                  <a:pt x="703282" y="3597663"/>
                </a:lnTo>
                <a:lnTo>
                  <a:pt x="703034" y="3597815"/>
                </a:lnTo>
                <a:lnTo>
                  <a:pt x="702782" y="3597959"/>
                </a:lnTo>
                <a:lnTo>
                  <a:pt x="702527" y="3598097"/>
                </a:lnTo>
                <a:lnTo>
                  <a:pt x="702268" y="3598227"/>
                </a:lnTo>
                <a:lnTo>
                  <a:pt x="702006" y="3598350"/>
                </a:lnTo>
                <a:lnTo>
                  <a:pt x="701740" y="3598467"/>
                </a:lnTo>
                <a:lnTo>
                  <a:pt x="701470" y="3598576"/>
                </a:lnTo>
                <a:lnTo>
                  <a:pt x="701197" y="3598678"/>
                </a:lnTo>
                <a:lnTo>
                  <a:pt x="700921" y="3598773"/>
                </a:lnTo>
                <a:lnTo>
                  <a:pt x="700641" y="3598861"/>
                </a:lnTo>
                <a:lnTo>
                  <a:pt x="700357" y="3598942"/>
                </a:lnTo>
                <a:lnTo>
                  <a:pt x="700070" y="3599016"/>
                </a:lnTo>
                <a:lnTo>
                  <a:pt x="699779" y="3599083"/>
                </a:lnTo>
                <a:lnTo>
                  <a:pt x="699485" y="3599143"/>
                </a:lnTo>
                <a:lnTo>
                  <a:pt x="699188" y="3599196"/>
                </a:lnTo>
                <a:lnTo>
                  <a:pt x="698887" y="3599241"/>
                </a:lnTo>
                <a:lnTo>
                  <a:pt x="698582" y="3599280"/>
                </a:lnTo>
                <a:lnTo>
                  <a:pt x="698274" y="3599312"/>
                </a:lnTo>
                <a:lnTo>
                  <a:pt x="697962" y="3599337"/>
                </a:lnTo>
                <a:lnTo>
                  <a:pt x="697647" y="3599354"/>
                </a:lnTo>
                <a:lnTo>
                  <a:pt x="697328" y="3599365"/>
                </a:lnTo>
                <a:lnTo>
                  <a:pt x="697006" y="3599368"/>
                </a:lnTo>
                <a:lnTo>
                  <a:pt x="696824" y="3599366"/>
                </a:lnTo>
                <a:lnTo>
                  <a:pt x="696645" y="3599360"/>
                </a:lnTo>
                <a:lnTo>
                  <a:pt x="696469" y="3599350"/>
                </a:lnTo>
                <a:lnTo>
                  <a:pt x="696297" y="3599335"/>
                </a:lnTo>
                <a:lnTo>
                  <a:pt x="696127" y="3599317"/>
                </a:lnTo>
                <a:lnTo>
                  <a:pt x="695960" y="3599294"/>
                </a:lnTo>
                <a:lnTo>
                  <a:pt x="695796" y="3599268"/>
                </a:lnTo>
                <a:lnTo>
                  <a:pt x="695634" y="3599237"/>
                </a:lnTo>
                <a:lnTo>
                  <a:pt x="695476" y="3599202"/>
                </a:lnTo>
                <a:lnTo>
                  <a:pt x="695321" y="3599163"/>
                </a:lnTo>
                <a:lnTo>
                  <a:pt x="695169" y="3599120"/>
                </a:lnTo>
                <a:lnTo>
                  <a:pt x="695019" y="3599072"/>
                </a:lnTo>
                <a:lnTo>
                  <a:pt x="694873" y="3599021"/>
                </a:lnTo>
                <a:lnTo>
                  <a:pt x="694729" y="3598965"/>
                </a:lnTo>
                <a:lnTo>
                  <a:pt x="694589" y="3598906"/>
                </a:lnTo>
                <a:lnTo>
                  <a:pt x="694451" y="3598842"/>
                </a:lnTo>
                <a:lnTo>
                  <a:pt x="694316" y="3598774"/>
                </a:lnTo>
                <a:lnTo>
                  <a:pt x="694184" y="3598702"/>
                </a:lnTo>
                <a:lnTo>
                  <a:pt x="694056" y="3598626"/>
                </a:lnTo>
                <a:lnTo>
                  <a:pt x="693930" y="3598546"/>
                </a:lnTo>
                <a:lnTo>
                  <a:pt x="693807" y="3598462"/>
                </a:lnTo>
                <a:lnTo>
                  <a:pt x="693687" y="3598374"/>
                </a:lnTo>
                <a:lnTo>
                  <a:pt x="693569" y="3598281"/>
                </a:lnTo>
                <a:lnTo>
                  <a:pt x="693455" y="3598185"/>
                </a:lnTo>
                <a:lnTo>
                  <a:pt x="693345" y="3598084"/>
                </a:lnTo>
                <a:lnTo>
                  <a:pt x="693239" y="3597977"/>
                </a:lnTo>
                <a:lnTo>
                  <a:pt x="693138" y="3597865"/>
                </a:lnTo>
                <a:lnTo>
                  <a:pt x="693042" y="3597748"/>
                </a:lnTo>
                <a:lnTo>
                  <a:pt x="692950" y="3597626"/>
                </a:lnTo>
                <a:lnTo>
                  <a:pt x="692864" y="3597498"/>
                </a:lnTo>
                <a:lnTo>
                  <a:pt x="692781" y="3597365"/>
                </a:lnTo>
                <a:lnTo>
                  <a:pt x="692704" y="3597227"/>
                </a:lnTo>
                <a:lnTo>
                  <a:pt x="692631" y="3597083"/>
                </a:lnTo>
                <a:lnTo>
                  <a:pt x="692563" y="3596934"/>
                </a:lnTo>
                <a:lnTo>
                  <a:pt x="692500" y="3596780"/>
                </a:lnTo>
                <a:lnTo>
                  <a:pt x="692441" y="3596621"/>
                </a:lnTo>
                <a:lnTo>
                  <a:pt x="692387" y="3596456"/>
                </a:lnTo>
                <a:lnTo>
                  <a:pt x="692338" y="3596286"/>
                </a:lnTo>
                <a:lnTo>
                  <a:pt x="692293" y="3596111"/>
                </a:lnTo>
                <a:lnTo>
                  <a:pt x="692253" y="3595931"/>
                </a:lnTo>
                <a:lnTo>
                  <a:pt x="692218" y="3595745"/>
                </a:lnTo>
                <a:lnTo>
                  <a:pt x="692187" y="3595554"/>
                </a:lnTo>
                <a:lnTo>
                  <a:pt x="692162" y="3595357"/>
                </a:lnTo>
                <a:lnTo>
                  <a:pt x="692140" y="3595156"/>
                </a:lnTo>
                <a:lnTo>
                  <a:pt x="692124" y="3594949"/>
                </a:lnTo>
                <a:lnTo>
                  <a:pt x="692112" y="3594737"/>
                </a:lnTo>
                <a:lnTo>
                  <a:pt x="692105" y="3594519"/>
                </a:lnTo>
                <a:lnTo>
                  <a:pt x="692103" y="3594296"/>
                </a:lnTo>
                <a:lnTo>
                  <a:pt x="692103" y="3548479"/>
                </a:lnTo>
                <a:lnTo>
                  <a:pt x="692088" y="3547364"/>
                </a:lnTo>
                <a:lnTo>
                  <a:pt x="692042" y="3546273"/>
                </a:lnTo>
                <a:lnTo>
                  <a:pt x="691965" y="3545206"/>
                </a:lnTo>
                <a:lnTo>
                  <a:pt x="691859" y="3544163"/>
                </a:lnTo>
                <a:lnTo>
                  <a:pt x="691721" y="3543144"/>
                </a:lnTo>
                <a:lnTo>
                  <a:pt x="691553" y="3542150"/>
                </a:lnTo>
                <a:lnTo>
                  <a:pt x="691355" y="3541179"/>
                </a:lnTo>
                <a:lnTo>
                  <a:pt x="691126" y="3540232"/>
                </a:lnTo>
                <a:lnTo>
                  <a:pt x="690867" y="3539310"/>
                </a:lnTo>
                <a:lnTo>
                  <a:pt x="690577" y="3538411"/>
                </a:lnTo>
                <a:lnTo>
                  <a:pt x="690256" y="3537537"/>
                </a:lnTo>
                <a:lnTo>
                  <a:pt x="689905" y="3536687"/>
                </a:lnTo>
                <a:lnTo>
                  <a:pt x="689523" y="3535860"/>
                </a:lnTo>
                <a:lnTo>
                  <a:pt x="689111" y="3535058"/>
                </a:lnTo>
                <a:lnTo>
                  <a:pt x="688669" y="3534280"/>
                </a:lnTo>
                <a:lnTo>
                  <a:pt x="688195" y="3533526"/>
                </a:lnTo>
                <a:lnTo>
                  <a:pt x="687692" y="3532796"/>
                </a:lnTo>
                <a:lnTo>
                  <a:pt x="687158" y="3532090"/>
                </a:lnTo>
                <a:lnTo>
                  <a:pt x="686593" y="3531408"/>
                </a:lnTo>
                <a:lnTo>
                  <a:pt x="685998" y="3530751"/>
                </a:lnTo>
                <a:lnTo>
                  <a:pt x="685372" y="3530117"/>
                </a:lnTo>
                <a:lnTo>
                  <a:pt x="684715" y="3529507"/>
                </a:lnTo>
                <a:lnTo>
                  <a:pt x="684029" y="3528922"/>
                </a:lnTo>
                <a:lnTo>
                  <a:pt x="683311" y="3528360"/>
                </a:lnTo>
                <a:lnTo>
                  <a:pt x="682578" y="3527822"/>
                </a:lnTo>
                <a:lnTo>
                  <a:pt x="681816" y="3527307"/>
                </a:lnTo>
                <a:lnTo>
                  <a:pt x="681024" y="3526815"/>
                </a:lnTo>
                <a:lnTo>
                  <a:pt x="680202" y="3526346"/>
                </a:lnTo>
                <a:lnTo>
                  <a:pt x="679352" y="3525899"/>
                </a:lnTo>
                <a:lnTo>
                  <a:pt x="678472" y="3525476"/>
                </a:lnTo>
                <a:lnTo>
                  <a:pt x="677562" y="3525075"/>
                </a:lnTo>
                <a:lnTo>
                  <a:pt x="676624" y="3524697"/>
                </a:lnTo>
                <a:lnTo>
                  <a:pt x="675656" y="3524342"/>
                </a:lnTo>
                <a:lnTo>
                  <a:pt x="674658" y="3524010"/>
                </a:lnTo>
                <a:lnTo>
                  <a:pt x="673632" y="3523701"/>
                </a:lnTo>
                <a:lnTo>
                  <a:pt x="672576" y="3523415"/>
                </a:lnTo>
                <a:lnTo>
                  <a:pt x="671490" y="3523152"/>
                </a:lnTo>
                <a:lnTo>
                  <a:pt x="670375" y="3522911"/>
                </a:lnTo>
                <a:lnTo>
                  <a:pt x="669231" y="3522694"/>
                </a:lnTo>
                <a:lnTo>
                  <a:pt x="668058" y="3522499"/>
                </a:lnTo>
                <a:lnTo>
                  <a:pt x="666855" y="3522328"/>
                </a:lnTo>
                <a:lnTo>
                  <a:pt x="665623" y="3522179"/>
                </a:lnTo>
                <a:lnTo>
                  <a:pt x="664361" y="3522053"/>
                </a:lnTo>
                <a:lnTo>
                  <a:pt x="663070" y="3521950"/>
                </a:lnTo>
                <a:lnTo>
                  <a:pt x="661750" y="3521870"/>
                </a:lnTo>
                <a:lnTo>
                  <a:pt x="660400" y="3521812"/>
                </a:lnTo>
                <a:lnTo>
                  <a:pt x="659021" y="3521778"/>
                </a:lnTo>
                <a:lnTo>
                  <a:pt x="657613" y="3521767"/>
                </a:lnTo>
                <a:lnTo>
                  <a:pt x="656286" y="3521778"/>
                </a:lnTo>
                <a:lnTo>
                  <a:pt x="654981" y="3521812"/>
                </a:lnTo>
                <a:lnTo>
                  <a:pt x="653698" y="3521870"/>
                </a:lnTo>
                <a:lnTo>
                  <a:pt x="652438" y="3521950"/>
                </a:lnTo>
                <a:lnTo>
                  <a:pt x="651200" y="3522053"/>
                </a:lnTo>
                <a:lnTo>
                  <a:pt x="649984" y="3522179"/>
                </a:lnTo>
                <a:lnTo>
                  <a:pt x="648791" y="3522328"/>
                </a:lnTo>
                <a:lnTo>
                  <a:pt x="647619" y="3522499"/>
                </a:lnTo>
                <a:lnTo>
                  <a:pt x="646471" y="3522694"/>
                </a:lnTo>
                <a:lnTo>
                  <a:pt x="645344" y="3522911"/>
                </a:lnTo>
                <a:lnTo>
                  <a:pt x="644240" y="3523152"/>
                </a:lnTo>
                <a:lnTo>
                  <a:pt x="643158" y="3523415"/>
                </a:lnTo>
                <a:lnTo>
                  <a:pt x="642098" y="3523701"/>
                </a:lnTo>
                <a:lnTo>
                  <a:pt x="641061" y="3524010"/>
                </a:lnTo>
                <a:lnTo>
                  <a:pt x="640046" y="3524342"/>
                </a:lnTo>
                <a:lnTo>
                  <a:pt x="639053" y="3524697"/>
                </a:lnTo>
                <a:lnTo>
                  <a:pt x="638083" y="3525075"/>
                </a:lnTo>
                <a:lnTo>
                  <a:pt x="637135" y="3525476"/>
                </a:lnTo>
                <a:lnTo>
                  <a:pt x="636209" y="3525899"/>
                </a:lnTo>
                <a:lnTo>
                  <a:pt x="635306" y="3526346"/>
                </a:lnTo>
                <a:lnTo>
                  <a:pt x="634425" y="3526815"/>
                </a:lnTo>
                <a:lnTo>
                  <a:pt x="633566" y="3527307"/>
                </a:lnTo>
                <a:lnTo>
                  <a:pt x="632729" y="3527822"/>
                </a:lnTo>
                <a:lnTo>
                  <a:pt x="631915" y="3528360"/>
                </a:lnTo>
                <a:lnTo>
                  <a:pt x="631142" y="3528918"/>
                </a:lnTo>
                <a:lnTo>
                  <a:pt x="630403" y="3529491"/>
                </a:lnTo>
                <a:lnTo>
                  <a:pt x="629696" y="3530080"/>
                </a:lnTo>
                <a:lnTo>
                  <a:pt x="629022" y="3530685"/>
                </a:lnTo>
                <a:lnTo>
                  <a:pt x="628381" y="3531306"/>
                </a:lnTo>
                <a:lnTo>
                  <a:pt x="627773" y="3531942"/>
                </a:lnTo>
                <a:lnTo>
                  <a:pt x="627197" y="3532595"/>
                </a:lnTo>
                <a:lnTo>
                  <a:pt x="626655" y="3533263"/>
                </a:lnTo>
                <a:lnTo>
                  <a:pt x="626145" y="3533947"/>
                </a:lnTo>
                <a:lnTo>
                  <a:pt x="625669" y="3534647"/>
                </a:lnTo>
                <a:lnTo>
                  <a:pt x="625225" y="3535363"/>
                </a:lnTo>
                <a:lnTo>
                  <a:pt x="624814" y="3536095"/>
                </a:lnTo>
                <a:lnTo>
                  <a:pt x="624436" y="3536843"/>
                </a:lnTo>
                <a:lnTo>
                  <a:pt x="624091" y="3537606"/>
                </a:lnTo>
                <a:lnTo>
                  <a:pt x="623779" y="3538385"/>
                </a:lnTo>
                <a:lnTo>
                  <a:pt x="623499" y="3539180"/>
                </a:lnTo>
                <a:lnTo>
                  <a:pt x="623253" y="3539991"/>
                </a:lnTo>
                <a:lnTo>
                  <a:pt x="623039" y="3540818"/>
                </a:lnTo>
                <a:lnTo>
                  <a:pt x="622858" y="3541661"/>
                </a:lnTo>
                <a:lnTo>
                  <a:pt x="622710" y="3542520"/>
                </a:lnTo>
                <a:lnTo>
                  <a:pt x="622595" y="3543394"/>
                </a:lnTo>
                <a:lnTo>
                  <a:pt x="622513" y="3544284"/>
                </a:lnTo>
                <a:lnTo>
                  <a:pt x="622464" y="3545190"/>
                </a:lnTo>
                <a:lnTo>
                  <a:pt x="622447" y="3546112"/>
                </a:lnTo>
                <a:lnTo>
                  <a:pt x="622447" y="3546139"/>
                </a:lnTo>
                <a:lnTo>
                  <a:pt x="622446" y="3546164"/>
                </a:lnTo>
                <a:lnTo>
                  <a:pt x="622444" y="3546186"/>
                </a:lnTo>
                <a:lnTo>
                  <a:pt x="622442" y="3546206"/>
                </a:lnTo>
                <a:lnTo>
                  <a:pt x="622440" y="3546224"/>
                </a:lnTo>
                <a:lnTo>
                  <a:pt x="622437" y="3546239"/>
                </a:lnTo>
                <a:lnTo>
                  <a:pt x="622433" y="3546252"/>
                </a:lnTo>
                <a:lnTo>
                  <a:pt x="622428" y="3546262"/>
                </a:lnTo>
                <a:lnTo>
                  <a:pt x="622423" y="3546271"/>
                </a:lnTo>
                <a:lnTo>
                  <a:pt x="622418" y="3546277"/>
                </a:lnTo>
                <a:lnTo>
                  <a:pt x="622412" y="3546280"/>
                </a:lnTo>
                <a:lnTo>
                  <a:pt x="622405" y="3546281"/>
                </a:lnTo>
                <a:lnTo>
                  <a:pt x="622398" y="3546280"/>
                </a:lnTo>
                <a:lnTo>
                  <a:pt x="622390" y="3546277"/>
                </a:lnTo>
                <a:lnTo>
                  <a:pt x="622381" y="3546271"/>
                </a:lnTo>
                <a:lnTo>
                  <a:pt x="622372" y="3546262"/>
                </a:lnTo>
                <a:lnTo>
                  <a:pt x="622362" y="3546252"/>
                </a:lnTo>
                <a:lnTo>
                  <a:pt x="622352" y="3546239"/>
                </a:lnTo>
                <a:lnTo>
                  <a:pt x="622341" y="3546224"/>
                </a:lnTo>
                <a:lnTo>
                  <a:pt x="622330" y="3546206"/>
                </a:lnTo>
                <a:lnTo>
                  <a:pt x="622318" y="3546186"/>
                </a:lnTo>
                <a:lnTo>
                  <a:pt x="622305" y="3546164"/>
                </a:lnTo>
                <a:lnTo>
                  <a:pt x="622292" y="3546139"/>
                </a:lnTo>
                <a:lnTo>
                  <a:pt x="622278" y="3546112"/>
                </a:lnTo>
                <a:lnTo>
                  <a:pt x="622278" y="3546147"/>
                </a:lnTo>
                <a:lnTo>
                  <a:pt x="622278" y="3546212"/>
                </a:lnTo>
                <a:lnTo>
                  <a:pt x="622278" y="3546281"/>
                </a:lnTo>
                <a:lnTo>
                  <a:pt x="622292" y="3546355"/>
                </a:lnTo>
                <a:lnTo>
                  <a:pt x="622307" y="3546435"/>
                </a:lnTo>
                <a:lnTo>
                  <a:pt x="622323" y="3546521"/>
                </a:lnTo>
                <a:lnTo>
                  <a:pt x="622339" y="3546615"/>
                </a:lnTo>
                <a:lnTo>
                  <a:pt x="622356" y="3546714"/>
                </a:lnTo>
                <a:close/>
                <a:moveTo>
                  <a:pt x="647488" y="3599162"/>
                </a:moveTo>
                <a:lnTo>
                  <a:pt x="646922" y="3599062"/>
                </a:lnTo>
                <a:lnTo>
                  <a:pt x="646371" y="3598950"/>
                </a:lnTo>
                <a:lnTo>
                  <a:pt x="645835" y="3598827"/>
                </a:lnTo>
                <a:lnTo>
                  <a:pt x="645313" y="3598692"/>
                </a:lnTo>
                <a:lnTo>
                  <a:pt x="644807" y="3598545"/>
                </a:lnTo>
                <a:lnTo>
                  <a:pt x="644314" y="3598387"/>
                </a:lnTo>
                <a:lnTo>
                  <a:pt x="643837" y="3598216"/>
                </a:lnTo>
                <a:lnTo>
                  <a:pt x="643374" y="3598035"/>
                </a:lnTo>
                <a:lnTo>
                  <a:pt x="642926" y="3597841"/>
                </a:lnTo>
                <a:lnTo>
                  <a:pt x="642492" y="3597635"/>
                </a:lnTo>
                <a:lnTo>
                  <a:pt x="642073" y="3597418"/>
                </a:lnTo>
                <a:lnTo>
                  <a:pt x="641669" y="3597189"/>
                </a:lnTo>
                <a:lnTo>
                  <a:pt x="641280" y="3596948"/>
                </a:lnTo>
                <a:lnTo>
                  <a:pt x="640905" y="3596696"/>
                </a:lnTo>
                <a:lnTo>
                  <a:pt x="640545" y="3596432"/>
                </a:lnTo>
                <a:lnTo>
                  <a:pt x="640199" y="3596156"/>
                </a:lnTo>
                <a:lnTo>
                  <a:pt x="639882" y="3595868"/>
                </a:lnTo>
                <a:lnTo>
                  <a:pt x="639578" y="3595569"/>
                </a:lnTo>
                <a:lnTo>
                  <a:pt x="639288" y="3595258"/>
                </a:lnTo>
                <a:lnTo>
                  <a:pt x="639011" y="3594935"/>
                </a:lnTo>
                <a:lnTo>
                  <a:pt x="638748" y="3594600"/>
                </a:lnTo>
                <a:lnTo>
                  <a:pt x="638498" y="3594254"/>
                </a:lnTo>
                <a:lnTo>
                  <a:pt x="638262" y="3593896"/>
                </a:lnTo>
                <a:lnTo>
                  <a:pt x="638039" y="3593526"/>
                </a:lnTo>
                <a:lnTo>
                  <a:pt x="637830" y="3593145"/>
                </a:lnTo>
                <a:lnTo>
                  <a:pt x="637634" y="3592751"/>
                </a:lnTo>
                <a:lnTo>
                  <a:pt x="637452" y="3592346"/>
                </a:lnTo>
                <a:lnTo>
                  <a:pt x="637283" y="3591929"/>
                </a:lnTo>
                <a:lnTo>
                  <a:pt x="637128" y="3591501"/>
                </a:lnTo>
                <a:lnTo>
                  <a:pt x="636986" y="3591061"/>
                </a:lnTo>
                <a:lnTo>
                  <a:pt x="636857" y="3590609"/>
                </a:lnTo>
                <a:lnTo>
                  <a:pt x="636743" y="3590145"/>
                </a:lnTo>
                <a:lnTo>
                  <a:pt x="636641" y="3589669"/>
                </a:lnTo>
                <a:lnTo>
                  <a:pt x="636554" y="3589182"/>
                </a:lnTo>
                <a:lnTo>
                  <a:pt x="636479" y="3588683"/>
                </a:lnTo>
                <a:lnTo>
                  <a:pt x="636419" y="3588172"/>
                </a:lnTo>
                <a:lnTo>
                  <a:pt x="636371" y="3587650"/>
                </a:lnTo>
                <a:lnTo>
                  <a:pt x="636338" y="3587116"/>
                </a:lnTo>
                <a:lnTo>
                  <a:pt x="636317" y="3586570"/>
                </a:lnTo>
                <a:lnTo>
                  <a:pt x="636311" y="3586012"/>
                </a:lnTo>
                <a:lnTo>
                  <a:pt x="636317" y="3585468"/>
                </a:lnTo>
                <a:lnTo>
                  <a:pt x="636335" y="3584934"/>
                </a:lnTo>
                <a:lnTo>
                  <a:pt x="636366" y="3584411"/>
                </a:lnTo>
                <a:lnTo>
                  <a:pt x="636409" y="3583899"/>
                </a:lnTo>
                <a:lnTo>
                  <a:pt x="636465" y="3583397"/>
                </a:lnTo>
                <a:lnTo>
                  <a:pt x="636533" y="3582905"/>
                </a:lnTo>
                <a:lnTo>
                  <a:pt x="636613" y="3582425"/>
                </a:lnTo>
                <a:lnTo>
                  <a:pt x="636705" y="3581954"/>
                </a:lnTo>
                <a:lnTo>
                  <a:pt x="636810" y="3581495"/>
                </a:lnTo>
                <a:lnTo>
                  <a:pt x="636927" y="3581046"/>
                </a:lnTo>
                <a:lnTo>
                  <a:pt x="637056" y="3580607"/>
                </a:lnTo>
                <a:lnTo>
                  <a:pt x="637198" y="3580179"/>
                </a:lnTo>
                <a:lnTo>
                  <a:pt x="637352" y="3579762"/>
                </a:lnTo>
                <a:lnTo>
                  <a:pt x="637519" y="3579355"/>
                </a:lnTo>
                <a:lnTo>
                  <a:pt x="637698" y="3578959"/>
                </a:lnTo>
                <a:lnTo>
                  <a:pt x="637889" y="3578573"/>
                </a:lnTo>
                <a:lnTo>
                  <a:pt x="638092" y="3578198"/>
                </a:lnTo>
                <a:lnTo>
                  <a:pt x="638308" y="3577833"/>
                </a:lnTo>
                <a:lnTo>
                  <a:pt x="638536" y="3577479"/>
                </a:lnTo>
                <a:lnTo>
                  <a:pt x="638776" y="3577136"/>
                </a:lnTo>
                <a:lnTo>
                  <a:pt x="639029" y="3576803"/>
                </a:lnTo>
                <a:lnTo>
                  <a:pt x="639294" y="3576481"/>
                </a:lnTo>
                <a:lnTo>
                  <a:pt x="639571" y="3576169"/>
                </a:lnTo>
                <a:lnTo>
                  <a:pt x="639861" y="3575868"/>
                </a:lnTo>
                <a:lnTo>
                  <a:pt x="640179" y="3575562"/>
                </a:lnTo>
                <a:lnTo>
                  <a:pt x="640514" y="3575263"/>
                </a:lnTo>
                <a:lnTo>
                  <a:pt x="640865" y="3574972"/>
                </a:lnTo>
                <a:lnTo>
                  <a:pt x="641232" y="3574689"/>
                </a:lnTo>
                <a:lnTo>
                  <a:pt x="641616" y="3574414"/>
                </a:lnTo>
                <a:lnTo>
                  <a:pt x="642017" y="3574146"/>
                </a:lnTo>
                <a:lnTo>
                  <a:pt x="642433" y="3573885"/>
                </a:lnTo>
                <a:lnTo>
                  <a:pt x="642867" y="3573633"/>
                </a:lnTo>
                <a:lnTo>
                  <a:pt x="643316" y="3573387"/>
                </a:lnTo>
                <a:lnTo>
                  <a:pt x="643782" y="3573150"/>
                </a:lnTo>
                <a:lnTo>
                  <a:pt x="644265" y="3572920"/>
                </a:lnTo>
                <a:lnTo>
                  <a:pt x="644764" y="3572698"/>
                </a:lnTo>
                <a:lnTo>
                  <a:pt x="645279" y="3572483"/>
                </a:lnTo>
                <a:lnTo>
                  <a:pt x="645811" y="3572276"/>
                </a:lnTo>
                <a:lnTo>
                  <a:pt x="646360" y="3572077"/>
                </a:lnTo>
                <a:lnTo>
                  <a:pt x="646924" y="3571886"/>
                </a:lnTo>
                <a:lnTo>
                  <a:pt x="647505" y="3571701"/>
                </a:lnTo>
                <a:lnTo>
                  <a:pt x="648103" y="3571525"/>
                </a:lnTo>
                <a:lnTo>
                  <a:pt x="648717" y="3571356"/>
                </a:lnTo>
                <a:lnTo>
                  <a:pt x="649348" y="3571195"/>
                </a:lnTo>
                <a:lnTo>
                  <a:pt x="649994" y="3571042"/>
                </a:lnTo>
                <a:lnTo>
                  <a:pt x="650658" y="3570896"/>
                </a:lnTo>
                <a:lnTo>
                  <a:pt x="651338" y="3570758"/>
                </a:lnTo>
                <a:lnTo>
                  <a:pt x="652034" y="3570627"/>
                </a:lnTo>
                <a:lnTo>
                  <a:pt x="652763" y="3570489"/>
                </a:lnTo>
                <a:lnTo>
                  <a:pt x="653512" y="3570357"/>
                </a:lnTo>
                <a:lnTo>
                  <a:pt x="654282" y="3570231"/>
                </a:lnTo>
                <a:lnTo>
                  <a:pt x="655072" y="3570110"/>
                </a:lnTo>
                <a:lnTo>
                  <a:pt x="655883" y="3569996"/>
                </a:lnTo>
                <a:lnTo>
                  <a:pt x="656715" y="3569887"/>
                </a:lnTo>
                <a:lnTo>
                  <a:pt x="657567" y="3569785"/>
                </a:lnTo>
                <a:lnTo>
                  <a:pt x="658440" y="3569688"/>
                </a:lnTo>
                <a:lnTo>
                  <a:pt x="659333" y="3569597"/>
                </a:lnTo>
                <a:lnTo>
                  <a:pt x="660247" y="3569512"/>
                </a:lnTo>
                <a:lnTo>
                  <a:pt x="661181" y="3569432"/>
                </a:lnTo>
                <a:lnTo>
                  <a:pt x="662136" y="3569359"/>
                </a:lnTo>
                <a:lnTo>
                  <a:pt x="663111" y="3569291"/>
                </a:lnTo>
                <a:lnTo>
                  <a:pt x="664107" y="3569230"/>
                </a:lnTo>
                <a:lnTo>
                  <a:pt x="665123" y="3569174"/>
                </a:lnTo>
                <a:lnTo>
                  <a:pt x="666160" y="3569124"/>
                </a:lnTo>
                <a:lnTo>
                  <a:pt x="667218" y="3569080"/>
                </a:lnTo>
                <a:lnTo>
                  <a:pt x="668296" y="3569042"/>
                </a:lnTo>
                <a:lnTo>
                  <a:pt x="669395" y="3569010"/>
                </a:lnTo>
                <a:lnTo>
                  <a:pt x="670514" y="3568983"/>
                </a:lnTo>
                <a:lnTo>
                  <a:pt x="671654" y="3568963"/>
                </a:lnTo>
                <a:lnTo>
                  <a:pt x="672814" y="3568948"/>
                </a:lnTo>
                <a:lnTo>
                  <a:pt x="673995" y="3568939"/>
                </a:lnTo>
                <a:lnTo>
                  <a:pt x="675196" y="3568936"/>
                </a:lnTo>
                <a:lnTo>
                  <a:pt x="675196" y="3574177"/>
                </a:lnTo>
                <a:lnTo>
                  <a:pt x="675192" y="3574767"/>
                </a:lnTo>
                <a:lnTo>
                  <a:pt x="675178" y="3575351"/>
                </a:lnTo>
                <a:lnTo>
                  <a:pt x="675156" y="3575931"/>
                </a:lnTo>
                <a:lnTo>
                  <a:pt x="675126" y="3576507"/>
                </a:lnTo>
                <a:lnTo>
                  <a:pt x="675086" y="3577077"/>
                </a:lnTo>
                <a:lnTo>
                  <a:pt x="675038" y="3577643"/>
                </a:lnTo>
                <a:lnTo>
                  <a:pt x="674980" y="3578204"/>
                </a:lnTo>
                <a:lnTo>
                  <a:pt x="674914" y="3578761"/>
                </a:lnTo>
                <a:lnTo>
                  <a:pt x="674839" y="3579313"/>
                </a:lnTo>
                <a:lnTo>
                  <a:pt x="674756" y="3579860"/>
                </a:lnTo>
                <a:lnTo>
                  <a:pt x="674663" y="3580402"/>
                </a:lnTo>
                <a:lnTo>
                  <a:pt x="674562" y="3580940"/>
                </a:lnTo>
                <a:lnTo>
                  <a:pt x="674452" y="3581473"/>
                </a:lnTo>
                <a:lnTo>
                  <a:pt x="674333" y="3582001"/>
                </a:lnTo>
                <a:lnTo>
                  <a:pt x="674205" y="3582525"/>
                </a:lnTo>
                <a:lnTo>
                  <a:pt x="674069" y="3583044"/>
                </a:lnTo>
                <a:lnTo>
                  <a:pt x="673924" y="3583558"/>
                </a:lnTo>
                <a:lnTo>
                  <a:pt x="673770" y="3584068"/>
                </a:lnTo>
                <a:lnTo>
                  <a:pt x="673607" y="3584573"/>
                </a:lnTo>
                <a:lnTo>
                  <a:pt x="673435" y="3585073"/>
                </a:lnTo>
                <a:lnTo>
                  <a:pt x="673254" y="3585568"/>
                </a:lnTo>
                <a:lnTo>
                  <a:pt x="673065" y="3586059"/>
                </a:lnTo>
                <a:lnTo>
                  <a:pt x="672867" y="3586545"/>
                </a:lnTo>
                <a:lnTo>
                  <a:pt x="672660" y="3587026"/>
                </a:lnTo>
                <a:lnTo>
                  <a:pt x="672458" y="3587501"/>
                </a:lnTo>
                <a:lnTo>
                  <a:pt x="672247" y="3587968"/>
                </a:lnTo>
                <a:lnTo>
                  <a:pt x="672026" y="3588426"/>
                </a:lnTo>
                <a:lnTo>
                  <a:pt x="671796" y="3588877"/>
                </a:lnTo>
                <a:lnTo>
                  <a:pt x="671556" y="3589319"/>
                </a:lnTo>
                <a:lnTo>
                  <a:pt x="671308" y="3589753"/>
                </a:lnTo>
                <a:lnTo>
                  <a:pt x="671049" y="3590178"/>
                </a:lnTo>
                <a:lnTo>
                  <a:pt x="670782" y="3590596"/>
                </a:lnTo>
                <a:lnTo>
                  <a:pt x="670504" y="3591005"/>
                </a:lnTo>
                <a:lnTo>
                  <a:pt x="670218" y="3591406"/>
                </a:lnTo>
                <a:lnTo>
                  <a:pt x="669922" y="3591798"/>
                </a:lnTo>
                <a:lnTo>
                  <a:pt x="669617" y="3592183"/>
                </a:lnTo>
                <a:lnTo>
                  <a:pt x="669302" y="3592559"/>
                </a:lnTo>
                <a:lnTo>
                  <a:pt x="668978" y="3592927"/>
                </a:lnTo>
                <a:lnTo>
                  <a:pt x="668645" y="3593287"/>
                </a:lnTo>
                <a:lnTo>
                  <a:pt x="668302" y="3593639"/>
                </a:lnTo>
                <a:lnTo>
                  <a:pt x="667950" y="3593982"/>
                </a:lnTo>
                <a:lnTo>
                  <a:pt x="667588" y="3594317"/>
                </a:lnTo>
                <a:lnTo>
                  <a:pt x="667217" y="3594644"/>
                </a:lnTo>
                <a:lnTo>
                  <a:pt x="666837" y="3594963"/>
                </a:lnTo>
                <a:lnTo>
                  <a:pt x="666447" y="3595274"/>
                </a:lnTo>
                <a:lnTo>
                  <a:pt x="666048" y="3595576"/>
                </a:lnTo>
                <a:lnTo>
                  <a:pt x="665639" y="3595870"/>
                </a:lnTo>
                <a:lnTo>
                  <a:pt x="665221" y="3596156"/>
                </a:lnTo>
                <a:lnTo>
                  <a:pt x="664808" y="3596432"/>
                </a:lnTo>
                <a:lnTo>
                  <a:pt x="664384" y="3596696"/>
                </a:lnTo>
                <a:lnTo>
                  <a:pt x="663950" y="3596948"/>
                </a:lnTo>
                <a:lnTo>
                  <a:pt x="663507" y="3597189"/>
                </a:lnTo>
                <a:lnTo>
                  <a:pt x="663053" y="3597418"/>
                </a:lnTo>
                <a:lnTo>
                  <a:pt x="662590" y="3597635"/>
                </a:lnTo>
                <a:lnTo>
                  <a:pt x="662117" y="3597841"/>
                </a:lnTo>
                <a:lnTo>
                  <a:pt x="661633" y="3598035"/>
                </a:lnTo>
                <a:lnTo>
                  <a:pt x="661140" y="3598216"/>
                </a:lnTo>
                <a:lnTo>
                  <a:pt x="660636" y="3598387"/>
                </a:lnTo>
                <a:lnTo>
                  <a:pt x="660123" y="3598545"/>
                </a:lnTo>
                <a:lnTo>
                  <a:pt x="659600" y="3598692"/>
                </a:lnTo>
                <a:lnTo>
                  <a:pt x="659066" y="3598827"/>
                </a:lnTo>
                <a:lnTo>
                  <a:pt x="658523" y="3598950"/>
                </a:lnTo>
                <a:lnTo>
                  <a:pt x="657970" y="3599062"/>
                </a:lnTo>
                <a:lnTo>
                  <a:pt x="657406" y="3599162"/>
                </a:lnTo>
                <a:lnTo>
                  <a:pt x="656833" y="3599250"/>
                </a:lnTo>
                <a:lnTo>
                  <a:pt x="656250" y="3599326"/>
                </a:lnTo>
                <a:lnTo>
                  <a:pt x="655657" y="3599391"/>
                </a:lnTo>
                <a:lnTo>
                  <a:pt x="655054" y="3599443"/>
                </a:lnTo>
                <a:lnTo>
                  <a:pt x="654440" y="3599485"/>
                </a:lnTo>
                <a:lnTo>
                  <a:pt x="653817" y="3599514"/>
                </a:lnTo>
                <a:lnTo>
                  <a:pt x="653184" y="3599532"/>
                </a:lnTo>
                <a:lnTo>
                  <a:pt x="652541" y="3599537"/>
                </a:lnTo>
                <a:lnTo>
                  <a:pt x="651858" y="3599532"/>
                </a:lnTo>
                <a:lnTo>
                  <a:pt x="651190" y="3599514"/>
                </a:lnTo>
                <a:lnTo>
                  <a:pt x="650536" y="3599485"/>
                </a:lnTo>
                <a:lnTo>
                  <a:pt x="649897" y="3599443"/>
                </a:lnTo>
                <a:lnTo>
                  <a:pt x="649273" y="3599391"/>
                </a:lnTo>
                <a:lnTo>
                  <a:pt x="648663" y="3599326"/>
                </a:lnTo>
                <a:lnTo>
                  <a:pt x="648068" y="3599250"/>
                </a:lnTo>
                <a:lnTo>
                  <a:pt x="647488" y="3599162"/>
                </a:lnTo>
                <a:close/>
                <a:moveTo>
                  <a:pt x="577372" y="3743022"/>
                </a:moveTo>
                <a:lnTo>
                  <a:pt x="562832" y="3743022"/>
                </a:lnTo>
                <a:lnTo>
                  <a:pt x="562832" y="3767875"/>
                </a:lnTo>
                <a:lnTo>
                  <a:pt x="566721" y="3790023"/>
                </a:lnTo>
                <a:lnTo>
                  <a:pt x="573484" y="3790023"/>
                </a:lnTo>
                <a:lnTo>
                  <a:pt x="577372" y="3767875"/>
                </a:lnTo>
                <a:lnTo>
                  <a:pt x="577372" y="3743022"/>
                </a:lnTo>
                <a:close/>
                <a:moveTo>
                  <a:pt x="654607" y="3802196"/>
                </a:moveTo>
                <a:lnTo>
                  <a:pt x="654662" y="3801760"/>
                </a:lnTo>
                <a:lnTo>
                  <a:pt x="654724" y="3801326"/>
                </a:lnTo>
                <a:lnTo>
                  <a:pt x="654791" y="3800893"/>
                </a:lnTo>
                <a:lnTo>
                  <a:pt x="654866" y="3800463"/>
                </a:lnTo>
                <a:lnTo>
                  <a:pt x="654946" y="3800034"/>
                </a:lnTo>
                <a:lnTo>
                  <a:pt x="655034" y="3799607"/>
                </a:lnTo>
                <a:lnTo>
                  <a:pt x="655127" y="3799181"/>
                </a:lnTo>
                <a:lnTo>
                  <a:pt x="655227" y="3798758"/>
                </a:lnTo>
                <a:lnTo>
                  <a:pt x="655334" y="3798336"/>
                </a:lnTo>
                <a:lnTo>
                  <a:pt x="655447" y="3797916"/>
                </a:lnTo>
                <a:lnTo>
                  <a:pt x="655566" y="3797498"/>
                </a:lnTo>
                <a:lnTo>
                  <a:pt x="655692" y="3797081"/>
                </a:lnTo>
                <a:lnTo>
                  <a:pt x="655825" y="3796666"/>
                </a:lnTo>
                <a:lnTo>
                  <a:pt x="655964" y="3796253"/>
                </a:lnTo>
                <a:lnTo>
                  <a:pt x="656109" y="3795842"/>
                </a:lnTo>
                <a:lnTo>
                  <a:pt x="656261" y="3795433"/>
                </a:lnTo>
                <a:lnTo>
                  <a:pt x="656419" y="3795027"/>
                </a:lnTo>
                <a:lnTo>
                  <a:pt x="656583" y="3794627"/>
                </a:lnTo>
                <a:lnTo>
                  <a:pt x="656755" y="3794233"/>
                </a:lnTo>
                <a:lnTo>
                  <a:pt x="656932" y="3793845"/>
                </a:lnTo>
                <a:lnTo>
                  <a:pt x="657116" y="3793463"/>
                </a:lnTo>
                <a:lnTo>
                  <a:pt x="657307" y="3793087"/>
                </a:lnTo>
                <a:lnTo>
                  <a:pt x="657504" y="3792716"/>
                </a:lnTo>
                <a:lnTo>
                  <a:pt x="657707" y="3792352"/>
                </a:lnTo>
                <a:lnTo>
                  <a:pt x="657917" y="3791993"/>
                </a:lnTo>
                <a:lnTo>
                  <a:pt x="658133" y="3791640"/>
                </a:lnTo>
                <a:lnTo>
                  <a:pt x="658356" y="3791293"/>
                </a:lnTo>
                <a:lnTo>
                  <a:pt x="658585" y="3790952"/>
                </a:lnTo>
                <a:lnTo>
                  <a:pt x="658821" y="3790617"/>
                </a:lnTo>
                <a:lnTo>
                  <a:pt x="659063" y="3790288"/>
                </a:lnTo>
                <a:lnTo>
                  <a:pt x="659312" y="3789964"/>
                </a:lnTo>
                <a:lnTo>
                  <a:pt x="659567" y="3789647"/>
                </a:lnTo>
                <a:lnTo>
                  <a:pt x="659828" y="3789335"/>
                </a:lnTo>
                <a:lnTo>
                  <a:pt x="660096" y="3789029"/>
                </a:lnTo>
                <a:lnTo>
                  <a:pt x="660371" y="3788729"/>
                </a:lnTo>
                <a:lnTo>
                  <a:pt x="660652" y="3788435"/>
                </a:lnTo>
                <a:lnTo>
                  <a:pt x="660939" y="3788147"/>
                </a:lnTo>
                <a:lnTo>
                  <a:pt x="661233" y="3787865"/>
                </a:lnTo>
                <a:lnTo>
                  <a:pt x="661533" y="3787588"/>
                </a:lnTo>
                <a:lnTo>
                  <a:pt x="661840" y="3787318"/>
                </a:lnTo>
                <a:lnTo>
                  <a:pt x="662167" y="3787055"/>
                </a:lnTo>
                <a:lnTo>
                  <a:pt x="662500" y="3786805"/>
                </a:lnTo>
                <a:lnTo>
                  <a:pt x="662838" y="3786565"/>
                </a:lnTo>
                <a:lnTo>
                  <a:pt x="663183" y="3786336"/>
                </a:lnTo>
                <a:lnTo>
                  <a:pt x="663533" y="3786119"/>
                </a:lnTo>
                <a:lnTo>
                  <a:pt x="663890" y="3785912"/>
                </a:lnTo>
                <a:lnTo>
                  <a:pt x="664252" y="3785717"/>
                </a:lnTo>
                <a:lnTo>
                  <a:pt x="664620" y="3785533"/>
                </a:lnTo>
                <a:lnTo>
                  <a:pt x="664994" y="3785360"/>
                </a:lnTo>
                <a:lnTo>
                  <a:pt x="665374" y="3785198"/>
                </a:lnTo>
                <a:lnTo>
                  <a:pt x="665759" y="3785048"/>
                </a:lnTo>
                <a:lnTo>
                  <a:pt x="666151" y="3784908"/>
                </a:lnTo>
                <a:lnTo>
                  <a:pt x="666548" y="3784780"/>
                </a:lnTo>
                <a:lnTo>
                  <a:pt x="666952" y="3784663"/>
                </a:lnTo>
                <a:lnTo>
                  <a:pt x="667361" y="3784557"/>
                </a:lnTo>
                <a:lnTo>
                  <a:pt x="667776" y="3784462"/>
                </a:lnTo>
                <a:lnTo>
                  <a:pt x="668197" y="3784379"/>
                </a:lnTo>
                <a:lnTo>
                  <a:pt x="668624" y="3784306"/>
                </a:lnTo>
                <a:lnTo>
                  <a:pt x="669056" y="3784245"/>
                </a:lnTo>
                <a:lnTo>
                  <a:pt x="669495" y="3784195"/>
                </a:lnTo>
                <a:lnTo>
                  <a:pt x="669939" y="3784156"/>
                </a:lnTo>
                <a:lnTo>
                  <a:pt x="670389" y="3784128"/>
                </a:lnTo>
                <a:lnTo>
                  <a:pt x="670846" y="3784111"/>
                </a:lnTo>
                <a:lnTo>
                  <a:pt x="671308" y="3784105"/>
                </a:lnTo>
                <a:lnTo>
                  <a:pt x="671783" y="3784110"/>
                </a:lnTo>
                <a:lnTo>
                  <a:pt x="672250" y="3784123"/>
                </a:lnTo>
                <a:lnTo>
                  <a:pt x="672710" y="3784145"/>
                </a:lnTo>
                <a:lnTo>
                  <a:pt x="673163" y="3784176"/>
                </a:lnTo>
                <a:lnTo>
                  <a:pt x="673607" y="3784215"/>
                </a:lnTo>
                <a:lnTo>
                  <a:pt x="674044" y="3784264"/>
                </a:lnTo>
                <a:lnTo>
                  <a:pt x="674474" y="3784321"/>
                </a:lnTo>
                <a:lnTo>
                  <a:pt x="674896" y="3784387"/>
                </a:lnTo>
                <a:lnTo>
                  <a:pt x="675310" y="3784462"/>
                </a:lnTo>
                <a:lnTo>
                  <a:pt x="675716" y="3784546"/>
                </a:lnTo>
                <a:lnTo>
                  <a:pt x="676115" y="3784638"/>
                </a:lnTo>
                <a:lnTo>
                  <a:pt x="676506" y="3784739"/>
                </a:lnTo>
                <a:lnTo>
                  <a:pt x="676890" y="3784849"/>
                </a:lnTo>
                <a:lnTo>
                  <a:pt x="677266" y="3784968"/>
                </a:lnTo>
                <a:lnTo>
                  <a:pt x="677634" y="3785096"/>
                </a:lnTo>
                <a:lnTo>
                  <a:pt x="677995" y="3785232"/>
                </a:lnTo>
                <a:lnTo>
                  <a:pt x="678348" y="3785378"/>
                </a:lnTo>
                <a:lnTo>
                  <a:pt x="678694" y="3785532"/>
                </a:lnTo>
                <a:lnTo>
                  <a:pt x="679032" y="3785695"/>
                </a:lnTo>
                <a:lnTo>
                  <a:pt x="679362" y="3785866"/>
                </a:lnTo>
                <a:lnTo>
                  <a:pt x="679684" y="3786047"/>
                </a:lnTo>
                <a:lnTo>
                  <a:pt x="679999" y="3786236"/>
                </a:lnTo>
                <a:lnTo>
                  <a:pt x="680307" y="3786434"/>
                </a:lnTo>
                <a:lnTo>
                  <a:pt x="680606" y="3786641"/>
                </a:lnTo>
                <a:lnTo>
                  <a:pt x="680913" y="3786841"/>
                </a:lnTo>
                <a:lnTo>
                  <a:pt x="681212" y="3787046"/>
                </a:lnTo>
                <a:lnTo>
                  <a:pt x="681504" y="3787257"/>
                </a:lnTo>
                <a:lnTo>
                  <a:pt x="681790" y="3787473"/>
                </a:lnTo>
                <a:lnTo>
                  <a:pt x="682068" y="3787694"/>
                </a:lnTo>
                <a:lnTo>
                  <a:pt x="682339" y="3787920"/>
                </a:lnTo>
                <a:lnTo>
                  <a:pt x="682603" y="3788152"/>
                </a:lnTo>
                <a:lnTo>
                  <a:pt x="682860" y="3788388"/>
                </a:lnTo>
                <a:lnTo>
                  <a:pt x="683111" y="3788631"/>
                </a:lnTo>
                <a:lnTo>
                  <a:pt x="683354" y="3788878"/>
                </a:lnTo>
                <a:lnTo>
                  <a:pt x="683590" y="3789131"/>
                </a:lnTo>
                <a:lnTo>
                  <a:pt x="683819" y="3789389"/>
                </a:lnTo>
                <a:lnTo>
                  <a:pt x="684040" y="3789652"/>
                </a:lnTo>
                <a:lnTo>
                  <a:pt x="684255" y="3789921"/>
                </a:lnTo>
                <a:lnTo>
                  <a:pt x="684463" y="3790194"/>
                </a:lnTo>
                <a:lnTo>
                  <a:pt x="684664" y="3790474"/>
                </a:lnTo>
                <a:lnTo>
                  <a:pt x="684858" y="3790758"/>
                </a:lnTo>
                <a:lnTo>
                  <a:pt x="685044" y="3791048"/>
                </a:lnTo>
                <a:lnTo>
                  <a:pt x="685224" y="3791343"/>
                </a:lnTo>
                <a:lnTo>
                  <a:pt x="685396" y="3791643"/>
                </a:lnTo>
                <a:lnTo>
                  <a:pt x="685562" y="3791949"/>
                </a:lnTo>
                <a:lnTo>
                  <a:pt x="685720" y="3792259"/>
                </a:lnTo>
                <a:lnTo>
                  <a:pt x="685872" y="3792575"/>
                </a:lnTo>
                <a:lnTo>
                  <a:pt x="686016" y="3792897"/>
                </a:lnTo>
                <a:lnTo>
                  <a:pt x="686168" y="3793222"/>
                </a:lnTo>
                <a:lnTo>
                  <a:pt x="686313" y="3793550"/>
                </a:lnTo>
                <a:lnTo>
                  <a:pt x="686452" y="3793880"/>
                </a:lnTo>
                <a:lnTo>
                  <a:pt x="686585" y="3794212"/>
                </a:lnTo>
                <a:lnTo>
                  <a:pt x="686711" y="3794546"/>
                </a:lnTo>
                <a:lnTo>
                  <a:pt x="686830" y="3794883"/>
                </a:lnTo>
                <a:lnTo>
                  <a:pt x="686943" y="3795223"/>
                </a:lnTo>
                <a:lnTo>
                  <a:pt x="687050" y="3795564"/>
                </a:lnTo>
                <a:lnTo>
                  <a:pt x="687150" y="3795908"/>
                </a:lnTo>
                <a:lnTo>
                  <a:pt x="687243" y="3796255"/>
                </a:lnTo>
                <a:lnTo>
                  <a:pt x="687330" y="3796603"/>
                </a:lnTo>
                <a:lnTo>
                  <a:pt x="687411" y="3796954"/>
                </a:lnTo>
                <a:lnTo>
                  <a:pt x="687485" y="3797308"/>
                </a:lnTo>
                <a:lnTo>
                  <a:pt x="687553" y="3797663"/>
                </a:lnTo>
                <a:lnTo>
                  <a:pt x="687615" y="3798022"/>
                </a:lnTo>
                <a:lnTo>
                  <a:pt x="687669" y="3798382"/>
                </a:lnTo>
                <a:lnTo>
                  <a:pt x="687718" y="3798745"/>
                </a:lnTo>
                <a:lnTo>
                  <a:pt x="687760" y="3799110"/>
                </a:lnTo>
                <a:lnTo>
                  <a:pt x="687795" y="3799477"/>
                </a:lnTo>
                <a:lnTo>
                  <a:pt x="687824" y="3799847"/>
                </a:lnTo>
                <a:lnTo>
                  <a:pt x="687847" y="3800219"/>
                </a:lnTo>
                <a:lnTo>
                  <a:pt x="687863" y="3800594"/>
                </a:lnTo>
                <a:lnTo>
                  <a:pt x="687873" y="3800971"/>
                </a:lnTo>
                <a:lnTo>
                  <a:pt x="687876" y="3801350"/>
                </a:lnTo>
                <a:lnTo>
                  <a:pt x="687876" y="3804901"/>
                </a:lnTo>
                <a:lnTo>
                  <a:pt x="702247" y="3804901"/>
                </a:lnTo>
                <a:lnTo>
                  <a:pt x="702274" y="3804719"/>
                </a:lnTo>
                <a:lnTo>
                  <a:pt x="702301" y="3804539"/>
                </a:lnTo>
                <a:lnTo>
                  <a:pt x="702326" y="3804362"/>
                </a:lnTo>
                <a:lnTo>
                  <a:pt x="702350" y="3804187"/>
                </a:lnTo>
                <a:lnTo>
                  <a:pt x="702373" y="3804014"/>
                </a:lnTo>
                <a:lnTo>
                  <a:pt x="702395" y="3803844"/>
                </a:lnTo>
                <a:lnTo>
                  <a:pt x="702415" y="3803676"/>
                </a:lnTo>
                <a:lnTo>
                  <a:pt x="702435" y="3803511"/>
                </a:lnTo>
                <a:lnTo>
                  <a:pt x="702453" y="3803347"/>
                </a:lnTo>
                <a:lnTo>
                  <a:pt x="702470" y="3803186"/>
                </a:lnTo>
                <a:lnTo>
                  <a:pt x="702486" y="3803028"/>
                </a:lnTo>
                <a:lnTo>
                  <a:pt x="702500" y="3802872"/>
                </a:lnTo>
                <a:lnTo>
                  <a:pt x="702514" y="3802718"/>
                </a:lnTo>
                <a:lnTo>
                  <a:pt x="702526" y="3802567"/>
                </a:lnTo>
                <a:lnTo>
                  <a:pt x="702537" y="3802417"/>
                </a:lnTo>
                <a:lnTo>
                  <a:pt x="702547" y="3802271"/>
                </a:lnTo>
                <a:lnTo>
                  <a:pt x="702556" y="3802126"/>
                </a:lnTo>
                <a:lnTo>
                  <a:pt x="702564" y="3801984"/>
                </a:lnTo>
                <a:lnTo>
                  <a:pt x="702570" y="3801844"/>
                </a:lnTo>
                <a:lnTo>
                  <a:pt x="702576" y="3801707"/>
                </a:lnTo>
                <a:lnTo>
                  <a:pt x="702580" y="3801572"/>
                </a:lnTo>
                <a:lnTo>
                  <a:pt x="702583" y="3801439"/>
                </a:lnTo>
                <a:lnTo>
                  <a:pt x="702584" y="3801309"/>
                </a:lnTo>
                <a:lnTo>
                  <a:pt x="702585" y="3801181"/>
                </a:lnTo>
                <a:lnTo>
                  <a:pt x="702599" y="3801040"/>
                </a:lnTo>
                <a:lnTo>
                  <a:pt x="702612" y="3800898"/>
                </a:lnTo>
                <a:lnTo>
                  <a:pt x="702625" y="3800756"/>
                </a:lnTo>
                <a:lnTo>
                  <a:pt x="702637" y="3800613"/>
                </a:lnTo>
                <a:lnTo>
                  <a:pt x="702648" y="3800469"/>
                </a:lnTo>
                <a:lnTo>
                  <a:pt x="702659" y="3800325"/>
                </a:lnTo>
                <a:lnTo>
                  <a:pt x="702669" y="3800181"/>
                </a:lnTo>
                <a:lnTo>
                  <a:pt x="702679" y="3800035"/>
                </a:lnTo>
                <a:lnTo>
                  <a:pt x="702688" y="3799889"/>
                </a:lnTo>
                <a:lnTo>
                  <a:pt x="702697" y="3799743"/>
                </a:lnTo>
                <a:lnTo>
                  <a:pt x="702704" y="3799596"/>
                </a:lnTo>
                <a:lnTo>
                  <a:pt x="702712" y="3799448"/>
                </a:lnTo>
                <a:lnTo>
                  <a:pt x="702719" y="3799300"/>
                </a:lnTo>
                <a:lnTo>
                  <a:pt x="702725" y="3799151"/>
                </a:lnTo>
                <a:lnTo>
                  <a:pt x="702730" y="3799002"/>
                </a:lnTo>
                <a:lnTo>
                  <a:pt x="702735" y="3798852"/>
                </a:lnTo>
                <a:lnTo>
                  <a:pt x="702740" y="3798701"/>
                </a:lnTo>
                <a:lnTo>
                  <a:pt x="702743" y="3798550"/>
                </a:lnTo>
                <a:lnTo>
                  <a:pt x="702747" y="3798398"/>
                </a:lnTo>
                <a:lnTo>
                  <a:pt x="702749" y="3798246"/>
                </a:lnTo>
                <a:lnTo>
                  <a:pt x="702751" y="3798093"/>
                </a:lnTo>
                <a:lnTo>
                  <a:pt x="702753" y="3797939"/>
                </a:lnTo>
                <a:lnTo>
                  <a:pt x="702754" y="3797785"/>
                </a:lnTo>
                <a:lnTo>
                  <a:pt x="702754" y="3797631"/>
                </a:lnTo>
                <a:lnTo>
                  <a:pt x="702742" y="3796666"/>
                </a:lnTo>
                <a:lnTo>
                  <a:pt x="702706" y="3795716"/>
                </a:lnTo>
                <a:lnTo>
                  <a:pt x="702646" y="3794780"/>
                </a:lnTo>
                <a:lnTo>
                  <a:pt x="702561" y="3793860"/>
                </a:lnTo>
                <a:lnTo>
                  <a:pt x="702453" y="3792953"/>
                </a:lnTo>
                <a:lnTo>
                  <a:pt x="702321" y="3792062"/>
                </a:lnTo>
                <a:lnTo>
                  <a:pt x="702164" y="3791185"/>
                </a:lnTo>
                <a:lnTo>
                  <a:pt x="701984" y="3790323"/>
                </a:lnTo>
                <a:lnTo>
                  <a:pt x="701779" y="3789476"/>
                </a:lnTo>
                <a:lnTo>
                  <a:pt x="701551" y="3788643"/>
                </a:lnTo>
                <a:lnTo>
                  <a:pt x="701298" y="3787825"/>
                </a:lnTo>
                <a:lnTo>
                  <a:pt x="701021" y="3787022"/>
                </a:lnTo>
                <a:lnTo>
                  <a:pt x="700720" y="3786233"/>
                </a:lnTo>
                <a:lnTo>
                  <a:pt x="700395" y="3785459"/>
                </a:lnTo>
                <a:lnTo>
                  <a:pt x="700046" y="3784700"/>
                </a:lnTo>
                <a:lnTo>
                  <a:pt x="699673" y="3783955"/>
                </a:lnTo>
                <a:lnTo>
                  <a:pt x="699276" y="3783225"/>
                </a:lnTo>
                <a:lnTo>
                  <a:pt x="698855" y="3782510"/>
                </a:lnTo>
                <a:lnTo>
                  <a:pt x="698410" y="3781809"/>
                </a:lnTo>
                <a:lnTo>
                  <a:pt x="697940" y="3781123"/>
                </a:lnTo>
                <a:lnTo>
                  <a:pt x="697447" y="3780452"/>
                </a:lnTo>
                <a:lnTo>
                  <a:pt x="696929" y="3779795"/>
                </a:lnTo>
                <a:lnTo>
                  <a:pt x="696388" y="3779153"/>
                </a:lnTo>
                <a:lnTo>
                  <a:pt x="695822" y="3778526"/>
                </a:lnTo>
                <a:lnTo>
                  <a:pt x="695248" y="3777905"/>
                </a:lnTo>
                <a:lnTo>
                  <a:pt x="694654" y="3777311"/>
                </a:lnTo>
                <a:lnTo>
                  <a:pt x="694039" y="3776743"/>
                </a:lnTo>
                <a:lnTo>
                  <a:pt x="693404" y="3776201"/>
                </a:lnTo>
                <a:lnTo>
                  <a:pt x="692748" y="3775686"/>
                </a:lnTo>
                <a:lnTo>
                  <a:pt x="692071" y="3775198"/>
                </a:lnTo>
                <a:lnTo>
                  <a:pt x="691374" y="3774735"/>
                </a:lnTo>
                <a:lnTo>
                  <a:pt x="690656" y="3774299"/>
                </a:lnTo>
                <a:lnTo>
                  <a:pt x="689918" y="3773890"/>
                </a:lnTo>
                <a:lnTo>
                  <a:pt x="689159" y="3773507"/>
                </a:lnTo>
                <a:lnTo>
                  <a:pt x="688380" y="3773150"/>
                </a:lnTo>
                <a:lnTo>
                  <a:pt x="687580" y="3772820"/>
                </a:lnTo>
                <a:lnTo>
                  <a:pt x="686760" y="3772516"/>
                </a:lnTo>
                <a:lnTo>
                  <a:pt x="685919" y="3772239"/>
                </a:lnTo>
                <a:lnTo>
                  <a:pt x="685057" y="3771988"/>
                </a:lnTo>
                <a:lnTo>
                  <a:pt x="684175" y="3771764"/>
                </a:lnTo>
                <a:lnTo>
                  <a:pt x="683273" y="3771565"/>
                </a:lnTo>
                <a:lnTo>
                  <a:pt x="682350" y="3771394"/>
                </a:lnTo>
                <a:lnTo>
                  <a:pt x="681406" y="3771248"/>
                </a:lnTo>
                <a:lnTo>
                  <a:pt x="680442" y="3771130"/>
                </a:lnTo>
                <a:lnTo>
                  <a:pt x="679457" y="3771037"/>
                </a:lnTo>
                <a:lnTo>
                  <a:pt x="678452" y="3770971"/>
                </a:lnTo>
                <a:lnTo>
                  <a:pt x="677426" y="3770931"/>
                </a:lnTo>
                <a:lnTo>
                  <a:pt x="676380" y="3770918"/>
                </a:lnTo>
                <a:lnTo>
                  <a:pt x="675692" y="3770925"/>
                </a:lnTo>
                <a:lnTo>
                  <a:pt x="675012" y="3770945"/>
                </a:lnTo>
                <a:lnTo>
                  <a:pt x="674338" y="3770979"/>
                </a:lnTo>
                <a:lnTo>
                  <a:pt x="673670" y="3771026"/>
                </a:lnTo>
                <a:lnTo>
                  <a:pt x="673008" y="3771087"/>
                </a:lnTo>
                <a:lnTo>
                  <a:pt x="672354" y="3771161"/>
                </a:lnTo>
                <a:lnTo>
                  <a:pt x="671705" y="3771249"/>
                </a:lnTo>
                <a:lnTo>
                  <a:pt x="671063" y="3771350"/>
                </a:lnTo>
                <a:lnTo>
                  <a:pt x="670428" y="3771465"/>
                </a:lnTo>
                <a:lnTo>
                  <a:pt x="669799" y="3771593"/>
                </a:lnTo>
                <a:lnTo>
                  <a:pt x="669176" y="3771735"/>
                </a:lnTo>
                <a:lnTo>
                  <a:pt x="668560" y="3771890"/>
                </a:lnTo>
                <a:lnTo>
                  <a:pt x="667951" y="3772059"/>
                </a:lnTo>
                <a:lnTo>
                  <a:pt x="667347" y="3772241"/>
                </a:lnTo>
                <a:lnTo>
                  <a:pt x="666751" y="3772437"/>
                </a:lnTo>
                <a:lnTo>
                  <a:pt x="666160" y="3772646"/>
                </a:lnTo>
                <a:lnTo>
                  <a:pt x="665577" y="3772869"/>
                </a:lnTo>
                <a:lnTo>
                  <a:pt x="664999" y="3773105"/>
                </a:lnTo>
                <a:lnTo>
                  <a:pt x="664428" y="3773355"/>
                </a:lnTo>
                <a:lnTo>
                  <a:pt x="663864" y="3773618"/>
                </a:lnTo>
                <a:lnTo>
                  <a:pt x="663306" y="3773895"/>
                </a:lnTo>
                <a:lnTo>
                  <a:pt x="662754" y="3774185"/>
                </a:lnTo>
                <a:lnTo>
                  <a:pt x="662209" y="3774489"/>
                </a:lnTo>
                <a:lnTo>
                  <a:pt x="661671" y="3774807"/>
                </a:lnTo>
                <a:lnTo>
                  <a:pt x="661155" y="3775122"/>
                </a:lnTo>
                <a:lnTo>
                  <a:pt x="660650" y="3775448"/>
                </a:lnTo>
                <a:lnTo>
                  <a:pt x="660157" y="3775784"/>
                </a:lnTo>
                <a:lnTo>
                  <a:pt x="659675" y="3776131"/>
                </a:lnTo>
                <a:lnTo>
                  <a:pt x="659204" y="3776488"/>
                </a:lnTo>
                <a:lnTo>
                  <a:pt x="658744" y="3776856"/>
                </a:lnTo>
                <a:lnTo>
                  <a:pt x="658295" y="3777235"/>
                </a:lnTo>
                <a:lnTo>
                  <a:pt x="657857" y="3777624"/>
                </a:lnTo>
                <a:lnTo>
                  <a:pt x="657431" y="3778024"/>
                </a:lnTo>
                <a:lnTo>
                  <a:pt x="657015" y="3778434"/>
                </a:lnTo>
                <a:lnTo>
                  <a:pt x="656611" y="3778855"/>
                </a:lnTo>
                <a:lnTo>
                  <a:pt x="656218" y="3779287"/>
                </a:lnTo>
                <a:lnTo>
                  <a:pt x="655836" y="3779729"/>
                </a:lnTo>
                <a:lnTo>
                  <a:pt x="655466" y="3780181"/>
                </a:lnTo>
                <a:lnTo>
                  <a:pt x="655106" y="3780645"/>
                </a:lnTo>
                <a:lnTo>
                  <a:pt x="654758" y="3781118"/>
                </a:lnTo>
                <a:lnTo>
                  <a:pt x="654421" y="3781603"/>
                </a:lnTo>
                <a:lnTo>
                  <a:pt x="654094" y="3782098"/>
                </a:lnTo>
                <a:lnTo>
                  <a:pt x="653779" y="3782603"/>
                </a:lnTo>
                <a:lnTo>
                  <a:pt x="653476" y="3783119"/>
                </a:lnTo>
                <a:lnTo>
                  <a:pt x="653183" y="3783646"/>
                </a:lnTo>
                <a:lnTo>
                  <a:pt x="652902" y="3784183"/>
                </a:lnTo>
                <a:lnTo>
                  <a:pt x="652631" y="3784730"/>
                </a:lnTo>
                <a:lnTo>
                  <a:pt x="652372" y="3785289"/>
                </a:lnTo>
                <a:lnTo>
                  <a:pt x="651527" y="3772609"/>
                </a:lnTo>
                <a:lnTo>
                  <a:pt x="616023" y="3772609"/>
                </a:lnTo>
                <a:lnTo>
                  <a:pt x="616023" y="3785796"/>
                </a:lnTo>
                <a:lnTo>
                  <a:pt x="637832" y="3785796"/>
                </a:lnTo>
                <a:lnTo>
                  <a:pt x="637832" y="3845984"/>
                </a:lnTo>
                <a:lnTo>
                  <a:pt x="615177" y="3845984"/>
                </a:lnTo>
                <a:lnTo>
                  <a:pt x="615177" y="3859002"/>
                </a:lnTo>
                <a:lnTo>
                  <a:pt x="637832" y="3859002"/>
                </a:lnTo>
                <a:lnTo>
                  <a:pt x="654401" y="3859002"/>
                </a:lnTo>
                <a:lnTo>
                  <a:pt x="693117" y="3859002"/>
                </a:lnTo>
                <a:lnTo>
                  <a:pt x="693117" y="3845984"/>
                </a:lnTo>
                <a:lnTo>
                  <a:pt x="654401" y="3845984"/>
                </a:lnTo>
                <a:lnTo>
                  <a:pt x="654401" y="3805746"/>
                </a:lnTo>
                <a:lnTo>
                  <a:pt x="654404" y="3805296"/>
                </a:lnTo>
                <a:lnTo>
                  <a:pt x="654414" y="3804848"/>
                </a:lnTo>
                <a:lnTo>
                  <a:pt x="654430" y="3804401"/>
                </a:lnTo>
                <a:lnTo>
                  <a:pt x="654452" y="3803957"/>
                </a:lnTo>
                <a:lnTo>
                  <a:pt x="654481" y="3803514"/>
                </a:lnTo>
                <a:lnTo>
                  <a:pt x="654517" y="3803073"/>
                </a:lnTo>
                <a:lnTo>
                  <a:pt x="654559" y="3802633"/>
                </a:lnTo>
                <a:lnTo>
                  <a:pt x="654607" y="3802196"/>
                </a:lnTo>
                <a:close/>
                <a:moveTo>
                  <a:pt x="768286" y="3860092"/>
                </a:moveTo>
                <a:lnTo>
                  <a:pt x="769224" y="3859932"/>
                </a:lnTo>
                <a:lnTo>
                  <a:pt x="770149" y="3859753"/>
                </a:lnTo>
                <a:lnTo>
                  <a:pt x="771062" y="3859556"/>
                </a:lnTo>
                <a:lnTo>
                  <a:pt x="771963" y="3859340"/>
                </a:lnTo>
                <a:lnTo>
                  <a:pt x="772852" y="3859105"/>
                </a:lnTo>
                <a:lnTo>
                  <a:pt x="773728" y="3858852"/>
                </a:lnTo>
                <a:lnTo>
                  <a:pt x="774592" y="3858579"/>
                </a:lnTo>
                <a:lnTo>
                  <a:pt x="775443" y="3858288"/>
                </a:lnTo>
                <a:lnTo>
                  <a:pt x="776282" y="3857978"/>
                </a:lnTo>
                <a:lnTo>
                  <a:pt x="777109" y="3857650"/>
                </a:lnTo>
                <a:lnTo>
                  <a:pt x="777924" y="3857302"/>
                </a:lnTo>
                <a:lnTo>
                  <a:pt x="778726" y="3856936"/>
                </a:lnTo>
                <a:lnTo>
                  <a:pt x="779516" y="3856551"/>
                </a:lnTo>
                <a:lnTo>
                  <a:pt x="780293" y="3856147"/>
                </a:lnTo>
                <a:lnTo>
                  <a:pt x="781059" y="3855724"/>
                </a:lnTo>
                <a:lnTo>
                  <a:pt x="781811" y="3855283"/>
                </a:lnTo>
                <a:lnTo>
                  <a:pt x="782551" y="3854810"/>
                </a:lnTo>
                <a:lnTo>
                  <a:pt x="783275" y="3854323"/>
                </a:lnTo>
                <a:lnTo>
                  <a:pt x="783985" y="3853822"/>
                </a:lnTo>
                <a:lnTo>
                  <a:pt x="784681" y="3853305"/>
                </a:lnTo>
                <a:lnTo>
                  <a:pt x="785362" y="3852774"/>
                </a:lnTo>
                <a:lnTo>
                  <a:pt x="786028" y="3852229"/>
                </a:lnTo>
                <a:lnTo>
                  <a:pt x="786679" y="3851668"/>
                </a:lnTo>
                <a:lnTo>
                  <a:pt x="787315" y="3851093"/>
                </a:lnTo>
                <a:lnTo>
                  <a:pt x="787937" y="3850504"/>
                </a:lnTo>
                <a:lnTo>
                  <a:pt x="788545" y="3849899"/>
                </a:lnTo>
                <a:lnTo>
                  <a:pt x="789137" y="3849280"/>
                </a:lnTo>
                <a:lnTo>
                  <a:pt x="789715" y="3848647"/>
                </a:lnTo>
                <a:lnTo>
                  <a:pt x="790279" y="3847998"/>
                </a:lnTo>
                <a:lnTo>
                  <a:pt x="790827" y="3847335"/>
                </a:lnTo>
                <a:lnTo>
                  <a:pt x="791361" y="3846657"/>
                </a:lnTo>
                <a:lnTo>
                  <a:pt x="791880" y="3845965"/>
                </a:lnTo>
                <a:lnTo>
                  <a:pt x="792385" y="3845258"/>
                </a:lnTo>
                <a:lnTo>
                  <a:pt x="792875" y="3844536"/>
                </a:lnTo>
                <a:lnTo>
                  <a:pt x="793350" y="3843800"/>
                </a:lnTo>
                <a:lnTo>
                  <a:pt x="793810" y="3843049"/>
                </a:lnTo>
                <a:lnTo>
                  <a:pt x="794256" y="3842283"/>
                </a:lnTo>
                <a:lnTo>
                  <a:pt x="794688" y="3841502"/>
                </a:lnTo>
                <a:lnTo>
                  <a:pt x="795104" y="3840707"/>
                </a:lnTo>
                <a:lnTo>
                  <a:pt x="795506" y="3839897"/>
                </a:lnTo>
                <a:lnTo>
                  <a:pt x="795892" y="3839075"/>
                </a:lnTo>
                <a:lnTo>
                  <a:pt x="796262" y="3838242"/>
                </a:lnTo>
                <a:lnTo>
                  <a:pt x="796615" y="3837398"/>
                </a:lnTo>
                <a:lnTo>
                  <a:pt x="796952" y="3836544"/>
                </a:lnTo>
                <a:lnTo>
                  <a:pt x="797273" y="3835680"/>
                </a:lnTo>
                <a:lnTo>
                  <a:pt x="797577" y="3834804"/>
                </a:lnTo>
                <a:lnTo>
                  <a:pt x="797865" y="3833919"/>
                </a:lnTo>
                <a:lnTo>
                  <a:pt x="798136" y="3833022"/>
                </a:lnTo>
                <a:lnTo>
                  <a:pt x="798391" y="3832115"/>
                </a:lnTo>
                <a:lnTo>
                  <a:pt x="798629" y="3831198"/>
                </a:lnTo>
                <a:lnTo>
                  <a:pt x="798851" y="3830270"/>
                </a:lnTo>
                <a:lnTo>
                  <a:pt x="799056" y="3829331"/>
                </a:lnTo>
                <a:lnTo>
                  <a:pt x="799245" y="3828382"/>
                </a:lnTo>
                <a:lnTo>
                  <a:pt x="799418" y="3827422"/>
                </a:lnTo>
                <a:lnTo>
                  <a:pt x="799574" y="3826451"/>
                </a:lnTo>
                <a:lnTo>
                  <a:pt x="799714" y="3825471"/>
                </a:lnTo>
                <a:lnTo>
                  <a:pt x="799837" y="3824479"/>
                </a:lnTo>
                <a:lnTo>
                  <a:pt x="799944" y="3823477"/>
                </a:lnTo>
                <a:lnTo>
                  <a:pt x="800034" y="3822464"/>
                </a:lnTo>
                <a:lnTo>
                  <a:pt x="800108" y="3821441"/>
                </a:lnTo>
                <a:lnTo>
                  <a:pt x="800166" y="3820407"/>
                </a:lnTo>
                <a:lnTo>
                  <a:pt x="800207" y="3819363"/>
                </a:lnTo>
                <a:lnTo>
                  <a:pt x="800231" y="3818308"/>
                </a:lnTo>
                <a:lnTo>
                  <a:pt x="800240" y="3817243"/>
                </a:lnTo>
                <a:lnTo>
                  <a:pt x="800240" y="3814368"/>
                </a:lnTo>
                <a:lnTo>
                  <a:pt x="800231" y="3813317"/>
                </a:lnTo>
                <a:lnTo>
                  <a:pt x="800207" y="3812275"/>
                </a:lnTo>
                <a:lnTo>
                  <a:pt x="800166" y="3811243"/>
                </a:lnTo>
                <a:lnTo>
                  <a:pt x="800108" y="3810221"/>
                </a:lnTo>
                <a:lnTo>
                  <a:pt x="800034" y="3809210"/>
                </a:lnTo>
                <a:lnTo>
                  <a:pt x="799944" y="3808208"/>
                </a:lnTo>
                <a:lnTo>
                  <a:pt x="799837" y="3807216"/>
                </a:lnTo>
                <a:lnTo>
                  <a:pt x="799714" y="3806234"/>
                </a:lnTo>
                <a:lnTo>
                  <a:pt x="799574" y="3805262"/>
                </a:lnTo>
                <a:lnTo>
                  <a:pt x="799418" y="3804301"/>
                </a:lnTo>
                <a:lnTo>
                  <a:pt x="799245" y="3803349"/>
                </a:lnTo>
                <a:lnTo>
                  <a:pt x="799056" y="3802407"/>
                </a:lnTo>
                <a:lnTo>
                  <a:pt x="798851" y="3801475"/>
                </a:lnTo>
                <a:lnTo>
                  <a:pt x="798629" y="3800553"/>
                </a:lnTo>
                <a:lnTo>
                  <a:pt x="798391" y="3799641"/>
                </a:lnTo>
                <a:lnTo>
                  <a:pt x="798136" y="3798739"/>
                </a:lnTo>
                <a:lnTo>
                  <a:pt x="797865" y="3797847"/>
                </a:lnTo>
                <a:lnTo>
                  <a:pt x="797577" y="3796965"/>
                </a:lnTo>
                <a:lnTo>
                  <a:pt x="797273" y="3796093"/>
                </a:lnTo>
                <a:lnTo>
                  <a:pt x="796952" y="3795231"/>
                </a:lnTo>
                <a:lnTo>
                  <a:pt x="796615" y="3794379"/>
                </a:lnTo>
                <a:lnTo>
                  <a:pt x="796262" y="3793537"/>
                </a:lnTo>
                <a:lnTo>
                  <a:pt x="795892" y="3792705"/>
                </a:lnTo>
                <a:lnTo>
                  <a:pt x="795506" y="3791882"/>
                </a:lnTo>
                <a:lnTo>
                  <a:pt x="795104" y="3791073"/>
                </a:lnTo>
                <a:lnTo>
                  <a:pt x="794688" y="3790277"/>
                </a:lnTo>
                <a:lnTo>
                  <a:pt x="794256" y="3789497"/>
                </a:lnTo>
                <a:lnTo>
                  <a:pt x="793810" y="3788731"/>
                </a:lnTo>
                <a:lnTo>
                  <a:pt x="793350" y="3787980"/>
                </a:lnTo>
                <a:lnTo>
                  <a:pt x="792875" y="3787244"/>
                </a:lnTo>
                <a:lnTo>
                  <a:pt x="792385" y="3786522"/>
                </a:lnTo>
                <a:lnTo>
                  <a:pt x="791880" y="3785815"/>
                </a:lnTo>
                <a:lnTo>
                  <a:pt x="791361" y="3785122"/>
                </a:lnTo>
                <a:lnTo>
                  <a:pt x="790827" y="3784445"/>
                </a:lnTo>
                <a:lnTo>
                  <a:pt x="790279" y="3783782"/>
                </a:lnTo>
                <a:lnTo>
                  <a:pt x="789715" y="3783133"/>
                </a:lnTo>
                <a:lnTo>
                  <a:pt x="789137" y="3782499"/>
                </a:lnTo>
                <a:lnTo>
                  <a:pt x="788545" y="3781880"/>
                </a:lnTo>
                <a:lnTo>
                  <a:pt x="787937" y="3781276"/>
                </a:lnTo>
                <a:lnTo>
                  <a:pt x="787315" y="3780686"/>
                </a:lnTo>
                <a:lnTo>
                  <a:pt x="786679" y="3780111"/>
                </a:lnTo>
                <a:lnTo>
                  <a:pt x="786028" y="3779551"/>
                </a:lnTo>
                <a:lnTo>
                  <a:pt x="785362" y="3779005"/>
                </a:lnTo>
                <a:lnTo>
                  <a:pt x="784681" y="3778474"/>
                </a:lnTo>
                <a:lnTo>
                  <a:pt x="783985" y="3777958"/>
                </a:lnTo>
                <a:lnTo>
                  <a:pt x="783275" y="3777456"/>
                </a:lnTo>
                <a:lnTo>
                  <a:pt x="782551" y="3776970"/>
                </a:lnTo>
                <a:lnTo>
                  <a:pt x="781811" y="3776497"/>
                </a:lnTo>
                <a:lnTo>
                  <a:pt x="781058" y="3776042"/>
                </a:lnTo>
                <a:lnTo>
                  <a:pt x="780292" y="3775606"/>
                </a:lnTo>
                <a:lnTo>
                  <a:pt x="779513" y="3775190"/>
                </a:lnTo>
                <a:lnTo>
                  <a:pt x="778721" y="3774792"/>
                </a:lnTo>
                <a:lnTo>
                  <a:pt x="777916" y="3774415"/>
                </a:lnTo>
                <a:lnTo>
                  <a:pt x="777099" y="3774056"/>
                </a:lnTo>
                <a:lnTo>
                  <a:pt x="776268" y="3773717"/>
                </a:lnTo>
                <a:lnTo>
                  <a:pt x="775424" y="3773398"/>
                </a:lnTo>
                <a:lnTo>
                  <a:pt x="774568" y="3773097"/>
                </a:lnTo>
                <a:lnTo>
                  <a:pt x="773699" y="3772817"/>
                </a:lnTo>
                <a:lnTo>
                  <a:pt x="772816" y="3772555"/>
                </a:lnTo>
                <a:lnTo>
                  <a:pt x="771921" y="3772313"/>
                </a:lnTo>
                <a:lnTo>
                  <a:pt x="771013" y="3772090"/>
                </a:lnTo>
                <a:lnTo>
                  <a:pt x="770092" y="3771887"/>
                </a:lnTo>
                <a:lnTo>
                  <a:pt x="769158" y="3771703"/>
                </a:lnTo>
                <a:lnTo>
                  <a:pt x="768211" y="3771538"/>
                </a:lnTo>
                <a:lnTo>
                  <a:pt x="767251" y="3771393"/>
                </a:lnTo>
                <a:lnTo>
                  <a:pt x="766278" y="3771267"/>
                </a:lnTo>
                <a:lnTo>
                  <a:pt x="765293" y="3771160"/>
                </a:lnTo>
                <a:lnTo>
                  <a:pt x="764294" y="3771073"/>
                </a:lnTo>
                <a:lnTo>
                  <a:pt x="763283" y="3771005"/>
                </a:lnTo>
                <a:lnTo>
                  <a:pt x="762258" y="3770957"/>
                </a:lnTo>
                <a:lnTo>
                  <a:pt x="761221" y="3770928"/>
                </a:lnTo>
                <a:lnTo>
                  <a:pt x="760171" y="3770918"/>
                </a:lnTo>
                <a:lnTo>
                  <a:pt x="759148" y="3770928"/>
                </a:lnTo>
                <a:lnTo>
                  <a:pt x="758137" y="3770957"/>
                </a:lnTo>
                <a:lnTo>
                  <a:pt x="757138" y="3771005"/>
                </a:lnTo>
                <a:lnTo>
                  <a:pt x="756151" y="3771073"/>
                </a:lnTo>
                <a:lnTo>
                  <a:pt x="755175" y="3771160"/>
                </a:lnTo>
                <a:lnTo>
                  <a:pt x="754211" y="3771267"/>
                </a:lnTo>
                <a:lnTo>
                  <a:pt x="753259" y="3771393"/>
                </a:lnTo>
                <a:lnTo>
                  <a:pt x="752319" y="3771538"/>
                </a:lnTo>
                <a:lnTo>
                  <a:pt x="751390" y="3771703"/>
                </a:lnTo>
                <a:lnTo>
                  <a:pt x="750473" y="3771887"/>
                </a:lnTo>
                <a:lnTo>
                  <a:pt x="749568" y="3772090"/>
                </a:lnTo>
                <a:lnTo>
                  <a:pt x="748674" y="3772313"/>
                </a:lnTo>
                <a:lnTo>
                  <a:pt x="747793" y="3772555"/>
                </a:lnTo>
                <a:lnTo>
                  <a:pt x="746923" y="3772817"/>
                </a:lnTo>
                <a:lnTo>
                  <a:pt x="746064" y="3773097"/>
                </a:lnTo>
                <a:lnTo>
                  <a:pt x="745218" y="3773398"/>
                </a:lnTo>
                <a:lnTo>
                  <a:pt x="744383" y="3773717"/>
                </a:lnTo>
                <a:lnTo>
                  <a:pt x="743560" y="3774056"/>
                </a:lnTo>
                <a:lnTo>
                  <a:pt x="742749" y="3774415"/>
                </a:lnTo>
                <a:lnTo>
                  <a:pt x="741949" y="3774792"/>
                </a:lnTo>
                <a:lnTo>
                  <a:pt x="741161" y="3775190"/>
                </a:lnTo>
                <a:lnTo>
                  <a:pt x="740385" y="3775606"/>
                </a:lnTo>
                <a:lnTo>
                  <a:pt x="739621" y="3776042"/>
                </a:lnTo>
                <a:lnTo>
                  <a:pt x="738868" y="3776497"/>
                </a:lnTo>
                <a:lnTo>
                  <a:pt x="738129" y="3776956"/>
                </a:lnTo>
                <a:lnTo>
                  <a:pt x="737404" y="3777429"/>
                </a:lnTo>
                <a:lnTo>
                  <a:pt x="736694" y="3777918"/>
                </a:lnTo>
                <a:lnTo>
                  <a:pt x="735999" y="3778423"/>
                </a:lnTo>
                <a:lnTo>
                  <a:pt x="735318" y="3778942"/>
                </a:lnTo>
                <a:lnTo>
                  <a:pt x="734652" y="3779477"/>
                </a:lnTo>
                <a:lnTo>
                  <a:pt x="734001" y="3780027"/>
                </a:lnTo>
                <a:lnTo>
                  <a:pt x="733364" y="3780592"/>
                </a:lnTo>
                <a:lnTo>
                  <a:pt x="732742" y="3781173"/>
                </a:lnTo>
                <a:lnTo>
                  <a:pt x="732135" y="3781769"/>
                </a:lnTo>
                <a:lnTo>
                  <a:pt x="731542" y="3782380"/>
                </a:lnTo>
                <a:lnTo>
                  <a:pt x="730964" y="3783006"/>
                </a:lnTo>
                <a:lnTo>
                  <a:pt x="730401" y="3783648"/>
                </a:lnTo>
                <a:lnTo>
                  <a:pt x="729853" y="3784305"/>
                </a:lnTo>
                <a:lnTo>
                  <a:pt x="729319" y="3784977"/>
                </a:lnTo>
                <a:lnTo>
                  <a:pt x="728799" y="3785664"/>
                </a:lnTo>
                <a:lnTo>
                  <a:pt x="728295" y="3786367"/>
                </a:lnTo>
                <a:lnTo>
                  <a:pt x="727805" y="3787085"/>
                </a:lnTo>
                <a:lnTo>
                  <a:pt x="727330" y="3787818"/>
                </a:lnTo>
                <a:lnTo>
                  <a:pt x="726869" y="3788567"/>
                </a:lnTo>
                <a:lnTo>
                  <a:pt x="726423" y="3789330"/>
                </a:lnTo>
                <a:lnTo>
                  <a:pt x="725992" y="3790109"/>
                </a:lnTo>
                <a:lnTo>
                  <a:pt x="725576" y="3790904"/>
                </a:lnTo>
                <a:lnTo>
                  <a:pt x="725174" y="3791713"/>
                </a:lnTo>
                <a:lnTo>
                  <a:pt x="724788" y="3792536"/>
                </a:lnTo>
                <a:lnTo>
                  <a:pt x="724418" y="3793369"/>
                </a:lnTo>
                <a:lnTo>
                  <a:pt x="724064" y="3794212"/>
                </a:lnTo>
                <a:lnTo>
                  <a:pt x="723727" y="3795066"/>
                </a:lnTo>
                <a:lnTo>
                  <a:pt x="723407" y="3795931"/>
                </a:lnTo>
                <a:lnTo>
                  <a:pt x="723103" y="3796806"/>
                </a:lnTo>
                <a:lnTo>
                  <a:pt x="722815" y="3797692"/>
                </a:lnTo>
                <a:lnTo>
                  <a:pt x="722544" y="3798589"/>
                </a:lnTo>
                <a:lnTo>
                  <a:pt x="722289" y="3799496"/>
                </a:lnTo>
                <a:lnTo>
                  <a:pt x="722051" y="3800413"/>
                </a:lnTo>
                <a:lnTo>
                  <a:pt x="721829" y="3801341"/>
                </a:lnTo>
                <a:lnTo>
                  <a:pt x="721624" y="3802280"/>
                </a:lnTo>
                <a:lnTo>
                  <a:pt x="721434" y="3803229"/>
                </a:lnTo>
                <a:lnTo>
                  <a:pt x="721262" y="3804189"/>
                </a:lnTo>
                <a:lnTo>
                  <a:pt x="721106" y="3805159"/>
                </a:lnTo>
                <a:lnTo>
                  <a:pt x="720966" y="3806140"/>
                </a:lnTo>
                <a:lnTo>
                  <a:pt x="720843" y="3807132"/>
                </a:lnTo>
                <a:lnTo>
                  <a:pt x="720736" y="3808134"/>
                </a:lnTo>
                <a:lnTo>
                  <a:pt x="720646" y="3809147"/>
                </a:lnTo>
                <a:lnTo>
                  <a:pt x="720572" y="3810170"/>
                </a:lnTo>
                <a:lnTo>
                  <a:pt x="720514" y="3811204"/>
                </a:lnTo>
                <a:lnTo>
                  <a:pt x="720473" y="3812248"/>
                </a:lnTo>
                <a:lnTo>
                  <a:pt x="720448" y="3813303"/>
                </a:lnTo>
                <a:lnTo>
                  <a:pt x="720440" y="3814368"/>
                </a:lnTo>
                <a:lnTo>
                  <a:pt x="720440" y="3817243"/>
                </a:lnTo>
                <a:lnTo>
                  <a:pt x="720448" y="3818281"/>
                </a:lnTo>
                <a:lnTo>
                  <a:pt x="720473" y="3819310"/>
                </a:lnTo>
                <a:lnTo>
                  <a:pt x="720514" y="3820331"/>
                </a:lnTo>
                <a:lnTo>
                  <a:pt x="720572" y="3821342"/>
                </a:lnTo>
                <a:lnTo>
                  <a:pt x="720646" y="3822345"/>
                </a:lnTo>
                <a:lnTo>
                  <a:pt x="720736" y="3823340"/>
                </a:lnTo>
                <a:lnTo>
                  <a:pt x="720843" y="3824325"/>
                </a:lnTo>
                <a:lnTo>
                  <a:pt x="720966" y="3825301"/>
                </a:lnTo>
                <a:lnTo>
                  <a:pt x="721106" y="3826269"/>
                </a:lnTo>
                <a:lnTo>
                  <a:pt x="721262" y="3827228"/>
                </a:lnTo>
                <a:lnTo>
                  <a:pt x="721434" y="3828178"/>
                </a:lnTo>
                <a:lnTo>
                  <a:pt x="721624" y="3829120"/>
                </a:lnTo>
                <a:lnTo>
                  <a:pt x="721829" y="3830052"/>
                </a:lnTo>
                <a:lnTo>
                  <a:pt x="722051" y="3830976"/>
                </a:lnTo>
                <a:lnTo>
                  <a:pt x="722289" y="3831891"/>
                </a:lnTo>
                <a:lnTo>
                  <a:pt x="722544" y="3832797"/>
                </a:lnTo>
                <a:lnTo>
                  <a:pt x="722815" y="3833694"/>
                </a:lnTo>
                <a:lnTo>
                  <a:pt x="723103" y="3834583"/>
                </a:lnTo>
                <a:lnTo>
                  <a:pt x="723407" y="3835462"/>
                </a:lnTo>
                <a:lnTo>
                  <a:pt x="723727" y="3836333"/>
                </a:lnTo>
                <a:lnTo>
                  <a:pt x="724064" y="3837195"/>
                </a:lnTo>
                <a:lnTo>
                  <a:pt x="724418" y="3838048"/>
                </a:lnTo>
                <a:lnTo>
                  <a:pt x="724788" y="3838893"/>
                </a:lnTo>
                <a:lnTo>
                  <a:pt x="725174" y="3839729"/>
                </a:lnTo>
                <a:lnTo>
                  <a:pt x="725576" y="3840538"/>
                </a:lnTo>
                <a:lnTo>
                  <a:pt x="725992" y="3841333"/>
                </a:lnTo>
                <a:lnTo>
                  <a:pt x="726423" y="3842114"/>
                </a:lnTo>
                <a:lnTo>
                  <a:pt x="726869" y="3842880"/>
                </a:lnTo>
                <a:lnTo>
                  <a:pt x="727330" y="3843631"/>
                </a:lnTo>
                <a:lnTo>
                  <a:pt x="727805" y="3844367"/>
                </a:lnTo>
                <a:lnTo>
                  <a:pt x="728295" y="3845089"/>
                </a:lnTo>
                <a:lnTo>
                  <a:pt x="728799" y="3845796"/>
                </a:lnTo>
                <a:lnTo>
                  <a:pt x="729319" y="3846488"/>
                </a:lnTo>
                <a:lnTo>
                  <a:pt x="729853" y="3847166"/>
                </a:lnTo>
                <a:lnTo>
                  <a:pt x="730401" y="3847829"/>
                </a:lnTo>
                <a:lnTo>
                  <a:pt x="730964" y="3848478"/>
                </a:lnTo>
                <a:lnTo>
                  <a:pt x="731542" y="3849111"/>
                </a:lnTo>
                <a:lnTo>
                  <a:pt x="732135" y="3849730"/>
                </a:lnTo>
                <a:lnTo>
                  <a:pt x="732742" y="3850335"/>
                </a:lnTo>
                <a:lnTo>
                  <a:pt x="733364" y="3850924"/>
                </a:lnTo>
                <a:lnTo>
                  <a:pt x="734001" y="3851499"/>
                </a:lnTo>
                <a:lnTo>
                  <a:pt x="734652" y="3852060"/>
                </a:lnTo>
                <a:lnTo>
                  <a:pt x="735318" y="3852605"/>
                </a:lnTo>
                <a:lnTo>
                  <a:pt x="735999" y="3853136"/>
                </a:lnTo>
                <a:lnTo>
                  <a:pt x="736694" y="3853653"/>
                </a:lnTo>
                <a:lnTo>
                  <a:pt x="737404" y="3854154"/>
                </a:lnTo>
                <a:lnTo>
                  <a:pt x="738129" y="3854641"/>
                </a:lnTo>
                <a:lnTo>
                  <a:pt x="738868" y="3855113"/>
                </a:lnTo>
                <a:lnTo>
                  <a:pt x="739621" y="3855569"/>
                </a:lnTo>
                <a:lnTo>
                  <a:pt x="740386" y="3856005"/>
                </a:lnTo>
                <a:lnTo>
                  <a:pt x="741164" y="3856421"/>
                </a:lnTo>
                <a:lnTo>
                  <a:pt x="741954" y="3856818"/>
                </a:lnTo>
                <a:lnTo>
                  <a:pt x="742756" y="3857196"/>
                </a:lnTo>
                <a:lnTo>
                  <a:pt x="743571" y="3857554"/>
                </a:lnTo>
                <a:lnTo>
                  <a:pt x="744397" y="3857893"/>
                </a:lnTo>
                <a:lnTo>
                  <a:pt x="745237" y="3858213"/>
                </a:lnTo>
                <a:lnTo>
                  <a:pt x="746088" y="3858513"/>
                </a:lnTo>
                <a:lnTo>
                  <a:pt x="746952" y="3858794"/>
                </a:lnTo>
                <a:lnTo>
                  <a:pt x="747828" y="3859056"/>
                </a:lnTo>
                <a:lnTo>
                  <a:pt x="748716" y="3859298"/>
                </a:lnTo>
                <a:lnTo>
                  <a:pt x="749617" y="3859521"/>
                </a:lnTo>
                <a:lnTo>
                  <a:pt x="750530" y="3859724"/>
                </a:lnTo>
                <a:lnTo>
                  <a:pt x="751456" y="3859908"/>
                </a:lnTo>
                <a:lnTo>
                  <a:pt x="752394" y="3860073"/>
                </a:lnTo>
                <a:lnTo>
                  <a:pt x="753344" y="3860218"/>
                </a:lnTo>
                <a:lnTo>
                  <a:pt x="754306" y="3860344"/>
                </a:lnTo>
                <a:lnTo>
                  <a:pt x="755281" y="3860451"/>
                </a:lnTo>
                <a:lnTo>
                  <a:pt x="756268" y="3860538"/>
                </a:lnTo>
                <a:lnTo>
                  <a:pt x="757268" y="3860606"/>
                </a:lnTo>
                <a:lnTo>
                  <a:pt x="758279" y="3860654"/>
                </a:lnTo>
                <a:lnTo>
                  <a:pt x="759303" y="3860683"/>
                </a:lnTo>
                <a:lnTo>
                  <a:pt x="760340" y="3860693"/>
                </a:lnTo>
                <a:lnTo>
                  <a:pt x="761376" y="3860683"/>
                </a:lnTo>
                <a:lnTo>
                  <a:pt x="762400" y="3860655"/>
                </a:lnTo>
                <a:lnTo>
                  <a:pt x="763412" y="3860608"/>
                </a:lnTo>
                <a:lnTo>
                  <a:pt x="764412" y="3860542"/>
                </a:lnTo>
                <a:lnTo>
                  <a:pt x="765399" y="3860458"/>
                </a:lnTo>
                <a:lnTo>
                  <a:pt x="766373" y="3860355"/>
                </a:lnTo>
                <a:lnTo>
                  <a:pt x="767336" y="3860232"/>
                </a:lnTo>
                <a:lnTo>
                  <a:pt x="768286" y="3860092"/>
                </a:lnTo>
                <a:close/>
                <a:moveTo>
                  <a:pt x="754272" y="3847900"/>
                </a:moveTo>
                <a:lnTo>
                  <a:pt x="753564" y="3847690"/>
                </a:lnTo>
                <a:lnTo>
                  <a:pt x="752867" y="3847456"/>
                </a:lnTo>
                <a:lnTo>
                  <a:pt x="752181" y="3847197"/>
                </a:lnTo>
                <a:lnTo>
                  <a:pt x="751506" y="3846914"/>
                </a:lnTo>
                <a:lnTo>
                  <a:pt x="750842" y="3846606"/>
                </a:lnTo>
                <a:lnTo>
                  <a:pt x="750190" y="3846273"/>
                </a:lnTo>
                <a:lnTo>
                  <a:pt x="749549" y="3845915"/>
                </a:lnTo>
                <a:lnTo>
                  <a:pt x="748918" y="3845533"/>
                </a:lnTo>
                <a:lnTo>
                  <a:pt x="748299" y="3845126"/>
                </a:lnTo>
                <a:lnTo>
                  <a:pt x="747691" y="3844695"/>
                </a:lnTo>
                <a:lnTo>
                  <a:pt x="747095" y="3844239"/>
                </a:lnTo>
                <a:lnTo>
                  <a:pt x="746509" y="3843758"/>
                </a:lnTo>
                <a:lnTo>
                  <a:pt x="745935" y="3843252"/>
                </a:lnTo>
                <a:lnTo>
                  <a:pt x="745372" y="3842722"/>
                </a:lnTo>
                <a:lnTo>
                  <a:pt x="744819" y="3842168"/>
                </a:lnTo>
                <a:lnTo>
                  <a:pt x="744278" y="3841588"/>
                </a:lnTo>
                <a:lnTo>
                  <a:pt x="743768" y="3840973"/>
                </a:lnTo>
                <a:lnTo>
                  <a:pt x="743279" y="3840338"/>
                </a:lnTo>
                <a:lnTo>
                  <a:pt x="742812" y="3839684"/>
                </a:lnTo>
                <a:lnTo>
                  <a:pt x="742367" y="3839010"/>
                </a:lnTo>
                <a:lnTo>
                  <a:pt x="741944" y="3838317"/>
                </a:lnTo>
                <a:lnTo>
                  <a:pt x="741542" y="3837605"/>
                </a:lnTo>
                <a:lnTo>
                  <a:pt x="741162" y="3836873"/>
                </a:lnTo>
                <a:lnTo>
                  <a:pt x="740803" y="3836122"/>
                </a:lnTo>
                <a:lnTo>
                  <a:pt x="740467" y="3835351"/>
                </a:lnTo>
                <a:lnTo>
                  <a:pt x="740152" y="3834561"/>
                </a:lnTo>
                <a:lnTo>
                  <a:pt x="739858" y="3833752"/>
                </a:lnTo>
                <a:lnTo>
                  <a:pt x="739587" y="3832924"/>
                </a:lnTo>
                <a:lnTo>
                  <a:pt x="739337" y="3832076"/>
                </a:lnTo>
                <a:lnTo>
                  <a:pt x="739109" y="3831208"/>
                </a:lnTo>
                <a:lnTo>
                  <a:pt x="738903" y="3830322"/>
                </a:lnTo>
                <a:lnTo>
                  <a:pt x="738718" y="3829415"/>
                </a:lnTo>
                <a:lnTo>
                  <a:pt x="738555" y="3828490"/>
                </a:lnTo>
                <a:lnTo>
                  <a:pt x="738414" y="3827545"/>
                </a:lnTo>
                <a:lnTo>
                  <a:pt x="738295" y="3826581"/>
                </a:lnTo>
                <a:lnTo>
                  <a:pt x="738197" y="3825597"/>
                </a:lnTo>
                <a:lnTo>
                  <a:pt x="738121" y="3824594"/>
                </a:lnTo>
                <a:lnTo>
                  <a:pt x="738066" y="3823572"/>
                </a:lnTo>
                <a:lnTo>
                  <a:pt x="738034" y="3822530"/>
                </a:lnTo>
                <a:lnTo>
                  <a:pt x="738023" y="3821469"/>
                </a:lnTo>
                <a:lnTo>
                  <a:pt x="738023" y="3810142"/>
                </a:lnTo>
                <a:lnTo>
                  <a:pt x="738034" y="3809081"/>
                </a:lnTo>
                <a:lnTo>
                  <a:pt x="738066" y="3808040"/>
                </a:lnTo>
                <a:lnTo>
                  <a:pt x="738121" y="3807019"/>
                </a:lnTo>
                <a:lnTo>
                  <a:pt x="738197" y="3806018"/>
                </a:lnTo>
                <a:lnTo>
                  <a:pt x="738295" y="3805037"/>
                </a:lnTo>
                <a:lnTo>
                  <a:pt x="738414" y="3804076"/>
                </a:lnTo>
                <a:lnTo>
                  <a:pt x="738555" y="3803135"/>
                </a:lnTo>
                <a:lnTo>
                  <a:pt x="738718" y="3802214"/>
                </a:lnTo>
                <a:lnTo>
                  <a:pt x="738903" y="3801313"/>
                </a:lnTo>
                <a:lnTo>
                  <a:pt x="739109" y="3800432"/>
                </a:lnTo>
                <a:lnTo>
                  <a:pt x="739337" y="3799571"/>
                </a:lnTo>
                <a:lnTo>
                  <a:pt x="739587" y="3798730"/>
                </a:lnTo>
                <a:lnTo>
                  <a:pt x="739858" y="3797908"/>
                </a:lnTo>
                <a:lnTo>
                  <a:pt x="740152" y="3797107"/>
                </a:lnTo>
                <a:lnTo>
                  <a:pt x="740467" y="3796326"/>
                </a:lnTo>
                <a:lnTo>
                  <a:pt x="740803" y="3795564"/>
                </a:lnTo>
                <a:lnTo>
                  <a:pt x="741162" y="3794823"/>
                </a:lnTo>
                <a:lnTo>
                  <a:pt x="741542" y="3794101"/>
                </a:lnTo>
                <a:lnTo>
                  <a:pt x="741944" y="3793400"/>
                </a:lnTo>
                <a:lnTo>
                  <a:pt x="742367" y="3792718"/>
                </a:lnTo>
                <a:lnTo>
                  <a:pt x="742812" y="3792057"/>
                </a:lnTo>
                <a:lnTo>
                  <a:pt x="743279" y="3791415"/>
                </a:lnTo>
                <a:lnTo>
                  <a:pt x="743768" y="3790793"/>
                </a:lnTo>
                <a:lnTo>
                  <a:pt x="744278" y="3790192"/>
                </a:lnTo>
                <a:lnTo>
                  <a:pt x="744819" y="3789599"/>
                </a:lnTo>
                <a:lnTo>
                  <a:pt x="745372" y="3789031"/>
                </a:lnTo>
                <a:lnTo>
                  <a:pt x="745935" y="3788488"/>
                </a:lnTo>
                <a:lnTo>
                  <a:pt x="746509" y="3787970"/>
                </a:lnTo>
                <a:lnTo>
                  <a:pt x="747095" y="3787478"/>
                </a:lnTo>
                <a:lnTo>
                  <a:pt x="747691" y="3787011"/>
                </a:lnTo>
                <a:lnTo>
                  <a:pt x="748299" y="3786569"/>
                </a:lnTo>
                <a:lnTo>
                  <a:pt x="748918" y="3786153"/>
                </a:lnTo>
                <a:lnTo>
                  <a:pt x="749549" y="3785762"/>
                </a:lnTo>
                <a:lnTo>
                  <a:pt x="750190" y="3785396"/>
                </a:lnTo>
                <a:lnTo>
                  <a:pt x="750842" y="3785055"/>
                </a:lnTo>
                <a:lnTo>
                  <a:pt x="751506" y="3784739"/>
                </a:lnTo>
                <a:lnTo>
                  <a:pt x="752181" y="3784449"/>
                </a:lnTo>
                <a:lnTo>
                  <a:pt x="752867" y="3784184"/>
                </a:lnTo>
                <a:lnTo>
                  <a:pt x="753564" y="3783944"/>
                </a:lnTo>
                <a:lnTo>
                  <a:pt x="754272" y="3783730"/>
                </a:lnTo>
                <a:lnTo>
                  <a:pt x="754992" y="3783540"/>
                </a:lnTo>
                <a:lnTo>
                  <a:pt x="755722" y="3783376"/>
                </a:lnTo>
                <a:lnTo>
                  <a:pt x="756464" y="3783237"/>
                </a:lnTo>
                <a:lnTo>
                  <a:pt x="757217" y="3783124"/>
                </a:lnTo>
                <a:lnTo>
                  <a:pt x="757981" y="3783036"/>
                </a:lnTo>
                <a:lnTo>
                  <a:pt x="758756" y="3782972"/>
                </a:lnTo>
                <a:lnTo>
                  <a:pt x="759542" y="3782935"/>
                </a:lnTo>
                <a:lnTo>
                  <a:pt x="760340" y="3782922"/>
                </a:lnTo>
                <a:lnTo>
                  <a:pt x="761151" y="3782935"/>
                </a:lnTo>
                <a:lnTo>
                  <a:pt x="761949" y="3782972"/>
                </a:lnTo>
                <a:lnTo>
                  <a:pt x="762736" y="3783036"/>
                </a:lnTo>
                <a:lnTo>
                  <a:pt x="763510" y="3783124"/>
                </a:lnTo>
                <a:lnTo>
                  <a:pt x="764272" y="3783237"/>
                </a:lnTo>
                <a:lnTo>
                  <a:pt x="765021" y="3783376"/>
                </a:lnTo>
                <a:lnTo>
                  <a:pt x="765758" y="3783540"/>
                </a:lnTo>
                <a:lnTo>
                  <a:pt x="766483" y="3783730"/>
                </a:lnTo>
                <a:lnTo>
                  <a:pt x="767195" y="3783944"/>
                </a:lnTo>
                <a:lnTo>
                  <a:pt x="767895" y="3784184"/>
                </a:lnTo>
                <a:lnTo>
                  <a:pt x="768583" y="3784449"/>
                </a:lnTo>
                <a:lnTo>
                  <a:pt x="769258" y="3784739"/>
                </a:lnTo>
                <a:lnTo>
                  <a:pt x="769921" y="3785055"/>
                </a:lnTo>
                <a:lnTo>
                  <a:pt x="770572" y="3785396"/>
                </a:lnTo>
                <a:lnTo>
                  <a:pt x="771210" y="3785762"/>
                </a:lnTo>
                <a:lnTo>
                  <a:pt x="771836" y="3786153"/>
                </a:lnTo>
                <a:lnTo>
                  <a:pt x="772450" y="3786569"/>
                </a:lnTo>
                <a:lnTo>
                  <a:pt x="773052" y="3787011"/>
                </a:lnTo>
                <a:lnTo>
                  <a:pt x="773641" y="3787478"/>
                </a:lnTo>
                <a:lnTo>
                  <a:pt x="774217" y="3787970"/>
                </a:lnTo>
                <a:lnTo>
                  <a:pt x="774782" y="3788488"/>
                </a:lnTo>
                <a:lnTo>
                  <a:pt x="775334" y="3789031"/>
                </a:lnTo>
                <a:lnTo>
                  <a:pt x="775874" y="3789599"/>
                </a:lnTo>
                <a:lnTo>
                  <a:pt x="776401" y="3790192"/>
                </a:lnTo>
                <a:lnTo>
                  <a:pt x="776912" y="3790793"/>
                </a:lnTo>
                <a:lnTo>
                  <a:pt x="777400" y="3791415"/>
                </a:lnTo>
                <a:lnTo>
                  <a:pt x="777867" y="3792057"/>
                </a:lnTo>
                <a:lnTo>
                  <a:pt x="778313" y="3792718"/>
                </a:lnTo>
                <a:lnTo>
                  <a:pt x="778736" y="3793400"/>
                </a:lnTo>
                <a:lnTo>
                  <a:pt x="779138" y="3794101"/>
                </a:lnTo>
                <a:lnTo>
                  <a:pt x="779518" y="3794823"/>
                </a:lnTo>
                <a:lnTo>
                  <a:pt x="779876" y="3795564"/>
                </a:lnTo>
                <a:lnTo>
                  <a:pt x="780213" y="3796326"/>
                </a:lnTo>
                <a:lnTo>
                  <a:pt x="780528" y="3797107"/>
                </a:lnTo>
                <a:lnTo>
                  <a:pt x="780821" y="3797908"/>
                </a:lnTo>
                <a:lnTo>
                  <a:pt x="781093" y="3798730"/>
                </a:lnTo>
                <a:lnTo>
                  <a:pt x="781343" y="3799571"/>
                </a:lnTo>
                <a:lnTo>
                  <a:pt x="781571" y="3800432"/>
                </a:lnTo>
                <a:lnTo>
                  <a:pt x="781777" y="3801313"/>
                </a:lnTo>
                <a:lnTo>
                  <a:pt x="781962" y="3802214"/>
                </a:lnTo>
                <a:lnTo>
                  <a:pt x="782125" y="3803135"/>
                </a:lnTo>
                <a:lnTo>
                  <a:pt x="782266" y="3804076"/>
                </a:lnTo>
                <a:lnTo>
                  <a:pt x="782385" y="3805037"/>
                </a:lnTo>
                <a:lnTo>
                  <a:pt x="782483" y="3806018"/>
                </a:lnTo>
                <a:lnTo>
                  <a:pt x="782559" y="3807019"/>
                </a:lnTo>
                <a:lnTo>
                  <a:pt x="782613" y="3808040"/>
                </a:lnTo>
                <a:lnTo>
                  <a:pt x="782646" y="3809081"/>
                </a:lnTo>
                <a:lnTo>
                  <a:pt x="782657" y="3810142"/>
                </a:lnTo>
                <a:lnTo>
                  <a:pt x="782657" y="3821469"/>
                </a:lnTo>
                <a:lnTo>
                  <a:pt x="782646" y="3822530"/>
                </a:lnTo>
                <a:lnTo>
                  <a:pt x="782613" y="3823572"/>
                </a:lnTo>
                <a:lnTo>
                  <a:pt x="782559" y="3824594"/>
                </a:lnTo>
                <a:lnTo>
                  <a:pt x="782483" y="3825597"/>
                </a:lnTo>
                <a:lnTo>
                  <a:pt x="782385" y="3826581"/>
                </a:lnTo>
                <a:lnTo>
                  <a:pt x="782266" y="3827545"/>
                </a:lnTo>
                <a:lnTo>
                  <a:pt x="782125" y="3828490"/>
                </a:lnTo>
                <a:lnTo>
                  <a:pt x="781962" y="3829415"/>
                </a:lnTo>
                <a:lnTo>
                  <a:pt x="781777" y="3830322"/>
                </a:lnTo>
                <a:lnTo>
                  <a:pt x="781571" y="3831208"/>
                </a:lnTo>
                <a:lnTo>
                  <a:pt x="781343" y="3832076"/>
                </a:lnTo>
                <a:lnTo>
                  <a:pt x="781093" y="3832924"/>
                </a:lnTo>
                <a:lnTo>
                  <a:pt x="780821" y="3833752"/>
                </a:lnTo>
                <a:lnTo>
                  <a:pt x="780528" y="3834561"/>
                </a:lnTo>
                <a:lnTo>
                  <a:pt x="780213" y="3835351"/>
                </a:lnTo>
                <a:lnTo>
                  <a:pt x="779876" y="3836122"/>
                </a:lnTo>
                <a:lnTo>
                  <a:pt x="779518" y="3836873"/>
                </a:lnTo>
                <a:lnTo>
                  <a:pt x="779138" y="3837605"/>
                </a:lnTo>
                <a:lnTo>
                  <a:pt x="778736" y="3838317"/>
                </a:lnTo>
                <a:lnTo>
                  <a:pt x="778313" y="3839010"/>
                </a:lnTo>
                <a:lnTo>
                  <a:pt x="777867" y="3839684"/>
                </a:lnTo>
                <a:lnTo>
                  <a:pt x="777400" y="3840338"/>
                </a:lnTo>
                <a:lnTo>
                  <a:pt x="776912" y="3840973"/>
                </a:lnTo>
                <a:lnTo>
                  <a:pt x="776401" y="3841588"/>
                </a:lnTo>
                <a:lnTo>
                  <a:pt x="775874" y="3842168"/>
                </a:lnTo>
                <a:lnTo>
                  <a:pt x="775334" y="3842722"/>
                </a:lnTo>
                <a:lnTo>
                  <a:pt x="774782" y="3843252"/>
                </a:lnTo>
                <a:lnTo>
                  <a:pt x="774217" y="3843758"/>
                </a:lnTo>
                <a:lnTo>
                  <a:pt x="773641" y="3844239"/>
                </a:lnTo>
                <a:lnTo>
                  <a:pt x="773052" y="3844695"/>
                </a:lnTo>
                <a:lnTo>
                  <a:pt x="772450" y="3845126"/>
                </a:lnTo>
                <a:lnTo>
                  <a:pt x="771836" y="3845533"/>
                </a:lnTo>
                <a:lnTo>
                  <a:pt x="771210" y="3845915"/>
                </a:lnTo>
                <a:lnTo>
                  <a:pt x="770572" y="3846273"/>
                </a:lnTo>
                <a:lnTo>
                  <a:pt x="769921" y="3846606"/>
                </a:lnTo>
                <a:lnTo>
                  <a:pt x="769258" y="3846914"/>
                </a:lnTo>
                <a:lnTo>
                  <a:pt x="768583" y="3847197"/>
                </a:lnTo>
                <a:lnTo>
                  <a:pt x="767895" y="3847456"/>
                </a:lnTo>
                <a:lnTo>
                  <a:pt x="767195" y="3847690"/>
                </a:lnTo>
                <a:lnTo>
                  <a:pt x="766483" y="3847900"/>
                </a:lnTo>
                <a:lnTo>
                  <a:pt x="765758" y="3848085"/>
                </a:lnTo>
                <a:lnTo>
                  <a:pt x="765021" y="3848245"/>
                </a:lnTo>
                <a:lnTo>
                  <a:pt x="764272" y="3848381"/>
                </a:lnTo>
                <a:lnTo>
                  <a:pt x="763510" y="3848492"/>
                </a:lnTo>
                <a:lnTo>
                  <a:pt x="762736" y="3848578"/>
                </a:lnTo>
                <a:lnTo>
                  <a:pt x="761949" y="3848640"/>
                </a:lnTo>
                <a:lnTo>
                  <a:pt x="761151" y="3848677"/>
                </a:lnTo>
                <a:lnTo>
                  <a:pt x="760340" y="3848689"/>
                </a:lnTo>
                <a:lnTo>
                  <a:pt x="759542" y="3848677"/>
                </a:lnTo>
                <a:lnTo>
                  <a:pt x="758756" y="3848640"/>
                </a:lnTo>
                <a:lnTo>
                  <a:pt x="757981" y="3848578"/>
                </a:lnTo>
                <a:lnTo>
                  <a:pt x="757217" y="3848492"/>
                </a:lnTo>
                <a:lnTo>
                  <a:pt x="756464" y="3848381"/>
                </a:lnTo>
                <a:lnTo>
                  <a:pt x="755722" y="3848245"/>
                </a:lnTo>
                <a:lnTo>
                  <a:pt x="754992" y="3848085"/>
                </a:lnTo>
                <a:lnTo>
                  <a:pt x="754272" y="3847900"/>
                </a:lnTo>
                <a:close/>
                <a:moveTo>
                  <a:pt x="1261801" y="5748"/>
                </a:moveTo>
                <a:lnTo>
                  <a:pt x="1247261" y="5748"/>
                </a:lnTo>
                <a:lnTo>
                  <a:pt x="1247261" y="30601"/>
                </a:lnTo>
                <a:lnTo>
                  <a:pt x="1251150" y="52749"/>
                </a:lnTo>
                <a:lnTo>
                  <a:pt x="1257912" y="52749"/>
                </a:lnTo>
                <a:lnTo>
                  <a:pt x="1261801" y="30601"/>
                </a:lnTo>
                <a:lnTo>
                  <a:pt x="1261801" y="5748"/>
                </a:lnTo>
                <a:close/>
                <a:moveTo>
                  <a:pt x="873211" y="266734"/>
                </a:moveTo>
                <a:lnTo>
                  <a:pt x="873211" y="250504"/>
                </a:lnTo>
                <a:lnTo>
                  <a:pt x="857318" y="250504"/>
                </a:lnTo>
                <a:lnTo>
                  <a:pt x="857318" y="266734"/>
                </a:lnTo>
                <a:lnTo>
                  <a:pt x="873211" y="266734"/>
                </a:lnTo>
                <a:close/>
                <a:moveTo>
                  <a:pt x="1045347" y="316715"/>
                </a:moveTo>
                <a:lnTo>
                  <a:pt x="1045405" y="316161"/>
                </a:lnTo>
                <a:lnTo>
                  <a:pt x="1045471" y="315614"/>
                </a:lnTo>
                <a:lnTo>
                  <a:pt x="1045546" y="315072"/>
                </a:lnTo>
                <a:lnTo>
                  <a:pt x="1045629" y="314536"/>
                </a:lnTo>
                <a:lnTo>
                  <a:pt x="1045722" y="314006"/>
                </a:lnTo>
                <a:lnTo>
                  <a:pt x="1045823" y="313481"/>
                </a:lnTo>
                <a:lnTo>
                  <a:pt x="1045933" y="312963"/>
                </a:lnTo>
                <a:lnTo>
                  <a:pt x="1046052" y="312451"/>
                </a:lnTo>
                <a:lnTo>
                  <a:pt x="1046180" y="311944"/>
                </a:lnTo>
                <a:lnTo>
                  <a:pt x="1046316" y="311443"/>
                </a:lnTo>
                <a:lnTo>
                  <a:pt x="1046461" y="310948"/>
                </a:lnTo>
                <a:lnTo>
                  <a:pt x="1046615" y="310459"/>
                </a:lnTo>
                <a:lnTo>
                  <a:pt x="1046778" y="309976"/>
                </a:lnTo>
                <a:lnTo>
                  <a:pt x="1046950" y="309499"/>
                </a:lnTo>
                <a:lnTo>
                  <a:pt x="1047131" y="309028"/>
                </a:lnTo>
                <a:lnTo>
                  <a:pt x="1047320" y="308562"/>
                </a:lnTo>
                <a:lnTo>
                  <a:pt x="1047518" y="308102"/>
                </a:lnTo>
                <a:lnTo>
                  <a:pt x="1047725" y="307649"/>
                </a:lnTo>
                <a:lnTo>
                  <a:pt x="1047940" y="307188"/>
                </a:lnTo>
                <a:lnTo>
                  <a:pt x="1048162" y="306736"/>
                </a:lnTo>
                <a:lnTo>
                  <a:pt x="1048391" y="306294"/>
                </a:lnTo>
                <a:lnTo>
                  <a:pt x="1048627" y="305859"/>
                </a:lnTo>
                <a:lnTo>
                  <a:pt x="1048870" y="305434"/>
                </a:lnTo>
                <a:lnTo>
                  <a:pt x="1049120" y="305018"/>
                </a:lnTo>
                <a:lnTo>
                  <a:pt x="1049377" y="304610"/>
                </a:lnTo>
                <a:lnTo>
                  <a:pt x="1049641" y="304211"/>
                </a:lnTo>
                <a:lnTo>
                  <a:pt x="1049912" y="303821"/>
                </a:lnTo>
                <a:lnTo>
                  <a:pt x="1050191" y="303440"/>
                </a:lnTo>
                <a:lnTo>
                  <a:pt x="1050476" y="303067"/>
                </a:lnTo>
                <a:lnTo>
                  <a:pt x="1050768" y="302704"/>
                </a:lnTo>
                <a:lnTo>
                  <a:pt x="1051068" y="302349"/>
                </a:lnTo>
                <a:lnTo>
                  <a:pt x="1051374" y="302003"/>
                </a:lnTo>
                <a:lnTo>
                  <a:pt x="1051688" y="301665"/>
                </a:lnTo>
                <a:lnTo>
                  <a:pt x="1052008" y="301337"/>
                </a:lnTo>
                <a:lnTo>
                  <a:pt x="1052336" y="301017"/>
                </a:lnTo>
                <a:lnTo>
                  <a:pt x="1052670" y="300706"/>
                </a:lnTo>
                <a:lnTo>
                  <a:pt x="1053012" y="300404"/>
                </a:lnTo>
                <a:lnTo>
                  <a:pt x="1053361" y="300111"/>
                </a:lnTo>
                <a:lnTo>
                  <a:pt x="1053716" y="299827"/>
                </a:lnTo>
                <a:lnTo>
                  <a:pt x="1054079" y="299551"/>
                </a:lnTo>
                <a:lnTo>
                  <a:pt x="1054449" y="299284"/>
                </a:lnTo>
                <a:lnTo>
                  <a:pt x="1054826" y="299026"/>
                </a:lnTo>
                <a:lnTo>
                  <a:pt x="1055209" y="298764"/>
                </a:lnTo>
                <a:lnTo>
                  <a:pt x="1055598" y="298513"/>
                </a:lnTo>
                <a:lnTo>
                  <a:pt x="1055993" y="298273"/>
                </a:lnTo>
                <a:lnTo>
                  <a:pt x="1056394" y="298045"/>
                </a:lnTo>
                <a:lnTo>
                  <a:pt x="1056801" y="297827"/>
                </a:lnTo>
                <a:lnTo>
                  <a:pt x="1057214" y="297621"/>
                </a:lnTo>
                <a:lnTo>
                  <a:pt x="1057632" y="297426"/>
                </a:lnTo>
                <a:lnTo>
                  <a:pt x="1058057" y="297242"/>
                </a:lnTo>
                <a:lnTo>
                  <a:pt x="1058487" y="297069"/>
                </a:lnTo>
                <a:lnTo>
                  <a:pt x="1058923" y="296907"/>
                </a:lnTo>
                <a:lnTo>
                  <a:pt x="1059365" y="296756"/>
                </a:lnTo>
                <a:lnTo>
                  <a:pt x="1059813" y="296617"/>
                </a:lnTo>
                <a:lnTo>
                  <a:pt x="1060267" y="296489"/>
                </a:lnTo>
                <a:lnTo>
                  <a:pt x="1060727" y="296372"/>
                </a:lnTo>
                <a:lnTo>
                  <a:pt x="1061192" y="296266"/>
                </a:lnTo>
                <a:lnTo>
                  <a:pt x="1061664" y="296171"/>
                </a:lnTo>
                <a:lnTo>
                  <a:pt x="1062141" y="296087"/>
                </a:lnTo>
                <a:lnTo>
                  <a:pt x="1062624" y="296015"/>
                </a:lnTo>
                <a:lnTo>
                  <a:pt x="1063113" y="295953"/>
                </a:lnTo>
                <a:lnTo>
                  <a:pt x="1063608" y="295903"/>
                </a:lnTo>
                <a:lnTo>
                  <a:pt x="1064109" y="295864"/>
                </a:lnTo>
                <a:lnTo>
                  <a:pt x="1064615" y="295836"/>
                </a:lnTo>
                <a:lnTo>
                  <a:pt x="1065128" y="295820"/>
                </a:lnTo>
                <a:lnTo>
                  <a:pt x="1065646" y="295814"/>
                </a:lnTo>
                <a:lnTo>
                  <a:pt x="1066386" y="295824"/>
                </a:lnTo>
                <a:lnTo>
                  <a:pt x="1067111" y="295853"/>
                </a:lnTo>
                <a:lnTo>
                  <a:pt x="1067823" y="295901"/>
                </a:lnTo>
                <a:lnTo>
                  <a:pt x="1068520" y="295969"/>
                </a:lnTo>
                <a:lnTo>
                  <a:pt x="1069204" y="296056"/>
                </a:lnTo>
                <a:lnTo>
                  <a:pt x="1069873" y="296163"/>
                </a:lnTo>
                <a:lnTo>
                  <a:pt x="1070528" y="296289"/>
                </a:lnTo>
                <a:lnTo>
                  <a:pt x="1071169" y="296434"/>
                </a:lnTo>
                <a:lnTo>
                  <a:pt x="1071796" y="296599"/>
                </a:lnTo>
                <a:lnTo>
                  <a:pt x="1072409" y="296783"/>
                </a:lnTo>
                <a:lnTo>
                  <a:pt x="1073008" y="296986"/>
                </a:lnTo>
                <a:lnTo>
                  <a:pt x="1073592" y="297209"/>
                </a:lnTo>
                <a:lnTo>
                  <a:pt x="1074163" y="297451"/>
                </a:lnTo>
                <a:lnTo>
                  <a:pt x="1074719" y="297713"/>
                </a:lnTo>
                <a:lnTo>
                  <a:pt x="1075262" y="297993"/>
                </a:lnTo>
                <a:lnTo>
                  <a:pt x="1075790" y="298294"/>
                </a:lnTo>
                <a:lnTo>
                  <a:pt x="1076304" y="298613"/>
                </a:lnTo>
                <a:lnTo>
                  <a:pt x="1076804" y="298952"/>
                </a:lnTo>
                <a:lnTo>
                  <a:pt x="1077291" y="299311"/>
                </a:lnTo>
                <a:lnTo>
                  <a:pt x="1077763" y="299689"/>
                </a:lnTo>
                <a:lnTo>
                  <a:pt x="1078220" y="300086"/>
                </a:lnTo>
                <a:lnTo>
                  <a:pt x="1078664" y="300502"/>
                </a:lnTo>
                <a:lnTo>
                  <a:pt x="1079094" y="300938"/>
                </a:lnTo>
                <a:lnTo>
                  <a:pt x="1079510" y="301393"/>
                </a:lnTo>
                <a:lnTo>
                  <a:pt x="1079923" y="301870"/>
                </a:lnTo>
                <a:lnTo>
                  <a:pt x="1080320" y="302369"/>
                </a:lnTo>
                <a:lnTo>
                  <a:pt x="1080698" y="302891"/>
                </a:lnTo>
                <a:lnTo>
                  <a:pt x="1081059" y="303436"/>
                </a:lnTo>
                <a:lnTo>
                  <a:pt x="1081403" y="304004"/>
                </a:lnTo>
                <a:lnTo>
                  <a:pt x="1081729" y="304595"/>
                </a:lnTo>
                <a:lnTo>
                  <a:pt x="1082037" y="305209"/>
                </a:lnTo>
                <a:lnTo>
                  <a:pt x="1082327" y="305845"/>
                </a:lnTo>
                <a:lnTo>
                  <a:pt x="1082600" y="306505"/>
                </a:lnTo>
                <a:lnTo>
                  <a:pt x="1082856" y="307187"/>
                </a:lnTo>
                <a:lnTo>
                  <a:pt x="1083093" y="307893"/>
                </a:lnTo>
                <a:lnTo>
                  <a:pt x="1083314" y="308621"/>
                </a:lnTo>
                <a:lnTo>
                  <a:pt x="1083516" y="309372"/>
                </a:lnTo>
                <a:lnTo>
                  <a:pt x="1083701" y="310146"/>
                </a:lnTo>
                <a:lnTo>
                  <a:pt x="1083868" y="310943"/>
                </a:lnTo>
                <a:lnTo>
                  <a:pt x="1084018" y="311763"/>
                </a:lnTo>
                <a:lnTo>
                  <a:pt x="1084150" y="312605"/>
                </a:lnTo>
                <a:lnTo>
                  <a:pt x="1084265" y="313471"/>
                </a:lnTo>
                <a:lnTo>
                  <a:pt x="1084361" y="314359"/>
                </a:lnTo>
                <a:lnTo>
                  <a:pt x="1084441" y="315271"/>
                </a:lnTo>
                <a:lnTo>
                  <a:pt x="1084502" y="316205"/>
                </a:lnTo>
                <a:lnTo>
                  <a:pt x="1084546" y="317162"/>
                </a:lnTo>
                <a:lnTo>
                  <a:pt x="1084573" y="318142"/>
                </a:lnTo>
                <a:lnTo>
                  <a:pt x="1084582" y="319145"/>
                </a:lnTo>
                <a:lnTo>
                  <a:pt x="1084582" y="370880"/>
                </a:lnTo>
                <a:lnTo>
                  <a:pt x="1101488" y="370880"/>
                </a:lnTo>
                <a:lnTo>
                  <a:pt x="1101488" y="314242"/>
                </a:lnTo>
                <a:lnTo>
                  <a:pt x="1101474" y="312959"/>
                </a:lnTo>
                <a:lnTo>
                  <a:pt x="1101430" y="311703"/>
                </a:lnTo>
                <a:lnTo>
                  <a:pt x="1101356" y="310473"/>
                </a:lnTo>
                <a:lnTo>
                  <a:pt x="1101253" y="309269"/>
                </a:lnTo>
                <a:lnTo>
                  <a:pt x="1101121" y="308092"/>
                </a:lnTo>
                <a:lnTo>
                  <a:pt x="1100960" y="306941"/>
                </a:lnTo>
                <a:lnTo>
                  <a:pt x="1100769" y="305816"/>
                </a:lnTo>
                <a:lnTo>
                  <a:pt x="1100549" y="304718"/>
                </a:lnTo>
                <a:lnTo>
                  <a:pt x="1100300" y="303647"/>
                </a:lnTo>
                <a:lnTo>
                  <a:pt x="1100021" y="302601"/>
                </a:lnTo>
                <a:lnTo>
                  <a:pt x="1099713" y="301583"/>
                </a:lnTo>
                <a:lnTo>
                  <a:pt x="1099375" y="300590"/>
                </a:lnTo>
                <a:lnTo>
                  <a:pt x="1099008" y="299624"/>
                </a:lnTo>
                <a:lnTo>
                  <a:pt x="1098612" y="298685"/>
                </a:lnTo>
                <a:lnTo>
                  <a:pt x="1098186" y="297771"/>
                </a:lnTo>
                <a:lnTo>
                  <a:pt x="1097731" y="296885"/>
                </a:lnTo>
                <a:lnTo>
                  <a:pt x="1097247" y="296024"/>
                </a:lnTo>
                <a:lnTo>
                  <a:pt x="1096733" y="295191"/>
                </a:lnTo>
                <a:lnTo>
                  <a:pt x="1096190" y="294383"/>
                </a:lnTo>
                <a:lnTo>
                  <a:pt x="1095618" y="293602"/>
                </a:lnTo>
                <a:lnTo>
                  <a:pt x="1095016" y="292847"/>
                </a:lnTo>
                <a:lnTo>
                  <a:pt x="1094385" y="292119"/>
                </a:lnTo>
                <a:lnTo>
                  <a:pt x="1093725" y="291417"/>
                </a:lnTo>
                <a:lnTo>
                  <a:pt x="1093035" y="290742"/>
                </a:lnTo>
                <a:lnTo>
                  <a:pt x="1092321" y="290094"/>
                </a:lnTo>
                <a:lnTo>
                  <a:pt x="1091586" y="289473"/>
                </a:lnTo>
                <a:lnTo>
                  <a:pt x="1090832" y="288880"/>
                </a:lnTo>
                <a:lnTo>
                  <a:pt x="1090057" y="288314"/>
                </a:lnTo>
                <a:lnTo>
                  <a:pt x="1089263" y="287776"/>
                </a:lnTo>
                <a:lnTo>
                  <a:pt x="1088449" y="287266"/>
                </a:lnTo>
                <a:lnTo>
                  <a:pt x="1087615" y="286783"/>
                </a:lnTo>
                <a:lnTo>
                  <a:pt x="1086761" y="286328"/>
                </a:lnTo>
                <a:lnTo>
                  <a:pt x="1085887" y="285900"/>
                </a:lnTo>
                <a:lnTo>
                  <a:pt x="1084992" y="285500"/>
                </a:lnTo>
                <a:lnTo>
                  <a:pt x="1084078" y="285127"/>
                </a:lnTo>
                <a:lnTo>
                  <a:pt x="1083144" y="284783"/>
                </a:lnTo>
                <a:lnTo>
                  <a:pt x="1082191" y="284465"/>
                </a:lnTo>
                <a:lnTo>
                  <a:pt x="1081217" y="284176"/>
                </a:lnTo>
                <a:lnTo>
                  <a:pt x="1080223" y="283913"/>
                </a:lnTo>
                <a:lnTo>
                  <a:pt x="1079209" y="283679"/>
                </a:lnTo>
                <a:lnTo>
                  <a:pt x="1078175" y="283472"/>
                </a:lnTo>
                <a:lnTo>
                  <a:pt x="1077121" y="283293"/>
                </a:lnTo>
                <a:lnTo>
                  <a:pt x="1076048" y="283141"/>
                </a:lnTo>
                <a:lnTo>
                  <a:pt x="1074954" y="283017"/>
                </a:lnTo>
                <a:lnTo>
                  <a:pt x="1073841" y="282920"/>
                </a:lnTo>
                <a:lnTo>
                  <a:pt x="1072707" y="282851"/>
                </a:lnTo>
                <a:lnTo>
                  <a:pt x="1071553" y="282810"/>
                </a:lnTo>
                <a:lnTo>
                  <a:pt x="1070380" y="282796"/>
                </a:lnTo>
                <a:lnTo>
                  <a:pt x="1069664" y="282802"/>
                </a:lnTo>
                <a:lnTo>
                  <a:pt x="1068953" y="282819"/>
                </a:lnTo>
                <a:lnTo>
                  <a:pt x="1068248" y="282849"/>
                </a:lnTo>
                <a:lnTo>
                  <a:pt x="1067548" y="282890"/>
                </a:lnTo>
                <a:lnTo>
                  <a:pt x="1066853" y="282943"/>
                </a:lnTo>
                <a:lnTo>
                  <a:pt x="1066164" y="283007"/>
                </a:lnTo>
                <a:lnTo>
                  <a:pt x="1065480" y="283084"/>
                </a:lnTo>
                <a:lnTo>
                  <a:pt x="1064801" y="283172"/>
                </a:lnTo>
                <a:lnTo>
                  <a:pt x="1064127" y="283271"/>
                </a:lnTo>
                <a:lnTo>
                  <a:pt x="1063459" y="283383"/>
                </a:lnTo>
                <a:lnTo>
                  <a:pt x="1062796" y="283506"/>
                </a:lnTo>
                <a:lnTo>
                  <a:pt x="1062138" y="283641"/>
                </a:lnTo>
                <a:lnTo>
                  <a:pt x="1061485" y="283788"/>
                </a:lnTo>
                <a:lnTo>
                  <a:pt x="1060838" y="283947"/>
                </a:lnTo>
                <a:lnTo>
                  <a:pt x="1060196" y="284117"/>
                </a:lnTo>
                <a:lnTo>
                  <a:pt x="1059560" y="284299"/>
                </a:lnTo>
                <a:lnTo>
                  <a:pt x="1058928" y="284493"/>
                </a:lnTo>
                <a:lnTo>
                  <a:pt x="1058302" y="284698"/>
                </a:lnTo>
                <a:lnTo>
                  <a:pt x="1057681" y="284915"/>
                </a:lnTo>
                <a:lnTo>
                  <a:pt x="1057066" y="285144"/>
                </a:lnTo>
                <a:lnTo>
                  <a:pt x="1056456" y="285385"/>
                </a:lnTo>
                <a:lnTo>
                  <a:pt x="1055851" y="285637"/>
                </a:lnTo>
                <a:lnTo>
                  <a:pt x="1055251" y="285902"/>
                </a:lnTo>
                <a:lnTo>
                  <a:pt x="1054657" y="286177"/>
                </a:lnTo>
                <a:lnTo>
                  <a:pt x="1054071" y="286466"/>
                </a:lnTo>
                <a:lnTo>
                  <a:pt x="1053496" y="286768"/>
                </a:lnTo>
                <a:lnTo>
                  <a:pt x="1052932" y="287084"/>
                </a:lnTo>
                <a:lnTo>
                  <a:pt x="1052379" y="287413"/>
                </a:lnTo>
                <a:lnTo>
                  <a:pt x="1051838" y="287755"/>
                </a:lnTo>
                <a:lnTo>
                  <a:pt x="1051307" y="288111"/>
                </a:lnTo>
                <a:lnTo>
                  <a:pt x="1050788" y="288481"/>
                </a:lnTo>
                <a:lnTo>
                  <a:pt x="1050280" y="288864"/>
                </a:lnTo>
                <a:lnTo>
                  <a:pt x="1049783" y="289260"/>
                </a:lnTo>
                <a:lnTo>
                  <a:pt x="1049297" y="289670"/>
                </a:lnTo>
                <a:lnTo>
                  <a:pt x="1048822" y="290094"/>
                </a:lnTo>
                <a:lnTo>
                  <a:pt x="1048359" y="290531"/>
                </a:lnTo>
                <a:lnTo>
                  <a:pt x="1047907" y="290981"/>
                </a:lnTo>
                <a:lnTo>
                  <a:pt x="1047466" y="291445"/>
                </a:lnTo>
                <a:lnTo>
                  <a:pt x="1047036" y="291923"/>
                </a:lnTo>
                <a:lnTo>
                  <a:pt x="1046617" y="292414"/>
                </a:lnTo>
                <a:lnTo>
                  <a:pt x="1046209" y="292919"/>
                </a:lnTo>
                <a:lnTo>
                  <a:pt x="1045812" y="293437"/>
                </a:lnTo>
                <a:lnTo>
                  <a:pt x="1045427" y="293968"/>
                </a:lnTo>
                <a:lnTo>
                  <a:pt x="1045053" y="294513"/>
                </a:lnTo>
                <a:lnTo>
                  <a:pt x="1044690" y="295072"/>
                </a:lnTo>
                <a:lnTo>
                  <a:pt x="1044338" y="295644"/>
                </a:lnTo>
                <a:lnTo>
                  <a:pt x="1043997" y="296229"/>
                </a:lnTo>
                <a:lnTo>
                  <a:pt x="1043667" y="296829"/>
                </a:lnTo>
                <a:lnTo>
                  <a:pt x="1041977" y="284487"/>
                </a:lnTo>
                <a:lnTo>
                  <a:pt x="1028282" y="284487"/>
                </a:lnTo>
                <a:lnTo>
                  <a:pt x="1028282" y="370880"/>
                </a:lnTo>
                <a:lnTo>
                  <a:pt x="1045189" y="370880"/>
                </a:lnTo>
                <a:lnTo>
                  <a:pt x="1045189" y="320160"/>
                </a:lnTo>
                <a:lnTo>
                  <a:pt x="1045193" y="319571"/>
                </a:lnTo>
                <a:lnTo>
                  <a:pt x="1045207" y="318988"/>
                </a:lnTo>
                <a:lnTo>
                  <a:pt x="1045229" y="318411"/>
                </a:lnTo>
                <a:lnTo>
                  <a:pt x="1045259" y="317840"/>
                </a:lnTo>
                <a:lnTo>
                  <a:pt x="1045299" y="317274"/>
                </a:lnTo>
                <a:lnTo>
                  <a:pt x="1045347" y="316715"/>
                </a:lnTo>
                <a:close/>
                <a:moveTo>
                  <a:pt x="971972" y="371810"/>
                </a:moveTo>
                <a:lnTo>
                  <a:pt x="972898" y="371631"/>
                </a:lnTo>
                <a:lnTo>
                  <a:pt x="973811" y="371434"/>
                </a:lnTo>
                <a:lnTo>
                  <a:pt x="974712" y="371218"/>
                </a:lnTo>
                <a:lnTo>
                  <a:pt x="975600" y="370983"/>
                </a:lnTo>
                <a:lnTo>
                  <a:pt x="976476" y="370730"/>
                </a:lnTo>
                <a:lnTo>
                  <a:pt x="977340" y="370457"/>
                </a:lnTo>
                <a:lnTo>
                  <a:pt x="978192" y="370166"/>
                </a:lnTo>
                <a:lnTo>
                  <a:pt x="979031" y="369856"/>
                </a:lnTo>
                <a:lnTo>
                  <a:pt x="979858" y="369527"/>
                </a:lnTo>
                <a:lnTo>
                  <a:pt x="980672" y="369180"/>
                </a:lnTo>
                <a:lnTo>
                  <a:pt x="981474" y="368814"/>
                </a:lnTo>
                <a:lnTo>
                  <a:pt x="982264" y="368428"/>
                </a:lnTo>
                <a:lnTo>
                  <a:pt x="983042" y="368025"/>
                </a:lnTo>
                <a:lnTo>
                  <a:pt x="983807" y="367602"/>
                </a:lnTo>
                <a:lnTo>
                  <a:pt x="984560" y="367160"/>
                </a:lnTo>
                <a:lnTo>
                  <a:pt x="985299" y="366688"/>
                </a:lnTo>
                <a:lnTo>
                  <a:pt x="986024" y="366201"/>
                </a:lnTo>
                <a:lnTo>
                  <a:pt x="986734" y="365700"/>
                </a:lnTo>
                <a:lnTo>
                  <a:pt x="987429" y="365183"/>
                </a:lnTo>
                <a:lnTo>
                  <a:pt x="988110" y="364652"/>
                </a:lnTo>
                <a:lnTo>
                  <a:pt x="988776" y="364107"/>
                </a:lnTo>
                <a:lnTo>
                  <a:pt x="989427" y="363546"/>
                </a:lnTo>
                <a:lnTo>
                  <a:pt x="990064" y="362971"/>
                </a:lnTo>
                <a:lnTo>
                  <a:pt x="990686" y="362382"/>
                </a:lnTo>
                <a:lnTo>
                  <a:pt x="991293" y="361777"/>
                </a:lnTo>
                <a:lnTo>
                  <a:pt x="991886" y="361158"/>
                </a:lnTo>
                <a:lnTo>
                  <a:pt x="992464" y="360525"/>
                </a:lnTo>
                <a:lnTo>
                  <a:pt x="993027" y="359876"/>
                </a:lnTo>
                <a:lnTo>
                  <a:pt x="993576" y="359213"/>
                </a:lnTo>
                <a:lnTo>
                  <a:pt x="994110" y="358535"/>
                </a:lnTo>
                <a:lnTo>
                  <a:pt x="994629" y="357843"/>
                </a:lnTo>
                <a:lnTo>
                  <a:pt x="995133" y="357136"/>
                </a:lnTo>
                <a:lnTo>
                  <a:pt x="995623" y="356414"/>
                </a:lnTo>
                <a:lnTo>
                  <a:pt x="996098" y="355678"/>
                </a:lnTo>
                <a:lnTo>
                  <a:pt x="996559" y="354927"/>
                </a:lnTo>
                <a:lnTo>
                  <a:pt x="997005" y="354161"/>
                </a:lnTo>
                <a:lnTo>
                  <a:pt x="997436" y="353380"/>
                </a:lnTo>
                <a:lnTo>
                  <a:pt x="997852" y="352585"/>
                </a:lnTo>
                <a:lnTo>
                  <a:pt x="998254" y="351775"/>
                </a:lnTo>
                <a:lnTo>
                  <a:pt x="998641" y="350953"/>
                </a:lnTo>
                <a:lnTo>
                  <a:pt x="999010" y="350120"/>
                </a:lnTo>
                <a:lnTo>
                  <a:pt x="999364" y="349276"/>
                </a:lnTo>
                <a:lnTo>
                  <a:pt x="999701" y="348422"/>
                </a:lnTo>
                <a:lnTo>
                  <a:pt x="1000021" y="347557"/>
                </a:lnTo>
                <a:lnTo>
                  <a:pt x="1000325" y="346682"/>
                </a:lnTo>
                <a:lnTo>
                  <a:pt x="1000613" y="345796"/>
                </a:lnTo>
                <a:lnTo>
                  <a:pt x="1000884" y="344900"/>
                </a:lnTo>
                <a:lnTo>
                  <a:pt x="1001139" y="343993"/>
                </a:lnTo>
                <a:lnTo>
                  <a:pt x="1001377" y="343075"/>
                </a:lnTo>
                <a:lnTo>
                  <a:pt x="1001599" y="342147"/>
                </a:lnTo>
                <a:lnTo>
                  <a:pt x="1001805" y="341209"/>
                </a:lnTo>
                <a:lnTo>
                  <a:pt x="1001994" y="340259"/>
                </a:lnTo>
                <a:lnTo>
                  <a:pt x="1002166" y="339300"/>
                </a:lnTo>
                <a:lnTo>
                  <a:pt x="1002322" y="338329"/>
                </a:lnTo>
                <a:lnTo>
                  <a:pt x="1002462" y="337348"/>
                </a:lnTo>
                <a:lnTo>
                  <a:pt x="1002585" y="336357"/>
                </a:lnTo>
                <a:lnTo>
                  <a:pt x="1002692" y="335355"/>
                </a:lnTo>
                <a:lnTo>
                  <a:pt x="1002783" y="334342"/>
                </a:lnTo>
                <a:lnTo>
                  <a:pt x="1002857" y="333319"/>
                </a:lnTo>
                <a:lnTo>
                  <a:pt x="1002914" y="332285"/>
                </a:lnTo>
                <a:lnTo>
                  <a:pt x="1002955" y="331241"/>
                </a:lnTo>
                <a:lnTo>
                  <a:pt x="1002980" y="330186"/>
                </a:lnTo>
                <a:lnTo>
                  <a:pt x="1002988" y="329120"/>
                </a:lnTo>
                <a:lnTo>
                  <a:pt x="1002988" y="326246"/>
                </a:lnTo>
                <a:lnTo>
                  <a:pt x="1002980" y="325194"/>
                </a:lnTo>
                <a:lnTo>
                  <a:pt x="1002955" y="324153"/>
                </a:lnTo>
                <a:lnTo>
                  <a:pt x="1002914" y="323121"/>
                </a:lnTo>
                <a:lnTo>
                  <a:pt x="1002857" y="322099"/>
                </a:lnTo>
                <a:lnTo>
                  <a:pt x="1002783" y="321088"/>
                </a:lnTo>
                <a:lnTo>
                  <a:pt x="1002692" y="320086"/>
                </a:lnTo>
                <a:lnTo>
                  <a:pt x="1002585" y="319094"/>
                </a:lnTo>
                <a:lnTo>
                  <a:pt x="1002462" y="318112"/>
                </a:lnTo>
                <a:lnTo>
                  <a:pt x="1002322" y="317140"/>
                </a:lnTo>
                <a:lnTo>
                  <a:pt x="1002166" y="316178"/>
                </a:lnTo>
                <a:lnTo>
                  <a:pt x="1001994" y="315226"/>
                </a:lnTo>
                <a:lnTo>
                  <a:pt x="1001805" y="314285"/>
                </a:lnTo>
                <a:lnTo>
                  <a:pt x="1001599" y="313353"/>
                </a:lnTo>
                <a:lnTo>
                  <a:pt x="1001377" y="312431"/>
                </a:lnTo>
                <a:lnTo>
                  <a:pt x="1001139" y="311519"/>
                </a:lnTo>
                <a:lnTo>
                  <a:pt x="1000884" y="310617"/>
                </a:lnTo>
                <a:lnTo>
                  <a:pt x="1000613" y="309725"/>
                </a:lnTo>
                <a:lnTo>
                  <a:pt x="1000325" y="308843"/>
                </a:lnTo>
                <a:lnTo>
                  <a:pt x="1000021" y="307971"/>
                </a:lnTo>
                <a:lnTo>
                  <a:pt x="999701" y="307109"/>
                </a:lnTo>
                <a:lnTo>
                  <a:pt x="999364" y="306257"/>
                </a:lnTo>
                <a:lnTo>
                  <a:pt x="999010" y="305414"/>
                </a:lnTo>
                <a:lnTo>
                  <a:pt x="998641" y="304582"/>
                </a:lnTo>
                <a:lnTo>
                  <a:pt x="998254" y="303760"/>
                </a:lnTo>
                <a:lnTo>
                  <a:pt x="997852" y="302950"/>
                </a:lnTo>
                <a:lnTo>
                  <a:pt x="997436" y="302155"/>
                </a:lnTo>
                <a:lnTo>
                  <a:pt x="997005" y="301375"/>
                </a:lnTo>
                <a:lnTo>
                  <a:pt x="996559" y="300609"/>
                </a:lnTo>
                <a:lnTo>
                  <a:pt x="996098" y="299858"/>
                </a:lnTo>
                <a:lnTo>
                  <a:pt x="995623" y="299121"/>
                </a:lnTo>
                <a:lnTo>
                  <a:pt x="995133" y="298400"/>
                </a:lnTo>
                <a:lnTo>
                  <a:pt x="994629" y="297693"/>
                </a:lnTo>
                <a:lnTo>
                  <a:pt x="994110" y="297000"/>
                </a:lnTo>
                <a:lnTo>
                  <a:pt x="993576" y="296322"/>
                </a:lnTo>
                <a:lnTo>
                  <a:pt x="993027" y="295659"/>
                </a:lnTo>
                <a:lnTo>
                  <a:pt x="992464" y="295011"/>
                </a:lnTo>
                <a:lnTo>
                  <a:pt x="991886" y="294377"/>
                </a:lnTo>
                <a:lnTo>
                  <a:pt x="991293" y="293758"/>
                </a:lnTo>
                <a:lnTo>
                  <a:pt x="990686" y="293154"/>
                </a:lnTo>
                <a:lnTo>
                  <a:pt x="990064" y="292564"/>
                </a:lnTo>
                <a:lnTo>
                  <a:pt x="989427" y="291989"/>
                </a:lnTo>
                <a:lnTo>
                  <a:pt x="988776" y="291429"/>
                </a:lnTo>
                <a:lnTo>
                  <a:pt x="988110" y="290883"/>
                </a:lnTo>
                <a:lnTo>
                  <a:pt x="987429" y="290352"/>
                </a:lnTo>
                <a:lnTo>
                  <a:pt x="986734" y="289836"/>
                </a:lnTo>
                <a:lnTo>
                  <a:pt x="986024" y="289334"/>
                </a:lnTo>
                <a:lnTo>
                  <a:pt x="985299" y="288847"/>
                </a:lnTo>
                <a:lnTo>
                  <a:pt x="984560" y="288375"/>
                </a:lnTo>
                <a:lnTo>
                  <a:pt x="983807" y="287920"/>
                </a:lnTo>
                <a:lnTo>
                  <a:pt x="983041" y="287484"/>
                </a:lnTo>
                <a:lnTo>
                  <a:pt x="982262" y="287068"/>
                </a:lnTo>
                <a:lnTo>
                  <a:pt x="981470" y="286670"/>
                </a:lnTo>
                <a:lnTo>
                  <a:pt x="980665" y="286293"/>
                </a:lnTo>
                <a:lnTo>
                  <a:pt x="979847" y="285934"/>
                </a:lnTo>
                <a:lnTo>
                  <a:pt x="979016" y="285595"/>
                </a:lnTo>
                <a:lnTo>
                  <a:pt x="978173" y="285276"/>
                </a:lnTo>
                <a:lnTo>
                  <a:pt x="977316" y="284975"/>
                </a:lnTo>
                <a:lnTo>
                  <a:pt x="976447" y="284694"/>
                </a:lnTo>
                <a:lnTo>
                  <a:pt x="975565" y="284433"/>
                </a:lnTo>
                <a:lnTo>
                  <a:pt x="974669" y="284191"/>
                </a:lnTo>
                <a:lnTo>
                  <a:pt x="973761" y="283968"/>
                </a:lnTo>
                <a:lnTo>
                  <a:pt x="972840" y="283765"/>
                </a:lnTo>
                <a:lnTo>
                  <a:pt x="971906" y="283581"/>
                </a:lnTo>
                <a:lnTo>
                  <a:pt x="970959" y="283416"/>
                </a:lnTo>
                <a:lnTo>
                  <a:pt x="970000" y="283271"/>
                </a:lnTo>
                <a:lnTo>
                  <a:pt x="969027" y="283145"/>
                </a:lnTo>
                <a:lnTo>
                  <a:pt x="968041" y="283038"/>
                </a:lnTo>
                <a:lnTo>
                  <a:pt x="967043" y="282951"/>
                </a:lnTo>
                <a:lnTo>
                  <a:pt x="966031" y="282883"/>
                </a:lnTo>
                <a:lnTo>
                  <a:pt x="965007" y="282835"/>
                </a:lnTo>
                <a:lnTo>
                  <a:pt x="963969" y="282806"/>
                </a:lnTo>
                <a:lnTo>
                  <a:pt x="962919" y="282796"/>
                </a:lnTo>
                <a:lnTo>
                  <a:pt x="961897" y="282806"/>
                </a:lnTo>
                <a:lnTo>
                  <a:pt x="960886" y="282835"/>
                </a:lnTo>
                <a:lnTo>
                  <a:pt x="959887" y="282883"/>
                </a:lnTo>
                <a:lnTo>
                  <a:pt x="958899" y="282951"/>
                </a:lnTo>
                <a:lnTo>
                  <a:pt x="957924" y="283038"/>
                </a:lnTo>
                <a:lnTo>
                  <a:pt x="956960" y="283145"/>
                </a:lnTo>
                <a:lnTo>
                  <a:pt x="956007" y="283271"/>
                </a:lnTo>
                <a:lnTo>
                  <a:pt x="955067" y="283416"/>
                </a:lnTo>
                <a:lnTo>
                  <a:pt x="954138" y="283581"/>
                </a:lnTo>
                <a:lnTo>
                  <a:pt x="953221" y="283765"/>
                </a:lnTo>
                <a:lnTo>
                  <a:pt x="952316" y="283968"/>
                </a:lnTo>
                <a:lnTo>
                  <a:pt x="951423" y="284191"/>
                </a:lnTo>
                <a:lnTo>
                  <a:pt x="950541" y="284433"/>
                </a:lnTo>
                <a:lnTo>
                  <a:pt x="949671" y="284694"/>
                </a:lnTo>
                <a:lnTo>
                  <a:pt x="948813" y="284975"/>
                </a:lnTo>
                <a:lnTo>
                  <a:pt x="947966" y="285276"/>
                </a:lnTo>
                <a:lnTo>
                  <a:pt x="947131" y="285595"/>
                </a:lnTo>
                <a:lnTo>
                  <a:pt x="946308" y="285934"/>
                </a:lnTo>
                <a:lnTo>
                  <a:pt x="945497" y="286293"/>
                </a:lnTo>
                <a:lnTo>
                  <a:pt x="944698" y="286670"/>
                </a:lnTo>
                <a:lnTo>
                  <a:pt x="943910" y="287068"/>
                </a:lnTo>
                <a:lnTo>
                  <a:pt x="943134" y="287484"/>
                </a:lnTo>
                <a:lnTo>
                  <a:pt x="942369" y="287920"/>
                </a:lnTo>
                <a:lnTo>
                  <a:pt x="941617" y="288375"/>
                </a:lnTo>
                <a:lnTo>
                  <a:pt x="940877" y="288834"/>
                </a:lnTo>
                <a:lnTo>
                  <a:pt x="940153" y="289307"/>
                </a:lnTo>
                <a:lnTo>
                  <a:pt x="939443" y="289796"/>
                </a:lnTo>
                <a:lnTo>
                  <a:pt x="938747" y="290301"/>
                </a:lnTo>
                <a:lnTo>
                  <a:pt x="938067" y="290820"/>
                </a:lnTo>
                <a:lnTo>
                  <a:pt x="937401" y="291355"/>
                </a:lnTo>
                <a:lnTo>
                  <a:pt x="936749" y="291905"/>
                </a:lnTo>
                <a:lnTo>
                  <a:pt x="936113" y="292470"/>
                </a:lnTo>
                <a:lnTo>
                  <a:pt x="935491" y="293051"/>
                </a:lnTo>
                <a:lnTo>
                  <a:pt x="934884" y="293647"/>
                </a:lnTo>
                <a:lnTo>
                  <a:pt x="934291" y="294258"/>
                </a:lnTo>
                <a:lnTo>
                  <a:pt x="933713" y="294884"/>
                </a:lnTo>
                <a:lnTo>
                  <a:pt x="933150" y="295526"/>
                </a:lnTo>
                <a:lnTo>
                  <a:pt x="932601" y="296183"/>
                </a:lnTo>
                <a:lnTo>
                  <a:pt x="932067" y="296855"/>
                </a:lnTo>
                <a:lnTo>
                  <a:pt x="931548" y="297542"/>
                </a:lnTo>
                <a:lnTo>
                  <a:pt x="931043" y="298245"/>
                </a:lnTo>
                <a:lnTo>
                  <a:pt x="930554" y="298963"/>
                </a:lnTo>
                <a:lnTo>
                  <a:pt x="930078" y="299696"/>
                </a:lnTo>
                <a:lnTo>
                  <a:pt x="929618" y="300445"/>
                </a:lnTo>
                <a:lnTo>
                  <a:pt x="929172" y="301208"/>
                </a:lnTo>
                <a:lnTo>
                  <a:pt x="928741" y="301987"/>
                </a:lnTo>
                <a:lnTo>
                  <a:pt x="928324" y="302782"/>
                </a:lnTo>
                <a:lnTo>
                  <a:pt x="927922" y="303591"/>
                </a:lnTo>
                <a:lnTo>
                  <a:pt x="927536" y="304413"/>
                </a:lnTo>
                <a:lnTo>
                  <a:pt x="927166" y="305246"/>
                </a:lnTo>
                <a:lnTo>
                  <a:pt x="926813" y="306090"/>
                </a:lnTo>
                <a:lnTo>
                  <a:pt x="926476" y="306944"/>
                </a:lnTo>
                <a:lnTo>
                  <a:pt x="926155" y="307809"/>
                </a:lnTo>
                <a:lnTo>
                  <a:pt x="925851" y="308684"/>
                </a:lnTo>
                <a:lnTo>
                  <a:pt x="925564" y="309570"/>
                </a:lnTo>
                <a:lnTo>
                  <a:pt x="925292" y="310466"/>
                </a:lnTo>
                <a:lnTo>
                  <a:pt x="925038" y="311373"/>
                </a:lnTo>
                <a:lnTo>
                  <a:pt x="924799" y="312291"/>
                </a:lnTo>
                <a:lnTo>
                  <a:pt x="924577" y="313219"/>
                </a:lnTo>
                <a:lnTo>
                  <a:pt x="924372" y="314158"/>
                </a:lnTo>
                <a:lnTo>
                  <a:pt x="924183" y="315107"/>
                </a:lnTo>
                <a:lnTo>
                  <a:pt x="924010" y="316067"/>
                </a:lnTo>
                <a:lnTo>
                  <a:pt x="923854" y="317037"/>
                </a:lnTo>
                <a:lnTo>
                  <a:pt x="923715" y="318018"/>
                </a:lnTo>
                <a:lnTo>
                  <a:pt x="923591" y="319010"/>
                </a:lnTo>
                <a:lnTo>
                  <a:pt x="923484" y="320012"/>
                </a:lnTo>
                <a:lnTo>
                  <a:pt x="923394" y="321024"/>
                </a:lnTo>
                <a:lnTo>
                  <a:pt x="923320" y="322048"/>
                </a:lnTo>
                <a:lnTo>
                  <a:pt x="923263" y="323081"/>
                </a:lnTo>
                <a:lnTo>
                  <a:pt x="923221" y="324126"/>
                </a:lnTo>
                <a:lnTo>
                  <a:pt x="923197" y="325181"/>
                </a:lnTo>
                <a:lnTo>
                  <a:pt x="923189" y="326246"/>
                </a:lnTo>
                <a:lnTo>
                  <a:pt x="923189" y="329120"/>
                </a:lnTo>
                <a:lnTo>
                  <a:pt x="923197" y="330159"/>
                </a:lnTo>
                <a:lnTo>
                  <a:pt x="923221" y="331188"/>
                </a:lnTo>
                <a:lnTo>
                  <a:pt x="923263" y="332208"/>
                </a:lnTo>
                <a:lnTo>
                  <a:pt x="923320" y="333220"/>
                </a:lnTo>
                <a:lnTo>
                  <a:pt x="923394" y="334223"/>
                </a:lnTo>
                <a:lnTo>
                  <a:pt x="923484" y="335217"/>
                </a:lnTo>
                <a:lnTo>
                  <a:pt x="923591" y="336203"/>
                </a:lnTo>
                <a:lnTo>
                  <a:pt x="923715" y="337179"/>
                </a:lnTo>
                <a:lnTo>
                  <a:pt x="923854" y="338147"/>
                </a:lnTo>
                <a:lnTo>
                  <a:pt x="924010" y="339106"/>
                </a:lnTo>
                <a:lnTo>
                  <a:pt x="924183" y="340056"/>
                </a:lnTo>
                <a:lnTo>
                  <a:pt x="924372" y="340997"/>
                </a:lnTo>
                <a:lnTo>
                  <a:pt x="924577" y="341930"/>
                </a:lnTo>
                <a:lnTo>
                  <a:pt x="924799" y="342853"/>
                </a:lnTo>
                <a:lnTo>
                  <a:pt x="925038" y="343768"/>
                </a:lnTo>
                <a:lnTo>
                  <a:pt x="925292" y="344674"/>
                </a:lnTo>
                <a:lnTo>
                  <a:pt x="925564" y="345572"/>
                </a:lnTo>
                <a:lnTo>
                  <a:pt x="925851" y="346460"/>
                </a:lnTo>
                <a:lnTo>
                  <a:pt x="926155" y="347340"/>
                </a:lnTo>
                <a:lnTo>
                  <a:pt x="926476" y="348211"/>
                </a:lnTo>
                <a:lnTo>
                  <a:pt x="926813" y="349073"/>
                </a:lnTo>
                <a:lnTo>
                  <a:pt x="927166" y="349926"/>
                </a:lnTo>
                <a:lnTo>
                  <a:pt x="927536" y="350770"/>
                </a:lnTo>
                <a:lnTo>
                  <a:pt x="927922" y="351606"/>
                </a:lnTo>
                <a:lnTo>
                  <a:pt x="928324" y="352416"/>
                </a:lnTo>
                <a:lnTo>
                  <a:pt x="928741" y="353211"/>
                </a:lnTo>
                <a:lnTo>
                  <a:pt x="929172" y="353992"/>
                </a:lnTo>
                <a:lnTo>
                  <a:pt x="929618" y="354757"/>
                </a:lnTo>
                <a:lnTo>
                  <a:pt x="930078" y="355508"/>
                </a:lnTo>
                <a:lnTo>
                  <a:pt x="930554" y="356245"/>
                </a:lnTo>
                <a:lnTo>
                  <a:pt x="931043" y="356967"/>
                </a:lnTo>
                <a:lnTo>
                  <a:pt x="931548" y="357674"/>
                </a:lnTo>
                <a:lnTo>
                  <a:pt x="932067" y="358366"/>
                </a:lnTo>
                <a:lnTo>
                  <a:pt x="932601" y="359044"/>
                </a:lnTo>
                <a:lnTo>
                  <a:pt x="933150" y="359707"/>
                </a:lnTo>
                <a:lnTo>
                  <a:pt x="933713" y="360355"/>
                </a:lnTo>
                <a:lnTo>
                  <a:pt x="934291" y="360989"/>
                </a:lnTo>
                <a:lnTo>
                  <a:pt x="934884" y="361608"/>
                </a:lnTo>
                <a:lnTo>
                  <a:pt x="935491" y="362212"/>
                </a:lnTo>
                <a:lnTo>
                  <a:pt x="936113" y="362802"/>
                </a:lnTo>
                <a:lnTo>
                  <a:pt x="936749" y="363377"/>
                </a:lnTo>
                <a:lnTo>
                  <a:pt x="937401" y="363937"/>
                </a:lnTo>
                <a:lnTo>
                  <a:pt x="938067" y="364483"/>
                </a:lnTo>
                <a:lnTo>
                  <a:pt x="938747" y="365014"/>
                </a:lnTo>
                <a:lnTo>
                  <a:pt x="939443" y="365530"/>
                </a:lnTo>
                <a:lnTo>
                  <a:pt x="940153" y="366032"/>
                </a:lnTo>
                <a:lnTo>
                  <a:pt x="940877" y="366519"/>
                </a:lnTo>
                <a:lnTo>
                  <a:pt x="941617" y="366991"/>
                </a:lnTo>
                <a:lnTo>
                  <a:pt x="942370" y="367446"/>
                </a:lnTo>
                <a:lnTo>
                  <a:pt x="943135" y="367882"/>
                </a:lnTo>
                <a:lnTo>
                  <a:pt x="943912" y="368299"/>
                </a:lnTo>
                <a:lnTo>
                  <a:pt x="944702" y="368696"/>
                </a:lnTo>
                <a:lnTo>
                  <a:pt x="945504" y="369074"/>
                </a:lnTo>
                <a:lnTo>
                  <a:pt x="946319" y="369432"/>
                </a:lnTo>
                <a:lnTo>
                  <a:pt x="947146" y="369771"/>
                </a:lnTo>
                <a:lnTo>
                  <a:pt x="947985" y="370091"/>
                </a:lnTo>
                <a:lnTo>
                  <a:pt x="948837" y="370391"/>
                </a:lnTo>
                <a:lnTo>
                  <a:pt x="949700" y="370672"/>
                </a:lnTo>
                <a:lnTo>
                  <a:pt x="950577" y="370934"/>
                </a:lnTo>
                <a:lnTo>
                  <a:pt x="951465" y="371176"/>
                </a:lnTo>
                <a:lnTo>
                  <a:pt x="952366" y="371399"/>
                </a:lnTo>
                <a:lnTo>
                  <a:pt x="953279" y="371602"/>
                </a:lnTo>
                <a:lnTo>
                  <a:pt x="954204" y="371786"/>
                </a:lnTo>
                <a:lnTo>
                  <a:pt x="955142" y="371951"/>
                </a:lnTo>
                <a:lnTo>
                  <a:pt x="956092" y="372096"/>
                </a:lnTo>
                <a:lnTo>
                  <a:pt x="957055" y="372222"/>
                </a:lnTo>
                <a:lnTo>
                  <a:pt x="958030" y="372328"/>
                </a:lnTo>
                <a:lnTo>
                  <a:pt x="959017" y="372416"/>
                </a:lnTo>
                <a:lnTo>
                  <a:pt x="960016" y="372483"/>
                </a:lnTo>
                <a:lnTo>
                  <a:pt x="961028" y="372532"/>
                </a:lnTo>
                <a:lnTo>
                  <a:pt x="962052" y="372561"/>
                </a:lnTo>
                <a:lnTo>
                  <a:pt x="963088" y="372571"/>
                </a:lnTo>
                <a:lnTo>
                  <a:pt x="964125" y="372561"/>
                </a:lnTo>
                <a:lnTo>
                  <a:pt x="965149" y="372533"/>
                </a:lnTo>
                <a:lnTo>
                  <a:pt x="966161" y="372486"/>
                </a:lnTo>
                <a:lnTo>
                  <a:pt x="967160" y="372420"/>
                </a:lnTo>
                <a:lnTo>
                  <a:pt x="968147" y="372336"/>
                </a:lnTo>
                <a:lnTo>
                  <a:pt x="969122" y="372232"/>
                </a:lnTo>
                <a:lnTo>
                  <a:pt x="970084" y="372110"/>
                </a:lnTo>
                <a:lnTo>
                  <a:pt x="971035" y="371969"/>
                </a:lnTo>
                <a:lnTo>
                  <a:pt x="971972" y="371810"/>
                </a:lnTo>
                <a:close/>
                <a:moveTo>
                  <a:pt x="956312" y="359568"/>
                </a:moveTo>
                <a:lnTo>
                  <a:pt x="955615" y="359334"/>
                </a:lnTo>
                <a:lnTo>
                  <a:pt x="954929" y="359075"/>
                </a:lnTo>
                <a:lnTo>
                  <a:pt x="954255" y="358792"/>
                </a:lnTo>
                <a:lnTo>
                  <a:pt x="953591" y="358483"/>
                </a:lnTo>
                <a:lnTo>
                  <a:pt x="952938" y="358151"/>
                </a:lnTo>
                <a:lnTo>
                  <a:pt x="952297" y="357793"/>
                </a:lnTo>
                <a:lnTo>
                  <a:pt x="951667" y="357411"/>
                </a:lnTo>
                <a:lnTo>
                  <a:pt x="951048" y="357004"/>
                </a:lnTo>
                <a:lnTo>
                  <a:pt x="950440" y="356573"/>
                </a:lnTo>
                <a:lnTo>
                  <a:pt x="949843" y="356116"/>
                </a:lnTo>
                <a:lnTo>
                  <a:pt x="949258" y="355636"/>
                </a:lnTo>
                <a:lnTo>
                  <a:pt x="948683" y="355130"/>
                </a:lnTo>
                <a:lnTo>
                  <a:pt x="948120" y="354600"/>
                </a:lnTo>
                <a:lnTo>
                  <a:pt x="947568" y="354045"/>
                </a:lnTo>
                <a:lnTo>
                  <a:pt x="947027" y="353466"/>
                </a:lnTo>
                <a:lnTo>
                  <a:pt x="946517" y="352850"/>
                </a:lnTo>
                <a:lnTo>
                  <a:pt x="946028" y="352216"/>
                </a:lnTo>
                <a:lnTo>
                  <a:pt x="945561" y="351561"/>
                </a:lnTo>
                <a:lnTo>
                  <a:pt x="945116" y="350888"/>
                </a:lnTo>
                <a:lnTo>
                  <a:pt x="944692" y="350195"/>
                </a:lnTo>
                <a:lnTo>
                  <a:pt x="944290" y="349482"/>
                </a:lnTo>
                <a:lnTo>
                  <a:pt x="943910" y="348751"/>
                </a:lnTo>
                <a:lnTo>
                  <a:pt x="943552" y="347999"/>
                </a:lnTo>
                <a:lnTo>
                  <a:pt x="943215" y="347229"/>
                </a:lnTo>
                <a:lnTo>
                  <a:pt x="942900" y="346439"/>
                </a:lnTo>
                <a:lnTo>
                  <a:pt x="942607" y="345630"/>
                </a:lnTo>
                <a:lnTo>
                  <a:pt x="942335" y="344801"/>
                </a:lnTo>
                <a:lnTo>
                  <a:pt x="942086" y="343953"/>
                </a:lnTo>
                <a:lnTo>
                  <a:pt x="941857" y="343086"/>
                </a:lnTo>
                <a:lnTo>
                  <a:pt x="941651" y="342199"/>
                </a:lnTo>
                <a:lnTo>
                  <a:pt x="941467" y="341293"/>
                </a:lnTo>
                <a:lnTo>
                  <a:pt x="941304" y="340368"/>
                </a:lnTo>
                <a:lnTo>
                  <a:pt x="941162" y="339423"/>
                </a:lnTo>
                <a:lnTo>
                  <a:pt x="941043" y="338459"/>
                </a:lnTo>
                <a:lnTo>
                  <a:pt x="940945" y="337475"/>
                </a:lnTo>
                <a:lnTo>
                  <a:pt x="940869" y="336472"/>
                </a:lnTo>
                <a:lnTo>
                  <a:pt x="940815" y="335450"/>
                </a:lnTo>
                <a:lnTo>
                  <a:pt x="940782" y="334408"/>
                </a:lnTo>
                <a:lnTo>
                  <a:pt x="940771" y="333347"/>
                </a:lnTo>
                <a:lnTo>
                  <a:pt x="940771" y="322020"/>
                </a:lnTo>
                <a:lnTo>
                  <a:pt x="940782" y="320959"/>
                </a:lnTo>
                <a:lnTo>
                  <a:pt x="940815" y="319918"/>
                </a:lnTo>
                <a:lnTo>
                  <a:pt x="940869" y="318897"/>
                </a:lnTo>
                <a:lnTo>
                  <a:pt x="940945" y="317896"/>
                </a:lnTo>
                <a:lnTo>
                  <a:pt x="941043" y="316915"/>
                </a:lnTo>
                <a:lnTo>
                  <a:pt x="941162" y="315954"/>
                </a:lnTo>
                <a:lnTo>
                  <a:pt x="941304" y="315013"/>
                </a:lnTo>
                <a:lnTo>
                  <a:pt x="941467" y="314092"/>
                </a:lnTo>
                <a:lnTo>
                  <a:pt x="941651" y="313191"/>
                </a:lnTo>
                <a:lnTo>
                  <a:pt x="941857" y="312310"/>
                </a:lnTo>
                <a:lnTo>
                  <a:pt x="942086" y="311449"/>
                </a:lnTo>
                <a:lnTo>
                  <a:pt x="942335" y="310607"/>
                </a:lnTo>
                <a:lnTo>
                  <a:pt x="942607" y="309786"/>
                </a:lnTo>
                <a:lnTo>
                  <a:pt x="942900" y="308985"/>
                </a:lnTo>
                <a:lnTo>
                  <a:pt x="943215" y="308204"/>
                </a:lnTo>
                <a:lnTo>
                  <a:pt x="943552" y="307442"/>
                </a:lnTo>
                <a:lnTo>
                  <a:pt x="943910" y="306701"/>
                </a:lnTo>
                <a:lnTo>
                  <a:pt x="944290" y="305979"/>
                </a:lnTo>
                <a:lnTo>
                  <a:pt x="944692" y="305278"/>
                </a:lnTo>
                <a:lnTo>
                  <a:pt x="945116" y="304596"/>
                </a:lnTo>
                <a:lnTo>
                  <a:pt x="945561" y="303935"/>
                </a:lnTo>
                <a:lnTo>
                  <a:pt x="946028" y="303293"/>
                </a:lnTo>
                <a:lnTo>
                  <a:pt x="946517" y="302671"/>
                </a:lnTo>
                <a:lnTo>
                  <a:pt x="947027" y="302070"/>
                </a:lnTo>
                <a:lnTo>
                  <a:pt x="947568" y="301476"/>
                </a:lnTo>
                <a:lnTo>
                  <a:pt x="948120" y="300908"/>
                </a:lnTo>
                <a:lnTo>
                  <a:pt x="948683" y="300366"/>
                </a:lnTo>
                <a:lnTo>
                  <a:pt x="949258" y="299848"/>
                </a:lnTo>
                <a:lnTo>
                  <a:pt x="949843" y="299356"/>
                </a:lnTo>
                <a:lnTo>
                  <a:pt x="950440" y="298889"/>
                </a:lnTo>
                <a:lnTo>
                  <a:pt x="951048" y="298447"/>
                </a:lnTo>
                <a:lnTo>
                  <a:pt x="951667" y="298031"/>
                </a:lnTo>
                <a:lnTo>
                  <a:pt x="952297" y="297639"/>
                </a:lnTo>
                <a:lnTo>
                  <a:pt x="952938" y="297273"/>
                </a:lnTo>
                <a:lnTo>
                  <a:pt x="953591" y="296933"/>
                </a:lnTo>
                <a:lnTo>
                  <a:pt x="954255" y="296617"/>
                </a:lnTo>
                <a:lnTo>
                  <a:pt x="954929" y="296327"/>
                </a:lnTo>
                <a:lnTo>
                  <a:pt x="955615" y="296062"/>
                </a:lnTo>
                <a:lnTo>
                  <a:pt x="956312" y="295822"/>
                </a:lnTo>
                <a:lnTo>
                  <a:pt x="957021" y="295607"/>
                </a:lnTo>
                <a:lnTo>
                  <a:pt x="957740" y="295418"/>
                </a:lnTo>
                <a:lnTo>
                  <a:pt x="958471" y="295254"/>
                </a:lnTo>
                <a:lnTo>
                  <a:pt x="959212" y="295115"/>
                </a:lnTo>
                <a:lnTo>
                  <a:pt x="959965" y="295002"/>
                </a:lnTo>
                <a:lnTo>
                  <a:pt x="960729" y="294913"/>
                </a:lnTo>
                <a:lnTo>
                  <a:pt x="961505" y="294850"/>
                </a:lnTo>
                <a:lnTo>
                  <a:pt x="962291" y="294812"/>
                </a:lnTo>
                <a:lnTo>
                  <a:pt x="963088" y="294800"/>
                </a:lnTo>
                <a:lnTo>
                  <a:pt x="963899" y="294812"/>
                </a:lnTo>
                <a:lnTo>
                  <a:pt x="964698" y="294850"/>
                </a:lnTo>
                <a:lnTo>
                  <a:pt x="965484" y="294913"/>
                </a:lnTo>
                <a:lnTo>
                  <a:pt x="966258" y="295002"/>
                </a:lnTo>
                <a:lnTo>
                  <a:pt x="967020" y="295115"/>
                </a:lnTo>
                <a:lnTo>
                  <a:pt x="967769" y="295254"/>
                </a:lnTo>
                <a:lnTo>
                  <a:pt x="968506" y="295418"/>
                </a:lnTo>
                <a:lnTo>
                  <a:pt x="969231" y="295607"/>
                </a:lnTo>
                <a:lnTo>
                  <a:pt x="969944" y="295822"/>
                </a:lnTo>
                <a:lnTo>
                  <a:pt x="970644" y="296062"/>
                </a:lnTo>
                <a:lnTo>
                  <a:pt x="971331" y="296327"/>
                </a:lnTo>
                <a:lnTo>
                  <a:pt x="972007" y="296617"/>
                </a:lnTo>
                <a:lnTo>
                  <a:pt x="972670" y="296933"/>
                </a:lnTo>
                <a:lnTo>
                  <a:pt x="973320" y="297273"/>
                </a:lnTo>
                <a:lnTo>
                  <a:pt x="973959" y="297639"/>
                </a:lnTo>
                <a:lnTo>
                  <a:pt x="974585" y="298031"/>
                </a:lnTo>
                <a:lnTo>
                  <a:pt x="975199" y="298447"/>
                </a:lnTo>
                <a:lnTo>
                  <a:pt x="975800" y="298889"/>
                </a:lnTo>
                <a:lnTo>
                  <a:pt x="976389" y="299356"/>
                </a:lnTo>
                <a:lnTo>
                  <a:pt x="976966" y="299848"/>
                </a:lnTo>
                <a:lnTo>
                  <a:pt x="977530" y="300366"/>
                </a:lnTo>
                <a:lnTo>
                  <a:pt x="978082" y="300908"/>
                </a:lnTo>
                <a:lnTo>
                  <a:pt x="978622" y="301476"/>
                </a:lnTo>
                <a:lnTo>
                  <a:pt x="979150" y="302070"/>
                </a:lnTo>
                <a:lnTo>
                  <a:pt x="979660" y="302671"/>
                </a:lnTo>
                <a:lnTo>
                  <a:pt x="980149" y="303293"/>
                </a:lnTo>
                <a:lnTo>
                  <a:pt x="980616" y="303935"/>
                </a:lnTo>
                <a:lnTo>
                  <a:pt x="981061" y="304596"/>
                </a:lnTo>
                <a:lnTo>
                  <a:pt x="981485" y="305278"/>
                </a:lnTo>
                <a:lnTo>
                  <a:pt x="981886" y="305979"/>
                </a:lnTo>
                <a:lnTo>
                  <a:pt x="982267" y="306701"/>
                </a:lnTo>
                <a:lnTo>
                  <a:pt x="982625" y="307442"/>
                </a:lnTo>
                <a:lnTo>
                  <a:pt x="982962" y="308204"/>
                </a:lnTo>
                <a:lnTo>
                  <a:pt x="983277" y="308985"/>
                </a:lnTo>
                <a:lnTo>
                  <a:pt x="983570" y="309786"/>
                </a:lnTo>
                <a:lnTo>
                  <a:pt x="983841" y="310607"/>
                </a:lnTo>
                <a:lnTo>
                  <a:pt x="984091" y="311449"/>
                </a:lnTo>
                <a:lnTo>
                  <a:pt x="984319" y="312310"/>
                </a:lnTo>
                <a:lnTo>
                  <a:pt x="984526" y="313191"/>
                </a:lnTo>
                <a:lnTo>
                  <a:pt x="984710" y="314092"/>
                </a:lnTo>
                <a:lnTo>
                  <a:pt x="984873" y="315013"/>
                </a:lnTo>
                <a:lnTo>
                  <a:pt x="985014" y="315954"/>
                </a:lnTo>
                <a:lnTo>
                  <a:pt x="985134" y="316915"/>
                </a:lnTo>
                <a:lnTo>
                  <a:pt x="985231" y="317896"/>
                </a:lnTo>
                <a:lnTo>
                  <a:pt x="985307" y="318897"/>
                </a:lnTo>
                <a:lnTo>
                  <a:pt x="985362" y="319918"/>
                </a:lnTo>
                <a:lnTo>
                  <a:pt x="985394" y="320959"/>
                </a:lnTo>
                <a:lnTo>
                  <a:pt x="985405" y="322020"/>
                </a:lnTo>
                <a:lnTo>
                  <a:pt x="985405" y="333347"/>
                </a:lnTo>
                <a:lnTo>
                  <a:pt x="985394" y="334408"/>
                </a:lnTo>
                <a:lnTo>
                  <a:pt x="985362" y="335450"/>
                </a:lnTo>
                <a:lnTo>
                  <a:pt x="985307" y="336472"/>
                </a:lnTo>
                <a:lnTo>
                  <a:pt x="985231" y="337475"/>
                </a:lnTo>
                <a:lnTo>
                  <a:pt x="985134" y="338459"/>
                </a:lnTo>
                <a:lnTo>
                  <a:pt x="985014" y="339423"/>
                </a:lnTo>
                <a:lnTo>
                  <a:pt x="984873" y="340368"/>
                </a:lnTo>
                <a:lnTo>
                  <a:pt x="984710" y="341293"/>
                </a:lnTo>
                <a:lnTo>
                  <a:pt x="984526" y="342199"/>
                </a:lnTo>
                <a:lnTo>
                  <a:pt x="984319" y="343086"/>
                </a:lnTo>
                <a:lnTo>
                  <a:pt x="984091" y="343953"/>
                </a:lnTo>
                <a:lnTo>
                  <a:pt x="983841" y="344801"/>
                </a:lnTo>
                <a:lnTo>
                  <a:pt x="983570" y="345630"/>
                </a:lnTo>
                <a:lnTo>
                  <a:pt x="983277" y="346439"/>
                </a:lnTo>
                <a:lnTo>
                  <a:pt x="982962" y="347229"/>
                </a:lnTo>
                <a:lnTo>
                  <a:pt x="982625" y="347999"/>
                </a:lnTo>
                <a:lnTo>
                  <a:pt x="982267" y="348751"/>
                </a:lnTo>
                <a:lnTo>
                  <a:pt x="981886" y="349482"/>
                </a:lnTo>
                <a:lnTo>
                  <a:pt x="981485" y="350195"/>
                </a:lnTo>
                <a:lnTo>
                  <a:pt x="981061" y="350888"/>
                </a:lnTo>
                <a:lnTo>
                  <a:pt x="980616" y="351561"/>
                </a:lnTo>
                <a:lnTo>
                  <a:pt x="980149" y="352216"/>
                </a:lnTo>
                <a:lnTo>
                  <a:pt x="979660" y="352850"/>
                </a:lnTo>
                <a:lnTo>
                  <a:pt x="979150" y="353466"/>
                </a:lnTo>
                <a:lnTo>
                  <a:pt x="978622" y="354045"/>
                </a:lnTo>
                <a:lnTo>
                  <a:pt x="978082" y="354600"/>
                </a:lnTo>
                <a:lnTo>
                  <a:pt x="977530" y="355130"/>
                </a:lnTo>
                <a:lnTo>
                  <a:pt x="976966" y="355636"/>
                </a:lnTo>
                <a:lnTo>
                  <a:pt x="976389" y="356116"/>
                </a:lnTo>
                <a:lnTo>
                  <a:pt x="975800" y="356573"/>
                </a:lnTo>
                <a:lnTo>
                  <a:pt x="975199" y="357004"/>
                </a:lnTo>
                <a:lnTo>
                  <a:pt x="974585" y="357411"/>
                </a:lnTo>
                <a:lnTo>
                  <a:pt x="973959" y="357793"/>
                </a:lnTo>
                <a:lnTo>
                  <a:pt x="973320" y="358151"/>
                </a:lnTo>
                <a:lnTo>
                  <a:pt x="972670" y="358483"/>
                </a:lnTo>
                <a:lnTo>
                  <a:pt x="972007" y="358792"/>
                </a:lnTo>
                <a:lnTo>
                  <a:pt x="971331" y="359075"/>
                </a:lnTo>
                <a:lnTo>
                  <a:pt x="970644" y="359334"/>
                </a:lnTo>
                <a:lnTo>
                  <a:pt x="969944" y="359568"/>
                </a:lnTo>
                <a:lnTo>
                  <a:pt x="969231" y="359778"/>
                </a:lnTo>
                <a:lnTo>
                  <a:pt x="968506" y="359963"/>
                </a:lnTo>
                <a:lnTo>
                  <a:pt x="967769" y="360123"/>
                </a:lnTo>
                <a:lnTo>
                  <a:pt x="967020" y="360259"/>
                </a:lnTo>
                <a:lnTo>
                  <a:pt x="966258" y="360370"/>
                </a:lnTo>
                <a:lnTo>
                  <a:pt x="965484" y="360456"/>
                </a:lnTo>
                <a:lnTo>
                  <a:pt x="964698" y="360518"/>
                </a:lnTo>
                <a:lnTo>
                  <a:pt x="963899" y="360554"/>
                </a:lnTo>
                <a:lnTo>
                  <a:pt x="963088" y="360567"/>
                </a:lnTo>
                <a:lnTo>
                  <a:pt x="962291" y="360554"/>
                </a:lnTo>
                <a:lnTo>
                  <a:pt x="961505" y="360518"/>
                </a:lnTo>
                <a:lnTo>
                  <a:pt x="960729" y="360456"/>
                </a:lnTo>
                <a:lnTo>
                  <a:pt x="959965" y="360370"/>
                </a:lnTo>
                <a:lnTo>
                  <a:pt x="959212" y="360259"/>
                </a:lnTo>
                <a:lnTo>
                  <a:pt x="958471" y="360123"/>
                </a:lnTo>
                <a:lnTo>
                  <a:pt x="957740" y="359963"/>
                </a:lnTo>
                <a:lnTo>
                  <a:pt x="957021" y="359778"/>
                </a:lnTo>
                <a:lnTo>
                  <a:pt x="956312" y="359568"/>
                </a:lnTo>
                <a:close/>
                <a:moveTo>
                  <a:pt x="1261801" y="753203"/>
                </a:moveTo>
                <a:lnTo>
                  <a:pt x="1247261" y="753203"/>
                </a:lnTo>
                <a:lnTo>
                  <a:pt x="1247261" y="778056"/>
                </a:lnTo>
                <a:lnTo>
                  <a:pt x="1251150" y="800204"/>
                </a:lnTo>
                <a:lnTo>
                  <a:pt x="1257912" y="800204"/>
                </a:lnTo>
                <a:lnTo>
                  <a:pt x="1261801" y="778056"/>
                </a:lnTo>
                <a:lnTo>
                  <a:pt x="1261801" y="753203"/>
                </a:lnTo>
                <a:close/>
                <a:moveTo>
                  <a:pt x="955988" y="760473"/>
                </a:moveTo>
                <a:lnTo>
                  <a:pt x="955988" y="856165"/>
                </a:lnTo>
                <a:lnTo>
                  <a:pt x="924879" y="856165"/>
                </a:lnTo>
                <a:lnTo>
                  <a:pt x="924879" y="869183"/>
                </a:lnTo>
                <a:lnTo>
                  <a:pt x="955988" y="869183"/>
                </a:lnTo>
                <a:lnTo>
                  <a:pt x="972725" y="869183"/>
                </a:lnTo>
                <a:lnTo>
                  <a:pt x="1002143" y="869183"/>
                </a:lnTo>
                <a:lnTo>
                  <a:pt x="1002143" y="856165"/>
                </a:lnTo>
                <a:lnTo>
                  <a:pt x="972725" y="856165"/>
                </a:lnTo>
                <a:lnTo>
                  <a:pt x="972725" y="747285"/>
                </a:lnTo>
                <a:lnTo>
                  <a:pt x="924879" y="747285"/>
                </a:lnTo>
                <a:lnTo>
                  <a:pt x="924879" y="760473"/>
                </a:lnTo>
                <a:lnTo>
                  <a:pt x="955988" y="760473"/>
                </a:lnTo>
                <a:close/>
                <a:moveTo>
                  <a:pt x="1161430" y="812814"/>
                </a:moveTo>
                <a:lnTo>
                  <a:pt x="1161479" y="812377"/>
                </a:lnTo>
                <a:lnTo>
                  <a:pt x="1161534" y="811941"/>
                </a:lnTo>
                <a:lnTo>
                  <a:pt x="1161595" y="811507"/>
                </a:lnTo>
                <a:lnTo>
                  <a:pt x="1161663" y="811074"/>
                </a:lnTo>
                <a:lnTo>
                  <a:pt x="1161737" y="810644"/>
                </a:lnTo>
                <a:lnTo>
                  <a:pt x="1161818" y="810215"/>
                </a:lnTo>
                <a:lnTo>
                  <a:pt x="1161905" y="809788"/>
                </a:lnTo>
                <a:lnTo>
                  <a:pt x="1161998" y="809362"/>
                </a:lnTo>
                <a:lnTo>
                  <a:pt x="1162099" y="808939"/>
                </a:lnTo>
                <a:lnTo>
                  <a:pt x="1162205" y="808517"/>
                </a:lnTo>
                <a:lnTo>
                  <a:pt x="1162318" y="808097"/>
                </a:lnTo>
                <a:lnTo>
                  <a:pt x="1162438" y="807679"/>
                </a:lnTo>
                <a:lnTo>
                  <a:pt x="1162564" y="807262"/>
                </a:lnTo>
                <a:lnTo>
                  <a:pt x="1162696" y="806848"/>
                </a:lnTo>
                <a:lnTo>
                  <a:pt x="1162835" y="806435"/>
                </a:lnTo>
                <a:lnTo>
                  <a:pt x="1162980" y="806023"/>
                </a:lnTo>
                <a:lnTo>
                  <a:pt x="1163132" y="805614"/>
                </a:lnTo>
                <a:lnTo>
                  <a:pt x="1163290" y="805208"/>
                </a:lnTo>
                <a:lnTo>
                  <a:pt x="1163455" y="804809"/>
                </a:lnTo>
                <a:lnTo>
                  <a:pt x="1163626" y="804415"/>
                </a:lnTo>
                <a:lnTo>
                  <a:pt x="1163803" y="804027"/>
                </a:lnTo>
                <a:lnTo>
                  <a:pt x="1163987" y="803644"/>
                </a:lnTo>
                <a:lnTo>
                  <a:pt x="1164178" y="803268"/>
                </a:lnTo>
                <a:lnTo>
                  <a:pt x="1164375" y="802898"/>
                </a:lnTo>
                <a:lnTo>
                  <a:pt x="1164578" y="802533"/>
                </a:lnTo>
                <a:lnTo>
                  <a:pt x="1164788" y="802174"/>
                </a:lnTo>
                <a:lnTo>
                  <a:pt x="1165004" y="801821"/>
                </a:lnTo>
                <a:lnTo>
                  <a:pt x="1165227" y="801475"/>
                </a:lnTo>
                <a:lnTo>
                  <a:pt x="1165456" y="801133"/>
                </a:lnTo>
                <a:lnTo>
                  <a:pt x="1165692" y="800798"/>
                </a:lnTo>
                <a:lnTo>
                  <a:pt x="1165934" y="800469"/>
                </a:lnTo>
                <a:lnTo>
                  <a:pt x="1166183" y="800145"/>
                </a:lnTo>
                <a:lnTo>
                  <a:pt x="1166438" y="799828"/>
                </a:lnTo>
                <a:lnTo>
                  <a:pt x="1166699" y="799516"/>
                </a:lnTo>
                <a:lnTo>
                  <a:pt x="1166967" y="799210"/>
                </a:lnTo>
                <a:lnTo>
                  <a:pt x="1167242" y="798910"/>
                </a:lnTo>
                <a:lnTo>
                  <a:pt x="1167523" y="798616"/>
                </a:lnTo>
                <a:lnTo>
                  <a:pt x="1167810" y="798328"/>
                </a:lnTo>
                <a:lnTo>
                  <a:pt x="1168104" y="798046"/>
                </a:lnTo>
                <a:lnTo>
                  <a:pt x="1168404" y="797769"/>
                </a:lnTo>
                <a:lnTo>
                  <a:pt x="1168711" y="797499"/>
                </a:lnTo>
                <a:lnTo>
                  <a:pt x="1169038" y="797236"/>
                </a:lnTo>
                <a:lnTo>
                  <a:pt x="1169371" y="796985"/>
                </a:lnTo>
                <a:lnTo>
                  <a:pt x="1169710" y="796746"/>
                </a:lnTo>
                <a:lnTo>
                  <a:pt x="1170054" y="796517"/>
                </a:lnTo>
                <a:lnTo>
                  <a:pt x="1170405" y="796299"/>
                </a:lnTo>
                <a:lnTo>
                  <a:pt x="1170761" y="796093"/>
                </a:lnTo>
                <a:lnTo>
                  <a:pt x="1171123" y="795898"/>
                </a:lnTo>
                <a:lnTo>
                  <a:pt x="1171491" y="795714"/>
                </a:lnTo>
                <a:lnTo>
                  <a:pt x="1171865" y="795541"/>
                </a:lnTo>
                <a:lnTo>
                  <a:pt x="1172245" y="795379"/>
                </a:lnTo>
                <a:lnTo>
                  <a:pt x="1172631" y="795229"/>
                </a:lnTo>
                <a:lnTo>
                  <a:pt x="1173022" y="795089"/>
                </a:lnTo>
                <a:lnTo>
                  <a:pt x="1173420" y="794961"/>
                </a:lnTo>
                <a:lnTo>
                  <a:pt x="1173823" y="794844"/>
                </a:lnTo>
                <a:lnTo>
                  <a:pt x="1174232" y="794738"/>
                </a:lnTo>
                <a:lnTo>
                  <a:pt x="1174647" y="794643"/>
                </a:lnTo>
                <a:lnTo>
                  <a:pt x="1175068" y="794560"/>
                </a:lnTo>
                <a:lnTo>
                  <a:pt x="1175495" y="794487"/>
                </a:lnTo>
                <a:lnTo>
                  <a:pt x="1175927" y="794426"/>
                </a:lnTo>
                <a:lnTo>
                  <a:pt x="1176366" y="794376"/>
                </a:lnTo>
                <a:lnTo>
                  <a:pt x="1176810" y="794337"/>
                </a:lnTo>
                <a:lnTo>
                  <a:pt x="1177261" y="794309"/>
                </a:lnTo>
                <a:lnTo>
                  <a:pt x="1177717" y="794292"/>
                </a:lnTo>
                <a:lnTo>
                  <a:pt x="1178179" y="794286"/>
                </a:lnTo>
                <a:lnTo>
                  <a:pt x="1178654" y="794291"/>
                </a:lnTo>
                <a:lnTo>
                  <a:pt x="1179122" y="794304"/>
                </a:lnTo>
                <a:lnTo>
                  <a:pt x="1179581" y="794326"/>
                </a:lnTo>
                <a:lnTo>
                  <a:pt x="1180034" y="794357"/>
                </a:lnTo>
                <a:lnTo>
                  <a:pt x="1180478" y="794396"/>
                </a:lnTo>
                <a:lnTo>
                  <a:pt x="1180916" y="794445"/>
                </a:lnTo>
                <a:lnTo>
                  <a:pt x="1181345" y="794502"/>
                </a:lnTo>
                <a:lnTo>
                  <a:pt x="1181767" y="794568"/>
                </a:lnTo>
                <a:lnTo>
                  <a:pt x="1182181" y="794643"/>
                </a:lnTo>
                <a:lnTo>
                  <a:pt x="1182587" y="794727"/>
                </a:lnTo>
                <a:lnTo>
                  <a:pt x="1182986" y="794819"/>
                </a:lnTo>
                <a:lnTo>
                  <a:pt x="1183378" y="794920"/>
                </a:lnTo>
                <a:lnTo>
                  <a:pt x="1183761" y="795030"/>
                </a:lnTo>
                <a:lnTo>
                  <a:pt x="1184137" y="795149"/>
                </a:lnTo>
                <a:lnTo>
                  <a:pt x="1184506" y="795277"/>
                </a:lnTo>
                <a:lnTo>
                  <a:pt x="1184866" y="795413"/>
                </a:lnTo>
                <a:lnTo>
                  <a:pt x="1185219" y="795559"/>
                </a:lnTo>
                <a:lnTo>
                  <a:pt x="1185565" y="795713"/>
                </a:lnTo>
                <a:lnTo>
                  <a:pt x="1185903" y="795876"/>
                </a:lnTo>
                <a:lnTo>
                  <a:pt x="1186233" y="796047"/>
                </a:lnTo>
                <a:lnTo>
                  <a:pt x="1186556" y="796228"/>
                </a:lnTo>
                <a:lnTo>
                  <a:pt x="1186870" y="796417"/>
                </a:lnTo>
                <a:lnTo>
                  <a:pt x="1187178" y="796615"/>
                </a:lnTo>
                <a:lnTo>
                  <a:pt x="1187477" y="796822"/>
                </a:lnTo>
                <a:lnTo>
                  <a:pt x="1187784" y="797022"/>
                </a:lnTo>
                <a:lnTo>
                  <a:pt x="1188083" y="797227"/>
                </a:lnTo>
                <a:lnTo>
                  <a:pt x="1188376" y="797438"/>
                </a:lnTo>
                <a:lnTo>
                  <a:pt x="1188661" y="797654"/>
                </a:lnTo>
                <a:lnTo>
                  <a:pt x="1188939" y="797875"/>
                </a:lnTo>
                <a:lnTo>
                  <a:pt x="1189210" y="798101"/>
                </a:lnTo>
                <a:lnTo>
                  <a:pt x="1189475" y="798332"/>
                </a:lnTo>
                <a:lnTo>
                  <a:pt x="1189732" y="798569"/>
                </a:lnTo>
                <a:lnTo>
                  <a:pt x="1189982" y="798811"/>
                </a:lnTo>
                <a:lnTo>
                  <a:pt x="1190225" y="799059"/>
                </a:lnTo>
                <a:lnTo>
                  <a:pt x="1190461" y="799312"/>
                </a:lnTo>
                <a:lnTo>
                  <a:pt x="1190690" y="799570"/>
                </a:lnTo>
                <a:lnTo>
                  <a:pt x="1190912" y="799833"/>
                </a:lnTo>
                <a:lnTo>
                  <a:pt x="1191127" y="800101"/>
                </a:lnTo>
                <a:lnTo>
                  <a:pt x="1191334" y="800375"/>
                </a:lnTo>
                <a:lnTo>
                  <a:pt x="1191535" y="800654"/>
                </a:lnTo>
                <a:lnTo>
                  <a:pt x="1191729" y="800939"/>
                </a:lnTo>
                <a:lnTo>
                  <a:pt x="1191916" y="801229"/>
                </a:lnTo>
                <a:lnTo>
                  <a:pt x="1192095" y="801524"/>
                </a:lnTo>
                <a:lnTo>
                  <a:pt x="1192268" y="801824"/>
                </a:lnTo>
                <a:lnTo>
                  <a:pt x="1192433" y="802129"/>
                </a:lnTo>
                <a:lnTo>
                  <a:pt x="1192592" y="802440"/>
                </a:lnTo>
                <a:lnTo>
                  <a:pt x="1192743" y="802756"/>
                </a:lnTo>
                <a:lnTo>
                  <a:pt x="1192888" y="803078"/>
                </a:lnTo>
                <a:lnTo>
                  <a:pt x="1193039" y="803403"/>
                </a:lnTo>
                <a:lnTo>
                  <a:pt x="1193185" y="803730"/>
                </a:lnTo>
                <a:lnTo>
                  <a:pt x="1193323" y="804060"/>
                </a:lnTo>
                <a:lnTo>
                  <a:pt x="1193456" y="804393"/>
                </a:lnTo>
                <a:lnTo>
                  <a:pt x="1193582" y="804727"/>
                </a:lnTo>
                <a:lnTo>
                  <a:pt x="1193701" y="805064"/>
                </a:lnTo>
                <a:lnTo>
                  <a:pt x="1193814" y="805404"/>
                </a:lnTo>
                <a:lnTo>
                  <a:pt x="1193921" y="805745"/>
                </a:lnTo>
                <a:lnTo>
                  <a:pt x="1194021" y="806089"/>
                </a:lnTo>
                <a:lnTo>
                  <a:pt x="1194115" y="806436"/>
                </a:lnTo>
                <a:lnTo>
                  <a:pt x="1194202" y="806784"/>
                </a:lnTo>
                <a:lnTo>
                  <a:pt x="1194282" y="807135"/>
                </a:lnTo>
                <a:lnTo>
                  <a:pt x="1194357" y="807489"/>
                </a:lnTo>
                <a:lnTo>
                  <a:pt x="1194424" y="807845"/>
                </a:lnTo>
                <a:lnTo>
                  <a:pt x="1194486" y="808203"/>
                </a:lnTo>
                <a:lnTo>
                  <a:pt x="1194541" y="808563"/>
                </a:lnTo>
                <a:lnTo>
                  <a:pt x="1194589" y="808926"/>
                </a:lnTo>
                <a:lnTo>
                  <a:pt x="1194631" y="809291"/>
                </a:lnTo>
                <a:lnTo>
                  <a:pt x="1194667" y="809658"/>
                </a:lnTo>
                <a:lnTo>
                  <a:pt x="1194696" y="810028"/>
                </a:lnTo>
                <a:lnTo>
                  <a:pt x="1194718" y="810400"/>
                </a:lnTo>
                <a:lnTo>
                  <a:pt x="1194734" y="810775"/>
                </a:lnTo>
                <a:lnTo>
                  <a:pt x="1194744" y="811152"/>
                </a:lnTo>
                <a:lnTo>
                  <a:pt x="1194747" y="811531"/>
                </a:lnTo>
                <a:lnTo>
                  <a:pt x="1194747" y="815081"/>
                </a:lnTo>
                <a:lnTo>
                  <a:pt x="1209118" y="815081"/>
                </a:lnTo>
                <a:lnTo>
                  <a:pt x="1209146" y="814899"/>
                </a:lnTo>
                <a:lnTo>
                  <a:pt x="1209172" y="814720"/>
                </a:lnTo>
                <a:lnTo>
                  <a:pt x="1209197" y="814543"/>
                </a:lnTo>
                <a:lnTo>
                  <a:pt x="1209221" y="814368"/>
                </a:lnTo>
                <a:lnTo>
                  <a:pt x="1209244" y="814195"/>
                </a:lnTo>
                <a:lnTo>
                  <a:pt x="1209266" y="814025"/>
                </a:lnTo>
                <a:lnTo>
                  <a:pt x="1209287" y="813857"/>
                </a:lnTo>
                <a:lnTo>
                  <a:pt x="1209306" y="813691"/>
                </a:lnTo>
                <a:lnTo>
                  <a:pt x="1209324" y="813528"/>
                </a:lnTo>
                <a:lnTo>
                  <a:pt x="1209341" y="813367"/>
                </a:lnTo>
                <a:lnTo>
                  <a:pt x="1209357" y="813209"/>
                </a:lnTo>
                <a:lnTo>
                  <a:pt x="1209372" y="813053"/>
                </a:lnTo>
                <a:lnTo>
                  <a:pt x="1209385" y="812899"/>
                </a:lnTo>
                <a:lnTo>
                  <a:pt x="1209397" y="812748"/>
                </a:lnTo>
                <a:lnTo>
                  <a:pt x="1209409" y="812598"/>
                </a:lnTo>
                <a:lnTo>
                  <a:pt x="1209419" y="812452"/>
                </a:lnTo>
                <a:lnTo>
                  <a:pt x="1209427" y="812307"/>
                </a:lnTo>
                <a:lnTo>
                  <a:pt x="1209435" y="812165"/>
                </a:lnTo>
                <a:lnTo>
                  <a:pt x="1209442" y="812025"/>
                </a:lnTo>
                <a:lnTo>
                  <a:pt x="1209447" y="811888"/>
                </a:lnTo>
                <a:lnTo>
                  <a:pt x="1209451" y="811753"/>
                </a:lnTo>
                <a:lnTo>
                  <a:pt x="1209454" y="811620"/>
                </a:lnTo>
                <a:lnTo>
                  <a:pt x="1209456" y="811490"/>
                </a:lnTo>
                <a:lnTo>
                  <a:pt x="1209456" y="811362"/>
                </a:lnTo>
                <a:lnTo>
                  <a:pt x="1209470" y="811221"/>
                </a:lnTo>
                <a:lnTo>
                  <a:pt x="1209483" y="811079"/>
                </a:lnTo>
                <a:lnTo>
                  <a:pt x="1209496" y="810937"/>
                </a:lnTo>
                <a:lnTo>
                  <a:pt x="1209508" y="810794"/>
                </a:lnTo>
                <a:lnTo>
                  <a:pt x="1209519" y="810650"/>
                </a:lnTo>
                <a:lnTo>
                  <a:pt x="1209530" y="810506"/>
                </a:lnTo>
                <a:lnTo>
                  <a:pt x="1209540" y="810361"/>
                </a:lnTo>
                <a:lnTo>
                  <a:pt x="1209550" y="810216"/>
                </a:lnTo>
                <a:lnTo>
                  <a:pt x="1209559" y="810070"/>
                </a:lnTo>
                <a:lnTo>
                  <a:pt x="1209568" y="809924"/>
                </a:lnTo>
                <a:lnTo>
                  <a:pt x="1209576" y="809777"/>
                </a:lnTo>
                <a:lnTo>
                  <a:pt x="1209583" y="809629"/>
                </a:lnTo>
                <a:lnTo>
                  <a:pt x="1209590" y="809481"/>
                </a:lnTo>
                <a:lnTo>
                  <a:pt x="1209596" y="809332"/>
                </a:lnTo>
                <a:lnTo>
                  <a:pt x="1209601" y="809183"/>
                </a:lnTo>
                <a:lnTo>
                  <a:pt x="1209606" y="809033"/>
                </a:lnTo>
                <a:lnTo>
                  <a:pt x="1209611" y="808882"/>
                </a:lnTo>
                <a:lnTo>
                  <a:pt x="1209615" y="808731"/>
                </a:lnTo>
                <a:lnTo>
                  <a:pt x="1209618" y="808579"/>
                </a:lnTo>
                <a:lnTo>
                  <a:pt x="1209621" y="808427"/>
                </a:lnTo>
                <a:lnTo>
                  <a:pt x="1209623" y="808274"/>
                </a:lnTo>
                <a:lnTo>
                  <a:pt x="1209624" y="808120"/>
                </a:lnTo>
                <a:lnTo>
                  <a:pt x="1209625" y="807966"/>
                </a:lnTo>
                <a:lnTo>
                  <a:pt x="1209625" y="807812"/>
                </a:lnTo>
                <a:lnTo>
                  <a:pt x="1209613" y="806847"/>
                </a:lnTo>
                <a:lnTo>
                  <a:pt x="1209577" y="805897"/>
                </a:lnTo>
                <a:lnTo>
                  <a:pt x="1209517" y="804961"/>
                </a:lnTo>
                <a:lnTo>
                  <a:pt x="1209433" y="804041"/>
                </a:lnTo>
                <a:lnTo>
                  <a:pt x="1209324" y="803134"/>
                </a:lnTo>
                <a:lnTo>
                  <a:pt x="1209192" y="802243"/>
                </a:lnTo>
                <a:lnTo>
                  <a:pt x="1209036" y="801366"/>
                </a:lnTo>
                <a:lnTo>
                  <a:pt x="1208855" y="800504"/>
                </a:lnTo>
                <a:lnTo>
                  <a:pt x="1208650" y="799657"/>
                </a:lnTo>
                <a:lnTo>
                  <a:pt x="1208422" y="798824"/>
                </a:lnTo>
                <a:lnTo>
                  <a:pt x="1208169" y="798006"/>
                </a:lnTo>
                <a:lnTo>
                  <a:pt x="1207892" y="797203"/>
                </a:lnTo>
                <a:lnTo>
                  <a:pt x="1207591" y="796414"/>
                </a:lnTo>
                <a:lnTo>
                  <a:pt x="1207266" y="795640"/>
                </a:lnTo>
                <a:lnTo>
                  <a:pt x="1206917" y="794881"/>
                </a:lnTo>
                <a:lnTo>
                  <a:pt x="1206544" y="794136"/>
                </a:lnTo>
                <a:lnTo>
                  <a:pt x="1206147" y="793406"/>
                </a:lnTo>
                <a:lnTo>
                  <a:pt x="1205726" y="792691"/>
                </a:lnTo>
                <a:lnTo>
                  <a:pt x="1205281" y="791990"/>
                </a:lnTo>
                <a:lnTo>
                  <a:pt x="1204811" y="791304"/>
                </a:lnTo>
                <a:lnTo>
                  <a:pt x="1204318" y="790633"/>
                </a:lnTo>
                <a:lnTo>
                  <a:pt x="1203801" y="789976"/>
                </a:lnTo>
                <a:lnTo>
                  <a:pt x="1203259" y="789334"/>
                </a:lnTo>
                <a:lnTo>
                  <a:pt x="1202693" y="788707"/>
                </a:lnTo>
                <a:lnTo>
                  <a:pt x="1202120" y="788086"/>
                </a:lnTo>
                <a:lnTo>
                  <a:pt x="1201525" y="787492"/>
                </a:lnTo>
                <a:lnTo>
                  <a:pt x="1200910" y="786924"/>
                </a:lnTo>
                <a:lnTo>
                  <a:pt x="1200275" y="786382"/>
                </a:lnTo>
                <a:lnTo>
                  <a:pt x="1199619" y="785867"/>
                </a:lnTo>
                <a:lnTo>
                  <a:pt x="1198942" y="785378"/>
                </a:lnTo>
                <a:lnTo>
                  <a:pt x="1198245" y="784916"/>
                </a:lnTo>
                <a:lnTo>
                  <a:pt x="1197527" y="784480"/>
                </a:lnTo>
                <a:lnTo>
                  <a:pt x="1196789" y="784071"/>
                </a:lnTo>
                <a:lnTo>
                  <a:pt x="1196031" y="783688"/>
                </a:lnTo>
                <a:lnTo>
                  <a:pt x="1195251" y="783331"/>
                </a:lnTo>
                <a:lnTo>
                  <a:pt x="1194451" y="783001"/>
                </a:lnTo>
                <a:lnTo>
                  <a:pt x="1193631" y="782697"/>
                </a:lnTo>
                <a:lnTo>
                  <a:pt x="1192790" y="782420"/>
                </a:lnTo>
                <a:lnTo>
                  <a:pt x="1191929" y="782169"/>
                </a:lnTo>
                <a:lnTo>
                  <a:pt x="1191047" y="781944"/>
                </a:lnTo>
                <a:lnTo>
                  <a:pt x="1190144" y="781746"/>
                </a:lnTo>
                <a:lnTo>
                  <a:pt x="1189221" y="781575"/>
                </a:lnTo>
                <a:lnTo>
                  <a:pt x="1188277" y="781429"/>
                </a:lnTo>
                <a:lnTo>
                  <a:pt x="1187313" y="781310"/>
                </a:lnTo>
                <a:lnTo>
                  <a:pt x="1186328" y="781218"/>
                </a:lnTo>
                <a:lnTo>
                  <a:pt x="1185323" y="781152"/>
                </a:lnTo>
                <a:lnTo>
                  <a:pt x="1184297" y="781112"/>
                </a:lnTo>
                <a:lnTo>
                  <a:pt x="1183251" y="781099"/>
                </a:lnTo>
                <a:lnTo>
                  <a:pt x="1182564" y="781106"/>
                </a:lnTo>
                <a:lnTo>
                  <a:pt x="1181883" y="781126"/>
                </a:lnTo>
                <a:lnTo>
                  <a:pt x="1181209" y="781160"/>
                </a:lnTo>
                <a:lnTo>
                  <a:pt x="1180541" y="781207"/>
                </a:lnTo>
                <a:lnTo>
                  <a:pt x="1179880" y="781268"/>
                </a:lnTo>
                <a:lnTo>
                  <a:pt x="1179225" y="781342"/>
                </a:lnTo>
                <a:lnTo>
                  <a:pt x="1178576" y="781430"/>
                </a:lnTo>
                <a:lnTo>
                  <a:pt x="1177935" y="781531"/>
                </a:lnTo>
                <a:lnTo>
                  <a:pt x="1177299" y="781646"/>
                </a:lnTo>
                <a:lnTo>
                  <a:pt x="1176670" y="781774"/>
                </a:lnTo>
                <a:lnTo>
                  <a:pt x="1176048" y="781916"/>
                </a:lnTo>
                <a:lnTo>
                  <a:pt x="1175431" y="782071"/>
                </a:lnTo>
                <a:lnTo>
                  <a:pt x="1174822" y="782240"/>
                </a:lnTo>
                <a:lnTo>
                  <a:pt x="1174219" y="782422"/>
                </a:lnTo>
                <a:lnTo>
                  <a:pt x="1173622" y="782618"/>
                </a:lnTo>
                <a:lnTo>
                  <a:pt x="1173032" y="782827"/>
                </a:lnTo>
                <a:lnTo>
                  <a:pt x="1172448" y="783050"/>
                </a:lnTo>
                <a:lnTo>
                  <a:pt x="1171870" y="783286"/>
                </a:lnTo>
                <a:lnTo>
                  <a:pt x="1171300" y="783536"/>
                </a:lnTo>
                <a:lnTo>
                  <a:pt x="1170735" y="783799"/>
                </a:lnTo>
                <a:lnTo>
                  <a:pt x="1170177" y="784076"/>
                </a:lnTo>
                <a:lnTo>
                  <a:pt x="1169626" y="784366"/>
                </a:lnTo>
                <a:lnTo>
                  <a:pt x="1169081" y="784670"/>
                </a:lnTo>
                <a:lnTo>
                  <a:pt x="1168542" y="784987"/>
                </a:lnTo>
                <a:lnTo>
                  <a:pt x="1168026" y="785303"/>
                </a:lnTo>
                <a:lnTo>
                  <a:pt x="1167522" y="785629"/>
                </a:lnTo>
                <a:lnTo>
                  <a:pt x="1167028" y="785965"/>
                </a:lnTo>
                <a:lnTo>
                  <a:pt x="1166546" y="786312"/>
                </a:lnTo>
                <a:lnTo>
                  <a:pt x="1166075" y="786669"/>
                </a:lnTo>
                <a:lnTo>
                  <a:pt x="1165615" y="787037"/>
                </a:lnTo>
                <a:lnTo>
                  <a:pt x="1165166" y="787416"/>
                </a:lnTo>
                <a:lnTo>
                  <a:pt x="1164728" y="787805"/>
                </a:lnTo>
                <a:lnTo>
                  <a:pt x="1164302" y="788205"/>
                </a:lnTo>
                <a:lnTo>
                  <a:pt x="1163887" y="788615"/>
                </a:lnTo>
                <a:lnTo>
                  <a:pt x="1163482" y="789036"/>
                </a:lnTo>
                <a:lnTo>
                  <a:pt x="1163089" y="789468"/>
                </a:lnTo>
                <a:lnTo>
                  <a:pt x="1162708" y="789910"/>
                </a:lnTo>
                <a:lnTo>
                  <a:pt x="1162337" y="790363"/>
                </a:lnTo>
                <a:lnTo>
                  <a:pt x="1161977" y="790826"/>
                </a:lnTo>
                <a:lnTo>
                  <a:pt x="1161629" y="791299"/>
                </a:lnTo>
                <a:lnTo>
                  <a:pt x="1161292" y="791784"/>
                </a:lnTo>
                <a:lnTo>
                  <a:pt x="1160966" y="792279"/>
                </a:lnTo>
                <a:lnTo>
                  <a:pt x="1160651" y="792784"/>
                </a:lnTo>
                <a:lnTo>
                  <a:pt x="1160347" y="793300"/>
                </a:lnTo>
                <a:lnTo>
                  <a:pt x="1160054" y="793827"/>
                </a:lnTo>
                <a:lnTo>
                  <a:pt x="1159773" y="794364"/>
                </a:lnTo>
                <a:lnTo>
                  <a:pt x="1159502" y="794912"/>
                </a:lnTo>
                <a:lnTo>
                  <a:pt x="1159243" y="795470"/>
                </a:lnTo>
                <a:lnTo>
                  <a:pt x="1158398" y="782790"/>
                </a:lnTo>
                <a:lnTo>
                  <a:pt x="1122894" y="782790"/>
                </a:lnTo>
                <a:lnTo>
                  <a:pt x="1122894" y="795977"/>
                </a:lnTo>
                <a:lnTo>
                  <a:pt x="1144703" y="795977"/>
                </a:lnTo>
                <a:lnTo>
                  <a:pt x="1144703" y="856165"/>
                </a:lnTo>
                <a:lnTo>
                  <a:pt x="1122048" y="856165"/>
                </a:lnTo>
                <a:lnTo>
                  <a:pt x="1122048" y="869183"/>
                </a:lnTo>
                <a:lnTo>
                  <a:pt x="1144703" y="869183"/>
                </a:lnTo>
                <a:lnTo>
                  <a:pt x="1161272" y="869183"/>
                </a:lnTo>
                <a:lnTo>
                  <a:pt x="1199988" y="869183"/>
                </a:lnTo>
                <a:lnTo>
                  <a:pt x="1199988" y="856165"/>
                </a:lnTo>
                <a:lnTo>
                  <a:pt x="1161272" y="856165"/>
                </a:lnTo>
                <a:lnTo>
                  <a:pt x="1161272" y="815927"/>
                </a:lnTo>
                <a:lnTo>
                  <a:pt x="1161275" y="815477"/>
                </a:lnTo>
                <a:lnTo>
                  <a:pt x="1161285" y="815029"/>
                </a:lnTo>
                <a:lnTo>
                  <a:pt x="1161301" y="814582"/>
                </a:lnTo>
                <a:lnTo>
                  <a:pt x="1161324" y="814138"/>
                </a:lnTo>
                <a:lnTo>
                  <a:pt x="1161353" y="813695"/>
                </a:lnTo>
                <a:lnTo>
                  <a:pt x="1161388" y="813254"/>
                </a:lnTo>
                <a:lnTo>
                  <a:pt x="1161430" y="812814"/>
                </a:lnTo>
                <a:close/>
                <a:moveTo>
                  <a:pt x="1072409" y="870273"/>
                </a:moveTo>
                <a:lnTo>
                  <a:pt x="1073347" y="870113"/>
                </a:lnTo>
                <a:lnTo>
                  <a:pt x="1074272" y="869934"/>
                </a:lnTo>
                <a:lnTo>
                  <a:pt x="1075185" y="869737"/>
                </a:lnTo>
                <a:lnTo>
                  <a:pt x="1076086" y="869521"/>
                </a:lnTo>
                <a:lnTo>
                  <a:pt x="1076974" y="869286"/>
                </a:lnTo>
                <a:lnTo>
                  <a:pt x="1077851" y="869033"/>
                </a:lnTo>
                <a:lnTo>
                  <a:pt x="1078714" y="868760"/>
                </a:lnTo>
                <a:lnTo>
                  <a:pt x="1079566" y="868469"/>
                </a:lnTo>
                <a:lnTo>
                  <a:pt x="1080405" y="868159"/>
                </a:lnTo>
                <a:lnTo>
                  <a:pt x="1081232" y="867830"/>
                </a:lnTo>
                <a:lnTo>
                  <a:pt x="1082046" y="867483"/>
                </a:lnTo>
                <a:lnTo>
                  <a:pt x="1082849" y="867117"/>
                </a:lnTo>
                <a:lnTo>
                  <a:pt x="1083638" y="866732"/>
                </a:lnTo>
                <a:lnTo>
                  <a:pt x="1084416" y="866328"/>
                </a:lnTo>
                <a:lnTo>
                  <a:pt x="1085181" y="865905"/>
                </a:lnTo>
                <a:lnTo>
                  <a:pt x="1085934" y="865464"/>
                </a:lnTo>
                <a:lnTo>
                  <a:pt x="1086674" y="864991"/>
                </a:lnTo>
                <a:lnTo>
                  <a:pt x="1087398" y="864504"/>
                </a:lnTo>
                <a:lnTo>
                  <a:pt x="1088108" y="864003"/>
                </a:lnTo>
                <a:lnTo>
                  <a:pt x="1088804" y="863486"/>
                </a:lnTo>
                <a:lnTo>
                  <a:pt x="1089484" y="862955"/>
                </a:lnTo>
                <a:lnTo>
                  <a:pt x="1090150" y="862410"/>
                </a:lnTo>
                <a:lnTo>
                  <a:pt x="1090802" y="861849"/>
                </a:lnTo>
                <a:lnTo>
                  <a:pt x="1091438" y="861274"/>
                </a:lnTo>
                <a:lnTo>
                  <a:pt x="1092060" y="860685"/>
                </a:lnTo>
                <a:lnTo>
                  <a:pt x="1092667" y="860080"/>
                </a:lnTo>
                <a:lnTo>
                  <a:pt x="1093260" y="859461"/>
                </a:lnTo>
                <a:lnTo>
                  <a:pt x="1093838" y="858828"/>
                </a:lnTo>
                <a:lnTo>
                  <a:pt x="1094401" y="858179"/>
                </a:lnTo>
                <a:lnTo>
                  <a:pt x="1094950" y="857516"/>
                </a:lnTo>
                <a:lnTo>
                  <a:pt x="1095484" y="856838"/>
                </a:lnTo>
                <a:lnTo>
                  <a:pt x="1096003" y="856146"/>
                </a:lnTo>
                <a:lnTo>
                  <a:pt x="1096508" y="855439"/>
                </a:lnTo>
                <a:lnTo>
                  <a:pt x="1096997" y="854717"/>
                </a:lnTo>
                <a:lnTo>
                  <a:pt x="1097473" y="853981"/>
                </a:lnTo>
                <a:lnTo>
                  <a:pt x="1097933" y="853230"/>
                </a:lnTo>
                <a:lnTo>
                  <a:pt x="1098379" y="852464"/>
                </a:lnTo>
                <a:lnTo>
                  <a:pt x="1098810" y="851683"/>
                </a:lnTo>
                <a:lnTo>
                  <a:pt x="1099227" y="850888"/>
                </a:lnTo>
                <a:lnTo>
                  <a:pt x="1099629" y="850078"/>
                </a:lnTo>
                <a:lnTo>
                  <a:pt x="1100015" y="849256"/>
                </a:lnTo>
                <a:lnTo>
                  <a:pt x="1100385" y="848423"/>
                </a:lnTo>
                <a:lnTo>
                  <a:pt x="1100738" y="847579"/>
                </a:lnTo>
                <a:lnTo>
                  <a:pt x="1101075" y="846725"/>
                </a:lnTo>
                <a:lnTo>
                  <a:pt x="1101396" y="845861"/>
                </a:lnTo>
                <a:lnTo>
                  <a:pt x="1101700" y="844985"/>
                </a:lnTo>
                <a:lnTo>
                  <a:pt x="1101987" y="844099"/>
                </a:lnTo>
                <a:lnTo>
                  <a:pt x="1102258" y="843203"/>
                </a:lnTo>
                <a:lnTo>
                  <a:pt x="1102513" y="842296"/>
                </a:lnTo>
                <a:lnTo>
                  <a:pt x="1102752" y="841379"/>
                </a:lnTo>
                <a:lnTo>
                  <a:pt x="1102973" y="840450"/>
                </a:lnTo>
                <a:lnTo>
                  <a:pt x="1103179" y="839512"/>
                </a:lnTo>
                <a:lnTo>
                  <a:pt x="1103368" y="838562"/>
                </a:lnTo>
                <a:lnTo>
                  <a:pt x="1103541" y="837603"/>
                </a:lnTo>
                <a:lnTo>
                  <a:pt x="1103697" y="836632"/>
                </a:lnTo>
                <a:lnTo>
                  <a:pt x="1103836" y="835651"/>
                </a:lnTo>
                <a:lnTo>
                  <a:pt x="1103960" y="834660"/>
                </a:lnTo>
                <a:lnTo>
                  <a:pt x="1104067" y="833658"/>
                </a:lnTo>
                <a:lnTo>
                  <a:pt x="1104157" y="832645"/>
                </a:lnTo>
                <a:lnTo>
                  <a:pt x="1104231" y="831622"/>
                </a:lnTo>
                <a:lnTo>
                  <a:pt x="1104288" y="830588"/>
                </a:lnTo>
                <a:lnTo>
                  <a:pt x="1104330" y="829544"/>
                </a:lnTo>
                <a:lnTo>
                  <a:pt x="1104354" y="828489"/>
                </a:lnTo>
                <a:lnTo>
                  <a:pt x="1104362" y="827423"/>
                </a:lnTo>
                <a:lnTo>
                  <a:pt x="1104362" y="824549"/>
                </a:lnTo>
                <a:lnTo>
                  <a:pt x="1104354" y="823498"/>
                </a:lnTo>
                <a:lnTo>
                  <a:pt x="1104330" y="822456"/>
                </a:lnTo>
                <a:lnTo>
                  <a:pt x="1104288" y="821424"/>
                </a:lnTo>
                <a:lnTo>
                  <a:pt x="1104231" y="820402"/>
                </a:lnTo>
                <a:lnTo>
                  <a:pt x="1104157" y="819391"/>
                </a:lnTo>
                <a:lnTo>
                  <a:pt x="1104067" y="818389"/>
                </a:lnTo>
                <a:lnTo>
                  <a:pt x="1103960" y="817397"/>
                </a:lnTo>
                <a:lnTo>
                  <a:pt x="1103836" y="816415"/>
                </a:lnTo>
                <a:lnTo>
                  <a:pt x="1103697" y="815443"/>
                </a:lnTo>
                <a:lnTo>
                  <a:pt x="1103541" y="814481"/>
                </a:lnTo>
                <a:lnTo>
                  <a:pt x="1103368" y="813530"/>
                </a:lnTo>
                <a:lnTo>
                  <a:pt x="1103179" y="812588"/>
                </a:lnTo>
                <a:lnTo>
                  <a:pt x="1102973" y="811656"/>
                </a:lnTo>
                <a:lnTo>
                  <a:pt x="1102752" y="810734"/>
                </a:lnTo>
                <a:lnTo>
                  <a:pt x="1102513" y="809822"/>
                </a:lnTo>
                <a:lnTo>
                  <a:pt x="1102258" y="808920"/>
                </a:lnTo>
                <a:lnTo>
                  <a:pt x="1101987" y="808028"/>
                </a:lnTo>
                <a:lnTo>
                  <a:pt x="1101700" y="807146"/>
                </a:lnTo>
                <a:lnTo>
                  <a:pt x="1101396" y="806274"/>
                </a:lnTo>
                <a:lnTo>
                  <a:pt x="1101075" y="805412"/>
                </a:lnTo>
                <a:lnTo>
                  <a:pt x="1100738" y="804560"/>
                </a:lnTo>
                <a:lnTo>
                  <a:pt x="1100385" y="803718"/>
                </a:lnTo>
                <a:lnTo>
                  <a:pt x="1100015" y="802886"/>
                </a:lnTo>
                <a:lnTo>
                  <a:pt x="1099629" y="802063"/>
                </a:lnTo>
                <a:lnTo>
                  <a:pt x="1099227" y="801254"/>
                </a:lnTo>
                <a:lnTo>
                  <a:pt x="1098810" y="800458"/>
                </a:lnTo>
                <a:lnTo>
                  <a:pt x="1098379" y="799678"/>
                </a:lnTo>
                <a:lnTo>
                  <a:pt x="1097933" y="798912"/>
                </a:lnTo>
                <a:lnTo>
                  <a:pt x="1097473" y="798161"/>
                </a:lnTo>
                <a:lnTo>
                  <a:pt x="1096997" y="797425"/>
                </a:lnTo>
                <a:lnTo>
                  <a:pt x="1096508" y="796703"/>
                </a:lnTo>
                <a:lnTo>
                  <a:pt x="1096003" y="795996"/>
                </a:lnTo>
                <a:lnTo>
                  <a:pt x="1095484" y="795303"/>
                </a:lnTo>
                <a:lnTo>
                  <a:pt x="1094950" y="794626"/>
                </a:lnTo>
                <a:lnTo>
                  <a:pt x="1094401" y="793963"/>
                </a:lnTo>
                <a:lnTo>
                  <a:pt x="1093838" y="793314"/>
                </a:lnTo>
                <a:lnTo>
                  <a:pt x="1093260" y="792680"/>
                </a:lnTo>
                <a:lnTo>
                  <a:pt x="1092667" y="792061"/>
                </a:lnTo>
                <a:lnTo>
                  <a:pt x="1092060" y="791457"/>
                </a:lnTo>
                <a:lnTo>
                  <a:pt x="1091438" y="790867"/>
                </a:lnTo>
                <a:lnTo>
                  <a:pt x="1090802" y="790292"/>
                </a:lnTo>
                <a:lnTo>
                  <a:pt x="1090150" y="789732"/>
                </a:lnTo>
                <a:lnTo>
                  <a:pt x="1089484" y="789186"/>
                </a:lnTo>
                <a:lnTo>
                  <a:pt x="1088804" y="788655"/>
                </a:lnTo>
                <a:lnTo>
                  <a:pt x="1088108" y="788139"/>
                </a:lnTo>
                <a:lnTo>
                  <a:pt x="1087398" y="787638"/>
                </a:lnTo>
                <a:lnTo>
                  <a:pt x="1086674" y="787151"/>
                </a:lnTo>
                <a:lnTo>
                  <a:pt x="1085934" y="786678"/>
                </a:lnTo>
                <a:lnTo>
                  <a:pt x="1085181" y="786223"/>
                </a:lnTo>
                <a:lnTo>
                  <a:pt x="1084415" y="785787"/>
                </a:lnTo>
                <a:lnTo>
                  <a:pt x="1083636" y="785371"/>
                </a:lnTo>
                <a:lnTo>
                  <a:pt x="1082844" y="784974"/>
                </a:lnTo>
                <a:lnTo>
                  <a:pt x="1082039" y="784596"/>
                </a:lnTo>
                <a:lnTo>
                  <a:pt x="1081221" y="784237"/>
                </a:lnTo>
                <a:lnTo>
                  <a:pt x="1080391" y="783898"/>
                </a:lnTo>
                <a:lnTo>
                  <a:pt x="1079547" y="783579"/>
                </a:lnTo>
                <a:lnTo>
                  <a:pt x="1078691" y="783278"/>
                </a:lnTo>
                <a:lnTo>
                  <a:pt x="1077821" y="782998"/>
                </a:lnTo>
                <a:lnTo>
                  <a:pt x="1076939" y="782736"/>
                </a:lnTo>
                <a:lnTo>
                  <a:pt x="1076044" y="782494"/>
                </a:lnTo>
                <a:lnTo>
                  <a:pt x="1075136" y="782271"/>
                </a:lnTo>
                <a:lnTo>
                  <a:pt x="1074214" y="782068"/>
                </a:lnTo>
                <a:lnTo>
                  <a:pt x="1073280" y="781884"/>
                </a:lnTo>
                <a:lnTo>
                  <a:pt x="1072334" y="781719"/>
                </a:lnTo>
                <a:lnTo>
                  <a:pt x="1071374" y="781574"/>
                </a:lnTo>
                <a:lnTo>
                  <a:pt x="1070401" y="781448"/>
                </a:lnTo>
                <a:lnTo>
                  <a:pt x="1069415" y="781341"/>
                </a:lnTo>
                <a:lnTo>
                  <a:pt x="1068417" y="781254"/>
                </a:lnTo>
                <a:lnTo>
                  <a:pt x="1067405" y="781186"/>
                </a:lnTo>
                <a:lnTo>
                  <a:pt x="1066381" y="781138"/>
                </a:lnTo>
                <a:lnTo>
                  <a:pt x="1065344" y="781109"/>
                </a:lnTo>
                <a:lnTo>
                  <a:pt x="1064294" y="781099"/>
                </a:lnTo>
                <a:lnTo>
                  <a:pt x="1063271" y="781109"/>
                </a:lnTo>
                <a:lnTo>
                  <a:pt x="1062260" y="781138"/>
                </a:lnTo>
                <a:lnTo>
                  <a:pt x="1061261" y="781186"/>
                </a:lnTo>
                <a:lnTo>
                  <a:pt x="1060274" y="781254"/>
                </a:lnTo>
                <a:lnTo>
                  <a:pt x="1059298" y="781341"/>
                </a:lnTo>
                <a:lnTo>
                  <a:pt x="1058334" y="781448"/>
                </a:lnTo>
                <a:lnTo>
                  <a:pt x="1057382" y="781574"/>
                </a:lnTo>
                <a:lnTo>
                  <a:pt x="1056441" y="781719"/>
                </a:lnTo>
                <a:lnTo>
                  <a:pt x="1055513" y="781884"/>
                </a:lnTo>
                <a:lnTo>
                  <a:pt x="1054596" y="782068"/>
                </a:lnTo>
                <a:lnTo>
                  <a:pt x="1053690" y="782271"/>
                </a:lnTo>
                <a:lnTo>
                  <a:pt x="1052797" y="782494"/>
                </a:lnTo>
                <a:lnTo>
                  <a:pt x="1051915" y="782736"/>
                </a:lnTo>
                <a:lnTo>
                  <a:pt x="1051045" y="782998"/>
                </a:lnTo>
                <a:lnTo>
                  <a:pt x="1050187" y="783278"/>
                </a:lnTo>
                <a:lnTo>
                  <a:pt x="1049341" y="783579"/>
                </a:lnTo>
                <a:lnTo>
                  <a:pt x="1048506" y="783898"/>
                </a:lnTo>
                <a:lnTo>
                  <a:pt x="1047683" y="784237"/>
                </a:lnTo>
                <a:lnTo>
                  <a:pt x="1046871" y="784596"/>
                </a:lnTo>
                <a:lnTo>
                  <a:pt x="1046072" y="784974"/>
                </a:lnTo>
                <a:lnTo>
                  <a:pt x="1045284" y="785371"/>
                </a:lnTo>
                <a:lnTo>
                  <a:pt x="1044508" y="785787"/>
                </a:lnTo>
                <a:lnTo>
                  <a:pt x="1043744" y="786223"/>
                </a:lnTo>
                <a:lnTo>
                  <a:pt x="1042991" y="786678"/>
                </a:lnTo>
                <a:lnTo>
                  <a:pt x="1042252" y="787137"/>
                </a:lnTo>
                <a:lnTo>
                  <a:pt x="1041527" y="787611"/>
                </a:lnTo>
                <a:lnTo>
                  <a:pt x="1040817" y="788100"/>
                </a:lnTo>
                <a:lnTo>
                  <a:pt x="1040122" y="788604"/>
                </a:lnTo>
                <a:lnTo>
                  <a:pt x="1039441" y="789123"/>
                </a:lnTo>
                <a:lnTo>
                  <a:pt x="1038775" y="789658"/>
                </a:lnTo>
                <a:lnTo>
                  <a:pt x="1038124" y="790208"/>
                </a:lnTo>
                <a:lnTo>
                  <a:pt x="1037487" y="790773"/>
                </a:lnTo>
                <a:lnTo>
                  <a:pt x="1036865" y="791354"/>
                </a:lnTo>
                <a:lnTo>
                  <a:pt x="1036258" y="791950"/>
                </a:lnTo>
                <a:lnTo>
                  <a:pt x="1035665" y="792561"/>
                </a:lnTo>
                <a:lnTo>
                  <a:pt x="1035087" y="793187"/>
                </a:lnTo>
                <a:lnTo>
                  <a:pt x="1034524" y="793829"/>
                </a:lnTo>
                <a:lnTo>
                  <a:pt x="1033975" y="794486"/>
                </a:lnTo>
                <a:lnTo>
                  <a:pt x="1033441" y="795158"/>
                </a:lnTo>
                <a:lnTo>
                  <a:pt x="1032922" y="795845"/>
                </a:lnTo>
                <a:lnTo>
                  <a:pt x="1032418" y="796548"/>
                </a:lnTo>
                <a:lnTo>
                  <a:pt x="1031928" y="797266"/>
                </a:lnTo>
                <a:lnTo>
                  <a:pt x="1031453" y="797999"/>
                </a:lnTo>
                <a:lnTo>
                  <a:pt x="1030992" y="798748"/>
                </a:lnTo>
                <a:lnTo>
                  <a:pt x="1030546" y="799511"/>
                </a:lnTo>
                <a:lnTo>
                  <a:pt x="1030115" y="800290"/>
                </a:lnTo>
                <a:lnTo>
                  <a:pt x="1029698" y="801085"/>
                </a:lnTo>
                <a:lnTo>
                  <a:pt x="1029297" y="801894"/>
                </a:lnTo>
                <a:lnTo>
                  <a:pt x="1028910" y="802717"/>
                </a:lnTo>
                <a:lnTo>
                  <a:pt x="1028541" y="803550"/>
                </a:lnTo>
                <a:lnTo>
                  <a:pt x="1028187" y="804393"/>
                </a:lnTo>
                <a:lnTo>
                  <a:pt x="1027850" y="805247"/>
                </a:lnTo>
                <a:lnTo>
                  <a:pt x="1027530" y="806112"/>
                </a:lnTo>
                <a:lnTo>
                  <a:pt x="1027226" y="806987"/>
                </a:lnTo>
                <a:lnTo>
                  <a:pt x="1026938" y="807873"/>
                </a:lnTo>
                <a:lnTo>
                  <a:pt x="1026667" y="808770"/>
                </a:lnTo>
                <a:lnTo>
                  <a:pt x="1026412" y="809677"/>
                </a:lnTo>
                <a:lnTo>
                  <a:pt x="1026174" y="810594"/>
                </a:lnTo>
                <a:lnTo>
                  <a:pt x="1025952" y="811522"/>
                </a:lnTo>
                <a:lnTo>
                  <a:pt x="1025746" y="812461"/>
                </a:lnTo>
                <a:lnTo>
                  <a:pt x="1025557" y="813410"/>
                </a:lnTo>
                <a:lnTo>
                  <a:pt x="1025385" y="814370"/>
                </a:lnTo>
                <a:lnTo>
                  <a:pt x="1025228" y="815340"/>
                </a:lnTo>
                <a:lnTo>
                  <a:pt x="1025089" y="816321"/>
                </a:lnTo>
                <a:lnTo>
                  <a:pt x="1024965" y="817313"/>
                </a:lnTo>
                <a:lnTo>
                  <a:pt x="1024859" y="818315"/>
                </a:lnTo>
                <a:lnTo>
                  <a:pt x="1024768" y="819328"/>
                </a:lnTo>
                <a:lnTo>
                  <a:pt x="1024694" y="820351"/>
                </a:lnTo>
                <a:lnTo>
                  <a:pt x="1024637" y="821385"/>
                </a:lnTo>
                <a:lnTo>
                  <a:pt x="1024596" y="822429"/>
                </a:lnTo>
                <a:lnTo>
                  <a:pt x="1024571" y="823484"/>
                </a:lnTo>
                <a:lnTo>
                  <a:pt x="1024563" y="824549"/>
                </a:lnTo>
                <a:lnTo>
                  <a:pt x="1024563" y="827423"/>
                </a:lnTo>
                <a:lnTo>
                  <a:pt x="1024571" y="828462"/>
                </a:lnTo>
                <a:lnTo>
                  <a:pt x="1024596" y="829491"/>
                </a:lnTo>
                <a:lnTo>
                  <a:pt x="1024637" y="830512"/>
                </a:lnTo>
                <a:lnTo>
                  <a:pt x="1024694" y="831523"/>
                </a:lnTo>
                <a:lnTo>
                  <a:pt x="1024768" y="832526"/>
                </a:lnTo>
                <a:lnTo>
                  <a:pt x="1024859" y="833520"/>
                </a:lnTo>
                <a:lnTo>
                  <a:pt x="1024965" y="834506"/>
                </a:lnTo>
                <a:lnTo>
                  <a:pt x="1025089" y="835482"/>
                </a:lnTo>
                <a:lnTo>
                  <a:pt x="1025228" y="836450"/>
                </a:lnTo>
                <a:lnTo>
                  <a:pt x="1025385" y="837409"/>
                </a:lnTo>
                <a:lnTo>
                  <a:pt x="1025557" y="838359"/>
                </a:lnTo>
                <a:lnTo>
                  <a:pt x="1025746" y="839300"/>
                </a:lnTo>
                <a:lnTo>
                  <a:pt x="1025952" y="840233"/>
                </a:lnTo>
                <a:lnTo>
                  <a:pt x="1026174" y="841157"/>
                </a:lnTo>
                <a:lnTo>
                  <a:pt x="1026412" y="842071"/>
                </a:lnTo>
                <a:lnTo>
                  <a:pt x="1026667" y="842978"/>
                </a:lnTo>
                <a:lnTo>
                  <a:pt x="1026938" y="843875"/>
                </a:lnTo>
                <a:lnTo>
                  <a:pt x="1027226" y="844763"/>
                </a:lnTo>
                <a:lnTo>
                  <a:pt x="1027530" y="845643"/>
                </a:lnTo>
                <a:lnTo>
                  <a:pt x="1027850" y="846514"/>
                </a:lnTo>
                <a:lnTo>
                  <a:pt x="1028187" y="847376"/>
                </a:lnTo>
                <a:lnTo>
                  <a:pt x="1028541" y="848229"/>
                </a:lnTo>
                <a:lnTo>
                  <a:pt x="1028910" y="849074"/>
                </a:lnTo>
                <a:lnTo>
                  <a:pt x="1029297" y="849909"/>
                </a:lnTo>
                <a:lnTo>
                  <a:pt x="1029698" y="850719"/>
                </a:lnTo>
                <a:lnTo>
                  <a:pt x="1030115" y="851514"/>
                </a:lnTo>
                <a:lnTo>
                  <a:pt x="1030546" y="852295"/>
                </a:lnTo>
                <a:lnTo>
                  <a:pt x="1030992" y="853061"/>
                </a:lnTo>
                <a:lnTo>
                  <a:pt x="1031453" y="853812"/>
                </a:lnTo>
                <a:lnTo>
                  <a:pt x="1031928" y="854548"/>
                </a:lnTo>
                <a:lnTo>
                  <a:pt x="1032418" y="855270"/>
                </a:lnTo>
                <a:lnTo>
                  <a:pt x="1032922" y="855977"/>
                </a:lnTo>
                <a:lnTo>
                  <a:pt x="1033441" y="856669"/>
                </a:lnTo>
                <a:lnTo>
                  <a:pt x="1033975" y="857347"/>
                </a:lnTo>
                <a:lnTo>
                  <a:pt x="1034524" y="858010"/>
                </a:lnTo>
                <a:lnTo>
                  <a:pt x="1035087" y="858659"/>
                </a:lnTo>
                <a:lnTo>
                  <a:pt x="1035665" y="859292"/>
                </a:lnTo>
                <a:lnTo>
                  <a:pt x="1036258" y="859911"/>
                </a:lnTo>
                <a:lnTo>
                  <a:pt x="1036865" y="860516"/>
                </a:lnTo>
                <a:lnTo>
                  <a:pt x="1037487" y="861105"/>
                </a:lnTo>
                <a:lnTo>
                  <a:pt x="1038124" y="861680"/>
                </a:lnTo>
                <a:lnTo>
                  <a:pt x="1038775" y="862241"/>
                </a:lnTo>
                <a:lnTo>
                  <a:pt x="1039441" y="862786"/>
                </a:lnTo>
                <a:lnTo>
                  <a:pt x="1040122" y="863317"/>
                </a:lnTo>
                <a:lnTo>
                  <a:pt x="1040817" y="863834"/>
                </a:lnTo>
                <a:lnTo>
                  <a:pt x="1041527" y="864335"/>
                </a:lnTo>
                <a:lnTo>
                  <a:pt x="1042252" y="864822"/>
                </a:lnTo>
                <a:lnTo>
                  <a:pt x="1042991" y="865294"/>
                </a:lnTo>
                <a:lnTo>
                  <a:pt x="1043744" y="865750"/>
                </a:lnTo>
                <a:lnTo>
                  <a:pt x="1044509" y="866186"/>
                </a:lnTo>
                <a:lnTo>
                  <a:pt x="1045287" y="866602"/>
                </a:lnTo>
                <a:lnTo>
                  <a:pt x="1046077" y="866999"/>
                </a:lnTo>
                <a:lnTo>
                  <a:pt x="1046879" y="867377"/>
                </a:lnTo>
                <a:lnTo>
                  <a:pt x="1047693" y="867735"/>
                </a:lnTo>
                <a:lnTo>
                  <a:pt x="1048520" y="868074"/>
                </a:lnTo>
                <a:lnTo>
                  <a:pt x="1049359" y="868394"/>
                </a:lnTo>
                <a:lnTo>
                  <a:pt x="1050211" y="868694"/>
                </a:lnTo>
                <a:lnTo>
                  <a:pt x="1051075" y="868975"/>
                </a:lnTo>
                <a:lnTo>
                  <a:pt x="1051951" y="869237"/>
                </a:lnTo>
                <a:lnTo>
                  <a:pt x="1052839" y="869479"/>
                </a:lnTo>
                <a:lnTo>
                  <a:pt x="1053740" y="869702"/>
                </a:lnTo>
                <a:lnTo>
                  <a:pt x="1054653" y="869905"/>
                </a:lnTo>
                <a:lnTo>
                  <a:pt x="1055579" y="870089"/>
                </a:lnTo>
                <a:lnTo>
                  <a:pt x="1056516" y="870254"/>
                </a:lnTo>
                <a:lnTo>
                  <a:pt x="1057467" y="870399"/>
                </a:lnTo>
                <a:lnTo>
                  <a:pt x="1058429" y="870525"/>
                </a:lnTo>
                <a:lnTo>
                  <a:pt x="1059404" y="870632"/>
                </a:lnTo>
                <a:lnTo>
                  <a:pt x="1060391" y="870719"/>
                </a:lnTo>
                <a:lnTo>
                  <a:pt x="1061390" y="870787"/>
                </a:lnTo>
                <a:lnTo>
                  <a:pt x="1062402" y="870835"/>
                </a:lnTo>
                <a:lnTo>
                  <a:pt x="1063426" y="870864"/>
                </a:lnTo>
                <a:lnTo>
                  <a:pt x="1064463" y="870874"/>
                </a:lnTo>
                <a:lnTo>
                  <a:pt x="1065499" y="870864"/>
                </a:lnTo>
                <a:lnTo>
                  <a:pt x="1066523" y="870836"/>
                </a:lnTo>
                <a:lnTo>
                  <a:pt x="1067535" y="870789"/>
                </a:lnTo>
                <a:lnTo>
                  <a:pt x="1068534" y="870723"/>
                </a:lnTo>
                <a:lnTo>
                  <a:pt x="1069521" y="870639"/>
                </a:lnTo>
                <a:lnTo>
                  <a:pt x="1070496" y="870536"/>
                </a:lnTo>
                <a:lnTo>
                  <a:pt x="1071459" y="870413"/>
                </a:lnTo>
                <a:lnTo>
                  <a:pt x="1072409" y="870273"/>
                </a:lnTo>
                <a:close/>
                <a:moveTo>
                  <a:pt x="1058395" y="858081"/>
                </a:moveTo>
                <a:lnTo>
                  <a:pt x="1057687" y="857871"/>
                </a:lnTo>
                <a:lnTo>
                  <a:pt x="1056990" y="857637"/>
                </a:lnTo>
                <a:lnTo>
                  <a:pt x="1056304" y="857378"/>
                </a:lnTo>
                <a:lnTo>
                  <a:pt x="1055629" y="857095"/>
                </a:lnTo>
                <a:lnTo>
                  <a:pt x="1054965" y="856787"/>
                </a:lnTo>
                <a:lnTo>
                  <a:pt x="1054313" y="856454"/>
                </a:lnTo>
                <a:lnTo>
                  <a:pt x="1053671" y="856096"/>
                </a:lnTo>
                <a:lnTo>
                  <a:pt x="1053041" y="855714"/>
                </a:lnTo>
                <a:lnTo>
                  <a:pt x="1052422" y="855307"/>
                </a:lnTo>
                <a:lnTo>
                  <a:pt x="1051814" y="854876"/>
                </a:lnTo>
                <a:lnTo>
                  <a:pt x="1051218" y="854420"/>
                </a:lnTo>
                <a:lnTo>
                  <a:pt x="1050632" y="853939"/>
                </a:lnTo>
                <a:lnTo>
                  <a:pt x="1050058" y="853433"/>
                </a:lnTo>
                <a:lnTo>
                  <a:pt x="1049494" y="852903"/>
                </a:lnTo>
                <a:lnTo>
                  <a:pt x="1048942" y="852349"/>
                </a:lnTo>
                <a:lnTo>
                  <a:pt x="1048401" y="851769"/>
                </a:lnTo>
                <a:lnTo>
                  <a:pt x="1047891" y="851154"/>
                </a:lnTo>
                <a:lnTo>
                  <a:pt x="1047402" y="850519"/>
                </a:lnTo>
                <a:lnTo>
                  <a:pt x="1046935" y="849865"/>
                </a:lnTo>
                <a:lnTo>
                  <a:pt x="1046490" y="849191"/>
                </a:lnTo>
                <a:lnTo>
                  <a:pt x="1046066" y="848498"/>
                </a:lnTo>
                <a:lnTo>
                  <a:pt x="1045664" y="847786"/>
                </a:lnTo>
                <a:lnTo>
                  <a:pt x="1045284" y="847054"/>
                </a:lnTo>
                <a:lnTo>
                  <a:pt x="1044926" y="846303"/>
                </a:lnTo>
                <a:lnTo>
                  <a:pt x="1044589" y="845532"/>
                </a:lnTo>
                <a:lnTo>
                  <a:pt x="1044274" y="844742"/>
                </a:lnTo>
                <a:lnTo>
                  <a:pt x="1043981" y="843933"/>
                </a:lnTo>
                <a:lnTo>
                  <a:pt x="1043710" y="843104"/>
                </a:lnTo>
                <a:lnTo>
                  <a:pt x="1043460" y="842256"/>
                </a:lnTo>
                <a:lnTo>
                  <a:pt x="1043232" y="841389"/>
                </a:lnTo>
                <a:lnTo>
                  <a:pt x="1043025" y="840502"/>
                </a:lnTo>
                <a:lnTo>
                  <a:pt x="1042841" y="839596"/>
                </a:lnTo>
                <a:lnTo>
                  <a:pt x="1042678" y="838671"/>
                </a:lnTo>
                <a:lnTo>
                  <a:pt x="1042537" y="837726"/>
                </a:lnTo>
                <a:lnTo>
                  <a:pt x="1042417" y="836762"/>
                </a:lnTo>
                <a:lnTo>
                  <a:pt x="1042319" y="835778"/>
                </a:lnTo>
                <a:lnTo>
                  <a:pt x="1042243" y="834775"/>
                </a:lnTo>
                <a:lnTo>
                  <a:pt x="1042189" y="833753"/>
                </a:lnTo>
                <a:lnTo>
                  <a:pt x="1042157" y="832711"/>
                </a:lnTo>
                <a:lnTo>
                  <a:pt x="1042146" y="831650"/>
                </a:lnTo>
                <a:lnTo>
                  <a:pt x="1042146" y="820323"/>
                </a:lnTo>
                <a:lnTo>
                  <a:pt x="1042157" y="819262"/>
                </a:lnTo>
                <a:lnTo>
                  <a:pt x="1042189" y="818221"/>
                </a:lnTo>
                <a:lnTo>
                  <a:pt x="1042243" y="817200"/>
                </a:lnTo>
                <a:lnTo>
                  <a:pt x="1042319" y="816199"/>
                </a:lnTo>
                <a:lnTo>
                  <a:pt x="1042417" y="815218"/>
                </a:lnTo>
                <a:lnTo>
                  <a:pt x="1042537" y="814257"/>
                </a:lnTo>
                <a:lnTo>
                  <a:pt x="1042678" y="813316"/>
                </a:lnTo>
                <a:lnTo>
                  <a:pt x="1042841" y="812395"/>
                </a:lnTo>
                <a:lnTo>
                  <a:pt x="1043025" y="811494"/>
                </a:lnTo>
                <a:lnTo>
                  <a:pt x="1043232" y="810613"/>
                </a:lnTo>
                <a:lnTo>
                  <a:pt x="1043460" y="809752"/>
                </a:lnTo>
                <a:lnTo>
                  <a:pt x="1043710" y="808911"/>
                </a:lnTo>
                <a:lnTo>
                  <a:pt x="1043981" y="808089"/>
                </a:lnTo>
                <a:lnTo>
                  <a:pt x="1044274" y="807288"/>
                </a:lnTo>
                <a:lnTo>
                  <a:pt x="1044589" y="806507"/>
                </a:lnTo>
                <a:lnTo>
                  <a:pt x="1044926" y="805745"/>
                </a:lnTo>
                <a:lnTo>
                  <a:pt x="1045284" y="805004"/>
                </a:lnTo>
                <a:lnTo>
                  <a:pt x="1045664" y="804282"/>
                </a:lnTo>
                <a:lnTo>
                  <a:pt x="1046066" y="803581"/>
                </a:lnTo>
                <a:lnTo>
                  <a:pt x="1046490" y="802899"/>
                </a:lnTo>
                <a:lnTo>
                  <a:pt x="1046935" y="802238"/>
                </a:lnTo>
                <a:lnTo>
                  <a:pt x="1047402" y="801596"/>
                </a:lnTo>
                <a:lnTo>
                  <a:pt x="1047891" y="800974"/>
                </a:lnTo>
                <a:lnTo>
                  <a:pt x="1048401" y="800373"/>
                </a:lnTo>
                <a:lnTo>
                  <a:pt x="1048942" y="799780"/>
                </a:lnTo>
                <a:lnTo>
                  <a:pt x="1049494" y="799212"/>
                </a:lnTo>
                <a:lnTo>
                  <a:pt x="1050058" y="798669"/>
                </a:lnTo>
                <a:lnTo>
                  <a:pt x="1050632" y="798151"/>
                </a:lnTo>
                <a:lnTo>
                  <a:pt x="1051218" y="797659"/>
                </a:lnTo>
                <a:lnTo>
                  <a:pt x="1051814" y="797192"/>
                </a:lnTo>
                <a:lnTo>
                  <a:pt x="1052422" y="796750"/>
                </a:lnTo>
                <a:lnTo>
                  <a:pt x="1053041" y="796334"/>
                </a:lnTo>
                <a:lnTo>
                  <a:pt x="1053671" y="795943"/>
                </a:lnTo>
                <a:lnTo>
                  <a:pt x="1054313" y="795577"/>
                </a:lnTo>
                <a:lnTo>
                  <a:pt x="1054965" y="795236"/>
                </a:lnTo>
                <a:lnTo>
                  <a:pt x="1055629" y="794920"/>
                </a:lnTo>
                <a:lnTo>
                  <a:pt x="1056304" y="794630"/>
                </a:lnTo>
                <a:lnTo>
                  <a:pt x="1056990" y="794365"/>
                </a:lnTo>
                <a:lnTo>
                  <a:pt x="1057687" y="794125"/>
                </a:lnTo>
                <a:lnTo>
                  <a:pt x="1058395" y="793911"/>
                </a:lnTo>
                <a:lnTo>
                  <a:pt x="1059114" y="793721"/>
                </a:lnTo>
                <a:lnTo>
                  <a:pt x="1059845" y="793557"/>
                </a:lnTo>
                <a:lnTo>
                  <a:pt x="1060587" y="793418"/>
                </a:lnTo>
                <a:lnTo>
                  <a:pt x="1061340" y="793305"/>
                </a:lnTo>
                <a:lnTo>
                  <a:pt x="1062104" y="793216"/>
                </a:lnTo>
                <a:lnTo>
                  <a:pt x="1062879" y="793153"/>
                </a:lnTo>
                <a:lnTo>
                  <a:pt x="1063665" y="793115"/>
                </a:lnTo>
                <a:lnTo>
                  <a:pt x="1064463" y="793103"/>
                </a:lnTo>
                <a:lnTo>
                  <a:pt x="1065274" y="793115"/>
                </a:lnTo>
                <a:lnTo>
                  <a:pt x="1066072" y="793153"/>
                </a:lnTo>
                <a:lnTo>
                  <a:pt x="1066859" y="793216"/>
                </a:lnTo>
                <a:lnTo>
                  <a:pt x="1067633" y="793305"/>
                </a:lnTo>
                <a:lnTo>
                  <a:pt x="1068394" y="793418"/>
                </a:lnTo>
                <a:lnTo>
                  <a:pt x="1069144" y="793557"/>
                </a:lnTo>
                <a:lnTo>
                  <a:pt x="1069881" y="793721"/>
                </a:lnTo>
                <a:lnTo>
                  <a:pt x="1070605" y="793911"/>
                </a:lnTo>
                <a:lnTo>
                  <a:pt x="1071318" y="794125"/>
                </a:lnTo>
                <a:lnTo>
                  <a:pt x="1072018" y="794365"/>
                </a:lnTo>
                <a:lnTo>
                  <a:pt x="1072705" y="794630"/>
                </a:lnTo>
                <a:lnTo>
                  <a:pt x="1073381" y="794920"/>
                </a:lnTo>
                <a:lnTo>
                  <a:pt x="1074044" y="795236"/>
                </a:lnTo>
                <a:lnTo>
                  <a:pt x="1074695" y="795577"/>
                </a:lnTo>
                <a:lnTo>
                  <a:pt x="1075333" y="795943"/>
                </a:lnTo>
                <a:lnTo>
                  <a:pt x="1075959" y="796334"/>
                </a:lnTo>
                <a:lnTo>
                  <a:pt x="1076573" y="796750"/>
                </a:lnTo>
                <a:lnTo>
                  <a:pt x="1077174" y="797192"/>
                </a:lnTo>
                <a:lnTo>
                  <a:pt x="1077763" y="797659"/>
                </a:lnTo>
                <a:lnTo>
                  <a:pt x="1078340" y="798151"/>
                </a:lnTo>
                <a:lnTo>
                  <a:pt x="1078905" y="798669"/>
                </a:lnTo>
                <a:lnTo>
                  <a:pt x="1079457" y="799212"/>
                </a:lnTo>
                <a:lnTo>
                  <a:pt x="1079997" y="799780"/>
                </a:lnTo>
                <a:lnTo>
                  <a:pt x="1080524" y="800373"/>
                </a:lnTo>
                <a:lnTo>
                  <a:pt x="1081034" y="800974"/>
                </a:lnTo>
                <a:lnTo>
                  <a:pt x="1081523" y="801596"/>
                </a:lnTo>
                <a:lnTo>
                  <a:pt x="1081990" y="802238"/>
                </a:lnTo>
                <a:lnTo>
                  <a:pt x="1082435" y="802899"/>
                </a:lnTo>
                <a:lnTo>
                  <a:pt x="1082859" y="803581"/>
                </a:lnTo>
                <a:lnTo>
                  <a:pt x="1083261" y="804282"/>
                </a:lnTo>
                <a:lnTo>
                  <a:pt x="1083641" y="805004"/>
                </a:lnTo>
                <a:lnTo>
                  <a:pt x="1083999" y="805745"/>
                </a:lnTo>
                <a:lnTo>
                  <a:pt x="1084336" y="806507"/>
                </a:lnTo>
                <a:lnTo>
                  <a:pt x="1084651" y="807288"/>
                </a:lnTo>
                <a:lnTo>
                  <a:pt x="1084944" y="808089"/>
                </a:lnTo>
                <a:lnTo>
                  <a:pt x="1085216" y="808911"/>
                </a:lnTo>
                <a:lnTo>
                  <a:pt x="1085465" y="809752"/>
                </a:lnTo>
                <a:lnTo>
                  <a:pt x="1085693" y="810613"/>
                </a:lnTo>
                <a:lnTo>
                  <a:pt x="1085900" y="811494"/>
                </a:lnTo>
                <a:lnTo>
                  <a:pt x="1086084" y="812395"/>
                </a:lnTo>
                <a:lnTo>
                  <a:pt x="1086247" y="813316"/>
                </a:lnTo>
                <a:lnTo>
                  <a:pt x="1086389" y="814257"/>
                </a:lnTo>
                <a:lnTo>
                  <a:pt x="1086508" y="815218"/>
                </a:lnTo>
                <a:lnTo>
                  <a:pt x="1086606" y="816199"/>
                </a:lnTo>
                <a:lnTo>
                  <a:pt x="1086682" y="817200"/>
                </a:lnTo>
                <a:lnTo>
                  <a:pt x="1086736" y="818221"/>
                </a:lnTo>
                <a:lnTo>
                  <a:pt x="1086769" y="819262"/>
                </a:lnTo>
                <a:lnTo>
                  <a:pt x="1086779" y="820323"/>
                </a:lnTo>
                <a:lnTo>
                  <a:pt x="1086779" y="831650"/>
                </a:lnTo>
                <a:lnTo>
                  <a:pt x="1086769" y="832711"/>
                </a:lnTo>
                <a:lnTo>
                  <a:pt x="1086736" y="833753"/>
                </a:lnTo>
                <a:lnTo>
                  <a:pt x="1086682" y="834775"/>
                </a:lnTo>
                <a:lnTo>
                  <a:pt x="1086606" y="835778"/>
                </a:lnTo>
                <a:lnTo>
                  <a:pt x="1086508" y="836762"/>
                </a:lnTo>
                <a:lnTo>
                  <a:pt x="1086389" y="837726"/>
                </a:lnTo>
                <a:lnTo>
                  <a:pt x="1086247" y="838671"/>
                </a:lnTo>
                <a:lnTo>
                  <a:pt x="1086084" y="839596"/>
                </a:lnTo>
                <a:lnTo>
                  <a:pt x="1085900" y="840502"/>
                </a:lnTo>
                <a:lnTo>
                  <a:pt x="1085693" y="841389"/>
                </a:lnTo>
                <a:lnTo>
                  <a:pt x="1085465" y="842256"/>
                </a:lnTo>
                <a:lnTo>
                  <a:pt x="1085216" y="843104"/>
                </a:lnTo>
                <a:lnTo>
                  <a:pt x="1084944" y="843933"/>
                </a:lnTo>
                <a:lnTo>
                  <a:pt x="1084651" y="844742"/>
                </a:lnTo>
                <a:lnTo>
                  <a:pt x="1084336" y="845532"/>
                </a:lnTo>
                <a:lnTo>
                  <a:pt x="1083999" y="846303"/>
                </a:lnTo>
                <a:lnTo>
                  <a:pt x="1083641" y="847054"/>
                </a:lnTo>
                <a:lnTo>
                  <a:pt x="1083261" y="847786"/>
                </a:lnTo>
                <a:lnTo>
                  <a:pt x="1082859" y="848498"/>
                </a:lnTo>
                <a:lnTo>
                  <a:pt x="1082435" y="849191"/>
                </a:lnTo>
                <a:lnTo>
                  <a:pt x="1081990" y="849865"/>
                </a:lnTo>
                <a:lnTo>
                  <a:pt x="1081523" y="850519"/>
                </a:lnTo>
                <a:lnTo>
                  <a:pt x="1081034" y="851154"/>
                </a:lnTo>
                <a:lnTo>
                  <a:pt x="1080524" y="851769"/>
                </a:lnTo>
                <a:lnTo>
                  <a:pt x="1079997" y="852349"/>
                </a:lnTo>
                <a:lnTo>
                  <a:pt x="1079457" y="852903"/>
                </a:lnTo>
                <a:lnTo>
                  <a:pt x="1078905" y="853433"/>
                </a:lnTo>
                <a:lnTo>
                  <a:pt x="1078340" y="853939"/>
                </a:lnTo>
                <a:lnTo>
                  <a:pt x="1077763" y="854420"/>
                </a:lnTo>
                <a:lnTo>
                  <a:pt x="1077174" y="854876"/>
                </a:lnTo>
                <a:lnTo>
                  <a:pt x="1076573" y="855307"/>
                </a:lnTo>
                <a:lnTo>
                  <a:pt x="1075959" y="855714"/>
                </a:lnTo>
                <a:lnTo>
                  <a:pt x="1075333" y="856096"/>
                </a:lnTo>
                <a:lnTo>
                  <a:pt x="1074695" y="856454"/>
                </a:lnTo>
                <a:lnTo>
                  <a:pt x="1074044" y="856787"/>
                </a:lnTo>
                <a:lnTo>
                  <a:pt x="1073381" y="857095"/>
                </a:lnTo>
                <a:lnTo>
                  <a:pt x="1072705" y="857378"/>
                </a:lnTo>
                <a:lnTo>
                  <a:pt x="1072018" y="857637"/>
                </a:lnTo>
                <a:lnTo>
                  <a:pt x="1071318" y="857871"/>
                </a:lnTo>
                <a:lnTo>
                  <a:pt x="1070605" y="858081"/>
                </a:lnTo>
                <a:lnTo>
                  <a:pt x="1069881" y="858266"/>
                </a:lnTo>
                <a:lnTo>
                  <a:pt x="1069144" y="858426"/>
                </a:lnTo>
                <a:lnTo>
                  <a:pt x="1068394" y="858562"/>
                </a:lnTo>
                <a:lnTo>
                  <a:pt x="1067633" y="858673"/>
                </a:lnTo>
                <a:lnTo>
                  <a:pt x="1066859" y="858759"/>
                </a:lnTo>
                <a:lnTo>
                  <a:pt x="1066072" y="858821"/>
                </a:lnTo>
                <a:lnTo>
                  <a:pt x="1065274" y="858858"/>
                </a:lnTo>
                <a:lnTo>
                  <a:pt x="1064463" y="858870"/>
                </a:lnTo>
                <a:lnTo>
                  <a:pt x="1063665" y="858858"/>
                </a:lnTo>
                <a:lnTo>
                  <a:pt x="1062879" y="858821"/>
                </a:lnTo>
                <a:lnTo>
                  <a:pt x="1062104" y="858759"/>
                </a:lnTo>
                <a:lnTo>
                  <a:pt x="1061340" y="858673"/>
                </a:lnTo>
                <a:lnTo>
                  <a:pt x="1060587" y="858562"/>
                </a:lnTo>
                <a:lnTo>
                  <a:pt x="1059845" y="858426"/>
                </a:lnTo>
                <a:lnTo>
                  <a:pt x="1059114" y="858266"/>
                </a:lnTo>
                <a:lnTo>
                  <a:pt x="1058395" y="858081"/>
                </a:lnTo>
                <a:close/>
                <a:moveTo>
                  <a:pt x="1069239" y="1022862"/>
                </a:moveTo>
                <a:lnTo>
                  <a:pt x="1069272" y="1022337"/>
                </a:lnTo>
                <a:lnTo>
                  <a:pt x="1069314" y="1021824"/>
                </a:lnTo>
                <a:lnTo>
                  <a:pt x="1069366" y="1021322"/>
                </a:lnTo>
                <a:lnTo>
                  <a:pt x="1069427" y="1020831"/>
                </a:lnTo>
                <a:lnTo>
                  <a:pt x="1069497" y="1020351"/>
                </a:lnTo>
                <a:lnTo>
                  <a:pt x="1069577" y="1019882"/>
                </a:lnTo>
                <a:lnTo>
                  <a:pt x="1069666" y="1019425"/>
                </a:lnTo>
                <a:lnTo>
                  <a:pt x="1069765" y="1018978"/>
                </a:lnTo>
                <a:lnTo>
                  <a:pt x="1069873" y="1018543"/>
                </a:lnTo>
                <a:lnTo>
                  <a:pt x="1069990" y="1018119"/>
                </a:lnTo>
                <a:lnTo>
                  <a:pt x="1070117" y="1017706"/>
                </a:lnTo>
                <a:lnTo>
                  <a:pt x="1070253" y="1017304"/>
                </a:lnTo>
                <a:lnTo>
                  <a:pt x="1070399" y="1016913"/>
                </a:lnTo>
                <a:lnTo>
                  <a:pt x="1070554" y="1016534"/>
                </a:lnTo>
                <a:lnTo>
                  <a:pt x="1070718" y="1016165"/>
                </a:lnTo>
                <a:lnTo>
                  <a:pt x="1070892" y="1015808"/>
                </a:lnTo>
                <a:lnTo>
                  <a:pt x="1071075" y="1015462"/>
                </a:lnTo>
                <a:lnTo>
                  <a:pt x="1071268" y="1015127"/>
                </a:lnTo>
                <a:lnTo>
                  <a:pt x="1071469" y="1014803"/>
                </a:lnTo>
                <a:lnTo>
                  <a:pt x="1071681" y="1014491"/>
                </a:lnTo>
                <a:lnTo>
                  <a:pt x="1071902" y="1014189"/>
                </a:lnTo>
                <a:lnTo>
                  <a:pt x="1072144" y="1013897"/>
                </a:lnTo>
                <a:lnTo>
                  <a:pt x="1072393" y="1013613"/>
                </a:lnTo>
                <a:lnTo>
                  <a:pt x="1072649" y="1013336"/>
                </a:lnTo>
                <a:lnTo>
                  <a:pt x="1072911" y="1013067"/>
                </a:lnTo>
                <a:lnTo>
                  <a:pt x="1073180" y="1012805"/>
                </a:lnTo>
                <a:lnTo>
                  <a:pt x="1073455" y="1012551"/>
                </a:lnTo>
                <a:lnTo>
                  <a:pt x="1073736" y="1012305"/>
                </a:lnTo>
                <a:lnTo>
                  <a:pt x="1074024" y="1012067"/>
                </a:lnTo>
                <a:lnTo>
                  <a:pt x="1074319" y="1011836"/>
                </a:lnTo>
                <a:lnTo>
                  <a:pt x="1074619" y="1011612"/>
                </a:lnTo>
                <a:lnTo>
                  <a:pt x="1074927" y="1011396"/>
                </a:lnTo>
                <a:lnTo>
                  <a:pt x="1075241" y="1011188"/>
                </a:lnTo>
                <a:lnTo>
                  <a:pt x="1075561" y="1010988"/>
                </a:lnTo>
                <a:lnTo>
                  <a:pt x="1075888" y="1010795"/>
                </a:lnTo>
                <a:lnTo>
                  <a:pt x="1076221" y="1010610"/>
                </a:lnTo>
                <a:lnTo>
                  <a:pt x="1076560" y="1010432"/>
                </a:lnTo>
                <a:lnTo>
                  <a:pt x="1076906" y="1010262"/>
                </a:lnTo>
                <a:lnTo>
                  <a:pt x="1077259" y="1010100"/>
                </a:lnTo>
                <a:lnTo>
                  <a:pt x="1077618" y="1009945"/>
                </a:lnTo>
                <a:lnTo>
                  <a:pt x="1077983" y="1009798"/>
                </a:lnTo>
                <a:lnTo>
                  <a:pt x="1078355" y="1009659"/>
                </a:lnTo>
                <a:lnTo>
                  <a:pt x="1078734" y="1009527"/>
                </a:lnTo>
                <a:lnTo>
                  <a:pt x="1079118" y="1009403"/>
                </a:lnTo>
                <a:lnTo>
                  <a:pt x="1079510" y="1009286"/>
                </a:lnTo>
                <a:lnTo>
                  <a:pt x="1079905" y="1009162"/>
                </a:lnTo>
                <a:lnTo>
                  <a:pt x="1080303" y="1009043"/>
                </a:lnTo>
                <a:lnTo>
                  <a:pt x="1080704" y="1008930"/>
                </a:lnTo>
                <a:lnTo>
                  <a:pt x="1081106" y="1008821"/>
                </a:lnTo>
                <a:lnTo>
                  <a:pt x="1081511" y="1008718"/>
                </a:lnTo>
                <a:lnTo>
                  <a:pt x="1081919" y="1008621"/>
                </a:lnTo>
                <a:lnTo>
                  <a:pt x="1082329" y="1008528"/>
                </a:lnTo>
                <a:lnTo>
                  <a:pt x="1082741" y="1008441"/>
                </a:lnTo>
                <a:lnTo>
                  <a:pt x="1083155" y="1008359"/>
                </a:lnTo>
                <a:lnTo>
                  <a:pt x="1083572" y="1008282"/>
                </a:lnTo>
                <a:lnTo>
                  <a:pt x="1083991" y="1008211"/>
                </a:lnTo>
                <a:lnTo>
                  <a:pt x="1084413" y="1008145"/>
                </a:lnTo>
                <a:lnTo>
                  <a:pt x="1084836" y="1008084"/>
                </a:lnTo>
                <a:lnTo>
                  <a:pt x="1085263" y="1008029"/>
                </a:lnTo>
                <a:lnTo>
                  <a:pt x="1085691" y="1007979"/>
                </a:lnTo>
                <a:lnTo>
                  <a:pt x="1086122" y="1007934"/>
                </a:lnTo>
                <a:lnTo>
                  <a:pt x="1086555" y="1007894"/>
                </a:lnTo>
                <a:lnTo>
                  <a:pt x="1086991" y="1007860"/>
                </a:lnTo>
                <a:lnTo>
                  <a:pt x="1087429" y="1007831"/>
                </a:lnTo>
                <a:lnTo>
                  <a:pt x="1087869" y="1007807"/>
                </a:lnTo>
                <a:lnTo>
                  <a:pt x="1088312" y="1007789"/>
                </a:lnTo>
                <a:lnTo>
                  <a:pt x="1088757" y="1007775"/>
                </a:lnTo>
                <a:lnTo>
                  <a:pt x="1089204" y="1007767"/>
                </a:lnTo>
                <a:lnTo>
                  <a:pt x="1089654" y="1007765"/>
                </a:lnTo>
                <a:lnTo>
                  <a:pt x="1090033" y="1007767"/>
                </a:lnTo>
                <a:lnTo>
                  <a:pt x="1090411" y="1007773"/>
                </a:lnTo>
                <a:lnTo>
                  <a:pt x="1090787" y="1007783"/>
                </a:lnTo>
                <a:lnTo>
                  <a:pt x="1091161" y="1007798"/>
                </a:lnTo>
                <a:lnTo>
                  <a:pt x="1091534" y="1007816"/>
                </a:lnTo>
                <a:lnTo>
                  <a:pt x="1091904" y="1007839"/>
                </a:lnTo>
                <a:lnTo>
                  <a:pt x="1092273" y="1007865"/>
                </a:lnTo>
                <a:lnTo>
                  <a:pt x="1092640" y="1007896"/>
                </a:lnTo>
                <a:lnTo>
                  <a:pt x="1093006" y="1007931"/>
                </a:lnTo>
                <a:lnTo>
                  <a:pt x="1093370" y="1007970"/>
                </a:lnTo>
                <a:lnTo>
                  <a:pt x="1093731" y="1008013"/>
                </a:lnTo>
                <a:lnTo>
                  <a:pt x="1094092" y="1008061"/>
                </a:lnTo>
                <a:lnTo>
                  <a:pt x="1094450" y="1008112"/>
                </a:lnTo>
                <a:lnTo>
                  <a:pt x="1094807" y="1008167"/>
                </a:lnTo>
                <a:lnTo>
                  <a:pt x="1095161" y="1008227"/>
                </a:lnTo>
                <a:lnTo>
                  <a:pt x="1095515" y="1008291"/>
                </a:lnTo>
                <a:lnTo>
                  <a:pt x="1095866" y="1008359"/>
                </a:lnTo>
                <a:lnTo>
                  <a:pt x="1096216" y="1008430"/>
                </a:lnTo>
                <a:lnTo>
                  <a:pt x="1096563" y="1008506"/>
                </a:lnTo>
                <a:lnTo>
                  <a:pt x="1096909" y="1008587"/>
                </a:lnTo>
                <a:lnTo>
                  <a:pt x="1097254" y="1008671"/>
                </a:lnTo>
                <a:lnTo>
                  <a:pt x="1097596" y="1008759"/>
                </a:lnTo>
                <a:lnTo>
                  <a:pt x="1097937" y="1008852"/>
                </a:lnTo>
                <a:lnTo>
                  <a:pt x="1098276" y="1008948"/>
                </a:lnTo>
                <a:lnTo>
                  <a:pt x="1098613" y="1009033"/>
                </a:lnTo>
                <a:lnTo>
                  <a:pt x="1098948" y="1009120"/>
                </a:lnTo>
                <a:lnTo>
                  <a:pt x="1099280" y="1009207"/>
                </a:lnTo>
                <a:lnTo>
                  <a:pt x="1099610" y="1009296"/>
                </a:lnTo>
                <a:lnTo>
                  <a:pt x="1099937" y="1009386"/>
                </a:lnTo>
                <a:lnTo>
                  <a:pt x="1100263" y="1009477"/>
                </a:lnTo>
                <a:lnTo>
                  <a:pt x="1100585" y="1009569"/>
                </a:lnTo>
                <a:lnTo>
                  <a:pt x="1100906" y="1009662"/>
                </a:lnTo>
                <a:lnTo>
                  <a:pt x="1101224" y="1009757"/>
                </a:lnTo>
                <a:lnTo>
                  <a:pt x="1101540" y="1009852"/>
                </a:lnTo>
                <a:lnTo>
                  <a:pt x="1101853" y="1009949"/>
                </a:lnTo>
                <a:lnTo>
                  <a:pt x="1102165" y="1010047"/>
                </a:lnTo>
                <a:lnTo>
                  <a:pt x="1102473" y="1010146"/>
                </a:lnTo>
                <a:lnTo>
                  <a:pt x="1102780" y="1010247"/>
                </a:lnTo>
                <a:lnTo>
                  <a:pt x="1103084" y="1010348"/>
                </a:lnTo>
                <a:lnTo>
                  <a:pt x="1103386" y="1010451"/>
                </a:lnTo>
                <a:lnTo>
                  <a:pt x="1103685" y="1010555"/>
                </a:lnTo>
                <a:lnTo>
                  <a:pt x="1103982" y="1010660"/>
                </a:lnTo>
                <a:lnTo>
                  <a:pt x="1104277" y="1010766"/>
                </a:lnTo>
                <a:lnTo>
                  <a:pt x="1104569" y="1010874"/>
                </a:lnTo>
                <a:lnTo>
                  <a:pt x="1104859" y="1010982"/>
                </a:lnTo>
                <a:lnTo>
                  <a:pt x="1105147" y="1011092"/>
                </a:lnTo>
                <a:lnTo>
                  <a:pt x="1105432" y="1011203"/>
                </a:lnTo>
                <a:lnTo>
                  <a:pt x="1105715" y="1011315"/>
                </a:lnTo>
                <a:lnTo>
                  <a:pt x="1105715" y="999311"/>
                </a:lnTo>
                <a:lnTo>
                  <a:pt x="1105401" y="999158"/>
                </a:lnTo>
                <a:lnTo>
                  <a:pt x="1105081" y="999007"/>
                </a:lnTo>
                <a:lnTo>
                  <a:pt x="1104753" y="998860"/>
                </a:lnTo>
                <a:lnTo>
                  <a:pt x="1104419" y="998715"/>
                </a:lnTo>
                <a:lnTo>
                  <a:pt x="1104077" y="998573"/>
                </a:lnTo>
                <a:lnTo>
                  <a:pt x="1103728" y="998434"/>
                </a:lnTo>
                <a:lnTo>
                  <a:pt x="1103373" y="998298"/>
                </a:lnTo>
                <a:lnTo>
                  <a:pt x="1103010" y="998165"/>
                </a:lnTo>
                <a:lnTo>
                  <a:pt x="1102640" y="998035"/>
                </a:lnTo>
                <a:lnTo>
                  <a:pt x="1102263" y="997908"/>
                </a:lnTo>
                <a:lnTo>
                  <a:pt x="1101879" y="997784"/>
                </a:lnTo>
                <a:lnTo>
                  <a:pt x="1101488" y="997663"/>
                </a:lnTo>
                <a:lnTo>
                  <a:pt x="1101090" y="997545"/>
                </a:lnTo>
                <a:lnTo>
                  <a:pt x="1100685" y="997429"/>
                </a:lnTo>
                <a:lnTo>
                  <a:pt x="1100273" y="997317"/>
                </a:lnTo>
                <a:lnTo>
                  <a:pt x="1099854" y="997207"/>
                </a:lnTo>
                <a:lnTo>
                  <a:pt x="1099428" y="997101"/>
                </a:lnTo>
                <a:lnTo>
                  <a:pt x="1098995" y="996997"/>
                </a:lnTo>
                <a:lnTo>
                  <a:pt x="1098554" y="996897"/>
                </a:lnTo>
                <a:lnTo>
                  <a:pt x="1098107" y="996799"/>
                </a:lnTo>
                <a:lnTo>
                  <a:pt x="1097653" y="996704"/>
                </a:lnTo>
                <a:lnTo>
                  <a:pt x="1097191" y="996612"/>
                </a:lnTo>
                <a:lnTo>
                  <a:pt x="1096723" y="996523"/>
                </a:lnTo>
                <a:lnTo>
                  <a:pt x="1096247" y="996437"/>
                </a:lnTo>
                <a:lnTo>
                  <a:pt x="1095769" y="996341"/>
                </a:lnTo>
                <a:lnTo>
                  <a:pt x="1095294" y="996248"/>
                </a:lnTo>
                <a:lnTo>
                  <a:pt x="1094821" y="996160"/>
                </a:lnTo>
                <a:lnTo>
                  <a:pt x="1094350" y="996076"/>
                </a:lnTo>
                <a:lnTo>
                  <a:pt x="1093881" y="995995"/>
                </a:lnTo>
                <a:lnTo>
                  <a:pt x="1093415" y="995919"/>
                </a:lnTo>
                <a:lnTo>
                  <a:pt x="1092952" y="995848"/>
                </a:lnTo>
                <a:lnTo>
                  <a:pt x="1092490" y="995780"/>
                </a:lnTo>
                <a:lnTo>
                  <a:pt x="1092031" y="995716"/>
                </a:lnTo>
                <a:lnTo>
                  <a:pt x="1091574" y="995656"/>
                </a:lnTo>
                <a:lnTo>
                  <a:pt x="1091120" y="995601"/>
                </a:lnTo>
                <a:lnTo>
                  <a:pt x="1090668" y="995550"/>
                </a:lnTo>
                <a:lnTo>
                  <a:pt x="1090218" y="995502"/>
                </a:lnTo>
                <a:lnTo>
                  <a:pt x="1089771" y="995459"/>
                </a:lnTo>
                <a:lnTo>
                  <a:pt x="1089326" y="995420"/>
                </a:lnTo>
                <a:lnTo>
                  <a:pt x="1088883" y="995385"/>
                </a:lnTo>
                <a:lnTo>
                  <a:pt x="1088443" y="995354"/>
                </a:lnTo>
                <a:lnTo>
                  <a:pt x="1088005" y="995328"/>
                </a:lnTo>
                <a:lnTo>
                  <a:pt x="1087570" y="995305"/>
                </a:lnTo>
                <a:lnTo>
                  <a:pt x="1087136" y="995287"/>
                </a:lnTo>
                <a:lnTo>
                  <a:pt x="1086705" y="995272"/>
                </a:lnTo>
                <a:lnTo>
                  <a:pt x="1086277" y="995262"/>
                </a:lnTo>
                <a:lnTo>
                  <a:pt x="1085851" y="995256"/>
                </a:lnTo>
                <a:lnTo>
                  <a:pt x="1085427" y="995254"/>
                </a:lnTo>
                <a:lnTo>
                  <a:pt x="1084655" y="995259"/>
                </a:lnTo>
                <a:lnTo>
                  <a:pt x="1083889" y="995275"/>
                </a:lnTo>
                <a:lnTo>
                  <a:pt x="1083129" y="995301"/>
                </a:lnTo>
                <a:lnTo>
                  <a:pt x="1082374" y="995338"/>
                </a:lnTo>
                <a:lnTo>
                  <a:pt x="1081626" y="995386"/>
                </a:lnTo>
                <a:lnTo>
                  <a:pt x="1080883" y="995444"/>
                </a:lnTo>
                <a:lnTo>
                  <a:pt x="1080147" y="995513"/>
                </a:lnTo>
                <a:lnTo>
                  <a:pt x="1079416" y="995592"/>
                </a:lnTo>
                <a:lnTo>
                  <a:pt x="1078691" y="995682"/>
                </a:lnTo>
                <a:lnTo>
                  <a:pt x="1077972" y="995782"/>
                </a:lnTo>
                <a:lnTo>
                  <a:pt x="1077258" y="995893"/>
                </a:lnTo>
                <a:lnTo>
                  <a:pt x="1076551" y="996015"/>
                </a:lnTo>
                <a:lnTo>
                  <a:pt x="1075849" y="996147"/>
                </a:lnTo>
                <a:lnTo>
                  <a:pt x="1075154" y="996289"/>
                </a:lnTo>
                <a:lnTo>
                  <a:pt x="1074464" y="996442"/>
                </a:lnTo>
                <a:lnTo>
                  <a:pt x="1073780" y="996606"/>
                </a:lnTo>
                <a:lnTo>
                  <a:pt x="1073102" y="996781"/>
                </a:lnTo>
                <a:lnTo>
                  <a:pt x="1072430" y="996966"/>
                </a:lnTo>
                <a:lnTo>
                  <a:pt x="1071764" y="997161"/>
                </a:lnTo>
                <a:lnTo>
                  <a:pt x="1071103" y="997367"/>
                </a:lnTo>
                <a:lnTo>
                  <a:pt x="1070449" y="997584"/>
                </a:lnTo>
                <a:lnTo>
                  <a:pt x="1069800" y="997811"/>
                </a:lnTo>
                <a:lnTo>
                  <a:pt x="1069157" y="998049"/>
                </a:lnTo>
                <a:lnTo>
                  <a:pt x="1068520" y="998297"/>
                </a:lnTo>
                <a:lnTo>
                  <a:pt x="1067892" y="998556"/>
                </a:lnTo>
                <a:lnTo>
                  <a:pt x="1067275" y="998825"/>
                </a:lnTo>
                <a:lnTo>
                  <a:pt x="1066668" y="999105"/>
                </a:lnTo>
                <a:lnTo>
                  <a:pt x="1066073" y="999396"/>
                </a:lnTo>
                <a:lnTo>
                  <a:pt x="1065490" y="999697"/>
                </a:lnTo>
                <a:lnTo>
                  <a:pt x="1064917" y="1000009"/>
                </a:lnTo>
                <a:lnTo>
                  <a:pt x="1064355" y="1000331"/>
                </a:lnTo>
                <a:lnTo>
                  <a:pt x="1063805" y="1000664"/>
                </a:lnTo>
                <a:lnTo>
                  <a:pt x="1063266" y="1001007"/>
                </a:lnTo>
                <a:lnTo>
                  <a:pt x="1062738" y="1001361"/>
                </a:lnTo>
                <a:lnTo>
                  <a:pt x="1062221" y="1001726"/>
                </a:lnTo>
                <a:lnTo>
                  <a:pt x="1061715" y="1002101"/>
                </a:lnTo>
                <a:lnTo>
                  <a:pt x="1061221" y="1002487"/>
                </a:lnTo>
                <a:lnTo>
                  <a:pt x="1060737" y="1002883"/>
                </a:lnTo>
                <a:lnTo>
                  <a:pt x="1060265" y="1003290"/>
                </a:lnTo>
                <a:lnTo>
                  <a:pt x="1059804" y="1003707"/>
                </a:lnTo>
                <a:lnTo>
                  <a:pt x="1059354" y="1004135"/>
                </a:lnTo>
                <a:lnTo>
                  <a:pt x="1058915" y="1004574"/>
                </a:lnTo>
                <a:lnTo>
                  <a:pt x="1058487" y="1005023"/>
                </a:lnTo>
                <a:lnTo>
                  <a:pt x="1058071" y="1005482"/>
                </a:lnTo>
                <a:lnTo>
                  <a:pt x="1057666" y="1005953"/>
                </a:lnTo>
                <a:lnTo>
                  <a:pt x="1057271" y="1006433"/>
                </a:lnTo>
                <a:lnTo>
                  <a:pt x="1056888" y="1006925"/>
                </a:lnTo>
                <a:lnTo>
                  <a:pt x="1056516" y="1007427"/>
                </a:lnTo>
                <a:lnTo>
                  <a:pt x="1056158" y="1007940"/>
                </a:lnTo>
                <a:lnTo>
                  <a:pt x="1055814" y="1008464"/>
                </a:lnTo>
                <a:lnTo>
                  <a:pt x="1055486" y="1009001"/>
                </a:lnTo>
                <a:lnTo>
                  <a:pt x="1055173" y="1009549"/>
                </a:lnTo>
                <a:lnTo>
                  <a:pt x="1054876" y="1010109"/>
                </a:lnTo>
                <a:lnTo>
                  <a:pt x="1054593" y="1010681"/>
                </a:lnTo>
                <a:lnTo>
                  <a:pt x="1054326" y="1011265"/>
                </a:lnTo>
                <a:lnTo>
                  <a:pt x="1054074" y="1011860"/>
                </a:lnTo>
                <a:lnTo>
                  <a:pt x="1053838" y="1012467"/>
                </a:lnTo>
                <a:lnTo>
                  <a:pt x="1053617" y="1013086"/>
                </a:lnTo>
                <a:lnTo>
                  <a:pt x="1053410" y="1013716"/>
                </a:lnTo>
                <a:lnTo>
                  <a:pt x="1053220" y="1014358"/>
                </a:lnTo>
                <a:lnTo>
                  <a:pt x="1053044" y="1015012"/>
                </a:lnTo>
                <a:lnTo>
                  <a:pt x="1052884" y="1015678"/>
                </a:lnTo>
                <a:lnTo>
                  <a:pt x="1052739" y="1016355"/>
                </a:lnTo>
                <a:lnTo>
                  <a:pt x="1052609" y="1017045"/>
                </a:lnTo>
                <a:lnTo>
                  <a:pt x="1052495" y="1017745"/>
                </a:lnTo>
                <a:lnTo>
                  <a:pt x="1052395" y="1018458"/>
                </a:lnTo>
                <a:lnTo>
                  <a:pt x="1052311" y="1019182"/>
                </a:lnTo>
                <a:lnTo>
                  <a:pt x="1052243" y="1019919"/>
                </a:lnTo>
                <a:lnTo>
                  <a:pt x="1052189" y="1020667"/>
                </a:lnTo>
                <a:lnTo>
                  <a:pt x="1052151" y="1021426"/>
                </a:lnTo>
                <a:lnTo>
                  <a:pt x="1052128" y="1022198"/>
                </a:lnTo>
                <a:lnTo>
                  <a:pt x="1052121" y="1022981"/>
                </a:lnTo>
                <a:lnTo>
                  <a:pt x="1052121" y="1031941"/>
                </a:lnTo>
                <a:lnTo>
                  <a:pt x="1027944" y="1031941"/>
                </a:lnTo>
                <a:lnTo>
                  <a:pt x="1027944" y="1045129"/>
                </a:lnTo>
                <a:lnTo>
                  <a:pt x="1052121" y="1045129"/>
                </a:lnTo>
                <a:lnTo>
                  <a:pt x="1052121" y="1105316"/>
                </a:lnTo>
                <a:lnTo>
                  <a:pt x="1027775" y="1105316"/>
                </a:lnTo>
                <a:lnTo>
                  <a:pt x="1027775" y="1118335"/>
                </a:lnTo>
                <a:lnTo>
                  <a:pt x="1052121" y="1118335"/>
                </a:lnTo>
                <a:lnTo>
                  <a:pt x="1069196" y="1118335"/>
                </a:lnTo>
                <a:lnTo>
                  <a:pt x="1104532" y="1118335"/>
                </a:lnTo>
                <a:lnTo>
                  <a:pt x="1104532" y="1105316"/>
                </a:lnTo>
                <a:lnTo>
                  <a:pt x="1069196" y="1105316"/>
                </a:lnTo>
                <a:lnTo>
                  <a:pt x="1069196" y="1045129"/>
                </a:lnTo>
                <a:lnTo>
                  <a:pt x="1103517" y="1045129"/>
                </a:lnTo>
                <a:lnTo>
                  <a:pt x="1103517" y="1031941"/>
                </a:lnTo>
                <a:lnTo>
                  <a:pt x="1069196" y="1031941"/>
                </a:lnTo>
                <a:lnTo>
                  <a:pt x="1069196" y="1024503"/>
                </a:lnTo>
                <a:lnTo>
                  <a:pt x="1069201" y="1023945"/>
                </a:lnTo>
                <a:lnTo>
                  <a:pt x="1069215" y="1023398"/>
                </a:lnTo>
                <a:lnTo>
                  <a:pt x="1069239" y="1022862"/>
                </a:lnTo>
                <a:close/>
                <a:moveTo>
                  <a:pt x="971972" y="1119265"/>
                </a:moveTo>
                <a:lnTo>
                  <a:pt x="972898" y="1119086"/>
                </a:lnTo>
                <a:lnTo>
                  <a:pt x="973811" y="1118889"/>
                </a:lnTo>
                <a:lnTo>
                  <a:pt x="974712" y="1118673"/>
                </a:lnTo>
                <a:lnTo>
                  <a:pt x="975600" y="1118438"/>
                </a:lnTo>
                <a:lnTo>
                  <a:pt x="976476" y="1118184"/>
                </a:lnTo>
                <a:lnTo>
                  <a:pt x="977340" y="1117912"/>
                </a:lnTo>
                <a:lnTo>
                  <a:pt x="978192" y="1117621"/>
                </a:lnTo>
                <a:lnTo>
                  <a:pt x="979031" y="1117311"/>
                </a:lnTo>
                <a:lnTo>
                  <a:pt x="979858" y="1116982"/>
                </a:lnTo>
                <a:lnTo>
                  <a:pt x="980672" y="1116635"/>
                </a:lnTo>
                <a:lnTo>
                  <a:pt x="981474" y="1116268"/>
                </a:lnTo>
                <a:lnTo>
                  <a:pt x="982264" y="1115883"/>
                </a:lnTo>
                <a:lnTo>
                  <a:pt x="983042" y="1115479"/>
                </a:lnTo>
                <a:lnTo>
                  <a:pt x="983807" y="1115057"/>
                </a:lnTo>
                <a:lnTo>
                  <a:pt x="984560" y="1114615"/>
                </a:lnTo>
                <a:lnTo>
                  <a:pt x="985299" y="1114143"/>
                </a:lnTo>
                <a:lnTo>
                  <a:pt x="986024" y="1113656"/>
                </a:lnTo>
                <a:lnTo>
                  <a:pt x="986734" y="1113154"/>
                </a:lnTo>
                <a:lnTo>
                  <a:pt x="987429" y="1112638"/>
                </a:lnTo>
                <a:lnTo>
                  <a:pt x="988110" y="1112107"/>
                </a:lnTo>
                <a:lnTo>
                  <a:pt x="988776" y="1111561"/>
                </a:lnTo>
                <a:lnTo>
                  <a:pt x="989427" y="1111001"/>
                </a:lnTo>
                <a:lnTo>
                  <a:pt x="990064" y="1110426"/>
                </a:lnTo>
                <a:lnTo>
                  <a:pt x="990686" y="1109836"/>
                </a:lnTo>
                <a:lnTo>
                  <a:pt x="991293" y="1109232"/>
                </a:lnTo>
                <a:lnTo>
                  <a:pt x="991886" y="1108613"/>
                </a:lnTo>
                <a:lnTo>
                  <a:pt x="992464" y="1107979"/>
                </a:lnTo>
                <a:lnTo>
                  <a:pt x="993027" y="1107331"/>
                </a:lnTo>
                <a:lnTo>
                  <a:pt x="993576" y="1106668"/>
                </a:lnTo>
                <a:lnTo>
                  <a:pt x="994110" y="1105990"/>
                </a:lnTo>
                <a:lnTo>
                  <a:pt x="994629" y="1105298"/>
                </a:lnTo>
                <a:lnTo>
                  <a:pt x="995133" y="1104591"/>
                </a:lnTo>
                <a:lnTo>
                  <a:pt x="995623" y="1103869"/>
                </a:lnTo>
                <a:lnTo>
                  <a:pt x="996098" y="1103132"/>
                </a:lnTo>
                <a:lnTo>
                  <a:pt x="996559" y="1102381"/>
                </a:lnTo>
                <a:lnTo>
                  <a:pt x="997005" y="1101615"/>
                </a:lnTo>
                <a:lnTo>
                  <a:pt x="997436" y="1100835"/>
                </a:lnTo>
                <a:lnTo>
                  <a:pt x="997852" y="1100040"/>
                </a:lnTo>
                <a:lnTo>
                  <a:pt x="998254" y="1099230"/>
                </a:lnTo>
                <a:lnTo>
                  <a:pt x="998641" y="1098408"/>
                </a:lnTo>
                <a:lnTo>
                  <a:pt x="999010" y="1097575"/>
                </a:lnTo>
                <a:lnTo>
                  <a:pt x="999364" y="1096731"/>
                </a:lnTo>
                <a:lnTo>
                  <a:pt x="999701" y="1095877"/>
                </a:lnTo>
                <a:lnTo>
                  <a:pt x="1000021" y="1095012"/>
                </a:lnTo>
                <a:lnTo>
                  <a:pt x="1000325" y="1094137"/>
                </a:lnTo>
                <a:lnTo>
                  <a:pt x="1000613" y="1093251"/>
                </a:lnTo>
                <a:lnTo>
                  <a:pt x="1000884" y="1092355"/>
                </a:lnTo>
                <a:lnTo>
                  <a:pt x="1001139" y="1091448"/>
                </a:lnTo>
                <a:lnTo>
                  <a:pt x="1001377" y="1090530"/>
                </a:lnTo>
                <a:lnTo>
                  <a:pt x="1001599" y="1089602"/>
                </a:lnTo>
                <a:lnTo>
                  <a:pt x="1001805" y="1088663"/>
                </a:lnTo>
                <a:lnTo>
                  <a:pt x="1001994" y="1087714"/>
                </a:lnTo>
                <a:lnTo>
                  <a:pt x="1002166" y="1086754"/>
                </a:lnTo>
                <a:lnTo>
                  <a:pt x="1002322" y="1085784"/>
                </a:lnTo>
                <a:lnTo>
                  <a:pt x="1002462" y="1084803"/>
                </a:lnTo>
                <a:lnTo>
                  <a:pt x="1002585" y="1083811"/>
                </a:lnTo>
                <a:lnTo>
                  <a:pt x="1002692" y="1082809"/>
                </a:lnTo>
                <a:lnTo>
                  <a:pt x="1002783" y="1081797"/>
                </a:lnTo>
                <a:lnTo>
                  <a:pt x="1002857" y="1080774"/>
                </a:lnTo>
                <a:lnTo>
                  <a:pt x="1002914" y="1079740"/>
                </a:lnTo>
                <a:lnTo>
                  <a:pt x="1002955" y="1078695"/>
                </a:lnTo>
                <a:lnTo>
                  <a:pt x="1002980" y="1077641"/>
                </a:lnTo>
                <a:lnTo>
                  <a:pt x="1002988" y="1076575"/>
                </a:lnTo>
                <a:lnTo>
                  <a:pt x="1002988" y="1073701"/>
                </a:lnTo>
                <a:lnTo>
                  <a:pt x="1002980" y="1072649"/>
                </a:lnTo>
                <a:lnTo>
                  <a:pt x="1002955" y="1071607"/>
                </a:lnTo>
                <a:lnTo>
                  <a:pt x="1002914" y="1070576"/>
                </a:lnTo>
                <a:lnTo>
                  <a:pt x="1002857" y="1069554"/>
                </a:lnTo>
                <a:lnTo>
                  <a:pt x="1002783" y="1068542"/>
                </a:lnTo>
                <a:lnTo>
                  <a:pt x="1002692" y="1067540"/>
                </a:lnTo>
                <a:lnTo>
                  <a:pt x="1002585" y="1066549"/>
                </a:lnTo>
                <a:lnTo>
                  <a:pt x="1002462" y="1065567"/>
                </a:lnTo>
                <a:lnTo>
                  <a:pt x="1002322" y="1064595"/>
                </a:lnTo>
                <a:lnTo>
                  <a:pt x="1002166" y="1063633"/>
                </a:lnTo>
                <a:lnTo>
                  <a:pt x="1001994" y="1062681"/>
                </a:lnTo>
                <a:lnTo>
                  <a:pt x="1001805" y="1061739"/>
                </a:lnTo>
                <a:lnTo>
                  <a:pt x="1001599" y="1060807"/>
                </a:lnTo>
                <a:lnTo>
                  <a:pt x="1001377" y="1059886"/>
                </a:lnTo>
                <a:lnTo>
                  <a:pt x="1001139" y="1058974"/>
                </a:lnTo>
                <a:lnTo>
                  <a:pt x="1000884" y="1058072"/>
                </a:lnTo>
                <a:lnTo>
                  <a:pt x="1000613" y="1057180"/>
                </a:lnTo>
                <a:lnTo>
                  <a:pt x="1000325" y="1056298"/>
                </a:lnTo>
                <a:lnTo>
                  <a:pt x="1000021" y="1055426"/>
                </a:lnTo>
                <a:lnTo>
                  <a:pt x="999701" y="1054563"/>
                </a:lnTo>
                <a:lnTo>
                  <a:pt x="999364" y="1053711"/>
                </a:lnTo>
                <a:lnTo>
                  <a:pt x="999010" y="1052869"/>
                </a:lnTo>
                <a:lnTo>
                  <a:pt x="998641" y="1052037"/>
                </a:lnTo>
                <a:lnTo>
                  <a:pt x="998254" y="1051215"/>
                </a:lnTo>
                <a:lnTo>
                  <a:pt x="997852" y="1050405"/>
                </a:lnTo>
                <a:lnTo>
                  <a:pt x="997436" y="1049610"/>
                </a:lnTo>
                <a:lnTo>
                  <a:pt x="997005" y="1048830"/>
                </a:lnTo>
                <a:lnTo>
                  <a:pt x="996559" y="1048064"/>
                </a:lnTo>
                <a:lnTo>
                  <a:pt x="996098" y="1047313"/>
                </a:lnTo>
                <a:lnTo>
                  <a:pt x="995623" y="1046576"/>
                </a:lnTo>
                <a:lnTo>
                  <a:pt x="995133" y="1045854"/>
                </a:lnTo>
                <a:lnTo>
                  <a:pt x="994629" y="1045147"/>
                </a:lnTo>
                <a:lnTo>
                  <a:pt x="994110" y="1044455"/>
                </a:lnTo>
                <a:lnTo>
                  <a:pt x="993576" y="1043777"/>
                </a:lnTo>
                <a:lnTo>
                  <a:pt x="993027" y="1043114"/>
                </a:lnTo>
                <a:lnTo>
                  <a:pt x="992464" y="1042466"/>
                </a:lnTo>
                <a:lnTo>
                  <a:pt x="991886" y="1041832"/>
                </a:lnTo>
                <a:lnTo>
                  <a:pt x="991293" y="1041213"/>
                </a:lnTo>
                <a:lnTo>
                  <a:pt x="990686" y="1040609"/>
                </a:lnTo>
                <a:lnTo>
                  <a:pt x="990064" y="1040019"/>
                </a:lnTo>
                <a:lnTo>
                  <a:pt x="989427" y="1039444"/>
                </a:lnTo>
                <a:lnTo>
                  <a:pt x="988776" y="1038884"/>
                </a:lnTo>
                <a:lnTo>
                  <a:pt x="988110" y="1038338"/>
                </a:lnTo>
                <a:lnTo>
                  <a:pt x="987429" y="1037807"/>
                </a:lnTo>
                <a:lnTo>
                  <a:pt x="986734" y="1037291"/>
                </a:lnTo>
                <a:lnTo>
                  <a:pt x="986024" y="1036789"/>
                </a:lnTo>
                <a:lnTo>
                  <a:pt x="985299" y="1036302"/>
                </a:lnTo>
                <a:lnTo>
                  <a:pt x="984560" y="1035830"/>
                </a:lnTo>
                <a:lnTo>
                  <a:pt x="983807" y="1035375"/>
                </a:lnTo>
                <a:lnTo>
                  <a:pt x="983041" y="1034939"/>
                </a:lnTo>
                <a:lnTo>
                  <a:pt x="982262" y="1034522"/>
                </a:lnTo>
                <a:lnTo>
                  <a:pt x="981470" y="1034125"/>
                </a:lnTo>
                <a:lnTo>
                  <a:pt x="980665" y="1033747"/>
                </a:lnTo>
                <a:lnTo>
                  <a:pt x="979847" y="1033389"/>
                </a:lnTo>
                <a:lnTo>
                  <a:pt x="979016" y="1033050"/>
                </a:lnTo>
                <a:lnTo>
                  <a:pt x="978173" y="1032730"/>
                </a:lnTo>
                <a:lnTo>
                  <a:pt x="977316" y="1032430"/>
                </a:lnTo>
                <a:lnTo>
                  <a:pt x="976447" y="1032149"/>
                </a:lnTo>
                <a:lnTo>
                  <a:pt x="975565" y="1031888"/>
                </a:lnTo>
                <a:lnTo>
                  <a:pt x="974669" y="1031645"/>
                </a:lnTo>
                <a:lnTo>
                  <a:pt x="973761" y="1031423"/>
                </a:lnTo>
                <a:lnTo>
                  <a:pt x="972840" y="1031219"/>
                </a:lnTo>
                <a:lnTo>
                  <a:pt x="971906" y="1031035"/>
                </a:lnTo>
                <a:lnTo>
                  <a:pt x="970959" y="1030871"/>
                </a:lnTo>
                <a:lnTo>
                  <a:pt x="970000" y="1030725"/>
                </a:lnTo>
                <a:lnTo>
                  <a:pt x="969027" y="1030599"/>
                </a:lnTo>
                <a:lnTo>
                  <a:pt x="968041" y="1030493"/>
                </a:lnTo>
                <a:lnTo>
                  <a:pt x="967043" y="1030406"/>
                </a:lnTo>
                <a:lnTo>
                  <a:pt x="966031" y="1030338"/>
                </a:lnTo>
                <a:lnTo>
                  <a:pt x="965007" y="1030289"/>
                </a:lnTo>
                <a:lnTo>
                  <a:pt x="963969" y="1030260"/>
                </a:lnTo>
                <a:lnTo>
                  <a:pt x="962919" y="1030251"/>
                </a:lnTo>
                <a:lnTo>
                  <a:pt x="961897" y="1030260"/>
                </a:lnTo>
                <a:lnTo>
                  <a:pt x="960886" y="1030289"/>
                </a:lnTo>
                <a:lnTo>
                  <a:pt x="959887" y="1030338"/>
                </a:lnTo>
                <a:lnTo>
                  <a:pt x="958899" y="1030406"/>
                </a:lnTo>
                <a:lnTo>
                  <a:pt x="957924" y="1030493"/>
                </a:lnTo>
                <a:lnTo>
                  <a:pt x="956960" y="1030599"/>
                </a:lnTo>
                <a:lnTo>
                  <a:pt x="956007" y="1030725"/>
                </a:lnTo>
                <a:lnTo>
                  <a:pt x="955067" y="1030871"/>
                </a:lnTo>
                <a:lnTo>
                  <a:pt x="954138" y="1031035"/>
                </a:lnTo>
                <a:lnTo>
                  <a:pt x="953221" y="1031219"/>
                </a:lnTo>
                <a:lnTo>
                  <a:pt x="952316" y="1031423"/>
                </a:lnTo>
                <a:lnTo>
                  <a:pt x="951423" y="1031645"/>
                </a:lnTo>
                <a:lnTo>
                  <a:pt x="950541" y="1031888"/>
                </a:lnTo>
                <a:lnTo>
                  <a:pt x="949671" y="1032149"/>
                </a:lnTo>
                <a:lnTo>
                  <a:pt x="948813" y="1032430"/>
                </a:lnTo>
                <a:lnTo>
                  <a:pt x="947966" y="1032730"/>
                </a:lnTo>
                <a:lnTo>
                  <a:pt x="947131" y="1033050"/>
                </a:lnTo>
                <a:lnTo>
                  <a:pt x="946308" y="1033389"/>
                </a:lnTo>
                <a:lnTo>
                  <a:pt x="945497" y="1033747"/>
                </a:lnTo>
                <a:lnTo>
                  <a:pt x="944698" y="1034125"/>
                </a:lnTo>
                <a:lnTo>
                  <a:pt x="943910" y="1034522"/>
                </a:lnTo>
                <a:lnTo>
                  <a:pt x="943134" y="1034939"/>
                </a:lnTo>
                <a:lnTo>
                  <a:pt x="942369" y="1035375"/>
                </a:lnTo>
                <a:lnTo>
                  <a:pt x="941617" y="1035830"/>
                </a:lnTo>
                <a:lnTo>
                  <a:pt x="940877" y="1036288"/>
                </a:lnTo>
                <a:lnTo>
                  <a:pt x="940153" y="1036762"/>
                </a:lnTo>
                <a:lnTo>
                  <a:pt x="939443" y="1037251"/>
                </a:lnTo>
                <a:lnTo>
                  <a:pt x="938747" y="1037755"/>
                </a:lnTo>
                <a:lnTo>
                  <a:pt x="938067" y="1038275"/>
                </a:lnTo>
                <a:lnTo>
                  <a:pt x="937401" y="1038810"/>
                </a:lnTo>
                <a:lnTo>
                  <a:pt x="936749" y="1039360"/>
                </a:lnTo>
                <a:lnTo>
                  <a:pt x="936113" y="1039925"/>
                </a:lnTo>
                <a:lnTo>
                  <a:pt x="935491" y="1040506"/>
                </a:lnTo>
                <a:lnTo>
                  <a:pt x="934884" y="1041101"/>
                </a:lnTo>
                <a:lnTo>
                  <a:pt x="934291" y="1041713"/>
                </a:lnTo>
                <a:lnTo>
                  <a:pt x="933713" y="1042339"/>
                </a:lnTo>
                <a:lnTo>
                  <a:pt x="933150" y="1042981"/>
                </a:lnTo>
                <a:lnTo>
                  <a:pt x="932601" y="1043638"/>
                </a:lnTo>
                <a:lnTo>
                  <a:pt x="932067" y="1044310"/>
                </a:lnTo>
                <a:lnTo>
                  <a:pt x="931548" y="1044997"/>
                </a:lnTo>
                <a:lnTo>
                  <a:pt x="931043" y="1045700"/>
                </a:lnTo>
                <a:lnTo>
                  <a:pt x="930554" y="1046418"/>
                </a:lnTo>
                <a:lnTo>
                  <a:pt x="930078" y="1047151"/>
                </a:lnTo>
                <a:lnTo>
                  <a:pt x="929618" y="1047899"/>
                </a:lnTo>
                <a:lnTo>
                  <a:pt x="929172" y="1048663"/>
                </a:lnTo>
                <a:lnTo>
                  <a:pt x="928741" y="1049442"/>
                </a:lnTo>
                <a:lnTo>
                  <a:pt x="928324" y="1050236"/>
                </a:lnTo>
                <a:lnTo>
                  <a:pt x="927922" y="1051046"/>
                </a:lnTo>
                <a:lnTo>
                  <a:pt x="927536" y="1051868"/>
                </a:lnTo>
                <a:lnTo>
                  <a:pt x="927166" y="1052701"/>
                </a:lnTo>
                <a:lnTo>
                  <a:pt x="926813" y="1053545"/>
                </a:lnTo>
                <a:lnTo>
                  <a:pt x="926476" y="1054399"/>
                </a:lnTo>
                <a:lnTo>
                  <a:pt x="926155" y="1055264"/>
                </a:lnTo>
                <a:lnTo>
                  <a:pt x="925851" y="1056139"/>
                </a:lnTo>
                <a:lnTo>
                  <a:pt x="925564" y="1057025"/>
                </a:lnTo>
                <a:lnTo>
                  <a:pt x="925292" y="1057921"/>
                </a:lnTo>
                <a:lnTo>
                  <a:pt x="925038" y="1058828"/>
                </a:lnTo>
                <a:lnTo>
                  <a:pt x="924799" y="1059746"/>
                </a:lnTo>
                <a:lnTo>
                  <a:pt x="924577" y="1060674"/>
                </a:lnTo>
                <a:lnTo>
                  <a:pt x="924372" y="1061613"/>
                </a:lnTo>
                <a:lnTo>
                  <a:pt x="924183" y="1062562"/>
                </a:lnTo>
                <a:lnTo>
                  <a:pt x="924010" y="1063522"/>
                </a:lnTo>
                <a:lnTo>
                  <a:pt x="923854" y="1064492"/>
                </a:lnTo>
                <a:lnTo>
                  <a:pt x="923715" y="1065473"/>
                </a:lnTo>
                <a:lnTo>
                  <a:pt x="923591" y="1066464"/>
                </a:lnTo>
                <a:lnTo>
                  <a:pt x="923484" y="1067466"/>
                </a:lnTo>
                <a:lnTo>
                  <a:pt x="923394" y="1068479"/>
                </a:lnTo>
                <a:lnTo>
                  <a:pt x="923320" y="1069502"/>
                </a:lnTo>
                <a:lnTo>
                  <a:pt x="923263" y="1070536"/>
                </a:lnTo>
                <a:lnTo>
                  <a:pt x="923221" y="1071580"/>
                </a:lnTo>
                <a:lnTo>
                  <a:pt x="923197" y="1072635"/>
                </a:lnTo>
                <a:lnTo>
                  <a:pt x="923189" y="1073701"/>
                </a:lnTo>
                <a:lnTo>
                  <a:pt x="923189" y="1076575"/>
                </a:lnTo>
                <a:lnTo>
                  <a:pt x="923197" y="1077613"/>
                </a:lnTo>
                <a:lnTo>
                  <a:pt x="923221" y="1078643"/>
                </a:lnTo>
                <a:lnTo>
                  <a:pt x="923263" y="1079663"/>
                </a:lnTo>
                <a:lnTo>
                  <a:pt x="923320" y="1080675"/>
                </a:lnTo>
                <a:lnTo>
                  <a:pt x="923394" y="1081678"/>
                </a:lnTo>
                <a:lnTo>
                  <a:pt x="923484" y="1082672"/>
                </a:lnTo>
                <a:lnTo>
                  <a:pt x="923591" y="1083657"/>
                </a:lnTo>
                <a:lnTo>
                  <a:pt x="923715" y="1084634"/>
                </a:lnTo>
                <a:lnTo>
                  <a:pt x="923854" y="1085602"/>
                </a:lnTo>
                <a:lnTo>
                  <a:pt x="924010" y="1086561"/>
                </a:lnTo>
                <a:lnTo>
                  <a:pt x="924183" y="1087511"/>
                </a:lnTo>
                <a:lnTo>
                  <a:pt x="924372" y="1088452"/>
                </a:lnTo>
                <a:lnTo>
                  <a:pt x="924577" y="1089385"/>
                </a:lnTo>
                <a:lnTo>
                  <a:pt x="924799" y="1090308"/>
                </a:lnTo>
                <a:lnTo>
                  <a:pt x="925038" y="1091223"/>
                </a:lnTo>
                <a:lnTo>
                  <a:pt x="925292" y="1092129"/>
                </a:lnTo>
                <a:lnTo>
                  <a:pt x="925564" y="1093027"/>
                </a:lnTo>
                <a:lnTo>
                  <a:pt x="925851" y="1093915"/>
                </a:lnTo>
                <a:lnTo>
                  <a:pt x="926155" y="1094795"/>
                </a:lnTo>
                <a:lnTo>
                  <a:pt x="926476" y="1095666"/>
                </a:lnTo>
                <a:lnTo>
                  <a:pt x="926813" y="1096528"/>
                </a:lnTo>
                <a:lnTo>
                  <a:pt x="927166" y="1097381"/>
                </a:lnTo>
                <a:lnTo>
                  <a:pt x="927536" y="1098225"/>
                </a:lnTo>
                <a:lnTo>
                  <a:pt x="927922" y="1099061"/>
                </a:lnTo>
                <a:lnTo>
                  <a:pt x="928324" y="1099871"/>
                </a:lnTo>
                <a:lnTo>
                  <a:pt x="928741" y="1100666"/>
                </a:lnTo>
                <a:lnTo>
                  <a:pt x="929172" y="1101446"/>
                </a:lnTo>
                <a:lnTo>
                  <a:pt x="929618" y="1102212"/>
                </a:lnTo>
                <a:lnTo>
                  <a:pt x="930078" y="1102963"/>
                </a:lnTo>
                <a:lnTo>
                  <a:pt x="930554" y="1103700"/>
                </a:lnTo>
                <a:lnTo>
                  <a:pt x="931043" y="1104422"/>
                </a:lnTo>
                <a:lnTo>
                  <a:pt x="931548" y="1105129"/>
                </a:lnTo>
                <a:lnTo>
                  <a:pt x="932067" y="1105821"/>
                </a:lnTo>
                <a:lnTo>
                  <a:pt x="932601" y="1106499"/>
                </a:lnTo>
                <a:lnTo>
                  <a:pt x="933150" y="1107162"/>
                </a:lnTo>
                <a:lnTo>
                  <a:pt x="933713" y="1107810"/>
                </a:lnTo>
                <a:lnTo>
                  <a:pt x="934291" y="1108444"/>
                </a:lnTo>
                <a:lnTo>
                  <a:pt x="934884" y="1109063"/>
                </a:lnTo>
                <a:lnTo>
                  <a:pt x="935491" y="1109667"/>
                </a:lnTo>
                <a:lnTo>
                  <a:pt x="936113" y="1110257"/>
                </a:lnTo>
                <a:lnTo>
                  <a:pt x="936749" y="1110832"/>
                </a:lnTo>
                <a:lnTo>
                  <a:pt x="937401" y="1111392"/>
                </a:lnTo>
                <a:lnTo>
                  <a:pt x="938067" y="1111938"/>
                </a:lnTo>
                <a:lnTo>
                  <a:pt x="938747" y="1112469"/>
                </a:lnTo>
                <a:lnTo>
                  <a:pt x="939443" y="1112985"/>
                </a:lnTo>
                <a:lnTo>
                  <a:pt x="940153" y="1113487"/>
                </a:lnTo>
                <a:lnTo>
                  <a:pt x="940877" y="1113974"/>
                </a:lnTo>
                <a:lnTo>
                  <a:pt x="941617" y="1114446"/>
                </a:lnTo>
                <a:lnTo>
                  <a:pt x="942370" y="1114901"/>
                </a:lnTo>
                <a:lnTo>
                  <a:pt x="943135" y="1115337"/>
                </a:lnTo>
                <a:lnTo>
                  <a:pt x="943912" y="1115754"/>
                </a:lnTo>
                <a:lnTo>
                  <a:pt x="944702" y="1116151"/>
                </a:lnTo>
                <a:lnTo>
                  <a:pt x="945504" y="1116529"/>
                </a:lnTo>
                <a:lnTo>
                  <a:pt x="946319" y="1116887"/>
                </a:lnTo>
                <a:lnTo>
                  <a:pt x="947146" y="1117226"/>
                </a:lnTo>
                <a:lnTo>
                  <a:pt x="947985" y="1117546"/>
                </a:lnTo>
                <a:lnTo>
                  <a:pt x="948837" y="1117846"/>
                </a:lnTo>
                <a:lnTo>
                  <a:pt x="949700" y="1118127"/>
                </a:lnTo>
                <a:lnTo>
                  <a:pt x="950577" y="1118388"/>
                </a:lnTo>
                <a:lnTo>
                  <a:pt x="951465" y="1118631"/>
                </a:lnTo>
                <a:lnTo>
                  <a:pt x="952366" y="1118853"/>
                </a:lnTo>
                <a:lnTo>
                  <a:pt x="953279" y="1119057"/>
                </a:lnTo>
                <a:lnTo>
                  <a:pt x="954204" y="1119241"/>
                </a:lnTo>
                <a:lnTo>
                  <a:pt x="955142" y="1119405"/>
                </a:lnTo>
                <a:lnTo>
                  <a:pt x="956092" y="1119551"/>
                </a:lnTo>
                <a:lnTo>
                  <a:pt x="957055" y="1119677"/>
                </a:lnTo>
                <a:lnTo>
                  <a:pt x="958030" y="1119783"/>
                </a:lnTo>
                <a:lnTo>
                  <a:pt x="959017" y="1119870"/>
                </a:lnTo>
                <a:lnTo>
                  <a:pt x="960016" y="1119938"/>
                </a:lnTo>
                <a:lnTo>
                  <a:pt x="961028" y="1119987"/>
                </a:lnTo>
                <a:lnTo>
                  <a:pt x="962052" y="1120016"/>
                </a:lnTo>
                <a:lnTo>
                  <a:pt x="963088" y="1120025"/>
                </a:lnTo>
                <a:lnTo>
                  <a:pt x="964125" y="1120016"/>
                </a:lnTo>
                <a:lnTo>
                  <a:pt x="965149" y="1119988"/>
                </a:lnTo>
                <a:lnTo>
                  <a:pt x="966161" y="1119941"/>
                </a:lnTo>
                <a:lnTo>
                  <a:pt x="967160" y="1119875"/>
                </a:lnTo>
                <a:lnTo>
                  <a:pt x="968147" y="1119791"/>
                </a:lnTo>
                <a:lnTo>
                  <a:pt x="969122" y="1119687"/>
                </a:lnTo>
                <a:lnTo>
                  <a:pt x="970084" y="1119565"/>
                </a:lnTo>
                <a:lnTo>
                  <a:pt x="971035" y="1119424"/>
                </a:lnTo>
                <a:lnTo>
                  <a:pt x="971972" y="1119265"/>
                </a:lnTo>
                <a:close/>
                <a:moveTo>
                  <a:pt x="956312" y="1107023"/>
                </a:moveTo>
                <a:lnTo>
                  <a:pt x="955615" y="1106789"/>
                </a:lnTo>
                <a:lnTo>
                  <a:pt x="954929" y="1106530"/>
                </a:lnTo>
                <a:lnTo>
                  <a:pt x="954255" y="1106246"/>
                </a:lnTo>
                <a:lnTo>
                  <a:pt x="953591" y="1105938"/>
                </a:lnTo>
                <a:lnTo>
                  <a:pt x="952938" y="1105605"/>
                </a:lnTo>
                <a:lnTo>
                  <a:pt x="952297" y="1105248"/>
                </a:lnTo>
                <a:lnTo>
                  <a:pt x="951667" y="1104866"/>
                </a:lnTo>
                <a:lnTo>
                  <a:pt x="951048" y="1104459"/>
                </a:lnTo>
                <a:lnTo>
                  <a:pt x="950440" y="1104027"/>
                </a:lnTo>
                <a:lnTo>
                  <a:pt x="949843" y="1103571"/>
                </a:lnTo>
                <a:lnTo>
                  <a:pt x="949258" y="1103090"/>
                </a:lnTo>
                <a:lnTo>
                  <a:pt x="948683" y="1102585"/>
                </a:lnTo>
                <a:lnTo>
                  <a:pt x="948120" y="1102055"/>
                </a:lnTo>
                <a:lnTo>
                  <a:pt x="947568" y="1101500"/>
                </a:lnTo>
                <a:lnTo>
                  <a:pt x="947027" y="1100921"/>
                </a:lnTo>
                <a:lnTo>
                  <a:pt x="946517" y="1100305"/>
                </a:lnTo>
                <a:lnTo>
                  <a:pt x="946028" y="1099670"/>
                </a:lnTo>
                <a:lnTo>
                  <a:pt x="945561" y="1099016"/>
                </a:lnTo>
                <a:lnTo>
                  <a:pt x="945116" y="1098342"/>
                </a:lnTo>
                <a:lnTo>
                  <a:pt x="944692" y="1097649"/>
                </a:lnTo>
                <a:lnTo>
                  <a:pt x="944290" y="1096937"/>
                </a:lnTo>
                <a:lnTo>
                  <a:pt x="943910" y="1096205"/>
                </a:lnTo>
                <a:lnTo>
                  <a:pt x="943552" y="1095454"/>
                </a:lnTo>
                <a:lnTo>
                  <a:pt x="943215" y="1094684"/>
                </a:lnTo>
                <a:lnTo>
                  <a:pt x="942900" y="1093894"/>
                </a:lnTo>
                <a:lnTo>
                  <a:pt x="942607" y="1093085"/>
                </a:lnTo>
                <a:lnTo>
                  <a:pt x="942335" y="1092256"/>
                </a:lnTo>
                <a:lnTo>
                  <a:pt x="942086" y="1091408"/>
                </a:lnTo>
                <a:lnTo>
                  <a:pt x="941857" y="1090541"/>
                </a:lnTo>
                <a:lnTo>
                  <a:pt x="941651" y="1089654"/>
                </a:lnTo>
                <a:lnTo>
                  <a:pt x="941467" y="1088748"/>
                </a:lnTo>
                <a:lnTo>
                  <a:pt x="941304" y="1087822"/>
                </a:lnTo>
                <a:lnTo>
                  <a:pt x="941162" y="1086878"/>
                </a:lnTo>
                <a:lnTo>
                  <a:pt x="941043" y="1085913"/>
                </a:lnTo>
                <a:lnTo>
                  <a:pt x="940945" y="1084930"/>
                </a:lnTo>
                <a:lnTo>
                  <a:pt x="940869" y="1083927"/>
                </a:lnTo>
                <a:lnTo>
                  <a:pt x="940815" y="1082905"/>
                </a:lnTo>
                <a:lnTo>
                  <a:pt x="940782" y="1081863"/>
                </a:lnTo>
                <a:lnTo>
                  <a:pt x="940771" y="1080802"/>
                </a:lnTo>
                <a:lnTo>
                  <a:pt x="940771" y="1069474"/>
                </a:lnTo>
                <a:lnTo>
                  <a:pt x="940782" y="1068413"/>
                </a:lnTo>
                <a:lnTo>
                  <a:pt x="940815" y="1067373"/>
                </a:lnTo>
                <a:lnTo>
                  <a:pt x="940869" y="1066352"/>
                </a:lnTo>
                <a:lnTo>
                  <a:pt x="940945" y="1065351"/>
                </a:lnTo>
                <a:lnTo>
                  <a:pt x="941043" y="1064370"/>
                </a:lnTo>
                <a:lnTo>
                  <a:pt x="941162" y="1063409"/>
                </a:lnTo>
                <a:lnTo>
                  <a:pt x="941304" y="1062468"/>
                </a:lnTo>
                <a:lnTo>
                  <a:pt x="941467" y="1061547"/>
                </a:lnTo>
                <a:lnTo>
                  <a:pt x="941651" y="1060646"/>
                </a:lnTo>
                <a:lnTo>
                  <a:pt x="941857" y="1059765"/>
                </a:lnTo>
                <a:lnTo>
                  <a:pt x="942086" y="1058903"/>
                </a:lnTo>
                <a:lnTo>
                  <a:pt x="942335" y="1058062"/>
                </a:lnTo>
                <a:lnTo>
                  <a:pt x="942607" y="1057241"/>
                </a:lnTo>
                <a:lnTo>
                  <a:pt x="942900" y="1056440"/>
                </a:lnTo>
                <a:lnTo>
                  <a:pt x="943215" y="1055658"/>
                </a:lnTo>
                <a:lnTo>
                  <a:pt x="943552" y="1054897"/>
                </a:lnTo>
                <a:lnTo>
                  <a:pt x="943910" y="1054155"/>
                </a:lnTo>
                <a:lnTo>
                  <a:pt x="944290" y="1053434"/>
                </a:lnTo>
                <a:lnTo>
                  <a:pt x="944692" y="1052733"/>
                </a:lnTo>
                <a:lnTo>
                  <a:pt x="945116" y="1052051"/>
                </a:lnTo>
                <a:lnTo>
                  <a:pt x="945561" y="1051389"/>
                </a:lnTo>
                <a:lnTo>
                  <a:pt x="946028" y="1050748"/>
                </a:lnTo>
                <a:lnTo>
                  <a:pt x="946517" y="1050126"/>
                </a:lnTo>
                <a:lnTo>
                  <a:pt x="947027" y="1049524"/>
                </a:lnTo>
                <a:lnTo>
                  <a:pt x="947568" y="1048931"/>
                </a:lnTo>
                <a:lnTo>
                  <a:pt x="948120" y="1048363"/>
                </a:lnTo>
                <a:lnTo>
                  <a:pt x="948683" y="1047820"/>
                </a:lnTo>
                <a:lnTo>
                  <a:pt x="949258" y="1047303"/>
                </a:lnTo>
                <a:lnTo>
                  <a:pt x="949843" y="1046811"/>
                </a:lnTo>
                <a:lnTo>
                  <a:pt x="950440" y="1046344"/>
                </a:lnTo>
                <a:lnTo>
                  <a:pt x="951048" y="1045902"/>
                </a:lnTo>
                <a:lnTo>
                  <a:pt x="951667" y="1045486"/>
                </a:lnTo>
                <a:lnTo>
                  <a:pt x="952297" y="1045094"/>
                </a:lnTo>
                <a:lnTo>
                  <a:pt x="952938" y="1044728"/>
                </a:lnTo>
                <a:lnTo>
                  <a:pt x="953591" y="1044387"/>
                </a:lnTo>
                <a:lnTo>
                  <a:pt x="954255" y="1044072"/>
                </a:lnTo>
                <a:lnTo>
                  <a:pt x="954929" y="1043782"/>
                </a:lnTo>
                <a:lnTo>
                  <a:pt x="955615" y="1043517"/>
                </a:lnTo>
                <a:lnTo>
                  <a:pt x="956312" y="1043277"/>
                </a:lnTo>
                <a:lnTo>
                  <a:pt x="957021" y="1043062"/>
                </a:lnTo>
                <a:lnTo>
                  <a:pt x="957740" y="1042873"/>
                </a:lnTo>
                <a:lnTo>
                  <a:pt x="958471" y="1042709"/>
                </a:lnTo>
                <a:lnTo>
                  <a:pt x="959212" y="1042570"/>
                </a:lnTo>
                <a:lnTo>
                  <a:pt x="959965" y="1042456"/>
                </a:lnTo>
                <a:lnTo>
                  <a:pt x="960729" y="1042368"/>
                </a:lnTo>
                <a:lnTo>
                  <a:pt x="961505" y="1042305"/>
                </a:lnTo>
                <a:lnTo>
                  <a:pt x="962291" y="1042267"/>
                </a:lnTo>
                <a:lnTo>
                  <a:pt x="963088" y="1042254"/>
                </a:lnTo>
                <a:lnTo>
                  <a:pt x="963899" y="1042267"/>
                </a:lnTo>
                <a:lnTo>
                  <a:pt x="964698" y="1042305"/>
                </a:lnTo>
                <a:lnTo>
                  <a:pt x="965484" y="1042368"/>
                </a:lnTo>
                <a:lnTo>
                  <a:pt x="966258" y="1042456"/>
                </a:lnTo>
                <a:lnTo>
                  <a:pt x="967020" y="1042570"/>
                </a:lnTo>
                <a:lnTo>
                  <a:pt x="967769" y="1042709"/>
                </a:lnTo>
                <a:lnTo>
                  <a:pt x="968506" y="1042873"/>
                </a:lnTo>
                <a:lnTo>
                  <a:pt x="969231" y="1043062"/>
                </a:lnTo>
                <a:lnTo>
                  <a:pt x="969944" y="1043277"/>
                </a:lnTo>
                <a:lnTo>
                  <a:pt x="970644" y="1043517"/>
                </a:lnTo>
                <a:lnTo>
                  <a:pt x="971331" y="1043782"/>
                </a:lnTo>
                <a:lnTo>
                  <a:pt x="972007" y="1044072"/>
                </a:lnTo>
                <a:lnTo>
                  <a:pt x="972670" y="1044387"/>
                </a:lnTo>
                <a:lnTo>
                  <a:pt x="973320" y="1044728"/>
                </a:lnTo>
                <a:lnTo>
                  <a:pt x="973959" y="1045094"/>
                </a:lnTo>
                <a:lnTo>
                  <a:pt x="974585" y="1045486"/>
                </a:lnTo>
                <a:lnTo>
                  <a:pt x="975199" y="1045902"/>
                </a:lnTo>
                <a:lnTo>
                  <a:pt x="975800" y="1046344"/>
                </a:lnTo>
                <a:lnTo>
                  <a:pt x="976389" y="1046811"/>
                </a:lnTo>
                <a:lnTo>
                  <a:pt x="976966" y="1047303"/>
                </a:lnTo>
                <a:lnTo>
                  <a:pt x="977530" y="1047820"/>
                </a:lnTo>
                <a:lnTo>
                  <a:pt x="978082" y="1048363"/>
                </a:lnTo>
                <a:lnTo>
                  <a:pt x="978622" y="1048931"/>
                </a:lnTo>
                <a:lnTo>
                  <a:pt x="979150" y="1049524"/>
                </a:lnTo>
                <a:lnTo>
                  <a:pt x="979660" y="1050126"/>
                </a:lnTo>
                <a:lnTo>
                  <a:pt x="980149" y="1050748"/>
                </a:lnTo>
                <a:lnTo>
                  <a:pt x="980616" y="1051389"/>
                </a:lnTo>
                <a:lnTo>
                  <a:pt x="981061" y="1052051"/>
                </a:lnTo>
                <a:lnTo>
                  <a:pt x="981485" y="1052733"/>
                </a:lnTo>
                <a:lnTo>
                  <a:pt x="981886" y="1053434"/>
                </a:lnTo>
                <a:lnTo>
                  <a:pt x="982267" y="1054155"/>
                </a:lnTo>
                <a:lnTo>
                  <a:pt x="982625" y="1054897"/>
                </a:lnTo>
                <a:lnTo>
                  <a:pt x="982962" y="1055658"/>
                </a:lnTo>
                <a:lnTo>
                  <a:pt x="983277" y="1056440"/>
                </a:lnTo>
                <a:lnTo>
                  <a:pt x="983570" y="1057241"/>
                </a:lnTo>
                <a:lnTo>
                  <a:pt x="983841" y="1058062"/>
                </a:lnTo>
                <a:lnTo>
                  <a:pt x="984091" y="1058903"/>
                </a:lnTo>
                <a:lnTo>
                  <a:pt x="984319" y="1059765"/>
                </a:lnTo>
                <a:lnTo>
                  <a:pt x="984526" y="1060646"/>
                </a:lnTo>
                <a:lnTo>
                  <a:pt x="984710" y="1061547"/>
                </a:lnTo>
                <a:lnTo>
                  <a:pt x="984873" y="1062468"/>
                </a:lnTo>
                <a:lnTo>
                  <a:pt x="985014" y="1063409"/>
                </a:lnTo>
                <a:lnTo>
                  <a:pt x="985134" y="1064370"/>
                </a:lnTo>
                <a:lnTo>
                  <a:pt x="985231" y="1065351"/>
                </a:lnTo>
                <a:lnTo>
                  <a:pt x="985307" y="1066352"/>
                </a:lnTo>
                <a:lnTo>
                  <a:pt x="985362" y="1067373"/>
                </a:lnTo>
                <a:lnTo>
                  <a:pt x="985394" y="1068413"/>
                </a:lnTo>
                <a:lnTo>
                  <a:pt x="985405" y="1069474"/>
                </a:lnTo>
                <a:lnTo>
                  <a:pt x="985405" y="1080802"/>
                </a:lnTo>
                <a:lnTo>
                  <a:pt x="985394" y="1081863"/>
                </a:lnTo>
                <a:lnTo>
                  <a:pt x="985362" y="1082905"/>
                </a:lnTo>
                <a:lnTo>
                  <a:pt x="985307" y="1083927"/>
                </a:lnTo>
                <a:lnTo>
                  <a:pt x="985231" y="1084930"/>
                </a:lnTo>
                <a:lnTo>
                  <a:pt x="985134" y="1085913"/>
                </a:lnTo>
                <a:lnTo>
                  <a:pt x="985014" y="1086878"/>
                </a:lnTo>
                <a:lnTo>
                  <a:pt x="984873" y="1087822"/>
                </a:lnTo>
                <a:lnTo>
                  <a:pt x="984710" y="1088748"/>
                </a:lnTo>
                <a:lnTo>
                  <a:pt x="984526" y="1089654"/>
                </a:lnTo>
                <a:lnTo>
                  <a:pt x="984319" y="1090541"/>
                </a:lnTo>
                <a:lnTo>
                  <a:pt x="984091" y="1091408"/>
                </a:lnTo>
                <a:lnTo>
                  <a:pt x="983841" y="1092256"/>
                </a:lnTo>
                <a:lnTo>
                  <a:pt x="983570" y="1093085"/>
                </a:lnTo>
                <a:lnTo>
                  <a:pt x="983277" y="1093894"/>
                </a:lnTo>
                <a:lnTo>
                  <a:pt x="982962" y="1094684"/>
                </a:lnTo>
                <a:lnTo>
                  <a:pt x="982625" y="1095454"/>
                </a:lnTo>
                <a:lnTo>
                  <a:pt x="982267" y="1096205"/>
                </a:lnTo>
                <a:lnTo>
                  <a:pt x="981886" y="1096937"/>
                </a:lnTo>
                <a:lnTo>
                  <a:pt x="981485" y="1097649"/>
                </a:lnTo>
                <a:lnTo>
                  <a:pt x="981061" y="1098342"/>
                </a:lnTo>
                <a:lnTo>
                  <a:pt x="980616" y="1099016"/>
                </a:lnTo>
                <a:lnTo>
                  <a:pt x="980149" y="1099670"/>
                </a:lnTo>
                <a:lnTo>
                  <a:pt x="979660" y="1100305"/>
                </a:lnTo>
                <a:lnTo>
                  <a:pt x="979150" y="1100921"/>
                </a:lnTo>
                <a:lnTo>
                  <a:pt x="978622" y="1101500"/>
                </a:lnTo>
                <a:lnTo>
                  <a:pt x="978082" y="1102055"/>
                </a:lnTo>
                <a:lnTo>
                  <a:pt x="977530" y="1102585"/>
                </a:lnTo>
                <a:lnTo>
                  <a:pt x="976966" y="1103090"/>
                </a:lnTo>
                <a:lnTo>
                  <a:pt x="976389" y="1103571"/>
                </a:lnTo>
                <a:lnTo>
                  <a:pt x="975800" y="1104027"/>
                </a:lnTo>
                <a:lnTo>
                  <a:pt x="975199" y="1104459"/>
                </a:lnTo>
                <a:lnTo>
                  <a:pt x="974585" y="1104866"/>
                </a:lnTo>
                <a:lnTo>
                  <a:pt x="973959" y="1105248"/>
                </a:lnTo>
                <a:lnTo>
                  <a:pt x="973320" y="1105605"/>
                </a:lnTo>
                <a:lnTo>
                  <a:pt x="972670" y="1105938"/>
                </a:lnTo>
                <a:lnTo>
                  <a:pt x="972007" y="1106246"/>
                </a:lnTo>
                <a:lnTo>
                  <a:pt x="971331" y="1106530"/>
                </a:lnTo>
                <a:lnTo>
                  <a:pt x="970644" y="1106789"/>
                </a:lnTo>
                <a:lnTo>
                  <a:pt x="969944" y="1107023"/>
                </a:lnTo>
                <a:lnTo>
                  <a:pt x="969231" y="1107233"/>
                </a:lnTo>
                <a:lnTo>
                  <a:pt x="968506" y="1107418"/>
                </a:lnTo>
                <a:lnTo>
                  <a:pt x="967769" y="1107578"/>
                </a:lnTo>
                <a:lnTo>
                  <a:pt x="967020" y="1107713"/>
                </a:lnTo>
                <a:lnTo>
                  <a:pt x="966258" y="1107824"/>
                </a:lnTo>
                <a:lnTo>
                  <a:pt x="965484" y="1107911"/>
                </a:lnTo>
                <a:lnTo>
                  <a:pt x="964698" y="1107972"/>
                </a:lnTo>
                <a:lnTo>
                  <a:pt x="963899" y="1108009"/>
                </a:lnTo>
                <a:lnTo>
                  <a:pt x="963088" y="1108022"/>
                </a:lnTo>
                <a:lnTo>
                  <a:pt x="962291" y="1108009"/>
                </a:lnTo>
                <a:lnTo>
                  <a:pt x="961505" y="1107972"/>
                </a:lnTo>
                <a:lnTo>
                  <a:pt x="960729" y="1107911"/>
                </a:lnTo>
                <a:lnTo>
                  <a:pt x="959965" y="1107824"/>
                </a:lnTo>
                <a:lnTo>
                  <a:pt x="959212" y="1107713"/>
                </a:lnTo>
                <a:lnTo>
                  <a:pt x="958471" y="1107578"/>
                </a:lnTo>
                <a:lnTo>
                  <a:pt x="957740" y="1107418"/>
                </a:lnTo>
                <a:lnTo>
                  <a:pt x="957021" y="1107233"/>
                </a:lnTo>
                <a:lnTo>
                  <a:pt x="956312" y="1107023"/>
                </a:lnTo>
                <a:close/>
                <a:moveTo>
                  <a:pt x="1208104" y="1140144"/>
                </a:moveTo>
                <a:lnTo>
                  <a:pt x="1208104" y="1127971"/>
                </a:lnTo>
                <a:lnTo>
                  <a:pt x="1123570" y="1127971"/>
                </a:lnTo>
                <a:lnTo>
                  <a:pt x="1123570" y="1140144"/>
                </a:lnTo>
                <a:lnTo>
                  <a:pt x="1208104" y="1140144"/>
                </a:lnTo>
                <a:close/>
                <a:moveTo>
                  <a:pt x="1060067" y="1263341"/>
                </a:moveTo>
                <a:lnTo>
                  <a:pt x="1075959" y="1263341"/>
                </a:lnTo>
                <a:lnTo>
                  <a:pt x="1075959" y="1247110"/>
                </a:lnTo>
                <a:lnTo>
                  <a:pt x="1060067" y="1247110"/>
                </a:lnTo>
                <a:lnTo>
                  <a:pt x="1060067" y="1263341"/>
                </a:lnTo>
                <a:close/>
                <a:moveTo>
                  <a:pt x="983503" y="1368987"/>
                </a:moveTo>
                <a:lnTo>
                  <a:pt x="984025" y="1368942"/>
                </a:lnTo>
                <a:lnTo>
                  <a:pt x="984546" y="1368893"/>
                </a:lnTo>
                <a:lnTo>
                  <a:pt x="985067" y="1368839"/>
                </a:lnTo>
                <a:lnTo>
                  <a:pt x="985588" y="1368780"/>
                </a:lnTo>
                <a:lnTo>
                  <a:pt x="986110" y="1368717"/>
                </a:lnTo>
                <a:lnTo>
                  <a:pt x="986631" y="1368649"/>
                </a:lnTo>
                <a:lnTo>
                  <a:pt x="987152" y="1368576"/>
                </a:lnTo>
                <a:lnTo>
                  <a:pt x="987674" y="1368498"/>
                </a:lnTo>
                <a:lnTo>
                  <a:pt x="988195" y="1368416"/>
                </a:lnTo>
                <a:lnTo>
                  <a:pt x="988716" y="1368329"/>
                </a:lnTo>
                <a:lnTo>
                  <a:pt x="989237" y="1368238"/>
                </a:lnTo>
                <a:lnTo>
                  <a:pt x="989759" y="1368141"/>
                </a:lnTo>
                <a:lnTo>
                  <a:pt x="990280" y="1368040"/>
                </a:lnTo>
                <a:lnTo>
                  <a:pt x="990801" y="1367935"/>
                </a:lnTo>
                <a:lnTo>
                  <a:pt x="991323" y="1367824"/>
                </a:lnTo>
                <a:lnTo>
                  <a:pt x="991840" y="1367724"/>
                </a:lnTo>
                <a:lnTo>
                  <a:pt x="992350" y="1367619"/>
                </a:lnTo>
                <a:lnTo>
                  <a:pt x="992852" y="1367510"/>
                </a:lnTo>
                <a:lnTo>
                  <a:pt x="993347" y="1367397"/>
                </a:lnTo>
                <a:lnTo>
                  <a:pt x="993834" y="1367280"/>
                </a:lnTo>
                <a:lnTo>
                  <a:pt x="994313" y="1367159"/>
                </a:lnTo>
                <a:lnTo>
                  <a:pt x="994785" y="1367033"/>
                </a:lnTo>
                <a:lnTo>
                  <a:pt x="995249" y="1366904"/>
                </a:lnTo>
                <a:lnTo>
                  <a:pt x="995705" y="1366770"/>
                </a:lnTo>
                <a:lnTo>
                  <a:pt x="996154" y="1366633"/>
                </a:lnTo>
                <a:lnTo>
                  <a:pt x="996595" y="1366491"/>
                </a:lnTo>
                <a:lnTo>
                  <a:pt x="997029" y="1366345"/>
                </a:lnTo>
                <a:lnTo>
                  <a:pt x="997454" y="1366195"/>
                </a:lnTo>
                <a:lnTo>
                  <a:pt x="997873" y="1366041"/>
                </a:lnTo>
                <a:lnTo>
                  <a:pt x="998283" y="1365883"/>
                </a:lnTo>
                <a:lnTo>
                  <a:pt x="998686" y="1365720"/>
                </a:lnTo>
                <a:lnTo>
                  <a:pt x="999082" y="1365554"/>
                </a:lnTo>
                <a:lnTo>
                  <a:pt x="999469" y="1365383"/>
                </a:lnTo>
                <a:lnTo>
                  <a:pt x="999850" y="1365209"/>
                </a:lnTo>
                <a:lnTo>
                  <a:pt x="1000222" y="1365030"/>
                </a:lnTo>
                <a:lnTo>
                  <a:pt x="1000587" y="1364847"/>
                </a:lnTo>
                <a:lnTo>
                  <a:pt x="1000944" y="1364660"/>
                </a:lnTo>
                <a:lnTo>
                  <a:pt x="1001294" y="1364469"/>
                </a:lnTo>
                <a:lnTo>
                  <a:pt x="1001636" y="1364274"/>
                </a:lnTo>
                <a:lnTo>
                  <a:pt x="1001636" y="1351256"/>
                </a:lnTo>
                <a:lnTo>
                  <a:pt x="1001338" y="1351396"/>
                </a:lnTo>
                <a:lnTo>
                  <a:pt x="1001036" y="1351536"/>
                </a:lnTo>
                <a:lnTo>
                  <a:pt x="1000730" y="1351676"/>
                </a:lnTo>
                <a:lnTo>
                  <a:pt x="1000419" y="1351815"/>
                </a:lnTo>
                <a:lnTo>
                  <a:pt x="1000105" y="1351953"/>
                </a:lnTo>
                <a:lnTo>
                  <a:pt x="999786" y="1352091"/>
                </a:lnTo>
                <a:lnTo>
                  <a:pt x="999464" y="1352228"/>
                </a:lnTo>
                <a:lnTo>
                  <a:pt x="999137" y="1352364"/>
                </a:lnTo>
                <a:lnTo>
                  <a:pt x="998806" y="1352500"/>
                </a:lnTo>
                <a:lnTo>
                  <a:pt x="998472" y="1352635"/>
                </a:lnTo>
                <a:lnTo>
                  <a:pt x="998132" y="1352770"/>
                </a:lnTo>
                <a:lnTo>
                  <a:pt x="997789" y="1352904"/>
                </a:lnTo>
                <a:lnTo>
                  <a:pt x="997442" y="1353038"/>
                </a:lnTo>
                <a:lnTo>
                  <a:pt x="997091" y="1353171"/>
                </a:lnTo>
                <a:lnTo>
                  <a:pt x="996735" y="1353303"/>
                </a:lnTo>
                <a:lnTo>
                  <a:pt x="996376" y="1353435"/>
                </a:lnTo>
                <a:lnTo>
                  <a:pt x="996012" y="1353566"/>
                </a:lnTo>
                <a:lnTo>
                  <a:pt x="995644" y="1353697"/>
                </a:lnTo>
                <a:lnTo>
                  <a:pt x="995272" y="1353827"/>
                </a:lnTo>
                <a:lnTo>
                  <a:pt x="994896" y="1353956"/>
                </a:lnTo>
                <a:lnTo>
                  <a:pt x="994516" y="1354085"/>
                </a:lnTo>
                <a:lnTo>
                  <a:pt x="994132" y="1354213"/>
                </a:lnTo>
                <a:lnTo>
                  <a:pt x="993744" y="1354341"/>
                </a:lnTo>
                <a:lnTo>
                  <a:pt x="993351" y="1354468"/>
                </a:lnTo>
                <a:lnTo>
                  <a:pt x="992969" y="1354578"/>
                </a:lnTo>
                <a:lnTo>
                  <a:pt x="992585" y="1354684"/>
                </a:lnTo>
                <a:lnTo>
                  <a:pt x="992197" y="1354785"/>
                </a:lnTo>
                <a:lnTo>
                  <a:pt x="991806" y="1354881"/>
                </a:lnTo>
                <a:lnTo>
                  <a:pt x="991413" y="1354973"/>
                </a:lnTo>
                <a:lnTo>
                  <a:pt x="991016" y="1355060"/>
                </a:lnTo>
                <a:lnTo>
                  <a:pt x="990617" y="1355142"/>
                </a:lnTo>
                <a:lnTo>
                  <a:pt x="990214" y="1355220"/>
                </a:lnTo>
                <a:lnTo>
                  <a:pt x="989809" y="1355292"/>
                </a:lnTo>
                <a:lnTo>
                  <a:pt x="989401" y="1355360"/>
                </a:lnTo>
                <a:lnTo>
                  <a:pt x="988989" y="1355424"/>
                </a:lnTo>
                <a:lnTo>
                  <a:pt x="988575" y="1355482"/>
                </a:lnTo>
                <a:lnTo>
                  <a:pt x="988158" y="1355537"/>
                </a:lnTo>
                <a:lnTo>
                  <a:pt x="987738" y="1355586"/>
                </a:lnTo>
                <a:lnTo>
                  <a:pt x="987315" y="1355630"/>
                </a:lnTo>
                <a:lnTo>
                  <a:pt x="986889" y="1355670"/>
                </a:lnTo>
                <a:lnTo>
                  <a:pt x="986460" y="1355706"/>
                </a:lnTo>
                <a:lnTo>
                  <a:pt x="986029" y="1355736"/>
                </a:lnTo>
                <a:lnTo>
                  <a:pt x="985594" y="1355762"/>
                </a:lnTo>
                <a:lnTo>
                  <a:pt x="985156" y="1355783"/>
                </a:lnTo>
                <a:lnTo>
                  <a:pt x="984716" y="1355799"/>
                </a:lnTo>
                <a:lnTo>
                  <a:pt x="984272" y="1355811"/>
                </a:lnTo>
                <a:lnTo>
                  <a:pt x="983826" y="1355818"/>
                </a:lnTo>
                <a:lnTo>
                  <a:pt x="983376" y="1355821"/>
                </a:lnTo>
                <a:lnTo>
                  <a:pt x="982803" y="1355818"/>
                </a:lnTo>
                <a:lnTo>
                  <a:pt x="982238" y="1355809"/>
                </a:lnTo>
                <a:lnTo>
                  <a:pt x="981680" y="1355794"/>
                </a:lnTo>
                <a:lnTo>
                  <a:pt x="981132" y="1355774"/>
                </a:lnTo>
                <a:lnTo>
                  <a:pt x="980591" y="1355747"/>
                </a:lnTo>
                <a:lnTo>
                  <a:pt x="980058" y="1355715"/>
                </a:lnTo>
                <a:lnTo>
                  <a:pt x="979534" y="1355677"/>
                </a:lnTo>
                <a:lnTo>
                  <a:pt x="979018" y="1355633"/>
                </a:lnTo>
                <a:lnTo>
                  <a:pt x="978510" y="1355583"/>
                </a:lnTo>
                <a:lnTo>
                  <a:pt x="978011" y="1355527"/>
                </a:lnTo>
                <a:lnTo>
                  <a:pt x="977520" y="1355465"/>
                </a:lnTo>
                <a:lnTo>
                  <a:pt x="977036" y="1355398"/>
                </a:lnTo>
                <a:lnTo>
                  <a:pt x="976561" y="1355325"/>
                </a:lnTo>
                <a:lnTo>
                  <a:pt x="976095" y="1355245"/>
                </a:lnTo>
                <a:lnTo>
                  <a:pt x="975636" y="1355160"/>
                </a:lnTo>
                <a:lnTo>
                  <a:pt x="975186" y="1355069"/>
                </a:lnTo>
                <a:lnTo>
                  <a:pt x="974744" y="1354972"/>
                </a:lnTo>
                <a:lnTo>
                  <a:pt x="974310" y="1354870"/>
                </a:lnTo>
                <a:lnTo>
                  <a:pt x="973885" y="1354761"/>
                </a:lnTo>
                <a:lnTo>
                  <a:pt x="973467" y="1354646"/>
                </a:lnTo>
                <a:lnTo>
                  <a:pt x="973058" y="1354526"/>
                </a:lnTo>
                <a:lnTo>
                  <a:pt x="972657" y="1354400"/>
                </a:lnTo>
                <a:lnTo>
                  <a:pt x="972264" y="1354268"/>
                </a:lnTo>
                <a:lnTo>
                  <a:pt x="971880" y="1354130"/>
                </a:lnTo>
                <a:lnTo>
                  <a:pt x="971503" y="1353985"/>
                </a:lnTo>
                <a:lnTo>
                  <a:pt x="971134" y="1353834"/>
                </a:lnTo>
                <a:lnTo>
                  <a:pt x="970773" y="1353675"/>
                </a:lnTo>
                <a:lnTo>
                  <a:pt x="970419" y="1353510"/>
                </a:lnTo>
                <a:lnTo>
                  <a:pt x="970073" y="1353337"/>
                </a:lnTo>
                <a:lnTo>
                  <a:pt x="969735" y="1353158"/>
                </a:lnTo>
                <a:lnTo>
                  <a:pt x="969404" y="1352971"/>
                </a:lnTo>
                <a:lnTo>
                  <a:pt x="969081" y="1352777"/>
                </a:lnTo>
                <a:lnTo>
                  <a:pt x="968765" y="1352577"/>
                </a:lnTo>
                <a:lnTo>
                  <a:pt x="968457" y="1352369"/>
                </a:lnTo>
                <a:lnTo>
                  <a:pt x="968157" y="1352154"/>
                </a:lnTo>
                <a:lnTo>
                  <a:pt x="967865" y="1351932"/>
                </a:lnTo>
                <a:lnTo>
                  <a:pt x="967579" y="1351703"/>
                </a:lnTo>
                <a:lnTo>
                  <a:pt x="967302" y="1351467"/>
                </a:lnTo>
                <a:lnTo>
                  <a:pt x="967032" y="1351224"/>
                </a:lnTo>
                <a:lnTo>
                  <a:pt x="966770" y="1350974"/>
                </a:lnTo>
                <a:lnTo>
                  <a:pt x="966516" y="1350717"/>
                </a:lnTo>
                <a:lnTo>
                  <a:pt x="966269" y="1350453"/>
                </a:lnTo>
                <a:lnTo>
                  <a:pt x="966030" y="1350182"/>
                </a:lnTo>
                <a:lnTo>
                  <a:pt x="965798" y="1349903"/>
                </a:lnTo>
                <a:lnTo>
                  <a:pt x="965574" y="1349618"/>
                </a:lnTo>
                <a:lnTo>
                  <a:pt x="965358" y="1349326"/>
                </a:lnTo>
                <a:lnTo>
                  <a:pt x="965149" y="1349026"/>
                </a:lnTo>
                <a:lnTo>
                  <a:pt x="964948" y="1348720"/>
                </a:lnTo>
                <a:lnTo>
                  <a:pt x="964755" y="1348406"/>
                </a:lnTo>
                <a:lnTo>
                  <a:pt x="964570" y="1348086"/>
                </a:lnTo>
                <a:lnTo>
                  <a:pt x="964393" y="1347758"/>
                </a:lnTo>
                <a:lnTo>
                  <a:pt x="964225" y="1347424"/>
                </a:lnTo>
                <a:lnTo>
                  <a:pt x="964065" y="1347082"/>
                </a:lnTo>
                <a:lnTo>
                  <a:pt x="963913" y="1346733"/>
                </a:lnTo>
                <a:lnTo>
                  <a:pt x="963769" y="1346378"/>
                </a:lnTo>
                <a:lnTo>
                  <a:pt x="963633" y="1346015"/>
                </a:lnTo>
                <a:lnTo>
                  <a:pt x="963506" y="1345645"/>
                </a:lnTo>
                <a:lnTo>
                  <a:pt x="963387" y="1345268"/>
                </a:lnTo>
                <a:lnTo>
                  <a:pt x="963276" y="1344884"/>
                </a:lnTo>
                <a:lnTo>
                  <a:pt x="963173" y="1344493"/>
                </a:lnTo>
                <a:lnTo>
                  <a:pt x="963078" y="1344095"/>
                </a:lnTo>
                <a:lnTo>
                  <a:pt x="962992" y="1343690"/>
                </a:lnTo>
                <a:lnTo>
                  <a:pt x="962914" y="1343278"/>
                </a:lnTo>
                <a:lnTo>
                  <a:pt x="962844" y="1342859"/>
                </a:lnTo>
                <a:lnTo>
                  <a:pt x="962782" y="1342433"/>
                </a:lnTo>
                <a:lnTo>
                  <a:pt x="962729" y="1341999"/>
                </a:lnTo>
                <a:lnTo>
                  <a:pt x="962684" y="1341559"/>
                </a:lnTo>
                <a:lnTo>
                  <a:pt x="962647" y="1341112"/>
                </a:lnTo>
                <a:lnTo>
                  <a:pt x="962618" y="1340657"/>
                </a:lnTo>
                <a:lnTo>
                  <a:pt x="962598" y="1340196"/>
                </a:lnTo>
                <a:lnTo>
                  <a:pt x="962585" y="1339728"/>
                </a:lnTo>
                <a:lnTo>
                  <a:pt x="962581" y="1339252"/>
                </a:lnTo>
                <a:lnTo>
                  <a:pt x="962581" y="1294280"/>
                </a:lnTo>
                <a:lnTo>
                  <a:pt x="1001636" y="1294280"/>
                </a:lnTo>
                <a:lnTo>
                  <a:pt x="1001636" y="1281093"/>
                </a:lnTo>
                <a:lnTo>
                  <a:pt x="962581" y="1281093"/>
                </a:lnTo>
                <a:lnTo>
                  <a:pt x="962581" y="1253535"/>
                </a:lnTo>
                <a:lnTo>
                  <a:pt x="952099" y="1253535"/>
                </a:lnTo>
                <a:lnTo>
                  <a:pt x="946182" y="1281093"/>
                </a:lnTo>
                <a:lnTo>
                  <a:pt x="920652" y="1281093"/>
                </a:lnTo>
                <a:lnTo>
                  <a:pt x="920652" y="1294280"/>
                </a:lnTo>
                <a:lnTo>
                  <a:pt x="945674" y="1294280"/>
                </a:lnTo>
                <a:lnTo>
                  <a:pt x="945674" y="1340605"/>
                </a:lnTo>
                <a:lnTo>
                  <a:pt x="945690" y="1341858"/>
                </a:lnTo>
                <a:lnTo>
                  <a:pt x="945737" y="1343082"/>
                </a:lnTo>
                <a:lnTo>
                  <a:pt x="945814" y="1344276"/>
                </a:lnTo>
                <a:lnTo>
                  <a:pt x="945923" y="1345442"/>
                </a:lnTo>
                <a:lnTo>
                  <a:pt x="946063" y="1346578"/>
                </a:lnTo>
                <a:lnTo>
                  <a:pt x="946235" y="1347684"/>
                </a:lnTo>
                <a:lnTo>
                  <a:pt x="946437" y="1348761"/>
                </a:lnTo>
                <a:lnTo>
                  <a:pt x="946670" y="1349809"/>
                </a:lnTo>
                <a:lnTo>
                  <a:pt x="946935" y="1350828"/>
                </a:lnTo>
                <a:lnTo>
                  <a:pt x="947230" y="1351817"/>
                </a:lnTo>
                <a:lnTo>
                  <a:pt x="947557" y="1352777"/>
                </a:lnTo>
                <a:lnTo>
                  <a:pt x="947915" y="1353707"/>
                </a:lnTo>
                <a:lnTo>
                  <a:pt x="948304" y="1354608"/>
                </a:lnTo>
                <a:lnTo>
                  <a:pt x="948724" y="1355480"/>
                </a:lnTo>
                <a:lnTo>
                  <a:pt x="949175" y="1356323"/>
                </a:lnTo>
                <a:lnTo>
                  <a:pt x="949657" y="1357136"/>
                </a:lnTo>
                <a:lnTo>
                  <a:pt x="950170" y="1357919"/>
                </a:lnTo>
                <a:lnTo>
                  <a:pt x="950715" y="1358674"/>
                </a:lnTo>
                <a:lnTo>
                  <a:pt x="951290" y="1359399"/>
                </a:lnTo>
                <a:lnTo>
                  <a:pt x="951897" y="1360094"/>
                </a:lnTo>
                <a:lnTo>
                  <a:pt x="952535" y="1360761"/>
                </a:lnTo>
                <a:lnTo>
                  <a:pt x="953204" y="1361397"/>
                </a:lnTo>
                <a:lnTo>
                  <a:pt x="953904" y="1362005"/>
                </a:lnTo>
                <a:lnTo>
                  <a:pt x="954635" y="1362583"/>
                </a:lnTo>
                <a:lnTo>
                  <a:pt x="955393" y="1363121"/>
                </a:lnTo>
                <a:lnTo>
                  <a:pt x="956172" y="1363636"/>
                </a:lnTo>
                <a:lnTo>
                  <a:pt x="956973" y="1364129"/>
                </a:lnTo>
                <a:lnTo>
                  <a:pt x="957796" y="1364598"/>
                </a:lnTo>
                <a:lnTo>
                  <a:pt x="958640" y="1365044"/>
                </a:lnTo>
                <a:lnTo>
                  <a:pt x="959506" y="1365468"/>
                </a:lnTo>
                <a:lnTo>
                  <a:pt x="960394" y="1365869"/>
                </a:lnTo>
                <a:lnTo>
                  <a:pt x="961304" y="1366246"/>
                </a:lnTo>
                <a:lnTo>
                  <a:pt x="962235" y="1366601"/>
                </a:lnTo>
                <a:lnTo>
                  <a:pt x="963188" y="1366933"/>
                </a:lnTo>
                <a:lnTo>
                  <a:pt x="964163" y="1367242"/>
                </a:lnTo>
                <a:lnTo>
                  <a:pt x="965159" y="1367529"/>
                </a:lnTo>
                <a:lnTo>
                  <a:pt x="966178" y="1367792"/>
                </a:lnTo>
                <a:lnTo>
                  <a:pt x="967218" y="1368032"/>
                </a:lnTo>
                <a:lnTo>
                  <a:pt x="968279" y="1368250"/>
                </a:lnTo>
                <a:lnTo>
                  <a:pt x="969363" y="1368444"/>
                </a:lnTo>
                <a:lnTo>
                  <a:pt x="970468" y="1368616"/>
                </a:lnTo>
                <a:lnTo>
                  <a:pt x="971595" y="1368765"/>
                </a:lnTo>
                <a:lnTo>
                  <a:pt x="972743" y="1368891"/>
                </a:lnTo>
                <a:lnTo>
                  <a:pt x="973913" y="1368994"/>
                </a:lnTo>
                <a:lnTo>
                  <a:pt x="975105" y="1369074"/>
                </a:lnTo>
                <a:lnTo>
                  <a:pt x="976319" y="1369131"/>
                </a:lnTo>
                <a:lnTo>
                  <a:pt x="977554" y="1369165"/>
                </a:lnTo>
                <a:lnTo>
                  <a:pt x="978812" y="1369177"/>
                </a:lnTo>
                <a:lnTo>
                  <a:pt x="979333" y="1369175"/>
                </a:lnTo>
                <a:lnTo>
                  <a:pt x="979854" y="1369168"/>
                </a:lnTo>
                <a:lnTo>
                  <a:pt x="980376" y="1369156"/>
                </a:lnTo>
                <a:lnTo>
                  <a:pt x="980897" y="1369139"/>
                </a:lnTo>
                <a:lnTo>
                  <a:pt x="981418" y="1369118"/>
                </a:lnTo>
                <a:lnTo>
                  <a:pt x="981939" y="1369092"/>
                </a:lnTo>
                <a:lnTo>
                  <a:pt x="982461" y="1369062"/>
                </a:lnTo>
                <a:lnTo>
                  <a:pt x="982982" y="1369027"/>
                </a:lnTo>
                <a:lnTo>
                  <a:pt x="983503" y="1368987"/>
                </a:lnTo>
                <a:close/>
                <a:moveTo>
                  <a:pt x="1077650" y="1367486"/>
                </a:moveTo>
                <a:lnTo>
                  <a:pt x="1106898" y="1367486"/>
                </a:lnTo>
                <a:lnTo>
                  <a:pt x="1106898" y="1354468"/>
                </a:lnTo>
                <a:lnTo>
                  <a:pt x="1077650" y="1354468"/>
                </a:lnTo>
                <a:lnTo>
                  <a:pt x="1077650" y="1281093"/>
                </a:lnTo>
                <a:lnTo>
                  <a:pt x="1029804" y="1281093"/>
                </a:lnTo>
                <a:lnTo>
                  <a:pt x="1029804" y="1294280"/>
                </a:lnTo>
                <a:lnTo>
                  <a:pt x="1060743" y="1294280"/>
                </a:lnTo>
                <a:lnTo>
                  <a:pt x="1060743" y="1354468"/>
                </a:lnTo>
                <a:lnTo>
                  <a:pt x="1029804" y="1354468"/>
                </a:lnTo>
                <a:lnTo>
                  <a:pt x="1029804" y="1367486"/>
                </a:lnTo>
                <a:lnTo>
                  <a:pt x="1060743" y="1367486"/>
                </a:lnTo>
                <a:lnTo>
                  <a:pt x="1077650" y="1367486"/>
                </a:lnTo>
                <a:close/>
                <a:moveTo>
                  <a:pt x="1173783" y="1368576"/>
                </a:moveTo>
                <a:lnTo>
                  <a:pt x="1174721" y="1368416"/>
                </a:lnTo>
                <a:lnTo>
                  <a:pt x="1175646" y="1368238"/>
                </a:lnTo>
                <a:lnTo>
                  <a:pt x="1176559" y="1368040"/>
                </a:lnTo>
                <a:lnTo>
                  <a:pt x="1177460" y="1367824"/>
                </a:lnTo>
                <a:lnTo>
                  <a:pt x="1178349" y="1367590"/>
                </a:lnTo>
                <a:lnTo>
                  <a:pt x="1179225" y="1367336"/>
                </a:lnTo>
                <a:lnTo>
                  <a:pt x="1180089" y="1367064"/>
                </a:lnTo>
                <a:lnTo>
                  <a:pt x="1180940" y="1366772"/>
                </a:lnTo>
                <a:lnTo>
                  <a:pt x="1181779" y="1366462"/>
                </a:lnTo>
                <a:lnTo>
                  <a:pt x="1182606" y="1366134"/>
                </a:lnTo>
                <a:lnTo>
                  <a:pt x="1183421" y="1365786"/>
                </a:lnTo>
                <a:lnTo>
                  <a:pt x="1184223" y="1365420"/>
                </a:lnTo>
                <a:lnTo>
                  <a:pt x="1185013" y="1365035"/>
                </a:lnTo>
                <a:lnTo>
                  <a:pt x="1185790" y="1364631"/>
                </a:lnTo>
                <a:lnTo>
                  <a:pt x="1186555" y="1364208"/>
                </a:lnTo>
                <a:lnTo>
                  <a:pt x="1187308" y="1363767"/>
                </a:lnTo>
                <a:lnTo>
                  <a:pt x="1188048" y="1363294"/>
                </a:lnTo>
                <a:lnTo>
                  <a:pt x="1188772" y="1362808"/>
                </a:lnTo>
                <a:lnTo>
                  <a:pt x="1189482" y="1362306"/>
                </a:lnTo>
                <a:lnTo>
                  <a:pt x="1190178" y="1361790"/>
                </a:lnTo>
                <a:lnTo>
                  <a:pt x="1190859" y="1361259"/>
                </a:lnTo>
                <a:lnTo>
                  <a:pt x="1191525" y="1360713"/>
                </a:lnTo>
                <a:lnTo>
                  <a:pt x="1192176" y="1360153"/>
                </a:lnTo>
                <a:lnTo>
                  <a:pt x="1192812" y="1359578"/>
                </a:lnTo>
                <a:lnTo>
                  <a:pt x="1193434" y="1358988"/>
                </a:lnTo>
                <a:lnTo>
                  <a:pt x="1194042" y="1358384"/>
                </a:lnTo>
                <a:lnTo>
                  <a:pt x="1194634" y="1357765"/>
                </a:lnTo>
                <a:lnTo>
                  <a:pt x="1195212" y="1357131"/>
                </a:lnTo>
                <a:lnTo>
                  <a:pt x="1195776" y="1356482"/>
                </a:lnTo>
                <a:lnTo>
                  <a:pt x="1196324" y="1355819"/>
                </a:lnTo>
                <a:lnTo>
                  <a:pt x="1196858" y="1355142"/>
                </a:lnTo>
                <a:lnTo>
                  <a:pt x="1197377" y="1354449"/>
                </a:lnTo>
                <a:lnTo>
                  <a:pt x="1197882" y="1353742"/>
                </a:lnTo>
                <a:lnTo>
                  <a:pt x="1198372" y="1353020"/>
                </a:lnTo>
                <a:lnTo>
                  <a:pt x="1198847" y="1352284"/>
                </a:lnTo>
                <a:lnTo>
                  <a:pt x="1199307" y="1351533"/>
                </a:lnTo>
                <a:lnTo>
                  <a:pt x="1199753" y="1350767"/>
                </a:lnTo>
                <a:lnTo>
                  <a:pt x="1200184" y="1349987"/>
                </a:lnTo>
                <a:lnTo>
                  <a:pt x="1200601" y="1349191"/>
                </a:lnTo>
                <a:lnTo>
                  <a:pt x="1201003" y="1348382"/>
                </a:lnTo>
                <a:lnTo>
                  <a:pt x="1201389" y="1347559"/>
                </a:lnTo>
                <a:lnTo>
                  <a:pt x="1201759" y="1346726"/>
                </a:lnTo>
                <a:lnTo>
                  <a:pt x="1202112" y="1345883"/>
                </a:lnTo>
                <a:lnTo>
                  <a:pt x="1202449" y="1345028"/>
                </a:lnTo>
                <a:lnTo>
                  <a:pt x="1202770" y="1344164"/>
                </a:lnTo>
                <a:lnTo>
                  <a:pt x="1203074" y="1343288"/>
                </a:lnTo>
                <a:lnTo>
                  <a:pt x="1203362" y="1342403"/>
                </a:lnTo>
                <a:lnTo>
                  <a:pt x="1203633" y="1341506"/>
                </a:lnTo>
                <a:lnTo>
                  <a:pt x="1203887" y="1340599"/>
                </a:lnTo>
                <a:lnTo>
                  <a:pt x="1204126" y="1339682"/>
                </a:lnTo>
                <a:lnTo>
                  <a:pt x="1204348" y="1338754"/>
                </a:lnTo>
                <a:lnTo>
                  <a:pt x="1204553" y="1337815"/>
                </a:lnTo>
                <a:lnTo>
                  <a:pt x="1204742" y="1336866"/>
                </a:lnTo>
                <a:lnTo>
                  <a:pt x="1204915" y="1335906"/>
                </a:lnTo>
                <a:lnTo>
                  <a:pt x="1205071" y="1334935"/>
                </a:lnTo>
                <a:lnTo>
                  <a:pt x="1205211" y="1333955"/>
                </a:lnTo>
                <a:lnTo>
                  <a:pt x="1205334" y="1332963"/>
                </a:lnTo>
                <a:lnTo>
                  <a:pt x="1205441" y="1331961"/>
                </a:lnTo>
                <a:lnTo>
                  <a:pt x="1205531" y="1330948"/>
                </a:lnTo>
                <a:lnTo>
                  <a:pt x="1205605" y="1329925"/>
                </a:lnTo>
                <a:lnTo>
                  <a:pt x="1205663" y="1328891"/>
                </a:lnTo>
                <a:lnTo>
                  <a:pt x="1205704" y="1327847"/>
                </a:lnTo>
                <a:lnTo>
                  <a:pt x="1205728" y="1326792"/>
                </a:lnTo>
                <a:lnTo>
                  <a:pt x="1205737" y="1325727"/>
                </a:lnTo>
                <a:lnTo>
                  <a:pt x="1205737" y="1322852"/>
                </a:lnTo>
                <a:lnTo>
                  <a:pt x="1205728" y="1321801"/>
                </a:lnTo>
                <a:lnTo>
                  <a:pt x="1205704" y="1320759"/>
                </a:lnTo>
                <a:lnTo>
                  <a:pt x="1205663" y="1319727"/>
                </a:lnTo>
                <a:lnTo>
                  <a:pt x="1205605" y="1318706"/>
                </a:lnTo>
                <a:lnTo>
                  <a:pt x="1205531" y="1317694"/>
                </a:lnTo>
                <a:lnTo>
                  <a:pt x="1205441" y="1316692"/>
                </a:lnTo>
                <a:lnTo>
                  <a:pt x="1205334" y="1315700"/>
                </a:lnTo>
                <a:lnTo>
                  <a:pt x="1205211" y="1314718"/>
                </a:lnTo>
                <a:lnTo>
                  <a:pt x="1205071" y="1313747"/>
                </a:lnTo>
                <a:lnTo>
                  <a:pt x="1204915" y="1312785"/>
                </a:lnTo>
                <a:lnTo>
                  <a:pt x="1204742" y="1311833"/>
                </a:lnTo>
                <a:lnTo>
                  <a:pt x="1204553" y="1310891"/>
                </a:lnTo>
                <a:lnTo>
                  <a:pt x="1204348" y="1309959"/>
                </a:lnTo>
                <a:lnTo>
                  <a:pt x="1204126" y="1309037"/>
                </a:lnTo>
                <a:lnTo>
                  <a:pt x="1203887" y="1308125"/>
                </a:lnTo>
                <a:lnTo>
                  <a:pt x="1203633" y="1307223"/>
                </a:lnTo>
                <a:lnTo>
                  <a:pt x="1203362" y="1306331"/>
                </a:lnTo>
                <a:lnTo>
                  <a:pt x="1203074" y="1305449"/>
                </a:lnTo>
                <a:lnTo>
                  <a:pt x="1202770" y="1304577"/>
                </a:lnTo>
                <a:lnTo>
                  <a:pt x="1202449" y="1303715"/>
                </a:lnTo>
                <a:lnTo>
                  <a:pt x="1202112" y="1302863"/>
                </a:lnTo>
                <a:lnTo>
                  <a:pt x="1201759" y="1302021"/>
                </a:lnTo>
                <a:lnTo>
                  <a:pt x="1201389" y="1301189"/>
                </a:lnTo>
                <a:lnTo>
                  <a:pt x="1201003" y="1300367"/>
                </a:lnTo>
                <a:lnTo>
                  <a:pt x="1200601" y="1299557"/>
                </a:lnTo>
                <a:lnTo>
                  <a:pt x="1200184" y="1298762"/>
                </a:lnTo>
                <a:lnTo>
                  <a:pt x="1199753" y="1297981"/>
                </a:lnTo>
                <a:lnTo>
                  <a:pt x="1199307" y="1297215"/>
                </a:lnTo>
                <a:lnTo>
                  <a:pt x="1198847" y="1296464"/>
                </a:lnTo>
                <a:lnTo>
                  <a:pt x="1198372" y="1295728"/>
                </a:lnTo>
                <a:lnTo>
                  <a:pt x="1197882" y="1295006"/>
                </a:lnTo>
                <a:lnTo>
                  <a:pt x="1197377" y="1294299"/>
                </a:lnTo>
                <a:lnTo>
                  <a:pt x="1196858" y="1293607"/>
                </a:lnTo>
                <a:lnTo>
                  <a:pt x="1196324" y="1292929"/>
                </a:lnTo>
                <a:lnTo>
                  <a:pt x="1195776" y="1292266"/>
                </a:lnTo>
                <a:lnTo>
                  <a:pt x="1195212" y="1291617"/>
                </a:lnTo>
                <a:lnTo>
                  <a:pt x="1194634" y="1290984"/>
                </a:lnTo>
                <a:lnTo>
                  <a:pt x="1194042" y="1290365"/>
                </a:lnTo>
                <a:lnTo>
                  <a:pt x="1193434" y="1289760"/>
                </a:lnTo>
                <a:lnTo>
                  <a:pt x="1192812" y="1289171"/>
                </a:lnTo>
                <a:lnTo>
                  <a:pt x="1192176" y="1288596"/>
                </a:lnTo>
                <a:lnTo>
                  <a:pt x="1191525" y="1288035"/>
                </a:lnTo>
                <a:lnTo>
                  <a:pt x="1190859" y="1287490"/>
                </a:lnTo>
                <a:lnTo>
                  <a:pt x="1190178" y="1286959"/>
                </a:lnTo>
                <a:lnTo>
                  <a:pt x="1189482" y="1286442"/>
                </a:lnTo>
                <a:lnTo>
                  <a:pt x="1188772" y="1285941"/>
                </a:lnTo>
                <a:lnTo>
                  <a:pt x="1188048" y="1285454"/>
                </a:lnTo>
                <a:lnTo>
                  <a:pt x="1187308" y="1284981"/>
                </a:lnTo>
                <a:lnTo>
                  <a:pt x="1186555" y="1284526"/>
                </a:lnTo>
                <a:lnTo>
                  <a:pt x="1185789" y="1284090"/>
                </a:lnTo>
                <a:lnTo>
                  <a:pt x="1185010" y="1283674"/>
                </a:lnTo>
                <a:lnTo>
                  <a:pt x="1184218" y="1283277"/>
                </a:lnTo>
                <a:lnTo>
                  <a:pt x="1183413" y="1282899"/>
                </a:lnTo>
                <a:lnTo>
                  <a:pt x="1182596" y="1282541"/>
                </a:lnTo>
                <a:lnTo>
                  <a:pt x="1181765" y="1282202"/>
                </a:lnTo>
                <a:lnTo>
                  <a:pt x="1180921" y="1281882"/>
                </a:lnTo>
                <a:lnTo>
                  <a:pt x="1180065" y="1281582"/>
                </a:lnTo>
                <a:lnTo>
                  <a:pt x="1179195" y="1281301"/>
                </a:lnTo>
                <a:lnTo>
                  <a:pt x="1178313" y="1281039"/>
                </a:lnTo>
                <a:lnTo>
                  <a:pt x="1177418" y="1280797"/>
                </a:lnTo>
                <a:lnTo>
                  <a:pt x="1176510" y="1280574"/>
                </a:lnTo>
                <a:lnTo>
                  <a:pt x="1175589" y="1280371"/>
                </a:lnTo>
                <a:lnTo>
                  <a:pt x="1174655" y="1280187"/>
                </a:lnTo>
                <a:lnTo>
                  <a:pt x="1173708" y="1280022"/>
                </a:lnTo>
                <a:lnTo>
                  <a:pt x="1172748" y="1279877"/>
                </a:lnTo>
                <a:lnTo>
                  <a:pt x="1171775" y="1279751"/>
                </a:lnTo>
                <a:lnTo>
                  <a:pt x="1170790" y="1279644"/>
                </a:lnTo>
                <a:lnTo>
                  <a:pt x="1169791" y="1279557"/>
                </a:lnTo>
                <a:lnTo>
                  <a:pt x="1168780" y="1279489"/>
                </a:lnTo>
                <a:lnTo>
                  <a:pt x="1167755" y="1279441"/>
                </a:lnTo>
                <a:lnTo>
                  <a:pt x="1166718" y="1279412"/>
                </a:lnTo>
                <a:lnTo>
                  <a:pt x="1165668" y="1279402"/>
                </a:lnTo>
                <a:lnTo>
                  <a:pt x="1164645" y="1279412"/>
                </a:lnTo>
                <a:lnTo>
                  <a:pt x="1163634" y="1279441"/>
                </a:lnTo>
                <a:lnTo>
                  <a:pt x="1162635" y="1279489"/>
                </a:lnTo>
                <a:lnTo>
                  <a:pt x="1161648" y="1279557"/>
                </a:lnTo>
                <a:lnTo>
                  <a:pt x="1160672" y="1279644"/>
                </a:lnTo>
                <a:lnTo>
                  <a:pt x="1159708" y="1279751"/>
                </a:lnTo>
                <a:lnTo>
                  <a:pt x="1158756" y="1279877"/>
                </a:lnTo>
                <a:lnTo>
                  <a:pt x="1157816" y="1280022"/>
                </a:lnTo>
                <a:lnTo>
                  <a:pt x="1156887" y="1280187"/>
                </a:lnTo>
                <a:lnTo>
                  <a:pt x="1155970" y="1280371"/>
                </a:lnTo>
                <a:lnTo>
                  <a:pt x="1155065" y="1280574"/>
                </a:lnTo>
                <a:lnTo>
                  <a:pt x="1154171" y="1280797"/>
                </a:lnTo>
                <a:lnTo>
                  <a:pt x="1153290" y="1281039"/>
                </a:lnTo>
                <a:lnTo>
                  <a:pt x="1152420" y="1281301"/>
                </a:lnTo>
                <a:lnTo>
                  <a:pt x="1151561" y="1281582"/>
                </a:lnTo>
                <a:lnTo>
                  <a:pt x="1150715" y="1281882"/>
                </a:lnTo>
                <a:lnTo>
                  <a:pt x="1149880" y="1282202"/>
                </a:lnTo>
                <a:lnTo>
                  <a:pt x="1149057" y="1282541"/>
                </a:lnTo>
                <a:lnTo>
                  <a:pt x="1148246" y="1282899"/>
                </a:lnTo>
                <a:lnTo>
                  <a:pt x="1147446" y="1283277"/>
                </a:lnTo>
                <a:lnTo>
                  <a:pt x="1146658" y="1283674"/>
                </a:lnTo>
                <a:lnTo>
                  <a:pt x="1145882" y="1284090"/>
                </a:lnTo>
                <a:lnTo>
                  <a:pt x="1145118" y="1284526"/>
                </a:lnTo>
                <a:lnTo>
                  <a:pt x="1144365" y="1284981"/>
                </a:lnTo>
                <a:lnTo>
                  <a:pt x="1143626" y="1285440"/>
                </a:lnTo>
                <a:lnTo>
                  <a:pt x="1142901" y="1285914"/>
                </a:lnTo>
                <a:lnTo>
                  <a:pt x="1142191" y="1286403"/>
                </a:lnTo>
                <a:lnTo>
                  <a:pt x="1141496" y="1286907"/>
                </a:lnTo>
                <a:lnTo>
                  <a:pt x="1140815" y="1287426"/>
                </a:lnTo>
                <a:lnTo>
                  <a:pt x="1140149" y="1287961"/>
                </a:lnTo>
                <a:lnTo>
                  <a:pt x="1139498" y="1288511"/>
                </a:lnTo>
                <a:lnTo>
                  <a:pt x="1138861" y="1289077"/>
                </a:lnTo>
                <a:lnTo>
                  <a:pt x="1138239" y="1289657"/>
                </a:lnTo>
                <a:lnTo>
                  <a:pt x="1137632" y="1290253"/>
                </a:lnTo>
                <a:lnTo>
                  <a:pt x="1137039" y="1290864"/>
                </a:lnTo>
                <a:lnTo>
                  <a:pt x="1136461" y="1291491"/>
                </a:lnTo>
                <a:lnTo>
                  <a:pt x="1135898" y="1292132"/>
                </a:lnTo>
                <a:lnTo>
                  <a:pt x="1135350" y="1292789"/>
                </a:lnTo>
                <a:lnTo>
                  <a:pt x="1134816" y="1293461"/>
                </a:lnTo>
                <a:lnTo>
                  <a:pt x="1134296" y="1294149"/>
                </a:lnTo>
                <a:lnTo>
                  <a:pt x="1133792" y="1294851"/>
                </a:lnTo>
                <a:lnTo>
                  <a:pt x="1133302" y="1295569"/>
                </a:lnTo>
                <a:lnTo>
                  <a:pt x="1132827" y="1296303"/>
                </a:lnTo>
                <a:lnTo>
                  <a:pt x="1132366" y="1297051"/>
                </a:lnTo>
                <a:lnTo>
                  <a:pt x="1131920" y="1297815"/>
                </a:lnTo>
                <a:lnTo>
                  <a:pt x="1131489" y="1298594"/>
                </a:lnTo>
                <a:lnTo>
                  <a:pt x="1131073" y="1299388"/>
                </a:lnTo>
                <a:lnTo>
                  <a:pt x="1130671" y="1300198"/>
                </a:lnTo>
                <a:lnTo>
                  <a:pt x="1130285" y="1301020"/>
                </a:lnTo>
                <a:lnTo>
                  <a:pt x="1129915" y="1301853"/>
                </a:lnTo>
                <a:lnTo>
                  <a:pt x="1129561" y="1302697"/>
                </a:lnTo>
                <a:lnTo>
                  <a:pt x="1129224" y="1303551"/>
                </a:lnTo>
                <a:lnTo>
                  <a:pt x="1128904" y="1304415"/>
                </a:lnTo>
                <a:lnTo>
                  <a:pt x="1128600" y="1305291"/>
                </a:lnTo>
                <a:lnTo>
                  <a:pt x="1128312" y="1306176"/>
                </a:lnTo>
                <a:lnTo>
                  <a:pt x="1128041" y="1307073"/>
                </a:lnTo>
                <a:lnTo>
                  <a:pt x="1127786" y="1307980"/>
                </a:lnTo>
                <a:lnTo>
                  <a:pt x="1127548" y="1308897"/>
                </a:lnTo>
                <a:lnTo>
                  <a:pt x="1127326" y="1309825"/>
                </a:lnTo>
                <a:lnTo>
                  <a:pt x="1127121" y="1310764"/>
                </a:lnTo>
                <a:lnTo>
                  <a:pt x="1126931" y="1311713"/>
                </a:lnTo>
                <a:lnTo>
                  <a:pt x="1126759" y="1312673"/>
                </a:lnTo>
                <a:lnTo>
                  <a:pt x="1126603" y="1313644"/>
                </a:lnTo>
                <a:lnTo>
                  <a:pt x="1126463" y="1314624"/>
                </a:lnTo>
                <a:lnTo>
                  <a:pt x="1126340" y="1315616"/>
                </a:lnTo>
                <a:lnTo>
                  <a:pt x="1126233" y="1316618"/>
                </a:lnTo>
                <a:lnTo>
                  <a:pt x="1126142" y="1317631"/>
                </a:lnTo>
                <a:lnTo>
                  <a:pt x="1126069" y="1318654"/>
                </a:lnTo>
                <a:lnTo>
                  <a:pt x="1126011" y="1319688"/>
                </a:lnTo>
                <a:lnTo>
                  <a:pt x="1125970" y="1320732"/>
                </a:lnTo>
                <a:lnTo>
                  <a:pt x="1125945" y="1321787"/>
                </a:lnTo>
                <a:lnTo>
                  <a:pt x="1125937" y="1322852"/>
                </a:lnTo>
                <a:lnTo>
                  <a:pt x="1125937" y="1325727"/>
                </a:lnTo>
                <a:lnTo>
                  <a:pt x="1125945" y="1326765"/>
                </a:lnTo>
                <a:lnTo>
                  <a:pt x="1125970" y="1327794"/>
                </a:lnTo>
                <a:lnTo>
                  <a:pt x="1126011" y="1328815"/>
                </a:lnTo>
                <a:lnTo>
                  <a:pt x="1126069" y="1329827"/>
                </a:lnTo>
                <a:lnTo>
                  <a:pt x="1126142" y="1330830"/>
                </a:lnTo>
                <a:lnTo>
                  <a:pt x="1126233" y="1331824"/>
                </a:lnTo>
                <a:lnTo>
                  <a:pt x="1126340" y="1332809"/>
                </a:lnTo>
                <a:lnTo>
                  <a:pt x="1126463" y="1333786"/>
                </a:lnTo>
                <a:lnTo>
                  <a:pt x="1126603" y="1334753"/>
                </a:lnTo>
                <a:lnTo>
                  <a:pt x="1126759" y="1335712"/>
                </a:lnTo>
                <a:lnTo>
                  <a:pt x="1126931" y="1336662"/>
                </a:lnTo>
                <a:lnTo>
                  <a:pt x="1127121" y="1337604"/>
                </a:lnTo>
                <a:lnTo>
                  <a:pt x="1127326" y="1338536"/>
                </a:lnTo>
                <a:lnTo>
                  <a:pt x="1127548" y="1339460"/>
                </a:lnTo>
                <a:lnTo>
                  <a:pt x="1127786" y="1340375"/>
                </a:lnTo>
                <a:lnTo>
                  <a:pt x="1128041" y="1341281"/>
                </a:lnTo>
                <a:lnTo>
                  <a:pt x="1128312" y="1342178"/>
                </a:lnTo>
                <a:lnTo>
                  <a:pt x="1128600" y="1343067"/>
                </a:lnTo>
                <a:lnTo>
                  <a:pt x="1128904" y="1343946"/>
                </a:lnTo>
                <a:lnTo>
                  <a:pt x="1129224" y="1344817"/>
                </a:lnTo>
                <a:lnTo>
                  <a:pt x="1129561" y="1345679"/>
                </a:lnTo>
                <a:lnTo>
                  <a:pt x="1129915" y="1346532"/>
                </a:lnTo>
                <a:lnTo>
                  <a:pt x="1130285" y="1347377"/>
                </a:lnTo>
                <a:lnTo>
                  <a:pt x="1130671" y="1348213"/>
                </a:lnTo>
                <a:lnTo>
                  <a:pt x="1131073" y="1349022"/>
                </a:lnTo>
                <a:lnTo>
                  <a:pt x="1131489" y="1349818"/>
                </a:lnTo>
                <a:lnTo>
                  <a:pt x="1131920" y="1350598"/>
                </a:lnTo>
                <a:lnTo>
                  <a:pt x="1132366" y="1351364"/>
                </a:lnTo>
                <a:lnTo>
                  <a:pt x="1132827" y="1352115"/>
                </a:lnTo>
                <a:lnTo>
                  <a:pt x="1133302" y="1352851"/>
                </a:lnTo>
                <a:lnTo>
                  <a:pt x="1133792" y="1353573"/>
                </a:lnTo>
                <a:lnTo>
                  <a:pt x="1134296" y="1354280"/>
                </a:lnTo>
                <a:lnTo>
                  <a:pt x="1134816" y="1354973"/>
                </a:lnTo>
                <a:lnTo>
                  <a:pt x="1135350" y="1355650"/>
                </a:lnTo>
                <a:lnTo>
                  <a:pt x="1135898" y="1356313"/>
                </a:lnTo>
                <a:lnTo>
                  <a:pt x="1136461" y="1356962"/>
                </a:lnTo>
                <a:lnTo>
                  <a:pt x="1137039" y="1357596"/>
                </a:lnTo>
                <a:lnTo>
                  <a:pt x="1137632" y="1358215"/>
                </a:lnTo>
                <a:lnTo>
                  <a:pt x="1138239" y="1358819"/>
                </a:lnTo>
                <a:lnTo>
                  <a:pt x="1138861" y="1359409"/>
                </a:lnTo>
                <a:lnTo>
                  <a:pt x="1139498" y="1359984"/>
                </a:lnTo>
                <a:lnTo>
                  <a:pt x="1140149" y="1360544"/>
                </a:lnTo>
                <a:lnTo>
                  <a:pt x="1140815" y="1361090"/>
                </a:lnTo>
                <a:lnTo>
                  <a:pt x="1141496" y="1361621"/>
                </a:lnTo>
                <a:lnTo>
                  <a:pt x="1142191" y="1362137"/>
                </a:lnTo>
                <a:lnTo>
                  <a:pt x="1142901" y="1362638"/>
                </a:lnTo>
                <a:lnTo>
                  <a:pt x="1143626" y="1363125"/>
                </a:lnTo>
                <a:lnTo>
                  <a:pt x="1144365" y="1363598"/>
                </a:lnTo>
                <a:lnTo>
                  <a:pt x="1145118" y="1364053"/>
                </a:lnTo>
                <a:lnTo>
                  <a:pt x="1145883" y="1364489"/>
                </a:lnTo>
                <a:lnTo>
                  <a:pt x="1146661" y="1364905"/>
                </a:lnTo>
                <a:lnTo>
                  <a:pt x="1147451" y="1365302"/>
                </a:lnTo>
                <a:lnTo>
                  <a:pt x="1148253" y="1365680"/>
                </a:lnTo>
                <a:lnTo>
                  <a:pt x="1149068" y="1366039"/>
                </a:lnTo>
                <a:lnTo>
                  <a:pt x="1149894" y="1366378"/>
                </a:lnTo>
                <a:lnTo>
                  <a:pt x="1150734" y="1366697"/>
                </a:lnTo>
                <a:lnTo>
                  <a:pt x="1151585" y="1366998"/>
                </a:lnTo>
                <a:lnTo>
                  <a:pt x="1152449" y="1367278"/>
                </a:lnTo>
                <a:lnTo>
                  <a:pt x="1153325" y="1367540"/>
                </a:lnTo>
                <a:lnTo>
                  <a:pt x="1154213" y="1367782"/>
                </a:lnTo>
                <a:lnTo>
                  <a:pt x="1155114" y="1368005"/>
                </a:lnTo>
                <a:lnTo>
                  <a:pt x="1156027" y="1368208"/>
                </a:lnTo>
                <a:lnTo>
                  <a:pt x="1156953" y="1368392"/>
                </a:lnTo>
                <a:lnTo>
                  <a:pt x="1157891" y="1368557"/>
                </a:lnTo>
                <a:lnTo>
                  <a:pt x="1158841" y="1368702"/>
                </a:lnTo>
                <a:lnTo>
                  <a:pt x="1159803" y="1368828"/>
                </a:lnTo>
                <a:lnTo>
                  <a:pt x="1160778" y="1368935"/>
                </a:lnTo>
                <a:lnTo>
                  <a:pt x="1161765" y="1369022"/>
                </a:lnTo>
                <a:lnTo>
                  <a:pt x="1162765" y="1369090"/>
                </a:lnTo>
                <a:lnTo>
                  <a:pt x="1163776" y="1369138"/>
                </a:lnTo>
                <a:lnTo>
                  <a:pt x="1164800" y="1369167"/>
                </a:lnTo>
                <a:lnTo>
                  <a:pt x="1165837" y="1369177"/>
                </a:lnTo>
                <a:lnTo>
                  <a:pt x="1166873" y="1369168"/>
                </a:lnTo>
                <a:lnTo>
                  <a:pt x="1167897" y="1369139"/>
                </a:lnTo>
                <a:lnTo>
                  <a:pt x="1168909" y="1369092"/>
                </a:lnTo>
                <a:lnTo>
                  <a:pt x="1169909" y="1369027"/>
                </a:lnTo>
                <a:lnTo>
                  <a:pt x="1170896" y="1368942"/>
                </a:lnTo>
                <a:lnTo>
                  <a:pt x="1171870" y="1368839"/>
                </a:lnTo>
                <a:lnTo>
                  <a:pt x="1172833" y="1368717"/>
                </a:lnTo>
                <a:lnTo>
                  <a:pt x="1173783" y="1368576"/>
                </a:lnTo>
                <a:close/>
                <a:moveTo>
                  <a:pt x="1159769" y="1356384"/>
                </a:moveTo>
                <a:lnTo>
                  <a:pt x="1159061" y="1356175"/>
                </a:lnTo>
                <a:lnTo>
                  <a:pt x="1158364" y="1355940"/>
                </a:lnTo>
                <a:lnTo>
                  <a:pt x="1157678" y="1355681"/>
                </a:lnTo>
                <a:lnTo>
                  <a:pt x="1157003" y="1355398"/>
                </a:lnTo>
                <a:lnTo>
                  <a:pt x="1156339" y="1355090"/>
                </a:lnTo>
                <a:lnTo>
                  <a:pt x="1155687" y="1354757"/>
                </a:lnTo>
                <a:lnTo>
                  <a:pt x="1155046" y="1354399"/>
                </a:lnTo>
                <a:lnTo>
                  <a:pt x="1154415" y="1354017"/>
                </a:lnTo>
                <a:lnTo>
                  <a:pt x="1153796" y="1353610"/>
                </a:lnTo>
                <a:lnTo>
                  <a:pt x="1153189" y="1353179"/>
                </a:lnTo>
                <a:lnTo>
                  <a:pt x="1152592" y="1352723"/>
                </a:lnTo>
                <a:lnTo>
                  <a:pt x="1152006" y="1352242"/>
                </a:lnTo>
                <a:lnTo>
                  <a:pt x="1151432" y="1351737"/>
                </a:lnTo>
                <a:lnTo>
                  <a:pt x="1150869" y="1351206"/>
                </a:lnTo>
                <a:lnTo>
                  <a:pt x="1150316" y="1350652"/>
                </a:lnTo>
                <a:lnTo>
                  <a:pt x="1149775" y="1350072"/>
                </a:lnTo>
                <a:lnTo>
                  <a:pt x="1149265" y="1349457"/>
                </a:lnTo>
                <a:lnTo>
                  <a:pt x="1148776" y="1348822"/>
                </a:lnTo>
                <a:lnTo>
                  <a:pt x="1148309" y="1348168"/>
                </a:lnTo>
                <a:lnTo>
                  <a:pt x="1147864" y="1347494"/>
                </a:lnTo>
                <a:lnTo>
                  <a:pt x="1147441" y="1346801"/>
                </a:lnTo>
                <a:lnTo>
                  <a:pt x="1147039" y="1346089"/>
                </a:lnTo>
                <a:lnTo>
                  <a:pt x="1146659" y="1345357"/>
                </a:lnTo>
                <a:lnTo>
                  <a:pt x="1146300" y="1344606"/>
                </a:lnTo>
                <a:lnTo>
                  <a:pt x="1145964" y="1343835"/>
                </a:lnTo>
                <a:lnTo>
                  <a:pt x="1145649" y="1343045"/>
                </a:lnTo>
                <a:lnTo>
                  <a:pt x="1145355" y="1342236"/>
                </a:lnTo>
                <a:lnTo>
                  <a:pt x="1145084" y="1341408"/>
                </a:lnTo>
                <a:lnTo>
                  <a:pt x="1144834" y="1340560"/>
                </a:lnTo>
                <a:lnTo>
                  <a:pt x="1144606" y="1339692"/>
                </a:lnTo>
                <a:lnTo>
                  <a:pt x="1144400" y="1338806"/>
                </a:lnTo>
                <a:lnTo>
                  <a:pt x="1144215" y="1337899"/>
                </a:lnTo>
                <a:lnTo>
                  <a:pt x="1144052" y="1336974"/>
                </a:lnTo>
                <a:lnTo>
                  <a:pt x="1143911" y="1336029"/>
                </a:lnTo>
                <a:lnTo>
                  <a:pt x="1143791" y="1335065"/>
                </a:lnTo>
                <a:lnTo>
                  <a:pt x="1143694" y="1334081"/>
                </a:lnTo>
                <a:lnTo>
                  <a:pt x="1143618" y="1333078"/>
                </a:lnTo>
                <a:lnTo>
                  <a:pt x="1143563" y="1332056"/>
                </a:lnTo>
                <a:lnTo>
                  <a:pt x="1143531" y="1331014"/>
                </a:lnTo>
                <a:lnTo>
                  <a:pt x="1143520" y="1329953"/>
                </a:lnTo>
                <a:lnTo>
                  <a:pt x="1143520" y="1318626"/>
                </a:lnTo>
                <a:lnTo>
                  <a:pt x="1143531" y="1317565"/>
                </a:lnTo>
                <a:lnTo>
                  <a:pt x="1143563" y="1316524"/>
                </a:lnTo>
                <a:lnTo>
                  <a:pt x="1143618" y="1315503"/>
                </a:lnTo>
                <a:lnTo>
                  <a:pt x="1143694" y="1314502"/>
                </a:lnTo>
                <a:lnTo>
                  <a:pt x="1143791" y="1313522"/>
                </a:lnTo>
                <a:lnTo>
                  <a:pt x="1143911" y="1312561"/>
                </a:lnTo>
                <a:lnTo>
                  <a:pt x="1144052" y="1311620"/>
                </a:lnTo>
                <a:lnTo>
                  <a:pt x="1144215" y="1310698"/>
                </a:lnTo>
                <a:lnTo>
                  <a:pt x="1144400" y="1309797"/>
                </a:lnTo>
                <a:lnTo>
                  <a:pt x="1144606" y="1308916"/>
                </a:lnTo>
                <a:lnTo>
                  <a:pt x="1144834" y="1308055"/>
                </a:lnTo>
                <a:lnTo>
                  <a:pt x="1145084" y="1307214"/>
                </a:lnTo>
                <a:lnTo>
                  <a:pt x="1145355" y="1306393"/>
                </a:lnTo>
                <a:lnTo>
                  <a:pt x="1145649" y="1305591"/>
                </a:lnTo>
                <a:lnTo>
                  <a:pt x="1145964" y="1304810"/>
                </a:lnTo>
                <a:lnTo>
                  <a:pt x="1146300" y="1304049"/>
                </a:lnTo>
                <a:lnTo>
                  <a:pt x="1146659" y="1303307"/>
                </a:lnTo>
                <a:lnTo>
                  <a:pt x="1147039" y="1302586"/>
                </a:lnTo>
                <a:lnTo>
                  <a:pt x="1147441" y="1301884"/>
                </a:lnTo>
                <a:lnTo>
                  <a:pt x="1147864" y="1301203"/>
                </a:lnTo>
                <a:lnTo>
                  <a:pt x="1148309" y="1300541"/>
                </a:lnTo>
                <a:lnTo>
                  <a:pt x="1148776" y="1299899"/>
                </a:lnTo>
                <a:lnTo>
                  <a:pt x="1149265" y="1299278"/>
                </a:lnTo>
                <a:lnTo>
                  <a:pt x="1149775" y="1298676"/>
                </a:lnTo>
                <a:lnTo>
                  <a:pt x="1150316" y="1298083"/>
                </a:lnTo>
                <a:lnTo>
                  <a:pt x="1150869" y="1297515"/>
                </a:lnTo>
                <a:lnTo>
                  <a:pt x="1151432" y="1296972"/>
                </a:lnTo>
                <a:lnTo>
                  <a:pt x="1152006" y="1296455"/>
                </a:lnTo>
                <a:lnTo>
                  <a:pt x="1152592" y="1295962"/>
                </a:lnTo>
                <a:lnTo>
                  <a:pt x="1153189" y="1295495"/>
                </a:lnTo>
                <a:lnTo>
                  <a:pt x="1153796" y="1295054"/>
                </a:lnTo>
                <a:lnTo>
                  <a:pt x="1154415" y="1294637"/>
                </a:lnTo>
                <a:lnTo>
                  <a:pt x="1155046" y="1294246"/>
                </a:lnTo>
                <a:lnTo>
                  <a:pt x="1155687" y="1293880"/>
                </a:lnTo>
                <a:lnTo>
                  <a:pt x="1156339" y="1293539"/>
                </a:lnTo>
                <a:lnTo>
                  <a:pt x="1157003" y="1293224"/>
                </a:lnTo>
                <a:lnTo>
                  <a:pt x="1157678" y="1292933"/>
                </a:lnTo>
                <a:lnTo>
                  <a:pt x="1158364" y="1292668"/>
                </a:lnTo>
                <a:lnTo>
                  <a:pt x="1159061" y="1292428"/>
                </a:lnTo>
                <a:lnTo>
                  <a:pt x="1159769" y="1292214"/>
                </a:lnTo>
                <a:lnTo>
                  <a:pt x="1160489" y="1292024"/>
                </a:lnTo>
                <a:lnTo>
                  <a:pt x="1161219" y="1291860"/>
                </a:lnTo>
                <a:lnTo>
                  <a:pt x="1161961" y="1291722"/>
                </a:lnTo>
                <a:lnTo>
                  <a:pt x="1162714" y="1291608"/>
                </a:lnTo>
                <a:lnTo>
                  <a:pt x="1163478" y="1291520"/>
                </a:lnTo>
                <a:lnTo>
                  <a:pt x="1164253" y="1291457"/>
                </a:lnTo>
                <a:lnTo>
                  <a:pt x="1165039" y="1291419"/>
                </a:lnTo>
                <a:lnTo>
                  <a:pt x="1165837" y="1291406"/>
                </a:lnTo>
                <a:lnTo>
                  <a:pt x="1166648" y="1291419"/>
                </a:lnTo>
                <a:lnTo>
                  <a:pt x="1167447" y="1291457"/>
                </a:lnTo>
                <a:lnTo>
                  <a:pt x="1168233" y="1291520"/>
                </a:lnTo>
                <a:lnTo>
                  <a:pt x="1169007" y="1291608"/>
                </a:lnTo>
                <a:lnTo>
                  <a:pt x="1169769" y="1291722"/>
                </a:lnTo>
                <a:lnTo>
                  <a:pt x="1170518" y="1291860"/>
                </a:lnTo>
                <a:lnTo>
                  <a:pt x="1171255" y="1292024"/>
                </a:lnTo>
                <a:lnTo>
                  <a:pt x="1171980" y="1292214"/>
                </a:lnTo>
                <a:lnTo>
                  <a:pt x="1172692" y="1292428"/>
                </a:lnTo>
                <a:lnTo>
                  <a:pt x="1173392" y="1292668"/>
                </a:lnTo>
                <a:lnTo>
                  <a:pt x="1174080" y="1292933"/>
                </a:lnTo>
                <a:lnTo>
                  <a:pt x="1174755" y="1293224"/>
                </a:lnTo>
                <a:lnTo>
                  <a:pt x="1175418" y="1293539"/>
                </a:lnTo>
                <a:lnTo>
                  <a:pt x="1176069" y="1293880"/>
                </a:lnTo>
                <a:lnTo>
                  <a:pt x="1176707" y="1294246"/>
                </a:lnTo>
                <a:lnTo>
                  <a:pt x="1177333" y="1294637"/>
                </a:lnTo>
                <a:lnTo>
                  <a:pt x="1177947" y="1295054"/>
                </a:lnTo>
                <a:lnTo>
                  <a:pt x="1178549" y="1295495"/>
                </a:lnTo>
                <a:lnTo>
                  <a:pt x="1179138" y="1295962"/>
                </a:lnTo>
                <a:lnTo>
                  <a:pt x="1179714" y="1296455"/>
                </a:lnTo>
                <a:lnTo>
                  <a:pt x="1180279" y="1296972"/>
                </a:lnTo>
                <a:lnTo>
                  <a:pt x="1180831" y="1297515"/>
                </a:lnTo>
                <a:lnTo>
                  <a:pt x="1181371" y="1298083"/>
                </a:lnTo>
                <a:lnTo>
                  <a:pt x="1181898" y="1298676"/>
                </a:lnTo>
                <a:lnTo>
                  <a:pt x="1182409" y="1299278"/>
                </a:lnTo>
                <a:lnTo>
                  <a:pt x="1182897" y="1299899"/>
                </a:lnTo>
                <a:lnTo>
                  <a:pt x="1183364" y="1300541"/>
                </a:lnTo>
                <a:lnTo>
                  <a:pt x="1183810" y="1301203"/>
                </a:lnTo>
                <a:lnTo>
                  <a:pt x="1184233" y="1301884"/>
                </a:lnTo>
                <a:lnTo>
                  <a:pt x="1184635" y="1302586"/>
                </a:lnTo>
                <a:lnTo>
                  <a:pt x="1185015" y="1303307"/>
                </a:lnTo>
                <a:lnTo>
                  <a:pt x="1185374" y="1304049"/>
                </a:lnTo>
                <a:lnTo>
                  <a:pt x="1185710" y="1304810"/>
                </a:lnTo>
                <a:lnTo>
                  <a:pt x="1186025" y="1305591"/>
                </a:lnTo>
                <a:lnTo>
                  <a:pt x="1186318" y="1306393"/>
                </a:lnTo>
                <a:lnTo>
                  <a:pt x="1186590" y="1307214"/>
                </a:lnTo>
                <a:lnTo>
                  <a:pt x="1186840" y="1308055"/>
                </a:lnTo>
                <a:lnTo>
                  <a:pt x="1187068" y="1308916"/>
                </a:lnTo>
                <a:lnTo>
                  <a:pt x="1187274" y="1309797"/>
                </a:lnTo>
                <a:lnTo>
                  <a:pt x="1187459" y="1310698"/>
                </a:lnTo>
                <a:lnTo>
                  <a:pt x="1187622" y="1311620"/>
                </a:lnTo>
                <a:lnTo>
                  <a:pt x="1187763" y="1312561"/>
                </a:lnTo>
                <a:lnTo>
                  <a:pt x="1187882" y="1313522"/>
                </a:lnTo>
                <a:lnTo>
                  <a:pt x="1187980" y="1314502"/>
                </a:lnTo>
                <a:lnTo>
                  <a:pt x="1188056" y="1315503"/>
                </a:lnTo>
                <a:lnTo>
                  <a:pt x="1188110" y="1316524"/>
                </a:lnTo>
                <a:lnTo>
                  <a:pt x="1188143" y="1317565"/>
                </a:lnTo>
                <a:lnTo>
                  <a:pt x="1188154" y="1318626"/>
                </a:lnTo>
                <a:lnTo>
                  <a:pt x="1188154" y="1329953"/>
                </a:lnTo>
                <a:lnTo>
                  <a:pt x="1188143" y="1331014"/>
                </a:lnTo>
                <a:lnTo>
                  <a:pt x="1188110" y="1332056"/>
                </a:lnTo>
                <a:lnTo>
                  <a:pt x="1188056" y="1333078"/>
                </a:lnTo>
                <a:lnTo>
                  <a:pt x="1187980" y="1334081"/>
                </a:lnTo>
                <a:lnTo>
                  <a:pt x="1187882" y="1335065"/>
                </a:lnTo>
                <a:lnTo>
                  <a:pt x="1187763" y="1336029"/>
                </a:lnTo>
                <a:lnTo>
                  <a:pt x="1187622" y="1336974"/>
                </a:lnTo>
                <a:lnTo>
                  <a:pt x="1187459" y="1337899"/>
                </a:lnTo>
                <a:lnTo>
                  <a:pt x="1187274" y="1338806"/>
                </a:lnTo>
                <a:lnTo>
                  <a:pt x="1187068" y="1339692"/>
                </a:lnTo>
                <a:lnTo>
                  <a:pt x="1186840" y="1340560"/>
                </a:lnTo>
                <a:lnTo>
                  <a:pt x="1186590" y="1341408"/>
                </a:lnTo>
                <a:lnTo>
                  <a:pt x="1186318" y="1342236"/>
                </a:lnTo>
                <a:lnTo>
                  <a:pt x="1186025" y="1343045"/>
                </a:lnTo>
                <a:lnTo>
                  <a:pt x="1185710" y="1343835"/>
                </a:lnTo>
                <a:lnTo>
                  <a:pt x="1185374" y="1344606"/>
                </a:lnTo>
                <a:lnTo>
                  <a:pt x="1185015" y="1345357"/>
                </a:lnTo>
                <a:lnTo>
                  <a:pt x="1184635" y="1346089"/>
                </a:lnTo>
                <a:lnTo>
                  <a:pt x="1184233" y="1346801"/>
                </a:lnTo>
                <a:lnTo>
                  <a:pt x="1183810" y="1347494"/>
                </a:lnTo>
                <a:lnTo>
                  <a:pt x="1183364" y="1348168"/>
                </a:lnTo>
                <a:lnTo>
                  <a:pt x="1182897" y="1348822"/>
                </a:lnTo>
                <a:lnTo>
                  <a:pt x="1182409" y="1349457"/>
                </a:lnTo>
                <a:lnTo>
                  <a:pt x="1181898" y="1350072"/>
                </a:lnTo>
                <a:lnTo>
                  <a:pt x="1181371" y="1350652"/>
                </a:lnTo>
                <a:lnTo>
                  <a:pt x="1180831" y="1351206"/>
                </a:lnTo>
                <a:lnTo>
                  <a:pt x="1180279" y="1351737"/>
                </a:lnTo>
                <a:lnTo>
                  <a:pt x="1179714" y="1352242"/>
                </a:lnTo>
                <a:lnTo>
                  <a:pt x="1179138" y="1352723"/>
                </a:lnTo>
                <a:lnTo>
                  <a:pt x="1178549" y="1353179"/>
                </a:lnTo>
                <a:lnTo>
                  <a:pt x="1177947" y="1353610"/>
                </a:lnTo>
                <a:lnTo>
                  <a:pt x="1177333" y="1354017"/>
                </a:lnTo>
                <a:lnTo>
                  <a:pt x="1176707" y="1354399"/>
                </a:lnTo>
                <a:lnTo>
                  <a:pt x="1176069" y="1354757"/>
                </a:lnTo>
                <a:lnTo>
                  <a:pt x="1175418" y="1355090"/>
                </a:lnTo>
                <a:lnTo>
                  <a:pt x="1174755" y="1355398"/>
                </a:lnTo>
                <a:lnTo>
                  <a:pt x="1174080" y="1355681"/>
                </a:lnTo>
                <a:lnTo>
                  <a:pt x="1173392" y="1355940"/>
                </a:lnTo>
                <a:lnTo>
                  <a:pt x="1172692" y="1356175"/>
                </a:lnTo>
                <a:lnTo>
                  <a:pt x="1171980" y="1356384"/>
                </a:lnTo>
                <a:lnTo>
                  <a:pt x="1171255" y="1356569"/>
                </a:lnTo>
                <a:lnTo>
                  <a:pt x="1170518" y="1356729"/>
                </a:lnTo>
                <a:lnTo>
                  <a:pt x="1169769" y="1356865"/>
                </a:lnTo>
                <a:lnTo>
                  <a:pt x="1169007" y="1356976"/>
                </a:lnTo>
                <a:lnTo>
                  <a:pt x="1168233" y="1357062"/>
                </a:lnTo>
                <a:lnTo>
                  <a:pt x="1167447" y="1357124"/>
                </a:lnTo>
                <a:lnTo>
                  <a:pt x="1166648" y="1357161"/>
                </a:lnTo>
                <a:lnTo>
                  <a:pt x="1165837" y="1357173"/>
                </a:lnTo>
                <a:lnTo>
                  <a:pt x="1165039" y="1357161"/>
                </a:lnTo>
                <a:lnTo>
                  <a:pt x="1164253" y="1357124"/>
                </a:lnTo>
                <a:lnTo>
                  <a:pt x="1163478" y="1357062"/>
                </a:lnTo>
                <a:lnTo>
                  <a:pt x="1162714" y="1356976"/>
                </a:lnTo>
                <a:lnTo>
                  <a:pt x="1161961" y="1356865"/>
                </a:lnTo>
                <a:lnTo>
                  <a:pt x="1161219" y="1356729"/>
                </a:lnTo>
                <a:lnTo>
                  <a:pt x="1160489" y="1356569"/>
                </a:lnTo>
                <a:lnTo>
                  <a:pt x="1159769" y="1356384"/>
                </a:lnTo>
                <a:close/>
                <a:moveTo>
                  <a:pt x="825122" y="1304456"/>
                </a:moveTo>
                <a:lnTo>
                  <a:pt x="825140" y="1304568"/>
                </a:lnTo>
                <a:lnTo>
                  <a:pt x="825158" y="1304687"/>
                </a:lnTo>
                <a:lnTo>
                  <a:pt x="825177" y="1304813"/>
                </a:lnTo>
                <a:lnTo>
                  <a:pt x="825197" y="1304944"/>
                </a:lnTo>
                <a:lnTo>
                  <a:pt x="825217" y="1305083"/>
                </a:lnTo>
                <a:lnTo>
                  <a:pt x="825238" y="1305227"/>
                </a:lnTo>
                <a:lnTo>
                  <a:pt x="825259" y="1305378"/>
                </a:lnTo>
                <a:lnTo>
                  <a:pt x="825281" y="1305536"/>
                </a:lnTo>
                <a:lnTo>
                  <a:pt x="825304" y="1305700"/>
                </a:lnTo>
                <a:lnTo>
                  <a:pt x="825327" y="1305871"/>
                </a:lnTo>
                <a:lnTo>
                  <a:pt x="825351" y="1306048"/>
                </a:lnTo>
                <a:lnTo>
                  <a:pt x="825375" y="1306231"/>
                </a:lnTo>
                <a:lnTo>
                  <a:pt x="825400" y="1306421"/>
                </a:lnTo>
                <a:lnTo>
                  <a:pt x="825426" y="1306617"/>
                </a:lnTo>
                <a:lnTo>
                  <a:pt x="825452" y="1306820"/>
                </a:lnTo>
                <a:lnTo>
                  <a:pt x="825479" y="1307029"/>
                </a:lnTo>
                <a:lnTo>
                  <a:pt x="825506" y="1307245"/>
                </a:lnTo>
                <a:lnTo>
                  <a:pt x="825534" y="1307467"/>
                </a:lnTo>
                <a:lnTo>
                  <a:pt x="841088" y="1307467"/>
                </a:lnTo>
                <a:lnTo>
                  <a:pt x="841088" y="1305438"/>
                </a:lnTo>
                <a:lnTo>
                  <a:pt x="841096" y="1304880"/>
                </a:lnTo>
                <a:lnTo>
                  <a:pt x="841122" y="1304332"/>
                </a:lnTo>
                <a:lnTo>
                  <a:pt x="841165" y="1303795"/>
                </a:lnTo>
                <a:lnTo>
                  <a:pt x="841224" y="1303269"/>
                </a:lnTo>
                <a:lnTo>
                  <a:pt x="841301" y="1302753"/>
                </a:lnTo>
                <a:lnTo>
                  <a:pt x="841394" y="1302247"/>
                </a:lnTo>
                <a:lnTo>
                  <a:pt x="841505" y="1301752"/>
                </a:lnTo>
                <a:lnTo>
                  <a:pt x="841633" y="1301268"/>
                </a:lnTo>
                <a:lnTo>
                  <a:pt x="841777" y="1300794"/>
                </a:lnTo>
                <a:lnTo>
                  <a:pt x="841939" y="1300331"/>
                </a:lnTo>
                <a:lnTo>
                  <a:pt x="842118" y="1299879"/>
                </a:lnTo>
                <a:lnTo>
                  <a:pt x="842314" y="1299437"/>
                </a:lnTo>
                <a:lnTo>
                  <a:pt x="842526" y="1299005"/>
                </a:lnTo>
                <a:lnTo>
                  <a:pt x="842756" y="1298584"/>
                </a:lnTo>
                <a:lnTo>
                  <a:pt x="843003" y="1298174"/>
                </a:lnTo>
                <a:lnTo>
                  <a:pt x="843267" y="1297774"/>
                </a:lnTo>
                <a:lnTo>
                  <a:pt x="843548" y="1297385"/>
                </a:lnTo>
                <a:lnTo>
                  <a:pt x="843846" y="1297006"/>
                </a:lnTo>
                <a:lnTo>
                  <a:pt x="844161" y="1296638"/>
                </a:lnTo>
                <a:lnTo>
                  <a:pt x="844493" y="1296281"/>
                </a:lnTo>
                <a:lnTo>
                  <a:pt x="844842" y="1295934"/>
                </a:lnTo>
                <a:lnTo>
                  <a:pt x="845208" y="1295597"/>
                </a:lnTo>
                <a:lnTo>
                  <a:pt x="845591" y="1295272"/>
                </a:lnTo>
                <a:lnTo>
                  <a:pt x="845991" y="1294956"/>
                </a:lnTo>
                <a:lnTo>
                  <a:pt x="846406" y="1294653"/>
                </a:lnTo>
                <a:lnTo>
                  <a:pt x="846836" y="1294362"/>
                </a:lnTo>
                <a:lnTo>
                  <a:pt x="847280" y="1294085"/>
                </a:lnTo>
                <a:lnTo>
                  <a:pt x="847738" y="1293820"/>
                </a:lnTo>
                <a:lnTo>
                  <a:pt x="848210" y="1293568"/>
                </a:lnTo>
                <a:lnTo>
                  <a:pt x="848696" y="1293329"/>
                </a:lnTo>
                <a:lnTo>
                  <a:pt x="849196" y="1293103"/>
                </a:lnTo>
                <a:lnTo>
                  <a:pt x="849710" y="1292890"/>
                </a:lnTo>
                <a:lnTo>
                  <a:pt x="850239" y="1292690"/>
                </a:lnTo>
                <a:lnTo>
                  <a:pt x="850781" y="1292503"/>
                </a:lnTo>
                <a:lnTo>
                  <a:pt x="851338" y="1292328"/>
                </a:lnTo>
                <a:lnTo>
                  <a:pt x="851908" y="1292167"/>
                </a:lnTo>
                <a:lnTo>
                  <a:pt x="852493" y="1292018"/>
                </a:lnTo>
                <a:lnTo>
                  <a:pt x="853092" y="1291883"/>
                </a:lnTo>
                <a:lnTo>
                  <a:pt x="853705" y="1291760"/>
                </a:lnTo>
                <a:lnTo>
                  <a:pt x="854331" y="1291650"/>
                </a:lnTo>
                <a:lnTo>
                  <a:pt x="854973" y="1291553"/>
                </a:lnTo>
                <a:lnTo>
                  <a:pt x="855628" y="1291469"/>
                </a:lnTo>
                <a:lnTo>
                  <a:pt x="856297" y="1291398"/>
                </a:lnTo>
                <a:lnTo>
                  <a:pt x="856980" y="1291340"/>
                </a:lnTo>
                <a:lnTo>
                  <a:pt x="857678" y="1291295"/>
                </a:lnTo>
                <a:lnTo>
                  <a:pt x="858389" y="1291263"/>
                </a:lnTo>
                <a:lnTo>
                  <a:pt x="859115" y="1291243"/>
                </a:lnTo>
                <a:lnTo>
                  <a:pt x="859854" y="1291237"/>
                </a:lnTo>
                <a:lnTo>
                  <a:pt x="860662" y="1291243"/>
                </a:lnTo>
                <a:lnTo>
                  <a:pt x="861449" y="1291263"/>
                </a:lnTo>
                <a:lnTo>
                  <a:pt x="862216" y="1291295"/>
                </a:lnTo>
                <a:lnTo>
                  <a:pt x="862963" y="1291340"/>
                </a:lnTo>
                <a:lnTo>
                  <a:pt x="863691" y="1291398"/>
                </a:lnTo>
                <a:lnTo>
                  <a:pt x="864398" y="1291469"/>
                </a:lnTo>
                <a:lnTo>
                  <a:pt x="865085" y="1291553"/>
                </a:lnTo>
                <a:lnTo>
                  <a:pt x="865753" y="1291650"/>
                </a:lnTo>
                <a:lnTo>
                  <a:pt x="866400" y="1291760"/>
                </a:lnTo>
                <a:lnTo>
                  <a:pt x="867028" y="1291883"/>
                </a:lnTo>
                <a:lnTo>
                  <a:pt x="867636" y="1292018"/>
                </a:lnTo>
                <a:lnTo>
                  <a:pt x="868223" y="1292167"/>
                </a:lnTo>
                <a:lnTo>
                  <a:pt x="868791" y="1292328"/>
                </a:lnTo>
                <a:lnTo>
                  <a:pt x="869339" y="1292503"/>
                </a:lnTo>
                <a:lnTo>
                  <a:pt x="869866" y="1292690"/>
                </a:lnTo>
                <a:lnTo>
                  <a:pt x="870374" y="1292890"/>
                </a:lnTo>
                <a:lnTo>
                  <a:pt x="870862" y="1293103"/>
                </a:lnTo>
                <a:lnTo>
                  <a:pt x="871330" y="1293329"/>
                </a:lnTo>
                <a:lnTo>
                  <a:pt x="871778" y="1293568"/>
                </a:lnTo>
                <a:lnTo>
                  <a:pt x="872206" y="1293820"/>
                </a:lnTo>
                <a:lnTo>
                  <a:pt x="872614" y="1294085"/>
                </a:lnTo>
                <a:lnTo>
                  <a:pt x="873002" y="1294362"/>
                </a:lnTo>
                <a:lnTo>
                  <a:pt x="873370" y="1294653"/>
                </a:lnTo>
                <a:lnTo>
                  <a:pt x="873718" y="1294956"/>
                </a:lnTo>
                <a:lnTo>
                  <a:pt x="874063" y="1295274"/>
                </a:lnTo>
                <a:lnTo>
                  <a:pt x="874393" y="1295607"/>
                </a:lnTo>
                <a:lnTo>
                  <a:pt x="874709" y="1295955"/>
                </a:lnTo>
                <a:lnTo>
                  <a:pt x="875009" y="1296318"/>
                </a:lnTo>
                <a:lnTo>
                  <a:pt x="875296" y="1296697"/>
                </a:lnTo>
                <a:lnTo>
                  <a:pt x="875567" y="1297091"/>
                </a:lnTo>
                <a:lnTo>
                  <a:pt x="875824" y="1297500"/>
                </a:lnTo>
                <a:lnTo>
                  <a:pt x="876066" y="1297924"/>
                </a:lnTo>
                <a:lnTo>
                  <a:pt x="876294" y="1298364"/>
                </a:lnTo>
                <a:lnTo>
                  <a:pt x="876506" y="1298819"/>
                </a:lnTo>
                <a:lnTo>
                  <a:pt x="876704" y="1299289"/>
                </a:lnTo>
                <a:lnTo>
                  <a:pt x="876888" y="1299775"/>
                </a:lnTo>
                <a:lnTo>
                  <a:pt x="877057" y="1300276"/>
                </a:lnTo>
                <a:lnTo>
                  <a:pt x="877211" y="1300792"/>
                </a:lnTo>
                <a:lnTo>
                  <a:pt x="877350" y="1301323"/>
                </a:lnTo>
                <a:lnTo>
                  <a:pt x="877475" y="1301869"/>
                </a:lnTo>
                <a:lnTo>
                  <a:pt x="877585" y="1302431"/>
                </a:lnTo>
                <a:lnTo>
                  <a:pt x="877680" y="1303008"/>
                </a:lnTo>
                <a:lnTo>
                  <a:pt x="877761" y="1303601"/>
                </a:lnTo>
                <a:lnTo>
                  <a:pt x="877827" y="1304208"/>
                </a:lnTo>
                <a:lnTo>
                  <a:pt x="877879" y="1304831"/>
                </a:lnTo>
                <a:lnTo>
                  <a:pt x="877915" y="1305469"/>
                </a:lnTo>
                <a:lnTo>
                  <a:pt x="877937" y="1306123"/>
                </a:lnTo>
                <a:lnTo>
                  <a:pt x="877945" y="1306791"/>
                </a:lnTo>
                <a:lnTo>
                  <a:pt x="877945" y="1316259"/>
                </a:lnTo>
                <a:lnTo>
                  <a:pt x="876282" y="1316264"/>
                </a:lnTo>
                <a:lnTo>
                  <a:pt x="874645" y="1316279"/>
                </a:lnTo>
                <a:lnTo>
                  <a:pt x="873036" y="1316304"/>
                </a:lnTo>
                <a:lnTo>
                  <a:pt x="871454" y="1316339"/>
                </a:lnTo>
                <a:lnTo>
                  <a:pt x="869899" y="1316384"/>
                </a:lnTo>
                <a:lnTo>
                  <a:pt x="868371" y="1316439"/>
                </a:lnTo>
                <a:lnTo>
                  <a:pt x="866870" y="1316503"/>
                </a:lnTo>
                <a:lnTo>
                  <a:pt x="865396" y="1316578"/>
                </a:lnTo>
                <a:lnTo>
                  <a:pt x="863949" y="1316663"/>
                </a:lnTo>
                <a:lnTo>
                  <a:pt x="862529" y="1316758"/>
                </a:lnTo>
                <a:lnTo>
                  <a:pt x="861136" y="1316863"/>
                </a:lnTo>
                <a:lnTo>
                  <a:pt x="859770" y="1316977"/>
                </a:lnTo>
                <a:lnTo>
                  <a:pt x="858431" y="1317102"/>
                </a:lnTo>
                <a:lnTo>
                  <a:pt x="857119" y="1317237"/>
                </a:lnTo>
                <a:lnTo>
                  <a:pt x="855834" y="1317382"/>
                </a:lnTo>
                <a:lnTo>
                  <a:pt x="854576" y="1317536"/>
                </a:lnTo>
                <a:lnTo>
                  <a:pt x="853345" y="1317701"/>
                </a:lnTo>
                <a:lnTo>
                  <a:pt x="852141" y="1317876"/>
                </a:lnTo>
                <a:lnTo>
                  <a:pt x="850964" y="1318060"/>
                </a:lnTo>
                <a:lnTo>
                  <a:pt x="849814" y="1318255"/>
                </a:lnTo>
                <a:lnTo>
                  <a:pt x="848691" y="1318459"/>
                </a:lnTo>
                <a:lnTo>
                  <a:pt x="847595" y="1318674"/>
                </a:lnTo>
                <a:lnTo>
                  <a:pt x="846526" y="1318899"/>
                </a:lnTo>
                <a:lnTo>
                  <a:pt x="845484" y="1319133"/>
                </a:lnTo>
                <a:lnTo>
                  <a:pt x="844481" y="1319378"/>
                </a:lnTo>
                <a:lnTo>
                  <a:pt x="843501" y="1319636"/>
                </a:lnTo>
                <a:lnTo>
                  <a:pt x="842543" y="1319904"/>
                </a:lnTo>
                <a:lnTo>
                  <a:pt x="841609" y="1320185"/>
                </a:lnTo>
                <a:lnTo>
                  <a:pt x="840698" y="1320477"/>
                </a:lnTo>
                <a:lnTo>
                  <a:pt x="839809" y="1320781"/>
                </a:lnTo>
                <a:lnTo>
                  <a:pt x="838944" y="1321097"/>
                </a:lnTo>
                <a:lnTo>
                  <a:pt x="838101" y="1321425"/>
                </a:lnTo>
                <a:lnTo>
                  <a:pt x="837281" y="1321764"/>
                </a:lnTo>
                <a:lnTo>
                  <a:pt x="836484" y="1322115"/>
                </a:lnTo>
                <a:lnTo>
                  <a:pt x="835710" y="1322478"/>
                </a:lnTo>
                <a:lnTo>
                  <a:pt x="834959" y="1322852"/>
                </a:lnTo>
                <a:lnTo>
                  <a:pt x="834231" y="1323239"/>
                </a:lnTo>
                <a:lnTo>
                  <a:pt x="833526" y="1323637"/>
                </a:lnTo>
                <a:lnTo>
                  <a:pt x="832843" y="1324046"/>
                </a:lnTo>
                <a:lnTo>
                  <a:pt x="832184" y="1324468"/>
                </a:lnTo>
                <a:lnTo>
                  <a:pt x="831547" y="1324901"/>
                </a:lnTo>
                <a:lnTo>
                  <a:pt x="830933" y="1325346"/>
                </a:lnTo>
                <a:lnTo>
                  <a:pt x="830342" y="1325803"/>
                </a:lnTo>
                <a:lnTo>
                  <a:pt x="829775" y="1326271"/>
                </a:lnTo>
                <a:lnTo>
                  <a:pt x="829229" y="1326752"/>
                </a:lnTo>
                <a:lnTo>
                  <a:pt x="828707" y="1327244"/>
                </a:lnTo>
                <a:lnTo>
                  <a:pt x="828208" y="1327747"/>
                </a:lnTo>
                <a:lnTo>
                  <a:pt x="827732" y="1328263"/>
                </a:lnTo>
                <a:lnTo>
                  <a:pt x="827290" y="1328777"/>
                </a:lnTo>
                <a:lnTo>
                  <a:pt x="826867" y="1329305"/>
                </a:lnTo>
                <a:lnTo>
                  <a:pt x="826464" y="1329848"/>
                </a:lnTo>
                <a:lnTo>
                  <a:pt x="826079" y="1330404"/>
                </a:lnTo>
                <a:lnTo>
                  <a:pt x="825712" y="1330975"/>
                </a:lnTo>
                <a:lnTo>
                  <a:pt x="825365" y="1331559"/>
                </a:lnTo>
                <a:lnTo>
                  <a:pt x="825036" y="1332158"/>
                </a:lnTo>
                <a:lnTo>
                  <a:pt x="824726" y="1332771"/>
                </a:lnTo>
                <a:lnTo>
                  <a:pt x="824435" y="1333398"/>
                </a:lnTo>
                <a:lnTo>
                  <a:pt x="824162" y="1334039"/>
                </a:lnTo>
                <a:lnTo>
                  <a:pt x="823909" y="1334694"/>
                </a:lnTo>
                <a:lnTo>
                  <a:pt x="823674" y="1335363"/>
                </a:lnTo>
                <a:lnTo>
                  <a:pt x="823458" y="1336047"/>
                </a:lnTo>
                <a:lnTo>
                  <a:pt x="823261" y="1336744"/>
                </a:lnTo>
                <a:lnTo>
                  <a:pt x="823082" y="1337456"/>
                </a:lnTo>
                <a:lnTo>
                  <a:pt x="822923" y="1338181"/>
                </a:lnTo>
                <a:lnTo>
                  <a:pt x="822782" y="1338921"/>
                </a:lnTo>
                <a:lnTo>
                  <a:pt x="822660" y="1339675"/>
                </a:lnTo>
                <a:lnTo>
                  <a:pt x="822556" y="1340443"/>
                </a:lnTo>
                <a:lnTo>
                  <a:pt x="822472" y="1341224"/>
                </a:lnTo>
                <a:lnTo>
                  <a:pt x="822406" y="1342021"/>
                </a:lnTo>
                <a:lnTo>
                  <a:pt x="822359" y="1342831"/>
                </a:lnTo>
                <a:lnTo>
                  <a:pt x="822331" y="1343655"/>
                </a:lnTo>
                <a:lnTo>
                  <a:pt x="822321" y="1344493"/>
                </a:lnTo>
                <a:lnTo>
                  <a:pt x="822334" y="1345497"/>
                </a:lnTo>
                <a:lnTo>
                  <a:pt x="822371" y="1346481"/>
                </a:lnTo>
                <a:lnTo>
                  <a:pt x="822432" y="1347444"/>
                </a:lnTo>
                <a:lnTo>
                  <a:pt x="822519" y="1348386"/>
                </a:lnTo>
                <a:lnTo>
                  <a:pt x="822630" y="1349308"/>
                </a:lnTo>
                <a:lnTo>
                  <a:pt x="822765" y="1350210"/>
                </a:lnTo>
                <a:lnTo>
                  <a:pt x="822926" y="1351091"/>
                </a:lnTo>
                <a:lnTo>
                  <a:pt x="823110" y="1351951"/>
                </a:lnTo>
                <a:lnTo>
                  <a:pt x="823320" y="1352791"/>
                </a:lnTo>
                <a:lnTo>
                  <a:pt x="823554" y="1353610"/>
                </a:lnTo>
                <a:lnTo>
                  <a:pt x="823813" y="1354408"/>
                </a:lnTo>
                <a:lnTo>
                  <a:pt x="824097" y="1355187"/>
                </a:lnTo>
                <a:lnTo>
                  <a:pt x="824405" y="1355944"/>
                </a:lnTo>
                <a:lnTo>
                  <a:pt x="824738" y="1356681"/>
                </a:lnTo>
                <a:lnTo>
                  <a:pt x="825095" y="1357398"/>
                </a:lnTo>
                <a:lnTo>
                  <a:pt x="825477" y="1358094"/>
                </a:lnTo>
                <a:lnTo>
                  <a:pt x="825884" y="1358769"/>
                </a:lnTo>
                <a:lnTo>
                  <a:pt x="826316" y="1359424"/>
                </a:lnTo>
                <a:lnTo>
                  <a:pt x="826772" y="1360058"/>
                </a:lnTo>
                <a:lnTo>
                  <a:pt x="827253" y="1360672"/>
                </a:lnTo>
                <a:lnTo>
                  <a:pt x="827758" y="1361265"/>
                </a:lnTo>
                <a:lnTo>
                  <a:pt x="828288" y="1361838"/>
                </a:lnTo>
                <a:lnTo>
                  <a:pt x="828843" y="1362390"/>
                </a:lnTo>
                <a:lnTo>
                  <a:pt x="829422" y="1362921"/>
                </a:lnTo>
                <a:lnTo>
                  <a:pt x="830039" y="1363432"/>
                </a:lnTo>
                <a:lnTo>
                  <a:pt x="830676" y="1363921"/>
                </a:lnTo>
                <a:lnTo>
                  <a:pt x="831335" y="1364388"/>
                </a:lnTo>
                <a:lnTo>
                  <a:pt x="832015" y="1364833"/>
                </a:lnTo>
                <a:lnTo>
                  <a:pt x="832716" y="1365256"/>
                </a:lnTo>
                <a:lnTo>
                  <a:pt x="833438" y="1365658"/>
                </a:lnTo>
                <a:lnTo>
                  <a:pt x="834181" y="1366038"/>
                </a:lnTo>
                <a:lnTo>
                  <a:pt x="834945" y="1366397"/>
                </a:lnTo>
                <a:lnTo>
                  <a:pt x="835731" y="1366733"/>
                </a:lnTo>
                <a:lnTo>
                  <a:pt x="836537" y="1367048"/>
                </a:lnTo>
                <a:lnTo>
                  <a:pt x="837365" y="1367342"/>
                </a:lnTo>
                <a:lnTo>
                  <a:pt x="838214" y="1367613"/>
                </a:lnTo>
                <a:lnTo>
                  <a:pt x="839084" y="1367863"/>
                </a:lnTo>
                <a:lnTo>
                  <a:pt x="839975" y="1368091"/>
                </a:lnTo>
                <a:lnTo>
                  <a:pt x="840887" y="1368297"/>
                </a:lnTo>
                <a:lnTo>
                  <a:pt x="841821" y="1368482"/>
                </a:lnTo>
                <a:lnTo>
                  <a:pt x="842775" y="1368645"/>
                </a:lnTo>
                <a:lnTo>
                  <a:pt x="843751" y="1368786"/>
                </a:lnTo>
                <a:lnTo>
                  <a:pt x="844748" y="1368905"/>
                </a:lnTo>
                <a:lnTo>
                  <a:pt x="845765" y="1369003"/>
                </a:lnTo>
                <a:lnTo>
                  <a:pt x="846804" y="1369079"/>
                </a:lnTo>
                <a:lnTo>
                  <a:pt x="847865" y="1369133"/>
                </a:lnTo>
                <a:lnTo>
                  <a:pt x="848946" y="1369166"/>
                </a:lnTo>
                <a:lnTo>
                  <a:pt x="850048" y="1369177"/>
                </a:lnTo>
                <a:lnTo>
                  <a:pt x="850555" y="1369175"/>
                </a:lnTo>
                <a:lnTo>
                  <a:pt x="851059" y="1369168"/>
                </a:lnTo>
                <a:lnTo>
                  <a:pt x="851562" y="1369156"/>
                </a:lnTo>
                <a:lnTo>
                  <a:pt x="852063" y="1369139"/>
                </a:lnTo>
                <a:lnTo>
                  <a:pt x="852562" y="1369118"/>
                </a:lnTo>
                <a:lnTo>
                  <a:pt x="853060" y="1369092"/>
                </a:lnTo>
                <a:lnTo>
                  <a:pt x="853556" y="1369062"/>
                </a:lnTo>
                <a:lnTo>
                  <a:pt x="854050" y="1369027"/>
                </a:lnTo>
                <a:lnTo>
                  <a:pt x="854542" y="1368987"/>
                </a:lnTo>
                <a:lnTo>
                  <a:pt x="855032" y="1368942"/>
                </a:lnTo>
                <a:lnTo>
                  <a:pt x="855521" y="1368893"/>
                </a:lnTo>
                <a:lnTo>
                  <a:pt x="856008" y="1368839"/>
                </a:lnTo>
                <a:lnTo>
                  <a:pt x="856493" y="1368780"/>
                </a:lnTo>
                <a:lnTo>
                  <a:pt x="856977" y="1368717"/>
                </a:lnTo>
                <a:lnTo>
                  <a:pt x="857458" y="1368649"/>
                </a:lnTo>
                <a:lnTo>
                  <a:pt x="857938" y="1368576"/>
                </a:lnTo>
                <a:lnTo>
                  <a:pt x="858416" y="1368498"/>
                </a:lnTo>
                <a:lnTo>
                  <a:pt x="858893" y="1368416"/>
                </a:lnTo>
                <a:lnTo>
                  <a:pt x="859367" y="1368329"/>
                </a:lnTo>
                <a:lnTo>
                  <a:pt x="859840" y="1368238"/>
                </a:lnTo>
                <a:lnTo>
                  <a:pt x="860311" y="1368141"/>
                </a:lnTo>
                <a:lnTo>
                  <a:pt x="860781" y="1368040"/>
                </a:lnTo>
                <a:lnTo>
                  <a:pt x="861248" y="1367935"/>
                </a:lnTo>
                <a:lnTo>
                  <a:pt x="861714" y="1367824"/>
                </a:lnTo>
                <a:lnTo>
                  <a:pt x="862177" y="1367723"/>
                </a:lnTo>
                <a:lnTo>
                  <a:pt x="862637" y="1367614"/>
                </a:lnTo>
                <a:lnTo>
                  <a:pt x="863093" y="1367499"/>
                </a:lnTo>
                <a:lnTo>
                  <a:pt x="863546" y="1367378"/>
                </a:lnTo>
                <a:lnTo>
                  <a:pt x="863995" y="1367251"/>
                </a:lnTo>
                <a:lnTo>
                  <a:pt x="864440" y="1367116"/>
                </a:lnTo>
                <a:lnTo>
                  <a:pt x="864882" y="1366976"/>
                </a:lnTo>
                <a:lnTo>
                  <a:pt x="865321" y="1366829"/>
                </a:lnTo>
                <a:lnTo>
                  <a:pt x="865756" y="1366675"/>
                </a:lnTo>
                <a:lnTo>
                  <a:pt x="866187" y="1366515"/>
                </a:lnTo>
                <a:lnTo>
                  <a:pt x="866615" y="1366349"/>
                </a:lnTo>
                <a:lnTo>
                  <a:pt x="867040" y="1366176"/>
                </a:lnTo>
                <a:lnTo>
                  <a:pt x="867461" y="1365997"/>
                </a:lnTo>
                <a:lnTo>
                  <a:pt x="867878" y="1365811"/>
                </a:lnTo>
                <a:lnTo>
                  <a:pt x="868292" y="1365619"/>
                </a:lnTo>
                <a:lnTo>
                  <a:pt x="868702" y="1365420"/>
                </a:lnTo>
                <a:lnTo>
                  <a:pt x="869109" y="1365215"/>
                </a:lnTo>
                <a:lnTo>
                  <a:pt x="869512" y="1365003"/>
                </a:lnTo>
                <a:lnTo>
                  <a:pt x="869912" y="1364785"/>
                </a:lnTo>
                <a:lnTo>
                  <a:pt x="870308" y="1364560"/>
                </a:lnTo>
                <a:lnTo>
                  <a:pt x="870701" y="1364329"/>
                </a:lnTo>
                <a:lnTo>
                  <a:pt x="871090" y="1364092"/>
                </a:lnTo>
                <a:lnTo>
                  <a:pt x="871476" y="1363848"/>
                </a:lnTo>
                <a:lnTo>
                  <a:pt x="871858" y="1363598"/>
                </a:lnTo>
                <a:lnTo>
                  <a:pt x="872236" y="1363326"/>
                </a:lnTo>
                <a:lnTo>
                  <a:pt x="872607" y="1363048"/>
                </a:lnTo>
                <a:lnTo>
                  <a:pt x="872973" y="1362763"/>
                </a:lnTo>
                <a:lnTo>
                  <a:pt x="873333" y="1362471"/>
                </a:lnTo>
                <a:lnTo>
                  <a:pt x="873687" y="1362171"/>
                </a:lnTo>
                <a:lnTo>
                  <a:pt x="874035" y="1361865"/>
                </a:lnTo>
                <a:lnTo>
                  <a:pt x="874377" y="1361551"/>
                </a:lnTo>
                <a:lnTo>
                  <a:pt x="874713" y="1361231"/>
                </a:lnTo>
                <a:lnTo>
                  <a:pt x="875044" y="1360903"/>
                </a:lnTo>
                <a:lnTo>
                  <a:pt x="875369" y="1360569"/>
                </a:lnTo>
                <a:lnTo>
                  <a:pt x="875687" y="1360227"/>
                </a:lnTo>
                <a:lnTo>
                  <a:pt x="876000" y="1359878"/>
                </a:lnTo>
                <a:lnTo>
                  <a:pt x="876307" y="1359522"/>
                </a:lnTo>
                <a:lnTo>
                  <a:pt x="876608" y="1359160"/>
                </a:lnTo>
                <a:lnTo>
                  <a:pt x="876904" y="1358790"/>
                </a:lnTo>
                <a:lnTo>
                  <a:pt x="877193" y="1358413"/>
                </a:lnTo>
                <a:lnTo>
                  <a:pt x="877477" y="1358029"/>
                </a:lnTo>
                <a:lnTo>
                  <a:pt x="877754" y="1357638"/>
                </a:lnTo>
                <a:lnTo>
                  <a:pt x="878026" y="1357240"/>
                </a:lnTo>
                <a:lnTo>
                  <a:pt x="878292" y="1356835"/>
                </a:lnTo>
                <a:lnTo>
                  <a:pt x="878552" y="1356423"/>
                </a:lnTo>
                <a:lnTo>
                  <a:pt x="878806" y="1356004"/>
                </a:lnTo>
                <a:lnTo>
                  <a:pt x="879055" y="1355578"/>
                </a:lnTo>
                <a:lnTo>
                  <a:pt x="879297" y="1355144"/>
                </a:lnTo>
                <a:lnTo>
                  <a:pt x="879341" y="1355591"/>
                </a:lnTo>
                <a:lnTo>
                  <a:pt x="879389" y="1356030"/>
                </a:lnTo>
                <a:lnTo>
                  <a:pt x="879440" y="1356460"/>
                </a:lnTo>
                <a:lnTo>
                  <a:pt x="879494" y="1356882"/>
                </a:lnTo>
                <a:lnTo>
                  <a:pt x="879552" y="1357296"/>
                </a:lnTo>
                <a:lnTo>
                  <a:pt x="879614" y="1357701"/>
                </a:lnTo>
                <a:lnTo>
                  <a:pt x="879679" y="1358099"/>
                </a:lnTo>
                <a:lnTo>
                  <a:pt x="879748" y="1358488"/>
                </a:lnTo>
                <a:lnTo>
                  <a:pt x="879820" y="1358869"/>
                </a:lnTo>
                <a:lnTo>
                  <a:pt x="879896" y="1359242"/>
                </a:lnTo>
                <a:lnTo>
                  <a:pt x="879975" y="1359606"/>
                </a:lnTo>
                <a:lnTo>
                  <a:pt x="880058" y="1359963"/>
                </a:lnTo>
                <a:lnTo>
                  <a:pt x="880144" y="1360311"/>
                </a:lnTo>
                <a:lnTo>
                  <a:pt x="880234" y="1360651"/>
                </a:lnTo>
                <a:lnTo>
                  <a:pt x="880327" y="1360982"/>
                </a:lnTo>
                <a:lnTo>
                  <a:pt x="880424" y="1361306"/>
                </a:lnTo>
                <a:lnTo>
                  <a:pt x="880525" y="1361621"/>
                </a:lnTo>
                <a:lnTo>
                  <a:pt x="880628" y="1361928"/>
                </a:lnTo>
                <a:lnTo>
                  <a:pt x="880736" y="1362227"/>
                </a:lnTo>
                <a:lnTo>
                  <a:pt x="880847" y="1362517"/>
                </a:lnTo>
                <a:lnTo>
                  <a:pt x="880961" y="1362800"/>
                </a:lnTo>
                <a:lnTo>
                  <a:pt x="881079" y="1363074"/>
                </a:lnTo>
                <a:lnTo>
                  <a:pt x="881201" y="1363340"/>
                </a:lnTo>
                <a:lnTo>
                  <a:pt x="881326" y="1363598"/>
                </a:lnTo>
                <a:lnTo>
                  <a:pt x="881456" y="1363848"/>
                </a:lnTo>
                <a:lnTo>
                  <a:pt x="881591" y="1364092"/>
                </a:lnTo>
                <a:lnTo>
                  <a:pt x="881733" y="1364329"/>
                </a:lnTo>
                <a:lnTo>
                  <a:pt x="881880" y="1364560"/>
                </a:lnTo>
                <a:lnTo>
                  <a:pt x="882033" y="1364785"/>
                </a:lnTo>
                <a:lnTo>
                  <a:pt x="882192" y="1365003"/>
                </a:lnTo>
                <a:lnTo>
                  <a:pt x="882357" y="1365215"/>
                </a:lnTo>
                <a:lnTo>
                  <a:pt x="882528" y="1365420"/>
                </a:lnTo>
                <a:lnTo>
                  <a:pt x="882705" y="1365619"/>
                </a:lnTo>
                <a:lnTo>
                  <a:pt x="882887" y="1365811"/>
                </a:lnTo>
                <a:lnTo>
                  <a:pt x="883076" y="1365997"/>
                </a:lnTo>
                <a:lnTo>
                  <a:pt x="883270" y="1366176"/>
                </a:lnTo>
                <a:lnTo>
                  <a:pt x="883470" y="1366349"/>
                </a:lnTo>
                <a:lnTo>
                  <a:pt x="883676" y="1366515"/>
                </a:lnTo>
                <a:lnTo>
                  <a:pt x="883888" y="1366675"/>
                </a:lnTo>
                <a:lnTo>
                  <a:pt x="884106" y="1366829"/>
                </a:lnTo>
                <a:lnTo>
                  <a:pt x="884330" y="1366976"/>
                </a:lnTo>
                <a:lnTo>
                  <a:pt x="884559" y="1367116"/>
                </a:lnTo>
                <a:lnTo>
                  <a:pt x="884795" y="1367251"/>
                </a:lnTo>
                <a:lnTo>
                  <a:pt x="885036" y="1367378"/>
                </a:lnTo>
                <a:lnTo>
                  <a:pt x="885283" y="1367499"/>
                </a:lnTo>
                <a:lnTo>
                  <a:pt x="885536" y="1367614"/>
                </a:lnTo>
                <a:lnTo>
                  <a:pt x="885795" y="1367723"/>
                </a:lnTo>
                <a:lnTo>
                  <a:pt x="886060" y="1367824"/>
                </a:lnTo>
                <a:lnTo>
                  <a:pt x="886331" y="1367935"/>
                </a:lnTo>
                <a:lnTo>
                  <a:pt x="886608" y="1368040"/>
                </a:lnTo>
                <a:lnTo>
                  <a:pt x="886892" y="1368141"/>
                </a:lnTo>
                <a:lnTo>
                  <a:pt x="887182" y="1368238"/>
                </a:lnTo>
                <a:lnTo>
                  <a:pt x="887479" y="1368329"/>
                </a:lnTo>
                <a:lnTo>
                  <a:pt x="887782" y="1368416"/>
                </a:lnTo>
                <a:lnTo>
                  <a:pt x="888092" y="1368498"/>
                </a:lnTo>
                <a:lnTo>
                  <a:pt x="888408" y="1368576"/>
                </a:lnTo>
                <a:lnTo>
                  <a:pt x="888730" y="1368649"/>
                </a:lnTo>
                <a:lnTo>
                  <a:pt x="889060" y="1368717"/>
                </a:lnTo>
                <a:lnTo>
                  <a:pt x="889395" y="1368780"/>
                </a:lnTo>
                <a:lnTo>
                  <a:pt x="889737" y="1368839"/>
                </a:lnTo>
                <a:lnTo>
                  <a:pt x="890085" y="1368893"/>
                </a:lnTo>
                <a:lnTo>
                  <a:pt x="890440" y="1368942"/>
                </a:lnTo>
                <a:lnTo>
                  <a:pt x="890802" y="1368987"/>
                </a:lnTo>
                <a:lnTo>
                  <a:pt x="891169" y="1369027"/>
                </a:lnTo>
                <a:lnTo>
                  <a:pt x="891544" y="1369062"/>
                </a:lnTo>
                <a:lnTo>
                  <a:pt x="891924" y="1369092"/>
                </a:lnTo>
                <a:lnTo>
                  <a:pt x="892311" y="1369118"/>
                </a:lnTo>
                <a:lnTo>
                  <a:pt x="892705" y="1369139"/>
                </a:lnTo>
                <a:lnTo>
                  <a:pt x="893105" y="1369156"/>
                </a:lnTo>
                <a:lnTo>
                  <a:pt x="893512" y="1369168"/>
                </a:lnTo>
                <a:lnTo>
                  <a:pt x="893925" y="1369175"/>
                </a:lnTo>
                <a:lnTo>
                  <a:pt x="894344" y="1369177"/>
                </a:lnTo>
                <a:lnTo>
                  <a:pt x="894639" y="1369175"/>
                </a:lnTo>
                <a:lnTo>
                  <a:pt x="894934" y="1369171"/>
                </a:lnTo>
                <a:lnTo>
                  <a:pt x="895226" y="1369164"/>
                </a:lnTo>
                <a:lnTo>
                  <a:pt x="895518" y="1369153"/>
                </a:lnTo>
                <a:lnTo>
                  <a:pt x="895809" y="1369140"/>
                </a:lnTo>
                <a:lnTo>
                  <a:pt x="896098" y="1369124"/>
                </a:lnTo>
                <a:lnTo>
                  <a:pt x="896386" y="1369105"/>
                </a:lnTo>
                <a:lnTo>
                  <a:pt x="896673" y="1369083"/>
                </a:lnTo>
                <a:lnTo>
                  <a:pt x="896959" y="1369058"/>
                </a:lnTo>
                <a:lnTo>
                  <a:pt x="897244" y="1369030"/>
                </a:lnTo>
                <a:lnTo>
                  <a:pt x="897528" y="1368999"/>
                </a:lnTo>
                <a:lnTo>
                  <a:pt x="897810" y="1368966"/>
                </a:lnTo>
                <a:lnTo>
                  <a:pt x="898091" y="1368929"/>
                </a:lnTo>
                <a:lnTo>
                  <a:pt x="898371" y="1368889"/>
                </a:lnTo>
                <a:lnTo>
                  <a:pt x="898650" y="1368847"/>
                </a:lnTo>
                <a:lnTo>
                  <a:pt x="898928" y="1368801"/>
                </a:lnTo>
                <a:lnTo>
                  <a:pt x="899204" y="1368753"/>
                </a:lnTo>
                <a:lnTo>
                  <a:pt x="899479" y="1368701"/>
                </a:lnTo>
                <a:lnTo>
                  <a:pt x="899754" y="1368647"/>
                </a:lnTo>
                <a:lnTo>
                  <a:pt x="900027" y="1368590"/>
                </a:lnTo>
                <a:lnTo>
                  <a:pt x="900298" y="1368530"/>
                </a:lnTo>
                <a:lnTo>
                  <a:pt x="900569" y="1368467"/>
                </a:lnTo>
                <a:lnTo>
                  <a:pt x="900838" y="1368401"/>
                </a:lnTo>
                <a:lnTo>
                  <a:pt x="901107" y="1368332"/>
                </a:lnTo>
                <a:lnTo>
                  <a:pt x="901373" y="1368260"/>
                </a:lnTo>
                <a:lnTo>
                  <a:pt x="901635" y="1368186"/>
                </a:lnTo>
                <a:lnTo>
                  <a:pt x="901894" y="1368110"/>
                </a:lnTo>
                <a:lnTo>
                  <a:pt x="902149" y="1368031"/>
                </a:lnTo>
                <a:lnTo>
                  <a:pt x="902401" y="1367950"/>
                </a:lnTo>
                <a:lnTo>
                  <a:pt x="902649" y="1367867"/>
                </a:lnTo>
                <a:lnTo>
                  <a:pt x="902894" y="1367781"/>
                </a:lnTo>
                <a:lnTo>
                  <a:pt x="903136" y="1367693"/>
                </a:lnTo>
                <a:lnTo>
                  <a:pt x="903373" y="1367602"/>
                </a:lnTo>
                <a:lnTo>
                  <a:pt x="903608" y="1367510"/>
                </a:lnTo>
                <a:lnTo>
                  <a:pt x="903838" y="1367415"/>
                </a:lnTo>
                <a:lnTo>
                  <a:pt x="904065" y="1367317"/>
                </a:lnTo>
                <a:lnTo>
                  <a:pt x="904289" y="1367217"/>
                </a:lnTo>
                <a:lnTo>
                  <a:pt x="904509" y="1367115"/>
                </a:lnTo>
                <a:lnTo>
                  <a:pt x="904726" y="1367011"/>
                </a:lnTo>
                <a:lnTo>
                  <a:pt x="904939" y="1366904"/>
                </a:lnTo>
                <a:lnTo>
                  <a:pt x="905149" y="1366795"/>
                </a:lnTo>
                <a:lnTo>
                  <a:pt x="905355" y="1366683"/>
                </a:lnTo>
                <a:lnTo>
                  <a:pt x="905557" y="1366569"/>
                </a:lnTo>
                <a:lnTo>
                  <a:pt x="905756" y="1366453"/>
                </a:lnTo>
                <a:lnTo>
                  <a:pt x="905952" y="1366334"/>
                </a:lnTo>
                <a:lnTo>
                  <a:pt x="906144" y="1366214"/>
                </a:lnTo>
                <a:lnTo>
                  <a:pt x="906332" y="1366090"/>
                </a:lnTo>
                <a:lnTo>
                  <a:pt x="906517" y="1365965"/>
                </a:lnTo>
                <a:lnTo>
                  <a:pt x="906517" y="1354975"/>
                </a:lnTo>
                <a:lnTo>
                  <a:pt x="906276" y="1355141"/>
                </a:lnTo>
                <a:lnTo>
                  <a:pt x="906031" y="1355299"/>
                </a:lnTo>
                <a:lnTo>
                  <a:pt x="905782" y="1355451"/>
                </a:lnTo>
                <a:lnTo>
                  <a:pt x="905531" y="1355595"/>
                </a:lnTo>
                <a:lnTo>
                  <a:pt x="905275" y="1355733"/>
                </a:lnTo>
                <a:lnTo>
                  <a:pt x="905016" y="1355863"/>
                </a:lnTo>
                <a:lnTo>
                  <a:pt x="904754" y="1355986"/>
                </a:lnTo>
                <a:lnTo>
                  <a:pt x="904488" y="1356102"/>
                </a:lnTo>
                <a:lnTo>
                  <a:pt x="904219" y="1356212"/>
                </a:lnTo>
                <a:lnTo>
                  <a:pt x="903946" y="1356314"/>
                </a:lnTo>
                <a:lnTo>
                  <a:pt x="903669" y="1356409"/>
                </a:lnTo>
                <a:lnTo>
                  <a:pt x="903389" y="1356497"/>
                </a:lnTo>
                <a:lnTo>
                  <a:pt x="903106" y="1356578"/>
                </a:lnTo>
                <a:lnTo>
                  <a:pt x="902819" y="1356652"/>
                </a:lnTo>
                <a:lnTo>
                  <a:pt x="902528" y="1356719"/>
                </a:lnTo>
                <a:lnTo>
                  <a:pt x="902234" y="1356779"/>
                </a:lnTo>
                <a:lnTo>
                  <a:pt x="901936" y="1356831"/>
                </a:lnTo>
                <a:lnTo>
                  <a:pt x="901635" y="1356877"/>
                </a:lnTo>
                <a:lnTo>
                  <a:pt x="901330" y="1356916"/>
                </a:lnTo>
                <a:lnTo>
                  <a:pt x="901022" y="1356948"/>
                </a:lnTo>
                <a:lnTo>
                  <a:pt x="900710" y="1356972"/>
                </a:lnTo>
                <a:lnTo>
                  <a:pt x="900395" y="1356990"/>
                </a:lnTo>
                <a:lnTo>
                  <a:pt x="900076" y="1357001"/>
                </a:lnTo>
                <a:lnTo>
                  <a:pt x="899754" y="1357004"/>
                </a:lnTo>
                <a:lnTo>
                  <a:pt x="899572" y="1357002"/>
                </a:lnTo>
                <a:lnTo>
                  <a:pt x="899394" y="1356996"/>
                </a:lnTo>
                <a:lnTo>
                  <a:pt x="899218" y="1356986"/>
                </a:lnTo>
                <a:lnTo>
                  <a:pt x="899045" y="1356971"/>
                </a:lnTo>
                <a:lnTo>
                  <a:pt x="898875" y="1356953"/>
                </a:lnTo>
                <a:lnTo>
                  <a:pt x="898708" y="1356930"/>
                </a:lnTo>
                <a:lnTo>
                  <a:pt x="898544" y="1356903"/>
                </a:lnTo>
                <a:lnTo>
                  <a:pt x="898383" y="1356873"/>
                </a:lnTo>
                <a:lnTo>
                  <a:pt x="898225" y="1356838"/>
                </a:lnTo>
                <a:lnTo>
                  <a:pt x="898069" y="1356799"/>
                </a:lnTo>
                <a:lnTo>
                  <a:pt x="897917" y="1356755"/>
                </a:lnTo>
                <a:lnTo>
                  <a:pt x="897768" y="1356708"/>
                </a:lnTo>
                <a:lnTo>
                  <a:pt x="897621" y="1356657"/>
                </a:lnTo>
                <a:lnTo>
                  <a:pt x="897478" y="1356601"/>
                </a:lnTo>
                <a:lnTo>
                  <a:pt x="897337" y="1356542"/>
                </a:lnTo>
                <a:lnTo>
                  <a:pt x="897199" y="1356478"/>
                </a:lnTo>
                <a:lnTo>
                  <a:pt x="897065" y="1356410"/>
                </a:lnTo>
                <a:lnTo>
                  <a:pt x="896933" y="1356338"/>
                </a:lnTo>
                <a:lnTo>
                  <a:pt x="896804" y="1356262"/>
                </a:lnTo>
                <a:lnTo>
                  <a:pt x="896678" y="1356182"/>
                </a:lnTo>
                <a:lnTo>
                  <a:pt x="896555" y="1356098"/>
                </a:lnTo>
                <a:lnTo>
                  <a:pt x="896435" y="1356010"/>
                </a:lnTo>
                <a:lnTo>
                  <a:pt x="896318" y="1355917"/>
                </a:lnTo>
                <a:lnTo>
                  <a:pt x="896204" y="1355821"/>
                </a:lnTo>
                <a:lnTo>
                  <a:pt x="896093" y="1355719"/>
                </a:lnTo>
                <a:lnTo>
                  <a:pt x="895988" y="1355613"/>
                </a:lnTo>
                <a:lnTo>
                  <a:pt x="895887" y="1355501"/>
                </a:lnTo>
                <a:lnTo>
                  <a:pt x="895791" y="1355384"/>
                </a:lnTo>
                <a:lnTo>
                  <a:pt x="895699" y="1355261"/>
                </a:lnTo>
                <a:lnTo>
                  <a:pt x="895612" y="1355134"/>
                </a:lnTo>
                <a:lnTo>
                  <a:pt x="895530" y="1355001"/>
                </a:lnTo>
                <a:lnTo>
                  <a:pt x="895452" y="1354862"/>
                </a:lnTo>
                <a:lnTo>
                  <a:pt x="895380" y="1354719"/>
                </a:lnTo>
                <a:lnTo>
                  <a:pt x="895312" y="1354570"/>
                </a:lnTo>
                <a:lnTo>
                  <a:pt x="895248" y="1354416"/>
                </a:lnTo>
                <a:lnTo>
                  <a:pt x="895189" y="1354257"/>
                </a:lnTo>
                <a:lnTo>
                  <a:pt x="895135" y="1354092"/>
                </a:lnTo>
                <a:lnTo>
                  <a:pt x="895086" y="1353922"/>
                </a:lnTo>
                <a:lnTo>
                  <a:pt x="895042" y="1353747"/>
                </a:lnTo>
                <a:lnTo>
                  <a:pt x="895002" y="1353566"/>
                </a:lnTo>
                <a:lnTo>
                  <a:pt x="894966" y="1353381"/>
                </a:lnTo>
                <a:lnTo>
                  <a:pt x="894936" y="1353189"/>
                </a:lnTo>
                <a:lnTo>
                  <a:pt x="894910" y="1352993"/>
                </a:lnTo>
                <a:lnTo>
                  <a:pt x="894889" y="1352791"/>
                </a:lnTo>
                <a:lnTo>
                  <a:pt x="894872" y="1352585"/>
                </a:lnTo>
                <a:lnTo>
                  <a:pt x="894861" y="1352372"/>
                </a:lnTo>
                <a:lnTo>
                  <a:pt x="894854" y="1352155"/>
                </a:lnTo>
                <a:lnTo>
                  <a:pt x="894851" y="1351932"/>
                </a:lnTo>
                <a:lnTo>
                  <a:pt x="894851" y="1306115"/>
                </a:lnTo>
                <a:lnTo>
                  <a:pt x="894836" y="1305000"/>
                </a:lnTo>
                <a:lnTo>
                  <a:pt x="894790" y="1303909"/>
                </a:lnTo>
                <a:lnTo>
                  <a:pt x="894714" y="1302842"/>
                </a:lnTo>
                <a:lnTo>
                  <a:pt x="894607" y="1301799"/>
                </a:lnTo>
                <a:lnTo>
                  <a:pt x="894470" y="1300780"/>
                </a:lnTo>
                <a:lnTo>
                  <a:pt x="894302" y="1299785"/>
                </a:lnTo>
                <a:lnTo>
                  <a:pt x="894103" y="1298815"/>
                </a:lnTo>
                <a:lnTo>
                  <a:pt x="893874" y="1297868"/>
                </a:lnTo>
                <a:lnTo>
                  <a:pt x="893615" y="1296946"/>
                </a:lnTo>
                <a:lnTo>
                  <a:pt x="893325" y="1296047"/>
                </a:lnTo>
                <a:lnTo>
                  <a:pt x="893004" y="1295173"/>
                </a:lnTo>
                <a:lnTo>
                  <a:pt x="892653" y="1294322"/>
                </a:lnTo>
                <a:lnTo>
                  <a:pt x="892272" y="1293496"/>
                </a:lnTo>
                <a:lnTo>
                  <a:pt x="891860" y="1292694"/>
                </a:lnTo>
                <a:lnTo>
                  <a:pt x="891417" y="1291916"/>
                </a:lnTo>
                <a:lnTo>
                  <a:pt x="890944" y="1291162"/>
                </a:lnTo>
                <a:lnTo>
                  <a:pt x="890440" y="1290432"/>
                </a:lnTo>
                <a:lnTo>
                  <a:pt x="889906" y="1289726"/>
                </a:lnTo>
                <a:lnTo>
                  <a:pt x="889341" y="1289044"/>
                </a:lnTo>
                <a:lnTo>
                  <a:pt x="888746" y="1288386"/>
                </a:lnTo>
                <a:lnTo>
                  <a:pt x="888120" y="1287753"/>
                </a:lnTo>
                <a:lnTo>
                  <a:pt x="887464" y="1287143"/>
                </a:lnTo>
                <a:lnTo>
                  <a:pt x="886777" y="1286557"/>
                </a:lnTo>
                <a:lnTo>
                  <a:pt x="886060" y="1285996"/>
                </a:lnTo>
                <a:lnTo>
                  <a:pt x="885327" y="1285458"/>
                </a:lnTo>
                <a:lnTo>
                  <a:pt x="884564" y="1284943"/>
                </a:lnTo>
                <a:lnTo>
                  <a:pt x="883772" y="1284450"/>
                </a:lnTo>
                <a:lnTo>
                  <a:pt x="882951" y="1283981"/>
                </a:lnTo>
                <a:lnTo>
                  <a:pt x="882100" y="1283535"/>
                </a:lnTo>
                <a:lnTo>
                  <a:pt x="881220" y="1283111"/>
                </a:lnTo>
                <a:lnTo>
                  <a:pt x="880311" y="1282710"/>
                </a:lnTo>
                <a:lnTo>
                  <a:pt x="879372" y="1282333"/>
                </a:lnTo>
                <a:lnTo>
                  <a:pt x="878404" y="1281978"/>
                </a:lnTo>
                <a:lnTo>
                  <a:pt x="877407" y="1281646"/>
                </a:lnTo>
                <a:lnTo>
                  <a:pt x="876380" y="1281337"/>
                </a:lnTo>
                <a:lnTo>
                  <a:pt x="875324" y="1281051"/>
                </a:lnTo>
                <a:lnTo>
                  <a:pt x="874239" y="1280787"/>
                </a:lnTo>
                <a:lnTo>
                  <a:pt x="873124" y="1280547"/>
                </a:lnTo>
                <a:lnTo>
                  <a:pt x="871980" y="1280329"/>
                </a:lnTo>
                <a:lnTo>
                  <a:pt x="870806" y="1280135"/>
                </a:lnTo>
                <a:lnTo>
                  <a:pt x="869603" y="1279963"/>
                </a:lnTo>
                <a:lnTo>
                  <a:pt x="868371" y="1279814"/>
                </a:lnTo>
                <a:lnTo>
                  <a:pt x="867110" y="1279688"/>
                </a:lnTo>
                <a:lnTo>
                  <a:pt x="865819" y="1279585"/>
                </a:lnTo>
                <a:lnTo>
                  <a:pt x="864498" y="1279505"/>
                </a:lnTo>
                <a:lnTo>
                  <a:pt x="863149" y="1279448"/>
                </a:lnTo>
                <a:lnTo>
                  <a:pt x="861770" y="1279414"/>
                </a:lnTo>
                <a:lnTo>
                  <a:pt x="860362" y="1279402"/>
                </a:lnTo>
                <a:lnTo>
                  <a:pt x="859034" y="1279414"/>
                </a:lnTo>
                <a:lnTo>
                  <a:pt x="857729" y="1279448"/>
                </a:lnTo>
                <a:lnTo>
                  <a:pt x="856447" y="1279505"/>
                </a:lnTo>
                <a:lnTo>
                  <a:pt x="855186" y="1279585"/>
                </a:lnTo>
                <a:lnTo>
                  <a:pt x="853948" y="1279688"/>
                </a:lnTo>
                <a:lnTo>
                  <a:pt x="852732" y="1279814"/>
                </a:lnTo>
                <a:lnTo>
                  <a:pt x="851539" y="1279963"/>
                </a:lnTo>
                <a:lnTo>
                  <a:pt x="850368" y="1280135"/>
                </a:lnTo>
                <a:lnTo>
                  <a:pt x="849219" y="1280329"/>
                </a:lnTo>
                <a:lnTo>
                  <a:pt x="848093" y="1280547"/>
                </a:lnTo>
                <a:lnTo>
                  <a:pt x="846988" y="1280787"/>
                </a:lnTo>
                <a:lnTo>
                  <a:pt x="845906" y="1281051"/>
                </a:lnTo>
                <a:lnTo>
                  <a:pt x="844847" y="1281337"/>
                </a:lnTo>
                <a:lnTo>
                  <a:pt x="843809" y="1281646"/>
                </a:lnTo>
                <a:lnTo>
                  <a:pt x="842794" y="1281978"/>
                </a:lnTo>
                <a:lnTo>
                  <a:pt x="841802" y="1282333"/>
                </a:lnTo>
                <a:lnTo>
                  <a:pt x="840831" y="1282710"/>
                </a:lnTo>
                <a:lnTo>
                  <a:pt x="839883" y="1283111"/>
                </a:lnTo>
                <a:lnTo>
                  <a:pt x="838958" y="1283535"/>
                </a:lnTo>
                <a:lnTo>
                  <a:pt x="838054" y="1283981"/>
                </a:lnTo>
                <a:lnTo>
                  <a:pt x="837173" y="1284450"/>
                </a:lnTo>
                <a:lnTo>
                  <a:pt x="836314" y="1284943"/>
                </a:lnTo>
                <a:lnTo>
                  <a:pt x="835478" y="1285458"/>
                </a:lnTo>
                <a:lnTo>
                  <a:pt x="834663" y="1285996"/>
                </a:lnTo>
                <a:lnTo>
                  <a:pt x="833891" y="1286553"/>
                </a:lnTo>
                <a:lnTo>
                  <a:pt x="833151" y="1287127"/>
                </a:lnTo>
                <a:lnTo>
                  <a:pt x="832444" y="1287716"/>
                </a:lnTo>
                <a:lnTo>
                  <a:pt x="831770" y="1288321"/>
                </a:lnTo>
                <a:lnTo>
                  <a:pt x="831129" y="1288941"/>
                </a:lnTo>
                <a:lnTo>
                  <a:pt x="830521" y="1289578"/>
                </a:lnTo>
                <a:lnTo>
                  <a:pt x="829946" y="1290230"/>
                </a:lnTo>
                <a:lnTo>
                  <a:pt x="829404" y="1290899"/>
                </a:lnTo>
                <a:lnTo>
                  <a:pt x="828894" y="1291583"/>
                </a:lnTo>
                <a:lnTo>
                  <a:pt x="828417" y="1292283"/>
                </a:lnTo>
                <a:lnTo>
                  <a:pt x="827973" y="1292999"/>
                </a:lnTo>
                <a:lnTo>
                  <a:pt x="827563" y="1293731"/>
                </a:lnTo>
                <a:lnTo>
                  <a:pt x="827184" y="1294478"/>
                </a:lnTo>
                <a:lnTo>
                  <a:pt x="826839" y="1295242"/>
                </a:lnTo>
                <a:lnTo>
                  <a:pt x="826527" y="1296021"/>
                </a:lnTo>
                <a:lnTo>
                  <a:pt x="826248" y="1296816"/>
                </a:lnTo>
                <a:lnTo>
                  <a:pt x="826001" y="1297627"/>
                </a:lnTo>
                <a:lnTo>
                  <a:pt x="825787" y="1298454"/>
                </a:lnTo>
                <a:lnTo>
                  <a:pt x="825607" y="1299297"/>
                </a:lnTo>
                <a:lnTo>
                  <a:pt x="825459" y="1300155"/>
                </a:lnTo>
                <a:lnTo>
                  <a:pt x="825344" y="1301030"/>
                </a:lnTo>
                <a:lnTo>
                  <a:pt x="825261" y="1301920"/>
                </a:lnTo>
                <a:lnTo>
                  <a:pt x="825212" y="1302826"/>
                </a:lnTo>
                <a:lnTo>
                  <a:pt x="825196" y="1303748"/>
                </a:lnTo>
                <a:lnTo>
                  <a:pt x="825195" y="1303775"/>
                </a:lnTo>
                <a:lnTo>
                  <a:pt x="825194" y="1303800"/>
                </a:lnTo>
                <a:lnTo>
                  <a:pt x="825193" y="1303822"/>
                </a:lnTo>
                <a:lnTo>
                  <a:pt x="825191" y="1303842"/>
                </a:lnTo>
                <a:lnTo>
                  <a:pt x="825188" y="1303859"/>
                </a:lnTo>
                <a:lnTo>
                  <a:pt x="825185" y="1303875"/>
                </a:lnTo>
                <a:lnTo>
                  <a:pt x="825181" y="1303888"/>
                </a:lnTo>
                <a:lnTo>
                  <a:pt x="825177" y="1303898"/>
                </a:lnTo>
                <a:lnTo>
                  <a:pt x="825172" y="1303906"/>
                </a:lnTo>
                <a:lnTo>
                  <a:pt x="825166" y="1303912"/>
                </a:lnTo>
                <a:lnTo>
                  <a:pt x="825160" y="1303916"/>
                </a:lnTo>
                <a:lnTo>
                  <a:pt x="825153" y="1303917"/>
                </a:lnTo>
                <a:lnTo>
                  <a:pt x="825146" y="1303916"/>
                </a:lnTo>
                <a:lnTo>
                  <a:pt x="825138" y="1303912"/>
                </a:lnTo>
                <a:lnTo>
                  <a:pt x="825130" y="1303906"/>
                </a:lnTo>
                <a:lnTo>
                  <a:pt x="825120" y="1303898"/>
                </a:lnTo>
                <a:lnTo>
                  <a:pt x="825111" y="1303888"/>
                </a:lnTo>
                <a:lnTo>
                  <a:pt x="825101" y="1303875"/>
                </a:lnTo>
                <a:lnTo>
                  <a:pt x="825090" y="1303859"/>
                </a:lnTo>
                <a:lnTo>
                  <a:pt x="825078" y="1303842"/>
                </a:lnTo>
                <a:lnTo>
                  <a:pt x="825066" y="1303822"/>
                </a:lnTo>
                <a:lnTo>
                  <a:pt x="825054" y="1303800"/>
                </a:lnTo>
                <a:lnTo>
                  <a:pt x="825040" y="1303775"/>
                </a:lnTo>
                <a:lnTo>
                  <a:pt x="825027" y="1303748"/>
                </a:lnTo>
                <a:lnTo>
                  <a:pt x="825027" y="1303783"/>
                </a:lnTo>
                <a:lnTo>
                  <a:pt x="825027" y="1303848"/>
                </a:lnTo>
                <a:lnTo>
                  <a:pt x="825027" y="1303917"/>
                </a:lnTo>
                <a:lnTo>
                  <a:pt x="825041" y="1303991"/>
                </a:lnTo>
                <a:lnTo>
                  <a:pt x="825056" y="1304071"/>
                </a:lnTo>
                <a:lnTo>
                  <a:pt x="825071" y="1304157"/>
                </a:lnTo>
                <a:lnTo>
                  <a:pt x="825088" y="1304250"/>
                </a:lnTo>
                <a:lnTo>
                  <a:pt x="825104" y="1304350"/>
                </a:lnTo>
                <a:lnTo>
                  <a:pt x="825122" y="1304456"/>
                </a:lnTo>
                <a:close/>
                <a:moveTo>
                  <a:pt x="849671" y="1356698"/>
                </a:moveTo>
                <a:lnTo>
                  <a:pt x="849120" y="1356586"/>
                </a:lnTo>
                <a:lnTo>
                  <a:pt x="848584" y="1356463"/>
                </a:lnTo>
                <a:lnTo>
                  <a:pt x="848062" y="1356328"/>
                </a:lnTo>
                <a:lnTo>
                  <a:pt x="847555" y="1356181"/>
                </a:lnTo>
                <a:lnTo>
                  <a:pt x="847063" y="1356023"/>
                </a:lnTo>
                <a:lnTo>
                  <a:pt x="846585" y="1355852"/>
                </a:lnTo>
                <a:lnTo>
                  <a:pt x="846122" y="1355670"/>
                </a:lnTo>
                <a:lnTo>
                  <a:pt x="845674" y="1355477"/>
                </a:lnTo>
                <a:lnTo>
                  <a:pt x="845241" y="1355271"/>
                </a:lnTo>
                <a:lnTo>
                  <a:pt x="844822" y="1355054"/>
                </a:lnTo>
                <a:lnTo>
                  <a:pt x="844418" y="1354825"/>
                </a:lnTo>
                <a:lnTo>
                  <a:pt x="844028" y="1354584"/>
                </a:lnTo>
                <a:lnTo>
                  <a:pt x="843653" y="1354332"/>
                </a:lnTo>
                <a:lnTo>
                  <a:pt x="843293" y="1354068"/>
                </a:lnTo>
                <a:lnTo>
                  <a:pt x="842948" y="1353792"/>
                </a:lnTo>
                <a:lnTo>
                  <a:pt x="842630" y="1353504"/>
                </a:lnTo>
                <a:lnTo>
                  <a:pt x="842327" y="1353205"/>
                </a:lnTo>
                <a:lnTo>
                  <a:pt x="842036" y="1352894"/>
                </a:lnTo>
                <a:lnTo>
                  <a:pt x="841760" y="1352571"/>
                </a:lnTo>
                <a:lnTo>
                  <a:pt x="841496" y="1352236"/>
                </a:lnTo>
                <a:lnTo>
                  <a:pt x="841246" y="1351890"/>
                </a:lnTo>
                <a:lnTo>
                  <a:pt x="841010" y="1351532"/>
                </a:lnTo>
                <a:lnTo>
                  <a:pt x="840787" y="1351162"/>
                </a:lnTo>
                <a:lnTo>
                  <a:pt x="840578" y="1350780"/>
                </a:lnTo>
                <a:lnTo>
                  <a:pt x="840382" y="1350387"/>
                </a:lnTo>
                <a:lnTo>
                  <a:pt x="840200" y="1349982"/>
                </a:lnTo>
                <a:lnTo>
                  <a:pt x="840031" y="1349565"/>
                </a:lnTo>
                <a:lnTo>
                  <a:pt x="839876" y="1349137"/>
                </a:lnTo>
                <a:lnTo>
                  <a:pt x="839734" y="1348696"/>
                </a:lnTo>
                <a:lnTo>
                  <a:pt x="839606" y="1348244"/>
                </a:lnTo>
                <a:lnTo>
                  <a:pt x="839491" y="1347780"/>
                </a:lnTo>
                <a:lnTo>
                  <a:pt x="839390" y="1347305"/>
                </a:lnTo>
                <a:lnTo>
                  <a:pt x="839302" y="1346818"/>
                </a:lnTo>
                <a:lnTo>
                  <a:pt x="839228" y="1346319"/>
                </a:lnTo>
                <a:lnTo>
                  <a:pt x="839167" y="1345808"/>
                </a:lnTo>
                <a:lnTo>
                  <a:pt x="839120" y="1345286"/>
                </a:lnTo>
                <a:lnTo>
                  <a:pt x="839086" y="1344751"/>
                </a:lnTo>
                <a:lnTo>
                  <a:pt x="839066" y="1344205"/>
                </a:lnTo>
                <a:lnTo>
                  <a:pt x="839059" y="1343648"/>
                </a:lnTo>
                <a:lnTo>
                  <a:pt x="839065" y="1343104"/>
                </a:lnTo>
                <a:lnTo>
                  <a:pt x="839084" y="1342570"/>
                </a:lnTo>
                <a:lnTo>
                  <a:pt x="839115" y="1342047"/>
                </a:lnTo>
                <a:lnTo>
                  <a:pt x="839158" y="1341534"/>
                </a:lnTo>
                <a:lnTo>
                  <a:pt x="839213" y="1341033"/>
                </a:lnTo>
                <a:lnTo>
                  <a:pt x="839281" y="1340541"/>
                </a:lnTo>
                <a:lnTo>
                  <a:pt x="839361" y="1340060"/>
                </a:lnTo>
                <a:lnTo>
                  <a:pt x="839454" y="1339590"/>
                </a:lnTo>
                <a:lnTo>
                  <a:pt x="839558" y="1339131"/>
                </a:lnTo>
                <a:lnTo>
                  <a:pt x="839675" y="1338681"/>
                </a:lnTo>
                <a:lnTo>
                  <a:pt x="839805" y="1338243"/>
                </a:lnTo>
                <a:lnTo>
                  <a:pt x="839947" y="1337815"/>
                </a:lnTo>
                <a:lnTo>
                  <a:pt x="840101" y="1337398"/>
                </a:lnTo>
                <a:lnTo>
                  <a:pt x="840267" y="1336991"/>
                </a:lnTo>
                <a:lnTo>
                  <a:pt x="840446" y="1336595"/>
                </a:lnTo>
                <a:lnTo>
                  <a:pt x="840637" y="1336209"/>
                </a:lnTo>
                <a:lnTo>
                  <a:pt x="840840" y="1335834"/>
                </a:lnTo>
                <a:lnTo>
                  <a:pt x="841056" y="1335469"/>
                </a:lnTo>
                <a:lnTo>
                  <a:pt x="841284" y="1335115"/>
                </a:lnTo>
                <a:lnTo>
                  <a:pt x="841525" y="1334772"/>
                </a:lnTo>
                <a:lnTo>
                  <a:pt x="841777" y="1334439"/>
                </a:lnTo>
                <a:lnTo>
                  <a:pt x="842042" y="1334117"/>
                </a:lnTo>
                <a:lnTo>
                  <a:pt x="842320" y="1333805"/>
                </a:lnTo>
                <a:lnTo>
                  <a:pt x="842610" y="1333504"/>
                </a:lnTo>
                <a:lnTo>
                  <a:pt x="842928" y="1333198"/>
                </a:lnTo>
                <a:lnTo>
                  <a:pt x="843262" y="1332899"/>
                </a:lnTo>
                <a:lnTo>
                  <a:pt x="843613" y="1332608"/>
                </a:lnTo>
                <a:lnTo>
                  <a:pt x="843981" y="1332325"/>
                </a:lnTo>
                <a:lnTo>
                  <a:pt x="844365" y="1332049"/>
                </a:lnTo>
                <a:lnTo>
                  <a:pt x="844765" y="1331781"/>
                </a:lnTo>
                <a:lnTo>
                  <a:pt x="845182" y="1331521"/>
                </a:lnTo>
                <a:lnTo>
                  <a:pt x="845615" y="1331268"/>
                </a:lnTo>
                <a:lnTo>
                  <a:pt x="846065" y="1331023"/>
                </a:lnTo>
                <a:lnTo>
                  <a:pt x="846531" y="1330786"/>
                </a:lnTo>
                <a:lnTo>
                  <a:pt x="847013" y="1330556"/>
                </a:lnTo>
                <a:lnTo>
                  <a:pt x="847512" y="1330334"/>
                </a:lnTo>
                <a:lnTo>
                  <a:pt x="848028" y="1330119"/>
                </a:lnTo>
                <a:lnTo>
                  <a:pt x="848560" y="1329912"/>
                </a:lnTo>
                <a:lnTo>
                  <a:pt x="849108" y="1329713"/>
                </a:lnTo>
                <a:lnTo>
                  <a:pt x="849673" y="1329521"/>
                </a:lnTo>
                <a:lnTo>
                  <a:pt x="850254" y="1329337"/>
                </a:lnTo>
                <a:lnTo>
                  <a:pt x="850852" y="1329161"/>
                </a:lnTo>
                <a:lnTo>
                  <a:pt x="851466" y="1328992"/>
                </a:lnTo>
                <a:lnTo>
                  <a:pt x="852096" y="1328831"/>
                </a:lnTo>
                <a:lnTo>
                  <a:pt x="852743" y="1328677"/>
                </a:lnTo>
                <a:lnTo>
                  <a:pt x="853406" y="1328532"/>
                </a:lnTo>
                <a:lnTo>
                  <a:pt x="854086" y="1328393"/>
                </a:lnTo>
                <a:lnTo>
                  <a:pt x="854782" y="1328263"/>
                </a:lnTo>
                <a:lnTo>
                  <a:pt x="855511" y="1328125"/>
                </a:lnTo>
                <a:lnTo>
                  <a:pt x="856260" y="1327993"/>
                </a:lnTo>
                <a:lnTo>
                  <a:pt x="857030" y="1327866"/>
                </a:lnTo>
                <a:lnTo>
                  <a:pt x="857821" y="1327746"/>
                </a:lnTo>
                <a:lnTo>
                  <a:pt x="858632" y="1327632"/>
                </a:lnTo>
                <a:lnTo>
                  <a:pt x="859463" y="1327523"/>
                </a:lnTo>
                <a:lnTo>
                  <a:pt x="860315" y="1327420"/>
                </a:lnTo>
                <a:lnTo>
                  <a:pt x="861188" y="1327323"/>
                </a:lnTo>
                <a:lnTo>
                  <a:pt x="862081" y="1327232"/>
                </a:lnTo>
                <a:lnTo>
                  <a:pt x="862995" y="1327147"/>
                </a:lnTo>
                <a:lnTo>
                  <a:pt x="863929" y="1327068"/>
                </a:lnTo>
                <a:lnTo>
                  <a:pt x="864884" y="1326995"/>
                </a:lnTo>
                <a:lnTo>
                  <a:pt x="865860" y="1326927"/>
                </a:lnTo>
                <a:lnTo>
                  <a:pt x="866855" y="1326865"/>
                </a:lnTo>
                <a:lnTo>
                  <a:pt x="867872" y="1326810"/>
                </a:lnTo>
                <a:lnTo>
                  <a:pt x="868909" y="1326760"/>
                </a:lnTo>
                <a:lnTo>
                  <a:pt x="869966" y="1326716"/>
                </a:lnTo>
                <a:lnTo>
                  <a:pt x="871045" y="1326678"/>
                </a:lnTo>
                <a:lnTo>
                  <a:pt x="872143" y="1326645"/>
                </a:lnTo>
                <a:lnTo>
                  <a:pt x="873262" y="1326619"/>
                </a:lnTo>
                <a:lnTo>
                  <a:pt x="874402" y="1326598"/>
                </a:lnTo>
                <a:lnTo>
                  <a:pt x="875562" y="1326584"/>
                </a:lnTo>
                <a:lnTo>
                  <a:pt x="876743" y="1326575"/>
                </a:lnTo>
                <a:lnTo>
                  <a:pt x="877945" y="1326572"/>
                </a:lnTo>
                <a:lnTo>
                  <a:pt x="877945" y="1331813"/>
                </a:lnTo>
                <a:lnTo>
                  <a:pt x="877940" y="1332402"/>
                </a:lnTo>
                <a:lnTo>
                  <a:pt x="877927" y="1332987"/>
                </a:lnTo>
                <a:lnTo>
                  <a:pt x="877905" y="1333567"/>
                </a:lnTo>
                <a:lnTo>
                  <a:pt x="877874" y="1334142"/>
                </a:lnTo>
                <a:lnTo>
                  <a:pt x="877835" y="1334713"/>
                </a:lnTo>
                <a:lnTo>
                  <a:pt x="877786" y="1335279"/>
                </a:lnTo>
                <a:lnTo>
                  <a:pt x="877729" y="1335840"/>
                </a:lnTo>
                <a:lnTo>
                  <a:pt x="877663" y="1336397"/>
                </a:lnTo>
                <a:lnTo>
                  <a:pt x="877588" y="1336948"/>
                </a:lnTo>
                <a:lnTo>
                  <a:pt x="877504" y="1337496"/>
                </a:lnTo>
                <a:lnTo>
                  <a:pt x="877412" y="1338038"/>
                </a:lnTo>
                <a:lnTo>
                  <a:pt x="877311" y="1338576"/>
                </a:lnTo>
                <a:lnTo>
                  <a:pt x="877200" y="1339109"/>
                </a:lnTo>
                <a:lnTo>
                  <a:pt x="877082" y="1339637"/>
                </a:lnTo>
                <a:lnTo>
                  <a:pt x="876954" y="1340161"/>
                </a:lnTo>
                <a:lnTo>
                  <a:pt x="876817" y="1340680"/>
                </a:lnTo>
                <a:lnTo>
                  <a:pt x="876672" y="1341194"/>
                </a:lnTo>
                <a:lnTo>
                  <a:pt x="876518" y="1341703"/>
                </a:lnTo>
                <a:lnTo>
                  <a:pt x="876355" y="1342208"/>
                </a:lnTo>
                <a:lnTo>
                  <a:pt x="876183" y="1342708"/>
                </a:lnTo>
                <a:lnTo>
                  <a:pt x="876003" y="1343204"/>
                </a:lnTo>
                <a:lnTo>
                  <a:pt x="875814" y="1343695"/>
                </a:lnTo>
                <a:lnTo>
                  <a:pt x="875615" y="1344181"/>
                </a:lnTo>
                <a:lnTo>
                  <a:pt x="875409" y="1344662"/>
                </a:lnTo>
                <a:lnTo>
                  <a:pt x="875207" y="1345137"/>
                </a:lnTo>
                <a:lnTo>
                  <a:pt x="874995" y="1345604"/>
                </a:lnTo>
                <a:lnTo>
                  <a:pt x="874775" y="1346062"/>
                </a:lnTo>
                <a:lnTo>
                  <a:pt x="874544" y="1346513"/>
                </a:lnTo>
                <a:lnTo>
                  <a:pt x="874305" y="1346955"/>
                </a:lnTo>
                <a:lnTo>
                  <a:pt x="874056" y="1347388"/>
                </a:lnTo>
                <a:lnTo>
                  <a:pt x="873798" y="1347814"/>
                </a:lnTo>
                <a:lnTo>
                  <a:pt x="873530" y="1348231"/>
                </a:lnTo>
                <a:lnTo>
                  <a:pt x="873253" y="1348640"/>
                </a:lnTo>
                <a:lnTo>
                  <a:pt x="872966" y="1349041"/>
                </a:lnTo>
                <a:lnTo>
                  <a:pt x="872671" y="1349434"/>
                </a:lnTo>
                <a:lnTo>
                  <a:pt x="872365" y="1349819"/>
                </a:lnTo>
                <a:lnTo>
                  <a:pt x="872051" y="1350195"/>
                </a:lnTo>
                <a:lnTo>
                  <a:pt x="871727" y="1350563"/>
                </a:lnTo>
                <a:lnTo>
                  <a:pt x="871393" y="1350923"/>
                </a:lnTo>
                <a:lnTo>
                  <a:pt x="871050" y="1351275"/>
                </a:lnTo>
                <a:lnTo>
                  <a:pt x="870698" y="1351618"/>
                </a:lnTo>
                <a:lnTo>
                  <a:pt x="870337" y="1351953"/>
                </a:lnTo>
                <a:lnTo>
                  <a:pt x="869965" y="1352280"/>
                </a:lnTo>
                <a:lnTo>
                  <a:pt x="869585" y="1352599"/>
                </a:lnTo>
                <a:lnTo>
                  <a:pt x="869195" y="1352909"/>
                </a:lnTo>
                <a:lnTo>
                  <a:pt x="868796" y="1353212"/>
                </a:lnTo>
                <a:lnTo>
                  <a:pt x="868388" y="1353506"/>
                </a:lnTo>
                <a:lnTo>
                  <a:pt x="867970" y="1353792"/>
                </a:lnTo>
                <a:lnTo>
                  <a:pt x="867556" y="1354068"/>
                </a:lnTo>
                <a:lnTo>
                  <a:pt x="867132" y="1354332"/>
                </a:lnTo>
                <a:lnTo>
                  <a:pt x="866699" y="1354584"/>
                </a:lnTo>
                <a:lnTo>
                  <a:pt x="866255" y="1354825"/>
                </a:lnTo>
                <a:lnTo>
                  <a:pt x="865802" y="1355054"/>
                </a:lnTo>
                <a:lnTo>
                  <a:pt x="865338" y="1355271"/>
                </a:lnTo>
                <a:lnTo>
                  <a:pt x="864865" y="1355477"/>
                </a:lnTo>
                <a:lnTo>
                  <a:pt x="864382" y="1355670"/>
                </a:lnTo>
                <a:lnTo>
                  <a:pt x="863888" y="1355852"/>
                </a:lnTo>
                <a:lnTo>
                  <a:pt x="863385" y="1356023"/>
                </a:lnTo>
                <a:lnTo>
                  <a:pt x="862871" y="1356181"/>
                </a:lnTo>
                <a:lnTo>
                  <a:pt x="862348" y="1356328"/>
                </a:lnTo>
                <a:lnTo>
                  <a:pt x="861815" y="1356463"/>
                </a:lnTo>
                <a:lnTo>
                  <a:pt x="861271" y="1356586"/>
                </a:lnTo>
                <a:lnTo>
                  <a:pt x="860718" y="1356698"/>
                </a:lnTo>
                <a:lnTo>
                  <a:pt x="860155" y="1356797"/>
                </a:lnTo>
                <a:lnTo>
                  <a:pt x="859582" y="1356886"/>
                </a:lnTo>
                <a:lnTo>
                  <a:pt x="858998" y="1356962"/>
                </a:lnTo>
                <a:lnTo>
                  <a:pt x="858405" y="1357026"/>
                </a:lnTo>
                <a:lnTo>
                  <a:pt x="857802" y="1357079"/>
                </a:lnTo>
                <a:lnTo>
                  <a:pt x="857189" y="1357120"/>
                </a:lnTo>
                <a:lnTo>
                  <a:pt x="856566" y="1357150"/>
                </a:lnTo>
                <a:lnTo>
                  <a:pt x="855933" y="1357167"/>
                </a:lnTo>
                <a:lnTo>
                  <a:pt x="855290" y="1357173"/>
                </a:lnTo>
                <a:lnTo>
                  <a:pt x="854607" y="1357167"/>
                </a:lnTo>
                <a:lnTo>
                  <a:pt x="853938" y="1357150"/>
                </a:lnTo>
                <a:lnTo>
                  <a:pt x="853284" y="1357120"/>
                </a:lnTo>
                <a:lnTo>
                  <a:pt x="852646" y="1357079"/>
                </a:lnTo>
                <a:lnTo>
                  <a:pt x="852021" y="1357026"/>
                </a:lnTo>
                <a:lnTo>
                  <a:pt x="851412" y="1356962"/>
                </a:lnTo>
                <a:lnTo>
                  <a:pt x="850817" y="1356886"/>
                </a:lnTo>
                <a:lnTo>
                  <a:pt x="850236" y="1356797"/>
                </a:lnTo>
                <a:lnTo>
                  <a:pt x="849671" y="1356698"/>
                </a:lnTo>
                <a:close/>
                <a:moveTo>
                  <a:pt x="1059052" y="2248113"/>
                </a:moveTo>
                <a:lnTo>
                  <a:pt x="1044513" y="2248113"/>
                </a:lnTo>
                <a:lnTo>
                  <a:pt x="1044513" y="2272965"/>
                </a:lnTo>
                <a:lnTo>
                  <a:pt x="1048401" y="2295113"/>
                </a:lnTo>
                <a:lnTo>
                  <a:pt x="1055164" y="2295113"/>
                </a:lnTo>
                <a:lnTo>
                  <a:pt x="1059052" y="2272965"/>
                </a:lnTo>
                <a:lnTo>
                  <a:pt x="1059052" y="2248113"/>
                </a:lnTo>
                <a:close/>
                <a:moveTo>
                  <a:pt x="1084243" y="2272965"/>
                </a:moveTo>
                <a:lnTo>
                  <a:pt x="1084243" y="2248113"/>
                </a:lnTo>
                <a:lnTo>
                  <a:pt x="1069704" y="2248113"/>
                </a:lnTo>
                <a:lnTo>
                  <a:pt x="1069704" y="2272965"/>
                </a:lnTo>
                <a:lnTo>
                  <a:pt x="1073592" y="2295113"/>
                </a:lnTo>
                <a:lnTo>
                  <a:pt x="1080355" y="2295113"/>
                </a:lnTo>
                <a:lnTo>
                  <a:pt x="1084243" y="2272965"/>
                </a:lnTo>
                <a:close/>
                <a:moveTo>
                  <a:pt x="969626" y="2365464"/>
                </a:moveTo>
                <a:lnTo>
                  <a:pt x="970535" y="2365379"/>
                </a:lnTo>
                <a:lnTo>
                  <a:pt x="971432" y="2365284"/>
                </a:lnTo>
                <a:lnTo>
                  <a:pt x="972317" y="2365179"/>
                </a:lnTo>
                <a:lnTo>
                  <a:pt x="973190" y="2365065"/>
                </a:lnTo>
                <a:lnTo>
                  <a:pt x="974050" y="2364940"/>
                </a:lnTo>
                <a:lnTo>
                  <a:pt x="974898" y="2364805"/>
                </a:lnTo>
                <a:lnTo>
                  <a:pt x="975734" y="2364661"/>
                </a:lnTo>
                <a:lnTo>
                  <a:pt x="976557" y="2364506"/>
                </a:lnTo>
                <a:lnTo>
                  <a:pt x="977368" y="2364341"/>
                </a:lnTo>
                <a:lnTo>
                  <a:pt x="978167" y="2364167"/>
                </a:lnTo>
                <a:lnTo>
                  <a:pt x="978953" y="2363982"/>
                </a:lnTo>
                <a:lnTo>
                  <a:pt x="979727" y="2363787"/>
                </a:lnTo>
                <a:lnTo>
                  <a:pt x="980489" y="2363583"/>
                </a:lnTo>
                <a:lnTo>
                  <a:pt x="981238" y="2363368"/>
                </a:lnTo>
                <a:lnTo>
                  <a:pt x="981975" y="2363144"/>
                </a:lnTo>
                <a:lnTo>
                  <a:pt x="982700" y="2362909"/>
                </a:lnTo>
                <a:lnTo>
                  <a:pt x="983425" y="2362664"/>
                </a:lnTo>
                <a:lnTo>
                  <a:pt x="984136" y="2362409"/>
                </a:lnTo>
                <a:lnTo>
                  <a:pt x="984832" y="2362143"/>
                </a:lnTo>
                <a:lnTo>
                  <a:pt x="985513" y="2361867"/>
                </a:lnTo>
                <a:lnTo>
                  <a:pt x="986180" y="2361579"/>
                </a:lnTo>
                <a:lnTo>
                  <a:pt x="986832" y="2361282"/>
                </a:lnTo>
                <a:lnTo>
                  <a:pt x="987469" y="2360974"/>
                </a:lnTo>
                <a:lnTo>
                  <a:pt x="988092" y="2360655"/>
                </a:lnTo>
                <a:lnTo>
                  <a:pt x="988699" y="2360326"/>
                </a:lnTo>
                <a:lnTo>
                  <a:pt x="989293" y="2359986"/>
                </a:lnTo>
                <a:lnTo>
                  <a:pt x="989871" y="2359635"/>
                </a:lnTo>
                <a:lnTo>
                  <a:pt x="990435" y="2359274"/>
                </a:lnTo>
                <a:lnTo>
                  <a:pt x="990984" y="2358903"/>
                </a:lnTo>
                <a:lnTo>
                  <a:pt x="991519" y="2358520"/>
                </a:lnTo>
                <a:lnTo>
                  <a:pt x="992038" y="2358128"/>
                </a:lnTo>
                <a:lnTo>
                  <a:pt x="992544" y="2357724"/>
                </a:lnTo>
                <a:lnTo>
                  <a:pt x="993034" y="2357310"/>
                </a:lnTo>
                <a:lnTo>
                  <a:pt x="993510" y="2356886"/>
                </a:lnTo>
                <a:lnTo>
                  <a:pt x="993971" y="2356451"/>
                </a:lnTo>
                <a:lnTo>
                  <a:pt x="994417" y="2356005"/>
                </a:lnTo>
                <a:lnTo>
                  <a:pt x="994849" y="2355549"/>
                </a:lnTo>
                <a:lnTo>
                  <a:pt x="995266" y="2355083"/>
                </a:lnTo>
                <a:lnTo>
                  <a:pt x="995669" y="2354605"/>
                </a:lnTo>
                <a:lnTo>
                  <a:pt x="996056" y="2354118"/>
                </a:lnTo>
                <a:lnTo>
                  <a:pt x="996443" y="2353619"/>
                </a:lnTo>
                <a:lnTo>
                  <a:pt x="996813" y="2353110"/>
                </a:lnTo>
                <a:lnTo>
                  <a:pt x="997166" y="2352591"/>
                </a:lnTo>
                <a:lnTo>
                  <a:pt x="997503" y="2352061"/>
                </a:lnTo>
                <a:lnTo>
                  <a:pt x="997823" y="2351520"/>
                </a:lnTo>
                <a:lnTo>
                  <a:pt x="998128" y="2350969"/>
                </a:lnTo>
                <a:lnTo>
                  <a:pt x="998415" y="2350407"/>
                </a:lnTo>
                <a:lnTo>
                  <a:pt x="998686" y="2349835"/>
                </a:lnTo>
                <a:lnTo>
                  <a:pt x="998941" y="2349252"/>
                </a:lnTo>
                <a:lnTo>
                  <a:pt x="999179" y="2348658"/>
                </a:lnTo>
                <a:lnTo>
                  <a:pt x="999401" y="2348054"/>
                </a:lnTo>
                <a:lnTo>
                  <a:pt x="999607" y="2347439"/>
                </a:lnTo>
                <a:lnTo>
                  <a:pt x="999796" y="2346814"/>
                </a:lnTo>
                <a:lnTo>
                  <a:pt x="999968" y="2346178"/>
                </a:lnTo>
                <a:lnTo>
                  <a:pt x="1000125" y="2345532"/>
                </a:lnTo>
                <a:lnTo>
                  <a:pt x="1000264" y="2344875"/>
                </a:lnTo>
                <a:lnTo>
                  <a:pt x="1000388" y="2344208"/>
                </a:lnTo>
                <a:lnTo>
                  <a:pt x="1000494" y="2343530"/>
                </a:lnTo>
                <a:lnTo>
                  <a:pt x="1000585" y="2342841"/>
                </a:lnTo>
                <a:lnTo>
                  <a:pt x="1000659" y="2342142"/>
                </a:lnTo>
                <a:lnTo>
                  <a:pt x="1000716" y="2341432"/>
                </a:lnTo>
                <a:lnTo>
                  <a:pt x="1000757" y="2340712"/>
                </a:lnTo>
                <a:lnTo>
                  <a:pt x="1000782" y="2339981"/>
                </a:lnTo>
                <a:lnTo>
                  <a:pt x="1000790" y="2339240"/>
                </a:lnTo>
                <a:lnTo>
                  <a:pt x="1000785" y="2338583"/>
                </a:lnTo>
                <a:lnTo>
                  <a:pt x="1000768" y="2337936"/>
                </a:lnTo>
                <a:lnTo>
                  <a:pt x="1000740" y="2337301"/>
                </a:lnTo>
                <a:lnTo>
                  <a:pt x="1000701" y="2336675"/>
                </a:lnTo>
                <a:lnTo>
                  <a:pt x="1000651" y="2336061"/>
                </a:lnTo>
                <a:lnTo>
                  <a:pt x="1000590" y="2335457"/>
                </a:lnTo>
                <a:lnTo>
                  <a:pt x="1000517" y="2334863"/>
                </a:lnTo>
                <a:lnTo>
                  <a:pt x="1000433" y="2334280"/>
                </a:lnTo>
                <a:lnTo>
                  <a:pt x="1000339" y="2333708"/>
                </a:lnTo>
                <a:lnTo>
                  <a:pt x="1000233" y="2333146"/>
                </a:lnTo>
                <a:lnTo>
                  <a:pt x="1000116" y="2332595"/>
                </a:lnTo>
                <a:lnTo>
                  <a:pt x="999987" y="2332054"/>
                </a:lnTo>
                <a:lnTo>
                  <a:pt x="999848" y="2331524"/>
                </a:lnTo>
                <a:lnTo>
                  <a:pt x="999697" y="2331005"/>
                </a:lnTo>
                <a:lnTo>
                  <a:pt x="999536" y="2330496"/>
                </a:lnTo>
                <a:lnTo>
                  <a:pt x="999363" y="2329997"/>
                </a:lnTo>
                <a:lnTo>
                  <a:pt x="999179" y="2329510"/>
                </a:lnTo>
                <a:lnTo>
                  <a:pt x="998983" y="2329032"/>
                </a:lnTo>
                <a:lnTo>
                  <a:pt x="998777" y="2328566"/>
                </a:lnTo>
                <a:lnTo>
                  <a:pt x="998560" y="2328109"/>
                </a:lnTo>
                <a:lnTo>
                  <a:pt x="998331" y="2327664"/>
                </a:lnTo>
                <a:lnTo>
                  <a:pt x="998091" y="2327229"/>
                </a:lnTo>
                <a:lnTo>
                  <a:pt x="997840" y="2326804"/>
                </a:lnTo>
                <a:lnTo>
                  <a:pt x="997578" y="2326391"/>
                </a:lnTo>
                <a:lnTo>
                  <a:pt x="997303" y="2325971"/>
                </a:lnTo>
                <a:lnTo>
                  <a:pt x="997014" y="2325558"/>
                </a:lnTo>
                <a:lnTo>
                  <a:pt x="996712" y="2325152"/>
                </a:lnTo>
                <a:lnTo>
                  <a:pt x="996395" y="2324752"/>
                </a:lnTo>
                <a:lnTo>
                  <a:pt x="996063" y="2324358"/>
                </a:lnTo>
                <a:lnTo>
                  <a:pt x="995718" y="2323971"/>
                </a:lnTo>
                <a:lnTo>
                  <a:pt x="995359" y="2323590"/>
                </a:lnTo>
                <a:lnTo>
                  <a:pt x="994986" y="2323216"/>
                </a:lnTo>
                <a:lnTo>
                  <a:pt x="994598" y="2322848"/>
                </a:lnTo>
                <a:lnTo>
                  <a:pt x="994197" y="2322487"/>
                </a:lnTo>
                <a:lnTo>
                  <a:pt x="993781" y="2322132"/>
                </a:lnTo>
                <a:lnTo>
                  <a:pt x="993351" y="2321783"/>
                </a:lnTo>
                <a:lnTo>
                  <a:pt x="992908" y="2321442"/>
                </a:lnTo>
                <a:lnTo>
                  <a:pt x="992450" y="2321106"/>
                </a:lnTo>
                <a:lnTo>
                  <a:pt x="991978" y="2320777"/>
                </a:lnTo>
                <a:lnTo>
                  <a:pt x="991492" y="2320454"/>
                </a:lnTo>
                <a:lnTo>
                  <a:pt x="990992" y="2320138"/>
                </a:lnTo>
                <a:lnTo>
                  <a:pt x="990477" y="2319829"/>
                </a:lnTo>
                <a:lnTo>
                  <a:pt x="989949" y="2319525"/>
                </a:lnTo>
                <a:lnTo>
                  <a:pt x="989407" y="2319229"/>
                </a:lnTo>
                <a:lnTo>
                  <a:pt x="988850" y="2318938"/>
                </a:lnTo>
                <a:lnTo>
                  <a:pt x="988279" y="2318655"/>
                </a:lnTo>
                <a:lnTo>
                  <a:pt x="987695" y="2318377"/>
                </a:lnTo>
                <a:lnTo>
                  <a:pt x="987096" y="2318106"/>
                </a:lnTo>
                <a:lnTo>
                  <a:pt x="986495" y="2317840"/>
                </a:lnTo>
                <a:lnTo>
                  <a:pt x="985876" y="2317578"/>
                </a:lnTo>
                <a:lnTo>
                  <a:pt x="985239" y="2317319"/>
                </a:lnTo>
                <a:lnTo>
                  <a:pt x="984583" y="2317064"/>
                </a:lnTo>
                <a:lnTo>
                  <a:pt x="983910" y="2316812"/>
                </a:lnTo>
                <a:lnTo>
                  <a:pt x="983218" y="2316564"/>
                </a:lnTo>
                <a:lnTo>
                  <a:pt x="982508" y="2316319"/>
                </a:lnTo>
                <a:lnTo>
                  <a:pt x="981780" y="2316078"/>
                </a:lnTo>
                <a:lnTo>
                  <a:pt x="981033" y="2315840"/>
                </a:lnTo>
                <a:lnTo>
                  <a:pt x="980269" y="2315606"/>
                </a:lnTo>
                <a:lnTo>
                  <a:pt x="979486" y="2315375"/>
                </a:lnTo>
                <a:lnTo>
                  <a:pt x="978685" y="2315148"/>
                </a:lnTo>
                <a:lnTo>
                  <a:pt x="977866" y="2314924"/>
                </a:lnTo>
                <a:lnTo>
                  <a:pt x="977028" y="2314704"/>
                </a:lnTo>
                <a:lnTo>
                  <a:pt x="976173" y="2314487"/>
                </a:lnTo>
                <a:lnTo>
                  <a:pt x="975299" y="2314274"/>
                </a:lnTo>
                <a:lnTo>
                  <a:pt x="974407" y="2314065"/>
                </a:lnTo>
                <a:lnTo>
                  <a:pt x="973497" y="2313859"/>
                </a:lnTo>
                <a:lnTo>
                  <a:pt x="972568" y="2313656"/>
                </a:lnTo>
                <a:lnTo>
                  <a:pt x="971622" y="2313457"/>
                </a:lnTo>
                <a:lnTo>
                  <a:pt x="970657" y="2313261"/>
                </a:lnTo>
                <a:lnTo>
                  <a:pt x="969674" y="2313070"/>
                </a:lnTo>
                <a:lnTo>
                  <a:pt x="968673" y="2312881"/>
                </a:lnTo>
                <a:lnTo>
                  <a:pt x="967653" y="2312696"/>
                </a:lnTo>
                <a:lnTo>
                  <a:pt x="966830" y="2312541"/>
                </a:lnTo>
                <a:lnTo>
                  <a:pt x="966022" y="2312387"/>
                </a:lnTo>
                <a:lnTo>
                  <a:pt x="965231" y="2312234"/>
                </a:lnTo>
                <a:lnTo>
                  <a:pt x="964455" y="2312081"/>
                </a:lnTo>
                <a:lnTo>
                  <a:pt x="963695" y="2311929"/>
                </a:lnTo>
                <a:lnTo>
                  <a:pt x="962951" y="2311777"/>
                </a:lnTo>
                <a:lnTo>
                  <a:pt x="962223" y="2311626"/>
                </a:lnTo>
                <a:lnTo>
                  <a:pt x="961510" y="2311475"/>
                </a:lnTo>
                <a:lnTo>
                  <a:pt x="960814" y="2311325"/>
                </a:lnTo>
                <a:lnTo>
                  <a:pt x="960133" y="2311176"/>
                </a:lnTo>
                <a:lnTo>
                  <a:pt x="959468" y="2311027"/>
                </a:lnTo>
                <a:lnTo>
                  <a:pt x="958819" y="2310879"/>
                </a:lnTo>
                <a:lnTo>
                  <a:pt x="958186" y="2310731"/>
                </a:lnTo>
                <a:lnTo>
                  <a:pt x="957569" y="2310584"/>
                </a:lnTo>
                <a:lnTo>
                  <a:pt x="956968" y="2310438"/>
                </a:lnTo>
                <a:lnTo>
                  <a:pt x="956382" y="2310292"/>
                </a:lnTo>
                <a:lnTo>
                  <a:pt x="955812" y="2310146"/>
                </a:lnTo>
                <a:lnTo>
                  <a:pt x="955258" y="2310002"/>
                </a:lnTo>
                <a:lnTo>
                  <a:pt x="954720" y="2309858"/>
                </a:lnTo>
                <a:lnTo>
                  <a:pt x="954198" y="2309714"/>
                </a:lnTo>
                <a:lnTo>
                  <a:pt x="953692" y="2309571"/>
                </a:lnTo>
                <a:lnTo>
                  <a:pt x="953201" y="2309429"/>
                </a:lnTo>
                <a:lnTo>
                  <a:pt x="952727" y="2309287"/>
                </a:lnTo>
                <a:lnTo>
                  <a:pt x="952268" y="2309146"/>
                </a:lnTo>
                <a:lnTo>
                  <a:pt x="951837" y="2309004"/>
                </a:lnTo>
                <a:lnTo>
                  <a:pt x="951417" y="2308862"/>
                </a:lnTo>
                <a:lnTo>
                  <a:pt x="951008" y="2308718"/>
                </a:lnTo>
                <a:lnTo>
                  <a:pt x="950610" y="2308573"/>
                </a:lnTo>
                <a:lnTo>
                  <a:pt x="950224" y="2308427"/>
                </a:lnTo>
                <a:lnTo>
                  <a:pt x="949848" y="2308279"/>
                </a:lnTo>
                <a:lnTo>
                  <a:pt x="949484" y="2308131"/>
                </a:lnTo>
                <a:lnTo>
                  <a:pt x="949131" y="2307981"/>
                </a:lnTo>
                <a:lnTo>
                  <a:pt x="948789" y="2307830"/>
                </a:lnTo>
                <a:lnTo>
                  <a:pt x="948458" y="2307678"/>
                </a:lnTo>
                <a:lnTo>
                  <a:pt x="948139" y="2307525"/>
                </a:lnTo>
                <a:lnTo>
                  <a:pt x="947830" y="2307371"/>
                </a:lnTo>
                <a:lnTo>
                  <a:pt x="947533" y="2307215"/>
                </a:lnTo>
                <a:lnTo>
                  <a:pt x="947247" y="2307058"/>
                </a:lnTo>
                <a:lnTo>
                  <a:pt x="946971" y="2306900"/>
                </a:lnTo>
                <a:lnTo>
                  <a:pt x="946708" y="2306741"/>
                </a:lnTo>
                <a:lnTo>
                  <a:pt x="946455" y="2306581"/>
                </a:lnTo>
                <a:lnTo>
                  <a:pt x="946213" y="2306420"/>
                </a:lnTo>
                <a:lnTo>
                  <a:pt x="945983" y="2306257"/>
                </a:lnTo>
                <a:lnTo>
                  <a:pt x="945764" y="2306093"/>
                </a:lnTo>
                <a:lnTo>
                  <a:pt x="945556" y="2305928"/>
                </a:lnTo>
                <a:lnTo>
                  <a:pt x="945359" y="2305762"/>
                </a:lnTo>
                <a:lnTo>
                  <a:pt x="945173" y="2305595"/>
                </a:lnTo>
                <a:lnTo>
                  <a:pt x="944998" y="2305426"/>
                </a:lnTo>
                <a:lnTo>
                  <a:pt x="944833" y="2305241"/>
                </a:lnTo>
                <a:lnTo>
                  <a:pt x="944674" y="2305053"/>
                </a:lnTo>
                <a:lnTo>
                  <a:pt x="944523" y="2304861"/>
                </a:lnTo>
                <a:lnTo>
                  <a:pt x="944378" y="2304666"/>
                </a:lnTo>
                <a:lnTo>
                  <a:pt x="944241" y="2304467"/>
                </a:lnTo>
                <a:lnTo>
                  <a:pt x="944111" y="2304264"/>
                </a:lnTo>
                <a:lnTo>
                  <a:pt x="943987" y="2304058"/>
                </a:lnTo>
                <a:lnTo>
                  <a:pt x="943871" y="2303848"/>
                </a:lnTo>
                <a:lnTo>
                  <a:pt x="943762" y="2303635"/>
                </a:lnTo>
                <a:lnTo>
                  <a:pt x="943660" y="2303419"/>
                </a:lnTo>
                <a:lnTo>
                  <a:pt x="943565" y="2303198"/>
                </a:lnTo>
                <a:lnTo>
                  <a:pt x="943477" y="2302975"/>
                </a:lnTo>
                <a:lnTo>
                  <a:pt x="943396" y="2302748"/>
                </a:lnTo>
                <a:lnTo>
                  <a:pt x="943322" y="2302517"/>
                </a:lnTo>
                <a:lnTo>
                  <a:pt x="943255" y="2302283"/>
                </a:lnTo>
                <a:lnTo>
                  <a:pt x="943195" y="2302045"/>
                </a:lnTo>
                <a:lnTo>
                  <a:pt x="943142" y="2301804"/>
                </a:lnTo>
                <a:lnTo>
                  <a:pt x="943096" y="2301559"/>
                </a:lnTo>
                <a:lnTo>
                  <a:pt x="943057" y="2301311"/>
                </a:lnTo>
                <a:lnTo>
                  <a:pt x="943026" y="2301059"/>
                </a:lnTo>
                <a:lnTo>
                  <a:pt x="943001" y="2300803"/>
                </a:lnTo>
                <a:lnTo>
                  <a:pt x="942984" y="2300544"/>
                </a:lnTo>
                <a:lnTo>
                  <a:pt x="942973" y="2300282"/>
                </a:lnTo>
                <a:lnTo>
                  <a:pt x="942969" y="2300016"/>
                </a:lnTo>
                <a:lnTo>
                  <a:pt x="943003" y="2299023"/>
                </a:lnTo>
                <a:lnTo>
                  <a:pt x="943106" y="2298072"/>
                </a:lnTo>
                <a:lnTo>
                  <a:pt x="943276" y="2297163"/>
                </a:lnTo>
                <a:lnTo>
                  <a:pt x="943514" y="2296297"/>
                </a:lnTo>
                <a:lnTo>
                  <a:pt x="943821" y="2295472"/>
                </a:lnTo>
                <a:lnTo>
                  <a:pt x="944195" y="2294690"/>
                </a:lnTo>
                <a:lnTo>
                  <a:pt x="944638" y="2293951"/>
                </a:lnTo>
                <a:lnTo>
                  <a:pt x="945148" y="2293253"/>
                </a:lnTo>
                <a:lnTo>
                  <a:pt x="945727" y="2292598"/>
                </a:lnTo>
                <a:lnTo>
                  <a:pt x="946374" y="2291985"/>
                </a:lnTo>
                <a:lnTo>
                  <a:pt x="947089" y="2291415"/>
                </a:lnTo>
                <a:lnTo>
                  <a:pt x="947872" y="2290886"/>
                </a:lnTo>
                <a:lnTo>
                  <a:pt x="948724" y="2290400"/>
                </a:lnTo>
                <a:lnTo>
                  <a:pt x="949643" y="2289957"/>
                </a:lnTo>
                <a:lnTo>
                  <a:pt x="950630" y="2289555"/>
                </a:lnTo>
                <a:lnTo>
                  <a:pt x="951686" y="2289196"/>
                </a:lnTo>
                <a:lnTo>
                  <a:pt x="952809" y="2288879"/>
                </a:lnTo>
                <a:lnTo>
                  <a:pt x="954001" y="2288604"/>
                </a:lnTo>
                <a:lnTo>
                  <a:pt x="955261" y="2288372"/>
                </a:lnTo>
                <a:lnTo>
                  <a:pt x="956589" y="2288181"/>
                </a:lnTo>
                <a:lnTo>
                  <a:pt x="957985" y="2288033"/>
                </a:lnTo>
                <a:lnTo>
                  <a:pt x="959449" y="2287928"/>
                </a:lnTo>
                <a:lnTo>
                  <a:pt x="960981" y="2287864"/>
                </a:lnTo>
                <a:lnTo>
                  <a:pt x="962581" y="2287843"/>
                </a:lnTo>
                <a:lnTo>
                  <a:pt x="963044" y="2287845"/>
                </a:lnTo>
                <a:lnTo>
                  <a:pt x="963504" y="2287852"/>
                </a:lnTo>
                <a:lnTo>
                  <a:pt x="963960" y="2287862"/>
                </a:lnTo>
                <a:lnTo>
                  <a:pt x="964413" y="2287876"/>
                </a:lnTo>
                <a:lnTo>
                  <a:pt x="964862" y="2287895"/>
                </a:lnTo>
                <a:lnTo>
                  <a:pt x="965307" y="2287917"/>
                </a:lnTo>
                <a:lnTo>
                  <a:pt x="965749" y="2287944"/>
                </a:lnTo>
                <a:lnTo>
                  <a:pt x="966188" y="2287975"/>
                </a:lnTo>
                <a:lnTo>
                  <a:pt x="966623" y="2288010"/>
                </a:lnTo>
                <a:lnTo>
                  <a:pt x="967054" y="2288049"/>
                </a:lnTo>
                <a:lnTo>
                  <a:pt x="967482" y="2288092"/>
                </a:lnTo>
                <a:lnTo>
                  <a:pt x="967907" y="2288139"/>
                </a:lnTo>
                <a:lnTo>
                  <a:pt x="968328" y="2288191"/>
                </a:lnTo>
                <a:lnTo>
                  <a:pt x="968745" y="2288246"/>
                </a:lnTo>
                <a:lnTo>
                  <a:pt x="969159" y="2288306"/>
                </a:lnTo>
                <a:lnTo>
                  <a:pt x="969569" y="2288369"/>
                </a:lnTo>
                <a:lnTo>
                  <a:pt x="969976" y="2288437"/>
                </a:lnTo>
                <a:lnTo>
                  <a:pt x="970379" y="2288509"/>
                </a:lnTo>
                <a:lnTo>
                  <a:pt x="970779" y="2288585"/>
                </a:lnTo>
                <a:lnTo>
                  <a:pt x="971175" y="2288665"/>
                </a:lnTo>
                <a:lnTo>
                  <a:pt x="971568" y="2288749"/>
                </a:lnTo>
                <a:lnTo>
                  <a:pt x="971957" y="2288838"/>
                </a:lnTo>
                <a:lnTo>
                  <a:pt x="972343" y="2288930"/>
                </a:lnTo>
                <a:lnTo>
                  <a:pt x="972725" y="2289027"/>
                </a:lnTo>
                <a:lnTo>
                  <a:pt x="973116" y="2289115"/>
                </a:lnTo>
                <a:lnTo>
                  <a:pt x="973500" y="2289211"/>
                </a:lnTo>
                <a:lnTo>
                  <a:pt x="973877" y="2289315"/>
                </a:lnTo>
                <a:lnTo>
                  <a:pt x="974247" y="2289426"/>
                </a:lnTo>
                <a:lnTo>
                  <a:pt x="974610" y="2289545"/>
                </a:lnTo>
                <a:lnTo>
                  <a:pt x="974965" y="2289671"/>
                </a:lnTo>
                <a:lnTo>
                  <a:pt x="975314" y="2289805"/>
                </a:lnTo>
                <a:lnTo>
                  <a:pt x="975656" y="2289947"/>
                </a:lnTo>
                <a:lnTo>
                  <a:pt x="975990" y="2290097"/>
                </a:lnTo>
                <a:lnTo>
                  <a:pt x="976318" y="2290254"/>
                </a:lnTo>
                <a:lnTo>
                  <a:pt x="976638" y="2290418"/>
                </a:lnTo>
                <a:lnTo>
                  <a:pt x="976952" y="2290591"/>
                </a:lnTo>
                <a:lnTo>
                  <a:pt x="977258" y="2290771"/>
                </a:lnTo>
                <a:lnTo>
                  <a:pt x="977558" y="2290958"/>
                </a:lnTo>
                <a:lnTo>
                  <a:pt x="977850" y="2291153"/>
                </a:lnTo>
                <a:lnTo>
                  <a:pt x="978135" y="2291356"/>
                </a:lnTo>
                <a:lnTo>
                  <a:pt x="978414" y="2291567"/>
                </a:lnTo>
                <a:lnTo>
                  <a:pt x="978685" y="2291785"/>
                </a:lnTo>
                <a:lnTo>
                  <a:pt x="978949" y="2292010"/>
                </a:lnTo>
                <a:lnTo>
                  <a:pt x="979206" y="2292244"/>
                </a:lnTo>
                <a:lnTo>
                  <a:pt x="979456" y="2292485"/>
                </a:lnTo>
                <a:lnTo>
                  <a:pt x="979699" y="2292733"/>
                </a:lnTo>
                <a:lnTo>
                  <a:pt x="979935" y="2292990"/>
                </a:lnTo>
                <a:lnTo>
                  <a:pt x="980164" y="2293253"/>
                </a:lnTo>
                <a:lnTo>
                  <a:pt x="980399" y="2293512"/>
                </a:lnTo>
                <a:lnTo>
                  <a:pt x="980623" y="2293782"/>
                </a:lnTo>
                <a:lnTo>
                  <a:pt x="980838" y="2294062"/>
                </a:lnTo>
                <a:lnTo>
                  <a:pt x="981042" y="2294352"/>
                </a:lnTo>
                <a:lnTo>
                  <a:pt x="981237" y="2294654"/>
                </a:lnTo>
                <a:lnTo>
                  <a:pt x="981422" y="2294965"/>
                </a:lnTo>
                <a:lnTo>
                  <a:pt x="981596" y="2295288"/>
                </a:lnTo>
                <a:lnTo>
                  <a:pt x="981761" y="2295620"/>
                </a:lnTo>
                <a:lnTo>
                  <a:pt x="981916" y="2295964"/>
                </a:lnTo>
                <a:lnTo>
                  <a:pt x="982060" y="2296318"/>
                </a:lnTo>
                <a:lnTo>
                  <a:pt x="982195" y="2296682"/>
                </a:lnTo>
                <a:lnTo>
                  <a:pt x="982320" y="2297057"/>
                </a:lnTo>
                <a:lnTo>
                  <a:pt x="982435" y="2297443"/>
                </a:lnTo>
                <a:lnTo>
                  <a:pt x="982539" y="2297839"/>
                </a:lnTo>
                <a:lnTo>
                  <a:pt x="982634" y="2298246"/>
                </a:lnTo>
                <a:lnTo>
                  <a:pt x="982719" y="2298664"/>
                </a:lnTo>
                <a:lnTo>
                  <a:pt x="982794" y="2299092"/>
                </a:lnTo>
                <a:lnTo>
                  <a:pt x="982859" y="2299530"/>
                </a:lnTo>
                <a:lnTo>
                  <a:pt x="982914" y="2299979"/>
                </a:lnTo>
                <a:lnTo>
                  <a:pt x="982958" y="2300439"/>
                </a:lnTo>
                <a:lnTo>
                  <a:pt x="982993" y="2300909"/>
                </a:lnTo>
                <a:lnTo>
                  <a:pt x="983018" y="2301390"/>
                </a:lnTo>
                <a:lnTo>
                  <a:pt x="983033" y="2301881"/>
                </a:lnTo>
                <a:lnTo>
                  <a:pt x="983038" y="2302383"/>
                </a:lnTo>
                <a:lnTo>
                  <a:pt x="997747" y="2302383"/>
                </a:lnTo>
                <a:lnTo>
                  <a:pt x="997775" y="2302285"/>
                </a:lnTo>
                <a:lnTo>
                  <a:pt x="997801" y="2302189"/>
                </a:lnTo>
                <a:lnTo>
                  <a:pt x="997826" y="2302095"/>
                </a:lnTo>
                <a:lnTo>
                  <a:pt x="997850" y="2302003"/>
                </a:lnTo>
                <a:lnTo>
                  <a:pt x="997873" y="2301912"/>
                </a:lnTo>
                <a:lnTo>
                  <a:pt x="997895" y="2301823"/>
                </a:lnTo>
                <a:lnTo>
                  <a:pt x="997916" y="2301736"/>
                </a:lnTo>
                <a:lnTo>
                  <a:pt x="997935" y="2301650"/>
                </a:lnTo>
                <a:lnTo>
                  <a:pt x="997953" y="2301567"/>
                </a:lnTo>
                <a:lnTo>
                  <a:pt x="997970" y="2301485"/>
                </a:lnTo>
                <a:lnTo>
                  <a:pt x="997986" y="2301405"/>
                </a:lnTo>
                <a:lnTo>
                  <a:pt x="998001" y="2301326"/>
                </a:lnTo>
                <a:lnTo>
                  <a:pt x="998014" y="2301250"/>
                </a:lnTo>
                <a:lnTo>
                  <a:pt x="998027" y="2301175"/>
                </a:lnTo>
                <a:lnTo>
                  <a:pt x="998038" y="2301102"/>
                </a:lnTo>
                <a:lnTo>
                  <a:pt x="998048" y="2301031"/>
                </a:lnTo>
                <a:lnTo>
                  <a:pt x="998057" y="2300961"/>
                </a:lnTo>
                <a:lnTo>
                  <a:pt x="998064" y="2300893"/>
                </a:lnTo>
                <a:lnTo>
                  <a:pt x="998071" y="2300827"/>
                </a:lnTo>
                <a:lnTo>
                  <a:pt x="998076" y="2300763"/>
                </a:lnTo>
                <a:lnTo>
                  <a:pt x="998080" y="2300700"/>
                </a:lnTo>
                <a:lnTo>
                  <a:pt x="998083" y="2300639"/>
                </a:lnTo>
                <a:lnTo>
                  <a:pt x="998085" y="2300580"/>
                </a:lnTo>
                <a:lnTo>
                  <a:pt x="998085" y="2300523"/>
                </a:lnTo>
                <a:lnTo>
                  <a:pt x="998085" y="2300467"/>
                </a:lnTo>
                <a:lnTo>
                  <a:pt x="998085" y="2300412"/>
                </a:lnTo>
                <a:lnTo>
                  <a:pt x="998085" y="2300357"/>
                </a:lnTo>
                <a:lnTo>
                  <a:pt x="998085" y="2300302"/>
                </a:lnTo>
                <a:lnTo>
                  <a:pt x="998085" y="2300249"/>
                </a:lnTo>
                <a:lnTo>
                  <a:pt x="998085" y="2300196"/>
                </a:lnTo>
                <a:lnTo>
                  <a:pt x="998085" y="2300143"/>
                </a:lnTo>
                <a:lnTo>
                  <a:pt x="998085" y="2300091"/>
                </a:lnTo>
                <a:lnTo>
                  <a:pt x="998085" y="2300040"/>
                </a:lnTo>
                <a:lnTo>
                  <a:pt x="998085" y="2299989"/>
                </a:lnTo>
                <a:lnTo>
                  <a:pt x="998085" y="2299939"/>
                </a:lnTo>
                <a:lnTo>
                  <a:pt x="998085" y="2299889"/>
                </a:lnTo>
                <a:lnTo>
                  <a:pt x="998085" y="2299840"/>
                </a:lnTo>
                <a:lnTo>
                  <a:pt x="998085" y="2299792"/>
                </a:lnTo>
                <a:lnTo>
                  <a:pt x="998085" y="2299744"/>
                </a:lnTo>
                <a:lnTo>
                  <a:pt x="998085" y="2299697"/>
                </a:lnTo>
                <a:lnTo>
                  <a:pt x="998085" y="2299650"/>
                </a:lnTo>
                <a:lnTo>
                  <a:pt x="998085" y="2299604"/>
                </a:lnTo>
                <a:lnTo>
                  <a:pt x="998085" y="2299558"/>
                </a:lnTo>
                <a:lnTo>
                  <a:pt x="998085" y="2299513"/>
                </a:lnTo>
                <a:lnTo>
                  <a:pt x="998085" y="2299469"/>
                </a:lnTo>
                <a:lnTo>
                  <a:pt x="998085" y="2299425"/>
                </a:lnTo>
                <a:lnTo>
                  <a:pt x="998085" y="2299382"/>
                </a:lnTo>
                <a:lnTo>
                  <a:pt x="998085" y="2299340"/>
                </a:lnTo>
                <a:lnTo>
                  <a:pt x="998077" y="2298738"/>
                </a:lnTo>
                <a:lnTo>
                  <a:pt x="998054" y="2298143"/>
                </a:lnTo>
                <a:lnTo>
                  <a:pt x="998014" y="2297557"/>
                </a:lnTo>
                <a:lnTo>
                  <a:pt x="997959" y="2296978"/>
                </a:lnTo>
                <a:lnTo>
                  <a:pt x="997887" y="2296406"/>
                </a:lnTo>
                <a:lnTo>
                  <a:pt x="997800" y="2295842"/>
                </a:lnTo>
                <a:lnTo>
                  <a:pt x="997697" y="2295286"/>
                </a:lnTo>
                <a:lnTo>
                  <a:pt x="997578" y="2294737"/>
                </a:lnTo>
                <a:lnTo>
                  <a:pt x="997443" y="2294197"/>
                </a:lnTo>
                <a:lnTo>
                  <a:pt x="997293" y="2293663"/>
                </a:lnTo>
                <a:lnTo>
                  <a:pt x="997126" y="2293137"/>
                </a:lnTo>
                <a:lnTo>
                  <a:pt x="996944" y="2292619"/>
                </a:lnTo>
                <a:lnTo>
                  <a:pt x="996746" y="2292109"/>
                </a:lnTo>
                <a:lnTo>
                  <a:pt x="996532" y="2291606"/>
                </a:lnTo>
                <a:lnTo>
                  <a:pt x="996302" y="2291111"/>
                </a:lnTo>
                <a:lnTo>
                  <a:pt x="996056" y="2290624"/>
                </a:lnTo>
                <a:lnTo>
                  <a:pt x="995795" y="2290144"/>
                </a:lnTo>
                <a:lnTo>
                  <a:pt x="995518" y="2289671"/>
                </a:lnTo>
                <a:lnTo>
                  <a:pt x="995224" y="2289207"/>
                </a:lnTo>
                <a:lnTo>
                  <a:pt x="994915" y="2288750"/>
                </a:lnTo>
                <a:lnTo>
                  <a:pt x="994590" y="2288300"/>
                </a:lnTo>
                <a:lnTo>
                  <a:pt x="994250" y="2287859"/>
                </a:lnTo>
                <a:lnTo>
                  <a:pt x="993893" y="2287424"/>
                </a:lnTo>
                <a:lnTo>
                  <a:pt x="993520" y="2286998"/>
                </a:lnTo>
                <a:lnTo>
                  <a:pt x="993134" y="2286565"/>
                </a:lnTo>
                <a:lnTo>
                  <a:pt x="992737" y="2286141"/>
                </a:lnTo>
                <a:lnTo>
                  <a:pt x="992329" y="2285725"/>
                </a:lnTo>
                <a:lnTo>
                  <a:pt x="991910" y="2285317"/>
                </a:lnTo>
                <a:lnTo>
                  <a:pt x="991479" y="2284917"/>
                </a:lnTo>
                <a:lnTo>
                  <a:pt x="991037" y="2284525"/>
                </a:lnTo>
                <a:lnTo>
                  <a:pt x="990584" y="2284142"/>
                </a:lnTo>
                <a:lnTo>
                  <a:pt x="990120" y="2283767"/>
                </a:lnTo>
                <a:lnTo>
                  <a:pt x="989645" y="2283400"/>
                </a:lnTo>
                <a:lnTo>
                  <a:pt x="989159" y="2283041"/>
                </a:lnTo>
                <a:lnTo>
                  <a:pt x="988661" y="2282691"/>
                </a:lnTo>
                <a:lnTo>
                  <a:pt x="988153" y="2282349"/>
                </a:lnTo>
                <a:lnTo>
                  <a:pt x="987633" y="2282015"/>
                </a:lnTo>
                <a:lnTo>
                  <a:pt x="987102" y="2281689"/>
                </a:lnTo>
                <a:lnTo>
                  <a:pt x="986560" y="2281371"/>
                </a:lnTo>
                <a:lnTo>
                  <a:pt x="986006" y="2281062"/>
                </a:lnTo>
                <a:lnTo>
                  <a:pt x="985442" y="2280761"/>
                </a:lnTo>
                <a:lnTo>
                  <a:pt x="984866" y="2280468"/>
                </a:lnTo>
                <a:lnTo>
                  <a:pt x="984280" y="2280183"/>
                </a:lnTo>
                <a:lnTo>
                  <a:pt x="983682" y="2279907"/>
                </a:lnTo>
                <a:lnTo>
                  <a:pt x="983073" y="2279638"/>
                </a:lnTo>
                <a:lnTo>
                  <a:pt x="982452" y="2279378"/>
                </a:lnTo>
                <a:lnTo>
                  <a:pt x="981821" y="2279126"/>
                </a:lnTo>
                <a:lnTo>
                  <a:pt x="981179" y="2278883"/>
                </a:lnTo>
                <a:lnTo>
                  <a:pt x="980541" y="2278648"/>
                </a:lnTo>
                <a:lnTo>
                  <a:pt x="979896" y="2278424"/>
                </a:lnTo>
                <a:lnTo>
                  <a:pt x="979245" y="2278209"/>
                </a:lnTo>
                <a:lnTo>
                  <a:pt x="978586" y="2278005"/>
                </a:lnTo>
                <a:lnTo>
                  <a:pt x="977920" y="2277810"/>
                </a:lnTo>
                <a:lnTo>
                  <a:pt x="977248" y="2277625"/>
                </a:lnTo>
                <a:lnTo>
                  <a:pt x="976568" y="2277451"/>
                </a:lnTo>
                <a:lnTo>
                  <a:pt x="975881" y="2277286"/>
                </a:lnTo>
                <a:lnTo>
                  <a:pt x="975187" y="2277131"/>
                </a:lnTo>
                <a:lnTo>
                  <a:pt x="974486" y="2276987"/>
                </a:lnTo>
                <a:lnTo>
                  <a:pt x="973778" y="2276852"/>
                </a:lnTo>
                <a:lnTo>
                  <a:pt x="973063" y="2276727"/>
                </a:lnTo>
                <a:lnTo>
                  <a:pt x="972341" y="2276612"/>
                </a:lnTo>
                <a:lnTo>
                  <a:pt x="971612" y="2276508"/>
                </a:lnTo>
                <a:lnTo>
                  <a:pt x="970876" y="2276413"/>
                </a:lnTo>
                <a:lnTo>
                  <a:pt x="970133" y="2276328"/>
                </a:lnTo>
                <a:lnTo>
                  <a:pt x="969383" y="2276253"/>
                </a:lnTo>
                <a:lnTo>
                  <a:pt x="968625" y="2276188"/>
                </a:lnTo>
                <a:lnTo>
                  <a:pt x="967861" y="2276133"/>
                </a:lnTo>
                <a:lnTo>
                  <a:pt x="967090" y="2276088"/>
                </a:lnTo>
                <a:lnTo>
                  <a:pt x="966311" y="2276054"/>
                </a:lnTo>
                <a:lnTo>
                  <a:pt x="965526" y="2276029"/>
                </a:lnTo>
                <a:lnTo>
                  <a:pt x="964733" y="2276014"/>
                </a:lnTo>
                <a:lnTo>
                  <a:pt x="963934" y="2276009"/>
                </a:lnTo>
                <a:lnTo>
                  <a:pt x="963023" y="2276014"/>
                </a:lnTo>
                <a:lnTo>
                  <a:pt x="962121" y="2276029"/>
                </a:lnTo>
                <a:lnTo>
                  <a:pt x="961229" y="2276054"/>
                </a:lnTo>
                <a:lnTo>
                  <a:pt x="960346" y="2276088"/>
                </a:lnTo>
                <a:lnTo>
                  <a:pt x="959472" y="2276133"/>
                </a:lnTo>
                <a:lnTo>
                  <a:pt x="958608" y="2276188"/>
                </a:lnTo>
                <a:lnTo>
                  <a:pt x="957753" y="2276253"/>
                </a:lnTo>
                <a:lnTo>
                  <a:pt x="956908" y="2276328"/>
                </a:lnTo>
                <a:lnTo>
                  <a:pt x="956072" y="2276413"/>
                </a:lnTo>
                <a:lnTo>
                  <a:pt x="955246" y="2276508"/>
                </a:lnTo>
                <a:lnTo>
                  <a:pt x="954428" y="2276612"/>
                </a:lnTo>
                <a:lnTo>
                  <a:pt x="953621" y="2276727"/>
                </a:lnTo>
                <a:lnTo>
                  <a:pt x="952822" y="2276852"/>
                </a:lnTo>
                <a:lnTo>
                  <a:pt x="952033" y="2276987"/>
                </a:lnTo>
                <a:lnTo>
                  <a:pt x="951254" y="2277131"/>
                </a:lnTo>
                <a:lnTo>
                  <a:pt x="950483" y="2277286"/>
                </a:lnTo>
                <a:lnTo>
                  <a:pt x="949723" y="2277451"/>
                </a:lnTo>
                <a:lnTo>
                  <a:pt x="948971" y="2277625"/>
                </a:lnTo>
                <a:lnTo>
                  <a:pt x="948229" y="2277810"/>
                </a:lnTo>
                <a:lnTo>
                  <a:pt x="947497" y="2278005"/>
                </a:lnTo>
                <a:lnTo>
                  <a:pt x="946773" y="2278209"/>
                </a:lnTo>
                <a:lnTo>
                  <a:pt x="946060" y="2278424"/>
                </a:lnTo>
                <a:lnTo>
                  <a:pt x="945355" y="2278648"/>
                </a:lnTo>
                <a:lnTo>
                  <a:pt x="944660" y="2278883"/>
                </a:lnTo>
                <a:lnTo>
                  <a:pt x="943990" y="2279127"/>
                </a:lnTo>
                <a:lnTo>
                  <a:pt x="943332" y="2279381"/>
                </a:lnTo>
                <a:lnTo>
                  <a:pt x="942687" y="2279644"/>
                </a:lnTo>
                <a:lnTo>
                  <a:pt x="942054" y="2279916"/>
                </a:lnTo>
                <a:lnTo>
                  <a:pt x="941433" y="2280198"/>
                </a:lnTo>
                <a:lnTo>
                  <a:pt x="940824" y="2280489"/>
                </a:lnTo>
                <a:lnTo>
                  <a:pt x="940228" y="2280789"/>
                </a:lnTo>
                <a:lnTo>
                  <a:pt x="939644" y="2281099"/>
                </a:lnTo>
                <a:lnTo>
                  <a:pt x="939073" y="2281419"/>
                </a:lnTo>
                <a:lnTo>
                  <a:pt x="938514" y="2281747"/>
                </a:lnTo>
                <a:lnTo>
                  <a:pt x="937967" y="2282086"/>
                </a:lnTo>
                <a:lnTo>
                  <a:pt x="937432" y="2282433"/>
                </a:lnTo>
                <a:lnTo>
                  <a:pt x="936910" y="2282790"/>
                </a:lnTo>
                <a:lnTo>
                  <a:pt x="936400" y="2283156"/>
                </a:lnTo>
                <a:lnTo>
                  <a:pt x="935903" y="2283532"/>
                </a:lnTo>
                <a:lnTo>
                  <a:pt x="935418" y="2283917"/>
                </a:lnTo>
                <a:lnTo>
                  <a:pt x="934945" y="2284312"/>
                </a:lnTo>
                <a:lnTo>
                  <a:pt x="934484" y="2284715"/>
                </a:lnTo>
                <a:lnTo>
                  <a:pt x="934036" y="2285129"/>
                </a:lnTo>
                <a:lnTo>
                  <a:pt x="933600" y="2285551"/>
                </a:lnTo>
                <a:lnTo>
                  <a:pt x="933177" y="2285983"/>
                </a:lnTo>
                <a:lnTo>
                  <a:pt x="932765" y="2286425"/>
                </a:lnTo>
                <a:lnTo>
                  <a:pt x="932367" y="2286876"/>
                </a:lnTo>
                <a:lnTo>
                  <a:pt x="931980" y="2287336"/>
                </a:lnTo>
                <a:lnTo>
                  <a:pt x="931608" y="2287806"/>
                </a:lnTo>
                <a:lnTo>
                  <a:pt x="931251" y="2288286"/>
                </a:lnTo>
                <a:lnTo>
                  <a:pt x="930910" y="2288776"/>
                </a:lnTo>
                <a:lnTo>
                  <a:pt x="930585" y="2289276"/>
                </a:lnTo>
                <a:lnTo>
                  <a:pt x="930276" y="2289785"/>
                </a:lnTo>
                <a:lnTo>
                  <a:pt x="929983" y="2290305"/>
                </a:lnTo>
                <a:lnTo>
                  <a:pt x="929705" y="2290835"/>
                </a:lnTo>
                <a:lnTo>
                  <a:pt x="929444" y="2291375"/>
                </a:lnTo>
                <a:lnTo>
                  <a:pt x="929198" y="2291925"/>
                </a:lnTo>
                <a:lnTo>
                  <a:pt x="928968" y="2292484"/>
                </a:lnTo>
                <a:lnTo>
                  <a:pt x="928754" y="2293054"/>
                </a:lnTo>
                <a:lnTo>
                  <a:pt x="928556" y="2293634"/>
                </a:lnTo>
                <a:lnTo>
                  <a:pt x="928374" y="2294223"/>
                </a:lnTo>
                <a:lnTo>
                  <a:pt x="928208" y="2294823"/>
                </a:lnTo>
                <a:lnTo>
                  <a:pt x="928057" y="2295433"/>
                </a:lnTo>
                <a:lnTo>
                  <a:pt x="927922" y="2296052"/>
                </a:lnTo>
                <a:lnTo>
                  <a:pt x="927803" y="2296682"/>
                </a:lnTo>
                <a:lnTo>
                  <a:pt x="927700" y="2297321"/>
                </a:lnTo>
                <a:lnTo>
                  <a:pt x="927613" y="2297971"/>
                </a:lnTo>
                <a:lnTo>
                  <a:pt x="927542" y="2298631"/>
                </a:lnTo>
                <a:lnTo>
                  <a:pt x="927486" y="2299300"/>
                </a:lnTo>
                <a:lnTo>
                  <a:pt x="927447" y="2299980"/>
                </a:lnTo>
                <a:lnTo>
                  <a:pt x="927423" y="2300669"/>
                </a:lnTo>
                <a:lnTo>
                  <a:pt x="927415" y="2301369"/>
                </a:lnTo>
                <a:lnTo>
                  <a:pt x="927420" y="2301970"/>
                </a:lnTo>
                <a:lnTo>
                  <a:pt x="927436" y="2302564"/>
                </a:lnTo>
                <a:lnTo>
                  <a:pt x="927463" y="2303149"/>
                </a:lnTo>
                <a:lnTo>
                  <a:pt x="927500" y="2303726"/>
                </a:lnTo>
                <a:lnTo>
                  <a:pt x="927547" y="2304295"/>
                </a:lnTo>
                <a:lnTo>
                  <a:pt x="927605" y="2304856"/>
                </a:lnTo>
                <a:lnTo>
                  <a:pt x="927674" y="2305408"/>
                </a:lnTo>
                <a:lnTo>
                  <a:pt x="927753" y="2305952"/>
                </a:lnTo>
                <a:lnTo>
                  <a:pt x="927843" y="2306488"/>
                </a:lnTo>
                <a:lnTo>
                  <a:pt x="927943" y="2307016"/>
                </a:lnTo>
                <a:lnTo>
                  <a:pt x="928054" y="2307535"/>
                </a:lnTo>
                <a:lnTo>
                  <a:pt x="928176" y="2308047"/>
                </a:lnTo>
                <a:lnTo>
                  <a:pt x="928308" y="2308550"/>
                </a:lnTo>
                <a:lnTo>
                  <a:pt x="928451" y="2309045"/>
                </a:lnTo>
                <a:lnTo>
                  <a:pt x="928604" y="2309531"/>
                </a:lnTo>
                <a:lnTo>
                  <a:pt x="928768" y="2310010"/>
                </a:lnTo>
                <a:lnTo>
                  <a:pt x="928942" y="2310480"/>
                </a:lnTo>
                <a:lnTo>
                  <a:pt x="929127" y="2310942"/>
                </a:lnTo>
                <a:lnTo>
                  <a:pt x="929322" y="2311396"/>
                </a:lnTo>
                <a:lnTo>
                  <a:pt x="929529" y="2311841"/>
                </a:lnTo>
                <a:lnTo>
                  <a:pt x="929745" y="2312279"/>
                </a:lnTo>
                <a:lnTo>
                  <a:pt x="929972" y="2312708"/>
                </a:lnTo>
                <a:lnTo>
                  <a:pt x="930210" y="2313129"/>
                </a:lnTo>
                <a:lnTo>
                  <a:pt x="930458" y="2313541"/>
                </a:lnTo>
                <a:lnTo>
                  <a:pt x="930719" y="2313933"/>
                </a:lnTo>
                <a:lnTo>
                  <a:pt x="930993" y="2314319"/>
                </a:lnTo>
                <a:lnTo>
                  <a:pt x="931280" y="2314699"/>
                </a:lnTo>
                <a:lnTo>
                  <a:pt x="931581" y="2315072"/>
                </a:lnTo>
                <a:lnTo>
                  <a:pt x="931895" y="2315441"/>
                </a:lnTo>
                <a:lnTo>
                  <a:pt x="932223" y="2315803"/>
                </a:lnTo>
                <a:lnTo>
                  <a:pt x="932564" y="2316159"/>
                </a:lnTo>
                <a:lnTo>
                  <a:pt x="932919" y="2316510"/>
                </a:lnTo>
                <a:lnTo>
                  <a:pt x="933288" y="2316854"/>
                </a:lnTo>
                <a:lnTo>
                  <a:pt x="933669" y="2317193"/>
                </a:lnTo>
                <a:lnTo>
                  <a:pt x="934065" y="2317526"/>
                </a:lnTo>
                <a:lnTo>
                  <a:pt x="934474" y="2317853"/>
                </a:lnTo>
                <a:lnTo>
                  <a:pt x="934896" y="2318174"/>
                </a:lnTo>
                <a:lnTo>
                  <a:pt x="935332" y="2318489"/>
                </a:lnTo>
                <a:lnTo>
                  <a:pt x="935781" y="2318798"/>
                </a:lnTo>
                <a:lnTo>
                  <a:pt x="936244" y="2319102"/>
                </a:lnTo>
                <a:lnTo>
                  <a:pt x="936721" y="2319399"/>
                </a:lnTo>
                <a:lnTo>
                  <a:pt x="937211" y="2319691"/>
                </a:lnTo>
                <a:lnTo>
                  <a:pt x="937714" y="2319977"/>
                </a:lnTo>
                <a:lnTo>
                  <a:pt x="938231" y="2320257"/>
                </a:lnTo>
                <a:lnTo>
                  <a:pt x="938761" y="2320531"/>
                </a:lnTo>
                <a:lnTo>
                  <a:pt x="939305" y="2320800"/>
                </a:lnTo>
                <a:lnTo>
                  <a:pt x="939862" y="2321062"/>
                </a:lnTo>
                <a:lnTo>
                  <a:pt x="940433" y="2321318"/>
                </a:lnTo>
                <a:lnTo>
                  <a:pt x="941019" y="2321557"/>
                </a:lnTo>
                <a:lnTo>
                  <a:pt x="941619" y="2321792"/>
                </a:lnTo>
                <a:lnTo>
                  <a:pt x="942235" y="2322024"/>
                </a:lnTo>
                <a:lnTo>
                  <a:pt x="942866" y="2322253"/>
                </a:lnTo>
                <a:lnTo>
                  <a:pt x="943512" y="2322479"/>
                </a:lnTo>
                <a:lnTo>
                  <a:pt x="944174" y="2322703"/>
                </a:lnTo>
                <a:lnTo>
                  <a:pt x="944851" y="2322923"/>
                </a:lnTo>
                <a:lnTo>
                  <a:pt x="945543" y="2323141"/>
                </a:lnTo>
                <a:lnTo>
                  <a:pt x="946250" y="2323355"/>
                </a:lnTo>
                <a:lnTo>
                  <a:pt x="946973" y="2323567"/>
                </a:lnTo>
                <a:lnTo>
                  <a:pt x="947711" y="2323775"/>
                </a:lnTo>
                <a:lnTo>
                  <a:pt x="948464" y="2323981"/>
                </a:lnTo>
                <a:lnTo>
                  <a:pt x="949232" y="2324184"/>
                </a:lnTo>
                <a:lnTo>
                  <a:pt x="950016" y="2324384"/>
                </a:lnTo>
                <a:lnTo>
                  <a:pt x="950815" y="2324581"/>
                </a:lnTo>
                <a:lnTo>
                  <a:pt x="951629" y="2324775"/>
                </a:lnTo>
                <a:lnTo>
                  <a:pt x="952459" y="2324966"/>
                </a:lnTo>
                <a:lnTo>
                  <a:pt x="953304" y="2325154"/>
                </a:lnTo>
                <a:lnTo>
                  <a:pt x="954164" y="2325339"/>
                </a:lnTo>
                <a:lnTo>
                  <a:pt x="955039" y="2325522"/>
                </a:lnTo>
                <a:lnTo>
                  <a:pt x="955929" y="2325701"/>
                </a:lnTo>
                <a:lnTo>
                  <a:pt x="956835" y="2325877"/>
                </a:lnTo>
                <a:lnTo>
                  <a:pt x="957756" y="2326051"/>
                </a:lnTo>
                <a:lnTo>
                  <a:pt x="958693" y="2326221"/>
                </a:lnTo>
                <a:lnTo>
                  <a:pt x="959571" y="2326363"/>
                </a:lnTo>
                <a:lnTo>
                  <a:pt x="960433" y="2326504"/>
                </a:lnTo>
                <a:lnTo>
                  <a:pt x="961276" y="2326647"/>
                </a:lnTo>
                <a:lnTo>
                  <a:pt x="962102" y="2326790"/>
                </a:lnTo>
                <a:lnTo>
                  <a:pt x="962910" y="2326933"/>
                </a:lnTo>
                <a:lnTo>
                  <a:pt x="963701" y="2327077"/>
                </a:lnTo>
                <a:lnTo>
                  <a:pt x="964474" y="2327222"/>
                </a:lnTo>
                <a:lnTo>
                  <a:pt x="965230" y="2327367"/>
                </a:lnTo>
                <a:lnTo>
                  <a:pt x="965968" y="2327513"/>
                </a:lnTo>
                <a:lnTo>
                  <a:pt x="966688" y="2327660"/>
                </a:lnTo>
                <a:lnTo>
                  <a:pt x="967391" y="2327807"/>
                </a:lnTo>
                <a:lnTo>
                  <a:pt x="968076" y="2327954"/>
                </a:lnTo>
                <a:lnTo>
                  <a:pt x="968743" y="2328103"/>
                </a:lnTo>
                <a:lnTo>
                  <a:pt x="969393" y="2328251"/>
                </a:lnTo>
                <a:lnTo>
                  <a:pt x="970025" y="2328401"/>
                </a:lnTo>
                <a:lnTo>
                  <a:pt x="970640" y="2328551"/>
                </a:lnTo>
                <a:lnTo>
                  <a:pt x="971237" y="2328701"/>
                </a:lnTo>
                <a:lnTo>
                  <a:pt x="971816" y="2328853"/>
                </a:lnTo>
                <a:lnTo>
                  <a:pt x="972378" y="2329004"/>
                </a:lnTo>
                <a:lnTo>
                  <a:pt x="972922" y="2329157"/>
                </a:lnTo>
                <a:lnTo>
                  <a:pt x="973449" y="2329310"/>
                </a:lnTo>
                <a:lnTo>
                  <a:pt x="973958" y="2329463"/>
                </a:lnTo>
                <a:lnTo>
                  <a:pt x="974449" y="2329617"/>
                </a:lnTo>
                <a:lnTo>
                  <a:pt x="974923" y="2329772"/>
                </a:lnTo>
                <a:lnTo>
                  <a:pt x="975396" y="2329928"/>
                </a:lnTo>
                <a:lnTo>
                  <a:pt x="975856" y="2330087"/>
                </a:lnTo>
                <a:lnTo>
                  <a:pt x="976305" y="2330247"/>
                </a:lnTo>
                <a:lnTo>
                  <a:pt x="976741" y="2330411"/>
                </a:lnTo>
                <a:lnTo>
                  <a:pt x="977164" y="2330576"/>
                </a:lnTo>
                <a:lnTo>
                  <a:pt x="977575" y="2330744"/>
                </a:lnTo>
                <a:lnTo>
                  <a:pt x="977974" y="2330914"/>
                </a:lnTo>
                <a:lnTo>
                  <a:pt x="978361" y="2331087"/>
                </a:lnTo>
                <a:lnTo>
                  <a:pt x="978735" y="2331262"/>
                </a:lnTo>
                <a:lnTo>
                  <a:pt x="979097" y="2331439"/>
                </a:lnTo>
                <a:lnTo>
                  <a:pt x="979447" y="2331619"/>
                </a:lnTo>
                <a:lnTo>
                  <a:pt x="979784" y="2331801"/>
                </a:lnTo>
                <a:lnTo>
                  <a:pt x="980109" y="2331985"/>
                </a:lnTo>
                <a:lnTo>
                  <a:pt x="980421" y="2332172"/>
                </a:lnTo>
                <a:lnTo>
                  <a:pt x="980722" y="2332361"/>
                </a:lnTo>
                <a:lnTo>
                  <a:pt x="981010" y="2332552"/>
                </a:lnTo>
                <a:lnTo>
                  <a:pt x="981285" y="2332746"/>
                </a:lnTo>
                <a:lnTo>
                  <a:pt x="981548" y="2332942"/>
                </a:lnTo>
                <a:lnTo>
                  <a:pt x="981799" y="2333140"/>
                </a:lnTo>
                <a:lnTo>
                  <a:pt x="982038" y="2333341"/>
                </a:lnTo>
                <a:lnTo>
                  <a:pt x="982264" y="2333544"/>
                </a:lnTo>
                <a:lnTo>
                  <a:pt x="982478" y="2333750"/>
                </a:lnTo>
                <a:lnTo>
                  <a:pt x="982680" y="2333957"/>
                </a:lnTo>
                <a:lnTo>
                  <a:pt x="982869" y="2334168"/>
                </a:lnTo>
                <a:lnTo>
                  <a:pt x="983049" y="2334381"/>
                </a:lnTo>
                <a:lnTo>
                  <a:pt x="983220" y="2334600"/>
                </a:lnTo>
                <a:lnTo>
                  <a:pt x="983384" y="2334823"/>
                </a:lnTo>
                <a:lnTo>
                  <a:pt x="983541" y="2335051"/>
                </a:lnTo>
                <a:lnTo>
                  <a:pt x="983690" y="2335283"/>
                </a:lnTo>
                <a:lnTo>
                  <a:pt x="983831" y="2335520"/>
                </a:lnTo>
                <a:lnTo>
                  <a:pt x="983964" y="2335762"/>
                </a:lnTo>
                <a:lnTo>
                  <a:pt x="984090" y="2336009"/>
                </a:lnTo>
                <a:lnTo>
                  <a:pt x="984209" y="2336260"/>
                </a:lnTo>
                <a:lnTo>
                  <a:pt x="984319" y="2336516"/>
                </a:lnTo>
                <a:lnTo>
                  <a:pt x="984422" y="2336776"/>
                </a:lnTo>
                <a:lnTo>
                  <a:pt x="984518" y="2337042"/>
                </a:lnTo>
                <a:lnTo>
                  <a:pt x="984605" y="2337312"/>
                </a:lnTo>
                <a:lnTo>
                  <a:pt x="984686" y="2337587"/>
                </a:lnTo>
                <a:lnTo>
                  <a:pt x="984758" y="2337866"/>
                </a:lnTo>
                <a:lnTo>
                  <a:pt x="984823" y="2338150"/>
                </a:lnTo>
                <a:lnTo>
                  <a:pt x="984880" y="2338439"/>
                </a:lnTo>
                <a:lnTo>
                  <a:pt x="984930" y="2338732"/>
                </a:lnTo>
                <a:lnTo>
                  <a:pt x="984972" y="2339031"/>
                </a:lnTo>
                <a:lnTo>
                  <a:pt x="985006" y="2339334"/>
                </a:lnTo>
                <a:lnTo>
                  <a:pt x="985033" y="2339641"/>
                </a:lnTo>
                <a:lnTo>
                  <a:pt x="985052" y="2339954"/>
                </a:lnTo>
                <a:lnTo>
                  <a:pt x="985063" y="2340271"/>
                </a:lnTo>
                <a:lnTo>
                  <a:pt x="985067" y="2340592"/>
                </a:lnTo>
                <a:lnTo>
                  <a:pt x="985058" y="2341082"/>
                </a:lnTo>
                <a:lnTo>
                  <a:pt x="985029" y="2341563"/>
                </a:lnTo>
                <a:lnTo>
                  <a:pt x="984983" y="2342037"/>
                </a:lnTo>
                <a:lnTo>
                  <a:pt x="984917" y="2342504"/>
                </a:lnTo>
                <a:lnTo>
                  <a:pt x="984832" y="2342962"/>
                </a:lnTo>
                <a:lnTo>
                  <a:pt x="984729" y="2343414"/>
                </a:lnTo>
                <a:lnTo>
                  <a:pt x="984607" y="2343857"/>
                </a:lnTo>
                <a:lnTo>
                  <a:pt x="984466" y="2344293"/>
                </a:lnTo>
                <a:lnTo>
                  <a:pt x="984306" y="2344721"/>
                </a:lnTo>
                <a:lnTo>
                  <a:pt x="984128" y="2345142"/>
                </a:lnTo>
                <a:lnTo>
                  <a:pt x="983931" y="2345555"/>
                </a:lnTo>
                <a:lnTo>
                  <a:pt x="983715" y="2345960"/>
                </a:lnTo>
                <a:lnTo>
                  <a:pt x="983480" y="2346358"/>
                </a:lnTo>
                <a:lnTo>
                  <a:pt x="983226" y="2346748"/>
                </a:lnTo>
                <a:lnTo>
                  <a:pt x="982954" y="2347130"/>
                </a:lnTo>
                <a:lnTo>
                  <a:pt x="982663" y="2347505"/>
                </a:lnTo>
                <a:lnTo>
                  <a:pt x="982353" y="2347872"/>
                </a:lnTo>
                <a:lnTo>
                  <a:pt x="982024" y="2348232"/>
                </a:lnTo>
                <a:lnTo>
                  <a:pt x="981676" y="2348584"/>
                </a:lnTo>
                <a:lnTo>
                  <a:pt x="981310" y="2348928"/>
                </a:lnTo>
                <a:lnTo>
                  <a:pt x="980925" y="2349265"/>
                </a:lnTo>
                <a:lnTo>
                  <a:pt x="980521" y="2349594"/>
                </a:lnTo>
                <a:lnTo>
                  <a:pt x="980098" y="2349915"/>
                </a:lnTo>
                <a:lnTo>
                  <a:pt x="979657" y="2350229"/>
                </a:lnTo>
                <a:lnTo>
                  <a:pt x="979211" y="2350519"/>
                </a:lnTo>
                <a:lnTo>
                  <a:pt x="978748" y="2350796"/>
                </a:lnTo>
                <a:lnTo>
                  <a:pt x="978267" y="2351061"/>
                </a:lnTo>
                <a:lnTo>
                  <a:pt x="977769" y="2351314"/>
                </a:lnTo>
                <a:lnTo>
                  <a:pt x="977253" y="2351554"/>
                </a:lnTo>
                <a:lnTo>
                  <a:pt x="976719" y="2351782"/>
                </a:lnTo>
                <a:lnTo>
                  <a:pt x="976168" y="2351998"/>
                </a:lnTo>
                <a:lnTo>
                  <a:pt x="975599" y="2352201"/>
                </a:lnTo>
                <a:lnTo>
                  <a:pt x="975013" y="2352393"/>
                </a:lnTo>
                <a:lnTo>
                  <a:pt x="974409" y="2352571"/>
                </a:lnTo>
                <a:lnTo>
                  <a:pt x="973787" y="2352738"/>
                </a:lnTo>
                <a:lnTo>
                  <a:pt x="973148" y="2352892"/>
                </a:lnTo>
                <a:lnTo>
                  <a:pt x="972491" y="2353034"/>
                </a:lnTo>
                <a:lnTo>
                  <a:pt x="971816" y="2353163"/>
                </a:lnTo>
                <a:lnTo>
                  <a:pt x="971124" y="2353280"/>
                </a:lnTo>
                <a:lnTo>
                  <a:pt x="970415" y="2353385"/>
                </a:lnTo>
                <a:lnTo>
                  <a:pt x="969687" y="2353477"/>
                </a:lnTo>
                <a:lnTo>
                  <a:pt x="968942" y="2353558"/>
                </a:lnTo>
                <a:lnTo>
                  <a:pt x="968180" y="2353625"/>
                </a:lnTo>
                <a:lnTo>
                  <a:pt x="967400" y="2353681"/>
                </a:lnTo>
                <a:lnTo>
                  <a:pt x="966602" y="2353724"/>
                </a:lnTo>
                <a:lnTo>
                  <a:pt x="965786" y="2353755"/>
                </a:lnTo>
                <a:lnTo>
                  <a:pt x="964953" y="2353773"/>
                </a:lnTo>
                <a:lnTo>
                  <a:pt x="964103" y="2353779"/>
                </a:lnTo>
                <a:lnTo>
                  <a:pt x="963154" y="2353773"/>
                </a:lnTo>
                <a:lnTo>
                  <a:pt x="962223" y="2353752"/>
                </a:lnTo>
                <a:lnTo>
                  <a:pt x="961311" y="2353719"/>
                </a:lnTo>
                <a:lnTo>
                  <a:pt x="960416" y="2353671"/>
                </a:lnTo>
                <a:lnTo>
                  <a:pt x="959540" y="2353611"/>
                </a:lnTo>
                <a:lnTo>
                  <a:pt x="958682" y="2353536"/>
                </a:lnTo>
                <a:lnTo>
                  <a:pt x="957842" y="2353449"/>
                </a:lnTo>
                <a:lnTo>
                  <a:pt x="957021" y="2353347"/>
                </a:lnTo>
                <a:lnTo>
                  <a:pt x="956217" y="2353233"/>
                </a:lnTo>
                <a:lnTo>
                  <a:pt x="955432" y="2353104"/>
                </a:lnTo>
                <a:lnTo>
                  <a:pt x="954665" y="2352963"/>
                </a:lnTo>
                <a:lnTo>
                  <a:pt x="953916" y="2352807"/>
                </a:lnTo>
                <a:lnTo>
                  <a:pt x="953186" y="2352639"/>
                </a:lnTo>
                <a:lnTo>
                  <a:pt x="952474" y="2352456"/>
                </a:lnTo>
                <a:lnTo>
                  <a:pt x="951779" y="2352261"/>
                </a:lnTo>
                <a:lnTo>
                  <a:pt x="951103" y="2352051"/>
                </a:lnTo>
                <a:lnTo>
                  <a:pt x="950446" y="2351828"/>
                </a:lnTo>
                <a:lnTo>
                  <a:pt x="949806" y="2351592"/>
                </a:lnTo>
                <a:lnTo>
                  <a:pt x="949185" y="2351342"/>
                </a:lnTo>
                <a:lnTo>
                  <a:pt x="948581" y="2351079"/>
                </a:lnTo>
                <a:lnTo>
                  <a:pt x="947996" y="2350802"/>
                </a:lnTo>
                <a:lnTo>
                  <a:pt x="947430" y="2350512"/>
                </a:lnTo>
                <a:lnTo>
                  <a:pt x="946881" y="2350208"/>
                </a:lnTo>
                <a:lnTo>
                  <a:pt x="946351" y="2349891"/>
                </a:lnTo>
                <a:lnTo>
                  <a:pt x="945854" y="2349547"/>
                </a:lnTo>
                <a:lnTo>
                  <a:pt x="945379" y="2349193"/>
                </a:lnTo>
                <a:lnTo>
                  <a:pt x="944924" y="2348829"/>
                </a:lnTo>
                <a:lnTo>
                  <a:pt x="944491" y="2348454"/>
                </a:lnTo>
                <a:lnTo>
                  <a:pt x="944079" y="2348068"/>
                </a:lnTo>
                <a:lnTo>
                  <a:pt x="943688" y="2347672"/>
                </a:lnTo>
                <a:lnTo>
                  <a:pt x="943318" y="2347265"/>
                </a:lnTo>
                <a:lnTo>
                  <a:pt x="942969" y="2346848"/>
                </a:lnTo>
                <a:lnTo>
                  <a:pt x="942642" y="2346420"/>
                </a:lnTo>
                <a:lnTo>
                  <a:pt x="942335" y="2345981"/>
                </a:lnTo>
                <a:lnTo>
                  <a:pt x="942050" y="2345532"/>
                </a:lnTo>
                <a:lnTo>
                  <a:pt x="941786" y="2345072"/>
                </a:lnTo>
                <a:lnTo>
                  <a:pt x="941543" y="2344602"/>
                </a:lnTo>
                <a:lnTo>
                  <a:pt x="941321" y="2344121"/>
                </a:lnTo>
                <a:lnTo>
                  <a:pt x="941120" y="2343630"/>
                </a:lnTo>
                <a:lnTo>
                  <a:pt x="940941" y="2343128"/>
                </a:lnTo>
                <a:lnTo>
                  <a:pt x="940782" y="2342616"/>
                </a:lnTo>
                <a:lnTo>
                  <a:pt x="940645" y="2342093"/>
                </a:lnTo>
                <a:lnTo>
                  <a:pt x="940528" y="2341559"/>
                </a:lnTo>
                <a:lnTo>
                  <a:pt x="940433" y="2341015"/>
                </a:lnTo>
                <a:lnTo>
                  <a:pt x="940359" y="2340460"/>
                </a:lnTo>
                <a:lnTo>
                  <a:pt x="940307" y="2339895"/>
                </a:lnTo>
                <a:lnTo>
                  <a:pt x="940275" y="2339319"/>
                </a:lnTo>
                <a:lnTo>
                  <a:pt x="940264" y="2338732"/>
                </a:lnTo>
                <a:lnTo>
                  <a:pt x="940264" y="2337042"/>
                </a:lnTo>
                <a:lnTo>
                  <a:pt x="925724" y="2337042"/>
                </a:lnTo>
                <a:lnTo>
                  <a:pt x="925711" y="2337140"/>
                </a:lnTo>
                <a:lnTo>
                  <a:pt x="925697" y="2337238"/>
                </a:lnTo>
                <a:lnTo>
                  <a:pt x="925685" y="2337335"/>
                </a:lnTo>
                <a:lnTo>
                  <a:pt x="925673" y="2337431"/>
                </a:lnTo>
                <a:lnTo>
                  <a:pt x="925661" y="2337527"/>
                </a:lnTo>
                <a:lnTo>
                  <a:pt x="925651" y="2337623"/>
                </a:lnTo>
                <a:lnTo>
                  <a:pt x="925640" y="2337718"/>
                </a:lnTo>
                <a:lnTo>
                  <a:pt x="925631" y="2337812"/>
                </a:lnTo>
                <a:lnTo>
                  <a:pt x="925621" y="2337905"/>
                </a:lnTo>
                <a:lnTo>
                  <a:pt x="925613" y="2337999"/>
                </a:lnTo>
                <a:lnTo>
                  <a:pt x="925605" y="2338091"/>
                </a:lnTo>
                <a:lnTo>
                  <a:pt x="925598" y="2338183"/>
                </a:lnTo>
                <a:lnTo>
                  <a:pt x="925591" y="2338274"/>
                </a:lnTo>
                <a:lnTo>
                  <a:pt x="925585" y="2338365"/>
                </a:lnTo>
                <a:lnTo>
                  <a:pt x="925579" y="2338455"/>
                </a:lnTo>
                <a:lnTo>
                  <a:pt x="925574" y="2338545"/>
                </a:lnTo>
                <a:lnTo>
                  <a:pt x="925570" y="2338633"/>
                </a:lnTo>
                <a:lnTo>
                  <a:pt x="925566" y="2338722"/>
                </a:lnTo>
                <a:lnTo>
                  <a:pt x="925563" y="2338810"/>
                </a:lnTo>
                <a:lnTo>
                  <a:pt x="925560" y="2338897"/>
                </a:lnTo>
                <a:lnTo>
                  <a:pt x="925558" y="2338983"/>
                </a:lnTo>
                <a:lnTo>
                  <a:pt x="925557" y="2339069"/>
                </a:lnTo>
                <a:lnTo>
                  <a:pt x="925556" y="2339155"/>
                </a:lnTo>
                <a:lnTo>
                  <a:pt x="925555" y="2339240"/>
                </a:lnTo>
                <a:lnTo>
                  <a:pt x="925555" y="2339323"/>
                </a:lnTo>
                <a:lnTo>
                  <a:pt x="925555" y="2339405"/>
                </a:lnTo>
                <a:lnTo>
                  <a:pt x="925555" y="2339485"/>
                </a:lnTo>
                <a:lnTo>
                  <a:pt x="925555" y="2339564"/>
                </a:lnTo>
                <a:lnTo>
                  <a:pt x="925555" y="2339640"/>
                </a:lnTo>
                <a:lnTo>
                  <a:pt x="925555" y="2339715"/>
                </a:lnTo>
                <a:lnTo>
                  <a:pt x="925555" y="2339788"/>
                </a:lnTo>
                <a:lnTo>
                  <a:pt x="925555" y="2339860"/>
                </a:lnTo>
                <a:lnTo>
                  <a:pt x="925555" y="2339929"/>
                </a:lnTo>
                <a:lnTo>
                  <a:pt x="925555" y="2339997"/>
                </a:lnTo>
                <a:lnTo>
                  <a:pt x="925555" y="2340063"/>
                </a:lnTo>
                <a:lnTo>
                  <a:pt x="925555" y="2340127"/>
                </a:lnTo>
                <a:lnTo>
                  <a:pt x="925555" y="2340190"/>
                </a:lnTo>
                <a:lnTo>
                  <a:pt x="925555" y="2340251"/>
                </a:lnTo>
                <a:lnTo>
                  <a:pt x="925555" y="2340310"/>
                </a:lnTo>
                <a:lnTo>
                  <a:pt x="925555" y="2340367"/>
                </a:lnTo>
                <a:lnTo>
                  <a:pt x="925555" y="2340422"/>
                </a:lnTo>
                <a:lnTo>
                  <a:pt x="925555" y="2340476"/>
                </a:lnTo>
                <a:lnTo>
                  <a:pt x="925555" y="2340528"/>
                </a:lnTo>
                <a:lnTo>
                  <a:pt x="925555" y="2340578"/>
                </a:lnTo>
                <a:lnTo>
                  <a:pt x="925555" y="2340626"/>
                </a:lnTo>
                <a:lnTo>
                  <a:pt x="925555" y="2340673"/>
                </a:lnTo>
                <a:lnTo>
                  <a:pt x="925555" y="2340718"/>
                </a:lnTo>
                <a:lnTo>
                  <a:pt x="925555" y="2340761"/>
                </a:lnTo>
                <a:lnTo>
                  <a:pt x="925563" y="2341406"/>
                </a:lnTo>
                <a:lnTo>
                  <a:pt x="925587" y="2342043"/>
                </a:lnTo>
                <a:lnTo>
                  <a:pt x="925627" y="2342674"/>
                </a:lnTo>
                <a:lnTo>
                  <a:pt x="925682" y="2343297"/>
                </a:lnTo>
                <a:lnTo>
                  <a:pt x="925754" y="2343914"/>
                </a:lnTo>
                <a:lnTo>
                  <a:pt x="925841" y="2344523"/>
                </a:lnTo>
                <a:lnTo>
                  <a:pt x="925944" y="2345125"/>
                </a:lnTo>
                <a:lnTo>
                  <a:pt x="926063" y="2345721"/>
                </a:lnTo>
                <a:lnTo>
                  <a:pt x="926197" y="2346309"/>
                </a:lnTo>
                <a:lnTo>
                  <a:pt x="926348" y="2346890"/>
                </a:lnTo>
                <a:lnTo>
                  <a:pt x="926514" y="2347464"/>
                </a:lnTo>
                <a:lnTo>
                  <a:pt x="926697" y="2348031"/>
                </a:lnTo>
                <a:lnTo>
                  <a:pt x="926895" y="2348591"/>
                </a:lnTo>
                <a:lnTo>
                  <a:pt x="927109" y="2349144"/>
                </a:lnTo>
                <a:lnTo>
                  <a:pt x="927339" y="2349690"/>
                </a:lnTo>
                <a:lnTo>
                  <a:pt x="927584" y="2350229"/>
                </a:lnTo>
                <a:lnTo>
                  <a:pt x="927846" y="2350761"/>
                </a:lnTo>
                <a:lnTo>
                  <a:pt x="928123" y="2351286"/>
                </a:lnTo>
                <a:lnTo>
                  <a:pt x="928416" y="2351804"/>
                </a:lnTo>
                <a:lnTo>
                  <a:pt x="928725" y="2352314"/>
                </a:lnTo>
                <a:lnTo>
                  <a:pt x="929050" y="2352818"/>
                </a:lnTo>
                <a:lnTo>
                  <a:pt x="929391" y="2353315"/>
                </a:lnTo>
                <a:lnTo>
                  <a:pt x="929748" y="2353804"/>
                </a:lnTo>
                <a:lnTo>
                  <a:pt x="930120" y="2354287"/>
                </a:lnTo>
                <a:lnTo>
                  <a:pt x="930521" y="2354747"/>
                </a:lnTo>
                <a:lnTo>
                  <a:pt x="930933" y="2355199"/>
                </a:lnTo>
                <a:lnTo>
                  <a:pt x="931357" y="2355642"/>
                </a:lnTo>
                <a:lnTo>
                  <a:pt x="931792" y="2356076"/>
                </a:lnTo>
                <a:lnTo>
                  <a:pt x="932240" y="2356501"/>
                </a:lnTo>
                <a:lnTo>
                  <a:pt x="932699" y="2356918"/>
                </a:lnTo>
                <a:lnTo>
                  <a:pt x="933169" y="2357326"/>
                </a:lnTo>
                <a:lnTo>
                  <a:pt x="933652" y="2357724"/>
                </a:lnTo>
                <a:lnTo>
                  <a:pt x="934146" y="2358115"/>
                </a:lnTo>
                <a:lnTo>
                  <a:pt x="934652" y="2358496"/>
                </a:lnTo>
                <a:lnTo>
                  <a:pt x="935170" y="2358868"/>
                </a:lnTo>
                <a:lnTo>
                  <a:pt x="935699" y="2359232"/>
                </a:lnTo>
                <a:lnTo>
                  <a:pt x="936241" y="2359587"/>
                </a:lnTo>
                <a:lnTo>
                  <a:pt x="936794" y="2359933"/>
                </a:lnTo>
                <a:lnTo>
                  <a:pt x="937358" y="2360270"/>
                </a:lnTo>
                <a:lnTo>
                  <a:pt x="937935" y="2360599"/>
                </a:lnTo>
                <a:lnTo>
                  <a:pt x="938523" y="2360918"/>
                </a:lnTo>
                <a:lnTo>
                  <a:pt x="939123" y="2361229"/>
                </a:lnTo>
                <a:lnTo>
                  <a:pt x="939735" y="2361531"/>
                </a:lnTo>
                <a:lnTo>
                  <a:pt x="940358" y="2361824"/>
                </a:lnTo>
                <a:lnTo>
                  <a:pt x="940993" y="2362109"/>
                </a:lnTo>
                <a:lnTo>
                  <a:pt x="941640" y="2362384"/>
                </a:lnTo>
                <a:lnTo>
                  <a:pt x="942299" y="2362651"/>
                </a:lnTo>
                <a:lnTo>
                  <a:pt x="942969" y="2362909"/>
                </a:lnTo>
                <a:lnTo>
                  <a:pt x="943664" y="2363144"/>
                </a:lnTo>
                <a:lnTo>
                  <a:pt x="944367" y="2363368"/>
                </a:lnTo>
                <a:lnTo>
                  <a:pt x="945077" y="2363583"/>
                </a:lnTo>
                <a:lnTo>
                  <a:pt x="945797" y="2363787"/>
                </a:lnTo>
                <a:lnTo>
                  <a:pt x="946524" y="2363982"/>
                </a:lnTo>
                <a:lnTo>
                  <a:pt x="947259" y="2364167"/>
                </a:lnTo>
                <a:lnTo>
                  <a:pt x="948003" y="2364341"/>
                </a:lnTo>
                <a:lnTo>
                  <a:pt x="948755" y="2364506"/>
                </a:lnTo>
                <a:lnTo>
                  <a:pt x="949515" y="2364661"/>
                </a:lnTo>
                <a:lnTo>
                  <a:pt x="950284" y="2364805"/>
                </a:lnTo>
                <a:lnTo>
                  <a:pt x="951061" y="2364940"/>
                </a:lnTo>
                <a:lnTo>
                  <a:pt x="951845" y="2365065"/>
                </a:lnTo>
                <a:lnTo>
                  <a:pt x="952639" y="2365179"/>
                </a:lnTo>
                <a:lnTo>
                  <a:pt x="953440" y="2365284"/>
                </a:lnTo>
                <a:lnTo>
                  <a:pt x="954249" y="2365379"/>
                </a:lnTo>
                <a:lnTo>
                  <a:pt x="955067" y="2365464"/>
                </a:lnTo>
                <a:lnTo>
                  <a:pt x="955893" y="2365539"/>
                </a:lnTo>
                <a:lnTo>
                  <a:pt x="956727" y="2365604"/>
                </a:lnTo>
                <a:lnTo>
                  <a:pt x="957570" y="2365658"/>
                </a:lnTo>
                <a:lnTo>
                  <a:pt x="958420" y="2365703"/>
                </a:lnTo>
                <a:lnTo>
                  <a:pt x="959279" y="2365738"/>
                </a:lnTo>
                <a:lnTo>
                  <a:pt x="960146" y="2365763"/>
                </a:lnTo>
                <a:lnTo>
                  <a:pt x="961021" y="2365778"/>
                </a:lnTo>
                <a:lnTo>
                  <a:pt x="961905" y="2365783"/>
                </a:lnTo>
                <a:lnTo>
                  <a:pt x="962913" y="2365778"/>
                </a:lnTo>
                <a:lnTo>
                  <a:pt x="963909" y="2365763"/>
                </a:lnTo>
                <a:lnTo>
                  <a:pt x="964893" y="2365738"/>
                </a:lnTo>
                <a:lnTo>
                  <a:pt x="965864" y="2365703"/>
                </a:lnTo>
                <a:lnTo>
                  <a:pt x="966823" y="2365658"/>
                </a:lnTo>
                <a:lnTo>
                  <a:pt x="967769" y="2365604"/>
                </a:lnTo>
                <a:lnTo>
                  <a:pt x="968704" y="2365539"/>
                </a:lnTo>
                <a:lnTo>
                  <a:pt x="969626" y="2365464"/>
                </a:lnTo>
                <a:close/>
                <a:moveTo>
                  <a:pt x="887966" y="2395273"/>
                </a:moveTo>
                <a:lnTo>
                  <a:pt x="888859" y="2395088"/>
                </a:lnTo>
                <a:lnTo>
                  <a:pt x="889732" y="2394879"/>
                </a:lnTo>
                <a:lnTo>
                  <a:pt x="890585" y="2394644"/>
                </a:lnTo>
                <a:lnTo>
                  <a:pt x="891418" y="2394385"/>
                </a:lnTo>
                <a:lnTo>
                  <a:pt x="892231" y="2394102"/>
                </a:lnTo>
                <a:lnTo>
                  <a:pt x="893024" y="2393794"/>
                </a:lnTo>
                <a:lnTo>
                  <a:pt x="893797" y="2393461"/>
                </a:lnTo>
                <a:lnTo>
                  <a:pt x="894550" y="2393103"/>
                </a:lnTo>
                <a:lnTo>
                  <a:pt x="895283" y="2392721"/>
                </a:lnTo>
                <a:lnTo>
                  <a:pt x="895997" y="2392314"/>
                </a:lnTo>
                <a:lnTo>
                  <a:pt x="896690" y="2391883"/>
                </a:lnTo>
                <a:lnTo>
                  <a:pt x="897363" y="2391427"/>
                </a:lnTo>
                <a:lnTo>
                  <a:pt x="898017" y="2390946"/>
                </a:lnTo>
                <a:lnTo>
                  <a:pt x="898650" y="2390441"/>
                </a:lnTo>
                <a:lnTo>
                  <a:pt x="899263" y="2389910"/>
                </a:lnTo>
                <a:lnTo>
                  <a:pt x="899857" y="2389356"/>
                </a:lnTo>
                <a:lnTo>
                  <a:pt x="900431" y="2388776"/>
                </a:lnTo>
                <a:lnTo>
                  <a:pt x="900996" y="2388192"/>
                </a:lnTo>
                <a:lnTo>
                  <a:pt x="901538" y="2387593"/>
                </a:lnTo>
                <a:lnTo>
                  <a:pt x="902055" y="2386980"/>
                </a:lnTo>
                <a:lnTo>
                  <a:pt x="902549" y="2386353"/>
                </a:lnTo>
                <a:lnTo>
                  <a:pt x="903018" y="2385712"/>
                </a:lnTo>
                <a:lnTo>
                  <a:pt x="903463" y="2385057"/>
                </a:lnTo>
                <a:lnTo>
                  <a:pt x="903884" y="2384388"/>
                </a:lnTo>
                <a:lnTo>
                  <a:pt x="904281" y="2383704"/>
                </a:lnTo>
                <a:lnTo>
                  <a:pt x="904655" y="2383007"/>
                </a:lnTo>
                <a:lnTo>
                  <a:pt x="905004" y="2382295"/>
                </a:lnTo>
                <a:lnTo>
                  <a:pt x="905328" y="2381570"/>
                </a:lnTo>
                <a:lnTo>
                  <a:pt x="905629" y="2380830"/>
                </a:lnTo>
                <a:lnTo>
                  <a:pt x="905906" y="2380076"/>
                </a:lnTo>
                <a:lnTo>
                  <a:pt x="906159" y="2379309"/>
                </a:lnTo>
                <a:lnTo>
                  <a:pt x="906387" y="2378527"/>
                </a:lnTo>
                <a:lnTo>
                  <a:pt x="906592" y="2377731"/>
                </a:lnTo>
                <a:lnTo>
                  <a:pt x="906773" y="2376921"/>
                </a:lnTo>
                <a:lnTo>
                  <a:pt x="906929" y="2376096"/>
                </a:lnTo>
                <a:lnTo>
                  <a:pt x="907061" y="2375258"/>
                </a:lnTo>
                <a:lnTo>
                  <a:pt x="907170" y="2374406"/>
                </a:lnTo>
                <a:lnTo>
                  <a:pt x="907254" y="2373539"/>
                </a:lnTo>
                <a:lnTo>
                  <a:pt x="907314" y="2372659"/>
                </a:lnTo>
                <a:lnTo>
                  <a:pt x="907350" y="2371764"/>
                </a:lnTo>
                <a:lnTo>
                  <a:pt x="907362" y="2370855"/>
                </a:lnTo>
                <a:lnTo>
                  <a:pt x="907350" y="2370017"/>
                </a:lnTo>
                <a:lnTo>
                  <a:pt x="907314" y="2369193"/>
                </a:lnTo>
                <a:lnTo>
                  <a:pt x="907254" y="2368383"/>
                </a:lnTo>
                <a:lnTo>
                  <a:pt x="907170" y="2367587"/>
                </a:lnTo>
                <a:lnTo>
                  <a:pt x="907061" y="2366805"/>
                </a:lnTo>
                <a:lnTo>
                  <a:pt x="906929" y="2366037"/>
                </a:lnTo>
                <a:lnTo>
                  <a:pt x="906773" y="2365283"/>
                </a:lnTo>
                <a:lnTo>
                  <a:pt x="906592" y="2364543"/>
                </a:lnTo>
                <a:lnTo>
                  <a:pt x="906387" y="2363818"/>
                </a:lnTo>
                <a:lnTo>
                  <a:pt x="906159" y="2363106"/>
                </a:lnTo>
                <a:lnTo>
                  <a:pt x="905906" y="2362409"/>
                </a:lnTo>
                <a:lnTo>
                  <a:pt x="905629" y="2361726"/>
                </a:lnTo>
                <a:lnTo>
                  <a:pt x="905328" y="2361056"/>
                </a:lnTo>
                <a:lnTo>
                  <a:pt x="905004" y="2360401"/>
                </a:lnTo>
                <a:lnTo>
                  <a:pt x="904655" y="2359760"/>
                </a:lnTo>
                <a:lnTo>
                  <a:pt x="904281" y="2359133"/>
                </a:lnTo>
                <a:lnTo>
                  <a:pt x="903884" y="2358520"/>
                </a:lnTo>
                <a:lnTo>
                  <a:pt x="903463" y="2357922"/>
                </a:lnTo>
                <a:lnTo>
                  <a:pt x="903018" y="2357337"/>
                </a:lnTo>
                <a:lnTo>
                  <a:pt x="902549" y="2356766"/>
                </a:lnTo>
                <a:lnTo>
                  <a:pt x="902055" y="2356210"/>
                </a:lnTo>
                <a:lnTo>
                  <a:pt x="901538" y="2355667"/>
                </a:lnTo>
                <a:lnTo>
                  <a:pt x="900996" y="2355139"/>
                </a:lnTo>
                <a:lnTo>
                  <a:pt x="900431" y="2354625"/>
                </a:lnTo>
                <a:lnTo>
                  <a:pt x="899858" y="2354114"/>
                </a:lnTo>
                <a:lnTo>
                  <a:pt x="899267" y="2353626"/>
                </a:lnTo>
                <a:lnTo>
                  <a:pt x="898658" y="2353159"/>
                </a:lnTo>
                <a:lnTo>
                  <a:pt x="898031" y="2352713"/>
                </a:lnTo>
                <a:lnTo>
                  <a:pt x="897385" y="2352290"/>
                </a:lnTo>
                <a:lnTo>
                  <a:pt x="896722" y="2351888"/>
                </a:lnTo>
                <a:lnTo>
                  <a:pt x="896040" y="2351508"/>
                </a:lnTo>
                <a:lnTo>
                  <a:pt x="895340" y="2351150"/>
                </a:lnTo>
                <a:lnTo>
                  <a:pt x="894621" y="2350813"/>
                </a:lnTo>
                <a:lnTo>
                  <a:pt x="893885" y="2350498"/>
                </a:lnTo>
                <a:lnTo>
                  <a:pt x="893130" y="2350205"/>
                </a:lnTo>
                <a:lnTo>
                  <a:pt x="892358" y="2349933"/>
                </a:lnTo>
                <a:lnTo>
                  <a:pt x="891567" y="2349683"/>
                </a:lnTo>
                <a:lnTo>
                  <a:pt x="890757" y="2349455"/>
                </a:lnTo>
                <a:lnTo>
                  <a:pt x="889930" y="2349249"/>
                </a:lnTo>
                <a:lnTo>
                  <a:pt x="889084" y="2349064"/>
                </a:lnTo>
                <a:lnTo>
                  <a:pt x="888220" y="2348901"/>
                </a:lnTo>
                <a:lnTo>
                  <a:pt x="887338" y="2348760"/>
                </a:lnTo>
                <a:lnTo>
                  <a:pt x="886438" y="2348641"/>
                </a:lnTo>
                <a:lnTo>
                  <a:pt x="885520" y="2348543"/>
                </a:lnTo>
                <a:lnTo>
                  <a:pt x="884583" y="2348467"/>
                </a:lnTo>
                <a:lnTo>
                  <a:pt x="883628" y="2348413"/>
                </a:lnTo>
                <a:lnTo>
                  <a:pt x="882655" y="2348380"/>
                </a:lnTo>
                <a:lnTo>
                  <a:pt x="881664" y="2348369"/>
                </a:lnTo>
                <a:lnTo>
                  <a:pt x="851063" y="2348369"/>
                </a:lnTo>
                <a:lnTo>
                  <a:pt x="850644" y="2348366"/>
                </a:lnTo>
                <a:lnTo>
                  <a:pt x="850233" y="2348354"/>
                </a:lnTo>
                <a:lnTo>
                  <a:pt x="849829" y="2348335"/>
                </a:lnTo>
                <a:lnTo>
                  <a:pt x="849433" y="2348308"/>
                </a:lnTo>
                <a:lnTo>
                  <a:pt x="849045" y="2348274"/>
                </a:lnTo>
                <a:lnTo>
                  <a:pt x="848664" y="2348232"/>
                </a:lnTo>
                <a:lnTo>
                  <a:pt x="848291" y="2348182"/>
                </a:lnTo>
                <a:lnTo>
                  <a:pt x="847926" y="2348125"/>
                </a:lnTo>
                <a:lnTo>
                  <a:pt x="847568" y="2348060"/>
                </a:lnTo>
                <a:lnTo>
                  <a:pt x="847218" y="2347988"/>
                </a:lnTo>
                <a:lnTo>
                  <a:pt x="846875" y="2347908"/>
                </a:lnTo>
                <a:lnTo>
                  <a:pt x="846540" y="2347820"/>
                </a:lnTo>
                <a:lnTo>
                  <a:pt x="846213" y="2347724"/>
                </a:lnTo>
                <a:lnTo>
                  <a:pt x="845893" y="2347621"/>
                </a:lnTo>
                <a:lnTo>
                  <a:pt x="845581" y="2347511"/>
                </a:lnTo>
                <a:lnTo>
                  <a:pt x="845277" y="2347392"/>
                </a:lnTo>
                <a:lnTo>
                  <a:pt x="844980" y="2347267"/>
                </a:lnTo>
                <a:lnTo>
                  <a:pt x="844691" y="2347133"/>
                </a:lnTo>
                <a:lnTo>
                  <a:pt x="844410" y="2346992"/>
                </a:lnTo>
                <a:lnTo>
                  <a:pt x="844136" y="2346843"/>
                </a:lnTo>
                <a:lnTo>
                  <a:pt x="843870" y="2346686"/>
                </a:lnTo>
                <a:lnTo>
                  <a:pt x="843611" y="2346522"/>
                </a:lnTo>
                <a:lnTo>
                  <a:pt x="843360" y="2346351"/>
                </a:lnTo>
                <a:lnTo>
                  <a:pt x="843117" y="2346171"/>
                </a:lnTo>
                <a:lnTo>
                  <a:pt x="842882" y="2345971"/>
                </a:lnTo>
                <a:lnTo>
                  <a:pt x="842658" y="2345764"/>
                </a:lnTo>
                <a:lnTo>
                  <a:pt x="842443" y="2345551"/>
                </a:lnTo>
                <a:lnTo>
                  <a:pt x="842239" y="2345331"/>
                </a:lnTo>
                <a:lnTo>
                  <a:pt x="842044" y="2345104"/>
                </a:lnTo>
                <a:lnTo>
                  <a:pt x="841859" y="2344872"/>
                </a:lnTo>
                <a:lnTo>
                  <a:pt x="841685" y="2344632"/>
                </a:lnTo>
                <a:lnTo>
                  <a:pt x="841520" y="2344387"/>
                </a:lnTo>
                <a:lnTo>
                  <a:pt x="841365" y="2344135"/>
                </a:lnTo>
                <a:lnTo>
                  <a:pt x="841221" y="2343876"/>
                </a:lnTo>
                <a:lnTo>
                  <a:pt x="841086" y="2343611"/>
                </a:lnTo>
                <a:lnTo>
                  <a:pt x="840961" y="2343340"/>
                </a:lnTo>
                <a:lnTo>
                  <a:pt x="840846" y="2343062"/>
                </a:lnTo>
                <a:lnTo>
                  <a:pt x="840742" y="2342777"/>
                </a:lnTo>
                <a:lnTo>
                  <a:pt x="840647" y="2342486"/>
                </a:lnTo>
                <a:lnTo>
                  <a:pt x="840562" y="2342189"/>
                </a:lnTo>
                <a:lnTo>
                  <a:pt x="840487" y="2341885"/>
                </a:lnTo>
                <a:lnTo>
                  <a:pt x="840422" y="2341575"/>
                </a:lnTo>
                <a:lnTo>
                  <a:pt x="840367" y="2341258"/>
                </a:lnTo>
                <a:lnTo>
                  <a:pt x="840322" y="2340935"/>
                </a:lnTo>
                <a:lnTo>
                  <a:pt x="840288" y="2340605"/>
                </a:lnTo>
                <a:lnTo>
                  <a:pt x="840263" y="2340269"/>
                </a:lnTo>
                <a:lnTo>
                  <a:pt x="840248" y="2339927"/>
                </a:lnTo>
                <a:lnTo>
                  <a:pt x="840243" y="2339578"/>
                </a:lnTo>
                <a:lnTo>
                  <a:pt x="840248" y="2339229"/>
                </a:lnTo>
                <a:lnTo>
                  <a:pt x="840263" y="2338886"/>
                </a:lnTo>
                <a:lnTo>
                  <a:pt x="840288" y="2338550"/>
                </a:lnTo>
                <a:lnTo>
                  <a:pt x="840322" y="2338220"/>
                </a:lnTo>
                <a:lnTo>
                  <a:pt x="840367" y="2337897"/>
                </a:lnTo>
                <a:lnTo>
                  <a:pt x="840422" y="2337581"/>
                </a:lnTo>
                <a:lnTo>
                  <a:pt x="840487" y="2337270"/>
                </a:lnTo>
                <a:lnTo>
                  <a:pt x="840562" y="2336967"/>
                </a:lnTo>
                <a:lnTo>
                  <a:pt x="840647" y="2336669"/>
                </a:lnTo>
                <a:lnTo>
                  <a:pt x="840742" y="2336378"/>
                </a:lnTo>
                <a:lnTo>
                  <a:pt x="840846" y="2336094"/>
                </a:lnTo>
                <a:lnTo>
                  <a:pt x="840961" y="2335816"/>
                </a:lnTo>
                <a:lnTo>
                  <a:pt x="841086" y="2335544"/>
                </a:lnTo>
                <a:lnTo>
                  <a:pt x="841221" y="2335279"/>
                </a:lnTo>
                <a:lnTo>
                  <a:pt x="841365" y="2335021"/>
                </a:lnTo>
                <a:lnTo>
                  <a:pt x="841520" y="2334769"/>
                </a:lnTo>
                <a:lnTo>
                  <a:pt x="841685" y="2334523"/>
                </a:lnTo>
                <a:lnTo>
                  <a:pt x="841859" y="2334284"/>
                </a:lnTo>
                <a:lnTo>
                  <a:pt x="842044" y="2334051"/>
                </a:lnTo>
                <a:lnTo>
                  <a:pt x="842239" y="2333825"/>
                </a:lnTo>
                <a:lnTo>
                  <a:pt x="842443" y="2333605"/>
                </a:lnTo>
                <a:lnTo>
                  <a:pt x="842658" y="2333392"/>
                </a:lnTo>
                <a:lnTo>
                  <a:pt x="842882" y="2333185"/>
                </a:lnTo>
                <a:lnTo>
                  <a:pt x="843117" y="2332984"/>
                </a:lnTo>
                <a:lnTo>
                  <a:pt x="843374" y="2332791"/>
                </a:lnTo>
                <a:lnTo>
                  <a:pt x="843638" y="2332606"/>
                </a:lnTo>
                <a:lnTo>
                  <a:pt x="843909" y="2332429"/>
                </a:lnTo>
                <a:lnTo>
                  <a:pt x="844187" y="2332261"/>
                </a:lnTo>
                <a:lnTo>
                  <a:pt x="844473" y="2332101"/>
                </a:lnTo>
                <a:lnTo>
                  <a:pt x="844765" y="2331949"/>
                </a:lnTo>
                <a:lnTo>
                  <a:pt x="845065" y="2331805"/>
                </a:lnTo>
                <a:lnTo>
                  <a:pt x="845371" y="2331669"/>
                </a:lnTo>
                <a:lnTo>
                  <a:pt x="845684" y="2331542"/>
                </a:lnTo>
                <a:lnTo>
                  <a:pt x="846005" y="2331423"/>
                </a:lnTo>
                <a:lnTo>
                  <a:pt x="846333" y="2331312"/>
                </a:lnTo>
                <a:lnTo>
                  <a:pt x="846667" y="2331209"/>
                </a:lnTo>
                <a:lnTo>
                  <a:pt x="847009" y="2331114"/>
                </a:lnTo>
                <a:lnTo>
                  <a:pt x="847358" y="2331028"/>
                </a:lnTo>
                <a:lnTo>
                  <a:pt x="847713" y="2330950"/>
                </a:lnTo>
                <a:lnTo>
                  <a:pt x="848076" y="2330880"/>
                </a:lnTo>
                <a:lnTo>
                  <a:pt x="848446" y="2330819"/>
                </a:lnTo>
                <a:lnTo>
                  <a:pt x="848823" y="2330765"/>
                </a:lnTo>
                <a:lnTo>
                  <a:pt x="849207" y="2330720"/>
                </a:lnTo>
                <a:lnTo>
                  <a:pt x="849598" y="2330683"/>
                </a:lnTo>
                <a:lnTo>
                  <a:pt x="849996" y="2330654"/>
                </a:lnTo>
                <a:lnTo>
                  <a:pt x="850401" y="2330634"/>
                </a:lnTo>
                <a:lnTo>
                  <a:pt x="850813" y="2330621"/>
                </a:lnTo>
                <a:lnTo>
                  <a:pt x="851232" y="2330617"/>
                </a:lnTo>
                <a:lnTo>
                  <a:pt x="865095" y="2330617"/>
                </a:lnTo>
                <a:lnTo>
                  <a:pt x="866421" y="2330604"/>
                </a:lnTo>
                <a:lnTo>
                  <a:pt x="867720" y="2330566"/>
                </a:lnTo>
                <a:lnTo>
                  <a:pt x="868992" y="2330501"/>
                </a:lnTo>
                <a:lnTo>
                  <a:pt x="870238" y="2330411"/>
                </a:lnTo>
                <a:lnTo>
                  <a:pt x="871458" y="2330294"/>
                </a:lnTo>
                <a:lnTo>
                  <a:pt x="872651" y="2330152"/>
                </a:lnTo>
                <a:lnTo>
                  <a:pt x="873817" y="2329984"/>
                </a:lnTo>
                <a:lnTo>
                  <a:pt x="874958" y="2329791"/>
                </a:lnTo>
                <a:lnTo>
                  <a:pt x="876072" y="2329571"/>
                </a:lnTo>
                <a:lnTo>
                  <a:pt x="877159" y="2329326"/>
                </a:lnTo>
                <a:lnTo>
                  <a:pt x="878220" y="2329055"/>
                </a:lnTo>
                <a:lnTo>
                  <a:pt x="879255" y="2328758"/>
                </a:lnTo>
                <a:lnTo>
                  <a:pt x="880263" y="2328435"/>
                </a:lnTo>
                <a:lnTo>
                  <a:pt x="881245" y="2328086"/>
                </a:lnTo>
                <a:lnTo>
                  <a:pt x="882200" y="2327711"/>
                </a:lnTo>
                <a:lnTo>
                  <a:pt x="883129" y="2327311"/>
                </a:lnTo>
                <a:lnTo>
                  <a:pt x="884032" y="2326885"/>
                </a:lnTo>
                <a:lnTo>
                  <a:pt x="884908" y="2326433"/>
                </a:lnTo>
                <a:lnTo>
                  <a:pt x="885758" y="2325955"/>
                </a:lnTo>
                <a:lnTo>
                  <a:pt x="886581" y="2325451"/>
                </a:lnTo>
                <a:lnTo>
                  <a:pt x="887378" y="2324922"/>
                </a:lnTo>
                <a:lnTo>
                  <a:pt x="888148" y="2324367"/>
                </a:lnTo>
                <a:lnTo>
                  <a:pt x="888893" y="2323785"/>
                </a:lnTo>
                <a:lnTo>
                  <a:pt x="889610" y="2323178"/>
                </a:lnTo>
                <a:lnTo>
                  <a:pt x="890314" y="2322550"/>
                </a:lnTo>
                <a:lnTo>
                  <a:pt x="890987" y="2321903"/>
                </a:lnTo>
                <a:lnTo>
                  <a:pt x="891631" y="2321239"/>
                </a:lnTo>
                <a:lnTo>
                  <a:pt x="892245" y="2320558"/>
                </a:lnTo>
                <a:lnTo>
                  <a:pt x="892829" y="2319859"/>
                </a:lnTo>
                <a:lnTo>
                  <a:pt x="893382" y="2319142"/>
                </a:lnTo>
                <a:lnTo>
                  <a:pt x="893906" y="2318407"/>
                </a:lnTo>
                <a:lnTo>
                  <a:pt x="894400" y="2317655"/>
                </a:lnTo>
                <a:lnTo>
                  <a:pt x="894864" y="2316886"/>
                </a:lnTo>
                <a:lnTo>
                  <a:pt x="895299" y="2316099"/>
                </a:lnTo>
                <a:lnTo>
                  <a:pt x="895703" y="2315294"/>
                </a:lnTo>
                <a:lnTo>
                  <a:pt x="896077" y="2314471"/>
                </a:lnTo>
                <a:lnTo>
                  <a:pt x="896421" y="2313631"/>
                </a:lnTo>
                <a:lnTo>
                  <a:pt x="896736" y="2312774"/>
                </a:lnTo>
                <a:lnTo>
                  <a:pt x="897020" y="2311898"/>
                </a:lnTo>
                <a:lnTo>
                  <a:pt x="897275" y="2311006"/>
                </a:lnTo>
                <a:lnTo>
                  <a:pt x="897499" y="2310095"/>
                </a:lnTo>
                <a:lnTo>
                  <a:pt x="897694" y="2309167"/>
                </a:lnTo>
                <a:lnTo>
                  <a:pt x="897858" y="2308221"/>
                </a:lnTo>
                <a:lnTo>
                  <a:pt x="897993" y="2307258"/>
                </a:lnTo>
                <a:lnTo>
                  <a:pt x="898098" y="2306277"/>
                </a:lnTo>
                <a:lnTo>
                  <a:pt x="898173" y="2305278"/>
                </a:lnTo>
                <a:lnTo>
                  <a:pt x="898218" y="2304262"/>
                </a:lnTo>
                <a:lnTo>
                  <a:pt x="898233" y="2303228"/>
                </a:lnTo>
                <a:lnTo>
                  <a:pt x="898229" y="2302751"/>
                </a:lnTo>
                <a:lnTo>
                  <a:pt x="898217" y="2302276"/>
                </a:lnTo>
                <a:lnTo>
                  <a:pt x="898198" y="2301805"/>
                </a:lnTo>
                <a:lnTo>
                  <a:pt x="898172" y="2301336"/>
                </a:lnTo>
                <a:lnTo>
                  <a:pt x="898137" y="2300870"/>
                </a:lnTo>
                <a:lnTo>
                  <a:pt x="898095" y="2300407"/>
                </a:lnTo>
                <a:lnTo>
                  <a:pt x="898046" y="2299947"/>
                </a:lnTo>
                <a:lnTo>
                  <a:pt x="897988" y="2299490"/>
                </a:lnTo>
                <a:lnTo>
                  <a:pt x="897924" y="2299036"/>
                </a:lnTo>
                <a:lnTo>
                  <a:pt x="897851" y="2298585"/>
                </a:lnTo>
                <a:lnTo>
                  <a:pt x="897771" y="2298137"/>
                </a:lnTo>
                <a:lnTo>
                  <a:pt x="897683" y="2297692"/>
                </a:lnTo>
                <a:lnTo>
                  <a:pt x="897588" y="2297249"/>
                </a:lnTo>
                <a:lnTo>
                  <a:pt x="897485" y="2296810"/>
                </a:lnTo>
                <a:lnTo>
                  <a:pt x="897374" y="2296373"/>
                </a:lnTo>
                <a:lnTo>
                  <a:pt x="897256" y="2295940"/>
                </a:lnTo>
                <a:lnTo>
                  <a:pt x="897130" y="2295509"/>
                </a:lnTo>
                <a:lnTo>
                  <a:pt x="896996" y="2295082"/>
                </a:lnTo>
                <a:lnTo>
                  <a:pt x="896855" y="2294657"/>
                </a:lnTo>
                <a:lnTo>
                  <a:pt x="896706" y="2294235"/>
                </a:lnTo>
                <a:lnTo>
                  <a:pt x="896550" y="2293816"/>
                </a:lnTo>
                <a:lnTo>
                  <a:pt x="896386" y="2293400"/>
                </a:lnTo>
                <a:lnTo>
                  <a:pt x="896214" y="2292987"/>
                </a:lnTo>
                <a:lnTo>
                  <a:pt x="896035" y="2292577"/>
                </a:lnTo>
                <a:lnTo>
                  <a:pt x="895862" y="2292158"/>
                </a:lnTo>
                <a:lnTo>
                  <a:pt x="895682" y="2291745"/>
                </a:lnTo>
                <a:lnTo>
                  <a:pt x="895496" y="2291338"/>
                </a:lnTo>
                <a:lnTo>
                  <a:pt x="895302" y="2290938"/>
                </a:lnTo>
                <a:lnTo>
                  <a:pt x="895101" y="2290545"/>
                </a:lnTo>
                <a:lnTo>
                  <a:pt x="894894" y="2290157"/>
                </a:lnTo>
                <a:lnTo>
                  <a:pt x="894679" y="2289777"/>
                </a:lnTo>
                <a:lnTo>
                  <a:pt x="894457" y="2289403"/>
                </a:lnTo>
                <a:lnTo>
                  <a:pt x="894228" y="2289035"/>
                </a:lnTo>
                <a:lnTo>
                  <a:pt x="893992" y="2288673"/>
                </a:lnTo>
                <a:lnTo>
                  <a:pt x="893749" y="2288319"/>
                </a:lnTo>
                <a:lnTo>
                  <a:pt x="893499" y="2287970"/>
                </a:lnTo>
                <a:lnTo>
                  <a:pt x="893242" y="2287628"/>
                </a:lnTo>
                <a:lnTo>
                  <a:pt x="892977" y="2287293"/>
                </a:lnTo>
                <a:lnTo>
                  <a:pt x="892706" y="2286964"/>
                </a:lnTo>
                <a:lnTo>
                  <a:pt x="892428" y="2286641"/>
                </a:lnTo>
                <a:lnTo>
                  <a:pt x="892143" y="2286325"/>
                </a:lnTo>
                <a:lnTo>
                  <a:pt x="891850" y="2286015"/>
                </a:lnTo>
                <a:lnTo>
                  <a:pt x="891551" y="2285712"/>
                </a:lnTo>
                <a:lnTo>
                  <a:pt x="891245" y="2285415"/>
                </a:lnTo>
                <a:lnTo>
                  <a:pt x="890931" y="2285125"/>
                </a:lnTo>
                <a:lnTo>
                  <a:pt x="890611" y="2284841"/>
                </a:lnTo>
                <a:lnTo>
                  <a:pt x="890283" y="2284564"/>
                </a:lnTo>
                <a:lnTo>
                  <a:pt x="889948" y="2284293"/>
                </a:lnTo>
                <a:lnTo>
                  <a:pt x="889948" y="2283955"/>
                </a:lnTo>
                <a:lnTo>
                  <a:pt x="890591" y="2283807"/>
                </a:lnTo>
                <a:lnTo>
                  <a:pt x="891223" y="2283645"/>
                </a:lnTo>
                <a:lnTo>
                  <a:pt x="891845" y="2283468"/>
                </a:lnTo>
                <a:lnTo>
                  <a:pt x="892456" y="2283278"/>
                </a:lnTo>
                <a:lnTo>
                  <a:pt x="893057" y="2283074"/>
                </a:lnTo>
                <a:lnTo>
                  <a:pt x="893647" y="2282856"/>
                </a:lnTo>
                <a:lnTo>
                  <a:pt x="894226" y="2282623"/>
                </a:lnTo>
                <a:lnTo>
                  <a:pt x="894795" y="2282377"/>
                </a:lnTo>
                <a:lnTo>
                  <a:pt x="895353" y="2282116"/>
                </a:lnTo>
                <a:lnTo>
                  <a:pt x="895901" y="2281841"/>
                </a:lnTo>
                <a:lnTo>
                  <a:pt x="896438" y="2281552"/>
                </a:lnTo>
                <a:lnTo>
                  <a:pt x="896965" y="2281249"/>
                </a:lnTo>
                <a:lnTo>
                  <a:pt x="897481" y="2280932"/>
                </a:lnTo>
                <a:lnTo>
                  <a:pt x="897986" y="2280601"/>
                </a:lnTo>
                <a:lnTo>
                  <a:pt x="898481" y="2280256"/>
                </a:lnTo>
                <a:lnTo>
                  <a:pt x="898965" y="2279897"/>
                </a:lnTo>
                <a:lnTo>
                  <a:pt x="899439" y="2279524"/>
                </a:lnTo>
                <a:lnTo>
                  <a:pt x="899902" y="2279136"/>
                </a:lnTo>
                <a:lnTo>
                  <a:pt x="900355" y="2278735"/>
                </a:lnTo>
                <a:lnTo>
                  <a:pt x="900797" y="2278319"/>
                </a:lnTo>
                <a:lnTo>
                  <a:pt x="901228" y="2277889"/>
                </a:lnTo>
                <a:lnTo>
                  <a:pt x="901649" y="2277446"/>
                </a:lnTo>
                <a:lnTo>
                  <a:pt x="902059" y="2276988"/>
                </a:lnTo>
                <a:lnTo>
                  <a:pt x="902459" y="2276516"/>
                </a:lnTo>
                <a:lnTo>
                  <a:pt x="902859" y="2276018"/>
                </a:lnTo>
                <a:lnTo>
                  <a:pt x="903242" y="2275512"/>
                </a:lnTo>
                <a:lnTo>
                  <a:pt x="903608" y="2274997"/>
                </a:lnTo>
                <a:lnTo>
                  <a:pt x="903957" y="2274473"/>
                </a:lnTo>
                <a:lnTo>
                  <a:pt x="904289" y="2273940"/>
                </a:lnTo>
                <a:lnTo>
                  <a:pt x="904604" y="2273399"/>
                </a:lnTo>
                <a:lnTo>
                  <a:pt x="904902" y="2272848"/>
                </a:lnTo>
                <a:lnTo>
                  <a:pt x="905183" y="2272289"/>
                </a:lnTo>
                <a:lnTo>
                  <a:pt x="905447" y="2271721"/>
                </a:lnTo>
                <a:lnTo>
                  <a:pt x="905694" y="2271144"/>
                </a:lnTo>
                <a:lnTo>
                  <a:pt x="905924" y="2270559"/>
                </a:lnTo>
                <a:lnTo>
                  <a:pt x="906137" y="2269964"/>
                </a:lnTo>
                <a:lnTo>
                  <a:pt x="906332" y="2269361"/>
                </a:lnTo>
                <a:lnTo>
                  <a:pt x="906511" y="2268749"/>
                </a:lnTo>
                <a:lnTo>
                  <a:pt x="906673" y="2268128"/>
                </a:lnTo>
                <a:lnTo>
                  <a:pt x="906817" y="2267499"/>
                </a:lnTo>
                <a:lnTo>
                  <a:pt x="906945" y="2266860"/>
                </a:lnTo>
                <a:lnTo>
                  <a:pt x="907056" y="2266213"/>
                </a:lnTo>
                <a:lnTo>
                  <a:pt x="907149" y="2265557"/>
                </a:lnTo>
                <a:lnTo>
                  <a:pt x="907226" y="2264892"/>
                </a:lnTo>
                <a:lnTo>
                  <a:pt x="907286" y="2264219"/>
                </a:lnTo>
                <a:lnTo>
                  <a:pt x="907328" y="2263536"/>
                </a:lnTo>
                <a:lnTo>
                  <a:pt x="907354" y="2262845"/>
                </a:lnTo>
                <a:lnTo>
                  <a:pt x="907362" y="2262145"/>
                </a:lnTo>
                <a:lnTo>
                  <a:pt x="893668" y="2262145"/>
                </a:lnTo>
                <a:lnTo>
                  <a:pt x="893620" y="2262636"/>
                </a:lnTo>
                <a:lnTo>
                  <a:pt x="893562" y="2263122"/>
                </a:lnTo>
                <a:lnTo>
                  <a:pt x="893493" y="2263603"/>
                </a:lnTo>
                <a:lnTo>
                  <a:pt x="893414" y="2264080"/>
                </a:lnTo>
                <a:lnTo>
                  <a:pt x="893324" y="2264552"/>
                </a:lnTo>
                <a:lnTo>
                  <a:pt x="893224" y="2265019"/>
                </a:lnTo>
                <a:lnTo>
                  <a:pt x="893113" y="2265482"/>
                </a:lnTo>
                <a:lnTo>
                  <a:pt x="892991" y="2265940"/>
                </a:lnTo>
                <a:lnTo>
                  <a:pt x="892859" y="2266393"/>
                </a:lnTo>
                <a:lnTo>
                  <a:pt x="892717" y="2266841"/>
                </a:lnTo>
                <a:lnTo>
                  <a:pt x="892564" y="2267285"/>
                </a:lnTo>
                <a:lnTo>
                  <a:pt x="892400" y="2267724"/>
                </a:lnTo>
                <a:lnTo>
                  <a:pt x="892225" y="2268159"/>
                </a:lnTo>
                <a:lnTo>
                  <a:pt x="892040" y="2268588"/>
                </a:lnTo>
                <a:lnTo>
                  <a:pt x="891845" y="2269013"/>
                </a:lnTo>
                <a:lnTo>
                  <a:pt x="891639" y="2269434"/>
                </a:lnTo>
                <a:lnTo>
                  <a:pt x="891422" y="2269849"/>
                </a:lnTo>
                <a:lnTo>
                  <a:pt x="891195" y="2270260"/>
                </a:lnTo>
                <a:lnTo>
                  <a:pt x="890957" y="2270667"/>
                </a:lnTo>
                <a:lnTo>
                  <a:pt x="890709" y="2271068"/>
                </a:lnTo>
                <a:lnTo>
                  <a:pt x="890450" y="2271465"/>
                </a:lnTo>
                <a:lnTo>
                  <a:pt x="890181" y="2271857"/>
                </a:lnTo>
                <a:lnTo>
                  <a:pt x="889901" y="2272245"/>
                </a:lnTo>
                <a:lnTo>
                  <a:pt x="889610" y="2272627"/>
                </a:lnTo>
                <a:lnTo>
                  <a:pt x="889323" y="2272989"/>
                </a:lnTo>
                <a:lnTo>
                  <a:pt x="889023" y="2273342"/>
                </a:lnTo>
                <a:lnTo>
                  <a:pt x="888712" y="2273687"/>
                </a:lnTo>
                <a:lnTo>
                  <a:pt x="888389" y="2274022"/>
                </a:lnTo>
                <a:lnTo>
                  <a:pt x="888055" y="2274349"/>
                </a:lnTo>
                <a:lnTo>
                  <a:pt x="887708" y="2274667"/>
                </a:lnTo>
                <a:lnTo>
                  <a:pt x="887350" y="2274976"/>
                </a:lnTo>
                <a:lnTo>
                  <a:pt x="886980" y="2275276"/>
                </a:lnTo>
                <a:lnTo>
                  <a:pt x="886599" y="2275567"/>
                </a:lnTo>
                <a:lnTo>
                  <a:pt x="886205" y="2275850"/>
                </a:lnTo>
                <a:lnTo>
                  <a:pt x="885800" y="2276124"/>
                </a:lnTo>
                <a:lnTo>
                  <a:pt x="885384" y="2276389"/>
                </a:lnTo>
                <a:lnTo>
                  <a:pt x="884955" y="2276645"/>
                </a:lnTo>
                <a:lnTo>
                  <a:pt x="884515" y="2276893"/>
                </a:lnTo>
                <a:lnTo>
                  <a:pt x="884063" y="2277131"/>
                </a:lnTo>
                <a:lnTo>
                  <a:pt x="883599" y="2277361"/>
                </a:lnTo>
                <a:lnTo>
                  <a:pt x="883123" y="2277582"/>
                </a:lnTo>
                <a:lnTo>
                  <a:pt x="882636" y="2277794"/>
                </a:lnTo>
                <a:lnTo>
                  <a:pt x="882137" y="2277998"/>
                </a:lnTo>
                <a:lnTo>
                  <a:pt x="881626" y="2278192"/>
                </a:lnTo>
                <a:lnTo>
                  <a:pt x="881104" y="2278378"/>
                </a:lnTo>
                <a:lnTo>
                  <a:pt x="880570" y="2278555"/>
                </a:lnTo>
                <a:lnTo>
                  <a:pt x="880024" y="2278723"/>
                </a:lnTo>
                <a:lnTo>
                  <a:pt x="879466" y="2278883"/>
                </a:lnTo>
                <a:lnTo>
                  <a:pt x="878924" y="2278648"/>
                </a:lnTo>
                <a:lnTo>
                  <a:pt x="878367" y="2278424"/>
                </a:lnTo>
                <a:lnTo>
                  <a:pt x="877797" y="2278209"/>
                </a:lnTo>
                <a:lnTo>
                  <a:pt x="877212" y="2278005"/>
                </a:lnTo>
                <a:lnTo>
                  <a:pt x="876613" y="2277810"/>
                </a:lnTo>
                <a:lnTo>
                  <a:pt x="876000" y="2277625"/>
                </a:lnTo>
                <a:lnTo>
                  <a:pt x="875373" y="2277451"/>
                </a:lnTo>
                <a:lnTo>
                  <a:pt x="874732" y="2277286"/>
                </a:lnTo>
                <a:lnTo>
                  <a:pt x="874077" y="2277131"/>
                </a:lnTo>
                <a:lnTo>
                  <a:pt x="873408" y="2276987"/>
                </a:lnTo>
                <a:lnTo>
                  <a:pt x="872725" y="2276852"/>
                </a:lnTo>
                <a:lnTo>
                  <a:pt x="872027" y="2276727"/>
                </a:lnTo>
                <a:lnTo>
                  <a:pt x="871316" y="2276612"/>
                </a:lnTo>
                <a:lnTo>
                  <a:pt x="870590" y="2276508"/>
                </a:lnTo>
                <a:lnTo>
                  <a:pt x="869850" y="2276413"/>
                </a:lnTo>
                <a:lnTo>
                  <a:pt x="869097" y="2276328"/>
                </a:lnTo>
                <a:lnTo>
                  <a:pt x="868329" y="2276253"/>
                </a:lnTo>
                <a:lnTo>
                  <a:pt x="867547" y="2276188"/>
                </a:lnTo>
                <a:lnTo>
                  <a:pt x="866751" y="2276133"/>
                </a:lnTo>
                <a:lnTo>
                  <a:pt x="865941" y="2276088"/>
                </a:lnTo>
                <a:lnTo>
                  <a:pt x="865117" y="2276054"/>
                </a:lnTo>
                <a:lnTo>
                  <a:pt x="864278" y="2276029"/>
                </a:lnTo>
                <a:lnTo>
                  <a:pt x="863426" y="2276014"/>
                </a:lnTo>
                <a:lnTo>
                  <a:pt x="862559" y="2276009"/>
                </a:lnTo>
                <a:lnTo>
                  <a:pt x="861095" y="2276021"/>
                </a:lnTo>
                <a:lnTo>
                  <a:pt x="859661" y="2276059"/>
                </a:lnTo>
                <a:lnTo>
                  <a:pt x="858256" y="2276122"/>
                </a:lnTo>
                <a:lnTo>
                  <a:pt x="856882" y="2276211"/>
                </a:lnTo>
                <a:lnTo>
                  <a:pt x="855537" y="2276324"/>
                </a:lnTo>
                <a:lnTo>
                  <a:pt x="854222" y="2276463"/>
                </a:lnTo>
                <a:lnTo>
                  <a:pt x="852938" y="2276627"/>
                </a:lnTo>
                <a:lnTo>
                  <a:pt x="851683" y="2276816"/>
                </a:lnTo>
                <a:lnTo>
                  <a:pt x="850458" y="2277031"/>
                </a:lnTo>
                <a:lnTo>
                  <a:pt x="849263" y="2277271"/>
                </a:lnTo>
                <a:lnTo>
                  <a:pt x="848098" y="2277536"/>
                </a:lnTo>
                <a:lnTo>
                  <a:pt x="846963" y="2277826"/>
                </a:lnTo>
                <a:lnTo>
                  <a:pt x="845858" y="2278142"/>
                </a:lnTo>
                <a:lnTo>
                  <a:pt x="844783" y="2278482"/>
                </a:lnTo>
                <a:lnTo>
                  <a:pt x="843738" y="2278848"/>
                </a:lnTo>
                <a:lnTo>
                  <a:pt x="842722" y="2279240"/>
                </a:lnTo>
                <a:lnTo>
                  <a:pt x="841737" y="2279656"/>
                </a:lnTo>
                <a:lnTo>
                  <a:pt x="840781" y="2280098"/>
                </a:lnTo>
                <a:lnTo>
                  <a:pt x="839856" y="2280565"/>
                </a:lnTo>
                <a:lnTo>
                  <a:pt x="838960" y="2281057"/>
                </a:lnTo>
                <a:lnTo>
                  <a:pt x="838095" y="2281575"/>
                </a:lnTo>
                <a:lnTo>
                  <a:pt x="837259" y="2282117"/>
                </a:lnTo>
                <a:lnTo>
                  <a:pt x="836454" y="2282685"/>
                </a:lnTo>
                <a:lnTo>
                  <a:pt x="835678" y="2283278"/>
                </a:lnTo>
                <a:lnTo>
                  <a:pt x="834947" y="2283894"/>
                </a:lnTo>
                <a:lnTo>
                  <a:pt x="834247" y="2284528"/>
                </a:lnTo>
                <a:lnTo>
                  <a:pt x="833578" y="2285180"/>
                </a:lnTo>
                <a:lnTo>
                  <a:pt x="832940" y="2285852"/>
                </a:lnTo>
                <a:lnTo>
                  <a:pt x="832333" y="2286542"/>
                </a:lnTo>
                <a:lnTo>
                  <a:pt x="831758" y="2287251"/>
                </a:lnTo>
                <a:lnTo>
                  <a:pt x="831213" y="2287979"/>
                </a:lnTo>
                <a:lnTo>
                  <a:pt x="830700" y="2288726"/>
                </a:lnTo>
                <a:lnTo>
                  <a:pt x="830217" y="2289492"/>
                </a:lnTo>
                <a:lnTo>
                  <a:pt x="829766" y="2290276"/>
                </a:lnTo>
                <a:lnTo>
                  <a:pt x="829346" y="2291079"/>
                </a:lnTo>
                <a:lnTo>
                  <a:pt x="828957" y="2291901"/>
                </a:lnTo>
                <a:lnTo>
                  <a:pt x="828600" y="2292741"/>
                </a:lnTo>
                <a:lnTo>
                  <a:pt x="828273" y="2293601"/>
                </a:lnTo>
                <a:lnTo>
                  <a:pt x="827977" y="2294479"/>
                </a:lnTo>
                <a:lnTo>
                  <a:pt x="827713" y="2295376"/>
                </a:lnTo>
                <a:lnTo>
                  <a:pt x="827479" y="2296292"/>
                </a:lnTo>
                <a:lnTo>
                  <a:pt x="827277" y="2297226"/>
                </a:lnTo>
                <a:lnTo>
                  <a:pt x="827106" y="2298180"/>
                </a:lnTo>
                <a:lnTo>
                  <a:pt x="826966" y="2299152"/>
                </a:lnTo>
                <a:lnTo>
                  <a:pt x="826857" y="2300143"/>
                </a:lnTo>
                <a:lnTo>
                  <a:pt x="826779" y="2301153"/>
                </a:lnTo>
                <a:lnTo>
                  <a:pt x="826733" y="2302181"/>
                </a:lnTo>
                <a:lnTo>
                  <a:pt x="826717" y="2303228"/>
                </a:lnTo>
                <a:lnTo>
                  <a:pt x="826722" y="2303831"/>
                </a:lnTo>
                <a:lnTo>
                  <a:pt x="826738" y="2304428"/>
                </a:lnTo>
                <a:lnTo>
                  <a:pt x="826765" y="2305019"/>
                </a:lnTo>
                <a:lnTo>
                  <a:pt x="826802" y="2305605"/>
                </a:lnTo>
                <a:lnTo>
                  <a:pt x="826849" y="2306184"/>
                </a:lnTo>
                <a:lnTo>
                  <a:pt x="826907" y="2306758"/>
                </a:lnTo>
                <a:lnTo>
                  <a:pt x="826976" y="2307325"/>
                </a:lnTo>
                <a:lnTo>
                  <a:pt x="827055" y="2307887"/>
                </a:lnTo>
                <a:lnTo>
                  <a:pt x="827145" y="2308443"/>
                </a:lnTo>
                <a:lnTo>
                  <a:pt x="827246" y="2308993"/>
                </a:lnTo>
                <a:lnTo>
                  <a:pt x="827356" y="2309537"/>
                </a:lnTo>
                <a:lnTo>
                  <a:pt x="827478" y="2310076"/>
                </a:lnTo>
                <a:lnTo>
                  <a:pt x="827610" y="2310608"/>
                </a:lnTo>
                <a:lnTo>
                  <a:pt x="827753" y="2311135"/>
                </a:lnTo>
                <a:lnTo>
                  <a:pt x="827906" y="2311655"/>
                </a:lnTo>
                <a:lnTo>
                  <a:pt x="828070" y="2312170"/>
                </a:lnTo>
                <a:lnTo>
                  <a:pt x="828244" y="2312679"/>
                </a:lnTo>
                <a:lnTo>
                  <a:pt x="828429" y="2313182"/>
                </a:lnTo>
                <a:lnTo>
                  <a:pt x="828624" y="2313679"/>
                </a:lnTo>
                <a:lnTo>
                  <a:pt x="828831" y="2314171"/>
                </a:lnTo>
                <a:lnTo>
                  <a:pt x="829047" y="2314656"/>
                </a:lnTo>
                <a:lnTo>
                  <a:pt x="829274" y="2315136"/>
                </a:lnTo>
                <a:lnTo>
                  <a:pt x="829512" y="2315610"/>
                </a:lnTo>
                <a:lnTo>
                  <a:pt x="829760" y="2316077"/>
                </a:lnTo>
                <a:lnTo>
                  <a:pt x="830019" y="2316539"/>
                </a:lnTo>
                <a:lnTo>
                  <a:pt x="830289" y="2316993"/>
                </a:lnTo>
                <a:lnTo>
                  <a:pt x="830569" y="2317441"/>
                </a:lnTo>
                <a:lnTo>
                  <a:pt x="830859" y="2317881"/>
                </a:lnTo>
                <a:lnTo>
                  <a:pt x="831161" y="2318314"/>
                </a:lnTo>
                <a:lnTo>
                  <a:pt x="831472" y="2318740"/>
                </a:lnTo>
                <a:lnTo>
                  <a:pt x="831795" y="2319159"/>
                </a:lnTo>
                <a:lnTo>
                  <a:pt x="832127" y="2319572"/>
                </a:lnTo>
                <a:lnTo>
                  <a:pt x="832471" y="2319977"/>
                </a:lnTo>
                <a:lnTo>
                  <a:pt x="832825" y="2320375"/>
                </a:lnTo>
                <a:lnTo>
                  <a:pt x="833189" y="2320766"/>
                </a:lnTo>
                <a:lnTo>
                  <a:pt x="833564" y="2321149"/>
                </a:lnTo>
                <a:lnTo>
                  <a:pt x="833950" y="2321526"/>
                </a:lnTo>
                <a:lnTo>
                  <a:pt x="834346" y="2321896"/>
                </a:lnTo>
                <a:lnTo>
                  <a:pt x="834753" y="2322259"/>
                </a:lnTo>
                <a:lnTo>
                  <a:pt x="835171" y="2322615"/>
                </a:lnTo>
                <a:lnTo>
                  <a:pt x="835599" y="2322963"/>
                </a:lnTo>
                <a:lnTo>
                  <a:pt x="836037" y="2323305"/>
                </a:lnTo>
                <a:lnTo>
                  <a:pt x="836486" y="2323640"/>
                </a:lnTo>
                <a:lnTo>
                  <a:pt x="836946" y="2323967"/>
                </a:lnTo>
                <a:lnTo>
                  <a:pt x="837416" y="2324288"/>
                </a:lnTo>
                <a:lnTo>
                  <a:pt x="837897" y="2324601"/>
                </a:lnTo>
                <a:lnTo>
                  <a:pt x="838388" y="2324908"/>
                </a:lnTo>
                <a:lnTo>
                  <a:pt x="838890" y="2325207"/>
                </a:lnTo>
                <a:lnTo>
                  <a:pt x="838332" y="2325326"/>
                </a:lnTo>
                <a:lnTo>
                  <a:pt x="837783" y="2325456"/>
                </a:lnTo>
                <a:lnTo>
                  <a:pt x="837244" y="2325598"/>
                </a:lnTo>
                <a:lnTo>
                  <a:pt x="836716" y="2325752"/>
                </a:lnTo>
                <a:lnTo>
                  <a:pt x="836197" y="2325918"/>
                </a:lnTo>
                <a:lnTo>
                  <a:pt x="835688" y="2326095"/>
                </a:lnTo>
                <a:lnTo>
                  <a:pt x="835190" y="2326284"/>
                </a:lnTo>
                <a:lnTo>
                  <a:pt x="834701" y="2326485"/>
                </a:lnTo>
                <a:lnTo>
                  <a:pt x="834222" y="2326697"/>
                </a:lnTo>
                <a:lnTo>
                  <a:pt x="833753" y="2326921"/>
                </a:lnTo>
                <a:lnTo>
                  <a:pt x="833295" y="2327157"/>
                </a:lnTo>
                <a:lnTo>
                  <a:pt x="832846" y="2327405"/>
                </a:lnTo>
                <a:lnTo>
                  <a:pt x="832407" y="2327665"/>
                </a:lnTo>
                <a:lnTo>
                  <a:pt x="831978" y="2327936"/>
                </a:lnTo>
                <a:lnTo>
                  <a:pt x="831559" y="2328219"/>
                </a:lnTo>
                <a:lnTo>
                  <a:pt x="831151" y="2328513"/>
                </a:lnTo>
                <a:lnTo>
                  <a:pt x="830752" y="2328820"/>
                </a:lnTo>
                <a:lnTo>
                  <a:pt x="830363" y="2329138"/>
                </a:lnTo>
                <a:lnTo>
                  <a:pt x="829984" y="2329468"/>
                </a:lnTo>
                <a:lnTo>
                  <a:pt x="829615" y="2329810"/>
                </a:lnTo>
                <a:lnTo>
                  <a:pt x="829256" y="2330163"/>
                </a:lnTo>
                <a:lnTo>
                  <a:pt x="828907" y="2330528"/>
                </a:lnTo>
                <a:lnTo>
                  <a:pt x="828568" y="2330905"/>
                </a:lnTo>
                <a:lnTo>
                  <a:pt x="828239" y="2331293"/>
                </a:lnTo>
                <a:lnTo>
                  <a:pt x="827922" y="2331690"/>
                </a:lnTo>
                <a:lnTo>
                  <a:pt x="827618" y="2332091"/>
                </a:lnTo>
                <a:lnTo>
                  <a:pt x="827327" y="2332495"/>
                </a:lnTo>
                <a:lnTo>
                  <a:pt x="827051" y="2332904"/>
                </a:lnTo>
                <a:lnTo>
                  <a:pt x="826787" y="2333317"/>
                </a:lnTo>
                <a:lnTo>
                  <a:pt x="826538" y="2333734"/>
                </a:lnTo>
                <a:lnTo>
                  <a:pt x="826301" y="2334156"/>
                </a:lnTo>
                <a:lnTo>
                  <a:pt x="826079" y="2334581"/>
                </a:lnTo>
                <a:lnTo>
                  <a:pt x="825869" y="2335010"/>
                </a:lnTo>
                <a:lnTo>
                  <a:pt x="825673" y="2335444"/>
                </a:lnTo>
                <a:lnTo>
                  <a:pt x="825491" y="2335881"/>
                </a:lnTo>
                <a:lnTo>
                  <a:pt x="825322" y="2336323"/>
                </a:lnTo>
                <a:lnTo>
                  <a:pt x="825167" y="2336769"/>
                </a:lnTo>
                <a:lnTo>
                  <a:pt x="825025" y="2337219"/>
                </a:lnTo>
                <a:lnTo>
                  <a:pt x="824897" y="2337673"/>
                </a:lnTo>
                <a:lnTo>
                  <a:pt x="824782" y="2338131"/>
                </a:lnTo>
                <a:lnTo>
                  <a:pt x="824681" y="2338594"/>
                </a:lnTo>
                <a:lnTo>
                  <a:pt x="824593" y="2339060"/>
                </a:lnTo>
                <a:lnTo>
                  <a:pt x="824519" y="2339530"/>
                </a:lnTo>
                <a:lnTo>
                  <a:pt x="824458" y="2340005"/>
                </a:lnTo>
                <a:lnTo>
                  <a:pt x="824411" y="2340484"/>
                </a:lnTo>
                <a:lnTo>
                  <a:pt x="824377" y="2340967"/>
                </a:lnTo>
                <a:lnTo>
                  <a:pt x="824357" y="2341454"/>
                </a:lnTo>
                <a:lnTo>
                  <a:pt x="824350" y="2341945"/>
                </a:lnTo>
                <a:lnTo>
                  <a:pt x="824354" y="2342310"/>
                </a:lnTo>
                <a:lnTo>
                  <a:pt x="824364" y="2342674"/>
                </a:lnTo>
                <a:lnTo>
                  <a:pt x="824382" y="2343036"/>
                </a:lnTo>
                <a:lnTo>
                  <a:pt x="824407" y="2343396"/>
                </a:lnTo>
                <a:lnTo>
                  <a:pt x="824438" y="2343754"/>
                </a:lnTo>
                <a:lnTo>
                  <a:pt x="824477" y="2344111"/>
                </a:lnTo>
                <a:lnTo>
                  <a:pt x="824523" y="2344466"/>
                </a:lnTo>
                <a:lnTo>
                  <a:pt x="824576" y="2344819"/>
                </a:lnTo>
                <a:lnTo>
                  <a:pt x="824636" y="2345170"/>
                </a:lnTo>
                <a:lnTo>
                  <a:pt x="824702" y="2345520"/>
                </a:lnTo>
                <a:lnTo>
                  <a:pt x="824776" y="2345868"/>
                </a:lnTo>
                <a:lnTo>
                  <a:pt x="824857" y="2346214"/>
                </a:lnTo>
                <a:lnTo>
                  <a:pt x="824946" y="2346558"/>
                </a:lnTo>
                <a:lnTo>
                  <a:pt x="825041" y="2346900"/>
                </a:lnTo>
                <a:lnTo>
                  <a:pt x="825143" y="2347241"/>
                </a:lnTo>
                <a:lnTo>
                  <a:pt x="825252" y="2347580"/>
                </a:lnTo>
                <a:lnTo>
                  <a:pt x="825368" y="2347918"/>
                </a:lnTo>
                <a:lnTo>
                  <a:pt x="825492" y="2348253"/>
                </a:lnTo>
                <a:lnTo>
                  <a:pt x="825622" y="2348587"/>
                </a:lnTo>
                <a:lnTo>
                  <a:pt x="825759" y="2348919"/>
                </a:lnTo>
                <a:lnTo>
                  <a:pt x="825904" y="2349249"/>
                </a:lnTo>
                <a:lnTo>
                  <a:pt x="826055" y="2349577"/>
                </a:lnTo>
                <a:lnTo>
                  <a:pt x="826214" y="2349904"/>
                </a:lnTo>
                <a:lnTo>
                  <a:pt x="826379" y="2350229"/>
                </a:lnTo>
                <a:lnTo>
                  <a:pt x="826565" y="2350550"/>
                </a:lnTo>
                <a:lnTo>
                  <a:pt x="826756" y="2350866"/>
                </a:lnTo>
                <a:lnTo>
                  <a:pt x="826952" y="2351177"/>
                </a:lnTo>
                <a:lnTo>
                  <a:pt x="827154" y="2351483"/>
                </a:lnTo>
                <a:lnTo>
                  <a:pt x="827361" y="2351783"/>
                </a:lnTo>
                <a:lnTo>
                  <a:pt x="827573" y="2352078"/>
                </a:lnTo>
                <a:lnTo>
                  <a:pt x="827791" y="2352368"/>
                </a:lnTo>
                <a:lnTo>
                  <a:pt x="828013" y="2352652"/>
                </a:lnTo>
                <a:lnTo>
                  <a:pt x="828241" y="2352931"/>
                </a:lnTo>
                <a:lnTo>
                  <a:pt x="828475" y="2353205"/>
                </a:lnTo>
                <a:lnTo>
                  <a:pt x="828713" y="2353474"/>
                </a:lnTo>
                <a:lnTo>
                  <a:pt x="828957" y="2353737"/>
                </a:lnTo>
                <a:lnTo>
                  <a:pt x="829207" y="2353995"/>
                </a:lnTo>
                <a:lnTo>
                  <a:pt x="829461" y="2354248"/>
                </a:lnTo>
                <a:lnTo>
                  <a:pt x="829721" y="2354495"/>
                </a:lnTo>
                <a:lnTo>
                  <a:pt x="829986" y="2354737"/>
                </a:lnTo>
                <a:lnTo>
                  <a:pt x="830256" y="2354974"/>
                </a:lnTo>
                <a:lnTo>
                  <a:pt x="830532" y="2355206"/>
                </a:lnTo>
                <a:lnTo>
                  <a:pt x="830813" y="2355432"/>
                </a:lnTo>
                <a:lnTo>
                  <a:pt x="831099" y="2355653"/>
                </a:lnTo>
                <a:lnTo>
                  <a:pt x="831390" y="2355869"/>
                </a:lnTo>
                <a:lnTo>
                  <a:pt x="831687" y="2356079"/>
                </a:lnTo>
                <a:lnTo>
                  <a:pt x="831989" y="2356285"/>
                </a:lnTo>
                <a:lnTo>
                  <a:pt x="832296" y="2356484"/>
                </a:lnTo>
                <a:lnTo>
                  <a:pt x="831835" y="2356686"/>
                </a:lnTo>
                <a:lnTo>
                  <a:pt x="831381" y="2356898"/>
                </a:lnTo>
                <a:lnTo>
                  <a:pt x="830933" y="2357118"/>
                </a:lnTo>
                <a:lnTo>
                  <a:pt x="830493" y="2357349"/>
                </a:lnTo>
                <a:lnTo>
                  <a:pt x="830060" y="2357588"/>
                </a:lnTo>
                <a:lnTo>
                  <a:pt x="829634" y="2357837"/>
                </a:lnTo>
                <a:lnTo>
                  <a:pt x="829214" y="2358095"/>
                </a:lnTo>
                <a:lnTo>
                  <a:pt x="828802" y="2358363"/>
                </a:lnTo>
                <a:lnTo>
                  <a:pt x="828397" y="2358640"/>
                </a:lnTo>
                <a:lnTo>
                  <a:pt x="827999" y="2358927"/>
                </a:lnTo>
                <a:lnTo>
                  <a:pt x="827608" y="2359222"/>
                </a:lnTo>
                <a:lnTo>
                  <a:pt x="827224" y="2359528"/>
                </a:lnTo>
                <a:lnTo>
                  <a:pt x="826848" y="2359842"/>
                </a:lnTo>
                <a:lnTo>
                  <a:pt x="826478" y="2360166"/>
                </a:lnTo>
                <a:lnTo>
                  <a:pt x="826115" y="2360500"/>
                </a:lnTo>
                <a:lnTo>
                  <a:pt x="825759" y="2360843"/>
                </a:lnTo>
                <a:lnTo>
                  <a:pt x="825410" y="2361195"/>
                </a:lnTo>
                <a:lnTo>
                  <a:pt x="825069" y="2361557"/>
                </a:lnTo>
                <a:lnTo>
                  <a:pt x="824734" y="2361928"/>
                </a:lnTo>
                <a:lnTo>
                  <a:pt x="824407" y="2362308"/>
                </a:lnTo>
                <a:lnTo>
                  <a:pt x="824086" y="2362698"/>
                </a:lnTo>
                <a:lnTo>
                  <a:pt x="823773" y="2363097"/>
                </a:lnTo>
                <a:lnTo>
                  <a:pt x="823466" y="2363505"/>
                </a:lnTo>
                <a:lnTo>
                  <a:pt x="823167" y="2363923"/>
                </a:lnTo>
                <a:lnTo>
                  <a:pt x="822877" y="2364348"/>
                </a:lnTo>
                <a:lnTo>
                  <a:pt x="822600" y="2364778"/>
                </a:lnTo>
                <a:lnTo>
                  <a:pt x="822335" y="2365213"/>
                </a:lnTo>
                <a:lnTo>
                  <a:pt x="822082" y="2365652"/>
                </a:lnTo>
                <a:lnTo>
                  <a:pt x="821842" y="2366095"/>
                </a:lnTo>
                <a:lnTo>
                  <a:pt x="821614" y="2366544"/>
                </a:lnTo>
                <a:lnTo>
                  <a:pt x="821398" y="2366997"/>
                </a:lnTo>
                <a:lnTo>
                  <a:pt x="821194" y="2367455"/>
                </a:lnTo>
                <a:lnTo>
                  <a:pt x="821003" y="2367918"/>
                </a:lnTo>
                <a:lnTo>
                  <a:pt x="820825" y="2368385"/>
                </a:lnTo>
                <a:lnTo>
                  <a:pt x="820658" y="2368857"/>
                </a:lnTo>
                <a:lnTo>
                  <a:pt x="820504" y="2369334"/>
                </a:lnTo>
                <a:lnTo>
                  <a:pt x="820362" y="2369815"/>
                </a:lnTo>
                <a:lnTo>
                  <a:pt x="820233" y="2370301"/>
                </a:lnTo>
                <a:lnTo>
                  <a:pt x="820116" y="2370792"/>
                </a:lnTo>
                <a:lnTo>
                  <a:pt x="820011" y="2371287"/>
                </a:lnTo>
                <a:lnTo>
                  <a:pt x="819918" y="2371787"/>
                </a:lnTo>
                <a:lnTo>
                  <a:pt x="819838" y="2372292"/>
                </a:lnTo>
                <a:lnTo>
                  <a:pt x="819771" y="2372802"/>
                </a:lnTo>
                <a:lnTo>
                  <a:pt x="819715" y="2373316"/>
                </a:lnTo>
                <a:lnTo>
                  <a:pt x="819672" y="2373835"/>
                </a:lnTo>
                <a:lnTo>
                  <a:pt x="819641" y="2374359"/>
                </a:lnTo>
                <a:lnTo>
                  <a:pt x="819623" y="2374887"/>
                </a:lnTo>
                <a:lnTo>
                  <a:pt x="819616" y="2375420"/>
                </a:lnTo>
                <a:lnTo>
                  <a:pt x="819627" y="2376134"/>
                </a:lnTo>
                <a:lnTo>
                  <a:pt x="819658" y="2376838"/>
                </a:lnTo>
                <a:lnTo>
                  <a:pt x="819709" y="2377533"/>
                </a:lnTo>
                <a:lnTo>
                  <a:pt x="819781" y="2378219"/>
                </a:lnTo>
                <a:lnTo>
                  <a:pt x="819873" y="2378895"/>
                </a:lnTo>
                <a:lnTo>
                  <a:pt x="819986" y="2379562"/>
                </a:lnTo>
                <a:lnTo>
                  <a:pt x="820120" y="2380220"/>
                </a:lnTo>
                <a:lnTo>
                  <a:pt x="820274" y="2380868"/>
                </a:lnTo>
                <a:lnTo>
                  <a:pt x="820449" y="2381507"/>
                </a:lnTo>
                <a:lnTo>
                  <a:pt x="820644" y="2382136"/>
                </a:lnTo>
                <a:lnTo>
                  <a:pt x="820859" y="2382756"/>
                </a:lnTo>
                <a:lnTo>
                  <a:pt x="821096" y="2383366"/>
                </a:lnTo>
                <a:lnTo>
                  <a:pt x="821353" y="2383967"/>
                </a:lnTo>
                <a:lnTo>
                  <a:pt x="821630" y="2384559"/>
                </a:lnTo>
                <a:lnTo>
                  <a:pt x="821928" y="2385142"/>
                </a:lnTo>
                <a:lnTo>
                  <a:pt x="822246" y="2385714"/>
                </a:lnTo>
                <a:lnTo>
                  <a:pt x="822585" y="2386278"/>
                </a:lnTo>
                <a:lnTo>
                  <a:pt x="822945" y="2386832"/>
                </a:lnTo>
                <a:lnTo>
                  <a:pt x="823325" y="2387377"/>
                </a:lnTo>
                <a:lnTo>
                  <a:pt x="823726" y="2387912"/>
                </a:lnTo>
                <a:lnTo>
                  <a:pt x="824147" y="2388438"/>
                </a:lnTo>
                <a:lnTo>
                  <a:pt x="824589" y="2388955"/>
                </a:lnTo>
                <a:lnTo>
                  <a:pt x="825051" y="2389462"/>
                </a:lnTo>
                <a:lnTo>
                  <a:pt x="825534" y="2389960"/>
                </a:lnTo>
                <a:lnTo>
                  <a:pt x="826035" y="2390443"/>
                </a:lnTo>
                <a:lnTo>
                  <a:pt x="826554" y="2390905"/>
                </a:lnTo>
                <a:lnTo>
                  <a:pt x="827090" y="2391347"/>
                </a:lnTo>
                <a:lnTo>
                  <a:pt x="827642" y="2391768"/>
                </a:lnTo>
                <a:lnTo>
                  <a:pt x="828212" y="2392169"/>
                </a:lnTo>
                <a:lnTo>
                  <a:pt x="828799" y="2392549"/>
                </a:lnTo>
                <a:lnTo>
                  <a:pt x="829403" y="2392908"/>
                </a:lnTo>
                <a:lnTo>
                  <a:pt x="830023" y="2393247"/>
                </a:lnTo>
                <a:lnTo>
                  <a:pt x="830661" y="2393566"/>
                </a:lnTo>
                <a:lnTo>
                  <a:pt x="831316" y="2393864"/>
                </a:lnTo>
                <a:lnTo>
                  <a:pt x="831988" y="2394141"/>
                </a:lnTo>
                <a:lnTo>
                  <a:pt x="832677" y="2394398"/>
                </a:lnTo>
                <a:lnTo>
                  <a:pt x="833383" y="2394634"/>
                </a:lnTo>
                <a:lnTo>
                  <a:pt x="834106" y="2394850"/>
                </a:lnTo>
                <a:lnTo>
                  <a:pt x="834846" y="2395045"/>
                </a:lnTo>
                <a:lnTo>
                  <a:pt x="835603" y="2395220"/>
                </a:lnTo>
                <a:lnTo>
                  <a:pt x="836377" y="2395374"/>
                </a:lnTo>
                <a:lnTo>
                  <a:pt x="837168" y="2395507"/>
                </a:lnTo>
                <a:lnTo>
                  <a:pt x="837976" y="2395620"/>
                </a:lnTo>
                <a:lnTo>
                  <a:pt x="838801" y="2395713"/>
                </a:lnTo>
                <a:lnTo>
                  <a:pt x="839643" y="2395785"/>
                </a:lnTo>
                <a:lnTo>
                  <a:pt x="840502" y="2395836"/>
                </a:lnTo>
                <a:lnTo>
                  <a:pt x="841378" y="2395867"/>
                </a:lnTo>
                <a:lnTo>
                  <a:pt x="842271" y="2395877"/>
                </a:lnTo>
                <a:lnTo>
                  <a:pt x="881157" y="2395877"/>
                </a:lnTo>
                <a:lnTo>
                  <a:pt x="882189" y="2395865"/>
                </a:lnTo>
                <a:lnTo>
                  <a:pt x="883202" y="2395828"/>
                </a:lnTo>
                <a:lnTo>
                  <a:pt x="884195" y="2395766"/>
                </a:lnTo>
                <a:lnTo>
                  <a:pt x="885168" y="2395680"/>
                </a:lnTo>
                <a:lnTo>
                  <a:pt x="886120" y="2395569"/>
                </a:lnTo>
                <a:lnTo>
                  <a:pt x="887053" y="2395433"/>
                </a:lnTo>
                <a:lnTo>
                  <a:pt x="887966" y="2395273"/>
                </a:lnTo>
                <a:close/>
                <a:moveTo>
                  <a:pt x="843267" y="2384343"/>
                </a:moveTo>
                <a:lnTo>
                  <a:pt x="842845" y="2384243"/>
                </a:lnTo>
                <a:lnTo>
                  <a:pt x="842432" y="2384132"/>
                </a:lnTo>
                <a:lnTo>
                  <a:pt x="842030" y="2384008"/>
                </a:lnTo>
                <a:lnTo>
                  <a:pt x="841637" y="2383873"/>
                </a:lnTo>
                <a:lnTo>
                  <a:pt x="841255" y="2383727"/>
                </a:lnTo>
                <a:lnTo>
                  <a:pt x="840882" y="2383568"/>
                </a:lnTo>
                <a:lnTo>
                  <a:pt x="840520" y="2383398"/>
                </a:lnTo>
                <a:lnTo>
                  <a:pt x="840167" y="2383216"/>
                </a:lnTo>
                <a:lnTo>
                  <a:pt x="839825" y="2383022"/>
                </a:lnTo>
                <a:lnTo>
                  <a:pt x="839492" y="2382817"/>
                </a:lnTo>
                <a:lnTo>
                  <a:pt x="839170" y="2382599"/>
                </a:lnTo>
                <a:lnTo>
                  <a:pt x="838857" y="2382370"/>
                </a:lnTo>
                <a:lnTo>
                  <a:pt x="838555" y="2382130"/>
                </a:lnTo>
                <a:lnTo>
                  <a:pt x="838262" y="2381877"/>
                </a:lnTo>
                <a:lnTo>
                  <a:pt x="837979" y="2381613"/>
                </a:lnTo>
                <a:lnTo>
                  <a:pt x="837707" y="2381337"/>
                </a:lnTo>
                <a:lnTo>
                  <a:pt x="837444" y="2381053"/>
                </a:lnTo>
                <a:lnTo>
                  <a:pt x="837193" y="2380766"/>
                </a:lnTo>
                <a:lnTo>
                  <a:pt x="836954" y="2380473"/>
                </a:lnTo>
                <a:lnTo>
                  <a:pt x="836725" y="2380177"/>
                </a:lnTo>
                <a:lnTo>
                  <a:pt x="836508" y="2379877"/>
                </a:lnTo>
                <a:lnTo>
                  <a:pt x="836301" y="2379573"/>
                </a:lnTo>
                <a:lnTo>
                  <a:pt x="836106" y="2379264"/>
                </a:lnTo>
                <a:lnTo>
                  <a:pt x="835922" y="2378952"/>
                </a:lnTo>
                <a:lnTo>
                  <a:pt x="835749" y="2378635"/>
                </a:lnTo>
                <a:lnTo>
                  <a:pt x="835587" y="2378314"/>
                </a:lnTo>
                <a:lnTo>
                  <a:pt x="835437" y="2377989"/>
                </a:lnTo>
                <a:lnTo>
                  <a:pt x="835297" y="2377660"/>
                </a:lnTo>
                <a:lnTo>
                  <a:pt x="835169" y="2377327"/>
                </a:lnTo>
                <a:lnTo>
                  <a:pt x="835052" y="2376990"/>
                </a:lnTo>
                <a:lnTo>
                  <a:pt x="834946" y="2376649"/>
                </a:lnTo>
                <a:lnTo>
                  <a:pt x="834851" y="2376303"/>
                </a:lnTo>
                <a:lnTo>
                  <a:pt x="834768" y="2375953"/>
                </a:lnTo>
                <a:lnTo>
                  <a:pt x="834695" y="2375600"/>
                </a:lnTo>
                <a:lnTo>
                  <a:pt x="834634" y="2375242"/>
                </a:lnTo>
                <a:lnTo>
                  <a:pt x="834583" y="2374880"/>
                </a:lnTo>
                <a:lnTo>
                  <a:pt x="834544" y="2374514"/>
                </a:lnTo>
                <a:lnTo>
                  <a:pt x="834517" y="2374144"/>
                </a:lnTo>
                <a:lnTo>
                  <a:pt x="834500" y="2373770"/>
                </a:lnTo>
                <a:lnTo>
                  <a:pt x="834494" y="2373391"/>
                </a:lnTo>
                <a:lnTo>
                  <a:pt x="834500" y="2372999"/>
                </a:lnTo>
                <a:lnTo>
                  <a:pt x="834517" y="2372612"/>
                </a:lnTo>
                <a:lnTo>
                  <a:pt x="834544" y="2372229"/>
                </a:lnTo>
                <a:lnTo>
                  <a:pt x="834583" y="2371851"/>
                </a:lnTo>
                <a:lnTo>
                  <a:pt x="834634" y="2371478"/>
                </a:lnTo>
                <a:lnTo>
                  <a:pt x="834695" y="2371109"/>
                </a:lnTo>
                <a:lnTo>
                  <a:pt x="834768" y="2370745"/>
                </a:lnTo>
                <a:lnTo>
                  <a:pt x="834851" y="2370386"/>
                </a:lnTo>
                <a:lnTo>
                  <a:pt x="834946" y="2370031"/>
                </a:lnTo>
                <a:lnTo>
                  <a:pt x="835052" y="2369681"/>
                </a:lnTo>
                <a:lnTo>
                  <a:pt x="835169" y="2369336"/>
                </a:lnTo>
                <a:lnTo>
                  <a:pt x="835297" y="2368995"/>
                </a:lnTo>
                <a:lnTo>
                  <a:pt x="835437" y="2368660"/>
                </a:lnTo>
                <a:lnTo>
                  <a:pt x="835587" y="2368329"/>
                </a:lnTo>
                <a:lnTo>
                  <a:pt x="835749" y="2368002"/>
                </a:lnTo>
                <a:lnTo>
                  <a:pt x="835922" y="2367680"/>
                </a:lnTo>
                <a:lnTo>
                  <a:pt x="836106" y="2367363"/>
                </a:lnTo>
                <a:lnTo>
                  <a:pt x="836301" y="2367051"/>
                </a:lnTo>
                <a:lnTo>
                  <a:pt x="836508" y="2366744"/>
                </a:lnTo>
                <a:lnTo>
                  <a:pt x="836725" y="2366441"/>
                </a:lnTo>
                <a:lnTo>
                  <a:pt x="836954" y="2366142"/>
                </a:lnTo>
                <a:lnTo>
                  <a:pt x="837193" y="2365849"/>
                </a:lnTo>
                <a:lnTo>
                  <a:pt x="837444" y="2365560"/>
                </a:lnTo>
                <a:lnTo>
                  <a:pt x="837707" y="2365276"/>
                </a:lnTo>
                <a:lnTo>
                  <a:pt x="837979" y="2365014"/>
                </a:lnTo>
                <a:lnTo>
                  <a:pt x="838262" y="2364763"/>
                </a:lnTo>
                <a:lnTo>
                  <a:pt x="838555" y="2364523"/>
                </a:lnTo>
                <a:lnTo>
                  <a:pt x="838857" y="2364294"/>
                </a:lnTo>
                <a:lnTo>
                  <a:pt x="839170" y="2364077"/>
                </a:lnTo>
                <a:lnTo>
                  <a:pt x="839492" y="2363871"/>
                </a:lnTo>
                <a:lnTo>
                  <a:pt x="839825" y="2363675"/>
                </a:lnTo>
                <a:lnTo>
                  <a:pt x="840167" y="2363491"/>
                </a:lnTo>
                <a:lnTo>
                  <a:pt x="840520" y="2363319"/>
                </a:lnTo>
                <a:lnTo>
                  <a:pt x="840882" y="2363157"/>
                </a:lnTo>
                <a:lnTo>
                  <a:pt x="841255" y="2363006"/>
                </a:lnTo>
                <a:lnTo>
                  <a:pt x="841637" y="2362867"/>
                </a:lnTo>
                <a:lnTo>
                  <a:pt x="842030" y="2362739"/>
                </a:lnTo>
                <a:lnTo>
                  <a:pt x="842432" y="2362621"/>
                </a:lnTo>
                <a:lnTo>
                  <a:pt x="842845" y="2362515"/>
                </a:lnTo>
                <a:lnTo>
                  <a:pt x="843267" y="2362421"/>
                </a:lnTo>
                <a:lnTo>
                  <a:pt x="843699" y="2362337"/>
                </a:lnTo>
                <a:lnTo>
                  <a:pt x="844142" y="2362265"/>
                </a:lnTo>
                <a:lnTo>
                  <a:pt x="844594" y="2362203"/>
                </a:lnTo>
                <a:lnTo>
                  <a:pt x="845056" y="2362153"/>
                </a:lnTo>
                <a:lnTo>
                  <a:pt x="845529" y="2362114"/>
                </a:lnTo>
                <a:lnTo>
                  <a:pt x="846011" y="2362086"/>
                </a:lnTo>
                <a:lnTo>
                  <a:pt x="846503" y="2362069"/>
                </a:lnTo>
                <a:lnTo>
                  <a:pt x="847005" y="2362064"/>
                </a:lnTo>
                <a:lnTo>
                  <a:pt x="878959" y="2362064"/>
                </a:lnTo>
                <a:lnTo>
                  <a:pt x="879488" y="2362069"/>
                </a:lnTo>
                <a:lnTo>
                  <a:pt x="880006" y="2362086"/>
                </a:lnTo>
                <a:lnTo>
                  <a:pt x="880512" y="2362114"/>
                </a:lnTo>
                <a:lnTo>
                  <a:pt x="881007" y="2362153"/>
                </a:lnTo>
                <a:lnTo>
                  <a:pt x="881489" y="2362203"/>
                </a:lnTo>
                <a:lnTo>
                  <a:pt x="881960" y="2362265"/>
                </a:lnTo>
                <a:lnTo>
                  <a:pt x="882419" y="2362337"/>
                </a:lnTo>
                <a:lnTo>
                  <a:pt x="882866" y="2362421"/>
                </a:lnTo>
                <a:lnTo>
                  <a:pt x="883302" y="2362515"/>
                </a:lnTo>
                <a:lnTo>
                  <a:pt x="883726" y="2362621"/>
                </a:lnTo>
                <a:lnTo>
                  <a:pt x="884138" y="2362739"/>
                </a:lnTo>
                <a:lnTo>
                  <a:pt x="884538" y="2362867"/>
                </a:lnTo>
                <a:lnTo>
                  <a:pt x="884927" y="2363006"/>
                </a:lnTo>
                <a:lnTo>
                  <a:pt x="885304" y="2363157"/>
                </a:lnTo>
                <a:lnTo>
                  <a:pt x="885669" y="2363319"/>
                </a:lnTo>
                <a:lnTo>
                  <a:pt x="886022" y="2363491"/>
                </a:lnTo>
                <a:lnTo>
                  <a:pt x="886364" y="2363675"/>
                </a:lnTo>
                <a:lnTo>
                  <a:pt x="886694" y="2363871"/>
                </a:lnTo>
                <a:lnTo>
                  <a:pt x="887012" y="2364077"/>
                </a:lnTo>
                <a:lnTo>
                  <a:pt x="887318" y="2364294"/>
                </a:lnTo>
                <a:lnTo>
                  <a:pt x="887613" y="2364523"/>
                </a:lnTo>
                <a:lnTo>
                  <a:pt x="887896" y="2364763"/>
                </a:lnTo>
                <a:lnTo>
                  <a:pt x="888167" y="2365014"/>
                </a:lnTo>
                <a:lnTo>
                  <a:pt x="888427" y="2365276"/>
                </a:lnTo>
                <a:lnTo>
                  <a:pt x="888689" y="2365546"/>
                </a:lnTo>
                <a:lnTo>
                  <a:pt x="888940" y="2365822"/>
                </a:lnTo>
                <a:lnTo>
                  <a:pt x="889180" y="2366103"/>
                </a:lnTo>
                <a:lnTo>
                  <a:pt x="889408" y="2366389"/>
                </a:lnTo>
                <a:lnTo>
                  <a:pt x="889626" y="2366680"/>
                </a:lnTo>
                <a:lnTo>
                  <a:pt x="889832" y="2366977"/>
                </a:lnTo>
                <a:lnTo>
                  <a:pt x="890027" y="2367279"/>
                </a:lnTo>
                <a:lnTo>
                  <a:pt x="890211" y="2367587"/>
                </a:lnTo>
                <a:lnTo>
                  <a:pt x="890384" y="2367899"/>
                </a:lnTo>
                <a:lnTo>
                  <a:pt x="890546" y="2368217"/>
                </a:lnTo>
                <a:lnTo>
                  <a:pt x="890697" y="2368540"/>
                </a:lnTo>
                <a:lnTo>
                  <a:pt x="890836" y="2368869"/>
                </a:lnTo>
                <a:lnTo>
                  <a:pt x="890964" y="2369202"/>
                </a:lnTo>
                <a:lnTo>
                  <a:pt x="891081" y="2369541"/>
                </a:lnTo>
                <a:lnTo>
                  <a:pt x="891187" y="2369886"/>
                </a:lnTo>
                <a:lnTo>
                  <a:pt x="891282" y="2370235"/>
                </a:lnTo>
                <a:lnTo>
                  <a:pt x="891366" y="2370590"/>
                </a:lnTo>
                <a:lnTo>
                  <a:pt x="891438" y="2370950"/>
                </a:lnTo>
                <a:lnTo>
                  <a:pt x="891500" y="2371316"/>
                </a:lnTo>
                <a:lnTo>
                  <a:pt x="891550" y="2371686"/>
                </a:lnTo>
                <a:lnTo>
                  <a:pt x="891589" y="2372062"/>
                </a:lnTo>
                <a:lnTo>
                  <a:pt x="891617" y="2372444"/>
                </a:lnTo>
                <a:lnTo>
                  <a:pt x="891633" y="2372830"/>
                </a:lnTo>
                <a:lnTo>
                  <a:pt x="891639" y="2373222"/>
                </a:lnTo>
                <a:lnTo>
                  <a:pt x="891633" y="2373628"/>
                </a:lnTo>
                <a:lnTo>
                  <a:pt x="891617" y="2374028"/>
                </a:lnTo>
                <a:lnTo>
                  <a:pt x="891589" y="2374422"/>
                </a:lnTo>
                <a:lnTo>
                  <a:pt x="891550" y="2374810"/>
                </a:lnTo>
                <a:lnTo>
                  <a:pt x="891500" y="2375192"/>
                </a:lnTo>
                <a:lnTo>
                  <a:pt x="891438" y="2375568"/>
                </a:lnTo>
                <a:lnTo>
                  <a:pt x="891366" y="2375938"/>
                </a:lnTo>
                <a:lnTo>
                  <a:pt x="891282" y="2376303"/>
                </a:lnTo>
                <a:lnTo>
                  <a:pt x="891187" y="2376662"/>
                </a:lnTo>
                <a:lnTo>
                  <a:pt x="891081" y="2377014"/>
                </a:lnTo>
                <a:lnTo>
                  <a:pt x="890964" y="2377361"/>
                </a:lnTo>
                <a:lnTo>
                  <a:pt x="890836" y="2377702"/>
                </a:lnTo>
                <a:lnTo>
                  <a:pt x="890697" y="2378038"/>
                </a:lnTo>
                <a:lnTo>
                  <a:pt x="890546" y="2378367"/>
                </a:lnTo>
                <a:lnTo>
                  <a:pt x="890384" y="2378690"/>
                </a:lnTo>
                <a:lnTo>
                  <a:pt x="890211" y="2379008"/>
                </a:lnTo>
                <a:lnTo>
                  <a:pt x="890027" y="2379320"/>
                </a:lnTo>
                <a:lnTo>
                  <a:pt x="889832" y="2379626"/>
                </a:lnTo>
                <a:lnTo>
                  <a:pt x="889626" y="2379925"/>
                </a:lnTo>
                <a:lnTo>
                  <a:pt x="889408" y="2380220"/>
                </a:lnTo>
                <a:lnTo>
                  <a:pt x="889180" y="2380508"/>
                </a:lnTo>
                <a:lnTo>
                  <a:pt x="888940" y="2380790"/>
                </a:lnTo>
                <a:lnTo>
                  <a:pt x="888689" y="2381067"/>
                </a:lnTo>
                <a:lnTo>
                  <a:pt x="888427" y="2381337"/>
                </a:lnTo>
                <a:lnTo>
                  <a:pt x="888154" y="2381613"/>
                </a:lnTo>
                <a:lnTo>
                  <a:pt x="887870" y="2381877"/>
                </a:lnTo>
                <a:lnTo>
                  <a:pt x="887576" y="2382130"/>
                </a:lnTo>
                <a:lnTo>
                  <a:pt x="887271" y="2382370"/>
                </a:lnTo>
                <a:lnTo>
                  <a:pt x="886956" y="2382599"/>
                </a:lnTo>
                <a:lnTo>
                  <a:pt x="886630" y="2382817"/>
                </a:lnTo>
                <a:lnTo>
                  <a:pt x="886294" y="2383022"/>
                </a:lnTo>
                <a:lnTo>
                  <a:pt x="885947" y="2383216"/>
                </a:lnTo>
                <a:lnTo>
                  <a:pt x="885590" y="2383398"/>
                </a:lnTo>
                <a:lnTo>
                  <a:pt x="885222" y="2383568"/>
                </a:lnTo>
                <a:lnTo>
                  <a:pt x="884843" y="2383727"/>
                </a:lnTo>
                <a:lnTo>
                  <a:pt x="884454" y="2383873"/>
                </a:lnTo>
                <a:lnTo>
                  <a:pt x="884054" y="2384008"/>
                </a:lnTo>
                <a:lnTo>
                  <a:pt x="883644" y="2384132"/>
                </a:lnTo>
                <a:lnTo>
                  <a:pt x="883223" y="2384243"/>
                </a:lnTo>
                <a:lnTo>
                  <a:pt x="882791" y="2384343"/>
                </a:lnTo>
                <a:lnTo>
                  <a:pt x="882349" y="2384431"/>
                </a:lnTo>
                <a:lnTo>
                  <a:pt x="881896" y="2384507"/>
                </a:lnTo>
                <a:lnTo>
                  <a:pt x="881433" y="2384572"/>
                </a:lnTo>
                <a:lnTo>
                  <a:pt x="880960" y="2384625"/>
                </a:lnTo>
                <a:lnTo>
                  <a:pt x="880475" y="2384666"/>
                </a:lnTo>
                <a:lnTo>
                  <a:pt x="879980" y="2384695"/>
                </a:lnTo>
                <a:lnTo>
                  <a:pt x="879475" y="2384713"/>
                </a:lnTo>
                <a:lnTo>
                  <a:pt x="878959" y="2384719"/>
                </a:lnTo>
                <a:lnTo>
                  <a:pt x="847005" y="2384719"/>
                </a:lnTo>
                <a:lnTo>
                  <a:pt x="846503" y="2384713"/>
                </a:lnTo>
                <a:lnTo>
                  <a:pt x="846011" y="2384695"/>
                </a:lnTo>
                <a:lnTo>
                  <a:pt x="845529" y="2384666"/>
                </a:lnTo>
                <a:lnTo>
                  <a:pt x="845056" y="2384625"/>
                </a:lnTo>
                <a:lnTo>
                  <a:pt x="844594" y="2384572"/>
                </a:lnTo>
                <a:lnTo>
                  <a:pt x="844142" y="2384507"/>
                </a:lnTo>
                <a:lnTo>
                  <a:pt x="843699" y="2384431"/>
                </a:lnTo>
                <a:lnTo>
                  <a:pt x="843267" y="2384343"/>
                </a:lnTo>
                <a:close/>
                <a:moveTo>
                  <a:pt x="857055" y="2319327"/>
                </a:moveTo>
                <a:lnTo>
                  <a:pt x="856404" y="2319203"/>
                </a:lnTo>
                <a:lnTo>
                  <a:pt x="855766" y="2319063"/>
                </a:lnTo>
                <a:lnTo>
                  <a:pt x="855141" y="2318909"/>
                </a:lnTo>
                <a:lnTo>
                  <a:pt x="854529" y="2318740"/>
                </a:lnTo>
                <a:lnTo>
                  <a:pt x="853929" y="2318557"/>
                </a:lnTo>
                <a:lnTo>
                  <a:pt x="853343" y="2318359"/>
                </a:lnTo>
                <a:lnTo>
                  <a:pt x="852769" y="2318146"/>
                </a:lnTo>
                <a:lnTo>
                  <a:pt x="852209" y="2317918"/>
                </a:lnTo>
                <a:lnTo>
                  <a:pt x="851661" y="2317676"/>
                </a:lnTo>
                <a:lnTo>
                  <a:pt x="851126" y="2317419"/>
                </a:lnTo>
                <a:lnTo>
                  <a:pt x="850604" y="2317148"/>
                </a:lnTo>
                <a:lnTo>
                  <a:pt x="850095" y="2316862"/>
                </a:lnTo>
                <a:lnTo>
                  <a:pt x="849599" y="2316561"/>
                </a:lnTo>
                <a:lnTo>
                  <a:pt x="849116" y="2316245"/>
                </a:lnTo>
                <a:lnTo>
                  <a:pt x="848646" y="2315915"/>
                </a:lnTo>
                <a:lnTo>
                  <a:pt x="848189" y="2315570"/>
                </a:lnTo>
                <a:lnTo>
                  <a:pt x="847761" y="2315198"/>
                </a:lnTo>
                <a:lnTo>
                  <a:pt x="847352" y="2314814"/>
                </a:lnTo>
                <a:lnTo>
                  <a:pt x="846960" y="2314419"/>
                </a:lnTo>
                <a:lnTo>
                  <a:pt x="846587" y="2314011"/>
                </a:lnTo>
                <a:lnTo>
                  <a:pt x="846232" y="2313592"/>
                </a:lnTo>
                <a:lnTo>
                  <a:pt x="845896" y="2313161"/>
                </a:lnTo>
                <a:lnTo>
                  <a:pt x="845577" y="2312718"/>
                </a:lnTo>
                <a:lnTo>
                  <a:pt x="845277" y="2312264"/>
                </a:lnTo>
                <a:lnTo>
                  <a:pt x="844995" y="2311798"/>
                </a:lnTo>
                <a:lnTo>
                  <a:pt x="844731" y="2311320"/>
                </a:lnTo>
                <a:lnTo>
                  <a:pt x="844485" y="2310831"/>
                </a:lnTo>
                <a:lnTo>
                  <a:pt x="844258" y="2310329"/>
                </a:lnTo>
                <a:lnTo>
                  <a:pt x="844049" y="2309816"/>
                </a:lnTo>
                <a:lnTo>
                  <a:pt x="843858" y="2309291"/>
                </a:lnTo>
                <a:lnTo>
                  <a:pt x="843685" y="2308755"/>
                </a:lnTo>
                <a:lnTo>
                  <a:pt x="843530" y="2308206"/>
                </a:lnTo>
                <a:lnTo>
                  <a:pt x="843394" y="2307646"/>
                </a:lnTo>
                <a:lnTo>
                  <a:pt x="843275" y="2307075"/>
                </a:lnTo>
                <a:lnTo>
                  <a:pt x="843175" y="2306491"/>
                </a:lnTo>
                <a:lnTo>
                  <a:pt x="843093" y="2305896"/>
                </a:lnTo>
                <a:lnTo>
                  <a:pt x="843030" y="2305289"/>
                </a:lnTo>
                <a:lnTo>
                  <a:pt x="842984" y="2304670"/>
                </a:lnTo>
                <a:lnTo>
                  <a:pt x="842957" y="2304040"/>
                </a:lnTo>
                <a:lnTo>
                  <a:pt x="842948" y="2303397"/>
                </a:lnTo>
                <a:lnTo>
                  <a:pt x="842957" y="2302742"/>
                </a:lnTo>
                <a:lnTo>
                  <a:pt x="842984" y="2302099"/>
                </a:lnTo>
                <a:lnTo>
                  <a:pt x="843030" y="2301469"/>
                </a:lnTo>
                <a:lnTo>
                  <a:pt x="843093" y="2300852"/>
                </a:lnTo>
                <a:lnTo>
                  <a:pt x="843175" y="2300248"/>
                </a:lnTo>
                <a:lnTo>
                  <a:pt x="843275" y="2299657"/>
                </a:lnTo>
                <a:lnTo>
                  <a:pt x="843394" y="2299079"/>
                </a:lnTo>
                <a:lnTo>
                  <a:pt x="843530" y="2298513"/>
                </a:lnTo>
                <a:lnTo>
                  <a:pt x="843685" y="2297961"/>
                </a:lnTo>
                <a:lnTo>
                  <a:pt x="843858" y="2297421"/>
                </a:lnTo>
                <a:lnTo>
                  <a:pt x="844049" y="2296895"/>
                </a:lnTo>
                <a:lnTo>
                  <a:pt x="844258" y="2296381"/>
                </a:lnTo>
                <a:lnTo>
                  <a:pt x="844485" y="2295881"/>
                </a:lnTo>
                <a:lnTo>
                  <a:pt x="844731" y="2295393"/>
                </a:lnTo>
                <a:lnTo>
                  <a:pt x="844995" y="2294918"/>
                </a:lnTo>
                <a:lnTo>
                  <a:pt x="845277" y="2294456"/>
                </a:lnTo>
                <a:lnTo>
                  <a:pt x="845577" y="2294007"/>
                </a:lnTo>
                <a:lnTo>
                  <a:pt x="845896" y="2293571"/>
                </a:lnTo>
                <a:lnTo>
                  <a:pt x="846232" y="2293147"/>
                </a:lnTo>
                <a:lnTo>
                  <a:pt x="846587" y="2292737"/>
                </a:lnTo>
                <a:lnTo>
                  <a:pt x="846960" y="2292339"/>
                </a:lnTo>
                <a:lnTo>
                  <a:pt x="847352" y="2291955"/>
                </a:lnTo>
                <a:lnTo>
                  <a:pt x="847761" y="2291583"/>
                </a:lnTo>
                <a:lnTo>
                  <a:pt x="848189" y="2291225"/>
                </a:lnTo>
                <a:lnTo>
                  <a:pt x="848646" y="2290880"/>
                </a:lnTo>
                <a:lnTo>
                  <a:pt x="849116" y="2290550"/>
                </a:lnTo>
                <a:lnTo>
                  <a:pt x="849599" y="2290234"/>
                </a:lnTo>
                <a:lnTo>
                  <a:pt x="850095" y="2289933"/>
                </a:lnTo>
                <a:lnTo>
                  <a:pt x="850604" y="2289647"/>
                </a:lnTo>
                <a:lnTo>
                  <a:pt x="851126" y="2289375"/>
                </a:lnTo>
                <a:lnTo>
                  <a:pt x="851661" y="2289119"/>
                </a:lnTo>
                <a:lnTo>
                  <a:pt x="852209" y="2288876"/>
                </a:lnTo>
                <a:lnTo>
                  <a:pt x="852769" y="2288649"/>
                </a:lnTo>
                <a:lnTo>
                  <a:pt x="853343" y="2288436"/>
                </a:lnTo>
                <a:lnTo>
                  <a:pt x="853929" y="2288238"/>
                </a:lnTo>
                <a:lnTo>
                  <a:pt x="854529" y="2288055"/>
                </a:lnTo>
                <a:lnTo>
                  <a:pt x="855141" y="2287886"/>
                </a:lnTo>
                <a:lnTo>
                  <a:pt x="855766" y="2287732"/>
                </a:lnTo>
                <a:lnTo>
                  <a:pt x="856404" y="2287592"/>
                </a:lnTo>
                <a:lnTo>
                  <a:pt x="857055" y="2287468"/>
                </a:lnTo>
                <a:lnTo>
                  <a:pt x="857719" y="2287357"/>
                </a:lnTo>
                <a:lnTo>
                  <a:pt x="858396" y="2287262"/>
                </a:lnTo>
                <a:lnTo>
                  <a:pt x="859086" y="2287181"/>
                </a:lnTo>
                <a:lnTo>
                  <a:pt x="859789" y="2287115"/>
                </a:lnTo>
                <a:lnTo>
                  <a:pt x="860504" y="2287064"/>
                </a:lnTo>
                <a:lnTo>
                  <a:pt x="861233" y="2287027"/>
                </a:lnTo>
                <a:lnTo>
                  <a:pt x="861974" y="2287005"/>
                </a:lnTo>
                <a:lnTo>
                  <a:pt x="862729" y="2286998"/>
                </a:lnTo>
                <a:lnTo>
                  <a:pt x="863496" y="2287005"/>
                </a:lnTo>
                <a:lnTo>
                  <a:pt x="864250" y="2287027"/>
                </a:lnTo>
                <a:lnTo>
                  <a:pt x="864990" y="2287064"/>
                </a:lnTo>
                <a:lnTo>
                  <a:pt x="865715" y="2287115"/>
                </a:lnTo>
                <a:lnTo>
                  <a:pt x="866427" y="2287181"/>
                </a:lnTo>
                <a:lnTo>
                  <a:pt x="867124" y="2287262"/>
                </a:lnTo>
                <a:lnTo>
                  <a:pt x="867808" y="2287357"/>
                </a:lnTo>
                <a:lnTo>
                  <a:pt x="868477" y="2287468"/>
                </a:lnTo>
                <a:lnTo>
                  <a:pt x="869132" y="2287592"/>
                </a:lnTo>
                <a:lnTo>
                  <a:pt x="869773" y="2287732"/>
                </a:lnTo>
                <a:lnTo>
                  <a:pt x="870400" y="2287886"/>
                </a:lnTo>
                <a:lnTo>
                  <a:pt x="871013" y="2288055"/>
                </a:lnTo>
                <a:lnTo>
                  <a:pt x="871612" y="2288238"/>
                </a:lnTo>
                <a:lnTo>
                  <a:pt x="872196" y="2288436"/>
                </a:lnTo>
                <a:lnTo>
                  <a:pt x="872767" y="2288649"/>
                </a:lnTo>
                <a:lnTo>
                  <a:pt x="873323" y="2288876"/>
                </a:lnTo>
                <a:lnTo>
                  <a:pt x="873866" y="2289119"/>
                </a:lnTo>
                <a:lnTo>
                  <a:pt x="874394" y="2289375"/>
                </a:lnTo>
                <a:lnTo>
                  <a:pt x="874908" y="2289647"/>
                </a:lnTo>
                <a:lnTo>
                  <a:pt x="875409" y="2289933"/>
                </a:lnTo>
                <a:lnTo>
                  <a:pt x="875895" y="2290234"/>
                </a:lnTo>
                <a:lnTo>
                  <a:pt x="876367" y="2290550"/>
                </a:lnTo>
                <a:lnTo>
                  <a:pt x="876824" y="2290880"/>
                </a:lnTo>
                <a:lnTo>
                  <a:pt x="877268" y="2291225"/>
                </a:lnTo>
                <a:lnTo>
                  <a:pt x="877696" y="2291583"/>
                </a:lnTo>
                <a:lnTo>
                  <a:pt x="878105" y="2291955"/>
                </a:lnTo>
                <a:lnTo>
                  <a:pt x="878497" y="2292339"/>
                </a:lnTo>
                <a:lnTo>
                  <a:pt x="878870" y="2292737"/>
                </a:lnTo>
                <a:lnTo>
                  <a:pt x="879225" y="2293147"/>
                </a:lnTo>
                <a:lnTo>
                  <a:pt x="879561" y="2293571"/>
                </a:lnTo>
                <a:lnTo>
                  <a:pt x="879880" y="2294007"/>
                </a:lnTo>
                <a:lnTo>
                  <a:pt x="880180" y="2294456"/>
                </a:lnTo>
                <a:lnTo>
                  <a:pt x="880462" y="2294918"/>
                </a:lnTo>
                <a:lnTo>
                  <a:pt x="880726" y="2295393"/>
                </a:lnTo>
                <a:lnTo>
                  <a:pt x="880972" y="2295881"/>
                </a:lnTo>
                <a:lnTo>
                  <a:pt x="881199" y="2296381"/>
                </a:lnTo>
                <a:lnTo>
                  <a:pt x="881408" y="2296895"/>
                </a:lnTo>
                <a:lnTo>
                  <a:pt x="881599" y="2297421"/>
                </a:lnTo>
                <a:lnTo>
                  <a:pt x="881772" y="2297961"/>
                </a:lnTo>
                <a:lnTo>
                  <a:pt x="881927" y="2298513"/>
                </a:lnTo>
                <a:lnTo>
                  <a:pt x="882064" y="2299079"/>
                </a:lnTo>
                <a:lnTo>
                  <a:pt x="882182" y="2299657"/>
                </a:lnTo>
                <a:lnTo>
                  <a:pt x="882282" y="2300248"/>
                </a:lnTo>
                <a:lnTo>
                  <a:pt x="882364" y="2300852"/>
                </a:lnTo>
                <a:lnTo>
                  <a:pt x="882428" y="2301469"/>
                </a:lnTo>
                <a:lnTo>
                  <a:pt x="882473" y="2302099"/>
                </a:lnTo>
                <a:lnTo>
                  <a:pt x="882500" y="2302742"/>
                </a:lnTo>
                <a:lnTo>
                  <a:pt x="882509" y="2303397"/>
                </a:lnTo>
                <a:lnTo>
                  <a:pt x="882500" y="2304040"/>
                </a:lnTo>
                <a:lnTo>
                  <a:pt x="882473" y="2304670"/>
                </a:lnTo>
                <a:lnTo>
                  <a:pt x="882428" y="2305289"/>
                </a:lnTo>
                <a:lnTo>
                  <a:pt x="882364" y="2305896"/>
                </a:lnTo>
                <a:lnTo>
                  <a:pt x="882282" y="2306491"/>
                </a:lnTo>
                <a:lnTo>
                  <a:pt x="882182" y="2307075"/>
                </a:lnTo>
                <a:lnTo>
                  <a:pt x="882064" y="2307646"/>
                </a:lnTo>
                <a:lnTo>
                  <a:pt x="881927" y="2308206"/>
                </a:lnTo>
                <a:lnTo>
                  <a:pt x="881772" y="2308755"/>
                </a:lnTo>
                <a:lnTo>
                  <a:pt x="881599" y="2309291"/>
                </a:lnTo>
                <a:lnTo>
                  <a:pt x="881408" y="2309816"/>
                </a:lnTo>
                <a:lnTo>
                  <a:pt x="881199" y="2310329"/>
                </a:lnTo>
                <a:lnTo>
                  <a:pt x="880972" y="2310831"/>
                </a:lnTo>
                <a:lnTo>
                  <a:pt x="880726" y="2311320"/>
                </a:lnTo>
                <a:lnTo>
                  <a:pt x="880462" y="2311798"/>
                </a:lnTo>
                <a:lnTo>
                  <a:pt x="880180" y="2312264"/>
                </a:lnTo>
                <a:lnTo>
                  <a:pt x="879880" y="2312718"/>
                </a:lnTo>
                <a:lnTo>
                  <a:pt x="879561" y="2313161"/>
                </a:lnTo>
                <a:lnTo>
                  <a:pt x="879225" y="2313592"/>
                </a:lnTo>
                <a:lnTo>
                  <a:pt x="878870" y="2314011"/>
                </a:lnTo>
                <a:lnTo>
                  <a:pt x="878497" y="2314419"/>
                </a:lnTo>
                <a:lnTo>
                  <a:pt x="878105" y="2314814"/>
                </a:lnTo>
                <a:lnTo>
                  <a:pt x="877696" y="2315198"/>
                </a:lnTo>
                <a:lnTo>
                  <a:pt x="877268" y="2315570"/>
                </a:lnTo>
                <a:lnTo>
                  <a:pt x="876824" y="2315915"/>
                </a:lnTo>
                <a:lnTo>
                  <a:pt x="876367" y="2316245"/>
                </a:lnTo>
                <a:lnTo>
                  <a:pt x="875895" y="2316561"/>
                </a:lnTo>
                <a:lnTo>
                  <a:pt x="875409" y="2316862"/>
                </a:lnTo>
                <a:lnTo>
                  <a:pt x="874908" y="2317148"/>
                </a:lnTo>
                <a:lnTo>
                  <a:pt x="874394" y="2317419"/>
                </a:lnTo>
                <a:lnTo>
                  <a:pt x="873866" y="2317676"/>
                </a:lnTo>
                <a:lnTo>
                  <a:pt x="873323" y="2317918"/>
                </a:lnTo>
                <a:lnTo>
                  <a:pt x="872767" y="2318146"/>
                </a:lnTo>
                <a:lnTo>
                  <a:pt x="872196" y="2318359"/>
                </a:lnTo>
                <a:lnTo>
                  <a:pt x="871612" y="2318557"/>
                </a:lnTo>
                <a:lnTo>
                  <a:pt x="871013" y="2318740"/>
                </a:lnTo>
                <a:lnTo>
                  <a:pt x="870400" y="2318909"/>
                </a:lnTo>
                <a:lnTo>
                  <a:pt x="869773" y="2319063"/>
                </a:lnTo>
                <a:lnTo>
                  <a:pt x="869132" y="2319203"/>
                </a:lnTo>
                <a:lnTo>
                  <a:pt x="868477" y="2319327"/>
                </a:lnTo>
                <a:lnTo>
                  <a:pt x="867808" y="2319437"/>
                </a:lnTo>
                <a:lnTo>
                  <a:pt x="867124" y="2319533"/>
                </a:lnTo>
                <a:lnTo>
                  <a:pt x="866427" y="2319614"/>
                </a:lnTo>
                <a:lnTo>
                  <a:pt x="865715" y="2319680"/>
                </a:lnTo>
                <a:lnTo>
                  <a:pt x="864990" y="2319731"/>
                </a:lnTo>
                <a:lnTo>
                  <a:pt x="864250" y="2319768"/>
                </a:lnTo>
                <a:lnTo>
                  <a:pt x="863496" y="2319790"/>
                </a:lnTo>
                <a:lnTo>
                  <a:pt x="862729" y="2319797"/>
                </a:lnTo>
                <a:lnTo>
                  <a:pt x="861974" y="2319790"/>
                </a:lnTo>
                <a:lnTo>
                  <a:pt x="861233" y="2319768"/>
                </a:lnTo>
                <a:lnTo>
                  <a:pt x="860504" y="2319731"/>
                </a:lnTo>
                <a:lnTo>
                  <a:pt x="859789" y="2319680"/>
                </a:lnTo>
                <a:lnTo>
                  <a:pt x="859086" y="2319614"/>
                </a:lnTo>
                <a:lnTo>
                  <a:pt x="858396" y="2319533"/>
                </a:lnTo>
                <a:lnTo>
                  <a:pt x="857719" y="2319437"/>
                </a:lnTo>
                <a:lnTo>
                  <a:pt x="857055" y="2319327"/>
                </a:lnTo>
                <a:close/>
                <a:moveTo>
                  <a:pt x="1059052" y="2746416"/>
                </a:moveTo>
                <a:lnTo>
                  <a:pt x="1044513" y="2746416"/>
                </a:lnTo>
                <a:lnTo>
                  <a:pt x="1044513" y="2771269"/>
                </a:lnTo>
                <a:lnTo>
                  <a:pt x="1048401" y="2793416"/>
                </a:lnTo>
                <a:lnTo>
                  <a:pt x="1055164" y="2793416"/>
                </a:lnTo>
                <a:lnTo>
                  <a:pt x="1059052" y="2771269"/>
                </a:lnTo>
                <a:lnTo>
                  <a:pt x="1059052" y="2746416"/>
                </a:lnTo>
                <a:close/>
                <a:moveTo>
                  <a:pt x="1084243" y="2746416"/>
                </a:moveTo>
                <a:lnTo>
                  <a:pt x="1069704" y="2746416"/>
                </a:lnTo>
                <a:lnTo>
                  <a:pt x="1069704" y="2771269"/>
                </a:lnTo>
                <a:lnTo>
                  <a:pt x="1073592" y="2793416"/>
                </a:lnTo>
                <a:lnTo>
                  <a:pt x="1080355" y="2793416"/>
                </a:lnTo>
                <a:lnTo>
                  <a:pt x="1084243" y="2771269"/>
                </a:lnTo>
                <a:lnTo>
                  <a:pt x="1084243" y="2746416"/>
                </a:lnTo>
                <a:close/>
                <a:moveTo>
                  <a:pt x="969626" y="2863767"/>
                </a:moveTo>
                <a:lnTo>
                  <a:pt x="970535" y="2863682"/>
                </a:lnTo>
                <a:lnTo>
                  <a:pt x="971432" y="2863587"/>
                </a:lnTo>
                <a:lnTo>
                  <a:pt x="972317" y="2863483"/>
                </a:lnTo>
                <a:lnTo>
                  <a:pt x="973190" y="2863368"/>
                </a:lnTo>
                <a:lnTo>
                  <a:pt x="974050" y="2863243"/>
                </a:lnTo>
                <a:lnTo>
                  <a:pt x="974898" y="2863108"/>
                </a:lnTo>
                <a:lnTo>
                  <a:pt x="975734" y="2862964"/>
                </a:lnTo>
                <a:lnTo>
                  <a:pt x="976557" y="2862809"/>
                </a:lnTo>
                <a:lnTo>
                  <a:pt x="977368" y="2862644"/>
                </a:lnTo>
                <a:lnTo>
                  <a:pt x="978167" y="2862470"/>
                </a:lnTo>
                <a:lnTo>
                  <a:pt x="978953" y="2862285"/>
                </a:lnTo>
                <a:lnTo>
                  <a:pt x="979727" y="2862090"/>
                </a:lnTo>
                <a:lnTo>
                  <a:pt x="980489" y="2861886"/>
                </a:lnTo>
                <a:lnTo>
                  <a:pt x="981238" y="2861671"/>
                </a:lnTo>
                <a:lnTo>
                  <a:pt x="981975" y="2861447"/>
                </a:lnTo>
                <a:lnTo>
                  <a:pt x="982700" y="2861212"/>
                </a:lnTo>
                <a:lnTo>
                  <a:pt x="983425" y="2860967"/>
                </a:lnTo>
                <a:lnTo>
                  <a:pt x="984136" y="2860712"/>
                </a:lnTo>
                <a:lnTo>
                  <a:pt x="984832" y="2860446"/>
                </a:lnTo>
                <a:lnTo>
                  <a:pt x="985513" y="2860170"/>
                </a:lnTo>
                <a:lnTo>
                  <a:pt x="986180" y="2859883"/>
                </a:lnTo>
                <a:lnTo>
                  <a:pt x="986832" y="2859585"/>
                </a:lnTo>
                <a:lnTo>
                  <a:pt x="987469" y="2859277"/>
                </a:lnTo>
                <a:lnTo>
                  <a:pt x="988092" y="2858958"/>
                </a:lnTo>
                <a:lnTo>
                  <a:pt x="988699" y="2858629"/>
                </a:lnTo>
                <a:lnTo>
                  <a:pt x="989293" y="2858289"/>
                </a:lnTo>
                <a:lnTo>
                  <a:pt x="989871" y="2857938"/>
                </a:lnTo>
                <a:lnTo>
                  <a:pt x="990435" y="2857577"/>
                </a:lnTo>
                <a:lnTo>
                  <a:pt x="990984" y="2857206"/>
                </a:lnTo>
                <a:lnTo>
                  <a:pt x="991519" y="2856824"/>
                </a:lnTo>
                <a:lnTo>
                  <a:pt x="992038" y="2856431"/>
                </a:lnTo>
                <a:lnTo>
                  <a:pt x="992544" y="2856027"/>
                </a:lnTo>
                <a:lnTo>
                  <a:pt x="993034" y="2855614"/>
                </a:lnTo>
                <a:lnTo>
                  <a:pt x="993510" y="2855189"/>
                </a:lnTo>
                <a:lnTo>
                  <a:pt x="993971" y="2854754"/>
                </a:lnTo>
                <a:lnTo>
                  <a:pt x="994417" y="2854309"/>
                </a:lnTo>
                <a:lnTo>
                  <a:pt x="994849" y="2853853"/>
                </a:lnTo>
                <a:lnTo>
                  <a:pt x="995266" y="2853386"/>
                </a:lnTo>
                <a:lnTo>
                  <a:pt x="995669" y="2852909"/>
                </a:lnTo>
                <a:lnTo>
                  <a:pt x="996056" y="2852421"/>
                </a:lnTo>
                <a:lnTo>
                  <a:pt x="996443" y="2851922"/>
                </a:lnTo>
                <a:lnTo>
                  <a:pt x="996813" y="2851413"/>
                </a:lnTo>
                <a:lnTo>
                  <a:pt x="997166" y="2850894"/>
                </a:lnTo>
                <a:lnTo>
                  <a:pt x="997503" y="2850364"/>
                </a:lnTo>
                <a:lnTo>
                  <a:pt x="997823" y="2849823"/>
                </a:lnTo>
                <a:lnTo>
                  <a:pt x="998128" y="2849272"/>
                </a:lnTo>
                <a:lnTo>
                  <a:pt x="998415" y="2848710"/>
                </a:lnTo>
                <a:lnTo>
                  <a:pt x="998686" y="2848138"/>
                </a:lnTo>
                <a:lnTo>
                  <a:pt x="998941" y="2847555"/>
                </a:lnTo>
                <a:lnTo>
                  <a:pt x="999179" y="2846961"/>
                </a:lnTo>
                <a:lnTo>
                  <a:pt x="999401" y="2846357"/>
                </a:lnTo>
                <a:lnTo>
                  <a:pt x="999607" y="2845743"/>
                </a:lnTo>
                <a:lnTo>
                  <a:pt x="999796" y="2845117"/>
                </a:lnTo>
                <a:lnTo>
                  <a:pt x="999968" y="2844482"/>
                </a:lnTo>
                <a:lnTo>
                  <a:pt x="1000125" y="2843835"/>
                </a:lnTo>
                <a:lnTo>
                  <a:pt x="1000264" y="2843178"/>
                </a:lnTo>
                <a:lnTo>
                  <a:pt x="1000388" y="2842511"/>
                </a:lnTo>
                <a:lnTo>
                  <a:pt x="1000494" y="2841833"/>
                </a:lnTo>
                <a:lnTo>
                  <a:pt x="1000585" y="2841144"/>
                </a:lnTo>
                <a:lnTo>
                  <a:pt x="1000659" y="2840445"/>
                </a:lnTo>
                <a:lnTo>
                  <a:pt x="1000716" y="2839735"/>
                </a:lnTo>
                <a:lnTo>
                  <a:pt x="1000757" y="2839015"/>
                </a:lnTo>
                <a:lnTo>
                  <a:pt x="1000782" y="2838284"/>
                </a:lnTo>
                <a:lnTo>
                  <a:pt x="1000790" y="2837543"/>
                </a:lnTo>
                <a:lnTo>
                  <a:pt x="1000785" y="2836886"/>
                </a:lnTo>
                <a:lnTo>
                  <a:pt x="1000768" y="2836240"/>
                </a:lnTo>
                <a:lnTo>
                  <a:pt x="1000740" y="2835604"/>
                </a:lnTo>
                <a:lnTo>
                  <a:pt x="1000701" y="2834979"/>
                </a:lnTo>
                <a:lnTo>
                  <a:pt x="1000651" y="2834364"/>
                </a:lnTo>
                <a:lnTo>
                  <a:pt x="1000590" y="2833760"/>
                </a:lnTo>
                <a:lnTo>
                  <a:pt x="1000517" y="2833166"/>
                </a:lnTo>
                <a:lnTo>
                  <a:pt x="1000433" y="2832584"/>
                </a:lnTo>
                <a:lnTo>
                  <a:pt x="1000339" y="2832011"/>
                </a:lnTo>
                <a:lnTo>
                  <a:pt x="1000233" y="2831449"/>
                </a:lnTo>
                <a:lnTo>
                  <a:pt x="1000116" y="2830898"/>
                </a:lnTo>
                <a:lnTo>
                  <a:pt x="999987" y="2830358"/>
                </a:lnTo>
                <a:lnTo>
                  <a:pt x="999848" y="2829827"/>
                </a:lnTo>
                <a:lnTo>
                  <a:pt x="999697" y="2829308"/>
                </a:lnTo>
                <a:lnTo>
                  <a:pt x="999536" y="2828799"/>
                </a:lnTo>
                <a:lnTo>
                  <a:pt x="999363" y="2828301"/>
                </a:lnTo>
                <a:lnTo>
                  <a:pt x="999179" y="2827813"/>
                </a:lnTo>
                <a:lnTo>
                  <a:pt x="998983" y="2827335"/>
                </a:lnTo>
                <a:lnTo>
                  <a:pt x="998777" y="2826869"/>
                </a:lnTo>
                <a:lnTo>
                  <a:pt x="998560" y="2826413"/>
                </a:lnTo>
                <a:lnTo>
                  <a:pt x="998331" y="2825967"/>
                </a:lnTo>
                <a:lnTo>
                  <a:pt x="998091" y="2825532"/>
                </a:lnTo>
                <a:lnTo>
                  <a:pt x="997840" y="2825108"/>
                </a:lnTo>
                <a:lnTo>
                  <a:pt x="997578" y="2824694"/>
                </a:lnTo>
                <a:lnTo>
                  <a:pt x="997303" y="2824274"/>
                </a:lnTo>
                <a:lnTo>
                  <a:pt x="997014" y="2823861"/>
                </a:lnTo>
                <a:lnTo>
                  <a:pt x="996712" y="2823455"/>
                </a:lnTo>
                <a:lnTo>
                  <a:pt x="996395" y="2823055"/>
                </a:lnTo>
                <a:lnTo>
                  <a:pt x="996063" y="2822661"/>
                </a:lnTo>
                <a:lnTo>
                  <a:pt x="995718" y="2822274"/>
                </a:lnTo>
                <a:lnTo>
                  <a:pt x="995359" y="2821893"/>
                </a:lnTo>
                <a:lnTo>
                  <a:pt x="994986" y="2821519"/>
                </a:lnTo>
                <a:lnTo>
                  <a:pt x="994598" y="2821151"/>
                </a:lnTo>
                <a:lnTo>
                  <a:pt x="994197" y="2820790"/>
                </a:lnTo>
                <a:lnTo>
                  <a:pt x="993781" y="2820435"/>
                </a:lnTo>
                <a:lnTo>
                  <a:pt x="993351" y="2820087"/>
                </a:lnTo>
                <a:lnTo>
                  <a:pt x="992908" y="2819745"/>
                </a:lnTo>
                <a:lnTo>
                  <a:pt x="992450" y="2819409"/>
                </a:lnTo>
                <a:lnTo>
                  <a:pt x="991978" y="2819080"/>
                </a:lnTo>
                <a:lnTo>
                  <a:pt x="991492" y="2818758"/>
                </a:lnTo>
                <a:lnTo>
                  <a:pt x="990992" y="2818441"/>
                </a:lnTo>
                <a:lnTo>
                  <a:pt x="990477" y="2818132"/>
                </a:lnTo>
                <a:lnTo>
                  <a:pt x="989949" y="2817829"/>
                </a:lnTo>
                <a:lnTo>
                  <a:pt x="989407" y="2817532"/>
                </a:lnTo>
                <a:lnTo>
                  <a:pt x="988850" y="2817242"/>
                </a:lnTo>
                <a:lnTo>
                  <a:pt x="988279" y="2816958"/>
                </a:lnTo>
                <a:lnTo>
                  <a:pt x="987695" y="2816680"/>
                </a:lnTo>
                <a:lnTo>
                  <a:pt x="987096" y="2816409"/>
                </a:lnTo>
                <a:lnTo>
                  <a:pt x="986495" y="2816144"/>
                </a:lnTo>
                <a:lnTo>
                  <a:pt x="985876" y="2815881"/>
                </a:lnTo>
                <a:lnTo>
                  <a:pt x="985239" y="2815622"/>
                </a:lnTo>
                <a:lnTo>
                  <a:pt x="984583" y="2815367"/>
                </a:lnTo>
                <a:lnTo>
                  <a:pt x="983910" y="2815115"/>
                </a:lnTo>
                <a:lnTo>
                  <a:pt x="983218" y="2814867"/>
                </a:lnTo>
                <a:lnTo>
                  <a:pt x="982508" y="2814622"/>
                </a:lnTo>
                <a:lnTo>
                  <a:pt x="981780" y="2814381"/>
                </a:lnTo>
                <a:lnTo>
                  <a:pt x="981033" y="2814143"/>
                </a:lnTo>
                <a:lnTo>
                  <a:pt x="980269" y="2813909"/>
                </a:lnTo>
                <a:lnTo>
                  <a:pt x="979486" y="2813678"/>
                </a:lnTo>
                <a:lnTo>
                  <a:pt x="978685" y="2813451"/>
                </a:lnTo>
                <a:lnTo>
                  <a:pt x="977866" y="2813227"/>
                </a:lnTo>
                <a:lnTo>
                  <a:pt x="977028" y="2813007"/>
                </a:lnTo>
                <a:lnTo>
                  <a:pt x="976173" y="2812790"/>
                </a:lnTo>
                <a:lnTo>
                  <a:pt x="975299" y="2812577"/>
                </a:lnTo>
                <a:lnTo>
                  <a:pt x="974407" y="2812368"/>
                </a:lnTo>
                <a:lnTo>
                  <a:pt x="973497" y="2812162"/>
                </a:lnTo>
                <a:lnTo>
                  <a:pt x="972568" y="2811959"/>
                </a:lnTo>
                <a:lnTo>
                  <a:pt x="971622" y="2811760"/>
                </a:lnTo>
                <a:lnTo>
                  <a:pt x="970657" y="2811565"/>
                </a:lnTo>
                <a:lnTo>
                  <a:pt x="969674" y="2811373"/>
                </a:lnTo>
                <a:lnTo>
                  <a:pt x="968673" y="2811184"/>
                </a:lnTo>
                <a:lnTo>
                  <a:pt x="967653" y="2810999"/>
                </a:lnTo>
                <a:lnTo>
                  <a:pt x="966830" y="2810845"/>
                </a:lnTo>
                <a:lnTo>
                  <a:pt x="966022" y="2810691"/>
                </a:lnTo>
                <a:lnTo>
                  <a:pt x="965231" y="2810537"/>
                </a:lnTo>
                <a:lnTo>
                  <a:pt x="964455" y="2810384"/>
                </a:lnTo>
                <a:lnTo>
                  <a:pt x="963695" y="2810232"/>
                </a:lnTo>
                <a:lnTo>
                  <a:pt x="962951" y="2810080"/>
                </a:lnTo>
                <a:lnTo>
                  <a:pt x="962223" y="2809929"/>
                </a:lnTo>
                <a:lnTo>
                  <a:pt x="961510" y="2809778"/>
                </a:lnTo>
                <a:lnTo>
                  <a:pt x="960814" y="2809628"/>
                </a:lnTo>
                <a:lnTo>
                  <a:pt x="960133" y="2809479"/>
                </a:lnTo>
                <a:lnTo>
                  <a:pt x="959468" y="2809330"/>
                </a:lnTo>
                <a:lnTo>
                  <a:pt x="958819" y="2809182"/>
                </a:lnTo>
                <a:lnTo>
                  <a:pt x="958186" y="2809034"/>
                </a:lnTo>
                <a:lnTo>
                  <a:pt x="957569" y="2808887"/>
                </a:lnTo>
                <a:lnTo>
                  <a:pt x="956968" y="2808741"/>
                </a:lnTo>
                <a:lnTo>
                  <a:pt x="956382" y="2808595"/>
                </a:lnTo>
                <a:lnTo>
                  <a:pt x="955812" y="2808450"/>
                </a:lnTo>
                <a:lnTo>
                  <a:pt x="955258" y="2808305"/>
                </a:lnTo>
                <a:lnTo>
                  <a:pt x="954720" y="2808161"/>
                </a:lnTo>
                <a:lnTo>
                  <a:pt x="954198" y="2808017"/>
                </a:lnTo>
                <a:lnTo>
                  <a:pt x="953692" y="2807874"/>
                </a:lnTo>
                <a:lnTo>
                  <a:pt x="953201" y="2807732"/>
                </a:lnTo>
                <a:lnTo>
                  <a:pt x="952727" y="2807590"/>
                </a:lnTo>
                <a:lnTo>
                  <a:pt x="952268" y="2807449"/>
                </a:lnTo>
                <a:lnTo>
                  <a:pt x="951837" y="2807308"/>
                </a:lnTo>
                <a:lnTo>
                  <a:pt x="951417" y="2807165"/>
                </a:lnTo>
                <a:lnTo>
                  <a:pt x="951008" y="2807021"/>
                </a:lnTo>
                <a:lnTo>
                  <a:pt x="950610" y="2806876"/>
                </a:lnTo>
                <a:lnTo>
                  <a:pt x="950224" y="2806730"/>
                </a:lnTo>
                <a:lnTo>
                  <a:pt x="949848" y="2806582"/>
                </a:lnTo>
                <a:lnTo>
                  <a:pt x="949484" y="2806434"/>
                </a:lnTo>
                <a:lnTo>
                  <a:pt x="949131" y="2806284"/>
                </a:lnTo>
                <a:lnTo>
                  <a:pt x="948789" y="2806133"/>
                </a:lnTo>
                <a:lnTo>
                  <a:pt x="948458" y="2805981"/>
                </a:lnTo>
                <a:lnTo>
                  <a:pt x="948139" y="2805828"/>
                </a:lnTo>
                <a:lnTo>
                  <a:pt x="947830" y="2805674"/>
                </a:lnTo>
                <a:lnTo>
                  <a:pt x="947533" y="2805518"/>
                </a:lnTo>
                <a:lnTo>
                  <a:pt x="947247" y="2805361"/>
                </a:lnTo>
                <a:lnTo>
                  <a:pt x="946971" y="2805204"/>
                </a:lnTo>
                <a:lnTo>
                  <a:pt x="946708" y="2805044"/>
                </a:lnTo>
                <a:lnTo>
                  <a:pt x="946455" y="2804884"/>
                </a:lnTo>
                <a:lnTo>
                  <a:pt x="946213" y="2804723"/>
                </a:lnTo>
                <a:lnTo>
                  <a:pt x="945983" y="2804560"/>
                </a:lnTo>
                <a:lnTo>
                  <a:pt x="945764" y="2804396"/>
                </a:lnTo>
                <a:lnTo>
                  <a:pt x="945556" y="2804231"/>
                </a:lnTo>
                <a:lnTo>
                  <a:pt x="945359" y="2804065"/>
                </a:lnTo>
                <a:lnTo>
                  <a:pt x="945173" y="2803898"/>
                </a:lnTo>
                <a:lnTo>
                  <a:pt x="944998" y="2803730"/>
                </a:lnTo>
                <a:lnTo>
                  <a:pt x="944833" y="2803545"/>
                </a:lnTo>
                <a:lnTo>
                  <a:pt x="944674" y="2803356"/>
                </a:lnTo>
                <a:lnTo>
                  <a:pt x="944523" y="2803164"/>
                </a:lnTo>
                <a:lnTo>
                  <a:pt x="944378" y="2802969"/>
                </a:lnTo>
                <a:lnTo>
                  <a:pt x="944241" y="2802770"/>
                </a:lnTo>
                <a:lnTo>
                  <a:pt x="944111" y="2802567"/>
                </a:lnTo>
                <a:lnTo>
                  <a:pt x="943987" y="2802361"/>
                </a:lnTo>
                <a:lnTo>
                  <a:pt x="943871" y="2802152"/>
                </a:lnTo>
                <a:lnTo>
                  <a:pt x="943762" y="2801938"/>
                </a:lnTo>
                <a:lnTo>
                  <a:pt x="943660" y="2801722"/>
                </a:lnTo>
                <a:lnTo>
                  <a:pt x="943565" y="2801502"/>
                </a:lnTo>
                <a:lnTo>
                  <a:pt x="943477" y="2801278"/>
                </a:lnTo>
                <a:lnTo>
                  <a:pt x="943396" y="2801051"/>
                </a:lnTo>
                <a:lnTo>
                  <a:pt x="943322" y="2800820"/>
                </a:lnTo>
                <a:lnTo>
                  <a:pt x="943255" y="2800586"/>
                </a:lnTo>
                <a:lnTo>
                  <a:pt x="943195" y="2800348"/>
                </a:lnTo>
                <a:lnTo>
                  <a:pt x="943142" y="2800107"/>
                </a:lnTo>
                <a:lnTo>
                  <a:pt x="943096" y="2799862"/>
                </a:lnTo>
                <a:lnTo>
                  <a:pt x="943057" y="2799614"/>
                </a:lnTo>
                <a:lnTo>
                  <a:pt x="943026" y="2799362"/>
                </a:lnTo>
                <a:lnTo>
                  <a:pt x="943001" y="2799107"/>
                </a:lnTo>
                <a:lnTo>
                  <a:pt x="942984" y="2798848"/>
                </a:lnTo>
                <a:lnTo>
                  <a:pt x="942973" y="2798585"/>
                </a:lnTo>
                <a:lnTo>
                  <a:pt x="942969" y="2798319"/>
                </a:lnTo>
                <a:lnTo>
                  <a:pt x="943003" y="2797326"/>
                </a:lnTo>
                <a:lnTo>
                  <a:pt x="943106" y="2796375"/>
                </a:lnTo>
                <a:lnTo>
                  <a:pt x="943276" y="2795466"/>
                </a:lnTo>
                <a:lnTo>
                  <a:pt x="943514" y="2794600"/>
                </a:lnTo>
                <a:lnTo>
                  <a:pt x="943821" y="2793776"/>
                </a:lnTo>
                <a:lnTo>
                  <a:pt x="944195" y="2792994"/>
                </a:lnTo>
                <a:lnTo>
                  <a:pt x="944638" y="2792254"/>
                </a:lnTo>
                <a:lnTo>
                  <a:pt x="945148" y="2791557"/>
                </a:lnTo>
                <a:lnTo>
                  <a:pt x="945727" y="2790901"/>
                </a:lnTo>
                <a:lnTo>
                  <a:pt x="946374" y="2790289"/>
                </a:lnTo>
                <a:lnTo>
                  <a:pt x="947089" y="2789718"/>
                </a:lnTo>
                <a:lnTo>
                  <a:pt x="947872" y="2789190"/>
                </a:lnTo>
                <a:lnTo>
                  <a:pt x="948724" y="2788704"/>
                </a:lnTo>
                <a:lnTo>
                  <a:pt x="949643" y="2788260"/>
                </a:lnTo>
                <a:lnTo>
                  <a:pt x="950630" y="2787858"/>
                </a:lnTo>
                <a:lnTo>
                  <a:pt x="951686" y="2787499"/>
                </a:lnTo>
                <a:lnTo>
                  <a:pt x="952809" y="2787182"/>
                </a:lnTo>
                <a:lnTo>
                  <a:pt x="954001" y="2786907"/>
                </a:lnTo>
                <a:lnTo>
                  <a:pt x="955261" y="2786675"/>
                </a:lnTo>
                <a:lnTo>
                  <a:pt x="956589" y="2786485"/>
                </a:lnTo>
                <a:lnTo>
                  <a:pt x="957985" y="2786337"/>
                </a:lnTo>
                <a:lnTo>
                  <a:pt x="959449" y="2786231"/>
                </a:lnTo>
                <a:lnTo>
                  <a:pt x="960981" y="2786168"/>
                </a:lnTo>
                <a:lnTo>
                  <a:pt x="962581" y="2786146"/>
                </a:lnTo>
                <a:lnTo>
                  <a:pt x="963044" y="2786148"/>
                </a:lnTo>
                <a:lnTo>
                  <a:pt x="963504" y="2786155"/>
                </a:lnTo>
                <a:lnTo>
                  <a:pt x="963960" y="2786165"/>
                </a:lnTo>
                <a:lnTo>
                  <a:pt x="964413" y="2786179"/>
                </a:lnTo>
                <a:lnTo>
                  <a:pt x="964862" y="2786198"/>
                </a:lnTo>
                <a:lnTo>
                  <a:pt x="965307" y="2786220"/>
                </a:lnTo>
                <a:lnTo>
                  <a:pt x="965749" y="2786247"/>
                </a:lnTo>
                <a:lnTo>
                  <a:pt x="966188" y="2786278"/>
                </a:lnTo>
                <a:lnTo>
                  <a:pt x="966623" y="2786313"/>
                </a:lnTo>
                <a:lnTo>
                  <a:pt x="967054" y="2786352"/>
                </a:lnTo>
                <a:lnTo>
                  <a:pt x="967482" y="2786395"/>
                </a:lnTo>
                <a:lnTo>
                  <a:pt x="967907" y="2786442"/>
                </a:lnTo>
                <a:lnTo>
                  <a:pt x="968328" y="2786494"/>
                </a:lnTo>
                <a:lnTo>
                  <a:pt x="968745" y="2786549"/>
                </a:lnTo>
                <a:lnTo>
                  <a:pt x="969159" y="2786609"/>
                </a:lnTo>
                <a:lnTo>
                  <a:pt x="969569" y="2786672"/>
                </a:lnTo>
                <a:lnTo>
                  <a:pt x="969976" y="2786740"/>
                </a:lnTo>
                <a:lnTo>
                  <a:pt x="970379" y="2786812"/>
                </a:lnTo>
                <a:lnTo>
                  <a:pt x="970779" y="2786888"/>
                </a:lnTo>
                <a:lnTo>
                  <a:pt x="971175" y="2786968"/>
                </a:lnTo>
                <a:lnTo>
                  <a:pt x="971568" y="2787053"/>
                </a:lnTo>
                <a:lnTo>
                  <a:pt x="971957" y="2787141"/>
                </a:lnTo>
                <a:lnTo>
                  <a:pt x="972343" y="2787233"/>
                </a:lnTo>
                <a:lnTo>
                  <a:pt x="972725" y="2787330"/>
                </a:lnTo>
                <a:lnTo>
                  <a:pt x="973116" y="2787418"/>
                </a:lnTo>
                <a:lnTo>
                  <a:pt x="973500" y="2787514"/>
                </a:lnTo>
                <a:lnTo>
                  <a:pt x="973877" y="2787618"/>
                </a:lnTo>
                <a:lnTo>
                  <a:pt x="974247" y="2787729"/>
                </a:lnTo>
                <a:lnTo>
                  <a:pt x="974610" y="2787848"/>
                </a:lnTo>
                <a:lnTo>
                  <a:pt x="974965" y="2787975"/>
                </a:lnTo>
                <a:lnTo>
                  <a:pt x="975314" y="2788109"/>
                </a:lnTo>
                <a:lnTo>
                  <a:pt x="975656" y="2788250"/>
                </a:lnTo>
                <a:lnTo>
                  <a:pt x="975990" y="2788400"/>
                </a:lnTo>
                <a:lnTo>
                  <a:pt x="976318" y="2788557"/>
                </a:lnTo>
                <a:lnTo>
                  <a:pt x="976638" y="2788722"/>
                </a:lnTo>
                <a:lnTo>
                  <a:pt x="976952" y="2788894"/>
                </a:lnTo>
                <a:lnTo>
                  <a:pt x="977258" y="2789074"/>
                </a:lnTo>
                <a:lnTo>
                  <a:pt x="977558" y="2789261"/>
                </a:lnTo>
                <a:lnTo>
                  <a:pt x="977850" y="2789457"/>
                </a:lnTo>
                <a:lnTo>
                  <a:pt x="978135" y="2789659"/>
                </a:lnTo>
                <a:lnTo>
                  <a:pt x="978414" y="2789870"/>
                </a:lnTo>
                <a:lnTo>
                  <a:pt x="978685" y="2790088"/>
                </a:lnTo>
                <a:lnTo>
                  <a:pt x="978949" y="2790314"/>
                </a:lnTo>
                <a:lnTo>
                  <a:pt x="979206" y="2790547"/>
                </a:lnTo>
                <a:lnTo>
                  <a:pt x="979456" y="2790788"/>
                </a:lnTo>
                <a:lnTo>
                  <a:pt x="979699" y="2791036"/>
                </a:lnTo>
                <a:lnTo>
                  <a:pt x="979935" y="2791293"/>
                </a:lnTo>
                <a:lnTo>
                  <a:pt x="980164" y="2791557"/>
                </a:lnTo>
                <a:lnTo>
                  <a:pt x="980399" y="2791815"/>
                </a:lnTo>
                <a:lnTo>
                  <a:pt x="980623" y="2792085"/>
                </a:lnTo>
                <a:lnTo>
                  <a:pt x="980838" y="2792365"/>
                </a:lnTo>
                <a:lnTo>
                  <a:pt x="981042" y="2792656"/>
                </a:lnTo>
                <a:lnTo>
                  <a:pt x="981237" y="2792957"/>
                </a:lnTo>
                <a:lnTo>
                  <a:pt x="981422" y="2793268"/>
                </a:lnTo>
                <a:lnTo>
                  <a:pt x="981596" y="2793591"/>
                </a:lnTo>
                <a:lnTo>
                  <a:pt x="981761" y="2793924"/>
                </a:lnTo>
                <a:lnTo>
                  <a:pt x="981916" y="2794267"/>
                </a:lnTo>
                <a:lnTo>
                  <a:pt x="982060" y="2794621"/>
                </a:lnTo>
                <a:lnTo>
                  <a:pt x="982195" y="2794985"/>
                </a:lnTo>
                <a:lnTo>
                  <a:pt x="982320" y="2795361"/>
                </a:lnTo>
                <a:lnTo>
                  <a:pt x="982435" y="2795746"/>
                </a:lnTo>
                <a:lnTo>
                  <a:pt x="982539" y="2796143"/>
                </a:lnTo>
                <a:lnTo>
                  <a:pt x="982634" y="2796549"/>
                </a:lnTo>
                <a:lnTo>
                  <a:pt x="982719" y="2796967"/>
                </a:lnTo>
                <a:lnTo>
                  <a:pt x="982794" y="2797395"/>
                </a:lnTo>
                <a:lnTo>
                  <a:pt x="982859" y="2797833"/>
                </a:lnTo>
                <a:lnTo>
                  <a:pt x="982914" y="2798282"/>
                </a:lnTo>
                <a:lnTo>
                  <a:pt x="982958" y="2798742"/>
                </a:lnTo>
                <a:lnTo>
                  <a:pt x="982993" y="2799212"/>
                </a:lnTo>
                <a:lnTo>
                  <a:pt x="983018" y="2799693"/>
                </a:lnTo>
                <a:lnTo>
                  <a:pt x="983033" y="2800184"/>
                </a:lnTo>
                <a:lnTo>
                  <a:pt x="983038" y="2800686"/>
                </a:lnTo>
                <a:lnTo>
                  <a:pt x="997747" y="2800686"/>
                </a:lnTo>
                <a:lnTo>
                  <a:pt x="997775" y="2800588"/>
                </a:lnTo>
                <a:lnTo>
                  <a:pt x="997801" y="2800493"/>
                </a:lnTo>
                <a:lnTo>
                  <a:pt x="997826" y="2800398"/>
                </a:lnTo>
                <a:lnTo>
                  <a:pt x="997850" y="2800306"/>
                </a:lnTo>
                <a:lnTo>
                  <a:pt x="997873" y="2800215"/>
                </a:lnTo>
                <a:lnTo>
                  <a:pt x="997895" y="2800126"/>
                </a:lnTo>
                <a:lnTo>
                  <a:pt x="997916" y="2800039"/>
                </a:lnTo>
                <a:lnTo>
                  <a:pt x="997935" y="2799954"/>
                </a:lnTo>
                <a:lnTo>
                  <a:pt x="997953" y="2799870"/>
                </a:lnTo>
                <a:lnTo>
                  <a:pt x="997970" y="2799788"/>
                </a:lnTo>
                <a:lnTo>
                  <a:pt x="997986" y="2799708"/>
                </a:lnTo>
                <a:lnTo>
                  <a:pt x="998001" y="2799630"/>
                </a:lnTo>
                <a:lnTo>
                  <a:pt x="998014" y="2799553"/>
                </a:lnTo>
                <a:lnTo>
                  <a:pt x="998027" y="2799478"/>
                </a:lnTo>
                <a:lnTo>
                  <a:pt x="998038" y="2799405"/>
                </a:lnTo>
                <a:lnTo>
                  <a:pt x="998048" y="2799334"/>
                </a:lnTo>
                <a:lnTo>
                  <a:pt x="998057" y="2799264"/>
                </a:lnTo>
                <a:lnTo>
                  <a:pt x="998064" y="2799196"/>
                </a:lnTo>
                <a:lnTo>
                  <a:pt x="998071" y="2799130"/>
                </a:lnTo>
                <a:lnTo>
                  <a:pt x="998076" y="2799066"/>
                </a:lnTo>
                <a:lnTo>
                  <a:pt x="998080" y="2799003"/>
                </a:lnTo>
                <a:lnTo>
                  <a:pt x="998083" y="2798943"/>
                </a:lnTo>
                <a:lnTo>
                  <a:pt x="998085" y="2798884"/>
                </a:lnTo>
                <a:lnTo>
                  <a:pt x="998085" y="2798826"/>
                </a:lnTo>
                <a:lnTo>
                  <a:pt x="998085" y="2798770"/>
                </a:lnTo>
                <a:lnTo>
                  <a:pt x="998085" y="2798715"/>
                </a:lnTo>
                <a:lnTo>
                  <a:pt x="998085" y="2798660"/>
                </a:lnTo>
                <a:lnTo>
                  <a:pt x="998085" y="2798606"/>
                </a:lnTo>
                <a:lnTo>
                  <a:pt x="998085" y="2798552"/>
                </a:lnTo>
                <a:lnTo>
                  <a:pt x="998085" y="2798499"/>
                </a:lnTo>
                <a:lnTo>
                  <a:pt x="998085" y="2798446"/>
                </a:lnTo>
                <a:lnTo>
                  <a:pt x="998085" y="2798394"/>
                </a:lnTo>
                <a:lnTo>
                  <a:pt x="998085" y="2798343"/>
                </a:lnTo>
                <a:lnTo>
                  <a:pt x="998085" y="2798292"/>
                </a:lnTo>
                <a:lnTo>
                  <a:pt x="998085" y="2798242"/>
                </a:lnTo>
                <a:lnTo>
                  <a:pt x="998085" y="2798192"/>
                </a:lnTo>
                <a:lnTo>
                  <a:pt x="998085" y="2798143"/>
                </a:lnTo>
                <a:lnTo>
                  <a:pt x="998085" y="2798095"/>
                </a:lnTo>
                <a:lnTo>
                  <a:pt x="998085" y="2798047"/>
                </a:lnTo>
                <a:lnTo>
                  <a:pt x="998085" y="2798000"/>
                </a:lnTo>
                <a:lnTo>
                  <a:pt x="998085" y="2797953"/>
                </a:lnTo>
                <a:lnTo>
                  <a:pt x="998085" y="2797907"/>
                </a:lnTo>
                <a:lnTo>
                  <a:pt x="998085" y="2797862"/>
                </a:lnTo>
                <a:lnTo>
                  <a:pt x="998085" y="2797817"/>
                </a:lnTo>
                <a:lnTo>
                  <a:pt x="998085" y="2797772"/>
                </a:lnTo>
                <a:lnTo>
                  <a:pt x="998085" y="2797729"/>
                </a:lnTo>
                <a:lnTo>
                  <a:pt x="998085" y="2797685"/>
                </a:lnTo>
                <a:lnTo>
                  <a:pt x="998085" y="2797643"/>
                </a:lnTo>
                <a:lnTo>
                  <a:pt x="998077" y="2797041"/>
                </a:lnTo>
                <a:lnTo>
                  <a:pt x="998054" y="2796447"/>
                </a:lnTo>
                <a:lnTo>
                  <a:pt x="998014" y="2795860"/>
                </a:lnTo>
                <a:lnTo>
                  <a:pt x="997959" y="2795281"/>
                </a:lnTo>
                <a:lnTo>
                  <a:pt x="997887" y="2794709"/>
                </a:lnTo>
                <a:lnTo>
                  <a:pt x="997800" y="2794145"/>
                </a:lnTo>
                <a:lnTo>
                  <a:pt x="997697" y="2793589"/>
                </a:lnTo>
                <a:lnTo>
                  <a:pt x="997578" y="2793041"/>
                </a:lnTo>
                <a:lnTo>
                  <a:pt x="997443" y="2792500"/>
                </a:lnTo>
                <a:lnTo>
                  <a:pt x="997293" y="2791966"/>
                </a:lnTo>
                <a:lnTo>
                  <a:pt x="997126" y="2791441"/>
                </a:lnTo>
                <a:lnTo>
                  <a:pt x="996944" y="2790923"/>
                </a:lnTo>
                <a:lnTo>
                  <a:pt x="996746" y="2790412"/>
                </a:lnTo>
                <a:lnTo>
                  <a:pt x="996532" y="2789909"/>
                </a:lnTo>
                <a:lnTo>
                  <a:pt x="996302" y="2789414"/>
                </a:lnTo>
                <a:lnTo>
                  <a:pt x="996056" y="2788927"/>
                </a:lnTo>
                <a:lnTo>
                  <a:pt x="995795" y="2788447"/>
                </a:lnTo>
                <a:lnTo>
                  <a:pt x="995518" y="2787974"/>
                </a:lnTo>
                <a:lnTo>
                  <a:pt x="995224" y="2787510"/>
                </a:lnTo>
                <a:lnTo>
                  <a:pt x="994915" y="2787053"/>
                </a:lnTo>
                <a:lnTo>
                  <a:pt x="994590" y="2786603"/>
                </a:lnTo>
                <a:lnTo>
                  <a:pt x="994250" y="2786162"/>
                </a:lnTo>
                <a:lnTo>
                  <a:pt x="993893" y="2785728"/>
                </a:lnTo>
                <a:lnTo>
                  <a:pt x="993520" y="2785301"/>
                </a:lnTo>
                <a:lnTo>
                  <a:pt x="993134" y="2784868"/>
                </a:lnTo>
                <a:lnTo>
                  <a:pt x="992737" y="2784444"/>
                </a:lnTo>
                <a:lnTo>
                  <a:pt x="992329" y="2784028"/>
                </a:lnTo>
                <a:lnTo>
                  <a:pt x="991910" y="2783620"/>
                </a:lnTo>
                <a:lnTo>
                  <a:pt x="991479" y="2783220"/>
                </a:lnTo>
                <a:lnTo>
                  <a:pt x="991037" y="2782828"/>
                </a:lnTo>
                <a:lnTo>
                  <a:pt x="990584" y="2782445"/>
                </a:lnTo>
                <a:lnTo>
                  <a:pt x="990120" y="2782070"/>
                </a:lnTo>
                <a:lnTo>
                  <a:pt x="989645" y="2781703"/>
                </a:lnTo>
                <a:lnTo>
                  <a:pt x="989159" y="2781344"/>
                </a:lnTo>
                <a:lnTo>
                  <a:pt x="988661" y="2780994"/>
                </a:lnTo>
                <a:lnTo>
                  <a:pt x="988153" y="2780652"/>
                </a:lnTo>
                <a:lnTo>
                  <a:pt x="987633" y="2780318"/>
                </a:lnTo>
                <a:lnTo>
                  <a:pt x="987102" y="2779992"/>
                </a:lnTo>
                <a:lnTo>
                  <a:pt x="986560" y="2779674"/>
                </a:lnTo>
                <a:lnTo>
                  <a:pt x="986006" y="2779365"/>
                </a:lnTo>
                <a:lnTo>
                  <a:pt x="985442" y="2779064"/>
                </a:lnTo>
                <a:lnTo>
                  <a:pt x="984866" y="2778771"/>
                </a:lnTo>
                <a:lnTo>
                  <a:pt x="984280" y="2778486"/>
                </a:lnTo>
                <a:lnTo>
                  <a:pt x="983682" y="2778210"/>
                </a:lnTo>
                <a:lnTo>
                  <a:pt x="983073" y="2777941"/>
                </a:lnTo>
                <a:lnTo>
                  <a:pt x="982452" y="2777681"/>
                </a:lnTo>
                <a:lnTo>
                  <a:pt x="981821" y="2777430"/>
                </a:lnTo>
                <a:lnTo>
                  <a:pt x="981179" y="2777186"/>
                </a:lnTo>
                <a:lnTo>
                  <a:pt x="980541" y="2776951"/>
                </a:lnTo>
                <a:lnTo>
                  <a:pt x="979896" y="2776727"/>
                </a:lnTo>
                <a:lnTo>
                  <a:pt x="979245" y="2776512"/>
                </a:lnTo>
                <a:lnTo>
                  <a:pt x="978586" y="2776308"/>
                </a:lnTo>
                <a:lnTo>
                  <a:pt x="977920" y="2776113"/>
                </a:lnTo>
                <a:lnTo>
                  <a:pt x="977248" y="2775929"/>
                </a:lnTo>
                <a:lnTo>
                  <a:pt x="976568" y="2775754"/>
                </a:lnTo>
                <a:lnTo>
                  <a:pt x="975881" y="2775589"/>
                </a:lnTo>
                <a:lnTo>
                  <a:pt x="975187" y="2775435"/>
                </a:lnTo>
                <a:lnTo>
                  <a:pt x="974486" y="2775290"/>
                </a:lnTo>
                <a:lnTo>
                  <a:pt x="973778" y="2775155"/>
                </a:lnTo>
                <a:lnTo>
                  <a:pt x="973063" y="2775030"/>
                </a:lnTo>
                <a:lnTo>
                  <a:pt x="972341" y="2774916"/>
                </a:lnTo>
                <a:lnTo>
                  <a:pt x="971612" y="2774811"/>
                </a:lnTo>
                <a:lnTo>
                  <a:pt x="970876" y="2774716"/>
                </a:lnTo>
                <a:lnTo>
                  <a:pt x="970133" y="2774631"/>
                </a:lnTo>
                <a:lnTo>
                  <a:pt x="969383" y="2774556"/>
                </a:lnTo>
                <a:lnTo>
                  <a:pt x="968625" y="2774491"/>
                </a:lnTo>
                <a:lnTo>
                  <a:pt x="967861" y="2774437"/>
                </a:lnTo>
                <a:lnTo>
                  <a:pt x="967090" y="2774392"/>
                </a:lnTo>
                <a:lnTo>
                  <a:pt x="966311" y="2774357"/>
                </a:lnTo>
                <a:lnTo>
                  <a:pt x="965526" y="2774332"/>
                </a:lnTo>
                <a:lnTo>
                  <a:pt x="964733" y="2774317"/>
                </a:lnTo>
                <a:lnTo>
                  <a:pt x="963934" y="2774312"/>
                </a:lnTo>
                <a:lnTo>
                  <a:pt x="963023" y="2774317"/>
                </a:lnTo>
                <a:lnTo>
                  <a:pt x="962121" y="2774332"/>
                </a:lnTo>
                <a:lnTo>
                  <a:pt x="961229" y="2774357"/>
                </a:lnTo>
                <a:lnTo>
                  <a:pt x="960346" y="2774392"/>
                </a:lnTo>
                <a:lnTo>
                  <a:pt x="959472" y="2774437"/>
                </a:lnTo>
                <a:lnTo>
                  <a:pt x="958608" y="2774491"/>
                </a:lnTo>
                <a:lnTo>
                  <a:pt x="957753" y="2774556"/>
                </a:lnTo>
                <a:lnTo>
                  <a:pt x="956908" y="2774631"/>
                </a:lnTo>
                <a:lnTo>
                  <a:pt x="956072" y="2774716"/>
                </a:lnTo>
                <a:lnTo>
                  <a:pt x="955246" y="2774811"/>
                </a:lnTo>
                <a:lnTo>
                  <a:pt x="954428" y="2774916"/>
                </a:lnTo>
                <a:lnTo>
                  <a:pt x="953621" y="2775030"/>
                </a:lnTo>
                <a:lnTo>
                  <a:pt x="952822" y="2775155"/>
                </a:lnTo>
                <a:lnTo>
                  <a:pt x="952033" y="2775290"/>
                </a:lnTo>
                <a:lnTo>
                  <a:pt x="951254" y="2775435"/>
                </a:lnTo>
                <a:lnTo>
                  <a:pt x="950483" y="2775589"/>
                </a:lnTo>
                <a:lnTo>
                  <a:pt x="949723" y="2775754"/>
                </a:lnTo>
                <a:lnTo>
                  <a:pt x="948971" y="2775929"/>
                </a:lnTo>
                <a:lnTo>
                  <a:pt x="948229" y="2776113"/>
                </a:lnTo>
                <a:lnTo>
                  <a:pt x="947497" y="2776308"/>
                </a:lnTo>
                <a:lnTo>
                  <a:pt x="946773" y="2776512"/>
                </a:lnTo>
                <a:lnTo>
                  <a:pt x="946060" y="2776727"/>
                </a:lnTo>
                <a:lnTo>
                  <a:pt x="945355" y="2776951"/>
                </a:lnTo>
                <a:lnTo>
                  <a:pt x="944660" y="2777186"/>
                </a:lnTo>
                <a:lnTo>
                  <a:pt x="943990" y="2777430"/>
                </a:lnTo>
                <a:lnTo>
                  <a:pt x="943332" y="2777684"/>
                </a:lnTo>
                <a:lnTo>
                  <a:pt x="942687" y="2777947"/>
                </a:lnTo>
                <a:lnTo>
                  <a:pt x="942054" y="2778219"/>
                </a:lnTo>
                <a:lnTo>
                  <a:pt x="941433" y="2778501"/>
                </a:lnTo>
                <a:lnTo>
                  <a:pt x="940824" y="2778792"/>
                </a:lnTo>
                <a:lnTo>
                  <a:pt x="940228" y="2779093"/>
                </a:lnTo>
                <a:lnTo>
                  <a:pt x="939644" y="2779403"/>
                </a:lnTo>
                <a:lnTo>
                  <a:pt x="939073" y="2779722"/>
                </a:lnTo>
                <a:lnTo>
                  <a:pt x="938514" y="2780051"/>
                </a:lnTo>
                <a:lnTo>
                  <a:pt x="937967" y="2780389"/>
                </a:lnTo>
                <a:lnTo>
                  <a:pt x="937432" y="2780736"/>
                </a:lnTo>
                <a:lnTo>
                  <a:pt x="936910" y="2781093"/>
                </a:lnTo>
                <a:lnTo>
                  <a:pt x="936400" y="2781460"/>
                </a:lnTo>
                <a:lnTo>
                  <a:pt x="935903" y="2781835"/>
                </a:lnTo>
                <a:lnTo>
                  <a:pt x="935418" y="2782220"/>
                </a:lnTo>
                <a:lnTo>
                  <a:pt x="934945" y="2782615"/>
                </a:lnTo>
                <a:lnTo>
                  <a:pt x="934484" y="2783019"/>
                </a:lnTo>
                <a:lnTo>
                  <a:pt x="934036" y="2783432"/>
                </a:lnTo>
                <a:lnTo>
                  <a:pt x="933600" y="2783855"/>
                </a:lnTo>
                <a:lnTo>
                  <a:pt x="933177" y="2784287"/>
                </a:lnTo>
                <a:lnTo>
                  <a:pt x="932765" y="2784728"/>
                </a:lnTo>
                <a:lnTo>
                  <a:pt x="932367" y="2785179"/>
                </a:lnTo>
                <a:lnTo>
                  <a:pt x="931980" y="2785639"/>
                </a:lnTo>
                <a:lnTo>
                  <a:pt x="931608" y="2786109"/>
                </a:lnTo>
                <a:lnTo>
                  <a:pt x="931251" y="2786589"/>
                </a:lnTo>
                <a:lnTo>
                  <a:pt x="930910" y="2787079"/>
                </a:lnTo>
                <a:lnTo>
                  <a:pt x="930585" y="2787579"/>
                </a:lnTo>
                <a:lnTo>
                  <a:pt x="930276" y="2788089"/>
                </a:lnTo>
                <a:lnTo>
                  <a:pt x="929983" y="2788608"/>
                </a:lnTo>
                <a:lnTo>
                  <a:pt x="929705" y="2789138"/>
                </a:lnTo>
                <a:lnTo>
                  <a:pt x="929444" y="2789678"/>
                </a:lnTo>
                <a:lnTo>
                  <a:pt x="929198" y="2790228"/>
                </a:lnTo>
                <a:lnTo>
                  <a:pt x="928968" y="2790787"/>
                </a:lnTo>
                <a:lnTo>
                  <a:pt x="928754" y="2791357"/>
                </a:lnTo>
                <a:lnTo>
                  <a:pt x="928556" y="2791937"/>
                </a:lnTo>
                <a:lnTo>
                  <a:pt x="928374" y="2792527"/>
                </a:lnTo>
                <a:lnTo>
                  <a:pt x="928208" y="2793126"/>
                </a:lnTo>
                <a:lnTo>
                  <a:pt x="928057" y="2793736"/>
                </a:lnTo>
                <a:lnTo>
                  <a:pt x="927922" y="2794355"/>
                </a:lnTo>
                <a:lnTo>
                  <a:pt x="927803" y="2794985"/>
                </a:lnTo>
                <a:lnTo>
                  <a:pt x="927700" y="2795625"/>
                </a:lnTo>
                <a:lnTo>
                  <a:pt x="927613" y="2796274"/>
                </a:lnTo>
                <a:lnTo>
                  <a:pt x="927542" y="2796934"/>
                </a:lnTo>
                <a:lnTo>
                  <a:pt x="927486" y="2797603"/>
                </a:lnTo>
                <a:lnTo>
                  <a:pt x="927447" y="2798283"/>
                </a:lnTo>
                <a:lnTo>
                  <a:pt x="927423" y="2798972"/>
                </a:lnTo>
                <a:lnTo>
                  <a:pt x="927415" y="2799672"/>
                </a:lnTo>
                <a:lnTo>
                  <a:pt x="927420" y="2800273"/>
                </a:lnTo>
                <a:lnTo>
                  <a:pt x="927436" y="2800867"/>
                </a:lnTo>
                <a:lnTo>
                  <a:pt x="927463" y="2801452"/>
                </a:lnTo>
                <a:lnTo>
                  <a:pt x="927500" y="2802029"/>
                </a:lnTo>
                <a:lnTo>
                  <a:pt x="927547" y="2802598"/>
                </a:lnTo>
                <a:lnTo>
                  <a:pt x="927605" y="2803159"/>
                </a:lnTo>
                <a:lnTo>
                  <a:pt x="927674" y="2803711"/>
                </a:lnTo>
                <a:lnTo>
                  <a:pt x="927753" y="2804255"/>
                </a:lnTo>
                <a:lnTo>
                  <a:pt x="927843" y="2804791"/>
                </a:lnTo>
                <a:lnTo>
                  <a:pt x="927943" y="2805319"/>
                </a:lnTo>
                <a:lnTo>
                  <a:pt x="928054" y="2805839"/>
                </a:lnTo>
                <a:lnTo>
                  <a:pt x="928176" y="2806350"/>
                </a:lnTo>
                <a:lnTo>
                  <a:pt x="928308" y="2806853"/>
                </a:lnTo>
                <a:lnTo>
                  <a:pt x="928451" y="2807348"/>
                </a:lnTo>
                <a:lnTo>
                  <a:pt x="928604" y="2807835"/>
                </a:lnTo>
                <a:lnTo>
                  <a:pt x="928768" y="2808313"/>
                </a:lnTo>
                <a:lnTo>
                  <a:pt x="928942" y="2808783"/>
                </a:lnTo>
                <a:lnTo>
                  <a:pt x="929127" y="2809245"/>
                </a:lnTo>
                <a:lnTo>
                  <a:pt x="929322" y="2809699"/>
                </a:lnTo>
                <a:lnTo>
                  <a:pt x="929529" y="2810145"/>
                </a:lnTo>
                <a:lnTo>
                  <a:pt x="929745" y="2810582"/>
                </a:lnTo>
                <a:lnTo>
                  <a:pt x="929972" y="2811011"/>
                </a:lnTo>
                <a:lnTo>
                  <a:pt x="930210" y="2811432"/>
                </a:lnTo>
                <a:lnTo>
                  <a:pt x="930458" y="2811845"/>
                </a:lnTo>
                <a:lnTo>
                  <a:pt x="930719" y="2812236"/>
                </a:lnTo>
                <a:lnTo>
                  <a:pt x="930993" y="2812622"/>
                </a:lnTo>
                <a:lnTo>
                  <a:pt x="931280" y="2813002"/>
                </a:lnTo>
                <a:lnTo>
                  <a:pt x="931581" y="2813376"/>
                </a:lnTo>
                <a:lnTo>
                  <a:pt x="931895" y="2813744"/>
                </a:lnTo>
                <a:lnTo>
                  <a:pt x="932223" y="2814106"/>
                </a:lnTo>
                <a:lnTo>
                  <a:pt x="932564" y="2814462"/>
                </a:lnTo>
                <a:lnTo>
                  <a:pt x="932919" y="2814813"/>
                </a:lnTo>
                <a:lnTo>
                  <a:pt x="933288" y="2815157"/>
                </a:lnTo>
                <a:lnTo>
                  <a:pt x="933669" y="2815496"/>
                </a:lnTo>
                <a:lnTo>
                  <a:pt x="934065" y="2815829"/>
                </a:lnTo>
                <a:lnTo>
                  <a:pt x="934474" y="2816156"/>
                </a:lnTo>
                <a:lnTo>
                  <a:pt x="934896" y="2816477"/>
                </a:lnTo>
                <a:lnTo>
                  <a:pt x="935332" y="2816792"/>
                </a:lnTo>
                <a:lnTo>
                  <a:pt x="935781" y="2817102"/>
                </a:lnTo>
                <a:lnTo>
                  <a:pt x="936244" y="2817405"/>
                </a:lnTo>
                <a:lnTo>
                  <a:pt x="936721" y="2817703"/>
                </a:lnTo>
                <a:lnTo>
                  <a:pt x="937211" y="2817994"/>
                </a:lnTo>
                <a:lnTo>
                  <a:pt x="937714" y="2818280"/>
                </a:lnTo>
                <a:lnTo>
                  <a:pt x="938231" y="2818560"/>
                </a:lnTo>
                <a:lnTo>
                  <a:pt x="938761" y="2818834"/>
                </a:lnTo>
                <a:lnTo>
                  <a:pt x="939305" y="2819103"/>
                </a:lnTo>
                <a:lnTo>
                  <a:pt x="939862" y="2819365"/>
                </a:lnTo>
                <a:lnTo>
                  <a:pt x="940433" y="2819622"/>
                </a:lnTo>
                <a:lnTo>
                  <a:pt x="941019" y="2819860"/>
                </a:lnTo>
                <a:lnTo>
                  <a:pt x="941619" y="2820095"/>
                </a:lnTo>
                <a:lnTo>
                  <a:pt x="942235" y="2820327"/>
                </a:lnTo>
                <a:lnTo>
                  <a:pt x="942866" y="2820556"/>
                </a:lnTo>
                <a:lnTo>
                  <a:pt x="943512" y="2820783"/>
                </a:lnTo>
                <a:lnTo>
                  <a:pt x="944174" y="2821006"/>
                </a:lnTo>
                <a:lnTo>
                  <a:pt x="944851" y="2821226"/>
                </a:lnTo>
                <a:lnTo>
                  <a:pt x="945543" y="2821444"/>
                </a:lnTo>
                <a:lnTo>
                  <a:pt x="946250" y="2821658"/>
                </a:lnTo>
                <a:lnTo>
                  <a:pt x="946973" y="2821870"/>
                </a:lnTo>
                <a:lnTo>
                  <a:pt x="947711" y="2822079"/>
                </a:lnTo>
                <a:lnTo>
                  <a:pt x="948464" y="2822284"/>
                </a:lnTo>
                <a:lnTo>
                  <a:pt x="949232" y="2822487"/>
                </a:lnTo>
                <a:lnTo>
                  <a:pt x="950016" y="2822687"/>
                </a:lnTo>
                <a:lnTo>
                  <a:pt x="950815" y="2822884"/>
                </a:lnTo>
                <a:lnTo>
                  <a:pt x="951629" y="2823078"/>
                </a:lnTo>
                <a:lnTo>
                  <a:pt x="952459" y="2823269"/>
                </a:lnTo>
                <a:lnTo>
                  <a:pt x="953304" y="2823457"/>
                </a:lnTo>
                <a:lnTo>
                  <a:pt x="954164" y="2823643"/>
                </a:lnTo>
                <a:lnTo>
                  <a:pt x="955039" y="2823825"/>
                </a:lnTo>
                <a:lnTo>
                  <a:pt x="955929" y="2824004"/>
                </a:lnTo>
                <a:lnTo>
                  <a:pt x="956835" y="2824181"/>
                </a:lnTo>
                <a:lnTo>
                  <a:pt x="957756" y="2824354"/>
                </a:lnTo>
                <a:lnTo>
                  <a:pt x="958693" y="2824525"/>
                </a:lnTo>
                <a:lnTo>
                  <a:pt x="959571" y="2824666"/>
                </a:lnTo>
                <a:lnTo>
                  <a:pt x="960433" y="2824808"/>
                </a:lnTo>
                <a:lnTo>
                  <a:pt x="961276" y="2824950"/>
                </a:lnTo>
                <a:lnTo>
                  <a:pt x="962102" y="2825093"/>
                </a:lnTo>
                <a:lnTo>
                  <a:pt x="962910" y="2825236"/>
                </a:lnTo>
                <a:lnTo>
                  <a:pt x="963701" y="2825381"/>
                </a:lnTo>
                <a:lnTo>
                  <a:pt x="964474" y="2825525"/>
                </a:lnTo>
                <a:lnTo>
                  <a:pt x="965230" y="2825671"/>
                </a:lnTo>
                <a:lnTo>
                  <a:pt x="965968" y="2825816"/>
                </a:lnTo>
                <a:lnTo>
                  <a:pt x="966688" y="2825963"/>
                </a:lnTo>
                <a:lnTo>
                  <a:pt x="967391" y="2826110"/>
                </a:lnTo>
                <a:lnTo>
                  <a:pt x="968076" y="2826258"/>
                </a:lnTo>
                <a:lnTo>
                  <a:pt x="968743" y="2826406"/>
                </a:lnTo>
                <a:lnTo>
                  <a:pt x="969393" y="2826555"/>
                </a:lnTo>
                <a:lnTo>
                  <a:pt x="970025" y="2826704"/>
                </a:lnTo>
                <a:lnTo>
                  <a:pt x="970640" y="2826854"/>
                </a:lnTo>
                <a:lnTo>
                  <a:pt x="971237" y="2827005"/>
                </a:lnTo>
                <a:lnTo>
                  <a:pt x="971816" y="2827156"/>
                </a:lnTo>
                <a:lnTo>
                  <a:pt x="972378" y="2827308"/>
                </a:lnTo>
                <a:lnTo>
                  <a:pt x="972922" y="2827460"/>
                </a:lnTo>
                <a:lnTo>
                  <a:pt x="973449" y="2827613"/>
                </a:lnTo>
                <a:lnTo>
                  <a:pt x="973958" y="2827766"/>
                </a:lnTo>
                <a:lnTo>
                  <a:pt x="974449" y="2827920"/>
                </a:lnTo>
                <a:lnTo>
                  <a:pt x="974923" y="2828075"/>
                </a:lnTo>
                <a:lnTo>
                  <a:pt x="975396" y="2828231"/>
                </a:lnTo>
                <a:lnTo>
                  <a:pt x="975856" y="2828390"/>
                </a:lnTo>
                <a:lnTo>
                  <a:pt x="976305" y="2828551"/>
                </a:lnTo>
                <a:lnTo>
                  <a:pt x="976741" y="2828714"/>
                </a:lnTo>
                <a:lnTo>
                  <a:pt x="977164" y="2828879"/>
                </a:lnTo>
                <a:lnTo>
                  <a:pt x="977575" y="2829047"/>
                </a:lnTo>
                <a:lnTo>
                  <a:pt x="977974" y="2829217"/>
                </a:lnTo>
                <a:lnTo>
                  <a:pt x="978361" y="2829390"/>
                </a:lnTo>
                <a:lnTo>
                  <a:pt x="978735" y="2829565"/>
                </a:lnTo>
                <a:lnTo>
                  <a:pt x="979097" y="2829742"/>
                </a:lnTo>
                <a:lnTo>
                  <a:pt x="979447" y="2829922"/>
                </a:lnTo>
                <a:lnTo>
                  <a:pt x="979784" y="2830104"/>
                </a:lnTo>
                <a:lnTo>
                  <a:pt x="980109" y="2830288"/>
                </a:lnTo>
                <a:lnTo>
                  <a:pt x="980421" y="2830475"/>
                </a:lnTo>
                <a:lnTo>
                  <a:pt x="980722" y="2830664"/>
                </a:lnTo>
                <a:lnTo>
                  <a:pt x="981010" y="2830855"/>
                </a:lnTo>
                <a:lnTo>
                  <a:pt x="981285" y="2831049"/>
                </a:lnTo>
                <a:lnTo>
                  <a:pt x="981548" y="2831245"/>
                </a:lnTo>
                <a:lnTo>
                  <a:pt x="981799" y="2831443"/>
                </a:lnTo>
                <a:lnTo>
                  <a:pt x="982038" y="2831644"/>
                </a:lnTo>
                <a:lnTo>
                  <a:pt x="982264" y="2831847"/>
                </a:lnTo>
                <a:lnTo>
                  <a:pt x="982478" y="2832053"/>
                </a:lnTo>
                <a:lnTo>
                  <a:pt x="982680" y="2832261"/>
                </a:lnTo>
                <a:lnTo>
                  <a:pt x="982869" y="2832471"/>
                </a:lnTo>
                <a:lnTo>
                  <a:pt x="983049" y="2832684"/>
                </a:lnTo>
                <a:lnTo>
                  <a:pt x="983220" y="2832903"/>
                </a:lnTo>
                <a:lnTo>
                  <a:pt x="983384" y="2833126"/>
                </a:lnTo>
                <a:lnTo>
                  <a:pt x="983541" y="2833354"/>
                </a:lnTo>
                <a:lnTo>
                  <a:pt x="983690" y="2833586"/>
                </a:lnTo>
                <a:lnTo>
                  <a:pt x="983831" y="2833823"/>
                </a:lnTo>
                <a:lnTo>
                  <a:pt x="983964" y="2834065"/>
                </a:lnTo>
                <a:lnTo>
                  <a:pt x="984090" y="2834312"/>
                </a:lnTo>
                <a:lnTo>
                  <a:pt x="984209" y="2834563"/>
                </a:lnTo>
                <a:lnTo>
                  <a:pt x="984319" y="2834819"/>
                </a:lnTo>
                <a:lnTo>
                  <a:pt x="984422" y="2835080"/>
                </a:lnTo>
                <a:lnTo>
                  <a:pt x="984518" y="2835345"/>
                </a:lnTo>
                <a:lnTo>
                  <a:pt x="984605" y="2835615"/>
                </a:lnTo>
                <a:lnTo>
                  <a:pt x="984686" y="2835890"/>
                </a:lnTo>
                <a:lnTo>
                  <a:pt x="984758" y="2836169"/>
                </a:lnTo>
                <a:lnTo>
                  <a:pt x="984823" y="2836453"/>
                </a:lnTo>
                <a:lnTo>
                  <a:pt x="984880" y="2836742"/>
                </a:lnTo>
                <a:lnTo>
                  <a:pt x="984930" y="2837036"/>
                </a:lnTo>
                <a:lnTo>
                  <a:pt x="984972" y="2837334"/>
                </a:lnTo>
                <a:lnTo>
                  <a:pt x="985006" y="2837637"/>
                </a:lnTo>
                <a:lnTo>
                  <a:pt x="985033" y="2837944"/>
                </a:lnTo>
                <a:lnTo>
                  <a:pt x="985052" y="2838257"/>
                </a:lnTo>
                <a:lnTo>
                  <a:pt x="985063" y="2838574"/>
                </a:lnTo>
                <a:lnTo>
                  <a:pt x="985067" y="2838895"/>
                </a:lnTo>
                <a:lnTo>
                  <a:pt x="985058" y="2839385"/>
                </a:lnTo>
                <a:lnTo>
                  <a:pt x="985029" y="2839866"/>
                </a:lnTo>
                <a:lnTo>
                  <a:pt x="984983" y="2840340"/>
                </a:lnTo>
                <a:lnTo>
                  <a:pt x="984917" y="2840807"/>
                </a:lnTo>
                <a:lnTo>
                  <a:pt x="984832" y="2841266"/>
                </a:lnTo>
                <a:lnTo>
                  <a:pt x="984729" y="2841717"/>
                </a:lnTo>
                <a:lnTo>
                  <a:pt x="984607" y="2842160"/>
                </a:lnTo>
                <a:lnTo>
                  <a:pt x="984466" y="2842596"/>
                </a:lnTo>
                <a:lnTo>
                  <a:pt x="984306" y="2843024"/>
                </a:lnTo>
                <a:lnTo>
                  <a:pt x="984128" y="2843445"/>
                </a:lnTo>
                <a:lnTo>
                  <a:pt x="983931" y="2843858"/>
                </a:lnTo>
                <a:lnTo>
                  <a:pt x="983715" y="2844263"/>
                </a:lnTo>
                <a:lnTo>
                  <a:pt x="983480" y="2844661"/>
                </a:lnTo>
                <a:lnTo>
                  <a:pt x="983226" y="2845051"/>
                </a:lnTo>
                <a:lnTo>
                  <a:pt x="982954" y="2845433"/>
                </a:lnTo>
                <a:lnTo>
                  <a:pt x="982663" y="2845808"/>
                </a:lnTo>
                <a:lnTo>
                  <a:pt x="982353" y="2846175"/>
                </a:lnTo>
                <a:lnTo>
                  <a:pt x="982024" y="2846535"/>
                </a:lnTo>
                <a:lnTo>
                  <a:pt x="981676" y="2846887"/>
                </a:lnTo>
                <a:lnTo>
                  <a:pt x="981310" y="2847231"/>
                </a:lnTo>
                <a:lnTo>
                  <a:pt x="980925" y="2847568"/>
                </a:lnTo>
                <a:lnTo>
                  <a:pt x="980521" y="2847897"/>
                </a:lnTo>
                <a:lnTo>
                  <a:pt x="980098" y="2848218"/>
                </a:lnTo>
                <a:lnTo>
                  <a:pt x="979657" y="2848532"/>
                </a:lnTo>
                <a:lnTo>
                  <a:pt x="979211" y="2848822"/>
                </a:lnTo>
                <a:lnTo>
                  <a:pt x="978748" y="2849099"/>
                </a:lnTo>
                <a:lnTo>
                  <a:pt x="978267" y="2849364"/>
                </a:lnTo>
                <a:lnTo>
                  <a:pt x="977769" y="2849617"/>
                </a:lnTo>
                <a:lnTo>
                  <a:pt x="977253" y="2849857"/>
                </a:lnTo>
                <a:lnTo>
                  <a:pt x="976719" y="2850085"/>
                </a:lnTo>
                <a:lnTo>
                  <a:pt x="976168" y="2850301"/>
                </a:lnTo>
                <a:lnTo>
                  <a:pt x="975599" y="2850505"/>
                </a:lnTo>
                <a:lnTo>
                  <a:pt x="975013" y="2850696"/>
                </a:lnTo>
                <a:lnTo>
                  <a:pt x="974409" y="2850875"/>
                </a:lnTo>
                <a:lnTo>
                  <a:pt x="973787" y="2851041"/>
                </a:lnTo>
                <a:lnTo>
                  <a:pt x="973148" y="2851195"/>
                </a:lnTo>
                <a:lnTo>
                  <a:pt x="972491" y="2851337"/>
                </a:lnTo>
                <a:lnTo>
                  <a:pt x="971816" y="2851466"/>
                </a:lnTo>
                <a:lnTo>
                  <a:pt x="971124" y="2851583"/>
                </a:lnTo>
                <a:lnTo>
                  <a:pt x="970415" y="2851688"/>
                </a:lnTo>
                <a:lnTo>
                  <a:pt x="969687" y="2851781"/>
                </a:lnTo>
                <a:lnTo>
                  <a:pt x="968942" y="2851861"/>
                </a:lnTo>
                <a:lnTo>
                  <a:pt x="968180" y="2851929"/>
                </a:lnTo>
                <a:lnTo>
                  <a:pt x="967400" y="2851984"/>
                </a:lnTo>
                <a:lnTo>
                  <a:pt x="966602" y="2852027"/>
                </a:lnTo>
                <a:lnTo>
                  <a:pt x="965786" y="2852058"/>
                </a:lnTo>
                <a:lnTo>
                  <a:pt x="964953" y="2852076"/>
                </a:lnTo>
                <a:lnTo>
                  <a:pt x="964103" y="2852083"/>
                </a:lnTo>
                <a:lnTo>
                  <a:pt x="963154" y="2852076"/>
                </a:lnTo>
                <a:lnTo>
                  <a:pt x="962223" y="2852056"/>
                </a:lnTo>
                <a:lnTo>
                  <a:pt x="961311" y="2852022"/>
                </a:lnTo>
                <a:lnTo>
                  <a:pt x="960416" y="2851975"/>
                </a:lnTo>
                <a:lnTo>
                  <a:pt x="959540" y="2851914"/>
                </a:lnTo>
                <a:lnTo>
                  <a:pt x="958682" y="2851840"/>
                </a:lnTo>
                <a:lnTo>
                  <a:pt x="957842" y="2851752"/>
                </a:lnTo>
                <a:lnTo>
                  <a:pt x="957021" y="2851651"/>
                </a:lnTo>
                <a:lnTo>
                  <a:pt x="956217" y="2851536"/>
                </a:lnTo>
                <a:lnTo>
                  <a:pt x="955432" y="2851408"/>
                </a:lnTo>
                <a:lnTo>
                  <a:pt x="954665" y="2851266"/>
                </a:lnTo>
                <a:lnTo>
                  <a:pt x="953916" y="2851111"/>
                </a:lnTo>
                <a:lnTo>
                  <a:pt x="953186" y="2850942"/>
                </a:lnTo>
                <a:lnTo>
                  <a:pt x="952474" y="2850759"/>
                </a:lnTo>
                <a:lnTo>
                  <a:pt x="951779" y="2850564"/>
                </a:lnTo>
                <a:lnTo>
                  <a:pt x="951103" y="2850354"/>
                </a:lnTo>
                <a:lnTo>
                  <a:pt x="950446" y="2850132"/>
                </a:lnTo>
                <a:lnTo>
                  <a:pt x="949806" y="2849895"/>
                </a:lnTo>
                <a:lnTo>
                  <a:pt x="949185" y="2849646"/>
                </a:lnTo>
                <a:lnTo>
                  <a:pt x="948581" y="2849382"/>
                </a:lnTo>
                <a:lnTo>
                  <a:pt x="947996" y="2849105"/>
                </a:lnTo>
                <a:lnTo>
                  <a:pt x="947430" y="2848815"/>
                </a:lnTo>
                <a:lnTo>
                  <a:pt x="946881" y="2848511"/>
                </a:lnTo>
                <a:lnTo>
                  <a:pt x="946351" y="2848194"/>
                </a:lnTo>
                <a:lnTo>
                  <a:pt x="945854" y="2847851"/>
                </a:lnTo>
                <a:lnTo>
                  <a:pt x="945379" y="2847497"/>
                </a:lnTo>
                <a:lnTo>
                  <a:pt x="944924" y="2847132"/>
                </a:lnTo>
                <a:lnTo>
                  <a:pt x="944491" y="2846757"/>
                </a:lnTo>
                <a:lnTo>
                  <a:pt x="944079" y="2846371"/>
                </a:lnTo>
                <a:lnTo>
                  <a:pt x="943688" y="2845975"/>
                </a:lnTo>
                <a:lnTo>
                  <a:pt x="943318" y="2845568"/>
                </a:lnTo>
                <a:lnTo>
                  <a:pt x="942969" y="2845151"/>
                </a:lnTo>
                <a:lnTo>
                  <a:pt x="942642" y="2844723"/>
                </a:lnTo>
                <a:lnTo>
                  <a:pt x="942335" y="2844284"/>
                </a:lnTo>
                <a:lnTo>
                  <a:pt x="942050" y="2843835"/>
                </a:lnTo>
                <a:lnTo>
                  <a:pt x="941786" y="2843376"/>
                </a:lnTo>
                <a:lnTo>
                  <a:pt x="941543" y="2842905"/>
                </a:lnTo>
                <a:lnTo>
                  <a:pt x="941321" y="2842425"/>
                </a:lnTo>
                <a:lnTo>
                  <a:pt x="941120" y="2841933"/>
                </a:lnTo>
                <a:lnTo>
                  <a:pt x="940941" y="2841431"/>
                </a:lnTo>
                <a:lnTo>
                  <a:pt x="940782" y="2840919"/>
                </a:lnTo>
                <a:lnTo>
                  <a:pt x="940645" y="2840396"/>
                </a:lnTo>
                <a:lnTo>
                  <a:pt x="940528" y="2839862"/>
                </a:lnTo>
                <a:lnTo>
                  <a:pt x="940433" y="2839318"/>
                </a:lnTo>
                <a:lnTo>
                  <a:pt x="940359" y="2838763"/>
                </a:lnTo>
                <a:lnTo>
                  <a:pt x="940307" y="2838198"/>
                </a:lnTo>
                <a:lnTo>
                  <a:pt x="940275" y="2837622"/>
                </a:lnTo>
                <a:lnTo>
                  <a:pt x="940264" y="2837036"/>
                </a:lnTo>
                <a:lnTo>
                  <a:pt x="940264" y="2835345"/>
                </a:lnTo>
                <a:lnTo>
                  <a:pt x="925724" y="2835345"/>
                </a:lnTo>
                <a:lnTo>
                  <a:pt x="925711" y="2835443"/>
                </a:lnTo>
                <a:lnTo>
                  <a:pt x="925697" y="2835541"/>
                </a:lnTo>
                <a:lnTo>
                  <a:pt x="925685" y="2835638"/>
                </a:lnTo>
                <a:lnTo>
                  <a:pt x="925673" y="2835735"/>
                </a:lnTo>
                <a:lnTo>
                  <a:pt x="925661" y="2835831"/>
                </a:lnTo>
                <a:lnTo>
                  <a:pt x="925651" y="2835926"/>
                </a:lnTo>
                <a:lnTo>
                  <a:pt x="925640" y="2836021"/>
                </a:lnTo>
                <a:lnTo>
                  <a:pt x="925631" y="2836115"/>
                </a:lnTo>
                <a:lnTo>
                  <a:pt x="925621" y="2836209"/>
                </a:lnTo>
                <a:lnTo>
                  <a:pt x="925613" y="2836302"/>
                </a:lnTo>
                <a:lnTo>
                  <a:pt x="925605" y="2836394"/>
                </a:lnTo>
                <a:lnTo>
                  <a:pt x="925598" y="2836486"/>
                </a:lnTo>
                <a:lnTo>
                  <a:pt x="925591" y="2836577"/>
                </a:lnTo>
                <a:lnTo>
                  <a:pt x="925585" y="2836668"/>
                </a:lnTo>
                <a:lnTo>
                  <a:pt x="925579" y="2836758"/>
                </a:lnTo>
                <a:lnTo>
                  <a:pt x="925574" y="2836848"/>
                </a:lnTo>
                <a:lnTo>
                  <a:pt x="925570" y="2836937"/>
                </a:lnTo>
                <a:lnTo>
                  <a:pt x="925566" y="2837025"/>
                </a:lnTo>
                <a:lnTo>
                  <a:pt x="925563" y="2837113"/>
                </a:lnTo>
                <a:lnTo>
                  <a:pt x="925560" y="2837200"/>
                </a:lnTo>
                <a:lnTo>
                  <a:pt x="925558" y="2837287"/>
                </a:lnTo>
                <a:lnTo>
                  <a:pt x="925557" y="2837373"/>
                </a:lnTo>
                <a:lnTo>
                  <a:pt x="925556" y="2837458"/>
                </a:lnTo>
                <a:lnTo>
                  <a:pt x="925555" y="2837543"/>
                </a:lnTo>
                <a:lnTo>
                  <a:pt x="925555" y="2837627"/>
                </a:lnTo>
                <a:lnTo>
                  <a:pt x="925555" y="2837708"/>
                </a:lnTo>
                <a:lnTo>
                  <a:pt x="925555" y="2837789"/>
                </a:lnTo>
                <a:lnTo>
                  <a:pt x="925555" y="2837867"/>
                </a:lnTo>
                <a:lnTo>
                  <a:pt x="925555" y="2837944"/>
                </a:lnTo>
                <a:lnTo>
                  <a:pt x="925555" y="2838018"/>
                </a:lnTo>
                <a:lnTo>
                  <a:pt x="925555" y="2838092"/>
                </a:lnTo>
                <a:lnTo>
                  <a:pt x="925555" y="2838163"/>
                </a:lnTo>
                <a:lnTo>
                  <a:pt x="925555" y="2838232"/>
                </a:lnTo>
                <a:lnTo>
                  <a:pt x="925555" y="2838300"/>
                </a:lnTo>
                <a:lnTo>
                  <a:pt x="925555" y="2838366"/>
                </a:lnTo>
                <a:lnTo>
                  <a:pt x="925555" y="2838430"/>
                </a:lnTo>
                <a:lnTo>
                  <a:pt x="925555" y="2838493"/>
                </a:lnTo>
                <a:lnTo>
                  <a:pt x="925555" y="2838554"/>
                </a:lnTo>
                <a:lnTo>
                  <a:pt x="925555" y="2838613"/>
                </a:lnTo>
                <a:lnTo>
                  <a:pt x="925555" y="2838670"/>
                </a:lnTo>
                <a:lnTo>
                  <a:pt x="925555" y="2838725"/>
                </a:lnTo>
                <a:lnTo>
                  <a:pt x="925555" y="2838779"/>
                </a:lnTo>
                <a:lnTo>
                  <a:pt x="925555" y="2838831"/>
                </a:lnTo>
                <a:lnTo>
                  <a:pt x="925555" y="2838881"/>
                </a:lnTo>
                <a:lnTo>
                  <a:pt x="925555" y="2838930"/>
                </a:lnTo>
                <a:lnTo>
                  <a:pt x="925555" y="2838976"/>
                </a:lnTo>
                <a:lnTo>
                  <a:pt x="925555" y="2839021"/>
                </a:lnTo>
                <a:lnTo>
                  <a:pt x="925555" y="2839064"/>
                </a:lnTo>
                <a:lnTo>
                  <a:pt x="925563" y="2839709"/>
                </a:lnTo>
                <a:lnTo>
                  <a:pt x="925587" y="2840346"/>
                </a:lnTo>
                <a:lnTo>
                  <a:pt x="925627" y="2840977"/>
                </a:lnTo>
                <a:lnTo>
                  <a:pt x="925682" y="2841600"/>
                </a:lnTo>
                <a:lnTo>
                  <a:pt x="925754" y="2842217"/>
                </a:lnTo>
                <a:lnTo>
                  <a:pt x="925841" y="2842826"/>
                </a:lnTo>
                <a:lnTo>
                  <a:pt x="925944" y="2843428"/>
                </a:lnTo>
                <a:lnTo>
                  <a:pt x="926063" y="2844024"/>
                </a:lnTo>
                <a:lnTo>
                  <a:pt x="926197" y="2844612"/>
                </a:lnTo>
                <a:lnTo>
                  <a:pt x="926348" y="2845193"/>
                </a:lnTo>
                <a:lnTo>
                  <a:pt x="926514" y="2845767"/>
                </a:lnTo>
                <a:lnTo>
                  <a:pt x="926697" y="2846334"/>
                </a:lnTo>
                <a:lnTo>
                  <a:pt x="926895" y="2846894"/>
                </a:lnTo>
                <a:lnTo>
                  <a:pt x="927109" y="2847447"/>
                </a:lnTo>
                <a:lnTo>
                  <a:pt x="927339" y="2847993"/>
                </a:lnTo>
                <a:lnTo>
                  <a:pt x="927584" y="2848532"/>
                </a:lnTo>
                <a:lnTo>
                  <a:pt x="927846" y="2849064"/>
                </a:lnTo>
                <a:lnTo>
                  <a:pt x="928123" y="2849589"/>
                </a:lnTo>
                <a:lnTo>
                  <a:pt x="928416" y="2850107"/>
                </a:lnTo>
                <a:lnTo>
                  <a:pt x="928725" y="2850617"/>
                </a:lnTo>
                <a:lnTo>
                  <a:pt x="929050" y="2851121"/>
                </a:lnTo>
                <a:lnTo>
                  <a:pt x="929391" y="2851618"/>
                </a:lnTo>
                <a:lnTo>
                  <a:pt x="929748" y="2852107"/>
                </a:lnTo>
                <a:lnTo>
                  <a:pt x="930120" y="2852590"/>
                </a:lnTo>
                <a:lnTo>
                  <a:pt x="930521" y="2853050"/>
                </a:lnTo>
                <a:lnTo>
                  <a:pt x="930933" y="2853502"/>
                </a:lnTo>
                <a:lnTo>
                  <a:pt x="931357" y="2853945"/>
                </a:lnTo>
                <a:lnTo>
                  <a:pt x="931792" y="2854379"/>
                </a:lnTo>
                <a:lnTo>
                  <a:pt x="932240" y="2854805"/>
                </a:lnTo>
                <a:lnTo>
                  <a:pt x="932699" y="2855221"/>
                </a:lnTo>
                <a:lnTo>
                  <a:pt x="933169" y="2855629"/>
                </a:lnTo>
                <a:lnTo>
                  <a:pt x="933652" y="2856028"/>
                </a:lnTo>
                <a:lnTo>
                  <a:pt x="934146" y="2856418"/>
                </a:lnTo>
                <a:lnTo>
                  <a:pt x="934652" y="2856799"/>
                </a:lnTo>
                <a:lnTo>
                  <a:pt x="935170" y="2857171"/>
                </a:lnTo>
                <a:lnTo>
                  <a:pt x="935699" y="2857535"/>
                </a:lnTo>
                <a:lnTo>
                  <a:pt x="936241" y="2857890"/>
                </a:lnTo>
                <a:lnTo>
                  <a:pt x="936794" y="2858236"/>
                </a:lnTo>
                <a:lnTo>
                  <a:pt x="937358" y="2858573"/>
                </a:lnTo>
                <a:lnTo>
                  <a:pt x="937935" y="2858902"/>
                </a:lnTo>
                <a:lnTo>
                  <a:pt x="938523" y="2859221"/>
                </a:lnTo>
                <a:lnTo>
                  <a:pt x="939123" y="2859532"/>
                </a:lnTo>
                <a:lnTo>
                  <a:pt x="939735" y="2859834"/>
                </a:lnTo>
                <a:lnTo>
                  <a:pt x="940358" y="2860127"/>
                </a:lnTo>
                <a:lnTo>
                  <a:pt x="940993" y="2860412"/>
                </a:lnTo>
                <a:lnTo>
                  <a:pt x="941640" y="2860687"/>
                </a:lnTo>
                <a:lnTo>
                  <a:pt x="942299" y="2860954"/>
                </a:lnTo>
                <a:lnTo>
                  <a:pt x="942969" y="2861212"/>
                </a:lnTo>
                <a:lnTo>
                  <a:pt x="943664" y="2861447"/>
                </a:lnTo>
                <a:lnTo>
                  <a:pt x="944367" y="2861671"/>
                </a:lnTo>
                <a:lnTo>
                  <a:pt x="945077" y="2861886"/>
                </a:lnTo>
                <a:lnTo>
                  <a:pt x="945797" y="2862090"/>
                </a:lnTo>
                <a:lnTo>
                  <a:pt x="946524" y="2862285"/>
                </a:lnTo>
                <a:lnTo>
                  <a:pt x="947259" y="2862470"/>
                </a:lnTo>
                <a:lnTo>
                  <a:pt x="948003" y="2862644"/>
                </a:lnTo>
                <a:lnTo>
                  <a:pt x="948755" y="2862809"/>
                </a:lnTo>
                <a:lnTo>
                  <a:pt x="949515" y="2862964"/>
                </a:lnTo>
                <a:lnTo>
                  <a:pt x="950284" y="2863108"/>
                </a:lnTo>
                <a:lnTo>
                  <a:pt x="951061" y="2863243"/>
                </a:lnTo>
                <a:lnTo>
                  <a:pt x="951845" y="2863368"/>
                </a:lnTo>
                <a:lnTo>
                  <a:pt x="952639" y="2863483"/>
                </a:lnTo>
                <a:lnTo>
                  <a:pt x="953440" y="2863587"/>
                </a:lnTo>
                <a:lnTo>
                  <a:pt x="954249" y="2863682"/>
                </a:lnTo>
                <a:lnTo>
                  <a:pt x="955067" y="2863767"/>
                </a:lnTo>
                <a:lnTo>
                  <a:pt x="955893" y="2863842"/>
                </a:lnTo>
                <a:lnTo>
                  <a:pt x="956727" y="2863907"/>
                </a:lnTo>
                <a:lnTo>
                  <a:pt x="957570" y="2863962"/>
                </a:lnTo>
                <a:lnTo>
                  <a:pt x="958420" y="2864007"/>
                </a:lnTo>
                <a:lnTo>
                  <a:pt x="959279" y="2864041"/>
                </a:lnTo>
                <a:lnTo>
                  <a:pt x="960146" y="2864066"/>
                </a:lnTo>
                <a:lnTo>
                  <a:pt x="961021" y="2864081"/>
                </a:lnTo>
                <a:lnTo>
                  <a:pt x="961905" y="2864086"/>
                </a:lnTo>
                <a:lnTo>
                  <a:pt x="962913" y="2864081"/>
                </a:lnTo>
                <a:lnTo>
                  <a:pt x="963909" y="2864066"/>
                </a:lnTo>
                <a:lnTo>
                  <a:pt x="964893" y="2864041"/>
                </a:lnTo>
                <a:lnTo>
                  <a:pt x="965864" y="2864007"/>
                </a:lnTo>
                <a:lnTo>
                  <a:pt x="966823" y="2863962"/>
                </a:lnTo>
                <a:lnTo>
                  <a:pt x="967769" y="2863907"/>
                </a:lnTo>
                <a:lnTo>
                  <a:pt x="968704" y="2863842"/>
                </a:lnTo>
                <a:lnTo>
                  <a:pt x="969626" y="2863767"/>
                </a:lnTo>
                <a:close/>
                <a:moveTo>
                  <a:pt x="1075959" y="3007402"/>
                </a:moveTo>
                <a:lnTo>
                  <a:pt x="1075959" y="2991171"/>
                </a:lnTo>
                <a:lnTo>
                  <a:pt x="1060067" y="2991171"/>
                </a:lnTo>
                <a:lnTo>
                  <a:pt x="1060067" y="3007402"/>
                </a:lnTo>
                <a:lnTo>
                  <a:pt x="1075959" y="3007402"/>
                </a:lnTo>
                <a:close/>
                <a:moveTo>
                  <a:pt x="983503" y="3113048"/>
                </a:moveTo>
                <a:lnTo>
                  <a:pt x="984025" y="3113003"/>
                </a:lnTo>
                <a:lnTo>
                  <a:pt x="984546" y="3112954"/>
                </a:lnTo>
                <a:lnTo>
                  <a:pt x="985067" y="3112900"/>
                </a:lnTo>
                <a:lnTo>
                  <a:pt x="985588" y="3112841"/>
                </a:lnTo>
                <a:lnTo>
                  <a:pt x="986110" y="3112778"/>
                </a:lnTo>
                <a:lnTo>
                  <a:pt x="986631" y="3112710"/>
                </a:lnTo>
                <a:lnTo>
                  <a:pt x="987152" y="3112637"/>
                </a:lnTo>
                <a:lnTo>
                  <a:pt x="987674" y="3112559"/>
                </a:lnTo>
                <a:lnTo>
                  <a:pt x="988195" y="3112477"/>
                </a:lnTo>
                <a:lnTo>
                  <a:pt x="988716" y="3112390"/>
                </a:lnTo>
                <a:lnTo>
                  <a:pt x="989237" y="3112299"/>
                </a:lnTo>
                <a:lnTo>
                  <a:pt x="989759" y="3112202"/>
                </a:lnTo>
                <a:lnTo>
                  <a:pt x="990280" y="3112101"/>
                </a:lnTo>
                <a:lnTo>
                  <a:pt x="990801" y="3111996"/>
                </a:lnTo>
                <a:lnTo>
                  <a:pt x="991323" y="3111885"/>
                </a:lnTo>
                <a:lnTo>
                  <a:pt x="991840" y="3111785"/>
                </a:lnTo>
                <a:lnTo>
                  <a:pt x="992350" y="3111680"/>
                </a:lnTo>
                <a:lnTo>
                  <a:pt x="992852" y="3111571"/>
                </a:lnTo>
                <a:lnTo>
                  <a:pt x="993347" y="3111458"/>
                </a:lnTo>
                <a:lnTo>
                  <a:pt x="993834" y="3111341"/>
                </a:lnTo>
                <a:lnTo>
                  <a:pt x="994313" y="3111220"/>
                </a:lnTo>
                <a:lnTo>
                  <a:pt x="994785" y="3111094"/>
                </a:lnTo>
                <a:lnTo>
                  <a:pt x="995249" y="3110965"/>
                </a:lnTo>
                <a:lnTo>
                  <a:pt x="995705" y="3110831"/>
                </a:lnTo>
                <a:lnTo>
                  <a:pt x="996154" y="3110694"/>
                </a:lnTo>
                <a:lnTo>
                  <a:pt x="996595" y="3110552"/>
                </a:lnTo>
                <a:lnTo>
                  <a:pt x="997029" y="3110406"/>
                </a:lnTo>
                <a:lnTo>
                  <a:pt x="997454" y="3110256"/>
                </a:lnTo>
                <a:lnTo>
                  <a:pt x="997873" y="3110102"/>
                </a:lnTo>
                <a:lnTo>
                  <a:pt x="998283" y="3109944"/>
                </a:lnTo>
                <a:lnTo>
                  <a:pt x="998686" y="3109782"/>
                </a:lnTo>
                <a:lnTo>
                  <a:pt x="999082" y="3109615"/>
                </a:lnTo>
                <a:lnTo>
                  <a:pt x="999469" y="3109445"/>
                </a:lnTo>
                <a:lnTo>
                  <a:pt x="999850" y="3109270"/>
                </a:lnTo>
                <a:lnTo>
                  <a:pt x="1000222" y="3109091"/>
                </a:lnTo>
                <a:lnTo>
                  <a:pt x="1000587" y="3108908"/>
                </a:lnTo>
                <a:lnTo>
                  <a:pt x="1000944" y="3108721"/>
                </a:lnTo>
                <a:lnTo>
                  <a:pt x="1001294" y="3108530"/>
                </a:lnTo>
                <a:lnTo>
                  <a:pt x="1001636" y="3108335"/>
                </a:lnTo>
                <a:lnTo>
                  <a:pt x="1001636" y="3095317"/>
                </a:lnTo>
                <a:lnTo>
                  <a:pt x="1001338" y="3095457"/>
                </a:lnTo>
                <a:lnTo>
                  <a:pt x="1001036" y="3095597"/>
                </a:lnTo>
                <a:lnTo>
                  <a:pt x="1000730" y="3095737"/>
                </a:lnTo>
                <a:lnTo>
                  <a:pt x="1000419" y="3095876"/>
                </a:lnTo>
                <a:lnTo>
                  <a:pt x="1000105" y="3096014"/>
                </a:lnTo>
                <a:lnTo>
                  <a:pt x="999786" y="3096152"/>
                </a:lnTo>
                <a:lnTo>
                  <a:pt x="999464" y="3096289"/>
                </a:lnTo>
                <a:lnTo>
                  <a:pt x="999137" y="3096425"/>
                </a:lnTo>
                <a:lnTo>
                  <a:pt x="998806" y="3096561"/>
                </a:lnTo>
                <a:lnTo>
                  <a:pt x="998472" y="3096696"/>
                </a:lnTo>
                <a:lnTo>
                  <a:pt x="998132" y="3096831"/>
                </a:lnTo>
                <a:lnTo>
                  <a:pt x="997789" y="3096965"/>
                </a:lnTo>
                <a:lnTo>
                  <a:pt x="997442" y="3097099"/>
                </a:lnTo>
                <a:lnTo>
                  <a:pt x="997091" y="3097232"/>
                </a:lnTo>
                <a:lnTo>
                  <a:pt x="996735" y="3097364"/>
                </a:lnTo>
                <a:lnTo>
                  <a:pt x="996376" y="3097496"/>
                </a:lnTo>
                <a:lnTo>
                  <a:pt x="996012" y="3097627"/>
                </a:lnTo>
                <a:lnTo>
                  <a:pt x="995644" y="3097758"/>
                </a:lnTo>
                <a:lnTo>
                  <a:pt x="995272" y="3097888"/>
                </a:lnTo>
                <a:lnTo>
                  <a:pt x="994896" y="3098017"/>
                </a:lnTo>
                <a:lnTo>
                  <a:pt x="994516" y="3098146"/>
                </a:lnTo>
                <a:lnTo>
                  <a:pt x="994132" y="3098274"/>
                </a:lnTo>
                <a:lnTo>
                  <a:pt x="993744" y="3098402"/>
                </a:lnTo>
                <a:lnTo>
                  <a:pt x="993351" y="3098529"/>
                </a:lnTo>
                <a:lnTo>
                  <a:pt x="992969" y="3098639"/>
                </a:lnTo>
                <a:lnTo>
                  <a:pt x="992585" y="3098745"/>
                </a:lnTo>
                <a:lnTo>
                  <a:pt x="992197" y="3098846"/>
                </a:lnTo>
                <a:lnTo>
                  <a:pt x="991806" y="3098942"/>
                </a:lnTo>
                <a:lnTo>
                  <a:pt x="991413" y="3099034"/>
                </a:lnTo>
                <a:lnTo>
                  <a:pt x="991016" y="3099121"/>
                </a:lnTo>
                <a:lnTo>
                  <a:pt x="990617" y="3099203"/>
                </a:lnTo>
                <a:lnTo>
                  <a:pt x="990214" y="3099280"/>
                </a:lnTo>
                <a:lnTo>
                  <a:pt x="989809" y="3099353"/>
                </a:lnTo>
                <a:lnTo>
                  <a:pt x="989401" y="3099421"/>
                </a:lnTo>
                <a:lnTo>
                  <a:pt x="988989" y="3099485"/>
                </a:lnTo>
                <a:lnTo>
                  <a:pt x="988575" y="3099543"/>
                </a:lnTo>
                <a:lnTo>
                  <a:pt x="988158" y="3099598"/>
                </a:lnTo>
                <a:lnTo>
                  <a:pt x="987738" y="3099647"/>
                </a:lnTo>
                <a:lnTo>
                  <a:pt x="987315" y="3099691"/>
                </a:lnTo>
                <a:lnTo>
                  <a:pt x="986889" y="3099731"/>
                </a:lnTo>
                <a:lnTo>
                  <a:pt x="986460" y="3099767"/>
                </a:lnTo>
                <a:lnTo>
                  <a:pt x="986029" y="3099797"/>
                </a:lnTo>
                <a:lnTo>
                  <a:pt x="985594" y="3099823"/>
                </a:lnTo>
                <a:lnTo>
                  <a:pt x="985156" y="3099844"/>
                </a:lnTo>
                <a:lnTo>
                  <a:pt x="984716" y="3099860"/>
                </a:lnTo>
                <a:lnTo>
                  <a:pt x="984272" y="3099872"/>
                </a:lnTo>
                <a:lnTo>
                  <a:pt x="983826" y="3099879"/>
                </a:lnTo>
                <a:lnTo>
                  <a:pt x="983376" y="3099882"/>
                </a:lnTo>
                <a:lnTo>
                  <a:pt x="982803" y="3099879"/>
                </a:lnTo>
                <a:lnTo>
                  <a:pt x="982238" y="3099870"/>
                </a:lnTo>
                <a:lnTo>
                  <a:pt x="981680" y="3099855"/>
                </a:lnTo>
                <a:lnTo>
                  <a:pt x="981132" y="3099835"/>
                </a:lnTo>
                <a:lnTo>
                  <a:pt x="980591" y="3099808"/>
                </a:lnTo>
                <a:lnTo>
                  <a:pt x="980058" y="3099776"/>
                </a:lnTo>
                <a:lnTo>
                  <a:pt x="979534" y="3099738"/>
                </a:lnTo>
                <a:lnTo>
                  <a:pt x="979018" y="3099694"/>
                </a:lnTo>
                <a:lnTo>
                  <a:pt x="978510" y="3099644"/>
                </a:lnTo>
                <a:lnTo>
                  <a:pt x="978011" y="3099588"/>
                </a:lnTo>
                <a:lnTo>
                  <a:pt x="977520" y="3099526"/>
                </a:lnTo>
                <a:lnTo>
                  <a:pt x="977036" y="3099459"/>
                </a:lnTo>
                <a:lnTo>
                  <a:pt x="976561" y="3099386"/>
                </a:lnTo>
                <a:lnTo>
                  <a:pt x="976095" y="3099306"/>
                </a:lnTo>
                <a:lnTo>
                  <a:pt x="975636" y="3099221"/>
                </a:lnTo>
                <a:lnTo>
                  <a:pt x="975186" y="3099130"/>
                </a:lnTo>
                <a:lnTo>
                  <a:pt x="974744" y="3099033"/>
                </a:lnTo>
                <a:lnTo>
                  <a:pt x="974310" y="3098931"/>
                </a:lnTo>
                <a:lnTo>
                  <a:pt x="973885" y="3098822"/>
                </a:lnTo>
                <a:lnTo>
                  <a:pt x="973467" y="3098708"/>
                </a:lnTo>
                <a:lnTo>
                  <a:pt x="973058" y="3098587"/>
                </a:lnTo>
                <a:lnTo>
                  <a:pt x="972657" y="3098461"/>
                </a:lnTo>
                <a:lnTo>
                  <a:pt x="972264" y="3098329"/>
                </a:lnTo>
                <a:lnTo>
                  <a:pt x="971880" y="3098191"/>
                </a:lnTo>
                <a:lnTo>
                  <a:pt x="971503" y="3098047"/>
                </a:lnTo>
                <a:lnTo>
                  <a:pt x="971134" y="3097895"/>
                </a:lnTo>
                <a:lnTo>
                  <a:pt x="970773" y="3097737"/>
                </a:lnTo>
                <a:lnTo>
                  <a:pt x="970419" y="3097571"/>
                </a:lnTo>
                <a:lnTo>
                  <a:pt x="970073" y="3097398"/>
                </a:lnTo>
                <a:lnTo>
                  <a:pt x="969735" y="3097219"/>
                </a:lnTo>
                <a:lnTo>
                  <a:pt x="969404" y="3097032"/>
                </a:lnTo>
                <a:lnTo>
                  <a:pt x="969081" y="3096838"/>
                </a:lnTo>
                <a:lnTo>
                  <a:pt x="968765" y="3096638"/>
                </a:lnTo>
                <a:lnTo>
                  <a:pt x="968457" y="3096430"/>
                </a:lnTo>
                <a:lnTo>
                  <a:pt x="968157" y="3096215"/>
                </a:lnTo>
                <a:lnTo>
                  <a:pt x="967865" y="3095993"/>
                </a:lnTo>
                <a:lnTo>
                  <a:pt x="967579" y="3095764"/>
                </a:lnTo>
                <a:lnTo>
                  <a:pt x="967302" y="3095528"/>
                </a:lnTo>
                <a:lnTo>
                  <a:pt x="967032" y="3095285"/>
                </a:lnTo>
                <a:lnTo>
                  <a:pt x="966770" y="3095035"/>
                </a:lnTo>
                <a:lnTo>
                  <a:pt x="966516" y="3094778"/>
                </a:lnTo>
                <a:lnTo>
                  <a:pt x="966269" y="3094514"/>
                </a:lnTo>
                <a:lnTo>
                  <a:pt x="966030" y="3094242"/>
                </a:lnTo>
                <a:lnTo>
                  <a:pt x="965798" y="3093964"/>
                </a:lnTo>
                <a:lnTo>
                  <a:pt x="965574" y="3093679"/>
                </a:lnTo>
                <a:lnTo>
                  <a:pt x="965358" y="3093387"/>
                </a:lnTo>
                <a:lnTo>
                  <a:pt x="965149" y="3093087"/>
                </a:lnTo>
                <a:lnTo>
                  <a:pt x="964948" y="3092781"/>
                </a:lnTo>
                <a:lnTo>
                  <a:pt x="964755" y="3092467"/>
                </a:lnTo>
                <a:lnTo>
                  <a:pt x="964570" y="3092147"/>
                </a:lnTo>
                <a:lnTo>
                  <a:pt x="964393" y="3091819"/>
                </a:lnTo>
                <a:lnTo>
                  <a:pt x="964225" y="3091485"/>
                </a:lnTo>
                <a:lnTo>
                  <a:pt x="964065" y="3091143"/>
                </a:lnTo>
                <a:lnTo>
                  <a:pt x="963913" y="3090794"/>
                </a:lnTo>
                <a:lnTo>
                  <a:pt x="963769" y="3090439"/>
                </a:lnTo>
                <a:lnTo>
                  <a:pt x="963633" y="3090076"/>
                </a:lnTo>
                <a:lnTo>
                  <a:pt x="963506" y="3089706"/>
                </a:lnTo>
                <a:lnTo>
                  <a:pt x="963387" y="3089329"/>
                </a:lnTo>
                <a:lnTo>
                  <a:pt x="963276" y="3088945"/>
                </a:lnTo>
                <a:lnTo>
                  <a:pt x="963173" y="3088554"/>
                </a:lnTo>
                <a:lnTo>
                  <a:pt x="963078" y="3088156"/>
                </a:lnTo>
                <a:lnTo>
                  <a:pt x="962992" y="3087751"/>
                </a:lnTo>
                <a:lnTo>
                  <a:pt x="962914" y="3087339"/>
                </a:lnTo>
                <a:lnTo>
                  <a:pt x="962844" y="3086920"/>
                </a:lnTo>
                <a:lnTo>
                  <a:pt x="962782" y="3086494"/>
                </a:lnTo>
                <a:lnTo>
                  <a:pt x="962729" y="3086060"/>
                </a:lnTo>
                <a:lnTo>
                  <a:pt x="962684" y="3085620"/>
                </a:lnTo>
                <a:lnTo>
                  <a:pt x="962647" y="3085173"/>
                </a:lnTo>
                <a:lnTo>
                  <a:pt x="962618" y="3084718"/>
                </a:lnTo>
                <a:lnTo>
                  <a:pt x="962598" y="3084257"/>
                </a:lnTo>
                <a:lnTo>
                  <a:pt x="962585" y="3083789"/>
                </a:lnTo>
                <a:lnTo>
                  <a:pt x="962581" y="3083313"/>
                </a:lnTo>
                <a:lnTo>
                  <a:pt x="962581" y="3038341"/>
                </a:lnTo>
                <a:lnTo>
                  <a:pt x="1001636" y="3038341"/>
                </a:lnTo>
                <a:lnTo>
                  <a:pt x="1001636" y="3025154"/>
                </a:lnTo>
                <a:lnTo>
                  <a:pt x="962581" y="3025154"/>
                </a:lnTo>
                <a:lnTo>
                  <a:pt x="962581" y="2997596"/>
                </a:lnTo>
                <a:lnTo>
                  <a:pt x="952099" y="2997596"/>
                </a:lnTo>
                <a:lnTo>
                  <a:pt x="946182" y="3025154"/>
                </a:lnTo>
                <a:lnTo>
                  <a:pt x="920652" y="3025154"/>
                </a:lnTo>
                <a:lnTo>
                  <a:pt x="920652" y="3038341"/>
                </a:lnTo>
                <a:lnTo>
                  <a:pt x="945674" y="3038341"/>
                </a:lnTo>
                <a:lnTo>
                  <a:pt x="945674" y="3084666"/>
                </a:lnTo>
                <a:lnTo>
                  <a:pt x="945690" y="3085919"/>
                </a:lnTo>
                <a:lnTo>
                  <a:pt x="945737" y="3087143"/>
                </a:lnTo>
                <a:lnTo>
                  <a:pt x="945814" y="3088338"/>
                </a:lnTo>
                <a:lnTo>
                  <a:pt x="945923" y="3089503"/>
                </a:lnTo>
                <a:lnTo>
                  <a:pt x="946063" y="3090639"/>
                </a:lnTo>
                <a:lnTo>
                  <a:pt x="946235" y="3091745"/>
                </a:lnTo>
                <a:lnTo>
                  <a:pt x="946437" y="3092822"/>
                </a:lnTo>
                <a:lnTo>
                  <a:pt x="946670" y="3093870"/>
                </a:lnTo>
                <a:lnTo>
                  <a:pt x="946935" y="3094889"/>
                </a:lnTo>
                <a:lnTo>
                  <a:pt x="947230" y="3095878"/>
                </a:lnTo>
                <a:lnTo>
                  <a:pt x="947557" y="3096838"/>
                </a:lnTo>
                <a:lnTo>
                  <a:pt x="947915" y="3097768"/>
                </a:lnTo>
                <a:lnTo>
                  <a:pt x="948304" y="3098669"/>
                </a:lnTo>
                <a:lnTo>
                  <a:pt x="948724" y="3099541"/>
                </a:lnTo>
                <a:lnTo>
                  <a:pt x="949175" y="3100384"/>
                </a:lnTo>
                <a:lnTo>
                  <a:pt x="949657" y="3101197"/>
                </a:lnTo>
                <a:lnTo>
                  <a:pt x="950170" y="3101980"/>
                </a:lnTo>
                <a:lnTo>
                  <a:pt x="950715" y="3102735"/>
                </a:lnTo>
                <a:lnTo>
                  <a:pt x="951290" y="3103460"/>
                </a:lnTo>
                <a:lnTo>
                  <a:pt x="951897" y="3104155"/>
                </a:lnTo>
                <a:lnTo>
                  <a:pt x="952535" y="3104822"/>
                </a:lnTo>
                <a:lnTo>
                  <a:pt x="953204" y="3105459"/>
                </a:lnTo>
                <a:lnTo>
                  <a:pt x="953904" y="3106066"/>
                </a:lnTo>
                <a:lnTo>
                  <a:pt x="954635" y="3106644"/>
                </a:lnTo>
                <a:lnTo>
                  <a:pt x="955393" y="3107182"/>
                </a:lnTo>
                <a:lnTo>
                  <a:pt x="956172" y="3107698"/>
                </a:lnTo>
                <a:lnTo>
                  <a:pt x="956973" y="3108190"/>
                </a:lnTo>
                <a:lnTo>
                  <a:pt x="957796" y="3108659"/>
                </a:lnTo>
                <a:lnTo>
                  <a:pt x="958640" y="3109106"/>
                </a:lnTo>
                <a:lnTo>
                  <a:pt x="959506" y="3109529"/>
                </a:lnTo>
                <a:lnTo>
                  <a:pt x="960394" y="3109930"/>
                </a:lnTo>
                <a:lnTo>
                  <a:pt x="961304" y="3110307"/>
                </a:lnTo>
                <a:lnTo>
                  <a:pt x="962235" y="3110662"/>
                </a:lnTo>
                <a:lnTo>
                  <a:pt x="963188" y="3110994"/>
                </a:lnTo>
                <a:lnTo>
                  <a:pt x="964163" y="3111303"/>
                </a:lnTo>
                <a:lnTo>
                  <a:pt x="965159" y="3111590"/>
                </a:lnTo>
                <a:lnTo>
                  <a:pt x="966178" y="3111853"/>
                </a:lnTo>
                <a:lnTo>
                  <a:pt x="967218" y="3112093"/>
                </a:lnTo>
                <a:lnTo>
                  <a:pt x="968279" y="3112311"/>
                </a:lnTo>
                <a:lnTo>
                  <a:pt x="969363" y="3112505"/>
                </a:lnTo>
                <a:lnTo>
                  <a:pt x="970468" y="3112677"/>
                </a:lnTo>
                <a:lnTo>
                  <a:pt x="971595" y="3112826"/>
                </a:lnTo>
                <a:lnTo>
                  <a:pt x="972743" y="3112952"/>
                </a:lnTo>
                <a:lnTo>
                  <a:pt x="973913" y="3113055"/>
                </a:lnTo>
                <a:lnTo>
                  <a:pt x="975105" y="3113135"/>
                </a:lnTo>
                <a:lnTo>
                  <a:pt x="976319" y="3113192"/>
                </a:lnTo>
                <a:lnTo>
                  <a:pt x="977554" y="3113227"/>
                </a:lnTo>
                <a:lnTo>
                  <a:pt x="978812" y="3113238"/>
                </a:lnTo>
                <a:lnTo>
                  <a:pt x="979333" y="3113236"/>
                </a:lnTo>
                <a:lnTo>
                  <a:pt x="979854" y="3113229"/>
                </a:lnTo>
                <a:lnTo>
                  <a:pt x="980376" y="3113217"/>
                </a:lnTo>
                <a:lnTo>
                  <a:pt x="980897" y="3113200"/>
                </a:lnTo>
                <a:lnTo>
                  <a:pt x="981418" y="3113179"/>
                </a:lnTo>
                <a:lnTo>
                  <a:pt x="981939" y="3113153"/>
                </a:lnTo>
                <a:lnTo>
                  <a:pt x="982461" y="3113123"/>
                </a:lnTo>
                <a:lnTo>
                  <a:pt x="982982" y="3113088"/>
                </a:lnTo>
                <a:lnTo>
                  <a:pt x="983503" y="3113048"/>
                </a:lnTo>
                <a:close/>
                <a:moveTo>
                  <a:pt x="1060743" y="3111547"/>
                </a:moveTo>
                <a:lnTo>
                  <a:pt x="1077650" y="3111547"/>
                </a:lnTo>
                <a:lnTo>
                  <a:pt x="1106898" y="3111547"/>
                </a:lnTo>
                <a:lnTo>
                  <a:pt x="1106898" y="3098529"/>
                </a:lnTo>
                <a:lnTo>
                  <a:pt x="1077650" y="3098529"/>
                </a:lnTo>
                <a:lnTo>
                  <a:pt x="1077650" y="3025154"/>
                </a:lnTo>
                <a:lnTo>
                  <a:pt x="1029804" y="3025154"/>
                </a:lnTo>
                <a:lnTo>
                  <a:pt x="1029804" y="3038341"/>
                </a:lnTo>
                <a:lnTo>
                  <a:pt x="1060743" y="3038341"/>
                </a:lnTo>
                <a:lnTo>
                  <a:pt x="1060743" y="3098529"/>
                </a:lnTo>
                <a:lnTo>
                  <a:pt x="1029804" y="3098529"/>
                </a:lnTo>
                <a:lnTo>
                  <a:pt x="1029804" y="3111547"/>
                </a:lnTo>
                <a:lnTo>
                  <a:pt x="1060743" y="3111547"/>
                </a:lnTo>
                <a:close/>
                <a:moveTo>
                  <a:pt x="1146779" y="3056829"/>
                </a:moveTo>
                <a:lnTo>
                  <a:pt x="1146845" y="3056281"/>
                </a:lnTo>
                <a:lnTo>
                  <a:pt x="1146920" y="3055739"/>
                </a:lnTo>
                <a:lnTo>
                  <a:pt x="1147003" y="3055203"/>
                </a:lnTo>
                <a:lnTo>
                  <a:pt x="1147096" y="3054673"/>
                </a:lnTo>
                <a:lnTo>
                  <a:pt x="1147197" y="3054149"/>
                </a:lnTo>
                <a:lnTo>
                  <a:pt x="1147307" y="3053631"/>
                </a:lnTo>
                <a:lnTo>
                  <a:pt x="1147426" y="3053118"/>
                </a:lnTo>
                <a:lnTo>
                  <a:pt x="1147554" y="3052612"/>
                </a:lnTo>
                <a:lnTo>
                  <a:pt x="1147690" y="3052111"/>
                </a:lnTo>
                <a:lnTo>
                  <a:pt x="1147836" y="3051616"/>
                </a:lnTo>
                <a:lnTo>
                  <a:pt x="1147990" y="3051127"/>
                </a:lnTo>
                <a:lnTo>
                  <a:pt x="1148153" y="3050644"/>
                </a:lnTo>
                <a:lnTo>
                  <a:pt x="1148324" y="3050167"/>
                </a:lnTo>
                <a:lnTo>
                  <a:pt x="1148505" y="3049695"/>
                </a:lnTo>
                <a:lnTo>
                  <a:pt x="1148694" y="3049230"/>
                </a:lnTo>
                <a:lnTo>
                  <a:pt x="1148892" y="3048770"/>
                </a:lnTo>
                <a:lnTo>
                  <a:pt x="1149099" y="3048316"/>
                </a:lnTo>
                <a:lnTo>
                  <a:pt x="1149314" y="3047856"/>
                </a:lnTo>
                <a:lnTo>
                  <a:pt x="1149536" y="3047404"/>
                </a:lnTo>
                <a:lnTo>
                  <a:pt x="1149765" y="3046961"/>
                </a:lnTo>
                <a:lnTo>
                  <a:pt x="1150001" y="3046527"/>
                </a:lnTo>
                <a:lnTo>
                  <a:pt x="1150244" y="3046102"/>
                </a:lnTo>
                <a:lnTo>
                  <a:pt x="1150494" y="3045685"/>
                </a:lnTo>
                <a:lnTo>
                  <a:pt x="1150751" y="3045277"/>
                </a:lnTo>
                <a:lnTo>
                  <a:pt x="1151015" y="3044879"/>
                </a:lnTo>
                <a:lnTo>
                  <a:pt x="1151287" y="3044488"/>
                </a:lnTo>
                <a:lnTo>
                  <a:pt x="1151565" y="3044107"/>
                </a:lnTo>
                <a:lnTo>
                  <a:pt x="1151850" y="3043735"/>
                </a:lnTo>
                <a:lnTo>
                  <a:pt x="1152142" y="3043371"/>
                </a:lnTo>
                <a:lnTo>
                  <a:pt x="1152442" y="3043016"/>
                </a:lnTo>
                <a:lnTo>
                  <a:pt x="1152748" y="3042670"/>
                </a:lnTo>
                <a:lnTo>
                  <a:pt x="1153062" y="3042333"/>
                </a:lnTo>
                <a:lnTo>
                  <a:pt x="1153382" y="3042004"/>
                </a:lnTo>
                <a:lnTo>
                  <a:pt x="1153710" y="3041685"/>
                </a:lnTo>
                <a:lnTo>
                  <a:pt x="1154044" y="3041374"/>
                </a:lnTo>
                <a:lnTo>
                  <a:pt x="1154386" y="3041072"/>
                </a:lnTo>
                <a:lnTo>
                  <a:pt x="1154735" y="3040779"/>
                </a:lnTo>
                <a:lnTo>
                  <a:pt x="1155091" y="3040494"/>
                </a:lnTo>
                <a:lnTo>
                  <a:pt x="1155453" y="3040218"/>
                </a:lnTo>
                <a:lnTo>
                  <a:pt x="1155823" y="3039952"/>
                </a:lnTo>
                <a:lnTo>
                  <a:pt x="1156200" y="3039694"/>
                </a:lnTo>
                <a:lnTo>
                  <a:pt x="1156583" y="3039432"/>
                </a:lnTo>
                <a:lnTo>
                  <a:pt x="1156973" y="3039181"/>
                </a:lnTo>
                <a:lnTo>
                  <a:pt x="1157368" y="3038941"/>
                </a:lnTo>
                <a:lnTo>
                  <a:pt x="1157769" y="3038712"/>
                </a:lnTo>
                <a:lnTo>
                  <a:pt x="1158175" y="3038495"/>
                </a:lnTo>
                <a:lnTo>
                  <a:pt x="1158588" y="3038288"/>
                </a:lnTo>
                <a:lnTo>
                  <a:pt x="1159007" y="3038093"/>
                </a:lnTo>
                <a:lnTo>
                  <a:pt x="1159431" y="3037909"/>
                </a:lnTo>
                <a:lnTo>
                  <a:pt x="1159861" y="3037736"/>
                </a:lnTo>
                <a:lnTo>
                  <a:pt x="1160298" y="3037574"/>
                </a:lnTo>
                <a:lnTo>
                  <a:pt x="1160740" y="3037424"/>
                </a:lnTo>
                <a:lnTo>
                  <a:pt x="1161188" y="3037284"/>
                </a:lnTo>
                <a:lnTo>
                  <a:pt x="1161641" y="3037156"/>
                </a:lnTo>
                <a:lnTo>
                  <a:pt x="1162101" y="3037039"/>
                </a:lnTo>
                <a:lnTo>
                  <a:pt x="1162566" y="3036933"/>
                </a:lnTo>
                <a:lnTo>
                  <a:pt x="1163038" y="3036838"/>
                </a:lnTo>
                <a:lnTo>
                  <a:pt x="1163515" y="3036755"/>
                </a:lnTo>
                <a:lnTo>
                  <a:pt x="1163998" y="3036682"/>
                </a:lnTo>
                <a:lnTo>
                  <a:pt x="1164487" y="3036621"/>
                </a:lnTo>
                <a:lnTo>
                  <a:pt x="1164982" y="3036571"/>
                </a:lnTo>
                <a:lnTo>
                  <a:pt x="1165483" y="3036532"/>
                </a:lnTo>
                <a:lnTo>
                  <a:pt x="1165989" y="3036504"/>
                </a:lnTo>
                <a:lnTo>
                  <a:pt x="1166502" y="3036487"/>
                </a:lnTo>
                <a:lnTo>
                  <a:pt x="1167020" y="3036481"/>
                </a:lnTo>
                <a:lnTo>
                  <a:pt x="1167760" y="3036491"/>
                </a:lnTo>
                <a:lnTo>
                  <a:pt x="1168486" y="3036520"/>
                </a:lnTo>
                <a:lnTo>
                  <a:pt x="1169197" y="3036569"/>
                </a:lnTo>
                <a:lnTo>
                  <a:pt x="1169894" y="3036636"/>
                </a:lnTo>
                <a:lnTo>
                  <a:pt x="1170578" y="3036724"/>
                </a:lnTo>
                <a:lnTo>
                  <a:pt x="1171247" y="3036830"/>
                </a:lnTo>
                <a:lnTo>
                  <a:pt x="1171902" y="3036956"/>
                </a:lnTo>
                <a:lnTo>
                  <a:pt x="1172543" y="3037101"/>
                </a:lnTo>
                <a:lnTo>
                  <a:pt x="1173170" y="3037266"/>
                </a:lnTo>
                <a:lnTo>
                  <a:pt x="1173783" y="3037450"/>
                </a:lnTo>
                <a:lnTo>
                  <a:pt x="1174382" y="3037654"/>
                </a:lnTo>
                <a:lnTo>
                  <a:pt x="1174966" y="3037876"/>
                </a:lnTo>
                <a:lnTo>
                  <a:pt x="1175537" y="3038118"/>
                </a:lnTo>
                <a:lnTo>
                  <a:pt x="1176094" y="3038380"/>
                </a:lnTo>
                <a:lnTo>
                  <a:pt x="1176636" y="3038661"/>
                </a:lnTo>
                <a:lnTo>
                  <a:pt x="1177164" y="3038961"/>
                </a:lnTo>
                <a:lnTo>
                  <a:pt x="1177679" y="3039281"/>
                </a:lnTo>
                <a:lnTo>
                  <a:pt x="1178179" y="3039620"/>
                </a:lnTo>
                <a:lnTo>
                  <a:pt x="1178665" y="3039978"/>
                </a:lnTo>
                <a:lnTo>
                  <a:pt x="1179137" y="3040356"/>
                </a:lnTo>
                <a:lnTo>
                  <a:pt x="1179595" y="3040753"/>
                </a:lnTo>
                <a:lnTo>
                  <a:pt x="1180038" y="3041170"/>
                </a:lnTo>
                <a:lnTo>
                  <a:pt x="1180468" y="3041606"/>
                </a:lnTo>
                <a:lnTo>
                  <a:pt x="1180884" y="3042061"/>
                </a:lnTo>
                <a:lnTo>
                  <a:pt x="1181298" y="3042537"/>
                </a:lnTo>
                <a:lnTo>
                  <a:pt x="1181694" y="3043036"/>
                </a:lnTo>
                <a:lnTo>
                  <a:pt x="1182073" y="3043559"/>
                </a:lnTo>
                <a:lnTo>
                  <a:pt x="1182434" y="3044104"/>
                </a:lnTo>
                <a:lnTo>
                  <a:pt x="1182777" y="3044672"/>
                </a:lnTo>
                <a:lnTo>
                  <a:pt x="1183103" y="3045262"/>
                </a:lnTo>
                <a:lnTo>
                  <a:pt x="1183411" y="3045876"/>
                </a:lnTo>
                <a:lnTo>
                  <a:pt x="1183702" y="3046513"/>
                </a:lnTo>
                <a:lnTo>
                  <a:pt x="1183975" y="3047172"/>
                </a:lnTo>
                <a:lnTo>
                  <a:pt x="1184230" y="3047855"/>
                </a:lnTo>
                <a:lnTo>
                  <a:pt x="1184468" y="3048560"/>
                </a:lnTo>
                <a:lnTo>
                  <a:pt x="1184688" y="3049288"/>
                </a:lnTo>
                <a:lnTo>
                  <a:pt x="1184890" y="3050039"/>
                </a:lnTo>
                <a:lnTo>
                  <a:pt x="1185075" y="3050813"/>
                </a:lnTo>
                <a:lnTo>
                  <a:pt x="1185243" y="3051610"/>
                </a:lnTo>
                <a:lnTo>
                  <a:pt x="1185392" y="3052430"/>
                </a:lnTo>
                <a:lnTo>
                  <a:pt x="1185524" y="3053273"/>
                </a:lnTo>
                <a:lnTo>
                  <a:pt x="1185639" y="3054138"/>
                </a:lnTo>
                <a:lnTo>
                  <a:pt x="1185736" y="3055027"/>
                </a:lnTo>
                <a:lnTo>
                  <a:pt x="1185815" y="3055938"/>
                </a:lnTo>
                <a:lnTo>
                  <a:pt x="1185877" y="3056873"/>
                </a:lnTo>
                <a:lnTo>
                  <a:pt x="1185921" y="3057830"/>
                </a:lnTo>
                <a:lnTo>
                  <a:pt x="1185947" y="3058810"/>
                </a:lnTo>
                <a:lnTo>
                  <a:pt x="1185956" y="3059813"/>
                </a:lnTo>
                <a:lnTo>
                  <a:pt x="1185956" y="3111547"/>
                </a:lnTo>
                <a:lnTo>
                  <a:pt x="1202863" y="3111547"/>
                </a:lnTo>
                <a:lnTo>
                  <a:pt x="1202863" y="3054910"/>
                </a:lnTo>
                <a:lnTo>
                  <a:pt x="1202848" y="3053627"/>
                </a:lnTo>
                <a:lnTo>
                  <a:pt x="1202804" y="3052370"/>
                </a:lnTo>
                <a:lnTo>
                  <a:pt x="1202730" y="3051140"/>
                </a:lnTo>
                <a:lnTo>
                  <a:pt x="1202628" y="3049936"/>
                </a:lnTo>
                <a:lnTo>
                  <a:pt x="1202496" y="3048759"/>
                </a:lnTo>
                <a:lnTo>
                  <a:pt x="1202334" y="3047608"/>
                </a:lnTo>
                <a:lnTo>
                  <a:pt x="1202143" y="3046484"/>
                </a:lnTo>
                <a:lnTo>
                  <a:pt x="1201923" y="3045386"/>
                </a:lnTo>
                <a:lnTo>
                  <a:pt x="1201674" y="3044314"/>
                </a:lnTo>
                <a:lnTo>
                  <a:pt x="1201395" y="3043269"/>
                </a:lnTo>
                <a:lnTo>
                  <a:pt x="1201087" y="3042250"/>
                </a:lnTo>
                <a:lnTo>
                  <a:pt x="1200749" y="3041258"/>
                </a:lnTo>
                <a:lnTo>
                  <a:pt x="1200382" y="3040292"/>
                </a:lnTo>
                <a:lnTo>
                  <a:pt x="1199986" y="3039352"/>
                </a:lnTo>
                <a:lnTo>
                  <a:pt x="1199560" y="3038439"/>
                </a:lnTo>
                <a:lnTo>
                  <a:pt x="1199106" y="3037552"/>
                </a:lnTo>
                <a:lnTo>
                  <a:pt x="1198621" y="3036692"/>
                </a:lnTo>
                <a:lnTo>
                  <a:pt x="1198108" y="3035858"/>
                </a:lnTo>
                <a:lnTo>
                  <a:pt x="1197565" y="3035050"/>
                </a:lnTo>
                <a:lnTo>
                  <a:pt x="1196992" y="3034269"/>
                </a:lnTo>
                <a:lnTo>
                  <a:pt x="1196390" y="3033515"/>
                </a:lnTo>
                <a:lnTo>
                  <a:pt x="1195759" y="3032787"/>
                </a:lnTo>
                <a:lnTo>
                  <a:pt x="1195099" y="3032085"/>
                </a:lnTo>
                <a:lnTo>
                  <a:pt x="1194409" y="3031409"/>
                </a:lnTo>
                <a:lnTo>
                  <a:pt x="1193695" y="3030761"/>
                </a:lnTo>
                <a:lnTo>
                  <a:pt x="1192960" y="3030140"/>
                </a:lnTo>
                <a:lnTo>
                  <a:pt x="1192206" y="3029547"/>
                </a:lnTo>
                <a:lnTo>
                  <a:pt x="1191432" y="3028981"/>
                </a:lnTo>
                <a:lnTo>
                  <a:pt x="1190637" y="3028443"/>
                </a:lnTo>
                <a:lnTo>
                  <a:pt x="1189823" y="3027933"/>
                </a:lnTo>
                <a:lnTo>
                  <a:pt x="1188989" y="3027450"/>
                </a:lnTo>
                <a:lnTo>
                  <a:pt x="1188135" y="3026995"/>
                </a:lnTo>
                <a:lnTo>
                  <a:pt x="1187261" y="3026567"/>
                </a:lnTo>
                <a:lnTo>
                  <a:pt x="1186367" y="3026167"/>
                </a:lnTo>
                <a:lnTo>
                  <a:pt x="1185453" y="3025795"/>
                </a:lnTo>
                <a:lnTo>
                  <a:pt x="1184519" y="3025450"/>
                </a:lnTo>
                <a:lnTo>
                  <a:pt x="1183565" y="3025133"/>
                </a:lnTo>
                <a:lnTo>
                  <a:pt x="1182591" y="3024843"/>
                </a:lnTo>
                <a:lnTo>
                  <a:pt x="1181597" y="3024581"/>
                </a:lnTo>
                <a:lnTo>
                  <a:pt x="1180583" y="3024346"/>
                </a:lnTo>
                <a:lnTo>
                  <a:pt x="1179549" y="3024139"/>
                </a:lnTo>
                <a:lnTo>
                  <a:pt x="1178496" y="3023960"/>
                </a:lnTo>
                <a:lnTo>
                  <a:pt x="1177422" y="3023808"/>
                </a:lnTo>
                <a:lnTo>
                  <a:pt x="1176328" y="3023684"/>
                </a:lnTo>
                <a:lnTo>
                  <a:pt x="1175215" y="3023588"/>
                </a:lnTo>
                <a:lnTo>
                  <a:pt x="1174081" y="3023519"/>
                </a:lnTo>
                <a:lnTo>
                  <a:pt x="1172928" y="3023477"/>
                </a:lnTo>
                <a:lnTo>
                  <a:pt x="1171754" y="3023463"/>
                </a:lnTo>
                <a:lnTo>
                  <a:pt x="1171038" y="3023469"/>
                </a:lnTo>
                <a:lnTo>
                  <a:pt x="1170328" y="3023487"/>
                </a:lnTo>
                <a:lnTo>
                  <a:pt x="1169622" y="3023516"/>
                </a:lnTo>
                <a:lnTo>
                  <a:pt x="1168922" y="3023557"/>
                </a:lnTo>
                <a:lnTo>
                  <a:pt x="1168228" y="3023610"/>
                </a:lnTo>
                <a:lnTo>
                  <a:pt x="1167538" y="3023675"/>
                </a:lnTo>
                <a:lnTo>
                  <a:pt x="1166854" y="3023751"/>
                </a:lnTo>
                <a:lnTo>
                  <a:pt x="1166175" y="3023839"/>
                </a:lnTo>
                <a:lnTo>
                  <a:pt x="1165501" y="3023939"/>
                </a:lnTo>
                <a:lnTo>
                  <a:pt x="1164833" y="3024050"/>
                </a:lnTo>
                <a:lnTo>
                  <a:pt x="1164170" y="3024174"/>
                </a:lnTo>
                <a:lnTo>
                  <a:pt x="1163512" y="3024309"/>
                </a:lnTo>
                <a:lnTo>
                  <a:pt x="1162860" y="3024455"/>
                </a:lnTo>
                <a:lnTo>
                  <a:pt x="1162212" y="3024614"/>
                </a:lnTo>
                <a:lnTo>
                  <a:pt x="1161571" y="3024784"/>
                </a:lnTo>
                <a:lnTo>
                  <a:pt x="1160934" y="3024966"/>
                </a:lnTo>
                <a:lnTo>
                  <a:pt x="1160303" y="3025160"/>
                </a:lnTo>
                <a:lnTo>
                  <a:pt x="1159676" y="3025365"/>
                </a:lnTo>
                <a:lnTo>
                  <a:pt x="1159056" y="3025582"/>
                </a:lnTo>
                <a:lnTo>
                  <a:pt x="1158440" y="3025811"/>
                </a:lnTo>
                <a:lnTo>
                  <a:pt x="1157830" y="3026052"/>
                </a:lnTo>
                <a:lnTo>
                  <a:pt x="1157225" y="3026304"/>
                </a:lnTo>
                <a:lnTo>
                  <a:pt x="1156625" y="3026569"/>
                </a:lnTo>
                <a:lnTo>
                  <a:pt x="1156031" y="3026845"/>
                </a:lnTo>
                <a:lnTo>
                  <a:pt x="1155445" y="3027133"/>
                </a:lnTo>
                <a:lnTo>
                  <a:pt x="1154870" y="3027435"/>
                </a:lnTo>
                <a:lnTo>
                  <a:pt x="1154306" y="3027751"/>
                </a:lnTo>
                <a:lnTo>
                  <a:pt x="1153753" y="3028080"/>
                </a:lnTo>
                <a:lnTo>
                  <a:pt x="1153212" y="3028422"/>
                </a:lnTo>
                <a:lnTo>
                  <a:pt x="1152681" y="3028778"/>
                </a:lnTo>
                <a:lnTo>
                  <a:pt x="1152162" y="3029148"/>
                </a:lnTo>
                <a:lnTo>
                  <a:pt x="1151654" y="3029531"/>
                </a:lnTo>
                <a:lnTo>
                  <a:pt x="1151157" y="3029927"/>
                </a:lnTo>
                <a:lnTo>
                  <a:pt x="1150671" y="3030337"/>
                </a:lnTo>
                <a:lnTo>
                  <a:pt x="1150197" y="3030761"/>
                </a:lnTo>
                <a:lnTo>
                  <a:pt x="1149733" y="3031198"/>
                </a:lnTo>
                <a:lnTo>
                  <a:pt x="1149281" y="3031649"/>
                </a:lnTo>
                <a:lnTo>
                  <a:pt x="1148840" y="3032113"/>
                </a:lnTo>
                <a:lnTo>
                  <a:pt x="1148410" y="3032590"/>
                </a:lnTo>
                <a:lnTo>
                  <a:pt x="1147991" y="3033081"/>
                </a:lnTo>
                <a:lnTo>
                  <a:pt x="1147583" y="3033586"/>
                </a:lnTo>
                <a:lnTo>
                  <a:pt x="1147187" y="3034104"/>
                </a:lnTo>
                <a:lnTo>
                  <a:pt x="1146801" y="3034636"/>
                </a:lnTo>
                <a:lnTo>
                  <a:pt x="1146427" y="3035181"/>
                </a:lnTo>
                <a:lnTo>
                  <a:pt x="1146064" y="3035739"/>
                </a:lnTo>
                <a:lnTo>
                  <a:pt x="1145712" y="3036311"/>
                </a:lnTo>
                <a:lnTo>
                  <a:pt x="1145371" y="3036897"/>
                </a:lnTo>
                <a:lnTo>
                  <a:pt x="1145042" y="3037496"/>
                </a:lnTo>
                <a:lnTo>
                  <a:pt x="1143351" y="3025154"/>
                </a:lnTo>
                <a:lnTo>
                  <a:pt x="1129656" y="3025154"/>
                </a:lnTo>
                <a:lnTo>
                  <a:pt x="1129656" y="3111547"/>
                </a:lnTo>
                <a:lnTo>
                  <a:pt x="1146563" y="3111547"/>
                </a:lnTo>
                <a:lnTo>
                  <a:pt x="1146563" y="3060827"/>
                </a:lnTo>
                <a:lnTo>
                  <a:pt x="1146568" y="3060238"/>
                </a:lnTo>
                <a:lnTo>
                  <a:pt x="1146581" y="3059655"/>
                </a:lnTo>
                <a:lnTo>
                  <a:pt x="1146603" y="3059078"/>
                </a:lnTo>
                <a:lnTo>
                  <a:pt x="1146634" y="3058507"/>
                </a:lnTo>
                <a:lnTo>
                  <a:pt x="1146673" y="3057942"/>
                </a:lnTo>
                <a:lnTo>
                  <a:pt x="1146722" y="3057382"/>
                </a:lnTo>
                <a:lnTo>
                  <a:pt x="1146779" y="3056829"/>
                </a:lnTo>
                <a:close/>
                <a:moveTo>
                  <a:pt x="1084243" y="3493870"/>
                </a:moveTo>
                <a:lnTo>
                  <a:pt x="1069704" y="3493870"/>
                </a:lnTo>
                <a:lnTo>
                  <a:pt x="1069704" y="3518723"/>
                </a:lnTo>
                <a:lnTo>
                  <a:pt x="1073592" y="3540871"/>
                </a:lnTo>
                <a:lnTo>
                  <a:pt x="1080355" y="3540871"/>
                </a:lnTo>
                <a:lnTo>
                  <a:pt x="1084243" y="3518723"/>
                </a:lnTo>
                <a:lnTo>
                  <a:pt x="1084243" y="3493870"/>
                </a:lnTo>
                <a:close/>
                <a:moveTo>
                  <a:pt x="1059052" y="3518723"/>
                </a:moveTo>
                <a:lnTo>
                  <a:pt x="1059052" y="3493870"/>
                </a:lnTo>
                <a:lnTo>
                  <a:pt x="1044513" y="3493870"/>
                </a:lnTo>
                <a:lnTo>
                  <a:pt x="1044513" y="3518723"/>
                </a:lnTo>
                <a:lnTo>
                  <a:pt x="1048401" y="3540871"/>
                </a:lnTo>
                <a:lnTo>
                  <a:pt x="1055164" y="3540871"/>
                </a:lnTo>
                <a:lnTo>
                  <a:pt x="1059052" y="3518723"/>
                </a:lnTo>
                <a:close/>
                <a:moveTo>
                  <a:pt x="970535" y="3611137"/>
                </a:moveTo>
                <a:lnTo>
                  <a:pt x="971432" y="3611042"/>
                </a:lnTo>
                <a:lnTo>
                  <a:pt x="972317" y="3610937"/>
                </a:lnTo>
                <a:lnTo>
                  <a:pt x="973190" y="3610823"/>
                </a:lnTo>
                <a:lnTo>
                  <a:pt x="974050" y="3610698"/>
                </a:lnTo>
                <a:lnTo>
                  <a:pt x="974898" y="3610563"/>
                </a:lnTo>
                <a:lnTo>
                  <a:pt x="975734" y="3610418"/>
                </a:lnTo>
                <a:lnTo>
                  <a:pt x="976557" y="3610264"/>
                </a:lnTo>
                <a:lnTo>
                  <a:pt x="977368" y="3610099"/>
                </a:lnTo>
                <a:lnTo>
                  <a:pt x="978167" y="3609924"/>
                </a:lnTo>
                <a:lnTo>
                  <a:pt x="978953" y="3609740"/>
                </a:lnTo>
                <a:lnTo>
                  <a:pt x="979727" y="3609545"/>
                </a:lnTo>
                <a:lnTo>
                  <a:pt x="980489" y="3609341"/>
                </a:lnTo>
                <a:lnTo>
                  <a:pt x="981238" y="3609126"/>
                </a:lnTo>
                <a:lnTo>
                  <a:pt x="981975" y="3608902"/>
                </a:lnTo>
                <a:lnTo>
                  <a:pt x="982700" y="3608667"/>
                </a:lnTo>
                <a:lnTo>
                  <a:pt x="983425" y="3608422"/>
                </a:lnTo>
                <a:lnTo>
                  <a:pt x="984136" y="3608167"/>
                </a:lnTo>
                <a:lnTo>
                  <a:pt x="984832" y="3607901"/>
                </a:lnTo>
                <a:lnTo>
                  <a:pt x="985513" y="3607624"/>
                </a:lnTo>
                <a:lnTo>
                  <a:pt x="986180" y="3607337"/>
                </a:lnTo>
                <a:lnTo>
                  <a:pt x="986832" y="3607040"/>
                </a:lnTo>
                <a:lnTo>
                  <a:pt x="987469" y="3606732"/>
                </a:lnTo>
                <a:lnTo>
                  <a:pt x="988092" y="3606413"/>
                </a:lnTo>
                <a:lnTo>
                  <a:pt x="988699" y="3606083"/>
                </a:lnTo>
                <a:lnTo>
                  <a:pt x="989293" y="3605744"/>
                </a:lnTo>
                <a:lnTo>
                  <a:pt x="989871" y="3605393"/>
                </a:lnTo>
                <a:lnTo>
                  <a:pt x="990435" y="3605032"/>
                </a:lnTo>
                <a:lnTo>
                  <a:pt x="990984" y="3604660"/>
                </a:lnTo>
                <a:lnTo>
                  <a:pt x="991519" y="3604278"/>
                </a:lnTo>
                <a:lnTo>
                  <a:pt x="992038" y="3603886"/>
                </a:lnTo>
                <a:lnTo>
                  <a:pt x="992544" y="3603482"/>
                </a:lnTo>
                <a:lnTo>
                  <a:pt x="993034" y="3603068"/>
                </a:lnTo>
                <a:lnTo>
                  <a:pt x="993510" y="3602644"/>
                </a:lnTo>
                <a:lnTo>
                  <a:pt x="993971" y="3602209"/>
                </a:lnTo>
                <a:lnTo>
                  <a:pt x="994417" y="3601763"/>
                </a:lnTo>
                <a:lnTo>
                  <a:pt x="994849" y="3601307"/>
                </a:lnTo>
                <a:lnTo>
                  <a:pt x="995266" y="3600841"/>
                </a:lnTo>
                <a:lnTo>
                  <a:pt x="995669" y="3600363"/>
                </a:lnTo>
                <a:lnTo>
                  <a:pt x="996056" y="3599875"/>
                </a:lnTo>
                <a:lnTo>
                  <a:pt x="996443" y="3599377"/>
                </a:lnTo>
                <a:lnTo>
                  <a:pt x="996813" y="3598868"/>
                </a:lnTo>
                <a:lnTo>
                  <a:pt x="997166" y="3598349"/>
                </a:lnTo>
                <a:lnTo>
                  <a:pt x="997503" y="3597818"/>
                </a:lnTo>
                <a:lnTo>
                  <a:pt x="997823" y="3597278"/>
                </a:lnTo>
                <a:lnTo>
                  <a:pt x="998128" y="3596727"/>
                </a:lnTo>
                <a:lnTo>
                  <a:pt x="998415" y="3596165"/>
                </a:lnTo>
                <a:lnTo>
                  <a:pt x="998686" y="3595592"/>
                </a:lnTo>
                <a:lnTo>
                  <a:pt x="998941" y="3595010"/>
                </a:lnTo>
                <a:lnTo>
                  <a:pt x="999179" y="3594416"/>
                </a:lnTo>
                <a:lnTo>
                  <a:pt x="999401" y="3593812"/>
                </a:lnTo>
                <a:lnTo>
                  <a:pt x="999607" y="3593197"/>
                </a:lnTo>
                <a:lnTo>
                  <a:pt x="999796" y="3592572"/>
                </a:lnTo>
                <a:lnTo>
                  <a:pt x="999968" y="3591936"/>
                </a:lnTo>
                <a:lnTo>
                  <a:pt x="1000125" y="3591290"/>
                </a:lnTo>
                <a:lnTo>
                  <a:pt x="1000264" y="3590633"/>
                </a:lnTo>
                <a:lnTo>
                  <a:pt x="1000388" y="3589966"/>
                </a:lnTo>
                <a:lnTo>
                  <a:pt x="1000494" y="3589288"/>
                </a:lnTo>
                <a:lnTo>
                  <a:pt x="1000585" y="3588599"/>
                </a:lnTo>
                <a:lnTo>
                  <a:pt x="1000659" y="3587900"/>
                </a:lnTo>
                <a:lnTo>
                  <a:pt x="1000716" y="3587190"/>
                </a:lnTo>
                <a:lnTo>
                  <a:pt x="1000757" y="3586470"/>
                </a:lnTo>
                <a:lnTo>
                  <a:pt x="1000782" y="3585739"/>
                </a:lnTo>
                <a:lnTo>
                  <a:pt x="1000790" y="3584998"/>
                </a:lnTo>
                <a:lnTo>
                  <a:pt x="1000785" y="3584341"/>
                </a:lnTo>
                <a:lnTo>
                  <a:pt x="1000768" y="3583694"/>
                </a:lnTo>
                <a:lnTo>
                  <a:pt x="1000740" y="3583059"/>
                </a:lnTo>
                <a:lnTo>
                  <a:pt x="1000701" y="3582433"/>
                </a:lnTo>
                <a:lnTo>
                  <a:pt x="1000651" y="3581819"/>
                </a:lnTo>
                <a:lnTo>
                  <a:pt x="1000590" y="3581215"/>
                </a:lnTo>
                <a:lnTo>
                  <a:pt x="1000517" y="3580621"/>
                </a:lnTo>
                <a:lnTo>
                  <a:pt x="1000433" y="3580038"/>
                </a:lnTo>
                <a:lnTo>
                  <a:pt x="1000339" y="3579466"/>
                </a:lnTo>
                <a:lnTo>
                  <a:pt x="1000233" y="3578904"/>
                </a:lnTo>
                <a:lnTo>
                  <a:pt x="1000116" y="3578353"/>
                </a:lnTo>
                <a:lnTo>
                  <a:pt x="999987" y="3577812"/>
                </a:lnTo>
                <a:lnTo>
                  <a:pt x="999848" y="3577282"/>
                </a:lnTo>
                <a:lnTo>
                  <a:pt x="999697" y="3576763"/>
                </a:lnTo>
                <a:lnTo>
                  <a:pt x="999536" y="3576254"/>
                </a:lnTo>
                <a:lnTo>
                  <a:pt x="999363" y="3575755"/>
                </a:lnTo>
                <a:lnTo>
                  <a:pt x="999179" y="3575267"/>
                </a:lnTo>
                <a:lnTo>
                  <a:pt x="998983" y="3574790"/>
                </a:lnTo>
                <a:lnTo>
                  <a:pt x="998777" y="3574323"/>
                </a:lnTo>
                <a:lnTo>
                  <a:pt x="998560" y="3573867"/>
                </a:lnTo>
                <a:lnTo>
                  <a:pt x="998331" y="3573422"/>
                </a:lnTo>
                <a:lnTo>
                  <a:pt x="998091" y="3572987"/>
                </a:lnTo>
                <a:lnTo>
                  <a:pt x="997840" y="3572562"/>
                </a:lnTo>
                <a:lnTo>
                  <a:pt x="997578" y="3572148"/>
                </a:lnTo>
                <a:lnTo>
                  <a:pt x="997303" y="3571729"/>
                </a:lnTo>
                <a:lnTo>
                  <a:pt x="997014" y="3571316"/>
                </a:lnTo>
                <a:lnTo>
                  <a:pt x="996712" y="3570910"/>
                </a:lnTo>
                <a:lnTo>
                  <a:pt x="996395" y="3570509"/>
                </a:lnTo>
                <a:lnTo>
                  <a:pt x="996063" y="3570116"/>
                </a:lnTo>
                <a:lnTo>
                  <a:pt x="995718" y="3569729"/>
                </a:lnTo>
                <a:lnTo>
                  <a:pt x="995359" y="3569348"/>
                </a:lnTo>
                <a:lnTo>
                  <a:pt x="994986" y="3568974"/>
                </a:lnTo>
                <a:lnTo>
                  <a:pt x="994598" y="3568606"/>
                </a:lnTo>
                <a:lnTo>
                  <a:pt x="994197" y="3568245"/>
                </a:lnTo>
                <a:lnTo>
                  <a:pt x="993781" y="3567890"/>
                </a:lnTo>
                <a:lnTo>
                  <a:pt x="993351" y="3567541"/>
                </a:lnTo>
                <a:lnTo>
                  <a:pt x="992908" y="3567199"/>
                </a:lnTo>
                <a:lnTo>
                  <a:pt x="992450" y="3566864"/>
                </a:lnTo>
                <a:lnTo>
                  <a:pt x="991978" y="3566535"/>
                </a:lnTo>
                <a:lnTo>
                  <a:pt x="991492" y="3566212"/>
                </a:lnTo>
                <a:lnTo>
                  <a:pt x="990992" y="3565896"/>
                </a:lnTo>
                <a:lnTo>
                  <a:pt x="990477" y="3565587"/>
                </a:lnTo>
                <a:lnTo>
                  <a:pt x="989949" y="3565283"/>
                </a:lnTo>
                <a:lnTo>
                  <a:pt x="989407" y="3564987"/>
                </a:lnTo>
                <a:lnTo>
                  <a:pt x="988850" y="3564696"/>
                </a:lnTo>
                <a:lnTo>
                  <a:pt x="988279" y="3564412"/>
                </a:lnTo>
                <a:lnTo>
                  <a:pt x="987695" y="3564135"/>
                </a:lnTo>
                <a:lnTo>
                  <a:pt x="987096" y="3563864"/>
                </a:lnTo>
                <a:lnTo>
                  <a:pt x="986495" y="3563598"/>
                </a:lnTo>
                <a:lnTo>
                  <a:pt x="985876" y="3563336"/>
                </a:lnTo>
                <a:lnTo>
                  <a:pt x="985239" y="3563077"/>
                </a:lnTo>
                <a:lnTo>
                  <a:pt x="984583" y="3562822"/>
                </a:lnTo>
                <a:lnTo>
                  <a:pt x="983910" y="3562570"/>
                </a:lnTo>
                <a:lnTo>
                  <a:pt x="983218" y="3562321"/>
                </a:lnTo>
                <a:lnTo>
                  <a:pt x="982508" y="3562077"/>
                </a:lnTo>
                <a:lnTo>
                  <a:pt x="981780" y="3561835"/>
                </a:lnTo>
                <a:lnTo>
                  <a:pt x="981033" y="3561598"/>
                </a:lnTo>
                <a:lnTo>
                  <a:pt x="980269" y="3561363"/>
                </a:lnTo>
                <a:lnTo>
                  <a:pt x="979486" y="3561133"/>
                </a:lnTo>
                <a:lnTo>
                  <a:pt x="978685" y="3560906"/>
                </a:lnTo>
                <a:lnTo>
                  <a:pt x="977866" y="3560682"/>
                </a:lnTo>
                <a:lnTo>
                  <a:pt x="977028" y="3560462"/>
                </a:lnTo>
                <a:lnTo>
                  <a:pt x="976173" y="3560245"/>
                </a:lnTo>
                <a:lnTo>
                  <a:pt x="975299" y="3560032"/>
                </a:lnTo>
                <a:lnTo>
                  <a:pt x="974407" y="3559822"/>
                </a:lnTo>
                <a:lnTo>
                  <a:pt x="973497" y="3559616"/>
                </a:lnTo>
                <a:lnTo>
                  <a:pt x="972568" y="3559414"/>
                </a:lnTo>
                <a:lnTo>
                  <a:pt x="971622" y="3559215"/>
                </a:lnTo>
                <a:lnTo>
                  <a:pt x="970657" y="3559019"/>
                </a:lnTo>
                <a:lnTo>
                  <a:pt x="969674" y="3558827"/>
                </a:lnTo>
                <a:lnTo>
                  <a:pt x="968673" y="3558639"/>
                </a:lnTo>
                <a:lnTo>
                  <a:pt x="967653" y="3558454"/>
                </a:lnTo>
                <a:lnTo>
                  <a:pt x="966830" y="3558299"/>
                </a:lnTo>
                <a:lnTo>
                  <a:pt x="966022" y="3558145"/>
                </a:lnTo>
                <a:lnTo>
                  <a:pt x="965231" y="3557992"/>
                </a:lnTo>
                <a:lnTo>
                  <a:pt x="964455" y="3557839"/>
                </a:lnTo>
                <a:lnTo>
                  <a:pt x="963695" y="3557687"/>
                </a:lnTo>
                <a:lnTo>
                  <a:pt x="962951" y="3557535"/>
                </a:lnTo>
                <a:lnTo>
                  <a:pt x="962223" y="3557384"/>
                </a:lnTo>
                <a:lnTo>
                  <a:pt x="961510" y="3557233"/>
                </a:lnTo>
                <a:lnTo>
                  <a:pt x="960814" y="3557083"/>
                </a:lnTo>
                <a:lnTo>
                  <a:pt x="960133" y="3556934"/>
                </a:lnTo>
                <a:lnTo>
                  <a:pt x="959468" y="3556785"/>
                </a:lnTo>
                <a:lnTo>
                  <a:pt x="958819" y="3556637"/>
                </a:lnTo>
                <a:lnTo>
                  <a:pt x="958186" y="3556489"/>
                </a:lnTo>
                <a:lnTo>
                  <a:pt x="957569" y="3556342"/>
                </a:lnTo>
                <a:lnTo>
                  <a:pt x="956968" y="3556196"/>
                </a:lnTo>
                <a:lnTo>
                  <a:pt x="956382" y="3556050"/>
                </a:lnTo>
                <a:lnTo>
                  <a:pt x="955812" y="3555904"/>
                </a:lnTo>
                <a:lnTo>
                  <a:pt x="955258" y="3555760"/>
                </a:lnTo>
                <a:lnTo>
                  <a:pt x="954720" y="3555616"/>
                </a:lnTo>
                <a:lnTo>
                  <a:pt x="954198" y="3555472"/>
                </a:lnTo>
                <a:lnTo>
                  <a:pt x="953692" y="3555329"/>
                </a:lnTo>
                <a:lnTo>
                  <a:pt x="953201" y="3555187"/>
                </a:lnTo>
                <a:lnTo>
                  <a:pt x="952727" y="3555045"/>
                </a:lnTo>
                <a:lnTo>
                  <a:pt x="952268" y="3554904"/>
                </a:lnTo>
                <a:lnTo>
                  <a:pt x="951837" y="3554762"/>
                </a:lnTo>
                <a:lnTo>
                  <a:pt x="951417" y="3554620"/>
                </a:lnTo>
                <a:lnTo>
                  <a:pt x="951008" y="3554476"/>
                </a:lnTo>
                <a:lnTo>
                  <a:pt x="950610" y="3554331"/>
                </a:lnTo>
                <a:lnTo>
                  <a:pt x="950224" y="3554185"/>
                </a:lnTo>
                <a:lnTo>
                  <a:pt x="949848" y="3554037"/>
                </a:lnTo>
                <a:lnTo>
                  <a:pt x="949484" y="3553889"/>
                </a:lnTo>
                <a:lnTo>
                  <a:pt x="949131" y="3553739"/>
                </a:lnTo>
                <a:lnTo>
                  <a:pt x="948789" y="3553588"/>
                </a:lnTo>
                <a:lnTo>
                  <a:pt x="948458" y="3553436"/>
                </a:lnTo>
                <a:lnTo>
                  <a:pt x="948139" y="3553283"/>
                </a:lnTo>
                <a:lnTo>
                  <a:pt x="947830" y="3553129"/>
                </a:lnTo>
                <a:lnTo>
                  <a:pt x="947533" y="3552973"/>
                </a:lnTo>
                <a:lnTo>
                  <a:pt x="947247" y="3552816"/>
                </a:lnTo>
                <a:lnTo>
                  <a:pt x="946971" y="3552658"/>
                </a:lnTo>
                <a:lnTo>
                  <a:pt x="946708" y="3552499"/>
                </a:lnTo>
                <a:lnTo>
                  <a:pt x="946455" y="3552339"/>
                </a:lnTo>
                <a:lnTo>
                  <a:pt x="946213" y="3552178"/>
                </a:lnTo>
                <a:lnTo>
                  <a:pt x="945983" y="3552015"/>
                </a:lnTo>
                <a:lnTo>
                  <a:pt x="945764" y="3551851"/>
                </a:lnTo>
                <a:lnTo>
                  <a:pt x="945556" y="3551686"/>
                </a:lnTo>
                <a:lnTo>
                  <a:pt x="945359" y="3551520"/>
                </a:lnTo>
                <a:lnTo>
                  <a:pt x="945173" y="3551353"/>
                </a:lnTo>
                <a:lnTo>
                  <a:pt x="944998" y="3551184"/>
                </a:lnTo>
                <a:lnTo>
                  <a:pt x="944833" y="3550999"/>
                </a:lnTo>
                <a:lnTo>
                  <a:pt x="944674" y="3550811"/>
                </a:lnTo>
                <a:lnTo>
                  <a:pt x="944523" y="3550619"/>
                </a:lnTo>
                <a:lnTo>
                  <a:pt x="944378" y="3550423"/>
                </a:lnTo>
                <a:lnTo>
                  <a:pt x="944241" y="3550224"/>
                </a:lnTo>
                <a:lnTo>
                  <a:pt x="944111" y="3550022"/>
                </a:lnTo>
                <a:lnTo>
                  <a:pt x="943987" y="3549816"/>
                </a:lnTo>
                <a:lnTo>
                  <a:pt x="943871" y="3549606"/>
                </a:lnTo>
                <a:lnTo>
                  <a:pt x="943762" y="3549393"/>
                </a:lnTo>
                <a:lnTo>
                  <a:pt x="943660" y="3549177"/>
                </a:lnTo>
                <a:lnTo>
                  <a:pt x="943565" y="3548956"/>
                </a:lnTo>
                <a:lnTo>
                  <a:pt x="943477" y="3548733"/>
                </a:lnTo>
                <a:lnTo>
                  <a:pt x="943396" y="3548506"/>
                </a:lnTo>
                <a:lnTo>
                  <a:pt x="943322" y="3548275"/>
                </a:lnTo>
                <a:lnTo>
                  <a:pt x="943255" y="3548041"/>
                </a:lnTo>
                <a:lnTo>
                  <a:pt x="943195" y="3547803"/>
                </a:lnTo>
                <a:lnTo>
                  <a:pt x="943142" y="3547562"/>
                </a:lnTo>
                <a:lnTo>
                  <a:pt x="943096" y="3547317"/>
                </a:lnTo>
                <a:lnTo>
                  <a:pt x="943057" y="3547069"/>
                </a:lnTo>
                <a:lnTo>
                  <a:pt x="943026" y="3546817"/>
                </a:lnTo>
                <a:lnTo>
                  <a:pt x="943001" y="3546561"/>
                </a:lnTo>
                <a:lnTo>
                  <a:pt x="942984" y="3546302"/>
                </a:lnTo>
                <a:lnTo>
                  <a:pt x="942973" y="3546040"/>
                </a:lnTo>
                <a:lnTo>
                  <a:pt x="942969" y="3545774"/>
                </a:lnTo>
                <a:lnTo>
                  <a:pt x="943003" y="3544781"/>
                </a:lnTo>
                <a:lnTo>
                  <a:pt x="943106" y="3543830"/>
                </a:lnTo>
                <a:lnTo>
                  <a:pt x="943276" y="3542921"/>
                </a:lnTo>
                <a:lnTo>
                  <a:pt x="943514" y="3542055"/>
                </a:lnTo>
                <a:lnTo>
                  <a:pt x="943821" y="3541230"/>
                </a:lnTo>
                <a:lnTo>
                  <a:pt x="944195" y="3540448"/>
                </a:lnTo>
                <a:lnTo>
                  <a:pt x="944638" y="3539709"/>
                </a:lnTo>
                <a:lnTo>
                  <a:pt x="945148" y="3539011"/>
                </a:lnTo>
                <a:lnTo>
                  <a:pt x="945727" y="3538356"/>
                </a:lnTo>
                <a:lnTo>
                  <a:pt x="946374" y="3537743"/>
                </a:lnTo>
                <a:lnTo>
                  <a:pt x="947089" y="3537173"/>
                </a:lnTo>
                <a:lnTo>
                  <a:pt x="947872" y="3536644"/>
                </a:lnTo>
                <a:lnTo>
                  <a:pt x="948724" y="3536158"/>
                </a:lnTo>
                <a:lnTo>
                  <a:pt x="949643" y="3535714"/>
                </a:lnTo>
                <a:lnTo>
                  <a:pt x="950630" y="3535313"/>
                </a:lnTo>
                <a:lnTo>
                  <a:pt x="951686" y="3534954"/>
                </a:lnTo>
                <a:lnTo>
                  <a:pt x="952809" y="3534637"/>
                </a:lnTo>
                <a:lnTo>
                  <a:pt x="954001" y="3534362"/>
                </a:lnTo>
                <a:lnTo>
                  <a:pt x="955261" y="3534129"/>
                </a:lnTo>
                <a:lnTo>
                  <a:pt x="956589" y="3533939"/>
                </a:lnTo>
                <a:lnTo>
                  <a:pt x="957985" y="3533791"/>
                </a:lnTo>
                <a:lnTo>
                  <a:pt x="959449" y="3533686"/>
                </a:lnTo>
                <a:lnTo>
                  <a:pt x="960981" y="3533622"/>
                </a:lnTo>
                <a:lnTo>
                  <a:pt x="962581" y="3533601"/>
                </a:lnTo>
                <a:lnTo>
                  <a:pt x="963044" y="3533603"/>
                </a:lnTo>
                <a:lnTo>
                  <a:pt x="963504" y="3533609"/>
                </a:lnTo>
                <a:lnTo>
                  <a:pt x="963960" y="3533620"/>
                </a:lnTo>
                <a:lnTo>
                  <a:pt x="964413" y="3533634"/>
                </a:lnTo>
                <a:lnTo>
                  <a:pt x="964862" y="3533653"/>
                </a:lnTo>
                <a:lnTo>
                  <a:pt x="965307" y="3533675"/>
                </a:lnTo>
                <a:lnTo>
                  <a:pt x="965749" y="3533702"/>
                </a:lnTo>
                <a:lnTo>
                  <a:pt x="966188" y="3533733"/>
                </a:lnTo>
                <a:lnTo>
                  <a:pt x="966623" y="3533768"/>
                </a:lnTo>
                <a:lnTo>
                  <a:pt x="967054" y="3533807"/>
                </a:lnTo>
                <a:lnTo>
                  <a:pt x="967482" y="3533850"/>
                </a:lnTo>
                <a:lnTo>
                  <a:pt x="967907" y="3533897"/>
                </a:lnTo>
                <a:lnTo>
                  <a:pt x="968328" y="3533948"/>
                </a:lnTo>
                <a:lnTo>
                  <a:pt x="968745" y="3534004"/>
                </a:lnTo>
                <a:lnTo>
                  <a:pt x="969159" y="3534063"/>
                </a:lnTo>
                <a:lnTo>
                  <a:pt x="969569" y="3534127"/>
                </a:lnTo>
                <a:lnTo>
                  <a:pt x="969976" y="3534195"/>
                </a:lnTo>
                <a:lnTo>
                  <a:pt x="970379" y="3534267"/>
                </a:lnTo>
                <a:lnTo>
                  <a:pt x="970779" y="3534343"/>
                </a:lnTo>
                <a:lnTo>
                  <a:pt x="971175" y="3534423"/>
                </a:lnTo>
                <a:lnTo>
                  <a:pt x="971568" y="3534507"/>
                </a:lnTo>
                <a:lnTo>
                  <a:pt x="971957" y="3534596"/>
                </a:lnTo>
                <a:lnTo>
                  <a:pt x="972343" y="3534688"/>
                </a:lnTo>
                <a:lnTo>
                  <a:pt x="972725" y="3534785"/>
                </a:lnTo>
                <a:lnTo>
                  <a:pt x="973116" y="3534873"/>
                </a:lnTo>
                <a:lnTo>
                  <a:pt x="973500" y="3534969"/>
                </a:lnTo>
                <a:lnTo>
                  <a:pt x="973877" y="3535073"/>
                </a:lnTo>
                <a:lnTo>
                  <a:pt x="974247" y="3535184"/>
                </a:lnTo>
                <a:lnTo>
                  <a:pt x="974610" y="3535303"/>
                </a:lnTo>
                <a:lnTo>
                  <a:pt x="974965" y="3535429"/>
                </a:lnTo>
                <a:lnTo>
                  <a:pt x="975314" y="3535563"/>
                </a:lnTo>
                <a:lnTo>
                  <a:pt x="975656" y="3535705"/>
                </a:lnTo>
                <a:lnTo>
                  <a:pt x="975990" y="3535855"/>
                </a:lnTo>
                <a:lnTo>
                  <a:pt x="976318" y="3536012"/>
                </a:lnTo>
                <a:lnTo>
                  <a:pt x="976638" y="3536176"/>
                </a:lnTo>
                <a:lnTo>
                  <a:pt x="976952" y="3536349"/>
                </a:lnTo>
                <a:lnTo>
                  <a:pt x="977258" y="3536529"/>
                </a:lnTo>
                <a:lnTo>
                  <a:pt x="977558" y="3536716"/>
                </a:lnTo>
                <a:lnTo>
                  <a:pt x="977850" y="3536911"/>
                </a:lnTo>
                <a:lnTo>
                  <a:pt x="978135" y="3537114"/>
                </a:lnTo>
                <a:lnTo>
                  <a:pt x="978414" y="3537325"/>
                </a:lnTo>
                <a:lnTo>
                  <a:pt x="978685" y="3537543"/>
                </a:lnTo>
                <a:lnTo>
                  <a:pt x="978949" y="3537768"/>
                </a:lnTo>
                <a:lnTo>
                  <a:pt x="979206" y="3538002"/>
                </a:lnTo>
                <a:lnTo>
                  <a:pt x="979456" y="3538243"/>
                </a:lnTo>
                <a:lnTo>
                  <a:pt x="979699" y="3538491"/>
                </a:lnTo>
                <a:lnTo>
                  <a:pt x="979935" y="3538747"/>
                </a:lnTo>
                <a:lnTo>
                  <a:pt x="980164" y="3539011"/>
                </a:lnTo>
                <a:lnTo>
                  <a:pt x="980399" y="3539270"/>
                </a:lnTo>
                <a:lnTo>
                  <a:pt x="980623" y="3539540"/>
                </a:lnTo>
                <a:lnTo>
                  <a:pt x="980838" y="3539820"/>
                </a:lnTo>
                <a:lnTo>
                  <a:pt x="981042" y="3540110"/>
                </a:lnTo>
                <a:lnTo>
                  <a:pt x="981237" y="3540411"/>
                </a:lnTo>
                <a:lnTo>
                  <a:pt x="981422" y="3540723"/>
                </a:lnTo>
                <a:lnTo>
                  <a:pt x="981596" y="3541045"/>
                </a:lnTo>
                <a:lnTo>
                  <a:pt x="981761" y="3541378"/>
                </a:lnTo>
                <a:lnTo>
                  <a:pt x="981916" y="3541722"/>
                </a:lnTo>
                <a:lnTo>
                  <a:pt x="982060" y="3542076"/>
                </a:lnTo>
                <a:lnTo>
                  <a:pt x="982195" y="3542440"/>
                </a:lnTo>
                <a:lnTo>
                  <a:pt x="982320" y="3542815"/>
                </a:lnTo>
                <a:lnTo>
                  <a:pt x="982435" y="3543201"/>
                </a:lnTo>
                <a:lnTo>
                  <a:pt x="982539" y="3543597"/>
                </a:lnTo>
                <a:lnTo>
                  <a:pt x="982634" y="3544004"/>
                </a:lnTo>
                <a:lnTo>
                  <a:pt x="982719" y="3544422"/>
                </a:lnTo>
                <a:lnTo>
                  <a:pt x="982794" y="3544849"/>
                </a:lnTo>
                <a:lnTo>
                  <a:pt x="982859" y="3545288"/>
                </a:lnTo>
                <a:lnTo>
                  <a:pt x="982914" y="3545737"/>
                </a:lnTo>
                <a:lnTo>
                  <a:pt x="982958" y="3546197"/>
                </a:lnTo>
                <a:lnTo>
                  <a:pt x="982993" y="3546667"/>
                </a:lnTo>
                <a:lnTo>
                  <a:pt x="983018" y="3547148"/>
                </a:lnTo>
                <a:lnTo>
                  <a:pt x="983033" y="3547639"/>
                </a:lnTo>
                <a:lnTo>
                  <a:pt x="983038" y="3548141"/>
                </a:lnTo>
                <a:lnTo>
                  <a:pt x="997747" y="3548141"/>
                </a:lnTo>
                <a:lnTo>
                  <a:pt x="997775" y="3548043"/>
                </a:lnTo>
                <a:lnTo>
                  <a:pt x="997801" y="3547947"/>
                </a:lnTo>
                <a:lnTo>
                  <a:pt x="997826" y="3547853"/>
                </a:lnTo>
                <a:lnTo>
                  <a:pt x="997850" y="3547761"/>
                </a:lnTo>
                <a:lnTo>
                  <a:pt x="997873" y="3547670"/>
                </a:lnTo>
                <a:lnTo>
                  <a:pt x="997895" y="3547581"/>
                </a:lnTo>
                <a:lnTo>
                  <a:pt x="997916" y="3547494"/>
                </a:lnTo>
                <a:lnTo>
                  <a:pt x="997935" y="3547408"/>
                </a:lnTo>
                <a:lnTo>
                  <a:pt x="997953" y="3547325"/>
                </a:lnTo>
                <a:lnTo>
                  <a:pt x="997970" y="3547243"/>
                </a:lnTo>
                <a:lnTo>
                  <a:pt x="997986" y="3547163"/>
                </a:lnTo>
                <a:lnTo>
                  <a:pt x="998001" y="3547084"/>
                </a:lnTo>
                <a:lnTo>
                  <a:pt x="998014" y="3547008"/>
                </a:lnTo>
                <a:lnTo>
                  <a:pt x="998027" y="3546933"/>
                </a:lnTo>
                <a:lnTo>
                  <a:pt x="998038" y="3546860"/>
                </a:lnTo>
                <a:lnTo>
                  <a:pt x="998048" y="3546788"/>
                </a:lnTo>
                <a:lnTo>
                  <a:pt x="998057" y="3546719"/>
                </a:lnTo>
                <a:lnTo>
                  <a:pt x="998064" y="3546651"/>
                </a:lnTo>
                <a:lnTo>
                  <a:pt x="998071" y="3546585"/>
                </a:lnTo>
                <a:lnTo>
                  <a:pt x="998076" y="3546521"/>
                </a:lnTo>
                <a:lnTo>
                  <a:pt x="998080" y="3546458"/>
                </a:lnTo>
                <a:lnTo>
                  <a:pt x="998083" y="3546397"/>
                </a:lnTo>
                <a:lnTo>
                  <a:pt x="998085" y="3546338"/>
                </a:lnTo>
                <a:lnTo>
                  <a:pt x="998085" y="3546281"/>
                </a:lnTo>
                <a:lnTo>
                  <a:pt x="998085" y="3546225"/>
                </a:lnTo>
                <a:lnTo>
                  <a:pt x="998085" y="3546170"/>
                </a:lnTo>
                <a:lnTo>
                  <a:pt x="998085" y="3546115"/>
                </a:lnTo>
                <a:lnTo>
                  <a:pt x="998085" y="3546060"/>
                </a:lnTo>
                <a:lnTo>
                  <a:pt x="998085" y="3546007"/>
                </a:lnTo>
                <a:lnTo>
                  <a:pt x="998085" y="3545954"/>
                </a:lnTo>
                <a:lnTo>
                  <a:pt x="998085" y="3545901"/>
                </a:lnTo>
                <a:lnTo>
                  <a:pt x="998085" y="3545849"/>
                </a:lnTo>
                <a:lnTo>
                  <a:pt x="998085" y="3545798"/>
                </a:lnTo>
                <a:lnTo>
                  <a:pt x="998085" y="3545747"/>
                </a:lnTo>
                <a:lnTo>
                  <a:pt x="998085" y="3545697"/>
                </a:lnTo>
                <a:lnTo>
                  <a:pt x="998085" y="3545647"/>
                </a:lnTo>
                <a:lnTo>
                  <a:pt x="998085" y="3545598"/>
                </a:lnTo>
                <a:lnTo>
                  <a:pt x="998085" y="3545550"/>
                </a:lnTo>
                <a:lnTo>
                  <a:pt x="998085" y="3545502"/>
                </a:lnTo>
                <a:lnTo>
                  <a:pt x="998085" y="3545455"/>
                </a:lnTo>
                <a:lnTo>
                  <a:pt x="998085" y="3545408"/>
                </a:lnTo>
                <a:lnTo>
                  <a:pt x="998085" y="3545362"/>
                </a:lnTo>
                <a:lnTo>
                  <a:pt x="998085" y="3545316"/>
                </a:lnTo>
                <a:lnTo>
                  <a:pt x="998085" y="3545271"/>
                </a:lnTo>
                <a:lnTo>
                  <a:pt x="998085" y="3545227"/>
                </a:lnTo>
                <a:lnTo>
                  <a:pt x="998085" y="3545183"/>
                </a:lnTo>
                <a:lnTo>
                  <a:pt x="998085" y="3545140"/>
                </a:lnTo>
                <a:lnTo>
                  <a:pt x="998085" y="3545098"/>
                </a:lnTo>
                <a:lnTo>
                  <a:pt x="998077" y="3544496"/>
                </a:lnTo>
                <a:lnTo>
                  <a:pt x="998054" y="3543901"/>
                </a:lnTo>
                <a:lnTo>
                  <a:pt x="998014" y="3543315"/>
                </a:lnTo>
                <a:lnTo>
                  <a:pt x="997959" y="3542735"/>
                </a:lnTo>
                <a:lnTo>
                  <a:pt x="997887" y="3542164"/>
                </a:lnTo>
                <a:lnTo>
                  <a:pt x="997800" y="3541600"/>
                </a:lnTo>
                <a:lnTo>
                  <a:pt x="997697" y="3541044"/>
                </a:lnTo>
                <a:lnTo>
                  <a:pt x="997578" y="3540495"/>
                </a:lnTo>
                <a:lnTo>
                  <a:pt x="997443" y="3539954"/>
                </a:lnTo>
                <a:lnTo>
                  <a:pt x="997293" y="3539421"/>
                </a:lnTo>
                <a:lnTo>
                  <a:pt x="997126" y="3538895"/>
                </a:lnTo>
                <a:lnTo>
                  <a:pt x="996944" y="3538377"/>
                </a:lnTo>
                <a:lnTo>
                  <a:pt x="996746" y="3537867"/>
                </a:lnTo>
                <a:lnTo>
                  <a:pt x="996532" y="3537364"/>
                </a:lnTo>
                <a:lnTo>
                  <a:pt x="996302" y="3536869"/>
                </a:lnTo>
                <a:lnTo>
                  <a:pt x="996056" y="3536381"/>
                </a:lnTo>
                <a:lnTo>
                  <a:pt x="995795" y="3535902"/>
                </a:lnTo>
                <a:lnTo>
                  <a:pt x="995518" y="3535429"/>
                </a:lnTo>
                <a:lnTo>
                  <a:pt x="995224" y="3534965"/>
                </a:lnTo>
                <a:lnTo>
                  <a:pt x="994915" y="3534508"/>
                </a:lnTo>
                <a:lnTo>
                  <a:pt x="994590" y="3534058"/>
                </a:lnTo>
                <a:lnTo>
                  <a:pt x="994250" y="3533616"/>
                </a:lnTo>
                <a:lnTo>
                  <a:pt x="993893" y="3533182"/>
                </a:lnTo>
                <a:lnTo>
                  <a:pt x="993520" y="3532756"/>
                </a:lnTo>
                <a:lnTo>
                  <a:pt x="993134" y="3532323"/>
                </a:lnTo>
                <a:lnTo>
                  <a:pt x="992737" y="3531899"/>
                </a:lnTo>
                <a:lnTo>
                  <a:pt x="992329" y="3531483"/>
                </a:lnTo>
                <a:lnTo>
                  <a:pt x="991910" y="3531075"/>
                </a:lnTo>
                <a:lnTo>
                  <a:pt x="991479" y="3530675"/>
                </a:lnTo>
                <a:lnTo>
                  <a:pt x="991037" y="3530283"/>
                </a:lnTo>
                <a:lnTo>
                  <a:pt x="990584" y="3529900"/>
                </a:lnTo>
                <a:lnTo>
                  <a:pt x="990120" y="3529525"/>
                </a:lnTo>
                <a:lnTo>
                  <a:pt x="989645" y="3529158"/>
                </a:lnTo>
                <a:lnTo>
                  <a:pt x="989159" y="3528799"/>
                </a:lnTo>
                <a:lnTo>
                  <a:pt x="988661" y="3528449"/>
                </a:lnTo>
                <a:lnTo>
                  <a:pt x="988153" y="3528107"/>
                </a:lnTo>
                <a:lnTo>
                  <a:pt x="987633" y="3527773"/>
                </a:lnTo>
                <a:lnTo>
                  <a:pt x="987102" y="3527447"/>
                </a:lnTo>
                <a:lnTo>
                  <a:pt x="986560" y="3527129"/>
                </a:lnTo>
                <a:lnTo>
                  <a:pt x="986006" y="3526820"/>
                </a:lnTo>
                <a:lnTo>
                  <a:pt x="985442" y="3526519"/>
                </a:lnTo>
                <a:lnTo>
                  <a:pt x="984866" y="3526226"/>
                </a:lnTo>
                <a:lnTo>
                  <a:pt x="984280" y="3525941"/>
                </a:lnTo>
                <a:lnTo>
                  <a:pt x="983682" y="3525664"/>
                </a:lnTo>
                <a:lnTo>
                  <a:pt x="983073" y="3525396"/>
                </a:lnTo>
                <a:lnTo>
                  <a:pt x="982452" y="3525136"/>
                </a:lnTo>
                <a:lnTo>
                  <a:pt x="981821" y="3524884"/>
                </a:lnTo>
                <a:lnTo>
                  <a:pt x="981179" y="3524641"/>
                </a:lnTo>
                <a:lnTo>
                  <a:pt x="980541" y="3524406"/>
                </a:lnTo>
                <a:lnTo>
                  <a:pt x="979896" y="3524182"/>
                </a:lnTo>
                <a:lnTo>
                  <a:pt x="979245" y="3523967"/>
                </a:lnTo>
                <a:lnTo>
                  <a:pt x="978586" y="3523763"/>
                </a:lnTo>
                <a:lnTo>
                  <a:pt x="977920" y="3523568"/>
                </a:lnTo>
                <a:lnTo>
                  <a:pt x="977248" y="3523383"/>
                </a:lnTo>
                <a:lnTo>
                  <a:pt x="976568" y="3523209"/>
                </a:lnTo>
                <a:lnTo>
                  <a:pt x="975881" y="3523044"/>
                </a:lnTo>
                <a:lnTo>
                  <a:pt x="975187" y="3522889"/>
                </a:lnTo>
                <a:lnTo>
                  <a:pt x="974486" y="3522745"/>
                </a:lnTo>
                <a:lnTo>
                  <a:pt x="973778" y="3522610"/>
                </a:lnTo>
                <a:lnTo>
                  <a:pt x="973063" y="3522485"/>
                </a:lnTo>
                <a:lnTo>
                  <a:pt x="972341" y="3522370"/>
                </a:lnTo>
                <a:lnTo>
                  <a:pt x="971612" y="3522266"/>
                </a:lnTo>
                <a:lnTo>
                  <a:pt x="970876" y="3522171"/>
                </a:lnTo>
                <a:lnTo>
                  <a:pt x="970133" y="3522086"/>
                </a:lnTo>
                <a:lnTo>
                  <a:pt x="969383" y="3522011"/>
                </a:lnTo>
                <a:lnTo>
                  <a:pt x="968625" y="3521946"/>
                </a:lnTo>
                <a:lnTo>
                  <a:pt x="967861" y="3521891"/>
                </a:lnTo>
                <a:lnTo>
                  <a:pt x="967090" y="3521846"/>
                </a:lnTo>
                <a:lnTo>
                  <a:pt x="966311" y="3521811"/>
                </a:lnTo>
                <a:lnTo>
                  <a:pt x="965526" y="3521787"/>
                </a:lnTo>
                <a:lnTo>
                  <a:pt x="964733" y="3521772"/>
                </a:lnTo>
                <a:lnTo>
                  <a:pt x="963934" y="3521767"/>
                </a:lnTo>
                <a:lnTo>
                  <a:pt x="963023" y="3521772"/>
                </a:lnTo>
                <a:lnTo>
                  <a:pt x="962121" y="3521787"/>
                </a:lnTo>
                <a:lnTo>
                  <a:pt x="961229" y="3521811"/>
                </a:lnTo>
                <a:lnTo>
                  <a:pt x="960346" y="3521846"/>
                </a:lnTo>
                <a:lnTo>
                  <a:pt x="959472" y="3521891"/>
                </a:lnTo>
                <a:lnTo>
                  <a:pt x="958608" y="3521946"/>
                </a:lnTo>
                <a:lnTo>
                  <a:pt x="957753" y="3522011"/>
                </a:lnTo>
                <a:lnTo>
                  <a:pt x="956908" y="3522086"/>
                </a:lnTo>
                <a:lnTo>
                  <a:pt x="956072" y="3522171"/>
                </a:lnTo>
                <a:lnTo>
                  <a:pt x="955246" y="3522266"/>
                </a:lnTo>
                <a:lnTo>
                  <a:pt x="954428" y="3522370"/>
                </a:lnTo>
                <a:lnTo>
                  <a:pt x="953621" y="3522485"/>
                </a:lnTo>
                <a:lnTo>
                  <a:pt x="952822" y="3522610"/>
                </a:lnTo>
                <a:lnTo>
                  <a:pt x="952033" y="3522745"/>
                </a:lnTo>
                <a:lnTo>
                  <a:pt x="951254" y="3522889"/>
                </a:lnTo>
                <a:lnTo>
                  <a:pt x="950483" y="3523044"/>
                </a:lnTo>
                <a:lnTo>
                  <a:pt x="949723" y="3523209"/>
                </a:lnTo>
                <a:lnTo>
                  <a:pt x="948971" y="3523383"/>
                </a:lnTo>
                <a:lnTo>
                  <a:pt x="948229" y="3523568"/>
                </a:lnTo>
                <a:lnTo>
                  <a:pt x="947497" y="3523763"/>
                </a:lnTo>
                <a:lnTo>
                  <a:pt x="946773" y="3523967"/>
                </a:lnTo>
                <a:lnTo>
                  <a:pt x="946060" y="3524182"/>
                </a:lnTo>
                <a:lnTo>
                  <a:pt x="945355" y="3524406"/>
                </a:lnTo>
                <a:lnTo>
                  <a:pt x="944660" y="3524641"/>
                </a:lnTo>
                <a:lnTo>
                  <a:pt x="943990" y="3524885"/>
                </a:lnTo>
                <a:lnTo>
                  <a:pt x="943332" y="3525139"/>
                </a:lnTo>
                <a:lnTo>
                  <a:pt x="942687" y="3525402"/>
                </a:lnTo>
                <a:lnTo>
                  <a:pt x="942054" y="3525674"/>
                </a:lnTo>
                <a:lnTo>
                  <a:pt x="941433" y="3525956"/>
                </a:lnTo>
                <a:lnTo>
                  <a:pt x="940824" y="3526247"/>
                </a:lnTo>
                <a:lnTo>
                  <a:pt x="940228" y="3526547"/>
                </a:lnTo>
                <a:lnTo>
                  <a:pt x="939644" y="3526857"/>
                </a:lnTo>
                <a:lnTo>
                  <a:pt x="939073" y="3527177"/>
                </a:lnTo>
                <a:lnTo>
                  <a:pt x="938514" y="3527505"/>
                </a:lnTo>
                <a:lnTo>
                  <a:pt x="937967" y="3527844"/>
                </a:lnTo>
                <a:lnTo>
                  <a:pt x="937432" y="3528191"/>
                </a:lnTo>
                <a:lnTo>
                  <a:pt x="936910" y="3528548"/>
                </a:lnTo>
                <a:lnTo>
                  <a:pt x="936400" y="3528914"/>
                </a:lnTo>
                <a:lnTo>
                  <a:pt x="935903" y="3529290"/>
                </a:lnTo>
                <a:lnTo>
                  <a:pt x="935418" y="3529675"/>
                </a:lnTo>
                <a:lnTo>
                  <a:pt x="934945" y="3530070"/>
                </a:lnTo>
                <a:lnTo>
                  <a:pt x="934484" y="3530473"/>
                </a:lnTo>
                <a:lnTo>
                  <a:pt x="934036" y="3530887"/>
                </a:lnTo>
                <a:lnTo>
                  <a:pt x="933600" y="3531309"/>
                </a:lnTo>
                <a:lnTo>
                  <a:pt x="933177" y="3531741"/>
                </a:lnTo>
                <a:lnTo>
                  <a:pt x="932765" y="3532183"/>
                </a:lnTo>
                <a:lnTo>
                  <a:pt x="932367" y="3532634"/>
                </a:lnTo>
                <a:lnTo>
                  <a:pt x="931980" y="3533094"/>
                </a:lnTo>
                <a:lnTo>
                  <a:pt x="931608" y="3533564"/>
                </a:lnTo>
                <a:lnTo>
                  <a:pt x="931251" y="3534044"/>
                </a:lnTo>
                <a:lnTo>
                  <a:pt x="930910" y="3534534"/>
                </a:lnTo>
                <a:lnTo>
                  <a:pt x="930585" y="3535033"/>
                </a:lnTo>
                <a:lnTo>
                  <a:pt x="930276" y="3535543"/>
                </a:lnTo>
                <a:lnTo>
                  <a:pt x="929983" y="3536063"/>
                </a:lnTo>
                <a:lnTo>
                  <a:pt x="929705" y="3536593"/>
                </a:lnTo>
                <a:lnTo>
                  <a:pt x="929444" y="3537133"/>
                </a:lnTo>
                <a:lnTo>
                  <a:pt x="929198" y="3537682"/>
                </a:lnTo>
                <a:lnTo>
                  <a:pt x="928968" y="3538242"/>
                </a:lnTo>
                <a:lnTo>
                  <a:pt x="928754" y="3538812"/>
                </a:lnTo>
                <a:lnTo>
                  <a:pt x="928556" y="3539392"/>
                </a:lnTo>
                <a:lnTo>
                  <a:pt x="928374" y="3539981"/>
                </a:lnTo>
                <a:lnTo>
                  <a:pt x="928208" y="3540581"/>
                </a:lnTo>
                <a:lnTo>
                  <a:pt x="928057" y="3541191"/>
                </a:lnTo>
                <a:lnTo>
                  <a:pt x="927922" y="3541810"/>
                </a:lnTo>
                <a:lnTo>
                  <a:pt x="927803" y="3542440"/>
                </a:lnTo>
                <a:lnTo>
                  <a:pt x="927700" y="3543079"/>
                </a:lnTo>
                <a:lnTo>
                  <a:pt x="927613" y="3543729"/>
                </a:lnTo>
                <a:lnTo>
                  <a:pt x="927542" y="3544389"/>
                </a:lnTo>
                <a:lnTo>
                  <a:pt x="927486" y="3545058"/>
                </a:lnTo>
                <a:lnTo>
                  <a:pt x="927447" y="3545738"/>
                </a:lnTo>
                <a:lnTo>
                  <a:pt x="927423" y="3546427"/>
                </a:lnTo>
                <a:lnTo>
                  <a:pt x="927415" y="3547126"/>
                </a:lnTo>
                <a:lnTo>
                  <a:pt x="927420" y="3547728"/>
                </a:lnTo>
                <a:lnTo>
                  <a:pt x="927436" y="3548322"/>
                </a:lnTo>
                <a:lnTo>
                  <a:pt x="927463" y="3548907"/>
                </a:lnTo>
                <a:lnTo>
                  <a:pt x="927500" y="3549484"/>
                </a:lnTo>
                <a:lnTo>
                  <a:pt x="927547" y="3550053"/>
                </a:lnTo>
                <a:lnTo>
                  <a:pt x="927605" y="3550614"/>
                </a:lnTo>
                <a:lnTo>
                  <a:pt x="927674" y="3551166"/>
                </a:lnTo>
                <a:lnTo>
                  <a:pt x="927753" y="3551710"/>
                </a:lnTo>
                <a:lnTo>
                  <a:pt x="927843" y="3552246"/>
                </a:lnTo>
                <a:lnTo>
                  <a:pt x="927943" y="3552774"/>
                </a:lnTo>
                <a:lnTo>
                  <a:pt x="928054" y="3553293"/>
                </a:lnTo>
                <a:lnTo>
                  <a:pt x="928176" y="3553805"/>
                </a:lnTo>
                <a:lnTo>
                  <a:pt x="928308" y="3554308"/>
                </a:lnTo>
                <a:lnTo>
                  <a:pt x="928451" y="3554803"/>
                </a:lnTo>
                <a:lnTo>
                  <a:pt x="928604" y="3555289"/>
                </a:lnTo>
                <a:lnTo>
                  <a:pt x="928768" y="3555768"/>
                </a:lnTo>
                <a:lnTo>
                  <a:pt x="928942" y="3556238"/>
                </a:lnTo>
                <a:lnTo>
                  <a:pt x="929127" y="3556700"/>
                </a:lnTo>
                <a:lnTo>
                  <a:pt x="929322" y="3557154"/>
                </a:lnTo>
                <a:lnTo>
                  <a:pt x="929529" y="3557599"/>
                </a:lnTo>
                <a:lnTo>
                  <a:pt x="929745" y="3558037"/>
                </a:lnTo>
                <a:lnTo>
                  <a:pt x="929972" y="3558466"/>
                </a:lnTo>
                <a:lnTo>
                  <a:pt x="930210" y="3558887"/>
                </a:lnTo>
                <a:lnTo>
                  <a:pt x="930458" y="3559299"/>
                </a:lnTo>
                <a:lnTo>
                  <a:pt x="930719" y="3559691"/>
                </a:lnTo>
                <a:lnTo>
                  <a:pt x="930993" y="3560077"/>
                </a:lnTo>
                <a:lnTo>
                  <a:pt x="931280" y="3560456"/>
                </a:lnTo>
                <a:lnTo>
                  <a:pt x="931581" y="3560830"/>
                </a:lnTo>
                <a:lnTo>
                  <a:pt x="931895" y="3561198"/>
                </a:lnTo>
                <a:lnTo>
                  <a:pt x="932223" y="3561561"/>
                </a:lnTo>
                <a:lnTo>
                  <a:pt x="932564" y="3561917"/>
                </a:lnTo>
                <a:lnTo>
                  <a:pt x="932919" y="3562267"/>
                </a:lnTo>
                <a:lnTo>
                  <a:pt x="933288" y="3562612"/>
                </a:lnTo>
                <a:lnTo>
                  <a:pt x="933669" y="3562951"/>
                </a:lnTo>
                <a:lnTo>
                  <a:pt x="934065" y="3563284"/>
                </a:lnTo>
                <a:lnTo>
                  <a:pt x="934474" y="3563611"/>
                </a:lnTo>
                <a:lnTo>
                  <a:pt x="934896" y="3563932"/>
                </a:lnTo>
                <a:lnTo>
                  <a:pt x="935332" y="3564247"/>
                </a:lnTo>
                <a:lnTo>
                  <a:pt x="935781" y="3564556"/>
                </a:lnTo>
                <a:lnTo>
                  <a:pt x="936244" y="3564860"/>
                </a:lnTo>
                <a:lnTo>
                  <a:pt x="936721" y="3565157"/>
                </a:lnTo>
                <a:lnTo>
                  <a:pt x="937211" y="3565449"/>
                </a:lnTo>
                <a:lnTo>
                  <a:pt x="937714" y="3565735"/>
                </a:lnTo>
                <a:lnTo>
                  <a:pt x="938231" y="3566015"/>
                </a:lnTo>
                <a:lnTo>
                  <a:pt x="938761" y="3566289"/>
                </a:lnTo>
                <a:lnTo>
                  <a:pt x="939305" y="3566557"/>
                </a:lnTo>
                <a:lnTo>
                  <a:pt x="939862" y="3566820"/>
                </a:lnTo>
                <a:lnTo>
                  <a:pt x="940433" y="3567076"/>
                </a:lnTo>
                <a:lnTo>
                  <a:pt x="941019" y="3567314"/>
                </a:lnTo>
                <a:lnTo>
                  <a:pt x="941619" y="3567550"/>
                </a:lnTo>
                <a:lnTo>
                  <a:pt x="942235" y="3567782"/>
                </a:lnTo>
                <a:lnTo>
                  <a:pt x="942866" y="3568011"/>
                </a:lnTo>
                <a:lnTo>
                  <a:pt x="943512" y="3568237"/>
                </a:lnTo>
                <a:lnTo>
                  <a:pt x="944174" y="3568461"/>
                </a:lnTo>
                <a:lnTo>
                  <a:pt x="944851" y="3568681"/>
                </a:lnTo>
                <a:lnTo>
                  <a:pt x="945543" y="3568899"/>
                </a:lnTo>
                <a:lnTo>
                  <a:pt x="946250" y="3569113"/>
                </a:lnTo>
                <a:lnTo>
                  <a:pt x="946973" y="3569325"/>
                </a:lnTo>
                <a:lnTo>
                  <a:pt x="947711" y="3569533"/>
                </a:lnTo>
                <a:lnTo>
                  <a:pt x="948464" y="3569739"/>
                </a:lnTo>
                <a:lnTo>
                  <a:pt x="949232" y="3569942"/>
                </a:lnTo>
                <a:lnTo>
                  <a:pt x="950016" y="3570142"/>
                </a:lnTo>
                <a:lnTo>
                  <a:pt x="950815" y="3570339"/>
                </a:lnTo>
                <a:lnTo>
                  <a:pt x="951629" y="3570533"/>
                </a:lnTo>
                <a:lnTo>
                  <a:pt x="952459" y="3570724"/>
                </a:lnTo>
                <a:lnTo>
                  <a:pt x="953304" y="3570912"/>
                </a:lnTo>
                <a:lnTo>
                  <a:pt x="954164" y="3571097"/>
                </a:lnTo>
                <a:lnTo>
                  <a:pt x="955039" y="3571280"/>
                </a:lnTo>
                <a:lnTo>
                  <a:pt x="955929" y="3571459"/>
                </a:lnTo>
                <a:lnTo>
                  <a:pt x="956835" y="3571635"/>
                </a:lnTo>
                <a:lnTo>
                  <a:pt x="957756" y="3571809"/>
                </a:lnTo>
                <a:lnTo>
                  <a:pt x="958693" y="3571979"/>
                </a:lnTo>
                <a:lnTo>
                  <a:pt x="959571" y="3572120"/>
                </a:lnTo>
                <a:lnTo>
                  <a:pt x="960433" y="3572262"/>
                </a:lnTo>
                <a:lnTo>
                  <a:pt x="961276" y="3572405"/>
                </a:lnTo>
                <a:lnTo>
                  <a:pt x="962102" y="3572548"/>
                </a:lnTo>
                <a:lnTo>
                  <a:pt x="962910" y="3572691"/>
                </a:lnTo>
                <a:lnTo>
                  <a:pt x="963701" y="3572835"/>
                </a:lnTo>
                <a:lnTo>
                  <a:pt x="964474" y="3572980"/>
                </a:lnTo>
                <a:lnTo>
                  <a:pt x="965230" y="3573125"/>
                </a:lnTo>
                <a:lnTo>
                  <a:pt x="965968" y="3573271"/>
                </a:lnTo>
                <a:lnTo>
                  <a:pt x="966688" y="3573418"/>
                </a:lnTo>
                <a:lnTo>
                  <a:pt x="967391" y="3573565"/>
                </a:lnTo>
                <a:lnTo>
                  <a:pt x="968076" y="3573712"/>
                </a:lnTo>
                <a:lnTo>
                  <a:pt x="968743" y="3573861"/>
                </a:lnTo>
                <a:lnTo>
                  <a:pt x="969393" y="3574009"/>
                </a:lnTo>
                <a:lnTo>
                  <a:pt x="970025" y="3574159"/>
                </a:lnTo>
                <a:lnTo>
                  <a:pt x="970640" y="3574309"/>
                </a:lnTo>
                <a:lnTo>
                  <a:pt x="971237" y="3574459"/>
                </a:lnTo>
                <a:lnTo>
                  <a:pt x="971816" y="3574611"/>
                </a:lnTo>
                <a:lnTo>
                  <a:pt x="972378" y="3574762"/>
                </a:lnTo>
                <a:lnTo>
                  <a:pt x="972922" y="3574915"/>
                </a:lnTo>
                <a:lnTo>
                  <a:pt x="973449" y="3575068"/>
                </a:lnTo>
                <a:lnTo>
                  <a:pt x="973958" y="3575221"/>
                </a:lnTo>
                <a:lnTo>
                  <a:pt x="974449" y="3575375"/>
                </a:lnTo>
                <a:lnTo>
                  <a:pt x="974923" y="3575530"/>
                </a:lnTo>
                <a:lnTo>
                  <a:pt x="975396" y="3575686"/>
                </a:lnTo>
                <a:lnTo>
                  <a:pt x="975856" y="3575844"/>
                </a:lnTo>
                <a:lnTo>
                  <a:pt x="976305" y="3576005"/>
                </a:lnTo>
                <a:lnTo>
                  <a:pt x="976741" y="3576168"/>
                </a:lnTo>
                <a:lnTo>
                  <a:pt x="977164" y="3576334"/>
                </a:lnTo>
                <a:lnTo>
                  <a:pt x="977575" y="3576502"/>
                </a:lnTo>
                <a:lnTo>
                  <a:pt x="977974" y="3576672"/>
                </a:lnTo>
                <a:lnTo>
                  <a:pt x="978361" y="3576845"/>
                </a:lnTo>
                <a:lnTo>
                  <a:pt x="978735" y="3577020"/>
                </a:lnTo>
                <a:lnTo>
                  <a:pt x="979097" y="3577197"/>
                </a:lnTo>
                <a:lnTo>
                  <a:pt x="979447" y="3577377"/>
                </a:lnTo>
                <a:lnTo>
                  <a:pt x="979784" y="3577559"/>
                </a:lnTo>
                <a:lnTo>
                  <a:pt x="980109" y="3577743"/>
                </a:lnTo>
                <a:lnTo>
                  <a:pt x="980421" y="3577930"/>
                </a:lnTo>
                <a:lnTo>
                  <a:pt x="980722" y="3578119"/>
                </a:lnTo>
                <a:lnTo>
                  <a:pt x="981010" y="3578310"/>
                </a:lnTo>
                <a:lnTo>
                  <a:pt x="981285" y="3578504"/>
                </a:lnTo>
                <a:lnTo>
                  <a:pt x="981548" y="3578700"/>
                </a:lnTo>
                <a:lnTo>
                  <a:pt x="981799" y="3578898"/>
                </a:lnTo>
                <a:lnTo>
                  <a:pt x="982038" y="3579099"/>
                </a:lnTo>
                <a:lnTo>
                  <a:pt x="982264" y="3579302"/>
                </a:lnTo>
                <a:lnTo>
                  <a:pt x="982478" y="3579508"/>
                </a:lnTo>
                <a:lnTo>
                  <a:pt x="982680" y="3579715"/>
                </a:lnTo>
                <a:lnTo>
                  <a:pt x="982869" y="3579926"/>
                </a:lnTo>
                <a:lnTo>
                  <a:pt x="983049" y="3580139"/>
                </a:lnTo>
                <a:lnTo>
                  <a:pt x="983220" y="3580358"/>
                </a:lnTo>
                <a:lnTo>
                  <a:pt x="983384" y="3580581"/>
                </a:lnTo>
                <a:lnTo>
                  <a:pt x="983541" y="3580808"/>
                </a:lnTo>
                <a:lnTo>
                  <a:pt x="983690" y="3581041"/>
                </a:lnTo>
                <a:lnTo>
                  <a:pt x="983831" y="3581278"/>
                </a:lnTo>
                <a:lnTo>
                  <a:pt x="983964" y="3581520"/>
                </a:lnTo>
                <a:lnTo>
                  <a:pt x="984090" y="3581766"/>
                </a:lnTo>
                <a:lnTo>
                  <a:pt x="984209" y="3582018"/>
                </a:lnTo>
                <a:lnTo>
                  <a:pt x="984319" y="3582274"/>
                </a:lnTo>
                <a:lnTo>
                  <a:pt x="984422" y="3582534"/>
                </a:lnTo>
                <a:lnTo>
                  <a:pt x="984518" y="3582800"/>
                </a:lnTo>
                <a:lnTo>
                  <a:pt x="984605" y="3583070"/>
                </a:lnTo>
                <a:lnTo>
                  <a:pt x="984686" y="3583344"/>
                </a:lnTo>
                <a:lnTo>
                  <a:pt x="984758" y="3583624"/>
                </a:lnTo>
                <a:lnTo>
                  <a:pt x="984823" y="3583908"/>
                </a:lnTo>
                <a:lnTo>
                  <a:pt x="984880" y="3584197"/>
                </a:lnTo>
                <a:lnTo>
                  <a:pt x="984930" y="3584490"/>
                </a:lnTo>
                <a:lnTo>
                  <a:pt x="984972" y="3584789"/>
                </a:lnTo>
                <a:lnTo>
                  <a:pt x="985006" y="3585092"/>
                </a:lnTo>
                <a:lnTo>
                  <a:pt x="985033" y="3585399"/>
                </a:lnTo>
                <a:lnTo>
                  <a:pt x="985052" y="3585711"/>
                </a:lnTo>
                <a:lnTo>
                  <a:pt x="985063" y="3586028"/>
                </a:lnTo>
                <a:lnTo>
                  <a:pt x="985067" y="3586350"/>
                </a:lnTo>
                <a:lnTo>
                  <a:pt x="985058" y="3586839"/>
                </a:lnTo>
                <a:lnTo>
                  <a:pt x="985029" y="3587321"/>
                </a:lnTo>
                <a:lnTo>
                  <a:pt x="984983" y="3587795"/>
                </a:lnTo>
                <a:lnTo>
                  <a:pt x="984917" y="3588262"/>
                </a:lnTo>
                <a:lnTo>
                  <a:pt x="984832" y="3588720"/>
                </a:lnTo>
                <a:lnTo>
                  <a:pt x="984729" y="3589171"/>
                </a:lnTo>
                <a:lnTo>
                  <a:pt x="984607" y="3589615"/>
                </a:lnTo>
                <a:lnTo>
                  <a:pt x="984466" y="3590051"/>
                </a:lnTo>
                <a:lnTo>
                  <a:pt x="984306" y="3590479"/>
                </a:lnTo>
                <a:lnTo>
                  <a:pt x="984128" y="3590900"/>
                </a:lnTo>
                <a:lnTo>
                  <a:pt x="983931" y="3591313"/>
                </a:lnTo>
                <a:lnTo>
                  <a:pt x="983715" y="3591718"/>
                </a:lnTo>
                <a:lnTo>
                  <a:pt x="983480" y="3592116"/>
                </a:lnTo>
                <a:lnTo>
                  <a:pt x="983226" y="3592506"/>
                </a:lnTo>
                <a:lnTo>
                  <a:pt x="982954" y="3592888"/>
                </a:lnTo>
                <a:lnTo>
                  <a:pt x="982663" y="3593263"/>
                </a:lnTo>
                <a:lnTo>
                  <a:pt x="982353" y="3593630"/>
                </a:lnTo>
                <a:lnTo>
                  <a:pt x="982024" y="3593990"/>
                </a:lnTo>
                <a:lnTo>
                  <a:pt x="981676" y="3594342"/>
                </a:lnTo>
                <a:lnTo>
                  <a:pt x="981310" y="3594686"/>
                </a:lnTo>
                <a:lnTo>
                  <a:pt x="980925" y="3595023"/>
                </a:lnTo>
                <a:lnTo>
                  <a:pt x="980521" y="3595352"/>
                </a:lnTo>
                <a:lnTo>
                  <a:pt x="980098" y="3595673"/>
                </a:lnTo>
                <a:lnTo>
                  <a:pt x="979657" y="3595987"/>
                </a:lnTo>
                <a:lnTo>
                  <a:pt x="979211" y="3596277"/>
                </a:lnTo>
                <a:lnTo>
                  <a:pt x="978748" y="3596554"/>
                </a:lnTo>
                <a:lnTo>
                  <a:pt x="978267" y="3596819"/>
                </a:lnTo>
                <a:lnTo>
                  <a:pt x="977769" y="3597072"/>
                </a:lnTo>
                <a:lnTo>
                  <a:pt x="977253" y="3597312"/>
                </a:lnTo>
                <a:lnTo>
                  <a:pt x="976719" y="3597540"/>
                </a:lnTo>
                <a:lnTo>
                  <a:pt x="976168" y="3597756"/>
                </a:lnTo>
                <a:lnTo>
                  <a:pt x="975599" y="3597959"/>
                </a:lnTo>
                <a:lnTo>
                  <a:pt x="975013" y="3598150"/>
                </a:lnTo>
                <a:lnTo>
                  <a:pt x="974409" y="3598329"/>
                </a:lnTo>
                <a:lnTo>
                  <a:pt x="973787" y="3598496"/>
                </a:lnTo>
                <a:lnTo>
                  <a:pt x="973148" y="3598650"/>
                </a:lnTo>
                <a:lnTo>
                  <a:pt x="972491" y="3598792"/>
                </a:lnTo>
                <a:lnTo>
                  <a:pt x="971816" y="3598921"/>
                </a:lnTo>
                <a:lnTo>
                  <a:pt x="971124" y="3599038"/>
                </a:lnTo>
                <a:lnTo>
                  <a:pt x="970415" y="3599143"/>
                </a:lnTo>
                <a:lnTo>
                  <a:pt x="969687" y="3599235"/>
                </a:lnTo>
                <a:lnTo>
                  <a:pt x="968942" y="3599315"/>
                </a:lnTo>
                <a:lnTo>
                  <a:pt x="968180" y="3599383"/>
                </a:lnTo>
                <a:lnTo>
                  <a:pt x="967400" y="3599439"/>
                </a:lnTo>
                <a:lnTo>
                  <a:pt x="966602" y="3599482"/>
                </a:lnTo>
                <a:lnTo>
                  <a:pt x="965786" y="3599513"/>
                </a:lnTo>
                <a:lnTo>
                  <a:pt x="964953" y="3599531"/>
                </a:lnTo>
                <a:lnTo>
                  <a:pt x="964103" y="3599537"/>
                </a:lnTo>
                <a:lnTo>
                  <a:pt x="963154" y="3599531"/>
                </a:lnTo>
                <a:lnTo>
                  <a:pt x="962223" y="3599510"/>
                </a:lnTo>
                <a:lnTo>
                  <a:pt x="961311" y="3599477"/>
                </a:lnTo>
                <a:lnTo>
                  <a:pt x="960416" y="3599429"/>
                </a:lnTo>
                <a:lnTo>
                  <a:pt x="959540" y="3599369"/>
                </a:lnTo>
                <a:lnTo>
                  <a:pt x="958682" y="3599294"/>
                </a:lnTo>
                <a:lnTo>
                  <a:pt x="957842" y="3599207"/>
                </a:lnTo>
                <a:lnTo>
                  <a:pt x="957021" y="3599105"/>
                </a:lnTo>
                <a:lnTo>
                  <a:pt x="956217" y="3598991"/>
                </a:lnTo>
                <a:lnTo>
                  <a:pt x="955432" y="3598862"/>
                </a:lnTo>
                <a:lnTo>
                  <a:pt x="954665" y="3598721"/>
                </a:lnTo>
                <a:lnTo>
                  <a:pt x="953916" y="3598565"/>
                </a:lnTo>
                <a:lnTo>
                  <a:pt x="953186" y="3598396"/>
                </a:lnTo>
                <a:lnTo>
                  <a:pt x="952474" y="3598214"/>
                </a:lnTo>
                <a:lnTo>
                  <a:pt x="951779" y="3598018"/>
                </a:lnTo>
                <a:lnTo>
                  <a:pt x="951103" y="3597809"/>
                </a:lnTo>
                <a:lnTo>
                  <a:pt x="950446" y="3597586"/>
                </a:lnTo>
                <a:lnTo>
                  <a:pt x="949806" y="3597350"/>
                </a:lnTo>
                <a:lnTo>
                  <a:pt x="949185" y="3597100"/>
                </a:lnTo>
                <a:lnTo>
                  <a:pt x="948581" y="3596837"/>
                </a:lnTo>
                <a:lnTo>
                  <a:pt x="947996" y="3596560"/>
                </a:lnTo>
                <a:lnTo>
                  <a:pt x="947430" y="3596270"/>
                </a:lnTo>
                <a:lnTo>
                  <a:pt x="946881" y="3595966"/>
                </a:lnTo>
                <a:lnTo>
                  <a:pt x="946351" y="3595649"/>
                </a:lnTo>
                <a:lnTo>
                  <a:pt x="945854" y="3595305"/>
                </a:lnTo>
                <a:lnTo>
                  <a:pt x="945379" y="3594951"/>
                </a:lnTo>
                <a:lnTo>
                  <a:pt x="944924" y="3594587"/>
                </a:lnTo>
                <a:lnTo>
                  <a:pt x="944491" y="3594212"/>
                </a:lnTo>
                <a:lnTo>
                  <a:pt x="944079" y="3593826"/>
                </a:lnTo>
                <a:lnTo>
                  <a:pt x="943688" y="3593430"/>
                </a:lnTo>
                <a:lnTo>
                  <a:pt x="943318" y="3593023"/>
                </a:lnTo>
                <a:lnTo>
                  <a:pt x="942969" y="3592606"/>
                </a:lnTo>
                <a:lnTo>
                  <a:pt x="942642" y="3592178"/>
                </a:lnTo>
                <a:lnTo>
                  <a:pt x="942335" y="3591739"/>
                </a:lnTo>
                <a:lnTo>
                  <a:pt x="942050" y="3591290"/>
                </a:lnTo>
                <a:lnTo>
                  <a:pt x="941786" y="3590830"/>
                </a:lnTo>
                <a:lnTo>
                  <a:pt x="941543" y="3590360"/>
                </a:lnTo>
                <a:lnTo>
                  <a:pt x="941321" y="3589879"/>
                </a:lnTo>
                <a:lnTo>
                  <a:pt x="941120" y="3589388"/>
                </a:lnTo>
                <a:lnTo>
                  <a:pt x="940941" y="3588886"/>
                </a:lnTo>
                <a:lnTo>
                  <a:pt x="940782" y="3588374"/>
                </a:lnTo>
                <a:lnTo>
                  <a:pt x="940645" y="3587851"/>
                </a:lnTo>
                <a:lnTo>
                  <a:pt x="940528" y="3587317"/>
                </a:lnTo>
                <a:lnTo>
                  <a:pt x="940433" y="3586773"/>
                </a:lnTo>
                <a:lnTo>
                  <a:pt x="940359" y="3586218"/>
                </a:lnTo>
                <a:lnTo>
                  <a:pt x="940307" y="3585653"/>
                </a:lnTo>
                <a:lnTo>
                  <a:pt x="940275" y="3585077"/>
                </a:lnTo>
                <a:lnTo>
                  <a:pt x="940264" y="3584490"/>
                </a:lnTo>
                <a:lnTo>
                  <a:pt x="940264" y="3582800"/>
                </a:lnTo>
                <a:lnTo>
                  <a:pt x="925724" y="3582800"/>
                </a:lnTo>
                <a:lnTo>
                  <a:pt x="925711" y="3582898"/>
                </a:lnTo>
                <a:lnTo>
                  <a:pt x="925697" y="3582996"/>
                </a:lnTo>
                <a:lnTo>
                  <a:pt x="925685" y="3583093"/>
                </a:lnTo>
                <a:lnTo>
                  <a:pt x="925673" y="3583189"/>
                </a:lnTo>
                <a:lnTo>
                  <a:pt x="925661" y="3583285"/>
                </a:lnTo>
                <a:lnTo>
                  <a:pt x="925651" y="3583381"/>
                </a:lnTo>
                <a:lnTo>
                  <a:pt x="925640" y="3583476"/>
                </a:lnTo>
                <a:lnTo>
                  <a:pt x="925631" y="3583570"/>
                </a:lnTo>
                <a:lnTo>
                  <a:pt x="925621" y="3583663"/>
                </a:lnTo>
                <a:lnTo>
                  <a:pt x="925613" y="3583756"/>
                </a:lnTo>
                <a:lnTo>
                  <a:pt x="925605" y="3583849"/>
                </a:lnTo>
                <a:lnTo>
                  <a:pt x="925598" y="3583941"/>
                </a:lnTo>
                <a:lnTo>
                  <a:pt x="925591" y="3584032"/>
                </a:lnTo>
                <a:lnTo>
                  <a:pt x="925585" y="3584123"/>
                </a:lnTo>
                <a:lnTo>
                  <a:pt x="925579" y="3584213"/>
                </a:lnTo>
                <a:lnTo>
                  <a:pt x="925574" y="3584302"/>
                </a:lnTo>
                <a:lnTo>
                  <a:pt x="925570" y="3584391"/>
                </a:lnTo>
                <a:lnTo>
                  <a:pt x="925566" y="3584480"/>
                </a:lnTo>
                <a:lnTo>
                  <a:pt x="925563" y="3584567"/>
                </a:lnTo>
                <a:lnTo>
                  <a:pt x="925560" y="3584655"/>
                </a:lnTo>
                <a:lnTo>
                  <a:pt x="925558" y="3584741"/>
                </a:lnTo>
                <a:lnTo>
                  <a:pt x="925557" y="3584827"/>
                </a:lnTo>
                <a:lnTo>
                  <a:pt x="925556" y="3584913"/>
                </a:lnTo>
                <a:lnTo>
                  <a:pt x="925555" y="3584998"/>
                </a:lnTo>
                <a:lnTo>
                  <a:pt x="925555" y="3585081"/>
                </a:lnTo>
                <a:lnTo>
                  <a:pt x="925555" y="3585163"/>
                </a:lnTo>
                <a:lnTo>
                  <a:pt x="925555" y="3585243"/>
                </a:lnTo>
                <a:lnTo>
                  <a:pt x="925555" y="3585322"/>
                </a:lnTo>
                <a:lnTo>
                  <a:pt x="925555" y="3585398"/>
                </a:lnTo>
                <a:lnTo>
                  <a:pt x="925555" y="3585473"/>
                </a:lnTo>
                <a:lnTo>
                  <a:pt x="925555" y="3585546"/>
                </a:lnTo>
                <a:lnTo>
                  <a:pt x="925555" y="3585618"/>
                </a:lnTo>
                <a:lnTo>
                  <a:pt x="925555" y="3585687"/>
                </a:lnTo>
                <a:lnTo>
                  <a:pt x="925555" y="3585755"/>
                </a:lnTo>
                <a:lnTo>
                  <a:pt x="925555" y="3585821"/>
                </a:lnTo>
                <a:lnTo>
                  <a:pt x="925555" y="3585885"/>
                </a:lnTo>
                <a:lnTo>
                  <a:pt x="925555" y="3585948"/>
                </a:lnTo>
                <a:lnTo>
                  <a:pt x="925555" y="3586008"/>
                </a:lnTo>
                <a:lnTo>
                  <a:pt x="925555" y="3586067"/>
                </a:lnTo>
                <a:lnTo>
                  <a:pt x="925555" y="3586125"/>
                </a:lnTo>
                <a:lnTo>
                  <a:pt x="925555" y="3586180"/>
                </a:lnTo>
                <a:lnTo>
                  <a:pt x="925555" y="3586234"/>
                </a:lnTo>
                <a:lnTo>
                  <a:pt x="925555" y="3586286"/>
                </a:lnTo>
                <a:lnTo>
                  <a:pt x="925555" y="3586336"/>
                </a:lnTo>
                <a:lnTo>
                  <a:pt x="925555" y="3586384"/>
                </a:lnTo>
                <a:lnTo>
                  <a:pt x="925555" y="3586431"/>
                </a:lnTo>
                <a:lnTo>
                  <a:pt x="925555" y="3586476"/>
                </a:lnTo>
                <a:lnTo>
                  <a:pt x="925555" y="3586519"/>
                </a:lnTo>
                <a:lnTo>
                  <a:pt x="925563" y="3587164"/>
                </a:lnTo>
                <a:lnTo>
                  <a:pt x="925587" y="3587801"/>
                </a:lnTo>
                <a:lnTo>
                  <a:pt x="925627" y="3588432"/>
                </a:lnTo>
                <a:lnTo>
                  <a:pt x="925682" y="3589055"/>
                </a:lnTo>
                <a:lnTo>
                  <a:pt x="925754" y="3589672"/>
                </a:lnTo>
                <a:lnTo>
                  <a:pt x="925841" y="3590281"/>
                </a:lnTo>
                <a:lnTo>
                  <a:pt x="925944" y="3590883"/>
                </a:lnTo>
                <a:lnTo>
                  <a:pt x="926063" y="3591478"/>
                </a:lnTo>
                <a:lnTo>
                  <a:pt x="926197" y="3592067"/>
                </a:lnTo>
                <a:lnTo>
                  <a:pt x="926348" y="3592648"/>
                </a:lnTo>
                <a:lnTo>
                  <a:pt x="926514" y="3593222"/>
                </a:lnTo>
                <a:lnTo>
                  <a:pt x="926697" y="3593789"/>
                </a:lnTo>
                <a:lnTo>
                  <a:pt x="926895" y="3594349"/>
                </a:lnTo>
                <a:lnTo>
                  <a:pt x="927109" y="3594902"/>
                </a:lnTo>
                <a:lnTo>
                  <a:pt x="927339" y="3595448"/>
                </a:lnTo>
                <a:lnTo>
                  <a:pt x="927584" y="3595987"/>
                </a:lnTo>
                <a:lnTo>
                  <a:pt x="927846" y="3596519"/>
                </a:lnTo>
                <a:lnTo>
                  <a:pt x="928123" y="3597044"/>
                </a:lnTo>
                <a:lnTo>
                  <a:pt x="928416" y="3597561"/>
                </a:lnTo>
                <a:lnTo>
                  <a:pt x="928725" y="3598072"/>
                </a:lnTo>
                <a:lnTo>
                  <a:pt x="929050" y="3598576"/>
                </a:lnTo>
                <a:lnTo>
                  <a:pt x="929391" y="3599073"/>
                </a:lnTo>
                <a:lnTo>
                  <a:pt x="929748" y="3599562"/>
                </a:lnTo>
                <a:lnTo>
                  <a:pt x="930120" y="3600045"/>
                </a:lnTo>
                <a:lnTo>
                  <a:pt x="930521" y="3600505"/>
                </a:lnTo>
                <a:lnTo>
                  <a:pt x="930933" y="3600957"/>
                </a:lnTo>
                <a:lnTo>
                  <a:pt x="931357" y="3601400"/>
                </a:lnTo>
                <a:lnTo>
                  <a:pt x="931792" y="3601834"/>
                </a:lnTo>
                <a:lnTo>
                  <a:pt x="932240" y="3602259"/>
                </a:lnTo>
                <a:lnTo>
                  <a:pt x="932699" y="3602676"/>
                </a:lnTo>
                <a:lnTo>
                  <a:pt x="933169" y="3603083"/>
                </a:lnTo>
                <a:lnTo>
                  <a:pt x="933652" y="3603482"/>
                </a:lnTo>
                <a:lnTo>
                  <a:pt x="934146" y="3603872"/>
                </a:lnTo>
                <a:lnTo>
                  <a:pt x="934652" y="3604254"/>
                </a:lnTo>
                <a:lnTo>
                  <a:pt x="935170" y="3604626"/>
                </a:lnTo>
                <a:lnTo>
                  <a:pt x="935699" y="3604990"/>
                </a:lnTo>
                <a:lnTo>
                  <a:pt x="936241" y="3605345"/>
                </a:lnTo>
                <a:lnTo>
                  <a:pt x="936794" y="3605691"/>
                </a:lnTo>
                <a:lnTo>
                  <a:pt x="937358" y="3606028"/>
                </a:lnTo>
                <a:lnTo>
                  <a:pt x="937935" y="3606356"/>
                </a:lnTo>
                <a:lnTo>
                  <a:pt x="938523" y="3606676"/>
                </a:lnTo>
                <a:lnTo>
                  <a:pt x="939123" y="3606987"/>
                </a:lnTo>
                <a:lnTo>
                  <a:pt x="939735" y="3607289"/>
                </a:lnTo>
                <a:lnTo>
                  <a:pt x="940358" y="3607582"/>
                </a:lnTo>
                <a:lnTo>
                  <a:pt x="940993" y="3607867"/>
                </a:lnTo>
                <a:lnTo>
                  <a:pt x="941640" y="3608142"/>
                </a:lnTo>
                <a:lnTo>
                  <a:pt x="942299" y="3608409"/>
                </a:lnTo>
                <a:lnTo>
                  <a:pt x="942969" y="3608667"/>
                </a:lnTo>
                <a:lnTo>
                  <a:pt x="943664" y="3608902"/>
                </a:lnTo>
                <a:lnTo>
                  <a:pt x="944367" y="3609126"/>
                </a:lnTo>
                <a:lnTo>
                  <a:pt x="945077" y="3609341"/>
                </a:lnTo>
                <a:lnTo>
                  <a:pt x="945797" y="3609545"/>
                </a:lnTo>
                <a:lnTo>
                  <a:pt x="946524" y="3609740"/>
                </a:lnTo>
                <a:lnTo>
                  <a:pt x="947259" y="3609924"/>
                </a:lnTo>
                <a:lnTo>
                  <a:pt x="948003" y="3610099"/>
                </a:lnTo>
                <a:lnTo>
                  <a:pt x="948755" y="3610264"/>
                </a:lnTo>
                <a:lnTo>
                  <a:pt x="949515" y="3610418"/>
                </a:lnTo>
                <a:lnTo>
                  <a:pt x="950284" y="3610563"/>
                </a:lnTo>
                <a:lnTo>
                  <a:pt x="951061" y="3610698"/>
                </a:lnTo>
                <a:lnTo>
                  <a:pt x="951845" y="3610823"/>
                </a:lnTo>
                <a:lnTo>
                  <a:pt x="952639" y="3610937"/>
                </a:lnTo>
                <a:lnTo>
                  <a:pt x="953440" y="3611042"/>
                </a:lnTo>
                <a:lnTo>
                  <a:pt x="954249" y="3611137"/>
                </a:lnTo>
                <a:lnTo>
                  <a:pt x="955067" y="3611222"/>
                </a:lnTo>
                <a:lnTo>
                  <a:pt x="955893" y="3611297"/>
                </a:lnTo>
                <a:lnTo>
                  <a:pt x="956727" y="3611362"/>
                </a:lnTo>
                <a:lnTo>
                  <a:pt x="957570" y="3611416"/>
                </a:lnTo>
                <a:lnTo>
                  <a:pt x="958420" y="3611461"/>
                </a:lnTo>
                <a:lnTo>
                  <a:pt x="959279" y="3611496"/>
                </a:lnTo>
                <a:lnTo>
                  <a:pt x="960146" y="3611521"/>
                </a:lnTo>
                <a:lnTo>
                  <a:pt x="961021" y="3611536"/>
                </a:lnTo>
                <a:lnTo>
                  <a:pt x="961905" y="3611541"/>
                </a:lnTo>
                <a:lnTo>
                  <a:pt x="962913" y="3611536"/>
                </a:lnTo>
                <a:lnTo>
                  <a:pt x="963909" y="3611521"/>
                </a:lnTo>
                <a:lnTo>
                  <a:pt x="964893" y="3611496"/>
                </a:lnTo>
                <a:lnTo>
                  <a:pt x="965864" y="3611461"/>
                </a:lnTo>
                <a:lnTo>
                  <a:pt x="966823" y="3611416"/>
                </a:lnTo>
                <a:lnTo>
                  <a:pt x="967769" y="3611362"/>
                </a:lnTo>
                <a:lnTo>
                  <a:pt x="968704" y="3611297"/>
                </a:lnTo>
                <a:lnTo>
                  <a:pt x="969626" y="3611222"/>
                </a:lnTo>
                <a:lnTo>
                  <a:pt x="970535" y="3611137"/>
                </a:lnTo>
                <a:close/>
                <a:moveTo>
                  <a:pt x="888859" y="3640846"/>
                </a:moveTo>
                <a:lnTo>
                  <a:pt x="889732" y="3640636"/>
                </a:lnTo>
                <a:lnTo>
                  <a:pt x="890585" y="3640402"/>
                </a:lnTo>
                <a:lnTo>
                  <a:pt x="891418" y="3640143"/>
                </a:lnTo>
                <a:lnTo>
                  <a:pt x="892231" y="3639860"/>
                </a:lnTo>
                <a:lnTo>
                  <a:pt x="893024" y="3639552"/>
                </a:lnTo>
                <a:lnTo>
                  <a:pt x="893797" y="3639219"/>
                </a:lnTo>
                <a:lnTo>
                  <a:pt x="894550" y="3638861"/>
                </a:lnTo>
                <a:lnTo>
                  <a:pt x="895283" y="3638479"/>
                </a:lnTo>
                <a:lnTo>
                  <a:pt x="895997" y="3638072"/>
                </a:lnTo>
                <a:lnTo>
                  <a:pt x="896690" y="3637641"/>
                </a:lnTo>
                <a:lnTo>
                  <a:pt x="897363" y="3637185"/>
                </a:lnTo>
                <a:lnTo>
                  <a:pt x="898017" y="3636704"/>
                </a:lnTo>
                <a:lnTo>
                  <a:pt x="898650" y="3636198"/>
                </a:lnTo>
                <a:lnTo>
                  <a:pt x="899263" y="3635668"/>
                </a:lnTo>
                <a:lnTo>
                  <a:pt x="899857" y="3635114"/>
                </a:lnTo>
                <a:lnTo>
                  <a:pt x="900431" y="3634534"/>
                </a:lnTo>
                <a:lnTo>
                  <a:pt x="900996" y="3633949"/>
                </a:lnTo>
                <a:lnTo>
                  <a:pt x="901538" y="3633351"/>
                </a:lnTo>
                <a:lnTo>
                  <a:pt x="902055" y="3632738"/>
                </a:lnTo>
                <a:lnTo>
                  <a:pt x="902549" y="3632111"/>
                </a:lnTo>
                <a:lnTo>
                  <a:pt x="903018" y="3631470"/>
                </a:lnTo>
                <a:lnTo>
                  <a:pt x="903463" y="3630815"/>
                </a:lnTo>
                <a:lnTo>
                  <a:pt x="903884" y="3630146"/>
                </a:lnTo>
                <a:lnTo>
                  <a:pt x="904281" y="3629462"/>
                </a:lnTo>
                <a:lnTo>
                  <a:pt x="904655" y="3628765"/>
                </a:lnTo>
                <a:lnTo>
                  <a:pt x="905004" y="3628053"/>
                </a:lnTo>
                <a:lnTo>
                  <a:pt x="905328" y="3627328"/>
                </a:lnTo>
                <a:lnTo>
                  <a:pt x="905629" y="3626588"/>
                </a:lnTo>
                <a:lnTo>
                  <a:pt x="905906" y="3625834"/>
                </a:lnTo>
                <a:lnTo>
                  <a:pt x="906159" y="3625067"/>
                </a:lnTo>
                <a:lnTo>
                  <a:pt x="906387" y="3624285"/>
                </a:lnTo>
                <a:lnTo>
                  <a:pt x="906592" y="3623489"/>
                </a:lnTo>
                <a:lnTo>
                  <a:pt x="906773" y="3622678"/>
                </a:lnTo>
                <a:lnTo>
                  <a:pt x="906929" y="3621854"/>
                </a:lnTo>
                <a:lnTo>
                  <a:pt x="907061" y="3621016"/>
                </a:lnTo>
                <a:lnTo>
                  <a:pt x="907170" y="3620164"/>
                </a:lnTo>
                <a:lnTo>
                  <a:pt x="907254" y="3619297"/>
                </a:lnTo>
                <a:lnTo>
                  <a:pt x="907314" y="3618417"/>
                </a:lnTo>
                <a:lnTo>
                  <a:pt x="907350" y="3617522"/>
                </a:lnTo>
                <a:lnTo>
                  <a:pt x="907362" y="3616613"/>
                </a:lnTo>
                <a:lnTo>
                  <a:pt x="907350" y="3615775"/>
                </a:lnTo>
                <a:lnTo>
                  <a:pt x="907314" y="3614951"/>
                </a:lnTo>
                <a:lnTo>
                  <a:pt x="907254" y="3614141"/>
                </a:lnTo>
                <a:lnTo>
                  <a:pt x="907170" y="3613345"/>
                </a:lnTo>
                <a:lnTo>
                  <a:pt x="907061" y="3612563"/>
                </a:lnTo>
                <a:lnTo>
                  <a:pt x="906929" y="3611795"/>
                </a:lnTo>
                <a:lnTo>
                  <a:pt x="906773" y="3611041"/>
                </a:lnTo>
                <a:lnTo>
                  <a:pt x="906592" y="3610301"/>
                </a:lnTo>
                <a:lnTo>
                  <a:pt x="906387" y="3609576"/>
                </a:lnTo>
                <a:lnTo>
                  <a:pt x="906159" y="3608864"/>
                </a:lnTo>
                <a:lnTo>
                  <a:pt x="905906" y="3608167"/>
                </a:lnTo>
                <a:lnTo>
                  <a:pt x="905629" y="3607484"/>
                </a:lnTo>
                <a:lnTo>
                  <a:pt x="905328" y="3606814"/>
                </a:lnTo>
                <a:lnTo>
                  <a:pt x="905004" y="3606159"/>
                </a:lnTo>
                <a:lnTo>
                  <a:pt x="904655" y="3605518"/>
                </a:lnTo>
                <a:lnTo>
                  <a:pt x="904281" y="3604891"/>
                </a:lnTo>
                <a:lnTo>
                  <a:pt x="903884" y="3604278"/>
                </a:lnTo>
                <a:lnTo>
                  <a:pt x="903463" y="3603680"/>
                </a:lnTo>
                <a:lnTo>
                  <a:pt x="903018" y="3603095"/>
                </a:lnTo>
                <a:lnTo>
                  <a:pt x="902549" y="3602524"/>
                </a:lnTo>
                <a:lnTo>
                  <a:pt x="902055" y="3601968"/>
                </a:lnTo>
                <a:lnTo>
                  <a:pt x="901538" y="3601425"/>
                </a:lnTo>
                <a:lnTo>
                  <a:pt x="900996" y="3600897"/>
                </a:lnTo>
                <a:lnTo>
                  <a:pt x="900431" y="3600383"/>
                </a:lnTo>
                <a:lnTo>
                  <a:pt x="899858" y="3599872"/>
                </a:lnTo>
                <a:lnTo>
                  <a:pt x="899267" y="3599384"/>
                </a:lnTo>
                <a:lnTo>
                  <a:pt x="898658" y="3598917"/>
                </a:lnTo>
                <a:lnTo>
                  <a:pt x="898031" y="3598471"/>
                </a:lnTo>
                <a:lnTo>
                  <a:pt x="897385" y="3598048"/>
                </a:lnTo>
                <a:lnTo>
                  <a:pt x="896722" y="3597646"/>
                </a:lnTo>
                <a:lnTo>
                  <a:pt x="896040" y="3597266"/>
                </a:lnTo>
                <a:lnTo>
                  <a:pt x="895340" y="3596907"/>
                </a:lnTo>
                <a:lnTo>
                  <a:pt x="894621" y="3596571"/>
                </a:lnTo>
                <a:lnTo>
                  <a:pt x="893885" y="3596256"/>
                </a:lnTo>
                <a:lnTo>
                  <a:pt x="893130" y="3595963"/>
                </a:lnTo>
                <a:lnTo>
                  <a:pt x="892358" y="3595691"/>
                </a:lnTo>
                <a:lnTo>
                  <a:pt x="891567" y="3595441"/>
                </a:lnTo>
                <a:lnTo>
                  <a:pt x="890757" y="3595213"/>
                </a:lnTo>
                <a:lnTo>
                  <a:pt x="889930" y="3595007"/>
                </a:lnTo>
                <a:lnTo>
                  <a:pt x="889084" y="3594822"/>
                </a:lnTo>
                <a:lnTo>
                  <a:pt x="888220" y="3594659"/>
                </a:lnTo>
                <a:lnTo>
                  <a:pt x="887338" y="3594518"/>
                </a:lnTo>
                <a:lnTo>
                  <a:pt x="886438" y="3594399"/>
                </a:lnTo>
                <a:lnTo>
                  <a:pt x="885520" y="3594301"/>
                </a:lnTo>
                <a:lnTo>
                  <a:pt x="884583" y="3594225"/>
                </a:lnTo>
                <a:lnTo>
                  <a:pt x="883628" y="3594171"/>
                </a:lnTo>
                <a:lnTo>
                  <a:pt x="882655" y="3594138"/>
                </a:lnTo>
                <a:lnTo>
                  <a:pt x="881664" y="3594127"/>
                </a:lnTo>
                <a:lnTo>
                  <a:pt x="851063" y="3594127"/>
                </a:lnTo>
                <a:lnTo>
                  <a:pt x="850644" y="3594123"/>
                </a:lnTo>
                <a:lnTo>
                  <a:pt x="850233" y="3594112"/>
                </a:lnTo>
                <a:lnTo>
                  <a:pt x="849829" y="3594093"/>
                </a:lnTo>
                <a:lnTo>
                  <a:pt x="849433" y="3594066"/>
                </a:lnTo>
                <a:lnTo>
                  <a:pt x="849045" y="3594032"/>
                </a:lnTo>
                <a:lnTo>
                  <a:pt x="848664" y="3593990"/>
                </a:lnTo>
                <a:lnTo>
                  <a:pt x="848291" y="3593940"/>
                </a:lnTo>
                <a:lnTo>
                  <a:pt x="847926" y="3593883"/>
                </a:lnTo>
                <a:lnTo>
                  <a:pt x="847568" y="3593818"/>
                </a:lnTo>
                <a:lnTo>
                  <a:pt x="847218" y="3593746"/>
                </a:lnTo>
                <a:lnTo>
                  <a:pt x="846875" y="3593665"/>
                </a:lnTo>
                <a:lnTo>
                  <a:pt x="846540" y="3593578"/>
                </a:lnTo>
                <a:lnTo>
                  <a:pt x="846213" y="3593482"/>
                </a:lnTo>
                <a:lnTo>
                  <a:pt x="845893" y="3593379"/>
                </a:lnTo>
                <a:lnTo>
                  <a:pt x="845581" y="3593269"/>
                </a:lnTo>
                <a:lnTo>
                  <a:pt x="845277" y="3593150"/>
                </a:lnTo>
                <a:lnTo>
                  <a:pt x="844980" y="3593024"/>
                </a:lnTo>
                <a:lnTo>
                  <a:pt x="844691" y="3592891"/>
                </a:lnTo>
                <a:lnTo>
                  <a:pt x="844410" y="3592750"/>
                </a:lnTo>
                <a:lnTo>
                  <a:pt x="844136" y="3592601"/>
                </a:lnTo>
                <a:lnTo>
                  <a:pt x="843870" y="3592444"/>
                </a:lnTo>
                <a:lnTo>
                  <a:pt x="843611" y="3592280"/>
                </a:lnTo>
                <a:lnTo>
                  <a:pt x="843360" y="3592109"/>
                </a:lnTo>
                <a:lnTo>
                  <a:pt x="843117" y="3591929"/>
                </a:lnTo>
                <a:lnTo>
                  <a:pt x="842882" y="3591729"/>
                </a:lnTo>
                <a:lnTo>
                  <a:pt x="842658" y="3591522"/>
                </a:lnTo>
                <a:lnTo>
                  <a:pt x="842443" y="3591308"/>
                </a:lnTo>
                <a:lnTo>
                  <a:pt x="842239" y="3591089"/>
                </a:lnTo>
                <a:lnTo>
                  <a:pt x="842044" y="3590862"/>
                </a:lnTo>
                <a:lnTo>
                  <a:pt x="841859" y="3590630"/>
                </a:lnTo>
                <a:lnTo>
                  <a:pt x="841685" y="3590390"/>
                </a:lnTo>
                <a:lnTo>
                  <a:pt x="841520" y="3590145"/>
                </a:lnTo>
                <a:lnTo>
                  <a:pt x="841365" y="3589893"/>
                </a:lnTo>
                <a:lnTo>
                  <a:pt x="841221" y="3589634"/>
                </a:lnTo>
                <a:lnTo>
                  <a:pt x="841086" y="3589369"/>
                </a:lnTo>
                <a:lnTo>
                  <a:pt x="840961" y="3589097"/>
                </a:lnTo>
                <a:lnTo>
                  <a:pt x="840846" y="3588819"/>
                </a:lnTo>
                <a:lnTo>
                  <a:pt x="840742" y="3588535"/>
                </a:lnTo>
                <a:lnTo>
                  <a:pt x="840647" y="3588244"/>
                </a:lnTo>
                <a:lnTo>
                  <a:pt x="840562" y="3587947"/>
                </a:lnTo>
                <a:lnTo>
                  <a:pt x="840487" y="3587643"/>
                </a:lnTo>
                <a:lnTo>
                  <a:pt x="840422" y="3587333"/>
                </a:lnTo>
                <a:lnTo>
                  <a:pt x="840367" y="3587016"/>
                </a:lnTo>
                <a:lnTo>
                  <a:pt x="840322" y="3586693"/>
                </a:lnTo>
                <a:lnTo>
                  <a:pt x="840288" y="3586363"/>
                </a:lnTo>
                <a:lnTo>
                  <a:pt x="840263" y="3586027"/>
                </a:lnTo>
                <a:lnTo>
                  <a:pt x="840248" y="3585685"/>
                </a:lnTo>
                <a:lnTo>
                  <a:pt x="840243" y="3585336"/>
                </a:lnTo>
                <a:lnTo>
                  <a:pt x="840248" y="3584987"/>
                </a:lnTo>
                <a:lnTo>
                  <a:pt x="840263" y="3584644"/>
                </a:lnTo>
                <a:lnTo>
                  <a:pt x="840288" y="3584308"/>
                </a:lnTo>
                <a:lnTo>
                  <a:pt x="840322" y="3583978"/>
                </a:lnTo>
                <a:lnTo>
                  <a:pt x="840367" y="3583655"/>
                </a:lnTo>
                <a:lnTo>
                  <a:pt x="840422" y="3583339"/>
                </a:lnTo>
                <a:lnTo>
                  <a:pt x="840487" y="3583028"/>
                </a:lnTo>
                <a:lnTo>
                  <a:pt x="840562" y="3582724"/>
                </a:lnTo>
                <a:lnTo>
                  <a:pt x="840647" y="3582427"/>
                </a:lnTo>
                <a:lnTo>
                  <a:pt x="840742" y="3582136"/>
                </a:lnTo>
                <a:lnTo>
                  <a:pt x="840846" y="3581852"/>
                </a:lnTo>
                <a:lnTo>
                  <a:pt x="840961" y="3581574"/>
                </a:lnTo>
                <a:lnTo>
                  <a:pt x="841086" y="3581302"/>
                </a:lnTo>
                <a:lnTo>
                  <a:pt x="841221" y="3581037"/>
                </a:lnTo>
                <a:lnTo>
                  <a:pt x="841365" y="3580779"/>
                </a:lnTo>
                <a:lnTo>
                  <a:pt x="841520" y="3580527"/>
                </a:lnTo>
                <a:lnTo>
                  <a:pt x="841685" y="3580281"/>
                </a:lnTo>
                <a:lnTo>
                  <a:pt x="841859" y="3580042"/>
                </a:lnTo>
                <a:lnTo>
                  <a:pt x="842044" y="3579809"/>
                </a:lnTo>
                <a:lnTo>
                  <a:pt x="842239" y="3579583"/>
                </a:lnTo>
                <a:lnTo>
                  <a:pt x="842443" y="3579363"/>
                </a:lnTo>
                <a:lnTo>
                  <a:pt x="842658" y="3579149"/>
                </a:lnTo>
                <a:lnTo>
                  <a:pt x="842882" y="3578943"/>
                </a:lnTo>
                <a:lnTo>
                  <a:pt x="843117" y="3578742"/>
                </a:lnTo>
                <a:lnTo>
                  <a:pt x="843374" y="3578549"/>
                </a:lnTo>
                <a:lnTo>
                  <a:pt x="843638" y="3578364"/>
                </a:lnTo>
                <a:lnTo>
                  <a:pt x="843909" y="3578187"/>
                </a:lnTo>
                <a:lnTo>
                  <a:pt x="844187" y="3578019"/>
                </a:lnTo>
                <a:lnTo>
                  <a:pt x="844473" y="3577859"/>
                </a:lnTo>
                <a:lnTo>
                  <a:pt x="844765" y="3577707"/>
                </a:lnTo>
                <a:lnTo>
                  <a:pt x="845065" y="3577563"/>
                </a:lnTo>
                <a:lnTo>
                  <a:pt x="845371" y="3577427"/>
                </a:lnTo>
                <a:lnTo>
                  <a:pt x="845684" y="3577300"/>
                </a:lnTo>
                <a:lnTo>
                  <a:pt x="846005" y="3577181"/>
                </a:lnTo>
                <a:lnTo>
                  <a:pt x="846333" y="3577070"/>
                </a:lnTo>
                <a:lnTo>
                  <a:pt x="846667" y="3576967"/>
                </a:lnTo>
                <a:lnTo>
                  <a:pt x="847009" y="3576872"/>
                </a:lnTo>
                <a:lnTo>
                  <a:pt x="847358" y="3576786"/>
                </a:lnTo>
                <a:lnTo>
                  <a:pt x="847713" y="3576708"/>
                </a:lnTo>
                <a:lnTo>
                  <a:pt x="848076" y="3576638"/>
                </a:lnTo>
                <a:lnTo>
                  <a:pt x="848446" y="3576577"/>
                </a:lnTo>
                <a:lnTo>
                  <a:pt x="848823" y="3576523"/>
                </a:lnTo>
                <a:lnTo>
                  <a:pt x="849207" y="3576478"/>
                </a:lnTo>
                <a:lnTo>
                  <a:pt x="849598" y="3576441"/>
                </a:lnTo>
                <a:lnTo>
                  <a:pt x="849996" y="3576412"/>
                </a:lnTo>
                <a:lnTo>
                  <a:pt x="850401" y="3576392"/>
                </a:lnTo>
                <a:lnTo>
                  <a:pt x="850813" y="3576379"/>
                </a:lnTo>
                <a:lnTo>
                  <a:pt x="851232" y="3576375"/>
                </a:lnTo>
                <a:lnTo>
                  <a:pt x="865095" y="3576375"/>
                </a:lnTo>
                <a:lnTo>
                  <a:pt x="866421" y="3576362"/>
                </a:lnTo>
                <a:lnTo>
                  <a:pt x="867720" y="3576324"/>
                </a:lnTo>
                <a:lnTo>
                  <a:pt x="868992" y="3576259"/>
                </a:lnTo>
                <a:lnTo>
                  <a:pt x="870238" y="3576169"/>
                </a:lnTo>
                <a:lnTo>
                  <a:pt x="871458" y="3576052"/>
                </a:lnTo>
                <a:lnTo>
                  <a:pt x="872651" y="3575910"/>
                </a:lnTo>
                <a:lnTo>
                  <a:pt x="873817" y="3575742"/>
                </a:lnTo>
                <a:lnTo>
                  <a:pt x="874958" y="3575549"/>
                </a:lnTo>
                <a:lnTo>
                  <a:pt x="876072" y="3575329"/>
                </a:lnTo>
                <a:lnTo>
                  <a:pt x="877159" y="3575084"/>
                </a:lnTo>
                <a:lnTo>
                  <a:pt x="878220" y="3574813"/>
                </a:lnTo>
                <a:lnTo>
                  <a:pt x="879255" y="3574516"/>
                </a:lnTo>
                <a:lnTo>
                  <a:pt x="880263" y="3574193"/>
                </a:lnTo>
                <a:lnTo>
                  <a:pt x="881245" y="3573844"/>
                </a:lnTo>
                <a:lnTo>
                  <a:pt x="882200" y="3573469"/>
                </a:lnTo>
                <a:lnTo>
                  <a:pt x="883129" y="3573069"/>
                </a:lnTo>
                <a:lnTo>
                  <a:pt x="884032" y="3572643"/>
                </a:lnTo>
                <a:lnTo>
                  <a:pt x="884908" y="3572191"/>
                </a:lnTo>
                <a:lnTo>
                  <a:pt x="885758" y="3571713"/>
                </a:lnTo>
                <a:lnTo>
                  <a:pt x="886581" y="3571209"/>
                </a:lnTo>
                <a:lnTo>
                  <a:pt x="887378" y="3570680"/>
                </a:lnTo>
                <a:lnTo>
                  <a:pt x="888148" y="3570124"/>
                </a:lnTo>
                <a:lnTo>
                  <a:pt x="888893" y="3569543"/>
                </a:lnTo>
                <a:lnTo>
                  <a:pt x="889610" y="3568936"/>
                </a:lnTo>
                <a:lnTo>
                  <a:pt x="890314" y="3568308"/>
                </a:lnTo>
                <a:lnTo>
                  <a:pt x="890987" y="3567661"/>
                </a:lnTo>
                <a:lnTo>
                  <a:pt x="891631" y="3566997"/>
                </a:lnTo>
                <a:lnTo>
                  <a:pt x="892245" y="3566316"/>
                </a:lnTo>
                <a:lnTo>
                  <a:pt x="892829" y="3565617"/>
                </a:lnTo>
                <a:lnTo>
                  <a:pt x="893382" y="3564900"/>
                </a:lnTo>
                <a:lnTo>
                  <a:pt x="893906" y="3564165"/>
                </a:lnTo>
                <a:lnTo>
                  <a:pt x="894400" y="3563413"/>
                </a:lnTo>
                <a:lnTo>
                  <a:pt x="894864" y="3562644"/>
                </a:lnTo>
                <a:lnTo>
                  <a:pt x="895299" y="3561857"/>
                </a:lnTo>
                <a:lnTo>
                  <a:pt x="895703" y="3561052"/>
                </a:lnTo>
                <a:lnTo>
                  <a:pt x="896077" y="3560229"/>
                </a:lnTo>
                <a:lnTo>
                  <a:pt x="896421" y="3559389"/>
                </a:lnTo>
                <a:lnTo>
                  <a:pt x="896736" y="3558532"/>
                </a:lnTo>
                <a:lnTo>
                  <a:pt x="897020" y="3557656"/>
                </a:lnTo>
                <a:lnTo>
                  <a:pt x="897275" y="3556763"/>
                </a:lnTo>
                <a:lnTo>
                  <a:pt x="897499" y="3555853"/>
                </a:lnTo>
                <a:lnTo>
                  <a:pt x="897694" y="3554925"/>
                </a:lnTo>
                <a:lnTo>
                  <a:pt x="897858" y="3553979"/>
                </a:lnTo>
                <a:lnTo>
                  <a:pt x="897993" y="3553016"/>
                </a:lnTo>
                <a:lnTo>
                  <a:pt x="898098" y="3552035"/>
                </a:lnTo>
                <a:lnTo>
                  <a:pt x="898173" y="3551036"/>
                </a:lnTo>
                <a:lnTo>
                  <a:pt x="898218" y="3550020"/>
                </a:lnTo>
                <a:lnTo>
                  <a:pt x="898233" y="3548986"/>
                </a:lnTo>
                <a:lnTo>
                  <a:pt x="898229" y="3548509"/>
                </a:lnTo>
                <a:lnTo>
                  <a:pt x="898217" y="3548034"/>
                </a:lnTo>
                <a:lnTo>
                  <a:pt x="898198" y="3547562"/>
                </a:lnTo>
                <a:lnTo>
                  <a:pt x="898172" y="3547094"/>
                </a:lnTo>
                <a:lnTo>
                  <a:pt x="898137" y="3546628"/>
                </a:lnTo>
                <a:lnTo>
                  <a:pt x="898095" y="3546165"/>
                </a:lnTo>
                <a:lnTo>
                  <a:pt x="898046" y="3545705"/>
                </a:lnTo>
                <a:lnTo>
                  <a:pt x="897988" y="3545248"/>
                </a:lnTo>
                <a:lnTo>
                  <a:pt x="897924" y="3544794"/>
                </a:lnTo>
                <a:lnTo>
                  <a:pt x="897851" y="3544343"/>
                </a:lnTo>
                <a:lnTo>
                  <a:pt x="897771" y="3543895"/>
                </a:lnTo>
                <a:lnTo>
                  <a:pt x="897683" y="3543449"/>
                </a:lnTo>
                <a:lnTo>
                  <a:pt x="897588" y="3543007"/>
                </a:lnTo>
                <a:lnTo>
                  <a:pt x="897485" y="3542568"/>
                </a:lnTo>
                <a:lnTo>
                  <a:pt x="897374" y="3542131"/>
                </a:lnTo>
                <a:lnTo>
                  <a:pt x="897256" y="3541698"/>
                </a:lnTo>
                <a:lnTo>
                  <a:pt x="897130" y="3541267"/>
                </a:lnTo>
                <a:lnTo>
                  <a:pt x="896996" y="3540839"/>
                </a:lnTo>
                <a:lnTo>
                  <a:pt x="896855" y="3540415"/>
                </a:lnTo>
                <a:lnTo>
                  <a:pt x="896706" y="3539993"/>
                </a:lnTo>
                <a:lnTo>
                  <a:pt x="896550" y="3539574"/>
                </a:lnTo>
                <a:lnTo>
                  <a:pt x="896386" y="3539158"/>
                </a:lnTo>
                <a:lnTo>
                  <a:pt x="896214" y="3538745"/>
                </a:lnTo>
                <a:lnTo>
                  <a:pt x="896035" y="3538335"/>
                </a:lnTo>
                <a:lnTo>
                  <a:pt x="895862" y="3537916"/>
                </a:lnTo>
                <a:lnTo>
                  <a:pt x="895682" y="3537503"/>
                </a:lnTo>
                <a:lnTo>
                  <a:pt x="895496" y="3537096"/>
                </a:lnTo>
                <a:lnTo>
                  <a:pt x="895302" y="3536696"/>
                </a:lnTo>
                <a:lnTo>
                  <a:pt x="895101" y="3536303"/>
                </a:lnTo>
                <a:lnTo>
                  <a:pt x="894894" y="3535915"/>
                </a:lnTo>
                <a:lnTo>
                  <a:pt x="894679" y="3535535"/>
                </a:lnTo>
                <a:lnTo>
                  <a:pt x="894457" y="3535160"/>
                </a:lnTo>
                <a:lnTo>
                  <a:pt x="894228" y="3534793"/>
                </a:lnTo>
                <a:lnTo>
                  <a:pt x="893992" y="3534431"/>
                </a:lnTo>
                <a:lnTo>
                  <a:pt x="893749" y="3534076"/>
                </a:lnTo>
                <a:lnTo>
                  <a:pt x="893499" y="3533728"/>
                </a:lnTo>
                <a:lnTo>
                  <a:pt x="893242" y="3533386"/>
                </a:lnTo>
                <a:lnTo>
                  <a:pt x="892977" y="3533051"/>
                </a:lnTo>
                <a:lnTo>
                  <a:pt x="892706" y="3532722"/>
                </a:lnTo>
                <a:lnTo>
                  <a:pt x="892428" y="3532399"/>
                </a:lnTo>
                <a:lnTo>
                  <a:pt x="892143" y="3532083"/>
                </a:lnTo>
                <a:lnTo>
                  <a:pt x="891850" y="3531773"/>
                </a:lnTo>
                <a:lnTo>
                  <a:pt x="891551" y="3531470"/>
                </a:lnTo>
                <a:lnTo>
                  <a:pt x="891245" y="3531173"/>
                </a:lnTo>
                <a:lnTo>
                  <a:pt x="890931" y="3530883"/>
                </a:lnTo>
                <a:lnTo>
                  <a:pt x="890611" y="3530599"/>
                </a:lnTo>
                <a:lnTo>
                  <a:pt x="890283" y="3530322"/>
                </a:lnTo>
                <a:lnTo>
                  <a:pt x="889948" y="3530051"/>
                </a:lnTo>
                <a:lnTo>
                  <a:pt x="889948" y="3529713"/>
                </a:lnTo>
                <a:lnTo>
                  <a:pt x="890591" y="3529565"/>
                </a:lnTo>
                <a:lnTo>
                  <a:pt x="891223" y="3529403"/>
                </a:lnTo>
                <a:lnTo>
                  <a:pt x="891845" y="3529226"/>
                </a:lnTo>
                <a:lnTo>
                  <a:pt x="892456" y="3529036"/>
                </a:lnTo>
                <a:lnTo>
                  <a:pt x="893057" y="3528832"/>
                </a:lnTo>
                <a:lnTo>
                  <a:pt x="893647" y="3528614"/>
                </a:lnTo>
                <a:lnTo>
                  <a:pt x="894226" y="3528381"/>
                </a:lnTo>
                <a:lnTo>
                  <a:pt x="894795" y="3528135"/>
                </a:lnTo>
                <a:lnTo>
                  <a:pt x="895353" y="3527874"/>
                </a:lnTo>
                <a:lnTo>
                  <a:pt x="895901" y="3527599"/>
                </a:lnTo>
                <a:lnTo>
                  <a:pt x="896438" y="3527310"/>
                </a:lnTo>
                <a:lnTo>
                  <a:pt x="896965" y="3527007"/>
                </a:lnTo>
                <a:lnTo>
                  <a:pt x="897481" y="3526690"/>
                </a:lnTo>
                <a:lnTo>
                  <a:pt x="897986" y="3526359"/>
                </a:lnTo>
                <a:lnTo>
                  <a:pt x="898481" y="3526014"/>
                </a:lnTo>
                <a:lnTo>
                  <a:pt x="898965" y="3525655"/>
                </a:lnTo>
                <a:lnTo>
                  <a:pt x="899439" y="3525282"/>
                </a:lnTo>
                <a:lnTo>
                  <a:pt x="899902" y="3524894"/>
                </a:lnTo>
                <a:lnTo>
                  <a:pt x="900355" y="3524493"/>
                </a:lnTo>
                <a:lnTo>
                  <a:pt x="900797" y="3524077"/>
                </a:lnTo>
                <a:lnTo>
                  <a:pt x="901228" y="3523647"/>
                </a:lnTo>
                <a:lnTo>
                  <a:pt x="901649" y="3523203"/>
                </a:lnTo>
                <a:lnTo>
                  <a:pt x="902059" y="3522746"/>
                </a:lnTo>
                <a:lnTo>
                  <a:pt x="902459" y="3522274"/>
                </a:lnTo>
                <a:lnTo>
                  <a:pt x="902859" y="3521776"/>
                </a:lnTo>
                <a:lnTo>
                  <a:pt x="903242" y="3521270"/>
                </a:lnTo>
                <a:lnTo>
                  <a:pt x="903608" y="3520755"/>
                </a:lnTo>
                <a:lnTo>
                  <a:pt x="903957" y="3520231"/>
                </a:lnTo>
                <a:lnTo>
                  <a:pt x="904289" y="3519698"/>
                </a:lnTo>
                <a:lnTo>
                  <a:pt x="904604" y="3519156"/>
                </a:lnTo>
                <a:lnTo>
                  <a:pt x="904902" y="3518606"/>
                </a:lnTo>
                <a:lnTo>
                  <a:pt x="905183" y="3518047"/>
                </a:lnTo>
                <a:lnTo>
                  <a:pt x="905447" y="3517479"/>
                </a:lnTo>
                <a:lnTo>
                  <a:pt x="905694" y="3516902"/>
                </a:lnTo>
                <a:lnTo>
                  <a:pt x="905924" y="3516317"/>
                </a:lnTo>
                <a:lnTo>
                  <a:pt x="906137" y="3515722"/>
                </a:lnTo>
                <a:lnTo>
                  <a:pt x="906332" y="3515119"/>
                </a:lnTo>
                <a:lnTo>
                  <a:pt x="906511" y="3514507"/>
                </a:lnTo>
                <a:lnTo>
                  <a:pt x="906673" y="3513886"/>
                </a:lnTo>
                <a:lnTo>
                  <a:pt x="906817" y="3513257"/>
                </a:lnTo>
                <a:lnTo>
                  <a:pt x="906945" y="3512618"/>
                </a:lnTo>
                <a:lnTo>
                  <a:pt x="907056" y="3511971"/>
                </a:lnTo>
                <a:lnTo>
                  <a:pt x="907149" y="3511315"/>
                </a:lnTo>
                <a:lnTo>
                  <a:pt x="907226" y="3510650"/>
                </a:lnTo>
                <a:lnTo>
                  <a:pt x="907286" y="3509977"/>
                </a:lnTo>
                <a:lnTo>
                  <a:pt x="907328" y="3509294"/>
                </a:lnTo>
                <a:lnTo>
                  <a:pt x="907354" y="3508603"/>
                </a:lnTo>
                <a:lnTo>
                  <a:pt x="907362" y="3507903"/>
                </a:lnTo>
                <a:lnTo>
                  <a:pt x="893668" y="3507903"/>
                </a:lnTo>
                <a:lnTo>
                  <a:pt x="893620" y="3508394"/>
                </a:lnTo>
                <a:lnTo>
                  <a:pt x="893562" y="3508880"/>
                </a:lnTo>
                <a:lnTo>
                  <a:pt x="893493" y="3509361"/>
                </a:lnTo>
                <a:lnTo>
                  <a:pt x="893414" y="3509838"/>
                </a:lnTo>
                <a:lnTo>
                  <a:pt x="893324" y="3510310"/>
                </a:lnTo>
                <a:lnTo>
                  <a:pt x="893224" y="3510777"/>
                </a:lnTo>
                <a:lnTo>
                  <a:pt x="893113" y="3511240"/>
                </a:lnTo>
                <a:lnTo>
                  <a:pt x="892991" y="3511698"/>
                </a:lnTo>
                <a:lnTo>
                  <a:pt x="892859" y="3512151"/>
                </a:lnTo>
                <a:lnTo>
                  <a:pt x="892717" y="3512599"/>
                </a:lnTo>
                <a:lnTo>
                  <a:pt x="892564" y="3513043"/>
                </a:lnTo>
                <a:lnTo>
                  <a:pt x="892400" y="3513482"/>
                </a:lnTo>
                <a:lnTo>
                  <a:pt x="892225" y="3513917"/>
                </a:lnTo>
                <a:lnTo>
                  <a:pt x="892040" y="3514346"/>
                </a:lnTo>
                <a:lnTo>
                  <a:pt x="891845" y="3514771"/>
                </a:lnTo>
                <a:lnTo>
                  <a:pt x="891639" y="3515192"/>
                </a:lnTo>
                <a:lnTo>
                  <a:pt x="891422" y="3515607"/>
                </a:lnTo>
                <a:lnTo>
                  <a:pt x="891195" y="3516018"/>
                </a:lnTo>
                <a:lnTo>
                  <a:pt x="890957" y="3516424"/>
                </a:lnTo>
                <a:lnTo>
                  <a:pt x="890709" y="3516826"/>
                </a:lnTo>
                <a:lnTo>
                  <a:pt x="890450" y="3517223"/>
                </a:lnTo>
                <a:lnTo>
                  <a:pt x="890181" y="3517615"/>
                </a:lnTo>
                <a:lnTo>
                  <a:pt x="889901" y="3518002"/>
                </a:lnTo>
                <a:lnTo>
                  <a:pt x="889610" y="3518385"/>
                </a:lnTo>
                <a:lnTo>
                  <a:pt x="889323" y="3518747"/>
                </a:lnTo>
                <a:lnTo>
                  <a:pt x="889023" y="3519100"/>
                </a:lnTo>
                <a:lnTo>
                  <a:pt x="888712" y="3519444"/>
                </a:lnTo>
                <a:lnTo>
                  <a:pt x="888389" y="3519780"/>
                </a:lnTo>
                <a:lnTo>
                  <a:pt x="888055" y="3520107"/>
                </a:lnTo>
                <a:lnTo>
                  <a:pt x="887708" y="3520424"/>
                </a:lnTo>
                <a:lnTo>
                  <a:pt x="887350" y="3520734"/>
                </a:lnTo>
                <a:lnTo>
                  <a:pt x="886980" y="3521034"/>
                </a:lnTo>
                <a:lnTo>
                  <a:pt x="886599" y="3521325"/>
                </a:lnTo>
                <a:lnTo>
                  <a:pt x="886205" y="3521608"/>
                </a:lnTo>
                <a:lnTo>
                  <a:pt x="885800" y="3521882"/>
                </a:lnTo>
                <a:lnTo>
                  <a:pt x="885384" y="3522147"/>
                </a:lnTo>
                <a:lnTo>
                  <a:pt x="884955" y="3522403"/>
                </a:lnTo>
                <a:lnTo>
                  <a:pt x="884515" y="3522651"/>
                </a:lnTo>
                <a:lnTo>
                  <a:pt x="884063" y="3522889"/>
                </a:lnTo>
                <a:lnTo>
                  <a:pt x="883599" y="3523119"/>
                </a:lnTo>
                <a:lnTo>
                  <a:pt x="883123" y="3523340"/>
                </a:lnTo>
                <a:lnTo>
                  <a:pt x="882636" y="3523552"/>
                </a:lnTo>
                <a:lnTo>
                  <a:pt x="882137" y="3523756"/>
                </a:lnTo>
                <a:lnTo>
                  <a:pt x="881626" y="3523950"/>
                </a:lnTo>
                <a:lnTo>
                  <a:pt x="881104" y="3524136"/>
                </a:lnTo>
                <a:lnTo>
                  <a:pt x="880570" y="3524313"/>
                </a:lnTo>
                <a:lnTo>
                  <a:pt x="880024" y="3524481"/>
                </a:lnTo>
                <a:lnTo>
                  <a:pt x="879466" y="3524641"/>
                </a:lnTo>
                <a:lnTo>
                  <a:pt x="878924" y="3524406"/>
                </a:lnTo>
                <a:lnTo>
                  <a:pt x="878367" y="3524182"/>
                </a:lnTo>
                <a:lnTo>
                  <a:pt x="877797" y="3523967"/>
                </a:lnTo>
                <a:lnTo>
                  <a:pt x="877212" y="3523763"/>
                </a:lnTo>
                <a:lnTo>
                  <a:pt x="876613" y="3523568"/>
                </a:lnTo>
                <a:lnTo>
                  <a:pt x="876000" y="3523383"/>
                </a:lnTo>
                <a:lnTo>
                  <a:pt x="875373" y="3523209"/>
                </a:lnTo>
                <a:lnTo>
                  <a:pt x="874732" y="3523044"/>
                </a:lnTo>
                <a:lnTo>
                  <a:pt x="874077" y="3522889"/>
                </a:lnTo>
                <a:lnTo>
                  <a:pt x="873408" y="3522745"/>
                </a:lnTo>
                <a:lnTo>
                  <a:pt x="872725" y="3522610"/>
                </a:lnTo>
                <a:lnTo>
                  <a:pt x="872027" y="3522485"/>
                </a:lnTo>
                <a:lnTo>
                  <a:pt x="871316" y="3522370"/>
                </a:lnTo>
                <a:lnTo>
                  <a:pt x="870590" y="3522266"/>
                </a:lnTo>
                <a:lnTo>
                  <a:pt x="869850" y="3522171"/>
                </a:lnTo>
                <a:lnTo>
                  <a:pt x="869097" y="3522086"/>
                </a:lnTo>
                <a:lnTo>
                  <a:pt x="868329" y="3522011"/>
                </a:lnTo>
                <a:lnTo>
                  <a:pt x="867547" y="3521946"/>
                </a:lnTo>
                <a:lnTo>
                  <a:pt x="866751" y="3521891"/>
                </a:lnTo>
                <a:lnTo>
                  <a:pt x="865941" y="3521846"/>
                </a:lnTo>
                <a:lnTo>
                  <a:pt x="865117" y="3521811"/>
                </a:lnTo>
                <a:lnTo>
                  <a:pt x="864278" y="3521787"/>
                </a:lnTo>
                <a:lnTo>
                  <a:pt x="863426" y="3521772"/>
                </a:lnTo>
                <a:lnTo>
                  <a:pt x="862559" y="3521767"/>
                </a:lnTo>
                <a:lnTo>
                  <a:pt x="861095" y="3521779"/>
                </a:lnTo>
                <a:lnTo>
                  <a:pt x="859661" y="3521817"/>
                </a:lnTo>
                <a:lnTo>
                  <a:pt x="858256" y="3521880"/>
                </a:lnTo>
                <a:lnTo>
                  <a:pt x="856882" y="3521969"/>
                </a:lnTo>
                <a:lnTo>
                  <a:pt x="855537" y="3522082"/>
                </a:lnTo>
                <a:lnTo>
                  <a:pt x="854222" y="3522221"/>
                </a:lnTo>
                <a:lnTo>
                  <a:pt x="852938" y="3522385"/>
                </a:lnTo>
                <a:lnTo>
                  <a:pt x="851683" y="3522574"/>
                </a:lnTo>
                <a:lnTo>
                  <a:pt x="850458" y="3522789"/>
                </a:lnTo>
                <a:lnTo>
                  <a:pt x="849263" y="3523029"/>
                </a:lnTo>
                <a:lnTo>
                  <a:pt x="848098" y="3523294"/>
                </a:lnTo>
                <a:lnTo>
                  <a:pt x="846963" y="3523584"/>
                </a:lnTo>
                <a:lnTo>
                  <a:pt x="845858" y="3523900"/>
                </a:lnTo>
                <a:lnTo>
                  <a:pt x="844783" y="3524240"/>
                </a:lnTo>
                <a:lnTo>
                  <a:pt x="843738" y="3524606"/>
                </a:lnTo>
                <a:lnTo>
                  <a:pt x="842722" y="3524998"/>
                </a:lnTo>
                <a:lnTo>
                  <a:pt x="841737" y="3525414"/>
                </a:lnTo>
                <a:lnTo>
                  <a:pt x="840781" y="3525856"/>
                </a:lnTo>
                <a:lnTo>
                  <a:pt x="839856" y="3526323"/>
                </a:lnTo>
                <a:lnTo>
                  <a:pt x="838960" y="3526815"/>
                </a:lnTo>
                <a:lnTo>
                  <a:pt x="838095" y="3527333"/>
                </a:lnTo>
                <a:lnTo>
                  <a:pt x="837259" y="3527875"/>
                </a:lnTo>
                <a:lnTo>
                  <a:pt x="836454" y="3528443"/>
                </a:lnTo>
                <a:lnTo>
                  <a:pt x="835678" y="3529036"/>
                </a:lnTo>
                <a:lnTo>
                  <a:pt x="834947" y="3529652"/>
                </a:lnTo>
                <a:lnTo>
                  <a:pt x="834247" y="3530286"/>
                </a:lnTo>
                <a:lnTo>
                  <a:pt x="833578" y="3530938"/>
                </a:lnTo>
                <a:lnTo>
                  <a:pt x="832940" y="3531610"/>
                </a:lnTo>
                <a:lnTo>
                  <a:pt x="832333" y="3532300"/>
                </a:lnTo>
                <a:lnTo>
                  <a:pt x="831758" y="3533009"/>
                </a:lnTo>
                <a:lnTo>
                  <a:pt x="831213" y="3533737"/>
                </a:lnTo>
                <a:lnTo>
                  <a:pt x="830700" y="3534484"/>
                </a:lnTo>
                <a:lnTo>
                  <a:pt x="830217" y="3535249"/>
                </a:lnTo>
                <a:lnTo>
                  <a:pt x="829766" y="3536034"/>
                </a:lnTo>
                <a:lnTo>
                  <a:pt x="829346" y="3536837"/>
                </a:lnTo>
                <a:lnTo>
                  <a:pt x="828957" y="3537659"/>
                </a:lnTo>
                <a:lnTo>
                  <a:pt x="828600" y="3538499"/>
                </a:lnTo>
                <a:lnTo>
                  <a:pt x="828273" y="3539359"/>
                </a:lnTo>
                <a:lnTo>
                  <a:pt x="827977" y="3540237"/>
                </a:lnTo>
                <a:lnTo>
                  <a:pt x="827713" y="3541134"/>
                </a:lnTo>
                <a:lnTo>
                  <a:pt x="827479" y="3542050"/>
                </a:lnTo>
                <a:lnTo>
                  <a:pt x="827277" y="3542984"/>
                </a:lnTo>
                <a:lnTo>
                  <a:pt x="827106" y="3543938"/>
                </a:lnTo>
                <a:lnTo>
                  <a:pt x="826966" y="3544910"/>
                </a:lnTo>
                <a:lnTo>
                  <a:pt x="826857" y="3545901"/>
                </a:lnTo>
                <a:lnTo>
                  <a:pt x="826779" y="3546911"/>
                </a:lnTo>
                <a:lnTo>
                  <a:pt x="826733" y="3547939"/>
                </a:lnTo>
                <a:lnTo>
                  <a:pt x="826717" y="3548986"/>
                </a:lnTo>
                <a:lnTo>
                  <a:pt x="826722" y="3549589"/>
                </a:lnTo>
                <a:lnTo>
                  <a:pt x="826738" y="3550186"/>
                </a:lnTo>
                <a:lnTo>
                  <a:pt x="826765" y="3550777"/>
                </a:lnTo>
                <a:lnTo>
                  <a:pt x="826802" y="3551363"/>
                </a:lnTo>
                <a:lnTo>
                  <a:pt x="826849" y="3551942"/>
                </a:lnTo>
                <a:lnTo>
                  <a:pt x="826907" y="3552516"/>
                </a:lnTo>
                <a:lnTo>
                  <a:pt x="826976" y="3553083"/>
                </a:lnTo>
                <a:lnTo>
                  <a:pt x="827055" y="3553645"/>
                </a:lnTo>
                <a:lnTo>
                  <a:pt x="827145" y="3554201"/>
                </a:lnTo>
                <a:lnTo>
                  <a:pt x="827246" y="3554751"/>
                </a:lnTo>
                <a:lnTo>
                  <a:pt x="827356" y="3555295"/>
                </a:lnTo>
                <a:lnTo>
                  <a:pt x="827478" y="3555833"/>
                </a:lnTo>
                <a:lnTo>
                  <a:pt x="827610" y="3556366"/>
                </a:lnTo>
                <a:lnTo>
                  <a:pt x="827753" y="3556893"/>
                </a:lnTo>
                <a:lnTo>
                  <a:pt x="827906" y="3557413"/>
                </a:lnTo>
                <a:lnTo>
                  <a:pt x="828070" y="3557928"/>
                </a:lnTo>
                <a:lnTo>
                  <a:pt x="828244" y="3558437"/>
                </a:lnTo>
                <a:lnTo>
                  <a:pt x="828429" y="3558940"/>
                </a:lnTo>
                <a:lnTo>
                  <a:pt x="828624" y="3559437"/>
                </a:lnTo>
                <a:lnTo>
                  <a:pt x="828831" y="3559929"/>
                </a:lnTo>
                <a:lnTo>
                  <a:pt x="829047" y="3560414"/>
                </a:lnTo>
                <a:lnTo>
                  <a:pt x="829274" y="3560894"/>
                </a:lnTo>
                <a:lnTo>
                  <a:pt x="829512" y="3561368"/>
                </a:lnTo>
                <a:lnTo>
                  <a:pt x="829760" y="3561835"/>
                </a:lnTo>
                <a:lnTo>
                  <a:pt x="830019" y="3562297"/>
                </a:lnTo>
                <a:lnTo>
                  <a:pt x="830289" y="3562751"/>
                </a:lnTo>
                <a:lnTo>
                  <a:pt x="830569" y="3563199"/>
                </a:lnTo>
                <a:lnTo>
                  <a:pt x="830859" y="3563639"/>
                </a:lnTo>
                <a:lnTo>
                  <a:pt x="831161" y="3564072"/>
                </a:lnTo>
                <a:lnTo>
                  <a:pt x="831472" y="3564498"/>
                </a:lnTo>
                <a:lnTo>
                  <a:pt x="831795" y="3564917"/>
                </a:lnTo>
                <a:lnTo>
                  <a:pt x="832127" y="3565329"/>
                </a:lnTo>
                <a:lnTo>
                  <a:pt x="832471" y="3565734"/>
                </a:lnTo>
                <a:lnTo>
                  <a:pt x="832825" y="3566132"/>
                </a:lnTo>
                <a:lnTo>
                  <a:pt x="833189" y="3566523"/>
                </a:lnTo>
                <a:lnTo>
                  <a:pt x="833564" y="3566907"/>
                </a:lnTo>
                <a:lnTo>
                  <a:pt x="833950" y="3567284"/>
                </a:lnTo>
                <a:lnTo>
                  <a:pt x="834346" y="3567654"/>
                </a:lnTo>
                <a:lnTo>
                  <a:pt x="834753" y="3568017"/>
                </a:lnTo>
                <a:lnTo>
                  <a:pt x="835171" y="3568373"/>
                </a:lnTo>
                <a:lnTo>
                  <a:pt x="835599" y="3568721"/>
                </a:lnTo>
                <a:lnTo>
                  <a:pt x="836037" y="3569063"/>
                </a:lnTo>
                <a:lnTo>
                  <a:pt x="836486" y="3569398"/>
                </a:lnTo>
                <a:lnTo>
                  <a:pt x="836946" y="3569725"/>
                </a:lnTo>
                <a:lnTo>
                  <a:pt x="837416" y="3570046"/>
                </a:lnTo>
                <a:lnTo>
                  <a:pt x="837897" y="3570359"/>
                </a:lnTo>
                <a:lnTo>
                  <a:pt x="838388" y="3570666"/>
                </a:lnTo>
                <a:lnTo>
                  <a:pt x="838890" y="3570965"/>
                </a:lnTo>
                <a:lnTo>
                  <a:pt x="838332" y="3571084"/>
                </a:lnTo>
                <a:lnTo>
                  <a:pt x="837783" y="3571214"/>
                </a:lnTo>
                <a:lnTo>
                  <a:pt x="837244" y="3571356"/>
                </a:lnTo>
                <a:lnTo>
                  <a:pt x="836716" y="3571510"/>
                </a:lnTo>
                <a:lnTo>
                  <a:pt x="836197" y="3571675"/>
                </a:lnTo>
                <a:lnTo>
                  <a:pt x="835688" y="3571853"/>
                </a:lnTo>
                <a:lnTo>
                  <a:pt x="835190" y="3572042"/>
                </a:lnTo>
                <a:lnTo>
                  <a:pt x="834701" y="3572243"/>
                </a:lnTo>
                <a:lnTo>
                  <a:pt x="834222" y="3572455"/>
                </a:lnTo>
                <a:lnTo>
                  <a:pt x="833753" y="3572679"/>
                </a:lnTo>
                <a:lnTo>
                  <a:pt x="833295" y="3572915"/>
                </a:lnTo>
                <a:lnTo>
                  <a:pt x="832846" y="3573163"/>
                </a:lnTo>
                <a:lnTo>
                  <a:pt x="832407" y="3573422"/>
                </a:lnTo>
                <a:lnTo>
                  <a:pt x="831978" y="3573694"/>
                </a:lnTo>
                <a:lnTo>
                  <a:pt x="831559" y="3573977"/>
                </a:lnTo>
                <a:lnTo>
                  <a:pt x="831151" y="3574271"/>
                </a:lnTo>
                <a:lnTo>
                  <a:pt x="830752" y="3574578"/>
                </a:lnTo>
                <a:lnTo>
                  <a:pt x="830363" y="3574896"/>
                </a:lnTo>
                <a:lnTo>
                  <a:pt x="829984" y="3575226"/>
                </a:lnTo>
                <a:lnTo>
                  <a:pt x="829615" y="3575567"/>
                </a:lnTo>
                <a:lnTo>
                  <a:pt x="829256" y="3575921"/>
                </a:lnTo>
                <a:lnTo>
                  <a:pt x="828907" y="3576286"/>
                </a:lnTo>
                <a:lnTo>
                  <a:pt x="828568" y="3576663"/>
                </a:lnTo>
                <a:lnTo>
                  <a:pt x="828239" y="3577051"/>
                </a:lnTo>
                <a:lnTo>
                  <a:pt x="827922" y="3577448"/>
                </a:lnTo>
                <a:lnTo>
                  <a:pt x="827618" y="3577849"/>
                </a:lnTo>
                <a:lnTo>
                  <a:pt x="827327" y="3578253"/>
                </a:lnTo>
                <a:lnTo>
                  <a:pt x="827051" y="3578662"/>
                </a:lnTo>
                <a:lnTo>
                  <a:pt x="826787" y="3579075"/>
                </a:lnTo>
                <a:lnTo>
                  <a:pt x="826538" y="3579492"/>
                </a:lnTo>
                <a:lnTo>
                  <a:pt x="826301" y="3579914"/>
                </a:lnTo>
                <a:lnTo>
                  <a:pt x="826079" y="3580339"/>
                </a:lnTo>
                <a:lnTo>
                  <a:pt x="825869" y="3580768"/>
                </a:lnTo>
                <a:lnTo>
                  <a:pt x="825673" y="3581202"/>
                </a:lnTo>
                <a:lnTo>
                  <a:pt x="825491" y="3581639"/>
                </a:lnTo>
                <a:lnTo>
                  <a:pt x="825322" y="3582081"/>
                </a:lnTo>
                <a:lnTo>
                  <a:pt x="825167" y="3582527"/>
                </a:lnTo>
                <a:lnTo>
                  <a:pt x="825025" y="3582977"/>
                </a:lnTo>
                <a:lnTo>
                  <a:pt x="824897" y="3583431"/>
                </a:lnTo>
                <a:lnTo>
                  <a:pt x="824782" y="3583889"/>
                </a:lnTo>
                <a:lnTo>
                  <a:pt x="824681" y="3584351"/>
                </a:lnTo>
                <a:lnTo>
                  <a:pt x="824593" y="3584818"/>
                </a:lnTo>
                <a:lnTo>
                  <a:pt x="824519" y="3585288"/>
                </a:lnTo>
                <a:lnTo>
                  <a:pt x="824458" y="3585763"/>
                </a:lnTo>
                <a:lnTo>
                  <a:pt x="824411" y="3586242"/>
                </a:lnTo>
                <a:lnTo>
                  <a:pt x="824377" y="3586725"/>
                </a:lnTo>
                <a:lnTo>
                  <a:pt x="824357" y="3587211"/>
                </a:lnTo>
                <a:lnTo>
                  <a:pt x="824350" y="3587703"/>
                </a:lnTo>
                <a:lnTo>
                  <a:pt x="824354" y="3588068"/>
                </a:lnTo>
                <a:lnTo>
                  <a:pt x="824364" y="3588432"/>
                </a:lnTo>
                <a:lnTo>
                  <a:pt x="824382" y="3588794"/>
                </a:lnTo>
                <a:lnTo>
                  <a:pt x="824407" y="3589154"/>
                </a:lnTo>
                <a:lnTo>
                  <a:pt x="824438" y="3589512"/>
                </a:lnTo>
                <a:lnTo>
                  <a:pt x="824477" y="3589869"/>
                </a:lnTo>
                <a:lnTo>
                  <a:pt x="824523" y="3590224"/>
                </a:lnTo>
                <a:lnTo>
                  <a:pt x="824576" y="3590577"/>
                </a:lnTo>
                <a:lnTo>
                  <a:pt x="824636" y="3590928"/>
                </a:lnTo>
                <a:lnTo>
                  <a:pt x="824702" y="3591278"/>
                </a:lnTo>
                <a:lnTo>
                  <a:pt x="824776" y="3591625"/>
                </a:lnTo>
                <a:lnTo>
                  <a:pt x="824857" y="3591972"/>
                </a:lnTo>
                <a:lnTo>
                  <a:pt x="824946" y="3592316"/>
                </a:lnTo>
                <a:lnTo>
                  <a:pt x="825041" y="3592658"/>
                </a:lnTo>
                <a:lnTo>
                  <a:pt x="825143" y="3592999"/>
                </a:lnTo>
                <a:lnTo>
                  <a:pt x="825252" y="3593338"/>
                </a:lnTo>
                <a:lnTo>
                  <a:pt x="825368" y="3593675"/>
                </a:lnTo>
                <a:lnTo>
                  <a:pt x="825492" y="3594011"/>
                </a:lnTo>
                <a:lnTo>
                  <a:pt x="825622" y="3594345"/>
                </a:lnTo>
                <a:lnTo>
                  <a:pt x="825759" y="3594677"/>
                </a:lnTo>
                <a:lnTo>
                  <a:pt x="825904" y="3595007"/>
                </a:lnTo>
                <a:lnTo>
                  <a:pt x="826055" y="3595335"/>
                </a:lnTo>
                <a:lnTo>
                  <a:pt x="826214" y="3595662"/>
                </a:lnTo>
                <a:lnTo>
                  <a:pt x="826379" y="3595987"/>
                </a:lnTo>
                <a:lnTo>
                  <a:pt x="826565" y="3596308"/>
                </a:lnTo>
                <a:lnTo>
                  <a:pt x="826756" y="3596624"/>
                </a:lnTo>
                <a:lnTo>
                  <a:pt x="826952" y="3596935"/>
                </a:lnTo>
                <a:lnTo>
                  <a:pt x="827154" y="3597241"/>
                </a:lnTo>
                <a:lnTo>
                  <a:pt x="827361" y="3597541"/>
                </a:lnTo>
                <a:lnTo>
                  <a:pt x="827573" y="3597836"/>
                </a:lnTo>
                <a:lnTo>
                  <a:pt x="827791" y="3598126"/>
                </a:lnTo>
                <a:lnTo>
                  <a:pt x="828013" y="3598410"/>
                </a:lnTo>
                <a:lnTo>
                  <a:pt x="828241" y="3598689"/>
                </a:lnTo>
                <a:lnTo>
                  <a:pt x="828475" y="3598963"/>
                </a:lnTo>
                <a:lnTo>
                  <a:pt x="828713" y="3599232"/>
                </a:lnTo>
                <a:lnTo>
                  <a:pt x="828957" y="3599495"/>
                </a:lnTo>
                <a:lnTo>
                  <a:pt x="829207" y="3599753"/>
                </a:lnTo>
                <a:lnTo>
                  <a:pt x="829461" y="3600006"/>
                </a:lnTo>
                <a:lnTo>
                  <a:pt x="829721" y="3600253"/>
                </a:lnTo>
                <a:lnTo>
                  <a:pt x="829986" y="3600495"/>
                </a:lnTo>
                <a:lnTo>
                  <a:pt x="830256" y="3600732"/>
                </a:lnTo>
                <a:lnTo>
                  <a:pt x="830532" y="3600964"/>
                </a:lnTo>
                <a:lnTo>
                  <a:pt x="830813" y="3601190"/>
                </a:lnTo>
                <a:lnTo>
                  <a:pt x="831099" y="3601411"/>
                </a:lnTo>
                <a:lnTo>
                  <a:pt x="831390" y="3601627"/>
                </a:lnTo>
                <a:lnTo>
                  <a:pt x="831687" y="3601837"/>
                </a:lnTo>
                <a:lnTo>
                  <a:pt x="831989" y="3602042"/>
                </a:lnTo>
                <a:lnTo>
                  <a:pt x="832296" y="3602242"/>
                </a:lnTo>
                <a:lnTo>
                  <a:pt x="831835" y="3602444"/>
                </a:lnTo>
                <a:lnTo>
                  <a:pt x="831381" y="3602656"/>
                </a:lnTo>
                <a:lnTo>
                  <a:pt x="830933" y="3602876"/>
                </a:lnTo>
                <a:lnTo>
                  <a:pt x="830493" y="3603106"/>
                </a:lnTo>
                <a:lnTo>
                  <a:pt x="830060" y="3603346"/>
                </a:lnTo>
                <a:lnTo>
                  <a:pt x="829634" y="3603595"/>
                </a:lnTo>
                <a:lnTo>
                  <a:pt x="829214" y="3603853"/>
                </a:lnTo>
                <a:lnTo>
                  <a:pt x="828802" y="3604121"/>
                </a:lnTo>
                <a:lnTo>
                  <a:pt x="828397" y="3604398"/>
                </a:lnTo>
                <a:lnTo>
                  <a:pt x="827999" y="3604684"/>
                </a:lnTo>
                <a:lnTo>
                  <a:pt x="827608" y="3604980"/>
                </a:lnTo>
                <a:lnTo>
                  <a:pt x="827224" y="3605286"/>
                </a:lnTo>
                <a:lnTo>
                  <a:pt x="826848" y="3605600"/>
                </a:lnTo>
                <a:lnTo>
                  <a:pt x="826478" y="3605924"/>
                </a:lnTo>
                <a:lnTo>
                  <a:pt x="826115" y="3606258"/>
                </a:lnTo>
                <a:lnTo>
                  <a:pt x="825759" y="3606601"/>
                </a:lnTo>
                <a:lnTo>
                  <a:pt x="825410" y="3606953"/>
                </a:lnTo>
                <a:lnTo>
                  <a:pt x="825069" y="3607314"/>
                </a:lnTo>
                <a:lnTo>
                  <a:pt x="824734" y="3607685"/>
                </a:lnTo>
                <a:lnTo>
                  <a:pt x="824407" y="3608066"/>
                </a:lnTo>
                <a:lnTo>
                  <a:pt x="824086" y="3608456"/>
                </a:lnTo>
                <a:lnTo>
                  <a:pt x="823773" y="3608855"/>
                </a:lnTo>
                <a:lnTo>
                  <a:pt x="823466" y="3609263"/>
                </a:lnTo>
                <a:lnTo>
                  <a:pt x="823167" y="3609681"/>
                </a:lnTo>
                <a:lnTo>
                  <a:pt x="822877" y="3610106"/>
                </a:lnTo>
                <a:lnTo>
                  <a:pt x="822600" y="3610536"/>
                </a:lnTo>
                <a:lnTo>
                  <a:pt x="822335" y="3610970"/>
                </a:lnTo>
                <a:lnTo>
                  <a:pt x="822082" y="3611410"/>
                </a:lnTo>
                <a:lnTo>
                  <a:pt x="821842" y="3611853"/>
                </a:lnTo>
                <a:lnTo>
                  <a:pt x="821614" y="3612302"/>
                </a:lnTo>
                <a:lnTo>
                  <a:pt x="821398" y="3612755"/>
                </a:lnTo>
                <a:lnTo>
                  <a:pt x="821194" y="3613213"/>
                </a:lnTo>
                <a:lnTo>
                  <a:pt x="821003" y="3613676"/>
                </a:lnTo>
                <a:lnTo>
                  <a:pt x="820825" y="3614143"/>
                </a:lnTo>
                <a:lnTo>
                  <a:pt x="820658" y="3614615"/>
                </a:lnTo>
                <a:lnTo>
                  <a:pt x="820504" y="3615091"/>
                </a:lnTo>
                <a:lnTo>
                  <a:pt x="820362" y="3615573"/>
                </a:lnTo>
                <a:lnTo>
                  <a:pt x="820233" y="3616059"/>
                </a:lnTo>
                <a:lnTo>
                  <a:pt x="820116" y="3616550"/>
                </a:lnTo>
                <a:lnTo>
                  <a:pt x="820011" y="3617045"/>
                </a:lnTo>
                <a:lnTo>
                  <a:pt x="819918" y="3617545"/>
                </a:lnTo>
                <a:lnTo>
                  <a:pt x="819838" y="3618050"/>
                </a:lnTo>
                <a:lnTo>
                  <a:pt x="819771" y="3618560"/>
                </a:lnTo>
                <a:lnTo>
                  <a:pt x="819715" y="3619074"/>
                </a:lnTo>
                <a:lnTo>
                  <a:pt x="819672" y="3619593"/>
                </a:lnTo>
                <a:lnTo>
                  <a:pt x="819641" y="3620117"/>
                </a:lnTo>
                <a:lnTo>
                  <a:pt x="819623" y="3620645"/>
                </a:lnTo>
                <a:lnTo>
                  <a:pt x="819616" y="3621178"/>
                </a:lnTo>
                <a:lnTo>
                  <a:pt x="819627" y="3621892"/>
                </a:lnTo>
                <a:lnTo>
                  <a:pt x="819658" y="3622596"/>
                </a:lnTo>
                <a:lnTo>
                  <a:pt x="819709" y="3623291"/>
                </a:lnTo>
                <a:lnTo>
                  <a:pt x="819781" y="3623977"/>
                </a:lnTo>
                <a:lnTo>
                  <a:pt x="819873" y="3624653"/>
                </a:lnTo>
                <a:lnTo>
                  <a:pt x="819986" y="3625320"/>
                </a:lnTo>
                <a:lnTo>
                  <a:pt x="820120" y="3625978"/>
                </a:lnTo>
                <a:lnTo>
                  <a:pt x="820274" y="3626626"/>
                </a:lnTo>
                <a:lnTo>
                  <a:pt x="820449" y="3627264"/>
                </a:lnTo>
                <a:lnTo>
                  <a:pt x="820644" y="3627894"/>
                </a:lnTo>
                <a:lnTo>
                  <a:pt x="820859" y="3628514"/>
                </a:lnTo>
                <a:lnTo>
                  <a:pt x="821096" y="3629124"/>
                </a:lnTo>
                <a:lnTo>
                  <a:pt x="821353" y="3629725"/>
                </a:lnTo>
                <a:lnTo>
                  <a:pt x="821630" y="3630317"/>
                </a:lnTo>
                <a:lnTo>
                  <a:pt x="821928" y="3630899"/>
                </a:lnTo>
                <a:lnTo>
                  <a:pt x="822246" y="3631472"/>
                </a:lnTo>
                <a:lnTo>
                  <a:pt x="822585" y="3632036"/>
                </a:lnTo>
                <a:lnTo>
                  <a:pt x="822945" y="3632590"/>
                </a:lnTo>
                <a:lnTo>
                  <a:pt x="823325" y="3633135"/>
                </a:lnTo>
                <a:lnTo>
                  <a:pt x="823726" y="3633670"/>
                </a:lnTo>
                <a:lnTo>
                  <a:pt x="824147" y="3634196"/>
                </a:lnTo>
                <a:lnTo>
                  <a:pt x="824589" y="3634713"/>
                </a:lnTo>
                <a:lnTo>
                  <a:pt x="825051" y="3635220"/>
                </a:lnTo>
                <a:lnTo>
                  <a:pt x="825534" y="3635718"/>
                </a:lnTo>
                <a:lnTo>
                  <a:pt x="826035" y="3636201"/>
                </a:lnTo>
                <a:lnTo>
                  <a:pt x="826554" y="3636663"/>
                </a:lnTo>
                <a:lnTo>
                  <a:pt x="827090" y="3637105"/>
                </a:lnTo>
                <a:lnTo>
                  <a:pt x="827642" y="3637526"/>
                </a:lnTo>
                <a:lnTo>
                  <a:pt x="828212" y="3637927"/>
                </a:lnTo>
                <a:lnTo>
                  <a:pt x="828799" y="3638307"/>
                </a:lnTo>
                <a:lnTo>
                  <a:pt x="829403" y="3638666"/>
                </a:lnTo>
                <a:lnTo>
                  <a:pt x="830023" y="3639005"/>
                </a:lnTo>
                <a:lnTo>
                  <a:pt x="830661" y="3639324"/>
                </a:lnTo>
                <a:lnTo>
                  <a:pt x="831316" y="3639622"/>
                </a:lnTo>
                <a:lnTo>
                  <a:pt x="831988" y="3639899"/>
                </a:lnTo>
                <a:lnTo>
                  <a:pt x="832677" y="3640156"/>
                </a:lnTo>
                <a:lnTo>
                  <a:pt x="833383" y="3640392"/>
                </a:lnTo>
                <a:lnTo>
                  <a:pt x="834106" y="3640608"/>
                </a:lnTo>
                <a:lnTo>
                  <a:pt x="834846" y="3640803"/>
                </a:lnTo>
                <a:lnTo>
                  <a:pt x="835603" y="3640978"/>
                </a:lnTo>
                <a:lnTo>
                  <a:pt x="836377" y="3641132"/>
                </a:lnTo>
                <a:lnTo>
                  <a:pt x="837168" y="3641265"/>
                </a:lnTo>
                <a:lnTo>
                  <a:pt x="837976" y="3641378"/>
                </a:lnTo>
                <a:lnTo>
                  <a:pt x="838801" y="3641471"/>
                </a:lnTo>
                <a:lnTo>
                  <a:pt x="839643" y="3641543"/>
                </a:lnTo>
                <a:lnTo>
                  <a:pt x="840502" y="3641594"/>
                </a:lnTo>
                <a:lnTo>
                  <a:pt x="841378" y="3641625"/>
                </a:lnTo>
                <a:lnTo>
                  <a:pt x="842271" y="3641635"/>
                </a:lnTo>
                <a:lnTo>
                  <a:pt x="881157" y="3641635"/>
                </a:lnTo>
                <a:lnTo>
                  <a:pt x="882189" y="3641623"/>
                </a:lnTo>
                <a:lnTo>
                  <a:pt x="883202" y="3641586"/>
                </a:lnTo>
                <a:lnTo>
                  <a:pt x="884195" y="3641524"/>
                </a:lnTo>
                <a:lnTo>
                  <a:pt x="885168" y="3641438"/>
                </a:lnTo>
                <a:lnTo>
                  <a:pt x="886120" y="3641327"/>
                </a:lnTo>
                <a:lnTo>
                  <a:pt x="887053" y="3641191"/>
                </a:lnTo>
                <a:lnTo>
                  <a:pt x="887966" y="3641031"/>
                </a:lnTo>
                <a:lnTo>
                  <a:pt x="888859" y="3640846"/>
                </a:lnTo>
                <a:close/>
                <a:moveTo>
                  <a:pt x="842845" y="3630001"/>
                </a:moveTo>
                <a:lnTo>
                  <a:pt x="842432" y="3629890"/>
                </a:lnTo>
                <a:lnTo>
                  <a:pt x="842030" y="3629766"/>
                </a:lnTo>
                <a:lnTo>
                  <a:pt x="841637" y="3629631"/>
                </a:lnTo>
                <a:lnTo>
                  <a:pt x="841255" y="3629484"/>
                </a:lnTo>
                <a:lnTo>
                  <a:pt x="840882" y="3629326"/>
                </a:lnTo>
                <a:lnTo>
                  <a:pt x="840520" y="3629156"/>
                </a:lnTo>
                <a:lnTo>
                  <a:pt x="840167" y="3628974"/>
                </a:lnTo>
                <a:lnTo>
                  <a:pt x="839825" y="3628780"/>
                </a:lnTo>
                <a:lnTo>
                  <a:pt x="839492" y="3628575"/>
                </a:lnTo>
                <a:lnTo>
                  <a:pt x="839170" y="3628357"/>
                </a:lnTo>
                <a:lnTo>
                  <a:pt x="838857" y="3628128"/>
                </a:lnTo>
                <a:lnTo>
                  <a:pt x="838555" y="3627888"/>
                </a:lnTo>
                <a:lnTo>
                  <a:pt x="838262" y="3627635"/>
                </a:lnTo>
                <a:lnTo>
                  <a:pt x="837979" y="3627371"/>
                </a:lnTo>
                <a:lnTo>
                  <a:pt x="837707" y="3627095"/>
                </a:lnTo>
                <a:lnTo>
                  <a:pt x="837444" y="3626811"/>
                </a:lnTo>
                <a:lnTo>
                  <a:pt x="837193" y="3626523"/>
                </a:lnTo>
                <a:lnTo>
                  <a:pt x="836954" y="3626231"/>
                </a:lnTo>
                <a:lnTo>
                  <a:pt x="836725" y="3625935"/>
                </a:lnTo>
                <a:lnTo>
                  <a:pt x="836508" y="3625635"/>
                </a:lnTo>
                <a:lnTo>
                  <a:pt x="836301" y="3625331"/>
                </a:lnTo>
                <a:lnTo>
                  <a:pt x="836106" y="3625022"/>
                </a:lnTo>
                <a:lnTo>
                  <a:pt x="835922" y="3624710"/>
                </a:lnTo>
                <a:lnTo>
                  <a:pt x="835749" y="3624393"/>
                </a:lnTo>
                <a:lnTo>
                  <a:pt x="835587" y="3624072"/>
                </a:lnTo>
                <a:lnTo>
                  <a:pt x="835437" y="3623747"/>
                </a:lnTo>
                <a:lnTo>
                  <a:pt x="835297" y="3623418"/>
                </a:lnTo>
                <a:lnTo>
                  <a:pt x="835169" y="3623085"/>
                </a:lnTo>
                <a:lnTo>
                  <a:pt x="835052" y="3622748"/>
                </a:lnTo>
                <a:lnTo>
                  <a:pt x="834946" y="3622406"/>
                </a:lnTo>
                <a:lnTo>
                  <a:pt x="834851" y="3622061"/>
                </a:lnTo>
                <a:lnTo>
                  <a:pt x="834768" y="3621711"/>
                </a:lnTo>
                <a:lnTo>
                  <a:pt x="834695" y="3621358"/>
                </a:lnTo>
                <a:lnTo>
                  <a:pt x="834634" y="3621000"/>
                </a:lnTo>
                <a:lnTo>
                  <a:pt x="834583" y="3620638"/>
                </a:lnTo>
                <a:lnTo>
                  <a:pt x="834544" y="3620272"/>
                </a:lnTo>
                <a:lnTo>
                  <a:pt x="834517" y="3619902"/>
                </a:lnTo>
                <a:lnTo>
                  <a:pt x="834500" y="3619528"/>
                </a:lnTo>
                <a:lnTo>
                  <a:pt x="834494" y="3619149"/>
                </a:lnTo>
                <a:lnTo>
                  <a:pt x="834500" y="3618757"/>
                </a:lnTo>
                <a:lnTo>
                  <a:pt x="834517" y="3618370"/>
                </a:lnTo>
                <a:lnTo>
                  <a:pt x="834544" y="3617987"/>
                </a:lnTo>
                <a:lnTo>
                  <a:pt x="834583" y="3617609"/>
                </a:lnTo>
                <a:lnTo>
                  <a:pt x="834634" y="3617235"/>
                </a:lnTo>
                <a:lnTo>
                  <a:pt x="834695" y="3616867"/>
                </a:lnTo>
                <a:lnTo>
                  <a:pt x="834768" y="3616503"/>
                </a:lnTo>
                <a:lnTo>
                  <a:pt x="834851" y="3616144"/>
                </a:lnTo>
                <a:lnTo>
                  <a:pt x="834946" y="3615789"/>
                </a:lnTo>
                <a:lnTo>
                  <a:pt x="835052" y="3615439"/>
                </a:lnTo>
                <a:lnTo>
                  <a:pt x="835169" y="3615094"/>
                </a:lnTo>
                <a:lnTo>
                  <a:pt x="835297" y="3614753"/>
                </a:lnTo>
                <a:lnTo>
                  <a:pt x="835437" y="3614418"/>
                </a:lnTo>
                <a:lnTo>
                  <a:pt x="835587" y="3614086"/>
                </a:lnTo>
                <a:lnTo>
                  <a:pt x="835749" y="3613760"/>
                </a:lnTo>
                <a:lnTo>
                  <a:pt x="835922" y="3613438"/>
                </a:lnTo>
                <a:lnTo>
                  <a:pt x="836106" y="3613121"/>
                </a:lnTo>
                <a:lnTo>
                  <a:pt x="836301" y="3612809"/>
                </a:lnTo>
                <a:lnTo>
                  <a:pt x="836508" y="3612501"/>
                </a:lnTo>
                <a:lnTo>
                  <a:pt x="836725" y="3612199"/>
                </a:lnTo>
                <a:lnTo>
                  <a:pt x="836954" y="3611900"/>
                </a:lnTo>
                <a:lnTo>
                  <a:pt x="837193" y="3611607"/>
                </a:lnTo>
                <a:lnTo>
                  <a:pt x="837444" y="3611318"/>
                </a:lnTo>
                <a:lnTo>
                  <a:pt x="837707" y="3611034"/>
                </a:lnTo>
                <a:lnTo>
                  <a:pt x="837979" y="3610772"/>
                </a:lnTo>
                <a:lnTo>
                  <a:pt x="838262" y="3610521"/>
                </a:lnTo>
                <a:lnTo>
                  <a:pt x="838555" y="3610281"/>
                </a:lnTo>
                <a:lnTo>
                  <a:pt x="838857" y="3610052"/>
                </a:lnTo>
                <a:lnTo>
                  <a:pt x="839170" y="3609835"/>
                </a:lnTo>
                <a:lnTo>
                  <a:pt x="839492" y="3609629"/>
                </a:lnTo>
                <a:lnTo>
                  <a:pt x="839825" y="3609433"/>
                </a:lnTo>
                <a:lnTo>
                  <a:pt x="840167" y="3609249"/>
                </a:lnTo>
                <a:lnTo>
                  <a:pt x="840520" y="3609076"/>
                </a:lnTo>
                <a:lnTo>
                  <a:pt x="840882" y="3608915"/>
                </a:lnTo>
                <a:lnTo>
                  <a:pt x="841255" y="3608764"/>
                </a:lnTo>
                <a:lnTo>
                  <a:pt x="841637" y="3608625"/>
                </a:lnTo>
                <a:lnTo>
                  <a:pt x="842030" y="3608496"/>
                </a:lnTo>
                <a:lnTo>
                  <a:pt x="842432" y="3608379"/>
                </a:lnTo>
                <a:lnTo>
                  <a:pt x="842845" y="3608273"/>
                </a:lnTo>
                <a:lnTo>
                  <a:pt x="843267" y="3608179"/>
                </a:lnTo>
                <a:lnTo>
                  <a:pt x="843699" y="3608095"/>
                </a:lnTo>
                <a:lnTo>
                  <a:pt x="844142" y="3608022"/>
                </a:lnTo>
                <a:lnTo>
                  <a:pt x="844594" y="3607961"/>
                </a:lnTo>
                <a:lnTo>
                  <a:pt x="845056" y="3607911"/>
                </a:lnTo>
                <a:lnTo>
                  <a:pt x="845529" y="3607872"/>
                </a:lnTo>
                <a:lnTo>
                  <a:pt x="846011" y="3607844"/>
                </a:lnTo>
                <a:lnTo>
                  <a:pt x="846503" y="3607827"/>
                </a:lnTo>
                <a:lnTo>
                  <a:pt x="847005" y="3607822"/>
                </a:lnTo>
                <a:lnTo>
                  <a:pt x="878959" y="3607822"/>
                </a:lnTo>
                <a:lnTo>
                  <a:pt x="879488" y="3607827"/>
                </a:lnTo>
                <a:lnTo>
                  <a:pt x="880006" y="3607844"/>
                </a:lnTo>
                <a:lnTo>
                  <a:pt x="880512" y="3607872"/>
                </a:lnTo>
                <a:lnTo>
                  <a:pt x="881007" y="3607911"/>
                </a:lnTo>
                <a:lnTo>
                  <a:pt x="881489" y="3607961"/>
                </a:lnTo>
                <a:lnTo>
                  <a:pt x="881960" y="3608022"/>
                </a:lnTo>
                <a:lnTo>
                  <a:pt x="882419" y="3608095"/>
                </a:lnTo>
                <a:lnTo>
                  <a:pt x="882866" y="3608179"/>
                </a:lnTo>
                <a:lnTo>
                  <a:pt x="883302" y="3608273"/>
                </a:lnTo>
                <a:lnTo>
                  <a:pt x="883726" y="3608379"/>
                </a:lnTo>
                <a:lnTo>
                  <a:pt x="884138" y="3608496"/>
                </a:lnTo>
                <a:lnTo>
                  <a:pt x="884538" y="3608625"/>
                </a:lnTo>
                <a:lnTo>
                  <a:pt x="884927" y="3608764"/>
                </a:lnTo>
                <a:lnTo>
                  <a:pt x="885304" y="3608915"/>
                </a:lnTo>
                <a:lnTo>
                  <a:pt x="885669" y="3609076"/>
                </a:lnTo>
                <a:lnTo>
                  <a:pt x="886022" y="3609249"/>
                </a:lnTo>
                <a:lnTo>
                  <a:pt x="886364" y="3609433"/>
                </a:lnTo>
                <a:lnTo>
                  <a:pt x="886694" y="3609629"/>
                </a:lnTo>
                <a:lnTo>
                  <a:pt x="887012" y="3609835"/>
                </a:lnTo>
                <a:lnTo>
                  <a:pt x="887318" y="3610052"/>
                </a:lnTo>
                <a:lnTo>
                  <a:pt x="887613" y="3610281"/>
                </a:lnTo>
                <a:lnTo>
                  <a:pt x="887896" y="3610521"/>
                </a:lnTo>
                <a:lnTo>
                  <a:pt x="888167" y="3610772"/>
                </a:lnTo>
                <a:lnTo>
                  <a:pt x="888427" y="3611034"/>
                </a:lnTo>
                <a:lnTo>
                  <a:pt x="888689" y="3611304"/>
                </a:lnTo>
                <a:lnTo>
                  <a:pt x="888940" y="3611580"/>
                </a:lnTo>
                <a:lnTo>
                  <a:pt x="889180" y="3611861"/>
                </a:lnTo>
                <a:lnTo>
                  <a:pt x="889408" y="3612147"/>
                </a:lnTo>
                <a:lnTo>
                  <a:pt x="889626" y="3612438"/>
                </a:lnTo>
                <a:lnTo>
                  <a:pt x="889832" y="3612735"/>
                </a:lnTo>
                <a:lnTo>
                  <a:pt x="890027" y="3613037"/>
                </a:lnTo>
                <a:lnTo>
                  <a:pt x="890211" y="3613344"/>
                </a:lnTo>
                <a:lnTo>
                  <a:pt x="890384" y="3613657"/>
                </a:lnTo>
                <a:lnTo>
                  <a:pt x="890546" y="3613975"/>
                </a:lnTo>
                <a:lnTo>
                  <a:pt x="890697" y="3614298"/>
                </a:lnTo>
                <a:lnTo>
                  <a:pt x="890836" y="3614627"/>
                </a:lnTo>
                <a:lnTo>
                  <a:pt x="890964" y="3614960"/>
                </a:lnTo>
                <a:lnTo>
                  <a:pt x="891081" y="3615299"/>
                </a:lnTo>
                <a:lnTo>
                  <a:pt x="891187" y="3615644"/>
                </a:lnTo>
                <a:lnTo>
                  <a:pt x="891282" y="3615993"/>
                </a:lnTo>
                <a:lnTo>
                  <a:pt x="891366" y="3616348"/>
                </a:lnTo>
                <a:lnTo>
                  <a:pt x="891438" y="3616708"/>
                </a:lnTo>
                <a:lnTo>
                  <a:pt x="891500" y="3617074"/>
                </a:lnTo>
                <a:lnTo>
                  <a:pt x="891550" y="3617444"/>
                </a:lnTo>
                <a:lnTo>
                  <a:pt x="891589" y="3617820"/>
                </a:lnTo>
                <a:lnTo>
                  <a:pt x="891617" y="3618202"/>
                </a:lnTo>
                <a:lnTo>
                  <a:pt x="891633" y="3618588"/>
                </a:lnTo>
                <a:lnTo>
                  <a:pt x="891639" y="3618980"/>
                </a:lnTo>
                <a:lnTo>
                  <a:pt x="891633" y="3619386"/>
                </a:lnTo>
                <a:lnTo>
                  <a:pt x="891617" y="3619786"/>
                </a:lnTo>
                <a:lnTo>
                  <a:pt x="891589" y="3620179"/>
                </a:lnTo>
                <a:lnTo>
                  <a:pt x="891550" y="3620567"/>
                </a:lnTo>
                <a:lnTo>
                  <a:pt x="891500" y="3620950"/>
                </a:lnTo>
                <a:lnTo>
                  <a:pt x="891438" y="3621326"/>
                </a:lnTo>
                <a:lnTo>
                  <a:pt x="891366" y="3621696"/>
                </a:lnTo>
                <a:lnTo>
                  <a:pt x="891282" y="3622061"/>
                </a:lnTo>
                <a:lnTo>
                  <a:pt x="891187" y="3622420"/>
                </a:lnTo>
                <a:lnTo>
                  <a:pt x="891081" y="3622772"/>
                </a:lnTo>
                <a:lnTo>
                  <a:pt x="890964" y="3623119"/>
                </a:lnTo>
                <a:lnTo>
                  <a:pt x="890836" y="3623460"/>
                </a:lnTo>
                <a:lnTo>
                  <a:pt x="890697" y="3623796"/>
                </a:lnTo>
                <a:lnTo>
                  <a:pt x="890546" y="3624125"/>
                </a:lnTo>
                <a:lnTo>
                  <a:pt x="890384" y="3624448"/>
                </a:lnTo>
                <a:lnTo>
                  <a:pt x="890211" y="3624766"/>
                </a:lnTo>
                <a:lnTo>
                  <a:pt x="890027" y="3625078"/>
                </a:lnTo>
                <a:lnTo>
                  <a:pt x="889832" y="3625383"/>
                </a:lnTo>
                <a:lnTo>
                  <a:pt x="889626" y="3625683"/>
                </a:lnTo>
                <a:lnTo>
                  <a:pt x="889408" y="3625978"/>
                </a:lnTo>
                <a:lnTo>
                  <a:pt x="889180" y="3626266"/>
                </a:lnTo>
                <a:lnTo>
                  <a:pt x="888940" y="3626548"/>
                </a:lnTo>
                <a:lnTo>
                  <a:pt x="888689" y="3626825"/>
                </a:lnTo>
                <a:lnTo>
                  <a:pt x="888427" y="3627095"/>
                </a:lnTo>
                <a:lnTo>
                  <a:pt x="888154" y="3627371"/>
                </a:lnTo>
                <a:lnTo>
                  <a:pt x="887870" y="3627635"/>
                </a:lnTo>
                <a:lnTo>
                  <a:pt x="887576" y="3627888"/>
                </a:lnTo>
                <a:lnTo>
                  <a:pt x="887271" y="3628128"/>
                </a:lnTo>
                <a:lnTo>
                  <a:pt x="886956" y="3628357"/>
                </a:lnTo>
                <a:lnTo>
                  <a:pt x="886630" y="3628575"/>
                </a:lnTo>
                <a:lnTo>
                  <a:pt x="886294" y="3628780"/>
                </a:lnTo>
                <a:lnTo>
                  <a:pt x="885947" y="3628974"/>
                </a:lnTo>
                <a:lnTo>
                  <a:pt x="885590" y="3629156"/>
                </a:lnTo>
                <a:lnTo>
                  <a:pt x="885222" y="3629326"/>
                </a:lnTo>
                <a:lnTo>
                  <a:pt x="884843" y="3629484"/>
                </a:lnTo>
                <a:lnTo>
                  <a:pt x="884454" y="3629631"/>
                </a:lnTo>
                <a:lnTo>
                  <a:pt x="884054" y="3629766"/>
                </a:lnTo>
                <a:lnTo>
                  <a:pt x="883644" y="3629890"/>
                </a:lnTo>
                <a:lnTo>
                  <a:pt x="883223" y="3630001"/>
                </a:lnTo>
                <a:lnTo>
                  <a:pt x="882791" y="3630101"/>
                </a:lnTo>
                <a:lnTo>
                  <a:pt x="882349" y="3630189"/>
                </a:lnTo>
                <a:lnTo>
                  <a:pt x="881896" y="3630265"/>
                </a:lnTo>
                <a:lnTo>
                  <a:pt x="881433" y="3630330"/>
                </a:lnTo>
                <a:lnTo>
                  <a:pt x="880960" y="3630383"/>
                </a:lnTo>
                <a:lnTo>
                  <a:pt x="880475" y="3630424"/>
                </a:lnTo>
                <a:lnTo>
                  <a:pt x="879980" y="3630453"/>
                </a:lnTo>
                <a:lnTo>
                  <a:pt x="879475" y="3630471"/>
                </a:lnTo>
                <a:lnTo>
                  <a:pt x="878959" y="3630477"/>
                </a:lnTo>
                <a:lnTo>
                  <a:pt x="847005" y="3630477"/>
                </a:lnTo>
                <a:lnTo>
                  <a:pt x="846503" y="3630471"/>
                </a:lnTo>
                <a:lnTo>
                  <a:pt x="846011" y="3630453"/>
                </a:lnTo>
                <a:lnTo>
                  <a:pt x="845529" y="3630424"/>
                </a:lnTo>
                <a:lnTo>
                  <a:pt x="845056" y="3630383"/>
                </a:lnTo>
                <a:lnTo>
                  <a:pt x="844594" y="3630330"/>
                </a:lnTo>
                <a:lnTo>
                  <a:pt x="844142" y="3630265"/>
                </a:lnTo>
                <a:lnTo>
                  <a:pt x="843699" y="3630189"/>
                </a:lnTo>
                <a:lnTo>
                  <a:pt x="843267" y="3630101"/>
                </a:lnTo>
                <a:lnTo>
                  <a:pt x="842845" y="3630001"/>
                </a:lnTo>
                <a:close/>
                <a:moveTo>
                  <a:pt x="856404" y="3564961"/>
                </a:moveTo>
                <a:lnTo>
                  <a:pt x="855766" y="3564821"/>
                </a:lnTo>
                <a:lnTo>
                  <a:pt x="855141" y="3564667"/>
                </a:lnTo>
                <a:lnTo>
                  <a:pt x="854529" y="3564498"/>
                </a:lnTo>
                <a:lnTo>
                  <a:pt x="853929" y="3564315"/>
                </a:lnTo>
                <a:lnTo>
                  <a:pt x="853343" y="3564117"/>
                </a:lnTo>
                <a:lnTo>
                  <a:pt x="852769" y="3563904"/>
                </a:lnTo>
                <a:lnTo>
                  <a:pt x="852209" y="3563676"/>
                </a:lnTo>
                <a:lnTo>
                  <a:pt x="851661" y="3563434"/>
                </a:lnTo>
                <a:lnTo>
                  <a:pt x="851126" y="3563177"/>
                </a:lnTo>
                <a:lnTo>
                  <a:pt x="850604" y="3562906"/>
                </a:lnTo>
                <a:lnTo>
                  <a:pt x="850095" y="3562620"/>
                </a:lnTo>
                <a:lnTo>
                  <a:pt x="849599" y="3562319"/>
                </a:lnTo>
                <a:lnTo>
                  <a:pt x="849116" y="3562003"/>
                </a:lnTo>
                <a:lnTo>
                  <a:pt x="848646" y="3561673"/>
                </a:lnTo>
                <a:lnTo>
                  <a:pt x="848189" y="3561328"/>
                </a:lnTo>
                <a:lnTo>
                  <a:pt x="847761" y="3560956"/>
                </a:lnTo>
                <a:lnTo>
                  <a:pt x="847352" y="3560572"/>
                </a:lnTo>
                <a:lnTo>
                  <a:pt x="846960" y="3560176"/>
                </a:lnTo>
                <a:lnTo>
                  <a:pt x="846587" y="3559769"/>
                </a:lnTo>
                <a:lnTo>
                  <a:pt x="846232" y="3559350"/>
                </a:lnTo>
                <a:lnTo>
                  <a:pt x="845896" y="3558919"/>
                </a:lnTo>
                <a:lnTo>
                  <a:pt x="845577" y="3558476"/>
                </a:lnTo>
                <a:lnTo>
                  <a:pt x="845277" y="3558022"/>
                </a:lnTo>
                <a:lnTo>
                  <a:pt x="844995" y="3557556"/>
                </a:lnTo>
                <a:lnTo>
                  <a:pt x="844731" y="3557078"/>
                </a:lnTo>
                <a:lnTo>
                  <a:pt x="844485" y="3556588"/>
                </a:lnTo>
                <a:lnTo>
                  <a:pt x="844258" y="3556087"/>
                </a:lnTo>
                <a:lnTo>
                  <a:pt x="844049" y="3555574"/>
                </a:lnTo>
                <a:lnTo>
                  <a:pt x="843858" y="3555049"/>
                </a:lnTo>
                <a:lnTo>
                  <a:pt x="843685" y="3554513"/>
                </a:lnTo>
                <a:lnTo>
                  <a:pt x="843530" y="3553964"/>
                </a:lnTo>
                <a:lnTo>
                  <a:pt x="843394" y="3553404"/>
                </a:lnTo>
                <a:lnTo>
                  <a:pt x="843275" y="3552832"/>
                </a:lnTo>
                <a:lnTo>
                  <a:pt x="843175" y="3552249"/>
                </a:lnTo>
                <a:lnTo>
                  <a:pt x="843093" y="3551654"/>
                </a:lnTo>
                <a:lnTo>
                  <a:pt x="843030" y="3551047"/>
                </a:lnTo>
                <a:lnTo>
                  <a:pt x="842984" y="3550428"/>
                </a:lnTo>
                <a:lnTo>
                  <a:pt x="842957" y="3549797"/>
                </a:lnTo>
                <a:lnTo>
                  <a:pt x="842948" y="3549155"/>
                </a:lnTo>
                <a:lnTo>
                  <a:pt x="842957" y="3548500"/>
                </a:lnTo>
                <a:lnTo>
                  <a:pt x="842984" y="3547857"/>
                </a:lnTo>
                <a:lnTo>
                  <a:pt x="843030" y="3547227"/>
                </a:lnTo>
                <a:lnTo>
                  <a:pt x="843093" y="3546610"/>
                </a:lnTo>
                <a:lnTo>
                  <a:pt x="843175" y="3546006"/>
                </a:lnTo>
                <a:lnTo>
                  <a:pt x="843275" y="3545415"/>
                </a:lnTo>
                <a:lnTo>
                  <a:pt x="843394" y="3544837"/>
                </a:lnTo>
                <a:lnTo>
                  <a:pt x="843530" y="3544271"/>
                </a:lnTo>
                <a:lnTo>
                  <a:pt x="843685" y="3543719"/>
                </a:lnTo>
                <a:lnTo>
                  <a:pt x="843858" y="3543179"/>
                </a:lnTo>
                <a:lnTo>
                  <a:pt x="844049" y="3542653"/>
                </a:lnTo>
                <a:lnTo>
                  <a:pt x="844258" y="3542139"/>
                </a:lnTo>
                <a:lnTo>
                  <a:pt x="844485" y="3541638"/>
                </a:lnTo>
                <a:lnTo>
                  <a:pt x="844731" y="3541151"/>
                </a:lnTo>
                <a:lnTo>
                  <a:pt x="844995" y="3540676"/>
                </a:lnTo>
                <a:lnTo>
                  <a:pt x="845277" y="3540214"/>
                </a:lnTo>
                <a:lnTo>
                  <a:pt x="845577" y="3539765"/>
                </a:lnTo>
                <a:lnTo>
                  <a:pt x="845896" y="3539328"/>
                </a:lnTo>
                <a:lnTo>
                  <a:pt x="846232" y="3538905"/>
                </a:lnTo>
                <a:lnTo>
                  <a:pt x="846587" y="3538495"/>
                </a:lnTo>
                <a:lnTo>
                  <a:pt x="846960" y="3538097"/>
                </a:lnTo>
                <a:lnTo>
                  <a:pt x="847352" y="3537713"/>
                </a:lnTo>
                <a:lnTo>
                  <a:pt x="847761" y="3537341"/>
                </a:lnTo>
                <a:lnTo>
                  <a:pt x="848189" y="3536983"/>
                </a:lnTo>
                <a:lnTo>
                  <a:pt x="848646" y="3536638"/>
                </a:lnTo>
                <a:lnTo>
                  <a:pt x="849116" y="3536307"/>
                </a:lnTo>
                <a:lnTo>
                  <a:pt x="849599" y="3535992"/>
                </a:lnTo>
                <a:lnTo>
                  <a:pt x="850095" y="3535691"/>
                </a:lnTo>
                <a:lnTo>
                  <a:pt x="850604" y="3535405"/>
                </a:lnTo>
                <a:lnTo>
                  <a:pt x="851126" y="3535133"/>
                </a:lnTo>
                <a:lnTo>
                  <a:pt x="851661" y="3534876"/>
                </a:lnTo>
                <a:lnTo>
                  <a:pt x="852209" y="3534634"/>
                </a:lnTo>
                <a:lnTo>
                  <a:pt x="852769" y="3534407"/>
                </a:lnTo>
                <a:lnTo>
                  <a:pt x="853343" y="3534194"/>
                </a:lnTo>
                <a:lnTo>
                  <a:pt x="853929" y="3533996"/>
                </a:lnTo>
                <a:lnTo>
                  <a:pt x="854529" y="3533812"/>
                </a:lnTo>
                <a:lnTo>
                  <a:pt x="855141" y="3533644"/>
                </a:lnTo>
                <a:lnTo>
                  <a:pt x="855766" y="3533490"/>
                </a:lnTo>
                <a:lnTo>
                  <a:pt x="856404" y="3533350"/>
                </a:lnTo>
                <a:lnTo>
                  <a:pt x="857055" y="3533225"/>
                </a:lnTo>
                <a:lnTo>
                  <a:pt x="857719" y="3533115"/>
                </a:lnTo>
                <a:lnTo>
                  <a:pt x="858396" y="3533020"/>
                </a:lnTo>
                <a:lnTo>
                  <a:pt x="859086" y="3532939"/>
                </a:lnTo>
                <a:lnTo>
                  <a:pt x="859789" y="3532873"/>
                </a:lnTo>
                <a:lnTo>
                  <a:pt x="860504" y="3532822"/>
                </a:lnTo>
                <a:lnTo>
                  <a:pt x="861233" y="3532785"/>
                </a:lnTo>
                <a:lnTo>
                  <a:pt x="861974" y="3532763"/>
                </a:lnTo>
                <a:lnTo>
                  <a:pt x="862729" y="3532756"/>
                </a:lnTo>
                <a:lnTo>
                  <a:pt x="863496" y="3532763"/>
                </a:lnTo>
                <a:lnTo>
                  <a:pt x="864250" y="3532785"/>
                </a:lnTo>
                <a:lnTo>
                  <a:pt x="864990" y="3532822"/>
                </a:lnTo>
                <a:lnTo>
                  <a:pt x="865715" y="3532873"/>
                </a:lnTo>
                <a:lnTo>
                  <a:pt x="866427" y="3532939"/>
                </a:lnTo>
                <a:lnTo>
                  <a:pt x="867124" y="3533020"/>
                </a:lnTo>
                <a:lnTo>
                  <a:pt x="867808" y="3533115"/>
                </a:lnTo>
                <a:lnTo>
                  <a:pt x="868477" y="3533225"/>
                </a:lnTo>
                <a:lnTo>
                  <a:pt x="869132" y="3533350"/>
                </a:lnTo>
                <a:lnTo>
                  <a:pt x="869773" y="3533490"/>
                </a:lnTo>
                <a:lnTo>
                  <a:pt x="870400" y="3533644"/>
                </a:lnTo>
                <a:lnTo>
                  <a:pt x="871013" y="3533812"/>
                </a:lnTo>
                <a:lnTo>
                  <a:pt x="871612" y="3533996"/>
                </a:lnTo>
                <a:lnTo>
                  <a:pt x="872196" y="3534194"/>
                </a:lnTo>
                <a:lnTo>
                  <a:pt x="872767" y="3534407"/>
                </a:lnTo>
                <a:lnTo>
                  <a:pt x="873323" y="3534634"/>
                </a:lnTo>
                <a:lnTo>
                  <a:pt x="873866" y="3534876"/>
                </a:lnTo>
                <a:lnTo>
                  <a:pt x="874394" y="3535133"/>
                </a:lnTo>
                <a:lnTo>
                  <a:pt x="874908" y="3535405"/>
                </a:lnTo>
                <a:lnTo>
                  <a:pt x="875409" y="3535691"/>
                </a:lnTo>
                <a:lnTo>
                  <a:pt x="875895" y="3535992"/>
                </a:lnTo>
                <a:lnTo>
                  <a:pt x="876367" y="3536307"/>
                </a:lnTo>
                <a:lnTo>
                  <a:pt x="876824" y="3536638"/>
                </a:lnTo>
                <a:lnTo>
                  <a:pt x="877268" y="3536983"/>
                </a:lnTo>
                <a:lnTo>
                  <a:pt x="877696" y="3537341"/>
                </a:lnTo>
                <a:lnTo>
                  <a:pt x="878105" y="3537713"/>
                </a:lnTo>
                <a:lnTo>
                  <a:pt x="878497" y="3538097"/>
                </a:lnTo>
                <a:lnTo>
                  <a:pt x="878870" y="3538495"/>
                </a:lnTo>
                <a:lnTo>
                  <a:pt x="879225" y="3538905"/>
                </a:lnTo>
                <a:lnTo>
                  <a:pt x="879561" y="3539328"/>
                </a:lnTo>
                <a:lnTo>
                  <a:pt x="879880" y="3539765"/>
                </a:lnTo>
                <a:lnTo>
                  <a:pt x="880180" y="3540214"/>
                </a:lnTo>
                <a:lnTo>
                  <a:pt x="880462" y="3540676"/>
                </a:lnTo>
                <a:lnTo>
                  <a:pt x="880726" y="3541151"/>
                </a:lnTo>
                <a:lnTo>
                  <a:pt x="880972" y="3541638"/>
                </a:lnTo>
                <a:lnTo>
                  <a:pt x="881199" y="3542139"/>
                </a:lnTo>
                <a:lnTo>
                  <a:pt x="881408" y="3542653"/>
                </a:lnTo>
                <a:lnTo>
                  <a:pt x="881599" y="3543179"/>
                </a:lnTo>
                <a:lnTo>
                  <a:pt x="881772" y="3543719"/>
                </a:lnTo>
                <a:lnTo>
                  <a:pt x="881927" y="3544271"/>
                </a:lnTo>
                <a:lnTo>
                  <a:pt x="882064" y="3544837"/>
                </a:lnTo>
                <a:lnTo>
                  <a:pt x="882182" y="3545415"/>
                </a:lnTo>
                <a:lnTo>
                  <a:pt x="882282" y="3546006"/>
                </a:lnTo>
                <a:lnTo>
                  <a:pt x="882364" y="3546610"/>
                </a:lnTo>
                <a:lnTo>
                  <a:pt x="882428" y="3547227"/>
                </a:lnTo>
                <a:lnTo>
                  <a:pt x="882473" y="3547857"/>
                </a:lnTo>
                <a:lnTo>
                  <a:pt x="882500" y="3548500"/>
                </a:lnTo>
                <a:lnTo>
                  <a:pt x="882509" y="3549155"/>
                </a:lnTo>
                <a:lnTo>
                  <a:pt x="882500" y="3549797"/>
                </a:lnTo>
                <a:lnTo>
                  <a:pt x="882473" y="3550428"/>
                </a:lnTo>
                <a:lnTo>
                  <a:pt x="882428" y="3551047"/>
                </a:lnTo>
                <a:lnTo>
                  <a:pt x="882364" y="3551654"/>
                </a:lnTo>
                <a:lnTo>
                  <a:pt x="882282" y="3552249"/>
                </a:lnTo>
                <a:lnTo>
                  <a:pt x="882182" y="3552832"/>
                </a:lnTo>
                <a:lnTo>
                  <a:pt x="882064" y="3553404"/>
                </a:lnTo>
                <a:lnTo>
                  <a:pt x="881927" y="3553964"/>
                </a:lnTo>
                <a:lnTo>
                  <a:pt x="881772" y="3554513"/>
                </a:lnTo>
                <a:lnTo>
                  <a:pt x="881599" y="3555049"/>
                </a:lnTo>
                <a:lnTo>
                  <a:pt x="881408" y="3555574"/>
                </a:lnTo>
                <a:lnTo>
                  <a:pt x="881199" y="3556087"/>
                </a:lnTo>
                <a:lnTo>
                  <a:pt x="880972" y="3556588"/>
                </a:lnTo>
                <a:lnTo>
                  <a:pt x="880726" y="3557078"/>
                </a:lnTo>
                <a:lnTo>
                  <a:pt x="880462" y="3557556"/>
                </a:lnTo>
                <a:lnTo>
                  <a:pt x="880180" y="3558022"/>
                </a:lnTo>
                <a:lnTo>
                  <a:pt x="879880" y="3558476"/>
                </a:lnTo>
                <a:lnTo>
                  <a:pt x="879561" y="3558919"/>
                </a:lnTo>
                <a:lnTo>
                  <a:pt x="879225" y="3559350"/>
                </a:lnTo>
                <a:lnTo>
                  <a:pt x="878870" y="3559769"/>
                </a:lnTo>
                <a:lnTo>
                  <a:pt x="878497" y="3560176"/>
                </a:lnTo>
                <a:lnTo>
                  <a:pt x="878105" y="3560572"/>
                </a:lnTo>
                <a:lnTo>
                  <a:pt x="877696" y="3560956"/>
                </a:lnTo>
                <a:lnTo>
                  <a:pt x="877268" y="3561328"/>
                </a:lnTo>
                <a:lnTo>
                  <a:pt x="876824" y="3561673"/>
                </a:lnTo>
                <a:lnTo>
                  <a:pt x="876367" y="3562003"/>
                </a:lnTo>
                <a:lnTo>
                  <a:pt x="875895" y="3562319"/>
                </a:lnTo>
                <a:lnTo>
                  <a:pt x="875409" y="3562620"/>
                </a:lnTo>
                <a:lnTo>
                  <a:pt x="874908" y="3562906"/>
                </a:lnTo>
                <a:lnTo>
                  <a:pt x="874394" y="3563177"/>
                </a:lnTo>
                <a:lnTo>
                  <a:pt x="873866" y="3563434"/>
                </a:lnTo>
                <a:lnTo>
                  <a:pt x="873323" y="3563676"/>
                </a:lnTo>
                <a:lnTo>
                  <a:pt x="872767" y="3563904"/>
                </a:lnTo>
                <a:lnTo>
                  <a:pt x="872196" y="3564117"/>
                </a:lnTo>
                <a:lnTo>
                  <a:pt x="871612" y="3564315"/>
                </a:lnTo>
                <a:lnTo>
                  <a:pt x="871013" y="3564498"/>
                </a:lnTo>
                <a:lnTo>
                  <a:pt x="870400" y="3564667"/>
                </a:lnTo>
                <a:lnTo>
                  <a:pt x="869773" y="3564821"/>
                </a:lnTo>
                <a:lnTo>
                  <a:pt x="869132" y="3564961"/>
                </a:lnTo>
                <a:lnTo>
                  <a:pt x="868477" y="3565085"/>
                </a:lnTo>
                <a:lnTo>
                  <a:pt x="867808" y="3565195"/>
                </a:lnTo>
                <a:lnTo>
                  <a:pt x="867124" y="3565291"/>
                </a:lnTo>
                <a:lnTo>
                  <a:pt x="866427" y="3565371"/>
                </a:lnTo>
                <a:lnTo>
                  <a:pt x="865715" y="3565437"/>
                </a:lnTo>
                <a:lnTo>
                  <a:pt x="864990" y="3565489"/>
                </a:lnTo>
                <a:lnTo>
                  <a:pt x="864250" y="3565526"/>
                </a:lnTo>
                <a:lnTo>
                  <a:pt x="863496" y="3565548"/>
                </a:lnTo>
                <a:lnTo>
                  <a:pt x="862729" y="3565555"/>
                </a:lnTo>
                <a:lnTo>
                  <a:pt x="861974" y="3565548"/>
                </a:lnTo>
                <a:lnTo>
                  <a:pt x="861233" y="3565526"/>
                </a:lnTo>
                <a:lnTo>
                  <a:pt x="860504" y="3565489"/>
                </a:lnTo>
                <a:lnTo>
                  <a:pt x="859789" y="3565437"/>
                </a:lnTo>
                <a:lnTo>
                  <a:pt x="859086" y="3565371"/>
                </a:lnTo>
                <a:lnTo>
                  <a:pt x="858396" y="3565291"/>
                </a:lnTo>
                <a:lnTo>
                  <a:pt x="857719" y="3565195"/>
                </a:lnTo>
                <a:lnTo>
                  <a:pt x="857055" y="3565085"/>
                </a:lnTo>
                <a:lnTo>
                  <a:pt x="856404" y="3564961"/>
                </a:lnTo>
                <a:close/>
                <a:moveTo>
                  <a:pt x="982982" y="3860542"/>
                </a:moveTo>
                <a:lnTo>
                  <a:pt x="983503" y="3860503"/>
                </a:lnTo>
                <a:lnTo>
                  <a:pt x="984025" y="3860458"/>
                </a:lnTo>
                <a:lnTo>
                  <a:pt x="984546" y="3860409"/>
                </a:lnTo>
                <a:lnTo>
                  <a:pt x="985067" y="3860355"/>
                </a:lnTo>
                <a:lnTo>
                  <a:pt x="985588" y="3860296"/>
                </a:lnTo>
                <a:lnTo>
                  <a:pt x="986110" y="3860232"/>
                </a:lnTo>
                <a:lnTo>
                  <a:pt x="986631" y="3860164"/>
                </a:lnTo>
                <a:lnTo>
                  <a:pt x="987152" y="3860092"/>
                </a:lnTo>
                <a:lnTo>
                  <a:pt x="987674" y="3860014"/>
                </a:lnTo>
                <a:lnTo>
                  <a:pt x="988195" y="3859932"/>
                </a:lnTo>
                <a:lnTo>
                  <a:pt x="988716" y="3859845"/>
                </a:lnTo>
                <a:lnTo>
                  <a:pt x="989237" y="3859753"/>
                </a:lnTo>
                <a:lnTo>
                  <a:pt x="989759" y="3859657"/>
                </a:lnTo>
                <a:lnTo>
                  <a:pt x="990280" y="3859556"/>
                </a:lnTo>
                <a:lnTo>
                  <a:pt x="990801" y="3859451"/>
                </a:lnTo>
                <a:lnTo>
                  <a:pt x="991323" y="3859340"/>
                </a:lnTo>
                <a:lnTo>
                  <a:pt x="991840" y="3859239"/>
                </a:lnTo>
                <a:lnTo>
                  <a:pt x="992350" y="3859135"/>
                </a:lnTo>
                <a:lnTo>
                  <a:pt x="992852" y="3859026"/>
                </a:lnTo>
                <a:lnTo>
                  <a:pt x="993347" y="3858913"/>
                </a:lnTo>
                <a:lnTo>
                  <a:pt x="993834" y="3858796"/>
                </a:lnTo>
                <a:lnTo>
                  <a:pt x="994313" y="3858674"/>
                </a:lnTo>
                <a:lnTo>
                  <a:pt x="994785" y="3858549"/>
                </a:lnTo>
                <a:lnTo>
                  <a:pt x="995249" y="3858420"/>
                </a:lnTo>
                <a:lnTo>
                  <a:pt x="995705" y="3858286"/>
                </a:lnTo>
                <a:lnTo>
                  <a:pt x="996154" y="3858149"/>
                </a:lnTo>
                <a:lnTo>
                  <a:pt x="996595" y="3858007"/>
                </a:lnTo>
                <a:lnTo>
                  <a:pt x="997029" y="3857861"/>
                </a:lnTo>
                <a:lnTo>
                  <a:pt x="997454" y="3857711"/>
                </a:lnTo>
                <a:lnTo>
                  <a:pt x="997873" y="3857557"/>
                </a:lnTo>
                <a:lnTo>
                  <a:pt x="998283" y="3857399"/>
                </a:lnTo>
                <a:lnTo>
                  <a:pt x="998686" y="3857236"/>
                </a:lnTo>
                <a:lnTo>
                  <a:pt x="999082" y="3857070"/>
                </a:lnTo>
                <a:lnTo>
                  <a:pt x="999469" y="3856899"/>
                </a:lnTo>
                <a:lnTo>
                  <a:pt x="999850" y="3856725"/>
                </a:lnTo>
                <a:lnTo>
                  <a:pt x="1000222" y="3856546"/>
                </a:lnTo>
                <a:lnTo>
                  <a:pt x="1000587" y="3856363"/>
                </a:lnTo>
                <a:lnTo>
                  <a:pt x="1000944" y="3856176"/>
                </a:lnTo>
                <a:lnTo>
                  <a:pt x="1001294" y="3855985"/>
                </a:lnTo>
                <a:lnTo>
                  <a:pt x="1001636" y="3855790"/>
                </a:lnTo>
                <a:lnTo>
                  <a:pt x="1001636" y="3842772"/>
                </a:lnTo>
                <a:lnTo>
                  <a:pt x="1001338" y="3842912"/>
                </a:lnTo>
                <a:lnTo>
                  <a:pt x="1001036" y="3843052"/>
                </a:lnTo>
                <a:lnTo>
                  <a:pt x="1000730" y="3843192"/>
                </a:lnTo>
                <a:lnTo>
                  <a:pt x="1000419" y="3843330"/>
                </a:lnTo>
                <a:lnTo>
                  <a:pt x="1000105" y="3843469"/>
                </a:lnTo>
                <a:lnTo>
                  <a:pt x="999786" y="3843606"/>
                </a:lnTo>
                <a:lnTo>
                  <a:pt x="999464" y="3843743"/>
                </a:lnTo>
                <a:lnTo>
                  <a:pt x="999137" y="3843880"/>
                </a:lnTo>
                <a:lnTo>
                  <a:pt x="998806" y="3844016"/>
                </a:lnTo>
                <a:lnTo>
                  <a:pt x="998472" y="3844151"/>
                </a:lnTo>
                <a:lnTo>
                  <a:pt x="998132" y="3844286"/>
                </a:lnTo>
                <a:lnTo>
                  <a:pt x="997789" y="3844420"/>
                </a:lnTo>
                <a:lnTo>
                  <a:pt x="997442" y="3844554"/>
                </a:lnTo>
                <a:lnTo>
                  <a:pt x="997091" y="3844687"/>
                </a:lnTo>
                <a:lnTo>
                  <a:pt x="996735" y="3844819"/>
                </a:lnTo>
                <a:lnTo>
                  <a:pt x="996376" y="3844951"/>
                </a:lnTo>
                <a:lnTo>
                  <a:pt x="996012" y="3845082"/>
                </a:lnTo>
                <a:lnTo>
                  <a:pt x="995644" y="3845212"/>
                </a:lnTo>
                <a:lnTo>
                  <a:pt x="995272" y="3845342"/>
                </a:lnTo>
                <a:lnTo>
                  <a:pt x="994896" y="3845472"/>
                </a:lnTo>
                <a:lnTo>
                  <a:pt x="994516" y="3845601"/>
                </a:lnTo>
                <a:lnTo>
                  <a:pt x="994132" y="3845729"/>
                </a:lnTo>
                <a:lnTo>
                  <a:pt x="993744" y="3845857"/>
                </a:lnTo>
                <a:lnTo>
                  <a:pt x="993351" y="3845984"/>
                </a:lnTo>
                <a:lnTo>
                  <a:pt x="992969" y="3846094"/>
                </a:lnTo>
                <a:lnTo>
                  <a:pt x="992585" y="3846200"/>
                </a:lnTo>
                <a:lnTo>
                  <a:pt x="992197" y="3846301"/>
                </a:lnTo>
                <a:lnTo>
                  <a:pt x="991806" y="3846397"/>
                </a:lnTo>
                <a:lnTo>
                  <a:pt x="991413" y="3846489"/>
                </a:lnTo>
                <a:lnTo>
                  <a:pt x="991016" y="3846576"/>
                </a:lnTo>
                <a:lnTo>
                  <a:pt x="990617" y="3846658"/>
                </a:lnTo>
                <a:lnTo>
                  <a:pt x="990214" y="3846735"/>
                </a:lnTo>
                <a:lnTo>
                  <a:pt x="989809" y="3846808"/>
                </a:lnTo>
                <a:lnTo>
                  <a:pt x="989401" y="3846876"/>
                </a:lnTo>
                <a:lnTo>
                  <a:pt x="988989" y="3846940"/>
                </a:lnTo>
                <a:lnTo>
                  <a:pt x="988575" y="3846998"/>
                </a:lnTo>
                <a:lnTo>
                  <a:pt x="988158" y="3847052"/>
                </a:lnTo>
                <a:lnTo>
                  <a:pt x="987738" y="3847102"/>
                </a:lnTo>
                <a:lnTo>
                  <a:pt x="987315" y="3847146"/>
                </a:lnTo>
                <a:lnTo>
                  <a:pt x="986889" y="3847186"/>
                </a:lnTo>
                <a:lnTo>
                  <a:pt x="986460" y="3847221"/>
                </a:lnTo>
                <a:lnTo>
                  <a:pt x="986029" y="3847252"/>
                </a:lnTo>
                <a:lnTo>
                  <a:pt x="985594" y="3847278"/>
                </a:lnTo>
                <a:lnTo>
                  <a:pt x="985156" y="3847299"/>
                </a:lnTo>
                <a:lnTo>
                  <a:pt x="984716" y="3847315"/>
                </a:lnTo>
                <a:lnTo>
                  <a:pt x="984272" y="3847327"/>
                </a:lnTo>
                <a:lnTo>
                  <a:pt x="983826" y="3847334"/>
                </a:lnTo>
                <a:lnTo>
                  <a:pt x="983376" y="3847336"/>
                </a:lnTo>
                <a:lnTo>
                  <a:pt x="982803" y="3847333"/>
                </a:lnTo>
                <a:lnTo>
                  <a:pt x="982238" y="3847325"/>
                </a:lnTo>
                <a:lnTo>
                  <a:pt x="981680" y="3847310"/>
                </a:lnTo>
                <a:lnTo>
                  <a:pt x="981132" y="3847289"/>
                </a:lnTo>
                <a:lnTo>
                  <a:pt x="980591" y="3847263"/>
                </a:lnTo>
                <a:lnTo>
                  <a:pt x="980058" y="3847231"/>
                </a:lnTo>
                <a:lnTo>
                  <a:pt x="979534" y="3847193"/>
                </a:lnTo>
                <a:lnTo>
                  <a:pt x="979018" y="3847149"/>
                </a:lnTo>
                <a:lnTo>
                  <a:pt x="978510" y="3847099"/>
                </a:lnTo>
                <a:lnTo>
                  <a:pt x="978011" y="3847043"/>
                </a:lnTo>
                <a:lnTo>
                  <a:pt x="977520" y="3846981"/>
                </a:lnTo>
                <a:lnTo>
                  <a:pt x="977036" y="3846914"/>
                </a:lnTo>
                <a:lnTo>
                  <a:pt x="976561" y="3846840"/>
                </a:lnTo>
                <a:lnTo>
                  <a:pt x="976095" y="3846761"/>
                </a:lnTo>
                <a:lnTo>
                  <a:pt x="975636" y="3846676"/>
                </a:lnTo>
                <a:lnTo>
                  <a:pt x="975186" y="3846585"/>
                </a:lnTo>
                <a:lnTo>
                  <a:pt x="974744" y="3846488"/>
                </a:lnTo>
                <a:lnTo>
                  <a:pt x="974310" y="3846385"/>
                </a:lnTo>
                <a:lnTo>
                  <a:pt x="973885" y="3846277"/>
                </a:lnTo>
                <a:lnTo>
                  <a:pt x="973467" y="3846162"/>
                </a:lnTo>
                <a:lnTo>
                  <a:pt x="973058" y="3846042"/>
                </a:lnTo>
                <a:lnTo>
                  <a:pt x="972657" y="3845916"/>
                </a:lnTo>
                <a:lnTo>
                  <a:pt x="972264" y="3845784"/>
                </a:lnTo>
                <a:lnTo>
                  <a:pt x="971880" y="3845646"/>
                </a:lnTo>
                <a:lnTo>
                  <a:pt x="971503" y="3845501"/>
                </a:lnTo>
                <a:lnTo>
                  <a:pt x="971134" y="3845350"/>
                </a:lnTo>
                <a:lnTo>
                  <a:pt x="970773" y="3845191"/>
                </a:lnTo>
                <a:lnTo>
                  <a:pt x="970419" y="3845026"/>
                </a:lnTo>
                <a:lnTo>
                  <a:pt x="970073" y="3844853"/>
                </a:lnTo>
                <a:lnTo>
                  <a:pt x="969735" y="3844673"/>
                </a:lnTo>
                <a:lnTo>
                  <a:pt x="969404" y="3844487"/>
                </a:lnTo>
                <a:lnTo>
                  <a:pt x="969081" y="3844293"/>
                </a:lnTo>
                <a:lnTo>
                  <a:pt x="968765" y="3844092"/>
                </a:lnTo>
                <a:lnTo>
                  <a:pt x="968457" y="3843884"/>
                </a:lnTo>
                <a:lnTo>
                  <a:pt x="968157" y="3843670"/>
                </a:lnTo>
                <a:lnTo>
                  <a:pt x="967865" y="3843448"/>
                </a:lnTo>
                <a:lnTo>
                  <a:pt x="967579" y="3843219"/>
                </a:lnTo>
                <a:lnTo>
                  <a:pt x="967302" y="3842983"/>
                </a:lnTo>
                <a:lnTo>
                  <a:pt x="967032" y="3842740"/>
                </a:lnTo>
                <a:lnTo>
                  <a:pt x="966770" y="3842490"/>
                </a:lnTo>
                <a:lnTo>
                  <a:pt x="966516" y="3842233"/>
                </a:lnTo>
                <a:lnTo>
                  <a:pt x="966269" y="3841968"/>
                </a:lnTo>
                <a:lnTo>
                  <a:pt x="966030" y="3841697"/>
                </a:lnTo>
                <a:lnTo>
                  <a:pt x="965798" y="3841419"/>
                </a:lnTo>
                <a:lnTo>
                  <a:pt x="965574" y="3841134"/>
                </a:lnTo>
                <a:lnTo>
                  <a:pt x="965358" y="3840841"/>
                </a:lnTo>
                <a:lnTo>
                  <a:pt x="965149" y="3840542"/>
                </a:lnTo>
                <a:lnTo>
                  <a:pt x="964948" y="3840236"/>
                </a:lnTo>
                <a:lnTo>
                  <a:pt x="964755" y="3839922"/>
                </a:lnTo>
                <a:lnTo>
                  <a:pt x="964570" y="3839602"/>
                </a:lnTo>
                <a:lnTo>
                  <a:pt x="964393" y="3839274"/>
                </a:lnTo>
                <a:lnTo>
                  <a:pt x="964225" y="3838939"/>
                </a:lnTo>
                <a:lnTo>
                  <a:pt x="964065" y="3838598"/>
                </a:lnTo>
                <a:lnTo>
                  <a:pt x="963913" y="3838249"/>
                </a:lnTo>
                <a:lnTo>
                  <a:pt x="963769" y="3837893"/>
                </a:lnTo>
                <a:lnTo>
                  <a:pt x="963633" y="3837530"/>
                </a:lnTo>
                <a:lnTo>
                  <a:pt x="963506" y="3837161"/>
                </a:lnTo>
                <a:lnTo>
                  <a:pt x="963387" y="3836784"/>
                </a:lnTo>
                <a:lnTo>
                  <a:pt x="963276" y="3836400"/>
                </a:lnTo>
                <a:lnTo>
                  <a:pt x="963173" y="3836009"/>
                </a:lnTo>
                <a:lnTo>
                  <a:pt x="963078" y="3835611"/>
                </a:lnTo>
                <a:lnTo>
                  <a:pt x="962992" y="3835206"/>
                </a:lnTo>
                <a:lnTo>
                  <a:pt x="962914" y="3834794"/>
                </a:lnTo>
                <a:lnTo>
                  <a:pt x="962844" y="3834375"/>
                </a:lnTo>
                <a:lnTo>
                  <a:pt x="962782" y="3833948"/>
                </a:lnTo>
                <a:lnTo>
                  <a:pt x="962729" y="3833515"/>
                </a:lnTo>
                <a:lnTo>
                  <a:pt x="962684" y="3833075"/>
                </a:lnTo>
                <a:lnTo>
                  <a:pt x="962647" y="3832628"/>
                </a:lnTo>
                <a:lnTo>
                  <a:pt x="962618" y="3832173"/>
                </a:lnTo>
                <a:lnTo>
                  <a:pt x="962598" y="3831712"/>
                </a:lnTo>
                <a:lnTo>
                  <a:pt x="962585" y="3831243"/>
                </a:lnTo>
                <a:lnTo>
                  <a:pt x="962581" y="3830768"/>
                </a:lnTo>
                <a:lnTo>
                  <a:pt x="962581" y="3785796"/>
                </a:lnTo>
                <a:lnTo>
                  <a:pt x="1001636" y="3785796"/>
                </a:lnTo>
                <a:lnTo>
                  <a:pt x="1001636" y="3772609"/>
                </a:lnTo>
                <a:lnTo>
                  <a:pt x="962581" y="3772609"/>
                </a:lnTo>
                <a:lnTo>
                  <a:pt x="962581" y="3745051"/>
                </a:lnTo>
                <a:lnTo>
                  <a:pt x="952099" y="3745051"/>
                </a:lnTo>
                <a:lnTo>
                  <a:pt x="946182" y="3772609"/>
                </a:lnTo>
                <a:lnTo>
                  <a:pt x="920652" y="3772609"/>
                </a:lnTo>
                <a:lnTo>
                  <a:pt x="920652" y="3785796"/>
                </a:lnTo>
                <a:lnTo>
                  <a:pt x="945674" y="3785796"/>
                </a:lnTo>
                <a:lnTo>
                  <a:pt x="945674" y="3832120"/>
                </a:lnTo>
                <a:lnTo>
                  <a:pt x="945690" y="3833374"/>
                </a:lnTo>
                <a:lnTo>
                  <a:pt x="945737" y="3834598"/>
                </a:lnTo>
                <a:lnTo>
                  <a:pt x="945814" y="3835792"/>
                </a:lnTo>
                <a:lnTo>
                  <a:pt x="945923" y="3836958"/>
                </a:lnTo>
                <a:lnTo>
                  <a:pt x="946063" y="3838093"/>
                </a:lnTo>
                <a:lnTo>
                  <a:pt x="946235" y="3839200"/>
                </a:lnTo>
                <a:lnTo>
                  <a:pt x="946437" y="3840277"/>
                </a:lnTo>
                <a:lnTo>
                  <a:pt x="946670" y="3841325"/>
                </a:lnTo>
                <a:lnTo>
                  <a:pt x="946935" y="3842344"/>
                </a:lnTo>
                <a:lnTo>
                  <a:pt x="947230" y="3843333"/>
                </a:lnTo>
                <a:lnTo>
                  <a:pt x="947557" y="3844293"/>
                </a:lnTo>
                <a:lnTo>
                  <a:pt x="947915" y="3845223"/>
                </a:lnTo>
                <a:lnTo>
                  <a:pt x="948304" y="3846124"/>
                </a:lnTo>
                <a:lnTo>
                  <a:pt x="948724" y="3846996"/>
                </a:lnTo>
                <a:lnTo>
                  <a:pt x="949175" y="3847838"/>
                </a:lnTo>
                <a:lnTo>
                  <a:pt x="949657" y="3848651"/>
                </a:lnTo>
                <a:lnTo>
                  <a:pt x="950170" y="3849435"/>
                </a:lnTo>
                <a:lnTo>
                  <a:pt x="950715" y="3850189"/>
                </a:lnTo>
                <a:lnTo>
                  <a:pt x="951290" y="3850914"/>
                </a:lnTo>
                <a:lnTo>
                  <a:pt x="951897" y="3851610"/>
                </a:lnTo>
                <a:lnTo>
                  <a:pt x="952535" y="3852276"/>
                </a:lnTo>
                <a:lnTo>
                  <a:pt x="953204" y="3852913"/>
                </a:lnTo>
                <a:lnTo>
                  <a:pt x="953904" y="3853521"/>
                </a:lnTo>
                <a:lnTo>
                  <a:pt x="954635" y="3854099"/>
                </a:lnTo>
                <a:lnTo>
                  <a:pt x="955393" y="3854637"/>
                </a:lnTo>
                <a:lnTo>
                  <a:pt x="956172" y="3855152"/>
                </a:lnTo>
                <a:lnTo>
                  <a:pt x="956973" y="3855644"/>
                </a:lnTo>
                <a:lnTo>
                  <a:pt x="957796" y="3856114"/>
                </a:lnTo>
                <a:lnTo>
                  <a:pt x="958640" y="3856560"/>
                </a:lnTo>
                <a:lnTo>
                  <a:pt x="959506" y="3856984"/>
                </a:lnTo>
                <a:lnTo>
                  <a:pt x="960394" y="3857384"/>
                </a:lnTo>
                <a:lnTo>
                  <a:pt x="961304" y="3857762"/>
                </a:lnTo>
                <a:lnTo>
                  <a:pt x="962235" y="3858117"/>
                </a:lnTo>
                <a:lnTo>
                  <a:pt x="963188" y="3858449"/>
                </a:lnTo>
                <a:lnTo>
                  <a:pt x="964163" y="3858758"/>
                </a:lnTo>
                <a:lnTo>
                  <a:pt x="965159" y="3859044"/>
                </a:lnTo>
                <a:lnTo>
                  <a:pt x="966178" y="3859308"/>
                </a:lnTo>
                <a:lnTo>
                  <a:pt x="967218" y="3859548"/>
                </a:lnTo>
                <a:lnTo>
                  <a:pt x="968279" y="3859765"/>
                </a:lnTo>
                <a:lnTo>
                  <a:pt x="969363" y="3859960"/>
                </a:lnTo>
                <a:lnTo>
                  <a:pt x="970468" y="3860132"/>
                </a:lnTo>
                <a:lnTo>
                  <a:pt x="971595" y="3860281"/>
                </a:lnTo>
                <a:lnTo>
                  <a:pt x="972743" y="3860407"/>
                </a:lnTo>
                <a:lnTo>
                  <a:pt x="973913" y="3860510"/>
                </a:lnTo>
                <a:lnTo>
                  <a:pt x="975105" y="3860590"/>
                </a:lnTo>
                <a:lnTo>
                  <a:pt x="976319" y="3860647"/>
                </a:lnTo>
                <a:lnTo>
                  <a:pt x="977554" y="3860681"/>
                </a:lnTo>
                <a:lnTo>
                  <a:pt x="978812" y="3860693"/>
                </a:lnTo>
                <a:lnTo>
                  <a:pt x="979333" y="3860690"/>
                </a:lnTo>
                <a:lnTo>
                  <a:pt x="979854" y="3860683"/>
                </a:lnTo>
                <a:lnTo>
                  <a:pt x="980376" y="3860672"/>
                </a:lnTo>
                <a:lnTo>
                  <a:pt x="980897" y="3860655"/>
                </a:lnTo>
                <a:lnTo>
                  <a:pt x="981418" y="3860634"/>
                </a:lnTo>
                <a:lnTo>
                  <a:pt x="981939" y="3860608"/>
                </a:lnTo>
                <a:lnTo>
                  <a:pt x="982461" y="3860578"/>
                </a:lnTo>
                <a:lnTo>
                  <a:pt x="982982" y="3860542"/>
                </a:lnTo>
                <a:close/>
                <a:moveTo>
                  <a:pt x="1232552" y="3785796"/>
                </a:moveTo>
                <a:lnTo>
                  <a:pt x="1263492" y="3785796"/>
                </a:lnTo>
                <a:lnTo>
                  <a:pt x="1263492" y="3845984"/>
                </a:lnTo>
                <a:lnTo>
                  <a:pt x="1232552" y="3845984"/>
                </a:lnTo>
                <a:lnTo>
                  <a:pt x="1232552" y="3859002"/>
                </a:lnTo>
                <a:lnTo>
                  <a:pt x="1263492" y="3859002"/>
                </a:lnTo>
                <a:lnTo>
                  <a:pt x="1280398" y="3859002"/>
                </a:lnTo>
                <a:lnTo>
                  <a:pt x="1309647" y="3859002"/>
                </a:lnTo>
                <a:lnTo>
                  <a:pt x="1309647" y="3845984"/>
                </a:lnTo>
                <a:lnTo>
                  <a:pt x="1280398" y="3845984"/>
                </a:lnTo>
                <a:lnTo>
                  <a:pt x="1280398" y="3772609"/>
                </a:lnTo>
                <a:lnTo>
                  <a:pt x="1232552" y="3772609"/>
                </a:lnTo>
                <a:lnTo>
                  <a:pt x="1232552" y="3785796"/>
                </a:lnTo>
                <a:close/>
                <a:moveTo>
                  <a:pt x="1072760" y="3860122"/>
                </a:moveTo>
                <a:lnTo>
                  <a:pt x="1073626" y="3859988"/>
                </a:lnTo>
                <a:lnTo>
                  <a:pt x="1074481" y="3859840"/>
                </a:lnTo>
                <a:lnTo>
                  <a:pt x="1075325" y="3859678"/>
                </a:lnTo>
                <a:lnTo>
                  <a:pt x="1076158" y="3859502"/>
                </a:lnTo>
                <a:lnTo>
                  <a:pt x="1076979" y="3859312"/>
                </a:lnTo>
                <a:lnTo>
                  <a:pt x="1077790" y="3859108"/>
                </a:lnTo>
                <a:lnTo>
                  <a:pt x="1078589" y="3858889"/>
                </a:lnTo>
                <a:lnTo>
                  <a:pt x="1079377" y="3858657"/>
                </a:lnTo>
                <a:lnTo>
                  <a:pt x="1080154" y="3858410"/>
                </a:lnTo>
                <a:lnTo>
                  <a:pt x="1080920" y="3858150"/>
                </a:lnTo>
                <a:lnTo>
                  <a:pt x="1081675" y="3857875"/>
                </a:lnTo>
                <a:lnTo>
                  <a:pt x="1082418" y="3857586"/>
                </a:lnTo>
                <a:lnTo>
                  <a:pt x="1083150" y="3857283"/>
                </a:lnTo>
                <a:lnTo>
                  <a:pt x="1083872" y="3856966"/>
                </a:lnTo>
                <a:lnTo>
                  <a:pt x="1084582" y="3856635"/>
                </a:lnTo>
                <a:lnTo>
                  <a:pt x="1085293" y="3856291"/>
                </a:lnTo>
                <a:lnTo>
                  <a:pt x="1085992" y="3855935"/>
                </a:lnTo>
                <a:lnTo>
                  <a:pt x="1086676" y="3855568"/>
                </a:lnTo>
                <a:lnTo>
                  <a:pt x="1087348" y="3855189"/>
                </a:lnTo>
                <a:lnTo>
                  <a:pt x="1088006" y="3854798"/>
                </a:lnTo>
                <a:lnTo>
                  <a:pt x="1088650" y="3854395"/>
                </a:lnTo>
                <a:lnTo>
                  <a:pt x="1089281" y="3853981"/>
                </a:lnTo>
                <a:lnTo>
                  <a:pt x="1089898" y="3853554"/>
                </a:lnTo>
                <a:lnTo>
                  <a:pt x="1090502" y="3853116"/>
                </a:lnTo>
                <a:lnTo>
                  <a:pt x="1091092" y="3852667"/>
                </a:lnTo>
                <a:lnTo>
                  <a:pt x="1091669" y="3852205"/>
                </a:lnTo>
                <a:lnTo>
                  <a:pt x="1092232" y="3851732"/>
                </a:lnTo>
                <a:lnTo>
                  <a:pt x="1092782" y="3851247"/>
                </a:lnTo>
                <a:lnTo>
                  <a:pt x="1093318" y="3850751"/>
                </a:lnTo>
                <a:lnTo>
                  <a:pt x="1093841" y="3850242"/>
                </a:lnTo>
                <a:lnTo>
                  <a:pt x="1094350" y="3849722"/>
                </a:lnTo>
                <a:lnTo>
                  <a:pt x="1094846" y="3849190"/>
                </a:lnTo>
                <a:lnTo>
                  <a:pt x="1095328" y="3848647"/>
                </a:lnTo>
                <a:lnTo>
                  <a:pt x="1095797" y="3848091"/>
                </a:lnTo>
                <a:lnTo>
                  <a:pt x="1096252" y="3847524"/>
                </a:lnTo>
                <a:lnTo>
                  <a:pt x="1096694" y="3846945"/>
                </a:lnTo>
                <a:lnTo>
                  <a:pt x="1097122" y="3846355"/>
                </a:lnTo>
                <a:lnTo>
                  <a:pt x="1097537" y="3845752"/>
                </a:lnTo>
                <a:lnTo>
                  <a:pt x="1097938" y="3845138"/>
                </a:lnTo>
                <a:lnTo>
                  <a:pt x="1098338" y="3844500"/>
                </a:lnTo>
                <a:lnTo>
                  <a:pt x="1098721" y="3843852"/>
                </a:lnTo>
                <a:lnTo>
                  <a:pt x="1099087" y="3843194"/>
                </a:lnTo>
                <a:lnTo>
                  <a:pt x="1099436" y="3842527"/>
                </a:lnTo>
                <a:lnTo>
                  <a:pt x="1099768" y="3841851"/>
                </a:lnTo>
                <a:lnTo>
                  <a:pt x="1100083" y="3841165"/>
                </a:lnTo>
                <a:lnTo>
                  <a:pt x="1100381" y="3840470"/>
                </a:lnTo>
                <a:lnTo>
                  <a:pt x="1100662" y="3839766"/>
                </a:lnTo>
                <a:lnTo>
                  <a:pt x="1100926" y="3839052"/>
                </a:lnTo>
                <a:lnTo>
                  <a:pt x="1101172" y="3838329"/>
                </a:lnTo>
                <a:lnTo>
                  <a:pt x="1101402" y="3837596"/>
                </a:lnTo>
                <a:lnTo>
                  <a:pt x="1101615" y="3836854"/>
                </a:lnTo>
                <a:lnTo>
                  <a:pt x="1101811" y="3836103"/>
                </a:lnTo>
                <a:lnTo>
                  <a:pt x="1101990" y="3835342"/>
                </a:lnTo>
                <a:lnTo>
                  <a:pt x="1102151" y="3834572"/>
                </a:lnTo>
                <a:lnTo>
                  <a:pt x="1102296" y="3833792"/>
                </a:lnTo>
                <a:lnTo>
                  <a:pt x="1102424" y="3833003"/>
                </a:lnTo>
                <a:lnTo>
                  <a:pt x="1102534" y="3832205"/>
                </a:lnTo>
                <a:lnTo>
                  <a:pt x="1102628" y="3831397"/>
                </a:lnTo>
                <a:lnTo>
                  <a:pt x="1102705" y="3830580"/>
                </a:lnTo>
                <a:lnTo>
                  <a:pt x="1102764" y="3829754"/>
                </a:lnTo>
                <a:lnTo>
                  <a:pt x="1102807" y="3828918"/>
                </a:lnTo>
                <a:lnTo>
                  <a:pt x="1102832" y="3828072"/>
                </a:lnTo>
                <a:lnTo>
                  <a:pt x="1102841" y="3827217"/>
                </a:lnTo>
                <a:lnTo>
                  <a:pt x="1086949" y="3827217"/>
                </a:lnTo>
                <a:lnTo>
                  <a:pt x="1086939" y="3828123"/>
                </a:lnTo>
                <a:lnTo>
                  <a:pt x="1086909" y="3829009"/>
                </a:lnTo>
                <a:lnTo>
                  <a:pt x="1086859" y="3829875"/>
                </a:lnTo>
                <a:lnTo>
                  <a:pt x="1086789" y="3830721"/>
                </a:lnTo>
                <a:lnTo>
                  <a:pt x="1086699" y="3831547"/>
                </a:lnTo>
                <a:lnTo>
                  <a:pt x="1086589" y="3832353"/>
                </a:lnTo>
                <a:lnTo>
                  <a:pt x="1086460" y="3833139"/>
                </a:lnTo>
                <a:lnTo>
                  <a:pt x="1086310" y="3833905"/>
                </a:lnTo>
                <a:lnTo>
                  <a:pt x="1086140" y="3834651"/>
                </a:lnTo>
                <a:lnTo>
                  <a:pt x="1085951" y="3835377"/>
                </a:lnTo>
                <a:lnTo>
                  <a:pt x="1085741" y="3836084"/>
                </a:lnTo>
                <a:lnTo>
                  <a:pt x="1085511" y="3836770"/>
                </a:lnTo>
                <a:lnTo>
                  <a:pt x="1085262" y="3837436"/>
                </a:lnTo>
                <a:lnTo>
                  <a:pt x="1084993" y="3838082"/>
                </a:lnTo>
                <a:lnTo>
                  <a:pt x="1084703" y="3838709"/>
                </a:lnTo>
                <a:lnTo>
                  <a:pt x="1084394" y="3839315"/>
                </a:lnTo>
                <a:lnTo>
                  <a:pt x="1084064" y="3839902"/>
                </a:lnTo>
                <a:lnTo>
                  <a:pt x="1083715" y="3840468"/>
                </a:lnTo>
                <a:lnTo>
                  <a:pt x="1083346" y="3841015"/>
                </a:lnTo>
                <a:lnTo>
                  <a:pt x="1082957" y="3841541"/>
                </a:lnTo>
                <a:lnTo>
                  <a:pt x="1082548" y="3842048"/>
                </a:lnTo>
                <a:lnTo>
                  <a:pt x="1082118" y="3842535"/>
                </a:lnTo>
                <a:lnTo>
                  <a:pt x="1081669" y="3843001"/>
                </a:lnTo>
                <a:lnTo>
                  <a:pt x="1081200" y="3843448"/>
                </a:lnTo>
                <a:lnTo>
                  <a:pt x="1080726" y="3843876"/>
                </a:lnTo>
                <a:lnTo>
                  <a:pt x="1080234" y="3844285"/>
                </a:lnTo>
                <a:lnTo>
                  <a:pt x="1079724" y="3844676"/>
                </a:lnTo>
                <a:lnTo>
                  <a:pt x="1079195" y="3845049"/>
                </a:lnTo>
                <a:lnTo>
                  <a:pt x="1078648" y="3845404"/>
                </a:lnTo>
                <a:lnTo>
                  <a:pt x="1078083" y="3845741"/>
                </a:lnTo>
                <a:lnTo>
                  <a:pt x="1077500" y="3846059"/>
                </a:lnTo>
                <a:lnTo>
                  <a:pt x="1076898" y="3846360"/>
                </a:lnTo>
                <a:lnTo>
                  <a:pt x="1076279" y="3846642"/>
                </a:lnTo>
                <a:lnTo>
                  <a:pt x="1075641" y="3846906"/>
                </a:lnTo>
                <a:lnTo>
                  <a:pt x="1074985" y="3847151"/>
                </a:lnTo>
                <a:lnTo>
                  <a:pt x="1074311" y="3847379"/>
                </a:lnTo>
                <a:lnTo>
                  <a:pt x="1073618" y="3847588"/>
                </a:lnTo>
                <a:lnTo>
                  <a:pt x="1072908" y="3847779"/>
                </a:lnTo>
                <a:lnTo>
                  <a:pt x="1072179" y="3847952"/>
                </a:lnTo>
                <a:lnTo>
                  <a:pt x="1071432" y="3848107"/>
                </a:lnTo>
                <a:lnTo>
                  <a:pt x="1070667" y="3848243"/>
                </a:lnTo>
                <a:lnTo>
                  <a:pt x="1069883" y="3848361"/>
                </a:lnTo>
                <a:lnTo>
                  <a:pt x="1069082" y="3848462"/>
                </a:lnTo>
                <a:lnTo>
                  <a:pt x="1068262" y="3848543"/>
                </a:lnTo>
                <a:lnTo>
                  <a:pt x="1067424" y="3848607"/>
                </a:lnTo>
                <a:lnTo>
                  <a:pt x="1066568" y="3848653"/>
                </a:lnTo>
                <a:lnTo>
                  <a:pt x="1065693" y="3848680"/>
                </a:lnTo>
                <a:lnTo>
                  <a:pt x="1064801" y="3848689"/>
                </a:lnTo>
                <a:lnTo>
                  <a:pt x="1063989" y="3848677"/>
                </a:lnTo>
                <a:lnTo>
                  <a:pt x="1063190" y="3848641"/>
                </a:lnTo>
                <a:lnTo>
                  <a:pt x="1062402" y="3848581"/>
                </a:lnTo>
                <a:lnTo>
                  <a:pt x="1061626" y="3848496"/>
                </a:lnTo>
                <a:lnTo>
                  <a:pt x="1060862" y="3848388"/>
                </a:lnTo>
                <a:lnTo>
                  <a:pt x="1060109" y="3848256"/>
                </a:lnTo>
                <a:lnTo>
                  <a:pt x="1059368" y="3848099"/>
                </a:lnTo>
                <a:lnTo>
                  <a:pt x="1058639" y="3847919"/>
                </a:lnTo>
                <a:lnTo>
                  <a:pt x="1057922" y="3847714"/>
                </a:lnTo>
                <a:lnTo>
                  <a:pt x="1057216" y="3847486"/>
                </a:lnTo>
                <a:lnTo>
                  <a:pt x="1056522" y="3847233"/>
                </a:lnTo>
                <a:lnTo>
                  <a:pt x="1055840" y="3846956"/>
                </a:lnTo>
                <a:lnTo>
                  <a:pt x="1055170" y="3846655"/>
                </a:lnTo>
                <a:lnTo>
                  <a:pt x="1054511" y="3846330"/>
                </a:lnTo>
                <a:lnTo>
                  <a:pt x="1053864" y="3845981"/>
                </a:lnTo>
                <a:lnTo>
                  <a:pt x="1053229" y="3845608"/>
                </a:lnTo>
                <a:lnTo>
                  <a:pt x="1052606" y="3845211"/>
                </a:lnTo>
                <a:lnTo>
                  <a:pt x="1051994" y="3844790"/>
                </a:lnTo>
                <a:lnTo>
                  <a:pt x="1051394" y="3844345"/>
                </a:lnTo>
                <a:lnTo>
                  <a:pt x="1050806" y="3843875"/>
                </a:lnTo>
                <a:lnTo>
                  <a:pt x="1050229" y="3843382"/>
                </a:lnTo>
                <a:lnTo>
                  <a:pt x="1049665" y="3842864"/>
                </a:lnTo>
                <a:lnTo>
                  <a:pt x="1049112" y="3842323"/>
                </a:lnTo>
                <a:lnTo>
                  <a:pt x="1048570" y="3841757"/>
                </a:lnTo>
                <a:lnTo>
                  <a:pt x="1048046" y="3841168"/>
                </a:lnTo>
                <a:lnTo>
                  <a:pt x="1047544" y="3840557"/>
                </a:lnTo>
                <a:lnTo>
                  <a:pt x="1047065" y="3839924"/>
                </a:lnTo>
                <a:lnTo>
                  <a:pt x="1046607" y="3839268"/>
                </a:lnTo>
                <a:lnTo>
                  <a:pt x="1046172" y="3838590"/>
                </a:lnTo>
                <a:lnTo>
                  <a:pt x="1045760" y="3837890"/>
                </a:lnTo>
                <a:lnTo>
                  <a:pt x="1045369" y="3837167"/>
                </a:lnTo>
                <a:lnTo>
                  <a:pt x="1045001" y="3836422"/>
                </a:lnTo>
                <a:lnTo>
                  <a:pt x="1044655" y="3835655"/>
                </a:lnTo>
                <a:lnTo>
                  <a:pt x="1044332" y="3834865"/>
                </a:lnTo>
                <a:lnTo>
                  <a:pt x="1044031" y="3834053"/>
                </a:lnTo>
                <a:lnTo>
                  <a:pt x="1043752" y="3833219"/>
                </a:lnTo>
                <a:lnTo>
                  <a:pt x="1043495" y="3832363"/>
                </a:lnTo>
                <a:lnTo>
                  <a:pt x="1043261" y="3831484"/>
                </a:lnTo>
                <a:lnTo>
                  <a:pt x="1043049" y="3830583"/>
                </a:lnTo>
                <a:lnTo>
                  <a:pt x="1042860" y="3829659"/>
                </a:lnTo>
                <a:lnTo>
                  <a:pt x="1042692" y="3828714"/>
                </a:lnTo>
                <a:lnTo>
                  <a:pt x="1042547" y="3827746"/>
                </a:lnTo>
                <a:lnTo>
                  <a:pt x="1042425" y="3826755"/>
                </a:lnTo>
                <a:lnTo>
                  <a:pt x="1042324" y="3825743"/>
                </a:lnTo>
                <a:lnTo>
                  <a:pt x="1042246" y="3824708"/>
                </a:lnTo>
                <a:lnTo>
                  <a:pt x="1042190" y="3823651"/>
                </a:lnTo>
                <a:lnTo>
                  <a:pt x="1042157" y="3822571"/>
                </a:lnTo>
                <a:lnTo>
                  <a:pt x="1042146" y="3821469"/>
                </a:lnTo>
                <a:lnTo>
                  <a:pt x="1042146" y="3818595"/>
                </a:lnTo>
                <a:lnTo>
                  <a:pt x="1102841" y="3818595"/>
                </a:lnTo>
                <a:lnTo>
                  <a:pt x="1102841" y="3807098"/>
                </a:lnTo>
                <a:lnTo>
                  <a:pt x="1102833" y="3806229"/>
                </a:lnTo>
                <a:lnTo>
                  <a:pt x="1102808" y="3805368"/>
                </a:lnTo>
                <a:lnTo>
                  <a:pt x="1102767" y="3804515"/>
                </a:lnTo>
                <a:lnTo>
                  <a:pt x="1102709" y="3803670"/>
                </a:lnTo>
                <a:lnTo>
                  <a:pt x="1102635" y="3802834"/>
                </a:lnTo>
                <a:lnTo>
                  <a:pt x="1102545" y="3802005"/>
                </a:lnTo>
                <a:lnTo>
                  <a:pt x="1102438" y="3801185"/>
                </a:lnTo>
                <a:lnTo>
                  <a:pt x="1102315" y="3800373"/>
                </a:lnTo>
                <a:lnTo>
                  <a:pt x="1102175" y="3799570"/>
                </a:lnTo>
                <a:lnTo>
                  <a:pt x="1102019" y="3798774"/>
                </a:lnTo>
                <a:lnTo>
                  <a:pt x="1101846" y="3797987"/>
                </a:lnTo>
                <a:lnTo>
                  <a:pt x="1101657" y="3797208"/>
                </a:lnTo>
                <a:lnTo>
                  <a:pt x="1101452" y="3796437"/>
                </a:lnTo>
                <a:lnTo>
                  <a:pt x="1101230" y="3795675"/>
                </a:lnTo>
                <a:lnTo>
                  <a:pt x="1100992" y="3794920"/>
                </a:lnTo>
                <a:lnTo>
                  <a:pt x="1100737" y="3794174"/>
                </a:lnTo>
                <a:lnTo>
                  <a:pt x="1100466" y="3793436"/>
                </a:lnTo>
                <a:lnTo>
                  <a:pt x="1100178" y="3792707"/>
                </a:lnTo>
                <a:lnTo>
                  <a:pt x="1099874" y="3791985"/>
                </a:lnTo>
                <a:lnTo>
                  <a:pt x="1099553" y="3791272"/>
                </a:lnTo>
                <a:lnTo>
                  <a:pt x="1099216" y="3790567"/>
                </a:lnTo>
                <a:lnTo>
                  <a:pt x="1098863" y="3789870"/>
                </a:lnTo>
                <a:lnTo>
                  <a:pt x="1098493" y="3789181"/>
                </a:lnTo>
                <a:lnTo>
                  <a:pt x="1098107" y="3788501"/>
                </a:lnTo>
                <a:lnTo>
                  <a:pt x="1097720" y="3787831"/>
                </a:lnTo>
                <a:lnTo>
                  <a:pt x="1097319" y="3787172"/>
                </a:lnTo>
                <a:lnTo>
                  <a:pt x="1096905" y="3786525"/>
                </a:lnTo>
                <a:lnTo>
                  <a:pt x="1096477" y="3785890"/>
                </a:lnTo>
                <a:lnTo>
                  <a:pt x="1096036" y="3785266"/>
                </a:lnTo>
                <a:lnTo>
                  <a:pt x="1095582" y="3784655"/>
                </a:lnTo>
                <a:lnTo>
                  <a:pt x="1095113" y="3784055"/>
                </a:lnTo>
                <a:lnTo>
                  <a:pt x="1094632" y="3783467"/>
                </a:lnTo>
                <a:lnTo>
                  <a:pt x="1094137" y="3782890"/>
                </a:lnTo>
                <a:lnTo>
                  <a:pt x="1093628" y="3782325"/>
                </a:lnTo>
                <a:lnTo>
                  <a:pt x="1093106" y="3781772"/>
                </a:lnTo>
                <a:lnTo>
                  <a:pt x="1092570" y="3781231"/>
                </a:lnTo>
                <a:lnTo>
                  <a:pt x="1092021" y="3780702"/>
                </a:lnTo>
                <a:lnTo>
                  <a:pt x="1091458" y="3780184"/>
                </a:lnTo>
                <a:lnTo>
                  <a:pt x="1090882" y="3779678"/>
                </a:lnTo>
                <a:lnTo>
                  <a:pt x="1090292" y="3779184"/>
                </a:lnTo>
                <a:lnTo>
                  <a:pt x="1089689" y="3778701"/>
                </a:lnTo>
                <a:lnTo>
                  <a:pt x="1089072" y="3778230"/>
                </a:lnTo>
                <a:lnTo>
                  <a:pt x="1088442" y="3777771"/>
                </a:lnTo>
                <a:lnTo>
                  <a:pt x="1087799" y="3777324"/>
                </a:lnTo>
                <a:lnTo>
                  <a:pt x="1087141" y="3776888"/>
                </a:lnTo>
                <a:lnTo>
                  <a:pt x="1086471" y="3776464"/>
                </a:lnTo>
                <a:lnTo>
                  <a:pt x="1085786" y="3776052"/>
                </a:lnTo>
                <a:lnTo>
                  <a:pt x="1085089" y="3775652"/>
                </a:lnTo>
                <a:lnTo>
                  <a:pt x="1084393" y="3775266"/>
                </a:lnTo>
                <a:lnTo>
                  <a:pt x="1083685" y="3774896"/>
                </a:lnTo>
                <a:lnTo>
                  <a:pt x="1082965" y="3774542"/>
                </a:lnTo>
                <a:lnTo>
                  <a:pt x="1082233" y="3774206"/>
                </a:lnTo>
                <a:lnTo>
                  <a:pt x="1081490" y="3773885"/>
                </a:lnTo>
                <a:lnTo>
                  <a:pt x="1080735" y="3773581"/>
                </a:lnTo>
                <a:lnTo>
                  <a:pt x="1079969" y="3773293"/>
                </a:lnTo>
                <a:lnTo>
                  <a:pt x="1079190" y="3773022"/>
                </a:lnTo>
                <a:lnTo>
                  <a:pt x="1078400" y="3772767"/>
                </a:lnTo>
                <a:lnTo>
                  <a:pt x="1077598" y="3772529"/>
                </a:lnTo>
                <a:lnTo>
                  <a:pt x="1076785" y="3772307"/>
                </a:lnTo>
                <a:lnTo>
                  <a:pt x="1075959" y="3772102"/>
                </a:lnTo>
                <a:lnTo>
                  <a:pt x="1075122" y="3771913"/>
                </a:lnTo>
                <a:lnTo>
                  <a:pt x="1074273" y="3771740"/>
                </a:lnTo>
                <a:lnTo>
                  <a:pt x="1073413" y="3771584"/>
                </a:lnTo>
                <a:lnTo>
                  <a:pt x="1072540" y="3771444"/>
                </a:lnTo>
                <a:lnTo>
                  <a:pt x="1071656" y="3771321"/>
                </a:lnTo>
                <a:lnTo>
                  <a:pt x="1070760" y="3771214"/>
                </a:lnTo>
                <a:lnTo>
                  <a:pt x="1069853" y="3771124"/>
                </a:lnTo>
                <a:lnTo>
                  <a:pt x="1068934" y="3771050"/>
                </a:lnTo>
                <a:lnTo>
                  <a:pt x="1068002" y="3770992"/>
                </a:lnTo>
                <a:lnTo>
                  <a:pt x="1067060" y="3770951"/>
                </a:lnTo>
                <a:lnTo>
                  <a:pt x="1066105" y="3770926"/>
                </a:lnTo>
                <a:lnTo>
                  <a:pt x="1065139" y="3770918"/>
                </a:lnTo>
                <a:lnTo>
                  <a:pt x="1064102" y="3770928"/>
                </a:lnTo>
                <a:lnTo>
                  <a:pt x="1063077" y="3770956"/>
                </a:lnTo>
                <a:lnTo>
                  <a:pt x="1062064" y="3771003"/>
                </a:lnTo>
                <a:lnTo>
                  <a:pt x="1061062" y="3771068"/>
                </a:lnTo>
                <a:lnTo>
                  <a:pt x="1060073" y="3771153"/>
                </a:lnTo>
                <a:lnTo>
                  <a:pt x="1059095" y="3771256"/>
                </a:lnTo>
                <a:lnTo>
                  <a:pt x="1058128" y="3771378"/>
                </a:lnTo>
                <a:lnTo>
                  <a:pt x="1057174" y="3771519"/>
                </a:lnTo>
                <a:lnTo>
                  <a:pt x="1056231" y="3771679"/>
                </a:lnTo>
                <a:lnTo>
                  <a:pt x="1055300" y="3771857"/>
                </a:lnTo>
                <a:lnTo>
                  <a:pt x="1054381" y="3772055"/>
                </a:lnTo>
                <a:lnTo>
                  <a:pt x="1053473" y="3772271"/>
                </a:lnTo>
                <a:lnTo>
                  <a:pt x="1052577" y="3772505"/>
                </a:lnTo>
                <a:lnTo>
                  <a:pt x="1051693" y="3772759"/>
                </a:lnTo>
                <a:lnTo>
                  <a:pt x="1050821" y="3773031"/>
                </a:lnTo>
                <a:lnTo>
                  <a:pt x="1049960" y="3773323"/>
                </a:lnTo>
                <a:lnTo>
                  <a:pt x="1049112" y="3773633"/>
                </a:lnTo>
                <a:lnTo>
                  <a:pt x="1048274" y="3773961"/>
                </a:lnTo>
                <a:lnTo>
                  <a:pt x="1047449" y="3774309"/>
                </a:lnTo>
                <a:lnTo>
                  <a:pt x="1046635" y="3774675"/>
                </a:lnTo>
                <a:lnTo>
                  <a:pt x="1045834" y="3775060"/>
                </a:lnTo>
                <a:lnTo>
                  <a:pt x="1045043" y="3775464"/>
                </a:lnTo>
                <a:lnTo>
                  <a:pt x="1044265" y="3775887"/>
                </a:lnTo>
                <a:lnTo>
                  <a:pt x="1043498" y="3776328"/>
                </a:lnTo>
                <a:lnTo>
                  <a:pt x="1042745" y="3776772"/>
                </a:lnTo>
                <a:lnTo>
                  <a:pt x="1042006" y="3777232"/>
                </a:lnTo>
                <a:lnTo>
                  <a:pt x="1041282" y="3777707"/>
                </a:lnTo>
                <a:lnTo>
                  <a:pt x="1040572" y="3778197"/>
                </a:lnTo>
                <a:lnTo>
                  <a:pt x="1039878" y="3778703"/>
                </a:lnTo>
                <a:lnTo>
                  <a:pt x="1039198" y="3779223"/>
                </a:lnTo>
                <a:lnTo>
                  <a:pt x="1038532" y="3779759"/>
                </a:lnTo>
                <a:lnTo>
                  <a:pt x="1037881" y="3780311"/>
                </a:lnTo>
                <a:lnTo>
                  <a:pt x="1037245" y="3780877"/>
                </a:lnTo>
                <a:lnTo>
                  <a:pt x="1036624" y="3781459"/>
                </a:lnTo>
                <a:lnTo>
                  <a:pt x="1036017" y="3782056"/>
                </a:lnTo>
                <a:lnTo>
                  <a:pt x="1035425" y="3782668"/>
                </a:lnTo>
                <a:lnTo>
                  <a:pt x="1034848" y="3783296"/>
                </a:lnTo>
                <a:lnTo>
                  <a:pt x="1034285" y="3783939"/>
                </a:lnTo>
                <a:lnTo>
                  <a:pt x="1033737" y="3784597"/>
                </a:lnTo>
                <a:lnTo>
                  <a:pt x="1033204" y="3785270"/>
                </a:lnTo>
                <a:lnTo>
                  <a:pt x="1032685" y="3785959"/>
                </a:lnTo>
                <a:lnTo>
                  <a:pt x="1032181" y="3786662"/>
                </a:lnTo>
                <a:lnTo>
                  <a:pt x="1031692" y="3787382"/>
                </a:lnTo>
                <a:lnTo>
                  <a:pt x="1031217" y="3788116"/>
                </a:lnTo>
                <a:lnTo>
                  <a:pt x="1030757" y="3788866"/>
                </a:lnTo>
                <a:lnTo>
                  <a:pt x="1030312" y="3789631"/>
                </a:lnTo>
                <a:lnTo>
                  <a:pt x="1029882" y="3790411"/>
                </a:lnTo>
                <a:lnTo>
                  <a:pt x="1029466" y="3791206"/>
                </a:lnTo>
                <a:lnTo>
                  <a:pt x="1029066" y="3792015"/>
                </a:lnTo>
                <a:lnTo>
                  <a:pt x="1028683" y="3792837"/>
                </a:lnTo>
                <a:lnTo>
                  <a:pt x="1028317" y="3793671"/>
                </a:lnTo>
                <a:lnTo>
                  <a:pt x="1027968" y="3794517"/>
                </a:lnTo>
                <a:lnTo>
                  <a:pt x="1027636" y="3795376"/>
                </a:lnTo>
                <a:lnTo>
                  <a:pt x="1027321" y="3796246"/>
                </a:lnTo>
                <a:lnTo>
                  <a:pt x="1027023" y="3797130"/>
                </a:lnTo>
                <a:lnTo>
                  <a:pt x="1026742" y="3798025"/>
                </a:lnTo>
                <a:lnTo>
                  <a:pt x="1026478" y="3798933"/>
                </a:lnTo>
                <a:lnTo>
                  <a:pt x="1026231" y="3799853"/>
                </a:lnTo>
                <a:lnTo>
                  <a:pt x="1026001" y="3800786"/>
                </a:lnTo>
                <a:lnTo>
                  <a:pt x="1025788" y="3801731"/>
                </a:lnTo>
                <a:lnTo>
                  <a:pt x="1025593" y="3802688"/>
                </a:lnTo>
                <a:lnTo>
                  <a:pt x="1025414" y="3803657"/>
                </a:lnTo>
                <a:lnTo>
                  <a:pt x="1025252" y="3804639"/>
                </a:lnTo>
                <a:lnTo>
                  <a:pt x="1025108" y="3805633"/>
                </a:lnTo>
                <a:lnTo>
                  <a:pt x="1024980" y="3806640"/>
                </a:lnTo>
                <a:lnTo>
                  <a:pt x="1024869" y="3807659"/>
                </a:lnTo>
                <a:lnTo>
                  <a:pt x="1024776" y="3808690"/>
                </a:lnTo>
                <a:lnTo>
                  <a:pt x="1024699" y="3809733"/>
                </a:lnTo>
                <a:lnTo>
                  <a:pt x="1024639" y="3810789"/>
                </a:lnTo>
                <a:lnTo>
                  <a:pt x="1024597" y="3811857"/>
                </a:lnTo>
                <a:lnTo>
                  <a:pt x="1024571" y="3812938"/>
                </a:lnTo>
                <a:lnTo>
                  <a:pt x="1024563" y="3814030"/>
                </a:lnTo>
                <a:lnTo>
                  <a:pt x="1024563" y="3817581"/>
                </a:lnTo>
                <a:lnTo>
                  <a:pt x="1024570" y="3818632"/>
                </a:lnTo>
                <a:lnTo>
                  <a:pt x="1024592" y="3819674"/>
                </a:lnTo>
                <a:lnTo>
                  <a:pt x="1024629" y="3820706"/>
                </a:lnTo>
                <a:lnTo>
                  <a:pt x="1024680" y="3821727"/>
                </a:lnTo>
                <a:lnTo>
                  <a:pt x="1024746" y="3822739"/>
                </a:lnTo>
                <a:lnTo>
                  <a:pt x="1024827" y="3823741"/>
                </a:lnTo>
                <a:lnTo>
                  <a:pt x="1024922" y="3824733"/>
                </a:lnTo>
                <a:lnTo>
                  <a:pt x="1025032" y="3825715"/>
                </a:lnTo>
                <a:lnTo>
                  <a:pt x="1025157" y="3826686"/>
                </a:lnTo>
                <a:lnTo>
                  <a:pt x="1025297" y="3827648"/>
                </a:lnTo>
                <a:lnTo>
                  <a:pt x="1025451" y="3828600"/>
                </a:lnTo>
                <a:lnTo>
                  <a:pt x="1025619" y="3829542"/>
                </a:lnTo>
                <a:lnTo>
                  <a:pt x="1025803" y="3830474"/>
                </a:lnTo>
                <a:lnTo>
                  <a:pt x="1026001" y="3831396"/>
                </a:lnTo>
                <a:lnTo>
                  <a:pt x="1026214" y="3832308"/>
                </a:lnTo>
                <a:lnTo>
                  <a:pt x="1026441" y="3833210"/>
                </a:lnTo>
                <a:lnTo>
                  <a:pt x="1026683" y="3834102"/>
                </a:lnTo>
                <a:lnTo>
                  <a:pt x="1026940" y="3834984"/>
                </a:lnTo>
                <a:lnTo>
                  <a:pt x="1027212" y="3835856"/>
                </a:lnTo>
                <a:lnTo>
                  <a:pt x="1027498" y="3836718"/>
                </a:lnTo>
                <a:lnTo>
                  <a:pt x="1027799" y="3837570"/>
                </a:lnTo>
                <a:lnTo>
                  <a:pt x="1028114" y="3838412"/>
                </a:lnTo>
                <a:lnTo>
                  <a:pt x="1028445" y="3839244"/>
                </a:lnTo>
                <a:lnTo>
                  <a:pt x="1028789" y="3840067"/>
                </a:lnTo>
                <a:lnTo>
                  <a:pt x="1029163" y="3840876"/>
                </a:lnTo>
                <a:lnTo>
                  <a:pt x="1029553" y="3841670"/>
                </a:lnTo>
                <a:lnTo>
                  <a:pt x="1029957" y="3842449"/>
                </a:lnTo>
                <a:lnTo>
                  <a:pt x="1030377" y="3843213"/>
                </a:lnTo>
                <a:lnTo>
                  <a:pt x="1030812" y="3843962"/>
                </a:lnTo>
                <a:lnTo>
                  <a:pt x="1031262" y="3844695"/>
                </a:lnTo>
                <a:lnTo>
                  <a:pt x="1031728" y="3845413"/>
                </a:lnTo>
                <a:lnTo>
                  <a:pt x="1032208" y="3846115"/>
                </a:lnTo>
                <a:lnTo>
                  <a:pt x="1032704" y="3846803"/>
                </a:lnTo>
                <a:lnTo>
                  <a:pt x="1033216" y="3847475"/>
                </a:lnTo>
                <a:lnTo>
                  <a:pt x="1033742" y="3848132"/>
                </a:lnTo>
                <a:lnTo>
                  <a:pt x="1034284" y="3848773"/>
                </a:lnTo>
                <a:lnTo>
                  <a:pt x="1034841" y="3849400"/>
                </a:lnTo>
                <a:lnTo>
                  <a:pt x="1035414" y="3850011"/>
                </a:lnTo>
                <a:lnTo>
                  <a:pt x="1036001" y="3850607"/>
                </a:lnTo>
                <a:lnTo>
                  <a:pt x="1036604" y="3851187"/>
                </a:lnTo>
                <a:lnTo>
                  <a:pt x="1037222" y="3851753"/>
                </a:lnTo>
                <a:lnTo>
                  <a:pt x="1037856" y="3852303"/>
                </a:lnTo>
                <a:lnTo>
                  <a:pt x="1038504" y="3852838"/>
                </a:lnTo>
                <a:lnTo>
                  <a:pt x="1039168" y="3853357"/>
                </a:lnTo>
                <a:lnTo>
                  <a:pt x="1039847" y="3853861"/>
                </a:lnTo>
                <a:lnTo>
                  <a:pt x="1040542" y="3854350"/>
                </a:lnTo>
                <a:lnTo>
                  <a:pt x="1041252" y="3854824"/>
                </a:lnTo>
                <a:lnTo>
                  <a:pt x="1041977" y="3855283"/>
                </a:lnTo>
                <a:lnTo>
                  <a:pt x="1042731" y="3855724"/>
                </a:lnTo>
                <a:lnTo>
                  <a:pt x="1043502" y="3856147"/>
                </a:lnTo>
                <a:lnTo>
                  <a:pt x="1044288" y="3856551"/>
                </a:lnTo>
                <a:lnTo>
                  <a:pt x="1045090" y="3856936"/>
                </a:lnTo>
                <a:lnTo>
                  <a:pt x="1045908" y="3857302"/>
                </a:lnTo>
                <a:lnTo>
                  <a:pt x="1046742" y="3857650"/>
                </a:lnTo>
                <a:lnTo>
                  <a:pt x="1047592" y="3857978"/>
                </a:lnTo>
                <a:lnTo>
                  <a:pt x="1048458" y="3858288"/>
                </a:lnTo>
                <a:lnTo>
                  <a:pt x="1049339" y="3858579"/>
                </a:lnTo>
                <a:lnTo>
                  <a:pt x="1050236" y="3858852"/>
                </a:lnTo>
                <a:lnTo>
                  <a:pt x="1051149" y="3859105"/>
                </a:lnTo>
                <a:lnTo>
                  <a:pt x="1052078" y="3859340"/>
                </a:lnTo>
                <a:lnTo>
                  <a:pt x="1053023" y="3859556"/>
                </a:lnTo>
                <a:lnTo>
                  <a:pt x="1053984" y="3859753"/>
                </a:lnTo>
                <a:lnTo>
                  <a:pt x="1054960" y="3859932"/>
                </a:lnTo>
                <a:lnTo>
                  <a:pt x="1055953" y="3860092"/>
                </a:lnTo>
                <a:lnTo>
                  <a:pt x="1056961" y="3860232"/>
                </a:lnTo>
                <a:lnTo>
                  <a:pt x="1057985" y="3860355"/>
                </a:lnTo>
                <a:lnTo>
                  <a:pt x="1059025" y="3860458"/>
                </a:lnTo>
                <a:lnTo>
                  <a:pt x="1060081" y="3860542"/>
                </a:lnTo>
                <a:lnTo>
                  <a:pt x="1061153" y="3860608"/>
                </a:lnTo>
                <a:lnTo>
                  <a:pt x="1062240" y="3860655"/>
                </a:lnTo>
                <a:lnTo>
                  <a:pt x="1063343" y="3860683"/>
                </a:lnTo>
                <a:lnTo>
                  <a:pt x="1064463" y="3860693"/>
                </a:lnTo>
                <a:lnTo>
                  <a:pt x="1065429" y="3860686"/>
                </a:lnTo>
                <a:lnTo>
                  <a:pt x="1066385" y="3860665"/>
                </a:lnTo>
                <a:lnTo>
                  <a:pt x="1067329" y="3860629"/>
                </a:lnTo>
                <a:lnTo>
                  <a:pt x="1068262" y="3860580"/>
                </a:lnTo>
                <a:lnTo>
                  <a:pt x="1069184" y="3860517"/>
                </a:lnTo>
                <a:lnTo>
                  <a:pt x="1070095" y="3860439"/>
                </a:lnTo>
                <a:lnTo>
                  <a:pt x="1070994" y="3860348"/>
                </a:lnTo>
                <a:lnTo>
                  <a:pt x="1071883" y="3860242"/>
                </a:lnTo>
                <a:lnTo>
                  <a:pt x="1072760" y="3860122"/>
                </a:lnTo>
                <a:close/>
                <a:moveTo>
                  <a:pt x="1042597" y="3802966"/>
                </a:moveTo>
                <a:lnTo>
                  <a:pt x="1042671" y="3802497"/>
                </a:lnTo>
                <a:lnTo>
                  <a:pt x="1042755" y="3802029"/>
                </a:lnTo>
                <a:lnTo>
                  <a:pt x="1042848" y="3801562"/>
                </a:lnTo>
                <a:lnTo>
                  <a:pt x="1042949" y="3801097"/>
                </a:lnTo>
                <a:lnTo>
                  <a:pt x="1043059" y="3800632"/>
                </a:lnTo>
                <a:lnTo>
                  <a:pt x="1043178" y="3800169"/>
                </a:lnTo>
                <a:lnTo>
                  <a:pt x="1043305" y="3799707"/>
                </a:lnTo>
                <a:lnTo>
                  <a:pt x="1043442" y="3799246"/>
                </a:lnTo>
                <a:lnTo>
                  <a:pt x="1043587" y="3798787"/>
                </a:lnTo>
                <a:lnTo>
                  <a:pt x="1043741" y="3798328"/>
                </a:lnTo>
                <a:lnTo>
                  <a:pt x="1043904" y="3797871"/>
                </a:lnTo>
                <a:lnTo>
                  <a:pt x="1044076" y="3797415"/>
                </a:lnTo>
                <a:lnTo>
                  <a:pt x="1044256" y="3796960"/>
                </a:lnTo>
                <a:lnTo>
                  <a:pt x="1044446" y="3796506"/>
                </a:lnTo>
                <a:lnTo>
                  <a:pt x="1044644" y="3796053"/>
                </a:lnTo>
                <a:lnTo>
                  <a:pt x="1044851" y="3795602"/>
                </a:lnTo>
                <a:lnTo>
                  <a:pt x="1045080" y="3795140"/>
                </a:lnTo>
                <a:lnTo>
                  <a:pt x="1045317" y="3794686"/>
                </a:lnTo>
                <a:lnTo>
                  <a:pt x="1045561" y="3794239"/>
                </a:lnTo>
                <a:lnTo>
                  <a:pt x="1045814" y="3793798"/>
                </a:lnTo>
                <a:lnTo>
                  <a:pt x="1046073" y="3793365"/>
                </a:lnTo>
                <a:lnTo>
                  <a:pt x="1046341" y="3792939"/>
                </a:lnTo>
                <a:lnTo>
                  <a:pt x="1046616" y="3792520"/>
                </a:lnTo>
                <a:lnTo>
                  <a:pt x="1046898" y="3792108"/>
                </a:lnTo>
                <a:lnTo>
                  <a:pt x="1047189" y="3791703"/>
                </a:lnTo>
                <a:lnTo>
                  <a:pt x="1047487" y="3791305"/>
                </a:lnTo>
                <a:lnTo>
                  <a:pt x="1047792" y="3790914"/>
                </a:lnTo>
                <a:lnTo>
                  <a:pt x="1048105" y="3790530"/>
                </a:lnTo>
                <a:lnTo>
                  <a:pt x="1048426" y="3790153"/>
                </a:lnTo>
                <a:lnTo>
                  <a:pt x="1048755" y="3789783"/>
                </a:lnTo>
                <a:lnTo>
                  <a:pt x="1049091" y="3789420"/>
                </a:lnTo>
                <a:lnTo>
                  <a:pt x="1049434" y="3789065"/>
                </a:lnTo>
                <a:lnTo>
                  <a:pt x="1049786" y="3788716"/>
                </a:lnTo>
                <a:lnTo>
                  <a:pt x="1050145" y="3788374"/>
                </a:lnTo>
                <a:lnTo>
                  <a:pt x="1050511" y="3788040"/>
                </a:lnTo>
                <a:lnTo>
                  <a:pt x="1050886" y="3787712"/>
                </a:lnTo>
                <a:lnTo>
                  <a:pt x="1051267" y="3787392"/>
                </a:lnTo>
                <a:lnTo>
                  <a:pt x="1051657" y="3787078"/>
                </a:lnTo>
                <a:lnTo>
                  <a:pt x="1052054" y="3786772"/>
                </a:lnTo>
                <a:lnTo>
                  <a:pt x="1052459" y="3786472"/>
                </a:lnTo>
                <a:lnTo>
                  <a:pt x="1052885" y="3786183"/>
                </a:lnTo>
                <a:lnTo>
                  <a:pt x="1053319" y="3785905"/>
                </a:lnTo>
                <a:lnTo>
                  <a:pt x="1053761" y="3785640"/>
                </a:lnTo>
                <a:lnTo>
                  <a:pt x="1054211" y="3785387"/>
                </a:lnTo>
                <a:lnTo>
                  <a:pt x="1054668" y="3785147"/>
                </a:lnTo>
                <a:lnTo>
                  <a:pt x="1055132" y="3784919"/>
                </a:lnTo>
                <a:lnTo>
                  <a:pt x="1055604" y="3784703"/>
                </a:lnTo>
                <a:lnTo>
                  <a:pt x="1056084" y="3784500"/>
                </a:lnTo>
                <a:lnTo>
                  <a:pt x="1056572" y="3784309"/>
                </a:lnTo>
                <a:lnTo>
                  <a:pt x="1057067" y="3784130"/>
                </a:lnTo>
                <a:lnTo>
                  <a:pt x="1057570" y="3783964"/>
                </a:lnTo>
                <a:lnTo>
                  <a:pt x="1058080" y="3783810"/>
                </a:lnTo>
                <a:lnTo>
                  <a:pt x="1058598" y="3783668"/>
                </a:lnTo>
                <a:lnTo>
                  <a:pt x="1059124" y="3783538"/>
                </a:lnTo>
                <a:lnTo>
                  <a:pt x="1059657" y="3783421"/>
                </a:lnTo>
                <a:lnTo>
                  <a:pt x="1060198" y="3783316"/>
                </a:lnTo>
                <a:lnTo>
                  <a:pt x="1060747" y="3783224"/>
                </a:lnTo>
                <a:lnTo>
                  <a:pt x="1061303" y="3783144"/>
                </a:lnTo>
                <a:lnTo>
                  <a:pt x="1061867" y="3783076"/>
                </a:lnTo>
                <a:lnTo>
                  <a:pt x="1062439" y="3783021"/>
                </a:lnTo>
                <a:lnTo>
                  <a:pt x="1063018" y="3782977"/>
                </a:lnTo>
                <a:lnTo>
                  <a:pt x="1063604" y="3782947"/>
                </a:lnTo>
                <a:lnTo>
                  <a:pt x="1064199" y="3782928"/>
                </a:lnTo>
                <a:lnTo>
                  <a:pt x="1064801" y="3782922"/>
                </a:lnTo>
                <a:lnTo>
                  <a:pt x="1065333" y="3782927"/>
                </a:lnTo>
                <a:lnTo>
                  <a:pt x="1065861" y="3782942"/>
                </a:lnTo>
                <a:lnTo>
                  <a:pt x="1066383" y="3782967"/>
                </a:lnTo>
                <a:lnTo>
                  <a:pt x="1066900" y="3783002"/>
                </a:lnTo>
                <a:lnTo>
                  <a:pt x="1067412" y="3783047"/>
                </a:lnTo>
                <a:lnTo>
                  <a:pt x="1067918" y="3783102"/>
                </a:lnTo>
                <a:lnTo>
                  <a:pt x="1068419" y="3783166"/>
                </a:lnTo>
                <a:lnTo>
                  <a:pt x="1068915" y="3783241"/>
                </a:lnTo>
                <a:lnTo>
                  <a:pt x="1069405" y="3783326"/>
                </a:lnTo>
                <a:lnTo>
                  <a:pt x="1069890" y="3783421"/>
                </a:lnTo>
                <a:lnTo>
                  <a:pt x="1070370" y="3783526"/>
                </a:lnTo>
                <a:lnTo>
                  <a:pt x="1070845" y="3783640"/>
                </a:lnTo>
                <a:lnTo>
                  <a:pt x="1071314" y="3783765"/>
                </a:lnTo>
                <a:lnTo>
                  <a:pt x="1071778" y="3783900"/>
                </a:lnTo>
                <a:lnTo>
                  <a:pt x="1072237" y="3784045"/>
                </a:lnTo>
                <a:lnTo>
                  <a:pt x="1072691" y="3784199"/>
                </a:lnTo>
                <a:lnTo>
                  <a:pt x="1073139" y="3784364"/>
                </a:lnTo>
                <a:lnTo>
                  <a:pt x="1073582" y="3784539"/>
                </a:lnTo>
                <a:lnTo>
                  <a:pt x="1074019" y="3784723"/>
                </a:lnTo>
                <a:lnTo>
                  <a:pt x="1074452" y="3784918"/>
                </a:lnTo>
                <a:lnTo>
                  <a:pt x="1074879" y="3785122"/>
                </a:lnTo>
                <a:lnTo>
                  <a:pt x="1075301" y="3785337"/>
                </a:lnTo>
                <a:lnTo>
                  <a:pt x="1075717" y="3785562"/>
                </a:lnTo>
                <a:lnTo>
                  <a:pt x="1076128" y="3785796"/>
                </a:lnTo>
                <a:lnTo>
                  <a:pt x="1076533" y="3786039"/>
                </a:lnTo>
                <a:lnTo>
                  <a:pt x="1076929" y="3786290"/>
                </a:lnTo>
                <a:lnTo>
                  <a:pt x="1077317" y="3786549"/>
                </a:lnTo>
                <a:lnTo>
                  <a:pt x="1077697" y="3786815"/>
                </a:lnTo>
                <a:lnTo>
                  <a:pt x="1078068" y="3787089"/>
                </a:lnTo>
                <a:lnTo>
                  <a:pt x="1078432" y="3787370"/>
                </a:lnTo>
                <a:lnTo>
                  <a:pt x="1078787" y="3787660"/>
                </a:lnTo>
                <a:lnTo>
                  <a:pt x="1079134" y="3787956"/>
                </a:lnTo>
                <a:lnTo>
                  <a:pt x="1079473" y="3788261"/>
                </a:lnTo>
                <a:lnTo>
                  <a:pt x="1079803" y="3788573"/>
                </a:lnTo>
                <a:lnTo>
                  <a:pt x="1080125" y="3788892"/>
                </a:lnTo>
                <a:lnTo>
                  <a:pt x="1080439" y="3789220"/>
                </a:lnTo>
                <a:lnTo>
                  <a:pt x="1080745" y="3789555"/>
                </a:lnTo>
                <a:lnTo>
                  <a:pt x="1081043" y="3789897"/>
                </a:lnTo>
                <a:lnTo>
                  <a:pt x="1081332" y="3790247"/>
                </a:lnTo>
                <a:lnTo>
                  <a:pt x="1081613" y="3790605"/>
                </a:lnTo>
                <a:lnTo>
                  <a:pt x="1081886" y="3790970"/>
                </a:lnTo>
                <a:lnTo>
                  <a:pt x="1082151" y="3791343"/>
                </a:lnTo>
                <a:lnTo>
                  <a:pt x="1082408" y="3791724"/>
                </a:lnTo>
                <a:lnTo>
                  <a:pt x="1082656" y="3792112"/>
                </a:lnTo>
                <a:lnTo>
                  <a:pt x="1082896" y="3792508"/>
                </a:lnTo>
                <a:lnTo>
                  <a:pt x="1083128" y="3792912"/>
                </a:lnTo>
                <a:lnTo>
                  <a:pt x="1083352" y="3793323"/>
                </a:lnTo>
                <a:lnTo>
                  <a:pt x="1083567" y="3793742"/>
                </a:lnTo>
                <a:lnTo>
                  <a:pt x="1083788" y="3794153"/>
                </a:lnTo>
                <a:lnTo>
                  <a:pt x="1083999" y="3794570"/>
                </a:lnTo>
                <a:lnTo>
                  <a:pt x="1084201" y="3794992"/>
                </a:lnTo>
                <a:lnTo>
                  <a:pt x="1084394" y="3795419"/>
                </a:lnTo>
                <a:lnTo>
                  <a:pt x="1084577" y="3795851"/>
                </a:lnTo>
                <a:lnTo>
                  <a:pt x="1084751" y="3796289"/>
                </a:lnTo>
                <a:lnTo>
                  <a:pt x="1084915" y="3796732"/>
                </a:lnTo>
                <a:lnTo>
                  <a:pt x="1085070" y="3797180"/>
                </a:lnTo>
                <a:lnTo>
                  <a:pt x="1085216" y="3797633"/>
                </a:lnTo>
                <a:lnTo>
                  <a:pt x="1085352" y="3798092"/>
                </a:lnTo>
                <a:lnTo>
                  <a:pt x="1085479" y="3798556"/>
                </a:lnTo>
                <a:lnTo>
                  <a:pt x="1085596" y="3799025"/>
                </a:lnTo>
                <a:lnTo>
                  <a:pt x="1085704" y="3799500"/>
                </a:lnTo>
                <a:lnTo>
                  <a:pt x="1085803" y="3799980"/>
                </a:lnTo>
                <a:lnTo>
                  <a:pt x="1085892" y="3800465"/>
                </a:lnTo>
                <a:lnTo>
                  <a:pt x="1085972" y="3800956"/>
                </a:lnTo>
                <a:lnTo>
                  <a:pt x="1086042" y="3801451"/>
                </a:lnTo>
                <a:lnTo>
                  <a:pt x="1086103" y="3801952"/>
                </a:lnTo>
                <a:lnTo>
                  <a:pt x="1086155" y="3802459"/>
                </a:lnTo>
                <a:lnTo>
                  <a:pt x="1086197" y="3802970"/>
                </a:lnTo>
                <a:lnTo>
                  <a:pt x="1086230" y="3803487"/>
                </a:lnTo>
                <a:lnTo>
                  <a:pt x="1086253" y="3804009"/>
                </a:lnTo>
                <a:lnTo>
                  <a:pt x="1086268" y="3804537"/>
                </a:lnTo>
                <a:lnTo>
                  <a:pt x="1086272" y="3805070"/>
                </a:lnTo>
                <a:lnTo>
                  <a:pt x="1086272" y="3807606"/>
                </a:lnTo>
                <a:lnTo>
                  <a:pt x="1042315" y="3807606"/>
                </a:lnTo>
                <a:lnTo>
                  <a:pt x="1042315" y="3806760"/>
                </a:lnTo>
                <a:lnTo>
                  <a:pt x="1042319" y="3806282"/>
                </a:lnTo>
                <a:lnTo>
                  <a:pt x="1042332" y="3805805"/>
                </a:lnTo>
                <a:lnTo>
                  <a:pt x="1042354" y="3805328"/>
                </a:lnTo>
                <a:lnTo>
                  <a:pt x="1042385" y="3804854"/>
                </a:lnTo>
                <a:lnTo>
                  <a:pt x="1042425" y="3804380"/>
                </a:lnTo>
                <a:lnTo>
                  <a:pt x="1042473" y="3803907"/>
                </a:lnTo>
                <a:lnTo>
                  <a:pt x="1042531" y="3803436"/>
                </a:lnTo>
                <a:lnTo>
                  <a:pt x="1042597" y="3802966"/>
                </a:lnTo>
                <a:close/>
                <a:moveTo>
                  <a:pt x="858521" y="3860505"/>
                </a:moveTo>
                <a:lnTo>
                  <a:pt x="859030" y="3860455"/>
                </a:lnTo>
                <a:lnTo>
                  <a:pt x="859535" y="3860399"/>
                </a:lnTo>
                <a:lnTo>
                  <a:pt x="860035" y="3860338"/>
                </a:lnTo>
                <a:lnTo>
                  <a:pt x="860531" y="3860270"/>
                </a:lnTo>
                <a:lnTo>
                  <a:pt x="861021" y="3860197"/>
                </a:lnTo>
                <a:lnTo>
                  <a:pt x="861507" y="3860117"/>
                </a:lnTo>
                <a:lnTo>
                  <a:pt x="861989" y="3860032"/>
                </a:lnTo>
                <a:lnTo>
                  <a:pt x="862466" y="3859941"/>
                </a:lnTo>
                <a:lnTo>
                  <a:pt x="862937" y="3859844"/>
                </a:lnTo>
                <a:lnTo>
                  <a:pt x="863405" y="3859742"/>
                </a:lnTo>
                <a:lnTo>
                  <a:pt x="863867" y="3859633"/>
                </a:lnTo>
                <a:lnTo>
                  <a:pt x="864325" y="3859519"/>
                </a:lnTo>
                <a:lnTo>
                  <a:pt x="864778" y="3859398"/>
                </a:lnTo>
                <a:lnTo>
                  <a:pt x="865227" y="3859272"/>
                </a:lnTo>
                <a:lnTo>
                  <a:pt x="865671" y="3859140"/>
                </a:lnTo>
                <a:lnTo>
                  <a:pt x="866110" y="3859002"/>
                </a:lnTo>
                <a:lnTo>
                  <a:pt x="866544" y="3858873"/>
                </a:lnTo>
                <a:lnTo>
                  <a:pt x="866974" y="3858738"/>
                </a:lnTo>
                <a:lnTo>
                  <a:pt x="867399" y="3858598"/>
                </a:lnTo>
                <a:lnTo>
                  <a:pt x="867819" y="3858453"/>
                </a:lnTo>
                <a:lnTo>
                  <a:pt x="868235" y="3858302"/>
                </a:lnTo>
                <a:lnTo>
                  <a:pt x="868646" y="3858146"/>
                </a:lnTo>
                <a:lnTo>
                  <a:pt x="869052" y="3857985"/>
                </a:lnTo>
                <a:lnTo>
                  <a:pt x="869454" y="3857819"/>
                </a:lnTo>
                <a:lnTo>
                  <a:pt x="869850" y="3857647"/>
                </a:lnTo>
                <a:lnTo>
                  <a:pt x="870243" y="3857470"/>
                </a:lnTo>
                <a:lnTo>
                  <a:pt x="870630" y="3857288"/>
                </a:lnTo>
                <a:lnTo>
                  <a:pt x="871013" y="3857100"/>
                </a:lnTo>
                <a:lnTo>
                  <a:pt x="871391" y="3856907"/>
                </a:lnTo>
                <a:lnTo>
                  <a:pt x="871764" y="3856709"/>
                </a:lnTo>
                <a:lnTo>
                  <a:pt x="872133" y="3856506"/>
                </a:lnTo>
                <a:lnTo>
                  <a:pt x="872497" y="3856297"/>
                </a:lnTo>
                <a:lnTo>
                  <a:pt x="872856" y="3856083"/>
                </a:lnTo>
                <a:lnTo>
                  <a:pt x="873211" y="3855864"/>
                </a:lnTo>
                <a:lnTo>
                  <a:pt x="873561" y="3855639"/>
                </a:lnTo>
                <a:lnTo>
                  <a:pt x="873906" y="3855409"/>
                </a:lnTo>
                <a:lnTo>
                  <a:pt x="874246" y="3855174"/>
                </a:lnTo>
                <a:lnTo>
                  <a:pt x="874582" y="3854934"/>
                </a:lnTo>
                <a:lnTo>
                  <a:pt x="874913" y="3854688"/>
                </a:lnTo>
                <a:lnTo>
                  <a:pt x="875240" y="3854437"/>
                </a:lnTo>
                <a:lnTo>
                  <a:pt x="875561" y="3854167"/>
                </a:lnTo>
                <a:lnTo>
                  <a:pt x="875878" y="3853892"/>
                </a:lnTo>
                <a:lnTo>
                  <a:pt x="876190" y="3853613"/>
                </a:lnTo>
                <a:lnTo>
                  <a:pt x="876498" y="3853329"/>
                </a:lnTo>
                <a:lnTo>
                  <a:pt x="876801" y="3853040"/>
                </a:lnTo>
                <a:lnTo>
                  <a:pt x="877099" y="3852747"/>
                </a:lnTo>
                <a:lnTo>
                  <a:pt x="877393" y="3852448"/>
                </a:lnTo>
                <a:lnTo>
                  <a:pt x="877682" y="3852145"/>
                </a:lnTo>
                <a:lnTo>
                  <a:pt x="877966" y="3851838"/>
                </a:lnTo>
                <a:lnTo>
                  <a:pt x="878245" y="3851526"/>
                </a:lnTo>
                <a:lnTo>
                  <a:pt x="878520" y="3851209"/>
                </a:lnTo>
                <a:lnTo>
                  <a:pt x="878790" y="3850887"/>
                </a:lnTo>
                <a:lnTo>
                  <a:pt x="879055" y="3850561"/>
                </a:lnTo>
                <a:lnTo>
                  <a:pt x="879316" y="3850229"/>
                </a:lnTo>
                <a:lnTo>
                  <a:pt x="879572" y="3849894"/>
                </a:lnTo>
                <a:lnTo>
                  <a:pt x="879823" y="3849553"/>
                </a:lnTo>
                <a:lnTo>
                  <a:pt x="880070" y="3849208"/>
                </a:lnTo>
                <a:lnTo>
                  <a:pt x="880311" y="3848858"/>
                </a:lnTo>
                <a:lnTo>
                  <a:pt x="880549" y="3848504"/>
                </a:lnTo>
                <a:lnTo>
                  <a:pt x="880781" y="3848144"/>
                </a:lnTo>
                <a:lnTo>
                  <a:pt x="881009" y="3847780"/>
                </a:lnTo>
                <a:lnTo>
                  <a:pt x="881232" y="3847412"/>
                </a:lnTo>
                <a:lnTo>
                  <a:pt x="881450" y="3847038"/>
                </a:lnTo>
                <a:lnTo>
                  <a:pt x="881664" y="3846660"/>
                </a:lnTo>
                <a:lnTo>
                  <a:pt x="881693" y="3846997"/>
                </a:lnTo>
                <a:lnTo>
                  <a:pt x="881725" y="3847331"/>
                </a:lnTo>
                <a:lnTo>
                  <a:pt x="881759" y="3847661"/>
                </a:lnTo>
                <a:lnTo>
                  <a:pt x="881796" y="3847989"/>
                </a:lnTo>
                <a:lnTo>
                  <a:pt x="881834" y="3848314"/>
                </a:lnTo>
                <a:lnTo>
                  <a:pt x="881875" y="3848636"/>
                </a:lnTo>
                <a:lnTo>
                  <a:pt x="881919" y="3848955"/>
                </a:lnTo>
                <a:lnTo>
                  <a:pt x="881965" y="3849271"/>
                </a:lnTo>
                <a:lnTo>
                  <a:pt x="882013" y="3849584"/>
                </a:lnTo>
                <a:lnTo>
                  <a:pt x="882063" y="3849895"/>
                </a:lnTo>
                <a:lnTo>
                  <a:pt x="882116" y="3850202"/>
                </a:lnTo>
                <a:lnTo>
                  <a:pt x="882171" y="3850506"/>
                </a:lnTo>
                <a:lnTo>
                  <a:pt x="882229" y="3850808"/>
                </a:lnTo>
                <a:lnTo>
                  <a:pt x="882289" y="3851106"/>
                </a:lnTo>
                <a:lnTo>
                  <a:pt x="882351" y="3851402"/>
                </a:lnTo>
                <a:lnTo>
                  <a:pt x="882415" y="3851695"/>
                </a:lnTo>
                <a:lnTo>
                  <a:pt x="882482" y="3851984"/>
                </a:lnTo>
                <a:lnTo>
                  <a:pt x="882552" y="3852271"/>
                </a:lnTo>
                <a:lnTo>
                  <a:pt x="882623" y="3852555"/>
                </a:lnTo>
                <a:lnTo>
                  <a:pt x="882697" y="3852836"/>
                </a:lnTo>
                <a:lnTo>
                  <a:pt x="882774" y="3853114"/>
                </a:lnTo>
                <a:lnTo>
                  <a:pt x="882852" y="3853389"/>
                </a:lnTo>
                <a:lnTo>
                  <a:pt x="882933" y="3853661"/>
                </a:lnTo>
                <a:lnTo>
                  <a:pt x="883017" y="3853930"/>
                </a:lnTo>
                <a:lnTo>
                  <a:pt x="883118" y="3854195"/>
                </a:lnTo>
                <a:lnTo>
                  <a:pt x="883227" y="3854456"/>
                </a:lnTo>
                <a:lnTo>
                  <a:pt x="883342" y="3854712"/>
                </a:lnTo>
                <a:lnTo>
                  <a:pt x="883463" y="3854963"/>
                </a:lnTo>
                <a:lnTo>
                  <a:pt x="883590" y="3855210"/>
                </a:lnTo>
                <a:lnTo>
                  <a:pt x="883725" y="3855452"/>
                </a:lnTo>
                <a:lnTo>
                  <a:pt x="883865" y="3855689"/>
                </a:lnTo>
                <a:lnTo>
                  <a:pt x="884012" y="3855921"/>
                </a:lnTo>
                <a:lnTo>
                  <a:pt x="884166" y="3856149"/>
                </a:lnTo>
                <a:lnTo>
                  <a:pt x="884326" y="3856372"/>
                </a:lnTo>
                <a:lnTo>
                  <a:pt x="884492" y="3856590"/>
                </a:lnTo>
                <a:lnTo>
                  <a:pt x="884665" y="3856804"/>
                </a:lnTo>
                <a:lnTo>
                  <a:pt x="884844" y="3857013"/>
                </a:lnTo>
                <a:lnTo>
                  <a:pt x="885030" y="3857217"/>
                </a:lnTo>
                <a:lnTo>
                  <a:pt x="885222" y="3857417"/>
                </a:lnTo>
                <a:lnTo>
                  <a:pt x="885421" y="3857612"/>
                </a:lnTo>
                <a:lnTo>
                  <a:pt x="885626" y="3857802"/>
                </a:lnTo>
                <a:lnTo>
                  <a:pt x="885838" y="3857988"/>
                </a:lnTo>
                <a:lnTo>
                  <a:pt x="886056" y="3858168"/>
                </a:lnTo>
                <a:lnTo>
                  <a:pt x="886280" y="3858345"/>
                </a:lnTo>
                <a:lnTo>
                  <a:pt x="886511" y="3858516"/>
                </a:lnTo>
                <a:lnTo>
                  <a:pt x="886749" y="3858683"/>
                </a:lnTo>
                <a:lnTo>
                  <a:pt x="886993" y="3858845"/>
                </a:lnTo>
                <a:lnTo>
                  <a:pt x="887243" y="3859002"/>
                </a:lnTo>
                <a:lnTo>
                  <a:pt x="887516" y="3859140"/>
                </a:lnTo>
                <a:lnTo>
                  <a:pt x="887799" y="3859272"/>
                </a:lnTo>
                <a:lnTo>
                  <a:pt x="888091" y="3859398"/>
                </a:lnTo>
                <a:lnTo>
                  <a:pt x="888394" y="3859519"/>
                </a:lnTo>
                <a:lnTo>
                  <a:pt x="888706" y="3859633"/>
                </a:lnTo>
                <a:lnTo>
                  <a:pt x="889029" y="3859742"/>
                </a:lnTo>
                <a:lnTo>
                  <a:pt x="889362" y="3859844"/>
                </a:lnTo>
                <a:lnTo>
                  <a:pt x="889704" y="3859941"/>
                </a:lnTo>
                <a:lnTo>
                  <a:pt x="890057" y="3860032"/>
                </a:lnTo>
                <a:lnTo>
                  <a:pt x="890419" y="3860117"/>
                </a:lnTo>
                <a:lnTo>
                  <a:pt x="890792" y="3860197"/>
                </a:lnTo>
                <a:lnTo>
                  <a:pt x="891174" y="3860270"/>
                </a:lnTo>
                <a:lnTo>
                  <a:pt x="891566" y="3860338"/>
                </a:lnTo>
                <a:lnTo>
                  <a:pt x="891969" y="3860399"/>
                </a:lnTo>
                <a:lnTo>
                  <a:pt x="892381" y="3860455"/>
                </a:lnTo>
                <a:lnTo>
                  <a:pt x="892804" y="3860505"/>
                </a:lnTo>
                <a:lnTo>
                  <a:pt x="893236" y="3860549"/>
                </a:lnTo>
                <a:lnTo>
                  <a:pt x="893678" y="3860587"/>
                </a:lnTo>
                <a:lnTo>
                  <a:pt x="894131" y="3860619"/>
                </a:lnTo>
                <a:lnTo>
                  <a:pt x="894593" y="3860646"/>
                </a:lnTo>
                <a:lnTo>
                  <a:pt x="895065" y="3860666"/>
                </a:lnTo>
                <a:lnTo>
                  <a:pt x="895547" y="3860681"/>
                </a:lnTo>
                <a:lnTo>
                  <a:pt x="896040" y="3860690"/>
                </a:lnTo>
                <a:lnTo>
                  <a:pt x="896542" y="3860693"/>
                </a:lnTo>
                <a:lnTo>
                  <a:pt x="896823" y="3860691"/>
                </a:lnTo>
                <a:lnTo>
                  <a:pt x="897104" y="3860687"/>
                </a:lnTo>
                <a:lnTo>
                  <a:pt x="897385" y="3860680"/>
                </a:lnTo>
                <a:lnTo>
                  <a:pt x="897664" y="3860669"/>
                </a:lnTo>
                <a:lnTo>
                  <a:pt x="897943" y="3860656"/>
                </a:lnTo>
                <a:lnTo>
                  <a:pt x="898222" y="3860640"/>
                </a:lnTo>
                <a:lnTo>
                  <a:pt x="898500" y="3860621"/>
                </a:lnTo>
                <a:lnTo>
                  <a:pt x="898777" y="3860599"/>
                </a:lnTo>
                <a:lnTo>
                  <a:pt x="899054" y="3860574"/>
                </a:lnTo>
                <a:lnTo>
                  <a:pt x="899330" y="3860546"/>
                </a:lnTo>
                <a:lnTo>
                  <a:pt x="899606" y="3860515"/>
                </a:lnTo>
                <a:lnTo>
                  <a:pt x="899881" y="3860481"/>
                </a:lnTo>
                <a:lnTo>
                  <a:pt x="900155" y="3860445"/>
                </a:lnTo>
                <a:lnTo>
                  <a:pt x="900429" y="3860405"/>
                </a:lnTo>
                <a:lnTo>
                  <a:pt x="900703" y="3860362"/>
                </a:lnTo>
                <a:lnTo>
                  <a:pt x="900975" y="3860317"/>
                </a:lnTo>
                <a:lnTo>
                  <a:pt x="901247" y="3860269"/>
                </a:lnTo>
                <a:lnTo>
                  <a:pt x="901519" y="3860217"/>
                </a:lnTo>
                <a:lnTo>
                  <a:pt x="901790" y="3860163"/>
                </a:lnTo>
                <a:lnTo>
                  <a:pt x="902060" y="3860106"/>
                </a:lnTo>
                <a:lnTo>
                  <a:pt x="902330" y="3860045"/>
                </a:lnTo>
                <a:lnTo>
                  <a:pt x="902599" y="3859982"/>
                </a:lnTo>
                <a:lnTo>
                  <a:pt x="902868" y="3859916"/>
                </a:lnTo>
                <a:lnTo>
                  <a:pt x="903136" y="3859847"/>
                </a:lnTo>
                <a:lnTo>
                  <a:pt x="903415" y="3859776"/>
                </a:lnTo>
                <a:lnTo>
                  <a:pt x="903691" y="3859702"/>
                </a:lnTo>
                <a:lnTo>
                  <a:pt x="903962" y="3859626"/>
                </a:lnTo>
                <a:lnTo>
                  <a:pt x="904230" y="3859547"/>
                </a:lnTo>
                <a:lnTo>
                  <a:pt x="904493" y="3859466"/>
                </a:lnTo>
                <a:lnTo>
                  <a:pt x="904752" y="3859382"/>
                </a:lnTo>
                <a:lnTo>
                  <a:pt x="905007" y="3859297"/>
                </a:lnTo>
                <a:lnTo>
                  <a:pt x="905258" y="3859209"/>
                </a:lnTo>
                <a:lnTo>
                  <a:pt x="905505" y="3859118"/>
                </a:lnTo>
                <a:lnTo>
                  <a:pt x="905748" y="3859026"/>
                </a:lnTo>
                <a:lnTo>
                  <a:pt x="905987" y="3858930"/>
                </a:lnTo>
                <a:lnTo>
                  <a:pt x="906221" y="3858833"/>
                </a:lnTo>
                <a:lnTo>
                  <a:pt x="906451" y="3858733"/>
                </a:lnTo>
                <a:lnTo>
                  <a:pt x="906678" y="3858631"/>
                </a:lnTo>
                <a:lnTo>
                  <a:pt x="906900" y="3858527"/>
                </a:lnTo>
                <a:lnTo>
                  <a:pt x="907118" y="3858420"/>
                </a:lnTo>
                <a:lnTo>
                  <a:pt x="907332" y="3858311"/>
                </a:lnTo>
                <a:lnTo>
                  <a:pt x="907542" y="3858199"/>
                </a:lnTo>
                <a:lnTo>
                  <a:pt x="907748" y="3858085"/>
                </a:lnTo>
                <a:lnTo>
                  <a:pt x="907949" y="3857969"/>
                </a:lnTo>
                <a:lnTo>
                  <a:pt x="908147" y="3857850"/>
                </a:lnTo>
                <a:lnTo>
                  <a:pt x="908340" y="3857729"/>
                </a:lnTo>
                <a:lnTo>
                  <a:pt x="908530" y="3857606"/>
                </a:lnTo>
                <a:lnTo>
                  <a:pt x="908715" y="3857481"/>
                </a:lnTo>
                <a:lnTo>
                  <a:pt x="908715" y="3846491"/>
                </a:lnTo>
                <a:lnTo>
                  <a:pt x="908560" y="3846602"/>
                </a:lnTo>
                <a:lnTo>
                  <a:pt x="908406" y="3846709"/>
                </a:lnTo>
                <a:lnTo>
                  <a:pt x="908253" y="3846813"/>
                </a:lnTo>
                <a:lnTo>
                  <a:pt x="908100" y="3846914"/>
                </a:lnTo>
                <a:lnTo>
                  <a:pt x="907947" y="3847011"/>
                </a:lnTo>
                <a:lnTo>
                  <a:pt x="907795" y="3847104"/>
                </a:lnTo>
                <a:lnTo>
                  <a:pt x="907644" y="3847194"/>
                </a:lnTo>
                <a:lnTo>
                  <a:pt x="907494" y="3847280"/>
                </a:lnTo>
                <a:lnTo>
                  <a:pt x="907344" y="3847363"/>
                </a:lnTo>
                <a:lnTo>
                  <a:pt x="907194" y="3847442"/>
                </a:lnTo>
                <a:lnTo>
                  <a:pt x="907046" y="3847518"/>
                </a:lnTo>
                <a:lnTo>
                  <a:pt x="906897" y="3847590"/>
                </a:lnTo>
                <a:lnTo>
                  <a:pt x="906750" y="3847659"/>
                </a:lnTo>
                <a:lnTo>
                  <a:pt x="906603" y="3847724"/>
                </a:lnTo>
                <a:lnTo>
                  <a:pt x="906456" y="3847785"/>
                </a:lnTo>
                <a:lnTo>
                  <a:pt x="906310" y="3847844"/>
                </a:lnTo>
                <a:lnTo>
                  <a:pt x="906165" y="3847898"/>
                </a:lnTo>
                <a:lnTo>
                  <a:pt x="906020" y="3847949"/>
                </a:lnTo>
                <a:lnTo>
                  <a:pt x="905876" y="3847997"/>
                </a:lnTo>
                <a:lnTo>
                  <a:pt x="905733" y="3848041"/>
                </a:lnTo>
                <a:lnTo>
                  <a:pt x="905590" y="3848081"/>
                </a:lnTo>
                <a:lnTo>
                  <a:pt x="905447" y="3848118"/>
                </a:lnTo>
                <a:lnTo>
                  <a:pt x="905306" y="3848152"/>
                </a:lnTo>
                <a:lnTo>
                  <a:pt x="905164" y="3848182"/>
                </a:lnTo>
                <a:lnTo>
                  <a:pt x="905023" y="3848209"/>
                </a:lnTo>
                <a:lnTo>
                  <a:pt x="904883" y="3848236"/>
                </a:lnTo>
                <a:lnTo>
                  <a:pt x="904742" y="3848261"/>
                </a:lnTo>
                <a:lnTo>
                  <a:pt x="904601" y="3848285"/>
                </a:lnTo>
                <a:lnTo>
                  <a:pt x="904460" y="3848308"/>
                </a:lnTo>
                <a:lnTo>
                  <a:pt x="904319" y="3848330"/>
                </a:lnTo>
                <a:lnTo>
                  <a:pt x="904178" y="3848350"/>
                </a:lnTo>
                <a:lnTo>
                  <a:pt x="904037" y="3848370"/>
                </a:lnTo>
                <a:lnTo>
                  <a:pt x="903896" y="3848388"/>
                </a:lnTo>
                <a:lnTo>
                  <a:pt x="903755" y="3848405"/>
                </a:lnTo>
                <a:lnTo>
                  <a:pt x="903615" y="3848421"/>
                </a:lnTo>
                <a:lnTo>
                  <a:pt x="903474" y="3848435"/>
                </a:lnTo>
                <a:lnTo>
                  <a:pt x="903333" y="3848449"/>
                </a:lnTo>
                <a:lnTo>
                  <a:pt x="903192" y="3848461"/>
                </a:lnTo>
                <a:lnTo>
                  <a:pt x="903051" y="3848472"/>
                </a:lnTo>
                <a:lnTo>
                  <a:pt x="902910" y="3848482"/>
                </a:lnTo>
                <a:lnTo>
                  <a:pt x="902769" y="3848491"/>
                </a:lnTo>
                <a:lnTo>
                  <a:pt x="902628" y="3848499"/>
                </a:lnTo>
                <a:lnTo>
                  <a:pt x="902487" y="3848505"/>
                </a:lnTo>
                <a:lnTo>
                  <a:pt x="902347" y="3848510"/>
                </a:lnTo>
                <a:lnTo>
                  <a:pt x="902206" y="3848515"/>
                </a:lnTo>
                <a:lnTo>
                  <a:pt x="902065" y="3848517"/>
                </a:lnTo>
                <a:lnTo>
                  <a:pt x="901924" y="3848519"/>
                </a:lnTo>
                <a:lnTo>
                  <a:pt x="901783" y="3848520"/>
                </a:lnTo>
                <a:lnTo>
                  <a:pt x="901588" y="3848518"/>
                </a:lnTo>
                <a:lnTo>
                  <a:pt x="901397" y="3848512"/>
                </a:lnTo>
                <a:lnTo>
                  <a:pt x="901210" y="3848501"/>
                </a:lnTo>
                <a:lnTo>
                  <a:pt x="901027" y="3848487"/>
                </a:lnTo>
                <a:lnTo>
                  <a:pt x="900848" y="3848468"/>
                </a:lnTo>
                <a:lnTo>
                  <a:pt x="900674" y="3848446"/>
                </a:lnTo>
                <a:lnTo>
                  <a:pt x="900503" y="3848419"/>
                </a:lnTo>
                <a:lnTo>
                  <a:pt x="900337" y="3848388"/>
                </a:lnTo>
                <a:lnTo>
                  <a:pt x="900174" y="3848353"/>
                </a:lnTo>
                <a:lnTo>
                  <a:pt x="900016" y="3848314"/>
                </a:lnTo>
                <a:lnTo>
                  <a:pt x="899862" y="3848271"/>
                </a:lnTo>
                <a:lnTo>
                  <a:pt x="899712" y="3848224"/>
                </a:lnTo>
                <a:lnTo>
                  <a:pt x="899566" y="3848173"/>
                </a:lnTo>
                <a:lnTo>
                  <a:pt x="899424" y="3848117"/>
                </a:lnTo>
                <a:lnTo>
                  <a:pt x="899287" y="3848057"/>
                </a:lnTo>
                <a:lnTo>
                  <a:pt x="899153" y="3847994"/>
                </a:lnTo>
                <a:lnTo>
                  <a:pt x="899024" y="3847926"/>
                </a:lnTo>
                <a:lnTo>
                  <a:pt x="898898" y="3847854"/>
                </a:lnTo>
                <a:lnTo>
                  <a:pt x="898777" y="3847778"/>
                </a:lnTo>
                <a:lnTo>
                  <a:pt x="898660" y="3847698"/>
                </a:lnTo>
                <a:lnTo>
                  <a:pt x="898547" y="3847614"/>
                </a:lnTo>
                <a:lnTo>
                  <a:pt x="898438" y="3847525"/>
                </a:lnTo>
                <a:lnTo>
                  <a:pt x="898333" y="3847433"/>
                </a:lnTo>
                <a:lnTo>
                  <a:pt x="898233" y="3847336"/>
                </a:lnTo>
                <a:lnTo>
                  <a:pt x="898136" y="3847235"/>
                </a:lnTo>
                <a:lnTo>
                  <a:pt x="898044" y="3847129"/>
                </a:lnTo>
                <a:lnTo>
                  <a:pt x="897955" y="3847017"/>
                </a:lnTo>
                <a:lnTo>
                  <a:pt x="897871" y="3846900"/>
                </a:lnTo>
                <a:lnTo>
                  <a:pt x="897791" y="3846777"/>
                </a:lnTo>
                <a:lnTo>
                  <a:pt x="897715" y="3846650"/>
                </a:lnTo>
                <a:lnTo>
                  <a:pt x="897643" y="3846517"/>
                </a:lnTo>
                <a:lnTo>
                  <a:pt x="897575" y="3846378"/>
                </a:lnTo>
                <a:lnTo>
                  <a:pt x="897511" y="3846235"/>
                </a:lnTo>
                <a:lnTo>
                  <a:pt x="897452" y="3846086"/>
                </a:lnTo>
                <a:lnTo>
                  <a:pt x="897396" y="3845932"/>
                </a:lnTo>
                <a:lnTo>
                  <a:pt x="897345" y="3845773"/>
                </a:lnTo>
                <a:lnTo>
                  <a:pt x="897298" y="3845608"/>
                </a:lnTo>
                <a:lnTo>
                  <a:pt x="897255" y="3845438"/>
                </a:lnTo>
                <a:lnTo>
                  <a:pt x="897216" y="3845263"/>
                </a:lnTo>
                <a:lnTo>
                  <a:pt x="897181" y="3845082"/>
                </a:lnTo>
                <a:lnTo>
                  <a:pt x="897150" y="3844896"/>
                </a:lnTo>
                <a:lnTo>
                  <a:pt x="897123" y="3844705"/>
                </a:lnTo>
                <a:lnTo>
                  <a:pt x="897100" y="3844509"/>
                </a:lnTo>
                <a:lnTo>
                  <a:pt x="897082" y="3844307"/>
                </a:lnTo>
                <a:lnTo>
                  <a:pt x="897068" y="3844100"/>
                </a:lnTo>
                <a:lnTo>
                  <a:pt x="897057" y="3843888"/>
                </a:lnTo>
                <a:lnTo>
                  <a:pt x="897051" y="3843671"/>
                </a:lnTo>
                <a:lnTo>
                  <a:pt x="897049" y="3843448"/>
                </a:lnTo>
                <a:lnTo>
                  <a:pt x="897049" y="3772609"/>
                </a:lnTo>
                <a:lnTo>
                  <a:pt x="880142" y="3772609"/>
                </a:lnTo>
                <a:lnTo>
                  <a:pt x="880142" y="3825189"/>
                </a:lnTo>
                <a:lnTo>
                  <a:pt x="880138" y="3825708"/>
                </a:lnTo>
                <a:lnTo>
                  <a:pt x="880124" y="3826223"/>
                </a:lnTo>
                <a:lnTo>
                  <a:pt x="880100" y="3826734"/>
                </a:lnTo>
                <a:lnTo>
                  <a:pt x="880067" y="3827241"/>
                </a:lnTo>
                <a:lnTo>
                  <a:pt x="880025" y="3827744"/>
                </a:lnTo>
                <a:lnTo>
                  <a:pt x="879973" y="3828242"/>
                </a:lnTo>
                <a:lnTo>
                  <a:pt x="879912" y="3828737"/>
                </a:lnTo>
                <a:lnTo>
                  <a:pt x="879842" y="3829228"/>
                </a:lnTo>
                <a:lnTo>
                  <a:pt x="879762" y="3829714"/>
                </a:lnTo>
                <a:lnTo>
                  <a:pt x="879673" y="3830196"/>
                </a:lnTo>
                <a:lnTo>
                  <a:pt x="879574" y="3830674"/>
                </a:lnTo>
                <a:lnTo>
                  <a:pt x="879466" y="3831148"/>
                </a:lnTo>
                <a:lnTo>
                  <a:pt x="879349" y="3831618"/>
                </a:lnTo>
                <a:lnTo>
                  <a:pt x="879222" y="3832084"/>
                </a:lnTo>
                <a:lnTo>
                  <a:pt x="879086" y="3832546"/>
                </a:lnTo>
                <a:lnTo>
                  <a:pt x="878940" y="3833003"/>
                </a:lnTo>
                <a:lnTo>
                  <a:pt x="878785" y="3833457"/>
                </a:lnTo>
                <a:lnTo>
                  <a:pt x="878621" y="3833906"/>
                </a:lnTo>
                <a:lnTo>
                  <a:pt x="878447" y="3834351"/>
                </a:lnTo>
                <a:lnTo>
                  <a:pt x="878264" y="3834793"/>
                </a:lnTo>
                <a:lnTo>
                  <a:pt x="878071" y="3835230"/>
                </a:lnTo>
                <a:lnTo>
                  <a:pt x="877869" y="3835663"/>
                </a:lnTo>
                <a:lnTo>
                  <a:pt x="877658" y="3836091"/>
                </a:lnTo>
                <a:lnTo>
                  <a:pt x="877437" y="3836516"/>
                </a:lnTo>
                <a:lnTo>
                  <a:pt x="877222" y="3836935"/>
                </a:lnTo>
                <a:lnTo>
                  <a:pt x="876999" y="3837347"/>
                </a:lnTo>
                <a:lnTo>
                  <a:pt x="876769" y="3837752"/>
                </a:lnTo>
                <a:lnTo>
                  <a:pt x="876531" y="3838150"/>
                </a:lnTo>
                <a:lnTo>
                  <a:pt x="876285" y="3838541"/>
                </a:lnTo>
                <a:lnTo>
                  <a:pt x="876032" y="3838925"/>
                </a:lnTo>
                <a:lnTo>
                  <a:pt x="875771" y="3839302"/>
                </a:lnTo>
                <a:lnTo>
                  <a:pt x="875502" y="3839672"/>
                </a:lnTo>
                <a:lnTo>
                  <a:pt x="875226" y="3840035"/>
                </a:lnTo>
                <a:lnTo>
                  <a:pt x="874942" y="3840391"/>
                </a:lnTo>
                <a:lnTo>
                  <a:pt x="874651" y="3840739"/>
                </a:lnTo>
                <a:lnTo>
                  <a:pt x="874352" y="3841081"/>
                </a:lnTo>
                <a:lnTo>
                  <a:pt x="874045" y="3841416"/>
                </a:lnTo>
                <a:lnTo>
                  <a:pt x="873731" y="3841743"/>
                </a:lnTo>
                <a:lnTo>
                  <a:pt x="873409" y="3842064"/>
                </a:lnTo>
                <a:lnTo>
                  <a:pt x="873079" y="3842377"/>
                </a:lnTo>
                <a:lnTo>
                  <a:pt x="872742" y="3842684"/>
                </a:lnTo>
                <a:lnTo>
                  <a:pt x="872397" y="3842983"/>
                </a:lnTo>
                <a:lnTo>
                  <a:pt x="872045" y="3843275"/>
                </a:lnTo>
                <a:lnTo>
                  <a:pt x="871684" y="3843561"/>
                </a:lnTo>
                <a:lnTo>
                  <a:pt x="871317" y="3843839"/>
                </a:lnTo>
                <a:lnTo>
                  <a:pt x="870941" y="3844110"/>
                </a:lnTo>
                <a:lnTo>
                  <a:pt x="870558" y="3844374"/>
                </a:lnTo>
                <a:lnTo>
                  <a:pt x="870167" y="3844631"/>
                </a:lnTo>
                <a:lnTo>
                  <a:pt x="869785" y="3844866"/>
                </a:lnTo>
                <a:lnTo>
                  <a:pt x="869397" y="3845090"/>
                </a:lnTo>
                <a:lnTo>
                  <a:pt x="869005" y="3845305"/>
                </a:lnTo>
                <a:lnTo>
                  <a:pt x="868608" y="3845510"/>
                </a:lnTo>
                <a:lnTo>
                  <a:pt x="868207" y="3845704"/>
                </a:lnTo>
                <a:lnTo>
                  <a:pt x="867801" y="3845889"/>
                </a:lnTo>
                <a:lnTo>
                  <a:pt x="867390" y="3846063"/>
                </a:lnTo>
                <a:lnTo>
                  <a:pt x="866974" y="3846228"/>
                </a:lnTo>
                <a:lnTo>
                  <a:pt x="866554" y="3846383"/>
                </a:lnTo>
                <a:lnTo>
                  <a:pt x="866129" y="3846528"/>
                </a:lnTo>
                <a:lnTo>
                  <a:pt x="865699" y="3846662"/>
                </a:lnTo>
                <a:lnTo>
                  <a:pt x="865265" y="3846787"/>
                </a:lnTo>
                <a:lnTo>
                  <a:pt x="864825" y="3846902"/>
                </a:lnTo>
                <a:lnTo>
                  <a:pt x="864382" y="3847007"/>
                </a:lnTo>
                <a:lnTo>
                  <a:pt x="863933" y="3847101"/>
                </a:lnTo>
                <a:lnTo>
                  <a:pt x="863480" y="3847186"/>
                </a:lnTo>
                <a:lnTo>
                  <a:pt x="863022" y="3847261"/>
                </a:lnTo>
                <a:lnTo>
                  <a:pt x="862559" y="3847326"/>
                </a:lnTo>
                <a:lnTo>
                  <a:pt x="862092" y="3847381"/>
                </a:lnTo>
                <a:lnTo>
                  <a:pt x="861620" y="3847426"/>
                </a:lnTo>
                <a:lnTo>
                  <a:pt x="861143" y="3847461"/>
                </a:lnTo>
                <a:lnTo>
                  <a:pt x="860662" y="3847486"/>
                </a:lnTo>
                <a:lnTo>
                  <a:pt x="860176" y="3847501"/>
                </a:lnTo>
                <a:lnTo>
                  <a:pt x="859685" y="3847506"/>
                </a:lnTo>
                <a:lnTo>
                  <a:pt x="858945" y="3847496"/>
                </a:lnTo>
                <a:lnTo>
                  <a:pt x="858219" y="3847469"/>
                </a:lnTo>
                <a:lnTo>
                  <a:pt x="857506" y="3847424"/>
                </a:lnTo>
                <a:lnTo>
                  <a:pt x="856806" y="3847360"/>
                </a:lnTo>
                <a:lnTo>
                  <a:pt x="856120" y="3847278"/>
                </a:lnTo>
                <a:lnTo>
                  <a:pt x="855448" y="3847178"/>
                </a:lnTo>
                <a:lnTo>
                  <a:pt x="854789" y="3847060"/>
                </a:lnTo>
                <a:lnTo>
                  <a:pt x="854144" y="3846923"/>
                </a:lnTo>
                <a:lnTo>
                  <a:pt x="853512" y="3846768"/>
                </a:lnTo>
                <a:lnTo>
                  <a:pt x="852893" y="3846596"/>
                </a:lnTo>
                <a:lnTo>
                  <a:pt x="852288" y="3846404"/>
                </a:lnTo>
                <a:lnTo>
                  <a:pt x="851697" y="3846195"/>
                </a:lnTo>
                <a:lnTo>
                  <a:pt x="851119" y="3845968"/>
                </a:lnTo>
                <a:lnTo>
                  <a:pt x="850555" y="3845722"/>
                </a:lnTo>
                <a:lnTo>
                  <a:pt x="850004" y="3845458"/>
                </a:lnTo>
                <a:lnTo>
                  <a:pt x="849466" y="3845176"/>
                </a:lnTo>
                <a:lnTo>
                  <a:pt x="848942" y="3844876"/>
                </a:lnTo>
                <a:lnTo>
                  <a:pt x="848432" y="3844557"/>
                </a:lnTo>
                <a:lnTo>
                  <a:pt x="847935" y="3844221"/>
                </a:lnTo>
                <a:lnTo>
                  <a:pt x="847451" y="3843866"/>
                </a:lnTo>
                <a:lnTo>
                  <a:pt x="846981" y="3843493"/>
                </a:lnTo>
                <a:lnTo>
                  <a:pt x="846525" y="3843101"/>
                </a:lnTo>
                <a:lnTo>
                  <a:pt x="846082" y="3842692"/>
                </a:lnTo>
                <a:lnTo>
                  <a:pt x="845653" y="3842264"/>
                </a:lnTo>
                <a:lnTo>
                  <a:pt x="845253" y="3841818"/>
                </a:lnTo>
                <a:lnTo>
                  <a:pt x="844870" y="3841352"/>
                </a:lnTo>
                <a:lnTo>
                  <a:pt x="844504" y="3840867"/>
                </a:lnTo>
                <a:lnTo>
                  <a:pt x="844155" y="3840362"/>
                </a:lnTo>
                <a:lnTo>
                  <a:pt x="843823" y="3839838"/>
                </a:lnTo>
                <a:lnTo>
                  <a:pt x="843508" y="3839295"/>
                </a:lnTo>
                <a:lnTo>
                  <a:pt x="843210" y="3838732"/>
                </a:lnTo>
                <a:lnTo>
                  <a:pt x="842929" y="3838150"/>
                </a:lnTo>
                <a:lnTo>
                  <a:pt x="842665" y="3837549"/>
                </a:lnTo>
                <a:lnTo>
                  <a:pt x="842418" y="3836928"/>
                </a:lnTo>
                <a:lnTo>
                  <a:pt x="842188" y="3836288"/>
                </a:lnTo>
                <a:lnTo>
                  <a:pt x="841976" y="3835628"/>
                </a:lnTo>
                <a:lnTo>
                  <a:pt x="841780" y="3834950"/>
                </a:lnTo>
                <a:lnTo>
                  <a:pt x="841601" y="3834251"/>
                </a:lnTo>
                <a:lnTo>
                  <a:pt x="841439" y="3833534"/>
                </a:lnTo>
                <a:lnTo>
                  <a:pt x="841295" y="3832797"/>
                </a:lnTo>
                <a:lnTo>
                  <a:pt x="841167" y="3832040"/>
                </a:lnTo>
                <a:lnTo>
                  <a:pt x="841056" y="3831264"/>
                </a:lnTo>
                <a:lnTo>
                  <a:pt x="840963" y="3830469"/>
                </a:lnTo>
                <a:lnTo>
                  <a:pt x="840886" y="3829655"/>
                </a:lnTo>
                <a:lnTo>
                  <a:pt x="840826" y="3828821"/>
                </a:lnTo>
                <a:lnTo>
                  <a:pt x="840784" y="3827968"/>
                </a:lnTo>
                <a:lnTo>
                  <a:pt x="840758" y="3827095"/>
                </a:lnTo>
                <a:lnTo>
                  <a:pt x="840750" y="3826203"/>
                </a:lnTo>
                <a:lnTo>
                  <a:pt x="840750" y="3772609"/>
                </a:lnTo>
                <a:lnTo>
                  <a:pt x="823674" y="3772609"/>
                </a:lnTo>
                <a:lnTo>
                  <a:pt x="823674" y="3829415"/>
                </a:lnTo>
                <a:lnTo>
                  <a:pt x="823688" y="3830712"/>
                </a:lnTo>
                <a:lnTo>
                  <a:pt x="823732" y="3831981"/>
                </a:lnTo>
                <a:lnTo>
                  <a:pt x="823803" y="3833222"/>
                </a:lnTo>
                <a:lnTo>
                  <a:pt x="823904" y="3834436"/>
                </a:lnTo>
                <a:lnTo>
                  <a:pt x="824034" y="3835622"/>
                </a:lnTo>
                <a:lnTo>
                  <a:pt x="824192" y="3836780"/>
                </a:lnTo>
                <a:lnTo>
                  <a:pt x="824379" y="3837911"/>
                </a:lnTo>
                <a:lnTo>
                  <a:pt x="824595" y="3839015"/>
                </a:lnTo>
                <a:lnTo>
                  <a:pt x="824839" y="3840090"/>
                </a:lnTo>
                <a:lnTo>
                  <a:pt x="825112" y="3841138"/>
                </a:lnTo>
                <a:lnTo>
                  <a:pt x="825414" y="3842159"/>
                </a:lnTo>
                <a:lnTo>
                  <a:pt x="825745" y="3843152"/>
                </a:lnTo>
                <a:lnTo>
                  <a:pt x="826105" y="3844117"/>
                </a:lnTo>
                <a:lnTo>
                  <a:pt x="826493" y="3845055"/>
                </a:lnTo>
                <a:lnTo>
                  <a:pt x="826910" y="3845965"/>
                </a:lnTo>
                <a:lnTo>
                  <a:pt x="827356" y="3846848"/>
                </a:lnTo>
                <a:lnTo>
                  <a:pt x="827831" y="3847703"/>
                </a:lnTo>
                <a:lnTo>
                  <a:pt x="828334" y="3848530"/>
                </a:lnTo>
                <a:lnTo>
                  <a:pt x="828866" y="3849330"/>
                </a:lnTo>
                <a:lnTo>
                  <a:pt x="829427" y="3850103"/>
                </a:lnTo>
                <a:lnTo>
                  <a:pt x="830017" y="3850847"/>
                </a:lnTo>
                <a:lnTo>
                  <a:pt x="830635" y="3851564"/>
                </a:lnTo>
                <a:lnTo>
                  <a:pt x="831282" y="3852254"/>
                </a:lnTo>
                <a:lnTo>
                  <a:pt x="831958" y="3852916"/>
                </a:lnTo>
                <a:lnTo>
                  <a:pt x="832672" y="3853550"/>
                </a:lnTo>
                <a:lnTo>
                  <a:pt x="833405" y="3854158"/>
                </a:lnTo>
                <a:lnTo>
                  <a:pt x="834156" y="3854738"/>
                </a:lnTo>
                <a:lnTo>
                  <a:pt x="834926" y="3855292"/>
                </a:lnTo>
                <a:lnTo>
                  <a:pt x="835715" y="3855819"/>
                </a:lnTo>
                <a:lnTo>
                  <a:pt x="836523" y="3856318"/>
                </a:lnTo>
                <a:lnTo>
                  <a:pt x="837350" y="3856791"/>
                </a:lnTo>
                <a:lnTo>
                  <a:pt x="838195" y="3857236"/>
                </a:lnTo>
                <a:lnTo>
                  <a:pt x="839059" y="3857655"/>
                </a:lnTo>
                <a:lnTo>
                  <a:pt x="839942" y="3858046"/>
                </a:lnTo>
                <a:lnTo>
                  <a:pt x="840844" y="3858411"/>
                </a:lnTo>
                <a:lnTo>
                  <a:pt x="841764" y="3858748"/>
                </a:lnTo>
                <a:lnTo>
                  <a:pt x="842703" y="3859059"/>
                </a:lnTo>
                <a:lnTo>
                  <a:pt x="843661" y="3859343"/>
                </a:lnTo>
                <a:lnTo>
                  <a:pt x="844638" y="3859599"/>
                </a:lnTo>
                <a:lnTo>
                  <a:pt x="845634" y="3859829"/>
                </a:lnTo>
                <a:lnTo>
                  <a:pt x="846648" y="3860031"/>
                </a:lnTo>
                <a:lnTo>
                  <a:pt x="847682" y="3860207"/>
                </a:lnTo>
                <a:lnTo>
                  <a:pt x="848733" y="3860355"/>
                </a:lnTo>
                <a:lnTo>
                  <a:pt x="849804" y="3860477"/>
                </a:lnTo>
                <a:lnTo>
                  <a:pt x="850894" y="3860571"/>
                </a:lnTo>
                <a:lnTo>
                  <a:pt x="852002" y="3860639"/>
                </a:lnTo>
                <a:lnTo>
                  <a:pt x="853129" y="3860679"/>
                </a:lnTo>
                <a:lnTo>
                  <a:pt x="854275" y="3860693"/>
                </a:lnTo>
                <a:lnTo>
                  <a:pt x="854822" y="3860690"/>
                </a:lnTo>
                <a:lnTo>
                  <a:pt x="855365" y="3860681"/>
                </a:lnTo>
                <a:lnTo>
                  <a:pt x="855902" y="3860666"/>
                </a:lnTo>
                <a:lnTo>
                  <a:pt x="856435" y="3860646"/>
                </a:lnTo>
                <a:lnTo>
                  <a:pt x="856964" y="3860619"/>
                </a:lnTo>
                <a:lnTo>
                  <a:pt x="857487" y="3860587"/>
                </a:lnTo>
                <a:lnTo>
                  <a:pt x="858006" y="3860549"/>
                </a:lnTo>
                <a:lnTo>
                  <a:pt x="858521" y="3860505"/>
                </a:lnTo>
                <a:close/>
                <a:moveTo>
                  <a:pt x="1208104" y="3880812"/>
                </a:moveTo>
                <a:lnTo>
                  <a:pt x="1208104" y="3868639"/>
                </a:lnTo>
                <a:lnTo>
                  <a:pt x="1123570" y="3868639"/>
                </a:lnTo>
                <a:lnTo>
                  <a:pt x="1123570" y="3880812"/>
                </a:lnTo>
                <a:lnTo>
                  <a:pt x="1208104" y="3880812"/>
                </a:lnTo>
                <a:close/>
                <a:moveTo>
                  <a:pt x="1286992" y="30601"/>
                </a:moveTo>
                <a:lnTo>
                  <a:pt x="1286992" y="5748"/>
                </a:lnTo>
                <a:lnTo>
                  <a:pt x="1272452" y="5748"/>
                </a:lnTo>
                <a:lnTo>
                  <a:pt x="1272452" y="30601"/>
                </a:lnTo>
                <a:lnTo>
                  <a:pt x="1276341" y="52749"/>
                </a:lnTo>
                <a:lnTo>
                  <a:pt x="1283103" y="52749"/>
                </a:lnTo>
                <a:lnTo>
                  <a:pt x="1286992" y="30601"/>
                </a:lnTo>
                <a:close/>
                <a:moveTo>
                  <a:pt x="1359794" y="78616"/>
                </a:moveTo>
                <a:lnTo>
                  <a:pt x="1359794" y="121728"/>
                </a:lnTo>
                <a:lnTo>
                  <a:pt x="1377546" y="121728"/>
                </a:lnTo>
                <a:lnTo>
                  <a:pt x="1377546" y="78616"/>
                </a:lnTo>
                <a:lnTo>
                  <a:pt x="1416262" y="5748"/>
                </a:lnTo>
                <a:lnTo>
                  <a:pt x="1398341" y="5748"/>
                </a:lnTo>
                <a:lnTo>
                  <a:pt x="1369769" y="59850"/>
                </a:lnTo>
                <a:lnTo>
                  <a:pt x="1369093" y="59850"/>
                </a:lnTo>
                <a:lnTo>
                  <a:pt x="1340351" y="5748"/>
                </a:lnTo>
                <a:lnTo>
                  <a:pt x="1320908" y="5748"/>
                </a:lnTo>
                <a:lnTo>
                  <a:pt x="1359794" y="78616"/>
                </a:lnTo>
                <a:close/>
                <a:moveTo>
                  <a:pt x="1478844" y="122658"/>
                </a:moveTo>
                <a:lnTo>
                  <a:pt x="1479769" y="122480"/>
                </a:lnTo>
                <a:lnTo>
                  <a:pt x="1480682" y="122282"/>
                </a:lnTo>
                <a:lnTo>
                  <a:pt x="1481583" y="122066"/>
                </a:lnTo>
                <a:lnTo>
                  <a:pt x="1482471" y="121832"/>
                </a:lnTo>
                <a:lnTo>
                  <a:pt x="1483348" y="121578"/>
                </a:lnTo>
                <a:lnTo>
                  <a:pt x="1484211" y="121306"/>
                </a:lnTo>
                <a:lnTo>
                  <a:pt x="1485063" y="121014"/>
                </a:lnTo>
                <a:lnTo>
                  <a:pt x="1485902" y="120704"/>
                </a:lnTo>
                <a:lnTo>
                  <a:pt x="1486729" y="120376"/>
                </a:lnTo>
                <a:lnTo>
                  <a:pt x="1487543" y="120028"/>
                </a:lnTo>
                <a:lnTo>
                  <a:pt x="1488346" y="119662"/>
                </a:lnTo>
                <a:lnTo>
                  <a:pt x="1489136" y="119277"/>
                </a:lnTo>
                <a:lnTo>
                  <a:pt x="1489913" y="118873"/>
                </a:lnTo>
                <a:lnTo>
                  <a:pt x="1490678" y="118450"/>
                </a:lnTo>
                <a:lnTo>
                  <a:pt x="1491431" y="118009"/>
                </a:lnTo>
                <a:lnTo>
                  <a:pt x="1492171" y="117537"/>
                </a:lnTo>
                <a:lnTo>
                  <a:pt x="1492895" y="117050"/>
                </a:lnTo>
                <a:lnTo>
                  <a:pt x="1493605" y="116548"/>
                </a:lnTo>
                <a:lnTo>
                  <a:pt x="1494301" y="116032"/>
                </a:lnTo>
                <a:lnTo>
                  <a:pt x="1494981" y="115501"/>
                </a:lnTo>
                <a:lnTo>
                  <a:pt x="1495647" y="114955"/>
                </a:lnTo>
                <a:lnTo>
                  <a:pt x="1496299" y="114395"/>
                </a:lnTo>
                <a:lnTo>
                  <a:pt x="1496935" y="113820"/>
                </a:lnTo>
                <a:lnTo>
                  <a:pt x="1497557" y="113230"/>
                </a:lnTo>
                <a:lnTo>
                  <a:pt x="1498164" y="112626"/>
                </a:lnTo>
                <a:lnTo>
                  <a:pt x="1498757" y="112007"/>
                </a:lnTo>
                <a:lnTo>
                  <a:pt x="1499335" y="111373"/>
                </a:lnTo>
                <a:lnTo>
                  <a:pt x="1499898" y="110725"/>
                </a:lnTo>
                <a:lnTo>
                  <a:pt x="1500447" y="110062"/>
                </a:lnTo>
                <a:lnTo>
                  <a:pt x="1500981" y="109384"/>
                </a:lnTo>
                <a:lnTo>
                  <a:pt x="1501500" y="108691"/>
                </a:lnTo>
                <a:lnTo>
                  <a:pt x="1502004" y="107984"/>
                </a:lnTo>
                <a:lnTo>
                  <a:pt x="1502494" y="107263"/>
                </a:lnTo>
                <a:lnTo>
                  <a:pt x="1502970" y="106526"/>
                </a:lnTo>
                <a:lnTo>
                  <a:pt x="1503430" y="105775"/>
                </a:lnTo>
                <a:lnTo>
                  <a:pt x="1503876" y="105009"/>
                </a:lnTo>
                <a:lnTo>
                  <a:pt x="1504307" y="104229"/>
                </a:lnTo>
                <a:lnTo>
                  <a:pt x="1504724" y="103434"/>
                </a:lnTo>
                <a:lnTo>
                  <a:pt x="1505125" y="102624"/>
                </a:lnTo>
                <a:lnTo>
                  <a:pt x="1505512" y="101801"/>
                </a:lnTo>
                <a:lnTo>
                  <a:pt x="1505882" y="100968"/>
                </a:lnTo>
                <a:lnTo>
                  <a:pt x="1506235" y="100125"/>
                </a:lnTo>
                <a:lnTo>
                  <a:pt x="1506572" y="99271"/>
                </a:lnTo>
                <a:lnTo>
                  <a:pt x="1506892" y="98406"/>
                </a:lnTo>
                <a:lnTo>
                  <a:pt x="1507197" y="97531"/>
                </a:lnTo>
                <a:lnTo>
                  <a:pt x="1507484" y="96645"/>
                </a:lnTo>
                <a:lnTo>
                  <a:pt x="1507755" y="95748"/>
                </a:lnTo>
                <a:lnTo>
                  <a:pt x="1508010" y="94841"/>
                </a:lnTo>
                <a:lnTo>
                  <a:pt x="1508249" y="93924"/>
                </a:lnTo>
                <a:lnTo>
                  <a:pt x="1508470" y="92996"/>
                </a:lnTo>
                <a:lnTo>
                  <a:pt x="1508676" y="92057"/>
                </a:lnTo>
                <a:lnTo>
                  <a:pt x="1508865" y="91108"/>
                </a:lnTo>
                <a:lnTo>
                  <a:pt x="1509038" y="90148"/>
                </a:lnTo>
                <a:lnTo>
                  <a:pt x="1509194" y="89178"/>
                </a:lnTo>
                <a:lnTo>
                  <a:pt x="1509333" y="88197"/>
                </a:lnTo>
                <a:lnTo>
                  <a:pt x="1509457" y="87205"/>
                </a:lnTo>
                <a:lnTo>
                  <a:pt x="1509564" y="86203"/>
                </a:lnTo>
                <a:lnTo>
                  <a:pt x="1509654" y="85190"/>
                </a:lnTo>
                <a:lnTo>
                  <a:pt x="1509728" y="84167"/>
                </a:lnTo>
                <a:lnTo>
                  <a:pt x="1509786" y="83133"/>
                </a:lnTo>
                <a:lnTo>
                  <a:pt x="1509827" y="82089"/>
                </a:lnTo>
                <a:lnTo>
                  <a:pt x="1509851" y="81034"/>
                </a:lnTo>
                <a:lnTo>
                  <a:pt x="1509859" y="79969"/>
                </a:lnTo>
                <a:lnTo>
                  <a:pt x="1509859" y="77095"/>
                </a:lnTo>
                <a:lnTo>
                  <a:pt x="1509851" y="76043"/>
                </a:lnTo>
                <a:lnTo>
                  <a:pt x="1509827" y="75001"/>
                </a:lnTo>
                <a:lnTo>
                  <a:pt x="1509786" y="73969"/>
                </a:lnTo>
                <a:lnTo>
                  <a:pt x="1509728" y="72948"/>
                </a:lnTo>
                <a:lnTo>
                  <a:pt x="1509654" y="71936"/>
                </a:lnTo>
                <a:lnTo>
                  <a:pt x="1509564" y="70934"/>
                </a:lnTo>
                <a:lnTo>
                  <a:pt x="1509457" y="69942"/>
                </a:lnTo>
                <a:lnTo>
                  <a:pt x="1509333" y="68960"/>
                </a:lnTo>
                <a:lnTo>
                  <a:pt x="1509194" y="67989"/>
                </a:lnTo>
                <a:lnTo>
                  <a:pt x="1509038" y="67027"/>
                </a:lnTo>
                <a:lnTo>
                  <a:pt x="1508865" y="66075"/>
                </a:lnTo>
                <a:lnTo>
                  <a:pt x="1508676" y="65133"/>
                </a:lnTo>
                <a:lnTo>
                  <a:pt x="1508470" y="64201"/>
                </a:lnTo>
                <a:lnTo>
                  <a:pt x="1508249" y="63279"/>
                </a:lnTo>
                <a:lnTo>
                  <a:pt x="1508010" y="62367"/>
                </a:lnTo>
                <a:lnTo>
                  <a:pt x="1507755" y="61465"/>
                </a:lnTo>
                <a:lnTo>
                  <a:pt x="1507484" y="60573"/>
                </a:lnTo>
                <a:lnTo>
                  <a:pt x="1507197" y="59691"/>
                </a:lnTo>
                <a:lnTo>
                  <a:pt x="1506892" y="58819"/>
                </a:lnTo>
                <a:lnTo>
                  <a:pt x="1506572" y="57957"/>
                </a:lnTo>
                <a:lnTo>
                  <a:pt x="1506235" y="57105"/>
                </a:lnTo>
                <a:lnTo>
                  <a:pt x="1505882" y="56263"/>
                </a:lnTo>
                <a:lnTo>
                  <a:pt x="1505512" y="55431"/>
                </a:lnTo>
                <a:lnTo>
                  <a:pt x="1505125" y="54609"/>
                </a:lnTo>
                <a:lnTo>
                  <a:pt x="1504724" y="53799"/>
                </a:lnTo>
                <a:lnTo>
                  <a:pt x="1504307" y="53004"/>
                </a:lnTo>
                <a:lnTo>
                  <a:pt x="1503876" y="52223"/>
                </a:lnTo>
                <a:lnTo>
                  <a:pt x="1503430" y="51457"/>
                </a:lnTo>
                <a:lnTo>
                  <a:pt x="1502970" y="50706"/>
                </a:lnTo>
                <a:lnTo>
                  <a:pt x="1502494" y="49970"/>
                </a:lnTo>
                <a:lnTo>
                  <a:pt x="1502004" y="49248"/>
                </a:lnTo>
                <a:lnTo>
                  <a:pt x="1501500" y="48541"/>
                </a:lnTo>
                <a:lnTo>
                  <a:pt x="1500981" y="47849"/>
                </a:lnTo>
                <a:lnTo>
                  <a:pt x="1500447" y="47171"/>
                </a:lnTo>
                <a:lnTo>
                  <a:pt x="1499898" y="46508"/>
                </a:lnTo>
                <a:lnTo>
                  <a:pt x="1499335" y="45859"/>
                </a:lnTo>
                <a:lnTo>
                  <a:pt x="1498757" y="45226"/>
                </a:lnTo>
                <a:lnTo>
                  <a:pt x="1498164" y="44607"/>
                </a:lnTo>
                <a:lnTo>
                  <a:pt x="1497557" y="44002"/>
                </a:lnTo>
                <a:lnTo>
                  <a:pt x="1496935" y="43413"/>
                </a:lnTo>
                <a:lnTo>
                  <a:pt x="1496299" y="42838"/>
                </a:lnTo>
                <a:lnTo>
                  <a:pt x="1495647" y="42277"/>
                </a:lnTo>
                <a:lnTo>
                  <a:pt x="1494981" y="41732"/>
                </a:lnTo>
                <a:lnTo>
                  <a:pt x="1494301" y="41201"/>
                </a:lnTo>
                <a:lnTo>
                  <a:pt x="1493605" y="40684"/>
                </a:lnTo>
                <a:lnTo>
                  <a:pt x="1492895" y="40183"/>
                </a:lnTo>
                <a:lnTo>
                  <a:pt x="1492171" y="39696"/>
                </a:lnTo>
                <a:lnTo>
                  <a:pt x="1491431" y="39224"/>
                </a:lnTo>
                <a:lnTo>
                  <a:pt x="1490678" y="38768"/>
                </a:lnTo>
                <a:lnTo>
                  <a:pt x="1489912" y="38332"/>
                </a:lnTo>
                <a:lnTo>
                  <a:pt x="1489133" y="37916"/>
                </a:lnTo>
                <a:lnTo>
                  <a:pt x="1488341" y="37519"/>
                </a:lnTo>
                <a:lnTo>
                  <a:pt x="1487536" y="37141"/>
                </a:lnTo>
                <a:lnTo>
                  <a:pt x="1486718" y="36783"/>
                </a:lnTo>
                <a:lnTo>
                  <a:pt x="1485888" y="36444"/>
                </a:lnTo>
                <a:lnTo>
                  <a:pt x="1485044" y="36124"/>
                </a:lnTo>
                <a:lnTo>
                  <a:pt x="1484188" y="35824"/>
                </a:lnTo>
                <a:lnTo>
                  <a:pt x="1483318" y="35543"/>
                </a:lnTo>
                <a:lnTo>
                  <a:pt x="1482436" y="35281"/>
                </a:lnTo>
                <a:lnTo>
                  <a:pt x="1481541" y="35039"/>
                </a:lnTo>
                <a:lnTo>
                  <a:pt x="1480633" y="34816"/>
                </a:lnTo>
                <a:lnTo>
                  <a:pt x="1479711" y="34613"/>
                </a:lnTo>
                <a:lnTo>
                  <a:pt x="1478778" y="34429"/>
                </a:lnTo>
                <a:lnTo>
                  <a:pt x="1477831" y="34264"/>
                </a:lnTo>
                <a:lnTo>
                  <a:pt x="1476871" y="34119"/>
                </a:lnTo>
                <a:lnTo>
                  <a:pt x="1475898" y="33993"/>
                </a:lnTo>
                <a:lnTo>
                  <a:pt x="1474912" y="33887"/>
                </a:lnTo>
                <a:lnTo>
                  <a:pt x="1473914" y="33799"/>
                </a:lnTo>
                <a:lnTo>
                  <a:pt x="1472902" y="33732"/>
                </a:lnTo>
                <a:lnTo>
                  <a:pt x="1471878" y="33683"/>
                </a:lnTo>
                <a:lnTo>
                  <a:pt x="1470841" y="33654"/>
                </a:lnTo>
                <a:lnTo>
                  <a:pt x="1469791" y="33644"/>
                </a:lnTo>
                <a:lnTo>
                  <a:pt x="1468768" y="33654"/>
                </a:lnTo>
                <a:lnTo>
                  <a:pt x="1467757" y="33683"/>
                </a:lnTo>
                <a:lnTo>
                  <a:pt x="1466758" y="33732"/>
                </a:lnTo>
                <a:lnTo>
                  <a:pt x="1465770" y="33799"/>
                </a:lnTo>
                <a:lnTo>
                  <a:pt x="1464795" y="33887"/>
                </a:lnTo>
                <a:lnTo>
                  <a:pt x="1463831" y="33993"/>
                </a:lnTo>
                <a:lnTo>
                  <a:pt x="1462879" y="34119"/>
                </a:lnTo>
                <a:lnTo>
                  <a:pt x="1461938" y="34264"/>
                </a:lnTo>
                <a:lnTo>
                  <a:pt x="1461010" y="34429"/>
                </a:lnTo>
                <a:lnTo>
                  <a:pt x="1460093" y="34613"/>
                </a:lnTo>
                <a:lnTo>
                  <a:pt x="1459187" y="34816"/>
                </a:lnTo>
                <a:lnTo>
                  <a:pt x="1458294" y="35039"/>
                </a:lnTo>
                <a:lnTo>
                  <a:pt x="1457412" y="35281"/>
                </a:lnTo>
                <a:lnTo>
                  <a:pt x="1456542" y="35543"/>
                </a:lnTo>
                <a:lnTo>
                  <a:pt x="1455684" y="35824"/>
                </a:lnTo>
                <a:lnTo>
                  <a:pt x="1454838" y="36124"/>
                </a:lnTo>
                <a:lnTo>
                  <a:pt x="1454003" y="36444"/>
                </a:lnTo>
                <a:lnTo>
                  <a:pt x="1453180" y="36783"/>
                </a:lnTo>
                <a:lnTo>
                  <a:pt x="1452368" y="37141"/>
                </a:lnTo>
                <a:lnTo>
                  <a:pt x="1451569" y="37519"/>
                </a:lnTo>
                <a:lnTo>
                  <a:pt x="1450781" y="37916"/>
                </a:lnTo>
                <a:lnTo>
                  <a:pt x="1450005" y="38332"/>
                </a:lnTo>
                <a:lnTo>
                  <a:pt x="1449241" y="38768"/>
                </a:lnTo>
                <a:lnTo>
                  <a:pt x="1448488" y="39224"/>
                </a:lnTo>
                <a:lnTo>
                  <a:pt x="1447749" y="39682"/>
                </a:lnTo>
                <a:lnTo>
                  <a:pt x="1447024" y="40156"/>
                </a:lnTo>
                <a:lnTo>
                  <a:pt x="1446314" y="40645"/>
                </a:lnTo>
                <a:lnTo>
                  <a:pt x="1445619" y="41149"/>
                </a:lnTo>
                <a:lnTo>
                  <a:pt x="1444938" y="41669"/>
                </a:lnTo>
                <a:lnTo>
                  <a:pt x="1444272" y="42203"/>
                </a:lnTo>
                <a:lnTo>
                  <a:pt x="1443621" y="42753"/>
                </a:lnTo>
                <a:lnTo>
                  <a:pt x="1442984" y="43319"/>
                </a:lnTo>
                <a:lnTo>
                  <a:pt x="1442362" y="43899"/>
                </a:lnTo>
                <a:lnTo>
                  <a:pt x="1441755" y="44495"/>
                </a:lnTo>
                <a:lnTo>
                  <a:pt x="1441162" y="45106"/>
                </a:lnTo>
                <a:lnTo>
                  <a:pt x="1440584" y="45733"/>
                </a:lnTo>
                <a:lnTo>
                  <a:pt x="1440021" y="46374"/>
                </a:lnTo>
                <a:lnTo>
                  <a:pt x="1439472" y="47031"/>
                </a:lnTo>
                <a:lnTo>
                  <a:pt x="1438938" y="47703"/>
                </a:lnTo>
                <a:lnTo>
                  <a:pt x="1438419" y="48391"/>
                </a:lnTo>
                <a:lnTo>
                  <a:pt x="1437915" y="49093"/>
                </a:lnTo>
                <a:lnTo>
                  <a:pt x="1437425" y="49811"/>
                </a:lnTo>
                <a:lnTo>
                  <a:pt x="1436950" y="50545"/>
                </a:lnTo>
                <a:lnTo>
                  <a:pt x="1436489" y="51293"/>
                </a:lnTo>
                <a:lnTo>
                  <a:pt x="1436043" y="52057"/>
                </a:lnTo>
                <a:lnTo>
                  <a:pt x="1435612" y="52836"/>
                </a:lnTo>
                <a:lnTo>
                  <a:pt x="1435195" y="53630"/>
                </a:lnTo>
                <a:lnTo>
                  <a:pt x="1434794" y="54439"/>
                </a:lnTo>
                <a:lnTo>
                  <a:pt x="1434407" y="55262"/>
                </a:lnTo>
                <a:lnTo>
                  <a:pt x="1434038" y="56095"/>
                </a:lnTo>
                <a:lnTo>
                  <a:pt x="1433684" y="56939"/>
                </a:lnTo>
                <a:lnTo>
                  <a:pt x="1433347" y="57793"/>
                </a:lnTo>
                <a:lnTo>
                  <a:pt x="1433027" y="58657"/>
                </a:lnTo>
                <a:lnTo>
                  <a:pt x="1432723" y="59533"/>
                </a:lnTo>
                <a:lnTo>
                  <a:pt x="1432435" y="60418"/>
                </a:lnTo>
                <a:lnTo>
                  <a:pt x="1432164" y="61315"/>
                </a:lnTo>
                <a:lnTo>
                  <a:pt x="1431909" y="62222"/>
                </a:lnTo>
                <a:lnTo>
                  <a:pt x="1431671" y="63139"/>
                </a:lnTo>
                <a:lnTo>
                  <a:pt x="1431449" y="64068"/>
                </a:lnTo>
                <a:lnTo>
                  <a:pt x="1431243" y="65006"/>
                </a:lnTo>
                <a:lnTo>
                  <a:pt x="1431054" y="65955"/>
                </a:lnTo>
                <a:lnTo>
                  <a:pt x="1430882" y="66915"/>
                </a:lnTo>
                <a:lnTo>
                  <a:pt x="1430726" y="67886"/>
                </a:lnTo>
                <a:lnTo>
                  <a:pt x="1430586" y="68867"/>
                </a:lnTo>
                <a:lnTo>
                  <a:pt x="1430463" y="69858"/>
                </a:lnTo>
                <a:lnTo>
                  <a:pt x="1430356" y="70860"/>
                </a:lnTo>
                <a:lnTo>
                  <a:pt x="1430265" y="71873"/>
                </a:lnTo>
                <a:lnTo>
                  <a:pt x="1430191" y="72896"/>
                </a:lnTo>
                <a:lnTo>
                  <a:pt x="1430134" y="73930"/>
                </a:lnTo>
                <a:lnTo>
                  <a:pt x="1430093" y="74974"/>
                </a:lnTo>
                <a:lnTo>
                  <a:pt x="1430068" y="76029"/>
                </a:lnTo>
                <a:lnTo>
                  <a:pt x="1430060" y="77095"/>
                </a:lnTo>
                <a:lnTo>
                  <a:pt x="1430060" y="79969"/>
                </a:lnTo>
                <a:lnTo>
                  <a:pt x="1430068" y="81007"/>
                </a:lnTo>
                <a:lnTo>
                  <a:pt x="1430093" y="82036"/>
                </a:lnTo>
                <a:lnTo>
                  <a:pt x="1430134" y="83057"/>
                </a:lnTo>
                <a:lnTo>
                  <a:pt x="1430191" y="84069"/>
                </a:lnTo>
                <a:lnTo>
                  <a:pt x="1430265" y="85072"/>
                </a:lnTo>
                <a:lnTo>
                  <a:pt x="1430356" y="86066"/>
                </a:lnTo>
                <a:lnTo>
                  <a:pt x="1430463" y="87051"/>
                </a:lnTo>
                <a:lnTo>
                  <a:pt x="1430586" y="88028"/>
                </a:lnTo>
                <a:lnTo>
                  <a:pt x="1430726" y="88995"/>
                </a:lnTo>
                <a:lnTo>
                  <a:pt x="1430882" y="89954"/>
                </a:lnTo>
                <a:lnTo>
                  <a:pt x="1431054" y="90904"/>
                </a:lnTo>
                <a:lnTo>
                  <a:pt x="1431243" y="91846"/>
                </a:lnTo>
                <a:lnTo>
                  <a:pt x="1431449" y="92778"/>
                </a:lnTo>
                <a:lnTo>
                  <a:pt x="1431671" y="93702"/>
                </a:lnTo>
                <a:lnTo>
                  <a:pt x="1431909" y="94617"/>
                </a:lnTo>
                <a:lnTo>
                  <a:pt x="1432164" y="95523"/>
                </a:lnTo>
                <a:lnTo>
                  <a:pt x="1432435" y="96420"/>
                </a:lnTo>
                <a:lnTo>
                  <a:pt x="1432723" y="97309"/>
                </a:lnTo>
                <a:lnTo>
                  <a:pt x="1433027" y="98188"/>
                </a:lnTo>
                <a:lnTo>
                  <a:pt x="1433347" y="99059"/>
                </a:lnTo>
                <a:lnTo>
                  <a:pt x="1433684" y="99921"/>
                </a:lnTo>
                <a:lnTo>
                  <a:pt x="1434038" y="100774"/>
                </a:lnTo>
                <a:lnTo>
                  <a:pt x="1434407" y="101619"/>
                </a:lnTo>
                <a:lnTo>
                  <a:pt x="1434794" y="102455"/>
                </a:lnTo>
                <a:lnTo>
                  <a:pt x="1435195" y="103264"/>
                </a:lnTo>
                <a:lnTo>
                  <a:pt x="1435612" y="104059"/>
                </a:lnTo>
                <a:lnTo>
                  <a:pt x="1436043" y="104840"/>
                </a:lnTo>
                <a:lnTo>
                  <a:pt x="1436489" y="105606"/>
                </a:lnTo>
                <a:lnTo>
                  <a:pt x="1436950" y="106357"/>
                </a:lnTo>
                <a:lnTo>
                  <a:pt x="1437425" y="107093"/>
                </a:lnTo>
                <a:lnTo>
                  <a:pt x="1437915" y="107815"/>
                </a:lnTo>
                <a:lnTo>
                  <a:pt x="1438419" y="108522"/>
                </a:lnTo>
                <a:lnTo>
                  <a:pt x="1438938" y="109215"/>
                </a:lnTo>
                <a:lnTo>
                  <a:pt x="1439472" y="109892"/>
                </a:lnTo>
                <a:lnTo>
                  <a:pt x="1440021" y="110555"/>
                </a:lnTo>
                <a:lnTo>
                  <a:pt x="1440584" y="111204"/>
                </a:lnTo>
                <a:lnTo>
                  <a:pt x="1441162" y="111837"/>
                </a:lnTo>
                <a:lnTo>
                  <a:pt x="1441755" y="112457"/>
                </a:lnTo>
                <a:lnTo>
                  <a:pt x="1442362" y="113061"/>
                </a:lnTo>
                <a:lnTo>
                  <a:pt x="1442984" y="113651"/>
                </a:lnTo>
                <a:lnTo>
                  <a:pt x="1443621" y="114226"/>
                </a:lnTo>
                <a:lnTo>
                  <a:pt x="1444272" y="114786"/>
                </a:lnTo>
                <a:lnTo>
                  <a:pt x="1444938" y="115332"/>
                </a:lnTo>
                <a:lnTo>
                  <a:pt x="1445619" y="115862"/>
                </a:lnTo>
                <a:lnTo>
                  <a:pt x="1446314" y="116379"/>
                </a:lnTo>
                <a:lnTo>
                  <a:pt x="1447024" y="116880"/>
                </a:lnTo>
                <a:lnTo>
                  <a:pt x="1447749" y="117367"/>
                </a:lnTo>
                <a:lnTo>
                  <a:pt x="1448488" y="117840"/>
                </a:lnTo>
                <a:lnTo>
                  <a:pt x="1449241" y="118295"/>
                </a:lnTo>
                <a:lnTo>
                  <a:pt x="1450006" y="118731"/>
                </a:lnTo>
                <a:lnTo>
                  <a:pt x="1450784" y="119147"/>
                </a:lnTo>
                <a:lnTo>
                  <a:pt x="1451574" y="119545"/>
                </a:lnTo>
                <a:lnTo>
                  <a:pt x="1452376" y="119922"/>
                </a:lnTo>
                <a:lnTo>
                  <a:pt x="1453190" y="120281"/>
                </a:lnTo>
                <a:lnTo>
                  <a:pt x="1454017" y="120620"/>
                </a:lnTo>
                <a:lnTo>
                  <a:pt x="1454856" y="120939"/>
                </a:lnTo>
                <a:lnTo>
                  <a:pt x="1455708" y="121240"/>
                </a:lnTo>
                <a:lnTo>
                  <a:pt x="1456572" y="121521"/>
                </a:lnTo>
                <a:lnTo>
                  <a:pt x="1457448" y="121782"/>
                </a:lnTo>
                <a:lnTo>
                  <a:pt x="1458336" y="122024"/>
                </a:lnTo>
                <a:lnTo>
                  <a:pt x="1459237" y="122247"/>
                </a:lnTo>
                <a:lnTo>
                  <a:pt x="1460150" y="122450"/>
                </a:lnTo>
                <a:lnTo>
                  <a:pt x="1461076" y="122634"/>
                </a:lnTo>
                <a:lnTo>
                  <a:pt x="1462013" y="122799"/>
                </a:lnTo>
                <a:lnTo>
                  <a:pt x="1462964" y="122944"/>
                </a:lnTo>
                <a:lnTo>
                  <a:pt x="1463926" y="123070"/>
                </a:lnTo>
                <a:lnTo>
                  <a:pt x="1464901" y="123177"/>
                </a:lnTo>
                <a:lnTo>
                  <a:pt x="1465888" y="123264"/>
                </a:lnTo>
                <a:lnTo>
                  <a:pt x="1466887" y="123332"/>
                </a:lnTo>
                <a:lnTo>
                  <a:pt x="1467899" y="123380"/>
                </a:lnTo>
                <a:lnTo>
                  <a:pt x="1468923" y="123409"/>
                </a:lnTo>
                <a:lnTo>
                  <a:pt x="1469960" y="123419"/>
                </a:lnTo>
                <a:lnTo>
                  <a:pt x="1470996" y="123410"/>
                </a:lnTo>
                <a:lnTo>
                  <a:pt x="1472020" y="123381"/>
                </a:lnTo>
                <a:lnTo>
                  <a:pt x="1473032" y="123334"/>
                </a:lnTo>
                <a:lnTo>
                  <a:pt x="1474031" y="123269"/>
                </a:lnTo>
                <a:lnTo>
                  <a:pt x="1475018" y="123184"/>
                </a:lnTo>
                <a:lnTo>
                  <a:pt x="1475993" y="123081"/>
                </a:lnTo>
                <a:lnTo>
                  <a:pt x="1476956" y="122959"/>
                </a:lnTo>
                <a:lnTo>
                  <a:pt x="1477906" y="122818"/>
                </a:lnTo>
                <a:lnTo>
                  <a:pt x="1478844" y="122658"/>
                </a:lnTo>
                <a:close/>
                <a:moveTo>
                  <a:pt x="1463184" y="110417"/>
                </a:moveTo>
                <a:lnTo>
                  <a:pt x="1462487" y="110182"/>
                </a:lnTo>
                <a:lnTo>
                  <a:pt x="1461801" y="109924"/>
                </a:lnTo>
                <a:lnTo>
                  <a:pt x="1461126" y="109640"/>
                </a:lnTo>
                <a:lnTo>
                  <a:pt x="1460462" y="109332"/>
                </a:lnTo>
                <a:lnTo>
                  <a:pt x="1459810" y="108999"/>
                </a:lnTo>
                <a:lnTo>
                  <a:pt x="1459168" y="108641"/>
                </a:lnTo>
                <a:lnTo>
                  <a:pt x="1458538" y="108259"/>
                </a:lnTo>
                <a:lnTo>
                  <a:pt x="1457919" y="107853"/>
                </a:lnTo>
                <a:lnTo>
                  <a:pt x="1457311" y="107421"/>
                </a:lnTo>
                <a:lnTo>
                  <a:pt x="1456715" y="106965"/>
                </a:lnTo>
                <a:lnTo>
                  <a:pt x="1456129" y="106484"/>
                </a:lnTo>
                <a:lnTo>
                  <a:pt x="1455555" y="105979"/>
                </a:lnTo>
                <a:lnTo>
                  <a:pt x="1454991" y="105449"/>
                </a:lnTo>
                <a:lnTo>
                  <a:pt x="1454439" y="104894"/>
                </a:lnTo>
                <a:lnTo>
                  <a:pt x="1453898" y="104314"/>
                </a:lnTo>
                <a:lnTo>
                  <a:pt x="1453388" y="103699"/>
                </a:lnTo>
                <a:lnTo>
                  <a:pt x="1452899" y="103064"/>
                </a:lnTo>
                <a:lnTo>
                  <a:pt x="1452432" y="102410"/>
                </a:lnTo>
                <a:lnTo>
                  <a:pt x="1451987" y="101736"/>
                </a:lnTo>
                <a:lnTo>
                  <a:pt x="1451563" y="101043"/>
                </a:lnTo>
                <a:lnTo>
                  <a:pt x="1451161" y="100331"/>
                </a:lnTo>
                <a:lnTo>
                  <a:pt x="1450781" y="99599"/>
                </a:lnTo>
                <a:lnTo>
                  <a:pt x="1450423" y="98848"/>
                </a:lnTo>
                <a:lnTo>
                  <a:pt x="1450086" y="98077"/>
                </a:lnTo>
                <a:lnTo>
                  <a:pt x="1449771" y="97287"/>
                </a:lnTo>
                <a:lnTo>
                  <a:pt x="1449478" y="96478"/>
                </a:lnTo>
                <a:lnTo>
                  <a:pt x="1449207" y="95650"/>
                </a:lnTo>
                <a:lnTo>
                  <a:pt x="1448957" y="94802"/>
                </a:lnTo>
                <a:lnTo>
                  <a:pt x="1448729" y="93934"/>
                </a:lnTo>
                <a:lnTo>
                  <a:pt x="1448522" y="93048"/>
                </a:lnTo>
                <a:lnTo>
                  <a:pt x="1448338" y="92141"/>
                </a:lnTo>
                <a:lnTo>
                  <a:pt x="1448175" y="91216"/>
                </a:lnTo>
                <a:lnTo>
                  <a:pt x="1448034" y="90271"/>
                </a:lnTo>
                <a:lnTo>
                  <a:pt x="1447914" y="89307"/>
                </a:lnTo>
                <a:lnTo>
                  <a:pt x="1447817" y="88323"/>
                </a:lnTo>
                <a:lnTo>
                  <a:pt x="1447741" y="87320"/>
                </a:lnTo>
                <a:lnTo>
                  <a:pt x="1447686" y="86298"/>
                </a:lnTo>
                <a:lnTo>
                  <a:pt x="1447654" y="85256"/>
                </a:lnTo>
                <a:lnTo>
                  <a:pt x="1447643" y="84195"/>
                </a:lnTo>
                <a:lnTo>
                  <a:pt x="1447643" y="72868"/>
                </a:lnTo>
                <a:lnTo>
                  <a:pt x="1447654" y="71807"/>
                </a:lnTo>
                <a:lnTo>
                  <a:pt x="1447686" y="70766"/>
                </a:lnTo>
                <a:lnTo>
                  <a:pt x="1447741" y="69745"/>
                </a:lnTo>
                <a:lnTo>
                  <a:pt x="1447817" y="68745"/>
                </a:lnTo>
                <a:lnTo>
                  <a:pt x="1447914" y="67764"/>
                </a:lnTo>
                <a:lnTo>
                  <a:pt x="1448034" y="66803"/>
                </a:lnTo>
                <a:lnTo>
                  <a:pt x="1448175" y="65862"/>
                </a:lnTo>
                <a:lnTo>
                  <a:pt x="1448338" y="64941"/>
                </a:lnTo>
                <a:lnTo>
                  <a:pt x="1448522" y="64039"/>
                </a:lnTo>
                <a:lnTo>
                  <a:pt x="1448729" y="63158"/>
                </a:lnTo>
                <a:lnTo>
                  <a:pt x="1448957" y="62297"/>
                </a:lnTo>
                <a:lnTo>
                  <a:pt x="1449207" y="61456"/>
                </a:lnTo>
                <a:lnTo>
                  <a:pt x="1449478" y="60635"/>
                </a:lnTo>
                <a:lnTo>
                  <a:pt x="1449771" y="59833"/>
                </a:lnTo>
                <a:lnTo>
                  <a:pt x="1450086" y="59052"/>
                </a:lnTo>
                <a:lnTo>
                  <a:pt x="1450423" y="58291"/>
                </a:lnTo>
                <a:lnTo>
                  <a:pt x="1450781" y="57549"/>
                </a:lnTo>
                <a:lnTo>
                  <a:pt x="1451161" y="56828"/>
                </a:lnTo>
                <a:lnTo>
                  <a:pt x="1451563" y="56126"/>
                </a:lnTo>
                <a:lnTo>
                  <a:pt x="1451987" y="55445"/>
                </a:lnTo>
                <a:lnTo>
                  <a:pt x="1452432" y="54783"/>
                </a:lnTo>
                <a:lnTo>
                  <a:pt x="1452899" y="54141"/>
                </a:lnTo>
                <a:lnTo>
                  <a:pt x="1453388" y="53520"/>
                </a:lnTo>
                <a:lnTo>
                  <a:pt x="1453898" y="52918"/>
                </a:lnTo>
                <a:lnTo>
                  <a:pt x="1454439" y="52325"/>
                </a:lnTo>
                <a:lnTo>
                  <a:pt x="1454991" y="51757"/>
                </a:lnTo>
                <a:lnTo>
                  <a:pt x="1455555" y="51214"/>
                </a:lnTo>
                <a:lnTo>
                  <a:pt x="1456129" y="50697"/>
                </a:lnTo>
                <a:lnTo>
                  <a:pt x="1456715" y="50204"/>
                </a:lnTo>
                <a:lnTo>
                  <a:pt x="1457311" y="49737"/>
                </a:lnTo>
                <a:lnTo>
                  <a:pt x="1457919" y="49296"/>
                </a:lnTo>
                <a:lnTo>
                  <a:pt x="1458538" y="48879"/>
                </a:lnTo>
                <a:lnTo>
                  <a:pt x="1459168" y="48488"/>
                </a:lnTo>
                <a:lnTo>
                  <a:pt x="1459810" y="48122"/>
                </a:lnTo>
                <a:lnTo>
                  <a:pt x="1460462" y="47781"/>
                </a:lnTo>
                <a:lnTo>
                  <a:pt x="1461126" y="47466"/>
                </a:lnTo>
                <a:lnTo>
                  <a:pt x="1461801" y="47175"/>
                </a:lnTo>
                <a:lnTo>
                  <a:pt x="1462487" y="46910"/>
                </a:lnTo>
                <a:lnTo>
                  <a:pt x="1463184" y="46670"/>
                </a:lnTo>
                <a:lnTo>
                  <a:pt x="1463892" y="46456"/>
                </a:lnTo>
                <a:lnTo>
                  <a:pt x="1464611" y="46267"/>
                </a:lnTo>
                <a:lnTo>
                  <a:pt x="1465342" y="46102"/>
                </a:lnTo>
                <a:lnTo>
                  <a:pt x="1466084" y="45964"/>
                </a:lnTo>
                <a:lnTo>
                  <a:pt x="1466837" y="45850"/>
                </a:lnTo>
                <a:lnTo>
                  <a:pt x="1467601" y="45762"/>
                </a:lnTo>
                <a:lnTo>
                  <a:pt x="1468376" y="45699"/>
                </a:lnTo>
                <a:lnTo>
                  <a:pt x="1469162" y="45661"/>
                </a:lnTo>
                <a:lnTo>
                  <a:pt x="1469960" y="45648"/>
                </a:lnTo>
                <a:lnTo>
                  <a:pt x="1470771" y="45661"/>
                </a:lnTo>
                <a:lnTo>
                  <a:pt x="1471569" y="45699"/>
                </a:lnTo>
                <a:lnTo>
                  <a:pt x="1472356" y="45762"/>
                </a:lnTo>
                <a:lnTo>
                  <a:pt x="1473130" y="45850"/>
                </a:lnTo>
                <a:lnTo>
                  <a:pt x="1473891" y="45964"/>
                </a:lnTo>
                <a:lnTo>
                  <a:pt x="1474641" y="46102"/>
                </a:lnTo>
                <a:lnTo>
                  <a:pt x="1475378" y="46267"/>
                </a:lnTo>
                <a:lnTo>
                  <a:pt x="1476102" y="46456"/>
                </a:lnTo>
                <a:lnTo>
                  <a:pt x="1476815" y="46670"/>
                </a:lnTo>
                <a:lnTo>
                  <a:pt x="1477515" y="46910"/>
                </a:lnTo>
                <a:lnTo>
                  <a:pt x="1478202" y="47175"/>
                </a:lnTo>
                <a:lnTo>
                  <a:pt x="1478878" y="47466"/>
                </a:lnTo>
                <a:lnTo>
                  <a:pt x="1479541" y="47781"/>
                </a:lnTo>
                <a:lnTo>
                  <a:pt x="1480192" y="48122"/>
                </a:lnTo>
                <a:lnTo>
                  <a:pt x="1480830" y="48488"/>
                </a:lnTo>
                <a:lnTo>
                  <a:pt x="1481456" y="48879"/>
                </a:lnTo>
                <a:lnTo>
                  <a:pt x="1482070" y="49296"/>
                </a:lnTo>
                <a:lnTo>
                  <a:pt x="1482671" y="49737"/>
                </a:lnTo>
                <a:lnTo>
                  <a:pt x="1483260" y="50204"/>
                </a:lnTo>
                <a:lnTo>
                  <a:pt x="1483837" y="50697"/>
                </a:lnTo>
                <a:lnTo>
                  <a:pt x="1484402" y="51214"/>
                </a:lnTo>
                <a:lnTo>
                  <a:pt x="1484954" y="51757"/>
                </a:lnTo>
                <a:lnTo>
                  <a:pt x="1485494" y="52325"/>
                </a:lnTo>
                <a:lnTo>
                  <a:pt x="1486021" y="52918"/>
                </a:lnTo>
                <a:lnTo>
                  <a:pt x="1486531" y="53520"/>
                </a:lnTo>
                <a:lnTo>
                  <a:pt x="1487020" y="54141"/>
                </a:lnTo>
                <a:lnTo>
                  <a:pt x="1487487" y="54783"/>
                </a:lnTo>
                <a:lnTo>
                  <a:pt x="1487932" y="55445"/>
                </a:lnTo>
                <a:lnTo>
                  <a:pt x="1488356" y="56126"/>
                </a:lnTo>
                <a:lnTo>
                  <a:pt x="1488758" y="56828"/>
                </a:lnTo>
                <a:lnTo>
                  <a:pt x="1489138" y="57549"/>
                </a:lnTo>
                <a:lnTo>
                  <a:pt x="1489496" y="58291"/>
                </a:lnTo>
                <a:lnTo>
                  <a:pt x="1489833" y="59052"/>
                </a:lnTo>
                <a:lnTo>
                  <a:pt x="1490148" y="59833"/>
                </a:lnTo>
                <a:lnTo>
                  <a:pt x="1490441" y="60635"/>
                </a:lnTo>
                <a:lnTo>
                  <a:pt x="1490713" y="61456"/>
                </a:lnTo>
                <a:lnTo>
                  <a:pt x="1490962" y="62297"/>
                </a:lnTo>
                <a:lnTo>
                  <a:pt x="1491191" y="63158"/>
                </a:lnTo>
                <a:lnTo>
                  <a:pt x="1491397" y="64039"/>
                </a:lnTo>
                <a:lnTo>
                  <a:pt x="1491581" y="64941"/>
                </a:lnTo>
                <a:lnTo>
                  <a:pt x="1491744" y="65862"/>
                </a:lnTo>
                <a:lnTo>
                  <a:pt x="1491886" y="66803"/>
                </a:lnTo>
                <a:lnTo>
                  <a:pt x="1492005" y="67764"/>
                </a:lnTo>
                <a:lnTo>
                  <a:pt x="1492103" y="68745"/>
                </a:lnTo>
                <a:lnTo>
                  <a:pt x="1492179" y="69745"/>
                </a:lnTo>
                <a:lnTo>
                  <a:pt x="1492233" y="70766"/>
                </a:lnTo>
                <a:lnTo>
                  <a:pt x="1492266" y="71807"/>
                </a:lnTo>
                <a:lnTo>
                  <a:pt x="1492276" y="72868"/>
                </a:lnTo>
                <a:lnTo>
                  <a:pt x="1492276" y="84195"/>
                </a:lnTo>
                <a:lnTo>
                  <a:pt x="1492266" y="85256"/>
                </a:lnTo>
                <a:lnTo>
                  <a:pt x="1492233" y="86298"/>
                </a:lnTo>
                <a:lnTo>
                  <a:pt x="1492179" y="87320"/>
                </a:lnTo>
                <a:lnTo>
                  <a:pt x="1492103" y="88323"/>
                </a:lnTo>
                <a:lnTo>
                  <a:pt x="1492005" y="89307"/>
                </a:lnTo>
                <a:lnTo>
                  <a:pt x="1491886" y="90271"/>
                </a:lnTo>
                <a:lnTo>
                  <a:pt x="1491744" y="91216"/>
                </a:lnTo>
                <a:lnTo>
                  <a:pt x="1491581" y="92141"/>
                </a:lnTo>
                <a:lnTo>
                  <a:pt x="1491397" y="93048"/>
                </a:lnTo>
                <a:lnTo>
                  <a:pt x="1491191" y="93934"/>
                </a:lnTo>
                <a:lnTo>
                  <a:pt x="1490962" y="94802"/>
                </a:lnTo>
                <a:lnTo>
                  <a:pt x="1490713" y="95650"/>
                </a:lnTo>
                <a:lnTo>
                  <a:pt x="1490441" y="96478"/>
                </a:lnTo>
                <a:lnTo>
                  <a:pt x="1490148" y="97287"/>
                </a:lnTo>
                <a:lnTo>
                  <a:pt x="1489833" y="98077"/>
                </a:lnTo>
                <a:lnTo>
                  <a:pt x="1489496" y="98848"/>
                </a:lnTo>
                <a:lnTo>
                  <a:pt x="1489138" y="99599"/>
                </a:lnTo>
                <a:lnTo>
                  <a:pt x="1488758" y="100331"/>
                </a:lnTo>
                <a:lnTo>
                  <a:pt x="1488356" y="101043"/>
                </a:lnTo>
                <a:lnTo>
                  <a:pt x="1487932" y="101736"/>
                </a:lnTo>
                <a:lnTo>
                  <a:pt x="1487487" y="102410"/>
                </a:lnTo>
                <a:lnTo>
                  <a:pt x="1487020" y="103064"/>
                </a:lnTo>
                <a:lnTo>
                  <a:pt x="1486531" y="103699"/>
                </a:lnTo>
                <a:lnTo>
                  <a:pt x="1486021" y="104314"/>
                </a:lnTo>
                <a:lnTo>
                  <a:pt x="1485494" y="104894"/>
                </a:lnTo>
                <a:lnTo>
                  <a:pt x="1484954" y="105449"/>
                </a:lnTo>
                <a:lnTo>
                  <a:pt x="1484402" y="105979"/>
                </a:lnTo>
                <a:lnTo>
                  <a:pt x="1483837" y="106484"/>
                </a:lnTo>
                <a:lnTo>
                  <a:pt x="1483260" y="106965"/>
                </a:lnTo>
                <a:lnTo>
                  <a:pt x="1482671" y="107421"/>
                </a:lnTo>
                <a:lnTo>
                  <a:pt x="1482070" y="107853"/>
                </a:lnTo>
                <a:lnTo>
                  <a:pt x="1481456" y="108259"/>
                </a:lnTo>
                <a:lnTo>
                  <a:pt x="1480830" y="108641"/>
                </a:lnTo>
                <a:lnTo>
                  <a:pt x="1480192" y="108999"/>
                </a:lnTo>
                <a:lnTo>
                  <a:pt x="1479541" y="109332"/>
                </a:lnTo>
                <a:lnTo>
                  <a:pt x="1478878" y="109640"/>
                </a:lnTo>
                <a:lnTo>
                  <a:pt x="1478202" y="109924"/>
                </a:lnTo>
                <a:lnTo>
                  <a:pt x="1477515" y="110182"/>
                </a:lnTo>
                <a:lnTo>
                  <a:pt x="1476815" y="110417"/>
                </a:lnTo>
                <a:lnTo>
                  <a:pt x="1476102" y="110626"/>
                </a:lnTo>
                <a:lnTo>
                  <a:pt x="1475378" y="110811"/>
                </a:lnTo>
                <a:lnTo>
                  <a:pt x="1474641" y="110971"/>
                </a:lnTo>
                <a:lnTo>
                  <a:pt x="1473891" y="111107"/>
                </a:lnTo>
                <a:lnTo>
                  <a:pt x="1473130" y="111218"/>
                </a:lnTo>
                <a:lnTo>
                  <a:pt x="1472356" y="111304"/>
                </a:lnTo>
                <a:lnTo>
                  <a:pt x="1471569" y="111366"/>
                </a:lnTo>
                <a:lnTo>
                  <a:pt x="1470771" y="111403"/>
                </a:lnTo>
                <a:lnTo>
                  <a:pt x="1469960" y="111415"/>
                </a:lnTo>
                <a:lnTo>
                  <a:pt x="1469162" y="111403"/>
                </a:lnTo>
                <a:lnTo>
                  <a:pt x="1468376" y="111366"/>
                </a:lnTo>
                <a:lnTo>
                  <a:pt x="1467601" y="111304"/>
                </a:lnTo>
                <a:lnTo>
                  <a:pt x="1466837" y="111218"/>
                </a:lnTo>
                <a:lnTo>
                  <a:pt x="1466084" y="111107"/>
                </a:lnTo>
                <a:lnTo>
                  <a:pt x="1465342" y="110971"/>
                </a:lnTo>
                <a:lnTo>
                  <a:pt x="1464611" y="110811"/>
                </a:lnTo>
                <a:lnTo>
                  <a:pt x="1463892" y="110626"/>
                </a:lnTo>
                <a:lnTo>
                  <a:pt x="1463184" y="110417"/>
                </a:lnTo>
                <a:close/>
                <a:moveTo>
                  <a:pt x="1568140" y="123231"/>
                </a:moveTo>
                <a:lnTo>
                  <a:pt x="1568650" y="123181"/>
                </a:lnTo>
                <a:lnTo>
                  <a:pt x="1569155" y="123126"/>
                </a:lnTo>
                <a:lnTo>
                  <a:pt x="1569655" y="123064"/>
                </a:lnTo>
                <a:lnTo>
                  <a:pt x="1570150" y="122996"/>
                </a:lnTo>
                <a:lnTo>
                  <a:pt x="1570641" y="122923"/>
                </a:lnTo>
                <a:lnTo>
                  <a:pt x="1571127" y="122844"/>
                </a:lnTo>
                <a:lnTo>
                  <a:pt x="1571609" y="122759"/>
                </a:lnTo>
                <a:lnTo>
                  <a:pt x="1572085" y="122668"/>
                </a:lnTo>
                <a:lnTo>
                  <a:pt x="1572557" y="122571"/>
                </a:lnTo>
                <a:lnTo>
                  <a:pt x="1573025" y="122468"/>
                </a:lnTo>
                <a:lnTo>
                  <a:pt x="1573487" y="122359"/>
                </a:lnTo>
                <a:lnTo>
                  <a:pt x="1573945" y="122245"/>
                </a:lnTo>
                <a:lnTo>
                  <a:pt x="1574398" y="122125"/>
                </a:lnTo>
                <a:lnTo>
                  <a:pt x="1574847" y="121998"/>
                </a:lnTo>
                <a:lnTo>
                  <a:pt x="1575290" y="121866"/>
                </a:lnTo>
                <a:lnTo>
                  <a:pt x="1575730" y="121728"/>
                </a:lnTo>
                <a:lnTo>
                  <a:pt x="1576164" y="121599"/>
                </a:lnTo>
                <a:lnTo>
                  <a:pt x="1576594" y="121464"/>
                </a:lnTo>
                <a:lnTo>
                  <a:pt x="1577019" y="121324"/>
                </a:lnTo>
                <a:lnTo>
                  <a:pt x="1577439" y="121179"/>
                </a:lnTo>
                <a:lnTo>
                  <a:pt x="1577855" y="121028"/>
                </a:lnTo>
                <a:lnTo>
                  <a:pt x="1578266" y="120872"/>
                </a:lnTo>
                <a:lnTo>
                  <a:pt x="1578672" y="120711"/>
                </a:lnTo>
                <a:lnTo>
                  <a:pt x="1579073" y="120545"/>
                </a:lnTo>
                <a:lnTo>
                  <a:pt x="1579470" y="120373"/>
                </a:lnTo>
                <a:lnTo>
                  <a:pt x="1579862" y="120196"/>
                </a:lnTo>
                <a:lnTo>
                  <a:pt x="1580250" y="120014"/>
                </a:lnTo>
                <a:lnTo>
                  <a:pt x="1580633" y="119826"/>
                </a:lnTo>
                <a:lnTo>
                  <a:pt x="1581011" y="119633"/>
                </a:lnTo>
                <a:lnTo>
                  <a:pt x="1581384" y="119435"/>
                </a:lnTo>
                <a:lnTo>
                  <a:pt x="1581753" y="119232"/>
                </a:lnTo>
                <a:lnTo>
                  <a:pt x="1582117" y="119023"/>
                </a:lnTo>
                <a:lnTo>
                  <a:pt x="1582476" y="118809"/>
                </a:lnTo>
                <a:lnTo>
                  <a:pt x="1582830" y="118590"/>
                </a:lnTo>
                <a:lnTo>
                  <a:pt x="1583180" y="118365"/>
                </a:lnTo>
                <a:lnTo>
                  <a:pt x="1583525" y="118136"/>
                </a:lnTo>
                <a:lnTo>
                  <a:pt x="1583866" y="117900"/>
                </a:lnTo>
                <a:lnTo>
                  <a:pt x="1584202" y="117660"/>
                </a:lnTo>
                <a:lnTo>
                  <a:pt x="1584533" y="117414"/>
                </a:lnTo>
                <a:lnTo>
                  <a:pt x="1584859" y="117164"/>
                </a:lnTo>
                <a:lnTo>
                  <a:pt x="1585181" y="116894"/>
                </a:lnTo>
                <a:lnTo>
                  <a:pt x="1585498" y="116619"/>
                </a:lnTo>
                <a:lnTo>
                  <a:pt x="1585810" y="116339"/>
                </a:lnTo>
                <a:lnTo>
                  <a:pt x="1586118" y="116055"/>
                </a:lnTo>
                <a:lnTo>
                  <a:pt x="1586421" y="115766"/>
                </a:lnTo>
                <a:lnTo>
                  <a:pt x="1586719" y="115473"/>
                </a:lnTo>
                <a:lnTo>
                  <a:pt x="1587012" y="115175"/>
                </a:lnTo>
                <a:lnTo>
                  <a:pt x="1587301" y="114872"/>
                </a:lnTo>
                <a:lnTo>
                  <a:pt x="1587585" y="114564"/>
                </a:lnTo>
                <a:lnTo>
                  <a:pt x="1587865" y="114252"/>
                </a:lnTo>
                <a:lnTo>
                  <a:pt x="1588140" y="113935"/>
                </a:lnTo>
                <a:lnTo>
                  <a:pt x="1588410" y="113613"/>
                </a:lnTo>
                <a:lnTo>
                  <a:pt x="1588675" y="113287"/>
                </a:lnTo>
                <a:lnTo>
                  <a:pt x="1588936" y="112956"/>
                </a:lnTo>
                <a:lnTo>
                  <a:pt x="1589192" y="112620"/>
                </a:lnTo>
                <a:lnTo>
                  <a:pt x="1589443" y="112279"/>
                </a:lnTo>
                <a:lnTo>
                  <a:pt x="1589689" y="111934"/>
                </a:lnTo>
                <a:lnTo>
                  <a:pt x="1589931" y="111584"/>
                </a:lnTo>
                <a:lnTo>
                  <a:pt x="1590168" y="111230"/>
                </a:lnTo>
                <a:lnTo>
                  <a:pt x="1590401" y="110871"/>
                </a:lnTo>
                <a:lnTo>
                  <a:pt x="1590629" y="110507"/>
                </a:lnTo>
                <a:lnTo>
                  <a:pt x="1590852" y="110138"/>
                </a:lnTo>
                <a:lnTo>
                  <a:pt x="1591070" y="109765"/>
                </a:lnTo>
                <a:lnTo>
                  <a:pt x="1591284" y="109386"/>
                </a:lnTo>
                <a:lnTo>
                  <a:pt x="1591313" y="109723"/>
                </a:lnTo>
                <a:lnTo>
                  <a:pt x="1591345" y="110057"/>
                </a:lnTo>
                <a:lnTo>
                  <a:pt x="1591379" y="110388"/>
                </a:lnTo>
                <a:lnTo>
                  <a:pt x="1591415" y="110715"/>
                </a:lnTo>
                <a:lnTo>
                  <a:pt x="1591454" y="111040"/>
                </a:lnTo>
                <a:lnTo>
                  <a:pt x="1591495" y="111362"/>
                </a:lnTo>
                <a:lnTo>
                  <a:pt x="1591539" y="111681"/>
                </a:lnTo>
                <a:lnTo>
                  <a:pt x="1591584" y="111997"/>
                </a:lnTo>
                <a:lnTo>
                  <a:pt x="1591632" y="112311"/>
                </a:lnTo>
                <a:lnTo>
                  <a:pt x="1591683" y="112621"/>
                </a:lnTo>
                <a:lnTo>
                  <a:pt x="1591736" y="112928"/>
                </a:lnTo>
                <a:lnTo>
                  <a:pt x="1591791" y="113233"/>
                </a:lnTo>
                <a:lnTo>
                  <a:pt x="1591848" y="113534"/>
                </a:lnTo>
                <a:lnTo>
                  <a:pt x="1591908" y="113833"/>
                </a:lnTo>
                <a:lnTo>
                  <a:pt x="1591971" y="114128"/>
                </a:lnTo>
                <a:lnTo>
                  <a:pt x="1592035" y="114421"/>
                </a:lnTo>
                <a:lnTo>
                  <a:pt x="1592102" y="114710"/>
                </a:lnTo>
                <a:lnTo>
                  <a:pt x="1592171" y="114997"/>
                </a:lnTo>
                <a:lnTo>
                  <a:pt x="1592243" y="115281"/>
                </a:lnTo>
                <a:lnTo>
                  <a:pt x="1592317" y="115562"/>
                </a:lnTo>
                <a:lnTo>
                  <a:pt x="1592393" y="115840"/>
                </a:lnTo>
                <a:lnTo>
                  <a:pt x="1592472" y="116115"/>
                </a:lnTo>
                <a:lnTo>
                  <a:pt x="1592553" y="116387"/>
                </a:lnTo>
                <a:lnTo>
                  <a:pt x="1592636" y="116656"/>
                </a:lnTo>
                <a:lnTo>
                  <a:pt x="1592738" y="116921"/>
                </a:lnTo>
                <a:lnTo>
                  <a:pt x="1592846" y="117182"/>
                </a:lnTo>
                <a:lnTo>
                  <a:pt x="1592961" y="117438"/>
                </a:lnTo>
                <a:lnTo>
                  <a:pt x="1593082" y="117689"/>
                </a:lnTo>
                <a:lnTo>
                  <a:pt x="1593210" y="117936"/>
                </a:lnTo>
                <a:lnTo>
                  <a:pt x="1593344" y="118178"/>
                </a:lnTo>
                <a:lnTo>
                  <a:pt x="1593485" y="118415"/>
                </a:lnTo>
                <a:lnTo>
                  <a:pt x="1593632" y="118647"/>
                </a:lnTo>
                <a:lnTo>
                  <a:pt x="1593785" y="118875"/>
                </a:lnTo>
                <a:lnTo>
                  <a:pt x="1593945" y="119098"/>
                </a:lnTo>
                <a:lnTo>
                  <a:pt x="1594112" y="119317"/>
                </a:lnTo>
                <a:lnTo>
                  <a:pt x="1594285" y="119530"/>
                </a:lnTo>
                <a:lnTo>
                  <a:pt x="1594464" y="119739"/>
                </a:lnTo>
                <a:lnTo>
                  <a:pt x="1594650" y="119944"/>
                </a:lnTo>
                <a:lnTo>
                  <a:pt x="1594842" y="120143"/>
                </a:lnTo>
                <a:lnTo>
                  <a:pt x="1595041" y="120338"/>
                </a:lnTo>
                <a:lnTo>
                  <a:pt x="1595246" y="120528"/>
                </a:lnTo>
                <a:lnTo>
                  <a:pt x="1595458" y="120714"/>
                </a:lnTo>
                <a:lnTo>
                  <a:pt x="1595676" y="120895"/>
                </a:lnTo>
                <a:lnTo>
                  <a:pt x="1595900" y="121071"/>
                </a:lnTo>
                <a:lnTo>
                  <a:pt x="1596131" y="121242"/>
                </a:lnTo>
                <a:lnTo>
                  <a:pt x="1596369" y="121409"/>
                </a:lnTo>
                <a:lnTo>
                  <a:pt x="1596613" y="121571"/>
                </a:lnTo>
                <a:lnTo>
                  <a:pt x="1596863" y="121728"/>
                </a:lnTo>
                <a:lnTo>
                  <a:pt x="1597136" y="121866"/>
                </a:lnTo>
                <a:lnTo>
                  <a:pt x="1597418" y="121998"/>
                </a:lnTo>
                <a:lnTo>
                  <a:pt x="1597711" y="122125"/>
                </a:lnTo>
                <a:lnTo>
                  <a:pt x="1598014" y="122245"/>
                </a:lnTo>
                <a:lnTo>
                  <a:pt x="1598326" y="122359"/>
                </a:lnTo>
                <a:lnTo>
                  <a:pt x="1598649" y="122468"/>
                </a:lnTo>
                <a:lnTo>
                  <a:pt x="1598981" y="122571"/>
                </a:lnTo>
                <a:lnTo>
                  <a:pt x="1599324" y="122668"/>
                </a:lnTo>
                <a:lnTo>
                  <a:pt x="1599676" y="122759"/>
                </a:lnTo>
                <a:lnTo>
                  <a:pt x="1600039" y="122844"/>
                </a:lnTo>
                <a:lnTo>
                  <a:pt x="1600411" y="122923"/>
                </a:lnTo>
                <a:lnTo>
                  <a:pt x="1600794" y="122996"/>
                </a:lnTo>
                <a:lnTo>
                  <a:pt x="1601186" y="123064"/>
                </a:lnTo>
                <a:lnTo>
                  <a:pt x="1601589" y="123126"/>
                </a:lnTo>
                <a:lnTo>
                  <a:pt x="1602001" y="123181"/>
                </a:lnTo>
                <a:lnTo>
                  <a:pt x="1602423" y="123231"/>
                </a:lnTo>
                <a:lnTo>
                  <a:pt x="1602856" y="123275"/>
                </a:lnTo>
                <a:lnTo>
                  <a:pt x="1603298" y="123313"/>
                </a:lnTo>
                <a:lnTo>
                  <a:pt x="1603750" y="123346"/>
                </a:lnTo>
                <a:lnTo>
                  <a:pt x="1604213" y="123372"/>
                </a:lnTo>
                <a:lnTo>
                  <a:pt x="1604685" y="123393"/>
                </a:lnTo>
                <a:lnTo>
                  <a:pt x="1605167" y="123407"/>
                </a:lnTo>
                <a:lnTo>
                  <a:pt x="1605659" y="123416"/>
                </a:lnTo>
                <a:lnTo>
                  <a:pt x="1606162" y="123419"/>
                </a:lnTo>
                <a:lnTo>
                  <a:pt x="1606443" y="123418"/>
                </a:lnTo>
                <a:lnTo>
                  <a:pt x="1606724" y="123413"/>
                </a:lnTo>
                <a:lnTo>
                  <a:pt x="1607004" y="123406"/>
                </a:lnTo>
                <a:lnTo>
                  <a:pt x="1607284" y="123396"/>
                </a:lnTo>
                <a:lnTo>
                  <a:pt x="1607563" y="123382"/>
                </a:lnTo>
                <a:lnTo>
                  <a:pt x="1607842" y="123366"/>
                </a:lnTo>
                <a:lnTo>
                  <a:pt x="1608120" y="123347"/>
                </a:lnTo>
                <a:lnTo>
                  <a:pt x="1608397" y="123325"/>
                </a:lnTo>
                <a:lnTo>
                  <a:pt x="1608674" y="123300"/>
                </a:lnTo>
                <a:lnTo>
                  <a:pt x="1608950" y="123272"/>
                </a:lnTo>
                <a:lnTo>
                  <a:pt x="1609226" y="123241"/>
                </a:lnTo>
                <a:lnTo>
                  <a:pt x="1609501" y="123208"/>
                </a:lnTo>
                <a:lnTo>
                  <a:pt x="1609775" y="123171"/>
                </a:lnTo>
                <a:lnTo>
                  <a:pt x="1610049" y="123131"/>
                </a:lnTo>
                <a:lnTo>
                  <a:pt x="1610322" y="123089"/>
                </a:lnTo>
                <a:lnTo>
                  <a:pt x="1610595" y="123043"/>
                </a:lnTo>
                <a:lnTo>
                  <a:pt x="1610867" y="122995"/>
                </a:lnTo>
                <a:lnTo>
                  <a:pt x="1611139" y="122943"/>
                </a:lnTo>
                <a:lnTo>
                  <a:pt x="1611409" y="122889"/>
                </a:lnTo>
                <a:lnTo>
                  <a:pt x="1611680" y="122832"/>
                </a:lnTo>
                <a:lnTo>
                  <a:pt x="1611949" y="122772"/>
                </a:lnTo>
                <a:lnTo>
                  <a:pt x="1612219" y="122709"/>
                </a:lnTo>
                <a:lnTo>
                  <a:pt x="1612487" y="122643"/>
                </a:lnTo>
                <a:lnTo>
                  <a:pt x="1612755" y="122574"/>
                </a:lnTo>
                <a:lnTo>
                  <a:pt x="1613035" y="122502"/>
                </a:lnTo>
                <a:lnTo>
                  <a:pt x="1613311" y="122428"/>
                </a:lnTo>
                <a:lnTo>
                  <a:pt x="1613582" y="122352"/>
                </a:lnTo>
                <a:lnTo>
                  <a:pt x="1613849" y="122273"/>
                </a:lnTo>
                <a:lnTo>
                  <a:pt x="1614113" y="122192"/>
                </a:lnTo>
                <a:lnTo>
                  <a:pt x="1614372" y="122109"/>
                </a:lnTo>
                <a:lnTo>
                  <a:pt x="1614627" y="122023"/>
                </a:lnTo>
                <a:lnTo>
                  <a:pt x="1614878" y="121935"/>
                </a:lnTo>
                <a:lnTo>
                  <a:pt x="1615125" y="121845"/>
                </a:lnTo>
                <a:lnTo>
                  <a:pt x="1615368" y="121752"/>
                </a:lnTo>
                <a:lnTo>
                  <a:pt x="1615606" y="121657"/>
                </a:lnTo>
                <a:lnTo>
                  <a:pt x="1615841" y="121559"/>
                </a:lnTo>
                <a:lnTo>
                  <a:pt x="1616071" y="121459"/>
                </a:lnTo>
                <a:lnTo>
                  <a:pt x="1616297" y="121357"/>
                </a:lnTo>
                <a:lnTo>
                  <a:pt x="1616520" y="121253"/>
                </a:lnTo>
                <a:lnTo>
                  <a:pt x="1616738" y="121146"/>
                </a:lnTo>
                <a:lnTo>
                  <a:pt x="1616952" y="121037"/>
                </a:lnTo>
                <a:lnTo>
                  <a:pt x="1617162" y="120925"/>
                </a:lnTo>
                <a:lnTo>
                  <a:pt x="1617367" y="120811"/>
                </a:lnTo>
                <a:lnTo>
                  <a:pt x="1617569" y="120695"/>
                </a:lnTo>
                <a:lnTo>
                  <a:pt x="1617766" y="120577"/>
                </a:lnTo>
                <a:lnTo>
                  <a:pt x="1617960" y="120456"/>
                </a:lnTo>
                <a:lnTo>
                  <a:pt x="1618149" y="120332"/>
                </a:lnTo>
                <a:lnTo>
                  <a:pt x="1618334" y="120207"/>
                </a:lnTo>
                <a:lnTo>
                  <a:pt x="1618334" y="109217"/>
                </a:lnTo>
                <a:lnTo>
                  <a:pt x="1618180" y="109328"/>
                </a:lnTo>
                <a:lnTo>
                  <a:pt x="1618026" y="109436"/>
                </a:lnTo>
                <a:lnTo>
                  <a:pt x="1617872" y="109540"/>
                </a:lnTo>
                <a:lnTo>
                  <a:pt x="1617719" y="109640"/>
                </a:lnTo>
                <a:lnTo>
                  <a:pt x="1617567" y="109737"/>
                </a:lnTo>
                <a:lnTo>
                  <a:pt x="1617415" y="109830"/>
                </a:lnTo>
                <a:lnTo>
                  <a:pt x="1617264" y="109920"/>
                </a:lnTo>
                <a:lnTo>
                  <a:pt x="1617113" y="110006"/>
                </a:lnTo>
                <a:lnTo>
                  <a:pt x="1616963" y="110089"/>
                </a:lnTo>
                <a:lnTo>
                  <a:pt x="1616814" y="110168"/>
                </a:lnTo>
                <a:lnTo>
                  <a:pt x="1616665" y="110244"/>
                </a:lnTo>
                <a:lnTo>
                  <a:pt x="1616517" y="110316"/>
                </a:lnTo>
                <a:lnTo>
                  <a:pt x="1616369" y="110385"/>
                </a:lnTo>
                <a:lnTo>
                  <a:pt x="1616222" y="110450"/>
                </a:lnTo>
                <a:lnTo>
                  <a:pt x="1616076" y="110512"/>
                </a:lnTo>
                <a:lnTo>
                  <a:pt x="1615930" y="110570"/>
                </a:lnTo>
                <a:lnTo>
                  <a:pt x="1615785" y="110624"/>
                </a:lnTo>
                <a:lnTo>
                  <a:pt x="1615640" y="110675"/>
                </a:lnTo>
                <a:lnTo>
                  <a:pt x="1615496" y="110723"/>
                </a:lnTo>
                <a:lnTo>
                  <a:pt x="1615352" y="110767"/>
                </a:lnTo>
                <a:lnTo>
                  <a:pt x="1615209" y="110808"/>
                </a:lnTo>
                <a:lnTo>
                  <a:pt x="1615067" y="110844"/>
                </a:lnTo>
                <a:lnTo>
                  <a:pt x="1614925" y="110878"/>
                </a:lnTo>
                <a:lnTo>
                  <a:pt x="1614784" y="110908"/>
                </a:lnTo>
                <a:lnTo>
                  <a:pt x="1614643" y="110935"/>
                </a:lnTo>
                <a:lnTo>
                  <a:pt x="1614502" y="110962"/>
                </a:lnTo>
                <a:lnTo>
                  <a:pt x="1614362" y="110987"/>
                </a:lnTo>
                <a:lnTo>
                  <a:pt x="1614221" y="111011"/>
                </a:lnTo>
                <a:lnTo>
                  <a:pt x="1614080" y="111034"/>
                </a:lnTo>
                <a:lnTo>
                  <a:pt x="1613939" y="111056"/>
                </a:lnTo>
                <a:lnTo>
                  <a:pt x="1613798" y="111076"/>
                </a:lnTo>
                <a:lnTo>
                  <a:pt x="1613657" y="111096"/>
                </a:lnTo>
                <a:lnTo>
                  <a:pt x="1613516" y="111114"/>
                </a:lnTo>
                <a:lnTo>
                  <a:pt x="1613375" y="111131"/>
                </a:lnTo>
                <a:lnTo>
                  <a:pt x="1613234" y="111147"/>
                </a:lnTo>
                <a:lnTo>
                  <a:pt x="1613093" y="111161"/>
                </a:lnTo>
                <a:lnTo>
                  <a:pt x="1612953" y="111175"/>
                </a:lnTo>
                <a:lnTo>
                  <a:pt x="1612812" y="111187"/>
                </a:lnTo>
                <a:lnTo>
                  <a:pt x="1612671" y="111198"/>
                </a:lnTo>
                <a:lnTo>
                  <a:pt x="1612530" y="111208"/>
                </a:lnTo>
                <a:lnTo>
                  <a:pt x="1612389" y="111217"/>
                </a:lnTo>
                <a:lnTo>
                  <a:pt x="1612248" y="111225"/>
                </a:lnTo>
                <a:lnTo>
                  <a:pt x="1612107" y="111231"/>
                </a:lnTo>
                <a:lnTo>
                  <a:pt x="1611966" y="111237"/>
                </a:lnTo>
                <a:lnTo>
                  <a:pt x="1611825" y="111241"/>
                </a:lnTo>
                <a:lnTo>
                  <a:pt x="1611685" y="111244"/>
                </a:lnTo>
                <a:lnTo>
                  <a:pt x="1611544" y="111245"/>
                </a:lnTo>
                <a:lnTo>
                  <a:pt x="1611403" y="111246"/>
                </a:lnTo>
                <a:lnTo>
                  <a:pt x="1611208" y="111244"/>
                </a:lnTo>
                <a:lnTo>
                  <a:pt x="1611017" y="111238"/>
                </a:lnTo>
                <a:lnTo>
                  <a:pt x="1610830" y="111228"/>
                </a:lnTo>
                <a:lnTo>
                  <a:pt x="1610647" y="111213"/>
                </a:lnTo>
                <a:lnTo>
                  <a:pt x="1610468" y="111195"/>
                </a:lnTo>
                <a:lnTo>
                  <a:pt x="1610293" y="111172"/>
                </a:lnTo>
                <a:lnTo>
                  <a:pt x="1610123" y="111145"/>
                </a:lnTo>
                <a:lnTo>
                  <a:pt x="1609956" y="111114"/>
                </a:lnTo>
                <a:lnTo>
                  <a:pt x="1609794" y="111080"/>
                </a:lnTo>
                <a:lnTo>
                  <a:pt x="1609636" y="111041"/>
                </a:lnTo>
                <a:lnTo>
                  <a:pt x="1609482" y="110997"/>
                </a:lnTo>
                <a:lnTo>
                  <a:pt x="1609332" y="110950"/>
                </a:lnTo>
                <a:lnTo>
                  <a:pt x="1609186" y="110899"/>
                </a:lnTo>
                <a:lnTo>
                  <a:pt x="1609044" y="110843"/>
                </a:lnTo>
                <a:lnTo>
                  <a:pt x="1608906" y="110784"/>
                </a:lnTo>
                <a:lnTo>
                  <a:pt x="1608773" y="110720"/>
                </a:lnTo>
                <a:lnTo>
                  <a:pt x="1608643" y="110652"/>
                </a:lnTo>
                <a:lnTo>
                  <a:pt x="1608518" y="110580"/>
                </a:lnTo>
                <a:lnTo>
                  <a:pt x="1608397" y="110504"/>
                </a:lnTo>
                <a:lnTo>
                  <a:pt x="1608280" y="110424"/>
                </a:lnTo>
                <a:lnTo>
                  <a:pt x="1608167" y="110340"/>
                </a:lnTo>
                <a:lnTo>
                  <a:pt x="1608058" y="110252"/>
                </a:lnTo>
                <a:lnTo>
                  <a:pt x="1607953" y="110159"/>
                </a:lnTo>
                <a:lnTo>
                  <a:pt x="1607852" y="110063"/>
                </a:lnTo>
                <a:lnTo>
                  <a:pt x="1607756" y="109961"/>
                </a:lnTo>
                <a:lnTo>
                  <a:pt x="1607663" y="109855"/>
                </a:lnTo>
                <a:lnTo>
                  <a:pt x="1607575" y="109743"/>
                </a:lnTo>
                <a:lnTo>
                  <a:pt x="1607491" y="109626"/>
                </a:lnTo>
                <a:lnTo>
                  <a:pt x="1607411" y="109503"/>
                </a:lnTo>
                <a:lnTo>
                  <a:pt x="1607335" y="109376"/>
                </a:lnTo>
                <a:lnTo>
                  <a:pt x="1607263" y="109243"/>
                </a:lnTo>
                <a:lnTo>
                  <a:pt x="1607195" y="109105"/>
                </a:lnTo>
                <a:lnTo>
                  <a:pt x="1607131" y="108961"/>
                </a:lnTo>
                <a:lnTo>
                  <a:pt x="1607072" y="108812"/>
                </a:lnTo>
                <a:lnTo>
                  <a:pt x="1607016" y="108658"/>
                </a:lnTo>
                <a:lnTo>
                  <a:pt x="1606965" y="108499"/>
                </a:lnTo>
                <a:lnTo>
                  <a:pt x="1606917" y="108334"/>
                </a:lnTo>
                <a:lnTo>
                  <a:pt x="1606874" y="108164"/>
                </a:lnTo>
                <a:lnTo>
                  <a:pt x="1606835" y="107989"/>
                </a:lnTo>
                <a:lnTo>
                  <a:pt x="1606800" y="107808"/>
                </a:lnTo>
                <a:lnTo>
                  <a:pt x="1606770" y="107623"/>
                </a:lnTo>
                <a:lnTo>
                  <a:pt x="1606743" y="107432"/>
                </a:lnTo>
                <a:lnTo>
                  <a:pt x="1606720" y="107235"/>
                </a:lnTo>
                <a:lnTo>
                  <a:pt x="1606702" y="107034"/>
                </a:lnTo>
                <a:lnTo>
                  <a:pt x="1606687" y="106827"/>
                </a:lnTo>
                <a:lnTo>
                  <a:pt x="1606677" y="106614"/>
                </a:lnTo>
                <a:lnTo>
                  <a:pt x="1606671" y="106397"/>
                </a:lnTo>
                <a:lnTo>
                  <a:pt x="1606669" y="106174"/>
                </a:lnTo>
                <a:lnTo>
                  <a:pt x="1606669" y="35335"/>
                </a:lnTo>
                <a:lnTo>
                  <a:pt x="1589762" y="35335"/>
                </a:lnTo>
                <a:lnTo>
                  <a:pt x="1589762" y="87915"/>
                </a:lnTo>
                <a:lnTo>
                  <a:pt x="1589757" y="88434"/>
                </a:lnTo>
                <a:lnTo>
                  <a:pt x="1589743" y="88949"/>
                </a:lnTo>
                <a:lnTo>
                  <a:pt x="1589720" y="89460"/>
                </a:lnTo>
                <a:lnTo>
                  <a:pt x="1589687" y="89967"/>
                </a:lnTo>
                <a:lnTo>
                  <a:pt x="1589645" y="90470"/>
                </a:lnTo>
                <a:lnTo>
                  <a:pt x="1589593" y="90969"/>
                </a:lnTo>
                <a:lnTo>
                  <a:pt x="1589532" y="91463"/>
                </a:lnTo>
                <a:lnTo>
                  <a:pt x="1589462" y="91954"/>
                </a:lnTo>
                <a:lnTo>
                  <a:pt x="1589382" y="92440"/>
                </a:lnTo>
                <a:lnTo>
                  <a:pt x="1589292" y="92922"/>
                </a:lnTo>
                <a:lnTo>
                  <a:pt x="1589194" y="93401"/>
                </a:lnTo>
                <a:lnTo>
                  <a:pt x="1589086" y="93875"/>
                </a:lnTo>
                <a:lnTo>
                  <a:pt x="1588968" y="94344"/>
                </a:lnTo>
                <a:lnTo>
                  <a:pt x="1588842" y="94810"/>
                </a:lnTo>
                <a:lnTo>
                  <a:pt x="1588705" y="95272"/>
                </a:lnTo>
                <a:lnTo>
                  <a:pt x="1588560" y="95730"/>
                </a:lnTo>
                <a:lnTo>
                  <a:pt x="1588405" y="96183"/>
                </a:lnTo>
                <a:lnTo>
                  <a:pt x="1588240" y="96632"/>
                </a:lnTo>
                <a:lnTo>
                  <a:pt x="1588067" y="97078"/>
                </a:lnTo>
                <a:lnTo>
                  <a:pt x="1587884" y="97519"/>
                </a:lnTo>
                <a:lnTo>
                  <a:pt x="1587691" y="97956"/>
                </a:lnTo>
                <a:lnTo>
                  <a:pt x="1587489" y="98389"/>
                </a:lnTo>
                <a:lnTo>
                  <a:pt x="1587278" y="98818"/>
                </a:lnTo>
                <a:lnTo>
                  <a:pt x="1587057" y="99242"/>
                </a:lnTo>
                <a:lnTo>
                  <a:pt x="1586842" y="99661"/>
                </a:lnTo>
                <a:lnTo>
                  <a:pt x="1586619" y="100074"/>
                </a:lnTo>
                <a:lnTo>
                  <a:pt x="1586389" y="100479"/>
                </a:lnTo>
                <a:lnTo>
                  <a:pt x="1586151" y="100877"/>
                </a:lnTo>
                <a:lnTo>
                  <a:pt x="1585905" y="101268"/>
                </a:lnTo>
                <a:lnTo>
                  <a:pt x="1585652" y="101652"/>
                </a:lnTo>
                <a:lnTo>
                  <a:pt x="1585391" y="102028"/>
                </a:lnTo>
                <a:lnTo>
                  <a:pt x="1585122" y="102398"/>
                </a:lnTo>
                <a:lnTo>
                  <a:pt x="1584846" y="102761"/>
                </a:lnTo>
                <a:lnTo>
                  <a:pt x="1584562" y="103117"/>
                </a:lnTo>
                <a:lnTo>
                  <a:pt x="1584271" y="103465"/>
                </a:lnTo>
                <a:lnTo>
                  <a:pt x="1583972" y="103807"/>
                </a:lnTo>
                <a:lnTo>
                  <a:pt x="1583665" y="104142"/>
                </a:lnTo>
                <a:lnTo>
                  <a:pt x="1583351" y="104469"/>
                </a:lnTo>
                <a:lnTo>
                  <a:pt x="1583029" y="104790"/>
                </a:lnTo>
                <a:lnTo>
                  <a:pt x="1582699" y="105103"/>
                </a:lnTo>
                <a:lnTo>
                  <a:pt x="1582362" y="105410"/>
                </a:lnTo>
                <a:lnTo>
                  <a:pt x="1582017" y="105709"/>
                </a:lnTo>
                <a:lnTo>
                  <a:pt x="1581664" y="106002"/>
                </a:lnTo>
                <a:lnTo>
                  <a:pt x="1581304" y="106287"/>
                </a:lnTo>
                <a:lnTo>
                  <a:pt x="1580936" y="106565"/>
                </a:lnTo>
                <a:lnTo>
                  <a:pt x="1580561" y="106836"/>
                </a:lnTo>
                <a:lnTo>
                  <a:pt x="1580178" y="107100"/>
                </a:lnTo>
                <a:lnTo>
                  <a:pt x="1579787" y="107358"/>
                </a:lnTo>
                <a:lnTo>
                  <a:pt x="1579404" y="107592"/>
                </a:lnTo>
                <a:lnTo>
                  <a:pt x="1579017" y="107817"/>
                </a:lnTo>
                <a:lnTo>
                  <a:pt x="1578625" y="108031"/>
                </a:lnTo>
                <a:lnTo>
                  <a:pt x="1578228" y="108236"/>
                </a:lnTo>
                <a:lnTo>
                  <a:pt x="1577826" y="108430"/>
                </a:lnTo>
                <a:lnTo>
                  <a:pt x="1577420" y="108615"/>
                </a:lnTo>
                <a:lnTo>
                  <a:pt x="1577009" y="108790"/>
                </a:lnTo>
                <a:lnTo>
                  <a:pt x="1576594" y="108954"/>
                </a:lnTo>
                <a:lnTo>
                  <a:pt x="1576173" y="109109"/>
                </a:lnTo>
                <a:lnTo>
                  <a:pt x="1575748" y="109254"/>
                </a:lnTo>
                <a:lnTo>
                  <a:pt x="1575319" y="109389"/>
                </a:lnTo>
                <a:lnTo>
                  <a:pt x="1574884" y="109513"/>
                </a:lnTo>
                <a:lnTo>
                  <a:pt x="1574445" y="109628"/>
                </a:lnTo>
                <a:lnTo>
                  <a:pt x="1574001" y="109733"/>
                </a:lnTo>
                <a:lnTo>
                  <a:pt x="1573553" y="109828"/>
                </a:lnTo>
                <a:lnTo>
                  <a:pt x="1573100" y="109912"/>
                </a:lnTo>
                <a:lnTo>
                  <a:pt x="1572642" y="109987"/>
                </a:lnTo>
                <a:lnTo>
                  <a:pt x="1572179" y="110052"/>
                </a:lnTo>
                <a:lnTo>
                  <a:pt x="1571712" y="110107"/>
                </a:lnTo>
                <a:lnTo>
                  <a:pt x="1571240" y="110152"/>
                </a:lnTo>
                <a:lnTo>
                  <a:pt x="1570763" y="110187"/>
                </a:lnTo>
                <a:lnTo>
                  <a:pt x="1570282" y="110212"/>
                </a:lnTo>
                <a:lnTo>
                  <a:pt x="1569796" y="110227"/>
                </a:lnTo>
                <a:lnTo>
                  <a:pt x="1569305" y="110232"/>
                </a:lnTo>
                <a:lnTo>
                  <a:pt x="1568565" y="110223"/>
                </a:lnTo>
                <a:lnTo>
                  <a:pt x="1567839" y="110195"/>
                </a:lnTo>
                <a:lnTo>
                  <a:pt x="1567126" y="110150"/>
                </a:lnTo>
                <a:lnTo>
                  <a:pt x="1566426" y="110086"/>
                </a:lnTo>
                <a:lnTo>
                  <a:pt x="1565740" y="110004"/>
                </a:lnTo>
                <a:lnTo>
                  <a:pt x="1565068" y="109904"/>
                </a:lnTo>
                <a:lnTo>
                  <a:pt x="1564409" y="109786"/>
                </a:lnTo>
                <a:lnTo>
                  <a:pt x="1563763" y="109649"/>
                </a:lnTo>
                <a:lnTo>
                  <a:pt x="1563131" y="109495"/>
                </a:lnTo>
                <a:lnTo>
                  <a:pt x="1562513" y="109322"/>
                </a:lnTo>
                <a:lnTo>
                  <a:pt x="1561908" y="109131"/>
                </a:lnTo>
                <a:lnTo>
                  <a:pt x="1561317" y="108922"/>
                </a:lnTo>
                <a:lnTo>
                  <a:pt x="1560739" y="108694"/>
                </a:lnTo>
                <a:lnTo>
                  <a:pt x="1560174" y="108448"/>
                </a:lnTo>
                <a:lnTo>
                  <a:pt x="1559623" y="108184"/>
                </a:lnTo>
                <a:lnTo>
                  <a:pt x="1559086" y="107902"/>
                </a:lnTo>
                <a:lnTo>
                  <a:pt x="1558562" y="107602"/>
                </a:lnTo>
                <a:lnTo>
                  <a:pt x="1558051" y="107284"/>
                </a:lnTo>
                <a:lnTo>
                  <a:pt x="1557555" y="106947"/>
                </a:lnTo>
                <a:lnTo>
                  <a:pt x="1557071" y="106592"/>
                </a:lnTo>
                <a:lnTo>
                  <a:pt x="1556601" y="106219"/>
                </a:lnTo>
                <a:lnTo>
                  <a:pt x="1556145" y="105828"/>
                </a:lnTo>
                <a:lnTo>
                  <a:pt x="1555702" y="105419"/>
                </a:lnTo>
                <a:lnTo>
                  <a:pt x="1555273" y="104991"/>
                </a:lnTo>
                <a:lnTo>
                  <a:pt x="1554872" y="104544"/>
                </a:lnTo>
                <a:lnTo>
                  <a:pt x="1554489" y="104079"/>
                </a:lnTo>
                <a:lnTo>
                  <a:pt x="1554123" y="103593"/>
                </a:lnTo>
                <a:lnTo>
                  <a:pt x="1553774" y="103089"/>
                </a:lnTo>
                <a:lnTo>
                  <a:pt x="1553442" y="102565"/>
                </a:lnTo>
                <a:lnTo>
                  <a:pt x="1553127" y="102021"/>
                </a:lnTo>
                <a:lnTo>
                  <a:pt x="1552829" y="101459"/>
                </a:lnTo>
                <a:lnTo>
                  <a:pt x="1552549" y="100877"/>
                </a:lnTo>
                <a:lnTo>
                  <a:pt x="1552285" y="100275"/>
                </a:lnTo>
                <a:lnTo>
                  <a:pt x="1552038" y="99654"/>
                </a:lnTo>
                <a:lnTo>
                  <a:pt x="1551808" y="99014"/>
                </a:lnTo>
                <a:lnTo>
                  <a:pt x="1551595" y="98355"/>
                </a:lnTo>
                <a:lnTo>
                  <a:pt x="1551399" y="97676"/>
                </a:lnTo>
                <a:lnTo>
                  <a:pt x="1551221" y="96978"/>
                </a:lnTo>
                <a:lnTo>
                  <a:pt x="1551059" y="96260"/>
                </a:lnTo>
                <a:lnTo>
                  <a:pt x="1550914" y="95523"/>
                </a:lnTo>
                <a:lnTo>
                  <a:pt x="1550787" y="94766"/>
                </a:lnTo>
                <a:lnTo>
                  <a:pt x="1550676" y="93991"/>
                </a:lnTo>
                <a:lnTo>
                  <a:pt x="1550582" y="93195"/>
                </a:lnTo>
                <a:lnTo>
                  <a:pt x="1550506" y="92381"/>
                </a:lnTo>
                <a:lnTo>
                  <a:pt x="1550446" y="91547"/>
                </a:lnTo>
                <a:lnTo>
                  <a:pt x="1550403" y="90694"/>
                </a:lnTo>
                <a:lnTo>
                  <a:pt x="1550378" y="89821"/>
                </a:lnTo>
                <a:lnTo>
                  <a:pt x="1550369" y="88929"/>
                </a:lnTo>
                <a:lnTo>
                  <a:pt x="1550369" y="35335"/>
                </a:lnTo>
                <a:lnTo>
                  <a:pt x="1533294" y="35335"/>
                </a:lnTo>
                <a:lnTo>
                  <a:pt x="1533294" y="92141"/>
                </a:lnTo>
                <a:lnTo>
                  <a:pt x="1533308" y="93438"/>
                </a:lnTo>
                <a:lnTo>
                  <a:pt x="1533351" y="94707"/>
                </a:lnTo>
                <a:lnTo>
                  <a:pt x="1533423" y="95948"/>
                </a:lnTo>
                <a:lnTo>
                  <a:pt x="1533524" y="97162"/>
                </a:lnTo>
                <a:lnTo>
                  <a:pt x="1533653" y="98348"/>
                </a:lnTo>
                <a:lnTo>
                  <a:pt x="1533812" y="99507"/>
                </a:lnTo>
                <a:lnTo>
                  <a:pt x="1533999" y="100637"/>
                </a:lnTo>
                <a:lnTo>
                  <a:pt x="1534214" y="101741"/>
                </a:lnTo>
                <a:lnTo>
                  <a:pt x="1534459" y="102817"/>
                </a:lnTo>
                <a:lnTo>
                  <a:pt x="1534732" y="103865"/>
                </a:lnTo>
                <a:lnTo>
                  <a:pt x="1535034" y="104885"/>
                </a:lnTo>
                <a:lnTo>
                  <a:pt x="1535365" y="105878"/>
                </a:lnTo>
                <a:lnTo>
                  <a:pt x="1535724" y="106844"/>
                </a:lnTo>
                <a:lnTo>
                  <a:pt x="1536113" y="107781"/>
                </a:lnTo>
                <a:lnTo>
                  <a:pt x="1536530" y="108692"/>
                </a:lnTo>
                <a:lnTo>
                  <a:pt x="1536976" y="109574"/>
                </a:lnTo>
                <a:lnTo>
                  <a:pt x="1537450" y="110429"/>
                </a:lnTo>
                <a:lnTo>
                  <a:pt x="1537954" y="111257"/>
                </a:lnTo>
                <a:lnTo>
                  <a:pt x="1538486" y="112057"/>
                </a:lnTo>
                <a:lnTo>
                  <a:pt x="1539047" y="112829"/>
                </a:lnTo>
                <a:lnTo>
                  <a:pt x="1539636" y="113574"/>
                </a:lnTo>
                <a:lnTo>
                  <a:pt x="1540255" y="114291"/>
                </a:lnTo>
                <a:lnTo>
                  <a:pt x="1540902" y="114980"/>
                </a:lnTo>
                <a:lnTo>
                  <a:pt x="1541578" y="115642"/>
                </a:lnTo>
                <a:lnTo>
                  <a:pt x="1542292" y="116277"/>
                </a:lnTo>
                <a:lnTo>
                  <a:pt x="1543025" y="116884"/>
                </a:lnTo>
                <a:lnTo>
                  <a:pt x="1543776" y="117465"/>
                </a:lnTo>
                <a:lnTo>
                  <a:pt x="1544546" y="118018"/>
                </a:lnTo>
                <a:lnTo>
                  <a:pt x="1545335" y="118545"/>
                </a:lnTo>
                <a:lnTo>
                  <a:pt x="1546143" y="119044"/>
                </a:lnTo>
                <a:lnTo>
                  <a:pt x="1546969" y="119517"/>
                </a:lnTo>
                <a:lnTo>
                  <a:pt x="1547815" y="119963"/>
                </a:lnTo>
                <a:lnTo>
                  <a:pt x="1548679" y="120381"/>
                </a:lnTo>
                <a:lnTo>
                  <a:pt x="1549562" y="120773"/>
                </a:lnTo>
                <a:lnTo>
                  <a:pt x="1550463" y="121137"/>
                </a:lnTo>
                <a:lnTo>
                  <a:pt x="1551384" y="121475"/>
                </a:lnTo>
                <a:lnTo>
                  <a:pt x="1552323" y="121785"/>
                </a:lnTo>
                <a:lnTo>
                  <a:pt x="1553281" y="122069"/>
                </a:lnTo>
                <a:lnTo>
                  <a:pt x="1554258" y="122325"/>
                </a:lnTo>
                <a:lnTo>
                  <a:pt x="1555254" y="122555"/>
                </a:lnTo>
                <a:lnTo>
                  <a:pt x="1556268" y="122757"/>
                </a:lnTo>
                <a:lnTo>
                  <a:pt x="1557301" y="122933"/>
                </a:lnTo>
                <a:lnTo>
                  <a:pt x="1558353" y="123081"/>
                </a:lnTo>
                <a:lnTo>
                  <a:pt x="1559424" y="123203"/>
                </a:lnTo>
                <a:lnTo>
                  <a:pt x="1560514" y="123298"/>
                </a:lnTo>
                <a:lnTo>
                  <a:pt x="1561622" y="123365"/>
                </a:lnTo>
                <a:lnTo>
                  <a:pt x="1562749" y="123406"/>
                </a:lnTo>
                <a:lnTo>
                  <a:pt x="1563895" y="123419"/>
                </a:lnTo>
                <a:lnTo>
                  <a:pt x="1564442" y="123416"/>
                </a:lnTo>
                <a:lnTo>
                  <a:pt x="1564984" y="123407"/>
                </a:lnTo>
                <a:lnTo>
                  <a:pt x="1565522" y="123393"/>
                </a:lnTo>
                <a:lnTo>
                  <a:pt x="1566055" y="123372"/>
                </a:lnTo>
                <a:lnTo>
                  <a:pt x="1566584" y="123346"/>
                </a:lnTo>
                <a:lnTo>
                  <a:pt x="1567107" y="123313"/>
                </a:lnTo>
                <a:lnTo>
                  <a:pt x="1567626" y="123275"/>
                </a:lnTo>
                <a:lnTo>
                  <a:pt x="1568140" y="123231"/>
                </a:lnTo>
                <a:close/>
                <a:moveTo>
                  <a:pt x="1588811" y="322083"/>
                </a:moveTo>
                <a:lnTo>
                  <a:pt x="1589534" y="321984"/>
                </a:lnTo>
                <a:lnTo>
                  <a:pt x="1590251" y="321869"/>
                </a:lnTo>
                <a:lnTo>
                  <a:pt x="1590961" y="321739"/>
                </a:lnTo>
                <a:lnTo>
                  <a:pt x="1591666" y="321594"/>
                </a:lnTo>
                <a:lnTo>
                  <a:pt x="1592366" y="321434"/>
                </a:lnTo>
                <a:lnTo>
                  <a:pt x="1593059" y="321259"/>
                </a:lnTo>
                <a:lnTo>
                  <a:pt x="1593746" y="321068"/>
                </a:lnTo>
                <a:lnTo>
                  <a:pt x="1594428" y="320862"/>
                </a:lnTo>
                <a:lnTo>
                  <a:pt x="1595104" y="320641"/>
                </a:lnTo>
                <a:lnTo>
                  <a:pt x="1595773" y="320404"/>
                </a:lnTo>
                <a:lnTo>
                  <a:pt x="1596437" y="320152"/>
                </a:lnTo>
                <a:lnTo>
                  <a:pt x="1597095" y="319885"/>
                </a:lnTo>
                <a:lnTo>
                  <a:pt x="1597748" y="319603"/>
                </a:lnTo>
                <a:lnTo>
                  <a:pt x="1598394" y="319305"/>
                </a:lnTo>
                <a:lnTo>
                  <a:pt x="1599034" y="318992"/>
                </a:lnTo>
                <a:lnTo>
                  <a:pt x="1599669" y="318664"/>
                </a:lnTo>
                <a:lnTo>
                  <a:pt x="1600298" y="318321"/>
                </a:lnTo>
                <a:lnTo>
                  <a:pt x="1600920" y="317962"/>
                </a:lnTo>
                <a:lnTo>
                  <a:pt x="1601535" y="317576"/>
                </a:lnTo>
                <a:lnTo>
                  <a:pt x="1602139" y="317180"/>
                </a:lnTo>
                <a:lnTo>
                  <a:pt x="1602733" y="316773"/>
                </a:lnTo>
                <a:lnTo>
                  <a:pt x="1603316" y="316356"/>
                </a:lnTo>
                <a:lnTo>
                  <a:pt x="1603888" y="315928"/>
                </a:lnTo>
                <a:lnTo>
                  <a:pt x="1604450" y="315489"/>
                </a:lnTo>
                <a:lnTo>
                  <a:pt x="1605001" y="315040"/>
                </a:lnTo>
                <a:lnTo>
                  <a:pt x="1605542" y="314581"/>
                </a:lnTo>
                <a:lnTo>
                  <a:pt x="1606072" y="314110"/>
                </a:lnTo>
                <a:lnTo>
                  <a:pt x="1606591" y="313630"/>
                </a:lnTo>
                <a:lnTo>
                  <a:pt x="1607100" y="313138"/>
                </a:lnTo>
                <a:lnTo>
                  <a:pt x="1607599" y="312636"/>
                </a:lnTo>
                <a:lnTo>
                  <a:pt x="1608087" y="312124"/>
                </a:lnTo>
                <a:lnTo>
                  <a:pt x="1608564" y="311601"/>
                </a:lnTo>
                <a:lnTo>
                  <a:pt x="1609030" y="311067"/>
                </a:lnTo>
                <a:lnTo>
                  <a:pt x="1609487" y="310523"/>
                </a:lnTo>
                <a:lnTo>
                  <a:pt x="1609932" y="309968"/>
                </a:lnTo>
                <a:lnTo>
                  <a:pt x="1610367" y="309403"/>
                </a:lnTo>
                <a:lnTo>
                  <a:pt x="1610792" y="308827"/>
                </a:lnTo>
                <a:lnTo>
                  <a:pt x="1611205" y="308241"/>
                </a:lnTo>
                <a:lnTo>
                  <a:pt x="1611609" y="307644"/>
                </a:lnTo>
                <a:lnTo>
                  <a:pt x="1612001" y="307036"/>
                </a:lnTo>
                <a:lnTo>
                  <a:pt x="1612384" y="306418"/>
                </a:lnTo>
                <a:lnTo>
                  <a:pt x="1612755" y="305789"/>
                </a:lnTo>
                <a:lnTo>
                  <a:pt x="1613128" y="305153"/>
                </a:lnTo>
                <a:lnTo>
                  <a:pt x="1613484" y="304512"/>
                </a:lnTo>
                <a:lnTo>
                  <a:pt x="1613825" y="303866"/>
                </a:lnTo>
                <a:lnTo>
                  <a:pt x="1614150" y="303215"/>
                </a:lnTo>
                <a:lnTo>
                  <a:pt x="1614459" y="302560"/>
                </a:lnTo>
                <a:lnTo>
                  <a:pt x="1614752" y="301900"/>
                </a:lnTo>
                <a:lnTo>
                  <a:pt x="1615030" y="301236"/>
                </a:lnTo>
                <a:lnTo>
                  <a:pt x="1615291" y="300567"/>
                </a:lnTo>
                <a:lnTo>
                  <a:pt x="1615537" y="299893"/>
                </a:lnTo>
                <a:lnTo>
                  <a:pt x="1615767" y="299214"/>
                </a:lnTo>
                <a:lnTo>
                  <a:pt x="1615981" y="298531"/>
                </a:lnTo>
                <a:lnTo>
                  <a:pt x="1616179" y="297843"/>
                </a:lnTo>
                <a:lnTo>
                  <a:pt x="1616361" y="297150"/>
                </a:lnTo>
                <a:lnTo>
                  <a:pt x="1616527" y="296453"/>
                </a:lnTo>
                <a:lnTo>
                  <a:pt x="1616678" y="295751"/>
                </a:lnTo>
                <a:lnTo>
                  <a:pt x="1616813" y="295044"/>
                </a:lnTo>
                <a:lnTo>
                  <a:pt x="1616932" y="294332"/>
                </a:lnTo>
                <a:lnTo>
                  <a:pt x="1617035" y="293616"/>
                </a:lnTo>
                <a:lnTo>
                  <a:pt x="1617122" y="292895"/>
                </a:lnTo>
                <a:lnTo>
                  <a:pt x="1617193" y="292170"/>
                </a:lnTo>
                <a:lnTo>
                  <a:pt x="1617249" y="291439"/>
                </a:lnTo>
                <a:lnTo>
                  <a:pt x="1617288" y="290704"/>
                </a:lnTo>
                <a:lnTo>
                  <a:pt x="1617312" y="289965"/>
                </a:lnTo>
                <a:lnTo>
                  <a:pt x="1617320" y="289220"/>
                </a:lnTo>
                <a:lnTo>
                  <a:pt x="1617320" y="287530"/>
                </a:lnTo>
                <a:lnTo>
                  <a:pt x="1617312" y="286786"/>
                </a:lnTo>
                <a:lnTo>
                  <a:pt x="1617288" y="286047"/>
                </a:lnTo>
                <a:lnTo>
                  <a:pt x="1617249" y="285313"/>
                </a:lnTo>
                <a:lnTo>
                  <a:pt x="1617193" y="284585"/>
                </a:lnTo>
                <a:lnTo>
                  <a:pt x="1617122" y="283862"/>
                </a:lnTo>
                <a:lnTo>
                  <a:pt x="1617035" y="283145"/>
                </a:lnTo>
                <a:lnTo>
                  <a:pt x="1616932" y="282432"/>
                </a:lnTo>
                <a:lnTo>
                  <a:pt x="1616813" y="281725"/>
                </a:lnTo>
                <a:lnTo>
                  <a:pt x="1616678" y="281023"/>
                </a:lnTo>
                <a:lnTo>
                  <a:pt x="1616527" y="280327"/>
                </a:lnTo>
                <a:lnTo>
                  <a:pt x="1616361" y="279636"/>
                </a:lnTo>
                <a:lnTo>
                  <a:pt x="1616179" y="278950"/>
                </a:lnTo>
                <a:lnTo>
                  <a:pt x="1615981" y="278269"/>
                </a:lnTo>
                <a:lnTo>
                  <a:pt x="1615767" y="277594"/>
                </a:lnTo>
                <a:lnTo>
                  <a:pt x="1615537" y="276924"/>
                </a:lnTo>
                <a:lnTo>
                  <a:pt x="1615291" y="276259"/>
                </a:lnTo>
                <a:lnTo>
                  <a:pt x="1615030" y="275599"/>
                </a:lnTo>
                <a:lnTo>
                  <a:pt x="1614752" y="274945"/>
                </a:lnTo>
                <a:lnTo>
                  <a:pt x="1614459" y="274296"/>
                </a:lnTo>
                <a:lnTo>
                  <a:pt x="1614150" y="273652"/>
                </a:lnTo>
                <a:lnTo>
                  <a:pt x="1613825" y="273014"/>
                </a:lnTo>
                <a:lnTo>
                  <a:pt x="1613484" y="272381"/>
                </a:lnTo>
                <a:lnTo>
                  <a:pt x="1613128" y="271753"/>
                </a:lnTo>
                <a:lnTo>
                  <a:pt x="1612755" y="271130"/>
                </a:lnTo>
                <a:lnTo>
                  <a:pt x="1612384" y="270516"/>
                </a:lnTo>
                <a:lnTo>
                  <a:pt x="1612001" y="269912"/>
                </a:lnTo>
                <a:lnTo>
                  <a:pt x="1611609" y="269318"/>
                </a:lnTo>
                <a:lnTo>
                  <a:pt x="1611205" y="268735"/>
                </a:lnTo>
                <a:lnTo>
                  <a:pt x="1610792" y="268163"/>
                </a:lnTo>
                <a:lnTo>
                  <a:pt x="1610367" y="267601"/>
                </a:lnTo>
                <a:lnTo>
                  <a:pt x="1609932" y="267050"/>
                </a:lnTo>
                <a:lnTo>
                  <a:pt x="1609487" y="266509"/>
                </a:lnTo>
                <a:lnTo>
                  <a:pt x="1609030" y="265979"/>
                </a:lnTo>
                <a:lnTo>
                  <a:pt x="1608564" y="265459"/>
                </a:lnTo>
                <a:lnTo>
                  <a:pt x="1608087" y="264951"/>
                </a:lnTo>
                <a:lnTo>
                  <a:pt x="1607599" y="264452"/>
                </a:lnTo>
                <a:lnTo>
                  <a:pt x="1607100" y="263964"/>
                </a:lnTo>
                <a:lnTo>
                  <a:pt x="1606591" y="263487"/>
                </a:lnTo>
                <a:lnTo>
                  <a:pt x="1606072" y="263020"/>
                </a:lnTo>
                <a:lnTo>
                  <a:pt x="1605542" y="262564"/>
                </a:lnTo>
                <a:lnTo>
                  <a:pt x="1605001" y="262119"/>
                </a:lnTo>
                <a:lnTo>
                  <a:pt x="1604450" y="261684"/>
                </a:lnTo>
                <a:lnTo>
                  <a:pt x="1603888" y="261259"/>
                </a:lnTo>
                <a:lnTo>
                  <a:pt x="1603316" y="260845"/>
                </a:lnTo>
                <a:lnTo>
                  <a:pt x="1602733" y="260442"/>
                </a:lnTo>
                <a:lnTo>
                  <a:pt x="1602139" y="260049"/>
                </a:lnTo>
                <a:lnTo>
                  <a:pt x="1601535" y="259667"/>
                </a:lnTo>
                <a:lnTo>
                  <a:pt x="1600920" y="259295"/>
                </a:lnTo>
                <a:lnTo>
                  <a:pt x="1600298" y="258937"/>
                </a:lnTo>
                <a:lnTo>
                  <a:pt x="1599669" y="258593"/>
                </a:lnTo>
                <a:lnTo>
                  <a:pt x="1599034" y="258265"/>
                </a:lnTo>
                <a:lnTo>
                  <a:pt x="1598394" y="257952"/>
                </a:lnTo>
                <a:lnTo>
                  <a:pt x="1597748" y="257655"/>
                </a:lnTo>
                <a:lnTo>
                  <a:pt x="1597095" y="257372"/>
                </a:lnTo>
                <a:lnTo>
                  <a:pt x="1596437" y="257105"/>
                </a:lnTo>
                <a:lnTo>
                  <a:pt x="1595773" y="256853"/>
                </a:lnTo>
                <a:lnTo>
                  <a:pt x="1595104" y="256617"/>
                </a:lnTo>
                <a:lnTo>
                  <a:pt x="1594428" y="256396"/>
                </a:lnTo>
                <a:lnTo>
                  <a:pt x="1593746" y="256190"/>
                </a:lnTo>
                <a:lnTo>
                  <a:pt x="1593059" y="255999"/>
                </a:lnTo>
                <a:lnTo>
                  <a:pt x="1592366" y="255823"/>
                </a:lnTo>
                <a:lnTo>
                  <a:pt x="1591666" y="255663"/>
                </a:lnTo>
                <a:lnTo>
                  <a:pt x="1590961" y="255518"/>
                </a:lnTo>
                <a:lnTo>
                  <a:pt x="1590251" y="255388"/>
                </a:lnTo>
                <a:lnTo>
                  <a:pt x="1589534" y="255274"/>
                </a:lnTo>
                <a:lnTo>
                  <a:pt x="1588811" y="255175"/>
                </a:lnTo>
                <a:lnTo>
                  <a:pt x="1588083" y="255091"/>
                </a:lnTo>
                <a:lnTo>
                  <a:pt x="1587348" y="255022"/>
                </a:lnTo>
                <a:lnTo>
                  <a:pt x="1586608" y="254969"/>
                </a:lnTo>
                <a:lnTo>
                  <a:pt x="1585862" y="254930"/>
                </a:lnTo>
                <a:lnTo>
                  <a:pt x="1585110" y="254907"/>
                </a:lnTo>
                <a:lnTo>
                  <a:pt x="1584352" y="254900"/>
                </a:lnTo>
                <a:lnTo>
                  <a:pt x="1533125" y="254900"/>
                </a:lnTo>
                <a:lnTo>
                  <a:pt x="1533125" y="370880"/>
                </a:lnTo>
                <a:lnTo>
                  <a:pt x="1550708" y="370880"/>
                </a:lnTo>
                <a:lnTo>
                  <a:pt x="1550708" y="322358"/>
                </a:lnTo>
                <a:lnTo>
                  <a:pt x="1584352" y="322358"/>
                </a:lnTo>
                <a:lnTo>
                  <a:pt x="1585110" y="322350"/>
                </a:lnTo>
                <a:lnTo>
                  <a:pt x="1585862" y="322327"/>
                </a:lnTo>
                <a:lnTo>
                  <a:pt x="1586608" y="322289"/>
                </a:lnTo>
                <a:lnTo>
                  <a:pt x="1587348" y="322236"/>
                </a:lnTo>
                <a:lnTo>
                  <a:pt x="1588083" y="322167"/>
                </a:lnTo>
                <a:lnTo>
                  <a:pt x="1588811" y="322083"/>
                </a:lnTo>
                <a:close/>
                <a:moveTo>
                  <a:pt x="1583265" y="269332"/>
                </a:moveTo>
                <a:lnTo>
                  <a:pt x="1583695" y="269402"/>
                </a:lnTo>
                <a:lnTo>
                  <a:pt x="1584120" y="269482"/>
                </a:lnTo>
                <a:lnTo>
                  <a:pt x="1584540" y="269571"/>
                </a:lnTo>
                <a:lnTo>
                  <a:pt x="1584955" y="269670"/>
                </a:lnTo>
                <a:lnTo>
                  <a:pt x="1585366" y="269778"/>
                </a:lnTo>
                <a:lnTo>
                  <a:pt x="1585773" y="269895"/>
                </a:lnTo>
                <a:lnTo>
                  <a:pt x="1586174" y="270022"/>
                </a:lnTo>
                <a:lnTo>
                  <a:pt x="1586571" y="270158"/>
                </a:lnTo>
                <a:lnTo>
                  <a:pt x="1586963" y="270304"/>
                </a:lnTo>
                <a:lnTo>
                  <a:pt x="1587351" y="270459"/>
                </a:lnTo>
                <a:lnTo>
                  <a:pt x="1587733" y="270623"/>
                </a:lnTo>
                <a:lnTo>
                  <a:pt x="1588111" y="270797"/>
                </a:lnTo>
                <a:lnTo>
                  <a:pt x="1588485" y="270980"/>
                </a:lnTo>
                <a:lnTo>
                  <a:pt x="1588853" y="271173"/>
                </a:lnTo>
                <a:lnTo>
                  <a:pt x="1589217" y="271374"/>
                </a:lnTo>
                <a:lnTo>
                  <a:pt x="1589577" y="271586"/>
                </a:lnTo>
                <a:lnTo>
                  <a:pt x="1589931" y="271807"/>
                </a:lnTo>
                <a:lnTo>
                  <a:pt x="1590294" y="272021"/>
                </a:lnTo>
                <a:lnTo>
                  <a:pt x="1590651" y="272242"/>
                </a:lnTo>
                <a:lnTo>
                  <a:pt x="1591001" y="272470"/>
                </a:lnTo>
                <a:lnTo>
                  <a:pt x="1591345" y="272704"/>
                </a:lnTo>
                <a:lnTo>
                  <a:pt x="1591682" y="272944"/>
                </a:lnTo>
                <a:lnTo>
                  <a:pt x="1592013" y="273191"/>
                </a:lnTo>
                <a:lnTo>
                  <a:pt x="1592337" y="273444"/>
                </a:lnTo>
                <a:lnTo>
                  <a:pt x="1592655" y="273704"/>
                </a:lnTo>
                <a:lnTo>
                  <a:pt x="1592966" y="273970"/>
                </a:lnTo>
                <a:lnTo>
                  <a:pt x="1593271" y="274243"/>
                </a:lnTo>
                <a:lnTo>
                  <a:pt x="1593570" y="274522"/>
                </a:lnTo>
                <a:lnTo>
                  <a:pt x="1593862" y="274807"/>
                </a:lnTo>
                <a:lnTo>
                  <a:pt x="1594148" y="275100"/>
                </a:lnTo>
                <a:lnTo>
                  <a:pt x="1594427" y="275398"/>
                </a:lnTo>
                <a:lnTo>
                  <a:pt x="1594699" y="275703"/>
                </a:lnTo>
                <a:lnTo>
                  <a:pt x="1594966" y="276014"/>
                </a:lnTo>
                <a:lnTo>
                  <a:pt x="1595225" y="276332"/>
                </a:lnTo>
                <a:lnTo>
                  <a:pt x="1595479" y="276657"/>
                </a:lnTo>
                <a:lnTo>
                  <a:pt x="1595726" y="276987"/>
                </a:lnTo>
                <a:lnTo>
                  <a:pt x="1595966" y="277325"/>
                </a:lnTo>
                <a:lnTo>
                  <a:pt x="1596200" y="277668"/>
                </a:lnTo>
                <a:lnTo>
                  <a:pt x="1596427" y="278018"/>
                </a:lnTo>
                <a:lnTo>
                  <a:pt x="1596648" y="278375"/>
                </a:lnTo>
                <a:lnTo>
                  <a:pt x="1596863" y="278738"/>
                </a:lnTo>
                <a:lnTo>
                  <a:pt x="1597070" y="279106"/>
                </a:lnTo>
                <a:lnTo>
                  <a:pt x="1597268" y="279478"/>
                </a:lnTo>
                <a:lnTo>
                  <a:pt x="1597457" y="279853"/>
                </a:lnTo>
                <a:lnTo>
                  <a:pt x="1597638" y="280232"/>
                </a:lnTo>
                <a:lnTo>
                  <a:pt x="1597810" y="280614"/>
                </a:lnTo>
                <a:lnTo>
                  <a:pt x="1597973" y="280999"/>
                </a:lnTo>
                <a:lnTo>
                  <a:pt x="1598127" y="281389"/>
                </a:lnTo>
                <a:lnTo>
                  <a:pt x="1598272" y="281781"/>
                </a:lnTo>
                <a:lnTo>
                  <a:pt x="1598408" y="282178"/>
                </a:lnTo>
                <a:lnTo>
                  <a:pt x="1598536" y="282577"/>
                </a:lnTo>
                <a:lnTo>
                  <a:pt x="1598655" y="282981"/>
                </a:lnTo>
                <a:lnTo>
                  <a:pt x="1598765" y="283388"/>
                </a:lnTo>
                <a:lnTo>
                  <a:pt x="1598866" y="283798"/>
                </a:lnTo>
                <a:lnTo>
                  <a:pt x="1598959" y="284212"/>
                </a:lnTo>
                <a:lnTo>
                  <a:pt x="1599042" y="284629"/>
                </a:lnTo>
                <a:lnTo>
                  <a:pt x="1599117" y="285050"/>
                </a:lnTo>
                <a:lnTo>
                  <a:pt x="1599183" y="285475"/>
                </a:lnTo>
                <a:lnTo>
                  <a:pt x="1599241" y="285903"/>
                </a:lnTo>
                <a:lnTo>
                  <a:pt x="1599289" y="286334"/>
                </a:lnTo>
                <a:lnTo>
                  <a:pt x="1599329" y="286769"/>
                </a:lnTo>
                <a:lnTo>
                  <a:pt x="1599359" y="287208"/>
                </a:lnTo>
                <a:lnTo>
                  <a:pt x="1599381" y="287650"/>
                </a:lnTo>
                <a:lnTo>
                  <a:pt x="1599395" y="288095"/>
                </a:lnTo>
                <a:lnTo>
                  <a:pt x="1599399" y="288544"/>
                </a:lnTo>
                <a:lnTo>
                  <a:pt x="1599395" y="289007"/>
                </a:lnTo>
                <a:lnTo>
                  <a:pt x="1599381" y="289466"/>
                </a:lnTo>
                <a:lnTo>
                  <a:pt x="1599359" y="289921"/>
                </a:lnTo>
                <a:lnTo>
                  <a:pt x="1599329" y="290371"/>
                </a:lnTo>
                <a:lnTo>
                  <a:pt x="1599289" y="290818"/>
                </a:lnTo>
                <a:lnTo>
                  <a:pt x="1599241" y="291260"/>
                </a:lnTo>
                <a:lnTo>
                  <a:pt x="1599183" y="291698"/>
                </a:lnTo>
                <a:lnTo>
                  <a:pt x="1599117" y="292132"/>
                </a:lnTo>
                <a:lnTo>
                  <a:pt x="1599042" y="292562"/>
                </a:lnTo>
                <a:lnTo>
                  <a:pt x="1598959" y="292988"/>
                </a:lnTo>
                <a:lnTo>
                  <a:pt x="1598866" y="293410"/>
                </a:lnTo>
                <a:lnTo>
                  <a:pt x="1598765" y="293828"/>
                </a:lnTo>
                <a:lnTo>
                  <a:pt x="1598655" y="294241"/>
                </a:lnTo>
                <a:lnTo>
                  <a:pt x="1598536" y="294651"/>
                </a:lnTo>
                <a:lnTo>
                  <a:pt x="1598408" y="295056"/>
                </a:lnTo>
                <a:lnTo>
                  <a:pt x="1598272" y="295457"/>
                </a:lnTo>
                <a:lnTo>
                  <a:pt x="1598127" y="295854"/>
                </a:lnTo>
                <a:lnTo>
                  <a:pt x="1597973" y="296247"/>
                </a:lnTo>
                <a:lnTo>
                  <a:pt x="1597810" y="296636"/>
                </a:lnTo>
                <a:lnTo>
                  <a:pt x="1597638" y="297021"/>
                </a:lnTo>
                <a:lnTo>
                  <a:pt x="1597457" y="297402"/>
                </a:lnTo>
                <a:lnTo>
                  <a:pt x="1597268" y="297778"/>
                </a:lnTo>
                <a:lnTo>
                  <a:pt x="1597070" y="298151"/>
                </a:lnTo>
                <a:lnTo>
                  <a:pt x="1596863" y="298519"/>
                </a:lnTo>
                <a:lnTo>
                  <a:pt x="1596648" y="298882"/>
                </a:lnTo>
                <a:lnTo>
                  <a:pt x="1596427" y="299239"/>
                </a:lnTo>
                <a:lnTo>
                  <a:pt x="1596200" y="299589"/>
                </a:lnTo>
                <a:lnTo>
                  <a:pt x="1595966" y="299933"/>
                </a:lnTo>
                <a:lnTo>
                  <a:pt x="1595726" y="300270"/>
                </a:lnTo>
                <a:lnTo>
                  <a:pt x="1595479" y="300601"/>
                </a:lnTo>
                <a:lnTo>
                  <a:pt x="1595225" y="300925"/>
                </a:lnTo>
                <a:lnTo>
                  <a:pt x="1594966" y="301243"/>
                </a:lnTo>
                <a:lnTo>
                  <a:pt x="1594699" y="301554"/>
                </a:lnTo>
                <a:lnTo>
                  <a:pt x="1594427" y="301859"/>
                </a:lnTo>
                <a:lnTo>
                  <a:pt x="1594148" y="302158"/>
                </a:lnTo>
                <a:lnTo>
                  <a:pt x="1593862" y="302450"/>
                </a:lnTo>
                <a:lnTo>
                  <a:pt x="1593570" y="302736"/>
                </a:lnTo>
                <a:lnTo>
                  <a:pt x="1593271" y="303015"/>
                </a:lnTo>
                <a:lnTo>
                  <a:pt x="1592966" y="303287"/>
                </a:lnTo>
                <a:lnTo>
                  <a:pt x="1592655" y="303554"/>
                </a:lnTo>
                <a:lnTo>
                  <a:pt x="1592337" y="303813"/>
                </a:lnTo>
                <a:lnTo>
                  <a:pt x="1592013" y="304067"/>
                </a:lnTo>
                <a:lnTo>
                  <a:pt x="1591682" y="304314"/>
                </a:lnTo>
                <a:lnTo>
                  <a:pt x="1591345" y="304554"/>
                </a:lnTo>
                <a:lnTo>
                  <a:pt x="1591001" y="304788"/>
                </a:lnTo>
                <a:lnTo>
                  <a:pt x="1590651" y="305015"/>
                </a:lnTo>
                <a:lnTo>
                  <a:pt x="1590294" y="305236"/>
                </a:lnTo>
                <a:lnTo>
                  <a:pt x="1589931" y="305451"/>
                </a:lnTo>
                <a:lnTo>
                  <a:pt x="1589563" y="305658"/>
                </a:lnTo>
                <a:lnTo>
                  <a:pt x="1589191" y="305856"/>
                </a:lnTo>
                <a:lnTo>
                  <a:pt x="1588816" y="306045"/>
                </a:lnTo>
                <a:lnTo>
                  <a:pt x="1588438" y="306226"/>
                </a:lnTo>
                <a:lnTo>
                  <a:pt x="1588056" y="306398"/>
                </a:lnTo>
                <a:lnTo>
                  <a:pt x="1587670" y="306560"/>
                </a:lnTo>
                <a:lnTo>
                  <a:pt x="1587281" y="306715"/>
                </a:lnTo>
                <a:lnTo>
                  <a:pt x="1586888" y="306860"/>
                </a:lnTo>
                <a:lnTo>
                  <a:pt x="1586492" y="306996"/>
                </a:lnTo>
                <a:lnTo>
                  <a:pt x="1586092" y="307124"/>
                </a:lnTo>
                <a:lnTo>
                  <a:pt x="1585689" y="307243"/>
                </a:lnTo>
                <a:lnTo>
                  <a:pt x="1585282" y="307353"/>
                </a:lnTo>
                <a:lnTo>
                  <a:pt x="1584872" y="307454"/>
                </a:lnTo>
                <a:lnTo>
                  <a:pt x="1584458" y="307547"/>
                </a:lnTo>
                <a:lnTo>
                  <a:pt x="1584040" y="307630"/>
                </a:lnTo>
                <a:lnTo>
                  <a:pt x="1583619" y="307705"/>
                </a:lnTo>
                <a:lnTo>
                  <a:pt x="1583195" y="307771"/>
                </a:lnTo>
                <a:lnTo>
                  <a:pt x="1582767" y="307828"/>
                </a:lnTo>
                <a:lnTo>
                  <a:pt x="1582336" y="307877"/>
                </a:lnTo>
                <a:lnTo>
                  <a:pt x="1581901" y="307917"/>
                </a:lnTo>
                <a:lnTo>
                  <a:pt x="1581462" y="307947"/>
                </a:lnTo>
                <a:lnTo>
                  <a:pt x="1581020" y="307969"/>
                </a:lnTo>
                <a:lnTo>
                  <a:pt x="1580574" y="307983"/>
                </a:lnTo>
                <a:lnTo>
                  <a:pt x="1580125" y="307987"/>
                </a:lnTo>
                <a:lnTo>
                  <a:pt x="1550708" y="307987"/>
                </a:lnTo>
                <a:lnTo>
                  <a:pt x="1550708" y="269102"/>
                </a:lnTo>
                <a:lnTo>
                  <a:pt x="1580125" y="269102"/>
                </a:lnTo>
                <a:lnTo>
                  <a:pt x="1580588" y="269106"/>
                </a:lnTo>
                <a:lnTo>
                  <a:pt x="1581046" y="269120"/>
                </a:lnTo>
                <a:lnTo>
                  <a:pt x="1581499" y="269144"/>
                </a:lnTo>
                <a:lnTo>
                  <a:pt x="1581948" y="269177"/>
                </a:lnTo>
                <a:lnTo>
                  <a:pt x="1582391" y="269219"/>
                </a:lnTo>
                <a:lnTo>
                  <a:pt x="1582830" y="269271"/>
                </a:lnTo>
                <a:lnTo>
                  <a:pt x="1583265" y="269332"/>
                </a:lnTo>
                <a:close/>
                <a:moveTo>
                  <a:pt x="1287626" y="372380"/>
                </a:moveTo>
                <a:lnTo>
                  <a:pt x="1288147" y="372336"/>
                </a:lnTo>
                <a:lnTo>
                  <a:pt x="1288668" y="372286"/>
                </a:lnTo>
                <a:lnTo>
                  <a:pt x="1289190" y="372232"/>
                </a:lnTo>
                <a:lnTo>
                  <a:pt x="1289711" y="372174"/>
                </a:lnTo>
                <a:lnTo>
                  <a:pt x="1290232" y="372110"/>
                </a:lnTo>
                <a:lnTo>
                  <a:pt x="1290754" y="372042"/>
                </a:lnTo>
                <a:lnTo>
                  <a:pt x="1291275" y="371969"/>
                </a:lnTo>
                <a:lnTo>
                  <a:pt x="1291796" y="371892"/>
                </a:lnTo>
                <a:lnTo>
                  <a:pt x="1292318" y="371810"/>
                </a:lnTo>
                <a:lnTo>
                  <a:pt x="1292839" y="371723"/>
                </a:lnTo>
                <a:lnTo>
                  <a:pt x="1293360" y="371631"/>
                </a:lnTo>
                <a:lnTo>
                  <a:pt x="1293881" y="371535"/>
                </a:lnTo>
                <a:lnTo>
                  <a:pt x="1294403" y="371434"/>
                </a:lnTo>
                <a:lnTo>
                  <a:pt x="1294924" y="371328"/>
                </a:lnTo>
                <a:lnTo>
                  <a:pt x="1295445" y="371218"/>
                </a:lnTo>
                <a:lnTo>
                  <a:pt x="1295963" y="371117"/>
                </a:lnTo>
                <a:lnTo>
                  <a:pt x="1296473" y="371012"/>
                </a:lnTo>
                <a:lnTo>
                  <a:pt x="1296975" y="370904"/>
                </a:lnTo>
                <a:lnTo>
                  <a:pt x="1297469" y="370791"/>
                </a:lnTo>
                <a:lnTo>
                  <a:pt x="1297956" y="370674"/>
                </a:lnTo>
                <a:lnTo>
                  <a:pt x="1298436" y="370552"/>
                </a:lnTo>
                <a:lnTo>
                  <a:pt x="1298907" y="370427"/>
                </a:lnTo>
                <a:lnTo>
                  <a:pt x="1299371" y="370298"/>
                </a:lnTo>
                <a:lnTo>
                  <a:pt x="1299828" y="370164"/>
                </a:lnTo>
                <a:lnTo>
                  <a:pt x="1300277" y="370026"/>
                </a:lnTo>
                <a:lnTo>
                  <a:pt x="1300718" y="369885"/>
                </a:lnTo>
                <a:lnTo>
                  <a:pt x="1301151" y="369739"/>
                </a:lnTo>
                <a:lnTo>
                  <a:pt x="1301577" y="369589"/>
                </a:lnTo>
                <a:lnTo>
                  <a:pt x="1301996" y="369435"/>
                </a:lnTo>
                <a:lnTo>
                  <a:pt x="1302406" y="369276"/>
                </a:lnTo>
                <a:lnTo>
                  <a:pt x="1302809" y="369114"/>
                </a:lnTo>
                <a:lnTo>
                  <a:pt x="1303205" y="368948"/>
                </a:lnTo>
                <a:lnTo>
                  <a:pt x="1303592" y="368777"/>
                </a:lnTo>
                <a:lnTo>
                  <a:pt x="1303972" y="368603"/>
                </a:lnTo>
                <a:lnTo>
                  <a:pt x="1304345" y="368424"/>
                </a:lnTo>
                <a:lnTo>
                  <a:pt x="1304710" y="368241"/>
                </a:lnTo>
                <a:lnTo>
                  <a:pt x="1305067" y="368054"/>
                </a:lnTo>
                <a:lnTo>
                  <a:pt x="1305416" y="367863"/>
                </a:lnTo>
                <a:lnTo>
                  <a:pt x="1305758" y="367668"/>
                </a:lnTo>
                <a:lnTo>
                  <a:pt x="1305758" y="354649"/>
                </a:lnTo>
                <a:lnTo>
                  <a:pt x="1305460" y="354790"/>
                </a:lnTo>
                <a:lnTo>
                  <a:pt x="1305158" y="354930"/>
                </a:lnTo>
                <a:lnTo>
                  <a:pt x="1304852" y="355069"/>
                </a:lnTo>
                <a:lnTo>
                  <a:pt x="1304542" y="355208"/>
                </a:lnTo>
                <a:lnTo>
                  <a:pt x="1304228" y="355346"/>
                </a:lnTo>
                <a:lnTo>
                  <a:pt x="1303909" y="355484"/>
                </a:lnTo>
                <a:lnTo>
                  <a:pt x="1303587" y="355621"/>
                </a:lnTo>
                <a:lnTo>
                  <a:pt x="1303260" y="355758"/>
                </a:lnTo>
                <a:lnTo>
                  <a:pt x="1302929" y="355894"/>
                </a:lnTo>
                <a:lnTo>
                  <a:pt x="1302594" y="356029"/>
                </a:lnTo>
                <a:lnTo>
                  <a:pt x="1302255" y="356164"/>
                </a:lnTo>
                <a:lnTo>
                  <a:pt x="1301912" y="356298"/>
                </a:lnTo>
                <a:lnTo>
                  <a:pt x="1301565" y="356431"/>
                </a:lnTo>
                <a:lnTo>
                  <a:pt x="1301213" y="356564"/>
                </a:lnTo>
                <a:lnTo>
                  <a:pt x="1300858" y="356697"/>
                </a:lnTo>
                <a:lnTo>
                  <a:pt x="1300498" y="356828"/>
                </a:lnTo>
                <a:lnTo>
                  <a:pt x="1300135" y="356960"/>
                </a:lnTo>
                <a:lnTo>
                  <a:pt x="1299767" y="357090"/>
                </a:lnTo>
                <a:lnTo>
                  <a:pt x="1299395" y="357220"/>
                </a:lnTo>
                <a:lnTo>
                  <a:pt x="1299019" y="357350"/>
                </a:lnTo>
                <a:lnTo>
                  <a:pt x="1298639" y="357479"/>
                </a:lnTo>
                <a:lnTo>
                  <a:pt x="1298255" y="357607"/>
                </a:lnTo>
                <a:lnTo>
                  <a:pt x="1297867" y="357735"/>
                </a:lnTo>
                <a:lnTo>
                  <a:pt x="1297474" y="357862"/>
                </a:lnTo>
                <a:lnTo>
                  <a:pt x="1297092" y="357972"/>
                </a:lnTo>
                <a:lnTo>
                  <a:pt x="1296707" y="358078"/>
                </a:lnTo>
                <a:lnTo>
                  <a:pt x="1296320" y="358179"/>
                </a:lnTo>
                <a:lnTo>
                  <a:pt x="1295929" y="358275"/>
                </a:lnTo>
                <a:lnTo>
                  <a:pt x="1295535" y="358366"/>
                </a:lnTo>
                <a:lnTo>
                  <a:pt x="1295139" y="358453"/>
                </a:lnTo>
                <a:lnTo>
                  <a:pt x="1294739" y="358536"/>
                </a:lnTo>
                <a:lnTo>
                  <a:pt x="1294337" y="358613"/>
                </a:lnTo>
                <a:lnTo>
                  <a:pt x="1293932" y="358686"/>
                </a:lnTo>
                <a:lnTo>
                  <a:pt x="1293523" y="358754"/>
                </a:lnTo>
                <a:lnTo>
                  <a:pt x="1293112" y="358817"/>
                </a:lnTo>
                <a:lnTo>
                  <a:pt x="1292698" y="358876"/>
                </a:lnTo>
                <a:lnTo>
                  <a:pt x="1292281" y="358930"/>
                </a:lnTo>
                <a:lnTo>
                  <a:pt x="1291861" y="358979"/>
                </a:lnTo>
                <a:lnTo>
                  <a:pt x="1291438" y="359024"/>
                </a:lnTo>
                <a:lnTo>
                  <a:pt x="1291012" y="359064"/>
                </a:lnTo>
                <a:lnTo>
                  <a:pt x="1290583" y="359099"/>
                </a:lnTo>
                <a:lnTo>
                  <a:pt x="1290151" y="359130"/>
                </a:lnTo>
                <a:lnTo>
                  <a:pt x="1289717" y="359155"/>
                </a:lnTo>
                <a:lnTo>
                  <a:pt x="1289279" y="359177"/>
                </a:lnTo>
                <a:lnTo>
                  <a:pt x="1288838" y="359193"/>
                </a:lnTo>
                <a:lnTo>
                  <a:pt x="1288395" y="359205"/>
                </a:lnTo>
                <a:lnTo>
                  <a:pt x="1287949" y="359212"/>
                </a:lnTo>
                <a:lnTo>
                  <a:pt x="1287499" y="359214"/>
                </a:lnTo>
                <a:lnTo>
                  <a:pt x="1286926" y="359211"/>
                </a:lnTo>
                <a:lnTo>
                  <a:pt x="1286360" y="359202"/>
                </a:lnTo>
                <a:lnTo>
                  <a:pt x="1285803" y="359188"/>
                </a:lnTo>
                <a:lnTo>
                  <a:pt x="1285254" y="359167"/>
                </a:lnTo>
                <a:lnTo>
                  <a:pt x="1284714" y="359141"/>
                </a:lnTo>
                <a:lnTo>
                  <a:pt x="1284181" y="359108"/>
                </a:lnTo>
                <a:lnTo>
                  <a:pt x="1283657" y="359070"/>
                </a:lnTo>
                <a:lnTo>
                  <a:pt x="1283141" y="359026"/>
                </a:lnTo>
                <a:lnTo>
                  <a:pt x="1282633" y="358976"/>
                </a:lnTo>
                <a:lnTo>
                  <a:pt x="1282134" y="358921"/>
                </a:lnTo>
                <a:lnTo>
                  <a:pt x="1281642" y="358859"/>
                </a:lnTo>
                <a:lnTo>
                  <a:pt x="1281159" y="358791"/>
                </a:lnTo>
                <a:lnTo>
                  <a:pt x="1280684" y="358718"/>
                </a:lnTo>
                <a:lnTo>
                  <a:pt x="1280218" y="358639"/>
                </a:lnTo>
                <a:lnTo>
                  <a:pt x="1279759" y="358554"/>
                </a:lnTo>
                <a:lnTo>
                  <a:pt x="1279309" y="358463"/>
                </a:lnTo>
                <a:lnTo>
                  <a:pt x="1278867" y="358366"/>
                </a:lnTo>
                <a:lnTo>
                  <a:pt x="1278433" y="358263"/>
                </a:lnTo>
                <a:lnTo>
                  <a:pt x="1278007" y="358155"/>
                </a:lnTo>
                <a:lnTo>
                  <a:pt x="1277590" y="358040"/>
                </a:lnTo>
                <a:lnTo>
                  <a:pt x="1277181" y="357920"/>
                </a:lnTo>
                <a:lnTo>
                  <a:pt x="1276780" y="357794"/>
                </a:lnTo>
                <a:lnTo>
                  <a:pt x="1276387" y="357661"/>
                </a:lnTo>
                <a:lnTo>
                  <a:pt x="1276003" y="357523"/>
                </a:lnTo>
                <a:lnTo>
                  <a:pt x="1275626" y="357379"/>
                </a:lnTo>
                <a:lnTo>
                  <a:pt x="1275257" y="357228"/>
                </a:lnTo>
                <a:lnTo>
                  <a:pt x="1274896" y="357069"/>
                </a:lnTo>
                <a:lnTo>
                  <a:pt x="1274542" y="356904"/>
                </a:lnTo>
                <a:lnTo>
                  <a:pt x="1274196" y="356731"/>
                </a:lnTo>
                <a:lnTo>
                  <a:pt x="1273858" y="356551"/>
                </a:lnTo>
                <a:lnTo>
                  <a:pt x="1273527" y="356365"/>
                </a:lnTo>
                <a:lnTo>
                  <a:pt x="1273204" y="356171"/>
                </a:lnTo>
                <a:lnTo>
                  <a:pt x="1272888" y="355970"/>
                </a:lnTo>
                <a:lnTo>
                  <a:pt x="1272580" y="355762"/>
                </a:lnTo>
                <a:lnTo>
                  <a:pt x="1272280" y="355548"/>
                </a:lnTo>
                <a:lnTo>
                  <a:pt x="1271987" y="355326"/>
                </a:lnTo>
                <a:lnTo>
                  <a:pt x="1271702" y="355097"/>
                </a:lnTo>
                <a:lnTo>
                  <a:pt x="1271425" y="354861"/>
                </a:lnTo>
                <a:lnTo>
                  <a:pt x="1271155" y="354618"/>
                </a:lnTo>
                <a:lnTo>
                  <a:pt x="1270893" y="354368"/>
                </a:lnTo>
                <a:lnTo>
                  <a:pt x="1270639" y="354111"/>
                </a:lnTo>
                <a:lnTo>
                  <a:pt x="1270392" y="353846"/>
                </a:lnTo>
                <a:lnTo>
                  <a:pt x="1270152" y="353575"/>
                </a:lnTo>
                <a:lnTo>
                  <a:pt x="1269921" y="353297"/>
                </a:lnTo>
                <a:lnTo>
                  <a:pt x="1269697" y="353012"/>
                </a:lnTo>
                <a:lnTo>
                  <a:pt x="1269481" y="352719"/>
                </a:lnTo>
                <a:lnTo>
                  <a:pt x="1269272" y="352420"/>
                </a:lnTo>
                <a:lnTo>
                  <a:pt x="1269071" y="352113"/>
                </a:lnTo>
                <a:lnTo>
                  <a:pt x="1268878" y="351800"/>
                </a:lnTo>
                <a:lnTo>
                  <a:pt x="1268693" y="351479"/>
                </a:lnTo>
                <a:lnTo>
                  <a:pt x="1268516" y="351152"/>
                </a:lnTo>
                <a:lnTo>
                  <a:pt x="1268348" y="350817"/>
                </a:lnTo>
                <a:lnTo>
                  <a:pt x="1268187" y="350475"/>
                </a:lnTo>
                <a:lnTo>
                  <a:pt x="1268035" y="350127"/>
                </a:lnTo>
                <a:lnTo>
                  <a:pt x="1267892" y="349771"/>
                </a:lnTo>
                <a:lnTo>
                  <a:pt x="1267756" y="349408"/>
                </a:lnTo>
                <a:lnTo>
                  <a:pt x="1267629" y="349038"/>
                </a:lnTo>
                <a:lnTo>
                  <a:pt x="1267509" y="348662"/>
                </a:lnTo>
                <a:lnTo>
                  <a:pt x="1267398" y="348278"/>
                </a:lnTo>
                <a:lnTo>
                  <a:pt x="1267296" y="347887"/>
                </a:lnTo>
                <a:lnTo>
                  <a:pt x="1267201" y="347489"/>
                </a:lnTo>
                <a:lnTo>
                  <a:pt x="1267115" y="347084"/>
                </a:lnTo>
                <a:lnTo>
                  <a:pt x="1267037" y="346672"/>
                </a:lnTo>
                <a:lnTo>
                  <a:pt x="1266967" y="346252"/>
                </a:lnTo>
                <a:lnTo>
                  <a:pt x="1266905" y="345826"/>
                </a:lnTo>
                <a:lnTo>
                  <a:pt x="1266852" y="345393"/>
                </a:lnTo>
                <a:lnTo>
                  <a:pt x="1266807" y="344953"/>
                </a:lnTo>
                <a:lnTo>
                  <a:pt x="1266770" y="344505"/>
                </a:lnTo>
                <a:lnTo>
                  <a:pt x="1266741" y="344051"/>
                </a:lnTo>
                <a:lnTo>
                  <a:pt x="1266720" y="343590"/>
                </a:lnTo>
                <a:lnTo>
                  <a:pt x="1266708" y="343121"/>
                </a:lnTo>
                <a:lnTo>
                  <a:pt x="1266704" y="342646"/>
                </a:lnTo>
                <a:lnTo>
                  <a:pt x="1266704" y="297674"/>
                </a:lnTo>
                <a:lnTo>
                  <a:pt x="1305758" y="297674"/>
                </a:lnTo>
                <a:lnTo>
                  <a:pt x="1305758" y="284487"/>
                </a:lnTo>
                <a:lnTo>
                  <a:pt x="1266704" y="284487"/>
                </a:lnTo>
                <a:lnTo>
                  <a:pt x="1266704" y="256929"/>
                </a:lnTo>
                <a:lnTo>
                  <a:pt x="1256222" y="256929"/>
                </a:lnTo>
                <a:lnTo>
                  <a:pt x="1250304" y="284487"/>
                </a:lnTo>
                <a:lnTo>
                  <a:pt x="1224775" y="284487"/>
                </a:lnTo>
                <a:lnTo>
                  <a:pt x="1224775" y="297674"/>
                </a:lnTo>
                <a:lnTo>
                  <a:pt x="1249797" y="297674"/>
                </a:lnTo>
                <a:lnTo>
                  <a:pt x="1249797" y="343998"/>
                </a:lnTo>
                <a:lnTo>
                  <a:pt x="1249813" y="345252"/>
                </a:lnTo>
                <a:lnTo>
                  <a:pt x="1249859" y="346476"/>
                </a:lnTo>
                <a:lnTo>
                  <a:pt x="1249937" y="347670"/>
                </a:lnTo>
                <a:lnTo>
                  <a:pt x="1250046" y="348836"/>
                </a:lnTo>
                <a:lnTo>
                  <a:pt x="1250186" y="349971"/>
                </a:lnTo>
                <a:lnTo>
                  <a:pt x="1250357" y="351078"/>
                </a:lnTo>
                <a:lnTo>
                  <a:pt x="1250559" y="352155"/>
                </a:lnTo>
                <a:lnTo>
                  <a:pt x="1250793" y="353203"/>
                </a:lnTo>
                <a:lnTo>
                  <a:pt x="1251057" y="354222"/>
                </a:lnTo>
                <a:lnTo>
                  <a:pt x="1251353" y="355211"/>
                </a:lnTo>
                <a:lnTo>
                  <a:pt x="1251680" y="356171"/>
                </a:lnTo>
                <a:lnTo>
                  <a:pt x="1252037" y="357101"/>
                </a:lnTo>
                <a:lnTo>
                  <a:pt x="1252426" y="358002"/>
                </a:lnTo>
                <a:lnTo>
                  <a:pt x="1252846" y="358874"/>
                </a:lnTo>
                <a:lnTo>
                  <a:pt x="1253297" y="359716"/>
                </a:lnTo>
                <a:lnTo>
                  <a:pt x="1253780" y="360529"/>
                </a:lnTo>
                <a:lnTo>
                  <a:pt x="1254293" y="361313"/>
                </a:lnTo>
                <a:lnTo>
                  <a:pt x="1254837" y="362067"/>
                </a:lnTo>
                <a:lnTo>
                  <a:pt x="1255413" y="362792"/>
                </a:lnTo>
                <a:lnTo>
                  <a:pt x="1256020" y="363488"/>
                </a:lnTo>
                <a:lnTo>
                  <a:pt x="1256658" y="364154"/>
                </a:lnTo>
                <a:lnTo>
                  <a:pt x="1257327" y="364791"/>
                </a:lnTo>
                <a:lnTo>
                  <a:pt x="1258027" y="365399"/>
                </a:lnTo>
                <a:lnTo>
                  <a:pt x="1258758" y="365977"/>
                </a:lnTo>
                <a:lnTo>
                  <a:pt x="1259515" y="366515"/>
                </a:lnTo>
                <a:lnTo>
                  <a:pt x="1260295" y="367030"/>
                </a:lnTo>
                <a:lnTo>
                  <a:pt x="1261096" y="367522"/>
                </a:lnTo>
                <a:lnTo>
                  <a:pt x="1261918" y="367992"/>
                </a:lnTo>
                <a:lnTo>
                  <a:pt x="1262763" y="368438"/>
                </a:lnTo>
                <a:lnTo>
                  <a:pt x="1263629" y="368862"/>
                </a:lnTo>
                <a:lnTo>
                  <a:pt x="1264517" y="369262"/>
                </a:lnTo>
                <a:lnTo>
                  <a:pt x="1265427" y="369640"/>
                </a:lnTo>
                <a:lnTo>
                  <a:pt x="1266358" y="369995"/>
                </a:lnTo>
                <a:lnTo>
                  <a:pt x="1267311" y="370327"/>
                </a:lnTo>
                <a:lnTo>
                  <a:pt x="1268286" y="370636"/>
                </a:lnTo>
                <a:lnTo>
                  <a:pt x="1269282" y="370922"/>
                </a:lnTo>
                <a:lnTo>
                  <a:pt x="1270300" y="371185"/>
                </a:lnTo>
                <a:lnTo>
                  <a:pt x="1271340" y="371426"/>
                </a:lnTo>
                <a:lnTo>
                  <a:pt x="1272402" y="371643"/>
                </a:lnTo>
                <a:lnTo>
                  <a:pt x="1273485" y="371838"/>
                </a:lnTo>
                <a:lnTo>
                  <a:pt x="1274590" y="372010"/>
                </a:lnTo>
                <a:lnTo>
                  <a:pt x="1275717" y="372158"/>
                </a:lnTo>
                <a:lnTo>
                  <a:pt x="1276866" y="372284"/>
                </a:lnTo>
                <a:lnTo>
                  <a:pt x="1278036" y="372387"/>
                </a:lnTo>
                <a:lnTo>
                  <a:pt x="1279228" y="372468"/>
                </a:lnTo>
                <a:lnTo>
                  <a:pt x="1280442" y="372525"/>
                </a:lnTo>
                <a:lnTo>
                  <a:pt x="1281677" y="372559"/>
                </a:lnTo>
                <a:lnTo>
                  <a:pt x="1282934" y="372571"/>
                </a:lnTo>
                <a:lnTo>
                  <a:pt x="1283456" y="372568"/>
                </a:lnTo>
                <a:lnTo>
                  <a:pt x="1283977" y="372561"/>
                </a:lnTo>
                <a:lnTo>
                  <a:pt x="1284498" y="372549"/>
                </a:lnTo>
                <a:lnTo>
                  <a:pt x="1285019" y="372533"/>
                </a:lnTo>
                <a:lnTo>
                  <a:pt x="1285541" y="372512"/>
                </a:lnTo>
                <a:lnTo>
                  <a:pt x="1286062" y="372486"/>
                </a:lnTo>
                <a:lnTo>
                  <a:pt x="1286583" y="372456"/>
                </a:lnTo>
                <a:lnTo>
                  <a:pt x="1287105" y="372420"/>
                </a:lnTo>
                <a:lnTo>
                  <a:pt x="1287626" y="372380"/>
                </a:lnTo>
                <a:close/>
                <a:moveTo>
                  <a:pt x="1636098" y="307744"/>
                </a:moveTo>
                <a:lnTo>
                  <a:pt x="1636116" y="307850"/>
                </a:lnTo>
                <a:lnTo>
                  <a:pt x="1636133" y="307962"/>
                </a:lnTo>
                <a:lnTo>
                  <a:pt x="1636152" y="308081"/>
                </a:lnTo>
                <a:lnTo>
                  <a:pt x="1636171" y="308206"/>
                </a:lnTo>
                <a:lnTo>
                  <a:pt x="1636191" y="308338"/>
                </a:lnTo>
                <a:lnTo>
                  <a:pt x="1636211" y="308476"/>
                </a:lnTo>
                <a:lnTo>
                  <a:pt x="1636232" y="308621"/>
                </a:lnTo>
                <a:lnTo>
                  <a:pt x="1636253" y="308772"/>
                </a:lnTo>
                <a:lnTo>
                  <a:pt x="1636275" y="308930"/>
                </a:lnTo>
                <a:lnTo>
                  <a:pt x="1636298" y="309094"/>
                </a:lnTo>
                <a:lnTo>
                  <a:pt x="1636321" y="309264"/>
                </a:lnTo>
                <a:lnTo>
                  <a:pt x="1636345" y="309441"/>
                </a:lnTo>
                <a:lnTo>
                  <a:pt x="1636369" y="309625"/>
                </a:lnTo>
                <a:lnTo>
                  <a:pt x="1636394" y="309815"/>
                </a:lnTo>
                <a:lnTo>
                  <a:pt x="1636420" y="310011"/>
                </a:lnTo>
                <a:lnTo>
                  <a:pt x="1636446" y="310214"/>
                </a:lnTo>
                <a:lnTo>
                  <a:pt x="1636473" y="310423"/>
                </a:lnTo>
                <a:lnTo>
                  <a:pt x="1636500" y="310639"/>
                </a:lnTo>
                <a:lnTo>
                  <a:pt x="1636528" y="310861"/>
                </a:lnTo>
                <a:lnTo>
                  <a:pt x="1652082" y="310861"/>
                </a:lnTo>
                <a:lnTo>
                  <a:pt x="1652082" y="308832"/>
                </a:lnTo>
                <a:lnTo>
                  <a:pt x="1652090" y="308274"/>
                </a:lnTo>
                <a:lnTo>
                  <a:pt x="1652116" y="307726"/>
                </a:lnTo>
                <a:lnTo>
                  <a:pt x="1652159" y="307189"/>
                </a:lnTo>
                <a:lnTo>
                  <a:pt x="1652218" y="306663"/>
                </a:lnTo>
                <a:lnTo>
                  <a:pt x="1652295" y="306147"/>
                </a:lnTo>
                <a:lnTo>
                  <a:pt x="1652388" y="305641"/>
                </a:lnTo>
                <a:lnTo>
                  <a:pt x="1652499" y="305146"/>
                </a:lnTo>
                <a:lnTo>
                  <a:pt x="1652627" y="304662"/>
                </a:lnTo>
                <a:lnTo>
                  <a:pt x="1652771" y="304188"/>
                </a:lnTo>
                <a:lnTo>
                  <a:pt x="1652933" y="303725"/>
                </a:lnTo>
                <a:lnTo>
                  <a:pt x="1653112" y="303272"/>
                </a:lnTo>
                <a:lnTo>
                  <a:pt x="1653308" y="302830"/>
                </a:lnTo>
                <a:lnTo>
                  <a:pt x="1653520" y="302399"/>
                </a:lnTo>
                <a:lnTo>
                  <a:pt x="1653750" y="301978"/>
                </a:lnTo>
                <a:lnTo>
                  <a:pt x="1653997" y="301568"/>
                </a:lnTo>
                <a:lnTo>
                  <a:pt x="1654261" y="301168"/>
                </a:lnTo>
                <a:lnTo>
                  <a:pt x="1654542" y="300779"/>
                </a:lnTo>
                <a:lnTo>
                  <a:pt x="1654840" y="300400"/>
                </a:lnTo>
                <a:lnTo>
                  <a:pt x="1655155" y="300032"/>
                </a:lnTo>
                <a:lnTo>
                  <a:pt x="1655487" y="299674"/>
                </a:lnTo>
                <a:lnTo>
                  <a:pt x="1655836" y="299327"/>
                </a:lnTo>
                <a:lnTo>
                  <a:pt x="1656202" y="298991"/>
                </a:lnTo>
                <a:lnTo>
                  <a:pt x="1656585" y="298665"/>
                </a:lnTo>
                <a:lnTo>
                  <a:pt x="1656985" y="298350"/>
                </a:lnTo>
                <a:lnTo>
                  <a:pt x="1657400" y="298047"/>
                </a:lnTo>
                <a:lnTo>
                  <a:pt x="1657830" y="297756"/>
                </a:lnTo>
                <a:lnTo>
                  <a:pt x="1658274" y="297478"/>
                </a:lnTo>
                <a:lnTo>
                  <a:pt x="1658732" y="297214"/>
                </a:lnTo>
                <a:lnTo>
                  <a:pt x="1659204" y="296962"/>
                </a:lnTo>
                <a:lnTo>
                  <a:pt x="1659690" y="296723"/>
                </a:lnTo>
                <a:lnTo>
                  <a:pt x="1660190" y="296497"/>
                </a:lnTo>
                <a:lnTo>
                  <a:pt x="1660704" y="296284"/>
                </a:lnTo>
                <a:lnTo>
                  <a:pt x="1661233" y="296084"/>
                </a:lnTo>
                <a:lnTo>
                  <a:pt x="1661775" y="295896"/>
                </a:lnTo>
                <a:lnTo>
                  <a:pt x="1662331" y="295722"/>
                </a:lnTo>
                <a:lnTo>
                  <a:pt x="1662902" y="295561"/>
                </a:lnTo>
                <a:lnTo>
                  <a:pt x="1663487" y="295412"/>
                </a:lnTo>
                <a:lnTo>
                  <a:pt x="1664086" y="295276"/>
                </a:lnTo>
                <a:lnTo>
                  <a:pt x="1664698" y="295154"/>
                </a:lnTo>
                <a:lnTo>
                  <a:pt x="1665325" y="295044"/>
                </a:lnTo>
                <a:lnTo>
                  <a:pt x="1665966" y="294947"/>
                </a:lnTo>
                <a:lnTo>
                  <a:pt x="1666622" y="294863"/>
                </a:lnTo>
                <a:lnTo>
                  <a:pt x="1667291" y="294792"/>
                </a:lnTo>
                <a:lnTo>
                  <a:pt x="1667974" y="294734"/>
                </a:lnTo>
                <a:lnTo>
                  <a:pt x="1668671" y="294689"/>
                </a:lnTo>
                <a:lnTo>
                  <a:pt x="1669383" y="294656"/>
                </a:lnTo>
                <a:lnTo>
                  <a:pt x="1670109" y="294637"/>
                </a:lnTo>
                <a:lnTo>
                  <a:pt x="1670848" y="294631"/>
                </a:lnTo>
                <a:lnTo>
                  <a:pt x="1671655" y="294637"/>
                </a:lnTo>
                <a:lnTo>
                  <a:pt x="1672443" y="294656"/>
                </a:lnTo>
                <a:lnTo>
                  <a:pt x="1673210" y="294689"/>
                </a:lnTo>
                <a:lnTo>
                  <a:pt x="1673957" y="294734"/>
                </a:lnTo>
                <a:lnTo>
                  <a:pt x="1674685" y="294792"/>
                </a:lnTo>
                <a:lnTo>
                  <a:pt x="1675392" y="294863"/>
                </a:lnTo>
                <a:lnTo>
                  <a:pt x="1676079" y="294947"/>
                </a:lnTo>
                <a:lnTo>
                  <a:pt x="1676747" y="295044"/>
                </a:lnTo>
                <a:lnTo>
                  <a:pt x="1677394" y="295154"/>
                </a:lnTo>
                <a:lnTo>
                  <a:pt x="1678022" y="295276"/>
                </a:lnTo>
                <a:lnTo>
                  <a:pt x="1678629" y="295412"/>
                </a:lnTo>
                <a:lnTo>
                  <a:pt x="1679217" y="295561"/>
                </a:lnTo>
                <a:lnTo>
                  <a:pt x="1679785" y="295722"/>
                </a:lnTo>
                <a:lnTo>
                  <a:pt x="1680332" y="295896"/>
                </a:lnTo>
                <a:lnTo>
                  <a:pt x="1680860" y="296084"/>
                </a:lnTo>
                <a:lnTo>
                  <a:pt x="1681368" y="296284"/>
                </a:lnTo>
                <a:lnTo>
                  <a:pt x="1681856" y="296497"/>
                </a:lnTo>
                <a:lnTo>
                  <a:pt x="1682324" y="296723"/>
                </a:lnTo>
                <a:lnTo>
                  <a:pt x="1682772" y="296962"/>
                </a:lnTo>
                <a:lnTo>
                  <a:pt x="1683200" y="297214"/>
                </a:lnTo>
                <a:lnTo>
                  <a:pt x="1683608" y="297478"/>
                </a:lnTo>
                <a:lnTo>
                  <a:pt x="1683996" y="297756"/>
                </a:lnTo>
                <a:lnTo>
                  <a:pt x="1684364" y="298047"/>
                </a:lnTo>
                <a:lnTo>
                  <a:pt x="1684712" y="298350"/>
                </a:lnTo>
                <a:lnTo>
                  <a:pt x="1685057" y="298668"/>
                </a:lnTo>
                <a:lnTo>
                  <a:pt x="1685387" y="299001"/>
                </a:lnTo>
                <a:lnTo>
                  <a:pt x="1685702" y="299349"/>
                </a:lnTo>
                <a:lnTo>
                  <a:pt x="1686003" y="299712"/>
                </a:lnTo>
                <a:lnTo>
                  <a:pt x="1686289" y="300091"/>
                </a:lnTo>
                <a:lnTo>
                  <a:pt x="1686561" y="300484"/>
                </a:lnTo>
                <a:lnTo>
                  <a:pt x="1686818" y="300894"/>
                </a:lnTo>
                <a:lnTo>
                  <a:pt x="1687060" y="301318"/>
                </a:lnTo>
                <a:lnTo>
                  <a:pt x="1687287" y="301758"/>
                </a:lnTo>
                <a:lnTo>
                  <a:pt x="1687500" y="302213"/>
                </a:lnTo>
                <a:lnTo>
                  <a:pt x="1687698" y="302683"/>
                </a:lnTo>
                <a:lnTo>
                  <a:pt x="1687882" y="303168"/>
                </a:lnTo>
                <a:lnTo>
                  <a:pt x="1688051" y="303669"/>
                </a:lnTo>
                <a:lnTo>
                  <a:pt x="1688205" y="304185"/>
                </a:lnTo>
                <a:lnTo>
                  <a:pt x="1688344" y="304716"/>
                </a:lnTo>
                <a:lnTo>
                  <a:pt x="1688469" y="305263"/>
                </a:lnTo>
                <a:lnTo>
                  <a:pt x="1688579" y="305825"/>
                </a:lnTo>
                <a:lnTo>
                  <a:pt x="1688674" y="306402"/>
                </a:lnTo>
                <a:lnTo>
                  <a:pt x="1688755" y="306994"/>
                </a:lnTo>
                <a:lnTo>
                  <a:pt x="1688821" y="307602"/>
                </a:lnTo>
                <a:lnTo>
                  <a:pt x="1688873" y="308225"/>
                </a:lnTo>
                <a:lnTo>
                  <a:pt x="1688909" y="308863"/>
                </a:lnTo>
                <a:lnTo>
                  <a:pt x="1688931" y="309516"/>
                </a:lnTo>
                <a:lnTo>
                  <a:pt x="1688939" y="310185"/>
                </a:lnTo>
                <a:lnTo>
                  <a:pt x="1688939" y="319652"/>
                </a:lnTo>
                <a:lnTo>
                  <a:pt x="1687275" y="319657"/>
                </a:lnTo>
                <a:lnTo>
                  <a:pt x="1685639" y="319672"/>
                </a:lnTo>
                <a:lnTo>
                  <a:pt x="1684030" y="319697"/>
                </a:lnTo>
                <a:lnTo>
                  <a:pt x="1682448" y="319732"/>
                </a:lnTo>
                <a:lnTo>
                  <a:pt x="1680893" y="319777"/>
                </a:lnTo>
                <a:lnTo>
                  <a:pt x="1679365" y="319832"/>
                </a:lnTo>
                <a:lnTo>
                  <a:pt x="1677864" y="319897"/>
                </a:lnTo>
                <a:lnTo>
                  <a:pt x="1676390" y="319972"/>
                </a:lnTo>
                <a:lnTo>
                  <a:pt x="1674943" y="320057"/>
                </a:lnTo>
                <a:lnTo>
                  <a:pt x="1673523" y="320151"/>
                </a:lnTo>
                <a:lnTo>
                  <a:pt x="1672130" y="320256"/>
                </a:lnTo>
                <a:lnTo>
                  <a:pt x="1670764" y="320371"/>
                </a:lnTo>
                <a:lnTo>
                  <a:pt x="1669425" y="320496"/>
                </a:lnTo>
                <a:lnTo>
                  <a:pt x="1668113" y="320630"/>
                </a:lnTo>
                <a:lnTo>
                  <a:pt x="1666828" y="320775"/>
                </a:lnTo>
                <a:lnTo>
                  <a:pt x="1665570" y="320930"/>
                </a:lnTo>
                <a:lnTo>
                  <a:pt x="1664339" y="321094"/>
                </a:lnTo>
                <a:lnTo>
                  <a:pt x="1663135" y="321269"/>
                </a:lnTo>
                <a:lnTo>
                  <a:pt x="1661958" y="321454"/>
                </a:lnTo>
                <a:lnTo>
                  <a:pt x="1660808" y="321648"/>
                </a:lnTo>
                <a:lnTo>
                  <a:pt x="1659685" y="321853"/>
                </a:lnTo>
                <a:lnTo>
                  <a:pt x="1658589" y="322068"/>
                </a:lnTo>
                <a:lnTo>
                  <a:pt x="1657520" y="322292"/>
                </a:lnTo>
                <a:lnTo>
                  <a:pt x="1656478" y="322527"/>
                </a:lnTo>
                <a:lnTo>
                  <a:pt x="1655475" y="322772"/>
                </a:lnTo>
                <a:lnTo>
                  <a:pt x="1654495" y="323029"/>
                </a:lnTo>
                <a:lnTo>
                  <a:pt x="1653538" y="323298"/>
                </a:lnTo>
                <a:lnTo>
                  <a:pt x="1652603" y="323579"/>
                </a:lnTo>
                <a:lnTo>
                  <a:pt x="1651692" y="323871"/>
                </a:lnTo>
                <a:lnTo>
                  <a:pt x="1650803" y="324175"/>
                </a:lnTo>
                <a:lnTo>
                  <a:pt x="1649938" y="324491"/>
                </a:lnTo>
                <a:lnTo>
                  <a:pt x="1649095" y="324819"/>
                </a:lnTo>
                <a:lnTo>
                  <a:pt x="1648275" y="325158"/>
                </a:lnTo>
                <a:lnTo>
                  <a:pt x="1647478" y="325509"/>
                </a:lnTo>
                <a:lnTo>
                  <a:pt x="1646704" y="325872"/>
                </a:lnTo>
                <a:lnTo>
                  <a:pt x="1645953" y="326246"/>
                </a:lnTo>
                <a:lnTo>
                  <a:pt x="1645225" y="326633"/>
                </a:lnTo>
                <a:lnTo>
                  <a:pt x="1644520" y="327031"/>
                </a:lnTo>
                <a:lnTo>
                  <a:pt x="1643837" y="327440"/>
                </a:lnTo>
                <a:lnTo>
                  <a:pt x="1643178" y="327862"/>
                </a:lnTo>
                <a:lnTo>
                  <a:pt x="1642541" y="328295"/>
                </a:lnTo>
                <a:lnTo>
                  <a:pt x="1641927" y="328740"/>
                </a:lnTo>
                <a:lnTo>
                  <a:pt x="1641336" y="329197"/>
                </a:lnTo>
                <a:lnTo>
                  <a:pt x="1640768" y="329665"/>
                </a:lnTo>
                <a:lnTo>
                  <a:pt x="1640223" y="330145"/>
                </a:lnTo>
                <a:lnTo>
                  <a:pt x="1639701" y="330637"/>
                </a:lnTo>
                <a:lnTo>
                  <a:pt x="1639202" y="331141"/>
                </a:lnTo>
                <a:lnTo>
                  <a:pt x="1638725" y="331656"/>
                </a:lnTo>
                <a:lnTo>
                  <a:pt x="1638284" y="332171"/>
                </a:lnTo>
                <a:lnTo>
                  <a:pt x="1637861" y="332699"/>
                </a:lnTo>
                <a:lnTo>
                  <a:pt x="1637458" y="333241"/>
                </a:lnTo>
                <a:lnTo>
                  <a:pt x="1637072" y="333798"/>
                </a:lnTo>
                <a:lnTo>
                  <a:pt x="1636706" y="334368"/>
                </a:lnTo>
                <a:lnTo>
                  <a:pt x="1636359" y="334953"/>
                </a:lnTo>
                <a:lnTo>
                  <a:pt x="1636030" y="335552"/>
                </a:lnTo>
                <a:lnTo>
                  <a:pt x="1635720" y="336165"/>
                </a:lnTo>
                <a:lnTo>
                  <a:pt x="1635429" y="336792"/>
                </a:lnTo>
                <a:lnTo>
                  <a:pt x="1635156" y="337433"/>
                </a:lnTo>
                <a:lnTo>
                  <a:pt x="1634903" y="338088"/>
                </a:lnTo>
                <a:lnTo>
                  <a:pt x="1634668" y="338757"/>
                </a:lnTo>
                <a:lnTo>
                  <a:pt x="1634452" y="339440"/>
                </a:lnTo>
                <a:lnTo>
                  <a:pt x="1634255" y="340138"/>
                </a:lnTo>
                <a:lnTo>
                  <a:pt x="1634076" y="340849"/>
                </a:lnTo>
                <a:lnTo>
                  <a:pt x="1633916" y="341575"/>
                </a:lnTo>
                <a:lnTo>
                  <a:pt x="1633776" y="342315"/>
                </a:lnTo>
                <a:lnTo>
                  <a:pt x="1633653" y="343068"/>
                </a:lnTo>
                <a:lnTo>
                  <a:pt x="1633550" y="343836"/>
                </a:lnTo>
                <a:lnTo>
                  <a:pt x="1633466" y="344618"/>
                </a:lnTo>
                <a:lnTo>
                  <a:pt x="1633400" y="345414"/>
                </a:lnTo>
                <a:lnTo>
                  <a:pt x="1633353" y="346224"/>
                </a:lnTo>
                <a:lnTo>
                  <a:pt x="1633325" y="347049"/>
                </a:lnTo>
                <a:lnTo>
                  <a:pt x="1633315" y="347887"/>
                </a:lnTo>
                <a:lnTo>
                  <a:pt x="1633328" y="348891"/>
                </a:lnTo>
                <a:lnTo>
                  <a:pt x="1633365" y="349875"/>
                </a:lnTo>
                <a:lnTo>
                  <a:pt x="1633426" y="350838"/>
                </a:lnTo>
                <a:lnTo>
                  <a:pt x="1633513" y="351780"/>
                </a:lnTo>
                <a:lnTo>
                  <a:pt x="1633624" y="352702"/>
                </a:lnTo>
                <a:lnTo>
                  <a:pt x="1633759" y="353603"/>
                </a:lnTo>
                <a:lnTo>
                  <a:pt x="1633919" y="354484"/>
                </a:lnTo>
                <a:lnTo>
                  <a:pt x="1634104" y="355345"/>
                </a:lnTo>
                <a:lnTo>
                  <a:pt x="1634314" y="356184"/>
                </a:lnTo>
                <a:lnTo>
                  <a:pt x="1634548" y="357004"/>
                </a:lnTo>
                <a:lnTo>
                  <a:pt x="1634807" y="357802"/>
                </a:lnTo>
                <a:lnTo>
                  <a:pt x="1635091" y="358580"/>
                </a:lnTo>
                <a:lnTo>
                  <a:pt x="1635399" y="359338"/>
                </a:lnTo>
                <a:lnTo>
                  <a:pt x="1635732" y="360075"/>
                </a:lnTo>
                <a:lnTo>
                  <a:pt x="1636089" y="360791"/>
                </a:lnTo>
                <a:lnTo>
                  <a:pt x="1636471" y="361487"/>
                </a:lnTo>
                <a:lnTo>
                  <a:pt x="1636878" y="362163"/>
                </a:lnTo>
                <a:lnTo>
                  <a:pt x="1637310" y="362818"/>
                </a:lnTo>
                <a:lnTo>
                  <a:pt x="1637766" y="363452"/>
                </a:lnTo>
                <a:lnTo>
                  <a:pt x="1638247" y="364066"/>
                </a:lnTo>
                <a:lnTo>
                  <a:pt x="1638752" y="364659"/>
                </a:lnTo>
                <a:lnTo>
                  <a:pt x="1639282" y="365231"/>
                </a:lnTo>
                <a:lnTo>
                  <a:pt x="1639837" y="365784"/>
                </a:lnTo>
                <a:lnTo>
                  <a:pt x="1640416" y="366315"/>
                </a:lnTo>
                <a:lnTo>
                  <a:pt x="1641033" y="366826"/>
                </a:lnTo>
                <a:lnTo>
                  <a:pt x="1641670" y="367314"/>
                </a:lnTo>
                <a:lnTo>
                  <a:pt x="1642329" y="367781"/>
                </a:lnTo>
                <a:lnTo>
                  <a:pt x="1643009" y="368226"/>
                </a:lnTo>
                <a:lnTo>
                  <a:pt x="1643709" y="368650"/>
                </a:lnTo>
                <a:lnTo>
                  <a:pt x="1644432" y="369052"/>
                </a:lnTo>
                <a:lnTo>
                  <a:pt x="1645175" y="369432"/>
                </a:lnTo>
                <a:lnTo>
                  <a:pt x="1645939" y="369790"/>
                </a:lnTo>
                <a:lnTo>
                  <a:pt x="1646725" y="370127"/>
                </a:lnTo>
                <a:lnTo>
                  <a:pt x="1647531" y="370442"/>
                </a:lnTo>
                <a:lnTo>
                  <a:pt x="1648359" y="370735"/>
                </a:lnTo>
                <a:lnTo>
                  <a:pt x="1649208" y="371007"/>
                </a:lnTo>
                <a:lnTo>
                  <a:pt x="1650078" y="371256"/>
                </a:lnTo>
                <a:lnTo>
                  <a:pt x="1650969" y="371485"/>
                </a:lnTo>
                <a:lnTo>
                  <a:pt x="1651881" y="371691"/>
                </a:lnTo>
                <a:lnTo>
                  <a:pt x="1652815" y="371876"/>
                </a:lnTo>
                <a:lnTo>
                  <a:pt x="1653769" y="372038"/>
                </a:lnTo>
                <a:lnTo>
                  <a:pt x="1654745" y="372180"/>
                </a:lnTo>
                <a:lnTo>
                  <a:pt x="1655742" y="372299"/>
                </a:lnTo>
                <a:lnTo>
                  <a:pt x="1656759" y="372397"/>
                </a:lnTo>
                <a:lnTo>
                  <a:pt x="1657799" y="372473"/>
                </a:lnTo>
                <a:lnTo>
                  <a:pt x="1658859" y="372527"/>
                </a:lnTo>
                <a:lnTo>
                  <a:pt x="1659940" y="372560"/>
                </a:lnTo>
                <a:lnTo>
                  <a:pt x="1661043" y="372571"/>
                </a:lnTo>
                <a:lnTo>
                  <a:pt x="1661549" y="372568"/>
                </a:lnTo>
                <a:lnTo>
                  <a:pt x="1662053" y="372561"/>
                </a:lnTo>
                <a:lnTo>
                  <a:pt x="1662556" y="372549"/>
                </a:lnTo>
                <a:lnTo>
                  <a:pt x="1663057" y="372533"/>
                </a:lnTo>
                <a:lnTo>
                  <a:pt x="1663556" y="372512"/>
                </a:lnTo>
                <a:lnTo>
                  <a:pt x="1664054" y="372486"/>
                </a:lnTo>
                <a:lnTo>
                  <a:pt x="1664550" y="372456"/>
                </a:lnTo>
                <a:lnTo>
                  <a:pt x="1665044" y="372420"/>
                </a:lnTo>
                <a:lnTo>
                  <a:pt x="1665536" y="372380"/>
                </a:lnTo>
                <a:lnTo>
                  <a:pt x="1666026" y="372336"/>
                </a:lnTo>
                <a:lnTo>
                  <a:pt x="1666515" y="372286"/>
                </a:lnTo>
                <a:lnTo>
                  <a:pt x="1667002" y="372232"/>
                </a:lnTo>
                <a:lnTo>
                  <a:pt x="1667487" y="372174"/>
                </a:lnTo>
                <a:lnTo>
                  <a:pt x="1667971" y="372110"/>
                </a:lnTo>
                <a:lnTo>
                  <a:pt x="1668452" y="372042"/>
                </a:lnTo>
                <a:lnTo>
                  <a:pt x="1668932" y="371969"/>
                </a:lnTo>
                <a:lnTo>
                  <a:pt x="1669410" y="371892"/>
                </a:lnTo>
                <a:lnTo>
                  <a:pt x="1669887" y="371810"/>
                </a:lnTo>
                <a:lnTo>
                  <a:pt x="1670361" y="371723"/>
                </a:lnTo>
                <a:lnTo>
                  <a:pt x="1670834" y="371631"/>
                </a:lnTo>
                <a:lnTo>
                  <a:pt x="1671305" y="371535"/>
                </a:lnTo>
                <a:lnTo>
                  <a:pt x="1671775" y="371434"/>
                </a:lnTo>
                <a:lnTo>
                  <a:pt x="1672242" y="371328"/>
                </a:lnTo>
                <a:lnTo>
                  <a:pt x="1672708" y="371218"/>
                </a:lnTo>
                <a:lnTo>
                  <a:pt x="1673171" y="371116"/>
                </a:lnTo>
                <a:lnTo>
                  <a:pt x="1673631" y="371008"/>
                </a:lnTo>
                <a:lnTo>
                  <a:pt x="1674087" y="370893"/>
                </a:lnTo>
                <a:lnTo>
                  <a:pt x="1674540" y="370772"/>
                </a:lnTo>
                <a:lnTo>
                  <a:pt x="1674989" y="370644"/>
                </a:lnTo>
                <a:lnTo>
                  <a:pt x="1675434" y="370510"/>
                </a:lnTo>
                <a:lnTo>
                  <a:pt x="1675876" y="370369"/>
                </a:lnTo>
                <a:lnTo>
                  <a:pt x="1676315" y="370222"/>
                </a:lnTo>
                <a:lnTo>
                  <a:pt x="1676750" y="370069"/>
                </a:lnTo>
                <a:lnTo>
                  <a:pt x="1677181" y="369909"/>
                </a:lnTo>
                <a:lnTo>
                  <a:pt x="1677609" y="369743"/>
                </a:lnTo>
                <a:lnTo>
                  <a:pt x="1678034" y="369570"/>
                </a:lnTo>
                <a:lnTo>
                  <a:pt x="1678455" y="369390"/>
                </a:lnTo>
                <a:lnTo>
                  <a:pt x="1678872" y="369204"/>
                </a:lnTo>
                <a:lnTo>
                  <a:pt x="1679286" y="369012"/>
                </a:lnTo>
                <a:lnTo>
                  <a:pt x="1679696" y="368814"/>
                </a:lnTo>
                <a:lnTo>
                  <a:pt x="1680103" y="368608"/>
                </a:lnTo>
                <a:lnTo>
                  <a:pt x="1680506" y="368397"/>
                </a:lnTo>
                <a:lnTo>
                  <a:pt x="1680906" y="368179"/>
                </a:lnTo>
                <a:lnTo>
                  <a:pt x="1681302" y="367954"/>
                </a:lnTo>
                <a:lnTo>
                  <a:pt x="1681695" y="367723"/>
                </a:lnTo>
                <a:lnTo>
                  <a:pt x="1682084" y="367486"/>
                </a:lnTo>
                <a:lnTo>
                  <a:pt x="1682470" y="367242"/>
                </a:lnTo>
                <a:lnTo>
                  <a:pt x="1682852" y="366991"/>
                </a:lnTo>
                <a:lnTo>
                  <a:pt x="1683229" y="366720"/>
                </a:lnTo>
                <a:lnTo>
                  <a:pt x="1683601" y="366442"/>
                </a:lnTo>
                <a:lnTo>
                  <a:pt x="1683967" y="366156"/>
                </a:lnTo>
                <a:lnTo>
                  <a:pt x="1684327" y="365864"/>
                </a:lnTo>
                <a:lnTo>
                  <a:pt x="1684681" y="365565"/>
                </a:lnTo>
                <a:lnTo>
                  <a:pt x="1685029" y="365258"/>
                </a:lnTo>
                <a:lnTo>
                  <a:pt x="1685371" y="364945"/>
                </a:lnTo>
                <a:lnTo>
                  <a:pt x="1685707" y="364624"/>
                </a:lnTo>
                <a:lnTo>
                  <a:pt x="1686038" y="364297"/>
                </a:lnTo>
                <a:lnTo>
                  <a:pt x="1686363" y="363962"/>
                </a:lnTo>
                <a:lnTo>
                  <a:pt x="1686681" y="363621"/>
                </a:lnTo>
                <a:lnTo>
                  <a:pt x="1686994" y="363272"/>
                </a:lnTo>
                <a:lnTo>
                  <a:pt x="1687301" y="362916"/>
                </a:lnTo>
                <a:lnTo>
                  <a:pt x="1687602" y="362553"/>
                </a:lnTo>
                <a:lnTo>
                  <a:pt x="1687898" y="362183"/>
                </a:lnTo>
                <a:lnTo>
                  <a:pt x="1688187" y="361807"/>
                </a:lnTo>
                <a:lnTo>
                  <a:pt x="1688471" y="361423"/>
                </a:lnTo>
                <a:lnTo>
                  <a:pt x="1688748" y="361032"/>
                </a:lnTo>
                <a:lnTo>
                  <a:pt x="1689020" y="360634"/>
                </a:lnTo>
                <a:lnTo>
                  <a:pt x="1689286" y="360229"/>
                </a:lnTo>
                <a:lnTo>
                  <a:pt x="1689546" y="359817"/>
                </a:lnTo>
                <a:lnTo>
                  <a:pt x="1689800" y="359397"/>
                </a:lnTo>
                <a:lnTo>
                  <a:pt x="1690049" y="358971"/>
                </a:lnTo>
                <a:lnTo>
                  <a:pt x="1690291" y="358538"/>
                </a:lnTo>
                <a:lnTo>
                  <a:pt x="1690335" y="358985"/>
                </a:lnTo>
                <a:lnTo>
                  <a:pt x="1690383" y="359423"/>
                </a:lnTo>
                <a:lnTo>
                  <a:pt x="1690434" y="359854"/>
                </a:lnTo>
                <a:lnTo>
                  <a:pt x="1690488" y="360276"/>
                </a:lnTo>
                <a:lnTo>
                  <a:pt x="1690546" y="360690"/>
                </a:lnTo>
                <a:lnTo>
                  <a:pt x="1690608" y="361095"/>
                </a:lnTo>
                <a:lnTo>
                  <a:pt x="1690673" y="361493"/>
                </a:lnTo>
                <a:lnTo>
                  <a:pt x="1690742" y="361882"/>
                </a:lnTo>
                <a:lnTo>
                  <a:pt x="1690814" y="362263"/>
                </a:lnTo>
                <a:lnTo>
                  <a:pt x="1690890" y="362636"/>
                </a:lnTo>
                <a:lnTo>
                  <a:pt x="1690969" y="363000"/>
                </a:lnTo>
                <a:lnTo>
                  <a:pt x="1691052" y="363356"/>
                </a:lnTo>
                <a:lnTo>
                  <a:pt x="1691138" y="363704"/>
                </a:lnTo>
                <a:lnTo>
                  <a:pt x="1691228" y="364044"/>
                </a:lnTo>
                <a:lnTo>
                  <a:pt x="1691321" y="364376"/>
                </a:lnTo>
                <a:lnTo>
                  <a:pt x="1691418" y="364699"/>
                </a:lnTo>
                <a:lnTo>
                  <a:pt x="1691519" y="365015"/>
                </a:lnTo>
                <a:lnTo>
                  <a:pt x="1691623" y="365322"/>
                </a:lnTo>
                <a:lnTo>
                  <a:pt x="1691730" y="365620"/>
                </a:lnTo>
                <a:lnTo>
                  <a:pt x="1691841" y="365911"/>
                </a:lnTo>
                <a:lnTo>
                  <a:pt x="1691955" y="366193"/>
                </a:lnTo>
                <a:lnTo>
                  <a:pt x="1692073" y="366468"/>
                </a:lnTo>
                <a:lnTo>
                  <a:pt x="1692195" y="366733"/>
                </a:lnTo>
                <a:lnTo>
                  <a:pt x="1692320" y="366991"/>
                </a:lnTo>
                <a:lnTo>
                  <a:pt x="1692450" y="367242"/>
                </a:lnTo>
                <a:lnTo>
                  <a:pt x="1692585" y="367486"/>
                </a:lnTo>
                <a:lnTo>
                  <a:pt x="1692727" y="367723"/>
                </a:lnTo>
                <a:lnTo>
                  <a:pt x="1692874" y="367954"/>
                </a:lnTo>
                <a:lnTo>
                  <a:pt x="1693027" y="368179"/>
                </a:lnTo>
                <a:lnTo>
                  <a:pt x="1693186" y="368397"/>
                </a:lnTo>
                <a:lnTo>
                  <a:pt x="1693351" y="368608"/>
                </a:lnTo>
                <a:lnTo>
                  <a:pt x="1693522" y="368814"/>
                </a:lnTo>
                <a:lnTo>
                  <a:pt x="1693699" y="369012"/>
                </a:lnTo>
                <a:lnTo>
                  <a:pt x="1693881" y="369204"/>
                </a:lnTo>
                <a:lnTo>
                  <a:pt x="1694070" y="369390"/>
                </a:lnTo>
                <a:lnTo>
                  <a:pt x="1694264" y="369570"/>
                </a:lnTo>
                <a:lnTo>
                  <a:pt x="1694464" y="369743"/>
                </a:lnTo>
                <a:lnTo>
                  <a:pt x="1694670" y="369909"/>
                </a:lnTo>
                <a:lnTo>
                  <a:pt x="1694882" y="370069"/>
                </a:lnTo>
                <a:lnTo>
                  <a:pt x="1695100" y="370222"/>
                </a:lnTo>
                <a:lnTo>
                  <a:pt x="1695324" y="370369"/>
                </a:lnTo>
                <a:lnTo>
                  <a:pt x="1695553" y="370510"/>
                </a:lnTo>
                <a:lnTo>
                  <a:pt x="1695789" y="370644"/>
                </a:lnTo>
                <a:lnTo>
                  <a:pt x="1696030" y="370772"/>
                </a:lnTo>
                <a:lnTo>
                  <a:pt x="1696277" y="370893"/>
                </a:lnTo>
                <a:lnTo>
                  <a:pt x="1696530" y="371008"/>
                </a:lnTo>
                <a:lnTo>
                  <a:pt x="1696789" y="371116"/>
                </a:lnTo>
                <a:lnTo>
                  <a:pt x="1697054" y="371218"/>
                </a:lnTo>
                <a:lnTo>
                  <a:pt x="1697325" y="371328"/>
                </a:lnTo>
                <a:lnTo>
                  <a:pt x="1697602" y="371434"/>
                </a:lnTo>
                <a:lnTo>
                  <a:pt x="1697886" y="371535"/>
                </a:lnTo>
                <a:lnTo>
                  <a:pt x="1698176" y="371631"/>
                </a:lnTo>
                <a:lnTo>
                  <a:pt x="1698473" y="371723"/>
                </a:lnTo>
                <a:lnTo>
                  <a:pt x="1698776" y="371810"/>
                </a:lnTo>
                <a:lnTo>
                  <a:pt x="1699086" y="371892"/>
                </a:lnTo>
                <a:lnTo>
                  <a:pt x="1699402" y="371969"/>
                </a:lnTo>
                <a:lnTo>
                  <a:pt x="1699725" y="372042"/>
                </a:lnTo>
                <a:lnTo>
                  <a:pt x="1700054" y="372110"/>
                </a:lnTo>
                <a:lnTo>
                  <a:pt x="1700389" y="372174"/>
                </a:lnTo>
                <a:lnTo>
                  <a:pt x="1700731" y="372232"/>
                </a:lnTo>
                <a:lnTo>
                  <a:pt x="1701079" y="372286"/>
                </a:lnTo>
                <a:lnTo>
                  <a:pt x="1701434" y="372336"/>
                </a:lnTo>
                <a:lnTo>
                  <a:pt x="1701796" y="372380"/>
                </a:lnTo>
                <a:lnTo>
                  <a:pt x="1702163" y="372420"/>
                </a:lnTo>
                <a:lnTo>
                  <a:pt x="1702538" y="372456"/>
                </a:lnTo>
                <a:lnTo>
                  <a:pt x="1702918" y="372486"/>
                </a:lnTo>
                <a:lnTo>
                  <a:pt x="1703305" y="372512"/>
                </a:lnTo>
                <a:lnTo>
                  <a:pt x="1703699" y="372533"/>
                </a:lnTo>
                <a:lnTo>
                  <a:pt x="1704099" y="372549"/>
                </a:lnTo>
                <a:lnTo>
                  <a:pt x="1704506" y="372561"/>
                </a:lnTo>
                <a:lnTo>
                  <a:pt x="1704919" y="372568"/>
                </a:lnTo>
                <a:lnTo>
                  <a:pt x="1705338" y="372571"/>
                </a:lnTo>
                <a:lnTo>
                  <a:pt x="1705633" y="372569"/>
                </a:lnTo>
                <a:lnTo>
                  <a:pt x="1705928" y="372565"/>
                </a:lnTo>
                <a:lnTo>
                  <a:pt x="1706220" y="372557"/>
                </a:lnTo>
                <a:lnTo>
                  <a:pt x="1706512" y="372547"/>
                </a:lnTo>
                <a:lnTo>
                  <a:pt x="1706803" y="372534"/>
                </a:lnTo>
                <a:lnTo>
                  <a:pt x="1707092" y="372518"/>
                </a:lnTo>
                <a:lnTo>
                  <a:pt x="1707380" y="372499"/>
                </a:lnTo>
                <a:lnTo>
                  <a:pt x="1707667" y="372477"/>
                </a:lnTo>
                <a:lnTo>
                  <a:pt x="1707953" y="372452"/>
                </a:lnTo>
                <a:lnTo>
                  <a:pt x="1708238" y="372424"/>
                </a:lnTo>
                <a:lnTo>
                  <a:pt x="1708522" y="372393"/>
                </a:lnTo>
                <a:lnTo>
                  <a:pt x="1708804" y="372359"/>
                </a:lnTo>
                <a:lnTo>
                  <a:pt x="1709085" y="372323"/>
                </a:lnTo>
                <a:lnTo>
                  <a:pt x="1709365" y="372283"/>
                </a:lnTo>
                <a:lnTo>
                  <a:pt x="1709644" y="372240"/>
                </a:lnTo>
                <a:lnTo>
                  <a:pt x="1709922" y="372195"/>
                </a:lnTo>
                <a:lnTo>
                  <a:pt x="1710198" y="372146"/>
                </a:lnTo>
                <a:lnTo>
                  <a:pt x="1710473" y="372095"/>
                </a:lnTo>
                <a:lnTo>
                  <a:pt x="1710748" y="372041"/>
                </a:lnTo>
                <a:lnTo>
                  <a:pt x="1711021" y="371984"/>
                </a:lnTo>
                <a:lnTo>
                  <a:pt x="1711292" y="371923"/>
                </a:lnTo>
                <a:lnTo>
                  <a:pt x="1711563" y="371860"/>
                </a:lnTo>
                <a:lnTo>
                  <a:pt x="1711832" y="371794"/>
                </a:lnTo>
                <a:lnTo>
                  <a:pt x="1712101" y="371725"/>
                </a:lnTo>
                <a:lnTo>
                  <a:pt x="1712367" y="371654"/>
                </a:lnTo>
                <a:lnTo>
                  <a:pt x="1712629" y="371580"/>
                </a:lnTo>
                <a:lnTo>
                  <a:pt x="1712888" y="371503"/>
                </a:lnTo>
                <a:lnTo>
                  <a:pt x="1713143" y="371425"/>
                </a:lnTo>
                <a:lnTo>
                  <a:pt x="1713395" y="371344"/>
                </a:lnTo>
                <a:lnTo>
                  <a:pt x="1713643" y="371260"/>
                </a:lnTo>
                <a:lnTo>
                  <a:pt x="1713888" y="371175"/>
                </a:lnTo>
                <a:lnTo>
                  <a:pt x="1714130" y="371087"/>
                </a:lnTo>
                <a:lnTo>
                  <a:pt x="1714367" y="370996"/>
                </a:lnTo>
                <a:lnTo>
                  <a:pt x="1714602" y="370903"/>
                </a:lnTo>
                <a:lnTo>
                  <a:pt x="1714832" y="370808"/>
                </a:lnTo>
                <a:lnTo>
                  <a:pt x="1715059" y="370711"/>
                </a:lnTo>
                <a:lnTo>
                  <a:pt x="1715283" y="370611"/>
                </a:lnTo>
                <a:lnTo>
                  <a:pt x="1715503" y="370509"/>
                </a:lnTo>
                <a:lnTo>
                  <a:pt x="1715720" y="370404"/>
                </a:lnTo>
                <a:lnTo>
                  <a:pt x="1715933" y="370298"/>
                </a:lnTo>
                <a:lnTo>
                  <a:pt x="1716143" y="370188"/>
                </a:lnTo>
                <a:lnTo>
                  <a:pt x="1716349" y="370077"/>
                </a:lnTo>
                <a:lnTo>
                  <a:pt x="1716551" y="369963"/>
                </a:lnTo>
                <a:lnTo>
                  <a:pt x="1716750" y="369847"/>
                </a:lnTo>
                <a:lnTo>
                  <a:pt x="1716946" y="369728"/>
                </a:lnTo>
                <a:lnTo>
                  <a:pt x="1717138" y="369607"/>
                </a:lnTo>
                <a:lnTo>
                  <a:pt x="1717326" y="369484"/>
                </a:lnTo>
                <a:lnTo>
                  <a:pt x="1717511" y="369358"/>
                </a:lnTo>
                <a:lnTo>
                  <a:pt x="1717511" y="358369"/>
                </a:lnTo>
                <a:lnTo>
                  <a:pt x="1717270" y="358534"/>
                </a:lnTo>
                <a:lnTo>
                  <a:pt x="1717025" y="358693"/>
                </a:lnTo>
                <a:lnTo>
                  <a:pt x="1716777" y="358844"/>
                </a:lnTo>
                <a:lnTo>
                  <a:pt x="1716525" y="358989"/>
                </a:lnTo>
                <a:lnTo>
                  <a:pt x="1716269" y="359126"/>
                </a:lnTo>
                <a:lnTo>
                  <a:pt x="1716010" y="359256"/>
                </a:lnTo>
                <a:lnTo>
                  <a:pt x="1715748" y="359380"/>
                </a:lnTo>
                <a:lnTo>
                  <a:pt x="1715482" y="359496"/>
                </a:lnTo>
                <a:lnTo>
                  <a:pt x="1715213" y="359605"/>
                </a:lnTo>
                <a:lnTo>
                  <a:pt x="1714940" y="359707"/>
                </a:lnTo>
                <a:lnTo>
                  <a:pt x="1714663" y="359802"/>
                </a:lnTo>
                <a:lnTo>
                  <a:pt x="1714383" y="359890"/>
                </a:lnTo>
                <a:lnTo>
                  <a:pt x="1714100" y="359971"/>
                </a:lnTo>
                <a:lnTo>
                  <a:pt x="1713813" y="360045"/>
                </a:lnTo>
                <a:lnTo>
                  <a:pt x="1713522" y="360112"/>
                </a:lnTo>
                <a:lnTo>
                  <a:pt x="1713228" y="360172"/>
                </a:lnTo>
                <a:lnTo>
                  <a:pt x="1712930" y="360225"/>
                </a:lnTo>
                <a:lnTo>
                  <a:pt x="1712629" y="360271"/>
                </a:lnTo>
                <a:lnTo>
                  <a:pt x="1712324" y="360310"/>
                </a:lnTo>
                <a:lnTo>
                  <a:pt x="1712016" y="360341"/>
                </a:lnTo>
                <a:lnTo>
                  <a:pt x="1711705" y="360366"/>
                </a:lnTo>
                <a:lnTo>
                  <a:pt x="1711389" y="360383"/>
                </a:lnTo>
                <a:lnTo>
                  <a:pt x="1711071" y="360394"/>
                </a:lnTo>
                <a:lnTo>
                  <a:pt x="1710748" y="360398"/>
                </a:lnTo>
                <a:lnTo>
                  <a:pt x="1710567" y="360396"/>
                </a:lnTo>
                <a:lnTo>
                  <a:pt x="1710388" y="360389"/>
                </a:lnTo>
                <a:lnTo>
                  <a:pt x="1710212" y="360379"/>
                </a:lnTo>
                <a:lnTo>
                  <a:pt x="1710039" y="360365"/>
                </a:lnTo>
                <a:lnTo>
                  <a:pt x="1709869" y="360346"/>
                </a:lnTo>
                <a:lnTo>
                  <a:pt x="1709702" y="360324"/>
                </a:lnTo>
                <a:lnTo>
                  <a:pt x="1709538" y="360297"/>
                </a:lnTo>
                <a:lnTo>
                  <a:pt x="1709377" y="360266"/>
                </a:lnTo>
                <a:lnTo>
                  <a:pt x="1709219" y="360231"/>
                </a:lnTo>
                <a:lnTo>
                  <a:pt x="1709063" y="360192"/>
                </a:lnTo>
                <a:lnTo>
                  <a:pt x="1708911" y="360149"/>
                </a:lnTo>
                <a:lnTo>
                  <a:pt x="1708762" y="360102"/>
                </a:lnTo>
                <a:lnTo>
                  <a:pt x="1708615" y="360050"/>
                </a:lnTo>
                <a:lnTo>
                  <a:pt x="1708472" y="359995"/>
                </a:lnTo>
                <a:lnTo>
                  <a:pt x="1708331" y="359935"/>
                </a:lnTo>
                <a:lnTo>
                  <a:pt x="1708193" y="359872"/>
                </a:lnTo>
                <a:lnTo>
                  <a:pt x="1708059" y="359804"/>
                </a:lnTo>
                <a:lnTo>
                  <a:pt x="1707927" y="359732"/>
                </a:lnTo>
                <a:lnTo>
                  <a:pt x="1707798" y="359656"/>
                </a:lnTo>
                <a:lnTo>
                  <a:pt x="1707672" y="359576"/>
                </a:lnTo>
                <a:lnTo>
                  <a:pt x="1707549" y="359491"/>
                </a:lnTo>
                <a:lnTo>
                  <a:pt x="1707429" y="359403"/>
                </a:lnTo>
                <a:lnTo>
                  <a:pt x="1707312" y="359311"/>
                </a:lnTo>
                <a:lnTo>
                  <a:pt x="1707198" y="359214"/>
                </a:lnTo>
                <a:lnTo>
                  <a:pt x="1707087" y="359113"/>
                </a:lnTo>
                <a:lnTo>
                  <a:pt x="1706982" y="359006"/>
                </a:lnTo>
                <a:lnTo>
                  <a:pt x="1706881" y="358895"/>
                </a:lnTo>
                <a:lnTo>
                  <a:pt x="1706785" y="358777"/>
                </a:lnTo>
                <a:lnTo>
                  <a:pt x="1706693" y="358655"/>
                </a:lnTo>
                <a:lnTo>
                  <a:pt x="1706606" y="358527"/>
                </a:lnTo>
                <a:lnTo>
                  <a:pt x="1706524" y="358394"/>
                </a:lnTo>
                <a:lnTo>
                  <a:pt x="1706446" y="358256"/>
                </a:lnTo>
                <a:lnTo>
                  <a:pt x="1706374" y="358113"/>
                </a:lnTo>
                <a:lnTo>
                  <a:pt x="1706305" y="357964"/>
                </a:lnTo>
                <a:lnTo>
                  <a:pt x="1706242" y="357810"/>
                </a:lnTo>
                <a:lnTo>
                  <a:pt x="1706183" y="357650"/>
                </a:lnTo>
                <a:lnTo>
                  <a:pt x="1706129" y="357486"/>
                </a:lnTo>
                <a:lnTo>
                  <a:pt x="1706080" y="357316"/>
                </a:lnTo>
                <a:lnTo>
                  <a:pt x="1706035" y="357140"/>
                </a:lnTo>
                <a:lnTo>
                  <a:pt x="1705995" y="356960"/>
                </a:lnTo>
                <a:lnTo>
                  <a:pt x="1705960" y="356774"/>
                </a:lnTo>
                <a:lnTo>
                  <a:pt x="1705930" y="356583"/>
                </a:lnTo>
                <a:lnTo>
                  <a:pt x="1705904" y="356387"/>
                </a:lnTo>
                <a:lnTo>
                  <a:pt x="1705883" y="356185"/>
                </a:lnTo>
                <a:lnTo>
                  <a:pt x="1705866" y="355978"/>
                </a:lnTo>
                <a:lnTo>
                  <a:pt x="1705855" y="355766"/>
                </a:lnTo>
                <a:lnTo>
                  <a:pt x="1705847" y="355549"/>
                </a:lnTo>
                <a:lnTo>
                  <a:pt x="1705845" y="355326"/>
                </a:lnTo>
                <a:lnTo>
                  <a:pt x="1705845" y="309509"/>
                </a:lnTo>
                <a:lnTo>
                  <a:pt x="1705830" y="308393"/>
                </a:lnTo>
                <a:lnTo>
                  <a:pt x="1705784" y="307302"/>
                </a:lnTo>
                <a:lnTo>
                  <a:pt x="1705708" y="306235"/>
                </a:lnTo>
                <a:lnTo>
                  <a:pt x="1705601" y="305193"/>
                </a:lnTo>
                <a:lnTo>
                  <a:pt x="1705464" y="304174"/>
                </a:lnTo>
                <a:lnTo>
                  <a:pt x="1705296" y="303179"/>
                </a:lnTo>
                <a:lnTo>
                  <a:pt x="1705097" y="302208"/>
                </a:lnTo>
                <a:lnTo>
                  <a:pt x="1704868" y="301262"/>
                </a:lnTo>
                <a:lnTo>
                  <a:pt x="1704609" y="300339"/>
                </a:lnTo>
                <a:lnTo>
                  <a:pt x="1704319" y="299441"/>
                </a:lnTo>
                <a:lnTo>
                  <a:pt x="1703998" y="298566"/>
                </a:lnTo>
                <a:lnTo>
                  <a:pt x="1703647" y="297716"/>
                </a:lnTo>
                <a:lnTo>
                  <a:pt x="1703266" y="296890"/>
                </a:lnTo>
                <a:lnTo>
                  <a:pt x="1702854" y="296088"/>
                </a:lnTo>
                <a:lnTo>
                  <a:pt x="1702411" y="295310"/>
                </a:lnTo>
                <a:lnTo>
                  <a:pt x="1701938" y="294555"/>
                </a:lnTo>
                <a:lnTo>
                  <a:pt x="1701434" y="293826"/>
                </a:lnTo>
                <a:lnTo>
                  <a:pt x="1700900" y="293120"/>
                </a:lnTo>
                <a:lnTo>
                  <a:pt x="1700335" y="292438"/>
                </a:lnTo>
                <a:lnTo>
                  <a:pt x="1699740" y="291780"/>
                </a:lnTo>
                <a:lnTo>
                  <a:pt x="1699114" y="291146"/>
                </a:lnTo>
                <a:lnTo>
                  <a:pt x="1698458" y="290537"/>
                </a:lnTo>
                <a:lnTo>
                  <a:pt x="1697771" y="289951"/>
                </a:lnTo>
                <a:lnTo>
                  <a:pt x="1697054" y="289390"/>
                </a:lnTo>
                <a:lnTo>
                  <a:pt x="1696321" y="288852"/>
                </a:lnTo>
                <a:lnTo>
                  <a:pt x="1695558" y="288336"/>
                </a:lnTo>
                <a:lnTo>
                  <a:pt x="1694766" y="287844"/>
                </a:lnTo>
                <a:lnTo>
                  <a:pt x="1693945" y="287375"/>
                </a:lnTo>
                <a:lnTo>
                  <a:pt x="1693094" y="286928"/>
                </a:lnTo>
                <a:lnTo>
                  <a:pt x="1692214" y="286505"/>
                </a:lnTo>
                <a:lnTo>
                  <a:pt x="1691305" y="286104"/>
                </a:lnTo>
                <a:lnTo>
                  <a:pt x="1690366" y="285726"/>
                </a:lnTo>
                <a:lnTo>
                  <a:pt x="1689398" y="285371"/>
                </a:lnTo>
                <a:lnTo>
                  <a:pt x="1688401" y="285040"/>
                </a:lnTo>
                <a:lnTo>
                  <a:pt x="1687374" y="284730"/>
                </a:lnTo>
                <a:lnTo>
                  <a:pt x="1686318" y="284444"/>
                </a:lnTo>
                <a:lnTo>
                  <a:pt x="1685233" y="284181"/>
                </a:lnTo>
                <a:lnTo>
                  <a:pt x="1684118" y="283941"/>
                </a:lnTo>
                <a:lnTo>
                  <a:pt x="1682974" y="283723"/>
                </a:lnTo>
                <a:lnTo>
                  <a:pt x="1681800" y="283529"/>
                </a:lnTo>
                <a:lnTo>
                  <a:pt x="1680597" y="283357"/>
                </a:lnTo>
                <a:lnTo>
                  <a:pt x="1679365" y="283208"/>
                </a:lnTo>
                <a:lnTo>
                  <a:pt x="1678104" y="283082"/>
                </a:lnTo>
                <a:lnTo>
                  <a:pt x="1676813" y="282979"/>
                </a:lnTo>
                <a:lnTo>
                  <a:pt x="1675492" y="282899"/>
                </a:lnTo>
                <a:lnTo>
                  <a:pt x="1674143" y="282842"/>
                </a:lnTo>
                <a:lnTo>
                  <a:pt x="1672764" y="282807"/>
                </a:lnTo>
                <a:lnTo>
                  <a:pt x="1671356" y="282796"/>
                </a:lnTo>
                <a:lnTo>
                  <a:pt x="1670028" y="282807"/>
                </a:lnTo>
                <a:lnTo>
                  <a:pt x="1668723" y="282842"/>
                </a:lnTo>
                <a:lnTo>
                  <a:pt x="1667441" y="282899"/>
                </a:lnTo>
                <a:lnTo>
                  <a:pt x="1666180" y="282979"/>
                </a:lnTo>
                <a:lnTo>
                  <a:pt x="1664942" y="283082"/>
                </a:lnTo>
                <a:lnTo>
                  <a:pt x="1663726" y="283208"/>
                </a:lnTo>
                <a:lnTo>
                  <a:pt x="1662533" y="283357"/>
                </a:lnTo>
                <a:lnTo>
                  <a:pt x="1661362" y="283529"/>
                </a:lnTo>
                <a:lnTo>
                  <a:pt x="1660213" y="283723"/>
                </a:lnTo>
                <a:lnTo>
                  <a:pt x="1659086" y="283941"/>
                </a:lnTo>
                <a:lnTo>
                  <a:pt x="1657982" y="284181"/>
                </a:lnTo>
                <a:lnTo>
                  <a:pt x="1656900" y="284444"/>
                </a:lnTo>
                <a:lnTo>
                  <a:pt x="1655841" y="284730"/>
                </a:lnTo>
                <a:lnTo>
                  <a:pt x="1654803" y="285040"/>
                </a:lnTo>
                <a:lnTo>
                  <a:pt x="1653788" y="285371"/>
                </a:lnTo>
                <a:lnTo>
                  <a:pt x="1652796" y="285726"/>
                </a:lnTo>
                <a:lnTo>
                  <a:pt x="1651825" y="286104"/>
                </a:lnTo>
                <a:lnTo>
                  <a:pt x="1650877" y="286505"/>
                </a:lnTo>
                <a:lnTo>
                  <a:pt x="1649952" y="286928"/>
                </a:lnTo>
                <a:lnTo>
                  <a:pt x="1649048" y="287375"/>
                </a:lnTo>
                <a:lnTo>
                  <a:pt x="1648167" y="287844"/>
                </a:lnTo>
                <a:lnTo>
                  <a:pt x="1647308" y="288336"/>
                </a:lnTo>
                <a:lnTo>
                  <a:pt x="1646472" y="288852"/>
                </a:lnTo>
                <a:lnTo>
                  <a:pt x="1645657" y="289390"/>
                </a:lnTo>
                <a:lnTo>
                  <a:pt x="1644885" y="289947"/>
                </a:lnTo>
                <a:lnTo>
                  <a:pt x="1644145" y="290520"/>
                </a:lnTo>
                <a:lnTo>
                  <a:pt x="1643438" y="291109"/>
                </a:lnTo>
                <a:lnTo>
                  <a:pt x="1642764" y="291714"/>
                </a:lnTo>
                <a:lnTo>
                  <a:pt x="1642123" y="292335"/>
                </a:lnTo>
                <a:lnTo>
                  <a:pt x="1641515" y="292972"/>
                </a:lnTo>
                <a:lnTo>
                  <a:pt x="1640940" y="293624"/>
                </a:lnTo>
                <a:lnTo>
                  <a:pt x="1640397" y="294293"/>
                </a:lnTo>
                <a:lnTo>
                  <a:pt x="1639888" y="294977"/>
                </a:lnTo>
                <a:lnTo>
                  <a:pt x="1639411" y="295677"/>
                </a:lnTo>
                <a:lnTo>
                  <a:pt x="1638967" y="296393"/>
                </a:lnTo>
                <a:lnTo>
                  <a:pt x="1638556" y="297124"/>
                </a:lnTo>
                <a:lnTo>
                  <a:pt x="1638178" y="297872"/>
                </a:lnTo>
                <a:lnTo>
                  <a:pt x="1637833" y="298635"/>
                </a:lnTo>
                <a:lnTo>
                  <a:pt x="1637521" y="299415"/>
                </a:lnTo>
                <a:lnTo>
                  <a:pt x="1637241" y="300210"/>
                </a:lnTo>
                <a:lnTo>
                  <a:pt x="1636995" y="301021"/>
                </a:lnTo>
                <a:lnTo>
                  <a:pt x="1636781" y="301848"/>
                </a:lnTo>
                <a:lnTo>
                  <a:pt x="1636600" y="302690"/>
                </a:lnTo>
                <a:lnTo>
                  <a:pt x="1636452" y="303549"/>
                </a:lnTo>
                <a:lnTo>
                  <a:pt x="1636337" y="304423"/>
                </a:lnTo>
                <a:lnTo>
                  <a:pt x="1636255" y="305314"/>
                </a:lnTo>
                <a:lnTo>
                  <a:pt x="1636206" y="306220"/>
                </a:lnTo>
                <a:lnTo>
                  <a:pt x="1636189" y="307142"/>
                </a:lnTo>
                <a:lnTo>
                  <a:pt x="1636189" y="307169"/>
                </a:lnTo>
                <a:lnTo>
                  <a:pt x="1636188" y="307193"/>
                </a:lnTo>
                <a:lnTo>
                  <a:pt x="1636187" y="307216"/>
                </a:lnTo>
                <a:lnTo>
                  <a:pt x="1636185" y="307235"/>
                </a:lnTo>
                <a:lnTo>
                  <a:pt x="1636182" y="307253"/>
                </a:lnTo>
                <a:lnTo>
                  <a:pt x="1636179" y="307268"/>
                </a:lnTo>
                <a:lnTo>
                  <a:pt x="1636175" y="307281"/>
                </a:lnTo>
                <a:lnTo>
                  <a:pt x="1636171" y="307292"/>
                </a:lnTo>
                <a:lnTo>
                  <a:pt x="1636166" y="307300"/>
                </a:lnTo>
                <a:lnTo>
                  <a:pt x="1636160" y="307306"/>
                </a:lnTo>
                <a:lnTo>
                  <a:pt x="1636154" y="307309"/>
                </a:lnTo>
                <a:lnTo>
                  <a:pt x="1636147" y="307311"/>
                </a:lnTo>
                <a:lnTo>
                  <a:pt x="1636140" y="307309"/>
                </a:lnTo>
                <a:lnTo>
                  <a:pt x="1636132" y="307306"/>
                </a:lnTo>
                <a:lnTo>
                  <a:pt x="1636123" y="307300"/>
                </a:lnTo>
                <a:lnTo>
                  <a:pt x="1636114" y="307292"/>
                </a:lnTo>
                <a:lnTo>
                  <a:pt x="1636105" y="307281"/>
                </a:lnTo>
                <a:lnTo>
                  <a:pt x="1636094" y="307268"/>
                </a:lnTo>
                <a:lnTo>
                  <a:pt x="1636084" y="307253"/>
                </a:lnTo>
                <a:lnTo>
                  <a:pt x="1636072" y="307235"/>
                </a:lnTo>
                <a:lnTo>
                  <a:pt x="1636060" y="307216"/>
                </a:lnTo>
                <a:lnTo>
                  <a:pt x="1636047" y="307193"/>
                </a:lnTo>
                <a:lnTo>
                  <a:pt x="1636034" y="307169"/>
                </a:lnTo>
                <a:lnTo>
                  <a:pt x="1636020" y="307142"/>
                </a:lnTo>
                <a:lnTo>
                  <a:pt x="1636020" y="307177"/>
                </a:lnTo>
                <a:lnTo>
                  <a:pt x="1636020" y="307242"/>
                </a:lnTo>
                <a:lnTo>
                  <a:pt x="1636020" y="307311"/>
                </a:lnTo>
                <a:lnTo>
                  <a:pt x="1636035" y="307385"/>
                </a:lnTo>
                <a:lnTo>
                  <a:pt x="1636050" y="307465"/>
                </a:lnTo>
                <a:lnTo>
                  <a:pt x="1636065" y="307551"/>
                </a:lnTo>
                <a:lnTo>
                  <a:pt x="1636081" y="307644"/>
                </a:lnTo>
                <a:lnTo>
                  <a:pt x="1636098" y="307744"/>
                </a:lnTo>
                <a:close/>
                <a:moveTo>
                  <a:pt x="1661230" y="360191"/>
                </a:moveTo>
                <a:lnTo>
                  <a:pt x="1660665" y="360091"/>
                </a:lnTo>
                <a:lnTo>
                  <a:pt x="1660114" y="359980"/>
                </a:lnTo>
                <a:lnTo>
                  <a:pt x="1659577" y="359856"/>
                </a:lnTo>
                <a:lnTo>
                  <a:pt x="1659056" y="359721"/>
                </a:lnTo>
                <a:lnTo>
                  <a:pt x="1658549" y="359575"/>
                </a:lnTo>
                <a:lnTo>
                  <a:pt x="1658057" y="359416"/>
                </a:lnTo>
                <a:lnTo>
                  <a:pt x="1657579" y="359246"/>
                </a:lnTo>
                <a:lnTo>
                  <a:pt x="1657116" y="359064"/>
                </a:lnTo>
                <a:lnTo>
                  <a:pt x="1656668" y="358870"/>
                </a:lnTo>
                <a:lnTo>
                  <a:pt x="1656235" y="358665"/>
                </a:lnTo>
                <a:lnTo>
                  <a:pt x="1655816" y="358448"/>
                </a:lnTo>
                <a:lnTo>
                  <a:pt x="1655412" y="358219"/>
                </a:lnTo>
                <a:lnTo>
                  <a:pt x="1655022" y="357978"/>
                </a:lnTo>
                <a:lnTo>
                  <a:pt x="1654647" y="357726"/>
                </a:lnTo>
                <a:lnTo>
                  <a:pt x="1654287" y="357461"/>
                </a:lnTo>
                <a:lnTo>
                  <a:pt x="1653942" y="357185"/>
                </a:lnTo>
                <a:lnTo>
                  <a:pt x="1653624" y="356898"/>
                </a:lnTo>
                <a:lnTo>
                  <a:pt x="1653321" y="356598"/>
                </a:lnTo>
                <a:lnTo>
                  <a:pt x="1653030" y="356287"/>
                </a:lnTo>
                <a:lnTo>
                  <a:pt x="1652754" y="355964"/>
                </a:lnTo>
                <a:lnTo>
                  <a:pt x="1652490" y="355630"/>
                </a:lnTo>
                <a:lnTo>
                  <a:pt x="1652240" y="355283"/>
                </a:lnTo>
                <a:lnTo>
                  <a:pt x="1652004" y="354925"/>
                </a:lnTo>
                <a:lnTo>
                  <a:pt x="1651781" y="354556"/>
                </a:lnTo>
                <a:lnTo>
                  <a:pt x="1651572" y="354174"/>
                </a:lnTo>
                <a:lnTo>
                  <a:pt x="1651376" y="353781"/>
                </a:lnTo>
                <a:lnTo>
                  <a:pt x="1651194" y="353376"/>
                </a:lnTo>
                <a:lnTo>
                  <a:pt x="1651025" y="352959"/>
                </a:lnTo>
                <a:lnTo>
                  <a:pt x="1650870" y="352530"/>
                </a:lnTo>
                <a:lnTo>
                  <a:pt x="1650728" y="352090"/>
                </a:lnTo>
                <a:lnTo>
                  <a:pt x="1650600" y="351638"/>
                </a:lnTo>
                <a:lnTo>
                  <a:pt x="1650485" y="351174"/>
                </a:lnTo>
                <a:lnTo>
                  <a:pt x="1650384" y="350699"/>
                </a:lnTo>
                <a:lnTo>
                  <a:pt x="1650296" y="350211"/>
                </a:lnTo>
                <a:lnTo>
                  <a:pt x="1650222" y="349712"/>
                </a:lnTo>
                <a:lnTo>
                  <a:pt x="1650161" y="349202"/>
                </a:lnTo>
                <a:lnTo>
                  <a:pt x="1650114" y="348679"/>
                </a:lnTo>
                <a:lnTo>
                  <a:pt x="1650080" y="348145"/>
                </a:lnTo>
                <a:lnTo>
                  <a:pt x="1650060" y="347599"/>
                </a:lnTo>
                <a:lnTo>
                  <a:pt x="1650053" y="347041"/>
                </a:lnTo>
                <a:lnTo>
                  <a:pt x="1650059" y="346497"/>
                </a:lnTo>
                <a:lnTo>
                  <a:pt x="1650078" y="345963"/>
                </a:lnTo>
                <a:lnTo>
                  <a:pt x="1650109" y="345440"/>
                </a:lnTo>
                <a:lnTo>
                  <a:pt x="1650152" y="344928"/>
                </a:lnTo>
                <a:lnTo>
                  <a:pt x="1650207" y="344426"/>
                </a:lnTo>
                <a:lnTo>
                  <a:pt x="1650275" y="343935"/>
                </a:lnTo>
                <a:lnTo>
                  <a:pt x="1650355" y="343454"/>
                </a:lnTo>
                <a:lnTo>
                  <a:pt x="1650448" y="342984"/>
                </a:lnTo>
                <a:lnTo>
                  <a:pt x="1650552" y="342524"/>
                </a:lnTo>
                <a:lnTo>
                  <a:pt x="1650670" y="342075"/>
                </a:lnTo>
                <a:lnTo>
                  <a:pt x="1650799" y="341636"/>
                </a:lnTo>
                <a:lnTo>
                  <a:pt x="1650941" y="341208"/>
                </a:lnTo>
                <a:lnTo>
                  <a:pt x="1651095" y="340791"/>
                </a:lnTo>
                <a:lnTo>
                  <a:pt x="1651261" y="340384"/>
                </a:lnTo>
                <a:lnTo>
                  <a:pt x="1651440" y="339988"/>
                </a:lnTo>
                <a:lnTo>
                  <a:pt x="1651631" y="339602"/>
                </a:lnTo>
                <a:lnTo>
                  <a:pt x="1651834" y="339227"/>
                </a:lnTo>
                <a:lnTo>
                  <a:pt x="1652050" y="338863"/>
                </a:lnTo>
                <a:lnTo>
                  <a:pt x="1652278" y="338509"/>
                </a:lnTo>
                <a:lnTo>
                  <a:pt x="1652519" y="338165"/>
                </a:lnTo>
                <a:lnTo>
                  <a:pt x="1652771" y="337833"/>
                </a:lnTo>
                <a:lnTo>
                  <a:pt x="1653036" y="337510"/>
                </a:lnTo>
                <a:lnTo>
                  <a:pt x="1653314" y="337199"/>
                </a:lnTo>
                <a:lnTo>
                  <a:pt x="1653603" y="336897"/>
                </a:lnTo>
                <a:lnTo>
                  <a:pt x="1653922" y="336591"/>
                </a:lnTo>
                <a:lnTo>
                  <a:pt x="1654256" y="336293"/>
                </a:lnTo>
                <a:lnTo>
                  <a:pt x="1654607" y="336002"/>
                </a:lnTo>
                <a:lnTo>
                  <a:pt x="1654975" y="335719"/>
                </a:lnTo>
                <a:lnTo>
                  <a:pt x="1655359" y="335443"/>
                </a:lnTo>
                <a:lnTo>
                  <a:pt x="1655759" y="335175"/>
                </a:lnTo>
                <a:lnTo>
                  <a:pt x="1656176" y="334915"/>
                </a:lnTo>
                <a:lnTo>
                  <a:pt x="1656609" y="334662"/>
                </a:lnTo>
                <a:lnTo>
                  <a:pt x="1657059" y="334417"/>
                </a:lnTo>
                <a:lnTo>
                  <a:pt x="1657525" y="334179"/>
                </a:lnTo>
                <a:lnTo>
                  <a:pt x="1658007" y="333950"/>
                </a:lnTo>
                <a:lnTo>
                  <a:pt x="1658506" y="333727"/>
                </a:lnTo>
                <a:lnTo>
                  <a:pt x="1659022" y="333513"/>
                </a:lnTo>
                <a:lnTo>
                  <a:pt x="1659554" y="333306"/>
                </a:lnTo>
                <a:lnTo>
                  <a:pt x="1660102" y="333107"/>
                </a:lnTo>
                <a:lnTo>
                  <a:pt x="1660667" y="332915"/>
                </a:lnTo>
                <a:lnTo>
                  <a:pt x="1661248" y="332731"/>
                </a:lnTo>
                <a:lnTo>
                  <a:pt x="1661845" y="332554"/>
                </a:lnTo>
                <a:lnTo>
                  <a:pt x="1662460" y="332386"/>
                </a:lnTo>
                <a:lnTo>
                  <a:pt x="1663090" y="332225"/>
                </a:lnTo>
                <a:lnTo>
                  <a:pt x="1663737" y="332071"/>
                </a:lnTo>
                <a:lnTo>
                  <a:pt x="1664400" y="331925"/>
                </a:lnTo>
                <a:lnTo>
                  <a:pt x="1665080" y="331787"/>
                </a:lnTo>
                <a:lnTo>
                  <a:pt x="1665776" y="331656"/>
                </a:lnTo>
                <a:lnTo>
                  <a:pt x="1666505" y="331518"/>
                </a:lnTo>
                <a:lnTo>
                  <a:pt x="1667255" y="331386"/>
                </a:lnTo>
                <a:lnTo>
                  <a:pt x="1668024" y="331260"/>
                </a:lnTo>
                <a:lnTo>
                  <a:pt x="1668815" y="331140"/>
                </a:lnTo>
                <a:lnTo>
                  <a:pt x="1669626" y="331025"/>
                </a:lnTo>
                <a:lnTo>
                  <a:pt x="1670457" y="330917"/>
                </a:lnTo>
                <a:lnTo>
                  <a:pt x="1671310" y="330814"/>
                </a:lnTo>
                <a:lnTo>
                  <a:pt x="1672182" y="330717"/>
                </a:lnTo>
                <a:lnTo>
                  <a:pt x="1673075" y="330626"/>
                </a:lnTo>
                <a:lnTo>
                  <a:pt x="1673989" y="330541"/>
                </a:lnTo>
                <a:lnTo>
                  <a:pt x="1674923" y="330462"/>
                </a:lnTo>
                <a:lnTo>
                  <a:pt x="1675878" y="330388"/>
                </a:lnTo>
                <a:lnTo>
                  <a:pt x="1676853" y="330321"/>
                </a:lnTo>
                <a:lnTo>
                  <a:pt x="1677849" y="330259"/>
                </a:lnTo>
                <a:lnTo>
                  <a:pt x="1678866" y="330203"/>
                </a:lnTo>
                <a:lnTo>
                  <a:pt x="1679903" y="330154"/>
                </a:lnTo>
                <a:lnTo>
                  <a:pt x="1680960" y="330109"/>
                </a:lnTo>
                <a:lnTo>
                  <a:pt x="1682038" y="330071"/>
                </a:lnTo>
                <a:lnTo>
                  <a:pt x="1683137" y="330039"/>
                </a:lnTo>
                <a:lnTo>
                  <a:pt x="1684256" y="330013"/>
                </a:lnTo>
                <a:lnTo>
                  <a:pt x="1685396" y="329992"/>
                </a:lnTo>
                <a:lnTo>
                  <a:pt x="1686556" y="329977"/>
                </a:lnTo>
                <a:lnTo>
                  <a:pt x="1687737" y="329969"/>
                </a:lnTo>
                <a:lnTo>
                  <a:pt x="1688939" y="329966"/>
                </a:lnTo>
                <a:lnTo>
                  <a:pt x="1688939" y="335207"/>
                </a:lnTo>
                <a:lnTo>
                  <a:pt x="1688934" y="335796"/>
                </a:lnTo>
                <a:lnTo>
                  <a:pt x="1688921" y="336381"/>
                </a:lnTo>
                <a:lnTo>
                  <a:pt x="1688899" y="336961"/>
                </a:lnTo>
                <a:lnTo>
                  <a:pt x="1688868" y="337536"/>
                </a:lnTo>
                <a:lnTo>
                  <a:pt x="1688828" y="338107"/>
                </a:lnTo>
                <a:lnTo>
                  <a:pt x="1688780" y="338673"/>
                </a:lnTo>
                <a:lnTo>
                  <a:pt x="1688723" y="339234"/>
                </a:lnTo>
                <a:lnTo>
                  <a:pt x="1688657" y="339790"/>
                </a:lnTo>
                <a:lnTo>
                  <a:pt x="1688582" y="340342"/>
                </a:lnTo>
                <a:lnTo>
                  <a:pt x="1688498" y="340889"/>
                </a:lnTo>
                <a:lnTo>
                  <a:pt x="1688406" y="341432"/>
                </a:lnTo>
                <a:lnTo>
                  <a:pt x="1688305" y="341969"/>
                </a:lnTo>
                <a:lnTo>
                  <a:pt x="1688194" y="342502"/>
                </a:lnTo>
                <a:lnTo>
                  <a:pt x="1688076" y="343031"/>
                </a:lnTo>
                <a:lnTo>
                  <a:pt x="1687948" y="343554"/>
                </a:lnTo>
                <a:lnTo>
                  <a:pt x="1687811" y="344073"/>
                </a:lnTo>
                <a:lnTo>
                  <a:pt x="1687666" y="344588"/>
                </a:lnTo>
                <a:lnTo>
                  <a:pt x="1687512" y="345097"/>
                </a:lnTo>
                <a:lnTo>
                  <a:pt x="1687349" y="345602"/>
                </a:lnTo>
                <a:lnTo>
                  <a:pt x="1687177" y="346102"/>
                </a:lnTo>
                <a:lnTo>
                  <a:pt x="1686997" y="346598"/>
                </a:lnTo>
                <a:lnTo>
                  <a:pt x="1686808" y="347088"/>
                </a:lnTo>
                <a:lnTo>
                  <a:pt x="1686609" y="347574"/>
                </a:lnTo>
                <a:lnTo>
                  <a:pt x="1686402" y="348056"/>
                </a:lnTo>
                <a:lnTo>
                  <a:pt x="1686200" y="348531"/>
                </a:lnTo>
                <a:lnTo>
                  <a:pt x="1685989" y="348997"/>
                </a:lnTo>
                <a:lnTo>
                  <a:pt x="1685768" y="349456"/>
                </a:lnTo>
                <a:lnTo>
                  <a:pt x="1685538" y="349906"/>
                </a:lnTo>
                <a:lnTo>
                  <a:pt x="1685299" y="350348"/>
                </a:lnTo>
                <a:lnTo>
                  <a:pt x="1685050" y="350782"/>
                </a:lnTo>
                <a:lnTo>
                  <a:pt x="1684792" y="351208"/>
                </a:lnTo>
                <a:lnTo>
                  <a:pt x="1684524" y="351625"/>
                </a:lnTo>
                <a:lnTo>
                  <a:pt x="1684247" y="352034"/>
                </a:lnTo>
                <a:lnTo>
                  <a:pt x="1683960" y="352435"/>
                </a:lnTo>
                <a:lnTo>
                  <a:pt x="1683665" y="352828"/>
                </a:lnTo>
                <a:lnTo>
                  <a:pt x="1683359" y="353212"/>
                </a:lnTo>
                <a:lnTo>
                  <a:pt x="1683045" y="353589"/>
                </a:lnTo>
                <a:lnTo>
                  <a:pt x="1682721" y="353957"/>
                </a:lnTo>
                <a:lnTo>
                  <a:pt x="1682387" y="354317"/>
                </a:lnTo>
                <a:lnTo>
                  <a:pt x="1682044" y="354668"/>
                </a:lnTo>
                <a:lnTo>
                  <a:pt x="1681692" y="355012"/>
                </a:lnTo>
                <a:lnTo>
                  <a:pt x="1681331" y="355347"/>
                </a:lnTo>
                <a:lnTo>
                  <a:pt x="1680960" y="355674"/>
                </a:lnTo>
                <a:lnTo>
                  <a:pt x="1680579" y="355993"/>
                </a:lnTo>
                <a:lnTo>
                  <a:pt x="1680189" y="356303"/>
                </a:lnTo>
                <a:lnTo>
                  <a:pt x="1679790" y="356605"/>
                </a:lnTo>
                <a:lnTo>
                  <a:pt x="1679382" y="356900"/>
                </a:lnTo>
                <a:lnTo>
                  <a:pt x="1678964" y="357185"/>
                </a:lnTo>
                <a:lnTo>
                  <a:pt x="1678550" y="357461"/>
                </a:lnTo>
                <a:lnTo>
                  <a:pt x="1678126" y="357726"/>
                </a:lnTo>
                <a:lnTo>
                  <a:pt x="1677693" y="357978"/>
                </a:lnTo>
                <a:lnTo>
                  <a:pt x="1677249" y="358219"/>
                </a:lnTo>
                <a:lnTo>
                  <a:pt x="1676796" y="358448"/>
                </a:lnTo>
                <a:lnTo>
                  <a:pt x="1676332" y="358665"/>
                </a:lnTo>
                <a:lnTo>
                  <a:pt x="1675859" y="358870"/>
                </a:lnTo>
                <a:lnTo>
                  <a:pt x="1675376" y="359064"/>
                </a:lnTo>
                <a:lnTo>
                  <a:pt x="1674882" y="359246"/>
                </a:lnTo>
                <a:lnTo>
                  <a:pt x="1674379" y="359416"/>
                </a:lnTo>
                <a:lnTo>
                  <a:pt x="1673865" y="359575"/>
                </a:lnTo>
                <a:lnTo>
                  <a:pt x="1673342" y="359721"/>
                </a:lnTo>
                <a:lnTo>
                  <a:pt x="1672809" y="359856"/>
                </a:lnTo>
                <a:lnTo>
                  <a:pt x="1672265" y="359980"/>
                </a:lnTo>
                <a:lnTo>
                  <a:pt x="1671712" y="360091"/>
                </a:lnTo>
                <a:lnTo>
                  <a:pt x="1671149" y="360191"/>
                </a:lnTo>
                <a:lnTo>
                  <a:pt x="1670576" y="360279"/>
                </a:lnTo>
                <a:lnTo>
                  <a:pt x="1669992" y="360355"/>
                </a:lnTo>
                <a:lnTo>
                  <a:pt x="1669399" y="360420"/>
                </a:lnTo>
                <a:lnTo>
                  <a:pt x="1668796" y="360473"/>
                </a:lnTo>
                <a:lnTo>
                  <a:pt x="1668183" y="360514"/>
                </a:lnTo>
                <a:lnTo>
                  <a:pt x="1667560" y="360543"/>
                </a:lnTo>
                <a:lnTo>
                  <a:pt x="1666927" y="360561"/>
                </a:lnTo>
                <a:lnTo>
                  <a:pt x="1666283" y="360567"/>
                </a:lnTo>
                <a:lnTo>
                  <a:pt x="1665600" y="360561"/>
                </a:lnTo>
                <a:lnTo>
                  <a:pt x="1664932" y="360543"/>
                </a:lnTo>
                <a:lnTo>
                  <a:pt x="1664278" y="360514"/>
                </a:lnTo>
                <a:lnTo>
                  <a:pt x="1663639" y="360473"/>
                </a:lnTo>
                <a:lnTo>
                  <a:pt x="1663015" y="360420"/>
                </a:lnTo>
                <a:lnTo>
                  <a:pt x="1662406" y="360355"/>
                </a:lnTo>
                <a:lnTo>
                  <a:pt x="1661811" y="360279"/>
                </a:lnTo>
                <a:lnTo>
                  <a:pt x="1661230" y="360191"/>
                </a:lnTo>
                <a:close/>
                <a:moveTo>
                  <a:pt x="1377469" y="371810"/>
                </a:moveTo>
                <a:lnTo>
                  <a:pt x="1378395" y="371631"/>
                </a:lnTo>
                <a:lnTo>
                  <a:pt x="1379308" y="371434"/>
                </a:lnTo>
                <a:lnTo>
                  <a:pt x="1380209" y="371218"/>
                </a:lnTo>
                <a:lnTo>
                  <a:pt x="1381097" y="370983"/>
                </a:lnTo>
                <a:lnTo>
                  <a:pt x="1381973" y="370730"/>
                </a:lnTo>
                <a:lnTo>
                  <a:pt x="1382837" y="370457"/>
                </a:lnTo>
                <a:lnTo>
                  <a:pt x="1383689" y="370166"/>
                </a:lnTo>
                <a:lnTo>
                  <a:pt x="1384528" y="369856"/>
                </a:lnTo>
                <a:lnTo>
                  <a:pt x="1385355" y="369527"/>
                </a:lnTo>
                <a:lnTo>
                  <a:pt x="1386169" y="369180"/>
                </a:lnTo>
                <a:lnTo>
                  <a:pt x="1386971" y="368814"/>
                </a:lnTo>
                <a:lnTo>
                  <a:pt x="1387761" y="368428"/>
                </a:lnTo>
                <a:lnTo>
                  <a:pt x="1388539" y="368025"/>
                </a:lnTo>
                <a:lnTo>
                  <a:pt x="1389304" y="367602"/>
                </a:lnTo>
                <a:lnTo>
                  <a:pt x="1390057" y="367160"/>
                </a:lnTo>
                <a:lnTo>
                  <a:pt x="1390796" y="366688"/>
                </a:lnTo>
                <a:lnTo>
                  <a:pt x="1391521" y="366201"/>
                </a:lnTo>
                <a:lnTo>
                  <a:pt x="1392231" y="365700"/>
                </a:lnTo>
                <a:lnTo>
                  <a:pt x="1392926" y="365183"/>
                </a:lnTo>
                <a:lnTo>
                  <a:pt x="1393607" y="364652"/>
                </a:lnTo>
                <a:lnTo>
                  <a:pt x="1394273" y="364107"/>
                </a:lnTo>
                <a:lnTo>
                  <a:pt x="1394924" y="363546"/>
                </a:lnTo>
                <a:lnTo>
                  <a:pt x="1395561" y="362971"/>
                </a:lnTo>
                <a:lnTo>
                  <a:pt x="1396183" y="362382"/>
                </a:lnTo>
                <a:lnTo>
                  <a:pt x="1396790" y="361777"/>
                </a:lnTo>
                <a:lnTo>
                  <a:pt x="1397383" y="361158"/>
                </a:lnTo>
                <a:lnTo>
                  <a:pt x="1397961" y="360525"/>
                </a:lnTo>
                <a:lnTo>
                  <a:pt x="1398524" y="359876"/>
                </a:lnTo>
                <a:lnTo>
                  <a:pt x="1399073" y="359213"/>
                </a:lnTo>
                <a:lnTo>
                  <a:pt x="1399606" y="358535"/>
                </a:lnTo>
                <a:lnTo>
                  <a:pt x="1400126" y="357843"/>
                </a:lnTo>
                <a:lnTo>
                  <a:pt x="1400630" y="357136"/>
                </a:lnTo>
                <a:lnTo>
                  <a:pt x="1401120" y="356414"/>
                </a:lnTo>
                <a:lnTo>
                  <a:pt x="1401595" y="355678"/>
                </a:lnTo>
                <a:lnTo>
                  <a:pt x="1402056" y="354927"/>
                </a:lnTo>
                <a:lnTo>
                  <a:pt x="1402502" y="354161"/>
                </a:lnTo>
                <a:lnTo>
                  <a:pt x="1402933" y="353380"/>
                </a:lnTo>
                <a:lnTo>
                  <a:pt x="1403349" y="352585"/>
                </a:lnTo>
                <a:lnTo>
                  <a:pt x="1403751" y="351775"/>
                </a:lnTo>
                <a:lnTo>
                  <a:pt x="1404137" y="350953"/>
                </a:lnTo>
                <a:lnTo>
                  <a:pt x="1404507" y="350120"/>
                </a:lnTo>
                <a:lnTo>
                  <a:pt x="1404861" y="349276"/>
                </a:lnTo>
                <a:lnTo>
                  <a:pt x="1405198" y="348422"/>
                </a:lnTo>
                <a:lnTo>
                  <a:pt x="1405518" y="347557"/>
                </a:lnTo>
                <a:lnTo>
                  <a:pt x="1405822" y="346682"/>
                </a:lnTo>
                <a:lnTo>
                  <a:pt x="1406110" y="345796"/>
                </a:lnTo>
                <a:lnTo>
                  <a:pt x="1406381" y="344900"/>
                </a:lnTo>
                <a:lnTo>
                  <a:pt x="1406636" y="343993"/>
                </a:lnTo>
                <a:lnTo>
                  <a:pt x="1406874" y="343075"/>
                </a:lnTo>
                <a:lnTo>
                  <a:pt x="1407096" y="342147"/>
                </a:lnTo>
                <a:lnTo>
                  <a:pt x="1407302" y="341209"/>
                </a:lnTo>
                <a:lnTo>
                  <a:pt x="1407491" y="340259"/>
                </a:lnTo>
                <a:lnTo>
                  <a:pt x="1407663" y="339300"/>
                </a:lnTo>
                <a:lnTo>
                  <a:pt x="1407819" y="338329"/>
                </a:lnTo>
                <a:lnTo>
                  <a:pt x="1407959" y="337348"/>
                </a:lnTo>
                <a:lnTo>
                  <a:pt x="1408082" y="336357"/>
                </a:lnTo>
                <a:lnTo>
                  <a:pt x="1408189" y="335355"/>
                </a:lnTo>
                <a:lnTo>
                  <a:pt x="1408280" y="334342"/>
                </a:lnTo>
                <a:lnTo>
                  <a:pt x="1408354" y="333319"/>
                </a:lnTo>
                <a:lnTo>
                  <a:pt x="1408411" y="332285"/>
                </a:lnTo>
                <a:lnTo>
                  <a:pt x="1408452" y="331241"/>
                </a:lnTo>
                <a:lnTo>
                  <a:pt x="1408477" y="330186"/>
                </a:lnTo>
                <a:lnTo>
                  <a:pt x="1408485" y="329120"/>
                </a:lnTo>
                <a:lnTo>
                  <a:pt x="1408485" y="326246"/>
                </a:lnTo>
                <a:lnTo>
                  <a:pt x="1408477" y="325194"/>
                </a:lnTo>
                <a:lnTo>
                  <a:pt x="1408452" y="324153"/>
                </a:lnTo>
                <a:lnTo>
                  <a:pt x="1408411" y="323121"/>
                </a:lnTo>
                <a:lnTo>
                  <a:pt x="1408354" y="322099"/>
                </a:lnTo>
                <a:lnTo>
                  <a:pt x="1408280" y="321088"/>
                </a:lnTo>
                <a:lnTo>
                  <a:pt x="1408189" y="320086"/>
                </a:lnTo>
                <a:lnTo>
                  <a:pt x="1408082" y="319094"/>
                </a:lnTo>
                <a:lnTo>
                  <a:pt x="1407959" y="318112"/>
                </a:lnTo>
                <a:lnTo>
                  <a:pt x="1407819" y="317140"/>
                </a:lnTo>
                <a:lnTo>
                  <a:pt x="1407663" y="316178"/>
                </a:lnTo>
                <a:lnTo>
                  <a:pt x="1407491" y="315226"/>
                </a:lnTo>
                <a:lnTo>
                  <a:pt x="1407302" y="314285"/>
                </a:lnTo>
                <a:lnTo>
                  <a:pt x="1407096" y="313353"/>
                </a:lnTo>
                <a:lnTo>
                  <a:pt x="1406874" y="312431"/>
                </a:lnTo>
                <a:lnTo>
                  <a:pt x="1406636" y="311519"/>
                </a:lnTo>
                <a:lnTo>
                  <a:pt x="1406381" y="310617"/>
                </a:lnTo>
                <a:lnTo>
                  <a:pt x="1406110" y="309725"/>
                </a:lnTo>
                <a:lnTo>
                  <a:pt x="1405822" y="308843"/>
                </a:lnTo>
                <a:lnTo>
                  <a:pt x="1405518" y="307971"/>
                </a:lnTo>
                <a:lnTo>
                  <a:pt x="1405198" y="307109"/>
                </a:lnTo>
                <a:lnTo>
                  <a:pt x="1404861" y="306257"/>
                </a:lnTo>
                <a:lnTo>
                  <a:pt x="1404507" y="305414"/>
                </a:lnTo>
                <a:lnTo>
                  <a:pt x="1404137" y="304582"/>
                </a:lnTo>
                <a:lnTo>
                  <a:pt x="1403751" y="303760"/>
                </a:lnTo>
                <a:lnTo>
                  <a:pt x="1403349" y="302950"/>
                </a:lnTo>
                <a:lnTo>
                  <a:pt x="1402933" y="302155"/>
                </a:lnTo>
                <a:lnTo>
                  <a:pt x="1402502" y="301375"/>
                </a:lnTo>
                <a:lnTo>
                  <a:pt x="1402056" y="300609"/>
                </a:lnTo>
                <a:lnTo>
                  <a:pt x="1401595" y="299858"/>
                </a:lnTo>
                <a:lnTo>
                  <a:pt x="1401120" y="299121"/>
                </a:lnTo>
                <a:lnTo>
                  <a:pt x="1400630" y="298400"/>
                </a:lnTo>
                <a:lnTo>
                  <a:pt x="1400126" y="297693"/>
                </a:lnTo>
                <a:lnTo>
                  <a:pt x="1399606" y="297000"/>
                </a:lnTo>
                <a:lnTo>
                  <a:pt x="1399073" y="296322"/>
                </a:lnTo>
                <a:lnTo>
                  <a:pt x="1398524" y="295659"/>
                </a:lnTo>
                <a:lnTo>
                  <a:pt x="1397961" y="295011"/>
                </a:lnTo>
                <a:lnTo>
                  <a:pt x="1397383" y="294377"/>
                </a:lnTo>
                <a:lnTo>
                  <a:pt x="1396790" y="293758"/>
                </a:lnTo>
                <a:lnTo>
                  <a:pt x="1396183" y="293154"/>
                </a:lnTo>
                <a:lnTo>
                  <a:pt x="1395561" y="292564"/>
                </a:lnTo>
                <a:lnTo>
                  <a:pt x="1394924" y="291989"/>
                </a:lnTo>
                <a:lnTo>
                  <a:pt x="1394273" y="291429"/>
                </a:lnTo>
                <a:lnTo>
                  <a:pt x="1393607" y="290883"/>
                </a:lnTo>
                <a:lnTo>
                  <a:pt x="1392926" y="290352"/>
                </a:lnTo>
                <a:lnTo>
                  <a:pt x="1392231" y="289836"/>
                </a:lnTo>
                <a:lnTo>
                  <a:pt x="1391521" y="289334"/>
                </a:lnTo>
                <a:lnTo>
                  <a:pt x="1390796" y="288847"/>
                </a:lnTo>
                <a:lnTo>
                  <a:pt x="1390057" y="288375"/>
                </a:lnTo>
                <a:lnTo>
                  <a:pt x="1389304" y="287920"/>
                </a:lnTo>
                <a:lnTo>
                  <a:pt x="1388538" y="287484"/>
                </a:lnTo>
                <a:lnTo>
                  <a:pt x="1387759" y="287068"/>
                </a:lnTo>
                <a:lnTo>
                  <a:pt x="1386967" y="286670"/>
                </a:lnTo>
                <a:lnTo>
                  <a:pt x="1386162" y="286293"/>
                </a:lnTo>
                <a:lnTo>
                  <a:pt x="1385344" y="285934"/>
                </a:lnTo>
                <a:lnTo>
                  <a:pt x="1384513" y="285595"/>
                </a:lnTo>
                <a:lnTo>
                  <a:pt x="1383670" y="285276"/>
                </a:lnTo>
                <a:lnTo>
                  <a:pt x="1382813" y="284975"/>
                </a:lnTo>
                <a:lnTo>
                  <a:pt x="1381944" y="284694"/>
                </a:lnTo>
                <a:lnTo>
                  <a:pt x="1381062" y="284433"/>
                </a:lnTo>
                <a:lnTo>
                  <a:pt x="1380166" y="284191"/>
                </a:lnTo>
                <a:lnTo>
                  <a:pt x="1379258" y="283968"/>
                </a:lnTo>
                <a:lnTo>
                  <a:pt x="1378337" y="283765"/>
                </a:lnTo>
                <a:lnTo>
                  <a:pt x="1377403" y="283581"/>
                </a:lnTo>
                <a:lnTo>
                  <a:pt x="1376456" y="283416"/>
                </a:lnTo>
                <a:lnTo>
                  <a:pt x="1375497" y="283271"/>
                </a:lnTo>
                <a:lnTo>
                  <a:pt x="1374524" y="283145"/>
                </a:lnTo>
                <a:lnTo>
                  <a:pt x="1373538" y="283038"/>
                </a:lnTo>
                <a:lnTo>
                  <a:pt x="1372540" y="282951"/>
                </a:lnTo>
                <a:lnTo>
                  <a:pt x="1371528" y="282883"/>
                </a:lnTo>
                <a:lnTo>
                  <a:pt x="1370504" y="282835"/>
                </a:lnTo>
                <a:lnTo>
                  <a:pt x="1369467" y="282806"/>
                </a:lnTo>
                <a:lnTo>
                  <a:pt x="1368416" y="282796"/>
                </a:lnTo>
                <a:lnTo>
                  <a:pt x="1367394" y="282806"/>
                </a:lnTo>
                <a:lnTo>
                  <a:pt x="1366383" y="282835"/>
                </a:lnTo>
                <a:lnTo>
                  <a:pt x="1365384" y="282883"/>
                </a:lnTo>
                <a:lnTo>
                  <a:pt x="1364396" y="282951"/>
                </a:lnTo>
                <a:lnTo>
                  <a:pt x="1363421" y="283038"/>
                </a:lnTo>
                <a:lnTo>
                  <a:pt x="1362457" y="283145"/>
                </a:lnTo>
                <a:lnTo>
                  <a:pt x="1361504" y="283271"/>
                </a:lnTo>
                <a:lnTo>
                  <a:pt x="1360564" y="283416"/>
                </a:lnTo>
                <a:lnTo>
                  <a:pt x="1359635" y="283581"/>
                </a:lnTo>
                <a:lnTo>
                  <a:pt x="1358718" y="283765"/>
                </a:lnTo>
                <a:lnTo>
                  <a:pt x="1357813" y="283968"/>
                </a:lnTo>
                <a:lnTo>
                  <a:pt x="1356920" y="284191"/>
                </a:lnTo>
                <a:lnTo>
                  <a:pt x="1356038" y="284433"/>
                </a:lnTo>
                <a:lnTo>
                  <a:pt x="1355168" y="284694"/>
                </a:lnTo>
                <a:lnTo>
                  <a:pt x="1354310" y="284975"/>
                </a:lnTo>
                <a:lnTo>
                  <a:pt x="1353463" y="285276"/>
                </a:lnTo>
                <a:lnTo>
                  <a:pt x="1352628" y="285595"/>
                </a:lnTo>
                <a:lnTo>
                  <a:pt x="1351805" y="285934"/>
                </a:lnTo>
                <a:lnTo>
                  <a:pt x="1350994" y="286293"/>
                </a:lnTo>
                <a:lnTo>
                  <a:pt x="1350195" y="286670"/>
                </a:lnTo>
                <a:lnTo>
                  <a:pt x="1349407" y="287068"/>
                </a:lnTo>
                <a:lnTo>
                  <a:pt x="1348631" y="287484"/>
                </a:lnTo>
                <a:lnTo>
                  <a:pt x="1347866" y="287920"/>
                </a:lnTo>
                <a:lnTo>
                  <a:pt x="1347114" y="288375"/>
                </a:lnTo>
                <a:lnTo>
                  <a:pt x="1346374" y="288834"/>
                </a:lnTo>
                <a:lnTo>
                  <a:pt x="1345650" y="289307"/>
                </a:lnTo>
                <a:lnTo>
                  <a:pt x="1344940" y="289796"/>
                </a:lnTo>
                <a:lnTo>
                  <a:pt x="1344244" y="290301"/>
                </a:lnTo>
                <a:lnTo>
                  <a:pt x="1343564" y="290820"/>
                </a:lnTo>
                <a:lnTo>
                  <a:pt x="1342898" y="291355"/>
                </a:lnTo>
                <a:lnTo>
                  <a:pt x="1342246" y="291905"/>
                </a:lnTo>
                <a:lnTo>
                  <a:pt x="1341610" y="292470"/>
                </a:lnTo>
                <a:lnTo>
                  <a:pt x="1340988" y="293051"/>
                </a:lnTo>
                <a:lnTo>
                  <a:pt x="1340380" y="293647"/>
                </a:lnTo>
                <a:lnTo>
                  <a:pt x="1339788" y="294258"/>
                </a:lnTo>
                <a:lnTo>
                  <a:pt x="1339210" y="294884"/>
                </a:lnTo>
                <a:lnTo>
                  <a:pt x="1338647" y="295526"/>
                </a:lnTo>
                <a:lnTo>
                  <a:pt x="1338098" y="296183"/>
                </a:lnTo>
                <a:lnTo>
                  <a:pt x="1337564" y="296855"/>
                </a:lnTo>
                <a:lnTo>
                  <a:pt x="1337045" y="297542"/>
                </a:lnTo>
                <a:lnTo>
                  <a:pt x="1336540" y="298245"/>
                </a:lnTo>
                <a:lnTo>
                  <a:pt x="1336050" y="298963"/>
                </a:lnTo>
                <a:lnTo>
                  <a:pt x="1335575" y="299696"/>
                </a:lnTo>
                <a:lnTo>
                  <a:pt x="1335115" y="300445"/>
                </a:lnTo>
                <a:lnTo>
                  <a:pt x="1334669" y="301208"/>
                </a:lnTo>
                <a:lnTo>
                  <a:pt x="1334238" y="301987"/>
                </a:lnTo>
                <a:lnTo>
                  <a:pt x="1333821" y="302782"/>
                </a:lnTo>
                <a:lnTo>
                  <a:pt x="1333419" y="303591"/>
                </a:lnTo>
                <a:lnTo>
                  <a:pt x="1333033" y="304413"/>
                </a:lnTo>
                <a:lnTo>
                  <a:pt x="1332663" y="305246"/>
                </a:lnTo>
                <a:lnTo>
                  <a:pt x="1332310" y="306090"/>
                </a:lnTo>
                <a:lnTo>
                  <a:pt x="1331973" y="306944"/>
                </a:lnTo>
                <a:lnTo>
                  <a:pt x="1331652" y="307809"/>
                </a:lnTo>
                <a:lnTo>
                  <a:pt x="1331348" y="308684"/>
                </a:lnTo>
                <a:lnTo>
                  <a:pt x="1331061" y="309570"/>
                </a:lnTo>
                <a:lnTo>
                  <a:pt x="1330790" y="310466"/>
                </a:lnTo>
                <a:lnTo>
                  <a:pt x="1330535" y="311373"/>
                </a:lnTo>
                <a:lnTo>
                  <a:pt x="1330296" y="312291"/>
                </a:lnTo>
                <a:lnTo>
                  <a:pt x="1330074" y="313219"/>
                </a:lnTo>
                <a:lnTo>
                  <a:pt x="1329869" y="314158"/>
                </a:lnTo>
                <a:lnTo>
                  <a:pt x="1329680" y="315107"/>
                </a:lnTo>
                <a:lnTo>
                  <a:pt x="1329507" y="316067"/>
                </a:lnTo>
                <a:lnTo>
                  <a:pt x="1329351" y="317037"/>
                </a:lnTo>
                <a:lnTo>
                  <a:pt x="1329212" y="318018"/>
                </a:lnTo>
                <a:lnTo>
                  <a:pt x="1329088" y="319010"/>
                </a:lnTo>
                <a:lnTo>
                  <a:pt x="1328981" y="320012"/>
                </a:lnTo>
                <a:lnTo>
                  <a:pt x="1328891" y="321024"/>
                </a:lnTo>
                <a:lnTo>
                  <a:pt x="1328817" y="322048"/>
                </a:lnTo>
                <a:lnTo>
                  <a:pt x="1328759" y="323081"/>
                </a:lnTo>
                <a:lnTo>
                  <a:pt x="1328718" y="324126"/>
                </a:lnTo>
                <a:lnTo>
                  <a:pt x="1328694" y="325181"/>
                </a:lnTo>
                <a:lnTo>
                  <a:pt x="1328686" y="326246"/>
                </a:lnTo>
                <a:lnTo>
                  <a:pt x="1328686" y="329120"/>
                </a:lnTo>
                <a:lnTo>
                  <a:pt x="1328694" y="330159"/>
                </a:lnTo>
                <a:lnTo>
                  <a:pt x="1328718" y="331188"/>
                </a:lnTo>
                <a:lnTo>
                  <a:pt x="1328759" y="332208"/>
                </a:lnTo>
                <a:lnTo>
                  <a:pt x="1328817" y="333220"/>
                </a:lnTo>
                <a:lnTo>
                  <a:pt x="1328891" y="334223"/>
                </a:lnTo>
                <a:lnTo>
                  <a:pt x="1328981" y="335217"/>
                </a:lnTo>
                <a:lnTo>
                  <a:pt x="1329088" y="336203"/>
                </a:lnTo>
                <a:lnTo>
                  <a:pt x="1329212" y="337179"/>
                </a:lnTo>
                <a:lnTo>
                  <a:pt x="1329351" y="338147"/>
                </a:lnTo>
                <a:lnTo>
                  <a:pt x="1329507" y="339106"/>
                </a:lnTo>
                <a:lnTo>
                  <a:pt x="1329680" y="340056"/>
                </a:lnTo>
                <a:lnTo>
                  <a:pt x="1329869" y="340997"/>
                </a:lnTo>
                <a:lnTo>
                  <a:pt x="1330074" y="341930"/>
                </a:lnTo>
                <a:lnTo>
                  <a:pt x="1330296" y="342853"/>
                </a:lnTo>
                <a:lnTo>
                  <a:pt x="1330535" y="343768"/>
                </a:lnTo>
                <a:lnTo>
                  <a:pt x="1330790" y="344674"/>
                </a:lnTo>
                <a:lnTo>
                  <a:pt x="1331061" y="345572"/>
                </a:lnTo>
                <a:lnTo>
                  <a:pt x="1331348" y="346460"/>
                </a:lnTo>
                <a:lnTo>
                  <a:pt x="1331652" y="347340"/>
                </a:lnTo>
                <a:lnTo>
                  <a:pt x="1331973" y="348211"/>
                </a:lnTo>
                <a:lnTo>
                  <a:pt x="1332310" y="349073"/>
                </a:lnTo>
                <a:lnTo>
                  <a:pt x="1332663" y="349926"/>
                </a:lnTo>
                <a:lnTo>
                  <a:pt x="1333033" y="350770"/>
                </a:lnTo>
                <a:lnTo>
                  <a:pt x="1333419" y="351606"/>
                </a:lnTo>
                <a:lnTo>
                  <a:pt x="1333821" y="352416"/>
                </a:lnTo>
                <a:lnTo>
                  <a:pt x="1334238" y="353211"/>
                </a:lnTo>
                <a:lnTo>
                  <a:pt x="1334669" y="353992"/>
                </a:lnTo>
                <a:lnTo>
                  <a:pt x="1335115" y="354757"/>
                </a:lnTo>
                <a:lnTo>
                  <a:pt x="1335575" y="355508"/>
                </a:lnTo>
                <a:lnTo>
                  <a:pt x="1336050" y="356245"/>
                </a:lnTo>
                <a:lnTo>
                  <a:pt x="1336540" y="356967"/>
                </a:lnTo>
                <a:lnTo>
                  <a:pt x="1337045" y="357674"/>
                </a:lnTo>
                <a:lnTo>
                  <a:pt x="1337564" y="358366"/>
                </a:lnTo>
                <a:lnTo>
                  <a:pt x="1338098" y="359044"/>
                </a:lnTo>
                <a:lnTo>
                  <a:pt x="1338647" y="359707"/>
                </a:lnTo>
                <a:lnTo>
                  <a:pt x="1339210" y="360355"/>
                </a:lnTo>
                <a:lnTo>
                  <a:pt x="1339788" y="360989"/>
                </a:lnTo>
                <a:lnTo>
                  <a:pt x="1340380" y="361608"/>
                </a:lnTo>
                <a:lnTo>
                  <a:pt x="1340988" y="362212"/>
                </a:lnTo>
                <a:lnTo>
                  <a:pt x="1341610" y="362802"/>
                </a:lnTo>
                <a:lnTo>
                  <a:pt x="1342246" y="363377"/>
                </a:lnTo>
                <a:lnTo>
                  <a:pt x="1342898" y="363937"/>
                </a:lnTo>
                <a:lnTo>
                  <a:pt x="1343564" y="364483"/>
                </a:lnTo>
                <a:lnTo>
                  <a:pt x="1344244" y="365014"/>
                </a:lnTo>
                <a:lnTo>
                  <a:pt x="1344940" y="365530"/>
                </a:lnTo>
                <a:lnTo>
                  <a:pt x="1345650" y="366032"/>
                </a:lnTo>
                <a:lnTo>
                  <a:pt x="1346374" y="366519"/>
                </a:lnTo>
                <a:lnTo>
                  <a:pt x="1347114" y="366991"/>
                </a:lnTo>
                <a:lnTo>
                  <a:pt x="1347867" y="367446"/>
                </a:lnTo>
                <a:lnTo>
                  <a:pt x="1348632" y="367882"/>
                </a:lnTo>
                <a:lnTo>
                  <a:pt x="1349409" y="368299"/>
                </a:lnTo>
                <a:lnTo>
                  <a:pt x="1350199" y="368696"/>
                </a:lnTo>
                <a:lnTo>
                  <a:pt x="1351002" y="369074"/>
                </a:lnTo>
                <a:lnTo>
                  <a:pt x="1351816" y="369432"/>
                </a:lnTo>
                <a:lnTo>
                  <a:pt x="1352643" y="369771"/>
                </a:lnTo>
                <a:lnTo>
                  <a:pt x="1353482" y="370091"/>
                </a:lnTo>
                <a:lnTo>
                  <a:pt x="1354334" y="370391"/>
                </a:lnTo>
                <a:lnTo>
                  <a:pt x="1355197" y="370672"/>
                </a:lnTo>
                <a:lnTo>
                  <a:pt x="1356074" y="370934"/>
                </a:lnTo>
                <a:lnTo>
                  <a:pt x="1356962" y="371176"/>
                </a:lnTo>
                <a:lnTo>
                  <a:pt x="1357863" y="371399"/>
                </a:lnTo>
                <a:lnTo>
                  <a:pt x="1358776" y="371602"/>
                </a:lnTo>
                <a:lnTo>
                  <a:pt x="1359701" y="371786"/>
                </a:lnTo>
                <a:lnTo>
                  <a:pt x="1360639" y="371951"/>
                </a:lnTo>
                <a:lnTo>
                  <a:pt x="1361589" y="372096"/>
                </a:lnTo>
                <a:lnTo>
                  <a:pt x="1362552" y="372222"/>
                </a:lnTo>
                <a:lnTo>
                  <a:pt x="1363527" y="372328"/>
                </a:lnTo>
                <a:lnTo>
                  <a:pt x="1364514" y="372416"/>
                </a:lnTo>
                <a:lnTo>
                  <a:pt x="1365513" y="372483"/>
                </a:lnTo>
                <a:lnTo>
                  <a:pt x="1366525" y="372532"/>
                </a:lnTo>
                <a:lnTo>
                  <a:pt x="1367549" y="372561"/>
                </a:lnTo>
                <a:lnTo>
                  <a:pt x="1368585" y="372571"/>
                </a:lnTo>
                <a:lnTo>
                  <a:pt x="1369622" y="372561"/>
                </a:lnTo>
                <a:lnTo>
                  <a:pt x="1370646" y="372533"/>
                </a:lnTo>
                <a:lnTo>
                  <a:pt x="1371658" y="372486"/>
                </a:lnTo>
                <a:lnTo>
                  <a:pt x="1372657" y="372420"/>
                </a:lnTo>
                <a:lnTo>
                  <a:pt x="1373644" y="372336"/>
                </a:lnTo>
                <a:lnTo>
                  <a:pt x="1374619" y="372232"/>
                </a:lnTo>
                <a:lnTo>
                  <a:pt x="1375581" y="372110"/>
                </a:lnTo>
                <a:lnTo>
                  <a:pt x="1376531" y="371969"/>
                </a:lnTo>
                <a:lnTo>
                  <a:pt x="1377469" y="371810"/>
                </a:lnTo>
                <a:close/>
                <a:moveTo>
                  <a:pt x="1361809" y="359568"/>
                </a:moveTo>
                <a:lnTo>
                  <a:pt x="1361112" y="359334"/>
                </a:lnTo>
                <a:lnTo>
                  <a:pt x="1360426" y="359075"/>
                </a:lnTo>
                <a:lnTo>
                  <a:pt x="1359752" y="358792"/>
                </a:lnTo>
                <a:lnTo>
                  <a:pt x="1359088" y="358483"/>
                </a:lnTo>
                <a:lnTo>
                  <a:pt x="1358435" y="358151"/>
                </a:lnTo>
                <a:lnTo>
                  <a:pt x="1357794" y="357793"/>
                </a:lnTo>
                <a:lnTo>
                  <a:pt x="1357164" y="357411"/>
                </a:lnTo>
                <a:lnTo>
                  <a:pt x="1356545" y="357004"/>
                </a:lnTo>
                <a:lnTo>
                  <a:pt x="1355937" y="356573"/>
                </a:lnTo>
                <a:lnTo>
                  <a:pt x="1355340" y="356116"/>
                </a:lnTo>
                <a:lnTo>
                  <a:pt x="1354755" y="355636"/>
                </a:lnTo>
                <a:lnTo>
                  <a:pt x="1354180" y="355130"/>
                </a:lnTo>
                <a:lnTo>
                  <a:pt x="1353617" y="354600"/>
                </a:lnTo>
                <a:lnTo>
                  <a:pt x="1353065" y="354045"/>
                </a:lnTo>
                <a:lnTo>
                  <a:pt x="1352524" y="353466"/>
                </a:lnTo>
                <a:lnTo>
                  <a:pt x="1352014" y="352850"/>
                </a:lnTo>
                <a:lnTo>
                  <a:pt x="1351525" y="352216"/>
                </a:lnTo>
                <a:lnTo>
                  <a:pt x="1351058" y="351561"/>
                </a:lnTo>
                <a:lnTo>
                  <a:pt x="1350613" y="350888"/>
                </a:lnTo>
                <a:lnTo>
                  <a:pt x="1350189" y="350195"/>
                </a:lnTo>
                <a:lnTo>
                  <a:pt x="1349787" y="349482"/>
                </a:lnTo>
                <a:lnTo>
                  <a:pt x="1349407" y="348751"/>
                </a:lnTo>
                <a:lnTo>
                  <a:pt x="1349049" y="347999"/>
                </a:lnTo>
                <a:lnTo>
                  <a:pt x="1348712" y="347229"/>
                </a:lnTo>
                <a:lnTo>
                  <a:pt x="1348397" y="346439"/>
                </a:lnTo>
                <a:lnTo>
                  <a:pt x="1348104" y="345630"/>
                </a:lnTo>
                <a:lnTo>
                  <a:pt x="1347832" y="344801"/>
                </a:lnTo>
                <a:lnTo>
                  <a:pt x="1347583" y="343953"/>
                </a:lnTo>
                <a:lnTo>
                  <a:pt x="1347354" y="343086"/>
                </a:lnTo>
                <a:lnTo>
                  <a:pt x="1347148" y="342199"/>
                </a:lnTo>
                <a:lnTo>
                  <a:pt x="1346964" y="341293"/>
                </a:lnTo>
                <a:lnTo>
                  <a:pt x="1346801" y="340368"/>
                </a:lnTo>
                <a:lnTo>
                  <a:pt x="1346659" y="339423"/>
                </a:lnTo>
                <a:lnTo>
                  <a:pt x="1346540" y="338459"/>
                </a:lnTo>
                <a:lnTo>
                  <a:pt x="1346442" y="337475"/>
                </a:lnTo>
                <a:lnTo>
                  <a:pt x="1346366" y="336472"/>
                </a:lnTo>
                <a:lnTo>
                  <a:pt x="1346312" y="335450"/>
                </a:lnTo>
                <a:lnTo>
                  <a:pt x="1346279" y="334408"/>
                </a:lnTo>
                <a:lnTo>
                  <a:pt x="1346269" y="333347"/>
                </a:lnTo>
                <a:lnTo>
                  <a:pt x="1346269" y="322020"/>
                </a:lnTo>
                <a:lnTo>
                  <a:pt x="1346279" y="320959"/>
                </a:lnTo>
                <a:lnTo>
                  <a:pt x="1346312" y="319918"/>
                </a:lnTo>
                <a:lnTo>
                  <a:pt x="1346366" y="318897"/>
                </a:lnTo>
                <a:lnTo>
                  <a:pt x="1346442" y="317896"/>
                </a:lnTo>
                <a:lnTo>
                  <a:pt x="1346540" y="316915"/>
                </a:lnTo>
                <a:lnTo>
                  <a:pt x="1346659" y="315954"/>
                </a:lnTo>
                <a:lnTo>
                  <a:pt x="1346801" y="315013"/>
                </a:lnTo>
                <a:lnTo>
                  <a:pt x="1346964" y="314092"/>
                </a:lnTo>
                <a:lnTo>
                  <a:pt x="1347148" y="313191"/>
                </a:lnTo>
                <a:lnTo>
                  <a:pt x="1347354" y="312310"/>
                </a:lnTo>
                <a:lnTo>
                  <a:pt x="1347583" y="311449"/>
                </a:lnTo>
                <a:lnTo>
                  <a:pt x="1347832" y="310607"/>
                </a:lnTo>
                <a:lnTo>
                  <a:pt x="1348104" y="309786"/>
                </a:lnTo>
                <a:lnTo>
                  <a:pt x="1348397" y="308985"/>
                </a:lnTo>
                <a:lnTo>
                  <a:pt x="1348712" y="308204"/>
                </a:lnTo>
                <a:lnTo>
                  <a:pt x="1349049" y="307442"/>
                </a:lnTo>
                <a:lnTo>
                  <a:pt x="1349407" y="306701"/>
                </a:lnTo>
                <a:lnTo>
                  <a:pt x="1349787" y="305979"/>
                </a:lnTo>
                <a:lnTo>
                  <a:pt x="1350189" y="305278"/>
                </a:lnTo>
                <a:lnTo>
                  <a:pt x="1350613" y="304596"/>
                </a:lnTo>
                <a:lnTo>
                  <a:pt x="1351058" y="303935"/>
                </a:lnTo>
                <a:lnTo>
                  <a:pt x="1351525" y="303293"/>
                </a:lnTo>
                <a:lnTo>
                  <a:pt x="1352014" y="302671"/>
                </a:lnTo>
                <a:lnTo>
                  <a:pt x="1352524" y="302070"/>
                </a:lnTo>
                <a:lnTo>
                  <a:pt x="1353065" y="301476"/>
                </a:lnTo>
                <a:lnTo>
                  <a:pt x="1353617" y="300908"/>
                </a:lnTo>
                <a:lnTo>
                  <a:pt x="1354180" y="300366"/>
                </a:lnTo>
                <a:lnTo>
                  <a:pt x="1354755" y="299848"/>
                </a:lnTo>
                <a:lnTo>
                  <a:pt x="1355340" y="299356"/>
                </a:lnTo>
                <a:lnTo>
                  <a:pt x="1355937" y="298889"/>
                </a:lnTo>
                <a:lnTo>
                  <a:pt x="1356545" y="298447"/>
                </a:lnTo>
                <a:lnTo>
                  <a:pt x="1357164" y="298031"/>
                </a:lnTo>
                <a:lnTo>
                  <a:pt x="1357794" y="297639"/>
                </a:lnTo>
                <a:lnTo>
                  <a:pt x="1358435" y="297273"/>
                </a:lnTo>
                <a:lnTo>
                  <a:pt x="1359088" y="296933"/>
                </a:lnTo>
                <a:lnTo>
                  <a:pt x="1359752" y="296617"/>
                </a:lnTo>
                <a:lnTo>
                  <a:pt x="1360426" y="296327"/>
                </a:lnTo>
                <a:lnTo>
                  <a:pt x="1361112" y="296062"/>
                </a:lnTo>
                <a:lnTo>
                  <a:pt x="1361809" y="295822"/>
                </a:lnTo>
                <a:lnTo>
                  <a:pt x="1362518" y="295607"/>
                </a:lnTo>
                <a:lnTo>
                  <a:pt x="1363237" y="295418"/>
                </a:lnTo>
                <a:lnTo>
                  <a:pt x="1363968" y="295254"/>
                </a:lnTo>
                <a:lnTo>
                  <a:pt x="1364709" y="295115"/>
                </a:lnTo>
                <a:lnTo>
                  <a:pt x="1365462" y="295002"/>
                </a:lnTo>
                <a:lnTo>
                  <a:pt x="1366226" y="294913"/>
                </a:lnTo>
                <a:lnTo>
                  <a:pt x="1367002" y="294850"/>
                </a:lnTo>
                <a:lnTo>
                  <a:pt x="1367788" y="294812"/>
                </a:lnTo>
                <a:lnTo>
                  <a:pt x="1368585" y="294800"/>
                </a:lnTo>
                <a:lnTo>
                  <a:pt x="1369396" y="294812"/>
                </a:lnTo>
                <a:lnTo>
                  <a:pt x="1370195" y="294850"/>
                </a:lnTo>
                <a:lnTo>
                  <a:pt x="1370981" y="294913"/>
                </a:lnTo>
                <a:lnTo>
                  <a:pt x="1371755" y="295002"/>
                </a:lnTo>
                <a:lnTo>
                  <a:pt x="1372517" y="295115"/>
                </a:lnTo>
                <a:lnTo>
                  <a:pt x="1373266" y="295254"/>
                </a:lnTo>
                <a:lnTo>
                  <a:pt x="1374003" y="295418"/>
                </a:lnTo>
                <a:lnTo>
                  <a:pt x="1374728" y="295607"/>
                </a:lnTo>
                <a:lnTo>
                  <a:pt x="1375440" y="295822"/>
                </a:lnTo>
                <a:lnTo>
                  <a:pt x="1376140" y="296062"/>
                </a:lnTo>
                <a:lnTo>
                  <a:pt x="1376828" y="296327"/>
                </a:lnTo>
                <a:lnTo>
                  <a:pt x="1377504" y="296617"/>
                </a:lnTo>
                <a:lnTo>
                  <a:pt x="1378167" y="296933"/>
                </a:lnTo>
                <a:lnTo>
                  <a:pt x="1378817" y="297273"/>
                </a:lnTo>
                <a:lnTo>
                  <a:pt x="1379456" y="297639"/>
                </a:lnTo>
                <a:lnTo>
                  <a:pt x="1380082" y="298031"/>
                </a:lnTo>
                <a:lnTo>
                  <a:pt x="1380696" y="298447"/>
                </a:lnTo>
                <a:lnTo>
                  <a:pt x="1381297" y="298889"/>
                </a:lnTo>
                <a:lnTo>
                  <a:pt x="1381886" y="299356"/>
                </a:lnTo>
                <a:lnTo>
                  <a:pt x="1382463" y="299848"/>
                </a:lnTo>
                <a:lnTo>
                  <a:pt x="1383027" y="300366"/>
                </a:lnTo>
                <a:lnTo>
                  <a:pt x="1383579" y="300908"/>
                </a:lnTo>
                <a:lnTo>
                  <a:pt x="1384119" y="301476"/>
                </a:lnTo>
                <a:lnTo>
                  <a:pt x="1384647" y="302070"/>
                </a:lnTo>
                <a:lnTo>
                  <a:pt x="1385157" y="302671"/>
                </a:lnTo>
                <a:lnTo>
                  <a:pt x="1385646" y="303293"/>
                </a:lnTo>
                <a:lnTo>
                  <a:pt x="1386113" y="303935"/>
                </a:lnTo>
                <a:lnTo>
                  <a:pt x="1386558" y="304596"/>
                </a:lnTo>
                <a:lnTo>
                  <a:pt x="1386982" y="305278"/>
                </a:lnTo>
                <a:lnTo>
                  <a:pt x="1387384" y="305979"/>
                </a:lnTo>
                <a:lnTo>
                  <a:pt x="1387764" y="306701"/>
                </a:lnTo>
                <a:lnTo>
                  <a:pt x="1388122" y="307442"/>
                </a:lnTo>
                <a:lnTo>
                  <a:pt x="1388459" y="308204"/>
                </a:lnTo>
                <a:lnTo>
                  <a:pt x="1388774" y="308985"/>
                </a:lnTo>
                <a:lnTo>
                  <a:pt x="1389067" y="309786"/>
                </a:lnTo>
                <a:lnTo>
                  <a:pt x="1389338" y="310607"/>
                </a:lnTo>
                <a:lnTo>
                  <a:pt x="1389588" y="311449"/>
                </a:lnTo>
                <a:lnTo>
                  <a:pt x="1389816" y="312310"/>
                </a:lnTo>
                <a:lnTo>
                  <a:pt x="1390023" y="313191"/>
                </a:lnTo>
                <a:lnTo>
                  <a:pt x="1390207" y="314092"/>
                </a:lnTo>
                <a:lnTo>
                  <a:pt x="1390370" y="315013"/>
                </a:lnTo>
                <a:lnTo>
                  <a:pt x="1390511" y="315954"/>
                </a:lnTo>
                <a:lnTo>
                  <a:pt x="1390631" y="316915"/>
                </a:lnTo>
                <a:lnTo>
                  <a:pt x="1390728" y="317896"/>
                </a:lnTo>
                <a:lnTo>
                  <a:pt x="1390805" y="318897"/>
                </a:lnTo>
                <a:lnTo>
                  <a:pt x="1390859" y="319918"/>
                </a:lnTo>
                <a:lnTo>
                  <a:pt x="1390891" y="320959"/>
                </a:lnTo>
                <a:lnTo>
                  <a:pt x="1390902" y="322020"/>
                </a:lnTo>
                <a:lnTo>
                  <a:pt x="1390902" y="333347"/>
                </a:lnTo>
                <a:lnTo>
                  <a:pt x="1390891" y="334408"/>
                </a:lnTo>
                <a:lnTo>
                  <a:pt x="1390859" y="335450"/>
                </a:lnTo>
                <a:lnTo>
                  <a:pt x="1390805" y="336472"/>
                </a:lnTo>
                <a:lnTo>
                  <a:pt x="1390728" y="337475"/>
                </a:lnTo>
                <a:lnTo>
                  <a:pt x="1390631" y="338459"/>
                </a:lnTo>
                <a:lnTo>
                  <a:pt x="1390511" y="339423"/>
                </a:lnTo>
                <a:lnTo>
                  <a:pt x="1390370" y="340368"/>
                </a:lnTo>
                <a:lnTo>
                  <a:pt x="1390207" y="341293"/>
                </a:lnTo>
                <a:lnTo>
                  <a:pt x="1390023" y="342199"/>
                </a:lnTo>
                <a:lnTo>
                  <a:pt x="1389816" y="343086"/>
                </a:lnTo>
                <a:lnTo>
                  <a:pt x="1389588" y="343953"/>
                </a:lnTo>
                <a:lnTo>
                  <a:pt x="1389338" y="344801"/>
                </a:lnTo>
                <a:lnTo>
                  <a:pt x="1389067" y="345630"/>
                </a:lnTo>
                <a:lnTo>
                  <a:pt x="1388774" y="346439"/>
                </a:lnTo>
                <a:lnTo>
                  <a:pt x="1388459" y="347229"/>
                </a:lnTo>
                <a:lnTo>
                  <a:pt x="1388122" y="347999"/>
                </a:lnTo>
                <a:lnTo>
                  <a:pt x="1387764" y="348751"/>
                </a:lnTo>
                <a:lnTo>
                  <a:pt x="1387384" y="349482"/>
                </a:lnTo>
                <a:lnTo>
                  <a:pt x="1386982" y="350195"/>
                </a:lnTo>
                <a:lnTo>
                  <a:pt x="1386558" y="350888"/>
                </a:lnTo>
                <a:lnTo>
                  <a:pt x="1386113" y="351561"/>
                </a:lnTo>
                <a:lnTo>
                  <a:pt x="1385646" y="352216"/>
                </a:lnTo>
                <a:lnTo>
                  <a:pt x="1385157" y="352850"/>
                </a:lnTo>
                <a:lnTo>
                  <a:pt x="1384647" y="353466"/>
                </a:lnTo>
                <a:lnTo>
                  <a:pt x="1384119" y="354045"/>
                </a:lnTo>
                <a:lnTo>
                  <a:pt x="1383579" y="354600"/>
                </a:lnTo>
                <a:lnTo>
                  <a:pt x="1383027" y="355130"/>
                </a:lnTo>
                <a:lnTo>
                  <a:pt x="1382463" y="355636"/>
                </a:lnTo>
                <a:lnTo>
                  <a:pt x="1381886" y="356116"/>
                </a:lnTo>
                <a:lnTo>
                  <a:pt x="1381297" y="356573"/>
                </a:lnTo>
                <a:lnTo>
                  <a:pt x="1380696" y="357004"/>
                </a:lnTo>
                <a:lnTo>
                  <a:pt x="1380082" y="357411"/>
                </a:lnTo>
                <a:lnTo>
                  <a:pt x="1379456" y="357793"/>
                </a:lnTo>
                <a:lnTo>
                  <a:pt x="1378817" y="358151"/>
                </a:lnTo>
                <a:lnTo>
                  <a:pt x="1378167" y="358483"/>
                </a:lnTo>
                <a:lnTo>
                  <a:pt x="1377504" y="358792"/>
                </a:lnTo>
                <a:lnTo>
                  <a:pt x="1376828" y="359075"/>
                </a:lnTo>
                <a:lnTo>
                  <a:pt x="1376140" y="359334"/>
                </a:lnTo>
                <a:lnTo>
                  <a:pt x="1375440" y="359568"/>
                </a:lnTo>
                <a:lnTo>
                  <a:pt x="1374728" y="359778"/>
                </a:lnTo>
                <a:lnTo>
                  <a:pt x="1374003" y="359963"/>
                </a:lnTo>
                <a:lnTo>
                  <a:pt x="1373266" y="360123"/>
                </a:lnTo>
                <a:lnTo>
                  <a:pt x="1372517" y="360259"/>
                </a:lnTo>
                <a:lnTo>
                  <a:pt x="1371755" y="360370"/>
                </a:lnTo>
                <a:lnTo>
                  <a:pt x="1370981" y="360456"/>
                </a:lnTo>
                <a:lnTo>
                  <a:pt x="1370195" y="360518"/>
                </a:lnTo>
                <a:lnTo>
                  <a:pt x="1369396" y="360554"/>
                </a:lnTo>
                <a:lnTo>
                  <a:pt x="1368585" y="360567"/>
                </a:lnTo>
                <a:lnTo>
                  <a:pt x="1367788" y="360554"/>
                </a:lnTo>
                <a:lnTo>
                  <a:pt x="1367002" y="360518"/>
                </a:lnTo>
                <a:lnTo>
                  <a:pt x="1366226" y="360456"/>
                </a:lnTo>
                <a:lnTo>
                  <a:pt x="1365462" y="360370"/>
                </a:lnTo>
                <a:lnTo>
                  <a:pt x="1364709" y="360259"/>
                </a:lnTo>
                <a:lnTo>
                  <a:pt x="1363968" y="360123"/>
                </a:lnTo>
                <a:lnTo>
                  <a:pt x="1363237" y="359963"/>
                </a:lnTo>
                <a:lnTo>
                  <a:pt x="1362518" y="359778"/>
                </a:lnTo>
                <a:lnTo>
                  <a:pt x="1361809" y="359568"/>
                </a:lnTo>
                <a:close/>
                <a:moveTo>
                  <a:pt x="1730294" y="357862"/>
                </a:moveTo>
                <a:lnTo>
                  <a:pt x="1730294" y="370880"/>
                </a:lnTo>
                <a:lnTo>
                  <a:pt x="1752949" y="370880"/>
                </a:lnTo>
                <a:lnTo>
                  <a:pt x="1769517" y="370880"/>
                </a:lnTo>
                <a:lnTo>
                  <a:pt x="1808234" y="370880"/>
                </a:lnTo>
                <a:lnTo>
                  <a:pt x="1808234" y="357862"/>
                </a:lnTo>
                <a:lnTo>
                  <a:pt x="1769517" y="357862"/>
                </a:lnTo>
                <a:lnTo>
                  <a:pt x="1769517" y="317624"/>
                </a:lnTo>
                <a:lnTo>
                  <a:pt x="1769521" y="317174"/>
                </a:lnTo>
                <a:lnTo>
                  <a:pt x="1769530" y="316726"/>
                </a:lnTo>
                <a:lnTo>
                  <a:pt x="1769546" y="316279"/>
                </a:lnTo>
                <a:lnTo>
                  <a:pt x="1769569" y="315835"/>
                </a:lnTo>
                <a:lnTo>
                  <a:pt x="1769598" y="315392"/>
                </a:lnTo>
                <a:lnTo>
                  <a:pt x="1769634" y="314950"/>
                </a:lnTo>
                <a:lnTo>
                  <a:pt x="1769676" y="314511"/>
                </a:lnTo>
                <a:lnTo>
                  <a:pt x="1769724" y="314073"/>
                </a:lnTo>
                <a:lnTo>
                  <a:pt x="1769779" y="313638"/>
                </a:lnTo>
                <a:lnTo>
                  <a:pt x="1769840" y="313203"/>
                </a:lnTo>
                <a:lnTo>
                  <a:pt x="1769908" y="312771"/>
                </a:lnTo>
                <a:lnTo>
                  <a:pt x="1769982" y="312340"/>
                </a:lnTo>
                <a:lnTo>
                  <a:pt x="1770063" y="311912"/>
                </a:lnTo>
                <a:lnTo>
                  <a:pt x="1770150" y="311485"/>
                </a:lnTo>
                <a:lnTo>
                  <a:pt x="1770244" y="311059"/>
                </a:lnTo>
                <a:lnTo>
                  <a:pt x="1770344" y="310636"/>
                </a:lnTo>
                <a:lnTo>
                  <a:pt x="1770451" y="310214"/>
                </a:lnTo>
                <a:lnTo>
                  <a:pt x="1770564" y="309794"/>
                </a:lnTo>
                <a:lnTo>
                  <a:pt x="1770683" y="309376"/>
                </a:lnTo>
                <a:lnTo>
                  <a:pt x="1770809" y="308959"/>
                </a:lnTo>
                <a:lnTo>
                  <a:pt x="1770941" y="308544"/>
                </a:lnTo>
                <a:lnTo>
                  <a:pt x="1771080" y="308131"/>
                </a:lnTo>
                <a:lnTo>
                  <a:pt x="1771225" y="307720"/>
                </a:lnTo>
                <a:lnTo>
                  <a:pt x="1771377" y="307311"/>
                </a:lnTo>
                <a:lnTo>
                  <a:pt x="1771535" y="306905"/>
                </a:lnTo>
                <a:lnTo>
                  <a:pt x="1771700" y="306505"/>
                </a:lnTo>
                <a:lnTo>
                  <a:pt x="1771871" y="306112"/>
                </a:lnTo>
                <a:lnTo>
                  <a:pt x="1772049" y="305723"/>
                </a:lnTo>
                <a:lnTo>
                  <a:pt x="1772233" y="305341"/>
                </a:lnTo>
                <a:lnTo>
                  <a:pt x="1772423" y="304965"/>
                </a:lnTo>
                <a:lnTo>
                  <a:pt x="1772620" y="304595"/>
                </a:lnTo>
                <a:lnTo>
                  <a:pt x="1772824" y="304230"/>
                </a:lnTo>
                <a:lnTo>
                  <a:pt x="1773034" y="303871"/>
                </a:lnTo>
                <a:lnTo>
                  <a:pt x="1773250" y="303518"/>
                </a:lnTo>
                <a:lnTo>
                  <a:pt x="1773473" y="303172"/>
                </a:lnTo>
                <a:lnTo>
                  <a:pt x="1773702" y="302830"/>
                </a:lnTo>
                <a:lnTo>
                  <a:pt x="1773938" y="302495"/>
                </a:lnTo>
                <a:lnTo>
                  <a:pt x="1774180" y="302166"/>
                </a:lnTo>
                <a:lnTo>
                  <a:pt x="1774428" y="301842"/>
                </a:lnTo>
                <a:lnTo>
                  <a:pt x="1774683" y="301525"/>
                </a:lnTo>
                <a:lnTo>
                  <a:pt x="1774945" y="301213"/>
                </a:lnTo>
                <a:lnTo>
                  <a:pt x="1775213" y="300907"/>
                </a:lnTo>
                <a:lnTo>
                  <a:pt x="1775487" y="300607"/>
                </a:lnTo>
                <a:lnTo>
                  <a:pt x="1775768" y="300313"/>
                </a:lnTo>
                <a:lnTo>
                  <a:pt x="1776056" y="300025"/>
                </a:lnTo>
                <a:lnTo>
                  <a:pt x="1776349" y="299743"/>
                </a:lnTo>
                <a:lnTo>
                  <a:pt x="1776650" y="299466"/>
                </a:lnTo>
                <a:lnTo>
                  <a:pt x="1776956" y="299195"/>
                </a:lnTo>
                <a:lnTo>
                  <a:pt x="1777283" y="298933"/>
                </a:lnTo>
                <a:lnTo>
                  <a:pt x="1777616" y="298682"/>
                </a:lnTo>
                <a:lnTo>
                  <a:pt x="1777955" y="298443"/>
                </a:lnTo>
                <a:lnTo>
                  <a:pt x="1778300" y="298214"/>
                </a:lnTo>
                <a:lnTo>
                  <a:pt x="1778650" y="297996"/>
                </a:lnTo>
                <a:lnTo>
                  <a:pt x="1779006" y="297790"/>
                </a:lnTo>
                <a:lnTo>
                  <a:pt x="1779369" y="297595"/>
                </a:lnTo>
                <a:lnTo>
                  <a:pt x="1779737" y="297411"/>
                </a:lnTo>
                <a:lnTo>
                  <a:pt x="1780111" y="297238"/>
                </a:lnTo>
                <a:lnTo>
                  <a:pt x="1780490" y="297076"/>
                </a:lnTo>
                <a:lnTo>
                  <a:pt x="1780876" y="296926"/>
                </a:lnTo>
                <a:lnTo>
                  <a:pt x="1781268" y="296786"/>
                </a:lnTo>
                <a:lnTo>
                  <a:pt x="1781665" y="296658"/>
                </a:lnTo>
                <a:lnTo>
                  <a:pt x="1782068" y="296541"/>
                </a:lnTo>
                <a:lnTo>
                  <a:pt x="1782478" y="296435"/>
                </a:lnTo>
                <a:lnTo>
                  <a:pt x="1782893" y="296340"/>
                </a:lnTo>
                <a:lnTo>
                  <a:pt x="1783314" y="296256"/>
                </a:lnTo>
                <a:lnTo>
                  <a:pt x="1783740" y="296184"/>
                </a:lnTo>
                <a:lnTo>
                  <a:pt x="1784173" y="296123"/>
                </a:lnTo>
                <a:lnTo>
                  <a:pt x="1784612" y="296072"/>
                </a:lnTo>
                <a:lnTo>
                  <a:pt x="1785056" y="296033"/>
                </a:lnTo>
                <a:lnTo>
                  <a:pt x="1785506" y="296005"/>
                </a:lnTo>
                <a:lnTo>
                  <a:pt x="1785962" y="295989"/>
                </a:lnTo>
                <a:lnTo>
                  <a:pt x="1786424" y="295983"/>
                </a:lnTo>
                <a:lnTo>
                  <a:pt x="1786900" y="295988"/>
                </a:lnTo>
                <a:lnTo>
                  <a:pt x="1787367" y="296001"/>
                </a:lnTo>
                <a:lnTo>
                  <a:pt x="1787827" y="296023"/>
                </a:lnTo>
                <a:lnTo>
                  <a:pt x="1788279" y="296054"/>
                </a:lnTo>
                <a:lnTo>
                  <a:pt x="1788724" y="296093"/>
                </a:lnTo>
                <a:lnTo>
                  <a:pt x="1789161" y="296142"/>
                </a:lnTo>
                <a:lnTo>
                  <a:pt x="1789590" y="296199"/>
                </a:lnTo>
                <a:lnTo>
                  <a:pt x="1790012" y="296265"/>
                </a:lnTo>
                <a:lnTo>
                  <a:pt x="1790426" y="296340"/>
                </a:lnTo>
                <a:lnTo>
                  <a:pt x="1790833" y="296423"/>
                </a:lnTo>
                <a:lnTo>
                  <a:pt x="1791232" y="296516"/>
                </a:lnTo>
                <a:lnTo>
                  <a:pt x="1791623" y="296617"/>
                </a:lnTo>
                <a:lnTo>
                  <a:pt x="1792007" y="296727"/>
                </a:lnTo>
                <a:lnTo>
                  <a:pt x="1792383" y="296846"/>
                </a:lnTo>
                <a:lnTo>
                  <a:pt x="1792751" y="296974"/>
                </a:lnTo>
                <a:lnTo>
                  <a:pt x="1793112" y="297110"/>
                </a:lnTo>
                <a:lnTo>
                  <a:pt x="1793465" y="297256"/>
                </a:lnTo>
                <a:lnTo>
                  <a:pt x="1793810" y="297410"/>
                </a:lnTo>
                <a:lnTo>
                  <a:pt x="1794148" y="297572"/>
                </a:lnTo>
                <a:lnTo>
                  <a:pt x="1794478" y="297744"/>
                </a:lnTo>
                <a:lnTo>
                  <a:pt x="1794801" y="297925"/>
                </a:lnTo>
                <a:lnTo>
                  <a:pt x="1795116" y="298114"/>
                </a:lnTo>
                <a:lnTo>
                  <a:pt x="1795423" y="298312"/>
                </a:lnTo>
                <a:lnTo>
                  <a:pt x="1795723" y="298519"/>
                </a:lnTo>
                <a:lnTo>
                  <a:pt x="1796029" y="298719"/>
                </a:lnTo>
                <a:lnTo>
                  <a:pt x="1796329" y="298924"/>
                </a:lnTo>
                <a:lnTo>
                  <a:pt x="1796621" y="299135"/>
                </a:lnTo>
                <a:lnTo>
                  <a:pt x="1796906" y="299350"/>
                </a:lnTo>
                <a:lnTo>
                  <a:pt x="1797185" y="299571"/>
                </a:lnTo>
                <a:lnTo>
                  <a:pt x="1797456" y="299798"/>
                </a:lnTo>
                <a:lnTo>
                  <a:pt x="1797720" y="300029"/>
                </a:lnTo>
                <a:lnTo>
                  <a:pt x="1797977" y="300266"/>
                </a:lnTo>
                <a:lnTo>
                  <a:pt x="1798227" y="300508"/>
                </a:lnTo>
                <a:lnTo>
                  <a:pt x="1798470" y="300756"/>
                </a:lnTo>
                <a:lnTo>
                  <a:pt x="1798706" y="301008"/>
                </a:lnTo>
                <a:lnTo>
                  <a:pt x="1798935" y="301266"/>
                </a:lnTo>
                <a:lnTo>
                  <a:pt x="1799157" y="301530"/>
                </a:lnTo>
                <a:lnTo>
                  <a:pt x="1799372" y="301798"/>
                </a:lnTo>
                <a:lnTo>
                  <a:pt x="1799580" y="302072"/>
                </a:lnTo>
                <a:lnTo>
                  <a:pt x="1799781" y="302351"/>
                </a:lnTo>
                <a:lnTo>
                  <a:pt x="1799974" y="302636"/>
                </a:lnTo>
                <a:lnTo>
                  <a:pt x="1800161" y="302925"/>
                </a:lnTo>
                <a:lnTo>
                  <a:pt x="1800341" y="303220"/>
                </a:lnTo>
                <a:lnTo>
                  <a:pt x="1800513" y="303521"/>
                </a:lnTo>
                <a:lnTo>
                  <a:pt x="1800679" y="303826"/>
                </a:lnTo>
                <a:lnTo>
                  <a:pt x="1800837" y="304137"/>
                </a:lnTo>
                <a:lnTo>
                  <a:pt x="1800989" y="304453"/>
                </a:lnTo>
                <a:lnTo>
                  <a:pt x="1801133" y="304774"/>
                </a:lnTo>
                <a:lnTo>
                  <a:pt x="1801285" y="305100"/>
                </a:lnTo>
                <a:lnTo>
                  <a:pt x="1801430" y="305427"/>
                </a:lnTo>
                <a:lnTo>
                  <a:pt x="1801569" y="305757"/>
                </a:lnTo>
                <a:lnTo>
                  <a:pt x="1801701" y="306089"/>
                </a:lnTo>
                <a:lnTo>
                  <a:pt x="1801827" y="306424"/>
                </a:lnTo>
                <a:lnTo>
                  <a:pt x="1801947" y="306761"/>
                </a:lnTo>
                <a:lnTo>
                  <a:pt x="1802060" y="307100"/>
                </a:lnTo>
                <a:lnTo>
                  <a:pt x="1802166" y="307442"/>
                </a:lnTo>
                <a:lnTo>
                  <a:pt x="1802266" y="307786"/>
                </a:lnTo>
                <a:lnTo>
                  <a:pt x="1802360" y="308132"/>
                </a:lnTo>
                <a:lnTo>
                  <a:pt x="1802447" y="308481"/>
                </a:lnTo>
                <a:lnTo>
                  <a:pt x="1802528" y="308832"/>
                </a:lnTo>
                <a:lnTo>
                  <a:pt x="1802602" y="309186"/>
                </a:lnTo>
                <a:lnTo>
                  <a:pt x="1802670" y="309541"/>
                </a:lnTo>
                <a:lnTo>
                  <a:pt x="1802731" y="309899"/>
                </a:lnTo>
                <a:lnTo>
                  <a:pt x="1802786" y="310260"/>
                </a:lnTo>
                <a:lnTo>
                  <a:pt x="1802835" y="310623"/>
                </a:lnTo>
                <a:lnTo>
                  <a:pt x="1802877" y="310988"/>
                </a:lnTo>
                <a:lnTo>
                  <a:pt x="1802912" y="311355"/>
                </a:lnTo>
                <a:lnTo>
                  <a:pt x="1802941" y="311725"/>
                </a:lnTo>
                <a:lnTo>
                  <a:pt x="1802964" y="312097"/>
                </a:lnTo>
                <a:lnTo>
                  <a:pt x="1802980" y="312472"/>
                </a:lnTo>
                <a:lnTo>
                  <a:pt x="1802990" y="312849"/>
                </a:lnTo>
                <a:lnTo>
                  <a:pt x="1802993" y="313228"/>
                </a:lnTo>
                <a:lnTo>
                  <a:pt x="1802993" y="316778"/>
                </a:lnTo>
                <a:lnTo>
                  <a:pt x="1817363" y="316778"/>
                </a:lnTo>
                <a:lnTo>
                  <a:pt x="1817391" y="316596"/>
                </a:lnTo>
                <a:lnTo>
                  <a:pt x="1817417" y="316417"/>
                </a:lnTo>
                <a:lnTo>
                  <a:pt x="1817443" y="316239"/>
                </a:lnTo>
                <a:lnTo>
                  <a:pt x="1817467" y="316065"/>
                </a:lnTo>
                <a:lnTo>
                  <a:pt x="1817490" y="315892"/>
                </a:lnTo>
                <a:lnTo>
                  <a:pt x="1817511" y="315722"/>
                </a:lnTo>
                <a:lnTo>
                  <a:pt x="1817532" y="315554"/>
                </a:lnTo>
                <a:lnTo>
                  <a:pt x="1817551" y="315388"/>
                </a:lnTo>
                <a:lnTo>
                  <a:pt x="1817570" y="315225"/>
                </a:lnTo>
                <a:lnTo>
                  <a:pt x="1817587" y="315064"/>
                </a:lnTo>
                <a:lnTo>
                  <a:pt x="1817602" y="314906"/>
                </a:lnTo>
                <a:lnTo>
                  <a:pt x="1817617" y="314750"/>
                </a:lnTo>
                <a:lnTo>
                  <a:pt x="1817631" y="314596"/>
                </a:lnTo>
                <a:lnTo>
                  <a:pt x="1817643" y="314444"/>
                </a:lnTo>
                <a:lnTo>
                  <a:pt x="1817654" y="314295"/>
                </a:lnTo>
                <a:lnTo>
                  <a:pt x="1817664" y="314149"/>
                </a:lnTo>
                <a:lnTo>
                  <a:pt x="1817673" y="314004"/>
                </a:lnTo>
                <a:lnTo>
                  <a:pt x="1817681" y="313862"/>
                </a:lnTo>
                <a:lnTo>
                  <a:pt x="1817687" y="313722"/>
                </a:lnTo>
                <a:lnTo>
                  <a:pt x="1817692" y="313585"/>
                </a:lnTo>
                <a:lnTo>
                  <a:pt x="1817696" y="313450"/>
                </a:lnTo>
                <a:lnTo>
                  <a:pt x="1817699" y="313317"/>
                </a:lnTo>
                <a:lnTo>
                  <a:pt x="1817701" y="313187"/>
                </a:lnTo>
                <a:lnTo>
                  <a:pt x="1817702" y="313059"/>
                </a:lnTo>
                <a:lnTo>
                  <a:pt x="1817716" y="312918"/>
                </a:lnTo>
                <a:lnTo>
                  <a:pt x="1817729" y="312776"/>
                </a:lnTo>
                <a:lnTo>
                  <a:pt x="1817741" y="312634"/>
                </a:lnTo>
                <a:lnTo>
                  <a:pt x="1817753" y="312491"/>
                </a:lnTo>
                <a:lnTo>
                  <a:pt x="1817765" y="312347"/>
                </a:lnTo>
                <a:lnTo>
                  <a:pt x="1817776" y="312203"/>
                </a:lnTo>
                <a:lnTo>
                  <a:pt x="1817786" y="312058"/>
                </a:lnTo>
                <a:lnTo>
                  <a:pt x="1817796" y="311913"/>
                </a:lnTo>
                <a:lnTo>
                  <a:pt x="1817805" y="311767"/>
                </a:lnTo>
                <a:lnTo>
                  <a:pt x="1817813" y="311621"/>
                </a:lnTo>
                <a:lnTo>
                  <a:pt x="1817821" y="311474"/>
                </a:lnTo>
                <a:lnTo>
                  <a:pt x="1817829" y="311326"/>
                </a:lnTo>
                <a:lnTo>
                  <a:pt x="1817835" y="311178"/>
                </a:lnTo>
                <a:lnTo>
                  <a:pt x="1817841" y="311029"/>
                </a:lnTo>
                <a:lnTo>
                  <a:pt x="1817847" y="310880"/>
                </a:lnTo>
                <a:lnTo>
                  <a:pt x="1817852" y="310730"/>
                </a:lnTo>
                <a:lnTo>
                  <a:pt x="1817856" y="310579"/>
                </a:lnTo>
                <a:lnTo>
                  <a:pt x="1817860" y="310428"/>
                </a:lnTo>
                <a:lnTo>
                  <a:pt x="1817863" y="310276"/>
                </a:lnTo>
                <a:lnTo>
                  <a:pt x="1817866" y="310124"/>
                </a:lnTo>
                <a:lnTo>
                  <a:pt x="1817868" y="309971"/>
                </a:lnTo>
                <a:lnTo>
                  <a:pt x="1817870" y="309817"/>
                </a:lnTo>
                <a:lnTo>
                  <a:pt x="1817870" y="309663"/>
                </a:lnTo>
                <a:lnTo>
                  <a:pt x="1817871" y="309509"/>
                </a:lnTo>
                <a:lnTo>
                  <a:pt x="1817859" y="308544"/>
                </a:lnTo>
                <a:lnTo>
                  <a:pt x="1817823" y="307594"/>
                </a:lnTo>
                <a:lnTo>
                  <a:pt x="1817762" y="306658"/>
                </a:lnTo>
                <a:lnTo>
                  <a:pt x="1817678" y="305737"/>
                </a:lnTo>
                <a:lnTo>
                  <a:pt x="1817570" y="304831"/>
                </a:lnTo>
                <a:lnTo>
                  <a:pt x="1817438" y="303940"/>
                </a:lnTo>
                <a:lnTo>
                  <a:pt x="1817281" y="303063"/>
                </a:lnTo>
                <a:lnTo>
                  <a:pt x="1817101" y="302201"/>
                </a:lnTo>
                <a:lnTo>
                  <a:pt x="1816896" y="301354"/>
                </a:lnTo>
                <a:lnTo>
                  <a:pt x="1816667" y="300521"/>
                </a:lnTo>
                <a:lnTo>
                  <a:pt x="1816415" y="299703"/>
                </a:lnTo>
                <a:lnTo>
                  <a:pt x="1816138" y="298900"/>
                </a:lnTo>
                <a:lnTo>
                  <a:pt x="1815837" y="298111"/>
                </a:lnTo>
                <a:lnTo>
                  <a:pt x="1815512" y="297337"/>
                </a:lnTo>
                <a:lnTo>
                  <a:pt x="1815163" y="296577"/>
                </a:lnTo>
                <a:lnTo>
                  <a:pt x="1814790" y="295833"/>
                </a:lnTo>
                <a:lnTo>
                  <a:pt x="1814393" y="295103"/>
                </a:lnTo>
                <a:lnTo>
                  <a:pt x="1813972" y="294387"/>
                </a:lnTo>
                <a:lnTo>
                  <a:pt x="1813526" y="293687"/>
                </a:lnTo>
                <a:lnTo>
                  <a:pt x="1813057" y="293001"/>
                </a:lnTo>
                <a:lnTo>
                  <a:pt x="1812564" y="292330"/>
                </a:lnTo>
                <a:lnTo>
                  <a:pt x="1812046" y="291673"/>
                </a:lnTo>
                <a:lnTo>
                  <a:pt x="1811504" y="291031"/>
                </a:lnTo>
                <a:lnTo>
                  <a:pt x="1810939" y="290404"/>
                </a:lnTo>
                <a:lnTo>
                  <a:pt x="1810365" y="289783"/>
                </a:lnTo>
                <a:lnTo>
                  <a:pt x="1809771" y="289189"/>
                </a:lnTo>
                <a:lnTo>
                  <a:pt x="1809156" y="288621"/>
                </a:lnTo>
                <a:lnTo>
                  <a:pt x="1808520" y="288079"/>
                </a:lnTo>
                <a:lnTo>
                  <a:pt x="1807864" y="287564"/>
                </a:lnTo>
                <a:lnTo>
                  <a:pt x="1807188" y="287075"/>
                </a:lnTo>
                <a:lnTo>
                  <a:pt x="1806491" y="286613"/>
                </a:lnTo>
                <a:lnTo>
                  <a:pt x="1805773" y="286177"/>
                </a:lnTo>
                <a:lnTo>
                  <a:pt x="1805035" y="285768"/>
                </a:lnTo>
                <a:lnTo>
                  <a:pt x="1804276" y="285385"/>
                </a:lnTo>
                <a:lnTo>
                  <a:pt x="1803497" y="285028"/>
                </a:lnTo>
                <a:lnTo>
                  <a:pt x="1802697" y="284698"/>
                </a:lnTo>
                <a:lnTo>
                  <a:pt x="1801876" y="284394"/>
                </a:lnTo>
                <a:lnTo>
                  <a:pt x="1801036" y="284117"/>
                </a:lnTo>
                <a:lnTo>
                  <a:pt x="1800174" y="283866"/>
                </a:lnTo>
                <a:lnTo>
                  <a:pt x="1799292" y="283641"/>
                </a:lnTo>
                <a:lnTo>
                  <a:pt x="1798389" y="283443"/>
                </a:lnTo>
                <a:lnTo>
                  <a:pt x="1797466" y="283271"/>
                </a:lnTo>
                <a:lnTo>
                  <a:pt x="1796523" y="283126"/>
                </a:lnTo>
                <a:lnTo>
                  <a:pt x="1795558" y="283007"/>
                </a:lnTo>
                <a:lnTo>
                  <a:pt x="1794574" y="282915"/>
                </a:lnTo>
                <a:lnTo>
                  <a:pt x="1793568" y="282849"/>
                </a:lnTo>
                <a:lnTo>
                  <a:pt x="1792543" y="282809"/>
                </a:lnTo>
                <a:lnTo>
                  <a:pt x="1791496" y="282796"/>
                </a:lnTo>
                <a:lnTo>
                  <a:pt x="1790809" y="282803"/>
                </a:lnTo>
                <a:lnTo>
                  <a:pt x="1790128" y="282823"/>
                </a:lnTo>
                <a:lnTo>
                  <a:pt x="1789454" y="282857"/>
                </a:lnTo>
                <a:lnTo>
                  <a:pt x="1788786" y="282904"/>
                </a:lnTo>
                <a:lnTo>
                  <a:pt x="1788125" y="282965"/>
                </a:lnTo>
                <a:lnTo>
                  <a:pt x="1787470" y="283039"/>
                </a:lnTo>
                <a:lnTo>
                  <a:pt x="1786822" y="283127"/>
                </a:lnTo>
                <a:lnTo>
                  <a:pt x="1786180" y="283228"/>
                </a:lnTo>
                <a:lnTo>
                  <a:pt x="1785545" y="283343"/>
                </a:lnTo>
                <a:lnTo>
                  <a:pt x="1784915" y="283471"/>
                </a:lnTo>
                <a:lnTo>
                  <a:pt x="1784293" y="283613"/>
                </a:lnTo>
                <a:lnTo>
                  <a:pt x="1783677" y="283768"/>
                </a:lnTo>
                <a:lnTo>
                  <a:pt x="1783067" y="283937"/>
                </a:lnTo>
                <a:lnTo>
                  <a:pt x="1782464" y="284119"/>
                </a:lnTo>
                <a:lnTo>
                  <a:pt x="1781867" y="284315"/>
                </a:lnTo>
                <a:lnTo>
                  <a:pt x="1781277" y="284524"/>
                </a:lnTo>
                <a:lnTo>
                  <a:pt x="1780693" y="284747"/>
                </a:lnTo>
                <a:lnTo>
                  <a:pt x="1780116" y="284983"/>
                </a:lnTo>
                <a:lnTo>
                  <a:pt x="1779545" y="285233"/>
                </a:lnTo>
                <a:lnTo>
                  <a:pt x="1778981" y="285496"/>
                </a:lnTo>
                <a:lnTo>
                  <a:pt x="1778423" y="285773"/>
                </a:lnTo>
                <a:lnTo>
                  <a:pt x="1777871" y="286063"/>
                </a:lnTo>
                <a:lnTo>
                  <a:pt x="1777326" y="286367"/>
                </a:lnTo>
                <a:lnTo>
                  <a:pt x="1776787" y="286684"/>
                </a:lnTo>
                <a:lnTo>
                  <a:pt x="1776272" y="287000"/>
                </a:lnTo>
                <a:lnTo>
                  <a:pt x="1775767" y="287325"/>
                </a:lnTo>
                <a:lnTo>
                  <a:pt x="1775274" y="287662"/>
                </a:lnTo>
                <a:lnTo>
                  <a:pt x="1774791" y="288009"/>
                </a:lnTo>
                <a:lnTo>
                  <a:pt x="1774320" y="288366"/>
                </a:lnTo>
                <a:lnTo>
                  <a:pt x="1773860" y="288734"/>
                </a:lnTo>
                <a:lnTo>
                  <a:pt x="1773412" y="289113"/>
                </a:lnTo>
                <a:lnTo>
                  <a:pt x="1772974" y="289502"/>
                </a:lnTo>
                <a:lnTo>
                  <a:pt x="1772547" y="289902"/>
                </a:lnTo>
                <a:lnTo>
                  <a:pt x="1772132" y="290312"/>
                </a:lnTo>
                <a:lnTo>
                  <a:pt x="1771728" y="290733"/>
                </a:lnTo>
                <a:lnTo>
                  <a:pt x="1771335" y="291165"/>
                </a:lnTo>
                <a:lnTo>
                  <a:pt x="1770953" y="291607"/>
                </a:lnTo>
                <a:lnTo>
                  <a:pt x="1770582" y="292059"/>
                </a:lnTo>
                <a:lnTo>
                  <a:pt x="1770223" y="292523"/>
                </a:lnTo>
                <a:lnTo>
                  <a:pt x="1769874" y="292996"/>
                </a:lnTo>
                <a:lnTo>
                  <a:pt x="1769537" y="293481"/>
                </a:lnTo>
                <a:lnTo>
                  <a:pt x="1769211" y="293975"/>
                </a:lnTo>
                <a:lnTo>
                  <a:pt x="1768896" y="294481"/>
                </a:lnTo>
                <a:lnTo>
                  <a:pt x="1768592" y="294997"/>
                </a:lnTo>
                <a:lnTo>
                  <a:pt x="1768300" y="295524"/>
                </a:lnTo>
                <a:lnTo>
                  <a:pt x="1768018" y="296061"/>
                </a:lnTo>
                <a:lnTo>
                  <a:pt x="1767748" y="296608"/>
                </a:lnTo>
                <a:lnTo>
                  <a:pt x="1767489" y="297167"/>
                </a:lnTo>
                <a:lnTo>
                  <a:pt x="1766643" y="284487"/>
                </a:lnTo>
                <a:lnTo>
                  <a:pt x="1731139" y="284487"/>
                </a:lnTo>
                <a:lnTo>
                  <a:pt x="1731139" y="297674"/>
                </a:lnTo>
                <a:lnTo>
                  <a:pt x="1752949" y="297674"/>
                </a:lnTo>
                <a:lnTo>
                  <a:pt x="1752949" y="357862"/>
                </a:lnTo>
                <a:lnTo>
                  <a:pt x="1730294" y="357862"/>
                </a:lnTo>
                <a:close/>
                <a:moveTo>
                  <a:pt x="1286992" y="778056"/>
                </a:moveTo>
                <a:lnTo>
                  <a:pt x="1286992" y="753203"/>
                </a:lnTo>
                <a:lnTo>
                  <a:pt x="1272452" y="753203"/>
                </a:lnTo>
                <a:lnTo>
                  <a:pt x="1272452" y="778056"/>
                </a:lnTo>
                <a:lnTo>
                  <a:pt x="1276341" y="800204"/>
                </a:lnTo>
                <a:lnTo>
                  <a:pt x="1283103" y="800204"/>
                </a:lnTo>
                <a:lnTo>
                  <a:pt x="1286992" y="778056"/>
                </a:lnTo>
                <a:close/>
                <a:moveTo>
                  <a:pt x="1349527" y="1061136"/>
                </a:moveTo>
                <a:lnTo>
                  <a:pt x="1349593" y="1060664"/>
                </a:lnTo>
                <a:lnTo>
                  <a:pt x="1349668" y="1060197"/>
                </a:lnTo>
                <a:lnTo>
                  <a:pt x="1349752" y="1059734"/>
                </a:lnTo>
                <a:lnTo>
                  <a:pt x="1349844" y="1059276"/>
                </a:lnTo>
                <a:lnTo>
                  <a:pt x="1349946" y="1058823"/>
                </a:lnTo>
                <a:lnTo>
                  <a:pt x="1350056" y="1058374"/>
                </a:lnTo>
                <a:lnTo>
                  <a:pt x="1350175" y="1057931"/>
                </a:lnTo>
                <a:lnTo>
                  <a:pt x="1350302" y="1057492"/>
                </a:lnTo>
                <a:lnTo>
                  <a:pt x="1350439" y="1057057"/>
                </a:lnTo>
                <a:lnTo>
                  <a:pt x="1350584" y="1056627"/>
                </a:lnTo>
                <a:lnTo>
                  <a:pt x="1350738" y="1056202"/>
                </a:lnTo>
                <a:lnTo>
                  <a:pt x="1350901" y="1055782"/>
                </a:lnTo>
                <a:lnTo>
                  <a:pt x="1351073" y="1055367"/>
                </a:lnTo>
                <a:lnTo>
                  <a:pt x="1351253" y="1054956"/>
                </a:lnTo>
                <a:lnTo>
                  <a:pt x="1351443" y="1054549"/>
                </a:lnTo>
                <a:lnTo>
                  <a:pt x="1351641" y="1054148"/>
                </a:lnTo>
                <a:lnTo>
                  <a:pt x="1351848" y="1053751"/>
                </a:lnTo>
                <a:lnTo>
                  <a:pt x="1352077" y="1053346"/>
                </a:lnTo>
                <a:lnTo>
                  <a:pt x="1352313" y="1052949"/>
                </a:lnTo>
                <a:lnTo>
                  <a:pt x="1352556" y="1052560"/>
                </a:lnTo>
                <a:lnTo>
                  <a:pt x="1352806" y="1052178"/>
                </a:lnTo>
                <a:lnTo>
                  <a:pt x="1353063" y="1051803"/>
                </a:lnTo>
                <a:lnTo>
                  <a:pt x="1353327" y="1051437"/>
                </a:lnTo>
                <a:lnTo>
                  <a:pt x="1353598" y="1051078"/>
                </a:lnTo>
                <a:lnTo>
                  <a:pt x="1353877" y="1050727"/>
                </a:lnTo>
                <a:lnTo>
                  <a:pt x="1354162" y="1050383"/>
                </a:lnTo>
                <a:lnTo>
                  <a:pt x="1354454" y="1050047"/>
                </a:lnTo>
                <a:lnTo>
                  <a:pt x="1354754" y="1049718"/>
                </a:lnTo>
                <a:lnTo>
                  <a:pt x="1355060" y="1049397"/>
                </a:lnTo>
                <a:lnTo>
                  <a:pt x="1355373" y="1049084"/>
                </a:lnTo>
                <a:lnTo>
                  <a:pt x="1355694" y="1048779"/>
                </a:lnTo>
                <a:lnTo>
                  <a:pt x="1356022" y="1048481"/>
                </a:lnTo>
                <a:lnTo>
                  <a:pt x="1356356" y="1048190"/>
                </a:lnTo>
                <a:lnTo>
                  <a:pt x="1356698" y="1047908"/>
                </a:lnTo>
                <a:lnTo>
                  <a:pt x="1357047" y="1047633"/>
                </a:lnTo>
                <a:lnTo>
                  <a:pt x="1357402" y="1047365"/>
                </a:lnTo>
                <a:lnTo>
                  <a:pt x="1357765" y="1047106"/>
                </a:lnTo>
                <a:lnTo>
                  <a:pt x="1358135" y="1046853"/>
                </a:lnTo>
                <a:lnTo>
                  <a:pt x="1358512" y="1046609"/>
                </a:lnTo>
                <a:lnTo>
                  <a:pt x="1358896" y="1046372"/>
                </a:lnTo>
                <a:lnTo>
                  <a:pt x="1359287" y="1046143"/>
                </a:lnTo>
                <a:lnTo>
                  <a:pt x="1359683" y="1045908"/>
                </a:lnTo>
                <a:lnTo>
                  <a:pt x="1360083" y="1045684"/>
                </a:lnTo>
                <a:lnTo>
                  <a:pt x="1360486" y="1045469"/>
                </a:lnTo>
                <a:lnTo>
                  <a:pt x="1360893" y="1045265"/>
                </a:lnTo>
                <a:lnTo>
                  <a:pt x="1361303" y="1045070"/>
                </a:lnTo>
                <a:lnTo>
                  <a:pt x="1361717" y="1044885"/>
                </a:lnTo>
                <a:lnTo>
                  <a:pt x="1362134" y="1044711"/>
                </a:lnTo>
                <a:lnTo>
                  <a:pt x="1362555" y="1044546"/>
                </a:lnTo>
                <a:lnTo>
                  <a:pt x="1362980" y="1044391"/>
                </a:lnTo>
                <a:lnTo>
                  <a:pt x="1363408" y="1044247"/>
                </a:lnTo>
                <a:lnTo>
                  <a:pt x="1363839" y="1044112"/>
                </a:lnTo>
                <a:lnTo>
                  <a:pt x="1364274" y="1043987"/>
                </a:lnTo>
                <a:lnTo>
                  <a:pt x="1364713" y="1043872"/>
                </a:lnTo>
                <a:lnTo>
                  <a:pt x="1365155" y="1043768"/>
                </a:lnTo>
                <a:lnTo>
                  <a:pt x="1365600" y="1043673"/>
                </a:lnTo>
                <a:lnTo>
                  <a:pt x="1366049" y="1043588"/>
                </a:lnTo>
                <a:lnTo>
                  <a:pt x="1366502" y="1043513"/>
                </a:lnTo>
                <a:lnTo>
                  <a:pt x="1366958" y="1043448"/>
                </a:lnTo>
                <a:lnTo>
                  <a:pt x="1367418" y="1043393"/>
                </a:lnTo>
                <a:lnTo>
                  <a:pt x="1367881" y="1043349"/>
                </a:lnTo>
                <a:lnTo>
                  <a:pt x="1368348" y="1043314"/>
                </a:lnTo>
                <a:lnTo>
                  <a:pt x="1368818" y="1043289"/>
                </a:lnTo>
                <a:lnTo>
                  <a:pt x="1369292" y="1043274"/>
                </a:lnTo>
                <a:lnTo>
                  <a:pt x="1369769" y="1043269"/>
                </a:lnTo>
                <a:lnTo>
                  <a:pt x="1370495" y="1043278"/>
                </a:lnTo>
                <a:lnTo>
                  <a:pt x="1371208" y="1043306"/>
                </a:lnTo>
                <a:lnTo>
                  <a:pt x="1371909" y="1043353"/>
                </a:lnTo>
                <a:lnTo>
                  <a:pt x="1372596" y="1043419"/>
                </a:lnTo>
                <a:lnTo>
                  <a:pt x="1373271" y="1043504"/>
                </a:lnTo>
                <a:lnTo>
                  <a:pt x="1373932" y="1043607"/>
                </a:lnTo>
                <a:lnTo>
                  <a:pt x="1374581" y="1043729"/>
                </a:lnTo>
                <a:lnTo>
                  <a:pt x="1375217" y="1043870"/>
                </a:lnTo>
                <a:lnTo>
                  <a:pt x="1375839" y="1044030"/>
                </a:lnTo>
                <a:lnTo>
                  <a:pt x="1376449" y="1044208"/>
                </a:lnTo>
                <a:lnTo>
                  <a:pt x="1377046" y="1044405"/>
                </a:lnTo>
                <a:lnTo>
                  <a:pt x="1377630" y="1044621"/>
                </a:lnTo>
                <a:lnTo>
                  <a:pt x="1378202" y="1044856"/>
                </a:lnTo>
                <a:lnTo>
                  <a:pt x="1378760" y="1045110"/>
                </a:lnTo>
                <a:lnTo>
                  <a:pt x="1379305" y="1045382"/>
                </a:lnTo>
                <a:lnTo>
                  <a:pt x="1379838" y="1045673"/>
                </a:lnTo>
                <a:lnTo>
                  <a:pt x="1380357" y="1045983"/>
                </a:lnTo>
                <a:lnTo>
                  <a:pt x="1380864" y="1046312"/>
                </a:lnTo>
                <a:lnTo>
                  <a:pt x="1381358" y="1046660"/>
                </a:lnTo>
                <a:lnTo>
                  <a:pt x="1381838" y="1047026"/>
                </a:lnTo>
                <a:lnTo>
                  <a:pt x="1382306" y="1047411"/>
                </a:lnTo>
                <a:lnTo>
                  <a:pt x="1382761" y="1047815"/>
                </a:lnTo>
                <a:lnTo>
                  <a:pt x="1383203" y="1048238"/>
                </a:lnTo>
                <a:lnTo>
                  <a:pt x="1383632" y="1048679"/>
                </a:lnTo>
                <a:lnTo>
                  <a:pt x="1384046" y="1049125"/>
                </a:lnTo>
                <a:lnTo>
                  <a:pt x="1384442" y="1049590"/>
                </a:lnTo>
                <a:lnTo>
                  <a:pt x="1384821" y="1050074"/>
                </a:lnTo>
                <a:lnTo>
                  <a:pt x="1385182" y="1050576"/>
                </a:lnTo>
                <a:lnTo>
                  <a:pt x="1385526" y="1051098"/>
                </a:lnTo>
                <a:lnTo>
                  <a:pt x="1385851" y="1051638"/>
                </a:lnTo>
                <a:lnTo>
                  <a:pt x="1386160" y="1052197"/>
                </a:lnTo>
                <a:lnTo>
                  <a:pt x="1386450" y="1052774"/>
                </a:lnTo>
                <a:lnTo>
                  <a:pt x="1386723" y="1053371"/>
                </a:lnTo>
                <a:lnTo>
                  <a:pt x="1386978" y="1053986"/>
                </a:lnTo>
                <a:lnTo>
                  <a:pt x="1387216" y="1054620"/>
                </a:lnTo>
                <a:lnTo>
                  <a:pt x="1387436" y="1055273"/>
                </a:lnTo>
                <a:lnTo>
                  <a:pt x="1387639" y="1055944"/>
                </a:lnTo>
                <a:lnTo>
                  <a:pt x="1387824" y="1056635"/>
                </a:lnTo>
                <a:lnTo>
                  <a:pt x="1387991" y="1057344"/>
                </a:lnTo>
                <a:lnTo>
                  <a:pt x="1388141" y="1058072"/>
                </a:lnTo>
                <a:lnTo>
                  <a:pt x="1388273" y="1058818"/>
                </a:lnTo>
                <a:lnTo>
                  <a:pt x="1388387" y="1059584"/>
                </a:lnTo>
                <a:lnTo>
                  <a:pt x="1388484" y="1060368"/>
                </a:lnTo>
                <a:lnTo>
                  <a:pt x="1388563" y="1061171"/>
                </a:lnTo>
                <a:lnTo>
                  <a:pt x="1388625" y="1061993"/>
                </a:lnTo>
                <a:lnTo>
                  <a:pt x="1388669" y="1062834"/>
                </a:lnTo>
                <a:lnTo>
                  <a:pt x="1388696" y="1063693"/>
                </a:lnTo>
                <a:lnTo>
                  <a:pt x="1388704" y="1064571"/>
                </a:lnTo>
                <a:lnTo>
                  <a:pt x="1388704" y="1118335"/>
                </a:lnTo>
                <a:lnTo>
                  <a:pt x="1405611" y="1118335"/>
                </a:lnTo>
                <a:lnTo>
                  <a:pt x="1405611" y="1060852"/>
                </a:lnTo>
                <a:lnTo>
                  <a:pt x="1405604" y="1059998"/>
                </a:lnTo>
                <a:lnTo>
                  <a:pt x="1405584" y="1059158"/>
                </a:lnTo>
                <a:lnTo>
                  <a:pt x="1405550" y="1058329"/>
                </a:lnTo>
                <a:lnTo>
                  <a:pt x="1405503" y="1057513"/>
                </a:lnTo>
                <a:lnTo>
                  <a:pt x="1405442" y="1056709"/>
                </a:lnTo>
                <a:lnTo>
                  <a:pt x="1405368" y="1055917"/>
                </a:lnTo>
                <a:lnTo>
                  <a:pt x="1405280" y="1055138"/>
                </a:lnTo>
                <a:lnTo>
                  <a:pt x="1405179" y="1054371"/>
                </a:lnTo>
                <a:lnTo>
                  <a:pt x="1405064" y="1053616"/>
                </a:lnTo>
                <a:lnTo>
                  <a:pt x="1404936" y="1052874"/>
                </a:lnTo>
                <a:lnTo>
                  <a:pt x="1404794" y="1052144"/>
                </a:lnTo>
                <a:lnTo>
                  <a:pt x="1404639" y="1051426"/>
                </a:lnTo>
                <a:lnTo>
                  <a:pt x="1404470" y="1050721"/>
                </a:lnTo>
                <a:lnTo>
                  <a:pt x="1404288" y="1050028"/>
                </a:lnTo>
                <a:lnTo>
                  <a:pt x="1404092" y="1049347"/>
                </a:lnTo>
                <a:lnTo>
                  <a:pt x="1403883" y="1048679"/>
                </a:lnTo>
                <a:lnTo>
                  <a:pt x="1403660" y="1048023"/>
                </a:lnTo>
                <a:lnTo>
                  <a:pt x="1403424" y="1047379"/>
                </a:lnTo>
                <a:lnTo>
                  <a:pt x="1403174" y="1046748"/>
                </a:lnTo>
                <a:lnTo>
                  <a:pt x="1402911" y="1046129"/>
                </a:lnTo>
                <a:lnTo>
                  <a:pt x="1402634" y="1045522"/>
                </a:lnTo>
                <a:lnTo>
                  <a:pt x="1402344" y="1044928"/>
                </a:lnTo>
                <a:lnTo>
                  <a:pt x="1402040" y="1044346"/>
                </a:lnTo>
                <a:lnTo>
                  <a:pt x="1401723" y="1043776"/>
                </a:lnTo>
                <a:lnTo>
                  <a:pt x="1401393" y="1043218"/>
                </a:lnTo>
                <a:lnTo>
                  <a:pt x="1401053" y="1042672"/>
                </a:lnTo>
                <a:lnTo>
                  <a:pt x="1400703" y="1042138"/>
                </a:lnTo>
                <a:lnTo>
                  <a:pt x="1400342" y="1041616"/>
                </a:lnTo>
                <a:lnTo>
                  <a:pt x="1399970" y="1041105"/>
                </a:lnTo>
                <a:lnTo>
                  <a:pt x="1399588" y="1040606"/>
                </a:lnTo>
                <a:lnTo>
                  <a:pt x="1399195" y="1040119"/>
                </a:lnTo>
                <a:lnTo>
                  <a:pt x="1398792" y="1039643"/>
                </a:lnTo>
                <a:lnTo>
                  <a:pt x="1398378" y="1039179"/>
                </a:lnTo>
                <a:lnTo>
                  <a:pt x="1397954" y="1038727"/>
                </a:lnTo>
                <a:lnTo>
                  <a:pt x="1397519" y="1038287"/>
                </a:lnTo>
                <a:lnTo>
                  <a:pt x="1397073" y="1037859"/>
                </a:lnTo>
                <a:lnTo>
                  <a:pt x="1396617" y="1037442"/>
                </a:lnTo>
                <a:lnTo>
                  <a:pt x="1396150" y="1037037"/>
                </a:lnTo>
                <a:lnTo>
                  <a:pt x="1395673" y="1036643"/>
                </a:lnTo>
                <a:lnTo>
                  <a:pt x="1395185" y="1036262"/>
                </a:lnTo>
                <a:lnTo>
                  <a:pt x="1394687" y="1035892"/>
                </a:lnTo>
                <a:lnTo>
                  <a:pt x="1394178" y="1035534"/>
                </a:lnTo>
                <a:lnTo>
                  <a:pt x="1393658" y="1035188"/>
                </a:lnTo>
                <a:lnTo>
                  <a:pt x="1393128" y="1034853"/>
                </a:lnTo>
                <a:lnTo>
                  <a:pt x="1392588" y="1034530"/>
                </a:lnTo>
                <a:lnTo>
                  <a:pt x="1392036" y="1034219"/>
                </a:lnTo>
                <a:lnTo>
                  <a:pt x="1391475" y="1033920"/>
                </a:lnTo>
                <a:lnTo>
                  <a:pt x="1390902" y="1033632"/>
                </a:lnTo>
                <a:lnTo>
                  <a:pt x="1390335" y="1033356"/>
                </a:lnTo>
                <a:lnTo>
                  <a:pt x="1389762" y="1033092"/>
                </a:lnTo>
                <a:lnTo>
                  <a:pt x="1389183" y="1032840"/>
                </a:lnTo>
                <a:lnTo>
                  <a:pt x="1388596" y="1032599"/>
                </a:lnTo>
                <a:lnTo>
                  <a:pt x="1388004" y="1032370"/>
                </a:lnTo>
                <a:lnTo>
                  <a:pt x="1387405" y="1032153"/>
                </a:lnTo>
                <a:lnTo>
                  <a:pt x="1386799" y="1031947"/>
                </a:lnTo>
                <a:lnTo>
                  <a:pt x="1386187" y="1031754"/>
                </a:lnTo>
                <a:lnTo>
                  <a:pt x="1385569" y="1031572"/>
                </a:lnTo>
                <a:lnTo>
                  <a:pt x="1384944" y="1031401"/>
                </a:lnTo>
                <a:lnTo>
                  <a:pt x="1384312" y="1031243"/>
                </a:lnTo>
                <a:lnTo>
                  <a:pt x="1383675" y="1031096"/>
                </a:lnTo>
                <a:lnTo>
                  <a:pt x="1383030" y="1030961"/>
                </a:lnTo>
                <a:lnTo>
                  <a:pt x="1382380" y="1030838"/>
                </a:lnTo>
                <a:lnTo>
                  <a:pt x="1381722" y="1030726"/>
                </a:lnTo>
                <a:lnTo>
                  <a:pt x="1381059" y="1030626"/>
                </a:lnTo>
                <a:lnTo>
                  <a:pt x="1380389" y="1030538"/>
                </a:lnTo>
                <a:lnTo>
                  <a:pt x="1379712" y="1030462"/>
                </a:lnTo>
                <a:lnTo>
                  <a:pt x="1379029" y="1030397"/>
                </a:lnTo>
                <a:lnTo>
                  <a:pt x="1378340" y="1030345"/>
                </a:lnTo>
                <a:lnTo>
                  <a:pt x="1377644" y="1030304"/>
                </a:lnTo>
                <a:lnTo>
                  <a:pt x="1376941" y="1030274"/>
                </a:lnTo>
                <a:lnTo>
                  <a:pt x="1376232" y="1030257"/>
                </a:lnTo>
                <a:lnTo>
                  <a:pt x="1375517" y="1030251"/>
                </a:lnTo>
                <a:lnTo>
                  <a:pt x="1374884" y="1030257"/>
                </a:lnTo>
                <a:lnTo>
                  <a:pt x="1374253" y="1030274"/>
                </a:lnTo>
                <a:lnTo>
                  <a:pt x="1373623" y="1030304"/>
                </a:lnTo>
                <a:lnTo>
                  <a:pt x="1372995" y="1030345"/>
                </a:lnTo>
                <a:lnTo>
                  <a:pt x="1372369" y="1030397"/>
                </a:lnTo>
                <a:lnTo>
                  <a:pt x="1371745" y="1030462"/>
                </a:lnTo>
                <a:lnTo>
                  <a:pt x="1371122" y="1030538"/>
                </a:lnTo>
                <a:lnTo>
                  <a:pt x="1370501" y="1030626"/>
                </a:lnTo>
                <a:lnTo>
                  <a:pt x="1369882" y="1030726"/>
                </a:lnTo>
                <a:lnTo>
                  <a:pt x="1369265" y="1030838"/>
                </a:lnTo>
                <a:lnTo>
                  <a:pt x="1368650" y="1030961"/>
                </a:lnTo>
                <a:lnTo>
                  <a:pt x="1368036" y="1031096"/>
                </a:lnTo>
                <a:lnTo>
                  <a:pt x="1367424" y="1031243"/>
                </a:lnTo>
                <a:lnTo>
                  <a:pt x="1366814" y="1031401"/>
                </a:lnTo>
                <a:lnTo>
                  <a:pt x="1366205" y="1031572"/>
                </a:lnTo>
                <a:lnTo>
                  <a:pt x="1365599" y="1031754"/>
                </a:lnTo>
                <a:lnTo>
                  <a:pt x="1364994" y="1031947"/>
                </a:lnTo>
                <a:lnTo>
                  <a:pt x="1364390" y="1032153"/>
                </a:lnTo>
                <a:lnTo>
                  <a:pt x="1363789" y="1032370"/>
                </a:lnTo>
                <a:lnTo>
                  <a:pt x="1363189" y="1032599"/>
                </a:lnTo>
                <a:lnTo>
                  <a:pt x="1362591" y="1032840"/>
                </a:lnTo>
                <a:lnTo>
                  <a:pt x="1361995" y="1033092"/>
                </a:lnTo>
                <a:lnTo>
                  <a:pt x="1361401" y="1033356"/>
                </a:lnTo>
                <a:lnTo>
                  <a:pt x="1360808" y="1033632"/>
                </a:lnTo>
                <a:lnTo>
                  <a:pt x="1360221" y="1033906"/>
                </a:lnTo>
                <a:lnTo>
                  <a:pt x="1359644" y="1034191"/>
                </a:lnTo>
                <a:lnTo>
                  <a:pt x="1359075" y="1034488"/>
                </a:lnTo>
                <a:lnTo>
                  <a:pt x="1358516" y="1034797"/>
                </a:lnTo>
                <a:lnTo>
                  <a:pt x="1357967" y="1035117"/>
                </a:lnTo>
                <a:lnTo>
                  <a:pt x="1357427" y="1035450"/>
                </a:lnTo>
                <a:lnTo>
                  <a:pt x="1356896" y="1035794"/>
                </a:lnTo>
                <a:lnTo>
                  <a:pt x="1356375" y="1036149"/>
                </a:lnTo>
                <a:lnTo>
                  <a:pt x="1355863" y="1036517"/>
                </a:lnTo>
                <a:lnTo>
                  <a:pt x="1355361" y="1036896"/>
                </a:lnTo>
                <a:lnTo>
                  <a:pt x="1354867" y="1037287"/>
                </a:lnTo>
                <a:lnTo>
                  <a:pt x="1354384" y="1037690"/>
                </a:lnTo>
                <a:lnTo>
                  <a:pt x="1353909" y="1038104"/>
                </a:lnTo>
                <a:lnTo>
                  <a:pt x="1353444" y="1038530"/>
                </a:lnTo>
                <a:lnTo>
                  <a:pt x="1352989" y="1038968"/>
                </a:lnTo>
                <a:lnTo>
                  <a:pt x="1352543" y="1039418"/>
                </a:lnTo>
                <a:lnTo>
                  <a:pt x="1352106" y="1039879"/>
                </a:lnTo>
                <a:lnTo>
                  <a:pt x="1351679" y="1040352"/>
                </a:lnTo>
                <a:lnTo>
                  <a:pt x="1351261" y="1040837"/>
                </a:lnTo>
                <a:lnTo>
                  <a:pt x="1350852" y="1041334"/>
                </a:lnTo>
                <a:lnTo>
                  <a:pt x="1350453" y="1041842"/>
                </a:lnTo>
                <a:lnTo>
                  <a:pt x="1350063" y="1042362"/>
                </a:lnTo>
                <a:lnTo>
                  <a:pt x="1349683" y="1042894"/>
                </a:lnTo>
                <a:lnTo>
                  <a:pt x="1349312" y="1043438"/>
                </a:lnTo>
                <a:lnTo>
                  <a:pt x="1349312" y="996606"/>
                </a:lnTo>
                <a:lnTo>
                  <a:pt x="1332405" y="996606"/>
                </a:lnTo>
                <a:lnTo>
                  <a:pt x="1332405" y="1118335"/>
                </a:lnTo>
                <a:lnTo>
                  <a:pt x="1349312" y="1118335"/>
                </a:lnTo>
                <a:lnTo>
                  <a:pt x="1349312" y="1064571"/>
                </a:lnTo>
                <a:lnTo>
                  <a:pt x="1349316" y="1064066"/>
                </a:lnTo>
                <a:lnTo>
                  <a:pt x="1349329" y="1063566"/>
                </a:lnTo>
                <a:lnTo>
                  <a:pt x="1349351" y="1063071"/>
                </a:lnTo>
                <a:lnTo>
                  <a:pt x="1349382" y="1062580"/>
                </a:lnTo>
                <a:lnTo>
                  <a:pt x="1349422" y="1062094"/>
                </a:lnTo>
                <a:lnTo>
                  <a:pt x="1349470" y="1061613"/>
                </a:lnTo>
                <a:lnTo>
                  <a:pt x="1349527" y="1061136"/>
                </a:lnTo>
                <a:close/>
                <a:moveTo>
                  <a:pt x="1566976" y="1061528"/>
                </a:moveTo>
                <a:lnTo>
                  <a:pt x="1567030" y="1061092"/>
                </a:lnTo>
                <a:lnTo>
                  <a:pt x="1567092" y="1060658"/>
                </a:lnTo>
                <a:lnTo>
                  <a:pt x="1567160" y="1060226"/>
                </a:lnTo>
                <a:lnTo>
                  <a:pt x="1567234" y="1059795"/>
                </a:lnTo>
                <a:lnTo>
                  <a:pt x="1567315" y="1059366"/>
                </a:lnTo>
                <a:lnTo>
                  <a:pt x="1567402" y="1058939"/>
                </a:lnTo>
                <a:lnTo>
                  <a:pt x="1567495" y="1058514"/>
                </a:lnTo>
                <a:lnTo>
                  <a:pt x="1567596" y="1058090"/>
                </a:lnTo>
                <a:lnTo>
                  <a:pt x="1567702" y="1057669"/>
                </a:lnTo>
                <a:lnTo>
                  <a:pt x="1567815" y="1057249"/>
                </a:lnTo>
                <a:lnTo>
                  <a:pt x="1567935" y="1056830"/>
                </a:lnTo>
                <a:lnTo>
                  <a:pt x="1568060" y="1056414"/>
                </a:lnTo>
                <a:lnTo>
                  <a:pt x="1568193" y="1055999"/>
                </a:lnTo>
                <a:lnTo>
                  <a:pt x="1568332" y="1055586"/>
                </a:lnTo>
                <a:lnTo>
                  <a:pt x="1568477" y="1055175"/>
                </a:lnTo>
                <a:lnTo>
                  <a:pt x="1568629" y="1054765"/>
                </a:lnTo>
                <a:lnTo>
                  <a:pt x="1568787" y="1054360"/>
                </a:lnTo>
                <a:lnTo>
                  <a:pt x="1568952" y="1053960"/>
                </a:lnTo>
                <a:lnTo>
                  <a:pt x="1569123" y="1053566"/>
                </a:lnTo>
                <a:lnTo>
                  <a:pt x="1569300" y="1053178"/>
                </a:lnTo>
                <a:lnTo>
                  <a:pt x="1569484" y="1052796"/>
                </a:lnTo>
                <a:lnTo>
                  <a:pt x="1569675" y="1052420"/>
                </a:lnTo>
                <a:lnTo>
                  <a:pt x="1569872" y="1052049"/>
                </a:lnTo>
                <a:lnTo>
                  <a:pt x="1570075" y="1051685"/>
                </a:lnTo>
                <a:lnTo>
                  <a:pt x="1570285" y="1051326"/>
                </a:lnTo>
                <a:lnTo>
                  <a:pt x="1570501" y="1050973"/>
                </a:lnTo>
                <a:lnTo>
                  <a:pt x="1570724" y="1050626"/>
                </a:lnTo>
                <a:lnTo>
                  <a:pt x="1570953" y="1050285"/>
                </a:lnTo>
                <a:lnTo>
                  <a:pt x="1571189" y="1049950"/>
                </a:lnTo>
                <a:lnTo>
                  <a:pt x="1571431" y="1049621"/>
                </a:lnTo>
                <a:lnTo>
                  <a:pt x="1571680" y="1049297"/>
                </a:lnTo>
                <a:lnTo>
                  <a:pt x="1571935" y="1048980"/>
                </a:lnTo>
                <a:lnTo>
                  <a:pt x="1572196" y="1048668"/>
                </a:lnTo>
                <a:lnTo>
                  <a:pt x="1572464" y="1048362"/>
                </a:lnTo>
                <a:lnTo>
                  <a:pt x="1572739" y="1048062"/>
                </a:lnTo>
                <a:lnTo>
                  <a:pt x="1573020" y="1047768"/>
                </a:lnTo>
                <a:lnTo>
                  <a:pt x="1573307" y="1047480"/>
                </a:lnTo>
                <a:lnTo>
                  <a:pt x="1573601" y="1047197"/>
                </a:lnTo>
                <a:lnTo>
                  <a:pt x="1573901" y="1046921"/>
                </a:lnTo>
                <a:lnTo>
                  <a:pt x="1574208" y="1046650"/>
                </a:lnTo>
                <a:lnTo>
                  <a:pt x="1574535" y="1046388"/>
                </a:lnTo>
                <a:lnTo>
                  <a:pt x="1574868" y="1046137"/>
                </a:lnTo>
                <a:lnTo>
                  <a:pt x="1575206" y="1045897"/>
                </a:lnTo>
                <a:lnTo>
                  <a:pt x="1575551" y="1045669"/>
                </a:lnTo>
                <a:lnTo>
                  <a:pt x="1575902" y="1045451"/>
                </a:lnTo>
                <a:lnTo>
                  <a:pt x="1576258" y="1045245"/>
                </a:lnTo>
                <a:lnTo>
                  <a:pt x="1576620" y="1045050"/>
                </a:lnTo>
                <a:lnTo>
                  <a:pt x="1576988" y="1044865"/>
                </a:lnTo>
                <a:lnTo>
                  <a:pt x="1577362" y="1044693"/>
                </a:lnTo>
                <a:lnTo>
                  <a:pt x="1577742" y="1044531"/>
                </a:lnTo>
                <a:lnTo>
                  <a:pt x="1578128" y="1044380"/>
                </a:lnTo>
                <a:lnTo>
                  <a:pt x="1578519" y="1044241"/>
                </a:lnTo>
                <a:lnTo>
                  <a:pt x="1578917" y="1044113"/>
                </a:lnTo>
                <a:lnTo>
                  <a:pt x="1579320" y="1043996"/>
                </a:lnTo>
                <a:lnTo>
                  <a:pt x="1579729" y="1043890"/>
                </a:lnTo>
                <a:lnTo>
                  <a:pt x="1580144" y="1043795"/>
                </a:lnTo>
                <a:lnTo>
                  <a:pt x="1580565" y="1043711"/>
                </a:lnTo>
                <a:lnTo>
                  <a:pt x="1580992" y="1043639"/>
                </a:lnTo>
                <a:lnTo>
                  <a:pt x="1581424" y="1043577"/>
                </a:lnTo>
                <a:lnTo>
                  <a:pt x="1581863" y="1043527"/>
                </a:lnTo>
                <a:lnTo>
                  <a:pt x="1582307" y="1043488"/>
                </a:lnTo>
                <a:lnTo>
                  <a:pt x="1582758" y="1043460"/>
                </a:lnTo>
                <a:lnTo>
                  <a:pt x="1583214" y="1043443"/>
                </a:lnTo>
                <a:lnTo>
                  <a:pt x="1583676" y="1043438"/>
                </a:lnTo>
                <a:lnTo>
                  <a:pt x="1584151" y="1043442"/>
                </a:lnTo>
                <a:lnTo>
                  <a:pt x="1584619" y="1043456"/>
                </a:lnTo>
                <a:lnTo>
                  <a:pt x="1585079" y="1043478"/>
                </a:lnTo>
                <a:lnTo>
                  <a:pt x="1585531" y="1043508"/>
                </a:lnTo>
                <a:lnTo>
                  <a:pt x="1585975" y="1043548"/>
                </a:lnTo>
                <a:lnTo>
                  <a:pt x="1586413" y="1043596"/>
                </a:lnTo>
                <a:lnTo>
                  <a:pt x="1586842" y="1043654"/>
                </a:lnTo>
                <a:lnTo>
                  <a:pt x="1587264" y="1043720"/>
                </a:lnTo>
                <a:lnTo>
                  <a:pt x="1587678" y="1043794"/>
                </a:lnTo>
                <a:lnTo>
                  <a:pt x="1588084" y="1043878"/>
                </a:lnTo>
                <a:lnTo>
                  <a:pt x="1588483" y="1043971"/>
                </a:lnTo>
                <a:lnTo>
                  <a:pt x="1588875" y="1044072"/>
                </a:lnTo>
                <a:lnTo>
                  <a:pt x="1589258" y="1044182"/>
                </a:lnTo>
                <a:lnTo>
                  <a:pt x="1589634" y="1044301"/>
                </a:lnTo>
                <a:lnTo>
                  <a:pt x="1590003" y="1044428"/>
                </a:lnTo>
                <a:lnTo>
                  <a:pt x="1590363" y="1044565"/>
                </a:lnTo>
                <a:lnTo>
                  <a:pt x="1590716" y="1044710"/>
                </a:lnTo>
                <a:lnTo>
                  <a:pt x="1591062" y="1044864"/>
                </a:lnTo>
                <a:lnTo>
                  <a:pt x="1591400" y="1045027"/>
                </a:lnTo>
                <a:lnTo>
                  <a:pt x="1591730" y="1045199"/>
                </a:lnTo>
                <a:lnTo>
                  <a:pt x="1592052" y="1045379"/>
                </a:lnTo>
                <a:lnTo>
                  <a:pt x="1592367" y="1045569"/>
                </a:lnTo>
                <a:lnTo>
                  <a:pt x="1592675" y="1045767"/>
                </a:lnTo>
                <a:lnTo>
                  <a:pt x="1592974" y="1045974"/>
                </a:lnTo>
                <a:lnTo>
                  <a:pt x="1593281" y="1046174"/>
                </a:lnTo>
                <a:lnTo>
                  <a:pt x="1593580" y="1046379"/>
                </a:lnTo>
                <a:lnTo>
                  <a:pt x="1593873" y="1046589"/>
                </a:lnTo>
                <a:lnTo>
                  <a:pt x="1594158" y="1046805"/>
                </a:lnTo>
                <a:lnTo>
                  <a:pt x="1594436" y="1047026"/>
                </a:lnTo>
                <a:lnTo>
                  <a:pt x="1594707" y="1047252"/>
                </a:lnTo>
                <a:lnTo>
                  <a:pt x="1594972" y="1047484"/>
                </a:lnTo>
                <a:lnTo>
                  <a:pt x="1595229" y="1047721"/>
                </a:lnTo>
                <a:lnTo>
                  <a:pt x="1595479" y="1047963"/>
                </a:lnTo>
                <a:lnTo>
                  <a:pt x="1595722" y="1048211"/>
                </a:lnTo>
                <a:lnTo>
                  <a:pt x="1595958" y="1048463"/>
                </a:lnTo>
                <a:lnTo>
                  <a:pt x="1596187" y="1048721"/>
                </a:lnTo>
                <a:lnTo>
                  <a:pt x="1596409" y="1048985"/>
                </a:lnTo>
                <a:lnTo>
                  <a:pt x="1596624" y="1049253"/>
                </a:lnTo>
                <a:lnTo>
                  <a:pt x="1596831" y="1049527"/>
                </a:lnTo>
                <a:lnTo>
                  <a:pt x="1597032" y="1049806"/>
                </a:lnTo>
                <a:lnTo>
                  <a:pt x="1597226" y="1050091"/>
                </a:lnTo>
                <a:lnTo>
                  <a:pt x="1597413" y="1050380"/>
                </a:lnTo>
                <a:lnTo>
                  <a:pt x="1597592" y="1050675"/>
                </a:lnTo>
                <a:lnTo>
                  <a:pt x="1597765" y="1050975"/>
                </a:lnTo>
                <a:lnTo>
                  <a:pt x="1597930" y="1051281"/>
                </a:lnTo>
                <a:lnTo>
                  <a:pt x="1598089" y="1051592"/>
                </a:lnTo>
                <a:lnTo>
                  <a:pt x="1598240" y="1051908"/>
                </a:lnTo>
                <a:lnTo>
                  <a:pt x="1598385" y="1052229"/>
                </a:lnTo>
                <a:lnTo>
                  <a:pt x="1598536" y="1052555"/>
                </a:lnTo>
                <a:lnTo>
                  <a:pt x="1598682" y="1052882"/>
                </a:lnTo>
                <a:lnTo>
                  <a:pt x="1598820" y="1053212"/>
                </a:lnTo>
                <a:lnTo>
                  <a:pt x="1598953" y="1053544"/>
                </a:lnTo>
                <a:lnTo>
                  <a:pt x="1599079" y="1053879"/>
                </a:lnTo>
                <a:lnTo>
                  <a:pt x="1599198" y="1054216"/>
                </a:lnTo>
                <a:lnTo>
                  <a:pt x="1599311" y="1054555"/>
                </a:lnTo>
                <a:lnTo>
                  <a:pt x="1599418" y="1054897"/>
                </a:lnTo>
                <a:lnTo>
                  <a:pt x="1599518" y="1055241"/>
                </a:lnTo>
                <a:lnTo>
                  <a:pt x="1599612" y="1055587"/>
                </a:lnTo>
                <a:lnTo>
                  <a:pt x="1599699" y="1055936"/>
                </a:lnTo>
                <a:lnTo>
                  <a:pt x="1599779" y="1056287"/>
                </a:lnTo>
                <a:lnTo>
                  <a:pt x="1599854" y="1056640"/>
                </a:lnTo>
                <a:lnTo>
                  <a:pt x="1599921" y="1056996"/>
                </a:lnTo>
                <a:lnTo>
                  <a:pt x="1599983" y="1057354"/>
                </a:lnTo>
                <a:lnTo>
                  <a:pt x="1600038" y="1057715"/>
                </a:lnTo>
                <a:lnTo>
                  <a:pt x="1600086" y="1058078"/>
                </a:lnTo>
                <a:lnTo>
                  <a:pt x="1600128" y="1058443"/>
                </a:lnTo>
                <a:lnTo>
                  <a:pt x="1600164" y="1058810"/>
                </a:lnTo>
                <a:lnTo>
                  <a:pt x="1600193" y="1059180"/>
                </a:lnTo>
                <a:lnTo>
                  <a:pt x="1600215" y="1059552"/>
                </a:lnTo>
                <a:lnTo>
                  <a:pt x="1600231" y="1059927"/>
                </a:lnTo>
                <a:lnTo>
                  <a:pt x="1600241" y="1060304"/>
                </a:lnTo>
                <a:lnTo>
                  <a:pt x="1600244" y="1060683"/>
                </a:lnTo>
                <a:lnTo>
                  <a:pt x="1600244" y="1064233"/>
                </a:lnTo>
                <a:lnTo>
                  <a:pt x="1614615" y="1064233"/>
                </a:lnTo>
                <a:lnTo>
                  <a:pt x="1614643" y="1064051"/>
                </a:lnTo>
                <a:lnTo>
                  <a:pt x="1614669" y="1063872"/>
                </a:lnTo>
                <a:lnTo>
                  <a:pt x="1614694" y="1063694"/>
                </a:lnTo>
                <a:lnTo>
                  <a:pt x="1614718" y="1063519"/>
                </a:lnTo>
                <a:lnTo>
                  <a:pt x="1614741" y="1063347"/>
                </a:lnTo>
                <a:lnTo>
                  <a:pt x="1614763" y="1063177"/>
                </a:lnTo>
                <a:lnTo>
                  <a:pt x="1614784" y="1063009"/>
                </a:lnTo>
                <a:lnTo>
                  <a:pt x="1614803" y="1062843"/>
                </a:lnTo>
                <a:lnTo>
                  <a:pt x="1614821" y="1062680"/>
                </a:lnTo>
                <a:lnTo>
                  <a:pt x="1614838" y="1062519"/>
                </a:lnTo>
                <a:lnTo>
                  <a:pt x="1614854" y="1062361"/>
                </a:lnTo>
                <a:lnTo>
                  <a:pt x="1614869" y="1062204"/>
                </a:lnTo>
                <a:lnTo>
                  <a:pt x="1614882" y="1062051"/>
                </a:lnTo>
                <a:lnTo>
                  <a:pt x="1614895" y="1061899"/>
                </a:lnTo>
                <a:lnTo>
                  <a:pt x="1614906" y="1061750"/>
                </a:lnTo>
                <a:lnTo>
                  <a:pt x="1614916" y="1061603"/>
                </a:lnTo>
                <a:lnTo>
                  <a:pt x="1614924" y="1061459"/>
                </a:lnTo>
                <a:lnTo>
                  <a:pt x="1614932" y="1061317"/>
                </a:lnTo>
                <a:lnTo>
                  <a:pt x="1614939" y="1061177"/>
                </a:lnTo>
                <a:lnTo>
                  <a:pt x="1614944" y="1061040"/>
                </a:lnTo>
                <a:lnTo>
                  <a:pt x="1614948" y="1060905"/>
                </a:lnTo>
                <a:lnTo>
                  <a:pt x="1614951" y="1060772"/>
                </a:lnTo>
                <a:lnTo>
                  <a:pt x="1614953" y="1060642"/>
                </a:lnTo>
                <a:lnTo>
                  <a:pt x="1614953" y="1060514"/>
                </a:lnTo>
                <a:lnTo>
                  <a:pt x="1614967" y="1060373"/>
                </a:lnTo>
                <a:lnTo>
                  <a:pt x="1614980" y="1060231"/>
                </a:lnTo>
                <a:lnTo>
                  <a:pt x="1614993" y="1060088"/>
                </a:lnTo>
                <a:lnTo>
                  <a:pt x="1615005" y="1059945"/>
                </a:lnTo>
                <a:lnTo>
                  <a:pt x="1615016" y="1059802"/>
                </a:lnTo>
                <a:lnTo>
                  <a:pt x="1615027" y="1059658"/>
                </a:lnTo>
                <a:lnTo>
                  <a:pt x="1615037" y="1059513"/>
                </a:lnTo>
                <a:lnTo>
                  <a:pt x="1615047" y="1059368"/>
                </a:lnTo>
                <a:lnTo>
                  <a:pt x="1615056" y="1059222"/>
                </a:lnTo>
                <a:lnTo>
                  <a:pt x="1615065" y="1059075"/>
                </a:lnTo>
                <a:lnTo>
                  <a:pt x="1615073" y="1058928"/>
                </a:lnTo>
                <a:lnTo>
                  <a:pt x="1615080" y="1058781"/>
                </a:lnTo>
                <a:lnTo>
                  <a:pt x="1615087" y="1058633"/>
                </a:lnTo>
                <a:lnTo>
                  <a:pt x="1615093" y="1058484"/>
                </a:lnTo>
                <a:lnTo>
                  <a:pt x="1615098" y="1058334"/>
                </a:lnTo>
                <a:lnTo>
                  <a:pt x="1615103" y="1058184"/>
                </a:lnTo>
                <a:lnTo>
                  <a:pt x="1615108" y="1058034"/>
                </a:lnTo>
                <a:lnTo>
                  <a:pt x="1615112" y="1057883"/>
                </a:lnTo>
                <a:lnTo>
                  <a:pt x="1615115" y="1057731"/>
                </a:lnTo>
                <a:lnTo>
                  <a:pt x="1615118" y="1057578"/>
                </a:lnTo>
                <a:lnTo>
                  <a:pt x="1615120" y="1057426"/>
                </a:lnTo>
                <a:lnTo>
                  <a:pt x="1615121" y="1057272"/>
                </a:lnTo>
                <a:lnTo>
                  <a:pt x="1615122" y="1057118"/>
                </a:lnTo>
                <a:lnTo>
                  <a:pt x="1615122" y="1056963"/>
                </a:lnTo>
                <a:lnTo>
                  <a:pt x="1615110" y="1055998"/>
                </a:lnTo>
                <a:lnTo>
                  <a:pt x="1615074" y="1055048"/>
                </a:lnTo>
                <a:lnTo>
                  <a:pt x="1615014" y="1054113"/>
                </a:lnTo>
                <a:lnTo>
                  <a:pt x="1614930" y="1053192"/>
                </a:lnTo>
                <a:lnTo>
                  <a:pt x="1614821" y="1052286"/>
                </a:lnTo>
                <a:lnTo>
                  <a:pt x="1614689" y="1051395"/>
                </a:lnTo>
                <a:lnTo>
                  <a:pt x="1614533" y="1050518"/>
                </a:lnTo>
                <a:lnTo>
                  <a:pt x="1614352" y="1049656"/>
                </a:lnTo>
                <a:lnTo>
                  <a:pt x="1614147" y="1048808"/>
                </a:lnTo>
                <a:lnTo>
                  <a:pt x="1613919" y="1047976"/>
                </a:lnTo>
                <a:lnTo>
                  <a:pt x="1613666" y="1047157"/>
                </a:lnTo>
                <a:lnTo>
                  <a:pt x="1613389" y="1046354"/>
                </a:lnTo>
                <a:lnTo>
                  <a:pt x="1613088" y="1045565"/>
                </a:lnTo>
                <a:lnTo>
                  <a:pt x="1612763" y="1044791"/>
                </a:lnTo>
                <a:lnTo>
                  <a:pt x="1612414" y="1044032"/>
                </a:lnTo>
                <a:lnTo>
                  <a:pt x="1612041" y="1043287"/>
                </a:lnTo>
                <a:lnTo>
                  <a:pt x="1611644" y="1042557"/>
                </a:lnTo>
                <a:lnTo>
                  <a:pt x="1611223" y="1041842"/>
                </a:lnTo>
                <a:lnTo>
                  <a:pt x="1610778" y="1041141"/>
                </a:lnTo>
                <a:lnTo>
                  <a:pt x="1610308" y="1040456"/>
                </a:lnTo>
                <a:lnTo>
                  <a:pt x="1609815" y="1039784"/>
                </a:lnTo>
                <a:lnTo>
                  <a:pt x="1609298" y="1039128"/>
                </a:lnTo>
                <a:lnTo>
                  <a:pt x="1608756" y="1038486"/>
                </a:lnTo>
                <a:lnTo>
                  <a:pt x="1608190" y="1037859"/>
                </a:lnTo>
                <a:lnTo>
                  <a:pt x="1607617" y="1037238"/>
                </a:lnTo>
                <a:lnTo>
                  <a:pt x="1607022" y="1036643"/>
                </a:lnTo>
                <a:lnTo>
                  <a:pt x="1606407" y="1036075"/>
                </a:lnTo>
                <a:lnTo>
                  <a:pt x="1605772" y="1035534"/>
                </a:lnTo>
                <a:lnTo>
                  <a:pt x="1605116" y="1035019"/>
                </a:lnTo>
                <a:lnTo>
                  <a:pt x="1604439" y="1034530"/>
                </a:lnTo>
                <a:lnTo>
                  <a:pt x="1603742" y="1034068"/>
                </a:lnTo>
                <a:lnTo>
                  <a:pt x="1603024" y="1033632"/>
                </a:lnTo>
                <a:lnTo>
                  <a:pt x="1602286" y="1033222"/>
                </a:lnTo>
                <a:lnTo>
                  <a:pt x="1601528" y="1032839"/>
                </a:lnTo>
                <a:lnTo>
                  <a:pt x="1600748" y="1032483"/>
                </a:lnTo>
                <a:lnTo>
                  <a:pt x="1599948" y="1032153"/>
                </a:lnTo>
                <a:lnTo>
                  <a:pt x="1599128" y="1031849"/>
                </a:lnTo>
                <a:lnTo>
                  <a:pt x="1598287" y="1031571"/>
                </a:lnTo>
                <a:lnTo>
                  <a:pt x="1597426" y="1031321"/>
                </a:lnTo>
                <a:lnTo>
                  <a:pt x="1596544" y="1031096"/>
                </a:lnTo>
                <a:lnTo>
                  <a:pt x="1595641" y="1030898"/>
                </a:lnTo>
                <a:lnTo>
                  <a:pt x="1594718" y="1030726"/>
                </a:lnTo>
                <a:lnTo>
                  <a:pt x="1593774" y="1030581"/>
                </a:lnTo>
                <a:lnTo>
                  <a:pt x="1592810" y="1030462"/>
                </a:lnTo>
                <a:lnTo>
                  <a:pt x="1591825" y="1030370"/>
                </a:lnTo>
                <a:lnTo>
                  <a:pt x="1590820" y="1030304"/>
                </a:lnTo>
                <a:lnTo>
                  <a:pt x="1589794" y="1030264"/>
                </a:lnTo>
                <a:lnTo>
                  <a:pt x="1588748" y="1030251"/>
                </a:lnTo>
                <a:lnTo>
                  <a:pt x="1588061" y="1030257"/>
                </a:lnTo>
                <a:lnTo>
                  <a:pt x="1587380" y="1030278"/>
                </a:lnTo>
                <a:lnTo>
                  <a:pt x="1586706" y="1030311"/>
                </a:lnTo>
                <a:lnTo>
                  <a:pt x="1586038" y="1030359"/>
                </a:lnTo>
                <a:lnTo>
                  <a:pt x="1585377" y="1030419"/>
                </a:lnTo>
                <a:lnTo>
                  <a:pt x="1584722" y="1030494"/>
                </a:lnTo>
                <a:lnTo>
                  <a:pt x="1584073" y="1030581"/>
                </a:lnTo>
                <a:lnTo>
                  <a:pt x="1583431" y="1030683"/>
                </a:lnTo>
                <a:lnTo>
                  <a:pt x="1582796" y="1030797"/>
                </a:lnTo>
                <a:lnTo>
                  <a:pt x="1582167" y="1030926"/>
                </a:lnTo>
                <a:lnTo>
                  <a:pt x="1581544" y="1031067"/>
                </a:lnTo>
                <a:lnTo>
                  <a:pt x="1580928" y="1031223"/>
                </a:lnTo>
                <a:lnTo>
                  <a:pt x="1580319" y="1031391"/>
                </a:lnTo>
                <a:lnTo>
                  <a:pt x="1579716" y="1031574"/>
                </a:lnTo>
                <a:lnTo>
                  <a:pt x="1579119" y="1031769"/>
                </a:lnTo>
                <a:lnTo>
                  <a:pt x="1578529" y="1031979"/>
                </a:lnTo>
                <a:lnTo>
                  <a:pt x="1577945" y="1032202"/>
                </a:lnTo>
                <a:lnTo>
                  <a:pt x="1577367" y="1032438"/>
                </a:lnTo>
                <a:lnTo>
                  <a:pt x="1576797" y="1032688"/>
                </a:lnTo>
                <a:lnTo>
                  <a:pt x="1576232" y="1032951"/>
                </a:lnTo>
                <a:lnTo>
                  <a:pt x="1575674" y="1033228"/>
                </a:lnTo>
                <a:lnTo>
                  <a:pt x="1575123" y="1033518"/>
                </a:lnTo>
                <a:lnTo>
                  <a:pt x="1574578" y="1033822"/>
                </a:lnTo>
                <a:lnTo>
                  <a:pt x="1574039" y="1034139"/>
                </a:lnTo>
                <a:lnTo>
                  <a:pt x="1573523" y="1034454"/>
                </a:lnTo>
                <a:lnTo>
                  <a:pt x="1573019" y="1034780"/>
                </a:lnTo>
                <a:lnTo>
                  <a:pt x="1572525" y="1035116"/>
                </a:lnTo>
                <a:lnTo>
                  <a:pt x="1572043" y="1035463"/>
                </a:lnTo>
                <a:lnTo>
                  <a:pt x="1571572" y="1035821"/>
                </a:lnTo>
                <a:lnTo>
                  <a:pt x="1571112" y="1036189"/>
                </a:lnTo>
                <a:lnTo>
                  <a:pt x="1570663" y="1036568"/>
                </a:lnTo>
                <a:lnTo>
                  <a:pt x="1570225" y="1036957"/>
                </a:lnTo>
                <a:lnTo>
                  <a:pt x="1569799" y="1037357"/>
                </a:lnTo>
                <a:lnTo>
                  <a:pt x="1569384" y="1037767"/>
                </a:lnTo>
                <a:lnTo>
                  <a:pt x="1568979" y="1038188"/>
                </a:lnTo>
                <a:lnTo>
                  <a:pt x="1568586" y="1038619"/>
                </a:lnTo>
                <a:lnTo>
                  <a:pt x="1568205" y="1039061"/>
                </a:lnTo>
                <a:lnTo>
                  <a:pt x="1567834" y="1039514"/>
                </a:lnTo>
                <a:lnTo>
                  <a:pt x="1567474" y="1039977"/>
                </a:lnTo>
                <a:lnTo>
                  <a:pt x="1567126" y="1040451"/>
                </a:lnTo>
                <a:lnTo>
                  <a:pt x="1566789" y="1040935"/>
                </a:lnTo>
                <a:lnTo>
                  <a:pt x="1566463" y="1041430"/>
                </a:lnTo>
                <a:lnTo>
                  <a:pt x="1566148" y="1041936"/>
                </a:lnTo>
                <a:lnTo>
                  <a:pt x="1565844" y="1042452"/>
                </a:lnTo>
                <a:lnTo>
                  <a:pt x="1565551" y="1042978"/>
                </a:lnTo>
                <a:lnTo>
                  <a:pt x="1565270" y="1043515"/>
                </a:lnTo>
                <a:lnTo>
                  <a:pt x="1564999" y="1044063"/>
                </a:lnTo>
                <a:lnTo>
                  <a:pt x="1564740" y="1044621"/>
                </a:lnTo>
                <a:lnTo>
                  <a:pt x="1563895" y="1031941"/>
                </a:lnTo>
                <a:lnTo>
                  <a:pt x="1528391" y="1031941"/>
                </a:lnTo>
                <a:lnTo>
                  <a:pt x="1528391" y="1045129"/>
                </a:lnTo>
                <a:lnTo>
                  <a:pt x="1550200" y="1045129"/>
                </a:lnTo>
                <a:lnTo>
                  <a:pt x="1550200" y="1105316"/>
                </a:lnTo>
                <a:lnTo>
                  <a:pt x="1527546" y="1105316"/>
                </a:lnTo>
                <a:lnTo>
                  <a:pt x="1527546" y="1118335"/>
                </a:lnTo>
                <a:lnTo>
                  <a:pt x="1550200" y="1118335"/>
                </a:lnTo>
                <a:lnTo>
                  <a:pt x="1566769" y="1118335"/>
                </a:lnTo>
                <a:lnTo>
                  <a:pt x="1605485" y="1118335"/>
                </a:lnTo>
                <a:lnTo>
                  <a:pt x="1605485" y="1105316"/>
                </a:lnTo>
                <a:lnTo>
                  <a:pt x="1566769" y="1105316"/>
                </a:lnTo>
                <a:lnTo>
                  <a:pt x="1566769" y="1065079"/>
                </a:lnTo>
                <a:lnTo>
                  <a:pt x="1566772" y="1064629"/>
                </a:lnTo>
                <a:lnTo>
                  <a:pt x="1566782" y="1064180"/>
                </a:lnTo>
                <a:lnTo>
                  <a:pt x="1566798" y="1063734"/>
                </a:lnTo>
                <a:lnTo>
                  <a:pt x="1566821" y="1063289"/>
                </a:lnTo>
                <a:lnTo>
                  <a:pt x="1566850" y="1062846"/>
                </a:lnTo>
                <a:lnTo>
                  <a:pt x="1566885" y="1062405"/>
                </a:lnTo>
                <a:lnTo>
                  <a:pt x="1566927" y="1061966"/>
                </a:lnTo>
                <a:lnTo>
                  <a:pt x="1566976" y="1061528"/>
                </a:lnTo>
                <a:close/>
                <a:moveTo>
                  <a:pt x="1273364" y="1119680"/>
                </a:moveTo>
                <a:lnTo>
                  <a:pt x="1274162" y="1119574"/>
                </a:lnTo>
                <a:lnTo>
                  <a:pt x="1274951" y="1119455"/>
                </a:lnTo>
                <a:lnTo>
                  <a:pt x="1275733" y="1119321"/>
                </a:lnTo>
                <a:lnTo>
                  <a:pt x="1276506" y="1119173"/>
                </a:lnTo>
                <a:lnTo>
                  <a:pt x="1277271" y="1119011"/>
                </a:lnTo>
                <a:lnTo>
                  <a:pt x="1278027" y="1118835"/>
                </a:lnTo>
                <a:lnTo>
                  <a:pt x="1278776" y="1118645"/>
                </a:lnTo>
                <a:lnTo>
                  <a:pt x="1279516" y="1118440"/>
                </a:lnTo>
                <a:lnTo>
                  <a:pt x="1280248" y="1118222"/>
                </a:lnTo>
                <a:lnTo>
                  <a:pt x="1280972" y="1117989"/>
                </a:lnTo>
                <a:lnTo>
                  <a:pt x="1281687" y="1117743"/>
                </a:lnTo>
                <a:lnTo>
                  <a:pt x="1282395" y="1117482"/>
                </a:lnTo>
                <a:lnTo>
                  <a:pt x="1283094" y="1117207"/>
                </a:lnTo>
                <a:lnTo>
                  <a:pt x="1283785" y="1116919"/>
                </a:lnTo>
                <a:lnTo>
                  <a:pt x="1284468" y="1116616"/>
                </a:lnTo>
                <a:lnTo>
                  <a:pt x="1285142" y="1116299"/>
                </a:lnTo>
                <a:lnTo>
                  <a:pt x="1285808" y="1115968"/>
                </a:lnTo>
                <a:lnTo>
                  <a:pt x="1286479" y="1115609"/>
                </a:lnTo>
                <a:lnTo>
                  <a:pt x="1287136" y="1115237"/>
                </a:lnTo>
                <a:lnTo>
                  <a:pt x="1287782" y="1114853"/>
                </a:lnTo>
                <a:lnTo>
                  <a:pt x="1288415" y="1114455"/>
                </a:lnTo>
                <a:lnTo>
                  <a:pt x="1289036" y="1114045"/>
                </a:lnTo>
                <a:lnTo>
                  <a:pt x="1289644" y="1113622"/>
                </a:lnTo>
                <a:lnTo>
                  <a:pt x="1290240" y="1113186"/>
                </a:lnTo>
                <a:lnTo>
                  <a:pt x="1290824" y="1112737"/>
                </a:lnTo>
                <a:lnTo>
                  <a:pt x="1291396" y="1112275"/>
                </a:lnTo>
                <a:lnTo>
                  <a:pt x="1291955" y="1111800"/>
                </a:lnTo>
                <a:lnTo>
                  <a:pt x="1292502" y="1111312"/>
                </a:lnTo>
                <a:lnTo>
                  <a:pt x="1293036" y="1110811"/>
                </a:lnTo>
                <a:lnTo>
                  <a:pt x="1293558" y="1110297"/>
                </a:lnTo>
                <a:lnTo>
                  <a:pt x="1294068" y="1109771"/>
                </a:lnTo>
                <a:lnTo>
                  <a:pt x="1294566" y="1109231"/>
                </a:lnTo>
                <a:lnTo>
                  <a:pt x="1295051" y="1108679"/>
                </a:lnTo>
                <a:lnTo>
                  <a:pt x="1295524" y="1108114"/>
                </a:lnTo>
                <a:lnTo>
                  <a:pt x="1295984" y="1107536"/>
                </a:lnTo>
                <a:lnTo>
                  <a:pt x="1296432" y="1106944"/>
                </a:lnTo>
                <a:lnTo>
                  <a:pt x="1296868" y="1106340"/>
                </a:lnTo>
                <a:lnTo>
                  <a:pt x="1297292" y="1105723"/>
                </a:lnTo>
                <a:lnTo>
                  <a:pt x="1297703" y="1105093"/>
                </a:lnTo>
                <a:lnTo>
                  <a:pt x="1298102" y="1104451"/>
                </a:lnTo>
                <a:lnTo>
                  <a:pt x="1298489" y="1103795"/>
                </a:lnTo>
                <a:lnTo>
                  <a:pt x="1298875" y="1103127"/>
                </a:lnTo>
                <a:lnTo>
                  <a:pt x="1299245" y="1102447"/>
                </a:lnTo>
                <a:lnTo>
                  <a:pt x="1299598" y="1101756"/>
                </a:lnTo>
                <a:lnTo>
                  <a:pt x="1299935" y="1101052"/>
                </a:lnTo>
                <a:lnTo>
                  <a:pt x="1300255" y="1100337"/>
                </a:lnTo>
                <a:lnTo>
                  <a:pt x="1300560" y="1099611"/>
                </a:lnTo>
                <a:lnTo>
                  <a:pt x="1300847" y="1098872"/>
                </a:lnTo>
                <a:lnTo>
                  <a:pt x="1301118" y="1098122"/>
                </a:lnTo>
                <a:lnTo>
                  <a:pt x="1301373" y="1097360"/>
                </a:lnTo>
                <a:lnTo>
                  <a:pt x="1301612" y="1096586"/>
                </a:lnTo>
                <a:lnTo>
                  <a:pt x="1301833" y="1095801"/>
                </a:lnTo>
                <a:lnTo>
                  <a:pt x="1302039" y="1095003"/>
                </a:lnTo>
                <a:lnTo>
                  <a:pt x="1302228" y="1094195"/>
                </a:lnTo>
                <a:lnTo>
                  <a:pt x="1302401" y="1093374"/>
                </a:lnTo>
                <a:lnTo>
                  <a:pt x="1302557" y="1092541"/>
                </a:lnTo>
                <a:lnTo>
                  <a:pt x="1302696" y="1091697"/>
                </a:lnTo>
                <a:lnTo>
                  <a:pt x="1302820" y="1090841"/>
                </a:lnTo>
                <a:lnTo>
                  <a:pt x="1302927" y="1089974"/>
                </a:lnTo>
                <a:lnTo>
                  <a:pt x="1303017" y="1089094"/>
                </a:lnTo>
                <a:lnTo>
                  <a:pt x="1303091" y="1088203"/>
                </a:lnTo>
                <a:lnTo>
                  <a:pt x="1303148" y="1087300"/>
                </a:lnTo>
                <a:lnTo>
                  <a:pt x="1303190" y="1086386"/>
                </a:lnTo>
                <a:lnTo>
                  <a:pt x="1303214" y="1085459"/>
                </a:lnTo>
                <a:lnTo>
                  <a:pt x="1303222" y="1084521"/>
                </a:lnTo>
                <a:lnTo>
                  <a:pt x="1288175" y="1084521"/>
                </a:lnTo>
                <a:lnTo>
                  <a:pt x="1288171" y="1085206"/>
                </a:lnTo>
                <a:lnTo>
                  <a:pt x="1288157" y="1085881"/>
                </a:lnTo>
                <a:lnTo>
                  <a:pt x="1288133" y="1086545"/>
                </a:lnTo>
                <a:lnTo>
                  <a:pt x="1288100" y="1087198"/>
                </a:lnTo>
                <a:lnTo>
                  <a:pt x="1288058" y="1087841"/>
                </a:lnTo>
                <a:lnTo>
                  <a:pt x="1288006" y="1088473"/>
                </a:lnTo>
                <a:lnTo>
                  <a:pt x="1287945" y="1089095"/>
                </a:lnTo>
                <a:lnTo>
                  <a:pt x="1287875" y="1089706"/>
                </a:lnTo>
                <a:lnTo>
                  <a:pt x="1287795" y="1090306"/>
                </a:lnTo>
                <a:lnTo>
                  <a:pt x="1287706" y="1090896"/>
                </a:lnTo>
                <a:lnTo>
                  <a:pt x="1287607" y="1091476"/>
                </a:lnTo>
                <a:lnTo>
                  <a:pt x="1287499" y="1092045"/>
                </a:lnTo>
                <a:lnTo>
                  <a:pt x="1287382" y="1092603"/>
                </a:lnTo>
                <a:lnTo>
                  <a:pt x="1287255" y="1093151"/>
                </a:lnTo>
                <a:lnTo>
                  <a:pt x="1287119" y="1093688"/>
                </a:lnTo>
                <a:lnTo>
                  <a:pt x="1286973" y="1094214"/>
                </a:lnTo>
                <a:lnTo>
                  <a:pt x="1286818" y="1094730"/>
                </a:lnTo>
                <a:lnTo>
                  <a:pt x="1286654" y="1095236"/>
                </a:lnTo>
                <a:lnTo>
                  <a:pt x="1286480" y="1095731"/>
                </a:lnTo>
                <a:lnTo>
                  <a:pt x="1286297" y="1096215"/>
                </a:lnTo>
                <a:lnTo>
                  <a:pt x="1286104" y="1096689"/>
                </a:lnTo>
                <a:lnTo>
                  <a:pt x="1285902" y="1097152"/>
                </a:lnTo>
                <a:lnTo>
                  <a:pt x="1285691" y="1097605"/>
                </a:lnTo>
                <a:lnTo>
                  <a:pt x="1285470" y="1098047"/>
                </a:lnTo>
                <a:lnTo>
                  <a:pt x="1285255" y="1098465"/>
                </a:lnTo>
                <a:lnTo>
                  <a:pt x="1285032" y="1098874"/>
                </a:lnTo>
                <a:lnTo>
                  <a:pt x="1284802" y="1099275"/>
                </a:lnTo>
                <a:lnTo>
                  <a:pt x="1284564" y="1099667"/>
                </a:lnTo>
                <a:lnTo>
                  <a:pt x="1284318" y="1100050"/>
                </a:lnTo>
                <a:lnTo>
                  <a:pt x="1284065" y="1100424"/>
                </a:lnTo>
                <a:lnTo>
                  <a:pt x="1283804" y="1100789"/>
                </a:lnTo>
                <a:lnTo>
                  <a:pt x="1283535" y="1101146"/>
                </a:lnTo>
                <a:lnTo>
                  <a:pt x="1283259" y="1101494"/>
                </a:lnTo>
                <a:lnTo>
                  <a:pt x="1282975" y="1101833"/>
                </a:lnTo>
                <a:lnTo>
                  <a:pt x="1282684" y="1102163"/>
                </a:lnTo>
                <a:lnTo>
                  <a:pt x="1282385" y="1102485"/>
                </a:lnTo>
                <a:lnTo>
                  <a:pt x="1282078" y="1102797"/>
                </a:lnTo>
                <a:lnTo>
                  <a:pt x="1281764" y="1103101"/>
                </a:lnTo>
                <a:lnTo>
                  <a:pt x="1281442" y="1103396"/>
                </a:lnTo>
                <a:lnTo>
                  <a:pt x="1281112" y="1103682"/>
                </a:lnTo>
                <a:lnTo>
                  <a:pt x="1280775" y="1103960"/>
                </a:lnTo>
                <a:lnTo>
                  <a:pt x="1280430" y="1104228"/>
                </a:lnTo>
                <a:lnTo>
                  <a:pt x="1280078" y="1104488"/>
                </a:lnTo>
                <a:lnTo>
                  <a:pt x="1279717" y="1104739"/>
                </a:lnTo>
                <a:lnTo>
                  <a:pt x="1279350" y="1104981"/>
                </a:lnTo>
                <a:lnTo>
                  <a:pt x="1278974" y="1105214"/>
                </a:lnTo>
                <a:lnTo>
                  <a:pt x="1278591" y="1105439"/>
                </a:lnTo>
                <a:lnTo>
                  <a:pt x="1278200" y="1105655"/>
                </a:lnTo>
                <a:lnTo>
                  <a:pt x="1277817" y="1105848"/>
                </a:lnTo>
                <a:lnTo>
                  <a:pt x="1277429" y="1106033"/>
                </a:lnTo>
                <a:lnTo>
                  <a:pt x="1277036" y="1106209"/>
                </a:lnTo>
                <a:lnTo>
                  <a:pt x="1276637" y="1106378"/>
                </a:lnTo>
                <a:lnTo>
                  <a:pt x="1276232" y="1106538"/>
                </a:lnTo>
                <a:lnTo>
                  <a:pt x="1275823" y="1106690"/>
                </a:lnTo>
                <a:lnTo>
                  <a:pt x="1275408" y="1106834"/>
                </a:lnTo>
                <a:lnTo>
                  <a:pt x="1274988" y="1106970"/>
                </a:lnTo>
                <a:lnTo>
                  <a:pt x="1274563" y="1107097"/>
                </a:lnTo>
                <a:lnTo>
                  <a:pt x="1274132" y="1107216"/>
                </a:lnTo>
                <a:lnTo>
                  <a:pt x="1273696" y="1107327"/>
                </a:lnTo>
                <a:lnTo>
                  <a:pt x="1273255" y="1107430"/>
                </a:lnTo>
                <a:lnTo>
                  <a:pt x="1272809" y="1107524"/>
                </a:lnTo>
                <a:lnTo>
                  <a:pt x="1272357" y="1107611"/>
                </a:lnTo>
                <a:lnTo>
                  <a:pt x="1271900" y="1107689"/>
                </a:lnTo>
                <a:lnTo>
                  <a:pt x="1271438" y="1107759"/>
                </a:lnTo>
                <a:lnTo>
                  <a:pt x="1270970" y="1107820"/>
                </a:lnTo>
                <a:lnTo>
                  <a:pt x="1270497" y="1107874"/>
                </a:lnTo>
                <a:lnTo>
                  <a:pt x="1270019" y="1107919"/>
                </a:lnTo>
                <a:lnTo>
                  <a:pt x="1269536" y="1107956"/>
                </a:lnTo>
                <a:lnTo>
                  <a:pt x="1269047" y="1107985"/>
                </a:lnTo>
                <a:lnTo>
                  <a:pt x="1268553" y="1108005"/>
                </a:lnTo>
                <a:lnTo>
                  <a:pt x="1268054" y="1108017"/>
                </a:lnTo>
                <a:lnTo>
                  <a:pt x="1267549" y="1108022"/>
                </a:lnTo>
                <a:lnTo>
                  <a:pt x="1266724" y="1108010"/>
                </a:lnTo>
                <a:lnTo>
                  <a:pt x="1265913" y="1107973"/>
                </a:lnTo>
                <a:lnTo>
                  <a:pt x="1265114" y="1107913"/>
                </a:lnTo>
                <a:lnTo>
                  <a:pt x="1264328" y="1107829"/>
                </a:lnTo>
                <a:lnTo>
                  <a:pt x="1263555" y="1107721"/>
                </a:lnTo>
                <a:lnTo>
                  <a:pt x="1262794" y="1107588"/>
                </a:lnTo>
                <a:lnTo>
                  <a:pt x="1262047" y="1107432"/>
                </a:lnTo>
                <a:lnTo>
                  <a:pt x="1261313" y="1107251"/>
                </a:lnTo>
                <a:lnTo>
                  <a:pt x="1260591" y="1107047"/>
                </a:lnTo>
                <a:lnTo>
                  <a:pt x="1259883" y="1106818"/>
                </a:lnTo>
                <a:lnTo>
                  <a:pt x="1259187" y="1106565"/>
                </a:lnTo>
                <a:lnTo>
                  <a:pt x="1258504" y="1106289"/>
                </a:lnTo>
                <a:lnTo>
                  <a:pt x="1257834" y="1105988"/>
                </a:lnTo>
                <a:lnTo>
                  <a:pt x="1257178" y="1105663"/>
                </a:lnTo>
                <a:lnTo>
                  <a:pt x="1256534" y="1105314"/>
                </a:lnTo>
                <a:lnTo>
                  <a:pt x="1255902" y="1104941"/>
                </a:lnTo>
                <a:lnTo>
                  <a:pt x="1255284" y="1104544"/>
                </a:lnTo>
                <a:lnTo>
                  <a:pt x="1254679" y="1104122"/>
                </a:lnTo>
                <a:lnTo>
                  <a:pt x="1254087" y="1103677"/>
                </a:lnTo>
                <a:lnTo>
                  <a:pt x="1253507" y="1103208"/>
                </a:lnTo>
                <a:lnTo>
                  <a:pt x="1252941" y="1102714"/>
                </a:lnTo>
                <a:lnTo>
                  <a:pt x="1252387" y="1102197"/>
                </a:lnTo>
                <a:lnTo>
                  <a:pt x="1251847" y="1101655"/>
                </a:lnTo>
                <a:lnTo>
                  <a:pt x="1251319" y="1101090"/>
                </a:lnTo>
                <a:lnTo>
                  <a:pt x="1250822" y="1100501"/>
                </a:lnTo>
                <a:lnTo>
                  <a:pt x="1250347" y="1099890"/>
                </a:lnTo>
                <a:lnTo>
                  <a:pt x="1249892" y="1099256"/>
                </a:lnTo>
                <a:lnTo>
                  <a:pt x="1249459" y="1098601"/>
                </a:lnTo>
                <a:lnTo>
                  <a:pt x="1249047" y="1097923"/>
                </a:lnTo>
                <a:lnTo>
                  <a:pt x="1248656" y="1097222"/>
                </a:lnTo>
                <a:lnTo>
                  <a:pt x="1248286" y="1096500"/>
                </a:lnTo>
                <a:lnTo>
                  <a:pt x="1247937" y="1095755"/>
                </a:lnTo>
                <a:lnTo>
                  <a:pt x="1247610" y="1094988"/>
                </a:lnTo>
                <a:lnTo>
                  <a:pt x="1247303" y="1094198"/>
                </a:lnTo>
                <a:lnTo>
                  <a:pt x="1247018" y="1093386"/>
                </a:lnTo>
                <a:lnTo>
                  <a:pt x="1246754" y="1092552"/>
                </a:lnTo>
                <a:lnTo>
                  <a:pt x="1246511" y="1091695"/>
                </a:lnTo>
                <a:lnTo>
                  <a:pt x="1246289" y="1090817"/>
                </a:lnTo>
                <a:lnTo>
                  <a:pt x="1246088" y="1089915"/>
                </a:lnTo>
                <a:lnTo>
                  <a:pt x="1245909" y="1088992"/>
                </a:lnTo>
                <a:lnTo>
                  <a:pt x="1245750" y="1088046"/>
                </a:lnTo>
                <a:lnTo>
                  <a:pt x="1245613" y="1087078"/>
                </a:lnTo>
                <a:lnTo>
                  <a:pt x="1245497" y="1086088"/>
                </a:lnTo>
                <a:lnTo>
                  <a:pt x="1245401" y="1085075"/>
                </a:lnTo>
                <a:lnTo>
                  <a:pt x="1245327" y="1084040"/>
                </a:lnTo>
                <a:lnTo>
                  <a:pt x="1245275" y="1082983"/>
                </a:lnTo>
                <a:lnTo>
                  <a:pt x="1245243" y="1081904"/>
                </a:lnTo>
                <a:lnTo>
                  <a:pt x="1245232" y="1080802"/>
                </a:lnTo>
                <a:lnTo>
                  <a:pt x="1245232" y="1069474"/>
                </a:lnTo>
                <a:lnTo>
                  <a:pt x="1245243" y="1068332"/>
                </a:lnTo>
                <a:lnTo>
                  <a:pt x="1245276" y="1067214"/>
                </a:lnTo>
                <a:lnTo>
                  <a:pt x="1245330" y="1066122"/>
                </a:lnTo>
                <a:lnTo>
                  <a:pt x="1245406" y="1065055"/>
                </a:lnTo>
                <a:lnTo>
                  <a:pt x="1245504" y="1064013"/>
                </a:lnTo>
                <a:lnTo>
                  <a:pt x="1245623" y="1062997"/>
                </a:lnTo>
                <a:lnTo>
                  <a:pt x="1245765" y="1062006"/>
                </a:lnTo>
                <a:lnTo>
                  <a:pt x="1245927" y="1061040"/>
                </a:lnTo>
                <a:lnTo>
                  <a:pt x="1246112" y="1060099"/>
                </a:lnTo>
                <a:lnTo>
                  <a:pt x="1246318" y="1059184"/>
                </a:lnTo>
                <a:lnTo>
                  <a:pt x="1246546" y="1058293"/>
                </a:lnTo>
                <a:lnTo>
                  <a:pt x="1246796" y="1057428"/>
                </a:lnTo>
                <a:lnTo>
                  <a:pt x="1247068" y="1056588"/>
                </a:lnTo>
                <a:lnTo>
                  <a:pt x="1247361" y="1055774"/>
                </a:lnTo>
                <a:lnTo>
                  <a:pt x="1247676" y="1054985"/>
                </a:lnTo>
                <a:lnTo>
                  <a:pt x="1248013" y="1054221"/>
                </a:lnTo>
                <a:lnTo>
                  <a:pt x="1248371" y="1053482"/>
                </a:lnTo>
                <a:lnTo>
                  <a:pt x="1248751" y="1052768"/>
                </a:lnTo>
                <a:lnTo>
                  <a:pt x="1249153" y="1052080"/>
                </a:lnTo>
                <a:lnTo>
                  <a:pt x="1249576" y="1051417"/>
                </a:lnTo>
                <a:lnTo>
                  <a:pt x="1250022" y="1050779"/>
                </a:lnTo>
                <a:lnTo>
                  <a:pt x="1250489" y="1050167"/>
                </a:lnTo>
                <a:lnTo>
                  <a:pt x="1250977" y="1049579"/>
                </a:lnTo>
                <a:lnTo>
                  <a:pt x="1251488" y="1049017"/>
                </a:lnTo>
                <a:lnTo>
                  <a:pt x="1252028" y="1048465"/>
                </a:lnTo>
                <a:lnTo>
                  <a:pt x="1252577" y="1047937"/>
                </a:lnTo>
                <a:lnTo>
                  <a:pt x="1253136" y="1047432"/>
                </a:lnTo>
                <a:lnTo>
                  <a:pt x="1253705" y="1046951"/>
                </a:lnTo>
                <a:lnTo>
                  <a:pt x="1254282" y="1046493"/>
                </a:lnTo>
                <a:lnTo>
                  <a:pt x="1254869" y="1046058"/>
                </a:lnTo>
                <a:lnTo>
                  <a:pt x="1255466" y="1045648"/>
                </a:lnTo>
                <a:lnTo>
                  <a:pt x="1256071" y="1045260"/>
                </a:lnTo>
                <a:lnTo>
                  <a:pt x="1256687" y="1044896"/>
                </a:lnTo>
                <a:lnTo>
                  <a:pt x="1257311" y="1044556"/>
                </a:lnTo>
                <a:lnTo>
                  <a:pt x="1257945" y="1044239"/>
                </a:lnTo>
                <a:lnTo>
                  <a:pt x="1258589" y="1043945"/>
                </a:lnTo>
                <a:lnTo>
                  <a:pt x="1259241" y="1043675"/>
                </a:lnTo>
                <a:lnTo>
                  <a:pt x="1259904" y="1043429"/>
                </a:lnTo>
                <a:lnTo>
                  <a:pt x="1260575" y="1043205"/>
                </a:lnTo>
                <a:lnTo>
                  <a:pt x="1261256" y="1043006"/>
                </a:lnTo>
                <a:lnTo>
                  <a:pt x="1261947" y="1042830"/>
                </a:lnTo>
                <a:lnTo>
                  <a:pt x="1262646" y="1042677"/>
                </a:lnTo>
                <a:lnTo>
                  <a:pt x="1263355" y="1042548"/>
                </a:lnTo>
                <a:lnTo>
                  <a:pt x="1264074" y="1042442"/>
                </a:lnTo>
                <a:lnTo>
                  <a:pt x="1264802" y="1042360"/>
                </a:lnTo>
                <a:lnTo>
                  <a:pt x="1265539" y="1042301"/>
                </a:lnTo>
                <a:lnTo>
                  <a:pt x="1266286" y="1042266"/>
                </a:lnTo>
                <a:lnTo>
                  <a:pt x="1267042" y="1042254"/>
                </a:lnTo>
                <a:lnTo>
                  <a:pt x="1267560" y="1042259"/>
                </a:lnTo>
                <a:lnTo>
                  <a:pt x="1268073" y="1042272"/>
                </a:lnTo>
                <a:lnTo>
                  <a:pt x="1268580" y="1042294"/>
                </a:lnTo>
                <a:lnTo>
                  <a:pt x="1269080" y="1042325"/>
                </a:lnTo>
                <a:lnTo>
                  <a:pt x="1269575" y="1042364"/>
                </a:lnTo>
                <a:lnTo>
                  <a:pt x="1270064" y="1042413"/>
                </a:lnTo>
                <a:lnTo>
                  <a:pt x="1270547" y="1042470"/>
                </a:lnTo>
                <a:lnTo>
                  <a:pt x="1271025" y="1042536"/>
                </a:lnTo>
                <a:lnTo>
                  <a:pt x="1271496" y="1042611"/>
                </a:lnTo>
                <a:lnTo>
                  <a:pt x="1271961" y="1042695"/>
                </a:lnTo>
                <a:lnTo>
                  <a:pt x="1272421" y="1042787"/>
                </a:lnTo>
                <a:lnTo>
                  <a:pt x="1272875" y="1042888"/>
                </a:lnTo>
                <a:lnTo>
                  <a:pt x="1273323" y="1042998"/>
                </a:lnTo>
                <a:lnTo>
                  <a:pt x="1273765" y="1043117"/>
                </a:lnTo>
                <a:lnTo>
                  <a:pt x="1274201" y="1043245"/>
                </a:lnTo>
                <a:lnTo>
                  <a:pt x="1274631" y="1043381"/>
                </a:lnTo>
                <a:lnTo>
                  <a:pt x="1275056" y="1043527"/>
                </a:lnTo>
                <a:lnTo>
                  <a:pt x="1275474" y="1043681"/>
                </a:lnTo>
                <a:lnTo>
                  <a:pt x="1275887" y="1043844"/>
                </a:lnTo>
                <a:lnTo>
                  <a:pt x="1276294" y="1044015"/>
                </a:lnTo>
                <a:lnTo>
                  <a:pt x="1276695" y="1044196"/>
                </a:lnTo>
                <a:lnTo>
                  <a:pt x="1277090" y="1044385"/>
                </a:lnTo>
                <a:lnTo>
                  <a:pt x="1277479" y="1044583"/>
                </a:lnTo>
                <a:lnTo>
                  <a:pt x="1277862" y="1044790"/>
                </a:lnTo>
                <a:lnTo>
                  <a:pt x="1278253" y="1044993"/>
                </a:lnTo>
                <a:lnTo>
                  <a:pt x="1278637" y="1045205"/>
                </a:lnTo>
                <a:lnTo>
                  <a:pt x="1279014" y="1045427"/>
                </a:lnTo>
                <a:lnTo>
                  <a:pt x="1279384" y="1045659"/>
                </a:lnTo>
                <a:lnTo>
                  <a:pt x="1279747" y="1045901"/>
                </a:lnTo>
                <a:lnTo>
                  <a:pt x="1280102" y="1046153"/>
                </a:lnTo>
                <a:lnTo>
                  <a:pt x="1280451" y="1046416"/>
                </a:lnTo>
                <a:lnTo>
                  <a:pt x="1280793" y="1046688"/>
                </a:lnTo>
                <a:lnTo>
                  <a:pt x="1281127" y="1046970"/>
                </a:lnTo>
                <a:lnTo>
                  <a:pt x="1281455" y="1047262"/>
                </a:lnTo>
                <a:lnTo>
                  <a:pt x="1281776" y="1047564"/>
                </a:lnTo>
                <a:lnTo>
                  <a:pt x="1282089" y="1047876"/>
                </a:lnTo>
                <a:lnTo>
                  <a:pt x="1282395" y="1048198"/>
                </a:lnTo>
                <a:lnTo>
                  <a:pt x="1282695" y="1048530"/>
                </a:lnTo>
                <a:lnTo>
                  <a:pt x="1282987" y="1048872"/>
                </a:lnTo>
                <a:lnTo>
                  <a:pt x="1283272" y="1049224"/>
                </a:lnTo>
                <a:lnTo>
                  <a:pt x="1283551" y="1049586"/>
                </a:lnTo>
                <a:lnTo>
                  <a:pt x="1283822" y="1049958"/>
                </a:lnTo>
                <a:lnTo>
                  <a:pt x="1284086" y="1050339"/>
                </a:lnTo>
                <a:lnTo>
                  <a:pt x="1284343" y="1050731"/>
                </a:lnTo>
                <a:lnTo>
                  <a:pt x="1284593" y="1051133"/>
                </a:lnTo>
                <a:lnTo>
                  <a:pt x="1284836" y="1051545"/>
                </a:lnTo>
                <a:lnTo>
                  <a:pt x="1285072" y="1051967"/>
                </a:lnTo>
                <a:lnTo>
                  <a:pt x="1285301" y="1052398"/>
                </a:lnTo>
                <a:lnTo>
                  <a:pt x="1285522" y="1052827"/>
                </a:lnTo>
                <a:lnTo>
                  <a:pt x="1285733" y="1053266"/>
                </a:lnTo>
                <a:lnTo>
                  <a:pt x="1285935" y="1053717"/>
                </a:lnTo>
                <a:lnTo>
                  <a:pt x="1286128" y="1054178"/>
                </a:lnTo>
                <a:lnTo>
                  <a:pt x="1286311" y="1054651"/>
                </a:lnTo>
                <a:lnTo>
                  <a:pt x="1286485" y="1055135"/>
                </a:lnTo>
                <a:lnTo>
                  <a:pt x="1286649" y="1055630"/>
                </a:lnTo>
                <a:lnTo>
                  <a:pt x="1286804" y="1056137"/>
                </a:lnTo>
                <a:lnTo>
                  <a:pt x="1286950" y="1056654"/>
                </a:lnTo>
                <a:lnTo>
                  <a:pt x="1287086" y="1057183"/>
                </a:lnTo>
                <a:lnTo>
                  <a:pt x="1287213" y="1057723"/>
                </a:lnTo>
                <a:lnTo>
                  <a:pt x="1287330" y="1058274"/>
                </a:lnTo>
                <a:lnTo>
                  <a:pt x="1287438" y="1058836"/>
                </a:lnTo>
                <a:lnTo>
                  <a:pt x="1287537" y="1059409"/>
                </a:lnTo>
                <a:lnTo>
                  <a:pt x="1287626" y="1059993"/>
                </a:lnTo>
                <a:lnTo>
                  <a:pt x="1287706" y="1060589"/>
                </a:lnTo>
                <a:lnTo>
                  <a:pt x="1287776" y="1061196"/>
                </a:lnTo>
                <a:lnTo>
                  <a:pt x="1287837" y="1061813"/>
                </a:lnTo>
                <a:lnTo>
                  <a:pt x="1287889" y="1062442"/>
                </a:lnTo>
                <a:lnTo>
                  <a:pt x="1287931" y="1063083"/>
                </a:lnTo>
                <a:lnTo>
                  <a:pt x="1287964" y="1063734"/>
                </a:lnTo>
                <a:lnTo>
                  <a:pt x="1287988" y="1064396"/>
                </a:lnTo>
                <a:lnTo>
                  <a:pt x="1288002" y="1065070"/>
                </a:lnTo>
                <a:lnTo>
                  <a:pt x="1288006" y="1065755"/>
                </a:lnTo>
                <a:lnTo>
                  <a:pt x="1303222" y="1065755"/>
                </a:lnTo>
                <a:lnTo>
                  <a:pt x="1303214" y="1064831"/>
                </a:lnTo>
                <a:lnTo>
                  <a:pt x="1303191" y="1063919"/>
                </a:lnTo>
                <a:lnTo>
                  <a:pt x="1303151" y="1063018"/>
                </a:lnTo>
                <a:lnTo>
                  <a:pt x="1303096" y="1062129"/>
                </a:lnTo>
                <a:lnTo>
                  <a:pt x="1303024" y="1061252"/>
                </a:lnTo>
                <a:lnTo>
                  <a:pt x="1302937" y="1060387"/>
                </a:lnTo>
                <a:lnTo>
                  <a:pt x="1302834" y="1059533"/>
                </a:lnTo>
                <a:lnTo>
                  <a:pt x="1302715" y="1058692"/>
                </a:lnTo>
                <a:lnTo>
                  <a:pt x="1302580" y="1057861"/>
                </a:lnTo>
                <a:lnTo>
                  <a:pt x="1302430" y="1057043"/>
                </a:lnTo>
                <a:lnTo>
                  <a:pt x="1302263" y="1056237"/>
                </a:lnTo>
                <a:lnTo>
                  <a:pt x="1302081" y="1055442"/>
                </a:lnTo>
                <a:lnTo>
                  <a:pt x="1301883" y="1054659"/>
                </a:lnTo>
                <a:lnTo>
                  <a:pt x="1301669" y="1053887"/>
                </a:lnTo>
                <a:lnTo>
                  <a:pt x="1301439" y="1053128"/>
                </a:lnTo>
                <a:lnTo>
                  <a:pt x="1301194" y="1052380"/>
                </a:lnTo>
                <a:lnTo>
                  <a:pt x="1300932" y="1051644"/>
                </a:lnTo>
                <a:lnTo>
                  <a:pt x="1300655" y="1050919"/>
                </a:lnTo>
                <a:lnTo>
                  <a:pt x="1300361" y="1050206"/>
                </a:lnTo>
                <a:lnTo>
                  <a:pt x="1300052" y="1049506"/>
                </a:lnTo>
                <a:lnTo>
                  <a:pt x="1299727" y="1048816"/>
                </a:lnTo>
                <a:lnTo>
                  <a:pt x="1299387" y="1048139"/>
                </a:lnTo>
                <a:lnTo>
                  <a:pt x="1299030" y="1047473"/>
                </a:lnTo>
                <a:lnTo>
                  <a:pt x="1298658" y="1046819"/>
                </a:lnTo>
                <a:lnTo>
                  <a:pt x="1298271" y="1046164"/>
                </a:lnTo>
                <a:lnTo>
                  <a:pt x="1297873" y="1045521"/>
                </a:lnTo>
                <a:lnTo>
                  <a:pt x="1297464" y="1044891"/>
                </a:lnTo>
                <a:lnTo>
                  <a:pt x="1297042" y="1044274"/>
                </a:lnTo>
                <a:lnTo>
                  <a:pt x="1296609" y="1043670"/>
                </a:lnTo>
                <a:lnTo>
                  <a:pt x="1296164" y="1043079"/>
                </a:lnTo>
                <a:lnTo>
                  <a:pt x="1295707" y="1042500"/>
                </a:lnTo>
                <a:lnTo>
                  <a:pt x="1295239" y="1041935"/>
                </a:lnTo>
                <a:lnTo>
                  <a:pt x="1294758" y="1041383"/>
                </a:lnTo>
                <a:lnTo>
                  <a:pt x="1294267" y="1040843"/>
                </a:lnTo>
                <a:lnTo>
                  <a:pt x="1293763" y="1040317"/>
                </a:lnTo>
                <a:lnTo>
                  <a:pt x="1293247" y="1039803"/>
                </a:lnTo>
                <a:lnTo>
                  <a:pt x="1292720" y="1039302"/>
                </a:lnTo>
                <a:lnTo>
                  <a:pt x="1292181" y="1038814"/>
                </a:lnTo>
                <a:lnTo>
                  <a:pt x="1291631" y="1038340"/>
                </a:lnTo>
                <a:lnTo>
                  <a:pt x="1291068" y="1037878"/>
                </a:lnTo>
                <a:lnTo>
                  <a:pt x="1290494" y="1037428"/>
                </a:lnTo>
                <a:lnTo>
                  <a:pt x="1289908" y="1036992"/>
                </a:lnTo>
                <a:lnTo>
                  <a:pt x="1289311" y="1036569"/>
                </a:lnTo>
                <a:lnTo>
                  <a:pt x="1288701" y="1036159"/>
                </a:lnTo>
                <a:lnTo>
                  <a:pt x="1288080" y="1035761"/>
                </a:lnTo>
                <a:lnTo>
                  <a:pt x="1287447" y="1035377"/>
                </a:lnTo>
                <a:lnTo>
                  <a:pt x="1286803" y="1035005"/>
                </a:lnTo>
                <a:lnTo>
                  <a:pt x="1286147" y="1034646"/>
                </a:lnTo>
                <a:lnTo>
                  <a:pt x="1285480" y="1034288"/>
                </a:lnTo>
                <a:lnTo>
                  <a:pt x="1284805" y="1033944"/>
                </a:lnTo>
                <a:lnTo>
                  <a:pt x="1284120" y="1033616"/>
                </a:lnTo>
                <a:lnTo>
                  <a:pt x="1283427" y="1033303"/>
                </a:lnTo>
                <a:lnTo>
                  <a:pt x="1282726" y="1033006"/>
                </a:lnTo>
                <a:lnTo>
                  <a:pt x="1282015" y="1032723"/>
                </a:lnTo>
                <a:lnTo>
                  <a:pt x="1281296" y="1032456"/>
                </a:lnTo>
                <a:lnTo>
                  <a:pt x="1280567" y="1032204"/>
                </a:lnTo>
                <a:lnTo>
                  <a:pt x="1279830" y="1031968"/>
                </a:lnTo>
                <a:lnTo>
                  <a:pt x="1279084" y="1031747"/>
                </a:lnTo>
                <a:lnTo>
                  <a:pt x="1278330" y="1031540"/>
                </a:lnTo>
                <a:lnTo>
                  <a:pt x="1277566" y="1031350"/>
                </a:lnTo>
                <a:lnTo>
                  <a:pt x="1276794" y="1031174"/>
                </a:lnTo>
                <a:lnTo>
                  <a:pt x="1276013" y="1031014"/>
                </a:lnTo>
                <a:lnTo>
                  <a:pt x="1275223" y="1030869"/>
                </a:lnTo>
                <a:lnTo>
                  <a:pt x="1274425" y="1030739"/>
                </a:lnTo>
                <a:lnTo>
                  <a:pt x="1273617" y="1030625"/>
                </a:lnTo>
                <a:lnTo>
                  <a:pt x="1272801" y="1030525"/>
                </a:lnTo>
                <a:lnTo>
                  <a:pt x="1271976" y="1030441"/>
                </a:lnTo>
                <a:lnTo>
                  <a:pt x="1271142" y="1030373"/>
                </a:lnTo>
                <a:lnTo>
                  <a:pt x="1270299" y="1030319"/>
                </a:lnTo>
                <a:lnTo>
                  <a:pt x="1269448" y="1030281"/>
                </a:lnTo>
                <a:lnTo>
                  <a:pt x="1268587" y="1030258"/>
                </a:lnTo>
                <a:lnTo>
                  <a:pt x="1267718" y="1030251"/>
                </a:lnTo>
                <a:lnTo>
                  <a:pt x="1265690" y="1030251"/>
                </a:lnTo>
                <a:lnTo>
                  <a:pt x="1265002" y="1030256"/>
                </a:lnTo>
                <a:lnTo>
                  <a:pt x="1264318" y="1030272"/>
                </a:lnTo>
                <a:lnTo>
                  <a:pt x="1263640" y="1030298"/>
                </a:lnTo>
                <a:lnTo>
                  <a:pt x="1262966" y="1030335"/>
                </a:lnTo>
                <a:lnTo>
                  <a:pt x="1262296" y="1030383"/>
                </a:lnTo>
                <a:lnTo>
                  <a:pt x="1261632" y="1030441"/>
                </a:lnTo>
                <a:lnTo>
                  <a:pt x="1260972" y="1030510"/>
                </a:lnTo>
                <a:lnTo>
                  <a:pt x="1260317" y="1030589"/>
                </a:lnTo>
                <a:lnTo>
                  <a:pt x="1259667" y="1030679"/>
                </a:lnTo>
                <a:lnTo>
                  <a:pt x="1259021" y="1030779"/>
                </a:lnTo>
                <a:lnTo>
                  <a:pt x="1258380" y="1030890"/>
                </a:lnTo>
                <a:lnTo>
                  <a:pt x="1257743" y="1031011"/>
                </a:lnTo>
                <a:lnTo>
                  <a:pt x="1257112" y="1031143"/>
                </a:lnTo>
                <a:lnTo>
                  <a:pt x="1256485" y="1031286"/>
                </a:lnTo>
                <a:lnTo>
                  <a:pt x="1255863" y="1031439"/>
                </a:lnTo>
                <a:lnTo>
                  <a:pt x="1255245" y="1031603"/>
                </a:lnTo>
                <a:lnTo>
                  <a:pt x="1254632" y="1031777"/>
                </a:lnTo>
                <a:lnTo>
                  <a:pt x="1254024" y="1031962"/>
                </a:lnTo>
                <a:lnTo>
                  <a:pt x="1253420" y="1032158"/>
                </a:lnTo>
                <a:lnTo>
                  <a:pt x="1252822" y="1032364"/>
                </a:lnTo>
                <a:lnTo>
                  <a:pt x="1252228" y="1032580"/>
                </a:lnTo>
                <a:lnTo>
                  <a:pt x="1251638" y="1032808"/>
                </a:lnTo>
                <a:lnTo>
                  <a:pt x="1251053" y="1033045"/>
                </a:lnTo>
                <a:lnTo>
                  <a:pt x="1250473" y="1033294"/>
                </a:lnTo>
                <a:lnTo>
                  <a:pt x="1249899" y="1033538"/>
                </a:lnTo>
                <a:lnTo>
                  <a:pt x="1249330" y="1033793"/>
                </a:lnTo>
                <a:lnTo>
                  <a:pt x="1248767" y="1034057"/>
                </a:lnTo>
                <a:lnTo>
                  <a:pt x="1248210" y="1034332"/>
                </a:lnTo>
                <a:lnTo>
                  <a:pt x="1247659" y="1034616"/>
                </a:lnTo>
                <a:lnTo>
                  <a:pt x="1247113" y="1034910"/>
                </a:lnTo>
                <a:lnTo>
                  <a:pt x="1246574" y="1035215"/>
                </a:lnTo>
                <a:lnTo>
                  <a:pt x="1246040" y="1035529"/>
                </a:lnTo>
                <a:lnTo>
                  <a:pt x="1245512" y="1035854"/>
                </a:lnTo>
                <a:lnTo>
                  <a:pt x="1244990" y="1036188"/>
                </a:lnTo>
                <a:lnTo>
                  <a:pt x="1244474" y="1036532"/>
                </a:lnTo>
                <a:lnTo>
                  <a:pt x="1243964" y="1036886"/>
                </a:lnTo>
                <a:lnTo>
                  <a:pt x="1243460" y="1037251"/>
                </a:lnTo>
                <a:lnTo>
                  <a:pt x="1242962" y="1037625"/>
                </a:lnTo>
                <a:lnTo>
                  <a:pt x="1242469" y="1038009"/>
                </a:lnTo>
                <a:lnTo>
                  <a:pt x="1241983" y="1038403"/>
                </a:lnTo>
                <a:lnTo>
                  <a:pt x="1241502" y="1038808"/>
                </a:lnTo>
                <a:lnTo>
                  <a:pt x="1241027" y="1039222"/>
                </a:lnTo>
                <a:lnTo>
                  <a:pt x="1240558" y="1039646"/>
                </a:lnTo>
                <a:lnTo>
                  <a:pt x="1240095" y="1040080"/>
                </a:lnTo>
                <a:lnTo>
                  <a:pt x="1239637" y="1040524"/>
                </a:lnTo>
                <a:lnTo>
                  <a:pt x="1239186" y="1040978"/>
                </a:lnTo>
                <a:lnTo>
                  <a:pt x="1238740" y="1041442"/>
                </a:lnTo>
                <a:lnTo>
                  <a:pt x="1238301" y="1041916"/>
                </a:lnTo>
                <a:lnTo>
                  <a:pt x="1237882" y="1042385"/>
                </a:lnTo>
                <a:lnTo>
                  <a:pt x="1237471" y="1042863"/>
                </a:lnTo>
                <a:lnTo>
                  <a:pt x="1237067" y="1043348"/>
                </a:lnTo>
                <a:lnTo>
                  <a:pt x="1236671" y="1043842"/>
                </a:lnTo>
                <a:lnTo>
                  <a:pt x="1236283" y="1044344"/>
                </a:lnTo>
                <a:lnTo>
                  <a:pt x="1235902" y="1044854"/>
                </a:lnTo>
                <a:lnTo>
                  <a:pt x="1235529" y="1045372"/>
                </a:lnTo>
                <a:lnTo>
                  <a:pt x="1235163" y="1045899"/>
                </a:lnTo>
                <a:lnTo>
                  <a:pt x="1234806" y="1046434"/>
                </a:lnTo>
                <a:lnTo>
                  <a:pt x="1234455" y="1046977"/>
                </a:lnTo>
                <a:lnTo>
                  <a:pt x="1234113" y="1047528"/>
                </a:lnTo>
                <a:lnTo>
                  <a:pt x="1233778" y="1048087"/>
                </a:lnTo>
                <a:lnTo>
                  <a:pt x="1233451" y="1048655"/>
                </a:lnTo>
                <a:lnTo>
                  <a:pt x="1233131" y="1049231"/>
                </a:lnTo>
                <a:lnTo>
                  <a:pt x="1232819" y="1049815"/>
                </a:lnTo>
                <a:lnTo>
                  <a:pt x="1232515" y="1050407"/>
                </a:lnTo>
                <a:lnTo>
                  <a:pt x="1232218" y="1051008"/>
                </a:lnTo>
                <a:lnTo>
                  <a:pt x="1231929" y="1051617"/>
                </a:lnTo>
                <a:lnTo>
                  <a:pt x="1231647" y="1052234"/>
                </a:lnTo>
                <a:lnTo>
                  <a:pt x="1231374" y="1052859"/>
                </a:lnTo>
                <a:lnTo>
                  <a:pt x="1231107" y="1053492"/>
                </a:lnTo>
                <a:lnTo>
                  <a:pt x="1230849" y="1054134"/>
                </a:lnTo>
                <a:lnTo>
                  <a:pt x="1230598" y="1054784"/>
                </a:lnTo>
                <a:lnTo>
                  <a:pt x="1230354" y="1055442"/>
                </a:lnTo>
                <a:lnTo>
                  <a:pt x="1230120" y="1056093"/>
                </a:lnTo>
                <a:lnTo>
                  <a:pt x="1229895" y="1056752"/>
                </a:lnTo>
                <a:lnTo>
                  <a:pt x="1229681" y="1057418"/>
                </a:lnTo>
                <a:lnTo>
                  <a:pt x="1229476" y="1058090"/>
                </a:lnTo>
                <a:lnTo>
                  <a:pt x="1229282" y="1058770"/>
                </a:lnTo>
                <a:lnTo>
                  <a:pt x="1229097" y="1059457"/>
                </a:lnTo>
                <a:lnTo>
                  <a:pt x="1228922" y="1060151"/>
                </a:lnTo>
                <a:lnTo>
                  <a:pt x="1228758" y="1060852"/>
                </a:lnTo>
                <a:lnTo>
                  <a:pt x="1228603" y="1061560"/>
                </a:lnTo>
                <a:lnTo>
                  <a:pt x="1228458" y="1062275"/>
                </a:lnTo>
                <a:lnTo>
                  <a:pt x="1228324" y="1062997"/>
                </a:lnTo>
                <a:lnTo>
                  <a:pt x="1228199" y="1063726"/>
                </a:lnTo>
                <a:lnTo>
                  <a:pt x="1228084" y="1064462"/>
                </a:lnTo>
                <a:lnTo>
                  <a:pt x="1227979" y="1065205"/>
                </a:lnTo>
                <a:lnTo>
                  <a:pt x="1227884" y="1065956"/>
                </a:lnTo>
                <a:lnTo>
                  <a:pt x="1227800" y="1066713"/>
                </a:lnTo>
                <a:lnTo>
                  <a:pt x="1227725" y="1067477"/>
                </a:lnTo>
                <a:lnTo>
                  <a:pt x="1227660" y="1068249"/>
                </a:lnTo>
                <a:lnTo>
                  <a:pt x="1227605" y="1069027"/>
                </a:lnTo>
                <a:lnTo>
                  <a:pt x="1227560" y="1069812"/>
                </a:lnTo>
                <a:lnTo>
                  <a:pt x="1227525" y="1070605"/>
                </a:lnTo>
                <a:lnTo>
                  <a:pt x="1227500" y="1071404"/>
                </a:lnTo>
                <a:lnTo>
                  <a:pt x="1227485" y="1072211"/>
                </a:lnTo>
                <a:lnTo>
                  <a:pt x="1227480" y="1073025"/>
                </a:lnTo>
                <a:lnTo>
                  <a:pt x="1227480" y="1077082"/>
                </a:lnTo>
                <a:lnTo>
                  <a:pt x="1227485" y="1077896"/>
                </a:lnTo>
                <a:lnTo>
                  <a:pt x="1227500" y="1078704"/>
                </a:lnTo>
                <a:lnTo>
                  <a:pt x="1227525" y="1079505"/>
                </a:lnTo>
                <a:lnTo>
                  <a:pt x="1227560" y="1080299"/>
                </a:lnTo>
                <a:lnTo>
                  <a:pt x="1227605" y="1081087"/>
                </a:lnTo>
                <a:lnTo>
                  <a:pt x="1227660" y="1081869"/>
                </a:lnTo>
                <a:lnTo>
                  <a:pt x="1227725" y="1082644"/>
                </a:lnTo>
                <a:lnTo>
                  <a:pt x="1227800" y="1083413"/>
                </a:lnTo>
                <a:lnTo>
                  <a:pt x="1227884" y="1084175"/>
                </a:lnTo>
                <a:lnTo>
                  <a:pt x="1227979" y="1084931"/>
                </a:lnTo>
                <a:lnTo>
                  <a:pt x="1228084" y="1085680"/>
                </a:lnTo>
                <a:lnTo>
                  <a:pt x="1228199" y="1086423"/>
                </a:lnTo>
                <a:lnTo>
                  <a:pt x="1228324" y="1087160"/>
                </a:lnTo>
                <a:lnTo>
                  <a:pt x="1228458" y="1087890"/>
                </a:lnTo>
                <a:lnTo>
                  <a:pt x="1228603" y="1088613"/>
                </a:lnTo>
                <a:lnTo>
                  <a:pt x="1228758" y="1089330"/>
                </a:lnTo>
                <a:lnTo>
                  <a:pt x="1228922" y="1090041"/>
                </a:lnTo>
                <a:lnTo>
                  <a:pt x="1229097" y="1090745"/>
                </a:lnTo>
                <a:lnTo>
                  <a:pt x="1229282" y="1091443"/>
                </a:lnTo>
                <a:lnTo>
                  <a:pt x="1229476" y="1092134"/>
                </a:lnTo>
                <a:lnTo>
                  <a:pt x="1229681" y="1092819"/>
                </a:lnTo>
                <a:lnTo>
                  <a:pt x="1229895" y="1093497"/>
                </a:lnTo>
                <a:lnTo>
                  <a:pt x="1230120" y="1094169"/>
                </a:lnTo>
                <a:lnTo>
                  <a:pt x="1230354" y="1094834"/>
                </a:lnTo>
                <a:lnTo>
                  <a:pt x="1230598" y="1095479"/>
                </a:lnTo>
                <a:lnTo>
                  <a:pt x="1230849" y="1096116"/>
                </a:lnTo>
                <a:lnTo>
                  <a:pt x="1231107" y="1096747"/>
                </a:lnTo>
                <a:lnTo>
                  <a:pt x="1231374" y="1097370"/>
                </a:lnTo>
                <a:lnTo>
                  <a:pt x="1231647" y="1097987"/>
                </a:lnTo>
                <a:lnTo>
                  <a:pt x="1231929" y="1098596"/>
                </a:lnTo>
                <a:lnTo>
                  <a:pt x="1232218" y="1099198"/>
                </a:lnTo>
                <a:lnTo>
                  <a:pt x="1232515" y="1099794"/>
                </a:lnTo>
                <a:lnTo>
                  <a:pt x="1232819" y="1100382"/>
                </a:lnTo>
                <a:lnTo>
                  <a:pt x="1233131" y="1100963"/>
                </a:lnTo>
                <a:lnTo>
                  <a:pt x="1233451" y="1101537"/>
                </a:lnTo>
                <a:lnTo>
                  <a:pt x="1233778" y="1102104"/>
                </a:lnTo>
                <a:lnTo>
                  <a:pt x="1234113" y="1102664"/>
                </a:lnTo>
                <a:lnTo>
                  <a:pt x="1234455" y="1103217"/>
                </a:lnTo>
                <a:lnTo>
                  <a:pt x="1234806" y="1103763"/>
                </a:lnTo>
                <a:lnTo>
                  <a:pt x="1235163" y="1104302"/>
                </a:lnTo>
                <a:lnTo>
                  <a:pt x="1235529" y="1104834"/>
                </a:lnTo>
                <a:lnTo>
                  <a:pt x="1235902" y="1105359"/>
                </a:lnTo>
                <a:lnTo>
                  <a:pt x="1236283" y="1105876"/>
                </a:lnTo>
                <a:lnTo>
                  <a:pt x="1236671" y="1106387"/>
                </a:lnTo>
                <a:lnTo>
                  <a:pt x="1237067" y="1106891"/>
                </a:lnTo>
                <a:lnTo>
                  <a:pt x="1237471" y="1107388"/>
                </a:lnTo>
                <a:lnTo>
                  <a:pt x="1237882" y="1107877"/>
                </a:lnTo>
                <a:lnTo>
                  <a:pt x="1238301" y="1108360"/>
                </a:lnTo>
                <a:lnTo>
                  <a:pt x="1238740" y="1108820"/>
                </a:lnTo>
                <a:lnTo>
                  <a:pt x="1239186" y="1109272"/>
                </a:lnTo>
                <a:lnTo>
                  <a:pt x="1239637" y="1109715"/>
                </a:lnTo>
                <a:lnTo>
                  <a:pt x="1240095" y="1110149"/>
                </a:lnTo>
                <a:lnTo>
                  <a:pt x="1240558" y="1110574"/>
                </a:lnTo>
                <a:lnTo>
                  <a:pt x="1241027" y="1110991"/>
                </a:lnTo>
                <a:lnTo>
                  <a:pt x="1241502" y="1111399"/>
                </a:lnTo>
                <a:lnTo>
                  <a:pt x="1241983" y="1111797"/>
                </a:lnTo>
                <a:lnTo>
                  <a:pt x="1242469" y="1112187"/>
                </a:lnTo>
                <a:lnTo>
                  <a:pt x="1242962" y="1112569"/>
                </a:lnTo>
                <a:lnTo>
                  <a:pt x="1243460" y="1112941"/>
                </a:lnTo>
                <a:lnTo>
                  <a:pt x="1243964" y="1113305"/>
                </a:lnTo>
                <a:lnTo>
                  <a:pt x="1244474" y="1113660"/>
                </a:lnTo>
                <a:lnTo>
                  <a:pt x="1244990" y="1114006"/>
                </a:lnTo>
                <a:lnTo>
                  <a:pt x="1245512" y="1114343"/>
                </a:lnTo>
                <a:lnTo>
                  <a:pt x="1246040" y="1114672"/>
                </a:lnTo>
                <a:lnTo>
                  <a:pt x="1246574" y="1114991"/>
                </a:lnTo>
                <a:lnTo>
                  <a:pt x="1247113" y="1115302"/>
                </a:lnTo>
                <a:lnTo>
                  <a:pt x="1247659" y="1115604"/>
                </a:lnTo>
                <a:lnTo>
                  <a:pt x="1248210" y="1115897"/>
                </a:lnTo>
                <a:lnTo>
                  <a:pt x="1248767" y="1116182"/>
                </a:lnTo>
                <a:lnTo>
                  <a:pt x="1249330" y="1116457"/>
                </a:lnTo>
                <a:lnTo>
                  <a:pt x="1249899" y="1116724"/>
                </a:lnTo>
                <a:lnTo>
                  <a:pt x="1250473" y="1116982"/>
                </a:lnTo>
                <a:lnTo>
                  <a:pt x="1251067" y="1117230"/>
                </a:lnTo>
                <a:lnTo>
                  <a:pt x="1251663" y="1117468"/>
                </a:lnTo>
                <a:lnTo>
                  <a:pt x="1252262" y="1117695"/>
                </a:lnTo>
                <a:lnTo>
                  <a:pt x="1252864" y="1117912"/>
                </a:lnTo>
                <a:lnTo>
                  <a:pt x="1253469" y="1118118"/>
                </a:lnTo>
                <a:lnTo>
                  <a:pt x="1254077" y="1118314"/>
                </a:lnTo>
                <a:lnTo>
                  <a:pt x="1254688" y="1118498"/>
                </a:lnTo>
                <a:lnTo>
                  <a:pt x="1255301" y="1118673"/>
                </a:lnTo>
                <a:lnTo>
                  <a:pt x="1255918" y="1118837"/>
                </a:lnTo>
                <a:lnTo>
                  <a:pt x="1256538" y="1118990"/>
                </a:lnTo>
                <a:lnTo>
                  <a:pt x="1257160" y="1119132"/>
                </a:lnTo>
                <a:lnTo>
                  <a:pt x="1257786" y="1119265"/>
                </a:lnTo>
                <a:lnTo>
                  <a:pt x="1258414" y="1119386"/>
                </a:lnTo>
                <a:lnTo>
                  <a:pt x="1259045" y="1119497"/>
                </a:lnTo>
                <a:lnTo>
                  <a:pt x="1259680" y="1119597"/>
                </a:lnTo>
                <a:lnTo>
                  <a:pt x="1260317" y="1119687"/>
                </a:lnTo>
                <a:lnTo>
                  <a:pt x="1260957" y="1119766"/>
                </a:lnTo>
                <a:lnTo>
                  <a:pt x="1261600" y="1119835"/>
                </a:lnTo>
                <a:lnTo>
                  <a:pt x="1262246" y="1119893"/>
                </a:lnTo>
                <a:lnTo>
                  <a:pt x="1262895" y="1119941"/>
                </a:lnTo>
                <a:lnTo>
                  <a:pt x="1263547" y="1119978"/>
                </a:lnTo>
                <a:lnTo>
                  <a:pt x="1264202" y="1120004"/>
                </a:lnTo>
                <a:lnTo>
                  <a:pt x="1264860" y="1120020"/>
                </a:lnTo>
                <a:lnTo>
                  <a:pt x="1265520" y="1120025"/>
                </a:lnTo>
                <a:lnTo>
                  <a:pt x="1267549" y="1120025"/>
                </a:lnTo>
                <a:lnTo>
                  <a:pt x="1268405" y="1120018"/>
                </a:lnTo>
                <a:lnTo>
                  <a:pt x="1269252" y="1119997"/>
                </a:lnTo>
                <a:lnTo>
                  <a:pt x="1270091" y="1119962"/>
                </a:lnTo>
                <a:lnTo>
                  <a:pt x="1270921" y="1119913"/>
                </a:lnTo>
                <a:lnTo>
                  <a:pt x="1271744" y="1119849"/>
                </a:lnTo>
                <a:lnTo>
                  <a:pt x="1272558" y="1119772"/>
                </a:lnTo>
                <a:lnTo>
                  <a:pt x="1273364" y="1119680"/>
                </a:lnTo>
                <a:close/>
                <a:moveTo>
                  <a:pt x="1433367" y="1055304"/>
                </a:moveTo>
                <a:lnTo>
                  <a:pt x="1433385" y="1055417"/>
                </a:lnTo>
                <a:lnTo>
                  <a:pt x="1433404" y="1055536"/>
                </a:lnTo>
                <a:lnTo>
                  <a:pt x="1433423" y="1055661"/>
                </a:lnTo>
                <a:lnTo>
                  <a:pt x="1433442" y="1055793"/>
                </a:lnTo>
                <a:lnTo>
                  <a:pt x="1433462" y="1055931"/>
                </a:lnTo>
                <a:lnTo>
                  <a:pt x="1433483" y="1056076"/>
                </a:lnTo>
                <a:lnTo>
                  <a:pt x="1433505" y="1056227"/>
                </a:lnTo>
                <a:lnTo>
                  <a:pt x="1433527" y="1056385"/>
                </a:lnTo>
                <a:lnTo>
                  <a:pt x="1433549" y="1056549"/>
                </a:lnTo>
                <a:lnTo>
                  <a:pt x="1433573" y="1056719"/>
                </a:lnTo>
                <a:lnTo>
                  <a:pt x="1433596" y="1056896"/>
                </a:lnTo>
                <a:lnTo>
                  <a:pt x="1433621" y="1057080"/>
                </a:lnTo>
                <a:lnTo>
                  <a:pt x="1433646" y="1057269"/>
                </a:lnTo>
                <a:lnTo>
                  <a:pt x="1433671" y="1057466"/>
                </a:lnTo>
                <a:lnTo>
                  <a:pt x="1433697" y="1057669"/>
                </a:lnTo>
                <a:lnTo>
                  <a:pt x="1433724" y="1057878"/>
                </a:lnTo>
                <a:lnTo>
                  <a:pt x="1433751" y="1058094"/>
                </a:lnTo>
                <a:lnTo>
                  <a:pt x="1433779" y="1058316"/>
                </a:lnTo>
                <a:lnTo>
                  <a:pt x="1449333" y="1058316"/>
                </a:lnTo>
                <a:lnTo>
                  <a:pt x="1449333" y="1056287"/>
                </a:lnTo>
                <a:lnTo>
                  <a:pt x="1449342" y="1055729"/>
                </a:lnTo>
                <a:lnTo>
                  <a:pt x="1449367" y="1055181"/>
                </a:lnTo>
                <a:lnTo>
                  <a:pt x="1449410" y="1054644"/>
                </a:lnTo>
                <a:lnTo>
                  <a:pt x="1449470" y="1054117"/>
                </a:lnTo>
                <a:lnTo>
                  <a:pt x="1449546" y="1053601"/>
                </a:lnTo>
                <a:lnTo>
                  <a:pt x="1449640" y="1053096"/>
                </a:lnTo>
                <a:lnTo>
                  <a:pt x="1449751" y="1052601"/>
                </a:lnTo>
                <a:lnTo>
                  <a:pt x="1449878" y="1052117"/>
                </a:lnTo>
                <a:lnTo>
                  <a:pt x="1450023" y="1051643"/>
                </a:lnTo>
                <a:lnTo>
                  <a:pt x="1450185" y="1051180"/>
                </a:lnTo>
                <a:lnTo>
                  <a:pt x="1450363" y="1050727"/>
                </a:lnTo>
                <a:lnTo>
                  <a:pt x="1450559" y="1050285"/>
                </a:lnTo>
                <a:lnTo>
                  <a:pt x="1450772" y="1049854"/>
                </a:lnTo>
                <a:lnTo>
                  <a:pt x="1451002" y="1049433"/>
                </a:lnTo>
                <a:lnTo>
                  <a:pt x="1451249" y="1049022"/>
                </a:lnTo>
                <a:lnTo>
                  <a:pt x="1451513" y="1048623"/>
                </a:lnTo>
                <a:lnTo>
                  <a:pt x="1451793" y="1048233"/>
                </a:lnTo>
                <a:lnTo>
                  <a:pt x="1452091" y="1047855"/>
                </a:lnTo>
                <a:lnTo>
                  <a:pt x="1452406" y="1047487"/>
                </a:lnTo>
                <a:lnTo>
                  <a:pt x="1452738" y="1047129"/>
                </a:lnTo>
                <a:lnTo>
                  <a:pt x="1453087" y="1046782"/>
                </a:lnTo>
                <a:lnTo>
                  <a:pt x="1453453" y="1046446"/>
                </a:lnTo>
                <a:lnTo>
                  <a:pt x="1453836" y="1046120"/>
                </a:lnTo>
                <a:lnTo>
                  <a:pt x="1454236" y="1045805"/>
                </a:lnTo>
                <a:lnTo>
                  <a:pt x="1454652" y="1045501"/>
                </a:lnTo>
                <a:lnTo>
                  <a:pt x="1455082" y="1045211"/>
                </a:lnTo>
                <a:lnTo>
                  <a:pt x="1455525" y="1044933"/>
                </a:lnTo>
                <a:lnTo>
                  <a:pt x="1455983" y="1044668"/>
                </a:lnTo>
                <a:lnTo>
                  <a:pt x="1456455" y="1044416"/>
                </a:lnTo>
                <a:lnTo>
                  <a:pt x="1456941" y="1044177"/>
                </a:lnTo>
                <a:lnTo>
                  <a:pt x="1457442" y="1043951"/>
                </a:lnTo>
                <a:lnTo>
                  <a:pt x="1457956" y="1043738"/>
                </a:lnTo>
                <a:lnTo>
                  <a:pt x="1458484" y="1043538"/>
                </a:lnTo>
                <a:lnTo>
                  <a:pt x="1459027" y="1043351"/>
                </a:lnTo>
                <a:lnTo>
                  <a:pt x="1459583" y="1043177"/>
                </a:lnTo>
                <a:lnTo>
                  <a:pt x="1460154" y="1043015"/>
                </a:lnTo>
                <a:lnTo>
                  <a:pt x="1460738" y="1042867"/>
                </a:lnTo>
                <a:lnTo>
                  <a:pt x="1461337" y="1042731"/>
                </a:lnTo>
                <a:lnTo>
                  <a:pt x="1461950" y="1042608"/>
                </a:lnTo>
                <a:lnTo>
                  <a:pt x="1462577" y="1042499"/>
                </a:lnTo>
                <a:lnTo>
                  <a:pt x="1463218" y="1042402"/>
                </a:lnTo>
                <a:lnTo>
                  <a:pt x="1463873" y="1042318"/>
                </a:lnTo>
                <a:lnTo>
                  <a:pt x="1464542" y="1042247"/>
                </a:lnTo>
                <a:lnTo>
                  <a:pt x="1465226" y="1042189"/>
                </a:lnTo>
                <a:lnTo>
                  <a:pt x="1465923" y="1042143"/>
                </a:lnTo>
                <a:lnTo>
                  <a:pt x="1466635" y="1042111"/>
                </a:lnTo>
                <a:lnTo>
                  <a:pt x="1467360" y="1042092"/>
                </a:lnTo>
                <a:lnTo>
                  <a:pt x="1468100" y="1042085"/>
                </a:lnTo>
                <a:lnTo>
                  <a:pt x="1468907" y="1042092"/>
                </a:lnTo>
                <a:lnTo>
                  <a:pt x="1469694" y="1042111"/>
                </a:lnTo>
                <a:lnTo>
                  <a:pt x="1470462" y="1042143"/>
                </a:lnTo>
                <a:lnTo>
                  <a:pt x="1471209" y="1042189"/>
                </a:lnTo>
                <a:lnTo>
                  <a:pt x="1471936" y="1042247"/>
                </a:lnTo>
                <a:lnTo>
                  <a:pt x="1472644" y="1042318"/>
                </a:lnTo>
                <a:lnTo>
                  <a:pt x="1473331" y="1042402"/>
                </a:lnTo>
                <a:lnTo>
                  <a:pt x="1473998" y="1042499"/>
                </a:lnTo>
                <a:lnTo>
                  <a:pt x="1474646" y="1042608"/>
                </a:lnTo>
                <a:lnTo>
                  <a:pt x="1475273" y="1042731"/>
                </a:lnTo>
                <a:lnTo>
                  <a:pt x="1475881" y="1042867"/>
                </a:lnTo>
                <a:lnTo>
                  <a:pt x="1476469" y="1043015"/>
                </a:lnTo>
                <a:lnTo>
                  <a:pt x="1477036" y="1043177"/>
                </a:lnTo>
                <a:lnTo>
                  <a:pt x="1477584" y="1043351"/>
                </a:lnTo>
                <a:lnTo>
                  <a:pt x="1478112" y="1043538"/>
                </a:lnTo>
                <a:lnTo>
                  <a:pt x="1478620" y="1043738"/>
                </a:lnTo>
                <a:lnTo>
                  <a:pt x="1479107" y="1043951"/>
                </a:lnTo>
                <a:lnTo>
                  <a:pt x="1479575" y="1044177"/>
                </a:lnTo>
                <a:lnTo>
                  <a:pt x="1480023" y="1044416"/>
                </a:lnTo>
                <a:lnTo>
                  <a:pt x="1480451" y="1044668"/>
                </a:lnTo>
                <a:lnTo>
                  <a:pt x="1480859" y="1044933"/>
                </a:lnTo>
                <a:lnTo>
                  <a:pt x="1481247" y="1045211"/>
                </a:lnTo>
                <a:lnTo>
                  <a:pt x="1481615" y="1045501"/>
                </a:lnTo>
                <a:lnTo>
                  <a:pt x="1481963" y="1045805"/>
                </a:lnTo>
                <a:lnTo>
                  <a:pt x="1482308" y="1046122"/>
                </a:lnTo>
                <a:lnTo>
                  <a:pt x="1482638" y="1046455"/>
                </a:lnTo>
                <a:lnTo>
                  <a:pt x="1482954" y="1046803"/>
                </a:lnTo>
                <a:lnTo>
                  <a:pt x="1483255" y="1047167"/>
                </a:lnTo>
                <a:lnTo>
                  <a:pt x="1483541" y="1047545"/>
                </a:lnTo>
                <a:lnTo>
                  <a:pt x="1483813" y="1047939"/>
                </a:lnTo>
                <a:lnTo>
                  <a:pt x="1484069" y="1048349"/>
                </a:lnTo>
                <a:lnTo>
                  <a:pt x="1484312" y="1048773"/>
                </a:lnTo>
                <a:lnTo>
                  <a:pt x="1484539" y="1049213"/>
                </a:lnTo>
                <a:lnTo>
                  <a:pt x="1484752" y="1049668"/>
                </a:lnTo>
                <a:lnTo>
                  <a:pt x="1484950" y="1050138"/>
                </a:lnTo>
                <a:lnTo>
                  <a:pt x="1485133" y="1050623"/>
                </a:lnTo>
                <a:lnTo>
                  <a:pt x="1485302" y="1051124"/>
                </a:lnTo>
                <a:lnTo>
                  <a:pt x="1485456" y="1051640"/>
                </a:lnTo>
                <a:lnTo>
                  <a:pt x="1485596" y="1052171"/>
                </a:lnTo>
                <a:lnTo>
                  <a:pt x="1485720" y="1052718"/>
                </a:lnTo>
                <a:lnTo>
                  <a:pt x="1485831" y="1053280"/>
                </a:lnTo>
                <a:lnTo>
                  <a:pt x="1485926" y="1053857"/>
                </a:lnTo>
                <a:lnTo>
                  <a:pt x="1486007" y="1054449"/>
                </a:lnTo>
                <a:lnTo>
                  <a:pt x="1486073" y="1055057"/>
                </a:lnTo>
                <a:lnTo>
                  <a:pt x="1486124" y="1055679"/>
                </a:lnTo>
                <a:lnTo>
                  <a:pt x="1486161" y="1056318"/>
                </a:lnTo>
                <a:lnTo>
                  <a:pt x="1486183" y="1056971"/>
                </a:lnTo>
                <a:lnTo>
                  <a:pt x="1486190" y="1057640"/>
                </a:lnTo>
                <a:lnTo>
                  <a:pt x="1486190" y="1067107"/>
                </a:lnTo>
                <a:lnTo>
                  <a:pt x="1484527" y="1067112"/>
                </a:lnTo>
                <a:lnTo>
                  <a:pt x="1482891" y="1067127"/>
                </a:lnTo>
                <a:lnTo>
                  <a:pt x="1481282" y="1067152"/>
                </a:lnTo>
                <a:lnTo>
                  <a:pt x="1479700" y="1067187"/>
                </a:lnTo>
                <a:lnTo>
                  <a:pt x="1478145" y="1067232"/>
                </a:lnTo>
                <a:lnTo>
                  <a:pt x="1476617" y="1067287"/>
                </a:lnTo>
                <a:lnTo>
                  <a:pt x="1475116" y="1067352"/>
                </a:lnTo>
                <a:lnTo>
                  <a:pt x="1473642" y="1067427"/>
                </a:lnTo>
                <a:lnTo>
                  <a:pt x="1472194" y="1067511"/>
                </a:lnTo>
                <a:lnTo>
                  <a:pt x="1470774" y="1067606"/>
                </a:lnTo>
                <a:lnTo>
                  <a:pt x="1469381" y="1067711"/>
                </a:lnTo>
                <a:lnTo>
                  <a:pt x="1468015" y="1067826"/>
                </a:lnTo>
                <a:lnTo>
                  <a:pt x="1466676" y="1067951"/>
                </a:lnTo>
                <a:lnTo>
                  <a:pt x="1465364" y="1068085"/>
                </a:lnTo>
                <a:lnTo>
                  <a:pt x="1464079" y="1068230"/>
                </a:lnTo>
                <a:lnTo>
                  <a:pt x="1462821" y="1068385"/>
                </a:lnTo>
                <a:lnTo>
                  <a:pt x="1461590" y="1068549"/>
                </a:lnTo>
                <a:lnTo>
                  <a:pt x="1460386" y="1068724"/>
                </a:lnTo>
                <a:lnTo>
                  <a:pt x="1459209" y="1068909"/>
                </a:lnTo>
                <a:lnTo>
                  <a:pt x="1458059" y="1069103"/>
                </a:lnTo>
                <a:lnTo>
                  <a:pt x="1456936" y="1069308"/>
                </a:lnTo>
                <a:lnTo>
                  <a:pt x="1455840" y="1069522"/>
                </a:lnTo>
                <a:lnTo>
                  <a:pt x="1454771" y="1069747"/>
                </a:lnTo>
                <a:lnTo>
                  <a:pt x="1453729" y="1069981"/>
                </a:lnTo>
                <a:lnTo>
                  <a:pt x="1452726" y="1070227"/>
                </a:lnTo>
                <a:lnTo>
                  <a:pt x="1451746" y="1070484"/>
                </a:lnTo>
                <a:lnTo>
                  <a:pt x="1450789" y="1070753"/>
                </a:lnTo>
                <a:lnTo>
                  <a:pt x="1449855" y="1071033"/>
                </a:lnTo>
                <a:lnTo>
                  <a:pt x="1448943" y="1071326"/>
                </a:lnTo>
                <a:lnTo>
                  <a:pt x="1448055" y="1071630"/>
                </a:lnTo>
                <a:lnTo>
                  <a:pt x="1447189" y="1071946"/>
                </a:lnTo>
                <a:lnTo>
                  <a:pt x="1446347" y="1072273"/>
                </a:lnTo>
                <a:lnTo>
                  <a:pt x="1445527" y="1072612"/>
                </a:lnTo>
                <a:lnTo>
                  <a:pt x="1444730" y="1072964"/>
                </a:lnTo>
                <a:lnTo>
                  <a:pt x="1443956" y="1073326"/>
                </a:lnTo>
                <a:lnTo>
                  <a:pt x="1443205" y="1073701"/>
                </a:lnTo>
                <a:lnTo>
                  <a:pt x="1442477" y="1074087"/>
                </a:lnTo>
                <a:lnTo>
                  <a:pt x="1441771" y="1074485"/>
                </a:lnTo>
                <a:lnTo>
                  <a:pt x="1441089" y="1074895"/>
                </a:lnTo>
                <a:lnTo>
                  <a:pt x="1440429" y="1075316"/>
                </a:lnTo>
                <a:lnTo>
                  <a:pt x="1439793" y="1075750"/>
                </a:lnTo>
                <a:lnTo>
                  <a:pt x="1439179" y="1076195"/>
                </a:lnTo>
                <a:lnTo>
                  <a:pt x="1438588" y="1076651"/>
                </a:lnTo>
                <a:lnTo>
                  <a:pt x="1438020" y="1077120"/>
                </a:lnTo>
                <a:lnTo>
                  <a:pt x="1437475" y="1077600"/>
                </a:lnTo>
                <a:lnTo>
                  <a:pt x="1436953" y="1078092"/>
                </a:lnTo>
                <a:lnTo>
                  <a:pt x="1436453" y="1078596"/>
                </a:lnTo>
                <a:lnTo>
                  <a:pt x="1435977" y="1079111"/>
                </a:lnTo>
                <a:lnTo>
                  <a:pt x="1435536" y="1079625"/>
                </a:lnTo>
                <a:lnTo>
                  <a:pt x="1435113" y="1080154"/>
                </a:lnTo>
                <a:lnTo>
                  <a:pt x="1434709" y="1080696"/>
                </a:lnTo>
                <a:lnTo>
                  <a:pt x="1434324" y="1081253"/>
                </a:lnTo>
                <a:lnTo>
                  <a:pt x="1433958" y="1081823"/>
                </a:lnTo>
                <a:lnTo>
                  <a:pt x="1433610" y="1082408"/>
                </a:lnTo>
                <a:lnTo>
                  <a:pt x="1433281" y="1083007"/>
                </a:lnTo>
                <a:lnTo>
                  <a:pt x="1432971" y="1083620"/>
                </a:lnTo>
                <a:lnTo>
                  <a:pt x="1432680" y="1084247"/>
                </a:lnTo>
                <a:lnTo>
                  <a:pt x="1432408" y="1084888"/>
                </a:lnTo>
                <a:lnTo>
                  <a:pt x="1432154" y="1085543"/>
                </a:lnTo>
                <a:lnTo>
                  <a:pt x="1431919" y="1086212"/>
                </a:lnTo>
                <a:lnTo>
                  <a:pt x="1431703" y="1086895"/>
                </a:lnTo>
                <a:lnTo>
                  <a:pt x="1431506" y="1087593"/>
                </a:lnTo>
                <a:lnTo>
                  <a:pt x="1431328" y="1088304"/>
                </a:lnTo>
                <a:lnTo>
                  <a:pt x="1431168" y="1089030"/>
                </a:lnTo>
                <a:lnTo>
                  <a:pt x="1431027" y="1089769"/>
                </a:lnTo>
                <a:lnTo>
                  <a:pt x="1430905" y="1090523"/>
                </a:lnTo>
                <a:lnTo>
                  <a:pt x="1430802" y="1091291"/>
                </a:lnTo>
                <a:lnTo>
                  <a:pt x="1430717" y="1092073"/>
                </a:lnTo>
                <a:lnTo>
                  <a:pt x="1430651" y="1092869"/>
                </a:lnTo>
                <a:lnTo>
                  <a:pt x="1430604" y="1093679"/>
                </a:lnTo>
                <a:lnTo>
                  <a:pt x="1430576" y="1094503"/>
                </a:lnTo>
                <a:lnTo>
                  <a:pt x="1430567" y="1095342"/>
                </a:lnTo>
                <a:lnTo>
                  <a:pt x="1430579" y="1096346"/>
                </a:lnTo>
                <a:lnTo>
                  <a:pt x="1430616" y="1097329"/>
                </a:lnTo>
                <a:lnTo>
                  <a:pt x="1430678" y="1098292"/>
                </a:lnTo>
                <a:lnTo>
                  <a:pt x="1430764" y="1099235"/>
                </a:lnTo>
                <a:lnTo>
                  <a:pt x="1430875" y="1100157"/>
                </a:lnTo>
                <a:lnTo>
                  <a:pt x="1431011" y="1101058"/>
                </a:lnTo>
                <a:lnTo>
                  <a:pt x="1431171" y="1101939"/>
                </a:lnTo>
                <a:lnTo>
                  <a:pt x="1431356" y="1102799"/>
                </a:lnTo>
                <a:lnTo>
                  <a:pt x="1431565" y="1103639"/>
                </a:lnTo>
                <a:lnTo>
                  <a:pt x="1431800" y="1104458"/>
                </a:lnTo>
                <a:lnTo>
                  <a:pt x="1432059" y="1105257"/>
                </a:lnTo>
                <a:lnTo>
                  <a:pt x="1432342" y="1106035"/>
                </a:lnTo>
                <a:lnTo>
                  <a:pt x="1432650" y="1106793"/>
                </a:lnTo>
                <a:lnTo>
                  <a:pt x="1432983" y="1107530"/>
                </a:lnTo>
                <a:lnTo>
                  <a:pt x="1433341" y="1108246"/>
                </a:lnTo>
                <a:lnTo>
                  <a:pt x="1433723" y="1108942"/>
                </a:lnTo>
                <a:lnTo>
                  <a:pt x="1434130" y="1109617"/>
                </a:lnTo>
                <a:lnTo>
                  <a:pt x="1434561" y="1110272"/>
                </a:lnTo>
                <a:lnTo>
                  <a:pt x="1435017" y="1110907"/>
                </a:lnTo>
                <a:lnTo>
                  <a:pt x="1435498" y="1111520"/>
                </a:lnTo>
                <a:lnTo>
                  <a:pt x="1436004" y="1112113"/>
                </a:lnTo>
                <a:lnTo>
                  <a:pt x="1436534" y="1112686"/>
                </a:lnTo>
                <a:lnTo>
                  <a:pt x="1437088" y="1113238"/>
                </a:lnTo>
                <a:lnTo>
                  <a:pt x="1437668" y="1113770"/>
                </a:lnTo>
                <a:lnTo>
                  <a:pt x="1438284" y="1114280"/>
                </a:lnTo>
                <a:lnTo>
                  <a:pt x="1438922" y="1114769"/>
                </a:lnTo>
                <a:lnTo>
                  <a:pt x="1439580" y="1115236"/>
                </a:lnTo>
                <a:lnTo>
                  <a:pt x="1440260" y="1115681"/>
                </a:lnTo>
                <a:lnTo>
                  <a:pt x="1440961" y="1116105"/>
                </a:lnTo>
                <a:lnTo>
                  <a:pt x="1441683" y="1116507"/>
                </a:lnTo>
                <a:lnTo>
                  <a:pt x="1442426" y="1116887"/>
                </a:lnTo>
                <a:lnTo>
                  <a:pt x="1443191" y="1117245"/>
                </a:lnTo>
                <a:lnTo>
                  <a:pt x="1443976" y="1117582"/>
                </a:lnTo>
                <a:lnTo>
                  <a:pt x="1444783" y="1117897"/>
                </a:lnTo>
                <a:lnTo>
                  <a:pt x="1445610" y="1118190"/>
                </a:lnTo>
                <a:lnTo>
                  <a:pt x="1446459" y="1118461"/>
                </a:lnTo>
                <a:lnTo>
                  <a:pt x="1447329" y="1118711"/>
                </a:lnTo>
                <a:lnTo>
                  <a:pt x="1448220" y="1118939"/>
                </a:lnTo>
                <a:lnTo>
                  <a:pt x="1449133" y="1119146"/>
                </a:lnTo>
                <a:lnTo>
                  <a:pt x="1450066" y="1119330"/>
                </a:lnTo>
                <a:lnTo>
                  <a:pt x="1451021" y="1119493"/>
                </a:lnTo>
                <a:lnTo>
                  <a:pt x="1451996" y="1119634"/>
                </a:lnTo>
                <a:lnTo>
                  <a:pt x="1452993" y="1119754"/>
                </a:lnTo>
                <a:lnTo>
                  <a:pt x="1454011" y="1119852"/>
                </a:lnTo>
                <a:lnTo>
                  <a:pt x="1455050" y="1119928"/>
                </a:lnTo>
                <a:lnTo>
                  <a:pt x="1456110" y="1119982"/>
                </a:lnTo>
                <a:lnTo>
                  <a:pt x="1457192" y="1120014"/>
                </a:lnTo>
                <a:lnTo>
                  <a:pt x="1458294" y="1120025"/>
                </a:lnTo>
                <a:lnTo>
                  <a:pt x="1458800" y="1120023"/>
                </a:lnTo>
                <a:lnTo>
                  <a:pt x="1459305" y="1120016"/>
                </a:lnTo>
                <a:lnTo>
                  <a:pt x="1459808" y="1120004"/>
                </a:lnTo>
                <a:lnTo>
                  <a:pt x="1460309" y="1119988"/>
                </a:lnTo>
                <a:lnTo>
                  <a:pt x="1460808" y="1119967"/>
                </a:lnTo>
                <a:lnTo>
                  <a:pt x="1461306" y="1119941"/>
                </a:lnTo>
                <a:lnTo>
                  <a:pt x="1461801" y="1119910"/>
                </a:lnTo>
                <a:lnTo>
                  <a:pt x="1462295" y="1119875"/>
                </a:lnTo>
                <a:lnTo>
                  <a:pt x="1462787" y="1119835"/>
                </a:lnTo>
                <a:lnTo>
                  <a:pt x="1463278" y="1119790"/>
                </a:lnTo>
                <a:lnTo>
                  <a:pt x="1463767" y="1119741"/>
                </a:lnTo>
                <a:lnTo>
                  <a:pt x="1464254" y="1119687"/>
                </a:lnTo>
                <a:lnTo>
                  <a:pt x="1464739" y="1119628"/>
                </a:lnTo>
                <a:lnTo>
                  <a:pt x="1465222" y="1119565"/>
                </a:lnTo>
                <a:lnTo>
                  <a:pt x="1465704" y="1119497"/>
                </a:lnTo>
                <a:lnTo>
                  <a:pt x="1466184" y="1119424"/>
                </a:lnTo>
                <a:lnTo>
                  <a:pt x="1466662" y="1119347"/>
                </a:lnTo>
                <a:lnTo>
                  <a:pt x="1467138" y="1119264"/>
                </a:lnTo>
                <a:lnTo>
                  <a:pt x="1467613" y="1119178"/>
                </a:lnTo>
                <a:lnTo>
                  <a:pt x="1468086" y="1119086"/>
                </a:lnTo>
                <a:lnTo>
                  <a:pt x="1468557" y="1118990"/>
                </a:lnTo>
                <a:lnTo>
                  <a:pt x="1469026" y="1118889"/>
                </a:lnTo>
                <a:lnTo>
                  <a:pt x="1469494" y="1118783"/>
                </a:lnTo>
                <a:lnTo>
                  <a:pt x="1469960" y="1118673"/>
                </a:lnTo>
                <a:lnTo>
                  <a:pt x="1470423" y="1118571"/>
                </a:lnTo>
                <a:lnTo>
                  <a:pt x="1470882" y="1118463"/>
                </a:lnTo>
                <a:lnTo>
                  <a:pt x="1471339" y="1118348"/>
                </a:lnTo>
                <a:lnTo>
                  <a:pt x="1471791" y="1118227"/>
                </a:lnTo>
                <a:lnTo>
                  <a:pt x="1472240" y="1118099"/>
                </a:lnTo>
                <a:lnTo>
                  <a:pt x="1472686" y="1117965"/>
                </a:lnTo>
                <a:lnTo>
                  <a:pt x="1473128" y="1117824"/>
                </a:lnTo>
                <a:lnTo>
                  <a:pt x="1473566" y="1117677"/>
                </a:lnTo>
                <a:lnTo>
                  <a:pt x="1474001" y="1117524"/>
                </a:lnTo>
                <a:lnTo>
                  <a:pt x="1474433" y="1117364"/>
                </a:lnTo>
                <a:lnTo>
                  <a:pt x="1474861" y="1117197"/>
                </a:lnTo>
                <a:lnTo>
                  <a:pt x="1475285" y="1117024"/>
                </a:lnTo>
                <a:lnTo>
                  <a:pt x="1475706" y="1116845"/>
                </a:lnTo>
                <a:lnTo>
                  <a:pt x="1476124" y="1116659"/>
                </a:lnTo>
                <a:lnTo>
                  <a:pt x="1476537" y="1116467"/>
                </a:lnTo>
                <a:lnTo>
                  <a:pt x="1476948" y="1116268"/>
                </a:lnTo>
                <a:lnTo>
                  <a:pt x="1477355" y="1116063"/>
                </a:lnTo>
                <a:lnTo>
                  <a:pt x="1477758" y="1115851"/>
                </a:lnTo>
                <a:lnTo>
                  <a:pt x="1478158" y="1115633"/>
                </a:lnTo>
                <a:lnTo>
                  <a:pt x="1478554" y="1115409"/>
                </a:lnTo>
                <a:lnTo>
                  <a:pt x="1478947" y="1115178"/>
                </a:lnTo>
                <a:lnTo>
                  <a:pt x="1479336" y="1114940"/>
                </a:lnTo>
                <a:lnTo>
                  <a:pt x="1479721" y="1114696"/>
                </a:lnTo>
                <a:lnTo>
                  <a:pt x="1480104" y="1114446"/>
                </a:lnTo>
                <a:lnTo>
                  <a:pt x="1480481" y="1114175"/>
                </a:lnTo>
                <a:lnTo>
                  <a:pt x="1480853" y="1113897"/>
                </a:lnTo>
                <a:lnTo>
                  <a:pt x="1481218" y="1113611"/>
                </a:lnTo>
                <a:lnTo>
                  <a:pt x="1481578" y="1113319"/>
                </a:lnTo>
                <a:lnTo>
                  <a:pt x="1481932" y="1113020"/>
                </a:lnTo>
                <a:lnTo>
                  <a:pt x="1482280" y="1112713"/>
                </a:lnTo>
                <a:lnTo>
                  <a:pt x="1482623" y="1112400"/>
                </a:lnTo>
                <a:lnTo>
                  <a:pt x="1482959" y="1112079"/>
                </a:lnTo>
                <a:lnTo>
                  <a:pt x="1483289" y="1111752"/>
                </a:lnTo>
                <a:lnTo>
                  <a:pt x="1483614" y="1111417"/>
                </a:lnTo>
                <a:lnTo>
                  <a:pt x="1483933" y="1111075"/>
                </a:lnTo>
                <a:lnTo>
                  <a:pt x="1484246" y="1110727"/>
                </a:lnTo>
                <a:lnTo>
                  <a:pt x="1484553" y="1110371"/>
                </a:lnTo>
                <a:lnTo>
                  <a:pt x="1484854" y="1110008"/>
                </a:lnTo>
                <a:lnTo>
                  <a:pt x="1485149" y="1109638"/>
                </a:lnTo>
                <a:lnTo>
                  <a:pt x="1485439" y="1109261"/>
                </a:lnTo>
                <a:lnTo>
                  <a:pt x="1485722" y="1108877"/>
                </a:lnTo>
                <a:lnTo>
                  <a:pt x="1486000" y="1108486"/>
                </a:lnTo>
                <a:lnTo>
                  <a:pt x="1486272" y="1108088"/>
                </a:lnTo>
                <a:lnTo>
                  <a:pt x="1486537" y="1107683"/>
                </a:lnTo>
                <a:lnTo>
                  <a:pt x="1486798" y="1107271"/>
                </a:lnTo>
                <a:lnTo>
                  <a:pt x="1487052" y="1106852"/>
                </a:lnTo>
                <a:lnTo>
                  <a:pt x="1487300" y="1106426"/>
                </a:lnTo>
                <a:lnTo>
                  <a:pt x="1487542" y="1105993"/>
                </a:lnTo>
                <a:lnTo>
                  <a:pt x="1487586" y="1106439"/>
                </a:lnTo>
                <a:lnTo>
                  <a:pt x="1487634" y="1106878"/>
                </a:lnTo>
                <a:lnTo>
                  <a:pt x="1487685" y="1107308"/>
                </a:lnTo>
                <a:lnTo>
                  <a:pt x="1487740" y="1107730"/>
                </a:lnTo>
                <a:lnTo>
                  <a:pt x="1487798" y="1108144"/>
                </a:lnTo>
                <a:lnTo>
                  <a:pt x="1487860" y="1108550"/>
                </a:lnTo>
                <a:lnTo>
                  <a:pt x="1487925" y="1108947"/>
                </a:lnTo>
                <a:lnTo>
                  <a:pt x="1487993" y="1109336"/>
                </a:lnTo>
                <a:lnTo>
                  <a:pt x="1488066" y="1109717"/>
                </a:lnTo>
                <a:lnTo>
                  <a:pt x="1488141" y="1110090"/>
                </a:lnTo>
                <a:lnTo>
                  <a:pt x="1488221" y="1110455"/>
                </a:lnTo>
                <a:lnTo>
                  <a:pt x="1488303" y="1110811"/>
                </a:lnTo>
                <a:lnTo>
                  <a:pt x="1488390" y="1111159"/>
                </a:lnTo>
                <a:lnTo>
                  <a:pt x="1488480" y="1111499"/>
                </a:lnTo>
                <a:lnTo>
                  <a:pt x="1488573" y="1111831"/>
                </a:lnTo>
                <a:lnTo>
                  <a:pt x="1488670" y="1112154"/>
                </a:lnTo>
                <a:lnTo>
                  <a:pt x="1488770" y="1112469"/>
                </a:lnTo>
                <a:lnTo>
                  <a:pt x="1488874" y="1112777"/>
                </a:lnTo>
                <a:lnTo>
                  <a:pt x="1488981" y="1113075"/>
                </a:lnTo>
                <a:lnTo>
                  <a:pt x="1489092" y="1113366"/>
                </a:lnTo>
                <a:lnTo>
                  <a:pt x="1489207" y="1113648"/>
                </a:lnTo>
                <a:lnTo>
                  <a:pt x="1489325" y="1113922"/>
                </a:lnTo>
                <a:lnTo>
                  <a:pt x="1489446" y="1114188"/>
                </a:lnTo>
                <a:lnTo>
                  <a:pt x="1489571" y="1114446"/>
                </a:lnTo>
                <a:lnTo>
                  <a:pt x="1489701" y="1114696"/>
                </a:lnTo>
                <a:lnTo>
                  <a:pt x="1489837" y="1114940"/>
                </a:lnTo>
                <a:lnTo>
                  <a:pt x="1489978" y="1115178"/>
                </a:lnTo>
                <a:lnTo>
                  <a:pt x="1490126" y="1115409"/>
                </a:lnTo>
                <a:lnTo>
                  <a:pt x="1490279" y="1115633"/>
                </a:lnTo>
                <a:lnTo>
                  <a:pt x="1490438" y="1115851"/>
                </a:lnTo>
                <a:lnTo>
                  <a:pt x="1490603" y="1116063"/>
                </a:lnTo>
                <a:lnTo>
                  <a:pt x="1490774" y="1116268"/>
                </a:lnTo>
                <a:lnTo>
                  <a:pt x="1490950" y="1116467"/>
                </a:lnTo>
                <a:lnTo>
                  <a:pt x="1491133" y="1116659"/>
                </a:lnTo>
                <a:lnTo>
                  <a:pt x="1491321" y="1116845"/>
                </a:lnTo>
                <a:lnTo>
                  <a:pt x="1491516" y="1117024"/>
                </a:lnTo>
                <a:lnTo>
                  <a:pt x="1491716" y="1117197"/>
                </a:lnTo>
                <a:lnTo>
                  <a:pt x="1491922" y="1117364"/>
                </a:lnTo>
                <a:lnTo>
                  <a:pt x="1492134" y="1117524"/>
                </a:lnTo>
                <a:lnTo>
                  <a:pt x="1492352" y="1117677"/>
                </a:lnTo>
                <a:lnTo>
                  <a:pt x="1492575" y="1117824"/>
                </a:lnTo>
                <a:lnTo>
                  <a:pt x="1492805" y="1117965"/>
                </a:lnTo>
                <a:lnTo>
                  <a:pt x="1493040" y="1118099"/>
                </a:lnTo>
                <a:lnTo>
                  <a:pt x="1493281" y="1118227"/>
                </a:lnTo>
                <a:lnTo>
                  <a:pt x="1493529" y="1118348"/>
                </a:lnTo>
                <a:lnTo>
                  <a:pt x="1493782" y="1118463"/>
                </a:lnTo>
                <a:lnTo>
                  <a:pt x="1494041" y="1118571"/>
                </a:lnTo>
                <a:lnTo>
                  <a:pt x="1494305" y="1118673"/>
                </a:lnTo>
                <a:lnTo>
                  <a:pt x="1494576" y="1118783"/>
                </a:lnTo>
                <a:lnTo>
                  <a:pt x="1494854" y="1118889"/>
                </a:lnTo>
                <a:lnTo>
                  <a:pt x="1495137" y="1118990"/>
                </a:lnTo>
                <a:lnTo>
                  <a:pt x="1495428" y="1119086"/>
                </a:lnTo>
                <a:lnTo>
                  <a:pt x="1495724" y="1119178"/>
                </a:lnTo>
                <a:lnTo>
                  <a:pt x="1496028" y="1119264"/>
                </a:lnTo>
                <a:lnTo>
                  <a:pt x="1496337" y="1119347"/>
                </a:lnTo>
                <a:lnTo>
                  <a:pt x="1496653" y="1119424"/>
                </a:lnTo>
                <a:lnTo>
                  <a:pt x="1496976" y="1119497"/>
                </a:lnTo>
                <a:lnTo>
                  <a:pt x="1497305" y="1119565"/>
                </a:lnTo>
                <a:lnTo>
                  <a:pt x="1497641" y="1119628"/>
                </a:lnTo>
                <a:lnTo>
                  <a:pt x="1497982" y="1119687"/>
                </a:lnTo>
                <a:lnTo>
                  <a:pt x="1498331" y="1119741"/>
                </a:lnTo>
                <a:lnTo>
                  <a:pt x="1498686" y="1119790"/>
                </a:lnTo>
                <a:lnTo>
                  <a:pt x="1499047" y="1119835"/>
                </a:lnTo>
                <a:lnTo>
                  <a:pt x="1499415" y="1119875"/>
                </a:lnTo>
                <a:lnTo>
                  <a:pt x="1499789" y="1119910"/>
                </a:lnTo>
                <a:lnTo>
                  <a:pt x="1500170" y="1119941"/>
                </a:lnTo>
                <a:lnTo>
                  <a:pt x="1500557" y="1119967"/>
                </a:lnTo>
                <a:lnTo>
                  <a:pt x="1500951" y="1119988"/>
                </a:lnTo>
                <a:lnTo>
                  <a:pt x="1501351" y="1120004"/>
                </a:lnTo>
                <a:lnTo>
                  <a:pt x="1501757" y="1120016"/>
                </a:lnTo>
                <a:lnTo>
                  <a:pt x="1502170" y="1120023"/>
                </a:lnTo>
                <a:lnTo>
                  <a:pt x="1502590" y="1120025"/>
                </a:lnTo>
                <a:lnTo>
                  <a:pt x="1502885" y="1120024"/>
                </a:lnTo>
                <a:lnTo>
                  <a:pt x="1503179" y="1120019"/>
                </a:lnTo>
                <a:lnTo>
                  <a:pt x="1503472" y="1120012"/>
                </a:lnTo>
                <a:lnTo>
                  <a:pt x="1503764" y="1120002"/>
                </a:lnTo>
                <a:lnTo>
                  <a:pt x="1504054" y="1119989"/>
                </a:lnTo>
                <a:lnTo>
                  <a:pt x="1504344" y="1119973"/>
                </a:lnTo>
                <a:lnTo>
                  <a:pt x="1504632" y="1119953"/>
                </a:lnTo>
                <a:lnTo>
                  <a:pt x="1504919" y="1119931"/>
                </a:lnTo>
                <a:lnTo>
                  <a:pt x="1505205" y="1119906"/>
                </a:lnTo>
                <a:lnTo>
                  <a:pt x="1505490" y="1119879"/>
                </a:lnTo>
                <a:lnTo>
                  <a:pt x="1505773" y="1119848"/>
                </a:lnTo>
                <a:lnTo>
                  <a:pt x="1506055" y="1119814"/>
                </a:lnTo>
                <a:lnTo>
                  <a:pt x="1506337" y="1119777"/>
                </a:lnTo>
                <a:lnTo>
                  <a:pt x="1506617" y="1119738"/>
                </a:lnTo>
                <a:lnTo>
                  <a:pt x="1506896" y="1119695"/>
                </a:lnTo>
                <a:lnTo>
                  <a:pt x="1507173" y="1119650"/>
                </a:lnTo>
                <a:lnTo>
                  <a:pt x="1507450" y="1119601"/>
                </a:lnTo>
                <a:lnTo>
                  <a:pt x="1507725" y="1119550"/>
                </a:lnTo>
                <a:lnTo>
                  <a:pt x="1507999" y="1119496"/>
                </a:lnTo>
                <a:lnTo>
                  <a:pt x="1508272" y="1119438"/>
                </a:lnTo>
                <a:lnTo>
                  <a:pt x="1508544" y="1119378"/>
                </a:lnTo>
                <a:lnTo>
                  <a:pt x="1508815" y="1119315"/>
                </a:lnTo>
                <a:lnTo>
                  <a:pt x="1509084" y="1119249"/>
                </a:lnTo>
                <a:lnTo>
                  <a:pt x="1509352" y="1119180"/>
                </a:lnTo>
                <a:lnTo>
                  <a:pt x="1509618" y="1119108"/>
                </a:lnTo>
                <a:lnTo>
                  <a:pt x="1509881" y="1119034"/>
                </a:lnTo>
                <a:lnTo>
                  <a:pt x="1510140" y="1118958"/>
                </a:lnTo>
                <a:lnTo>
                  <a:pt x="1510395" y="1118879"/>
                </a:lnTo>
                <a:lnTo>
                  <a:pt x="1510647" y="1118798"/>
                </a:lnTo>
                <a:lnTo>
                  <a:pt x="1510895" y="1118715"/>
                </a:lnTo>
                <a:lnTo>
                  <a:pt x="1511140" y="1118629"/>
                </a:lnTo>
                <a:lnTo>
                  <a:pt x="1511381" y="1118541"/>
                </a:lnTo>
                <a:lnTo>
                  <a:pt x="1511619" y="1118451"/>
                </a:lnTo>
                <a:lnTo>
                  <a:pt x="1511853" y="1118358"/>
                </a:lnTo>
                <a:lnTo>
                  <a:pt x="1512084" y="1118263"/>
                </a:lnTo>
                <a:lnTo>
                  <a:pt x="1512311" y="1118166"/>
                </a:lnTo>
                <a:lnTo>
                  <a:pt x="1512535" y="1118066"/>
                </a:lnTo>
                <a:lnTo>
                  <a:pt x="1512755" y="1117964"/>
                </a:lnTo>
                <a:lnTo>
                  <a:pt x="1512971" y="1117859"/>
                </a:lnTo>
                <a:lnTo>
                  <a:pt x="1513185" y="1117752"/>
                </a:lnTo>
                <a:lnTo>
                  <a:pt x="1513394" y="1117643"/>
                </a:lnTo>
                <a:lnTo>
                  <a:pt x="1513600" y="1117532"/>
                </a:lnTo>
                <a:lnTo>
                  <a:pt x="1513803" y="1117418"/>
                </a:lnTo>
                <a:lnTo>
                  <a:pt x="1514002" y="1117301"/>
                </a:lnTo>
                <a:lnTo>
                  <a:pt x="1514197" y="1117183"/>
                </a:lnTo>
                <a:lnTo>
                  <a:pt x="1514389" y="1117062"/>
                </a:lnTo>
                <a:lnTo>
                  <a:pt x="1514578" y="1116939"/>
                </a:lnTo>
                <a:lnTo>
                  <a:pt x="1514762" y="1116813"/>
                </a:lnTo>
                <a:lnTo>
                  <a:pt x="1514762" y="1105824"/>
                </a:lnTo>
                <a:lnTo>
                  <a:pt x="1514521" y="1105989"/>
                </a:lnTo>
                <a:lnTo>
                  <a:pt x="1514276" y="1106148"/>
                </a:lnTo>
                <a:lnTo>
                  <a:pt x="1514028" y="1106299"/>
                </a:lnTo>
                <a:lnTo>
                  <a:pt x="1513776" y="1106444"/>
                </a:lnTo>
                <a:lnTo>
                  <a:pt x="1513521" y="1106581"/>
                </a:lnTo>
                <a:lnTo>
                  <a:pt x="1513262" y="1106711"/>
                </a:lnTo>
                <a:lnTo>
                  <a:pt x="1513000" y="1106835"/>
                </a:lnTo>
                <a:lnTo>
                  <a:pt x="1512734" y="1106951"/>
                </a:lnTo>
                <a:lnTo>
                  <a:pt x="1512464" y="1107060"/>
                </a:lnTo>
                <a:lnTo>
                  <a:pt x="1512191" y="1107162"/>
                </a:lnTo>
                <a:lnTo>
                  <a:pt x="1511915" y="1107257"/>
                </a:lnTo>
                <a:lnTo>
                  <a:pt x="1511635" y="1107345"/>
                </a:lnTo>
                <a:lnTo>
                  <a:pt x="1511351" y="1107426"/>
                </a:lnTo>
                <a:lnTo>
                  <a:pt x="1511064" y="1107500"/>
                </a:lnTo>
                <a:lnTo>
                  <a:pt x="1510774" y="1107567"/>
                </a:lnTo>
                <a:lnTo>
                  <a:pt x="1510479" y="1107627"/>
                </a:lnTo>
                <a:lnTo>
                  <a:pt x="1510182" y="1107680"/>
                </a:lnTo>
                <a:lnTo>
                  <a:pt x="1509881" y="1107726"/>
                </a:lnTo>
                <a:lnTo>
                  <a:pt x="1509576" y="1107764"/>
                </a:lnTo>
                <a:lnTo>
                  <a:pt x="1509268" y="1107796"/>
                </a:lnTo>
                <a:lnTo>
                  <a:pt x="1508956" y="1107821"/>
                </a:lnTo>
                <a:lnTo>
                  <a:pt x="1508641" y="1107838"/>
                </a:lnTo>
                <a:lnTo>
                  <a:pt x="1508322" y="1107849"/>
                </a:lnTo>
                <a:lnTo>
                  <a:pt x="1508000" y="1107853"/>
                </a:lnTo>
                <a:lnTo>
                  <a:pt x="1507818" y="1107850"/>
                </a:lnTo>
                <a:lnTo>
                  <a:pt x="1507639" y="1107844"/>
                </a:lnTo>
                <a:lnTo>
                  <a:pt x="1507463" y="1107834"/>
                </a:lnTo>
                <a:lnTo>
                  <a:pt x="1507291" y="1107820"/>
                </a:lnTo>
                <a:lnTo>
                  <a:pt x="1507121" y="1107801"/>
                </a:lnTo>
                <a:lnTo>
                  <a:pt x="1506954" y="1107779"/>
                </a:lnTo>
                <a:lnTo>
                  <a:pt x="1506790" y="1107752"/>
                </a:lnTo>
                <a:lnTo>
                  <a:pt x="1506628" y="1107721"/>
                </a:lnTo>
                <a:lnTo>
                  <a:pt x="1506470" y="1107686"/>
                </a:lnTo>
                <a:lnTo>
                  <a:pt x="1506315" y="1107647"/>
                </a:lnTo>
                <a:lnTo>
                  <a:pt x="1506163" y="1107604"/>
                </a:lnTo>
                <a:lnTo>
                  <a:pt x="1506013" y="1107557"/>
                </a:lnTo>
                <a:lnTo>
                  <a:pt x="1505867" y="1107505"/>
                </a:lnTo>
                <a:lnTo>
                  <a:pt x="1505723" y="1107450"/>
                </a:lnTo>
                <a:lnTo>
                  <a:pt x="1505583" y="1107390"/>
                </a:lnTo>
                <a:lnTo>
                  <a:pt x="1505445" y="1107326"/>
                </a:lnTo>
                <a:lnTo>
                  <a:pt x="1505310" y="1107259"/>
                </a:lnTo>
                <a:lnTo>
                  <a:pt x="1505178" y="1107187"/>
                </a:lnTo>
                <a:lnTo>
                  <a:pt x="1505050" y="1107111"/>
                </a:lnTo>
                <a:lnTo>
                  <a:pt x="1504924" y="1107031"/>
                </a:lnTo>
                <a:lnTo>
                  <a:pt x="1504801" y="1106946"/>
                </a:lnTo>
                <a:lnTo>
                  <a:pt x="1504681" y="1106858"/>
                </a:lnTo>
                <a:lnTo>
                  <a:pt x="1504564" y="1106766"/>
                </a:lnTo>
                <a:lnTo>
                  <a:pt x="1504449" y="1106669"/>
                </a:lnTo>
                <a:lnTo>
                  <a:pt x="1504339" y="1106568"/>
                </a:lnTo>
                <a:lnTo>
                  <a:pt x="1504233" y="1106461"/>
                </a:lnTo>
                <a:lnTo>
                  <a:pt x="1504132" y="1106349"/>
                </a:lnTo>
                <a:lnTo>
                  <a:pt x="1504036" y="1106232"/>
                </a:lnTo>
                <a:lnTo>
                  <a:pt x="1503944" y="1106110"/>
                </a:lnTo>
                <a:lnTo>
                  <a:pt x="1503858" y="1105982"/>
                </a:lnTo>
                <a:lnTo>
                  <a:pt x="1503775" y="1105849"/>
                </a:lnTo>
                <a:lnTo>
                  <a:pt x="1503698" y="1105711"/>
                </a:lnTo>
                <a:lnTo>
                  <a:pt x="1503625" y="1105567"/>
                </a:lnTo>
                <a:lnTo>
                  <a:pt x="1503557" y="1105419"/>
                </a:lnTo>
                <a:lnTo>
                  <a:pt x="1503494" y="1105264"/>
                </a:lnTo>
                <a:lnTo>
                  <a:pt x="1503435" y="1105105"/>
                </a:lnTo>
                <a:lnTo>
                  <a:pt x="1503381" y="1104940"/>
                </a:lnTo>
                <a:lnTo>
                  <a:pt x="1503332" y="1104770"/>
                </a:lnTo>
                <a:lnTo>
                  <a:pt x="1503287" y="1104595"/>
                </a:lnTo>
                <a:lnTo>
                  <a:pt x="1503247" y="1104415"/>
                </a:lnTo>
                <a:lnTo>
                  <a:pt x="1503212" y="1104229"/>
                </a:lnTo>
                <a:lnTo>
                  <a:pt x="1503181" y="1104038"/>
                </a:lnTo>
                <a:lnTo>
                  <a:pt x="1503155" y="1103842"/>
                </a:lnTo>
                <a:lnTo>
                  <a:pt x="1503134" y="1103640"/>
                </a:lnTo>
                <a:lnTo>
                  <a:pt x="1503118" y="1103433"/>
                </a:lnTo>
                <a:lnTo>
                  <a:pt x="1503106" y="1103221"/>
                </a:lnTo>
                <a:lnTo>
                  <a:pt x="1503099" y="1103003"/>
                </a:lnTo>
                <a:lnTo>
                  <a:pt x="1503097" y="1102780"/>
                </a:lnTo>
                <a:lnTo>
                  <a:pt x="1503097" y="1056963"/>
                </a:lnTo>
                <a:lnTo>
                  <a:pt x="1503081" y="1055848"/>
                </a:lnTo>
                <a:lnTo>
                  <a:pt x="1503036" y="1054757"/>
                </a:lnTo>
                <a:lnTo>
                  <a:pt x="1502959" y="1053690"/>
                </a:lnTo>
                <a:lnTo>
                  <a:pt x="1502853" y="1052647"/>
                </a:lnTo>
                <a:lnTo>
                  <a:pt x="1502715" y="1051629"/>
                </a:lnTo>
                <a:lnTo>
                  <a:pt x="1502547" y="1050634"/>
                </a:lnTo>
                <a:lnTo>
                  <a:pt x="1502349" y="1049663"/>
                </a:lnTo>
                <a:lnTo>
                  <a:pt x="1502120" y="1048717"/>
                </a:lnTo>
                <a:lnTo>
                  <a:pt x="1501860" y="1047794"/>
                </a:lnTo>
                <a:lnTo>
                  <a:pt x="1501570" y="1046896"/>
                </a:lnTo>
                <a:lnTo>
                  <a:pt x="1501250" y="1046021"/>
                </a:lnTo>
                <a:lnTo>
                  <a:pt x="1500899" y="1045171"/>
                </a:lnTo>
                <a:lnTo>
                  <a:pt x="1500517" y="1044345"/>
                </a:lnTo>
                <a:lnTo>
                  <a:pt x="1500105" y="1043542"/>
                </a:lnTo>
                <a:lnTo>
                  <a:pt x="1499663" y="1042764"/>
                </a:lnTo>
                <a:lnTo>
                  <a:pt x="1499189" y="1042010"/>
                </a:lnTo>
                <a:lnTo>
                  <a:pt x="1498686" y="1041280"/>
                </a:lnTo>
                <a:lnTo>
                  <a:pt x="1498152" y="1040574"/>
                </a:lnTo>
                <a:lnTo>
                  <a:pt x="1497587" y="1039892"/>
                </a:lnTo>
                <a:lnTo>
                  <a:pt x="1496992" y="1039235"/>
                </a:lnTo>
                <a:lnTo>
                  <a:pt x="1496366" y="1038601"/>
                </a:lnTo>
                <a:lnTo>
                  <a:pt x="1495709" y="1037991"/>
                </a:lnTo>
                <a:lnTo>
                  <a:pt x="1495023" y="1037406"/>
                </a:lnTo>
                <a:lnTo>
                  <a:pt x="1494305" y="1036844"/>
                </a:lnTo>
                <a:lnTo>
                  <a:pt x="1493572" y="1036306"/>
                </a:lnTo>
                <a:lnTo>
                  <a:pt x="1492809" y="1035791"/>
                </a:lnTo>
                <a:lnTo>
                  <a:pt x="1492018" y="1035299"/>
                </a:lnTo>
                <a:lnTo>
                  <a:pt x="1491196" y="1034829"/>
                </a:lnTo>
                <a:lnTo>
                  <a:pt x="1490346" y="1034383"/>
                </a:lnTo>
                <a:lnTo>
                  <a:pt x="1489466" y="1033959"/>
                </a:lnTo>
                <a:lnTo>
                  <a:pt x="1488556" y="1033559"/>
                </a:lnTo>
                <a:lnTo>
                  <a:pt x="1487618" y="1033181"/>
                </a:lnTo>
                <a:lnTo>
                  <a:pt x="1486650" y="1032826"/>
                </a:lnTo>
                <a:lnTo>
                  <a:pt x="1485652" y="1032494"/>
                </a:lnTo>
                <a:lnTo>
                  <a:pt x="1484626" y="1032185"/>
                </a:lnTo>
                <a:lnTo>
                  <a:pt x="1483569" y="1031899"/>
                </a:lnTo>
                <a:lnTo>
                  <a:pt x="1482484" y="1031636"/>
                </a:lnTo>
                <a:lnTo>
                  <a:pt x="1481369" y="1031395"/>
                </a:lnTo>
                <a:lnTo>
                  <a:pt x="1480225" y="1031178"/>
                </a:lnTo>
                <a:lnTo>
                  <a:pt x="1479052" y="1030983"/>
                </a:lnTo>
                <a:lnTo>
                  <a:pt x="1477849" y="1030812"/>
                </a:lnTo>
                <a:lnTo>
                  <a:pt x="1476617" y="1030663"/>
                </a:lnTo>
                <a:lnTo>
                  <a:pt x="1475355" y="1030537"/>
                </a:lnTo>
                <a:lnTo>
                  <a:pt x="1474064" y="1030434"/>
                </a:lnTo>
                <a:lnTo>
                  <a:pt x="1472744" y="1030354"/>
                </a:lnTo>
                <a:lnTo>
                  <a:pt x="1471394" y="1030296"/>
                </a:lnTo>
                <a:lnTo>
                  <a:pt x="1470015" y="1030262"/>
                </a:lnTo>
                <a:lnTo>
                  <a:pt x="1468607" y="1030251"/>
                </a:lnTo>
                <a:lnTo>
                  <a:pt x="1467280" y="1030262"/>
                </a:lnTo>
                <a:lnTo>
                  <a:pt x="1465975" y="1030296"/>
                </a:lnTo>
                <a:lnTo>
                  <a:pt x="1464692" y="1030354"/>
                </a:lnTo>
                <a:lnTo>
                  <a:pt x="1463432" y="1030434"/>
                </a:lnTo>
                <a:lnTo>
                  <a:pt x="1462194" y="1030537"/>
                </a:lnTo>
                <a:lnTo>
                  <a:pt x="1460978" y="1030663"/>
                </a:lnTo>
                <a:lnTo>
                  <a:pt x="1459784" y="1030812"/>
                </a:lnTo>
                <a:lnTo>
                  <a:pt x="1458613" y="1030983"/>
                </a:lnTo>
                <a:lnTo>
                  <a:pt x="1457464" y="1031178"/>
                </a:lnTo>
                <a:lnTo>
                  <a:pt x="1456338" y="1031395"/>
                </a:lnTo>
                <a:lnTo>
                  <a:pt x="1455234" y="1031636"/>
                </a:lnTo>
                <a:lnTo>
                  <a:pt x="1454152" y="1031899"/>
                </a:lnTo>
                <a:lnTo>
                  <a:pt x="1453092" y="1032185"/>
                </a:lnTo>
                <a:lnTo>
                  <a:pt x="1452055" y="1032494"/>
                </a:lnTo>
                <a:lnTo>
                  <a:pt x="1451040" y="1032826"/>
                </a:lnTo>
                <a:lnTo>
                  <a:pt x="1450047" y="1033181"/>
                </a:lnTo>
                <a:lnTo>
                  <a:pt x="1449077" y="1033559"/>
                </a:lnTo>
                <a:lnTo>
                  <a:pt x="1448129" y="1033959"/>
                </a:lnTo>
                <a:lnTo>
                  <a:pt x="1447203" y="1034383"/>
                </a:lnTo>
                <a:lnTo>
                  <a:pt x="1446300" y="1034829"/>
                </a:lnTo>
                <a:lnTo>
                  <a:pt x="1445418" y="1035299"/>
                </a:lnTo>
                <a:lnTo>
                  <a:pt x="1444560" y="1035791"/>
                </a:lnTo>
                <a:lnTo>
                  <a:pt x="1443723" y="1036306"/>
                </a:lnTo>
                <a:lnTo>
                  <a:pt x="1442909" y="1036844"/>
                </a:lnTo>
                <a:lnTo>
                  <a:pt x="1442136" y="1037402"/>
                </a:lnTo>
                <a:lnTo>
                  <a:pt x="1441397" y="1037975"/>
                </a:lnTo>
                <a:lnTo>
                  <a:pt x="1440690" y="1038564"/>
                </a:lnTo>
                <a:lnTo>
                  <a:pt x="1440016" y="1039169"/>
                </a:lnTo>
                <a:lnTo>
                  <a:pt x="1439375" y="1039790"/>
                </a:lnTo>
                <a:lnTo>
                  <a:pt x="1438767" y="1040426"/>
                </a:lnTo>
                <a:lnTo>
                  <a:pt x="1438191" y="1041079"/>
                </a:lnTo>
                <a:lnTo>
                  <a:pt x="1437649" y="1041747"/>
                </a:lnTo>
                <a:lnTo>
                  <a:pt x="1437139" y="1042431"/>
                </a:lnTo>
                <a:lnTo>
                  <a:pt x="1436663" y="1043131"/>
                </a:lnTo>
                <a:lnTo>
                  <a:pt x="1436219" y="1043847"/>
                </a:lnTo>
                <a:lnTo>
                  <a:pt x="1435808" y="1044579"/>
                </a:lnTo>
                <a:lnTo>
                  <a:pt x="1435430" y="1045327"/>
                </a:lnTo>
                <a:lnTo>
                  <a:pt x="1435085" y="1046090"/>
                </a:lnTo>
                <a:lnTo>
                  <a:pt x="1434772" y="1046869"/>
                </a:lnTo>
                <a:lnTo>
                  <a:pt x="1434493" y="1047665"/>
                </a:lnTo>
                <a:lnTo>
                  <a:pt x="1434246" y="1048476"/>
                </a:lnTo>
                <a:lnTo>
                  <a:pt x="1434033" y="1049302"/>
                </a:lnTo>
                <a:lnTo>
                  <a:pt x="1433852" y="1050145"/>
                </a:lnTo>
                <a:lnTo>
                  <a:pt x="1433704" y="1051004"/>
                </a:lnTo>
                <a:lnTo>
                  <a:pt x="1433589" y="1051878"/>
                </a:lnTo>
                <a:lnTo>
                  <a:pt x="1433507" y="1052768"/>
                </a:lnTo>
                <a:lnTo>
                  <a:pt x="1433457" y="1053674"/>
                </a:lnTo>
                <a:lnTo>
                  <a:pt x="1433441" y="1054596"/>
                </a:lnTo>
                <a:lnTo>
                  <a:pt x="1433441" y="1054623"/>
                </a:lnTo>
                <a:lnTo>
                  <a:pt x="1433440" y="1054648"/>
                </a:lnTo>
                <a:lnTo>
                  <a:pt x="1433438" y="1054670"/>
                </a:lnTo>
                <a:lnTo>
                  <a:pt x="1433436" y="1054690"/>
                </a:lnTo>
                <a:lnTo>
                  <a:pt x="1433434" y="1054708"/>
                </a:lnTo>
                <a:lnTo>
                  <a:pt x="1433430" y="1054723"/>
                </a:lnTo>
                <a:lnTo>
                  <a:pt x="1433427" y="1054736"/>
                </a:lnTo>
                <a:lnTo>
                  <a:pt x="1433422" y="1054747"/>
                </a:lnTo>
                <a:lnTo>
                  <a:pt x="1433417" y="1054755"/>
                </a:lnTo>
                <a:lnTo>
                  <a:pt x="1433412" y="1054761"/>
                </a:lnTo>
                <a:lnTo>
                  <a:pt x="1433405" y="1054764"/>
                </a:lnTo>
                <a:lnTo>
                  <a:pt x="1433399" y="1054765"/>
                </a:lnTo>
                <a:lnTo>
                  <a:pt x="1433391" y="1054764"/>
                </a:lnTo>
                <a:lnTo>
                  <a:pt x="1433384" y="1054761"/>
                </a:lnTo>
                <a:lnTo>
                  <a:pt x="1433375" y="1054755"/>
                </a:lnTo>
                <a:lnTo>
                  <a:pt x="1433366" y="1054747"/>
                </a:lnTo>
                <a:lnTo>
                  <a:pt x="1433356" y="1054736"/>
                </a:lnTo>
                <a:lnTo>
                  <a:pt x="1433346" y="1054723"/>
                </a:lnTo>
                <a:lnTo>
                  <a:pt x="1433335" y="1054708"/>
                </a:lnTo>
                <a:lnTo>
                  <a:pt x="1433324" y="1054690"/>
                </a:lnTo>
                <a:lnTo>
                  <a:pt x="1433312" y="1054670"/>
                </a:lnTo>
                <a:lnTo>
                  <a:pt x="1433299" y="1054648"/>
                </a:lnTo>
                <a:lnTo>
                  <a:pt x="1433286" y="1054623"/>
                </a:lnTo>
                <a:lnTo>
                  <a:pt x="1433272" y="1054596"/>
                </a:lnTo>
                <a:lnTo>
                  <a:pt x="1433272" y="1054632"/>
                </a:lnTo>
                <a:lnTo>
                  <a:pt x="1433272" y="1054697"/>
                </a:lnTo>
                <a:lnTo>
                  <a:pt x="1433272" y="1054765"/>
                </a:lnTo>
                <a:lnTo>
                  <a:pt x="1433286" y="1054839"/>
                </a:lnTo>
                <a:lnTo>
                  <a:pt x="1433301" y="1054919"/>
                </a:lnTo>
                <a:lnTo>
                  <a:pt x="1433317" y="1055006"/>
                </a:lnTo>
                <a:lnTo>
                  <a:pt x="1433333" y="1055099"/>
                </a:lnTo>
                <a:lnTo>
                  <a:pt x="1433350" y="1055198"/>
                </a:lnTo>
                <a:lnTo>
                  <a:pt x="1433367" y="1055304"/>
                </a:lnTo>
                <a:close/>
                <a:moveTo>
                  <a:pt x="1457916" y="1107546"/>
                </a:moveTo>
                <a:lnTo>
                  <a:pt x="1457365" y="1107435"/>
                </a:lnTo>
                <a:lnTo>
                  <a:pt x="1456829" y="1107311"/>
                </a:lnTo>
                <a:lnTo>
                  <a:pt x="1456307" y="1107176"/>
                </a:lnTo>
                <a:lnTo>
                  <a:pt x="1455801" y="1107029"/>
                </a:lnTo>
                <a:lnTo>
                  <a:pt x="1455308" y="1106871"/>
                </a:lnTo>
                <a:lnTo>
                  <a:pt x="1454831" y="1106701"/>
                </a:lnTo>
                <a:lnTo>
                  <a:pt x="1454368" y="1106519"/>
                </a:lnTo>
                <a:lnTo>
                  <a:pt x="1453920" y="1106325"/>
                </a:lnTo>
                <a:lnTo>
                  <a:pt x="1453486" y="1106120"/>
                </a:lnTo>
                <a:lnTo>
                  <a:pt x="1453067" y="1105902"/>
                </a:lnTo>
                <a:lnTo>
                  <a:pt x="1452663" y="1105673"/>
                </a:lnTo>
                <a:lnTo>
                  <a:pt x="1452274" y="1105433"/>
                </a:lnTo>
                <a:lnTo>
                  <a:pt x="1451899" y="1105180"/>
                </a:lnTo>
                <a:lnTo>
                  <a:pt x="1451539" y="1104916"/>
                </a:lnTo>
                <a:lnTo>
                  <a:pt x="1451193" y="1104640"/>
                </a:lnTo>
                <a:lnTo>
                  <a:pt x="1450876" y="1104353"/>
                </a:lnTo>
                <a:lnTo>
                  <a:pt x="1450572" y="1104053"/>
                </a:lnTo>
                <a:lnTo>
                  <a:pt x="1450282" y="1103742"/>
                </a:lnTo>
                <a:lnTo>
                  <a:pt x="1450005" y="1103419"/>
                </a:lnTo>
                <a:lnTo>
                  <a:pt x="1449742" y="1103085"/>
                </a:lnTo>
                <a:lnTo>
                  <a:pt x="1449492" y="1102738"/>
                </a:lnTo>
                <a:lnTo>
                  <a:pt x="1449256" y="1102380"/>
                </a:lnTo>
                <a:lnTo>
                  <a:pt x="1449033" y="1102010"/>
                </a:lnTo>
                <a:lnTo>
                  <a:pt x="1448824" y="1101629"/>
                </a:lnTo>
                <a:lnTo>
                  <a:pt x="1448628" y="1101235"/>
                </a:lnTo>
                <a:lnTo>
                  <a:pt x="1448446" y="1100830"/>
                </a:lnTo>
                <a:lnTo>
                  <a:pt x="1448277" y="1100414"/>
                </a:lnTo>
                <a:lnTo>
                  <a:pt x="1448121" y="1099985"/>
                </a:lnTo>
                <a:lnTo>
                  <a:pt x="1447980" y="1099545"/>
                </a:lnTo>
                <a:lnTo>
                  <a:pt x="1447851" y="1099093"/>
                </a:lnTo>
                <a:lnTo>
                  <a:pt x="1447737" y="1098629"/>
                </a:lnTo>
                <a:lnTo>
                  <a:pt x="1447635" y="1098153"/>
                </a:lnTo>
                <a:lnTo>
                  <a:pt x="1447548" y="1097666"/>
                </a:lnTo>
                <a:lnTo>
                  <a:pt x="1447473" y="1097167"/>
                </a:lnTo>
                <a:lnTo>
                  <a:pt x="1447413" y="1096656"/>
                </a:lnTo>
                <a:lnTo>
                  <a:pt x="1447365" y="1096134"/>
                </a:lnTo>
                <a:lnTo>
                  <a:pt x="1447332" y="1095600"/>
                </a:lnTo>
                <a:lnTo>
                  <a:pt x="1447311" y="1095054"/>
                </a:lnTo>
                <a:lnTo>
                  <a:pt x="1447305" y="1094496"/>
                </a:lnTo>
                <a:lnTo>
                  <a:pt x="1447311" y="1093952"/>
                </a:lnTo>
                <a:lnTo>
                  <a:pt x="1447329" y="1093418"/>
                </a:lnTo>
                <a:lnTo>
                  <a:pt x="1447360" y="1092895"/>
                </a:lnTo>
                <a:lnTo>
                  <a:pt x="1447403" y="1092383"/>
                </a:lnTo>
                <a:lnTo>
                  <a:pt x="1447459" y="1091881"/>
                </a:lnTo>
                <a:lnTo>
                  <a:pt x="1447527" y="1091390"/>
                </a:lnTo>
                <a:lnTo>
                  <a:pt x="1447607" y="1090909"/>
                </a:lnTo>
                <a:lnTo>
                  <a:pt x="1447699" y="1090439"/>
                </a:lnTo>
                <a:lnTo>
                  <a:pt x="1447804" y="1089979"/>
                </a:lnTo>
                <a:lnTo>
                  <a:pt x="1447921" y="1089530"/>
                </a:lnTo>
                <a:lnTo>
                  <a:pt x="1448050" y="1089091"/>
                </a:lnTo>
                <a:lnTo>
                  <a:pt x="1448192" y="1088663"/>
                </a:lnTo>
                <a:lnTo>
                  <a:pt x="1448346" y="1088246"/>
                </a:lnTo>
                <a:lnTo>
                  <a:pt x="1448513" y="1087839"/>
                </a:lnTo>
                <a:lnTo>
                  <a:pt x="1448691" y="1087443"/>
                </a:lnTo>
                <a:lnTo>
                  <a:pt x="1448883" y="1087057"/>
                </a:lnTo>
                <a:lnTo>
                  <a:pt x="1449086" y="1086682"/>
                </a:lnTo>
                <a:lnTo>
                  <a:pt x="1449302" y="1086318"/>
                </a:lnTo>
                <a:lnTo>
                  <a:pt x="1449530" y="1085964"/>
                </a:lnTo>
                <a:lnTo>
                  <a:pt x="1449770" y="1085620"/>
                </a:lnTo>
                <a:lnTo>
                  <a:pt x="1450023" y="1085287"/>
                </a:lnTo>
                <a:lnTo>
                  <a:pt x="1450288" y="1084965"/>
                </a:lnTo>
                <a:lnTo>
                  <a:pt x="1450565" y="1084653"/>
                </a:lnTo>
                <a:lnTo>
                  <a:pt x="1450855" y="1084352"/>
                </a:lnTo>
                <a:lnTo>
                  <a:pt x="1451173" y="1084046"/>
                </a:lnTo>
                <a:lnTo>
                  <a:pt x="1451508" y="1083747"/>
                </a:lnTo>
                <a:lnTo>
                  <a:pt x="1451859" y="1083457"/>
                </a:lnTo>
                <a:lnTo>
                  <a:pt x="1452226" y="1083173"/>
                </a:lnTo>
                <a:lnTo>
                  <a:pt x="1452610" y="1082898"/>
                </a:lnTo>
                <a:lnTo>
                  <a:pt x="1453011" y="1082630"/>
                </a:lnTo>
                <a:lnTo>
                  <a:pt x="1453427" y="1082369"/>
                </a:lnTo>
                <a:lnTo>
                  <a:pt x="1453861" y="1082117"/>
                </a:lnTo>
                <a:lnTo>
                  <a:pt x="1454310" y="1081872"/>
                </a:lnTo>
                <a:lnTo>
                  <a:pt x="1454776" y="1081634"/>
                </a:lnTo>
                <a:lnTo>
                  <a:pt x="1455259" y="1081404"/>
                </a:lnTo>
                <a:lnTo>
                  <a:pt x="1455758" y="1081182"/>
                </a:lnTo>
                <a:lnTo>
                  <a:pt x="1456273" y="1080968"/>
                </a:lnTo>
                <a:lnTo>
                  <a:pt x="1456805" y="1080761"/>
                </a:lnTo>
                <a:lnTo>
                  <a:pt x="1457354" y="1080561"/>
                </a:lnTo>
                <a:lnTo>
                  <a:pt x="1457918" y="1080370"/>
                </a:lnTo>
                <a:lnTo>
                  <a:pt x="1458499" y="1080186"/>
                </a:lnTo>
                <a:lnTo>
                  <a:pt x="1459097" y="1080009"/>
                </a:lnTo>
                <a:lnTo>
                  <a:pt x="1459711" y="1079840"/>
                </a:lnTo>
                <a:lnTo>
                  <a:pt x="1460342" y="1079679"/>
                </a:lnTo>
                <a:lnTo>
                  <a:pt x="1460988" y="1079526"/>
                </a:lnTo>
                <a:lnTo>
                  <a:pt x="1461652" y="1079380"/>
                </a:lnTo>
                <a:lnTo>
                  <a:pt x="1462332" y="1079242"/>
                </a:lnTo>
                <a:lnTo>
                  <a:pt x="1463028" y="1079111"/>
                </a:lnTo>
                <a:lnTo>
                  <a:pt x="1463757" y="1078973"/>
                </a:lnTo>
                <a:lnTo>
                  <a:pt x="1464506" y="1078841"/>
                </a:lnTo>
                <a:lnTo>
                  <a:pt x="1465276" y="1078715"/>
                </a:lnTo>
                <a:lnTo>
                  <a:pt x="1466066" y="1078594"/>
                </a:lnTo>
                <a:lnTo>
                  <a:pt x="1466877" y="1078480"/>
                </a:lnTo>
                <a:lnTo>
                  <a:pt x="1467709" y="1078371"/>
                </a:lnTo>
                <a:lnTo>
                  <a:pt x="1468561" y="1078269"/>
                </a:lnTo>
                <a:lnTo>
                  <a:pt x="1469434" y="1078172"/>
                </a:lnTo>
                <a:lnTo>
                  <a:pt x="1470327" y="1078081"/>
                </a:lnTo>
                <a:lnTo>
                  <a:pt x="1471241" y="1077996"/>
                </a:lnTo>
                <a:lnTo>
                  <a:pt x="1472175" y="1077916"/>
                </a:lnTo>
                <a:lnTo>
                  <a:pt x="1473130" y="1077843"/>
                </a:lnTo>
                <a:lnTo>
                  <a:pt x="1474105" y="1077775"/>
                </a:lnTo>
                <a:lnTo>
                  <a:pt x="1475101" y="1077714"/>
                </a:lnTo>
                <a:lnTo>
                  <a:pt x="1476117" y="1077658"/>
                </a:lnTo>
                <a:lnTo>
                  <a:pt x="1477154" y="1077608"/>
                </a:lnTo>
                <a:lnTo>
                  <a:pt x="1478212" y="1077564"/>
                </a:lnTo>
                <a:lnTo>
                  <a:pt x="1479290" y="1077526"/>
                </a:lnTo>
                <a:lnTo>
                  <a:pt x="1480389" y="1077494"/>
                </a:lnTo>
                <a:lnTo>
                  <a:pt x="1481508" y="1077467"/>
                </a:lnTo>
                <a:lnTo>
                  <a:pt x="1482648" y="1077447"/>
                </a:lnTo>
                <a:lnTo>
                  <a:pt x="1483808" y="1077432"/>
                </a:lnTo>
                <a:lnTo>
                  <a:pt x="1484989" y="1077423"/>
                </a:lnTo>
                <a:lnTo>
                  <a:pt x="1486190" y="1077420"/>
                </a:lnTo>
                <a:lnTo>
                  <a:pt x="1486190" y="1082661"/>
                </a:lnTo>
                <a:lnTo>
                  <a:pt x="1486186" y="1083251"/>
                </a:lnTo>
                <a:lnTo>
                  <a:pt x="1486172" y="1083836"/>
                </a:lnTo>
                <a:lnTo>
                  <a:pt x="1486150" y="1084416"/>
                </a:lnTo>
                <a:lnTo>
                  <a:pt x="1486120" y="1084991"/>
                </a:lnTo>
                <a:lnTo>
                  <a:pt x="1486080" y="1085561"/>
                </a:lnTo>
                <a:lnTo>
                  <a:pt x="1486032" y="1086127"/>
                </a:lnTo>
                <a:lnTo>
                  <a:pt x="1485974" y="1086689"/>
                </a:lnTo>
                <a:lnTo>
                  <a:pt x="1485908" y="1087245"/>
                </a:lnTo>
                <a:lnTo>
                  <a:pt x="1485833" y="1087797"/>
                </a:lnTo>
                <a:lnTo>
                  <a:pt x="1485750" y="1088344"/>
                </a:lnTo>
                <a:lnTo>
                  <a:pt x="1485657" y="1088886"/>
                </a:lnTo>
                <a:lnTo>
                  <a:pt x="1485556" y="1089424"/>
                </a:lnTo>
                <a:lnTo>
                  <a:pt x="1485446" y="1089957"/>
                </a:lnTo>
                <a:lnTo>
                  <a:pt x="1485327" y="1090486"/>
                </a:lnTo>
                <a:lnTo>
                  <a:pt x="1485199" y="1091009"/>
                </a:lnTo>
                <a:lnTo>
                  <a:pt x="1485063" y="1091528"/>
                </a:lnTo>
                <a:lnTo>
                  <a:pt x="1484918" y="1092042"/>
                </a:lnTo>
                <a:lnTo>
                  <a:pt x="1484764" y="1092552"/>
                </a:lnTo>
                <a:lnTo>
                  <a:pt x="1484601" y="1093057"/>
                </a:lnTo>
                <a:lnTo>
                  <a:pt x="1484429" y="1093557"/>
                </a:lnTo>
                <a:lnTo>
                  <a:pt x="1484248" y="1094052"/>
                </a:lnTo>
                <a:lnTo>
                  <a:pt x="1484059" y="1094543"/>
                </a:lnTo>
                <a:lnTo>
                  <a:pt x="1483861" y="1095029"/>
                </a:lnTo>
                <a:lnTo>
                  <a:pt x="1483654" y="1095511"/>
                </a:lnTo>
                <a:lnTo>
                  <a:pt x="1483452" y="1095986"/>
                </a:lnTo>
                <a:lnTo>
                  <a:pt x="1483241" y="1096452"/>
                </a:lnTo>
                <a:lnTo>
                  <a:pt x="1483020" y="1096911"/>
                </a:lnTo>
                <a:lnTo>
                  <a:pt x="1482790" y="1097361"/>
                </a:lnTo>
                <a:lnTo>
                  <a:pt x="1482550" y="1097803"/>
                </a:lnTo>
                <a:lnTo>
                  <a:pt x="1482302" y="1098237"/>
                </a:lnTo>
                <a:lnTo>
                  <a:pt x="1482043" y="1098662"/>
                </a:lnTo>
                <a:lnTo>
                  <a:pt x="1481776" y="1099080"/>
                </a:lnTo>
                <a:lnTo>
                  <a:pt x="1481498" y="1099489"/>
                </a:lnTo>
                <a:lnTo>
                  <a:pt x="1481212" y="1099890"/>
                </a:lnTo>
                <a:lnTo>
                  <a:pt x="1480916" y="1100283"/>
                </a:lnTo>
                <a:lnTo>
                  <a:pt x="1480611" y="1100667"/>
                </a:lnTo>
                <a:lnTo>
                  <a:pt x="1480296" y="1101043"/>
                </a:lnTo>
                <a:lnTo>
                  <a:pt x="1479972" y="1101411"/>
                </a:lnTo>
                <a:lnTo>
                  <a:pt x="1479639" y="1101771"/>
                </a:lnTo>
                <a:lnTo>
                  <a:pt x="1479296" y="1102123"/>
                </a:lnTo>
                <a:lnTo>
                  <a:pt x="1478944" y="1102466"/>
                </a:lnTo>
                <a:lnTo>
                  <a:pt x="1478582" y="1102802"/>
                </a:lnTo>
                <a:lnTo>
                  <a:pt x="1478211" y="1103129"/>
                </a:lnTo>
                <a:lnTo>
                  <a:pt x="1477831" y="1103447"/>
                </a:lnTo>
                <a:lnTo>
                  <a:pt x="1477441" y="1103758"/>
                </a:lnTo>
                <a:lnTo>
                  <a:pt x="1477042" y="1104060"/>
                </a:lnTo>
                <a:lnTo>
                  <a:pt x="1476633" y="1104354"/>
                </a:lnTo>
                <a:lnTo>
                  <a:pt x="1476215" y="1104640"/>
                </a:lnTo>
                <a:lnTo>
                  <a:pt x="1475802" y="1104916"/>
                </a:lnTo>
                <a:lnTo>
                  <a:pt x="1475378" y="1105180"/>
                </a:lnTo>
                <a:lnTo>
                  <a:pt x="1474944" y="1105433"/>
                </a:lnTo>
                <a:lnTo>
                  <a:pt x="1474501" y="1105673"/>
                </a:lnTo>
                <a:lnTo>
                  <a:pt x="1474047" y="1105902"/>
                </a:lnTo>
                <a:lnTo>
                  <a:pt x="1473584" y="1106120"/>
                </a:lnTo>
                <a:lnTo>
                  <a:pt x="1473111" y="1106325"/>
                </a:lnTo>
                <a:lnTo>
                  <a:pt x="1472627" y="1106519"/>
                </a:lnTo>
                <a:lnTo>
                  <a:pt x="1472134" y="1106701"/>
                </a:lnTo>
                <a:lnTo>
                  <a:pt x="1471630" y="1106871"/>
                </a:lnTo>
                <a:lnTo>
                  <a:pt x="1471117" y="1107029"/>
                </a:lnTo>
                <a:lnTo>
                  <a:pt x="1470594" y="1107176"/>
                </a:lnTo>
                <a:lnTo>
                  <a:pt x="1470060" y="1107311"/>
                </a:lnTo>
                <a:lnTo>
                  <a:pt x="1469517" y="1107435"/>
                </a:lnTo>
                <a:lnTo>
                  <a:pt x="1468964" y="1107546"/>
                </a:lnTo>
                <a:lnTo>
                  <a:pt x="1468400" y="1107646"/>
                </a:lnTo>
                <a:lnTo>
                  <a:pt x="1467827" y="1107734"/>
                </a:lnTo>
                <a:lnTo>
                  <a:pt x="1467244" y="1107810"/>
                </a:lnTo>
                <a:lnTo>
                  <a:pt x="1466651" y="1107875"/>
                </a:lnTo>
                <a:lnTo>
                  <a:pt x="1466048" y="1107928"/>
                </a:lnTo>
                <a:lnTo>
                  <a:pt x="1465434" y="1107969"/>
                </a:lnTo>
                <a:lnTo>
                  <a:pt x="1464811" y="1107998"/>
                </a:lnTo>
                <a:lnTo>
                  <a:pt x="1464178" y="1108016"/>
                </a:lnTo>
                <a:lnTo>
                  <a:pt x="1463535" y="1108022"/>
                </a:lnTo>
                <a:lnTo>
                  <a:pt x="1462852" y="1108016"/>
                </a:lnTo>
                <a:lnTo>
                  <a:pt x="1462184" y="1107998"/>
                </a:lnTo>
                <a:lnTo>
                  <a:pt x="1461530" y="1107969"/>
                </a:lnTo>
                <a:lnTo>
                  <a:pt x="1460891" y="1107928"/>
                </a:lnTo>
                <a:lnTo>
                  <a:pt x="1460267" y="1107875"/>
                </a:lnTo>
                <a:lnTo>
                  <a:pt x="1459657" y="1107810"/>
                </a:lnTo>
                <a:lnTo>
                  <a:pt x="1459062" y="1107734"/>
                </a:lnTo>
                <a:lnTo>
                  <a:pt x="1458482" y="1107646"/>
                </a:lnTo>
                <a:lnTo>
                  <a:pt x="1457916" y="1107546"/>
                </a:lnTo>
                <a:close/>
                <a:moveTo>
                  <a:pt x="1699853" y="1149330"/>
                </a:moveTo>
                <a:lnTo>
                  <a:pt x="1700726" y="1149121"/>
                </a:lnTo>
                <a:lnTo>
                  <a:pt x="1701579" y="1148887"/>
                </a:lnTo>
                <a:lnTo>
                  <a:pt x="1702412" y="1148628"/>
                </a:lnTo>
                <a:lnTo>
                  <a:pt x="1703225" y="1148344"/>
                </a:lnTo>
                <a:lnTo>
                  <a:pt x="1704018" y="1148036"/>
                </a:lnTo>
                <a:lnTo>
                  <a:pt x="1704791" y="1147703"/>
                </a:lnTo>
                <a:lnTo>
                  <a:pt x="1705544" y="1147346"/>
                </a:lnTo>
                <a:lnTo>
                  <a:pt x="1706277" y="1146963"/>
                </a:lnTo>
                <a:lnTo>
                  <a:pt x="1706990" y="1146557"/>
                </a:lnTo>
                <a:lnTo>
                  <a:pt x="1707684" y="1146125"/>
                </a:lnTo>
                <a:lnTo>
                  <a:pt x="1708357" y="1145669"/>
                </a:lnTo>
                <a:lnTo>
                  <a:pt x="1709010" y="1145188"/>
                </a:lnTo>
                <a:lnTo>
                  <a:pt x="1709644" y="1144683"/>
                </a:lnTo>
                <a:lnTo>
                  <a:pt x="1710257" y="1144153"/>
                </a:lnTo>
                <a:lnTo>
                  <a:pt x="1710851" y="1143598"/>
                </a:lnTo>
                <a:lnTo>
                  <a:pt x="1711424" y="1143018"/>
                </a:lnTo>
                <a:lnTo>
                  <a:pt x="1711990" y="1142434"/>
                </a:lnTo>
                <a:lnTo>
                  <a:pt x="1712532" y="1141835"/>
                </a:lnTo>
                <a:lnTo>
                  <a:pt x="1713049" y="1141222"/>
                </a:lnTo>
                <a:lnTo>
                  <a:pt x="1713542" y="1140595"/>
                </a:lnTo>
                <a:lnTo>
                  <a:pt x="1714012" y="1139954"/>
                </a:lnTo>
                <a:lnTo>
                  <a:pt x="1714457" y="1139299"/>
                </a:lnTo>
                <a:lnTo>
                  <a:pt x="1714878" y="1138630"/>
                </a:lnTo>
                <a:lnTo>
                  <a:pt x="1715275" y="1137946"/>
                </a:lnTo>
                <a:lnTo>
                  <a:pt x="1715648" y="1137249"/>
                </a:lnTo>
                <a:lnTo>
                  <a:pt x="1715997" y="1136538"/>
                </a:lnTo>
                <a:lnTo>
                  <a:pt x="1716322" y="1135812"/>
                </a:lnTo>
                <a:lnTo>
                  <a:pt x="1716623" y="1135072"/>
                </a:lnTo>
                <a:lnTo>
                  <a:pt x="1716900" y="1134318"/>
                </a:lnTo>
                <a:lnTo>
                  <a:pt x="1717153" y="1133551"/>
                </a:lnTo>
                <a:lnTo>
                  <a:pt x="1717381" y="1132769"/>
                </a:lnTo>
                <a:lnTo>
                  <a:pt x="1717586" y="1131973"/>
                </a:lnTo>
                <a:lnTo>
                  <a:pt x="1717767" y="1131163"/>
                </a:lnTo>
                <a:lnTo>
                  <a:pt x="1717923" y="1130338"/>
                </a:lnTo>
                <a:lnTo>
                  <a:pt x="1718055" y="1129500"/>
                </a:lnTo>
                <a:lnTo>
                  <a:pt x="1718164" y="1128648"/>
                </a:lnTo>
                <a:lnTo>
                  <a:pt x="1718248" y="1127781"/>
                </a:lnTo>
                <a:lnTo>
                  <a:pt x="1718308" y="1126901"/>
                </a:lnTo>
                <a:lnTo>
                  <a:pt x="1718344" y="1126006"/>
                </a:lnTo>
                <a:lnTo>
                  <a:pt x="1718356" y="1125097"/>
                </a:lnTo>
                <a:lnTo>
                  <a:pt x="1718344" y="1124259"/>
                </a:lnTo>
                <a:lnTo>
                  <a:pt x="1718308" y="1123435"/>
                </a:lnTo>
                <a:lnTo>
                  <a:pt x="1718248" y="1122625"/>
                </a:lnTo>
                <a:lnTo>
                  <a:pt x="1718164" y="1121829"/>
                </a:lnTo>
                <a:lnTo>
                  <a:pt x="1718055" y="1121047"/>
                </a:lnTo>
                <a:lnTo>
                  <a:pt x="1717923" y="1120279"/>
                </a:lnTo>
                <a:lnTo>
                  <a:pt x="1717767" y="1119525"/>
                </a:lnTo>
                <a:lnTo>
                  <a:pt x="1717586" y="1118786"/>
                </a:lnTo>
                <a:lnTo>
                  <a:pt x="1717381" y="1118060"/>
                </a:lnTo>
                <a:lnTo>
                  <a:pt x="1717153" y="1117348"/>
                </a:lnTo>
                <a:lnTo>
                  <a:pt x="1716900" y="1116651"/>
                </a:lnTo>
                <a:lnTo>
                  <a:pt x="1716623" y="1115968"/>
                </a:lnTo>
                <a:lnTo>
                  <a:pt x="1716322" y="1115298"/>
                </a:lnTo>
                <a:lnTo>
                  <a:pt x="1715997" y="1114643"/>
                </a:lnTo>
                <a:lnTo>
                  <a:pt x="1715648" y="1114002"/>
                </a:lnTo>
                <a:lnTo>
                  <a:pt x="1715275" y="1113375"/>
                </a:lnTo>
                <a:lnTo>
                  <a:pt x="1714878" y="1112762"/>
                </a:lnTo>
                <a:lnTo>
                  <a:pt x="1714457" y="1112164"/>
                </a:lnTo>
                <a:lnTo>
                  <a:pt x="1714012" y="1111579"/>
                </a:lnTo>
                <a:lnTo>
                  <a:pt x="1713542" y="1111008"/>
                </a:lnTo>
                <a:lnTo>
                  <a:pt x="1713049" y="1110452"/>
                </a:lnTo>
                <a:lnTo>
                  <a:pt x="1712532" y="1109909"/>
                </a:lnTo>
                <a:lnTo>
                  <a:pt x="1711990" y="1109381"/>
                </a:lnTo>
                <a:lnTo>
                  <a:pt x="1711424" y="1108867"/>
                </a:lnTo>
                <a:lnTo>
                  <a:pt x="1710852" y="1108356"/>
                </a:lnTo>
                <a:lnTo>
                  <a:pt x="1710261" y="1107868"/>
                </a:lnTo>
                <a:lnTo>
                  <a:pt x="1709652" y="1107401"/>
                </a:lnTo>
                <a:lnTo>
                  <a:pt x="1709025" y="1106955"/>
                </a:lnTo>
                <a:lnTo>
                  <a:pt x="1708379" y="1106532"/>
                </a:lnTo>
                <a:lnTo>
                  <a:pt x="1707715" y="1106130"/>
                </a:lnTo>
                <a:lnTo>
                  <a:pt x="1707034" y="1105750"/>
                </a:lnTo>
                <a:lnTo>
                  <a:pt x="1706334" y="1105392"/>
                </a:lnTo>
                <a:lnTo>
                  <a:pt x="1705615" y="1105055"/>
                </a:lnTo>
                <a:lnTo>
                  <a:pt x="1704879" y="1104740"/>
                </a:lnTo>
                <a:lnTo>
                  <a:pt x="1704124" y="1104447"/>
                </a:lnTo>
                <a:lnTo>
                  <a:pt x="1703351" y="1104175"/>
                </a:lnTo>
                <a:lnTo>
                  <a:pt x="1702560" y="1103925"/>
                </a:lnTo>
                <a:lnTo>
                  <a:pt x="1701751" y="1103697"/>
                </a:lnTo>
                <a:lnTo>
                  <a:pt x="1700924" y="1103491"/>
                </a:lnTo>
                <a:lnTo>
                  <a:pt x="1700078" y="1103306"/>
                </a:lnTo>
                <a:lnTo>
                  <a:pt x="1699214" y="1103144"/>
                </a:lnTo>
                <a:lnTo>
                  <a:pt x="1698332" y="1103002"/>
                </a:lnTo>
                <a:lnTo>
                  <a:pt x="1697432" y="1102883"/>
                </a:lnTo>
                <a:lnTo>
                  <a:pt x="1696514" y="1102785"/>
                </a:lnTo>
                <a:lnTo>
                  <a:pt x="1695577" y="1102709"/>
                </a:lnTo>
                <a:lnTo>
                  <a:pt x="1694622" y="1102655"/>
                </a:lnTo>
                <a:lnTo>
                  <a:pt x="1693649" y="1102622"/>
                </a:lnTo>
                <a:lnTo>
                  <a:pt x="1692658" y="1102611"/>
                </a:lnTo>
                <a:lnTo>
                  <a:pt x="1662057" y="1102611"/>
                </a:lnTo>
                <a:lnTo>
                  <a:pt x="1661638" y="1102608"/>
                </a:lnTo>
                <a:lnTo>
                  <a:pt x="1661227" y="1102596"/>
                </a:lnTo>
                <a:lnTo>
                  <a:pt x="1660823" y="1102577"/>
                </a:lnTo>
                <a:lnTo>
                  <a:pt x="1660427" y="1102550"/>
                </a:lnTo>
                <a:lnTo>
                  <a:pt x="1660039" y="1102516"/>
                </a:lnTo>
                <a:lnTo>
                  <a:pt x="1659658" y="1102474"/>
                </a:lnTo>
                <a:lnTo>
                  <a:pt x="1659285" y="1102424"/>
                </a:lnTo>
                <a:lnTo>
                  <a:pt x="1658920" y="1102367"/>
                </a:lnTo>
                <a:lnTo>
                  <a:pt x="1658562" y="1102302"/>
                </a:lnTo>
                <a:lnTo>
                  <a:pt x="1658212" y="1102230"/>
                </a:lnTo>
                <a:lnTo>
                  <a:pt x="1657869" y="1102150"/>
                </a:lnTo>
                <a:lnTo>
                  <a:pt x="1657534" y="1102062"/>
                </a:lnTo>
                <a:lnTo>
                  <a:pt x="1657207" y="1101967"/>
                </a:lnTo>
                <a:lnTo>
                  <a:pt x="1656887" y="1101863"/>
                </a:lnTo>
                <a:lnTo>
                  <a:pt x="1656575" y="1101753"/>
                </a:lnTo>
                <a:lnTo>
                  <a:pt x="1656271" y="1101635"/>
                </a:lnTo>
                <a:lnTo>
                  <a:pt x="1655974" y="1101509"/>
                </a:lnTo>
                <a:lnTo>
                  <a:pt x="1655685" y="1101375"/>
                </a:lnTo>
                <a:lnTo>
                  <a:pt x="1655404" y="1101234"/>
                </a:lnTo>
                <a:lnTo>
                  <a:pt x="1655130" y="1101085"/>
                </a:lnTo>
                <a:lnTo>
                  <a:pt x="1654864" y="1100929"/>
                </a:lnTo>
                <a:lnTo>
                  <a:pt x="1654605" y="1100764"/>
                </a:lnTo>
                <a:lnTo>
                  <a:pt x="1654354" y="1100593"/>
                </a:lnTo>
                <a:lnTo>
                  <a:pt x="1654111" y="1100413"/>
                </a:lnTo>
                <a:lnTo>
                  <a:pt x="1653876" y="1100213"/>
                </a:lnTo>
                <a:lnTo>
                  <a:pt x="1653652" y="1100006"/>
                </a:lnTo>
                <a:lnTo>
                  <a:pt x="1653437" y="1099793"/>
                </a:lnTo>
                <a:lnTo>
                  <a:pt x="1653233" y="1099573"/>
                </a:lnTo>
                <a:lnTo>
                  <a:pt x="1653038" y="1099347"/>
                </a:lnTo>
                <a:lnTo>
                  <a:pt x="1652853" y="1099114"/>
                </a:lnTo>
                <a:lnTo>
                  <a:pt x="1652679" y="1098875"/>
                </a:lnTo>
                <a:lnTo>
                  <a:pt x="1652514" y="1098629"/>
                </a:lnTo>
                <a:lnTo>
                  <a:pt x="1652359" y="1098377"/>
                </a:lnTo>
                <a:lnTo>
                  <a:pt x="1652215" y="1098118"/>
                </a:lnTo>
                <a:lnTo>
                  <a:pt x="1652080" y="1097853"/>
                </a:lnTo>
                <a:lnTo>
                  <a:pt x="1651955" y="1097582"/>
                </a:lnTo>
                <a:lnTo>
                  <a:pt x="1651840" y="1097304"/>
                </a:lnTo>
                <a:lnTo>
                  <a:pt x="1651736" y="1097019"/>
                </a:lnTo>
                <a:lnTo>
                  <a:pt x="1651641" y="1096728"/>
                </a:lnTo>
                <a:lnTo>
                  <a:pt x="1651556" y="1096431"/>
                </a:lnTo>
                <a:lnTo>
                  <a:pt x="1651481" y="1096127"/>
                </a:lnTo>
                <a:lnTo>
                  <a:pt x="1651416" y="1095817"/>
                </a:lnTo>
                <a:lnTo>
                  <a:pt x="1651361" y="1095500"/>
                </a:lnTo>
                <a:lnTo>
                  <a:pt x="1651316" y="1095177"/>
                </a:lnTo>
                <a:lnTo>
                  <a:pt x="1651282" y="1094848"/>
                </a:lnTo>
                <a:lnTo>
                  <a:pt x="1651257" y="1094511"/>
                </a:lnTo>
                <a:lnTo>
                  <a:pt x="1651242" y="1094169"/>
                </a:lnTo>
                <a:lnTo>
                  <a:pt x="1651237" y="1093820"/>
                </a:lnTo>
                <a:lnTo>
                  <a:pt x="1651242" y="1093471"/>
                </a:lnTo>
                <a:lnTo>
                  <a:pt x="1651257" y="1093128"/>
                </a:lnTo>
                <a:lnTo>
                  <a:pt x="1651282" y="1092792"/>
                </a:lnTo>
                <a:lnTo>
                  <a:pt x="1651316" y="1092463"/>
                </a:lnTo>
                <a:lnTo>
                  <a:pt x="1651361" y="1092139"/>
                </a:lnTo>
                <a:lnTo>
                  <a:pt x="1651416" y="1091823"/>
                </a:lnTo>
                <a:lnTo>
                  <a:pt x="1651481" y="1091513"/>
                </a:lnTo>
                <a:lnTo>
                  <a:pt x="1651556" y="1091209"/>
                </a:lnTo>
                <a:lnTo>
                  <a:pt x="1651641" y="1090911"/>
                </a:lnTo>
                <a:lnTo>
                  <a:pt x="1651736" y="1090621"/>
                </a:lnTo>
                <a:lnTo>
                  <a:pt x="1651840" y="1090336"/>
                </a:lnTo>
                <a:lnTo>
                  <a:pt x="1651955" y="1090058"/>
                </a:lnTo>
                <a:lnTo>
                  <a:pt x="1652080" y="1089787"/>
                </a:lnTo>
                <a:lnTo>
                  <a:pt x="1652215" y="1089522"/>
                </a:lnTo>
                <a:lnTo>
                  <a:pt x="1652359" y="1089263"/>
                </a:lnTo>
                <a:lnTo>
                  <a:pt x="1652514" y="1089011"/>
                </a:lnTo>
                <a:lnTo>
                  <a:pt x="1652679" y="1088765"/>
                </a:lnTo>
                <a:lnTo>
                  <a:pt x="1652853" y="1088526"/>
                </a:lnTo>
                <a:lnTo>
                  <a:pt x="1653038" y="1088293"/>
                </a:lnTo>
                <a:lnTo>
                  <a:pt x="1653233" y="1088067"/>
                </a:lnTo>
                <a:lnTo>
                  <a:pt x="1653437" y="1087847"/>
                </a:lnTo>
                <a:lnTo>
                  <a:pt x="1653652" y="1087634"/>
                </a:lnTo>
                <a:lnTo>
                  <a:pt x="1653876" y="1087427"/>
                </a:lnTo>
                <a:lnTo>
                  <a:pt x="1654111" y="1087226"/>
                </a:lnTo>
                <a:lnTo>
                  <a:pt x="1654368" y="1087033"/>
                </a:lnTo>
                <a:lnTo>
                  <a:pt x="1654632" y="1086848"/>
                </a:lnTo>
                <a:lnTo>
                  <a:pt x="1654903" y="1086672"/>
                </a:lnTo>
                <a:lnTo>
                  <a:pt x="1655181" y="1086503"/>
                </a:lnTo>
                <a:lnTo>
                  <a:pt x="1655467" y="1086343"/>
                </a:lnTo>
                <a:lnTo>
                  <a:pt x="1655759" y="1086191"/>
                </a:lnTo>
                <a:lnTo>
                  <a:pt x="1656058" y="1086047"/>
                </a:lnTo>
                <a:lnTo>
                  <a:pt x="1656365" y="1085911"/>
                </a:lnTo>
                <a:lnTo>
                  <a:pt x="1656678" y="1085784"/>
                </a:lnTo>
                <a:lnTo>
                  <a:pt x="1656999" y="1085665"/>
                </a:lnTo>
                <a:lnTo>
                  <a:pt x="1657326" y="1085554"/>
                </a:lnTo>
                <a:lnTo>
                  <a:pt x="1657661" y="1085451"/>
                </a:lnTo>
                <a:lnTo>
                  <a:pt x="1658003" y="1085357"/>
                </a:lnTo>
                <a:lnTo>
                  <a:pt x="1658351" y="1085270"/>
                </a:lnTo>
                <a:lnTo>
                  <a:pt x="1658707" y="1085192"/>
                </a:lnTo>
                <a:lnTo>
                  <a:pt x="1659070" y="1085122"/>
                </a:lnTo>
                <a:lnTo>
                  <a:pt x="1659440" y="1085061"/>
                </a:lnTo>
                <a:lnTo>
                  <a:pt x="1659817" y="1085007"/>
                </a:lnTo>
                <a:lnTo>
                  <a:pt x="1660201" y="1084962"/>
                </a:lnTo>
                <a:lnTo>
                  <a:pt x="1660592" y="1084925"/>
                </a:lnTo>
                <a:lnTo>
                  <a:pt x="1660990" y="1084896"/>
                </a:lnTo>
                <a:lnTo>
                  <a:pt x="1661395" y="1084876"/>
                </a:lnTo>
                <a:lnTo>
                  <a:pt x="1661807" y="1084863"/>
                </a:lnTo>
                <a:lnTo>
                  <a:pt x="1662226" y="1084859"/>
                </a:lnTo>
                <a:lnTo>
                  <a:pt x="1676089" y="1084859"/>
                </a:lnTo>
                <a:lnTo>
                  <a:pt x="1677415" y="1084846"/>
                </a:lnTo>
                <a:lnTo>
                  <a:pt x="1678714" y="1084808"/>
                </a:lnTo>
                <a:lnTo>
                  <a:pt x="1679986" y="1084743"/>
                </a:lnTo>
                <a:lnTo>
                  <a:pt x="1681232" y="1084653"/>
                </a:lnTo>
                <a:lnTo>
                  <a:pt x="1682451" y="1084537"/>
                </a:lnTo>
                <a:lnTo>
                  <a:pt x="1683645" y="1084394"/>
                </a:lnTo>
                <a:lnTo>
                  <a:pt x="1684811" y="1084227"/>
                </a:lnTo>
                <a:lnTo>
                  <a:pt x="1685952" y="1084033"/>
                </a:lnTo>
                <a:lnTo>
                  <a:pt x="1687066" y="1083813"/>
                </a:lnTo>
                <a:lnTo>
                  <a:pt x="1688153" y="1083568"/>
                </a:lnTo>
                <a:lnTo>
                  <a:pt x="1689214" y="1083297"/>
                </a:lnTo>
                <a:lnTo>
                  <a:pt x="1690249" y="1083000"/>
                </a:lnTo>
                <a:lnTo>
                  <a:pt x="1691257" y="1082677"/>
                </a:lnTo>
                <a:lnTo>
                  <a:pt x="1692239" y="1082328"/>
                </a:lnTo>
                <a:lnTo>
                  <a:pt x="1693194" y="1081954"/>
                </a:lnTo>
                <a:lnTo>
                  <a:pt x="1694123" y="1081553"/>
                </a:lnTo>
                <a:lnTo>
                  <a:pt x="1695026" y="1081127"/>
                </a:lnTo>
                <a:lnTo>
                  <a:pt x="1695902" y="1080675"/>
                </a:lnTo>
                <a:lnTo>
                  <a:pt x="1696752" y="1080197"/>
                </a:lnTo>
                <a:lnTo>
                  <a:pt x="1697575" y="1079693"/>
                </a:lnTo>
                <a:lnTo>
                  <a:pt x="1698372" y="1079164"/>
                </a:lnTo>
                <a:lnTo>
                  <a:pt x="1699142" y="1078608"/>
                </a:lnTo>
                <a:lnTo>
                  <a:pt x="1699887" y="1078027"/>
                </a:lnTo>
                <a:lnTo>
                  <a:pt x="1700604" y="1077420"/>
                </a:lnTo>
                <a:lnTo>
                  <a:pt x="1701308" y="1076792"/>
                </a:lnTo>
                <a:lnTo>
                  <a:pt x="1701981" y="1076145"/>
                </a:lnTo>
                <a:lnTo>
                  <a:pt x="1702625" y="1075481"/>
                </a:lnTo>
                <a:lnTo>
                  <a:pt x="1703239" y="1074800"/>
                </a:lnTo>
                <a:lnTo>
                  <a:pt x="1703823" y="1074101"/>
                </a:lnTo>
                <a:lnTo>
                  <a:pt x="1704377" y="1073384"/>
                </a:lnTo>
                <a:lnTo>
                  <a:pt x="1704900" y="1072649"/>
                </a:lnTo>
                <a:lnTo>
                  <a:pt x="1705394" y="1071897"/>
                </a:lnTo>
                <a:lnTo>
                  <a:pt x="1705859" y="1071128"/>
                </a:lnTo>
                <a:lnTo>
                  <a:pt x="1706293" y="1070341"/>
                </a:lnTo>
                <a:lnTo>
                  <a:pt x="1706697" y="1069536"/>
                </a:lnTo>
                <a:lnTo>
                  <a:pt x="1707071" y="1068713"/>
                </a:lnTo>
                <a:lnTo>
                  <a:pt x="1707415" y="1067873"/>
                </a:lnTo>
                <a:lnTo>
                  <a:pt x="1707730" y="1067016"/>
                </a:lnTo>
                <a:lnTo>
                  <a:pt x="1708014" y="1066140"/>
                </a:lnTo>
                <a:lnTo>
                  <a:pt x="1708269" y="1065248"/>
                </a:lnTo>
                <a:lnTo>
                  <a:pt x="1708493" y="1064337"/>
                </a:lnTo>
                <a:lnTo>
                  <a:pt x="1708688" y="1063409"/>
                </a:lnTo>
                <a:lnTo>
                  <a:pt x="1708852" y="1062463"/>
                </a:lnTo>
                <a:lnTo>
                  <a:pt x="1708987" y="1061500"/>
                </a:lnTo>
                <a:lnTo>
                  <a:pt x="1709092" y="1060519"/>
                </a:lnTo>
                <a:lnTo>
                  <a:pt x="1709167" y="1059520"/>
                </a:lnTo>
                <a:lnTo>
                  <a:pt x="1709212" y="1058504"/>
                </a:lnTo>
                <a:lnTo>
                  <a:pt x="1709227" y="1057470"/>
                </a:lnTo>
                <a:lnTo>
                  <a:pt x="1709223" y="1056993"/>
                </a:lnTo>
                <a:lnTo>
                  <a:pt x="1709211" y="1056518"/>
                </a:lnTo>
                <a:lnTo>
                  <a:pt x="1709192" y="1056047"/>
                </a:lnTo>
                <a:lnTo>
                  <a:pt x="1709166" y="1055578"/>
                </a:lnTo>
                <a:lnTo>
                  <a:pt x="1709131" y="1055112"/>
                </a:lnTo>
                <a:lnTo>
                  <a:pt x="1709089" y="1054649"/>
                </a:lnTo>
                <a:lnTo>
                  <a:pt x="1709040" y="1054189"/>
                </a:lnTo>
                <a:lnTo>
                  <a:pt x="1708982" y="1053732"/>
                </a:lnTo>
                <a:lnTo>
                  <a:pt x="1708918" y="1053278"/>
                </a:lnTo>
                <a:lnTo>
                  <a:pt x="1708845" y="1052827"/>
                </a:lnTo>
                <a:lnTo>
                  <a:pt x="1708765" y="1052379"/>
                </a:lnTo>
                <a:lnTo>
                  <a:pt x="1708677" y="1051933"/>
                </a:lnTo>
                <a:lnTo>
                  <a:pt x="1708582" y="1051491"/>
                </a:lnTo>
                <a:lnTo>
                  <a:pt x="1708479" y="1051052"/>
                </a:lnTo>
                <a:lnTo>
                  <a:pt x="1708368" y="1050615"/>
                </a:lnTo>
                <a:lnTo>
                  <a:pt x="1708250" y="1050182"/>
                </a:lnTo>
                <a:lnTo>
                  <a:pt x="1708124" y="1049751"/>
                </a:lnTo>
                <a:lnTo>
                  <a:pt x="1707990" y="1049324"/>
                </a:lnTo>
                <a:lnTo>
                  <a:pt x="1707849" y="1048899"/>
                </a:lnTo>
                <a:lnTo>
                  <a:pt x="1707700" y="1048477"/>
                </a:lnTo>
                <a:lnTo>
                  <a:pt x="1707544" y="1048058"/>
                </a:lnTo>
                <a:lnTo>
                  <a:pt x="1707380" y="1047642"/>
                </a:lnTo>
                <a:lnTo>
                  <a:pt x="1707208" y="1047229"/>
                </a:lnTo>
                <a:lnTo>
                  <a:pt x="1707029" y="1046819"/>
                </a:lnTo>
                <a:lnTo>
                  <a:pt x="1706856" y="1046400"/>
                </a:lnTo>
                <a:lnTo>
                  <a:pt x="1706677" y="1045987"/>
                </a:lnTo>
                <a:lnTo>
                  <a:pt x="1706490" y="1045580"/>
                </a:lnTo>
                <a:lnTo>
                  <a:pt x="1706296" y="1045180"/>
                </a:lnTo>
                <a:lnTo>
                  <a:pt x="1706095" y="1044787"/>
                </a:lnTo>
                <a:lnTo>
                  <a:pt x="1705888" y="1044399"/>
                </a:lnTo>
                <a:lnTo>
                  <a:pt x="1705673" y="1044019"/>
                </a:lnTo>
                <a:lnTo>
                  <a:pt x="1705451" y="1043645"/>
                </a:lnTo>
                <a:lnTo>
                  <a:pt x="1705222" y="1043277"/>
                </a:lnTo>
                <a:lnTo>
                  <a:pt x="1704986" y="1042915"/>
                </a:lnTo>
                <a:lnTo>
                  <a:pt x="1704743" y="1042561"/>
                </a:lnTo>
                <a:lnTo>
                  <a:pt x="1704493" y="1042212"/>
                </a:lnTo>
                <a:lnTo>
                  <a:pt x="1704236" y="1041870"/>
                </a:lnTo>
                <a:lnTo>
                  <a:pt x="1703971" y="1041535"/>
                </a:lnTo>
                <a:lnTo>
                  <a:pt x="1703700" y="1041206"/>
                </a:lnTo>
                <a:lnTo>
                  <a:pt x="1703422" y="1040883"/>
                </a:lnTo>
                <a:lnTo>
                  <a:pt x="1703137" y="1040567"/>
                </a:lnTo>
                <a:lnTo>
                  <a:pt x="1702844" y="1040257"/>
                </a:lnTo>
                <a:lnTo>
                  <a:pt x="1702545" y="1039954"/>
                </a:lnTo>
                <a:lnTo>
                  <a:pt x="1702239" y="1039657"/>
                </a:lnTo>
                <a:lnTo>
                  <a:pt x="1701925" y="1039367"/>
                </a:lnTo>
                <a:lnTo>
                  <a:pt x="1701605" y="1039083"/>
                </a:lnTo>
                <a:lnTo>
                  <a:pt x="1701277" y="1038806"/>
                </a:lnTo>
                <a:lnTo>
                  <a:pt x="1700942" y="1038535"/>
                </a:lnTo>
                <a:lnTo>
                  <a:pt x="1700942" y="1038197"/>
                </a:lnTo>
                <a:lnTo>
                  <a:pt x="1701585" y="1038049"/>
                </a:lnTo>
                <a:lnTo>
                  <a:pt x="1702217" y="1037887"/>
                </a:lnTo>
                <a:lnTo>
                  <a:pt x="1702839" y="1037711"/>
                </a:lnTo>
                <a:lnTo>
                  <a:pt x="1703450" y="1037521"/>
                </a:lnTo>
                <a:lnTo>
                  <a:pt x="1704051" y="1037316"/>
                </a:lnTo>
                <a:lnTo>
                  <a:pt x="1704641" y="1037098"/>
                </a:lnTo>
                <a:lnTo>
                  <a:pt x="1705220" y="1036866"/>
                </a:lnTo>
                <a:lnTo>
                  <a:pt x="1705789" y="1036619"/>
                </a:lnTo>
                <a:lnTo>
                  <a:pt x="1706347" y="1036358"/>
                </a:lnTo>
                <a:lnTo>
                  <a:pt x="1706895" y="1036084"/>
                </a:lnTo>
                <a:lnTo>
                  <a:pt x="1707432" y="1035795"/>
                </a:lnTo>
                <a:lnTo>
                  <a:pt x="1707959" y="1035492"/>
                </a:lnTo>
                <a:lnTo>
                  <a:pt x="1708475" y="1035175"/>
                </a:lnTo>
                <a:lnTo>
                  <a:pt x="1708980" y="1034844"/>
                </a:lnTo>
                <a:lnTo>
                  <a:pt x="1709475" y="1034499"/>
                </a:lnTo>
                <a:lnTo>
                  <a:pt x="1709959" y="1034139"/>
                </a:lnTo>
                <a:lnTo>
                  <a:pt x="1710433" y="1033766"/>
                </a:lnTo>
                <a:lnTo>
                  <a:pt x="1710896" y="1033379"/>
                </a:lnTo>
                <a:lnTo>
                  <a:pt x="1711349" y="1032977"/>
                </a:lnTo>
                <a:lnTo>
                  <a:pt x="1711791" y="1032561"/>
                </a:lnTo>
                <a:lnTo>
                  <a:pt x="1712222" y="1032132"/>
                </a:lnTo>
                <a:lnTo>
                  <a:pt x="1712643" y="1031688"/>
                </a:lnTo>
                <a:lnTo>
                  <a:pt x="1713054" y="1031230"/>
                </a:lnTo>
                <a:lnTo>
                  <a:pt x="1713453" y="1030758"/>
                </a:lnTo>
                <a:lnTo>
                  <a:pt x="1713853" y="1030261"/>
                </a:lnTo>
                <a:lnTo>
                  <a:pt x="1714236" y="1029754"/>
                </a:lnTo>
                <a:lnTo>
                  <a:pt x="1714602" y="1029239"/>
                </a:lnTo>
                <a:lnTo>
                  <a:pt x="1714951" y="1028715"/>
                </a:lnTo>
                <a:lnTo>
                  <a:pt x="1715283" y="1028182"/>
                </a:lnTo>
                <a:lnTo>
                  <a:pt x="1715598" y="1027641"/>
                </a:lnTo>
                <a:lnTo>
                  <a:pt x="1715896" y="1027090"/>
                </a:lnTo>
                <a:lnTo>
                  <a:pt x="1716177" y="1026531"/>
                </a:lnTo>
                <a:lnTo>
                  <a:pt x="1716441" y="1025963"/>
                </a:lnTo>
                <a:lnTo>
                  <a:pt x="1716688" y="1025386"/>
                </a:lnTo>
                <a:lnTo>
                  <a:pt x="1716918" y="1024801"/>
                </a:lnTo>
                <a:lnTo>
                  <a:pt x="1717130" y="1024206"/>
                </a:lnTo>
                <a:lnTo>
                  <a:pt x="1717326" y="1023603"/>
                </a:lnTo>
                <a:lnTo>
                  <a:pt x="1717505" y="1022991"/>
                </a:lnTo>
                <a:lnTo>
                  <a:pt x="1717667" y="1022371"/>
                </a:lnTo>
                <a:lnTo>
                  <a:pt x="1717811" y="1021741"/>
                </a:lnTo>
                <a:lnTo>
                  <a:pt x="1717939" y="1021103"/>
                </a:lnTo>
                <a:lnTo>
                  <a:pt x="1718050" y="1020455"/>
                </a:lnTo>
                <a:lnTo>
                  <a:pt x="1718143" y="1019799"/>
                </a:lnTo>
                <a:lnTo>
                  <a:pt x="1718220" y="1019134"/>
                </a:lnTo>
                <a:lnTo>
                  <a:pt x="1718280" y="1018461"/>
                </a:lnTo>
                <a:lnTo>
                  <a:pt x="1718322" y="1017778"/>
                </a:lnTo>
                <a:lnTo>
                  <a:pt x="1718348" y="1017087"/>
                </a:lnTo>
                <a:lnTo>
                  <a:pt x="1718356" y="1016387"/>
                </a:lnTo>
                <a:lnTo>
                  <a:pt x="1704662" y="1016387"/>
                </a:lnTo>
                <a:lnTo>
                  <a:pt x="1704614" y="1016878"/>
                </a:lnTo>
                <a:lnTo>
                  <a:pt x="1704556" y="1017364"/>
                </a:lnTo>
                <a:lnTo>
                  <a:pt x="1704487" y="1017845"/>
                </a:lnTo>
                <a:lnTo>
                  <a:pt x="1704408" y="1018322"/>
                </a:lnTo>
                <a:lnTo>
                  <a:pt x="1704318" y="1018794"/>
                </a:lnTo>
                <a:lnTo>
                  <a:pt x="1704218" y="1019261"/>
                </a:lnTo>
                <a:lnTo>
                  <a:pt x="1704107" y="1019724"/>
                </a:lnTo>
                <a:lnTo>
                  <a:pt x="1703985" y="1020182"/>
                </a:lnTo>
                <a:lnTo>
                  <a:pt x="1703853" y="1020635"/>
                </a:lnTo>
                <a:lnTo>
                  <a:pt x="1703711" y="1021083"/>
                </a:lnTo>
                <a:lnTo>
                  <a:pt x="1703557" y="1021527"/>
                </a:lnTo>
                <a:lnTo>
                  <a:pt x="1703394" y="1021966"/>
                </a:lnTo>
                <a:lnTo>
                  <a:pt x="1703219" y="1022401"/>
                </a:lnTo>
                <a:lnTo>
                  <a:pt x="1703034" y="1022830"/>
                </a:lnTo>
                <a:lnTo>
                  <a:pt x="1702839" y="1023255"/>
                </a:lnTo>
                <a:lnTo>
                  <a:pt x="1702633" y="1023676"/>
                </a:lnTo>
                <a:lnTo>
                  <a:pt x="1702416" y="1024091"/>
                </a:lnTo>
                <a:lnTo>
                  <a:pt x="1702189" y="1024502"/>
                </a:lnTo>
                <a:lnTo>
                  <a:pt x="1701951" y="1024909"/>
                </a:lnTo>
                <a:lnTo>
                  <a:pt x="1701703" y="1025310"/>
                </a:lnTo>
                <a:lnTo>
                  <a:pt x="1701444" y="1025707"/>
                </a:lnTo>
                <a:lnTo>
                  <a:pt x="1701175" y="1026099"/>
                </a:lnTo>
                <a:lnTo>
                  <a:pt x="1700895" y="1026487"/>
                </a:lnTo>
                <a:lnTo>
                  <a:pt x="1700604" y="1026869"/>
                </a:lnTo>
                <a:lnTo>
                  <a:pt x="1700317" y="1027231"/>
                </a:lnTo>
                <a:lnTo>
                  <a:pt x="1700017" y="1027584"/>
                </a:lnTo>
                <a:lnTo>
                  <a:pt x="1699706" y="1027929"/>
                </a:lnTo>
                <a:lnTo>
                  <a:pt x="1699383" y="1028264"/>
                </a:lnTo>
                <a:lnTo>
                  <a:pt x="1699049" y="1028591"/>
                </a:lnTo>
                <a:lnTo>
                  <a:pt x="1698702" y="1028909"/>
                </a:lnTo>
                <a:lnTo>
                  <a:pt x="1698344" y="1029218"/>
                </a:lnTo>
                <a:lnTo>
                  <a:pt x="1697974" y="1029518"/>
                </a:lnTo>
                <a:lnTo>
                  <a:pt x="1697593" y="1029809"/>
                </a:lnTo>
                <a:lnTo>
                  <a:pt x="1697199" y="1030092"/>
                </a:lnTo>
                <a:lnTo>
                  <a:pt x="1696794" y="1030366"/>
                </a:lnTo>
                <a:lnTo>
                  <a:pt x="1696378" y="1030631"/>
                </a:lnTo>
                <a:lnTo>
                  <a:pt x="1695949" y="1030887"/>
                </a:lnTo>
                <a:lnTo>
                  <a:pt x="1695509" y="1031135"/>
                </a:lnTo>
                <a:lnTo>
                  <a:pt x="1695057" y="1031373"/>
                </a:lnTo>
                <a:lnTo>
                  <a:pt x="1694593" y="1031603"/>
                </a:lnTo>
                <a:lnTo>
                  <a:pt x="1694117" y="1031824"/>
                </a:lnTo>
                <a:lnTo>
                  <a:pt x="1693630" y="1032036"/>
                </a:lnTo>
                <a:lnTo>
                  <a:pt x="1693131" y="1032240"/>
                </a:lnTo>
                <a:lnTo>
                  <a:pt x="1692620" y="1032434"/>
                </a:lnTo>
                <a:lnTo>
                  <a:pt x="1692098" y="1032620"/>
                </a:lnTo>
                <a:lnTo>
                  <a:pt x="1691564" y="1032797"/>
                </a:lnTo>
                <a:lnTo>
                  <a:pt x="1691018" y="1032965"/>
                </a:lnTo>
                <a:lnTo>
                  <a:pt x="1690460" y="1033125"/>
                </a:lnTo>
                <a:lnTo>
                  <a:pt x="1689918" y="1032890"/>
                </a:lnTo>
                <a:lnTo>
                  <a:pt x="1689361" y="1032666"/>
                </a:lnTo>
                <a:lnTo>
                  <a:pt x="1688791" y="1032451"/>
                </a:lnTo>
                <a:lnTo>
                  <a:pt x="1688206" y="1032247"/>
                </a:lnTo>
                <a:lnTo>
                  <a:pt x="1687607" y="1032052"/>
                </a:lnTo>
                <a:lnTo>
                  <a:pt x="1686994" y="1031867"/>
                </a:lnTo>
                <a:lnTo>
                  <a:pt x="1686367" y="1031693"/>
                </a:lnTo>
                <a:lnTo>
                  <a:pt x="1685726" y="1031528"/>
                </a:lnTo>
                <a:lnTo>
                  <a:pt x="1685071" y="1031373"/>
                </a:lnTo>
                <a:lnTo>
                  <a:pt x="1684402" y="1031229"/>
                </a:lnTo>
                <a:lnTo>
                  <a:pt x="1683719" y="1031094"/>
                </a:lnTo>
                <a:lnTo>
                  <a:pt x="1683021" y="1030969"/>
                </a:lnTo>
                <a:lnTo>
                  <a:pt x="1682310" y="1030854"/>
                </a:lnTo>
                <a:lnTo>
                  <a:pt x="1681584" y="1030750"/>
                </a:lnTo>
                <a:lnTo>
                  <a:pt x="1680844" y="1030655"/>
                </a:lnTo>
                <a:lnTo>
                  <a:pt x="1680091" y="1030570"/>
                </a:lnTo>
                <a:lnTo>
                  <a:pt x="1679323" y="1030495"/>
                </a:lnTo>
                <a:lnTo>
                  <a:pt x="1678541" y="1030430"/>
                </a:lnTo>
                <a:lnTo>
                  <a:pt x="1677745" y="1030375"/>
                </a:lnTo>
                <a:lnTo>
                  <a:pt x="1676935" y="1030331"/>
                </a:lnTo>
                <a:lnTo>
                  <a:pt x="1676110" y="1030296"/>
                </a:lnTo>
                <a:lnTo>
                  <a:pt x="1675272" y="1030271"/>
                </a:lnTo>
                <a:lnTo>
                  <a:pt x="1674420" y="1030256"/>
                </a:lnTo>
                <a:lnTo>
                  <a:pt x="1673553" y="1030251"/>
                </a:lnTo>
                <a:lnTo>
                  <a:pt x="1672089" y="1030263"/>
                </a:lnTo>
                <a:lnTo>
                  <a:pt x="1670655" y="1030301"/>
                </a:lnTo>
                <a:lnTo>
                  <a:pt x="1669250" y="1030364"/>
                </a:lnTo>
                <a:lnTo>
                  <a:pt x="1667875" y="1030453"/>
                </a:lnTo>
                <a:lnTo>
                  <a:pt x="1666531" y="1030566"/>
                </a:lnTo>
                <a:lnTo>
                  <a:pt x="1665216" y="1030705"/>
                </a:lnTo>
                <a:lnTo>
                  <a:pt x="1663931" y="1030869"/>
                </a:lnTo>
                <a:lnTo>
                  <a:pt x="1662677" y="1031058"/>
                </a:lnTo>
                <a:lnTo>
                  <a:pt x="1661452" y="1031273"/>
                </a:lnTo>
                <a:lnTo>
                  <a:pt x="1660257" y="1031513"/>
                </a:lnTo>
                <a:lnTo>
                  <a:pt x="1659092" y="1031778"/>
                </a:lnTo>
                <a:lnTo>
                  <a:pt x="1657957" y="1032068"/>
                </a:lnTo>
                <a:lnTo>
                  <a:pt x="1656852" y="1032384"/>
                </a:lnTo>
                <a:lnTo>
                  <a:pt x="1655777" y="1032724"/>
                </a:lnTo>
                <a:lnTo>
                  <a:pt x="1654732" y="1033091"/>
                </a:lnTo>
                <a:lnTo>
                  <a:pt x="1653716" y="1033482"/>
                </a:lnTo>
                <a:lnTo>
                  <a:pt x="1652731" y="1033898"/>
                </a:lnTo>
                <a:lnTo>
                  <a:pt x="1651775" y="1034340"/>
                </a:lnTo>
                <a:lnTo>
                  <a:pt x="1650850" y="1034807"/>
                </a:lnTo>
                <a:lnTo>
                  <a:pt x="1649955" y="1035299"/>
                </a:lnTo>
                <a:lnTo>
                  <a:pt x="1649089" y="1035817"/>
                </a:lnTo>
                <a:lnTo>
                  <a:pt x="1648253" y="1036359"/>
                </a:lnTo>
                <a:lnTo>
                  <a:pt x="1647448" y="1036927"/>
                </a:lnTo>
                <a:lnTo>
                  <a:pt x="1646672" y="1037521"/>
                </a:lnTo>
                <a:lnTo>
                  <a:pt x="1645941" y="1038136"/>
                </a:lnTo>
                <a:lnTo>
                  <a:pt x="1645241" y="1038770"/>
                </a:lnTo>
                <a:lnTo>
                  <a:pt x="1644572" y="1039423"/>
                </a:lnTo>
                <a:lnTo>
                  <a:pt x="1643934" y="1040094"/>
                </a:lnTo>
                <a:lnTo>
                  <a:pt x="1643327" y="1040784"/>
                </a:lnTo>
                <a:lnTo>
                  <a:pt x="1642751" y="1041494"/>
                </a:lnTo>
                <a:lnTo>
                  <a:pt x="1642207" y="1042221"/>
                </a:lnTo>
                <a:lnTo>
                  <a:pt x="1641694" y="1042968"/>
                </a:lnTo>
                <a:lnTo>
                  <a:pt x="1641211" y="1043734"/>
                </a:lnTo>
                <a:lnTo>
                  <a:pt x="1640760" y="1044518"/>
                </a:lnTo>
                <a:lnTo>
                  <a:pt x="1640340" y="1045321"/>
                </a:lnTo>
                <a:lnTo>
                  <a:pt x="1639951" y="1046143"/>
                </a:lnTo>
                <a:lnTo>
                  <a:pt x="1639593" y="1046984"/>
                </a:lnTo>
                <a:lnTo>
                  <a:pt x="1639267" y="1047843"/>
                </a:lnTo>
                <a:lnTo>
                  <a:pt x="1638971" y="1048721"/>
                </a:lnTo>
                <a:lnTo>
                  <a:pt x="1638707" y="1049618"/>
                </a:lnTo>
                <a:lnTo>
                  <a:pt x="1638473" y="1050534"/>
                </a:lnTo>
                <a:lnTo>
                  <a:pt x="1638271" y="1051469"/>
                </a:lnTo>
                <a:lnTo>
                  <a:pt x="1638100" y="1052422"/>
                </a:lnTo>
                <a:lnTo>
                  <a:pt x="1637960" y="1053394"/>
                </a:lnTo>
                <a:lnTo>
                  <a:pt x="1637851" y="1054385"/>
                </a:lnTo>
                <a:lnTo>
                  <a:pt x="1637773" y="1055395"/>
                </a:lnTo>
                <a:lnTo>
                  <a:pt x="1637727" y="1056423"/>
                </a:lnTo>
                <a:lnTo>
                  <a:pt x="1637711" y="1057470"/>
                </a:lnTo>
                <a:lnTo>
                  <a:pt x="1637716" y="1058073"/>
                </a:lnTo>
                <a:lnTo>
                  <a:pt x="1637732" y="1058670"/>
                </a:lnTo>
                <a:lnTo>
                  <a:pt x="1637759" y="1059262"/>
                </a:lnTo>
                <a:lnTo>
                  <a:pt x="1637796" y="1059847"/>
                </a:lnTo>
                <a:lnTo>
                  <a:pt x="1637843" y="1060426"/>
                </a:lnTo>
                <a:lnTo>
                  <a:pt x="1637901" y="1061000"/>
                </a:lnTo>
                <a:lnTo>
                  <a:pt x="1637970" y="1061567"/>
                </a:lnTo>
                <a:lnTo>
                  <a:pt x="1638049" y="1062129"/>
                </a:lnTo>
                <a:lnTo>
                  <a:pt x="1638139" y="1062685"/>
                </a:lnTo>
                <a:lnTo>
                  <a:pt x="1638239" y="1063235"/>
                </a:lnTo>
                <a:lnTo>
                  <a:pt x="1638350" y="1063779"/>
                </a:lnTo>
                <a:lnTo>
                  <a:pt x="1638472" y="1064318"/>
                </a:lnTo>
                <a:lnTo>
                  <a:pt x="1638604" y="1064850"/>
                </a:lnTo>
                <a:lnTo>
                  <a:pt x="1638747" y="1065377"/>
                </a:lnTo>
                <a:lnTo>
                  <a:pt x="1638900" y="1065897"/>
                </a:lnTo>
                <a:lnTo>
                  <a:pt x="1639064" y="1066412"/>
                </a:lnTo>
                <a:lnTo>
                  <a:pt x="1639238" y="1066921"/>
                </a:lnTo>
                <a:lnTo>
                  <a:pt x="1639423" y="1067424"/>
                </a:lnTo>
                <a:lnTo>
                  <a:pt x="1639618" y="1067922"/>
                </a:lnTo>
                <a:lnTo>
                  <a:pt x="1639824" y="1068413"/>
                </a:lnTo>
                <a:lnTo>
                  <a:pt x="1640041" y="1068898"/>
                </a:lnTo>
                <a:lnTo>
                  <a:pt x="1640268" y="1069378"/>
                </a:lnTo>
                <a:lnTo>
                  <a:pt x="1640506" y="1069852"/>
                </a:lnTo>
                <a:lnTo>
                  <a:pt x="1640754" y="1070320"/>
                </a:lnTo>
                <a:lnTo>
                  <a:pt x="1641013" y="1070781"/>
                </a:lnTo>
                <a:lnTo>
                  <a:pt x="1641283" y="1071235"/>
                </a:lnTo>
                <a:lnTo>
                  <a:pt x="1641563" y="1071683"/>
                </a:lnTo>
                <a:lnTo>
                  <a:pt x="1641853" y="1072123"/>
                </a:lnTo>
                <a:lnTo>
                  <a:pt x="1642154" y="1072556"/>
                </a:lnTo>
                <a:lnTo>
                  <a:pt x="1642466" y="1072982"/>
                </a:lnTo>
                <a:lnTo>
                  <a:pt x="1642788" y="1073402"/>
                </a:lnTo>
                <a:lnTo>
                  <a:pt x="1643121" y="1073814"/>
                </a:lnTo>
                <a:lnTo>
                  <a:pt x="1643465" y="1074219"/>
                </a:lnTo>
                <a:lnTo>
                  <a:pt x="1643819" y="1074617"/>
                </a:lnTo>
                <a:lnTo>
                  <a:pt x="1644183" y="1075008"/>
                </a:lnTo>
                <a:lnTo>
                  <a:pt x="1644558" y="1075392"/>
                </a:lnTo>
                <a:lnTo>
                  <a:pt x="1644944" y="1075768"/>
                </a:lnTo>
                <a:lnTo>
                  <a:pt x="1645340" y="1076138"/>
                </a:lnTo>
                <a:lnTo>
                  <a:pt x="1645747" y="1076501"/>
                </a:lnTo>
                <a:lnTo>
                  <a:pt x="1646165" y="1076857"/>
                </a:lnTo>
                <a:lnTo>
                  <a:pt x="1646592" y="1077206"/>
                </a:lnTo>
                <a:lnTo>
                  <a:pt x="1647031" y="1077547"/>
                </a:lnTo>
                <a:lnTo>
                  <a:pt x="1647480" y="1077882"/>
                </a:lnTo>
                <a:lnTo>
                  <a:pt x="1647940" y="1078209"/>
                </a:lnTo>
                <a:lnTo>
                  <a:pt x="1648410" y="1078530"/>
                </a:lnTo>
                <a:lnTo>
                  <a:pt x="1648891" y="1078843"/>
                </a:lnTo>
                <a:lnTo>
                  <a:pt x="1649382" y="1079150"/>
                </a:lnTo>
                <a:lnTo>
                  <a:pt x="1649884" y="1079449"/>
                </a:lnTo>
                <a:lnTo>
                  <a:pt x="1649325" y="1079568"/>
                </a:lnTo>
                <a:lnTo>
                  <a:pt x="1648777" y="1079698"/>
                </a:lnTo>
                <a:lnTo>
                  <a:pt x="1648238" y="1079840"/>
                </a:lnTo>
                <a:lnTo>
                  <a:pt x="1647710" y="1079994"/>
                </a:lnTo>
                <a:lnTo>
                  <a:pt x="1647191" y="1080160"/>
                </a:lnTo>
                <a:lnTo>
                  <a:pt x="1646682" y="1080337"/>
                </a:lnTo>
                <a:lnTo>
                  <a:pt x="1646184" y="1080526"/>
                </a:lnTo>
                <a:lnTo>
                  <a:pt x="1645695" y="1080727"/>
                </a:lnTo>
                <a:lnTo>
                  <a:pt x="1645216" y="1080939"/>
                </a:lnTo>
                <a:lnTo>
                  <a:pt x="1644747" y="1081163"/>
                </a:lnTo>
                <a:lnTo>
                  <a:pt x="1644289" y="1081399"/>
                </a:lnTo>
                <a:lnTo>
                  <a:pt x="1643840" y="1081647"/>
                </a:lnTo>
                <a:lnTo>
                  <a:pt x="1643401" y="1081907"/>
                </a:lnTo>
                <a:lnTo>
                  <a:pt x="1642972" y="1082178"/>
                </a:lnTo>
                <a:lnTo>
                  <a:pt x="1642553" y="1082461"/>
                </a:lnTo>
                <a:lnTo>
                  <a:pt x="1642145" y="1082755"/>
                </a:lnTo>
                <a:lnTo>
                  <a:pt x="1641746" y="1083062"/>
                </a:lnTo>
                <a:lnTo>
                  <a:pt x="1641357" y="1083380"/>
                </a:lnTo>
                <a:lnTo>
                  <a:pt x="1640978" y="1083710"/>
                </a:lnTo>
                <a:lnTo>
                  <a:pt x="1640609" y="1084052"/>
                </a:lnTo>
                <a:lnTo>
                  <a:pt x="1640250" y="1084405"/>
                </a:lnTo>
                <a:lnTo>
                  <a:pt x="1639901" y="1084770"/>
                </a:lnTo>
                <a:lnTo>
                  <a:pt x="1639562" y="1085147"/>
                </a:lnTo>
                <a:lnTo>
                  <a:pt x="1639233" y="1085536"/>
                </a:lnTo>
                <a:lnTo>
                  <a:pt x="1638916" y="1085932"/>
                </a:lnTo>
                <a:lnTo>
                  <a:pt x="1638612" y="1086333"/>
                </a:lnTo>
                <a:lnTo>
                  <a:pt x="1638321" y="1086738"/>
                </a:lnTo>
                <a:lnTo>
                  <a:pt x="1638045" y="1087146"/>
                </a:lnTo>
                <a:lnTo>
                  <a:pt x="1637781" y="1087559"/>
                </a:lnTo>
                <a:lnTo>
                  <a:pt x="1637532" y="1087977"/>
                </a:lnTo>
                <a:lnTo>
                  <a:pt x="1637295" y="1088398"/>
                </a:lnTo>
                <a:lnTo>
                  <a:pt x="1637073" y="1088823"/>
                </a:lnTo>
                <a:lnTo>
                  <a:pt x="1636863" y="1089252"/>
                </a:lnTo>
                <a:lnTo>
                  <a:pt x="1636667" y="1089686"/>
                </a:lnTo>
                <a:lnTo>
                  <a:pt x="1636485" y="1090124"/>
                </a:lnTo>
                <a:lnTo>
                  <a:pt x="1636316" y="1090565"/>
                </a:lnTo>
                <a:lnTo>
                  <a:pt x="1636161" y="1091011"/>
                </a:lnTo>
                <a:lnTo>
                  <a:pt x="1636019" y="1091461"/>
                </a:lnTo>
                <a:lnTo>
                  <a:pt x="1635891" y="1091915"/>
                </a:lnTo>
                <a:lnTo>
                  <a:pt x="1635776" y="1092373"/>
                </a:lnTo>
                <a:lnTo>
                  <a:pt x="1635675" y="1092836"/>
                </a:lnTo>
                <a:lnTo>
                  <a:pt x="1635587" y="1093302"/>
                </a:lnTo>
                <a:lnTo>
                  <a:pt x="1635513" y="1093773"/>
                </a:lnTo>
                <a:lnTo>
                  <a:pt x="1635452" y="1094247"/>
                </a:lnTo>
                <a:lnTo>
                  <a:pt x="1635405" y="1094726"/>
                </a:lnTo>
                <a:lnTo>
                  <a:pt x="1635371" y="1095209"/>
                </a:lnTo>
                <a:lnTo>
                  <a:pt x="1635351" y="1095696"/>
                </a:lnTo>
                <a:lnTo>
                  <a:pt x="1635344" y="1096187"/>
                </a:lnTo>
                <a:lnTo>
                  <a:pt x="1635348" y="1096552"/>
                </a:lnTo>
                <a:lnTo>
                  <a:pt x="1635358" y="1096916"/>
                </a:lnTo>
                <a:lnTo>
                  <a:pt x="1635376" y="1097278"/>
                </a:lnTo>
                <a:lnTo>
                  <a:pt x="1635401" y="1097638"/>
                </a:lnTo>
                <a:lnTo>
                  <a:pt x="1635432" y="1097996"/>
                </a:lnTo>
                <a:lnTo>
                  <a:pt x="1635471" y="1098353"/>
                </a:lnTo>
                <a:lnTo>
                  <a:pt x="1635517" y="1098708"/>
                </a:lnTo>
                <a:lnTo>
                  <a:pt x="1635570" y="1099061"/>
                </a:lnTo>
                <a:lnTo>
                  <a:pt x="1635630" y="1099412"/>
                </a:lnTo>
                <a:lnTo>
                  <a:pt x="1635697" y="1099762"/>
                </a:lnTo>
                <a:lnTo>
                  <a:pt x="1635771" y="1100110"/>
                </a:lnTo>
                <a:lnTo>
                  <a:pt x="1635852" y="1100456"/>
                </a:lnTo>
                <a:lnTo>
                  <a:pt x="1635940" y="1100800"/>
                </a:lnTo>
                <a:lnTo>
                  <a:pt x="1636035" y="1101143"/>
                </a:lnTo>
                <a:lnTo>
                  <a:pt x="1636137" y="1101483"/>
                </a:lnTo>
                <a:lnTo>
                  <a:pt x="1636246" y="1101822"/>
                </a:lnTo>
                <a:lnTo>
                  <a:pt x="1636362" y="1102160"/>
                </a:lnTo>
                <a:lnTo>
                  <a:pt x="1636486" y="1102495"/>
                </a:lnTo>
                <a:lnTo>
                  <a:pt x="1636616" y="1102829"/>
                </a:lnTo>
                <a:lnTo>
                  <a:pt x="1636753" y="1103161"/>
                </a:lnTo>
                <a:lnTo>
                  <a:pt x="1636898" y="1103491"/>
                </a:lnTo>
                <a:lnTo>
                  <a:pt x="1637049" y="1103820"/>
                </a:lnTo>
                <a:lnTo>
                  <a:pt x="1637208" y="1104146"/>
                </a:lnTo>
                <a:lnTo>
                  <a:pt x="1637373" y="1104471"/>
                </a:lnTo>
                <a:lnTo>
                  <a:pt x="1637559" y="1104793"/>
                </a:lnTo>
                <a:lnTo>
                  <a:pt x="1637750" y="1105109"/>
                </a:lnTo>
                <a:lnTo>
                  <a:pt x="1637946" y="1105420"/>
                </a:lnTo>
                <a:lnTo>
                  <a:pt x="1638148" y="1105725"/>
                </a:lnTo>
                <a:lnTo>
                  <a:pt x="1638355" y="1106025"/>
                </a:lnTo>
                <a:lnTo>
                  <a:pt x="1638567" y="1106320"/>
                </a:lnTo>
                <a:lnTo>
                  <a:pt x="1638785" y="1106610"/>
                </a:lnTo>
                <a:lnTo>
                  <a:pt x="1639007" y="1106894"/>
                </a:lnTo>
                <a:lnTo>
                  <a:pt x="1639235" y="1107174"/>
                </a:lnTo>
                <a:lnTo>
                  <a:pt x="1639469" y="1107447"/>
                </a:lnTo>
                <a:lnTo>
                  <a:pt x="1639707" y="1107716"/>
                </a:lnTo>
                <a:lnTo>
                  <a:pt x="1639951" y="1107979"/>
                </a:lnTo>
                <a:lnTo>
                  <a:pt x="1640200" y="1108237"/>
                </a:lnTo>
                <a:lnTo>
                  <a:pt x="1640455" y="1108490"/>
                </a:lnTo>
                <a:lnTo>
                  <a:pt x="1640715" y="1108737"/>
                </a:lnTo>
                <a:lnTo>
                  <a:pt x="1640980" y="1108980"/>
                </a:lnTo>
                <a:lnTo>
                  <a:pt x="1641250" y="1109216"/>
                </a:lnTo>
                <a:lnTo>
                  <a:pt x="1641526" y="1109448"/>
                </a:lnTo>
                <a:lnTo>
                  <a:pt x="1641807" y="1109674"/>
                </a:lnTo>
                <a:lnTo>
                  <a:pt x="1642093" y="1109895"/>
                </a:lnTo>
                <a:lnTo>
                  <a:pt x="1642384" y="1110111"/>
                </a:lnTo>
                <a:lnTo>
                  <a:pt x="1642681" y="1110322"/>
                </a:lnTo>
                <a:lnTo>
                  <a:pt x="1642983" y="1110527"/>
                </a:lnTo>
                <a:lnTo>
                  <a:pt x="1643290" y="1110727"/>
                </a:lnTo>
                <a:lnTo>
                  <a:pt x="1642829" y="1110929"/>
                </a:lnTo>
                <a:lnTo>
                  <a:pt x="1642375" y="1111140"/>
                </a:lnTo>
                <a:lnTo>
                  <a:pt x="1641927" y="1111361"/>
                </a:lnTo>
                <a:lnTo>
                  <a:pt x="1641487" y="1111591"/>
                </a:lnTo>
                <a:lnTo>
                  <a:pt x="1641054" y="1111830"/>
                </a:lnTo>
                <a:lnTo>
                  <a:pt x="1640628" y="1112079"/>
                </a:lnTo>
                <a:lnTo>
                  <a:pt x="1640208" y="1112337"/>
                </a:lnTo>
                <a:lnTo>
                  <a:pt x="1639796" y="1112605"/>
                </a:lnTo>
                <a:lnTo>
                  <a:pt x="1639391" y="1112882"/>
                </a:lnTo>
                <a:lnTo>
                  <a:pt x="1638993" y="1113169"/>
                </a:lnTo>
                <a:lnTo>
                  <a:pt x="1638602" y="1113465"/>
                </a:lnTo>
                <a:lnTo>
                  <a:pt x="1638218" y="1113770"/>
                </a:lnTo>
                <a:lnTo>
                  <a:pt x="1637841" y="1114084"/>
                </a:lnTo>
                <a:lnTo>
                  <a:pt x="1637472" y="1114409"/>
                </a:lnTo>
                <a:lnTo>
                  <a:pt x="1637109" y="1114742"/>
                </a:lnTo>
                <a:lnTo>
                  <a:pt x="1636753" y="1115085"/>
                </a:lnTo>
                <a:lnTo>
                  <a:pt x="1636404" y="1115437"/>
                </a:lnTo>
                <a:lnTo>
                  <a:pt x="1636063" y="1115799"/>
                </a:lnTo>
                <a:lnTo>
                  <a:pt x="1635728" y="1116170"/>
                </a:lnTo>
                <a:lnTo>
                  <a:pt x="1635401" y="1116550"/>
                </a:lnTo>
                <a:lnTo>
                  <a:pt x="1635080" y="1116940"/>
                </a:lnTo>
                <a:lnTo>
                  <a:pt x="1634767" y="1117339"/>
                </a:lnTo>
                <a:lnTo>
                  <a:pt x="1634460" y="1117748"/>
                </a:lnTo>
                <a:lnTo>
                  <a:pt x="1634161" y="1118166"/>
                </a:lnTo>
                <a:lnTo>
                  <a:pt x="1633871" y="1118591"/>
                </a:lnTo>
                <a:lnTo>
                  <a:pt x="1633594" y="1119020"/>
                </a:lnTo>
                <a:lnTo>
                  <a:pt x="1633329" y="1119455"/>
                </a:lnTo>
                <a:lnTo>
                  <a:pt x="1633076" y="1119894"/>
                </a:lnTo>
                <a:lnTo>
                  <a:pt x="1632835" y="1120338"/>
                </a:lnTo>
                <a:lnTo>
                  <a:pt x="1632607" y="1120786"/>
                </a:lnTo>
                <a:lnTo>
                  <a:pt x="1632392" y="1121239"/>
                </a:lnTo>
                <a:lnTo>
                  <a:pt x="1632188" y="1121697"/>
                </a:lnTo>
                <a:lnTo>
                  <a:pt x="1631997" y="1122160"/>
                </a:lnTo>
                <a:lnTo>
                  <a:pt x="1631818" y="1122627"/>
                </a:lnTo>
                <a:lnTo>
                  <a:pt x="1631652" y="1123099"/>
                </a:lnTo>
                <a:lnTo>
                  <a:pt x="1631498" y="1123576"/>
                </a:lnTo>
                <a:lnTo>
                  <a:pt x="1631356" y="1124057"/>
                </a:lnTo>
                <a:lnTo>
                  <a:pt x="1631227" y="1124543"/>
                </a:lnTo>
                <a:lnTo>
                  <a:pt x="1631110" y="1125034"/>
                </a:lnTo>
                <a:lnTo>
                  <a:pt x="1631005" y="1125529"/>
                </a:lnTo>
                <a:lnTo>
                  <a:pt x="1630912" y="1126030"/>
                </a:lnTo>
                <a:lnTo>
                  <a:pt x="1630832" y="1126534"/>
                </a:lnTo>
                <a:lnTo>
                  <a:pt x="1630764" y="1127044"/>
                </a:lnTo>
                <a:lnTo>
                  <a:pt x="1630709" y="1127558"/>
                </a:lnTo>
                <a:lnTo>
                  <a:pt x="1630666" y="1128077"/>
                </a:lnTo>
                <a:lnTo>
                  <a:pt x="1630635" y="1128601"/>
                </a:lnTo>
                <a:lnTo>
                  <a:pt x="1630616" y="1129129"/>
                </a:lnTo>
                <a:lnTo>
                  <a:pt x="1630610" y="1129662"/>
                </a:lnTo>
                <a:lnTo>
                  <a:pt x="1630621" y="1130376"/>
                </a:lnTo>
                <a:lnTo>
                  <a:pt x="1630651" y="1131080"/>
                </a:lnTo>
                <a:lnTo>
                  <a:pt x="1630703" y="1131775"/>
                </a:lnTo>
                <a:lnTo>
                  <a:pt x="1630775" y="1132461"/>
                </a:lnTo>
                <a:lnTo>
                  <a:pt x="1630867" y="1133137"/>
                </a:lnTo>
                <a:lnTo>
                  <a:pt x="1630980" y="1133804"/>
                </a:lnTo>
                <a:lnTo>
                  <a:pt x="1631114" y="1134462"/>
                </a:lnTo>
                <a:lnTo>
                  <a:pt x="1631268" y="1135110"/>
                </a:lnTo>
                <a:lnTo>
                  <a:pt x="1631442" y="1135749"/>
                </a:lnTo>
                <a:lnTo>
                  <a:pt x="1631638" y="1136378"/>
                </a:lnTo>
                <a:lnTo>
                  <a:pt x="1631853" y="1136998"/>
                </a:lnTo>
                <a:lnTo>
                  <a:pt x="1632090" y="1137608"/>
                </a:lnTo>
                <a:lnTo>
                  <a:pt x="1632346" y="1138209"/>
                </a:lnTo>
                <a:lnTo>
                  <a:pt x="1632624" y="1138801"/>
                </a:lnTo>
                <a:lnTo>
                  <a:pt x="1632922" y="1139383"/>
                </a:lnTo>
                <a:lnTo>
                  <a:pt x="1633240" y="1139956"/>
                </a:lnTo>
                <a:lnTo>
                  <a:pt x="1633579" y="1140520"/>
                </a:lnTo>
                <a:lnTo>
                  <a:pt x="1633939" y="1141074"/>
                </a:lnTo>
                <a:lnTo>
                  <a:pt x="1634319" y="1141619"/>
                </a:lnTo>
                <a:lnTo>
                  <a:pt x="1634720" y="1142154"/>
                </a:lnTo>
                <a:lnTo>
                  <a:pt x="1635141" y="1142680"/>
                </a:lnTo>
                <a:lnTo>
                  <a:pt x="1635583" y="1143197"/>
                </a:lnTo>
                <a:lnTo>
                  <a:pt x="1636045" y="1143704"/>
                </a:lnTo>
                <a:lnTo>
                  <a:pt x="1636528" y="1144202"/>
                </a:lnTo>
                <a:lnTo>
                  <a:pt x="1637029" y="1144685"/>
                </a:lnTo>
                <a:lnTo>
                  <a:pt x="1637548" y="1145147"/>
                </a:lnTo>
                <a:lnTo>
                  <a:pt x="1638084" y="1145589"/>
                </a:lnTo>
                <a:lnTo>
                  <a:pt x="1638636" y="1146010"/>
                </a:lnTo>
                <a:lnTo>
                  <a:pt x="1639206" y="1146411"/>
                </a:lnTo>
                <a:lnTo>
                  <a:pt x="1639793" y="1146791"/>
                </a:lnTo>
                <a:lnTo>
                  <a:pt x="1640397" y="1147150"/>
                </a:lnTo>
                <a:lnTo>
                  <a:pt x="1641017" y="1147489"/>
                </a:lnTo>
                <a:lnTo>
                  <a:pt x="1641655" y="1147808"/>
                </a:lnTo>
                <a:lnTo>
                  <a:pt x="1642310" y="1148106"/>
                </a:lnTo>
                <a:lnTo>
                  <a:pt x="1642982" y="1148383"/>
                </a:lnTo>
                <a:lnTo>
                  <a:pt x="1643671" y="1148640"/>
                </a:lnTo>
                <a:lnTo>
                  <a:pt x="1644377" y="1148876"/>
                </a:lnTo>
                <a:lnTo>
                  <a:pt x="1645100" y="1149092"/>
                </a:lnTo>
                <a:lnTo>
                  <a:pt x="1645840" y="1149287"/>
                </a:lnTo>
                <a:lnTo>
                  <a:pt x="1646597" y="1149462"/>
                </a:lnTo>
                <a:lnTo>
                  <a:pt x="1647371" y="1149616"/>
                </a:lnTo>
                <a:lnTo>
                  <a:pt x="1648162" y="1149749"/>
                </a:lnTo>
                <a:lnTo>
                  <a:pt x="1648970" y="1149862"/>
                </a:lnTo>
                <a:lnTo>
                  <a:pt x="1649795" y="1149955"/>
                </a:lnTo>
                <a:lnTo>
                  <a:pt x="1650637" y="1150027"/>
                </a:lnTo>
                <a:lnTo>
                  <a:pt x="1651496" y="1150078"/>
                </a:lnTo>
                <a:lnTo>
                  <a:pt x="1652372" y="1150109"/>
                </a:lnTo>
                <a:lnTo>
                  <a:pt x="1653265" y="1150119"/>
                </a:lnTo>
                <a:lnTo>
                  <a:pt x="1692151" y="1150119"/>
                </a:lnTo>
                <a:lnTo>
                  <a:pt x="1693183" y="1150107"/>
                </a:lnTo>
                <a:lnTo>
                  <a:pt x="1694196" y="1150070"/>
                </a:lnTo>
                <a:lnTo>
                  <a:pt x="1695189" y="1150008"/>
                </a:lnTo>
                <a:lnTo>
                  <a:pt x="1696161" y="1149922"/>
                </a:lnTo>
                <a:lnTo>
                  <a:pt x="1697114" y="1149811"/>
                </a:lnTo>
                <a:lnTo>
                  <a:pt x="1698047" y="1149675"/>
                </a:lnTo>
                <a:lnTo>
                  <a:pt x="1698960" y="1149515"/>
                </a:lnTo>
                <a:lnTo>
                  <a:pt x="1699853" y="1149330"/>
                </a:lnTo>
                <a:close/>
                <a:moveTo>
                  <a:pt x="1653839" y="1138485"/>
                </a:moveTo>
                <a:lnTo>
                  <a:pt x="1653426" y="1138374"/>
                </a:lnTo>
                <a:lnTo>
                  <a:pt x="1653024" y="1138250"/>
                </a:lnTo>
                <a:lnTo>
                  <a:pt x="1652631" y="1138115"/>
                </a:lnTo>
                <a:lnTo>
                  <a:pt x="1652249" y="1137969"/>
                </a:lnTo>
                <a:lnTo>
                  <a:pt x="1651876" y="1137810"/>
                </a:lnTo>
                <a:lnTo>
                  <a:pt x="1651514" y="1137640"/>
                </a:lnTo>
                <a:lnTo>
                  <a:pt x="1651161" y="1137458"/>
                </a:lnTo>
                <a:lnTo>
                  <a:pt x="1650819" y="1137264"/>
                </a:lnTo>
                <a:lnTo>
                  <a:pt x="1650486" y="1137059"/>
                </a:lnTo>
                <a:lnTo>
                  <a:pt x="1650164" y="1136842"/>
                </a:lnTo>
                <a:lnTo>
                  <a:pt x="1649851" y="1136613"/>
                </a:lnTo>
                <a:lnTo>
                  <a:pt x="1649548" y="1136372"/>
                </a:lnTo>
                <a:lnTo>
                  <a:pt x="1649256" y="1136120"/>
                </a:lnTo>
                <a:lnTo>
                  <a:pt x="1648973" y="1135855"/>
                </a:lnTo>
                <a:lnTo>
                  <a:pt x="1648700" y="1135580"/>
                </a:lnTo>
                <a:lnTo>
                  <a:pt x="1648438" y="1135296"/>
                </a:lnTo>
                <a:lnTo>
                  <a:pt x="1648187" y="1135008"/>
                </a:lnTo>
                <a:lnTo>
                  <a:pt x="1647948" y="1134716"/>
                </a:lnTo>
                <a:lnTo>
                  <a:pt x="1647719" y="1134419"/>
                </a:lnTo>
                <a:lnTo>
                  <a:pt x="1647501" y="1134119"/>
                </a:lnTo>
                <a:lnTo>
                  <a:pt x="1647295" y="1133815"/>
                </a:lnTo>
                <a:lnTo>
                  <a:pt x="1647100" y="1133506"/>
                </a:lnTo>
                <a:lnTo>
                  <a:pt x="1646916" y="1133194"/>
                </a:lnTo>
                <a:lnTo>
                  <a:pt x="1646743" y="1132877"/>
                </a:lnTo>
                <a:lnTo>
                  <a:pt x="1646581" y="1132556"/>
                </a:lnTo>
                <a:lnTo>
                  <a:pt x="1646431" y="1132231"/>
                </a:lnTo>
                <a:lnTo>
                  <a:pt x="1646291" y="1131902"/>
                </a:lnTo>
                <a:lnTo>
                  <a:pt x="1646163" y="1131569"/>
                </a:lnTo>
                <a:lnTo>
                  <a:pt x="1646046" y="1131232"/>
                </a:lnTo>
                <a:lnTo>
                  <a:pt x="1645940" y="1130890"/>
                </a:lnTo>
                <a:lnTo>
                  <a:pt x="1645845" y="1130545"/>
                </a:lnTo>
                <a:lnTo>
                  <a:pt x="1645762" y="1130195"/>
                </a:lnTo>
                <a:lnTo>
                  <a:pt x="1645689" y="1129842"/>
                </a:lnTo>
                <a:lnTo>
                  <a:pt x="1645628" y="1129484"/>
                </a:lnTo>
                <a:lnTo>
                  <a:pt x="1645578" y="1129122"/>
                </a:lnTo>
                <a:lnTo>
                  <a:pt x="1645539" y="1128756"/>
                </a:lnTo>
                <a:lnTo>
                  <a:pt x="1645511" y="1128386"/>
                </a:lnTo>
                <a:lnTo>
                  <a:pt x="1645494" y="1128012"/>
                </a:lnTo>
                <a:lnTo>
                  <a:pt x="1645488" y="1127633"/>
                </a:lnTo>
                <a:lnTo>
                  <a:pt x="1645494" y="1127241"/>
                </a:lnTo>
                <a:lnTo>
                  <a:pt x="1645511" y="1126854"/>
                </a:lnTo>
                <a:lnTo>
                  <a:pt x="1645539" y="1126471"/>
                </a:lnTo>
                <a:lnTo>
                  <a:pt x="1645578" y="1126093"/>
                </a:lnTo>
                <a:lnTo>
                  <a:pt x="1645628" y="1125720"/>
                </a:lnTo>
                <a:lnTo>
                  <a:pt x="1645689" y="1125351"/>
                </a:lnTo>
                <a:lnTo>
                  <a:pt x="1645762" y="1124987"/>
                </a:lnTo>
                <a:lnTo>
                  <a:pt x="1645845" y="1124628"/>
                </a:lnTo>
                <a:lnTo>
                  <a:pt x="1645940" y="1124273"/>
                </a:lnTo>
                <a:lnTo>
                  <a:pt x="1646046" y="1123923"/>
                </a:lnTo>
                <a:lnTo>
                  <a:pt x="1646163" y="1123578"/>
                </a:lnTo>
                <a:lnTo>
                  <a:pt x="1646291" y="1123238"/>
                </a:lnTo>
                <a:lnTo>
                  <a:pt x="1646431" y="1122902"/>
                </a:lnTo>
                <a:lnTo>
                  <a:pt x="1646581" y="1122571"/>
                </a:lnTo>
                <a:lnTo>
                  <a:pt x="1646743" y="1122244"/>
                </a:lnTo>
                <a:lnTo>
                  <a:pt x="1646916" y="1121923"/>
                </a:lnTo>
                <a:lnTo>
                  <a:pt x="1647100" y="1121606"/>
                </a:lnTo>
                <a:lnTo>
                  <a:pt x="1647295" y="1121293"/>
                </a:lnTo>
                <a:lnTo>
                  <a:pt x="1647501" y="1120986"/>
                </a:lnTo>
                <a:lnTo>
                  <a:pt x="1647719" y="1120683"/>
                </a:lnTo>
                <a:lnTo>
                  <a:pt x="1647948" y="1120385"/>
                </a:lnTo>
                <a:lnTo>
                  <a:pt x="1648187" y="1120091"/>
                </a:lnTo>
                <a:lnTo>
                  <a:pt x="1648438" y="1119802"/>
                </a:lnTo>
                <a:lnTo>
                  <a:pt x="1648700" y="1119518"/>
                </a:lnTo>
                <a:lnTo>
                  <a:pt x="1648973" y="1119256"/>
                </a:lnTo>
                <a:lnTo>
                  <a:pt x="1649256" y="1119005"/>
                </a:lnTo>
                <a:lnTo>
                  <a:pt x="1649548" y="1118765"/>
                </a:lnTo>
                <a:lnTo>
                  <a:pt x="1649851" y="1118537"/>
                </a:lnTo>
                <a:lnTo>
                  <a:pt x="1650164" y="1118319"/>
                </a:lnTo>
                <a:lnTo>
                  <a:pt x="1650486" y="1118113"/>
                </a:lnTo>
                <a:lnTo>
                  <a:pt x="1650819" y="1117918"/>
                </a:lnTo>
                <a:lnTo>
                  <a:pt x="1651161" y="1117734"/>
                </a:lnTo>
                <a:lnTo>
                  <a:pt x="1651514" y="1117561"/>
                </a:lnTo>
                <a:lnTo>
                  <a:pt x="1651876" y="1117399"/>
                </a:lnTo>
                <a:lnTo>
                  <a:pt x="1652249" y="1117248"/>
                </a:lnTo>
                <a:lnTo>
                  <a:pt x="1652631" y="1117109"/>
                </a:lnTo>
                <a:lnTo>
                  <a:pt x="1653024" y="1116981"/>
                </a:lnTo>
                <a:lnTo>
                  <a:pt x="1653426" y="1116864"/>
                </a:lnTo>
                <a:lnTo>
                  <a:pt x="1653839" y="1116758"/>
                </a:lnTo>
                <a:lnTo>
                  <a:pt x="1654261" y="1116663"/>
                </a:lnTo>
                <a:lnTo>
                  <a:pt x="1654693" y="1116579"/>
                </a:lnTo>
                <a:lnTo>
                  <a:pt x="1655136" y="1116507"/>
                </a:lnTo>
                <a:lnTo>
                  <a:pt x="1655588" y="1116445"/>
                </a:lnTo>
                <a:lnTo>
                  <a:pt x="1656050" y="1116395"/>
                </a:lnTo>
                <a:lnTo>
                  <a:pt x="1656522" y="1116356"/>
                </a:lnTo>
                <a:lnTo>
                  <a:pt x="1657005" y="1116328"/>
                </a:lnTo>
                <a:lnTo>
                  <a:pt x="1657497" y="1116311"/>
                </a:lnTo>
                <a:lnTo>
                  <a:pt x="1657999" y="1116306"/>
                </a:lnTo>
                <a:lnTo>
                  <a:pt x="1689953" y="1116306"/>
                </a:lnTo>
                <a:lnTo>
                  <a:pt x="1690482" y="1116311"/>
                </a:lnTo>
                <a:lnTo>
                  <a:pt x="1691000" y="1116328"/>
                </a:lnTo>
                <a:lnTo>
                  <a:pt x="1691506" y="1116356"/>
                </a:lnTo>
                <a:lnTo>
                  <a:pt x="1692001" y="1116395"/>
                </a:lnTo>
                <a:lnTo>
                  <a:pt x="1692483" y="1116445"/>
                </a:lnTo>
                <a:lnTo>
                  <a:pt x="1692954" y="1116507"/>
                </a:lnTo>
                <a:lnTo>
                  <a:pt x="1693413" y="1116579"/>
                </a:lnTo>
                <a:lnTo>
                  <a:pt x="1693860" y="1116663"/>
                </a:lnTo>
                <a:lnTo>
                  <a:pt x="1694296" y="1116758"/>
                </a:lnTo>
                <a:lnTo>
                  <a:pt x="1694720" y="1116864"/>
                </a:lnTo>
                <a:lnTo>
                  <a:pt x="1695132" y="1116981"/>
                </a:lnTo>
                <a:lnTo>
                  <a:pt x="1695532" y="1117109"/>
                </a:lnTo>
                <a:lnTo>
                  <a:pt x="1695921" y="1117248"/>
                </a:lnTo>
                <a:lnTo>
                  <a:pt x="1696298" y="1117399"/>
                </a:lnTo>
                <a:lnTo>
                  <a:pt x="1696663" y="1117561"/>
                </a:lnTo>
                <a:lnTo>
                  <a:pt x="1697016" y="1117734"/>
                </a:lnTo>
                <a:lnTo>
                  <a:pt x="1697358" y="1117918"/>
                </a:lnTo>
                <a:lnTo>
                  <a:pt x="1697688" y="1118113"/>
                </a:lnTo>
                <a:lnTo>
                  <a:pt x="1698006" y="1118319"/>
                </a:lnTo>
                <a:lnTo>
                  <a:pt x="1698312" y="1118537"/>
                </a:lnTo>
                <a:lnTo>
                  <a:pt x="1698607" y="1118765"/>
                </a:lnTo>
                <a:lnTo>
                  <a:pt x="1698890" y="1119005"/>
                </a:lnTo>
                <a:lnTo>
                  <a:pt x="1699161" y="1119256"/>
                </a:lnTo>
                <a:lnTo>
                  <a:pt x="1699421" y="1119518"/>
                </a:lnTo>
                <a:lnTo>
                  <a:pt x="1699683" y="1119788"/>
                </a:lnTo>
                <a:lnTo>
                  <a:pt x="1699934" y="1120064"/>
                </a:lnTo>
                <a:lnTo>
                  <a:pt x="1700174" y="1120345"/>
                </a:lnTo>
                <a:lnTo>
                  <a:pt x="1700402" y="1120631"/>
                </a:lnTo>
                <a:lnTo>
                  <a:pt x="1700620" y="1120923"/>
                </a:lnTo>
                <a:lnTo>
                  <a:pt x="1700826" y="1121219"/>
                </a:lnTo>
                <a:lnTo>
                  <a:pt x="1701021" y="1121521"/>
                </a:lnTo>
                <a:lnTo>
                  <a:pt x="1701205" y="1121829"/>
                </a:lnTo>
                <a:lnTo>
                  <a:pt x="1701378" y="1122141"/>
                </a:lnTo>
                <a:lnTo>
                  <a:pt x="1701540" y="1122459"/>
                </a:lnTo>
                <a:lnTo>
                  <a:pt x="1701690" y="1122782"/>
                </a:lnTo>
                <a:lnTo>
                  <a:pt x="1701830" y="1123111"/>
                </a:lnTo>
                <a:lnTo>
                  <a:pt x="1701958" y="1123445"/>
                </a:lnTo>
                <a:lnTo>
                  <a:pt x="1702075" y="1123784"/>
                </a:lnTo>
                <a:lnTo>
                  <a:pt x="1702181" y="1124128"/>
                </a:lnTo>
                <a:lnTo>
                  <a:pt x="1702276" y="1124477"/>
                </a:lnTo>
                <a:lnTo>
                  <a:pt x="1702360" y="1124832"/>
                </a:lnTo>
                <a:lnTo>
                  <a:pt x="1702432" y="1125192"/>
                </a:lnTo>
                <a:lnTo>
                  <a:pt x="1702494" y="1125558"/>
                </a:lnTo>
                <a:lnTo>
                  <a:pt x="1702544" y="1125929"/>
                </a:lnTo>
                <a:lnTo>
                  <a:pt x="1702583" y="1126305"/>
                </a:lnTo>
                <a:lnTo>
                  <a:pt x="1702611" y="1126686"/>
                </a:lnTo>
                <a:lnTo>
                  <a:pt x="1702627" y="1127072"/>
                </a:lnTo>
                <a:lnTo>
                  <a:pt x="1702633" y="1127464"/>
                </a:lnTo>
                <a:lnTo>
                  <a:pt x="1702627" y="1127870"/>
                </a:lnTo>
                <a:lnTo>
                  <a:pt x="1702611" y="1128270"/>
                </a:lnTo>
                <a:lnTo>
                  <a:pt x="1702583" y="1128664"/>
                </a:lnTo>
                <a:lnTo>
                  <a:pt x="1702544" y="1129052"/>
                </a:lnTo>
                <a:lnTo>
                  <a:pt x="1702494" y="1129434"/>
                </a:lnTo>
                <a:lnTo>
                  <a:pt x="1702432" y="1129810"/>
                </a:lnTo>
                <a:lnTo>
                  <a:pt x="1702360" y="1130180"/>
                </a:lnTo>
                <a:lnTo>
                  <a:pt x="1702276" y="1130545"/>
                </a:lnTo>
                <a:lnTo>
                  <a:pt x="1702181" y="1130904"/>
                </a:lnTo>
                <a:lnTo>
                  <a:pt x="1702075" y="1131256"/>
                </a:lnTo>
                <a:lnTo>
                  <a:pt x="1701958" y="1131603"/>
                </a:lnTo>
                <a:lnTo>
                  <a:pt x="1701830" y="1131944"/>
                </a:lnTo>
                <a:lnTo>
                  <a:pt x="1701690" y="1132280"/>
                </a:lnTo>
                <a:lnTo>
                  <a:pt x="1701540" y="1132609"/>
                </a:lnTo>
                <a:lnTo>
                  <a:pt x="1701378" y="1132932"/>
                </a:lnTo>
                <a:lnTo>
                  <a:pt x="1701205" y="1133250"/>
                </a:lnTo>
                <a:lnTo>
                  <a:pt x="1701021" y="1133562"/>
                </a:lnTo>
                <a:lnTo>
                  <a:pt x="1700826" y="1133868"/>
                </a:lnTo>
                <a:lnTo>
                  <a:pt x="1700620" y="1134168"/>
                </a:lnTo>
                <a:lnTo>
                  <a:pt x="1700402" y="1134462"/>
                </a:lnTo>
                <a:lnTo>
                  <a:pt x="1700174" y="1134750"/>
                </a:lnTo>
                <a:lnTo>
                  <a:pt x="1699934" y="1135032"/>
                </a:lnTo>
                <a:lnTo>
                  <a:pt x="1699683" y="1135309"/>
                </a:lnTo>
                <a:lnTo>
                  <a:pt x="1699421" y="1135580"/>
                </a:lnTo>
                <a:lnTo>
                  <a:pt x="1699148" y="1135855"/>
                </a:lnTo>
                <a:lnTo>
                  <a:pt x="1698864" y="1136120"/>
                </a:lnTo>
                <a:lnTo>
                  <a:pt x="1698570" y="1136372"/>
                </a:lnTo>
                <a:lnTo>
                  <a:pt x="1698265" y="1136613"/>
                </a:lnTo>
                <a:lnTo>
                  <a:pt x="1697950" y="1136842"/>
                </a:lnTo>
                <a:lnTo>
                  <a:pt x="1697624" y="1137059"/>
                </a:lnTo>
                <a:lnTo>
                  <a:pt x="1697288" y="1137264"/>
                </a:lnTo>
                <a:lnTo>
                  <a:pt x="1696941" y="1137458"/>
                </a:lnTo>
                <a:lnTo>
                  <a:pt x="1696583" y="1137640"/>
                </a:lnTo>
                <a:lnTo>
                  <a:pt x="1696215" y="1137810"/>
                </a:lnTo>
                <a:lnTo>
                  <a:pt x="1695837" y="1137969"/>
                </a:lnTo>
                <a:lnTo>
                  <a:pt x="1695448" y="1138115"/>
                </a:lnTo>
                <a:lnTo>
                  <a:pt x="1695048" y="1138250"/>
                </a:lnTo>
                <a:lnTo>
                  <a:pt x="1694637" y="1138374"/>
                </a:lnTo>
                <a:lnTo>
                  <a:pt x="1694217" y="1138485"/>
                </a:lnTo>
                <a:lnTo>
                  <a:pt x="1693785" y="1138585"/>
                </a:lnTo>
                <a:lnTo>
                  <a:pt x="1693343" y="1138673"/>
                </a:lnTo>
                <a:lnTo>
                  <a:pt x="1692890" y="1138749"/>
                </a:lnTo>
                <a:lnTo>
                  <a:pt x="1692427" y="1138814"/>
                </a:lnTo>
                <a:lnTo>
                  <a:pt x="1691954" y="1138867"/>
                </a:lnTo>
                <a:lnTo>
                  <a:pt x="1691469" y="1138908"/>
                </a:lnTo>
                <a:lnTo>
                  <a:pt x="1690974" y="1138937"/>
                </a:lnTo>
                <a:lnTo>
                  <a:pt x="1690469" y="1138955"/>
                </a:lnTo>
                <a:lnTo>
                  <a:pt x="1689953" y="1138961"/>
                </a:lnTo>
                <a:lnTo>
                  <a:pt x="1657999" y="1138961"/>
                </a:lnTo>
                <a:lnTo>
                  <a:pt x="1657497" y="1138955"/>
                </a:lnTo>
                <a:lnTo>
                  <a:pt x="1657005" y="1138937"/>
                </a:lnTo>
                <a:lnTo>
                  <a:pt x="1656522" y="1138908"/>
                </a:lnTo>
                <a:lnTo>
                  <a:pt x="1656050" y="1138867"/>
                </a:lnTo>
                <a:lnTo>
                  <a:pt x="1655588" y="1138814"/>
                </a:lnTo>
                <a:lnTo>
                  <a:pt x="1655136" y="1138749"/>
                </a:lnTo>
                <a:lnTo>
                  <a:pt x="1654693" y="1138673"/>
                </a:lnTo>
                <a:lnTo>
                  <a:pt x="1654261" y="1138585"/>
                </a:lnTo>
                <a:lnTo>
                  <a:pt x="1653839" y="1138485"/>
                </a:lnTo>
                <a:close/>
                <a:moveTo>
                  <a:pt x="1667398" y="1073445"/>
                </a:moveTo>
                <a:lnTo>
                  <a:pt x="1666760" y="1073305"/>
                </a:lnTo>
                <a:lnTo>
                  <a:pt x="1666135" y="1073151"/>
                </a:lnTo>
                <a:lnTo>
                  <a:pt x="1665523" y="1072982"/>
                </a:lnTo>
                <a:lnTo>
                  <a:pt x="1664923" y="1072799"/>
                </a:lnTo>
                <a:lnTo>
                  <a:pt x="1664337" y="1072601"/>
                </a:lnTo>
                <a:lnTo>
                  <a:pt x="1663763" y="1072388"/>
                </a:lnTo>
                <a:lnTo>
                  <a:pt x="1663203" y="1072161"/>
                </a:lnTo>
                <a:lnTo>
                  <a:pt x="1662655" y="1071918"/>
                </a:lnTo>
                <a:lnTo>
                  <a:pt x="1662120" y="1071662"/>
                </a:lnTo>
                <a:lnTo>
                  <a:pt x="1661598" y="1071390"/>
                </a:lnTo>
                <a:lnTo>
                  <a:pt x="1661089" y="1071104"/>
                </a:lnTo>
                <a:lnTo>
                  <a:pt x="1660593" y="1070803"/>
                </a:lnTo>
                <a:lnTo>
                  <a:pt x="1660110" y="1070487"/>
                </a:lnTo>
                <a:lnTo>
                  <a:pt x="1659640" y="1070157"/>
                </a:lnTo>
                <a:lnTo>
                  <a:pt x="1659183" y="1069812"/>
                </a:lnTo>
                <a:lnTo>
                  <a:pt x="1658755" y="1069440"/>
                </a:lnTo>
                <a:lnTo>
                  <a:pt x="1658346" y="1069056"/>
                </a:lnTo>
                <a:lnTo>
                  <a:pt x="1657954" y="1068661"/>
                </a:lnTo>
                <a:lnTo>
                  <a:pt x="1657581" y="1068253"/>
                </a:lnTo>
                <a:lnTo>
                  <a:pt x="1657226" y="1067834"/>
                </a:lnTo>
                <a:lnTo>
                  <a:pt x="1656890" y="1067403"/>
                </a:lnTo>
                <a:lnTo>
                  <a:pt x="1656571" y="1066961"/>
                </a:lnTo>
                <a:lnTo>
                  <a:pt x="1656271" y="1066506"/>
                </a:lnTo>
                <a:lnTo>
                  <a:pt x="1655989" y="1066040"/>
                </a:lnTo>
                <a:lnTo>
                  <a:pt x="1655725" y="1065562"/>
                </a:lnTo>
                <a:lnTo>
                  <a:pt x="1655479" y="1065073"/>
                </a:lnTo>
                <a:lnTo>
                  <a:pt x="1655252" y="1064571"/>
                </a:lnTo>
                <a:lnTo>
                  <a:pt x="1655043" y="1064058"/>
                </a:lnTo>
                <a:lnTo>
                  <a:pt x="1654852" y="1063533"/>
                </a:lnTo>
                <a:lnTo>
                  <a:pt x="1654679" y="1062997"/>
                </a:lnTo>
                <a:lnTo>
                  <a:pt x="1654524" y="1062449"/>
                </a:lnTo>
                <a:lnTo>
                  <a:pt x="1654388" y="1061889"/>
                </a:lnTo>
                <a:lnTo>
                  <a:pt x="1654269" y="1061317"/>
                </a:lnTo>
                <a:lnTo>
                  <a:pt x="1654169" y="1060733"/>
                </a:lnTo>
                <a:lnTo>
                  <a:pt x="1654087" y="1060138"/>
                </a:lnTo>
                <a:lnTo>
                  <a:pt x="1654024" y="1059531"/>
                </a:lnTo>
                <a:lnTo>
                  <a:pt x="1653978" y="1058912"/>
                </a:lnTo>
                <a:lnTo>
                  <a:pt x="1653951" y="1058282"/>
                </a:lnTo>
                <a:lnTo>
                  <a:pt x="1653942" y="1057640"/>
                </a:lnTo>
                <a:lnTo>
                  <a:pt x="1653951" y="1056984"/>
                </a:lnTo>
                <a:lnTo>
                  <a:pt x="1653978" y="1056341"/>
                </a:lnTo>
                <a:lnTo>
                  <a:pt x="1654024" y="1055711"/>
                </a:lnTo>
                <a:lnTo>
                  <a:pt x="1654087" y="1055094"/>
                </a:lnTo>
                <a:lnTo>
                  <a:pt x="1654169" y="1054490"/>
                </a:lnTo>
                <a:lnTo>
                  <a:pt x="1654269" y="1053899"/>
                </a:lnTo>
                <a:lnTo>
                  <a:pt x="1654388" y="1053321"/>
                </a:lnTo>
                <a:lnTo>
                  <a:pt x="1654524" y="1052755"/>
                </a:lnTo>
                <a:lnTo>
                  <a:pt x="1654679" y="1052203"/>
                </a:lnTo>
                <a:lnTo>
                  <a:pt x="1654852" y="1051664"/>
                </a:lnTo>
                <a:lnTo>
                  <a:pt x="1655043" y="1051137"/>
                </a:lnTo>
                <a:lnTo>
                  <a:pt x="1655252" y="1050623"/>
                </a:lnTo>
                <a:lnTo>
                  <a:pt x="1655479" y="1050123"/>
                </a:lnTo>
                <a:lnTo>
                  <a:pt x="1655725" y="1049635"/>
                </a:lnTo>
                <a:lnTo>
                  <a:pt x="1655989" y="1049160"/>
                </a:lnTo>
                <a:lnTo>
                  <a:pt x="1656271" y="1048698"/>
                </a:lnTo>
                <a:lnTo>
                  <a:pt x="1656571" y="1048249"/>
                </a:lnTo>
                <a:lnTo>
                  <a:pt x="1656890" y="1047813"/>
                </a:lnTo>
                <a:lnTo>
                  <a:pt x="1657226" y="1047389"/>
                </a:lnTo>
                <a:lnTo>
                  <a:pt x="1657581" y="1046979"/>
                </a:lnTo>
                <a:lnTo>
                  <a:pt x="1657954" y="1046582"/>
                </a:lnTo>
                <a:lnTo>
                  <a:pt x="1658346" y="1046197"/>
                </a:lnTo>
                <a:lnTo>
                  <a:pt x="1658755" y="1045825"/>
                </a:lnTo>
                <a:lnTo>
                  <a:pt x="1659183" y="1045467"/>
                </a:lnTo>
                <a:lnTo>
                  <a:pt x="1659640" y="1045122"/>
                </a:lnTo>
                <a:lnTo>
                  <a:pt x="1660110" y="1044792"/>
                </a:lnTo>
                <a:lnTo>
                  <a:pt x="1660593" y="1044476"/>
                </a:lnTo>
                <a:lnTo>
                  <a:pt x="1661089" y="1044175"/>
                </a:lnTo>
                <a:lnTo>
                  <a:pt x="1661598" y="1043889"/>
                </a:lnTo>
                <a:lnTo>
                  <a:pt x="1662120" y="1043618"/>
                </a:lnTo>
                <a:lnTo>
                  <a:pt x="1662655" y="1043361"/>
                </a:lnTo>
                <a:lnTo>
                  <a:pt x="1663203" y="1043119"/>
                </a:lnTo>
                <a:lnTo>
                  <a:pt x="1663763" y="1042891"/>
                </a:lnTo>
                <a:lnTo>
                  <a:pt x="1664337" y="1042678"/>
                </a:lnTo>
                <a:lnTo>
                  <a:pt x="1664923" y="1042480"/>
                </a:lnTo>
                <a:lnTo>
                  <a:pt x="1665523" y="1042297"/>
                </a:lnTo>
                <a:lnTo>
                  <a:pt x="1666135" y="1042128"/>
                </a:lnTo>
                <a:lnTo>
                  <a:pt x="1666760" y="1041974"/>
                </a:lnTo>
                <a:lnTo>
                  <a:pt x="1667398" y="1041834"/>
                </a:lnTo>
                <a:lnTo>
                  <a:pt x="1668049" y="1041710"/>
                </a:lnTo>
                <a:lnTo>
                  <a:pt x="1668713" y="1041600"/>
                </a:lnTo>
                <a:lnTo>
                  <a:pt x="1669390" y="1041504"/>
                </a:lnTo>
                <a:lnTo>
                  <a:pt x="1670080" y="1041423"/>
                </a:lnTo>
                <a:lnTo>
                  <a:pt x="1670782" y="1041357"/>
                </a:lnTo>
                <a:lnTo>
                  <a:pt x="1671498" y="1041306"/>
                </a:lnTo>
                <a:lnTo>
                  <a:pt x="1672227" y="1041269"/>
                </a:lnTo>
                <a:lnTo>
                  <a:pt x="1672968" y="1041247"/>
                </a:lnTo>
                <a:lnTo>
                  <a:pt x="1673722" y="1041240"/>
                </a:lnTo>
                <a:lnTo>
                  <a:pt x="1674490" y="1041247"/>
                </a:lnTo>
                <a:lnTo>
                  <a:pt x="1675244" y="1041269"/>
                </a:lnTo>
                <a:lnTo>
                  <a:pt x="1675984" y="1041306"/>
                </a:lnTo>
                <a:lnTo>
                  <a:pt x="1676709" y="1041357"/>
                </a:lnTo>
                <a:lnTo>
                  <a:pt x="1677421" y="1041423"/>
                </a:lnTo>
                <a:lnTo>
                  <a:pt x="1678118" y="1041504"/>
                </a:lnTo>
                <a:lnTo>
                  <a:pt x="1678802" y="1041600"/>
                </a:lnTo>
                <a:lnTo>
                  <a:pt x="1679471" y="1041710"/>
                </a:lnTo>
                <a:lnTo>
                  <a:pt x="1680126" y="1041834"/>
                </a:lnTo>
                <a:lnTo>
                  <a:pt x="1680767" y="1041974"/>
                </a:lnTo>
                <a:lnTo>
                  <a:pt x="1681394" y="1042128"/>
                </a:lnTo>
                <a:lnTo>
                  <a:pt x="1682007" y="1042297"/>
                </a:lnTo>
                <a:lnTo>
                  <a:pt x="1682606" y="1042480"/>
                </a:lnTo>
                <a:lnTo>
                  <a:pt x="1683190" y="1042678"/>
                </a:lnTo>
                <a:lnTo>
                  <a:pt x="1683761" y="1042891"/>
                </a:lnTo>
                <a:lnTo>
                  <a:pt x="1684317" y="1043119"/>
                </a:lnTo>
                <a:lnTo>
                  <a:pt x="1684860" y="1043361"/>
                </a:lnTo>
                <a:lnTo>
                  <a:pt x="1685388" y="1043618"/>
                </a:lnTo>
                <a:lnTo>
                  <a:pt x="1685902" y="1043889"/>
                </a:lnTo>
                <a:lnTo>
                  <a:pt x="1686402" y="1044175"/>
                </a:lnTo>
                <a:lnTo>
                  <a:pt x="1686889" y="1044476"/>
                </a:lnTo>
                <a:lnTo>
                  <a:pt x="1687360" y="1044792"/>
                </a:lnTo>
                <a:lnTo>
                  <a:pt x="1687818" y="1045122"/>
                </a:lnTo>
                <a:lnTo>
                  <a:pt x="1688262" y="1045467"/>
                </a:lnTo>
                <a:lnTo>
                  <a:pt x="1688690" y="1045825"/>
                </a:lnTo>
                <a:lnTo>
                  <a:pt x="1689099" y="1046197"/>
                </a:lnTo>
                <a:lnTo>
                  <a:pt x="1689491" y="1046582"/>
                </a:lnTo>
                <a:lnTo>
                  <a:pt x="1689864" y="1046979"/>
                </a:lnTo>
                <a:lnTo>
                  <a:pt x="1690219" y="1047389"/>
                </a:lnTo>
                <a:lnTo>
                  <a:pt x="1690555" y="1047813"/>
                </a:lnTo>
                <a:lnTo>
                  <a:pt x="1690874" y="1048249"/>
                </a:lnTo>
                <a:lnTo>
                  <a:pt x="1691174" y="1048698"/>
                </a:lnTo>
                <a:lnTo>
                  <a:pt x="1691456" y="1049160"/>
                </a:lnTo>
                <a:lnTo>
                  <a:pt x="1691720" y="1049635"/>
                </a:lnTo>
                <a:lnTo>
                  <a:pt x="1691966" y="1050123"/>
                </a:lnTo>
                <a:lnTo>
                  <a:pt x="1692193" y="1050623"/>
                </a:lnTo>
                <a:lnTo>
                  <a:pt x="1692402" y="1051137"/>
                </a:lnTo>
                <a:lnTo>
                  <a:pt x="1692593" y="1051664"/>
                </a:lnTo>
                <a:lnTo>
                  <a:pt x="1692766" y="1052203"/>
                </a:lnTo>
                <a:lnTo>
                  <a:pt x="1692921" y="1052755"/>
                </a:lnTo>
                <a:lnTo>
                  <a:pt x="1693058" y="1053321"/>
                </a:lnTo>
                <a:lnTo>
                  <a:pt x="1693176" y="1053899"/>
                </a:lnTo>
                <a:lnTo>
                  <a:pt x="1693276" y="1054490"/>
                </a:lnTo>
                <a:lnTo>
                  <a:pt x="1693358" y="1055094"/>
                </a:lnTo>
                <a:lnTo>
                  <a:pt x="1693422" y="1055711"/>
                </a:lnTo>
                <a:lnTo>
                  <a:pt x="1693467" y="1056341"/>
                </a:lnTo>
                <a:lnTo>
                  <a:pt x="1693494" y="1056984"/>
                </a:lnTo>
                <a:lnTo>
                  <a:pt x="1693503" y="1057640"/>
                </a:lnTo>
                <a:lnTo>
                  <a:pt x="1693494" y="1058282"/>
                </a:lnTo>
                <a:lnTo>
                  <a:pt x="1693467" y="1058912"/>
                </a:lnTo>
                <a:lnTo>
                  <a:pt x="1693422" y="1059531"/>
                </a:lnTo>
                <a:lnTo>
                  <a:pt x="1693358" y="1060138"/>
                </a:lnTo>
                <a:lnTo>
                  <a:pt x="1693276" y="1060733"/>
                </a:lnTo>
                <a:lnTo>
                  <a:pt x="1693176" y="1061317"/>
                </a:lnTo>
                <a:lnTo>
                  <a:pt x="1693058" y="1061889"/>
                </a:lnTo>
                <a:lnTo>
                  <a:pt x="1692921" y="1062449"/>
                </a:lnTo>
                <a:lnTo>
                  <a:pt x="1692766" y="1062997"/>
                </a:lnTo>
                <a:lnTo>
                  <a:pt x="1692593" y="1063533"/>
                </a:lnTo>
                <a:lnTo>
                  <a:pt x="1692402" y="1064058"/>
                </a:lnTo>
                <a:lnTo>
                  <a:pt x="1692193" y="1064571"/>
                </a:lnTo>
                <a:lnTo>
                  <a:pt x="1691966" y="1065073"/>
                </a:lnTo>
                <a:lnTo>
                  <a:pt x="1691720" y="1065562"/>
                </a:lnTo>
                <a:lnTo>
                  <a:pt x="1691456" y="1066040"/>
                </a:lnTo>
                <a:lnTo>
                  <a:pt x="1691174" y="1066506"/>
                </a:lnTo>
                <a:lnTo>
                  <a:pt x="1690874" y="1066961"/>
                </a:lnTo>
                <a:lnTo>
                  <a:pt x="1690555" y="1067403"/>
                </a:lnTo>
                <a:lnTo>
                  <a:pt x="1690219" y="1067834"/>
                </a:lnTo>
                <a:lnTo>
                  <a:pt x="1689864" y="1068253"/>
                </a:lnTo>
                <a:lnTo>
                  <a:pt x="1689491" y="1068661"/>
                </a:lnTo>
                <a:lnTo>
                  <a:pt x="1689099" y="1069056"/>
                </a:lnTo>
                <a:lnTo>
                  <a:pt x="1688690" y="1069440"/>
                </a:lnTo>
                <a:lnTo>
                  <a:pt x="1688262" y="1069812"/>
                </a:lnTo>
                <a:lnTo>
                  <a:pt x="1687818" y="1070157"/>
                </a:lnTo>
                <a:lnTo>
                  <a:pt x="1687360" y="1070487"/>
                </a:lnTo>
                <a:lnTo>
                  <a:pt x="1686889" y="1070803"/>
                </a:lnTo>
                <a:lnTo>
                  <a:pt x="1686402" y="1071104"/>
                </a:lnTo>
                <a:lnTo>
                  <a:pt x="1685902" y="1071390"/>
                </a:lnTo>
                <a:lnTo>
                  <a:pt x="1685388" y="1071662"/>
                </a:lnTo>
                <a:lnTo>
                  <a:pt x="1684860" y="1071918"/>
                </a:lnTo>
                <a:lnTo>
                  <a:pt x="1684317" y="1072161"/>
                </a:lnTo>
                <a:lnTo>
                  <a:pt x="1683761" y="1072388"/>
                </a:lnTo>
                <a:lnTo>
                  <a:pt x="1683190" y="1072601"/>
                </a:lnTo>
                <a:lnTo>
                  <a:pt x="1682606" y="1072799"/>
                </a:lnTo>
                <a:lnTo>
                  <a:pt x="1682007" y="1072982"/>
                </a:lnTo>
                <a:lnTo>
                  <a:pt x="1681394" y="1073151"/>
                </a:lnTo>
                <a:lnTo>
                  <a:pt x="1680767" y="1073305"/>
                </a:lnTo>
                <a:lnTo>
                  <a:pt x="1680126" y="1073445"/>
                </a:lnTo>
                <a:lnTo>
                  <a:pt x="1679471" y="1073569"/>
                </a:lnTo>
                <a:lnTo>
                  <a:pt x="1678802" y="1073680"/>
                </a:lnTo>
                <a:lnTo>
                  <a:pt x="1678118" y="1073775"/>
                </a:lnTo>
                <a:lnTo>
                  <a:pt x="1677421" y="1073856"/>
                </a:lnTo>
                <a:lnTo>
                  <a:pt x="1676709" y="1073922"/>
                </a:lnTo>
                <a:lnTo>
                  <a:pt x="1675984" y="1073973"/>
                </a:lnTo>
                <a:lnTo>
                  <a:pt x="1675244" y="1074010"/>
                </a:lnTo>
                <a:lnTo>
                  <a:pt x="1674490" y="1074032"/>
                </a:lnTo>
                <a:lnTo>
                  <a:pt x="1673722" y="1074039"/>
                </a:lnTo>
                <a:lnTo>
                  <a:pt x="1672968" y="1074032"/>
                </a:lnTo>
                <a:lnTo>
                  <a:pt x="1672227" y="1074010"/>
                </a:lnTo>
                <a:lnTo>
                  <a:pt x="1671498" y="1073973"/>
                </a:lnTo>
                <a:lnTo>
                  <a:pt x="1670782" y="1073922"/>
                </a:lnTo>
                <a:lnTo>
                  <a:pt x="1670080" y="1073856"/>
                </a:lnTo>
                <a:lnTo>
                  <a:pt x="1669390" y="1073775"/>
                </a:lnTo>
                <a:lnTo>
                  <a:pt x="1668713" y="1073680"/>
                </a:lnTo>
                <a:lnTo>
                  <a:pt x="1668049" y="1073569"/>
                </a:lnTo>
                <a:lnTo>
                  <a:pt x="1667398" y="1073445"/>
                </a:lnTo>
                <a:close/>
                <a:moveTo>
                  <a:pt x="1692602" y="1369027"/>
                </a:moveTo>
                <a:lnTo>
                  <a:pt x="1693123" y="1368987"/>
                </a:lnTo>
                <a:lnTo>
                  <a:pt x="1693644" y="1368942"/>
                </a:lnTo>
                <a:lnTo>
                  <a:pt x="1694166" y="1368893"/>
                </a:lnTo>
                <a:lnTo>
                  <a:pt x="1694687" y="1368839"/>
                </a:lnTo>
                <a:lnTo>
                  <a:pt x="1695208" y="1368780"/>
                </a:lnTo>
                <a:lnTo>
                  <a:pt x="1695729" y="1368717"/>
                </a:lnTo>
                <a:lnTo>
                  <a:pt x="1696251" y="1368649"/>
                </a:lnTo>
                <a:lnTo>
                  <a:pt x="1696772" y="1368576"/>
                </a:lnTo>
                <a:lnTo>
                  <a:pt x="1697293" y="1368498"/>
                </a:lnTo>
                <a:lnTo>
                  <a:pt x="1697815" y="1368416"/>
                </a:lnTo>
                <a:lnTo>
                  <a:pt x="1698336" y="1368329"/>
                </a:lnTo>
                <a:lnTo>
                  <a:pt x="1698857" y="1368238"/>
                </a:lnTo>
                <a:lnTo>
                  <a:pt x="1699378" y="1368141"/>
                </a:lnTo>
                <a:lnTo>
                  <a:pt x="1699900" y="1368040"/>
                </a:lnTo>
                <a:lnTo>
                  <a:pt x="1700421" y="1367935"/>
                </a:lnTo>
                <a:lnTo>
                  <a:pt x="1700942" y="1367824"/>
                </a:lnTo>
                <a:lnTo>
                  <a:pt x="1701460" y="1367724"/>
                </a:lnTo>
                <a:lnTo>
                  <a:pt x="1701970" y="1367619"/>
                </a:lnTo>
                <a:lnTo>
                  <a:pt x="1702472" y="1367510"/>
                </a:lnTo>
                <a:lnTo>
                  <a:pt x="1702966" y="1367397"/>
                </a:lnTo>
                <a:lnTo>
                  <a:pt x="1703453" y="1367280"/>
                </a:lnTo>
                <a:lnTo>
                  <a:pt x="1703933" y="1367159"/>
                </a:lnTo>
                <a:lnTo>
                  <a:pt x="1704404" y="1367033"/>
                </a:lnTo>
                <a:lnTo>
                  <a:pt x="1704868" y="1366904"/>
                </a:lnTo>
                <a:lnTo>
                  <a:pt x="1705325" y="1366770"/>
                </a:lnTo>
                <a:lnTo>
                  <a:pt x="1705774" y="1366633"/>
                </a:lnTo>
                <a:lnTo>
                  <a:pt x="1706215" y="1366491"/>
                </a:lnTo>
                <a:lnTo>
                  <a:pt x="1706648" y="1366345"/>
                </a:lnTo>
                <a:lnTo>
                  <a:pt x="1707074" y="1366195"/>
                </a:lnTo>
                <a:lnTo>
                  <a:pt x="1707492" y="1366041"/>
                </a:lnTo>
                <a:lnTo>
                  <a:pt x="1707903" y="1365883"/>
                </a:lnTo>
                <a:lnTo>
                  <a:pt x="1708306" y="1365720"/>
                </a:lnTo>
                <a:lnTo>
                  <a:pt x="1708701" y="1365554"/>
                </a:lnTo>
                <a:lnTo>
                  <a:pt x="1709089" y="1365383"/>
                </a:lnTo>
                <a:lnTo>
                  <a:pt x="1709469" y="1365209"/>
                </a:lnTo>
                <a:lnTo>
                  <a:pt x="1709842" y="1365030"/>
                </a:lnTo>
                <a:lnTo>
                  <a:pt x="1710207" y="1364847"/>
                </a:lnTo>
                <a:lnTo>
                  <a:pt x="1710564" y="1364660"/>
                </a:lnTo>
                <a:lnTo>
                  <a:pt x="1710913" y="1364469"/>
                </a:lnTo>
                <a:lnTo>
                  <a:pt x="1711255" y="1364274"/>
                </a:lnTo>
                <a:lnTo>
                  <a:pt x="1711255" y="1351256"/>
                </a:lnTo>
                <a:lnTo>
                  <a:pt x="1710957" y="1351396"/>
                </a:lnTo>
                <a:lnTo>
                  <a:pt x="1710655" y="1351536"/>
                </a:lnTo>
                <a:lnTo>
                  <a:pt x="1710349" y="1351676"/>
                </a:lnTo>
                <a:lnTo>
                  <a:pt x="1710039" y="1351815"/>
                </a:lnTo>
                <a:lnTo>
                  <a:pt x="1709725" y="1351953"/>
                </a:lnTo>
                <a:lnTo>
                  <a:pt x="1709406" y="1352091"/>
                </a:lnTo>
                <a:lnTo>
                  <a:pt x="1709084" y="1352228"/>
                </a:lnTo>
                <a:lnTo>
                  <a:pt x="1708757" y="1352364"/>
                </a:lnTo>
                <a:lnTo>
                  <a:pt x="1708426" y="1352500"/>
                </a:lnTo>
                <a:lnTo>
                  <a:pt x="1708091" y="1352635"/>
                </a:lnTo>
                <a:lnTo>
                  <a:pt x="1707752" y="1352770"/>
                </a:lnTo>
                <a:lnTo>
                  <a:pt x="1707409" y="1352904"/>
                </a:lnTo>
                <a:lnTo>
                  <a:pt x="1707062" y="1353038"/>
                </a:lnTo>
                <a:lnTo>
                  <a:pt x="1706710" y="1353171"/>
                </a:lnTo>
                <a:lnTo>
                  <a:pt x="1706355" y="1353303"/>
                </a:lnTo>
                <a:lnTo>
                  <a:pt x="1705995" y="1353435"/>
                </a:lnTo>
                <a:lnTo>
                  <a:pt x="1705632" y="1353566"/>
                </a:lnTo>
                <a:lnTo>
                  <a:pt x="1705264" y="1353697"/>
                </a:lnTo>
                <a:lnTo>
                  <a:pt x="1704892" y="1353827"/>
                </a:lnTo>
                <a:lnTo>
                  <a:pt x="1704516" y="1353956"/>
                </a:lnTo>
                <a:lnTo>
                  <a:pt x="1704136" y="1354085"/>
                </a:lnTo>
                <a:lnTo>
                  <a:pt x="1703752" y="1354213"/>
                </a:lnTo>
                <a:lnTo>
                  <a:pt x="1703363" y="1354341"/>
                </a:lnTo>
                <a:lnTo>
                  <a:pt x="1702971" y="1354468"/>
                </a:lnTo>
                <a:lnTo>
                  <a:pt x="1702589" y="1354578"/>
                </a:lnTo>
                <a:lnTo>
                  <a:pt x="1702204" y="1354684"/>
                </a:lnTo>
                <a:lnTo>
                  <a:pt x="1701817" y="1354785"/>
                </a:lnTo>
                <a:lnTo>
                  <a:pt x="1701426" y="1354881"/>
                </a:lnTo>
                <a:lnTo>
                  <a:pt x="1701032" y="1354973"/>
                </a:lnTo>
                <a:lnTo>
                  <a:pt x="1700636" y="1355060"/>
                </a:lnTo>
                <a:lnTo>
                  <a:pt x="1700236" y="1355142"/>
                </a:lnTo>
                <a:lnTo>
                  <a:pt x="1699834" y="1355220"/>
                </a:lnTo>
                <a:lnTo>
                  <a:pt x="1699429" y="1355292"/>
                </a:lnTo>
                <a:lnTo>
                  <a:pt x="1699020" y="1355360"/>
                </a:lnTo>
                <a:lnTo>
                  <a:pt x="1698609" y="1355424"/>
                </a:lnTo>
                <a:lnTo>
                  <a:pt x="1698195" y="1355482"/>
                </a:lnTo>
                <a:lnTo>
                  <a:pt x="1697778" y="1355537"/>
                </a:lnTo>
                <a:lnTo>
                  <a:pt x="1697358" y="1355586"/>
                </a:lnTo>
                <a:lnTo>
                  <a:pt x="1696935" y="1355630"/>
                </a:lnTo>
                <a:lnTo>
                  <a:pt x="1696509" y="1355670"/>
                </a:lnTo>
                <a:lnTo>
                  <a:pt x="1696080" y="1355706"/>
                </a:lnTo>
                <a:lnTo>
                  <a:pt x="1695648" y="1355736"/>
                </a:lnTo>
                <a:lnTo>
                  <a:pt x="1695214" y="1355762"/>
                </a:lnTo>
                <a:lnTo>
                  <a:pt x="1694776" y="1355783"/>
                </a:lnTo>
                <a:lnTo>
                  <a:pt x="1694335" y="1355799"/>
                </a:lnTo>
                <a:lnTo>
                  <a:pt x="1693892" y="1355811"/>
                </a:lnTo>
                <a:lnTo>
                  <a:pt x="1693445" y="1355818"/>
                </a:lnTo>
                <a:lnTo>
                  <a:pt x="1692996" y="1355821"/>
                </a:lnTo>
                <a:lnTo>
                  <a:pt x="1692423" y="1355818"/>
                </a:lnTo>
                <a:lnTo>
                  <a:pt x="1691857" y="1355809"/>
                </a:lnTo>
                <a:lnTo>
                  <a:pt x="1691300" y="1355794"/>
                </a:lnTo>
                <a:lnTo>
                  <a:pt x="1690751" y="1355774"/>
                </a:lnTo>
                <a:lnTo>
                  <a:pt x="1690211" y="1355747"/>
                </a:lnTo>
                <a:lnTo>
                  <a:pt x="1689678" y="1355715"/>
                </a:lnTo>
                <a:lnTo>
                  <a:pt x="1689154" y="1355677"/>
                </a:lnTo>
                <a:lnTo>
                  <a:pt x="1688638" y="1355633"/>
                </a:lnTo>
                <a:lnTo>
                  <a:pt x="1688130" y="1355583"/>
                </a:lnTo>
                <a:lnTo>
                  <a:pt x="1687631" y="1355527"/>
                </a:lnTo>
                <a:lnTo>
                  <a:pt x="1687139" y="1355465"/>
                </a:lnTo>
                <a:lnTo>
                  <a:pt x="1686656" y="1355398"/>
                </a:lnTo>
                <a:lnTo>
                  <a:pt x="1686181" y="1355325"/>
                </a:lnTo>
                <a:lnTo>
                  <a:pt x="1685714" y="1355245"/>
                </a:lnTo>
                <a:lnTo>
                  <a:pt x="1685256" y="1355160"/>
                </a:lnTo>
                <a:lnTo>
                  <a:pt x="1684806" y="1355069"/>
                </a:lnTo>
                <a:lnTo>
                  <a:pt x="1684364" y="1354972"/>
                </a:lnTo>
                <a:lnTo>
                  <a:pt x="1683930" y="1354870"/>
                </a:lnTo>
                <a:lnTo>
                  <a:pt x="1683504" y="1354761"/>
                </a:lnTo>
                <a:lnTo>
                  <a:pt x="1683087" y="1354646"/>
                </a:lnTo>
                <a:lnTo>
                  <a:pt x="1682678" y="1354526"/>
                </a:lnTo>
                <a:lnTo>
                  <a:pt x="1682277" y="1354400"/>
                </a:lnTo>
                <a:lnTo>
                  <a:pt x="1681884" y="1354268"/>
                </a:lnTo>
                <a:lnTo>
                  <a:pt x="1681500" y="1354130"/>
                </a:lnTo>
                <a:lnTo>
                  <a:pt x="1681123" y="1353985"/>
                </a:lnTo>
                <a:lnTo>
                  <a:pt x="1680754" y="1353834"/>
                </a:lnTo>
                <a:lnTo>
                  <a:pt x="1680393" y="1353675"/>
                </a:lnTo>
                <a:lnTo>
                  <a:pt x="1680039" y="1353510"/>
                </a:lnTo>
                <a:lnTo>
                  <a:pt x="1679693" y="1353337"/>
                </a:lnTo>
                <a:lnTo>
                  <a:pt x="1679355" y="1353158"/>
                </a:lnTo>
                <a:lnTo>
                  <a:pt x="1679024" y="1352971"/>
                </a:lnTo>
                <a:lnTo>
                  <a:pt x="1678701" y="1352777"/>
                </a:lnTo>
                <a:lnTo>
                  <a:pt x="1678385" y="1352577"/>
                </a:lnTo>
                <a:lnTo>
                  <a:pt x="1678077" y="1352369"/>
                </a:lnTo>
                <a:lnTo>
                  <a:pt x="1677777" y="1352154"/>
                </a:lnTo>
                <a:lnTo>
                  <a:pt x="1677484" y="1351932"/>
                </a:lnTo>
                <a:lnTo>
                  <a:pt x="1677199" y="1351703"/>
                </a:lnTo>
                <a:lnTo>
                  <a:pt x="1676922" y="1351467"/>
                </a:lnTo>
                <a:lnTo>
                  <a:pt x="1676652" y="1351224"/>
                </a:lnTo>
                <a:lnTo>
                  <a:pt x="1676390" y="1350974"/>
                </a:lnTo>
                <a:lnTo>
                  <a:pt x="1676135" y="1350717"/>
                </a:lnTo>
                <a:lnTo>
                  <a:pt x="1675889" y="1350453"/>
                </a:lnTo>
                <a:lnTo>
                  <a:pt x="1675649" y="1350182"/>
                </a:lnTo>
                <a:lnTo>
                  <a:pt x="1675418" y="1349903"/>
                </a:lnTo>
                <a:lnTo>
                  <a:pt x="1675194" y="1349618"/>
                </a:lnTo>
                <a:lnTo>
                  <a:pt x="1674977" y="1349326"/>
                </a:lnTo>
                <a:lnTo>
                  <a:pt x="1674769" y="1349026"/>
                </a:lnTo>
                <a:lnTo>
                  <a:pt x="1674568" y="1348720"/>
                </a:lnTo>
                <a:lnTo>
                  <a:pt x="1674375" y="1348406"/>
                </a:lnTo>
                <a:lnTo>
                  <a:pt x="1674190" y="1348086"/>
                </a:lnTo>
                <a:lnTo>
                  <a:pt x="1674013" y="1347758"/>
                </a:lnTo>
                <a:lnTo>
                  <a:pt x="1673845" y="1347424"/>
                </a:lnTo>
                <a:lnTo>
                  <a:pt x="1673684" y="1347082"/>
                </a:lnTo>
                <a:lnTo>
                  <a:pt x="1673532" y="1346733"/>
                </a:lnTo>
                <a:lnTo>
                  <a:pt x="1673388" y="1346378"/>
                </a:lnTo>
                <a:lnTo>
                  <a:pt x="1673253" y="1346015"/>
                </a:lnTo>
                <a:lnTo>
                  <a:pt x="1673125" y="1345645"/>
                </a:lnTo>
                <a:lnTo>
                  <a:pt x="1673006" y="1345268"/>
                </a:lnTo>
                <a:lnTo>
                  <a:pt x="1672895" y="1344884"/>
                </a:lnTo>
                <a:lnTo>
                  <a:pt x="1672793" y="1344493"/>
                </a:lnTo>
                <a:lnTo>
                  <a:pt x="1672698" y="1344095"/>
                </a:lnTo>
                <a:lnTo>
                  <a:pt x="1672612" y="1343690"/>
                </a:lnTo>
                <a:lnTo>
                  <a:pt x="1672534" y="1343278"/>
                </a:lnTo>
                <a:lnTo>
                  <a:pt x="1672464" y="1342859"/>
                </a:lnTo>
                <a:lnTo>
                  <a:pt x="1672402" y="1342433"/>
                </a:lnTo>
                <a:lnTo>
                  <a:pt x="1672349" y="1341999"/>
                </a:lnTo>
                <a:lnTo>
                  <a:pt x="1672304" y="1341559"/>
                </a:lnTo>
                <a:lnTo>
                  <a:pt x="1672267" y="1341112"/>
                </a:lnTo>
                <a:lnTo>
                  <a:pt x="1672238" y="1340657"/>
                </a:lnTo>
                <a:lnTo>
                  <a:pt x="1672217" y="1340196"/>
                </a:lnTo>
                <a:lnTo>
                  <a:pt x="1672205" y="1339728"/>
                </a:lnTo>
                <a:lnTo>
                  <a:pt x="1672201" y="1339252"/>
                </a:lnTo>
                <a:lnTo>
                  <a:pt x="1672201" y="1294280"/>
                </a:lnTo>
                <a:lnTo>
                  <a:pt x="1711255" y="1294280"/>
                </a:lnTo>
                <a:lnTo>
                  <a:pt x="1711255" y="1281093"/>
                </a:lnTo>
                <a:lnTo>
                  <a:pt x="1672201" y="1281093"/>
                </a:lnTo>
                <a:lnTo>
                  <a:pt x="1672201" y="1253535"/>
                </a:lnTo>
                <a:lnTo>
                  <a:pt x="1661719" y="1253535"/>
                </a:lnTo>
                <a:lnTo>
                  <a:pt x="1655801" y="1281093"/>
                </a:lnTo>
                <a:lnTo>
                  <a:pt x="1630272" y="1281093"/>
                </a:lnTo>
                <a:lnTo>
                  <a:pt x="1630272" y="1294280"/>
                </a:lnTo>
                <a:lnTo>
                  <a:pt x="1655294" y="1294280"/>
                </a:lnTo>
                <a:lnTo>
                  <a:pt x="1655294" y="1340605"/>
                </a:lnTo>
                <a:lnTo>
                  <a:pt x="1655310" y="1341858"/>
                </a:lnTo>
                <a:lnTo>
                  <a:pt x="1655356" y="1343082"/>
                </a:lnTo>
                <a:lnTo>
                  <a:pt x="1655434" y="1344276"/>
                </a:lnTo>
                <a:lnTo>
                  <a:pt x="1655543" y="1345442"/>
                </a:lnTo>
                <a:lnTo>
                  <a:pt x="1655683" y="1346578"/>
                </a:lnTo>
                <a:lnTo>
                  <a:pt x="1655854" y="1347684"/>
                </a:lnTo>
                <a:lnTo>
                  <a:pt x="1656056" y="1348761"/>
                </a:lnTo>
                <a:lnTo>
                  <a:pt x="1656290" y="1349809"/>
                </a:lnTo>
                <a:lnTo>
                  <a:pt x="1656554" y="1350828"/>
                </a:lnTo>
                <a:lnTo>
                  <a:pt x="1656850" y="1351817"/>
                </a:lnTo>
                <a:lnTo>
                  <a:pt x="1657176" y="1352777"/>
                </a:lnTo>
                <a:lnTo>
                  <a:pt x="1657534" y="1353707"/>
                </a:lnTo>
                <a:lnTo>
                  <a:pt x="1657923" y="1354608"/>
                </a:lnTo>
                <a:lnTo>
                  <a:pt x="1658343" y="1355480"/>
                </a:lnTo>
                <a:lnTo>
                  <a:pt x="1658794" y="1356323"/>
                </a:lnTo>
                <a:lnTo>
                  <a:pt x="1659277" y="1357136"/>
                </a:lnTo>
                <a:lnTo>
                  <a:pt x="1659790" y="1357919"/>
                </a:lnTo>
                <a:lnTo>
                  <a:pt x="1660334" y="1358674"/>
                </a:lnTo>
                <a:lnTo>
                  <a:pt x="1660910" y="1359399"/>
                </a:lnTo>
                <a:lnTo>
                  <a:pt x="1661517" y="1360094"/>
                </a:lnTo>
                <a:lnTo>
                  <a:pt x="1662155" y="1360761"/>
                </a:lnTo>
                <a:lnTo>
                  <a:pt x="1662824" y="1361397"/>
                </a:lnTo>
                <a:lnTo>
                  <a:pt x="1663524" y="1362005"/>
                </a:lnTo>
                <a:lnTo>
                  <a:pt x="1664255" y="1362583"/>
                </a:lnTo>
                <a:lnTo>
                  <a:pt x="1665012" y="1363121"/>
                </a:lnTo>
                <a:lnTo>
                  <a:pt x="1665792" y="1363636"/>
                </a:lnTo>
                <a:lnTo>
                  <a:pt x="1666593" y="1364129"/>
                </a:lnTo>
                <a:lnTo>
                  <a:pt x="1667415" y="1364598"/>
                </a:lnTo>
                <a:lnTo>
                  <a:pt x="1668260" y="1365044"/>
                </a:lnTo>
                <a:lnTo>
                  <a:pt x="1669126" y="1365468"/>
                </a:lnTo>
                <a:lnTo>
                  <a:pt x="1670014" y="1365869"/>
                </a:lnTo>
                <a:lnTo>
                  <a:pt x="1670924" y="1366246"/>
                </a:lnTo>
                <a:lnTo>
                  <a:pt x="1671855" y="1366601"/>
                </a:lnTo>
                <a:lnTo>
                  <a:pt x="1672808" y="1366933"/>
                </a:lnTo>
                <a:lnTo>
                  <a:pt x="1673783" y="1367242"/>
                </a:lnTo>
                <a:lnTo>
                  <a:pt x="1674779" y="1367529"/>
                </a:lnTo>
                <a:lnTo>
                  <a:pt x="1675797" y="1367792"/>
                </a:lnTo>
                <a:lnTo>
                  <a:pt x="1676837" y="1368032"/>
                </a:lnTo>
                <a:lnTo>
                  <a:pt x="1677899" y="1368250"/>
                </a:lnTo>
                <a:lnTo>
                  <a:pt x="1678982" y="1368444"/>
                </a:lnTo>
                <a:lnTo>
                  <a:pt x="1680087" y="1368616"/>
                </a:lnTo>
                <a:lnTo>
                  <a:pt x="1681214" y="1368765"/>
                </a:lnTo>
                <a:lnTo>
                  <a:pt x="1682363" y="1368891"/>
                </a:lnTo>
                <a:lnTo>
                  <a:pt x="1683533" y="1368994"/>
                </a:lnTo>
                <a:lnTo>
                  <a:pt x="1684725" y="1369074"/>
                </a:lnTo>
                <a:lnTo>
                  <a:pt x="1685939" y="1369131"/>
                </a:lnTo>
                <a:lnTo>
                  <a:pt x="1687174" y="1369165"/>
                </a:lnTo>
                <a:lnTo>
                  <a:pt x="1688431" y="1369177"/>
                </a:lnTo>
                <a:lnTo>
                  <a:pt x="1688953" y="1369175"/>
                </a:lnTo>
                <a:lnTo>
                  <a:pt x="1689474" y="1369168"/>
                </a:lnTo>
                <a:lnTo>
                  <a:pt x="1689995" y="1369156"/>
                </a:lnTo>
                <a:lnTo>
                  <a:pt x="1690516" y="1369139"/>
                </a:lnTo>
                <a:lnTo>
                  <a:pt x="1691038" y="1369118"/>
                </a:lnTo>
                <a:lnTo>
                  <a:pt x="1691559" y="1369092"/>
                </a:lnTo>
                <a:lnTo>
                  <a:pt x="1692080" y="1369062"/>
                </a:lnTo>
                <a:lnTo>
                  <a:pt x="1692602" y="1369027"/>
                </a:lnTo>
                <a:close/>
                <a:moveTo>
                  <a:pt x="1248153" y="1312768"/>
                </a:moveTo>
                <a:lnTo>
                  <a:pt x="1248219" y="1312220"/>
                </a:lnTo>
                <a:lnTo>
                  <a:pt x="1248294" y="1311678"/>
                </a:lnTo>
                <a:lnTo>
                  <a:pt x="1248378" y="1311142"/>
                </a:lnTo>
                <a:lnTo>
                  <a:pt x="1248470" y="1310612"/>
                </a:lnTo>
                <a:lnTo>
                  <a:pt x="1248571" y="1310088"/>
                </a:lnTo>
                <a:lnTo>
                  <a:pt x="1248682" y="1309570"/>
                </a:lnTo>
                <a:lnTo>
                  <a:pt x="1248800" y="1309057"/>
                </a:lnTo>
                <a:lnTo>
                  <a:pt x="1248928" y="1308550"/>
                </a:lnTo>
                <a:lnTo>
                  <a:pt x="1249065" y="1308050"/>
                </a:lnTo>
                <a:lnTo>
                  <a:pt x="1249210" y="1307555"/>
                </a:lnTo>
                <a:lnTo>
                  <a:pt x="1249364" y="1307066"/>
                </a:lnTo>
                <a:lnTo>
                  <a:pt x="1249527" y="1306583"/>
                </a:lnTo>
                <a:lnTo>
                  <a:pt x="1249699" y="1306105"/>
                </a:lnTo>
                <a:lnTo>
                  <a:pt x="1249879" y="1305634"/>
                </a:lnTo>
                <a:lnTo>
                  <a:pt x="1250068" y="1305169"/>
                </a:lnTo>
                <a:lnTo>
                  <a:pt x="1250267" y="1304709"/>
                </a:lnTo>
                <a:lnTo>
                  <a:pt x="1250473" y="1304255"/>
                </a:lnTo>
                <a:lnTo>
                  <a:pt x="1250688" y="1303795"/>
                </a:lnTo>
                <a:lnTo>
                  <a:pt x="1250910" y="1303343"/>
                </a:lnTo>
                <a:lnTo>
                  <a:pt x="1251139" y="1302900"/>
                </a:lnTo>
                <a:lnTo>
                  <a:pt x="1251375" y="1302466"/>
                </a:lnTo>
                <a:lnTo>
                  <a:pt x="1251618" y="1302041"/>
                </a:lnTo>
                <a:lnTo>
                  <a:pt x="1251868" y="1301624"/>
                </a:lnTo>
                <a:lnTo>
                  <a:pt x="1252125" y="1301216"/>
                </a:lnTo>
                <a:lnTo>
                  <a:pt x="1252390" y="1300817"/>
                </a:lnTo>
                <a:lnTo>
                  <a:pt x="1252661" y="1300427"/>
                </a:lnTo>
                <a:lnTo>
                  <a:pt x="1252939" y="1300046"/>
                </a:lnTo>
                <a:lnTo>
                  <a:pt x="1253224" y="1299674"/>
                </a:lnTo>
                <a:lnTo>
                  <a:pt x="1253517" y="1299310"/>
                </a:lnTo>
                <a:lnTo>
                  <a:pt x="1253816" y="1298955"/>
                </a:lnTo>
                <a:lnTo>
                  <a:pt x="1254123" y="1298609"/>
                </a:lnTo>
                <a:lnTo>
                  <a:pt x="1254436" y="1298272"/>
                </a:lnTo>
                <a:lnTo>
                  <a:pt x="1254757" y="1297943"/>
                </a:lnTo>
                <a:lnTo>
                  <a:pt x="1255084" y="1297624"/>
                </a:lnTo>
                <a:lnTo>
                  <a:pt x="1255419" y="1297313"/>
                </a:lnTo>
                <a:lnTo>
                  <a:pt x="1255760" y="1297011"/>
                </a:lnTo>
                <a:lnTo>
                  <a:pt x="1256109" y="1296718"/>
                </a:lnTo>
                <a:lnTo>
                  <a:pt x="1256465" y="1296433"/>
                </a:lnTo>
                <a:lnTo>
                  <a:pt x="1256828" y="1296158"/>
                </a:lnTo>
                <a:lnTo>
                  <a:pt x="1257197" y="1295891"/>
                </a:lnTo>
                <a:lnTo>
                  <a:pt x="1257574" y="1295633"/>
                </a:lnTo>
                <a:lnTo>
                  <a:pt x="1257958" y="1295371"/>
                </a:lnTo>
                <a:lnTo>
                  <a:pt x="1258347" y="1295120"/>
                </a:lnTo>
                <a:lnTo>
                  <a:pt x="1258742" y="1294880"/>
                </a:lnTo>
                <a:lnTo>
                  <a:pt x="1259143" y="1294651"/>
                </a:lnTo>
                <a:lnTo>
                  <a:pt x="1259550" y="1294434"/>
                </a:lnTo>
                <a:lnTo>
                  <a:pt x="1259962" y="1294227"/>
                </a:lnTo>
                <a:lnTo>
                  <a:pt x="1260381" y="1294032"/>
                </a:lnTo>
                <a:lnTo>
                  <a:pt x="1260805" y="1293848"/>
                </a:lnTo>
                <a:lnTo>
                  <a:pt x="1261236" y="1293675"/>
                </a:lnTo>
                <a:lnTo>
                  <a:pt x="1261672" y="1293513"/>
                </a:lnTo>
                <a:lnTo>
                  <a:pt x="1262114" y="1293363"/>
                </a:lnTo>
                <a:lnTo>
                  <a:pt x="1262562" y="1293223"/>
                </a:lnTo>
                <a:lnTo>
                  <a:pt x="1263016" y="1293095"/>
                </a:lnTo>
                <a:lnTo>
                  <a:pt x="1263475" y="1292978"/>
                </a:lnTo>
                <a:lnTo>
                  <a:pt x="1263941" y="1292872"/>
                </a:lnTo>
                <a:lnTo>
                  <a:pt x="1264412" y="1292777"/>
                </a:lnTo>
                <a:lnTo>
                  <a:pt x="1264889" y="1292694"/>
                </a:lnTo>
                <a:lnTo>
                  <a:pt x="1265373" y="1292621"/>
                </a:lnTo>
                <a:lnTo>
                  <a:pt x="1265862" y="1292560"/>
                </a:lnTo>
                <a:lnTo>
                  <a:pt x="1266356" y="1292510"/>
                </a:lnTo>
                <a:lnTo>
                  <a:pt x="1266857" y="1292471"/>
                </a:lnTo>
                <a:lnTo>
                  <a:pt x="1267364" y="1292443"/>
                </a:lnTo>
                <a:lnTo>
                  <a:pt x="1267876" y="1292426"/>
                </a:lnTo>
                <a:lnTo>
                  <a:pt x="1268395" y="1292420"/>
                </a:lnTo>
                <a:lnTo>
                  <a:pt x="1269134" y="1292430"/>
                </a:lnTo>
                <a:lnTo>
                  <a:pt x="1269860" y="1292459"/>
                </a:lnTo>
                <a:lnTo>
                  <a:pt x="1270571" y="1292508"/>
                </a:lnTo>
                <a:lnTo>
                  <a:pt x="1271269" y="1292575"/>
                </a:lnTo>
                <a:lnTo>
                  <a:pt x="1271952" y="1292663"/>
                </a:lnTo>
                <a:lnTo>
                  <a:pt x="1272621" y="1292769"/>
                </a:lnTo>
                <a:lnTo>
                  <a:pt x="1273276" y="1292895"/>
                </a:lnTo>
                <a:lnTo>
                  <a:pt x="1273917" y="1293040"/>
                </a:lnTo>
                <a:lnTo>
                  <a:pt x="1274544" y="1293205"/>
                </a:lnTo>
                <a:lnTo>
                  <a:pt x="1275157" y="1293389"/>
                </a:lnTo>
                <a:lnTo>
                  <a:pt x="1275756" y="1293592"/>
                </a:lnTo>
                <a:lnTo>
                  <a:pt x="1276341" y="1293815"/>
                </a:lnTo>
                <a:lnTo>
                  <a:pt x="1276911" y="1294057"/>
                </a:lnTo>
                <a:lnTo>
                  <a:pt x="1277468" y="1294319"/>
                </a:lnTo>
                <a:lnTo>
                  <a:pt x="1278010" y="1294600"/>
                </a:lnTo>
                <a:lnTo>
                  <a:pt x="1278539" y="1294900"/>
                </a:lnTo>
                <a:lnTo>
                  <a:pt x="1279053" y="1295220"/>
                </a:lnTo>
                <a:lnTo>
                  <a:pt x="1279553" y="1295559"/>
                </a:lnTo>
                <a:lnTo>
                  <a:pt x="1280039" y="1295917"/>
                </a:lnTo>
                <a:lnTo>
                  <a:pt x="1280511" y="1296295"/>
                </a:lnTo>
                <a:lnTo>
                  <a:pt x="1280969" y="1296692"/>
                </a:lnTo>
                <a:lnTo>
                  <a:pt x="1281413" y="1297109"/>
                </a:lnTo>
                <a:lnTo>
                  <a:pt x="1281842" y="1297544"/>
                </a:lnTo>
                <a:lnTo>
                  <a:pt x="1282258" y="1298000"/>
                </a:lnTo>
                <a:lnTo>
                  <a:pt x="1282672" y="1298476"/>
                </a:lnTo>
                <a:lnTo>
                  <a:pt x="1283068" y="1298975"/>
                </a:lnTo>
                <a:lnTo>
                  <a:pt x="1283447" y="1299497"/>
                </a:lnTo>
                <a:lnTo>
                  <a:pt x="1283808" y="1300042"/>
                </a:lnTo>
                <a:lnTo>
                  <a:pt x="1284151" y="1300610"/>
                </a:lnTo>
                <a:lnTo>
                  <a:pt x="1284477" y="1301201"/>
                </a:lnTo>
                <a:lnTo>
                  <a:pt x="1284785" y="1301815"/>
                </a:lnTo>
                <a:lnTo>
                  <a:pt x="1285076" y="1302452"/>
                </a:lnTo>
                <a:lnTo>
                  <a:pt x="1285349" y="1303111"/>
                </a:lnTo>
                <a:lnTo>
                  <a:pt x="1285604" y="1303794"/>
                </a:lnTo>
                <a:lnTo>
                  <a:pt x="1285842" y="1304499"/>
                </a:lnTo>
                <a:lnTo>
                  <a:pt x="1286062" y="1305227"/>
                </a:lnTo>
                <a:lnTo>
                  <a:pt x="1286265" y="1305978"/>
                </a:lnTo>
                <a:lnTo>
                  <a:pt x="1286450" y="1306752"/>
                </a:lnTo>
                <a:lnTo>
                  <a:pt x="1286617" y="1307549"/>
                </a:lnTo>
                <a:lnTo>
                  <a:pt x="1286767" y="1308369"/>
                </a:lnTo>
                <a:lnTo>
                  <a:pt x="1286899" y="1309212"/>
                </a:lnTo>
                <a:lnTo>
                  <a:pt x="1287013" y="1310077"/>
                </a:lnTo>
                <a:lnTo>
                  <a:pt x="1287110" y="1310966"/>
                </a:lnTo>
                <a:lnTo>
                  <a:pt x="1287189" y="1311877"/>
                </a:lnTo>
                <a:lnTo>
                  <a:pt x="1287251" y="1312812"/>
                </a:lnTo>
                <a:lnTo>
                  <a:pt x="1287295" y="1313769"/>
                </a:lnTo>
                <a:lnTo>
                  <a:pt x="1287321" y="1314749"/>
                </a:lnTo>
                <a:lnTo>
                  <a:pt x="1287330" y="1315752"/>
                </a:lnTo>
                <a:lnTo>
                  <a:pt x="1287330" y="1367486"/>
                </a:lnTo>
                <a:lnTo>
                  <a:pt x="1304237" y="1367486"/>
                </a:lnTo>
                <a:lnTo>
                  <a:pt x="1304237" y="1310849"/>
                </a:lnTo>
                <a:lnTo>
                  <a:pt x="1304222" y="1309566"/>
                </a:lnTo>
                <a:lnTo>
                  <a:pt x="1304178" y="1308309"/>
                </a:lnTo>
                <a:lnTo>
                  <a:pt x="1304105" y="1307079"/>
                </a:lnTo>
                <a:lnTo>
                  <a:pt x="1304002" y="1305875"/>
                </a:lnTo>
                <a:lnTo>
                  <a:pt x="1303870" y="1304698"/>
                </a:lnTo>
                <a:lnTo>
                  <a:pt x="1303708" y="1303547"/>
                </a:lnTo>
                <a:lnTo>
                  <a:pt x="1303518" y="1302423"/>
                </a:lnTo>
                <a:lnTo>
                  <a:pt x="1303298" y="1301325"/>
                </a:lnTo>
                <a:lnTo>
                  <a:pt x="1303048" y="1300253"/>
                </a:lnTo>
                <a:lnTo>
                  <a:pt x="1302769" y="1299208"/>
                </a:lnTo>
                <a:lnTo>
                  <a:pt x="1302461" y="1298189"/>
                </a:lnTo>
                <a:lnTo>
                  <a:pt x="1302124" y="1297197"/>
                </a:lnTo>
                <a:lnTo>
                  <a:pt x="1301757" y="1296231"/>
                </a:lnTo>
                <a:lnTo>
                  <a:pt x="1301360" y="1295291"/>
                </a:lnTo>
                <a:lnTo>
                  <a:pt x="1300935" y="1294378"/>
                </a:lnTo>
                <a:lnTo>
                  <a:pt x="1300480" y="1293491"/>
                </a:lnTo>
                <a:lnTo>
                  <a:pt x="1299995" y="1292631"/>
                </a:lnTo>
                <a:lnTo>
                  <a:pt x="1299482" y="1291797"/>
                </a:lnTo>
                <a:lnTo>
                  <a:pt x="1298939" y="1290989"/>
                </a:lnTo>
                <a:lnTo>
                  <a:pt x="1298366" y="1290208"/>
                </a:lnTo>
                <a:lnTo>
                  <a:pt x="1297765" y="1289454"/>
                </a:lnTo>
                <a:lnTo>
                  <a:pt x="1297134" y="1288726"/>
                </a:lnTo>
                <a:lnTo>
                  <a:pt x="1296473" y="1288024"/>
                </a:lnTo>
                <a:lnTo>
                  <a:pt x="1295783" y="1287348"/>
                </a:lnTo>
                <a:lnTo>
                  <a:pt x="1295069" y="1286700"/>
                </a:lnTo>
                <a:lnTo>
                  <a:pt x="1294335" y="1286079"/>
                </a:lnTo>
                <a:lnTo>
                  <a:pt x="1293580" y="1285486"/>
                </a:lnTo>
                <a:lnTo>
                  <a:pt x="1292806" y="1284920"/>
                </a:lnTo>
                <a:lnTo>
                  <a:pt x="1292012" y="1284382"/>
                </a:lnTo>
                <a:lnTo>
                  <a:pt x="1291197" y="1283872"/>
                </a:lnTo>
                <a:lnTo>
                  <a:pt x="1290363" y="1283389"/>
                </a:lnTo>
                <a:lnTo>
                  <a:pt x="1289509" y="1282934"/>
                </a:lnTo>
                <a:lnTo>
                  <a:pt x="1288635" y="1282506"/>
                </a:lnTo>
                <a:lnTo>
                  <a:pt x="1287741" y="1282106"/>
                </a:lnTo>
                <a:lnTo>
                  <a:pt x="1286827" y="1281734"/>
                </a:lnTo>
                <a:lnTo>
                  <a:pt x="1285893" y="1281389"/>
                </a:lnTo>
                <a:lnTo>
                  <a:pt x="1284939" y="1281071"/>
                </a:lnTo>
                <a:lnTo>
                  <a:pt x="1283965" y="1280782"/>
                </a:lnTo>
                <a:lnTo>
                  <a:pt x="1282971" y="1280520"/>
                </a:lnTo>
                <a:lnTo>
                  <a:pt x="1281958" y="1280285"/>
                </a:lnTo>
                <a:lnTo>
                  <a:pt x="1280924" y="1280078"/>
                </a:lnTo>
                <a:lnTo>
                  <a:pt x="1279870" y="1279899"/>
                </a:lnTo>
                <a:lnTo>
                  <a:pt x="1278796" y="1279747"/>
                </a:lnTo>
                <a:lnTo>
                  <a:pt x="1277703" y="1279623"/>
                </a:lnTo>
                <a:lnTo>
                  <a:pt x="1276589" y="1279526"/>
                </a:lnTo>
                <a:lnTo>
                  <a:pt x="1275455" y="1279457"/>
                </a:lnTo>
                <a:lnTo>
                  <a:pt x="1274302" y="1279416"/>
                </a:lnTo>
                <a:lnTo>
                  <a:pt x="1273128" y="1279402"/>
                </a:lnTo>
                <a:lnTo>
                  <a:pt x="1272413" y="1279408"/>
                </a:lnTo>
                <a:lnTo>
                  <a:pt x="1271702" y="1279426"/>
                </a:lnTo>
                <a:lnTo>
                  <a:pt x="1270997" y="1279455"/>
                </a:lnTo>
                <a:lnTo>
                  <a:pt x="1270297" y="1279496"/>
                </a:lnTo>
                <a:lnTo>
                  <a:pt x="1269602" y="1279549"/>
                </a:lnTo>
                <a:lnTo>
                  <a:pt x="1268912" y="1279614"/>
                </a:lnTo>
                <a:lnTo>
                  <a:pt x="1268228" y="1279690"/>
                </a:lnTo>
                <a:lnTo>
                  <a:pt x="1267549" y="1279778"/>
                </a:lnTo>
                <a:lnTo>
                  <a:pt x="1266876" y="1279878"/>
                </a:lnTo>
                <a:lnTo>
                  <a:pt x="1266207" y="1279989"/>
                </a:lnTo>
                <a:lnTo>
                  <a:pt x="1265544" y="1280113"/>
                </a:lnTo>
                <a:lnTo>
                  <a:pt x="1264886" y="1280248"/>
                </a:lnTo>
                <a:lnTo>
                  <a:pt x="1264234" y="1280394"/>
                </a:lnTo>
                <a:lnTo>
                  <a:pt x="1263587" y="1280553"/>
                </a:lnTo>
                <a:lnTo>
                  <a:pt x="1262945" y="1280723"/>
                </a:lnTo>
                <a:lnTo>
                  <a:pt x="1262308" y="1280905"/>
                </a:lnTo>
                <a:lnTo>
                  <a:pt x="1261677" y="1281099"/>
                </a:lnTo>
                <a:lnTo>
                  <a:pt x="1261051" y="1281304"/>
                </a:lnTo>
                <a:lnTo>
                  <a:pt x="1260430" y="1281521"/>
                </a:lnTo>
                <a:lnTo>
                  <a:pt x="1259814" y="1281750"/>
                </a:lnTo>
                <a:lnTo>
                  <a:pt x="1259204" y="1281991"/>
                </a:lnTo>
                <a:lnTo>
                  <a:pt x="1258599" y="1282244"/>
                </a:lnTo>
                <a:lnTo>
                  <a:pt x="1258000" y="1282508"/>
                </a:lnTo>
                <a:lnTo>
                  <a:pt x="1257405" y="1282784"/>
                </a:lnTo>
                <a:lnTo>
                  <a:pt x="1256819" y="1283072"/>
                </a:lnTo>
                <a:lnTo>
                  <a:pt x="1256244" y="1283374"/>
                </a:lnTo>
                <a:lnTo>
                  <a:pt x="1255680" y="1283690"/>
                </a:lnTo>
                <a:lnTo>
                  <a:pt x="1255128" y="1284019"/>
                </a:lnTo>
                <a:lnTo>
                  <a:pt x="1254586" y="1284361"/>
                </a:lnTo>
                <a:lnTo>
                  <a:pt x="1254056" y="1284717"/>
                </a:lnTo>
                <a:lnTo>
                  <a:pt x="1253536" y="1285087"/>
                </a:lnTo>
                <a:lnTo>
                  <a:pt x="1253028" y="1285470"/>
                </a:lnTo>
                <a:lnTo>
                  <a:pt x="1252531" y="1285866"/>
                </a:lnTo>
                <a:lnTo>
                  <a:pt x="1252046" y="1286276"/>
                </a:lnTo>
                <a:lnTo>
                  <a:pt x="1251571" y="1286700"/>
                </a:lnTo>
                <a:lnTo>
                  <a:pt x="1251107" y="1287137"/>
                </a:lnTo>
                <a:lnTo>
                  <a:pt x="1250655" y="1287588"/>
                </a:lnTo>
                <a:lnTo>
                  <a:pt x="1250214" y="1288052"/>
                </a:lnTo>
                <a:lnTo>
                  <a:pt x="1249784" y="1288529"/>
                </a:lnTo>
                <a:lnTo>
                  <a:pt x="1249365" y="1289020"/>
                </a:lnTo>
                <a:lnTo>
                  <a:pt x="1248957" y="1289525"/>
                </a:lnTo>
                <a:lnTo>
                  <a:pt x="1248561" y="1290043"/>
                </a:lnTo>
                <a:lnTo>
                  <a:pt x="1248176" y="1290574"/>
                </a:lnTo>
                <a:lnTo>
                  <a:pt x="1247801" y="1291119"/>
                </a:lnTo>
                <a:lnTo>
                  <a:pt x="1247438" y="1291678"/>
                </a:lnTo>
                <a:lnTo>
                  <a:pt x="1247086" y="1292250"/>
                </a:lnTo>
                <a:lnTo>
                  <a:pt x="1246745" y="1292836"/>
                </a:lnTo>
                <a:lnTo>
                  <a:pt x="1246416" y="1293435"/>
                </a:lnTo>
                <a:lnTo>
                  <a:pt x="1244725" y="1281093"/>
                </a:lnTo>
                <a:lnTo>
                  <a:pt x="1231031" y="1281093"/>
                </a:lnTo>
                <a:lnTo>
                  <a:pt x="1231031" y="1367486"/>
                </a:lnTo>
                <a:lnTo>
                  <a:pt x="1247937" y="1367486"/>
                </a:lnTo>
                <a:lnTo>
                  <a:pt x="1247937" y="1316766"/>
                </a:lnTo>
                <a:lnTo>
                  <a:pt x="1247942" y="1316177"/>
                </a:lnTo>
                <a:lnTo>
                  <a:pt x="1247955" y="1315594"/>
                </a:lnTo>
                <a:lnTo>
                  <a:pt x="1247977" y="1315017"/>
                </a:lnTo>
                <a:lnTo>
                  <a:pt x="1248008" y="1314446"/>
                </a:lnTo>
                <a:lnTo>
                  <a:pt x="1248048" y="1313881"/>
                </a:lnTo>
                <a:lnTo>
                  <a:pt x="1248096" y="1313321"/>
                </a:lnTo>
                <a:lnTo>
                  <a:pt x="1248153" y="1312768"/>
                </a:lnTo>
                <a:close/>
                <a:moveTo>
                  <a:pt x="1578284" y="1368726"/>
                </a:moveTo>
                <a:lnTo>
                  <a:pt x="1579074" y="1368606"/>
                </a:lnTo>
                <a:lnTo>
                  <a:pt x="1579855" y="1368472"/>
                </a:lnTo>
                <a:lnTo>
                  <a:pt x="1580628" y="1368325"/>
                </a:lnTo>
                <a:lnTo>
                  <a:pt x="1581393" y="1368162"/>
                </a:lnTo>
                <a:lnTo>
                  <a:pt x="1582150" y="1367986"/>
                </a:lnTo>
                <a:lnTo>
                  <a:pt x="1582898" y="1367796"/>
                </a:lnTo>
                <a:lnTo>
                  <a:pt x="1583639" y="1367592"/>
                </a:lnTo>
                <a:lnTo>
                  <a:pt x="1584371" y="1367373"/>
                </a:lnTo>
                <a:lnTo>
                  <a:pt x="1585095" y="1367141"/>
                </a:lnTo>
                <a:lnTo>
                  <a:pt x="1585810" y="1366894"/>
                </a:lnTo>
                <a:lnTo>
                  <a:pt x="1586518" y="1366634"/>
                </a:lnTo>
                <a:lnTo>
                  <a:pt x="1587217" y="1366359"/>
                </a:lnTo>
                <a:lnTo>
                  <a:pt x="1587908" y="1366070"/>
                </a:lnTo>
                <a:lnTo>
                  <a:pt x="1588590" y="1365767"/>
                </a:lnTo>
                <a:lnTo>
                  <a:pt x="1589265" y="1365450"/>
                </a:lnTo>
                <a:lnTo>
                  <a:pt x="1589931" y="1365119"/>
                </a:lnTo>
                <a:lnTo>
                  <a:pt x="1590601" y="1364761"/>
                </a:lnTo>
                <a:lnTo>
                  <a:pt x="1591259" y="1364389"/>
                </a:lnTo>
                <a:lnTo>
                  <a:pt x="1591904" y="1364004"/>
                </a:lnTo>
                <a:lnTo>
                  <a:pt x="1592538" y="1363607"/>
                </a:lnTo>
                <a:lnTo>
                  <a:pt x="1593158" y="1363197"/>
                </a:lnTo>
                <a:lnTo>
                  <a:pt x="1593767" y="1362773"/>
                </a:lnTo>
                <a:lnTo>
                  <a:pt x="1594363" y="1362337"/>
                </a:lnTo>
                <a:lnTo>
                  <a:pt x="1594947" y="1361888"/>
                </a:lnTo>
                <a:lnTo>
                  <a:pt x="1595518" y="1361426"/>
                </a:lnTo>
                <a:lnTo>
                  <a:pt x="1596077" y="1360951"/>
                </a:lnTo>
                <a:lnTo>
                  <a:pt x="1596624" y="1360463"/>
                </a:lnTo>
                <a:lnTo>
                  <a:pt x="1597159" y="1359963"/>
                </a:lnTo>
                <a:lnTo>
                  <a:pt x="1597681" y="1359449"/>
                </a:lnTo>
                <a:lnTo>
                  <a:pt x="1598191" y="1358923"/>
                </a:lnTo>
                <a:lnTo>
                  <a:pt x="1598688" y="1358383"/>
                </a:lnTo>
                <a:lnTo>
                  <a:pt x="1599174" y="1357831"/>
                </a:lnTo>
                <a:lnTo>
                  <a:pt x="1599646" y="1357265"/>
                </a:lnTo>
                <a:lnTo>
                  <a:pt x="1600107" y="1356687"/>
                </a:lnTo>
                <a:lnTo>
                  <a:pt x="1600555" y="1356096"/>
                </a:lnTo>
                <a:lnTo>
                  <a:pt x="1600991" y="1355492"/>
                </a:lnTo>
                <a:lnTo>
                  <a:pt x="1601415" y="1354875"/>
                </a:lnTo>
                <a:lnTo>
                  <a:pt x="1601826" y="1354245"/>
                </a:lnTo>
                <a:lnTo>
                  <a:pt x="1602225" y="1353602"/>
                </a:lnTo>
                <a:lnTo>
                  <a:pt x="1602611" y="1352946"/>
                </a:lnTo>
                <a:lnTo>
                  <a:pt x="1602997" y="1352278"/>
                </a:lnTo>
                <a:lnTo>
                  <a:pt x="1603367" y="1351599"/>
                </a:lnTo>
                <a:lnTo>
                  <a:pt x="1603721" y="1350907"/>
                </a:lnTo>
                <a:lnTo>
                  <a:pt x="1604058" y="1350204"/>
                </a:lnTo>
                <a:lnTo>
                  <a:pt x="1604378" y="1349489"/>
                </a:lnTo>
                <a:lnTo>
                  <a:pt x="1604682" y="1348762"/>
                </a:lnTo>
                <a:lnTo>
                  <a:pt x="1604970" y="1348024"/>
                </a:lnTo>
                <a:lnTo>
                  <a:pt x="1605241" y="1347273"/>
                </a:lnTo>
                <a:lnTo>
                  <a:pt x="1605496" y="1346511"/>
                </a:lnTo>
                <a:lnTo>
                  <a:pt x="1605734" y="1345738"/>
                </a:lnTo>
                <a:lnTo>
                  <a:pt x="1605956" y="1344952"/>
                </a:lnTo>
                <a:lnTo>
                  <a:pt x="1606162" y="1344155"/>
                </a:lnTo>
                <a:lnTo>
                  <a:pt x="1606351" y="1343346"/>
                </a:lnTo>
                <a:lnTo>
                  <a:pt x="1606523" y="1342525"/>
                </a:lnTo>
                <a:lnTo>
                  <a:pt x="1606679" y="1341693"/>
                </a:lnTo>
                <a:lnTo>
                  <a:pt x="1606819" y="1340849"/>
                </a:lnTo>
                <a:lnTo>
                  <a:pt x="1606942" y="1339993"/>
                </a:lnTo>
                <a:lnTo>
                  <a:pt x="1607049" y="1339125"/>
                </a:lnTo>
                <a:lnTo>
                  <a:pt x="1607140" y="1338246"/>
                </a:lnTo>
                <a:lnTo>
                  <a:pt x="1607214" y="1337355"/>
                </a:lnTo>
                <a:lnTo>
                  <a:pt x="1607271" y="1336452"/>
                </a:lnTo>
                <a:lnTo>
                  <a:pt x="1607312" y="1335537"/>
                </a:lnTo>
                <a:lnTo>
                  <a:pt x="1607337" y="1334611"/>
                </a:lnTo>
                <a:lnTo>
                  <a:pt x="1607345" y="1333673"/>
                </a:lnTo>
                <a:lnTo>
                  <a:pt x="1592298" y="1333673"/>
                </a:lnTo>
                <a:lnTo>
                  <a:pt x="1592293" y="1334358"/>
                </a:lnTo>
                <a:lnTo>
                  <a:pt x="1592279" y="1335032"/>
                </a:lnTo>
                <a:lnTo>
                  <a:pt x="1592256" y="1335696"/>
                </a:lnTo>
                <a:lnTo>
                  <a:pt x="1592223" y="1336350"/>
                </a:lnTo>
                <a:lnTo>
                  <a:pt x="1592181" y="1336992"/>
                </a:lnTo>
                <a:lnTo>
                  <a:pt x="1592129" y="1337625"/>
                </a:lnTo>
                <a:lnTo>
                  <a:pt x="1592068" y="1338246"/>
                </a:lnTo>
                <a:lnTo>
                  <a:pt x="1591998" y="1338857"/>
                </a:lnTo>
                <a:lnTo>
                  <a:pt x="1591918" y="1339458"/>
                </a:lnTo>
                <a:lnTo>
                  <a:pt x="1591829" y="1340048"/>
                </a:lnTo>
                <a:lnTo>
                  <a:pt x="1591730" y="1340627"/>
                </a:lnTo>
                <a:lnTo>
                  <a:pt x="1591622" y="1341196"/>
                </a:lnTo>
                <a:lnTo>
                  <a:pt x="1591505" y="1341755"/>
                </a:lnTo>
                <a:lnTo>
                  <a:pt x="1591378" y="1342302"/>
                </a:lnTo>
                <a:lnTo>
                  <a:pt x="1591242" y="1342839"/>
                </a:lnTo>
                <a:lnTo>
                  <a:pt x="1591096" y="1343366"/>
                </a:lnTo>
                <a:lnTo>
                  <a:pt x="1590941" y="1343882"/>
                </a:lnTo>
                <a:lnTo>
                  <a:pt x="1590777" y="1344387"/>
                </a:lnTo>
                <a:lnTo>
                  <a:pt x="1590603" y="1344882"/>
                </a:lnTo>
                <a:lnTo>
                  <a:pt x="1590420" y="1345367"/>
                </a:lnTo>
                <a:lnTo>
                  <a:pt x="1590227" y="1345840"/>
                </a:lnTo>
                <a:lnTo>
                  <a:pt x="1590025" y="1346304"/>
                </a:lnTo>
                <a:lnTo>
                  <a:pt x="1589814" y="1346756"/>
                </a:lnTo>
                <a:lnTo>
                  <a:pt x="1589593" y="1347198"/>
                </a:lnTo>
                <a:lnTo>
                  <a:pt x="1589378" y="1347616"/>
                </a:lnTo>
                <a:lnTo>
                  <a:pt x="1589155" y="1348026"/>
                </a:lnTo>
                <a:lnTo>
                  <a:pt x="1588925" y="1348427"/>
                </a:lnTo>
                <a:lnTo>
                  <a:pt x="1588687" y="1348818"/>
                </a:lnTo>
                <a:lnTo>
                  <a:pt x="1588441" y="1349201"/>
                </a:lnTo>
                <a:lnTo>
                  <a:pt x="1588188" y="1349576"/>
                </a:lnTo>
                <a:lnTo>
                  <a:pt x="1587927" y="1349941"/>
                </a:lnTo>
                <a:lnTo>
                  <a:pt x="1587658" y="1350298"/>
                </a:lnTo>
                <a:lnTo>
                  <a:pt x="1587382" y="1350646"/>
                </a:lnTo>
                <a:lnTo>
                  <a:pt x="1587098" y="1350985"/>
                </a:lnTo>
                <a:lnTo>
                  <a:pt x="1586807" y="1351315"/>
                </a:lnTo>
                <a:lnTo>
                  <a:pt x="1586507" y="1351636"/>
                </a:lnTo>
                <a:lnTo>
                  <a:pt x="1586201" y="1351949"/>
                </a:lnTo>
                <a:lnTo>
                  <a:pt x="1585886" y="1352253"/>
                </a:lnTo>
                <a:lnTo>
                  <a:pt x="1585564" y="1352548"/>
                </a:lnTo>
                <a:lnTo>
                  <a:pt x="1585235" y="1352834"/>
                </a:lnTo>
                <a:lnTo>
                  <a:pt x="1584898" y="1353111"/>
                </a:lnTo>
                <a:lnTo>
                  <a:pt x="1584553" y="1353380"/>
                </a:lnTo>
                <a:lnTo>
                  <a:pt x="1584200" y="1353639"/>
                </a:lnTo>
                <a:lnTo>
                  <a:pt x="1583840" y="1353890"/>
                </a:lnTo>
                <a:lnTo>
                  <a:pt x="1583472" y="1354133"/>
                </a:lnTo>
                <a:lnTo>
                  <a:pt x="1583097" y="1354366"/>
                </a:lnTo>
                <a:lnTo>
                  <a:pt x="1582714" y="1354590"/>
                </a:lnTo>
                <a:lnTo>
                  <a:pt x="1582323" y="1354806"/>
                </a:lnTo>
                <a:lnTo>
                  <a:pt x="1581940" y="1354999"/>
                </a:lnTo>
                <a:lnTo>
                  <a:pt x="1581552" y="1355184"/>
                </a:lnTo>
                <a:lnTo>
                  <a:pt x="1581158" y="1355361"/>
                </a:lnTo>
                <a:lnTo>
                  <a:pt x="1580759" y="1355529"/>
                </a:lnTo>
                <a:lnTo>
                  <a:pt x="1580355" y="1355690"/>
                </a:lnTo>
                <a:lnTo>
                  <a:pt x="1579946" y="1355842"/>
                </a:lnTo>
                <a:lnTo>
                  <a:pt x="1579531" y="1355986"/>
                </a:lnTo>
                <a:lnTo>
                  <a:pt x="1579111" y="1356121"/>
                </a:lnTo>
                <a:lnTo>
                  <a:pt x="1578686" y="1356249"/>
                </a:lnTo>
                <a:lnTo>
                  <a:pt x="1578255" y="1356368"/>
                </a:lnTo>
                <a:lnTo>
                  <a:pt x="1577819" y="1356479"/>
                </a:lnTo>
                <a:lnTo>
                  <a:pt x="1577378" y="1356581"/>
                </a:lnTo>
                <a:lnTo>
                  <a:pt x="1576932" y="1356676"/>
                </a:lnTo>
                <a:lnTo>
                  <a:pt x="1576480" y="1356762"/>
                </a:lnTo>
                <a:lnTo>
                  <a:pt x="1576023" y="1356840"/>
                </a:lnTo>
                <a:lnTo>
                  <a:pt x="1575561" y="1356910"/>
                </a:lnTo>
                <a:lnTo>
                  <a:pt x="1575093" y="1356972"/>
                </a:lnTo>
                <a:lnTo>
                  <a:pt x="1574620" y="1357025"/>
                </a:lnTo>
                <a:lnTo>
                  <a:pt x="1574142" y="1357070"/>
                </a:lnTo>
                <a:lnTo>
                  <a:pt x="1573659" y="1357107"/>
                </a:lnTo>
                <a:lnTo>
                  <a:pt x="1573170" y="1357136"/>
                </a:lnTo>
                <a:lnTo>
                  <a:pt x="1572676" y="1357157"/>
                </a:lnTo>
                <a:lnTo>
                  <a:pt x="1572177" y="1357169"/>
                </a:lnTo>
                <a:lnTo>
                  <a:pt x="1571672" y="1357173"/>
                </a:lnTo>
                <a:lnTo>
                  <a:pt x="1570847" y="1357161"/>
                </a:lnTo>
                <a:lnTo>
                  <a:pt x="1570035" y="1357125"/>
                </a:lnTo>
                <a:lnTo>
                  <a:pt x="1569236" y="1357065"/>
                </a:lnTo>
                <a:lnTo>
                  <a:pt x="1568450" y="1356981"/>
                </a:lnTo>
                <a:lnTo>
                  <a:pt x="1567677" y="1356872"/>
                </a:lnTo>
                <a:lnTo>
                  <a:pt x="1566917" y="1356740"/>
                </a:lnTo>
                <a:lnTo>
                  <a:pt x="1566170" y="1356583"/>
                </a:lnTo>
                <a:lnTo>
                  <a:pt x="1565435" y="1356403"/>
                </a:lnTo>
                <a:lnTo>
                  <a:pt x="1564714" y="1356198"/>
                </a:lnTo>
                <a:lnTo>
                  <a:pt x="1564005" y="1355970"/>
                </a:lnTo>
                <a:lnTo>
                  <a:pt x="1563310" y="1355717"/>
                </a:lnTo>
                <a:lnTo>
                  <a:pt x="1562627" y="1355440"/>
                </a:lnTo>
                <a:lnTo>
                  <a:pt x="1561957" y="1355139"/>
                </a:lnTo>
                <a:lnTo>
                  <a:pt x="1561300" y="1354814"/>
                </a:lnTo>
                <a:lnTo>
                  <a:pt x="1560656" y="1354465"/>
                </a:lnTo>
                <a:lnTo>
                  <a:pt x="1560025" y="1354092"/>
                </a:lnTo>
                <a:lnTo>
                  <a:pt x="1559407" y="1353695"/>
                </a:lnTo>
                <a:lnTo>
                  <a:pt x="1558802" y="1353274"/>
                </a:lnTo>
                <a:lnTo>
                  <a:pt x="1558209" y="1352829"/>
                </a:lnTo>
                <a:lnTo>
                  <a:pt x="1557630" y="1352359"/>
                </a:lnTo>
                <a:lnTo>
                  <a:pt x="1557064" y="1351866"/>
                </a:lnTo>
                <a:lnTo>
                  <a:pt x="1556510" y="1351349"/>
                </a:lnTo>
                <a:lnTo>
                  <a:pt x="1555969" y="1350807"/>
                </a:lnTo>
                <a:lnTo>
                  <a:pt x="1555442" y="1350241"/>
                </a:lnTo>
                <a:lnTo>
                  <a:pt x="1554945" y="1349653"/>
                </a:lnTo>
                <a:lnTo>
                  <a:pt x="1554469" y="1349041"/>
                </a:lnTo>
                <a:lnTo>
                  <a:pt x="1554015" y="1348408"/>
                </a:lnTo>
                <a:lnTo>
                  <a:pt x="1553582" y="1347752"/>
                </a:lnTo>
                <a:lnTo>
                  <a:pt x="1553170" y="1347074"/>
                </a:lnTo>
                <a:lnTo>
                  <a:pt x="1552779" y="1346374"/>
                </a:lnTo>
                <a:lnTo>
                  <a:pt x="1552409" y="1345651"/>
                </a:lnTo>
                <a:lnTo>
                  <a:pt x="1552060" y="1344906"/>
                </a:lnTo>
                <a:lnTo>
                  <a:pt x="1551733" y="1344139"/>
                </a:lnTo>
                <a:lnTo>
                  <a:pt x="1551426" y="1343350"/>
                </a:lnTo>
                <a:lnTo>
                  <a:pt x="1551141" y="1342538"/>
                </a:lnTo>
                <a:lnTo>
                  <a:pt x="1550877" y="1341703"/>
                </a:lnTo>
                <a:lnTo>
                  <a:pt x="1550634" y="1340847"/>
                </a:lnTo>
                <a:lnTo>
                  <a:pt x="1550412" y="1339968"/>
                </a:lnTo>
                <a:lnTo>
                  <a:pt x="1550211" y="1339067"/>
                </a:lnTo>
                <a:lnTo>
                  <a:pt x="1550031" y="1338144"/>
                </a:lnTo>
                <a:lnTo>
                  <a:pt x="1549873" y="1337198"/>
                </a:lnTo>
                <a:lnTo>
                  <a:pt x="1549735" y="1336230"/>
                </a:lnTo>
                <a:lnTo>
                  <a:pt x="1549619" y="1335240"/>
                </a:lnTo>
                <a:lnTo>
                  <a:pt x="1549524" y="1334227"/>
                </a:lnTo>
                <a:lnTo>
                  <a:pt x="1549450" y="1333192"/>
                </a:lnTo>
                <a:lnTo>
                  <a:pt x="1549397" y="1332135"/>
                </a:lnTo>
                <a:lnTo>
                  <a:pt x="1549366" y="1331055"/>
                </a:lnTo>
                <a:lnTo>
                  <a:pt x="1549355" y="1329953"/>
                </a:lnTo>
                <a:lnTo>
                  <a:pt x="1549355" y="1318626"/>
                </a:lnTo>
                <a:lnTo>
                  <a:pt x="1549366" y="1317483"/>
                </a:lnTo>
                <a:lnTo>
                  <a:pt x="1549398" y="1316366"/>
                </a:lnTo>
                <a:lnTo>
                  <a:pt x="1549453" y="1315274"/>
                </a:lnTo>
                <a:lnTo>
                  <a:pt x="1549529" y="1314207"/>
                </a:lnTo>
                <a:lnTo>
                  <a:pt x="1549627" y="1313165"/>
                </a:lnTo>
                <a:lnTo>
                  <a:pt x="1549746" y="1312148"/>
                </a:lnTo>
                <a:lnTo>
                  <a:pt x="1549887" y="1311157"/>
                </a:lnTo>
                <a:lnTo>
                  <a:pt x="1550050" y="1310191"/>
                </a:lnTo>
                <a:lnTo>
                  <a:pt x="1550235" y="1309251"/>
                </a:lnTo>
                <a:lnTo>
                  <a:pt x="1550441" y="1308335"/>
                </a:lnTo>
                <a:lnTo>
                  <a:pt x="1550669" y="1307445"/>
                </a:lnTo>
                <a:lnTo>
                  <a:pt x="1550919" y="1306580"/>
                </a:lnTo>
                <a:lnTo>
                  <a:pt x="1551190" y="1305740"/>
                </a:lnTo>
                <a:lnTo>
                  <a:pt x="1551484" y="1304926"/>
                </a:lnTo>
                <a:lnTo>
                  <a:pt x="1551799" y="1304136"/>
                </a:lnTo>
                <a:lnTo>
                  <a:pt x="1552135" y="1303372"/>
                </a:lnTo>
                <a:lnTo>
                  <a:pt x="1552494" y="1302633"/>
                </a:lnTo>
                <a:lnTo>
                  <a:pt x="1552874" y="1301920"/>
                </a:lnTo>
                <a:lnTo>
                  <a:pt x="1553276" y="1301232"/>
                </a:lnTo>
                <a:lnTo>
                  <a:pt x="1553699" y="1300569"/>
                </a:lnTo>
                <a:lnTo>
                  <a:pt x="1554144" y="1299931"/>
                </a:lnTo>
                <a:lnTo>
                  <a:pt x="1554611" y="1299318"/>
                </a:lnTo>
                <a:lnTo>
                  <a:pt x="1555100" y="1298731"/>
                </a:lnTo>
                <a:lnTo>
                  <a:pt x="1555611" y="1298169"/>
                </a:lnTo>
                <a:lnTo>
                  <a:pt x="1556151" y="1297617"/>
                </a:lnTo>
                <a:lnTo>
                  <a:pt x="1556700" y="1297089"/>
                </a:lnTo>
                <a:lnTo>
                  <a:pt x="1557259" y="1296584"/>
                </a:lnTo>
                <a:lnTo>
                  <a:pt x="1557827" y="1296102"/>
                </a:lnTo>
                <a:lnTo>
                  <a:pt x="1558405" y="1295644"/>
                </a:lnTo>
                <a:lnTo>
                  <a:pt x="1558992" y="1295210"/>
                </a:lnTo>
                <a:lnTo>
                  <a:pt x="1559588" y="1294799"/>
                </a:lnTo>
                <a:lnTo>
                  <a:pt x="1560194" y="1294412"/>
                </a:lnTo>
                <a:lnTo>
                  <a:pt x="1560809" y="1294048"/>
                </a:lnTo>
                <a:lnTo>
                  <a:pt x="1561434" y="1293707"/>
                </a:lnTo>
                <a:lnTo>
                  <a:pt x="1562068" y="1293390"/>
                </a:lnTo>
                <a:lnTo>
                  <a:pt x="1562711" y="1293097"/>
                </a:lnTo>
                <a:lnTo>
                  <a:pt x="1563364" y="1292827"/>
                </a:lnTo>
                <a:lnTo>
                  <a:pt x="1564026" y="1292580"/>
                </a:lnTo>
                <a:lnTo>
                  <a:pt x="1564698" y="1292357"/>
                </a:lnTo>
                <a:lnTo>
                  <a:pt x="1565379" y="1292157"/>
                </a:lnTo>
                <a:lnTo>
                  <a:pt x="1566069" y="1291981"/>
                </a:lnTo>
                <a:lnTo>
                  <a:pt x="1566769" y="1291829"/>
                </a:lnTo>
                <a:lnTo>
                  <a:pt x="1567478" y="1291700"/>
                </a:lnTo>
                <a:lnTo>
                  <a:pt x="1568197" y="1291594"/>
                </a:lnTo>
                <a:lnTo>
                  <a:pt x="1568925" y="1291512"/>
                </a:lnTo>
                <a:lnTo>
                  <a:pt x="1569662" y="1291453"/>
                </a:lnTo>
                <a:lnTo>
                  <a:pt x="1570409" y="1291418"/>
                </a:lnTo>
                <a:lnTo>
                  <a:pt x="1571165" y="1291406"/>
                </a:lnTo>
                <a:lnTo>
                  <a:pt x="1571683" y="1291410"/>
                </a:lnTo>
                <a:lnTo>
                  <a:pt x="1572196" y="1291424"/>
                </a:lnTo>
                <a:lnTo>
                  <a:pt x="1572702" y="1291446"/>
                </a:lnTo>
                <a:lnTo>
                  <a:pt x="1573203" y="1291476"/>
                </a:lnTo>
                <a:lnTo>
                  <a:pt x="1573698" y="1291516"/>
                </a:lnTo>
                <a:lnTo>
                  <a:pt x="1574187" y="1291565"/>
                </a:lnTo>
                <a:lnTo>
                  <a:pt x="1574670" y="1291622"/>
                </a:lnTo>
                <a:lnTo>
                  <a:pt x="1575147" y="1291688"/>
                </a:lnTo>
                <a:lnTo>
                  <a:pt x="1575619" y="1291763"/>
                </a:lnTo>
                <a:lnTo>
                  <a:pt x="1576084" y="1291846"/>
                </a:lnTo>
                <a:lnTo>
                  <a:pt x="1576544" y="1291939"/>
                </a:lnTo>
                <a:lnTo>
                  <a:pt x="1576998" y="1292040"/>
                </a:lnTo>
                <a:lnTo>
                  <a:pt x="1577446" y="1292150"/>
                </a:lnTo>
                <a:lnTo>
                  <a:pt x="1577888" y="1292269"/>
                </a:lnTo>
                <a:lnTo>
                  <a:pt x="1578324" y="1292397"/>
                </a:lnTo>
                <a:lnTo>
                  <a:pt x="1578754" y="1292533"/>
                </a:lnTo>
                <a:lnTo>
                  <a:pt x="1579178" y="1292678"/>
                </a:lnTo>
                <a:lnTo>
                  <a:pt x="1579597" y="1292833"/>
                </a:lnTo>
                <a:lnTo>
                  <a:pt x="1580010" y="1292995"/>
                </a:lnTo>
                <a:lnTo>
                  <a:pt x="1580417" y="1293167"/>
                </a:lnTo>
                <a:lnTo>
                  <a:pt x="1580818" y="1293348"/>
                </a:lnTo>
                <a:lnTo>
                  <a:pt x="1581213" y="1293537"/>
                </a:lnTo>
                <a:lnTo>
                  <a:pt x="1581602" y="1293735"/>
                </a:lnTo>
                <a:lnTo>
                  <a:pt x="1581985" y="1293942"/>
                </a:lnTo>
                <a:lnTo>
                  <a:pt x="1582376" y="1294144"/>
                </a:lnTo>
                <a:lnTo>
                  <a:pt x="1582760" y="1294356"/>
                </a:lnTo>
                <a:lnTo>
                  <a:pt x="1583137" y="1294579"/>
                </a:lnTo>
                <a:lnTo>
                  <a:pt x="1583507" y="1294811"/>
                </a:lnTo>
                <a:lnTo>
                  <a:pt x="1583869" y="1295053"/>
                </a:lnTo>
                <a:lnTo>
                  <a:pt x="1584225" y="1295305"/>
                </a:lnTo>
                <a:lnTo>
                  <a:pt x="1584574" y="1295567"/>
                </a:lnTo>
                <a:lnTo>
                  <a:pt x="1584916" y="1295839"/>
                </a:lnTo>
                <a:lnTo>
                  <a:pt x="1585250" y="1296121"/>
                </a:lnTo>
                <a:lnTo>
                  <a:pt x="1585578" y="1296413"/>
                </a:lnTo>
                <a:lnTo>
                  <a:pt x="1585898" y="1296715"/>
                </a:lnTo>
                <a:lnTo>
                  <a:pt x="1586212" y="1297027"/>
                </a:lnTo>
                <a:lnTo>
                  <a:pt x="1586518" y="1297349"/>
                </a:lnTo>
                <a:lnTo>
                  <a:pt x="1586818" y="1297681"/>
                </a:lnTo>
                <a:lnTo>
                  <a:pt x="1587110" y="1298023"/>
                </a:lnTo>
                <a:lnTo>
                  <a:pt x="1587395" y="1298375"/>
                </a:lnTo>
                <a:lnTo>
                  <a:pt x="1587673" y="1298737"/>
                </a:lnTo>
                <a:lnTo>
                  <a:pt x="1587945" y="1299109"/>
                </a:lnTo>
                <a:lnTo>
                  <a:pt x="1588209" y="1299491"/>
                </a:lnTo>
                <a:lnTo>
                  <a:pt x="1588466" y="1299883"/>
                </a:lnTo>
                <a:lnTo>
                  <a:pt x="1588716" y="1300285"/>
                </a:lnTo>
                <a:lnTo>
                  <a:pt x="1588959" y="1300696"/>
                </a:lnTo>
                <a:lnTo>
                  <a:pt x="1589195" y="1301118"/>
                </a:lnTo>
                <a:lnTo>
                  <a:pt x="1589424" y="1301550"/>
                </a:lnTo>
                <a:lnTo>
                  <a:pt x="1589645" y="1301978"/>
                </a:lnTo>
                <a:lnTo>
                  <a:pt x="1589856" y="1302418"/>
                </a:lnTo>
                <a:lnTo>
                  <a:pt x="1590058" y="1302868"/>
                </a:lnTo>
                <a:lnTo>
                  <a:pt x="1590251" y="1303330"/>
                </a:lnTo>
                <a:lnTo>
                  <a:pt x="1590434" y="1303803"/>
                </a:lnTo>
                <a:lnTo>
                  <a:pt x="1590608" y="1304287"/>
                </a:lnTo>
                <a:lnTo>
                  <a:pt x="1590772" y="1304782"/>
                </a:lnTo>
                <a:lnTo>
                  <a:pt x="1590927" y="1305288"/>
                </a:lnTo>
                <a:lnTo>
                  <a:pt x="1591072" y="1305806"/>
                </a:lnTo>
                <a:lnTo>
                  <a:pt x="1591209" y="1306334"/>
                </a:lnTo>
                <a:lnTo>
                  <a:pt x="1591335" y="1306874"/>
                </a:lnTo>
                <a:lnTo>
                  <a:pt x="1591453" y="1307425"/>
                </a:lnTo>
                <a:lnTo>
                  <a:pt x="1591561" y="1307987"/>
                </a:lnTo>
                <a:lnTo>
                  <a:pt x="1591660" y="1308560"/>
                </a:lnTo>
                <a:lnTo>
                  <a:pt x="1591749" y="1309145"/>
                </a:lnTo>
                <a:lnTo>
                  <a:pt x="1591829" y="1309740"/>
                </a:lnTo>
                <a:lnTo>
                  <a:pt x="1591899" y="1310347"/>
                </a:lnTo>
                <a:lnTo>
                  <a:pt x="1591960" y="1310965"/>
                </a:lnTo>
                <a:lnTo>
                  <a:pt x="1592012" y="1311594"/>
                </a:lnTo>
                <a:lnTo>
                  <a:pt x="1592054" y="1312234"/>
                </a:lnTo>
                <a:lnTo>
                  <a:pt x="1592087" y="1312885"/>
                </a:lnTo>
                <a:lnTo>
                  <a:pt x="1592110" y="1313548"/>
                </a:lnTo>
                <a:lnTo>
                  <a:pt x="1592124" y="1314222"/>
                </a:lnTo>
                <a:lnTo>
                  <a:pt x="1592129" y="1314906"/>
                </a:lnTo>
                <a:lnTo>
                  <a:pt x="1607345" y="1314906"/>
                </a:lnTo>
                <a:lnTo>
                  <a:pt x="1607337" y="1313982"/>
                </a:lnTo>
                <a:lnTo>
                  <a:pt x="1607313" y="1313070"/>
                </a:lnTo>
                <a:lnTo>
                  <a:pt x="1607274" y="1312170"/>
                </a:lnTo>
                <a:lnTo>
                  <a:pt x="1607218" y="1311281"/>
                </a:lnTo>
                <a:lnTo>
                  <a:pt x="1607147" y="1310404"/>
                </a:lnTo>
                <a:lnTo>
                  <a:pt x="1607060" y="1309538"/>
                </a:lnTo>
                <a:lnTo>
                  <a:pt x="1606957" y="1308685"/>
                </a:lnTo>
                <a:lnTo>
                  <a:pt x="1606838" y="1307843"/>
                </a:lnTo>
                <a:lnTo>
                  <a:pt x="1606703" y="1307013"/>
                </a:lnTo>
                <a:lnTo>
                  <a:pt x="1606553" y="1306195"/>
                </a:lnTo>
                <a:lnTo>
                  <a:pt x="1606386" y="1305388"/>
                </a:lnTo>
                <a:lnTo>
                  <a:pt x="1606204" y="1304593"/>
                </a:lnTo>
                <a:lnTo>
                  <a:pt x="1606006" y="1303810"/>
                </a:lnTo>
                <a:lnTo>
                  <a:pt x="1605792" y="1303039"/>
                </a:lnTo>
                <a:lnTo>
                  <a:pt x="1605562" y="1302279"/>
                </a:lnTo>
                <a:lnTo>
                  <a:pt x="1605316" y="1301531"/>
                </a:lnTo>
                <a:lnTo>
                  <a:pt x="1605055" y="1300795"/>
                </a:lnTo>
                <a:lnTo>
                  <a:pt x="1604777" y="1300071"/>
                </a:lnTo>
                <a:lnTo>
                  <a:pt x="1604484" y="1299358"/>
                </a:lnTo>
                <a:lnTo>
                  <a:pt x="1604175" y="1298657"/>
                </a:lnTo>
                <a:lnTo>
                  <a:pt x="1603850" y="1297968"/>
                </a:lnTo>
                <a:lnTo>
                  <a:pt x="1603509" y="1297290"/>
                </a:lnTo>
                <a:lnTo>
                  <a:pt x="1603153" y="1296625"/>
                </a:lnTo>
                <a:lnTo>
                  <a:pt x="1602780" y="1295971"/>
                </a:lnTo>
                <a:lnTo>
                  <a:pt x="1602394" y="1295315"/>
                </a:lnTo>
                <a:lnTo>
                  <a:pt x="1601996" y="1294672"/>
                </a:lnTo>
                <a:lnTo>
                  <a:pt x="1601586" y="1294042"/>
                </a:lnTo>
                <a:lnTo>
                  <a:pt x="1601165" y="1293425"/>
                </a:lnTo>
                <a:lnTo>
                  <a:pt x="1600732" y="1292821"/>
                </a:lnTo>
                <a:lnTo>
                  <a:pt x="1600287" y="1292230"/>
                </a:lnTo>
                <a:lnTo>
                  <a:pt x="1599830" y="1291652"/>
                </a:lnTo>
                <a:lnTo>
                  <a:pt x="1599361" y="1291087"/>
                </a:lnTo>
                <a:lnTo>
                  <a:pt x="1598881" y="1290534"/>
                </a:lnTo>
                <a:lnTo>
                  <a:pt x="1598389" y="1289995"/>
                </a:lnTo>
                <a:lnTo>
                  <a:pt x="1597886" y="1289468"/>
                </a:lnTo>
                <a:lnTo>
                  <a:pt x="1597370" y="1288955"/>
                </a:lnTo>
                <a:lnTo>
                  <a:pt x="1596843" y="1288454"/>
                </a:lnTo>
                <a:lnTo>
                  <a:pt x="1596304" y="1287966"/>
                </a:lnTo>
                <a:lnTo>
                  <a:pt x="1595753" y="1287491"/>
                </a:lnTo>
                <a:lnTo>
                  <a:pt x="1595191" y="1287029"/>
                </a:lnTo>
                <a:lnTo>
                  <a:pt x="1594617" y="1286580"/>
                </a:lnTo>
                <a:lnTo>
                  <a:pt x="1594031" y="1286144"/>
                </a:lnTo>
                <a:lnTo>
                  <a:pt x="1593434" y="1285721"/>
                </a:lnTo>
                <a:lnTo>
                  <a:pt x="1592824" y="1285310"/>
                </a:lnTo>
                <a:lnTo>
                  <a:pt x="1592203" y="1284913"/>
                </a:lnTo>
                <a:lnTo>
                  <a:pt x="1591570" y="1284528"/>
                </a:lnTo>
                <a:lnTo>
                  <a:pt x="1590926" y="1284157"/>
                </a:lnTo>
                <a:lnTo>
                  <a:pt x="1590269" y="1283798"/>
                </a:lnTo>
                <a:lnTo>
                  <a:pt x="1589603" y="1283439"/>
                </a:lnTo>
                <a:lnTo>
                  <a:pt x="1588927" y="1283096"/>
                </a:lnTo>
                <a:lnTo>
                  <a:pt x="1588243" y="1282768"/>
                </a:lnTo>
                <a:lnTo>
                  <a:pt x="1587550" y="1282455"/>
                </a:lnTo>
                <a:lnTo>
                  <a:pt x="1586848" y="1282157"/>
                </a:lnTo>
                <a:lnTo>
                  <a:pt x="1586138" y="1281875"/>
                </a:lnTo>
                <a:lnTo>
                  <a:pt x="1585418" y="1281608"/>
                </a:lnTo>
                <a:lnTo>
                  <a:pt x="1584690" y="1281356"/>
                </a:lnTo>
                <a:lnTo>
                  <a:pt x="1583953" y="1281119"/>
                </a:lnTo>
                <a:lnTo>
                  <a:pt x="1583207" y="1280898"/>
                </a:lnTo>
                <a:lnTo>
                  <a:pt x="1582453" y="1280692"/>
                </a:lnTo>
                <a:lnTo>
                  <a:pt x="1581689" y="1280501"/>
                </a:lnTo>
                <a:lnTo>
                  <a:pt x="1580917" y="1280326"/>
                </a:lnTo>
                <a:lnTo>
                  <a:pt x="1580136" y="1280165"/>
                </a:lnTo>
                <a:lnTo>
                  <a:pt x="1579346" y="1280020"/>
                </a:lnTo>
                <a:lnTo>
                  <a:pt x="1578547" y="1279891"/>
                </a:lnTo>
                <a:lnTo>
                  <a:pt x="1577740" y="1279776"/>
                </a:lnTo>
                <a:lnTo>
                  <a:pt x="1576924" y="1279677"/>
                </a:lnTo>
                <a:lnTo>
                  <a:pt x="1576099" y="1279593"/>
                </a:lnTo>
                <a:lnTo>
                  <a:pt x="1575265" y="1279524"/>
                </a:lnTo>
                <a:lnTo>
                  <a:pt x="1574422" y="1279471"/>
                </a:lnTo>
                <a:lnTo>
                  <a:pt x="1573570" y="1279433"/>
                </a:lnTo>
                <a:lnTo>
                  <a:pt x="1572710" y="1279410"/>
                </a:lnTo>
                <a:lnTo>
                  <a:pt x="1571841" y="1279402"/>
                </a:lnTo>
                <a:lnTo>
                  <a:pt x="1569812" y="1279402"/>
                </a:lnTo>
                <a:lnTo>
                  <a:pt x="1569124" y="1279408"/>
                </a:lnTo>
                <a:lnTo>
                  <a:pt x="1568441" y="1279423"/>
                </a:lnTo>
                <a:lnTo>
                  <a:pt x="1567762" y="1279450"/>
                </a:lnTo>
                <a:lnTo>
                  <a:pt x="1567088" y="1279487"/>
                </a:lnTo>
                <a:lnTo>
                  <a:pt x="1566419" y="1279534"/>
                </a:lnTo>
                <a:lnTo>
                  <a:pt x="1565755" y="1279592"/>
                </a:lnTo>
                <a:lnTo>
                  <a:pt x="1565095" y="1279661"/>
                </a:lnTo>
                <a:lnTo>
                  <a:pt x="1564440" y="1279740"/>
                </a:lnTo>
                <a:lnTo>
                  <a:pt x="1563789" y="1279830"/>
                </a:lnTo>
                <a:lnTo>
                  <a:pt x="1563144" y="1279931"/>
                </a:lnTo>
                <a:lnTo>
                  <a:pt x="1562502" y="1280042"/>
                </a:lnTo>
                <a:lnTo>
                  <a:pt x="1561866" y="1280163"/>
                </a:lnTo>
                <a:lnTo>
                  <a:pt x="1561234" y="1280295"/>
                </a:lnTo>
                <a:lnTo>
                  <a:pt x="1560607" y="1280438"/>
                </a:lnTo>
                <a:lnTo>
                  <a:pt x="1559985" y="1280591"/>
                </a:lnTo>
                <a:lnTo>
                  <a:pt x="1559368" y="1280755"/>
                </a:lnTo>
                <a:lnTo>
                  <a:pt x="1558755" y="1280929"/>
                </a:lnTo>
                <a:lnTo>
                  <a:pt x="1558147" y="1281114"/>
                </a:lnTo>
                <a:lnTo>
                  <a:pt x="1557543" y="1281309"/>
                </a:lnTo>
                <a:lnTo>
                  <a:pt x="1556944" y="1281516"/>
                </a:lnTo>
                <a:lnTo>
                  <a:pt x="1556350" y="1281732"/>
                </a:lnTo>
                <a:lnTo>
                  <a:pt x="1555761" y="1281959"/>
                </a:lnTo>
                <a:lnTo>
                  <a:pt x="1555176" y="1282197"/>
                </a:lnTo>
                <a:lnTo>
                  <a:pt x="1554596" y="1282445"/>
                </a:lnTo>
                <a:lnTo>
                  <a:pt x="1554022" y="1282690"/>
                </a:lnTo>
                <a:lnTo>
                  <a:pt x="1553453" y="1282944"/>
                </a:lnTo>
                <a:lnTo>
                  <a:pt x="1552890" y="1283209"/>
                </a:lnTo>
                <a:lnTo>
                  <a:pt x="1552333" y="1283483"/>
                </a:lnTo>
                <a:lnTo>
                  <a:pt x="1551781" y="1283768"/>
                </a:lnTo>
                <a:lnTo>
                  <a:pt x="1551236" y="1284062"/>
                </a:lnTo>
                <a:lnTo>
                  <a:pt x="1550696" y="1284367"/>
                </a:lnTo>
                <a:lnTo>
                  <a:pt x="1550163" y="1284681"/>
                </a:lnTo>
                <a:lnTo>
                  <a:pt x="1549635" y="1285005"/>
                </a:lnTo>
                <a:lnTo>
                  <a:pt x="1549113" y="1285340"/>
                </a:lnTo>
                <a:lnTo>
                  <a:pt x="1548597" y="1285684"/>
                </a:lnTo>
                <a:lnTo>
                  <a:pt x="1548087" y="1286038"/>
                </a:lnTo>
                <a:lnTo>
                  <a:pt x="1547583" y="1286402"/>
                </a:lnTo>
                <a:lnTo>
                  <a:pt x="1547084" y="1286777"/>
                </a:lnTo>
                <a:lnTo>
                  <a:pt x="1546592" y="1287161"/>
                </a:lnTo>
                <a:lnTo>
                  <a:pt x="1546105" y="1287555"/>
                </a:lnTo>
                <a:lnTo>
                  <a:pt x="1545624" y="1287959"/>
                </a:lnTo>
                <a:lnTo>
                  <a:pt x="1545150" y="1288373"/>
                </a:lnTo>
                <a:lnTo>
                  <a:pt x="1544681" y="1288798"/>
                </a:lnTo>
                <a:lnTo>
                  <a:pt x="1544217" y="1289232"/>
                </a:lnTo>
                <a:lnTo>
                  <a:pt x="1543760" y="1289676"/>
                </a:lnTo>
                <a:lnTo>
                  <a:pt x="1543309" y="1290130"/>
                </a:lnTo>
                <a:lnTo>
                  <a:pt x="1542863" y="1290594"/>
                </a:lnTo>
                <a:lnTo>
                  <a:pt x="1542423" y="1291068"/>
                </a:lnTo>
                <a:lnTo>
                  <a:pt x="1542005" y="1291537"/>
                </a:lnTo>
                <a:lnTo>
                  <a:pt x="1541593" y="1292014"/>
                </a:lnTo>
                <a:lnTo>
                  <a:pt x="1541190" y="1292500"/>
                </a:lnTo>
                <a:lnTo>
                  <a:pt x="1540794" y="1292993"/>
                </a:lnTo>
                <a:lnTo>
                  <a:pt x="1540405" y="1293495"/>
                </a:lnTo>
                <a:lnTo>
                  <a:pt x="1540025" y="1294005"/>
                </a:lnTo>
                <a:lnTo>
                  <a:pt x="1539652" y="1294524"/>
                </a:lnTo>
                <a:lnTo>
                  <a:pt x="1539286" y="1295050"/>
                </a:lnTo>
                <a:lnTo>
                  <a:pt x="1538928" y="1295585"/>
                </a:lnTo>
                <a:lnTo>
                  <a:pt x="1538578" y="1296128"/>
                </a:lnTo>
                <a:lnTo>
                  <a:pt x="1538236" y="1296679"/>
                </a:lnTo>
                <a:lnTo>
                  <a:pt x="1537901" y="1297239"/>
                </a:lnTo>
                <a:lnTo>
                  <a:pt x="1537574" y="1297806"/>
                </a:lnTo>
                <a:lnTo>
                  <a:pt x="1537254" y="1298382"/>
                </a:lnTo>
                <a:lnTo>
                  <a:pt x="1536942" y="1298966"/>
                </a:lnTo>
                <a:lnTo>
                  <a:pt x="1536637" y="1299559"/>
                </a:lnTo>
                <a:lnTo>
                  <a:pt x="1536341" y="1300159"/>
                </a:lnTo>
                <a:lnTo>
                  <a:pt x="1536052" y="1300768"/>
                </a:lnTo>
                <a:lnTo>
                  <a:pt x="1535770" y="1301385"/>
                </a:lnTo>
                <a:lnTo>
                  <a:pt x="1535496" y="1302010"/>
                </a:lnTo>
                <a:lnTo>
                  <a:pt x="1535230" y="1302644"/>
                </a:lnTo>
                <a:lnTo>
                  <a:pt x="1534971" y="1303285"/>
                </a:lnTo>
                <a:lnTo>
                  <a:pt x="1534721" y="1303935"/>
                </a:lnTo>
                <a:lnTo>
                  <a:pt x="1534477" y="1304593"/>
                </a:lnTo>
                <a:lnTo>
                  <a:pt x="1534243" y="1305245"/>
                </a:lnTo>
                <a:lnTo>
                  <a:pt x="1534018" y="1305904"/>
                </a:lnTo>
                <a:lnTo>
                  <a:pt x="1533804" y="1306569"/>
                </a:lnTo>
                <a:lnTo>
                  <a:pt x="1533599" y="1307242"/>
                </a:lnTo>
                <a:lnTo>
                  <a:pt x="1533404" y="1307922"/>
                </a:lnTo>
                <a:lnTo>
                  <a:pt x="1533220" y="1308609"/>
                </a:lnTo>
                <a:lnTo>
                  <a:pt x="1533045" y="1309302"/>
                </a:lnTo>
                <a:lnTo>
                  <a:pt x="1532880" y="1310003"/>
                </a:lnTo>
                <a:lnTo>
                  <a:pt x="1532726" y="1310711"/>
                </a:lnTo>
                <a:lnTo>
                  <a:pt x="1532581" y="1311426"/>
                </a:lnTo>
                <a:lnTo>
                  <a:pt x="1532446" y="1312148"/>
                </a:lnTo>
                <a:lnTo>
                  <a:pt x="1532322" y="1312878"/>
                </a:lnTo>
                <a:lnTo>
                  <a:pt x="1532207" y="1313614"/>
                </a:lnTo>
                <a:lnTo>
                  <a:pt x="1532102" y="1314357"/>
                </a:lnTo>
                <a:lnTo>
                  <a:pt x="1532007" y="1315107"/>
                </a:lnTo>
                <a:lnTo>
                  <a:pt x="1531922" y="1315864"/>
                </a:lnTo>
                <a:lnTo>
                  <a:pt x="1531848" y="1316629"/>
                </a:lnTo>
                <a:lnTo>
                  <a:pt x="1531783" y="1317400"/>
                </a:lnTo>
                <a:lnTo>
                  <a:pt x="1531728" y="1318179"/>
                </a:lnTo>
                <a:lnTo>
                  <a:pt x="1531683" y="1318964"/>
                </a:lnTo>
                <a:lnTo>
                  <a:pt x="1531648" y="1319756"/>
                </a:lnTo>
                <a:lnTo>
                  <a:pt x="1531623" y="1320556"/>
                </a:lnTo>
                <a:lnTo>
                  <a:pt x="1531608" y="1321363"/>
                </a:lnTo>
                <a:lnTo>
                  <a:pt x="1531603" y="1322176"/>
                </a:lnTo>
                <a:lnTo>
                  <a:pt x="1531603" y="1326234"/>
                </a:lnTo>
                <a:lnTo>
                  <a:pt x="1531608" y="1327048"/>
                </a:lnTo>
                <a:lnTo>
                  <a:pt x="1531623" y="1327855"/>
                </a:lnTo>
                <a:lnTo>
                  <a:pt x="1531648" y="1328656"/>
                </a:lnTo>
                <a:lnTo>
                  <a:pt x="1531683" y="1329451"/>
                </a:lnTo>
                <a:lnTo>
                  <a:pt x="1531728" y="1330239"/>
                </a:lnTo>
                <a:lnTo>
                  <a:pt x="1531783" y="1331021"/>
                </a:lnTo>
                <a:lnTo>
                  <a:pt x="1531848" y="1331796"/>
                </a:lnTo>
                <a:lnTo>
                  <a:pt x="1531922" y="1332564"/>
                </a:lnTo>
                <a:lnTo>
                  <a:pt x="1532007" y="1333327"/>
                </a:lnTo>
                <a:lnTo>
                  <a:pt x="1532102" y="1334083"/>
                </a:lnTo>
                <a:lnTo>
                  <a:pt x="1532207" y="1334832"/>
                </a:lnTo>
                <a:lnTo>
                  <a:pt x="1532322" y="1335575"/>
                </a:lnTo>
                <a:lnTo>
                  <a:pt x="1532446" y="1336311"/>
                </a:lnTo>
                <a:lnTo>
                  <a:pt x="1532581" y="1337041"/>
                </a:lnTo>
                <a:lnTo>
                  <a:pt x="1532726" y="1337765"/>
                </a:lnTo>
                <a:lnTo>
                  <a:pt x="1532880" y="1338482"/>
                </a:lnTo>
                <a:lnTo>
                  <a:pt x="1533045" y="1339192"/>
                </a:lnTo>
                <a:lnTo>
                  <a:pt x="1533220" y="1339897"/>
                </a:lnTo>
                <a:lnTo>
                  <a:pt x="1533404" y="1340594"/>
                </a:lnTo>
                <a:lnTo>
                  <a:pt x="1533599" y="1341285"/>
                </a:lnTo>
                <a:lnTo>
                  <a:pt x="1533804" y="1341970"/>
                </a:lnTo>
                <a:lnTo>
                  <a:pt x="1534018" y="1342649"/>
                </a:lnTo>
                <a:lnTo>
                  <a:pt x="1534243" y="1343320"/>
                </a:lnTo>
                <a:lnTo>
                  <a:pt x="1534477" y="1343986"/>
                </a:lnTo>
                <a:lnTo>
                  <a:pt x="1534721" y="1344630"/>
                </a:lnTo>
                <a:lnTo>
                  <a:pt x="1534971" y="1345268"/>
                </a:lnTo>
                <a:lnTo>
                  <a:pt x="1535230" y="1345898"/>
                </a:lnTo>
                <a:lnTo>
                  <a:pt x="1535496" y="1346522"/>
                </a:lnTo>
                <a:lnTo>
                  <a:pt x="1535770" y="1347138"/>
                </a:lnTo>
                <a:lnTo>
                  <a:pt x="1536052" y="1347748"/>
                </a:lnTo>
                <a:lnTo>
                  <a:pt x="1536341" y="1348350"/>
                </a:lnTo>
                <a:lnTo>
                  <a:pt x="1536637" y="1348945"/>
                </a:lnTo>
                <a:lnTo>
                  <a:pt x="1536942" y="1349533"/>
                </a:lnTo>
                <a:lnTo>
                  <a:pt x="1537254" y="1350115"/>
                </a:lnTo>
                <a:lnTo>
                  <a:pt x="1537574" y="1350689"/>
                </a:lnTo>
                <a:lnTo>
                  <a:pt x="1537901" y="1351256"/>
                </a:lnTo>
                <a:lnTo>
                  <a:pt x="1538236" y="1351816"/>
                </a:lnTo>
                <a:lnTo>
                  <a:pt x="1538578" y="1352369"/>
                </a:lnTo>
                <a:lnTo>
                  <a:pt x="1538928" y="1352915"/>
                </a:lnTo>
                <a:lnTo>
                  <a:pt x="1539286" y="1353454"/>
                </a:lnTo>
                <a:lnTo>
                  <a:pt x="1539652" y="1353985"/>
                </a:lnTo>
                <a:lnTo>
                  <a:pt x="1540025" y="1354510"/>
                </a:lnTo>
                <a:lnTo>
                  <a:pt x="1540405" y="1355028"/>
                </a:lnTo>
                <a:lnTo>
                  <a:pt x="1540794" y="1355539"/>
                </a:lnTo>
                <a:lnTo>
                  <a:pt x="1541190" y="1356042"/>
                </a:lnTo>
                <a:lnTo>
                  <a:pt x="1541593" y="1356539"/>
                </a:lnTo>
                <a:lnTo>
                  <a:pt x="1542005" y="1357029"/>
                </a:lnTo>
                <a:lnTo>
                  <a:pt x="1542423" y="1357511"/>
                </a:lnTo>
                <a:lnTo>
                  <a:pt x="1542863" y="1357972"/>
                </a:lnTo>
                <a:lnTo>
                  <a:pt x="1543309" y="1358424"/>
                </a:lnTo>
                <a:lnTo>
                  <a:pt x="1543760" y="1358866"/>
                </a:lnTo>
                <a:lnTo>
                  <a:pt x="1544217" y="1359301"/>
                </a:lnTo>
                <a:lnTo>
                  <a:pt x="1544681" y="1359726"/>
                </a:lnTo>
                <a:lnTo>
                  <a:pt x="1545150" y="1360142"/>
                </a:lnTo>
                <a:lnTo>
                  <a:pt x="1545624" y="1360550"/>
                </a:lnTo>
                <a:lnTo>
                  <a:pt x="1546105" y="1360949"/>
                </a:lnTo>
                <a:lnTo>
                  <a:pt x="1546592" y="1361339"/>
                </a:lnTo>
                <a:lnTo>
                  <a:pt x="1547084" y="1361720"/>
                </a:lnTo>
                <a:lnTo>
                  <a:pt x="1547583" y="1362093"/>
                </a:lnTo>
                <a:lnTo>
                  <a:pt x="1548087" y="1362456"/>
                </a:lnTo>
                <a:lnTo>
                  <a:pt x="1548597" y="1362811"/>
                </a:lnTo>
                <a:lnTo>
                  <a:pt x="1549113" y="1363157"/>
                </a:lnTo>
                <a:lnTo>
                  <a:pt x="1549635" y="1363495"/>
                </a:lnTo>
                <a:lnTo>
                  <a:pt x="1550163" y="1363823"/>
                </a:lnTo>
                <a:lnTo>
                  <a:pt x="1550696" y="1364143"/>
                </a:lnTo>
                <a:lnTo>
                  <a:pt x="1551236" y="1364454"/>
                </a:lnTo>
                <a:lnTo>
                  <a:pt x="1551781" y="1364756"/>
                </a:lnTo>
                <a:lnTo>
                  <a:pt x="1552333" y="1365049"/>
                </a:lnTo>
                <a:lnTo>
                  <a:pt x="1552890" y="1365333"/>
                </a:lnTo>
                <a:lnTo>
                  <a:pt x="1553453" y="1365609"/>
                </a:lnTo>
                <a:lnTo>
                  <a:pt x="1554022" y="1365876"/>
                </a:lnTo>
                <a:lnTo>
                  <a:pt x="1554596" y="1366134"/>
                </a:lnTo>
                <a:lnTo>
                  <a:pt x="1555189" y="1366382"/>
                </a:lnTo>
                <a:lnTo>
                  <a:pt x="1555786" y="1366620"/>
                </a:lnTo>
                <a:lnTo>
                  <a:pt x="1556385" y="1366847"/>
                </a:lnTo>
                <a:lnTo>
                  <a:pt x="1556987" y="1367064"/>
                </a:lnTo>
                <a:lnTo>
                  <a:pt x="1557592" y="1367270"/>
                </a:lnTo>
                <a:lnTo>
                  <a:pt x="1558199" y="1367465"/>
                </a:lnTo>
                <a:lnTo>
                  <a:pt x="1558810" y="1367650"/>
                </a:lnTo>
                <a:lnTo>
                  <a:pt x="1559424" y="1367824"/>
                </a:lnTo>
                <a:lnTo>
                  <a:pt x="1560041" y="1367988"/>
                </a:lnTo>
                <a:lnTo>
                  <a:pt x="1560660" y="1368141"/>
                </a:lnTo>
                <a:lnTo>
                  <a:pt x="1561283" y="1368284"/>
                </a:lnTo>
                <a:lnTo>
                  <a:pt x="1561908" y="1368416"/>
                </a:lnTo>
                <a:lnTo>
                  <a:pt x="1562537" y="1368538"/>
                </a:lnTo>
                <a:lnTo>
                  <a:pt x="1563168" y="1368649"/>
                </a:lnTo>
                <a:lnTo>
                  <a:pt x="1563802" y="1368749"/>
                </a:lnTo>
                <a:lnTo>
                  <a:pt x="1564440" y="1368839"/>
                </a:lnTo>
                <a:lnTo>
                  <a:pt x="1565080" y="1368918"/>
                </a:lnTo>
                <a:lnTo>
                  <a:pt x="1565723" y="1368987"/>
                </a:lnTo>
                <a:lnTo>
                  <a:pt x="1566369" y="1369045"/>
                </a:lnTo>
                <a:lnTo>
                  <a:pt x="1567018" y="1369092"/>
                </a:lnTo>
                <a:lnTo>
                  <a:pt x="1567670" y="1369129"/>
                </a:lnTo>
                <a:lnTo>
                  <a:pt x="1568325" y="1369156"/>
                </a:lnTo>
                <a:lnTo>
                  <a:pt x="1568982" y="1369172"/>
                </a:lnTo>
                <a:lnTo>
                  <a:pt x="1569643" y="1369177"/>
                </a:lnTo>
                <a:lnTo>
                  <a:pt x="1571672" y="1369177"/>
                </a:lnTo>
                <a:lnTo>
                  <a:pt x="1572527" y="1369170"/>
                </a:lnTo>
                <a:lnTo>
                  <a:pt x="1573374" y="1369149"/>
                </a:lnTo>
                <a:lnTo>
                  <a:pt x="1574213" y="1369114"/>
                </a:lnTo>
                <a:lnTo>
                  <a:pt x="1575044" y="1369064"/>
                </a:lnTo>
                <a:lnTo>
                  <a:pt x="1575866" y="1369001"/>
                </a:lnTo>
                <a:lnTo>
                  <a:pt x="1576681" y="1368923"/>
                </a:lnTo>
                <a:lnTo>
                  <a:pt x="1577487" y="1368832"/>
                </a:lnTo>
                <a:lnTo>
                  <a:pt x="1578284" y="1368726"/>
                </a:lnTo>
                <a:close/>
                <a:moveTo>
                  <a:pt x="1433350" y="1304350"/>
                </a:moveTo>
                <a:lnTo>
                  <a:pt x="1433367" y="1304456"/>
                </a:lnTo>
                <a:lnTo>
                  <a:pt x="1433385" y="1304568"/>
                </a:lnTo>
                <a:lnTo>
                  <a:pt x="1433404" y="1304687"/>
                </a:lnTo>
                <a:lnTo>
                  <a:pt x="1433423" y="1304813"/>
                </a:lnTo>
                <a:lnTo>
                  <a:pt x="1433442" y="1304944"/>
                </a:lnTo>
                <a:lnTo>
                  <a:pt x="1433462" y="1305083"/>
                </a:lnTo>
                <a:lnTo>
                  <a:pt x="1433483" y="1305227"/>
                </a:lnTo>
                <a:lnTo>
                  <a:pt x="1433505" y="1305378"/>
                </a:lnTo>
                <a:lnTo>
                  <a:pt x="1433527" y="1305536"/>
                </a:lnTo>
                <a:lnTo>
                  <a:pt x="1433549" y="1305700"/>
                </a:lnTo>
                <a:lnTo>
                  <a:pt x="1433573" y="1305871"/>
                </a:lnTo>
                <a:lnTo>
                  <a:pt x="1433596" y="1306048"/>
                </a:lnTo>
                <a:lnTo>
                  <a:pt x="1433621" y="1306231"/>
                </a:lnTo>
                <a:lnTo>
                  <a:pt x="1433646" y="1306421"/>
                </a:lnTo>
                <a:lnTo>
                  <a:pt x="1433671" y="1306617"/>
                </a:lnTo>
                <a:lnTo>
                  <a:pt x="1433697" y="1306820"/>
                </a:lnTo>
                <a:lnTo>
                  <a:pt x="1433724" y="1307029"/>
                </a:lnTo>
                <a:lnTo>
                  <a:pt x="1433751" y="1307245"/>
                </a:lnTo>
                <a:lnTo>
                  <a:pt x="1433779" y="1307467"/>
                </a:lnTo>
                <a:lnTo>
                  <a:pt x="1449333" y="1307467"/>
                </a:lnTo>
                <a:lnTo>
                  <a:pt x="1449333" y="1305438"/>
                </a:lnTo>
                <a:lnTo>
                  <a:pt x="1449342" y="1304880"/>
                </a:lnTo>
                <a:lnTo>
                  <a:pt x="1449367" y="1304332"/>
                </a:lnTo>
                <a:lnTo>
                  <a:pt x="1449410" y="1303795"/>
                </a:lnTo>
                <a:lnTo>
                  <a:pt x="1449470" y="1303269"/>
                </a:lnTo>
                <a:lnTo>
                  <a:pt x="1449546" y="1302753"/>
                </a:lnTo>
                <a:lnTo>
                  <a:pt x="1449640" y="1302247"/>
                </a:lnTo>
                <a:lnTo>
                  <a:pt x="1449751" y="1301752"/>
                </a:lnTo>
                <a:lnTo>
                  <a:pt x="1449878" y="1301268"/>
                </a:lnTo>
                <a:lnTo>
                  <a:pt x="1450023" y="1300794"/>
                </a:lnTo>
                <a:lnTo>
                  <a:pt x="1450185" y="1300331"/>
                </a:lnTo>
                <a:lnTo>
                  <a:pt x="1450363" y="1299879"/>
                </a:lnTo>
                <a:lnTo>
                  <a:pt x="1450559" y="1299437"/>
                </a:lnTo>
                <a:lnTo>
                  <a:pt x="1450772" y="1299005"/>
                </a:lnTo>
                <a:lnTo>
                  <a:pt x="1451002" y="1298584"/>
                </a:lnTo>
                <a:lnTo>
                  <a:pt x="1451249" y="1298174"/>
                </a:lnTo>
                <a:lnTo>
                  <a:pt x="1451513" y="1297774"/>
                </a:lnTo>
                <a:lnTo>
                  <a:pt x="1451793" y="1297385"/>
                </a:lnTo>
                <a:lnTo>
                  <a:pt x="1452091" y="1297006"/>
                </a:lnTo>
                <a:lnTo>
                  <a:pt x="1452406" y="1296638"/>
                </a:lnTo>
                <a:lnTo>
                  <a:pt x="1452738" y="1296281"/>
                </a:lnTo>
                <a:lnTo>
                  <a:pt x="1453087" y="1295934"/>
                </a:lnTo>
                <a:lnTo>
                  <a:pt x="1453453" y="1295597"/>
                </a:lnTo>
                <a:lnTo>
                  <a:pt x="1453836" y="1295272"/>
                </a:lnTo>
                <a:lnTo>
                  <a:pt x="1454236" y="1294956"/>
                </a:lnTo>
                <a:lnTo>
                  <a:pt x="1454652" y="1294653"/>
                </a:lnTo>
                <a:lnTo>
                  <a:pt x="1455082" y="1294362"/>
                </a:lnTo>
                <a:lnTo>
                  <a:pt x="1455525" y="1294085"/>
                </a:lnTo>
                <a:lnTo>
                  <a:pt x="1455983" y="1293820"/>
                </a:lnTo>
                <a:lnTo>
                  <a:pt x="1456455" y="1293568"/>
                </a:lnTo>
                <a:lnTo>
                  <a:pt x="1456941" y="1293329"/>
                </a:lnTo>
                <a:lnTo>
                  <a:pt x="1457442" y="1293103"/>
                </a:lnTo>
                <a:lnTo>
                  <a:pt x="1457956" y="1292890"/>
                </a:lnTo>
                <a:lnTo>
                  <a:pt x="1458484" y="1292690"/>
                </a:lnTo>
                <a:lnTo>
                  <a:pt x="1459027" y="1292503"/>
                </a:lnTo>
                <a:lnTo>
                  <a:pt x="1459583" y="1292328"/>
                </a:lnTo>
                <a:lnTo>
                  <a:pt x="1460154" y="1292167"/>
                </a:lnTo>
                <a:lnTo>
                  <a:pt x="1460738" y="1292018"/>
                </a:lnTo>
                <a:lnTo>
                  <a:pt x="1461337" y="1291883"/>
                </a:lnTo>
                <a:lnTo>
                  <a:pt x="1461950" y="1291760"/>
                </a:lnTo>
                <a:lnTo>
                  <a:pt x="1462577" y="1291650"/>
                </a:lnTo>
                <a:lnTo>
                  <a:pt x="1463218" y="1291553"/>
                </a:lnTo>
                <a:lnTo>
                  <a:pt x="1463873" y="1291469"/>
                </a:lnTo>
                <a:lnTo>
                  <a:pt x="1464542" y="1291398"/>
                </a:lnTo>
                <a:lnTo>
                  <a:pt x="1465226" y="1291340"/>
                </a:lnTo>
                <a:lnTo>
                  <a:pt x="1465923" y="1291295"/>
                </a:lnTo>
                <a:lnTo>
                  <a:pt x="1466635" y="1291263"/>
                </a:lnTo>
                <a:lnTo>
                  <a:pt x="1467360" y="1291243"/>
                </a:lnTo>
                <a:lnTo>
                  <a:pt x="1468100" y="1291237"/>
                </a:lnTo>
                <a:lnTo>
                  <a:pt x="1468907" y="1291243"/>
                </a:lnTo>
                <a:lnTo>
                  <a:pt x="1469694" y="1291263"/>
                </a:lnTo>
                <a:lnTo>
                  <a:pt x="1470462" y="1291295"/>
                </a:lnTo>
                <a:lnTo>
                  <a:pt x="1471209" y="1291340"/>
                </a:lnTo>
                <a:lnTo>
                  <a:pt x="1471936" y="1291398"/>
                </a:lnTo>
                <a:lnTo>
                  <a:pt x="1472644" y="1291469"/>
                </a:lnTo>
                <a:lnTo>
                  <a:pt x="1473331" y="1291553"/>
                </a:lnTo>
                <a:lnTo>
                  <a:pt x="1473998" y="1291650"/>
                </a:lnTo>
                <a:lnTo>
                  <a:pt x="1474646" y="1291760"/>
                </a:lnTo>
                <a:lnTo>
                  <a:pt x="1475273" y="1291883"/>
                </a:lnTo>
                <a:lnTo>
                  <a:pt x="1475881" y="1292018"/>
                </a:lnTo>
                <a:lnTo>
                  <a:pt x="1476469" y="1292167"/>
                </a:lnTo>
                <a:lnTo>
                  <a:pt x="1477036" y="1292328"/>
                </a:lnTo>
                <a:lnTo>
                  <a:pt x="1477584" y="1292503"/>
                </a:lnTo>
                <a:lnTo>
                  <a:pt x="1478112" y="1292690"/>
                </a:lnTo>
                <a:lnTo>
                  <a:pt x="1478620" y="1292890"/>
                </a:lnTo>
                <a:lnTo>
                  <a:pt x="1479107" y="1293103"/>
                </a:lnTo>
                <a:lnTo>
                  <a:pt x="1479575" y="1293329"/>
                </a:lnTo>
                <a:lnTo>
                  <a:pt x="1480023" y="1293568"/>
                </a:lnTo>
                <a:lnTo>
                  <a:pt x="1480451" y="1293820"/>
                </a:lnTo>
                <a:lnTo>
                  <a:pt x="1480859" y="1294085"/>
                </a:lnTo>
                <a:lnTo>
                  <a:pt x="1481247" y="1294362"/>
                </a:lnTo>
                <a:lnTo>
                  <a:pt x="1481615" y="1294653"/>
                </a:lnTo>
                <a:lnTo>
                  <a:pt x="1481963" y="1294956"/>
                </a:lnTo>
                <a:lnTo>
                  <a:pt x="1482308" y="1295274"/>
                </a:lnTo>
                <a:lnTo>
                  <a:pt x="1482638" y="1295607"/>
                </a:lnTo>
                <a:lnTo>
                  <a:pt x="1482954" y="1295955"/>
                </a:lnTo>
                <a:lnTo>
                  <a:pt x="1483255" y="1296318"/>
                </a:lnTo>
                <a:lnTo>
                  <a:pt x="1483541" y="1296697"/>
                </a:lnTo>
                <a:lnTo>
                  <a:pt x="1483813" y="1297091"/>
                </a:lnTo>
                <a:lnTo>
                  <a:pt x="1484069" y="1297500"/>
                </a:lnTo>
                <a:lnTo>
                  <a:pt x="1484312" y="1297924"/>
                </a:lnTo>
                <a:lnTo>
                  <a:pt x="1484539" y="1298364"/>
                </a:lnTo>
                <a:lnTo>
                  <a:pt x="1484752" y="1298819"/>
                </a:lnTo>
                <a:lnTo>
                  <a:pt x="1484950" y="1299289"/>
                </a:lnTo>
                <a:lnTo>
                  <a:pt x="1485133" y="1299775"/>
                </a:lnTo>
                <a:lnTo>
                  <a:pt x="1485302" y="1300276"/>
                </a:lnTo>
                <a:lnTo>
                  <a:pt x="1485456" y="1300792"/>
                </a:lnTo>
                <a:lnTo>
                  <a:pt x="1485596" y="1301323"/>
                </a:lnTo>
                <a:lnTo>
                  <a:pt x="1485720" y="1301869"/>
                </a:lnTo>
                <a:lnTo>
                  <a:pt x="1485831" y="1302431"/>
                </a:lnTo>
                <a:lnTo>
                  <a:pt x="1485926" y="1303008"/>
                </a:lnTo>
                <a:lnTo>
                  <a:pt x="1486007" y="1303601"/>
                </a:lnTo>
                <a:lnTo>
                  <a:pt x="1486073" y="1304208"/>
                </a:lnTo>
                <a:lnTo>
                  <a:pt x="1486124" y="1304831"/>
                </a:lnTo>
                <a:lnTo>
                  <a:pt x="1486161" y="1305469"/>
                </a:lnTo>
                <a:lnTo>
                  <a:pt x="1486183" y="1306123"/>
                </a:lnTo>
                <a:lnTo>
                  <a:pt x="1486190" y="1306791"/>
                </a:lnTo>
                <a:lnTo>
                  <a:pt x="1486190" y="1316259"/>
                </a:lnTo>
                <a:lnTo>
                  <a:pt x="1484527" y="1316264"/>
                </a:lnTo>
                <a:lnTo>
                  <a:pt x="1482891" y="1316279"/>
                </a:lnTo>
                <a:lnTo>
                  <a:pt x="1481282" y="1316304"/>
                </a:lnTo>
                <a:lnTo>
                  <a:pt x="1479700" y="1316339"/>
                </a:lnTo>
                <a:lnTo>
                  <a:pt x="1478145" y="1316384"/>
                </a:lnTo>
                <a:lnTo>
                  <a:pt x="1476617" y="1316439"/>
                </a:lnTo>
                <a:lnTo>
                  <a:pt x="1475116" y="1316503"/>
                </a:lnTo>
                <a:lnTo>
                  <a:pt x="1473642" y="1316578"/>
                </a:lnTo>
                <a:lnTo>
                  <a:pt x="1472194" y="1316663"/>
                </a:lnTo>
                <a:lnTo>
                  <a:pt x="1470774" y="1316758"/>
                </a:lnTo>
                <a:lnTo>
                  <a:pt x="1469381" y="1316863"/>
                </a:lnTo>
                <a:lnTo>
                  <a:pt x="1468015" y="1316977"/>
                </a:lnTo>
                <a:lnTo>
                  <a:pt x="1466676" y="1317102"/>
                </a:lnTo>
                <a:lnTo>
                  <a:pt x="1465364" y="1317237"/>
                </a:lnTo>
                <a:lnTo>
                  <a:pt x="1464079" y="1317382"/>
                </a:lnTo>
                <a:lnTo>
                  <a:pt x="1462821" y="1317536"/>
                </a:lnTo>
                <a:lnTo>
                  <a:pt x="1461590" y="1317701"/>
                </a:lnTo>
                <a:lnTo>
                  <a:pt x="1460386" y="1317876"/>
                </a:lnTo>
                <a:lnTo>
                  <a:pt x="1459209" y="1318060"/>
                </a:lnTo>
                <a:lnTo>
                  <a:pt x="1458059" y="1318255"/>
                </a:lnTo>
                <a:lnTo>
                  <a:pt x="1456936" y="1318459"/>
                </a:lnTo>
                <a:lnTo>
                  <a:pt x="1455840" y="1318674"/>
                </a:lnTo>
                <a:lnTo>
                  <a:pt x="1454771" y="1318899"/>
                </a:lnTo>
                <a:lnTo>
                  <a:pt x="1453729" y="1319133"/>
                </a:lnTo>
                <a:lnTo>
                  <a:pt x="1452726" y="1319378"/>
                </a:lnTo>
                <a:lnTo>
                  <a:pt x="1451746" y="1319636"/>
                </a:lnTo>
                <a:lnTo>
                  <a:pt x="1450789" y="1319904"/>
                </a:lnTo>
                <a:lnTo>
                  <a:pt x="1449855" y="1320185"/>
                </a:lnTo>
                <a:lnTo>
                  <a:pt x="1448943" y="1320477"/>
                </a:lnTo>
                <a:lnTo>
                  <a:pt x="1448055" y="1320781"/>
                </a:lnTo>
                <a:lnTo>
                  <a:pt x="1447189" y="1321097"/>
                </a:lnTo>
                <a:lnTo>
                  <a:pt x="1446347" y="1321425"/>
                </a:lnTo>
                <a:lnTo>
                  <a:pt x="1445527" y="1321764"/>
                </a:lnTo>
                <a:lnTo>
                  <a:pt x="1444730" y="1322115"/>
                </a:lnTo>
                <a:lnTo>
                  <a:pt x="1443956" y="1322478"/>
                </a:lnTo>
                <a:lnTo>
                  <a:pt x="1443205" y="1322852"/>
                </a:lnTo>
                <a:lnTo>
                  <a:pt x="1442477" y="1323239"/>
                </a:lnTo>
                <a:lnTo>
                  <a:pt x="1441771" y="1323637"/>
                </a:lnTo>
                <a:lnTo>
                  <a:pt x="1441089" y="1324046"/>
                </a:lnTo>
                <a:lnTo>
                  <a:pt x="1440429" y="1324468"/>
                </a:lnTo>
                <a:lnTo>
                  <a:pt x="1439793" y="1324901"/>
                </a:lnTo>
                <a:lnTo>
                  <a:pt x="1439179" y="1325346"/>
                </a:lnTo>
                <a:lnTo>
                  <a:pt x="1438588" y="1325803"/>
                </a:lnTo>
                <a:lnTo>
                  <a:pt x="1438020" y="1326271"/>
                </a:lnTo>
                <a:lnTo>
                  <a:pt x="1437475" y="1326752"/>
                </a:lnTo>
                <a:lnTo>
                  <a:pt x="1436953" y="1327244"/>
                </a:lnTo>
                <a:lnTo>
                  <a:pt x="1436453" y="1327747"/>
                </a:lnTo>
                <a:lnTo>
                  <a:pt x="1435977" y="1328263"/>
                </a:lnTo>
                <a:lnTo>
                  <a:pt x="1435536" y="1328777"/>
                </a:lnTo>
                <a:lnTo>
                  <a:pt x="1435113" y="1329305"/>
                </a:lnTo>
                <a:lnTo>
                  <a:pt x="1434709" y="1329848"/>
                </a:lnTo>
                <a:lnTo>
                  <a:pt x="1434324" y="1330404"/>
                </a:lnTo>
                <a:lnTo>
                  <a:pt x="1433958" y="1330975"/>
                </a:lnTo>
                <a:lnTo>
                  <a:pt x="1433610" y="1331559"/>
                </a:lnTo>
                <a:lnTo>
                  <a:pt x="1433281" y="1332158"/>
                </a:lnTo>
                <a:lnTo>
                  <a:pt x="1432971" y="1332771"/>
                </a:lnTo>
                <a:lnTo>
                  <a:pt x="1432680" y="1333398"/>
                </a:lnTo>
                <a:lnTo>
                  <a:pt x="1432408" y="1334039"/>
                </a:lnTo>
                <a:lnTo>
                  <a:pt x="1432154" y="1334694"/>
                </a:lnTo>
                <a:lnTo>
                  <a:pt x="1431919" y="1335363"/>
                </a:lnTo>
                <a:lnTo>
                  <a:pt x="1431703" y="1336047"/>
                </a:lnTo>
                <a:lnTo>
                  <a:pt x="1431506" y="1336744"/>
                </a:lnTo>
                <a:lnTo>
                  <a:pt x="1431328" y="1337456"/>
                </a:lnTo>
                <a:lnTo>
                  <a:pt x="1431168" y="1338181"/>
                </a:lnTo>
                <a:lnTo>
                  <a:pt x="1431027" y="1338921"/>
                </a:lnTo>
                <a:lnTo>
                  <a:pt x="1430905" y="1339675"/>
                </a:lnTo>
                <a:lnTo>
                  <a:pt x="1430802" y="1340443"/>
                </a:lnTo>
                <a:lnTo>
                  <a:pt x="1430717" y="1341224"/>
                </a:lnTo>
                <a:lnTo>
                  <a:pt x="1430651" y="1342021"/>
                </a:lnTo>
                <a:lnTo>
                  <a:pt x="1430604" y="1342831"/>
                </a:lnTo>
                <a:lnTo>
                  <a:pt x="1430576" y="1343655"/>
                </a:lnTo>
                <a:lnTo>
                  <a:pt x="1430567" y="1344493"/>
                </a:lnTo>
                <a:lnTo>
                  <a:pt x="1430579" y="1345497"/>
                </a:lnTo>
                <a:lnTo>
                  <a:pt x="1430616" y="1346481"/>
                </a:lnTo>
                <a:lnTo>
                  <a:pt x="1430678" y="1347444"/>
                </a:lnTo>
                <a:lnTo>
                  <a:pt x="1430764" y="1348386"/>
                </a:lnTo>
                <a:lnTo>
                  <a:pt x="1430875" y="1349308"/>
                </a:lnTo>
                <a:lnTo>
                  <a:pt x="1431011" y="1350210"/>
                </a:lnTo>
                <a:lnTo>
                  <a:pt x="1431171" y="1351091"/>
                </a:lnTo>
                <a:lnTo>
                  <a:pt x="1431356" y="1351951"/>
                </a:lnTo>
                <a:lnTo>
                  <a:pt x="1431565" y="1352791"/>
                </a:lnTo>
                <a:lnTo>
                  <a:pt x="1431800" y="1353610"/>
                </a:lnTo>
                <a:lnTo>
                  <a:pt x="1432059" y="1354408"/>
                </a:lnTo>
                <a:lnTo>
                  <a:pt x="1432342" y="1355187"/>
                </a:lnTo>
                <a:lnTo>
                  <a:pt x="1432650" y="1355944"/>
                </a:lnTo>
                <a:lnTo>
                  <a:pt x="1432983" y="1356681"/>
                </a:lnTo>
                <a:lnTo>
                  <a:pt x="1433341" y="1357398"/>
                </a:lnTo>
                <a:lnTo>
                  <a:pt x="1433723" y="1358094"/>
                </a:lnTo>
                <a:lnTo>
                  <a:pt x="1434130" y="1358769"/>
                </a:lnTo>
                <a:lnTo>
                  <a:pt x="1434561" y="1359424"/>
                </a:lnTo>
                <a:lnTo>
                  <a:pt x="1435017" y="1360058"/>
                </a:lnTo>
                <a:lnTo>
                  <a:pt x="1435498" y="1360672"/>
                </a:lnTo>
                <a:lnTo>
                  <a:pt x="1436004" y="1361265"/>
                </a:lnTo>
                <a:lnTo>
                  <a:pt x="1436534" y="1361838"/>
                </a:lnTo>
                <a:lnTo>
                  <a:pt x="1437088" y="1362390"/>
                </a:lnTo>
                <a:lnTo>
                  <a:pt x="1437668" y="1362921"/>
                </a:lnTo>
                <a:lnTo>
                  <a:pt x="1438284" y="1363432"/>
                </a:lnTo>
                <a:lnTo>
                  <a:pt x="1438922" y="1363921"/>
                </a:lnTo>
                <a:lnTo>
                  <a:pt x="1439580" y="1364388"/>
                </a:lnTo>
                <a:lnTo>
                  <a:pt x="1440260" y="1364833"/>
                </a:lnTo>
                <a:lnTo>
                  <a:pt x="1440961" y="1365256"/>
                </a:lnTo>
                <a:lnTo>
                  <a:pt x="1441683" y="1365658"/>
                </a:lnTo>
                <a:lnTo>
                  <a:pt x="1442426" y="1366038"/>
                </a:lnTo>
                <a:lnTo>
                  <a:pt x="1443191" y="1366397"/>
                </a:lnTo>
                <a:lnTo>
                  <a:pt x="1443976" y="1366733"/>
                </a:lnTo>
                <a:lnTo>
                  <a:pt x="1444783" y="1367048"/>
                </a:lnTo>
                <a:lnTo>
                  <a:pt x="1445610" y="1367342"/>
                </a:lnTo>
                <a:lnTo>
                  <a:pt x="1446459" y="1367613"/>
                </a:lnTo>
                <a:lnTo>
                  <a:pt x="1447329" y="1367863"/>
                </a:lnTo>
                <a:lnTo>
                  <a:pt x="1448220" y="1368091"/>
                </a:lnTo>
                <a:lnTo>
                  <a:pt x="1449133" y="1368297"/>
                </a:lnTo>
                <a:lnTo>
                  <a:pt x="1450066" y="1368482"/>
                </a:lnTo>
                <a:lnTo>
                  <a:pt x="1451021" y="1368645"/>
                </a:lnTo>
                <a:lnTo>
                  <a:pt x="1451996" y="1368786"/>
                </a:lnTo>
                <a:lnTo>
                  <a:pt x="1452993" y="1368905"/>
                </a:lnTo>
                <a:lnTo>
                  <a:pt x="1454011" y="1369003"/>
                </a:lnTo>
                <a:lnTo>
                  <a:pt x="1455050" y="1369079"/>
                </a:lnTo>
                <a:lnTo>
                  <a:pt x="1456110" y="1369133"/>
                </a:lnTo>
                <a:lnTo>
                  <a:pt x="1457192" y="1369166"/>
                </a:lnTo>
                <a:lnTo>
                  <a:pt x="1458294" y="1369177"/>
                </a:lnTo>
                <a:lnTo>
                  <a:pt x="1458800" y="1369175"/>
                </a:lnTo>
                <a:lnTo>
                  <a:pt x="1459305" y="1369168"/>
                </a:lnTo>
                <a:lnTo>
                  <a:pt x="1459808" y="1369156"/>
                </a:lnTo>
                <a:lnTo>
                  <a:pt x="1460309" y="1369139"/>
                </a:lnTo>
                <a:lnTo>
                  <a:pt x="1460808" y="1369118"/>
                </a:lnTo>
                <a:lnTo>
                  <a:pt x="1461306" y="1369092"/>
                </a:lnTo>
                <a:lnTo>
                  <a:pt x="1461801" y="1369062"/>
                </a:lnTo>
                <a:lnTo>
                  <a:pt x="1462295" y="1369027"/>
                </a:lnTo>
                <a:lnTo>
                  <a:pt x="1462787" y="1368987"/>
                </a:lnTo>
                <a:lnTo>
                  <a:pt x="1463278" y="1368942"/>
                </a:lnTo>
                <a:lnTo>
                  <a:pt x="1463767" y="1368893"/>
                </a:lnTo>
                <a:lnTo>
                  <a:pt x="1464254" y="1368839"/>
                </a:lnTo>
                <a:lnTo>
                  <a:pt x="1464739" y="1368780"/>
                </a:lnTo>
                <a:lnTo>
                  <a:pt x="1465222" y="1368717"/>
                </a:lnTo>
                <a:lnTo>
                  <a:pt x="1465704" y="1368649"/>
                </a:lnTo>
                <a:lnTo>
                  <a:pt x="1466184" y="1368576"/>
                </a:lnTo>
                <a:lnTo>
                  <a:pt x="1466662" y="1368498"/>
                </a:lnTo>
                <a:lnTo>
                  <a:pt x="1467138" y="1368416"/>
                </a:lnTo>
                <a:lnTo>
                  <a:pt x="1467613" y="1368329"/>
                </a:lnTo>
                <a:lnTo>
                  <a:pt x="1468086" y="1368238"/>
                </a:lnTo>
                <a:lnTo>
                  <a:pt x="1468557" y="1368141"/>
                </a:lnTo>
                <a:lnTo>
                  <a:pt x="1469026" y="1368040"/>
                </a:lnTo>
                <a:lnTo>
                  <a:pt x="1469494" y="1367935"/>
                </a:lnTo>
                <a:lnTo>
                  <a:pt x="1469960" y="1367824"/>
                </a:lnTo>
                <a:lnTo>
                  <a:pt x="1470423" y="1367723"/>
                </a:lnTo>
                <a:lnTo>
                  <a:pt x="1470882" y="1367614"/>
                </a:lnTo>
                <a:lnTo>
                  <a:pt x="1471339" y="1367499"/>
                </a:lnTo>
                <a:lnTo>
                  <a:pt x="1471791" y="1367378"/>
                </a:lnTo>
                <a:lnTo>
                  <a:pt x="1472240" y="1367251"/>
                </a:lnTo>
                <a:lnTo>
                  <a:pt x="1472686" y="1367116"/>
                </a:lnTo>
                <a:lnTo>
                  <a:pt x="1473128" y="1366976"/>
                </a:lnTo>
                <a:lnTo>
                  <a:pt x="1473566" y="1366829"/>
                </a:lnTo>
                <a:lnTo>
                  <a:pt x="1474001" y="1366675"/>
                </a:lnTo>
                <a:lnTo>
                  <a:pt x="1474433" y="1366515"/>
                </a:lnTo>
                <a:lnTo>
                  <a:pt x="1474861" y="1366349"/>
                </a:lnTo>
                <a:lnTo>
                  <a:pt x="1475285" y="1366176"/>
                </a:lnTo>
                <a:lnTo>
                  <a:pt x="1475706" y="1365997"/>
                </a:lnTo>
                <a:lnTo>
                  <a:pt x="1476124" y="1365811"/>
                </a:lnTo>
                <a:lnTo>
                  <a:pt x="1476537" y="1365619"/>
                </a:lnTo>
                <a:lnTo>
                  <a:pt x="1476948" y="1365420"/>
                </a:lnTo>
                <a:lnTo>
                  <a:pt x="1477355" y="1365215"/>
                </a:lnTo>
                <a:lnTo>
                  <a:pt x="1477758" y="1365003"/>
                </a:lnTo>
                <a:lnTo>
                  <a:pt x="1478158" y="1364785"/>
                </a:lnTo>
                <a:lnTo>
                  <a:pt x="1478554" y="1364560"/>
                </a:lnTo>
                <a:lnTo>
                  <a:pt x="1478947" y="1364329"/>
                </a:lnTo>
                <a:lnTo>
                  <a:pt x="1479336" y="1364092"/>
                </a:lnTo>
                <a:lnTo>
                  <a:pt x="1479721" y="1363848"/>
                </a:lnTo>
                <a:lnTo>
                  <a:pt x="1480104" y="1363598"/>
                </a:lnTo>
                <a:lnTo>
                  <a:pt x="1480481" y="1363326"/>
                </a:lnTo>
                <a:lnTo>
                  <a:pt x="1480853" y="1363048"/>
                </a:lnTo>
                <a:lnTo>
                  <a:pt x="1481218" y="1362763"/>
                </a:lnTo>
                <a:lnTo>
                  <a:pt x="1481578" y="1362471"/>
                </a:lnTo>
                <a:lnTo>
                  <a:pt x="1481932" y="1362171"/>
                </a:lnTo>
                <a:lnTo>
                  <a:pt x="1482280" y="1361865"/>
                </a:lnTo>
                <a:lnTo>
                  <a:pt x="1482623" y="1361551"/>
                </a:lnTo>
                <a:lnTo>
                  <a:pt x="1482959" y="1361231"/>
                </a:lnTo>
                <a:lnTo>
                  <a:pt x="1483289" y="1360903"/>
                </a:lnTo>
                <a:lnTo>
                  <a:pt x="1483614" y="1360569"/>
                </a:lnTo>
                <a:lnTo>
                  <a:pt x="1483933" y="1360227"/>
                </a:lnTo>
                <a:lnTo>
                  <a:pt x="1484246" y="1359878"/>
                </a:lnTo>
                <a:lnTo>
                  <a:pt x="1484553" y="1359522"/>
                </a:lnTo>
                <a:lnTo>
                  <a:pt x="1484854" y="1359160"/>
                </a:lnTo>
                <a:lnTo>
                  <a:pt x="1485149" y="1358790"/>
                </a:lnTo>
                <a:lnTo>
                  <a:pt x="1485439" y="1358413"/>
                </a:lnTo>
                <a:lnTo>
                  <a:pt x="1485722" y="1358029"/>
                </a:lnTo>
                <a:lnTo>
                  <a:pt x="1486000" y="1357638"/>
                </a:lnTo>
                <a:lnTo>
                  <a:pt x="1486272" y="1357240"/>
                </a:lnTo>
                <a:lnTo>
                  <a:pt x="1486537" y="1356835"/>
                </a:lnTo>
                <a:lnTo>
                  <a:pt x="1486798" y="1356423"/>
                </a:lnTo>
                <a:lnTo>
                  <a:pt x="1487052" y="1356004"/>
                </a:lnTo>
                <a:lnTo>
                  <a:pt x="1487300" y="1355578"/>
                </a:lnTo>
                <a:lnTo>
                  <a:pt x="1487542" y="1355144"/>
                </a:lnTo>
                <a:lnTo>
                  <a:pt x="1487586" y="1355591"/>
                </a:lnTo>
                <a:lnTo>
                  <a:pt x="1487634" y="1356030"/>
                </a:lnTo>
                <a:lnTo>
                  <a:pt x="1487685" y="1356460"/>
                </a:lnTo>
                <a:lnTo>
                  <a:pt x="1487740" y="1356882"/>
                </a:lnTo>
                <a:lnTo>
                  <a:pt x="1487798" y="1357296"/>
                </a:lnTo>
                <a:lnTo>
                  <a:pt x="1487860" y="1357701"/>
                </a:lnTo>
                <a:lnTo>
                  <a:pt x="1487925" y="1358099"/>
                </a:lnTo>
                <a:lnTo>
                  <a:pt x="1487993" y="1358488"/>
                </a:lnTo>
                <a:lnTo>
                  <a:pt x="1488066" y="1358869"/>
                </a:lnTo>
                <a:lnTo>
                  <a:pt x="1488141" y="1359242"/>
                </a:lnTo>
                <a:lnTo>
                  <a:pt x="1488221" y="1359606"/>
                </a:lnTo>
                <a:lnTo>
                  <a:pt x="1488303" y="1359963"/>
                </a:lnTo>
                <a:lnTo>
                  <a:pt x="1488390" y="1360311"/>
                </a:lnTo>
                <a:lnTo>
                  <a:pt x="1488480" y="1360651"/>
                </a:lnTo>
                <a:lnTo>
                  <a:pt x="1488573" y="1360982"/>
                </a:lnTo>
                <a:lnTo>
                  <a:pt x="1488670" y="1361306"/>
                </a:lnTo>
                <a:lnTo>
                  <a:pt x="1488770" y="1361621"/>
                </a:lnTo>
                <a:lnTo>
                  <a:pt x="1488874" y="1361928"/>
                </a:lnTo>
                <a:lnTo>
                  <a:pt x="1488981" y="1362227"/>
                </a:lnTo>
                <a:lnTo>
                  <a:pt x="1489092" y="1362517"/>
                </a:lnTo>
                <a:lnTo>
                  <a:pt x="1489207" y="1362800"/>
                </a:lnTo>
                <a:lnTo>
                  <a:pt x="1489325" y="1363074"/>
                </a:lnTo>
                <a:lnTo>
                  <a:pt x="1489446" y="1363340"/>
                </a:lnTo>
                <a:lnTo>
                  <a:pt x="1489571" y="1363598"/>
                </a:lnTo>
                <a:lnTo>
                  <a:pt x="1489701" y="1363848"/>
                </a:lnTo>
                <a:lnTo>
                  <a:pt x="1489837" y="1364092"/>
                </a:lnTo>
                <a:lnTo>
                  <a:pt x="1489978" y="1364329"/>
                </a:lnTo>
                <a:lnTo>
                  <a:pt x="1490126" y="1364560"/>
                </a:lnTo>
                <a:lnTo>
                  <a:pt x="1490279" y="1364785"/>
                </a:lnTo>
                <a:lnTo>
                  <a:pt x="1490438" y="1365003"/>
                </a:lnTo>
                <a:lnTo>
                  <a:pt x="1490603" y="1365215"/>
                </a:lnTo>
                <a:lnTo>
                  <a:pt x="1490774" y="1365420"/>
                </a:lnTo>
                <a:lnTo>
                  <a:pt x="1490950" y="1365619"/>
                </a:lnTo>
                <a:lnTo>
                  <a:pt x="1491133" y="1365811"/>
                </a:lnTo>
                <a:lnTo>
                  <a:pt x="1491321" y="1365997"/>
                </a:lnTo>
                <a:lnTo>
                  <a:pt x="1491516" y="1366176"/>
                </a:lnTo>
                <a:lnTo>
                  <a:pt x="1491716" y="1366349"/>
                </a:lnTo>
                <a:lnTo>
                  <a:pt x="1491922" y="1366515"/>
                </a:lnTo>
                <a:lnTo>
                  <a:pt x="1492134" y="1366675"/>
                </a:lnTo>
                <a:lnTo>
                  <a:pt x="1492352" y="1366829"/>
                </a:lnTo>
                <a:lnTo>
                  <a:pt x="1492575" y="1366976"/>
                </a:lnTo>
                <a:lnTo>
                  <a:pt x="1492805" y="1367116"/>
                </a:lnTo>
                <a:lnTo>
                  <a:pt x="1493040" y="1367251"/>
                </a:lnTo>
                <a:lnTo>
                  <a:pt x="1493281" y="1367378"/>
                </a:lnTo>
                <a:lnTo>
                  <a:pt x="1493529" y="1367499"/>
                </a:lnTo>
                <a:lnTo>
                  <a:pt x="1493782" y="1367614"/>
                </a:lnTo>
                <a:lnTo>
                  <a:pt x="1494041" y="1367723"/>
                </a:lnTo>
                <a:lnTo>
                  <a:pt x="1494305" y="1367824"/>
                </a:lnTo>
                <a:lnTo>
                  <a:pt x="1494576" y="1367935"/>
                </a:lnTo>
                <a:lnTo>
                  <a:pt x="1494854" y="1368040"/>
                </a:lnTo>
                <a:lnTo>
                  <a:pt x="1495137" y="1368141"/>
                </a:lnTo>
                <a:lnTo>
                  <a:pt x="1495428" y="1368238"/>
                </a:lnTo>
                <a:lnTo>
                  <a:pt x="1495724" y="1368329"/>
                </a:lnTo>
                <a:lnTo>
                  <a:pt x="1496028" y="1368416"/>
                </a:lnTo>
                <a:lnTo>
                  <a:pt x="1496337" y="1368498"/>
                </a:lnTo>
                <a:lnTo>
                  <a:pt x="1496653" y="1368576"/>
                </a:lnTo>
                <a:lnTo>
                  <a:pt x="1496976" y="1368649"/>
                </a:lnTo>
                <a:lnTo>
                  <a:pt x="1497305" y="1368717"/>
                </a:lnTo>
                <a:lnTo>
                  <a:pt x="1497641" y="1368780"/>
                </a:lnTo>
                <a:lnTo>
                  <a:pt x="1497982" y="1368839"/>
                </a:lnTo>
                <a:lnTo>
                  <a:pt x="1498331" y="1368893"/>
                </a:lnTo>
                <a:lnTo>
                  <a:pt x="1498686" y="1368942"/>
                </a:lnTo>
                <a:lnTo>
                  <a:pt x="1499047" y="1368987"/>
                </a:lnTo>
                <a:lnTo>
                  <a:pt x="1499415" y="1369027"/>
                </a:lnTo>
                <a:lnTo>
                  <a:pt x="1499789" y="1369062"/>
                </a:lnTo>
                <a:lnTo>
                  <a:pt x="1500170" y="1369092"/>
                </a:lnTo>
                <a:lnTo>
                  <a:pt x="1500557" y="1369118"/>
                </a:lnTo>
                <a:lnTo>
                  <a:pt x="1500951" y="1369139"/>
                </a:lnTo>
                <a:lnTo>
                  <a:pt x="1501351" y="1369156"/>
                </a:lnTo>
                <a:lnTo>
                  <a:pt x="1501757" y="1369168"/>
                </a:lnTo>
                <a:lnTo>
                  <a:pt x="1502170" y="1369175"/>
                </a:lnTo>
                <a:lnTo>
                  <a:pt x="1502590" y="1369177"/>
                </a:lnTo>
                <a:lnTo>
                  <a:pt x="1502885" y="1369175"/>
                </a:lnTo>
                <a:lnTo>
                  <a:pt x="1503179" y="1369171"/>
                </a:lnTo>
                <a:lnTo>
                  <a:pt x="1503472" y="1369164"/>
                </a:lnTo>
                <a:lnTo>
                  <a:pt x="1503764" y="1369153"/>
                </a:lnTo>
                <a:lnTo>
                  <a:pt x="1504054" y="1369140"/>
                </a:lnTo>
                <a:lnTo>
                  <a:pt x="1504344" y="1369124"/>
                </a:lnTo>
                <a:lnTo>
                  <a:pt x="1504632" y="1369105"/>
                </a:lnTo>
                <a:lnTo>
                  <a:pt x="1504919" y="1369083"/>
                </a:lnTo>
                <a:lnTo>
                  <a:pt x="1505205" y="1369058"/>
                </a:lnTo>
                <a:lnTo>
                  <a:pt x="1505490" y="1369030"/>
                </a:lnTo>
                <a:lnTo>
                  <a:pt x="1505773" y="1368999"/>
                </a:lnTo>
                <a:lnTo>
                  <a:pt x="1506055" y="1368966"/>
                </a:lnTo>
                <a:lnTo>
                  <a:pt x="1506337" y="1368929"/>
                </a:lnTo>
                <a:lnTo>
                  <a:pt x="1506617" y="1368889"/>
                </a:lnTo>
                <a:lnTo>
                  <a:pt x="1506896" y="1368847"/>
                </a:lnTo>
                <a:lnTo>
                  <a:pt x="1507173" y="1368801"/>
                </a:lnTo>
                <a:lnTo>
                  <a:pt x="1507450" y="1368753"/>
                </a:lnTo>
                <a:lnTo>
                  <a:pt x="1507725" y="1368701"/>
                </a:lnTo>
                <a:lnTo>
                  <a:pt x="1507999" y="1368647"/>
                </a:lnTo>
                <a:lnTo>
                  <a:pt x="1508272" y="1368590"/>
                </a:lnTo>
                <a:lnTo>
                  <a:pt x="1508544" y="1368530"/>
                </a:lnTo>
                <a:lnTo>
                  <a:pt x="1508815" y="1368467"/>
                </a:lnTo>
                <a:lnTo>
                  <a:pt x="1509084" y="1368401"/>
                </a:lnTo>
                <a:lnTo>
                  <a:pt x="1509352" y="1368332"/>
                </a:lnTo>
                <a:lnTo>
                  <a:pt x="1509618" y="1368260"/>
                </a:lnTo>
                <a:lnTo>
                  <a:pt x="1509881" y="1368186"/>
                </a:lnTo>
                <a:lnTo>
                  <a:pt x="1510140" y="1368110"/>
                </a:lnTo>
                <a:lnTo>
                  <a:pt x="1510395" y="1368031"/>
                </a:lnTo>
                <a:lnTo>
                  <a:pt x="1510647" y="1367950"/>
                </a:lnTo>
                <a:lnTo>
                  <a:pt x="1510895" y="1367867"/>
                </a:lnTo>
                <a:lnTo>
                  <a:pt x="1511140" y="1367781"/>
                </a:lnTo>
                <a:lnTo>
                  <a:pt x="1511381" y="1367693"/>
                </a:lnTo>
                <a:lnTo>
                  <a:pt x="1511619" y="1367602"/>
                </a:lnTo>
                <a:lnTo>
                  <a:pt x="1511853" y="1367510"/>
                </a:lnTo>
                <a:lnTo>
                  <a:pt x="1512084" y="1367415"/>
                </a:lnTo>
                <a:lnTo>
                  <a:pt x="1512311" y="1367317"/>
                </a:lnTo>
                <a:lnTo>
                  <a:pt x="1512535" y="1367217"/>
                </a:lnTo>
                <a:lnTo>
                  <a:pt x="1512755" y="1367115"/>
                </a:lnTo>
                <a:lnTo>
                  <a:pt x="1512971" y="1367011"/>
                </a:lnTo>
                <a:lnTo>
                  <a:pt x="1513185" y="1366904"/>
                </a:lnTo>
                <a:lnTo>
                  <a:pt x="1513394" y="1366795"/>
                </a:lnTo>
                <a:lnTo>
                  <a:pt x="1513600" y="1366683"/>
                </a:lnTo>
                <a:lnTo>
                  <a:pt x="1513803" y="1366569"/>
                </a:lnTo>
                <a:lnTo>
                  <a:pt x="1514002" y="1366453"/>
                </a:lnTo>
                <a:lnTo>
                  <a:pt x="1514197" y="1366334"/>
                </a:lnTo>
                <a:lnTo>
                  <a:pt x="1514389" y="1366214"/>
                </a:lnTo>
                <a:lnTo>
                  <a:pt x="1514578" y="1366090"/>
                </a:lnTo>
                <a:lnTo>
                  <a:pt x="1514762" y="1365965"/>
                </a:lnTo>
                <a:lnTo>
                  <a:pt x="1514762" y="1354975"/>
                </a:lnTo>
                <a:lnTo>
                  <a:pt x="1514521" y="1355141"/>
                </a:lnTo>
                <a:lnTo>
                  <a:pt x="1514276" y="1355299"/>
                </a:lnTo>
                <a:lnTo>
                  <a:pt x="1514028" y="1355451"/>
                </a:lnTo>
                <a:lnTo>
                  <a:pt x="1513776" y="1355595"/>
                </a:lnTo>
                <a:lnTo>
                  <a:pt x="1513521" y="1355733"/>
                </a:lnTo>
                <a:lnTo>
                  <a:pt x="1513262" y="1355863"/>
                </a:lnTo>
                <a:lnTo>
                  <a:pt x="1513000" y="1355986"/>
                </a:lnTo>
                <a:lnTo>
                  <a:pt x="1512734" y="1356102"/>
                </a:lnTo>
                <a:lnTo>
                  <a:pt x="1512464" y="1356212"/>
                </a:lnTo>
                <a:lnTo>
                  <a:pt x="1512191" y="1356314"/>
                </a:lnTo>
                <a:lnTo>
                  <a:pt x="1511915" y="1356409"/>
                </a:lnTo>
                <a:lnTo>
                  <a:pt x="1511635" y="1356497"/>
                </a:lnTo>
                <a:lnTo>
                  <a:pt x="1511351" y="1356578"/>
                </a:lnTo>
                <a:lnTo>
                  <a:pt x="1511064" y="1356652"/>
                </a:lnTo>
                <a:lnTo>
                  <a:pt x="1510774" y="1356719"/>
                </a:lnTo>
                <a:lnTo>
                  <a:pt x="1510479" y="1356779"/>
                </a:lnTo>
                <a:lnTo>
                  <a:pt x="1510182" y="1356831"/>
                </a:lnTo>
                <a:lnTo>
                  <a:pt x="1509881" y="1356877"/>
                </a:lnTo>
                <a:lnTo>
                  <a:pt x="1509576" y="1356916"/>
                </a:lnTo>
                <a:lnTo>
                  <a:pt x="1509268" y="1356948"/>
                </a:lnTo>
                <a:lnTo>
                  <a:pt x="1508956" y="1356972"/>
                </a:lnTo>
                <a:lnTo>
                  <a:pt x="1508641" y="1356990"/>
                </a:lnTo>
                <a:lnTo>
                  <a:pt x="1508322" y="1357001"/>
                </a:lnTo>
                <a:lnTo>
                  <a:pt x="1508000" y="1357004"/>
                </a:lnTo>
                <a:lnTo>
                  <a:pt x="1507818" y="1357002"/>
                </a:lnTo>
                <a:lnTo>
                  <a:pt x="1507639" y="1356996"/>
                </a:lnTo>
                <a:lnTo>
                  <a:pt x="1507463" y="1356986"/>
                </a:lnTo>
                <a:lnTo>
                  <a:pt x="1507291" y="1356971"/>
                </a:lnTo>
                <a:lnTo>
                  <a:pt x="1507121" y="1356953"/>
                </a:lnTo>
                <a:lnTo>
                  <a:pt x="1506954" y="1356930"/>
                </a:lnTo>
                <a:lnTo>
                  <a:pt x="1506790" y="1356903"/>
                </a:lnTo>
                <a:lnTo>
                  <a:pt x="1506628" y="1356873"/>
                </a:lnTo>
                <a:lnTo>
                  <a:pt x="1506470" y="1356838"/>
                </a:lnTo>
                <a:lnTo>
                  <a:pt x="1506315" y="1356799"/>
                </a:lnTo>
                <a:lnTo>
                  <a:pt x="1506163" y="1356755"/>
                </a:lnTo>
                <a:lnTo>
                  <a:pt x="1506013" y="1356708"/>
                </a:lnTo>
                <a:lnTo>
                  <a:pt x="1505867" y="1356657"/>
                </a:lnTo>
                <a:lnTo>
                  <a:pt x="1505723" y="1356601"/>
                </a:lnTo>
                <a:lnTo>
                  <a:pt x="1505583" y="1356542"/>
                </a:lnTo>
                <a:lnTo>
                  <a:pt x="1505445" y="1356478"/>
                </a:lnTo>
                <a:lnTo>
                  <a:pt x="1505310" y="1356410"/>
                </a:lnTo>
                <a:lnTo>
                  <a:pt x="1505178" y="1356338"/>
                </a:lnTo>
                <a:lnTo>
                  <a:pt x="1505050" y="1356262"/>
                </a:lnTo>
                <a:lnTo>
                  <a:pt x="1504924" y="1356182"/>
                </a:lnTo>
                <a:lnTo>
                  <a:pt x="1504801" y="1356098"/>
                </a:lnTo>
                <a:lnTo>
                  <a:pt x="1504681" y="1356010"/>
                </a:lnTo>
                <a:lnTo>
                  <a:pt x="1504564" y="1355917"/>
                </a:lnTo>
                <a:lnTo>
                  <a:pt x="1504449" y="1355821"/>
                </a:lnTo>
                <a:lnTo>
                  <a:pt x="1504339" y="1355719"/>
                </a:lnTo>
                <a:lnTo>
                  <a:pt x="1504233" y="1355613"/>
                </a:lnTo>
                <a:lnTo>
                  <a:pt x="1504132" y="1355501"/>
                </a:lnTo>
                <a:lnTo>
                  <a:pt x="1504036" y="1355384"/>
                </a:lnTo>
                <a:lnTo>
                  <a:pt x="1503944" y="1355261"/>
                </a:lnTo>
                <a:lnTo>
                  <a:pt x="1503858" y="1355134"/>
                </a:lnTo>
                <a:lnTo>
                  <a:pt x="1503775" y="1355001"/>
                </a:lnTo>
                <a:lnTo>
                  <a:pt x="1503698" y="1354862"/>
                </a:lnTo>
                <a:lnTo>
                  <a:pt x="1503625" y="1354719"/>
                </a:lnTo>
                <a:lnTo>
                  <a:pt x="1503557" y="1354570"/>
                </a:lnTo>
                <a:lnTo>
                  <a:pt x="1503494" y="1354416"/>
                </a:lnTo>
                <a:lnTo>
                  <a:pt x="1503435" y="1354257"/>
                </a:lnTo>
                <a:lnTo>
                  <a:pt x="1503381" y="1354092"/>
                </a:lnTo>
                <a:lnTo>
                  <a:pt x="1503332" y="1353922"/>
                </a:lnTo>
                <a:lnTo>
                  <a:pt x="1503287" y="1353747"/>
                </a:lnTo>
                <a:lnTo>
                  <a:pt x="1503247" y="1353566"/>
                </a:lnTo>
                <a:lnTo>
                  <a:pt x="1503212" y="1353381"/>
                </a:lnTo>
                <a:lnTo>
                  <a:pt x="1503181" y="1353189"/>
                </a:lnTo>
                <a:lnTo>
                  <a:pt x="1503155" y="1352993"/>
                </a:lnTo>
                <a:lnTo>
                  <a:pt x="1503134" y="1352791"/>
                </a:lnTo>
                <a:lnTo>
                  <a:pt x="1503118" y="1352585"/>
                </a:lnTo>
                <a:lnTo>
                  <a:pt x="1503106" y="1352372"/>
                </a:lnTo>
                <a:lnTo>
                  <a:pt x="1503099" y="1352155"/>
                </a:lnTo>
                <a:lnTo>
                  <a:pt x="1503097" y="1351932"/>
                </a:lnTo>
                <a:lnTo>
                  <a:pt x="1503097" y="1306115"/>
                </a:lnTo>
                <a:lnTo>
                  <a:pt x="1503081" y="1305000"/>
                </a:lnTo>
                <a:lnTo>
                  <a:pt x="1503036" y="1303909"/>
                </a:lnTo>
                <a:lnTo>
                  <a:pt x="1502959" y="1302842"/>
                </a:lnTo>
                <a:lnTo>
                  <a:pt x="1502853" y="1301799"/>
                </a:lnTo>
                <a:lnTo>
                  <a:pt x="1502715" y="1300780"/>
                </a:lnTo>
                <a:lnTo>
                  <a:pt x="1502547" y="1299785"/>
                </a:lnTo>
                <a:lnTo>
                  <a:pt x="1502349" y="1298815"/>
                </a:lnTo>
                <a:lnTo>
                  <a:pt x="1502120" y="1297868"/>
                </a:lnTo>
                <a:lnTo>
                  <a:pt x="1501860" y="1296946"/>
                </a:lnTo>
                <a:lnTo>
                  <a:pt x="1501570" y="1296047"/>
                </a:lnTo>
                <a:lnTo>
                  <a:pt x="1501250" y="1295173"/>
                </a:lnTo>
                <a:lnTo>
                  <a:pt x="1500899" y="1294322"/>
                </a:lnTo>
                <a:lnTo>
                  <a:pt x="1500517" y="1293496"/>
                </a:lnTo>
                <a:lnTo>
                  <a:pt x="1500105" y="1292694"/>
                </a:lnTo>
                <a:lnTo>
                  <a:pt x="1499663" y="1291916"/>
                </a:lnTo>
                <a:lnTo>
                  <a:pt x="1499189" y="1291162"/>
                </a:lnTo>
                <a:lnTo>
                  <a:pt x="1498686" y="1290432"/>
                </a:lnTo>
                <a:lnTo>
                  <a:pt x="1498152" y="1289726"/>
                </a:lnTo>
                <a:lnTo>
                  <a:pt x="1497587" y="1289044"/>
                </a:lnTo>
                <a:lnTo>
                  <a:pt x="1496992" y="1288386"/>
                </a:lnTo>
                <a:lnTo>
                  <a:pt x="1496366" y="1287753"/>
                </a:lnTo>
                <a:lnTo>
                  <a:pt x="1495709" y="1287143"/>
                </a:lnTo>
                <a:lnTo>
                  <a:pt x="1495023" y="1286557"/>
                </a:lnTo>
                <a:lnTo>
                  <a:pt x="1494305" y="1285996"/>
                </a:lnTo>
                <a:lnTo>
                  <a:pt x="1493572" y="1285458"/>
                </a:lnTo>
                <a:lnTo>
                  <a:pt x="1492809" y="1284943"/>
                </a:lnTo>
                <a:lnTo>
                  <a:pt x="1492018" y="1284450"/>
                </a:lnTo>
                <a:lnTo>
                  <a:pt x="1491196" y="1283981"/>
                </a:lnTo>
                <a:lnTo>
                  <a:pt x="1490346" y="1283535"/>
                </a:lnTo>
                <a:lnTo>
                  <a:pt x="1489466" y="1283111"/>
                </a:lnTo>
                <a:lnTo>
                  <a:pt x="1488556" y="1282710"/>
                </a:lnTo>
                <a:lnTo>
                  <a:pt x="1487618" y="1282333"/>
                </a:lnTo>
                <a:lnTo>
                  <a:pt x="1486650" y="1281978"/>
                </a:lnTo>
                <a:lnTo>
                  <a:pt x="1485652" y="1281646"/>
                </a:lnTo>
                <a:lnTo>
                  <a:pt x="1484626" y="1281337"/>
                </a:lnTo>
                <a:lnTo>
                  <a:pt x="1483569" y="1281051"/>
                </a:lnTo>
                <a:lnTo>
                  <a:pt x="1482484" y="1280787"/>
                </a:lnTo>
                <a:lnTo>
                  <a:pt x="1481369" y="1280547"/>
                </a:lnTo>
                <a:lnTo>
                  <a:pt x="1480225" y="1280329"/>
                </a:lnTo>
                <a:lnTo>
                  <a:pt x="1479052" y="1280135"/>
                </a:lnTo>
                <a:lnTo>
                  <a:pt x="1477849" y="1279963"/>
                </a:lnTo>
                <a:lnTo>
                  <a:pt x="1476617" y="1279814"/>
                </a:lnTo>
                <a:lnTo>
                  <a:pt x="1475355" y="1279688"/>
                </a:lnTo>
                <a:lnTo>
                  <a:pt x="1474064" y="1279585"/>
                </a:lnTo>
                <a:lnTo>
                  <a:pt x="1472744" y="1279505"/>
                </a:lnTo>
                <a:lnTo>
                  <a:pt x="1471394" y="1279448"/>
                </a:lnTo>
                <a:lnTo>
                  <a:pt x="1470015" y="1279414"/>
                </a:lnTo>
                <a:lnTo>
                  <a:pt x="1468607" y="1279402"/>
                </a:lnTo>
                <a:lnTo>
                  <a:pt x="1467280" y="1279414"/>
                </a:lnTo>
                <a:lnTo>
                  <a:pt x="1465975" y="1279448"/>
                </a:lnTo>
                <a:lnTo>
                  <a:pt x="1464692" y="1279505"/>
                </a:lnTo>
                <a:lnTo>
                  <a:pt x="1463432" y="1279585"/>
                </a:lnTo>
                <a:lnTo>
                  <a:pt x="1462194" y="1279688"/>
                </a:lnTo>
                <a:lnTo>
                  <a:pt x="1460978" y="1279814"/>
                </a:lnTo>
                <a:lnTo>
                  <a:pt x="1459784" y="1279963"/>
                </a:lnTo>
                <a:lnTo>
                  <a:pt x="1458613" y="1280135"/>
                </a:lnTo>
                <a:lnTo>
                  <a:pt x="1457464" y="1280329"/>
                </a:lnTo>
                <a:lnTo>
                  <a:pt x="1456338" y="1280547"/>
                </a:lnTo>
                <a:lnTo>
                  <a:pt x="1455234" y="1280787"/>
                </a:lnTo>
                <a:lnTo>
                  <a:pt x="1454152" y="1281051"/>
                </a:lnTo>
                <a:lnTo>
                  <a:pt x="1453092" y="1281337"/>
                </a:lnTo>
                <a:lnTo>
                  <a:pt x="1452055" y="1281646"/>
                </a:lnTo>
                <a:lnTo>
                  <a:pt x="1451040" y="1281978"/>
                </a:lnTo>
                <a:lnTo>
                  <a:pt x="1450047" y="1282333"/>
                </a:lnTo>
                <a:lnTo>
                  <a:pt x="1449077" y="1282710"/>
                </a:lnTo>
                <a:lnTo>
                  <a:pt x="1448129" y="1283111"/>
                </a:lnTo>
                <a:lnTo>
                  <a:pt x="1447203" y="1283535"/>
                </a:lnTo>
                <a:lnTo>
                  <a:pt x="1446300" y="1283981"/>
                </a:lnTo>
                <a:lnTo>
                  <a:pt x="1445418" y="1284450"/>
                </a:lnTo>
                <a:lnTo>
                  <a:pt x="1444560" y="1284943"/>
                </a:lnTo>
                <a:lnTo>
                  <a:pt x="1443723" y="1285458"/>
                </a:lnTo>
                <a:lnTo>
                  <a:pt x="1442909" y="1285996"/>
                </a:lnTo>
                <a:lnTo>
                  <a:pt x="1442136" y="1286553"/>
                </a:lnTo>
                <a:lnTo>
                  <a:pt x="1441397" y="1287127"/>
                </a:lnTo>
                <a:lnTo>
                  <a:pt x="1440690" y="1287716"/>
                </a:lnTo>
                <a:lnTo>
                  <a:pt x="1440016" y="1288321"/>
                </a:lnTo>
                <a:lnTo>
                  <a:pt x="1439375" y="1288941"/>
                </a:lnTo>
                <a:lnTo>
                  <a:pt x="1438767" y="1289578"/>
                </a:lnTo>
                <a:lnTo>
                  <a:pt x="1438191" y="1290230"/>
                </a:lnTo>
                <a:lnTo>
                  <a:pt x="1437649" y="1290899"/>
                </a:lnTo>
                <a:lnTo>
                  <a:pt x="1437139" y="1291583"/>
                </a:lnTo>
                <a:lnTo>
                  <a:pt x="1436663" y="1292283"/>
                </a:lnTo>
                <a:lnTo>
                  <a:pt x="1436219" y="1292999"/>
                </a:lnTo>
                <a:lnTo>
                  <a:pt x="1435808" y="1293731"/>
                </a:lnTo>
                <a:lnTo>
                  <a:pt x="1435430" y="1294478"/>
                </a:lnTo>
                <a:lnTo>
                  <a:pt x="1435085" y="1295242"/>
                </a:lnTo>
                <a:lnTo>
                  <a:pt x="1434772" y="1296021"/>
                </a:lnTo>
                <a:lnTo>
                  <a:pt x="1434493" y="1296816"/>
                </a:lnTo>
                <a:lnTo>
                  <a:pt x="1434246" y="1297627"/>
                </a:lnTo>
                <a:lnTo>
                  <a:pt x="1434033" y="1298454"/>
                </a:lnTo>
                <a:lnTo>
                  <a:pt x="1433852" y="1299297"/>
                </a:lnTo>
                <a:lnTo>
                  <a:pt x="1433704" y="1300155"/>
                </a:lnTo>
                <a:lnTo>
                  <a:pt x="1433589" y="1301030"/>
                </a:lnTo>
                <a:lnTo>
                  <a:pt x="1433507" y="1301920"/>
                </a:lnTo>
                <a:lnTo>
                  <a:pt x="1433457" y="1302826"/>
                </a:lnTo>
                <a:lnTo>
                  <a:pt x="1433441" y="1303748"/>
                </a:lnTo>
                <a:lnTo>
                  <a:pt x="1433441" y="1303775"/>
                </a:lnTo>
                <a:lnTo>
                  <a:pt x="1433440" y="1303800"/>
                </a:lnTo>
                <a:lnTo>
                  <a:pt x="1433438" y="1303822"/>
                </a:lnTo>
                <a:lnTo>
                  <a:pt x="1433436" y="1303842"/>
                </a:lnTo>
                <a:lnTo>
                  <a:pt x="1433434" y="1303859"/>
                </a:lnTo>
                <a:lnTo>
                  <a:pt x="1433430" y="1303875"/>
                </a:lnTo>
                <a:lnTo>
                  <a:pt x="1433427" y="1303888"/>
                </a:lnTo>
                <a:lnTo>
                  <a:pt x="1433422" y="1303898"/>
                </a:lnTo>
                <a:lnTo>
                  <a:pt x="1433417" y="1303906"/>
                </a:lnTo>
                <a:lnTo>
                  <a:pt x="1433412" y="1303912"/>
                </a:lnTo>
                <a:lnTo>
                  <a:pt x="1433405" y="1303916"/>
                </a:lnTo>
                <a:lnTo>
                  <a:pt x="1433399" y="1303917"/>
                </a:lnTo>
                <a:lnTo>
                  <a:pt x="1433391" y="1303916"/>
                </a:lnTo>
                <a:lnTo>
                  <a:pt x="1433384" y="1303912"/>
                </a:lnTo>
                <a:lnTo>
                  <a:pt x="1433375" y="1303906"/>
                </a:lnTo>
                <a:lnTo>
                  <a:pt x="1433366" y="1303898"/>
                </a:lnTo>
                <a:lnTo>
                  <a:pt x="1433356" y="1303888"/>
                </a:lnTo>
                <a:lnTo>
                  <a:pt x="1433346" y="1303875"/>
                </a:lnTo>
                <a:lnTo>
                  <a:pt x="1433335" y="1303859"/>
                </a:lnTo>
                <a:lnTo>
                  <a:pt x="1433324" y="1303842"/>
                </a:lnTo>
                <a:lnTo>
                  <a:pt x="1433312" y="1303822"/>
                </a:lnTo>
                <a:lnTo>
                  <a:pt x="1433299" y="1303800"/>
                </a:lnTo>
                <a:lnTo>
                  <a:pt x="1433286" y="1303775"/>
                </a:lnTo>
                <a:lnTo>
                  <a:pt x="1433272" y="1303748"/>
                </a:lnTo>
                <a:lnTo>
                  <a:pt x="1433272" y="1303783"/>
                </a:lnTo>
                <a:lnTo>
                  <a:pt x="1433272" y="1303848"/>
                </a:lnTo>
                <a:lnTo>
                  <a:pt x="1433272" y="1303917"/>
                </a:lnTo>
                <a:lnTo>
                  <a:pt x="1433286" y="1303991"/>
                </a:lnTo>
                <a:lnTo>
                  <a:pt x="1433301" y="1304071"/>
                </a:lnTo>
                <a:lnTo>
                  <a:pt x="1433317" y="1304157"/>
                </a:lnTo>
                <a:lnTo>
                  <a:pt x="1433333" y="1304250"/>
                </a:lnTo>
                <a:lnTo>
                  <a:pt x="1433350" y="1304350"/>
                </a:lnTo>
                <a:close/>
                <a:moveTo>
                  <a:pt x="1458482" y="1356797"/>
                </a:moveTo>
                <a:lnTo>
                  <a:pt x="1457916" y="1356698"/>
                </a:lnTo>
                <a:lnTo>
                  <a:pt x="1457365" y="1356586"/>
                </a:lnTo>
                <a:lnTo>
                  <a:pt x="1456829" y="1356463"/>
                </a:lnTo>
                <a:lnTo>
                  <a:pt x="1456307" y="1356328"/>
                </a:lnTo>
                <a:lnTo>
                  <a:pt x="1455801" y="1356181"/>
                </a:lnTo>
                <a:lnTo>
                  <a:pt x="1455308" y="1356023"/>
                </a:lnTo>
                <a:lnTo>
                  <a:pt x="1454831" y="1355852"/>
                </a:lnTo>
                <a:lnTo>
                  <a:pt x="1454368" y="1355670"/>
                </a:lnTo>
                <a:lnTo>
                  <a:pt x="1453920" y="1355477"/>
                </a:lnTo>
                <a:lnTo>
                  <a:pt x="1453486" y="1355271"/>
                </a:lnTo>
                <a:lnTo>
                  <a:pt x="1453067" y="1355054"/>
                </a:lnTo>
                <a:lnTo>
                  <a:pt x="1452663" y="1354825"/>
                </a:lnTo>
                <a:lnTo>
                  <a:pt x="1452274" y="1354584"/>
                </a:lnTo>
                <a:lnTo>
                  <a:pt x="1451899" y="1354332"/>
                </a:lnTo>
                <a:lnTo>
                  <a:pt x="1451539" y="1354068"/>
                </a:lnTo>
                <a:lnTo>
                  <a:pt x="1451193" y="1353792"/>
                </a:lnTo>
                <a:lnTo>
                  <a:pt x="1450876" y="1353504"/>
                </a:lnTo>
                <a:lnTo>
                  <a:pt x="1450572" y="1353205"/>
                </a:lnTo>
                <a:lnTo>
                  <a:pt x="1450282" y="1352894"/>
                </a:lnTo>
                <a:lnTo>
                  <a:pt x="1450005" y="1352571"/>
                </a:lnTo>
                <a:lnTo>
                  <a:pt x="1449742" y="1352236"/>
                </a:lnTo>
                <a:lnTo>
                  <a:pt x="1449492" y="1351890"/>
                </a:lnTo>
                <a:lnTo>
                  <a:pt x="1449256" y="1351532"/>
                </a:lnTo>
                <a:lnTo>
                  <a:pt x="1449033" y="1351162"/>
                </a:lnTo>
                <a:lnTo>
                  <a:pt x="1448824" y="1350780"/>
                </a:lnTo>
                <a:lnTo>
                  <a:pt x="1448628" y="1350387"/>
                </a:lnTo>
                <a:lnTo>
                  <a:pt x="1448446" y="1349982"/>
                </a:lnTo>
                <a:lnTo>
                  <a:pt x="1448277" y="1349565"/>
                </a:lnTo>
                <a:lnTo>
                  <a:pt x="1448121" y="1349137"/>
                </a:lnTo>
                <a:lnTo>
                  <a:pt x="1447980" y="1348696"/>
                </a:lnTo>
                <a:lnTo>
                  <a:pt x="1447851" y="1348244"/>
                </a:lnTo>
                <a:lnTo>
                  <a:pt x="1447737" y="1347780"/>
                </a:lnTo>
                <a:lnTo>
                  <a:pt x="1447635" y="1347305"/>
                </a:lnTo>
                <a:lnTo>
                  <a:pt x="1447548" y="1346818"/>
                </a:lnTo>
                <a:lnTo>
                  <a:pt x="1447473" y="1346319"/>
                </a:lnTo>
                <a:lnTo>
                  <a:pt x="1447413" y="1345808"/>
                </a:lnTo>
                <a:lnTo>
                  <a:pt x="1447365" y="1345286"/>
                </a:lnTo>
                <a:lnTo>
                  <a:pt x="1447332" y="1344751"/>
                </a:lnTo>
                <a:lnTo>
                  <a:pt x="1447311" y="1344205"/>
                </a:lnTo>
                <a:lnTo>
                  <a:pt x="1447305" y="1343648"/>
                </a:lnTo>
                <a:lnTo>
                  <a:pt x="1447311" y="1343104"/>
                </a:lnTo>
                <a:lnTo>
                  <a:pt x="1447329" y="1342570"/>
                </a:lnTo>
                <a:lnTo>
                  <a:pt x="1447360" y="1342047"/>
                </a:lnTo>
                <a:lnTo>
                  <a:pt x="1447403" y="1341534"/>
                </a:lnTo>
                <a:lnTo>
                  <a:pt x="1447459" y="1341033"/>
                </a:lnTo>
                <a:lnTo>
                  <a:pt x="1447527" y="1340541"/>
                </a:lnTo>
                <a:lnTo>
                  <a:pt x="1447607" y="1340060"/>
                </a:lnTo>
                <a:lnTo>
                  <a:pt x="1447699" y="1339590"/>
                </a:lnTo>
                <a:lnTo>
                  <a:pt x="1447804" y="1339131"/>
                </a:lnTo>
                <a:lnTo>
                  <a:pt x="1447921" y="1338681"/>
                </a:lnTo>
                <a:lnTo>
                  <a:pt x="1448050" y="1338243"/>
                </a:lnTo>
                <a:lnTo>
                  <a:pt x="1448192" y="1337815"/>
                </a:lnTo>
                <a:lnTo>
                  <a:pt x="1448346" y="1337398"/>
                </a:lnTo>
                <a:lnTo>
                  <a:pt x="1448513" y="1336991"/>
                </a:lnTo>
                <a:lnTo>
                  <a:pt x="1448691" y="1336595"/>
                </a:lnTo>
                <a:lnTo>
                  <a:pt x="1448883" y="1336209"/>
                </a:lnTo>
                <a:lnTo>
                  <a:pt x="1449086" y="1335834"/>
                </a:lnTo>
                <a:lnTo>
                  <a:pt x="1449302" y="1335469"/>
                </a:lnTo>
                <a:lnTo>
                  <a:pt x="1449530" y="1335115"/>
                </a:lnTo>
                <a:lnTo>
                  <a:pt x="1449770" y="1334772"/>
                </a:lnTo>
                <a:lnTo>
                  <a:pt x="1450023" y="1334439"/>
                </a:lnTo>
                <a:lnTo>
                  <a:pt x="1450288" y="1334117"/>
                </a:lnTo>
                <a:lnTo>
                  <a:pt x="1450565" y="1333805"/>
                </a:lnTo>
                <a:lnTo>
                  <a:pt x="1450855" y="1333504"/>
                </a:lnTo>
                <a:lnTo>
                  <a:pt x="1451173" y="1333198"/>
                </a:lnTo>
                <a:lnTo>
                  <a:pt x="1451508" y="1332899"/>
                </a:lnTo>
                <a:lnTo>
                  <a:pt x="1451859" y="1332608"/>
                </a:lnTo>
                <a:lnTo>
                  <a:pt x="1452226" y="1332325"/>
                </a:lnTo>
                <a:lnTo>
                  <a:pt x="1452610" y="1332049"/>
                </a:lnTo>
                <a:lnTo>
                  <a:pt x="1453011" y="1331781"/>
                </a:lnTo>
                <a:lnTo>
                  <a:pt x="1453427" y="1331521"/>
                </a:lnTo>
                <a:lnTo>
                  <a:pt x="1453861" y="1331268"/>
                </a:lnTo>
                <a:lnTo>
                  <a:pt x="1454310" y="1331023"/>
                </a:lnTo>
                <a:lnTo>
                  <a:pt x="1454776" y="1330786"/>
                </a:lnTo>
                <a:lnTo>
                  <a:pt x="1455259" y="1330556"/>
                </a:lnTo>
                <a:lnTo>
                  <a:pt x="1455758" y="1330334"/>
                </a:lnTo>
                <a:lnTo>
                  <a:pt x="1456273" y="1330119"/>
                </a:lnTo>
                <a:lnTo>
                  <a:pt x="1456805" y="1329912"/>
                </a:lnTo>
                <a:lnTo>
                  <a:pt x="1457354" y="1329713"/>
                </a:lnTo>
                <a:lnTo>
                  <a:pt x="1457918" y="1329521"/>
                </a:lnTo>
                <a:lnTo>
                  <a:pt x="1458499" y="1329337"/>
                </a:lnTo>
                <a:lnTo>
                  <a:pt x="1459097" y="1329161"/>
                </a:lnTo>
                <a:lnTo>
                  <a:pt x="1459711" y="1328992"/>
                </a:lnTo>
                <a:lnTo>
                  <a:pt x="1460342" y="1328831"/>
                </a:lnTo>
                <a:lnTo>
                  <a:pt x="1460988" y="1328677"/>
                </a:lnTo>
                <a:lnTo>
                  <a:pt x="1461652" y="1328532"/>
                </a:lnTo>
                <a:lnTo>
                  <a:pt x="1462332" y="1328393"/>
                </a:lnTo>
                <a:lnTo>
                  <a:pt x="1463028" y="1328263"/>
                </a:lnTo>
                <a:lnTo>
                  <a:pt x="1463757" y="1328125"/>
                </a:lnTo>
                <a:lnTo>
                  <a:pt x="1464506" y="1327993"/>
                </a:lnTo>
                <a:lnTo>
                  <a:pt x="1465276" y="1327866"/>
                </a:lnTo>
                <a:lnTo>
                  <a:pt x="1466066" y="1327746"/>
                </a:lnTo>
                <a:lnTo>
                  <a:pt x="1466877" y="1327632"/>
                </a:lnTo>
                <a:lnTo>
                  <a:pt x="1467709" y="1327523"/>
                </a:lnTo>
                <a:lnTo>
                  <a:pt x="1468561" y="1327420"/>
                </a:lnTo>
                <a:lnTo>
                  <a:pt x="1469434" y="1327323"/>
                </a:lnTo>
                <a:lnTo>
                  <a:pt x="1470327" y="1327232"/>
                </a:lnTo>
                <a:lnTo>
                  <a:pt x="1471241" y="1327147"/>
                </a:lnTo>
                <a:lnTo>
                  <a:pt x="1472175" y="1327068"/>
                </a:lnTo>
                <a:lnTo>
                  <a:pt x="1473130" y="1326995"/>
                </a:lnTo>
                <a:lnTo>
                  <a:pt x="1474105" y="1326927"/>
                </a:lnTo>
                <a:lnTo>
                  <a:pt x="1475101" y="1326865"/>
                </a:lnTo>
                <a:lnTo>
                  <a:pt x="1476117" y="1326810"/>
                </a:lnTo>
                <a:lnTo>
                  <a:pt x="1477154" y="1326760"/>
                </a:lnTo>
                <a:lnTo>
                  <a:pt x="1478212" y="1326716"/>
                </a:lnTo>
                <a:lnTo>
                  <a:pt x="1479290" y="1326678"/>
                </a:lnTo>
                <a:lnTo>
                  <a:pt x="1480389" y="1326645"/>
                </a:lnTo>
                <a:lnTo>
                  <a:pt x="1481508" y="1326619"/>
                </a:lnTo>
                <a:lnTo>
                  <a:pt x="1482648" y="1326598"/>
                </a:lnTo>
                <a:lnTo>
                  <a:pt x="1483808" y="1326584"/>
                </a:lnTo>
                <a:lnTo>
                  <a:pt x="1484989" y="1326575"/>
                </a:lnTo>
                <a:lnTo>
                  <a:pt x="1486190" y="1326572"/>
                </a:lnTo>
                <a:lnTo>
                  <a:pt x="1486190" y="1331813"/>
                </a:lnTo>
                <a:lnTo>
                  <a:pt x="1486186" y="1332402"/>
                </a:lnTo>
                <a:lnTo>
                  <a:pt x="1486172" y="1332987"/>
                </a:lnTo>
                <a:lnTo>
                  <a:pt x="1486150" y="1333567"/>
                </a:lnTo>
                <a:lnTo>
                  <a:pt x="1486120" y="1334142"/>
                </a:lnTo>
                <a:lnTo>
                  <a:pt x="1486080" y="1334713"/>
                </a:lnTo>
                <a:lnTo>
                  <a:pt x="1486032" y="1335279"/>
                </a:lnTo>
                <a:lnTo>
                  <a:pt x="1485974" y="1335840"/>
                </a:lnTo>
                <a:lnTo>
                  <a:pt x="1485908" y="1336397"/>
                </a:lnTo>
                <a:lnTo>
                  <a:pt x="1485833" y="1336948"/>
                </a:lnTo>
                <a:lnTo>
                  <a:pt x="1485750" y="1337496"/>
                </a:lnTo>
                <a:lnTo>
                  <a:pt x="1485657" y="1338038"/>
                </a:lnTo>
                <a:lnTo>
                  <a:pt x="1485556" y="1338576"/>
                </a:lnTo>
                <a:lnTo>
                  <a:pt x="1485446" y="1339109"/>
                </a:lnTo>
                <a:lnTo>
                  <a:pt x="1485327" y="1339637"/>
                </a:lnTo>
                <a:lnTo>
                  <a:pt x="1485199" y="1340161"/>
                </a:lnTo>
                <a:lnTo>
                  <a:pt x="1485063" y="1340680"/>
                </a:lnTo>
                <a:lnTo>
                  <a:pt x="1484918" y="1341194"/>
                </a:lnTo>
                <a:lnTo>
                  <a:pt x="1484764" y="1341703"/>
                </a:lnTo>
                <a:lnTo>
                  <a:pt x="1484601" y="1342208"/>
                </a:lnTo>
                <a:lnTo>
                  <a:pt x="1484429" y="1342708"/>
                </a:lnTo>
                <a:lnTo>
                  <a:pt x="1484248" y="1343204"/>
                </a:lnTo>
                <a:lnTo>
                  <a:pt x="1484059" y="1343695"/>
                </a:lnTo>
                <a:lnTo>
                  <a:pt x="1483861" y="1344181"/>
                </a:lnTo>
                <a:lnTo>
                  <a:pt x="1483654" y="1344662"/>
                </a:lnTo>
                <a:lnTo>
                  <a:pt x="1483452" y="1345137"/>
                </a:lnTo>
                <a:lnTo>
                  <a:pt x="1483241" y="1345604"/>
                </a:lnTo>
                <a:lnTo>
                  <a:pt x="1483020" y="1346062"/>
                </a:lnTo>
                <a:lnTo>
                  <a:pt x="1482790" y="1346513"/>
                </a:lnTo>
                <a:lnTo>
                  <a:pt x="1482550" y="1346955"/>
                </a:lnTo>
                <a:lnTo>
                  <a:pt x="1482302" y="1347388"/>
                </a:lnTo>
                <a:lnTo>
                  <a:pt x="1482043" y="1347814"/>
                </a:lnTo>
                <a:lnTo>
                  <a:pt x="1481776" y="1348231"/>
                </a:lnTo>
                <a:lnTo>
                  <a:pt x="1481498" y="1348640"/>
                </a:lnTo>
                <a:lnTo>
                  <a:pt x="1481212" y="1349041"/>
                </a:lnTo>
                <a:lnTo>
                  <a:pt x="1480916" y="1349434"/>
                </a:lnTo>
                <a:lnTo>
                  <a:pt x="1480611" y="1349819"/>
                </a:lnTo>
                <a:lnTo>
                  <a:pt x="1480296" y="1350195"/>
                </a:lnTo>
                <a:lnTo>
                  <a:pt x="1479972" y="1350563"/>
                </a:lnTo>
                <a:lnTo>
                  <a:pt x="1479639" y="1350923"/>
                </a:lnTo>
                <a:lnTo>
                  <a:pt x="1479296" y="1351275"/>
                </a:lnTo>
                <a:lnTo>
                  <a:pt x="1478944" y="1351618"/>
                </a:lnTo>
                <a:lnTo>
                  <a:pt x="1478582" y="1351953"/>
                </a:lnTo>
                <a:lnTo>
                  <a:pt x="1478211" y="1352280"/>
                </a:lnTo>
                <a:lnTo>
                  <a:pt x="1477831" y="1352599"/>
                </a:lnTo>
                <a:lnTo>
                  <a:pt x="1477441" y="1352909"/>
                </a:lnTo>
                <a:lnTo>
                  <a:pt x="1477042" y="1353212"/>
                </a:lnTo>
                <a:lnTo>
                  <a:pt x="1476633" y="1353506"/>
                </a:lnTo>
                <a:lnTo>
                  <a:pt x="1476215" y="1353792"/>
                </a:lnTo>
                <a:lnTo>
                  <a:pt x="1475802" y="1354068"/>
                </a:lnTo>
                <a:lnTo>
                  <a:pt x="1475378" y="1354332"/>
                </a:lnTo>
                <a:lnTo>
                  <a:pt x="1474944" y="1354584"/>
                </a:lnTo>
                <a:lnTo>
                  <a:pt x="1474501" y="1354825"/>
                </a:lnTo>
                <a:lnTo>
                  <a:pt x="1474047" y="1355054"/>
                </a:lnTo>
                <a:lnTo>
                  <a:pt x="1473584" y="1355271"/>
                </a:lnTo>
                <a:lnTo>
                  <a:pt x="1473111" y="1355477"/>
                </a:lnTo>
                <a:lnTo>
                  <a:pt x="1472627" y="1355670"/>
                </a:lnTo>
                <a:lnTo>
                  <a:pt x="1472134" y="1355852"/>
                </a:lnTo>
                <a:lnTo>
                  <a:pt x="1471630" y="1356023"/>
                </a:lnTo>
                <a:lnTo>
                  <a:pt x="1471117" y="1356181"/>
                </a:lnTo>
                <a:lnTo>
                  <a:pt x="1470594" y="1356328"/>
                </a:lnTo>
                <a:lnTo>
                  <a:pt x="1470060" y="1356463"/>
                </a:lnTo>
                <a:lnTo>
                  <a:pt x="1469517" y="1356586"/>
                </a:lnTo>
                <a:lnTo>
                  <a:pt x="1468964" y="1356698"/>
                </a:lnTo>
                <a:lnTo>
                  <a:pt x="1468400" y="1356797"/>
                </a:lnTo>
                <a:lnTo>
                  <a:pt x="1467827" y="1356886"/>
                </a:lnTo>
                <a:lnTo>
                  <a:pt x="1467244" y="1356962"/>
                </a:lnTo>
                <a:lnTo>
                  <a:pt x="1466651" y="1357026"/>
                </a:lnTo>
                <a:lnTo>
                  <a:pt x="1466048" y="1357079"/>
                </a:lnTo>
                <a:lnTo>
                  <a:pt x="1465434" y="1357120"/>
                </a:lnTo>
                <a:lnTo>
                  <a:pt x="1464811" y="1357150"/>
                </a:lnTo>
                <a:lnTo>
                  <a:pt x="1464178" y="1357167"/>
                </a:lnTo>
                <a:lnTo>
                  <a:pt x="1463535" y="1357173"/>
                </a:lnTo>
                <a:lnTo>
                  <a:pt x="1462852" y="1357167"/>
                </a:lnTo>
                <a:lnTo>
                  <a:pt x="1462184" y="1357150"/>
                </a:lnTo>
                <a:lnTo>
                  <a:pt x="1461530" y="1357120"/>
                </a:lnTo>
                <a:lnTo>
                  <a:pt x="1460891" y="1357079"/>
                </a:lnTo>
                <a:lnTo>
                  <a:pt x="1460267" y="1357026"/>
                </a:lnTo>
                <a:lnTo>
                  <a:pt x="1459657" y="1356962"/>
                </a:lnTo>
                <a:lnTo>
                  <a:pt x="1459062" y="1356886"/>
                </a:lnTo>
                <a:lnTo>
                  <a:pt x="1458482" y="1356797"/>
                </a:lnTo>
                <a:close/>
                <a:moveTo>
                  <a:pt x="1410852" y="1389296"/>
                </a:moveTo>
                <a:lnTo>
                  <a:pt x="1410852" y="1377123"/>
                </a:lnTo>
                <a:lnTo>
                  <a:pt x="1326319" y="1377123"/>
                </a:lnTo>
                <a:lnTo>
                  <a:pt x="1326319" y="1389296"/>
                </a:lnTo>
                <a:lnTo>
                  <a:pt x="1410852" y="1389296"/>
                </a:lnTo>
                <a:close/>
                <a:moveTo>
                  <a:pt x="1464549" y="2248113"/>
                </a:moveTo>
                <a:lnTo>
                  <a:pt x="1450010" y="2248113"/>
                </a:lnTo>
                <a:lnTo>
                  <a:pt x="1450010" y="2272965"/>
                </a:lnTo>
                <a:lnTo>
                  <a:pt x="1453898" y="2295113"/>
                </a:lnTo>
                <a:lnTo>
                  <a:pt x="1460661" y="2295113"/>
                </a:lnTo>
                <a:lnTo>
                  <a:pt x="1464549" y="2272965"/>
                </a:lnTo>
                <a:lnTo>
                  <a:pt x="1464549" y="2248113"/>
                </a:lnTo>
                <a:close/>
                <a:moveTo>
                  <a:pt x="1489740" y="2272965"/>
                </a:moveTo>
                <a:lnTo>
                  <a:pt x="1489740" y="2248113"/>
                </a:lnTo>
                <a:lnTo>
                  <a:pt x="1475201" y="2248113"/>
                </a:lnTo>
                <a:lnTo>
                  <a:pt x="1475201" y="2272965"/>
                </a:lnTo>
                <a:lnTo>
                  <a:pt x="1479089" y="2295113"/>
                </a:lnTo>
                <a:lnTo>
                  <a:pt x="1485852" y="2295113"/>
                </a:lnTo>
                <a:lnTo>
                  <a:pt x="1489740" y="2272965"/>
                </a:lnTo>
                <a:close/>
                <a:moveTo>
                  <a:pt x="1564233" y="2364093"/>
                </a:moveTo>
                <a:lnTo>
                  <a:pt x="1580971" y="2364093"/>
                </a:lnTo>
                <a:lnTo>
                  <a:pt x="1610388" y="2364093"/>
                </a:lnTo>
                <a:lnTo>
                  <a:pt x="1610388" y="2351074"/>
                </a:lnTo>
                <a:lnTo>
                  <a:pt x="1580971" y="2351074"/>
                </a:lnTo>
                <a:lnTo>
                  <a:pt x="1580971" y="2242195"/>
                </a:lnTo>
                <a:lnTo>
                  <a:pt x="1533125" y="2242195"/>
                </a:lnTo>
                <a:lnTo>
                  <a:pt x="1533125" y="2255382"/>
                </a:lnTo>
                <a:lnTo>
                  <a:pt x="1564233" y="2255382"/>
                </a:lnTo>
                <a:lnTo>
                  <a:pt x="1564233" y="2351074"/>
                </a:lnTo>
                <a:lnTo>
                  <a:pt x="1533125" y="2351074"/>
                </a:lnTo>
                <a:lnTo>
                  <a:pt x="1533125" y="2364093"/>
                </a:lnTo>
                <a:lnTo>
                  <a:pt x="1564233" y="2364093"/>
                </a:lnTo>
                <a:close/>
                <a:moveTo>
                  <a:pt x="1680654" y="2365182"/>
                </a:moveTo>
                <a:lnTo>
                  <a:pt x="1681592" y="2365022"/>
                </a:lnTo>
                <a:lnTo>
                  <a:pt x="1682517" y="2364844"/>
                </a:lnTo>
                <a:lnTo>
                  <a:pt x="1683431" y="2364647"/>
                </a:lnTo>
                <a:lnTo>
                  <a:pt x="1684331" y="2364431"/>
                </a:lnTo>
                <a:lnTo>
                  <a:pt x="1685220" y="2364196"/>
                </a:lnTo>
                <a:lnTo>
                  <a:pt x="1686096" y="2363942"/>
                </a:lnTo>
                <a:lnTo>
                  <a:pt x="1686960" y="2363670"/>
                </a:lnTo>
                <a:lnTo>
                  <a:pt x="1687811" y="2363379"/>
                </a:lnTo>
                <a:lnTo>
                  <a:pt x="1688651" y="2363069"/>
                </a:lnTo>
                <a:lnTo>
                  <a:pt x="1689477" y="2362740"/>
                </a:lnTo>
                <a:lnTo>
                  <a:pt x="1690292" y="2362392"/>
                </a:lnTo>
                <a:lnTo>
                  <a:pt x="1691094" y="2362026"/>
                </a:lnTo>
                <a:lnTo>
                  <a:pt x="1691884" y="2361641"/>
                </a:lnTo>
                <a:lnTo>
                  <a:pt x="1692662" y="2361237"/>
                </a:lnTo>
                <a:lnTo>
                  <a:pt x="1693427" y="2360815"/>
                </a:lnTo>
                <a:lnTo>
                  <a:pt x="1694180" y="2360373"/>
                </a:lnTo>
                <a:lnTo>
                  <a:pt x="1694919" y="2359901"/>
                </a:lnTo>
                <a:lnTo>
                  <a:pt x="1695644" y="2359414"/>
                </a:lnTo>
                <a:lnTo>
                  <a:pt x="1696354" y="2358912"/>
                </a:lnTo>
                <a:lnTo>
                  <a:pt x="1697049" y="2358396"/>
                </a:lnTo>
                <a:lnTo>
                  <a:pt x="1697730" y="2357865"/>
                </a:lnTo>
                <a:lnTo>
                  <a:pt x="1698396" y="2357319"/>
                </a:lnTo>
                <a:lnTo>
                  <a:pt x="1699047" y="2356759"/>
                </a:lnTo>
                <a:lnTo>
                  <a:pt x="1699684" y="2356184"/>
                </a:lnTo>
                <a:lnTo>
                  <a:pt x="1700306" y="2355594"/>
                </a:lnTo>
                <a:lnTo>
                  <a:pt x="1700913" y="2354990"/>
                </a:lnTo>
                <a:lnTo>
                  <a:pt x="1701506" y="2354371"/>
                </a:lnTo>
                <a:lnTo>
                  <a:pt x="1702083" y="2353737"/>
                </a:lnTo>
                <a:lnTo>
                  <a:pt x="1702647" y="2353089"/>
                </a:lnTo>
                <a:lnTo>
                  <a:pt x="1703195" y="2352426"/>
                </a:lnTo>
                <a:lnTo>
                  <a:pt x="1703729" y="2351748"/>
                </a:lnTo>
                <a:lnTo>
                  <a:pt x="1704248" y="2351055"/>
                </a:lnTo>
                <a:lnTo>
                  <a:pt x="1704753" y="2350348"/>
                </a:lnTo>
                <a:lnTo>
                  <a:pt x="1705243" y="2349627"/>
                </a:lnTo>
                <a:lnTo>
                  <a:pt x="1705718" y="2348890"/>
                </a:lnTo>
                <a:lnTo>
                  <a:pt x="1706179" y="2348139"/>
                </a:lnTo>
                <a:lnTo>
                  <a:pt x="1706624" y="2347373"/>
                </a:lnTo>
                <a:lnTo>
                  <a:pt x="1707056" y="2346593"/>
                </a:lnTo>
                <a:lnTo>
                  <a:pt x="1707472" y="2345798"/>
                </a:lnTo>
                <a:lnTo>
                  <a:pt x="1707874" y="2344988"/>
                </a:lnTo>
                <a:lnTo>
                  <a:pt x="1708260" y="2344165"/>
                </a:lnTo>
                <a:lnTo>
                  <a:pt x="1708630" y="2343332"/>
                </a:lnTo>
                <a:lnTo>
                  <a:pt x="1708983" y="2342489"/>
                </a:lnTo>
                <a:lnTo>
                  <a:pt x="1709320" y="2341635"/>
                </a:lnTo>
                <a:lnTo>
                  <a:pt x="1709641" y="2340770"/>
                </a:lnTo>
                <a:lnTo>
                  <a:pt x="1709945" y="2339895"/>
                </a:lnTo>
                <a:lnTo>
                  <a:pt x="1710233" y="2339009"/>
                </a:lnTo>
                <a:lnTo>
                  <a:pt x="1710504" y="2338113"/>
                </a:lnTo>
                <a:lnTo>
                  <a:pt x="1710759" y="2337206"/>
                </a:lnTo>
                <a:lnTo>
                  <a:pt x="1710997" y="2336288"/>
                </a:lnTo>
                <a:lnTo>
                  <a:pt x="1711219" y="2335360"/>
                </a:lnTo>
                <a:lnTo>
                  <a:pt x="1711424" y="2334421"/>
                </a:lnTo>
                <a:lnTo>
                  <a:pt x="1711614" y="2333472"/>
                </a:lnTo>
                <a:lnTo>
                  <a:pt x="1711786" y="2332512"/>
                </a:lnTo>
                <a:lnTo>
                  <a:pt x="1711942" y="2331542"/>
                </a:lnTo>
                <a:lnTo>
                  <a:pt x="1712082" y="2330561"/>
                </a:lnTo>
                <a:lnTo>
                  <a:pt x="1712205" y="2329569"/>
                </a:lnTo>
                <a:lnTo>
                  <a:pt x="1712312" y="2328567"/>
                </a:lnTo>
                <a:lnTo>
                  <a:pt x="1712403" y="2327555"/>
                </a:lnTo>
                <a:lnTo>
                  <a:pt x="1712477" y="2326532"/>
                </a:lnTo>
                <a:lnTo>
                  <a:pt x="1712534" y="2325498"/>
                </a:lnTo>
                <a:lnTo>
                  <a:pt x="1712575" y="2324453"/>
                </a:lnTo>
                <a:lnTo>
                  <a:pt x="1712600" y="2323398"/>
                </a:lnTo>
                <a:lnTo>
                  <a:pt x="1712608" y="2322333"/>
                </a:lnTo>
                <a:lnTo>
                  <a:pt x="1712608" y="2319459"/>
                </a:lnTo>
                <a:lnTo>
                  <a:pt x="1712600" y="2318407"/>
                </a:lnTo>
                <a:lnTo>
                  <a:pt x="1712575" y="2317365"/>
                </a:lnTo>
                <a:lnTo>
                  <a:pt x="1712534" y="2316334"/>
                </a:lnTo>
                <a:lnTo>
                  <a:pt x="1712477" y="2315312"/>
                </a:lnTo>
                <a:lnTo>
                  <a:pt x="1712403" y="2314300"/>
                </a:lnTo>
                <a:lnTo>
                  <a:pt x="1712312" y="2313298"/>
                </a:lnTo>
                <a:lnTo>
                  <a:pt x="1712205" y="2312307"/>
                </a:lnTo>
                <a:lnTo>
                  <a:pt x="1712082" y="2311325"/>
                </a:lnTo>
                <a:lnTo>
                  <a:pt x="1711942" y="2310353"/>
                </a:lnTo>
                <a:lnTo>
                  <a:pt x="1711786" y="2309391"/>
                </a:lnTo>
                <a:lnTo>
                  <a:pt x="1711614" y="2308439"/>
                </a:lnTo>
                <a:lnTo>
                  <a:pt x="1711424" y="2307497"/>
                </a:lnTo>
                <a:lnTo>
                  <a:pt x="1711219" y="2306565"/>
                </a:lnTo>
                <a:lnTo>
                  <a:pt x="1710997" y="2305643"/>
                </a:lnTo>
                <a:lnTo>
                  <a:pt x="1710759" y="2304731"/>
                </a:lnTo>
                <a:lnTo>
                  <a:pt x="1710504" y="2303829"/>
                </a:lnTo>
                <a:lnTo>
                  <a:pt x="1710233" y="2302937"/>
                </a:lnTo>
                <a:lnTo>
                  <a:pt x="1709945" y="2302055"/>
                </a:lnTo>
                <a:lnTo>
                  <a:pt x="1709641" y="2301183"/>
                </a:lnTo>
                <a:lnTo>
                  <a:pt x="1709320" y="2300321"/>
                </a:lnTo>
                <a:lnTo>
                  <a:pt x="1708983" y="2299469"/>
                </a:lnTo>
                <a:lnTo>
                  <a:pt x="1708630" y="2298627"/>
                </a:lnTo>
                <a:lnTo>
                  <a:pt x="1708260" y="2297795"/>
                </a:lnTo>
                <a:lnTo>
                  <a:pt x="1707874" y="2296973"/>
                </a:lnTo>
                <a:lnTo>
                  <a:pt x="1707472" y="2296163"/>
                </a:lnTo>
                <a:lnTo>
                  <a:pt x="1707056" y="2295368"/>
                </a:lnTo>
                <a:lnTo>
                  <a:pt x="1706624" y="2294588"/>
                </a:lnTo>
                <a:lnTo>
                  <a:pt x="1706179" y="2293822"/>
                </a:lnTo>
                <a:lnTo>
                  <a:pt x="1705718" y="2293071"/>
                </a:lnTo>
                <a:lnTo>
                  <a:pt x="1705243" y="2292334"/>
                </a:lnTo>
                <a:lnTo>
                  <a:pt x="1704753" y="2291612"/>
                </a:lnTo>
                <a:lnTo>
                  <a:pt x="1704248" y="2290905"/>
                </a:lnTo>
                <a:lnTo>
                  <a:pt x="1703729" y="2290213"/>
                </a:lnTo>
                <a:lnTo>
                  <a:pt x="1703195" y="2289535"/>
                </a:lnTo>
                <a:lnTo>
                  <a:pt x="1702647" y="2288872"/>
                </a:lnTo>
                <a:lnTo>
                  <a:pt x="1702083" y="2288224"/>
                </a:lnTo>
                <a:lnTo>
                  <a:pt x="1701506" y="2287590"/>
                </a:lnTo>
                <a:lnTo>
                  <a:pt x="1700913" y="2286971"/>
                </a:lnTo>
                <a:lnTo>
                  <a:pt x="1700306" y="2286367"/>
                </a:lnTo>
                <a:lnTo>
                  <a:pt x="1699684" y="2285777"/>
                </a:lnTo>
                <a:lnTo>
                  <a:pt x="1699047" y="2285202"/>
                </a:lnTo>
                <a:lnTo>
                  <a:pt x="1698396" y="2284642"/>
                </a:lnTo>
                <a:lnTo>
                  <a:pt x="1697730" y="2284096"/>
                </a:lnTo>
                <a:lnTo>
                  <a:pt x="1697049" y="2283565"/>
                </a:lnTo>
                <a:lnTo>
                  <a:pt x="1696354" y="2283049"/>
                </a:lnTo>
                <a:lnTo>
                  <a:pt x="1695644" y="2282547"/>
                </a:lnTo>
                <a:lnTo>
                  <a:pt x="1694919" y="2282060"/>
                </a:lnTo>
                <a:lnTo>
                  <a:pt x="1694180" y="2281588"/>
                </a:lnTo>
                <a:lnTo>
                  <a:pt x="1693427" y="2281132"/>
                </a:lnTo>
                <a:lnTo>
                  <a:pt x="1692660" y="2280697"/>
                </a:lnTo>
                <a:lnTo>
                  <a:pt x="1691881" y="2280280"/>
                </a:lnTo>
                <a:lnTo>
                  <a:pt x="1691089" y="2279883"/>
                </a:lnTo>
                <a:lnTo>
                  <a:pt x="1690285" y="2279505"/>
                </a:lnTo>
                <a:lnTo>
                  <a:pt x="1689467" y="2279147"/>
                </a:lnTo>
                <a:lnTo>
                  <a:pt x="1688636" y="2278808"/>
                </a:lnTo>
                <a:lnTo>
                  <a:pt x="1687793" y="2278488"/>
                </a:lnTo>
                <a:lnTo>
                  <a:pt x="1686936" y="2278188"/>
                </a:lnTo>
                <a:lnTo>
                  <a:pt x="1686067" y="2277907"/>
                </a:lnTo>
                <a:lnTo>
                  <a:pt x="1685184" y="2277646"/>
                </a:lnTo>
                <a:lnTo>
                  <a:pt x="1684289" y="2277403"/>
                </a:lnTo>
                <a:lnTo>
                  <a:pt x="1683381" y="2277181"/>
                </a:lnTo>
                <a:lnTo>
                  <a:pt x="1682460" y="2276977"/>
                </a:lnTo>
                <a:lnTo>
                  <a:pt x="1681526" y="2276793"/>
                </a:lnTo>
                <a:lnTo>
                  <a:pt x="1680579" y="2276629"/>
                </a:lnTo>
                <a:lnTo>
                  <a:pt x="1679619" y="2276483"/>
                </a:lnTo>
                <a:lnTo>
                  <a:pt x="1678647" y="2276357"/>
                </a:lnTo>
                <a:lnTo>
                  <a:pt x="1677661" y="2276251"/>
                </a:lnTo>
                <a:lnTo>
                  <a:pt x="1676662" y="2276164"/>
                </a:lnTo>
                <a:lnTo>
                  <a:pt x="1675651" y="2276096"/>
                </a:lnTo>
                <a:lnTo>
                  <a:pt x="1674627" y="2276047"/>
                </a:lnTo>
                <a:lnTo>
                  <a:pt x="1673589" y="2276018"/>
                </a:lnTo>
                <a:lnTo>
                  <a:pt x="1672539" y="2276009"/>
                </a:lnTo>
                <a:lnTo>
                  <a:pt x="1671516" y="2276018"/>
                </a:lnTo>
                <a:lnTo>
                  <a:pt x="1670506" y="2276047"/>
                </a:lnTo>
                <a:lnTo>
                  <a:pt x="1669506" y="2276096"/>
                </a:lnTo>
                <a:lnTo>
                  <a:pt x="1668519" y="2276164"/>
                </a:lnTo>
                <a:lnTo>
                  <a:pt x="1667543" y="2276251"/>
                </a:lnTo>
                <a:lnTo>
                  <a:pt x="1666579" y="2276357"/>
                </a:lnTo>
                <a:lnTo>
                  <a:pt x="1665627" y="2276483"/>
                </a:lnTo>
                <a:lnTo>
                  <a:pt x="1664687" y="2276629"/>
                </a:lnTo>
                <a:lnTo>
                  <a:pt x="1663758" y="2276793"/>
                </a:lnTo>
                <a:lnTo>
                  <a:pt x="1662841" y="2276977"/>
                </a:lnTo>
                <a:lnTo>
                  <a:pt x="1661936" y="2277181"/>
                </a:lnTo>
                <a:lnTo>
                  <a:pt x="1661042" y="2277403"/>
                </a:lnTo>
                <a:lnTo>
                  <a:pt x="1660161" y="2277646"/>
                </a:lnTo>
                <a:lnTo>
                  <a:pt x="1659291" y="2277907"/>
                </a:lnTo>
                <a:lnTo>
                  <a:pt x="1658433" y="2278188"/>
                </a:lnTo>
                <a:lnTo>
                  <a:pt x="1657586" y="2278488"/>
                </a:lnTo>
                <a:lnTo>
                  <a:pt x="1656751" y="2278808"/>
                </a:lnTo>
                <a:lnTo>
                  <a:pt x="1655928" y="2279147"/>
                </a:lnTo>
                <a:lnTo>
                  <a:pt x="1655117" y="2279505"/>
                </a:lnTo>
                <a:lnTo>
                  <a:pt x="1654317" y="2279883"/>
                </a:lnTo>
                <a:lnTo>
                  <a:pt x="1653530" y="2280280"/>
                </a:lnTo>
                <a:lnTo>
                  <a:pt x="1652754" y="2280697"/>
                </a:lnTo>
                <a:lnTo>
                  <a:pt x="1651989" y="2281132"/>
                </a:lnTo>
                <a:lnTo>
                  <a:pt x="1651237" y="2281588"/>
                </a:lnTo>
                <a:lnTo>
                  <a:pt x="1650497" y="2282046"/>
                </a:lnTo>
                <a:lnTo>
                  <a:pt x="1649773" y="2282520"/>
                </a:lnTo>
                <a:lnTo>
                  <a:pt x="1649062" y="2283009"/>
                </a:lnTo>
                <a:lnTo>
                  <a:pt x="1648367" y="2283513"/>
                </a:lnTo>
                <a:lnTo>
                  <a:pt x="1647686" y="2284033"/>
                </a:lnTo>
                <a:lnTo>
                  <a:pt x="1647020" y="2284568"/>
                </a:lnTo>
                <a:lnTo>
                  <a:pt x="1646369" y="2285118"/>
                </a:lnTo>
                <a:lnTo>
                  <a:pt x="1645732" y="2285683"/>
                </a:lnTo>
                <a:lnTo>
                  <a:pt x="1645111" y="2286264"/>
                </a:lnTo>
                <a:lnTo>
                  <a:pt x="1644503" y="2286859"/>
                </a:lnTo>
                <a:lnTo>
                  <a:pt x="1643911" y="2287470"/>
                </a:lnTo>
                <a:lnTo>
                  <a:pt x="1643333" y="2288097"/>
                </a:lnTo>
                <a:lnTo>
                  <a:pt x="1642769" y="2288738"/>
                </a:lnTo>
                <a:lnTo>
                  <a:pt x="1642221" y="2289395"/>
                </a:lnTo>
                <a:lnTo>
                  <a:pt x="1641687" y="2290068"/>
                </a:lnTo>
                <a:lnTo>
                  <a:pt x="1641168" y="2290755"/>
                </a:lnTo>
                <a:lnTo>
                  <a:pt x="1640663" y="2291458"/>
                </a:lnTo>
                <a:lnTo>
                  <a:pt x="1640173" y="2292176"/>
                </a:lnTo>
                <a:lnTo>
                  <a:pt x="1639698" y="2292909"/>
                </a:lnTo>
                <a:lnTo>
                  <a:pt x="1639238" y="2293657"/>
                </a:lnTo>
                <a:lnTo>
                  <a:pt x="1638792" y="2294421"/>
                </a:lnTo>
                <a:lnTo>
                  <a:pt x="1638360" y="2295200"/>
                </a:lnTo>
                <a:lnTo>
                  <a:pt x="1637944" y="2295994"/>
                </a:lnTo>
                <a:lnTo>
                  <a:pt x="1637542" y="2296804"/>
                </a:lnTo>
                <a:lnTo>
                  <a:pt x="1637156" y="2297626"/>
                </a:lnTo>
                <a:lnTo>
                  <a:pt x="1636786" y="2298459"/>
                </a:lnTo>
                <a:lnTo>
                  <a:pt x="1636433" y="2299303"/>
                </a:lnTo>
                <a:lnTo>
                  <a:pt x="1636096" y="2300157"/>
                </a:lnTo>
                <a:lnTo>
                  <a:pt x="1635775" y="2301022"/>
                </a:lnTo>
                <a:lnTo>
                  <a:pt x="1635471" y="2301897"/>
                </a:lnTo>
                <a:lnTo>
                  <a:pt x="1635183" y="2302783"/>
                </a:lnTo>
                <a:lnTo>
                  <a:pt x="1634912" y="2303679"/>
                </a:lnTo>
                <a:lnTo>
                  <a:pt x="1634657" y="2304586"/>
                </a:lnTo>
                <a:lnTo>
                  <a:pt x="1634419" y="2305504"/>
                </a:lnTo>
                <a:lnTo>
                  <a:pt x="1634197" y="2306432"/>
                </a:lnTo>
                <a:lnTo>
                  <a:pt x="1633992" y="2307370"/>
                </a:lnTo>
                <a:lnTo>
                  <a:pt x="1633803" y="2308320"/>
                </a:lnTo>
                <a:lnTo>
                  <a:pt x="1633630" y="2309280"/>
                </a:lnTo>
                <a:lnTo>
                  <a:pt x="1633474" y="2310250"/>
                </a:lnTo>
                <a:lnTo>
                  <a:pt x="1633334" y="2311231"/>
                </a:lnTo>
                <a:lnTo>
                  <a:pt x="1633211" y="2312222"/>
                </a:lnTo>
                <a:lnTo>
                  <a:pt x="1633104" y="2313224"/>
                </a:lnTo>
                <a:lnTo>
                  <a:pt x="1633014" y="2314237"/>
                </a:lnTo>
                <a:lnTo>
                  <a:pt x="1632940" y="2315260"/>
                </a:lnTo>
                <a:lnTo>
                  <a:pt x="1632882" y="2316294"/>
                </a:lnTo>
                <a:lnTo>
                  <a:pt x="1632841" y="2317338"/>
                </a:lnTo>
                <a:lnTo>
                  <a:pt x="1632817" y="2318393"/>
                </a:lnTo>
                <a:lnTo>
                  <a:pt x="1632808" y="2319459"/>
                </a:lnTo>
                <a:lnTo>
                  <a:pt x="1632808" y="2322333"/>
                </a:lnTo>
                <a:lnTo>
                  <a:pt x="1632817" y="2323371"/>
                </a:lnTo>
                <a:lnTo>
                  <a:pt x="1632841" y="2324401"/>
                </a:lnTo>
                <a:lnTo>
                  <a:pt x="1632882" y="2325421"/>
                </a:lnTo>
                <a:lnTo>
                  <a:pt x="1632940" y="2326433"/>
                </a:lnTo>
                <a:lnTo>
                  <a:pt x="1633014" y="2327436"/>
                </a:lnTo>
                <a:lnTo>
                  <a:pt x="1633104" y="2328430"/>
                </a:lnTo>
                <a:lnTo>
                  <a:pt x="1633211" y="2329415"/>
                </a:lnTo>
                <a:lnTo>
                  <a:pt x="1633334" y="2330392"/>
                </a:lnTo>
                <a:lnTo>
                  <a:pt x="1633474" y="2331360"/>
                </a:lnTo>
                <a:lnTo>
                  <a:pt x="1633630" y="2332319"/>
                </a:lnTo>
                <a:lnTo>
                  <a:pt x="1633803" y="2333269"/>
                </a:lnTo>
                <a:lnTo>
                  <a:pt x="1633992" y="2334210"/>
                </a:lnTo>
                <a:lnTo>
                  <a:pt x="1634197" y="2335143"/>
                </a:lnTo>
                <a:lnTo>
                  <a:pt x="1634419" y="2336066"/>
                </a:lnTo>
                <a:lnTo>
                  <a:pt x="1634657" y="2336981"/>
                </a:lnTo>
                <a:lnTo>
                  <a:pt x="1634912" y="2337887"/>
                </a:lnTo>
                <a:lnTo>
                  <a:pt x="1635183" y="2338785"/>
                </a:lnTo>
                <a:lnTo>
                  <a:pt x="1635471" y="2339673"/>
                </a:lnTo>
                <a:lnTo>
                  <a:pt x="1635775" y="2340553"/>
                </a:lnTo>
                <a:lnTo>
                  <a:pt x="1636096" y="2341424"/>
                </a:lnTo>
                <a:lnTo>
                  <a:pt x="1636433" y="2342286"/>
                </a:lnTo>
                <a:lnTo>
                  <a:pt x="1636786" y="2343139"/>
                </a:lnTo>
                <a:lnTo>
                  <a:pt x="1637156" y="2343983"/>
                </a:lnTo>
                <a:lnTo>
                  <a:pt x="1637542" y="2344819"/>
                </a:lnTo>
                <a:lnTo>
                  <a:pt x="1637944" y="2345629"/>
                </a:lnTo>
                <a:lnTo>
                  <a:pt x="1638360" y="2346424"/>
                </a:lnTo>
                <a:lnTo>
                  <a:pt x="1638792" y="2347204"/>
                </a:lnTo>
                <a:lnTo>
                  <a:pt x="1639238" y="2347970"/>
                </a:lnTo>
                <a:lnTo>
                  <a:pt x="1639698" y="2348721"/>
                </a:lnTo>
                <a:lnTo>
                  <a:pt x="1640173" y="2349458"/>
                </a:lnTo>
                <a:lnTo>
                  <a:pt x="1640663" y="2350179"/>
                </a:lnTo>
                <a:lnTo>
                  <a:pt x="1641168" y="2350887"/>
                </a:lnTo>
                <a:lnTo>
                  <a:pt x="1641687" y="2351579"/>
                </a:lnTo>
                <a:lnTo>
                  <a:pt x="1642221" y="2352257"/>
                </a:lnTo>
                <a:lnTo>
                  <a:pt x="1642769" y="2352920"/>
                </a:lnTo>
                <a:lnTo>
                  <a:pt x="1643333" y="2353568"/>
                </a:lnTo>
                <a:lnTo>
                  <a:pt x="1643911" y="2354202"/>
                </a:lnTo>
                <a:lnTo>
                  <a:pt x="1644503" y="2354821"/>
                </a:lnTo>
                <a:lnTo>
                  <a:pt x="1645111" y="2355425"/>
                </a:lnTo>
                <a:lnTo>
                  <a:pt x="1645732" y="2356015"/>
                </a:lnTo>
                <a:lnTo>
                  <a:pt x="1646369" y="2356590"/>
                </a:lnTo>
                <a:lnTo>
                  <a:pt x="1647020" y="2357150"/>
                </a:lnTo>
                <a:lnTo>
                  <a:pt x="1647686" y="2357696"/>
                </a:lnTo>
                <a:lnTo>
                  <a:pt x="1648367" y="2358227"/>
                </a:lnTo>
                <a:lnTo>
                  <a:pt x="1649062" y="2358743"/>
                </a:lnTo>
                <a:lnTo>
                  <a:pt x="1649773" y="2359245"/>
                </a:lnTo>
                <a:lnTo>
                  <a:pt x="1650497" y="2359732"/>
                </a:lnTo>
                <a:lnTo>
                  <a:pt x="1651237" y="2360204"/>
                </a:lnTo>
                <a:lnTo>
                  <a:pt x="1651989" y="2360659"/>
                </a:lnTo>
                <a:lnTo>
                  <a:pt x="1652755" y="2361095"/>
                </a:lnTo>
                <a:lnTo>
                  <a:pt x="1653532" y="2361512"/>
                </a:lnTo>
                <a:lnTo>
                  <a:pt x="1654322" y="2361909"/>
                </a:lnTo>
                <a:lnTo>
                  <a:pt x="1655124" y="2362286"/>
                </a:lnTo>
                <a:lnTo>
                  <a:pt x="1655939" y="2362645"/>
                </a:lnTo>
                <a:lnTo>
                  <a:pt x="1656766" y="2362984"/>
                </a:lnTo>
                <a:lnTo>
                  <a:pt x="1657605" y="2363303"/>
                </a:lnTo>
                <a:lnTo>
                  <a:pt x="1658456" y="2363604"/>
                </a:lnTo>
                <a:lnTo>
                  <a:pt x="1659320" y="2363885"/>
                </a:lnTo>
                <a:lnTo>
                  <a:pt x="1660196" y="2364146"/>
                </a:lnTo>
                <a:lnTo>
                  <a:pt x="1661085" y="2364388"/>
                </a:lnTo>
                <a:lnTo>
                  <a:pt x="1661986" y="2364611"/>
                </a:lnTo>
                <a:lnTo>
                  <a:pt x="1662899" y="2364815"/>
                </a:lnTo>
                <a:lnTo>
                  <a:pt x="1663824" y="2364999"/>
                </a:lnTo>
                <a:lnTo>
                  <a:pt x="1664762" y="2365163"/>
                </a:lnTo>
                <a:lnTo>
                  <a:pt x="1665712" y="2365309"/>
                </a:lnTo>
                <a:lnTo>
                  <a:pt x="1666674" y="2365435"/>
                </a:lnTo>
                <a:lnTo>
                  <a:pt x="1667649" y="2365541"/>
                </a:lnTo>
                <a:lnTo>
                  <a:pt x="1668636" y="2365628"/>
                </a:lnTo>
                <a:lnTo>
                  <a:pt x="1669636" y="2365696"/>
                </a:lnTo>
                <a:lnTo>
                  <a:pt x="1670648" y="2365744"/>
                </a:lnTo>
                <a:lnTo>
                  <a:pt x="1671672" y="2365774"/>
                </a:lnTo>
                <a:lnTo>
                  <a:pt x="1672708" y="2365783"/>
                </a:lnTo>
                <a:lnTo>
                  <a:pt x="1673744" y="2365774"/>
                </a:lnTo>
                <a:lnTo>
                  <a:pt x="1674769" y="2365746"/>
                </a:lnTo>
                <a:lnTo>
                  <a:pt x="1675780" y="2365699"/>
                </a:lnTo>
                <a:lnTo>
                  <a:pt x="1676780" y="2365633"/>
                </a:lnTo>
                <a:lnTo>
                  <a:pt x="1677767" y="2365548"/>
                </a:lnTo>
                <a:lnTo>
                  <a:pt x="1678742" y="2365445"/>
                </a:lnTo>
                <a:lnTo>
                  <a:pt x="1679704" y="2365323"/>
                </a:lnTo>
                <a:lnTo>
                  <a:pt x="1680654" y="2365182"/>
                </a:lnTo>
                <a:close/>
                <a:moveTo>
                  <a:pt x="1666640" y="2352991"/>
                </a:moveTo>
                <a:lnTo>
                  <a:pt x="1665932" y="2352781"/>
                </a:lnTo>
                <a:lnTo>
                  <a:pt x="1665235" y="2352547"/>
                </a:lnTo>
                <a:lnTo>
                  <a:pt x="1664549" y="2352288"/>
                </a:lnTo>
                <a:lnTo>
                  <a:pt x="1663874" y="2352004"/>
                </a:lnTo>
                <a:lnTo>
                  <a:pt x="1663211" y="2351696"/>
                </a:lnTo>
                <a:lnTo>
                  <a:pt x="1662558" y="2351363"/>
                </a:lnTo>
                <a:lnTo>
                  <a:pt x="1661917" y="2351006"/>
                </a:lnTo>
                <a:lnTo>
                  <a:pt x="1661287" y="2350624"/>
                </a:lnTo>
                <a:lnTo>
                  <a:pt x="1660668" y="2350217"/>
                </a:lnTo>
                <a:lnTo>
                  <a:pt x="1660060" y="2349785"/>
                </a:lnTo>
                <a:lnTo>
                  <a:pt x="1659463" y="2349329"/>
                </a:lnTo>
                <a:lnTo>
                  <a:pt x="1658878" y="2348848"/>
                </a:lnTo>
                <a:lnTo>
                  <a:pt x="1658303" y="2348343"/>
                </a:lnTo>
                <a:lnTo>
                  <a:pt x="1657740" y="2347813"/>
                </a:lnTo>
                <a:lnTo>
                  <a:pt x="1657188" y="2347258"/>
                </a:lnTo>
                <a:lnTo>
                  <a:pt x="1656647" y="2346679"/>
                </a:lnTo>
                <a:lnTo>
                  <a:pt x="1656136" y="2346063"/>
                </a:lnTo>
                <a:lnTo>
                  <a:pt x="1655648" y="2345428"/>
                </a:lnTo>
                <a:lnTo>
                  <a:pt x="1655181" y="2344774"/>
                </a:lnTo>
                <a:lnTo>
                  <a:pt x="1654735" y="2344100"/>
                </a:lnTo>
                <a:lnTo>
                  <a:pt x="1654312" y="2343407"/>
                </a:lnTo>
                <a:lnTo>
                  <a:pt x="1653910" y="2342695"/>
                </a:lnTo>
                <a:lnTo>
                  <a:pt x="1653530" y="2341963"/>
                </a:lnTo>
                <a:lnTo>
                  <a:pt x="1653171" y="2341212"/>
                </a:lnTo>
                <a:lnTo>
                  <a:pt x="1652835" y="2340442"/>
                </a:lnTo>
                <a:lnTo>
                  <a:pt x="1652520" y="2339652"/>
                </a:lnTo>
                <a:lnTo>
                  <a:pt x="1652227" y="2338843"/>
                </a:lnTo>
                <a:lnTo>
                  <a:pt x="1651955" y="2338014"/>
                </a:lnTo>
                <a:lnTo>
                  <a:pt x="1651705" y="2337166"/>
                </a:lnTo>
                <a:lnTo>
                  <a:pt x="1651477" y="2336299"/>
                </a:lnTo>
                <a:lnTo>
                  <a:pt x="1651271" y="2335412"/>
                </a:lnTo>
                <a:lnTo>
                  <a:pt x="1651086" y="2334506"/>
                </a:lnTo>
                <a:lnTo>
                  <a:pt x="1650923" y="2333580"/>
                </a:lnTo>
                <a:lnTo>
                  <a:pt x="1650782" y="2332636"/>
                </a:lnTo>
                <a:lnTo>
                  <a:pt x="1650663" y="2331671"/>
                </a:lnTo>
                <a:lnTo>
                  <a:pt x="1650565" y="2330688"/>
                </a:lnTo>
                <a:lnTo>
                  <a:pt x="1650489" y="2329685"/>
                </a:lnTo>
                <a:lnTo>
                  <a:pt x="1650435" y="2328663"/>
                </a:lnTo>
                <a:lnTo>
                  <a:pt x="1650402" y="2327621"/>
                </a:lnTo>
                <a:lnTo>
                  <a:pt x="1650391" y="2326560"/>
                </a:lnTo>
                <a:lnTo>
                  <a:pt x="1650391" y="2315232"/>
                </a:lnTo>
                <a:lnTo>
                  <a:pt x="1650402" y="2314171"/>
                </a:lnTo>
                <a:lnTo>
                  <a:pt x="1650435" y="2313131"/>
                </a:lnTo>
                <a:lnTo>
                  <a:pt x="1650489" y="2312110"/>
                </a:lnTo>
                <a:lnTo>
                  <a:pt x="1650565" y="2311109"/>
                </a:lnTo>
                <a:lnTo>
                  <a:pt x="1650663" y="2310128"/>
                </a:lnTo>
                <a:lnTo>
                  <a:pt x="1650782" y="2309167"/>
                </a:lnTo>
                <a:lnTo>
                  <a:pt x="1650923" y="2308226"/>
                </a:lnTo>
                <a:lnTo>
                  <a:pt x="1651086" y="2307305"/>
                </a:lnTo>
                <a:lnTo>
                  <a:pt x="1651271" y="2306404"/>
                </a:lnTo>
                <a:lnTo>
                  <a:pt x="1651477" y="2305523"/>
                </a:lnTo>
                <a:lnTo>
                  <a:pt x="1651705" y="2304661"/>
                </a:lnTo>
                <a:lnTo>
                  <a:pt x="1651955" y="2303820"/>
                </a:lnTo>
                <a:lnTo>
                  <a:pt x="1652227" y="2302999"/>
                </a:lnTo>
                <a:lnTo>
                  <a:pt x="1652520" y="2302198"/>
                </a:lnTo>
                <a:lnTo>
                  <a:pt x="1652835" y="2301416"/>
                </a:lnTo>
                <a:lnTo>
                  <a:pt x="1653171" y="2300655"/>
                </a:lnTo>
                <a:lnTo>
                  <a:pt x="1653530" y="2299913"/>
                </a:lnTo>
                <a:lnTo>
                  <a:pt x="1653910" y="2299192"/>
                </a:lnTo>
                <a:lnTo>
                  <a:pt x="1654312" y="2298490"/>
                </a:lnTo>
                <a:lnTo>
                  <a:pt x="1654735" y="2297809"/>
                </a:lnTo>
                <a:lnTo>
                  <a:pt x="1655181" y="2297147"/>
                </a:lnTo>
                <a:lnTo>
                  <a:pt x="1655648" y="2296506"/>
                </a:lnTo>
                <a:lnTo>
                  <a:pt x="1656136" y="2295884"/>
                </a:lnTo>
                <a:lnTo>
                  <a:pt x="1656647" y="2295282"/>
                </a:lnTo>
                <a:lnTo>
                  <a:pt x="1657188" y="2294689"/>
                </a:lnTo>
                <a:lnTo>
                  <a:pt x="1657740" y="2294121"/>
                </a:lnTo>
                <a:lnTo>
                  <a:pt x="1658303" y="2293578"/>
                </a:lnTo>
                <a:lnTo>
                  <a:pt x="1658878" y="2293061"/>
                </a:lnTo>
                <a:lnTo>
                  <a:pt x="1659463" y="2292569"/>
                </a:lnTo>
                <a:lnTo>
                  <a:pt x="1660060" y="2292102"/>
                </a:lnTo>
                <a:lnTo>
                  <a:pt x="1660668" y="2291660"/>
                </a:lnTo>
                <a:lnTo>
                  <a:pt x="1661287" y="2291243"/>
                </a:lnTo>
                <a:lnTo>
                  <a:pt x="1661917" y="2290852"/>
                </a:lnTo>
                <a:lnTo>
                  <a:pt x="1662558" y="2290486"/>
                </a:lnTo>
                <a:lnTo>
                  <a:pt x="1663211" y="2290145"/>
                </a:lnTo>
                <a:lnTo>
                  <a:pt x="1663874" y="2289830"/>
                </a:lnTo>
                <a:lnTo>
                  <a:pt x="1664549" y="2289540"/>
                </a:lnTo>
                <a:lnTo>
                  <a:pt x="1665235" y="2289275"/>
                </a:lnTo>
                <a:lnTo>
                  <a:pt x="1665932" y="2289035"/>
                </a:lnTo>
                <a:lnTo>
                  <a:pt x="1666640" y="2288820"/>
                </a:lnTo>
                <a:lnTo>
                  <a:pt x="1667360" y="2288631"/>
                </a:lnTo>
                <a:lnTo>
                  <a:pt x="1668090" y="2288467"/>
                </a:lnTo>
                <a:lnTo>
                  <a:pt x="1668832" y="2288328"/>
                </a:lnTo>
                <a:lnTo>
                  <a:pt x="1669585" y="2288214"/>
                </a:lnTo>
                <a:lnTo>
                  <a:pt x="1670349" y="2288126"/>
                </a:lnTo>
                <a:lnTo>
                  <a:pt x="1671124" y="2288063"/>
                </a:lnTo>
                <a:lnTo>
                  <a:pt x="1671910" y="2288025"/>
                </a:lnTo>
                <a:lnTo>
                  <a:pt x="1672708" y="2288012"/>
                </a:lnTo>
                <a:lnTo>
                  <a:pt x="1673519" y="2288025"/>
                </a:lnTo>
                <a:lnTo>
                  <a:pt x="1674318" y="2288063"/>
                </a:lnTo>
                <a:lnTo>
                  <a:pt x="1675104" y="2288126"/>
                </a:lnTo>
                <a:lnTo>
                  <a:pt x="1675878" y="2288214"/>
                </a:lnTo>
                <a:lnTo>
                  <a:pt x="1676640" y="2288328"/>
                </a:lnTo>
                <a:lnTo>
                  <a:pt x="1677389" y="2288467"/>
                </a:lnTo>
                <a:lnTo>
                  <a:pt x="1678126" y="2288631"/>
                </a:lnTo>
                <a:lnTo>
                  <a:pt x="1678851" y="2288820"/>
                </a:lnTo>
                <a:lnTo>
                  <a:pt x="1679563" y="2289035"/>
                </a:lnTo>
                <a:lnTo>
                  <a:pt x="1680263" y="2289275"/>
                </a:lnTo>
                <a:lnTo>
                  <a:pt x="1680951" y="2289540"/>
                </a:lnTo>
                <a:lnTo>
                  <a:pt x="1681626" y="2289830"/>
                </a:lnTo>
                <a:lnTo>
                  <a:pt x="1682289" y="2290145"/>
                </a:lnTo>
                <a:lnTo>
                  <a:pt x="1682940" y="2290486"/>
                </a:lnTo>
                <a:lnTo>
                  <a:pt x="1683579" y="2290852"/>
                </a:lnTo>
                <a:lnTo>
                  <a:pt x="1684205" y="2291243"/>
                </a:lnTo>
                <a:lnTo>
                  <a:pt x="1684818" y="2291660"/>
                </a:lnTo>
                <a:lnTo>
                  <a:pt x="1685420" y="2292102"/>
                </a:lnTo>
                <a:lnTo>
                  <a:pt x="1686009" y="2292569"/>
                </a:lnTo>
                <a:lnTo>
                  <a:pt x="1686586" y="2293061"/>
                </a:lnTo>
                <a:lnTo>
                  <a:pt x="1687150" y="2293578"/>
                </a:lnTo>
                <a:lnTo>
                  <a:pt x="1687702" y="2294121"/>
                </a:lnTo>
                <a:lnTo>
                  <a:pt x="1688242" y="2294689"/>
                </a:lnTo>
                <a:lnTo>
                  <a:pt x="1688770" y="2295282"/>
                </a:lnTo>
                <a:lnTo>
                  <a:pt x="1689280" y="2295884"/>
                </a:lnTo>
                <a:lnTo>
                  <a:pt x="1689769" y="2296506"/>
                </a:lnTo>
                <a:lnTo>
                  <a:pt x="1690236" y="2297147"/>
                </a:lnTo>
                <a:lnTo>
                  <a:pt x="1690681" y="2297809"/>
                </a:lnTo>
                <a:lnTo>
                  <a:pt x="1691104" y="2298490"/>
                </a:lnTo>
                <a:lnTo>
                  <a:pt x="1691506" y="2299192"/>
                </a:lnTo>
                <a:lnTo>
                  <a:pt x="1691886" y="2299913"/>
                </a:lnTo>
                <a:lnTo>
                  <a:pt x="1692245" y="2300655"/>
                </a:lnTo>
                <a:lnTo>
                  <a:pt x="1692581" y="2301416"/>
                </a:lnTo>
                <a:lnTo>
                  <a:pt x="1692896" y="2302198"/>
                </a:lnTo>
                <a:lnTo>
                  <a:pt x="1693190" y="2302999"/>
                </a:lnTo>
                <a:lnTo>
                  <a:pt x="1693461" y="2303820"/>
                </a:lnTo>
                <a:lnTo>
                  <a:pt x="1693711" y="2304661"/>
                </a:lnTo>
                <a:lnTo>
                  <a:pt x="1693939" y="2305523"/>
                </a:lnTo>
                <a:lnTo>
                  <a:pt x="1694145" y="2306404"/>
                </a:lnTo>
                <a:lnTo>
                  <a:pt x="1694330" y="2307305"/>
                </a:lnTo>
                <a:lnTo>
                  <a:pt x="1694493" y="2308226"/>
                </a:lnTo>
                <a:lnTo>
                  <a:pt x="1694634" y="2309167"/>
                </a:lnTo>
                <a:lnTo>
                  <a:pt x="1694754" y="2310128"/>
                </a:lnTo>
                <a:lnTo>
                  <a:pt x="1694851" y="2311109"/>
                </a:lnTo>
                <a:lnTo>
                  <a:pt x="1694927" y="2312110"/>
                </a:lnTo>
                <a:lnTo>
                  <a:pt x="1694982" y="2313131"/>
                </a:lnTo>
                <a:lnTo>
                  <a:pt x="1695014" y="2314171"/>
                </a:lnTo>
                <a:lnTo>
                  <a:pt x="1695025" y="2315232"/>
                </a:lnTo>
                <a:lnTo>
                  <a:pt x="1695025" y="2326560"/>
                </a:lnTo>
                <a:lnTo>
                  <a:pt x="1695014" y="2327621"/>
                </a:lnTo>
                <a:lnTo>
                  <a:pt x="1694982" y="2328663"/>
                </a:lnTo>
                <a:lnTo>
                  <a:pt x="1694927" y="2329685"/>
                </a:lnTo>
                <a:lnTo>
                  <a:pt x="1694851" y="2330688"/>
                </a:lnTo>
                <a:lnTo>
                  <a:pt x="1694754" y="2331671"/>
                </a:lnTo>
                <a:lnTo>
                  <a:pt x="1694634" y="2332636"/>
                </a:lnTo>
                <a:lnTo>
                  <a:pt x="1694493" y="2333580"/>
                </a:lnTo>
                <a:lnTo>
                  <a:pt x="1694330" y="2334506"/>
                </a:lnTo>
                <a:lnTo>
                  <a:pt x="1694145" y="2335412"/>
                </a:lnTo>
                <a:lnTo>
                  <a:pt x="1693939" y="2336299"/>
                </a:lnTo>
                <a:lnTo>
                  <a:pt x="1693711" y="2337166"/>
                </a:lnTo>
                <a:lnTo>
                  <a:pt x="1693461" y="2338014"/>
                </a:lnTo>
                <a:lnTo>
                  <a:pt x="1693190" y="2338843"/>
                </a:lnTo>
                <a:lnTo>
                  <a:pt x="1692896" y="2339652"/>
                </a:lnTo>
                <a:lnTo>
                  <a:pt x="1692581" y="2340442"/>
                </a:lnTo>
                <a:lnTo>
                  <a:pt x="1692245" y="2341212"/>
                </a:lnTo>
                <a:lnTo>
                  <a:pt x="1691886" y="2341963"/>
                </a:lnTo>
                <a:lnTo>
                  <a:pt x="1691506" y="2342695"/>
                </a:lnTo>
                <a:lnTo>
                  <a:pt x="1691104" y="2343407"/>
                </a:lnTo>
                <a:lnTo>
                  <a:pt x="1690681" y="2344100"/>
                </a:lnTo>
                <a:lnTo>
                  <a:pt x="1690236" y="2344774"/>
                </a:lnTo>
                <a:lnTo>
                  <a:pt x="1689769" y="2345428"/>
                </a:lnTo>
                <a:lnTo>
                  <a:pt x="1689280" y="2346063"/>
                </a:lnTo>
                <a:lnTo>
                  <a:pt x="1688770" y="2346679"/>
                </a:lnTo>
                <a:lnTo>
                  <a:pt x="1688242" y="2347258"/>
                </a:lnTo>
                <a:lnTo>
                  <a:pt x="1687702" y="2347813"/>
                </a:lnTo>
                <a:lnTo>
                  <a:pt x="1687150" y="2348343"/>
                </a:lnTo>
                <a:lnTo>
                  <a:pt x="1686586" y="2348848"/>
                </a:lnTo>
                <a:lnTo>
                  <a:pt x="1686009" y="2349329"/>
                </a:lnTo>
                <a:lnTo>
                  <a:pt x="1685420" y="2349785"/>
                </a:lnTo>
                <a:lnTo>
                  <a:pt x="1684818" y="2350217"/>
                </a:lnTo>
                <a:lnTo>
                  <a:pt x="1684205" y="2350624"/>
                </a:lnTo>
                <a:lnTo>
                  <a:pt x="1683579" y="2351006"/>
                </a:lnTo>
                <a:lnTo>
                  <a:pt x="1682940" y="2351363"/>
                </a:lnTo>
                <a:lnTo>
                  <a:pt x="1682289" y="2351696"/>
                </a:lnTo>
                <a:lnTo>
                  <a:pt x="1681626" y="2352004"/>
                </a:lnTo>
                <a:lnTo>
                  <a:pt x="1680951" y="2352288"/>
                </a:lnTo>
                <a:lnTo>
                  <a:pt x="1680263" y="2352547"/>
                </a:lnTo>
                <a:lnTo>
                  <a:pt x="1679563" y="2352781"/>
                </a:lnTo>
                <a:lnTo>
                  <a:pt x="1678851" y="2352991"/>
                </a:lnTo>
                <a:lnTo>
                  <a:pt x="1678126" y="2353175"/>
                </a:lnTo>
                <a:lnTo>
                  <a:pt x="1677389" y="2353336"/>
                </a:lnTo>
                <a:lnTo>
                  <a:pt x="1676640" y="2353471"/>
                </a:lnTo>
                <a:lnTo>
                  <a:pt x="1675878" y="2353582"/>
                </a:lnTo>
                <a:lnTo>
                  <a:pt x="1675104" y="2353669"/>
                </a:lnTo>
                <a:lnTo>
                  <a:pt x="1674318" y="2353730"/>
                </a:lnTo>
                <a:lnTo>
                  <a:pt x="1673519" y="2353767"/>
                </a:lnTo>
                <a:lnTo>
                  <a:pt x="1672708" y="2353779"/>
                </a:lnTo>
                <a:lnTo>
                  <a:pt x="1671910" y="2353767"/>
                </a:lnTo>
                <a:lnTo>
                  <a:pt x="1671124" y="2353730"/>
                </a:lnTo>
                <a:lnTo>
                  <a:pt x="1670349" y="2353669"/>
                </a:lnTo>
                <a:lnTo>
                  <a:pt x="1669585" y="2353582"/>
                </a:lnTo>
                <a:lnTo>
                  <a:pt x="1668832" y="2353471"/>
                </a:lnTo>
                <a:lnTo>
                  <a:pt x="1668090" y="2353336"/>
                </a:lnTo>
                <a:lnTo>
                  <a:pt x="1667360" y="2353175"/>
                </a:lnTo>
                <a:lnTo>
                  <a:pt x="1666640" y="2352991"/>
                </a:lnTo>
                <a:close/>
                <a:moveTo>
                  <a:pt x="1464549" y="2746416"/>
                </a:moveTo>
                <a:lnTo>
                  <a:pt x="1450010" y="2746416"/>
                </a:lnTo>
                <a:lnTo>
                  <a:pt x="1450010" y="2771269"/>
                </a:lnTo>
                <a:lnTo>
                  <a:pt x="1453898" y="2793416"/>
                </a:lnTo>
                <a:lnTo>
                  <a:pt x="1460661" y="2793416"/>
                </a:lnTo>
                <a:lnTo>
                  <a:pt x="1464549" y="2771269"/>
                </a:lnTo>
                <a:lnTo>
                  <a:pt x="1464549" y="2746416"/>
                </a:lnTo>
                <a:close/>
                <a:moveTo>
                  <a:pt x="1489740" y="2746416"/>
                </a:moveTo>
                <a:lnTo>
                  <a:pt x="1475201" y="2746416"/>
                </a:lnTo>
                <a:lnTo>
                  <a:pt x="1475201" y="2771269"/>
                </a:lnTo>
                <a:lnTo>
                  <a:pt x="1479089" y="2793416"/>
                </a:lnTo>
                <a:lnTo>
                  <a:pt x="1485852" y="2793416"/>
                </a:lnTo>
                <a:lnTo>
                  <a:pt x="1489740" y="2771269"/>
                </a:lnTo>
                <a:lnTo>
                  <a:pt x="1489740" y="2746416"/>
                </a:lnTo>
                <a:close/>
                <a:moveTo>
                  <a:pt x="1692602" y="2863936"/>
                </a:moveTo>
                <a:lnTo>
                  <a:pt x="1693123" y="2863896"/>
                </a:lnTo>
                <a:lnTo>
                  <a:pt x="1693644" y="2863852"/>
                </a:lnTo>
                <a:lnTo>
                  <a:pt x="1694166" y="2863802"/>
                </a:lnTo>
                <a:lnTo>
                  <a:pt x="1694687" y="2863748"/>
                </a:lnTo>
                <a:lnTo>
                  <a:pt x="1695208" y="2863690"/>
                </a:lnTo>
                <a:lnTo>
                  <a:pt x="1695729" y="2863626"/>
                </a:lnTo>
                <a:lnTo>
                  <a:pt x="1696251" y="2863558"/>
                </a:lnTo>
                <a:lnTo>
                  <a:pt x="1696772" y="2863485"/>
                </a:lnTo>
                <a:lnTo>
                  <a:pt x="1697293" y="2863408"/>
                </a:lnTo>
                <a:lnTo>
                  <a:pt x="1697815" y="2863326"/>
                </a:lnTo>
                <a:lnTo>
                  <a:pt x="1698336" y="2863239"/>
                </a:lnTo>
                <a:lnTo>
                  <a:pt x="1698857" y="2863147"/>
                </a:lnTo>
                <a:lnTo>
                  <a:pt x="1699378" y="2863051"/>
                </a:lnTo>
                <a:lnTo>
                  <a:pt x="1699900" y="2862950"/>
                </a:lnTo>
                <a:lnTo>
                  <a:pt x="1700421" y="2862844"/>
                </a:lnTo>
                <a:lnTo>
                  <a:pt x="1700942" y="2862734"/>
                </a:lnTo>
                <a:lnTo>
                  <a:pt x="1701460" y="2862633"/>
                </a:lnTo>
                <a:lnTo>
                  <a:pt x="1701970" y="2862528"/>
                </a:lnTo>
                <a:lnTo>
                  <a:pt x="1702472" y="2862419"/>
                </a:lnTo>
                <a:lnTo>
                  <a:pt x="1702966" y="2862306"/>
                </a:lnTo>
                <a:lnTo>
                  <a:pt x="1703453" y="2862189"/>
                </a:lnTo>
                <a:lnTo>
                  <a:pt x="1703933" y="2862068"/>
                </a:lnTo>
                <a:lnTo>
                  <a:pt x="1704404" y="2861943"/>
                </a:lnTo>
                <a:lnTo>
                  <a:pt x="1704868" y="2861813"/>
                </a:lnTo>
                <a:lnTo>
                  <a:pt x="1705325" y="2861680"/>
                </a:lnTo>
                <a:lnTo>
                  <a:pt x="1705774" y="2861542"/>
                </a:lnTo>
                <a:lnTo>
                  <a:pt x="1706215" y="2861400"/>
                </a:lnTo>
                <a:lnTo>
                  <a:pt x="1706648" y="2861255"/>
                </a:lnTo>
                <a:lnTo>
                  <a:pt x="1707074" y="2861105"/>
                </a:lnTo>
                <a:lnTo>
                  <a:pt x="1707492" y="2860950"/>
                </a:lnTo>
                <a:lnTo>
                  <a:pt x="1707903" y="2860792"/>
                </a:lnTo>
                <a:lnTo>
                  <a:pt x="1708306" y="2860630"/>
                </a:lnTo>
                <a:lnTo>
                  <a:pt x="1708701" y="2860464"/>
                </a:lnTo>
                <a:lnTo>
                  <a:pt x="1709089" y="2860293"/>
                </a:lnTo>
                <a:lnTo>
                  <a:pt x="1709469" y="2860118"/>
                </a:lnTo>
                <a:lnTo>
                  <a:pt x="1709842" y="2859940"/>
                </a:lnTo>
                <a:lnTo>
                  <a:pt x="1710207" y="2859757"/>
                </a:lnTo>
                <a:lnTo>
                  <a:pt x="1710564" y="2859570"/>
                </a:lnTo>
                <a:lnTo>
                  <a:pt x="1710913" y="2859379"/>
                </a:lnTo>
                <a:lnTo>
                  <a:pt x="1711255" y="2859184"/>
                </a:lnTo>
                <a:lnTo>
                  <a:pt x="1711255" y="2846165"/>
                </a:lnTo>
                <a:lnTo>
                  <a:pt x="1710957" y="2846306"/>
                </a:lnTo>
                <a:lnTo>
                  <a:pt x="1710655" y="2846446"/>
                </a:lnTo>
                <a:lnTo>
                  <a:pt x="1710349" y="2846585"/>
                </a:lnTo>
                <a:lnTo>
                  <a:pt x="1710039" y="2846724"/>
                </a:lnTo>
                <a:lnTo>
                  <a:pt x="1709725" y="2846862"/>
                </a:lnTo>
                <a:lnTo>
                  <a:pt x="1709406" y="2847000"/>
                </a:lnTo>
                <a:lnTo>
                  <a:pt x="1709084" y="2847137"/>
                </a:lnTo>
                <a:lnTo>
                  <a:pt x="1708757" y="2847274"/>
                </a:lnTo>
                <a:lnTo>
                  <a:pt x="1708426" y="2847409"/>
                </a:lnTo>
                <a:lnTo>
                  <a:pt x="1708091" y="2847545"/>
                </a:lnTo>
                <a:lnTo>
                  <a:pt x="1707752" y="2847680"/>
                </a:lnTo>
                <a:lnTo>
                  <a:pt x="1707409" y="2847814"/>
                </a:lnTo>
                <a:lnTo>
                  <a:pt x="1707062" y="2847947"/>
                </a:lnTo>
                <a:lnTo>
                  <a:pt x="1706710" y="2848080"/>
                </a:lnTo>
                <a:lnTo>
                  <a:pt x="1706355" y="2848213"/>
                </a:lnTo>
                <a:lnTo>
                  <a:pt x="1705995" y="2848344"/>
                </a:lnTo>
                <a:lnTo>
                  <a:pt x="1705632" y="2848476"/>
                </a:lnTo>
                <a:lnTo>
                  <a:pt x="1705264" y="2848606"/>
                </a:lnTo>
                <a:lnTo>
                  <a:pt x="1704892" y="2848736"/>
                </a:lnTo>
                <a:lnTo>
                  <a:pt x="1704516" y="2848866"/>
                </a:lnTo>
                <a:lnTo>
                  <a:pt x="1704136" y="2848994"/>
                </a:lnTo>
                <a:lnTo>
                  <a:pt x="1703752" y="2849123"/>
                </a:lnTo>
                <a:lnTo>
                  <a:pt x="1703363" y="2849250"/>
                </a:lnTo>
                <a:lnTo>
                  <a:pt x="1702971" y="2849377"/>
                </a:lnTo>
                <a:lnTo>
                  <a:pt x="1702589" y="2849488"/>
                </a:lnTo>
                <a:lnTo>
                  <a:pt x="1702204" y="2849593"/>
                </a:lnTo>
                <a:lnTo>
                  <a:pt x="1701817" y="2849694"/>
                </a:lnTo>
                <a:lnTo>
                  <a:pt x="1701426" y="2849791"/>
                </a:lnTo>
                <a:lnTo>
                  <a:pt x="1701032" y="2849882"/>
                </a:lnTo>
                <a:lnTo>
                  <a:pt x="1700636" y="2849969"/>
                </a:lnTo>
                <a:lnTo>
                  <a:pt x="1700236" y="2850051"/>
                </a:lnTo>
                <a:lnTo>
                  <a:pt x="1699834" y="2850129"/>
                </a:lnTo>
                <a:lnTo>
                  <a:pt x="1699429" y="2850202"/>
                </a:lnTo>
                <a:lnTo>
                  <a:pt x="1699020" y="2850270"/>
                </a:lnTo>
                <a:lnTo>
                  <a:pt x="1698609" y="2850333"/>
                </a:lnTo>
                <a:lnTo>
                  <a:pt x="1698195" y="2850392"/>
                </a:lnTo>
                <a:lnTo>
                  <a:pt x="1697778" y="2850446"/>
                </a:lnTo>
                <a:lnTo>
                  <a:pt x="1697358" y="2850495"/>
                </a:lnTo>
                <a:lnTo>
                  <a:pt x="1696935" y="2850540"/>
                </a:lnTo>
                <a:lnTo>
                  <a:pt x="1696509" y="2850580"/>
                </a:lnTo>
                <a:lnTo>
                  <a:pt x="1696080" y="2850615"/>
                </a:lnTo>
                <a:lnTo>
                  <a:pt x="1695648" y="2850646"/>
                </a:lnTo>
                <a:lnTo>
                  <a:pt x="1695214" y="2850671"/>
                </a:lnTo>
                <a:lnTo>
                  <a:pt x="1694776" y="2850692"/>
                </a:lnTo>
                <a:lnTo>
                  <a:pt x="1694335" y="2850709"/>
                </a:lnTo>
                <a:lnTo>
                  <a:pt x="1693892" y="2850721"/>
                </a:lnTo>
                <a:lnTo>
                  <a:pt x="1693445" y="2850728"/>
                </a:lnTo>
                <a:lnTo>
                  <a:pt x="1692996" y="2850730"/>
                </a:lnTo>
                <a:lnTo>
                  <a:pt x="1692423" y="2850727"/>
                </a:lnTo>
                <a:lnTo>
                  <a:pt x="1691857" y="2850718"/>
                </a:lnTo>
                <a:lnTo>
                  <a:pt x="1691300" y="2850704"/>
                </a:lnTo>
                <a:lnTo>
                  <a:pt x="1690751" y="2850683"/>
                </a:lnTo>
                <a:lnTo>
                  <a:pt x="1690211" y="2850657"/>
                </a:lnTo>
                <a:lnTo>
                  <a:pt x="1689678" y="2850624"/>
                </a:lnTo>
                <a:lnTo>
                  <a:pt x="1689154" y="2850586"/>
                </a:lnTo>
                <a:lnTo>
                  <a:pt x="1688638" y="2850542"/>
                </a:lnTo>
                <a:lnTo>
                  <a:pt x="1688130" y="2850492"/>
                </a:lnTo>
                <a:lnTo>
                  <a:pt x="1687631" y="2850437"/>
                </a:lnTo>
                <a:lnTo>
                  <a:pt x="1687139" y="2850375"/>
                </a:lnTo>
                <a:lnTo>
                  <a:pt x="1686656" y="2850307"/>
                </a:lnTo>
                <a:lnTo>
                  <a:pt x="1686181" y="2850234"/>
                </a:lnTo>
                <a:lnTo>
                  <a:pt x="1685714" y="2850155"/>
                </a:lnTo>
                <a:lnTo>
                  <a:pt x="1685256" y="2850070"/>
                </a:lnTo>
                <a:lnTo>
                  <a:pt x="1684806" y="2849979"/>
                </a:lnTo>
                <a:lnTo>
                  <a:pt x="1684364" y="2849882"/>
                </a:lnTo>
                <a:lnTo>
                  <a:pt x="1683930" y="2849779"/>
                </a:lnTo>
                <a:lnTo>
                  <a:pt x="1683504" y="2849670"/>
                </a:lnTo>
                <a:lnTo>
                  <a:pt x="1683087" y="2849556"/>
                </a:lnTo>
                <a:lnTo>
                  <a:pt x="1682678" y="2849436"/>
                </a:lnTo>
                <a:lnTo>
                  <a:pt x="1682277" y="2849309"/>
                </a:lnTo>
                <a:lnTo>
                  <a:pt x="1681884" y="2849177"/>
                </a:lnTo>
                <a:lnTo>
                  <a:pt x="1681500" y="2849039"/>
                </a:lnTo>
                <a:lnTo>
                  <a:pt x="1681123" y="2848895"/>
                </a:lnTo>
                <a:lnTo>
                  <a:pt x="1680754" y="2848743"/>
                </a:lnTo>
                <a:lnTo>
                  <a:pt x="1680393" y="2848585"/>
                </a:lnTo>
                <a:lnTo>
                  <a:pt x="1680039" y="2848419"/>
                </a:lnTo>
                <a:lnTo>
                  <a:pt x="1679693" y="2848247"/>
                </a:lnTo>
                <a:lnTo>
                  <a:pt x="1679355" y="2848067"/>
                </a:lnTo>
                <a:lnTo>
                  <a:pt x="1679024" y="2847880"/>
                </a:lnTo>
                <a:lnTo>
                  <a:pt x="1678701" y="2847687"/>
                </a:lnTo>
                <a:lnTo>
                  <a:pt x="1678385" y="2847486"/>
                </a:lnTo>
                <a:lnTo>
                  <a:pt x="1678077" y="2847278"/>
                </a:lnTo>
                <a:lnTo>
                  <a:pt x="1677777" y="2847063"/>
                </a:lnTo>
                <a:lnTo>
                  <a:pt x="1677484" y="2846841"/>
                </a:lnTo>
                <a:lnTo>
                  <a:pt x="1677199" y="2846612"/>
                </a:lnTo>
                <a:lnTo>
                  <a:pt x="1676922" y="2846376"/>
                </a:lnTo>
                <a:lnTo>
                  <a:pt x="1676652" y="2846133"/>
                </a:lnTo>
                <a:lnTo>
                  <a:pt x="1676390" y="2845883"/>
                </a:lnTo>
                <a:lnTo>
                  <a:pt x="1676135" y="2845626"/>
                </a:lnTo>
                <a:lnTo>
                  <a:pt x="1675889" y="2845362"/>
                </a:lnTo>
                <a:lnTo>
                  <a:pt x="1675649" y="2845091"/>
                </a:lnTo>
                <a:lnTo>
                  <a:pt x="1675418" y="2844813"/>
                </a:lnTo>
                <a:lnTo>
                  <a:pt x="1675194" y="2844527"/>
                </a:lnTo>
                <a:lnTo>
                  <a:pt x="1674977" y="2844235"/>
                </a:lnTo>
                <a:lnTo>
                  <a:pt x="1674769" y="2843936"/>
                </a:lnTo>
                <a:lnTo>
                  <a:pt x="1674568" y="2843629"/>
                </a:lnTo>
                <a:lnTo>
                  <a:pt x="1674375" y="2843316"/>
                </a:lnTo>
                <a:lnTo>
                  <a:pt x="1674190" y="2842995"/>
                </a:lnTo>
                <a:lnTo>
                  <a:pt x="1674013" y="2842668"/>
                </a:lnTo>
                <a:lnTo>
                  <a:pt x="1673845" y="2842333"/>
                </a:lnTo>
                <a:lnTo>
                  <a:pt x="1673684" y="2841991"/>
                </a:lnTo>
                <a:lnTo>
                  <a:pt x="1673532" y="2841643"/>
                </a:lnTo>
                <a:lnTo>
                  <a:pt x="1673388" y="2841287"/>
                </a:lnTo>
                <a:lnTo>
                  <a:pt x="1673253" y="2840924"/>
                </a:lnTo>
                <a:lnTo>
                  <a:pt x="1673125" y="2840554"/>
                </a:lnTo>
                <a:lnTo>
                  <a:pt x="1673006" y="2840177"/>
                </a:lnTo>
                <a:lnTo>
                  <a:pt x="1672895" y="2839794"/>
                </a:lnTo>
                <a:lnTo>
                  <a:pt x="1672793" y="2839403"/>
                </a:lnTo>
                <a:lnTo>
                  <a:pt x="1672698" y="2839005"/>
                </a:lnTo>
                <a:lnTo>
                  <a:pt x="1672612" y="2838599"/>
                </a:lnTo>
                <a:lnTo>
                  <a:pt x="1672534" y="2838187"/>
                </a:lnTo>
                <a:lnTo>
                  <a:pt x="1672464" y="2837768"/>
                </a:lnTo>
                <a:lnTo>
                  <a:pt x="1672402" y="2837342"/>
                </a:lnTo>
                <a:lnTo>
                  <a:pt x="1672349" y="2836909"/>
                </a:lnTo>
                <a:lnTo>
                  <a:pt x="1672304" y="2836469"/>
                </a:lnTo>
                <a:lnTo>
                  <a:pt x="1672267" y="2836021"/>
                </a:lnTo>
                <a:lnTo>
                  <a:pt x="1672238" y="2835567"/>
                </a:lnTo>
                <a:lnTo>
                  <a:pt x="1672217" y="2835105"/>
                </a:lnTo>
                <a:lnTo>
                  <a:pt x="1672205" y="2834637"/>
                </a:lnTo>
                <a:lnTo>
                  <a:pt x="1672201" y="2834161"/>
                </a:lnTo>
                <a:lnTo>
                  <a:pt x="1672201" y="2789190"/>
                </a:lnTo>
                <a:lnTo>
                  <a:pt x="1711255" y="2789190"/>
                </a:lnTo>
                <a:lnTo>
                  <a:pt x="1711255" y="2776002"/>
                </a:lnTo>
                <a:lnTo>
                  <a:pt x="1672201" y="2776002"/>
                </a:lnTo>
                <a:lnTo>
                  <a:pt x="1672201" y="2748444"/>
                </a:lnTo>
                <a:lnTo>
                  <a:pt x="1661719" y="2748444"/>
                </a:lnTo>
                <a:lnTo>
                  <a:pt x="1655801" y="2776002"/>
                </a:lnTo>
                <a:lnTo>
                  <a:pt x="1630272" y="2776002"/>
                </a:lnTo>
                <a:lnTo>
                  <a:pt x="1630272" y="2789190"/>
                </a:lnTo>
                <a:lnTo>
                  <a:pt x="1655294" y="2789190"/>
                </a:lnTo>
                <a:lnTo>
                  <a:pt x="1655294" y="2835514"/>
                </a:lnTo>
                <a:lnTo>
                  <a:pt x="1655310" y="2836767"/>
                </a:lnTo>
                <a:lnTo>
                  <a:pt x="1655356" y="2837991"/>
                </a:lnTo>
                <a:lnTo>
                  <a:pt x="1655434" y="2839186"/>
                </a:lnTo>
                <a:lnTo>
                  <a:pt x="1655543" y="2840351"/>
                </a:lnTo>
                <a:lnTo>
                  <a:pt x="1655683" y="2841487"/>
                </a:lnTo>
                <a:lnTo>
                  <a:pt x="1655854" y="2842594"/>
                </a:lnTo>
                <a:lnTo>
                  <a:pt x="1656056" y="2843671"/>
                </a:lnTo>
                <a:lnTo>
                  <a:pt x="1656290" y="2844719"/>
                </a:lnTo>
                <a:lnTo>
                  <a:pt x="1656554" y="2845737"/>
                </a:lnTo>
                <a:lnTo>
                  <a:pt x="1656850" y="2846726"/>
                </a:lnTo>
                <a:lnTo>
                  <a:pt x="1657176" y="2847686"/>
                </a:lnTo>
                <a:lnTo>
                  <a:pt x="1657534" y="2848617"/>
                </a:lnTo>
                <a:lnTo>
                  <a:pt x="1657923" y="2849518"/>
                </a:lnTo>
                <a:lnTo>
                  <a:pt x="1658343" y="2850390"/>
                </a:lnTo>
                <a:lnTo>
                  <a:pt x="1658794" y="2851232"/>
                </a:lnTo>
                <a:lnTo>
                  <a:pt x="1659277" y="2852045"/>
                </a:lnTo>
                <a:lnTo>
                  <a:pt x="1659790" y="2852829"/>
                </a:lnTo>
                <a:lnTo>
                  <a:pt x="1660334" y="2853583"/>
                </a:lnTo>
                <a:lnTo>
                  <a:pt x="1660910" y="2854308"/>
                </a:lnTo>
                <a:lnTo>
                  <a:pt x="1661517" y="2855004"/>
                </a:lnTo>
                <a:lnTo>
                  <a:pt x="1662155" y="2855670"/>
                </a:lnTo>
                <a:lnTo>
                  <a:pt x="1662824" y="2856307"/>
                </a:lnTo>
                <a:lnTo>
                  <a:pt x="1663524" y="2856915"/>
                </a:lnTo>
                <a:lnTo>
                  <a:pt x="1664255" y="2857493"/>
                </a:lnTo>
                <a:lnTo>
                  <a:pt x="1665012" y="2858031"/>
                </a:lnTo>
                <a:lnTo>
                  <a:pt x="1665792" y="2858546"/>
                </a:lnTo>
                <a:lnTo>
                  <a:pt x="1666593" y="2859038"/>
                </a:lnTo>
                <a:lnTo>
                  <a:pt x="1667415" y="2859507"/>
                </a:lnTo>
                <a:lnTo>
                  <a:pt x="1668260" y="2859954"/>
                </a:lnTo>
                <a:lnTo>
                  <a:pt x="1669126" y="2860377"/>
                </a:lnTo>
                <a:lnTo>
                  <a:pt x="1670014" y="2860778"/>
                </a:lnTo>
                <a:lnTo>
                  <a:pt x="1670924" y="2861156"/>
                </a:lnTo>
                <a:lnTo>
                  <a:pt x="1671855" y="2861511"/>
                </a:lnTo>
                <a:lnTo>
                  <a:pt x="1672808" y="2861843"/>
                </a:lnTo>
                <a:lnTo>
                  <a:pt x="1673783" y="2862152"/>
                </a:lnTo>
                <a:lnTo>
                  <a:pt x="1674779" y="2862438"/>
                </a:lnTo>
                <a:lnTo>
                  <a:pt x="1675797" y="2862701"/>
                </a:lnTo>
                <a:lnTo>
                  <a:pt x="1676837" y="2862942"/>
                </a:lnTo>
                <a:lnTo>
                  <a:pt x="1677899" y="2863159"/>
                </a:lnTo>
                <a:lnTo>
                  <a:pt x="1678982" y="2863354"/>
                </a:lnTo>
                <a:lnTo>
                  <a:pt x="1680087" y="2863525"/>
                </a:lnTo>
                <a:lnTo>
                  <a:pt x="1681214" y="2863674"/>
                </a:lnTo>
                <a:lnTo>
                  <a:pt x="1682363" y="2863800"/>
                </a:lnTo>
                <a:lnTo>
                  <a:pt x="1683533" y="2863903"/>
                </a:lnTo>
                <a:lnTo>
                  <a:pt x="1684725" y="2863983"/>
                </a:lnTo>
                <a:lnTo>
                  <a:pt x="1685939" y="2864041"/>
                </a:lnTo>
                <a:lnTo>
                  <a:pt x="1687174" y="2864075"/>
                </a:lnTo>
                <a:lnTo>
                  <a:pt x="1688431" y="2864086"/>
                </a:lnTo>
                <a:lnTo>
                  <a:pt x="1688953" y="2864084"/>
                </a:lnTo>
                <a:lnTo>
                  <a:pt x="1689474" y="2864077"/>
                </a:lnTo>
                <a:lnTo>
                  <a:pt x="1689995" y="2864065"/>
                </a:lnTo>
                <a:lnTo>
                  <a:pt x="1690516" y="2864049"/>
                </a:lnTo>
                <a:lnTo>
                  <a:pt x="1691038" y="2864028"/>
                </a:lnTo>
                <a:lnTo>
                  <a:pt x="1691559" y="2864002"/>
                </a:lnTo>
                <a:lnTo>
                  <a:pt x="1692080" y="2863971"/>
                </a:lnTo>
                <a:lnTo>
                  <a:pt x="1692602" y="2863936"/>
                </a:lnTo>
                <a:close/>
                <a:moveTo>
                  <a:pt x="1578781" y="2863682"/>
                </a:moveTo>
                <a:lnTo>
                  <a:pt x="1579678" y="2863587"/>
                </a:lnTo>
                <a:lnTo>
                  <a:pt x="1580563" y="2863483"/>
                </a:lnTo>
                <a:lnTo>
                  <a:pt x="1581436" y="2863368"/>
                </a:lnTo>
                <a:lnTo>
                  <a:pt x="1582296" y="2863243"/>
                </a:lnTo>
                <a:lnTo>
                  <a:pt x="1583144" y="2863108"/>
                </a:lnTo>
                <a:lnTo>
                  <a:pt x="1583980" y="2862964"/>
                </a:lnTo>
                <a:lnTo>
                  <a:pt x="1584803" y="2862809"/>
                </a:lnTo>
                <a:lnTo>
                  <a:pt x="1585614" y="2862644"/>
                </a:lnTo>
                <a:lnTo>
                  <a:pt x="1586412" y="2862470"/>
                </a:lnTo>
                <a:lnTo>
                  <a:pt x="1587199" y="2862285"/>
                </a:lnTo>
                <a:lnTo>
                  <a:pt x="1587973" y="2862090"/>
                </a:lnTo>
                <a:lnTo>
                  <a:pt x="1588735" y="2861886"/>
                </a:lnTo>
                <a:lnTo>
                  <a:pt x="1589484" y="2861671"/>
                </a:lnTo>
                <a:lnTo>
                  <a:pt x="1590221" y="2861447"/>
                </a:lnTo>
                <a:lnTo>
                  <a:pt x="1590946" y="2861212"/>
                </a:lnTo>
                <a:lnTo>
                  <a:pt x="1591671" y="2860967"/>
                </a:lnTo>
                <a:lnTo>
                  <a:pt x="1592382" y="2860712"/>
                </a:lnTo>
                <a:lnTo>
                  <a:pt x="1593078" y="2860446"/>
                </a:lnTo>
                <a:lnTo>
                  <a:pt x="1593759" y="2860170"/>
                </a:lnTo>
                <a:lnTo>
                  <a:pt x="1594425" y="2859883"/>
                </a:lnTo>
                <a:lnTo>
                  <a:pt x="1595077" y="2859585"/>
                </a:lnTo>
                <a:lnTo>
                  <a:pt x="1595714" y="2859277"/>
                </a:lnTo>
                <a:lnTo>
                  <a:pt x="1596337" y="2858958"/>
                </a:lnTo>
                <a:lnTo>
                  <a:pt x="1596945" y="2858629"/>
                </a:lnTo>
                <a:lnTo>
                  <a:pt x="1597538" y="2858289"/>
                </a:lnTo>
                <a:lnTo>
                  <a:pt x="1598117" y="2857938"/>
                </a:lnTo>
                <a:lnTo>
                  <a:pt x="1598680" y="2857577"/>
                </a:lnTo>
                <a:lnTo>
                  <a:pt x="1599230" y="2857206"/>
                </a:lnTo>
                <a:lnTo>
                  <a:pt x="1599764" y="2856824"/>
                </a:lnTo>
                <a:lnTo>
                  <a:pt x="1600284" y="2856431"/>
                </a:lnTo>
                <a:lnTo>
                  <a:pt x="1600789" y="2856027"/>
                </a:lnTo>
                <a:lnTo>
                  <a:pt x="1601280" y="2855614"/>
                </a:lnTo>
                <a:lnTo>
                  <a:pt x="1601755" y="2855189"/>
                </a:lnTo>
                <a:lnTo>
                  <a:pt x="1602217" y="2854754"/>
                </a:lnTo>
                <a:lnTo>
                  <a:pt x="1602663" y="2854309"/>
                </a:lnTo>
                <a:lnTo>
                  <a:pt x="1603095" y="2853853"/>
                </a:lnTo>
                <a:lnTo>
                  <a:pt x="1603512" y="2853386"/>
                </a:lnTo>
                <a:lnTo>
                  <a:pt x="1603914" y="2852909"/>
                </a:lnTo>
                <a:lnTo>
                  <a:pt x="1604302" y="2852421"/>
                </a:lnTo>
                <a:lnTo>
                  <a:pt x="1604688" y="2851922"/>
                </a:lnTo>
                <a:lnTo>
                  <a:pt x="1605058" y="2851413"/>
                </a:lnTo>
                <a:lnTo>
                  <a:pt x="1605411" y="2850894"/>
                </a:lnTo>
                <a:lnTo>
                  <a:pt x="1605748" y="2850364"/>
                </a:lnTo>
                <a:lnTo>
                  <a:pt x="1606069" y="2849823"/>
                </a:lnTo>
                <a:lnTo>
                  <a:pt x="1606373" y="2849272"/>
                </a:lnTo>
                <a:lnTo>
                  <a:pt x="1606661" y="2848710"/>
                </a:lnTo>
                <a:lnTo>
                  <a:pt x="1606932" y="2848138"/>
                </a:lnTo>
                <a:lnTo>
                  <a:pt x="1607187" y="2847555"/>
                </a:lnTo>
                <a:lnTo>
                  <a:pt x="1607425" y="2846961"/>
                </a:lnTo>
                <a:lnTo>
                  <a:pt x="1607647" y="2846357"/>
                </a:lnTo>
                <a:lnTo>
                  <a:pt x="1607852" y="2845743"/>
                </a:lnTo>
                <a:lnTo>
                  <a:pt x="1608041" y="2845117"/>
                </a:lnTo>
                <a:lnTo>
                  <a:pt x="1608214" y="2844482"/>
                </a:lnTo>
                <a:lnTo>
                  <a:pt x="1608370" y="2843835"/>
                </a:lnTo>
                <a:lnTo>
                  <a:pt x="1608510" y="2843178"/>
                </a:lnTo>
                <a:lnTo>
                  <a:pt x="1608633" y="2842511"/>
                </a:lnTo>
                <a:lnTo>
                  <a:pt x="1608740" y="2841833"/>
                </a:lnTo>
                <a:lnTo>
                  <a:pt x="1608830" y="2841144"/>
                </a:lnTo>
                <a:lnTo>
                  <a:pt x="1608904" y="2840445"/>
                </a:lnTo>
                <a:lnTo>
                  <a:pt x="1608962" y="2839735"/>
                </a:lnTo>
                <a:lnTo>
                  <a:pt x="1609003" y="2839015"/>
                </a:lnTo>
                <a:lnTo>
                  <a:pt x="1609027" y="2838284"/>
                </a:lnTo>
                <a:lnTo>
                  <a:pt x="1609036" y="2837543"/>
                </a:lnTo>
                <a:lnTo>
                  <a:pt x="1609030" y="2836886"/>
                </a:lnTo>
                <a:lnTo>
                  <a:pt x="1609013" y="2836240"/>
                </a:lnTo>
                <a:lnTo>
                  <a:pt x="1608986" y="2835604"/>
                </a:lnTo>
                <a:lnTo>
                  <a:pt x="1608946" y="2834979"/>
                </a:lnTo>
                <a:lnTo>
                  <a:pt x="1608896" y="2834364"/>
                </a:lnTo>
                <a:lnTo>
                  <a:pt x="1608835" y="2833760"/>
                </a:lnTo>
                <a:lnTo>
                  <a:pt x="1608762" y="2833166"/>
                </a:lnTo>
                <a:lnTo>
                  <a:pt x="1608679" y="2832584"/>
                </a:lnTo>
                <a:lnTo>
                  <a:pt x="1608584" y="2832011"/>
                </a:lnTo>
                <a:lnTo>
                  <a:pt x="1608478" y="2831449"/>
                </a:lnTo>
                <a:lnTo>
                  <a:pt x="1608361" y="2830898"/>
                </a:lnTo>
                <a:lnTo>
                  <a:pt x="1608233" y="2830358"/>
                </a:lnTo>
                <a:lnTo>
                  <a:pt x="1608093" y="2829827"/>
                </a:lnTo>
                <a:lnTo>
                  <a:pt x="1607943" y="2829308"/>
                </a:lnTo>
                <a:lnTo>
                  <a:pt x="1607781" y="2828799"/>
                </a:lnTo>
                <a:lnTo>
                  <a:pt x="1607608" y="2828301"/>
                </a:lnTo>
                <a:lnTo>
                  <a:pt x="1607424" y="2827813"/>
                </a:lnTo>
                <a:lnTo>
                  <a:pt x="1607229" y="2827335"/>
                </a:lnTo>
                <a:lnTo>
                  <a:pt x="1607023" y="2826869"/>
                </a:lnTo>
                <a:lnTo>
                  <a:pt x="1606805" y="2826413"/>
                </a:lnTo>
                <a:lnTo>
                  <a:pt x="1606576" y="2825967"/>
                </a:lnTo>
                <a:lnTo>
                  <a:pt x="1606337" y="2825532"/>
                </a:lnTo>
                <a:lnTo>
                  <a:pt x="1606086" y="2825108"/>
                </a:lnTo>
                <a:lnTo>
                  <a:pt x="1605824" y="2824694"/>
                </a:lnTo>
                <a:lnTo>
                  <a:pt x="1605549" y="2824274"/>
                </a:lnTo>
                <a:lnTo>
                  <a:pt x="1605260" y="2823861"/>
                </a:lnTo>
                <a:lnTo>
                  <a:pt x="1604957" y="2823455"/>
                </a:lnTo>
                <a:lnTo>
                  <a:pt x="1604640" y="2823055"/>
                </a:lnTo>
                <a:lnTo>
                  <a:pt x="1604309" y="2822661"/>
                </a:lnTo>
                <a:lnTo>
                  <a:pt x="1603964" y="2822274"/>
                </a:lnTo>
                <a:lnTo>
                  <a:pt x="1603604" y="2821893"/>
                </a:lnTo>
                <a:lnTo>
                  <a:pt x="1603231" y="2821519"/>
                </a:lnTo>
                <a:lnTo>
                  <a:pt x="1602844" y="2821151"/>
                </a:lnTo>
                <a:lnTo>
                  <a:pt x="1602442" y="2820790"/>
                </a:lnTo>
                <a:lnTo>
                  <a:pt x="1602026" y="2820435"/>
                </a:lnTo>
                <a:lnTo>
                  <a:pt x="1601597" y="2820087"/>
                </a:lnTo>
                <a:lnTo>
                  <a:pt x="1601153" y="2819745"/>
                </a:lnTo>
                <a:lnTo>
                  <a:pt x="1600695" y="2819409"/>
                </a:lnTo>
                <a:lnTo>
                  <a:pt x="1600223" y="2819080"/>
                </a:lnTo>
                <a:lnTo>
                  <a:pt x="1599737" y="2818758"/>
                </a:lnTo>
                <a:lnTo>
                  <a:pt x="1599237" y="2818441"/>
                </a:lnTo>
                <a:lnTo>
                  <a:pt x="1598723" y="2818132"/>
                </a:lnTo>
                <a:lnTo>
                  <a:pt x="1598194" y="2817829"/>
                </a:lnTo>
                <a:lnTo>
                  <a:pt x="1597652" y="2817532"/>
                </a:lnTo>
                <a:lnTo>
                  <a:pt x="1597095" y="2817242"/>
                </a:lnTo>
                <a:lnTo>
                  <a:pt x="1596525" y="2816958"/>
                </a:lnTo>
                <a:lnTo>
                  <a:pt x="1595940" y="2816680"/>
                </a:lnTo>
                <a:lnTo>
                  <a:pt x="1595341" y="2816409"/>
                </a:lnTo>
                <a:lnTo>
                  <a:pt x="1594740" y="2816144"/>
                </a:lnTo>
                <a:lnTo>
                  <a:pt x="1594121" y="2815881"/>
                </a:lnTo>
                <a:lnTo>
                  <a:pt x="1593484" y="2815622"/>
                </a:lnTo>
                <a:lnTo>
                  <a:pt x="1592829" y="2815367"/>
                </a:lnTo>
                <a:lnTo>
                  <a:pt x="1592155" y="2815115"/>
                </a:lnTo>
                <a:lnTo>
                  <a:pt x="1591463" y="2814867"/>
                </a:lnTo>
                <a:lnTo>
                  <a:pt x="1590753" y="2814622"/>
                </a:lnTo>
                <a:lnTo>
                  <a:pt x="1590025" y="2814381"/>
                </a:lnTo>
                <a:lnTo>
                  <a:pt x="1589279" y="2814143"/>
                </a:lnTo>
                <a:lnTo>
                  <a:pt x="1588514" y="2813909"/>
                </a:lnTo>
                <a:lnTo>
                  <a:pt x="1587731" y="2813678"/>
                </a:lnTo>
                <a:lnTo>
                  <a:pt x="1586930" y="2813451"/>
                </a:lnTo>
                <a:lnTo>
                  <a:pt x="1586111" y="2813227"/>
                </a:lnTo>
                <a:lnTo>
                  <a:pt x="1585274" y="2813007"/>
                </a:lnTo>
                <a:lnTo>
                  <a:pt x="1584418" y="2812790"/>
                </a:lnTo>
                <a:lnTo>
                  <a:pt x="1583544" y="2812577"/>
                </a:lnTo>
                <a:lnTo>
                  <a:pt x="1582652" y="2812368"/>
                </a:lnTo>
                <a:lnTo>
                  <a:pt x="1581742" y="2812162"/>
                </a:lnTo>
                <a:lnTo>
                  <a:pt x="1580814" y="2811959"/>
                </a:lnTo>
                <a:lnTo>
                  <a:pt x="1579867" y="2811760"/>
                </a:lnTo>
                <a:lnTo>
                  <a:pt x="1578902" y="2811565"/>
                </a:lnTo>
                <a:lnTo>
                  <a:pt x="1577919" y="2811373"/>
                </a:lnTo>
                <a:lnTo>
                  <a:pt x="1576918" y="2811184"/>
                </a:lnTo>
                <a:lnTo>
                  <a:pt x="1575899" y="2810999"/>
                </a:lnTo>
                <a:lnTo>
                  <a:pt x="1575075" y="2810845"/>
                </a:lnTo>
                <a:lnTo>
                  <a:pt x="1574268" y="2810691"/>
                </a:lnTo>
                <a:lnTo>
                  <a:pt x="1573476" y="2810537"/>
                </a:lnTo>
                <a:lnTo>
                  <a:pt x="1572700" y="2810384"/>
                </a:lnTo>
                <a:lnTo>
                  <a:pt x="1571940" y="2810232"/>
                </a:lnTo>
                <a:lnTo>
                  <a:pt x="1571196" y="2810080"/>
                </a:lnTo>
                <a:lnTo>
                  <a:pt x="1570468" y="2809929"/>
                </a:lnTo>
                <a:lnTo>
                  <a:pt x="1569756" y="2809778"/>
                </a:lnTo>
                <a:lnTo>
                  <a:pt x="1569059" y="2809628"/>
                </a:lnTo>
                <a:lnTo>
                  <a:pt x="1568379" y="2809479"/>
                </a:lnTo>
                <a:lnTo>
                  <a:pt x="1567714" y="2809330"/>
                </a:lnTo>
                <a:lnTo>
                  <a:pt x="1567065" y="2809182"/>
                </a:lnTo>
                <a:lnTo>
                  <a:pt x="1566432" y="2809034"/>
                </a:lnTo>
                <a:lnTo>
                  <a:pt x="1565814" y="2808887"/>
                </a:lnTo>
                <a:lnTo>
                  <a:pt x="1565213" y="2808741"/>
                </a:lnTo>
                <a:lnTo>
                  <a:pt x="1564627" y="2808595"/>
                </a:lnTo>
                <a:lnTo>
                  <a:pt x="1564058" y="2808450"/>
                </a:lnTo>
                <a:lnTo>
                  <a:pt x="1563504" y="2808305"/>
                </a:lnTo>
                <a:lnTo>
                  <a:pt x="1562966" y="2808161"/>
                </a:lnTo>
                <a:lnTo>
                  <a:pt x="1562444" y="2808017"/>
                </a:lnTo>
                <a:lnTo>
                  <a:pt x="1561937" y="2807874"/>
                </a:lnTo>
                <a:lnTo>
                  <a:pt x="1561447" y="2807732"/>
                </a:lnTo>
                <a:lnTo>
                  <a:pt x="1560972" y="2807590"/>
                </a:lnTo>
                <a:lnTo>
                  <a:pt x="1560513" y="2807449"/>
                </a:lnTo>
                <a:lnTo>
                  <a:pt x="1560082" y="2807308"/>
                </a:lnTo>
                <a:lnTo>
                  <a:pt x="1559662" y="2807165"/>
                </a:lnTo>
                <a:lnTo>
                  <a:pt x="1559253" y="2807021"/>
                </a:lnTo>
                <a:lnTo>
                  <a:pt x="1558856" y="2806876"/>
                </a:lnTo>
                <a:lnTo>
                  <a:pt x="1558469" y="2806730"/>
                </a:lnTo>
                <a:lnTo>
                  <a:pt x="1558094" y="2806582"/>
                </a:lnTo>
                <a:lnTo>
                  <a:pt x="1557730" y="2806434"/>
                </a:lnTo>
                <a:lnTo>
                  <a:pt x="1557376" y="2806284"/>
                </a:lnTo>
                <a:lnTo>
                  <a:pt x="1557034" y="2806133"/>
                </a:lnTo>
                <a:lnTo>
                  <a:pt x="1556704" y="2805981"/>
                </a:lnTo>
                <a:lnTo>
                  <a:pt x="1556384" y="2805828"/>
                </a:lnTo>
                <a:lnTo>
                  <a:pt x="1556076" y="2805674"/>
                </a:lnTo>
                <a:lnTo>
                  <a:pt x="1555778" y="2805518"/>
                </a:lnTo>
                <a:lnTo>
                  <a:pt x="1555492" y="2805361"/>
                </a:lnTo>
                <a:lnTo>
                  <a:pt x="1555217" y="2805204"/>
                </a:lnTo>
                <a:lnTo>
                  <a:pt x="1554953" y="2805044"/>
                </a:lnTo>
                <a:lnTo>
                  <a:pt x="1554700" y="2804884"/>
                </a:lnTo>
                <a:lnTo>
                  <a:pt x="1554459" y="2804723"/>
                </a:lnTo>
                <a:lnTo>
                  <a:pt x="1554228" y="2804560"/>
                </a:lnTo>
                <a:lnTo>
                  <a:pt x="1554009" y="2804396"/>
                </a:lnTo>
                <a:lnTo>
                  <a:pt x="1553801" y="2804231"/>
                </a:lnTo>
                <a:lnTo>
                  <a:pt x="1553604" y="2804065"/>
                </a:lnTo>
                <a:lnTo>
                  <a:pt x="1553418" y="2803898"/>
                </a:lnTo>
                <a:lnTo>
                  <a:pt x="1553244" y="2803730"/>
                </a:lnTo>
                <a:lnTo>
                  <a:pt x="1553078" y="2803545"/>
                </a:lnTo>
                <a:lnTo>
                  <a:pt x="1552920" y="2803356"/>
                </a:lnTo>
                <a:lnTo>
                  <a:pt x="1552768" y="2803164"/>
                </a:lnTo>
                <a:lnTo>
                  <a:pt x="1552624" y="2802969"/>
                </a:lnTo>
                <a:lnTo>
                  <a:pt x="1552486" y="2802770"/>
                </a:lnTo>
                <a:lnTo>
                  <a:pt x="1552356" y="2802567"/>
                </a:lnTo>
                <a:lnTo>
                  <a:pt x="1552233" y="2802361"/>
                </a:lnTo>
                <a:lnTo>
                  <a:pt x="1552117" y="2802152"/>
                </a:lnTo>
                <a:lnTo>
                  <a:pt x="1552007" y="2801938"/>
                </a:lnTo>
                <a:lnTo>
                  <a:pt x="1551905" y="2801722"/>
                </a:lnTo>
                <a:lnTo>
                  <a:pt x="1551810" y="2801502"/>
                </a:lnTo>
                <a:lnTo>
                  <a:pt x="1551722" y="2801278"/>
                </a:lnTo>
                <a:lnTo>
                  <a:pt x="1551641" y="2801051"/>
                </a:lnTo>
                <a:lnTo>
                  <a:pt x="1551567" y="2800820"/>
                </a:lnTo>
                <a:lnTo>
                  <a:pt x="1551500" y="2800586"/>
                </a:lnTo>
                <a:lnTo>
                  <a:pt x="1551440" y="2800348"/>
                </a:lnTo>
                <a:lnTo>
                  <a:pt x="1551387" y="2800107"/>
                </a:lnTo>
                <a:lnTo>
                  <a:pt x="1551342" y="2799862"/>
                </a:lnTo>
                <a:lnTo>
                  <a:pt x="1551303" y="2799614"/>
                </a:lnTo>
                <a:lnTo>
                  <a:pt x="1551271" y="2799362"/>
                </a:lnTo>
                <a:lnTo>
                  <a:pt x="1551246" y="2799107"/>
                </a:lnTo>
                <a:lnTo>
                  <a:pt x="1551229" y="2798848"/>
                </a:lnTo>
                <a:lnTo>
                  <a:pt x="1551218" y="2798585"/>
                </a:lnTo>
                <a:lnTo>
                  <a:pt x="1551215" y="2798319"/>
                </a:lnTo>
                <a:lnTo>
                  <a:pt x="1551249" y="2797326"/>
                </a:lnTo>
                <a:lnTo>
                  <a:pt x="1551351" y="2796375"/>
                </a:lnTo>
                <a:lnTo>
                  <a:pt x="1551521" y="2795466"/>
                </a:lnTo>
                <a:lnTo>
                  <a:pt x="1551760" y="2794600"/>
                </a:lnTo>
                <a:lnTo>
                  <a:pt x="1552066" y="2793776"/>
                </a:lnTo>
                <a:lnTo>
                  <a:pt x="1552440" y="2792994"/>
                </a:lnTo>
                <a:lnTo>
                  <a:pt x="1552883" y="2792254"/>
                </a:lnTo>
                <a:lnTo>
                  <a:pt x="1553394" y="2791557"/>
                </a:lnTo>
                <a:lnTo>
                  <a:pt x="1553973" y="2790901"/>
                </a:lnTo>
                <a:lnTo>
                  <a:pt x="1554620" y="2790289"/>
                </a:lnTo>
                <a:lnTo>
                  <a:pt x="1555335" y="2789718"/>
                </a:lnTo>
                <a:lnTo>
                  <a:pt x="1556118" y="2789190"/>
                </a:lnTo>
                <a:lnTo>
                  <a:pt x="1556969" y="2788704"/>
                </a:lnTo>
                <a:lnTo>
                  <a:pt x="1557888" y="2788260"/>
                </a:lnTo>
                <a:lnTo>
                  <a:pt x="1558876" y="2787858"/>
                </a:lnTo>
                <a:lnTo>
                  <a:pt x="1559931" y="2787499"/>
                </a:lnTo>
                <a:lnTo>
                  <a:pt x="1561055" y="2787182"/>
                </a:lnTo>
                <a:lnTo>
                  <a:pt x="1562246" y="2786907"/>
                </a:lnTo>
                <a:lnTo>
                  <a:pt x="1563506" y="2786675"/>
                </a:lnTo>
                <a:lnTo>
                  <a:pt x="1564834" y="2786485"/>
                </a:lnTo>
                <a:lnTo>
                  <a:pt x="1566230" y="2786337"/>
                </a:lnTo>
                <a:lnTo>
                  <a:pt x="1567694" y="2786231"/>
                </a:lnTo>
                <a:lnTo>
                  <a:pt x="1569226" y="2786168"/>
                </a:lnTo>
                <a:lnTo>
                  <a:pt x="1570827" y="2786146"/>
                </a:lnTo>
                <a:lnTo>
                  <a:pt x="1571290" y="2786148"/>
                </a:lnTo>
                <a:lnTo>
                  <a:pt x="1571750" y="2786155"/>
                </a:lnTo>
                <a:lnTo>
                  <a:pt x="1572206" y="2786165"/>
                </a:lnTo>
                <a:lnTo>
                  <a:pt x="1572658" y="2786179"/>
                </a:lnTo>
                <a:lnTo>
                  <a:pt x="1573107" y="2786198"/>
                </a:lnTo>
                <a:lnTo>
                  <a:pt x="1573553" y="2786220"/>
                </a:lnTo>
                <a:lnTo>
                  <a:pt x="1573995" y="2786247"/>
                </a:lnTo>
                <a:lnTo>
                  <a:pt x="1574433" y="2786278"/>
                </a:lnTo>
                <a:lnTo>
                  <a:pt x="1574868" y="2786313"/>
                </a:lnTo>
                <a:lnTo>
                  <a:pt x="1575300" y="2786352"/>
                </a:lnTo>
                <a:lnTo>
                  <a:pt x="1575728" y="2786395"/>
                </a:lnTo>
                <a:lnTo>
                  <a:pt x="1576152" y="2786442"/>
                </a:lnTo>
                <a:lnTo>
                  <a:pt x="1576573" y="2786494"/>
                </a:lnTo>
                <a:lnTo>
                  <a:pt x="1576991" y="2786549"/>
                </a:lnTo>
                <a:lnTo>
                  <a:pt x="1577404" y="2786609"/>
                </a:lnTo>
                <a:lnTo>
                  <a:pt x="1577815" y="2786672"/>
                </a:lnTo>
                <a:lnTo>
                  <a:pt x="1578222" y="2786740"/>
                </a:lnTo>
                <a:lnTo>
                  <a:pt x="1578625" y="2786812"/>
                </a:lnTo>
                <a:lnTo>
                  <a:pt x="1579025" y="2786888"/>
                </a:lnTo>
                <a:lnTo>
                  <a:pt x="1579421" y="2786968"/>
                </a:lnTo>
                <a:lnTo>
                  <a:pt x="1579814" y="2787053"/>
                </a:lnTo>
                <a:lnTo>
                  <a:pt x="1580203" y="2787141"/>
                </a:lnTo>
                <a:lnTo>
                  <a:pt x="1580589" y="2787233"/>
                </a:lnTo>
                <a:lnTo>
                  <a:pt x="1580971" y="2787330"/>
                </a:lnTo>
                <a:lnTo>
                  <a:pt x="1581362" y="2787418"/>
                </a:lnTo>
                <a:lnTo>
                  <a:pt x="1581746" y="2787514"/>
                </a:lnTo>
                <a:lnTo>
                  <a:pt x="1582122" y="2787618"/>
                </a:lnTo>
                <a:lnTo>
                  <a:pt x="1582492" y="2787729"/>
                </a:lnTo>
                <a:lnTo>
                  <a:pt x="1582855" y="2787848"/>
                </a:lnTo>
                <a:lnTo>
                  <a:pt x="1583211" y="2787975"/>
                </a:lnTo>
                <a:lnTo>
                  <a:pt x="1583560" y="2788109"/>
                </a:lnTo>
                <a:lnTo>
                  <a:pt x="1583901" y="2788250"/>
                </a:lnTo>
                <a:lnTo>
                  <a:pt x="1584236" y="2788400"/>
                </a:lnTo>
                <a:lnTo>
                  <a:pt x="1584563" y="2788557"/>
                </a:lnTo>
                <a:lnTo>
                  <a:pt x="1584884" y="2788722"/>
                </a:lnTo>
                <a:lnTo>
                  <a:pt x="1585197" y="2788894"/>
                </a:lnTo>
                <a:lnTo>
                  <a:pt x="1585504" y="2789074"/>
                </a:lnTo>
                <a:lnTo>
                  <a:pt x="1585803" y="2789261"/>
                </a:lnTo>
                <a:lnTo>
                  <a:pt x="1586096" y="2789457"/>
                </a:lnTo>
                <a:lnTo>
                  <a:pt x="1586381" y="2789659"/>
                </a:lnTo>
                <a:lnTo>
                  <a:pt x="1586659" y="2789870"/>
                </a:lnTo>
                <a:lnTo>
                  <a:pt x="1586930" y="2790088"/>
                </a:lnTo>
                <a:lnTo>
                  <a:pt x="1587194" y="2790314"/>
                </a:lnTo>
                <a:lnTo>
                  <a:pt x="1587452" y="2790547"/>
                </a:lnTo>
                <a:lnTo>
                  <a:pt x="1587702" y="2790788"/>
                </a:lnTo>
                <a:lnTo>
                  <a:pt x="1587945" y="2791036"/>
                </a:lnTo>
                <a:lnTo>
                  <a:pt x="1588181" y="2791293"/>
                </a:lnTo>
                <a:lnTo>
                  <a:pt x="1588410" y="2791557"/>
                </a:lnTo>
                <a:lnTo>
                  <a:pt x="1588644" y="2791815"/>
                </a:lnTo>
                <a:lnTo>
                  <a:pt x="1588869" y="2792085"/>
                </a:lnTo>
                <a:lnTo>
                  <a:pt x="1589083" y="2792365"/>
                </a:lnTo>
                <a:lnTo>
                  <a:pt x="1589288" y="2792656"/>
                </a:lnTo>
                <a:lnTo>
                  <a:pt x="1589482" y="2792957"/>
                </a:lnTo>
                <a:lnTo>
                  <a:pt x="1589667" y="2793268"/>
                </a:lnTo>
                <a:lnTo>
                  <a:pt x="1589842" y="2793591"/>
                </a:lnTo>
                <a:lnTo>
                  <a:pt x="1590006" y="2793924"/>
                </a:lnTo>
                <a:lnTo>
                  <a:pt x="1590161" y="2794267"/>
                </a:lnTo>
                <a:lnTo>
                  <a:pt x="1590306" y="2794621"/>
                </a:lnTo>
                <a:lnTo>
                  <a:pt x="1590440" y="2794985"/>
                </a:lnTo>
                <a:lnTo>
                  <a:pt x="1590565" y="2795361"/>
                </a:lnTo>
                <a:lnTo>
                  <a:pt x="1590680" y="2795746"/>
                </a:lnTo>
                <a:lnTo>
                  <a:pt x="1590785" y="2796143"/>
                </a:lnTo>
                <a:lnTo>
                  <a:pt x="1590880" y="2796549"/>
                </a:lnTo>
                <a:lnTo>
                  <a:pt x="1590964" y="2796967"/>
                </a:lnTo>
                <a:lnTo>
                  <a:pt x="1591039" y="2797395"/>
                </a:lnTo>
                <a:lnTo>
                  <a:pt x="1591104" y="2797833"/>
                </a:lnTo>
                <a:lnTo>
                  <a:pt x="1591159" y="2798282"/>
                </a:lnTo>
                <a:lnTo>
                  <a:pt x="1591204" y="2798742"/>
                </a:lnTo>
                <a:lnTo>
                  <a:pt x="1591239" y="2799212"/>
                </a:lnTo>
                <a:lnTo>
                  <a:pt x="1591264" y="2799693"/>
                </a:lnTo>
                <a:lnTo>
                  <a:pt x="1591279" y="2800184"/>
                </a:lnTo>
                <a:lnTo>
                  <a:pt x="1591284" y="2800686"/>
                </a:lnTo>
                <a:lnTo>
                  <a:pt x="1605993" y="2800686"/>
                </a:lnTo>
                <a:lnTo>
                  <a:pt x="1606020" y="2800588"/>
                </a:lnTo>
                <a:lnTo>
                  <a:pt x="1606047" y="2800493"/>
                </a:lnTo>
                <a:lnTo>
                  <a:pt x="1606072" y="2800398"/>
                </a:lnTo>
                <a:lnTo>
                  <a:pt x="1606096" y="2800306"/>
                </a:lnTo>
                <a:lnTo>
                  <a:pt x="1606119" y="2800215"/>
                </a:lnTo>
                <a:lnTo>
                  <a:pt x="1606141" y="2800126"/>
                </a:lnTo>
                <a:lnTo>
                  <a:pt x="1606161" y="2800039"/>
                </a:lnTo>
                <a:lnTo>
                  <a:pt x="1606180" y="2799954"/>
                </a:lnTo>
                <a:lnTo>
                  <a:pt x="1606199" y="2799870"/>
                </a:lnTo>
                <a:lnTo>
                  <a:pt x="1606216" y="2799788"/>
                </a:lnTo>
                <a:lnTo>
                  <a:pt x="1606231" y="2799708"/>
                </a:lnTo>
                <a:lnTo>
                  <a:pt x="1606246" y="2799630"/>
                </a:lnTo>
                <a:lnTo>
                  <a:pt x="1606260" y="2799553"/>
                </a:lnTo>
                <a:lnTo>
                  <a:pt x="1606272" y="2799478"/>
                </a:lnTo>
                <a:lnTo>
                  <a:pt x="1606283" y="2799405"/>
                </a:lnTo>
                <a:lnTo>
                  <a:pt x="1606293" y="2799334"/>
                </a:lnTo>
                <a:lnTo>
                  <a:pt x="1606302" y="2799264"/>
                </a:lnTo>
                <a:lnTo>
                  <a:pt x="1606309" y="2799196"/>
                </a:lnTo>
                <a:lnTo>
                  <a:pt x="1606316" y="2799130"/>
                </a:lnTo>
                <a:lnTo>
                  <a:pt x="1606321" y="2799066"/>
                </a:lnTo>
                <a:lnTo>
                  <a:pt x="1606325" y="2799003"/>
                </a:lnTo>
                <a:lnTo>
                  <a:pt x="1606328" y="2798943"/>
                </a:lnTo>
                <a:lnTo>
                  <a:pt x="1606330" y="2798884"/>
                </a:lnTo>
                <a:lnTo>
                  <a:pt x="1606331" y="2798826"/>
                </a:lnTo>
                <a:lnTo>
                  <a:pt x="1606331" y="2798770"/>
                </a:lnTo>
                <a:lnTo>
                  <a:pt x="1606331" y="2798715"/>
                </a:lnTo>
                <a:lnTo>
                  <a:pt x="1606331" y="2798660"/>
                </a:lnTo>
                <a:lnTo>
                  <a:pt x="1606331" y="2798606"/>
                </a:lnTo>
                <a:lnTo>
                  <a:pt x="1606331" y="2798552"/>
                </a:lnTo>
                <a:lnTo>
                  <a:pt x="1606331" y="2798499"/>
                </a:lnTo>
                <a:lnTo>
                  <a:pt x="1606331" y="2798446"/>
                </a:lnTo>
                <a:lnTo>
                  <a:pt x="1606331" y="2798394"/>
                </a:lnTo>
                <a:lnTo>
                  <a:pt x="1606331" y="2798343"/>
                </a:lnTo>
                <a:lnTo>
                  <a:pt x="1606331" y="2798292"/>
                </a:lnTo>
                <a:lnTo>
                  <a:pt x="1606331" y="2798242"/>
                </a:lnTo>
                <a:lnTo>
                  <a:pt x="1606331" y="2798192"/>
                </a:lnTo>
                <a:lnTo>
                  <a:pt x="1606331" y="2798143"/>
                </a:lnTo>
                <a:lnTo>
                  <a:pt x="1606331" y="2798095"/>
                </a:lnTo>
                <a:lnTo>
                  <a:pt x="1606331" y="2798047"/>
                </a:lnTo>
                <a:lnTo>
                  <a:pt x="1606331" y="2798000"/>
                </a:lnTo>
                <a:lnTo>
                  <a:pt x="1606331" y="2797953"/>
                </a:lnTo>
                <a:lnTo>
                  <a:pt x="1606331" y="2797907"/>
                </a:lnTo>
                <a:lnTo>
                  <a:pt x="1606331" y="2797862"/>
                </a:lnTo>
                <a:lnTo>
                  <a:pt x="1606331" y="2797817"/>
                </a:lnTo>
                <a:lnTo>
                  <a:pt x="1606331" y="2797772"/>
                </a:lnTo>
                <a:lnTo>
                  <a:pt x="1606331" y="2797729"/>
                </a:lnTo>
                <a:lnTo>
                  <a:pt x="1606331" y="2797685"/>
                </a:lnTo>
                <a:lnTo>
                  <a:pt x="1606331" y="2797643"/>
                </a:lnTo>
                <a:lnTo>
                  <a:pt x="1606323" y="2797041"/>
                </a:lnTo>
                <a:lnTo>
                  <a:pt x="1606299" y="2796447"/>
                </a:lnTo>
                <a:lnTo>
                  <a:pt x="1606259" y="2795860"/>
                </a:lnTo>
                <a:lnTo>
                  <a:pt x="1606204" y="2795281"/>
                </a:lnTo>
                <a:lnTo>
                  <a:pt x="1606132" y="2794709"/>
                </a:lnTo>
                <a:lnTo>
                  <a:pt x="1606045" y="2794145"/>
                </a:lnTo>
                <a:lnTo>
                  <a:pt x="1605942" y="2793589"/>
                </a:lnTo>
                <a:lnTo>
                  <a:pt x="1605823" y="2793041"/>
                </a:lnTo>
                <a:lnTo>
                  <a:pt x="1605689" y="2792500"/>
                </a:lnTo>
                <a:lnTo>
                  <a:pt x="1605538" y="2791966"/>
                </a:lnTo>
                <a:lnTo>
                  <a:pt x="1605372" y="2791441"/>
                </a:lnTo>
                <a:lnTo>
                  <a:pt x="1605189" y="2790923"/>
                </a:lnTo>
                <a:lnTo>
                  <a:pt x="1604991" y="2790412"/>
                </a:lnTo>
                <a:lnTo>
                  <a:pt x="1604777" y="2789909"/>
                </a:lnTo>
                <a:lnTo>
                  <a:pt x="1604547" y="2789414"/>
                </a:lnTo>
                <a:lnTo>
                  <a:pt x="1604302" y="2788927"/>
                </a:lnTo>
                <a:lnTo>
                  <a:pt x="1604040" y="2788447"/>
                </a:lnTo>
                <a:lnTo>
                  <a:pt x="1603763" y="2787974"/>
                </a:lnTo>
                <a:lnTo>
                  <a:pt x="1603470" y="2787510"/>
                </a:lnTo>
                <a:lnTo>
                  <a:pt x="1603161" y="2787053"/>
                </a:lnTo>
                <a:lnTo>
                  <a:pt x="1602836" y="2786603"/>
                </a:lnTo>
                <a:lnTo>
                  <a:pt x="1602495" y="2786162"/>
                </a:lnTo>
                <a:lnTo>
                  <a:pt x="1602138" y="2785728"/>
                </a:lnTo>
                <a:lnTo>
                  <a:pt x="1601766" y="2785301"/>
                </a:lnTo>
                <a:lnTo>
                  <a:pt x="1601380" y="2784868"/>
                </a:lnTo>
                <a:lnTo>
                  <a:pt x="1600983" y="2784444"/>
                </a:lnTo>
                <a:lnTo>
                  <a:pt x="1600574" y="2784028"/>
                </a:lnTo>
                <a:lnTo>
                  <a:pt x="1600155" y="2783620"/>
                </a:lnTo>
                <a:lnTo>
                  <a:pt x="1599724" y="2783220"/>
                </a:lnTo>
                <a:lnTo>
                  <a:pt x="1599283" y="2782828"/>
                </a:lnTo>
                <a:lnTo>
                  <a:pt x="1598830" y="2782445"/>
                </a:lnTo>
                <a:lnTo>
                  <a:pt x="1598366" y="2782070"/>
                </a:lnTo>
                <a:lnTo>
                  <a:pt x="1597891" y="2781703"/>
                </a:lnTo>
                <a:lnTo>
                  <a:pt x="1597404" y="2781344"/>
                </a:lnTo>
                <a:lnTo>
                  <a:pt x="1596907" y="2780994"/>
                </a:lnTo>
                <a:lnTo>
                  <a:pt x="1596398" y="2780652"/>
                </a:lnTo>
                <a:lnTo>
                  <a:pt x="1595878" y="2780318"/>
                </a:lnTo>
                <a:lnTo>
                  <a:pt x="1595347" y="2779992"/>
                </a:lnTo>
                <a:lnTo>
                  <a:pt x="1594805" y="2779674"/>
                </a:lnTo>
                <a:lnTo>
                  <a:pt x="1594252" y="2779365"/>
                </a:lnTo>
                <a:lnTo>
                  <a:pt x="1593687" y="2779064"/>
                </a:lnTo>
                <a:lnTo>
                  <a:pt x="1593112" y="2778771"/>
                </a:lnTo>
                <a:lnTo>
                  <a:pt x="1592525" y="2778486"/>
                </a:lnTo>
                <a:lnTo>
                  <a:pt x="1591927" y="2778210"/>
                </a:lnTo>
                <a:lnTo>
                  <a:pt x="1591318" y="2777941"/>
                </a:lnTo>
                <a:lnTo>
                  <a:pt x="1590698" y="2777681"/>
                </a:lnTo>
                <a:lnTo>
                  <a:pt x="1590067" y="2777430"/>
                </a:lnTo>
                <a:lnTo>
                  <a:pt x="1589424" y="2777186"/>
                </a:lnTo>
                <a:lnTo>
                  <a:pt x="1588787" y="2776951"/>
                </a:lnTo>
                <a:lnTo>
                  <a:pt x="1588142" y="2776727"/>
                </a:lnTo>
                <a:lnTo>
                  <a:pt x="1587490" y="2776512"/>
                </a:lnTo>
                <a:lnTo>
                  <a:pt x="1586832" y="2776308"/>
                </a:lnTo>
                <a:lnTo>
                  <a:pt x="1586166" y="2776113"/>
                </a:lnTo>
                <a:lnTo>
                  <a:pt x="1585493" y="2775929"/>
                </a:lnTo>
                <a:lnTo>
                  <a:pt x="1584813" y="2775754"/>
                </a:lnTo>
                <a:lnTo>
                  <a:pt x="1584127" y="2775589"/>
                </a:lnTo>
                <a:lnTo>
                  <a:pt x="1583433" y="2775435"/>
                </a:lnTo>
                <a:lnTo>
                  <a:pt x="1582732" y="2775290"/>
                </a:lnTo>
                <a:lnTo>
                  <a:pt x="1582024" y="2775155"/>
                </a:lnTo>
                <a:lnTo>
                  <a:pt x="1581309" y="2775030"/>
                </a:lnTo>
                <a:lnTo>
                  <a:pt x="1580587" y="2774916"/>
                </a:lnTo>
                <a:lnTo>
                  <a:pt x="1579858" y="2774811"/>
                </a:lnTo>
                <a:lnTo>
                  <a:pt x="1579122" y="2774716"/>
                </a:lnTo>
                <a:lnTo>
                  <a:pt x="1578378" y="2774631"/>
                </a:lnTo>
                <a:lnTo>
                  <a:pt x="1577628" y="2774556"/>
                </a:lnTo>
                <a:lnTo>
                  <a:pt x="1576871" y="2774491"/>
                </a:lnTo>
                <a:lnTo>
                  <a:pt x="1576106" y="2774437"/>
                </a:lnTo>
                <a:lnTo>
                  <a:pt x="1575335" y="2774392"/>
                </a:lnTo>
                <a:lnTo>
                  <a:pt x="1574557" y="2774357"/>
                </a:lnTo>
                <a:lnTo>
                  <a:pt x="1573771" y="2774332"/>
                </a:lnTo>
                <a:lnTo>
                  <a:pt x="1572979" y="2774317"/>
                </a:lnTo>
                <a:lnTo>
                  <a:pt x="1572179" y="2774312"/>
                </a:lnTo>
                <a:lnTo>
                  <a:pt x="1571268" y="2774317"/>
                </a:lnTo>
                <a:lnTo>
                  <a:pt x="1570366" y="2774332"/>
                </a:lnTo>
                <a:lnTo>
                  <a:pt x="1569474" y="2774357"/>
                </a:lnTo>
                <a:lnTo>
                  <a:pt x="1568591" y="2774392"/>
                </a:lnTo>
                <a:lnTo>
                  <a:pt x="1567718" y="2774437"/>
                </a:lnTo>
                <a:lnTo>
                  <a:pt x="1566854" y="2774491"/>
                </a:lnTo>
                <a:lnTo>
                  <a:pt x="1565999" y="2774556"/>
                </a:lnTo>
                <a:lnTo>
                  <a:pt x="1565153" y="2774631"/>
                </a:lnTo>
                <a:lnTo>
                  <a:pt x="1564318" y="2774716"/>
                </a:lnTo>
                <a:lnTo>
                  <a:pt x="1563491" y="2774811"/>
                </a:lnTo>
                <a:lnTo>
                  <a:pt x="1562674" y="2774916"/>
                </a:lnTo>
                <a:lnTo>
                  <a:pt x="1561866" y="2775030"/>
                </a:lnTo>
                <a:lnTo>
                  <a:pt x="1561068" y="2775155"/>
                </a:lnTo>
                <a:lnTo>
                  <a:pt x="1560279" y="2775290"/>
                </a:lnTo>
                <a:lnTo>
                  <a:pt x="1559499" y="2775435"/>
                </a:lnTo>
                <a:lnTo>
                  <a:pt x="1558729" y="2775589"/>
                </a:lnTo>
                <a:lnTo>
                  <a:pt x="1557968" y="2775754"/>
                </a:lnTo>
                <a:lnTo>
                  <a:pt x="1557217" y="2775929"/>
                </a:lnTo>
                <a:lnTo>
                  <a:pt x="1556475" y="2776113"/>
                </a:lnTo>
                <a:lnTo>
                  <a:pt x="1555742" y="2776308"/>
                </a:lnTo>
                <a:lnTo>
                  <a:pt x="1555019" y="2776512"/>
                </a:lnTo>
                <a:lnTo>
                  <a:pt x="1554305" y="2776727"/>
                </a:lnTo>
                <a:lnTo>
                  <a:pt x="1553601" y="2776951"/>
                </a:lnTo>
                <a:lnTo>
                  <a:pt x="1552906" y="2777186"/>
                </a:lnTo>
                <a:lnTo>
                  <a:pt x="1552235" y="2777430"/>
                </a:lnTo>
                <a:lnTo>
                  <a:pt x="1551578" y="2777684"/>
                </a:lnTo>
                <a:lnTo>
                  <a:pt x="1550932" y="2777947"/>
                </a:lnTo>
                <a:lnTo>
                  <a:pt x="1550299" y="2778219"/>
                </a:lnTo>
                <a:lnTo>
                  <a:pt x="1549678" y="2778501"/>
                </a:lnTo>
                <a:lnTo>
                  <a:pt x="1549070" y="2778792"/>
                </a:lnTo>
                <a:lnTo>
                  <a:pt x="1548474" y="2779093"/>
                </a:lnTo>
                <a:lnTo>
                  <a:pt x="1547890" y="2779403"/>
                </a:lnTo>
                <a:lnTo>
                  <a:pt x="1547318" y="2779722"/>
                </a:lnTo>
                <a:lnTo>
                  <a:pt x="1546759" y="2780051"/>
                </a:lnTo>
                <a:lnTo>
                  <a:pt x="1546212" y="2780389"/>
                </a:lnTo>
                <a:lnTo>
                  <a:pt x="1545678" y="2780736"/>
                </a:lnTo>
                <a:lnTo>
                  <a:pt x="1545156" y="2781093"/>
                </a:lnTo>
                <a:lnTo>
                  <a:pt x="1544646" y="2781460"/>
                </a:lnTo>
                <a:lnTo>
                  <a:pt x="1544148" y="2781835"/>
                </a:lnTo>
                <a:lnTo>
                  <a:pt x="1543663" y="2782220"/>
                </a:lnTo>
                <a:lnTo>
                  <a:pt x="1543190" y="2782615"/>
                </a:lnTo>
                <a:lnTo>
                  <a:pt x="1542730" y="2783019"/>
                </a:lnTo>
                <a:lnTo>
                  <a:pt x="1542281" y="2783432"/>
                </a:lnTo>
                <a:lnTo>
                  <a:pt x="1541846" y="2783855"/>
                </a:lnTo>
                <a:lnTo>
                  <a:pt x="1541422" y="2784287"/>
                </a:lnTo>
                <a:lnTo>
                  <a:pt x="1541011" y="2784728"/>
                </a:lnTo>
                <a:lnTo>
                  <a:pt x="1540612" y="2785179"/>
                </a:lnTo>
                <a:lnTo>
                  <a:pt x="1540225" y="2785639"/>
                </a:lnTo>
                <a:lnTo>
                  <a:pt x="1539853" y="2786109"/>
                </a:lnTo>
                <a:lnTo>
                  <a:pt x="1539496" y="2786589"/>
                </a:lnTo>
                <a:lnTo>
                  <a:pt x="1539156" y="2787079"/>
                </a:lnTo>
                <a:lnTo>
                  <a:pt x="1538831" y="2787579"/>
                </a:lnTo>
                <a:lnTo>
                  <a:pt x="1538522" y="2788089"/>
                </a:lnTo>
                <a:lnTo>
                  <a:pt x="1538228" y="2788608"/>
                </a:lnTo>
                <a:lnTo>
                  <a:pt x="1537951" y="2789138"/>
                </a:lnTo>
                <a:lnTo>
                  <a:pt x="1537689" y="2789678"/>
                </a:lnTo>
                <a:lnTo>
                  <a:pt x="1537444" y="2790228"/>
                </a:lnTo>
                <a:lnTo>
                  <a:pt x="1537214" y="2790787"/>
                </a:lnTo>
                <a:lnTo>
                  <a:pt x="1537000" y="2791357"/>
                </a:lnTo>
                <a:lnTo>
                  <a:pt x="1536802" y="2791937"/>
                </a:lnTo>
                <a:lnTo>
                  <a:pt x="1536620" y="2792527"/>
                </a:lnTo>
                <a:lnTo>
                  <a:pt x="1536453" y="2793126"/>
                </a:lnTo>
                <a:lnTo>
                  <a:pt x="1536303" y="2793736"/>
                </a:lnTo>
                <a:lnTo>
                  <a:pt x="1536168" y="2794355"/>
                </a:lnTo>
                <a:lnTo>
                  <a:pt x="1536049" y="2794985"/>
                </a:lnTo>
                <a:lnTo>
                  <a:pt x="1535946" y="2795625"/>
                </a:lnTo>
                <a:lnTo>
                  <a:pt x="1535859" y="2796274"/>
                </a:lnTo>
                <a:lnTo>
                  <a:pt x="1535787" y="2796934"/>
                </a:lnTo>
                <a:lnTo>
                  <a:pt x="1535732" y="2797603"/>
                </a:lnTo>
                <a:lnTo>
                  <a:pt x="1535692" y="2798283"/>
                </a:lnTo>
                <a:lnTo>
                  <a:pt x="1535668" y="2798972"/>
                </a:lnTo>
                <a:lnTo>
                  <a:pt x="1535661" y="2799672"/>
                </a:lnTo>
                <a:lnTo>
                  <a:pt x="1535666" y="2800273"/>
                </a:lnTo>
                <a:lnTo>
                  <a:pt x="1535682" y="2800867"/>
                </a:lnTo>
                <a:lnTo>
                  <a:pt x="1535708" y="2801452"/>
                </a:lnTo>
                <a:lnTo>
                  <a:pt x="1535745" y="2802029"/>
                </a:lnTo>
                <a:lnTo>
                  <a:pt x="1535793" y="2802598"/>
                </a:lnTo>
                <a:lnTo>
                  <a:pt x="1535851" y="2803159"/>
                </a:lnTo>
                <a:lnTo>
                  <a:pt x="1535919" y="2803711"/>
                </a:lnTo>
                <a:lnTo>
                  <a:pt x="1535999" y="2804255"/>
                </a:lnTo>
                <a:lnTo>
                  <a:pt x="1536089" y="2804791"/>
                </a:lnTo>
                <a:lnTo>
                  <a:pt x="1536189" y="2805319"/>
                </a:lnTo>
                <a:lnTo>
                  <a:pt x="1536300" y="2805839"/>
                </a:lnTo>
                <a:lnTo>
                  <a:pt x="1536421" y="2806350"/>
                </a:lnTo>
                <a:lnTo>
                  <a:pt x="1536553" y="2806853"/>
                </a:lnTo>
                <a:lnTo>
                  <a:pt x="1536696" y="2807348"/>
                </a:lnTo>
                <a:lnTo>
                  <a:pt x="1536849" y="2807835"/>
                </a:lnTo>
                <a:lnTo>
                  <a:pt x="1537013" y="2808313"/>
                </a:lnTo>
                <a:lnTo>
                  <a:pt x="1537188" y="2808783"/>
                </a:lnTo>
                <a:lnTo>
                  <a:pt x="1537372" y="2809245"/>
                </a:lnTo>
                <a:lnTo>
                  <a:pt x="1537568" y="2809699"/>
                </a:lnTo>
                <a:lnTo>
                  <a:pt x="1537774" y="2810145"/>
                </a:lnTo>
                <a:lnTo>
                  <a:pt x="1537991" y="2810582"/>
                </a:lnTo>
                <a:lnTo>
                  <a:pt x="1538218" y="2811011"/>
                </a:lnTo>
                <a:lnTo>
                  <a:pt x="1538456" y="2811432"/>
                </a:lnTo>
                <a:lnTo>
                  <a:pt x="1538704" y="2811845"/>
                </a:lnTo>
                <a:lnTo>
                  <a:pt x="1538964" y="2812236"/>
                </a:lnTo>
                <a:lnTo>
                  <a:pt x="1539238" y="2812622"/>
                </a:lnTo>
                <a:lnTo>
                  <a:pt x="1539525" y="2813002"/>
                </a:lnTo>
                <a:lnTo>
                  <a:pt x="1539826" y="2813376"/>
                </a:lnTo>
                <a:lnTo>
                  <a:pt x="1540141" y="2813744"/>
                </a:lnTo>
                <a:lnTo>
                  <a:pt x="1540469" y="2814106"/>
                </a:lnTo>
                <a:lnTo>
                  <a:pt x="1540810" y="2814462"/>
                </a:lnTo>
                <a:lnTo>
                  <a:pt x="1541165" y="2814813"/>
                </a:lnTo>
                <a:lnTo>
                  <a:pt x="1541533" y="2815157"/>
                </a:lnTo>
                <a:lnTo>
                  <a:pt x="1541915" y="2815496"/>
                </a:lnTo>
                <a:lnTo>
                  <a:pt x="1542310" y="2815829"/>
                </a:lnTo>
                <a:lnTo>
                  <a:pt x="1542719" y="2816156"/>
                </a:lnTo>
                <a:lnTo>
                  <a:pt x="1543142" y="2816477"/>
                </a:lnTo>
                <a:lnTo>
                  <a:pt x="1543578" y="2816792"/>
                </a:lnTo>
                <a:lnTo>
                  <a:pt x="1544027" y="2817102"/>
                </a:lnTo>
                <a:lnTo>
                  <a:pt x="1544490" y="2817405"/>
                </a:lnTo>
                <a:lnTo>
                  <a:pt x="1544966" y="2817703"/>
                </a:lnTo>
                <a:lnTo>
                  <a:pt x="1545456" y="2817994"/>
                </a:lnTo>
                <a:lnTo>
                  <a:pt x="1545959" y="2818280"/>
                </a:lnTo>
                <a:lnTo>
                  <a:pt x="1546476" y="2818560"/>
                </a:lnTo>
                <a:lnTo>
                  <a:pt x="1547007" y="2818834"/>
                </a:lnTo>
                <a:lnTo>
                  <a:pt x="1547551" y="2819103"/>
                </a:lnTo>
                <a:lnTo>
                  <a:pt x="1548108" y="2819365"/>
                </a:lnTo>
                <a:lnTo>
                  <a:pt x="1548679" y="2819622"/>
                </a:lnTo>
                <a:lnTo>
                  <a:pt x="1549264" y="2819860"/>
                </a:lnTo>
                <a:lnTo>
                  <a:pt x="1549865" y="2820095"/>
                </a:lnTo>
                <a:lnTo>
                  <a:pt x="1550481" y="2820327"/>
                </a:lnTo>
                <a:lnTo>
                  <a:pt x="1551112" y="2820556"/>
                </a:lnTo>
                <a:lnTo>
                  <a:pt x="1551758" y="2820783"/>
                </a:lnTo>
                <a:lnTo>
                  <a:pt x="1552420" y="2821006"/>
                </a:lnTo>
                <a:lnTo>
                  <a:pt x="1553096" y="2821226"/>
                </a:lnTo>
                <a:lnTo>
                  <a:pt x="1553788" y="2821444"/>
                </a:lnTo>
                <a:lnTo>
                  <a:pt x="1554496" y="2821658"/>
                </a:lnTo>
                <a:lnTo>
                  <a:pt x="1555218" y="2821870"/>
                </a:lnTo>
                <a:lnTo>
                  <a:pt x="1555956" y="2822079"/>
                </a:lnTo>
                <a:lnTo>
                  <a:pt x="1556710" y="2822284"/>
                </a:lnTo>
                <a:lnTo>
                  <a:pt x="1557478" y="2822487"/>
                </a:lnTo>
                <a:lnTo>
                  <a:pt x="1558262" y="2822687"/>
                </a:lnTo>
                <a:lnTo>
                  <a:pt x="1559061" y="2822884"/>
                </a:lnTo>
                <a:lnTo>
                  <a:pt x="1559875" y="2823078"/>
                </a:lnTo>
                <a:lnTo>
                  <a:pt x="1560704" y="2823269"/>
                </a:lnTo>
                <a:lnTo>
                  <a:pt x="1561549" y="2823457"/>
                </a:lnTo>
                <a:lnTo>
                  <a:pt x="1562409" y="2823643"/>
                </a:lnTo>
                <a:lnTo>
                  <a:pt x="1563284" y="2823825"/>
                </a:lnTo>
                <a:lnTo>
                  <a:pt x="1564175" y="2824004"/>
                </a:lnTo>
                <a:lnTo>
                  <a:pt x="1565081" y="2824181"/>
                </a:lnTo>
                <a:lnTo>
                  <a:pt x="1566002" y="2824354"/>
                </a:lnTo>
                <a:lnTo>
                  <a:pt x="1566938" y="2824525"/>
                </a:lnTo>
                <a:lnTo>
                  <a:pt x="1567817" y="2824666"/>
                </a:lnTo>
                <a:lnTo>
                  <a:pt x="1568678" y="2824808"/>
                </a:lnTo>
                <a:lnTo>
                  <a:pt x="1569522" y="2824950"/>
                </a:lnTo>
                <a:lnTo>
                  <a:pt x="1570348" y="2825093"/>
                </a:lnTo>
                <a:lnTo>
                  <a:pt x="1571156" y="2825236"/>
                </a:lnTo>
                <a:lnTo>
                  <a:pt x="1571947" y="2825381"/>
                </a:lnTo>
                <a:lnTo>
                  <a:pt x="1572720" y="2825525"/>
                </a:lnTo>
                <a:lnTo>
                  <a:pt x="1573475" y="2825671"/>
                </a:lnTo>
                <a:lnTo>
                  <a:pt x="1574213" y="2825816"/>
                </a:lnTo>
                <a:lnTo>
                  <a:pt x="1574934" y="2825963"/>
                </a:lnTo>
                <a:lnTo>
                  <a:pt x="1575636" y="2826110"/>
                </a:lnTo>
                <a:lnTo>
                  <a:pt x="1576321" y="2826258"/>
                </a:lnTo>
                <a:lnTo>
                  <a:pt x="1576989" y="2826406"/>
                </a:lnTo>
                <a:lnTo>
                  <a:pt x="1577639" y="2826555"/>
                </a:lnTo>
                <a:lnTo>
                  <a:pt x="1578271" y="2826704"/>
                </a:lnTo>
                <a:lnTo>
                  <a:pt x="1578886" y="2826854"/>
                </a:lnTo>
                <a:lnTo>
                  <a:pt x="1579483" y="2827005"/>
                </a:lnTo>
                <a:lnTo>
                  <a:pt x="1580062" y="2827156"/>
                </a:lnTo>
                <a:lnTo>
                  <a:pt x="1580624" y="2827308"/>
                </a:lnTo>
                <a:lnTo>
                  <a:pt x="1581168" y="2827460"/>
                </a:lnTo>
                <a:lnTo>
                  <a:pt x="1581695" y="2827613"/>
                </a:lnTo>
                <a:lnTo>
                  <a:pt x="1582203" y="2827766"/>
                </a:lnTo>
                <a:lnTo>
                  <a:pt x="1582695" y="2827920"/>
                </a:lnTo>
                <a:lnTo>
                  <a:pt x="1583169" y="2828075"/>
                </a:lnTo>
                <a:lnTo>
                  <a:pt x="1583641" y="2828231"/>
                </a:lnTo>
                <a:lnTo>
                  <a:pt x="1584102" y="2828390"/>
                </a:lnTo>
                <a:lnTo>
                  <a:pt x="1584550" y="2828551"/>
                </a:lnTo>
                <a:lnTo>
                  <a:pt x="1584986" y="2828714"/>
                </a:lnTo>
                <a:lnTo>
                  <a:pt x="1585410" y="2828879"/>
                </a:lnTo>
                <a:lnTo>
                  <a:pt x="1585821" y="2829047"/>
                </a:lnTo>
                <a:lnTo>
                  <a:pt x="1586220" y="2829217"/>
                </a:lnTo>
                <a:lnTo>
                  <a:pt x="1586606" y="2829390"/>
                </a:lnTo>
                <a:lnTo>
                  <a:pt x="1586980" y="2829565"/>
                </a:lnTo>
                <a:lnTo>
                  <a:pt x="1587342" y="2829742"/>
                </a:lnTo>
                <a:lnTo>
                  <a:pt x="1587692" y="2829922"/>
                </a:lnTo>
                <a:lnTo>
                  <a:pt x="1588029" y="2830104"/>
                </a:lnTo>
                <a:lnTo>
                  <a:pt x="1588354" y="2830288"/>
                </a:lnTo>
                <a:lnTo>
                  <a:pt x="1588667" y="2830475"/>
                </a:lnTo>
                <a:lnTo>
                  <a:pt x="1588967" y="2830664"/>
                </a:lnTo>
                <a:lnTo>
                  <a:pt x="1589255" y="2830855"/>
                </a:lnTo>
                <a:lnTo>
                  <a:pt x="1589531" y="2831049"/>
                </a:lnTo>
                <a:lnTo>
                  <a:pt x="1589794" y="2831245"/>
                </a:lnTo>
                <a:lnTo>
                  <a:pt x="1590045" y="2831443"/>
                </a:lnTo>
                <a:lnTo>
                  <a:pt x="1590283" y="2831644"/>
                </a:lnTo>
                <a:lnTo>
                  <a:pt x="1590510" y="2831847"/>
                </a:lnTo>
                <a:lnTo>
                  <a:pt x="1590724" y="2832053"/>
                </a:lnTo>
                <a:lnTo>
                  <a:pt x="1590925" y="2832261"/>
                </a:lnTo>
                <a:lnTo>
                  <a:pt x="1591115" y="2832471"/>
                </a:lnTo>
                <a:lnTo>
                  <a:pt x="1591294" y="2832684"/>
                </a:lnTo>
                <a:lnTo>
                  <a:pt x="1591466" y="2832903"/>
                </a:lnTo>
                <a:lnTo>
                  <a:pt x="1591630" y="2833126"/>
                </a:lnTo>
                <a:lnTo>
                  <a:pt x="1591786" y="2833354"/>
                </a:lnTo>
                <a:lnTo>
                  <a:pt x="1591935" y="2833586"/>
                </a:lnTo>
                <a:lnTo>
                  <a:pt x="1592076" y="2833823"/>
                </a:lnTo>
                <a:lnTo>
                  <a:pt x="1592210" y="2834065"/>
                </a:lnTo>
                <a:lnTo>
                  <a:pt x="1592336" y="2834312"/>
                </a:lnTo>
                <a:lnTo>
                  <a:pt x="1592454" y="2834563"/>
                </a:lnTo>
                <a:lnTo>
                  <a:pt x="1592565" y="2834819"/>
                </a:lnTo>
                <a:lnTo>
                  <a:pt x="1592668" y="2835080"/>
                </a:lnTo>
                <a:lnTo>
                  <a:pt x="1592763" y="2835345"/>
                </a:lnTo>
                <a:lnTo>
                  <a:pt x="1592851" y="2835615"/>
                </a:lnTo>
                <a:lnTo>
                  <a:pt x="1592931" y="2835890"/>
                </a:lnTo>
                <a:lnTo>
                  <a:pt x="1593003" y="2836169"/>
                </a:lnTo>
                <a:lnTo>
                  <a:pt x="1593068" y="2836453"/>
                </a:lnTo>
                <a:lnTo>
                  <a:pt x="1593126" y="2836742"/>
                </a:lnTo>
                <a:lnTo>
                  <a:pt x="1593175" y="2837036"/>
                </a:lnTo>
                <a:lnTo>
                  <a:pt x="1593217" y="2837334"/>
                </a:lnTo>
                <a:lnTo>
                  <a:pt x="1593252" y="2837637"/>
                </a:lnTo>
                <a:lnTo>
                  <a:pt x="1593278" y="2837944"/>
                </a:lnTo>
                <a:lnTo>
                  <a:pt x="1593297" y="2838257"/>
                </a:lnTo>
                <a:lnTo>
                  <a:pt x="1593309" y="2838574"/>
                </a:lnTo>
                <a:lnTo>
                  <a:pt x="1593313" y="2838895"/>
                </a:lnTo>
                <a:lnTo>
                  <a:pt x="1593303" y="2839385"/>
                </a:lnTo>
                <a:lnTo>
                  <a:pt x="1593275" y="2839866"/>
                </a:lnTo>
                <a:lnTo>
                  <a:pt x="1593228" y="2840340"/>
                </a:lnTo>
                <a:lnTo>
                  <a:pt x="1593162" y="2840807"/>
                </a:lnTo>
                <a:lnTo>
                  <a:pt x="1593078" y="2841266"/>
                </a:lnTo>
                <a:lnTo>
                  <a:pt x="1592974" y="2841717"/>
                </a:lnTo>
                <a:lnTo>
                  <a:pt x="1592852" y="2842160"/>
                </a:lnTo>
                <a:lnTo>
                  <a:pt x="1592711" y="2842596"/>
                </a:lnTo>
                <a:lnTo>
                  <a:pt x="1592552" y="2843024"/>
                </a:lnTo>
                <a:lnTo>
                  <a:pt x="1592373" y="2843445"/>
                </a:lnTo>
                <a:lnTo>
                  <a:pt x="1592176" y="2843858"/>
                </a:lnTo>
                <a:lnTo>
                  <a:pt x="1591960" y="2844263"/>
                </a:lnTo>
                <a:lnTo>
                  <a:pt x="1591725" y="2844661"/>
                </a:lnTo>
                <a:lnTo>
                  <a:pt x="1591472" y="2845051"/>
                </a:lnTo>
                <a:lnTo>
                  <a:pt x="1591199" y="2845433"/>
                </a:lnTo>
                <a:lnTo>
                  <a:pt x="1590908" y="2845808"/>
                </a:lnTo>
                <a:lnTo>
                  <a:pt x="1590598" y="2846175"/>
                </a:lnTo>
                <a:lnTo>
                  <a:pt x="1590269" y="2846535"/>
                </a:lnTo>
                <a:lnTo>
                  <a:pt x="1589922" y="2846887"/>
                </a:lnTo>
                <a:lnTo>
                  <a:pt x="1589555" y="2847231"/>
                </a:lnTo>
                <a:lnTo>
                  <a:pt x="1589170" y="2847568"/>
                </a:lnTo>
                <a:lnTo>
                  <a:pt x="1588766" y="2847897"/>
                </a:lnTo>
                <a:lnTo>
                  <a:pt x="1588344" y="2848218"/>
                </a:lnTo>
                <a:lnTo>
                  <a:pt x="1587902" y="2848532"/>
                </a:lnTo>
                <a:lnTo>
                  <a:pt x="1587457" y="2848822"/>
                </a:lnTo>
                <a:lnTo>
                  <a:pt x="1586994" y="2849099"/>
                </a:lnTo>
                <a:lnTo>
                  <a:pt x="1586513" y="2849364"/>
                </a:lnTo>
                <a:lnTo>
                  <a:pt x="1586014" y="2849617"/>
                </a:lnTo>
                <a:lnTo>
                  <a:pt x="1585498" y="2849857"/>
                </a:lnTo>
                <a:lnTo>
                  <a:pt x="1584965" y="2850085"/>
                </a:lnTo>
                <a:lnTo>
                  <a:pt x="1584414" y="2850301"/>
                </a:lnTo>
                <a:lnTo>
                  <a:pt x="1583845" y="2850505"/>
                </a:lnTo>
                <a:lnTo>
                  <a:pt x="1583258" y="2850696"/>
                </a:lnTo>
                <a:lnTo>
                  <a:pt x="1582654" y="2850875"/>
                </a:lnTo>
                <a:lnTo>
                  <a:pt x="1582033" y="2851041"/>
                </a:lnTo>
                <a:lnTo>
                  <a:pt x="1581393" y="2851195"/>
                </a:lnTo>
                <a:lnTo>
                  <a:pt x="1580736" y="2851337"/>
                </a:lnTo>
                <a:lnTo>
                  <a:pt x="1580062" y="2851466"/>
                </a:lnTo>
                <a:lnTo>
                  <a:pt x="1579370" y="2851583"/>
                </a:lnTo>
                <a:lnTo>
                  <a:pt x="1578660" y="2851688"/>
                </a:lnTo>
                <a:lnTo>
                  <a:pt x="1577933" y="2851781"/>
                </a:lnTo>
                <a:lnTo>
                  <a:pt x="1577188" y="2851861"/>
                </a:lnTo>
                <a:lnTo>
                  <a:pt x="1576425" y="2851929"/>
                </a:lnTo>
                <a:lnTo>
                  <a:pt x="1575645" y="2851984"/>
                </a:lnTo>
                <a:lnTo>
                  <a:pt x="1574847" y="2852027"/>
                </a:lnTo>
                <a:lnTo>
                  <a:pt x="1574032" y="2852058"/>
                </a:lnTo>
                <a:lnTo>
                  <a:pt x="1573199" y="2852076"/>
                </a:lnTo>
                <a:lnTo>
                  <a:pt x="1572348" y="2852083"/>
                </a:lnTo>
                <a:lnTo>
                  <a:pt x="1571399" y="2852076"/>
                </a:lnTo>
                <a:lnTo>
                  <a:pt x="1570468" y="2852056"/>
                </a:lnTo>
                <a:lnTo>
                  <a:pt x="1569556" y="2852022"/>
                </a:lnTo>
                <a:lnTo>
                  <a:pt x="1568662" y="2851975"/>
                </a:lnTo>
                <a:lnTo>
                  <a:pt x="1567785" y="2851914"/>
                </a:lnTo>
                <a:lnTo>
                  <a:pt x="1566927" y="2851840"/>
                </a:lnTo>
                <a:lnTo>
                  <a:pt x="1566088" y="2851752"/>
                </a:lnTo>
                <a:lnTo>
                  <a:pt x="1565266" y="2851651"/>
                </a:lnTo>
                <a:lnTo>
                  <a:pt x="1564463" y="2851536"/>
                </a:lnTo>
                <a:lnTo>
                  <a:pt x="1563678" y="2851408"/>
                </a:lnTo>
                <a:lnTo>
                  <a:pt x="1562911" y="2851266"/>
                </a:lnTo>
                <a:lnTo>
                  <a:pt x="1562162" y="2851111"/>
                </a:lnTo>
                <a:lnTo>
                  <a:pt x="1561431" y="2850942"/>
                </a:lnTo>
                <a:lnTo>
                  <a:pt x="1560719" y="2850759"/>
                </a:lnTo>
                <a:lnTo>
                  <a:pt x="1560025" y="2850564"/>
                </a:lnTo>
                <a:lnTo>
                  <a:pt x="1559349" y="2850354"/>
                </a:lnTo>
                <a:lnTo>
                  <a:pt x="1558691" y="2850132"/>
                </a:lnTo>
                <a:lnTo>
                  <a:pt x="1558052" y="2849895"/>
                </a:lnTo>
                <a:lnTo>
                  <a:pt x="1557430" y="2849646"/>
                </a:lnTo>
                <a:lnTo>
                  <a:pt x="1556827" y="2849382"/>
                </a:lnTo>
                <a:lnTo>
                  <a:pt x="1556242" y="2849105"/>
                </a:lnTo>
                <a:lnTo>
                  <a:pt x="1555675" y="2848815"/>
                </a:lnTo>
                <a:lnTo>
                  <a:pt x="1555127" y="2848511"/>
                </a:lnTo>
                <a:lnTo>
                  <a:pt x="1554596" y="2848194"/>
                </a:lnTo>
                <a:lnTo>
                  <a:pt x="1554100" y="2847851"/>
                </a:lnTo>
                <a:lnTo>
                  <a:pt x="1553624" y="2847497"/>
                </a:lnTo>
                <a:lnTo>
                  <a:pt x="1553170" y="2847132"/>
                </a:lnTo>
                <a:lnTo>
                  <a:pt x="1552736" y="2846757"/>
                </a:lnTo>
                <a:lnTo>
                  <a:pt x="1552324" y="2846371"/>
                </a:lnTo>
                <a:lnTo>
                  <a:pt x="1551933" y="2845975"/>
                </a:lnTo>
                <a:lnTo>
                  <a:pt x="1551563" y="2845568"/>
                </a:lnTo>
                <a:lnTo>
                  <a:pt x="1551215" y="2845151"/>
                </a:lnTo>
                <a:lnTo>
                  <a:pt x="1550887" y="2844723"/>
                </a:lnTo>
                <a:lnTo>
                  <a:pt x="1550581" y="2844284"/>
                </a:lnTo>
                <a:lnTo>
                  <a:pt x="1550295" y="2843835"/>
                </a:lnTo>
                <a:lnTo>
                  <a:pt x="1550031" y="2843376"/>
                </a:lnTo>
                <a:lnTo>
                  <a:pt x="1549788" y="2842905"/>
                </a:lnTo>
                <a:lnTo>
                  <a:pt x="1549566" y="2842425"/>
                </a:lnTo>
                <a:lnTo>
                  <a:pt x="1549366" y="2841933"/>
                </a:lnTo>
                <a:lnTo>
                  <a:pt x="1549186" y="2841431"/>
                </a:lnTo>
                <a:lnTo>
                  <a:pt x="1549027" y="2840919"/>
                </a:lnTo>
                <a:lnTo>
                  <a:pt x="1548890" y="2840396"/>
                </a:lnTo>
                <a:lnTo>
                  <a:pt x="1548774" y="2839862"/>
                </a:lnTo>
                <a:lnTo>
                  <a:pt x="1548679" y="2839318"/>
                </a:lnTo>
                <a:lnTo>
                  <a:pt x="1548605" y="2838763"/>
                </a:lnTo>
                <a:lnTo>
                  <a:pt x="1548552" y="2838198"/>
                </a:lnTo>
                <a:lnTo>
                  <a:pt x="1548520" y="2837622"/>
                </a:lnTo>
                <a:lnTo>
                  <a:pt x="1548510" y="2837036"/>
                </a:lnTo>
                <a:lnTo>
                  <a:pt x="1548510" y="2835345"/>
                </a:lnTo>
                <a:lnTo>
                  <a:pt x="1533970" y="2835345"/>
                </a:lnTo>
                <a:lnTo>
                  <a:pt x="1533956" y="2835443"/>
                </a:lnTo>
                <a:lnTo>
                  <a:pt x="1533943" y="2835541"/>
                </a:lnTo>
                <a:lnTo>
                  <a:pt x="1533930" y="2835638"/>
                </a:lnTo>
                <a:lnTo>
                  <a:pt x="1533918" y="2835735"/>
                </a:lnTo>
                <a:lnTo>
                  <a:pt x="1533907" y="2835831"/>
                </a:lnTo>
                <a:lnTo>
                  <a:pt x="1533896" y="2835926"/>
                </a:lnTo>
                <a:lnTo>
                  <a:pt x="1533886" y="2836021"/>
                </a:lnTo>
                <a:lnTo>
                  <a:pt x="1533876" y="2836115"/>
                </a:lnTo>
                <a:lnTo>
                  <a:pt x="1533867" y="2836209"/>
                </a:lnTo>
                <a:lnTo>
                  <a:pt x="1533858" y="2836302"/>
                </a:lnTo>
                <a:lnTo>
                  <a:pt x="1533850" y="2836394"/>
                </a:lnTo>
                <a:lnTo>
                  <a:pt x="1533843" y="2836486"/>
                </a:lnTo>
                <a:lnTo>
                  <a:pt x="1533836" y="2836577"/>
                </a:lnTo>
                <a:lnTo>
                  <a:pt x="1533830" y="2836668"/>
                </a:lnTo>
                <a:lnTo>
                  <a:pt x="1533825" y="2836758"/>
                </a:lnTo>
                <a:lnTo>
                  <a:pt x="1533820" y="2836848"/>
                </a:lnTo>
                <a:lnTo>
                  <a:pt x="1533815" y="2836937"/>
                </a:lnTo>
                <a:lnTo>
                  <a:pt x="1533811" y="2837025"/>
                </a:lnTo>
                <a:lnTo>
                  <a:pt x="1533808" y="2837113"/>
                </a:lnTo>
                <a:lnTo>
                  <a:pt x="1533806" y="2837200"/>
                </a:lnTo>
                <a:lnTo>
                  <a:pt x="1533803" y="2837287"/>
                </a:lnTo>
                <a:lnTo>
                  <a:pt x="1533802" y="2837373"/>
                </a:lnTo>
                <a:lnTo>
                  <a:pt x="1533801" y="2837458"/>
                </a:lnTo>
                <a:lnTo>
                  <a:pt x="1533801" y="2837543"/>
                </a:lnTo>
                <a:lnTo>
                  <a:pt x="1533801" y="2837627"/>
                </a:lnTo>
                <a:lnTo>
                  <a:pt x="1533801" y="2837708"/>
                </a:lnTo>
                <a:lnTo>
                  <a:pt x="1533801" y="2837789"/>
                </a:lnTo>
                <a:lnTo>
                  <a:pt x="1533801" y="2837867"/>
                </a:lnTo>
                <a:lnTo>
                  <a:pt x="1533801" y="2837944"/>
                </a:lnTo>
                <a:lnTo>
                  <a:pt x="1533801" y="2838018"/>
                </a:lnTo>
                <a:lnTo>
                  <a:pt x="1533801" y="2838092"/>
                </a:lnTo>
                <a:lnTo>
                  <a:pt x="1533801" y="2838163"/>
                </a:lnTo>
                <a:lnTo>
                  <a:pt x="1533801" y="2838232"/>
                </a:lnTo>
                <a:lnTo>
                  <a:pt x="1533801" y="2838300"/>
                </a:lnTo>
                <a:lnTo>
                  <a:pt x="1533801" y="2838366"/>
                </a:lnTo>
                <a:lnTo>
                  <a:pt x="1533801" y="2838430"/>
                </a:lnTo>
                <a:lnTo>
                  <a:pt x="1533801" y="2838493"/>
                </a:lnTo>
                <a:lnTo>
                  <a:pt x="1533801" y="2838554"/>
                </a:lnTo>
                <a:lnTo>
                  <a:pt x="1533801" y="2838613"/>
                </a:lnTo>
                <a:lnTo>
                  <a:pt x="1533801" y="2838670"/>
                </a:lnTo>
                <a:lnTo>
                  <a:pt x="1533801" y="2838725"/>
                </a:lnTo>
                <a:lnTo>
                  <a:pt x="1533801" y="2838779"/>
                </a:lnTo>
                <a:lnTo>
                  <a:pt x="1533801" y="2838831"/>
                </a:lnTo>
                <a:lnTo>
                  <a:pt x="1533801" y="2838881"/>
                </a:lnTo>
                <a:lnTo>
                  <a:pt x="1533801" y="2838930"/>
                </a:lnTo>
                <a:lnTo>
                  <a:pt x="1533801" y="2838976"/>
                </a:lnTo>
                <a:lnTo>
                  <a:pt x="1533801" y="2839021"/>
                </a:lnTo>
                <a:lnTo>
                  <a:pt x="1533801" y="2839064"/>
                </a:lnTo>
                <a:lnTo>
                  <a:pt x="1533809" y="2839709"/>
                </a:lnTo>
                <a:lnTo>
                  <a:pt x="1533833" y="2840346"/>
                </a:lnTo>
                <a:lnTo>
                  <a:pt x="1533872" y="2840977"/>
                </a:lnTo>
                <a:lnTo>
                  <a:pt x="1533928" y="2841600"/>
                </a:lnTo>
                <a:lnTo>
                  <a:pt x="1533999" y="2842217"/>
                </a:lnTo>
                <a:lnTo>
                  <a:pt x="1534086" y="2842826"/>
                </a:lnTo>
                <a:lnTo>
                  <a:pt x="1534189" y="2843428"/>
                </a:lnTo>
                <a:lnTo>
                  <a:pt x="1534308" y="2844024"/>
                </a:lnTo>
                <a:lnTo>
                  <a:pt x="1534443" y="2844612"/>
                </a:lnTo>
                <a:lnTo>
                  <a:pt x="1534593" y="2845193"/>
                </a:lnTo>
                <a:lnTo>
                  <a:pt x="1534760" y="2845767"/>
                </a:lnTo>
                <a:lnTo>
                  <a:pt x="1534942" y="2846334"/>
                </a:lnTo>
                <a:lnTo>
                  <a:pt x="1535140" y="2846894"/>
                </a:lnTo>
                <a:lnTo>
                  <a:pt x="1535354" y="2847447"/>
                </a:lnTo>
                <a:lnTo>
                  <a:pt x="1535584" y="2847993"/>
                </a:lnTo>
                <a:lnTo>
                  <a:pt x="1535830" y="2848532"/>
                </a:lnTo>
                <a:lnTo>
                  <a:pt x="1536091" y="2849064"/>
                </a:lnTo>
                <a:lnTo>
                  <a:pt x="1536369" y="2849589"/>
                </a:lnTo>
                <a:lnTo>
                  <a:pt x="1536662" y="2850107"/>
                </a:lnTo>
                <a:lnTo>
                  <a:pt x="1536971" y="2850617"/>
                </a:lnTo>
                <a:lnTo>
                  <a:pt x="1537296" y="2851121"/>
                </a:lnTo>
                <a:lnTo>
                  <a:pt x="1537637" y="2851618"/>
                </a:lnTo>
                <a:lnTo>
                  <a:pt x="1537993" y="2852107"/>
                </a:lnTo>
                <a:lnTo>
                  <a:pt x="1538366" y="2852590"/>
                </a:lnTo>
                <a:lnTo>
                  <a:pt x="1538766" y="2853050"/>
                </a:lnTo>
                <a:lnTo>
                  <a:pt x="1539178" y="2853502"/>
                </a:lnTo>
                <a:lnTo>
                  <a:pt x="1539602" y="2853945"/>
                </a:lnTo>
                <a:lnTo>
                  <a:pt x="1540037" y="2854379"/>
                </a:lnTo>
                <a:lnTo>
                  <a:pt x="1540485" y="2854805"/>
                </a:lnTo>
                <a:lnTo>
                  <a:pt x="1540944" y="2855221"/>
                </a:lnTo>
                <a:lnTo>
                  <a:pt x="1541415" y="2855629"/>
                </a:lnTo>
                <a:lnTo>
                  <a:pt x="1541897" y="2856028"/>
                </a:lnTo>
                <a:lnTo>
                  <a:pt x="1542392" y="2856418"/>
                </a:lnTo>
                <a:lnTo>
                  <a:pt x="1542898" y="2856799"/>
                </a:lnTo>
                <a:lnTo>
                  <a:pt x="1543415" y="2857171"/>
                </a:lnTo>
                <a:lnTo>
                  <a:pt x="1543945" y="2857535"/>
                </a:lnTo>
                <a:lnTo>
                  <a:pt x="1544486" y="2857890"/>
                </a:lnTo>
                <a:lnTo>
                  <a:pt x="1545039" y="2858236"/>
                </a:lnTo>
                <a:lnTo>
                  <a:pt x="1545604" y="2858573"/>
                </a:lnTo>
                <a:lnTo>
                  <a:pt x="1546180" y="2858902"/>
                </a:lnTo>
                <a:lnTo>
                  <a:pt x="1546768" y="2859221"/>
                </a:lnTo>
                <a:lnTo>
                  <a:pt x="1547368" y="2859532"/>
                </a:lnTo>
                <a:lnTo>
                  <a:pt x="1547980" y="2859834"/>
                </a:lnTo>
                <a:lnTo>
                  <a:pt x="1548604" y="2860127"/>
                </a:lnTo>
                <a:lnTo>
                  <a:pt x="1549239" y="2860412"/>
                </a:lnTo>
                <a:lnTo>
                  <a:pt x="1549886" y="2860687"/>
                </a:lnTo>
                <a:lnTo>
                  <a:pt x="1550544" y="2860954"/>
                </a:lnTo>
                <a:lnTo>
                  <a:pt x="1551215" y="2861212"/>
                </a:lnTo>
                <a:lnTo>
                  <a:pt x="1551909" y="2861447"/>
                </a:lnTo>
                <a:lnTo>
                  <a:pt x="1552612" y="2861671"/>
                </a:lnTo>
                <a:lnTo>
                  <a:pt x="1553323" y="2861886"/>
                </a:lnTo>
                <a:lnTo>
                  <a:pt x="1554042" y="2862090"/>
                </a:lnTo>
                <a:lnTo>
                  <a:pt x="1554769" y="2862285"/>
                </a:lnTo>
                <a:lnTo>
                  <a:pt x="1555505" y="2862470"/>
                </a:lnTo>
                <a:lnTo>
                  <a:pt x="1556249" y="2862644"/>
                </a:lnTo>
                <a:lnTo>
                  <a:pt x="1557001" y="2862809"/>
                </a:lnTo>
                <a:lnTo>
                  <a:pt x="1557761" y="2862964"/>
                </a:lnTo>
                <a:lnTo>
                  <a:pt x="1558529" y="2863108"/>
                </a:lnTo>
                <a:lnTo>
                  <a:pt x="1559306" y="2863243"/>
                </a:lnTo>
                <a:lnTo>
                  <a:pt x="1560091" y="2863368"/>
                </a:lnTo>
                <a:lnTo>
                  <a:pt x="1560884" y="2863483"/>
                </a:lnTo>
                <a:lnTo>
                  <a:pt x="1561685" y="2863587"/>
                </a:lnTo>
                <a:lnTo>
                  <a:pt x="1562495" y="2863682"/>
                </a:lnTo>
                <a:lnTo>
                  <a:pt x="1563312" y="2863767"/>
                </a:lnTo>
                <a:lnTo>
                  <a:pt x="1564138" y="2863842"/>
                </a:lnTo>
                <a:lnTo>
                  <a:pt x="1564973" y="2863907"/>
                </a:lnTo>
                <a:lnTo>
                  <a:pt x="1565815" y="2863962"/>
                </a:lnTo>
                <a:lnTo>
                  <a:pt x="1566666" y="2864007"/>
                </a:lnTo>
                <a:lnTo>
                  <a:pt x="1567525" y="2864041"/>
                </a:lnTo>
                <a:lnTo>
                  <a:pt x="1568392" y="2864066"/>
                </a:lnTo>
                <a:lnTo>
                  <a:pt x="1569267" y="2864081"/>
                </a:lnTo>
                <a:lnTo>
                  <a:pt x="1570150" y="2864086"/>
                </a:lnTo>
                <a:lnTo>
                  <a:pt x="1571159" y="2864081"/>
                </a:lnTo>
                <a:lnTo>
                  <a:pt x="1572155" y="2864066"/>
                </a:lnTo>
                <a:lnTo>
                  <a:pt x="1573138" y="2864041"/>
                </a:lnTo>
                <a:lnTo>
                  <a:pt x="1574109" y="2864007"/>
                </a:lnTo>
                <a:lnTo>
                  <a:pt x="1575068" y="2863962"/>
                </a:lnTo>
                <a:lnTo>
                  <a:pt x="1576015" y="2863907"/>
                </a:lnTo>
                <a:lnTo>
                  <a:pt x="1576949" y="2863842"/>
                </a:lnTo>
                <a:lnTo>
                  <a:pt x="1577871" y="2863767"/>
                </a:lnTo>
                <a:lnTo>
                  <a:pt x="1578781" y="2863682"/>
                </a:lnTo>
                <a:close/>
                <a:moveTo>
                  <a:pt x="1481456" y="3007402"/>
                </a:moveTo>
                <a:lnTo>
                  <a:pt x="1481456" y="2991171"/>
                </a:lnTo>
                <a:lnTo>
                  <a:pt x="1465564" y="2991171"/>
                </a:lnTo>
                <a:lnTo>
                  <a:pt x="1465564" y="3007402"/>
                </a:lnTo>
                <a:lnTo>
                  <a:pt x="1481456" y="3007402"/>
                </a:lnTo>
                <a:close/>
                <a:moveTo>
                  <a:pt x="1388479" y="3113088"/>
                </a:moveTo>
                <a:lnTo>
                  <a:pt x="1389000" y="3113048"/>
                </a:lnTo>
                <a:lnTo>
                  <a:pt x="1389521" y="3113003"/>
                </a:lnTo>
                <a:lnTo>
                  <a:pt x="1390043" y="3112954"/>
                </a:lnTo>
                <a:lnTo>
                  <a:pt x="1390564" y="3112900"/>
                </a:lnTo>
                <a:lnTo>
                  <a:pt x="1391085" y="3112841"/>
                </a:lnTo>
                <a:lnTo>
                  <a:pt x="1391607" y="3112778"/>
                </a:lnTo>
                <a:lnTo>
                  <a:pt x="1392128" y="3112710"/>
                </a:lnTo>
                <a:lnTo>
                  <a:pt x="1392649" y="3112637"/>
                </a:lnTo>
                <a:lnTo>
                  <a:pt x="1393170" y="3112559"/>
                </a:lnTo>
                <a:lnTo>
                  <a:pt x="1393692" y="3112477"/>
                </a:lnTo>
                <a:lnTo>
                  <a:pt x="1394213" y="3112390"/>
                </a:lnTo>
                <a:lnTo>
                  <a:pt x="1394734" y="3112299"/>
                </a:lnTo>
                <a:lnTo>
                  <a:pt x="1395256" y="3112202"/>
                </a:lnTo>
                <a:lnTo>
                  <a:pt x="1395777" y="3112101"/>
                </a:lnTo>
                <a:lnTo>
                  <a:pt x="1396298" y="3111996"/>
                </a:lnTo>
                <a:lnTo>
                  <a:pt x="1396820" y="3111885"/>
                </a:lnTo>
                <a:lnTo>
                  <a:pt x="1397337" y="3111785"/>
                </a:lnTo>
                <a:lnTo>
                  <a:pt x="1397847" y="3111680"/>
                </a:lnTo>
                <a:lnTo>
                  <a:pt x="1398349" y="3111571"/>
                </a:lnTo>
                <a:lnTo>
                  <a:pt x="1398844" y="3111458"/>
                </a:lnTo>
                <a:lnTo>
                  <a:pt x="1399331" y="3111341"/>
                </a:lnTo>
                <a:lnTo>
                  <a:pt x="1399810" y="3111220"/>
                </a:lnTo>
                <a:lnTo>
                  <a:pt x="1400282" y="3111094"/>
                </a:lnTo>
                <a:lnTo>
                  <a:pt x="1400746" y="3110965"/>
                </a:lnTo>
                <a:lnTo>
                  <a:pt x="1401202" y="3110831"/>
                </a:lnTo>
                <a:lnTo>
                  <a:pt x="1401651" y="3110694"/>
                </a:lnTo>
                <a:lnTo>
                  <a:pt x="1402092" y="3110552"/>
                </a:lnTo>
                <a:lnTo>
                  <a:pt x="1402526" y="3110406"/>
                </a:lnTo>
                <a:lnTo>
                  <a:pt x="1402952" y="3110256"/>
                </a:lnTo>
                <a:lnTo>
                  <a:pt x="1403370" y="3110102"/>
                </a:lnTo>
                <a:lnTo>
                  <a:pt x="1403780" y="3109944"/>
                </a:lnTo>
                <a:lnTo>
                  <a:pt x="1404183" y="3109782"/>
                </a:lnTo>
                <a:lnTo>
                  <a:pt x="1404579" y="3109615"/>
                </a:lnTo>
                <a:lnTo>
                  <a:pt x="1404967" y="3109445"/>
                </a:lnTo>
                <a:lnTo>
                  <a:pt x="1405347" y="3109270"/>
                </a:lnTo>
                <a:lnTo>
                  <a:pt x="1405719" y="3109091"/>
                </a:lnTo>
                <a:lnTo>
                  <a:pt x="1406084" y="3108908"/>
                </a:lnTo>
                <a:lnTo>
                  <a:pt x="1406441" y="3108721"/>
                </a:lnTo>
                <a:lnTo>
                  <a:pt x="1406791" y="3108530"/>
                </a:lnTo>
                <a:lnTo>
                  <a:pt x="1407133" y="3108335"/>
                </a:lnTo>
                <a:lnTo>
                  <a:pt x="1407133" y="3095317"/>
                </a:lnTo>
                <a:lnTo>
                  <a:pt x="1406835" y="3095457"/>
                </a:lnTo>
                <a:lnTo>
                  <a:pt x="1406533" y="3095597"/>
                </a:lnTo>
                <a:lnTo>
                  <a:pt x="1406227" y="3095737"/>
                </a:lnTo>
                <a:lnTo>
                  <a:pt x="1405916" y="3095876"/>
                </a:lnTo>
                <a:lnTo>
                  <a:pt x="1405602" y="3096014"/>
                </a:lnTo>
                <a:lnTo>
                  <a:pt x="1405283" y="3096152"/>
                </a:lnTo>
                <a:lnTo>
                  <a:pt x="1404961" y="3096289"/>
                </a:lnTo>
                <a:lnTo>
                  <a:pt x="1404634" y="3096425"/>
                </a:lnTo>
                <a:lnTo>
                  <a:pt x="1404303" y="3096561"/>
                </a:lnTo>
                <a:lnTo>
                  <a:pt x="1403968" y="3096696"/>
                </a:lnTo>
                <a:lnTo>
                  <a:pt x="1403629" y="3096831"/>
                </a:lnTo>
                <a:lnTo>
                  <a:pt x="1403286" y="3096965"/>
                </a:lnTo>
                <a:lnTo>
                  <a:pt x="1402939" y="3097099"/>
                </a:lnTo>
                <a:lnTo>
                  <a:pt x="1402588" y="3097232"/>
                </a:lnTo>
                <a:lnTo>
                  <a:pt x="1402232" y="3097364"/>
                </a:lnTo>
                <a:lnTo>
                  <a:pt x="1401873" y="3097496"/>
                </a:lnTo>
                <a:lnTo>
                  <a:pt x="1401509" y="3097627"/>
                </a:lnTo>
                <a:lnTo>
                  <a:pt x="1401141" y="3097758"/>
                </a:lnTo>
                <a:lnTo>
                  <a:pt x="1400769" y="3097888"/>
                </a:lnTo>
                <a:lnTo>
                  <a:pt x="1400393" y="3098017"/>
                </a:lnTo>
                <a:lnTo>
                  <a:pt x="1400013" y="3098146"/>
                </a:lnTo>
                <a:lnTo>
                  <a:pt x="1399629" y="3098274"/>
                </a:lnTo>
                <a:lnTo>
                  <a:pt x="1399241" y="3098402"/>
                </a:lnTo>
                <a:lnTo>
                  <a:pt x="1398848" y="3098529"/>
                </a:lnTo>
                <a:lnTo>
                  <a:pt x="1398467" y="3098639"/>
                </a:lnTo>
                <a:lnTo>
                  <a:pt x="1398082" y="3098745"/>
                </a:lnTo>
                <a:lnTo>
                  <a:pt x="1397694" y="3098846"/>
                </a:lnTo>
                <a:lnTo>
                  <a:pt x="1397303" y="3098942"/>
                </a:lnTo>
                <a:lnTo>
                  <a:pt x="1396910" y="3099034"/>
                </a:lnTo>
                <a:lnTo>
                  <a:pt x="1396513" y="3099121"/>
                </a:lnTo>
                <a:lnTo>
                  <a:pt x="1396114" y="3099203"/>
                </a:lnTo>
                <a:lnTo>
                  <a:pt x="1395711" y="3099280"/>
                </a:lnTo>
                <a:lnTo>
                  <a:pt x="1395306" y="3099353"/>
                </a:lnTo>
                <a:lnTo>
                  <a:pt x="1394898" y="3099421"/>
                </a:lnTo>
                <a:lnTo>
                  <a:pt x="1394486" y="3099485"/>
                </a:lnTo>
                <a:lnTo>
                  <a:pt x="1394072" y="3099543"/>
                </a:lnTo>
                <a:lnTo>
                  <a:pt x="1393655" y="3099598"/>
                </a:lnTo>
                <a:lnTo>
                  <a:pt x="1393235" y="3099647"/>
                </a:lnTo>
                <a:lnTo>
                  <a:pt x="1392812" y="3099691"/>
                </a:lnTo>
                <a:lnTo>
                  <a:pt x="1392386" y="3099731"/>
                </a:lnTo>
                <a:lnTo>
                  <a:pt x="1391957" y="3099767"/>
                </a:lnTo>
                <a:lnTo>
                  <a:pt x="1391526" y="3099797"/>
                </a:lnTo>
                <a:lnTo>
                  <a:pt x="1391091" y="3099823"/>
                </a:lnTo>
                <a:lnTo>
                  <a:pt x="1390653" y="3099844"/>
                </a:lnTo>
                <a:lnTo>
                  <a:pt x="1390213" y="3099860"/>
                </a:lnTo>
                <a:lnTo>
                  <a:pt x="1389769" y="3099872"/>
                </a:lnTo>
                <a:lnTo>
                  <a:pt x="1389323" y="3099879"/>
                </a:lnTo>
                <a:lnTo>
                  <a:pt x="1388873" y="3099882"/>
                </a:lnTo>
                <a:lnTo>
                  <a:pt x="1388300" y="3099879"/>
                </a:lnTo>
                <a:lnTo>
                  <a:pt x="1387735" y="3099870"/>
                </a:lnTo>
                <a:lnTo>
                  <a:pt x="1387177" y="3099855"/>
                </a:lnTo>
                <a:lnTo>
                  <a:pt x="1386629" y="3099835"/>
                </a:lnTo>
                <a:lnTo>
                  <a:pt x="1386088" y="3099808"/>
                </a:lnTo>
                <a:lnTo>
                  <a:pt x="1385555" y="3099776"/>
                </a:lnTo>
                <a:lnTo>
                  <a:pt x="1385031" y="3099738"/>
                </a:lnTo>
                <a:lnTo>
                  <a:pt x="1384515" y="3099694"/>
                </a:lnTo>
                <a:lnTo>
                  <a:pt x="1384007" y="3099644"/>
                </a:lnTo>
                <a:lnTo>
                  <a:pt x="1383508" y="3099588"/>
                </a:lnTo>
                <a:lnTo>
                  <a:pt x="1383017" y="3099526"/>
                </a:lnTo>
                <a:lnTo>
                  <a:pt x="1382533" y="3099459"/>
                </a:lnTo>
                <a:lnTo>
                  <a:pt x="1382058" y="3099386"/>
                </a:lnTo>
                <a:lnTo>
                  <a:pt x="1381592" y="3099306"/>
                </a:lnTo>
                <a:lnTo>
                  <a:pt x="1381133" y="3099221"/>
                </a:lnTo>
                <a:lnTo>
                  <a:pt x="1380683" y="3099130"/>
                </a:lnTo>
                <a:lnTo>
                  <a:pt x="1380241" y="3099033"/>
                </a:lnTo>
                <a:lnTo>
                  <a:pt x="1379807" y="3098931"/>
                </a:lnTo>
                <a:lnTo>
                  <a:pt x="1379382" y="3098822"/>
                </a:lnTo>
                <a:lnTo>
                  <a:pt x="1378964" y="3098708"/>
                </a:lnTo>
                <a:lnTo>
                  <a:pt x="1378555" y="3098587"/>
                </a:lnTo>
                <a:lnTo>
                  <a:pt x="1378154" y="3098461"/>
                </a:lnTo>
                <a:lnTo>
                  <a:pt x="1377761" y="3098329"/>
                </a:lnTo>
                <a:lnTo>
                  <a:pt x="1377377" y="3098191"/>
                </a:lnTo>
                <a:lnTo>
                  <a:pt x="1377000" y="3098047"/>
                </a:lnTo>
                <a:lnTo>
                  <a:pt x="1376631" y="3097895"/>
                </a:lnTo>
                <a:lnTo>
                  <a:pt x="1376270" y="3097737"/>
                </a:lnTo>
                <a:lnTo>
                  <a:pt x="1375916" y="3097571"/>
                </a:lnTo>
                <a:lnTo>
                  <a:pt x="1375570" y="3097398"/>
                </a:lnTo>
                <a:lnTo>
                  <a:pt x="1375232" y="3097219"/>
                </a:lnTo>
                <a:lnTo>
                  <a:pt x="1374901" y="3097032"/>
                </a:lnTo>
                <a:lnTo>
                  <a:pt x="1374578" y="3096838"/>
                </a:lnTo>
                <a:lnTo>
                  <a:pt x="1374262" y="3096638"/>
                </a:lnTo>
                <a:lnTo>
                  <a:pt x="1373954" y="3096430"/>
                </a:lnTo>
                <a:lnTo>
                  <a:pt x="1373654" y="3096215"/>
                </a:lnTo>
                <a:lnTo>
                  <a:pt x="1373362" y="3095993"/>
                </a:lnTo>
                <a:lnTo>
                  <a:pt x="1373077" y="3095764"/>
                </a:lnTo>
                <a:lnTo>
                  <a:pt x="1372799" y="3095528"/>
                </a:lnTo>
                <a:lnTo>
                  <a:pt x="1372529" y="3095285"/>
                </a:lnTo>
                <a:lnTo>
                  <a:pt x="1372267" y="3095035"/>
                </a:lnTo>
                <a:lnTo>
                  <a:pt x="1372013" y="3094778"/>
                </a:lnTo>
                <a:lnTo>
                  <a:pt x="1371766" y="3094514"/>
                </a:lnTo>
                <a:lnTo>
                  <a:pt x="1371527" y="3094242"/>
                </a:lnTo>
                <a:lnTo>
                  <a:pt x="1371295" y="3093964"/>
                </a:lnTo>
                <a:lnTo>
                  <a:pt x="1371071" y="3093679"/>
                </a:lnTo>
                <a:lnTo>
                  <a:pt x="1370855" y="3093387"/>
                </a:lnTo>
                <a:lnTo>
                  <a:pt x="1370646" y="3093087"/>
                </a:lnTo>
                <a:lnTo>
                  <a:pt x="1370445" y="3092781"/>
                </a:lnTo>
                <a:lnTo>
                  <a:pt x="1370252" y="3092467"/>
                </a:lnTo>
                <a:lnTo>
                  <a:pt x="1370067" y="3092147"/>
                </a:lnTo>
                <a:lnTo>
                  <a:pt x="1369890" y="3091819"/>
                </a:lnTo>
                <a:lnTo>
                  <a:pt x="1369722" y="3091485"/>
                </a:lnTo>
                <a:lnTo>
                  <a:pt x="1369562" y="3091143"/>
                </a:lnTo>
                <a:lnTo>
                  <a:pt x="1369410" y="3090794"/>
                </a:lnTo>
                <a:lnTo>
                  <a:pt x="1369266" y="3090439"/>
                </a:lnTo>
                <a:lnTo>
                  <a:pt x="1369130" y="3090076"/>
                </a:lnTo>
                <a:lnTo>
                  <a:pt x="1369003" y="3089706"/>
                </a:lnTo>
                <a:lnTo>
                  <a:pt x="1368884" y="3089329"/>
                </a:lnTo>
                <a:lnTo>
                  <a:pt x="1368773" y="3088945"/>
                </a:lnTo>
                <a:lnTo>
                  <a:pt x="1368670" y="3088554"/>
                </a:lnTo>
                <a:lnTo>
                  <a:pt x="1368575" y="3088156"/>
                </a:lnTo>
                <a:lnTo>
                  <a:pt x="1368489" y="3087751"/>
                </a:lnTo>
                <a:lnTo>
                  <a:pt x="1368411" y="3087339"/>
                </a:lnTo>
                <a:lnTo>
                  <a:pt x="1368341" y="3086920"/>
                </a:lnTo>
                <a:lnTo>
                  <a:pt x="1368280" y="3086494"/>
                </a:lnTo>
                <a:lnTo>
                  <a:pt x="1368226" y="3086060"/>
                </a:lnTo>
                <a:lnTo>
                  <a:pt x="1368181" y="3085620"/>
                </a:lnTo>
                <a:lnTo>
                  <a:pt x="1368144" y="3085173"/>
                </a:lnTo>
                <a:lnTo>
                  <a:pt x="1368115" y="3084718"/>
                </a:lnTo>
                <a:lnTo>
                  <a:pt x="1368095" y="3084257"/>
                </a:lnTo>
                <a:lnTo>
                  <a:pt x="1368082" y="3083789"/>
                </a:lnTo>
                <a:lnTo>
                  <a:pt x="1368078" y="3083313"/>
                </a:lnTo>
                <a:lnTo>
                  <a:pt x="1368078" y="3038341"/>
                </a:lnTo>
                <a:lnTo>
                  <a:pt x="1407133" y="3038341"/>
                </a:lnTo>
                <a:lnTo>
                  <a:pt x="1407133" y="3025154"/>
                </a:lnTo>
                <a:lnTo>
                  <a:pt x="1368078" y="3025154"/>
                </a:lnTo>
                <a:lnTo>
                  <a:pt x="1368078" y="2997596"/>
                </a:lnTo>
                <a:lnTo>
                  <a:pt x="1357596" y="2997596"/>
                </a:lnTo>
                <a:lnTo>
                  <a:pt x="1351679" y="3025154"/>
                </a:lnTo>
                <a:lnTo>
                  <a:pt x="1326150" y="3025154"/>
                </a:lnTo>
                <a:lnTo>
                  <a:pt x="1326150" y="3038341"/>
                </a:lnTo>
                <a:lnTo>
                  <a:pt x="1351171" y="3038341"/>
                </a:lnTo>
                <a:lnTo>
                  <a:pt x="1351171" y="3084666"/>
                </a:lnTo>
                <a:lnTo>
                  <a:pt x="1351187" y="3085919"/>
                </a:lnTo>
                <a:lnTo>
                  <a:pt x="1351234" y="3087143"/>
                </a:lnTo>
                <a:lnTo>
                  <a:pt x="1351311" y="3088338"/>
                </a:lnTo>
                <a:lnTo>
                  <a:pt x="1351420" y="3089503"/>
                </a:lnTo>
                <a:lnTo>
                  <a:pt x="1351560" y="3090639"/>
                </a:lnTo>
                <a:lnTo>
                  <a:pt x="1351731" y="3091745"/>
                </a:lnTo>
                <a:lnTo>
                  <a:pt x="1351934" y="3092822"/>
                </a:lnTo>
                <a:lnTo>
                  <a:pt x="1352167" y="3093870"/>
                </a:lnTo>
                <a:lnTo>
                  <a:pt x="1352431" y="3094889"/>
                </a:lnTo>
                <a:lnTo>
                  <a:pt x="1352727" y="3095878"/>
                </a:lnTo>
                <a:lnTo>
                  <a:pt x="1353054" y="3096838"/>
                </a:lnTo>
                <a:lnTo>
                  <a:pt x="1353412" y="3097768"/>
                </a:lnTo>
                <a:lnTo>
                  <a:pt x="1353800" y="3098669"/>
                </a:lnTo>
                <a:lnTo>
                  <a:pt x="1354221" y="3099541"/>
                </a:lnTo>
                <a:lnTo>
                  <a:pt x="1354672" y="3100384"/>
                </a:lnTo>
                <a:lnTo>
                  <a:pt x="1355154" y="3101197"/>
                </a:lnTo>
                <a:lnTo>
                  <a:pt x="1355667" y="3101980"/>
                </a:lnTo>
                <a:lnTo>
                  <a:pt x="1356212" y="3102735"/>
                </a:lnTo>
                <a:lnTo>
                  <a:pt x="1356787" y="3103460"/>
                </a:lnTo>
                <a:lnTo>
                  <a:pt x="1357394" y="3104155"/>
                </a:lnTo>
                <a:lnTo>
                  <a:pt x="1358032" y="3104822"/>
                </a:lnTo>
                <a:lnTo>
                  <a:pt x="1358701" y="3105459"/>
                </a:lnTo>
                <a:lnTo>
                  <a:pt x="1359401" y="3106066"/>
                </a:lnTo>
                <a:lnTo>
                  <a:pt x="1360132" y="3106644"/>
                </a:lnTo>
                <a:lnTo>
                  <a:pt x="1360890" y="3107182"/>
                </a:lnTo>
                <a:lnTo>
                  <a:pt x="1361669" y="3107698"/>
                </a:lnTo>
                <a:lnTo>
                  <a:pt x="1362470" y="3108190"/>
                </a:lnTo>
                <a:lnTo>
                  <a:pt x="1363293" y="3108659"/>
                </a:lnTo>
                <a:lnTo>
                  <a:pt x="1364137" y="3109106"/>
                </a:lnTo>
                <a:lnTo>
                  <a:pt x="1365003" y="3109529"/>
                </a:lnTo>
                <a:lnTo>
                  <a:pt x="1365891" y="3109930"/>
                </a:lnTo>
                <a:lnTo>
                  <a:pt x="1366801" y="3110307"/>
                </a:lnTo>
                <a:lnTo>
                  <a:pt x="1367732" y="3110662"/>
                </a:lnTo>
                <a:lnTo>
                  <a:pt x="1368685" y="3110994"/>
                </a:lnTo>
                <a:lnTo>
                  <a:pt x="1369660" y="3111303"/>
                </a:lnTo>
                <a:lnTo>
                  <a:pt x="1370656" y="3111590"/>
                </a:lnTo>
                <a:lnTo>
                  <a:pt x="1371675" y="3111853"/>
                </a:lnTo>
                <a:lnTo>
                  <a:pt x="1372715" y="3112093"/>
                </a:lnTo>
                <a:lnTo>
                  <a:pt x="1373776" y="3112311"/>
                </a:lnTo>
                <a:lnTo>
                  <a:pt x="1374860" y="3112505"/>
                </a:lnTo>
                <a:lnTo>
                  <a:pt x="1375965" y="3112677"/>
                </a:lnTo>
                <a:lnTo>
                  <a:pt x="1377092" y="3112826"/>
                </a:lnTo>
                <a:lnTo>
                  <a:pt x="1378240" y="3112952"/>
                </a:lnTo>
                <a:lnTo>
                  <a:pt x="1379410" y="3113055"/>
                </a:lnTo>
                <a:lnTo>
                  <a:pt x="1380602" y="3113135"/>
                </a:lnTo>
                <a:lnTo>
                  <a:pt x="1381816" y="3113192"/>
                </a:lnTo>
                <a:lnTo>
                  <a:pt x="1383051" y="3113227"/>
                </a:lnTo>
                <a:lnTo>
                  <a:pt x="1384309" y="3113238"/>
                </a:lnTo>
                <a:lnTo>
                  <a:pt x="1384830" y="3113236"/>
                </a:lnTo>
                <a:lnTo>
                  <a:pt x="1385351" y="3113229"/>
                </a:lnTo>
                <a:lnTo>
                  <a:pt x="1385872" y="3113217"/>
                </a:lnTo>
                <a:lnTo>
                  <a:pt x="1386394" y="3113200"/>
                </a:lnTo>
                <a:lnTo>
                  <a:pt x="1386915" y="3113179"/>
                </a:lnTo>
                <a:lnTo>
                  <a:pt x="1387436" y="3113153"/>
                </a:lnTo>
                <a:lnTo>
                  <a:pt x="1387958" y="3113123"/>
                </a:lnTo>
                <a:lnTo>
                  <a:pt x="1388479" y="3113088"/>
                </a:lnTo>
                <a:close/>
                <a:moveTo>
                  <a:pt x="1483147" y="3111547"/>
                </a:moveTo>
                <a:lnTo>
                  <a:pt x="1512395" y="3111547"/>
                </a:lnTo>
                <a:lnTo>
                  <a:pt x="1512395" y="3098529"/>
                </a:lnTo>
                <a:lnTo>
                  <a:pt x="1483147" y="3098529"/>
                </a:lnTo>
                <a:lnTo>
                  <a:pt x="1483147" y="3025154"/>
                </a:lnTo>
                <a:lnTo>
                  <a:pt x="1435301" y="3025154"/>
                </a:lnTo>
                <a:lnTo>
                  <a:pt x="1435301" y="3038341"/>
                </a:lnTo>
                <a:lnTo>
                  <a:pt x="1466240" y="3038341"/>
                </a:lnTo>
                <a:lnTo>
                  <a:pt x="1466240" y="3098529"/>
                </a:lnTo>
                <a:lnTo>
                  <a:pt x="1435301" y="3098529"/>
                </a:lnTo>
                <a:lnTo>
                  <a:pt x="1435301" y="3111547"/>
                </a:lnTo>
                <a:lnTo>
                  <a:pt x="1466240" y="3111547"/>
                </a:lnTo>
                <a:lnTo>
                  <a:pt x="1483147" y="3111547"/>
                </a:lnTo>
                <a:close/>
                <a:moveTo>
                  <a:pt x="1653650" y="3056829"/>
                </a:moveTo>
                <a:lnTo>
                  <a:pt x="1653716" y="3056281"/>
                </a:lnTo>
                <a:lnTo>
                  <a:pt x="1653791" y="3055739"/>
                </a:lnTo>
                <a:lnTo>
                  <a:pt x="1653875" y="3055203"/>
                </a:lnTo>
                <a:lnTo>
                  <a:pt x="1653967" y="3054673"/>
                </a:lnTo>
                <a:lnTo>
                  <a:pt x="1654068" y="3054149"/>
                </a:lnTo>
                <a:lnTo>
                  <a:pt x="1654178" y="3053631"/>
                </a:lnTo>
                <a:lnTo>
                  <a:pt x="1654297" y="3053118"/>
                </a:lnTo>
                <a:lnTo>
                  <a:pt x="1654425" y="3052612"/>
                </a:lnTo>
                <a:lnTo>
                  <a:pt x="1654561" y="3052111"/>
                </a:lnTo>
                <a:lnTo>
                  <a:pt x="1654707" y="3051616"/>
                </a:lnTo>
                <a:lnTo>
                  <a:pt x="1654861" y="3051127"/>
                </a:lnTo>
                <a:lnTo>
                  <a:pt x="1655024" y="3050644"/>
                </a:lnTo>
                <a:lnTo>
                  <a:pt x="1655196" y="3050167"/>
                </a:lnTo>
                <a:lnTo>
                  <a:pt x="1655376" y="3049695"/>
                </a:lnTo>
                <a:lnTo>
                  <a:pt x="1655565" y="3049230"/>
                </a:lnTo>
                <a:lnTo>
                  <a:pt x="1655764" y="3048770"/>
                </a:lnTo>
                <a:lnTo>
                  <a:pt x="1655970" y="3048316"/>
                </a:lnTo>
                <a:lnTo>
                  <a:pt x="1656185" y="3047856"/>
                </a:lnTo>
                <a:lnTo>
                  <a:pt x="1656407" y="3047404"/>
                </a:lnTo>
                <a:lnTo>
                  <a:pt x="1656636" y="3046961"/>
                </a:lnTo>
                <a:lnTo>
                  <a:pt x="1656872" y="3046527"/>
                </a:lnTo>
                <a:lnTo>
                  <a:pt x="1657115" y="3046102"/>
                </a:lnTo>
                <a:lnTo>
                  <a:pt x="1657365" y="3045685"/>
                </a:lnTo>
                <a:lnTo>
                  <a:pt x="1657622" y="3045277"/>
                </a:lnTo>
                <a:lnTo>
                  <a:pt x="1657887" y="3044879"/>
                </a:lnTo>
                <a:lnTo>
                  <a:pt x="1658158" y="3044488"/>
                </a:lnTo>
                <a:lnTo>
                  <a:pt x="1658436" y="3044107"/>
                </a:lnTo>
                <a:lnTo>
                  <a:pt x="1658721" y="3043735"/>
                </a:lnTo>
                <a:lnTo>
                  <a:pt x="1659014" y="3043371"/>
                </a:lnTo>
                <a:lnTo>
                  <a:pt x="1659313" y="3043016"/>
                </a:lnTo>
                <a:lnTo>
                  <a:pt x="1659620" y="3042670"/>
                </a:lnTo>
                <a:lnTo>
                  <a:pt x="1659933" y="3042333"/>
                </a:lnTo>
                <a:lnTo>
                  <a:pt x="1660254" y="3042004"/>
                </a:lnTo>
                <a:lnTo>
                  <a:pt x="1660581" y="3041685"/>
                </a:lnTo>
                <a:lnTo>
                  <a:pt x="1660916" y="3041374"/>
                </a:lnTo>
                <a:lnTo>
                  <a:pt x="1661257" y="3041072"/>
                </a:lnTo>
                <a:lnTo>
                  <a:pt x="1661606" y="3040779"/>
                </a:lnTo>
                <a:lnTo>
                  <a:pt x="1661962" y="3040494"/>
                </a:lnTo>
                <a:lnTo>
                  <a:pt x="1662325" y="3040218"/>
                </a:lnTo>
                <a:lnTo>
                  <a:pt x="1662694" y="3039952"/>
                </a:lnTo>
                <a:lnTo>
                  <a:pt x="1663071" y="3039694"/>
                </a:lnTo>
                <a:lnTo>
                  <a:pt x="1663455" y="3039432"/>
                </a:lnTo>
                <a:lnTo>
                  <a:pt x="1663844" y="3039181"/>
                </a:lnTo>
                <a:lnTo>
                  <a:pt x="1664239" y="3038941"/>
                </a:lnTo>
                <a:lnTo>
                  <a:pt x="1664640" y="3038712"/>
                </a:lnTo>
                <a:lnTo>
                  <a:pt x="1665047" y="3038495"/>
                </a:lnTo>
                <a:lnTo>
                  <a:pt x="1665459" y="3038288"/>
                </a:lnTo>
                <a:lnTo>
                  <a:pt x="1665878" y="3038093"/>
                </a:lnTo>
                <a:lnTo>
                  <a:pt x="1666302" y="3037909"/>
                </a:lnTo>
                <a:lnTo>
                  <a:pt x="1666733" y="3037736"/>
                </a:lnTo>
                <a:lnTo>
                  <a:pt x="1667169" y="3037574"/>
                </a:lnTo>
                <a:lnTo>
                  <a:pt x="1667611" y="3037424"/>
                </a:lnTo>
                <a:lnTo>
                  <a:pt x="1668059" y="3037284"/>
                </a:lnTo>
                <a:lnTo>
                  <a:pt x="1668513" y="3037156"/>
                </a:lnTo>
                <a:lnTo>
                  <a:pt x="1668972" y="3037039"/>
                </a:lnTo>
                <a:lnTo>
                  <a:pt x="1669438" y="3036933"/>
                </a:lnTo>
                <a:lnTo>
                  <a:pt x="1669909" y="3036838"/>
                </a:lnTo>
                <a:lnTo>
                  <a:pt x="1670386" y="3036755"/>
                </a:lnTo>
                <a:lnTo>
                  <a:pt x="1670869" y="3036682"/>
                </a:lnTo>
                <a:lnTo>
                  <a:pt x="1671359" y="3036621"/>
                </a:lnTo>
                <a:lnTo>
                  <a:pt x="1671853" y="3036571"/>
                </a:lnTo>
                <a:lnTo>
                  <a:pt x="1672354" y="3036532"/>
                </a:lnTo>
                <a:lnTo>
                  <a:pt x="1672861" y="3036504"/>
                </a:lnTo>
                <a:lnTo>
                  <a:pt x="1673373" y="3036487"/>
                </a:lnTo>
                <a:lnTo>
                  <a:pt x="1673892" y="3036481"/>
                </a:lnTo>
                <a:lnTo>
                  <a:pt x="1674631" y="3036491"/>
                </a:lnTo>
                <a:lnTo>
                  <a:pt x="1675357" y="3036520"/>
                </a:lnTo>
                <a:lnTo>
                  <a:pt x="1676068" y="3036569"/>
                </a:lnTo>
                <a:lnTo>
                  <a:pt x="1676766" y="3036636"/>
                </a:lnTo>
                <a:lnTo>
                  <a:pt x="1677449" y="3036724"/>
                </a:lnTo>
                <a:lnTo>
                  <a:pt x="1678118" y="3036830"/>
                </a:lnTo>
                <a:lnTo>
                  <a:pt x="1678773" y="3036956"/>
                </a:lnTo>
                <a:lnTo>
                  <a:pt x="1679414" y="3037101"/>
                </a:lnTo>
                <a:lnTo>
                  <a:pt x="1680041" y="3037266"/>
                </a:lnTo>
                <a:lnTo>
                  <a:pt x="1680654" y="3037450"/>
                </a:lnTo>
                <a:lnTo>
                  <a:pt x="1681253" y="3037654"/>
                </a:lnTo>
                <a:lnTo>
                  <a:pt x="1681838" y="3037876"/>
                </a:lnTo>
                <a:lnTo>
                  <a:pt x="1682408" y="3038118"/>
                </a:lnTo>
                <a:lnTo>
                  <a:pt x="1682965" y="3038380"/>
                </a:lnTo>
                <a:lnTo>
                  <a:pt x="1683507" y="3038661"/>
                </a:lnTo>
                <a:lnTo>
                  <a:pt x="1684036" y="3038961"/>
                </a:lnTo>
                <a:lnTo>
                  <a:pt x="1684550" y="3039281"/>
                </a:lnTo>
                <a:lnTo>
                  <a:pt x="1685050" y="3039620"/>
                </a:lnTo>
                <a:lnTo>
                  <a:pt x="1685536" y="3039978"/>
                </a:lnTo>
                <a:lnTo>
                  <a:pt x="1686008" y="3040356"/>
                </a:lnTo>
                <a:lnTo>
                  <a:pt x="1686466" y="3040753"/>
                </a:lnTo>
                <a:lnTo>
                  <a:pt x="1686910" y="3041170"/>
                </a:lnTo>
                <a:lnTo>
                  <a:pt x="1687340" y="3041606"/>
                </a:lnTo>
                <a:lnTo>
                  <a:pt x="1687755" y="3042061"/>
                </a:lnTo>
                <a:lnTo>
                  <a:pt x="1688169" y="3042537"/>
                </a:lnTo>
                <a:lnTo>
                  <a:pt x="1688565" y="3043036"/>
                </a:lnTo>
                <a:lnTo>
                  <a:pt x="1688944" y="3043559"/>
                </a:lnTo>
                <a:lnTo>
                  <a:pt x="1689305" y="3044104"/>
                </a:lnTo>
                <a:lnTo>
                  <a:pt x="1689648" y="3044672"/>
                </a:lnTo>
                <a:lnTo>
                  <a:pt x="1689974" y="3045262"/>
                </a:lnTo>
                <a:lnTo>
                  <a:pt x="1690282" y="3045876"/>
                </a:lnTo>
                <a:lnTo>
                  <a:pt x="1690573" y="3046513"/>
                </a:lnTo>
                <a:lnTo>
                  <a:pt x="1690846" y="3047172"/>
                </a:lnTo>
                <a:lnTo>
                  <a:pt x="1691101" y="3047855"/>
                </a:lnTo>
                <a:lnTo>
                  <a:pt x="1691339" y="3048560"/>
                </a:lnTo>
                <a:lnTo>
                  <a:pt x="1691559" y="3049288"/>
                </a:lnTo>
                <a:lnTo>
                  <a:pt x="1691762" y="3050039"/>
                </a:lnTo>
                <a:lnTo>
                  <a:pt x="1691946" y="3050813"/>
                </a:lnTo>
                <a:lnTo>
                  <a:pt x="1692114" y="3051610"/>
                </a:lnTo>
                <a:lnTo>
                  <a:pt x="1692263" y="3052430"/>
                </a:lnTo>
                <a:lnTo>
                  <a:pt x="1692396" y="3053273"/>
                </a:lnTo>
                <a:lnTo>
                  <a:pt x="1692510" y="3054138"/>
                </a:lnTo>
                <a:lnTo>
                  <a:pt x="1692607" y="3055027"/>
                </a:lnTo>
                <a:lnTo>
                  <a:pt x="1692686" y="3055938"/>
                </a:lnTo>
                <a:lnTo>
                  <a:pt x="1692748" y="3056873"/>
                </a:lnTo>
                <a:lnTo>
                  <a:pt x="1692792" y="3057830"/>
                </a:lnTo>
                <a:lnTo>
                  <a:pt x="1692818" y="3058810"/>
                </a:lnTo>
                <a:lnTo>
                  <a:pt x="1692827" y="3059813"/>
                </a:lnTo>
                <a:lnTo>
                  <a:pt x="1692827" y="3111547"/>
                </a:lnTo>
                <a:lnTo>
                  <a:pt x="1709734" y="3111547"/>
                </a:lnTo>
                <a:lnTo>
                  <a:pt x="1709734" y="3054910"/>
                </a:lnTo>
                <a:lnTo>
                  <a:pt x="1709719" y="3053627"/>
                </a:lnTo>
                <a:lnTo>
                  <a:pt x="1709675" y="3052370"/>
                </a:lnTo>
                <a:lnTo>
                  <a:pt x="1709602" y="3051140"/>
                </a:lnTo>
                <a:lnTo>
                  <a:pt x="1709499" y="3049936"/>
                </a:lnTo>
                <a:lnTo>
                  <a:pt x="1709367" y="3048759"/>
                </a:lnTo>
                <a:lnTo>
                  <a:pt x="1709206" y="3047608"/>
                </a:lnTo>
                <a:lnTo>
                  <a:pt x="1709015" y="3046484"/>
                </a:lnTo>
                <a:lnTo>
                  <a:pt x="1708795" y="3045386"/>
                </a:lnTo>
                <a:lnTo>
                  <a:pt x="1708545" y="3044314"/>
                </a:lnTo>
                <a:lnTo>
                  <a:pt x="1708266" y="3043269"/>
                </a:lnTo>
                <a:lnTo>
                  <a:pt x="1707958" y="3042250"/>
                </a:lnTo>
                <a:lnTo>
                  <a:pt x="1707621" y="3041258"/>
                </a:lnTo>
                <a:lnTo>
                  <a:pt x="1707254" y="3040292"/>
                </a:lnTo>
                <a:lnTo>
                  <a:pt x="1706857" y="3039352"/>
                </a:lnTo>
                <a:lnTo>
                  <a:pt x="1706432" y="3038439"/>
                </a:lnTo>
                <a:lnTo>
                  <a:pt x="1705977" y="3037552"/>
                </a:lnTo>
                <a:lnTo>
                  <a:pt x="1705492" y="3036692"/>
                </a:lnTo>
                <a:lnTo>
                  <a:pt x="1704979" y="3035858"/>
                </a:lnTo>
                <a:lnTo>
                  <a:pt x="1704436" y="3035050"/>
                </a:lnTo>
                <a:lnTo>
                  <a:pt x="1703863" y="3034269"/>
                </a:lnTo>
                <a:lnTo>
                  <a:pt x="1703262" y="3033515"/>
                </a:lnTo>
                <a:lnTo>
                  <a:pt x="1702631" y="3032787"/>
                </a:lnTo>
                <a:lnTo>
                  <a:pt x="1701970" y="3032085"/>
                </a:lnTo>
                <a:lnTo>
                  <a:pt x="1701280" y="3031409"/>
                </a:lnTo>
                <a:lnTo>
                  <a:pt x="1700566" y="3030761"/>
                </a:lnTo>
                <a:lnTo>
                  <a:pt x="1699832" y="3030140"/>
                </a:lnTo>
                <a:lnTo>
                  <a:pt x="1699077" y="3029547"/>
                </a:lnTo>
                <a:lnTo>
                  <a:pt x="1698303" y="3028981"/>
                </a:lnTo>
                <a:lnTo>
                  <a:pt x="1697509" y="3028443"/>
                </a:lnTo>
                <a:lnTo>
                  <a:pt x="1696694" y="3027933"/>
                </a:lnTo>
                <a:lnTo>
                  <a:pt x="1695860" y="3027450"/>
                </a:lnTo>
                <a:lnTo>
                  <a:pt x="1695006" y="3026995"/>
                </a:lnTo>
                <a:lnTo>
                  <a:pt x="1694132" y="3026567"/>
                </a:lnTo>
                <a:lnTo>
                  <a:pt x="1693238" y="3026167"/>
                </a:lnTo>
                <a:lnTo>
                  <a:pt x="1692324" y="3025795"/>
                </a:lnTo>
                <a:lnTo>
                  <a:pt x="1691390" y="3025450"/>
                </a:lnTo>
                <a:lnTo>
                  <a:pt x="1690436" y="3025133"/>
                </a:lnTo>
                <a:lnTo>
                  <a:pt x="1689462" y="3024843"/>
                </a:lnTo>
                <a:lnTo>
                  <a:pt x="1688468" y="3024581"/>
                </a:lnTo>
                <a:lnTo>
                  <a:pt x="1687455" y="3024346"/>
                </a:lnTo>
                <a:lnTo>
                  <a:pt x="1686421" y="3024139"/>
                </a:lnTo>
                <a:lnTo>
                  <a:pt x="1685367" y="3023960"/>
                </a:lnTo>
                <a:lnTo>
                  <a:pt x="1684293" y="3023808"/>
                </a:lnTo>
                <a:lnTo>
                  <a:pt x="1683200" y="3023684"/>
                </a:lnTo>
                <a:lnTo>
                  <a:pt x="1682086" y="3023588"/>
                </a:lnTo>
                <a:lnTo>
                  <a:pt x="1680953" y="3023519"/>
                </a:lnTo>
                <a:lnTo>
                  <a:pt x="1679799" y="3023477"/>
                </a:lnTo>
                <a:lnTo>
                  <a:pt x="1678626" y="3023463"/>
                </a:lnTo>
                <a:lnTo>
                  <a:pt x="1677910" y="3023469"/>
                </a:lnTo>
                <a:lnTo>
                  <a:pt x="1677199" y="3023487"/>
                </a:lnTo>
                <a:lnTo>
                  <a:pt x="1676494" y="3023516"/>
                </a:lnTo>
                <a:lnTo>
                  <a:pt x="1675794" y="3023557"/>
                </a:lnTo>
                <a:lnTo>
                  <a:pt x="1675099" y="3023610"/>
                </a:lnTo>
                <a:lnTo>
                  <a:pt x="1674409" y="3023675"/>
                </a:lnTo>
                <a:lnTo>
                  <a:pt x="1673725" y="3023751"/>
                </a:lnTo>
                <a:lnTo>
                  <a:pt x="1673046" y="3023839"/>
                </a:lnTo>
                <a:lnTo>
                  <a:pt x="1672373" y="3023939"/>
                </a:lnTo>
                <a:lnTo>
                  <a:pt x="1671704" y="3024050"/>
                </a:lnTo>
                <a:lnTo>
                  <a:pt x="1671041" y="3024174"/>
                </a:lnTo>
                <a:lnTo>
                  <a:pt x="1670383" y="3024309"/>
                </a:lnTo>
                <a:lnTo>
                  <a:pt x="1669731" y="3024455"/>
                </a:lnTo>
                <a:lnTo>
                  <a:pt x="1669084" y="3024614"/>
                </a:lnTo>
                <a:lnTo>
                  <a:pt x="1668442" y="3024784"/>
                </a:lnTo>
                <a:lnTo>
                  <a:pt x="1667805" y="3024966"/>
                </a:lnTo>
                <a:lnTo>
                  <a:pt x="1667174" y="3025160"/>
                </a:lnTo>
                <a:lnTo>
                  <a:pt x="1666548" y="3025365"/>
                </a:lnTo>
                <a:lnTo>
                  <a:pt x="1665927" y="3025582"/>
                </a:lnTo>
                <a:lnTo>
                  <a:pt x="1665311" y="3025811"/>
                </a:lnTo>
                <a:lnTo>
                  <a:pt x="1664701" y="3026052"/>
                </a:lnTo>
                <a:lnTo>
                  <a:pt x="1664096" y="3026304"/>
                </a:lnTo>
                <a:lnTo>
                  <a:pt x="1663497" y="3026569"/>
                </a:lnTo>
                <a:lnTo>
                  <a:pt x="1662902" y="3026845"/>
                </a:lnTo>
                <a:lnTo>
                  <a:pt x="1662316" y="3027133"/>
                </a:lnTo>
                <a:lnTo>
                  <a:pt x="1661741" y="3027435"/>
                </a:lnTo>
                <a:lnTo>
                  <a:pt x="1661177" y="3027751"/>
                </a:lnTo>
                <a:lnTo>
                  <a:pt x="1660625" y="3028080"/>
                </a:lnTo>
                <a:lnTo>
                  <a:pt x="1660083" y="3028422"/>
                </a:lnTo>
                <a:lnTo>
                  <a:pt x="1659553" y="3028778"/>
                </a:lnTo>
                <a:lnTo>
                  <a:pt x="1659033" y="3029148"/>
                </a:lnTo>
                <a:lnTo>
                  <a:pt x="1658525" y="3029531"/>
                </a:lnTo>
                <a:lnTo>
                  <a:pt x="1658028" y="3029927"/>
                </a:lnTo>
                <a:lnTo>
                  <a:pt x="1657543" y="3030337"/>
                </a:lnTo>
                <a:lnTo>
                  <a:pt x="1657068" y="3030761"/>
                </a:lnTo>
                <a:lnTo>
                  <a:pt x="1656605" y="3031198"/>
                </a:lnTo>
                <a:lnTo>
                  <a:pt x="1656152" y="3031649"/>
                </a:lnTo>
                <a:lnTo>
                  <a:pt x="1655711" y="3032113"/>
                </a:lnTo>
                <a:lnTo>
                  <a:pt x="1655281" y="3032590"/>
                </a:lnTo>
                <a:lnTo>
                  <a:pt x="1654862" y="3033081"/>
                </a:lnTo>
                <a:lnTo>
                  <a:pt x="1654455" y="3033586"/>
                </a:lnTo>
                <a:lnTo>
                  <a:pt x="1654058" y="3034104"/>
                </a:lnTo>
                <a:lnTo>
                  <a:pt x="1653673" y="3034636"/>
                </a:lnTo>
                <a:lnTo>
                  <a:pt x="1653298" y="3035181"/>
                </a:lnTo>
                <a:lnTo>
                  <a:pt x="1652935" y="3035739"/>
                </a:lnTo>
                <a:lnTo>
                  <a:pt x="1652583" y="3036311"/>
                </a:lnTo>
                <a:lnTo>
                  <a:pt x="1652243" y="3036897"/>
                </a:lnTo>
                <a:lnTo>
                  <a:pt x="1651913" y="3037496"/>
                </a:lnTo>
                <a:lnTo>
                  <a:pt x="1650222" y="3025154"/>
                </a:lnTo>
                <a:lnTo>
                  <a:pt x="1636528" y="3025154"/>
                </a:lnTo>
                <a:lnTo>
                  <a:pt x="1636528" y="3111547"/>
                </a:lnTo>
                <a:lnTo>
                  <a:pt x="1653434" y="3111547"/>
                </a:lnTo>
                <a:lnTo>
                  <a:pt x="1653434" y="3060827"/>
                </a:lnTo>
                <a:lnTo>
                  <a:pt x="1653439" y="3060238"/>
                </a:lnTo>
                <a:lnTo>
                  <a:pt x="1653452" y="3059655"/>
                </a:lnTo>
                <a:lnTo>
                  <a:pt x="1653474" y="3059078"/>
                </a:lnTo>
                <a:lnTo>
                  <a:pt x="1653505" y="3058507"/>
                </a:lnTo>
                <a:lnTo>
                  <a:pt x="1653544" y="3057942"/>
                </a:lnTo>
                <a:lnTo>
                  <a:pt x="1653593" y="3057382"/>
                </a:lnTo>
                <a:lnTo>
                  <a:pt x="1653650" y="3056829"/>
                </a:lnTo>
                <a:close/>
                <a:moveTo>
                  <a:pt x="1579280" y="3112637"/>
                </a:moveTo>
                <a:lnTo>
                  <a:pt x="1580218" y="3112477"/>
                </a:lnTo>
                <a:lnTo>
                  <a:pt x="1581143" y="3112299"/>
                </a:lnTo>
                <a:lnTo>
                  <a:pt x="1582056" y="3112101"/>
                </a:lnTo>
                <a:lnTo>
                  <a:pt x="1582957" y="3111885"/>
                </a:lnTo>
                <a:lnTo>
                  <a:pt x="1583846" y="3111651"/>
                </a:lnTo>
                <a:lnTo>
                  <a:pt x="1584722" y="3111397"/>
                </a:lnTo>
                <a:lnTo>
                  <a:pt x="1585586" y="3111125"/>
                </a:lnTo>
                <a:lnTo>
                  <a:pt x="1586437" y="3110833"/>
                </a:lnTo>
                <a:lnTo>
                  <a:pt x="1587276" y="3110524"/>
                </a:lnTo>
                <a:lnTo>
                  <a:pt x="1588103" y="3110195"/>
                </a:lnTo>
                <a:lnTo>
                  <a:pt x="1588918" y="3109847"/>
                </a:lnTo>
                <a:lnTo>
                  <a:pt x="1589720" y="3109481"/>
                </a:lnTo>
                <a:lnTo>
                  <a:pt x="1590510" y="3109096"/>
                </a:lnTo>
                <a:lnTo>
                  <a:pt x="1591287" y="3108692"/>
                </a:lnTo>
                <a:lnTo>
                  <a:pt x="1592053" y="3108269"/>
                </a:lnTo>
                <a:lnTo>
                  <a:pt x="1592805" y="3107828"/>
                </a:lnTo>
                <a:lnTo>
                  <a:pt x="1593545" y="3107356"/>
                </a:lnTo>
                <a:lnTo>
                  <a:pt x="1594269" y="3106869"/>
                </a:lnTo>
                <a:lnTo>
                  <a:pt x="1594979" y="3106367"/>
                </a:lnTo>
                <a:lnTo>
                  <a:pt x="1595675" y="3105851"/>
                </a:lnTo>
                <a:lnTo>
                  <a:pt x="1596355" y="3105320"/>
                </a:lnTo>
                <a:lnTo>
                  <a:pt x="1597021" y="3104774"/>
                </a:lnTo>
                <a:lnTo>
                  <a:pt x="1597673" y="3104214"/>
                </a:lnTo>
                <a:lnTo>
                  <a:pt x="1598309" y="3103639"/>
                </a:lnTo>
                <a:lnTo>
                  <a:pt x="1598931" y="3103049"/>
                </a:lnTo>
                <a:lnTo>
                  <a:pt x="1599539" y="3102445"/>
                </a:lnTo>
                <a:lnTo>
                  <a:pt x="1600131" y="3101826"/>
                </a:lnTo>
                <a:lnTo>
                  <a:pt x="1600709" y="3101192"/>
                </a:lnTo>
                <a:lnTo>
                  <a:pt x="1601272" y="3100543"/>
                </a:lnTo>
                <a:lnTo>
                  <a:pt x="1601821" y="3099880"/>
                </a:lnTo>
                <a:lnTo>
                  <a:pt x="1602355" y="3099203"/>
                </a:lnTo>
                <a:lnTo>
                  <a:pt x="1602874" y="3098510"/>
                </a:lnTo>
                <a:lnTo>
                  <a:pt x="1603379" y="3097803"/>
                </a:lnTo>
                <a:lnTo>
                  <a:pt x="1603869" y="3097081"/>
                </a:lnTo>
                <a:lnTo>
                  <a:pt x="1604344" y="3096345"/>
                </a:lnTo>
                <a:lnTo>
                  <a:pt x="1604804" y="3095594"/>
                </a:lnTo>
                <a:lnTo>
                  <a:pt x="1605250" y="3094828"/>
                </a:lnTo>
                <a:lnTo>
                  <a:pt x="1605681" y="3094048"/>
                </a:lnTo>
                <a:lnTo>
                  <a:pt x="1606098" y="3093252"/>
                </a:lnTo>
                <a:lnTo>
                  <a:pt x="1606500" y="3092443"/>
                </a:lnTo>
                <a:lnTo>
                  <a:pt x="1606886" y="3091620"/>
                </a:lnTo>
                <a:lnTo>
                  <a:pt x="1607256" y="3090787"/>
                </a:lnTo>
                <a:lnTo>
                  <a:pt x="1607609" y="3089944"/>
                </a:lnTo>
                <a:lnTo>
                  <a:pt x="1607946" y="3089090"/>
                </a:lnTo>
                <a:lnTo>
                  <a:pt x="1608267" y="3088225"/>
                </a:lnTo>
                <a:lnTo>
                  <a:pt x="1608571" y="3087350"/>
                </a:lnTo>
                <a:lnTo>
                  <a:pt x="1608858" y="3086464"/>
                </a:lnTo>
                <a:lnTo>
                  <a:pt x="1609130" y="3085567"/>
                </a:lnTo>
                <a:lnTo>
                  <a:pt x="1609385" y="3084660"/>
                </a:lnTo>
                <a:lnTo>
                  <a:pt x="1609623" y="3083743"/>
                </a:lnTo>
                <a:lnTo>
                  <a:pt x="1609845" y="3082815"/>
                </a:lnTo>
                <a:lnTo>
                  <a:pt x="1610050" y="3081876"/>
                </a:lnTo>
                <a:lnTo>
                  <a:pt x="1610239" y="3080927"/>
                </a:lnTo>
                <a:lnTo>
                  <a:pt x="1610412" y="3079967"/>
                </a:lnTo>
                <a:lnTo>
                  <a:pt x="1610568" y="3078997"/>
                </a:lnTo>
                <a:lnTo>
                  <a:pt x="1610708" y="3078016"/>
                </a:lnTo>
                <a:lnTo>
                  <a:pt x="1610831" y="3077024"/>
                </a:lnTo>
                <a:lnTo>
                  <a:pt x="1610938" y="3076022"/>
                </a:lnTo>
                <a:lnTo>
                  <a:pt x="1611028" y="3075010"/>
                </a:lnTo>
                <a:lnTo>
                  <a:pt x="1611102" y="3073986"/>
                </a:lnTo>
                <a:lnTo>
                  <a:pt x="1611160" y="3072953"/>
                </a:lnTo>
                <a:lnTo>
                  <a:pt x="1611201" y="3071908"/>
                </a:lnTo>
                <a:lnTo>
                  <a:pt x="1611226" y="3070853"/>
                </a:lnTo>
                <a:lnTo>
                  <a:pt x="1611234" y="3069788"/>
                </a:lnTo>
                <a:lnTo>
                  <a:pt x="1611234" y="3066914"/>
                </a:lnTo>
                <a:lnTo>
                  <a:pt x="1611226" y="3065862"/>
                </a:lnTo>
                <a:lnTo>
                  <a:pt x="1611201" y="3064820"/>
                </a:lnTo>
                <a:lnTo>
                  <a:pt x="1611160" y="3063789"/>
                </a:lnTo>
                <a:lnTo>
                  <a:pt x="1611102" y="3062767"/>
                </a:lnTo>
                <a:lnTo>
                  <a:pt x="1611028" y="3061755"/>
                </a:lnTo>
                <a:lnTo>
                  <a:pt x="1610938" y="3060753"/>
                </a:lnTo>
                <a:lnTo>
                  <a:pt x="1610831" y="3059761"/>
                </a:lnTo>
                <a:lnTo>
                  <a:pt x="1610708" y="3058780"/>
                </a:lnTo>
                <a:lnTo>
                  <a:pt x="1610568" y="3057808"/>
                </a:lnTo>
                <a:lnTo>
                  <a:pt x="1610412" y="3056846"/>
                </a:lnTo>
                <a:lnTo>
                  <a:pt x="1610239" y="3055894"/>
                </a:lnTo>
                <a:lnTo>
                  <a:pt x="1610050" y="3054952"/>
                </a:lnTo>
                <a:lnTo>
                  <a:pt x="1609845" y="3054020"/>
                </a:lnTo>
                <a:lnTo>
                  <a:pt x="1609623" y="3053098"/>
                </a:lnTo>
                <a:lnTo>
                  <a:pt x="1609385" y="3052186"/>
                </a:lnTo>
                <a:lnTo>
                  <a:pt x="1609130" y="3051284"/>
                </a:lnTo>
                <a:lnTo>
                  <a:pt x="1608858" y="3050392"/>
                </a:lnTo>
                <a:lnTo>
                  <a:pt x="1608571" y="3049510"/>
                </a:lnTo>
                <a:lnTo>
                  <a:pt x="1608267" y="3048638"/>
                </a:lnTo>
                <a:lnTo>
                  <a:pt x="1607946" y="3047776"/>
                </a:lnTo>
                <a:lnTo>
                  <a:pt x="1607609" y="3046924"/>
                </a:lnTo>
                <a:lnTo>
                  <a:pt x="1607256" y="3046082"/>
                </a:lnTo>
                <a:lnTo>
                  <a:pt x="1606886" y="3045250"/>
                </a:lnTo>
                <a:lnTo>
                  <a:pt x="1606500" y="3044428"/>
                </a:lnTo>
                <a:lnTo>
                  <a:pt x="1606098" y="3043618"/>
                </a:lnTo>
                <a:lnTo>
                  <a:pt x="1605681" y="3042823"/>
                </a:lnTo>
                <a:lnTo>
                  <a:pt x="1605250" y="3042042"/>
                </a:lnTo>
                <a:lnTo>
                  <a:pt x="1604804" y="3041276"/>
                </a:lnTo>
                <a:lnTo>
                  <a:pt x="1604344" y="3040525"/>
                </a:lnTo>
                <a:lnTo>
                  <a:pt x="1603869" y="3039789"/>
                </a:lnTo>
                <a:lnTo>
                  <a:pt x="1603379" y="3039067"/>
                </a:lnTo>
                <a:lnTo>
                  <a:pt x="1602874" y="3038360"/>
                </a:lnTo>
                <a:lnTo>
                  <a:pt x="1602355" y="3037668"/>
                </a:lnTo>
                <a:lnTo>
                  <a:pt x="1601821" y="3036990"/>
                </a:lnTo>
                <a:lnTo>
                  <a:pt x="1601272" y="3036327"/>
                </a:lnTo>
                <a:lnTo>
                  <a:pt x="1600709" y="3035678"/>
                </a:lnTo>
                <a:lnTo>
                  <a:pt x="1600131" y="3035045"/>
                </a:lnTo>
                <a:lnTo>
                  <a:pt x="1599539" y="3034426"/>
                </a:lnTo>
                <a:lnTo>
                  <a:pt x="1598931" y="3033821"/>
                </a:lnTo>
                <a:lnTo>
                  <a:pt x="1598309" y="3033232"/>
                </a:lnTo>
                <a:lnTo>
                  <a:pt x="1597673" y="3032657"/>
                </a:lnTo>
                <a:lnTo>
                  <a:pt x="1597021" y="3032096"/>
                </a:lnTo>
                <a:lnTo>
                  <a:pt x="1596355" y="3031551"/>
                </a:lnTo>
                <a:lnTo>
                  <a:pt x="1595675" y="3031020"/>
                </a:lnTo>
                <a:lnTo>
                  <a:pt x="1594979" y="3030503"/>
                </a:lnTo>
                <a:lnTo>
                  <a:pt x="1594269" y="3030002"/>
                </a:lnTo>
                <a:lnTo>
                  <a:pt x="1593545" y="3029515"/>
                </a:lnTo>
                <a:lnTo>
                  <a:pt x="1592805" y="3029042"/>
                </a:lnTo>
                <a:lnTo>
                  <a:pt x="1592052" y="3028587"/>
                </a:lnTo>
                <a:lnTo>
                  <a:pt x="1591286" y="3028151"/>
                </a:lnTo>
                <a:lnTo>
                  <a:pt x="1590507" y="3027735"/>
                </a:lnTo>
                <a:lnTo>
                  <a:pt x="1589715" y="3027338"/>
                </a:lnTo>
                <a:lnTo>
                  <a:pt x="1588910" y="3026960"/>
                </a:lnTo>
                <a:lnTo>
                  <a:pt x="1588093" y="3026602"/>
                </a:lnTo>
                <a:lnTo>
                  <a:pt x="1587262" y="3026263"/>
                </a:lnTo>
                <a:lnTo>
                  <a:pt x="1586418" y="3025943"/>
                </a:lnTo>
                <a:lnTo>
                  <a:pt x="1585562" y="3025643"/>
                </a:lnTo>
                <a:lnTo>
                  <a:pt x="1584692" y="3025362"/>
                </a:lnTo>
                <a:lnTo>
                  <a:pt x="1583810" y="3025100"/>
                </a:lnTo>
                <a:lnTo>
                  <a:pt x="1582915" y="3024858"/>
                </a:lnTo>
                <a:lnTo>
                  <a:pt x="1582007" y="3024635"/>
                </a:lnTo>
                <a:lnTo>
                  <a:pt x="1581086" y="3024432"/>
                </a:lnTo>
                <a:lnTo>
                  <a:pt x="1580152" y="3024248"/>
                </a:lnTo>
                <a:lnTo>
                  <a:pt x="1579205" y="3024083"/>
                </a:lnTo>
                <a:lnTo>
                  <a:pt x="1578245" y="3023938"/>
                </a:lnTo>
                <a:lnTo>
                  <a:pt x="1577272" y="3023812"/>
                </a:lnTo>
                <a:lnTo>
                  <a:pt x="1576287" y="3023706"/>
                </a:lnTo>
                <a:lnTo>
                  <a:pt x="1575288" y="3023618"/>
                </a:lnTo>
                <a:lnTo>
                  <a:pt x="1574277" y="3023551"/>
                </a:lnTo>
                <a:lnTo>
                  <a:pt x="1573252" y="3023502"/>
                </a:lnTo>
                <a:lnTo>
                  <a:pt x="1572215" y="3023473"/>
                </a:lnTo>
                <a:lnTo>
                  <a:pt x="1571165" y="3023463"/>
                </a:lnTo>
                <a:lnTo>
                  <a:pt x="1570142" y="3023473"/>
                </a:lnTo>
                <a:lnTo>
                  <a:pt x="1569131" y="3023502"/>
                </a:lnTo>
                <a:lnTo>
                  <a:pt x="1568132" y="3023551"/>
                </a:lnTo>
                <a:lnTo>
                  <a:pt x="1567145" y="3023618"/>
                </a:lnTo>
                <a:lnTo>
                  <a:pt x="1566169" y="3023706"/>
                </a:lnTo>
                <a:lnTo>
                  <a:pt x="1565205" y="3023812"/>
                </a:lnTo>
                <a:lnTo>
                  <a:pt x="1564253" y="3023938"/>
                </a:lnTo>
                <a:lnTo>
                  <a:pt x="1563313" y="3024083"/>
                </a:lnTo>
                <a:lnTo>
                  <a:pt x="1562384" y="3024248"/>
                </a:lnTo>
                <a:lnTo>
                  <a:pt x="1561467" y="3024432"/>
                </a:lnTo>
                <a:lnTo>
                  <a:pt x="1560562" y="3024635"/>
                </a:lnTo>
                <a:lnTo>
                  <a:pt x="1559668" y="3024858"/>
                </a:lnTo>
                <a:lnTo>
                  <a:pt x="1558787" y="3025100"/>
                </a:lnTo>
                <a:lnTo>
                  <a:pt x="1557917" y="3025362"/>
                </a:lnTo>
                <a:lnTo>
                  <a:pt x="1557058" y="3025643"/>
                </a:lnTo>
                <a:lnTo>
                  <a:pt x="1556212" y="3025943"/>
                </a:lnTo>
                <a:lnTo>
                  <a:pt x="1555377" y="3026263"/>
                </a:lnTo>
                <a:lnTo>
                  <a:pt x="1554554" y="3026602"/>
                </a:lnTo>
                <a:lnTo>
                  <a:pt x="1553743" y="3026960"/>
                </a:lnTo>
                <a:lnTo>
                  <a:pt x="1552943" y="3027338"/>
                </a:lnTo>
                <a:lnTo>
                  <a:pt x="1552155" y="3027735"/>
                </a:lnTo>
                <a:lnTo>
                  <a:pt x="1551379" y="3028151"/>
                </a:lnTo>
                <a:lnTo>
                  <a:pt x="1550615" y="3028587"/>
                </a:lnTo>
                <a:lnTo>
                  <a:pt x="1549862" y="3029042"/>
                </a:lnTo>
                <a:lnTo>
                  <a:pt x="1549123" y="3029501"/>
                </a:lnTo>
                <a:lnTo>
                  <a:pt x="1548398" y="3029975"/>
                </a:lnTo>
                <a:lnTo>
                  <a:pt x="1547688" y="3030464"/>
                </a:lnTo>
                <a:lnTo>
                  <a:pt x="1546993" y="3030968"/>
                </a:lnTo>
                <a:lnTo>
                  <a:pt x="1546312" y="3031488"/>
                </a:lnTo>
                <a:lnTo>
                  <a:pt x="1545646" y="3032022"/>
                </a:lnTo>
                <a:lnTo>
                  <a:pt x="1544995" y="3032572"/>
                </a:lnTo>
                <a:lnTo>
                  <a:pt x="1544358" y="3033138"/>
                </a:lnTo>
                <a:lnTo>
                  <a:pt x="1543736" y="3033718"/>
                </a:lnTo>
                <a:lnTo>
                  <a:pt x="1543129" y="3034314"/>
                </a:lnTo>
                <a:lnTo>
                  <a:pt x="1542536" y="3034925"/>
                </a:lnTo>
                <a:lnTo>
                  <a:pt x="1541958" y="3035552"/>
                </a:lnTo>
                <a:lnTo>
                  <a:pt x="1541395" y="3036193"/>
                </a:lnTo>
                <a:lnTo>
                  <a:pt x="1540847" y="3036850"/>
                </a:lnTo>
                <a:lnTo>
                  <a:pt x="1540313" y="3037522"/>
                </a:lnTo>
                <a:lnTo>
                  <a:pt x="1539793" y="3038210"/>
                </a:lnTo>
                <a:lnTo>
                  <a:pt x="1539289" y="3038912"/>
                </a:lnTo>
                <a:lnTo>
                  <a:pt x="1538799" y="3039630"/>
                </a:lnTo>
                <a:lnTo>
                  <a:pt x="1538324" y="3040364"/>
                </a:lnTo>
                <a:lnTo>
                  <a:pt x="1537863" y="3041112"/>
                </a:lnTo>
                <a:lnTo>
                  <a:pt x="1537417" y="3041876"/>
                </a:lnTo>
                <a:lnTo>
                  <a:pt x="1536986" y="3042655"/>
                </a:lnTo>
                <a:lnTo>
                  <a:pt x="1536570" y="3043449"/>
                </a:lnTo>
                <a:lnTo>
                  <a:pt x="1536168" y="3044258"/>
                </a:lnTo>
                <a:lnTo>
                  <a:pt x="1535782" y="3045081"/>
                </a:lnTo>
                <a:lnTo>
                  <a:pt x="1535412" y="3045914"/>
                </a:lnTo>
                <a:lnTo>
                  <a:pt x="1535058" y="3046758"/>
                </a:lnTo>
                <a:lnTo>
                  <a:pt x="1534721" y="3047612"/>
                </a:lnTo>
                <a:lnTo>
                  <a:pt x="1534401" y="3048476"/>
                </a:lnTo>
                <a:lnTo>
                  <a:pt x="1534097" y="3049352"/>
                </a:lnTo>
                <a:lnTo>
                  <a:pt x="1533809" y="3050238"/>
                </a:lnTo>
                <a:lnTo>
                  <a:pt x="1533538" y="3051134"/>
                </a:lnTo>
                <a:lnTo>
                  <a:pt x="1533283" y="3052041"/>
                </a:lnTo>
                <a:lnTo>
                  <a:pt x="1533045" y="3052958"/>
                </a:lnTo>
                <a:lnTo>
                  <a:pt x="1532823" y="3053887"/>
                </a:lnTo>
                <a:lnTo>
                  <a:pt x="1532618" y="3054825"/>
                </a:lnTo>
                <a:lnTo>
                  <a:pt x="1532429" y="3055775"/>
                </a:lnTo>
                <a:lnTo>
                  <a:pt x="1532256" y="3056734"/>
                </a:lnTo>
                <a:lnTo>
                  <a:pt x="1532100" y="3057705"/>
                </a:lnTo>
                <a:lnTo>
                  <a:pt x="1531960" y="3058686"/>
                </a:lnTo>
                <a:lnTo>
                  <a:pt x="1531837" y="3059677"/>
                </a:lnTo>
                <a:lnTo>
                  <a:pt x="1531730" y="3060679"/>
                </a:lnTo>
                <a:lnTo>
                  <a:pt x="1531640" y="3061692"/>
                </a:lnTo>
                <a:lnTo>
                  <a:pt x="1531566" y="3062715"/>
                </a:lnTo>
                <a:lnTo>
                  <a:pt x="1531508" y="3063749"/>
                </a:lnTo>
                <a:lnTo>
                  <a:pt x="1531467" y="3064793"/>
                </a:lnTo>
                <a:lnTo>
                  <a:pt x="1531442" y="3065848"/>
                </a:lnTo>
                <a:lnTo>
                  <a:pt x="1531434" y="3066914"/>
                </a:lnTo>
                <a:lnTo>
                  <a:pt x="1531434" y="3069788"/>
                </a:lnTo>
                <a:lnTo>
                  <a:pt x="1531442" y="3070826"/>
                </a:lnTo>
                <a:lnTo>
                  <a:pt x="1531467" y="3071855"/>
                </a:lnTo>
                <a:lnTo>
                  <a:pt x="1531508" y="3072876"/>
                </a:lnTo>
                <a:lnTo>
                  <a:pt x="1531566" y="3073888"/>
                </a:lnTo>
                <a:lnTo>
                  <a:pt x="1531640" y="3074891"/>
                </a:lnTo>
                <a:lnTo>
                  <a:pt x="1531730" y="3075885"/>
                </a:lnTo>
                <a:lnTo>
                  <a:pt x="1531837" y="3076870"/>
                </a:lnTo>
                <a:lnTo>
                  <a:pt x="1531960" y="3077847"/>
                </a:lnTo>
                <a:lnTo>
                  <a:pt x="1532100" y="3078814"/>
                </a:lnTo>
                <a:lnTo>
                  <a:pt x="1532256" y="3079773"/>
                </a:lnTo>
                <a:lnTo>
                  <a:pt x="1532429" y="3080723"/>
                </a:lnTo>
                <a:lnTo>
                  <a:pt x="1532618" y="3081665"/>
                </a:lnTo>
                <a:lnTo>
                  <a:pt x="1532823" y="3082597"/>
                </a:lnTo>
                <a:lnTo>
                  <a:pt x="1533045" y="3083521"/>
                </a:lnTo>
                <a:lnTo>
                  <a:pt x="1533283" y="3084436"/>
                </a:lnTo>
                <a:lnTo>
                  <a:pt x="1533538" y="3085342"/>
                </a:lnTo>
                <a:lnTo>
                  <a:pt x="1533809" y="3086239"/>
                </a:lnTo>
                <a:lnTo>
                  <a:pt x="1534097" y="3087128"/>
                </a:lnTo>
                <a:lnTo>
                  <a:pt x="1534401" y="3088007"/>
                </a:lnTo>
                <a:lnTo>
                  <a:pt x="1534721" y="3088878"/>
                </a:lnTo>
                <a:lnTo>
                  <a:pt x="1535058" y="3089740"/>
                </a:lnTo>
                <a:lnTo>
                  <a:pt x="1535412" y="3090594"/>
                </a:lnTo>
                <a:lnTo>
                  <a:pt x="1535782" y="3091438"/>
                </a:lnTo>
                <a:lnTo>
                  <a:pt x="1536168" y="3092274"/>
                </a:lnTo>
                <a:lnTo>
                  <a:pt x="1536570" y="3093084"/>
                </a:lnTo>
                <a:lnTo>
                  <a:pt x="1536986" y="3093879"/>
                </a:lnTo>
                <a:lnTo>
                  <a:pt x="1537417" y="3094659"/>
                </a:lnTo>
                <a:lnTo>
                  <a:pt x="1537863" y="3095425"/>
                </a:lnTo>
                <a:lnTo>
                  <a:pt x="1538324" y="3096176"/>
                </a:lnTo>
                <a:lnTo>
                  <a:pt x="1538799" y="3096912"/>
                </a:lnTo>
                <a:lnTo>
                  <a:pt x="1539289" y="3097634"/>
                </a:lnTo>
                <a:lnTo>
                  <a:pt x="1539793" y="3098341"/>
                </a:lnTo>
                <a:lnTo>
                  <a:pt x="1540313" y="3099034"/>
                </a:lnTo>
                <a:lnTo>
                  <a:pt x="1540847" y="3099711"/>
                </a:lnTo>
                <a:lnTo>
                  <a:pt x="1541395" y="3100374"/>
                </a:lnTo>
                <a:lnTo>
                  <a:pt x="1541958" y="3101023"/>
                </a:lnTo>
                <a:lnTo>
                  <a:pt x="1542536" y="3101657"/>
                </a:lnTo>
                <a:lnTo>
                  <a:pt x="1543129" y="3102276"/>
                </a:lnTo>
                <a:lnTo>
                  <a:pt x="1543736" y="3102880"/>
                </a:lnTo>
                <a:lnTo>
                  <a:pt x="1544358" y="3103470"/>
                </a:lnTo>
                <a:lnTo>
                  <a:pt x="1544995" y="3104045"/>
                </a:lnTo>
                <a:lnTo>
                  <a:pt x="1545646" y="3104605"/>
                </a:lnTo>
                <a:lnTo>
                  <a:pt x="1546312" y="3105151"/>
                </a:lnTo>
                <a:lnTo>
                  <a:pt x="1546993" y="3105682"/>
                </a:lnTo>
                <a:lnTo>
                  <a:pt x="1547688" y="3106198"/>
                </a:lnTo>
                <a:lnTo>
                  <a:pt x="1548398" y="3106699"/>
                </a:lnTo>
                <a:lnTo>
                  <a:pt x="1549123" y="3107186"/>
                </a:lnTo>
                <a:lnTo>
                  <a:pt x="1549862" y="3107659"/>
                </a:lnTo>
                <a:lnTo>
                  <a:pt x="1550615" y="3108114"/>
                </a:lnTo>
                <a:lnTo>
                  <a:pt x="1551380" y="3108550"/>
                </a:lnTo>
                <a:lnTo>
                  <a:pt x="1552158" y="3108966"/>
                </a:lnTo>
                <a:lnTo>
                  <a:pt x="1552948" y="3109363"/>
                </a:lnTo>
                <a:lnTo>
                  <a:pt x="1553750" y="3109741"/>
                </a:lnTo>
                <a:lnTo>
                  <a:pt x="1554565" y="3110100"/>
                </a:lnTo>
                <a:lnTo>
                  <a:pt x="1555391" y="3110439"/>
                </a:lnTo>
                <a:lnTo>
                  <a:pt x="1556231" y="3110758"/>
                </a:lnTo>
                <a:lnTo>
                  <a:pt x="1557082" y="3111059"/>
                </a:lnTo>
                <a:lnTo>
                  <a:pt x="1557946" y="3111339"/>
                </a:lnTo>
                <a:lnTo>
                  <a:pt x="1558822" y="3111601"/>
                </a:lnTo>
                <a:lnTo>
                  <a:pt x="1559711" y="3111843"/>
                </a:lnTo>
                <a:lnTo>
                  <a:pt x="1560611" y="3112066"/>
                </a:lnTo>
                <a:lnTo>
                  <a:pt x="1561524" y="3112269"/>
                </a:lnTo>
                <a:lnTo>
                  <a:pt x="1562450" y="3112453"/>
                </a:lnTo>
                <a:lnTo>
                  <a:pt x="1563388" y="3112618"/>
                </a:lnTo>
                <a:lnTo>
                  <a:pt x="1564338" y="3112763"/>
                </a:lnTo>
                <a:lnTo>
                  <a:pt x="1565300" y="3112889"/>
                </a:lnTo>
                <a:lnTo>
                  <a:pt x="1566275" y="3112996"/>
                </a:lnTo>
                <a:lnTo>
                  <a:pt x="1567262" y="3113083"/>
                </a:lnTo>
                <a:lnTo>
                  <a:pt x="1568261" y="3113151"/>
                </a:lnTo>
                <a:lnTo>
                  <a:pt x="1569273" y="3113199"/>
                </a:lnTo>
                <a:lnTo>
                  <a:pt x="1570297" y="3113228"/>
                </a:lnTo>
                <a:lnTo>
                  <a:pt x="1571334" y="3113238"/>
                </a:lnTo>
                <a:lnTo>
                  <a:pt x="1572370" y="3113229"/>
                </a:lnTo>
                <a:lnTo>
                  <a:pt x="1573394" y="3113200"/>
                </a:lnTo>
                <a:lnTo>
                  <a:pt x="1574406" y="3113153"/>
                </a:lnTo>
                <a:lnTo>
                  <a:pt x="1575405" y="3113088"/>
                </a:lnTo>
                <a:lnTo>
                  <a:pt x="1576393" y="3113003"/>
                </a:lnTo>
                <a:lnTo>
                  <a:pt x="1577367" y="3112900"/>
                </a:lnTo>
                <a:lnTo>
                  <a:pt x="1578330" y="3112778"/>
                </a:lnTo>
                <a:lnTo>
                  <a:pt x="1579280" y="3112637"/>
                </a:lnTo>
                <a:close/>
                <a:moveTo>
                  <a:pt x="1565266" y="3100445"/>
                </a:moveTo>
                <a:lnTo>
                  <a:pt x="1564558" y="3100236"/>
                </a:lnTo>
                <a:lnTo>
                  <a:pt x="1563861" y="3100001"/>
                </a:lnTo>
                <a:lnTo>
                  <a:pt x="1563175" y="3099743"/>
                </a:lnTo>
                <a:lnTo>
                  <a:pt x="1562500" y="3099459"/>
                </a:lnTo>
                <a:lnTo>
                  <a:pt x="1561836" y="3099151"/>
                </a:lnTo>
                <a:lnTo>
                  <a:pt x="1561184" y="3098818"/>
                </a:lnTo>
                <a:lnTo>
                  <a:pt x="1560543" y="3098460"/>
                </a:lnTo>
                <a:lnTo>
                  <a:pt x="1559912" y="3098078"/>
                </a:lnTo>
                <a:lnTo>
                  <a:pt x="1559293" y="3097672"/>
                </a:lnTo>
                <a:lnTo>
                  <a:pt x="1558686" y="3097240"/>
                </a:lnTo>
                <a:lnTo>
                  <a:pt x="1558089" y="3096784"/>
                </a:lnTo>
                <a:lnTo>
                  <a:pt x="1557503" y="3096303"/>
                </a:lnTo>
                <a:lnTo>
                  <a:pt x="1556929" y="3095798"/>
                </a:lnTo>
                <a:lnTo>
                  <a:pt x="1556366" y="3095268"/>
                </a:lnTo>
                <a:lnTo>
                  <a:pt x="1555813" y="3094713"/>
                </a:lnTo>
                <a:lnTo>
                  <a:pt x="1555273" y="3094133"/>
                </a:lnTo>
                <a:lnTo>
                  <a:pt x="1554762" y="3093518"/>
                </a:lnTo>
                <a:lnTo>
                  <a:pt x="1554273" y="3092883"/>
                </a:lnTo>
                <a:lnTo>
                  <a:pt x="1553806" y="3092229"/>
                </a:lnTo>
                <a:lnTo>
                  <a:pt x="1553361" y="3091555"/>
                </a:lnTo>
                <a:lnTo>
                  <a:pt x="1552938" y="3090862"/>
                </a:lnTo>
                <a:lnTo>
                  <a:pt x="1552536" y="3090150"/>
                </a:lnTo>
                <a:lnTo>
                  <a:pt x="1552156" y="3089418"/>
                </a:lnTo>
                <a:lnTo>
                  <a:pt x="1551797" y="3088667"/>
                </a:lnTo>
                <a:lnTo>
                  <a:pt x="1551461" y="3087897"/>
                </a:lnTo>
                <a:lnTo>
                  <a:pt x="1551146" y="3087107"/>
                </a:lnTo>
                <a:lnTo>
                  <a:pt x="1550852" y="3086297"/>
                </a:lnTo>
                <a:lnTo>
                  <a:pt x="1550581" y="3085469"/>
                </a:lnTo>
                <a:lnTo>
                  <a:pt x="1550331" y="3084621"/>
                </a:lnTo>
                <a:lnTo>
                  <a:pt x="1550103" y="3083754"/>
                </a:lnTo>
                <a:lnTo>
                  <a:pt x="1549897" y="3082867"/>
                </a:lnTo>
                <a:lnTo>
                  <a:pt x="1549712" y="3081961"/>
                </a:lnTo>
                <a:lnTo>
                  <a:pt x="1549549" y="3081035"/>
                </a:lnTo>
                <a:lnTo>
                  <a:pt x="1549408" y="3080090"/>
                </a:lnTo>
                <a:lnTo>
                  <a:pt x="1549289" y="3079126"/>
                </a:lnTo>
                <a:lnTo>
                  <a:pt x="1549191" y="3078143"/>
                </a:lnTo>
                <a:lnTo>
                  <a:pt x="1549115" y="3077140"/>
                </a:lnTo>
                <a:lnTo>
                  <a:pt x="1549060" y="3076117"/>
                </a:lnTo>
                <a:lnTo>
                  <a:pt x="1549028" y="3075076"/>
                </a:lnTo>
                <a:lnTo>
                  <a:pt x="1549017" y="3074015"/>
                </a:lnTo>
                <a:lnTo>
                  <a:pt x="1549017" y="3062687"/>
                </a:lnTo>
                <a:lnTo>
                  <a:pt x="1549028" y="3061626"/>
                </a:lnTo>
                <a:lnTo>
                  <a:pt x="1549060" y="3060585"/>
                </a:lnTo>
                <a:lnTo>
                  <a:pt x="1549115" y="3059564"/>
                </a:lnTo>
                <a:lnTo>
                  <a:pt x="1549191" y="3058564"/>
                </a:lnTo>
                <a:lnTo>
                  <a:pt x="1549289" y="3057583"/>
                </a:lnTo>
                <a:lnTo>
                  <a:pt x="1549408" y="3056622"/>
                </a:lnTo>
                <a:lnTo>
                  <a:pt x="1549549" y="3055681"/>
                </a:lnTo>
                <a:lnTo>
                  <a:pt x="1549712" y="3054760"/>
                </a:lnTo>
                <a:lnTo>
                  <a:pt x="1549897" y="3053858"/>
                </a:lnTo>
                <a:lnTo>
                  <a:pt x="1550103" y="3052977"/>
                </a:lnTo>
                <a:lnTo>
                  <a:pt x="1550331" y="3052116"/>
                </a:lnTo>
                <a:lnTo>
                  <a:pt x="1550581" y="3051275"/>
                </a:lnTo>
                <a:lnTo>
                  <a:pt x="1550852" y="3050454"/>
                </a:lnTo>
                <a:lnTo>
                  <a:pt x="1551146" y="3049652"/>
                </a:lnTo>
                <a:lnTo>
                  <a:pt x="1551461" y="3048871"/>
                </a:lnTo>
                <a:lnTo>
                  <a:pt x="1551797" y="3048110"/>
                </a:lnTo>
                <a:lnTo>
                  <a:pt x="1552156" y="3047368"/>
                </a:lnTo>
                <a:lnTo>
                  <a:pt x="1552536" y="3046647"/>
                </a:lnTo>
                <a:lnTo>
                  <a:pt x="1552938" y="3045945"/>
                </a:lnTo>
                <a:lnTo>
                  <a:pt x="1553361" y="3045264"/>
                </a:lnTo>
                <a:lnTo>
                  <a:pt x="1553806" y="3044602"/>
                </a:lnTo>
                <a:lnTo>
                  <a:pt x="1554273" y="3043960"/>
                </a:lnTo>
                <a:lnTo>
                  <a:pt x="1554762" y="3043339"/>
                </a:lnTo>
                <a:lnTo>
                  <a:pt x="1555273" y="3042737"/>
                </a:lnTo>
                <a:lnTo>
                  <a:pt x="1555813" y="3042144"/>
                </a:lnTo>
                <a:lnTo>
                  <a:pt x="1556366" y="3041576"/>
                </a:lnTo>
                <a:lnTo>
                  <a:pt x="1556929" y="3041033"/>
                </a:lnTo>
                <a:lnTo>
                  <a:pt x="1557503" y="3040516"/>
                </a:lnTo>
                <a:lnTo>
                  <a:pt x="1558089" y="3040023"/>
                </a:lnTo>
                <a:lnTo>
                  <a:pt x="1558686" y="3039556"/>
                </a:lnTo>
                <a:lnTo>
                  <a:pt x="1559293" y="3039115"/>
                </a:lnTo>
                <a:lnTo>
                  <a:pt x="1559912" y="3038698"/>
                </a:lnTo>
                <a:lnTo>
                  <a:pt x="1560543" y="3038307"/>
                </a:lnTo>
                <a:lnTo>
                  <a:pt x="1561184" y="3037941"/>
                </a:lnTo>
                <a:lnTo>
                  <a:pt x="1561836" y="3037600"/>
                </a:lnTo>
                <a:lnTo>
                  <a:pt x="1562500" y="3037285"/>
                </a:lnTo>
                <a:lnTo>
                  <a:pt x="1563175" y="3036994"/>
                </a:lnTo>
                <a:lnTo>
                  <a:pt x="1563861" y="3036729"/>
                </a:lnTo>
                <a:lnTo>
                  <a:pt x="1564558" y="3036490"/>
                </a:lnTo>
                <a:lnTo>
                  <a:pt x="1565266" y="3036275"/>
                </a:lnTo>
                <a:lnTo>
                  <a:pt x="1565986" y="3036086"/>
                </a:lnTo>
                <a:lnTo>
                  <a:pt x="1566716" y="3035922"/>
                </a:lnTo>
                <a:lnTo>
                  <a:pt x="1567458" y="3035783"/>
                </a:lnTo>
                <a:lnTo>
                  <a:pt x="1568211" y="3035669"/>
                </a:lnTo>
                <a:lnTo>
                  <a:pt x="1568975" y="3035581"/>
                </a:lnTo>
                <a:lnTo>
                  <a:pt x="1569750" y="3035518"/>
                </a:lnTo>
                <a:lnTo>
                  <a:pt x="1570536" y="3035480"/>
                </a:lnTo>
                <a:lnTo>
                  <a:pt x="1571334" y="3035467"/>
                </a:lnTo>
                <a:lnTo>
                  <a:pt x="1572145" y="3035480"/>
                </a:lnTo>
                <a:lnTo>
                  <a:pt x="1572943" y="3035518"/>
                </a:lnTo>
                <a:lnTo>
                  <a:pt x="1573730" y="3035581"/>
                </a:lnTo>
                <a:lnTo>
                  <a:pt x="1574504" y="3035669"/>
                </a:lnTo>
                <a:lnTo>
                  <a:pt x="1575265" y="3035783"/>
                </a:lnTo>
                <a:lnTo>
                  <a:pt x="1576015" y="3035922"/>
                </a:lnTo>
                <a:lnTo>
                  <a:pt x="1576752" y="3036086"/>
                </a:lnTo>
                <a:lnTo>
                  <a:pt x="1577477" y="3036275"/>
                </a:lnTo>
                <a:lnTo>
                  <a:pt x="1578189" y="3036490"/>
                </a:lnTo>
                <a:lnTo>
                  <a:pt x="1578889" y="3036729"/>
                </a:lnTo>
                <a:lnTo>
                  <a:pt x="1579577" y="3036994"/>
                </a:lnTo>
                <a:lnTo>
                  <a:pt x="1580252" y="3037285"/>
                </a:lnTo>
                <a:lnTo>
                  <a:pt x="1580915" y="3037600"/>
                </a:lnTo>
                <a:lnTo>
                  <a:pt x="1581566" y="3037941"/>
                </a:lnTo>
                <a:lnTo>
                  <a:pt x="1582204" y="3038307"/>
                </a:lnTo>
                <a:lnTo>
                  <a:pt x="1582830" y="3038698"/>
                </a:lnTo>
                <a:lnTo>
                  <a:pt x="1583444" y="3039115"/>
                </a:lnTo>
                <a:lnTo>
                  <a:pt x="1584046" y="3039556"/>
                </a:lnTo>
                <a:lnTo>
                  <a:pt x="1584635" y="3040023"/>
                </a:lnTo>
                <a:lnTo>
                  <a:pt x="1585211" y="3040516"/>
                </a:lnTo>
                <a:lnTo>
                  <a:pt x="1585776" y="3041033"/>
                </a:lnTo>
                <a:lnTo>
                  <a:pt x="1586328" y="3041576"/>
                </a:lnTo>
                <a:lnTo>
                  <a:pt x="1586868" y="3042144"/>
                </a:lnTo>
                <a:lnTo>
                  <a:pt x="1587395" y="3042737"/>
                </a:lnTo>
                <a:lnTo>
                  <a:pt x="1587906" y="3043339"/>
                </a:lnTo>
                <a:lnTo>
                  <a:pt x="1588394" y="3043960"/>
                </a:lnTo>
                <a:lnTo>
                  <a:pt x="1588861" y="3044602"/>
                </a:lnTo>
                <a:lnTo>
                  <a:pt x="1589307" y="3045264"/>
                </a:lnTo>
                <a:lnTo>
                  <a:pt x="1589730" y="3045945"/>
                </a:lnTo>
                <a:lnTo>
                  <a:pt x="1590132" y="3046647"/>
                </a:lnTo>
                <a:lnTo>
                  <a:pt x="1590512" y="3047368"/>
                </a:lnTo>
                <a:lnTo>
                  <a:pt x="1590871" y="3048110"/>
                </a:lnTo>
                <a:lnTo>
                  <a:pt x="1591207" y="3048871"/>
                </a:lnTo>
                <a:lnTo>
                  <a:pt x="1591522" y="3049652"/>
                </a:lnTo>
                <a:lnTo>
                  <a:pt x="1591815" y="3050454"/>
                </a:lnTo>
                <a:lnTo>
                  <a:pt x="1592087" y="3051275"/>
                </a:lnTo>
                <a:lnTo>
                  <a:pt x="1592337" y="3052116"/>
                </a:lnTo>
                <a:lnTo>
                  <a:pt x="1592565" y="3052977"/>
                </a:lnTo>
                <a:lnTo>
                  <a:pt x="1592771" y="3053858"/>
                </a:lnTo>
                <a:lnTo>
                  <a:pt x="1592956" y="3054760"/>
                </a:lnTo>
                <a:lnTo>
                  <a:pt x="1593119" y="3055681"/>
                </a:lnTo>
                <a:lnTo>
                  <a:pt x="1593260" y="3056622"/>
                </a:lnTo>
                <a:lnTo>
                  <a:pt x="1593379" y="3057583"/>
                </a:lnTo>
                <a:lnTo>
                  <a:pt x="1593477" y="3058564"/>
                </a:lnTo>
                <a:lnTo>
                  <a:pt x="1593553" y="3059564"/>
                </a:lnTo>
                <a:lnTo>
                  <a:pt x="1593607" y="3060585"/>
                </a:lnTo>
                <a:lnTo>
                  <a:pt x="1593640" y="3061626"/>
                </a:lnTo>
                <a:lnTo>
                  <a:pt x="1593651" y="3062687"/>
                </a:lnTo>
                <a:lnTo>
                  <a:pt x="1593651" y="3074015"/>
                </a:lnTo>
                <a:lnTo>
                  <a:pt x="1593640" y="3075076"/>
                </a:lnTo>
                <a:lnTo>
                  <a:pt x="1593607" y="3076117"/>
                </a:lnTo>
                <a:lnTo>
                  <a:pt x="1593553" y="3077140"/>
                </a:lnTo>
                <a:lnTo>
                  <a:pt x="1593477" y="3078143"/>
                </a:lnTo>
                <a:lnTo>
                  <a:pt x="1593379" y="3079126"/>
                </a:lnTo>
                <a:lnTo>
                  <a:pt x="1593260" y="3080090"/>
                </a:lnTo>
                <a:lnTo>
                  <a:pt x="1593119" y="3081035"/>
                </a:lnTo>
                <a:lnTo>
                  <a:pt x="1592956" y="3081961"/>
                </a:lnTo>
                <a:lnTo>
                  <a:pt x="1592771" y="3082867"/>
                </a:lnTo>
                <a:lnTo>
                  <a:pt x="1592565" y="3083754"/>
                </a:lnTo>
                <a:lnTo>
                  <a:pt x="1592337" y="3084621"/>
                </a:lnTo>
                <a:lnTo>
                  <a:pt x="1592087" y="3085469"/>
                </a:lnTo>
                <a:lnTo>
                  <a:pt x="1591815" y="3086297"/>
                </a:lnTo>
                <a:lnTo>
                  <a:pt x="1591522" y="3087107"/>
                </a:lnTo>
                <a:lnTo>
                  <a:pt x="1591207" y="3087897"/>
                </a:lnTo>
                <a:lnTo>
                  <a:pt x="1590871" y="3088667"/>
                </a:lnTo>
                <a:lnTo>
                  <a:pt x="1590512" y="3089418"/>
                </a:lnTo>
                <a:lnTo>
                  <a:pt x="1590132" y="3090150"/>
                </a:lnTo>
                <a:lnTo>
                  <a:pt x="1589730" y="3090862"/>
                </a:lnTo>
                <a:lnTo>
                  <a:pt x="1589307" y="3091555"/>
                </a:lnTo>
                <a:lnTo>
                  <a:pt x="1588861" y="3092229"/>
                </a:lnTo>
                <a:lnTo>
                  <a:pt x="1588394" y="3092883"/>
                </a:lnTo>
                <a:lnTo>
                  <a:pt x="1587906" y="3093518"/>
                </a:lnTo>
                <a:lnTo>
                  <a:pt x="1587395" y="3094133"/>
                </a:lnTo>
                <a:lnTo>
                  <a:pt x="1586868" y="3094713"/>
                </a:lnTo>
                <a:lnTo>
                  <a:pt x="1586328" y="3095268"/>
                </a:lnTo>
                <a:lnTo>
                  <a:pt x="1585776" y="3095798"/>
                </a:lnTo>
                <a:lnTo>
                  <a:pt x="1585211" y="3096303"/>
                </a:lnTo>
                <a:lnTo>
                  <a:pt x="1584635" y="3096784"/>
                </a:lnTo>
                <a:lnTo>
                  <a:pt x="1584046" y="3097240"/>
                </a:lnTo>
                <a:lnTo>
                  <a:pt x="1583444" y="3097672"/>
                </a:lnTo>
                <a:lnTo>
                  <a:pt x="1582830" y="3098078"/>
                </a:lnTo>
                <a:lnTo>
                  <a:pt x="1582204" y="3098460"/>
                </a:lnTo>
                <a:lnTo>
                  <a:pt x="1581566" y="3098818"/>
                </a:lnTo>
                <a:lnTo>
                  <a:pt x="1580915" y="3099151"/>
                </a:lnTo>
                <a:lnTo>
                  <a:pt x="1580252" y="3099459"/>
                </a:lnTo>
                <a:lnTo>
                  <a:pt x="1579577" y="3099743"/>
                </a:lnTo>
                <a:lnTo>
                  <a:pt x="1578889" y="3100001"/>
                </a:lnTo>
                <a:lnTo>
                  <a:pt x="1578189" y="3100236"/>
                </a:lnTo>
                <a:lnTo>
                  <a:pt x="1577477" y="3100445"/>
                </a:lnTo>
                <a:lnTo>
                  <a:pt x="1576752" y="3100630"/>
                </a:lnTo>
                <a:lnTo>
                  <a:pt x="1576015" y="3100790"/>
                </a:lnTo>
                <a:lnTo>
                  <a:pt x="1575265" y="3100926"/>
                </a:lnTo>
                <a:lnTo>
                  <a:pt x="1574504" y="3101037"/>
                </a:lnTo>
                <a:lnTo>
                  <a:pt x="1573730" y="3101123"/>
                </a:lnTo>
                <a:lnTo>
                  <a:pt x="1572943" y="3101185"/>
                </a:lnTo>
                <a:lnTo>
                  <a:pt x="1572145" y="3101222"/>
                </a:lnTo>
                <a:lnTo>
                  <a:pt x="1571334" y="3101234"/>
                </a:lnTo>
                <a:lnTo>
                  <a:pt x="1570536" y="3101222"/>
                </a:lnTo>
                <a:lnTo>
                  <a:pt x="1569750" y="3101185"/>
                </a:lnTo>
                <a:lnTo>
                  <a:pt x="1568975" y="3101123"/>
                </a:lnTo>
                <a:lnTo>
                  <a:pt x="1568211" y="3101037"/>
                </a:lnTo>
                <a:lnTo>
                  <a:pt x="1567458" y="3100926"/>
                </a:lnTo>
                <a:lnTo>
                  <a:pt x="1566716" y="3100790"/>
                </a:lnTo>
                <a:lnTo>
                  <a:pt x="1565986" y="3100630"/>
                </a:lnTo>
                <a:lnTo>
                  <a:pt x="1565266" y="3100445"/>
                </a:lnTo>
                <a:close/>
                <a:moveTo>
                  <a:pt x="1230619" y="3048517"/>
                </a:moveTo>
                <a:lnTo>
                  <a:pt x="1230637" y="3048629"/>
                </a:lnTo>
                <a:lnTo>
                  <a:pt x="1230655" y="3048748"/>
                </a:lnTo>
                <a:lnTo>
                  <a:pt x="1230674" y="3048873"/>
                </a:lnTo>
                <a:lnTo>
                  <a:pt x="1230694" y="3049005"/>
                </a:lnTo>
                <a:lnTo>
                  <a:pt x="1230714" y="3049144"/>
                </a:lnTo>
                <a:lnTo>
                  <a:pt x="1230735" y="3049288"/>
                </a:lnTo>
                <a:lnTo>
                  <a:pt x="1230756" y="3049439"/>
                </a:lnTo>
                <a:lnTo>
                  <a:pt x="1230778" y="3049597"/>
                </a:lnTo>
                <a:lnTo>
                  <a:pt x="1230801" y="3049761"/>
                </a:lnTo>
                <a:lnTo>
                  <a:pt x="1230824" y="3049932"/>
                </a:lnTo>
                <a:lnTo>
                  <a:pt x="1230848" y="3050109"/>
                </a:lnTo>
                <a:lnTo>
                  <a:pt x="1230872" y="3050292"/>
                </a:lnTo>
                <a:lnTo>
                  <a:pt x="1230897" y="3050482"/>
                </a:lnTo>
                <a:lnTo>
                  <a:pt x="1230923" y="3050678"/>
                </a:lnTo>
                <a:lnTo>
                  <a:pt x="1230949" y="3050881"/>
                </a:lnTo>
                <a:lnTo>
                  <a:pt x="1230976" y="3051091"/>
                </a:lnTo>
                <a:lnTo>
                  <a:pt x="1231003" y="3051306"/>
                </a:lnTo>
                <a:lnTo>
                  <a:pt x="1231031" y="3051529"/>
                </a:lnTo>
                <a:lnTo>
                  <a:pt x="1246585" y="3051529"/>
                </a:lnTo>
                <a:lnTo>
                  <a:pt x="1246585" y="3049500"/>
                </a:lnTo>
                <a:lnTo>
                  <a:pt x="1246593" y="3048941"/>
                </a:lnTo>
                <a:lnTo>
                  <a:pt x="1246619" y="3048394"/>
                </a:lnTo>
                <a:lnTo>
                  <a:pt x="1246662" y="3047857"/>
                </a:lnTo>
                <a:lnTo>
                  <a:pt x="1246721" y="3047330"/>
                </a:lnTo>
                <a:lnTo>
                  <a:pt x="1246798" y="3046814"/>
                </a:lnTo>
                <a:lnTo>
                  <a:pt x="1246891" y="3046308"/>
                </a:lnTo>
                <a:lnTo>
                  <a:pt x="1247002" y="3045814"/>
                </a:lnTo>
                <a:lnTo>
                  <a:pt x="1247130" y="3045329"/>
                </a:lnTo>
                <a:lnTo>
                  <a:pt x="1247274" y="3044856"/>
                </a:lnTo>
                <a:lnTo>
                  <a:pt x="1247436" y="3044392"/>
                </a:lnTo>
                <a:lnTo>
                  <a:pt x="1247615" y="3043940"/>
                </a:lnTo>
                <a:lnTo>
                  <a:pt x="1247811" y="3043498"/>
                </a:lnTo>
                <a:lnTo>
                  <a:pt x="1248023" y="3043066"/>
                </a:lnTo>
                <a:lnTo>
                  <a:pt x="1248253" y="3042645"/>
                </a:lnTo>
                <a:lnTo>
                  <a:pt x="1248500" y="3042235"/>
                </a:lnTo>
                <a:lnTo>
                  <a:pt x="1248764" y="3041835"/>
                </a:lnTo>
                <a:lnTo>
                  <a:pt x="1249045" y="3041446"/>
                </a:lnTo>
                <a:lnTo>
                  <a:pt x="1249343" y="3041067"/>
                </a:lnTo>
                <a:lnTo>
                  <a:pt x="1249658" y="3040699"/>
                </a:lnTo>
                <a:lnTo>
                  <a:pt x="1249990" y="3040342"/>
                </a:lnTo>
                <a:lnTo>
                  <a:pt x="1250339" y="3039995"/>
                </a:lnTo>
                <a:lnTo>
                  <a:pt x="1250705" y="3039658"/>
                </a:lnTo>
                <a:lnTo>
                  <a:pt x="1251088" y="3039333"/>
                </a:lnTo>
                <a:lnTo>
                  <a:pt x="1251488" y="3039017"/>
                </a:lnTo>
                <a:lnTo>
                  <a:pt x="1251903" y="3038714"/>
                </a:lnTo>
                <a:lnTo>
                  <a:pt x="1252333" y="3038423"/>
                </a:lnTo>
                <a:lnTo>
                  <a:pt x="1252777" y="3038146"/>
                </a:lnTo>
                <a:lnTo>
                  <a:pt x="1253235" y="3037881"/>
                </a:lnTo>
                <a:lnTo>
                  <a:pt x="1253707" y="3037629"/>
                </a:lnTo>
                <a:lnTo>
                  <a:pt x="1254193" y="3037390"/>
                </a:lnTo>
                <a:lnTo>
                  <a:pt x="1254693" y="3037164"/>
                </a:lnTo>
                <a:lnTo>
                  <a:pt x="1255207" y="3036951"/>
                </a:lnTo>
                <a:lnTo>
                  <a:pt x="1255736" y="3036751"/>
                </a:lnTo>
                <a:lnTo>
                  <a:pt x="1256278" y="3036564"/>
                </a:lnTo>
                <a:lnTo>
                  <a:pt x="1256835" y="3036389"/>
                </a:lnTo>
                <a:lnTo>
                  <a:pt x="1257405" y="3036228"/>
                </a:lnTo>
                <a:lnTo>
                  <a:pt x="1257990" y="3036079"/>
                </a:lnTo>
                <a:lnTo>
                  <a:pt x="1258589" y="3035944"/>
                </a:lnTo>
                <a:lnTo>
                  <a:pt x="1259201" y="3035821"/>
                </a:lnTo>
                <a:lnTo>
                  <a:pt x="1259828" y="3035711"/>
                </a:lnTo>
                <a:lnTo>
                  <a:pt x="1260470" y="3035614"/>
                </a:lnTo>
                <a:lnTo>
                  <a:pt x="1261125" y="3035530"/>
                </a:lnTo>
                <a:lnTo>
                  <a:pt x="1261794" y="3035459"/>
                </a:lnTo>
                <a:lnTo>
                  <a:pt x="1262477" y="3035401"/>
                </a:lnTo>
                <a:lnTo>
                  <a:pt x="1263175" y="3035356"/>
                </a:lnTo>
                <a:lnTo>
                  <a:pt x="1263886" y="3035324"/>
                </a:lnTo>
                <a:lnTo>
                  <a:pt x="1264612" y="3035304"/>
                </a:lnTo>
                <a:lnTo>
                  <a:pt x="1265351" y="3035298"/>
                </a:lnTo>
                <a:lnTo>
                  <a:pt x="1266159" y="3035304"/>
                </a:lnTo>
                <a:lnTo>
                  <a:pt x="1266946" y="3035324"/>
                </a:lnTo>
                <a:lnTo>
                  <a:pt x="1267713" y="3035356"/>
                </a:lnTo>
                <a:lnTo>
                  <a:pt x="1268460" y="3035401"/>
                </a:lnTo>
                <a:lnTo>
                  <a:pt x="1269188" y="3035459"/>
                </a:lnTo>
                <a:lnTo>
                  <a:pt x="1269895" y="3035530"/>
                </a:lnTo>
                <a:lnTo>
                  <a:pt x="1270582" y="3035614"/>
                </a:lnTo>
                <a:lnTo>
                  <a:pt x="1271250" y="3035711"/>
                </a:lnTo>
                <a:lnTo>
                  <a:pt x="1271897" y="3035821"/>
                </a:lnTo>
                <a:lnTo>
                  <a:pt x="1272525" y="3035944"/>
                </a:lnTo>
                <a:lnTo>
                  <a:pt x="1273133" y="3036079"/>
                </a:lnTo>
                <a:lnTo>
                  <a:pt x="1273720" y="3036228"/>
                </a:lnTo>
                <a:lnTo>
                  <a:pt x="1274288" y="3036389"/>
                </a:lnTo>
                <a:lnTo>
                  <a:pt x="1274836" y="3036564"/>
                </a:lnTo>
                <a:lnTo>
                  <a:pt x="1275363" y="3036751"/>
                </a:lnTo>
                <a:lnTo>
                  <a:pt x="1275871" y="3036951"/>
                </a:lnTo>
                <a:lnTo>
                  <a:pt x="1276359" y="3037164"/>
                </a:lnTo>
                <a:lnTo>
                  <a:pt x="1276827" y="3037390"/>
                </a:lnTo>
                <a:lnTo>
                  <a:pt x="1277275" y="3037629"/>
                </a:lnTo>
                <a:lnTo>
                  <a:pt x="1277703" y="3037881"/>
                </a:lnTo>
                <a:lnTo>
                  <a:pt x="1278111" y="3038146"/>
                </a:lnTo>
                <a:lnTo>
                  <a:pt x="1278499" y="3038423"/>
                </a:lnTo>
                <a:lnTo>
                  <a:pt x="1278867" y="3038714"/>
                </a:lnTo>
                <a:lnTo>
                  <a:pt x="1279215" y="3039017"/>
                </a:lnTo>
                <a:lnTo>
                  <a:pt x="1279560" y="3039335"/>
                </a:lnTo>
                <a:lnTo>
                  <a:pt x="1279890" y="3039668"/>
                </a:lnTo>
                <a:lnTo>
                  <a:pt x="1280205" y="3040016"/>
                </a:lnTo>
                <a:lnTo>
                  <a:pt x="1280506" y="3040379"/>
                </a:lnTo>
                <a:lnTo>
                  <a:pt x="1280793" y="3040758"/>
                </a:lnTo>
                <a:lnTo>
                  <a:pt x="1281064" y="3041152"/>
                </a:lnTo>
                <a:lnTo>
                  <a:pt x="1281321" y="3041561"/>
                </a:lnTo>
                <a:lnTo>
                  <a:pt x="1281563" y="3041985"/>
                </a:lnTo>
                <a:lnTo>
                  <a:pt x="1281790" y="3042425"/>
                </a:lnTo>
                <a:lnTo>
                  <a:pt x="1282003" y="3042880"/>
                </a:lnTo>
                <a:lnTo>
                  <a:pt x="1282201" y="3043350"/>
                </a:lnTo>
                <a:lnTo>
                  <a:pt x="1282385" y="3043836"/>
                </a:lnTo>
                <a:lnTo>
                  <a:pt x="1282554" y="3044337"/>
                </a:lnTo>
                <a:lnTo>
                  <a:pt x="1282708" y="3044853"/>
                </a:lnTo>
                <a:lnTo>
                  <a:pt x="1282847" y="3045384"/>
                </a:lnTo>
                <a:lnTo>
                  <a:pt x="1282972" y="3045930"/>
                </a:lnTo>
                <a:lnTo>
                  <a:pt x="1283082" y="3046492"/>
                </a:lnTo>
                <a:lnTo>
                  <a:pt x="1283177" y="3047069"/>
                </a:lnTo>
                <a:lnTo>
                  <a:pt x="1283258" y="3047661"/>
                </a:lnTo>
                <a:lnTo>
                  <a:pt x="1283324" y="3048269"/>
                </a:lnTo>
                <a:lnTo>
                  <a:pt x="1283376" y="3048892"/>
                </a:lnTo>
                <a:lnTo>
                  <a:pt x="1283412" y="3049530"/>
                </a:lnTo>
                <a:lnTo>
                  <a:pt x="1283434" y="3050183"/>
                </a:lnTo>
                <a:lnTo>
                  <a:pt x="1283442" y="3050852"/>
                </a:lnTo>
                <a:lnTo>
                  <a:pt x="1283442" y="3060320"/>
                </a:lnTo>
                <a:lnTo>
                  <a:pt x="1281778" y="3060325"/>
                </a:lnTo>
                <a:lnTo>
                  <a:pt x="1280142" y="3060340"/>
                </a:lnTo>
                <a:lnTo>
                  <a:pt x="1278533" y="3060365"/>
                </a:lnTo>
                <a:lnTo>
                  <a:pt x="1276951" y="3060400"/>
                </a:lnTo>
                <a:lnTo>
                  <a:pt x="1275396" y="3060445"/>
                </a:lnTo>
                <a:lnTo>
                  <a:pt x="1273868" y="3060500"/>
                </a:lnTo>
                <a:lnTo>
                  <a:pt x="1272367" y="3060565"/>
                </a:lnTo>
                <a:lnTo>
                  <a:pt x="1270893" y="3060639"/>
                </a:lnTo>
                <a:lnTo>
                  <a:pt x="1269446" y="3060724"/>
                </a:lnTo>
                <a:lnTo>
                  <a:pt x="1268026" y="3060819"/>
                </a:lnTo>
                <a:lnTo>
                  <a:pt x="1266633" y="3060924"/>
                </a:lnTo>
                <a:lnTo>
                  <a:pt x="1265267" y="3061039"/>
                </a:lnTo>
                <a:lnTo>
                  <a:pt x="1263928" y="3061163"/>
                </a:lnTo>
                <a:lnTo>
                  <a:pt x="1262616" y="3061298"/>
                </a:lnTo>
                <a:lnTo>
                  <a:pt x="1261331" y="3061443"/>
                </a:lnTo>
                <a:lnTo>
                  <a:pt x="1260073" y="3061597"/>
                </a:lnTo>
                <a:lnTo>
                  <a:pt x="1258842" y="3061762"/>
                </a:lnTo>
                <a:lnTo>
                  <a:pt x="1257638" y="3061937"/>
                </a:lnTo>
                <a:lnTo>
                  <a:pt x="1256461" y="3062121"/>
                </a:lnTo>
                <a:lnTo>
                  <a:pt x="1255311" y="3062316"/>
                </a:lnTo>
                <a:lnTo>
                  <a:pt x="1254188" y="3062521"/>
                </a:lnTo>
                <a:lnTo>
                  <a:pt x="1253092" y="3062735"/>
                </a:lnTo>
                <a:lnTo>
                  <a:pt x="1252023" y="3062960"/>
                </a:lnTo>
                <a:lnTo>
                  <a:pt x="1250981" y="3063194"/>
                </a:lnTo>
                <a:lnTo>
                  <a:pt x="1249978" y="3063440"/>
                </a:lnTo>
                <a:lnTo>
                  <a:pt x="1248998" y="3063697"/>
                </a:lnTo>
                <a:lnTo>
                  <a:pt x="1248040" y="3063966"/>
                </a:lnTo>
                <a:lnTo>
                  <a:pt x="1247106" y="3064246"/>
                </a:lnTo>
                <a:lnTo>
                  <a:pt x="1246195" y="3064538"/>
                </a:lnTo>
                <a:lnTo>
                  <a:pt x="1245306" y="3064843"/>
                </a:lnTo>
                <a:lnTo>
                  <a:pt x="1244441" y="3065158"/>
                </a:lnTo>
                <a:lnTo>
                  <a:pt x="1243598" y="3065486"/>
                </a:lnTo>
                <a:lnTo>
                  <a:pt x="1242778" y="3065825"/>
                </a:lnTo>
                <a:lnTo>
                  <a:pt x="1241981" y="3066176"/>
                </a:lnTo>
                <a:lnTo>
                  <a:pt x="1241207" y="3066539"/>
                </a:lnTo>
                <a:lnTo>
                  <a:pt x="1240456" y="3066914"/>
                </a:lnTo>
                <a:lnTo>
                  <a:pt x="1239728" y="3067300"/>
                </a:lnTo>
                <a:lnTo>
                  <a:pt x="1239023" y="3067698"/>
                </a:lnTo>
                <a:lnTo>
                  <a:pt x="1238340" y="3068108"/>
                </a:lnTo>
                <a:lnTo>
                  <a:pt x="1237681" y="3068529"/>
                </a:lnTo>
                <a:lnTo>
                  <a:pt x="1237044" y="3068962"/>
                </a:lnTo>
                <a:lnTo>
                  <a:pt x="1236430" y="3069407"/>
                </a:lnTo>
                <a:lnTo>
                  <a:pt x="1235839" y="3069864"/>
                </a:lnTo>
                <a:lnTo>
                  <a:pt x="1235271" y="3070333"/>
                </a:lnTo>
                <a:lnTo>
                  <a:pt x="1234726" y="3070813"/>
                </a:lnTo>
                <a:lnTo>
                  <a:pt x="1234204" y="3071305"/>
                </a:lnTo>
                <a:lnTo>
                  <a:pt x="1233705" y="3071808"/>
                </a:lnTo>
                <a:lnTo>
                  <a:pt x="1233229" y="3072324"/>
                </a:lnTo>
                <a:lnTo>
                  <a:pt x="1232787" y="3072838"/>
                </a:lnTo>
                <a:lnTo>
                  <a:pt x="1232364" y="3073366"/>
                </a:lnTo>
                <a:lnTo>
                  <a:pt x="1231961" y="3073909"/>
                </a:lnTo>
                <a:lnTo>
                  <a:pt x="1231575" y="3074465"/>
                </a:lnTo>
                <a:lnTo>
                  <a:pt x="1231209" y="3075036"/>
                </a:lnTo>
                <a:lnTo>
                  <a:pt x="1230862" y="3075621"/>
                </a:lnTo>
                <a:lnTo>
                  <a:pt x="1230533" y="3076219"/>
                </a:lnTo>
                <a:lnTo>
                  <a:pt x="1230223" y="3076832"/>
                </a:lnTo>
                <a:lnTo>
                  <a:pt x="1229932" y="3077459"/>
                </a:lnTo>
                <a:lnTo>
                  <a:pt x="1229659" y="3078100"/>
                </a:lnTo>
                <a:lnTo>
                  <a:pt x="1229406" y="3078755"/>
                </a:lnTo>
                <a:lnTo>
                  <a:pt x="1229171" y="3079425"/>
                </a:lnTo>
                <a:lnTo>
                  <a:pt x="1228955" y="3080108"/>
                </a:lnTo>
                <a:lnTo>
                  <a:pt x="1228758" y="3080805"/>
                </a:lnTo>
                <a:lnTo>
                  <a:pt x="1228579" y="3081517"/>
                </a:lnTo>
                <a:lnTo>
                  <a:pt x="1228420" y="3082242"/>
                </a:lnTo>
                <a:lnTo>
                  <a:pt x="1228279" y="3082982"/>
                </a:lnTo>
                <a:lnTo>
                  <a:pt x="1228157" y="3083736"/>
                </a:lnTo>
                <a:lnTo>
                  <a:pt x="1228053" y="3084504"/>
                </a:lnTo>
                <a:lnTo>
                  <a:pt x="1227969" y="3085285"/>
                </a:lnTo>
                <a:lnTo>
                  <a:pt x="1227903" y="3086081"/>
                </a:lnTo>
                <a:lnTo>
                  <a:pt x="1227856" y="3086892"/>
                </a:lnTo>
                <a:lnTo>
                  <a:pt x="1227828" y="3087716"/>
                </a:lnTo>
                <a:lnTo>
                  <a:pt x="1227818" y="3088554"/>
                </a:lnTo>
                <a:lnTo>
                  <a:pt x="1227831" y="3089558"/>
                </a:lnTo>
                <a:lnTo>
                  <a:pt x="1227868" y="3090542"/>
                </a:lnTo>
                <a:lnTo>
                  <a:pt x="1227929" y="3091505"/>
                </a:lnTo>
                <a:lnTo>
                  <a:pt x="1228016" y="3092447"/>
                </a:lnTo>
                <a:lnTo>
                  <a:pt x="1228127" y="3093369"/>
                </a:lnTo>
                <a:lnTo>
                  <a:pt x="1228262" y="3094271"/>
                </a:lnTo>
                <a:lnTo>
                  <a:pt x="1228423" y="3095152"/>
                </a:lnTo>
                <a:lnTo>
                  <a:pt x="1228607" y="3096012"/>
                </a:lnTo>
                <a:lnTo>
                  <a:pt x="1228817" y="3096852"/>
                </a:lnTo>
                <a:lnTo>
                  <a:pt x="1229051" y="3097671"/>
                </a:lnTo>
                <a:lnTo>
                  <a:pt x="1229310" y="3098470"/>
                </a:lnTo>
                <a:lnTo>
                  <a:pt x="1229594" y="3099248"/>
                </a:lnTo>
                <a:lnTo>
                  <a:pt x="1229902" y="3100005"/>
                </a:lnTo>
                <a:lnTo>
                  <a:pt x="1230235" y="3100742"/>
                </a:lnTo>
                <a:lnTo>
                  <a:pt x="1230592" y="3101459"/>
                </a:lnTo>
                <a:lnTo>
                  <a:pt x="1230974" y="3102155"/>
                </a:lnTo>
                <a:lnTo>
                  <a:pt x="1231381" y="3102830"/>
                </a:lnTo>
                <a:lnTo>
                  <a:pt x="1231813" y="3103485"/>
                </a:lnTo>
                <a:lnTo>
                  <a:pt x="1232269" y="3104119"/>
                </a:lnTo>
                <a:lnTo>
                  <a:pt x="1232750" y="3104733"/>
                </a:lnTo>
                <a:lnTo>
                  <a:pt x="1233255" y="3105326"/>
                </a:lnTo>
                <a:lnTo>
                  <a:pt x="1233785" y="3105899"/>
                </a:lnTo>
                <a:lnTo>
                  <a:pt x="1234340" y="3106451"/>
                </a:lnTo>
                <a:lnTo>
                  <a:pt x="1234919" y="3106982"/>
                </a:lnTo>
                <a:lnTo>
                  <a:pt x="1235536" y="3107493"/>
                </a:lnTo>
                <a:lnTo>
                  <a:pt x="1236173" y="3107982"/>
                </a:lnTo>
                <a:lnTo>
                  <a:pt x="1236832" y="3108449"/>
                </a:lnTo>
                <a:lnTo>
                  <a:pt x="1237512" y="3108894"/>
                </a:lnTo>
                <a:lnTo>
                  <a:pt x="1238213" y="3109317"/>
                </a:lnTo>
                <a:lnTo>
                  <a:pt x="1238935" y="3109719"/>
                </a:lnTo>
                <a:lnTo>
                  <a:pt x="1239678" y="3110099"/>
                </a:lnTo>
                <a:lnTo>
                  <a:pt x="1240442" y="3110458"/>
                </a:lnTo>
                <a:lnTo>
                  <a:pt x="1241228" y="3110794"/>
                </a:lnTo>
                <a:lnTo>
                  <a:pt x="1242034" y="3111109"/>
                </a:lnTo>
                <a:lnTo>
                  <a:pt x="1242862" y="3111403"/>
                </a:lnTo>
                <a:lnTo>
                  <a:pt x="1243711" y="3111674"/>
                </a:lnTo>
                <a:lnTo>
                  <a:pt x="1244581" y="3111924"/>
                </a:lnTo>
                <a:lnTo>
                  <a:pt x="1245472" y="3112152"/>
                </a:lnTo>
                <a:lnTo>
                  <a:pt x="1246384" y="3112358"/>
                </a:lnTo>
                <a:lnTo>
                  <a:pt x="1247318" y="3112543"/>
                </a:lnTo>
                <a:lnTo>
                  <a:pt x="1248272" y="3112706"/>
                </a:lnTo>
                <a:lnTo>
                  <a:pt x="1249248" y="3112847"/>
                </a:lnTo>
                <a:lnTo>
                  <a:pt x="1250245" y="3112966"/>
                </a:lnTo>
                <a:lnTo>
                  <a:pt x="1251262" y="3113064"/>
                </a:lnTo>
                <a:lnTo>
                  <a:pt x="1252302" y="3113140"/>
                </a:lnTo>
                <a:lnTo>
                  <a:pt x="1253362" y="3113195"/>
                </a:lnTo>
                <a:lnTo>
                  <a:pt x="1254443" y="3113227"/>
                </a:lnTo>
                <a:lnTo>
                  <a:pt x="1255545" y="3113238"/>
                </a:lnTo>
                <a:lnTo>
                  <a:pt x="1256052" y="3113236"/>
                </a:lnTo>
                <a:lnTo>
                  <a:pt x="1256556" y="3113229"/>
                </a:lnTo>
                <a:lnTo>
                  <a:pt x="1257059" y="3113217"/>
                </a:lnTo>
                <a:lnTo>
                  <a:pt x="1257560" y="3113200"/>
                </a:lnTo>
                <a:lnTo>
                  <a:pt x="1258059" y="3113179"/>
                </a:lnTo>
                <a:lnTo>
                  <a:pt x="1258557" y="3113153"/>
                </a:lnTo>
                <a:lnTo>
                  <a:pt x="1259053" y="3113123"/>
                </a:lnTo>
                <a:lnTo>
                  <a:pt x="1259547" y="3113088"/>
                </a:lnTo>
                <a:lnTo>
                  <a:pt x="1260039" y="3113048"/>
                </a:lnTo>
                <a:lnTo>
                  <a:pt x="1260529" y="3113003"/>
                </a:lnTo>
                <a:lnTo>
                  <a:pt x="1261018" y="3112954"/>
                </a:lnTo>
                <a:lnTo>
                  <a:pt x="1261505" y="3112900"/>
                </a:lnTo>
                <a:lnTo>
                  <a:pt x="1261990" y="3112841"/>
                </a:lnTo>
                <a:lnTo>
                  <a:pt x="1262474" y="3112778"/>
                </a:lnTo>
                <a:lnTo>
                  <a:pt x="1262955" y="3112710"/>
                </a:lnTo>
                <a:lnTo>
                  <a:pt x="1263435" y="3112637"/>
                </a:lnTo>
                <a:lnTo>
                  <a:pt x="1263913" y="3112559"/>
                </a:lnTo>
                <a:lnTo>
                  <a:pt x="1264390" y="3112477"/>
                </a:lnTo>
                <a:lnTo>
                  <a:pt x="1264864" y="3112390"/>
                </a:lnTo>
                <a:lnTo>
                  <a:pt x="1265337" y="3112299"/>
                </a:lnTo>
                <a:lnTo>
                  <a:pt x="1265808" y="3112202"/>
                </a:lnTo>
                <a:lnTo>
                  <a:pt x="1266278" y="3112101"/>
                </a:lnTo>
                <a:lnTo>
                  <a:pt x="1266745" y="3111996"/>
                </a:lnTo>
                <a:lnTo>
                  <a:pt x="1267211" y="3111885"/>
                </a:lnTo>
                <a:lnTo>
                  <a:pt x="1267674" y="3111784"/>
                </a:lnTo>
                <a:lnTo>
                  <a:pt x="1268134" y="3111675"/>
                </a:lnTo>
                <a:lnTo>
                  <a:pt x="1268590" y="3111560"/>
                </a:lnTo>
                <a:lnTo>
                  <a:pt x="1269043" y="3111439"/>
                </a:lnTo>
                <a:lnTo>
                  <a:pt x="1269492" y="3111312"/>
                </a:lnTo>
                <a:lnTo>
                  <a:pt x="1269937" y="3111177"/>
                </a:lnTo>
                <a:lnTo>
                  <a:pt x="1270379" y="3111037"/>
                </a:lnTo>
                <a:lnTo>
                  <a:pt x="1270818" y="3110890"/>
                </a:lnTo>
                <a:lnTo>
                  <a:pt x="1271253" y="3110736"/>
                </a:lnTo>
                <a:lnTo>
                  <a:pt x="1271684" y="3110576"/>
                </a:lnTo>
                <a:lnTo>
                  <a:pt x="1272112" y="3110410"/>
                </a:lnTo>
                <a:lnTo>
                  <a:pt x="1272537" y="3110237"/>
                </a:lnTo>
                <a:lnTo>
                  <a:pt x="1272958" y="3110058"/>
                </a:lnTo>
                <a:lnTo>
                  <a:pt x="1273375" y="3109872"/>
                </a:lnTo>
                <a:lnTo>
                  <a:pt x="1273789" y="3109680"/>
                </a:lnTo>
                <a:lnTo>
                  <a:pt x="1274199" y="3109481"/>
                </a:lnTo>
                <a:lnTo>
                  <a:pt x="1274606" y="3109276"/>
                </a:lnTo>
                <a:lnTo>
                  <a:pt x="1275009" y="3109064"/>
                </a:lnTo>
                <a:lnTo>
                  <a:pt x="1275409" y="3108846"/>
                </a:lnTo>
                <a:lnTo>
                  <a:pt x="1275805" y="3108621"/>
                </a:lnTo>
                <a:lnTo>
                  <a:pt x="1276198" y="3108390"/>
                </a:lnTo>
                <a:lnTo>
                  <a:pt x="1276587" y="3108153"/>
                </a:lnTo>
                <a:lnTo>
                  <a:pt x="1276973" y="3107909"/>
                </a:lnTo>
                <a:lnTo>
                  <a:pt x="1277355" y="3107659"/>
                </a:lnTo>
                <a:lnTo>
                  <a:pt x="1277733" y="3107387"/>
                </a:lnTo>
                <a:lnTo>
                  <a:pt x="1278104" y="3107109"/>
                </a:lnTo>
                <a:lnTo>
                  <a:pt x="1278470" y="3106824"/>
                </a:lnTo>
                <a:lnTo>
                  <a:pt x="1278830" y="3106532"/>
                </a:lnTo>
                <a:lnTo>
                  <a:pt x="1279184" y="3106232"/>
                </a:lnTo>
                <a:lnTo>
                  <a:pt x="1279532" y="3105926"/>
                </a:lnTo>
                <a:lnTo>
                  <a:pt x="1279874" y="3105612"/>
                </a:lnTo>
                <a:lnTo>
                  <a:pt x="1280210" y="3105292"/>
                </a:lnTo>
                <a:lnTo>
                  <a:pt x="1280541" y="3104964"/>
                </a:lnTo>
                <a:lnTo>
                  <a:pt x="1280866" y="3104630"/>
                </a:lnTo>
                <a:lnTo>
                  <a:pt x="1281184" y="3104288"/>
                </a:lnTo>
                <a:lnTo>
                  <a:pt x="1281497" y="3103939"/>
                </a:lnTo>
                <a:lnTo>
                  <a:pt x="1281804" y="3103584"/>
                </a:lnTo>
                <a:lnTo>
                  <a:pt x="1282105" y="3103221"/>
                </a:lnTo>
                <a:lnTo>
                  <a:pt x="1282401" y="3102851"/>
                </a:lnTo>
                <a:lnTo>
                  <a:pt x="1282690" y="3102474"/>
                </a:lnTo>
                <a:lnTo>
                  <a:pt x="1282974" y="3102090"/>
                </a:lnTo>
                <a:lnTo>
                  <a:pt x="1283251" y="3101699"/>
                </a:lnTo>
                <a:lnTo>
                  <a:pt x="1283523" y="3101301"/>
                </a:lnTo>
                <a:lnTo>
                  <a:pt x="1283789" y="3100896"/>
                </a:lnTo>
                <a:lnTo>
                  <a:pt x="1284049" y="3100484"/>
                </a:lnTo>
                <a:lnTo>
                  <a:pt x="1284303" y="3100065"/>
                </a:lnTo>
                <a:lnTo>
                  <a:pt x="1284552" y="3099639"/>
                </a:lnTo>
                <a:lnTo>
                  <a:pt x="1284794" y="3099205"/>
                </a:lnTo>
                <a:lnTo>
                  <a:pt x="1284838" y="3099652"/>
                </a:lnTo>
                <a:lnTo>
                  <a:pt x="1284886" y="3100091"/>
                </a:lnTo>
                <a:lnTo>
                  <a:pt x="1284937" y="3100521"/>
                </a:lnTo>
                <a:lnTo>
                  <a:pt x="1284991" y="3100943"/>
                </a:lnTo>
                <a:lnTo>
                  <a:pt x="1285049" y="3101357"/>
                </a:lnTo>
                <a:lnTo>
                  <a:pt x="1285111" y="3101763"/>
                </a:lnTo>
                <a:lnTo>
                  <a:pt x="1285176" y="3102160"/>
                </a:lnTo>
                <a:lnTo>
                  <a:pt x="1285245" y="3102549"/>
                </a:lnTo>
                <a:lnTo>
                  <a:pt x="1285317" y="3102930"/>
                </a:lnTo>
                <a:lnTo>
                  <a:pt x="1285393" y="3103303"/>
                </a:lnTo>
                <a:lnTo>
                  <a:pt x="1285472" y="3103667"/>
                </a:lnTo>
                <a:lnTo>
                  <a:pt x="1285555" y="3104024"/>
                </a:lnTo>
                <a:lnTo>
                  <a:pt x="1285641" y="3104372"/>
                </a:lnTo>
                <a:lnTo>
                  <a:pt x="1285731" y="3104712"/>
                </a:lnTo>
                <a:lnTo>
                  <a:pt x="1285824" y="3105043"/>
                </a:lnTo>
                <a:lnTo>
                  <a:pt x="1285921" y="3105367"/>
                </a:lnTo>
                <a:lnTo>
                  <a:pt x="1286022" y="3105682"/>
                </a:lnTo>
                <a:lnTo>
                  <a:pt x="1286126" y="3105989"/>
                </a:lnTo>
                <a:lnTo>
                  <a:pt x="1286233" y="3106288"/>
                </a:lnTo>
                <a:lnTo>
                  <a:pt x="1286344" y="3106579"/>
                </a:lnTo>
                <a:lnTo>
                  <a:pt x="1286458" y="3106861"/>
                </a:lnTo>
                <a:lnTo>
                  <a:pt x="1286576" y="3107135"/>
                </a:lnTo>
                <a:lnTo>
                  <a:pt x="1286698" y="3107401"/>
                </a:lnTo>
                <a:lnTo>
                  <a:pt x="1286823" y="3107659"/>
                </a:lnTo>
                <a:lnTo>
                  <a:pt x="1286953" y="3107909"/>
                </a:lnTo>
                <a:lnTo>
                  <a:pt x="1287088" y="3108153"/>
                </a:lnTo>
                <a:lnTo>
                  <a:pt x="1287230" y="3108390"/>
                </a:lnTo>
                <a:lnTo>
                  <a:pt x="1287377" y="3108621"/>
                </a:lnTo>
                <a:lnTo>
                  <a:pt x="1287530" y="3108846"/>
                </a:lnTo>
                <a:lnTo>
                  <a:pt x="1287689" y="3109064"/>
                </a:lnTo>
                <a:lnTo>
                  <a:pt x="1287854" y="3109276"/>
                </a:lnTo>
                <a:lnTo>
                  <a:pt x="1288025" y="3109481"/>
                </a:lnTo>
                <a:lnTo>
                  <a:pt x="1288202" y="3109680"/>
                </a:lnTo>
                <a:lnTo>
                  <a:pt x="1288384" y="3109872"/>
                </a:lnTo>
                <a:lnTo>
                  <a:pt x="1288573" y="3110058"/>
                </a:lnTo>
                <a:lnTo>
                  <a:pt x="1288767" y="3110237"/>
                </a:lnTo>
                <a:lnTo>
                  <a:pt x="1288967" y="3110410"/>
                </a:lnTo>
                <a:lnTo>
                  <a:pt x="1289173" y="3110576"/>
                </a:lnTo>
                <a:lnTo>
                  <a:pt x="1289385" y="3110736"/>
                </a:lnTo>
                <a:lnTo>
                  <a:pt x="1289603" y="3110890"/>
                </a:lnTo>
                <a:lnTo>
                  <a:pt x="1289827" y="3111037"/>
                </a:lnTo>
                <a:lnTo>
                  <a:pt x="1290056" y="3111177"/>
                </a:lnTo>
                <a:lnTo>
                  <a:pt x="1290292" y="3111312"/>
                </a:lnTo>
                <a:lnTo>
                  <a:pt x="1290533" y="3111439"/>
                </a:lnTo>
                <a:lnTo>
                  <a:pt x="1290780" y="3111560"/>
                </a:lnTo>
                <a:lnTo>
                  <a:pt x="1291033" y="3111675"/>
                </a:lnTo>
                <a:lnTo>
                  <a:pt x="1291292" y="3111784"/>
                </a:lnTo>
                <a:lnTo>
                  <a:pt x="1291557" y="3111885"/>
                </a:lnTo>
                <a:lnTo>
                  <a:pt x="1291828" y="3111996"/>
                </a:lnTo>
                <a:lnTo>
                  <a:pt x="1292105" y="3112101"/>
                </a:lnTo>
                <a:lnTo>
                  <a:pt x="1292389" y="3112202"/>
                </a:lnTo>
                <a:lnTo>
                  <a:pt x="1292679" y="3112299"/>
                </a:lnTo>
                <a:lnTo>
                  <a:pt x="1292976" y="3112390"/>
                </a:lnTo>
                <a:lnTo>
                  <a:pt x="1293279" y="3112477"/>
                </a:lnTo>
                <a:lnTo>
                  <a:pt x="1293589" y="3112559"/>
                </a:lnTo>
                <a:lnTo>
                  <a:pt x="1293905" y="3112637"/>
                </a:lnTo>
                <a:lnTo>
                  <a:pt x="1294227" y="3112710"/>
                </a:lnTo>
                <a:lnTo>
                  <a:pt x="1294557" y="3112778"/>
                </a:lnTo>
                <a:lnTo>
                  <a:pt x="1294892" y="3112841"/>
                </a:lnTo>
                <a:lnTo>
                  <a:pt x="1295234" y="3112900"/>
                </a:lnTo>
                <a:lnTo>
                  <a:pt x="1295582" y="3112954"/>
                </a:lnTo>
                <a:lnTo>
                  <a:pt x="1295937" y="3113003"/>
                </a:lnTo>
                <a:lnTo>
                  <a:pt x="1296299" y="3113048"/>
                </a:lnTo>
                <a:lnTo>
                  <a:pt x="1296666" y="3113088"/>
                </a:lnTo>
                <a:lnTo>
                  <a:pt x="1297041" y="3113123"/>
                </a:lnTo>
                <a:lnTo>
                  <a:pt x="1297421" y="3113153"/>
                </a:lnTo>
                <a:lnTo>
                  <a:pt x="1297808" y="3113179"/>
                </a:lnTo>
                <a:lnTo>
                  <a:pt x="1298202" y="3113200"/>
                </a:lnTo>
                <a:lnTo>
                  <a:pt x="1298602" y="3113217"/>
                </a:lnTo>
                <a:lnTo>
                  <a:pt x="1299009" y="3113229"/>
                </a:lnTo>
                <a:lnTo>
                  <a:pt x="1299422" y="3113236"/>
                </a:lnTo>
                <a:lnTo>
                  <a:pt x="1299841" y="3113238"/>
                </a:lnTo>
                <a:lnTo>
                  <a:pt x="1300136" y="3113237"/>
                </a:lnTo>
                <a:lnTo>
                  <a:pt x="1300430" y="3113232"/>
                </a:lnTo>
                <a:lnTo>
                  <a:pt x="1300723" y="3113225"/>
                </a:lnTo>
                <a:lnTo>
                  <a:pt x="1301015" y="3113214"/>
                </a:lnTo>
                <a:lnTo>
                  <a:pt x="1301306" y="3113201"/>
                </a:lnTo>
                <a:lnTo>
                  <a:pt x="1301595" y="3113185"/>
                </a:lnTo>
                <a:lnTo>
                  <a:pt x="1301883" y="3113166"/>
                </a:lnTo>
                <a:lnTo>
                  <a:pt x="1302170" y="3113144"/>
                </a:lnTo>
                <a:lnTo>
                  <a:pt x="1302456" y="3113119"/>
                </a:lnTo>
                <a:lnTo>
                  <a:pt x="1302741" y="3113091"/>
                </a:lnTo>
                <a:lnTo>
                  <a:pt x="1303025" y="3113060"/>
                </a:lnTo>
                <a:lnTo>
                  <a:pt x="1303307" y="3113027"/>
                </a:lnTo>
                <a:lnTo>
                  <a:pt x="1303588" y="3112990"/>
                </a:lnTo>
                <a:lnTo>
                  <a:pt x="1303868" y="3112950"/>
                </a:lnTo>
                <a:lnTo>
                  <a:pt x="1304147" y="3112908"/>
                </a:lnTo>
                <a:lnTo>
                  <a:pt x="1304425" y="3112862"/>
                </a:lnTo>
                <a:lnTo>
                  <a:pt x="1304701" y="3112814"/>
                </a:lnTo>
                <a:lnTo>
                  <a:pt x="1304977" y="3112762"/>
                </a:lnTo>
                <a:lnTo>
                  <a:pt x="1305251" y="3112708"/>
                </a:lnTo>
                <a:lnTo>
                  <a:pt x="1305524" y="3112651"/>
                </a:lnTo>
                <a:lnTo>
                  <a:pt x="1305795" y="3112591"/>
                </a:lnTo>
                <a:lnTo>
                  <a:pt x="1306066" y="3112528"/>
                </a:lnTo>
                <a:lnTo>
                  <a:pt x="1306335" y="3112462"/>
                </a:lnTo>
                <a:lnTo>
                  <a:pt x="1306604" y="3112393"/>
                </a:lnTo>
                <a:lnTo>
                  <a:pt x="1306870" y="3112321"/>
                </a:lnTo>
                <a:lnTo>
                  <a:pt x="1307132" y="3112247"/>
                </a:lnTo>
                <a:lnTo>
                  <a:pt x="1307391" y="3112171"/>
                </a:lnTo>
                <a:lnTo>
                  <a:pt x="1307646" y="3112092"/>
                </a:lnTo>
                <a:lnTo>
                  <a:pt x="1307898" y="3112011"/>
                </a:lnTo>
                <a:lnTo>
                  <a:pt x="1308147" y="3111928"/>
                </a:lnTo>
                <a:lnTo>
                  <a:pt x="1308391" y="3111842"/>
                </a:lnTo>
                <a:lnTo>
                  <a:pt x="1308633" y="3111754"/>
                </a:lnTo>
                <a:lnTo>
                  <a:pt x="1308870" y="3111664"/>
                </a:lnTo>
                <a:lnTo>
                  <a:pt x="1309105" y="3111571"/>
                </a:lnTo>
                <a:lnTo>
                  <a:pt x="1309335" y="3111476"/>
                </a:lnTo>
                <a:lnTo>
                  <a:pt x="1309562" y="3111378"/>
                </a:lnTo>
                <a:lnTo>
                  <a:pt x="1309786" y="3111278"/>
                </a:lnTo>
                <a:lnTo>
                  <a:pt x="1310006" y="3111176"/>
                </a:lnTo>
                <a:lnTo>
                  <a:pt x="1310223" y="3111072"/>
                </a:lnTo>
                <a:lnTo>
                  <a:pt x="1310436" y="3110965"/>
                </a:lnTo>
                <a:lnTo>
                  <a:pt x="1310646" y="3110856"/>
                </a:lnTo>
                <a:lnTo>
                  <a:pt x="1310852" y="3110744"/>
                </a:lnTo>
                <a:lnTo>
                  <a:pt x="1311054" y="3110630"/>
                </a:lnTo>
                <a:lnTo>
                  <a:pt x="1311253" y="3110514"/>
                </a:lnTo>
                <a:lnTo>
                  <a:pt x="1311449" y="3110396"/>
                </a:lnTo>
                <a:lnTo>
                  <a:pt x="1311641" y="3110275"/>
                </a:lnTo>
                <a:lnTo>
                  <a:pt x="1311829" y="3110151"/>
                </a:lnTo>
                <a:lnTo>
                  <a:pt x="1312014" y="3110026"/>
                </a:lnTo>
                <a:lnTo>
                  <a:pt x="1312014" y="3099036"/>
                </a:lnTo>
                <a:lnTo>
                  <a:pt x="1311773" y="3099202"/>
                </a:lnTo>
                <a:lnTo>
                  <a:pt x="1311528" y="3099360"/>
                </a:lnTo>
                <a:lnTo>
                  <a:pt x="1311280" y="3099512"/>
                </a:lnTo>
                <a:lnTo>
                  <a:pt x="1311028" y="3099656"/>
                </a:lnTo>
                <a:lnTo>
                  <a:pt x="1310772" y="3099794"/>
                </a:lnTo>
                <a:lnTo>
                  <a:pt x="1310513" y="3099924"/>
                </a:lnTo>
                <a:lnTo>
                  <a:pt x="1310251" y="3100047"/>
                </a:lnTo>
                <a:lnTo>
                  <a:pt x="1309985" y="3100163"/>
                </a:lnTo>
                <a:lnTo>
                  <a:pt x="1309716" y="3100273"/>
                </a:lnTo>
                <a:lnTo>
                  <a:pt x="1309443" y="3100375"/>
                </a:lnTo>
                <a:lnTo>
                  <a:pt x="1309166" y="3100470"/>
                </a:lnTo>
                <a:lnTo>
                  <a:pt x="1308886" y="3100558"/>
                </a:lnTo>
                <a:lnTo>
                  <a:pt x="1308603" y="3100639"/>
                </a:lnTo>
                <a:lnTo>
                  <a:pt x="1308316" y="3100713"/>
                </a:lnTo>
                <a:lnTo>
                  <a:pt x="1308025" y="3100780"/>
                </a:lnTo>
                <a:lnTo>
                  <a:pt x="1307731" y="3100840"/>
                </a:lnTo>
                <a:lnTo>
                  <a:pt x="1307433" y="3100892"/>
                </a:lnTo>
                <a:lnTo>
                  <a:pt x="1307132" y="3100938"/>
                </a:lnTo>
                <a:lnTo>
                  <a:pt x="1306827" y="3100977"/>
                </a:lnTo>
                <a:lnTo>
                  <a:pt x="1306519" y="3101009"/>
                </a:lnTo>
                <a:lnTo>
                  <a:pt x="1306208" y="3101033"/>
                </a:lnTo>
                <a:lnTo>
                  <a:pt x="1305892" y="3101051"/>
                </a:lnTo>
                <a:lnTo>
                  <a:pt x="1305574" y="3101062"/>
                </a:lnTo>
                <a:lnTo>
                  <a:pt x="1305251" y="3101065"/>
                </a:lnTo>
                <a:lnTo>
                  <a:pt x="1305070" y="3101063"/>
                </a:lnTo>
                <a:lnTo>
                  <a:pt x="1304891" y="3101057"/>
                </a:lnTo>
                <a:lnTo>
                  <a:pt x="1304715" y="3101047"/>
                </a:lnTo>
                <a:lnTo>
                  <a:pt x="1304542" y="3101032"/>
                </a:lnTo>
                <a:lnTo>
                  <a:pt x="1304372" y="3101014"/>
                </a:lnTo>
                <a:lnTo>
                  <a:pt x="1304205" y="3100991"/>
                </a:lnTo>
                <a:lnTo>
                  <a:pt x="1304041" y="3100964"/>
                </a:lnTo>
                <a:lnTo>
                  <a:pt x="1303880" y="3100934"/>
                </a:lnTo>
                <a:lnTo>
                  <a:pt x="1303722" y="3100899"/>
                </a:lnTo>
                <a:lnTo>
                  <a:pt x="1303566" y="3100860"/>
                </a:lnTo>
                <a:lnTo>
                  <a:pt x="1303414" y="3100816"/>
                </a:lnTo>
                <a:lnTo>
                  <a:pt x="1303265" y="3100769"/>
                </a:lnTo>
                <a:lnTo>
                  <a:pt x="1303118" y="3100718"/>
                </a:lnTo>
                <a:lnTo>
                  <a:pt x="1302975" y="3100662"/>
                </a:lnTo>
                <a:lnTo>
                  <a:pt x="1302834" y="3100603"/>
                </a:lnTo>
                <a:lnTo>
                  <a:pt x="1302696" y="3100539"/>
                </a:lnTo>
                <a:lnTo>
                  <a:pt x="1302562" y="3100471"/>
                </a:lnTo>
                <a:lnTo>
                  <a:pt x="1302430" y="3100399"/>
                </a:lnTo>
                <a:lnTo>
                  <a:pt x="1302301" y="3100323"/>
                </a:lnTo>
                <a:lnTo>
                  <a:pt x="1302175" y="3100243"/>
                </a:lnTo>
                <a:lnTo>
                  <a:pt x="1302052" y="3100159"/>
                </a:lnTo>
                <a:lnTo>
                  <a:pt x="1301932" y="3100071"/>
                </a:lnTo>
                <a:lnTo>
                  <a:pt x="1301815" y="3099978"/>
                </a:lnTo>
                <a:lnTo>
                  <a:pt x="1301701" y="3099882"/>
                </a:lnTo>
                <a:lnTo>
                  <a:pt x="1301590" y="3099780"/>
                </a:lnTo>
                <a:lnTo>
                  <a:pt x="1301485" y="3099674"/>
                </a:lnTo>
                <a:lnTo>
                  <a:pt x="1301384" y="3099562"/>
                </a:lnTo>
                <a:lnTo>
                  <a:pt x="1301288" y="3099445"/>
                </a:lnTo>
                <a:lnTo>
                  <a:pt x="1301196" y="3099323"/>
                </a:lnTo>
                <a:lnTo>
                  <a:pt x="1301109" y="3099195"/>
                </a:lnTo>
                <a:lnTo>
                  <a:pt x="1301027" y="3099062"/>
                </a:lnTo>
                <a:lnTo>
                  <a:pt x="1300949" y="3098924"/>
                </a:lnTo>
                <a:lnTo>
                  <a:pt x="1300877" y="3098780"/>
                </a:lnTo>
                <a:lnTo>
                  <a:pt x="1300808" y="3098631"/>
                </a:lnTo>
                <a:lnTo>
                  <a:pt x="1300745" y="3098477"/>
                </a:lnTo>
                <a:lnTo>
                  <a:pt x="1300686" y="3098318"/>
                </a:lnTo>
                <a:lnTo>
                  <a:pt x="1300632" y="3098153"/>
                </a:lnTo>
                <a:lnTo>
                  <a:pt x="1300583" y="3097983"/>
                </a:lnTo>
                <a:lnTo>
                  <a:pt x="1300538" y="3097808"/>
                </a:lnTo>
                <a:lnTo>
                  <a:pt x="1300499" y="3097628"/>
                </a:lnTo>
                <a:lnTo>
                  <a:pt x="1300463" y="3097442"/>
                </a:lnTo>
                <a:lnTo>
                  <a:pt x="1300433" y="3097251"/>
                </a:lnTo>
                <a:lnTo>
                  <a:pt x="1300407" y="3097054"/>
                </a:lnTo>
                <a:lnTo>
                  <a:pt x="1300386" y="3096853"/>
                </a:lnTo>
                <a:lnTo>
                  <a:pt x="1300369" y="3096646"/>
                </a:lnTo>
                <a:lnTo>
                  <a:pt x="1300358" y="3096434"/>
                </a:lnTo>
                <a:lnTo>
                  <a:pt x="1300351" y="3096216"/>
                </a:lnTo>
                <a:lnTo>
                  <a:pt x="1300348" y="3095993"/>
                </a:lnTo>
                <a:lnTo>
                  <a:pt x="1300348" y="3050176"/>
                </a:lnTo>
                <a:lnTo>
                  <a:pt x="1300333" y="3049061"/>
                </a:lnTo>
                <a:lnTo>
                  <a:pt x="1300287" y="3047970"/>
                </a:lnTo>
                <a:lnTo>
                  <a:pt x="1300211" y="3046903"/>
                </a:lnTo>
                <a:lnTo>
                  <a:pt x="1300104" y="3045860"/>
                </a:lnTo>
                <a:lnTo>
                  <a:pt x="1299967" y="3044841"/>
                </a:lnTo>
                <a:lnTo>
                  <a:pt x="1299799" y="3043846"/>
                </a:lnTo>
                <a:lnTo>
                  <a:pt x="1299600" y="3042876"/>
                </a:lnTo>
                <a:lnTo>
                  <a:pt x="1299371" y="3041929"/>
                </a:lnTo>
                <a:lnTo>
                  <a:pt x="1299112" y="3041007"/>
                </a:lnTo>
                <a:lnTo>
                  <a:pt x="1298822" y="3040108"/>
                </a:lnTo>
                <a:lnTo>
                  <a:pt x="1298501" y="3039234"/>
                </a:lnTo>
                <a:lnTo>
                  <a:pt x="1298150" y="3038383"/>
                </a:lnTo>
                <a:lnTo>
                  <a:pt x="1297769" y="3037557"/>
                </a:lnTo>
                <a:lnTo>
                  <a:pt x="1297357" y="3036755"/>
                </a:lnTo>
                <a:lnTo>
                  <a:pt x="1296914" y="3035977"/>
                </a:lnTo>
                <a:lnTo>
                  <a:pt x="1296441" y="3035223"/>
                </a:lnTo>
                <a:lnTo>
                  <a:pt x="1295937" y="3034493"/>
                </a:lnTo>
                <a:lnTo>
                  <a:pt x="1295403" y="3033787"/>
                </a:lnTo>
                <a:lnTo>
                  <a:pt x="1294838" y="3033105"/>
                </a:lnTo>
                <a:lnTo>
                  <a:pt x="1294243" y="3032447"/>
                </a:lnTo>
                <a:lnTo>
                  <a:pt x="1293617" y="3031814"/>
                </a:lnTo>
                <a:lnTo>
                  <a:pt x="1292961" y="3031204"/>
                </a:lnTo>
                <a:lnTo>
                  <a:pt x="1292274" y="3030619"/>
                </a:lnTo>
                <a:lnTo>
                  <a:pt x="1291557" y="3030057"/>
                </a:lnTo>
                <a:lnTo>
                  <a:pt x="1290824" y="3029519"/>
                </a:lnTo>
                <a:lnTo>
                  <a:pt x="1290061" y="3029004"/>
                </a:lnTo>
                <a:lnTo>
                  <a:pt x="1289269" y="3028512"/>
                </a:lnTo>
                <a:lnTo>
                  <a:pt x="1288448" y="3028042"/>
                </a:lnTo>
                <a:lnTo>
                  <a:pt x="1287597" y="3027596"/>
                </a:lnTo>
                <a:lnTo>
                  <a:pt x="1286717" y="3027172"/>
                </a:lnTo>
                <a:lnTo>
                  <a:pt x="1285808" y="3026772"/>
                </a:lnTo>
                <a:lnTo>
                  <a:pt x="1284869" y="3026394"/>
                </a:lnTo>
                <a:lnTo>
                  <a:pt x="1283901" y="3026039"/>
                </a:lnTo>
                <a:lnTo>
                  <a:pt x="1282904" y="3025707"/>
                </a:lnTo>
                <a:lnTo>
                  <a:pt x="1281877" y="3025398"/>
                </a:lnTo>
                <a:lnTo>
                  <a:pt x="1280821" y="3025112"/>
                </a:lnTo>
                <a:lnTo>
                  <a:pt x="1279736" y="3024849"/>
                </a:lnTo>
                <a:lnTo>
                  <a:pt x="1278621" y="3024608"/>
                </a:lnTo>
                <a:lnTo>
                  <a:pt x="1277477" y="3024391"/>
                </a:lnTo>
                <a:lnTo>
                  <a:pt x="1276303" y="3024196"/>
                </a:lnTo>
                <a:lnTo>
                  <a:pt x="1275100" y="3024024"/>
                </a:lnTo>
                <a:lnTo>
                  <a:pt x="1273868" y="3023876"/>
                </a:lnTo>
                <a:lnTo>
                  <a:pt x="1272607" y="3023750"/>
                </a:lnTo>
                <a:lnTo>
                  <a:pt x="1271316" y="3023647"/>
                </a:lnTo>
                <a:lnTo>
                  <a:pt x="1269995" y="3023566"/>
                </a:lnTo>
                <a:lnTo>
                  <a:pt x="1268646" y="3023509"/>
                </a:lnTo>
                <a:lnTo>
                  <a:pt x="1267267" y="3023475"/>
                </a:lnTo>
                <a:lnTo>
                  <a:pt x="1265859" y="3023463"/>
                </a:lnTo>
                <a:lnTo>
                  <a:pt x="1264531" y="3023475"/>
                </a:lnTo>
                <a:lnTo>
                  <a:pt x="1263226" y="3023509"/>
                </a:lnTo>
                <a:lnTo>
                  <a:pt x="1261944" y="3023566"/>
                </a:lnTo>
                <a:lnTo>
                  <a:pt x="1260683" y="3023647"/>
                </a:lnTo>
                <a:lnTo>
                  <a:pt x="1259445" y="3023750"/>
                </a:lnTo>
                <a:lnTo>
                  <a:pt x="1258229" y="3023876"/>
                </a:lnTo>
                <a:lnTo>
                  <a:pt x="1257036" y="3024024"/>
                </a:lnTo>
                <a:lnTo>
                  <a:pt x="1255865" y="3024196"/>
                </a:lnTo>
                <a:lnTo>
                  <a:pt x="1254716" y="3024391"/>
                </a:lnTo>
                <a:lnTo>
                  <a:pt x="1253589" y="3024608"/>
                </a:lnTo>
                <a:lnTo>
                  <a:pt x="1252485" y="3024849"/>
                </a:lnTo>
                <a:lnTo>
                  <a:pt x="1251403" y="3025112"/>
                </a:lnTo>
                <a:lnTo>
                  <a:pt x="1250344" y="3025398"/>
                </a:lnTo>
                <a:lnTo>
                  <a:pt x="1249306" y="3025707"/>
                </a:lnTo>
                <a:lnTo>
                  <a:pt x="1248291" y="3026039"/>
                </a:lnTo>
                <a:lnTo>
                  <a:pt x="1247299" y="3026394"/>
                </a:lnTo>
                <a:lnTo>
                  <a:pt x="1246328" y="3026772"/>
                </a:lnTo>
                <a:lnTo>
                  <a:pt x="1245380" y="3027172"/>
                </a:lnTo>
                <a:lnTo>
                  <a:pt x="1244455" y="3027596"/>
                </a:lnTo>
                <a:lnTo>
                  <a:pt x="1243551" y="3028042"/>
                </a:lnTo>
                <a:lnTo>
                  <a:pt x="1242670" y="3028512"/>
                </a:lnTo>
                <a:lnTo>
                  <a:pt x="1241811" y="3029004"/>
                </a:lnTo>
                <a:lnTo>
                  <a:pt x="1240975" y="3029519"/>
                </a:lnTo>
                <a:lnTo>
                  <a:pt x="1240160" y="3030057"/>
                </a:lnTo>
                <a:lnTo>
                  <a:pt x="1239388" y="3030614"/>
                </a:lnTo>
                <a:lnTo>
                  <a:pt x="1238648" y="3031188"/>
                </a:lnTo>
                <a:lnTo>
                  <a:pt x="1237941" y="3031777"/>
                </a:lnTo>
                <a:lnTo>
                  <a:pt x="1237267" y="3032382"/>
                </a:lnTo>
                <a:lnTo>
                  <a:pt x="1236626" y="3033002"/>
                </a:lnTo>
                <a:lnTo>
                  <a:pt x="1236018" y="3033639"/>
                </a:lnTo>
                <a:lnTo>
                  <a:pt x="1235443" y="3034292"/>
                </a:lnTo>
                <a:lnTo>
                  <a:pt x="1234900" y="3034960"/>
                </a:lnTo>
                <a:lnTo>
                  <a:pt x="1234391" y="3035644"/>
                </a:lnTo>
                <a:lnTo>
                  <a:pt x="1233914" y="3036344"/>
                </a:lnTo>
                <a:lnTo>
                  <a:pt x="1233470" y="3037060"/>
                </a:lnTo>
                <a:lnTo>
                  <a:pt x="1233060" y="3037792"/>
                </a:lnTo>
                <a:lnTo>
                  <a:pt x="1232681" y="3038539"/>
                </a:lnTo>
                <a:lnTo>
                  <a:pt x="1232336" y="3039303"/>
                </a:lnTo>
                <a:lnTo>
                  <a:pt x="1232024" y="3040082"/>
                </a:lnTo>
                <a:lnTo>
                  <a:pt x="1231745" y="3040877"/>
                </a:lnTo>
                <a:lnTo>
                  <a:pt x="1231498" y="3041688"/>
                </a:lnTo>
                <a:lnTo>
                  <a:pt x="1231284" y="3042515"/>
                </a:lnTo>
                <a:lnTo>
                  <a:pt x="1231104" y="3043358"/>
                </a:lnTo>
                <a:lnTo>
                  <a:pt x="1230956" y="3044216"/>
                </a:lnTo>
                <a:lnTo>
                  <a:pt x="1230841" y="3045091"/>
                </a:lnTo>
                <a:lnTo>
                  <a:pt x="1230758" y="3045981"/>
                </a:lnTo>
                <a:lnTo>
                  <a:pt x="1230709" y="3046887"/>
                </a:lnTo>
                <a:lnTo>
                  <a:pt x="1230693" y="3047809"/>
                </a:lnTo>
                <a:lnTo>
                  <a:pt x="1230692" y="3047836"/>
                </a:lnTo>
                <a:lnTo>
                  <a:pt x="1230691" y="3047861"/>
                </a:lnTo>
                <a:lnTo>
                  <a:pt x="1230690" y="3047883"/>
                </a:lnTo>
                <a:lnTo>
                  <a:pt x="1230688" y="3047903"/>
                </a:lnTo>
                <a:lnTo>
                  <a:pt x="1230685" y="3047921"/>
                </a:lnTo>
                <a:lnTo>
                  <a:pt x="1230682" y="3047936"/>
                </a:lnTo>
                <a:lnTo>
                  <a:pt x="1230678" y="3047949"/>
                </a:lnTo>
                <a:lnTo>
                  <a:pt x="1230674" y="3047959"/>
                </a:lnTo>
                <a:lnTo>
                  <a:pt x="1230669" y="3047968"/>
                </a:lnTo>
                <a:lnTo>
                  <a:pt x="1230663" y="3047973"/>
                </a:lnTo>
                <a:lnTo>
                  <a:pt x="1230657" y="3047977"/>
                </a:lnTo>
                <a:lnTo>
                  <a:pt x="1230650" y="3047978"/>
                </a:lnTo>
                <a:lnTo>
                  <a:pt x="1230643" y="3047977"/>
                </a:lnTo>
                <a:lnTo>
                  <a:pt x="1230635" y="3047973"/>
                </a:lnTo>
                <a:lnTo>
                  <a:pt x="1230627" y="3047968"/>
                </a:lnTo>
                <a:lnTo>
                  <a:pt x="1230617" y="3047959"/>
                </a:lnTo>
                <a:lnTo>
                  <a:pt x="1230608" y="3047949"/>
                </a:lnTo>
                <a:lnTo>
                  <a:pt x="1230597" y="3047936"/>
                </a:lnTo>
                <a:lnTo>
                  <a:pt x="1230587" y="3047921"/>
                </a:lnTo>
                <a:lnTo>
                  <a:pt x="1230575" y="3047903"/>
                </a:lnTo>
                <a:lnTo>
                  <a:pt x="1230563" y="3047883"/>
                </a:lnTo>
                <a:lnTo>
                  <a:pt x="1230551" y="3047861"/>
                </a:lnTo>
                <a:lnTo>
                  <a:pt x="1230537" y="3047836"/>
                </a:lnTo>
                <a:lnTo>
                  <a:pt x="1230524" y="3047809"/>
                </a:lnTo>
                <a:lnTo>
                  <a:pt x="1230524" y="3047844"/>
                </a:lnTo>
                <a:lnTo>
                  <a:pt x="1230524" y="3047909"/>
                </a:lnTo>
                <a:lnTo>
                  <a:pt x="1230524" y="3047978"/>
                </a:lnTo>
                <a:lnTo>
                  <a:pt x="1230538" y="3048052"/>
                </a:lnTo>
                <a:lnTo>
                  <a:pt x="1230553" y="3048132"/>
                </a:lnTo>
                <a:lnTo>
                  <a:pt x="1230568" y="3048218"/>
                </a:lnTo>
                <a:lnTo>
                  <a:pt x="1230585" y="3048311"/>
                </a:lnTo>
                <a:lnTo>
                  <a:pt x="1230601" y="3048411"/>
                </a:lnTo>
                <a:lnTo>
                  <a:pt x="1230619" y="3048517"/>
                </a:lnTo>
                <a:close/>
                <a:moveTo>
                  <a:pt x="1255168" y="3100759"/>
                </a:moveTo>
                <a:lnTo>
                  <a:pt x="1254617" y="3100647"/>
                </a:lnTo>
                <a:lnTo>
                  <a:pt x="1254080" y="3100524"/>
                </a:lnTo>
                <a:lnTo>
                  <a:pt x="1253559" y="3100389"/>
                </a:lnTo>
                <a:lnTo>
                  <a:pt x="1253052" y="3100242"/>
                </a:lnTo>
                <a:lnTo>
                  <a:pt x="1252560" y="3100084"/>
                </a:lnTo>
                <a:lnTo>
                  <a:pt x="1252082" y="3099913"/>
                </a:lnTo>
                <a:lnTo>
                  <a:pt x="1251619" y="3099731"/>
                </a:lnTo>
                <a:lnTo>
                  <a:pt x="1251171" y="3099538"/>
                </a:lnTo>
                <a:lnTo>
                  <a:pt x="1250738" y="3099332"/>
                </a:lnTo>
                <a:lnTo>
                  <a:pt x="1250319" y="3099115"/>
                </a:lnTo>
                <a:lnTo>
                  <a:pt x="1249915" y="3098886"/>
                </a:lnTo>
                <a:lnTo>
                  <a:pt x="1249525" y="3098645"/>
                </a:lnTo>
                <a:lnTo>
                  <a:pt x="1249150" y="3098393"/>
                </a:lnTo>
                <a:lnTo>
                  <a:pt x="1248790" y="3098129"/>
                </a:lnTo>
                <a:lnTo>
                  <a:pt x="1248445" y="3097853"/>
                </a:lnTo>
                <a:lnTo>
                  <a:pt x="1248127" y="3097565"/>
                </a:lnTo>
                <a:lnTo>
                  <a:pt x="1247824" y="3097266"/>
                </a:lnTo>
                <a:lnTo>
                  <a:pt x="1247533" y="3096955"/>
                </a:lnTo>
                <a:lnTo>
                  <a:pt x="1247256" y="3096632"/>
                </a:lnTo>
                <a:lnTo>
                  <a:pt x="1246993" y="3096297"/>
                </a:lnTo>
                <a:lnTo>
                  <a:pt x="1246743" y="3095951"/>
                </a:lnTo>
                <a:lnTo>
                  <a:pt x="1246507" y="3095593"/>
                </a:lnTo>
                <a:lnTo>
                  <a:pt x="1246284" y="3095223"/>
                </a:lnTo>
                <a:lnTo>
                  <a:pt x="1246075" y="3094841"/>
                </a:lnTo>
                <a:lnTo>
                  <a:pt x="1245879" y="3094448"/>
                </a:lnTo>
                <a:lnTo>
                  <a:pt x="1245697" y="3094043"/>
                </a:lnTo>
                <a:lnTo>
                  <a:pt x="1245528" y="3093626"/>
                </a:lnTo>
                <a:lnTo>
                  <a:pt x="1245373" y="3093198"/>
                </a:lnTo>
                <a:lnTo>
                  <a:pt x="1245231" y="3092757"/>
                </a:lnTo>
                <a:lnTo>
                  <a:pt x="1245103" y="3092305"/>
                </a:lnTo>
                <a:lnTo>
                  <a:pt x="1244988" y="3091842"/>
                </a:lnTo>
                <a:lnTo>
                  <a:pt x="1244887" y="3091366"/>
                </a:lnTo>
                <a:lnTo>
                  <a:pt x="1244799" y="3090879"/>
                </a:lnTo>
                <a:lnTo>
                  <a:pt x="1244725" y="3090380"/>
                </a:lnTo>
                <a:lnTo>
                  <a:pt x="1244664" y="3089869"/>
                </a:lnTo>
                <a:lnTo>
                  <a:pt x="1244617" y="3089347"/>
                </a:lnTo>
                <a:lnTo>
                  <a:pt x="1244583" y="3088813"/>
                </a:lnTo>
                <a:lnTo>
                  <a:pt x="1244563" y="3088267"/>
                </a:lnTo>
                <a:lnTo>
                  <a:pt x="1244556" y="3087709"/>
                </a:lnTo>
                <a:lnTo>
                  <a:pt x="1244562" y="3087165"/>
                </a:lnTo>
                <a:lnTo>
                  <a:pt x="1244581" y="3086631"/>
                </a:lnTo>
                <a:lnTo>
                  <a:pt x="1244612" y="3086108"/>
                </a:lnTo>
                <a:lnTo>
                  <a:pt x="1244655" y="3085596"/>
                </a:lnTo>
                <a:lnTo>
                  <a:pt x="1244710" y="3085094"/>
                </a:lnTo>
                <a:lnTo>
                  <a:pt x="1244778" y="3084602"/>
                </a:lnTo>
                <a:lnTo>
                  <a:pt x="1244858" y="3084121"/>
                </a:lnTo>
                <a:lnTo>
                  <a:pt x="1244951" y="3083651"/>
                </a:lnTo>
                <a:lnTo>
                  <a:pt x="1245055" y="3083192"/>
                </a:lnTo>
                <a:lnTo>
                  <a:pt x="1245173" y="3082742"/>
                </a:lnTo>
                <a:lnTo>
                  <a:pt x="1245302" y="3082304"/>
                </a:lnTo>
                <a:lnTo>
                  <a:pt x="1245444" y="3081876"/>
                </a:lnTo>
                <a:lnTo>
                  <a:pt x="1245598" y="3081459"/>
                </a:lnTo>
                <a:lnTo>
                  <a:pt x="1245764" y="3081052"/>
                </a:lnTo>
                <a:lnTo>
                  <a:pt x="1245943" y="3080656"/>
                </a:lnTo>
                <a:lnTo>
                  <a:pt x="1246134" y="3080270"/>
                </a:lnTo>
                <a:lnTo>
                  <a:pt x="1246337" y="3079895"/>
                </a:lnTo>
                <a:lnTo>
                  <a:pt x="1246553" y="3079530"/>
                </a:lnTo>
                <a:lnTo>
                  <a:pt x="1246781" y="3079176"/>
                </a:lnTo>
                <a:lnTo>
                  <a:pt x="1247022" y="3078833"/>
                </a:lnTo>
                <a:lnTo>
                  <a:pt x="1247274" y="3078500"/>
                </a:lnTo>
                <a:lnTo>
                  <a:pt x="1247539" y="3078178"/>
                </a:lnTo>
                <a:lnTo>
                  <a:pt x="1247817" y="3077866"/>
                </a:lnTo>
                <a:lnTo>
                  <a:pt x="1248106" y="3077565"/>
                </a:lnTo>
                <a:lnTo>
                  <a:pt x="1248425" y="3077259"/>
                </a:lnTo>
                <a:lnTo>
                  <a:pt x="1248759" y="3076960"/>
                </a:lnTo>
                <a:lnTo>
                  <a:pt x="1249110" y="3076669"/>
                </a:lnTo>
                <a:lnTo>
                  <a:pt x="1249478" y="3076386"/>
                </a:lnTo>
                <a:lnTo>
                  <a:pt x="1249862" y="3076110"/>
                </a:lnTo>
                <a:lnTo>
                  <a:pt x="1250262" y="3075842"/>
                </a:lnTo>
                <a:lnTo>
                  <a:pt x="1250679" y="3075582"/>
                </a:lnTo>
                <a:lnTo>
                  <a:pt x="1251112" y="3075329"/>
                </a:lnTo>
                <a:lnTo>
                  <a:pt x="1251562" y="3075084"/>
                </a:lnTo>
                <a:lnTo>
                  <a:pt x="1252028" y="3074847"/>
                </a:lnTo>
                <a:lnTo>
                  <a:pt x="1252510" y="3074617"/>
                </a:lnTo>
                <a:lnTo>
                  <a:pt x="1253009" y="3074395"/>
                </a:lnTo>
                <a:lnTo>
                  <a:pt x="1253525" y="3074180"/>
                </a:lnTo>
                <a:lnTo>
                  <a:pt x="1254057" y="3073973"/>
                </a:lnTo>
                <a:lnTo>
                  <a:pt x="1254605" y="3073774"/>
                </a:lnTo>
                <a:lnTo>
                  <a:pt x="1255170" y="3073582"/>
                </a:lnTo>
                <a:lnTo>
                  <a:pt x="1255751" y="3073398"/>
                </a:lnTo>
                <a:lnTo>
                  <a:pt x="1256349" y="3073222"/>
                </a:lnTo>
                <a:lnTo>
                  <a:pt x="1256963" y="3073053"/>
                </a:lnTo>
                <a:lnTo>
                  <a:pt x="1257593" y="3072892"/>
                </a:lnTo>
                <a:lnTo>
                  <a:pt x="1258240" y="3072739"/>
                </a:lnTo>
                <a:lnTo>
                  <a:pt x="1258903" y="3072593"/>
                </a:lnTo>
                <a:lnTo>
                  <a:pt x="1259583" y="3072454"/>
                </a:lnTo>
                <a:lnTo>
                  <a:pt x="1260279" y="3072324"/>
                </a:lnTo>
                <a:lnTo>
                  <a:pt x="1261008" y="3072186"/>
                </a:lnTo>
                <a:lnTo>
                  <a:pt x="1261758" y="3072054"/>
                </a:lnTo>
                <a:lnTo>
                  <a:pt x="1262527" y="3071928"/>
                </a:lnTo>
                <a:lnTo>
                  <a:pt x="1263318" y="3071807"/>
                </a:lnTo>
                <a:lnTo>
                  <a:pt x="1264129" y="3071693"/>
                </a:lnTo>
                <a:lnTo>
                  <a:pt x="1264960" y="3071584"/>
                </a:lnTo>
                <a:lnTo>
                  <a:pt x="1265812" y="3071481"/>
                </a:lnTo>
                <a:lnTo>
                  <a:pt x="1266685" y="3071384"/>
                </a:lnTo>
                <a:lnTo>
                  <a:pt x="1267578" y="3071293"/>
                </a:lnTo>
                <a:lnTo>
                  <a:pt x="1268492" y="3071208"/>
                </a:lnTo>
                <a:lnTo>
                  <a:pt x="1269426" y="3071129"/>
                </a:lnTo>
                <a:lnTo>
                  <a:pt x="1270381" y="3071056"/>
                </a:lnTo>
                <a:lnTo>
                  <a:pt x="1271356" y="3070988"/>
                </a:lnTo>
                <a:lnTo>
                  <a:pt x="1272352" y="3070927"/>
                </a:lnTo>
                <a:lnTo>
                  <a:pt x="1273369" y="3070871"/>
                </a:lnTo>
                <a:lnTo>
                  <a:pt x="1274406" y="3070821"/>
                </a:lnTo>
                <a:lnTo>
                  <a:pt x="1275463" y="3070777"/>
                </a:lnTo>
                <a:lnTo>
                  <a:pt x="1276541" y="3070739"/>
                </a:lnTo>
                <a:lnTo>
                  <a:pt x="1277640" y="3070706"/>
                </a:lnTo>
                <a:lnTo>
                  <a:pt x="1278759" y="3070680"/>
                </a:lnTo>
                <a:lnTo>
                  <a:pt x="1279899" y="3070660"/>
                </a:lnTo>
                <a:lnTo>
                  <a:pt x="1281059" y="3070645"/>
                </a:lnTo>
                <a:lnTo>
                  <a:pt x="1282240" y="3070636"/>
                </a:lnTo>
                <a:lnTo>
                  <a:pt x="1283442" y="3070633"/>
                </a:lnTo>
                <a:lnTo>
                  <a:pt x="1283442" y="3075874"/>
                </a:lnTo>
                <a:lnTo>
                  <a:pt x="1283437" y="3076464"/>
                </a:lnTo>
                <a:lnTo>
                  <a:pt x="1283424" y="3077048"/>
                </a:lnTo>
                <a:lnTo>
                  <a:pt x="1283402" y="3077628"/>
                </a:lnTo>
                <a:lnTo>
                  <a:pt x="1283371" y="3078204"/>
                </a:lnTo>
                <a:lnTo>
                  <a:pt x="1283331" y="3078774"/>
                </a:lnTo>
                <a:lnTo>
                  <a:pt x="1283283" y="3079340"/>
                </a:lnTo>
                <a:lnTo>
                  <a:pt x="1283226" y="3079901"/>
                </a:lnTo>
                <a:lnTo>
                  <a:pt x="1283160" y="3080458"/>
                </a:lnTo>
                <a:lnTo>
                  <a:pt x="1283085" y="3081010"/>
                </a:lnTo>
                <a:lnTo>
                  <a:pt x="1283001" y="3081557"/>
                </a:lnTo>
                <a:lnTo>
                  <a:pt x="1282909" y="3082099"/>
                </a:lnTo>
                <a:lnTo>
                  <a:pt x="1282808" y="3082637"/>
                </a:lnTo>
                <a:lnTo>
                  <a:pt x="1282697" y="3083170"/>
                </a:lnTo>
                <a:lnTo>
                  <a:pt x="1282579" y="3083698"/>
                </a:lnTo>
                <a:lnTo>
                  <a:pt x="1282451" y="3084222"/>
                </a:lnTo>
                <a:lnTo>
                  <a:pt x="1282314" y="3084741"/>
                </a:lnTo>
                <a:lnTo>
                  <a:pt x="1282169" y="3085255"/>
                </a:lnTo>
                <a:lnTo>
                  <a:pt x="1282015" y="3085765"/>
                </a:lnTo>
                <a:lnTo>
                  <a:pt x="1281852" y="3086269"/>
                </a:lnTo>
                <a:lnTo>
                  <a:pt x="1281680" y="3086770"/>
                </a:lnTo>
                <a:lnTo>
                  <a:pt x="1281500" y="3087265"/>
                </a:lnTo>
                <a:lnTo>
                  <a:pt x="1281311" y="3087756"/>
                </a:lnTo>
                <a:lnTo>
                  <a:pt x="1281112" y="3088242"/>
                </a:lnTo>
                <a:lnTo>
                  <a:pt x="1280906" y="3088723"/>
                </a:lnTo>
                <a:lnTo>
                  <a:pt x="1280704" y="3089198"/>
                </a:lnTo>
                <a:lnTo>
                  <a:pt x="1280492" y="3089665"/>
                </a:lnTo>
                <a:lnTo>
                  <a:pt x="1280272" y="3090123"/>
                </a:lnTo>
                <a:lnTo>
                  <a:pt x="1280041" y="3090574"/>
                </a:lnTo>
                <a:lnTo>
                  <a:pt x="1279802" y="3091016"/>
                </a:lnTo>
                <a:lnTo>
                  <a:pt x="1279553" y="3091449"/>
                </a:lnTo>
                <a:lnTo>
                  <a:pt x="1279295" y="3091875"/>
                </a:lnTo>
                <a:lnTo>
                  <a:pt x="1279027" y="3092292"/>
                </a:lnTo>
                <a:lnTo>
                  <a:pt x="1278750" y="3092702"/>
                </a:lnTo>
                <a:lnTo>
                  <a:pt x="1278464" y="3093103"/>
                </a:lnTo>
                <a:lnTo>
                  <a:pt x="1278168" y="3093495"/>
                </a:lnTo>
                <a:lnTo>
                  <a:pt x="1277862" y="3093880"/>
                </a:lnTo>
                <a:lnTo>
                  <a:pt x="1277548" y="3094256"/>
                </a:lnTo>
                <a:lnTo>
                  <a:pt x="1277224" y="3094624"/>
                </a:lnTo>
                <a:lnTo>
                  <a:pt x="1276890" y="3094984"/>
                </a:lnTo>
                <a:lnTo>
                  <a:pt x="1276547" y="3095336"/>
                </a:lnTo>
                <a:lnTo>
                  <a:pt x="1276195" y="3095679"/>
                </a:lnTo>
                <a:lnTo>
                  <a:pt x="1275834" y="3096014"/>
                </a:lnTo>
                <a:lnTo>
                  <a:pt x="1275463" y="3096341"/>
                </a:lnTo>
                <a:lnTo>
                  <a:pt x="1275082" y="3096660"/>
                </a:lnTo>
                <a:lnTo>
                  <a:pt x="1274692" y="3096971"/>
                </a:lnTo>
                <a:lnTo>
                  <a:pt x="1274293" y="3097273"/>
                </a:lnTo>
                <a:lnTo>
                  <a:pt x="1273885" y="3097567"/>
                </a:lnTo>
                <a:lnTo>
                  <a:pt x="1273467" y="3097853"/>
                </a:lnTo>
                <a:lnTo>
                  <a:pt x="1273053" y="3098129"/>
                </a:lnTo>
                <a:lnTo>
                  <a:pt x="1272630" y="3098393"/>
                </a:lnTo>
                <a:lnTo>
                  <a:pt x="1272196" y="3098645"/>
                </a:lnTo>
                <a:lnTo>
                  <a:pt x="1271752" y="3098886"/>
                </a:lnTo>
                <a:lnTo>
                  <a:pt x="1271299" y="3099115"/>
                </a:lnTo>
                <a:lnTo>
                  <a:pt x="1270836" y="3099332"/>
                </a:lnTo>
                <a:lnTo>
                  <a:pt x="1270362" y="3099538"/>
                </a:lnTo>
                <a:lnTo>
                  <a:pt x="1269879" y="3099731"/>
                </a:lnTo>
                <a:lnTo>
                  <a:pt x="1269385" y="3099913"/>
                </a:lnTo>
                <a:lnTo>
                  <a:pt x="1268882" y="3100084"/>
                </a:lnTo>
                <a:lnTo>
                  <a:pt x="1268368" y="3100242"/>
                </a:lnTo>
                <a:lnTo>
                  <a:pt x="1267845" y="3100389"/>
                </a:lnTo>
                <a:lnTo>
                  <a:pt x="1267312" y="3100524"/>
                </a:lnTo>
                <a:lnTo>
                  <a:pt x="1266768" y="3100647"/>
                </a:lnTo>
                <a:lnTo>
                  <a:pt x="1266215" y="3100759"/>
                </a:lnTo>
                <a:lnTo>
                  <a:pt x="1265652" y="3100858"/>
                </a:lnTo>
                <a:lnTo>
                  <a:pt x="1265079" y="3100947"/>
                </a:lnTo>
                <a:lnTo>
                  <a:pt x="1264495" y="3101023"/>
                </a:lnTo>
                <a:lnTo>
                  <a:pt x="1263902" y="3101087"/>
                </a:lnTo>
                <a:lnTo>
                  <a:pt x="1263299" y="3101140"/>
                </a:lnTo>
                <a:lnTo>
                  <a:pt x="1262686" y="3101181"/>
                </a:lnTo>
                <a:lnTo>
                  <a:pt x="1262063" y="3101211"/>
                </a:lnTo>
                <a:lnTo>
                  <a:pt x="1261430" y="3101228"/>
                </a:lnTo>
                <a:lnTo>
                  <a:pt x="1260787" y="3101234"/>
                </a:lnTo>
                <a:lnTo>
                  <a:pt x="1260104" y="3101228"/>
                </a:lnTo>
                <a:lnTo>
                  <a:pt x="1259435" y="3101211"/>
                </a:lnTo>
                <a:lnTo>
                  <a:pt x="1258781" y="3101181"/>
                </a:lnTo>
                <a:lnTo>
                  <a:pt x="1258142" y="3101140"/>
                </a:lnTo>
                <a:lnTo>
                  <a:pt x="1257518" y="3101087"/>
                </a:lnTo>
                <a:lnTo>
                  <a:pt x="1256909" y="3101023"/>
                </a:lnTo>
                <a:lnTo>
                  <a:pt x="1256314" y="3100947"/>
                </a:lnTo>
                <a:lnTo>
                  <a:pt x="1255733" y="3100858"/>
                </a:lnTo>
                <a:lnTo>
                  <a:pt x="1255168" y="3100759"/>
                </a:lnTo>
                <a:close/>
                <a:moveTo>
                  <a:pt x="1489740" y="3493870"/>
                </a:moveTo>
                <a:lnTo>
                  <a:pt x="1475201" y="3493870"/>
                </a:lnTo>
                <a:lnTo>
                  <a:pt x="1475201" y="3518723"/>
                </a:lnTo>
                <a:lnTo>
                  <a:pt x="1479089" y="3540871"/>
                </a:lnTo>
                <a:lnTo>
                  <a:pt x="1485852" y="3540871"/>
                </a:lnTo>
                <a:lnTo>
                  <a:pt x="1489740" y="3518723"/>
                </a:lnTo>
                <a:lnTo>
                  <a:pt x="1489740" y="3493870"/>
                </a:lnTo>
                <a:close/>
                <a:moveTo>
                  <a:pt x="1464549" y="3518723"/>
                </a:moveTo>
                <a:lnTo>
                  <a:pt x="1464549" y="3493870"/>
                </a:lnTo>
                <a:lnTo>
                  <a:pt x="1450010" y="3493870"/>
                </a:lnTo>
                <a:lnTo>
                  <a:pt x="1450010" y="3518723"/>
                </a:lnTo>
                <a:lnTo>
                  <a:pt x="1453898" y="3540871"/>
                </a:lnTo>
                <a:lnTo>
                  <a:pt x="1460661" y="3540871"/>
                </a:lnTo>
                <a:lnTo>
                  <a:pt x="1464549" y="3518723"/>
                </a:lnTo>
                <a:close/>
                <a:moveTo>
                  <a:pt x="1571123" y="3611042"/>
                </a:moveTo>
                <a:lnTo>
                  <a:pt x="1571822" y="3610925"/>
                </a:lnTo>
                <a:lnTo>
                  <a:pt x="1572513" y="3610795"/>
                </a:lnTo>
                <a:lnTo>
                  <a:pt x="1573194" y="3610654"/>
                </a:lnTo>
                <a:lnTo>
                  <a:pt x="1573865" y="3610499"/>
                </a:lnTo>
                <a:lnTo>
                  <a:pt x="1574527" y="3610333"/>
                </a:lnTo>
                <a:lnTo>
                  <a:pt x="1575180" y="3610154"/>
                </a:lnTo>
                <a:lnTo>
                  <a:pt x="1575823" y="3609963"/>
                </a:lnTo>
                <a:lnTo>
                  <a:pt x="1576457" y="3609760"/>
                </a:lnTo>
                <a:lnTo>
                  <a:pt x="1577082" y="3609544"/>
                </a:lnTo>
                <a:lnTo>
                  <a:pt x="1577697" y="3609316"/>
                </a:lnTo>
                <a:lnTo>
                  <a:pt x="1578303" y="3609076"/>
                </a:lnTo>
                <a:lnTo>
                  <a:pt x="1578900" y="3608823"/>
                </a:lnTo>
                <a:lnTo>
                  <a:pt x="1579487" y="3608558"/>
                </a:lnTo>
                <a:lnTo>
                  <a:pt x="1580064" y="3608280"/>
                </a:lnTo>
                <a:lnTo>
                  <a:pt x="1580632" y="3607991"/>
                </a:lnTo>
                <a:lnTo>
                  <a:pt x="1581191" y="3607675"/>
                </a:lnTo>
                <a:lnTo>
                  <a:pt x="1581738" y="3607350"/>
                </a:lnTo>
                <a:lnTo>
                  <a:pt x="1582276" y="3607013"/>
                </a:lnTo>
                <a:lnTo>
                  <a:pt x="1582802" y="3606666"/>
                </a:lnTo>
                <a:lnTo>
                  <a:pt x="1583318" y="3606309"/>
                </a:lnTo>
                <a:lnTo>
                  <a:pt x="1583824" y="3605941"/>
                </a:lnTo>
                <a:lnTo>
                  <a:pt x="1584318" y="3605562"/>
                </a:lnTo>
                <a:lnTo>
                  <a:pt x="1584803" y="3605173"/>
                </a:lnTo>
                <a:lnTo>
                  <a:pt x="1585277" y="3604773"/>
                </a:lnTo>
                <a:lnTo>
                  <a:pt x="1585740" y="3604363"/>
                </a:lnTo>
                <a:lnTo>
                  <a:pt x="1586192" y="3603942"/>
                </a:lnTo>
                <a:lnTo>
                  <a:pt x="1586634" y="3603510"/>
                </a:lnTo>
                <a:lnTo>
                  <a:pt x="1587066" y="3603068"/>
                </a:lnTo>
                <a:lnTo>
                  <a:pt x="1587487" y="3602616"/>
                </a:lnTo>
                <a:lnTo>
                  <a:pt x="1587897" y="3602153"/>
                </a:lnTo>
                <a:lnTo>
                  <a:pt x="1588297" y="3601679"/>
                </a:lnTo>
                <a:lnTo>
                  <a:pt x="1588686" y="3601195"/>
                </a:lnTo>
                <a:lnTo>
                  <a:pt x="1589065" y="3600700"/>
                </a:lnTo>
                <a:lnTo>
                  <a:pt x="1589433" y="3600194"/>
                </a:lnTo>
                <a:lnTo>
                  <a:pt x="1589790" y="3599678"/>
                </a:lnTo>
                <a:lnTo>
                  <a:pt x="1590137" y="3599152"/>
                </a:lnTo>
                <a:lnTo>
                  <a:pt x="1590474" y="3598615"/>
                </a:lnTo>
                <a:lnTo>
                  <a:pt x="1590799" y="3598067"/>
                </a:lnTo>
                <a:lnTo>
                  <a:pt x="1591115" y="3597509"/>
                </a:lnTo>
                <a:lnTo>
                  <a:pt x="1592974" y="3609850"/>
                </a:lnTo>
                <a:lnTo>
                  <a:pt x="1606669" y="3609850"/>
                </a:lnTo>
                <a:lnTo>
                  <a:pt x="1606669" y="3488122"/>
                </a:lnTo>
                <a:lnTo>
                  <a:pt x="1589762" y="3488122"/>
                </a:lnTo>
                <a:lnTo>
                  <a:pt x="1589762" y="3533432"/>
                </a:lnTo>
                <a:lnTo>
                  <a:pt x="1589461" y="3532985"/>
                </a:lnTo>
                <a:lnTo>
                  <a:pt x="1589150" y="3532547"/>
                </a:lnTo>
                <a:lnTo>
                  <a:pt x="1588830" y="3532116"/>
                </a:lnTo>
                <a:lnTo>
                  <a:pt x="1588499" y="3531694"/>
                </a:lnTo>
                <a:lnTo>
                  <a:pt x="1588158" y="3531281"/>
                </a:lnTo>
                <a:lnTo>
                  <a:pt x="1587807" y="3530875"/>
                </a:lnTo>
                <a:lnTo>
                  <a:pt x="1587446" y="3530477"/>
                </a:lnTo>
                <a:lnTo>
                  <a:pt x="1587076" y="3530088"/>
                </a:lnTo>
                <a:lnTo>
                  <a:pt x="1586695" y="3529707"/>
                </a:lnTo>
                <a:lnTo>
                  <a:pt x="1586304" y="3529335"/>
                </a:lnTo>
                <a:lnTo>
                  <a:pt x="1585904" y="3528970"/>
                </a:lnTo>
                <a:lnTo>
                  <a:pt x="1585493" y="3528614"/>
                </a:lnTo>
                <a:lnTo>
                  <a:pt x="1585073" y="3528266"/>
                </a:lnTo>
                <a:lnTo>
                  <a:pt x="1584642" y="3527926"/>
                </a:lnTo>
                <a:lnTo>
                  <a:pt x="1584201" y="3527594"/>
                </a:lnTo>
                <a:lnTo>
                  <a:pt x="1583751" y="3527271"/>
                </a:lnTo>
                <a:lnTo>
                  <a:pt x="1583290" y="3526955"/>
                </a:lnTo>
                <a:lnTo>
                  <a:pt x="1582820" y="3526648"/>
                </a:lnTo>
                <a:lnTo>
                  <a:pt x="1582339" y="3526349"/>
                </a:lnTo>
                <a:lnTo>
                  <a:pt x="1581849" y="3526059"/>
                </a:lnTo>
                <a:lnTo>
                  <a:pt x="1581348" y="3525777"/>
                </a:lnTo>
                <a:lnTo>
                  <a:pt x="1580838" y="3525502"/>
                </a:lnTo>
                <a:lnTo>
                  <a:pt x="1580317" y="3525236"/>
                </a:lnTo>
                <a:lnTo>
                  <a:pt x="1579787" y="3524979"/>
                </a:lnTo>
                <a:lnTo>
                  <a:pt x="1579248" y="3524717"/>
                </a:lnTo>
                <a:lnTo>
                  <a:pt x="1578701" y="3524466"/>
                </a:lnTo>
                <a:lnTo>
                  <a:pt x="1578147" y="3524226"/>
                </a:lnTo>
                <a:lnTo>
                  <a:pt x="1577584" y="3523997"/>
                </a:lnTo>
                <a:lnTo>
                  <a:pt x="1577015" y="3523780"/>
                </a:lnTo>
                <a:lnTo>
                  <a:pt x="1576437" y="3523573"/>
                </a:lnTo>
                <a:lnTo>
                  <a:pt x="1575852" y="3523378"/>
                </a:lnTo>
                <a:lnTo>
                  <a:pt x="1575260" y="3523194"/>
                </a:lnTo>
                <a:lnTo>
                  <a:pt x="1574660" y="3523021"/>
                </a:lnTo>
                <a:lnTo>
                  <a:pt x="1574052" y="3522860"/>
                </a:lnTo>
                <a:lnTo>
                  <a:pt x="1573436" y="3522709"/>
                </a:lnTo>
                <a:lnTo>
                  <a:pt x="1572813" y="3522570"/>
                </a:lnTo>
                <a:lnTo>
                  <a:pt x="1572182" y="3522441"/>
                </a:lnTo>
                <a:lnTo>
                  <a:pt x="1571544" y="3522324"/>
                </a:lnTo>
                <a:lnTo>
                  <a:pt x="1570898" y="3522218"/>
                </a:lnTo>
                <a:lnTo>
                  <a:pt x="1570244" y="3522123"/>
                </a:lnTo>
                <a:lnTo>
                  <a:pt x="1569583" y="3522040"/>
                </a:lnTo>
                <a:lnTo>
                  <a:pt x="1568914" y="3521967"/>
                </a:lnTo>
                <a:lnTo>
                  <a:pt x="1568237" y="3521906"/>
                </a:lnTo>
                <a:lnTo>
                  <a:pt x="1567553" y="3521856"/>
                </a:lnTo>
                <a:lnTo>
                  <a:pt x="1566861" y="3521817"/>
                </a:lnTo>
                <a:lnTo>
                  <a:pt x="1566162" y="3521789"/>
                </a:lnTo>
                <a:lnTo>
                  <a:pt x="1565455" y="3521772"/>
                </a:lnTo>
                <a:lnTo>
                  <a:pt x="1564740" y="3521767"/>
                </a:lnTo>
                <a:lnTo>
                  <a:pt x="1563940" y="3521775"/>
                </a:lnTo>
                <a:lnTo>
                  <a:pt x="1563146" y="3521802"/>
                </a:lnTo>
                <a:lnTo>
                  <a:pt x="1562357" y="3521846"/>
                </a:lnTo>
                <a:lnTo>
                  <a:pt x="1561575" y="3521907"/>
                </a:lnTo>
                <a:lnTo>
                  <a:pt x="1560798" y="3521987"/>
                </a:lnTo>
                <a:lnTo>
                  <a:pt x="1560028" y="3522084"/>
                </a:lnTo>
                <a:lnTo>
                  <a:pt x="1559263" y="3522198"/>
                </a:lnTo>
                <a:lnTo>
                  <a:pt x="1558504" y="3522330"/>
                </a:lnTo>
                <a:lnTo>
                  <a:pt x="1557750" y="3522480"/>
                </a:lnTo>
                <a:lnTo>
                  <a:pt x="1557003" y="3522647"/>
                </a:lnTo>
                <a:lnTo>
                  <a:pt x="1556262" y="3522832"/>
                </a:lnTo>
                <a:lnTo>
                  <a:pt x="1555526" y="3523035"/>
                </a:lnTo>
                <a:lnTo>
                  <a:pt x="1554796" y="3523255"/>
                </a:lnTo>
                <a:lnTo>
                  <a:pt x="1554073" y="3523492"/>
                </a:lnTo>
                <a:lnTo>
                  <a:pt x="1553355" y="3523748"/>
                </a:lnTo>
                <a:lnTo>
                  <a:pt x="1552643" y="3524021"/>
                </a:lnTo>
                <a:lnTo>
                  <a:pt x="1551936" y="3524311"/>
                </a:lnTo>
                <a:lnTo>
                  <a:pt x="1551236" y="3524620"/>
                </a:lnTo>
                <a:lnTo>
                  <a:pt x="1550542" y="3524945"/>
                </a:lnTo>
                <a:lnTo>
                  <a:pt x="1549853" y="3525289"/>
                </a:lnTo>
                <a:lnTo>
                  <a:pt x="1549170" y="3525650"/>
                </a:lnTo>
                <a:lnTo>
                  <a:pt x="1548493" y="3526028"/>
                </a:lnTo>
                <a:lnTo>
                  <a:pt x="1547822" y="3526425"/>
                </a:lnTo>
                <a:lnTo>
                  <a:pt x="1547157" y="3526838"/>
                </a:lnTo>
                <a:lnTo>
                  <a:pt x="1546515" y="3527270"/>
                </a:lnTo>
                <a:lnTo>
                  <a:pt x="1545883" y="3527718"/>
                </a:lnTo>
                <a:lnTo>
                  <a:pt x="1545263" y="3528183"/>
                </a:lnTo>
                <a:lnTo>
                  <a:pt x="1544654" y="3528665"/>
                </a:lnTo>
                <a:lnTo>
                  <a:pt x="1544056" y="3529165"/>
                </a:lnTo>
                <a:lnTo>
                  <a:pt x="1543469" y="3529681"/>
                </a:lnTo>
                <a:lnTo>
                  <a:pt x="1542894" y="3530214"/>
                </a:lnTo>
                <a:lnTo>
                  <a:pt x="1542329" y="3530765"/>
                </a:lnTo>
                <a:lnTo>
                  <a:pt x="1541776" y="3531332"/>
                </a:lnTo>
                <a:lnTo>
                  <a:pt x="1541234" y="3531916"/>
                </a:lnTo>
                <a:lnTo>
                  <a:pt x="1540703" y="3532518"/>
                </a:lnTo>
                <a:lnTo>
                  <a:pt x="1540183" y="3533136"/>
                </a:lnTo>
                <a:lnTo>
                  <a:pt x="1539674" y="3533772"/>
                </a:lnTo>
                <a:lnTo>
                  <a:pt x="1539177" y="3534424"/>
                </a:lnTo>
                <a:lnTo>
                  <a:pt x="1538691" y="3535094"/>
                </a:lnTo>
                <a:lnTo>
                  <a:pt x="1538215" y="3535780"/>
                </a:lnTo>
                <a:lnTo>
                  <a:pt x="1537751" y="3536484"/>
                </a:lnTo>
                <a:lnTo>
                  <a:pt x="1537298" y="3537204"/>
                </a:lnTo>
                <a:lnTo>
                  <a:pt x="1536857" y="3537942"/>
                </a:lnTo>
                <a:lnTo>
                  <a:pt x="1536426" y="3538697"/>
                </a:lnTo>
                <a:lnTo>
                  <a:pt x="1536007" y="3539468"/>
                </a:lnTo>
                <a:lnTo>
                  <a:pt x="1535598" y="3540257"/>
                </a:lnTo>
                <a:lnTo>
                  <a:pt x="1535201" y="3541063"/>
                </a:lnTo>
                <a:lnTo>
                  <a:pt x="1534815" y="3541885"/>
                </a:lnTo>
                <a:lnTo>
                  <a:pt x="1534443" y="3542724"/>
                </a:lnTo>
                <a:lnTo>
                  <a:pt x="1534086" y="3543578"/>
                </a:lnTo>
                <a:lnTo>
                  <a:pt x="1533745" y="3544448"/>
                </a:lnTo>
                <a:lnTo>
                  <a:pt x="1533420" y="3545333"/>
                </a:lnTo>
                <a:lnTo>
                  <a:pt x="1533111" y="3546233"/>
                </a:lnTo>
                <a:lnTo>
                  <a:pt x="1532818" y="3547148"/>
                </a:lnTo>
                <a:lnTo>
                  <a:pt x="1532541" y="3548078"/>
                </a:lnTo>
                <a:lnTo>
                  <a:pt x="1532279" y="3549024"/>
                </a:lnTo>
                <a:lnTo>
                  <a:pt x="1532034" y="3549985"/>
                </a:lnTo>
                <a:lnTo>
                  <a:pt x="1531804" y="3550961"/>
                </a:lnTo>
                <a:lnTo>
                  <a:pt x="1531590" y="3551953"/>
                </a:lnTo>
                <a:lnTo>
                  <a:pt x="1531392" y="3552959"/>
                </a:lnTo>
                <a:lnTo>
                  <a:pt x="1531209" y="3553981"/>
                </a:lnTo>
                <a:lnTo>
                  <a:pt x="1531043" y="3555019"/>
                </a:lnTo>
                <a:lnTo>
                  <a:pt x="1530892" y="3556071"/>
                </a:lnTo>
                <a:lnTo>
                  <a:pt x="1530758" y="3557139"/>
                </a:lnTo>
                <a:lnTo>
                  <a:pt x="1530639" y="3558222"/>
                </a:lnTo>
                <a:lnTo>
                  <a:pt x="1530536" y="3559320"/>
                </a:lnTo>
                <a:lnTo>
                  <a:pt x="1530449" y="3560434"/>
                </a:lnTo>
                <a:lnTo>
                  <a:pt x="1530377" y="3561563"/>
                </a:lnTo>
                <a:lnTo>
                  <a:pt x="1530322" y="3562707"/>
                </a:lnTo>
                <a:lnTo>
                  <a:pt x="1530282" y="3563866"/>
                </a:lnTo>
                <a:lnTo>
                  <a:pt x="1530258" y="3565041"/>
                </a:lnTo>
                <a:lnTo>
                  <a:pt x="1530250" y="3566231"/>
                </a:lnTo>
                <a:lnTo>
                  <a:pt x="1530250" y="3568091"/>
                </a:lnTo>
                <a:lnTo>
                  <a:pt x="1530258" y="3569363"/>
                </a:lnTo>
                <a:lnTo>
                  <a:pt x="1530282" y="3570615"/>
                </a:lnTo>
                <a:lnTo>
                  <a:pt x="1530322" y="3571847"/>
                </a:lnTo>
                <a:lnTo>
                  <a:pt x="1530377" y="3573060"/>
                </a:lnTo>
                <a:lnTo>
                  <a:pt x="1530449" y="3574252"/>
                </a:lnTo>
                <a:lnTo>
                  <a:pt x="1530536" y="3575424"/>
                </a:lnTo>
                <a:lnTo>
                  <a:pt x="1530639" y="3576577"/>
                </a:lnTo>
                <a:lnTo>
                  <a:pt x="1530758" y="3577709"/>
                </a:lnTo>
                <a:lnTo>
                  <a:pt x="1530892" y="3578821"/>
                </a:lnTo>
                <a:lnTo>
                  <a:pt x="1531043" y="3579914"/>
                </a:lnTo>
                <a:lnTo>
                  <a:pt x="1531209" y="3580986"/>
                </a:lnTo>
                <a:lnTo>
                  <a:pt x="1531392" y="3582039"/>
                </a:lnTo>
                <a:lnTo>
                  <a:pt x="1531590" y="3583072"/>
                </a:lnTo>
                <a:lnTo>
                  <a:pt x="1531804" y="3584084"/>
                </a:lnTo>
                <a:lnTo>
                  <a:pt x="1532034" y="3585077"/>
                </a:lnTo>
                <a:lnTo>
                  <a:pt x="1532279" y="3586050"/>
                </a:lnTo>
                <a:lnTo>
                  <a:pt x="1532541" y="3587002"/>
                </a:lnTo>
                <a:lnTo>
                  <a:pt x="1532818" y="3587935"/>
                </a:lnTo>
                <a:lnTo>
                  <a:pt x="1533111" y="3588848"/>
                </a:lnTo>
                <a:lnTo>
                  <a:pt x="1533420" y="3589741"/>
                </a:lnTo>
                <a:lnTo>
                  <a:pt x="1533745" y="3590614"/>
                </a:lnTo>
                <a:lnTo>
                  <a:pt x="1534086" y="3591467"/>
                </a:lnTo>
                <a:lnTo>
                  <a:pt x="1534443" y="3592300"/>
                </a:lnTo>
                <a:lnTo>
                  <a:pt x="1534815" y="3593113"/>
                </a:lnTo>
                <a:lnTo>
                  <a:pt x="1535215" y="3593893"/>
                </a:lnTo>
                <a:lnTo>
                  <a:pt x="1535625" y="3594657"/>
                </a:lnTo>
                <a:lnTo>
                  <a:pt x="1536046" y="3595403"/>
                </a:lnTo>
                <a:lnTo>
                  <a:pt x="1536478" y="3596132"/>
                </a:lnTo>
                <a:lnTo>
                  <a:pt x="1536920" y="3596845"/>
                </a:lnTo>
                <a:lnTo>
                  <a:pt x="1537372" y="3597540"/>
                </a:lnTo>
                <a:lnTo>
                  <a:pt x="1537836" y="3598219"/>
                </a:lnTo>
                <a:lnTo>
                  <a:pt x="1538309" y="3598880"/>
                </a:lnTo>
                <a:lnTo>
                  <a:pt x="1538794" y="3599524"/>
                </a:lnTo>
                <a:lnTo>
                  <a:pt x="1539289" y="3600151"/>
                </a:lnTo>
                <a:lnTo>
                  <a:pt x="1539794" y="3600762"/>
                </a:lnTo>
                <a:lnTo>
                  <a:pt x="1540310" y="3601355"/>
                </a:lnTo>
                <a:lnTo>
                  <a:pt x="1540837" y="3601931"/>
                </a:lnTo>
                <a:lnTo>
                  <a:pt x="1541374" y="3602490"/>
                </a:lnTo>
                <a:lnTo>
                  <a:pt x="1541921" y="3603032"/>
                </a:lnTo>
                <a:lnTo>
                  <a:pt x="1542480" y="3603557"/>
                </a:lnTo>
                <a:lnTo>
                  <a:pt x="1543049" y="3604066"/>
                </a:lnTo>
                <a:lnTo>
                  <a:pt x="1543628" y="3604557"/>
                </a:lnTo>
                <a:lnTo>
                  <a:pt x="1544218" y="3605031"/>
                </a:lnTo>
                <a:lnTo>
                  <a:pt x="1544819" y="3605488"/>
                </a:lnTo>
                <a:lnTo>
                  <a:pt x="1545430" y="3605928"/>
                </a:lnTo>
                <a:lnTo>
                  <a:pt x="1546051" y="3606351"/>
                </a:lnTo>
                <a:lnTo>
                  <a:pt x="1546684" y="3606757"/>
                </a:lnTo>
                <a:lnTo>
                  <a:pt x="1547326" y="3607145"/>
                </a:lnTo>
                <a:lnTo>
                  <a:pt x="1547977" y="3607504"/>
                </a:lnTo>
                <a:lnTo>
                  <a:pt x="1548633" y="3607848"/>
                </a:lnTo>
                <a:lnTo>
                  <a:pt x="1549294" y="3608176"/>
                </a:lnTo>
                <a:lnTo>
                  <a:pt x="1549961" y="3608489"/>
                </a:lnTo>
                <a:lnTo>
                  <a:pt x="1550633" y="3608786"/>
                </a:lnTo>
                <a:lnTo>
                  <a:pt x="1551310" y="3609069"/>
                </a:lnTo>
                <a:lnTo>
                  <a:pt x="1551992" y="3609336"/>
                </a:lnTo>
                <a:lnTo>
                  <a:pt x="1552680" y="3609587"/>
                </a:lnTo>
                <a:lnTo>
                  <a:pt x="1553373" y="3609824"/>
                </a:lnTo>
                <a:lnTo>
                  <a:pt x="1554071" y="3610045"/>
                </a:lnTo>
                <a:lnTo>
                  <a:pt x="1554775" y="3610251"/>
                </a:lnTo>
                <a:lnTo>
                  <a:pt x="1555484" y="3610442"/>
                </a:lnTo>
                <a:lnTo>
                  <a:pt x="1556198" y="3610618"/>
                </a:lnTo>
                <a:lnTo>
                  <a:pt x="1556917" y="3610778"/>
                </a:lnTo>
                <a:lnTo>
                  <a:pt x="1557642" y="3610923"/>
                </a:lnTo>
                <a:lnTo>
                  <a:pt x="1558372" y="3611053"/>
                </a:lnTo>
                <a:lnTo>
                  <a:pt x="1559107" y="3611167"/>
                </a:lnTo>
                <a:lnTo>
                  <a:pt x="1559848" y="3611266"/>
                </a:lnTo>
                <a:lnTo>
                  <a:pt x="1560594" y="3611350"/>
                </a:lnTo>
                <a:lnTo>
                  <a:pt x="1561345" y="3611419"/>
                </a:lnTo>
                <a:lnTo>
                  <a:pt x="1562101" y="3611472"/>
                </a:lnTo>
                <a:lnTo>
                  <a:pt x="1562863" y="3611511"/>
                </a:lnTo>
                <a:lnTo>
                  <a:pt x="1563630" y="3611534"/>
                </a:lnTo>
                <a:lnTo>
                  <a:pt x="1564402" y="3611541"/>
                </a:lnTo>
                <a:lnTo>
                  <a:pt x="1565186" y="3611535"/>
                </a:lnTo>
                <a:lnTo>
                  <a:pt x="1565961" y="3611516"/>
                </a:lnTo>
                <a:lnTo>
                  <a:pt x="1566727" y="3611486"/>
                </a:lnTo>
                <a:lnTo>
                  <a:pt x="1567483" y="3611443"/>
                </a:lnTo>
                <a:lnTo>
                  <a:pt x="1568230" y="3611387"/>
                </a:lnTo>
                <a:lnTo>
                  <a:pt x="1568967" y="3611319"/>
                </a:lnTo>
                <a:lnTo>
                  <a:pt x="1569695" y="3611239"/>
                </a:lnTo>
                <a:lnTo>
                  <a:pt x="1570413" y="3611147"/>
                </a:lnTo>
                <a:lnTo>
                  <a:pt x="1571123" y="3611042"/>
                </a:lnTo>
                <a:close/>
                <a:moveTo>
                  <a:pt x="1561937" y="3598393"/>
                </a:moveTo>
                <a:lnTo>
                  <a:pt x="1561268" y="3598165"/>
                </a:lnTo>
                <a:lnTo>
                  <a:pt x="1560611" y="3597912"/>
                </a:lnTo>
                <a:lnTo>
                  <a:pt x="1559964" y="3597635"/>
                </a:lnTo>
                <a:lnTo>
                  <a:pt x="1559329" y="3597334"/>
                </a:lnTo>
                <a:lnTo>
                  <a:pt x="1558704" y="3597009"/>
                </a:lnTo>
                <a:lnTo>
                  <a:pt x="1558091" y="3596660"/>
                </a:lnTo>
                <a:lnTo>
                  <a:pt x="1557489" y="3596287"/>
                </a:lnTo>
                <a:lnTo>
                  <a:pt x="1556898" y="3595890"/>
                </a:lnTo>
                <a:lnTo>
                  <a:pt x="1556319" y="3595469"/>
                </a:lnTo>
                <a:lnTo>
                  <a:pt x="1555750" y="3595024"/>
                </a:lnTo>
                <a:lnTo>
                  <a:pt x="1555193" y="3594555"/>
                </a:lnTo>
                <a:lnTo>
                  <a:pt x="1554646" y="3594061"/>
                </a:lnTo>
                <a:lnTo>
                  <a:pt x="1554111" y="3593544"/>
                </a:lnTo>
                <a:lnTo>
                  <a:pt x="1553587" y="3593002"/>
                </a:lnTo>
                <a:lnTo>
                  <a:pt x="1553074" y="3592437"/>
                </a:lnTo>
                <a:lnTo>
                  <a:pt x="1552592" y="3591846"/>
                </a:lnTo>
                <a:lnTo>
                  <a:pt x="1552129" y="3591230"/>
                </a:lnTo>
                <a:lnTo>
                  <a:pt x="1551688" y="3590587"/>
                </a:lnTo>
                <a:lnTo>
                  <a:pt x="1551266" y="3589919"/>
                </a:lnTo>
                <a:lnTo>
                  <a:pt x="1550866" y="3589225"/>
                </a:lnTo>
                <a:lnTo>
                  <a:pt x="1550486" y="3588506"/>
                </a:lnTo>
                <a:lnTo>
                  <a:pt x="1550126" y="3587760"/>
                </a:lnTo>
                <a:lnTo>
                  <a:pt x="1549787" y="3586989"/>
                </a:lnTo>
                <a:lnTo>
                  <a:pt x="1549469" y="3586192"/>
                </a:lnTo>
                <a:lnTo>
                  <a:pt x="1549171" y="3585369"/>
                </a:lnTo>
                <a:lnTo>
                  <a:pt x="1548893" y="3584520"/>
                </a:lnTo>
                <a:lnTo>
                  <a:pt x="1548637" y="3583645"/>
                </a:lnTo>
                <a:lnTo>
                  <a:pt x="1548400" y="3582745"/>
                </a:lnTo>
                <a:lnTo>
                  <a:pt x="1548185" y="3581818"/>
                </a:lnTo>
                <a:lnTo>
                  <a:pt x="1547989" y="3580866"/>
                </a:lnTo>
                <a:lnTo>
                  <a:pt x="1547815" y="3579888"/>
                </a:lnTo>
                <a:lnTo>
                  <a:pt x="1547661" y="3578884"/>
                </a:lnTo>
                <a:lnTo>
                  <a:pt x="1547527" y="3577855"/>
                </a:lnTo>
                <a:lnTo>
                  <a:pt x="1547414" y="3576799"/>
                </a:lnTo>
                <a:lnTo>
                  <a:pt x="1547322" y="3575718"/>
                </a:lnTo>
                <a:lnTo>
                  <a:pt x="1547250" y="3574610"/>
                </a:lnTo>
                <a:lnTo>
                  <a:pt x="1547198" y="3573477"/>
                </a:lnTo>
                <a:lnTo>
                  <a:pt x="1547168" y="3572319"/>
                </a:lnTo>
                <a:lnTo>
                  <a:pt x="1547157" y="3571134"/>
                </a:lnTo>
                <a:lnTo>
                  <a:pt x="1547157" y="3561835"/>
                </a:lnTo>
                <a:lnTo>
                  <a:pt x="1547168" y="3560678"/>
                </a:lnTo>
                <a:lnTo>
                  <a:pt x="1547198" y="3559546"/>
                </a:lnTo>
                <a:lnTo>
                  <a:pt x="1547250" y="3558438"/>
                </a:lnTo>
                <a:lnTo>
                  <a:pt x="1547322" y="3557355"/>
                </a:lnTo>
                <a:lnTo>
                  <a:pt x="1547414" y="3556297"/>
                </a:lnTo>
                <a:lnTo>
                  <a:pt x="1547527" y="3555263"/>
                </a:lnTo>
                <a:lnTo>
                  <a:pt x="1547661" y="3554254"/>
                </a:lnTo>
                <a:lnTo>
                  <a:pt x="1547815" y="3553269"/>
                </a:lnTo>
                <a:lnTo>
                  <a:pt x="1547989" y="3552310"/>
                </a:lnTo>
                <a:lnTo>
                  <a:pt x="1548185" y="3551374"/>
                </a:lnTo>
                <a:lnTo>
                  <a:pt x="1548400" y="3550464"/>
                </a:lnTo>
                <a:lnTo>
                  <a:pt x="1548637" y="3549578"/>
                </a:lnTo>
                <a:lnTo>
                  <a:pt x="1548893" y="3548717"/>
                </a:lnTo>
                <a:lnTo>
                  <a:pt x="1549171" y="3547880"/>
                </a:lnTo>
                <a:lnTo>
                  <a:pt x="1549469" y="3547068"/>
                </a:lnTo>
                <a:lnTo>
                  <a:pt x="1549787" y="3546281"/>
                </a:lnTo>
                <a:lnTo>
                  <a:pt x="1550126" y="3545519"/>
                </a:lnTo>
                <a:lnTo>
                  <a:pt x="1550486" y="3544781"/>
                </a:lnTo>
                <a:lnTo>
                  <a:pt x="1550866" y="3544067"/>
                </a:lnTo>
                <a:lnTo>
                  <a:pt x="1551266" y="3543379"/>
                </a:lnTo>
                <a:lnTo>
                  <a:pt x="1551688" y="3542715"/>
                </a:lnTo>
                <a:lnTo>
                  <a:pt x="1552129" y="3542076"/>
                </a:lnTo>
                <a:lnTo>
                  <a:pt x="1552592" y="3541461"/>
                </a:lnTo>
                <a:lnTo>
                  <a:pt x="1553074" y="3540871"/>
                </a:lnTo>
                <a:lnTo>
                  <a:pt x="1553587" y="3540292"/>
                </a:lnTo>
                <a:lnTo>
                  <a:pt x="1554111" y="3539737"/>
                </a:lnTo>
                <a:lnTo>
                  <a:pt x="1554646" y="3539207"/>
                </a:lnTo>
                <a:lnTo>
                  <a:pt x="1555193" y="3538701"/>
                </a:lnTo>
                <a:lnTo>
                  <a:pt x="1555750" y="3538221"/>
                </a:lnTo>
                <a:lnTo>
                  <a:pt x="1556319" y="3537764"/>
                </a:lnTo>
                <a:lnTo>
                  <a:pt x="1556898" y="3537333"/>
                </a:lnTo>
                <a:lnTo>
                  <a:pt x="1557489" y="3536926"/>
                </a:lnTo>
                <a:lnTo>
                  <a:pt x="1558091" y="3536544"/>
                </a:lnTo>
                <a:lnTo>
                  <a:pt x="1558704" y="3536187"/>
                </a:lnTo>
                <a:lnTo>
                  <a:pt x="1559329" y="3535854"/>
                </a:lnTo>
                <a:lnTo>
                  <a:pt x="1559964" y="3535545"/>
                </a:lnTo>
                <a:lnTo>
                  <a:pt x="1560611" y="3535262"/>
                </a:lnTo>
                <a:lnTo>
                  <a:pt x="1561268" y="3535003"/>
                </a:lnTo>
                <a:lnTo>
                  <a:pt x="1561937" y="3534769"/>
                </a:lnTo>
                <a:lnTo>
                  <a:pt x="1562617" y="3534559"/>
                </a:lnTo>
                <a:lnTo>
                  <a:pt x="1563309" y="3534374"/>
                </a:lnTo>
                <a:lnTo>
                  <a:pt x="1564011" y="3534214"/>
                </a:lnTo>
                <a:lnTo>
                  <a:pt x="1564725" y="3534079"/>
                </a:lnTo>
                <a:lnTo>
                  <a:pt x="1565449" y="3533968"/>
                </a:lnTo>
                <a:lnTo>
                  <a:pt x="1566185" y="3533881"/>
                </a:lnTo>
                <a:lnTo>
                  <a:pt x="1566932" y="3533820"/>
                </a:lnTo>
                <a:lnTo>
                  <a:pt x="1567690" y="3533783"/>
                </a:lnTo>
                <a:lnTo>
                  <a:pt x="1568460" y="3533770"/>
                </a:lnTo>
                <a:lnTo>
                  <a:pt x="1569229" y="3533782"/>
                </a:lnTo>
                <a:lnTo>
                  <a:pt x="1569986" y="3533818"/>
                </a:lnTo>
                <a:lnTo>
                  <a:pt x="1570732" y="3533879"/>
                </a:lnTo>
                <a:lnTo>
                  <a:pt x="1571465" y="3533963"/>
                </a:lnTo>
                <a:lnTo>
                  <a:pt x="1572187" y="3534071"/>
                </a:lnTo>
                <a:lnTo>
                  <a:pt x="1572898" y="3534204"/>
                </a:lnTo>
                <a:lnTo>
                  <a:pt x="1573596" y="3534360"/>
                </a:lnTo>
                <a:lnTo>
                  <a:pt x="1574283" y="3534541"/>
                </a:lnTo>
                <a:lnTo>
                  <a:pt x="1574958" y="3534745"/>
                </a:lnTo>
                <a:lnTo>
                  <a:pt x="1575622" y="3534974"/>
                </a:lnTo>
                <a:lnTo>
                  <a:pt x="1576273" y="3535227"/>
                </a:lnTo>
                <a:lnTo>
                  <a:pt x="1576913" y="3535503"/>
                </a:lnTo>
                <a:lnTo>
                  <a:pt x="1577541" y="3535804"/>
                </a:lnTo>
                <a:lnTo>
                  <a:pt x="1578158" y="3536129"/>
                </a:lnTo>
                <a:lnTo>
                  <a:pt x="1578762" y="3536478"/>
                </a:lnTo>
                <a:lnTo>
                  <a:pt x="1579355" y="3536851"/>
                </a:lnTo>
                <a:lnTo>
                  <a:pt x="1579936" y="3537248"/>
                </a:lnTo>
                <a:lnTo>
                  <a:pt x="1580506" y="3537669"/>
                </a:lnTo>
                <a:lnTo>
                  <a:pt x="1581063" y="3538115"/>
                </a:lnTo>
                <a:lnTo>
                  <a:pt x="1581609" y="3538584"/>
                </a:lnTo>
                <a:lnTo>
                  <a:pt x="1582144" y="3539077"/>
                </a:lnTo>
                <a:lnTo>
                  <a:pt x="1582666" y="3539595"/>
                </a:lnTo>
                <a:lnTo>
                  <a:pt x="1583177" y="3540136"/>
                </a:lnTo>
                <a:lnTo>
                  <a:pt x="1583676" y="3540702"/>
                </a:lnTo>
                <a:lnTo>
                  <a:pt x="1584172" y="3541292"/>
                </a:lnTo>
                <a:lnTo>
                  <a:pt x="1584648" y="3541908"/>
                </a:lnTo>
                <a:lnTo>
                  <a:pt x="1585102" y="3542549"/>
                </a:lnTo>
                <a:lnTo>
                  <a:pt x="1585536" y="3543215"/>
                </a:lnTo>
                <a:lnTo>
                  <a:pt x="1585948" y="3543906"/>
                </a:lnTo>
                <a:lnTo>
                  <a:pt x="1586339" y="3544622"/>
                </a:lnTo>
                <a:lnTo>
                  <a:pt x="1586708" y="3545364"/>
                </a:lnTo>
                <a:lnTo>
                  <a:pt x="1587057" y="3546131"/>
                </a:lnTo>
                <a:lnTo>
                  <a:pt x="1587385" y="3546923"/>
                </a:lnTo>
                <a:lnTo>
                  <a:pt x="1587691" y="3547741"/>
                </a:lnTo>
                <a:lnTo>
                  <a:pt x="1587976" y="3548583"/>
                </a:lnTo>
                <a:lnTo>
                  <a:pt x="1588241" y="3549451"/>
                </a:lnTo>
                <a:lnTo>
                  <a:pt x="1588484" y="3550344"/>
                </a:lnTo>
                <a:lnTo>
                  <a:pt x="1588705" y="3551263"/>
                </a:lnTo>
                <a:lnTo>
                  <a:pt x="1588906" y="3552206"/>
                </a:lnTo>
                <a:lnTo>
                  <a:pt x="1589086" y="3553175"/>
                </a:lnTo>
                <a:lnTo>
                  <a:pt x="1589244" y="3554170"/>
                </a:lnTo>
                <a:lnTo>
                  <a:pt x="1589382" y="3555189"/>
                </a:lnTo>
                <a:lnTo>
                  <a:pt x="1589498" y="3556234"/>
                </a:lnTo>
                <a:lnTo>
                  <a:pt x="1589593" y="3557303"/>
                </a:lnTo>
                <a:lnTo>
                  <a:pt x="1589667" y="3558399"/>
                </a:lnTo>
                <a:lnTo>
                  <a:pt x="1589720" y="3559519"/>
                </a:lnTo>
                <a:lnTo>
                  <a:pt x="1589751" y="3560665"/>
                </a:lnTo>
                <a:lnTo>
                  <a:pt x="1589762" y="3561835"/>
                </a:lnTo>
                <a:lnTo>
                  <a:pt x="1589762" y="3571303"/>
                </a:lnTo>
                <a:lnTo>
                  <a:pt x="1589751" y="3572488"/>
                </a:lnTo>
                <a:lnTo>
                  <a:pt x="1589720" y="3573647"/>
                </a:lnTo>
                <a:lnTo>
                  <a:pt x="1589667" y="3574780"/>
                </a:lnTo>
                <a:lnTo>
                  <a:pt x="1589593" y="3575887"/>
                </a:lnTo>
                <a:lnTo>
                  <a:pt x="1589498" y="3576968"/>
                </a:lnTo>
                <a:lnTo>
                  <a:pt x="1589382" y="3578024"/>
                </a:lnTo>
                <a:lnTo>
                  <a:pt x="1589244" y="3579053"/>
                </a:lnTo>
                <a:lnTo>
                  <a:pt x="1589086" y="3580057"/>
                </a:lnTo>
                <a:lnTo>
                  <a:pt x="1588906" y="3581035"/>
                </a:lnTo>
                <a:lnTo>
                  <a:pt x="1588705" y="3581987"/>
                </a:lnTo>
                <a:lnTo>
                  <a:pt x="1588484" y="3582914"/>
                </a:lnTo>
                <a:lnTo>
                  <a:pt x="1588241" y="3583814"/>
                </a:lnTo>
                <a:lnTo>
                  <a:pt x="1587976" y="3584689"/>
                </a:lnTo>
                <a:lnTo>
                  <a:pt x="1587691" y="3585538"/>
                </a:lnTo>
                <a:lnTo>
                  <a:pt x="1587385" y="3586361"/>
                </a:lnTo>
                <a:lnTo>
                  <a:pt x="1587057" y="3587158"/>
                </a:lnTo>
                <a:lnTo>
                  <a:pt x="1586708" y="3587929"/>
                </a:lnTo>
                <a:lnTo>
                  <a:pt x="1586339" y="3588675"/>
                </a:lnTo>
                <a:lnTo>
                  <a:pt x="1585948" y="3589395"/>
                </a:lnTo>
                <a:lnTo>
                  <a:pt x="1585536" y="3590088"/>
                </a:lnTo>
                <a:lnTo>
                  <a:pt x="1585102" y="3590756"/>
                </a:lnTo>
                <a:lnTo>
                  <a:pt x="1584648" y="3591399"/>
                </a:lnTo>
                <a:lnTo>
                  <a:pt x="1584172" y="3592015"/>
                </a:lnTo>
                <a:lnTo>
                  <a:pt x="1583676" y="3592606"/>
                </a:lnTo>
                <a:lnTo>
                  <a:pt x="1583177" y="3593158"/>
                </a:lnTo>
                <a:lnTo>
                  <a:pt x="1582666" y="3593686"/>
                </a:lnTo>
                <a:lnTo>
                  <a:pt x="1582144" y="3594191"/>
                </a:lnTo>
                <a:lnTo>
                  <a:pt x="1581609" y="3594672"/>
                </a:lnTo>
                <a:lnTo>
                  <a:pt x="1581063" y="3595130"/>
                </a:lnTo>
                <a:lnTo>
                  <a:pt x="1580506" y="3595564"/>
                </a:lnTo>
                <a:lnTo>
                  <a:pt x="1579936" y="3595975"/>
                </a:lnTo>
                <a:lnTo>
                  <a:pt x="1579355" y="3596363"/>
                </a:lnTo>
                <a:lnTo>
                  <a:pt x="1578762" y="3596727"/>
                </a:lnTo>
                <a:lnTo>
                  <a:pt x="1578158" y="3597067"/>
                </a:lnTo>
                <a:lnTo>
                  <a:pt x="1577541" y="3597384"/>
                </a:lnTo>
                <a:lnTo>
                  <a:pt x="1576913" y="3597678"/>
                </a:lnTo>
                <a:lnTo>
                  <a:pt x="1576273" y="3597948"/>
                </a:lnTo>
                <a:lnTo>
                  <a:pt x="1575622" y="3598194"/>
                </a:lnTo>
                <a:lnTo>
                  <a:pt x="1574958" y="3598417"/>
                </a:lnTo>
                <a:lnTo>
                  <a:pt x="1574283" y="3598617"/>
                </a:lnTo>
                <a:lnTo>
                  <a:pt x="1573596" y="3598793"/>
                </a:lnTo>
                <a:lnTo>
                  <a:pt x="1572898" y="3598946"/>
                </a:lnTo>
                <a:lnTo>
                  <a:pt x="1572187" y="3599075"/>
                </a:lnTo>
                <a:lnTo>
                  <a:pt x="1571465" y="3599180"/>
                </a:lnTo>
                <a:lnTo>
                  <a:pt x="1570732" y="3599263"/>
                </a:lnTo>
                <a:lnTo>
                  <a:pt x="1569986" y="3599321"/>
                </a:lnTo>
                <a:lnTo>
                  <a:pt x="1569229" y="3599356"/>
                </a:lnTo>
                <a:lnTo>
                  <a:pt x="1568460" y="3599368"/>
                </a:lnTo>
                <a:lnTo>
                  <a:pt x="1567690" y="3599356"/>
                </a:lnTo>
                <a:lnTo>
                  <a:pt x="1566932" y="3599320"/>
                </a:lnTo>
                <a:lnTo>
                  <a:pt x="1566185" y="3599260"/>
                </a:lnTo>
                <a:lnTo>
                  <a:pt x="1565449" y="3599176"/>
                </a:lnTo>
                <a:lnTo>
                  <a:pt x="1564725" y="3599067"/>
                </a:lnTo>
                <a:lnTo>
                  <a:pt x="1564011" y="3598935"/>
                </a:lnTo>
                <a:lnTo>
                  <a:pt x="1563309" y="3598779"/>
                </a:lnTo>
                <a:lnTo>
                  <a:pt x="1562617" y="3598598"/>
                </a:lnTo>
                <a:lnTo>
                  <a:pt x="1561937" y="3598393"/>
                </a:lnTo>
                <a:close/>
                <a:moveTo>
                  <a:pt x="1681006" y="3610971"/>
                </a:moveTo>
                <a:lnTo>
                  <a:pt x="1681872" y="3610837"/>
                </a:lnTo>
                <a:lnTo>
                  <a:pt x="1682727" y="3610689"/>
                </a:lnTo>
                <a:lnTo>
                  <a:pt x="1683571" y="3610527"/>
                </a:lnTo>
                <a:lnTo>
                  <a:pt x="1684403" y="3610351"/>
                </a:lnTo>
                <a:lnTo>
                  <a:pt x="1685225" y="3610160"/>
                </a:lnTo>
                <a:lnTo>
                  <a:pt x="1686035" y="3609956"/>
                </a:lnTo>
                <a:lnTo>
                  <a:pt x="1686835" y="3609738"/>
                </a:lnTo>
                <a:lnTo>
                  <a:pt x="1687623" y="3609505"/>
                </a:lnTo>
                <a:lnTo>
                  <a:pt x="1688400" y="3609259"/>
                </a:lnTo>
                <a:lnTo>
                  <a:pt x="1689165" y="3608998"/>
                </a:lnTo>
                <a:lnTo>
                  <a:pt x="1689920" y="3608723"/>
                </a:lnTo>
                <a:lnTo>
                  <a:pt x="1690663" y="3608435"/>
                </a:lnTo>
                <a:lnTo>
                  <a:pt x="1691396" y="3608132"/>
                </a:lnTo>
                <a:lnTo>
                  <a:pt x="1692117" y="3607815"/>
                </a:lnTo>
                <a:lnTo>
                  <a:pt x="1692827" y="3607484"/>
                </a:lnTo>
                <a:lnTo>
                  <a:pt x="1693539" y="3607140"/>
                </a:lnTo>
                <a:lnTo>
                  <a:pt x="1694237" y="3606784"/>
                </a:lnTo>
                <a:lnTo>
                  <a:pt x="1694922" y="3606416"/>
                </a:lnTo>
                <a:lnTo>
                  <a:pt x="1695593" y="3606037"/>
                </a:lnTo>
                <a:lnTo>
                  <a:pt x="1696251" y="3605646"/>
                </a:lnTo>
                <a:lnTo>
                  <a:pt x="1696895" y="3605243"/>
                </a:lnTo>
                <a:lnTo>
                  <a:pt x="1697526" y="3604829"/>
                </a:lnTo>
                <a:lnTo>
                  <a:pt x="1698143" y="3604403"/>
                </a:lnTo>
                <a:lnTo>
                  <a:pt x="1698747" y="3603965"/>
                </a:lnTo>
                <a:lnTo>
                  <a:pt x="1699337" y="3603515"/>
                </a:lnTo>
                <a:lnTo>
                  <a:pt x="1699914" y="3603054"/>
                </a:lnTo>
                <a:lnTo>
                  <a:pt x="1700477" y="3602581"/>
                </a:lnTo>
                <a:lnTo>
                  <a:pt x="1701027" y="3602096"/>
                </a:lnTo>
                <a:lnTo>
                  <a:pt x="1701563" y="3601599"/>
                </a:lnTo>
                <a:lnTo>
                  <a:pt x="1702086" y="3601091"/>
                </a:lnTo>
                <a:lnTo>
                  <a:pt x="1702595" y="3600571"/>
                </a:lnTo>
                <a:lnTo>
                  <a:pt x="1703091" y="3600039"/>
                </a:lnTo>
                <a:lnTo>
                  <a:pt x="1703574" y="3599495"/>
                </a:lnTo>
                <a:lnTo>
                  <a:pt x="1704042" y="3598940"/>
                </a:lnTo>
                <a:lnTo>
                  <a:pt x="1704497" y="3598373"/>
                </a:lnTo>
                <a:lnTo>
                  <a:pt x="1704939" y="3597794"/>
                </a:lnTo>
                <a:lnTo>
                  <a:pt x="1705367" y="3597203"/>
                </a:lnTo>
                <a:lnTo>
                  <a:pt x="1705782" y="3596601"/>
                </a:lnTo>
                <a:lnTo>
                  <a:pt x="1706183" y="3595987"/>
                </a:lnTo>
                <a:lnTo>
                  <a:pt x="1706584" y="3595348"/>
                </a:lnTo>
                <a:lnTo>
                  <a:pt x="1706967" y="3594700"/>
                </a:lnTo>
                <a:lnTo>
                  <a:pt x="1707333" y="3594043"/>
                </a:lnTo>
                <a:lnTo>
                  <a:pt x="1707682" y="3593376"/>
                </a:lnTo>
                <a:lnTo>
                  <a:pt x="1708013" y="3592700"/>
                </a:lnTo>
                <a:lnTo>
                  <a:pt x="1708328" y="3592014"/>
                </a:lnTo>
                <a:lnTo>
                  <a:pt x="1708626" y="3591319"/>
                </a:lnTo>
                <a:lnTo>
                  <a:pt x="1708907" y="3590614"/>
                </a:lnTo>
                <a:lnTo>
                  <a:pt x="1709171" y="3589901"/>
                </a:lnTo>
                <a:lnTo>
                  <a:pt x="1709418" y="3589177"/>
                </a:lnTo>
                <a:lnTo>
                  <a:pt x="1709648" y="3588445"/>
                </a:lnTo>
                <a:lnTo>
                  <a:pt x="1709861" y="3587703"/>
                </a:lnTo>
                <a:lnTo>
                  <a:pt x="1710056" y="3586951"/>
                </a:lnTo>
                <a:lnTo>
                  <a:pt x="1710235" y="3586191"/>
                </a:lnTo>
                <a:lnTo>
                  <a:pt x="1710397" y="3585420"/>
                </a:lnTo>
                <a:lnTo>
                  <a:pt x="1710542" y="3584641"/>
                </a:lnTo>
                <a:lnTo>
                  <a:pt x="1710669" y="3583852"/>
                </a:lnTo>
                <a:lnTo>
                  <a:pt x="1710780" y="3583053"/>
                </a:lnTo>
                <a:lnTo>
                  <a:pt x="1710874" y="3582246"/>
                </a:lnTo>
                <a:lnTo>
                  <a:pt x="1710950" y="3581428"/>
                </a:lnTo>
                <a:lnTo>
                  <a:pt x="1711010" y="3580602"/>
                </a:lnTo>
                <a:lnTo>
                  <a:pt x="1711052" y="3579766"/>
                </a:lnTo>
                <a:lnTo>
                  <a:pt x="1711078" y="3578921"/>
                </a:lnTo>
                <a:lnTo>
                  <a:pt x="1711086" y="3578066"/>
                </a:lnTo>
                <a:lnTo>
                  <a:pt x="1695194" y="3578066"/>
                </a:lnTo>
                <a:lnTo>
                  <a:pt x="1695184" y="3578972"/>
                </a:lnTo>
                <a:lnTo>
                  <a:pt x="1695154" y="3579858"/>
                </a:lnTo>
                <a:lnTo>
                  <a:pt x="1695104" y="3580723"/>
                </a:lnTo>
                <a:lnTo>
                  <a:pt x="1695034" y="3581569"/>
                </a:lnTo>
                <a:lnTo>
                  <a:pt x="1694945" y="3582395"/>
                </a:lnTo>
                <a:lnTo>
                  <a:pt x="1694835" y="3583201"/>
                </a:lnTo>
                <a:lnTo>
                  <a:pt x="1694705" y="3583987"/>
                </a:lnTo>
                <a:lnTo>
                  <a:pt x="1694555" y="3584753"/>
                </a:lnTo>
                <a:lnTo>
                  <a:pt x="1694386" y="3585500"/>
                </a:lnTo>
                <a:lnTo>
                  <a:pt x="1694196" y="3586226"/>
                </a:lnTo>
                <a:lnTo>
                  <a:pt x="1693987" y="3586932"/>
                </a:lnTo>
                <a:lnTo>
                  <a:pt x="1693757" y="3587618"/>
                </a:lnTo>
                <a:lnTo>
                  <a:pt x="1693507" y="3588285"/>
                </a:lnTo>
                <a:lnTo>
                  <a:pt x="1693238" y="3588931"/>
                </a:lnTo>
                <a:lnTo>
                  <a:pt x="1692949" y="3589557"/>
                </a:lnTo>
                <a:lnTo>
                  <a:pt x="1692639" y="3590164"/>
                </a:lnTo>
                <a:lnTo>
                  <a:pt x="1692310" y="3590750"/>
                </a:lnTo>
                <a:lnTo>
                  <a:pt x="1691961" y="3591317"/>
                </a:lnTo>
                <a:lnTo>
                  <a:pt x="1691591" y="3591863"/>
                </a:lnTo>
                <a:lnTo>
                  <a:pt x="1691202" y="3592390"/>
                </a:lnTo>
                <a:lnTo>
                  <a:pt x="1690793" y="3592896"/>
                </a:lnTo>
                <a:lnTo>
                  <a:pt x="1690364" y="3593383"/>
                </a:lnTo>
                <a:lnTo>
                  <a:pt x="1689915" y="3593850"/>
                </a:lnTo>
                <a:lnTo>
                  <a:pt x="1689446" y="3594296"/>
                </a:lnTo>
                <a:lnTo>
                  <a:pt x="1688972" y="3594724"/>
                </a:lnTo>
                <a:lnTo>
                  <a:pt x="1688479" y="3595134"/>
                </a:lnTo>
                <a:lnTo>
                  <a:pt x="1687969" y="3595525"/>
                </a:lnTo>
                <a:lnTo>
                  <a:pt x="1687440" y="3595898"/>
                </a:lnTo>
                <a:lnTo>
                  <a:pt x="1686893" y="3596253"/>
                </a:lnTo>
                <a:lnTo>
                  <a:pt x="1686328" y="3596589"/>
                </a:lnTo>
                <a:lnTo>
                  <a:pt x="1685745" y="3596908"/>
                </a:lnTo>
                <a:lnTo>
                  <a:pt x="1685144" y="3597208"/>
                </a:lnTo>
                <a:lnTo>
                  <a:pt x="1684524" y="3597490"/>
                </a:lnTo>
                <a:lnTo>
                  <a:pt x="1683886" y="3597754"/>
                </a:lnTo>
                <a:lnTo>
                  <a:pt x="1683230" y="3598000"/>
                </a:lnTo>
                <a:lnTo>
                  <a:pt x="1682556" y="3598227"/>
                </a:lnTo>
                <a:lnTo>
                  <a:pt x="1681864" y="3598436"/>
                </a:lnTo>
                <a:lnTo>
                  <a:pt x="1681153" y="3598628"/>
                </a:lnTo>
                <a:lnTo>
                  <a:pt x="1680424" y="3598800"/>
                </a:lnTo>
                <a:lnTo>
                  <a:pt x="1679677" y="3598955"/>
                </a:lnTo>
                <a:lnTo>
                  <a:pt x="1678912" y="3599092"/>
                </a:lnTo>
                <a:lnTo>
                  <a:pt x="1678129" y="3599210"/>
                </a:lnTo>
                <a:lnTo>
                  <a:pt x="1677327" y="3599310"/>
                </a:lnTo>
                <a:lnTo>
                  <a:pt x="1676507" y="3599392"/>
                </a:lnTo>
                <a:lnTo>
                  <a:pt x="1675669" y="3599455"/>
                </a:lnTo>
                <a:lnTo>
                  <a:pt x="1674813" y="3599501"/>
                </a:lnTo>
                <a:lnTo>
                  <a:pt x="1673939" y="3599528"/>
                </a:lnTo>
                <a:lnTo>
                  <a:pt x="1673046" y="3599537"/>
                </a:lnTo>
                <a:lnTo>
                  <a:pt x="1672235" y="3599525"/>
                </a:lnTo>
                <a:lnTo>
                  <a:pt x="1671435" y="3599489"/>
                </a:lnTo>
                <a:lnTo>
                  <a:pt x="1670648" y="3599429"/>
                </a:lnTo>
                <a:lnTo>
                  <a:pt x="1669872" y="3599345"/>
                </a:lnTo>
                <a:lnTo>
                  <a:pt x="1669107" y="3599237"/>
                </a:lnTo>
                <a:lnTo>
                  <a:pt x="1668355" y="3599104"/>
                </a:lnTo>
                <a:lnTo>
                  <a:pt x="1667614" y="3598948"/>
                </a:lnTo>
                <a:lnTo>
                  <a:pt x="1666885" y="3598767"/>
                </a:lnTo>
                <a:lnTo>
                  <a:pt x="1666167" y="3598563"/>
                </a:lnTo>
                <a:lnTo>
                  <a:pt x="1665462" y="3598334"/>
                </a:lnTo>
                <a:lnTo>
                  <a:pt x="1664768" y="3598081"/>
                </a:lnTo>
                <a:lnTo>
                  <a:pt x="1664086" y="3597804"/>
                </a:lnTo>
                <a:lnTo>
                  <a:pt x="1663415" y="3597504"/>
                </a:lnTo>
                <a:lnTo>
                  <a:pt x="1662757" y="3597179"/>
                </a:lnTo>
                <a:lnTo>
                  <a:pt x="1662110" y="3596830"/>
                </a:lnTo>
                <a:lnTo>
                  <a:pt x="1661475" y="3596457"/>
                </a:lnTo>
                <a:lnTo>
                  <a:pt x="1660851" y="3596059"/>
                </a:lnTo>
                <a:lnTo>
                  <a:pt x="1660239" y="3595638"/>
                </a:lnTo>
                <a:lnTo>
                  <a:pt x="1659639" y="3595193"/>
                </a:lnTo>
                <a:lnTo>
                  <a:pt x="1659051" y="3594724"/>
                </a:lnTo>
                <a:lnTo>
                  <a:pt x="1658475" y="3594230"/>
                </a:lnTo>
                <a:lnTo>
                  <a:pt x="1657910" y="3593713"/>
                </a:lnTo>
                <a:lnTo>
                  <a:pt x="1657357" y="3593171"/>
                </a:lnTo>
                <a:lnTo>
                  <a:pt x="1656816" y="3592606"/>
                </a:lnTo>
                <a:lnTo>
                  <a:pt x="1656292" y="3592017"/>
                </a:lnTo>
                <a:lnTo>
                  <a:pt x="1655790" y="3591406"/>
                </a:lnTo>
                <a:lnTo>
                  <a:pt x="1655310" y="3590772"/>
                </a:lnTo>
                <a:lnTo>
                  <a:pt x="1654853" y="3590117"/>
                </a:lnTo>
                <a:lnTo>
                  <a:pt x="1654418" y="3589439"/>
                </a:lnTo>
                <a:lnTo>
                  <a:pt x="1654005" y="3588738"/>
                </a:lnTo>
                <a:lnTo>
                  <a:pt x="1653615" y="3588016"/>
                </a:lnTo>
                <a:lnTo>
                  <a:pt x="1653247" y="3587271"/>
                </a:lnTo>
                <a:lnTo>
                  <a:pt x="1652901" y="3586503"/>
                </a:lnTo>
                <a:lnTo>
                  <a:pt x="1652577" y="3585714"/>
                </a:lnTo>
                <a:lnTo>
                  <a:pt x="1652276" y="3584902"/>
                </a:lnTo>
                <a:lnTo>
                  <a:pt x="1651997" y="3584068"/>
                </a:lnTo>
                <a:lnTo>
                  <a:pt x="1651741" y="3583211"/>
                </a:lnTo>
                <a:lnTo>
                  <a:pt x="1651507" y="3582332"/>
                </a:lnTo>
                <a:lnTo>
                  <a:pt x="1651295" y="3581431"/>
                </a:lnTo>
                <a:lnTo>
                  <a:pt x="1651105" y="3580508"/>
                </a:lnTo>
                <a:lnTo>
                  <a:pt x="1650938" y="3579562"/>
                </a:lnTo>
                <a:lnTo>
                  <a:pt x="1650793" y="3578594"/>
                </a:lnTo>
                <a:lnTo>
                  <a:pt x="1650670" y="3577604"/>
                </a:lnTo>
                <a:lnTo>
                  <a:pt x="1650570" y="3576591"/>
                </a:lnTo>
                <a:lnTo>
                  <a:pt x="1650492" y="3575556"/>
                </a:lnTo>
                <a:lnTo>
                  <a:pt x="1650436" y="3574499"/>
                </a:lnTo>
                <a:lnTo>
                  <a:pt x="1650402" y="3573420"/>
                </a:lnTo>
                <a:lnTo>
                  <a:pt x="1650391" y="3572318"/>
                </a:lnTo>
                <a:lnTo>
                  <a:pt x="1650391" y="3569444"/>
                </a:lnTo>
                <a:lnTo>
                  <a:pt x="1711086" y="3569444"/>
                </a:lnTo>
                <a:lnTo>
                  <a:pt x="1711086" y="3557947"/>
                </a:lnTo>
                <a:lnTo>
                  <a:pt x="1711078" y="3557077"/>
                </a:lnTo>
                <a:lnTo>
                  <a:pt x="1711053" y="3556216"/>
                </a:lnTo>
                <a:lnTo>
                  <a:pt x="1711012" y="3555363"/>
                </a:lnTo>
                <a:lnTo>
                  <a:pt x="1710955" y="3554519"/>
                </a:lnTo>
                <a:lnTo>
                  <a:pt x="1710881" y="3553682"/>
                </a:lnTo>
                <a:lnTo>
                  <a:pt x="1710790" y="3552854"/>
                </a:lnTo>
                <a:lnTo>
                  <a:pt x="1710684" y="3552034"/>
                </a:lnTo>
                <a:lnTo>
                  <a:pt x="1710560" y="3551222"/>
                </a:lnTo>
                <a:lnTo>
                  <a:pt x="1710421" y="3550418"/>
                </a:lnTo>
                <a:lnTo>
                  <a:pt x="1710264" y="3549623"/>
                </a:lnTo>
                <a:lnTo>
                  <a:pt x="1710092" y="3548835"/>
                </a:lnTo>
                <a:lnTo>
                  <a:pt x="1709903" y="3548056"/>
                </a:lnTo>
                <a:lnTo>
                  <a:pt x="1709697" y="3547286"/>
                </a:lnTo>
                <a:lnTo>
                  <a:pt x="1709476" y="3546523"/>
                </a:lnTo>
                <a:lnTo>
                  <a:pt x="1709237" y="3545769"/>
                </a:lnTo>
                <a:lnTo>
                  <a:pt x="1708982" y="3545023"/>
                </a:lnTo>
                <a:lnTo>
                  <a:pt x="1708711" y="3544285"/>
                </a:lnTo>
                <a:lnTo>
                  <a:pt x="1708424" y="3543555"/>
                </a:lnTo>
                <a:lnTo>
                  <a:pt x="1708119" y="3542834"/>
                </a:lnTo>
                <a:lnTo>
                  <a:pt x="1707799" y="3542120"/>
                </a:lnTo>
                <a:lnTo>
                  <a:pt x="1707462" y="3541415"/>
                </a:lnTo>
                <a:lnTo>
                  <a:pt x="1707109" y="3540718"/>
                </a:lnTo>
                <a:lnTo>
                  <a:pt x="1706739" y="3540030"/>
                </a:lnTo>
                <a:lnTo>
                  <a:pt x="1706353" y="3539349"/>
                </a:lnTo>
                <a:lnTo>
                  <a:pt x="1705965" y="3538679"/>
                </a:lnTo>
                <a:lnTo>
                  <a:pt x="1705565" y="3538020"/>
                </a:lnTo>
                <a:lnTo>
                  <a:pt x="1705151" y="3537373"/>
                </a:lnTo>
                <a:lnTo>
                  <a:pt x="1704723" y="3536738"/>
                </a:lnTo>
                <a:lnTo>
                  <a:pt x="1704282" y="3536115"/>
                </a:lnTo>
                <a:lnTo>
                  <a:pt x="1703827" y="3535503"/>
                </a:lnTo>
                <a:lnTo>
                  <a:pt x="1703359" y="3534903"/>
                </a:lnTo>
                <a:lnTo>
                  <a:pt x="1702877" y="3534315"/>
                </a:lnTo>
                <a:lnTo>
                  <a:pt x="1702382" y="3533739"/>
                </a:lnTo>
                <a:lnTo>
                  <a:pt x="1701873" y="3533174"/>
                </a:lnTo>
                <a:lnTo>
                  <a:pt x="1701351" y="3532621"/>
                </a:lnTo>
                <a:lnTo>
                  <a:pt x="1700816" y="3532080"/>
                </a:lnTo>
                <a:lnTo>
                  <a:pt x="1700266" y="3531550"/>
                </a:lnTo>
                <a:lnTo>
                  <a:pt x="1699704" y="3531032"/>
                </a:lnTo>
                <a:lnTo>
                  <a:pt x="1699127" y="3530526"/>
                </a:lnTo>
                <a:lnTo>
                  <a:pt x="1698538" y="3530032"/>
                </a:lnTo>
                <a:lnTo>
                  <a:pt x="1697935" y="3529549"/>
                </a:lnTo>
                <a:lnTo>
                  <a:pt x="1697318" y="3529079"/>
                </a:lnTo>
                <a:lnTo>
                  <a:pt x="1696688" y="3528620"/>
                </a:lnTo>
                <a:lnTo>
                  <a:pt x="1696044" y="3528172"/>
                </a:lnTo>
                <a:lnTo>
                  <a:pt x="1695387" y="3527737"/>
                </a:lnTo>
                <a:lnTo>
                  <a:pt x="1694716" y="3527313"/>
                </a:lnTo>
                <a:lnTo>
                  <a:pt x="1694032" y="3526901"/>
                </a:lnTo>
                <a:lnTo>
                  <a:pt x="1693334" y="3526500"/>
                </a:lnTo>
                <a:lnTo>
                  <a:pt x="1692638" y="3526114"/>
                </a:lnTo>
                <a:lnTo>
                  <a:pt x="1691930" y="3525744"/>
                </a:lnTo>
                <a:lnTo>
                  <a:pt x="1691210" y="3525391"/>
                </a:lnTo>
                <a:lnTo>
                  <a:pt x="1690479" y="3525054"/>
                </a:lnTo>
                <a:lnTo>
                  <a:pt x="1689736" y="3524733"/>
                </a:lnTo>
                <a:lnTo>
                  <a:pt x="1688981" y="3524429"/>
                </a:lnTo>
                <a:lnTo>
                  <a:pt x="1688214" y="3524142"/>
                </a:lnTo>
                <a:lnTo>
                  <a:pt x="1687436" y="3523871"/>
                </a:lnTo>
                <a:lnTo>
                  <a:pt x="1686646" y="3523616"/>
                </a:lnTo>
                <a:lnTo>
                  <a:pt x="1685844" y="3523377"/>
                </a:lnTo>
                <a:lnTo>
                  <a:pt x="1685030" y="3523156"/>
                </a:lnTo>
                <a:lnTo>
                  <a:pt x="1684205" y="3522950"/>
                </a:lnTo>
                <a:lnTo>
                  <a:pt x="1683368" y="3522761"/>
                </a:lnTo>
                <a:lnTo>
                  <a:pt x="1682519" y="3522588"/>
                </a:lnTo>
                <a:lnTo>
                  <a:pt x="1681658" y="3522432"/>
                </a:lnTo>
                <a:lnTo>
                  <a:pt x="1680786" y="3522293"/>
                </a:lnTo>
                <a:lnTo>
                  <a:pt x="1679902" y="3522169"/>
                </a:lnTo>
                <a:lnTo>
                  <a:pt x="1679006" y="3522062"/>
                </a:lnTo>
                <a:lnTo>
                  <a:pt x="1678098" y="3521972"/>
                </a:lnTo>
                <a:lnTo>
                  <a:pt x="1677179" y="3521898"/>
                </a:lnTo>
                <a:lnTo>
                  <a:pt x="1676248" y="3521841"/>
                </a:lnTo>
                <a:lnTo>
                  <a:pt x="1675305" y="3521799"/>
                </a:lnTo>
                <a:lnTo>
                  <a:pt x="1674351" y="3521775"/>
                </a:lnTo>
                <a:lnTo>
                  <a:pt x="1673384" y="3521767"/>
                </a:lnTo>
                <a:lnTo>
                  <a:pt x="1672348" y="3521776"/>
                </a:lnTo>
                <a:lnTo>
                  <a:pt x="1671323" y="3521804"/>
                </a:lnTo>
                <a:lnTo>
                  <a:pt x="1670309" y="3521851"/>
                </a:lnTo>
                <a:lnTo>
                  <a:pt x="1669308" y="3521917"/>
                </a:lnTo>
                <a:lnTo>
                  <a:pt x="1668318" y="3522001"/>
                </a:lnTo>
                <a:lnTo>
                  <a:pt x="1667340" y="3522105"/>
                </a:lnTo>
                <a:lnTo>
                  <a:pt x="1666374" y="3522227"/>
                </a:lnTo>
                <a:lnTo>
                  <a:pt x="1665419" y="3522368"/>
                </a:lnTo>
                <a:lnTo>
                  <a:pt x="1664477" y="3522527"/>
                </a:lnTo>
                <a:lnTo>
                  <a:pt x="1663546" y="3522706"/>
                </a:lnTo>
                <a:lnTo>
                  <a:pt x="1662626" y="3522903"/>
                </a:lnTo>
                <a:lnTo>
                  <a:pt x="1661719" y="3523119"/>
                </a:lnTo>
                <a:lnTo>
                  <a:pt x="1660823" y="3523354"/>
                </a:lnTo>
                <a:lnTo>
                  <a:pt x="1659939" y="3523607"/>
                </a:lnTo>
                <a:lnTo>
                  <a:pt x="1659066" y="3523880"/>
                </a:lnTo>
                <a:lnTo>
                  <a:pt x="1658206" y="3524171"/>
                </a:lnTo>
                <a:lnTo>
                  <a:pt x="1657357" y="3524481"/>
                </a:lnTo>
                <a:lnTo>
                  <a:pt x="1656520" y="3524810"/>
                </a:lnTo>
                <a:lnTo>
                  <a:pt x="1655694" y="3525157"/>
                </a:lnTo>
                <a:lnTo>
                  <a:pt x="1654881" y="3525523"/>
                </a:lnTo>
                <a:lnTo>
                  <a:pt x="1654079" y="3525909"/>
                </a:lnTo>
                <a:lnTo>
                  <a:pt x="1653289" y="3526312"/>
                </a:lnTo>
                <a:lnTo>
                  <a:pt x="1652510" y="3526735"/>
                </a:lnTo>
                <a:lnTo>
                  <a:pt x="1651744" y="3527176"/>
                </a:lnTo>
                <a:lnTo>
                  <a:pt x="1650990" y="3527621"/>
                </a:lnTo>
                <a:lnTo>
                  <a:pt x="1650251" y="3528081"/>
                </a:lnTo>
                <a:lnTo>
                  <a:pt x="1649527" y="3528555"/>
                </a:lnTo>
                <a:lnTo>
                  <a:pt x="1648818" y="3529046"/>
                </a:lnTo>
                <a:lnTo>
                  <a:pt x="1648123" y="3529551"/>
                </a:lnTo>
                <a:lnTo>
                  <a:pt x="1647443" y="3530072"/>
                </a:lnTo>
                <a:lnTo>
                  <a:pt x="1646778" y="3530608"/>
                </a:lnTo>
                <a:lnTo>
                  <a:pt x="1646127" y="3531159"/>
                </a:lnTo>
                <a:lnTo>
                  <a:pt x="1645491" y="3531725"/>
                </a:lnTo>
                <a:lnTo>
                  <a:pt x="1644869" y="3532307"/>
                </a:lnTo>
                <a:lnTo>
                  <a:pt x="1644263" y="3532904"/>
                </a:lnTo>
                <a:lnTo>
                  <a:pt x="1643671" y="3533517"/>
                </a:lnTo>
                <a:lnTo>
                  <a:pt x="1643093" y="3534144"/>
                </a:lnTo>
                <a:lnTo>
                  <a:pt x="1642531" y="3534787"/>
                </a:lnTo>
                <a:lnTo>
                  <a:pt x="1641983" y="3535445"/>
                </a:lnTo>
                <a:lnTo>
                  <a:pt x="1641449" y="3536118"/>
                </a:lnTo>
                <a:lnTo>
                  <a:pt x="1640931" y="3536807"/>
                </a:lnTo>
                <a:lnTo>
                  <a:pt x="1640427" y="3537511"/>
                </a:lnTo>
                <a:lnTo>
                  <a:pt x="1639937" y="3538230"/>
                </a:lnTo>
                <a:lnTo>
                  <a:pt x="1639463" y="3538964"/>
                </a:lnTo>
                <a:lnTo>
                  <a:pt x="1639003" y="3539714"/>
                </a:lnTo>
                <a:lnTo>
                  <a:pt x="1638558" y="3540479"/>
                </a:lnTo>
                <a:lnTo>
                  <a:pt x="1638127" y="3541259"/>
                </a:lnTo>
                <a:lnTo>
                  <a:pt x="1637711" y="3542055"/>
                </a:lnTo>
                <a:lnTo>
                  <a:pt x="1637311" y="3542864"/>
                </a:lnTo>
                <a:lnTo>
                  <a:pt x="1636928" y="3543685"/>
                </a:lnTo>
                <a:lnTo>
                  <a:pt x="1636562" y="3544519"/>
                </a:lnTo>
                <a:lnTo>
                  <a:pt x="1636213" y="3545365"/>
                </a:lnTo>
                <a:lnTo>
                  <a:pt x="1635881" y="3546224"/>
                </a:lnTo>
                <a:lnTo>
                  <a:pt x="1635566" y="3547095"/>
                </a:lnTo>
                <a:lnTo>
                  <a:pt x="1635268" y="3547978"/>
                </a:lnTo>
                <a:lnTo>
                  <a:pt x="1634987" y="3548874"/>
                </a:lnTo>
                <a:lnTo>
                  <a:pt x="1634723" y="3549781"/>
                </a:lnTo>
                <a:lnTo>
                  <a:pt x="1634477" y="3550702"/>
                </a:lnTo>
                <a:lnTo>
                  <a:pt x="1634247" y="3551634"/>
                </a:lnTo>
                <a:lnTo>
                  <a:pt x="1634034" y="3552579"/>
                </a:lnTo>
                <a:lnTo>
                  <a:pt x="1633838" y="3553536"/>
                </a:lnTo>
                <a:lnTo>
                  <a:pt x="1633659" y="3554506"/>
                </a:lnTo>
                <a:lnTo>
                  <a:pt x="1633498" y="3555487"/>
                </a:lnTo>
                <a:lnTo>
                  <a:pt x="1633353" y="3556482"/>
                </a:lnTo>
                <a:lnTo>
                  <a:pt x="1633225" y="3557488"/>
                </a:lnTo>
                <a:lnTo>
                  <a:pt x="1633115" y="3558507"/>
                </a:lnTo>
                <a:lnTo>
                  <a:pt x="1633021" y="3559538"/>
                </a:lnTo>
                <a:lnTo>
                  <a:pt x="1632944" y="3560582"/>
                </a:lnTo>
                <a:lnTo>
                  <a:pt x="1632885" y="3561637"/>
                </a:lnTo>
                <a:lnTo>
                  <a:pt x="1632842" y="3562705"/>
                </a:lnTo>
                <a:lnTo>
                  <a:pt x="1632817" y="3563786"/>
                </a:lnTo>
                <a:lnTo>
                  <a:pt x="1632808" y="3564879"/>
                </a:lnTo>
                <a:lnTo>
                  <a:pt x="1632808" y="3568429"/>
                </a:lnTo>
                <a:lnTo>
                  <a:pt x="1632816" y="3569481"/>
                </a:lnTo>
                <a:lnTo>
                  <a:pt x="1632838" y="3570522"/>
                </a:lnTo>
                <a:lnTo>
                  <a:pt x="1632874" y="3571554"/>
                </a:lnTo>
                <a:lnTo>
                  <a:pt x="1632926" y="3572576"/>
                </a:lnTo>
                <a:lnTo>
                  <a:pt x="1632992" y="3573588"/>
                </a:lnTo>
                <a:lnTo>
                  <a:pt x="1633072" y="3574589"/>
                </a:lnTo>
                <a:lnTo>
                  <a:pt x="1633168" y="3575581"/>
                </a:lnTo>
                <a:lnTo>
                  <a:pt x="1633278" y="3576563"/>
                </a:lnTo>
                <a:lnTo>
                  <a:pt x="1633403" y="3577535"/>
                </a:lnTo>
                <a:lnTo>
                  <a:pt x="1633542" y="3578497"/>
                </a:lnTo>
                <a:lnTo>
                  <a:pt x="1633696" y="3579449"/>
                </a:lnTo>
                <a:lnTo>
                  <a:pt x="1633865" y="3580390"/>
                </a:lnTo>
                <a:lnTo>
                  <a:pt x="1634048" y="3581322"/>
                </a:lnTo>
                <a:lnTo>
                  <a:pt x="1634246" y="3582244"/>
                </a:lnTo>
                <a:lnTo>
                  <a:pt x="1634459" y="3583156"/>
                </a:lnTo>
                <a:lnTo>
                  <a:pt x="1634687" y="3584058"/>
                </a:lnTo>
                <a:lnTo>
                  <a:pt x="1634929" y="3584950"/>
                </a:lnTo>
                <a:lnTo>
                  <a:pt x="1635186" y="3585832"/>
                </a:lnTo>
                <a:lnTo>
                  <a:pt x="1635457" y="3586704"/>
                </a:lnTo>
                <a:lnTo>
                  <a:pt x="1635743" y="3587566"/>
                </a:lnTo>
                <a:lnTo>
                  <a:pt x="1636044" y="3588419"/>
                </a:lnTo>
                <a:lnTo>
                  <a:pt x="1636360" y="3589261"/>
                </a:lnTo>
                <a:lnTo>
                  <a:pt x="1636690" y="3590093"/>
                </a:lnTo>
                <a:lnTo>
                  <a:pt x="1637035" y="3590915"/>
                </a:lnTo>
                <a:lnTo>
                  <a:pt x="1637409" y="3591725"/>
                </a:lnTo>
                <a:lnTo>
                  <a:pt x="1637798" y="3592519"/>
                </a:lnTo>
                <a:lnTo>
                  <a:pt x="1638202" y="3593298"/>
                </a:lnTo>
                <a:lnTo>
                  <a:pt x="1638622" y="3594061"/>
                </a:lnTo>
                <a:lnTo>
                  <a:pt x="1639057" y="3594810"/>
                </a:lnTo>
                <a:lnTo>
                  <a:pt x="1639507" y="3595543"/>
                </a:lnTo>
                <a:lnTo>
                  <a:pt x="1639973" y="3596261"/>
                </a:lnTo>
                <a:lnTo>
                  <a:pt x="1640454" y="3596964"/>
                </a:lnTo>
                <a:lnTo>
                  <a:pt x="1640950" y="3597651"/>
                </a:lnTo>
                <a:lnTo>
                  <a:pt x="1641461" y="3598323"/>
                </a:lnTo>
                <a:lnTo>
                  <a:pt x="1641988" y="3598980"/>
                </a:lnTo>
                <a:lnTo>
                  <a:pt x="1642530" y="3599622"/>
                </a:lnTo>
                <a:lnTo>
                  <a:pt x="1643087" y="3600248"/>
                </a:lnTo>
                <a:lnTo>
                  <a:pt x="1643659" y="3600859"/>
                </a:lnTo>
                <a:lnTo>
                  <a:pt x="1644247" y="3601455"/>
                </a:lnTo>
                <a:lnTo>
                  <a:pt x="1644850" y="3602036"/>
                </a:lnTo>
                <a:lnTo>
                  <a:pt x="1645468" y="3602601"/>
                </a:lnTo>
                <a:lnTo>
                  <a:pt x="1646101" y="3603151"/>
                </a:lnTo>
                <a:lnTo>
                  <a:pt x="1646750" y="3603686"/>
                </a:lnTo>
                <a:lnTo>
                  <a:pt x="1647414" y="3604205"/>
                </a:lnTo>
                <a:lnTo>
                  <a:pt x="1648093" y="3604710"/>
                </a:lnTo>
                <a:lnTo>
                  <a:pt x="1648787" y="3605199"/>
                </a:lnTo>
                <a:lnTo>
                  <a:pt x="1649497" y="3605673"/>
                </a:lnTo>
                <a:lnTo>
                  <a:pt x="1650222" y="3606131"/>
                </a:lnTo>
                <a:lnTo>
                  <a:pt x="1650977" y="3606572"/>
                </a:lnTo>
                <a:lnTo>
                  <a:pt x="1651747" y="3606995"/>
                </a:lnTo>
                <a:lnTo>
                  <a:pt x="1652534" y="3607399"/>
                </a:lnTo>
                <a:lnTo>
                  <a:pt x="1653336" y="3607784"/>
                </a:lnTo>
                <a:lnTo>
                  <a:pt x="1654154" y="3608150"/>
                </a:lnTo>
                <a:lnTo>
                  <a:pt x="1654988" y="3608498"/>
                </a:lnTo>
                <a:lnTo>
                  <a:pt x="1655837" y="3608827"/>
                </a:lnTo>
                <a:lnTo>
                  <a:pt x="1656703" y="3609137"/>
                </a:lnTo>
                <a:lnTo>
                  <a:pt x="1657584" y="3609428"/>
                </a:lnTo>
                <a:lnTo>
                  <a:pt x="1658482" y="3609700"/>
                </a:lnTo>
                <a:lnTo>
                  <a:pt x="1659395" y="3609954"/>
                </a:lnTo>
                <a:lnTo>
                  <a:pt x="1660324" y="3610189"/>
                </a:lnTo>
                <a:lnTo>
                  <a:pt x="1661269" y="3610405"/>
                </a:lnTo>
                <a:lnTo>
                  <a:pt x="1662229" y="3610602"/>
                </a:lnTo>
                <a:lnTo>
                  <a:pt x="1663206" y="3610780"/>
                </a:lnTo>
                <a:lnTo>
                  <a:pt x="1664198" y="3610940"/>
                </a:lnTo>
                <a:lnTo>
                  <a:pt x="1665207" y="3611081"/>
                </a:lnTo>
                <a:lnTo>
                  <a:pt x="1666231" y="3611203"/>
                </a:lnTo>
                <a:lnTo>
                  <a:pt x="1667271" y="3611306"/>
                </a:lnTo>
                <a:lnTo>
                  <a:pt x="1668326" y="3611391"/>
                </a:lnTo>
                <a:lnTo>
                  <a:pt x="1669398" y="3611457"/>
                </a:lnTo>
                <a:lnTo>
                  <a:pt x="1670485" y="3611504"/>
                </a:lnTo>
                <a:lnTo>
                  <a:pt x="1671589" y="3611532"/>
                </a:lnTo>
                <a:lnTo>
                  <a:pt x="1672708" y="3611541"/>
                </a:lnTo>
                <a:lnTo>
                  <a:pt x="1673675" y="3611534"/>
                </a:lnTo>
                <a:lnTo>
                  <a:pt x="1674630" y="3611513"/>
                </a:lnTo>
                <a:lnTo>
                  <a:pt x="1675574" y="3611478"/>
                </a:lnTo>
                <a:lnTo>
                  <a:pt x="1676507" y="3611428"/>
                </a:lnTo>
                <a:lnTo>
                  <a:pt x="1677429" y="3611365"/>
                </a:lnTo>
                <a:lnTo>
                  <a:pt x="1678340" y="3611288"/>
                </a:lnTo>
                <a:lnTo>
                  <a:pt x="1679240" y="3611196"/>
                </a:lnTo>
                <a:lnTo>
                  <a:pt x="1680128" y="3611090"/>
                </a:lnTo>
                <a:lnTo>
                  <a:pt x="1681006" y="3610971"/>
                </a:lnTo>
                <a:close/>
                <a:moveTo>
                  <a:pt x="1650842" y="3553814"/>
                </a:moveTo>
                <a:lnTo>
                  <a:pt x="1650917" y="3553345"/>
                </a:lnTo>
                <a:lnTo>
                  <a:pt x="1651001" y="3552877"/>
                </a:lnTo>
                <a:lnTo>
                  <a:pt x="1651093" y="3552410"/>
                </a:lnTo>
                <a:lnTo>
                  <a:pt x="1651194" y="3551945"/>
                </a:lnTo>
                <a:lnTo>
                  <a:pt x="1651304" y="3551481"/>
                </a:lnTo>
                <a:lnTo>
                  <a:pt x="1651423" y="3551017"/>
                </a:lnTo>
                <a:lnTo>
                  <a:pt x="1651551" y="3550555"/>
                </a:lnTo>
                <a:lnTo>
                  <a:pt x="1651687" y="3550095"/>
                </a:lnTo>
                <a:lnTo>
                  <a:pt x="1651833" y="3549635"/>
                </a:lnTo>
                <a:lnTo>
                  <a:pt x="1651987" y="3549176"/>
                </a:lnTo>
                <a:lnTo>
                  <a:pt x="1652150" y="3548719"/>
                </a:lnTo>
                <a:lnTo>
                  <a:pt x="1652321" y="3548263"/>
                </a:lnTo>
                <a:lnTo>
                  <a:pt x="1652502" y="3547808"/>
                </a:lnTo>
                <a:lnTo>
                  <a:pt x="1652691" y="3547354"/>
                </a:lnTo>
                <a:lnTo>
                  <a:pt x="1652889" y="3546902"/>
                </a:lnTo>
                <a:lnTo>
                  <a:pt x="1653096" y="3546450"/>
                </a:lnTo>
                <a:lnTo>
                  <a:pt x="1653326" y="3545989"/>
                </a:lnTo>
                <a:lnTo>
                  <a:pt x="1653562" y="3545534"/>
                </a:lnTo>
                <a:lnTo>
                  <a:pt x="1653807" y="3545087"/>
                </a:lnTo>
                <a:lnTo>
                  <a:pt x="1654059" y="3544647"/>
                </a:lnTo>
                <a:lnTo>
                  <a:pt x="1654319" y="3544214"/>
                </a:lnTo>
                <a:lnTo>
                  <a:pt x="1654586" y="3543787"/>
                </a:lnTo>
                <a:lnTo>
                  <a:pt x="1654861" y="3543368"/>
                </a:lnTo>
                <a:lnTo>
                  <a:pt x="1655144" y="3542956"/>
                </a:lnTo>
                <a:lnTo>
                  <a:pt x="1655434" y="3542551"/>
                </a:lnTo>
                <a:lnTo>
                  <a:pt x="1655732" y="3542153"/>
                </a:lnTo>
                <a:lnTo>
                  <a:pt x="1656038" y="3541762"/>
                </a:lnTo>
                <a:lnTo>
                  <a:pt x="1656351" y="3541378"/>
                </a:lnTo>
                <a:lnTo>
                  <a:pt x="1656672" y="3541001"/>
                </a:lnTo>
                <a:lnTo>
                  <a:pt x="1657000" y="3540632"/>
                </a:lnTo>
                <a:lnTo>
                  <a:pt x="1657336" y="3540269"/>
                </a:lnTo>
                <a:lnTo>
                  <a:pt x="1657680" y="3539913"/>
                </a:lnTo>
                <a:lnTo>
                  <a:pt x="1658031" y="3539564"/>
                </a:lnTo>
                <a:lnTo>
                  <a:pt x="1658390" y="3539223"/>
                </a:lnTo>
                <a:lnTo>
                  <a:pt x="1658757" y="3538888"/>
                </a:lnTo>
                <a:lnTo>
                  <a:pt x="1659131" y="3538560"/>
                </a:lnTo>
                <a:lnTo>
                  <a:pt x="1659513" y="3538240"/>
                </a:lnTo>
                <a:lnTo>
                  <a:pt x="1659902" y="3537926"/>
                </a:lnTo>
                <a:lnTo>
                  <a:pt x="1660299" y="3537620"/>
                </a:lnTo>
                <a:lnTo>
                  <a:pt x="1660704" y="3537321"/>
                </a:lnTo>
                <a:lnTo>
                  <a:pt x="1661131" y="3537031"/>
                </a:lnTo>
                <a:lnTo>
                  <a:pt x="1661565" y="3536754"/>
                </a:lnTo>
                <a:lnTo>
                  <a:pt x="1662007" y="3536489"/>
                </a:lnTo>
                <a:lnTo>
                  <a:pt x="1662456" y="3536236"/>
                </a:lnTo>
                <a:lnTo>
                  <a:pt x="1662913" y="3535995"/>
                </a:lnTo>
                <a:lnTo>
                  <a:pt x="1663378" y="3535767"/>
                </a:lnTo>
                <a:lnTo>
                  <a:pt x="1663850" y="3535552"/>
                </a:lnTo>
                <a:lnTo>
                  <a:pt x="1664330" y="3535348"/>
                </a:lnTo>
                <a:lnTo>
                  <a:pt x="1664817" y="3535157"/>
                </a:lnTo>
                <a:lnTo>
                  <a:pt x="1665313" y="3534978"/>
                </a:lnTo>
                <a:lnTo>
                  <a:pt x="1665815" y="3534812"/>
                </a:lnTo>
                <a:lnTo>
                  <a:pt x="1666326" y="3534658"/>
                </a:lnTo>
                <a:lnTo>
                  <a:pt x="1666844" y="3534516"/>
                </a:lnTo>
                <a:lnTo>
                  <a:pt x="1667370" y="3534387"/>
                </a:lnTo>
                <a:lnTo>
                  <a:pt x="1667903" y="3534270"/>
                </a:lnTo>
                <a:lnTo>
                  <a:pt x="1668444" y="3534165"/>
                </a:lnTo>
                <a:lnTo>
                  <a:pt x="1668993" y="3534072"/>
                </a:lnTo>
                <a:lnTo>
                  <a:pt x="1669549" y="3533992"/>
                </a:lnTo>
                <a:lnTo>
                  <a:pt x="1670113" y="3533924"/>
                </a:lnTo>
                <a:lnTo>
                  <a:pt x="1670684" y="3533869"/>
                </a:lnTo>
                <a:lnTo>
                  <a:pt x="1671263" y="3533826"/>
                </a:lnTo>
                <a:lnTo>
                  <a:pt x="1671850" y="3533795"/>
                </a:lnTo>
                <a:lnTo>
                  <a:pt x="1672444" y="3533777"/>
                </a:lnTo>
                <a:lnTo>
                  <a:pt x="1673046" y="3533770"/>
                </a:lnTo>
                <a:lnTo>
                  <a:pt x="1673579" y="3533775"/>
                </a:lnTo>
                <a:lnTo>
                  <a:pt x="1674106" y="3533790"/>
                </a:lnTo>
                <a:lnTo>
                  <a:pt x="1674629" y="3533815"/>
                </a:lnTo>
                <a:lnTo>
                  <a:pt x="1675146" y="3533850"/>
                </a:lnTo>
                <a:lnTo>
                  <a:pt x="1675657" y="3533895"/>
                </a:lnTo>
                <a:lnTo>
                  <a:pt x="1676163" y="3533950"/>
                </a:lnTo>
                <a:lnTo>
                  <a:pt x="1676665" y="3534015"/>
                </a:lnTo>
                <a:lnTo>
                  <a:pt x="1677160" y="3534090"/>
                </a:lnTo>
                <a:lnTo>
                  <a:pt x="1677651" y="3534175"/>
                </a:lnTo>
                <a:lnTo>
                  <a:pt x="1678136" y="3534269"/>
                </a:lnTo>
                <a:lnTo>
                  <a:pt x="1678616" y="3534374"/>
                </a:lnTo>
                <a:lnTo>
                  <a:pt x="1679090" y="3534489"/>
                </a:lnTo>
                <a:lnTo>
                  <a:pt x="1679560" y="3534614"/>
                </a:lnTo>
                <a:lnTo>
                  <a:pt x="1680024" y="3534748"/>
                </a:lnTo>
                <a:lnTo>
                  <a:pt x="1680483" y="3534893"/>
                </a:lnTo>
                <a:lnTo>
                  <a:pt x="1680936" y="3535048"/>
                </a:lnTo>
                <a:lnTo>
                  <a:pt x="1681384" y="3535212"/>
                </a:lnTo>
                <a:lnTo>
                  <a:pt x="1681827" y="3535387"/>
                </a:lnTo>
                <a:lnTo>
                  <a:pt x="1682265" y="3535572"/>
                </a:lnTo>
                <a:lnTo>
                  <a:pt x="1682697" y="3535766"/>
                </a:lnTo>
                <a:lnTo>
                  <a:pt x="1683124" y="3535971"/>
                </a:lnTo>
                <a:lnTo>
                  <a:pt x="1683546" y="3536185"/>
                </a:lnTo>
                <a:lnTo>
                  <a:pt x="1683963" y="3536410"/>
                </a:lnTo>
                <a:lnTo>
                  <a:pt x="1684374" y="3536644"/>
                </a:lnTo>
                <a:lnTo>
                  <a:pt x="1684778" y="3536888"/>
                </a:lnTo>
                <a:lnTo>
                  <a:pt x="1685174" y="3537139"/>
                </a:lnTo>
                <a:lnTo>
                  <a:pt x="1685562" y="3537397"/>
                </a:lnTo>
                <a:lnTo>
                  <a:pt x="1685942" y="3537664"/>
                </a:lnTo>
                <a:lnTo>
                  <a:pt x="1686314" y="3537937"/>
                </a:lnTo>
                <a:lnTo>
                  <a:pt x="1686677" y="3538219"/>
                </a:lnTo>
                <a:lnTo>
                  <a:pt x="1687032" y="3538508"/>
                </a:lnTo>
                <a:lnTo>
                  <a:pt x="1687379" y="3538805"/>
                </a:lnTo>
                <a:lnTo>
                  <a:pt x="1687718" y="3539109"/>
                </a:lnTo>
                <a:lnTo>
                  <a:pt x="1688049" y="3539421"/>
                </a:lnTo>
                <a:lnTo>
                  <a:pt x="1688371" y="3539741"/>
                </a:lnTo>
                <a:lnTo>
                  <a:pt x="1688685" y="3540068"/>
                </a:lnTo>
                <a:lnTo>
                  <a:pt x="1688991" y="3540403"/>
                </a:lnTo>
                <a:lnTo>
                  <a:pt x="1689288" y="3540745"/>
                </a:lnTo>
                <a:lnTo>
                  <a:pt x="1689578" y="3541096"/>
                </a:lnTo>
                <a:lnTo>
                  <a:pt x="1689859" y="3541453"/>
                </a:lnTo>
                <a:lnTo>
                  <a:pt x="1690132" y="3541819"/>
                </a:lnTo>
                <a:lnTo>
                  <a:pt x="1690397" y="3542192"/>
                </a:lnTo>
                <a:lnTo>
                  <a:pt x="1690653" y="3542573"/>
                </a:lnTo>
                <a:lnTo>
                  <a:pt x="1690902" y="3542961"/>
                </a:lnTo>
                <a:lnTo>
                  <a:pt x="1691142" y="3543357"/>
                </a:lnTo>
                <a:lnTo>
                  <a:pt x="1691374" y="3543760"/>
                </a:lnTo>
                <a:lnTo>
                  <a:pt x="1691597" y="3544172"/>
                </a:lnTo>
                <a:lnTo>
                  <a:pt x="1691813" y="3544590"/>
                </a:lnTo>
                <a:lnTo>
                  <a:pt x="1692033" y="3545002"/>
                </a:lnTo>
                <a:lnTo>
                  <a:pt x="1692245" y="3545418"/>
                </a:lnTo>
                <a:lnTo>
                  <a:pt x="1692447" y="3545840"/>
                </a:lnTo>
                <a:lnTo>
                  <a:pt x="1692639" y="3546267"/>
                </a:lnTo>
                <a:lnTo>
                  <a:pt x="1692822" y="3546699"/>
                </a:lnTo>
                <a:lnTo>
                  <a:pt x="1692996" y="3547137"/>
                </a:lnTo>
                <a:lnTo>
                  <a:pt x="1693161" y="3547580"/>
                </a:lnTo>
                <a:lnTo>
                  <a:pt x="1693316" y="3548028"/>
                </a:lnTo>
                <a:lnTo>
                  <a:pt x="1693461" y="3548482"/>
                </a:lnTo>
                <a:lnTo>
                  <a:pt x="1693597" y="3548940"/>
                </a:lnTo>
                <a:lnTo>
                  <a:pt x="1693724" y="3549405"/>
                </a:lnTo>
                <a:lnTo>
                  <a:pt x="1693842" y="3549874"/>
                </a:lnTo>
                <a:lnTo>
                  <a:pt x="1693950" y="3550348"/>
                </a:lnTo>
                <a:lnTo>
                  <a:pt x="1694048" y="3550828"/>
                </a:lnTo>
                <a:lnTo>
                  <a:pt x="1694137" y="3551314"/>
                </a:lnTo>
                <a:lnTo>
                  <a:pt x="1694217" y="3551804"/>
                </a:lnTo>
                <a:lnTo>
                  <a:pt x="1694288" y="3552300"/>
                </a:lnTo>
                <a:lnTo>
                  <a:pt x="1694349" y="3552801"/>
                </a:lnTo>
                <a:lnTo>
                  <a:pt x="1694400" y="3553307"/>
                </a:lnTo>
                <a:lnTo>
                  <a:pt x="1694443" y="3553819"/>
                </a:lnTo>
                <a:lnTo>
                  <a:pt x="1694476" y="3554336"/>
                </a:lnTo>
                <a:lnTo>
                  <a:pt x="1694499" y="3554858"/>
                </a:lnTo>
                <a:lnTo>
                  <a:pt x="1694513" y="3555385"/>
                </a:lnTo>
                <a:lnTo>
                  <a:pt x="1694518" y="3555918"/>
                </a:lnTo>
                <a:lnTo>
                  <a:pt x="1694518" y="3558454"/>
                </a:lnTo>
                <a:lnTo>
                  <a:pt x="1650560" y="3558454"/>
                </a:lnTo>
                <a:lnTo>
                  <a:pt x="1650560" y="3557609"/>
                </a:lnTo>
                <a:lnTo>
                  <a:pt x="1650565" y="3557130"/>
                </a:lnTo>
                <a:lnTo>
                  <a:pt x="1650578" y="3556653"/>
                </a:lnTo>
                <a:lnTo>
                  <a:pt x="1650600" y="3556177"/>
                </a:lnTo>
                <a:lnTo>
                  <a:pt x="1650631" y="3555702"/>
                </a:lnTo>
                <a:lnTo>
                  <a:pt x="1650670" y="3555228"/>
                </a:lnTo>
                <a:lnTo>
                  <a:pt x="1650719" y="3554756"/>
                </a:lnTo>
                <a:lnTo>
                  <a:pt x="1650776" y="3554284"/>
                </a:lnTo>
                <a:lnTo>
                  <a:pt x="1650842" y="3553814"/>
                </a:lnTo>
                <a:close/>
                <a:moveTo>
                  <a:pt x="1262815" y="3754857"/>
                </a:moveTo>
                <a:lnTo>
                  <a:pt x="1278708" y="3754857"/>
                </a:lnTo>
                <a:lnTo>
                  <a:pt x="1278708" y="3738626"/>
                </a:lnTo>
                <a:lnTo>
                  <a:pt x="1262815" y="3738626"/>
                </a:lnTo>
                <a:lnTo>
                  <a:pt x="1262815" y="3754857"/>
                </a:lnTo>
                <a:close/>
                <a:moveTo>
                  <a:pt x="1367665" y="3860298"/>
                </a:moveTo>
                <a:lnTo>
                  <a:pt x="1368374" y="3860193"/>
                </a:lnTo>
                <a:lnTo>
                  <a:pt x="1369074" y="3860076"/>
                </a:lnTo>
                <a:lnTo>
                  <a:pt x="1369764" y="3859947"/>
                </a:lnTo>
                <a:lnTo>
                  <a:pt x="1370445" y="3859805"/>
                </a:lnTo>
                <a:lnTo>
                  <a:pt x="1371117" y="3859651"/>
                </a:lnTo>
                <a:lnTo>
                  <a:pt x="1371779" y="3859485"/>
                </a:lnTo>
                <a:lnTo>
                  <a:pt x="1372432" y="3859306"/>
                </a:lnTo>
                <a:lnTo>
                  <a:pt x="1373075" y="3859115"/>
                </a:lnTo>
                <a:lnTo>
                  <a:pt x="1373709" y="3858911"/>
                </a:lnTo>
                <a:lnTo>
                  <a:pt x="1374334" y="3858696"/>
                </a:lnTo>
                <a:lnTo>
                  <a:pt x="1374949" y="3858467"/>
                </a:lnTo>
                <a:lnTo>
                  <a:pt x="1375555" y="3858227"/>
                </a:lnTo>
                <a:lnTo>
                  <a:pt x="1376151" y="3857974"/>
                </a:lnTo>
                <a:lnTo>
                  <a:pt x="1376738" y="3857709"/>
                </a:lnTo>
                <a:lnTo>
                  <a:pt x="1377316" y="3857432"/>
                </a:lnTo>
                <a:lnTo>
                  <a:pt x="1377884" y="3857142"/>
                </a:lnTo>
                <a:lnTo>
                  <a:pt x="1378442" y="3856827"/>
                </a:lnTo>
                <a:lnTo>
                  <a:pt x="1378990" y="3856501"/>
                </a:lnTo>
                <a:lnTo>
                  <a:pt x="1379527" y="3856165"/>
                </a:lnTo>
                <a:lnTo>
                  <a:pt x="1380054" y="3855818"/>
                </a:lnTo>
                <a:lnTo>
                  <a:pt x="1380570" y="3855460"/>
                </a:lnTo>
                <a:lnTo>
                  <a:pt x="1381075" y="3855092"/>
                </a:lnTo>
                <a:lnTo>
                  <a:pt x="1381570" y="3854714"/>
                </a:lnTo>
                <a:lnTo>
                  <a:pt x="1382054" y="3854324"/>
                </a:lnTo>
                <a:lnTo>
                  <a:pt x="1382528" y="3853925"/>
                </a:lnTo>
                <a:lnTo>
                  <a:pt x="1382991" y="3853514"/>
                </a:lnTo>
                <a:lnTo>
                  <a:pt x="1383444" y="3853093"/>
                </a:lnTo>
                <a:lnTo>
                  <a:pt x="1383886" y="3852662"/>
                </a:lnTo>
                <a:lnTo>
                  <a:pt x="1384317" y="3852220"/>
                </a:lnTo>
                <a:lnTo>
                  <a:pt x="1384738" y="3851767"/>
                </a:lnTo>
                <a:lnTo>
                  <a:pt x="1385149" y="3851304"/>
                </a:lnTo>
                <a:lnTo>
                  <a:pt x="1385548" y="3850830"/>
                </a:lnTo>
                <a:lnTo>
                  <a:pt x="1385938" y="3850346"/>
                </a:lnTo>
                <a:lnTo>
                  <a:pt x="1386316" y="3849851"/>
                </a:lnTo>
                <a:lnTo>
                  <a:pt x="1386684" y="3849346"/>
                </a:lnTo>
                <a:lnTo>
                  <a:pt x="1387042" y="3848830"/>
                </a:lnTo>
                <a:lnTo>
                  <a:pt x="1387389" y="3848303"/>
                </a:lnTo>
                <a:lnTo>
                  <a:pt x="1387725" y="3847766"/>
                </a:lnTo>
                <a:lnTo>
                  <a:pt x="1388051" y="3847218"/>
                </a:lnTo>
                <a:lnTo>
                  <a:pt x="1388366" y="3846660"/>
                </a:lnTo>
                <a:lnTo>
                  <a:pt x="1390226" y="3859002"/>
                </a:lnTo>
                <a:lnTo>
                  <a:pt x="1403920" y="3859002"/>
                </a:lnTo>
                <a:lnTo>
                  <a:pt x="1403920" y="3737274"/>
                </a:lnTo>
                <a:lnTo>
                  <a:pt x="1387014" y="3737274"/>
                </a:lnTo>
                <a:lnTo>
                  <a:pt x="1387014" y="3782584"/>
                </a:lnTo>
                <a:lnTo>
                  <a:pt x="1386713" y="3782137"/>
                </a:lnTo>
                <a:lnTo>
                  <a:pt x="1386402" y="3781698"/>
                </a:lnTo>
                <a:lnTo>
                  <a:pt x="1386081" y="3781268"/>
                </a:lnTo>
                <a:lnTo>
                  <a:pt x="1385750" y="3780846"/>
                </a:lnTo>
                <a:lnTo>
                  <a:pt x="1385410" y="3780432"/>
                </a:lnTo>
                <a:lnTo>
                  <a:pt x="1385059" y="3780026"/>
                </a:lnTo>
                <a:lnTo>
                  <a:pt x="1384698" y="3779629"/>
                </a:lnTo>
                <a:lnTo>
                  <a:pt x="1384327" y="3779240"/>
                </a:lnTo>
                <a:lnTo>
                  <a:pt x="1383947" y="3778859"/>
                </a:lnTo>
                <a:lnTo>
                  <a:pt x="1383556" y="3778486"/>
                </a:lnTo>
                <a:lnTo>
                  <a:pt x="1383155" y="3778122"/>
                </a:lnTo>
                <a:lnTo>
                  <a:pt x="1382745" y="3777765"/>
                </a:lnTo>
                <a:lnTo>
                  <a:pt x="1382324" y="3777417"/>
                </a:lnTo>
                <a:lnTo>
                  <a:pt x="1381893" y="3777077"/>
                </a:lnTo>
                <a:lnTo>
                  <a:pt x="1381453" y="3776746"/>
                </a:lnTo>
                <a:lnTo>
                  <a:pt x="1381002" y="3776422"/>
                </a:lnTo>
                <a:lnTo>
                  <a:pt x="1380542" y="3776107"/>
                </a:lnTo>
                <a:lnTo>
                  <a:pt x="1380071" y="3775800"/>
                </a:lnTo>
                <a:lnTo>
                  <a:pt x="1379591" y="3775501"/>
                </a:lnTo>
                <a:lnTo>
                  <a:pt x="1379100" y="3775211"/>
                </a:lnTo>
                <a:lnTo>
                  <a:pt x="1378600" y="3774928"/>
                </a:lnTo>
                <a:lnTo>
                  <a:pt x="1378089" y="3774654"/>
                </a:lnTo>
                <a:lnTo>
                  <a:pt x="1377569" y="3774388"/>
                </a:lnTo>
                <a:lnTo>
                  <a:pt x="1377039" y="3774130"/>
                </a:lnTo>
                <a:lnTo>
                  <a:pt x="1376499" y="3773868"/>
                </a:lnTo>
                <a:lnTo>
                  <a:pt x="1375953" y="3773617"/>
                </a:lnTo>
                <a:lnTo>
                  <a:pt x="1375398" y="3773378"/>
                </a:lnTo>
                <a:lnTo>
                  <a:pt x="1374836" y="3773149"/>
                </a:lnTo>
                <a:lnTo>
                  <a:pt x="1374266" y="3772931"/>
                </a:lnTo>
                <a:lnTo>
                  <a:pt x="1373689" y="3772725"/>
                </a:lnTo>
                <a:lnTo>
                  <a:pt x="1373104" y="3772530"/>
                </a:lnTo>
                <a:lnTo>
                  <a:pt x="1372511" y="3772346"/>
                </a:lnTo>
                <a:lnTo>
                  <a:pt x="1371911" y="3772173"/>
                </a:lnTo>
                <a:lnTo>
                  <a:pt x="1371303" y="3772011"/>
                </a:lnTo>
                <a:lnTo>
                  <a:pt x="1370688" y="3771861"/>
                </a:lnTo>
                <a:lnTo>
                  <a:pt x="1370065" y="3771721"/>
                </a:lnTo>
                <a:lnTo>
                  <a:pt x="1369434" y="3771593"/>
                </a:lnTo>
                <a:lnTo>
                  <a:pt x="1368795" y="3771476"/>
                </a:lnTo>
                <a:lnTo>
                  <a:pt x="1368149" y="3771370"/>
                </a:lnTo>
                <a:lnTo>
                  <a:pt x="1367496" y="3771275"/>
                </a:lnTo>
                <a:lnTo>
                  <a:pt x="1366834" y="3771191"/>
                </a:lnTo>
                <a:lnTo>
                  <a:pt x="1366166" y="3771119"/>
                </a:lnTo>
                <a:lnTo>
                  <a:pt x="1365489" y="3771058"/>
                </a:lnTo>
                <a:lnTo>
                  <a:pt x="1364805" y="3771007"/>
                </a:lnTo>
                <a:lnTo>
                  <a:pt x="1364113" y="3770968"/>
                </a:lnTo>
                <a:lnTo>
                  <a:pt x="1363414" y="3770940"/>
                </a:lnTo>
                <a:lnTo>
                  <a:pt x="1362706" y="3770924"/>
                </a:lnTo>
                <a:lnTo>
                  <a:pt x="1361992" y="3770918"/>
                </a:lnTo>
                <a:lnTo>
                  <a:pt x="1361192" y="3770927"/>
                </a:lnTo>
                <a:lnTo>
                  <a:pt x="1360397" y="3770953"/>
                </a:lnTo>
                <a:lnTo>
                  <a:pt x="1359609" y="3770997"/>
                </a:lnTo>
                <a:lnTo>
                  <a:pt x="1358826" y="3771059"/>
                </a:lnTo>
                <a:lnTo>
                  <a:pt x="1358050" y="3771138"/>
                </a:lnTo>
                <a:lnTo>
                  <a:pt x="1357279" y="3771235"/>
                </a:lnTo>
                <a:lnTo>
                  <a:pt x="1356514" y="3771350"/>
                </a:lnTo>
                <a:lnTo>
                  <a:pt x="1355755" y="3771482"/>
                </a:lnTo>
                <a:lnTo>
                  <a:pt x="1355002" y="3771631"/>
                </a:lnTo>
                <a:lnTo>
                  <a:pt x="1354255" y="3771799"/>
                </a:lnTo>
                <a:lnTo>
                  <a:pt x="1353513" y="3771984"/>
                </a:lnTo>
                <a:lnTo>
                  <a:pt x="1352778" y="3772186"/>
                </a:lnTo>
                <a:lnTo>
                  <a:pt x="1352048" y="3772406"/>
                </a:lnTo>
                <a:lnTo>
                  <a:pt x="1351324" y="3772644"/>
                </a:lnTo>
                <a:lnTo>
                  <a:pt x="1350606" y="3772899"/>
                </a:lnTo>
                <a:lnTo>
                  <a:pt x="1349894" y="3773172"/>
                </a:lnTo>
                <a:lnTo>
                  <a:pt x="1349188" y="3773463"/>
                </a:lnTo>
                <a:lnTo>
                  <a:pt x="1348488" y="3773771"/>
                </a:lnTo>
                <a:lnTo>
                  <a:pt x="1347793" y="3774097"/>
                </a:lnTo>
                <a:lnTo>
                  <a:pt x="1347104" y="3774440"/>
                </a:lnTo>
                <a:lnTo>
                  <a:pt x="1346422" y="3774801"/>
                </a:lnTo>
                <a:lnTo>
                  <a:pt x="1345745" y="3775180"/>
                </a:lnTo>
                <a:lnTo>
                  <a:pt x="1345074" y="3775576"/>
                </a:lnTo>
                <a:lnTo>
                  <a:pt x="1344409" y="3775990"/>
                </a:lnTo>
                <a:lnTo>
                  <a:pt x="1343766" y="3776421"/>
                </a:lnTo>
                <a:lnTo>
                  <a:pt x="1343135" y="3776869"/>
                </a:lnTo>
                <a:lnTo>
                  <a:pt x="1342515" y="3777335"/>
                </a:lnTo>
                <a:lnTo>
                  <a:pt x="1341906" y="3777817"/>
                </a:lnTo>
                <a:lnTo>
                  <a:pt x="1341308" y="3778316"/>
                </a:lnTo>
                <a:lnTo>
                  <a:pt x="1340721" y="3778832"/>
                </a:lnTo>
                <a:lnTo>
                  <a:pt x="1340145" y="3779366"/>
                </a:lnTo>
                <a:lnTo>
                  <a:pt x="1339581" y="3779916"/>
                </a:lnTo>
                <a:lnTo>
                  <a:pt x="1339028" y="3780483"/>
                </a:lnTo>
                <a:lnTo>
                  <a:pt x="1338485" y="3781068"/>
                </a:lnTo>
                <a:lnTo>
                  <a:pt x="1337954" y="3781669"/>
                </a:lnTo>
                <a:lnTo>
                  <a:pt x="1337435" y="3782288"/>
                </a:lnTo>
                <a:lnTo>
                  <a:pt x="1336926" y="3782923"/>
                </a:lnTo>
                <a:lnTo>
                  <a:pt x="1336428" y="3783576"/>
                </a:lnTo>
                <a:lnTo>
                  <a:pt x="1335942" y="3784245"/>
                </a:lnTo>
                <a:lnTo>
                  <a:pt x="1335467" y="3784932"/>
                </a:lnTo>
                <a:lnTo>
                  <a:pt x="1335003" y="3785635"/>
                </a:lnTo>
                <a:lnTo>
                  <a:pt x="1334550" y="3786356"/>
                </a:lnTo>
                <a:lnTo>
                  <a:pt x="1334108" y="3787094"/>
                </a:lnTo>
                <a:lnTo>
                  <a:pt x="1333678" y="3787848"/>
                </a:lnTo>
                <a:lnTo>
                  <a:pt x="1333258" y="3788620"/>
                </a:lnTo>
                <a:lnTo>
                  <a:pt x="1332850" y="3789409"/>
                </a:lnTo>
                <a:lnTo>
                  <a:pt x="1332453" y="3790214"/>
                </a:lnTo>
                <a:lnTo>
                  <a:pt x="1332067" y="3791037"/>
                </a:lnTo>
                <a:lnTo>
                  <a:pt x="1331694" y="3791876"/>
                </a:lnTo>
                <a:lnTo>
                  <a:pt x="1331338" y="3792730"/>
                </a:lnTo>
                <a:lnTo>
                  <a:pt x="1330997" y="3793599"/>
                </a:lnTo>
                <a:lnTo>
                  <a:pt x="1330672" y="3794484"/>
                </a:lnTo>
                <a:lnTo>
                  <a:pt x="1330363" y="3795384"/>
                </a:lnTo>
                <a:lnTo>
                  <a:pt x="1330070" y="3796299"/>
                </a:lnTo>
                <a:lnTo>
                  <a:pt x="1329792" y="3797230"/>
                </a:lnTo>
                <a:lnTo>
                  <a:pt x="1329531" y="3798175"/>
                </a:lnTo>
                <a:lnTo>
                  <a:pt x="1329285" y="3799136"/>
                </a:lnTo>
                <a:lnTo>
                  <a:pt x="1329055" y="3800113"/>
                </a:lnTo>
                <a:lnTo>
                  <a:pt x="1328841" y="3801104"/>
                </a:lnTo>
                <a:lnTo>
                  <a:pt x="1328643" y="3802111"/>
                </a:lnTo>
                <a:lnTo>
                  <a:pt x="1328461" y="3803133"/>
                </a:lnTo>
                <a:lnTo>
                  <a:pt x="1328294" y="3804170"/>
                </a:lnTo>
                <a:lnTo>
                  <a:pt x="1328144" y="3805223"/>
                </a:lnTo>
                <a:lnTo>
                  <a:pt x="1328009" y="3806291"/>
                </a:lnTo>
                <a:lnTo>
                  <a:pt x="1327890" y="3807374"/>
                </a:lnTo>
                <a:lnTo>
                  <a:pt x="1327787" y="3808472"/>
                </a:lnTo>
                <a:lnTo>
                  <a:pt x="1327700" y="3809586"/>
                </a:lnTo>
                <a:lnTo>
                  <a:pt x="1327629" y="3810715"/>
                </a:lnTo>
                <a:lnTo>
                  <a:pt x="1327573" y="3811859"/>
                </a:lnTo>
                <a:lnTo>
                  <a:pt x="1327534" y="3813018"/>
                </a:lnTo>
                <a:lnTo>
                  <a:pt x="1327510" y="3814193"/>
                </a:lnTo>
                <a:lnTo>
                  <a:pt x="1327502" y="3815383"/>
                </a:lnTo>
                <a:lnTo>
                  <a:pt x="1327502" y="3817243"/>
                </a:lnTo>
                <a:lnTo>
                  <a:pt x="1327510" y="3818515"/>
                </a:lnTo>
                <a:lnTo>
                  <a:pt x="1327534" y="3819767"/>
                </a:lnTo>
                <a:lnTo>
                  <a:pt x="1327573" y="3820999"/>
                </a:lnTo>
                <a:lnTo>
                  <a:pt x="1327629" y="3822211"/>
                </a:lnTo>
                <a:lnTo>
                  <a:pt x="1327700" y="3823404"/>
                </a:lnTo>
                <a:lnTo>
                  <a:pt x="1327787" y="3824576"/>
                </a:lnTo>
                <a:lnTo>
                  <a:pt x="1327890" y="3825728"/>
                </a:lnTo>
                <a:lnTo>
                  <a:pt x="1328009" y="3826861"/>
                </a:lnTo>
                <a:lnTo>
                  <a:pt x="1328144" y="3827973"/>
                </a:lnTo>
                <a:lnTo>
                  <a:pt x="1328294" y="3829065"/>
                </a:lnTo>
                <a:lnTo>
                  <a:pt x="1328461" y="3830138"/>
                </a:lnTo>
                <a:lnTo>
                  <a:pt x="1328643" y="3831191"/>
                </a:lnTo>
                <a:lnTo>
                  <a:pt x="1328841" y="3832223"/>
                </a:lnTo>
                <a:lnTo>
                  <a:pt x="1329055" y="3833236"/>
                </a:lnTo>
                <a:lnTo>
                  <a:pt x="1329285" y="3834228"/>
                </a:lnTo>
                <a:lnTo>
                  <a:pt x="1329531" y="3835201"/>
                </a:lnTo>
                <a:lnTo>
                  <a:pt x="1329792" y="3836154"/>
                </a:lnTo>
                <a:lnTo>
                  <a:pt x="1330070" y="3837087"/>
                </a:lnTo>
                <a:lnTo>
                  <a:pt x="1330363" y="3838000"/>
                </a:lnTo>
                <a:lnTo>
                  <a:pt x="1330672" y="3838892"/>
                </a:lnTo>
                <a:lnTo>
                  <a:pt x="1330997" y="3839765"/>
                </a:lnTo>
                <a:lnTo>
                  <a:pt x="1331338" y="3840618"/>
                </a:lnTo>
                <a:lnTo>
                  <a:pt x="1331694" y="3841451"/>
                </a:lnTo>
                <a:lnTo>
                  <a:pt x="1332067" y="3842264"/>
                </a:lnTo>
                <a:lnTo>
                  <a:pt x="1332466" y="3843045"/>
                </a:lnTo>
                <a:lnTo>
                  <a:pt x="1332877" y="3843808"/>
                </a:lnTo>
                <a:lnTo>
                  <a:pt x="1333298" y="3844555"/>
                </a:lnTo>
                <a:lnTo>
                  <a:pt x="1333729" y="3845284"/>
                </a:lnTo>
                <a:lnTo>
                  <a:pt x="1334171" y="3845996"/>
                </a:lnTo>
                <a:lnTo>
                  <a:pt x="1334624" y="3846692"/>
                </a:lnTo>
                <a:lnTo>
                  <a:pt x="1335087" y="3847370"/>
                </a:lnTo>
                <a:lnTo>
                  <a:pt x="1335561" y="3848031"/>
                </a:lnTo>
                <a:lnTo>
                  <a:pt x="1336045" y="3848676"/>
                </a:lnTo>
                <a:lnTo>
                  <a:pt x="1336540" y="3849303"/>
                </a:lnTo>
                <a:lnTo>
                  <a:pt x="1337046" y="3849913"/>
                </a:lnTo>
                <a:lnTo>
                  <a:pt x="1337562" y="3850506"/>
                </a:lnTo>
                <a:lnTo>
                  <a:pt x="1338088" y="3851083"/>
                </a:lnTo>
                <a:lnTo>
                  <a:pt x="1338625" y="3851642"/>
                </a:lnTo>
                <a:lnTo>
                  <a:pt x="1339173" y="3852184"/>
                </a:lnTo>
                <a:lnTo>
                  <a:pt x="1339731" y="3852709"/>
                </a:lnTo>
                <a:lnTo>
                  <a:pt x="1340300" y="3853217"/>
                </a:lnTo>
                <a:lnTo>
                  <a:pt x="1340880" y="3853708"/>
                </a:lnTo>
                <a:lnTo>
                  <a:pt x="1341469" y="3854182"/>
                </a:lnTo>
                <a:lnTo>
                  <a:pt x="1342070" y="3854639"/>
                </a:lnTo>
                <a:lnTo>
                  <a:pt x="1342681" y="3855079"/>
                </a:lnTo>
                <a:lnTo>
                  <a:pt x="1343303" y="3855502"/>
                </a:lnTo>
                <a:lnTo>
                  <a:pt x="1343935" y="3855908"/>
                </a:lnTo>
                <a:lnTo>
                  <a:pt x="1344578" y="3856297"/>
                </a:lnTo>
                <a:lnTo>
                  <a:pt x="1345229" y="3856656"/>
                </a:lnTo>
                <a:lnTo>
                  <a:pt x="1345885" y="3856999"/>
                </a:lnTo>
                <a:lnTo>
                  <a:pt x="1346546" y="3857327"/>
                </a:lnTo>
                <a:lnTo>
                  <a:pt x="1347212" y="3857640"/>
                </a:lnTo>
                <a:lnTo>
                  <a:pt x="1347884" y="3857938"/>
                </a:lnTo>
                <a:lnTo>
                  <a:pt x="1348561" y="3858220"/>
                </a:lnTo>
                <a:lnTo>
                  <a:pt x="1349244" y="3858487"/>
                </a:lnTo>
                <a:lnTo>
                  <a:pt x="1349932" y="3858739"/>
                </a:lnTo>
                <a:lnTo>
                  <a:pt x="1350625" y="3858976"/>
                </a:lnTo>
                <a:lnTo>
                  <a:pt x="1351323" y="3859197"/>
                </a:lnTo>
                <a:lnTo>
                  <a:pt x="1352026" y="3859403"/>
                </a:lnTo>
                <a:lnTo>
                  <a:pt x="1352735" y="3859594"/>
                </a:lnTo>
                <a:lnTo>
                  <a:pt x="1353449" y="3859769"/>
                </a:lnTo>
                <a:lnTo>
                  <a:pt x="1354169" y="3859930"/>
                </a:lnTo>
                <a:lnTo>
                  <a:pt x="1354894" y="3860075"/>
                </a:lnTo>
                <a:lnTo>
                  <a:pt x="1355624" y="3860204"/>
                </a:lnTo>
                <a:lnTo>
                  <a:pt x="1356359" y="3860319"/>
                </a:lnTo>
                <a:lnTo>
                  <a:pt x="1357099" y="3860418"/>
                </a:lnTo>
                <a:lnTo>
                  <a:pt x="1357845" y="3860502"/>
                </a:lnTo>
                <a:lnTo>
                  <a:pt x="1358596" y="3860571"/>
                </a:lnTo>
                <a:lnTo>
                  <a:pt x="1359353" y="3860624"/>
                </a:lnTo>
                <a:lnTo>
                  <a:pt x="1360114" y="3860662"/>
                </a:lnTo>
                <a:lnTo>
                  <a:pt x="1360881" y="3860685"/>
                </a:lnTo>
                <a:lnTo>
                  <a:pt x="1361654" y="3860693"/>
                </a:lnTo>
                <a:lnTo>
                  <a:pt x="1362438" y="3860687"/>
                </a:lnTo>
                <a:lnTo>
                  <a:pt x="1363213" y="3860668"/>
                </a:lnTo>
                <a:lnTo>
                  <a:pt x="1363978" y="3860637"/>
                </a:lnTo>
                <a:lnTo>
                  <a:pt x="1364734" y="3860594"/>
                </a:lnTo>
                <a:lnTo>
                  <a:pt x="1365481" y="3860539"/>
                </a:lnTo>
                <a:lnTo>
                  <a:pt x="1366218" y="3860471"/>
                </a:lnTo>
                <a:lnTo>
                  <a:pt x="1366946" y="3860391"/>
                </a:lnTo>
                <a:lnTo>
                  <a:pt x="1367665" y="3860298"/>
                </a:lnTo>
                <a:close/>
                <a:moveTo>
                  <a:pt x="1359869" y="3847750"/>
                </a:moveTo>
                <a:lnTo>
                  <a:pt x="1359189" y="3847545"/>
                </a:lnTo>
                <a:lnTo>
                  <a:pt x="1358520" y="3847316"/>
                </a:lnTo>
                <a:lnTo>
                  <a:pt x="1357862" y="3847064"/>
                </a:lnTo>
                <a:lnTo>
                  <a:pt x="1357216" y="3846787"/>
                </a:lnTo>
                <a:lnTo>
                  <a:pt x="1356580" y="3846486"/>
                </a:lnTo>
                <a:lnTo>
                  <a:pt x="1355956" y="3846161"/>
                </a:lnTo>
                <a:lnTo>
                  <a:pt x="1355343" y="3845812"/>
                </a:lnTo>
                <a:lnTo>
                  <a:pt x="1354741" y="3845439"/>
                </a:lnTo>
                <a:lnTo>
                  <a:pt x="1354150" y="3845042"/>
                </a:lnTo>
                <a:lnTo>
                  <a:pt x="1353570" y="3844621"/>
                </a:lnTo>
                <a:lnTo>
                  <a:pt x="1353002" y="3844175"/>
                </a:lnTo>
                <a:lnTo>
                  <a:pt x="1352444" y="3843706"/>
                </a:lnTo>
                <a:lnTo>
                  <a:pt x="1351898" y="3843213"/>
                </a:lnTo>
                <a:lnTo>
                  <a:pt x="1351363" y="3842695"/>
                </a:lnTo>
                <a:lnTo>
                  <a:pt x="1350839" y="3842154"/>
                </a:lnTo>
                <a:lnTo>
                  <a:pt x="1350326" y="3841588"/>
                </a:lnTo>
                <a:lnTo>
                  <a:pt x="1349843" y="3840998"/>
                </a:lnTo>
                <a:lnTo>
                  <a:pt x="1349381" y="3840381"/>
                </a:lnTo>
                <a:lnTo>
                  <a:pt x="1348939" y="3839739"/>
                </a:lnTo>
                <a:lnTo>
                  <a:pt x="1348518" y="3839071"/>
                </a:lnTo>
                <a:lnTo>
                  <a:pt x="1348117" y="3838377"/>
                </a:lnTo>
                <a:lnTo>
                  <a:pt x="1347737" y="3837657"/>
                </a:lnTo>
                <a:lnTo>
                  <a:pt x="1347378" y="3836912"/>
                </a:lnTo>
                <a:lnTo>
                  <a:pt x="1347039" y="3836140"/>
                </a:lnTo>
                <a:lnTo>
                  <a:pt x="1346720" y="3835343"/>
                </a:lnTo>
                <a:lnTo>
                  <a:pt x="1346422" y="3834520"/>
                </a:lnTo>
                <a:lnTo>
                  <a:pt x="1346145" y="3833671"/>
                </a:lnTo>
                <a:lnTo>
                  <a:pt x="1345888" y="3832797"/>
                </a:lnTo>
                <a:lnTo>
                  <a:pt x="1345652" y="3831896"/>
                </a:lnTo>
                <a:lnTo>
                  <a:pt x="1345436" y="3830970"/>
                </a:lnTo>
                <a:lnTo>
                  <a:pt x="1345241" y="3830018"/>
                </a:lnTo>
                <a:lnTo>
                  <a:pt x="1345066" y="3829040"/>
                </a:lnTo>
                <a:lnTo>
                  <a:pt x="1344912" y="3828036"/>
                </a:lnTo>
                <a:lnTo>
                  <a:pt x="1344779" y="3827006"/>
                </a:lnTo>
                <a:lnTo>
                  <a:pt x="1344666" y="3825951"/>
                </a:lnTo>
                <a:lnTo>
                  <a:pt x="1344573" y="3824869"/>
                </a:lnTo>
                <a:lnTo>
                  <a:pt x="1344501" y="3823762"/>
                </a:lnTo>
                <a:lnTo>
                  <a:pt x="1344450" y="3822629"/>
                </a:lnTo>
                <a:lnTo>
                  <a:pt x="1344419" y="3821470"/>
                </a:lnTo>
                <a:lnTo>
                  <a:pt x="1344409" y="3820286"/>
                </a:lnTo>
                <a:lnTo>
                  <a:pt x="1344409" y="3810987"/>
                </a:lnTo>
                <a:lnTo>
                  <a:pt x="1344419" y="3809830"/>
                </a:lnTo>
                <a:lnTo>
                  <a:pt x="1344450" y="3808698"/>
                </a:lnTo>
                <a:lnTo>
                  <a:pt x="1344501" y="3807590"/>
                </a:lnTo>
                <a:lnTo>
                  <a:pt x="1344573" y="3806507"/>
                </a:lnTo>
                <a:lnTo>
                  <a:pt x="1344666" y="3805448"/>
                </a:lnTo>
                <a:lnTo>
                  <a:pt x="1344779" y="3804415"/>
                </a:lnTo>
                <a:lnTo>
                  <a:pt x="1344912" y="3803405"/>
                </a:lnTo>
                <a:lnTo>
                  <a:pt x="1345066" y="3802421"/>
                </a:lnTo>
                <a:lnTo>
                  <a:pt x="1345241" y="3801461"/>
                </a:lnTo>
                <a:lnTo>
                  <a:pt x="1345436" y="3800526"/>
                </a:lnTo>
                <a:lnTo>
                  <a:pt x="1345652" y="3799615"/>
                </a:lnTo>
                <a:lnTo>
                  <a:pt x="1345888" y="3798730"/>
                </a:lnTo>
                <a:lnTo>
                  <a:pt x="1346145" y="3797868"/>
                </a:lnTo>
                <a:lnTo>
                  <a:pt x="1346422" y="3797032"/>
                </a:lnTo>
                <a:lnTo>
                  <a:pt x="1346720" y="3796220"/>
                </a:lnTo>
                <a:lnTo>
                  <a:pt x="1347039" y="3795433"/>
                </a:lnTo>
                <a:lnTo>
                  <a:pt x="1347378" y="3794670"/>
                </a:lnTo>
                <a:lnTo>
                  <a:pt x="1347737" y="3793932"/>
                </a:lnTo>
                <a:lnTo>
                  <a:pt x="1348117" y="3793219"/>
                </a:lnTo>
                <a:lnTo>
                  <a:pt x="1348518" y="3792530"/>
                </a:lnTo>
                <a:lnTo>
                  <a:pt x="1348939" y="3791866"/>
                </a:lnTo>
                <a:lnTo>
                  <a:pt x="1349381" y="3791227"/>
                </a:lnTo>
                <a:lnTo>
                  <a:pt x="1349843" y="3790613"/>
                </a:lnTo>
                <a:lnTo>
                  <a:pt x="1350326" y="3790023"/>
                </a:lnTo>
                <a:lnTo>
                  <a:pt x="1350839" y="3789443"/>
                </a:lnTo>
                <a:lnTo>
                  <a:pt x="1351363" y="3788888"/>
                </a:lnTo>
                <a:lnTo>
                  <a:pt x="1351898" y="3788358"/>
                </a:lnTo>
                <a:lnTo>
                  <a:pt x="1352444" y="3787853"/>
                </a:lnTo>
                <a:lnTo>
                  <a:pt x="1353002" y="3787372"/>
                </a:lnTo>
                <a:lnTo>
                  <a:pt x="1353570" y="3786916"/>
                </a:lnTo>
                <a:lnTo>
                  <a:pt x="1354150" y="3786485"/>
                </a:lnTo>
                <a:lnTo>
                  <a:pt x="1354741" y="3786078"/>
                </a:lnTo>
                <a:lnTo>
                  <a:pt x="1355343" y="3785696"/>
                </a:lnTo>
                <a:lnTo>
                  <a:pt x="1355956" y="3785338"/>
                </a:lnTo>
                <a:lnTo>
                  <a:pt x="1356580" y="3785005"/>
                </a:lnTo>
                <a:lnTo>
                  <a:pt x="1357216" y="3784697"/>
                </a:lnTo>
                <a:lnTo>
                  <a:pt x="1357862" y="3784414"/>
                </a:lnTo>
                <a:lnTo>
                  <a:pt x="1358520" y="3784155"/>
                </a:lnTo>
                <a:lnTo>
                  <a:pt x="1359189" y="3783920"/>
                </a:lnTo>
                <a:lnTo>
                  <a:pt x="1359869" y="3783711"/>
                </a:lnTo>
                <a:lnTo>
                  <a:pt x="1360560" y="3783526"/>
                </a:lnTo>
                <a:lnTo>
                  <a:pt x="1361263" y="3783366"/>
                </a:lnTo>
                <a:lnTo>
                  <a:pt x="1361976" y="3783230"/>
                </a:lnTo>
                <a:lnTo>
                  <a:pt x="1362701" y="3783119"/>
                </a:lnTo>
                <a:lnTo>
                  <a:pt x="1363437" y="3783033"/>
                </a:lnTo>
                <a:lnTo>
                  <a:pt x="1364184" y="3782971"/>
                </a:lnTo>
                <a:lnTo>
                  <a:pt x="1364942" y="3782934"/>
                </a:lnTo>
                <a:lnTo>
                  <a:pt x="1365711" y="3782922"/>
                </a:lnTo>
                <a:lnTo>
                  <a:pt x="1366480" y="3782934"/>
                </a:lnTo>
                <a:lnTo>
                  <a:pt x="1367238" y="3782970"/>
                </a:lnTo>
                <a:lnTo>
                  <a:pt x="1367983" y="3783030"/>
                </a:lnTo>
                <a:lnTo>
                  <a:pt x="1368717" y="3783114"/>
                </a:lnTo>
                <a:lnTo>
                  <a:pt x="1369439" y="3783223"/>
                </a:lnTo>
                <a:lnTo>
                  <a:pt x="1370149" y="3783355"/>
                </a:lnTo>
                <a:lnTo>
                  <a:pt x="1370848" y="3783512"/>
                </a:lnTo>
                <a:lnTo>
                  <a:pt x="1371535" y="3783692"/>
                </a:lnTo>
                <a:lnTo>
                  <a:pt x="1372210" y="3783897"/>
                </a:lnTo>
                <a:lnTo>
                  <a:pt x="1372873" y="3784125"/>
                </a:lnTo>
                <a:lnTo>
                  <a:pt x="1373525" y="3784378"/>
                </a:lnTo>
                <a:lnTo>
                  <a:pt x="1374165" y="3784655"/>
                </a:lnTo>
                <a:lnTo>
                  <a:pt x="1374793" y="3784956"/>
                </a:lnTo>
                <a:lnTo>
                  <a:pt x="1375409" y="3785281"/>
                </a:lnTo>
                <a:lnTo>
                  <a:pt x="1376014" y="3785630"/>
                </a:lnTo>
                <a:lnTo>
                  <a:pt x="1376607" y="3786003"/>
                </a:lnTo>
                <a:lnTo>
                  <a:pt x="1377188" y="3786400"/>
                </a:lnTo>
                <a:lnTo>
                  <a:pt x="1377757" y="3786821"/>
                </a:lnTo>
                <a:lnTo>
                  <a:pt x="1378315" y="3787266"/>
                </a:lnTo>
                <a:lnTo>
                  <a:pt x="1378861" y="3787736"/>
                </a:lnTo>
                <a:lnTo>
                  <a:pt x="1379395" y="3788229"/>
                </a:lnTo>
                <a:lnTo>
                  <a:pt x="1379918" y="3788746"/>
                </a:lnTo>
                <a:lnTo>
                  <a:pt x="1380428" y="3789288"/>
                </a:lnTo>
                <a:lnTo>
                  <a:pt x="1380927" y="3789854"/>
                </a:lnTo>
                <a:lnTo>
                  <a:pt x="1381424" y="3790444"/>
                </a:lnTo>
                <a:lnTo>
                  <a:pt x="1381899" y="3791059"/>
                </a:lnTo>
                <a:lnTo>
                  <a:pt x="1382354" y="3791700"/>
                </a:lnTo>
                <a:lnTo>
                  <a:pt x="1382787" y="3792366"/>
                </a:lnTo>
                <a:lnTo>
                  <a:pt x="1383199" y="3793057"/>
                </a:lnTo>
                <a:lnTo>
                  <a:pt x="1383590" y="3793774"/>
                </a:lnTo>
                <a:lnTo>
                  <a:pt x="1383960" y="3794516"/>
                </a:lnTo>
                <a:lnTo>
                  <a:pt x="1384309" y="3795282"/>
                </a:lnTo>
                <a:lnTo>
                  <a:pt x="1384636" y="3796075"/>
                </a:lnTo>
                <a:lnTo>
                  <a:pt x="1384943" y="3796892"/>
                </a:lnTo>
                <a:lnTo>
                  <a:pt x="1385228" y="3797735"/>
                </a:lnTo>
                <a:lnTo>
                  <a:pt x="1385492" y="3798603"/>
                </a:lnTo>
                <a:lnTo>
                  <a:pt x="1385735" y="3799496"/>
                </a:lnTo>
                <a:lnTo>
                  <a:pt x="1385957" y="3800414"/>
                </a:lnTo>
                <a:lnTo>
                  <a:pt x="1386158" y="3801358"/>
                </a:lnTo>
                <a:lnTo>
                  <a:pt x="1386337" y="3802327"/>
                </a:lnTo>
                <a:lnTo>
                  <a:pt x="1386496" y="3803321"/>
                </a:lnTo>
                <a:lnTo>
                  <a:pt x="1386633" y="3804341"/>
                </a:lnTo>
                <a:lnTo>
                  <a:pt x="1386749" y="3805385"/>
                </a:lnTo>
                <a:lnTo>
                  <a:pt x="1386845" y="3806455"/>
                </a:lnTo>
                <a:lnTo>
                  <a:pt x="1386919" y="3807550"/>
                </a:lnTo>
                <a:lnTo>
                  <a:pt x="1386971" y="3808671"/>
                </a:lnTo>
                <a:lnTo>
                  <a:pt x="1387003" y="3809816"/>
                </a:lnTo>
                <a:lnTo>
                  <a:pt x="1387014" y="3810987"/>
                </a:lnTo>
                <a:lnTo>
                  <a:pt x="1387014" y="3820455"/>
                </a:lnTo>
                <a:lnTo>
                  <a:pt x="1387003" y="3821639"/>
                </a:lnTo>
                <a:lnTo>
                  <a:pt x="1386971" y="3822798"/>
                </a:lnTo>
                <a:lnTo>
                  <a:pt x="1386919" y="3823931"/>
                </a:lnTo>
                <a:lnTo>
                  <a:pt x="1386845" y="3825038"/>
                </a:lnTo>
                <a:lnTo>
                  <a:pt x="1386749" y="3826120"/>
                </a:lnTo>
                <a:lnTo>
                  <a:pt x="1386633" y="3827175"/>
                </a:lnTo>
                <a:lnTo>
                  <a:pt x="1386496" y="3828205"/>
                </a:lnTo>
                <a:lnTo>
                  <a:pt x="1386337" y="3829209"/>
                </a:lnTo>
                <a:lnTo>
                  <a:pt x="1386158" y="3830187"/>
                </a:lnTo>
                <a:lnTo>
                  <a:pt x="1385957" y="3831139"/>
                </a:lnTo>
                <a:lnTo>
                  <a:pt x="1385735" y="3832065"/>
                </a:lnTo>
                <a:lnTo>
                  <a:pt x="1385492" y="3832966"/>
                </a:lnTo>
                <a:lnTo>
                  <a:pt x="1385228" y="3833840"/>
                </a:lnTo>
                <a:lnTo>
                  <a:pt x="1384943" y="3834689"/>
                </a:lnTo>
                <a:lnTo>
                  <a:pt x="1384636" y="3835512"/>
                </a:lnTo>
                <a:lnTo>
                  <a:pt x="1384309" y="3836309"/>
                </a:lnTo>
                <a:lnTo>
                  <a:pt x="1383960" y="3837081"/>
                </a:lnTo>
                <a:lnTo>
                  <a:pt x="1383590" y="3837826"/>
                </a:lnTo>
                <a:lnTo>
                  <a:pt x="1383199" y="3838546"/>
                </a:lnTo>
                <a:lnTo>
                  <a:pt x="1382787" y="3839240"/>
                </a:lnTo>
                <a:lnTo>
                  <a:pt x="1382354" y="3839908"/>
                </a:lnTo>
                <a:lnTo>
                  <a:pt x="1381899" y="3840550"/>
                </a:lnTo>
                <a:lnTo>
                  <a:pt x="1381424" y="3841167"/>
                </a:lnTo>
                <a:lnTo>
                  <a:pt x="1380927" y="3841757"/>
                </a:lnTo>
                <a:lnTo>
                  <a:pt x="1380428" y="3842309"/>
                </a:lnTo>
                <a:lnTo>
                  <a:pt x="1379918" y="3842837"/>
                </a:lnTo>
                <a:lnTo>
                  <a:pt x="1379395" y="3843342"/>
                </a:lnTo>
                <a:lnTo>
                  <a:pt x="1378861" y="3843824"/>
                </a:lnTo>
                <a:lnTo>
                  <a:pt x="1378315" y="3844281"/>
                </a:lnTo>
                <a:lnTo>
                  <a:pt x="1377757" y="3844716"/>
                </a:lnTo>
                <a:lnTo>
                  <a:pt x="1377188" y="3845127"/>
                </a:lnTo>
                <a:lnTo>
                  <a:pt x="1376607" y="3845514"/>
                </a:lnTo>
                <a:lnTo>
                  <a:pt x="1376014" y="3845878"/>
                </a:lnTo>
                <a:lnTo>
                  <a:pt x="1375409" y="3846219"/>
                </a:lnTo>
                <a:lnTo>
                  <a:pt x="1374793" y="3846536"/>
                </a:lnTo>
                <a:lnTo>
                  <a:pt x="1374165" y="3846829"/>
                </a:lnTo>
                <a:lnTo>
                  <a:pt x="1373525" y="3847099"/>
                </a:lnTo>
                <a:lnTo>
                  <a:pt x="1372873" y="3847346"/>
                </a:lnTo>
                <a:lnTo>
                  <a:pt x="1372210" y="3847569"/>
                </a:lnTo>
                <a:lnTo>
                  <a:pt x="1371535" y="3847768"/>
                </a:lnTo>
                <a:lnTo>
                  <a:pt x="1370848" y="3847945"/>
                </a:lnTo>
                <a:lnTo>
                  <a:pt x="1370149" y="3848097"/>
                </a:lnTo>
                <a:lnTo>
                  <a:pt x="1369439" y="3848226"/>
                </a:lnTo>
                <a:lnTo>
                  <a:pt x="1368717" y="3848332"/>
                </a:lnTo>
                <a:lnTo>
                  <a:pt x="1367983" y="3848414"/>
                </a:lnTo>
                <a:lnTo>
                  <a:pt x="1367238" y="3848473"/>
                </a:lnTo>
                <a:lnTo>
                  <a:pt x="1366480" y="3848508"/>
                </a:lnTo>
                <a:lnTo>
                  <a:pt x="1365711" y="3848520"/>
                </a:lnTo>
                <a:lnTo>
                  <a:pt x="1364942" y="3848508"/>
                </a:lnTo>
                <a:lnTo>
                  <a:pt x="1364184" y="3848472"/>
                </a:lnTo>
                <a:lnTo>
                  <a:pt x="1363437" y="3848411"/>
                </a:lnTo>
                <a:lnTo>
                  <a:pt x="1362701" y="3848327"/>
                </a:lnTo>
                <a:lnTo>
                  <a:pt x="1361976" y="3848219"/>
                </a:lnTo>
                <a:lnTo>
                  <a:pt x="1361263" y="3848087"/>
                </a:lnTo>
                <a:lnTo>
                  <a:pt x="1360560" y="3847930"/>
                </a:lnTo>
                <a:lnTo>
                  <a:pt x="1359869" y="3847750"/>
                </a:lnTo>
                <a:close/>
                <a:moveTo>
                  <a:pt x="1591227" y="3860542"/>
                </a:moveTo>
                <a:lnTo>
                  <a:pt x="1591749" y="3860503"/>
                </a:lnTo>
                <a:lnTo>
                  <a:pt x="1592270" y="3860458"/>
                </a:lnTo>
                <a:lnTo>
                  <a:pt x="1592791" y="3860409"/>
                </a:lnTo>
                <a:lnTo>
                  <a:pt x="1593313" y="3860355"/>
                </a:lnTo>
                <a:lnTo>
                  <a:pt x="1593834" y="3860296"/>
                </a:lnTo>
                <a:lnTo>
                  <a:pt x="1594355" y="3860232"/>
                </a:lnTo>
                <a:lnTo>
                  <a:pt x="1594876" y="3860164"/>
                </a:lnTo>
                <a:lnTo>
                  <a:pt x="1595398" y="3860092"/>
                </a:lnTo>
                <a:lnTo>
                  <a:pt x="1595919" y="3860014"/>
                </a:lnTo>
                <a:lnTo>
                  <a:pt x="1596440" y="3859932"/>
                </a:lnTo>
                <a:lnTo>
                  <a:pt x="1596962" y="3859845"/>
                </a:lnTo>
                <a:lnTo>
                  <a:pt x="1597483" y="3859753"/>
                </a:lnTo>
                <a:lnTo>
                  <a:pt x="1598004" y="3859657"/>
                </a:lnTo>
                <a:lnTo>
                  <a:pt x="1598525" y="3859556"/>
                </a:lnTo>
                <a:lnTo>
                  <a:pt x="1599047" y="3859451"/>
                </a:lnTo>
                <a:lnTo>
                  <a:pt x="1599568" y="3859340"/>
                </a:lnTo>
                <a:lnTo>
                  <a:pt x="1600086" y="3859239"/>
                </a:lnTo>
                <a:lnTo>
                  <a:pt x="1600595" y="3859135"/>
                </a:lnTo>
                <a:lnTo>
                  <a:pt x="1601098" y="3859026"/>
                </a:lnTo>
                <a:lnTo>
                  <a:pt x="1601592" y="3858913"/>
                </a:lnTo>
                <a:lnTo>
                  <a:pt x="1602079" y="3858796"/>
                </a:lnTo>
                <a:lnTo>
                  <a:pt x="1602558" y="3858674"/>
                </a:lnTo>
                <a:lnTo>
                  <a:pt x="1603030" y="3858549"/>
                </a:lnTo>
                <a:lnTo>
                  <a:pt x="1603494" y="3858420"/>
                </a:lnTo>
                <a:lnTo>
                  <a:pt x="1603951" y="3858286"/>
                </a:lnTo>
                <a:lnTo>
                  <a:pt x="1604399" y="3858149"/>
                </a:lnTo>
                <a:lnTo>
                  <a:pt x="1604841" y="3858007"/>
                </a:lnTo>
                <a:lnTo>
                  <a:pt x="1605274" y="3857861"/>
                </a:lnTo>
                <a:lnTo>
                  <a:pt x="1605700" y="3857711"/>
                </a:lnTo>
                <a:lnTo>
                  <a:pt x="1606118" y="3857557"/>
                </a:lnTo>
                <a:lnTo>
                  <a:pt x="1606529" y="3857399"/>
                </a:lnTo>
                <a:lnTo>
                  <a:pt x="1606932" y="3857236"/>
                </a:lnTo>
                <a:lnTo>
                  <a:pt x="1607327" y="3857070"/>
                </a:lnTo>
                <a:lnTo>
                  <a:pt x="1607715" y="3856899"/>
                </a:lnTo>
                <a:lnTo>
                  <a:pt x="1608095" y="3856725"/>
                </a:lnTo>
                <a:lnTo>
                  <a:pt x="1608468" y="3856546"/>
                </a:lnTo>
                <a:lnTo>
                  <a:pt x="1608832" y="3856363"/>
                </a:lnTo>
                <a:lnTo>
                  <a:pt x="1609190" y="3856176"/>
                </a:lnTo>
                <a:lnTo>
                  <a:pt x="1609539" y="3855985"/>
                </a:lnTo>
                <a:lnTo>
                  <a:pt x="1609881" y="3855790"/>
                </a:lnTo>
                <a:lnTo>
                  <a:pt x="1609881" y="3842772"/>
                </a:lnTo>
                <a:lnTo>
                  <a:pt x="1609583" y="3842912"/>
                </a:lnTo>
                <a:lnTo>
                  <a:pt x="1609281" y="3843052"/>
                </a:lnTo>
                <a:lnTo>
                  <a:pt x="1608975" y="3843192"/>
                </a:lnTo>
                <a:lnTo>
                  <a:pt x="1608665" y="3843330"/>
                </a:lnTo>
                <a:lnTo>
                  <a:pt x="1608350" y="3843469"/>
                </a:lnTo>
                <a:lnTo>
                  <a:pt x="1608032" y="3843606"/>
                </a:lnTo>
                <a:lnTo>
                  <a:pt x="1607709" y="3843743"/>
                </a:lnTo>
                <a:lnTo>
                  <a:pt x="1607383" y="3843880"/>
                </a:lnTo>
                <a:lnTo>
                  <a:pt x="1607052" y="3844016"/>
                </a:lnTo>
                <a:lnTo>
                  <a:pt x="1606717" y="3844151"/>
                </a:lnTo>
                <a:lnTo>
                  <a:pt x="1606378" y="3844286"/>
                </a:lnTo>
                <a:lnTo>
                  <a:pt x="1606035" y="3844420"/>
                </a:lnTo>
                <a:lnTo>
                  <a:pt x="1605688" y="3844554"/>
                </a:lnTo>
                <a:lnTo>
                  <a:pt x="1605336" y="3844687"/>
                </a:lnTo>
                <a:lnTo>
                  <a:pt x="1604981" y="3844819"/>
                </a:lnTo>
                <a:lnTo>
                  <a:pt x="1604621" y="3844951"/>
                </a:lnTo>
                <a:lnTo>
                  <a:pt x="1604258" y="3845082"/>
                </a:lnTo>
                <a:lnTo>
                  <a:pt x="1603890" y="3845212"/>
                </a:lnTo>
                <a:lnTo>
                  <a:pt x="1603518" y="3845342"/>
                </a:lnTo>
                <a:lnTo>
                  <a:pt x="1603142" y="3845472"/>
                </a:lnTo>
                <a:lnTo>
                  <a:pt x="1602762" y="3845601"/>
                </a:lnTo>
                <a:lnTo>
                  <a:pt x="1602378" y="3845729"/>
                </a:lnTo>
                <a:lnTo>
                  <a:pt x="1601989" y="3845857"/>
                </a:lnTo>
                <a:lnTo>
                  <a:pt x="1601597" y="3845984"/>
                </a:lnTo>
                <a:lnTo>
                  <a:pt x="1601215" y="3846094"/>
                </a:lnTo>
                <a:lnTo>
                  <a:pt x="1600830" y="3846200"/>
                </a:lnTo>
                <a:lnTo>
                  <a:pt x="1600442" y="3846301"/>
                </a:lnTo>
                <a:lnTo>
                  <a:pt x="1600052" y="3846397"/>
                </a:lnTo>
                <a:lnTo>
                  <a:pt x="1599658" y="3846489"/>
                </a:lnTo>
                <a:lnTo>
                  <a:pt x="1599262" y="3846576"/>
                </a:lnTo>
                <a:lnTo>
                  <a:pt x="1598862" y="3846658"/>
                </a:lnTo>
                <a:lnTo>
                  <a:pt x="1598460" y="3846735"/>
                </a:lnTo>
                <a:lnTo>
                  <a:pt x="1598054" y="3846808"/>
                </a:lnTo>
                <a:lnTo>
                  <a:pt x="1597646" y="3846876"/>
                </a:lnTo>
                <a:lnTo>
                  <a:pt x="1597235" y="3846940"/>
                </a:lnTo>
                <a:lnTo>
                  <a:pt x="1596821" y="3846998"/>
                </a:lnTo>
                <a:lnTo>
                  <a:pt x="1596404" y="3847052"/>
                </a:lnTo>
                <a:lnTo>
                  <a:pt x="1595984" y="3847102"/>
                </a:lnTo>
                <a:lnTo>
                  <a:pt x="1595561" y="3847146"/>
                </a:lnTo>
                <a:lnTo>
                  <a:pt x="1595135" y="3847186"/>
                </a:lnTo>
                <a:lnTo>
                  <a:pt x="1594706" y="3847221"/>
                </a:lnTo>
                <a:lnTo>
                  <a:pt x="1594274" y="3847252"/>
                </a:lnTo>
                <a:lnTo>
                  <a:pt x="1593839" y="3847278"/>
                </a:lnTo>
                <a:lnTo>
                  <a:pt x="1593402" y="3847299"/>
                </a:lnTo>
                <a:lnTo>
                  <a:pt x="1592961" y="3847315"/>
                </a:lnTo>
                <a:lnTo>
                  <a:pt x="1592518" y="3847327"/>
                </a:lnTo>
                <a:lnTo>
                  <a:pt x="1592071" y="3847334"/>
                </a:lnTo>
                <a:lnTo>
                  <a:pt x="1591622" y="3847336"/>
                </a:lnTo>
                <a:lnTo>
                  <a:pt x="1591048" y="3847333"/>
                </a:lnTo>
                <a:lnTo>
                  <a:pt x="1590483" y="3847325"/>
                </a:lnTo>
                <a:lnTo>
                  <a:pt x="1589926" y="3847310"/>
                </a:lnTo>
                <a:lnTo>
                  <a:pt x="1589377" y="3847289"/>
                </a:lnTo>
                <a:lnTo>
                  <a:pt x="1588836" y="3847263"/>
                </a:lnTo>
                <a:lnTo>
                  <a:pt x="1588304" y="3847231"/>
                </a:lnTo>
                <a:lnTo>
                  <a:pt x="1587780" y="3847193"/>
                </a:lnTo>
                <a:lnTo>
                  <a:pt x="1587264" y="3847149"/>
                </a:lnTo>
                <a:lnTo>
                  <a:pt x="1586756" y="3847099"/>
                </a:lnTo>
                <a:lnTo>
                  <a:pt x="1586256" y="3847043"/>
                </a:lnTo>
                <a:lnTo>
                  <a:pt x="1585765" y="3846981"/>
                </a:lnTo>
                <a:lnTo>
                  <a:pt x="1585282" y="3846914"/>
                </a:lnTo>
                <a:lnTo>
                  <a:pt x="1584807" y="3846840"/>
                </a:lnTo>
                <a:lnTo>
                  <a:pt x="1584340" y="3846761"/>
                </a:lnTo>
                <a:lnTo>
                  <a:pt x="1583882" y="3846676"/>
                </a:lnTo>
                <a:lnTo>
                  <a:pt x="1583432" y="3846585"/>
                </a:lnTo>
                <a:lnTo>
                  <a:pt x="1582990" y="3846488"/>
                </a:lnTo>
                <a:lnTo>
                  <a:pt x="1582556" y="3846385"/>
                </a:lnTo>
                <a:lnTo>
                  <a:pt x="1582130" y="3846277"/>
                </a:lnTo>
                <a:lnTo>
                  <a:pt x="1581713" y="3846162"/>
                </a:lnTo>
                <a:lnTo>
                  <a:pt x="1581304" y="3846042"/>
                </a:lnTo>
                <a:lnTo>
                  <a:pt x="1580903" y="3845916"/>
                </a:lnTo>
                <a:lnTo>
                  <a:pt x="1580510" y="3845784"/>
                </a:lnTo>
                <a:lnTo>
                  <a:pt x="1580125" y="3845646"/>
                </a:lnTo>
                <a:lnTo>
                  <a:pt x="1579749" y="3845501"/>
                </a:lnTo>
                <a:lnTo>
                  <a:pt x="1579380" y="3845350"/>
                </a:lnTo>
                <a:lnTo>
                  <a:pt x="1579019" y="3845191"/>
                </a:lnTo>
                <a:lnTo>
                  <a:pt x="1578665" y="3845026"/>
                </a:lnTo>
                <a:lnTo>
                  <a:pt x="1578319" y="3844853"/>
                </a:lnTo>
                <a:lnTo>
                  <a:pt x="1577980" y="3844673"/>
                </a:lnTo>
                <a:lnTo>
                  <a:pt x="1577650" y="3844487"/>
                </a:lnTo>
                <a:lnTo>
                  <a:pt x="1577326" y="3844293"/>
                </a:lnTo>
                <a:lnTo>
                  <a:pt x="1577011" y="3844092"/>
                </a:lnTo>
                <a:lnTo>
                  <a:pt x="1576703" y="3843884"/>
                </a:lnTo>
                <a:lnTo>
                  <a:pt x="1576403" y="3843670"/>
                </a:lnTo>
                <a:lnTo>
                  <a:pt x="1576110" y="3843448"/>
                </a:lnTo>
                <a:lnTo>
                  <a:pt x="1575825" y="3843219"/>
                </a:lnTo>
                <a:lnTo>
                  <a:pt x="1575548" y="3842983"/>
                </a:lnTo>
                <a:lnTo>
                  <a:pt x="1575278" y="3842740"/>
                </a:lnTo>
                <a:lnTo>
                  <a:pt x="1575016" y="3842490"/>
                </a:lnTo>
                <a:lnTo>
                  <a:pt x="1574761" y="3842233"/>
                </a:lnTo>
                <a:lnTo>
                  <a:pt x="1574514" y="3841968"/>
                </a:lnTo>
                <a:lnTo>
                  <a:pt x="1574275" y="3841697"/>
                </a:lnTo>
                <a:lnTo>
                  <a:pt x="1574044" y="3841419"/>
                </a:lnTo>
                <a:lnTo>
                  <a:pt x="1573820" y="3841134"/>
                </a:lnTo>
                <a:lnTo>
                  <a:pt x="1573603" y="3840841"/>
                </a:lnTo>
                <a:lnTo>
                  <a:pt x="1573395" y="3840542"/>
                </a:lnTo>
                <a:lnTo>
                  <a:pt x="1573193" y="3840236"/>
                </a:lnTo>
                <a:lnTo>
                  <a:pt x="1573000" y="3839922"/>
                </a:lnTo>
                <a:lnTo>
                  <a:pt x="1572815" y="3839602"/>
                </a:lnTo>
                <a:lnTo>
                  <a:pt x="1572639" y="3839274"/>
                </a:lnTo>
                <a:lnTo>
                  <a:pt x="1572470" y="3838939"/>
                </a:lnTo>
                <a:lnTo>
                  <a:pt x="1572310" y="3838598"/>
                </a:lnTo>
                <a:lnTo>
                  <a:pt x="1572158" y="3838249"/>
                </a:lnTo>
                <a:lnTo>
                  <a:pt x="1572014" y="3837893"/>
                </a:lnTo>
                <a:lnTo>
                  <a:pt x="1571879" y="3837530"/>
                </a:lnTo>
                <a:lnTo>
                  <a:pt x="1571751" y="3837161"/>
                </a:lnTo>
                <a:lnTo>
                  <a:pt x="1571632" y="3836784"/>
                </a:lnTo>
                <a:lnTo>
                  <a:pt x="1571521" y="3836400"/>
                </a:lnTo>
                <a:lnTo>
                  <a:pt x="1571418" y="3836009"/>
                </a:lnTo>
                <a:lnTo>
                  <a:pt x="1571324" y="3835611"/>
                </a:lnTo>
                <a:lnTo>
                  <a:pt x="1571238" y="3835206"/>
                </a:lnTo>
                <a:lnTo>
                  <a:pt x="1571160" y="3834794"/>
                </a:lnTo>
                <a:lnTo>
                  <a:pt x="1571090" y="3834375"/>
                </a:lnTo>
                <a:lnTo>
                  <a:pt x="1571028" y="3833948"/>
                </a:lnTo>
                <a:lnTo>
                  <a:pt x="1570975" y="3833515"/>
                </a:lnTo>
                <a:lnTo>
                  <a:pt x="1570929" y="3833075"/>
                </a:lnTo>
                <a:lnTo>
                  <a:pt x="1570892" y="3832628"/>
                </a:lnTo>
                <a:lnTo>
                  <a:pt x="1570864" y="3832173"/>
                </a:lnTo>
                <a:lnTo>
                  <a:pt x="1570843" y="3831712"/>
                </a:lnTo>
                <a:lnTo>
                  <a:pt x="1570831" y="3831243"/>
                </a:lnTo>
                <a:lnTo>
                  <a:pt x="1570827" y="3830768"/>
                </a:lnTo>
                <a:lnTo>
                  <a:pt x="1570827" y="3785796"/>
                </a:lnTo>
                <a:lnTo>
                  <a:pt x="1609881" y="3785796"/>
                </a:lnTo>
                <a:lnTo>
                  <a:pt x="1609881" y="3772609"/>
                </a:lnTo>
                <a:lnTo>
                  <a:pt x="1570827" y="3772609"/>
                </a:lnTo>
                <a:lnTo>
                  <a:pt x="1570827" y="3745051"/>
                </a:lnTo>
                <a:lnTo>
                  <a:pt x="1560344" y="3745051"/>
                </a:lnTo>
                <a:lnTo>
                  <a:pt x="1554427" y="3772609"/>
                </a:lnTo>
                <a:lnTo>
                  <a:pt x="1528898" y="3772609"/>
                </a:lnTo>
                <a:lnTo>
                  <a:pt x="1528898" y="3785796"/>
                </a:lnTo>
                <a:lnTo>
                  <a:pt x="1553920" y="3785796"/>
                </a:lnTo>
                <a:lnTo>
                  <a:pt x="1553920" y="3832120"/>
                </a:lnTo>
                <a:lnTo>
                  <a:pt x="1553935" y="3833374"/>
                </a:lnTo>
                <a:lnTo>
                  <a:pt x="1553982" y="3834598"/>
                </a:lnTo>
                <a:lnTo>
                  <a:pt x="1554060" y="3835792"/>
                </a:lnTo>
                <a:lnTo>
                  <a:pt x="1554169" y="3836958"/>
                </a:lnTo>
                <a:lnTo>
                  <a:pt x="1554309" y="3838093"/>
                </a:lnTo>
                <a:lnTo>
                  <a:pt x="1554480" y="3839200"/>
                </a:lnTo>
                <a:lnTo>
                  <a:pt x="1554682" y="3840277"/>
                </a:lnTo>
                <a:lnTo>
                  <a:pt x="1554915" y="3841325"/>
                </a:lnTo>
                <a:lnTo>
                  <a:pt x="1555180" y="3842344"/>
                </a:lnTo>
                <a:lnTo>
                  <a:pt x="1555475" y="3843333"/>
                </a:lnTo>
                <a:lnTo>
                  <a:pt x="1555802" y="3844293"/>
                </a:lnTo>
                <a:lnTo>
                  <a:pt x="1556160" y="3845223"/>
                </a:lnTo>
                <a:lnTo>
                  <a:pt x="1556549" y="3846124"/>
                </a:lnTo>
                <a:lnTo>
                  <a:pt x="1556969" y="3846996"/>
                </a:lnTo>
                <a:lnTo>
                  <a:pt x="1557420" y="3847838"/>
                </a:lnTo>
                <a:lnTo>
                  <a:pt x="1557902" y="3848651"/>
                </a:lnTo>
                <a:lnTo>
                  <a:pt x="1558416" y="3849435"/>
                </a:lnTo>
                <a:lnTo>
                  <a:pt x="1558960" y="3850189"/>
                </a:lnTo>
                <a:lnTo>
                  <a:pt x="1559536" y="3850914"/>
                </a:lnTo>
                <a:lnTo>
                  <a:pt x="1560143" y="3851610"/>
                </a:lnTo>
                <a:lnTo>
                  <a:pt x="1560780" y="3852276"/>
                </a:lnTo>
                <a:lnTo>
                  <a:pt x="1561449" y="3852913"/>
                </a:lnTo>
                <a:lnTo>
                  <a:pt x="1562149" y="3853521"/>
                </a:lnTo>
                <a:lnTo>
                  <a:pt x="1562881" y="3854099"/>
                </a:lnTo>
                <a:lnTo>
                  <a:pt x="1563638" y="3854637"/>
                </a:lnTo>
                <a:lnTo>
                  <a:pt x="1564417" y="3855152"/>
                </a:lnTo>
                <a:lnTo>
                  <a:pt x="1565218" y="3855644"/>
                </a:lnTo>
                <a:lnTo>
                  <a:pt x="1566041" y="3856114"/>
                </a:lnTo>
                <a:lnTo>
                  <a:pt x="1566886" y="3856560"/>
                </a:lnTo>
                <a:lnTo>
                  <a:pt x="1567752" y="3856984"/>
                </a:lnTo>
                <a:lnTo>
                  <a:pt x="1568640" y="3857384"/>
                </a:lnTo>
                <a:lnTo>
                  <a:pt x="1569549" y="3857762"/>
                </a:lnTo>
                <a:lnTo>
                  <a:pt x="1570481" y="3858117"/>
                </a:lnTo>
                <a:lnTo>
                  <a:pt x="1571434" y="3858449"/>
                </a:lnTo>
                <a:lnTo>
                  <a:pt x="1572408" y="3858758"/>
                </a:lnTo>
                <a:lnTo>
                  <a:pt x="1573405" y="3859044"/>
                </a:lnTo>
                <a:lnTo>
                  <a:pt x="1574423" y="3859308"/>
                </a:lnTo>
                <a:lnTo>
                  <a:pt x="1575463" y="3859548"/>
                </a:lnTo>
                <a:lnTo>
                  <a:pt x="1576525" y="3859765"/>
                </a:lnTo>
                <a:lnTo>
                  <a:pt x="1577608" y="3859960"/>
                </a:lnTo>
                <a:lnTo>
                  <a:pt x="1578713" y="3860132"/>
                </a:lnTo>
                <a:lnTo>
                  <a:pt x="1579840" y="3860281"/>
                </a:lnTo>
                <a:lnTo>
                  <a:pt x="1580988" y="3860407"/>
                </a:lnTo>
                <a:lnTo>
                  <a:pt x="1582159" y="3860510"/>
                </a:lnTo>
                <a:lnTo>
                  <a:pt x="1583351" y="3860590"/>
                </a:lnTo>
                <a:lnTo>
                  <a:pt x="1584564" y="3860647"/>
                </a:lnTo>
                <a:lnTo>
                  <a:pt x="1585800" y="3860681"/>
                </a:lnTo>
                <a:lnTo>
                  <a:pt x="1587057" y="3860693"/>
                </a:lnTo>
                <a:lnTo>
                  <a:pt x="1587578" y="3860690"/>
                </a:lnTo>
                <a:lnTo>
                  <a:pt x="1588100" y="3860683"/>
                </a:lnTo>
                <a:lnTo>
                  <a:pt x="1588621" y="3860672"/>
                </a:lnTo>
                <a:lnTo>
                  <a:pt x="1589142" y="3860655"/>
                </a:lnTo>
                <a:lnTo>
                  <a:pt x="1589663" y="3860634"/>
                </a:lnTo>
                <a:lnTo>
                  <a:pt x="1590185" y="3860608"/>
                </a:lnTo>
                <a:lnTo>
                  <a:pt x="1590706" y="3860578"/>
                </a:lnTo>
                <a:lnTo>
                  <a:pt x="1591227" y="3860542"/>
                </a:lnTo>
                <a:close/>
                <a:moveTo>
                  <a:pt x="1681592" y="3859932"/>
                </a:moveTo>
                <a:lnTo>
                  <a:pt x="1682517" y="3859753"/>
                </a:lnTo>
                <a:lnTo>
                  <a:pt x="1683431" y="3859556"/>
                </a:lnTo>
                <a:lnTo>
                  <a:pt x="1684331" y="3859340"/>
                </a:lnTo>
                <a:lnTo>
                  <a:pt x="1685220" y="3859105"/>
                </a:lnTo>
                <a:lnTo>
                  <a:pt x="1686096" y="3858852"/>
                </a:lnTo>
                <a:lnTo>
                  <a:pt x="1686960" y="3858579"/>
                </a:lnTo>
                <a:lnTo>
                  <a:pt x="1687811" y="3858288"/>
                </a:lnTo>
                <a:lnTo>
                  <a:pt x="1688651" y="3857978"/>
                </a:lnTo>
                <a:lnTo>
                  <a:pt x="1689477" y="3857650"/>
                </a:lnTo>
                <a:lnTo>
                  <a:pt x="1690292" y="3857302"/>
                </a:lnTo>
                <a:lnTo>
                  <a:pt x="1691094" y="3856936"/>
                </a:lnTo>
                <a:lnTo>
                  <a:pt x="1691884" y="3856551"/>
                </a:lnTo>
                <a:lnTo>
                  <a:pt x="1692662" y="3856147"/>
                </a:lnTo>
                <a:lnTo>
                  <a:pt x="1693427" y="3855724"/>
                </a:lnTo>
                <a:lnTo>
                  <a:pt x="1694180" y="3855283"/>
                </a:lnTo>
                <a:lnTo>
                  <a:pt x="1694919" y="3854810"/>
                </a:lnTo>
                <a:lnTo>
                  <a:pt x="1695644" y="3854323"/>
                </a:lnTo>
                <a:lnTo>
                  <a:pt x="1696354" y="3853822"/>
                </a:lnTo>
                <a:lnTo>
                  <a:pt x="1697049" y="3853305"/>
                </a:lnTo>
                <a:lnTo>
                  <a:pt x="1697730" y="3852774"/>
                </a:lnTo>
                <a:lnTo>
                  <a:pt x="1698396" y="3852229"/>
                </a:lnTo>
                <a:lnTo>
                  <a:pt x="1699047" y="3851668"/>
                </a:lnTo>
                <a:lnTo>
                  <a:pt x="1699684" y="3851093"/>
                </a:lnTo>
                <a:lnTo>
                  <a:pt x="1700306" y="3850504"/>
                </a:lnTo>
                <a:lnTo>
                  <a:pt x="1700913" y="3849899"/>
                </a:lnTo>
                <a:lnTo>
                  <a:pt x="1701506" y="3849280"/>
                </a:lnTo>
                <a:lnTo>
                  <a:pt x="1702083" y="3848647"/>
                </a:lnTo>
                <a:lnTo>
                  <a:pt x="1702647" y="3847998"/>
                </a:lnTo>
                <a:lnTo>
                  <a:pt x="1703195" y="3847335"/>
                </a:lnTo>
                <a:lnTo>
                  <a:pt x="1703729" y="3846657"/>
                </a:lnTo>
                <a:lnTo>
                  <a:pt x="1704248" y="3845965"/>
                </a:lnTo>
                <a:lnTo>
                  <a:pt x="1704753" y="3845258"/>
                </a:lnTo>
                <a:lnTo>
                  <a:pt x="1705243" y="3844536"/>
                </a:lnTo>
                <a:lnTo>
                  <a:pt x="1705718" y="3843800"/>
                </a:lnTo>
                <a:lnTo>
                  <a:pt x="1706179" y="3843049"/>
                </a:lnTo>
                <a:lnTo>
                  <a:pt x="1706624" y="3842283"/>
                </a:lnTo>
                <a:lnTo>
                  <a:pt x="1707056" y="3841502"/>
                </a:lnTo>
                <a:lnTo>
                  <a:pt x="1707472" y="3840707"/>
                </a:lnTo>
                <a:lnTo>
                  <a:pt x="1707874" y="3839897"/>
                </a:lnTo>
                <a:lnTo>
                  <a:pt x="1708260" y="3839075"/>
                </a:lnTo>
                <a:lnTo>
                  <a:pt x="1708630" y="3838242"/>
                </a:lnTo>
                <a:lnTo>
                  <a:pt x="1708983" y="3837398"/>
                </a:lnTo>
                <a:lnTo>
                  <a:pt x="1709320" y="3836544"/>
                </a:lnTo>
                <a:lnTo>
                  <a:pt x="1709641" y="3835680"/>
                </a:lnTo>
                <a:lnTo>
                  <a:pt x="1709945" y="3834804"/>
                </a:lnTo>
                <a:lnTo>
                  <a:pt x="1710233" y="3833919"/>
                </a:lnTo>
                <a:lnTo>
                  <a:pt x="1710504" y="3833022"/>
                </a:lnTo>
                <a:lnTo>
                  <a:pt x="1710759" y="3832115"/>
                </a:lnTo>
                <a:lnTo>
                  <a:pt x="1710997" y="3831198"/>
                </a:lnTo>
                <a:lnTo>
                  <a:pt x="1711219" y="3830270"/>
                </a:lnTo>
                <a:lnTo>
                  <a:pt x="1711424" y="3829331"/>
                </a:lnTo>
                <a:lnTo>
                  <a:pt x="1711614" y="3828382"/>
                </a:lnTo>
                <a:lnTo>
                  <a:pt x="1711786" y="3827422"/>
                </a:lnTo>
                <a:lnTo>
                  <a:pt x="1711942" y="3826451"/>
                </a:lnTo>
                <a:lnTo>
                  <a:pt x="1712082" y="3825471"/>
                </a:lnTo>
                <a:lnTo>
                  <a:pt x="1712205" y="3824479"/>
                </a:lnTo>
                <a:lnTo>
                  <a:pt x="1712312" y="3823477"/>
                </a:lnTo>
                <a:lnTo>
                  <a:pt x="1712403" y="3822464"/>
                </a:lnTo>
                <a:lnTo>
                  <a:pt x="1712477" y="3821441"/>
                </a:lnTo>
                <a:lnTo>
                  <a:pt x="1712534" y="3820407"/>
                </a:lnTo>
                <a:lnTo>
                  <a:pt x="1712575" y="3819363"/>
                </a:lnTo>
                <a:lnTo>
                  <a:pt x="1712600" y="3818308"/>
                </a:lnTo>
                <a:lnTo>
                  <a:pt x="1712608" y="3817243"/>
                </a:lnTo>
                <a:lnTo>
                  <a:pt x="1712608" y="3814368"/>
                </a:lnTo>
                <a:lnTo>
                  <a:pt x="1712600" y="3813317"/>
                </a:lnTo>
                <a:lnTo>
                  <a:pt x="1712575" y="3812275"/>
                </a:lnTo>
                <a:lnTo>
                  <a:pt x="1712534" y="3811243"/>
                </a:lnTo>
                <a:lnTo>
                  <a:pt x="1712477" y="3810221"/>
                </a:lnTo>
                <a:lnTo>
                  <a:pt x="1712403" y="3809210"/>
                </a:lnTo>
                <a:lnTo>
                  <a:pt x="1712312" y="3808208"/>
                </a:lnTo>
                <a:lnTo>
                  <a:pt x="1712205" y="3807216"/>
                </a:lnTo>
                <a:lnTo>
                  <a:pt x="1712082" y="3806234"/>
                </a:lnTo>
                <a:lnTo>
                  <a:pt x="1711942" y="3805262"/>
                </a:lnTo>
                <a:lnTo>
                  <a:pt x="1711786" y="3804301"/>
                </a:lnTo>
                <a:lnTo>
                  <a:pt x="1711614" y="3803349"/>
                </a:lnTo>
                <a:lnTo>
                  <a:pt x="1711424" y="3802407"/>
                </a:lnTo>
                <a:lnTo>
                  <a:pt x="1711219" y="3801475"/>
                </a:lnTo>
                <a:lnTo>
                  <a:pt x="1710997" y="3800553"/>
                </a:lnTo>
                <a:lnTo>
                  <a:pt x="1710759" y="3799641"/>
                </a:lnTo>
                <a:lnTo>
                  <a:pt x="1710504" y="3798739"/>
                </a:lnTo>
                <a:lnTo>
                  <a:pt x="1710233" y="3797847"/>
                </a:lnTo>
                <a:lnTo>
                  <a:pt x="1709945" y="3796965"/>
                </a:lnTo>
                <a:lnTo>
                  <a:pt x="1709641" y="3796093"/>
                </a:lnTo>
                <a:lnTo>
                  <a:pt x="1709320" y="3795231"/>
                </a:lnTo>
                <a:lnTo>
                  <a:pt x="1708983" y="3794379"/>
                </a:lnTo>
                <a:lnTo>
                  <a:pt x="1708630" y="3793537"/>
                </a:lnTo>
                <a:lnTo>
                  <a:pt x="1708260" y="3792705"/>
                </a:lnTo>
                <a:lnTo>
                  <a:pt x="1707874" y="3791882"/>
                </a:lnTo>
                <a:lnTo>
                  <a:pt x="1707472" y="3791073"/>
                </a:lnTo>
                <a:lnTo>
                  <a:pt x="1707056" y="3790277"/>
                </a:lnTo>
                <a:lnTo>
                  <a:pt x="1706624" y="3789497"/>
                </a:lnTo>
                <a:lnTo>
                  <a:pt x="1706179" y="3788731"/>
                </a:lnTo>
                <a:lnTo>
                  <a:pt x="1705718" y="3787980"/>
                </a:lnTo>
                <a:lnTo>
                  <a:pt x="1705243" y="3787244"/>
                </a:lnTo>
                <a:lnTo>
                  <a:pt x="1704753" y="3786522"/>
                </a:lnTo>
                <a:lnTo>
                  <a:pt x="1704248" y="3785815"/>
                </a:lnTo>
                <a:lnTo>
                  <a:pt x="1703729" y="3785122"/>
                </a:lnTo>
                <a:lnTo>
                  <a:pt x="1703195" y="3784445"/>
                </a:lnTo>
                <a:lnTo>
                  <a:pt x="1702647" y="3783782"/>
                </a:lnTo>
                <a:lnTo>
                  <a:pt x="1702083" y="3783133"/>
                </a:lnTo>
                <a:lnTo>
                  <a:pt x="1701506" y="3782499"/>
                </a:lnTo>
                <a:lnTo>
                  <a:pt x="1700913" y="3781880"/>
                </a:lnTo>
                <a:lnTo>
                  <a:pt x="1700306" y="3781276"/>
                </a:lnTo>
                <a:lnTo>
                  <a:pt x="1699684" y="3780686"/>
                </a:lnTo>
                <a:lnTo>
                  <a:pt x="1699047" y="3780111"/>
                </a:lnTo>
                <a:lnTo>
                  <a:pt x="1698396" y="3779551"/>
                </a:lnTo>
                <a:lnTo>
                  <a:pt x="1697730" y="3779005"/>
                </a:lnTo>
                <a:lnTo>
                  <a:pt x="1697049" y="3778474"/>
                </a:lnTo>
                <a:lnTo>
                  <a:pt x="1696354" y="3777958"/>
                </a:lnTo>
                <a:lnTo>
                  <a:pt x="1695644" y="3777456"/>
                </a:lnTo>
                <a:lnTo>
                  <a:pt x="1694919" y="3776970"/>
                </a:lnTo>
                <a:lnTo>
                  <a:pt x="1694180" y="3776497"/>
                </a:lnTo>
                <a:lnTo>
                  <a:pt x="1693427" y="3776042"/>
                </a:lnTo>
                <a:lnTo>
                  <a:pt x="1692660" y="3775606"/>
                </a:lnTo>
                <a:lnTo>
                  <a:pt x="1691881" y="3775190"/>
                </a:lnTo>
                <a:lnTo>
                  <a:pt x="1691089" y="3774792"/>
                </a:lnTo>
                <a:lnTo>
                  <a:pt x="1690285" y="3774415"/>
                </a:lnTo>
                <a:lnTo>
                  <a:pt x="1689467" y="3774056"/>
                </a:lnTo>
                <a:lnTo>
                  <a:pt x="1688636" y="3773717"/>
                </a:lnTo>
                <a:lnTo>
                  <a:pt x="1687793" y="3773398"/>
                </a:lnTo>
                <a:lnTo>
                  <a:pt x="1686936" y="3773097"/>
                </a:lnTo>
                <a:lnTo>
                  <a:pt x="1686067" y="3772817"/>
                </a:lnTo>
                <a:lnTo>
                  <a:pt x="1685184" y="3772555"/>
                </a:lnTo>
                <a:lnTo>
                  <a:pt x="1684289" y="3772313"/>
                </a:lnTo>
                <a:lnTo>
                  <a:pt x="1683381" y="3772090"/>
                </a:lnTo>
                <a:lnTo>
                  <a:pt x="1682460" y="3771887"/>
                </a:lnTo>
                <a:lnTo>
                  <a:pt x="1681526" y="3771703"/>
                </a:lnTo>
                <a:lnTo>
                  <a:pt x="1680579" y="3771538"/>
                </a:lnTo>
                <a:lnTo>
                  <a:pt x="1679619" y="3771393"/>
                </a:lnTo>
                <a:lnTo>
                  <a:pt x="1678647" y="3771267"/>
                </a:lnTo>
                <a:lnTo>
                  <a:pt x="1677661" y="3771160"/>
                </a:lnTo>
                <a:lnTo>
                  <a:pt x="1676662" y="3771073"/>
                </a:lnTo>
                <a:lnTo>
                  <a:pt x="1675651" y="3771005"/>
                </a:lnTo>
                <a:lnTo>
                  <a:pt x="1674627" y="3770957"/>
                </a:lnTo>
                <a:lnTo>
                  <a:pt x="1673589" y="3770928"/>
                </a:lnTo>
                <a:lnTo>
                  <a:pt x="1672539" y="3770918"/>
                </a:lnTo>
                <a:lnTo>
                  <a:pt x="1671516" y="3770928"/>
                </a:lnTo>
                <a:lnTo>
                  <a:pt x="1670506" y="3770957"/>
                </a:lnTo>
                <a:lnTo>
                  <a:pt x="1669506" y="3771005"/>
                </a:lnTo>
                <a:lnTo>
                  <a:pt x="1668519" y="3771073"/>
                </a:lnTo>
                <a:lnTo>
                  <a:pt x="1667543" y="3771160"/>
                </a:lnTo>
                <a:lnTo>
                  <a:pt x="1666579" y="3771267"/>
                </a:lnTo>
                <a:lnTo>
                  <a:pt x="1665627" y="3771393"/>
                </a:lnTo>
                <a:lnTo>
                  <a:pt x="1664687" y="3771538"/>
                </a:lnTo>
                <a:lnTo>
                  <a:pt x="1663758" y="3771703"/>
                </a:lnTo>
                <a:lnTo>
                  <a:pt x="1662841" y="3771887"/>
                </a:lnTo>
                <a:lnTo>
                  <a:pt x="1661936" y="3772090"/>
                </a:lnTo>
                <a:lnTo>
                  <a:pt x="1661042" y="3772313"/>
                </a:lnTo>
                <a:lnTo>
                  <a:pt x="1660161" y="3772555"/>
                </a:lnTo>
                <a:lnTo>
                  <a:pt x="1659291" y="3772817"/>
                </a:lnTo>
                <a:lnTo>
                  <a:pt x="1658433" y="3773097"/>
                </a:lnTo>
                <a:lnTo>
                  <a:pt x="1657586" y="3773398"/>
                </a:lnTo>
                <a:lnTo>
                  <a:pt x="1656751" y="3773717"/>
                </a:lnTo>
                <a:lnTo>
                  <a:pt x="1655928" y="3774056"/>
                </a:lnTo>
                <a:lnTo>
                  <a:pt x="1655117" y="3774415"/>
                </a:lnTo>
                <a:lnTo>
                  <a:pt x="1654317" y="3774792"/>
                </a:lnTo>
                <a:lnTo>
                  <a:pt x="1653530" y="3775190"/>
                </a:lnTo>
                <a:lnTo>
                  <a:pt x="1652754" y="3775606"/>
                </a:lnTo>
                <a:lnTo>
                  <a:pt x="1651989" y="3776042"/>
                </a:lnTo>
                <a:lnTo>
                  <a:pt x="1651237" y="3776497"/>
                </a:lnTo>
                <a:lnTo>
                  <a:pt x="1650497" y="3776956"/>
                </a:lnTo>
                <a:lnTo>
                  <a:pt x="1649773" y="3777429"/>
                </a:lnTo>
                <a:lnTo>
                  <a:pt x="1649062" y="3777918"/>
                </a:lnTo>
                <a:lnTo>
                  <a:pt x="1648367" y="3778423"/>
                </a:lnTo>
                <a:lnTo>
                  <a:pt x="1647686" y="3778942"/>
                </a:lnTo>
                <a:lnTo>
                  <a:pt x="1647020" y="3779477"/>
                </a:lnTo>
                <a:lnTo>
                  <a:pt x="1646369" y="3780027"/>
                </a:lnTo>
                <a:lnTo>
                  <a:pt x="1645732" y="3780592"/>
                </a:lnTo>
                <a:lnTo>
                  <a:pt x="1645111" y="3781173"/>
                </a:lnTo>
                <a:lnTo>
                  <a:pt x="1644503" y="3781769"/>
                </a:lnTo>
                <a:lnTo>
                  <a:pt x="1643911" y="3782380"/>
                </a:lnTo>
                <a:lnTo>
                  <a:pt x="1643333" y="3783006"/>
                </a:lnTo>
                <a:lnTo>
                  <a:pt x="1642769" y="3783648"/>
                </a:lnTo>
                <a:lnTo>
                  <a:pt x="1642221" y="3784305"/>
                </a:lnTo>
                <a:lnTo>
                  <a:pt x="1641687" y="3784977"/>
                </a:lnTo>
                <a:lnTo>
                  <a:pt x="1641168" y="3785664"/>
                </a:lnTo>
                <a:lnTo>
                  <a:pt x="1640663" y="3786367"/>
                </a:lnTo>
                <a:lnTo>
                  <a:pt x="1640173" y="3787085"/>
                </a:lnTo>
                <a:lnTo>
                  <a:pt x="1639698" y="3787818"/>
                </a:lnTo>
                <a:lnTo>
                  <a:pt x="1639238" y="3788567"/>
                </a:lnTo>
                <a:lnTo>
                  <a:pt x="1638792" y="3789330"/>
                </a:lnTo>
                <a:lnTo>
                  <a:pt x="1638360" y="3790109"/>
                </a:lnTo>
                <a:lnTo>
                  <a:pt x="1637944" y="3790904"/>
                </a:lnTo>
                <a:lnTo>
                  <a:pt x="1637542" y="3791713"/>
                </a:lnTo>
                <a:lnTo>
                  <a:pt x="1637156" y="3792536"/>
                </a:lnTo>
                <a:lnTo>
                  <a:pt x="1636786" y="3793369"/>
                </a:lnTo>
                <a:lnTo>
                  <a:pt x="1636433" y="3794212"/>
                </a:lnTo>
                <a:lnTo>
                  <a:pt x="1636096" y="3795066"/>
                </a:lnTo>
                <a:lnTo>
                  <a:pt x="1635775" y="3795931"/>
                </a:lnTo>
                <a:lnTo>
                  <a:pt x="1635471" y="3796806"/>
                </a:lnTo>
                <a:lnTo>
                  <a:pt x="1635183" y="3797692"/>
                </a:lnTo>
                <a:lnTo>
                  <a:pt x="1634912" y="3798589"/>
                </a:lnTo>
                <a:lnTo>
                  <a:pt x="1634657" y="3799496"/>
                </a:lnTo>
                <a:lnTo>
                  <a:pt x="1634419" y="3800413"/>
                </a:lnTo>
                <a:lnTo>
                  <a:pt x="1634197" y="3801341"/>
                </a:lnTo>
                <a:lnTo>
                  <a:pt x="1633992" y="3802280"/>
                </a:lnTo>
                <a:lnTo>
                  <a:pt x="1633803" y="3803229"/>
                </a:lnTo>
                <a:lnTo>
                  <a:pt x="1633630" y="3804189"/>
                </a:lnTo>
                <a:lnTo>
                  <a:pt x="1633474" y="3805159"/>
                </a:lnTo>
                <a:lnTo>
                  <a:pt x="1633334" y="3806140"/>
                </a:lnTo>
                <a:lnTo>
                  <a:pt x="1633211" y="3807132"/>
                </a:lnTo>
                <a:lnTo>
                  <a:pt x="1633104" y="3808134"/>
                </a:lnTo>
                <a:lnTo>
                  <a:pt x="1633014" y="3809147"/>
                </a:lnTo>
                <a:lnTo>
                  <a:pt x="1632940" y="3810170"/>
                </a:lnTo>
                <a:lnTo>
                  <a:pt x="1632882" y="3811204"/>
                </a:lnTo>
                <a:lnTo>
                  <a:pt x="1632841" y="3812248"/>
                </a:lnTo>
                <a:lnTo>
                  <a:pt x="1632817" y="3813303"/>
                </a:lnTo>
                <a:lnTo>
                  <a:pt x="1632808" y="3814368"/>
                </a:lnTo>
                <a:lnTo>
                  <a:pt x="1632808" y="3817243"/>
                </a:lnTo>
                <a:lnTo>
                  <a:pt x="1632817" y="3818281"/>
                </a:lnTo>
                <a:lnTo>
                  <a:pt x="1632841" y="3819310"/>
                </a:lnTo>
                <a:lnTo>
                  <a:pt x="1632882" y="3820331"/>
                </a:lnTo>
                <a:lnTo>
                  <a:pt x="1632940" y="3821342"/>
                </a:lnTo>
                <a:lnTo>
                  <a:pt x="1633014" y="3822345"/>
                </a:lnTo>
                <a:lnTo>
                  <a:pt x="1633104" y="3823340"/>
                </a:lnTo>
                <a:lnTo>
                  <a:pt x="1633211" y="3824325"/>
                </a:lnTo>
                <a:lnTo>
                  <a:pt x="1633334" y="3825301"/>
                </a:lnTo>
                <a:lnTo>
                  <a:pt x="1633474" y="3826269"/>
                </a:lnTo>
                <a:lnTo>
                  <a:pt x="1633630" y="3827228"/>
                </a:lnTo>
                <a:lnTo>
                  <a:pt x="1633803" y="3828178"/>
                </a:lnTo>
                <a:lnTo>
                  <a:pt x="1633992" y="3829120"/>
                </a:lnTo>
                <a:lnTo>
                  <a:pt x="1634197" y="3830052"/>
                </a:lnTo>
                <a:lnTo>
                  <a:pt x="1634419" y="3830976"/>
                </a:lnTo>
                <a:lnTo>
                  <a:pt x="1634657" y="3831891"/>
                </a:lnTo>
                <a:lnTo>
                  <a:pt x="1634912" y="3832797"/>
                </a:lnTo>
                <a:lnTo>
                  <a:pt x="1635183" y="3833694"/>
                </a:lnTo>
                <a:lnTo>
                  <a:pt x="1635471" y="3834583"/>
                </a:lnTo>
                <a:lnTo>
                  <a:pt x="1635775" y="3835462"/>
                </a:lnTo>
                <a:lnTo>
                  <a:pt x="1636096" y="3836333"/>
                </a:lnTo>
                <a:lnTo>
                  <a:pt x="1636433" y="3837195"/>
                </a:lnTo>
                <a:lnTo>
                  <a:pt x="1636786" y="3838048"/>
                </a:lnTo>
                <a:lnTo>
                  <a:pt x="1637156" y="3838893"/>
                </a:lnTo>
                <a:lnTo>
                  <a:pt x="1637542" y="3839729"/>
                </a:lnTo>
                <a:lnTo>
                  <a:pt x="1637944" y="3840538"/>
                </a:lnTo>
                <a:lnTo>
                  <a:pt x="1638360" y="3841333"/>
                </a:lnTo>
                <a:lnTo>
                  <a:pt x="1638792" y="3842114"/>
                </a:lnTo>
                <a:lnTo>
                  <a:pt x="1639238" y="3842880"/>
                </a:lnTo>
                <a:lnTo>
                  <a:pt x="1639698" y="3843631"/>
                </a:lnTo>
                <a:lnTo>
                  <a:pt x="1640173" y="3844367"/>
                </a:lnTo>
                <a:lnTo>
                  <a:pt x="1640663" y="3845089"/>
                </a:lnTo>
                <a:lnTo>
                  <a:pt x="1641168" y="3845796"/>
                </a:lnTo>
                <a:lnTo>
                  <a:pt x="1641687" y="3846488"/>
                </a:lnTo>
                <a:lnTo>
                  <a:pt x="1642221" y="3847166"/>
                </a:lnTo>
                <a:lnTo>
                  <a:pt x="1642769" y="3847829"/>
                </a:lnTo>
                <a:lnTo>
                  <a:pt x="1643333" y="3848478"/>
                </a:lnTo>
                <a:lnTo>
                  <a:pt x="1643911" y="3849111"/>
                </a:lnTo>
                <a:lnTo>
                  <a:pt x="1644503" y="3849730"/>
                </a:lnTo>
                <a:lnTo>
                  <a:pt x="1645111" y="3850335"/>
                </a:lnTo>
                <a:lnTo>
                  <a:pt x="1645732" y="3850924"/>
                </a:lnTo>
                <a:lnTo>
                  <a:pt x="1646369" y="3851499"/>
                </a:lnTo>
                <a:lnTo>
                  <a:pt x="1647020" y="3852060"/>
                </a:lnTo>
                <a:lnTo>
                  <a:pt x="1647686" y="3852605"/>
                </a:lnTo>
                <a:lnTo>
                  <a:pt x="1648367" y="3853136"/>
                </a:lnTo>
                <a:lnTo>
                  <a:pt x="1649062" y="3853653"/>
                </a:lnTo>
                <a:lnTo>
                  <a:pt x="1649773" y="3854154"/>
                </a:lnTo>
                <a:lnTo>
                  <a:pt x="1650497" y="3854641"/>
                </a:lnTo>
                <a:lnTo>
                  <a:pt x="1651237" y="3855113"/>
                </a:lnTo>
                <a:lnTo>
                  <a:pt x="1651989" y="3855569"/>
                </a:lnTo>
                <a:lnTo>
                  <a:pt x="1652755" y="3856005"/>
                </a:lnTo>
                <a:lnTo>
                  <a:pt x="1653532" y="3856421"/>
                </a:lnTo>
                <a:lnTo>
                  <a:pt x="1654322" y="3856818"/>
                </a:lnTo>
                <a:lnTo>
                  <a:pt x="1655124" y="3857196"/>
                </a:lnTo>
                <a:lnTo>
                  <a:pt x="1655939" y="3857554"/>
                </a:lnTo>
                <a:lnTo>
                  <a:pt x="1656766" y="3857893"/>
                </a:lnTo>
                <a:lnTo>
                  <a:pt x="1657605" y="3858213"/>
                </a:lnTo>
                <a:lnTo>
                  <a:pt x="1658456" y="3858513"/>
                </a:lnTo>
                <a:lnTo>
                  <a:pt x="1659320" y="3858794"/>
                </a:lnTo>
                <a:lnTo>
                  <a:pt x="1660196" y="3859056"/>
                </a:lnTo>
                <a:lnTo>
                  <a:pt x="1661085" y="3859298"/>
                </a:lnTo>
                <a:lnTo>
                  <a:pt x="1661986" y="3859521"/>
                </a:lnTo>
                <a:lnTo>
                  <a:pt x="1662899" y="3859724"/>
                </a:lnTo>
                <a:lnTo>
                  <a:pt x="1663824" y="3859908"/>
                </a:lnTo>
                <a:lnTo>
                  <a:pt x="1664762" y="3860073"/>
                </a:lnTo>
                <a:lnTo>
                  <a:pt x="1665712" y="3860218"/>
                </a:lnTo>
                <a:lnTo>
                  <a:pt x="1666674" y="3860344"/>
                </a:lnTo>
                <a:lnTo>
                  <a:pt x="1667649" y="3860451"/>
                </a:lnTo>
                <a:lnTo>
                  <a:pt x="1668636" y="3860538"/>
                </a:lnTo>
                <a:lnTo>
                  <a:pt x="1669636" y="3860606"/>
                </a:lnTo>
                <a:lnTo>
                  <a:pt x="1670648" y="3860654"/>
                </a:lnTo>
                <a:lnTo>
                  <a:pt x="1671672" y="3860683"/>
                </a:lnTo>
                <a:lnTo>
                  <a:pt x="1672708" y="3860693"/>
                </a:lnTo>
                <a:lnTo>
                  <a:pt x="1673744" y="3860683"/>
                </a:lnTo>
                <a:lnTo>
                  <a:pt x="1674769" y="3860655"/>
                </a:lnTo>
                <a:lnTo>
                  <a:pt x="1675780" y="3860608"/>
                </a:lnTo>
                <a:lnTo>
                  <a:pt x="1676780" y="3860542"/>
                </a:lnTo>
                <a:lnTo>
                  <a:pt x="1677767" y="3860458"/>
                </a:lnTo>
                <a:lnTo>
                  <a:pt x="1678742" y="3860355"/>
                </a:lnTo>
                <a:lnTo>
                  <a:pt x="1679704" y="3860232"/>
                </a:lnTo>
                <a:lnTo>
                  <a:pt x="1680654" y="3860092"/>
                </a:lnTo>
                <a:lnTo>
                  <a:pt x="1681592" y="3859932"/>
                </a:lnTo>
                <a:close/>
                <a:moveTo>
                  <a:pt x="1665932" y="3847690"/>
                </a:moveTo>
                <a:lnTo>
                  <a:pt x="1665235" y="3847456"/>
                </a:lnTo>
                <a:lnTo>
                  <a:pt x="1664549" y="3847197"/>
                </a:lnTo>
                <a:lnTo>
                  <a:pt x="1663874" y="3846914"/>
                </a:lnTo>
                <a:lnTo>
                  <a:pt x="1663211" y="3846606"/>
                </a:lnTo>
                <a:lnTo>
                  <a:pt x="1662558" y="3846273"/>
                </a:lnTo>
                <a:lnTo>
                  <a:pt x="1661917" y="3845915"/>
                </a:lnTo>
                <a:lnTo>
                  <a:pt x="1661287" y="3845533"/>
                </a:lnTo>
                <a:lnTo>
                  <a:pt x="1660668" y="3845126"/>
                </a:lnTo>
                <a:lnTo>
                  <a:pt x="1660060" y="3844695"/>
                </a:lnTo>
                <a:lnTo>
                  <a:pt x="1659463" y="3844239"/>
                </a:lnTo>
                <a:lnTo>
                  <a:pt x="1658878" y="3843758"/>
                </a:lnTo>
                <a:lnTo>
                  <a:pt x="1658303" y="3843252"/>
                </a:lnTo>
                <a:lnTo>
                  <a:pt x="1657740" y="3842722"/>
                </a:lnTo>
                <a:lnTo>
                  <a:pt x="1657188" y="3842168"/>
                </a:lnTo>
                <a:lnTo>
                  <a:pt x="1656647" y="3841588"/>
                </a:lnTo>
                <a:lnTo>
                  <a:pt x="1656136" y="3840973"/>
                </a:lnTo>
                <a:lnTo>
                  <a:pt x="1655648" y="3840338"/>
                </a:lnTo>
                <a:lnTo>
                  <a:pt x="1655181" y="3839684"/>
                </a:lnTo>
                <a:lnTo>
                  <a:pt x="1654735" y="3839010"/>
                </a:lnTo>
                <a:lnTo>
                  <a:pt x="1654312" y="3838317"/>
                </a:lnTo>
                <a:lnTo>
                  <a:pt x="1653910" y="3837605"/>
                </a:lnTo>
                <a:lnTo>
                  <a:pt x="1653530" y="3836873"/>
                </a:lnTo>
                <a:lnTo>
                  <a:pt x="1653171" y="3836122"/>
                </a:lnTo>
                <a:lnTo>
                  <a:pt x="1652835" y="3835351"/>
                </a:lnTo>
                <a:lnTo>
                  <a:pt x="1652520" y="3834561"/>
                </a:lnTo>
                <a:lnTo>
                  <a:pt x="1652227" y="3833752"/>
                </a:lnTo>
                <a:lnTo>
                  <a:pt x="1651955" y="3832924"/>
                </a:lnTo>
                <a:lnTo>
                  <a:pt x="1651705" y="3832076"/>
                </a:lnTo>
                <a:lnTo>
                  <a:pt x="1651477" y="3831208"/>
                </a:lnTo>
                <a:lnTo>
                  <a:pt x="1651271" y="3830322"/>
                </a:lnTo>
                <a:lnTo>
                  <a:pt x="1651086" y="3829415"/>
                </a:lnTo>
                <a:lnTo>
                  <a:pt x="1650923" y="3828490"/>
                </a:lnTo>
                <a:lnTo>
                  <a:pt x="1650782" y="3827545"/>
                </a:lnTo>
                <a:lnTo>
                  <a:pt x="1650663" y="3826581"/>
                </a:lnTo>
                <a:lnTo>
                  <a:pt x="1650565" y="3825597"/>
                </a:lnTo>
                <a:lnTo>
                  <a:pt x="1650489" y="3824594"/>
                </a:lnTo>
                <a:lnTo>
                  <a:pt x="1650435" y="3823572"/>
                </a:lnTo>
                <a:lnTo>
                  <a:pt x="1650402" y="3822530"/>
                </a:lnTo>
                <a:lnTo>
                  <a:pt x="1650391" y="3821469"/>
                </a:lnTo>
                <a:lnTo>
                  <a:pt x="1650391" y="3810142"/>
                </a:lnTo>
                <a:lnTo>
                  <a:pt x="1650402" y="3809081"/>
                </a:lnTo>
                <a:lnTo>
                  <a:pt x="1650435" y="3808040"/>
                </a:lnTo>
                <a:lnTo>
                  <a:pt x="1650489" y="3807019"/>
                </a:lnTo>
                <a:lnTo>
                  <a:pt x="1650565" y="3806018"/>
                </a:lnTo>
                <a:lnTo>
                  <a:pt x="1650663" y="3805037"/>
                </a:lnTo>
                <a:lnTo>
                  <a:pt x="1650782" y="3804076"/>
                </a:lnTo>
                <a:lnTo>
                  <a:pt x="1650923" y="3803135"/>
                </a:lnTo>
                <a:lnTo>
                  <a:pt x="1651086" y="3802214"/>
                </a:lnTo>
                <a:lnTo>
                  <a:pt x="1651271" y="3801313"/>
                </a:lnTo>
                <a:lnTo>
                  <a:pt x="1651477" y="3800432"/>
                </a:lnTo>
                <a:lnTo>
                  <a:pt x="1651705" y="3799571"/>
                </a:lnTo>
                <a:lnTo>
                  <a:pt x="1651955" y="3798730"/>
                </a:lnTo>
                <a:lnTo>
                  <a:pt x="1652227" y="3797908"/>
                </a:lnTo>
                <a:lnTo>
                  <a:pt x="1652520" y="3797107"/>
                </a:lnTo>
                <a:lnTo>
                  <a:pt x="1652835" y="3796326"/>
                </a:lnTo>
                <a:lnTo>
                  <a:pt x="1653171" y="3795564"/>
                </a:lnTo>
                <a:lnTo>
                  <a:pt x="1653530" y="3794823"/>
                </a:lnTo>
                <a:lnTo>
                  <a:pt x="1653910" y="3794101"/>
                </a:lnTo>
                <a:lnTo>
                  <a:pt x="1654312" y="3793400"/>
                </a:lnTo>
                <a:lnTo>
                  <a:pt x="1654735" y="3792718"/>
                </a:lnTo>
                <a:lnTo>
                  <a:pt x="1655181" y="3792057"/>
                </a:lnTo>
                <a:lnTo>
                  <a:pt x="1655648" y="3791415"/>
                </a:lnTo>
                <a:lnTo>
                  <a:pt x="1656136" y="3790793"/>
                </a:lnTo>
                <a:lnTo>
                  <a:pt x="1656647" y="3790192"/>
                </a:lnTo>
                <a:lnTo>
                  <a:pt x="1657188" y="3789599"/>
                </a:lnTo>
                <a:lnTo>
                  <a:pt x="1657740" y="3789031"/>
                </a:lnTo>
                <a:lnTo>
                  <a:pt x="1658303" y="3788488"/>
                </a:lnTo>
                <a:lnTo>
                  <a:pt x="1658878" y="3787970"/>
                </a:lnTo>
                <a:lnTo>
                  <a:pt x="1659463" y="3787478"/>
                </a:lnTo>
                <a:lnTo>
                  <a:pt x="1660060" y="3787011"/>
                </a:lnTo>
                <a:lnTo>
                  <a:pt x="1660668" y="3786569"/>
                </a:lnTo>
                <a:lnTo>
                  <a:pt x="1661287" y="3786153"/>
                </a:lnTo>
                <a:lnTo>
                  <a:pt x="1661917" y="3785762"/>
                </a:lnTo>
                <a:lnTo>
                  <a:pt x="1662558" y="3785396"/>
                </a:lnTo>
                <a:lnTo>
                  <a:pt x="1663211" y="3785055"/>
                </a:lnTo>
                <a:lnTo>
                  <a:pt x="1663874" y="3784739"/>
                </a:lnTo>
                <a:lnTo>
                  <a:pt x="1664549" y="3784449"/>
                </a:lnTo>
                <a:lnTo>
                  <a:pt x="1665235" y="3784184"/>
                </a:lnTo>
                <a:lnTo>
                  <a:pt x="1665932" y="3783944"/>
                </a:lnTo>
                <a:lnTo>
                  <a:pt x="1666640" y="3783730"/>
                </a:lnTo>
                <a:lnTo>
                  <a:pt x="1667360" y="3783540"/>
                </a:lnTo>
                <a:lnTo>
                  <a:pt x="1668090" y="3783376"/>
                </a:lnTo>
                <a:lnTo>
                  <a:pt x="1668832" y="3783237"/>
                </a:lnTo>
                <a:lnTo>
                  <a:pt x="1669585" y="3783124"/>
                </a:lnTo>
                <a:lnTo>
                  <a:pt x="1670349" y="3783036"/>
                </a:lnTo>
                <a:lnTo>
                  <a:pt x="1671124" y="3782972"/>
                </a:lnTo>
                <a:lnTo>
                  <a:pt x="1671910" y="3782935"/>
                </a:lnTo>
                <a:lnTo>
                  <a:pt x="1672708" y="3782922"/>
                </a:lnTo>
                <a:lnTo>
                  <a:pt x="1673519" y="3782935"/>
                </a:lnTo>
                <a:lnTo>
                  <a:pt x="1674318" y="3782972"/>
                </a:lnTo>
                <a:lnTo>
                  <a:pt x="1675104" y="3783036"/>
                </a:lnTo>
                <a:lnTo>
                  <a:pt x="1675878" y="3783124"/>
                </a:lnTo>
                <a:lnTo>
                  <a:pt x="1676640" y="3783237"/>
                </a:lnTo>
                <a:lnTo>
                  <a:pt x="1677389" y="3783376"/>
                </a:lnTo>
                <a:lnTo>
                  <a:pt x="1678126" y="3783540"/>
                </a:lnTo>
                <a:lnTo>
                  <a:pt x="1678851" y="3783730"/>
                </a:lnTo>
                <a:lnTo>
                  <a:pt x="1679563" y="3783944"/>
                </a:lnTo>
                <a:lnTo>
                  <a:pt x="1680263" y="3784184"/>
                </a:lnTo>
                <a:lnTo>
                  <a:pt x="1680951" y="3784449"/>
                </a:lnTo>
                <a:lnTo>
                  <a:pt x="1681626" y="3784739"/>
                </a:lnTo>
                <a:lnTo>
                  <a:pt x="1682289" y="3785055"/>
                </a:lnTo>
                <a:lnTo>
                  <a:pt x="1682940" y="3785396"/>
                </a:lnTo>
                <a:lnTo>
                  <a:pt x="1683579" y="3785762"/>
                </a:lnTo>
                <a:lnTo>
                  <a:pt x="1684205" y="3786153"/>
                </a:lnTo>
                <a:lnTo>
                  <a:pt x="1684818" y="3786569"/>
                </a:lnTo>
                <a:lnTo>
                  <a:pt x="1685420" y="3787011"/>
                </a:lnTo>
                <a:lnTo>
                  <a:pt x="1686009" y="3787478"/>
                </a:lnTo>
                <a:lnTo>
                  <a:pt x="1686586" y="3787970"/>
                </a:lnTo>
                <a:lnTo>
                  <a:pt x="1687150" y="3788488"/>
                </a:lnTo>
                <a:lnTo>
                  <a:pt x="1687702" y="3789031"/>
                </a:lnTo>
                <a:lnTo>
                  <a:pt x="1688242" y="3789599"/>
                </a:lnTo>
                <a:lnTo>
                  <a:pt x="1688770" y="3790192"/>
                </a:lnTo>
                <a:lnTo>
                  <a:pt x="1689280" y="3790793"/>
                </a:lnTo>
                <a:lnTo>
                  <a:pt x="1689769" y="3791415"/>
                </a:lnTo>
                <a:lnTo>
                  <a:pt x="1690236" y="3792057"/>
                </a:lnTo>
                <a:lnTo>
                  <a:pt x="1690681" y="3792718"/>
                </a:lnTo>
                <a:lnTo>
                  <a:pt x="1691104" y="3793400"/>
                </a:lnTo>
                <a:lnTo>
                  <a:pt x="1691506" y="3794101"/>
                </a:lnTo>
                <a:lnTo>
                  <a:pt x="1691886" y="3794823"/>
                </a:lnTo>
                <a:lnTo>
                  <a:pt x="1692245" y="3795564"/>
                </a:lnTo>
                <a:lnTo>
                  <a:pt x="1692581" y="3796326"/>
                </a:lnTo>
                <a:lnTo>
                  <a:pt x="1692896" y="3797107"/>
                </a:lnTo>
                <a:lnTo>
                  <a:pt x="1693190" y="3797908"/>
                </a:lnTo>
                <a:lnTo>
                  <a:pt x="1693461" y="3798730"/>
                </a:lnTo>
                <a:lnTo>
                  <a:pt x="1693711" y="3799571"/>
                </a:lnTo>
                <a:lnTo>
                  <a:pt x="1693939" y="3800432"/>
                </a:lnTo>
                <a:lnTo>
                  <a:pt x="1694145" y="3801313"/>
                </a:lnTo>
                <a:lnTo>
                  <a:pt x="1694330" y="3802214"/>
                </a:lnTo>
                <a:lnTo>
                  <a:pt x="1694493" y="3803135"/>
                </a:lnTo>
                <a:lnTo>
                  <a:pt x="1694634" y="3804076"/>
                </a:lnTo>
                <a:lnTo>
                  <a:pt x="1694754" y="3805037"/>
                </a:lnTo>
                <a:lnTo>
                  <a:pt x="1694851" y="3806018"/>
                </a:lnTo>
                <a:lnTo>
                  <a:pt x="1694927" y="3807019"/>
                </a:lnTo>
                <a:lnTo>
                  <a:pt x="1694982" y="3808040"/>
                </a:lnTo>
                <a:lnTo>
                  <a:pt x="1695014" y="3809081"/>
                </a:lnTo>
                <a:lnTo>
                  <a:pt x="1695025" y="3810142"/>
                </a:lnTo>
                <a:lnTo>
                  <a:pt x="1695025" y="3821469"/>
                </a:lnTo>
                <a:lnTo>
                  <a:pt x="1695014" y="3822530"/>
                </a:lnTo>
                <a:lnTo>
                  <a:pt x="1694982" y="3823572"/>
                </a:lnTo>
                <a:lnTo>
                  <a:pt x="1694927" y="3824594"/>
                </a:lnTo>
                <a:lnTo>
                  <a:pt x="1694851" y="3825597"/>
                </a:lnTo>
                <a:lnTo>
                  <a:pt x="1694754" y="3826581"/>
                </a:lnTo>
                <a:lnTo>
                  <a:pt x="1694634" y="3827545"/>
                </a:lnTo>
                <a:lnTo>
                  <a:pt x="1694493" y="3828490"/>
                </a:lnTo>
                <a:lnTo>
                  <a:pt x="1694330" y="3829415"/>
                </a:lnTo>
                <a:lnTo>
                  <a:pt x="1694145" y="3830322"/>
                </a:lnTo>
                <a:lnTo>
                  <a:pt x="1693939" y="3831208"/>
                </a:lnTo>
                <a:lnTo>
                  <a:pt x="1693711" y="3832076"/>
                </a:lnTo>
                <a:lnTo>
                  <a:pt x="1693461" y="3832924"/>
                </a:lnTo>
                <a:lnTo>
                  <a:pt x="1693190" y="3833752"/>
                </a:lnTo>
                <a:lnTo>
                  <a:pt x="1692896" y="3834561"/>
                </a:lnTo>
                <a:lnTo>
                  <a:pt x="1692581" y="3835351"/>
                </a:lnTo>
                <a:lnTo>
                  <a:pt x="1692245" y="3836122"/>
                </a:lnTo>
                <a:lnTo>
                  <a:pt x="1691886" y="3836873"/>
                </a:lnTo>
                <a:lnTo>
                  <a:pt x="1691506" y="3837605"/>
                </a:lnTo>
                <a:lnTo>
                  <a:pt x="1691104" y="3838317"/>
                </a:lnTo>
                <a:lnTo>
                  <a:pt x="1690681" y="3839010"/>
                </a:lnTo>
                <a:lnTo>
                  <a:pt x="1690236" y="3839684"/>
                </a:lnTo>
                <a:lnTo>
                  <a:pt x="1689769" y="3840338"/>
                </a:lnTo>
                <a:lnTo>
                  <a:pt x="1689280" y="3840973"/>
                </a:lnTo>
                <a:lnTo>
                  <a:pt x="1688770" y="3841588"/>
                </a:lnTo>
                <a:lnTo>
                  <a:pt x="1688242" y="3842168"/>
                </a:lnTo>
                <a:lnTo>
                  <a:pt x="1687702" y="3842722"/>
                </a:lnTo>
                <a:lnTo>
                  <a:pt x="1687150" y="3843252"/>
                </a:lnTo>
                <a:lnTo>
                  <a:pt x="1686586" y="3843758"/>
                </a:lnTo>
                <a:lnTo>
                  <a:pt x="1686009" y="3844239"/>
                </a:lnTo>
                <a:lnTo>
                  <a:pt x="1685420" y="3844695"/>
                </a:lnTo>
                <a:lnTo>
                  <a:pt x="1684818" y="3845126"/>
                </a:lnTo>
                <a:lnTo>
                  <a:pt x="1684205" y="3845533"/>
                </a:lnTo>
                <a:lnTo>
                  <a:pt x="1683579" y="3845915"/>
                </a:lnTo>
                <a:lnTo>
                  <a:pt x="1682940" y="3846273"/>
                </a:lnTo>
                <a:lnTo>
                  <a:pt x="1682289" y="3846606"/>
                </a:lnTo>
                <a:lnTo>
                  <a:pt x="1681626" y="3846914"/>
                </a:lnTo>
                <a:lnTo>
                  <a:pt x="1680951" y="3847197"/>
                </a:lnTo>
                <a:lnTo>
                  <a:pt x="1680263" y="3847456"/>
                </a:lnTo>
                <a:lnTo>
                  <a:pt x="1679563" y="3847690"/>
                </a:lnTo>
                <a:lnTo>
                  <a:pt x="1678851" y="3847900"/>
                </a:lnTo>
                <a:lnTo>
                  <a:pt x="1678126" y="3848085"/>
                </a:lnTo>
                <a:lnTo>
                  <a:pt x="1677389" y="3848245"/>
                </a:lnTo>
                <a:lnTo>
                  <a:pt x="1676640" y="3848381"/>
                </a:lnTo>
                <a:lnTo>
                  <a:pt x="1675878" y="3848492"/>
                </a:lnTo>
                <a:lnTo>
                  <a:pt x="1675104" y="3848578"/>
                </a:lnTo>
                <a:lnTo>
                  <a:pt x="1674318" y="3848640"/>
                </a:lnTo>
                <a:lnTo>
                  <a:pt x="1673519" y="3848677"/>
                </a:lnTo>
                <a:lnTo>
                  <a:pt x="1672708" y="3848689"/>
                </a:lnTo>
                <a:lnTo>
                  <a:pt x="1671910" y="3848677"/>
                </a:lnTo>
                <a:lnTo>
                  <a:pt x="1671124" y="3848640"/>
                </a:lnTo>
                <a:lnTo>
                  <a:pt x="1670349" y="3848578"/>
                </a:lnTo>
                <a:lnTo>
                  <a:pt x="1669585" y="3848492"/>
                </a:lnTo>
                <a:lnTo>
                  <a:pt x="1668832" y="3848381"/>
                </a:lnTo>
                <a:lnTo>
                  <a:pt x="1668090" y="3848245"/>
                </a:lnTo>
                <a:lnTo>
                  <a:pt x="1667360" y="3848085"/>
                </a:lnTo>
                <a:lnTo>
                  <a:pt x="1666640" y="3847900"/>
                </a:lnTo>
                <a:lnTo>
                  <a:pt x="1665932" y="3847690"/>
                </a:lnTo>
                <a:close/>
                <a:moveTo>
                  <a:pt x="1512226" y="3880812"/>
                </a:moveTo>
                <a:lnTo>
                  <a:pt x="1512226" y="3868639"/>
                </a:lnTo>
                <a:lnTo>
                  <a:pt x="1427693" y="3868639"/>
                </a:lnTo>
                <a:lnTo>
                  <a:pt x="1427693" y="3880812"/>
                </a:lnTo>
                <a:lnTo>
                  <a:pt x="1512226" y="3880812"/>
                </a:lnTo>
                <a:close/>
                <a:moveTo>
                  <a:pt x="1769724" y="64922"/>
                </a:moveTo>
                <a:lnTo>
                  <a:pt x="1769779" y="64486"/>
                </a:lnTo>
                <a:lnTo>
                  <a:pt x="1769840" y="64052"/>
                </a:lnTo>
                <a:lnTo>
                  <a:pt x="1769908" y="63619"/>
                </a:lnTo>
                <a:lnTo>
                  <a:pt x="1769982" y="63189"/>
                </a:lnTo>
                <a:lnTo>
                  <a:pt x="1770063" y="62760"/>
                </a:lnTo>
                <a:lnTo>
                  <a:pt x="1770150" y="62333"/>
                </a:lnTo>
                <a:lnTo>
                  <a:pt x="1770244" y="61908"/>
                </a:lnTo>
                <a:lnTo>
                  <a:pt x="1770344" y="61484"/>
                </a:lnTo>
                <a:lnTo>
                  <a:pt x="1770451" y="61062"/>
                </a:lnTo>
                <a:lnTo>
                  <a:pt x="1770564" y="60642"/>
                </a:lnTo>
                <a:lnTo>
                  <a:pt x="1770683" y="60224"/>
                </a:lnTo>
                <a:lnTo>
                  <a:pt x="1770809" y="59808"/>
                </a:lnTo>
                <a:lnTo>
                  <a:pt x="1770941" y="59393"/>
                </a:lnTo>
                <a:lnTo>
                  <a:pt x="1771080" y="58980"/>
                </a:lnTo>
                <a:lnTo>
                  <a:pt x="1771225" y="58569"/>
                </a:lnTo>
                <a:lnTo>
                  <a:pt x="1771377" y="58159"/>
                </a:lnTo>
                <a:lnTo>
                  <a:pt x="1771535" y="57754"/>
                </a:lnTo>
                <a:lnTo>
                  <a:pt x="1771700" y="57354"/>
                </a:lnTo>
                <a:lnTo>
                  <a:pt x="1771871" y="56960"/>
                </a:lnTo>
                <a:lnTo>
                  <a:pt x="1772049" y="56572"/>
                </a:lnTo>
                <a:lnTo>
                  <a:pt x="1772233" y="56190"/>
                </a:lnTo>
                <a:lnTo>
                  <a:pt x="1772423" y="55813"/>
                </a:lnTo>
                <a:lnTo>
                  <a:pt x="1772620" y="55443"/>
                </a:lnTo>
                <a:lnTo>
                  <a:pt x="1772824" y="55078"/>
                </a:lnTo>
                <a:lnTo>
                  <a:pt x="1773034" y="54720"/>
                </a:lnTo>
                <a:lnTo>
                  <a:pt x="1773250" y="54367"/>
                </a:lnTo>
                <a:lnTo>
                  <a:pt x="1773473" y="54020"/>
                </a:lnTo>
                <a:lnTo>
                  <a:pt x="1773702" y="53679"/>
                </a:lnTo>
                <a:lnTo>
                  <a:pt x="1773938" y="53344"/>
                </a:lnTo>
                <a:lnTo>
                  <a:pt x="1774180" y="53014"/>
                </a:lnTo>
                <a:lnTo>
                  <a:pt x="1774428" y="52691"/>
                </a:lnTo>
                <a:lnTo>
                  <a:pt x="1774683" y="52373"/>
                </a:lnTo>
                <a:lnTo>
                  <a:pt x="1774945" y="52062"/>
                </a:lnTo>
                <a:lnTo>
                  <a:pt x="1775213" y="51756"/>
                </a:lnTo>
                <a:lnTo>
                  <a:pt x="1775487" y="51456"/>
                </a:lnTo>
                <a:lnTo>
                  <a:pt x="1775768" y="51162"/>
                </a:lnTo>
                <a:lnTo>
                  <a:pt x="1776056" y="50873"/>
                </a:lnTo>
                <a:lnTo>
                  <a:pt x="1776349" y="50591"/>
                </a:lnTo>
                <a:lnTo>
                  <a:pt x="1776650" y="50314"/>
                </a:lnTo>
                <a:lnTo>
                  <a:pt x="1776956" y="50044"/>
                </a:lnTo>
                <a:lnTo>
                  <a:pt x="1777283" y="49782"/>
                </a:lnTo>
                <a:lnTo>
                  <a:pt x="1777616" y="49531"/>
                </a:lnTo>
                <a:lnTo>
                  <a:pt x="1777955" y="49291"/>
                </a:lnTo>
                <a:lnTo>
                  <a:pt x="1778300" y="49062"/>
                </a:lnTo>
                <a:lnTo>
                  <a:pt x="1778650" y="48845"/>
                </a:lnTo>
                <a:lnTo>
                  <a:pt x="1779006" y="48639"/>
                </a:lnTo>
                <a:lnTo>
                  <a:pt x="1779369" y="48443"/>
                </a:lnTo>
                <a:lnTo>
                  <a:pt x="1779737" y="48259"/>
                </a:lnTo>
                <a:lnTo>
                  <a:pt x="1780111" y="48086"/>
                </a:lnTo>
                <a:lnTo>
                  <a:pt x="1780490" y="47925"/>
                </a:lnTo>
                <a:lnTo>
                  <a:pt x="1780876" y="47774"/>
                </a:lnTo>
                <a:lnTo>
                  <a:pt x="1781268" y="47635"/>
                </a:lnTo>
                <a:lnTo>
                  <a:pt x="1781665" y="47506"/>
                </a:lnTo>
                <a:lnTo>
                  <a:pt x="1782068" y="47389"/>
                </a:lnTo>
                <a:lnTo>
                  <a:pt x="1782478" y="47283"/>
                </a:lnTo>
                <a:lnTo>
                  <a:pt x="1782893" y="47189"/>
                </a:lnTo>
                <a:lnTo>
                  <a:pt x="1783314" y="47105"/>
                </a:lnTo>
                <a:lnTo>
                  <a:pt x="1783740" y="47032"/>
                </a:lnTo>
                <a:lnTo>
                  <a:pt x="1784173" y="46971"/>
                </a:lnTo>
                <a:lnTo>
                  <a:pt x="1784612" y="46921"/>
                </a:lnTo>
                <a:lnTo>
                  <a:pt x="1785056" y="46882"/>
                </a:lnTo>
                <a:lnTo>
                  <a:pt x="1785506" y="46854"/>
                </a:lnTo>
                <a:lnTo>
                  <a:pt x="1785962" y="46837"/>
                </a:lnTo>
                <a:lnTo>
                  <a:pt x="1786424" y="46832"/>
                </a:lnTo>
                <a:lnTo>
                  <a:pt x="1786900" y="46836"/>
                </a:lnTo>
                <a:lnTo>
                  <a:pt x="1787367" y="46849"/>
                </a:lnTo>
                <a:lnTo>
                  <a:pt x="1787827" y="46871"/>
                </a:lnTo>
                <a:lnTo>
                  <a:pt x="1788279" y="46902"/>
                </a:lnTo>
                <a:lnTo>
                  <a:pt x="1788724" y="46942"/>
                </a:lnTo>
                <a:lnTo>
                  <a:pt x="1789161" y="46990"/>
                </a:lnTo>
                <a:lnTo>
                  <a:pt x="1789590" y="47047"/>
                </a:lnTo>
                <a:lnTo>
                  <a:pt x="1790012" y="47113"/>
                </a:lnTo>
                <a:lnTo>
                  <a:pt x="1790426" y="47188"/>
                </a:lnTo>
                <a:lnTo>
                  <a:pt x="1790833" y="47272"/>
                </a:lnTo>
                <a:lnTo>
                  <a:pt x="1791232" y="47364"/>
                </a:lnTo>
                <a:lnTo>
                  <a:pt x="1791623" y="47466"/>
                </a:lnTo>
                <a:lnTo>
                  <a:pt x="1792007" y="47576"/>
                </a:lnTo>
                <a:lnTo>
                  <a:pt x="1792383" y="47695"/>
                </a:lnTo>
                <a:lnTo>
                  <a:pt x="1792751" y="47822"/>
                </a:lnTo>
                <a:lnTo>
                  <a:pt x="1793112" y="47959"/>
                </a:lnTo>
                <a:lnTo>
                  <a:pt x="1793465" y="48104"/>
                </a:lnTo>
                <a:lnTo>
                  <a:pt x="1793810" y="48258"/>
                </a:lnTo>
                <a:lnTo>
                  <a:pt x="1794148" y="48421"/>
                </a:lnTo>
                <a:lnTo>
                  <a:pt x="1794478" y="48593"/>
                </a:lnTo>
                <a:lnTo>
                  <a:pt x="1794801" y="48773"/>
                </a:lnTo>
                <a:lnTo>
                  <a:pt x="1795116" y="48962"/>
                </a:lnTo>
                <a:lnTo>
                  <a:pt x="1795423" y="49161"/>
                </a:lnTo>
                <a:lnTo>
                  <a:pt x="1795723" y="49367"/>
                </a:lnTo>
                <a:lnTo>
                  <a:pt x="1796029" y="49567"/>
                </a:lnTo>
                <a:lnTo>
                  <a:pt x="1796329" y="49773"/>
                </a:lnTo>
                <a:lnTo>
                  <a:pt x="1796621" y="49983"/>
                </a:lnTo>
                <a:lnTo>
                  <a:pt x="1796906" y="50199"/>
                </a:lnTo>
                <a:lnTo>
                  <a:pt x="1797185" y="50420"/>
                </a:lnTo>
                <a:lnTo>
                  <a:pt x="1797456" y="50646"/>
                </a:lnTo>
                <a:lnTo>
                  <a:pt x="1797720" y="50878"/>
                </a:lnTo>
                <a:lnTo>
                  <a:pt x="1797977" y="51115"/>
                </a:lnTo>
                <a:lnTo>
                  <a:pt x="1798227" y="51357"/>
                </a:lnTo>
                <a:lnTo>
                  <a:pt x="1798470" y="51604"/>
                </a:lnTo>
                <a:lnTo>
                  <a:pt x="1798706" y="51857"/>
                </a:lnTo>
                <a:lnTo>
                  <a:pt x="1798935" y="52115"/>
                </a:lnTo>
                <a:lnTo>
                  <a:pt x="1799157" y="52378"/>
                </a:lnTo>
                <a:lnTo>
                  <a:pt x="1799372" y="52647"/>
                </a:lnTo>
                <a:lnTo>
                  <a:pt x="1799580" y="52921"/>
                </a:lnTo>
                <a:lnTo>
                  <a:pt x="1799781" y="53200"/>
                </a:lnTo>
                <a:lnTo>
                  <a:pt x="1799974" y="53484"/>
                </a:lnTo>
                <a:lnTo>
                  <a:pt x="1800161" y="53774"/>
                </a:lnTo>
                <a:lnTo>
                  <a:pt x="1800341" y="54069"/>
                </a:lnTo>
                <a:lnTo>
                  <a:pt x="1800513" y="54369"/>
                </a:lnTo>
                <a:lnTo>
                  <a:pt x="1800679" y="54675"/>
                </a:lnTo>
                <a:lnTo>
                  <a:pt x="1800837" y="54985"/>
                </a:lnTo>
                <a:lnTo>
                  <a:pt x="1800989" y="55302"/>
                </a:lnTo>
                <a:lnTo>
                  <a:pt x="1801133" y="55623"/>
                </a:lnTo>
                <a:lnTo>
                  <a:pt x="1801285" y="55948"/>
                </a:lnTo>
                <a:lnTo>
                  <a:pt x="1801430" y="56276"/>
                </a:lnTo>
                <a:lnTo>
                  <a:pt x="1801569" y="56606"/>
                </a:lnTo>
                <a:lnTo>
                  <a:pt x="1801701" y="56938"/>
                </a:lnTo>
                <a:lnTo>
                  <a:pt x="1801827" y="57273"/>
                </a:lnTo>
                <a:lnTo>
                  <a:pt x="1801947" y="57609"/>
                </a:lnTo>
                <a:lnTo>
                  <a:pt x="1802060" y="57949"/>
                </a:lnTo>
                <a:lnTo>
                  <a:pt x="1802166" y="58290"/>
                </a:lnTo>
                <a:lnTo>
                  <a:pt x="1802266" y="58634"/>
                </a:lnTo>
                <a:lnTo>
                  <a:pt x="1802360" y="58981"/>
                </a:lnTo>
                <a:lnTo>
                  <a:pt x="1802447" y="59329"/>
                </a:lnTo>
                <a:lnTo>
                  <a:pt x="1802528" y="59681"/>
                </a:lnTo>
                <a:lnTo>
                  <a:pt x="1802602" y="60034"/>
                </a:lnTo>
                <a:lnTo>
                  <a:pt x="1802670" y="60390"/>
                </a:lnTo>
                <a:lnTo>
                  <a:pt x="1802731" y="60748"/>
                </a:lnTo>
                <a:lnTo>
                  <a:pt x="1802786" y="61108"/>
                </a:lnTo>
                <a:lnTo>
                  <a:pt x="1802835" y="61471"/>
                </a:lnTo>
                <a:lnTo>
                  <a:pt x="1802877" y="61836"/>
                </a:lnTo>
                <a:lnTo>
                  <a:pt x="1802912" y="62204"/>
                </a:lnTo>
                <a:lnTo>
                  <a:pt x="1802941" y="62573"/>
                </a:lnTo>
                <a:lnTo>
                  <a:pt x="1802964" y="62946"/>
                </a:lnTo>
                <a:lnTo>
                  <a:pt x="1802980" y="63320"/>
                </a:lnTo>
                <a:lnTo>
                  <a:pt x="1802990" y="63697"/>
                </a:lnTo>
                <a:lnTo>
                  <a:pt x="1802993" y="64076"/>
                </a:lnTo>
                <a:lnTo>
                  <a:pt x="1802993" y="67627"/>
                </a:lnTo>
                <a:lnTo>
                  <a:pt x="1817363" y="67627"/>
                </a:lnTo>
                <a:lnTo>
                  <a:pt x="1817391" y="67445"/>
                </a:lnTo>
                <a:lnTo>
                  <a:pt x="1817417" y="67265"/>
                </a:lnTo>
                <a:lnTo>
                  <a:pt x="1817443" y="67088"/>
                </a:lnTo>
                <a:lnTo>
                  <a:pt x="1817467" y="66913"/>
                </a:lnTo>
                <a:lnTo>
                  <a:pt x="1817490" y="66740"/>
                </a:lnTo>
                <a:lnTo>
                  <a:pt x="1817511" y="66570"/>
                </a:lnTo>
                <a:lnTo>
                  <a:pt x="1817532" y="66402"/>
                </a:lnTo>
                <a:lnTo>
                  <a:pt x="1817551" y="66237"/>
                </a:lnTo>
                <a:lnTo>
                  <a:pt x="1817570" y="66074"/>
                </a:lnTo>
                <a:lnTo>
                  <a:pt x="1817587" y="65913"/>
                </a:lnTo>
                <a:lnTo>
                  <a:pt x="1817602" y="65754"/>
                </a:lnTo>
                <a:lnTo>
                  <a:pt x="1817617" y="65598"/>
                </a:lnTo>
                <a:lnTo>
                  <a:pt x="1817631" y="65444"/>
                </a:lnTo>
                <a:lnTo>
                  <a:pt x="1817643" y="65293"/>
                </a:lnTo>
                <a:lnTo>
                  <a:pt x="1817654" y="65144"/>
                </a:lnTo>
                <a:lnTo>
                  <a:pt x="1817664" y="64997"/>
                </a:lnTo>
                <a:lnTo>
                  <a:pt x="1817673" y="64853"/>
                </a:lnTo>
                <a:lnTo>
                  <a:pt x="1817681" y="64710"/>
                </a:lnTo>
                <a:lnTo>
                  <a:pt x="1817687" y="64571"/>
                </a:lnTo>
                <a:lnTo>
                  <a:pt x="1817692" y="64433"/>
                </a:lnTo>
                <a:lnTo>
                  <a:pt x="1817696" y="64298"/>
                </a:lnTo>
                <a:lnTo>
                  <a:pt x="1817699" y="64166"/>
                </a:lnTo>
                <a:lnTo>
                  <a:pt x="1817701" y="64035"/>
                </a:lnTo>
                <a:lnTo>
                  <a:pt x="1817702" y="63907"/>
                </a:lnTo>
                <a:lnTo>
                  <a:pt x="1817716" y="63766"/>
                </a:lnTo>
                <a:lnTo>
                  <a:pt x="1817729" y="63624"/>
                </a:lnTo>
                <a:lnTo>
                  <a:pt x="1817741" y="63482"/>
                </a:lnTo>
                <a:lnTo>
                  <a:pt x="1817753" y="63339"/>
                </a:lnTo>
                <a:lnTo>
                  <a:pt x="1817765" y="63196"/>
                </a:lnTo>
                <a:lnTo>
                  <a:pt x="1817776" y="63051"/>
                </a:lnTo>
                <a:lnTo>
                  <a:pt x="1817786" y="62907"/>
                </a:lnTo>
                <a:lnTo>
                  <a:pt x="1817796" y="62761"/>
                </a:lnTo>
                <a:lnTo>
                  <a:pt x="1817805" y="62616"/>
                </a:lnTo>
                <a:lnTo>
                  <a:pt x="1817813" y="62469"/>
                </a:lnTo>
                <a:lnTo>
                  <a:pt x="1817821" y="62322"/>
                </a:lnTo>
                <a:lnTo>
                  <a:pt x="1817829" y="62174"/>
                </a:lnTo>
                <a:lnTo>
                  <a:pt x="1817835" y="62026"/>
                </a:lnTo>
                <a:lnTo>
                  <a:pt x="1817841" y="61877"/>
                </a:lnTo>
                <a:lnTo>
                  <a:pt x="1817847" y="61728"/>
                </a:lnTo>
                <a:lnTo>
                  <a:pt x="1817852" y="61578"/>
                </a:lnTo>
                <a:lnTo>
                  <a:pt x="1817856" y="61427"/>
                </a:lnTo>
                <a:lnTo>
                  <a:pt x="1817860" y="61276"/>
                </a:lnTo>
                <a:lnTo>
                  <a:pt x="1817863" y="61125"/>
                </a:lnTo>
                <a:lnTo>
                  <a:pt x="1817866" y="60972"/>
                </a:lnTo>
                <a:lnTo>
                  <a:pt x="1817868" y="60819"/>
                </a:lnTo>
                <a:lnTo>
                  <a:pt x="1817870" y="60666"/>
                </a:lnTo>
                <a:lnTo>
                  <a:pt x="1817870" y="60512"/>
                </a:lnTo>
                <a:lnTo>
                  <a:pt x="1817871" y="60357"/>
                </a:lnTo>
                <a:lnTo>
                  <a:pt x="1817859" y="59392"/>
                </a:lnTo>
                <a:lnTo>
                  <a:pt x="1817823" y="58442"/>
                </a:lnTo>
                <a:lnTo>
                  <a:pt x="1817762" y="57507"/>
                </a:lnTo>
                <a:lnTo>
                  <a:pt x="1817678" y="56586"/>
                </a:lnTo>
                <a:lnTo>
                  <a:pt x="1817570" y="55680"/>
                </a:lnTo>
                <a:lnTo>
                  <a:pt x="1817438" y="54788"/>
                </a:lnTo>
                <a:lnTo>
                  <a:pt x="1817281" y="53912"/>
                </a:lnTo>
                <a:lnTo>
                  <a:pt x="1817101" y="53049"/>
                </a:lnTo>
                <a:lnTo>
                  <a:pt x="1816896" y="52202"/>
                </a:lnTo>
                <a:lnTo>
                  <a:pt x="1816667" y="51369"/>
                </a:lnTo>
                <a:lnTo>
                  <a:pt x="1816415" y="50551"/>
                </a:lnTo>
                <a:lnTo>
                  <a:pt x="1816138" y="49748"/>
                </a:lnTo>
                <a:lnTo>
                  <a:pt x="1815837" y="48959"/>
                </a:lnTo>
                <a:lnTo>
                  <a:pt x="1815512" y="48185"/>
                </a:lnTo>
                <a:lnTo>
                  <a:pt x="1815163" y="47426"/>
                </a:lnTo>
                <a:lnTo>
                  <a:pt x="1814790" y="46681"/>
                </a:lnTo>
                <a:lnTo>
                  <a:pt x="1814393" y="45951"/>
                </a:lnTo>
                <a:lnTo>
                  <a:pt x="1813972" y="45236"/>
                </a:lnTo>
                <a:lnTo>
                  <a:pt x="1813526" y="44535"/>
                </a:lnTo>
                <a:lnTo>
                  <a:pt x="1813057" y="43849"/>
                </a:lnTo>
                <a:lnTo>
                  <a:pt x="1812564" y="43178"/>
                </a:lnTo>
                <a:lnTo>
                  <a:pt x="1812046" y="42521"/>
                </a:lnTo>
                <a:lnTo>
                  <a:pt x="1811504" y="41879"/>
                </a:lnTo>
                <a:lnTo>
                  <a:pt x="1810939" y="41252"/>
                </a:lnTo>
                <a:lnTo>
                  <a:pt x="1810365" y="40631"/>
                </a:lnTo>
                <a:lnTo>
                  <a:pt x="1809771" y="40037"/>
                </a:lnTo>
                <a:lnTo>
                  <a:pt x="1809156" y="39469"/>
                </a:lnTo>
                <a:lnTo>
                  <a:pt x="1808520" y="38928"/>
                </a:lnTo>
                <a:lnTo>
                  <a:pt x="1807864" y="38412"/>
                </a:lnTo>
                <a:lnTo>
                  <a:pt x="1807188" y="37924"/>
                </a:lnTo>
                <a:lnTo>
                  <a:pt x="1806491" y="37461"/>
                </a:lnTo>
                <a:lnTo>
                  <a:pt x="1805773" y="37026"/>
                </a:lnTo>
                <a:lnTo>
                  <a:pt x="1805035" y="36616"/>
                </a:lnTo>
                <a:lnTo>
                  <a:pt x="1804276" y="36233"/>
                </a:lnTo>
                <a:lnTo>
                  <a:pt x="1803497" y="35876"/>
                </a:lnTo>
                <a:lnTo>
                  <a:pt x="1802697" y="35546"/>
                </a:lnTo>
                <a:lnTo>
                  <a:pt x="1801876" y="35242"/>
                </a:lnTo>
                <a:lnTo>
                  <a:pt x="1801036" y="34965"/>
                </a:lnTo>
                <a:lnTo>
                  <a:pt x="1800174" y="34714"/>
                </a:lnTo>
                <a:lnTo>
                  <a:pt x="1799292" y="34490"/>
                </a:lnTo>
                <a:lnTo>
                  <a:pt x="1798389" y="34292"/>
                </a:lnTo>
                <a:lnTo>
                  <a:pt x="1797466" y="34120"/>
                </a:lnTo>
                <a:lnTo>
                  <a:pt x="1796523" y="33975"/>
                </a:lnTo>
                <a:lnTo>
                  <a:pt x="1795558" y="33856"/>
                </a:lnTo>
                <a:lnTo>
                  <a:pt x="1794574" y="33763"/>
                </a:lnTo>
                <a:lnTo>
                  <a:pt x="1793568" y="33697"/>
                </a:lnTo>
                <a:lnTo>
                  <a:pt x="1792543" y="33658"/>
                </a:lnTo>
                <a:lnTo>
                  <a:pt x="1791496" y="33644"/>
                </a:lnTo>
                <a:lnTo>
                  <a:pt x="1790809" y="33651"/>
                </a:lnTo>
                <a:lnTo>
                  <a:pt x="1790128" y="33671"/>
                </a:lnTo>
                <a:lnTo>
                  <a:pt x="1789454" y="33705"/>
                </a:lnTo>
                <a:lnTo>
                  <a:pt x="1788786" y="33752"/>
                </a:lnTo>
                <a:lnTo>
                  <a:pt x="1788125" y="33813"/>
                </a:lnTo>
                <a:lnTo>
                  <a:pt x="1787470" y="33887"/>
                </a:lnTo>
                <a:lnTo>
                  <a:pt x="1786822" y="33975"/>
                </a:lnTo>
                <a:lnTo>
                  <a:pt x="1786180" y="34076"/>
                </a:lnTo>
                <a:lnTo>
                  <a:pt x="1785545" y="34191"/>
                </a:lnTo>
                <a:lnTo>
                  <a:pt x="1784915" y="34319"/>
                </a:lnTo>
                <a:lnTo>
                  <a:pt x="1784293" y="34461"/>
                </a:lnTo>
                <a:lnTo>
                  <a:pt x="1783677" y="34616"/>
                </a:lnTo>
                <a:lnTo>
                  <a:pt x="1783067" y="34785"/>
                </a:lnTo>
                <a:lnTo>
                  <a:pt x="1782464" y="34967"/>
                </a:lnTo>
                <a:lnTo>
                  <a:pt x="1781867" y="35163"/>
                </a:lnTo>
                <a:lnTo>
                  <a:pt x="1781277" y="35373"/>
                </a:lnTo>
                <a:lnTo>
                  <a:pt x="1780693" y="35595"/>
                </a:lnTo>
                <a:lnTo>
                  <a:pt x="1780116" y="35832"/>
                </a:lnTo>
                <a:lnTo>
                  <a:pt x="1779545" y="36081"/>
                </a:lnTo>
                <a:lnTo>
                  <a:pt x="1778981" y="36345"/>
                </a:lnTo>
                <a:lnTo>
                  <a:pt x="1778423" y="36621"/>
                </a:lnTo>
                <a:lnTo>
                  <a:pt x="1777871" y="36912"/>
                </a:lnTo>
                <a:lnTo>
                  <a:pt x="1777326" y="37215"/>
                </a:lnTo>
                <a:lnTo>
                  <a:pt x="1776787" y="37533"/>
                </a:lnTo>
                <a:lnTo>
                  <a:pt x="1776272" y="37848"/>
                </a:lnTo>
                <a:lnTo>
                  <a:pt x="1775767" y="38174"/>
                </a:lnTo>
                <a:lnTo>
                  <a:pt x="1775274" y="38510"/>
                </a:lnTo>
                <a:lnTo>
                  <a:pt x="1774791" y="38857"/>
                </a:lnTo>
                <a:lnTo>
                  <a:pt x="1774320" y="39215"/>
                </a:lnTo>
                <a:lnTo>
                  <a:pt x="1773860" y="39583"/>
                </a:lnTo>
                <a:lnTo>
                  <a:pt x="1773412" y="39961"/>
                </a:lnTo>
                <a:lnTo>
                  <a:pt x="1772974" y="40351"/>
                </a:lnTo>
                <a:lnTo>
                  <a:pt x="1772547" y="40750"/>
                </a:lnTo>
                <a:lnTo>
                  <a:pt x="1772132" y="41161"/>
                </a:lnTo>
                <a:lnTo>
                  <a:pt x="1771728" y="41582"/>
                </a:lnTo>
                <a:lnTo>
                  <a:pt x="1771335" y="42013"/>
                </a:lnTo>
                <a:lnTo>
                  <a:pt x="1770953" y="42455"/>
                </a:lnTo>
                <a:lnTo>
                  <a:pt x="1770582" y="42908"/>
                </a:lnTo>
                <a:lnTo>
                  <a:pt x="1770223" y="43371"/>
                </a:lnTo>
                <a:lnTo>
                  <a:pt x="1769874" y="43845"/>
                </a:lnTo>
                <a:lnTo>
                  <a:pt x="1769537" y="44329"/>
                </a:lnTo>
                <a:lnTo>
                  <a:pt x="1769211" y="44824"/>
                </a:lnTo>
                <a:lnTo>
                  <a:pt x="1768896" y="45329"/>
                </a:lnTo>
                <a:lnTo>
                  <a:pt x="1768592" y="45845"/>
                </a:lnTo>
                <a:lnTo>
                  <a:pt x="1768300" y="46372"/>
                </a:lnTo>
                <a:lnTo>
                  <a:pt x="1768018" y="46909"/>
                </a:lnTo>
                <a:lnTo>
                  <a:pt x="1767748" y="47457"/>
                </a:lnTo>
                <a:lnTo>
                  <a:pt x="1767489" y="48015"/>
                </a:lnTo>
                <a:lnTo>
                  <a:pt x="1766643" y="35335"/>
                </a:lnTo>
                <a:lnTo>
                  <a:pt x="1731139" y="35335"/>
                </a:lnTo>
                <a:lnTo>
                  <a:pt x="1731139" y="48522"/>
                </a:lnTo>
                <a:lnTo>
                  <a:pt x="1752949" y="48522"/>
                </a:lnTo>
                <a:lnTo>
                  <a:pt x="1752949" y="108710"/>
                </a:lnTo>
                <a:lnTo>
                  <a:pt x="1730294" y="108710"/>
                </a:lnTo>
                <a:lnTo>
                  <a:pt x="1730294" y="121728"/>
                </a:lnTo>
                <a:lnTo>
                  <a:pt x="1752949" y="121728"/>
                </a:lnTo>
                <a:lnTo>
                  <a:pt x="1769517" y="121728"/>
                </a:lnTo>
                <a:lnTo>
                  <a:pt x="1808234" y="121728"/>
                </a:lnTo>
                <a:lnTo>
                  <a:pt x="1808234" y="108710"/>
                </a:lnTo>
                <a:lnTo>
                  <a:pt x="1769517" y="108710"/>
                </a:lnTo>
                <a:lnTo>
                  <a:pt x="1769517" y="68472"/>
                </a:lnTo>
                <a:lnTo>
                  <a:pt x="1769521" y="68022"/>
                </a:lnTo>
                <a:lnTo>
                  <a:pt x="1769530" y="67574"/>
                </a:lnTo>
                <a:lnTo>
                  <a:pt x="1769546" y="67128"/>
                </a:lnTo>
                <a:lnTo>
                  <a:pt x="1769569" y="66683"/>
                </a:lnTo>
                <a:lnTo>
                  <a:pt x="1769598" y="66240"/>
                </a:lnTo>
                <a:lnTo>
                  <a:pt x="1769634" y="65799"/>
                </a:lnTo>
                <a:lnTo>
                  <a:pt x="1769676" y="65359"/>
                </a:lnTo>
                <a:lnTo>
                  <a:pt x="1769724" y="64922"/>
                </a:lnTo>
                <a:close/>
                <a:moveTo>
                  <a:pt x="1882877" y="122968"/>
                </a:moveTo>
                <a:lnTo>
                  <a:pt x="1883754" y="122848"/>
                </a:lnTo>
                <a:lnTo>
                  <a:pt x="1884620" y="122715"/>
                </a:lnTo>
                <a:lnTo>
                  <a:pt x="1885475" y="122567"/>
                </a:lnTo>
                <a:lnTo>
                  <a:pt x="1886319" y="122405"/>
                </a:lnTo>
                <a:lnTo>
                  <a:pt x="1887152" y="122228"/>
                </a:lnTo>
                <a:lnTo>
                  <a:pt x="1887973" y="122038"/>
                </a:lnTo>
                <a:lnTo>
                  <a:pt x="1888784" y="121834"/>
                </a:lnTo>
                <a:lnTo>
                  <a:pt x="1889583" y="121616"/>
                </a:lnTo>
                <a:lnTo>
                  <a:pt x="1890371" y="121383"/>
                </a:lnTo>
                <a:lnTo>
                  <a:pt x="1891148" y="121137"/>
                </a:lnTo>
                <a:lnTo>
                  <a:pt x="1891914" y="120876"/>
                </a:lnTo>
                <a:lnTo>
                  <a:pt x="1892669" y="120601"/>
                </a:lnTo>
                <a:lnTo>
                  <a:pt x="1893412" y="120312"/>
                </a:lnTo>
                <a:lnTo>
                  <a:pt x="1894144" y="120009"/>
                </a:lnTo>
                <a:lnTo>
                  <a:pt x="1894865" y="119692"/>
                </a:lnTo>
                <a:lnTo>
                  <a:pt x="1895575" y="119361"/>
                </a:lnTo>
                <a:lnTo>
                  <a:pt x="1896287" y="119017"/>
                </a:lnTo>
                <a:lnTo>
                  <a:pt x="1896986" y="118662"/>
                </a:lnTo>
                <a:lnTo>
                  <a:pt x="1897670" y="118294"/>
                </a:lnTo>
                <a:lnTo>
                  <a:pt x="1898342" y="117915"/>
                </a:lnTo>
                <a:lnTo>
                  <a:pt x="1898999" y="117524"/>
                </a:lnTo>
                <a:lnTo>
                  <a:pt x="1899644" y="117121"/>
                </a:lnTo>
                <a:lnTo>
                  <a:pt x="1900275" y="116707"/>
                </a:lnTo>
                <a:lnTo>
                  <a:pt x="1900892" y="116281"/>
                </a:lnTo>
                <a:lnTo>
                  <a:pt x="1901496" y="115843"/>
                </a:lnTo>
                <a:lnTo>
                  <a:pt x="1902086" y="115393"/>
                </a:lnTo>
                <a:lnTo>
                  <a:pt x="1902663" y="114931"/>
                </a:lnTo>
                <a:lnTo>
                  <a:pt x="1903226" y="114458"/>
                </a:lnTo>
                <a:lnTo>
                  <a:pt x="1903776" y="113973"/>
                </a:lnTo>
                <a:lnTo>
                  <a:pt x="1904312" y="113477"/>
                </a:lnTo>
                <a:lnTo>
                  <a:pt x="1904835" y="112968"/>
                </a:lnTo>
                <a:lnTo>
                  <a:pt x="1905344" y="112448"/>
                </a:lnTo>
                <a:lnTo>
                  <a:pt x="1905840" y="111916"/>
                </a:lnTo>
                <a:lnTo>
                  <a:pt x="1906322" y="111373"/>
                </a:lnTo>
                <a:lnTo>
                  <a:pt x="1906791" y="110818"/>
                </a:lnTo>
                <a:lnTo>
                  <a:pt x="1907246" y="110251"/>
                </a:lnTo>
                <a:lnTo>
                  <a:pt x="1907688" y="109672"/>
                </a:lnTo>
                <a:lnTo>
                  <a:pt x="1908116" y="109081"/>
                </a:lnTo>
                <a:lnTo>
                  <a:pt x="1908531" y="108479"/>
                </a:lnTo>
                <a:lnTo>
                  <a:pt x="1908932" y="107865"/>
                </a:lnTo>
                <a:lnTo>
                  <a:pt x="1909332" y="107226"/>
                </a:lnTo>
                <a:lnTo>
                  <a:pt x="1909715" y="106578"/>
                </a:lnTo>
                <a:lnTo>
                  <a:pt x="1910081" y="105921"/>
                </a:lnTo>
                <a:lnTo>
                  <a:pt x="1910430" y="105254"/>
                </a:lnTo>
                <a:lnTo>
                  <a:pt x="1910762" y="104577"/>
                </a:lnTo>
                <a:lnTo>
                  <a:pt x="1911077" y="103892"/>
                </a:lnTo>
                <a:lnTo>
                  <a:pt x="1911375" y="103197"/>
                </a:lnTo>
                <a:lnTo>
                  <a:pt x="1911656" y="102492"/>
                </a:lnTo>
                <a:lnTo>
                  <a:pt x="1911920" y="101778"/>
                </a:lnTo>
                <a:lnTo>
                  <a:pt x="1912166" y="101055"/>
                </a:lnTo>
                <a:lnTo>
                  <a:pt x="1912396" y="100323"/>
                </a:lnTo>
                <a:lnTo>
                  <a:pt x="1912609" y="99581"/>
                </a:lnTo>
                <a:lnTo>
                  <a:pt x="1912805" y="98829"/>
                </a:lnTo>
                <a:lnTo>
                  <a:pt x="1912984" y="98068"/>
                </a:lnTo>
                <a:lnTo>
                  <a:pt x="1913145" y="97298"/>
                </a:lnTo>
                <a:lnTo>
                  <a:pt x="1913290" y="96519"/>
                </a:lnTo>
                <a:lnTo>
                  <a:pt x="1913418" y="95730"/>
                </a:lnTo>
                <a:lnTo>
                  <a:pt x="1913528" y="94931"/>
                </a:lnTo>
                <a:lnTo>
                  <a:pt x="1913622" y="94123"/>
                </a:lnTo>
                <a:lnTo>
                  <a:pt x="1913699" y="93306"/>
                </a:lnTo>
                <a:lnTo>
                  <a:pt x="1913758" y="92480"/>
                </a:lnTo>
                <a:lnTo>
                  <a:pt x="1913801" y="91644"/>
                </a:lnTo>
                <a:lnTo>
                  <a:pt x="1913826" y="90798"/>
                </a:lnTo>
                <a:lnTo>
                  <a:pt x="1913835" y="89944"/>
                </a:lnTo>
                <a:lnTo>
                  <a:pt x="1897943" y="89944"/>
                </a:lnTo>
                <a:lnTo>
                  <a:pt x="1897933" y="90850"/>
                </a:lnTo>
                <a:lnTo>
                  <a:pt x="1897903" y="91735"/>
                </a:lnTo>
                <a:lnTo>
                  <a:pt x="1897853" y="92601"/>
                </a:lnTo>
                <a:lnTo>
                  <a:pt x="1897783" y="93447"/>
                </a:lnTo>
                <a:lnTo>
                  <a:pt x="1897693" y="94273"/>
                </a:lnTo>
                <a:lnTo>
                  <a:pt x="1897583" y="95079"/>
                </a:lnTo>
                <a:lnTo>
                  <a:pt x="1897454" y="95865"/>
                </a:lnTo>
                <a:lnTo>
                  <a:pt x="1897304" y="96631"/>
                </a:lnTo>
                <a:lnTo>
                  <a:pt x="1897134" y="97377"/>
                </a:lnTo>
                <a:lnTo>
                  <a:pt x="1896945" y="98104"/>
                </a:lnTo>
                <a:lnTo>
                  <a:pt x="1896735" y="98810"/>
                </a:lnTo>
                <a:lnTo>
                  <a:pt x="1896505" y="99496"/>
                </a:lnTo>
                <a:lnTo>
                  <a:pt x="1896256" y="100162"/>
                </a:lnTo>
                <a:lnTo>
                  <a:pt x="1895987" y="100809"/>
                </a:lnTo>
                <a:lnTo>
                  <a:pt x="1895697" y="101435"/>
                </a:lnTo>
                <a:lnTo>
                  <a:pt x="1895388" y="102041"/>
                </a:lnTo>
                <a:lnTo>
                  <a:pt x="1895058" y="102628"/>
                </a:lnTo>
                <a:lnTo>
                  <a:pt x="1894709" y="103194"/>
                </a:lnTo>
                <a:lnTo>
                  <a:pt x="1894340" y="103741"/>
                </a:lnTo>
                <a:lnTo>
                  <a:pt x="1893951" y="104267"/>
                </a:lnTo>
                <a:lnTo>
                  <a:pt x="1893541" y="104774"/>
                </a:lnTo>
                <a:lnTo>
                  <a:pt x="1893112" y="105261"/>
                </a:lnTo>
                <a:lnTo>
                  <a:pt x="1892663" y="105727"/>
                </a:lnTo>
                <a:lnTo>
                  <a:pt x="1892194" y="106174"/>
                </a:lnTo>
                <a:lnTo>
                  <a:pt x="1891720" y="106602"/>
                </a:lnTo>
                <a:lnTo>
                  <a:pt x="1891228" y="107011"/>
                </a:lnTo>
                <a:lnTo>
                  <a:pt x="1890717" y="107402"/>
                </a:lnTo>
                <a:lnTo>
                  <a:pt x="1890189" y="107776"/>
                </a:lnTo>
                <a:lnTo>
                  <a:pt x="1889642" y="108130"/>
                </a:lnTo>
                <a:lnTo>
                  <a:pt x="1889077" y="108467"/>
                </a:lnTo>
                <a:lnTo>
                  <a:pt x="1888494" y="108786"/>
                </a:lnTo>
                <a:lnTo>
                  <a:pt x="1887892" y="109086"/>
                </a:lnTo>
                <a:lnTo>
                  <a:pt x="1887273" y="109368"/>
                </a:lnTo>
                <a:lnTo>
                  <a:pt x="1886635" y="109632"/>
                </a:lnTo>
                <a:lnTo>
                  <a:pt x="1885979" y="109877"/>
                </a:lnTo>
                <a:lnTo>
                  <a:pt x="1885305" y="110105"/>
                </a:lnTo>
                <a:lnTo>
                  <a:pt x="1884612" y="110314"/>
                </a:lnTo>
                <a:lnTo>
                  <a:pt x="1883902" y="110505"/>
                </a:lnTo>
                <a:lnTo>
                  <a:pt x="1883173" y="110678"/>
                </a:lnTo>
                <a:lnTo>
                  <a:pt x="1882426" y="110833"/>
                </a:lnTo>
                <a:lnTo>
                  <a:pt x="1881661" y="110969"/>
                </a:lnTo>
                <a:lnTo>
                  <a:pt x="1880877" y="111088"/>
                </a:lnTo>
                <a:lnTo>
                  <a:pt x="1880076" y="111188"/>
                </a:lnTo>
                <a:lnTo>
                  <a:pt x="1879256" y="111270"/>
                </a:lnTo>
                <a:lnTo>
                  <a:pt x="1878418" y="111333"/>
                </a:lnTo>
                <a:lnTo>
                  <a:pt x="1877562" y="111379"/>
                </a:lnTo>
                <a:lnTo>
                  <a:pt x="1876687" y="111406"/>
                </a:lnTo>
                <a:lnTo>
                  <a:pt x="1875795" y="111415"/>
                </a:lnTo>
                <a:lnTo>
                  <a:pt x="1874983" y="111403"/>
                </a:lnTo>
                <a:lnTo>
                  <a:pt x="1874184" y="111367"/>
                </a:lnTo>
                <a:lnTo>
                  <a:pt x="1873396" y="111307"/>
                </a:lnTo>
                <a:lnTo>
                  <a:pt x="1872620" y="111223"/>
                </a:lnTo>
                <a:lnTo>
                  <a:pt x="1871856" y="111114"/>
                </a:lnTo>
                <a:lnTo>
                  <a:pt x="1871103" y="110982"/>
                </a:lnTo>
                <a:lnTo>
                  <a:pt x="1870362" y="110826"/>
                </a:lnTo>
                <a:lnTo>
                  <a:pt x="1869633" y="110645"/>
                </a:lnTo>
                <a:lnTo>
                  <a:pt x="1868916" y="110440"/>
                </a:lnTo>
                <a:lnTo>
                  <a:pt x="1868210" y="110212"/>
                </a:lnTo>
                <a:lnTo>
                  <a:pt x="1867516" y="109959"/>
                </a:lnTo>
                <a:lnTo>
                  <a:pt x="1866834" y="109682"/>
                </a:lnTo>
                <a:lnTo>
                  <a:pt x="1866164" y="109381"/>
                </a:lnTo>
                <a:lnTo>
                  <a:pt x="1865505" y="109056"/>
                </a:lnTo>
                <a:lnTo>
                  <a:pt x="1864858" y="108707"/>
                </a:lnTo>
                <a:lnTo>
                  <a:pt x="1864223" y="108334"/>
                </a:lnTo>
                <a:lnTo>
                  <a:pt x="1863600" y="107937"/>
                </a:lnTo>
                <a:lnTo>
                  <a:pt x="1862988" y="107516"/>
                </a:lnTo>
                <a:lnTo>
                  <a:pt x="1862388" y="107071"/>
                </a:lnTo>
                <a:lnTo>
                  <a:pt x="1861800" y="106601"/>
                </a:lnTo>
                <a:lnTo>
                  <a:pt x="1861223" y="106108"/>
                </a:lnTo>
                <a:lnTo>
                  <a:pt x="1860658" y="105591"/>
                </a:lnTo>
                <a:lnTo>
                  <a:pt x="1860105" y="105049"/>
                </a:lnTo>
                <a:lnTo>
                  <a:pt x="1859564" y="104483"/>
                </a:lnTo>
                <a:lnTo>
                  <a:pt x="1859040" y="103895"/>
                </a:lnTo>
                <a:lnTo>
                  <a:pt x="1858538" y="103284"/>
                </a:lnTo>
                <a:lnTo>
                  <a:pt x="1858058" y="102650"/>
                </a:lnTo>
                <a:lnTo>
                  <a:pt x="1857601" y="101994"/>
                </a:lnTo>
                <a:lnTo>
                  <a:pt x="1857166" y="101316"/>
                </a:lnTo>
                <a:lnTo>
                  <a:pt x="1856753" y="100616"/>
                </a:lnTo>
                <a:lnTo>
                  <a:pt x="1856363" y="99893"/>
                </a:lnTo>
                <a:lnTo>
                  <a:pt x="1855995" y="99148"/>
                </a:lnTo>
                <a:lnTo>
                  <a:pt x="1855649" y="98381"/>
                </a:lnTo>
                <a:lnTo>
                  <a:pt x="1855326" y="97592"/>
                </a:lnTo>
                <a:lnTo>
                  <a:pt x="1855025" y="96780"/>
                </a:lnTo>
                <a:lnTo>
                  <a:pt x="1854746" y="95945"/>
                </a:lnTo>
                <a:lnTo>
                  <a:pt x="1854489" y="95089"/>
                </a:lnTo>
                <a:lnTo>
                  <a:pt x="1854255" y="94210"/>
                </a:lnTo>
                <a:lnTo>
                  <a:pt x="1854043" y="93309"/>
                </a:lnTo>
                <a:lnTo>
                  <a:pt x="1853853" y="92386"/>
                </a:lnTo>
                <a:lnTo>
                  <a:pt x="1853686" y="91440"/>
                </a:lnTo>
                <a:lnTo>
                  <a:pt x="1853541" y="90472"/>
                </a:lnTo>
                <a:lnTo>
                  <a:pt x="1853418" y="89482"/>
                </a:lnTo>
                <a:lnTo>
                  <a:pt x="1853318" y="88469"/>
                </a:lnTo>
                <a:lnTo>
                  <a:pt x="1853240" y="87434"/>
                </a:lnTo>
                <a:lnTo>
                  <a:pt x="1853184" y="86377"/>
                </a:lnTo>
                <a:lnTo>
                  <a:pt x="1853151" y="85297"/>
                </a:lnTo>
                <a:lnTo>
                  <a:pt x="1853140" y="84195"/>
                </a:lnTo>
                <a:lnTo>
                  <a:pt x="1853140" y="81321"/>
                </a:lnTo>
                <a:lnTo>
                  <a:pt x="1913835" y="81321"/>
                </a:lnTo>
                <a:lnTo>
                  <a:pt x="1913835" y="69825"/>
                </a:lnTo>
                <a:lnTo>
                  <a:pt x="1913827" y="68955"/>
                </a:lnTo>
                <a:lnTo>
                  <a:pt x="1913802" y="68094"/>
                </a:lnTo>
                <a:lnTo>
                  <a:pt x="1913761" y="67241"/>
                </a:lnTo>
                <a:lnTo>
                  <a:pt x="1913703" y="66396"/>
                </a:lnTo>
                <a:lnTo>
                  <a:pt x="1913629" y="65560"/>
                </a:lnTo>
                <a:lnTo>
                  <a:pt x="1913539" y="64731"/>
                </a:lnTo>
                <a:lnTo>
                  <a:pt x="1913432" y="63911"/>
                </a:lnTo>
                <a:lnTo>
                  <a:pt x="1913309" y="63099"/>
                </a:lnTo>
                <a:lnTo>
                  <a:pt x="1913169" y="62296"/>
                </a:lnTo>
                <a:lnTo>
                  <a:pt x="1913013" y="61500"/>
                </a:lnTo>
                <a:lnTo>
                  <a:pt x="1912840" y="60713"/>
                </a:lnTo>
                <a:lnTo>
                  <a:pt x="1912651" y="59934"/>
                </a:lnTo>
                <a:lnTo>
                  <a:pt x="1912446" y="59163"/>
                </a:lnTo>
                <a:lnTo>
                  <a:pt x="1912224" y="58401"/>
                </a:lnTo>
                <a:lnTo>
                  <a:pt x="1911986" y="57646"/>
                </a:lnTo>
                <a:lnTo>
                  <a:pt x="1911731" y="56900"/>
                </a:lnTo>
                <a:lnTo>
                  <a:pt x="1911460" y="56162"/>
                </a:lnTo>
                <a:lnTo>
                  <a:pt x="1911172" y="55433"/>
                </a:lnTo>
                <a:lnTo>
                  <a:pt x="1910868" y="54711"/>
                </a:lnTo>
                <a:lnTo>
                  <a:pt x="1910547" y="53998"/>
                </a:lnTo>
                <a:lnTo>
                  <a:pt x="1910210" y="53293"/>
                </a:lnTo>
                <a:lnTo>
                  <a:pt x="1909857" y="52596"/>
                </a:lnTo>
                <a:lnTo>
                  <a:pt x="1909487" y="51908"/>
                </a:lnTo>
                <a:lnTo>
                  <a:pt x="1909101" y="51227"/>
                </a:lnTo>
                <a:lnTo>
                  <a:pt x="1908714" y="50557"/>
                </a:lnTo>
                <a:lnTo>
                  <a:pt x="1908313" y="49898"/>
                </a:lnTo>
                <a:lnTo>
                  <a:pt x="1907899" y="49251"/>
                </a:lnTo>
                <a:lnTo>
                  <a:pt x="1907471" y="48616"/>
                </a:lnTo>
                <a:lnTo>
                  <a:pt x="1907030" y="47993"/>
                </a:lnTo>
                <a:lnTo>
                  <a:pt x="1906576" y="47381"/>
                </a:lnTo>
                <a:lnTo>
                  <a:pt x="1906107" y="46781"/>
                </a:lnTo>
                <a:lnTo>
                  <a:pt x="1905626" y="46193"/>
                </a:lnTo>
                <a:lnTo>
                  <a:pt x="1905131" y="45616"/>
                </a:lnTo>
                <a:lnTo>
                  <a:pt x="1904622" y="45052"/>
                </a:lnTo>
                <a:lnTo>
                  <a:pt x="1904100" y="44499"/>
                </a:lnTo>
                <a:lnTo>
                  <a:pt x="1903564" y="43957"/>
                </a:lnTo>
                <a:lnTo>
                  <a:pt x="1903015" y="43428"/>
                </a:lnTo>
                <a:lnTo>
                  <a:pt x="1902452" y="42910"/>
                </a:lnTo>
                <a:lnTo>
                  <a:pt x="1901876" y="42404"/>
                </a:lnTo>
                <a:lnTo>
                  <a:pt x="1901286" y="41910"/>
                </a:lnTo>
                <a:lnTo>
                  <a:pt x="1900683" y="41427"/>
                </a:lnTo>
                <a:lnTo>
                  <a:pt x="1900066" y="40956"/>
                </a:lnTo>
                <a:lnTo>
                  <a:pt x="1899436" y="40497"/>
                </a:lnTo>
                <a:lnTo>
                  <a:pt x="1898793" y="40050"/>
                </a:lnTo>
                <a:lnTo>
                  <a:pt x="1898135" y="39614"/>
                </a:lnTo>
                <a:lnTo>
                  <a:pt x="1897465" y="39191"/>
                </a:lnTo>
                <a:lnTo>
                  <a:pt x="1896781" y="38778"/>
                </a:lnTo>
                <a:lnTo>
                  <a:pt x="1896083" y="38378"/>
                </a:lnTo>
                <a:lnTo>
                  <a:pt x="1895387" y="37992"/>
                </a:lnTo>
                <a:lnTo>
                  <a:pt x="1894679" y="37622"/>
                </a:lnTo>
                <a:lnTo>
                  <a:pt x="1893959" y="37269"/>
                </a:lnTo>
                <a:lnTo>
                  <a:pt x="1893227" y="36932"/>
                </a:lnTo>
                <a:lnTo>
                  <a:pt x="1892484" y="36611"/>
                </a:lnTo>
                <a:lnTo>
                  <a:pt x="1891729" y="36307"/>
                </a:lnTo>
                <a:lnTo>
                  <a:pt x="1890963" y="36019"/>
                </a:lnTo>
                <a:lnTo>
                  <a:pt x="1890184" y="35748"/>
                </a:lnTo>
                <a:lnTo>
                  <a:pt x="1889394" y="35493"/>
                </a:lnTo>
                <a:lnTo>
                  <a:pt x="1888592" y="35255"/>
                </a:lnTo>
                <a:lnTo>
                  <a:pt x="1887779" y="35033"/>
                </a:lnTo>
                <a:lnTo>
                  <a:pt x="1886953" y="34828"/>
                </a:lnTo>
                <a:lnTo>
                  <a:pt x="1886116" y="34639"/>
                </a:lnTo>
                <a:lnTo>
                  <a:pt x="1885267" y="34466"/>
                </a:lnTo>
                <a:lnTo>
                  <a:pt x="1884407" y="34310"/>
                </a:lnTo>
                <a:lnTo>
                  <a:pt x="1883534" y="34170"/>
                </a:lnTo>
                <a:lnTo>
                  <a:pt x="1882650" y="34047"/>
                </a:lnTo>
                <a:lnTo>
                  <a:pt x="1881754" y="33940"/>
                </a:lnTo>
                <a:lnTo>
                  <a:pt x="1880847" y="33850"/>
                </a:lnTo>
                <a:lnTo>
                  <a:pt x="1879927" y="33776"/>
                </a:lnTo>
                <a:lnTo>
                  <a:pt x="1878996" y="33718"/>
                </a:lnTo>
                <a:lnTo>
                  <a:pt x="1878054" y="33677"/>
                </a:lnTo>
                <a:lnTo>
                  <a:pt x="1877099" y="33653"/>
                </a:lnTo>
                <a:lnTo>
                  <a:pt x="1876133" y="33644"/>
                </a:lnTo>
                <a:lnTo>
                  <a:pt x="1875096" y="33654"/>
                </a:lnTo>
                <a:lnTo>
                  <a:pt x="1874071" y="33682"/>
                </a:lnTo>
                <a:lnTo>
                  <a:pt x="1873058" y="33729"/>
                </a:lnTo>
                <a:lnTo>
                  <a:pt x="1872056" y="33795"/>
                </a:lnTo>
                <a:lnTo>
                  <a:pt x="1871067" y="33879"/>
                </a:lnTo>
                <a:lnTo>
                  <a:pt x="1870089" y="33982"/>
                </a:lnTo>
                <a:lnTo>
                  <a:pt x="1869122" y="34105"/>
                </a:lnTo>
                <a:lnTo>
                  <a:pt x="1868168" y="34245"/>
                </a:lnTo>
                <a:lnTo>
                  <a:pt x="1867225" y="34405"/>
                </a:lnTo>
                <a:lnTo>
                  <a:pt x="1866294" y="34584"/>
                </a:lnTo>
                <a:lnTo>
                  <a:pt x="1865375" y="34781"/>
                </a:lnTo>
                <a:lnTo>
                  <a:pt x="1864467" y="34997"/>
                </a:lnTo>
                <a:lnTo>
                  <a:pt x="1863571" y="35232"/>
                </a:lnTo>
                <a:lnTo>
                  <a:pt x="1862687" y="35485"/>
                </a:lnTo>
                <a:lnTo>
                  <a:pt x="1861815" y="35758"/>
                </a:lnTo>
                <a:lnTo>
                  <a:pt x="1860954" y="36049"/>
                </a:lnTo>
                <a:lnTo>
                  <a:pt x="1860105" y="36359"/>
                </a:lnTo>
                <a:lnTo>
                  <a:pt x="1859268" y="36687"/>
                </a:lnTo>
                <a:lnTo>
                  <a:pt x="1858443" y="37035"/>
                </a:lnTo>
                <a:lnTo>
                  <a:pt x="1857629" y="37401"/>
                </a:lnTo>
                <a:lnTo>
                  <a:pt x="1856827" y="37786"/>
                </a:lnTo>
                <a:lnTo>
                  <a:pt x="1856037" y="38190"/>
                </a:lnTo>
                <a:lnTo>
                  <a:pt x="1855259" y="38613"/>
                </a:lnTo>
                <a:lnTo>
                  <a:pt x="1854492" y="39054"/>
                </a:lnTo>
                <a:lnTo>
                  <a:pt x="1853739" y="39499"/>
                </a:lnTo>
                <a:lnTo>
                  <a:pt x="1853000" y="39958"/>
                </a:lnTo>
                <a:lnTo>
                  <a:pt x="1852276" y="40433"/>
                </a:lnTo>
                <a:lnTo>
                  <a:pt x="1851566" y="40923"/>
                </a:lnTo>
                <a:lnTo>
                  <a:pt x="1850872" y="41429"/>
                </a:lnTo>
                <a:lnTo>
                  <a:pt x="1850192" y="41950"/>
                </a:lnTo>
                <a:lnTo>
                  <a:pt x="1849526" y="42486"/>
                </a:lnTo>
                <a:lnTo>
                  <a:pt x="1848875" y="43037"/>
                </a:lnTo>
                <a:lnTo>
                  <a:pt x="1848239" y="43603"/>
                </a:lnTo>
                <a:lnTo>
                  <a:pt x="1847618" y="44185"/>
                </a:lnTo>
                <a:lnTo>
                  <a:pt x="1847011" y="44782"/>
                </a:lnTo>
                <a:lnTo>
                  <a:pt x="1846419" y="45394"/>
                </a:lnTo>
                <a:lnTo>
                  <a:pt x="1845842" y="46022"/>
                </a:lnTo>
                <a:lnTo>
                  <a:pt x="1845279" y="46665"/>
                </a:lnTo>
                <a:lnTo>
                  <a:pt x="1844731" y="47323"/>
                </a:lnTo>
                <a:lnTo>
                  <a:pt x="1844198" y="47996"/>
                </a:lnTo>
                <a:lnTo>
                  <a:pt x="1843679" y="48685"/>
                </a:lnTo>
                <a:lnTo>
                  <a:pt x="1843175" y="49389"/>
                </a:lnTo>
                <a:lnTo>
                  <a:pt x="1842686" y="50108"/>
                </a:lnTo>
                <a:lnTo>
                  <a:pt x="1842211" y="50842"/>
                </a:lnTo>
                <a:lnTo>
                  <a:pt x="1841751" y="51592"/>
                </a:lnTo>
                <a:lnTo>
                  <a:pt x="1841306" y="52357"/>
                </a:lnTo>
                <a:lnTo>
                  <a:pt x="1840876" y="53137"/>
                </a:lnTo>
                <a:lnTo>
                  <a:pt x="1840460" y="53932"/>
                </a:lnTo>
                <a:lnTo>
                  <a:pt x="1840060" y="54741"/>
                </a:lnTo>
                <a:lnTo>
                  <a:pt x="1839677" y="55563"/>
                </a:lnTo>
                <a:lnTo>
                  <a:pt x="1839311" y="56397"/>
                </a:lnTo>
                <a:lnTo>
                  <a:pt x="1838962" y="57243"/>
                </a:lnTo>
                <a:lnTo>
                  <a:pt x="1838630" y="58102"/>
                </a:lnTo>
                <a:lnTo>
                  <a:pt x="1838315" y="58973"/>
                </a:lnTo>
                <a:lnTo>
                  <a:pt x="1838017" y="59856"/>
                </a:lnTo>
                <a:lnTo>
                  <a:pt x="1837736" y="60751"/>
                </a:lnTo>
                <a:lnTo>
                  <a:pt x="1837472" y="61659"/>
                </a:lnTo>
                <a:lnTo>
                  <a:pt x="1837225" y="62579"/>
                </a:lnTo>
                <a:lnTo>
                  <a:pt x="1836995" y="63512"/>
                </a:lnTo>
                <a:lnTo>
                  <a:pt x="1836783" y="64457"/>
                </a:lnTo>
                <a:lnTo>
                  <a:pt x="1836587" y="65414"/>
                </a:lnTo>
                <a:lnTo>
                  <a:pt x="1836408" y="66383"/>
                </a:lnTo>
                <a:lnTo>
                  <a:pt x="1836246" y="67365"/>
                </a:lnTo>
                <a:lnTo>
                  <a:pt x="1836102" y="68359"/>
                </a:lnTo>
                <a:lnTo>
                  <a:pt x="1835974" y="69366"/>
                </a:lnTo>
                <a:lnTo>
                  <a:pt x="1835863" y="70385"/>
                </a:lnTo>
                <a:lnTo>
                  <a:pt x="1835770" y="71416"/>
                </a:lnTo>
                <a:lnTo>
                  <a:pt x="1835693" y="72459"/>
                </a:lnTo>
                <a:lnTo>
                  <a:pt x="1835633" y="73515"/>
                </a:lnTo>
                <a:lnTo>
                  <a:pt x="1835591" y="74583"/>
                </a:lnTo>
                <a:lnTo>
                  <a:pt x="1835565" y="75664"/>
                </a:lnTo>
                <a:lnTo>
                  <a:pt x="1835557" y="76756"/>
                </a:lnTo>
                <a:lnTo>
                  <a:pt x="1835557" y="80307"/>
                </a:lnTo>
                <a:lnTo>
                  <a:pt x="1835564" y="81359"/>
                </a:lnTo>
                <a:lnTo>
                  <a:pt x="1835586" y="82400"/>
                </a:lnTo>
                <a:lnTo>
                  <a:pt x="1835623" y="83432"/>
                </a:lnTo>
                <a:lnTo>
                  <a:pt x="1835674" y="84454"/>
                </a:lnTo>
                <a:lnTo>
                  <a:pt x="1835740" y="85465"/>
                </a:lnTo>
                <a:lnTo>
                  <a:pt x="1835821" y="86467"/>
                </a:lnTo>
                <a:lnTo>
                  <a:pt x="1835916" y="87459"/>
                </a:lnTo>
                <a:lnTo>
                  <a:pt x="1836026" y="88441"/>
                </a:lnTo>
                <a:lnTo>
                  <a:pt x="1836151" y="89413"/>
                </a:lnTo>
                <a:lnTo>
                  <a:pt x="1836291" y="90374"/>
                </a:lnTo>
                <a:lnTo>
                  <a:pt x="1836445" y="91326"/>
                </a:lnTo>
                <a:lnTo>
                  <a:pt x="1836613" y="92268"/>
                </a:lnTo>
                <a:lnTo>
                  <a:pt x="1836797" y="93200"/>
                </a:lnTo>
                <a:lnTo>
                  <a:pt x="1836995" y="94122"/>
                </a:lnTo>
                <a:lnTo>
                  <a:pt x="1837208" y="95034"/>
                </a:lnTo>
                <a:lnTo>
                  <a:pt x="1837435" y="95936"/>
                </a:lnTo>
                <a:lnTo>
                  <a:pt x="1837677" y="96828"/>
                </a:lnTo>
                <a:lnTo>
                  <a:pt x="1837934" y="97710"/>
                </a:lnTo>
                <a:lnTo>
                  <a:pt x="1838206" y="98582"/>
                </a:lnTo>
                <a:lnTo>
                  <a:pt x="1838492" y="99444"/>
                </a:lnTo>
                <a:lnTo>
                  <a:pt x="1838793" y="100296"/>
                </a:lnTo>
                <a:lnTo>
                  <a:pt x="1839108" y="101139"/>
                </a:lnTo>
                <a:lnTo>
                  <a:pt x="1839438" y="101971"/>
                </a:lnTo>
                <a:lnTo>
                  <a:pt x="1839783" y="102793"/>
                </a:lnTo>
                <a:lnTo>
                  <a:pt x="1840157" y="103602"/>
                </a:lnTo>
                <a:lnTo>
                  <a:pt x="1840546" y="104397"/>
                </a:lnTo>
                <a:lnTo>
                  <a:pt x="1840951" y="105176"/>
                </a:lnTo>
                <a:lnTo>
                  <a:pt x="1841371" y="105939"/>
                </a:lnTo>
                <a:lnTo>
                  <a:pt x="1841806" y="106688"/>
                </a:lnTo>
                <a:lnTo>
                  <a:pt x="1842256" y="107421"/>
                </a:lnTo>
                <a:lnTo>
                  <a:pt x="1842721" y="108139"/>
                </a:lnTo>
                <a:lnTo>
                  <a:pt x="1843202" y="108842"/>
                </a:lnTo>
                <a:lnTo>
                  <a:pt x="1843698" y="109529"/>
                </a:lnTo>
                <a:lnTo>
                  <a:pt x="1844210" y="110201"/>
                </a:lnTo>
                <a:lnTo>
                  <a:pt x="1844736" y="110858"/>
                </a:lnTo>
                <a:lnTo>
                  <a:pt x="1845278" y="111500"/>
                </a:lnTo>
                <a:lnTo>
                  <a:pt x="1845835" y="112126"/>
                </a:lnTo>
                <a:lnTo>
                  <a:pt x="1846408" y="112737"/>
                </a:lnTo>
                <a:lnTo>
                  <a:pt x="1846995" y="113333"/>
                </a:lnTo>
                <a:lnTo>
                  <a:pt x="1847598" y="113914"/>
                </a:lnTo>
                <a:lnTo>
                  <a:pt x="1848216" y="114479"/>
                </a:lnTo>
                <a:lnTo>
                  <a:pt x="1848850" y="115029"/>
                </a:lnTo>
                <a:lnTo>
                  <a:pt x="1849498" y="115564"/>
                </a:lnTo>
                <a:lnTo>
                  <a:pt x="1850162" y="116083"/>
                </a:lnTo>
                <a:lnTo>
                  <a:pt x="1850841" y="116588"/>
                </a:lnTo>
                <a:lnTo>
                  <a:pt x="1851536" y="117077"/>
                </a:lnTo>
                <a:lnTo>
                  <a:pt x="1852246" y="117550"/>
                </a:lnTo>
                <a:lnTo>
                  <a:pt x="1852971" y="118009"/>
                </a:lnTo>
                <a:lnTo>
                  <a:pt x="1853725" y="118450"/>
                </a:lnTo>
                <a:lnTo>
                  <a:pt x="1854496" y="118873"/>
                </a:lnTo>
                <a:lnTo>
                  <a:pt x="1855282" y="119277"/>
                </a:lnTo>
                <a:lnTo>
                  <a:pt x="1856084" y="119662"/>
                </a:lnTo>
                <a:lnTo>
                  <a:pt x="1856902" y="120028"/>
                </a:lnTo>
                <a:lnTo>
                  <a:pt x="1857736" y="120376"/>
                </a:lnTo>
                <a:lnTo>
                  <a:pt x="1858586" y="120704"/>
                </a:lnTo>
                <a:lnTo>
                  <a:pt x="1859452" y="121014"/>
                </a:lnTo>
                <a:lnTo>
                  <a:pt x="1860333" y="121306"/>
                </a:lnTo>
                <a:lnTo>
                  <a:pt x="1861230" y="121578"/>
                </a:lnTo>
                <a:lnTo>
                  <a:pt x="1862143" y="121832"/>
                </a:lnTo>
                <a:lnTo>
                  <a:pt x="1863072" y="122066"/>
                </a:lnTo>
                <a:lnTo>
                  <a:pt x="1864017" y="122282"/>
                </a:lnTo>
                <a:lnTo>
                  <a:pt x="1864978" y="122480"/>
                </a:lnTo>
                <a:lnTo>
                  <a:pt x="1865954" y="122658"/>
                </a:lnTo>
                <a:lnTo>
                  <a:pt x="1866947" y="122818"/>
                </a:lnTo>
                <a:lnTo>
                  <a:pt x="1867955" y="122959"/>
                </a:lnTo>
                <a:lnTo>
                  <a:pt x="1868979" y="123081"/>
                </a:lnTo>
                <a:lnTo>
                  <a:pt x="1870019" y="123184"/>
                </a:lnTo>
                <a:lnTo>
                  <a:pt x="1871075" y="123269"/>
                </a:lnTo>
                <a:lnTo>
                  <a:pt x="1872146" y="123334"/>
                </a:lnTo>
                <a:lnTo>
                  <a:pt x="1873234" y="123381"/>
                </a:lnTo>
                <a:lnTo>
                  <a:pt x="1874337" y="123410"/>
                </a:lnTo>
                <a:lnTo>
                  <a:pt x="1875457" y="123419"/>
                </a:lnTo>
                <a:lnTo>
                  <a:pt x="1876423" y="123412"/>
                </a:lnTo>
                <a:lnTo>
                  <a:pt x="1877378" y="123391"/>
                </a:lnTo>
                <a:lnTo>
                  <a:pt x="1878323" y="123356"/>
                </a:lnTo>
                <a:lnTo>
                  <a:pt x="1879256" y="123306"/>
                </a:lnTo>
                <a:lnTo>
                  <a:pt x="1880178" y="123243"/>
                </a:lnTo>
                <a:lnTo>
                  <a:pt x="1881089" y="123165"/>
                </a:lnTo>
                <a:lnTo>
                  <a:pt x="1881988" y="123074"/>
                </a:lnTo>
                <a:lnTo>
                  <a:pt x="1882877" y="122968"/>
                </a:lnTo>
                <a:close/>
                <a:moveTo>
                  <a:pt x="1853524" y="66162"/>
                </a:moveTo>
                <a:lnTo>
                  <a:pt x="1853590" y="65692"/>
                </a:lnTo>
                <a:lnTo>
                  <a:pt x="1853665" y="65223"/>
                </a:lnTo>
                <a:lnTo>
                  <a:pt x="1853749" y="64755"/>
                </a:lnTo>
                <a:lnTo>
                  <a:pt x="1853841" y="64288"/>
                </a:lnTo>
                <a:lnTo>
                  <a:pt x="1853943" y="63823"/>
                </a:lnTo>
                <a:lnTo>
                  <a:pt x="1854053" y="63358"/>
                </a:lnTo>
                <a:lnTo>
                  <a:pt x="1854172" y="62895"/>
                </a:lnTo>
                <a:lnTo>
                  <a:pt x="1854299" y="62433"/>
                </a:lnTo>
                <a:lnTo>
                  <a:pt x="1854436" y="61972"/>
                </a:lnTo>
                <a:lnTo>
                  <a:pt x="1854581" y="61513"/>
                </a:lnTo>
                <a:lnTo>
                  <a:pt x="1854735" y="61054"/>
                </a:lnTo>
                <a:lnTo>
                  <a:pt x="1854898" y="60597"/>
                </a:lnTo>
                <a:lnTo>
                  <a:pt x="1855070" y="60141"/>
                </a:lnTo>
                <a:lnTo>
                  <a:pt x="1855250" y="59686"/>
                </a:lnTo>
                <a:lnTo>
                  <a:pt x="1855440" y="59232"/>
                </a:lnTo>
                <a:lnTo>
                  <a:pt x="1855638" y="58780"/>
                </a:lnTo>
                <a:lnTo>
                  <a:pt x="1855845" y="58328"/>
                </a:lnTo>
                <a:lnTo>
                  <a:pt x="1856074" y="57867"/>
                </a:lnTo>
                <a:lnTo>
                  <a:pt x="1856311" y="57412"/>
                </a:lnTo>
                <a:lnTo>
                  <a:pt x="1856555" y="56965"/>
                </a:lnTo>
                <a:lnTo>
                  <a:pt x="1856808" y="56525"/>
                </a:lnTo>
                <a:lnTo>
                  <a:pt x="1857067" y="56092"/>
                </a:lnTo>
                <a:lnTo>
                  <a:pt x="1857335" y="55665"/>
                </a:lnTo>
                <a:lnTo>
                  <a:pt x="1857610" y="55246"/>
                </a:lnTo>
                <a:lnTo>
                  <a:pt x="1857892" y="54834"/>
                </a:lnTo>
                <a:lnTo>
                  <a:pt x="1858183" y="54429"/>
                </a:lnTo>
                <a:lnTo>
                  <a:pt x="1858481" y="54031"/>
                </a:lnTo>
                <a:lnTo>
                  <a:pt x="1858786" y="53640"/>
                </a:lnTo>
                <a:lnTo>
                  <a:pt x="1859099" y="53256"/>
                </a:lnTo>
                <a:lnTo>
                  <a:pt x="1859420" y="52879"/>
                </a:lnTo>
                <a:lnTo>
                  <a:pt x="1859749" y="52509"/>
                </a:lnTo>
                <a:lnTo>
                  <a:pt x="1860085" y="52147"/>
                </a:lnTo>
                <a:lnTo>
                  <a:pt x="1860428" y="51791"/>
                </a:lnTo>
                <a:lnTo>
                  <a:pt x="1860780" y="51442"/>
                </a:lnTo>
                <a:lnTo>
                  <a:pt x="1861139" y="51100"/>
                </a:lnTo>
                <a:lnTo>
                  <a:pt x="1861505" y="50766"/>
                </a:lnTo>
                <a:lnTo>
                  <a:pt x="1861880" y="50438"/>
                </a:lnTo>
                <a:lnTo>
                  <a:pt x="1862261" y="50118"/>
                </a:lnTo>
                <a:lnTo>
                  <a:pt x="1862651" y="49804"/>
                </a:lnTo>
                <a:lnTo>
                  <a:pt x="1863048" y="49498"/>
                </a:lnTo>
                <a:lnTo>
                  <a:pt x="1863453" y="49199"/>
                </a:lnTo>
                <a:lnTo>
                  <a:pt x="1863879" y="48909"/>
                </a:lnTo>
                <a:lnTo>
                  <a:pt x="1864313" y="48631"/>
                </a:lnTo>
                <a:lnTo>
                  <a:pt x="1864755" y="48366"/>
                </a:lnTo>
                <a:lnTo>
                  <a:pt x="1865204" y="48114"/>
                </a:lnTo>
                <a:lnTo>
                  <a:pt x="1865661" y="47873"/>
                </a:lnTo>
                <a:lnTo>
                  <a:pt x="1866126" y="47645"/>
                </a:lnTo>
                <a:lnTo>
                  <a:pt x="1866598" y="47429"/>
                </a:lnTo>
                <a:lnTo>
                  <a:pt x="1867078" y="47226"/>
                </a:lnTo>
                <a:lnTo>
                  <a:pt x="1867566" y="47035"/>
                </a:lnTo>
                <a:lnTo>
                  <a:pt x="1868061" y="46856"/>
                </a:lnTo>
                <a:lnTo>
                  <a:pt x="1868564" y="46690"/>
                </a:lnTo>
                <a:lnTo>
                  <a:pt x="1869074" y="46536"/>
                </a:lnTo>
                <a:lnTo>
                  <a:pt x="1869592" y="46394"/>
                </a:lnTo>
                <a:lnTo>
                  <a:pt x="1870118" y="46265"/>
                </a:lnTo>
                <a:lnTo>
                  <a:pt x="1870651" y="46147"/>
                </a:lnTo>
                <a:lnTo>
                  <a:pt x="1871192" y="46043"/>
                </a:lnTo>
                <a:lnTo>
                  <a:pt x="1871741" y="45950"/>
                </a:lnTo>
                <a:lnTo>
                  <a:pt x="1872297" y="45870"/>
                </a:lnTo>
                <a:lnTo>
                  <a:pt x="1872861" y="45802"/>
                </a:lnTo>
                <a:lnTo>
                  <a:pt x="1873433" y="45747"/>
                </a:lnTo>
                <a:lnTo>
                  <a:pt x="1874012" y="45704"/>
                </a:lnTo>
                <a:lnTo>
                  <a:pt x="1874598" y="45673"/>
                </a:lnTo>
                <a:lnTo>
                  <a:pt x="1875193" y="45654"/>
                </a:lnTo>
                <a:lnTo>
                  <a:pt x="1875795" y="45648"/>
                </a:lnTo>
                <a:lnTo>
                  <a:pt x="1876328" y="45653"/>
                </a:lnTo>
                <a:lnTo>
                  <a:pt x="1876855" y="45668"/>
                </a:lnTo>
                <a:lnTo>
                  <a:pt x="1877377" y="45693"/>
                </a:lnTo>
                <a:lnTo>
                  <a:pt x="1877894" y="45728"/>
                </a:lnTo>
                <a:lnTo>
                  <a:pt x="1878406" y="45773"/>
                </a:lnTo>
                <a:lnTo>
                  <a:pt x="1878912" y="45828"/>
                </a:lnTo>
                <a:lnTo>
                  <a:pt x="1879413" y="45893"/>
                </a:lnTo>
                <a:lnTo>
                  <a:pt x="1879909" y="45968"/>
                </a:lnTo>
                <a:lnTo>
                  <a:pt x="1880399" y="46052"/>
                </a:lnTo>
                <a:lnTo>
                  <a:pt x="1880884" y="46147"/>
                </a:lnTo>
                <a:lnTo>
                  <a:pt x="1881364" y="46252"/>
                </a:lnTo>
                <a:lnTo>
                  <a:pt x="1881839" y="46367"/>
                </a:lnTo>
                <a:lnTo>
                  <a:pt x="1882308" y="46491"/>
                </a:lnTo>
                <a:lnTo>
                  <a:pt x="1882772" y="46626"/>
                </a:lnTo>
                <a:lnTo>
                  <a:pt x="1883231" y="46771"/>
                </a:lnTo>
                <a:lnTo>
                  <a:pt x="1883685" y="46926"/>
                </a:lnTo>
                <a:lnTo>
                  <a:pt x="1884133" y="47090"/>
                </a:lnTo>
                <a:lnTo>
                  <a:pt x="1884576" y="47265"/>
                </a:lnTo>
                <a:lnTo>
                  <a:pt x="1885013" y="47450"/>
                </a:lnTo>
                <a:lnTo>
                  <a:pt x="1885446" y="47644"/>
                </a:lnTo>
                <a:lnTo>
                  <a:pt x="1885873" y="47849"/>
                </a:lnTo>
                <a:lnTo>
                  <a:pt x="1886294" y="48063"/>
                </a:lnTo>
                <a:lnTo>
                  <a:pt x="1886711" y="48288"/>
                </a:lnTo>
                <a:lnTo>
                  <a:pt x="1887122" y="48522"/>
                </a:lnTo>
                <a:lnTo>
                  <a:pt x="1887527" y="48766"/>
                </a:lnTo>
                <a:lnTo>
                  <a:pt x="1887923" y="49017"/>
                </a:lnTo>
                <a:lnTo>
                  <a:pt x="1888311" y="49275"/>
                </a:lnTo>
                <a:lnTo>
                  <a:pt x="1888691" y="49541"/>
                </a:lnTo>
                <a:lnTo>
                  <a:pt x="1889062" y="49815"/>
                </a:lnTo>
                <a:lnTo>
                  <a:pt x="1889426" y="50097"/>
                </a:lnTo>
                <a:lnTo>
                  <a:pt x="1889781" y="50386"/>
                </a:lnTo>
                <a:lnTo>
                  <a:pt x="1890128" y="50683"/>
                </a:lnTo>
                <a:lnTo>
                  <a:pt x="1890467" y="50987"/>
                </a:lnTo>
                <a:lnTo>
                  <a:pt x="1890797" y="51299"/>
                </a:lnTo>
                <a:lnTo>
                  <a:pt x="1891119" y="51619"/>
                </a:lnTo>
                <a:lnTo>
                  <a:pt x="1891433" y="51946"/>
                </a:lnTo>
                <a:lnTo>
                  <a:pt x="1891739" y="52281"/>
                </a:lnTo>
                <a:lnTo>
                  <a:pt x="1892037" y="52623"/>
                </a:lnTo>
                <a:lnTo>
                  <a:pt x="1892326" y="52974"/>
                </a:lnTo>
                <a:lnTo>
                  <a:pt x="1892607" y="53331"/>
                </a:lnTo>
                <a:lnTo>
                  <a:pt x="1892880" y="53697"/>
                </a:lnTo>
                <a:lnTo>
                  <a:pt x="1893145" y="54070"/>
                </a:lnTo>
                <a:lnTo>
                  <a:pt x="1893402" y="54450"/>
                </a:lnTo>
                <a:lnTo>
                  <a:pt x="1893650" y="54839"/>
                </a:lnTo>
                <a:lnTo>
                  <a:pt x="1893890" y="55235"/>
                </a:lnTo>
                <a:lnTo>
                  <a:pt x="1894122" y="55638"/>
                </a:lnTo>
                <a:lnTo>
                  <a:pt x="1894346" y="56050"/>
                </a:lnTo>
                <a:lnTo>
                  <a:pt x="1894561" y="56468"/>
                </a:lnTo>
                <a:lnTo>
                  <a:pt x="1894782" y="56880"/>
                </a:lnTo>
                <a:lnTo>
                  <a:pt x="1894993" y="57296"/>
                </a:lnTo>
                <a:lnTo>
                  <a:pt x="1895195" y="57718"/>
                </a:lnTo>
                <a:lnTo>
                  <a:pt x="1895388" y="58145"/>
                </a:lnTo>
                <a:lnTo>
                  <a:pt x="1895571" y="58577"/>
                </a:lnTo>
                <a:lnTo>
                  <a:pt x="1895745" y="59015"/>
                </a:lnTo>
                <a:lnTo>
                  <a:pt x="1895909" y="59458"/>
                </a:lnTo>
                <a:lnTo>
                  <a:pt x="1896064" y="59906"/>
                </a:lnTo>
                <a:lnTo>
                  <a:pt x="1896210" y="60360"/>
                </a:lnTo>
                <a:lnTo>
                  <a:pt x="1896346" y="60818"/>
                </a:lnTo>
                <a:lnTo>
                  <a:pt x="1896473" y="61282"/>
                </a:lnTo>
                <a:lnTo>
                  <a:pt x="1896590" y="61752"/>
                </a:lnTo>
                <a:lnTo>
                  <a:pt x="1896698" y="62226"/>
                </a:lnTo>
                <a:lnTo>
                  <a:pt x="1896797" y="62706"/>
                </a:lnTo>
                <a:lnTo>
                  <a:pt x="1896886" y="63191"/>
                </a:lnTo>
                <a:lnTo>
                  <a:pt x="1896966" y="63682"/>
                </a:lnTo>
                <a:lnTo>
                  <a:pt x="1897036" y="64178"/>
                </a:lnTo>
                <a:lnTo>
                  <a:pt x="1897097" y="64679"/>
                </a:lnTo>
                <a:lnTo>
                  <a:pt x="1897149" y="65185"/>
                </a:lnTo>
                <a:lnTo>
                  <a:pt x="1897191" y="65697"/>
                </a:lnTo>
                <a:lnTo>
                  <a:pt x="1897224" y="66213"/>
                </a:lnTo>
                <a:lnTo>
                  <a:pt x="1897247" y="66736"/>
                </a:lnTo>
                <a:lnTo>
                  <a:pt x="1897261" y="67263"/>
                </a:lnTo>
                <a:lnTo>
                  <a:pt x="1897266" y="67796"/>
                </a:lnTo>
                <a:lnTo>
                  <a:pt x="1897266" y="70332"/>
                </a:lnTo>
                <a:lnTo>
                  <a:pt x="1853309" y="70332"/>
                </a:lnTo>
                <a:lnTo>
                  <a:pt x="1853309" y="69487"/>
                </a:lnTo>
                <a:lnTo>
                  <a:pt x="1853313" y="69008"/>
                </a:lnTo>
                <a:lnTo>
                  <a:pt x="1853326" y="68531"/>
                </a:lnTo>
                <a:lnTo>
                  <a:pt x="1853348" y="68055"/>
                </a:lnTo>
                <a:lnTo>
                  <a:pt x="1853379" y="67580"/>
                </a:lnTo>
                <a:lnTo>
                  <a:pt x="1853419" y="67106"/>
                </a:lnTo>
                <a:lnTo>
                  <a:pt x="1853467" y="66634"/>
                </a:lnTo>
                <a:lnTo>
                  <a:pt x="1853524" y="66162"/>
                </a:lnTo>
                <a:close/>
                <a:moveTo>
                  <a:pt x="1995331" y="45117"/>
                </a:moveTo>
                <a:lnTo>
                  <a:pt x="1994974" y="44634"/>
                </a:lnTo>
                <a:lnTo>
                  <a:pt x="1994605" y="44159"/>
                </a:lnTo>
                <a:lnTo>
                  <a:pt x="1994226" y="43694"/>
                </a:lnTo>
                <a:lnTo>
                  <a:pt x="1993835" y="43239"/>
                </a:lnTo>
                <a:lnTo>
                  <a:pt x="1993433" y="42793"/>
                </a:lnTo>
                <a:lnTo>
                  <a:pt x="1993020" y="42356"/>
                </a:lnTo>
                <a:lnTo>
                  <a:pt x="1992596" y="41928"/>
                </a:lnTo>
                <a:lnTo>
                  <a:pt x="1992161" y="41510"/>
                </a:lnTo>
                <a:lnTo>
                  <a:pt x="1991715" y="41102"/>
                </a:lnTo>
                <a:lnTo>
                  <a:pt x="1991257" y="40703"/>
                </a:lnTo>
                <a:lnTo>
                  <a:pt x="1990788" y="40313"/>
                </a:lnTo>
                <a:lnTo>
                  <a:pt x="1990308" y="39933"/>
                </a:lnTo>
                <a:lnTo>
                  <a:pt x="1989817" y="39562"/>
                </a:lnTo>
                <a:lnTo>
                  <a:pt x="1989315" y="39200"/>
                </a:lnTo>
                <a:lnTo>
                  <a:pt x="1988802" y="38848"/>
                </a:lnTo>
                <a:lnTo>
                  <a:pt x="1988277" y="38505"/>
                </a:lnTo>
                <a:lnTo>
                  <a:pt x="1987741" y="38171"/>
                </a:lnTo>
                <a:lnTo>
                  <a:pt x="1987195" y="37847"/>
                </a:lnTo>
                <a:lnTo>
                  <a:pt x="1986637" y="37533"/>
                </a:lnTo>
                <a:lnTo>
                  <a:pt x="1986082" y="37215"/>
                </a:lnTo>
                <a:lnTo>
                  <a:pt x="1985518" y="36912"/>
                </a:lnTo>
                <a:lnTo>
                  <a:pt x="1984943" y="36621"/>
                </a:lnTo>
                <a:lnTo>
                  <a:pt x="1984359" y="36345"/>
                </a:lnTo>
                <a:lnTo>
                  <a:pt x="1983765" y="36081"/>
                </a:lnTo>
                <a:lnTo>
                  <a:pt x="1983160" y="35832"/>
                </a:lnTo>
                <a:lnTo>
                  <a:pt x="1982546" y="35595"/>
                </a:lnTo>
                <a:lnTo>
                  <a:pt x="1981922" y="35373"/>
                </a:lnTo>
                <a:lnTo>
                  <a:pt x="1981287" y="35163"/>
                </a:lnTo>
                <a:lnTo>
                  <a:pt x="1980643" y="34967"/>
                </a:lnTo>
                <a:lnTo>
                  <a:pt x="1979989" y="34785"/>
                </a:lnTo>
                <a:lnTo>
                  <a:pt x="1979325" y="34616"/>
                </a:lnTo>
                <a:lnTo>
                  <a:pt x="1978650" y="34461"/>
                </a:lnTo>
                <a:lnTo>
                  <a:pt x="1977966" y="34319"/>
                </a:lnTo>
                <a:lnTo>
                  <a:pt x="1977272" y="34191"/>
                </a:lnTo>
                <a:lnTo>
                  <a:pt x="1976568" y="34076"/>
                </a:lnTo>
                <a:lnTo>
                  <a:pt x="1975854" y="33975"/>
                </a:lnTo>
                <a:lnTo>
                  <a:pt x="1975130" y="33887"/>
                </a:lnTo>
                <a:lnTo>
                  <a:pt x="1974395" y="33813"/>
                </a:lnTo>
                <a:lnTo>
                  <a:pt x="1973651" y="33752"/>
                </a:lnTo>
                <a:lnTo>
                  <a:pt x="1972897" y="33705"/>
                </a:lnTo>
                <a:lnTo>
                  <a:pt x="1972133" y="33671"/>
                </a:lnTo>
                <a:lnTo>
                  <a:pt x="1971359" y="33651"/>
                </a:lnTo>
                <a:lnTo>
                  <a:pt x="1970575" y="33644"/>
                </a:lnTo>
                <a:lnTo>
                  <a:pt x="1969775" y="33653"/>
                </a:lnTo>
                <a:lnTo>
                  <a:pt x="1968981" y="33680"/>
                </a:lnTo>
                <a:lnTo>
                  <a:pt x="1968192" y="33724"/>
                </a:lnTo>
                <a:lnTo>
                  <a:pt x="1967410" y="33785"/>
                </a:lnTo>
                <a:lnTo>
                  <a:pt x="1966633" y="33864"/>
                </a:lnTo>
                <a:lnTo>
                  <a:pt x="1965863" y="33961"/>
                </a:lnTo>
                <a:lnTo>
                  <a:pt x="1965098" y="34076"/>
                </a:lnTo>
                <a:lnTo>
                  <a:pt x="1964339" y="34208"/>
                </a:lnTo>
                <a:lnTo>
                  <a:pt x="1963585" y="34358"/>
                </a:lnTo>
                <a:lnTo>
                  <a:pt x="1962838" y="34525"/>
                </a:lnTo>
                <a:lnTo>
                  <a:pt x="1962097" y="34710"/>
                </a:lnTo>
                <a:lnTo>
                  <a:pt x="1961361" y="34912"/>
                </a:lnTo>
                <a:lnTo>
                  <a:pt x="1960631" y="35132"/>
                </a:lnTo>
                <a:lnTo>
                  <a:pt x="1959908" y="35370"/>
                </a:lnTo>
                <a:lnTo>
                  <a:pt x="1959190" y="35626"/>
                </a:lnTo>
                <a:lnTo>
                  <a:pt x="1958478" y="35899"/>
                </a:lnTo>
                <a:lnTo>
                  <a:pt x="1957771" y="36189"/>
                </a:lnTo>
                <a:lnTo>
                  <a:pt x="1957071" y="36497"/>
                </a:lnTo>
                <a:lnTo>
                  <a:pt x="1956377" y="36823"/>
                </a:lnTo>
                <a:lnTo>
                  <a:pt x="1955688" y="37166"/>
                </a:lnTo>
                <a:lnTo>
                  <a:pt x="1955005" y="37528"/>
                </a:lnTo>
                <a:lnTo>
                  <a:pt x="1954328" y="37906"/>
                </a:lnTo>
                <a:lnTo>
                  <a:pt x="1953657" y="38302"/>
                </a:lnTo>
                <a:lnTo>
                  <a:pt x="1952992" y="38716"/>
                </a:lnTo>
                <a:lnTo>
                  <a:pt x="1952336" y="39134"/>
                </a:lnTo>
                <a:lnTo>
                  <a:pt x="1951690" y="39569"/>
                </a:lnTo>
                <a:lnTo>
                  <a:pt x="1951056" y="40021"/>
                </a:lnTo>
                <a:lnTo>
                  <a:pt x="1950433" y="40491"/>
                </a:lnTo>
                <a:lnTo>
                  <a:pt x="1949821" y="40979"/>
                </a:lnTo>
                <a:lnTo>
                  <a:pt x="1949220" y="41485"/>
                </a:lnTo>
                <a:lnTo>
                  <a:pt x="1948630" y="42008"/>
                </a:lnTo>
                <a:lnTo>
                  <a:pt x="1948052" y="42548"/>
                </a:lnTo>
                <a:lnTo>
                  <a:pt x="1947484" y="43107"/>
                </a:lnTo>
                <a:lnTo>
                  <a:pt x="1946928" y="43683"/>
                </a:lnTo>
                <a:lnTo>
                  <a:pt x="1946383" y="44276"/>
                </a:lnTo>
                <a:lnTo>
                  <a:pt x="1945849" y="44887"/>
                </a:lnTo>
                <a:lnTo>
                  <a:pt x="1945327" y="45516"/>
                </a:lnTo>
                <a:lnTo>
                  <a:pt x="1944815" y="46162"/>
                </a:lnTo>
                <a:lnTo>
                  <a:pt x="1944314" y="46826"/>
                </a:lnTo>
                <a:lnTo>
                  <a:pt x="1943825" y="47508"/>
                </a:lnTo>
                <a:lnTo>
                  <a:pt x="1943347" y="48207"/>
                </a:lnTo>
                <a:lnTo>
                  <a:pt x="1942880" y="48924"/>
                </a:lnTo>
                <a:lnTo>
                  <a:pt x="1942424" y="49658"/>
                </a:lnTo>
                <a:lnTo>
                  <a:pt x="1941979" y="50410"/>
                </a:lnTo>
                <a:lnTo>
                  <a:pt x="1941546" y="51180"/>
                </a:lnTo>
                <a:lnTo>
                  <a:pt x="1941124" y="51967"/>
                </a:lnTo>
                <a:lnTo>
                  <a:pt x="1940712" y="52772"/>
                </a:lnTo>
                <a:lnTo>
                  <a:pt x="1940312" y="53594"/>
                </a:lnTo>
                <a:lnTo>
                  <a:pt x="1939940" y="54435"/>
                </a:lnTo>
                <a:lnTo>
                  <a:pt x="1939583" y="55294"/>
                </a:lnTo>
                <a:lnTo>
                  <a:pt x="1939242" y="56173"/>
                </a:lnTo>
                <a:lnTo>
                  <a:pt x="1938917" y="57070"/>
                </a:lnTo>
                <a:lnTo>
                  <a:pt x="1938608" y="57985"/>
                </a:lnTo>
                <a:lnTo>
                  <a:pt x="1938315" y="58920"/>
                </a:lnTo>
                <a:lnTo>
                  <a:pt x="1938038" y="59873"/>
                </a:lnTo>
                <a:lnTo>
                  <a:pt x="1937776" y="60845"/>
                </a:lnTo>
                <a:lnTo>
                  <a:pt x="1937531" y="61836"/>
                </a:lnTo>
                <a:lnTo>
                  <a:pt x="1937301" y="62846"/>
                </a:lnTo>
                <a:lnTo>
                  <a:pt x="1937087" y="63874"/>
                </a:lnTo>
                <a:lnTo>
                  <a:pt x="1936889" y="64922"/>
                </a:lnTo>
                <a:lnTo>
                  <a:pt x="1936706" y="65988"/>
                </a:lnTo>
                <a:lnTo>
                  <a:pt x="1936540" y="67073"/>
                </a:lnTo>
                <a:lnTo>
                  <a:pt x="1936389" y="68176"/>
                </a:lnTo>
                <a:lnTo>
                  <a:pt x="1936255" y="69299"/>
                </a:lnTo>
                <a:lnTo>
                  <a:pt x="1936136" y="70440"/>
                </a:lnTo>
                <a:lnTo>
                  <a:pt x="1936033" y="71600"/>
                </a:lnTo>
                <a:lnTo>
                  <a:pt x="1935946" y="72779"/>
                </a:lnTo>
                <a:lnTo>
                  <a:pt x="1935874" y="73976"/>
                </a:lnTo>
                <a:lnTo>
                  <a:pt x="1935819" y="75193"/>
                </a:lnTo>
                <a:lnTo>
                  <a:pt x="1935779" y="76428"/>
                </a:lnTo>
                <a:lnTo>
                  <a:pt x="1935755" y="77682"/>
                </a:lnTo>
                <a:lnTo>
                  <a:pt x="1935747" y="78954"/>
                </a:lnTo>
                <a:lnTo>
                  <a:pt x="1935747" y="80814"/>
                </a:lnTo>
                <a:lnTo>
                  <a:pt x="1935755" y="81976"/>
                </a:lnTo>
                <a:lnTo>
                  <a:pt x="1935778" y="83121"/>
                </a:lnTo>
                <a:lnTo>
                  <a:pt x="1935816" y="84251"/>
                </a:lnTo>
                <a:lnTo>
                  <a:pt x="1935870" y="85365"/>
                </a:lnTo>
                <a:lnTo>
                  <a:pt x="1935938" y="86463"/>
                </a:lnTo>
                <a:lnTo>
                  <a:pt x="1936022" y="87545"/>
                </a:lnTo>
                <a:lnTo>
                  <a:pt x="1936121" y="88611"/>
                </a:lnTo>
                <a:lnTo>
                  <a:pt x="1936236" y="89662"/>
                </a:lnTo>
                <a:lnTo>
                  <a:pt x="1936366" y="90697"/>
                </a:lnTo>
                <a:lnTo>
                  <a:pt x="1936511" y="91715"/>
                </a:lnTo>
                <a:lnTo>
                  <a:pt x="1936671" y="92718"/>
                </a:lnTo>
                <a:lnTo>
                  <a:pt x="1936846" y="93706"/>
                </a:lnTo>
                <a:lnTo>
                  <a:pt x="1937037" y="94677"/>
                </a:lnTo>
                <a:lnTo>
                  <a:pt x="1937243" y="95632"/>
                </a:lnTo>
                <a:lnTo>
                  <a:pt x="1937465" y="96572"/>
                </a:lnTo>
                <a:lnTo>
                  <a:pt x="1937701" y="97495"/>
                </a:lnTo>
                <a:lnTo>
                  <a:pt x="1937953" y="98403"/>
                </a:lnTo>
                <a:lnTo>
                  <a:pt x="1938220" y="99295"/>
                </a:lnTo>
                <a:lnTo>
                  <a:pt x="1938502" y="100171"/>
                </a:lnTo>
                <a:lnTo>
                  <a:pt x="1938800" y="101032"/>
                </a:lnTo>
                <a:lnTo>
                  <a:pt x="1939113" y="101876"/>
                </a:lnTo>
                <a:lnTo>
                  <a:pt x="1939441" y="102705"/>
                </a:lnTo>
                <a:lnTo>
                  <a:pt x="1939785" y="103518"/>
                </a:lnTo>
                <a:lnTo>
                  <a:pt x="1940143" y="104314"/>
                </a:lnTo>
                <a:lnTo>
                  <a:pt x="1940515" y="105095"/>
                </a:lnTo>
                <a:lnTo>
                  <a:pt x="1940898" y="105861"/>
                </a:lnTo>
                <a:lnTo>
                  <a:pt x="1941292" y="106610"/>
                </a:lnTo>
                <a:lnTo>
                  <a:pt x="1941698" y="107343"/>
                </a:lnTo>
                <a:lnTo>
                  <a:pt x="1942114" y="108061"/>
                </a:lnTo>
                <a:lnTo>
                  <a:pt x="1942542" y="108763"/>
                </a:lnTo>
                <a:lnTo>
                  <a:pt x="1942981" y="109449"/>
                </a:lnTo>
                <a:lnTo>
                  <a:pt x="1943431" y="110119"/>
                </a:lnTo>
                <a:lnTo>
                  <a:pt x="1943892" y="110773"/>
                </a:lnTo>
                <a:lnTo>
                  <a:pt x="1944364" y="111412"/>
                </a:lnTo>
                <a:lnTo>
                  <a:pt x="1944847" y="112034"/>
                </a:lnTo>
                <a:lnTo>
                  <a:pt x="1945342" y="112641"/>
                </a:lnTo>
                <a:lnTo>
                  <a:pt x="1945848" y="113232"/>
                </a:lnTo>
                <a:lnTo>
                  <a:pt x="1946365" y="113807"/>
                </a:lnTo>
                <a:lnTo>
                  <a:pt x="1946893" y="114366"/>
                </a:lnTo>
                <a:lnTo>
                  <a:pt x="1947432" y="114909"/>
                </a:lnTo>
                <a:lnTo>
                  <a:pt x="1947982" y="115437"/>
                </a:lnTo>
                <a:lnTo>
                  <a:pt x="1948544" y="115948"/>
                </a:lnTo>
                <a:lnTo>
                  <a:pt x="1949116" y="116444"/>
                </a:lnTo>
                <a:lnTo>
                  <a:pt x="1949700" y="116924"/>
                </a:lnTo>
                <a:lnTo>
                  <a:pt x="1950295" y="117388"/>
                </a:lnTo>
                <a:lnTo>
                  <a:pt x="1950901" y="117836"/>
                </a:lnTo>
                <a:lnTo>
                  <a:pt x="1951519" y="118268"/>
                </a:lnTo>
                <a:lnTo>
                  <a:pt x="1952147" y="118685"/>
                </a:lnTo>
                <a:lnTo>
                  <a:pt x="1952799" y="119071"/>
                </a:lnTo>
                <a:lnTo>
                  <a:pt x="1953458" y="119441"/>
                </a:lnTo>
                <a:lnTo>
                  <a:pt x="1954126" y="119795"/>
                </a:lnTo>
                <a:lnTo>
                  <a:pt x="1954800" y="120131"/>
                </a:lnTo>
                <a:lnTo>
                  <a:pt x="1955483" y="120452"/>
                </a:lnTo>
                <a:lnTo>
                  <a:pt x="1956173" y="120756"/>
                </a:lnTo>
                <a:lnTo>
                  <a:pt x="1956871" y="121044"/>
                </a:lnTo>
                <a:lnTo>
                  <a:pt x="1957576" y="121315"/>
                </a:lnTo>
                <a:lnTo>
                  <a:pt x="1958289" y="121570"/>
                </a:lnTo>
                <a:lnTo>
                  <a:pt x="1959010" y="121808"/>
                </a:lnTo>
                <a:lnTo>
                  <a:pt x="1959738" y="122030"/>
                </a:lnTo>
                <a:lnTo>
                  <a:pt x="1960474" y="122236"/>
                </a:lnTo>
                <a:lnTo>
                  <a:pt x="1961217" y="122425"/>
                </a:lnTo>
                <a:lnTo>
                  <a:pt x="1961968" y="122597"/>
                </a:lnTo>
                <a:lnTo>
                  <a:pt x="1962727" y="122753"/>
                </a:lnTo>
                <a:lnTo>
                  <a:pt x="1963493" y="122893"/>
                </a:lnTo>
                <a:lnTo>
                  <a:pt x="1964267" y="123016"/>
                </a:lnTo>
                <a:lnTo>
                  <a:pt x="1965049" y="123123"/>
                </a:lnTo>
                <a:lnTo>
                  <a:pt x="1965838" y="123214"/>
                </a:lnTo>
                <a:lnTo>
                  <a:pt x="1966635" y="123288"/>
                </a:lnTo>
                <a:lnTo>
                  <a:pt x="1967440" y="123345"/>
                </a:lnTo>
                <a:lnTo>
                  <a:pt x="1968252" y="123386"/>
                </a:lnTo>
                <a:lnTo>
                  <a:pt x="1969072" y="123411"/>
                </a:lnTo>
                <a:lnTo>
                  <a:pt x="1969899" y="123419"/>
                </a:lnTo>
                <a:lnTo>
                  <a:pt x="1970628" y="123413"/>
                </a:lnTo>
                <a:lnTo>
                  <a:pt x="1971348" y="123397"/>
                </a:lnTo>
                <a:lnTo>
                  <a:pt x="1972060" y="123369"/>
                </a:lnTo>
                <a:lnTo>
                  <a:pt x="1972764" y="123330"/>
                </a:lnTo>
                <a:lnTo>
                  <a:pt x="1973459" y="123280"/>
                </a:lnTo>
                <a:lnTo>
                  <a:pt x="1974147" y="123218"/>
                </a:lnTo>
                <a:lnTo>
                  <a:pt x="1974826" y="123146"/>
                </a:lnTo>
                <a:lnTo>
                  <a:pt x="1975497" y="123062"/>
                </a:lnTo>
                <a:lnTo>
                  <a:pt x="1976160" y="122967"/>
                </a:lnTo>
                <a:lnTo>
                  <a:pt x="1976814" y="122861"/>
                </a:lnTo>
                <a:lnTo>
                  <a:pt x="1977461" y="122744"/>
                </a:lnTo>
                <a:lnTo>
                  <a:pt x="1978099" y="122616"/>
                </a:lnTo>
                <a:lnTo>
                  <a:pt x="1978729" y="122477"/>
                </a:lnTo>
                <a:lnTo>
                  <a:pt x="1979350" y="122326"/>
                </a:lnTo>
                <a:lnTo>
                  <a:pt x="1979964" y="122164"/>
                </a:lnTo>
                <a:lnTo>
                  <a:pt x="1980569" y="121991"/>
                </a:lnTo>
                <a:lnTo>
                  <a:pt x="1981166" y="121807"/>
                </a:lnTo>
                <a:lnTo>
                  <a:pt x="1981755" y="121612"/>
                </a:lnTo>
                <a:lnTo>
                  <a:pt x="1982335" y="121406"/>
                </a:lnTo>
                <a:lnTo>
                  <a:pt x="1982908" y="121188"/>
                </a:lnTo>
                <a:lnTo>
                  <a:pt x="1983472" y="120960"/>
                </a:lnTo>
                <a:lnTo>
                  <a:pt x="1984028" y="120720"/>
                </a:lnTo>
                <a:lnTo>
                  <a:pt x="1984576" y="120469"/>
                </a:lnTo>
                <a:lnTo>
                  <a:pt x="1985115" y="120207"/>
                </a:lnTo>
                <a:lnTo>
                  <a:pt x="1985659" y="119921"/>
                </a:lnTo>
                <a:lnTo>
                  <a:pt x="1986193" y="119628"/>
                </a:lnTo>
                <a:lnTo>
                  <a:pt x="1986716" y="119327"/>
                </a:lnTo>
                <a:lnTo>
                  <a:pt x="1987228" y="119019"/>
                </a:lnTo>
                <a:lnTo>
                  <a:pt x="1987730" y="118702"/>
                </a:lnTo>
                <a:lnTo>
                  <a:pt x="1988222" y="118379"/>
                </a:lnTo>
                <a:lnTo>
                  <a:pt x="1988702" y="118047"/>
                </a:lnTo>
                <a:lnTo>
                  <a:pt x="1989173" y="117708"/>
                </a:lnTo>
                <a:lnTo>
                  <a:pt x="1989632" y="117362"/>
                </a:lnTo>
                <a:lnTo>
                  <a:pt x="1990081" y="117007"/>
                </a:lnTo>
                <a:lnTo>
                  <a:pt x="1990520" y="116645"/>
                </a:lnTo>
                <a:lnTo>
                  <a:pt x="1990948" y="116276"/>
                </a:lnTo>
                <a:lnTo>
                  <a:pt x="1991365" y="115899"/>
                </a:lnTo>
                <a:lnTo>
                  <a:pt x="1991772" y="115514"/>
                </a:lnTo>
                <a:lnTo>
                  <a:pt x="1992168" y="115121"/>
                </a:lnTo>
                <a:lnTo>
                  <a:pt x="1992554" y="114721"/>
                </a:lnTo>
                <a:lnTo>
                  <a:pt x="1992929" y="114314"/>
                </a:lnTo>
                <a:lnTo>
                  <a:pt x="1993294" y="113898"/>
                </a:lnTo>
                <a:lnTo>
                  <a:pt x="1993648" y="113475"/>
                </a:lnTo>
                <a:lnTo>
                  <a:pt x="1993991" y="113045"/>
                </a:lnTo>
                <a:lnTo>
                  <a:pt x="1994324" y="112606"/>
                </a:lnTo>
                <a:lnTo>
                  <a:pt x="1994646" y="112161"/>
                </a:lnTo>
                <a:lnTo>
                  <a:pt x="1994958" y="111707"/>
                </a:lnTo>
                <a:lnTo>
                  <a:pt x="1995259" y="111246"/>
                </a:lnTo>
                <a:lnTo>
                  <a:pt x="1995259" y="152160"/>
                </a:lnTo>
                <a:lnTo>
                  <a:pt x="2012166" y="152160"/>
                </a:lnTo>
                <a:lnTo>
                  <a:pt x="2012166" y="35335"/>
                </a:lnTo>
                <a:lnTo>
                  <a:pt x="1998471" y="35335"/>
                </a:lnTo>
                <a:lnTo>
                  <a:pt x="1996950" y="47677"/>
                </a:lnTo>
                <a:lnTo>
                  <a:pt x="1996648" y="47146"/>
                </a:lnTo>
                <a:lnTo>
                  <a:pt x="1996336" y="46625"/>
                </a:lnTo>
                <a:lnTo>
                  <a:pt x="1996012" y="46113"/>
                </a:lnTo>
                <a:lnTo>
                  <a:pt x="1995677" y="45610"/>
                </a:lnTo>
                <a:lnTo>
                  <a:pt x="1995331" y="45117"/>
                </a:lnTo>
                <a:close/>
                <a:moveTo>
                  <a:pt x="1969661" y="110842"/>
                </a:moveTo>
                <a:lnTo>
                  <a:pt x="1969202" y="110747"/>
                </a:lnTo>
                <a:lnTo>
                  <a:pt x="1968746" y="110642"/>
                </a:lnTo>
                <a:lnTo>
                  <a:pt x="1968293" y="110527"/>
                </a:lnTo>
                <a:lnTo>
                  <a:pt x="1967844" y="110403"/>
                </a:lnTo>
                <a:lnTo>
                  <a:pt x="1967398" y="110268"/>
                </a:lnTo>
                <a:lnTo>
                  <a:pt x="1966956" y="110123"/>
                </a:lnTo>
                <a:lnTo>
                  <a:pt x="1966518" y="109969"/>
                </a:lnTo>
                <a:lnTo>
                  <a:pt x="1966083" y="109804"/>
                </a:lnTo>
                <a:lnTo>
                  <a:pt x="1965651" y="109629"/>
                </a:lnTo>
                <a:lnTo>
                  <a:pt x="1965223" y="109445"/>
                </a:lnTo>
                <a:lnTo>
                  <a:pt x="1964799" y="109250"/>
                </a:lnTo>
                <a:lnTo>
                  <a:pt x="1964378" y="109046"/>
                </a:lnTo>
                <a:lnTo>
                  <a:pt x="1963961" y="108831"/>
                </a:lnTo>
                <a:lnTo>
                  <a:pt x="1963547" y="108606"/>
                </a:lnTo>
                <a:lnTo>
                  <a:pt x="1963136" y="108372"/>
                </a:lnTo>
                <a:lnTo>
                  <a:pt x="1962745" y="108127"/>
                </a:lnTo>
                <a:lnTo>
                  <a:pt x="1962360" y="107871"/>
                </a:lnTo>
                <a:lnTo>
                  <a:pt x="1961982" y="107603"/>
                </a:lnTo>
                <a:lnTo>
                  <a:pt x="1961610" y="107325"/>
                </a:lnTo>
                <a:lnTo>
                  <a:pt x="1961245" y="107035"/>
                </a:lnTo>
                <a:lnTo>
                  <a:pt x="1960886" y="106734"/>
                </a:lnTo>
                <a:lnTo>
                  <a:pt x="1960533" y="106422"/>
                </a:lnTo>
                <a:lnTo>
                  <a:pt x="1960187" y="106099"/>
                </a:lnTo>
                <a:lnTo>
                  <a:pt x="1959847" y="105765"/>
                </a:lnTo>
                <a:lnTo>
                  <a:pt x="1959514" y="105419"/>
                </a:lnTo>
                <a:lnTo>
                  <a:pt x="1959188" y="105063"/>
                </a:lnTo>
                <a:lnTo>
                  <a:pt x="1958867" y="104695"/>
                </a:lnTo>
                <a:lnTo>
                  <a:pt x="1958554" y="104316"/>
                </a:lnTo>
                <a:lnTo>
                  <a:pt x="1958246" y="103926"/>
                </a:lnTo>
                <a:lnTo>
                  <a:pt x="1957945" y="103525"/>
                </a:lnTo>
                <a:lnTo>
                  <a:pt x="1957651" y="103112"/>
                </a:lnTo>
                <a:lnTo>
                  <a:pt x="1957363" y="102689"/>
                </a:lnTo>
                <a:lnTo>
                  <a:pt x="1957082" y="102254"/>
                </a:lnTo>
                <a:lnTo>
                  <a:pt x="1956807" y="101808"/>
                </a:lnTo>
                <a:lnTo>
                  <a:pt x="1956538" y="101351"/>
                </a:lnTo>
                <a:lnTo>
                  <a:pt x="1956276" y="100883"/>
                </a:lnTo>
                <a:lnTo>
                  <a:pt x="1956020" y="100404"/>
                </a:lnTo>
                <a:lnTo>
                  <a:pt x="1955771" y="99913"/>
                </a:lnTo>
                <a:lnTo>
                  <a:pt x="1955528" y="99411"/>
                </a:lnTo>
                <a:lnTo>
                  <a:pt x="1955294" y="98899"/>
                </a:lnTo>
                <a:lnTo>
                  <a:pt x="1955069" y="98375"/>
                </a:lnTo>
                <a:lnTo>
                  <a:pt x="1954855" y="97840"/>
                </a:lnTo>
                <a:lnTo>
                  <a:pt x="1954650" y="97293"/>
                </a:lnTo>
                <a:lnTo>
                  <a:pt x="1954456" y="96736"/>
                </a:lnTo>
                <a:lnTo>
                  <a:pt x="1954271" y="96167"/>
                </a:lnTo>
                <a:lnTo>
                  <a:pt x="1954096" y="95588"/>
                </a:lnTo>
                <a:lnTo>
                  <a:pt x="1953932" y="94997"/>
                </a:lnTo>
                <a:lnTo>
                  <a:pt x="1953777" y="94395"/>
                </a:lnTo>
                <a:lnTo>
                  <a:pt x="1953632" y="93782"/>
                </a:lnTo>
                <a:lnTo>
                  <a:pt x="1953497" y="93157"/>
                </a:lnTo>
                <a:lnTo>
                  <a:pt x="1953373" y="92522"/>
                </a:lnTo>
                <a:lnTo>
                  <a:pt x="1953258" y="91875"/>
                </a:lnTo>
                <a:lnTo>
                  <a:pt x="1953153" y="91217"/>
                </a:lnTo>
                <a:lnTo>
                  <a:pt x="1953058" y="90549"/>
                </a:lnTo>
                <a:lnTo>
                  <a:pt x="1952974" y="89868"/>
                </a:lnTo>
                <a:lnTo>
                  <a:pt x="1952899" y="89177"/>
                </a:lnTo>
                <a:lnTo>
                  <a:pt x="1952834" y="88475"/>
                </a:lnTo>
                <a:lnTo>
                  <a:pt x="1952779" y="87761"/>
                </a:lnTo>
                <a:lnTo>
                  <a:pt x="1952734" y="87037"/>
                </a:lnTo>
                <a:lnTo>
                  <a:pt x="1952699" y="86301"/>
                </a:lnTo>
                <a:lnTo>
                  <a:pt x="1952674" y="85554"/>
                </a:lnTo>
                <a:lnTo>
                  <a:pt x="1952659" y="84796"/>
                </a:lnTo>
                <a:lnTo>
                  <a:pt x="1952654" y="84026"/>
                </a:lnTo>
                <a:lnTo>
                  <a:pt x="1952654" y="74728"/>
                </a:lnTo>
                <a:lnTo>
                  <a:pt x="1952659" y="73848"/>
                </a:lnTo>
                <a:lnTo>
                  <a:pt x="1952674" y="72983"/>
                </a:lnTo>
                <a:lnTo>
                  <a:pt x="1952699" y="72134"/>
                </a:lnTo>
                <a:lnTo>
                  <a:pt x="1952734" y="71299"/>
                </a:lnTo>
                <a:lnTo>
                  <a:pt x="1952779" y="70480"/>
                </a:lnTo>
                <a:lnTo>
                  <a:pt x="1952834" y="69677"/>
                </a:lnTo>
                <a:lnTo>
                  <a:pt x="1952899" y="68888"/>
                </a:lnTo>
                <a:lnTo>
                  <a:pt x="1952974" y="68115"/>
                </a:lnTo>
                <a:lnTo>
                  <a:pt x="1953058" y="67357"/>
                </a:lnTo>
                <a:lnTo>
                  <a:pt x="1953153" y="66615"/>
                </a:lnTo>
                <a:lnTo>
                  <a:pt x="1953258" y="65887"/>
                </a:lnTo>
                <a:lnTo>
                  <a:pt x="1953373" y="65175"/>
                </a:lnTo>
                <a:lnTo>
                  <a:pt x="1953497" y="64479"/>
                </a:lnTo>
                <a:lnTo>
                  <a:pt x="1953632" y="63797"/>
                </a:lnTo>
                <a:lnTo>
                  <a:pt x="1953777" y="63131"/>
                </a:lnTo>
                <a:lnTo>
                  <a:pt x="1953932" y="62480"/>
                </a:lnTo>
                <a:lnTo>
                  <a:pt x="1954096" y="61844"/>
                </a:lnTo>
                <a:lnTo>
                  <a:pt x="1954271" y="61223"/>
                </a:lnTo>
                <a:lnTo>
                  <a:pt x="1954456" y="60618"/>
                </a:lnTo>
                <a:lnTo>
                  <a:pt x="1954650" y="60028"/>
                </a:lnTo>
                <a:lnTo>
                  <a:pt x="1954855" y="59453"/>
                </a:lnTo>
                <a:lnTo>
                  <a:pt x="1955069" y="58894"/>
                </a:lnTo>
                <a:lnTo>
                  <a:pt x="1955294" y="58350"/>
                </a:lnTo>
                <a:lnTo>
                  <a:pt x="1955528" y="57821"/>
                </a:lnTo>
                <a:lnTo>
                  <a:pt x="1955771" y="57292"/>
                </a:lnTo>
                <a:lnTo>
                  <a:pt x="1956020" y="56775"/>
                </a:lnTo>
                <a:lnTo>
                  <a:pt x="1956276" y="56270"/>
                </a:lnTo>
                <a:lnTo>
                  <a:pt x="1956538" y="55778"/>
                </a:lnTo>
                <a:lnTo>
                  <a:pt x="1956807" y="55298"/>
                </a:lnTo>
                <a:lnTo>
                  <a:pt x="1957082" y="54830"/>
                </a:lnTo>
                <a:lnTo>
                  <a:pt x="1957363" y="54375"/>
                </a:lnTo>
                <a:lnTo>
                  <a:pt x="1957651" y="53932"/>
                </a:lnTo>
                <a:lnTo>
                  <a:pt x="1957945" y="53502"/>
                </a:lnTo>
                <a:lnTo>
                  <a:pt x="1958246" y="53084"/>
                </a:lnTo>
                <a:lnTo>
                  <a:pt x="1958554" y="52678"/>
                </a:lnTo>
                <a:lnTo>
                  <a:pt x="1958867" y="52284"/>
                </a:lnTo>
                <a:lnTo>
                  <a:pt x="1959188" y="51903"/>
                </a:lnTo>
                <a:lnTo>
                  <a:pt x="1959514" y="51534"/>
                </a:lnTo>
                <a:lnTo>
                  <a:pt x="1959847" y="51177"/>
                </a:lnTo>
                <a:lnTo>
                  <a:pt x="1960187" y="50833"/>
                </a:lnTo>
                <a:lnTo>
                  <a:pt x="1960533" y="50501"/>
                </a:lnTo>
                <a:lnTo>
                  <a:pt x="1960886" y="50181"/>
                </a:lnTo>
                <a:lnTo>
                  <a:pt x="1961245" y="49874"/>
                </a:lnTo>
                <a:lnTo>
                  <a:pt x="1961610" y="49579"/>
                </a:lnTo>
                <a:lnTo>
                  <a:pt x="1961982" y="49296"/>
                </a:lnTo>
                <a:lnTo>
                  <a:pt x="1962360" y="49026"/>
                </a:lnTo>
                <a:lnTo>
                  <a:pt x="1962745" y="48768"/>
                </a:lnTo>
                <a:lnTo>
                  <a:pt x="1963136" y="48522"/>
                </a:lnTo>
                <a:lnTo>
                  <a:pt x="1963547" y="48288"/>
                </a:lnTo>
                <a:lnTo>
                  <a:pt x="1963961" y="48063"/>
                </a:lnTo>
                <a:lnTo>
                  <a:pt x="1964378" y="47849"/>
                </a:lnTo>
                <a:lnTo>
                  <a:pt x="1964799" y="47644"/>
                </a:lnTo>
                <a:lnTo>
                  <a:pt x="1965223" y="47450"/>
                </a:lnTo>
                <a:lnTo>
                  <a:pt x="1965651" y="47265"/>
                </a:lnTo>
                <a:lnTo>
                  <a:pt x="1966083" y="47090"/>
                </a:lnTo>
                <a:lnTo>
                  <a:pt x="1966518" y="46926"/>
                </a:lnTo>
                <a:lnTo>
                  <a:pt x="1966956" y="46771"/>
                </a:lnTo>
                <a:lnTo>
                  <a:pt x="1967398" y="46626"/>
                </a:lnTo>
                <a:lnTo>
                  <a:pt x="1967844" y="46491"/>
                </a:lnTo>
                <a:lnTo>
                  <a:pt x="1968293" y="46367"/>
                </a:lnTo>
                <a:lnTo>
                  <a:pt x="1968746" y="46252"/>
                </a:lnTo>
                <a:lnTo>
                  <a:pt x="1969202" y="46147"/>
                </a:lnTo>
                <a:lnTo>
                  <a:pt x="1969661" y="46052"/>
                </a:lnTo>
                <a:lnTo>
                  <a:pt x="1970124" y="45968"/>
                </a:lnTo>
                <a:lnTo>
                  <a:pt x="1970591" y="45893"/>
                </a:lnTo>
                <a:lnTo>
                  <a:pt x="1971061" y="45828"/>
                </a:lnTo>
                <a:lnTo>
                  <a:pt x="1971535" y="45773"/>
                </a:lnTo>
                <a:lnTo>
                  <a:pt x="1972012" y="45728"/>
                </a:lnTo>
                <a:lnTo>
                  <a:pt x="1972493" y="45693"/>
                </a:lnTo>
                <a:lnTo>
                  <a:pt x="1972977" y="45668"/>
                </a:lnTo>
                <a:lnTo>
                  <a:pt x="1973465" y="45653"/>
                </a:lnTo>
                <a:lnTo>
                  <a:pt x="1973957" y="45648"/>
                </a:lnTo>
                <a:lnTo>
                  <a:pt x="1974434" y="45653"/>
                </a:lnTo>
                <a:lnTo>
                  <a:pt x="1974909" y="45668"/>
                </a:lnTo>
                <a:lnTo>
                  <a:pt x="1975380" y="45693"/>
                </a:lnTo>
                <a:lnTo>
                  <a:pt x="1975849" y="45728"/>
                </a:lnTo>
                <a:lnTo>
                  <a:pt x="1976315" y="45773"/>
                </a:lnTo>
                <a:lnTo>
                  <a:pt x="1976778" y="45828"/>
                </a:lnTo>
                <a:lnTo>
                  <a:pt x="1977238" y="45893"/>
                </a:lnTo>
                <a:lnTo>
                  <a:pt x="1977695" y="45968"/>
                </a:lnTo>
                <a:lnTo>
                  <a:pt x="1978149" y="46052"/>
                </a:lnTo>
                <a:lnTo>
                  <a:pt x="1978600" y="46147"/>
                </a:lnTo>
                <a:lnTo>
                  <a:pt x="1979048" y="46252"/>
                </a:lnTo>
                <a:lnTo>
                  <a:pt x="1979494" y="46367"/>
                </a:lnTo>
                <a:lnTo>
                  <a:pt x="1979936" y="46491"/>
                </a:lnTo>
                <a:lnTo>
                  <a:pt x="1980375" y="46626"/>
                </a:lnTo>
                <a:lnTo>
                  <a:pt x="1980812" y="46771"/>
                </a:lnTo>
                <a:lnTo>
                  <a:pt x="1981245" y="46926"/>
                </a:lnTo>
                <a:lnTo>
                  <a:pt x="1981676" y="47090"/>
                </a:lnTo>
                <a:lnTo>
                  <a:pt x="1982104" y="47265"/>
                </a:lnTo>
                <a:lnTo>
                  <a:pt x="1982528" y="47450"/>
                </a:lnTo>
                <a:lnTo>
                  <a:pt x="1982950" y="47644"/>
                </a:lnTo>
                <a:lnTo>
                  <a:pt x="1983369" y="47849"/>
                </a:lnTo>
                <a:lnTo>
                  <a:pt x="1983785" y="48063"/>
                </a:lnTo>
                <a:lnTo>
                  <a:pt x="1984198" y="48288"/>
                </a:lnTo>
                <a:lnTo>
                  <a:pt x="1984608" y="48522"/>
                </a:lnTo>
                <a:lnTo>
                  <a:pt x="1985013" y="48754"/>
                </a:lnTo>
                <a:lnTo>
                  <a:pt x="1985411" y="48998"/>
                </a:lnTo>
                <a:lnTo>
                  <a:pt x="1985802" y="49254"/>
                </a:lnTo>
                <a:lnTo>
                  <a:pt x="1986186" y="49523"/>
                </a:lnTo>
                <a:lnTo>
                  <a:pt x="1986563" y="49803"/>
                </a:lnTo>
                <a:lnTo>
                  <a:pt x="1986933" y="50097"/>
                </a:lnTo>
                <a:lnTo>
                  <a:pt x="1987295" y="50402"/>
                </a:lnTo>
                <a:lnTo>
                  <a:pt x="1987651" y="50720"/>
                </a:lnTo>
                <a:lnTo>
                  <a:pt x="1988000" y="51050"/>
                </a:lnTo>
                <a:lnTo>
                  <a:pt x="1988341" y="51393"/>
                </a:lnTo>
                <a:lnTo>
                  <a:pt x="1988676" y="51748"/>
                </a:lnTo>
                <a:lnTo>
                  <a:pt x="1989004" y="52115"/>
                </a:lnTo>
                <a:lnTo>
                  <a:pt x="1989324" y="52494"/>
                </a:lnTo>
                <a:lnTo>
                  <a:pt x="1989638" y="52886"/>
                </a:lnTo>
                <a:lnTo>
                  <a:pt x="1989944" y="53290"/>
                </a:lnTo>
                <a:lnTo>
                  <a:pt x="1990243" y="53707"/>
                </a:lnTo>
                <a:lnTo>
                  <a:pt x="1990536" y="54136"/>
                </a:lnTo>
                <a:lnTo>
                  <a:pt x="1990821" y="54577"/>
                </a:lnTo>
                <a:lnTo>
                  <a:pt x="1991099" y="55030"/>
                </a:lnTo>
                <a:lnTo>
                  <a:pt x="1991371" y="55496"/>
                </a:lnTo>
                <a:lnTo>
                  <a:pt x="1991635" y="55974"/>
                </a:lnTo>
                <a:lnTo>
                  <a:pt x="1991892" y="56465"/>
                </a:lnTo>
                <a:lnTo>
                  <a:pt x="1992142" y="56968"/>
                </a:lnTo>
                <a:lnTo>
                  <a:pt x="1992385" y="57483"/>
                </a:lnTo>
                <a:lnTo>
                  <a:pt x="1992619" y="58012"/>
                </a:lnTo>
                <a:lnTo>
                  <a:pt x="1992844" y="58557"/>
                </a:lnTo>
                <a:lnTo>
                  <a:pt x="1993059" y="59118"/>
                </a:lnTo>
                <a:lnTo>
                  <a:pt x="1993263" y="59695"/>
                </a:lnTo>
                <a:lnTo>
                  <a:pt x="1993458" y="60287"/>
                </a:lnTo>
                <a:lnTo>
                  <a:pt x="1993642" y="60896"/>
                </a:lnTo>
                <a:lnTo>
                  <a:pt x="1993817" y="61520"/>
                </a:lnTo>
                <a:lnTo>
                  <a:pt x="1993982" y="62160"/>
                </a:lnTo>
                <a:lnTo>
                  <a:pt x="1994136" y="62816"/>
                </a:lnTo>
                <a:lnTo>
                  <a:pt x="1994281" y="63488"/>
                </a:lnTo>
                <a:lnTo>
                  <a:pt x="1994416" y="64176"/>
                </a:lnTo>
                <a:lnTo>
                  <a:pt x="1994541" y="64879"/>
                </a:lnTo>
                <a:lnTo>
                  <a:pt x="1994655" y="65599"/>
                </a:lnTo>
                <a:lnTo>
                  <a:pt x="1994760" y="66334"/>
                </a:lnTo>
                <a:lnTo>
                  <a:pt x="1994855" y="67085"/>
                </a:lnTo>
                <a:lnTo>
                  <a:pt x="1994940" y="67852"/>
                </a:lnTo>
                <a:lnTo>
                  <a:pt x="1995015" y="68635"/>
                </a:lnTo>
                <a:lnTo>
                  <a:pt x="1995079" y="69434"/>
                </a:lnTo>
                <a:lnTo>
                  <a:pt x="1995134" y="70248"/>
                </a:lnTo>
                <a:lnTo>
                  <a:pt x="1995179" y="71079"/>
                </a:lnTo>
                <a:lnTo>
                  <a:pt x="1995214" y="71925"/>
                </a:lnTo>
                <a:lnTo>
                  <a:pt x="1995239" y="72787"/>
                </a:lnTo>
                <a:lnTo>
                  <a:pt x="1995254" y="73665"/>
                </a:lnTo>
                <a:lnTo>
                  <a:pt x="1995259" y="74559"/>
                </a:lnTo>
                <a:lnTo>
                  <a:pt x="1995259" y="84026"/>
                </a:lnTo>
                <a:lnTo>
                  <a:pt x="1995254" y="84796"/>
                </a:lnTo>
                <a:lnTo>
                  <a:pt x="1995239" y="85554"/>
                </a:lnTo>
                <a:lnTo>
                  <a:pt x="1995214" y="86301"/>
                </a:lnTo>
                <a:lnTo>
                  <a:pt x="1995179" y="87037"/>
                </a:lnTo>
                <a:lnTo>
                  <a:pt x="1995134" y="87761"/>
                </a:lnTo>
                <a:lnTo>
                  <a:pt x="1995079" y="88475"/>
                </a:lnTo>
                <a:lnTo>
                  <a:pt x="1995015" y="89177"/>
                </a:lnTo>
                <a:lnTo>
                  <a:pt x="1994940" y="89868"/>
                </a:lnTo>
                <a:lnTo>
                  <a:pt x="1994855" y="90549"/>
                </a:lnTo>
                <a:lnTo>
                  <a:pt x="1994760" y="91217"/>
                </a:lnTo>
                <a:lnTo>
                  <a:pt x="1994655" y="91875"/>
                </a:lnTo>
                <a:lnTo>
                  <a:pt x="1994541" y="92522"/>
                </a:lnTo>
                <a:lnTo>
                  <a:pt x="1994416" y="93157"/>
                </a:lnTo>
                <a:lnTo>
                  <a:pt x="1994281" y="93782"/>
                </a:lnTo>
                <a:lnTo>
                  <a:pt x="1994136" y="94395"/>
                </a:lnTo>
                <a:lnTo>
                  <a:pt x="1993982" y="94997"/>
                </a:lnTo>
                <a:lnTo>
                  <a:pt x="1993817" y="95588"/>
                </a:lnTo>
                <a:lnTo>
                  <a:pt x="1993642" y="96167"/>
                </a:lnTo>
                <a:lnTo>
                  <a:pt x="1993458" y="96736"/>
                </a:lnTo>
                <a:lnTo>
                  <a:pt x="1993263" y="97293"/>
                </a:lnTo>
                <a:lnTo>
                  <a:pt x="1993059" y="97840"/>
                </a:lnTo>
                <a:lnTo>
                  <a:pt x="1992844" y="98375"/>
                </a:lnTo>
                <a:lnTo>
                  <a:pt x="1992619" y="98899"/>
                </a:lnTo>
                <a:lnTo>
                  <a:pt x="1992385" y="99411"/>
                </a:lnTo>
                <a:lnTo>
                  <a:pt x="1992142" y="99913"/>
                </a:lnTo>
                <a:lnTo>
                  <a:pt x="1991892" y="100404"/>
                </a:lnTo>
                <a:lnTo>
                  <a:pt x="1991635" y="100883"/>
                </a:lnTo>
                <a:lnTo>
                  <a:pt x="1991371" y="101351"/>
                </a:lnTo>
                <a:lnTo>
                  <a:pt x="1991099" y="101808"/>
                </a:lnTo>
                <a:lnTo>
                  <a:pt x="1990821" y="102254"/>
                </a:lnTo>
                <a:lnTo>
                  <a:pt x="1990536" y="102689"/>
                </a:lnTo>
                <a:lnTo>
                  <a:pt x="1990243" y="103112"/>
                </a:lnTo>
                <a:lnTo>
                  <a:pt x="1989944" y="103525"/>
                </a:lnTo>
                <a:lnTo>
                  <a:pt x="1989638" y="103926"/>
                </a:lnTo>
                <a:lnTo>
                  <a:pt x="1989324" y="104316"/>
                </a:lnTo>
                <a:lnTo>
                  <a:pt x="1989004" y="104695"/>
                </a:lnTo>
                <a:lnTo>
                  <a:pt x="1988676" y="105063"/>
                </a:lnTo>
                <a:lnTo>
                  <a:pt x="1988341" y="105419"/>
                </a:lnTo>
                <a:lnTo>
                  <a:pt x="1988000" y="105765"/>
                </a:lnTo>
                <a:lnTo>
                  <a:pt x="1987651" y="106099"/>
                </a:lnTo>
                <a:lnTo>
                  <a:pt x="1987295" y="106422"/>
                </a:lnTo>
                <a:lnTo>
                  <a:pt x="1986933" y="106734"/>
                </a:lnTo>
                <a:lnTo>
                  <a:pt x="1986563" y="107035"/>
                </a:lnTo>
                <a:lnTo>
                  <a:pt x="1986186" y="107325"/>
                </a:lnTo>
                <a:lnTo>
                  <a:pt x="1985802" y="107603"/>
                </a:lnTo>
                <a:lnTo>
                  <a:pt x="1985411" y="107871"/>
                </a:lnTo>
                <a:lnTo>
                  <a:pt x="1985013" y="108127"/>
                </a:lnTo>
                <a:lnTo>
                  <a:pt x="1984608" y="108372"/>
                </a:lnTo>
                <a:lnTo>
                  <a:pt x="1984211" y="108606"/>
                </a:lnTo>
                <a:lnTo>
                  <a:pt x="1983811" y="108831"/>
                </a:lnTo>
                <a:lnTo>
                  <a:pt x="1983406" y="109046"/>
                </a:lnTo>
                <a:lnTo>
                  <a:pt x="1982997" y="109250"/>
                </a:lnTo>
                <a:lnTo>
                  <a:pt x="1982584" y="109445"/>
                </a:lnTo>
                <a:lnTo>
                  <a:pt x="1982167" y="109629"/>
                </a:lnTo>
                <a:lnTo>
                  <a:pt x="1981746" y="109804"/>
                </a:lnTo>
                <a:lnTo>
                  <a:pt x="1981320" y="109969"/>
                </a:lnTo>
                <a:lnTo>
                  <a:pt x="1980891" y="110123"/>
                </a:lnTo>
                <a:lnTo>
                  <a:pt x="1980458" y="110268"/>
                </a:lnTo>
                <a:lnTo>
                  <a:pt x="1980020" y="110403"/>
                </a:lnTo>
                <a:lnTo>
                  <a:pt x="1979578" y="110527"/>
                </a:lnTo>
                <a:lnTo>
                  <a:pt x="1979132" y="110642"/>
                </a:lnTo>
                <a:lnTo>
                  <a:pt x="1978682" y="110747"/>
                </a:lnTo>
                <a:lnTo>
                  <a:pt x="1978228" y="110842"/>
                </a:lnTo>
                <a:lnTo>
                  <a:pt x="1977770" y="110927"/>
                </a:lnTo>
                <a:lnTo>
                  <a:pt x="1977308" y="111002"/>
                </a:lnTo>
                <a:lnTo>
                  <a:pt x="1976841" y="111066"/>
                </a:lnTo>
                <a:lnTo>
                  <a:pt x="1976371" y="111121"/>
                </a:lnTo>
                <a:lnTo>
                  <a:pt x="1975896" y="111166"/>
                </a:lnTo>
                <a:lnTo>
                  <a:pt x="1975417" y="111201"/>
                </a:lnTo>
                <a:lnTo>
                  <a:pt x="1974935" y="111226"/>
                </a:lnTo>
                <a:lnTo>
                  <a:pt x="1974448" y="111241"/>
                </a:lnTo>
                <a:lnTo>
                  <a:pt x="1973957" y="111246"/>
                </a:lnTo>
                <a:lnTo>
                  <a:pt x="1973465" y="111241"/>
                </a:lnTo>
                <a:lnTo>
                  <a:pt x="1972977" y="111226"/>
                </a:lnTo>
                <a:lnTo>
                  <a:pt x="1972493" y="111201"/>
                </a:lnTo>
                <a:lnTo>
                  <a:pt x="1972012" y="111166"/>
                </a:lnTo>
                <a:lnTo>
                  <a:pt x="1971535" y="111121"/>
                </a:lnTo>
                <a:lnTo>
                  <a:pt x="1971061" y="111066"/>
                </a:lnTo>
                <a:lnTo>
                  <a:pt x="1970591" y="111002"/>
                </a:lnTo>
                <a:lnTo>
                  <a:pt x="1970124" y="110927"/>
                </a:lnTo>
                <a:lnTo>
                  <a:pt x="1969661" y="110842"/>
                </a:lnTo>
                <a:close/>
                <a:moveTo>
                  <a:pt x="1886953" y="266734"/>
                </a:moveTo>
                <a:lnTo>
                  <a:pt x="1886953" y="250504"/>
                </a:lnTo>
                <a:lnTo>
                  <a:pt x="1871061" y="250504"/>
                </a:lnTo>
                <a:lnTo>
                  <a:pt x="1871061" y="266734"/>
                </a:lnTo>
                <a:lnTo>
                  <a:pt x="1886953" y="266734"/>
                </a:lnTo>
                <a:close/>
                <a:moveTo>
                  <a:pt x="1888644" y="370880"/>
                </a:moveTo>
                <a:lnTo>
                  <a:pt x="1917892" y="370880"/>
                </a:lnTo>
                <a:lnTo>
                  <a:pt x="1917892" y="357862"/>
                </a:lnTo>
                <a:lnTo>
                  <a:pt x="1888644" y="357862"/>
                </a:lnTo>
                <a:lnTo>
                  <a:pt x="1888644" y="284487"/>
                </a:lnTo>
                <a:lnTo>
                  <a:pt x="1840798" y="284487"/>
                </a:lnTo>
                <a:lnTo>
                  <a:pt x="1840798" y="297674"/>
                </a:lnTo>
                <a:lnTo>
                  <a:pt x="1871737" y="297674"/>
                </a:lnTo>
                <a:lnTo>
                  <a:pt x="1871737" y="357862"/>
                </a:lnTo>
                <a:lnTo>
                  <a:pt x="1840798" y="357862"/>
                </a:lnTo>
                <a:lnTo>
                  <a:pt x="1840798" y="370880"/>
                </a:lnTo>
                <a:lnTo>
                  <a:pt x="1871737" y="370880"/>
                </a:lnTo>
                <a:lnTo>
                  <a:pt x="1888644" y="370880"/>
                </a:lnTo>
                <a:close/>
                <a:moveTo>
                  <a:pt x="1984278" y="372166"/>
                </a:moveTo>
                <a:lnTo>
                  <a:pt x="1985175" y="372072"/>
                </a:lnTo>
                <a:lnTo>
                  <a:pt x="1986060" y="371967"/>
                </a:lnTo>
                <a:lnTo>
                  <a:pt x="1986933" y="371852"/>
                </a:lnTo>
                <a:lnTo>
                  <a:pt x="1987793" y="371727"/>
                </a:lnTo>
                <a:lnTo>
                  <a:pt x="1988641" y="371593"/>
                </a:lnTo>
                <a:lnTo>
                  <a:pt x="1989476" y="371448"/>
                </a:lnTo>
                <a:lnTo>
                  <a:pt x="1990300" y="371293"/>
                </a:lnTo>
                <a:lnTo>
                  <a:pt x="1991111" y="371128"/>
                </a:lnTo>
                <a:lnTo>
                  <a:pt x="1991909" y="370954"/>
                </a:lnTo>
                <a:lnTo>
                  <a:pt x="1992696" y="370769"/>
                </a:lnTo>
                <a:lnTo>
                  <a:pt x="1993470" y="370575"/>
                </a:lnTo>
                <a:lnTo>
                  <a:pt x="1994232" y="370370"/>
                </a:lnTo>
                <a:lnTo>
                  <a:pt x="1994981" y="370155"/>
                </a:lnTo>
                <a:lnTo>
                  <a:pt x="1995718" y="369931"/>
                </a:lnTo>
                <a:lnTo>
                  <a:pt x="1996443" y="369696"/>
                </a:lnTo>
                <a:lnTo>
                  <a:pt x="1997168" y="369452"/>
                </a:lnTo>
                <a:lnTo>
                  <a:pt x="1997879" y="369196"/>
                </a:lnTo>
                <a:lnTo>
                  <a:pt x="1998575" y="368930"/>
                </a:lnTo>
                <a:lnTo>
                  <a:pt x="1999256" y="368654"/>
                </a:lnTo>
                <a:lnTo>
                  <a:pt x="1999922" y="368367"/>
                </a:lnTo>
                <a:lnTo>
                  <a:pt x="2000574" y="368069"/>
                </a:lnTo>
                <a:lnTo>
                  <a:pt x="2001211" y="367761"/>
                </a:lnTo>
                <a:lnTo>
                  <a:pt x="2001834" y="367442"/>
                </a:lnTo>
                <a:lnTo>
                  <a:pt x="2002442" y="367113"/>
                </a:lnTo>
                <a:lnTo>
                  <a:pt x="2003035" y="366773"/>
                </a:lnTo>
                <a:lnTo>
                  <a:pt x="2003614" y="366422"/>
                </a:lnTo>
                <a:lnTo>
                  <a:pt x="2004177" y="366061"/>
                </a:lnTo>
                <a:lnTo>
                  <a:pt x="2004727" y="365690"/>
                </a:lnTo>
                <a:lnTo>
                  <a:pt x="2005261" y="365308"/>
                </a:lnTo>
                <a:lnTo>
                  <a:pt x="2005781" y="364915"/>
                </a:lnTo>
                <a:lnTo>
                  <a:pt x="2006286" y="364512"/>
                </a:lnTo>
                <a:lnTo>
                  <a:pt x="2006777" y="364098"/>
                </a:lnTo>
                <a:lnTo>
                  <a:pt x="2007252" y="363673"/>
                </a:lnTo>
                <a:lnTo>
                  <a:pt x="2007713" y="363238"/>
                </a:lnTo>
                <a:lnTo>
                  <a:pt x="2008160" y="362793"/>
                </a:lnTo>
                <a:lnTo>
                  <a:pt x="2008592" y="362337"/>
                </a:lnTo>
                <a:lnTo>
                  <a:pt x="2009009" y="361870"/>
                </a:lnTo>
                <a:lnTo>
                  <a:pt x="2009411" y="361393"/>
                </a:lnTo>
                <a:lnTo>
                  <a:pt x="2009799" y="360905"/>
                </a:lnTo>
                <a:lnTo>
                  <a:pt x="2010185" y="360407"/>
                </a:lnTo>
                <a:lnTo>
                  <a:pt x="2010555" y="359898"/>
                </a:lnTo>
                <a:lnTo>
                  <a:pt x="2010908" y="359378"/>
                </a:lnTo>
                <a:lnTo>
                  <a:pt x="2011245" y="358848"/>
                </a:lnTo>
                <a:lnTo>
                  <a:pt x="2011566" y="358307"/>
                </a:lnTo>
                <a:lnTo>
                  <a:pt x="2011870" y="357756"/>
                </a:lnTo>
                <a:lnTo>
                  <a:pt x="2012158" y="357194"/>
                </a:lnTo>
                <a:lnTo>
                  <a:pt x="2012429" y="356622"/>
                </a:lnTo>
                <a:lnTo>
                  <a:pt x="2012684" y="356039"/>
                </a:lnTo>
                <a:lnTo>
                  <a:pt x="2012922" y="355445"/>
                </a:lnTo>
                <a:lnTo>
                  <a:pt x="2013144" y="354841"/>
                </a:lnTo>
                <a:lnTo>
                  <a:pt x="2013349" y="354227"/>
                </a:lnTo>
                <a:lnTo>
                  <a:pt x="2013538" y="353602"/>
                </a:lnTo>
                <a:lnTo>
                  <a:pt x="2013711" y="352966"/>
                </a:lnTo>
                <a:lnTo>
                  <a:pt x="2013867" y="352319"/>
                </a:lnTo>
                <a:lnTo>
                  <a:pt x="2014007" y="351663"/>
                </a:lnTo>
                <a:lnTo>
                  <a:pt x="2014130" y="350995"/>
                </a:lnTo>
                <a:lnTo>
                  <a:pt x="2014237" y="350317"/>
                </a:lnTo>
                <a:lnTo>
                  <a:pt x="2014327" y="349628"/>
                </a:lnTo>
                <a:lnTo>
                  <a:pt x="2014401" y="348929"/>
                </a:lnTo>
                <a:lnTo>
                  <a:pt x="2014459" y="348220"/>
                </a:lnTo>
                <a:lnTo>
                  <a:pt x="2014500" y="347499"/>
                </a:lnTo>
                <a:lnTo>
                  <a:pt x="2014525" y="346768"/>
                </a:lnTo>
                <a:lnTo>
                  <a:pt x="2014533" y="346027"/>
                </a:lnTo>
                <a:lnTo>
                  <a:pt x="2014527" y="345370"/>
                </a:lnTo>
                <a:lnTo>
                  <a:pt x="2014510" y="344724"/>
                </a:lnTo>
                <a:lnTo>
                  <a:pt x="2014483" y="344088"/>
                </a:lnTo>
                <a:lnTo>
                  <a:pt x="2014444" y="343463"/>
                </a:lnTo>
                <a:lnTo>
                  <a:pt x="2014393" y="342848"/>
                </a:lnTo>
                <a:lnTo>
                  <a:pt x="2014332" y="342244"/>
                </a:lnTo>
                <a:lnTo>
                  <a:pt x="2014259" y="341651"/>
                </a:lnTo>
                <a:lnTo>
                  <a:pt x="2014176" y="341068"/>
                </a:lnTo>
                <a:lnTo>
                  <a:pt x="2014081" y="340495"/>
                </a:lnTo>
                <a:lnTo>
                  <a:pt x="2013975" y="339934"/>
                </a:lnTo>
                <a:lnTo>
                  <a:pt x="2013858" y="339382"/>
                </a:lnTo>
                <a:lnTo>
                  <a:pt x="2013730" y="338842"/>
                </a:lnTo>
                <a:lnTo>
                  <a:pt x="2013590" y="338312"/>
                </a:lnTo>
                <a:lnTo>
                  <a:pt x="2013440" y="337792"/>
                </a:lnTo>
                <a:lnTo>
                  <a:pt x="2013278" y="337283"/>
                </a:lnTo>
                <a:lnTo>
                  <a:pt x="2013105" y="336785"/>
                </a:lnTo>
                <a:lnTo>
                  <a:pt x="2012921" y="336297"/>
                </a:lnTo>
                <a:lnTo>
                  <a:pt x="2012726" y="335820"/>
                </a:lnTo>
                <a:lnTo>
                  <a:pt x="2012520" y="335353"/>
                </a:lnTo>
                <a:lnTo>
                  <a:pt x="2012302" y="334897"/>
                </a:lnTo>
                <a:lnTo>
                  <a:pt x="2012073" y="334451"/>
                </a:lnTo>
                <a:lnTo>
                  <a:pt x="2011834" y="334016"/>
                </a:lnTo>
                <a:lnTo>
                  <a:pt x="2011583" y="333592"/>
                </a:lnTo>
                <a:lnTo>
                  <a:pt x="2011320" y="333178"/>
                </a:lnTo>
                <a:lnTo>
                  <a:pt x="2011046" y="332758"/>
                </a:lnTo>
                <a:lnTo>
                  <a:pt x="2010757" y="332345"/>
                </a:lnTo>
                <a:lnTo>
                  <a:pt x="2010454" y="331939"/>
                </a:lnTo>
                <a:lnTo>
                  <a:pt x="2010137" y="331539"/>
                </a:lnTo>
                <a:lnTo>
                  <a:pt x="2009806" y="331145"/>
                </a:lnTo>
                <a:lnTo>
                  <a:pt x="2009461" y="330758"/>
                </a:lnTo>
                <a:lnTo>
                  <a:pt x="2009101" y="330377"/>
                </a:lnTo>
                <a:lnTo>
                  <a:pt x="2008728" y="330003"/>
                </a:lnTo>
                <a:lnTo>
                  <a:pt x="2008341" y="329635"/>
                </a:lnTo>
                <a:lnTo>
                  <a:pt x="2007939" y="329274"/>
                </a:lnTo>
                <a:lnTo>
                  <a:pt x="2007523" y="328919"/>
                </a:lnTo>
                <a:lnTo>
                  <a:pt x="2007094" y="328571"/>
                </a:lnTo>
                <a:lnTo>
                  <a:pt x="2006650" y="328229"/>
                </a:lnTo>
                <a:lnTo>
                  <a:pt x="2006192" y="327893"/>
                </a:lnTo>
                <a:lnTo>
                  <a:pt x="2005720" y="327564"/>
                </a:lnTo>
                <a:lnTo>
                  <a:pt x="2005234" y="327242"/>
                </a:lnTo>
                <a:lnTo>
                  <a:pt x="2004734" y="326926"/>
                </a:lnTo>
                <a:lnTo>
                  <a:pt x="2004220" y="326616"/>
                </a:lnTo>
                <a:lnTo>
                  <a:pt x="2003691" y="326313"/>
                </a:lnTo>
                <a:lnTo>
                  <a:pt x="2003149" y="326016"/>
                </a:lnTo>
                <a:lnTo>
                  <a:pt x="2002592" y="325726"/>
                </a:lnTo>
                <a:lnTo>
                  <a:pt x="2002022" y="325442"/>
                </a:lnTo>
                <a:lnTo>
                  <a:pt x="2001437" y="325165"/>
                </a:lnTo>
                <a:lnTo>
                  <a:pt x="2000838" y="324894"/>
                </a:lnTo>
                <a:lnTo>
                  <a:pt x="2000237" y="324628"/>
                </a:lnTo>
                <a:lnTo>
                  <a:pt x="1999618" y="324365"/>
                </a:lnTo>
                <a:lnTo>
                  <a:pt x="1998981" y="324106"/>
                </a:lnTo>
                <a:lnTo>
                  <a:pt x="1998326" y="323851"/>
                </a:lnTo>
                <a:lnTo>
                  <a:pt x="1997652" y="323599"/>
                </a:lnTo>
                <a:lnTo>
                  <a:pt x="1996960" y="323351"/>
                </a:lnTo>
                <a:lnTo>
                  <a:pt x="1996250" y="323106"/>
                </a:lnTo>
                <a:lnTo>
                  <a:pt x="1995522" y="322865"/>
                </a:lnTo>
                <a:lnTo>
                  <a:pt x="1994776" y="322627"/>
                </a:lnTo>
                <a:lnTo>
                  <a:pt x="1994011" y="322393"/>
                </a:lnTo>
                <a:lnTo>
                  <a:pt x="1993228" y="322162"/>
                </a:lnTo>
                <a:lnTo>
                  <a:pt x="1992427" y="321935"/>
                </a:lnTo>
                <a:lnTo>
                  <a:pt x="1991608" y="321711"/>
                </a:lnTo>
                <a:lnTo>
                  <a:pt x="1990771" y="321491"/>
                </a:lnTo>
                <a:lnTo>
                  <a:pt x="1989915" y="321275"/>
                </a:lnTo>
                <a:lnTo>
                  <a:pt x="1989041" y="321061"/>
                </a:lnTo>
                <a:lnTo>
                  <a:pt x="1988149" y="320852"/>
                </a:lnTo>
                <a:lnTo>
                  <a:pt x="1987239" y="320646"/>
                </a:lnTo>
                <a:lnTo>
                  <a:pt x="1986311" y="320443"/>
                </a:lnTo>
                <a:lnTo>
                  <a:pt x="1985364" y="320244"/>
                </a:lnTo>
                <a:lnTo>
                  <a:pt x="1984399" y="320049"/>
                </a:lnTo>
                <a:lnTo>
                  <a:pt x="1983416" y="319857"/>
                </a:lnTo>
                <a:lnTo>
                  <a:pt x="1982415" y="319668"/>
                </a:lnTo>
                <a:lnTo>
                  <a:pt x="1981396" y="319484"/>
                </a:lnTo>
                <a:lnTo>
                  <a:pt x="1980572" y="319329"/>
                </a:lnTo>
                <a:lnTo>
                  <a:pt x="1979765" y="319175"/>
                </a:lnTo>
                <a:lnTo>
                  <a:pt x="1978973" y="319021"/>
                </a:lnTo>
                <a:lnTo>
                  <a:pt x="1978197" y="318868"/>
                </a:lnTo>
                <a:lnTo>
                  <a:pt x="1977438" y="318716"/>
                </a:lnTo>
                <a:lnTo>
                  <a:pt x="1976693" y="318564"/>
                </a:lnTo>
                <a:lnTo>
                  <a:pt x="1975965" y="318413"/>
                </a:lnTo>
                <a:lnTo>
                  <a:pt x="1975253" y="318262"/>
                </a:lnTo>
                <a:lnTo>
                  <a:pt x="1974556" y="318112"/>
                </a:lnTo>
                <a:lnTo>
                  <a:pt x="1973876" y="317963"/>
                </a:lnTo>
                <a:lnTo>
                  <a:pt x="1973211" y="317814"/>
                </a:lnTo>
                <a:lnTo>
                  <a:pt x="1972562" y="317666"/>
                </a:lnTo>
                <a:lnTo>
                  <a:pt x="1971929" y="317518"/>
                </a:lnTo>
                <a:lnTo>
                  <a:pt x="1971311" y="317371"/>
                </a:lnTo>
                <a:lnTo>
                  <a:pt x="1970710" y="317225"/>
                </a:lnTo>
                <a:lnTo>
                  <a:pt x="1970124" y="317079"/>
                </a:lnTo>
                <a:lnTo>
                  <a:pt x="1969555" y="316934"/>
                </a:lnTo>
                <a:lnTo>
                  <a:pt x="1969001" y="316789"/>
                </a:lnTo>
                <a:lnTo>
                  <a:pt x="1968463" y="316645"/>
                </a:lnTo>
                <a:lnTo>
                  <a:pt x="1967941" y="316501"/>
                </a:lnTo>
                <a:lnTo>
                  <a:pt x="1967434" y="316358"/>
                </a:lnTo>
                <a:lnTo>
                  <a:pt x="1966944" y="316216"/>
                </a:lnTo>
                <a:lnTo>
                  <a:pt x="1966469" y="316074"/>
                </a:lnTo>
                <a:lnTo>
                  <a:pt x="1966010" y="315933"/>
                </a:lnTo>
                <a:lnTo>
                  <a:pt x="1965579" y="315792"/>
                </a:lnTo>
                <a:lnTo>
                  <a:pt x="1965159" y="315649"/>
                </a:lnTo>
                <a:lnTo>
                  <a:pt x="1964750" y="315505"/>
                </a:lnTo>
                <a:lnTo>
                  <a:pt x="1964353" y="315360"/>
                </a:lnTo>
                <a:lnTo>
                  <a:pt x="1963966" y="315214"/>
                </a:lnTo>
                <a:lnTo>
                  <a:pt x="1963591" y="315067"/>
                </a:lnTo>
                <a:lnTo>
                  <a:pt x="1963226" y="314918"/>
                </a:lnTo>
                <a:lnTo>
                  <a:pt x="1962873" y="314768"/>
                </a:lnTo>
                <a:lnTo>
                  <a:pt x="1962531" y="314617"/>
                </a:lnTo>
                <a:lnTo>
                  <a:pt x="1962201" y="314465"/>
                </a:lnTo>
                <a:lnTo>
                  <a:pt x="1961881" y="314312"/>
                </a:lnTo>
                <a:lnTo>
                  <a:pt x="1961572" y="314158"/>
                </a:lnTo>
                <a:lnTo>
                  <a:pt x="1961275" y="314002"/>
                </a:lnTo>
                <a:lnTo>
                  <a:pt x="1960989" y="313845"/>
                </a:lnTo>
                <a:lnTo>
                  <a:pt x="1960714" y="313688"/>
                </a:lnTo>
                <a:lnTo>
                  <a:pt x="1960450" y="313528"/>
                </a:lnTo>
                <a:lnTo>
                  <a:pt x="1960197" y="313368"/>
                </a:lnTo>
                <a:lnTo>
                  <a:pt x="1959956" y="313207"/>
                </a:lnTo>
                <a:lnTo>
                  <a:pt x="1959725" y="313044"/>
                </a:lnTo>
                <a:lnTo>
                  <a:pt x="1959506" y="312880"/>
                </a:lnTo>
                <a:lnTo>
                  <a:pt x="1959298" y="312715"/>
                </a:lnTo>
                <a:lnTo>
                  <a:pt x="1959101" y="312549"/>
                </a:lnTo>
                <a:lnTo>
                  <a:pt x="1958915" y="312382"/>
                </a:lnTo>
                <a:lnTo>
                  <a:pt x="1958741" y="312213"/>
                </a:lnTo>
                <a:lnTo>
                  <a:pt x="1958575" y="312029"/>
                </a:lnTo>
                <a:lnTo>
                  <a:pt x="1958417" y="311840"/>
                </a:lnTo>
                <a:lnTo>
                  <a:pt x="1958265" y="311648"/>
                </a:lnTo>
                <a:lnTo>
                  <a:pt x="1958121" y="311453"/>
                </a:lnTo>
                <a:lnTo>
                  <a:pt x="1957983" y="311254"/>
                </a:lnTo>
                <a:lnTo>
                  <a:pt x="1957853" y="311051"/>
                </a:lnTo>
                <a:lnTo>
                  <a:pt x="1957730" y="310845"/>
                </a:lnTo>
                <a:lnTo>
                  <a:pt x="1957614" y="310636"/>
                </a:lnTo>
                <a:lnTo>
                  <a:pt x="1957504" y="310423"/>
                </a:lnTo>
                <a:lnTo>
                  <a:pt x="1957402" y="310206"/>
                </a:lnTo>
                <a:lnTo>
                  <a:pt x="1957307" y="309986"/>
                </a:lnTo>
                <a:lnTo>
                  <a:pt x="1957219" y="309762"/>
                </a:lnTo>
                <a:lnTo>
                  <a:pt x="1957138" y="309535"/>
                </a:lnTo>
                <a:lnTo>
                  <a:pt x="1957064" y="309304"/>
                </a:lnTo>
                <a:lnTo>
                  <a:pt x="1956997" y="309070"/>
                </a:lnTo>
                <a:lnTo>
                  <a:pt x="1956937" y="308832"/>
                </a:lnTo>
                <a:lnTo>
                  <a:pt x="1956884" y="308591"/>
                </a:lnTo>
                <a:lnTo>
                  <a:pt x="1956839" y="308346"/>
                </a:lnTo>
                <a:lnTo>
                  <a:pt x="1956800" y="308098"/>
                </a:lnTo>
                <a:lnTo>
                  <a:pt x="1956768" y="307846"/>
                </a:lnTo>
                <a:lnTo>
                  <a:pt x="1956743" y="307591"/>
                </a:lnTo>
                <a:lnTo>
                  <a:pt x="1956726" y="307332"/>
                </a:lnTo>
                <a:lnTo>
                  <a:pt x="1956715" y="307069"/>
                </a:lnTo>
                <a:lnTo>
                  <a:pt x="1956712" y="306803"/>
                </a:lnTo>
                <a:lnTo>
                  <a:pt x="1956746" y="305810"/>
                </a:lnTo>
                <a:lnTo>
                  <a:pt x="1956848" y="304859"/>
                </a:lnTo>
                <a:lnTo>
                  <a:pt x="1957018" y="303950"/>
                </a:lnTo>
                <a:lnTo>
                  <a:pt x="1957257" y="303084"/>
                </a:lnTo>
                <a:lnTo>
                  <a:pt x="1957563" y="302260"/>
                </a:lnTo>
                <a:lnTo>
                  <a:pt x="1957938" y="301478"/>
                </a:lnTo>
                <a:lnTo>
                  <a:pt x="1958380" y="300738"/>
                </a:lnTo>
                <a:lnTo>
                  <a:pt x="1958891" y="300041"/>
                </a:lnTo>
                <a:lnTo>
                  <a:pt x="1959470" y="299386"/>
                </a:lnTo>
                <a:lnTo>
                  <a:pt x="1960117" y="298773"/>
                </a:lnTo>
                <a:lnTo>
                  <a:pt x="1960832" y="298202"/>
                </a:lnTo>
                <a:lnTo>
                  <a:pt x="1961615" y="297674"/>
                </a:lnTo>
                <a:lnTo>
                  <a:pt x="1962466" y="297188"/>
                </a:lnTo>
                <a:lnTo>
                  <a:pt x="1963385" y="296744"/>
                </a:lnTo>
                <a:lnTo>
                  <a:pt x="1964373" y="296342"/>
                </a:lnTo>
                <a:lnTo>
                  <a:pt x="1965428" y="295983"/>
                </a:lnTo>
                <a:lnTo>
                  <a:pt x="1966552" y="295666"/>
                </a:lnTo>
                <a:lnTo>
                  <a:pt x="1967743" y="295391"/>
                </a:lnTo>
                <a:lnTo>
                  <a:pt x="1969003" y="295159"/>
                </a:lnTo>
                <a:lnTo>
                  <a:pt x="1970331" y="294969"/>
                </a:lnTo>
                <a:lnTo>
                  <a:pt x="1971727" y="294821"/>
                </a:lnTo>
                <a:lnTo>
                  <a:pt x="1973191" y="294715"/>
                </a:lnTo>
                <a:lnTo>
                  <a:pt x="1974723" y="294652"/>
                </a:lnTo>
                <a:lnTo>
                  <a:pt x="1976324" y="294631"/>
                </a:lnTo>
                <a:lnTo>
                  <a:pt x="1976787" y="294633"/>
                </a:lnTo>
                <a:lnTo>
                  <a:pt x="1977246" y="294639"/>
                </a:lnTo>
                <a:lnTo>
                  <a:pt x="1977703" y="294649"/>
                </a:lnTo>
                <a:lnTo>
                  <a:pt x="1978155" y="294664"/>
                </a:lnTo>
                <a:lnTo>
                  <a:pt x="1978604" y="294682"/>
                </a:lnTo>
                <a:lnTo>
                  <a:pt x="1979050" y="294705"/>
                </a:lnTo>
                <a:lnTo>
                  <a:pt x="1979492" y="294731"/>
                </a:lnTo>
                <a:lnTo>
                  <a:pt x="1979930" y="294762"/>
                </a:lnTo>
                <a:lnTo>
                  <a:pt x="1980365" y="294797"/>
                </a:lnTo>
                <a:lnTo>
                  <a:pt x="1980797" y="294836"/>
                </a:lnTo>
                <a:lnTo>
                  <a:pt x="1981225" y="294879"/>
                </a:lnTo>
                <a:lnTo>
                  <a:pt x="1981649" y="294927"/>
                </a:lnTo>
                <a:lnTo>
                  <a:pt x="1982070" y="294978"/>
                </a:lnTo>
                <a:lnTo>
                  <a:pt x="1982488" y="295033"/>
                </a:lnTo>
                <a:lnTo>
                  <a:pt x="1982901" y="295093"/>
                </a:lnTo>
                <a:lnTo>
                  <a:pt x="1983312" y="295157"/>
                </a:lnTo>
                <a:lnTo>
                  <a:pt x="1983719" y="295224"/>
                </a:lnTo>
                <a:lnTo>
                  <a:pt x="1984122" y="295296"/>
                </a:lnTo>
                <a:lnTo>
                  <a:pt x="1984522" y="295372"/>
                </a:lnTo>
                <a:lnTo>
                  <a:pt x="1984918" y="295452"/>
                </a:lnTo>
                <a:lnTo>
                  <a:pt x="1985311" y="295537"/>
                </a:lnTo>
                <a:lnTo>
                  <a:pt x="1985700" y="295625"/>
                </a:lnTo>
                <a:lnTo>
                  <a:pt x="1986085" y="295717"/>
                </a:lnTo>
                <a:lnTo>
                  <a:pt x="1986468" y="295814"/>
                </a:lnTo>
                <a:lnTo>
                  <a:pt x="1986859" y="295902"/>
                </a:lnTo>
                <a:lnTo>
                  <a:pt x="1987242" y="295998"/>
                </a:lnTo>
                <a:lnTo>
                  <a:pt x="1987619" y="296102"/>
                </a:lnTo>
                <a:lnTo>
                  <a:pt x="1987989" y="296213"/>
                </a:lnTo>
                <a:lnTo>
                  <a:pt x="1988352" y="296332"/>
                </a:lnTo>
                <a:lnTo>
                  <a:pt x="1988708" y="296459"/>
                </a:lnTo>
                <a:lnTo>
                  <a:pt x="1989056" y="296593"/>
                </a:lnTo>
                <a:lnTo>
                  <a:pt x="1989398" y="296735"/>
                </a:lnTo>
                <a:lnTo>
                  <a:pt x="1989733" y="296884"/>
                </a:lnTo>
                <a:lnTo>
                  <a:pt x="1990060" y="297041"/>
                </a:lnTo>
                <a:lnTo>
                  <a:pt x="1990381" y="297206"/>
                </a:lnTo>
                <a:lnTo>
                  <a:pt x="1990694" y="297378"/>
                </a:lnTo>
                <a:lnTo>
                  <a:pt x="1991001" y="297558"/>
                </a:lnTo>
                <a:lnTo>
                  <a:pt x="1991300" y="297745"/>
                </a:lnTo>
                <a:lnTo>
                  <a:pt x="1991592" y="297941"/>
                </a:lnTo>
                <a:lnTo>
                  <a:pt x="1991878" y="298144"/>
                </a:lnTo>
                <a:lnTo>
                  <a:pt x="1992156" y="298354"/>
                </a:lnTo>
                <a:lnTo>
                  <a:pt x="1992427" y="298572"/>
                </a:lnTo>
                <a:lnTo>
                  <a:pt x="1992691" y="298798"/>
                </a:lnTo>
                <a:lnTo>
                  <a:pt x="1992949" y="299031"/>
                </a:lnTo>
                <a:lnTo>
                  <a:pt x="1993199" y="299272"/>
                </a:lnTo>
                <a:lnTo>
                  <a:pt x="1993442" y="299521"/>
                </a:lnTo>
                <a:lnTo>
                  <a:pt x="1993678" y="299777"/>
                </a:lnTo>
                <a:lnTo>
                  <a:pt x="1993907" y="300041"/>
                </a:lnTo>
                <a:lnTo>
                  <a:pt x="1994141" y="300300"/>
                </a:lnTo>
                <a:lnTo>
                  <a:pt x="1994366" y="300569"/>
                </a:lnTo>
                <a:lnTo>
                  <a:pt x="1994580" y="300849"/>
                </a:lnTo>
                <a:lnTo>
                  <a:pt x="1994785" y="301140"/>
                </a:lnTo>
                <a:lnTo>
                  <a:pt x="1994979" y="301441"/>
                </a:lnTo>
                <a:lnTo>
                  <a:pt x="1995164" y="301753"/>
                </a:lnTo>
                <a:lnTo>
                  <a:pt x="1995339" y="302075"/>
                </a:lnTo>
                <a:lnTo>
                  <a:pt x="1995503" y="302408"/>
                </a:lnTo>
                <a:lnTo>
                  <a:pt x="1995658" y="302751"/>
                </a:lnTo>
                <a:lnTo>
                  <a:pt x="1995803" y="303105"/>
                </a:lnTo>
                <a:lnTo>
                  <a:pt x="1995937" y="303470"/>
                </a:lnTo>
                <a:lnTo>
                  <a:pt x="1996062" y="303845"/>
                </a:lnTo>
                <a:lnTo>
                  <a:pt x="1996177" y="304230"/>
                </a:lnTo>
                <a:lnTo>
                  <a:pt x="1996282" y="304627"/>
                </a:lnTo>
                <a:lnTo>
                  <a:pt x="1996377" y="305034"/>
                </a:lnTo>
                <a:lnTo>
                  <a:pt x="1996461" y="305451"/>
                </a:lnTo>
                <a:lnTo>
                  <a:pt x="1996536" y="305879"/>
                </a:lnTo>
                <a:lnTo>
                  <a:pt x="1996601" y="306317"/>
                </a:lnTo>
                <a:lnTo>
                  <a:pt x="1996656" y="306766"/>
                </a:lnTo>
                <a:lnTo>
                  <a:pt x="1996701" y="307226"/>
                </a:lnTo>
                <a:lnTo>
                  <a:pt x="1996736" y="307696"/>
                </a:lnTo>
                <a:lnTo>
                  <a:pt x="1996761" y="308177"/>
                </a:lnTo>
                <a:lnTo>
                  <a:pt x="1996776" y="308668"/>
                </a:lnTo>
                <a:lnTo>
                  <a:pt x="1996781" y="309170"/>
                </a:lnTo>
                <a:lnTo>
                  <a:pt x="2011490" y="309170"/>
                </a:lnTo>
                <a:lnTo>
                  <a:pt x="2011517" y="309073"/>
                </a:lnTo>
                <a:lnTo>
                  <a:pt x="2011544" y="308977"/>
                </a:lnTo>
                <a:lnTo>
                  <a:pt x="2011569" y="308882"/>
                </a:lnTo>
                <a:lnTo>
                  <a:pt x="2011593" y="308790"/>
                </a:lnTo>
                <a:lnTo>
                  <a:pt x="2011616" y="308699"/>
                </a:lnTo>
                <a:lnTo>
                  <a:pt x="2011637" y="308610"/>
                </a:lnTo>
                <a:lnTo>
                  <a:pt x="2011658" y="308523"/>
                </a:lnTo>
                <a:lnTo>
                  <a:pt x="2011677" y="308438"/>
                </a:lnTo>
                <a:lnTo>
                  <a:pt x="2011696" y="308354"/>
                </a:lnTo>
                <a:lnTo>
                  <a:pt x="2011713" y="308272"/>
                </a:lnTo>
                <a:lnTo>
                  <a:pt x="2011728" y="308192"/>
                </a:lnTo>
                <a:lnTo>
                  <a:pt x="2011743" y="308114"/>
                </a:lnTo>
                <a:lnTo>
                  <a:pt x="2011757" y="308037"/>
                </a:lnTo>
                <a:lnTo>
                  <a:pt x="2011769" y="307962"/>
                </a:lnTo>
                <a:lnTo>
                  <a:pt x="2011780" y="307889"/>
                </a:lnTo>
                <a:lnTo>
                  <a:pt x="2011790" y="307818"/>
                </a:lnTo>
                <a:lnTo>
                  <a:pt x="2011799" y="307748"/>
                </a:lnTo>
                <a:lnTo>
                  <a:pt x="2011807" y="307681"/>
                </a:lnTo>
                <a:lnTo>
                  <a:pt x="2011813" y="307615"/>
                </a:lnTo>
                <a:lnTo>
                  <a:pt x="2011818" y="307550"/>
                </a:lnTo>
                <a:lnTo>
                  <a:pt x="2011822" y="307488"/>
                </a:lnTo>
                <a:lnTo>
                  <a:pt x="2011825" y="307427"/>
                </a:lnTo>
                <a:lnTo>
                  <a:pt x="2011827" y="307368"/>
                </a:lnTo>
                <a:lnTo>
                  <a:pt x="2011828" y="307311"/>
                </a:lnTo>
                <a:lnTo>
                  <a:pt x="2011828" y="307255"/>
                </a:lnTo>
                <a:lnTo>
                  <a:pt x="2011828" y="307199"/>
                </a:lnTo>
                <a:lnTo>
                  <a:pt x="2011828" y="307144"/>
                </a:lnTo>
                <a:lnTo>
                  <a:pt x="2011828" y="307090"/>
                </a:lnTo>
                <a:lnTo>
                  <a:pt x="2011828" y="307036"/>
                </a:lnTo>
                <a:lnTo>
                  <a:pt x="2011828" y="306983"/>
                </a:lnTo>
                <a:lnTo>
                  <a:pt x="2011828" y="306931"/>
                </a:lnTo>
                <a:lnTo>
                  <a:pt x="2011828" y="306879"/>
                </a:lnTo>
                <a:lnTo>
                  <a:pt x="2011828" y="306827"/>
                </a:lnTo>
                <a:lnTo>
                  <a:pt x="2011828" y="306776"/>
                </a:lnTo>
                <a:lnTo>
                  <a:pt x="2011828" y="306726"/>
                </a:lnTo>
                <a:lnTo>
                  <a:pt x="2011828" y="306677"/>
                </a:lnTo>
                <a:lnTo>
                  <a:pt x="2011828" y="306628"/>
                </a:lnTo>
                <a:lnTo>
                  <a:pt x="2011828" y="306579"/>
                </a:lnTo>
                <a:lnTo>
                  <a:pt x="2011828" y="306531"/>
                </a:lnTo>
                <a:lnTo>
                  <a:pt x="2011828" y="306484"/>
                </a:lnTo>
                <a:lnTo>
                  <a:pt x="2011828" y="306437"/>
                </a:lnTo>
                <a:lnTo>
                  <a:pt x="2011828" y="306391"/>
                </a:lnTo>
                <a:lnTo>
                  <a:pt x="2011828" y="306346"/>
                </a:lnTo>
                <a:lnTo>
                  <a:pt x="2011828" y="306301"/>
                </a:lnTo>
                <a:lnTo>
                  <a:pt x="2011828" y="306256"/>
                </a:lnTo>
                <a:lnTo>
                  <a:pt x="2011828" y="306213"/>
                </a:lnTo>
                <a:lnTo>
                  <a:pt x="2011828" y="306170"/>
                </a:lnTo>
                <a:lnTo>
                  <a:pt x="2011828" y="306127"/>
                </a:lnTo>
                <a:lnTo>
                  <a:pt x="2011820" y="305525"/>
                </a:lnTo>
                <a:lnTo>
                  <a:pt x="2011796" y="304931"/>
                </a:lnTo>
                <a:lnTo>
                  <a:pt x="2011756" y="304344"/>
                </a:lnTo>
                <a:lnTo>
                  <a:pt x="2011701" y="303765"/>
                </a:lnTo>
                <a:lnTo>
                  <a:pt x="2011630" y="303193"/>
                </a:lnTo>
                <a:lnTo>
                  <a:pt x="2011542" y="302630"/>
                </a:lnTo>
                <a:lnTo>
                  <a:pt x="2011439" y="302073"/>
                </a:lnTo>
                <a:lnTo>
                  <a:pt x="2011320" y="301525"/>
                </a:lnTo>
                <a:lnTo>
                  <a:pt x="2011186" y="300984"/>
                </a:lnTo>
                <a:lnTo>
                  <a:pt x="2011035" y="300451"/>
                </a:lnTo>
                <a:lnTo>
                  <a:pt x="2010869" y="299925"/>
                </a:lnTo>
                <a:lnTo>
                  <a:pt x="2010686" y="299407"/>
                </a:lnTo>
                <a:lnTo>
                  <a:pt x="2010488" y="298896"/>
                </a:lnTo>
                <a:lnTo>
                  <a:pt x="2010274" y="298394"/>
                </a:lnTo>
                <a:lnTo>
                  <a:pt x="2010045" y="297898"/>
                </a:lnTo>
                <a:lnTo>
                  <a:pt x="2009799" y="297411"/>
                </a:lnTo>
                <a:lnTo>
                  <a:pt x="2009537" y="296931"/>
                </a:lnTo>
                <a:lnTo>
                  <a:pt x="2009260" y="296459"/>
                </a:lnTo>
                <a:lnTo>
                  <a:pt x="2008967" y="295994"/>
                </a:lnTo>
                <a:lnTo>
                  <a:pt x="2008658" y="295537"/>
                </a:lnTo>
                <a:lnTo>
                  <a:pt x="2008333" y="295088"/>
                </a:lnTo>
                <a:lnTo>
                  <a:pt x="2007992" y="294646"/>
                </a:lnTo>
                <a:lnTo>
                  <a:pt x="2007635" y="294212"/>
                </a:lnTo>
                <a:lnTo>
                  <a:pt x="2007263" y="293785"/>
                </a:lnTo>
                <a:lnTo>
                  <a:pt x="2006877" y="293353"/>
                </a:lnTo>
                <a:lnTo>
                  <a:pt x="2006480" y="292928"/>
                </a:lnTo>
                <a:lnTo>
                  <a:pt x="2006071" y="292512"/>
                </a:lnTo>
                <a:lnTo>
                  <a:pt x="2005652" y="292104"/>
                </a:lnTo>
                <a:lnTo>
                  <a:pt x="2005221" y="291704"/>
                </a:lnTo>
                <a:lnTo>
                  <a:pt x="2004780" y="291313"/>
                </a:lnTo>
                <a:lnTo>
                  <a:pt x="2004327" y="290929"/>
                </a:lnTo>
                <a:lnTo>
                  <a:pt x="2003863" y="290554"/>
                </a:lnTo>
                <a:lnTo>
                  <a:pt x="2003387" y="290187"/>
                </a:lnTo>
                <a:lnTo>
                  <a:pt x="2002901" y="289829"/>
                </a:lnTo>
                <a:lnTo>
                  <a:pt x="2002404" y="289478"/>
                </a:lnTo>
                <a:lnTo>
                  <a:pt x="2001895" y="289136"/>
                </a:lnTo>
                <a:lnTo>
                  <a:pt x="2001375" y="288802"/>
                </a:lnTo>
                <a:lnTo>
                  <a:pt x="2000844" y="288476"/>
                </a:lnTo>
                <a:lnTo>
                  <a:pt x="2000302" y="288159"/>
                </a:lnTo>
                <a:lnTo>
                  <a:pt x="1999749" y="287849"/>
                </a:lnTo>
                <a:lnTo>
                  <a:pt x="1999184" y="287548"/>
                </a:lnTo>
                <a:lnTo>
                  <a:pt x="1998609" y="287255"/>
                </a:lnTo>
                <a:lnTo>
                  <a:pt x="1998022" y="286970"/>
                </a:lnTo>
                <a:lnTo>
                  <a:pt x="1997424" y="286694"/>
                </a:lnTo>
                <a:lnTo>
                  <a:pt x="1996815" y="286426"/>
                </a:lnTo>
                <a:lnTo>
                  <a:pt x="1996195" y="286166"/>
                </a:lnTo>
                <a:lnTo>
                  <a:pt x="1995563" y="285914"/>
                </a:lnTo>
                <a:lnTo>
                  <a:pt x="1994921" y="285670"/>
                </a:lnTo>
                <a:lnTo>
                  <a:pt x="1994283" y="285436"/>
                </a:lnTo>
                <a:lnTo>
                  <a:pt x="1993639" y="285211"/>
                </a:lnTo>
                <a:lnTo>
                  <a:pt x="1992987" y="284996"/>
                </a:lnTo>
                <a:lnTo>
                  <a:pt x="1992329" y="284792"/>
                </a:lnTo>
                <a:lnTo>
                  <a:pt x="1991663" y="284597"/>
                </a:lnTo>
                <a:lnTo>
                  <a:pt x="1990990" y="284413"/>
                </a:lnTo>
                <a:lnTo>
                  <a:pt x="1990310" y="284238"/>
                </a:lnTo>
                <a:lnTo>
                  <a:pt x="1989624" y="284073"/>
                </a:lnTo>
                <a:lnTo>
                  <a:pt x="1988930" y="283919"/>
                </a:lnTo>
                <a:lnTo>
                  <a:pt x="1988229" y="283774"/>
                </a:lnTo>
                <a:lnTo>
                  <a:pt x="1987521" y="283639"/>
                </a:lnTo>
                <a:lnTo>
                  <a:pt x="1986806" y="283515"/>
                </a:lnTo>
                <a:lnTo>
                  <a:pt x="1986084" y="283400"/>
                </a:lnTo>
                <a:lnTo>
                  <a:pt x="1985355" y="283295"/>
                </a:lnTo>
                <a:lnTo>
                  <a:pt x="1984618" y="283200"/>
                </a:lnTo>
                <a:lnTo>
                  <a:pt x="1983875" y="283115"/>
                </a:lnTo>
                <a:lnTo>
                  <a:pt x="1983125" y="283040"/>
                </a:lnTo>
                <a:lnTo>
                  <a:pt x="1982368" y="282976"/>
                </a:lnTo>
                <a:lnTo>
                  <a:pt x="1981603" y="282921"/>
                </a:lnTo>
                <a:lnTo>
                  <a:pt x="1980832" y="282876"/>
                </a:lnTo>
                <a:lnTo>
                  <a:pt x="1980054" y="282841"/>
                </a:lnTo>
                <a:lnTo>
                  <a:pt x="1979268" y="282816"/>
                </a:lnTo>
                <a:lnTo>
                  <a:pt x="1978476" y="282801"/>
                </a:lnTo>
                <a:lnTo>
                  <a:pt x="1977676" y="282796"/>
                </a:lnTo>
                <a:lnTo>
                  <a:pt x="1976765" y="282801"/>
                </a:lnTo>
                <a:lnTo>
                  <a:pt x="1975863" y="282816"/>
                </a:lnTo>
                <a:lnTo>
                  <a:pt x="1974971" y="282841"/>
                </a:lnTo>
                <a:lnTo>
                  <a:pt x="1974088" y="282876"/>
                </a:lnTo>
                <a:lnTo>
                  <a:pt x="1973215" y="282921"/>
                </a:lnTo>
                <a:lnTo>
                  <a:pt x="1972350" y="282976"/>
                </a:lnTo>
                <a:lnTo>
                  <a:pt x="1971496" y="283040"/>
                </a:lnTo>
                <a:lnTo>
                  <a:pt x="1970650" y="283115"/>
                </a:lnTo>
                <a:lnTo>
                  <a:pt x="1969814" y="283200"/>
                </a:lnTo>
                <a:lnTo>
                  <a:pt x="1968988" y="283295"/>
                </a:lnTo>
                <a:lnTo>
                  <a:pt x="1968171" y="283400"/>
                </a:lnTo>
                <a:lnTo>
                  <a:pt x="1967363" y="283515"/>
                </a:lnTo>
                <a:lnTo>
                  <a:pt x="1966565" y="283639"/>
                </a:lnTo>
                <a:lnTo>
                  <a:pt x="1965776" y="283774"/>
                </a:lnTo>
                <a:lnTo>
                  <a:pt x="1964996" y="283919"/>
                </a:lnTo>
                <a:lnTo>
                  <a:pt x="1964226" y="284073"/>
                </a:lnTo>
                <a:lnTo>
                  <a:pt x="1963465" y="284238"/>
                </a:lnTo>
                <a:lnTo>
                  <a:pt x="1962714" y="284413"/>
                </a:lnTo>
                <a:lnTo>
                  <a:pt x="1961972" y="284597"/>
                </a:lnTo>
                <a:lnTo>
                  <a:pt x="1961239" y="284792"/>
                </a:lnTo>
                <a:lnTo>
                  <a:pt x="1960516" y="284996"/>
                </a:lnTo>
                <a:lnTo>
                  <a:pt x="1959802" y="285211"/>
                </a:lnTo>
                <a:lnTo>
                  <a:pt x="1959097" y="285436"/>
                </a:lnTo>
                <a:lnTo>
                  <a:pt x="1958402" y="285670"/>
                </a:lnTo>
                <a:lnTo>
                  <a:pt x="1957732" y="285914"/>
                </a:lnTo>
                <a:lnTo>
                  <a:pt x="1957075" y="286168"/>
                </a:lnTo>
                <a:lnTo>
                  <a:pt x="1956429" y="286431"/>
                </a:lnTo>
                <a:lnTo>
                  <a:pt x="1955796" y="286703"/>
                </a:lnTo>
                <a:lnTo>
                  <a:pt x="1955175" y="286985"/>
                </a:lnTo>
                <a:lnTo>
                  <a:pt x="1954567" y="287276"/>
                </a:lnTo>
                <a:lnTo>
                  <a:pt x="1953971" y="287577"/>
                </a:lnTo>
                <a:lnTo>
                  <a:pt x="1953387" y="287887"/>
                </a:lnTo>
                <a:lnTo>
                  <a:pt x="1952815" y="288206"/>
                </a:lnTo>
                <a:lnTo>
                  <a:pt x="1952256" y="288535"/>
                </a:lnTo>
                <a:lnTo>
                  <a:pt x="1951709" y="288873"/>
                </a:lnTo>
                <a:lnTo>
                  <a:pt x="1951175" y="289220"/>
                </a:lnTo>
                <a:lnTo>
                  <a:pt x="1950653" y="289577"/>
                </a:lnTo>
                <a:lnTo>
                  <a:pt x="1950143" y="289944"/>
                </a:lnTo>
                <a:lnTo>
                  <a:pt x="1949645" y="290319"/>
                </a:lnTo>
                <a:lnTo>
                  <a:pt x="1949160" y="290704"/>
                </a:lnTo>
                <a:lnTo>
                  <a:pt x="1948687" y="291099"/>
                </a:lnTo>
                <a:lnTo>
                  <a:pt x="1948227" y="291503"/>
                </a:lnTo>
                <a:lnTo>
                  <a:pt x="1947779" y="291916"/>
                </a:lnTo>
                <a:lnTo>
                  <a:pt x="1947343" y="292339"/>
                </a:lnTo>
                <a:lnTo>
                  <a:pt x="1946919" y="292771"/>
                </a:lnTo>
                <a:lnTo>
                  <a:pt x="1946508" y="293212"/>
                </a:lnTo>
                <a:lnTo>
                  <a:pt x="1946109" y="293663"/>
                </a:lnTo>
                <a:lnTo>
                  <a:pt x="1945722" y="294123"/>
                </a:lnTo>
                <a:lnTo>
                  <a:pt x="1945350" y="294593"/>
                </a:lnTo>
                <a:lnTo>
                  <a:pt x="1944993" y="295073"/>
                </a:lnTo>
                <a:lnTo>
                  <a:pt x="1944653" y="295563"/>
                </a:lnTo>
                <a:lnTo>
                  <a:pt x="1944328" y="296063"/>
                </a:lnTo>
                <a:lnTo>
                  <a:pt x="1944019" y="296573"/>
                </a:lnTo>
                <a:lnTo>
                  <a:pt x="1943725" y="297093"/>
                </a:lnTo>
                <a:lnTo>
                  <a:pt x="1943448" y="297622"/>
                </a:lnTo>
                <a:lnTo>
                  <a:pt x="1943186" y="298162"/>
                </a:lnTo>
                <a:lnTo>
                  <a:pt x="1942941" y="298712"/>
                </a:lnTo>
                <a:lnTo>
                  <a:pt x="1942711" y="299272"/>
                </a:lnTo>
                <a:lnTo>
                  <a:pt x="1942497" y="299841"/>
                </a:lnTo>
                <a:lnTo>
                  <a:pt x="1942299" y="300421"/>
                </a:lnTo>
                <a:lnTo>
                  <a:pt x="1942117" y="301011"/>
                </a:lnTo>
                <a:lnTo>
                  <a:pt x="1941950" y="301610"/>
                </a:lnTo>
                <a:lnTo>
                  <a:pt x="1941800" y="302220"/>
                </a:lnTo>
                <a:lnTo>
                  <a:pt x="1941665" y="302840"/>
                </a:lnTo>
                <a:lnTo>
                  <a:pt x="1941546" y="303469"/>
                </a:lnTo>
                <a:lnTo>
                  <a:pt x="1941443" y="304109"/>
                </a:lnTo>
                <a:lnTo>
                  <a:pt x="1941356" y="304758"/>
                </a:lnTo>
                <a:lnTo>
                  <a:pt x="1941284" y="305418"/>
                </a:lnTo>
                <a:lnTo>
                  <a:pt x="1941229" y="306087"/>
                </a:lnTo>
                <a:lnTo>
                  <a:pt x="1941189" y="306767"/>
                </a:lnTo>
                <a:lnTo>
                  <a:pt x="1941166" y="307456"/>
                </a:lnTo>
                <a:lnTo>
                  <a:pt x="1941158" y="308156"/>
                </a:lnTo>
                <a:lnTo>
                  <a:pt x="1941163" y="308758"/>
                </a:lnTo>
                <a:lnTo>
                  <a:pt x="1941179" y="309351"/>
                </a:lnTo>
                <a:lnTo>
                  <a:pt x="1941205" y="309936"/>
                </a:lnTo>
                <a:lnTo>
                  <a:pt x="1941242" y="310513"/>
                </a:lnTo>
                <a:lnTo>
                  <a:pt x="1941290" y="311082"/>
                </a:lnTo>
                <a:lnTo>
                  <a:pt x="1941348" y="311643"/>
                </a:lnTo>
                <a:lnTo>
                  <a:pt x="1941416" y="312195"/>
                </a:lnTo>
                <a:lnTo>
                  <a:pt x="1941496" y="312740"/>
                </a:lnTo>
                <a:lnTo>
                  <a:pt x="1941586" y="313275"/>
                </a:lnTo>
                <a:lnTo>
                  <a:pt x="1941686" y="313803"/>
                </a:lnTo>
                <a:lnTo>
                  <a:pt x="1941797" y="314323"/>
                </a:lnTo>
                <a:lnTo>
                  <a:pt x="1941918" y="314834"/>
                </a:lnTo>
                <a:lnTo>
                  <a:pt x="1942050" y="315337"/>
                </a:lnTo>
                <a:lnTo>
                  <a:pt x="1942193" y="315832"/>
                </a:lnTo>
                <a:lnTo>
                  <a:pt x="1942346" y="316319"/>
                </a:lnTo>
                <a:lnTo>
                  <a:pt x="1942510" y="316797"/>
                </a:lnTo>
                <a:lnTo>
                  <a:pt x="1942684" y="317267"/>
                </a:lnTo>
                <a:lnTo>
                  <a:pt x="1942869" y="317729"/>
                </a:lnTo>
                <a:lnTo>
                  <a:pt x="1943065" y="318183"/>
                </a:lnTo>
                <a:lnTo>
                  <a:pt x="1943271" y="318629"/>
                </a:lnTo>
                <a:lnTo>
                  <a:pt x="1943488" y="319066"/>
                </a:lnTo>
                <a:lnTo>
                  <a:pt x="1943715" y="319495"/>
                </a:lnTo>
                <a:lnTo>
                  <a:pt x="1943952" y="319916"/>
                </a:lnTo>
                <a:lnTo>
                  <a:pt x="1944201" y="320329"/>
                </a:lnTo>
                <a:lnTo>
                  <a:pt x="1944461" y="320720"/>
                </a:lnTo>
                <a:lnTo>
                  <a:pt x="1944735" y="321106"/>
                </a:lnTo>
                <a:lnTo>
                  <a:pt x="1945022" y="321486"/>
                </a:lnTo>
                <a:lnTo>
                  <a:pt x="1945323" y="321860"/>
                </a:lnTo>
                <a:lnTo>
                  <a:pt x="1945638" y="322228"/>
                </a:lnTo>
                <a:lnTo>
                  <a:pt x="1945965" y="322590"/>
                </a:lnTo>
                <a:lnTo>
                  <a:pt x="1946307" y="322946"/>
                </a:lnTo>
                <a:lnTo>
                  <a:pt x="1946662" y="323297"/>
                </a:lnTo>
                <a:lnTo>
                  <a:pt x="1947030" y="323641"/>
                </a:lnTo>
                <a:lnTo>
                  <a:pt x="1947412" y="323980"/>
                </a:lnTo>
                <a:lnTo>
                  <a:pt x="1947807" y="324313"/>
                </a:lnTo>
                <a:lnTo>
                  <a:pt x="1948216" y="324640"/>
                </a:lnTo>
                <a:lnTo>
                  <a:pt x="1948639" y="324961"/>
                </a:lnTo>
                <a:lnTo>
                  <a:pt x="1949074" y="325276"/>
                </a:lnTo>
                <a:lnTo>
                  <a:pt x="1949524" y="325586"/>
                </a:lnTo>
                <a:lnTo>
                  <a:pt x="1949987" y="325889"/>
                </a:lnTo>
                <a:lnTo>
                  <a:pt x="1950463" y="326187"/>
                </a:lnTo>
                <a:lnTo>
                  <a:pt x="1950953" y="326479"/>
                </a:lnTo>
                <a:lnTo>
                  <a:pt x="1951456" y="326764"/>
                </a:lnTo>
                <a:lnTo>
                  <a:pt x="1951973" y="327044"/>
                </a:lnTo>
                <a:lnTo>
                  <a:pt x="1952504" y="327319"/>
                </a:lnTo>
                <a:lnTo>
                  <a:pt x="1953048" y="327587"/>
                </a:lnTo>
                <a:lnTo>
                  <a:pt x="1953605" y="327849"/>
                </a:lnTo>
                <a:lnTo>
                  <a:pt x="1954176" y="328106"/>
                </a:lnTo>
                <a:lnTo>
                  <a:pt x="1954761" y="328344"/>
                </a:lnTo>
                <a:lnTo>
                  <a:pt x="1955362" y="328579"/>
                </a:lnTo>
                <a:lnTo>
                  <a:pt x="1955978" y="328811"/>
                </a:lnTo>
                <a:lnTo>
                  <a:pt x="1956609" y="329040"/>
                </a:lnTo>
                <a:lnTo>
                  <a:pt x="1957255" y="329267"/>
                </a:lnTo>
                <a:lnTo>
                  <a:pt x="1957916" y="329490"/>
                </a:lnTo>
                <a:lnTo>
                  <a:pt x="1958593" y="329710"/>
                </a:lnTo>
                <a:lnTo>
                  <a:pt x="1959285" y="329928"/>
                </a:lnTo>
                <a:lnTo>
                  <a:pt x="1959993" y="330143"/>
                </a:lnTo>
                <a:lnTo>
                  <a:pt x="1960715" y="330354"/>
                </a:lnTo>
                <a:lnTo>
                  <a:pt x="1961453" y="330563"/>
                </a:lnTo>
                <a:lnTo>
                  <a:pt x="1962207" y="330769"/>
                </a:lnTo>
                <a:lnTo>
                  <a:pt x="1962975" y="330972"/>
                </a:lnTo>
                <a:lnTo>
                  <a:pt x="1963759" y="331171"/>
                </a:lnTo>
                <a:lnTo>
                  <a:pt x="1964558" y="331368"/>
                </a:lnTo>
                <a:lnTo>
                  <a:pt x="1965372" y="331562"/>
                </a:lnTo>
                <a:lnTo>
                  <a:pt x="1966201" y="331754"/>
                </a:lnTo>
                <a:lnTo>
                  <a:pt x="1967046" y="331942"/>
                </a:lnTo>
                <a:lnTo>
                  <a:pt x="1967906" y="332127"/>
                </a:lnTo>
                <a:lnTo>
                  <a:pt x="1968781" y="332309"/>
                </a:lnTo>
                <a:lnTo>
                  <a:pt x="1969672" y="332489"/>
                </a:lnTo>
                <a:lnTo>
                  <a:pt x="1970578" y="332665"/>
                </a:lnTo>
                <a:lnTo>
                  <a:pt x="1971499" y="332839"/>
                </a:lnTo>
                <a:lnTo>
                  <a:pt x="1972435" y="333009"/>
                </a:lnTo>
                <a:lnTo>
                  <a:pt x="1973314" y="333150"/>
                </a:lnTo>
                <a:lnTo>
                  <a:pt x="1974175" y="333292"/>
                </a:lnTo>
                <a:lnTo>
                  <a:pt x="1975019" y="333434"/>
                </a:lnTo>
                <a:lnTo>
                  <a:pt x="1975845" y="333577"/>
                </a:lnTo>
                <a:lnTo>
                  <a:pt x="1976653" y="333721"/>
                </a:lnTo>
                <a:lnTo>
                  <a:pt x="1977444" y="333865"/>
                </a:lnTo>
                <a:lnTo>
                  <a:pt x="1978217" y="334010"/>
                </a:lnTo>
                <a:lnTo>
                  <a:pt x="1978972" y="334155"/>
                </a:lnTo>
                <a:lnTo>
                  <a:pt x="1979710" y="334301"/>
                </a:lnTo>
                <a:lnTo>
                  <a:pt x="1980430" y="334447"/>
                </a:lnTo>
                <a:lnTo>
                  <a:pt x="1981133" y="334594"/>
                </a:lnTo>
                <a:lnTo>
                  <a:pt x="1981818" y="334742"/>
                </a:lnTo>
                <a:lnTo>
                  <a:pt x="1982486" y="334890"/>
                </a:lnTo>
                <a:lnTo>
                  <a:pt x="1983136" y="335039"/>
                </a:lnTo>
                <a:lnTo>
                  <a:pt x="1983768" y="335188"/>
                </a:lnTo>
                <a:lnTo>
                  <a:pt x="1984382" y="335338"/>
                </a:lnTo>
                <a:lnTo>
                  <a:pt x="1984979" y="335489"/>
                </a:lnTo>
                <a:lnTo>
                  <a:pt x="1985559" y="335640"/>
                </a:lnTo>
                <a:lnTo>
                  <a:pt x="1986121" y="335792"/>
                </a:lnTo>
                <a:lnTo>
                  <a:pt x="1986665" y="335944"/>
                </a:lnTo>
                <a:lnTo>
                  <a:pt x="1987191" y="336097"/>
                </a:lnTo>
                <a:lnTo>
                  <a:pt x="1987700" y="336250"/>
                </a:lnTo>
                <a:lnTo>
                  <a:pt x="1988192" y="336405"/>
                </a:lnTo>
                <a:lnTo>
                  <a:pt x="1988665" y="336559"/>
                </a:lnTo>
                <a:lnTo>
                  <a:pt x="1989138" y="336715"/>
                </a:lnTo>
                <a:lnTo>
                  <a:pt x="1989599" y="336874"/>
                </a:lnTo>
                <a:lnTo>
                  <a:pt x="1990047" y="337035"/>
                </a:lnTo>
                <a:lnTo>
                  <a:pt x="1990483" y="337198"/>
                </a:lnTo>
                <a:lnTo>
                  <a:pt x="1990906" y="337364"/>
                </a:lnTo>
                <a:lnTo>
                  <a:pt x="1991318" y="337531"/>
                </a:lnTo>
                <a:lnTo>
                  <a:pt x="1991717" y="337702"/>
                </a:lnTo>
                <a:lnTo>
                  <a:pt x="1992103" y="337874"/>
                </a:lnTo>
                <a:lnTo>
                  <a:pt x="1992477" y="338049"/>
                </a:lnTo>
                <a:lnTo>
                  <a:pt x="1992839" y="338226"/>
                </a:lnTo>
                <a:lnTo>
                  <a:pt x="1993189" y="338406"/>
                </a:lnTo>
                <a:lnTo>
                  <a:pt x="1993526" y="338588"/>
                </a:lnTo>
                <a:lnTo>
                  <a:pt x="1993851" y="338772"/>
                </a:lnTo>
                <a:lnTo>
                  <a:pt x="1994164" y="338959"/>
                </a:lnTo>
                <a:lnTo>
                  <a:pt x="1994464" y="339148"/>
                </a:lnTo>
                <a:lnTo>
                  <a:pt x="1994752" y="339339"/>
                </a:lnTo>
                <a:lnTo>
                  <a:pt x="1995028" y="339533"/>
                </a:lnTo>
                <a:lnTo>
                  <a:pt x="1995291" y="339729"/>
                </a:lnTo>
                <a:lnTo>
                  <a:pt x="1995542" y="339928"/>
                </a:lnTo>
                <a:lnTo>
                  <a:pt x="1995780" y="340128"/>
                </a:lnTo>
                <a:lnTo>
                  <a:pt x="1996007" y="340331"/>
                </a:lnTo>
                <a:lnTo>
                  <a:pt x="1996221" y="340537"/>
                </a:lnTo>
                <a:lnTo>
                  <a:pt x="1996422" y="340745"/>
                </a:lnTo>
                <a:lnTo>
                  <a:pt x="1996612" y="340955"/>
                </a:lnTo>
                <a:lnTo>
                  <a:pt x="1996791" y="341169"/>
                </a:lnTo>
                <a:lnTo>
                  <a:pt x="1996963" y="341387"/>
                </a:lnTo>
                <a:lnTo>
                  <a:pt x="1997127" y="341610"/>
                </a:lnTo>
                <a:lnTo>
                  <a:pt x="1997283" y="341838"/>
                </a:lnTo>
                <a:lnTo>
                  <a:pt x="1997432" y="342070"/>
                </a:lnTo>
                <a:lnTo>
                  <a:pt x="1997573" y="342307"/>
                </a:lnTo>
                <a:lnTo>
                  <a:pt x="1997707" y="342549"/>
                </a:lnTo>
                <a:lnTo>
                  <a:pt x="1997833" y="342796"/>
                </a:lnTo>
                <a:lnTo>
                  <a:pt x="1997951" y="343047"/>
                </a:lnTo>
                <a:lnTo>
                  <a:pt x="1998062" y="343303"/>
                </a:lnTo>
                <a:lnTo>
                  <a:pt x="1998165" y="343564"/>
                </a:lnTo>
                <a:lnTo>
                  <a:pt x="1998260" y="343829"/>
                </a:lnTo>
                <a:lnTo>
                  <a:pt x="1998348" y="344099"/>
                </a:lnTo>
                <a:lnTo>
                  <a:pt x="1998428" y="344374"/>
                </a:lnTo>
                <a:lnTo>
                  <a:pt x="1998500" y="344653"/>
                </a:lnTo>
                <a:lnTo>
                  <a:pt x="1998565" y="344937"/>
                </a:lnTo>
                <a:lnTo>
                  <a:pt x="1998623" y="345226"/>
                </a:lnTo>
                <a:lnTo>
                  <a:pt x="1998672" y="345520"/>
                </a:lnTo>
                <a:lnTo>
                  <a:pt x="1998714" y="345818"/>
                </a:lnTo>
                <a:lnTo>
                  <a:pt x="1998748" y="346121"/>
                </a:lnTo>
                <a:lnTo>
                  <a:pt x="1998775" y="346429"/>
                </a:lnTo>
                <a:lnTo>
                  <a:pt x="1998794" y="346741"/>
                </a:lnTo>
                <a:lnTo>
                  <a:pt x="1998806" y="347058"/>
                </a:lnTo>
                <a:lnTo>
                  <a:pt x="1998809" y="347380"/>
                </a:lnTo>
                <a:lnTo>
                  <a:pt x="1998800" y="347869"/>
                </a:lnTo>
                <a:lnTo>
                  <a:pt x="1998772" y="348351"/>
                </a:lnTo>
                <a:lnTo>
                  <a:pt x="1998725" y="348825"/>
                </a:lnTo>
                <a:lnTo>
                  <a:pt x="1998659" y="349291"/>
                </a:lnTo>
                <a:lnTo>
                  <a:pt x="1998575" y="349750"/>
                </a:lnTo>
                <a:lnTo>
                  <a:pt x="1998471" y="350201"/>
                </a:lnTo>
                <a:lnTo>
                  <a:pt x="1998349" y="350644"/>
                </a:lnTo>
                <a:lnTo>
                  <a:pt x="1998208" y="351080"/>
                </a:lnTo>
                <a:lnTo>
                  <a:pt x="1998049" y="351509"/>
                </a:lnTo>
                <a:lnTo>
                  <a:pt x="1997870" y="351929"/>
                </a:lnTo>
                <a:lnTo>
                  <a:pt x="1997673" y="352342"/>
                </a:lnTo>
                <a:lnTo>
                  <a:pt x="1997457" y="352747"/>
                </a:lnTo>
                <a:lnTo>
                  <a:pt x="1997222" y="353145"/>
                </a:lnTo>
                <a:lnTo>
                  <a:pt x="1996969" y="353535"/>
                </a:lnTo>
                <a:lnTo>
                  <a:pt x="1996696" y="353918"/>
                </a:lnTo>
                <a:lnTo>
                  <a:pt x="1996405" y="354293"/>
                </a:lnTo>
                <a:lnTo>
                  <a:pt x="1996095" y="354660"/>
                </a:lnTo>
                <a:lnTo>
                  <a:pt x="1995766" y="355019"/>
                </a:lnTo>
                <a:lnTo>
                  <a:pt x="1995419" y="355371"/>
                </a:lnTo>
                <a:lnTo>
                  <a:pt x="1995052" y="355716"/>
                </a:lnTo>
                <a:lnTo>
                  <a:pt x="1994667" y="356052"/>
                </a:lnTo>
                <a:lnTo>
                  <a:pt x="1994263" y="356381"/>
                </a:lnTo>
                <a:lnTo>
                  <a:pt x="1993841" y="356703"/>
                </a:lnTo>
                <a:lnTo>
                  <a:pt x="1993399" y="357016"/>
                </a:lnTo>
                <a:lnTo>
                  <a:pt x="1992954" y="357306"/>
                </a:lnTo>
                <a:lnTo>
                  <a:pt x="1992491" y="357583"/>
                </a:lnTo>
                <a:lnTo>
                  <a:pt x="1992010" y="357849"/>
                </a:lnTo>
                <a:lnTo>
                  <a:pt x="1991511" y="358101"/>
                </a:lnTo>
                <a:lnTo>
                  <a:pt x="1990995" y="358342"/>
                </a:lnTo>
                <a:lnTo>
                  <a:pt x="1990462" y="358570"/>
                </a:lnTo>
                <a:lnTo>
                  <a:pt x="1989911" y="358785"/>
                </a:lnTo>
                <a:lnTo>
                  <a:pt x="1989342" y="358989"/>
                </a:lnTo>
                <a:lnTo>
                  <a:pt x="1988755" y="359180"/>
                </a:lnTo>
                <a:lnTo>
                  <a:pt x="1988151" y="359359"/>
                </a:lnTo>
                <a:lnTo>
                  <a:pt x="1987530" y="359525"/>
                </a:lnTo>
                <a:lnTo>
                  <a:pt x="1986890" y="359679"/>
                </a:lnTo>
                <a:lnTo>
                  <a:pt x="1986233" y="359821"/>
                </a:lnTo>
                <a:lnTo>
                  <a:pt x="1985559" y="359950"/>
                </a:lnTo>
                <a:lnTo>
                  <a:pt x="1984867" y="360068"/>
                </a:lnTo>
                <a:lnTo>
                  <a:pt x="1984157" y="360172"/>
                </a:lnTo>
                <a:lnTo>
                  <a:pt x="1983430" y="360265"/>
                </a:lnTo>
                <a:lnTo>
                  <a:pt x="1982685" y="360345"/>
                </a:lnTo>
                <a:lnTo>
                  <a:pt x="1981922" y="360413"/>
                </a:lnTo>
                <a:lnTo>
                  <a:pt x="1981142" y="360468"/>
                </a:lnTo>
                <a:lnTo>
                  <a:pt x="1980344" y="360511"/>
                </a:lnTo>
                <a:lnTo>
                  <a:pt x="1979529" y="360542"/>
                </a:lnTo>
                <a:lnTo>
                  <a:pt x="1978696" y="360561"/>
                </a:lnTo>
                <a:lnTo>
                  <a:pt x="1977845" y="360567"/>
                </a:lnTo>
                <a:lnTo>
                  <a:pt x="1976896" y="360560"/>
                </a:lnTo>
                <a:lnTo>
                  <a:pt x="1975965" y="360540"/>
                </a:lnTo>
                <a:lnTo>
                  <a:pt x="1975053" y="360506"/>
                </a:lnTo>
                <a:lnTo>
                  <a:pt x="1974159" y="360459"/>
                </a:lnTo>
                <a:lnTo>
                  <a:pt x="1973282" y="360398"/>
                </a:lnTo>
                <a:lnTo>
                  <a:pt x="1972425" y="360324"/>
                </a:lnTo>
                <a:lnTo>
                  <a:pt x="1971585" y="360236"/>
                </a:lnTo>
                <a:lnTo>
                  <a:pt x="1970763" y="360135"/>
                </a:lnTo>
                <a:lnTo>
                  <a:pt x="1969960" y="360020"/>
                </a:lnTo>
                <a:lnTo>
                  <a:pt x="1969175" y="359892"/>
                </a:lnTo>
                <a:lnTo>
                  <a:pt x="1968408" y="359750"/>
                </a:lnTo>
                <a:lnTo>
                  <a:pt x="1967659" y="359595"/>
                </a:lnTo>
                <a:lnTo>
                  <a:pt x="1966928" y="359426"/>
                </a:lnTo>
                <a:lnTo>
                  <a:pt x="1966216" y="359244"/>
                </a:lnTo>
                <a:lnTo>
                  <a:pt x="1965522" y="359048"/>
                </a:lnTo>
                <a:lnTo>
                  <a:pt x="1964846" y="358839"/>
                </a:lnTo>
                <a:lnTo>
                  <a:pt x="1964188" y="358616"/>
                </a:lnTo>
                <a:lnTo>
                  <a:pt x="1963548" y="358379"/>
                </a:lnTo>
                <a:lnTo>
                  <a:pt x="1962927" y="358130"/>
                </a:lnTo>
                <a:lnTo>
                  <a:pt x="1962324" y="357866"/>
                </a:lnTo>
                <a:lnTo>
                  <a:pt x="1961739" y="357590"/>
                </a:lnTo>
                <a:lnTo>
                  <a:pt x="1961172" y="357299"/>
                </a:lnTo>
                <a:lnTo>
                  <a:pt x="1960624" y="356995"/>
                </a:lnTo>
                <a:lnTo>
                  <a:pt x="1960093" y="356678"/>
                </a:lnTo>
                <a:lnTo>
                  <a:pt x="1959596" y="356335"/>
                </a:lnTo>
                <a:lnTo>
                  <a:pt x="1959121" y="355981"/>
                </a:lnTo>
                <a:lnTo>
                  <a:pt x="1958667" y="355616"/>
                </a:lnTo>
                <a:lnTo>
                  <a:pt x="1958233" y="355241"/>
                </a:lnTo>
                <a:lnTo>
                  <a:pt x="1957821" y="354855"/>
                </a:lnTo>
                <a:lnTo>
                  <a:pt x="1957430" y="354459"/>
                </a:lnTo>
                <a:lnTo>
                  <a:pt x="1957060" y="354052"/>
                </a:lnTo>
                <a:lnTo>
                  <a:pt x="1956712" y="353635"/>
                </a:lnTo>
                <a:lnTo>
                  <a:pt x="1956384" y="353207"/>
                </a:lnTo>
                <a:lnTo>
                  <a:pt x="1956078" y="352769"/>
                </a:lnTo>
                <a:lnTo>
                  <a:pt x="1955792" y="352319"/>
                </a:lnTo>
                <a:lnTo>
                  <a:pt x="1955528" y="351860"/>
                </a:lnTo>
                <a:lnTo>
                  <a:pt x="1955285" y="351390"/>
                </a:lnTo>
                <a:lnTo>
                  <a:pt x="1955063" y="350909"/>
                </a:lnTo>
                <a:lnTo>
                  <a:pt x="1954863" y="350417"/>
                </a:lnTo>
                <a:lnTo>
                  <a:pt x="1954683" y="349916"/>
                </a:lnTo>
                <a:lnTo>
                  <a:pt x="1954524" y="349403"/>
                </a:lnTo>
                <a:lnTo>
                  <a:pt x="1954387" y="348880"/>
                </a:lnTo>
                <a:lnTo>
                  <a:pt x="1954271" y="348346"/>
                </a:lnTo>
                <a:lnTo>
                  <a:pt x="1954176" y="347802"/>
                </a:lnTo>
                <a:lnTo>
                  <a:pt x="1954102" y="347247"/>
                </a:lnTo>
                <a:lnTo>
                  <a:pt x="1954049" y="346682"/>
                </a:lnTo>
                <a:lnTo>
                  <a:pt x="1954017" y="346106"/>
                </a:lnTo>
                <a:lnTo>
                  <a:pt x="1954007" y="345520"/>
                </a:lnTo>
                <a:lnTo>
                  <a:pt x="1954007" y="343829"/>
                </a:lnTo>
                <a:lnTo>
                  <a:pt x="1939467" y="343829"/>
                </a:lnTo>
                <a:lnTo>
                  <a:pt x="1939453" y="343927"/>
                </a:lnTo>
                <a:lnTo>
                  <a:pt x="1939440" y="344025"/>
                </a:lnTo>
                <a:lnTo>
                  <a:pt x="1939427" y="344122"/>
                </a:lnTo>
                <a:lnTo>
                  <a:pt x="1939415" y="344219"/>
                </a:lnTo>
                <a:lnTo>
                  <a:pt x="1939404" y="344315"/>
                </a:lnTo>
                <a:lnTo>
                  <a:pt x="1939393" y="344410"/>
                </a:lnTo>
                <a:lnTo>
                  <a:pt x="1939383" y="344505"/>
                </a:lnTo>
                <a:lnTo>
                  <a:pt x="1939373" y="344599"/>
                </a:lnTo>
                <a:lnTo>
                  <a:pt x="1939364" y="344693"/>
                </a:lnTo>
                <a:lnTo>
                  <a:pt x="1939355" y="344786"/>
                </a:lnTo>
                <a:lnTo>
                  <a:pt x="1939347" y="344878"/>
                </a:lnTo>
                <a:lnTo>
                  <a:pt x="1939340" y="344970"/>
                </a:lnTo>
                <a:lnTo>
                  <a:pt x="1939333" y="345062"/>
                </a:lnTo>
                <a:lnTo>
                  <a:pt x="1939327" y="345152"/>
                </a:lnTo>
                <a:lnTo>
                  <a:pt x="1939322" y="345242"/>
                </a:lnTo>
                <a:lnTo>
                  <a:pt x="1939317" y="345332"/>
                </a:lnTo>
                <a:lnTo>
                  <a:pt x="1939312" y="345421"/>
                </a:lnTo>
                <a:lnTo>
                  <a:pt x="1939308" y="345509"/>
                </a:lnTo>
                <a:lnTo>
                  <a:pt x="1939305" y="345597"/>
                </a:lnTo>
                <a:lnTo>
                  <a:pt x="1939303" y="345684"/>
                </a:lnTo>
                <a:lnTo>
                  <a:pt x="1939301" y="345771"/>
                </a:lnTo>
                <a:lnTo>
                  <a:pt x="1939299" y="345857"/>
                </a:lnTo>
                <a:lnTo>
                  <a:pt x="1939298" y="345942"/>
                </a:lnTo>
                <a:lnTo>
                  <a:pt x="1939298" y="346027"/>
                </a:lnTo>
                <a:lnTo>
                  <a:pt x="1939298" y="346111"/>
                </a:lnTo>
                <a:lnTo>
                  <a:pt x="1939298" y="346193"/>
                </a:lnTo>
                <a:lnTo>
                  <a:pt x="1939298" y="346273"/>
                </a:lnTo>
                <a:lnTo>
                  <a:pt x="1939298" y="346351"/>
                </a:lnTo>
                <a:lnTo>
                  <a:pt x="1939298" y="346428"/>
                </a:lnTo>
                <a:lnTo>
                  <a:pt x="1939298" y="346502"/>
                </a:lnTo>
                <a:lnTo>
                  <a:pt x="1939298" y="346576"/>
                </a:lnTo>
                <a:lnTo>
                  <a:pt x="1939298" y="346647"/>
                </a:lnTo>
                <a:lnTo>
                  <a:pt x="1939298" y="346716"/>
                </a:lnTo>
                <a:lnTo>
                  <a:pt x="1939298" y="346784"/>
                </a:lnTo>
                <a:lnTo>
                  <a:pt x="1939298" y="346850"/>
                </a:lnTo>
                <a:lnTo>
                  <a:pt x="1939298" y="346915"/>
                </a:lnTo>
                <a:lnTo>
                  <a:pt x="1939298" y="346977"/>
                </a:lnTo>
                <a:lnTo>
                  <a:pt x="1939298" y="347038"/>
                </a:lnTo>
                <a:lnTo>
                  <a:pt x="1939298" y="347097"/>
                </a:lnTo>
                <a:lnTo>
                  <a:pt x="1939298" y="347154"/>
                </a:lnTo>
                <a:lnTo>
                  <a:pt x="1939298" y="347209"/>
                </a:lnTo>
                <a:lnTo>
                  <a:pt x="1939298" y="347263"/>
                </a:lnTo>
                <a:lnTo>
                  <a:pt x="1939298" y="347315"/>
                </a:lnTo>
                <a:lnTo>
                  <a:pt x="1939298" y="347365"/>
                </a:lnTo>
                <a:lnTo>
                  <a:pt x="1939298" y="347414"/>
                </a:lnTo>
                <a:lnTo>
                  <a:pt x="1939298" y="347460"/>
                </a:lnTo>
                <a:lnTo>
                  <a:pt x="1939298" y="347505"/>
                </a:lnTo>
                <a:lnTo>
                  <a:pt x="1939298" y="347548"/>
                </a:lnTo>
                <a:lnTo>
                  <a:pt x="1939306" y="348193"/>
                </a:lnTo>
                <a:lnTo>
                  <a:pt x="1939330" y="348831"/>
                </a:lnTo>
                <a:lnTo>
                  <a:pt x="1939369" y="349461"/>
                </a:lnTo>
                <a:lnTo>
                  <a:pt x="1939425" y="350085"/>
                </a:lnTo>
                <a:lnTo>
                  <a:pt x="1939496" y="350701"/>
                </a:lnTo>
                <a:lnTo>
                  <a:pt x="1939583" y="351310"/>
                </a:lnTo>
                <a:lnTo>
                  <a:pt x="1939686" y="351913"/>
                </a:lnTo>
                <a:lnTo>
                  <a:pt x="1939805" y="352508"/>
                </a:lnTo>
                <a:lnTo>
                  <a:pt x="1939940" y="353096"/>
                </a:lnTo>
                <a:lnTo>
                  <a:pt x="1940090" y="353677"/>
                </a:lnTo>
                <a:lnTo>
                  <a:pt x="1940257" y="354251"/>
                </a:lnTo>
                <a:lnTo>
                  <a:pt x="1940439" y="354819"/>
                </a:lnTo>
                <a:lnTo>
                  <a:pt x="1940637" y="355379"/>
                </a:lnTo>
                <a:lnTo>
                  <a:pt x="1940851" y="355932"/>
                </a:lnTo>
                <a:lnTo>
                  <a:pt x="1941081" y="356478"/>
                </a:lnTo>
                <a:lnTo>
                  <a:pt x="1941327" y="357016"/>
                </a:lnTo>
                <a:lnTo>
                  <a:pt x="1941588" y="357548"/>
                </a:lnTo>
                <a:lnTo>
                  <a:pt x="1941866" y="358073"/>
                </a:lnTo>
                <a:lnTo>
                  <a:pt x="1942159" y="358591"/>
                </a:lnTo>
                <a:lnTo>
                  <a:pt x="1942468" y="359102"/>
                </a:lnTo>
                <a:lnTo>
                  <a:pt x="1942793" y="359605"/>
                </a:lnTo>
                <a:lnTo>
                  <a:pt x="1943134" y="360102"/>
                </a:lnTo>
                <a:lnTo>
                  <a:pt x="1943490" y="360591"/>
                </a:lnTo>
                <a:lnTo>
                  <a:pt x="1943863" y="361074"/>
                </a:lnTo>
                <a:lnTo>
                  <a:pt x="1944263" y="361535"/>
                </a:lnTo>
                <a:lnTo>
                  <a:pt x="1944675" y="361986"/>
                </a:lnTo>
                <a:lnTo>
                  <a:pt x="1945099" y="362429"/>
                </a:lnTo>
                <a:lnTo>
                  <a:pt x="1945535" y="362863"/>
                </a:lnTo>
                <a:lnTo>
                  <a:pt x="1945982" y="363289"/>
                </a:lnTo>
                <a:lnTo>
                  <a:pt x="1946441" y="363705"/>
                </a:lnTo>
                <a:lnTo>
                  <a:pt x="1946912" y="364113"/>
                </a:lnTo>
                <a:lnTo>
                  <a:pt x="1947394" y="364512"/>
                </a:lnTo>
                <a:lnTo>
                  <a:pt x="1947889" y="364902"/>
                </a:lnTo>
                <a:lnTo>
                  <a:pt x="1948395" y="365283"/>
                </a:lnTo>
                <a:lnTo>
                  <a:pt x="1948912" y="365656"/>
                </a:lnTo>
                <a:lnTo>
                  <a:pt x="1949442" y="366019"/>
                </a:lnTo>
                <a:lnTo>
                  <a:pt x="1949983" y="366374"/>
                </a:lnTo>
                <a:lnTo>
                  <a:pt x="1950536" y="366720"/>
                </a:lnTo>
                <a:lnTo>
                  <a:pt x="1951101" y="367057"/>
                </a:lnTo>
                <a:lnTo>
                  <a:pt x="1951677" y="367386"/>
                </a:lnTo>
                <a:lnTo>
                  <a:pt x="1952266" y="367706"/>
                </a:lnTo>
                <a:lnTo>
                  <a:pt x="1952865" y="368016"/>
                </a:lnTo>
                <a:lnTo>
                  <a:pt x="1953477" y="368318"/>
                </a:lnTo>
                <a:lnTo>
                  <a:pt x="1954101" y="368612"/>
                </a:lnTo>
                <a:lnTo>
                  <a:pt x="1954736" y="368896"/>
                </a:lnTo>
                <a:lnTo>
                  <a:pt x="1955383" y="369172"/>
                </a:lnTo>
                <a:lnTo>
                  <a:pt x="1956041" y="369438"/>
                </a:lnTo>
                <a:lnTo>
                  <a:pt x="1956712" y="369696"/>
                </a:lnTo>
                <a:lnTo>
                  <a:pt x="1957406" y="369931"/>
                </a:lnTo>
                <a:lnTo>
                  <a:pt x="1958109" y="370155"/>
                </a:lnTo>
                <a:lnTo>
                  <a:pt x="1958820" y="370370"/>
                </a:lnTo>
                <a:lnTo>
                  <a:pt x="1959539" y="370575"/>
                </a:lnTo>
                <a:lnTo>
                  <a:pt x="1960266" y="370769"/>
                </a:lnTo>
                <a:lnTo>
                  <a:pt x="1961002" y="370954"/>
                </a:lnTo>
                <a:lnTo>
                  <a:pt x="1961746" y="371128"/>
                </a:lnTo>
                <a:lnTo>
                  <a:pt x="1962498" y="371293"/>
                </a:lnTo>
                <a:lnTo>
                  <a:pt x="1963258" y="371448"/>
                </a:lnTo>
                <a:lnTo>
                  <a:pt x="1964026" y="371593"/>
                </a:lnTo>
                <a:lnTo>
                  <a:pt x="1964803" y="371727"/>
                </a:lnTo>
                <a:lnTo>
                  <a:pt x="1965588" y="371852"/>
                </a:lnTo>
                <a:lnTo>
                  <a:pt x="1966381" y="371967"/>
                </a:lnTo>
                <a:lnTo>
                  <a:pt x="1967182" y="372072"/>
                </a:lnTo>
                <a:lnTo>
                  <a:pt x="1967992" y="372166"/>
                </a:lnTo>
                <a:lnTo>
                  <a:pt x="1968809" y="372251"/>
                </a:lnTo>
                <a:lnTo>
                  <a:pt x="1969635" y="372326"/>
                </a:lnTo>
                <a:lnTo>
                  <a:pt x="1970470" y="372391"/>
                </a:lnTo>
                <a:lnTo>
                  <a:pt x="1971312" y="372446"/>
                </a:lnTo>
                <a:lnTo>
                  <a:pt x="1972163" y="372491"/>
                </a:lnTo>
                <a:lnTo>
                  <a:pt x="1973021" y="372526"/>
                </a:lnTo>
                <a:lnTo>
                  <a:pt x="1973889" y="372551"/>
                </a:lnTo>
                <a:lnTo>
                  <a:pt x="1974764" y="372566"/>
                </a:lnTo>
                <a:lnTo>
                  <a:pt x="1975647" y="372571"/>
                </a:lnTo>
                <a:lnTo>
                  <a:pt x="1976656" y="372566"/>
                </a:lnTo>
                <a:lnTo>
                  <a:pt x="1977651" y="372551"/>
                </a:lnTo>
                <a:lnTo>
                  <a:pt x="1978635" y="372526"/>
                </a:lnTo>
                <a:lnTo>
                  <a:pt x="1979606" y="372491"/>
                </a:lnTo>
                <a:lnTo>
                  <a:pt x="1980565" y="372446"/>
                </a:lnTo>
                <a:lnTo>
                  <a:pt x="1981512" y="372391"/>
                </a:lnTo>
                <a:lnTo>
                  <a:pt x="1982446" y="372326"/>
                </a:lnTo>
                <a:lnTo>
                  <a:pt x="1983368" y="372251"/>
                </a:lnTo>
                <a:lnTo>
                  <a:pt x="1984278" y="372166"/>
                </a:lnTo>
                <a:close/>
                <a:moveTo>
                  <a:pt x="1895238" y="1002355"/>
                </a:moveTo>
                <a:lnTo>
                  <a:pt x="1880698" y="1002355"/>
                </a:lnTo>
                <a:lnTo>
                  <a:pt x="1880698" y="1027207"/>
                </a:lnTo>
                <a:lnTo>
                  <a:pt x="1884586" y="1049355"/>
                </a:lnTo>
                <a:lnTo>
                  <a:pt x="1891349" y="1049355"/>
                </a:lnTo>
                <a:lnTo>
                  <a:pt x="1895238" y="1027207"/>
                </a:lnTo>
                <a:lnTo>
                  <a:pt x="1895238" y="1002355"/>
                </a:lnTo>
                <a:close/>
                <a:moveTo>
                  <a:pt x="1870046" y="1027207"/>
                </a:moveTo>
                <a:lnTo>
                  <a:pt x="1870046" y="1002355"/>
                </a:lnTo>
                <a:lnTo>
                  <a:pt x="1855507" y="1002355"/>
                </a:lnTo>
                <a:lnTo>
                  <a:pt x="1855507" y="1027207"/>
                </a:lnTo>
                <a:lnTo>
                  <a:pt x="1859395" y="1049355"/>
                </a:lnTo>
                <a:lnTo>
                  <a:pt x="1866158" y="1049355"/>
                </a:lnTo>
                <a:lnTo>
                  <a:pt x="1870046" y="1027207"/>
                </a:lnTo>
                <a:close/>
                <a:moveTo>
                  <a:pt x="1781503" y="1119574"/>
                </a:moveTo>
                <a:lnTo>
                  <a:pt x="1782380" y="1119455"/>
                </a:lnTo>
                <a:lnTo>
                  <a:pt x="1783246" y="1119321"/>
                </a:lnTo>
                <a:lnTo>
                  <a:pt x="1784101" y="1119173"/>
                </a:lnTo>
                <a:lnTo>
                  <a:pt x="1784945" y="1119011"/>
                </a:lnTo>
                <a:lnTo>
                  <a:pt x="1785778" y="1118835"/>
                </a:lnTo>
                <a:lnTo>
                  <a:pt x="1786599" y="1118645"/>
                </a:lnTo>
                <a:lnTo>
                  <a:pt x="1787410" y="1118440"/>
                </a:lnTo>
                <a:lnTo>
                  <a:pt x="1788209" y="1118222"/>
                </a:lnTo>
                <a:lnTo>
                  <a:pt x="1788997" y="1117989"/>
                </a:lnTo>
                <a:lnTo>
                  <a:pt x="1789774" y="1117743"/>
                </a:lnTo>
                <a:lnTo>
                  <a:pt x="1790540" y="1117482"/>
                </a:lnTo>
                <a:lnTo>
                  <a:pt x="1791294" y="1117207"/>
                </a:lnTo>
                <a:lnTo>
                  <a:pt x="1792038" y="1116919"/>
                </a:lnTo>
                <a:lnTo>
                  <a:pt x="1792770" y="1116616"/>
                </a:lnTo>
                <a:lnTo>
                  <a:pt x="1793491" y="1116299"/>
                </a:lnTo>
                <a:lnTo>
                  <a:pt x="1794201" y="1115968"/>
                </a:lnTo>
                <a:lnTo>
                  <a:pt x="1794913" y="1115624"/>
                </a:lnTo>
                <a:lnTo>
                  <a:pt x="1795611" y="1115268"/>
                </a:lnTo>
                <a:lnTo>
                  <a:pt x="1796296" y="1114900"/>
                </a:lnTo>
                <a:lnTo>
                  <a:pt x="1796967" y="1114521"/>
                </a:lnTo>
                <a:lnTo>
                  <a:pt x="1797625" y="1114130"/>
                </a:lnTo>
                <a:lnTo>
                  <a:pt x="1798270" y="1113727"/>
                </a:lnTo>
                <a:lnTo>
                  <a:pt x="1798900" y="1113313"/>
                </a:lnTo>
                <a:lnTo>
                  <a:pt x="1799518" y="1112887"/>
                </a:lnTo>
                <a:lnTo>
                  <a:pt x="1800121" y="1112449"/>
                </a:lnTo>
                <a:lnTo>
                  <a:pt x="1800712" y="1111999"/>
                </a:lnTo>
                <a:lnTo>
                  <a:pt x="1801288" y="1111538"/>
                </a:lnTo>
                <a:lnTo>
                  <a:pt x="1801852" y="1111065"/>
                </a:lnTo>
                <a:lnTo>
                  <a:pt x="1802401" y="1110580"/>
                </a:lnTo>
                <a:lnTo>
                  <a:pt x="1802938" y="1110083"/>
                </a:lnTo>
                <a:lnTo>
                  <a:pt x="1803460" y="1109575"/>
                </a:lnTo>
                <a:lnTo>
                  <a:pt x="1803970" y="1109055"/>
                </a:lnTo>
                <a:lnTo>
                  <a:pt x="1804465" y="1108523"/>
                </a:lnTo>
                <a:lnTo>
                  <a:pt x="1804948" y="1107979"/>
                </a:lnTo>
                <a:lnTo>
                  <a:pt x="1805416" y="1107424"/>
                </a:lnTo>
                <a:lnTo>
                  <a:pt x="1805872" y="1106857"/>
                </a:lnTo>
                <a:lnTo>
                  <a:pt x="1806313" y="1106278"/>
                </a:lnTo>
                <a:lnTo>
                  <a:pt x="1806742" y="1105687"/>
                </a:lnTo>
                <a:lnTo>
                  <a:pt x="1807156" y="1105085"/>
                </a:lnTo>
                <a:lnTo>
                  <a:pt x="1807558" y="1104471"/>
                </a:lnTo>
                <a:lnTo>
                  <a:pt x="1807958" y="1103832"/>
                </a:lnTo>
                <a:lnTo>
                  <a:pt x="1808341" y="1103184"/>
                </a:lnTo>
                <a:lnTo>
                  <a:pt x="1808707" y="1102527"/>
                </a:lnTo>
                <a:lnTo>
                  <a:pt x="1809056" y="1101860"/>
                </a:lnTo>
                <a:lnTo>
                  <a:pt x="1809388" y="1101184"/>
                </a:lnTo>
                <a:lnTo>
                  <a:pt x="1809703" y="1100498"/>
                </a:lnTo>
                <a:lnTo>
                  <a:pt x="1810001" y="1099803"/>
                </a:lnTo>
                <a:lnTo>
                  <a:pt x="1810281" y="1099099"/>
                </a:lnTo>
                <a:lnTo>
                  <a:pt x="1810545" y="1098385"/>
                </a:lnTo>
                <a:lnTo>
                  <a:pt x="1810792" y="1097661"/>
                </a:lnTo>
                <a:lnTo>
                  <a:pt x="1811022" y="1096929"/>
                </a:lnTo>
                <a:lnTo>
                  <a:pt x="1811235" y="1096187"/>
                </a:lnTo>
                <a:lnTo>
                  <a:pt x="1811431" y="1095435"/>
                </a:lnTo>
                <a:lnTo>
                  <a:pt x="1811609" y="1094675"/>
                </a:lnTo>
                <a:lnTo>
                  <a:pt x="1811771" y="1093904"/>
                </a:lnTo>
                <a:lnTo>
                  <a:pt x="1811916" y="1093125"/>
                </a:lnTo>
                <a:lnTo>
                  <a:pt x="1812043" y="1092336"/>
                </a:lnTo>
                <a:lnTo>
                  <a:pt x="1812154" y="1091537"/>
                </a:lnTo>
                <a:lnTo>
                  <a:pt x="1812248" y="1090730"/>
                </a:lnTo>
                <a:lnTo>
                  <a:pt x="1812324" y="1089913"/>
                </a:lnTo>
                <a:lnTo>
                  <a:pt x="1812384" y="1089086"/>
                </a:lnTo>
                <a:lnTo>
                  <a:pt x="1812426" y="1088250"/>
                </a:lnTo>
                <a:lnTo>
                  <a:pt x="1812452" y="1087405"/>
                </a:lnTo>
                <a:lnTo>
                  <a:pt x="1812460" y="1086550"/>
                </a:lnTo>
                <a:lnTo>
                  <a:pt x="1796568" y="1086550"/>
                </a:lnTo>
                <a:lnTo>
                  <a:pt x="1796558" y="1087456"/>
                </a:lnTo>
                <a:lnTo>
                  <a:pt x="1796528" y="1088342"/>
                </a:lnTo>
                <a:lnTo>
                  <a:pt x="1796479" y="1089207"/>
                </a:lnTo>
                <a:lnTo>
                  <a:pt x="1796409" y="1090053"/>
                </a:lnTo>
                <a:lnTo>
                  <a:pt x="1796319" y="1090879"/>
                </a:lnTo>
                <a:lnTo>
                  <a:pt x="1796209" y="1091685"/>
                </a:lnTo>
                <a:lnTo>
                  <a:pt x="1796079" y="1092471"/>
                </a:lnTo>
                <a:lnTo>
                  <a:pt x="1795930" y="1093237"/>
                </a:lnTo>
                <a:lnTo>
                  <a:pt x="1795760" y="1093984"/>
                </a:lnTo>
                <a:lnTo>
                  <a:pt x="1795570" y="1094710"/>
                </a:lnTo>
                <a:lnTo>
                  <a:pt x="1795361" y="1095416"/>
                </a:lnTo>
                <a:lnTo>
                  <a:pt x="1795131" y="1096102"/>
                </a:lnTo>
                <a:lnTo>
                  <a:pt x="1794882" y="1096769"/>
                </a:lnTo>
                <a:lnTo>
                  <a:pt x="1794612" y="1097415"/>
                </a:lnTo>
                <a:lnTo>
                  <a:pt x="1794323" y="1098041"/>
                </a:lnTo>
                <a:lnTo>
                  <a:pt x="1794013" y="1098648"/>
                </a:lnTo>
                <a:lnTo>
                  <a:pt x="1793684" y="1099234"/>
                </a:lnTo>
                <a:lnTo>
                  <a:pt x="1793335" y="1099801"/>
                </a:lnTo>
                <a:lnTo>
                  <a:pt x="1792966" y="1100347"/>
                </a:lnTo>
                <a:lnTo>
                  <a:pt x="1792576" y="1100874"/>
                </a:lnTo>
                <a:lnTo>
                  <a:pt x="1792167" y="1101380"/>
                </a:lnTo>
                <a:lnTo>
                  <a:pt x="1791738" y="1101867"/>
                </a:lnTo>
                <a:lnTo>
                  <a:pt x="1791289" y="1102334"/>
                </a:lnTo>
                <a:lnTo>
                  <a:pt x="1790820" y="1102780"/>
                </a:lnTo>
                <a:lnTo>
                  <a:pt x="1790346" y="1103208"/>
                </a:lnTo>
                <a:lnTo>
                  <a:pt x="1789854" y="1103618"/>
                </a:lnTo>
                <a:lnTo>
                  <a:pt x="1789343" y="1104009"/>
                </a:lnTo>
                <a:lnTo>
                  <a:pt x="1788815" y="1104382"/>
                </a:lnTo>
                <a:lnTo>
                  <a:pt x="1788268" y="1104737"/>
                </a:lnTo>
                <a:lnTo>
                  <a:pt x="1787703" y="1105073"/>
                </a:lnTo>
                <a:lnTo>
                  <a:pt x="1787119" y="1105392"/>
                </a:lnTo>
                <a:lnTo>
                  <a:pt x="1786518" y="1105692"/>
                </a:lnTo>
                <a:lnTo>
                  <a:pt x="1785898" y="1105974"/>
                </a:lnTo>
                <a:lnTo>
                  <a:pt x="1785261" y="1106238"/>
                </a:lnTo>
                <a:lnTo>
                  <a:pt x="1784605" y="1106484"/>
                </a:lnTo>
                <a:lnTo>
                  <a:pt x="1783930" y="1106711"/>
                </a:lnTo>
                <a:lnTo>
                  <a:pt x="1783238" y="1106921"/>
                </a:lnTo>
                <a:lnTo>
                  <a:pt x="1782527" y="1107112"/>
                </a:lnTo>
                <a:lnTo>
                  <a:pt x="1781799" y="1107285"/>
                </a:lnTo>
                <a:lnTo>
                  <a:pt x="1781052" y="1107439"/>
                </a:lnTo>
                <a:lnTo>
                  <a:pt x="1780286" y="1107576"/>
                </a:lnTo>
                <a:lnTo>
                  <a:pt x="1779503" y="1107694"/>
                </a:lnTo>
                <a:lnTo>
                  <a:pt x="1778701" y="1107794"/>
                </a:lnTo>
                <a:lnTo>
                  <a:pt x="1777882" y="1107876"/>
                </a:lnTo>
                <a:lnTo>
                  <a:pt x="1777044" y="1107940"/>
                </a:lnTo>
                <a:lnTo>
                  <a:pt x="1776187" y="1107985"/>
                </a:lnTo>
                <a:lnTo>
                  <a:pt x="1775313" y="1108012"/>
                </a:lnTo>
                <a:lnTo>
                  <a:pt x="1774421" y="1108022"/>
                </a:lnTo>
                <a:lnTo>
                  <a:pt x="1773609" y="1108010"/>
                </a:lnTo>
                <a:lnTo>
                  <a:pt x="1772810" y="1107973"/>
                </a:lnTo>
                <a:lnTo>
                  <a:pt x="1772022" y="1107913"/>
                </a:lnTo>
                <a:lnTo>
                  <a:pt x="1771246" y="1107829"/>
                </a:lnTo>
                <a:lnTo>
                  <a:pt x="1770482" y="1107721"/>
                </a:lnTo>
                <a:lnTo>
                  <a:pt x="1769729" y="1107588"/>
                </a:lnTo>
                <a:lnTo>
                  <a:pt x="1768988" y="1107432"/>
                </a:lnTo>
                <a:lnTo>
                  <a:pt x="1768259" y="1107251"/>
                </a:lnTo>
                <a:lnTo>
                  <a:pt x="1767542" y="1107047"/>
                </a:lnTo>
                <a:lnTo>
                  <a:pt x="1766836" y="1106818"/>
                </a:lnTo>
                <a:lnTo>
                  <a:pt x="1766142" y="1106565"/>
                </a:lnTo>
                <a:lnTo>
                  <a:pt x="1765460" y="1106289"/>
                </a:lnTo>
                <a:lnTo>
                  <a:pt x="1764790" y="1105988"/>
                </a:lnTo>
                <a:lnTo>
                  <a:pt x="1764131" y="1105663"/>
                </a:lnTo>
                <a:lnTo>
                  <a:pt x="1763484" y="1105314"/>
                </a:lnTo>
                <a:lnTo>
                  <a:pt x="1762849" y="1104941"/>
                </a:lnTo>
                <a:lnTo>
                  <a:pt x="1762225" y="1104544"/>
                </a:lnTo>
                <a:lnTo>
                  <a:pt x="1761614" y="1104122"/>
                </a:lnTo>
                <a:lnTo>
                  <a:pt x="1761014" y="1103677"/>
                </a:lnTo>
                <a:lnTo>
                  <a:pt x="1760425" y="1103208"/>
                </a:lnTo>
                <a:lnTo>
                  <a:pt x="1759849" y="1102714"/>
                </a:lnTo>
                <a:lnTo>
                  <a:pt x="1759284" y="1102197"/>
                </a:lnTo>
                <a:lnTo>
                  <a:pt x="1758731" y="1101655"/>
                </a:lnTo>
                <a:lnTo>
                  <a:pt x="1758190" y="1101090"/>
                </a:lnTo>
                <a:lnTo>
                  <a:pt x="1757666" y="1100501"/>
                </a:lnTo>
                <a:lnTo>
                  <a:pt x="1757164" y="1099890"/>
                </a:lnTo>
                <a:lnTo>
                  <a:pt x="1756684" y="1099256"/>
                </a:lnTo>
                <a:lnTo>
                  <a:pt x="1756227" y="1098601"/>
                </a:lnTo>
                <a:lnTo>
                  <a:pt x="1755792" y="1097923"/>
                </a:lnTo>
                <a:lnTo>
                  <a:pt x="1755379" y="1097222"/>
                </a:lnTo>
                <a:lnTo>
                  <a:pt x="1754989" y="1096500"/>
                </a:lnTo>
                <a:lnTo>
                  <a:pt x="1754621" y="1095755"/>
                </a:lnTo>
                <a:lnTo>
                  <a:pt x="1754275" y="1094988"/>
                </a:lnTo>
                <a:lnTo>
                  <a:pt x="1753952" y="1094198"/>
                </a:lnTo>
                <a:lnTo>
                  <a:pt x="1753650" y="1093386"/>
                </a:lnTo>
                <a:lnTo>
                  <a:pt x="1753372" y="1092552"/>
                </a:lnTo>
                <a:lnTo>
                  <a:pt x="1753115" y="1091695"/>
                </a:lnTo>
                <a:lnTo>
                  <a:pt x="1752881" y="1090817"/>
                </a:lnTo>
                <a:lnTo>
                  <a:pt x="1752669" y="1089915"/>
                </a:lnTo>
                <a:lnTo>
                  <a:pt x="1752479" y="1088992"/>
                </a:lnTo>
                <a:lnTo>
                  <a:pt x="1752312" y="1088046"/>
                </a:lnTo>
                <a:lnTo>
                  <a:pt x="1752167" y="1087078"/>
                </a:lnTo>
                <a:lnTo>
                  <a:pt x="1752044" y="1086088"/>
                </a:lnTo>
                <a:lnTo>
                  <a:pt x="1751944" y="1085075"/>
                </a:lnTo>
                <a:lnTo>
                  <a:pt x="1751866" y="1084040"/>
                </a:lnTo>
                <a:lnTo>
                  <a:pt x="1751810" y="1082983"/>
                </a:lnTo>
                <a:lnTo>
                  <a:pt x="1751777" y="1081904"/>
                </a:lnTo>
                <a:lnTo>
                  <a:pt x="1751765" y="1080802"/>
                </a:lnTo>
                <a:lnTo>
                  <a:pt x="1751765" y="1077928"/>
                </a:lnTo>
                <a:lnTo>
                  <a:pt x="1812460" y="1077928"/>
                </a:lnTo>
                <a:lnTo>
                  <a:pt x="1812460" y="1066431"/>
                </a:lnTo>
                <a:lnTo>
                  <a:pt x="1812452" y="1065562"/>
                </a:lnTo>
                <a:lnTo>
                  <a:pt x="1812428" y="1064700"/>
                </a:lnTo>
                <a:lnTo>
                  <a:pt x="1812387" y="1063847"/>
                </a:lnTo>
                <a:lnTo>
                  <a:pt x="1812329" y="1063003"/>
                </a:lnTo>
                <a:lnTo>
                  <a:pt x="1812255" y="1062166"/>
                </a:lnTo>
                <a:lnTo>
                  <a:pt x="1812165" y="1061338"/>
                </a:lnTo>
                <a:lnTo>
                  <a:pt x="1812058" y="1060518"/>
                </a:lnTo>
                <a:lnTo>
                  <a:pt x="1811935" y="1059706"/>
                </a:lnTo>
                <a:lnTo>
                  <a:pt x="1811795" y="1058902"/>
                </a:lnTo>
                <a:lnTo>
                  <a:pt x="1811639" y="1058107"/>
                </a:lnTo>
                <a:lnTo>
                  <a:pt x="1811466" y="1057320"/>
                </a:lnTo>
                <a:lnTo>
                  <a:pt x="1811277" y="1056541"/>
                </a:lnTo>
                <a:lnTo>
                  <a:pt x="1811072" y="1055770"/>
                </a:lnTo>
                <a:lnTo>
                  <a:pt x="1810850" y="1055007"/>
                </a:lnTo>
                <a:lnTo>
                  <a:pt x="1810611" y="1054253"/>
                </a:lnTo>
                <a:lnTo>
                  <a:pt x="1810357" y="1053507"/>
                </a:lnTo>
                <a:lnTo>
                  <a:pt x="1810085" y="1052769"/>
                </a:lnTo>
                <a:lnTo>
                  <a:pt x="1809798" y="1052039"/>
                </a:lnTo>
                <a:lnTo>
                  <a:pt x="1809494" y="1051318"/>
                </a:lnTo>
                <a:lnTo>
                  <a:pt x="1809173" y="1050604"/>
                </a:lnTo>
                <a:lnTo>
                  <a:pt x="1808836" y="1049899"/>
                </a:lnTo>
                <a:lnTo>
                  <a:pt x="1808483" y="1049203"/>
                </a:lnTo>
                <a:lnTo>
                  <a:pt x="1808113" y="1048514"/>
                </a:lnTo>
                <a:lnTo>
                  <a:pt x="1807727" y="1047833"/>
                </a:lnTo>
                <a:lnTo>
                  <a:pt x="1807340" y="1047163"/>
                </a:lnTo>
                <a:lnTo>
                  <a:pt x="1806939" y="1046504"/>
                </a:lnTo>
                <a:lnTo>
                  <a:pt x="1806525" y="1045858"/>
                </a:lnTo>
                <a:lnTo>
                  <a:pt x="1806097" y="1045222"/>
                </a:lnTo>
                <a:lnTo>
                  <a:pt x="1805656" y="1044599"/>
                </a:lnTo>
                <a:lnTo>
                  <a:pt x="1805201" y="1043987"/>
                </a:lnTo>
                <a:lnTo>
                  <a:pt x="1804733" y="1043387"/>
                </a:lnTo>
                <a:lnTo>
                  <a:pt x="1804251" y="1042799"/>
                </a:lnTo>
                <a:lnTo>
                  <a:pt x="1803756" y="1042223"/>
                </a:lnTo>
                <a:lnTo>
                  <a:pt x="1803248" y="1041658"/>
                </a:lnTo>
                <a:lnTo>
                  <a:pt x="1802725" y="1041105"/>
                </a:lnTo>
                <a:lnTo>
                  <a:pt x="1802190" y="1040564"/>
                </a:lnTo>
                <a:lnTo>
                  <a:pt x="1801641" y="1040034"/>
                </a:lnTo>
                <a:lnTo>
                  <a:pt x="1801078" y="1039516"/>
                </a:lnTo>
                <a:lnTo>
                  <a:pt x="1800502" y="1039010"/>
                </a:lnTo>
                <a:lnTo>
                  <a:pt x="1799912" y="1038516"/>
                </a:lnTo>
                <a:lnTo>
                  <a:pt x="1799309" y="1038034"/>
                </a:lnTo>
                <a:lnTo>
                  <a:pt x="1798692" y="1037563"/>
                </a:lnTo>
                <a:lnTo>
                  <a:pt x="1798062" y="1037104"/>
                </a:lnTo>
                <a:lnTo>
                  <a:pt x="1797418" y="1036656"/>
                </a:lnTo>
                <a:lnTo>
                  <a:pt x="1796761" y="1036221"/>
                </a:lnTo>
                <a:lnTo>
                  <a:pt x="1796090" y="1035797"/>
                </a:lnTo>
                <a:lnTo>
                  <a:pt x="1795406" y="1035385"/>
                </a:lnTo>
                <a:lnTo>
                  <a:pt x="1794709" y="1034984"/>
                </a:lnTo>
                <a:lnTo>
                  <a:pt x="1794012" y="1034598"/>
                </a:lnTo>
                <a:lnTo>
                  <a:pt x="1793304" y="1034228"/>
                </a:lnTo>
                <a:lnTo>
                  <a:pt x="1792585" y="1033875"/>
                </a:lnTo>
                <a:lnTo>
                  <a:pt x="1791853" y="1033538"/>
                </a:lnTo>
                <a:lnTo>
                  <a:pt x="1791110" y="1033217"/>
                </a:lnTo>
                <a:lnTo>
                  <a:pt x="1790355" y="1032913"/>
                </a:lnTo>
                <a:lnTo>
                  <a:pt x="1789588" y="1032626"/>
                </a:lnTo>
                <a:lnTo>
                  <a:pt x="1788810" y="1032355"/>
                </a:lnTo>
                <a:lnTo>
                  <a:pt x="1788020" y="1032100"/>
                </a:lnTo>
                <a:lnTo>
                  <a:pt x="1787218" y="1031861"/>
                </a:lnTo>
                <a:lnTo>
                  <a:pt x="1786404" y="1031640"/>
                </a:lnTo>
                <a:lnTo>
                  <a:pt x="1785579" y="1031434"/>
                </a:lnTo>
                <a:lnTo>
                  <a:pt x="1784742" y="1031245"/>
                </a:lnTo>
                <a:lnTo>
                  <a:pt x="1783893" y="1031072"/>
                </a:lnTo>
                <a:lnTo>
                  <a:pt x="1783032" y="1030916"/>
                </a:lnTo>
                <a:lnTo>
                  <a:pt x="1782160" y="1030777"/>
                </a:lnTo>
                <a:lnTo>
                  <a:pt x="1781276" y="1030653"/>
                </a:lnTo>
                <a:lnTo>
                  <a:pt x="1780380" y="1030547"/>
                </a:lnTo>
                <a:lnTo>
                  <a:pt x="1779473" y="1030456"/>
                </a:lnTo>
                <a:lnTo>
                  <a:pt x="1778553" y="1030382"/>
                </a:lnTo>
                <a:lnTo>
                  <a:pt x="1777622" y="1030325"/>
                </a:lnTo>
                <a:lnTo>
                  <a:pt x="1776679" y="1030284"/>
                </a:lnTo>
                <a:lnTo>
                  <a:pt x="1775725" y="1030259"/>
                </a:lnTo>
                <a:lnTo>
                  <a:pt x="1774759" y="1030251"/>
                </a:lnTo>
                <a:lnTo>
                  <a:pt x="1773722" y="1030260"/>
                </a:lnTo>
                <a:lnTo>
                  <a:pt x="1772697" y="1030288"/>
                </a:lnTo>
                <a:lnTo>
                  <a:pt x="1771684" y="1030335"/>
                </a:lnTo>
                <a:lnTo>
                  <a:pt x="1770682" y="1030401"/>
                </a:lnTo>
                <a:lnTo>
                  <a:pt x="1769692" y="1030485"/>
                </a:lnTo>
                <a:lnTo>
                  <a:pt x="1768714" y="1030589"/>
                </a:lnTo>
                <a:lnTo>
                  <a:pt x="1767748" y="1030711"/>
                </a:lnTo>
                <a:lnTo>
                  <a:pt x="1766794" y="1030852"/>
                </a:lnTo>
                <a:lnTo>
                  <a:pt x="1765851" y="1031011"/>
                </a:lnTo>
                <a:lnTo>
                  <a:pt x="1764920" y="1031190"/>
                </a:lnTo>
                <a:lnTo>
                  <a:pt x="1764000" y="1031387"/>
                </a:lnTo>
                <a:lnTo>
                  <a:pt x="1763093" y="1031603"/>
                </a:lnTo>
                <a:lnTo>
                  <a:pt x="1762197" y="1031838"/>
                </a:lnTo>
                <a:lnTo>
                  <a:pt x="1761313" y="1032091"/>
                </a:lnTo>
                <a:lnTo>
                  <a:pt x="1760441" y="1032364"/>
                </a:lnTo>
                <a:lnTo>
                  <a:pt x="1759580" y="1032655"/>
                </a:lnTo>
                <a:lnTo>
                  <a:pt x="1758731" y="1032965"/>
                </a:lnTo>
                <a:lnTo>
                  <a:pt x="1757894" y="1033294"/>
                </a:lnTo>
                <a:lnTo>
                  <a:pt x="1757069" y="1033641"/>
                </a:lnTo>
                <a:lnTo>
                  <a:pt x="1756255" y="1034008"/>
                </a:lnTo>
                <a:lnTo>
                  <a:pt x="1755453" y="1034393"/>
                </a:lnTo>
                <a:lnTo>
                  <a:pt x="1754663" y="1034797"/>
                </a:lnTo>
                <a:lnTo>
                  <a:pt x="1753885" y="1035219"/>
                </a:lnTo>
                <a:lnTo>
                  <a:pt x="1753118" y="1035661"/>
                </a:lnTo>
                <a:lnTo>
                  <a:pt x="1752364" y="1036105"/>
                </a:lnTo>
                <a:lnTo>
                  <a:pt x="1751626" y="1036565"/>
                </a:lnTo>
                <a:lnTo>
                  <a:pt x="1750902" y="1037040"/>
                </a:lnTo>
                <a:lnTo>
                  <a:pt x="1750192" y="1037530"/>
                </a:lnTo>
                <a:lnTo>
                  <a:pt x="1749497" y="1038035"/>
                </a:lnTo>
                <a:lnTo>
                  <a:pt x="1748817" y="1038556"/>
                </a:lnTo>
                <a:lnTo>
                  <a:pt x="1748152" y="1039092"/>
                </a:lnTo>
                <a:lnTo>
                  <a:pt x="1747501" y="1039643"/>
                </a:lnTo>
                <a:lnTo>
                  <a:pt x="1746865" y="1040210"/>
                </a:lnTo>
                <a:lnTo>
                  <a:pt x="1746244" y="1040792"/>
                </a:lnTo>
                <a:lnTo>
                  <a:pt x="1745637" y="1041389"/>
                </a:lnTo>
                <a:lnTo>
                  <a:pt x="1745045" y="1042001"/>
                </a:lnTo>
                <a:lnTo>
                  <a:pt x="1744468" y="1042628"/>
                </a:lnTo>
                <a:lnTo>
                  <a:pt x="1743905" y="1043271"/>
                </a:lnTo>
                <a:lnTo>
                  <a:pt x="1743357" y="1043929"/>
                </a:lnTo>
                <a:lnTo>
                  <a:pt x="1742824" y="1044603"/>
                </a:lnTo>
                <a:lnTo>
                  <a:pt x="1742305" y="1045291"/>
                </a:lnTo>
                <a:lnTo>
                  <a:pt x="1741801" y="1045995"/>
                </a:lnTo>
                <a:lnTo>
                  <a:pt x="1741312" y="1046714"/>
                </a:lnTo>
                <a:lnTo>
                  <a:pt x="1740837" y="1047449"/>
                </a:lnTo>
                <a:lnTo>
                  <a:pt x="1740377" y="1048198"/>
                </a:lnTo>
                <a:lnTo>
                  <a:pt x="1739932" y="1048963"/>
                </a:lnTo>
                <a:lnTo>
                  <a:pt x="1739501" y="1049743"/>
                </a:lnTo>
                <a:lnTo>
                  <a:pt x="1739085" y="1050539"/>
                </a:lnTo>
                <a:lnTo>
                  <a:pt x="1738685" y="1051348"/>
                </a:lnTo>
                <a:lnTo>
                  <a:pt x="1738302" y="1052170"/>
                </a:lnTo>
                <a:lnTo>
                  <a:pt x="1737936" y="1053003"/>
                </a:lnTo>
                <a:lnTo>
                  <a:pt x="1737587" y="1053850"/>
                </a:lnTo>
                <a:lnTo>
                  <a:pt x="1737255" y="1054708"/>
                </a:lnTo>
                <a:lnTo>
                  <a:pt x="1736940" y="1055579"/>
                </a:lnTo>
                <a:lnTo>
                  <a:pt x="1736642" y="1056462"/>
                </a:lnTo>
                <a:lnTo>
                  <a:pt x="1736362" y="1057358"/>
                </a:lnTo>
                <a:lnTo>
                  <a:pt x="1736098" y="1058266"/>
                </a:lnTo>
                <a:lnTo>
                  <a:pt x="1735851" y="1059186"/>
                </a:lnTo>
                <a:lnTo>
                  <a:pt x="1735621" y="1060118"/>
                </a:lnTo>
                <a:lnTo>
                  <a:pt x="1735408" y="1061063"/>
                </a:lnTo>
                <a:lnTo>
                  <a:pt x="1735212" y="1062020"/>
                </a:lnTo>
                <a:lnTo>
                  <a:pt x="1735034" y="1062990"/>
                </a:lnTo>
                <a:lnTo>
                  <a:pt x="1734872" y="1063972"/>
                </a:lnTo>
                <a:lnTo>
                  <a:pt x="1734727" y="1064966"/>
                </a:lnTo>
                <a:lnTo>
                  <a:pt x="1734600" y="1065972"/>
                </a:lnTo>
                <a:lnTo>
                  <a:pt x="1734489" y="1066991"/>
                </a:lnTo>
                <a:lnTo>
                  <a:pt x="1734395" y="1068022"/>
                </a:lnTo>
                <a:lnTo>
                  <a:pt x="1734319" y="1069066"/>
                </a:lnTo>
                <a:lnTo>
                  <a:pt x="1734259" y="1070121"/>
                </a:lnTo>
                <a:lnTo>
                  <a:pt x="1734217" y="1071190"/>
                </a:lnTo>
                <a:lnTo>
                  <a:pt x="1734191" y="1072270"/>
                </a:lnTo>
                <a:lnTo>
                  <a:pt x="1734183" y="1073363"/>
                </a:lnTo>
                <a:lnTo>
                  <a:pt x="1734183" y="1076913"/>
                </a:lnTo>
                <a:lnTo>
                  <a:pt x="1734190" y="1077965"/>
                </a:lnTo>
                <a:lnTo>
                  <a:pt x="1734212" y="1079007"/>
                </a:lnTo>
                <a:lnTo>
                  <a:pt x="1734249" y="1080038"/>
                </a:lnTo>
                <a:lnTo>
                  <a:pt x="1734300" y="1081060"/>
                </a:lnTo>
                <a:lnTo>
                  <a:pt x="1734366" y="1082072"/>
                </a:lnTo>
                <a:lnTo>
                  <a:pt x="1734447" y="1083074"/>
                </a:lnTo>
                <a:lnTo>
                  <a:pt x="1734542" y="1084065"/>
                </a:lnTo>
                <a:lnTo>
                  <a:pt x="1734652" y="1085047"/>
                </a:lnTo>
                <a:lnTo>
                  <a:pt x="1734777" y="1086019"/>
                </a:lnTo>
                <a:lnTo>
                  <a:pt x="1734916" y="1086981"/>
                </a:lnTo>
                <a:lnTo>
                  <a:pt x="1735070" y="1087933"/>
                </a:lnTo>
                <a:lnTo>
                  <a:pt x="1735239" y="1088875"/>
                </a:lnTo>
                <a:lnTo>
                  <a:pt x="1735423" y="1089807"/>
                </a:lnTo>
                <a:lnTo>
                  <a:pt x="1735621" y="1090729"/>
                </a:lnTo>
                <a:lnTo>
                  <a:pt x="1735834" y="1091641"/>
                </a:lnTo>
                <a:lnTo>
                  <a:pt x="1736061" y="1092542"/>
                </a:lnTo>
                <a:lnTo>
                  <a:pt x="1736303" y="1093434"/>
                </a:lnTo>
                <a:lnTo>
                  <a:pt x="1736560" y="1094317"/>
                </a:lnTo>
                <a:lnTo>
                  <a:pt x="1736831" y="1095189"/>
                </a:lnTo>
                <a:lnTo>
                  <a:pt x="1737118" y="1096051"/>
                </a:lnTo>
                <a:lnTo>
                  <a:pt x="1737418" y="1096903"/>
                </a:lnTo>
                <a:lnTo>
                  <a:pt x="1737734" y="1097745"/>
                </a:lnTo>
                <a:lnTo>
                  <a:pt x="1738064" y="1098577"/>
                </a:lnTo>
                <a:lnTo>
                  <a:pt x="1738409" y="1099399"/>
                </a:lnTo>
                <a:lnTo>
                  <a:pt x="1738783" y="1100209"/>
                </a:lnTo>
                <a:lnTo>
                  <a:pt x="1739172" y="1101003"/>
                </a:lnTo>
                <a:lnTo>
                  <a:pt x="1739577" y="1101782"/>
                </a:lnTo>
                <a:lnTo>
                  <a:pt x="1739996" y="1102546"/>
                </a:lnTo>
                <a:lnTo>
                  <a:pt x="1740431" y="1103294"/>
                </a:lnTo>
                <a:lnTo>
                  <a:pt x="1740882" y="1104027"/>
                </a:lnTo>
                <a:lnTo>
                  <a:pt x="1741347" y="1104745"/>
                </a:lnTo>
                <a:lnTo>
                  <a:pt x="1741828" y="1105448"/>
                </a:lnTo>
                <a:lnTo>
                  <a:pt x="1742324" y="1106135"/>
                </a:lnTo>
                <a:lnTo>
                  <a:pt x="1742835" y="1106808"/>
                </a:lnTo>
                <a:lnTo>
                  <a:pt x="1743362" y="1107464"/>
                </a:lnTo>
                <a:lnTo>
                  <a:pt x="1743904" y="1108106"/>
                </a:lnTo>
                <a:lnTo>
                  <a:pt x="1744461" y="1108732"/>
                </a:lnTo>
                <a:lnTo>
                  <a:pt x="1745033" y="1109344"/>
                </a:lnTo>
                <a:lnTo>
                  <a:pt x="1745621" y="1109939"/>
                </a:lnTo>
                <a:lnTo>
                  <a:pt x="1746224" y="1110520"/>
                </a:lnTo>
                <a:lnTo>
                  <a:pt x="1746842" y="1111085"/>
                </a:lnTo>
                <a:lnTo>
                  <a:pt x="1747475" y="1111635"/>
                </a:lnTo>
                <a:lnTo>
                  <a:pt x="1748124" y="1112170"/>
                </a:lnTo>
                <a:lnTo>
                  <a:pt x="1748788" y="1112690"/>
                </a:lnTo>
                <a:lnTo>
                  <a:pt x="1749467" y="1113194"/>
                </a:lnTo>
                <a:lnTo>
                  <a:pt x="1750162" y="1113683"/>
                </a:lnTo>
                <a:lnTo>
                  <a:pt x="1750871" y="1114157"/>
                </a:lnTo>
                <a:lnTo>
                  <a:pt x="1751596" y="1114615"/>
                </a:lnTo>
                <a:lnTo>
                  <a:pt x="1752351" y="1115057"/>
                </a:lnTo>
                <a:lnTo>
                  <a:pt x="1753122" y="1115479"/>
                </a:lnTo>
                <a:lnTo>
                  <a:pt x="1753908" y="1115883"/>
                </a:lnTo>
                <a:lnTo>
                  <a:pt x="1754710" y="1116268"/>
                </a:lnTo>
                <a:lnTo>
                  <a:pt x="1755528" y="1116635"/>
                </a:lnTo>
                <a:lnTo>
                  <a:pt x="1756362" y="1116982"/>
                </a:lnTo>
                <a:lnTo>
                  <a:pt x="1757212" y="1117311"/>
                </a:lnTo>
                <a:lnTo>
                  <a:pt x="1758077" y="1117621"/>
                </a:lnTo>
                <a:lnTo>
                  <a:pt x="1758959" y="1117912"/>
                </a:lnTo>
                <a:lnTo>
                  <a:pt x="1759856" y="1118184"/>
                </a:lnTo>
                <a:lnTo>
                  <a:pt x="1760769" y="1118438"/>
                </a:lnTo>
                <a:lnTo>
                  <a:pt x="1761698" y="1118673"/>
                </a:lnTo>
                <a:lnTo>
                  <a:pt x="1762643" y="1118889"/>
                </a:lnTo>
                <a:lnTo>
                  <a:pt x="1763604" y="1119086"/>
                </a:lnTo>
                <a:lnTo>
                  <a:pt x="1764580" y="1119265"/>
                </a:lnTo>
                <a:lnTo>
                  <a:pt x="1765573" y="1119424"/>
                </a:lnTo>
                <a:lnTo>
                  <a:pt x="1766581" y="1119565"/>
                </a:lnTo>
                <a:lnTo>
                  <a:pt x="1767605" y="1119687"/>
                </a:lnTo>
                <a:lnTo>
                  <a:pt x="1768645" y="1119791"/>
                </a:lnTo>
                <a:lnTo>
                  <a:pt x="1769701" y="1119875"/>
                </a:lnTo>
                <a:lnTo>
                  <a:pt x="1770772" y="1119941"/>
                </a:lnTo>
                <a:lnTo>
                  <a:pt x="1771860" y="1119988"/>
                </a:lnTo>
                <a:lnTo>
                  <a:pt x="1772963" y="1120016"/>
                </a:lnTo>
                <a:lnTo>
                  <a:pt x="1774082" y="1120025"/>
                </a:lnTo>
                <a:lnTo>
                  <a:pt x="1775049" y="1120018"/>
                </a:lnTo>
                <a:lnTo>
                  <a:pt x="1776004" y="1119997"/>
                </a:lnTo>
                <a:lnTo>
                  <a:pt x="1776949" y="1119962"/>
                </a:lnTo>
                <a:lnTo>
                  <a:pt x="1777882" y="1119913"/>
                </a:lnTo>
                <a:lnTo>
                  <a:pt x="1778804" y="1119849"/>
                </a:lnTo>
                <a:lnTo>
                  <a:pt x="1779714" y="1119772"/>
                </a:lnTo>
                <a:lnTo>
                  <a:pt x="1780614" y="1119680"/>
                </a:lnTo>
                <a:lnTo>
                  <a:pt x="1781503" y="1119574"/>
                </a:lnTo>
                <a:close/>
                <a:moveTo>
                  <a:pt x="1752150" y="1062768"/>
                </a:moveTo>
                <a:lnTo>
                  <a:pt x="1752216" y="1062298"/>
                </a:lnTo>
                <a:lnTo>
                  <a:pt x="1752291" y="1061829"/>
                </a:lnTo>
                <a:lnTo>
                  <a:pt x="1752375" y="1061361"/>
                </a:lnTo>
                <a:lnTo>
                  <a:pt x="1752467" y="1060895"/>
                </a:lnTo>
                <a:lnTo>
                  <a:pt x="1752568" y="1060429"/>
                </a:lnTo>
                <a:lnTo>
                  <a:pt x="1752679" y="1059965"/>
                </a:lnTo>
                <a:lnTo>
                  <a:pt x="1752797" y="1059502"/>
                </a:lnTo>
                <a:lnTo>
                  <a:pt x="1752925" y="1059040"/>
                </a:lnTo>
                <a:lnTo>
                  <a:pt x="1753062" y="1058579"/>
                </a:lnTo>
                <a:lnTo>
                  <a:pt x="1753207" y="1058119"/>
                </a:lnTo>
                <a:lnTo>
                  <a:pt x="1753361" y="1057661"/>
                </a:lnTo>
                <a:lnTo>
                  <a:pt x="1753524" y="1057203"/>
                </a:lnTo>
                <a:lnTo>
                  <a:pt x="1753696" y="1056747"/>
                </a:lnTo>
                <a:lnTo>
                  <a:pt x="1753876" y="1056292"/>
                </a:lnTo>
                <a:lnTo>
                  <a:pt x="1754066" y="1055839"/>
                </a:lnTo>
                <a:lnTo>
                  <a:pt x="1754264" y="1055386"/>
                </a:lnTo>
                <a:lnTo>
                  <a:pt x="1754471" y="1054934"/>
                </a:lnTo>
                <a:lnTo>
                  <a:pt x="1754700" y="1054473"/>
                </a:lnTo>
                <a:lnTo>
                  <a:pt x="1754937" y="1054019"/>
                </a:lnTo>
                <a:lnTo>
                  <a:pt x="1755181" y="1053571"/>
                </a:lnTo>
                <a:lnTo>
                  <a:pt x="1755433" y="1053131"/>
                </a:lnTo>
                <a:lnTo>
                  <a:pt x="1755693" y="1052698"/>
                </a:lnTo>
                <a:lnTo>
                  <a:pt x="1755960" y="1052272"/>
                </a:lnTo>
                <a:lnTo>
                  <a:pt x="1756236" y="1051852"/>
                </a:lnTo>
                <a:lnTo>
                  <a:pt x="1756518" y="1051440"/>
                </a:lnTo>
                <a:lnTo>
                  <a:pt x="1756808" y="1051035"/>
                </a:lnTo>
                <a:lnTo>
                  <a:pt x="1757106" y="1050637"/>
                </a:lnTo>
                <a:lnTo>
                  <a:pt x="1757412" y="1050246"/>
                </a:lnTo>
                <a:lnTo>
                  <a:pt x="1757725" y="1049862"/>
                </a:lnTo>
                <a:lnTo>
                  <a:pt x="1758046" y="1049486"/>
                </a:lnTo>
                <a:lnTo>
                  <a:pt x="1758374" y="1049116"/>
                </a:lnTo>
                <a:lnTo>
                  <a:pt x="1758710" y="1048753"/>
                </a:lnTo>
                <a:lnTo>
                  <a:pt x="1759054" y="1048397"/>
                </a:lnTo>
                <a:lnTo>
                  <a:pt x="1759405" y="1048048"/>
                </a:lnTo>
                <a:lnTo>
                  <a:pt x="1759764" y="1047707"/>
                </a:lnTo>
                <a:lnTo>
                  <a:pt x="1760131" y="1047372"/>
                </a:lnTo>
                <a:lnTo>
                  <a:pt x="1760505" y="1047045"/>
                </a:lnTo>
                <a:lnTo>
                  <a:pt x="1760887" y="1046724"/>
                </a:lnTo>
                <a:lnTo>
                  <a:pt x="1761277" y="1046411"/>
                </a:lnTo>
                <a:lnTo>
                  <a:pt x="1761674" y="1046104"/>
                </a:lnTo>
                <a:lnTo>
                  <a:pt x="1762078" y="1045805"/>
                </a:lnTo>
                <a:lnTo>
                  <a:pt x="1762505" y="1045515"/>
                </a:lnTo>
                <a:lnTo>
                  <a:pt x="1762939" y="1045238"/>
                </a:lnTo>
                <a:lnTo>
                  <a:pt x="1763381" y="1044973"/>
                </a:lnTo>
                <a:lnTo>
                  <a:pt x="1763830" y="1044720"/>
                </a:lnTo>
                <a:lnTo>
                  <a:pt x="1764287" y="1044480"/>
                </a:lnTo>
                <a:lnTo>
                  <a:pt x="1764752" y="1044252"/>
                </a:lnTo>
                <a:lnTo>
                  <a:pt x="1765224" y="1044036"/>
                </a:lnTo>
                <a:lnTo>
                  <a:pt x="1765704" y="1043832"/>
                </a:lnTo>
                <a:lnTo>
                  <a:pt x="1766192" y="1043641"/>
                </a:lnTo>
                <a:lnTo>
                  <a:pt x="1766687" y="1043463"/>
                </a:lnTo>
                <a:lnTo>
                  <a:pt x="1767190" y="1043296"/>
                </a:lnTo>
                <a:lnTo>
                  <a:pt x="1767700" y="1043142"/>
                </a:lnTo>
                <a:lnTo>
                  <a:pt x="1768218" y="1043000"/>
                </a:lnTo>
                <a:lnTo>
                  <a:pt x="1768744" y="1042871"/>
                </a:lnTo>
                <a:lnTo>
                  <a:pt x="1769277" y="1042754"/>
                </a:lnTo>
                <a:lnTo>
                  <a:pt x="1769818" y="1042649"/>
                </a:lnTo>
                <a:lnTo>
                  <a:pt x="1770367" y="1042556"/>
                </a:lnTo>
                <a:lnTo>
                  <a:pt x="1770923" y="1042476"/>
                </a:lnTo>
                <a:lnTo>
                  <a:pt x="1771487" y="1042409"/>
                </a:lnTo>
                <a:lnTo>
                  <a:pt x="1772058" y="1042353"/>
                </a:lnTo>
                <a:lnTo>
                  <a:pt x="1772637" y="1042310"/>
                </a:lnTo>
                <a:lnTo>
                  <a:pt x="1773224" y="1042279"/>
                </a:lnTo>
                <a:lnTo>
                  <a:pt x="1773819" y="1042261"/>
                </a:lnTo>
                <a:lnTo>
                  <a:pt x="1774421" y="1042254"/>
                </a:lnTo>
                <a:lnTo>
                  <a:pt x="1774953" y="1042259"/>
                </a:lnTo>
                <a:lnTo>
                  <a:pt x="1775481" y="1042274"/>
                </a:lnTo>
                <a:lnTo>
                  <a:pt x="1776003" y="1042299"/>
                </a:lnTo>
                <a:lnTo>
                  <a:pt x="1776520" y="1042334"/>
                </a:lnTo>
                <a:lnTo>
                  <a:pt x="1777031" y="1042379"/>
                </a:lnTo>
                <a:lnTo>
                  <a:pt x="1777538" y="1042434"/>
                </a:lnTo>
                <a:lnTo>
                  <a:pt x="1778039" y="1042499"/>
                </a:lnTo>
                <a:lnTo>
                  <a:pt x="1778535" y="1042574"/>
                </a:lnTo>
                <a:lnTo>
                  <a:pt x="1779025" y="1042659"/>
                </a:lnTo>
                <a:lnTo>
                  <a:pt x="1779510" y="1042753"/>
                </a:lnTo>
                <a:lnTo>
                  <a:pt x="1779990" y="1042858"/>
                </a:lnTo>
                <a:lnTo>
                  <a:pt x="1780465" y="1042973"/>
                </a:lnTo>
                <a:lnTo>
                  <a:pt x="1780934" y="1043098"/>
                </a:lnTo>
                <a:lnTo>
                  <a:pt x="1781398" y="1043233"/>
                </a:lnTo>
                <a:lnTo>
                  <a:pt x="1781857" y="1043377"/>
                </a:lnTo>
                <a:lnTo>
                  <a:pt x="1782310" y="1043532"/>
                </a:lnTo>
                <a:lnTo>
                  <a:pt x="1782759" y="1043697"/>
                </a:lnTo>
                <a:lnTo>
                  <a:pt x="1783201" y="1043871"/>
                </a:lnTo>
                <a:lnTo>
                  <a:pt x="1783639" y="1044056"/>
                </a:lnTo>
                <a:lnTo>
                  <a:pt x="1784071" y="1044250"/>
                </a:lnTo>
                <a:lnTo>
                  <a:pt x="1784498" y="1044455"/>
                </a:lnTo>
                <a:lnTo>
                  <a:pt x="1784920" y="1044670"/>
                </a:lnTo>
                <a:lnTo>
                  <a:pt x="1785337" y="1044894"/>
                </a:lnTo>
                <a:lnTo>
                  <a:pt x="1785748" y="1045129"/>
                </a:lnTo>
                <a:lnTo>
                  <a:pt x="1786152" y="1045372"/>
                </a:lnTo>
                <a:lnTo>
                  <a:pt x="1786549" y="1045623"/>
                </a:lnTo>
                <a:lnTo>
                  <a:pt x="1786937" y="1045881"/>
                </a:lnTo>
                <a:lnTo>
                  <a:pt x="1787317" y="1046148"/>
                </a:lnTo>
                <a:lnTo>
                  <a:pt x="1787688" y="1046422"/>
                </a:lnTo>
                <a:lnTo>
                  <a:pt x="1788051" y="1046703"/>
                </a:lnTo>
                <a:lnTo>
                  <a:pt x="1788407" y="1046992"/>
                </a:lnTo>
                <a:lnTo>
                  <a:pt x="1788754" y="1047289"/>
                </a:lnTo>
                <a:lnTo>
                  <a:pt x="1789092" y="1047593"/>
                </a:lnTo>
                <a:lnTo>
                  <a:pt x="1789423" y="1047905"/>
                </a:lnTo>
                <a:lnTo>
                  <a:pt x="1789745" y="1048225"/>
                </a:lnTo>
                <a:lnTo>
                  <a:pt x="1790059" y="1048552"/>
                </a:lnTo>
                <a:lnTo>
                  <a:pt x="1790365" y="1048887"/>
                </a:lnTo>
                <a:lnTo>
                  <a:pt x="1790663" y="1049230"/>
                </a:lnTo>
                <a:lnTo>
                  <a:pt x="1790952" y="1049580"/>
                </a:lnTo>
                <a:lnTo>
                  <a:pt x="1791233" y="1049938"/>
                </a:lnTo>
                <a:lnTo>
                  <a:pt x="1791506" y="1050303"/>
                </a:lnTo>
                <a:lnTo>
                  <a:pt x="1791771" y="1050676"/>
                </a:lnTo>
                <a:lnTo>
                  <a:pt x="1792027" y="1051057"/>
                </a:lnTo>
                <a:lnTo>
                  <a:pt x="1792276" y="1051445"/>
                </a:lnTo>
                <a:lnTo>
                  <a:pt x="1792516" y="1051841"/>
                </a:lnTo>
                <a:lnTo>
                  <a:pt x="1792748" y="1052245"/>
                </a:lnTo>
                <a:lnTo>
                  <a:pt x="1792971" y="1052656"/>
                </a:lnTo>
                <a:lnTo>
                  <a:pt x="1793187" y="1053075"/>
                </a:lnTo>
                <a:lnTo>
                  <a:pt x="1793408" y="1053486"/>
                </a:lnTo>
                <a:lnTo>
                  <a:pt x="1793619" y="1053902"/>
                </a:lnTo>
                <a:lnTo>
                  <a:pt x="1793821" y="1054324"/>
                </a:lnTo>
                <a:lnTo>
                  <a:pt x="1794013" y="1054751"/>
                </a:lnTo>
                <a:lnTo>
                  <a:pt x="1794197" y="1055184"/>
                </a:lnTo>
                <a:lnTo>
                  <a:pt x="1794370" y="1055621"/>
                </a:lnTo>
                <a:lnTo>
                  <a:pt x="1794535" y="1056064"/>
                </a:lnTo>
                <a:lnTo>
                  <a:pt x="1794690" y="1056512"/>
                </a:lnTo>
                <a:lnTo>
                  <a:pt x="1794835" y="1056966"/>
                </a:lnTo>
                <a:lnTo>
                  <a:pt x="1794971" y="1057425"/>
                </a:lnTo>
                <a:lnTo>
                  <a:pt x="1795098" y="1057889"/>
                </a:lnTo>
                <a:lnTo>
                  <a:pt x="1795216" y="1058358"/>
                </a:lnTo>
                <a:lnTo>
                  <a:pt x="1795324" y="1058833"/>
                </a:lnTo>
                <a:lnTo>
                  <a:pt x="1795422" y="1059313"/>
                </a:lnTo>
                <a:lnTo>
                  <a:pt x="1795512" y="1059798"/>
                </a:lnTo>
                <a:lnTo>
                  <a:pt x="1795591" y="1060288"/>
                </a:lnTo>
                <a:lnTo>
                  <a:pt x="1795662" y="1060784"/>
                </a:lnTo>
                <a:lnTo>
                  <a:pt x="1795723" y="1061285"/>
                </a:lnTo>
                <a:lnTo>
                  <a:pt x="1795775" y="1061791"/>
                </a:lnTo>
                <a:lnTo>
                  <a:pt x="1795817" y="1062303"/>
                </a:lnTo>
                <a:lnTo>
                  <a:pt x="1795850" y="1062820"/>
                </a:lnTo>
                <a:lnTo>
                  <a:pt x="1795873" y="1063342"/>
                </a:lnTo>
                <a:lnTo>
                  <a:pt x="1795887" y="1063869"/>
                </a:lnTo>
                <a:lnTo>
                  <a:pt x="1795892" y="1064402"/>
                </a:lnTo>
                <a:lnTo>
                  <a:pt x="1795892" y="1066938"/>
                </a:lnTo>
                <a:lnTo>
                  <a:pt x="1751934" y="1066938"/>
                </a:lnTo>
                <a:lnTo>
                  <a:pt x="1751934" y="1066093"/>
                </a:lnTo>
                <a:lnTo>
                  <a:pt x="1751939" y="1065614"/>
                </a:lnTo>
                <a:lnTo>
                  <a:pt x="1751952" y="1065137"/>
                </a:lnTo>
                <a:lnTo>
                  <a:pt x="1751974" y="1064661"/>
                </a:lnTo>
                <a:lnTo>
                  <a:pt x="1752005" y="1064186"/>
                </a:lnTo>
                <a:lnTo>
                  <a:pt x="1752045" y="1063712"/>
                </a:lnTo>
                <a:lnTo>
                  <a:pt x="1752093" y="1063240"/>
                </a:lnTo>
                <a:lnTo>
                  <a:pt x="1752150" y="1062768"/>
                </a:lnTo>
                <a:close/>
                <a:moveTo>
                  <a:pt x="1769686" y="1263341"/>
                </a:moveTo>
                <a:lnTo>
                  <a:pt x="1785579" y="1263341"/>
                </a:lnTo>
                <a:lnTo>
                  <a:pt x="1785579" y="1247110"/>
                </a:lnTo>
                <a:lnTo>
                  <a:pt x="1769686" y="1247110"/>
                </a:lnTo>
                <a:lnTo>
                  <a:pt x="1769686" y="1263341"/>
                </a:lnTo>
                <a:close/>
                <a:moveTo>
                  <a:pt x="2072795" y="1251506"/>
                </a:moveTo>
                <a:lnTo>
                  <a:pt x="2058255" y="1251506"/>
                </a:lnTo>
                <a:lnTo>
                  <a:pt x="2058255" y="1276359"/>
                </a:lnTo>
                <a:lnTo>
                  <a:pt x="2062144" y="1298507"/>
                </a:lnTo>
                <a:lnTo>
                  <a:pt x="2068906" y="1298507"/>
                </a:lnTo>
                <a:lnTo>
                  <a:pt x="2072795" y="1276359"/>
                </a:lnTo>
                <a:lnTo>
                  <a:pt x="2072795" y="1251506"/>
                </a:lnTo>
                <a:close/>
                <a:moveTo>
                  <a:pt x="1787270" y="1367486"/>
                </a:moveTo>
                <a:lnTo>
                  <a:pt x="1816518" y="1367486"/>
                </a:lnTo>
                <a:lnTo>
                  <a:pt x="1816518" y="1354468"/>
                </a:lnTo>
                <a:lnTo>
                  <a:pt x="1787270" y="1354468"/>
                </a:lnTo>
                <a:lnTo>
                  <a:pt x="1787270" y="1281093"/>
                </a:lnTo>
                <a:lnTo>
                  <a:pt x="1739423" y="1281093"/>
                </a:lnTo>
                <a:lnTo>
                  <a:pt x="1739423" y="1294280"/>
                </a:lnTo>
                <a:lnTo>
                  <a:pt x="1770363" y="1294280"/>
                </a:lnTo>
                <a:lnTo>
                  <a:pt x="1770363" y="1354468"/>
                </a:lnTo>
                <a:lnTo>
                  <a:pt x="1739423" y="1354468"/>
                </a:lnTo>
                <a:lnTo>
                  <a:pt x="1739423" y="1367486"/>
                </a:lnTo>
                <a:lnTo>
                  <a:pt x="1770363" y="1367486"/>
                </a:lnTo>
                <a:lnTo>
                  <a:pt x="1787270" y="1367486"/>
                </a:lnTo>
                <a:close/>
                <a:moveTo>
                  <a:pt x="1984251" y="1368726"/>
                </a:moveTo>
                <a:lnTo>
                  <a:pt x="1985128" y="1368606"/>
                </a:lnTo>
                <a:lnTo>
                  <a:pt x="1985994" y="1368472"/>
                </a:lnTo>
                <a:lnTo>
                  <a:pt x="1986849" y="1368325"/>
                </a:lnTo>
                <a:lnTo>
                  <a:pt x="1987693" y="1368162"/>
                </a:lnTo>
                <a:lnTo>
                  <a:pt x="1988526" y="1367986"/>
                </a:lnTo>
                <a:lnTo>
                  <a:pt x="1989348" y="1367796"/>
                </a:lnTo>
                <a:lnTo>
                  <a:pt x="1990158" y="1367592"/>
                </a:lnTo>
                <a:lnTo>
                  <a:pt x="1990957" y="1367373"/>
                </a:lnTo>
                <a:lnTo>
                  <a:pt x="1991745" y="1367141"/>
                </a:lnTo>
                <a:lnTo>
                  <a:pt x="1992522" y="1366894"/>
                </a:lnTo>
                <a:lnTo>
                  <a:pt x="1993288" y="1366634"/>
                </a:lnTo>
                <a:lnTo>
                  <a:pt x="1994043" y="1366359"/>
                </a:lnTo>
                <a:lnTo>
                  <a:pt x="1994786" y="1366070"/>
                </a:lnTo>
                <a:lnTo>
                  <a:pt x="1995519" y="1365767"/>
                </a:lnTo>
                <a:lnTo>
                  <a:pt x="1996240" y="1365450"/>
                </a:lnTo>
                <a:lnTo>
                  <a:pt x="1996950" y="1365119"/>
                </a:lnTo>
                <a:lnTo>
                  <a:pt x="1997662" y="1364775"/>
                </a:lnTo>
                <a:lnTo>
                  <a:pt x="1998360" y="1364419"/>
                </a:lnTo>
                <a:lnTo>
                  <a:pt x="1999045" y="1364052"/>
                </a:lnTo>
                <a:lnTo>
                  <a:pt x="1999716" y="1363673"/>
                </a:lnTo>
                <a:lnTo>
                  <a:pt x="2000374" y="1363282"/>
                </a:lnTo>
                <a:lnTo>
                  <a:pt x="2001018" y="1362879"/>
                </a:lnTo>
                <a:lnTo>
                  <a:pt x="2001649" y="1362465"/>
                </a:lnTo>
                <a:lnTo>
                  <a:pt x="2002266" y="1362038"/>
                </a:lnTo>
                <a:lnTo>
                  <a:pt x="2002870" y="1361600"/>
                </a:lnTo>
                <a:lnTo>
                  <a:pt x="2003460" y="1361151"/>
                </a:lnTo>
                <a:lnTo>
                  <a:pt x="2004037" y="1360689"/>
                </a:lnTo>
                <a:lnTo>
                  <a:pt x="2004600" y="1360216"/>
                </a:lnTo>
                <a:lnTo>
                  <a:pt x="2005150" y="1359731"/>
                </a:lnTo>
                <a:lnTo>
                  <a:pt x="2005686" y="1359235"/>
                </a:lnTo>
                <a:lnTo>
                  <a:pt x="2006209" y="1358726"/>
                </a:lnTo>
                <a:lnTo>
                  <a:pt x="2006718" y="1358206"/>
                </a:lnTo>
                <a:lnTo>
                  <a:pt x="2007214" y="1357674"/>
                </a:lnTo>
                <a:lnTo>
                  <a:pt x="2007696" y="1357131"/>
                </a:lnTo>
                <a:lnTo>
                  <a:pt x="2008165" y="1356575"/>
                </a:lnTo>
                <a:lnTo>
                  <a:pt x="2008620" y="1356008"/>
                </a:lnTo>
                <a:lnTo>
                  <a:pt x="2009062" y="1355430"/>
                </a:lnTo>
                <a:lnTo>
                  <a:pt x="2009490" y="1354839"/>
                </a:lnTo>
                <a:lnTo>
                  <a:pt x="2009905" y="1354237"/>
                </a:lnTo>
                <a:lnTo>
                  <a:pt x="2010306" y="1353623"/>
                </a:lnTo>
                <a:lnTo>
                  <a:pt x="2010706" y="1352984"/>
                </a:lnTo>
                <a:lnTo>
                  <a:pt x="2011089" y="1352336"/>
                </a:lnTo>
                <a:lnTo>
                  <a:pt x="2011455" y="1351678"/>
                </a:lnTo>
                <a:lnTo>
                  <a:pt x="2011804" y="1351012"/>
                </a:lnTo>
                <a:lnTo>
                  <a:pt x="2012136" y="1350335"/>
                </a:lnTo>
                <a:lnTo>
                  <a:pt x="2012451" y="1349650"/>
                </a:lnTo>
                <a:lnTo>
                  <a:pt x="2012749" y="1348955"/>
                </a:lnTo>
                <a:lnTo>
                  <a:pt x="2013030" y="1348250"/>
                </a:lnTo>
                <a:lnTo>
                  <a:pt x="2013294" y="1347536"/>
                </a:lnTo>
                <a:lnTo>
                  <a:pt x="2013541" y="1346813"/>
                </a:lnTo>
                <a:lnTo>
                  <a:pt x="2013771" y="1346080"/>
                </a:lnTo>
                <a:lnTo>
                  <a:pt x="2013983" y="1345338"/>
                </a:lnTo>
                <a:lnTo>
                  <a:pt x="2014179" y="1344587"/>
                </a:lnTo>
                <a:lnTo>
                  <a:pt x="2014358" y="1343826"/>
                </a:lnTo>
                <a:lnTo>
                  <a:pt x="2014520" y="1343056"/>
                </a:lnTo>
                <a:lnTo>
                  <a:pt x="2014664" y="1342276"/>
                </a:lnTo>
                <a:lnTo>
                  <a:pt x="2014792" y="1341487"/>
                </a:lnTo>
                <a:lnTo>
                  <a:pt x="2014903" y="1340689"/>
                </a:lnTo>
                <a:lnTo>
                  <a:pt x="2014996" y="1339881"/>
                </a:lnTo>
                <a:lnTo>
                  <a:pt x="2015073" y="1339064"/>
                </a:lnTo>
                <a:lnTo>
                  <a:pt x="2015132" y="1338238"/>
                </a:lnTo>
                <a:lnTo>
                  <a:pt x="2015175" y="1337402"/>
                </a:lnTo>
                <a:lnTo>
                  <a:pt x="2015200" y="1336556"/>
                </a:lnTo>
                <a:lnTo>
                  <a:pt x="2015209" y="1335701"/>
                </a:lnTo>
                <a:lnTo>
                  <a:pt x="1999317" y="1335701"/>
                </a:lnTo>
                <a:lnTo>
                  <a:pt x="1999307" y="1336607"/>
                </a:lnTo>
                <a:lnTo>
                  <a:pt x="1999277" y="1337493"/>
                </a:lnTo>
                <a:lnTo>
                  <a:pt x="1999227" y="1338359"/>
                </a:lnTo>
                <a:lnTo>
                  <a:pt x="1999157" y="1339205"/>
                </a:lnTo>
                <a:lnTo>
                  <a:pt x="1999067" y="1340031"/>
                </a:lnTo>
                <a:lnTo>
                  <a:pt x="1998957" y="1340837"/>
                </a:lnTo>
                <a:lnTo>
                  <a:pt x="1998828" y="1341623"/>
                </a:lnTo>
                <a:lnTo>
                  <a:pt x="1998678" y="1342389"/>
                </a:lnTo>
                <a:lnTo>
                  <a:pt x="1998508" y="1343135"/>
                </a:lnTo>
                <a:lnTo>
                  <a:pt x="1998319" y="1343861"/>
                </a:lnTo>
                <a:lnTo>
                  <a:pt x="1998109" y="1344568"/>
                </a:lnTo>
                <a:lnTo>
                  <a:pt x="1997880" y="1345254"/>
                </a:lnTo>
                <a:lnTo>
                  <a:pt x="1997630" y="1345920"/>
                </a:lnTo>
                <a:lnTo>
                  <a:pt x="1997361" y="1346566"/>
                </a:lnTo>
                <a:lnTo>
                  <a:pt x="1997071" y="1347193"/>
                </a:lnTo>
                <a:lnTo>
                  <a:pt x="1996762" y="1347799"/>
                </a:lnTo>
                <a:lnTo>
                  <a:pt x="1996433" y="1348386"/>
                </a:lnTo>
                <a:lnTo>
                  <a:pt x="1996083" y="1348952"/>
                </a:lnTo>
                <a:lnTo>
                  <a:pt x="1995714" y="1349499"/>
                </a:lnTo>
                <a:lnTo>
                  <a:pt x="1995325" y="1350025"/>
                </a:lnTo>
                <a:lnTo>
                  <a:pt x="1994916" y="1350532"/>
                </a:lnTo>
                <a:lnTo>
                  <a:pt x="1994487" y="1351019"/>
                </a:lnTo>
                <a:lnTo>
                  <a:pt x="1994037" y="1351485"/>
                </a:lnTo>
                <a:lnTo>
                  <a:pt x="1993568" y="1351932"/>
                </a:lnTo>
                <a:lnTo>
                  <a:pt x="1993094" y="1352360"/>
                </a:lnTo>
                <a:lnTo>
                  <a:pt x="1992602" y="1352769"/>
                </a:lnTo>
                <a:lnTo>
                  <a:pt x="1992092" y="1353160"/>
                </a:lnTo>
                <a:lnTo>
                  <a:pt x="1991563" y="1353533"/>
                </a:lnTo>
                <a:lnTo>
                  <a:pt x="1991016" y="1353888"/>
                </a:lnTo>
                <a:lnTo>
                  <a:pt x="1990451" y="1354225"/>
                </a:lnTo>
                <a:lnTo>
                  <a:pt x="1989868" y="1354543"/>
                </a:lnTo>
                <a:lnTo>
                  <a:pt x="1989267" y="1354844"/>
                </a:lnTo>
                <a:lnTo>
                  <a:pt x="1988647" y="1355126"/>
                </a:lnTo>
                <a:lnTo>
                  <a:pt x="1988009" y="1355390"/>
                </a:lnTo>
                <a:lnTo>
                  <a:pt x="1987353" y="1355635"/>
                </a:lnTo>
                <a:lnTo>
                  <a:pt x="1986679" y="1355863"/>
                </a:lnTo>
                <a:lnTo>
                  <a:pt x="1985987" y="1356072"/>
                </a:lnTo>
                <a:lnTo>
                  <a:pt x="1985276" y="1356263"/>
                </a:lnTo>
                <a:lnTo>
                  <a:pt x="1984547" y="1356436"/>
                </a:lnTo>
                <a:lnTo>
                  <a:pt x="1983800" y="1356591"/>
                </a:lnTo>
                <a:lnTo>
                  <a:pt x="1983035" y="1356727"/>
                </a:lnTo>
                <a:lnTo>
                  <a:pt x="1982252" y="1356846"/>
                </a:lnTo>
                <a:lnTo>
                  <a:pt x="1981450" y="1356946"/>
                </a:lnTo>
                <a:lnTo>
                  <a:pt x="1980630" y="1357028"/>
                </a:lnTo>
                <a:lnTo>
                  <a:pt x="1979792" y="1357091"/>
                </a:lnTo>
                <a:lnTo>
                  <a:pt x="1978936" y="1357137"/>
                </a:lnTo>
                <a:lnTo>
                  <a:pt x="1978062" y="1357164"/>
                </a:lnTo>
                <a:lnTo>
                  <a:pt x="1977169" y="1357173"/>
                </a:lnTo>
                <a:lnTo>
                  <a:pt x="1976358" y="1357161"/>
                </a:lnTo>
                <a:lnTo>
                  <a:pt x="1975558" y="1357125"/>
                </a:lnTo>
                <a:lnTo>
                  <a:pt x="1974770" y="1357065"/>
                </a:lnTo>
                <a:lnTo>
                  <a:pt x="1973994" y="1356981"/>
                </a:lnTo>
                <a:lnTo>
                  <a:pt x="1973230" y="1356872"/>
                </a:lnTo>
                <a:lnTo>
                  <a:pt x="1972477" y="1356740"/>
                </a:lnTo>
                <a:lnTo>
                  <a:pt x="1971737" y="1356583"/>
                </a:lnTo>
                <a:lnTo>
                  <a:pt x="1971007" y="1356403"/>
                </a:lnTo>
                <a:lnTo>
                  <a:pt x="1970290" y="1356198"/>
                </a:lnTo>
                <a:lnTo>
                  <a:pt x="1969584" y="1355970"/>
                </a:lnTo>
                <a:lnTo>
                  <a:pt x="1968891" y="1355717"/>
                </a:lnTo>
                <a:lnTo>
                  <a:pt x="1968208" y="1355440"/>
                </a:lnTo>
                <a:lnTo>
                  <a:pt x="1967538" y="1355139"/>
                </a:lnTo>
                <a:lnTo>
                  <a:pt x="1966879" y="1354814"/>
                </a:lnTo>
                <a:lnTo>
                  <a:pt x="1966232" y="1354465"/>
                </a:lnTo>
                <a:lnTo>
                  <a:pt x="1965597" y="1354092"/>
                </a:lnTo>
                <a:lnTo>
                  <a:pt x="1964974" y="1353695"/>
                </a:lnTo>
                <a:lnTo>
                  <a:pt x="1964362" y="1353274"/>
                </a:lnTo>
                <a:lnTo>
                  <a:pt x="1963762" y="1352829"/>
                </a:lnTo>
                <a:lnTo>
                  <a:pt x="1963174" y="1352359"/>
                </a:lnTo>
                <a:lnTo>
                  <a:pt x="1962597" y="1351866"/>
                </a:lnTo>
                <a:lnTo>
                  <a:pt x="1962033" y="1351349"/>
                </a:lnTo>
                <a:lnTo>
                  <a:pt x="1961480" y="1350807"/>
                </a:lnTo>
                <a:lnTo>
                  <a:pt x="1960938" y="1350241"/>
                </a:lnTo>
                <a:lnTo>
                  <a:pt x="1960414" y="1349653"/>
                </a:lnTo>
                <a:lnTo>
                  <a:pt x="1959912" y="1349041"/>
                </a:lnTo>
                <a:lnTo>
                  <a:pt x="1959433" y="1348408"/>
                </a:lnTo>
                <a:lnTo>
                  <a:pt x="1958975" y="1347752"/>
                </a:lnTo>
                <a:lnTo>
                  <a:pt x="1958540" y="1347074"/>
                </a:lnTo>
                <a:lnTo>
                  <a:pt x="1958128" y="1346374"/>
                </a:lnTo>
                <a:lnTo>
                  <a:pt x="1957737" y="1345651"/>
                </a:lnTo>
                <a:lnTo>
                  <a:pt x="1957369" y="1344906"/>
                </a:lnTo>
                <a:lnTo>
                  <a:pt x="1957023" y="1344139"/>
                </a:lnTo>
                <a:lnTo>
                  <a:pt x="1956700" y="1343350"/>
                </a:lnTo>
                <a:lnTo>
                  <a:pt x="1956399" y="1342538"/>
                </a:lnTo>
                <a:lnTo>
                  <a:pt x="1956120" y="1341703"/>
                </a:lnTo>
                <a:lnTo>
                  <a:pt x="1955863" y="1340847"/>
                </a:lnTo>
                <a:lnTo>
                  <a:pt x="1955629" y="1339968"/>
                </a:lnTo>
                <a:lnTo>
                  <a:pt x="1955417" y="1339067"/>
                </a:lnTo>
                <a:lnTo>
                  <a:pt x="1955228" y="1338144"/>
                </a:lnTo>
                <a:lnTo>
                  <a:pt x="1955060" y="1337198"/>
                </a:lnTo>
                <a:lnTo>
                  <a:pt x="1954915" y="1336230"/>
                </a:lnTo>
                <a:lnTo>
                  <a:pt x="1954793" y="1335240"/>
                </a:lnTo>
                <a:lnTo>
                  <a:pt x="1954692" y="1334227"/>
                </a:lnTo>
                <a:lnTo>
                  <a:pt x="1954614" y="1333192"/>
                </a:lnTo>
                <a:lnTo>
                  <a:pt x="1954559" y="1332135"/>
                </a:lnTo>
                <a:lnTo>
                  <a:pt x="1954525" y="1331055"/>
                </a:lnTo>
                <a:lnTo>
                  <a:pt x="1954514" y="1329953"/>
                </a:lnTo>
                <a:lnTo>
                  <a:pt x="1954514" y="1327079"/>
                </a:lnTo>
                <a:lnTo>
                  <a:pt x="2015209" y="1327079"/>
                </a:lnTo>
                <a:lnTo>
                  <a:pt x="2015209" y="1315582"/>
                </a:lnTo>
                <a:lnTo>
                  <a:pt x="2015201" y="1314713"/>
                </a:lnTo>
                <a:lnTo>
                  <a:pt x="2015176" y="1313852"/>
                </a:lnTo>
                <a:lnTo>
                  <a:pt x="2015135" y="1312999"/>
                </a:lnTo>
                <a:lnTo>
                  <a:pt x="2015078" y="1312154"/>
                </a:lnTo>
                <a:lnTo>
                  <a:pt x="2015004" y="1311318"/>
                </a:lnTo>
                <a:lnTo>
                  <a:pt x="2014913" y="1310489"/>
                </a:lnTo>
                <a:lnTo>
                  <a:pt x="2014806" y="1309669"/>
                </a:lnTo>
                <a:lnTo>
                  <a:pt x="2014683" y="1308857"/>
                </a:lnTo>
                <a:lnTo>
                  <a:pt x="2014543" y="1308054"/>
                </a:lnTo>
                <a:lnTo>
                  <a:pt x="2014387" y="1307258"/>
                </a:lnTo>
                <a:lnTo>
                  <a:pt x="2014215" y="1306471"/>
                </a:lnTo>
                <a:lnTo>
                  <a:pt x="2014026" y="1305692"/>
                </a:lnTo>
                <a:lnTo>
                  <a:pt x="2013820" y="1304921"/>
                </a:lnTo>
                <a:lnTo>
                  <a:pt x="2013598" y="1304159"/>
                </a:lnTo>
                <a:lnTo>
                  <a:pt x="2013360" y="1303404"/>
                </a:lnTo>
                <a:lnTo>
                  <a:pt x="2013105" y="1302658"/>
                </a:lnTo>
                <a:lnTo>
                  <a:pt x="2012834" y="1301920"/>
                </a:lnTo>
                <a:lnTo>
                  <a:pt x="2012546" y="1301191"/>
                </a:lnTo>
                <a:lnTo>
                  <a:pt x="2012242" y="1300469"/>
                </a:lnTo>
                <a:lnTo>
                  <a:pt x="2011922" y="1299756"/>
                </a:lnTo>
                <a:lnTo>
                  <a:pt x="2011585" y="1299051"/>
                </a:lnTo>
                <a:lnTo>
                  <a:pt x="2011231" y="1298354"/>
                </a:lnTo>
                <a:lnTo>
                  <a:pt x="2010861" y="1297666"/>
                </a:lnTo>
                <a:lnTo>
                  <a:pt x="2010475" y="1296985"/>
                </a:lnTo>
                <a:lnTo>
                  <a:pt x="2010088" y="1296315"/>
                </a:lnTo>
                <a:lnTo>
                  <a:pt x="2009687" y="1295656"/>
                </a:lnTo>
                <a:lnTo>
                  <a:pt x="2009273" y="1295009"/>
                </a:lnTo>
                <a:lnTo>
                  <a:pt x="2008846" y="1294374"/>
                </a:lnTo>
                <a:lnTo>
                  <a:pt x="2008404" y="1293751"/>
                </a:lnTo>
                <a:lnTo>
                  <a:pt x="2007950" y="1293139"/>
                </a:lnTo>
                <a:lnTo>
                  <a:pt x="2007482" y="1292539"/>
                </a:lnTo>
                <a:lnTo>
                  <a:pt x="2007000" y="1291951"/>
                </a:lnTo>
                <a:lnTo>
                  <a:pt x="2006505" y="1291374"/>
                </a:lnTo>
                <a:lnTo>
                  <a:pt x="2005996" y="1290810"/>
                </a:lnTo>
                <a:lnTo>
                  <a:pt x="2005474" y="1290257"/>
                </a:lnTo>
                <a:lnTo>
                  <a:pt x="2004938" y="1289715"/>
                </a:lnTo>
                <a:lnTo>
                  <a:pt x="2004389" y="1289186"/>
                </a:lnTo>
                <a:lnTo>
                  <a:pt x="2003826" y="1288668"/>
                </a:lnTo>
                <a:lnTo>
                  <a:pt x="2003250" y="1288162"/>
                </a:lnTo>
                <a:lnTo>
                  <a:pt x="2002661" y="1287668"/>
                </a:lnTo>
                <a:lnTo>
                  <a:pt x="2002057" y="1287185"/>
                </a:lnTo>
                <a:lnTo>
                  <a:pt x="2001441" y="1286714"/>
                </a:lnTo>
                <a:lnTo>
                  <a:pt x="2000811" y="1286255"/>
                </a:lnTo>
                <a:lnTo>
                  <a:pt x="2000167" y="1285808"/>
                </a:lnTo>
                <a:lnTo>
                  <a:pt x="1999510" y="1285372"/>
                </a:lnTo>
                <a:lnTo>
                  <a:pt x="1998839" y="1284949"/>
                </a:lnTo>
                <a:lnTo>
                  <a:pt x="1998155" y="1284536"/>
                </a:lnTo>
                <a:lnTo>
                  <a:pt x="1997457" y="1284136"/>
                </a:lnTo>
                <a:lnTo>
                  <a:pt x="1996761" y="1283750"/>
                </a:lnTo>
                <a:lnTo>
                  <a:pt x="1996053" y="1283380"/>
                </a:lnTo>
                <a:lnTo>
                  <a:pt x="1995333" y="1283027"/>
                </a:lnTo>
                <a:lnTo>
                  <a:pt x="1994602" y="1282690"/>
                </a:lnTo>
                <a:lnTo>
                  <a:pt x="1993859" y="1282369"/>
                </a:lnTo>
                <a:lnTo>
                  <a:pt x="1993104" y="1282065"/>
                </a:lnTo>
                <a:lnTo>
                  <a:pt x="1992337" y="1281777"/>
                </a:lnTo>
                <a:lnTo>
                  <a:pt x="1991558" y="1281506"/>
                </a:lnTo>
                <a:lnTo>
                  <a:pt x="1990768" y="1281251"/>
                </a:lnTo>
                <a:lnTo>
                  <a:pt x="1989966" y="1281013"/>
                </a:lnTo>
                <a:lnTo>
                  <a:pt x="1989153" y="1280791"/>
                </a:lnTo>
                <a:lnTo>
                  <a:pt x="1988327" y="1280586"/>
                </a:lnTo>
                <a:lnTo>
                  <a:pt x="1987490" y="1280397"/>
                </a:lnTo>
                <a:lnTo>
                  <a:pt x="1986641" y="1280224"/>
                </a:lnTo>
                <a:lnTo>
                  <a:pt x="1985781" y="1280068"/>
                </a:lnTo>
                <a:lnTo>
                  <a:pt x="1984909" y="1279928"/>
                </a:lnTo>
                <a:lnTo>
                  <a:pt x="1984024" y="1279805"/>
                </a:lnTo>
                <a:lnTo>
                  <a:pt x="1983129" y="1279698"/>
                </a:lnTo>
                <a:lnTo>
                  <a:pt x="1982221" y="1279608"/>
                </a:lnTo>
                <a:lnTo>
                  <a:pt x="1981302" y="1279534"/>
                </a:lnTo>
                <a:lnTo>
                  <a:pt x="1980371" y="1279476"/>
                </a:lnTo>
                <a:lnTo>
                  <a:pt x="1979428" y="1279435"/>
                </a:lnTo>
                <a:lnTo>
                  <a:pt x="1978473" y="1279410"/>
                </a:lnTo>
                <a:lnTo>
                  <a:pt x="1977507" y="1279402"/>
                </a:lnTo>
                <a:lnTo>
                  <a:pt x="1976470" y="1279412"/>
                </a:lnTo>
                <a:lnTo>
                  <a:pt x="1975445" y="1279440"/>
                </a:lnTo>
                <a:lnTo>
                  <a:pt x="1974432" y="1279487"/>
                </a:lnTo>
                <a:lnTo>
                  <a:pt x="1973431" y="1279553"/>
                </a:lnTo>
                <a:lnTo>
                  <a:pt x="1972441" y="1279637"/>
                </a:lnTo>
                <a:lnTo>
                  <a:pt x="1971463" y="1279740"/>
                </a:lnTo>
                <a:lnTo>
                  <a:pt x="1970497" y="1279862"/>
                </a:lnTo>
                <a:lnTo>
                  <a:pt x="1969542" y="1280003"/>
                </a:lnTo>
                <a:lnTo>
                  <a:pt x="1968599" y="1280163"/>
                </a:lnTo>
                <a:lnTo>
                  <a:pt x="1967668" y="1280342"/>
                </a:lnTo>
                <a:lnTo>
                  <a:pt x="1966749" y="1280539"/>
                </a:lnTo>
                <a:lnTo>
                  <a:pt x="1965841" y="1280755"/>
                </a:lnTo>
                <a:lnTo>
                  <a:pt x="1964946" y="1280990"/>
                </a:lnTo>
                <a:lnTo>
                  <a:pt x="1964062" y="1281243"/>
                </a:lnTo>
                <a:lnTo>
                  <a:pt x="1963189" y="1281516"/>
                </a:lnTo>
                <a:lnTo>
                  <a:pt x="1962329" y="1281807"/>
                </a:lnTo>
                <a:lnTo>
                  <a:pt x="1961480" y="1282117"/>
                </a:lnTo>
                <a:lnTo>
                  <a:pt x="1960643" y="1282445"/>
                </a:lnTo>
                <a:lnTo>
                  <a:pt x="1959817" y="1282793"/>
                </a:lnTo>
                <a:lnTo>
                  <a:pt x="1959004" y="1283159"/>
                </a:lnTo>
                <a:lnTo>
                  <a:pt x="1958202" y="1283544"/>
                </a:lnTo>
                <a:lnTo>
                  <a:pt x="1957412" y="1283948"/>
                </a:lnTo>
                <a:lnTo>
                  <a:pt x="1956633" y="1284371"/>
                </a:lnTo>
                <a:lnTo>
                  <a:pt x="1955866" y="1284812"/>
                </a:lnTo>
                <a:lnTo>
                  <a:pt x="1955113" y="1285257"/>
                </a:lnTo>
                <a:lnTo>
                  <a:pt x="1954374" y="1285716"/>
                </a:lnTo>
                <a:lnTo>
                  <a:pt x="1953650" y="1286191"/>
                </a:lnTo>
                <a:lnTo>
                  <a:pt x="1952941" y="1286682"/>
                </a:lnTo>
                <a:lnTo>
                  <a:pt x="1952246" y="1287187"/>
                </a:lnTo>
                <a:lnTo>
                  <a:pt x="1951566" y="1287708"/>
                </a:lnTo>
                <a:lnTo>
                  <a:pt x="1950900" y="1288244"/>
                </a:lnTo>
                <a:lnTo>
                  <a:pt x="1950250" y="1288795"/>
                </a:lnTo>
                <a:lnTo>
                  <a:pt x="1949614" y="1289361"/>
                </a:lnTo>
                <a:lnTo>
                  <a:pt x="1948992" y="1289943"/>
                </a:lnTo>
                <a:lnTo>
                  <a:pt x="1948385" y="1290540"/>
                </a:lnTo>
                <a:lnTo>
                  <a:pt x="1947793" y="1291152"/>
                </a:lnTo>
                <a:lnTo>
                  <a:pt x="1947216" y="1291780"/>
                </a:lnTo>
                <a:lnTo>
                  <a:pt x="1946653" y="1292423"/>
                </a:lnTo>
                <a:lnTo>
                  <a:pt x="1946105" y="1293081"/>
                </a:lnTo>
                <a:lnTo>
                  <a:pt x="1945572" y="1293754"/>
                </a:lnTo>
                <a:lnTo>
                  <a:pt x="1945053" y="1294443"/>
                </a:lnTo>
                <a:lnTo>
                  <a:pt x="1944549" y="1295147"/>
                </a:lnTo>
                <a:lnTo>
                  <a:pt x="1944060" y="1295866"/>
                </a:lnTo>
                <a:lnTo>
                  <a:pt x="1943586" y="1296600"/>
                </a:lnTo>
                <a:lnTo>
                  <a:pt x="1943126" y="1297350"/>
                </a:lnTo>
                <a:lnTo>
                  <a:pt x="1942680" y="1298115"/>
                </a:lnTo>
                <a:lnTo>
                  <a:pt x="1942250" y="1298895"/>
                </a:lnTo>
                <a:lnTo>
                  <a:pt x="1941834" y="1299690"/>
                </a:lnTo>
                <a:lnTo>
                  <a:pt x="1941434" y="1300500"/>
                </a:lnTo>
                <a:lnTo>
                  <a:pt x="1941051" y="1301321"/>
                </a:lnTo>
                <a:lnTo>
                  <a:pt x="1940685" y="1302155"/>
                </a:lnTo>
                <a:lnTo>
                  <a:pt x="1940336" y="1303001"/>
                </a:lnTo>
                <a:lnTo>
                  <a:pt x="1940004" y="1303860"/>
                </a:lnTo>
                <a:lnTo>
                  <a:pt x="1939689" y="1304731"/>
                </a:lnTo>
                <a:lnTo>
                  <a:pt x="1939391" y="1305614"/>
                </a:lnTo>
                <a:lnTo>
                  <a:pt x="1939110" y="1306509"/>
                </a:lnTo>
                <a:lnTo>
                  <a:pt x="1938846" y="1307417"/>
                </a:lnTo>
                <a:lnTo>
                  <a:pt x="1938599" y="1308337"/>
                </a:lnTo>
                <a:lnTo>
                  <a:pt x="1938370" y="1309270"/>
                </a:lnTo>
                <a:lnTo>
                  <a:pt x="1938157" y="1310215"/>
                </a:lnTo>
                <a:lnTo>
                  <a:pt x="1937961" y="1311172"/>
                </a:lnTo>
                <a:lnTo>
                  <a:pt x="1937782" y="1312141"/>
                </a:lnTo>
                <a:lnTo>
                  <a:pt x="1937620" y="1313123"/>
                </a:lnTo>
                <a:lnTo>
                  <a:pt x="1937476" y="1314117"/>
                </a:lnTo>
                <a:lnTo>
                  <a:pt x="1937348" y="1315124"/>
                </a:lnTo>
                <a:lnTo>
                  <a:pt x="1937237" y="1316143"/>
                </a:lnTo>
                <a:lnTo>
                  <a:pt x="1937144" y="1317174"/>
                </a:lnTo>
                <a:lnTo>
                  <a:pt x="1937067" y="1318217"/>
                </a:lnTo>
                <a:lnTo>
                  <a:pt x="1937008" y="1319273"/>
                </a:lnTo>
                <a:lnTo>
                  <a:pt x="1936965" y="1320341"/>
                </a:lnTo>
                <a:lnTo>
                  <a:pt x="1936939" y="1321422"/>
                </a:lnTo>
                <a:lnTo>
                  <a:pt x="1936931" y="1322514"/>
                </a:lnTo>
                <a:lnTo>
                  <a:pt x="1936931" y="1326065"/>
                </a:lnTo>
                <a:lnTo>
                  <a:pt x="1936938" y="1327116"/>
                </a:lnTo>
                <a:lnTo>
                  <a:pt x="1936960" y="1328158"/>
                </a:lnTo>
                <a:lnTo>
                  <a:pt x="1936997" y="1329190"/>
                </a:lnTo>
                <a:lnTo>
                  <a:pt x="1937048" y="1330212"/>
                </a:lnTo>
                <a:lnTo>
                  <a:pt x="1937114" y="1331223"/>
                </a:lnTo>
                <a:lnTo>
                  <a:pt x="1937195" y="1332225"/>
                </a:lnTo>
                <a:lnTo>
                  <a:pt x="1937290" y="1333217"/>
                </a:lnTo>
                <a:lnTo>
                  <a:pt x="1937401" y="1334199"/>
                </a:lnTo>
                <a:lnTo>
                  <a:pt x="1937525" y="1335171"/>
                </a:lnTo>
                <a:lnTo>
                  <a:pt x="1937665" y="1336132"/>
                </a:lnTo>
                <a:lnTo>
                  <a:pt x="1937819" y="1337084"/>
                </a:lnTo>
                <a:lnTo>
                  <a:pt x="1937988" y="1338026"/>
                </a:lnTo>
                <a:lnTo>
                  <a:pt x="1938171" y="1338958"/>
                </a:lnTo>
                <a:lnTo>
                  <a:pt x="1938369" y="1339880"/>
                </a:lnTo>
                <a:lnTo>
                  <a:pt x="1938582" y="1340792"/>
                </a:lnTo>
                <a:lnTo>
                  <a:pt x="1938809" y="1341694"/>
                </a:lnTo>
                <a:lnTo>
                  <a:pt x="1939052" y="1342586"/>
                </a:lnTo>
                <a:lnTo>
                  <a:pt x="1939308" y="1343468"/>
                </a:lnTo>
                <a:lnTo>
                  <a:pt x="1939580" y="1344340"/>
                </a:lnTo>
                <a:lnTo>
                  <a:pt x="1939866" y="1345202"/>
                </a:lnTo>
                <a:lnTo>
                  <a:pt x="1940167" y="1346054"/>
                </a:lnTo>
                <a:lnTo>
                  <a:pt x="1940483" y="1346896"/>
                </a:lnTo>
                <a:lnTo>
                  <a:pt x="1940813" y="1347729"/>
                </a:lnTo>
                <a:lnTo>
                  <a:pt x="1941158" y="1348551"/>
                </a:lnTo>
                <a:lnTo>
                  <a:pt x="1941532" y="1349360"/>
                </a:lnTo>
                <a:lnTo>
                  <a:pt x="1941921" y="1350154"/>
                </a:lnTo>
                <a:lnTo>
                  <a:pt x="1942325" y="1350933"/>
                </a:lnTo>
                <a:lnTo>
                  <a:pt x="1942745" y="1351697"/>
                </a:lnTo>
                <a:lnTo>
                  <a:pt x="1943180" y="1352446"/>
                </a:lnTo>
                <a:lnTo>
                  <a:pt x="1943630" y="1353179"/>
                </a:lnTo>
                <a:lnTo>
                  <a:pt x="1944096" y="1353897"/>
                </a:lnTo>
                <a:lnTo>
                  <a:pt x="1944576" y="1354600"/>
                </a:lnTo>
                <a:lnTo>
                  <a:pt x="1945073" y="1355287"/>
                </a:lnTo>
                <a:lnTo>
                  <a:pt x="1945584" y="1355959"/>
                </a:lnTo>
                <a:lnTo>
                  <a:pt x="1946110" y="1356616"/>
                </a:lnTo>
                <a:lnTo>
                  <a:pt x="1946652" y="1357258"/>
                </a:lnTo>
                <a:lnTo>
                  <a:pt x="1947209" y="1357884"/>
                </a:lnTo>
                <a:lnTo>
                  <a:pt x="1947782" y="1358495"/>
                </a:lnTo>
                <a:lnTo>
                  <a:pt x="1948369" y="1359091"/>
                </a:lnTo>
                <a:lnTo>
                  <a:pt x="1948972" y="1359672"/>
                </a:lnTo>
                <a:lnTo>
                  <a:pt x="1949590" y="1360237"/>
                </a:lnTo>
                <a:lnTo>
                  <a:pt x="1950224" y="1360787"/>
                </a:lnTo>
                <a:lnTo>
                  <a:pt x="1950873" y="1361322"/>
                </a:lnTo>
                <a:lnTo>
                  <a:pt x="1951536" y="1361841"/>
                </a:lnTo>
                <a:lnTo>
                  <a:pt x="1952216" y="1362346"/>
                </a:lnTo>
                <a:lnTo>
                  <a:pt x="1952910" y="1362835"/>
                </a:lnTo>
                <a:lnTo>
                  <a:pt x="1953620" y="1363308"/>
                </a:lnTo>
                <a:lnTo>
                  <a:pt x="1954345" y="1363767"/>
                </a:lnTo>
                <a:lnTo>
                  <a:pt x="1955099" y="1364208"/>
                </a:lnTo>
                <a:lnTo>
                  <a:pt x="1955870" y="1364631"/>
                </a:lnTo>
                <a:lnTo>
                  <a:pt x="1956656" y="1365035"/>
                </a:lnTo>
                <a:lnTo>
                  <a:pt x="1957458" y="1365420"/>
                </a:lnTo>
                <a:lnTo>
                  <a:pt x="1958277" y="1365786"/>
                </a:lnTo>
                <a:lnTo>
                  <a:pt x="1959110" y="1366134"/>
                </a:lnTo>
                <a:lnTo>
                  <a:pt x="1959960" y="1366462"/>
                </a:lnTo>
                <a:lnTo>
                  <a:pt x="1960826" y="1366772"/>
                </a:lnTo>
                <a:lnTo>
                  <a:pt x="1961707" y="1367064"/>
                </a:lnTo>
                <a:lnTo>
                  <a:pt x="1962604" y="1367336"/>
                </a:lnTo>
                <a:lnTo>
                  <a:pt x="1963518" y="1367590"/>
                </a:lnTo>
                <a:lnTo>
                  <a:pt x="1964447" y="1367824"/>
                </a:lnTo>
                <a:lnTo>
                  <a:pt x="1965391" y="1368040"/>
                </a:lnTo>
                <a:lnTo>
                  <a:pt x="1966352" y="1368238"/>
                </a:lnTo>
                <a:lnTo>
                  <a:pt x="1967329" y="1368416"/>
                </a:lnTo>
                <a:lnTo>
                  <a:pt x="1968321" y="1368576"/>
                </a:lnTo>
                <a:lnTo>
                  <a:pt x="1969329" y="1368717"/>
                </a:lnTo>
                <a:lnTo>
                  <a:pt x="1970353" y="1368839"/>
                </a:lnTo>
                <a:lnTo>
                  <a:pt x="1971393" y="1368942"/>
                </a:lnTo>
                <a:lnTo>
                  <a:pt x="1972449" y="1369027"/>
                </a:lnTo>
                <a:lnTo>
                  <a:pt x="1973521" y="1369092"/>
                </a:lnTo>
                <a:lnTo>
                  <a:pt x="1974608" y="1369139"/>
                </a:lnTo>
                <a:lnTo>
                  <a:pt x="1975712" y="1369168"/>
                </a:lnTo>
                <a:lnTo>
                  <a:pt x="1976831" y="1369177"/>
                </a:lnTo>
                <a:lnTo>
                  <a:pt x="1977797" y="1369170"/>
                </a:lnTo>
                <a:lnTo>
                  <a:pt x="1978753" y="1369149"/>
                </a:lnTo>
                <a:lnTo>
                  <a:pt x="1979697" y="1369114"/>
                </a:lnTo>
                <a:lnTo>
                  <a:pt x="1980630" y="1369064"/>
                </a:lnTo>
                <a:lnTo>
                  <a:pt x="1981552" y="1369001"/>
                </a:lnTo>
                <a:lnTo>
                  <a:pt x="1982463" y="1368923"/>
                </a:lnTo>
                <a:lnTo>
                  <a:pt x="1983362" y="1368832"/>
                </a:lnTo>
                <a:lnTo>
                  <a:pt x="1984251" y="1368726"/>
                </a:lnTo>
                <a:close/>
                <a:moveTo>
                  <a:pt x="1954899" y="1311920"/>
                </a:moveTo>
                <a:lnTo>
                  <a:pt x="1954965" y="1311450"/>
                </a:lnTo>
                <a:lnTo>
                  <a:pt x="1955040" y="1310981"/>
                </a:lnTo>
                <a:lnTo>
                  <a:pt x="1955123" y="1310513"/>
                </a:lnTo>
                <a:lnTo>
                  <a:pt x="1955216" y="1310046"/>
                </a:lnTo>
                <a:lnTo>
                  <a:pt x="1955317" y="1309581"/>
                </a:lnTo>
                <a:lnTo>
                  <a:pt x="1955427" y="1309116"/>
                </a:lnTo>
                <a:lnTo>
                  <a:pt x="1955546" y="1308653"/>
                </a:lnTo>
                <a:lnTo>
                  <a:pt x="1955674" y="1308191"/>
                </a:lnTo>
                <a:lnTo>
                  <a:pt x="1955810" y="1307730"/>
                </a:lnTo>
                <a:lnTo>
                  <a:pt x="1955955" y="1307271"/>
                </a:lnTo>
                <a:lnTo>
                  <a:pt x="1956109" y="1306812"/>
                </a:lnTo>
                <a:lnTo>
                  <a:pt x="1956272" y="1306355"/>
                </a:lnTo>
                <a:lnTo>
                  <a:pt x="1956444" y="1305899"/>
                </a:lnTo>
                <a:lnTo>
                  <a:pt x="1956625" y="1305444"/>
                </a:lnTo>
                <a:lnTo>
                  <a:pt x="1956814" y="1304990"/>
                </a:lnTo>
                <a:lnTo>
                  <a:pt x="1957012" y="1304538"/>
                </a:lnTo>
                <a:lnTo>
                  <a:pt x="1957219" y="1304086"/>
                </a:lnTo>
                <a:lnTo>
                  <a:pt x="1957448" y="1303625"/>
                </a:lnTo>
                <a:lnTo>
                  <a:pt x="1957685" y="1303170"/>
                </a:lnTo>
                <a:lnTo>
                  <a:pt x="1957930" y="1302723"/>
                </a:lnTo>
                <a:lnTo>
                  <a:pt x="1958182" y="1302283"/>
                </a:lnTo>
                <a:lnTo>
                  <a:pt x="1958442" y="1301849"/>
                </a:lnTo>
                <a:lnTo>
                  <a:pt x="1958709" y="1301423"/>
                </a:lnTo>
                <a:lnTo>
                  <a:pt x="1958984" y="1301004"/>
                </a:lnTo>
                <a:lnTo>
                  <a:pt x="1959267" y="1300592"/>
                </a:lnTo>
                <a:lnTo>
                  <a:pt x="1959557" y="1300187"/>
                </a:lnTo>
                <a:lnTo>
                  <a:pt x="1959855" y="1299789"/>
                </a:lnTo>
                <a:lnTo>
                  <a:pt x="1960160" y="1299398"/>
                </a:lnTo>
                <a:lnTo>
                  <a:pt x="1960474" y="1299014"/>
                </a:lnTo>
                <a:lnTo>
                  <a:pt x="1960794" y="1298637"/>
                </a:lnTo>
                <a:lnTo>
                  <a:pt x="1961123" y="1298267"/>
                </a:lnTo>
                <a:lnTo>
                  <a:pt x="1961459" y="1297905"/>
                </a:lnTo>
                <a:lnTo>
                  <a:pt x="1961803" y="1297549"/>
                </a:lnTo>
                <a:lnTo>
                  <a:pt x="1962154" y="1297200"/>
                </a:lnTo>
                <a:lnTo>
                  <a:pt x="1962513" y="1296858"/>
                </a:lnTo>
                <a:lnTo>
                  <a:pt x="1962880" y="1296524"/>
                </a:lnTo>
                <a:lnTo>
                  <a:pt x="1963254" y="1296196"/>
                </a:lnTo>
                <a:lnTo>
                  <a:pt x="1963636" y="1295876"/>
                </a:lnTo>
                <a:lnTo>
                  <a:pt x="1964025" y="1295562"/>
                </a:lnTo>
                <a:lnTo>
                  <a:pt x="1964422" y="1295256"/>
                </a:lnTo>
                <a:lnTo>
                  <a:pt x="1964827" y="1294956"/>
                </a:lnTo>
                <a:lnTo>
                  <a:pt x="1965253" y="1294667"/>
                </a:lnTo>
                <a:lnTo>
                  <a:pt x="1965688" y="1294389"/>
                </a:lnTo>
                <a:lnTo>
                  <a:pt x="1966129" y="1294124"/>
                </a:lnTo>
                <a:lnTo>
                  <a:pt x="1966579" y="1293872"/>
                </a:lnTo>
                <a:lnTo>
                  <a:pt x="1967036" y="1293631"/>
                </a:lnTo>
                <a:lnTo>
                  <a:pt x="1967500" y="1293403"/>
                </a:lnTo>
                <a:lnTo>
                  <a:pt x="1967973" y="1293187"/>
                </a:lnTo>
                <a:lnTo>
                  <a:pt x="1968453" y="1292984"/>
                </a:lnTo>
                <a:lnTo>
                  <a:pt x="1968940" y="1292793"/>
                </a:lnTo>
                <a:lnTo>
                  <a:pt x="1969435" y="1292614"/>
                </a:lnTo>
                <a:lnTo>
                  <a:pt x="1969938" y="1292448"/>
                </a:lnTo>
                <a:lnTo>
                  <a:pt x="1970449" y="1292294"/>
                </a:lnTo>
                <a:lnTo>
                  <a:pt x="1970967" y="1292152"/>
                </a:lnTo>
                <a:lnTo>
                  <a:pt x="1971492" y="1292022"/>
                </a:lnTo>
                <a:lnTo>
                  <a:pt x="1972026" y="1291905"/>
                </a:lnTo>
                <a:lnTo>
                  <a:pt x="1972567" y="1291800"/>
                </a:lnTo>
                <a:lnTo>
                  <a:pt x="1973115" y="1291708"/>
                </a:lnTo>
                <a:lnTo>
                  <a:pt x="1973671" y="1291628"/>
                </a:lnTo>
                <a:lnTo>
                  <a:pt x="1974235" y="1291560"/>
                </a:lnTo>
                <a:lnTo>
                  <a:pt x="1974807" y="1291505"/>
                </a:lnTo>
                <a:lnTo>
                  <a:pt x="1975386" y="1291461"/>
                </a:lnTo>
                <a:lnTo>
                  <a:pt x="1975973" y="1291431"/>
                </a:lnTo>
                <a:lnTo>
                  <a:pt x="1976567" y="1291412"/>
                </a:lnTo>
                <a:lnTo>
                  <a:pt x="1977169" y="1291406"/>
                </a:lnTo>
                <a:lnTo>
                  <a:pt x="1977702" y="1291411"/>
                </a:lnTo>
                <a:lnTo>
                  <a:pt x="1978229" y="1291426"/>
                </a:lnTo>
                <a:lnTo>
                  <a:pt x="1978751" y="1291451"/>
                </a:lnTo>
                <a:lnTo>
                  <a:pt x="1979268" y="1291486"/>
                </a:lnTo>
                <a:lnTo>
                  <a:pt x="1979780" y="1291531"/>
                </a:lnTo>
                <a:lnTo>
                  <a:pt x="1980286" y="1291586"/>
                </a:lnTo>
                <a:lnTo>
                  <a:pt x="1980787" y="1291651"/>
                </a:lnTo>
                <a:lnTo>
                  <a:pt x="1981283" y="1291725"/>
                </a:lnTo>
                <a:lnTo>
                  <a:pt x="1981773" y="1291810"/>
                </a:lnTo>
                <a:lnTo>
                  <a:pt x="1982259" y="1291905"/>
                </a:lnTo>
                <a:lnTo>
                  <a:pt x="1982739" y="1292010"/>
                </a:lnTo>
                <a:lnTo>
                  <a:pt x="1983213" y="1292125"/>
                </a:lnTo>
                <a:lnTo>
                  <a:pt x="1983682" y="1292249"/>
                </a:lnTo>
                <a:lnTo>
                  <a:pt x="1984147" y="1292384"/>
                </a:lnTo>
                <a:lnTo>
                  <a:pt x="1984605" y="1292529"/>
                </a:lnTo>
                <a:lnTo>
                  <a:pt x="1985059" y="1292683"/>
                </a:lnTo>
                <a:lnTo>
                  <a:pt x="1985507" y="1292848"/>
                </a:lnTo>
                <a:lnTo>
                  <a:pt x="1985950" y="1293023"/>
                </a:lnTo>
                <a:lnTo>
                  <a:pt x="1986388" y="1293207"/>
                </a:lnTo>
                <a:lnTo>
                  <a:pt x="1986820" y="1293402"/>
                </a:lnTo>
                <a:lnTo>
                  <a:pt x="1987247" y="1293607"/>
                </a:lnTo>
                <a:lnTo>
                  <a:pt x="1987669" y="1293821"/>
                </a:lnTo>
                <a:lnTo>
                  <a:pt x="1988085" y="1294046"/>
                </a:lnTo>
                <a:lnTo>
                  <a:pt x="1988496" y="1294280"/>
                </a:lnTo>
                <a:lnTo>
                  <a:pt x="1988901" y="1294523"/>
                </a:lnTo>
                <a:lnTo>
                  <a:pt x="1989297" y="1294774"/>
                </a:lnTo>
                <a:lnTo>
                  <a:pt x="1989685" y="1295033"/>
                </a:lnTo>
                <a:lnTo>
                  <a:pt x="1990065" y="1295299"/>
                </a:lnTo>
                <a:lnTo>
                  <a:pt x="1990437" y="1295573"/>
                </a:lnTo>
                <a:lnTo>
                  <a:pt x="1990800" y="1295855"/>
                </a:lnTo>
                <a:lnTo>
                  <a:pt x="1991155" y="1296144"/>
                </a:lnTo>
                <a:lnTo>
                  <a:pt x="1991502" y="1296440"/>
                </a:lnTo>
                <a:lnTo>
                  <a:pt x="1991841" y="1296745"/>
                </a:lnTo>
                <a:lnTo>
                  <a:pt x="1992171" y="1297057"/>
                </a:lnTo>
                <a:lnTo>
                  <a:pt x="1992494" y="1297376"/>
                </a:lnTo>
                <a:lnTo>
                  <a:pt x="1992808" y="1297704"/>
                </a:lnTo>
                <a:lnTo>
                  <a:pt x="1993113" y="1298039"/>
                </a:lnTo>
                <a:lnTo>
                  <a:pt x="1993411" y="1298381"/>
                </a:lnTo>
                <a:lnTo>
                  <a:pt x="1993701" y="1298731"/>
                </a:lnTo>
                <a:lnTo>
                  <a:pt x="1993982" y="1299089"/>
                </a:lnTo>
                <a:lnTo>
                  <a:pt x="1994255" y="1299455"/>
                </a:lnTo>
                <a:lnTo>
                  <a:pt x="1994519" y="1299828"/>
                </a:lnTo>
                <a:lnTo>
                  <a:pt x="1994776" y="1300208"/>
                </a:lnTo>
                <a:lnTo>
                  <a:pt x="1995024" y="1300597"/>
                </a:lnTo>
                <a:lnTo>
                  <a:pt x="1995264" y="1300993"/>
                </a:lnTo>
                <a:lnTo>
                  <a:pt x="1995496" y="1301396"/>
                </a:lnTo>
                <a:lnTo>
                  <a:pt x="1995720" y="1301807"/>
                </a:lnTo>
                <a:lnTo>
                  <a:pt x="1995935" y="1302226"/>
                </a:lnTo>
                <a:lnTo>
                  <a:pt x="1996156" y="1302638"/>
                </a:lnTo>
                <a:lnTo>
                  <a:pt x="1996367" y="1303054"/>
                </a:lnTo>
                <a:lnTo>
                  <a:pt x="1996569" y="1303476"/>
                </a:lnTo>
                <a:lnTo>
                  <a:pt x="1996762" y="1303903"/>
                </a:lnTo>
                <a:lnTo>
                  <a:pt x="1996945" y="1304335"/>
                </a:lnTo>
                <a:lnTo>
                  <a:pt x="1997119" y="1304773"/>
                </a:lnTo>
                <a:lnTo>
                  <a:pt x="1997283" y="1305216"/>
                </a:lnTo>
                <a:lnTo>
                  <a:pt x="1997438" y="1305664"/>
                </a:lnTo>
                <a:lnTo>
                  <a:pt x="1997584" y="1306117"/>
                </a:lnTo>
                <a:lnTo>
                  <a:pt x="1997720" y="1306576"/>
                </a:lnTo>
                <a:lnTo>
                  <a:pt x="1997847" y="1307040"/>
                </a:lnTo>
                <a:lnTo>
                  <a:pt x="1997964" y="1307510"/>
                </a:lnTo>
                <a:lnTo>
                  <a:pt x="1998072" y="1307984"/>
                </a:lnTo>
                <a:lnTo>
                  <a:pt x="1998171" y="1308464"/>
                </a:lnTo>
                <a:lnTo>
                  <a:pt x="1998260" y="1308949"/>
                </a:lnTo>
                <a:lnTo>
                  <a:pt x="1998340" y="1309440"/>
                </a:lnTo>
                <a:lnTo>
                  <a:pt x="1998410" y="1309936"/>
                </a:lnTo>
                <a:lnTo>
                  <a:pt x="1998471" y="1310437"/>
                </a:lnTo>
                <a:lnTo>
                  <a:pt x="1998523" y="1310943"/>
                </a:lnTo>
                <a:lnTo>
                  <a:pt x="1998565" y="1311455"/>
                </a:lnTo>
                <a:lnTo>
                  <a:pt x="1998598" y="1311971"/>
                </a:lnTo>
                <a:lnTo>
                  <a:pt x="1998622" y="1312494"/>
                </a:lnTo>
                <a:lnTo>
                  <a:pt x="1998636" y="1313021"/>
                </a:lnTo>
                <a:lnTo>
                  <a:pt x="1998640" y="1313554"/>
                </a:lnTo>
                <a:lnTo>
                  <a:pt x="1998640" y="1316090"/>
                </a:lnTo>
                <a:lnTo>
                  <a:pt x="1954683" y="1316090"/>
                </a:lnTo>
                <a:lnTo>
                  <a:pt x="1954683" y="1315244"/>
                </a:lnTo>
                <a:lnTo>
                  <a:pt x="1954687" y="1314766"/>
                </a:lnTo>
                <a:lnTo>
                  <a:pt x="1954701" y="1314289"/>
                </a:lnTo>
                <a:lnTo>
                  <a:pt x="1954723" y="1313813"/>
                </a:lnTo>
                <a:lnTo>
                  <a:pt x="1954753" y="1313338"/>
                </a:lnTo>
                <a:lnTo>
                  <a:pt x="1954793" y="1312864"/>
                </a:lnTo>
                <a:lnTo>
                  <a:pt x="1954841" y="1312391"/>
                </a:lnTo>
                <a:lnTo>
                  <a:pt x="1954899" y="1311920"/>
                </a:lnTo>
                <a:close/>
                <a:moveTo>
                  <a:pt x="1884248" y="1367486"/>
                </a:moveTo>
                <a:lnTo>
                  <a:pt x="1918231" y="1281093"/>
                </a:lnTo>
                <a:lnTo>
                  <a:pt x="1901662" y="1281093"/>
                </a:lnTo>
                <a:lnTo>
                  <a:pt x="1876471" y="1347367"/>
                </a:lnTo>
                <a:lnTo>
                  <a:pt x="1875964" y="1347367"/>
                </a:lnTo>
                <a:lnTo>
                  <a:pt x="1850773" y="1281093"/>
                </a:lnTo>
                <a:lnTo>
                  <a:pt x="1832683" y="1281093"/>
                </a:lnTo>
                <a:lnTo>
                  <a:pt x="1866327" y="1367486"/>
                </a:lnTo>
                <a:lnTo>
                  <a:pt x="1884248" y="1367486"/>
                </a:lnTo>
                <a:close/>
                <a:moveTo>
                  <a:pt x="1997246" y="2365593"/>
                </a:moveTo>
                <a:lnTo>
                  <a:pt x="1997767" y="2365548"/>
                </a:lnTo>
                <a:lnTo>
                  <a:pt x="1998288" y="2365499"/>
                </a:lnTo>
                <a:lnTo>
                  <a:pt x="1998810" y="2365445"/>
                </a:lnTo>
                <a:lnTo>
                  <a:pt x="1999331" y="2365386"/>
                </a:lnTo>
                <a:lnTo>
                  <a:pt x="1999852" y="2365323"/>
                </a:lnTo>
                <a:lnTo>
                  <a:pt x="2000373" y="2365255"/>
                </a:lnTo>
                <a:lnTo>
                  <a:pt x="2000895" y="2365182"/>
                </a:lnTo>
                <a:lnTo>
                  <a:pt x="2001416" y="2365105"/>
                </a:lnTo>
                <a:lnTo>
                  <a:pt x="2001937" y="2365022"/>
                </a:lnTo>
                <a:lnTo>
                  <a:pt x="2002459" y="2364936"/>
                </a:lnTo>
                <a:lnTo>
                  <a:pt x="2002980" y="2364844"/>
                </a:lnTo>
                <a:lnTo>
                  <a:pt x="2003501" y="2364748"/>
                </a:lnTo>
                <a:lnTo>
                  <a:pt x="2004022" y="2364647"/>
                </a:lnTo>
                <a:lnTo>
                  <a:pt x="2004544" y="2364541"/>
                </a:lnTo>
                <a:lnTo>
                  <a:pt x="2005065" y="2364431"/>
                </a:lnTo>
                <a:lnTo>
                  <a:pt x="2005582" y="2364330"/>
                </a:lnTo>
                <a:lnTo>
                  <a:pt x="2006092" y="2364225"/>
                </a:lnTo>
                <a:lnTo>
                  <a:pt x="2006595" y="2364116"/>
                </a:lnTo>
                <a:lnTo>
                  <a:pt x="2007089" y="2364003"/>
                </a:lnTo>
                <a:lnTo>
                  <a:pt x="2007576" y="2363886"/>
                </a:lnTo>
                <a:lnTo>
                  <a:pt x="2008055" y="2363765"/>
                </a:lnTo>
                <a:lnTo>
                  <a:pt x="2008527" y="2363640"/>
                </a:lnTo>
                <a:lnTo>
                  <a:pt x="2008991" y="2363510"/>
                </a:lnTo>
                <a:lnTo>
                  <a:pt x="2009448" y="2363377"/>
                </a:lnTo>
                <a:lnTo>
                  <a:pt x="2009896" y="2363239"/>
                </a:lnTo>
                <a:lnTo>
                  <a:pt x="2010338" y="2363097"/>
                </a:lnTo>
                <a:lnTo>
                  <a:pt x="2010771" y="2362951"/>
                </a:lnTo>
                <a:lnTo>
                  <a:pt x="2011197" y="2362801"/>
                </a:lnTo>
                <a:lnTo>
                  <a:pt x="2011615" y="2362647"/>
                </a:lnTo>
                <a:lnTo>
                  <a:pt x="2012026" y="2362489"/>
                </a:lnTo>
                <a:lnTo>
                  <a:pt x="2012429" y="2362327"/>
                </a:lnTo>
                <a:lnTo>
                  <a:pt x="2012824" y="2362160"/>
                </a:lnTo>
                <a:lnTo>
                  <a:pt x="2013212" y="2361990"/>
                </a:lnTo>
                <a:lnTo>
                  <a:pt x="2013592" y="2361815"/>
                </a:lnTo>
                <a:lnTo>
                  <a:pt x="2013964" y="2361636"/>
                </a:lnTo>
                <a:lnTo>
                  <a:pt x="2014329" y="2361454"/>
                </a:lnTo>
                <a:lnTo>
                  <a:pt x="2014687" y="2361267"/>
                </a:lnTo>
                <a:lnTo>
                  <a:pt x="2015036" y="2361076"/>
                </a:lnTo>
                <a:lnTo>
                  <a:pt x="2015378" y="2360880"/>
                </a:lnTo>
                <a:lnTo>
                  <a:pt x="2015378" y="2347862"/>
                </a:lnTo>
                <a:lnTo>
                  <a:pt x="2015080" y="2348003"/>
                </a:lnTo>
                <a:lnTo>
                  <a:pt x="2014778" y="2348143"/>
                </a:lnTo>
                <a:lnTo>
                  <a:pt x="2014472" y="2348282"/>
                </a:lnTo>
                <a:lnTo>
                  <a:pt x="2014162" y="2348421"/>
                </a:lnTo>
                <a:lnTo>
                  <a:pt x="2013847" y="2348559"/>
                </a:lnTo>
                <a:lnTo>
                  <a:pt x="2013529" y="2348697"/>
                </a:lnTo>
                <a:lnTo>
                  <a:pt x="2013206" y="2348834"/>
                </a:lnTo>
                <a:lnTo>
                  <a:pt x="2012880" y="2348970"/>
                </a:lnTo>
                <a:lnTo>
                  <a:pt x="2012549" y="2349106"/>
                </a:lnTo>
                <a:lnTo>
                  <a:pt x="2012214" y="2349242"/>
                </a:lnTo>
                <a:lnTo>
                  <a:pt x="2011875" y="2349376"/>
                </a:lnTo>
                <a:lnTo>
                  <a:pt x="2011532" y="2349511"/>
                </a:lnTo>
                <a:lnTo>
                  <a:pt x="2011185" y="2349644"/>
                </a:lnTo>
                <a:lnTo>
                  <a:pt x="2010833" y="2349777"/>
                </a:lnTo>
                <a:lnTo>
                  <a:pt x="2010478" y="2349909"/>
                </a:lnTo>
                <a:lnTo>
                  <a:pt x="2010118" y="2350041"/>
                </a:lnTo>
                <a:lnTo>
                  <a:pt x="2009755" y="2350172"/>
                </a:lnTo>
                <a:lnTo>
                  <a:pt x="2009387" y="2350303"/>
                </a:lnTo>
                <a:lnTo>
                  <a:pt x="2009015" y="2350433"/>
                </a:lnTo>
                <a:lnTo>
                  <a:pt x="2008639" y="2350562"/>
                </a:lnTo>
                <a:lnTo>
                  <a:pt x="2008259" y="2350691"/>
                </a:lnTo>
                <a:lnTo>
                  <a:pt x="2007875" y="2350820"/>
                </a:lnTo>
                <a:lnTo>
                  <a:pt x="2007486" y="2350947"/>
                </a:lnTo>
                <a:lnTo>
                  <a:pt x="2007094" y="2351074"/>
                </a:lnTo>
                <a:lnTo>
                  <a:pt x="2006712" y="2351185"/>
                </a:lnTo>
                <a:lnTo>
                  <a:pt x="2006327" y="2351290"/>
                </a:lnTo>
                <a:lnTo>
                  <a:pt x="2005939" y="2351391"/>
                </a:lnTo>
                <a:lnTo>
                  <a:pt x="2005549" y="2351488"/>
                </a:lnTo>
                <a:lnTo>
                  <a:pt x="2005155" y="2351579"/>
                </a:lnTo>
                <a:lnTo>
                  <a:pt x="2004759" y="2351666"/>
                </a:lnTo>
                <a:lnTo>
                  <a:pt x="2004359" y="2351748"/>
                </a:lnTo>
                <a:lnTo>
                  <a:pt x="2003957" y="2351826"/>
                </a:lnTo>
                <a:lnTo>
                  <a:pt x="2003551" y="2351899"/>
                </a:lnTo>
                <a:lnTo>
                  <a:pt x="2003143" y="2351967"/>
                </a:lnTo>
                <a:lnTo>
                  <a:pt x="2002732" y="2352030"/>
                </a:lnTo>
                <a:lnTo>
                  <a:pt x="2002318" y="2352089"/>
                </a:lnTo>
                <a:lnTo>
                  <a:pt x="2001901" y="2352143"/>
                </a:lnTo>
                <a:lnTo>
                  <a:pt x="2001481" y="2352192"/>
                </a:lnTo>
                <a:lnTo>
                  <a:pt x="2001058" y="2352237"/>
                </a:lnTo>
                <a:lnTo>
                  <a:pt x="2000632" y="2352277"/>
                </a:lnTo>
                <a:lnTo>
                  <a:pt x="2000203" y="2352312"/>
                </a:lnTo>
                <a:lnTo>
                  <a:pt x="1999771" y="2352342"/>
                </a:lnTo>
                <a:lnTo>
                  <a:pt x="1999336" y="2352368"/>
                </a:lnTo>
                <a:lnTo>
                  <a:pt x="1998899" y="2352389"/>
                </a:lnTo>
                <a:lnTo>
                  <a:pt x="1998458" y="2352406"/>
                </a:lnTo>
                <a:lnTo>
                  <a:pt x="1998015" y="2352417"/>
                </a:lnTo>
                <a:lnTo>
                  <a:pt x="1997568" y="2352425"/>
                </a:lnTo>
                <a:lnTo>
                  <a:pt x="1997119" y="2352427"/>
                </a:lnTo>
                <a:lnTo>
                  <a:pt x="1996545" y="2352424"/>
                </a:lnTo>
                <a:lnTo>
                  <a:pt x="1995980" y="2352415"/>
                </a:lnTo>
                <a:lnTo>
                  <a:pt x="1995423" y="2352400"/>
                </a:lnTo>
                <a:lnTo>
                  <a:pt x="1994874" y="2352380"/>
                </a:lnTo>
                <a:lnTo>
                  <a:pt x="1994333" y="2352353"/>
                </a:lnTo>
                <a:lnTo>
                  <a:pt x="1993801" y="2352321"/>
                </a:lnTo>
                <a:lnTo>
                  <a:pt x="1993277" y="2352283"/>
                </a:lnTo>
                <a:lnTo>
                  <a:pt x="1992761" y="2352239"/>
                </a:lnTo>
                <a:lnTo>
                  <a:pt x="1992253" y="2352189"/>
                </a:lnTo>
                <a:lnTo>
                  <a:pt x="1991753" y="2352133"/>
                </a:lnTo>
                <a:lnTo>
                  <a:pt x="1991262" y="2352072"/>
                </a:lnTo>
                <a:lnTo>
                  <a:pt x="1990779" y="2352004"/>
                </a:lnTo>
                <a:lnTo>
                  <a:pt x="1990304" y="2351931"/>
                </a:lnTo>
                <a:lnTo>
                  <a:pt x="1989837" y="2351852"/>
                </a:lnTo>
                <a:lnTo>
                  <a:pt x="1989379" y="2351766"/>
                </a:lnTo>
                <a:lnTo>
                  <a:pt x="1988928" y="2351675"/>
                </a:lnTo>
                <a:lnTo>
                  <a:pt x="1988486" y="2351579"/>
                </a:lnTo>
                <a:lnTo>
                  <a:pt x="1988053" y="2351476"/>
                </a:lnTo>
                <a:lnTo>
                  <a:pt x="1987627" y="2351367"/>
                </a:lnTo>
                <a:lnTo>
                  <a:pt x="1987210" y="2351253"/>
                </a:lnTo>
                <a:lnTo>
                  <a:pt x="1986800" y="2351132"/>
                </a:lnTo>
                <a:lnTo>
                  <a:pt x="1986399" y="2351006"/>
                </a:lnTo>
                <a:lnTo>
                  <a:pt x="1986007" y="2350874"/>
                </a:lnTo>
                <a:lnTo>
                  <a:pt x="1985622" y="2350736"/>
                </a:lnTo>
                <a:lnTo>
                  <a:pt x="1985246" y="2350592"/>
                </a:lnTo>
                <a:lnTo>
                  <a:pt x="1984877" y="2350440"/>
                </a:lnTo>
                <a:lnTo>
                  <a:pt x="1984515" y="2350282"/>
                </a:lnTo>
                <a:lnTo>
                  <a:pt x="1984162" y="2350116"/>
                </a:lnTo>
                <a:lnTo>
                  <a:pt x="1983816" y="2349944"/>
                </a:lnTo>
                <a:lnTo>
                  <a:pt x="1983477" y="2349764"/>
                </a:lnTo>
                <a:lnTo>
                  <a:pt x="1983147" y="2349577"/>
                </a:lnTo>
                <a:lnTo>
                  <a:pt x="1982823" y="2349384"/>
                </a:lnTo>
                <a:lnTo>
                  <a:pt x="1982508" y="2349183"/>
                </a:lnTo>
                <a:lnTo>
                  <a:pt x="1982200" y="2348975"/>
                </a:lnTo>
                <a:lnTo>
                  <a:pt x="1981900" y="2348760"/>
                </a:lnTo>
                <a:lnTo>
                  <a:pt x="1981607" y="2348538"/>
                </a:lnTo>
                <a:lnTo>
                  <a:pt x="1981322" y="2348309"/>
                </a:lnTo>
                <a:lnTo>
                  <a:pt x="1981045" y="2348073"/>
                </a:lnTo>
                <a:lnTo>
                  <a:pt x="1980775" y="2347830"/>
                </a:lnTo>
                <a:lnTo>
                  <a:pt x="1980513" y="2347580"/>
                </a:lnTo>
                <a:lnTo>
                  <a:pt x="1980258" y="2347323"/>
                </a:lnTo>
                <a:lnTo>
                  <a:pt x="1980011" y="2347059"/>
                </a:lnTo>
                <a:lnTo>
                  <a:pt x="1979772" y="2346788"/>
                </a:lnTo>
                <a:lnTo>
                  <a:pt x="1979541" y="2346509"/>
                </a:lnTo>
                <a:lnTo>
                  <a:pt x="1979317" y="2346224"/>
                </a:lnTo>
                <a:lnTo>
                  <a:pt x="1979100" y="2345932"/>
                </a:lnTo>
                <a:lnTo>
                  <a:pt x="1978892" y="2345632"/>
                </a:lnTo>
                <a:lnTo>
                  <a:pt x="1978691" y="2345326"/>
                </a:lnTo>
                <a:lnTo>
                  <a:pt x="1978497" y="2345013"/>
                </a:lnTo>
                <a:lnTo>
                  <a:pt x="1978312" y="2344692"/>
                </a:lnTo>
                <a:lnTo>
                  <a:pt x="1978136" y="2344364"/>
                </a:lnTo>
                <a:lnTo>
                  <a:pt x="1977967" y="2344030"/>
                </a:lnTo>
                <a:lnTo>
                  <a:pt x="1977807" y="2343688"/>
                </a:lnTo>
                <a:lnTo>
                  <a:pt x="1977655" y="2343339"/>
                </a:lnTo>
                <a:lnTo>
                  <a:pt x="1977511" y="2342984"/>
                </a:lnTo>
                <a:lnTo>
                  <a:pt x="1977376" y="2342621"/>
                </a:lnTo>
                <a:lnTo>
                  <a:pt x="1977248" y="2342251"/>
                </a:lnTo>
                <a:lnTo>
                  <a:pt x="1977129" y="2341874"/>
                </a:lnTo>
                <a:lnTo>
                  <a:pt x="1977018" y="2341490"/>
                </a:lnTo>
                <a:lnTo>
                  <a:pt x="1976915" y="2341099"/>
                </a:lnTo>
                <a:lnTo>
                  <a:pt x="1976821" y="2340701"/>
                </a:lnTo>
                <a:lnTo>
                  <a:pt x="1976735" y="2340296"/>
                </a:lnTo>
                <a:lnTo>
                  <a:pt x="1976657" y="2339884"/>
                </a:lnTo>
                <a:lnTo>
                  <a:pt x="1976587" y="2339465"/>
                </a:lnTo>
                <a:lnTo>
                  <a:pt x="1976525" y="2339039"/>
                </a:lnTo>
                <a:lnTo>
                  <a:pt x="1976472" y="2338606"/>
                </a:lnTo>
                <a:lnTo>
                  <a:pt x="1976426" y="2338165"/>
                </a:lnTo>
                <a:lnTo>
                  <a:pt x="1976389" y="2337718"/>
                </a:lnTo>
                <a:lnTo>
                  <a:pt x="1976361" y="2337264"/>
                </a:lnTo>
                <a:lnTo>
                  <a:pt x="1976340" y="2336802"/>
                </a:lnTo>
                <a:lnTo>
                  <a:pt x="1976328" y="2336334"/>
                </a:lnTo>
                <a:lnTo>
                  <a:pt x="1976324" y="2335858"/>
                </a:lnTo>
                <a:lnTo>
                  <a:pt x="1976324" y="2290887"/>
                </a:lnTo>
                <a:lnTo>
                  <a:pt x="2015378" y="2290887"/>
                </a:lnTo>
                <a:lnTo>
                  <a:pt x="2015378" y="2277699"/>
                </a:lnTo>
                <a:lnTo>
                  <a:pt x="1976324" y="2277699"/>
                </a:lnTo>
                <a:lnTo>
                  <a:pt x="1976324" y="2250141"/>
                </a:lnTo>
                <a:lnTo>
                  <a:pt x="1965841" y="2250141"/>
                </a:lnTo>
                <a:lnTo>
                  <a:pt x="1959924" y="2277699"/>
                </a:lnTo>
                <a:lnTo>
                  <a:pt x="1934395" y="2277699"/>
                </a:lnTo>
                <a:lnTo>
                  <a:pt x="1934395" y="2290887"/>
                </a:lnTo>
                <a:lnTo>
                  <a:pt x="1959417" y="2290887"/>
                </a:lnTo>
                <a:lnTo>
                  <a:pt x="1959417" y="2337211"/>
                </a:lnTo>
                <a:lnTo>
                  <a:pt x="1959432" y="2338464"/>
                </a:lnTo>
                <a:lnTo>
                  <a:pt x="1959479" y="2339688"/>
                </a:lnTo>
                <a:lnTo>
                  <a:pt x="1959557" y="2340883"/>
                </a:lnTo>
                <a:lnTo>
                  <a:pt x="1959666" y="2342048"/>
                </a:lnTo>
                <a:lnTo>
                  <a:pt x="1959806" y="2343184"/>
                </a:lnTo>
                <a:lnTo>
                  <a:pt x="1959977" y="2344290"/>
                </a:lnTo>
                <a:lnTo>
                  <a:pt x="1960179" y="2345368"/>
                </a:lnTo>
                <a:lnTo>
                  <a:pt x="1960412" y="2346416"/>
                </a:lnTo>
                <a:lnTo>
                  <a:pt x="1960677" y="2347434"/>
                </a:lnTo>
                <a:lnTo>
                  <a:pt x="1960972" y="2348423"/>
                </a:lnTo>
                <a:lnTo>
                  <a:pt x="1961299" y="2349383"/>
                </a:lnTo>
                <a:lnTo>
                  <a:pt x="1961657" y="2350313"/>
                </a:lnTo>
                <a:lnTo>
                  <a:pt x="1962046" y="2351215"/>
                </a:lnTo>
                <a:lnTo>
                  <a:pt x="1962466" y="2352086"/>
                </a:lnTo>
                <a:lnTo>
                  <a:pt x="1962917" y="2352929"/>
                </a:lnTo>
                <a:lnTo>
                  <a:pt x="1963399" y="2353742"/>
                </a:lnTo>
                <a:lnTo>
                  <a:pt x="1963913" y="2354526"/>
                </a:lnTo>
                <a:lnTo>
                  <a:pt x="1964457" y="2355280"/>
                </a:lnTo>
                <a:lnTo>
                  <a:pt x="1965033" y="2356005"/>
                </a:lnTo>
                <a:lnTo>
                  <a:pt x="1965639" y="2356701"/>
                </a:lnTo>
                <a:lnTo>
                  <a:pt x="1966277" y="2357367"/>
                </a:lnTo>
                <a:lnTo>
                  <a:pt x="1966946" y="2358004"/>
                </a:lnTo>
                <a:lnTo>
                  <a:pt x="1967646" y="2358611"/>
                </a:lnTo>
                <a:lnTo>
                  <a:pt x="1968377" y="2359190"/>
                </a:lnTo>
                <a:lnTo>
                  <a:pt x="1969135" y="2359728"/>
                </a:lnTo>
                <a:lnTo>
                  <a:pt x="1969914" y="2360243"/>
                </a:lnTo>
                <a:lnTo>
                  <a:pt x="1970715" y="2360735"/>
                </a:lnTo>
                <a:lnTo>
                  <a:pt x="1971538" y="2361204"/>
                </a:lnTo>
                <a:lnTo>
                  <a:pt x="1972383" y="2361651"/>
                </a:lnTo>
                <a:lnTo>
                  <a:pt x="1973249" y="2362074"/>
                </a:lnTo>
                <a:lnTo>
                  <a:pt x="1974137" y="2362475"/>
                </a:lnTo>
                <a:lnTo>
                  <a:pt x="1975046" y="2362853"/>
                </a:lnTo>
                <a:lnTo>
                  <a:pt x="1975978" y="2363208"/>
                </a:lnTo>
                <a:lnTo>
                  <a:pt x="1976931" y="2363540"/>
                </a:lnTo>
                <a:lnTo>
                  <a:pt x="1977905" y="2363849"/>
                </a:lnTo>
                <a:lnTo>
                  <a:pt x="1978902" y="2364135"/>
                </a:lnTo>
                <a:lnTo>
                  <a:pt x="1979920" y="2364398"/>
                </a:lnTo>
                <a:lnTo>
                  <a:pt x="1980960" y="2364638"/>
                </a:lnTo>
                <a:lnTo>
                  <a:pt x="1982022" y="2364856"/>
                </a:lnTo>
                <a:lnTo>
                  <a:pt x="1983105" y="2365051"/>
                </a:lnTo>
                <a:lnTo>
                  <a:pt x="1984210" y="2365222"/>
                </a:lnTo>
                <a:lnTo>
                  <a:pt x="1985337" y="2365371"/>
                </a:lnTo>
                <a:lnTo>
                  <a:pt x="1986486" y="2365497"/>
                </a:lnTo>
                <a:lnTo>
                  <a:pt x="1987656" y="2365600"/>
                </a:lnTo>
                <a:lnTo>
                  <a:pt x="1988848" y="2365680"/>
                </a:lnTo>
                <a:lnTo>
                  <a:pt x="1990061" y="2365737"/>
                </a:lnTo>
                <a:lnTo>
                  <a:pt x="1991297" y="2365772"/>
                </a:lnTo>
                <a:lnTo>
                  <a:pt x="1992554" y="2365783"/>
                </a:lnTo>
                <a:lnTo>
                  <a:pt x="1993075" y="2365781"/>
                </a:lnTo>
                <a:lnTo>
                  <a:pt x="1993597" y="2365774"/>
                </a:lnTo>
                <a:lnTo>
                  <a:pt x="1994118" y="2365762"/>
                </a:lnTo>
                <a:lnTo>
                  <a:pt x="1994639" y="2365746"/>
                </a:lnTo>
                <a:lnTo>
                  <a:pt x="1995161" y="2365725"/>
                </a:lnTo>
                <a:lnTo>
                  <a:pt x="1995682" y="2365699"/>
                </a:lnTo>
                <a:lnTo>
                  <a:pt x="1996203" y="2365668"/>
                </a:lnTo>
                <a:lnTo>
                  <a:pt x="1996724" y="2365633"/>
                </a:lnTo>
                <a:lnTo>
                  <a:pt x="1997246" y="2365593"/>
                </a:lnTo>
                <a:close/>
                <a:moveTo>
                  <a:pt x="1780235" y="2365438"/>
                </a:moveTo>
                <a:lnTo>
                  <a:pt x="1781033" y="2365332"/>
                </a:lnTo>
                <a:lnTo>
                  <a:pt x="1781822" y="2365213"/>
                </a:lnTo>
                <a:lnTo>
                  <a:pt x="1782604" y="2365079"/>
                </a:lnTo>
                <a:lnTo>
                  <a:pt x="1783377" y="2364931"/>
                </a:lnTo>
                <a:lnTo>
                  <a:pt x="1784142" y="2364769"/>
                </a:lnTo>
                <a:lnTo>
                  <a:pt x="1784899" y="2364593"/>
                </a:lnTo>
                <a:lnTo>
                  <a:pt x="1785647" y="2364402"/>
                </a:lnTo>
                <a:lnTo>
                  <a:pt x="1786387" y="2364198"/>
                </a:lnTo>
                <a:lnTo>
                  <a:pt x="1787119" y="2363980"/>
                </a:lnTo>
                <a:lnTo>
                  <a:pt x="1787843" y="2363747"/>
                </a:lnTo>
                <a:lnTo>
                  <a:pt x="1788559" y="2363501"/>
                </a:lnTo>
                <a:lnTo>
                  <a:pt x="1789266" y="2363240"/>
                </a:lnTo>
                <a:lnTo>
                  <a:pt x="1789965" y="2362965"/>
                </a:lnTo>
                <a:lnTo>
                  <a:pt x="1790656" y="2362677"/>
                </a:lnTo>
                <a:lnTo>
                  <a:pt x="1791339" y="2362374"/>
                </a:lnTo>
                <a:lnTo>
                  <a:pt x="1792013" y="2362057"/>
                </a:lnTo>
                <a:lnTo>
                  <a:pt x="1792680" y="2361726"/>
                </a:lnTo>
                <a:lnTo>
                  <a:pt x="1793350" y="2361367"/>
                </a:lnTo>
                <a:lnTo>
                  <a:pt x="1794008" y="2360995"/>
                </a:lnTo>
                <a:lnTo>
                  <a:pt x="1794653" y="2360611"/>
                </a:lnTo>
                <a:lnTo>
                  <a:pt x="1795286" y="2360213"/>
                </a:lnTo>
                <a:lnTo>
                  <a:pt x="1795907" y="2359803"/>
                </a:lnTo>
                <a:lnTo>
                  <a:pt x="1796515" y="2359380"/>
                </a:lnTo>
                <a:lnTo>
                  <a:pt x="1797111" y="2358944"/>
                </a:lnTo>
                <a:lnTo>
                  <a:pt x="1797695" y="2358495"/>
                </a:lnTo>
                <a:lnTo>
                  <a:pt x="1798267" y="2358033"/>
                </a:lnTo>
                <a:lnTo>
                  <a:pt x="1798826" y="2357558"/>
                </a:lnTo>
                <a:lnTo>
                  <a:pt x="1799373" y="2357070"/>
                </a:lnTo>
                <a:lnTo>
                  <a:pt x="1799907" y="2356569"/>
                </a:lnTo>
                <a:lnTo>
                  <a:pt x="1800429" y="2356055"/>
                </a:lnTo>
                <a:lnTo>
                  <a:pt x="1800939" y="2355529"/>
                </a:lnTo>
                <a:lnTo>
                  <a:pt x="1801437" y="2354989"/>
                </a:lnTo>
                <a:lnTo>
                  <a:pt x="1801922" y="2354437"/>
                </a:lnTo>
                <a:lnTo>
                  <a:pt x="1802395" y="2353872"/>
                </a:lnTo>
                <a:lnTo>
                  <a:pt x="1802855" y="2353293"/>
                </a:lnTo>
                <a:lnTo>
                  <a:pt x="1803304" y="2352702"/>
                </a:lnTo>
                <a:lnTo>
                  <a:pt x="1803739" y="2352098"/>
                </a:lnTo>
                <a:lnTo>
                  <a:pt x="1804163" y="2351481"/>
                </a:lnTo>
                <a:lnTo>
                  <a:pt x="1804574" y="2350851"/>
                </a:lnTo>
                <a:lnTo>
                  <a:pt x="1804973" y="2350208"/>
                </a:lnTo>
                <a:lnTo>
                  <a:pt x="1805360" y="2349553"/>
                </a:lnTo>
                <a:lnTo>
                  <a:pt x="1805746" y="2348885"/>
                </a:lnTo>
                <a:lnTo>
                  <a:pt x="1806116" y="2348205"/>
                </a:lnTo>
                <a:lnTo>
                  <a:pt x="1806469" y="2347513"/>
                </a:lnTo>
                <a:lnTo>
                  <a:pt x="1806806" y="2346810"/>
                </a:lnTo>
                <a:lnTo>
                  <a:pt x="1807127" y="2346095"/>
                </a:lnTo>
                <a:lnTo>
                  <a:pt x="1807431" y="2345368"/>
                </a:lnTo>
                <a:lnTo>
                  <a:pt x="1807718" y="2344630"/>
                </a:lnTo>
                <a:lnTo>
                  <a:pt x="1807990" y="2343880"/>
                </a:lnTo>
                <a:lnTo>
                  <a:pt x="1808244" y="2343118"/>
                </a:lnTo>
                <a:lnTo>
                  <a:pt x="1808483" y="2342344"/>
                </a:lnTo>
                <a:lnTo>
                  <a:pt x="1808705" y="2341558"/>
                </a:lnTo>
                <a:lnTo>
                  <a:pt x="1808910" y="2340761"/>
                </a:lnTo>
                <a:lnTo>
                  <a:pt x="1809099" y="2339952"/>
                </a:lnTo>
                <a:lnTo>
                  <a:pt x="1809272" y="2339132"/>
                </a:lnTo>
                <a:lnTo>
                  <a:pt x="1809428" y="2338299"/>
                </a:lnTo>
                <a:lnTo>
                  <a:pt x="1809568" y="2337455"/>
                </a:lnTo>
                <a:lnTo>
                  <a:pt x="1809691" y="2336599"/>
                </a:lnTo>
                <a:lnTo>
                  <a:pt x="1809798" y="2335732"/>
                </a:lnTo>
                <a:lnTo>
                  <a:pt x="1809888" y="2334852"/>
                </a:lnTo>
                <a:lnTo>
                  <a:pt x="1809962" y="2333961"/>
                </a:lnTo>
                <a:lnTo>
                  <a:pt x="1810020" y="2333058"/>
                </a:lnTo>
                <a:lnTo>
                  <a:pt x="1810061" y="2332144"/>
                </a:lnTo>
                <a:lnTo>
                  <a:pt x="1810085" y="2331217"/>
                </a:lnTo>
                <a:lnTo>
                  <a:pt x="1810094" y="2330279"/>
                </a:lnTo>
                <a:lnTo>
                  <a:pt x="1795047" y="2330279"/>
                </a:lnTo>
                <a:lnTo>
                  <a:pt x="1795042" y="2330964"/>
                </a:lnTo>
                <a:lnTo>
                  <a:pt x="1795028" y="2331639"/>
                </a:lnTo>
                <a:lnTo>
                  <a:pt x="1795004" y="2332303"/>
                </a:lnTo>
                <a:lnTo>
                  <a:pt x="1794971" y="2332956"/>
                </a:lnTo>
                <a:lnTo>
                  <a:pt x="1794929" y="2333599"/>
                </a:lnTo>
                <a:lnTo>
                  <a:pt x="1794878" y="2334231"/>
                </a:lnTo>
                <a:lnTo>
                  <a:pt x="1794816" y="2334853"/>
                </a:lnTo>
                <a:lnTo>
                  <a:pt x="1794746" y="2335464"/>
                </a:lnTo>
                <a:lnTo>
                  <a:pt x="1794666" y="2336064"/>
                </a:lnTo>
                <a:lnTo>
                  <a:pt x="1794577" y="2336654"/>
                </a:lnTo>
                <a:lnTo>
                  <a:pt x="1794478" y="2337234"/>
                </a:lnTo>
                <a:lnTo>
                  <a:pt x="1794370" y="2337803"/>
                </a:lnTo>
                <a:lnTo>
                  <a:pt x="1794253" y="2338361"/>
                </a:lnTo>
                <a:lnTo>
                  <a:pt x="1794126" y="2338909"/>
                </a:lnTo>
                <a:lnTo>
                  <a:pt x="1793990" y="2339446"/>
                </a:lnTo>
                <a:lnTo>
                  <a:pt x="1793844" y="2339972"/>
                </a:lnTo>
                <a:lnTo>
                  <a:pt x="1793689" y="2340488"/>
                </a:lnTo>
                <a:lnTo>
                  <a:pt x="1793525" y="2340994"/>
                </a:lnTo>
                <a:lnTo>
                  <a:pt x="1793351" y="2341489"/>
                </a:lnTo>
                <a:lnTo>
                  <a:pt x="1793168" y="2341973"/>
                </a:lnTo>
                <a:lnTo>
                  <a:pt x="1792976" y="2342447"/>
                </a:lnTo>
                <a:lnTo>
                  <a:pt x="1792774" y="2342910"/>
                </a:lnTo>
                <a:lnTo>
                  <a:pt x="1792562" y="2343362"/>
                </a:lnTo>
                <a:lnTo>
                  <a:pt x="1792341" y="2343805"/>
                </a:lnTo>
                <a:lnTo>
                  <a:pt x="1792126" y="2344223"/>
                </a:lnTo>
                <a:lnTo>
                  <a:pt x="1791904" y="2344632"/>
                </a:lnTo>
                <a:lnTo>
                  <a:pt x="1791673" y="2345033"/>
                </a:lnTo>
                <a:lnTo>
                  <a:pt x="1791435" y="2345425"/>
                </a:lnTo>
                <a:lnTo>
                  <a:pt x="1791189" y="2345808"/>
                </a:lnTo>
                <a:lnTo>
                  <a:pt x="1790936" y="2346182"/>
                </a:lnTo>
                <a:lnTo>
                  <a:pt x="1790675" y="2346547"/>
                </a:lnTo>
                <a:lnTo>
                  <a:pt x="1790407" y="2346904"/>
                </a:lnTo>
                <a:lnTo>
                  <a:pt x="1790130" y="2347252"/>
                </a:lnTo>
                <a:lnTo>
                  <a:pt x="1789847" y="2347591"/>
                </a:lnTo>
                <a:lnTo>
                  <a:pt x="1789555" y="2347921"/>
                </a:lnTo>
                <a:lnTo>
                  <a:pt x="1789256" y="2348243"/>
                </a:lnTo>
                <a:lnTo>
                  <a:pt x="1788949" y="2348555"/>
                </a:lnTo>
                <a:lnTo>
                  <a:pt x="1788635" y="2348859"/>
                </a:lnTo>
                <a:lnTo>
                  <a:pt x="1788313" y="2349154"/>
                </a:lnTo>
                <a:lnTo>
                  <a:pt x="1787983" y="2349440"/>
                </a:lnTo>
                <a:lnTo>
                  <a:pt x="1787646" y="2349718"/>
                </a:lnTo>
                <a:lnTo>
                  <a:pt x="1787301" y="2349986"/>
                </a:lnTo>
                <a:lnTo>
                  <a:pt x="1786949" y="2350246"/>
                </a:lnTo>
                <a:lnTo>
                  <a:pt x="1786588" y="2350497"/>
                </a:lnTo>
                <a:lnTo>
                  <a:pt x="1786221" y="2350739"/>
                </a:lnTo>
                <a:lnTo>
                  <a:pt x="1785845" y="2350972"/>
                </a:lnTo>
                <a:lnTo>
                  <a:pt x="1785462" y="2351197"/>
                </a:lnTo>
                <a:lnTo>
                  <a:pt x="1785072" y="2351413"/>
                </a:lnTo>
                <a:lnTo>
                  <a:pt x="1784689" y="2351606"/>
                </a:lnTo>
                <a:lnTo>
                  <a:pt x="1784300" y="2351791"/>
                </a:lnTo>
                <a:lnTo>
                  <a:pt x="1783907" y="2351967"/>
                </a:lnTo>
                <a:lnTo>
                  <a:pt x="1783508" y="2352136"/>
                </a:lnTo>
                <a:lnTo>
                  <a:pt x="1783104" y="2352296"/>
                </a:lnTo>
                <a:lnTo>
                  <a:pt x="1782694" y="2352448"/>
                </a:lnTo>
                <a:lnTo>
                  <a:pt x="1782279" y="2352592"/>
                </a:lnTo>
                <a:lnTo>
                  <a:pt x="1781859" y="2352728"/>
                </a:lnTo>
                <a:lnTo>
                  <a:pt x="1781434" y="2352855"/>
                </a:lnTo>
                <a:lnTo>
                  <a:pt x="1781004" y="2352974"/>
                </a:lnTo>
                <a:lnTo>
                  <a:pt x="1780568" y="2353085"/>
                </a:lnTo>
                <a:lnTo>
                  <a:pt x="1780126" y="2353188"/>
                </a:lnTo>
                <a:lnTo>
                  <a:pt x="1779680" y="2353282"/>
                </a:lnTo>
                <a:lnTo>
                  <a:pt x="1779228" y="2353369"/>
                </a:lnTo>
                <a:lnTo>
                  <a:pt x="1778771" y="2353447"/>
                </a:lnTo>
                <a:lnTo>
                  <a:pt x="1778309" y="2353517"/>
                </a:lnTo>
                <a:lnTo>
                  <a:pt x="1777841" y="2353578"/>
                </a:lnTo>
                <a:lnTo>
                  <a:pt x="1777369" y="2353632"/>
                </a:lnTo>
                <a:lnTo>
                  <a:pt x="1776890" y="2353677"/>
                </a:lnTo>
                <a:lnTo>
                  <a:pt x="1776407" y="2353714"/>
                </a:lnTo>
                <a:lnTo>
                  <a:pt x="1775918" y="2353742"/>
                </a:lnTo>
                <a:lnTo>
                  <a:pt x="1775424" y="2353763"/>
                </a:lnTo>
                <a:lnTo>
                  <a:pt x="1774925" y="2353775"/>
                </a:lnTo>
                <a:lnTo>
                  <a:pt x="1774421" y="2353779"/>
                </a:lnTo>
                <a:lnTo>
                  <a:pt x="1773596" y="2353767"/>
                </a:lnTo>
                <a:lnTo>
                  <a:pt x="1772784" y="2353731"/>
                </a:lnTo>
                <a:lnTo>
                  <a:pt x="1771985" y="2353671"/>
                </a:lnTo>
                <a:lnTo>
                  <a:pt x="1771199" y="2353587"/>
                </a:lnTo>
                <a:lnTo>
                  <a:pt x="1770426" y="2353479"/>
                </a:lnTo>
                <a:lnTo>
                  <a:pt x="1769666" y="2353346"/>
                </a:lnTo>
                <a:lnTo>
                  <a:pt x="1768918" y="2353190"/>
                </a:lnTo>
                <a:lnTo>
                  <a:pt x="1768184" y="2353009"/>
                </a:lnTo>
                <a:lnTo>
                  <a:pt x="1767462" y="2352805"/>
                </a:lnTo>
                <a:lnTo>
                  <a:pt x="1766754" y="2352576"/>
                </a:lnTo>
                <a:lnTo>
                  <a:pt x="1766058" y="2352323"/>
                </a:lnTo>
                <a:lnTo>
                  <a:pt x="1765375" y="2352047"/>
                </a:lnTo>
                <a:lnTo>
                  <a:pt x="1764706" y="2351746"/>
                </a:lnTo>
                <a:lnTo>
                  <a:pt x="1764049" y="2351421"/>
                </a:lnTo>
                <a:lnTo>
                  <a:pt x="1763405" y="2351072"/>
                </a:lnTo>
                <a:lnTo>
                  <a:pt x="1762774" y="2350699"/>
                </a:lnTo>
                <a:lnTo>
                  <a:pt x="1762155" y="2350302"/>
                </a:lnTo>
                <a:lnTo>
                  <a:pt x="1761550" y="2349880"/>
                </a:lnTo>
                <a:lnTo>
                  <a:pt x="1760958" y="2349435"/>
                </a:lnTo>
                <a:lnTo>
                  <a:pt x="1760379" y="2348966"/>
                </a:lnTo>
                <a:lnTo>
                  <a:pt x="1759812" y="2348472"/>
                </a:lnTo>
                <a:lnTo>
                  <a:pt x="1759258" y="2347955"/>
                </a:lnTo>
                <a:lnTo>
                  <a:pt x="1758718" y="2347413"/>
                </a:lnTo>
                <a:lnTo>
                  <a:pt x="1758190" y="2346848"/>
                </a:lnTo>
                <a:lnTo>
                  <a:pt x="1757693" y="2346259"/>
                </a:lnTo>
                <a:lnTo>
                  <a:pt x="1757218" y="2345648"/>
                </a:lnTo>
                <a:lnTo>
                  <a:pt x="1756764" y="2345014"/>
                </a:lnTo>
                <a:lnTo>
                  <a:pt x="1756330" y="2344359"/>
                </a:lnTo>
                <a:lnTo>
                  <a:pt x="1755918" y="2343681"/>
                </a:lnTo>
                <a:lnTo>
                  <a:pt x="1755527" y="2342980"/>
                </a:lnTo>
                <a:lnTo>
                  <a:pt x="1755157" y="2342258"/>
                </a:lnTo>
                <a:lnTo>
                  <a:pt x="1754809" y="2341513"/>
                </a:lnTo>
                <a:lnTo>
                  <a:pt x="1754481" y="2340745"/>
                </a:lnTo>
                <a:lnTo>
                  <a:pt x="1754175" y="2339956"/>
                </a:lnTo>
                <a:lnTo>
                  <a:pt x="1753889" y="2339144"/>
                </a:lnTo>
                <a:lnTo>
                  <a:pt x="1753625" y="2338310"/>
                </a:lnTo>
                <a:lnTo>
                  <a:pt x="1753382" y="2337453"/>
                </a:lnTo>
                <a:lnTo>
                  <a:pt x="1753160" y="2336574"/>
                </a:lnTo>
                <a:lnTo>
                  <a:pt x="1752959" y="2335673"/>
                </a:lnTo>
                <a:lnTo>
                  <a:pt x="1752780" y="2334750"/>
                </a:lnTo>
                <a:lnTo>
                  <a:pt x="1752621" y="2333804"/>
                </a:lnTo>
                <a:lnTo>
                  <a:pt x="1752484" y="2332836"/>
                </a:lnTo>
                <a:lnTo>
                  <a:pt x="1752368" y="2331846"/>
                </a:lnTo>
                <a:lnTo>
                  <a:pt x="1752273" y="2330833"/>
                </a:lnTo>
                <a:lnTo>
                  <a:pt x="1752199" y="2329798"/>
                </a:lnTo>
                <a:lnTo>
                  <a:pt x="1752146" y="2328741"/>
                </a:lnTo>
                <a:lnTo>
                  <a:pt x="1752114" y="2327662"/>
                </a:lnTo>
                <a:lnTo>
                  <a:pt x="1752104" y="2326560"/>
                </a:lnTo>
                <a:lnTo>
                  <a:pt x="1752104" y="2315232"/>
                </a:lnTo>
                <a:lnTo>
                  <a:pt x="1752114" y="2314089"/>
                </a:lnTo>
                <a:lnTo>
                  <a:pt x="1752147" y="2312972"/>
                </a:lnTo>
                <a:lnTo>
                  <a:pt x="1752201" y="2311880"/>
                </a:lnTo>
                <a:lnTo>
                  <a:pt x="1752277" y="2310813"/>
                </a:lnTo>
                <a:lnTo>
                  <a:pt x="1752375" y="2309771"/>
                </a:lnTo>
                <a:lnTo>
                  <a:pt x="1752494" y="2308755"/>
                </a:lnTo>
                <a:lnTo>
                  <a:pt x="1752636" y="2307764"/>
                </a:lnTo>
                <a:lnTo>
                  <a:pt x="1752799" y="2306798"/>
                </a:lnTo>
                <a:lnTo>
                  <a:pt x="1752983" y="2305857"/>
                </a:lnTo>
                <a:lnTo>
                  <a:pt x="1753190" y="2304941"/>
                </a:lnTo>
                <a:lnTo>
                  <a:pt x="1753418" y="2304051"/>
                </a:lnTo>
                <a:lnTo>
                  <a:pt x="1753667" y="2303186"/>
                </a:lnTo>
                <a:lnTo>
                  <a:pt x="1753939" y="2302346"/>
                </a:lnTo>
                <a:lnTo>
                  <a:pt x="1754232" y="2301532"/>
                </a:lnTo>
                <a:lnTo>
                  <a:pt x="1754547" y="2300742"/>
                </a:lnTo>
                <a:lnTo>
                  <a:pt x="1754884" y="2299978"/>
                </a:lnTo>
                <a:lnTo>
                  <a:pt x="1755242" y="2299240"/>
                </a:lnTo>
                <a:lnTo>
                  <a:pt x="1755622" y="2298526"/>
                </a:lnTo>
                <a:lnTo>
                  <a:pt x="1756024" y="2297838"/>
                </a:lnTo>
                <a:lnTo>
                  <a:pt x="1756448" y="2297175"/>
                </a:lnTo>
                <a:lnTo>
                  <a:pt x="1756893" y="2296537"/>
                </a:lnTo>
                <a:lnTo>
                  <a:pt x="1757360" y="2295924"/>
                </a:lnTo>
                <a:lnTo>
                  <a:pt x="1757849" y="2295337"/>
                </a:lnTo>
                <a:lnTo>
                  <a:pt x="1758359" y="2294775"/>
                </a:lnTo>
                <a:lnTo>
                  <a:pt x="1758899" y="2294223"/>
                </a:lnTo>
                <a:lnTo>
                  <a:pt x="1759449" y="2293695"/>
                </a:lnTo>
                <a:lnTo>
                  <a:pt x="1760007" y="2293190"/>
                </a:lnTo>
                <a:lnTo>
                  <a:pt x="1760576" y="2292709"/>
                </a:lnTo>
                <a:lnTo>
                  <a:pt x="1761153" y="2292251"/>
                </a:lnTo>
                <a:lnTo>
                  <a:pt x="1761740" y="2291816"/>
                </a:lnTo>
                <a:lnTo>
                  <a:pt x="1762337" y="2291405"/>
                </a:lnTo>
                <a:lnTo>
                  <a:pt x="1762943" y="2291018"/>
                </a:lnTo>
                <a:lnTo>
                  <a:pt x="1763558" y="2290654"/>
                </a:lnTo>
                <a:lnTo>
                  <a:pt x="1764182" y="2290314"/>
                </a:lnTo>
                <a:lnTo>
                  <a:pt x="1764816" y="2289997"/>
                </a:lnTo>
                <a:lnTo>
                  <a:pt x="1765460" y="2289703"/>
                </a:lnTo>
                <a:lnTo>
                  <a:pt x="1766113" y="2289433"/>
                </a:lnTo>
                <a:lnTo>
                  <a:pt x="1766775" y="2289186"/>
                </a:lnTo>
                <a:lnTo>
                  <a:pt x="1767446" y="2288963"/>
                </a:lnTo>
                <a:lnTo>
                  <a:pt x="1768127" y="2288764"/>
                </a:lnTo>
                <a:lnTo>
                  <a:pt x="1768818" y="2288588"/>
                </a:lnTo>
                <a:lnTo>
                  <a:pt x="1769517" y="2288435"/>
                </a:lnTo>
                <a:lnTo>
                  <a:pt x="1770227" y="2288306"/>
                </a:lnTo>
                <a:lnTo>
                  <a:pt x="1770945" y="2288200"/>
                </a:lnTo>
                <a:lnTo>
                  <a:pt x="1771673" y="2288118"/>
                </a:lnTo>
                <a:lnTo>
                  <a:pt x="1772410" y="2288059"/>
                </a:lnTo>
                <a:lnTo>
                  <a:pt x="1773157" y="2288024"/>
                </a:lnTo>
                <a:lnTo>
                  <a:pt x="1773913" y="2288012"/>
                </a:lnTo>
                <a:lnTo>
                  <a:pt x="1774432" y="2288017"/>
                </a:lnTo>
                <a:lnTo>
                  <a:pt x="1774944" y="2288030"/>
                </a:lnTo>
                <a:lnTo>
                  <a:pt x="1775451" y="2288052"/>
                </a:lnTo>
                <a:lnTo>
                  <a:pt x="1775951" y="2288083"/>
                </a:lnTo>
                <a:lnTo>
                  <a:pt x="1776446" y="2288122"/>
                </a:lnTo>
                <a:lnTo>
                  <a:pt x="1776935" y="2288171"/>
                </a:lnTo>
                <a:lnTo>
                  <a:pt x="1777418" y="2288228"/>
                </a:lnTo>
                <a:lnTo>
                  <a:pt x="1777896" y="2288294"/>
                </a:lnTo>
                <a:lnTo>
                  <a:pt x="1778367" y="2288369"/>
                </a:lnTo>
                <a:lnTo>
                  <a:pt x="1778833" y="2288453"/>
                </a:lnTo>
                <a:lnTo>
                  <a:pt x="1779292" y="2288545"/>
                </a:lnTo>
                <a:lnTo>
                  <a:pt x="1779746" y="2288646"/>
                </a:lnTo>
                <a:lnTo>
                  <a:pt x="1780194" y="2288756"/>
                </a:lnTo>
                <a:lnTo>
                  <a:pt x="1780636" y="2288875"/>
                </a:lnTo>
                <a:lnTo>
                  <a:pt x="1781072" y="2289003"/>
                </a:lnTo>
                <a:lnTo>
                  <a:pt x="1781503" y="2289139"/>
                </a:lnTo>
                <a:lnTo>
                  <a:pt x="1781927" y="2289285"/>
                </a:lnTo>
                <a:lnTo>
                  <a:pt x="1782346" y="2289439"/>
                </a:lnTo>
                <a:lnTo>
                  <a:pt x="1782758" y="2289602"/>
                </a:lnTo>
                <a:lnTo>
                  <a:pt x="1783165" y="2289773"/>
                </a:lnTo>
                <a:lnTo>
                  <a:pt x="1783566" y="2289954"/>
                </a:lnTo>
                <a:lnTo>
                  <a:pt x="1783961" y="2290143"/>
                </a:lnTo>
                <a:lnTo>
                  <a:pt x="1784350" y="2290341"/>
                </a:lnTo>
                <a:lnTo>
                  <a:pt x="1784734" y="2290548"/>
                </a:lnTo>
                <a:lnTo>
                  <a:pt x="1785125" y="2290750"/>
                </a:lnTo>
                <a:lnTo>
                  <a:pt x="1785508" y="2290963"/>
                </a:lnTo>
                <a:lnTo>
                  <a:pt x="1785885" y="2291185"/>
                </a:lnTo>
                <a:lnTo>
                  <a:pt x="1786255" y="2291417"/>
                </a:lnTo>
                <a:lnTo>
                  <a:pt x="1786618" y="2291659"/>
                </a:lnTo>
                <a:lnTo>
                  <a:pt x="1786974" y="2291911"/>
                </a:lnTo>
                <a:lnTo>
                  <a:pt x="1787322" y="2292173"/>
                </a:lnTo>
                <a:lnTo>
                  <a:pt x="1787664" y="2292446"/>
                </a:lnTo>
                <a:lnTo>
                  <a:pt x="1787999" y="2292728"/>
                </a:lnTo>
                <a:lnTo>
                  <a:pt x="1788326" y="2293020"/>
                </a:lnTo>
                <a:lnTo>
                  <a:pt x="1788647" y="2293322"/>
                </a:lnTo>
                <a:lnTo>
                  <a:pt x="1788960" y="2293634"/>
                </a:lnTo>
                <a:lnTo>
                  <a:pt x="1789267" y="2293956"/>
                </a:lnTo>
                <a:lnTo>
                  <a:pt x="1789566" y="2294288"/>
                </a:lnTo>
                <a:lnTo>
                  <a:pt x="1789858" y="2294630"/>
                </a:lnTo>
                <a:lnTo>
                  <a:pt x="1790144" y="2294982"/>
                </a:lnTo>
                <a:lnTo>
                  <a:pt x="1790422" y="2295343"/>
                </a:lnTo>
                <a:lnTo>
                  <a:pt x="1790693" y="2295715"/>
                </a:lnTo>
                <a:lnTo>
                  <a:pt x="1790957" y="2296097"/>
                </a:lnTo>
                <a:lnTo>
                  <a:pt x="1791214" y="2296489"/>
                </a:lnTo>
                <a:lnTo>
                  <a:pt x="1791465" y="2296891"/>
                </a:lnTo>
                <a:lnTo>
                  <a:pt x="1791708" y="2297303"/>
                </a:lnTo>
                <a:lnTo>
                  <a:pt x="1791944" y="2297725"/>
                </a:lnTo>
                <a:lnTo>
                  <a:pt x="1792173" y="2298156"/>
                </a:lnTo>
                <a:lnTo>
                  <a:pt x="1792393" y="2298585"/>
                </a:lnTo>
                <a:lnTo>
                  <a:pt x="1792605" y="2299024"/>
                </a:lnTo>
                <a:lnTo>
                  <a:pt x="1792807" y="2299475"/>
                </a:lnTo>
                <a:lnTo>
                  <a:pt x="1792999" y="2299936"/>
                </a:lnTo>
                <a:lnTo>
                  <a:pt x="1793182" y="2300409"/>
                </a:lnTo>
                <a:lnTo>
                  <a:pt x="1793356" y="2300893"/>
                </a:lnTo>
                <a:lnTo>
                  <a:pt x="1793520" y="2301388"/>
                </a:lnTo>
                <a:lnTo>
                  <a:pt x="1793675" y="2301895"/>
                </a:lnTo>
                <a:lnTo>
                  <a:pt x="1793821" y="2302412"/>
                </a:lnTo>
                <a:lnTo>
                  <a:pt x="1793957" y="2302941"/>
                </a:lnTo>
                <a:lnTo>
                  <a:pt x="1794084" y="2303481"/>
                </a:lnTo>
                <a:lnTo>
                  <a:pt x="1794201" y="2304031"/>
                </a:lnTo>
                <a:lnTo>
                  <a:pt x="1794309" y="2304594"/>
                </a:lnTo>
                <a:lnTo>
                  <a:pt x="1794408" y="2305167"/>
                </a:lnTo>
                <a:lnTo>
                  <a:pt x="1794497" y="2305751"/>
                </a:lnTo>
                <a:lnTo>
                  <a:pt x="1794577" y="2306347"/>
                </a:lnTo>
                <a:lnTo>
                  <a:pt x="1794648" y="2306953"/>
                </a:lnTo>
                <a:lnTo>
                  <a:pt x="1794709" y="2307571"/>
                </a:lnTo>
                <a:lnTo>
                  <a:pt x="1794760" y="2308200"/>
                </a:lnTo>
                <a:lnTo>
                  <a:pt x="1794803" y="2308840"/>
                </a:lnTo>
                <a:lnTo>
                  <a:pt x="1794835" y="2309492"/>
                </a:lnTo>
                <a:lnTo>
                  <a:pt x="1794859" y="2310154"/>
                </a:lnTo>
                <a:lnTo>
                  <a:pt x="1794873" y="2310828"/>
                </a:lnTo>
                <a:lnTo>
                  <a:pt x="1794878" y="2311513"/>
                </a:lnTo>
                <a:lnTo>
                  <a:pt x="1810094" y="2311513"/>
                </a:lnTo>
                <a:lnTo>
                  <a:pt x="1810086" y="2310589"/>
                </a:lnTo>
                <a:lnTo>
                  <a:pt x="1810062" y="2309676"/>
                </a:lnTo>
                <a:lnTo>
                  <a:pt x="1810022" y="2308776"/>
                </a:lnTo>
                <a:lnTo>
                  <a:pt x="1809967" y="2307887"/>
                </a:lnTo>
                <a:lnTo>
                  <a:pt x="1809895" y="2307010"/>
                </a:lnTo>
                <a:lnTo>
                  <a:pt x="1809808" y="2306145"/>
                </a:lnTo>
                <a:lnTo>
                  <a:pt x="1809705" y="2305291"/>
                </a:lnTo>
                <a:lnTo>
                  <a:pt x="1809586" y="2304449"/>
                </a:lnTo>
                <a:lnTo>
                  <a:pt x="1809452" y="2303619"/>
                </a:lnTo>
                <a:lnTo>
                  <a:pt x="1809301" y="2302801"/>
                </a:lnTo>
                <a:lnTo>
                  <a:pt x="1809135" y="2301994"/>
                </a:lnTo>
                <a:lnTo>
                  <a:pt x="1808952" y="2301200"/>
                </a:lnTo>
                <a:lnTo>
                  <a:pt x="1808754" y="2300417"/>
                </a:lnTo>
                <a:lnTo>
                  <a:pt x="1808540" y="2299645"/>
                </a:lnTo>
                <a:lnTo>
                  <a:pt x="1808310" y="2298886"/>
                </a:lnTo>
                <a:lnTo>
                  <a:pt x="1808065" y="2298138"/>
                </a:lnTo>
                <a:lnTo>
                  <a:pt x="1807803" y="2297402"/>
                </a:lnTo>
                <a:lnTo>
                  <a:pt x="1807526" y="2296677"/>
                </a:lnTo>
                <a:lnTo>
                  <a:pt x="1807233" y="2295964"/>
                </a:lnTo>
                <a:lnTo>
                  <a:pt x="1806924" y="2295264"/>
                </a:lnTo>
                <a:lnTo>
                  <a:pt x="1806599" y="2294574"/>
                </a:lnTo>
                <a:lnTo>
                  <a:pt x="1806258" y="2293897"/>
                </a:lnTo>
                <a:lnTo>
                  <a:pt x="1805901" y="2293231"/>
                </a:lnTo>
                <a:lnTo>
                  <a:pt x="1805529" y="2292577"/>
                </a:lnTo>
                <a:lnTo>
                  <a:pt x="1805142" y="2291922"/>
                </a:lnTo>
                <a:lnTo>
                  <a:pt x="1804744" y="2291279"/>
                </a:lnTo>
                <a:lnTo>
                  <a:pt x="1804335" y="2290649"/>
                </a:lnTo>
                <a:lnTo>
                  <a:pt x="1803913" y="2290032"/>
                </a:lnTo>
                <a:lnTo>
                  <a:pt x="1803480" y="2289428"/>
                </a:lnTo>
                <a:lnTo>
                  <a:pt x="1803035" y="2288837"/>
                </a:lnTo>
                <a:lnTo>
                  <a:pt x="1802578" y="2288258"/>
                </a:lnTo>
                <a:lnTo>
                  <a:pt x="1802110" y="2287693"/>
                </a:lnTo>
                <a:lnTo>
                  <a:pt x="1801630" y="2287141"/>
                </a:lnTo>
                <a:lnTo>
                  <a:pt x="1801138" y="2286601"/>
                </a:lnTo>
                <a:lnTo>
                  <a:pt x="1800634" y="2286075"/>
                </a:lnTo>
                <a:lnTo>
                  <a:pt x="1800119" y="2285561"/>
                </a:lnTo>
                <a:lnTo>
                  <a:pt x="1799591" y="2285060"/>
                </a:lnTo>
                <a:lnTo>
                  <a:pt x="1799053" y="2284572"/>
                </a:lnTo>
                <a:lnTo>
                  <a:pt x="1798502" y="2284097"/>
                </a:lnTo>
                <a:lnTo>
                  <a:pt x="1797940" y="2283635"/>
                </a:lnTo>
                <a:lnTo>
                  <a:pt x="1797365" y="2283186"/>
                </a:lnTo>
                <a:lnTo>
                  <a:pt x="1796780" y="2282750"/>
                </a:lnTo>
                <a:lnTo>
                  <a:pt x="1796182" y="2282327"/>
                </a:lnTo>
                <a:lnTo>
                  <a:pt x="1795573" y="2281917"/>
                </a:lnTo>
                <a:lnTo>
                  <a:pt x="1794952" y="2281519"/>
                </a:lnTo>
                <a:lnTo>
                  <a:pt x="1794319" y="2281135"/>
                </a:lnTo>
                <a:lnTo>
                  <a:pt x="1793674" y="2280763"/>
                </a:lnTo>
                <a:lnTo>
                  <a:pt x="1793018" y="2280404"/>
                </a:lnTo>
                <a:lnTo>
                  <a:pt x="1792351" y="2280046"/>
                </a:lnTo>
                <a:lnTo>
                  <a:pt x="1791676" y="2279702"/>
                </a:lnTo>
                <a:lnTo>
                  <a:pt x="1790992" y="2279374"/>
                </a:lnTo>
                <a:lnTo>
                  <a:pt x="1790299" y="2279061"/>
                </a:lnTo>
                <a:lnTo>
                  <a:pt x="1789597" y="2278764"/>
                </a:lnTo>
                <a:lnTo>
                  <a:pt x="1788886" y="2278481"/>
                </a:lnTo>
                <a:lnTo>
                  <a:pt x="1788167" y="2278214"/>
                </a:lnTo>
                <a:lnTo>
                  <a:pt x="1787439" y="2277962"/>
                </a:lnTo>
                <a:lnTo>
                  <a:pt x="1786702" y="2277726"/>
                </a:lnTo>
                <a:lnTo>
                  <a:pt x="1785956" y="2277504"/>
                </a:lnTo>
                <a:lnTo>
                  <a:pt x="1785201" y="2277298"/>
                </a:lnTo>
                <a:lnTo>
                  <a:pt x="1784438" y="2277108"/>
                </a:lnTo>
                <a:lnTo>
                  <a:pt x="1783665" y="2276932"/>
                </a:lnTo>
                <a:lnTo>
                  <a:pt x="1782884" y="2276772"/>
                </a:lnTo>
                <a:lnTo>
                  <a:pt x="1782095" y="2276627"/>
                </a:lnTo>
                <a:lnTo>
                  <a:pt x="1781296" y="2276497"/>
                </a:lnTo>
                <a:lnTo>
                  <a:pt x="1780488" y="2276383"/>
                </a:lnTo>
                <a:lnTo>
                  <a:pt x="1779672" y="2276283"/>
                </a:lnTo>
                <a:lnTo>
                  <a:pt x="1778847" y="2276199"/>
                </a:lnTo>
                <a:lnTo>
                  <a:pt x="1778013" y="2276131"/>
                </a:lnTo>
                <a:lnTo>
                  <a:pt x="1777170" y="2276077"/>
                </a:lnTo>
                <a:lnTo>
                  <a:pt x="1776319" y="2276039"/>
                </a:lnTo>
                <a:lnTo>
                  <a:pt x="1775459" y="2276016"/>
                </a:lnTo>
                <a:lnTo>
                  <a:pt x="1774590" y="2276009"/>
                </a:lnTo>
                <a:lnTo>
                  <a:pt x="1772561" y="2276009"/>
                </a:lnTo>
                <a:lnTo>
                  <a:pt x="1771873" y="2276014"/>
                </a:lnTo>
                <a:lnTo>
                  <a:pt x="1771189" y="2276030"/>
                </a:lnTo>
                <a:lnTo>
                  <a:pt x="1770511" y="2276056"/>
                </a:lnTo>
                <a:lnTo>
                  <a:pt x="1769837" y="2276093"/>
                </a:lnTo>
                <a:lnTo>
                  <a:pt x="1769168" y="2276141"/>
                </a:lnTo>
                <a:lnTo>
                  <a:pt x="1768503" y="2276199"/>
                </a:lnTo>
                <a:lnTo>
                  <a:pt x="1767843" y="2276268"/>
                </a:lnTo>
                <a:lnTo>
                  <a:pt x="1767188" y="2276347"/>
                </a:lnTo>
                <a:lnTo>
                  <a:pt x="1766538" y="2276437"/>
                </a:lnTo>
                <a:lnTo>
                  <a:pt x="1765892" y="2276537"/>
                </a:lnTo>
                <a:lnTo>
                  <a:pt x="1765251" y="2276648"/>
                </a:lnTo>
                <a:lnTo>
                  <a:pt x="1764615" y="2276769"/>
                </a:lnTo>
                <a:lnTo>
                  <a:pt x="1763983" y="2276901"/>
                </a:lnTo>
                <a:lnTo>
                  <a:pt x="1763356" y="2277044"/>
                </a:lnTo>
                <a:lnTo>
                  <a:pt x="1762734" y="2277197"/>
                </a:lnTo>
                <a:lnTo>
                  <a:pt x="1762116" y="2277361"/>
                </a:lnTo>
                <a:lnTo>
                  <a:pt x="1761503" y="2277535"/>
                </a:lnTo>
                <a:lnTo>
                  <a:pt x="1760895" y="2277720"/>
                </a:lnTo>
                <a:lnTo>
                  <a:pt x="1760292" y="2277916"/>
                </a:lnTo>
                <a:lnTo>
                  <a:pt x="1759693" y="2278122"/>
                </a:lnTo>
                <a:lnTo>
                  <a:pt x="1759099" y="2278338"/>
                </a:lnTo>
                <a:lnTo>
                  <a:pt x="1758509" y="2278566"/>
                </a:lnTo>
                <a:lnTo>
                  <a:pt x="1757925" y="2278803"/>
                </a:lnTo>
                <a:lnTo>
                  <a:pt x="1757345" y="2279052"/>
                </a:lnTo>
                <a:lnTo>
                  <a:pt x="1756770" y="2279296"/>
                </a:lnTo>
                <a:lnTo>
                  <a:pt x="1756201" y="2279551"/>
                </a:lnTo>
                <a:lnTo>
                  <a:pt x="1755638" y="2279815"/>
                </a:lnTo>
                <a:lnTo>
                  <a:pt x="1755081" y="2280090"/>
                </a:lnTo>
                <a:lnTo>
                  <a:pt x="1754530" y="2280374"/>
                </a:lnTo>
                <a:lnTo>
                  <a:pt x="1753984" y="2280668"/>
                </a:lnTo>
                <a:lnTo>
                  <a:pt x="1753445" y="2280973"/>
                </a:lnTo>
                <a:lnTo>
                  <a:pt x="1752911" y="2281287"/>
                </a:lnTo>
                <a:lnTo>
                  <a:pt x="1752384" y="2281611"/>
                </a:lnTo>
                <a:lnTo>
                  <a:pt x="1751862" y="2281946"/>
                </a:lnTo>
                <a:lnTo>
                  <a:pt x="1751346" y="2282290"/>
                </a:lnTo>
                <a:lnTo>
                  <a:pt x="1750836" y="2282644"/>
                </a:lnTo>
                <a:lnTo>
                  <a:pt x="1750331" y="2283009"/>
                </a:lnTo>
                <a:lnTo>
                  <a:pt x="1749833" y="2283383"/>
                </a:lnTo>
                <a:lnTo>
                  <a:pt x="1749340" y="2283767"/>
                </a:lnTo>
                <a:lnTo>
                  <a:pt x="1748854" y="2284161"/>
                </a:lnTo>
                <a:lnTo>
                  <a:pt x="1748373" y="2284565"/>
                </a:lnTo>
                <a:lnTo>
                  <a:pt x="1747898" y="2284980"/>
                </a:lnTo>
                <a:lnTo>
                  <a:pt x="1747429" y="2285404"/>
                </a:lnTo>
                <a:lnTo>
                  <a:pt x="1746966" y="2285838"/>
                </a:lnTo>
                <a:lnTo>
                  <a:pt x="1746509" y="2286282"/>
                </a:lnTo>
                <a:lnTo>
                  <a:pt x="1746057" y="2286736"/>
                </a:lnTo>
                <a:lnTo>
                  <a:pt x="1745612" y="2287200"/>
                </a:lnTo>
                <a:lnTo>
                  <a:pt x="1745172" y="2287674"/>
                </a:lnTo>
                <a:lnTo>
                  <a:pt x="1744753" y="2288143"/>
                </a:lnTo>
                <a:lnTo>
                  <a:pt x="1744342" y="2288620"/>
                </a:lnTo>
                <a:lnTo>
                  <a:pt x="1743938" y="2289106"/>
                </a:lnTo>
                <a:lnTo>
                  <a:pt x="1743542" y="2289600"/>
                </a:lnTo>
                <a:lnTo>
                  <a:pt x="1743154" y="2290101"/>
                </a:lnTo>
                <a:lnTo>
                  <a:pt x="1742773" y="2290612"/>
                </a:lnTo>
                <a:lnTo>
                  <a:pt x="1742400" y="2291130"/>
                </a:lnTo>
                <a:lnTo>
                  <a:pt x="1742035" y="2291657"/>
                </a:lnTo>
                <a:lnTo>
                  <a:pt x="1741677" y="2292191"/>
                </a:lnTo>
                <a:lnTo>
                  <a:pt x="1741327" y="2292734"/>
                </a:lnTo>
                <a:lnTo>
                  <a:pt x="1740984" y="2293286"/>
                </a:lnTo>
                <a:lnTo>
                  <a:pt x="1740649" y="2293845"/>
                </a:lnTo>
                <a:lnTo>
                  <a:pt x="1740322" y="2294413"/>
                </a:lnTo>
                <a:lnTo>
                  <a:pt x="1740002" y="2294989"/>
                </a:lnTo>
                <a:lnTo>
                  <a:pt x="1739690" y="2295573"/>
                </a:lnTo>
                <a:lnTo>
                  <a:pt x="1739386" y="2296165"/>
                </a:lnTo>
                <a:lnTo>
                  <a:pt x="1739089" y="2296766"/>
                </a:lnTo>
                <a:lnTo>
                  <a:pt x="1738800" y="2297374"/>
                </a:lnTo>
                <a:lnTo>
                  <a:pt x="1738519" y="2297991"/>
                </a:lnTo>
                <a:lnTo>
                  <a:pt x="1738245" y="2298617"/>
                </a:lnTo>
                <a:lnTo>
                  <a:pt x="1737978" y="2299250"/>
                </a:lnTo>
                <a:lnTo>
                  <a:pt x="1737720" y="2299892"/>
                </a:lnTo>
                <a:lnTo>
                  <a:pt x="1737469" y="2300542"/>
                </a:lnTo>
                <a:lnTo>
                  <a:pt x="1737226" y="2301200"/>
                </a:lnTo>
                <a:lnTo>
                  <a:pt x="1736991" y="2301851"/>
                </a:lnTo>
                <a:lnTo>
                  <a:pt x="1736767" y="2302510"/>
                </a:lnTo>
                <a:lnTo>
                  <a:pt x="1736552" y="2303176"/>
                </a:lnTo>
                <a:lnTo>
                  <a:pt x="1736347" y="2303848"/>
                </a:lnTo>
                <a:lnTo>
                  <a:pt x="1736153" y="2304528"/>
                </a:lnTo>
                <a:lnTo>
                  <a:pt x="1735968" y="2305215"/>
                </a:lnTo>
                <a:lnTo>
                  <a:pt x="1735794" y="2305909"/>
                </a:lnTo>
                <a:lnTo>
                  <a:pt x="1735629" y="2306610"/>
                </a:lnTo>
                <a:lnTo>
                  <a:pt x="1735474" y="2307318"/>
                </a:lnTo>
                <a:lnTo>
                  <a:pt x="1735330" y="2308033"/>
                </a:lnTo>
                <a:lnTo>
                  <a:pt x="1735195" y="2308755"/>
                </a:lnTo>
                <a:lnTo>
                  <a:pt x="1735070" y="2309484"/>
                </a:lnTo>
                <a:lnTo>
                  <a:pt x="1734955" y="2310220"/>
                </a:lnTo>
                <a:lnTo>
                  <a:pt x="1734850" y="2310963"/>
                </a:lnTo>
                <a:lnTo>
                  <a:pt x="1734756" y="2311713"/>
                </a:lnTo>
                <a:lnTo>
                  <a:pt x="1734671" y="2312471"/>
                </a:lnTo>
                <a:lnTo>
                  <a:pt x="1734596" y="2313235"/>
                </a:lnTo>
                <a:lnTo>
                  <a:pt x="1734531" y="2314006"/>
                </a:lnTo>
                <a:lnTo>
                  <a:pt x="1734476" y="2314785"/>
                </a:lnTo>
                <a:lnTo>
                  <a:pt x="1734431" y="2315570"/>
                </a:lnTo>
                <a:lnTo>
                  <a:pt x="1734396" y="2316363"/>
                </a:lnTo>
                <a:lnTo>
                  <a:pt x="1734371" y="2317162"/>
                </a:lnTo>
                <a:lnTo>
                  <a:pt x="1734356" y="2317969"/>
                </a:lnTo>
                <a:lnTo>
                  <a:pt x="1734351" y="2318782"/>
                </a:lnTo>
                <a:lnTo>
                  <a:pt x="1734351" y="2322840"/>
                </a:lnTo>
                <a:lnTo>
                  <a:pt x="1734356" y="2323654"/>
                </a:lnTo>
                <a:lnTo>
                  <a:pt x="1734371" y="2324462"/>
                </a:lnTo>
                <a:lnTo>
                  <a:pt x="1734396" y="2325263"/>
                </a:lnTo>
                <a:lnTo>
                  <a:pt x="1734431" y="2326057"/>
                </a:lnTo>
                <a:lnTo>
                  <a:pt x="1734476" y="2326845"/>
                </a:lnTo>
                <a:lnTo>
                  <a:pt x="1734531" y="2327627"/>
                </a:lnTo>
                <a:lnTo>
                  <a:pt x="1734596" y="2328402"/>
                </a:lnTo>
                <a:lnTo>
                  <a:pt x="1734671" y="2329171"/>
                </a:lnTo>
                <a:lnTo>
                  <a:pt x="1734756" y="2329933"/>
                </a:lnTo>
                <a:lnTo>
                  <a:pt x="1734850" y="2330689"/>
                </a:lnTo>
                <a:lnTo>
                  <a:pt x="1734955" y="2331438"/>
                </a:lnTo>
                <a:lnTo>
                  <a:pt x="1735070" y="2332181"/>
                </a:lnTo>
                <a:lnTo>
                  <a:pt x="1735195" y="2332918"/>
                </a:lnTo>
                <a:lnTo>
                  <a:pt x="1735330" y="2333648"/>
                </a:lnTo>
                <a:lnTo>
                  <a:pt x="1735474" y="2334371"/>
                </a:lnTo>
                <a:lnTo>
                  <a:pt x="1735629" y="2335088"/>
                </a:lnTo>
                <a:lnTo>
                  <a:pt x="1735794" y="2335799"/>
                </a:lnTo>
                <a:lnTo>
                  <a:pt x="1735968" y="2336503"/>
                </a:lnTo>
                <a:lnTo>
                  <a:pt x="1736153" y="2337201"/>
                </a:lnTo>
                <a:lnTo>
                  <a:pt x="1736347" y="2337892"/>
                </a:lnTo>
                <a:lnTo>
                  <a:pt x="1736552" y="2338577"/>
                </a:lnTo>
                <a:lnTo>
                  <a:pt x="1736767" y="2339255"/>
                </a:lnTo>
                <a:lnTo>
                  <a:pt x="1736991" y="2339927"/>
                </a:lnTo>
                <a:lnTo>
                  <a:pt x="1737226" y="2340592"/>
                </a:lnTo>
                <a:lnTo>
                  <a:pt x="1737469" y="2341237"/>
                </a:lnTo>
                <a:lnTo>
                  <a:pt x="1737720" y="2341874"/>
                </a:lnTo>
                <a:lnTo>
                  <a:pt x="1737978" y="2342505"/>
                </a:lnTo>
                <a:lnTo>
                  <a:pt x="1738245" y="2343128"/>
                </a:lnTo>
                <a:lnTo>
                  <a:pt x="1738519" y="2343745"/>
                </a:lnTo>
                <a:lnTo>
                  <a:pt x="1738800" y="2344354"/>
                </a:lnTo>
                <a:lnTo>
                  <a:pt x="1739089" y="2344956"/>
                </a:lnTo>
                <a:lnTo>
                  <a:pt x="1739386" y="2345552"/>
                </a:lnTo>
                <a:lnTo>
                  <a:pt x="1739690" y="2346140"/>
                </a:lnTo>
                <a:lnTo>
                  <a:pt x="1740002" y="2346721"/>
                </a:lnTo>
                <a:lnTo>
                  <a:pt x="1740322" y="2347295"/>
                </a:lnTo>
                <a:lnTo>
                  <a:pt x="1740649" y="2347862"/>
                </a:lnTo>
                <a:lnTo>
                  <a:pt x="1740984" y="2348422"/>
                </a:lnTo>
                <a:lnTo>
                  <a:pt x="1741327" y="2348975"/>
                </a:lnTo>
                <a:lnTo>
                  <a:pt x="1741677" y="2349521"/>
                </a:lnTo>
                <a:lnTo>
                  <a:pt x="1742035" y="2350060"/>
                </a:lnTo>
                <a:lnTo>
                  <a:pt x="1742400" y="2350592"/>
                </a:lnTo>
                <a:lnTo>
                  <a:pt x="1742773" y="2351117"/>
                </a:lnTo>
                <a:lnTo>
                  <a:pt x="1743154" y="2351634"/>
                </a:lnTo>
                <a:lnTo>
                  <a:pt x="1743542" y="2352145"/>
                </a:lnTo>
                <a:lnTo>
                  <a:pt x="1743938" y="2352649"/>
                </a:lnTo>
                <a:lnTo>
                  <a:pt x="1744342" y="2353145"/>
                </a:lnTo>
                <a:lnTo>
                  <a:pt x="1744753" y="2353635"/>
                </a:lnTo>
                <a:lnTo>
                  <a:pt x="1745172" y="2354118"/>
                </a:lnTo>
                <a:lnTo>
                  <a:pt x="1745612" y="2354578"/>
                </a:lnTo>
                <a:lnTo>
                  <a:pt x="1746057" y="2355030"/>
                </a:lnTo>
                <a:lnTo>
                  <a:pt x="1746509" y="2355473"/>
                </a:lnTo>
                <a:lnTo>
                  <a:pt x="1746966" y="2355907"/>
                </a:lnTo>
                <a:lnTo>
                  <a:pt x="1747429" y="2356332"/>
                </a:lnTo>
                <a:lnTo>
                  <a:pt x="1747898" y="2356749"/>
                </a:lnTo>
                <a:lnTo>
                  <a:pt x="1748373" y="2357156"/>
                </a:lnTo>
                <a:lnTo>
                  <a:pt x="1748854" y="2357555"/>
                </a:lnTo>
                <a:lnTo>
                  <a:pt x="1749340" y="2357945"/>
                </a:lnTo>
                <a:lnTo>
                  <a:pt x="1749833" y="2358327"/>
                </a:lnTo>
                <a:lnTo>
                  <a:pt x="1750331" y="2358699"/>
                </a:lnTo>
                <a:lnTo>
                  <a:pt x="1750836" y="2359063"/>
                </a:lnTo>
                <a:lnTo>
                  <a:pt x="1751346" y="2359418"/>
                </a:lnTo>
                <a:lnTo>
                  <a:pt x="1751862" y="2359764"/>
                </a:lnTo>
                <a:lnTo>
                  <a:pt x="1752384" y="2360101"/>
                </a:lnTo>
                <a:lnTo>
                  <a:pt x="1752911" y="2360429"/>
                </a:lnTo>
                <a:lnTo>
                  <a:pt x="1753445" y="2360749"/>
                </a:lnTo>
                <a:lnTo>
                  <a:pt x="1753984" y="2361060"/>
                </a:lnTo>
                <a:lnTo>
                  <a:pt x="1754530" y="2361362"/>
                </a:lnTo>
                <a:lnTo>
                  <a:pt x="1755081" y="2361655"/>
                </a:lnTo>
                <a:lnTo>
                  <a:pt x="1755638" y="2361939"/>
                </a:lnTo>
                <a:lnTo>
                  <a:pt x="1756201" y="2362215"/>
                </a:lnTo>
                <a:lnTo>
                  <a:pt x="1756770" y="2362482"/>
                </a:lnTo>
                <a:lnTo>
                  <a:pt x="1757345" y="2362740"/>
                </a:lnTo>
                <a:lnTo>
                  <a:pt x="1757938" y="2362988"/>
                </a:lnTo>
                <a:lnTo>
                  <a:pt x="1758534" y="2363226"/>
                </a:lnTo>
                <a:lnTo>
                  <a:pt x="1759133" y="2363453"/>
                </a:lnTo>
                <a:lnTo>
                  <a:pt x="1759735" y="2363670"/>
                </a:lnTo>
                <a:lnTo>
                  <a:pt x="1760340" y="2363876"/>
                </a:lnTo>
                <a:lnTo>
                  <a:pt x="1760948" y="2364071"/>
                </a:lnTo>
                <a:lnTo>
                  <a:pt x="1761559" y="2364256"/>
                </a:lnTo>
                <a:lnTo>
                  <a:pt x="1762172" y="2364431"/>
                </a:lnTo>
                <a:lnTo>
                  <a:pt x="1762789" y="2364594"/>
                </a:lnTo>
                <a:lnTo>
                  <a:pt x="1763409" y="2364748"/>
                </a:lnTo>
                <a:lnTo>
                  <a:pt x="1764031" y="2364890"/>
                </a:lnTo>
                <a:lnTo>
                  <a:pt x="1764657" y="2365022"/>
                </a:lnTo>
                <a:lnTo>
                  <a:pt x="1765285" y="2365144"/>
                </a:lnTo>
                <a:lnTo>
                  <a:pt x="1765917" y="2365255"/>
                </a:lnTo>
                <a:lnTo>
                  <a:pt x="1766551" y="2365355"/>
                </a:lnTo>
                <a:lnTo>
                  <a:pt x="1767188" y="2365445"/>
                </a:lnTo>
                <a:lnTo>
                  <a:pt x="1767828" y="2365524"/>
                </a:lnTo>
                <a:lnTo>
                  <a:pt x="1768471" y="2365593"/>
                </a:lnTo>
                <a:lnTo>
                  <a:pt x="1769117" y="2365651"/>
                </a:lnTo>
                <a:lnTo>
                  <a:pt x="1769766" y="2365699"/>
                </a:lnTo>
                <a:lnTo>
                  <a:pt x="1770418" y="2365736"/>
                </a:lnTo>
                <a:lnTo>
                  <a:pt x="1771073" y="2365762"/>
                </a:lnTo>
                <a:lnTo>
                  <a:pt x="1771731" y="2365778"/>
                </a:lnTo>
                <a:lnTo>
                  <a:pt x="1772392" y="2365783"/>
                </a:lnTo>
                <a:lnTo>
                  <a:pt x="1774421" y="2365783"/>
                </a:lnTo>
                <a:lnTo>
                  <a:pt x="1775276" y="2365776"/>
                </a:lnTo>
                <a:lnTo>
                  <a:pt x="1776123" y="2365755"/>
                </a:lnTo>
                <a:lnTo>
                  <a:pt x="1776962" y="2365720"/>
                </a:lnTo>
                <a:lnTo>
                  <a:pt x="1777792" y="2365671"/>
                </a:lnTo>
                <a:lnTo>
                  <a:pt x="1778615" y="2365607"/>
                </a:lnTo>
                <a:lnTo>
                  <a:pt x="1779429" y="2365530"/>
                </a:lnTo>
                <a:lnTo>
                  <a:pt x="1780235" y="2365438"/>
                </a:lnTo>
                <a:close/>
                <a:moveTo>
                  <a:pt x="1838864" y="2301062"/>
                </a:moveTo>
                <a:lnTo>
                  <a:pt x="1838882" y="2301174"/>
                </a:lnTo>
                <a:lnTo>
                  <a:pt x="1838900" y="2301293"/>
                </a:lnTo>
                <a:lnTo>
                  <a:pt x="1838919" y="2301419"/>
                </a:lnTo>
                <a:lnTo>
                  <a:pt x="1838939" y="2301551"/>
                </a:lnTo>
                <a:lnTo>
                  <a:pt x="1838959" y="2301689"/>
                </a:lnTo>
                <a:lnTo>
                  <a:pt x="1838980" y="2301834"/>
                </a:lnTo>
                <a:lnTo>
                  <a:pt x="1839002" y="2301985"/>
                </a:lnTo>
                <a:lnTo>
                  <a:pt x="1839024" y="2302142"/>
                </a:lnTo>
                <a:lnTo>
                  <a:pt x="1839046" y="2302306"/>
                </a:lnTo>
                <a:lnTo>
                  <a:pt x="1839069" y="2302477"/>
                </a:lnTo>
                <a:lnTo>
                  <a:pt x="1839093" y="2302654"/>
                </a:lnTo>
                <a:lnTo>
                  <a:pt x="1839118" y="2302837"/>
                </a:lnTo>
                <a:lnTo>
                  <a:pt x="1839143" y="2303027"/>
                </a:lnTo>
                <a:lnTo>
                  <a:pt x="1839168" y="2303224"/>
                </a:lnTo>
                <a:lnTo>
                  <a:pt x="1839194" y="2303427"/>
                </a:lnTo>
                <a:lnTo>
                  <a:pt x="1839221" y="2303636"/>
                </a:lnTo>
                <a:lnTo>
                  <a:pt x="1839248" y="2303852"/>
                </a:lnTo>
                <a:lnTo>
                  <a:pt x="1839276" y="2304074"/>
                </a:lnTo>
                <a:lnTo>
                  <a:pt x="1854830" y="2304074"/>
                </a:lnTo>
                <a:lnTo>
                  <a:pt x="1854830" y="2302045"/>
                </a:lnTo>
                <a:lnTo>
                  <a:pt x="1854839" y="2301487"/>
                </a:lnTo>
                <a:lnTo>
                  <a:pt x="1854864" y="2300939"/>
                </a:lnTo>
                <a:lnTo>
                  <a:pt x="1854907" y="2300402"/>
                </a:lnTo>
                <a:lnTo>
                  <a:pt x="1854967" y="2299875"/>
                </a:lnTo>
                <a:lnTo>
                  <a:pt x="1855043" y="2299359"/>
                </a:lnTo>
                <a:lnTo>
                  <a:pt x="1855137" y="2298854"/>
                </a:lnTo>
                <a:lnTo>
                  <a:pt x="1855248" y="2298359"/>
                </a:lnTo>
                <a:lnTo>
                  <a:pt x="1855375" y="2297875"/>
                </a:lnTo>
                <a:lnTo>
                  <a:pt x="1855520" y="2297401"/>
                </a:lnTo>
                <a:lnTo>
                  <a:pt x="1855682" y="2296938"/>
                </a:lnTo>
                <a:lnTo>
                  <a:pt x="1855860" y="2296485"/>
                </a:lnTo>
                <a:lnTo>
                  <a:pt x="1856056" y="2296043"/>
                </a:lnTo>
                <a:lnTo>
                  <a:pt x="1856269" y="2295611"/>
                </a:lnTo>
                <a:lnTo>
                  <a:pt x="1856499" y="2295191"/>
                </a:lnTo>
                <a:lnTo>
                  <a:pt x="1856746" y="2294780"/>
                </a:lnTo>
                <a:lnTo>
                  <a:pt x="1857009" y="2294380"/>
                </a:lnTo>
                <a:lnTo>
                  <a:pt x="1857290" y="2293991"/>
                </a:lnTo>
                <a:lnTo>
                  <a:pt x="1857588" y="2293613"/>
                </a:lnTo>
                <a:lnTo>
                  <a:pt x="1857903" y="2293245"/>
                </a:lnTo>
                <a:lnTo>
                  <a:pt x="1858235" y="2292887"/>
                </a:lnTo>
                <a:lnTo>
                  <a:pt x="1858584" y="2292540"/>
                </a:lnTo>
                <a:lnTo>
                  <a:pt x="1858950" y="2292204"/>
                </a:lnTo>
                <a:lnTo>
                  <a:pt x="1859333" y="2291878"/>
                </a:lnTo>
                <a:lnTo>
                  <a:pt x="1859733" y="2291563"/>
                </a:lnTo>
                <a:lnTo>
                  <a:pt x="1860149" y="2291259"/>
                </a:lnTo>
                <a:lnTo>
                  <a:pt x="1860579" y="2290969"/>
                </a:lnTo>
                <a:lnTo>
                  <a:pt x="1861022" y="2290691"/>
                </a:lnTo>
                <a:lnTo>
                  <a:pt x="1861480" y="2290426"/>
                </a:lnTo>
                <a:lnTo>
                  <a:pt x="1861952" y="2290174"/>
                </a:lnTo>
                <a:lnTo>
                  <a:pt x="1862438" y="2289936"/>
                </a:lnTo>
                <a:lnTo>
                  <a:pt x="1862938" y="2289710"/>
                </a:lnTo>
                <a:lnTo>
                  <a:pt x="1863453" y="2289496"/>
                </a:lnTo>
                <a:lnTo>
                  <a:pt x="1863981" y="2289296"/>
                </a:lnTo>
                <a:lnTo>
                  <a:pt x="1864523" y="2289109"/>
                </a:lnTo>
                <a:lnTo>
                  <a:pt x="1865080" y="2288935"/>
                </a:lnTo>
                <a:lnTo>
                  <a:pt x="1865651" y="2288773"/>
                </a:lnTo>
                <a:lnTo>
                  <a:pt x="1866235" y="2288625"/>
                </a:lnTo>
                <a:lnTo>
                  <a:pt x="1866834" y="2288489"/>
                </a:lnTo>
                <a:lnTo>
                  <a:pt x="1867447" y="2288366"/>
                </a:lnTo>
                <a:lnTo>
                  <a:pt x="1868074" y="2288257"/>
                </a:lnTo>
                <a:lnTo>
                  <a:pt x="1868715" y="2288160"/>
                </a:lnTo>
                <a:lnTo>
                  <a:pt x="1869370" y="2288076"/>
                </a:lnTo>
                <a:lnTo>
                  <a:pt x="1870039" y="2288005"/>
                </a:lnTo>
                <a:lnTo>
                  <a:pt x="1870723" y="2287947"/>
                </a:lnTo>
                <a:lnTo>
                  <a:pt x="1871420" y="2287901"/>
                </a:lnTo>
                <a:lnTo>
                  <a:pt x="1872132" y="2287869"/>
                </a:lnTo>
                <a:lnTo>
                  <a:pt x="1872857" y="2287850"/>
                </a:lnTo>
                <a:lnTo>
                  <a:pt x="1873597" y="2287843"/>
                </a:lnTo>
                <a:lnTo>
                  <a:pt x="1874404" y="2287850"/>
                </a:lnTo>
                <a:lnTo>
                  <a:pt x="1875191" y="2287869"/>
                </a:lnTo>
                <a:lnTo>
                  <a:pt x="1875958" y="2287901"/>
                </a:lnTo>
                <a:lnTo>
                  <a:pt x="1876706" y="2287947"/>
                </a:lnTo>
                <a:lnTo>
                  <a:pt x="1877433" y="2288005"/>
                </a:lnTo>
                <a:lnTo>
                  <a:pt x="1878140" y="2288076"/>
                </a:lnTo>
                <a:lnTo>
                  <a:pt x="1878828" y="2288160"/>
                </a:lnTo>
                <a:lnTo>
                  <a:pt x="1879495" y="2288257"/>
                </a:lnTo>
                <a:lnTo>
                  <a:pt x="1880143" y="2288366"/>
                </a:lnTo>
                <a:lnTo>
                  <a:pt x="1880770" y="2288489"/>
                </a:lnTo>
                <a:lnTo>
                  <a:pt x="1881378" y="2288625"/>
                </a:lnTo>
                <a:lnTo>
                  <a:pt x="1881966" y="2288773"/>
                </a:lnTo>
                <a:lnTo>
                  <a:pt x="1882533" y="2288935"/>
                </a:lnTo>
                <a:lnTo>
                  <a:pt x="1883081" y="2289109"/>
                </a:lnTo>
                <a:lnTo>
                  <a:pt x="1883609" y="2289296"/>
                </a:lnTo>
                <a:lnTo>
                  <a:pt x="1884116" y="2289496"/>
                </a:lnTo>
                <a:lnTo>
                  <a:pt x="1884604" y="2289710"/>
                </a:lnTo>
                <a:lnTo>
                  <a:pt x="1885072" y="2289936"/>
                </a:lnTo>
                <a:lnTo>
                  <a:pt x="1885520" y="2290174"/>
                </a:lnTo>
                <a:lnTo>
                  <a:pt x="1885948" y="2290426"/>
                </a:lnTo>
                <a:lnTo>
                  <a:pt x="1886356" y="2290691"/>
                </a:lnTo>
                <a:lnTo>
                  <a:pt x="1886744" y="2290969"/>
                </a:lnTo>
                <a:lnTo>
                  <a:pt x="1887112" y="2291259"/>
                </a:lnTo>
                <a:lnTo>
                  <a:pt x="1887460" y="2291563"/>
                </a:lnTo>
                <a:lnTo>
                  <a:pt x="1887805" y="2291880"/>
                </a:lnTo>
                <a:lnTo>
                  <a:pt x="1888135" y="2292213"/>
                </a:lnTo>
                <a:lnTo>
                  <a:pt x="1888451" y="2292561"/>
                </a:lnTo>
                <a:lnTo>
                  <a:pt x="1888752" y="2292925"/>
                </a:lnTo>
                <a:lnTo>
                  <a:pt x="1889038" y="2293303"/>
                </a:lnTo>
                <a:lnTo>
                  <a:pt x="1889309" y="2293697"/>
                </a:lnTo>
                <a:lnTo>
                  <a:pt x="1889566" y="2294106"/>
                </a:lnTo>
                <a:lnTo>
                  <a:pt x="1889808" y="2294531"/>
                </a:lnTo>
                <a:lnTo>
                  <a:pt x="1890036" y="2294970"/>
                </a:lnTo>
                <a:lnTo>
                  <a:pt x="1890249" y="2295425"/>
                </a:lnTo>
                <a:lnTo>
                  <a:pt x="1890447" y="2295896"/>
                </a:lnTo>
                <a:lnTo>
                  <a:pt x="1890630" y="2296381"/>
                </a:lnTo>
                <a:lnTo>
                  <a:pt x="1890799" y="2296882"/>
                </a:lnTo>
                <a:lnTo>
                  <a:pt x="1890953" y="2297398"/>
                </a:lnTo>
                <a:lnTo>
                  <a:pt x="1891093" y="2297929"/>
                </a:lnTo>
                <a:lnTo>
                  <a:pt x="1891217" y="2298476"/>
                </a:lnTo>
                <a:lnTo>
                  <a:pt x="1891327" y="2299037"/>
                </a:lnTo>
                <a:lnTo>
                  <a:pt x="1891423" y="2299614"/>
                </a:lnTo>
                <a:lnTo>
                  <a:pt x="1891503" y="2300207"/>
                </a:lnTo>
                <a:lnTo>
                  <a:pt x="1891570" y="2300814"/>
                </a:lnTo>
                <a:lnTo>
                  <a:pt x="1891621" y="2301437"/>
                </a:lnTo>
                <a:lnTo>
                  <a:pt x="1891658" y="2302075"/>
                </a:lnTo>
                <a:lnTo>
                  <a:pt x="1891680" y="2302729"/>
                </a:lnTo>
                <a:lnTo>
                  <a:pt x="1891687" y="2303397"/>
                </a:lnTo>
                <a:lnTo>
                  <a:pt x="1891687" y="2312865"/>
                </a:lnTo>
                <a:lnTo>
                  <a:pt x="1890024" y="2312870"/>
                </a:lnTo>
                <a:lnTo>
                  <a:pt x="1888388" y="2312885"/>
                </a:lnTo>
                <a:lnTo>
                  <a:pt x="1886779" y="2312910"/>
                </a:lnTo>
                <a:lnTo>
                  <a:pt x="1885197" y="2312945"/>
                </a:lnTo>
                <a:lnTo>
                  <a:pt x="1883642" y="2312990"/>
                </a:lnTo>
                <a:lnTo>
                  <a:pt x="1882114" y="2313045"/>
                </a:lnTo>
                <a:lnTo>
                  <a:pt x="1880612" y="2313110"/>
                </a:lnTo>
                <a:lnTo>
                  <a:pt x="1879138" y="2313185"/>
                </a:lnTo>
                <a:lnTo>
                  <a:pt x="1877691" y="2313269"/>
                </a:lnTo>
                <a:lnTo>
                  <a:pt x="1876271" y="2313364"/>
                </a:lnTo>
                <a:lnTo>
                  <a:pt x="1874878" y="2313469"/>
                </a:lnTo>
                <a:lnTo>
                  <a:pt x="1873512" y="2313584"/>
                </a:lnTo>
                <a:lnTo>
                  <a:pt x="1872173" y="2313709"/>
                </a:lnTo>
                <a:lnTo>
                  <a:pt x="1870861" y="2313843"/>
                </a:lnTo>
                <a:lnTo>
                  <a:pt x="1869576" y="2313988"/>
                </a:lnTo>
                <a:lnTo>
                  <a:pt x="1868318" y="2314143"/>
                </a:lnTo>
                <a:lnTo>
                  <a:pt x="1867087" y="2314307"/>
                </a:lnTo>
                <a:lnTo>
                  <a:pt x="1865883" y="2314482"/>
                </a:lnTo>
                <a:lnTo>
                  <a:pt x="1864706" y="2314667"/>
                </a:lnTo>
                <a:lnTo>
                  <a:pt x="1863556" y="2314861"/>
                </a:lnTo>
                <a:lnTo>
                  <a:pt x="1862433" y="2315066"/>
                </a:lnTo>
                <a:lnTo>
                  <a:pt x="1861337" y="2315280"/>
                </a:lnTo>
                <a:lnTo>
                  <a:pt x="1860268" y="2315505"/>
                </a:lnTo>
                <a:lnTo>
                  <a:pt x="1859226" y="2315739"/>
                </a:lnTo>
                <a:lnTo>
                  <a:pt x="1858223" y="2315985"/>
                </a:lnTo>
                <a:lnTo>
                  <a:pt x="1857243" y="2316242"/>
                </a:lnTo>
                <a:lnTo>
                  <a:pt x="1856286" y="2316511"/>
                </a:lnTo>
                <a:lnTo>
                  <a:pt x="1855352" y="2316791"/>
                </a:lnTo>
                <a:lnTo>
                  <a:pt x="1854440" y="2317084"/>
                </a:lnTo>
                <a:lnTo>
                  <a:pt x="1853552" y="2317388"/>
                </a:lnTo>
                <a:lnTo>
                  <a:pt x="1852686" y="2317704"/>
                </a:lnTo>
                <a:lnTo>
                  <a:pt x="1851844" y="2318031"/>
                </a:lnTo>
                <a:lnTo>
                  <a:pt x="1851024" y="2318371"/>
                </a:lnTo>
                <a:lnTo>
                  <a:pt x="1850227" y="2318722"/>
                </a:lnTo>
                <a:lnTo>
                  <a:pt x="1849453" y="2319084"/>
                </a:lnTo>
                <a:lnTo>
                  <a:pt x="1848702" y="2319459"/>
                </a:lnTo>
                <a:lnTo>
                  <a:pt x="1847973" y="2319845"/>
                </a:lnTo>
                <a:lnTo>
                  <a:pt x="1847268" y="2320243"/>
                </a:lnTo>
                <a:lnTo>
                  <a:pt x="1846586" y="2320653"/>
                </a:lnTo>
                <a:lnTo>
                  <a:pt x="1845926" y="2321074"/>
                </a:lnTo>
                <a:lnTo>
                  <a:pt x="1845289" y="2321508"/>
                </a:lnTo>
                <a:lnTo>
                  <a:pt x="1844676" y="2321953"/>
                </a:lnTo>
                <a:lnTo>
                  <a:pt x="1844085" y="2322409"/>
                </a:lnTo>
                <a:lnTo>
                  <a:pt x="1843517" y="2322878"/>
                </a:lnTo>
                <a:lnTo>
                  <a:pt x="1842972" y="2323358"/>
                </a:lnTo>
                <a:lnTo>
                  <a:pt x="1842450" y="2323850"/>
                </a:lnTo>
                <a:lnTo>
                  <a:pt x="1841950" y="2324354"/>
                </a:lnTo>
                <a:lnTo>
                  <a:pt x="1841474" y="2324869"/>
                </a:lnTo>
                <a:lnTo>
                  <a:pt x="1841033" y="2325383"/>
                </a:lnTo>
                <a:lnTo>
                  <a:pt x="1840610" y="2325912"/>
                </a:lnTo>
                <a:lnTo>
                  <a:pt x="1840206" y="2326454"/>
                </a:lnTo>
                <a:lnTo>
                  <a:pt x="1839821" y="2327011"/>
                </a:lnTo>
                <a:lnTo>
                  <a:pt x="1839455" y="2327581"/>
                </a:lnTo>
                <a:lnTo>
                  <a:pt x="1839107" y="2328166"/>
                </a:lnTo>
                <a:lnTo>
                  <a:pt x="1838778" y="2328765"/>
                </a:lnTo>
                <a:lnTo>
                  <a:pt x="1838468" y="2329377"/>
                </a:lnTo>
                <a:lnTo>
                  <a:pt x="1838177" y="2330004"/>
                </a:lnTo>
                <a:lnTo>
                  <a:pt x="1837905" y="2330645"/>
                </a:lnTo>
                <a:lnTo>
                  <a:pt x="1837651" y="2331301"/>
                </a:lnTo>
                <a:lnTo>
                  <a:pt x="1837416" y="2331970"/>
                </a:lnTo>
                <a:lnTo>
                  <a:pt x="1837200" y="2332653"/>
                </a:lnTo>
                <a:lnTo>
                  <a:pt x="1837003" y="2333350"/>
                </a:lnTo>
                <a:lnTo>
                  <a:pt x="1836825" y="2334062"/>
                </a:lnTo>
                <a:lnTo>
                  <a:pt x="1836665" y="2334788"/>
                </a:lnTo>
                <a:lnTo>
                  <a:pt x="1836524" y="2335527"/>
                </a:lnTo>
                <a:lnTo>
                  <a:pt x="1836402" y="2336281"/>
                </a:lnTo>
                <a:lnTo>
                  <a:pt x="1836299" y="2337049"/>
                </a:lnTo>
                <a:lnTo>
                  <a:pt x="1836214" y="2337831"/>
                </a:lnTo>
                <a:lnTo>
                  <a:pt x="1836148" y="2338627"/>
                </a:lnTo>
                <a:lnTo>
                  <a:pt x="1836101" y="2339437"/>
                </a:lnTo>
                <a:lnTo>
                  <a:pt x="1836073" y="2340261"/>
                </a:lnTo>
                <a:lnTo>
                  <a:pt x="1836064" y="2341099"/>
                </a:lnTo>
                <a:lnTo>
                  <a:pt x="1836076" y="2342103"/>
                </a:lnTo>
                <a:lnTo>
                  <a:pt x="1836113" y="2343087"/>
                </a:lnTo>
                <a:lnTo>
                  <a:pt x="1836175" y="2344050"/>
                </a:lnTo>
                <a:lnTo>
                  <a:pt x="1836261" y="2344993"/>
                </a:lnTo>
                <a:lnTo>
                  <a:pt x="1836372" y="2345915"/>
                </a:lnTo>
                <a:lnTo>
                  <a:pt x="1836508" y="2346816"/>
                </a:lnTo>
                <a:lnTo>
                  <a:pt x="1836668" y="2347697"/>
                </a:lnTo>
                <a:lnTo>
                  <a:pt x="1836853" y="2348557"/>
                </a:lnTo>
                <a:lnTo>
                  <a:pt x="1837062" y="2349397"/>
                </a:lnTo>
                <a:lnTo>
                  <a:pt x="1837297" y="2350216"/>
                </a:lnTo>
                <a:lnTo>
                  <a:pt x="1837556" y="2351015"/>
                </a:lnTo>
                <a:lnTo>
                  <a:pt x="1837839" y="2351793"/>
                </a:lnTo>
                <a:lnTo>
                  <a:pt x="1838147" y="2352551"/>
                </a:lnTo>
                <a:lnTo>
                  <a:pt x="1838480" y="2353288"/>
                </a:lnTo>
                <a:lnTo>
                  <a:pt x="1838838" y="2354004"/>
                </a:lnTo>
                <a:lnTo>
                  <a:pt x="1839220" y="2354700"/>
                </a:lnTo>
                <a:lnTo>
                  <a:pt x="1839627" y="2355375"/>
                </a:lnTo>
                <a:lnTo>
                  <a:pt x="1840058" y="2356030"/>
                </a:lnTo>
                <a:lnTo>
                  <a:pt x="1840514" y="2356664"/>
                </a:lnTo>
                <a:lnTo>
                  <a:pt x="1840995" y="2357278"/>
                </a:lnTo>
                <a:lnTo>
                  <a:pt x="1841500" y="2357871"/>
                </a:lnTo>
                <a:lnTo>
                  <a:pt x="1842031" y="2358444"/>
                </a:lnTo>
                <a:lnTo>
                  <a:pt x="1842585" y="2358996"/>
                </a:lnTo>
                <a:lnTo>
                  <a:pt x="1843165" y="2359528"/>
                </a:lnTo>
                <a:lnTo>
                  <a:pt x="1843781" y="2360038"/>
                </a:lnTo>
                <a:lnTo>
                  <a:pt x="1844419" y="2360527"/>
                </a:lnTo>
                <a:lnTo>
                  <a:pt x="1845077" y="2360994"/>
                </a:lnTo>
                <a:lnTo>
                  <a:pt x="1845757" y="2361439"/>
                </a:lnTo>
                <a:lnTo>
                  <a:pt x="1846458" y="2361863"/>
                </a:lnTo>
                <a:lnTo>
                  <a:pt x="1847180" y="2362265"/>
                </a:lnTo>
                <a:lnTo>
                  <a:pt x="1847923" y="2362645"/>
                </a:lnTo>
                <a:lnTo>
                  <a:pt x="1848688" y="2363003"/>
                </a:lnTo>
                <a:lnTo>
                  <a:pt x="1849473" y="2363340"/>
                </a:lnTo>
                <a:lnTo>
                  <a:pt x="1850280" y="2363655"/>
                </a:lnTo>
                <a:lnTo>
                  <a:pt x="1851107" y="2363948"/>
                </a:lnTo>
                <a:lnTo>
                  <a:pt x="1851956" y="2364219"/>
                </a:lnTo>
                <a:lnTo>
                  <a:pt x="1852826" y="2364469"/>
                </a:lnTo>
                <a:lnTo>
                  <a:pt x="1853717" y="2364697"/>
                </a:lnTo>
                <a:lnTo>
                  <a:pt x="1854630" y="2364904"/>
                </a:lnTo>
                <a:lnTo>
                  <a:pt x="1855563" y="2365088"/>
                </a:lnTo>
                <a:lnTo>
                  <a:pt x="1856518" y="2365251"/>
                </a:lnTo>
                <a:lnTo>
                  <a:pt x="1857493" y="2365392"/>
                </a:lnTo>
                <a:lnTo>
                  <a:pt x="1858490" y="2365512"/>
                </a:lnTo>
                <a:lnTo>
                  <a:pt x="1859508" y="2365609"/>
                </a:lnTo>
                <a:lnTo>
                  <a:pt x="1860547" y="2365685"/>
                </a:lnTo>
                <a:lnTo>
                  <a:pt x="1861607" y="2365740"/>
                </a:lnTo>
                <a:lnTo>
                  <a:pt x="1862689" y="2365772"/>
                </a:lnTo>
                <a:lnTo>
                  <a:pt x="1863791" y="2365783"/>
                </a:lnTo>
                <a:lnTo>
                  <a:pt x="1864297" y="2365781"/>
                </a:lnTo>
                <a:lnTo>
                  <a:pt x="1864802" y="2365774"/>
                </a:lnTo>
                <a:lnTo>
                  <a:pt x="1865305" y="2365762"/>
                </a:lnTo>
                <a:lnTo>
                  <a:pt x="1865806" y="2365746"/>
                </a:lnTo>
                <a:lnTo>
                  <a:pt x="1866305" y="2365725"/>
                </a:lnTo>
                <a:lnTo>
                  <a:pt x="1866802" y="2365699"/>
                </a:lnTo>
                <a:lnTo>
                  <a:pt x="1867298" y="2365668"/>
                </a:lnTo>
                <a:lnTo>
                  <a:pt x="1867792" y="2365633"/>
                </a:lnTo>
                <a:lnTo>
                  <a:pt x="1868284" y="2365593"/>
                </a:lnTo>
                <a:lnTo>
                  <a:pt x="1868775" y="2365548"/>
                </a:lnTo>
                <a:lnTo>
                  <a:pt x="1869264" y="2365499"/>
                </a:lnTo>
                <a:lnTo>
                  <a:pt x="1869751" y="2365445"/>
                </a:lnTo>
                <a:lnTo>
                  <a:pt x="1870236" y="2365386"/>
                </a:lnTo>
                <a:lnTo>
                  <a:pt x="1870719" y="2365323"/>
                </a:lnTo>
                <a:lnTo>
                  <a:pt x="1871201" y="2365255"/>
                </a:lnTo>
                <a:lnTo>
                  <a:pt x="1871681" y="2365182"/>
                </a:lnTo>
                <a:lnTo>
                  <a:pt x="1872159" y="2365105"/>
                </a:lnTo>
                <a:lnTo>
                  <a:pt x="1872635" y="2365022"/>
                </a:lnTo>
                <a:lnTo>
                  <a:pt x="1873110" y="2364936"/>
                </a:lnTo>
                <a:lnTo>
                  <a:pt x="1873583" y="2364844"/>
                </a:lnTo>
                <a:lnTo>
                  <a:pt x="1874054" y="2364748"/>
                </a:lnTo>
                <a:lnTo>
                  <a:pt x="1874523" y="2364647"/>
                </a:lnTo>
                <a:lnTo>
                  <a:pt x="1874991" y="2364541"/>
                </a:lnTo>
                <a:lnTo>
                  <a:pt x="1875457" y="2364431"/>
                </a:lnTo>
                <a:lnTo>
                  <a:pt x="1875920" y="2364329"/>
                </a:lnTo>
                <a:lnTo>
                  <a:pt x="1876379" y="2364220"/>
                </a:lnTo>
                <a:lnTo>
                  <a:pt x="1876835" y="2364106"/>
                </a:lnTo>
                <a:lnTo>
                  <a:pt x="1877288" y="2363985"/>
                </a:lnTo>
                <a:lnTo>
                  <a:pt x="1877737" y="2363857"/>
                </a:lnTo>
                <a:lnTo>
                  <a:pt x="1878183" y="2363723"/>
                </a:lnTo>
                <a:lnTo>
                  <a:pt x="1878625" y="2363582"/>
                </a:lnTo>
                <a:lnTo>
                  <a:pt x="1879063" y="2363435"/>
                </a:lnTo>
                <a:lnTo>
                  <a:pt x="1879498" y="2363282"/>
                </a:lnTo>
                <a:lnTo>
                  <a:pt x="1879930" y="2363122"/>
                </a:lnTo>
                <a:lnTo>
                  <a:pt x="1880358" y="2362955"/>
                </a:lnTo>
                <a:lnTo>
                  <a:pt x="1880782" y="2362782"/>
                </a:lnTo>
                <a:lnTo>
                  <a:pt x="1881203" y="2362603"/>
                </a:lnTo>
                <a:lnTo>
                  <a:pt x="1881620" y="2362417"/>
                </a:lnTo>
                <a:lnTo>
                  <a:pt x="1882034" y="2362225"/>
                </a:lnTo>
                <a:lnTo>
                  <a:pt x="1882445" y="2362026"/>
                </a:lnTo>
                <a:lnTo>
                  <a:pt x="1882851" y="2361821"/>
                </a:lnTo>
                <a:lnTo>
                  <a:pt x="1883255" y="2361609"/>
                </a:lnTo>
                <a:lnTo>
                  <a:pt x="1883654" y="2361391"/>
                </a:lnTo>
                <a:lnTo>
                  <a:pt x="1884051" y="2361167"/>
                </a:lnTo>
                <a:lnTo>
                  <a:pt x="1884443" y="2360936"/>
                </a:lnTo>
                <a:lnTo>
                  <a:pt x="1884833" y="2360698"/>
                </a:lnTo>
                <a:lnTo>
                  <a:pt x="1885218" y="2360454"/>
                </a:lnTo>
                <a:lnTo>
                  <a:pt x="1885601" y="2360204"/>
                </a:lnTo>
                <a:lnTo>
                  <a:pt x="1885978" y="2359933"/>
                </a:lnTo>
                <a:lnTo>
                  <a:pt x="1886350" y="2359654"/>
                </a:lnTo>
                <a:lnTo>
                  <a:pt x="1886715" y="2359369"/>
                </a:lnTo>
                <a:lnTo>
                  <a:pt x="1887075" y="2359077"/>
                </a:lnTo>
                <a:lnTo>
                  <a:pt x="1887429" y="2358777"/>
                </a:lnTo>
                <a:lnTo>
                  <a:pt x="1887777" y="2358471"/>
                </a:lnTo>
                <a:lnTo>
                  <a:pt x="1888120" y="2358158"/>
                </a:lnTo>
                <a:lnTo>
                  <a:pt x="1888456" y="2357837"/>
                </a:lnTo>
                <a:lnTo>
                  <a:pt x="1888786" y="2357509"/>
                </a:lnTo>
                <a:lnTo>
                  <a:pt x="1889111" y="2357175"/>
                </a:lnTo>
                <a:lnTo>
                  <a:pt x="1889430" y="2356833"/>
                </a:lnTo>
                <a:lnTo>
                  <a:pt x="1889743" y="2356485"/>
                </a:lnTo>
                <a:lnTo>
                  <a:pt x="1890050" y="2356129"/>
                </a:lnTo>
                <a:lnTo>
                  <a:pt x="1890351" y="2355766"/>
                </a:lnTo>
                <a:lnTo>
                  <a:pt x="1890646" y="2355396"/>
                </a:lnTo>
                <a:lnTo>
                  <a:pt x="1890936" y="2355019"/>
                </a:lnTo>
                <a:lnTo>
                  <a:pt x="1891219" y="2354635"/>
                </a:lnTo>
                <a:lnTo>
                  <a:pt x="1891497" y="2354244"/>
                </a:lnTo>
                <a:lnTo>
                  <a:pt x="1891769" y="2353846"/>
                </a:lnTo>
                <a:lnTo>
                  <a:pt x="1892034" y="2353441"/>
                </a:lnTo>
                <a:lnTo>
                  <a:pt x="1892295" y="2353029"/>
                </a:lnTo>
                <a:lnTo>
                  <a:pt x="1892549" y="2352610"/>
                </a:lnTo>
                <a:lnTo>
                  <a:pt x="1892797" y="2352184"/>
                </a:lnTo>
                <a:lnTo>
                  <a:pt x="1893039" y="2351751"/>
                </a:lnTo>
                <a:lnTo>
                  <a:pt x="1893084" y="2352197"/>
                </a:lnTo>
                <a:lnTo>
                  <a:pt x="1893131" y="2352636"/>
                </a:lnTo>
                <a:lnTo>
                  <a:pt x="1893182" y="2353066"/>
                </a:lnTo>
                <a:lnTo>
                  <a:pt x="1893237" y="2353488"/>
                </a:lnTo>
                <a:lnTo>
                  <a:pt x="1893295" y="2353902"/>
                </a:lnTo>
                <a:lnTo>
                  <a:pt x="1893357" y="2354308"/>
                </a:lnTo>
                <a:lnTo>
                  <a:pt x="1893422" y="2354705"/>
                </a:lnTo>
                <a:lnTo>
                  <a:pt x="1893490" y="2355094"/>
                </a:lnTo>
                <a:lnTo>
                  <a:pt x="1893563" y="2355475"/>
                </a:lnTo>
                <a:lnTo>
                  <a:pt x="1893638" y="2355848"/>
                </a:lnTo>
                <a:lnTo>
                  <a:pt x="1893718" y="2356213"/>
                </a:lnTo>
                <a:lnTo>
                  <a:pt x="1893800" y="2356569"/>
                </a:lnTo>
                <a:lnTo>
                  <a:pt x="1893887" y="2356917"/>
                </a:lnTo>
                <a:lnTo>
                  <a:pt x="1893977" y="2357257"/>
                </a:lnTo>
                <a:lnTo>
                  <a:pt x="1894070" y="2357589"/>
                </a:lnTo>
                <a:lnTo>
                  <a:pt x="1894167" y="2357912"/>
                </a:lnTo>
                <a:lnTo>
                  <a:pt x="1894267" y="2358227"/>
                </a:lnTo>
                <a:lnTo>
                  <a:pt x="1894371" y="2358534"/>
                </a:lnTo>
                <a:lnTo>
                  <a:pt x="1894478" y="2358833"/>
                </a:lnTo>
                <a:lnTo>
                  <a:pt x="1894589" y="2359124"/>
                </a:lnTo>
                <a:lnTo>
                  <a:pt x="1894704" y="2359406"/>
                </a:lnTo>
                <a:lnTo>
                  <a:pt x="1894822" y="2359680"/>
                </a:lnTo>
                <a:lnTo>
                  <a:pt x="1894943" y="2359946"/>
                </a:lnTo>
                <a:lnTo>
                  <a:pt x="1895068" y="2360204"/>
                </a:lnTo>
                <a:lnTo>
                  <a:pt x="1895198" y="2360454"/>
                </a:lnTo>
                <a:lnTo>
                  <a:pt x="1895334" y="2360698"/>
                </a:lnTo>
                <a:lnTo>
                  <a:pt x="1895475" y="2360936"/>
                </a:lnTo>
                <a:lnTo>
                  <a:pt x="1895623" y="2361167"/>
                </a:lnTo>
                <a:lnTo>
                  <a:pt x="1895776" y="2361391"/>
                </a:lnTo>
                <a:lnTo>
                  <a:pt x="1895935" y="2361609"/>
                </a:lnTo>
                <a:lnTo>
                  <a:pt x="1896100" y="2361821"/>
                </a:lnTo>
                <a:lnTo>
                  <a:pt x="1896271" y="2362026"/>
                </a:lnTo>
                <a:lnTo>
                  <a:pt x="1896447" y="2362225"/>
                </a:lnTo>
                <a:lnTo>
                  <a:pt x="1896630" y="2362417"/>
                </a:lnTo>
                <a:lnTo>
                  <a:pt x="1896818" y="2362603"/>
                </a:lnTo>
                <a:lnTo>
                  <a:pt x="1897013" y="2362782"/>
                </a:lnTo>
                <a:lnTo>
                  <a:pt x="1897213" y="2362955"/>
                </a:lnTo>
                <a:lnTo>
                  <a:pt x="1897419" y="2363122"/>
                </a:lnTo>
                <a:lnTo>
                  <a:pt x="1897631" y="2363282"/>
                </a:lnTo>
                <a:lnTo>
                  <a:pt x="1897849" y="2363435"/>
                </a:lnTo>
                <a:lnTo>
                  <a:pt x="1898072" y="2363582"/>
                </a:lnTo>
                <a:lnTo>
                  <a:pt x="1898302" y="2363723"/>
                </a:lnTo>
                <a:lnTo>
                  <a:pt x="1898537" y="2363857"/>
                </a:lnTo>
                <a:lnTo>
                  <a:pt x="1898778" y="2363985"/>
                </a:lnTo>
                <a:lnTo>
                  <a:pt x="1899026" y="2364106"/>
                </a:lnTo>
                <a:lnTo>
                  <a:pt x="1899279" y="2364220"/>
                </a:lnTo>
                <a:lnTo>
                  <a:pt x="1899538" y="2364329"/>
                </a:lnTo>
                <a:lnTo>
                  <a:pt x="1899802" y="2364431"/>
                </a:lnTo>
                <a:lnTo>
                  <a:pt x="1900073" y="2364541"/>
                </a:lnTo>
                <a:lnTo>
                  <a:pt x="1900351" y="2364647"/>
                </a:lnTo>
                <a:lnTo>
                  <a:pt x="1900634" y="2364748"/>
                </a:lnTo>
                <a:lnTo>
                  <a:pt x="1900925" y="2364844"/>
                </a:lnTo>
                <a:lnTo>
                  <a:pt x="1901221" y="2364936"/>
                </a:lnTo>
                <a:lnTo>
                  <a:pt x="1901525" y="2365022"/>
                </a:lnTo>
                <a:lnTo>
                  <a:pt x="1901834" y="2365105"/>
                </a:lnTo>
                <a:lnTo>
                  <a:pt x="1902150" y="2365182"/>
                </a:lnTo>
                <a:lnTo>
                  <a:pt x="1902473" y="2365255"/>
                </a:lnTo>
                <a:lnTo>
                  <a:pt x="1902802" y="2365323"/>
                </a:lnTo>
                <a:lnTo>
                  <a:pt x="1903138" y="2365386"/>
                </a:lnTo>
                <a:lnTo>
                  <a:pt x="1903479" y="2365445"/>
                </a:lnTo>
                <a:lnTo>
                  <a:pt x="1903828" y="2365499"/>
                </a:lnTo>
                <a:lnTo>
                  <a:pt x="1904183" y="2365548"/>
                </a:lnTo>
                <a:lnTo>
                  <a:pt x="1904544" y="2365593"/>
                </a:lnTo>
                <a:lnTo>
                  <a:pt x="1904912" y="2365633"/>
                </a:lnTo>
                <a:lnTo>
                  <a:pt x="1905286" y="2365668"/>
                </a:lnTo>
                <a:lnTo>
                  <a:pt x="1905667" y="2365699"/>
                </a:lnTo>
                <a:lnTo>
                  <a:pt x="1906054" y="2365725"/>
                </a:lnTo>
                <a:lnTo>
                  <a:pt x="1906448" y="2365746"/>
                </a:lnTo>
                <a:lnTo>
                  <a:pt x="1906848" y="2365762"/>
                </a:lnTo>
                <a:lnTo>
                  <a:pt x="1907254" y="2365774"/>
                </a:lnTo>
                <a:lnTo>
                  <a:pt x="1907667" y="2365781"/>
                </a:lnTo>
                <a:lnTo>
                  <a:pt x="1908087" y="2365783"/>
                </a:lnTo>
                <a:lnTo>
                  <a:pt x="1908382" y="2365782"/>
                </a:lnTo>
                <a:lnTo>
                  <a:pt x="1908676" y="2365777"/>
                </a:lnTo>
                <a:lnTo>
                  <a:pt x="1908969" y="2365770"/>
                </a:lnTo>
                <a:lnTo>
                  <a:pt x="1909261" y="2365760"/>
                </a:lnTo>
                <a:lnTo>
                  <a:pt x="1909551" y="2365747"/>
                </a:lnTo>
                <a:lnTo>
                  <a:pt x="1909841" y="2365730"/>
                </a:lnTo>
                <a:lnTo>
                  <a:pt x="1910129" y="2365711"/>
                </a:lnTo>
                <a:lnTo>
                  <a:pt x="1910416" y="2365689"/>
                </a:lnTo>
                <a:lnTo>
                  <a:pt x="1910702" y="2365664"/>
                </a:lnTo>
                <a:lnTo>
                  <a:pt x="1910987" y="2365636"/>
                </a:lnTo>
                <a:lnTo>
                  <a:pt x="1911270" y="2365606"/>
                </a:lnTo>
                <a:lnTo>
                  <a:pt x="1911552" y="2365572"/>
                </a:lnTo>
                <a:lnTo>
                  <a:pt x="1911834" y="2365535"/>
                </a:lnTo>
                <a:lnTo>
                  <a:pt x="1912114" y="2365496"/>
                </a:lnTo>
                <a:lnTo>
                  <a:pt x="1912392" y="2365453"/>
                </a:lnTo>
                <a:lnTo>
                  <a:pt x="1912670" y="2365407"/>
                </a:lnTo>
                <a:lnTo>
                  <a:pt x="1912947" y="2365359"/>
                </a:lnTo>
                <a:lnTo>
                  <a:pt x="1913222" y="2365308"/>
                </a:lnTo>
                <a:lnTo>
                  <a:pt x="1913496" y="2365253"/>
                </a:lnTo>
                <a:lnTo>
                  <a:pt x="1913769" y="2365196"/>
                </a:lnTo>
                <a:lnTo>
                  <a:pt x="1914041" y="2365136"/>
                </a:lnTo>
                <a:lnTo>
                  <a:pt x="1914311" y="2365073"/>
                </a:lnTo>
                <a:lnTo>
                  <a:pt x="1914581" y="2365007"/>
                </a:lnTo>
                <a:lnTo>
                  <a:pt x="1914849" y="2364938"/>
                </a:lnTo>
                <a:lnTo>
                  <a:pt x="1915115" y="2364866"/>
                </a:lnTo>
                <a:lnTo>
                  <a:pt x="1915378" y="2364792"/>
                </a:lnTo>
                <a:lnTo>
                  <a:pt x="1915636" y="2364716"/>
                </a:lnTo>
                <a:lnTo>
                  <a:pt x="1915892" y="2364637"/>
                </a:lnTo>
                <a:lnTo>
                  <a:pt x="1916144" y="2364556"/>
                </a:lnTo>
                <a:lnTo>
                  <a:pt x="1916392" y="2364473"/>
                </a:lnTo>
                <a:lnTo>
                  <a:pt x="1916637" y="2364387"/>
                </a:lnTo>
                <a:lnTo>
                  <a:pt x="1916878" y="2364299"/>
                </a:lnTo>
                <a:lnTo>
                  <a:pt x="1917116" y="2364209"/>
                </a:lnTo>
                <a:lnTo>
                  <a:pt x="1917350" y="2364116"/>
                </a:lnTo>
                <a:lnTo>
                  <a:pt x="1917581" y="2364021"/>
                </a:lnTo>
                <a:lnTo>
                  <a:pt x="1917808" y="2363923"/>
                </a:lnTo>
                <a:lnTo>
                  <a:pt x="1918032" y="2363824"/>
                </a:lnTo>
                <a:lnTo>
                  <a:pt x="1918252" y="2363722"/>
                </a:lnTo>
                <a:lnTo>
                  <a:pt x="1918468" y="2363617"/>
                </a:lnTo>
                <a:lnTo>
                  <a:pt x="1918681" y="2363510"/>
                </a:lnTo>
                <a:lnTo>
                  <a:pt x="1918891" y="2363401"/>
                </a:lnTo>
                <a:lnTo>
                  <a:pt x="1919097" y="2363289"/>
                </a:lnTo>
                <a:lnTo>
                  <a:pt x="1919300" y="2363176"/>
                </a:lnTo>
                <a:lnTo>
                  <a:pt x="1919499" y="2363059"/>
                </a:lnTo>
                <a:lnTo>
                  <a:pt x="1919694" y="2362941"/>
                </a:lnTo>
                <a:lnTo>
                  <a:pt x="1919886" y="2362820"/>
                </a:lnTo>
                <a:lnTo>
                  <a:pt x="1920074" y="2362697"/>
                </a:lnTo>
                <a:lnTo>
                  <a:pt x="1920259" y="2362571"/>
                </a:lnTo>
                <a:lnTo>
                  <a:pt x="1920259" y="2351582"/>
                </a:lnTo>
                <a:lnTo>
                  <a:pt x="1920018" y="2351747"/>
                </a:lnTo>
                <a:lnTo>
                  <a:pt x="1919773" y="2351906"/>
                </a:lnTo>
                <a:lnTo>
                  <a:pt x="1919525" y="2352057"/>
                </a:lnTo>
                <a:lnTo>
                  <a:pt x="1919273" y="2352201"/>
                </a:lnTo>
                <a:lnTo>
                  <a:pt x="1919018" y="2352339"/>
                </a:lnTo>
                <a:lnTo>
                  <a:pt x="1918759" y="2352469"/>
                </a:lnTo>
                <a:lnTo>
                  <a:pt x="1918496" y="2352592"/>
                </a:lnTo>
                <a:lnTo>
                  <a:pt x="1918231" y="2352709"/>
                </a:lnTo>
                <a:lnTo>
                  <a:pt x="1917961" y="2352818"/>
                </a:lnTo>
                <a:lnTo>
                  <a:pt x="1917688" y="2352920"/>
                </a:lnTo>
                <a:lnTo>
                  <a:pt x="1917412" y="2353015"/>
                </a:lnTo>
                <a:lnTo>
                  <a:pt x="1917132" y="2353103"/>
                </a:lnTo>
                <a:lnTo>
                  <a:pt x="1916848" y="2353184"/>
                </a:lnTo>
                <a:lnTo>
                  <a:pt x="1916561" y="2353258"/>
                </a:lnTo>
                <a:lnTo>
                  <a:pt x="1916270" y="2353325"/>
                </a:lnTo>
                <a:lnTo>
                  <a:pt x="1915976" y="2353385"/>
                </a:lnTo>
                <a:lnTo>
                  <a:pt x="1915679" y="2353438"/>
                </a:lnTo>
                <a:lnTo>
                  <a:pt x="1915378" y="2353483"/>
                </a:lnTo>
                <a:lnTo>
                  <a:pt x="1915073" y="2353522"/>
                </a:lnTo>
                <a:lnTo>
                  <a:pt x="1914765" y="2353554"/>
                </a:lnTo>
                <a:lnTo>
                  <a:pt x="1914453" y="2353579"/>
                </a:lnTo>
                <a:lnTo>
                  <a:pt x="1914138" y="2353596"/>
                </a:lnTo>
                <a:lnTo>
                  <a:pt x="1913819" y="2353607"/>
                </a:lnTo>
                <a:lnTo>
                  <a:pt x="1913497" y="2353610"/>
                </a:lnTo>
                <a:lnTo>
                  <a:pt x="1913315" y="2353608"/>
                </a:lnTo>
                <a:lnTo>
                  <a:pt x="1913136" y="2353602"/>
                </a:lnTo>
                <a:lnTo>
                  <a:pt x="1912960" y="2353592"/>
                </a:lnTo>
                <a:lnTo>
                  <a:pt x="1912788" y="2353577"/>
                </a:lnTo>
                <a:lnTo>
                  <a:pt x="1912618" y="2353559"/>
                </a:lnTo>
                <a:lnTo>
                  <a:pt x="1912451" y="2353536"/>
                </a:lnTo>
                <a:lnTo>
                  <a:pt x="1912287" y="2353510"/>
                </a:lnTo>
                <a:lnTo>
                  <a:pt x="1912125" y="2353479"/>
                </a:lnTo>
                <a:lnTo>
                  <a:pt x="1911967" y="2353444"/>
                </a:lnTo>
                <a:lnTo>
                  <a:pt x="1911812" y="2353405"/>
                </a:lnTo>
                <a:lnTo>
                  <a:pt x="1911660" y="2353362"/>
                </a:lnTo>
                <a:lnTo>
                  <a:pt x="1911510" y="2353314"/>
                </a:lnTo>
                <a:lnTo>
                  <a:pt x="1911364" y="2353263"/>
                </a:lnTo>
                <a:lnTo>
                  <a:pt x="1911220" y="2353208"/>
                </a:lnTo>
                <a:lnTo>
                  <a:pt x="1911080" y="2353148"/>
                </a:lnTo>
                <a:lnTo>
                  <a:pt x="1910942" y="2353084"/>
                </a:lnTo>
                <a:lnTo>
                  <a:pt x="1910807" y="2353016"/>
                </a:lnTo>
                <a:lnTo>
                  <a:pt x="1910675" y="2352945"/>
                </a:lnTo>
                <a:lnTo>
                  <a:pt x="1910547" y="2352869"/>
                </a:lnTo>
                <a:lnTo>
                  <a:pt x="1910421" y="2352788"/>
                </a:lnTo>
                <a:lnTo>
                  <a:pt x="1910298" y="2352704"/>
                </a:lnTo>
                <a:lnTo>
                  <a:pt x="1910178" y="2352616"/>
                </a:lnTo>
                <a:lnTo>
                  <a:pt x="1910061" y="2352523"/>
                </a:lnTo>
                <a:lnTo>
                  <a:pt x="1909946" y="2352427"/>
                </a:lnTo>
                <a:lnTo>
                  <a:pt x="1909836" y="2352326"/>
                </a:lnTo>
                <a:lnTo>
                  <a:pt x="1909730" y="2352219"/>
                </a:lnTo>
                <a:lnTo>
                  <a:pt x="1909629" y="2352107"/>
                </a:lnTo>
                <a:lnTo>
                  <a:pt x="1909533" y="2351990"/>
                </a:lnTo>
                <a:lnTo>
                  <a:pt x="1909441" y="2351868"/>
                </a:lnTo>
                <a:lnTo>
                  <a:pt x="1909355" y="2351740"/>
                </a:lnTo>
                <a:lnTo>
                  <a:pt x="1909272" y="2351607"/>
                </a:lnTo>
                <a:lnTo>
                  <a:pt x="1909195" y="2351469"/>
                </a:lnTo>
                <a:lnTo>
                  <a:pt x="1909122" y="2351325"/>
                </a:lnTo>
                <a:lnTo>
                  <a:pt x="1909054" y="2351177"/>
                </a:lnTo>
                <a:lnTo>
                  <a:pt x="1908991" y="2351023"/>
                </a:lnTo>
                <a:lnTo>
                  <a:pt x="1908932" y="2350863"/>
                </a:lnTo>
                <a:lnTo>
                  <a:pt x="1908878" y="2350698"/>
                </a:lnTo>
                <a:lnTo>
                  <a:pt x="1908829" y="2350529"/>
                </a:lnTo>
                <a:lnTo>
                  <a:pt x="1908784" y="2350353"/>
                </a:lnTo>
                <a:lnTo>
                  <a:pt x="1908744" y="2350173"/>
                </a:lnTo>
                <a:lnTo>
                  <a:pt x="1908709" y="2349987"/>
                </a:lnTo>
                <a:lnTo>
                  <a:pt x="1908678" y="2349796"/>
                </a:lnTo>
                <a:lnTo>
                  <a:pt x="1908652" y="2349600"/>
                </a:lnTo>
                <a:lnTo>
                  <a:pt x="1908631" y="2349398"/>
                </a:lnTo>
                <a:lnTo>
                  <a:pt x="1908615" y="2349191"/>
                </a:lnTo>
                <a:lnTo>
                  <a:pt x="1908603" y="2348979"/>
                </a:lnTo>
                <a:lnTo>
                  <a:pt x="1908596" y="2348761"/>
                </a:lnTo>
                <a:lnTo>
                  <a:pt x="1908594" y="2348538"/>
                </a:lnTo>
                <a:lnTo>
                  <a:pt x="1908594" y="2302721"/>
                </a:lnTo>
                <a:lnTo>
                  <a:pt x="1908578" y="2301606"/>
                </a:lnTo>
                <a:lnTo>
                  <a:pt x="1908533" y="2300515"/>
                </a:lnTo>
                <a:lnTo>
                  <a:pt x="1908456" y="2299448"/>
                </a:lnTo>
                <a:lnTo>
                  <a:pt x="1908349" y="2298405"/>
                </a:lnTo>
                <a:lnTo>
                  <a:pt x="1908212" y="2297386"/>
                </a:lnTo>
                <a:lnTo>
                  <a:pt x="1908044" y="2296392"/>
                </a:lnTo>
                <a:lnTo>
                  <a:pt x="1907846" y="2295421"/>
                </a:lnTo>
                <a:lnTo>
                  <a:pt x="1907617" y="2294474"/>
                </a:lnTo>
                <a:lnTo>
                  <a:pt x="1907357" y="2293552"/>
                </a:lnTo>
                <a:lnTo>
                  <a:pt x="1907067" y="2292653"/>
                </a:lnTo>
                <a:lnTo>
                  <a:pt x="1906747" y="2291779"/>
                </a:lnTo>
                <a:lnTo>
                  <a:pt x="1906396" y="2290929"/>
                </a:lnTo>
                <a:lnTo>
                  <a:pt x="1906014" y="2290102"/>
                </a:lnTo>
                <a:lnTo>
                  <a:pt x="1905602" y="2289300"/>
                </a:lnTo>
                <a:lnTo>
                  <a:pt x="1905160" y="2288522"/>
                </a:lnTo>
                <a:lnTo>
                  <a:pt x="1904686" y="2287768"/>
                </a:lnTo>
                <a:lnTo>
                  <a:pt x="1904183" y="2287038"/>
                </a:lnTo>
                <a:lnTo>
                  <a:pt x="1903649" y="2286332"/>
                </a:lnTo>
                <a:lnTo>
                  <a:pt x="1903084" y="2285650"/>
                </a:lnTo>
                <a:lnTo>
                  <a:pt x="1902489" y="2284993"/>
                </a:lnTo>
                <a:lnTo>
                  <a:pt x="1901863" y="2284359"/>
                </a:lnTo>
                <a:lnTo>
                  <a:pt x="1901206" y="2283749"/>
                </a:lnTo>
                <a:lnTo>
                  <a:pt x="1900520" y="2283164"/>
                </a:lnTo>
                <a:lnTo>
                  <a:pt x="1899802" y="2282602"/>
                </a:lnTo>
                <a:lnTo>
                  <a:pt x="1899069" y="2282064"/>
                </a:lnTo>
                <a:lnTo>
                  <a:pt x="1898307" y="2281549"/>
                </a:lnTo>
                <a:lnTo>
                  <a:pt x="1897515" y="2281057"/>
                </a:lnTo>
                <a:lnTo>
                  <a:pt x="1896693" y="2280588"/>
                </a:lnTo>
                <a:lnTo>
                  <a:pt x="1895843" y="2280141"/>
                </a:lnTo>
                <a:lnTo>
                  <a:pt x="1894963" y="2279718"/>
                </a:lnTo>
                <a:lnTo>
                  <a:pt x="1894053" y="2279317"/>
                </a:lnTo>
                <a:lnTo>
                  <a:pt x="1893115" y="2278939"/>
                </a:lnTo>
                <a:lnTo>
                  <a:pt x="1892147" y="2278584"/>
                </a:lnTo>
                <a:lnTo>
                  <a:pt x="1891149" y="2278252"/>
                </a:lnTo>
                <a:lnTo>
                  <a:pt x="1890123" y="2277943"/>
                </a:lnTo>
                <a:lnTo>
                  <a:pt x="1889066" y="2277657"/>
                </a:lnTo>
                <a:lnTo>
                  <a:pt x="1887981" y="2277394"/>
                </a:lnTo>
                <a:lnTo>
                  <a:pt x="1886866" y="2277153"/>
                </a:lnTo>
                <a:lnTo>
                  <a:pt x="1885722" y="2276936"/>
                </a:lnTo>
                <a:lnTo>
                  <a:pt x="1884549" y="2276741"/>
                </a:lnTo>
                <a:lnTo>
                  <a:pt x="1883346" y="2276570"/>
                </a:lnTo>
                <a:lnTo>
                  <a:pt x="1882114" y="2276421"/>
                </a:lnTo>
                <a:lnTo>
                  <a:pt x="1880852" y="2276295"/>
                </a:lnTo>
                <a:lnTo>
                  <a:pt x="1879561" y="2276192"/>
                </a:lnTo>
                <a:lnTo>
                  <a:pt x="1878241" y="2276112"/>
                </a:lnTo>
                <a:lnTo>
                  <a:pt x="1876891" y="2276054"/>
                </a:lnTo>
                <a:lnTo>
                  <a:pt x="1875512" y="2276020"/>
                </a:lnTo>
                <a:lnTo>
                  <a:pt x="1874104" y="2276009"/>
                </a:lnTo>
                <a:lnTo>
                  <a:pt x="1872777" y="2276020"/>
                </a:lnTo>
                <a:lnTo>
                  <a:pt x="1871472" y="2276054"/>
                </a:lnTo>
                <a:lnTo>
                  <a:pt x="1870189" y="2276112"/>
                </a:lnTo>
                <a:lnTo>
                  <a:pt x="1868929" y="2276192"/>
                </a:lnTo>
                <a:lnTo>
                  <a:pt x="1867691" y="2276295"/>
                </a:lnTo>
                <a:lnTo>
                  <a:pt x="1866475" y="2276421"/>
                </a:lnTo>
                <a:lnTo>
                  <a:pt x="1865281" y="2276570"/>
                </a:lnTo>
                <a:lnTo>
                  <a:pt x="1864110" y="2276741"/>
                </a:lnTo>
                <a:lnTo>
                  <a:pt x="1862961" y="2276936"/>
                </a:lnTo>
                <a:lnTo>
                  <a:pt x="1861835" y="2277153"/>
                </a:lnTo>
                <a:lnTo>
                  <a:pt x="1860731" y="2277394"/>
                </a:lnTo>
                <a:lnTo>
                  <a:pt x="1859649" y="2277657"/>
                </a:lnTo>
                <a:lnTo>
                  <a:pt x="1858589" y="2277943"/>
                </a:lnTo>
                <a:lnTo>
                  <a:pt x="1857552" y="2278252"/>
                </a:lnTo>
                <a:lnTo>
                  <a:pt x="1856537" y="2278584"/>
                </a:lnTo>
                <a:lnTo>
                  <a:pt x="1855544" y="2278939"/>
                </a:lnTo>
                <a:lnTo>
                  <a:pt x="1854574" y="2279317"/>
                </a:lnTo>
                <a:lnTo>
                  <a:pt x="1853626" y="2279718"/>
                </a:lnTo>
                <a:lnTo>
                  <a:pt x="1852700" y="2280141"/>
                </a:lnTo>
                <a:lnTo>
                  <a:pt x="1851797" y="2280588"/>
                </a:lnTo>
                <a:lnTo>
                  <a:pt x="1850915" y="2281057"/>
                </a:lnTo>
                <a:lnTo>
                  <a:pt x="1850057" y="2281549"/>
                </a:lnTo>
                <a:lnTo>
                  <a:pt x="1849220" y="2282064"/>
                </a:lnTo>
                <a:lnTo>
                  <a:pt x="1848406" y="2282602"/>
                </a:lnTo>
                <a:lnTo>
                  <a:pt x="1847633" y="2283160"/>
                </a:lnTo>
                <a:lnTo>
                  <a:pt x="1846894" y="2283733"/>
                </a:lnTo>
                <a:lnTo>
                  <a:pt x="1846187" y="2284322"/>
                </a:lnTo>
                <a:lnTo>
                  <a:pt x="1845513" y="2284927"/>
                </a:lnTo>
                <a:lnTo>
                  <a:pt x="1844872" y="2285548"/>
                </a:lnTo>
                <a:lnTo>
                  <a:pt x="1844264" y="2286184"/>
                </a:lnTo>
                <a:lnTo>
                  <a:pt x="1843688" y="2286837"/>
                </a:lnTo>
                <a:lnTo>
                  <a:pt x="1843146" y="2287505"/>
                </a:lnTo>
                <a:lnTo>
                  <a:pt x="1842636" y="2288189"/>
                </a:lnTo>
                <a:lnTo>
                  <a:pt x="1842160" y="2288889"/>
                </a:lnTo>
                <a:lnTo>
                  <a:pt x="1841716" y="2289605"/>
                </a:lnTo>
                <a:lnTo>
                  <a:pt x="1841305" y="2290337"/>
                </a:lnTo>
                <a:lnTo>
                  <a:pt x="1840927" y="2291085"/>
                </a:lnTo>
                <a:lnTo>
                  <a:pt x="1840582" y="2291848"/>
                </a:lnTo>
                <a:lnTo>
                  <a:pt x="1840269" y="2292627"/>
                </a:lnTo>
                <a:lnTo>
                  <a:pt x="1839990" y="2293423"/>
                </a:lnTo>
                <a:lnTo>
                  <a:pt x="1839743" y="2294234"/>
                </a:lnTo>
                <a:lnTo>
                  <a:pt x="1839530" y="2295060"/>
                </a:lnTo>
                <a:lnTo>
                  <a:pt x="1839349" y="2295903"/>
                </a:lnTo>
                <a:lnTo>
                  <a:pt x="1839201" y="2296762"/>
                </a:lnTo>
                <a:lnTo>
                  <a:pt x="1839086" y="2297636"/>
                </a:lnTo>
                <a:lnTo>
                  <a:pt x="1839004" y="2298526"/>
                </a:lnTo>
                <a:lnTo>
                  <a:pt x="1838954" y="2299432"/>
                </a:lnTo>
                <a:lnTo>
                  <a:pt x="1838938" y="2300354"/>
                </a:lnTo>
                <a:lnTo>
                  <a:pt x="1838938" y="2300381"/>
                </a:lnTo>
                <a:lnTo>
                  <a:pt x="1838937" y="2300406"/>
                </a:lnTo>
                <a:lnTo>
                  <a:pt x="1838935" y="2300428"/>
                </a:lnTo>
                <a:lnTo>
                  <a:pt x="1838933" y="2300448"/>
                </a:lnTo>
                <a:lnTo>
                  <a:pt x="1838931" y="2300466"/>
                </a:lnTo>
                <a:lnTo>
                  <a:pt x="1838927" y="2300481"/>
                </a:lnTo>
                <a:lnTo>
                  <a:pt x="1838924" y="2300494"/>
                </a:lnTo>
                <a:lnTo>
                  <a:pt x="1838919" y="2300505"/>
                </a:lnTo>
                <a:lnTo>
                  <a:pt x="1838914" y="2300513"/>
                </a:lnTo>
                <a:lnTo>
                  <a:pt x="1838909" y="2300519"/>
                </a:lnTo>
                <a:lnTo>
                  <a:pt x="1838902" y="2300522"/>
                </a:lnTo>
                <a:lnTo>
                  <a:pt x="1838896" y="2300523"/>
                </a:lnTo>
                <a:lnTo>
                  <a:pt x="1838888" y="2300522"/>
                </a:lnTo>
                <a:lnTo>
                  <a:pt x="1838880" y="2300519"/>
                </a:lnTo>
                <a:lnTo>
                  <a:pt x="1838872" y="2300513"/>
                </a:lnTo>
                <a:lnTo>
                  <a:pt x="1838863" y="2300505"/>
                </a:lnTo>
                <a:lnTo>
                  <a:pt x="1838853" y="2300494"/>
                </a:lnTo>
                <a:lnTo>
                  <a:pt x="1838843" y="2300481"/>
                </a:lnTo>
                <a:lnTo>
                  <a:pt x="1838832" y="2300466"/>
                </a:lnTo>
                <a:lnTo>
                  <a:pt x="1838821" y="2300448"/>
                </a:lnTo>
                <a:lnTo>
                  <a:pt x="1838809" y="2300428"/>
                </a:lnTo>
                <a:lnTo>
                  <a:pt x="1838796" y="2300406"/>
                </a:lnTo>
                <a:lnTo>
                  <a:pt x="1838783" y="2300381"/>
                </a:lnTo>
                <a:lnTo>
                  <a:pt x="1838769" y="2300354"/>
                </a:lnTo>
                <a:lnTo>
                  <a:pt x="1838769" y="2300389"/>
                </a:lnTo>
                <a:lnTo>
                  <a:pt x="1838769" y="2300455"/>
                </a:lnTo>
                <a:lnTo>
                  <a:pt x="1838769" y="2300523"/>
                </a:lnTo>
                <a:lnTo>
                  <a:pt x="1838783" y="2300597"/>
                </a:lnTo>
                <a:lnTo>
                  <a:pt x="1838798" y="2300677"/>
                </a:lnTo>
                <a:lnTo>
                  <a:pt x="1838814" y="2300764"/>
                </a:lnTo>
                <a:lnTo>
                  <a:pt x="1838830" y="2300857"/>
                </a:lnTo>
                <a:lnTo>
                  <a:pt x="1838847" y="2300956"/>
                </a:lnTo>
                <a:lnTo>
                  <a:pt x="1838864" y="2301062"/>
                </a:lnTo>
                <a:close/>
                <a:moveTo>
                  <a:pt x="1863413" y="2353304"/>
                </a:moveTo>
                <a:lnTo>
                  <a:pt x="1862862" y="2353192"/>
                </a:lnTo>
                <a:lnTo>
                  <a:pt x="1862326" y="2353069"/>
                </a:lnTo>
                <a:lnTo>
                  <a:pt x="1861804" y="2352934"/>
                </a:lnTo>
                <a:lnTo>
                  <a:pt x="1861298" y="2352787"/>
                </a:lnTo>
                <a:lnTo>
                  <a:pt x="1860805" y="2352629"/>
                </a:lnTo>
                <a:lnTo>
                  <a:pt x="1860328" y="2352459"/>
                </a:lnTo>
                <a:lnTo>
                  <a:pt x="1859865" y="2352277"/>
                </a:lnTo>
                <a:lnTo>
                  <a:pt x="1859417" y="2352083"/>
                </a:lnTo>
                <a:lnTo>
                  <a:pt x="1858983" y="2351877"/>
                </a:lnTo>
                <a:lnTo>
                  <a:pt x="1858564" y="2351660"/>
                </a:lnTo>
                <a:lnTo>
                  <a:pt x="1858160" y="2351431"/>
                </a:lnTo>
                <a:lnTo>
                  <a:pt x="1857771" y="2351191"/>
                </a:lnTo>
                <a:lnTo>
                  <a:pt x="1857396" y="2350938"/>
                </a:lnTo>
                <a:lnTo>
                  <a:pt x="1857036" y="2350674"/>
                </a:lnTo>
                <a:lnTo>
                  <a:pt x="1856690" y="2350398"/>
                </a:lnTo>
                <a:lnTo>
                  <a:pt x="1856373" y="2350110"/>
                </a:lnTo>
                <a:lnTo>
                  <a:pt x="1856069" y="2349811"/>
                </a:lnTo>
                <a:lnTo>
                  <a:pt x="1855779" y="2349500"/>
                </a:lnTo>
                <a:lnTo>
                  <a:pt x="1855502" y="2349177"/>
                </a:lnTo>
                <a:lnTo>
                  <a:pt x="1855239" y="2348842"/>
                </a:lnTo>
                <a:lnTo>
                  <a:pt x="1854989" y="2348496"/>
                </a:lnTo>
                <a:lnTo>
                  <a:pt x="1854753" y="2348138"/>
                </a:lnTo>
                <a:lnTo>
                  <a:pt x="1854530" y="2347768"/>
                </a:lnTo>
                <a:lnTo>
                  <a:pt x="1854321" y="2347387"/>
                </a:lnTo>
                <a:lnTo>
                  <a:pt x="1854125" y="2346993"/>
                </a:lnTo>
                <a:lnTo>
                  <a:pt x="1853943" y="2346588"/>
                </a:lnTo>
                <a:lnTo>
                  <a:pt x="1853774" y="2346171"/>
                </a:lnTo>
                <a:lnTo>
                  <a:pt x="1853619" y="2345743"/>
                </a:lnTo>
                <a:lnTo>
                  <a:pt x="1853477" y="2345303"/>
                </a:lnTo>
                <a:lnTo>
                  <a:pt x="1853348" y="2344851"/>
                </a:lnTo>
                <a:lnTo>
                  <a:pt x="1853234" y="2344387"/>
                </a:lnTo>
                <a:lnTo>
                  <a:pt x="1853132" y="2343911"/>
                </a:lnTo>
                <a:lnTo>
                  <a:pt x="1853045" y="2343424"/>
                </a:lnTo>
                <a:lnTo>
                  <a:pt x="1852970" y="2342925"/>
                </a:lnTo>
                <a:lnTo>
                  <a:pt x="1852910" y="2342414"/>
                </a:lnTo>
                <a:lnTo>
                  <a:pt x="1852862" y="2341892"/>
                </a:lnTo>
                <a:lnTo>
                  <a:pt x="1852829" y="2341358"/>
                </a:lnTo>
                <a:lnTo>
                  <a:pt x="1852808" y="2340812"/>
                </a:lnTo>
                <a:lnTo>
                  <a:pt x="1852802" y="2340254"/>
                </a:lnTo>
                <a:lnTo>
                  <a:pt x="1852808" y="2339710"/>
                </a:lnTo>
                <a:lnTo>
                  <a:pt x="1852826" y="2339176"/>
                </a:lnTo>
                <a:lnTo>
                  <a:pt x="1852857" y="2338653"/>
                </a:lnTo>
                <a:lnTo>
                  <a:pt x="1852900" y="2338141"/>
                </a:lnTo>
                <a:lnTo>
                  <a:pt x="1852956" y="2337639"/>
                </a:lnTo>
                <a:lnTo>
                  <a:pt x="1853024" y="2337147"/>
                </a:lnTo>
                <a:lnTo>
                  <a:pt x="1853104" y="2336667"/>
                </a:lnTo>
                <a:lnTo>
                  <a:pt x="1853196" y="2336196"/>
                </a:lnTo>
                <a:lnTo>
                  <a:pt x="1853301" y="2335737"/>
                </a:lnTo>
                <a:lnTo>
                  <a:pt x="1853418" y="2335288"/>
                </a:lnTo>
                <a:lnTo>
                  <a:pt x="1853547" y="2334849"/>
                </a:lnTo>
                <a:lnTo>
                  <a:pt x="1853689" y="2334421"/>
                </a:lnTo>
                <a:lnTo>
                  <a:pt x="1853843" y="2334004"/>
                </a:lnTo>
                <a:lnTo>
                  <a:pt x="1854010" y="2333597"/>
                </a:lnTo>
                <a:lnTo>
                  <a:pt x="1854188" y="2333201"/>
                </a:lnTo>
                <a:lnTo>
                  <a:pt x="1854380" y="2332815"/>
                </a:lnTo>
                <a:lnTo>
                  <a:pt x="1854583" y="2332440"/>
                </a:lnTo>
                <a:lnTo>
                  <a:pt x="1854799" y="2332075"/>
                </a:lnTo>
                <a:lnTo>
                  <a:pt x="1855027" y="2331721"/>
                </a:lnTo>
                <a:lnTo>
                  <a:pt x="1855267" y="2331378"/>
                </a:lnTo>
                <a:lnTo>
                  <a:pt x="1855520" y="2331045"/>
                </a:lnTo>
                <a:lnTo>
                  <a:pt x="1855785" y="2330723"/>
                </a:lnTo>
                <a:lnTo>
                  <a:pt x="1856062" y="2330411"/>
                </a:lnTo>
                <a:lnTo>
                  <a:pt x="1856352" y="2330110"/>
                </a:lnTo>
                <a:lnTo>
                  <a:pt x="1856670" y="2329804"/>
                </a:lnTo>
                <a:lnTo>
                  <a:pt x="1857005" y="2329505"/>
                </a:lnTo>
                <a:lnTo>
                  <a:pt x="1857356" y="2329215"/>
                </a:lnTo>
                <a:lnTo>
                  <a:pt x="1857723" y="2328931"/>
                </a:lnTo>
                <a:lnTo>
                  <a:pt x="1858107" y="2328656"/>
                </a:lnTo>
                <a:lnTo>
                  <a:pt x="1858508" y="2328388"/>
                </a:lnTo>
                <a:lnTo>
                  <a:pt x="1858924" y="2328127"/>
                </a:lnTo>
                <a:lnTo>
                  <a:pt x="1859358" y="2327875"/>
                </a:lnTo>
                <a:lnTo>
                  <a:pt x="1859807" y="2327630"/>
                </a:lnTo>
                <a:lnTo>
                  <a:pt x="1860273" y="2327392"/>
                </a:lnTo>
                <a:lnTo>
                  <a:pt x="1860756" y="2327162"/>
                </a:lnTo>
                <a:lnTo>
                  <a:pt x="1861255" y="2326940"/>
                </a:lnTo>
                <a:lnTo>
                  <a:pt x="1861770" y="2326725"/>
                </a:lnTo>
                <a:lnTo>
                  <a:pt x="1862302" y="2326519"/>
                </a:lnTo>
                <a:lnTo>
                  <a:pt x="1862850" y="2326319"/>
                </a:lnTo>
                <a:lnTo>
                  <a:pt x="1863415" y="2326128"/>
                </a:lnTo>
                <a:lnTo>
                  <a:pt x="1863996" y="2325944"/>
                </a:lnTo>
                <a:lnTo>
                  <a:pt x="1864594" y="2325767"/>
                </a:lnTo>
                <a:lnTo>
                  <a:pt x="1865208" y="2325598"/>
                </a:lnTo>
                <a:lnTo>
                  <a:pt x="1865839" y="2325437"/>
                </a:lnTo>
                <a:lnTo>
                  <a:pt x="1866485" y="2325284"/>
                </a:lnTo>
                <a:lnTo>
                  <a:pt x="1867149" y="2325138"/>
                </a:lnTo>
                <a:lnTo>
                  <a:pt x="1867829" y="2325000"/>
                </a:lnTo>
                <a:lnTo>
                  <a:pt x="1868525" y="2324869"/>
                </a:lnTo>
                <a:lnTo>
                  <a:pt x="1869254" y="2324731"/>
                </a:lnTo>
                <a:lnTo>
                  <a:pt x="1870003" y="2324599"/>
                </a:lnTo>
                <a:lnTo>
                  <a:pt x="1870773" y="2324473"/>
                </a:lnTo>
                <a:lnTo>
                  <a:pt x="1871563" y="2324352"/>
                </a:lnTo>
                <a:lnTo>
                  <a:pt x="1872374" y="2324238"/>
                </a:lnTo>
                <a:lnTo>
                  <a:pt x="1873206" y="2324129"/>
                </a:lnTo>
                <a:lnTo>
                  <a:pt x="1874058" y="2324027"/>
                </a:lnTo>
                <a:lnTo>
                  <a:pt x="1874931" y="2323930"/>
                </a:lnTo>
                <a:lnTo>
                  <a:pt x="1875824" y="2323839"/>
                </a:lnTo>
                <a:lnTo>
                  <a:pt x="1876737" y="2323754"/>
                </a:lnTo>
                <a:lnTo>
                  <a:pt x="1877672" y="2323674"/>
                </a:lnTo>
                <a:lnTo>
                  <a:pt x="1878627" y="2323601"/>
                </a:lnTo>
                <a:lnTo>
                  <a:pt x="1879602" y="2323533"/>
                </a:lnTo>
                <a:lnTo>
                  <a:pt x="1880598" y="2323472"/>
                </a:lnTo>
                <a:lnTo>
                  <a:pt x="1881614" y="2323416"/>
                </a:lnTo>
                <a:lnTo>
                  <a:pt x="1882651" y="2323366"/>
                </a:lnTo>
                <a:lnTo>
                  <a:pt x="1883709" y="2323322"/>
                </a:lnTo>
                <a:lnTo>
                  <a:pt x="1884787" y="2323284"/>
                </a:lnTo>
                <a:lnTo>
                  <a:pt x="1885886" y="2323252"/>
                </a:lnTo>
                <a:lnTo>
                  <a:pt x="1887005" y="2323225"/>
                </a:lnTo>
                <a:lnTo>
                  <a:pt x="1888144" y="2323205"/>
                </a:lnTo>
                <a:lnTo>
                  <a:pt x="1889305" y="2323190"/>
                </a:lnTo>
                <a:lnTo>
                  <a:pt x="1890486" y="2323181"/>
                </a:lnTo>
                <a:lnTo>
                  <a:pt x="1891687" y="2323178"/>
                </a:lnTo>
                <a:lnTo>
                  <a:pt x="1891687" y="2328419"/>
                </a:lnTo>
                <a:lnTo>
                  <a:pt x="1891683" y="2329009"/>
                </a:lnTo>
                <a:lnTo>
                  <a:pt x="1891669" y="2329593"/>
                </a:lnTo>
                <a:lnTo>
                  <a:pt x="1891647" y="2330173"/>
                </a:lnTo>
                <a:lnTo>
                  <a:pt x="1891617" y="2330749"/>
                </a:lnTo>
                <a:lnTo>
                  <a:pt x="1891577" y="2331319"/>
                </a:lnTo>
                <a:lnTo>
                  <a:pt x="1891528" y="2331885"/>
                </a:lnTo>
                <a:lnTo>
                  <a:pt x="1891471" y="2332446"/>
                </a:lnTo>
                <a:lnTo>
                  <a:pt x="1891405" y="2333003"/>
                </a:lnTo>
                <a:lnTo>
                  <a:pt x="1891330" y="2333555"/>
                </a:lnTo>
                <a:lnTo>
                  <a:pt x="1891247" y="2334102"/>
                </a:lnTo>
                <a:lnTo>
                  <a:pt x="1891154" y="2334644"/>
                </a:lnTo>
                <a:lnTo>
                  <a:pt x="1891053" y="2335182"/>
                </a:lnTo>
                <a:lnTo>
                  <a:pt x="1890943" y="2335715"/>
                </a:lnTo>
                <a:lnTo>
                  <a:pt x="1890824" y="2336243"/>
                </a:lnTo>
                <a:lnTo>
                  <a:pt x="1890696" y="2336767"/>
                </a:lnTo>
                <a:lnTo>
                  <a:pt x="1890560" y="2337286"/>
                </a:lnTo>
                <a:lnTo>
                  <a:pt x="1890415" y="2337800"/>
                </a:lnTo>
                <a:lnTo>
                  <a:pt x="1890260" y="2338310"/>
                </a:lnTo>
                <a:lnTo>
                  <a:pt x="1890098" y="2338815"/>
                </a:lnTo>
                <a:lnTo>
                  <a:pt x="1889926" y="2339315"/>
                </a:lnTo>
                <a:lnTo>
                  <a:pt x="1889745" y="2339810"/>
                </a:lnTo>
                <a:lnTo>
                  <a:pt x="1889556" y="2340301"/>
                </a:lnTo>
                <a:lnTo>
                  <a:pt x="1889358" y="2340787"/>
                </a:lnTo>
                <a:lnTo>
                  <a:pt x="1889151" y="2341268"/>
                </a:lnTo>
                <a:lnTo>
                  <a:pt x="1888949" y="2341743"/>
                </a:lnTo>
                <a:lnTo>
                  <a:pt x="1888738" y="2342210"/>
                </a:lnTo>
                <a:lnTo>
                  <a:pt x="1888517" y="2342669"/>
                </a:lnTo>
                <a:lnTo>
                  <a:pt x="1888287" y="2343119"/>
                </a:lnTo>
                <a:lnTo>
                  <a:pt x="1888047" y="2343561"/>
                </a:lnTo>
                <a:lnTo>
                  <a:pt x="1887798" y="2343995"/>
                </a:lnTo>
                <a:lnTo>
                  <a:pt x="1887540" y="2344420"/>
                </a:lnTo>
                <a:lnTo>
                  <a:pt x="1887273" y="2344838"/>
                </a:lnTo>
                <a:lnTo>
                  <a:pt x="1886995" y="2345247"/>
                </a:lnTo>
                <a:lnTo>
                  <a:pt x="1886709" y="2345648"/>
                </a:lnTo>
                <a:lnTo>
                  <a:pt x="1886413" y="2346041"/>
                </a:lnTo>
                <a:lnTo>
                  <a:pt x="1886108" y="2346425"/>
                </a:lnTo>
                <a:lnTo>
                  <a:pt x="1885793" y="2346801"/>
                </a:lnTo>
                <a:lnTo>
                  <a:pt x="1885469" y="2347169"/>
                </a:lnTo>
                <a:lnTo>
                  <a:pt x="1885136" y="2347529"/>
                </a:lnTo>
                <a:lnTo>
                  <a:pt x="1884793" y="2347881"/>
                </a:lnTo>
                <a:lnTo>
                  <a:pt x="1884441" y="2348224"/>
                </a:lnTo>
                <a:lnTo>
                  <a:pt x="1884079" y="2348560"/>
                </a:lnTo>
                <a:lnTo>
                  <a:pt x="1883708" y="2348886"/>
                </a:lnTo>
                <a:lnTo>
                  <a:pt x="1883328" y="2349205"/>
                </a:lnTo>
                <a:lnTo>
                  <a:pt x="1882938" y="2349516"/>
                </a:lnTo>
                <a:lnTo>
                  <a:pt x="1882539" y="2349818"/>
                </a:lnTo>
                <a:lnTo>
                  <a:pt x="1882130" y="2350112"/>
                </a:lnTo>
                <a:lnTo>
                  <a:pt x="1881712" y="2350398"/>
                </a:lnTo>
                <a:lnTo>
                  <a:pt x="1881298" y="2350674"/>
                </a:lnTo>
                <a:lnTo>
                  <a:pt x="1880875" y="2350938"/>
                </a:lnTo>
                <a:lnTo>
                  <a:pt x="1880441" y="2351191"/>
                </a:lnTo>
                <a:lnTo>
                  <a:pt x="1879998" y="2351431"/>
                </a:lnTo>
                <a:lnTo>
                  <a:pt x="1879544" y="2351660"/>
                </a:lnTo>
                <a:lnTo>
                  <a:pt x="1879081" y="2351877"/>
                </a:lnTo>
                <a:lnTo>
                  <a:pt x="1878608" y="2352083"/>
                </a:lnTo>
                <a:lnTo>
                  <a:pt x="1878124" y="2352277"/>
                </a:lnTo>
                <a:lnTo>
                  <a:pt x="1877631" y="2352459"/>
                </a:lnTo>
                <a:lnTo>
                  <a:pt x="1877127" y="2352629"/>
                </a:lnTo>
                <a:lnTo>
                  <a:pt x="1876614" y="2352787"/>
                </a:lnTo>
                <a:lnTo>
                  <a:pt x="1876091" y="2352934"/>
                </a:lnTo>
                <a:lnTo>
                  <a:pt x="1875557" y="2353069"/>
                </a:lnTo>
                <a:lnTo>
                  <a:pt x="1875014" y="2353192"/>
                </a:lnTo>
                <a:lnTo>
                  <a:pt x="1874461" y="2353304"/>
                </a:lnTo>
                <a:lnTo>
                  <a:pt x="1873897" y="2353404"/>
                </a:lnTo>
                <a:lnTo>
                  <a:pt x="1873324" y="2353492"/>
                </a:lnTo>
                <a:lnTo>
                  <a:pt x="1872741" y="2353568"/>
                </a:lnTo>
                <a:lnTo>
                  <a:pt x="1872148" y="2353633"/>
                </a:lnTo>
                <a:lnTo>
                  <a:pt x="1871545" y="2353686"/>
                </a:lnTo>
                <a:lnTo>
                  <a:pt x="1870931" y="2353727"/>
                </a:lnTo>
                <a:lnTo>
                  <a:pt x="1870308" y="2353756"/>
                </a:lnTo>
                <a:lnTo>
                  <a:pt x="1869675" y="2353774"/>
                </a:lnTo>
                <a:lnTo>
                  <a:pt x="1869032" y="2353779"/>
                </a:lnTo>
                <a:lnTo>
                  <a:pt x="1868349" y="2353774"/>
                </a:lnTo>
                <a:lnTo>
                  <a:pt x="1867681" y="2353756"/>
                </a:lnTo>
                <a:lnTo>
                  <a:pt x="1867027" y="2353727"/>
                </a:lnTo>
                <a:lnTo>
                  <a:pt x="1866388" y="2353686"/>
                </a:lnTo>
                <a:lnTo>
                  <a:pt x="1865764" y="2353633"/>
                </a:lnTo>
                <a:lnTo>
                  <a:pt x="1865154" y="2353568"/>
                </a:lnTo>
                <a:lnTo>
                  <a:pt x="1864559" y="2353492"/>
                </a:lnTo>
                <a:lnTo>
                  <a:pt x="1863979" y="2353404"/>
                </a:lnTo>
                <a:lnTo>
                  <a:pt x="1863413" y="2353304"/>
                </a:lnTo>
                <a:close/>
                <a:moveTo>
                  <a:pt x="2091392" y="2364093"/>
                </a:moveTo>
                <a:lnTo>
                  <a:pt x="2120641" y="2364093"/>
                </a:lnTo>
                <a:lnTo>
                  <a:pt x="2120641" y="2351074"/>
                </a:lnTo>
                <a:lnTo>
                  <a:pt x="2091392" y="2351074"/>
                </a:lnTo>
                <a:lnTo>
                  <a:pt x="2091392" y="2277699"/>
                </a:lnTo>
                <a:lnTo>
                  <a:pt x="2043546" y="2277699"/>
                </a:lnTo>
                <a:lnTo>
                  <a:pt x="2043546" y="2290887"/>
                </a:lnTo>
                <a:lnTo>
                  <a:pt x="2074486" y="2290887"/>
                </a:lnTo>
                <a:lnTo>
                  <a:pt x="2074486" y="2351074"/>
                </a:lnTo>
                <a:lnTo>
                  <a:pt x="2043546" y="2351074"/>
                </a:lnTo>
                <a:lnTo>
                  <a:pt x="2043546" y="2364093"/>
                </a:lnTo>
                <a:lnTo>
                  <a:pt x="2074486" y="2364093"/>
                </a:lnTo>
                <a:lnTo>
                  <a:pt x="2091392" y="2364093"/>
                </a:lnTo>
                <a:close/>
                <a:moveTo>
                  <a:pt x="1996724" y="2863936"/>
                </a:moveTo>
                <a:lnTo>
                  <a:pt x="1997246" y="2863896"/>
                </a:lnTo>
                <a:lnTo>
                  <a:pt x="1997767" y="2863852"/>
                </a:lnTo>
                <a:lnTo>
                  <a:pt x="1998288" y="2863802"/>
                </a:lnTo>
                <a:lnTo>
                  <a:pt x="1998810" y="2863748"/>
                </a:lnTo>
                <a:lnTo>
                  <a:pt x="1999331" y="2863690"/>
                </a:lnTo>
                <a:lnTo>
                  <a:pt x="1999852" y="2863626"/>
                </a:lnTo>
                <a:lnTo>
                  <a:pt x="2000373" y="2863558"/>
                </a:lnTo>
                <a:lnTo>
                  <a:pt x="2000895" y="2863485"/>
                </a:lnTo>
                <a:lnTo>
                  <a:pt x="2001416" y="2863408"/>
                </a:lnTo>
                <a:lnTo>
                  <a:pt x="2001937" y="2863326"/>
                </a:lnTo>
                <a:lnTo>
                  <a:pt x="2002459" y="2863239"/>
                </a:lnTo>
                <a:lnTo>
                  <a:pt x="2002980" y="2863147"/>
                </a:lnTo>
                <a:lnTo>
                  <a:pt x="2003501" y="2863051"/>
                </a:lnTo>
                <a:lnTo>
                  <a:pt x="2004022" y="2862950"/>
                </a:lnTo>
                <a:lnTo>
                  <a:pt x="2004544" y="2862844"/>
                </a:lnTo>
                <a:lnTo>
                  <a:pt x="2005065" y="2862734"/>
                </a:lnTo>
                <a:lnTo>
                  <a:pt x="2005582" y="2862633"/>
                </a:lnTo>
                <a:lnTo>
                  <a:pt x="2006092" y="2862528"/>
                </a:lnTo>
                <a:lnTo>
                  <a:pt x="2006595" y="2862419"/>
                </a:lnTo>
                <a:lnTo>
                  <a:pt x="2007089" y="2862306"/>
                </a:lnTo>
                <a:lnTo>
                  <a:pt x="2007576" y="2862189"/>
                </a:lnTo>
                <a:lnTo>
                  <a:pt x="2008055" y="2862068"/>
                </a:lnTo>
                <a:lnTo>
                  <a:pt x="2008527" y="2861943"/>
                </a:lnTo>
                <a:lnTo>
                  <a:pt x="2008991" y="2861813"/>
                </a:lnTo>
                <a:lnTo>
                  <a:pt x="2009448" y="2861680"/>
                </a:lnTo>
                <a:lnTo>
                  <a:pt x="2009896" y="2861542"/>
                </a:lnTo>
                <a:lnTo>
                  <a:pt x="2010338" y="2861400"/>
                </a:lnTo>
                <a:lnTo>
                  <a:pt x="2010771" y="2861255"/>
                </a:lnTo>
                <a:lnTo>
                  <a:pt x="2011197" y="2861105"/>
                </a:lnTo>
                <a:lnTo>
                  <a:pt x="2011615" y="2860950"/>
                </a:lnTo>
                <a:lnTo>
                  <a:pt x="2012026" y="2860792"/>
                </a:lnTo>
                <a:lnTo>
                  <a:pt x="2012429" y="2860630"/>
                </a:lnTo>
                <a:lnTo>
                  <a:pt x="2012824" y="2860464"/>
                </a:lnTo>
                <a:lnTo>
                  <a:pt x="2013212" y="2860293"/>
                </a:lnTo>
                <a:lnTo>
                  <a:pt x="2013592" y="2860118"/>
                </a:lnTo>
                <a:lnTo>
                  <a:pt x="2013964" y="2859940"/>
                </a:lnTo>
                <a:lnTo>
                  <a:pt x="2014329" y="2859757"/>
                </a:lnTo>
                <a:lnTo>
                  <a:pt x="2014687" y="2859570"/>
                </a:lnTo>
                <a:lnTo>
                  <a:pt x="2015036" y="2859379"/>
                </a:lnTo>
                <a:lnTo>
                  <a:pt x="2015378" y="2859184"/>
                </a:lnTo>
                <a:lnTo>
                  <a:pt x="2015378" y="2846165"/>
                </a:lnTo>
                <a:lnTo>
                  <a:pt x="2015080" y="2846306"/>
                </a:lnTo>
                <a:lnTo>
                  <a:pt x="2014778" y="2846446"/>
                </a:lnTo>
                <a:lnTo>
                  <a:pt x="2014472" y="2846585"/>
                </a:lnTo>
                <a:lnTo>
                  <a:pt x="2014162" y="2846724"/>
                </a:lnTo>
                <a:lnTo>
                  <a:pt x="2013847" y="2846862"/>
                </a:lnTo>
                <a:lnTo>
                  <a:pt x="2013529" y="2847000"/>
                </a:lnTo>
                <a:lnTo>
                  <a:pt x="2013206" y="2847137"/>
                </a:lnTo>
                <a:lnTo>
                  <a:pt x="2012880" y="2847274"/>
                </a:lnTo>
                <a:lnTo>
                  <a:pt x="2012549" y="2847409"/>
                </a:lnTo>
                <a:lnTo>
                  <a:pt x="2012214" y="2847545"/>
                </a:lnTo>
                <a:lnTo>
                  <a:pt x="2011875" y="2847680"/>
                </a:lnTo>
                <a:lnTo>
                  <a:pt x="2011532" y="2847814"/>
                </a:lnTo>
                <a:lnTo>
                  <a:pt x="2011185" y="2847947"/>
                </a:lnTo>
                <a:lnTo>
                  <a:pt x="2010833" y="2848080"/>
                </a:lnTo>
                <a:lnTo>
                  <a:pt x="2010478" y="2848213"/>
                </a:lnTo>
                <a:lnTo>
                  <a:pt x="2010118" y="2848344"/>
                </a:lnTo>
                <a:lnTo>
                  <a:pt x="2009755" y="2848476"/>
                </a:lnTo>
                <a:lnTo>
                  <a:pt x="2009387" y="2848606"/>
                </a:lnTo>
                <a:lnTo>
                  <a:pt x="2009015" y="2848736"/>
                </a:lnTo>
                <a:lnTo>
                  <a:pt x="2008639" y="2848866"/>
                </a:lnTo>
                <a:lnTo>
                  <a:pt x="2008259" y="2848994"/>
                </a:lnTo>
                <a:lnTo>
                  <a:pt x="2007875" y="2849123"/>
                </a:lnTo>
                <a:lnTo>
                  <a:pt x="2007486" y="2849250"/>
                </a:lnTo>
                <a:lnTo>
                  <a:pt x="2007094" y="2849377"/>
                </a:lnTo>
                <a:lnTo>
                  <a:pt x="2006712" y="2849488"/>
                </a:lnTo>
                <a:lnTo>
                  <a:pt x="2006327" y="2849593"/>
                </a:lnTo>
                <a:lnTo>
                  <a:pt x="2005939" y="2849694"/>
                </a:lnTo>
                <a:lnTo>
                  <a:pt x="2005549" y="2849791"/>
                </a:lnTo>
                <a:lnTo>
                  <a:pt x="2005155" y="2849882"/>
                </a:lnTo>
                <a:lnTo>
                  <a:pt x="2004759" y="2849969"/>
                </a:lnTo>
                <a:lnTo>
                  <a:pt x="2004359" y="2850051"/>
                </a:lnTo>
                <a:lnTo>
                  <a:pt x="2003957" y="2850129"/>
                </a:lnTo>
                <a:lnTo>
                  <a:pt x="2003551" y="2850202"/>
                </a:lnTo>
                <a:lnTo>
                  <a:pt x="2003143" y="2850270"/>
                </a:lnTo>
                <a:lnTo>
                  <a:pt x="2002732" y="2850333"/>
                </a:lnTo>
                <a:lnTo>
                  <a:pt x="2002318" y="2850392"/>
                </a:lnTo>
                <a:lnTo>
                  <a:pt x="2001901" y="2850446"/>
                </a:lnTo>
                <a:lnTo>
                  <a:pt x="2001481" y="2850495"/>
                </a:lnTo>
                <a:lnTo>
                  <a:pt x="2001058" y="2850540"/>
                </a:lnTo>
                <a:lnTo>
                  <a:pt x="2000632" y="2850580"/>
                </a:lnTo>
                <a:lnTo>
                  <a:pt x="2000203" y="2850615"/>
                </a:lnTo>
                <a:lnTo>
                  <a:pt x="1999771" y="2850646"/>
                </a:lnTo>
                <a:lnTo>
                  <a:pt x="1999336" y="2850671"/>
                </a:lnTo>
                <a:lnTo>
                  <a:pt x="1998899" y="2850692"/>
                </a:lnTo>
                <a:lnTo>
                  <a:pt x="1998458" y="2850709"/>
                </a:lnTo>
                <a:lnTo>
                  <a:pt x="1998015" y="2850721"/>
                </a:lnTo>
                <a:lnTo>
                  <a:pt x="1997568" y="2850728"/>
                </a:lnTo>
                <a:lnTo>
                  <a:pt x="1997119" y="2850730"/>
                </a:lnTo>
                <a:lnTo>
                  <a:pt x="1996545" y="2850727"/>
                </a:lnTo>
                <a:lnTo>
                  <a:pt x="1995980" y="2850718"/>
                </a:lnTo>
                <a:lnTo>
                  <a:pt x="1995423" y="2850704"/>
                </a:lnTo>
                <a:lnTo>
                  <a:pt x="1994874" y="2850683"/>
                </a:lnTo>
                <a:lnTo>
                  <a:pt x="1994333" y="2850657"/>
                </a:lnTo>
                <a:lnTo>
                  <a:pt x="1993801" y="2850624"/>
                </a:lnTo>
                <a:lnTo>
                  <a:pt x="1993277" y="2850586"/>
                </a:lnTo>
                <a:lnTo>
                  <a:pt x="1992761" y="2850542"/>
                </a:lnTo>
                <a:lnTo>
                  <a:pt x="1992253" y="2850492"/>
                </a:lnTo>
                <a:lnTo>
                  <a:pt x="1991753" y="2850437"/>
                </a:lnTo>
                <a:lnTo>
                  <a:pt x="1991262" y="2850375"/>
                </a:lnTo>
                <a:lnTo>
                  <a:pt x="1990779" y="2850307"/>
                </a:lnTo>
                <a:lnTo>
                  <a:pt x="1990304" y="2850234"/>
                </a:lnTo>
                <a:lnTo>
                  <a:pt x="1989837" y="2850155"/>
                </a:lnTo>
                <a:lnTo>
                  <a:pt x="1989379" y="2850070"/>
                </a:lnTo>
                <a:lnTo>
                  <a:pt x="1988928" y="2849979"/>
                </a:lnTo>
                <a:lnTo>
                  <a:pt x="1988486" y="2849882"/>
                </a:lnTo>
                <a:lnTo>
                  <a:pt x="1988053" y="2849779"/>
                </a:lnTo>
                <a:lnTo>
                  <a:pt x="1987627" y="2849670"/>
                </a:lnTo>
                <a:lnTo>
                  <a:pt x="1987210" y="2849556"/>
                </a:lnTo>
                <a:lnTo>
                  <a:pt x="1986800" y="2849436"/>
                </a:lnTo>
                <a:lnTo>
                  <a:pt x="1986399" y="2849309"/>
                </a:lnTo>
                <a:lnTo>
                  <a:pt x="1986007" y="2849177"/>
                </a:lnTo>
                <a:lnTo>
                  <a:pt x="1985622" y="2849039"/>
                </a:lnTo>
                <a:lnTo>
                  <a:pt x="1985246" y="2848895"/>
                </a:lnTo>
                <a:lnTo>
                  <a:pt x="1984877" y="2848743"/>
                </a:lnTo>
                <a:lnTo>
                  <a:pt x="1984515" y="2848585"/>
                </a:lnTo>
                <a:lnTo>
                  <a:pt x="1984162" y="2848419"/>
                </a:lnTo>
                <a:lnTo>
                  <a:pt x="1983816" y="2848247"/>
                </a:lnTo>
                <a:lnTo>
                  <a:pt x="1983477" y="2848067"/>
                </a:lnTo>
                <a:lnTo>
                  <a:pt x="1983147" y="2847880"/>
                </a:lnTo>
                <a:lnTo>
                  <a:pt x="1982823" y="2847687"/>
                </a:lnTo>
                <a:lnTo>
                  <a:pt x="1982508" y="2847486"/>
                </a:lnTo>
                <a:lnTo>
                  <a:pt x="1982200" y="2847278"/>
                </a:lnTo>
                <a:lnTo>
                  <a:pt x="1981900" y="2847063"/>
                </a:lnTo>
                <a:lnTo>
                  <a:pt x="1981607" y="2846841"/>
                </a:lnTo>
                <a:lnTo>
                  <a:pt x="1981322" y="2846612"/>
                </a:lnTo>
                <a:lnTo>
                  <a:pt x="1981045" y="2846376"/>
                </a:lnTo>
                <a:lnTo>
                  <a:pt x="1980775" y="2846133"/>
                </a:lnTo>
                <a:lnTo>
                  <a:pt x="1980513" y="2845883"/>
                </a:lnTo>
                <a:lnTo>
                  <a:pt x="1980258" y="2845626"/>
                </a:lnTo>
                <a:lnTo>
                  <a:pt x="1980011" y="2845362"/>
                </a:lnTo>
                <a:lnTo>
                  <a:pt x="1979772" y="2845091"/>
                </a:lnTo>
                <a:lnTo>
                  <a:pt x="1979541" y="2844813"/>
                </a:lnTo>
                <a:lnTo>
                  <a:pt x="1979317" y="2844527"/>
                </a:lnTo>
                <a:lnTo>
                  <a:pt x="1979100" y="2844235"/>
                </a:lnTo>
                <a:lnTo>
                  <a:pt x="1978892" y="2843936"/>
                </a:lnTo>
                <a:lnTo>
                  <a:pt x="1978691" y="2843629"/>
                </a:lnTo>
                <a:lnTo>
                  <a:pt x="1978497" y="2843316"/>
                </a:lnTo>
                <a:lnTo>
                  <a:pt x="1978312" y="2842995"/>
                </a:lnTo>
                <a:lnTo>
                  <a:pt x="1978136" y="2842668"/>
                </a:lnTo>
                <a:lnTo>
                  <a:pt x="1977967" y="2842333"/>
                </a:lnTo>
                <a:lnTo>
                  <a:pt x="1977807" y="2841991"/>
                </a:lnTo>
                <a:lnTo>
                  <a:pt x="1977655" y="2841643"/>
                </a:lnTo>
                <a:lnTo>
                  <a:pt x="1977511" y="2841287"/>
                </a:lnTo>
                <a:lnTo>
                  <a:pt x="1977376" y="2840924"/>
                </a:lnTo>
                <a:lnTo>
                  <a:pt x="1977248" y="2840554"/>
                </a:lnTo>
                <a:lnTo>
                  <a:pt x="1977129" y="2840177"/>
                </a:lnTo>
                <a:lnTo>
                  <a:pt x="1977018" y="2839794"/>
                </a:lnTo>
                <a:lnTo>
                  <a:pt x="1976915" y="2839403"/>
                </a:lnTo>
                <a:lnTo>
                  <a:pt x="1976821" y="2839005"/>
                </a:lnTo>
                <a:lnTo>
                  <a:pt x="1976735" y="2838599"/>
                </a:lnTo>
                <a:lnTo>
                  <a:pt x="1976657" y="2838187"/>
                </a:lnTo>
                <a:lnTo>
                  <a:pt x="1976587" y="2837768"/>
                </a:lnTo>
                <a:lnTo>
                  <a:pt x="1976525" y="2837342"/>
                </a:lnTo>
                <a:lnTo>
                  <a:pt x="1976472" y="2836909"/>
                </a:lnTo>
                <a:lnTo>
                  <a:pt x="1976426" y="2836469"/>
                </a:lnTo>
                <a:lnTo>
                  <a:pt x="1976389" y="2836021"/>
                </a:lnTo>
                <a:lnTo>
                  <a:pt x="1976361" y="2835567"/>
                </a:lnTo>
                <a:lnTo>
                  <a:pt x="1976340" y="2835105"/>
                </a:lnTo>
                <a:lnTo>
                  <a:pt x="1976328" y="2834637"/>
                </a:lnTo>
                <a:lnTo>
                  <a:pt x="1976324" y="2834161"/>
                </a:lnTo>
                <a:lnTo>
                  <a:pt x="1976324" y="2789190"/>
                </a:lnTo>
                <a:lnTo>
                  <a:pt x="2015378" y="2789190"/>
                </a:lnTo>
                <a:lnTo>
                  <a:pt x="2015378" y="2776002"/>
                </a:lnTo>
                <a:lnTo>
                  <a:pt x="1976324" y="2776002"/>
                </a:lnTo>
                <a:lnTo>
                  <a:pt x="1976324" y="2748444"/>
                </a:lnTo>
                <a:lnTo>
                  <a:pt x="1965841" y="2748444"/>
                </a:lnTo>
                <a:lnTo>
                  <a:pt x="1959924" y="2776002"/>
                </a:lnTo>
                <a:lnTo>
                  <a:pt x="1934395" y="2776002"/>
                </a:lnTo>
                <a:lnTo>
                  <a:pt x="1934395" y="2789190"/>
                </a:lnTo>
                <a:lnTo>
                  <a:pt x="1959417" y="2789190"/>
                </a:lnTo>
                <a:lnTo>
                  <a:pt x="1959417" y="2835514"/>
                </a:lnTo>
                <a:lnTo>
                  <a:pt x="1959432" y="2836767"/>
                </a:lnTo>
                <a:lnTo>
                  <a:pt x="1959479" y="2837991"/>
                </a:lnTo>
                <a:lnTo>
                  <a:pt x="1959557" y="2839186"/>
                </a:lnTo>
                <a:lnTo>
                  <a:pt x="1959666" y="2840351"/>
                </a:lnTo>
                <a:lnTo>
                  <a:pt x="1959806" y="2841487"/>
                </a:lnTo>
                <a:lnTo>
                  <a:pt x="1959977" y="2842594"/>
                </a:lnTo>
                <a:lnTo>
                  <a:pt x="1960179" y="2843671"/>
                </a:lnTo>
                <a:lnTo>
                  <a:pt x="1960412" y="2844719"/>
                </a:lnTo>
                <a:lnTo>
                  <a:pt x="1960677" y="2845737"/>
                </a:lnTo>
                <a:lnTo>
                  <a:pt x="1960972" y="2846726"/>
                </a:lnTo>
                <a:lnTo>
                  <a:pt x="1961299" y="2847686"/>
                </a:lnTo>
                <a:lnTo>
                  <a:pt x="1961657" y="2848617"/>
                </a:lnTo>
                <a:lnTo>
                  <a:pt x="1962046" y="2849518"/>
                </a:lnTo>
                <a:lnTo>
                  <a:pt x="1962466" y="2850390"/>
                </a:lnTo>
                <a:lnTo>
                  <a:pt x="1962917" y="2851232"/>
                </a:lnTo>
                <a:lnTo>
                  <a:pt x="1963399" y="2852045"/>
                </a:lnTo>
                <a:lnTo>
                  <a:pt x="1963913" y="2852829"/>
                </a:lnTo>
                <a:lnTo>
                  <a:pt x="1964457" y="2853583"/>
                </a:lnTo>
                <a:lnTo>
                  <a:pt x="1965033" y="2854308"/>
                </a:lnTo>
                <a:lnTo>
                  <a:pt x="1965639" y="2855004"/>
                </a:lnTo>
                <a:lnTo>
                  <a:pt x="1966277" y="2855670"/>
                </a:lnTo>
                <a:lnTo>
                  <a:pt x="1966946" y="2856307"/>
                </a:lnTo>
                <a:lnTo>
                  <a:pt x="1967646" y="2856915"/>
                </a:lnTo>
                <a:lnTo>
                  <a:pt x="1968377" y="2857493"/>
                </a:lnTo>
                <a:lnTo>
                  <a:pt x="1969135" y="2858031"/>
                </a:lnTo>
                <a:lnTo>
                  <a:pt x="1969914" y="2858546"/>
                </a:lnTo>
                <a:lnTo>
                  <a:pt x="1970715" y="2859038"/>
                </a:lnTo>
                <a:lnTo>
                  <a:pt x="1971538" y="2859507"/>
                </a:lnTo>
                <a:lnTo>
                  <a:pt x="1972383" y="2859954"/>
                </a:lnTo>
                <a:lnTo>
                  <a:pt x="1973249" y="2860377"/>
                </a:lnTo>
                <a:lnTo>
                  <a:pt x="1974137" y="2860778"/>
                </a:lnTo>
                <a:lnTo>
                  <a:pt x="1975046" y="2861156"/>
                </a:lnTo>
                <a:lnTo>
                  <a:pt x="1975978" y="2861511"/>
                </a:lnTo>
                <a:lnTo>
                  <a:pt x="1976931" y="2861843"/>
                </a:lnTo>
                <a:lnTo>
                  <a:pt x="1977905" y="2862152"/>
                </a:lnTo>
                <a:lnTo>
                  <a:pt x="1978902" y="2862438"/>
                </a:lnTo>
                <a:lnTo>
                  <a:pt x="1979920" y="2862701"/>
                </a:lnTo>
                <a:lnTo>
                  <a:pt x="1980960" y="2862942"/>
                </a:lnTo>
                <a:lnTo>
                  <a:pt x="1982022" y="2863159"/>
                </a:lnTo>
                <a:lnTo>
                  <a:pt x="1983105" y="2863354"/>
                </a:lnTo>
                <a:lnTo>
                  <a:pt x="1984210" y="2863525"/>
                </a:lnTo>
                <a:lnTo>
                  <a:pt x="1985337" y="2863674"/>
                </a:lnTo>
                <a:lnTo>
                  <a:pt x="1986486" y="2863800"/>
                </a:lnTo>
                <a:lnTo>
                  <a:pt x="1987656" y="2863903"/>
                </a:lnTo>
                <a:lnTo>
                  <a:pt x="1988848" y="2863983"/>
                </a:lnTo>
                <a:lnTo>
                  <a:pt x="1990061" y="2864041"/>
                </a:lnTo>
                <a:lnTo>
                  <a:pt x="1991297" y="2864075"/>
                </a:lnTo>
                <a:lnTo>
                  <a:pt x="1992554" y="2864086"/>
                </a:lnTo>
                <a:lnTo>
                  <a:pt x="1993075" y="2864084"/>
                </a:lnTo>
                <a:lnTo>
                  <a:pt x="1993597" y="2864077"/>
                </a:lnTo>
                <a:lnTo>
                  <a:pt x="1994118" y="2864065"/>
                </a:lnTo>
                <a:lnTo>
                  <a:pt x="1994639" y="2864049"/>
                </a:lnTo>
                <a:lnTo>
                  <a:pt x="1995161" y="2864028"/>
                </a:lnTo>
                <a:lnTo>
                  <a:pt x="1995682" y="2864002"/>
                </a:lnTo>
                <a:lnTo>
                  <a:pt x="1996203" y="2863971"/>
                </a:lnTo>
                <a:lnTo>
                  <a:pt x="1996724" y="2863936"/>
                </a:lnTo>
                <a:close/>
                <a:moveTo>
                  <a:pt x="1871098" y="2805589"/>
                </a:moveTo>
                <a:lnTo>
                  <a:pt x="1871153" y="2805153"/>
                </a:lnTo>
                <a:lnTo>
                  <a:pt x="1871215" y="2804719"/>
                </a:lnTo>
                <a:lnTo>
                  <a:pt x="1871282" y="2804287"/>
                </a:lnTo>
                <a:lnTo>
                  <a:pt x="1871357" y="2803856"/>
                </a:lnTo>
                <a:lnTo>
                  <a:pt x="1871437" y="2803427"/>
                </a:lnTo>
                <a:lnTo>
                  <a:pt x="1871525" y="2803000"/>
                </a:lnTo>
                <a:lnTo>
                  <a:pt x="1871618" y="2802575"/>
                </a:lnTo>
                <a:lnTo>
                  <a:pt x="1871718" y="2802151"/>
                </a:lnTo>
                <a:lnTo>
                  <a:pt x="1871825" y="2801730"/>
                </a:lnTo>
                <a:lnTo>
                  <a:pt x="1871938" y="2801310"/>
                </a:lnTo>
                <a:lnTo>
                  <a:pt x="1872057" y="2800891"/>
                </a:lnTo>
                <a:lnTo>
                  <a:pt x="1872183" y="2800475"/>
                </a:lnTo>
                <a:lnTo>
                  <a:pt x="1872316" y="2800060"/>
                </a:lnTo>
                <a:lnTo>
                  <a:pt x="1872454" y="2799647"/>
                </a:lnTo>
                <a:lnTo>
                  <a:pt x="1872600" y="2799236"/>
                </a:lnTo>
                <a:lnTo>
                  <a:pt x="1872751" y="2798826"/>
                </a:lnTo>
                <a:lnTo>
                  <a:pt x="1872910" y="2798421"/>
                </a:lnTo>
                <a:lnTo>
                  <a:pt x="1873074" y="2798021"/>
                </a:lnTo>
                <a:lnTo>
                  <a:pt x="1873245" y="2797627"/>
                </a:lnTo>
                <a:lnTo>
                  <a:pt x="1873423" y="2797239"/>
                </a:lnTo>
                <a:lnTo>
                  <a:pt x="1873607" y="2796857"/>
                </a:lnTo>
                <a:lnTo>
                  <a:pt x="1873798" y="2796481"/>
                </a:lnTo>
                <a:lnTo>
                  <a:pt x="1873994" y="2796110"/>
                </a:lnTo>
                <a:lnTo>
                  <a:pt x="1874198" y="2795746"/>
                </a:lnTo>
                <a:lnTo>
                  <a:pt x="1874408" y="2795387"/>
                </a:lnTo>
                <a:lnTo>
                  <a:pt x="1874624" y="2795034"/>
                </a:lnTo>
                <a:lnTo>
                  <a:pt x="1874847" y="2794687"/>
                </a:lnTo>
                <a:lnTo>
                  <a:pt x="1875076" y="2794346"/>
                </a:lnTo>
                <a:lnTo>
                  <a:pt x="1875312" y="2794011"/>
                </a:lnTo>
                <a:lnTo>
                  <a:pt x="1875554" y="2793682"/>
                </a:lnTo>
                <a:lnTo>
                  <a:pt x="1875803" y="2793358"/>
                </a:lnTo>
                <a:lnTo>
                  <a:pt x="1876058" y="2793041"/>
                </a:lnTo>
                <a:lnTo>
                  <a:pt x="1876319" y="2792729"/>
                </a:lnTo>
                <a:lnTo>
                  <a:pt x="1876587" y="2792423"/>
                </a:lnTo>
                <a:lnTo>
                  <a:pt x="1876862" y="2792123"/>
                </a:lnTo>
                <a:lnTo>
                  <a:pt x="1877142" y="2791829"/>
                </a:lnTo>
                <a:lnTo>
                  <a:pt x="1877430" y="2791541"/>
                </a:lnTo>
                <a:lnTo>
                  <a:pt x="1877724" y="2791258"/>
                </a:lnTo>
                <a:lnTo>
                  <a:pt x="1878024" y="2790982"/>
                </a:lnTo>
                <a:lnTo>
                  <a:pt x="1878331" y="2790711"/>
                </a:lnTo>
                <a:lnTo>
                  <a:pt x="1878658" y="2790449"/>
                </a:lnTo>
                <a:lnTo>
                  <a:pt x="1878990" y="2790198"/>
                </a:lnTo>
                <a:lnTo>
                  <a:pt x="1879329" y="2789958"/>
                </a:lnTo>
                <a:lnTo>
                  <a:pt x="1879674" y="2789730"/>
                </a:lnTo>
                <a:lnTo>
                  <a:pt x="1880024" y="2789512"/>
                </a:lnTo>
                <a:lnTo>
                  <a:pt x="1880381" y="2789306"/>
                </a:lnTo>
                <a:lnTo>
                  <a:pt x="1880743" y="2789111"/>
                </a:lnTo>
                <a:lnTo>
                  <a:pt x="1881111" y="2788927"/>
                </a:lnTo>
                <a:lnTo>
                  <a:pt x="1881485" y="2788754"/>
                </a:lnTo>
                <a:lnTo>
                  <a:pt x="1881865" y="2788592"/>
                </a:lnTo>
                <a:lnTo>
                  <a:pt x="1882250" y="2788442"/>
                </a:lnTo>
                <a:lnTo>
                  <a:pt x="1882642" y="2788302"/>
                </a:lnTo>
                <a:lnTo>
                  <a:pt x="1883039" y="2788174"/>
                </a:lnTo>
                <a:lnTo>
                  <a:pt x="1883443" y="2788057"/>
                </a:lnTo>
                <a:lnTo>
                  <a:pt x="1883852" y="2787951"/>
                </a:lnTo>
                <a:lnTo>
                  <a:pt x="1884267" y="2787856"/>
                </a:lnTo>
                <a:lnTo>
                  <a:pt x="1884688" y="2787772"/>
                </a:lnTo>
                <a:lnTo>
                  <a:pt x="1885115" y="2787700"/>
                </a:lnTo>
                <a:lnTo>
                  <a:pt x="1885547" y="2787638"/>
                </a:lnTo>
                <a:lnTo>
                  <a:pt x="1885986" y="2787588"/>
                </a:lnTo>
                <a:lnTo>
                  <a:pt x="1886430" y="2787549"/>
                </a:lnTo>
                <a:lnTo>
                  <a:pt x="1886880" y="2787521"/>
                </a:lnTo>
                <a:lnTo>
                  <a:pt x="1887337" y="2787505"/>
                </a:lnTo>
                <a:lnTo>
                  <a:pt x="1887799" y="2787499"/>
                </a:lnTo>
                <a:lnTo>
                  <a:pt x="1888274" y="2787503"/>
                </a:lnTo>
                <a:lnTo>
                  <a:pt x="1888741" y="2787517"/>
                </a:lnTo>
                <a:lnTo>
                  <a:pt x="1889201" y="2787539"/>
                </a:lnTo>
                <a:lnTo>
                  <a:pt x="1889654" y="2787569"/>
                </a:lnTo>
                <a:lnTo>
                  <a:pt x="1890098" y="2787609"/>
                </a:lnTo>
                <a:lnTo>
                  <a:pt x="1890535" y="2787658"/>
                </a:lnTo>
                <a:lnTo>
                  <a:pt x="1890965" y="2787715"/>
                </a:lnTo>
                <a:lnTo>
                  <a:pt x="1891386" y="2787781"/>
                </a:lnTo>
                <a:lnTo>
                  <a:pt x="1891801" y="2787856"/>
                </a:lnTo>
                <a:lnTo>
                  <a:pt x="1892207" y="2787939"/>
                </a:lnTo>
                <a:lnTo>
                  <a:pt x="1892606" y="2788032"/>
                </a:lnTo>
                <a:lnTo>
                  <a:pt x="1892997" y="2788133"/>
                </a:lnTo>
                <a:lnTo>
                  <a:pt x="1893381" y="2788243"/>
                </a:lnTo>
                <a:lnTo>
                  <a:pt x="1893757" y="2788362"/>
                </a:lnTo>
                <a:lnTo>
                  <a:pt x="1894125" y="2788490"/>
                </a:lnTo>
                <a:lnTo>
                  <a:pt x="1894486" y="2788626"/>
                </a:lnTo>
                <a:lnTo>
                  <a:pt x="1894839" y="2788771"/>
                </a:lnTo>
                <a:lnTo>
                  <a:pt x="1895185" y="2788926"/>
                </a:lnTo>
                <a:lnTo>
                  <a:pt x="1895522" y="2789088"/>
                </a:lnTo>
                <a:lnTo>
                  <a:pt x="1895853" y="2789260"/>
                </a:lnTo>
                <a:lnTo>
                  <a:pt x="1896175" y="2789441"/>
                </a:lnTo>
                <a:lnTo>
                  <a:pt x="1896490" y="2789630"/>
                </a:lnTo>
                <a:lnTo>
                  <a:pt x="1896798" y="2789828"/>
                </a:lnTo>
                <a:lnTo>
                  <a:pt x="1897097" y="2790035"/>
                </a:lnTo>
                <a:lnTo>
                  <a:pt x="1897404" y="2790235"/>
                </a:lnTo>
                <a:lnTo>
                  <a:pt x="1897703" y="2790440"/>
                </a:lnTo>
                <a:lnTo>
                  <a:pt x="1897995" y="2790651"/>
                </a:lnTo>
                <a:lnTo>
                  <a:pt x="1898281" y="2790866"/>
                </a:lnTo>
                <a:lnTo>
                  <a:pt x="1898559" y="2791087"/>
                </a:lnTo>
                <a:lnTo>
                  <a:pt x="1898830" y="2791314"/>
                </a:lnTo>
                <a:lnTo>
                  <a:pt x="1899094" y="2791545"/>
                </a:lnTo>
                <a:lnTo>
                  <a:pt x="1899351" y="2791782"/>
                </a:lnTo>
                <a:lnTo>
                  <a:pt x="1899602" y="2792024"/>
                </a:lnTo>
                <a:lnTo>
                  <a:pt x="1899845" y="2792272"/>
                </a:lnTo>
                <a:lnTo>
                  <a:pt x="1900081" y="2792524"/>
                </a:lnTo>
                <a:lnTo>
                  <a:pt x="1900309" y="2792782"/>
                </a:lnTo>
                <a:lnTo>
                  <a:pt x="1900531" y="2793046"/>
                </a:lnTo>
                <a:lnTo>
                  <a:pt x="1900746" y="2793314"/>
                </a:lnTo>
                <a:lnTo>
                  <a:pt x="1900954" y="2793588"/>
                </a:lnTo>
                <a:lnTo>
                  <a:pt x="1901155" y="2793867"/>
                </a:lnTo>
                <a:lnTo>
                  <a:pt x="1901349" y="2794152"/>
                </a:lnTo>
                <a:lnTo>
                  <a:pt x="1901535" y="2794441"/>
                </a:lnTo>
                <a:lnTo>
                  <a:pt x="1901715" y="2794736"/>
                </a:lnTo>
                <a:lnTo>
                  <a:pt x="1901887" y="2795037"/>
                </a:lnTo>
                <a:lnTo>
                  <a:pt x="1902053" y="2795342"/>
                </a:lnTo>
                <a:lnTo>
                  <a:pt x="1902212" y="2795653"/>
                </a:lnTo>
                <a:lnTo>
                  <a:pt x="1902363" y="2795969"/>
                </a:lnTo>
                <a:lnTo>
                  <a:pt x="1902507" y="2796291"/>
                </a:lnTo>
                <a:lnTo>
                  <a:pt x="1902659" y="2796616"/>
                </a:lnTo>
                <a:lnTo>
                  <a:pt x="1902804" y="2796943"/>
                </a:lnTo>
                <a:lnTo>
                  <a:pt x="1902943" y="2797273"/>
                </a:lnTo>
                <a:lnTo>
                  <a:pt x="1903076" y="2797605"/>
                </a:lnTo>
                <a:lnTo>
                  <a:pt x="1903202" y="2797940"/>
                </a:lnTo>
                <a:lnTo>
                  <a:pt x="1903321" y="2798277"/>
                </a:lnTo>
                <a:lnTo>
                  <a:pt x="1903434" y="2798616"/>
                </a:lnTo>
                <a:lnTo>
                  <a:pt x="1903541" y="2798958"/>
                </a:lnTo>
                <a:lnTo>
                  <a:pt x="1903641" y="2799302"/>
                </a:lnTo>
                <a:lnTo>
                  <a:pt x="1903734" y="2799648"/>
                </a:lnTo>
                <a:lnTo>
                  <a:pt x="1903821" y="2799997"/>
                </a:lnTo>
                <a:lnTo>
                  <a:pt x="1903902" y="2800348"/>
                </a:lnTo>
                <a:lnTo>
                  <a:pt x="1903976" y="2800701"/>
                </a:lnTo>
                <a:lnTo>
                  <a:pt x="1904044" y="2801057"/>
                </a:lnTo>
                <a:lnTo>
                  <a:pt x="1904106" y="2801415"/>
                </a:lnTo>
                <a:lnTo>
                  <a:pt x="1904160" y="2801776"/>
                </a:lnTo>
                <a:lnTo>
                  <a:pt x="1904209" y="2802138"/>
                </a:lnTo>
                <a:lnTo>
                  <a:pt x="1904251" y="2802504"/>
                </a:lnTo>
                <a:lnTo>
                  <a:pt x="1904286" y="2802871"/>
                </a:lnTo>
                <a:lnTo>
                  <a:pt x="1904315" y="2803241"/>
                </a:lnTo>
                <a:lnTo>
                  <a:pt x="1904338" y="2803613"/>
                </a:lnTo>
                <a:lnTo>
                  <a:pt x="1904354" y="2803988"/>
                </a:lnTo>
                <a:lnTo>
                  <a:pt x="1904364" y="2804365"/>
                </a:lnTo>
                <a:lnTo>
                  <a:pt x="1904367" y="2804744"/>
                </a:lnTo>
                <a:lnTo>
                  <a:pt x="1904367" y="2808294"/>
                </a:lnTo>
                <a:lnTo>
                  <a:pt x="1918738" y="2808294"/>
                </a:lnTo>
                <a:lnTo>
                  <a:pt x="1918765" y="2808112"/>
                </a:lnTo>
                <a:lnTo>
                  <a:pt x="1918792" y="2807933"/>
                </a:lnTo>
                <a:lnTo>
                  <a:pt x="1918817" y="2807755"/>
                </a:lnTo>
                <a:lnTo>
                  <a:pt x="1918841" y="2807580"/>
                </a:lnTo>
                <a:lnTo>
                  <a:pt x="1918864" y="2807408"/>
                </a:lnTo>
                <a:lnTo>
                  <a:pt x="1918886" y="2807238"/>
                </a:lnTo>
                <a:lnTo>
                  <a:pt x="1918906" y="2807070"/>
                </a:lnTo>
                <a:lnTo>
                  <a:pt x="1918926" y="2806904"/>
                </a:lnTo>
                <a:lnTo>
                  <a:pt x="1918944" y="2806741"/>
                </a:lnTo>
                <a:lnTo>
                  <a:pt x="1918961" y="2806580"/>
                </a:lnTo>
                <a:lnTo>
                  <a:pt x="1918977" y="2806422"/>
                </a:lnTo>
                <a:lnTo>
                  <a:pt x="1918991" y="2806265"/>
                </a:lnTo>
                <a:lnTo>
                  <a:pt x="1919005" y="2806112"/>
                </a:lnTo>
                <a:lnTo>
                  <a:pt x="1919017" y="2805960"/>
                </a:lnTo>
                <a:lnTo>
                  <a:pt x="1919028" y="2805811"/>
                </a:lnTo>
                <a:lnTo>
                  <a:pt x="1919038" y="2805664"/>
                </a:lnTo>
                <a:lnTo>
                  <a:pt x="1919047" y="2805520"/>
                </a:lnTo>
                <a:lnTo>
                  <a:pt x="1919055" y="2805378"/>
                </a:lnTo>
                <a:lnTo>
                  <a:pt x="1919061" y="2805238"/>
                </a:lnTo>
                <a:lnTo>
                  <a:pt x="1919067" y="2805101"/>
                </a:lnTo>
                <a:lnTo>
                  <a:pt x="1919071" y="2804966"/>
                </a:lnTo>
                <a:lnTo>
                  <a:pt x="1919074" y="2804833"/>
                </a:lnTo>
                <a:lnTo>
                  <a:pt x="1919075" y="2804703"/>
                </a:lnTo>
                <a:lnTo>
                  <a:pt x="1919076" y="2804575"/>
                </a:lnTo>
                <a:lnTo>
                  <a:pt x="1919090" y="2804434"/>
                </a:lnTo>
                <a:lnTo>
                  <a:pt x="1919103" y="2804292"/>
                </a:lnTo>
                <a:lnTo>
                  <a:pt x="1919116" y="2804150"/>
                </a:lnTo>
                <a:lnTo>
                  <a:pt x="1919128" y="2804007"/>
                </a:lnTo>
                <a:lnTo>
                  <a:pt x="1919139" y="2803863"/>
                </a:lnTo>
                <a:lnTo>
                  <a:pt x="1919150" y="2803719"/>
                </a:lnTo>
                <a:lnTo>
                  <a:pt x="1919160" y="2803574"/>
                </a:lnTo>
                <a:lnTo>
                  <a:pt x="1919170" y="2803429"/>
                </a:lnTo>
                <a:lnTo>
                  <a:pt x="1919179" y="2803283"/>
                </a:lnTo>
                <a:lnTo>
                  <a:pt x="1919187" y="2803137"/>
                </a:lnTo>
                <a:lnTo>
                  <a:pt x="1919195" y="2802989"/>
                </a:lnTo>
                <a:lnTo>
                  <a:pt x="1919203" y="2802842"/>
                </a:lnTo>
                <a:lnTo>
                  <a:pt x="1919209" y="2802694"/>
                </a:lnTo>
                <a:lnTo>
                  <a:pt x="1919216" y="2802545"/>
                </a:lnTo>
                <a:lnTo>
                  <a:pt x="1919221" y="2802395"/>
                </a:lnTo>
                <a:lnTo>
                  <a:pt x="1919226" y="2802245"/>
                </a:lnTo>
                <a:lnTo>
                  <a:pt x="1919231" y="2802095"/>
                </a:lnTo>
                <a:lnTo>
                  <a:pt x="1919234" y="2801944"/>
                </a:lnTo>
                <a:lnTo>
                  <a:pt x="1919238" y="2801792"/>
                </a:lnTo>
                <a:lnTo>
                  <a:pt x="1919240" y="2801640"/>
                </a:lnTo>
                <a:lnTo>
                  <a:pt x="1919242" y="2801487"/>
                </a:lnTo>
                <a:lnTo>
                  <a:pt x="1919244" y="2801333"/>
                </a:lnTo>
                <a:lnTo>
                  <a:pt x="1919245" y="2801179"/>
                </a:lnTo>
                <a:lnTo>
                  <a:pt x="1919245" y="2801024"/>
                </a:lnTo>
                <a:lnTo>
                  <a:pt x="1919233" y="2800060"/>
                </a:lnTo>
                <a:lnTo>
                  <a:pt x="1919197" y="2799109"/>
                </a:lnTo>
                <a:lnTo>
                  <a:pt x="1919137" y="2798174"/>
                </a:lnTo>
                <a:lnTo>
                  <a:pt x="1919052" y="2797253"/>
                </a:lnTo>
                <a:lnTo>
                  <a:pt x="1918944" y="2796347"/>
                </a:lnTo>
                <a:lnTo>
                  <a:pt x="1918812" y="2795456"/>
                </a:lnTo>
                <a:lnTo>
                  <a:pt x="1918655" y="2794579"/>
                </a:lnTo>
                <a:lnTo>
                  <a:pt x="1918475" y="2793717"/>
                </a:lnTo>
                <a:lnTo>
                  <a:pt x="1918270" y="2792869"/>
                </a:lnTo>
                <a:lnTo>
                  <a:pt x="1918041" y="2792037"/>
                </a:lnTo>
                <a:lnTo>
                  <a:pt x="1917789" y="2791219"/>
                </a:lnTo>
                <a:lnTo>
                  <a:pt x="1917512" y="2790415"/>
                </a:lnTo>
                <a:lnTo>
                  <a:pt x="1917211" y="2789627"/>
                </a:lnTo>
                <a:lnTo>
                  <a:pt x="1916886" y="2788853"/>
                </a:lnTo>
                <a:lnTo>
                  <a:pt x="1916537" y="2788093"/>
                </a:lnTo>
                <a:lnTo>
                  <a:pt x="1916164" y="2787349"/>
                </a:lnTo>
                <a:lnTo>
                  <a:pt x="1915767" y="2786619"/>
                </a:lnTo>
                <a:lnTo>
                  <a:pt x="1915346" y="2785903"/>
                </a:lnTo>
                <a:lnTo>
                  <a:pt x="1914901" y="2785203"/>
                </a:lnTo>
                <a:lnTo>
                  <a:pt x="1914431" y="2784517"/>
                </a:lnTo>
                <a:lnTo>
                  <a:pt x="1913938" y="2783845"/>
                </a:lnTo>
                <a:lnTo>
                  <a:pt x="1913420" y="2783189"/>
                </a:lnTo>
                <a:lnTo>
                  <a:pt x="1912879" y="2782547"/>
                </a:lnTo>
                <a:lnTo>
                  <a:pt x="1912313" y="2781920"/>
                </a:lnTo>
                <a:lnTo>
                  <a:pt x="1911739" y="2781299"/>
                </a:lnTo>
                <a:lnTo>
                  <a:pt x="1911145" y="2780705"/>
                </a:lnTo>
                <a:lnTo>
                  <a:pt x="1910530" y="2780137"/>
                </a:lnTo>
                <a:lnTo>
                  <a:pt x="1909895" y="2779595"/>
                </a:lnTo>
                <a:lnTo>
                  <a:pt x="1909239" y="2779080"/>
                </a:lnTo>
                <a:lnTo>
                  <a:pt x="1908562" y="2778591"/>
                </a:lnTo>
                <a:lnTo>
                  <a:pt x="1907865" y="2778129"/>
                </a:lnTo>
                <a:lnTo>
                  <a:pt x="1907147" y="2777693"/>
                </a:lnTo>
                <a:lnTo>
                  <a:pt x="1906409" y="2777284"/>
                </a:lnTo>
                <a:lnTo>
                  <a:pt x="1905650" y="2776901"/>
                </a:lnTo>
                <a:lnTo>
                  <a:pt x="1904871" y="2776544"/>
                </a:lnTo>
                <a:lnTo>
                  <a:pt x="1904071" y="2776214"/>
                </a:lnTo>
                <a:lnTo>
                  <a:pt x="1903251" y="2775910"/>
                </a:lnTo>
                <a:lnTo>
                  <a:pt x="1902410" y="2775633"/>
                </a:lnTo>
                <a:lnTo>
                  <a:pt x="1901548" y="2775382"/>
                </a:lnTo>
                <a:lnTo>
                  <a:pt x="1900666" y="2775157"/>
                </a:lnTo>
                <a:lnTo>
                  <a:pt x="1899764" y="2774959"/>
                </a:lnTo>
                <a:lnTo>
                  <a:pt x="1898841" y="2774787"/>
                </a:lnTo>
                <a:lnTo>
                  <a:pt x="1897897" y="2774642"/>
                </a:lnTo>
                <a:lnTo>
                  <a:pt x="1896933" y="2774523"/>
                </a:lnTo>
                <a:lnTo>
                  <a:pt x="1895948" y="2774431"/>
                </a:lnTo>
                <a:lnTo>
                  <a:pt x="1894943" y="2774365"/>
                </a:lnTo>
                <a:lnTo>
                  <a:pt x="1893917" y="2774325"/>
                </a:lnTo>
                <a:lnTo>
                  <a:pt x="1892870" y="2774312"/>
                </a:lnTo>
                <a:lnTo>
                  <a:pt x="1892183" y="2774319"/>
                </a:lnTo>
                <a:lnTo>
                  <a:pt x="1891503" y="2774339"/>
                </a:lnTo>
                <a:lnTo>
                  <a:pt x="1890828" y="2774373"/>
                </a:lnTo>
                <a:lnTo>
                  <a:pt x="1890161" y="2774420"/>
                </a:lnTo>
                <a:lnTo>
                  <a:pt x="1889499" y="2774481"/>
                </a:lnTo>
                <a:lnTo>
                  <a:pt x="1888845" y="2774555"/>
                </a:lnTo>
                <a:lnTo>
                  <a:pt x="1888196" y="2774643"/>
                </a:lnTo>
                <a:lnTo>
                  <a:pt x="1887554" y="2774744"/>
                </a:lnTo>
                <a:lnTo>
                  <a:pt x="1886919" y="2774859"/>
                </a:lnTo>
                <a:lnTo>
                  <a:pt x="1886290" y="2774987"/>
                </a:lnTo>
                <a:lnTo>
                  <a:pt x="1885667" y="2775129"/>
                </a:lnTo>
                <a:lnTo>
                  <a:pt x="1885051" y="2775284"/>
                </a:lnTo>
                <a:lnTo>
                  <a:pt x="1884441" y="2775453"/>
                </a:lnTo>
                <a:lnTo>
                  <a:pt x="1883838" y="2775635"/>
                </a:lnTo>
                <a:lnTo>
                  <a:pt x="1883242" y="2775831"/>
                </a:lnTo>
                <a:lnTo>
                  <a:pt x="1882651" y="2776040"/>
                </a:lnTo>
                <a:lnTo>
                  <a:pt x="1882067" y="2776263"/>
                </a:lnTo>
                <a:lnTo>
                  <a:pt x="1881490" y="2776499"/>
                </a:lnTo>
                <a:lnTo>
                  <a:pt x="1880919" y="2776749"/>
                </a:lnTo>
                <a:lnTo>
                  <a:pt x="1880355" y="2777012"/>
                </a:lnTo>
                <a:lnTo>
                  <a:pt x="1879797" y="2777289"/>
                </a:lnTo>
                <a:lnTo>
                  <a:pt x="1879245" y="2777579"/>
                </a:lnTo>
                <a:lnTo>
                  <a:pt x="1878700" y="2777883"/>
                </a:lnTo>
                <a:lnTo>
                  <a:pt x="1878162" y="2778200"/>
                </a:lnTo>
                <a:lnTo>
                  <a:pt x="1877646" y="2778515"/>
                </a:lnTo>
                <a:lnTo>
                  <a:pt x="1877141" y="2778841"/>
                </a:lnTo>
                <a:lnTo>
                  <a:pt x="1876648" y="2779178"/>
                </a:lnTo>
                <a:lnTo>
                  <a:pt x="1876166" y="2779525"/>
                </a:lnTo>
                <a:lnTo>
                  <a:pt x="1875695" y="2779882"/>
                </a:lnTo>
                <a:lnTo>
                  <a:pt x="1875235" y="2780250"/>
                </a:lnTo>
                <a:lnTo>
                  <a:pt x="1874786" y="2780629"/>
                </a:lnTo>
                <a:lnTo>
                  <a:pt x="1874348" y="2781018"/>
                </a:lnTo>
                <a:lnTo>
                  <a:pt x="1873922" y="2781418"/>
                </a:lnTo>
                <a:lnTo>
                  <a:pt x="1873506" y="2781828"/>
                </a:lnTo>
                <a:lnTo>
                  <a:pt x="1873102" y="2782249"/>
                </a:lnTo>
                <a:lnTo>
                  <a:pt x="1872709" y="2782680"/>
                </a:lnTo>
                <a:lnTo>
                  <a:pt x="1872327" y="2783122"/>
                </a:lnTo>
                <a:lnTo>
                  <a:pt x="1871957" y="2783575"/>
                </a:lnTo>
                <a:lnTo>
                  <a:pt x="1871597" y="2784038"/>
                </a:lnTo>
                <a:lnTo>
                  <a:pt x="1871249" y="2784512"/>
                </a:lnTo>
                <a:lnTo>
                  <a:pt x="1870911" y="2784996"/>
                </a:lnTo>
                <a:lnTo>
                  <a:pt x="1870585" y="2785491"/>
                </a:lnTo>
                <a:lnTo>
                  <a:pt x="1870270" y="2785997"/>
                </a:lnTo>
                <a:lnTo>
                  <a:pt x="1869967" y="2786513"/>
                </a:lnTo>
                <a:lnTo>
                  <a:pt x="1869674" y="2787039"/>
                </a:lnTo>
                <a:lnTo>
                  <a:pt x="1869392" y="2787576"/>
                </a:lnTo>
                <a:lnTo>
                  <a:pt x="1869122" y="2788124"/>
                </a:lnTo>
                <a:lnTo>
                  <a:pt x="1868863" y="2788682"/>
                </a:lnTo>
                <a:lnTo>
                  <a:pt x="1868018" y="2776002"/>
                </a:lnTo>
                <a:lnTo>
                  <a:pt x="1832513" y="2776002"/>
                </a:lnTo>
                <a:lnTo>
                  <a:pt x="1832513" y="2789190"/>
                </a:lnTo>
                <a:lnTo>
                  <a:pt x="1854323" y="2789190"/>
                </a:lnTo>
                <a:lnTo>
                  <a:pt x="1854323" y="2849377"/>
                </a:lnTo>
                <a:lnTo>
                  <a:pt x="1831668" y="2849377"/>
                </a:lnTo>
                <a:lnTo>
                  <a:pt x="1831668" y="2862396"/>
                </a:lnTo>
                <a:lnTo>
                  <a:pt x="1854323" y="2862396"/>
                </a:lnTo>
                <a:lnTo>
                  <a:pt x="1870892" y="2862396"/>
                </a:lnTo>
                <a:lnTo>
                  <a:pt x="1909608" y="2862396"/>
                </a:lnTo>
                <a:lnTo>
                  <a:pt x="1909608" y="2849377"/>
                </a:lnTo>
                <a:lnTo>
                  <a:pt x="1870892" y="2849377"/>
                </a:lnTo>
                <a:lnTo>
                  <a:pt x="1870892" y="2809140"/>
                </a:lnTo>
                <a:lnTo>
                  <a:pt x="1870895" y="2808690"/>
                </a:lnTo>
                <a:lnTo>
                  <a:pt x="1870905" y="2808242"/>
                </a:lnTo>
                <a:lnTo>
                  <a:pt x="1870921" y="2807795"/>
                </a:lnTo>
                <a:lnTo>
                  <a:pt x="1870943" y="2807350"/>
                </a:lnTo>
                <a:lnTo>
                  <a:pt x="1870972" y="2806907"/>
                </a:lnTo>
                <a:lnTo>
                  <a:pt x="1871008" y="2806466"/>
                </a:lnTo>
                <a:lnTo>
                  <a:pt x="1871050" y="2806027"/>
                </a:lnTo>
                <a:lnTo>
                  <a:pt x="1871098" y="2805589"/>
                </a:lnTo>
                <a:close/>
                <a:moveTo>
                  <a:pt x="1737490" y="2799365"/>
                </a:moveTo>
                <a:lnTo>
                  <a:pt x="1737508" y="2799478"/>
                </a:lnTo>
                <a:lnTo>
                  <a:pt x="1737526" y="2799597"/>
                </a:lnTo>
                <a:lnTo>
                  <a:pt x="1737545" y="2799722"/>
                </a:lnTo>
                <a:lnTo>
                  <a:pt x="1737565" y="2799854"/>
                </a:lnTo>
                <a:lnTo>
                  <a:pt x="1737585" y="2799992"/>
                </a:lnTo>
                <a:lnTo>
                  <a:pt x="1737606" y="2800137"/>
                </a:lnTo>
                <a:lnTo>
                  <a:pt x="1737627" y="2800288"/>
                </a:lnTo>
                <a:lnTo>
                  <a:pt x="1737649" y="2800445"/>
                </a:lnTo>
                <a:lnTo>
                  <a:pt x="1737672" y="2800610"/>
                </a:lnTo>
                <a:lnTo>
                  <a:pt x="1737695" y="2800780"/>
                </a:lnTo>
                <a:lnTo>
                  <a:pt x="1737719" y="2800957"/>
                </a:lnTo>
                <a:lnTo>
                  <a:pt x="1737743" y="2801141"/>
                </a:lnTo>
                <a:lnTo>
                  <a:pt x="1737768" y="2801330"/>
                </a:lnTo>
                <a:lnTo>
                  <a:pt x="1737794" y="2801527"/>
                </a:lnTo>
                <a:lnTo>
                  <a:pt x="1737820" y="2801730"/>
                </a:lnTo>
                <a:lnTo>
                  <a:pt x="1737847" y="2801939"/>
                </a:lnTo>
                <a:lnTo>
                  <a:pt x="1737874" y="2802155"/>
                </a:lnTo>
                <a:lnTo>
                  <a:pt x="1737902" y="2802377"/>
                </a:lnTo>
                <a:lnTo>
                  <a:pt x="1753456" y="2802377"/>
                </a:lnTo>
                <a:lnTo>
                  <a:pt x="1753456" y="2800348"/>
                </a:lnTo>
                <a:lnTo>
                  <a:pt x="1753465" y="2799790"/>
                </a:lnTo>
                <a:lnTo>
                  <a:pt x="1753490" y="2799242"/>
                </a:lnTo>
                <a:lnTo>
                  <a:pt x="1753533" y="2798705"/>
                </a:lnTo>
                <a:lnTo>
                  <a:pt x="1753592" y="2798178"/>
                </a:lnTo>
                <a:lnTo>
                  <a:pt x="1753669" y="2797662"/>
                </a:lnTo>
                <a:lnTo>
                  <a:pt x="1753763" y="2797157"/>
                </a:lnTo>
                <a:lnTo>
                  <a:pt x="1753873" y="2796662"/>
                </a:lnTo>
                <a:lnTo>
                  <a:pt x="1754001" y="2796178"/>
                </a:lnTo>
                <a:lnTo>
                  <a:pt x="1754146" y="2795704"/>
                </a:lnTo>
                <a:lnTo>
                  <a:pt x="1754307" y="2795241"/>
                </a:lnTo>
                <a:lnTo>
                  <a:pt x="1754486" y="2794788"/>
                </a:lnTo>
                <a:lnTo>
                  <a:pt x="1754682" y="2794346"/>
                </a:lnTo>
                <a:lnTo>
                  <a:pt x="1754895" y="2793915"/>
                </a:lnTo>
                <a:lnTo>
                  <a:pt x="1755125" y="2793494"/>
                </a:lnTo>
                <a:lnTo>
                  <a:pt x="1755371" y="2793083"/>
                </a:lnTo>
                <a:lnTo>
                  <a:pt x="1755635" y="2792684"/>
                </a:lnTo>
                <a:lnTo>
                  <a:pt x="1755916" y="2792294"/>
                </a:lnTo>
                <a:lnTo>
                  <a:pt x="1756214" y="2791916"/>
                </a:lnTo>
                <a:lnTo>
                  <a:pt x="1756529" y="2791548"/>
                </a:lnTo>
                <a:lnTo>
                  <a:pt x="1756861" y="2791190"/>
                </a:lnTo>
                <a:lnTo>
                  <a:pt x="1757210" y="2790843"/>
                </a:lnTo>
                <a:lnTo>
                  <a:pt x="1757576" y="2790507"/>
                </a:lnTo>
                <a:lnTo>
                  <a:pt x="1757959" y="2790181"/>
                </a:lnTo>
                <a:lnTo>
                  <a:pt x="1758359" y="2789866"/>
                </a:lnTo>
                <a:lnTo>
                  <a:pt x="1758775" y="2789562"/>
                </a:lnTo>
                <a:lnTo>
                  <a:pt x="1759204" y="2789272"/>
                </a:lnTo>
                <a:lnTo>
                  <a:pt x="1759648" y="2788994"/>
                </a:lnTo>
                <a:lnTo>
                  <a:pt x="1760106" y="2788729"/>
                </a:lnTo>
                <a:lnTo>
                  <a:pt x="1760578" y="2788478"/>
                </a:lnTo>
                <a:lnTo>
                  <a:pt x="1761064" y="2788239"/>
                </a:lnTo>
                <a:lnTo>
                  <a:pt x="1761564" y="2788013"/>
                </a:lnTo>
                <a:lnTo>
                  <a:pt x="1762078" y="2787800"/>
                </a:lnTo>
                <a:lnTo>
                  <a:pt x="1762607" y="2787599"/>
                </a:lnTo>
                <a:lnTo>
                  <a:pt x="1763149" y="2787412"/>
                </a:lnTo>
                <a:lnTo>
                  <a:pt x="1763706" y="2787238"/>
                </a:lnTo>
                <a:lnTo>
                  <a:pt x="1764276" y="2787076"/>
                </a:lnTo>
                <a:lnTo>
                  <a:pt x="1764861" y="2786928"/>
                </a:lnTo>
                <a:lnTo>
                  <a:pt x="1765460" y="2786792"/>
                </a:lnTo>
                <a:lnTo>
                  <a:pt x="1766073" y="2786670"/>
                </a:lnTo>
                <a:lnTo>
                  <a:pt x="1766700" y="2786560"/>
                </a:lnTo>
                <a:lnTo>
                  <a:pt x="1767341" y="2786463"/>
                </a:lnTo>
                <a:lnTo>
                  <a:pt x="1767996" y="2786379"/>
                </a:lnTo>
                <a:lnTo>
                  <a:pt x="1768665" y="2786308"/>
                </a:lnTo>
                <a:lnTo>
                  <a:pt x="1769348" y="2786250"/>
                </a:lnTo>
                <a:lnTo>
                  <a:pt x="1770046" y="2786205"/>
                </a:lnTo>
                <a:lnTo>
                  <a:pt x="1770757" y="2786172"/>
                </a:lnTo>
                <a:lnTo>
                  <a:pt x="1771483" y="2786153"/>
                </a:lnTo>
                <a:lnTo>
                  <a:pt x="1772223" y="2786146"/>
                </a:lnTo>
                <a:lnTo>
                  <a:pt x="1773030" y="2786153"/>
                </a:lnTo>
                <a:lnTo>
                  <a:pt x="1773817" y="2786172"/>
                </a:lnTo>
                <a:lnTo>
                  <a:pt x="1774584" y="2786205"/>
                </a:lnTo>
                <a:lnTo>
                  <a:pt x="1775331" y="2786250"/>
                </a:lnTo>
                <a:lnTo>
                  <a:pt x="1776059" y="2786308"/>
                </a:lnTo>
                <a:lnTo>
                  <a:pt x="1776766" y="2786379"/>
                </a:lnTo>
                <a:lnTo>
                  <a:pt x="1777454" y="2786463"/>
                </a:lnTo>
                <a:lnTo>
                  <a:pt x="1778121" y="2786560"/>
                </a:lnTo>
                <a:lnTo>
                  <a:pt x="1778769" y="2786670"/>
                </a:lnTo>
                <a:lnTo>
                  <a:pt x="1779396" y="2786792"/>
                </a:lnTo>
                <a:lnTo>
                  <a:pt x="1780004" y="2786928"/>
                </a:lnTo>
                <a:lnTo>
                  <a:pt x="1780591" y="2787076"/>
                </a:lnTo>
                <a:lnTo>
                  <a:pt x="1781159" y="2787238"/>
                </a:lnTo>
                <a:lnTo>
                  <a:pt x="1781707" y="2787412"/>
                </a:lnTo>
                <a:lnTo>
                  <a:pt x="1782234" y="2787599"/>
                </a:lnTo>
                <a:lnTo>
                  <a:pt x="1782742" y="2787800"/>
                </a:lnTo>
                <a:lnTo>
                  <a:pt x="1783230" y="2788013"/>
                </a:lnTo>
                <a:lnTo>
                  <a:pt x="1783698" y="2788239"/>
                </a:lnTo>
                <a:lnTo>
                  <a:pt x="1784146" y="2788478"/>
                </a:lnTo>
                <a:lnTo>
                  <a:pt x="1784574" y="2788729"/>
                </a:lnTo>
                <a:lnTo>
                  <a:pt x="1784982" y="2788994"/>
                </a:lnTo>
                <a:lnTo>
                  <a:pt x="1785370" y="2789272"/>
                </a:lnTo>
                <a:lnTo>
                  <a:pt x="1785738" y="2789562"/>
                </a:lnTo>
                <a:lnTo>
                  <a:pt x="1786086" y="2789866"/>
                </a:lnTo>
                <a:lnTo>
                  <a:pt x="1786431" y="2790183"/>
                </a:lnTo>
                <a:lnTo>
                  <a:pt x="1786761" y="2790516"/>
                </a:lnTo>
                <a:lnTo>
                  <a:pt x="1787077" y="2790864"/>
                </a:lnTo>
                <a:lnTo>
                  <a:pt x="1787378" y="2791228"/>
                </a:lnTo>
                <a:lnTo>
                  <a:pt x="1787664" y="2791606"/>
                </a:lnTo>
                <a:lnTo>
                  <a:pt x="1787935" y="2792000"/>
                </a:lnTo>
                <a:lnTo>
                  <a:pt x="1788192" y="2792409"/>
                </a:lnTo>
                <a:lnTo>
                  <a:pt x="1788434" y="2792834"/>
                </a:lnTo>
                <a:lnTo>
                  <a:pt x="1788662" y="2793274"/>
                </a:lnTo>
                <a:lnTo>
                  <a:pt x="1788875" y="2793729"/>
                </a:lnTo>
                <a:lnTo>
                  <a:pt x="1789073" y="2794199"/>
                </a:lnTo>
                <a:lnTo>
                  <a:pt x="1789256" y="2794684"/>
                </a:lnTo>
                <a:lnTo>
                  <a:pt x="1789425" y="2795185"/>
                </a:lnTo>
                <a:lnTo>
                  <a:pt x="1789579" y="2795701"/>
                </a:lnTo>
                <a:lnTo>
                  <a:pt x="1789718" y="2796232"/>
                </a:lnTo>
                <a:lnTo>
                  <a:pt x="1789843" y="2796779"/>
                </a:lnTo>
                <a:lnTo>
                  <a:pt x="1789953" y="2797341"/>
                </a:lnTo>
                <a:lnTo>
                  <a:pt x="1790049" y="2797918"/>
                </a:lnTo>
                <a:lnTo>
                  <a:pt x="1790129" y="2798510"/>
                </a:lnTo>
                <a:lnTo>
                  <a:pt x="1790195" y="2799118"/>
                </a:lnTo>
                <a:lnTo>
                  <a:pt x="1790247" y="2799740"/>
                </a:lnTo>
                <a:lnTo>
                  <a:pt x="1790283" y="2800378"/>
                </a:lnTo>
                <a:lnTo>
                  <a:pt x="1790305" y="2801032"/>
                </a:lnTo>
                <a:lnTo>
                  <a:pt x="1790313" y="2801700"/>
                </a:lnTo>
                <a:lnTo>
                  <a:pt x="1790313" y="2811168"/>
                </a:lnTo>
                <a:lnTo>
                  <a:pt x="1788650" y="2811173"/>
                </a:lnTo>
                <a:lnTo>
                  <a:pt x="1787014" y="2811188"/>
                </a:lnTo>
                <a:lnTo>
                  <a:pt x="1785405" y="2811213"/>
                </a:lnTo>
                <a:lnTo>
                  <a:pt x="1783822" y="2811248"/>
                </a:lnTo>
                <a:lnTo>
                  <a:pt x="1782267" y="2811293"/>
                </a:lnTo>
                <a:lnTo>
                  <a:pt x="1780739" y="2811348"/>
                </a:lnTo>
                <a:lnTo>
                  <a:pt x="1779238" y="2811413"/>
                </a:lnTo>
                <a:lnTo>
                  <a:pt x="1777764" y="2811488"/>
                </a:lnTo>
                <a:lnTo>
                  <a:pt x="1776317" y="2811573"/>
                </a:lnTo>
                <a:lnTo>
                  <a:pt x="1774897" y="2811667"/>
                </a:lnTo>
                <a:lnTo>
                  <a:pt x="1773504" y="2811772"/>
                </a:lnTo>
                <a:lnTo>
                  <a:pt x="1772138" y="2811887"/>
                </a:lnTo>
                <a:lnTo>
                  <a:pt x="1770799" y="2812012"/>
                </a:lnTo>
                <a:lnTo>
                  <a:pt x="1769487" y="2812146"/>
                </a:lnTo>
                <a:lnTo>
                  <a:pt x="1768202" y="2812291"/>
                </a:lnTo>
                <a:lnTo>
                  <a:pt x="1766944" y="2812446"/>
                </a:lnTo>
                <a:lnTo>
                  <a:pt x="1765713" y="2812611"/>
                </a:lnTo>
                <a:lnTo>
                  <a:pt x="1764509" y="2812785"/>
                </a:lnTo>
                <a:lnTo>
                  <a:pt x="1763332" y="2812970"/>
                </a:lnTo>
                <a:lnTo>
                  <a:pt x="1762182" y="2813164"/>
                </a:lnTo>
                <a:lnTo>
                  <a:pt x="1761059" y="2813369"/>
                </a:lnTo>
                <a:lnTo>
                  <a:pt x="1759963" y="2813584"/>
                </a:lnTo>
                <a:lnTo>
                  <a:pt x="1758894" y="2813808"/>
                </a:lnTo>
                <a:lnTo>
                  <a:pt x="1757852" y="2814043"/>
                </a:lnTo>
                <a:lnTo>
                  <a:pt x="1756849" y="2814288"/>
                </a:lnTo>
                <a:lnTo>
                  <a:pt x="1755869" y="2814545"/>
                </a:lnTo>
                <a:lnTo>
                  <a:pt x="1754912" y="2814814"/>
                </a:lnTo>
                <a:lnTo>
                  <a:pt x="1753977" y="2815095"/>
                </a:lnTo>
                <a:lnTo>
                  <a:pt x="1753066" y="2815387"/>
                </a:lnTo>
                <a:lnTo>
                  <a:pt x="1752178" y="2815691"/>
                </a:lnTo>
                <a:lnTo>
                  <a:pt x="1751312" y="2816007"/>
                </a:lnTo>
                <a:lnTo>
                  <a:pt x="1750469" y="2816334"/>
                </a:lnTo>
                <a:lnTo>
                  <a:pt x="1749650" y="2816674"/>
                </a:lnTo>
                <a:lnTo>
                  <a:pt x="1748853" y="2817025"/>
                </a:lnTo>
                <a:lnTo>
                  <a:pt x="1748079" y="2817388"/>
                </a:lnTo>
                <a:lnTo>
                  <a:pt x="1747327" y="2817762"/>
                </a:lnTo>
                <a:lnTo>
                  <a:pt x="1746599" y="2818148"/>
                </a:lnTo>
                <a:lnTo>
                  <a:pt x="1745894" y="2818546"/>
                </a:lnTo>
                <a:lnTo>
                  <a:pt x="1745211" y="2818956"/>
                </a:lnTo>
                <a:lnTo>
                  <a:pt x="1744552" y="2819378"/>
                </a:lnTo>
                <a:lnTo>
                  <a:pt x="1743915" y="2819811"/>
                </a:lnTo>
                <a:lnTo>
                  <a:pt x="1743301" y="2820256"/>
                </a:lnTo>
                <a:lnTo>
                  <a:pt x="1742711" y="2820713"/>
                </a:lnTo>
                <a:lnTo>
                  <a:pt x="1742143" y="2821181"/>
                </a:lnTo>
                <a:lnTo>
                  <a:pt x="1741598" y="2821661"/>
                </a:lnTo>
                <a:lnTo>
                  <a:pt x="1741075" y="2822153"/>
                </a:lnTo>
                <a:lnTo>
                  <a:pt x="1740576" y="2822657"/>
                </a:lnTo>
                <a:lnTo>
                  <a:pt x="1740100" y="2823172"/>
                </a:lnTo>
                <a:lnTo>
                  <a:pt x="1739658" y="2823686"/>
                </a:lnTo>
                <a:lnTo>
                  <a:pt x="1739236" y="2824215"/>
                </a:lnTo>
                <a:lnTo>
                  <a:pt x="1738832" y="2824757"/>
                </a:lnTo>
                <a:lnTo>
                  <a:pt x="1738447" y="2825314"/>
                </a:lnTo>
                <a:lnTo>
                  <a:pt x="1738080" y="2825884"/>
                </a:lnTo>
                <a:lnTo>
                  <a:pt x="1737733" y="2826469"/>
                </a:lnTo>
                <a:lnTo>
                  <a:pt x="1737404" y="2827068"/>
                </a:lnTo>
                <a:lnTo>
                  <a:pt x="1737094" y="2827681"/>
                </a:lnTo>
                <a:lnTo>
                  <a:pt x="1736803" y="2828308"/>
                </a:lnTo>
                <a:lnTo>
                  <a:pt x="1736531" y="2828949"/>
                </a:lnTo>
                <a:lnTo>
                  <a:pt x="1736277" y="2829604"/>
                </a:lnTo>
                <a:lnTo>
                  <a:pt x="1736042" y="2830273"/>
                </a:lnTo>
                <a:lnTo>
                  <a:pt x="1735826" y="2830956"/>
                </a:lnTo>
                <a:lnTo>
                  <a:pt x="1735629" y="2831654"/>
                </a:lnTo>
                <a:lnTo>
                  <a:pt x="1735450" y="2832365"/>
                </a:lnTo>
                <a:lnTo>
                  <a:pt x="1735291" y="2833091"/>
                </a:lnTo>
                <a:lnTo>
                  <a:pt x="1735150" y="2833830"/>
                </a:lnTo>
                <a:lnTo>
                  <a:pt x="1735028" y="2834584"/>
                </a:lnTo>
                <a:lnTo>
                  <a:pt x="1734924" y="2835352"/>
                </a:lnTo>
                <a:lnTo>
                  <a:pt x="1734840" y="2836134"/>
                </a:lnTo>
                <a:lnTo>
                  <a:pt x="1734774" y="2836930"/>
                </a:lnTo>
                <a:lnTo>
                  <a:pt x="1734727" y="2837740"/>
                </a:lnTo>
                <a:lnTo>
                  <a:pt x="1734699" y="2838564"/>
                </a:lnTo>
                <a:lnTo>
                  <a:pt x="1734690" y="2839402"/>
                </a:lnTo>
                <a:lnTo>
                  <a:pt x="1734702" y="2840407"/>
                </a:lnTo>
                <a:lnTo>
                  <a:pt x="1734739" y="2841390"/>
                </a:lnTo>
                <a:lnTo>
                  <a:pt x="1734801" y="2842353"/>
                </a:lnTo>
                <a:lnTo>
                  <a:pt x="1734887" y="2843296"/>
                </a:lnTo>
                <a:lnTo>
                  <a:pt x="1734998" y="2844218"/>
                </a:lnTo>
                <a:lnTo>
                  <a:pt x="1735133" y="2845119"/>
                </a:lnTo>
                <a:lnTo>
                  <a:pt x="1735294" y="2846000"/>
                </a:lnTo>
                <a:lnTo>
                  <a:pt x="1735479" y="2846860"/>
                </a:lnTo>
                <a:lnTo>
                  <a:pt x="1735688" y="2847700"/>
                </a:lnTo>
                <a:lnTo>
                  <a:pt x="1735922" y="2848519"/>
                </a:lnTo>
                <a:lnTo>
                  <a:pt x="1736181" y="2849318"/>
                </a:lnTo>
                <a:lnTo>
                  <a:pt x="1736465" y="2850096"/>
                </a:lnTo>
                <a:lnTo>
                  <a:pt x="1736773" y="2850854"/>
                </a:lnTo>
                <a:lnTo>
                  <a:pt x="1737106" y="2851591"/>
                </a:lnTo>
                <a:lnTo>
                  <a:pt x="1737463" y="2852307"/>
                </a:lnTo>
                <a:lnTo>
                  <a:pt x="1737846" y="2853003"/>
                </a:lnTo>
                <a:lnTo>
                  <a:pt x="1738252" y="2853679"/>
                </a:lnTo>
                <a:lnTo>
                  <a:pt x="1738684" y="2854333"/>
                </a:lnTo>
                <a:lnTo>
                  <a:pt x="1739140" y="2854968"/>
                </a:lnTo>
                <a:lnTo>
                  <a:pt x="1739621" y="2855581"/>
                </a:lnTo>
                <a:lnTo>
                  <a:pt x="1740126" y="2856175"/>
                </a:lnTo>
                <a:lnTo>
                  <a:pt x="1740656" y="2856747"/>
                </a:lnTo>
                <a:lnTo>
                  <a:pt x="1741211" y="2857299"/>
                </a:lnTo>
                <a:lnTo>
                  <a:pt x="1741790" y="2857831"/>
                </a:lnTo>
                <a:lnTo>
                  <a:pt x="1742407" y="2858341"/>
                </a:lnTo>
                <a:lnTo>
                  <a:pt x="1743044" y="2858830"/>
                </a:lnTo>
                <a:lnTo>
                  <a:pt x="1743703" y="2859297"/>
                </a:lnTo>
                <a:lnTo>
                  <a:pt x="1744383" y="2859742"/>
                </a:lnTo>
                <a:lnTo>
                  <a:pt x="1745084" y="2860166"/>
                </a:lnTo>
                <a:lnTo>
                  <a:pt x="1745806" y="2860568"/>
                </a:lnTo>
                <a:lnTo>
                  <a:pt x="1746549" y="2860948"/>
                </a:lnTo>
                <a:lnTo>
                  <a:pt x="1747313" y="2861306"/>
                </a:lnTo>
                <a:lnTo>
                  <a:pt x="1748099" y="2861643"/>
                </a:lnTo>
                <a:lnTo>
                  <a:pt x="1748905" y="2861958"/>
                </a:lnTo>
                <a:lnTo>
                  <a:pt x="1749733" y="2862251"/>
                </a:lnTo>
                <a:lnTo>
                  <a:pt x="1750582" y="2862522"/>
                </a:lnTo>
                <a:lnTo>
                  <a:pt x="1751452" y="2862772"/>
                </a:lnTo>
                <a:lnTo>
                  <a:pt x="1752343" y="2863000"/>
                </a:lnTo>
                <a:lnTo>
                  <a:pt x="1753255" y="2863207"/>
                </a:lnTo>
                <a:lnTo>
                  <a:pt x="1754189" y="2863391"/>
                </a:lnTo>
                <a:lnTo>
                  <a:pt x="1755143" y="2863554"/>
                </a:lnTo>
                <a:lnTo>
                  <a:pt x="1756119" y="2863695"/>
                </a:lnTo>
                <a:lnTo>
                  <a:pt x="1757116" y="2863815"/>
                </a:lnTo>
                <a:lnTo>
                  <a:pt x="1758134" y="2863913"/>
                </a:lnTo>
                <a:lnTo>
                  <a:pt x="1759173" y="2863989"/>
                </a:lnTo>
                <a:lnTo>
                  <a:pt x="1760233" y="2864043"/>
                </a:lnTo>
                <a:lnTo>
                  <a:pt x="1761314" y="2864076"/>
                </a:lnTo>
                <a:lnTo>
                  <a:pt x="1762417" y="2864086"/>
                </a:lnTo>
                <a:lnTo>
                  <a:pt x="1762923" y="2864084"/>
                </a:lnTo>
                <a:lnTo>
                  <a:pt x="1763428" y="2864077"/>
                </a:lnTo>
                <a:lnTo>
                  <a:pt x="1763930" y="2864065"/>
                </a:lnTo>
                <a:lnTo>
                  <a:pt x="1764431" y="2864049"/>
                </a:lnTo>
                <a:lnTo>
                  <a:pt x="1764931" y="2864028"/>
                </a:lnTo>
                <a:lnTo>
                  <a:pt x="1765428" y="2864002"/>
                </a:lnTo>
                <a:lnTo>
                  <a:pt x="1765924" y="2863971"/>
                </a:lnTo>
                <a:lnTo>
                  <a:pt x="1766418" y="2863936"/>
                </a:lnTo>
                <a:lnTo>
                  <a:pt x="1766910" y="2863896"/>
                </a:lnTo>
                <a:lnTo>
                  <a:pt x="1767401" y="2863852"/>
                </a:lnTo>
                <a:lnTo>
                  <a:pt x="1767889" y="2863802"/>
                </a:lnTo>
                <a:lnTo>
                  <a:pt x="1768376" y="2863748"/>
                </a:lnTo>
                <a:lnTo>
                  <a:pt x="1768861" y="2863690"/>
                </a:lnTo>
                <a:lnTo>
                  <a:pt x="1769345" y="2863626"/>
                </a:lnTo>
                <a:lnTo>
                  <a:pt x="1769827" y="2863558"/>
                </a:lnTo>
                <a:lnTo>
                  <a:pt x="1770306" y="2863485"/>
                </a:lnTo>
                <a:lnTo>
                  <a:pt x="1770785" y="2863408"/>
                </a:lnTo>
                <a:lnTo>
                  <a:pt x="1771261" y="2863326"/>
                </a:lnTo>
                <a:lnTo>
                  <a:pt x="1771736" y="2863239"/>
                </a:lnTo>
                <a:lnTo>
                  <a:pt x="1772208" y="2863147"/>
                </a:lnTo>
                <a:lnTo>
                  <a:pt x="1772680" y="2863051"/>
                </a:lnTo>
                <a:lnTo>
                  <a:pt x="1773149" y="2862950"/>
                </a:lnTo>
                <a:lnTo>
                  <a:pt x="1773616" y="2862844"/>
                </a:lnTo>
                <a:lnTo>
                  <a:pt x="1774082" y="2862734"/>
                </a:lnTo>
                <a:lnTo>
                  <a:pt x="1774545" y="2862632"/>
                </a:lnTo>
                <a:lnTo>
                  <a:pt x="1775005" y="2862524"/>
                </a:lnTo>
                <a:lnTo>
                  <a:pt x="1775461" y="2862409"/>
                </a:lnTo>
                <a:lnTo>
                  <a:pt x="1775914" y="2862288"/>
                </a:lnTo>
                <a:lnTo>
                  <a:pt x="1776363" y="2862160"/>
                </a:lnTo>
                <a:lnTo>
                  <a:pt x="1776808" y="2862026"/>
                </a:lnTo>
                <a:lnTo>
                  <a:pt x="1777250" y="2861885"/>
                </a:lnTo>
                <a:lnTo>
                  <a:pt x="1777689" y="2861738"/>
                </a:lnTo>
                <a:lnTo>
                  <a:pt x="1778124" y="2861585"/>
                </a:lnTo>
                <a:lnTo>
                  <a:pt x="1778555" y="2861425"/>
                </a:lnTo>
                <a:lnTo>
                  <a:pt x="1778983" y="2861258"/>
                </a:lnTo>
                <a:lnTo>
                  <a:pt x="1779408" y="2861085"/>
                </a:lnTo>
                <a:lnTo>
                  <a:pt x="1779829" y="2860906"/>
                </a:lnTo>
                <a:lnTo>
                  <a:pt x="1780246" y="2860720"/>
                </a:lnTo>
                <a:lnTo>
                  <a:pt x="1780660" y="2860528"/>
                </a:lnTo>
                <a:lnTo>
                  <a:pt x="1781070" y="2860329"/>
                </a:lnTo>
                <a:lnTo>
                  <a:pt x="1781477" y="2860124"/>
                </a:lnTo>
                <a:lnTo>
                  <a:pt x="1781880" y="2859912"/>
                </a:lnTo>
                <a:lnTo>
                  <a:pt x="1782280" y="2859694"/>
                </a:lnTo>
                <a:lnTo>
                  <a:pt x="1782676" y="2859470"/>
                </a:lnTo>
                <a:lnTo>
                  <a:pt x="1783069" y="2859239"/>
                </a:lnTo>
                <a:lnTo>
                  <a:pt x="1783458" y="2859001"/>
                </a:lnTo>
                <a:lnTo>
                  <a:pt x="1783844" y="2858757"/>
                </a:lnTo>
                <a:lnTo>
                  <a:pt x="1784226" y="2858507"/>
                </a:lnTo>
                <a:lnTo>
                  <a:pt x="1784604" y="2858236"/>
                </a:lnTo>
                <a:lnTo>
                  <a:pt x="1784975" y="2857958"/>
                </a:lnTo>
                <a:lnTo>
                  <a:pt x="1785341" y="2857672"/>
                </a:lnTo>
                <a:lnTo>
                  <a:pt x="1785701" y="2857380"/>
                </a:lnTo>
                <a:lnTo>
                  <a:pt x="1786055" y="2857081"/>
                </a:lnTo>
                <a:lnTo>
                  <a:pt x="1786403" y="2856774"/>
                </a:lnTo>
                <a:lnTo>
                  <a:pt x="1786745" y="2856461"/>
                </a:lnTo>
                <a:lnTo>
                  <a:pt x="1787082" y="2856140"/>
                </a:lnTo>
                <a:lnTo>
                  <a:pt x="1787412" y="2855813"/>
                </a:lnTo>
                <a:lnTo>
                  <a:pt x="1787737" y="2855478"/>
                </a:lnTo>
                <a:lnTo>
                  <a:pt x="1788056" y="2855136"/>
                </a:lnTo>
                <a:lnTo>
                  <a:pt x="1788368" y="2854788"/>
                </a:lnTo>
                <a:lnTo>
                  <a:pt x="1788675" y="2854432"/>
                </a:lnTo>
                <a:lnTo>
                  <a:pt x="1788977" y="2854069"/>
                </a:lnTo>
                <a:lnTo>
                  <a:pt x="1789272" y="2853699"/>
                </a:lnTo>
                <a:lnTo>
                  <a:pt x="1789561" y="2853322"/>
                </a:lnTo>
                <a:lnTo>
                  <a:pt x="1789845" y="2852939"/>
                </a:lnTo>
                <a:lnTo>
                  <a:pt x="1790123" y="2852548"/>
                </a:lnTo>
                <a:lnTo>
                  <a:pt x="1790394" y="2852150"/>
                </a:lnTo>
                <a:lnTo>
                  <a:pt x="1790660" y="2851745"/>
                </a:lnTo>
                <a:lnTo>
                  <a:pt x="1790920" y="2851332"/>
                </a:lnTo>
                <a:lnTo>
                  <a:pt x="1791174" y="2850913"/>
                </a:lnTo>
                <a:lnTo>
                  <a:pt x="1791423" y="2850487"/>
                </a:lnTo>
                <a:lnTo>
                  <a:pt x="1791665" y="2850054"/>
                </a:lnTo>
                <a:lnTo>
                  <a:pt x="1791709" y="2850501"/>
                </a:lnTo>
                <a:lnTo>
                  <a:pt x="1791757" y="2850939"/>
                </a:lnTo>
                <a:lnTo>
                  <a:pt x="1791808" y="2851369"/>
                </a:lnTo>
                <a:lnTo>
                  <a:pt x="1791863" y="2851791"/>
                </a:lnTo>
                <a:lnTo>
                  <a:pt x="1791921" y="2852205"/>
                </a:lnTo>
                <a:lnTo>
                  <a:pt x="1791982" y="2852611"/>
                </a:lnTo>
                <a:lnTo>
                  <a:pt x="1792047" y="2853008"/>
                </a:lnTo>
                <a:lnTo>
                  <a:pt x="1792116" y="2853398"/>
                </a:lnTo>
                <a:lnTo>
                  <a:pt x="1792188" y="2853779"/>
                </a:lnTo>
                <a:lnTo>
                  <a:pt x="1792264" y="2854151"/>
                </a:lnTo>
                <a:lnTo>
                  <a:pt x="1792343" y="2854516"/>
                </a:lnTo>
                <a:lnTo>
                  <a:pt x="1792426" y="2854872"/>
                </a:lnTo>
                <a:lnTo>
                  <a:pt x="1792512" y="2855220"/>
                </a:lnTo>
                <a:lnTo>
                  <a:pt x="1792602" y="2855560"/>
                </a:lnTo>
                <a:lnTo>
                  <a:pt x="1792696" y="2855892"/>
                </a:lnTo>
                <a:lnTo>
                  <a:pt x="1792793" y="2856215"/>
                </a:lnTo>
                <a:lnTo>
                  <a:pt x="1792893" y="2856531"/>
                </a:lnTo>
                <a:lnTo>
                  <a:pt x="1792997" y="2856838"/>
                </a:lnTo>
                <a:lnTo>
                  <a:pt x="1793104" y="2857136"/>
                </a:lnTo>
                <a:lnTo>
                  <a:pt x="1793215" y="2857427"/>
                </a:lnTo>
                <a:lnTo>
                  <a:pt x="1793330" y="2857709"/>
                </a:lnTo>
                <a:lnTo>
                  <a:pt x="1793448" y="2857983"/>
                </a:lnTo>
                <a:lnTo>
                  <a:pt x="1793569" y="2858249"/>
                </a:lnTo>
                <a:lnTo>
                  <a:pt x="1793694" y="2858507"/>
                </a:lnTo>
                <a:lnTo>
                  <a:pt x="1793824" y="2858757"/>
                </a:lnTo>
                <a:lnTo>
                  <a:pt x="1793960" y="2859001"/>
                </a:lnTo>
                <a:lnTo>
                  <a:pt x="1794101" y="2859239"/>
                </a:lnTo>
                <a:lnTo>
                  <a:pt x="1794248" y="2859470"/>
                </a:lnTo>
                <a:lnTo>
                  <a:pt x="1794402" y="2859694"/>
                </a:lnTo>
                <a:lnTo>
                  <a:pt x="1794561" y="2859912"/>
                </a:lnTo>
                <a:lnTo>
                  <a:pt x="1794726" y="2860124"/>
                </a:lnTo>
                <a:lnTo>
                  <a:pt x="1794896" y="2860329"/>
                </a:lnTo>
                <a:lnTo>
                  <a:pt x="1795073" y="2860528"/>
                </a:lnTo>
                <a:lnTo>
                  <a:pt x="1795256" y="2860720"/>
                </a:lnTo>
                <a:lnTo>
                  <a:pt x="1795444" y="2860906"/>
                </a:lnTo>
                <a:lnTo>
                  <a:pt x="1795638" y="2861085"/>
                </a:lnTo>
                <a:lnTo>
                  <a:pt x="1795839" y="2861258"/>
                </a:lnTo>
                <a:lnTo>
                  <a:pt x="1796045" y="2861425"/>
                </a:lnTo>
                <a:lnTo>
                  <a:pt x="1796257" y="2861585"/>
                </a:lnTo>
                <a:lnTo>
                  <a:pt x="1796474" y="2861738"/>
                </a:lnTo>
                <a:lnTo>
                  <a:pt x="1796698" y="2861885"/>
                </a:lnTo>
                <a:lnTo>
                  <a:pt x="1796928" y="2862026"/>
                </a:lnTo>
                <a:lnTo>
                  <a:pt x="1797163" y="2862160"/>
                </a:lnTo>
                <a:lnTo>
                  <a:pt x="1797404" y="2862288"/>
                </a:lnTo>
                <a:lnTo>
                  <a:pt x="1797651" y="2862409"/>
                </a:lnTo>
                <a:lnTo>
                  <a:pt x="1797904" y="2862524"/>
                </a:lnTo>
                <a:lnTo>
                  <a:pt x="1798163" y="2862632"/>
                </a:lnTo>
                <a:lnTo>
                  <a:pt x="1798428" y="2862734"/>
                </a:lnTo>
                <a:lnTo>
                  <a:pt x="1798699" y="2862844"/>
                </a:lnTo>
                <a:lnTo>
                  <a:pt x="1798976" y="2862950"/>
                </a:lnTo>
                <a:lnTo>
                  <a:pt x="1799260" y="2863051"/>
                </a:lnTo>
                <a:lnTo>
                  <a:pt x="1799550" y="2863147"/>
                </a:lnTo>
                <a:lnTo>
                  <a:pt x="1799847" y="2863239"/>
                </a:lnTo>
                <a:lnTo>
                  <a:pt x="1800150" y="2863326"/>
                </a:lnTo>
                <a:lnTo>
                  <a:pt x="1800460" y="2863408"/>
                </a:lnTo>
                <a:lnTo>
                  <a:pt x="1800776" y="2863485"/>
                </a:lnTo>
                <a:lnTo>
                  <a:pt x="1801099" y="2863558"/>
                </a:lnTo>
                <a:lnTo>
                  <a:pt x="1801428" y="2863626"/>
                </a:lnTo>
                <a:lnTo>
                  <a:pt x="1801763" y="2863690"/>
                </a:lnTo>
                <a:lnTo>
                  <a:pt x="1802105" y="2863748"/>
                </a:lnTo>
                <a:lnTo>
                  <a:pt x="1802454" y="2863802"/>
                </a:lnTo>
                <a:lnTo>
                  <a:pt x="1802808" y="2863852"/>
                </a:lnTo>
                <a:lnTo>
                  <a:pt x="1803170" y="2863896"/>
                </a:lnTo>
                <a:lnTo>
                  <a:pt x="1803538" y="2863936"/>
                </a:lnTo>
                <a:lnTo>
                  <a:pt x="1803912" y="2863971"/>
                </a:lnTo>
                <a:lnTo>
                  <a:pt x="1804293" y="2864002"/>
                </a:lnTo>
                <a:lnTo>
                  <a:pt x="1804680" y="2864028"/>
                </a:lnTo>
                <a:lnTo>
                  <a:pt x="1805073" y="2864049"/>
                </a:lnTo>
                <a:lnTo>
                  <a:pt x="1805473" y="2864065"/>
                </a:lnTo>
                <a:lnTo>
                  <a:pt x="1805880" y="2864077"/>
                </a:lnTo>
                <a:lnTo>
                  <a:pt x="1806293" y="2864084"/>
                </a:lnTo>
                <a:lnTo>
                  <a:pt x="1806712" y="2864086"/>
                </a:lnTo>
                <a:lnTo>
                  <a:pt x="1807008" y="2864085"/>
                </a:lnTo>
                <a:lnTo>
                  <a:pt x="1807302" y="2864081"/>
                </a:lnTo>
                <a:lnTo>
                  <a:pt x="1807595" y="2864073"/>
                </a:lnTo>
                <a:lnTo>
                  <a:pt x="1807886" y="2864063"/>
                </a:lnTo>
                <a:lnTo>
                  <a:pt x="1808177" y="2864050"/>
                </a:lnTo>
                <a:lnTo>
                  <a:pt x="1808466" y="2864034"/>
                </a:lnTo>
                <a:lnTo>
                  <a:pt x="1808755" y="2864014"/>
                </a:lnTo>
                <a:lnTo>
                  <a:pt x="1809042" y="2863992"/>
                </a:lnTo>
                <a:lnTo>
                  <a:pt x="1809328" y="2863967"/>
                </a:lnTo>
                <a:lnTo>
                  <a:pt x="1809612" y="2863940"/>
                </a:lnTo>
                <a:lnTo>
                  <a:pt x="1809896" y="2863909"/>
                </a:lnTo>
                <a:lnTo>
                  <a:pt x="1810178" y="2863875"/>
                </a:lnTo>
                <a:lnTo>
                  <a:pt x="1810459" y="2863838"/>
                </a:lnTo>
                <a:lnTo>
                  <a:pt x="1810739" y="2863799"/>
                </a:lnTo>
                <a:lnTo>
                  <a:pt x="1811018" y="2863756"/>
                </a:lnTo>
                <a:lnTo>
                  <a:pt x="1811296" y="2863711"/>
                </a:lnTo>
                <a:lnTo>
                  <a:pt x="1811572" y="2863662"/>
                </a:lnTo>
                <a:lnTo>
                  <a:pt x="1811848" y="2863611"/>
                </a:lnTo>
                <a:lnTo>
                  <a:pt x="1812122" y="2863557"/>
                </a:lnTo>
                <a:lnTo>
                  <a:pt x="1812395" y="2863499"/>
                </a:lnTo>
                <a:lnTo>
                  <a:pt x="1812667" y="2863439"/>
                </a:lnTo>
                <a:lnTo>
                  <a:pt x="1812937" y="2863376"/>
                </a:lnTo>
                <a:lnTo>
                  <a:pt x="1813207" y="2863310"/>
                </a:lnTo>
                <a:lnTo>
                  <a:pt x="1813475" y="2863241"/>
                </a:lnTo>
                <a:lnTo>
                  <a:pt x="1813741" y="2863169"/>
                </a:lnTo>
                <a:lnTo>
                  <a:pt x="1814003" y="2863095"/>
                </a:lnTo>
                <a:lnTo>
                  <a:pt x="1814262" y="2863019"/>
                </a:lnTo>
                <a:lnTo>
                  <a:pt x="1814518" y="2862941"/>
                </a:lnTo>
                <a:lnTo>
                  <a:pt x="1814769" y="2862860"/>
                </a:lnTo>
                <a:lnTo>
                  <a:pt x="1815018" y="2862776"/>
                </a:lnTo>
                <a:lnTo>
                  <a:pt x="1815263" y="2862690"/>
                </a:lnTo>
                <a:lnTo>
                  <a:pt x="1815504" y="2862602"/>
                </a:lnTo>
                <a:lnTo>
                  <a:pt x="1815742" y="2862512"/>
                </a:lnTo>
                <a:lnTo>
                  <a:pt x="1815976" y="2862419"/>
                </a:lnTo>
                <a:lnTo>
                  <a:pt x="1816206" y="2862324"/>
                </a:lnTo>
                <a:lnTo>
                  <a:pt x="1816434" y="2862227"/>
                </a:lnTo>
                <a:lnTo>
                  <a:pt x="1816657" y="2862127"/>
                </a:lnTo>
                <a:lnTo>
                  <a:pt x="1816877" y="2862025"/>
                </a:lnTo>
                <a:lnTo>
                  <a:pt x="1817094" y="2861920"/>
                </a:lnTo>
                <a:lnTo>
                  <a:pt x="1817307" y="2861813"/>
                </a:lnTo>
                <a:lnTo>
                  <a:pt x="1817517" y="2861704"/>
                </a:lnTo>
                <a:lnTo>
                  <a:pt x="1817723" y="2861593"/>
                </a:lnTo>
                <a:lnTo>
                  <a:pt x="1817925" y="2861479"/>
                </a:lnTo>
                <a:lnTo>
                  <a:pt x="1818124" y="2861363"/>
                </a:lnTo>
                <a:lnTo>
                  <a:pt x="1818320" y="2861244"/>
                </a:lnTo>
                <a:lnTo>
                  <a:pt x="1818512" y="2861123"/>
                </a:lnTo>
                <a:lnTo>
                  <a:pt x="1818700" y="2861000"/>
                </a:lnTo>
                <a:lnTo>
                  <a:pt x="1818885" y="2860874"/>
                </a:lnTo>
                <a:lnTo>
                  <a:pt x="1818885" y="2849885"/>
                </a:lnTo>
                <a:lnTo>
                  <a:pt x="1818644" y="2850050"/>
                </a:lnTo>
                <a:lnTo>
                  <a:pt x="1818399" y="2850209"/>
                </a:lnTo>
                <a:lnTo>
                  <a:pt x="1818151" y="2850360"/>
                </a:lnTo>
                <a:lnTo>
                  <a:pt x="1817899" y="2850505"/>
                </a:lnTo>
                <a:lnTo>
                  <a:pt x="1817644" y="2850642"/>
                </a:lnTo>
                <a:lnTo>
                  <a:pt x="1817385" y="2850772"/>
                </a:lnTo>
                <a:lnTo>
                  <a:pt x="1817122" y="2850896"/>
                </a:lnTo>
                <a:lnTo>
                  <a:pt x="1816856" y="2851012"/>
                </a:lnTo>
                <a:lnTo>
                  <a:pt x="1816587" y="2851121"/>
                </a:lnTo>
                <a:lnTo>
                  <a:pt x="1816314" y="2851223"/>
                </a:lnTo>
                <a:lnTo>
                  <a:pt x="1816037" y="2851318"/>
                </a:lnTo>
                <a:lnTo>
                  <a:pt x="1815757" y="2851406"/>
                </a:lnTo>
                <a:lnTo>
                  <a:pt x="1815474" y="2851487"/>
                </a:lnTo>
                <a:lnTo>
                  <a:pt x="1815187" y="2851561"/>
                </a:lnTo>
                <a:lnTo>
                  <a:pt x="1814896" y="2851628"/>
                </a:lnTo>
                <a:lnTo>
                  <a:pt x="1814602" y="2851688"/>
                </a:lnTo>
                <a:lnTo>
                  <a:pt x="1814305" y="2851741"/>
                </a:lnTo>
                <a:lnTo>
                  <a:pt x="1814003" y="2851787"/>
                </a:lnTo>
                <a:lnTo>
                  <a:pt x="1813699" y="2851825"/>
                </a:lnTo>
                <a:lnTo>
                  <a:pt x="1813391" y="2851857"/>
                </a:lnTo>
                <a:lnTo>
                  <a:pt x="1813079" y="2851882"/>
                </a:lnTo>
                <a:lnTo>
                  <a:pt x="1812764" y="2851899"/>
                </a:lnTo>
                <a:lnTo>
                  <a:pt x="1812445" y="2851910"/>
                </a:lnTo>
                <a:lnTo>
                  <a:pt x="1812123" y="2851913"/>
                </a:lnTo>
                <a:lnTo>
                  <a:pt x="1811941" y="2851911"/>
                </a:lnTo>
                <a:lnTo>
                  <a:pt x="1811762" y="2851905"/>
                </a:lnTo>
                <a:lnTo>
                  <a:pt x="1811586" y="2851895"/>
                </a:lnTo>
                <a:lnTo>
                  <a:pt x="1811413" y="2851881"/>
                </a:lnTo>
                <a:lnTo>
                  <a:pt x="1811243" y="2851862"/>
                </a:lnTo>
                <a:lnTo>
                  <a:pt x="1811076" y="2851839"/>
                </a:lnTo>
                <a:lnTo>
                  <a:pt x="1810912" y="2851813"/>
                </a:lnTo>
                <a:lnTo>
                  <a:pt x="1810751" y="2851782"/>
                </a:lnTo>
                <a:lnTo>
                  <a:pt x="1810593" y="2851747"/>
                </a:lnTo>
                <a:lnTo>
                  <a:pt x="1810438" y="2851708"/>
                </a:lnTo>
                <a:lnTo>
                  <a:pt x="1810285" y="2851665"/>
                </a:lnTo>
                <a:lnTo>
                  <a:pt x="1810136" y="2851618"/>
                </a:lnTo>
                <a:lnTo>
                  <a:pt x="1809989" y="2851566"/>
                </a:lnTo>
                <a:lnTo>
                  <a:pt x="1809846" y="2851511"/>
                </a:lnTo>
                <a:lnTo>
                  <a:pt x="1809705" y="2851451"/>
                </a:lnTo>
                <a:lnTo>
                  <a:pt x="1809568" y="2851387"/>
                </a:lnTo>
                <a:lnTo>
                  <a:pt x="1809433" y="2851320"/>
                </a:lnTo>
                <a:lnTo>
                  <a:pt x="1809301" y="2851248"/>
                </a:lnTo>
                <a:lnTo>
                  <a:pt x="1809172" y="2851172"/>
                </a:lnTo>
                <a:lnTo>
                  <a:pt x="1809046" y="2851092"/>
                </a:lnTo>
                <a:lnTo>
                  <a:pt x="1808923" y="2851007"/>
                </a:lnTo>
                <a:lnTo>
                  <a:pt x="1808803" y="2850919"/>
                </a:lnTo>
                <a:lnTo>
                  <a:pt x="1808686" y="2850827"/>
                </a:lnTo>
                <a:lnTo>
                  <a:pt x="1808572" y="2850730"/>
                </a:lnTo>
                <a:lnTo>
                  <a:pt x="1808462" y="2850629"/>
                </a:lnTo>
                <a:lnTo>
                  <a:pt x="1808356" y="2850522"/>
                </a:lnTo>
                <a:lnTo>
                  <a:pt x="1808255" y="2850410"/>
                </a:lnTo>
                <a:lnTo>
                  <a:pt x="1808159" y="2850293"/>
                </a:lnTo>
                <a:lnTo>
                  <a:pt x="1808067" y="2850171"/>
                </a:lnTo>
                <a:lnTo>
                  <a:pt x="1807980" y="2850043"/>
                </a:lnTo>
                <a:lnTo>
                  <a:pt x="1807898" y="2849910"/>
                </a:lnTo>
                <a:lnTo>
                  <a:pt x="1807821" y="2849772"/>
                </a:lnTo>
                <a:lnTo>
                  <a:pt x="1807748" y="2849629"/>
                </a:lnTo>
                <a:lnTo>
                  <a:pt x="1807680" y="2849480"/>
                </a:lnTo>
                <a:lnTo>
                  <a:pt x="1807616" y="2849326"/>
                </a:lnTo>
                <a:lnTo>
                  <a:pt x="1807558" y="2849166"/>
                </a:lnTo>
                <a:lnTo>
                  <a:pt x="1807504" y="2849002"/>
                </a:lnTo>
                <a:lnTo>
                  <a:pt x="1807454" y="2848832"/>
                </a:lnTo>
                <a:lnTo>
                  <a:pt x="1807410" y="2848656"/>
                </a:lnTo>
                <a:lnTo>
                  <a:pt x="1807370" y="2848476"/>
                </a:lnTo>
                <a:lnTo>
                  <a:pt x="1807334" y="2848290"/>
                </a:lnTo>
                <a:lnTo>
                  <a:pt x="1807304" y="2848099"/>
                </a:lnTo>
                <a:lnTo>
                  <a:pt x="1807278" y="2847903"/>
                </a:lnTo>
                <a:lnTo>
                  <a:pt x="1807257" y="2847701"/>
                </a:lnTo>
                <a:lnTo>
                  <a:pt x="1807241" y="2847494"/>
                </a:lnTo>
                <a:lnTo>
                  <a:pt x="1807229" y="2847282"/>
                </a:lnTo>
                <a:lnTo>
                  <a:pt x="1807222" y="2847064"/>
                </a:lnTo>
                <a:lnTo>
                  <a:pt x="1807219" y="2846842"/>
                </a:lnTo>
                <a:lnTo>
                  <a:pt x="1807219" y="2801024"/>
                </a:lnTo>
                <a:lnTo>
                  <a:pt x="1807204" y="2799909"/>
                </a:lnTo>
                <a:lnTo>
                  <a:pt x="1807158" y="2798818"/>
                </a:lnTo>
                <a:lnTo>
                  <a:pt x="1807082" y="2797751"/>
                </a:lnTo>
                <a:lnTo>
                  <a:pt x="1806975" y="2796708"/>
                </a:lnTo>
                <a:lnTo>
                  <a:pt x="1806838" y="2795690"/>
                </a:lnTo>
                <a:lnTo>
                  <a:pt x="1806670" y="2794695"/>
                </a:lnTo>
                <a:lnTo>
                  <a:pt x="1806472" y="2793724"/>
                </a:lnTo>
                <a:lnTo>
                  <a:pt x="1806243" y="2792778"/>
                </a:lnTo>
                <a:lnTo>
                  <a:pt x="1805983" y="2791855"/>
                </a:lnTo>
                <a:lnTo>
                  <a:pt x="1805693" y="2790957"/>
                </a:lnTo>
                <a:lnTo>
                  <a:pt x="1805373" y="2790082"/>
                </a:lnTo>
                <a:lnTo>
                  <a:pt x="1805022" y="2789232"/>
                </a:lnTo>
                <a:lnTo>
                  <a:pt x="1804640" y="2788406"/>
                </a:lnTo>
                <a:lnTo>
                  <a:pt x="1804228" y="2787603"/>
                </a:lnTo>
                <a:lnTo>
                  <a:pt x="1803785" y="2786825"/>
                </a:lnTo>
                <a:lnTo>
                  <a:pt x="1803312" y="2786071"/>
                </a:lnTo>
                <a:lnTo>
                  <a:pt x="1802808" y="2785341"/>
                </a:lnTo>
                <a:lnTo>
                  <a:pt x="1802274" y="2784635"/>
                </a:lnTo>
                <a:lnTo>
                  <a:pt x="1801710" y="2783954"/>
                </a:lnTo>
                <a:lnTo>
                  <a:pt x="1801114" y="2783296"/>
                </a:lnTo>
                <a:lnTo>
                  <a:pt x="1800489" y="2782662"/>
                </a:lnTo>
                <a:lnTo>
                  <a:pt x="1799832" y="2782052"/>
                </a:lnTo>
                <a:lnTo>
                  <a:pt x="1799145" y="2781467"/>
                </a:lnTo>
                <a:lnTo>
                  <a:pt x="1798428" y="2780905"/>
                </a:lnTo>
                <a:lnTo>
                  <a:pt x="1797695" y="2780367"/>
                </a:lnTo>
                <a:lnTo>
                  <a:pt x="1796932" y="2779852"/>
                </a:lnTo>
                <a:lnTo>
                  <a:pt x="1796140" y="2779360"/>
                </a:lnTo>
                <a:lnTo>
                  <a:pt x="1795319" y="2778891"/>
                </a:lnTo>
                <a:lnTo>
                  <a:pt x="1794468" y="2778444"/>
                </a:lnTo>
                <a:lnTo>
                  <a:pt x="1793588" y="2778021"/>
                </a:lnTo>
                <a:lnTo>
                  <a:pt x="1792679" y="2777620"/>
                </a:lnTo>
                <a:lnTo>
                  <a:pt x="1791740" y="2777242"/>
                </a:lnTo>
                <a:lnTo>
                  <a:pt x="1790772" y="2776887"/>
                </a:lnTo>
                <a:lnTo>
                  <a:pt x="1789775" y="2776556"/>
                </a:lnTo>
                <a:lnTo>
                  <a:pt x="1788748" y="2776246"/>
                </a:lnTo>
                <a:lnTo>
                  <a:pt x="1787692" y="2775960"/>
                </a:lnTo>
                <a:lnTo>
                  <a:pt x="1786607" y="2775697"/>
                </a:lnTo>
                <a:lnTo>
                  <a:pt x="1785492" y="2775457"/>
                </a:lnTo>
                <a:lnTo>
                  <a:pt x="1784348" y="2775239"/>
                </a:lnTo>
                <a:lnTo>
                  <a:pt x="1783174" y="2775044"/>
                </a:lnTo>
                <a:lnTo>
                  <a:pt x="1781972" y="2774873"/>
                </a:lnTo>
                <a:lnTo>
                  <a:pt x="1780739" y="2774724"/>
                </a:lnTo>
                <a:lnTo>
                  <a:pt x="1779478" y="2774598"/>
                </a:lnTo>
                <a:lnTo>
                  <a:pt x="1778187" y="2774495"/>
                </a:lnTo>
                <a:lnTo>
                  <a:pt x="1776867" y="2774415"/>
                </a:lnTo>
                <a:lnTo>
                  <a:pt x="1775517" y="2774358"/>
                </a:lnTo>
                <a:lnTo>
                  <a:pt x="1774138" y="2774323"/>
                </a:lnTo>
                <a:lnTo>
                  <a:pt x="1772730" y="2774312"/>
                </a:lnTo>
                <a:lnTo>
                  <a:pt x="1771403" y="2774323"/>
                </a:lnTo>
                <a:lnTo>
                  <a:pt x="1770098" y="2774358"/>
                </a:lnTo>
                <a:lnTo>
                  <a:pt x="1768815" y="2774415"/>
                </a:lnTo>
                <a:lnTo>
                  <a:pt x="1767555" y="2774495"/>
                </a:lnTo>
                <a:lnTo>
                  <a:pt x="1766316" y="2774598"/>
                </a:lnTo>
                <a:lnTo>
                  <a:pt x="1765101" y="2774724"/>
                </a:lnTo>
                <a:lnTo>
                  <a:pt x="1763907" y="2774873"/>
                </a:lnTo>
                <a:lnTo>
                  <a:pt x="1762736" y="2775044"/>
                </a:lnTo>
                <a:lnTo>
                  <a:pt x="1761587" y="2775239"/>
                </a:lnTo>
                <a:lnTo>
                  <a:pt x="1760461" y="2775457"/>
                </a:lnTo>
                <a:lnTo>
                  <a:pt x="1759357" y="2775697"/>
                </a:lnTo>
                <a:lnTo>
                  <a:pt x="1758275" y="2775960"/>
                </a:lnTo>
                <a:lnTo>
                  <a:pt x="1757215" y="2776246"/>
                </a:lnTo>
                <a:lnTo>
                  <a:pt x="1756178" y="2776556"/>
                </a:lnTo>
                <a:lnTo>
                  <a:pt x="1755163" y="2776887"/>
                </a:lnTo>
                <a:lnTo>
                  <a:pt x="1754170" y="2777242"/>
                </a:lnTo>
                <a:lnTo>
                  <a:pt x="1753200" y="2777620"/>
                </a:lnTo>
                <a:lnTo>
                  <a:pt x="1752252" y="2778021"/>
                </a:lnTo>
                <a:lnTo>
                  <a:pt x="1751326" y="2778444"/>
                </a:lnTo>
                <a:lnTo>
                  <a:pt x="1750422" y="2778891"/>
                </a:lnTo>
                <a:lnTo>
                  <a:pt x="1749541" y="2779360"/>
                </a:lnTo>
                <a:lnTo>
                  <a:pt x="1748682" y="2779852"/>
                </a:lnTo>
                <a:lnTo>
                  <a:pt x="1747846" y="2780367"/>
                </a:lnTo>
                <a:lnTo>
                  <a:pt x="1747032" y="2780905"/>
                </a:lnTo>
                <a:lnTo>
                  <a:pt x="1746259" y="2781463"/>
                </a:lnTo>
                <a:lnTo>
                  <a:pt x="1745519" y="2782036"/>
                </a:lnTo>
                <a:lnTo>
                  <a:pt x="1744813" y="2782625"/>
                </a:lnTo>
                <a:lnTo>
                  <a:pt x="1744139" y="2783230"/>
                </a:lnTo>
                <a:lnTo>
                  <a:pt x="1743498" y="2783851"/>
                </a:lnTo>
                <a:lnTo>
                  <a:pt x="1742889" y="2784487"/>
                </a:lnTo>
                <a:lnTo>
                  <a:pt x="1742314" y="2785140"/>
                </a:lnTo>
                <a:lnTo>
                  <a:pt x="1741772" y="2785808"/>
                </a:lnTo>
                <a:lnTo>
                  <a:pt x="1741262" y="2786493"/>
                </a:lnTo>
                <a:lnTo>
                  <a:pt x="1740785" y="2787193"/>
                </a:lnTo>
                <a:lnTo>
                  <a:pt x="1740342" y="2787908"/>
                </a:lnTo>
                <a:lnTo>
                  <a:pt x="1739931" y="2788640"/>
                </a:lnTo>
                <a:lnTo>
                  <a:pt x="1739553" y="2789388"/>
                </a:lnTo>
                <a:lnTo>
                  <a:pt x="1739207" y="2790151"/>
                </a:lnTo>
                <a:lnTo>
                  <a:pt x="1738895" y="2790931"/>
                </a:lnTo>
                <a:lnTo>
                  <a:pt x="1738616" y="2791726"/>
                </a:lnTo>
                <a:lnTo>
                  <a:pt x="1738369" y="2792537"/>
                </a:lnTo>
                <a:lnTo>
                  <a:pt x="1738155" y="2793364"/>
                </a:lnTo>
                <a:lnTo>
                  <a:pt x="1737975" y="2794206"/>
                </a:lnTo>
                <a:lnTo>
                  <a:pt x="1737827" y="2795065"/>
                </a:lnTo>
                <a:lnTo>
                  <a:pt x="1737712" y="2795939"/>
                </a:lnTo>
                <a:lnTo>
                  <a:pt x="1737629" y="2796829"/>
                </a:lnTo>
                <a:lnTo>
                  <a:pt x="1737580" y="2797736"/>
                </a:lnTo>
                <a:lnTo>
                  <a:pt x="1737564" y="2798657"/>
                </a:lnTo>
                <a:lnTo>
                  <a:pt x="1737563" y="2798684"/>
                </a:lnTo>
                <a:lnTo>
                  <a:pt x="1737563" y="2798709"/>
                </a:lnTo>
                <a:lnTo>
                  <a:pt x="1737561" y="2798731"/>
                </a:lnTo>
                <a:lnTo>
                  <a:pt x="1737559" y="2798751"/>
                </a:lnTo>
                <a:lnTo>
                  <a:pt x="1737556" y="2798769"/>
                </a:lnTo>
                <a:lnTo>
                  <a:pt x="1737553" y="2798784"/>
                </a:lnTo>
                <a:lnTo>
                  <a:pt x="1737549" y="2798797"/>
                </a:lnTo>
                <a:lnTo>
                  <a:pt x="1737545" y="2798808"/>
                </a:lnTo>
                <a:lnTo>
                  <a:pt x="1737540" y="2798816"/>
                </a:lnTo>
                <a:lnTo>
                  <a:pt x="1737534" y="2798822"/>
                </a:lnTo>
                <a:lnTo>
                  <a:pt x="1737528" y="2798825"/>
                </a:lnTo>
                <a:lnTo>
                  <a:pt x="1737521" y="2798826"/>
                </a:lnTo>
                <a:lnTo>
                  <a:pt x="1737514" y="2798825"/>
                </a:lnTo>
                <a:lnTo>
                  <a:pt x="1737506" y="2798822"/>
                </a:lnTo>
                <a:lnTo>
                  <a:pt x="1737498" y="2798816"/>
                </a:lnTo>
                <a:lnTo>
                  <a:pt x="1737489" y="2798808"/>
                </a:lnTo>
                <a:lnTo>
                  <a:pt x="1737479" y="2798797"/>
                </a:lnTo>
                <a:lnTo>
                  <a:pt x="1737469" y="2798784"/>
                </a:lnTo>
                <a:lnTo>
                  <a:pt x="1737458" y="2798769"/>
                </a:lnTo>
                <a:lnTo>
                  <a:pt x="1737446" y="2798751"/>
                </a:lnTo>
                <a:lnTo>
                  <a:pt x="1737434" y="2798731"/>
                </a:lnTo>
                <a:lnTo>
                  <a:pt x="1737422" y="2798709"/>
                </a:lnTo>
                <a:lnTo>
                  <a:pt x="1737408" y="2798684"/>
                </a:lnTo>
                <a:lnTo>
                  <a:pt x="1737395" y="2798657"/>
                </a:lnTo>
                <a:lnTo>
                  <a:pt x="1737395" y="2798693"/>
                </a:lnTo>
                <a:lnTo>
                  <a:pt x="1737395" y="2798758"/>
                </a:lnTo>
                <a:lnTo>
                  <a:pt x="1737395" y="2798826"/>
                </a:lnTo>
                <a:lnTo>
                  <a:pt x="1737409" y="2798900"/>
                </a:lnTo>
                <a:lnTo>
                  <a:pt x="1737424" y="2798980"/>
                </a:lnTo>
                <a:lnTo>
                  <a:pt x="1737440" y="2799067"/>
                </a:lnTo>
                <a:lnTo>
                  <a:pt x="1737456" y="2799160"/>
                </a:lnTo>
                <a:lnTo>
                  <a:pt x="1737472" y="2799259"/>
                </a:lnTo>
                <a:lnTo>
                  <a:pt x="1737490" y="2799365"/>
                </a:lnTo>
                <a:close/>
                <a:moveTo>
                  <a:pt x="1762039" y="2851607"/>
                </a:moveTo>
                <a:lnTo>
                  <a:pt x="1761488" y="2851496"/>
                </a:lnTo>
                <a:lnTo>
                  <a:pt x="1760952" y="2851372"/>
                </a:lnTo>
                <a:lnTo>
                  <a:pt x="1760430" y="2851237"/>
                </a:lnTo>
                <a:lnTo>
                  <a:pt x="1759923" y="2851090"/>
                </a:lnTo>
                <a:lnTo>
                  <a:pt x="1759431" y="2850932"/>
                </a:lnTo>
                <a:lnTo>
                  <a:pt x="1758953" y="2850762"/>
                </a:lnTo>
                <a:lnTo>
                  <a:pt x="1758491" y="2850580"/>
                </a:lnTo>
                <a:lnTo>
                  <a:pt x="1758042" y="2850386"/>
                </a:lnTo>
                <a:lnTo>
                  <a:pt x="1757609" y="2850181"/>
                </a:lnTo>
                <a:lnTo>
                  <a:pt x="1757190" y="2849963"/>
                </a:lnTo>
                <a:lnTo>
                  <a:pt x="1756786" y="2849734"/>
                </a:lnTo>
                <a:lnTo>
                  <a:pt x="1756396" y="2849494"/>
                </a:lnTo>
                <a:lnTo>
                  <a:pt x="1756022" y="2849241"/>
                </a:lnTo>
                <a:lnTo>
                  <a:pt x="1755661" y="2848977"/>
                </a:lnTo>
                <a:lnTo>
                  <a:pt x="1755316" y="2848701"/>
                </a:lnTo>
                <a:lnTo>
                  <a:pt x="1754999" y="2848414"/>
                </a:lnTo>
                <a:lnTo>
                  <a:pt x="1754695" y="2848114"/>
                </a:lnTo>
                <a:lnTo>
                  <a:pt x="1754405" y="2847803"/>
                </a:lnTo>
                <a:lnTo>
                  <a:pt x="1754128" y="2847480"/>
                </a:lnTo>
                <a:lnTo>
                  <a:pt x="1753864" y="2847146"/>
                </a:lnTo>
                <a:lnTo>
                  <a:pt x="1753615" y="2846799"/>
                </a:lnTo>
                <a:lnTo>
                  <a:pt x="1753378" y="2846441"/>
                </a:lnTo>
                <a:lnTo>
                  <a:pt x="1753156" y="2846071"/>
                </a:lnTo>
                <a:lnTo>
                  <a:pt x="1752946" y="2845690"/>
                </a:lnTo>
                <a:lnTo>
                  <a:pt x="1752751" y="2845296"/>
                </a:lnTo>
                <a:lnTo>
                  <a:pt x="1752568" y="2844891"/>
                </a:lnTo>
                <a:lnTo>
                  <a:pt x="1752400" y="2844475"/>
                </a:lnTo>
                <a:lnTo>
                  <a:pt x="1752244" y="2844046"/>
                </a:lnTo>
                <a:lnTo>
                  <a:pt x="1752102" y="2843606"/>
                </a:lnTo>
                <a:lnTo>
                  <a:pt x="1751974" y="2843154"/>
                </a:lnTo>
                <a:lnTo>
                  <a:pt x="1751859" y="2842690"/>
                </a:lnTo>
                <a:lnTo>
                  <a:pt x="1751758" y="2842215"/>
                </a:lnTo>
                <a:lnTo>
                  <a:pt x="1751670" y="2841727"/>
                </a:lnTo>
                <a:lnTo>
                  <a:pt x="1751596" y="2841228"/>
                </a:lnTo>
                <a:lnTo>
                  <a:pt x="1751535" y="2840718"/>
                </a:lnTo>
                <a:lnTo>
                  <a:pt x="1751488" y="2840195"/>
                </a:lnTo>
                <a:lnTo>
                  <a:pt x="1751454" y="2839661"/>
                </a:lnTo>
                <a:lnTo>
                  <a:pt x="1751434" y="2839115"/>
                </a:lnTo>
                <a:lnTo>
                  <a:pt x="1751427" y="2838557"/>
                </a:lnTo>
                <a:lnTo>
                  <a:pt x="1751434" y="2838013"/>
                </a:lnTo>
                <a:lnTo>
                  <a:pt x="1751452" y="2837480"/>
                </a:lnTo>
                <a:lnTo>
                  <a:pt x="1751483" y="2836956"/>
                </a:lnTo>
                <a:lnTo>
                  <a:pt x="1751526" y="2836444"/>
                </a:lnTo>
                <a:lnTo>
                  <a:pt x="1751582" y="2835942"/>
                </a:lnTo>
                <a:lnTo>
                  <a:pt x="1751649" y="2835451"/>
                </a:lnTo>
                <a:lnTo>
                  <a:pt x="1751729" y="2834970"/>
                </a:lnTo>
                <a:lnTo>
                  <a:pt x="1751822" y="2834500"/>
                </a:lnTo>
                <a:lnTo>
                  <a:pt x="1751927" y="2834040"/>
                </a:lnTo>
                <a:lnTo>
                  <a:pt x="1752044" y="2833591"/>
                </a:lnTo>
                <a:lnTo>
                  <a:pt x="1752173" y="2833152"/>
                </a:lnTo>
                <a:lnTo>
                  <a:pt x="1752315" y="2832724"/>
                </a:lnTo>
                <a:lnTo>
                  <a:pt x="1752469" y="2832307"/>
                </a:lnTo>
                <a:lnTo>
                  <a:pt x="1752635" y="2831900"/>
                </a:lnTo>
                <a:lnTo>
                  <a:pt x="1752814" y="2831504"/>
                </a:lnTo>
                <a:lnTo>
                  <a:pt x="1753005" y="2831118"/>
                </a:lnTo>
                <a:lnTo>
                  <a:pt x="1753209" y="2830743"/>
                </a:lnTo>
                <a:lnTo>
                  <a:pt x="1753424" y="2830379"/>
                </a:lnTo>
                <a:lnTo>
                  <a:pt x="1753652" y="2830025"/>
                </a:lnTo>
                <a:lnTo>
                  <a:pt x="1753893" y="2829681"/>
                </a:lnTo>
                <a:lnTo>
                  <a:pt x="1754146" y="2829348"/>
                </a:lnTo>
                <a:lnTo>
                  <a:pt x="1754411" y="2829026"/>
                </a:lnTo>
                <a:lnTo>
                  <a:pt x="1754688" y="2828714"/>
                </a:lnTo>
                <a:lnTo>
                  <a:pt x="1754978" y="2828413"/>
                </a:lnTo>
                <a:lnTo>
                  <a:pt x="1755296" y="2828107"/>
                </a:lnTo>
                <a:lnTo>
                  <a:pt x="1755630" y="2827809"/>
                </a:lnTo>
                <a:lnTo>
                  <a:pt x="1755982" y="2827518"/>
                </a:lnTo>
                <a:lnTo>
                  <a:pt x="1756349" y="2827234"/>
                </a:lnTo>
                <a:lnTo>
                  <a:pt x="1756733" y="2826959"/>
                </a:lnTo>
                <a:lnTo>
                  <a:pt x="1757133" y="2826691"/>
                </a:lnTo>
                <a:lnTo>
                  <a:pt x="1757550" y="2826431"/>
                </a:lnTo>
                <a:lnTo>
                  <a:pt x="1757983" y="2826178"/>
                </a:lnTo>
                <a:lnTo>
                  <a:pt x="1758433" y="2825933"/>
                </a:lnTo>
                <a:lnTo>
                  <a:pt x="1758899" y="2825695"/>
                </a:lnTo>
                <a:lnTo>
                  <a:pt x="1759382" y="2825465"/>
                </a:lnTo>
                <a:lnTo>
                  <a:pt x="1759881" y="2825243"/>
                </a:lnTo>
                <a:lnTo>
                  <a:pt x="1760396" y="2825029"/>
                </a:lnTo>
                <a:lnTo>
                  <a:pt x="1760928" y="2824822"/>
                </a:lnTo>
                <a:lnTo>
                  <a:pt x="1761476" y="2824622"/>
                </a:lnTo>
                <a:lnTo>
                  <a:pt x="1762041" y="2824431"/>
                </a:lnTo>
                <a:lnTo>
                  <a:pt x="1762622" y="2824247"/>
                </a:lnTo>
                <a:lnTo>
                  <a:pt x="1763220" y="2824070"/>
                </a:lnTo>
                <a:lnTo>
                  <a:pt x="1763834" y="2823902"/>
                </a:lnTo>
                <a:lnTo>
                  <a:pt x="1764464" y="2823740"/>
                </a:lnTo>
                <a:lnTo>
                  <a:pt x="1765111" y="2823587"/>
                </a:lnTo>
                <a:lnTo>
                  <a:pt x="1765775" y="2823441"/>
                </a:lnTo>
                <a:lnTo>
                  <a:pt x="1766454" y="2823303"/>
                </a:lnTo>
                <a:lnTo>
                  <a:pt x="1767151" y="2823172"/>
                </a:lnTo>
                <a:lnTo>
                  <a:pt x="1767879" y="2823034"/>
                </a:lnTo>
                <a:lnTo>
                  <a:pt x="1768629" y="2822902"/>
                </a:lnTo>
                <a:lnTo>
                  <a:pt x="1769399" y="2822776"/>
                </a:lnTo>
                <a:lnTo>
                  <a:pt x="1770189" y="2822656"/>
                </a:lnTo>
                <a:lnTo>
                  <a:pt x="1771000" y="2822541"/>
                </a:lnTo>
                <a:lnTo>
                  <a:pt x="1771832" y="2822433"/>
                </a:lnTo>
                <a:lnTo>
                  <a:pt x="1772684" y="2822330"/>
                </a:lnTo>
                <a:lnTo>
                  <a:pt x="1773556" y="2822233"/>
                </a:lnTo>
                <a:lnTo>
                  <a:pt x="1774449" y="2822142"/>
                </a:lnTo>
                <a:lnTo>
                  <a:pt x="1775363" y="2822057"/>
                </a:lnTo>
                <a:lnTo>
                  <a:pt x="1776297" y="2821978"/>
                </a:lnTo>
                <a:lnTo>
                  <a:pt x="1777252" y="2821904"/>
                </a:lnTo>
                <a:lnTo>
                  <a:pt x="1778228" y="2821837"/>
                </a:lnTo>
                <a:lnTo>
                  <a:pt x="1779224" y="2821775"/>
                </a:lnTo>
                <a:lnTo>
                  <a:pt x="1780240" y="2821719"/>
                </a:lnTo>
                <a:lnTo>
                  <a:pt x="1781277" y="2821669"/>
                </a:lnTo>
                <a:lnTo>
                  <a:pt x="1782335" y="2821625"/>
                </a:lnTo>
                <a:lnTo>
                  <a:pt x="1783413" y="2821587"/>
                </a:lnTo>
                <a:lnTo>
                  <a:pt x="1784511" y="2821555"/>
                </a:lnTo>
                <a:lnTo>
                  <a:pt x="1785631" y="2821528"/>
                </a:lnTo>
                <a:lnTo>
                  <a:pt x="1786770" y="2821508"/>
                </a:lnTo>
                <a:lnTo>
                  <a:pt x="1787931" y="2821493"/>
                </a:lnTo>
                <a:lnTo>
                  <a:pt x="1789111" y="2821484"/>
                </a:lnTo>
                <a:lnTo>
                  <a:pt x="1790313" y="2821482"/>
                </a:lnTo>
                <a:lnTo>
                  <a:pt x="1790313" y="2826723"/>
                </a:lnTo>
                <a:lnTo>
                  <a:pt x="1790308" y="2827312"/>
                </a:lnTo>
                <a:lnTo>
                  <a:pt x="1790295" y="2827897"/>
                </a:lnTo>
                <a:lnTo>
                  <a:pt x="1790273" y="2828477"/>
                </a:lnTo>
                <a:lnTo>
                  <a:pt x="1790242" y="2829052"/>
                </a:lnTo>
                <a:lnTo>
                  <a:pt x="1790203" y="2829623"/>
                </a:lnTo>
                <a:lnTo>
                  <a:pt x="1790154" y="2830188"/>
                </a:lnTo>
                <a:lnTo>
                  <a:pt x="1790097" y="2830750"/>
                </a:lnTo>
                <a:lnTo>
                  <a:pt x="1790031" y="2831306"/>
                </a:lnTo>
                <a:lnTo>
                  <a:pt x="1789956" y="2831858"/>
                </a:lnTo>
                <a:lnTo>
                  <a:pt x="1789872" y="2832405"/>
                </a:lnTo>
                <a:lnTo>
                  <a:pt x="1789780" y="2832948"/>
                </a:lnTo>
                <a:lnTo>
                  <a:pt x="1789679" y="2833485"/>
                </a:lnTo>
                <a:lnTo>
                  <a:pt x="1789569" y="2834018"/>
                </a:lnTo>
                <a:lnTo>
                  <a:pt x="1789450" y="2834547"/>
                </a:lnTo>
                <a:lnTo>
                  <a:pt x="1789322" y="2835070"/>
                </a:lnTo>
                <a:lnTo>
                  <a:pt x="1789186" y="2835589"/>
                </a:lnTo>
                <a:lnTo>
                  <a:pt x="1789040" y="2836103"/>
                </a:lnTo>
                <a:lnTo>
                  <a:pt x="1788886" y="2836613"/>
                </a:lnTo>
                <a:lnTo>
                  <a:pt x="1788723" y="2837118"/>
                </a:lnTo>
                <a:lnTo>
                  <a:pt x="1788552" y="2837618"/>
                </a:lnTo>
                <a:lnTo>
                  <a:pt x="1788371" y="2838113"/>
                </a:lnTo>
                <a:lnTo>
                  <a:pt x="1788182" y="2838604"/>
                </a:lnTo>
                <a:lnTo>
                  <a:pt x="1787984" y="2839090"/>
                </a:lnTo>
                <a:lnTo>
                  <a:pt x="1787777" y="2839572"/>
                </a:lnTo>
                <a:lnTo>
                  <a:pt x="1787575" y="2840047"/>
                </a:lnTo>
                <a:lnTo>
                  <a:pt x="1787363" y="2840513"/>
                </a:lnTo>
                <a:lnTo>
                  <a:pt x="1787143" y="2840972"/>
                </a:lnTo>
                <a:lnTo>
                  <a:pt x="1786913" y="2841422"/>
                </a:lnTo>
                <a:lnTo>
                  <a:pt x="1786673" y="2841864"/>
                </a:lnTo>
                <a:lnTo>
                  <a:pt x="1786424" y="2842298"/>
                </a:lnTo>
                <a:lnTo>
                  <a:pt x="1786166" y="2842723"/>
                </a:lnTo>
                <a:lnTo>
                  <a:pt x="1785898" y="2843141"/>
                </a:lnTo>
                <a:lnTo>
                  <a:pt x="1785621" y="2843550"/>
                </a:lnTo>
                <a:lnTo>
                  <a:pt x="1785335" y="2843951"/>
                </a:lnTo>
                <a:lnTo>
                  <a:pt x="1785039" y="2844344"/>
                </a:lnTo>
                <a:lnTo>
                  <a:pt x="1784734" y="2844728"/>
                </a:lnTo>
                <a:lnTo>
                  <a:pt x="1784419" y="2845104"/>
                </a:lnTo>
                <a:lnTo>
                  <a:pt x="1784095" y="2845473"/>
                </a:lnTo>
                <a:lnTo>
                  <a:pt x="1783761" y="2845832"/>
                </a:lnTo>
                <a:lnTo>
                  <a:pt x="1783419" y="2846184"/>
                </a:lnTo>
                <a:lnTo>
                  <a:pt x="1783066" y="2846527"/>
                </a:lnTo>
                <a:lnTo>
                  <a:pt x="1782705" y="2846863"/>
                </a:lnTo>
                <a:lnTo>
                  <a:pt x="1782334" y="2847190"/>
                </a:lnTo>
                <a:lnTo>
                  <a:pt x="1781953" y="2847508"/>
                </a:lnTo>
                <a:lnTo>
                  <a:pt x="1781564" y="2847819"/>
                </a:lnTo>
                <a:lnTo>
                  <a:pt x="1781164" y="2848121"/>
                </a:lnTo>
                <a:lnTo>
                  <a:pt x="1780756" y="2848415"/>
                </a:lnTo>
                <a:lnTo>
                  <a:pt x="1780338" y="2848701"/>
                </a:lnTo>
                <a:lnTo>
                  <a:pt x="1779924" y="2848977"/>
                </a:lnTo>
                <a:lnTo>
                  <a:pt x="1779501" y="2849241"/>
                </a:lnTo>
                <a:lnTo>
                  <a:pt x="1779067" y="2849494"/>
                </a:lnTo>
                <a:lnTo>
                  <a:pt x="1778624" y="2849734"/>
                </a:lnTo>
                <a:lnTo>
                  <a:pt x="1778170" y="2849963"/>
                </a:lnTo>
                <a:lnTo>
                  <a:pt x="1777707" y="2850181"/>
                </a:lnTo>
                <a:lnTo>
                  <a:pt x="1777233" y="2850386"/>
                </a:lnTo>
                <a:lnTo>
                  <a:pt x="1776750" y="2850580"/>
                </a:lnTo>
                <a:lnTo>
                  <a:pt x="1776256" y="2850762"/>
                </a:lnTo>
                <a:lnTo>
                  <a:pt x="1775753" y="2850932"/>
                </a:lnTo>
                <a:lnTo>
                  <a:pt x="1775240" y="2851090"/>
                </a:lnTo>
                <a:lnTo>
                  <a:pt x="1774716" y="2851237"/>
                </a:lnTo>
                <a:lnTo>
                  <a:pt x="1774183" y="2851372"/>
                </a:lnTo>
                <a:lnTo>
                  <a:pt x="1773640" y="2851496"/>
                </a:lnTo>
                <a:lnTo>
                  <a:pt x="1773086" y="2851607"/>
                </a:lnTo>
                <a:lnTo>
                  <a:pt x="1772523" y="2851707"/>
                </a:lnTo>
                <a:lnTo>
                  <a:pt x="1771950" y="2851795"/>
                </a:lnTo>
                <a:lnTo>
                  <a:pt x="1771367" y="2851871"/>
                </a:lnTo>
                <a:lnTo>
                  <a:pt x="1770773" y="2851936"/>
                </a:lnTo>
                <a:lnTo>
                  <a:pt x="1770170" y="2851989"/>
                </a:lnTo>
                <a:lnTo>
                  <a:pt x="1769557" y="2852030"/>
                </a:lnTo>
                <a:lnTo>
                  <a:pt x="1768934" y="2852059"/>
                </a:lnTo>
                <a:lnTo>
                  <a:pt x="1768301" y="2852077"/>
                </a:lnTo>
                <a:lnTo>
                  <a:pt x="1767658" y="2852083"/>
                </a:lnTo>
                <a:lnTo>
                  <a:pt x="1766975" y="2852077"/>
                </a:lnTo>
                <a:lnTo>
                  <a:pt x="1766306" y="2852059"/>
                </a:lnTo>
                <a:lnTo>
                  <a:pt x="1765653" y="2852030"/>
                </a:lnTo>
                <a:lnTo>
                  <a:pt x="1765014" y="2851989"/>
                </a:lnTo>
                <a:lnTo>
                  <a:pt x="1764389" y="2851936"/>
                </a:lnTo>
                <a:lnTo>
                  <a:pt x="1763780" y="2851871"/>
                </a:lnTo>
                <a:lnTo>
                  <a:pt x="1763185" y="2851795"/>
                </a:lnTo>
                <a:lnTo>
                  <a:pt x="1762605" y="2851707"/>
                </a:lnTo>
                <a:lnTo>
                  <a:pt x="1762039" y="2851607"/>
                </a:lnTo>
                <a:close/>
                <a:moveTo>
                  <a:pt x="1871061" y="3007402"/>
                </a:moveTo>
                <a:lnTo>
                  <a:pt x="1886953" y="3007402"/>
                </a:lnTo>
                <a:lnTo>
                  <a:pt x="1886953" y="2991171"/>
                </a:lnTo>
                <a:lnTo>
                  <a:pt x="1871061" y="2991171"/>
                </a:lnTo>
                <a:lnTo>
                  <a:pt x="1871061" y="3007402"/>
                </a:lnTo>
                <a:close/>
                <a:moveTo>
                  <a:pt x="2072795" y="2995567"/>
                </a:moveTo>
                <a:lnTo>
                  <a:pt x="2058255" y="2995567"/>
                </a:lnTo>
                <a:lnTo>
                  <a:pt x="2058255" y="3020420"/>
                </a:lnTo>
                <a:lnTo>
                  <a:pt x="2062144" y="3042568"/>
                </a:lnTo>
                <a:lnTo>
                  <a:pt x="2068906" y="3042568"/>
                </a:lnTo>
                <a:lnTo>
                  <a:pt x="2072795" y="3020420"/>
                </a:lnTo>
                <a:lnTo>
                  <a:pt x="2072795" y="2995567"/>
                </a:lnTo>
                <a:close/>
                <a:moveTo>
                  <a:pt x="1976619" y="3112739"/>
                </a:moveTo>
                <a:lnTo>
                  <a:pt x="1977319" y="3112622"/>
                </a:lnTo>
                <a:lnTo>
                  <a:pt x="1978010" y="3112492"/>
                </a:lnTo>
                <a:lnTo>
                  <a:pt x="1978691" y="3112350"/>
                </a:lnTo>
                <a:lnTo>
                  <a:pt x="1979362" y="3112196"/>
                </a:lnTo>
                <a:lnTo>
                  <a:pt x="1980024" y="3112030"/>
                </a:lnTo>
                <a:lnTo>
                  <a:pt x="1980677" y="3111851"/>
                </a:lnTo>
                <a:lnTo>
                  <a:pt x="1981320" y="3111660"/>
                </a:lnTo>
                <a:lnTo>
                  <a:pt x="1981954" y="3111457"/>
                </a:lnTo>
                <a:lnTo>
                  <a:pt x="1982579" y="3111241"/>
                </a:lnTo>
                <a:lnTo>
                  <a:pt x="1983194" y="3111013"/>
                </a:lnTo>
                <a:lnTo>
                  <a:pt x="1983800" y="3110772"/>
                </a:lnTo>
                <a:lnTo>
                  <a:pt x="1984397" y="3110520"/>
                </a:lnTo>
                <a:lnTo>
                  <a:pt x="1984984" y="3110255"/>
                </a:lnTo>
                <a:lnTo>
                  <a:pt x="1985561" y="3109977"/>
                </a:lnTo>
                <a:lnTo>
                  <a:pt x="1986129" y="3109687"/>
                </a:lnTo>
                <a:lnTo>
                  <a:pt x="1986688" y="3109372"/>
                </a:lnTo>
                <a:lnTo>
                  <a:pt x="1987235" y="3109046"/>
                </a:lnTo>
                <a:lnTo>
                  <a:pt x="1987773" y="3108710"/>
                </a:lnTo>
                <a:lnTo>
                  <a:pt x="1988299" y="3108363"/>
                </a:lnTo>
                <a:lnTo>
                  <a:pt x="1988815" y="3108006"/>
                </a:lnTo>
                <a:lnTo>
                  <a:pt x="1989321" y="3107638"/>
                </a:lnTo>
                <a:lnTo>
                  <a:pt x="1989815" y="3107259"/>
                </a:lnTo>
                <a:lnTo>
                  <a:pt x="1990300" y="3106870"/>
                </a:lnTo>
                <a:lnTo>
                  <a:pt x="1990774" y="3106470"/>
                </a:lnTo>
                <a:lnTo>
                  <a:pt x="1991237" y="3106060"/>
                </a:lnTo>
                <a:lnTo>
                  <a:pt x="1991689" y="3105639"/>
                </a:lnTo>
                <a:lnTo>
                  <a:pt x="1992131" y="3105207"/>
                </a:lnTo>
                <a:lnTo>
                  <a:pt x="1992563" y="3104765"/>
                </a:lnTo>
                <a:lnTo>
                  <a:pt x="1992984" y="3104313"/>
                </a:lnTo>
                <a:lnTo>
                  <a:pt x="1993394" y="3103849"/>
                </a:lnTo>
                <a:lnTo>
                  <a:pt x="1993794" y="3103376"/>
                </a:lnTo>
                <a:lnTo>
                  <a:pt x="1994183" y="3102891"/>
                </a:lnTo>
                <a:lnTo>
                  <a:pt x="1994562" y="3102397"/>
                </a:lnTo>
                <a:lnTo>
                  <a:pt x="1994930" y="3101891"/>
                </a:lnTo>
                <a:lnTo>
                  <a:pt x="1995287" y="3101375"/>
                </a:lnTo>
                <a:lnTo>
                  <a:pt x="1995634" y="3100849"/>
                </a:lnTo>
                <a:lnTo>
                  <a:pt x="1995971" y="3100311"/>
                </a:lnTo>
                <a:lnTo>
                  <a:pt x="1996296" y="3099764"/>
                </a:lnTo>
                <a:lnTo>
                  <a:pt x="1996612" y="3099205"/>
                </a:lnTo>
                <a:lnTo>
                  <a:pt x="1998471" y="3111547"/>
                </a:lnTo>
                <a:lnTo>
                  <a:pt x="2012166" y="3111547"/>
                </a:lnTo>
                <a:lnTo>
                  <a:pt x="2012166" y="2989819"/>
                </a:lnTo>
                <a:lnTo>
                  <a:pt x="1995259" y="2989819"/>
                </a:lnTo>
                <a:lnTo>
                  <a:pt x="1995259" y="3035129"/>
                </a:lnTo>
                <a:lnTo>
                  <a:pt x="1994958" y="3034682"/>
                </a:lnTo>
                <a:lnTo>
                  <a:pt x="1994647" y="3034244"/>
                </a:lnTo>
                <a:lnTo>
                  <a:pt x="1994327" y="3033813"/>
                </a:lnTo>
                <a:lnTo>
                  <a:pt x="1993996" y="3033391"/>
                </a:lnTo>
                <a:lnTo>
                  <a:pt x="1993655" y="3032977"/>
                </a:lnTo>
                <a:lnTo>
                  <a:pt x="1993304" y="3032572"/>
                </a:lnTo>
                <a:lnTo>
                  <a:pt x="1992944" y="3032174"/>
                </a:lnTo>
                <a:lnTo>
                  <a:pt x="1992573" y="3031785"/>
                </a:lnTo>
                <a:lnTo>
                  <a:pt x="1992192" y="3031404"/>
                </a:lnTo>
                <a:lnTo>
                  <a:pt x="1991801" y="3031031"/>
                </a:lnTo>
                <a:lnTo>
                  <a:pt x="1991401" y="3030667"/>
                </a:lnTo>
                <a:lnTo>
                  <a:pt x="1990990" y="3030310"/>
                </a:lnTo>
                <a:lnTo>
                  <a:pt x="1990570" y="3029962"/>
                </a:lnTo>
                <a:lnTo>
                  <a:pt x="1990139" y="3029622"/>
                </a:lnTo>
                <a:lnTo>
                  <a:pt x="1989698" y="3029291"/>
                </a:lnTo>
                <a:lnTo>
                  <a:pt x="1989248" y="3028967"/>
                </a:lnTo>
                <a:lnTo>
                  <a:pt x="1988787" y="3028652"/>
                </a:lnTo>
                <a:lnTo>
                  <a:pt x="1988317" y="3028345"/>
                </a:lnTo>
                <a:lnTo>
                  <a:pt x="1987836" y="3028046"/>
                </a:lnTo>
                <a:lnTo>
                  <a:pt x="1987346" y="3027756"/>
                </a:lnTo>
                <a:lnTo>
                  <a:pt x="1986845" y="3027473"/>
                </a:lnTo>
                <a:lnTo>
                  <a:pt x="1986335" y="3027199"/>
                </a:lnTo>
                <a:lnTo>
                  <a:pt x="1985815" y="3026933"/>
                </a:lnTo>
                <a:lnTo>
                  <a:pt x="1985284" y="3026676"/>
                </a:lnTo>
                <a:lnTo>
                  <a:pt x="1984745" y="3026414"/>
                </a:lnTo>
                <a:lnTo>
                  <a:pt x="1984198" y="3026163"/>
                </a:lnTo>
                <a:lnTo>
                  <a:pt x="1983644" y="3025923"/>
                </a:lnTo>
                <a:lnTo>
                  <a:pt x="1983082" y="3025694"/>
                </a:lnTo>
                <a:lnTo>
                  <a:pt x="1982512" y="3025477"/>
                </a:lnTo>
                <a:lnTo>
                  <a:pt x="1981934" y="3025270"/>
                </a:lnTo>
                <a:lnTo>
                  <a:pt x="1981349" y="3025075"/>
                </a:lnTo>
                <a:lnTo>
                  <a:pt x="1980757" y="3024891"/>
                </a:lnTo>
                <a:lnTo>
                  <a:pt x="1980157" y="3024718"/>
                </a:lnTo>
                <a:lnTo>
                  <a:pt x="1979549" y="3024556"/>
                </a:lnTo>
                <a:lnTo>
                  <a:pt x="1978933" y="3024406"/>
                </a:lnTo>
                <a:lnTo>
                  <a:pt x="1978310" y="3024266"/>
                </a:lnTo>
                <a:lnTo>
                  <a:pt x="1977679" y="3024138"/>
                </a:lnTo>
                <a:lnTo>
                  <a:pt x="1977041" y="3024021"/>
                </a:lnTo>
                <a:lnTo>
                  <a:pt x="1976395" y="3023915"/>
                </a:lnTo>
                <a:lnTo>
                  <a:pt x="1975741" y="3023820"/>
                </a:lnTo>
                <a:lnTo>
                  <a:pt x="1975080" y="3023737"/>
                </a:lnTo>
                <a:lnTo>
                  <a:pt x="1974411" y="3023664"/>
                </a:lnTo>
                <a:lnTo>
                  <a:pt x="1973734" y="3023603"/>
                </a:lnTo>
                <a:lnTo>
                  <a:pt x="1973050" y="3023553"/>
                </a:lnTo>
                <a:lnTo>
                  <a:pt x="1972358" y="3023514"/>
                </a:lnTo>
                <a:lnTo>
                  <a:pt x="1971659" y="3023486"/>
                </a:lnTo>
                <a:lnTo>
                  <a:pt x="1970952" y="3023469"/>
                </a:lnTo>
                <a:lnTo>
                  <a:pt x="1970237" y="3023463"/>
                </a:lnTo>
                <a:lnTo>
                  <a:pt x="1969437" y="3023472"/>
                </a:lnTo>
                <a:lnTo>
                  <a:pt x="1968643" y="3023499"/>
                </a:lnTo>
                <a:lnTo>
                  <a:pt x="1967854" y="3023543"/>
                </a:lnTo>
                <a:lnTo>
                  <a:pt x="1967072" y="3023604"/>
                </a:lnTo>
                <a:lnTo>
                  <a:pt x="1966295" y="3023684"/>
                </a:lnTo>
                <a:lnTo>
                  <a:pt x="1965524" y="3023780"/>
                </a:lnTo>
                <a:lnTo>
                  <a:pt x="1964759" y="3023895"/>
                </a:lnTo>
                <a:lnTo>
                  <a:pt x="1964000" y="3024027"/>
                </a:lnTo>
                <a:lnTo>
                  <a:pt x="1963247" y="3024177"/>
                </a:lnTo>
                <a:lnTo>
                  <a:pt x="1962500" y="3024344"/>
                </a:lnTo>
                <a:lnTo>
                  <a:pt x="1961759" y="3024529"/>
                </a:lnTo>
                <a:lnTo>
                  <a:pt x="1961023" y="3024731"/>
                </a:lnTo>
                <a:lnTo>
                  <a:pt x="1960293" y="3024952"/>
                </a:lnTo>
                <a:lnTo>
                  <a:pt x="1959570" y="3025189"/>
                </a:lnTo>
                <a:lnTo>
                  <a:pt x="1958852" y="3025445"/>
                </a:lnTo>
                <a:lnTo>
                  <a:pt x="1958139" y="3025718"/>
                </a:lnTo>
                <a:lnTo>
                  <a:pt x="1957433" y="3026008"/>
                </a:lnTo>
                <a:lnTo>
                  <a:pt x="1956733" y="3026316"/>
                </a:lnTo>
                <a:lnTo>
                  <a:pt x="1956038" y="3026642"/>
                </a:lnTo>
                <a:lnTo>
                  <a:pt x="1955350" y="3026986"/>
                </a:lnTo>
                <a:lnTo>
                  <a:pt x="1954667" y="3027347"/>
                </a:lnTo>
                <a:lnTo>
                  <a:pt x="1953990" y="3027725"/>
                </a:lnTo>
                <a:lnTo>
                  <a:pt x="1953319" y="3028121"/>
                </a:lnTo>
                <a:lnTo>
                  <a:pt x="1952654" y="3028535"/>
                </a:lnTo>
                <a:lnTo>
                  <a:pt x="1952012" y="3028966"/>
                </a:lnTo>
                <a:lnTo>
                  <a:pt x="1951380" y="3029415"/>
                </a:lnTo>
                <a:lnTo>
                  <a:pt x="1950760" y="3029880"/>
                </a:lnTo>
                <a:lnTo>
                  <a:pt x="1950151" y="3030362"/>
                </a:lnTo>
                <a:lnTo>
                  <a:pt x="1949553" y="3030861"/>
                </a:lnTo>
                <a:lnTo>
                  <a:pt x="1948966" y="3031378"/>
                </a:lnTo>
                <a:lnTo>
                  <a:pt x="1948391" y="3031911"/>
                </a:lnTo>
                <a:lnTo>
                  <a:pt x="1947826" y="3032461"/>
                </a:lnTo>
                <a:lnTo>
                  <a:pt x="1947273" y="3033029"/>
                </a:lnTo>
                <a:lnTo>
                  <a:pt x="1946731" y="3033613"/>
                </a:lnTo>
                <a:lnTo>
                  <a:pt x="1946200" y="3034215"/>
                </a:lnTo>
                <a:lnTo>
                  <a:pt x="1945680" y="3034833"/>
                </a:lnTo>
                <a:lnTo>
                  <a:pt x="1945171" y="3035468"/>
                </a:lnTo>
                <a:lnTo>
                  <a:pt x="1944674" y="3036121"/>
                </a:lnTo>
                <a:lnTo>
                  <a:pt x="1944188" y="3036790"/>
                </a:lnTo>
                <a:lnTo>
                  <a:pt x="1943712" y="3037477"/>
                </a:lnTo>
                <a:lnTo>
                  <a:pt x="1943248" y="3038181"/>
                </a:lnTo>
                <a:lnTo>
                  <a:pt x="1942795" y="3038901"/>
                </a:lnTo>
                <a:lnTo>
                  <a:pt x="1942354" y="3039639"/>
                </a:lnTo>
                <a:lnTo>
                  <a:pt x="1941923" y="3040393"/>
                </a:lnTo>
                <a:lnTo>
                  <a:pt x="1941504" y="3041165"/>
                </a:lnTo>
                <a:lnTo>
                  <a:pt x="1941095" y="3041954"/>
                </a:lnTo>
                <a:lnTo>
                  <a:pt x="1940698" y="3042760"/>
                </a:lnTo>
                <a:lnTo>
                  <a:pt x="1940312" y="3043582"/>
                </a:lnTo>
                <a:lnTo>
                  <a:pt x="1939940" y="3044421"/>
                </a:lnTo>
                <a:lnTo>
                  <a:pt x="1939583" y="3045275"/>
                </a:lnTo>
                <a:lnTo>
                  <a:pt x="1939242" y="3046145"/>
                </a:lnTo>
                <a:lnTo>
                  <a:pt x="1938917" y="3047029"/>
                </a:lnTo>
                <a:lnTo>
                  <a:pt x="1938608" y="3047929"/>
                </a:lnTo>
                <a:lnTo>
                  <a:pt x="1938315" y="3048845"/>
                </a:lnTo>
                <a:lnTo>
                  <a:pt x="1938038" y="3049775"/>
                </a:lnTo>
                <a:lnTo>
                  <a:pt x="1937776" y="3050721"/>
                </a:lnTo>
                <a:lnTo>
                  <a:pt x="1937531" y="3051682"/>
                </a:lnTo>
                <a:lnTo>
                  <a:pt x="1937301" y="3052658"/>
                </a:lnTo>
                <a:lnTo>
                  <a:pt x="1937087" y="3053649"/>
                </a:lnTo>
                <a:lnTo>
                  <a:pt x="1936889" y="3054656"/>
                </a:lnTo>
                <a:lnTo>
                  <a:pt x="1936706" y="3055678"/>
                </a:lnTo>
                <a:lnTo>
                  <a:pt x="1936540" y="3056716"/>
                </a:lnTo>
                <a:lnTo>
                  <a:pt x="1936389" y="3057768"/>
                </a:lnTo>
                <a:lnTo>
                  <a:pt x="1936255" y="3058836"/>
                </a:lnTo>
                <a:lnTo>
                  <a:pt x="1936136" y="3059919"/>
                </a:lnTo>
                <a:lnTo>
                  <a:pt x="1936033" y="3061017"/>
                </a:lnTo>
                <a:lnTo>
                  <a:pt x="1935946" y="3062131"/>
                </a:lnTo>
                <a:lnTo>
                  <a:pt x="1935874" y="3063260"/>
                </a:lnTo>
                <a:lnTo>
                  <a:pt x="1935819" y="3064404"/>
                </a:lnTo>
                <a:lnTo>
                  <a:pt x="1935779" y="3065563"/>
                </a:lnTo>
                <a:lnTo>
                  <a:pt x="1935755" y="3066738"/>
                </a:lnTo>
                <a:lnTo>
                  <a:pt x="1935747" y="3067928"/>
                </a:lnTo>
                <a:lnTo>
                  <a:pt x="1935747" y="3069788"/>
                </a:lnTo>
                <a:lnTo>
                  <a:pt x="1935755" y="3071060"/>
                </a:lnTo>
                <a:lnTo>
                  <a:pt x="1935779" y="3072312"/>
                </a:lnTo>
                <a:lnTo>
                  <a:pt x="1935819" y="3073544"/>
                </a:lnTo>
                <a:lnTo>
                  <a:pt x="1935874" y="3074757"/>
                </a:lnTo>
                <a:lnTo>
                  <a:pt x="1935946" y="3075949"/>
                </a:lnTo>
                <a:lnTo>
                  <a:pt x="1936033" y="3077121"/>
                </a:lnTo>
                <a:lnTo>
                  <a:pt x="1936136" y="3078273"/>
                </a:lnTo>
                <a:lnTo>
                  <a:pt x="1936255" y="3079406"/>
                </a:lnTo>
                <a:lnTo>
                  <a:pt x="1936389" y="3080518"/>
                </a:lnTo>
                <a:lnTo>
                  <a:pt x="1936540" y="3081611"/>
                </a:lnTo>
                <a:lnTo>
                  <a:pt x="1936706" y="3082683"/>
                </a:lnTo>
                <a:lnTo>
                  <a:pt x="1936889" y="3083736"/>
                </a:lnTo>
                <a:lnTo>
                  <a:pt x="1937087" y="3084768"/>
                </a:lnTo>
                <a:lnTo>
                  <a:pt x="1937301" y="3085781"/>
                </a:lnTo>
                <a:lnTo>
                  <a:pt x="1937531" y="3086774"/>
                </a:lnTo>
                <a:lnTo>
                  <a:pt x="1937776" y="3087746"/>
                </a:lnTo>
                <a:lnTo>
                  <a:pt x="1938038" y="3088699"/>
                </a:lnTo>
                <a:lnTo>
                  <a:pt x="1938315" y="3089632"/>
                </a:lnTo>
                <a:lnTo>
                  <a:pt x="1938608" y="3090545"/>
                </a:lnTo>
                <a:lnTo>
                  <a:pt x="1938917" y="3091438"/>
                </a:lnTo>
                <a:lnTo>
                  <a:pt x="1939242" y="3092311"/>
                </a:lnTo>
                <a:lnTo>
                  <a:pt x="1939583" y="3093164"/>
                </a:lnTo>
                <a:lnTo>
                  <a:pt x="1939940" y="3093997"/>
                </a:lnTo>
                <a:lnTo>
                  <a:pt x="1940312" y="3094810"/>
                </a:lnTo>
                <a:lnTo>
                  <a:pt x="1940712" y="3095590"/>
                </a:lnTo>
                <a:lnTo>
                  <a:pt x="1941122" y="3096353"/>
                </a:lnTo>
                <a:lnTo>
                  <a:pt x="1941543" y="3097100"/>
                </a:lnTo>
                <a:lnTo>
                  <a:pt x="1941975" y="3097829"/>
                </a:lnTo>
                <a:lnTo>
                  <a:pt x="1942417" y="3098542"/>
                </a:lnTo>
                <a:lnTo>
                  <a:pt x="1942869" y="3099237"/>
                </a:lnTo>
                <a:lnTo>
                  <a:pt x="1943333" y="3099915"/>
                </a:lnTo>
                <a:lnTo>
                  <a:pt x="1943806" y="3100577"/>
                </a:lnTo>
                <a:lnTo>
                  <a:pt x="1944291" y="3101221"/>
                </a:lnTo>
                <a:lnTo>
                  <a:pt x="1944786" y="3101848"/>
                </a:lnTo>
                <a:lnTo>
                  <a:pt x="1945291" y="3102458"/>
                </a:lnTo>
                <a:lnTo>
                  <a:pt x="1945807" y="3103052"/>
                </a:lnTo>
                <a:lnTo>
                  <a:pt x="1946334" y="3103628"/>
                </a:lnTo>
                <a:lnTo>
                  <a:pt x="1946871" y="3104187"/>
                </a:lnTo>
                <a:lnTo>
                  <a:pt x="1947418" y="3104729"/>
                </a:lnTo>
                <a:lnTo>
                  <a:pt x="1947977" y="3105254"/>
                </a:lnTo>
                <a:lnTo>
                  <a:pt x="1948546" y="3105762"/>
                </a:lnTo>
                <a:lnTo>
                  <a:pt x="1949125" y="3106253"/>
                </a:lnTo>
                <a:lnTo>
                  <a:pt x="1949715" y="3106727"/>
                </a:lnTo>
                <a:lnTo>
                  <a:pt x="1950315" y="3107185"/>
                </a:lnTo>
                <a:lnTo>
                  <a:pt x="1950927" y="3107624"/>
                </a:lnTo>
                <a:lnTo>
                  <a:pt x="1951548" y="3108047"/>
                </a:lnTo>
                <a:lnTo>
                  <a:pt x="1952180" y="3108453"/>
                </a:lnTo>
                <a:lnTo>
                  <a:pt x="1952823" y="3108842"/>
                </a:lnTo>
                <a:lnTo>
                  <a:pt x="1953474" y="3109201"/>
                </a:lnTo>
                <a:lnTo>
                  <a:pt x="1954130" y="3109544"/>
                </a:lnTo>
                <a:lnTo>
                  <a:pt x="1954791" y="3109873"/>
                </a:lnTo>
                <a:lnTo>
                  <a:pt x="1955458" y="3110185"/>
                </a:lnTo>
                <a:lnTo>
                  <a:pt x="1956130" y="3110483"/>
                </a:lnTo>
                <a:lnTo>
                  <a:pt x="1956807" y="3110765"/>
                </a:lnTo>
                <a:lnTo>
                  <a:pt x="1957489" y="3111032"/>
                </a:lnTo>
                <a:lnTo>
                  <a:pt x="1958177" y="3111284"/>
                </a:lnTo>
                <a:lnTo>
                  <a:pt x="1958870" y="3111521"/>
                </a:lnTo>
                <a:lnTo>
                  <a:pt x="1959568" y="3111742"/>
                </a:lnTo>
                <a:lnTo>
                  <a:pt x="1960272" y="3111948"/>
                </a:lnTo>
                <a:lnTo>
                  <a:pt x="1960981" y="3112139"/>
                </a:lnTo>
                <a:lnTo>
                  <a:pt x="1961695" y="3112315"/>
                </a:lnTo>
                <a:lnTo>
                  <a:pt x="1962414" y="3112475"/>
                </a:lnTo>
                <a:lnTo>
                  <a:pt x="1963139" y="3112620"/>
                </a:lnTo>
                <a:lnTo>
                  <a:pt x="1963869" y="3112750"/>
                </a:lnTo>
                <a:lnTo>
                  <a:pt x="1964604" y="3112864"/>
                </a:lnTo>
                <a:lnTo>
                  <a:pt x="1965345" y="3112963"/>
                </a:lnTo>
                <a:lnTo>
                  <a:pt x="1966091" y="3113047"/>
                </a:lnTo>
                <a:lnTo>
                  <a:pt x="1966842" y="3113116"/>
                </a:lnTo>
                <a:lnTo>
                  <a:pt x="1967598" y="3113169"/>
                </a:lnTo>
                <a:lnTo>
                  <a:pt x="1968360" y="3113207"/>
                </a:lnTo>
                <a:lnTo>
                  <a:pt x="1969127" y="3113230"/>
                </a:lnTo>
                <a:lnTo>
                  <a:pt x="1969899" y="3113238"/>
                </a:lnTo>
                <a:lnTo>
                  <a:pt x="1970683" y="3113232"/>
                </a:lnTo>
                <a:lnTo>
                  <a:pt x="1971458" y="3113213"/>
                </a:lnTo>
                <a:lnTo>
                  <a:pt x="1972224" y="3113183"/>
                </a:lnTo>
                <a:lnTo>
                  <a:pt x="1972980" y="3113139"/>
                </a:lnTo>
                <a:lnTo>
                  <a:pt x="1973727" y="3113084"/>
                </a:lnTo>
                <a:lnTo>
                  <a:pt x="1974464" y="3113016"/>
                </a:lnTo>
                <a:lnTo>
                  <a:pt x="1975192" y="3112936"/>
                </a:lnTo>
                <a:lnTo>
                  <a:pt x="1975910" y="3112843"/>
                </a:lnTo>
                <a:lnTo>
                  <a:pt x="1976619" y="3112739"/>
                </a:lnTo>
                <a:close/>
                <a:moveTo>
                  <a:pt x="1967434" y="3100090"/>
                </a:moveTo>
                <a:lnTo>
                  <a:pt x="1966765" y="3099862"/>
                </a:lnTo>
                <a:lnTo>
                  <a:pt x="1966108" y="3099609"/>
                </a:lnTo>
                <a:lnTo>
                  <a:pt x="1965461" y="3099332"/>
                </a:lnTo>
                <a:lnTo>
                  <a:pt x="1964826" y="3099031"/>
                </a:lnTo>
                <a:lnTo>
                  <a:pt x="1964201" y="3098706"/>
                </a:lnTo>
                <a:lnTo>
                  <a:pt x="1963588" y="3098357"/>
                </a:lnTo>
                <a:lnTo>
                  <a:pt x="1962986" y="3097984"/>
                </a:lnTo>
                <a:lnTo>
                  <a:pt x="1962395" y="3097587"/>
                </a:lnTo>
                <a:lnTo>
                  <a:pt x="1961815" y="3097166"/>
                </a:lnTo>
                <a:lnTo>
                  <a:pt x="1961247" y="3096721"/>
                </a:lnTo>
                <a:lnTo>
                  <a:pt x="1960690" y="3096251"/>
                </a:lnTo>
                <a:lnTo>
                  <a:pt x="1960143" y="3095758"/>
                </a:lnTo>
                <a:lnTo>
                  <a:pt x="1959608" y="3095240"/>
                </a:lnTo>
                <a:lnTo>
                  <a:pt x="1959084" y="3094699"/>
                </a:lnTo>
                <a:lnTo>
                  <a:pt x="1958572" y="3094133"/>
                </a:lnTo>
                <a:lnTo>
                  <a:pt x="1958089" y="3093543"/>
                </a:lnTo>
                <a:lnTo>
                  <a:pt x="1957626" y="3092926"/>
                </a:lnTo>
                <a:lnTo>
                  <a:pt x="1957185" y="3092284"/>
                </a:lnTo>
                <a:lnTo>
                  <a:pt x="1956763" y="3091616"/>
                </a:lnTo>
                <a:lnTo>
                  <a:pt x="1956363" y="3090922"/>
                </a:lnTo>
                <a:lnTo>
                  <a:pt x="1955983" y="3090203"/>
                </a:lnTo>
                <a:lnTo>
                  <a:pt x="1955623" y="3089457"/>
                </a:lnTo>
                <a:lnTo>
                  <a:pt x="1955284" y="3088686"/>
                </a:lnTo>
                <a:lnTo>
                  <a:pt x="1954966" y="3087889"/>
                </a:lnTo>
                <a:lnTo>
                  <a:pt x="1954668" y="3087066"/>
                </a:lnTo>
                <a:lnTo>
                  <a:pt x="1954390" y="3086217"/>
                </a:lnTo>
                <a:lnTo>
                  <a:pt x="1954134" y="3085342"/>
                </a:lnTo>
                <a:lnTo>
                  <a:pt x="1953897" y="3084441"/>
                </a:lnTo>
                <a:lnTo>
                  <a:pt x="1953682" y="3083515"/>
                </a:lnTo>
                <a:lnTo>
                  <a:pt x="1953486" y="3082563"/>
                </a:lnTo>
                <a:lnTo>
                  <a:pt x="1953312" y="3081585"/>
                </a:lnTo>
                <a:lnTo>
                  <a:pt x="1953158" y="3080581"/>
                </a:lnTo>
                <a:lnTo>
                  <a:pt x="1953024" y="3079551"/>
                </a:lnTo>
                <a:lnTo>
                  <a:pt x="1952911" y="3078496"/>
                </a:lnTo>
                <a:lnTo>
                  <a:pt x="1952819" y="3077414"/>
                </a:lnTo>
                <a:lnTo>
                  <a:pt x="1952747" y="3076307"/>
                </a:lnTo>
                <a:lnTo>
                  <a:pt x="1952695" y="3075174"/>
                </a:lnTo>
                <a:lnTo>
                  <a:pt x="1952664" y="3074015"/>
                </a:lnTo>
                <a:lnTo>
                  <a:pt x="1952654" y="3072831"/>
                </a:lnTo>
                <a:lnTo>
                  <a:pt x="1952654" y="3063532"/>
                </a:lnTo>
                <a:lnTo>
                  <a:pt x="1952664" y="3062375"/>
                </a:lnTo>
                <a:lnTo>
                  <a:pt x="1952695" y="3061243"/>
                </a:lnTo>
                <a:lnTo>
                  <a:pt x="1952747" y="3060135"/>
                </a:lnTo>
                <a:lnTo>
                  <a:pt x="1952819" y="3059052"/>
                </a:lnTo>
                <a:lnTo>
                  <a:pt x="1952911" y="3057994"/>
                </a:lnTo>
                <a:lnTo>
                  <a:pt x="1953024" y="3056960"/>
                </a:lnTo>
                <a:lnTo>
                  <a:pt x="1953158" y="3055951"/>
                </a:lnTo>
                <a:lnTo>
                  <a:pt x="1953312" y="3054966"/>
                </a:lnTo>
                <a:lnTo>
                  <a:pt x="1953486" y="3054006"/>
                </a:lnTo>
                <a:lnTo>
                  <a:pt x="1953682" y="3053071"/>
                </a:lnTo>
                <a:lnTo>
                  <a:pt x="1953897" y="3052161"/>
                </a:lnTo>
                <a:lnTo>
                  <a:pt x="1954134" y="3051275"/>
                </a:lnTo>
                <a:lnTo>
                  <a:pt x="1954390" y="3050414"/>
                </a:lnTo>
                <a:lnTo>
                  <a:pt x="1954668" y="3049577"/>
                </a:lnTo>
                <a:lnTo>
                  <a:pt x="1954966" y="3048765"/>
                </a:lnTo>
                <a:lnTo>
                  <a:pt x="1955284" y="3047978"/>
                </a:lnTo>
                <a:lnTo>
                  <a:pt x="1955623" y="3047215"/>
                </a:lnTo>
                <a:lnTo>
                  <a:pt x="1955983" y="3046478"/>
                </a:lnTo>
                <a:lnTo>
                  <a:pt x="1956363" y="3045764"/>
                </a:lnTo>
                <a:lnTo>
                  <a:pt x="1956763" y="3045076"/>
                </a:lnTo>
                <a:lnTo>
                  <a:pt x="1957185" y="3044412"/>
                </a:lnTo>
                <a:lnTo>
                  <a:pt x="1957626" y="3043772"/>
                </a:lnTo>
                <a:lnTo>
                  <a:pt x="1958089" y="3043158"/>
                </a:lnTo>
                <a:lnTo>
                  <a:pt x="1958572" y="3042568"/>
                </a:lnTo>
                <a:lnTo>
                  <a:pt x="1959084" y="3041988"/>
                </a:lnTo>
                <a:lnTo>
                  <a:pt x="1959608" y="3041434"/>
                </a:lnTo>
                <a:lnTo>
                  <a:pt x="1960143" y="3040904"/>
                </a:lnTo>
                <a:lnTo>
                  <a:pt x="1960690" y="3040398"/>
                </a:lnTo>
                <a:lnTo>
                  <a:pt x="1961247" y="3039917"/>
                </a:lnTo>
                <a:lnTo>
                  <a:pt x="1961815" y="3039461"/>
                </a:lnTo>
                <a:lnTo>
                  <a:pt x="1962395" y="3039030"/>
                </a:lnTo>
                <a:lnTo>
                  <a:pt x="1962986" y="3038623"/>
                </a:lnTo>
                <a:lnTo>
                  <a:pt x="1963588" y="3038241"/>
                </a:lnTo>
                <a:lnTo>
                  <a:pt x="1964201" y="3037883"/>
                </a:lnTo>
                <a:lnTo>
                  <a:pt x="1964826" y="3037551"/>
                </a:lnTo>
                <a:lnTo>
                  <a:pt x="1965461" y="3037242"/>
                </a:lnTo>
                <a:lnTo>
                  <a:pt x="1966108" y="3036959"/>
                </a:lnTo>
                <a:lnTo>
                  <a:pt x="1966765" y="3036700"/>
                </a:lnTo>
                <a:lnTo>
                  <a:pt x="1967434" y="3036466"/>
                </a:lnTo>
                <a:lnTo>
                  <a:pt x="1968114" y="3036256"/>
                </a:lnTo>
                <a:lnTo>
                  <a:pt x="1968806" y="3036071"/>
                </a:lnTo>
                <a:lnTo>
                  <a:pt x="1969508" y="3035911"/>
                </a:lnTo>
                <a:lnTo>
                  <a:pt x="1970222" y="3035775"/>
                </a:lnTo>
                <a:lnTo>
                  <a:pt x="1970946" y="3035664"/>
                </a:lnTo>
                <a:lnTo>
                  <a:pt x="1971682" y="3035578"/>
                </a:lnTo>
                <a:lnTo>
                  <a:pt x="1972429" y="3035516"/>
                </a:lnTo>
                <a:lnTo>
                  <a:pt x="1973187" y="3035480"/>
                </a:lnTo>
                <a:lnTo>
                  <a:pt x="1973957" y="3035467"/>
                </a:lnTo>
                <a:lnTo>
                  <a:pt x="1974726" y="3035479"/>
                </a:lnTo>
                <a:lnTo>
                  <a:pt x="1975483" y="3035515"/>
                </a:lnTo>
                <a:lnTo>
                  <a:pt x="1976228" y="3035575"/>
                </a:lnTo>
                <a:lnTo>
                  <a:pt x="1976962" y="3035660"/>
                </a:lnTo>
                <a:lnTo>
                  <a:pt x="1977684" y="3035768"/>
                </a:lnTo>
                <a:lnTo>
                  <a:pt x="1978395" y="3035900"/>
                </a:lnTo>
                <a:lnTo>
                  <a:pt x="1979093" y="3036057"/>
                </a:lnTo>
                <a:lnTo>
                  <a:pt x="1979780" y="3036237"/>
                </a:lnTo>
                <a:lnTo>
                  <a:pt x="1980455" y="3036442"/>
                </a:lnTo>
                <a:lnTo>
                  <a:pt x="1981119" y="3036671"/>
                </a:lnTo>
                <a:lnTo>
                  <a:pt x="1981770" y="3036923"/>
                </a:lnTo>
                <a:lnTo>
                  <a:pt x="1982410" y="3037200"/>
                </a:lnTo>
                <a:lnTo>
                  <a:pt x="1983038" y="3037501"/>
                </a:lnTo>
                <a:lnTo>
                  <a:pt x="1983655" y="3037826"/>
                </a:lnTo>
                <a:lnTo>
                  <a:pt x="1984259" y="3038175"/>
                </a:lnTo>
                <a:lnTo>
                  <a:pt x="1984852" y="3038548"/>
                </a:lnTo>
                <a:lnTo>
                  <a:pt x="1985433" y="3038945"/>
                </a:lnTo>
                <a:lnTo>
                  <a:pt x="1986003" y="3039366"/>
                </a:lnTo>
                <a:lnTo>
                  <a:pt x="1986560" y="3039812"/>
                </a:lnTo>
                <a:lnTo>
                  <a:pt x="1987106" y="3040281"/>
                </a:lnTo>
                <a:lnTo>
                  <a:pt x="1987641" y="3040774"/>
                </a:lnTo>
                <a:lnTo>
                  <a:pt x="1988163" y="3041292"/>
                </a:lnTo>
                <a:lnTo>
                  <a:pt x="1988674" y="3041833"/>
                </a:lnTo>
                <a:lnTo>
                  <a:pt x="1989173" y="3042399"/>
                </a:lnTo>
                <a:lnTo>
                  <a:pt x="1989669" y="3042989"/>
                </a:lnTo>
                <a:lnTo>
                  <a:pt x="1990145" y="3043605"/>
                </a:lnTo>
                <a:lnTo>
                  <a:pt x="1990599" y="3044245"/>
                </a:lnTo>
                <a:lnTo>
                  <a:pt x="1991032" y="3044911"/>
                </a:lnTo>
                <a:lnTo>
                  <a:pt x="1991445" y="3045603"/>
                </a:lnTo>
                <a:lnTo>
                  <a:pt x="1991836" y="3046319"/>
                </a:lnTo>
                <a:lnTo>
                  <a:pt x="1992205" y="3047061"/>
                </a:lnTo>
                <a:lnTo>
                  <a:pt x="1992554" y="3047828"/>
                </a:lnTo>
                <a:lnTo>
                  <a:pt x="1992882" y="3048620"/>
                </a:lnTo>
                <a:lnTo>
                  <a:pt x="1993188" y="3049437"/>
                </a:lnTo>
                <a:lnTo>
                  <a:pt x="1993473" y="3050280"/>
                </a:lnTo>
                <a:lnTo>
                  <a:pt x="1993737" y="3051148"/>
                </a:lnTo>
                <a:lnTo>
                  <a:pt x="1993981" y="3052041"/>
                </a:lnTo>
                <a:lnTo>
                  <a:pt x="1994202" y="3052960"/>
                </a:lnTo>
                <a:lnTo>
                  <a:pt x="1994403" y="3053903"/>
                </a:lnTo>
                <a:lnTo>
                  <a:pt x="1994583" y="3054872"/>
                </a:lnTo>
                <a:lnTo>
                  <a:pt x="1994741" y="3055866"/>
                </a:lnTo>
                <a:lnTo>
                  <a:pt x="1994879" y="3056886"/>
                </a:lnTo>
                <a:lnTo>
                  <a:pt x="1994995" y="3057930"/>
                </a:lnTo>
                <a:lnTo>
                  <a:pt x="1995090" y="3059000"/>
                </a:lnTo>
                <a:lnTo>
                  <a:pt x="1995164" y="3060095"/>
                </a:lnTo>
                <a:lnTo>
                  <a:pt x="1995217" y="3061216"/>
                </a:lnTo>
                <a:lnTo>
                  <a:pt x="1995249" y="3062361"/>
                </a:lnTo>
                <a:lnTo>
                  <a:pt x="1995259" y="3063532"/>
                </a:lnTo>
                <a:lnTo>
                  <a:pt x="1995259" y="3073000"/>
                </a:lnTo>
                <a:lnTo>
                  <a:pt x="1995249" y="3074185"/>
                </a:lnTo>
                <a:lnTo>
                  <a:pt x="1995217" y="3075343"/>
                </a:lnTo>
                <a:lnTo>
                  <a:pt x="1995164" y="3076476"/>
                </a:lnTo>
                <a:lnTo>
                  <a:pt x="1995090" y="3077584"/>
                </a:lnTo>
                <a:lnTo>
                  <a:pt x="1994995" y="3078665"/>
                </a:lnTo>
                <a:lnTo>
                  <a:pt x="1994879" y="3079720"/>
                </a:lnTo>
                <a:lnTo>
                  <a:pt x="1994741" y="3080750"/>
                </a:lnTo>
                <a:lnTo>
                  <a:pt x="1994583" y="3081754"/>
                </a:lnTo>
                <a:lnTo>
                  <a:pt x="1994403" y="3082732"/>
                </a:lnTo>
                <a:lnTo>
                  <a:pt x="1994202" y="3083684"/>
                </a:lnTo>
                <a:lnTo>
                  <a:pt x="1993981" y="3084610"/>
                </a:lnTo>
                <a:lnTo>
                  <a:pt x="1993737" y="3085511"/>
                </a:lnTo>
                <a:lnTo>
                  <a:pt x="1993473" y="3086386"/>
                </a:lnTo>
                <a:lnTo>
                  <a:pt x="1993188" y="3087234"/>
                </a:lnTo>
                <a:lnTo>
                  <a:pt x="1992882" y="3088058"/>
                </a:lnTo>
                <a:lnTo>
                  <a:pt x="1992554" y="3088855"/>
                </a:lnTo>
                <a:lnTo>
                  <a:pt x="1992205" y="3089626"/>
                </a:lnTo>
                <a:lnTo>
                  <a:pt x="1991836" y="3090372"/>
                </a:lnTo>
                <a:lnTo>
                  <a:pt x="1991445" y="3091091"/>
                </a:lnTo>
                <a:lnTo>
                  <a:pt x="1991032" y="3091785"/>
                </a:lnTo>
                <a:lnTo>
                  <a:pt x="1990599" y="3092453"/>
                </a:lnTo>
                <a:lnTo>
                  <a:pt x="1990145" y="3093096"/>
                </a:lnTo>
                <a:lnTo>
                  <a:pt x="1989669" y="3093712"/>
                </a:lnTo>
                <a:lnTo>
                  <a:pt x="1989173" y="3094303"/>
                </a:lnTo>
                <a:lnTo>
                  <a:pt x="1988674" y="3094854"/>
                </a:lnTo>
                <a:lnTo>
                  <a:pt x="1988163" y="3095383"/>
                </a:lnTo>
                <a:lnTo>
                  <a:pt x="1987641" y="3095888"/>
                </a:lnTo>
                <a:lnTo>
                  <a:pt x="1987106" y="3096369"/>
                </a:lnTo>
                <a:lnTo>
                  <a:pt x="1986560" y="3096827"/>
                </a:lnTo>
                <a:lnTo>
                  <a:pt x="1986003" y="3097261"/>
                </a:lnTo>
                <a:lnTo>
                  <a:pt x="1985433" y="3097672"/>
                </a:lnTo>
                <a:lnTo>
                  <a:pt x="1984852" y="3098059"/>
                </a:lnTo>
                <a:lnTo>
                  <a:pt x="1984259" y="3098423"/>
                </a:lnTo>
                <a:lnTo>
                  <a:pt x="1983655" y="3098764"/>
                </a:lnTo>
                <a:lnTo>
                  <a:pt x="1983038" y="3099081"/>
                </a:lnTo>
                <a:lnTo>
                  <a:pt x="1982410" y="3099374"/>
                </a:lnTo>
                <a:lnTo>
                  <a:pt x="1981770" y="3099644"/>
                </a:lnTo>
                <a:lnTo>
                  <a:pt x="1981119" y="3099891"/>
                </a:lnTo>
                <a:lnTo>
                  <a:pt x="1980455" y="3100114"/>
                </a:lnTo>
                <a:lnTo>
                  <a:pt x="1979780" y="3100314"/>
                </a:lnTo>
                <a:lnTo>
                  <a:pt x="1979093" y="3100490"/>
                </a:lnTo>
                <a:lnTo>
                  <a:pt x="1978395" y="3100642"/>
                </a:lnTo>
                <a:lnTo>
                  <a:pt x="1977684" y="3100772"/>
                </a:lnTo>
                <a:lnTo>
                  <a:pt x="1976962" y="3100877"/>
                </a:lnTo>
                <a:lnTo>
                  <a:pt x="1976228" y="3100959"/>
                </a:lnTo>
                <a:lnTo>
                  <a:pt x="1975483" y="3101018"/>
                </a:lnTo>
                <a:lnTo>
                  <a:pt x="1974726" y="3101053"/>
                </a:lnTo>
                <a:lnTo>
                  <a:pt x="1973957" y="3101065"/>
                </a:lnTo>
                <a:lnTo>
                  <a:pt x="1973187" y="3101053"/>
                </a:lnTo>
                <a:lnTo>
                  <a:pt x="1972429" y="3101017"/>
                </a:lnTo>
                <a:lnTo>
                  <a:pt x="1971682" y="3100957"/>
                </a:lnTo>
                <a:lnTo>
                  <a:pt x="1970946" y="3100872"/>
                </a:lnTo>
                <a:lnTo>
                  <a:pt x="1970222" y="3100764"/>
                </a:lnTo>
                <a:lnTo>
                  <a:pt x="1969508" y="3100632"/>
                </a:lnTo>
                <a:lnTo>
                  <a:pt x="1968806" y="3100475"/>
                </a:lnTo>
                <a:lnTo>
                  <a:pt x="1968114" y="3100295"/>
                </a:lnTo>
                <a:lnTo>
                  <a:pt x="1967434" y="3100090"/>
                </a:lnTo>
                <a:close/>
                <a:moveTo>
                  <a:pt x="1871737" y="3111547"/>
                </a:moveTo>
                <a:lnTo>
                  <a:pt x="1888644" y="3111547"/>
                </a:lnTo>
                <a:lnTo>
                  <a:pt x="1917892" y="3111547"/>
                </a:lnTo>
                <a:lnTo>
                  <a:pt x="1917892" y="3098529"/>
                </a:lnTo>
                <a:lnTo>
                  <a:pt x="1888644" y="3098529"/>
                </a:lnTo>
                <a:lnTo>
                  <a:pt x="1888644" y="3025154"/>
                </a:lnTo>
                <a:lnTo>
                  <a:pt x="1840798" y="3025154"/>
                </a:lnTo>
                <a:lnTo>
                  <a:pt x="1840798" y="3038341"/>
                </a:lnTo>
                <a:lnTo>
                  <a:pt x="1871737" y="3038341"/>
                </a:lnTo>
                <a:lnTo>
                  <a:pt x="1871737" y="3098529"/>
                </a:lnTo>
                <a:lnTo>
                  <a:pt x="1840798" y="3098529"/>
                </a:lnTo>
                <a:lnTo>
                  <a:pt x="1840798" y="3111547"/>
                </a:lnTo>
                <a:lnTo>
                  <a:pt x="1871737" y="3111547"/>
                </a:lnTo>
                <a:close/>
                <a:moveTo>
                  <a:pt x="1816349" y="3133357"/>
                </a:moveTo>
                <a:lnTo>
                  <a:pt x="1816349" y="3121184"/>
                </a:lnTo>
                <a:lnTo>
                  <a:pt x="1731815" y="3121184"/>
                </a:lnTo>
                <a:lnTo>
                  <a:pt x="1731815" y="3133357"/>
                </a:lnTo>
                <a:lnTo>
                  <a:pt x="1816349" y="3133357"/>
                </a:lnTo>
                <a:close/>
                <a:moveTo>
                  <a:pt x="1988327" y="3505705"/>
                </a:moveTo>
                <a:lnTo>
                  <a:pt x="1988327" y="3489475"/>
                </a:lnTo>
                <a:lnTo>
                  <a:pt x="1972435" y="3489475"/>
                </a:lnTo>
                <a:lnTo>
                  <a:pt x="1972435" y="3505705"/>
                </a:lnTo>
                <a:lnTo>
                  <a:pt x="1988327" y="3505705"/>
                </a:lnTo>
                <a:close/>
                <a:moveTo>
                  <a:pt x="1895350" y="3611391"/>
                </a:moveTo>
                <a:lnTo>
                  <a:pt x="1895871" y="3611351"/>
                </a:lnTo>
                <a:lnTo>
                  <a:pt x="1896393" y="3611306"/>
                </a:lnTo>
                <a:lnTo>
                  <a:pt x="1896914" y="3611257"/>
                </a:lnTo>
                <a:lnTo>
                  <a:pt x="1897435" y="3611203"/>
                </a:lnTo>
                <a:lnTo>
                  <a:pt x="1897957" y="3611144"/>
                </a:lnTo>
                <a:lnTo>
                  <a:pt x="1898478" y="3611081"/>
                </a:lnTo>
                <a:lnTo>
                  <a:pt x="1898999" y="3611013"/>
                </a:lnTo>
                <a:lnTo>
                  <a:pt x="1899520" y="3610940"/>
                </a:lnTo>
                <a:lnTo>
                  <a:pt x="1900042" y="3610863"/>
                </a:lnTo>
                <a:lnTo>
                  <a:pt x="1900563" y="3610780"/>
                </a:lnTo>
                <a:lnTo>
                  <a:pt x="1901084" y="3610693"/>
                </a:lnTo>
                <a:lnTo>
                  <a:pt x="1901606" y="3610602"/>
                </a:lnTo>
                <a:lnTo>
                  <a:pt x="1902127" y="3610506"/>
                </a:lnTo>
                <a:lnTo>
                  <a:pt x="1902648" y="3610405"/>
                </a:lnTo>
                <a:lnTo>
                  <a:pt x="1903169" y="3610299"/>
                </a:lnTo>
                <a:lnTo>
                  <a:pt x="1903691" y="3610189"/>
                </a:lnTo>
                <a:lnTo>
                  <a:pt x="1904208" y="3610088"/>
                </a:lnTo>
                <a:lnTo>
                  <a:pt x="1904718" y="3609983"/>
                </a:lnTo>
                <a:lnTo>
                  <a:pt x="1905220" y="3609874"/>
                </a:lnTo>
                <a:lnTo>
                  <a:pt x="1905715" y="3609761"/>
                </a:lnTo>
                <a:lnTo>
                  <a:pt x="1906202" y="3609644"/>
                </a:lnTo>
                <a:lnTo>
                  <a:pt x="1906681" y="3609523"/>
                </a:lnTo>
                <a:lnTo>
                  <a:pt x="1907153" y="3609398"/>
                </a:lnTo>
                <a:lnTo>
                  <a:pt x="1907617" y="3609268"/>
                </a:lnTo>
                <a:lnTo>
                  <a:pt x="1908073" y="3609135"/>
                </a:lnTo>
                <a:lnTo>
                  <a:pt x="1908522" y="3608997"/>
                </a:lnTo>
                <a:lnTo>
                  <a:pt x="1908963" y="3608855"/>
                </a:lnTo>
                <a:lnTo>
                  <a:pt x="1909397" y="3608709"/>
                </a:lnTo>
                <a:lnTo>
                  <a:pt x="1909823" y="3608559"/>
                </a:lnTo>
                <a:lnTo>
                  <a:pt x="1910241" y="3608405"/>
                </a:lnTo>
                <a:lnTo>
                  <a:pt x="1910652" y="3608247"/>
                </a:lnTo>
                <a:lnTo>
                  <a:pt x="1911055" y="3608085"/>
                </a:lnTo>
                <a:lnTo>
                  <a:pt x="1911450" y="3607918"/>
                </a:lnTo>
                <a:lnTo>
                  <a:pt x="1911838" y="3607748"/>
                </a:lnTo>
                <a:lnTo>
                  <a:pt x="1912218" y="3607573"/>
                </a:lnTo>
                <a:lnTo>
                  <a:pt x="1912590" y="3607394"/>
                </a:lnTo>
                <a:lnTo>
                  <a:pt x="1912955" y="3607211"/>
                </a:lnTo>
                <a:lnTo>
                  <a:pt x="1913312" y="3607025"/>
                </a:lnTo>
                <a:lnTo>
                  <a:pt x="1913662" y="3606833"/>
                </a:lnTo>
                <a:lnTo>
                  <a:pt x="1914004" y="3606638"/>
                </a:lnTo>
                <a:lnTo>
                  <a:pt x="1914004" y="3593620"/>
                </a:lnTo>
                <a:lnTo>
                  <a:pt x="1913706" y="3593761"/>
                </a:lnTo>
                <a:lnTo>
                  <a:pt x="1913404" y="3593901"/>
                </a:lnTo>
                <a:lnTo>
                  <a:pt x="1913098" y="3594040"/>
                </a:lnTo>
                <a:lnTo>
                  <a:pt x="1912787" y="3594179"/>
                </a:lnTo>
                <a:lnTo>
                  <a:pt x="1912473" y="3594317"/>
                </a:lnTo>
                <a:lnTo>
                  <a:pt x="1912155" y="3594455"/>
                </a:lnTo>
                <a:lnTo>
                  <a:pt x="1911832" y="3594592"/>
                </a:lnTo>
                <a:lnTo>
                  <a:pt x="1911505" y="3594728"/>
                </a:lnTo>
                <a:lnTo>
                  <a:pt x="1911175" y="3594864"/>
                </a:lnTo>
                <a:lnTo>
                  <a:pt x="1910840" y="3595000"/>
                </a:lnTo>
                <a:lnTo>
                  <a:pt x="1910501" y="3595134"/>
                </a:lnTo>
                <a:lnTo>
                  <a:pt x="1910158" y="3595268"/>
                </a:lnTo>
                <a:lnTo>
                  <a:pt x="1909810" y="3595402"/>
                </a:lnTo>
                <a:lnTo>
                  <a:pt x="1909459" y="3595535"/>
                </a:lnTo>
                <a:lnTo>
                  <a:pt x="1909103" y="3595667"/>
                </a:lnTo>
                <a:lnTo>
                  <a:pt x="1908744" y="3595799"/>
                </a:lnTo>
                <a:lnTo>
                  <a:pt x="1908380" y="3595930"/>
                </a:lnTo>
                <a:lnTo>
                  <a:pt x="1908012" y="3596061"/>
                </a:lnTo>
                <a:lnTo>
                  <a:pt x="1907641" y="3596191"/>
                </a:lnTo>
                <a:lnTo>
                  <a:pt x="1907265" y="3596320"/>
                </a:lnTo>
                <a:lnTo>
                  <a:pt x="1906884" y="3596449"/>
                </a:lnTo>
                <a:lnTo>
                  <a:pt x="1906500" y="3596577"/>
                </a:lnTo>
                <a:lnTo>
                  <a:pt x="1906112" y="3596705"/>
                </a:lnTo>
                <a:lnTo>
                  <a:pt x="1905720" y="3596832"/>
                </a:lnTo>
                <a:lnTo>
                  <a:pt x="1905338" y="3596943"/>
                </a:lnTo>
                <a:lnTo>
                  <a:pt x="1904953" y="3597048"/>
                </a:lnTo>
                <a:lnTo>
                  <a:pt x="1904565" y="3597149"/>
                </a:lnTo>
                <a:lnTo>
                  <a:pt x="1904174" y="3597245"/>
                </a:lnTo>
                <a:lnTo>
                  <a:pt x="1903781" y="3597337"/>
                </a:lnTo>
                <a:lnTo>
                  <a:pt x="1903384" y="3597424"/>
                </a:lnTo>
                <a:lnTo>
                  <a:pt x="1902985" y="3597506"/>
                </a:lnTo>
                <a:lnTo>
                  <a:pt x="1902582" y="3597584"/>
                </a:lnTo>
                <a:lnTo>
                  <a:pt x="1902177" y="3597656"/>
                </a:lnTo>
                <a:lnTo>
                  <a:pt x="1901769" y="3597725"/>
                </a:lnTo>
                <a:lnTo>
                  <a:pt x="1901358" y="3597788"/>
                </a:lnTo>
                <a:lnTo>
                  <a:pt x="1900943" y="3597847"/>
                </a:lnTo>
                <a:lnTo>
                  <a:pt x="1900526" y="3597901"/>
                </a:lnTo>
                <a:lnTo>
                  <a:pt x="1900106" y="3597950"/>
                </a:lnTo>
                <a:lnTo>
                  <a:pt x="1899683" y="3597995"/>
                </a:lnTo>
                <a:lnTo>
                  <a:pt x="1899257" y="3598035"/>
                </a:lnTo>
                <a:lnTo>
                  <a:pt x="1898829" y="3598070"/>
                </a:lnTo>
                <a:lnTo>
                  <a:pt x="1898397" y="3598100"/>
                </a:lnTo>
                <a:lnTo>
                  <a:pt x="1897962" y="3598126"/>
                </a:lnTo>
                <a:lnTo>
                  <a:pt x="1897524" y="3598147"/>
                </a:lnTo>
                <a:lnTo>
                  <a:pt x="1897084" y="3598164"/>
                </a:lnTo>
                <a:lnTo>
                  <a:pt x="1896640" y="3598175"/>
                </a:lnTo>
                <a:lnTo>
                  <a:pt x="1896194" y="3598182"/>
                </a:lnTo>
                <a:lnTo>
                  <a:pt x="1895745" y="3598185"/>
                </a:lnTo>
                <a:lnTo>
                  <a:pt x="1895171" y="3598182"/>
                </a:lnTo>
                <a:lnTo>
                  <a:pt x="1894606" y="3598173"/>
                </a:lnTo>
                <a:lnTo>
                  <a:pt x="1894049" y="3598158"/>
                </a:lnTo>
                <a:lnTo>
                  <a:pt x="1893500" y="3598138"/>
                </a:lnTo>
                <a:lnTo>
                  <a:pt x="1892959" y="3598111"/>
                </a:lnTo>
                <a:lnTo>
                  <a:pt x="1892427" y="3598079"/>
                </a:lnTo>
                <a:lnTo>
                  <a:pt x="1891902" y="3598041"/>
                </a:lnTo>
                <a:lnTo>
                  <a:pt x="1891386" y="3597997"/>
                </a:lnTo>
                <a:lnTo>
                  <a:pt x="1890879" y="3597947"/>
                </a:lnTo>
                <a:lnTo>
                  <a:pt x="1890379" y="3597891"/>
                </a:lnTo>
                <a:lnTo>
                  <a:pt x="1889888" y="3597830"/>
                </a:lnTo>
                <a:lnTo>
                  <a:pt x="1889405" y="3597762"/>
                </a:lnTo>
                <a:lnTo>
                  <a:pt x="1888930" y="3597689"/>
                </a:lnTo>
                <a:lnTo>
                  <a:pt x="1888463" y="3597610"/>
                </a:lnTo>
                <a:lnTo>
                  <a:pt x="1888004" y="3597524"/>
                </a:lnTo>
                <a:lnTo>
                  <a:pt x="1887554" y="3597433"/>
                </a:lnTo>
                <a:lnTo>
                  <a:pt x="1887112" y="3597337"/>
                </a:lnTo>
                <a:lnTo>
                  <a:pt x="1886678" y="3597234"/>
                </a:lnTo>
                <a:lnTo>
                  <a:pt x="1886253" y="3597125"/>
                </a:lnTo>
                <a:lnTo>
                  <a:pt x="1885835" y="3597011"/>
                </a:lnTo>
                <a:lnTo>
                  <a:pt x="1885426" y="3596890"/>
                </a:lnTo>
                <a:lnTo>
                  <a:pt x="1885025" y="3596764"/>
                </a:lnTo>
                <a:lnTo>
                  <a:pt x="1884633" y="3596632"/>
                </a:lnTo>
                <a:lnTo>
                  <a:pt x="1884248" y="3596494"/>
                </a:lnTo>
                <a:lnTo>
                  <a:pt x="1883872" y="3596350"/>
                </a:lnTo>
                <a:lnTo>
                  <a:pt x="1883503" y="3596198"/>
                </a:lnTo>
                <a:lnTo>
                  <a:pt x="1883141" y="3596040"/>
                </a:lnTo>
                <a:lnTo>
                  <a:pt x="1882788" y="3595874"/>
                </a:lnTo>
                <a:lnTo>
                  <a:pt x="1882442" y="3595702"/>
                </a:lnTo>
                <a:lnTo>
                  <a:pt x="1882103" y="3595522"/>
                </a:lnTo>
                <a:lnTo>
                  <a:pt x="1881772" y="3595335"/>
                </a:lnTo>
                <a:lnTo>
                  <a:pt x="1881449" y="3595141"/>
                </a:lnTo>
                <a:lnTo>
                  <a:pt x="1881134" y="3594941"/>
                </a:lnTo>
                <a:lnTo>
                  <a:pt x="1880826" y="3594733"/>
                </a:lnTo>
                <a:lnTo>
                  <a:pt x="1880525" y="3594518"/>
                </a:lnTo>
                <a:lnTo>
                  <a:pt x="1880233" y="3594296"/>
                </a:lnTo>
                <a:lnTo>
                  <a:pt x="1879948" y="3594067"/>
                </a:lnTo>
                <a:lnTo>
                  <a:pt x="1879670" y="3593831"/>
                </a:lnTo>
                <a:lnTo>
                  <a:pt x="1879401" y="3593588"/>
                </a:lnTo>
                <a:lnTo>
                  <a:pt x="1879138" y="3593338"/>
                </a:lnTo>
                <a:lnTo>
                  <a:pt x="1878884" y="3593081"/>
                </a:lnTo>
                <a:lnTo>
                  <a:pt x="1878637" y="3592817"/>
                </a:lnTo>
                <a:lnTo>
                  <a:pt x="1878398" y="3592546"/>
                </a:lnTo>
                <a:lnTo>
                  <a:pt x="1878166" y="3592267"/>
                </a:lnTo>
                <a:lnTo>
                  <a:pt x="1877942" y="3591982"/>
                </a:lnTo>
                <a:lnTo>
                  <a:pt x="1877726" y="3591690"/>
                </a:lnTo>
                <a:lnTo>
                  <a:pt x="1877517" y="3591390"/>
                </a:lnTo>
                <a:lnTo>
                  <a:pt x="1877316" y="3591084"/>
                </a:lnTo>
                <a:lnTo>
                  <a:pt x="1877123" y="3590770"/>
                </a:lnTo>
                <a:lnTo>
                  <a:pt x="1876938" y="3590450"/>
                </a:lnTo>
                <a:lnTo>
                  <a:pt x="1876762" y="3590122"/>
                </a:lnTo>
                <a:lnTo>
                  <a:pt x="1876593" y="3589788"/>
                </a:lnTo>
                <a:lnTo>
                  <a:pt x="1876433" y="3589446"/>
                </a:lnTo>
                <a:lnTo>
                  <a:pt x="1876281" y="3589097"/>
                </a:lnTo>
                <a:lnTo>
                  <a:pt x="1876137" y="3588742"/>
                </a:lnTo>
                <a:lnTo>
                  <a:pt x="1876001" y="3588379"/>
                </a:lnTo>
                <a:lnTo>
                  <a:pt x="1875874" y="3588009"/>
                </a:lnTo>
                <a:lnTo>
                  <a:pt x="1875755" y="3587632"/>
                </a:lnTo>
                <a:lnTo>
                  <a:pt x="1875644" y="3587248"/>
                </a:lnTo>
                <a:lnTo>
                  <a:pt x="1875541" y="3586857"/>
                </a:lnTo>
                <a:lnTo>
                  <a:pt x="1875447" y="3586459"/>
                </a:lnTo>
                <a:lnTo>
                  <a:pt x="1875360" y="3586054"/>
                </a:lnTo>
                <a:lnTo>
                  <a:pt x="1875282" y="3585642"/>
                </a:lnTo>
                <a:lnTo>
                  <a:pt x="1875212" y="3585223"/>
                </a:lnTo>
                <a:lnTo>
                  <a:pt x="1875151" y="3584797"/>
                </a:lnTo>
                <a:lnTo>
                  <a:pt x="1875097" y="3584364"/>
                </a:lnTo>
                <a:lnTo>
                  <a:pt x="1875052" y="3583923"/>
                </a:lnTo>
                <a:lnTo>
                  <a:pt x="1875015" y="3583476"/>
                </a:lnTo>
                <a:lnTo>
                  <a:pt x="1874986" y="3583022"/>
                </a:lnTo>
                <a:lnTo>
                  <a:pt x="1874966" y="3582560"/>
                </a:lnTo>
                <a:lnTo>
                  <a:pt x="1874954" y="3582092"/>
                </a:lnTo>
                <a:lnTo>
                  <a:pt x="1874949" y="3581616"/>
                </a:lnTo>
                <a:lnTo>
                  <a:pt x="1874949" y="3536644"/>
                </a:lnTo>
                <a:lnTo>
                  <a:pt x="1914004" y="3536644"/>
                </a:lnTo>
                <a:lnTo>
                  <a:pt x="1914004" y="3523457"/>
                </a:lnTo>
                <a:lnTo>
                  <a:pt x="1874949" y="3523457"/>
                </a:lnTo>
                <a:lnTo>
                  <a:pt x="1874949" y="3495899"/>
                </a:lnTo>
                <a:lnTo>
                  <a:pt x="1864467" y="3495899"/>
                </a:lnTo>
                <a:lnTo>
                  <a:pt x="1858550" y="3523457"/>
                </a:lnTo>
                <a:lnTo>
                  <a:pt x="1833021" y="3523457"/>
                </a:lnTo>
                <a:lnTo>
                  <a:pt x="1833021" y="3536644"/>
                </a:lnTo>
                <a:lnTo>
                  <a:pt x="1858043" y="3536644"/>
                </a:lnTo>
                <a:lnTo>
                  <a:pt x="1858043" y="3582969"/>
                </a:lnTo>
                <a:lnTo>
                  <a:pt x="1858058" y="3584222"/>
                </a:lnTo>
                <a:lnTo>
                  <a:pt x="1858105" y="3585446"/>
                </a:lnTo>
                <a:lnTo>
                  <a:pt x="1858183" y="3586641"/>
                </a:lnTo>
                <a:lnTo>
                  <a:pt x="1858291" y="3587806"/>
                </a:lnTo>
                <a:lnTo>
                  <a:pt x="1858431" y="3588942"/>
                </a:lnTo>
                <a:lnTo>
                  <a:pt x="1858603" y="3590048"/>
                </a:lnTo>
                <a:lnTo>
                  <a:pt x="1858805" y="3591126"/>
                </a:lnTo>
                <a:lnTo>
                  <a:pt x="1859038" y="3592173"/>
                </a:lnTo>
                <a:lnTo>
                  <a:pt x="1859303" y="3593192"/>
                </a:lnTo>
                <a:lnTo>
                  <a:pt x="1859598" y="3594181"/>
                </a:lnTo>
                <a:lnTo>
                  <a:pt x="1859925" y="3595141"/>
                </a:lnTo>
                <a:lnTo>
                  <a:pt x="1860283" y="3596071"/>
                </a:lnTo>
                <a:lnTo>
                  <a:pt x="1860672" y="3596973"/>
                </a:lnTo>
                <a:lnTo>
                  <a:pt x="1861092" y="3597844"/>
                </a:lnTo>
                <a:lnTo>
                  <a:pt x="1861543" y="3598687"/>
                </a:lnTo>
                <a:lnTo>
                  <a:pt x="1862025" y="3599500"/>
                </a:lnTo>
                <a:lnTo>
                  <a:pt x="1862538" y="3600283"/>
                </a:lnTo>
                <a:lnTo>
                  <a:pt x="1863083" y="3601038"/>
                </a:lnTo>
                <a:lnTo>
                  <a:pt x="1863658" y="3601763"/>
                </a:lnTo>
                <a:lnTo>
                  <a:pt x="1864265" y="3602458"/>
                </a:lnTo>
                <a:lnTo>
                  <a:pt x="1864903" y="3603125"/>
                </a:lnTo>
                <a:lnTo>
                  <a:pt x="1865572" y="3603762"/>
                </a:lnTo>
                <a:lnTo>
                  <a:pt x="1866272" y="3604369"/>
                </a:lnTo>
                <a:lnTo>
                  <a:pt x="1867003" y="3604948"/>
                </a:lnTo>
                <a:lnTo>
                  <a:pt x="1867761" y="3605486"/>
                </a:lnTo>
                <a:lnTo>
                  <a:pt x="1868540" y="3606001"/>
                </a:lnTo>
                <a:lnTo>
                  <a:pt x="1869341" y="3606493"/>
                </a:lnTo>
                <a:lnTo>
                  <a:pt x="1870164" y="3606962"/>
                </a:lnTo>
                <a:lnTo>
                  <a:pt x="1871008" y="3607409"/>
                </a:lnTo>
                <a:lnTo>
                  <a:pt x="1871874" y="3607832"/>
                </a:lnTo>
                <a:lnTo>
                  <a:pt x="1872762" y="3608233"/>
                </a:lnTo>
                <a:lnTo>
                  <a:pt x="1873672" y="3608611"/>
                </a:lnTo>
                <a:lnTo>
                  <a:pt x="1874603" y="3608965"/>
                </a:lnTo>
                <a:lnTo>
                  <a:pt x="1875556" y="3609297"/>
                </a:lnTo>
                <a:lnTo>
                  <a:pt x="1876531" y="3609607"/>
                </a:lnTo>
                <a:lnTo>
                  <a:pt x="1877528" y="3609893"/>
                </a:lnTo>
                <a:lnTo>
                  <a:pt x="1878546" y="3610156"/>
                </a:lnTo>
                <a:lnTo>
                  <a:pt x="1879586" y="3610396"/>
                </a:lnTo>
                <a:lnTo>
                  <a:pt x="1880647" y="3610614"/>
                </a:lnTo>
                <a:lnTo>
                  <a:pt x="1881731" y="3610808"/>
                </a:lnTo>
                <a:lnTo>
                  <a:pt x="1882836" y="3610980"/>
                </a:lnTo>
                <a:lnTo>
                  <a:pt x="1883963" y="3611129"/>
                </a:lnTo>
                <a:lnTo>
                  <a:pt x="1885111" y="3611255"/>
                </a:lnTo>
                <a:lnTo>
                  <a:pt x="1886282" y="3611358"/>
                </a:lnTo>
                <a:lnTo>
                  <a:pt x="1887473" y="3611438"/>
                </a:lnTo>
                <a:lnTo>
                  <a:pt x="1888687" y="3611495"/>
                </a:lnTo>
                <a:lnTo>
                  <a:pt x="1889923" y="3611530"/>
                </a:lnTo>
                <a:lnTo>
                  <a:pt x="1891180" y="3611541"/>
                </a:lnTo>
                <a:lnTo>
                  <a:pt x="1891701" y="3611539"/>
                </a:lnTo>
                <a:lnTo>
                  <a:pt x="1892222" y="3611532"/>
                </a:lnTo>
                <a:lnTo>
                  <a:pt x="1892744" y="3611520"/>
                </a:lnTo>
                <a:lnTo>
                  <a:pt x="1893265" y="3611504"/>
                </a:lnTo>
                <a:lnTo>
                  <a:pt x="1893786" y="3611482"/>
                </a:lnTo>
                <a:lnTo>
                  <a:pt x="1894308" y="3611457"/>
                </a:lnTo>
                <a:lnTo>
                  <a:pt x="1894829" y="3611426"/>
                </a:lnTo>
                <a:lnTo>
                  <a:pt x="1895350" y="3611391"/>
                </a:lnTo>
                <a:close/>
                <a:moveTo>
                  <a:pt x="1990018" y="3609850"/>
                </a:moveTo>
                <a:lnTo>
                  <a:pt x="2019267" y="3609850"/>
                </a:lnTo>
                <a:lnTo>
                  <a:pt x="2019267" y="3596832"/>
                </a:lnTo>
                <a:lnTo>
                  <a:pt x="1990018" y="3596832"/>
                </a:lnTo>
                <a:lnTo>
                  <a:pt x="1990018" y="3523457"/>
                </a:lnTo>
                <a:lnTo>
                  <a:pt x="1942172" y="3523457"/>
                </a:lnTo>
                <a:lnTo>
                  <a:pt x="1942172" y="3536644"/>
                </a:lnTo>
                <a:lnTo>
                  <a:pt x="1973111" y="3536644"/>
                </a:lnTo>
                <a:lnTo>
                  <a:pt x="1973111" y="3596832"/>
                </a:lnTo>
                <a:lnTo>
                  <a:pt x="1942172" y="3596832"/>
                </a:lnTo>
                <a:lnTo>
                  <a:pt x="1942172" y="3609850"/>
                </a:lnTo>
                <a:lnTo>
                  <a:pt x="1973111" y="3609850"/>
                </a:lnTo>
                <a:lnTo>
                  <a:pt x="1990018" y="3609850"/>
                </a:lnTo>
                <a:close/>
                <a:moveTo>
                  <a:pt x="1781529" y="3611137"/>
                </a:moveTo>
                <a:lnTo>
                  <a:pt x="1782426" y="3611042"/>
                </a:lnTo>
                <a:lnTo>
                  <a:pt x="1783311" y="3610937"/>
                </a:lnTo>
                <a:lnTo>
                  <a:pt x="1784184" y="3610823"/>
                </a:lnTo>
                <a:lnTo>
                  <a:pt x="1785044" y="3610698"/>
                </a:lnTo>
                <a:lnTo>
                  <a:pt x="1785892" y="3610563"/>
                </a:lnTo>
                <a:lnTo>
                  <a:pt x="1786728" y="3610418"/>
                </a:lnTo>
                <a:lnTo>
                  <a:pt x="1787551" y="3610264"/>
                </a:lnTo>
                <a:lnTo>
                  <a:pt x="1788362" y="3610099"/>
                </a:lnTo>
                <a:lnTo>
                  <a:pt x="1789161" y="3609924"/>
                </a:lnTo>
                <a:lnTo>
                  <a:pt x="1789947" y="3609740"/>
                </a:lnTo>
                <a:lnTo>
                  <a:pt x="1790721" y="3609545"/>
                </a:lnTo>
                <a:lnTo>
                  <a:pt x="1791483" y="3609341"/>
                </a:lnTo>
                <a:lnTo>
                  <a:pt x="1792232" y="3609126"/>
                </a:lnTo>
                <a:lnTo>
                  <a:pt x="1792969" y="3608902"/>
                </a:lnTo>
                <a:lnTo>
                  <a:pt x="1793694" y="3608667"/>
                </a:lnTo>
                <a:lnTo>
                  <a:pt x="1794419" y="3608422"/>
                </a:lnTo>
                <a:lnTo>
                  <a:pt x="1795130" y="3608167"/>
                </a:lnTo>
                <a:lnTo>
                  <a:pt x="1795826" y="3607901"/>
                </a:lnTo>
                <a:lnTo>
                  <a:pt x="1796507" y="3607624"/>
                </a:lnTo>
                <a:lnTo>
                  <a:pt x="1797174" y="3607337"/>
                </a:lnTo>
                <a:lnTo>
                  <a:pt x="1797826" y="3607040"/>
                </a:lnTo>
                <a:lnTo>
                  <a:pt x="1798463" y="3606732"/>
                </a:lnTo>
                <a:lnTo>
                  <a:pt x="1799086" y="3606413"/>
                </a:lnTo>
                <a:lnTo>
                  <a:pt x="1799693" y="3606083"/>
                </a:lnTo>
                <a:lnTo>
                  <a:pt x="1800287" y="3605744"/>
                </a:lnTo>
                <a:lnTo>
                  <a:pt x="1800865" y="3605393"/>
                </a:lnTo>
                <a:lnTo>
                  <a:pt x="1801429" y="3605032"/>
                </a:lnTo>
                <a:lnTo>
                  <a:pt x="1801978" y="3604660"/>
                </a:lnTo>
                <a:lnTo>
                  <a:pt x="1802513" y="3604278"/>
                </a:lnTo>
                <a:lnTo>
                  <a:pt x="1803032" y="3603886"/>
                </a:lnTo>
                <a:lnTo>
                  <a:pt x="1803538" y="3603482"/>
                </a:lnTo>
                <a:lnTo>
                  <a:pt x="1804028" y="3603068"/>
                </a:lnTo>
                <a:lnTo>
                  <a:pt x="1804504" y="3602644"/>
                </a:lnTo>
                <a:lnTo>
                  <a:pt x="1804965" y="3602209"/>
                </a:lnTo>
                <a:lnTo>
                  <a:pt x="1805411" y="3601763"/>
                </a:lnTo>
                <a:lnTo>
                  <a:pt x="1805843" y="3601307"/>
                </a:lnTo>
                <a:lnTo>
                  <a:pt x="1806260" y="3600841"/>
                </a:lnTo>
                <a:lnTo>
                  <a:pt x="1806663" y="3600363"/>
                </a:lnTo>
                <a:lnTo>
                  <a:pt x="1807050" y="3599875"/>
                </a:lnTo>
                <a:lnTo>
                  <a:pt x="1807437" y="3599377"/>
                </a:lnTo>
                <a:lnTo>
                  <a:pt x="1807806" y="3598868"/>
                </a:lnTo>
                <a:lnTo>
                  <a:pt x="1808160" y="3598349"/>
                </a:lnTo>
                <a:lnTo>
                  <a:pt x="1808497" y="3597818"/>
                </a:lnTo>
                <a:lnTo>
                  <a:pt x="1808817" y="3597278"/>
                </a:lnTo>
                <a:lnTo>
                  <a:pt x="1809121" y="3596727"/>
                </a:lnTo>
                <a:lnTo>
                  <a:pt x="1809409" y="3596165"/>
                </a:lnTo>
                <a:lnTo>
                  <a:pt x="1809680" y="3595592"/>
                </a:lnTo>
                <a:lnTo>
                  <a:pt x="1809935" y="3595010"/>
                </a:lnTo>
                <a:lnTo>
                  <a:pt x="1810173" y="3594416"/>
                </a:lnTo>
                <a:lnTo>
                  <a:pt x="1810395" y="3593812"/>
                </a:lnTo>
                <a:lnTo>
                  <a:pt x="1810601" y="3593197"/>
                </a:lnTo>
                <a:lnTo>
                  <a:pt x="1810790" y="3592572"/>
                </a:lnTo>
                <a:lnTo>
                  <a:pt x="1810962" y="3591936"/>
                </a:lnTo>
                <a:lnTo>
                  <a:pt x="1811118" y="3591290"/>
                </a:lnTo>
                <a:lnTo>
                  <a:pt x="1811258" y="3590633"/>
                </a:lnTo>
                <a:lnTo>
                  <a:pt x="1811381" y="3589966"/>
                </a:lnTo>
                <a:lnTo>
                  <a:pt x="1811488" y="3589288"/>
                </a:lnTo>
                <a:lnTo>
                  <a:pt x="1811579" y="3588599"/>
                </a:lnTo>
                <a:lnTo>
                  <a:pt x="1811653" y="3587900"/>
                </a:lnTo>
                <a:lnTo>
                  <a:pt x="1811710" y="3587190"/>
                </a:lnTo>
                <a:lnTo>
                  <a:pt x="1811751" y="3586470"/>
                </a:lnTo>
                <a:lnTo>
                  <a:pt x="1811776" y="3585739"/>
                </a:lnTo>
                <a:lnTo>
                  <a:pt x="1811784" y="3584998"/>
                </a:lnTo>
                <a:lnTo>
                  <a:pt x="1811779" y="3584341"/>
                </a:lnTo>
                <a:lnTo>
                  <a:pt x="1811762" y="3583694"/>
                </a:lnTo>
                <a:lnTo>
                  <a:pt x="1811734" y="3583059"/>
                </a:lnTo>
                <a:lnTo>
                  <a:pt x="1811695" y="3582433"/>
                </a:lnTo>
                <a:lnTo>
                  <a:pt x="1811645" y="3581819"/>
                </a:lnTo>
                <a:lnTo>
                  <a:pt x="1811583" y="3581215"/>
                </a:lnTo>
                <a:lnTo>
                  <a:pt x="1811511" y="3580621"/>
                </a:lnTo>
                <a:lnTo>
                  <a:pt x="1811427" y="3580038"/>
                </a:lnTo>
                <a:lnTo>
                  <a:pt x="1811333" y="3579466"/>
                </a:lnTo>
                <a:lnTo>
                  <a:pt x="1811227" y="3578904"/>
                </a:lnTo>
                <a:lnTo>
                  <a:pt x="1811109" y="3578353"/>
                </a:lnTo>
                <a:lnTo>
                  <a:pt x="1810981" y="3577812"/>
                </a:lnTo>
                <a:lnTo>
                  <a:pt x="1810842" y="3577282"/>
                </a:lnTo>
                <a:lnTo>
                  <a:pt x="1810691" y="3576763"/>
                </a:lnTo>
                <a:lnTo>
                  <a:pt x="1810529" y="3576254"/>
                </a:lnTo>
                <a:lnTo>
                  <a:pt x="1810357" y="3575755"/>
                </a:lnTo>
                <a:lnTo>
                  <a:pt x="1810173" y="3575267"/>
                </a:lnTo>
                <a:lnTo>
                  <a:pt x="1809977" y="3574790"/>
                </a:lnTo>
                <a:lnTo>
                  <a:pt x="1809771" y="3574323"/>
                </a:lnTo>
                <a:lnTo>
                  <a:pt x="1809554" y="3573867"/>
                </a:lnTo>
                <a:lnTo>
                  <a:pt x="1809325" y="3573422"/>
                </a:lnTo>
                <a:lnTo>
                  <a:pt x="1809085" y="3572987"/>
                </a:lnTo>
                <a:lnTo>
                  <a:pt x="1808834" y="3572562"/>
                </a:lnTo>
                <a:lnTo>
                  <a:pt x="1808572" y="3572148"/>
                </a:lnTo>
                <a:lnTo>
                  <a:pt x="1808297" y="3571729"/>
                </a:lnTo>
                <a:lnTo>
                  <a:pt x="1808009" y="3571316"/>
                </a:lnTo>
                <a:lnTo>
                  <a:pt x="1807706" y="3570910"/>
                </a:lnTo>
                <a:lnTo>
                  <a:pt x="1807389" y="3570509"/>
                </a:lnTo>
                <a:lnTo>
                  <a:pt x="1807057" y="3570116"/>
                </a:lnTo>
                <a:lnTo>
                  <a:pt x="1806712" y="3569729"/>
                </a:lnTo>
                <a:lnTo>
                  <a:pt x="1806353" y="3569348"/>
                </a:lnTo>
                <a:lnTo>
                  <a:pt x="1805980" y="3568974"/>
                </a:lnTo>
                <a:lnTo>
                  <a:pt x="1805592" y="3568606"/>
                </a:lnTo>
                <a:lnTo>
                  <a:pt x="1805191" y="3568245"/>
                </a:lnTo>
                <a:lnTo>
                  <a:pt x="1804775" y="3567890"/>
                </a:lnTo>
                <a:lnTo>
                  <a:pt x="1804345" y="3567541"/>
                </a:lnTo>
                <a:lnTo>
                  <a:pt x="1803901" y="3567199"/>
                </a:lnTo>
                <a:lnTo>
                  <a:pt x="1803444" y="3566864"/>
                </a:lnTo>
                <a:lnTo>
                  <a:pt x="1802972" y="3566535"/>
                </a:lnTo>
                <a:lnTo>
                  <a:pt x="1802486" y="3566212"/>
                </a:lnTo>
                <a:lnTo>
                  <a:pt x="1801985" y="3565896"/>
                </a:lnTo>
                <a:lnTo>
                  <a:pt x="1801471" y="3565587"/>
                </a:lnTo>
                <a:lnTo>
                  <a:pt x="1800943" y="3565283"/>
                </a:lnTo>
                <a:lnTo>
                  <a:pt x="1800400" y="3564987"/>
                </a:lnTo>
                <a:lnTo>
                  <a:pt x="1799844" y="3564696"/>
                </a:lnTo>
                <a:lnTo>
                  <a:pt x="1799273" y="3564412"/>
                </a:lnTo>
                <a:lnTo>
                  <a:pt x="1798689" y="3564135"/>
                </a:lnTo>
                <a:lnTo>
                  <a:pt x="1798090" y="3563864"/>
                </a:lnTo>
                <a:lnTo>
                  <a:pt x="1797489" y="3563598"/>
                </a:lnTo>
                <a:lnTo>
                  <a:pt x="1796870" y="3563336"/>
                </a:lnTo>
                <a:lnTo>
                  <a:pt x="1796233" y="3563077"/>
                </a:lnTo>
                <a:lnTo>
                  <a:pt x="1795577" y="3562822"/>
                </a:lnTo>
                <a:lnTo>
                  <a:pt x="1794904" y="3562570"/>
                </a:lnTo>
                <a:lnTo>
                  <a:pt x="1794212" y="3562321"/>
                </a:lnTo>
                <a:lnTo>
                  <a:pt x="1793502" y="3562077"/>
                </a:lnTo>
                <a:lnTo>
                  <a:pt x="1792774" y="3561835"/>
                </a:lnTo>
                <a:lnTo>
                  <a:pt x="1792027" y="3561598"/>
                </a:lnTo>
                <a:lnTo>
                  <a:pt x="1791263" y="3561363"/>
                </a:lnTo>
                <a:lnTo>
                  <a:pt x="1790480" y="3561133"/>
                </a:lnTo>
                <a:lnTo>
                  <a:pt x="1789679" y="3560906"/>
                </a:lnTo>
                <a:lnTo>
                  <a:pt x="1788860" y="3560682"/>
                </a:lnTo>
                <a:lnTo>
                  <a:pt x="1788022" y="3560462"/>
                </a:lnTo>
                <a:lnTo>
                  <a:pt x="1787166" y="3560245"/>
                </a:lnTo>
                <a:lnTo>
                  <a:pt x="1786293" y="3560032"/>
                </a:lnTo>
                <a:lnTo>
                  <a:pt x="1785401" y="3559822"/>
                </a:lnTo>
                <a:lnTo>
                  <a:pt x="1784490" y="3559616"/>
                </a:lnTo>
                <a:lnTo>
                  <a:pt x="1783562" y="3559414"/>
                </a:lnTo>
                <a:lnTo>
                  <a:pt x="1782615" y="3559215"/>
                </a:lnTo>
                <a:lnTo>
                  <a:pt x="1781651" y="3559019"/>
                </a:lnTo>
                <a:lnTo>
                  <a:pt x="1780668" y="3558827"/>
                </a:lnTo>
                <a:lnTo>
                  <a:pt x="1779666" y="3558639"/>
                </a:lnTo>
                <a:lnTo>
                  <a:pt x="1778647" y="3558454"/>
                </a:lnTo>
                <a:lnTo>
                  <a:pt x="1777824" y="3558299"/>
                </a:lnTo>
                <a:lnTo>
                  <a:pt x="1777016" y="3558145"/>
                </a:lnTo>
                <a:lnTo>
                  <a:pt x="1776225" y="3557992"/>
                </a:lnTo>
                <a:lnTo>
                  <a:pt x="1775449" y="3557839"/>
                </a:lnTo>
                <a:lnTo>
                  <a:pt x="1774689" y="3557687"/>
                </a:lnTo>
                <a:lnTo>
                  <a:pt x="1773945" y="3557535"/>
                </a:lnTo>
                <a:lnTo>
                  <a:pt x="1773217" y="3557384"/>
                </a:lnTo>
                <a:lnTo>
                  <a:pt x="1772504" y="3557233"/>
                </a:lnTo>
                <a:lnTo>
                  <a:pt x="1771808" y="3557083"/>
                </a:lnTo>
                <a:lnTo>
                  <a:pt x="1771127" y="3556934"/>
                </a:lnTo>
                <a:lnTo>
                  <a:pt x="1770462" y="3556785"/>
                </a:lnTo>
                <a:lnTo>
                  <a:pt x="1769813" y="3556637"/>
                </a:lnTo>
                <a:lnTo>
                  <a:pt x="1769180" y="3556489"/>
                </a:lnTo>
                <a:lnTo>
                  <a:pt x="1768563" y="3556342"/>
                </a:lnTo>
                <a:lnTo>
                  <a:pt x="1767962" y="3556196"/>
                </a:lnTo>
                <a:lnTo>
                  <a:pt x="1767376" y="3556050"/>
                </a:lnTo>
                <a:lnTo>
                  <a:pt x="1766806" y="3555904"/>
                </a:lnTo>
                <a:lnTo>
                  <a:pt x="1766252" y="3555760"/>
                </a:lnTo>
                <a:lnTo>
                  <a:pt x="1765714" y="3555616"/>
                </a:lnTo>
                <a:lnTo>
                  <a:pt x="1765192" y="3555472"/>
                </a:lnTo>
                <a:lnTo>
                  <a:pt x="1764686" y="3555329"/>
                </a:lnTo>
                <a:lnTo>
                  <a:pt x="1764195" y="3555187"/>
                </a:lnTo>
                <a:lnTo>
                  <a:pt x="1763721" y="3555045"/>
                </a:lnTo>
                <a:lnTo>
                  <a:pt x="1763262" y="3554904"/>
                </a:lnTo>
                <a:lnTo>
                  <a:pt x="1762831" y="3554762"/>
                </a:lnTo>
                <a:lnTo>
                  <a:pt x="1762411" y="3554620"/>
                </a:lnTo>
                <a:lnTo>
                  <a:pt x="1762002" y="3554476"/>
                </a:lnTo>
                <a:lnTo>
                  <a:pt x="1761604" y="3554331"/>
                </a:lnTo>
                <a:lnTo>
                  <a:pt x="1761218" y="3554185"/>
                </a:lnTo>
                <a:lnTo>
                  <a:pt x="1760842" y="3554037"/>
                </a:lnTo>
                <a:lnTo>
                  <a:pt x="1760478" y="3553889"/>
                </a:lnTo>
                <a:lnTo>
                  <a:pt x="1760125" y="3553739"/>
                </a:lnTo>
                <a:lnTo>
                  <a:pt x="1759783" y="3553588"/>
                </a:lnTo>
                <a:lnTo>
                  <a:pt x="1759452" y="3553436"/>
                </a:lnTo>
                <a:lnTo>
                  <a:pt x="1759132" y="3553283"/>
                </a:lnTo>
                <a:lnTo>
                  <a:pt x="1758824" y="3553129"/>
                </a:lnTo>
                <a:lnTo>
                  <a:pt x="1758527" y="3552973"/>
                </a:lnTo>
                <a:lnTo>
                  <a:pt x="1758240" y="3552816"/>
                </a:lnTo>
                <a:lnTo>
                  <a:pt x="1757965" y="3552658"/>
                </a:lnTo>
                <a:lnTo>
                  <a:pt x="1757702" y="3552499"/>
                </a:lnTo>
                <a:lnTo>
                  <a:pt x="1757449" y="3552339"/>
                </a:lnTo>
                <a:lnTo>
                  <a:pt x="1757207" y="3552178"/>
                </a:lnTo>
                <a:lnTo>
                  <a:pt x="1756977" y="3552015"/>
                </a:lnTo>
                <a:lnTo>
                  <a:pt x="1756758" y="3551851"/>
                </a:lnTo>
                <a:lnTo>
                  <a:pt x="1756550" y="3551686"/>
                </a:lnTo>
                <a:lnTo>
                  <a:pt x="1756353" y="3551520"/>
                </a:lnTo>
                <a:lnTo>
                  <a:pt x="1756167" y="3551353"/>
                </a:lnTo>
                <a:lnTo>
                  <a:pt x="1755992" y="3551184"/>
                </a:lnTo>
                <a:lnTo>
                  <a:pt x="1755827" y="3550999"/>
                </a:lnTo>
                <a:lnTo>
                  <a:pt x="1755668" y="3550811"/>
                </a:lnTo>
                <a:lnTo>
                  <a:pt x="1755517" y="3550619"/>
                </a:lnTo>
                <a:lnTo>
                  <a:pt x="1755372" y="3550423"/>
                </a:lnTo>
                <a:lnTo>
                  <a:pt x="1755235" y="3550224"/>
                </a:lnTo>
                <a:lnTo>
                  <a:pt x="1755105" y="3550022"/>
                </a:lnTo>
                <a:lnTo>
                  <a:pt x="1754981" y="3549816"/>
                </a:lnTo>
                <a:lnTo>
                  <a:pt x="1754865" y="3549606"/>
                </a:lnTo>
                <a:lnTo>
                  <a:pt x="1754756" y="3549393"/>
                </a:lnTo>
                <a:lnTo>
                  <a:pt x="1754654" y="3549177"/>
                </a:lnTo>
                <a:lnTo>
                  <a:pt x="1754559" y="3548956"/>
                </a:lnTo>
                <a:lnTo>
                  <a:pt x="1754470" y="3548733"/>
                </a:lnTo>
                <a:lnTo>
                  <a:pt x="1754389" y="3548506"/>
                </a:lnTo>
                <a:lnTo>
                  <a:pt x="1754315" y="3548275"/>
                </a:lnTo>
                <a:lnTo>
                  <a:pt x="1754249" y="3548041"/>
                </a:lnTo>
                <a:lnTo>
                  <a:pt x="1754189" y="3547803"/>
                </a:lnTo>
                <a:lnTo>
                  <a:pt x="1754136" y="3547562"/>
                </a:lnTo>
                <a:lnTo>
                  <a:pt x="1754090" y="3547317"/>
                </a:lnTo>
                <a:lnTo>
                  <a:pt x="1754051" y="3547069"/>
                </a:lnTo>
                <a:lnTo>
                  <a:pt x="1754020" y="3546817"/>
                </a:lnTo>
                <a:lnTo>
                  <a:pt x="1753995" y="3546561"/>
                </a:lnTo>
                <a:lnTo>
                  <a:pt x="1753977" y="3546302"/>
                </a:lnTo>
                <a:lnTo>
                  <a:pt x="1753967" y="3546040"/>
                </a:lnTo>
                <a:lnTo>
                  <a:pt x="1753963" y="3545774"/>
                </a:lnTo>
                <a:lnTo>
                  <a:pt x="1753997" y="3544781"/>
                </a:lnTo>
                <a:lnTo>
                  <a:pt x="1754099" y="3543830"/>
                </a:lnTo>
                <a:lnTo>
                  <a:pt x="1754270" y="3542921"/>
                </a:lnTo>
                <a:lnTo>
                  <a:pt x="1754508" y="3542055"/>
                </a:lnTo>
                <a:lnTo>
                  <a:pt x="1754814" y="3541230"/>
                </a:lnTo>
                <a:lnTo>
                  <a:pt x="1755189" y="3540448"/>
                </a:lnTo>
                <a:lnTo>
                  <a:pt x="1755632" y="3539709"/>
                </a:lnTo>
                <a:lnTo>
                  <a:pt x="1756142" y="3539011"/>
                </a:lnTo>
                <a:lnTo>
                  <a:pt x="1756721" y="3538356"/>
                </a:lnTo>
                <a:lnTo>
                  <a:pt x="1757368" y="3537743"/>
                </a:lnTo>
                <a:lnTo>
                  <a:pt x="1758083" y="3537173"/>
                </a:lnTo>
                <a:lnTo>
                  <a:pt x="1758866" y="3536644"/>
                </a:lnTo>
                <a:lnTo>
                  <a:pt x="1759717" y="3536158"/>
                </a:lnTo>
                <a:lnTo>
                  <a:pt x="1760637" y="3535714"/>
                </a:lnTo>
                <a:lnTo>
                  <a:pt x="1761624" y="3535313"/>
                </a:lnTo>
                <a:lnTo>
                  <a:pt x="1762680" y="3534954"/>
                </a:lnTo>
                <a:lnTo>
                  <a:pt x="1763803" y="3534637"/>
                </a:lnTo>
                <a:lnTo>
                  <a:pt x="1764995" y="3534362"/>
                </a:lnTo>
                <a:lnTo>
                  <a:pt x="1766255" y="3534129"/>
                </a:lnTo>
                <a:lnTo>
                  <a:pt x="1767583" y="3533939"/>
                </a:lnTo>
                <a:lnTo>
                  <a:pt x="1768979" y="3533791"/>
                </a:lnTo>
                <a:lnTo>
                  <a:pt x="1770443" y="3533686"/>
                </a:lnTo>
                <a:lnTo>
                  <a:pt x="1771975" y="3533622"/>
                </a:lnTo>
                <a:lnTo>
                  <a:pt x="1773575" y="3533601"/>
                </a:lnTo>
                <a:lnTo>
                  <a:pt x="1774038" y="3533603"/>
                </a:lnTo>
                <a:lnTo>
                  <a:pt x="1774498" y="3533609"/>
                </a:lnTo>
                <a:lnTo>
                  <a:pt x="1774954" y="3533620"/>
                </a:lnTo>
                <a:lnTo>
                  <a:pt x="1775407" y="3533634"/>
                </a:lnTo>
                <a:lnTo>
                  <a:pt x="1775856" y="3533653"/>
                </a:lnTo>
                <a:lnTo>
                  <a:pt x="1776301" y="3533675"/>
                </a:lnTo>
                <a:lnTo>
                  <a:pt x="1776743" y="3533702"/>
                </a:lnTo>
                <a:lnTo>
                  <a:pt x="1777182" y="3533733"/>
                </a:lnTo>
                <a:lnTo>
                  <a:pt x="1777617" y="3533768"/>
                </a:lnTo>
                <a:lnTo>
                  <a:pt x="1778048" y="3533807"/>
                </a:lnTo>
                <a:lnTo>
                  <a:pt x="1778476" y="3533850"/>
                </a:lnTo>
                <a:lnTo>
                  <a:pt x="1778901" y="3533897"/>
                </a:lnTo>
                <a:lnTo>
                  <a:pt x="1779322" y="3533948"/>
                </a:lnTo>
                <a:lnTo>
                  <a:pt x="1779739" y="3534004"/>
                </a:lnTo>
                <a:lnTo>
                  <a:pt x="1780153" y="3534063"/>
                </a:lnTo>
                <a:lnTo>
                  <a:pt x="1780563" y="3534127"/>
                </a:lnTo>
                <a:lnTo>
                  <a:pt x="1780970" y="3534195"/>
                </a:lnTo>
                <a:lnTo>
                  <a:pt x="1781373" y="3534267"/>
                </a:lnTo>
                <a:lnTo>
                  <a:pt x="1781773" y="3534343"/>
                </a:lnTo>
                <a:lnTo>
                  <a:pt x="1782169" y="3534423"/>
                </a:lnTo>
                <a:lnTo>
                  <a:pt x="1782562" y="3534507"/>
                </a:lnTo>
                <a:lnTo>
                  <a:pt x="1782951" y="3534596"/>
                </a:lnTo>
                <a:lnTo>
                  <a:pt x="1783337" y="3534688"/>
                </a:lnTo>
                <a:lnTo>
                  <a:pt x="1783719" y="3534785"/>
                </a:lnTo>
                <a:lnTo>
                  <a:pt x="1784110" y="3534873"/>
                </a:lnTo>
                <a:lnTo>
                  <a:pt x="1784494" y="3534969"/>
                </a:lnTo>
                <a:lnTo>
                  <a:pt x="1784871" y="3535073"/>
                </a:lnTo>
                <a:lnTo>
                  <a:pt x="1785241" y="3535184"/>
                </a:lnTo>
                <a:lnTo>
                  <a:pt x="1785604" y="3535303"/>
                </a:lnTo>
                <a:lnTo>
                  <a:pt x="1785959" y="3535429"/>
                </a:lnTo>
                <a:lnTo>
                  <a:pt x="1786308" y="3535563"/>
                </a:lnTo>
                <a:lnTo>
                  <a:pt x="1786650" y="3535705"/>
                </a:lnTo>
                <a:lnTo>
                  <a:pt x="1786984" y="3535855"/>
                </a:lnTo>
                <a:lnTo>
                  <a:pt x="1787312" y="3536012"/>
                </a:lnTo>
                <a:lnTo>
                  <a:pt x="1787632" y="3536176"/>
                </a:lnTo>
                <a:lnTo>
                  <a:pt x="1787946" y="3536349"/>
                </a:lnTo>
                <a:lnTo>
                  <a:pt x="1788252" y="3536529"/>
                </a:lnTo>
                <a:lnTo>
                  <a:pt x="1788552" y="3536716"/>
                </a:lnTo>
                <a:lnTo>
                  <a:pt x="1788844" y="3536911"/>
                </a:lnTo>
                <a:lnTo>
                  <a:pt x="1789129" y="3537114"/>
                </a:lnTo>
                <a:lnTo>
                  <a:pt x="1789408" y="3537325"/>
                </a:lnTo>
                <a:lnTo>
                  <a:pt x="1789679" y="3537543"/>
                </a:lnTo>
                <a:lnTo>
                  <a:pt x="1789943" y="3537768"/>
                </a:lnTo>
                <a:lnTo>
                  <a:pt x="1790200" y="3538002"/>
                </a:lnTo>
                <a:lnTo>
                  <a:pt x="1790450" y="3538243"/>
                </a:lnTo>
                <a:lnTo>
                  <a:pt x="1790693" y="3538491"/>
                </a:lnTo>
                <a:lnTo>
                  <a:pt x="1790929" y="3538747"/>
                </a:lnTo>
                <a:lnTo>
                  <a:pt x="1791158" y="3539011"/>
                </a:lnTo>
                <a:lnTo>
                  <a:pt x="1791393" y="3539270"/>
                </a:lnTo>
                <a:lnTo>
                  <a:pt x="1791617" y="3539540"/>
                </a:lnTo>
                <a:lnTo>
                  <a:pt x="1791832" y="3539820"/>
                </a:lnTo>
                <a:lnTo>
                  <a:pt x="1792036" y="3540110"/>
                </a:lnTo>
                <a:lnTo>
                  <a:pt x="1792231" y="3540411"/>
                </a:lnTo>
                <a:lnTo>
                  <a:pt x="1792416" y="3540723"/>
                </a:lnTo>
                <a:lnTo>
                  <a:pt x="1792590" y="3541045"/>
                </a:lnTo>
                <a:lnTo>
                  <a:pt x="1792755" y="3541378"/>
                </a:lnTo>
                <a:lnTo>
                  <a:pt x="1792910" y="3541722"/>
                </a:lnTo>
                <a:lnTo>
                  <a:pt x="1793054" y="3542076"/>
                </a:lnTo>
                <a:lnTo>
                  <a:pt x="1793189" y="3542440"/>
                </a:lnTo>
                <a:lnTo>
                  <a:pt x="1793314" y="3542815"/>
                </a:lnTo>
                <a:lnTo>
                  <a:pt x="1793428" y="3543201"/>
                </a:lnTo>
                <a:lnTo>
                  <a:pt x="1793533" y="3543597"/>
                </a:lnTo>
                <a:lnTo>
                  <a:pt x="1793628" y="3544004"/>
                </a:lnTo>
                <a:lnTo>
                  <a:pt x="1793713" y="3544422"/>
                </a:lnTo>
                <a:lnTo>
                  <a:pt x="1793788" y="3544849"/>
                </a:lnTo>
                <a:lnTo>
                  <a:pt x="1793853" y="3545288"/>
                </a:lnTo>
                <a:lnTo>
                  <a:pt x="1793907" y="3545737"/>
                </a:lnTo>
                <a:lnTo>
                  <a:pt x="1793952" y="3546197"/>
                </a:lnTo>
                <a:lnTo>
                  <a:pt x="1793987" y="3546667"/>
                </a:lnTo>
                <a:lnTo>
                  <a:pt x="1794012" y="3547148"/>
                </a:lnTo>
                <a:lnTo>
                  <a:pt x="1794027" y="3547639"/>
                </a:lnTo>
                <a:lnTo>
                  <a:pt x="1794032" y="3548141"/>
                </a:lnTo>
                <a:lnTo>
                  <a:pt x="1808741" y="3548141"/>
                </a:lnTo>
                <a:lnTo>
                  <a:pt x="1808769" y="3548043"/>
                </a:lnTo>
                <a:lnTo>
                  <a:pt x="1808795" y="3547947"/>
                </a:lnTo>
                <a:lnTo>
                  <a:pt x="1808820" y="3547853"/>
                </a:lnTo>
                <a:lnTo>
                  <a:pt x="1808844" y="3547761"/>
                </a:lnTo>
                <a:lnTo>
                  <a:pt x="1808867" y="3547670"/>
                </a:lnTo>
                <a:lnTo>
                  <a:pt x="1808889" y="3547581"/>
                </a:lnTo>
                <a:lnTo>
                  <a:pt x="1808910" y="3547494"/>
                </a:lnTo>
                <a:lnTo>
                  <a:pt x="1808929" y="3547408"/>
                </a:lnTo>
                <a:lnTo>
                  <a:pt x="1808947" y="3547325"/>
                </a:lnTo>
                <a:lnTo>
                  <a:pt x="1808964" y="3547243"/>
                </a:lnTo>
                <a:lnTo>
                  <a:pt x="1808980" y="3547163"/>
                </a:lnTo>
                <a:lnTo>
                  <a:pt x="1808995" y="3547084"/>
                </a:lnTo>
                <a:lnTo>
                  <a:pt x="1809008" y="3547008"/>
                </a:lnTo>
                <a:lnTo>
                  <a:pt x="1809020" y="3546933"/>
                </a:lnTo>
                <a:lnTo>
                  <a:pt x="1809032" y="3546860"/>
                </a:lnTo>
                <a:lnTo>
                  <a:pt x="1809042" y="3546788"/>
                </a:lnTo>
                <a:lnTo>
                  <a:pt x="1809050" y="3546719"/>
                </a:lnTo>
                <a:lnTo>
                  <a:pt x="1809058" y="3546651"/>
                </a:lnTo>
                <a:lnTo>
                  <a:pt x="1809064" y="3546585"/>
                </a:lnTo>
                <a:lnTo>
                  <a:pt x="1809070" y="3546521"/>
                </a:lnTo>
                <a:lnTo>
                  <a:pt x="1809074" y="3546458"/>
                </a:lnTo>
                <a:lnTo>
                  <a:pt x="1809077" y="3546397"/>
                </a:lnTo>
                <a:lnTo>
                  <a:pt x="1809079" y="3546338"/>
                </a:lnTo>
                <a:lnTo>
                  <a:pt x="1809079" y="3546281"/>
                </a:lnTo>
                <a:lnTo>
                  <a:pt x="1809079" y="3546225"/>
                </a:lnTo>
                <a:lnTo>
                  <a:pt x="1809079" y="3546170"/>
                </a:lnTo>
                <a:lnTo>
                  <a:pt x="1809079" y="3546115"/>
                </a:lnTo>
                <a:lnTo>
                  <a:pt x="1809079" y="3546060"/>
                </a:lnTo>
                <a:lnTo>
                  <a:pt x="1809079" y="3546007"/>
                </a:lnTo>
                <a:lnTo>
                  <a:pt x="1809079" y="3545954"/>
                </a:lnTo>
                <a:lnTo>
                  <a:pt x="1809079" y="3545901"/>
                </a:lnTo>
                <a:lnTo>
                  <a:pt x="1809079" y="3545849"/>
                </a:lnTo>
                <a:lnTo>
                  <a:pt x="1809079" y="3545798"/>
                </a:lnTo>
                <a:lnTo>
                  <a:pt x="1809079" y="3545747"/>
                </a:lnTo>
                <a:lnTo>
                  <a:pt x="1809079" y="3545697"/>
                </a:lnTo>
                <a:lnTo>
                  <a:pt x="1809079" y="3545647"/>
                </a:lnTo>
                <a:lnTo>
                  <a:pt x="1809079" y="3545598"/>
                </a:lnTo>
                <a:lnTo>
                  <a:pt x="1809079" y="3545550"/>
                </a:lnTo>
                <a:lnTo>
                  <a:pt x="1809079" y="3545502"/>
                </a:lnTo>
                <a:lnTo>
                  <a:pt x="1809079" y="3545455"/>
                </a:lnTo>
                <a:lnTo>
                  <a:pt x="1809079" y="3545408"/>
                </a:lnTo>
                <a:lnTo>
                  <a:pt x="1809079" y="3545362"/>
                </a:lnTo>
                <a:lnTo>
                  <a:pt x="1809079" y="3545316"/>
                </a:lnTo>
                <a:lnTo>
                  <a:pt x="1809079" y="3545271"/>
                </a:lnTo>
                <a:lnTo>
                  <a:pt x="1809079" y="3545227"/>
                </a:lnTo>
                <a:lnTo>
                  <a:pt x="1809079" y="3545183"/>
                </a:lnTo>
                <a:lnTo>
                  <a:pt x="1809079" y="3545140"/>
                </a:lnTo>
                <a:lnTo>
                  <a:pt x="1809079" y="3545098"/>
                </a:lnTo>
                <a:lnTo>
                  <a:pt x="1809071" y="3544496"/>
                </a:lnTo>
                <a:lnTo>
                  <a:pt x="1809047" y="3543901"/>
                </a:lnTo>
                <a:lnTo>
                  <a:pt x="1809008" y="3543315"/>
                </a:lnTo>
                <a:lnTo>
                  <a:pt x="1808952" y="3542735"/>
                </a:lnTo>
                <a:lnTo>
                  <a:pt x="1808881" y="3542164"/>
                </a:lnTo>
                <a:lnTo>
                  <a:pt x="1808794" y="3541600"/>
                </a:lnTo>
                <a:lnTo>
                  <a:pt x="1808691" y="3541044"/>
                </a:lnTo>
                <a:lnTo>
                  <a:pt x="1808572" y="3540495"/>
                </a:lnTo>
                <a:lnTo>
                  <a:pt x="1808437" y="3539954"/>
                </a:lnTo>
                <a:lnTo>
                  <a:pt x="1808287" y="3539421"/>
                </a:lnTo>
                <a:lnTo>
                  <a:pt x="1808120" y="3538895"/>
                </a:lnTo>
                <a:lnTo>
                  <a:pt x="1807938" y="3538377"/>
                </a:lnTo>
                <a:lnTo>
                  <a:pt x="1807740" y="3537867"/>
                </a:lnTo>
                <a:lnTo>
                  <a:pt x="1807526" y="3537364"/>
                </a:lnTo>
                <a:lnTo>
                  <a:pt x="1807296" y="3536869"/>
                </a:lnTo>
                <a:lnTo>
                  <a:pt x="1807050" y="3536381"/>
                </a:lnTo>
                <a:lnTo>
                  <a:pt x="1806789" y="3535902"/>
                </a:lnTo>
                <a:lnTo>
                  <a:pt x="1806511" y="3535429"/>
                </a:lnTo>
                <a:lnTo>
                  <a:pt x="1806218" y="3534965"/>
                </a:lnTo>
                <a:lnTo>
                  <a:pt x="1805909" y="3534508"/>
                </a:lnTo>
                <a:lnTo>
                  <a:pt x="1805584" y="3534058"/>
                </a:lnTo>
                <a:lnTo>
                  <a:pt x="1805243" y="3533616"/>
                </a:lnTo>
                <a:lnTo>
                  <a:pt x="1804887" y="3533182"/>
                </a:lnTo>
                <a:lnTo>
                  <a:pt x="1804514" y="3532756"/>
                </a:lnTo>
                <a:lnTo>
                  <a:pt x="1804128" y="3532323"/>
                </a:lnTo>
                <a:lnTo>
                  <a:pt x="1803731" y="3531899"/>
                </a:lnTo>
                <a:lnTo>
                  <a:pt x="1803323" y="3531483"/>
                </a:lnTo>
                <a:lnTo>
                  <a:pt x="1802903" y="3531075"/>
                </a:lnTo>
                <a:lnTo>
                  <a:pt x="1802473" y="3530675"/>
                </a:lnTo>
                <a:lnTo>
                  <a:pt x="1802031" y="3530283"/>
                </a:lnTo>
                <a:lnTo>
                  <a:pt x="1801578" y="3529900"/>
                </a:lnTo>
                <a:lnTo>
                  <a:pt x="1801114" y="3529525"/>
                </a:lnTo>
                <a:lnTo>
                  <a:pt x="1800639" y="3529158"/>
                </a:lnTo>
                <a:lnTo>
                  <a:pt x="1800153" y="3528799"/>
                </a:lnTo>
                <a:lnTo>
                  <a:pt x="1799655" y="3528449"/>
                </a:lnTo>
                <a:lnTo>
                  <a:pt x="1799146" y="3528107"/>
                </a:lnTo>
                <a:lnTo>
                  <a:pt x="1798627" y="3527773"/>
                </a:lnTo>
                <a:lnTo>
                  <a:pt x="1798096" y="3527447"/>
                </a:lnTo>
                <a:lnTo>
                  <a:pt x="1797554" y="3527129"/>
                </a:lnTo>
                <a:lnTo>
                  <a:pt x="1797000" y="3526820"/>
                </a:lnTo>
                <a:lnTo>
                  <a:pt x="1796436" y="3526519"/>
                </a:lnTo>
                <a:lnTo>
                  <a:pt x="1795860" y="3526226"/>
                </a:lnTo>
                <a:lnTo>
                  <a:pt x="1795273" y="3525941"/>
                </a:lnTo>
                <a:lnTo>
                  <a:pt x="1794676" y="3525664"/>
                </a:lnTo>
                <a:lnTo>
                  <a:pt x="1794067" y="3525396"/>
                </a:lnTo>
                <a:lnTo>
                  <a:pt x="1793446" y="3525136"/>
                </a:lnTo>
                <a:lnTo>
                  <a:pt x="1792815" y="3524884"/>
                </a:lnTo>
                <a:lnTo>
                  <a:pt x="1792173" y="3524641"/>
                </a:lnTo>
                <a:lnTo>
                  <a:pt x="1791535" y="3524406"/>
                </a:lnTo>
                <a:lnTo>
                  <a:pt x="1790890" y="3524182"/>
                </a:lnTo>
                <a:lnTo>
                  <a:pt x="1790239" y="3523967"/>
                </a:lnTo>
                <a:lnTo>
                  <a:pt x="1789580" y="3523763"/>
                </a:lnTo>
                <a:lnTo>
                  <a:pt x="1788914" y="3523568"/>
                </a:lnTo>
                <a:lnTo>
                  <a:pt x="1788242" y="3523383"/>
                </a:lnTo>
                <a:lnTo>
                  <a:pt x="1787562" y="3523209"/>
                </a:lnTo>
                <a:lnTo>
                  <a:pt x="1786875" y="3523044"/>
                </a:lnTo>
                <a:lnTo>
                  <a:pt x="1786181" y="3522889"/>
                </a:lnTo>
                <a:lnTo>
                  <a:pt x="1785480" y="3522745"/>
                </a:lnTo>
                <a:lnTo>
                  <a:pt x="1784772" y="3522610"/>
                </a:lnTo>
                <a:lnTo>
                  <a:pt x="1784057" y="3522485"/>
                </a:lnTo>
                <a:lnTo>
                  <a:pt x="1783335" y="3522370"/>
                </a:lnTo>
                <a:lnTo>
                  <a:pt x="1782606" y="3522266"/>
                </a:lnTo>
                <a:lnTo>
                  <a:pt x="1781870" y="3522171"/>
                </a:lnTo>
                <a:lnTo>
                  <a:pt x="1781127" y="3522086"/>
                </a:lnTo>
                <a:lnTo>
                  <a:pt x="1780377" y="3522011"/>
                </a:lnTo>
                <a:lnTo>
                  <a:pt x="1779619" y="3521946"/>
                </a:lnTo>
                <a:lnTo>
                  <a:pt x="1778855" y="3521891"/>
                </a:lnTo>
                <a:lnTo>
                  <a:pt x="1778084" y="3521846"/>
                </a:lnTo>
                <a:lnTo>
                  <a:pt x="1777305" y="3521811"/>
                </a:lnTo>
                <a:lnTo>
                  <a:pt x="1776520" y="3521787"/>
                </a:lnTo>
                <a:lnTo>
                  <a:pt x="1775727" y="3521772"/>
                </a:lnTo>
                <a:lnTo>
                  <a:pt x="1774928" y="3521767"/>
                </a:lnTo>
                <a:lnTo>
                  <a:pt x="1774017" y="3521772"/>
                </a:lnTo>
                <a:lnTo>
                  <a:pt x="1773115" y="3521787"/>
                </a:lnTo>
                <a:lnTo>
                  <a:pt x="1772223" y="3521811"/>
                </a:lnTo>
                <a:lnTo>
                  <a:pt x="1771340" y="3521846"/>
                </a:lnTo>
                <a:lnTo>
                  <a:pt x="1770466" y="3521891"/>
                </a:lnTo>
                <a:lnTo>
                  <a:pt x="1769602" y="3521946"/>
                </a:lnTo>
                <a:lnTo>
                  <a:pt x="1768747" y="3522011"/>
                </a:lnTo>
                <a:lnTo>
                  <a:pt x="1767902" y="3522086"/>
                </a:lnTo>
                <a:lnTo>
                  <a:pt x="1767066" y="3522171"/>
                </a:lnTo>
                <a:lnTo>
                  <a:pt x="1766239" y="3522266"/>
                </a:lnTo>
                <a:lnTo>
                  <a:pt x="1765422" y="3522370"/>
                </a:lnTo>
                <a:lnTo>
                  <a:pt x="1764615" y="3522485"/>
                </a:lnTo>
                <a:lnTo>
                  <a:pt x="1763816" y="3522610"/>
                </a:lnTo>
                <a:lnTo>
                  <a:pt x="1763027" y="3522745"/>
                </a:lnTo>
                <a:lnTo>
                  <a:pt x="1762248" y="3522889"/>
                </a:lnTo>
                <a:lnTo>
                  <a:pt x="1761477" y="3523044"/>
                </a:lnTo>
                <a:lnTo>
                  <a:pt x="1760717" y="3523209"/>
                </a:lnTo>
                <a:lnTo>
                  <a:pt x="1759965" y="3523383"/>
                </a:lnTo>
                <a:lnTo>
                  <a:pt x="1759223" y="3523568"/>
                </a:lnTo>
                <a:lnTo>
                  <a:pt x="1758491" y="3523763"/>
                </a:lnTo>
                <a:lnTo>
                  <a:pt x="1757767" y="3523967"/>
                </a:lnTo>
                <a:lnTo>
                  <a:pt x="1757053" y="3524182"/>
                </a:lnTo>
                <a:lnTo>
                  <a:pt x="1756349" y="3524406"/>
                </a:lnTo>
                <a:lnTo>
                  <a:pt x="1755654" y="3524641"/>
                </a:lnTo>
                <a:lnTo>
                  <a:pt x="1754984" y="3524885"/>
                </a:lnTo>
                <a:lnTo>
                  <a:pt x="1754326" y="3525139"/>
                </a:lnTo>
                <a:lnTo>
                  <a:pt x="1753681" y="3525402"/>
                </a:lnTo>
                <a:lnTo>
                  <a:pt x="1753047" y="3525674"/>
                </a:lnTo>
                <a:lnTo>
                  <a:pt x="1752427" y="3525956"/>
                </a:lnTo>
                <a:lnTo>
                  <a:pt x="1751818" y="3526247"/>
                </a:lnTo>
                <a:lnTo>
                  <a:pt x="1751222" y="3526547"/>
                </a:lnTo>
                <a:lnTo>
                  <a:pt x="1750638" y="3526857"/>
                </a:lnTo>
                <a:lnTo>
                  <a:pt x="1750067" y="3527177"/>
                </a:lnTo>
                <a:lnTo>
                  <a:pt x="1749508" y="3527505"/>
                </a:lnTo>
                <a:lnTo>
                  <a:pt x="1748961" y="3527844"/>
                </a:lnTo>
                <a:lnTo>
                  <a:pt x="1748426" y="3528191"/>
                </a:lnTo>
                <a:lnTo>
                  <a:pt x="1747904" y="3528548"/>
                </a:lnTo>
                <a:lnTo>
                  <a:pt x="1747394" y="3528914"/>
                </a:lnTo>
                <a:lnTo>
                  <a:pt x="1746897" y="3529290"/>
                </a:lnTo>
                <a:lnTo>
                  <a:pt x="1746412" y="3529675"/>
                </a:lnTo>
                <a:lnTo>
                  <a:pt x="1745939" y="3530070"/>
                </a:lnTo>
                <a:lnTo>
                  <a:pt x="1745478" y="3530473"/>
                </a:lnTo>
                <a:lnTo>
                  <a:pt x="1745030" y="3530887"/>
                </a:lnTo>
                <a:lnTo>
                  <a:pt x="1744594" y="3531309"/>
                </a:lnTo>
                <a:lnTo>
                  <a:pt x="1744171" y="3531741"/>
                </a:lnTo>
                <a:lnTo>
                  <a:pt x="1743759" y="3532183"/>
                </a:lnTo>
                <a:lnTo>
                  <a:pt x="1743360" y="3532634"/>
                </a:lnTo>
                <a:lnTo>
                  <a:pt x="1742974" y="3533094"/>
                </a:lnTo>
                <a:lnTo>
                  <a:pt x="1742601" y="3533564"/>
                </a:lnTo>
                <a:lnTo>
                  <a:pt x="1742245" y="3534044"/>
                </a:lnTo>
                <a:lnTo>
                  <a:pt x="1741904" y="3534534"/>
                </a:lnTo>
                <a:lnTo>
                  <a:pt x="1741579" y="3535033"/>
                </a:lnTo>
                <a:lnTo>
                  <a:pt x="1741270" y="3535543"/>
                </a:lnTo>
                <a:lnTo>
                  <a:pt x="1740977" y="3536063"/>
                </a:lnTo>
                <a:lnTo>
                  <a:pt x="1740699" y="3536593"/>
                </a:lnTo>
                <a:lnTo>
                  <a:pt x="1740438" y="3537133"/>
                </a:lnTo>
                <a:lnTo>
                  <a:pt x="1740192" y="3537682"/>
                </a:lnTo>
                <a:lnTo>
                  <a:pt x="1739962" y="3538242"/>
                </a:lnTo>
                <a:lnTo>
                  <a:pt x="1739748" y="3538812"/>
                </a:lnTo>
                <a:lnTo>
                  <a:pt x="1739550" y="3539392"/>
                </a:lnTo>
                <a:lnTo>
                  <a:pt x="1739368" y="3539981"/>
                </a:lnTo>
                <a:lnTo>
                  <a:pt x="1739202" y="3540581"/>
                </a:lnTo>
                <a:lnTo>
                  <a:pt x="1739051" y="3541191"/>
                </a:lnTo>
                <a:lnTo>
                  <a:pt x="1738916" y="3541810"/>
                </a:lnTo>
                <a:lnTo>
                  <a:pt x="1738797" y="3542440"/>
                </a:lnTo>
                <a:lnTo>
                  <a:pt x="1738694" y="3543079"/>
                </a:lnTo>
                <a:lnTo>
                  <a:pt x="1738607" y="3543729"/>
                </a:lnTo>
                <a:lnTo>
                  <a:pt x="1738536" y="3544389"/>
                </a:lnTo>
                <a:lnTo>
                  <a:pt x="1738480" y="3545058"/>
                </a:lnTo>
                <a:lnTo>
                  <a:pt x="1738441" y="3545738"/>
                </a:lnTo>
                <a:lnTo>
                  <a:pt x="1738417" y="3546427"/>
                </a:lnTo>
                <a:lnTo>
                  <a:pt x="1738409" y="3547126"/>
                </a:lnTo>
                <a:lnTo>
                  <a:pt x="1738414" y="3547728"/>
                </a:lnTo>
                <a:lnTo>
                  <a:pt x="1738430" y="3548322"/>
                </a:lnTo>
                <a:lnTo>
                  <a:pt x="1738457" y="3548907"/>
                </a:lnTo>
                <a:lnTo>
                  <a:pt x="1738494" y="3549484"/>
                </a:lnTo>
                <a:lnTo>
                  <a:pt x="1738541" y="3550053"/>
                </a:lnTo>
                <a:lnTo>
                  <a:pt x="1738599" y="3550614"/>
                </a:lnTo>
                <a:lnTo>
                  <a:pt x="1738668" y="3551166"/>
                </a:lnTo>
                <a:lnTo>
                  <a:pt x="1738747" y="3551710"/>
                </a:lnTo>
                <a:lnTo>
                  <a:pt x="1738837" y="3552246"/>
                </a:lnTo>
                <a:lnTo>
                  <a:pt x="1738937" y="3552774"/>
                </a:lnTo>
                <a:lnTo>
                  <a:pt x="1739048" y="3553293"/>
                </a:lnTo>
                <a:lnTo>
                  <a:pt x="1739170" y="3553805"/>
                </a:lnTo>
                <a:lnTo>
                  <a:pt x="1739302" y="3554308"/>
                </a:lnTo>
                <a:lnTo>
                  <a:pt x="1739445" y="3554803"/>
                </a:lnTo>
                <a:lnTo>
                  <a:pt x="1739598" y="3555289"/>
                </a:lnTo>
                <a:lnTo>
                  <a:pt x="1739762" y="3555768"/>
                </a:lnTo>
                <a:lnTo>
                  <a:pt x="1739936" y="3556238"/>
                </a:lnTo>
                <a:lnTo>
                  <a:pt x="1740121" y="3556700"/>
                </a:lnTo>
                <a:lnTo>
                  <a:pt x="1740316" y="3557154"/>
                </a:lnTo>
                <a:lnTo>
                  <a:pt x="1740523" y="3557599"/>
                </a:lnTo>
                <a:lnTo>
                  <a:pt x="1740739" y="3558037"/>
                </a:lnTo>
                <a:lnTo>
                  <a:pt x="1740966" y="3558466"/>
                </a:lnTo>
                <a:lnTo>
                  <a:pt x="1741204" y="3558887"/>
                </a:lnTo>
                <a:lnTo>
                  <a:pt x="1741452" y="3559299"/>
                </a:lnTo>
                <a:lnTo>
                  <a:pt x="1741713" y="3559691"/>
                </a:lnTo>
                <a:lnTo>
                  <a:pt x="1741987" y="3560077"/>
                </a:lnTo>
                <a:lnTo>
                  <a:pt x="1742274" y="3560456"/>
                </a:lnTo>
                <a:lnTo>
                  <a:pt x="1742575" y="3560830"/>
                </a:lnTo>
                <a:lnTo>
                  <a:pt x="1742889" y="3561198"/>
                </a:lnTo>
                <a:lnTo>
                  <a:pt x="1743217" y="3561561"/>
                </a:lnTo>
                <a:lnTo>
                  <a:pt x="1743558" y="3561917"/>
                </a:lnTo>
                <a:lnTo>
                  <a:pt x="1743913" y="3562267"/>
                </a:lnTo>
                <a:lnTo>
                  <a:pt x="1744282" y="3562612"/>
                </a:lnTo>
                <a:lnTo>
                  <a:pt x="1744664" y="3562951"/>
                </a:lnTo>
                <a:lnTo>
                  <a:pt x="1745059" y="3563284"/>
                </a:lnTo>
                <a:lnTo>
                  <a:pt x="1745468" y="3563611"/>
                </a:lnTo>
                <a:lnTo>
                  <a:pt x="1745890" y="3563932"/>
                </a:lnTo>
                <a:lnTo>
                  <a:pt x="1746326" y="3564247"/>
                </a:lnTo>
                <a:lnTo>
                  <a:pt x="1746775" y="3564556"/>
                </a:lnTo>
                <a:lnTo>
                  <a:pt x="1747238" y="3564860"/>
                </a:lnTo>
                <a:lnTo>
                  <a:pt x="1747715" y="3565157"/>
                </a:lnTo>
                <a:lnTo>
                  <a:pt x="1748205" y="3565449"/>
                </a:lnTo>
                <a:lnTo>
                  <a:pt x="1748708" y="3565735"/>
                </a:lnTo>
                <a:lnTo>
                  <a:pt x="1749225" y="3566015"/>
                </a:lnTo>
                <a:lnTo>
                  <a:pt x="1749755" y="3566289"/>
                </a:lnTo>
                <a:lnTo>
                  <a:pt x="1750299" y="3566557"/>
                </a:lnTo>
                <a:lnTo>
                  <a:pt x="1750857" y="3566820"/>
                </a:lnTo>
                <a:lnTo>
                  <a:pt x="1751427" y="3567076"/>
                </a:lnTo>
                <a:lnTo>
                  <a:pt x="1752013" y="3567314"/>
                </a:lnTo>
                <a:lnTo>
                  <a:pt x="1752613" y="3567550"/>
                </a:lnTo>
                <a:lnTo>
                  <a:pt x="1753229" y="3567782"/>
                </a:lnTo>
                <a:lnTo>
                  <a:pt x="1753860" y="3568011"/>
                </a:lnTo>
                <a:lnTo>
                  <a:pt x="1754506" y="3568237"/>
                </a:lnTo>
                <a:lnTo>
                  <a:pt x="1755168" y="3568461"/>
                </a:lnTo>
                <a:lnTo>
                  <a:pt x="1755845" y="3568681"/>
                </a:lnTo>
                <a:lnTo>
                  <a:pt x="1756537" y="3568899"/>
                </a:lnTo>
                <a:lnTo>
                  <a:pt x="1757244" y="3569113"/>
                </a:lnTo>
                <a:lnTo>
                  <a:pt x="1757967" y="3569325"/>
                </a:lnTo>
                <a:lnTo>
                  <a:pt x="1758705" y="3569533"/>
                </a:lnTo>
                <a:lnTo>
                  <a:pt x="1759458" y="3569739"/>
                </a:lnTo>
                <a:lnTo>
                  <a:pt x="1760226" y="3569942"/>
                </a:lnTo>
                <a:lnTo>
                  <a:pt x="1761010" y="3570142"/>
                </a:lnTo>
                <a:lnTo>
                  <a:pt x="1761809" y="3570339"/>
                </a:lnTo>
                <a:lnTo>
                  <a:pt x="1762623" y="3570533"/>
                </a:lnTo>
                <a:lnTo>
                  <a:pt x="1763453" y="3570724"/>
                </a:lnTo>
                <a:lnTo>
                  <a:pt x="1764298" y="3570912"/>
                </a:lnTo>
                <a:lnTo>
                  <a:pt x="1765158" y="3571097"/>
                </a:lnTo>
                <a:lnTo>
                  <a:pt x="1766033" y="3571280"/>
                </a:lnTo>
                <a:lnTo>
                  <a:pt x="1766923" y="3571459"/>
                </a:lnTo>
                <a:lnTo>
                  <a:pt x="1767829" y="3571635"/>
                </a:lnTo>
                <a:lnTo>
                  <a:pt x="1768750" y="3571809"/>
                </a:lnTo>
                <a:lnTo>
                  <a:pt x="1769686" y="3571979"/>
                </a:lnTo>
                <a:lnTo>
                  <a:pt x="1770565" y="3572120"/>
                </a:lnTo>
                <a:lnTo>
                  <a:pt x="1771426" y="3572262"/>
                </a:lnTo>
                <a:lnTo>
                  <a:pt x="1772270" y="3572405"/>
                </a:lnTo>
                <a:lnTo>
                  <a:pt x="1773096" y="3572548"/>
                </a:lnTo>
                <a:lnTo>
                  <a:pt x="1773904" y="3572691"/>
                </a:lnTo>
                <a:lnTo>
                  <a:pt x="1774695" y="3572835"/>
                </a:lnTo>
                <a:lnTo>
                  <a:pt x="1775468" y="3572980"/>
                </a:lnTo>
                <a:lnTo>
                  <a:pt x="1776224" y="3573125"/>
                </a:lnTo>
                <a:lnTo>
                  <a:pt x="1776962" y="3573271"/>
                </a:lnTo>
                <a:lnTo>
                  <a:pt x="1777682" y="3573418"/>
                </a:lnTo>
                <a:lnTo>
                  <a:pt x="1778385" y="3573565"/>
                </a:lnTo>
                <a:lnTo>
                  <a:pt x="1779070" y="3573712"/>
                </a:lnTo>
                <a:lnTo>
                  <a:pt x="1779737" y="3573861"/>
                </a:lnTo>
                <a:lnTo>
                  <a:pt x="1780387" y="3574009"/>
                </a:lnTo>
                <a:lnTo>
                  <a:pt x="1781019" y="3574159"/>
                </a:lnTo>
                <a:lnTo>
                  <a:pt x="1781634" y="3574309"/>
                </a:lnTo>
                <a:lnTo>
                  <a:pt x="1782231" y="3574459"/>
                </a:lnTo>
                <a:lnTo>
                  <a:pt x="1782810" y="3574611"/>
                </a:lnTo>
                <a:lnTo>
                  <a:pt x="1783372" y="3574762"/>
                </a:lnTo>
                <a:lnTo>
                  <a:pt x="1783916" y="3574915"/>
                </a:lnTo>
                <a:lnTo>
                  <a:pt x="1784443" y="3575068"/>
                </a:lnTo>
                <a:lnTo>
                  <a:pt x="1784952" y="3575221"/>
                </a:lnTo>
                <a:lnTo>
                  <a:pt x="1785443" y="3575375"/>
                </a:lnTo>
                <a:lnTo>
                  <a:pt x="1785917" y="3575530"/>
                </a:lnTo>
                <a:lnTo>
                  <a:pt x="1786390" y="3575686"/>
                </a:lnTo>
                <a:lnTo>
                  <a:pt x="1786850" y="3575844"/>
                </a:lnTo>
                <a:lnTo>
                  <a:pt x="1787299" y="3576005"/>
                </a:lnTo>
                <a:lnTo>
                  <a:pt x="1787734" y="3576168"/>
                </a:lnTo>
                <a:lnTo>
                  <a:pt x="1788158" y="3576334"/>
                </a:lnTo>
                <a:lnTo>
                  <a:pt x="1788569" y="3576502"/>
                </a:lnTo>
                <a:lnTo>
                  <a:pt x="1788968" y="3576672"/>
                </a:lnTo>
                <a:lnTo>
                  <a:pt x="1789355" y="3576845"/>
                </a:lnTo>
                <a:lnTo>
                  <a:pt x="1789729" y="3577020"/>
                </a:lnTo>
                <a:lnTo>
                  <a:pt x="1790091" y="3577197"/>
                </a:lnTo>
                <a:lnTo>
                  <a:pt x="1790440" y="3577377"/>
                </a:lnTo>
                <a:lnTo>
                  <a:pt x="1790778" y="3577559"/>
                </a:lnTo>
                <a:lnTo>
                  <a:pt x="1791103" y="3577743"/>
                </a:lnTo>
                <a:lnTo>
                  <a:pt x="1791415" y="3577930"/>
                </a:lnTo>
                <a:lnTo>
                  <a:pt x="1791716" y="3578119"/>
                </a:lnTo>
                <a:lnTo>
                  <a:pt x="1792003" y="3578310"/>
                </a:lnTo>
                <a:lnTo>
                  <a:pt x="1792279" y="3578504"/>
                </a:lnTo>
                <a:lnTo>
                  <a:pt x="1792542" y="3578700"/>
                </a:lnTo>
                <a:lnTo>
                  <a:pt x="1792793" y="3578898"/>
                </a:lnTo>
                <a:lnTo>
                  <a:pt x="1793032" y="3579099"/>
                </a:lnTo>
                <a:lnTo>
                  <a:pt x="1793258" y="3579302"/>
                </a:lnTo>
                <a:lnTo>
                  <a:pt x="1793472" y="3579508"/>
                </a:lnTo>
                <a:lnTo>
                  <a:pt x="1793674" y="3579715"/>
                </a:lnTo>
                <a:lnTo>
                  <a:pt x="1793863" y="3579926"/>
                </a:lnTo>
                <a:lnTo>
                  <a:pt x="1794043" y="3580139"/>
                </a:lnTo>
                <a:lnTo>
                  <a:pt x="1794214" y="3580358"/>
                </a:lnTo>
                <a:lnTo>
                  <a:pt x="1794378" y="3580581"/>
                </a:lnTo>
                <a:lnTo>
                  <a:pt x="1794535" y="3580808"/>
                </a:lnTo>
                <a:lnTo>
                  <a:pt x="1794684" y="3581041"/>
                </a:lnTo>
                <a:lnTo>
                  <a:pt x="1794825" y="3581278"/>
                </a:lnTo>
                <a:lnTo>
                  <a:pt x="1794958" y="3581520"/>
                </a:lnTo>
                <a:lnTo>
                  <a:pt x="1795084" y="3581766"/>
                </a:lnTo>
                <a:lnTo>
                  <a:pt x="1795202" y="3582018"/>
                </a:lnTo>
                <a:lnTo>
                  <a:pt x="1795313" y="3582274"/>
                </a:lnTo>
                <a:lnTo>
                  <a:pt x="1795416" y="3582534"/>
                </a:lnTo>
                <a:lnTo>
                  <a:pt x="1795512" y="3582800"/>
                </a:lnTo>
                <a:lnTo>
                  <a:pt x="1795599" y="3583070"/>
                </a:lnTo>
                <a:lnTo>
                  <a:pt x="1795679" y="3583344"/>
                </a:lnTo>
                <a:lnTo>
                  <a:pt x="1795752" y="3583624"/>
                </a:lnTo>
                <a:lnTo>
                  <a:pt x="1795817" y="3583908"/>
                </a:lnTo>
                <a:lnTo>
                  <a:pt x="1795874" y="3584197"/>
                </a:lnTo>
                <a:lnTo>
                  <a:pt x="1795924" y="3584490"/>
                </a:lnTo>
                <a:lnTo>
                  <a:pt x="1795966" y="3584789"/>
                </a:lnTo>
                <a:lnTo>
                  <a:pt x="1796000" y="3585092"/>
                </a:lnTo>
                <a:lnTo>
                  <a:pt x="1796027" y="3585399"/>
                </a:lnTo>
                <a:lnTo>
                  <a:pt x="1796046" y="3585711"/>
                </a:lnTo>
                <a:lnTo>
                  <a:pt x="1796057" y="3586028"/>
                </a:lnTo>
                <a:lnTo>
                  <a:pt x="1796061" y="3586350"/>
                </a:lnTo>
                <a:lnTo>
                  <a:pt x="1796052" y="3586839"/>
                </a:lnTo>
                <a:lnTo>
                  <a:pt x="1796023" y="3587321"/>
                </a:lnTo>
                <a:lnTo>
                  <a:pt x="1795976" y="3587795"/>
                </a:lnTo>
                <a:lnTo>
                  <a:pt x="1795911" y="3588262"/>
                </a:lnTo>
                <a:lnTo>
                  <a:pt x="1795826" y="3588720"/>
                </a:lnTo>
                <a:lnTo>
                  <a:pt x="1795723" y="3589171"/>
                </a:lnTo>
                <a:lnTo>
                  <a:pt x="1795601" y="3589615"/>
                </a:lnTo>
                <a:lnTo>
                  <a:pt x="1795460" y="3590051"/>
                </a:lnTo>
                <a:lnTo>
                  <a:pt x="1795300" y="3590479"/>
                </a:lnTo>
                <a:lnTo>
                  <a:pt x="1795122" y="3590900"/>
                </a:lnTo>
                <a:lnTo>
                  <a:pt x="1794924" y="3591313"/>
                </a:lnTo>
                <a:lnTo>
                  <a:pt x="1794708" y="3591718"/>
                </a:lnTo>
                <a:lnTo>
                  <a:pt x="1794474" y="3592116"/>
                </a:lnTo>
                <a:lnTo>
                  <a:pt x="1794220" y="3592506"/>
                </a:lnTo>
                <a:lnTo>
                  <a:pt x="1793948" y="3592888"/>
                </a:lnTo>
                <a:lnTo>
                  <a:pt x="1793656" y="3593263"/>
                </a:lnTo>
                <a:lnTo>
                  <a:pt x="1793347" y="3593630"/>
                </a:lnTo>
                <a:lnTo>
                  <a:pt x="1793018" y="3593990"/>
                </a:lnTo>
                <a:lnTo>
                  <a:pt x="1792670" y="3594342"/>
                </a:lnTo>
                <a:lnTo>
                  <a:pt x="1792304" y="3594686"/>
                </a:lnTo>
                <a:lnTo>
                  <a:pt x="1791919" y="3595023"/>
                </a:lnTo>
                <a:lnTo>
                  <a:pt x="1791515" y="3595352"/>
                </a:lnTo>
                <a:lnTo>
                  <a:pt x="1791092" y="3595673"/>
                </a:lnTo>
                <a:lnTo>
                  <a:pt x="1790651" y="3595987"/>
                </a:lnTo>
                <a:lnTo>
                  <a:pt x="1790205" y="3596277"/>
                </a:lnTo>
                <a:lnTo>
                  <a:pt x="1789742" y="3596554"/>
                </a:lnTo>
                <a:lnTo>
                  <a:pt x="1789261" y="3596819"/>
                </a:lnTo>
                <a:lnTo>
                  <a:pt x="1788763" y="3597072"/>
                </a:lnTo>
                <a:lnTo>
                  <a:pt x="1788247" y="3597312"/>
                </a:lnTo>
                <a:lnTo>
                  <a:pt x="1787713" y="3597540"/>
                </a:lnTo>
                <a:lnTo>
                  <a:pt x="1787162" y="3597756"/>
                </a:lnTo>
                <a:lnTo>
                  <a:pt x="1786593" y="3597959"/>
                </a:lnTo>
                <a:lnTo>
                  <a:pt x="1786007" y="3598150"/>
                </a:lnTo>
                <a:lnTo>
                  <a:pt x="1785403" y="3598329"/>
                </a:lnTo>
                <a:lnTo>
                  <a:pt x="1784781" y="3598496"/>
                </a:lnTo>
                <a:lnTo>
                  <a:pt x="1784142" y="3598650"/>
                </a:lnTo>
                <a:lnTo>
                  <a:pt x="1783485" y="3598792"/>
                </a:lnTo>
                <a:lnTo>
                  <a:pt x="1782810" y="3598921"/>
                </a:lnTo>
                <a:lnTo>
                  <a:pt x="1782118" y="3599038"/>
                </a:lnTo>
                <a:lnTo>
                  <a:pt x="1781409" y="3599143"/>
                </a:lnTo>
                <a:lnTo>
                  <a:pt x="1780681" y="3599235"/>
                </a:lnTo>
                <a:lnTo>
                  <a:pt x="1779936" y="3599315"/>
                </a:lnTo>
                <a:lnTo>
                  <a:pt x="1779174" y="3599383"/>
                </a:lnTo>
                <a:lnTo>
                  <a:pt x="1778394" y="3599439"/>
                </a:lnTo>
                <a:lnTo>
                  <a:pt x="1777596" y="3599482"/>
                </a:lnTo>
                <a:lnTo>
                  <a:pt x="1776780" y="3599513"/>
                </a:lnTo>
                <a:lnTo>
                  <a:pt x="1775947" y="3599531"/>
                </a:lnTo>
                <a:lnTo>
                  <a:pt x="1775097" y="3599537"/>
                </a:lnTo>
                <a:lnTo>
                  <a:pt x="1774148" y="3599531"/>
                </a:lnTo>
                <a:lnTo>
                  <a:pt x="1773217" y="3599510"/>
                </a:lnTo>
                <a:lnTo>
                  <a:pt x="1772304" y="3599477"/>
                </a:lnTo>
                <a:lnTo>
                  <a:pt x="1771410" y="3599429"/>
                </a:lnTo>
                <a:lnTo>
                  <a:pt x="1770534" y="3599369"/>
                </a:lnTo>
                <a:lnTo>
                  <a:pt x="1769676" y="3599294"/>
                </a:lnTo>
                <a:lnTo>
                  <a:pt x="1768836" y="3599207"/>
                </a:lnTo>
                <a:lnTo>
                  <a:pt x="1768015" y="3599105"/>
                </a:lnTo>
                <a:lnTo>
                  <a:pt x="1767211" y="3598991"/>
                </a:lnTo>
                <a:lnTo>
                  <a:pt x="1766426" y="3598862"/>
                </a:lnTo>
                <a:lnTo>
                  <a:pt x="1765659" y="3598721"/>
                </a:lnTo>
                <a:lnTo>
                  <a:pt x="1764910" y="3598565"/>
                </a:lnTo>
                <a:lnTo>
                  <a:pt x="1764180" y="3598396"/>
                </a:lnTo>
                <a:lnTo>
                  <a:pt x="1763467" y="3598214"/>
                </a:lnTo>
                <a:lnTo>
                  <a:pt x="1762773" y="3598018"/>
                </a:lnTo>
                <a:lnTo>
                  <a:pt x="1762097" y="3597809"/>
                </a:lnTo>
                <a:lnTo>
                  <a:pt x="1761440" y="3597586"/>
                </a:lnTo>
                <a:lnTo>
                  <a:pt x="1760800" y="3597350"/>
                </a:lnTo>
                <a:lnTo>
                  <a:pt x="1760179" y="3597100"/>
                </a:lnTo>
                <a:lnTo>
                  <a:pt x="1759575" y="3596837"/>
                </a:lnTo>
                <a:lnTo>
                  <a:pt x="1758990" y="3596560"/>
                </a:lnTo>
                <a:lnTo>
                  <a:pt x="1758424" y="3596270"/>
                </a:lnTo>
                <a:lnTo>
                  <a:pt x="1757875" y="3595966"/>
                </a:lnTo>
                <a:lnTo>
                  <a:pt x="1757345" y="3595649"/>
                </a:lnTo>
                <a:lnTo>
                  <a:pt x="1756848" y="3595305"/>
                </a:lnTo>
                <a:lnTo>
                  <a:pt x="1756372" y="3594951"/>
                </a:lnTo>
                <a:lnTo>
                  <a:pt x="1755918" y="3594587"/>
                </a:lnTo>
                <a:lnTo>
                  <a:pt x="1755485" y="3594212"/>
                </a:lnTo>
                <a:lnTo>
                  <a:pt x="1755073" y="3593826"/>
                </a:lnTo>
                <a:lnTo>
                  <a:pt x="1754682" y="3593430"/>
                </a:lnTo>
                <a:lnTo>
                  <a:pt x="1754312" y="3593023"/>
                </a:lnTo>
                <a:lnTo>
                  <a:pt x="1753963" y="3592606"/>
                </a:lnTo>
                <a:lnTo>
                  <a:pt x="1753636" y="3592178"/>
                </a:lnTo>
                <a:lnTo>
                  <a:pt x="1753329" y="3591739"/>
                </a:lnTo>
                <a:lnTo>
                  <a:pt x="1753044" y="3591290"/>
                </a:lnTo>
                <a:lnTo>
                  <a:pt x="1752780" y="3590830"/>
                </a:lnTo>
                <a:lnTo>
                  <a:pt x="1752537" y="3590360"/>
                </a:lnTo>
                <a:lnTo>
                  <a:pt x="1752315" y="3589879"/>
                </a:lnTo>
                <a:lnTo>
                  <a:pt x="1752114" y="3589388"/>
                </a:lnTo>
                <a:lnTo>
                  <a:pt x="1751934" y="3588886"/>
                </a:lnTo>
                <a:lnTo>
                  <a:pt x="1751776" y="3588374"/>
                </a:lnTo>
                <a:lnTo>
                  <a:pt x="1751639" y="3587851"/>
                </a:lnTo>
                <a:lnTo>
                  <a:pt x="1751522" y="3587317"/>
                </a:lnTo>
                <a:lnTo>
                  <a:pt x="1751427" y="3586773"/>
                </a:lnTo>
                <a:lnTo>
                  <a:pt x="1751353" y="3586218"/>
                </a:lnTo>
                <a:lnTo>
                  <a:pt x="1751300" y="3585653"/>
                </a:lnTo>
                <a:lnTo>
                  <a:pt x="1751269" y="3585077"/>
                </a:lnTo>
                <a:lnTo>
                  <a:pt x="1751258" y="3584490"/>
                </a:lnTo>
                <a:lnTo>
                  <a:pt x="1751258" y="3582800"/>
                </a:lnTo>
                <a:lnTo>
                  <a:pt x="1736719" y="3582800"/>
                </a:lnTo>
                <a:lnTo>
                  <a:pt x="1736705" y="3582898"/>
                </a:lnTo>
                <a:lnTo>
                  <a:pt x="1736692" y="3582996"/>
                </a:lnTo>
                <a:lnTo>
                  <a:pt x="1736679" y="3583093"/>
                </a:lnTo>
                <a:lnTo>
                  <a:pt x="1736667" y="3583189"/>
                </a:lnTo>
                <a:lnTo>
                  <a:pt x="1736655" y="3583285"/>
                </a:lnTo>
                <a:lnTo>
                  <a:pt x="1736645" y="3583381"/>
                </a:lnTo>
                <a:lnTo>
                  <a:pt x="1736634" y="3583476"/>
                </a:lnTo>
                <a:lnTo>
                  <a:pt x="1736625" y="3583570"/>
                </a:lnTo>
                <a:lnTo>
                  <a:pt x="1736615" y="3583663"/>
                </a:lnTo>
                <a:lnTo>
                  <a:pt x="1736607" y="3583756"/>
                </a:lnTo>
                <a:lnTo>
                  <a:pt x="1736599" y="3583849"/>
                </a:lnTo>
                <a:lnTo>
                  <a:pt x="1736592" y="3583941"/>
                </a:lnTo>
                <a:lnTo>
                  <a:pt x="1736585" y="3584032"/>
                </a:lnTo>
                <a:lnTo>
                  <a:pt x="1736579" y="3584123"/>
                </a:lnTo>
                <a:lnTo>
                  <a:pt x="1736573" y="3584213"/>
                </a:lnTo>
                <a:lnTo>
                  <a:pt x="1736568" y="3584302"/>
                </a:lnTo>
                <a:lnTo>
                  <a:pt x="1736564" y="3584391"/>
                </a:lnTo>
                <a:lnTo>
                  <a:pt x="1736560" y="3584480"/>
                </a:lnTo>
                <a:lnTo>
                  <a:pt x="1736557" y="3584567"/>
                </a:lnTo>
                <a:lnTo>
                  <a:pt x="1736554" y="3584655"/>
                </a:lnTo>
                <a:lnTo>
                  <a:pt x="1736552" y="3584741"/>
                </a:lnTo>
                <a:lnTo>
                  <a:pt x="1736551" y="3584827"/>
                </a:lnTo>
                <a:lnTo>
                  <a:pt x="1736550" y="3584913"/>
                </a:lnTo>
                <a:lnTo>
                  <a:pt x="1736549" y="3584998"/>
                </a:lnTo>
                <a:lnTo>
                  <a:pt x="1736549" y="3585081"/>
                </a:lnTo>
                <a:lnTo>
                  <a:pt x="1736549" y="3585163"/>
                </a:lnTo>
                <a:lnTo>
                  <a:pt x="1736549" y="3585243"/>
                </a:lnTo>
                <a:lnTo>
                  <a:pt x="1736549" y="3585322"/>
                </a:lnTo>
                <a:lnTo>
                  <a:pt x="1736549" y="3585398"/>
                </a:lnTo>
                <a:lnTo>
                  <a:pt x="1736549" y="3585473"/>
                </a:lnTo>
                <a:lnTo>
                  <a:pt x="1736549" y="3585546"/>
                </a:lnTo>
                <a:lnTo>
                  <a:pt x="1736549" y="3585618"/>
                </a:lnTo>
                <a:lnTo>
                  <a:pt x="1736549" y="3585687"/>
                </a:lnTo>
                <a:lnTo>
                  <a:pt x="1736549" y="3585755"/>
                </a:lnTo>
                <a:lnTo>
                  <a:pt x="1736549" y="3585821"/>
                </a:lnTo>
                <a:lnTo>
                  <a:pt x="1736549" y="3585885"/>
                </a:lnTo>
                <a:lnTo>
                  <a:pt x="1736549" y="3585948"/>
                </a:lnTo>
                <a:lnTo>
                  <a:pt x="1736549" y="3586008"/>
                </a:lnTo>
                <a:lnTo>
                  <a:pt x="1736549" y="3586067"/>
                </a:lnTo>
                <a:lnTo>
                  <a:pt x="1736549" y="3586125"/>
                </a:lnTo>
                <a:lnTo>
                  <a:pt x="1736549" y="3586180"/>
                </a:lnTo>
                <a:lnTo>
                  <a:pt x="1736549" y="3586234"/>
                </a:lnTo>
                <a:lnTo>
                  <a:pt x="1736549" y="3586286"/>
                </a:lnTo>
                <a:lnTo>
                  <a:pt x="1736549" y="3586336"/>
                </a:lnTo>
                <a:lnTo>
                  <a:pt x="1736549" y="3586384"/>
                </a:lnTo>
                <a:lnTo>
                  <a:pt x="1736549" y="3586431"/>
                </a:lnTo>
                <a:lnTo>
                  <a:pt x="1736549" y="3586476"/>
                </a:lnTo>
                <a:lnTo>
                  <a:pt x="1736549" y="3586519"/>
                </a:lnTo>
                <a:lnTo>
                  <a:pt x="1736557" y="3587164"/>
                </a:lnTo>
                <a:lnTo>
                  <a:pt x="1736581" y="3587801"/>
                </a:lnTo>
                <a:lnTo>
                  <a:pt x="1736621" y="3588432"/>
                </a:lnTo>
                <a:lnTo>
                  <a:pt x="1736676" y="3589055"/>
                </a:lnTo>
                <a:lnTo>
                  <a:pt x="1736747" y="3589672"/>
                </a:lnTo>
                <a:lnTo>
                  <a:pt x="1736835" y="3590281"/>
                </a:lnTo>
                <a:lnTo>
                  <a:pt x="1736938" y="3590883"/>
                </a:lnTo>
                <a:lnTo>
                  <a:pt x="1737057" y="3591478"/>
                </a:lnTo>
                <a:lnTo>
                  <a:pt x="1737191" y="3592067"/>
                </a:lnTo>
                <a:lnTo>
                  <a:pt x="1737342" y="3592648"/>
                </a:lnTo>
                <a:lnTo>
                  <a:pt x="1737508" y="3593222"/>
                </a:lnTo>
                <a:lnTo>
                  <a:pt x="1737691" y="3593789"/>
                </a:lnTo>
                <a:lnTo>
                  <a:pt x="1737889" y="3594349"/>
                </a:lnTo>
                <a:lnTo>
                  <a:pt x="1738103" y="3594902"/>
                </a:lnTo>
                <a:lnTo>
                  <a:pt x="1738332" y="3595448"/>
                </a:lnTo>
                <a:lnTo>
                  <a:pt x="1738578" y="3595987"/>
                </a:lnTo>
                <a:lnTo>
                  <a:pt x="1738840" y="3596519"/>
                </a:lnTo>
                <a:lnTo>
                  <a:pt x="1739117" y="3597044"/>
                </a:lnTo>
                <a:lnTo>
                  <a:pt x="1739410" y="3597561"/>
                </a:lnTo>
                <a:lnTo>
                  <a:pt x="1739719" y="3598072"/>
                </a:lnTo>
                <a:lnTo>
                  <a:pt x="1740044" y="3598576"/>
                </a:lnTo>
                <a:lnTo>
                  <a:pt x="1740385" y="3599073"/>
                </a:lnTo>
                <a:lnTo>
                  <a:pt x="1740742" y="3599562"/>
                </a:lnTo>
                <a:lnTo>
                  <a:pt x="1741114" y="3600045"/>
                </a:lnTo>
                <a:lnTo>
                  <a:pt x="1741515" y="3600505"/>
                </a:lnTo>
                <a:lnTo>
                  <a:pt x="1741927" y="3600957"/>
                </a:lnTo>
                <a:lnTo>
                  <a:pt x="1742350" y="3601400"/>
                </a:lnTo>
                <a:lnTo>
                  <a:pt x="1742786" y="3601834"/>
                </a:lnTo>
                <a:lnTo>
                  <a:pt x="1743233" y="3602259"/>
                </a:lnTo>
                <a:lnTo>
                  <a:pt x="1743692" y="3602676"/>
                </a:lnTo>
                <a:lnTo>
                  <a:pt x="1744163" y="3603083"/>
                </a:lnTo>
                <a:lnTo>
                  <a:pt x="1744646" y="3603482"/>
                </a:lnTo>
                <a:lnTo>
                  <a:pt x="1745140" y="3603872"/>
                </a:lnTo>
                <a:lnTo>
                  <a:pt x="1745646" y="3604254"/>
                </a:lnTo>
                <a:lnTo>
                  <a:pt x="1746164" y="3604626"/>
                </a:lnTo>
                <a:lnTo>
                  <a:pt x="1746693" y="3604990"/>
                </a:lnTo>
                <a:lnTo>
                  <a:pt x="1747235" y="3605345"/>
                </a:lnTo>
                <a:lnTo>
                  <a:pt x="1747788" y="3605691"/>
                </a:lnTo>
                <a:lnTo>
                  <a:pt x="1748352" y="3606028"/>
                </a:lnTo>
                <a:lnTo>
                  <a:pt x="1748929" y="3606356"/>
                </a:lnTo>
                <a:lnTo>
                  <a:pt x="1749517" y="3606676"/>
                </a:lnTo>
                <a:lnTo>
                  <a:pt x="1750117" y="3606987"/>
                </a:lnTo>
                <a:lnTo>
                  <a:pt x="1750729" y="3607289"/>
                </a:lnTo>
                <a:lnTo>
                  <a:pt x="1751352" y="3607582"/>
                </a:lnTo>
                <a:lnTo>
                  <a:pt x="1751987" y="3607867"/>
                </a:lnTo>
                <a:lnTo>
                  <a:pt x="1752634" y="3608142"/>
                </a:lnTo>
                <a:lnTo>
                  <a:pt x="1753293" y="3608409"/>
                </a:lnTo>
                <a:lnTo>
                  <a:pt x="1753963" y="3608667"/>
                </a:lnTo>
                <a:lnTo>
                  <a:pt x="1754658" y="3608902"/>
                </a:lnTo>
                <a:lnTo>
                  <a:pt x="1755360" y="3609126"/>
                </a:lnTo>
                <a:lnTo>
                  <a:pt x="1756071" y="3609341"/>
                </a:lnTo>
                <a:lnTo>
                  <a:pt x="1756790" y="3609545"/>
                </a:lnTo>
                <a:lnTo>
                  <a:pt x="1757518" y="3609740"/>
                </a:lnTo>
                <a:lnTo>
                  <a:pt x="1758253" y="3609924"/>
                </a:lnTo>
                <a:lnTo>
                  <a:pt x="1758997" y="3610099"/>
                </a:lnTo>
                <a:lnTo>
                  <a:pt x="1759749" y="3610264"/>
                </a:lnTo>
                <a:lnTo>
                  <a:pt x="1760509" y="3610418"/>
                </a:lnTo>
                <a:lnTo>
                  <a:pt x="1761278" y="3610563"/>
                </a:lnTo>
                <a:lnTo>
                  <a:pt x="1762054" y="3610698"/>
                </a:lnTo>
                <a:lnTo>
                  <a:pt x="1762839" y="3610823"/>
                </a:lnTo>
                <a:lnTo>
                  <a:pt x="1763632" y="3610937"/>
                </a:lnTo>
                <a:lnTo>
                  <a:pt x="1764434" y="3611042"/>
                </a:lnTo>
                <a:lnTo>
                  <a:pt x="1765243" y="3611137"/>
                </a:lnTo>
                <a:lnTo>
                  <a:pt x="1766061" y="3611222"/>
                </a:lnTo>
                <a:lnTo>
                  <a:pt x="1766887" y="3611297"/>
                </a:lnTo>
                <a:lnTo>
                  <a:pt x="1767721" y="3611362"/>
                </a:lnTo>
                <a:lnTo>
                  <a:pt x="1768563" y="3611416"/>
                </a:lnTo>
                <a:lnTo>
                  <a:pt x="1769414" y="3611461"/>
                </a:lnTo>
                <a:lnTo>
                  <a:pt x="1770273" y="3611496"/>
                </a:lnTo>
                <a:lnTo>
                  <a:pt x="1771140" y="3611521"/>
                </a:lnTo>
                <a:lnTo>
                  <a:pt x="1772015" y="3611536"/>
                </a:lnTo>
                <a:lnTo>
                  <a:pt x="1772899" y="3611541"/>
                </a:lnTo>
                <a:lnTo>
                  <a:pt x="1773907" y="3611536"/>
                </a:lnTo>
                <a:lnTo>
                  <a:pt x="1774903" y="3611521"/>
                </a:lnTo>
                <a:lnTo>
                  <a:pt x="1775887" y="3611496"/>
                </a:lnTo>
                <a:lnTo>
                  <a:pt x="1776858" y="3611461"/>
                </a:lnTo>
                <a:lnTo>
                  <a:pt x="1777817" y="3611416"/>
                </a:lnTo>
                <a:lnTo>
                  <a:pt x="1778763" y="3611362"/>
                </a:lnTo>
                <a:lnTo>
                  <a:pt x="1779698" y="3611297"/>
                </a:lnTo>
                <a:lnTo>
                  <a:pt x="1780620" y="3611222"/>
                </a:lnTo>
                <a:lnTo>
                  <a:pt x="1781529" y="3611137"/>
                </a:lnTo>
                <a:close/>
                <a:moveTo>
                  <a:pt x="1874536" y="3860298"/>
                </a:moveTo>
                <a:lnTo>
                  <a:pt x="1875245" y="3860193"/>
                </a:lnTo>
                <a:lnTo>
                  <a:pt x="1875945" y="3860076"/>
                </a:lnTo>
                <a:lnTo>
                  <a:pt x="1876635" y="3859947"/>
                </a:lnTo>
                <a:lnTo>
                  <a:pt x="1877316" y="3859805"/>
                </a:lnTo>
                <a:lnTo>
                  <a:pt x="1877988" y="3859651"/>
                </a:lnTo>
                <a:lnTo>
                  <a:pt x="1878650" y="3859485"/>
                </a:lnTo>
                <a:lnTo>
                  <a:pt x="1879303" y="3859306"/>
                </a:lnTo>
                <a:lnTo>
                  <a:pt x="1879946" y="3859115"/>
                </a:lnTo>
                <a:lnTo>
                  <a:pt x="1880580" y="3858911"/>
                </a:lnTo>
                <a:lnTo>
                  <a:pt x="1881205" y="3858696"/>
                </a:lnTo>
                <a:lnTo>
                  <a:pt x="1881820" y="3858467"/>
                </a:lnTo>
                <a:lnTo>
                  <a:pt x="1882426" y="3858227"/>
                </a:lnTo>
                <a:lnTo>
                  <a:pt x="1883022" y="3857974"/>
                </a:lnTo>
                <a:lnTo>
                  <a:pt x="1883609" y="3857709"/>
                </a:lnTo>
                <a:lnTo>
                  <a:pt x="1884187" y="3857432"/>
                </a:lnTo>
                <a:lnTo>
                  <a:pt x="1884755" y="3857142"/>
                </a:lnTo>
                <a:lnTo>
                  <a:pt x="1885313" y="3856827"/>
                </a:lnTo>
                <a:lnTo>
                  <a:pt x="1885861" y="3856501"/>
                </a:lnTo>
                <a:lnTo>
                  <a:pt x="1886398" y="3856165"/>
                </a:lnTo>
                <a:lnTo>
                  <a:pt x="1886925" y="3855818"/>
                </a:lnTo>
                <a:lnTo>
                  <a:pt x="1887441" y="3855460"/>
                </a:lnTo>
                <a:lnTo>
                  <a:pt x="1887946" y="3855092"/>
                </a:lnTo>
                <a:lnTo>
                  <a:pt x="1888441" y="3854714"/>
                </a:lnTo>
                <a:lnTo>
                  <a:pt x="1888926" y="3854324"/>
                </a:lnTo>
                <a:lnTo>
                  <a:pt x="1889399" y="3853925"/>
                </a:lnTo>
                <a:lnTo>
                  <a:pt x="1889862" y="3853514"/>
                </a:lnTo>
                <a:lnTo>
                  <a:pt x="1890315" y="3853093"/>
                </a:lnTo>
                <a:lnTo>
                  <a:pt x="1890757" y="3852662"/>
                </a:lnTo>
                <a:lnTo>
                  <a:pt x="1891189" y="3852220"/>
                </a:lnTo>
                <a:lnTo>
                  <a:pt x="1891609" y="3851767"/>
                </a:lnTo>
                <a:lnTo>
                  <a:pt x="1892020" y="3851304"/>
                </a:lnTo>
                <a:lnTo>
                  <a:pt x="1892420" y="3850830"/>
                </a:lnTo>
                <a:lnTo>
                  <a:pt x="1892809" y="3850346"/>
                </a:lnTo>
                <a:lnTo>
                  <a:pt x="1893187" y="3849851"/>
                </a:lnTo>
                <a:lnTo>
                  <a:pt x="1893556" y="3849346"/>
                </a:lnTo>
                <a:lnTo>
                  <a:pt x="1893913" y="3848830"/>
                </a:lnTo>
                <a:lnTo>
                  <a:pt x="1894260" y="3848303"/>
                </a:lnTo>
                <a:lnTo>
                  <a:pt x="1894596" y="3847766"/>
                </a:lnTo>
                <a:lnTo>
                  <a:pt x="1894922" y="3847218"/>
                </a:lnTo>
                <a:lnTo>
                  <a:pt x="1895238" y="3846660"/>
                </a:lnTo>
                <a:lnTo>
                  <a:pt x="1897097" y="3859002"/>
                </a:lnTo>
                <a:lnTo>
                  <a:pt x="1910792" y="3859002"/>
                </a:lnTo>
                <a:lnTo>
                  <a:pt x="1910792" y="3737274"/>
                </a:lnTo>
                <a:lnTo>
                  <a:pt x="1893885" y="3737274"/>
                </a:lnTo>
                <a:lnTo>
                  <a:pt x="1893885" y="3782584"/>
                </a:lnTo>
                <a:lnTo>
                  <a:pt x="1893584" y="3782137"/>
                </a:lnTo>
                <a:lnTo>
                  <a:pt x="1893273" y="3781698"/>
                </a:lnTo>
                <a:lnTo>
                  <a:pt x="1892952" y="3781268"/>
                </a:lnTo>
                <a:lnTo>
                  <a:pt x="1892622" y="3780846"/>
                </a:lnTo>
                <a:lnTo>
                  <a:pt x="1892281" y="3780432"/>
                </a:lnTo>
                <a:lnTo>
                  <a:pt x="1891930" y="3780026"/>
                </a:lnTo>
                <a:lnTo>
                  <a:pt x="1891569" y="3779629"/>
                </a:lnTo>
                <a:lnTo>
                  <a:pt x="1891199" y="3779240"/>
                </a:lnTo>
                <a:lnTo>
                  <a:pt x="1890818" y="3778859"/>
                </a:lnTo>
                <a:lnTo>
                  <a:pt x="1890427" y="3778486"/>
                </a:lnTo>
                <a:lnTo>
                  <a:pt x="1890027" y="3778122"/>
                </a:lnTo>
                <a:lnTo>
                  <a:pt x="1889616" y="3777765"/>
                </a:lnTo>
                <a:lnTo>
                  <a:pt x="1889195" y="3777417"/>
                </a:lnTo>
                <a:lnTo>
                  <a:pt x="1888765" y="3777077"/>
                </a:lnTo>
                <a:lnTo>
                  <a:pt x="1888324" y="3776746"/>
                </a:lnTo>
                <a:lnTo>
                  <a:pt x="1887874" y="3776422"/>
                </a:lnTo>
                <a:lnTo>
                  <a:pt x="1887413" y="3776107"/>
                </a:lnTo>
                <a:lnTo>
                  <a:pt x="1886943" y="3775800"/>
                </a:lnTo>
                <a:lnTo>
                  <a:pt x="1886462" y="3775501"/>
                </a:lnTo>
                <a:lnTo>
                  <a:pt x="1885972" y="3775211"/>
                </a:lnTo>
                <a:lnTo>
                  <a:pt x="1885471" y="3774928"/>
                </a:lnTo>
                <a:lnTo>
                  <a:pt x="1884961" y="3774654"/>
                </a:lnTo>
                <a:lnTo>
                  <a:pt x="1884440" y="3774388"/>
                </a:lnTo>
                <a:lnTo>
                  <a:pt x="1883910" y="3774130"/>
                </a:lnTo>
                <a:lnTo>
                  <a:pt x="1883371" y="3773868"/>
                </a:lnTo>
                <a:lnTo>
                  <a:pt x="1882824" y="3773617"/>
                </a:lnTo>
                <a:lnTo>
                  <a:pt x="1882269" y="3773378"/>
                </a:lnTo>
                <a:lnTo>
                  <a:pt x="1881707" y="3773149"/>
                </a:lnTo>
                <a:lnTo>
                  <a:pt x="1881138" y="3772931"/>
                </a:lnTo>
                <a:lnTo>
                  <a:pt x="1880560" y="3772725"/>
                </a:lnTo>
                <a:lnTo>
                  <a:pt x="1879975" y="3772530"/>
                </a:lnTo>
                <a:lnTo>
                  <a:pt x="1879383" y="3772346"/>
                </a:lnTo>
                <a:lnTo>
                  <a:pt x="1878782" y="3772173"/>
                </a:lnTo>
                <a:lnTo>
                  <a:pt x="1878174" y="3772011"/>
                </a:lnTo>
                <a:lnTo>
                  <a:pt x="1877559" y="3771861"/>
                </a:lnTo>
                <a:lnTo>
                  <a:pt x="1876936" y="3771721"/>
                </a:lnTo>
                <a:lnTo>
                  <a:pt x="1876305" y="3771593"/>
                </a:lnTo>
                <a:lnTo>
                  <a:pt x="1875667" y="3771476"/>
                </a:lnTo>
                <a:lnTo>
                  <a:pt x="1875021" y="3771370"/>
                </a:lnTo>
                <a:lnTo>
                  <a:pt x="1874367" y="3771275"/>
                </a:lnTo>
                <a:lnTo>
                  <a:pt x="1873706" y="3771191"/>
                </a:lnTo>
                <a:lnTo>
                  <a:pt x="1873037" y="3771119"/>
                </a:lnTo>
                <a:lnTo>
                  <a:pt x="1872360" y="3771058"/>
                </a:lnTo>
                <a:lnTo>
                  <a:pt x="1871676" y="3771007"/>
                </a:lnTo>
                <a:lnTo>
                  <a:pt x="1870984" y="3770968"/>
                </a:lnTo>
                <a:lnTo>
                  <a:pt x="1870285" y="3770940"/>
                </a:lnTo>
                <a:lnTo>
                  <a:pt x="1869578" y="3770924"/>
                </a:lnTo>
                <a:lnTo>
                  <a:pt x="1868863" y="3770918"/>
                </a:lnTo>
                <a:lnTo>
                  <a:pt x="1868063" y="3770927"/>
                </a:lnTo>
                <a:lnTo>
                  <a:pt x="1867268" y="3770953"/>
                </a:lnTo>
                <a:lnTo>
                  <a:pt x="1866480" y="3770997"/>
                </a:lnTo>
                <a:lnTo>
                  <a:pt x="1865698" y="3771059"/>
                </a:lnTo>
                <a:lnTo>
                  <a:pt x="1864921" y="3771138"/>
                </a:lnTo>
                <a:lnTo>
                  <a:pt x="1864150" y="3771235"/>
                </a:lnTo>
                <a:lnTo>
                  <a:pt x="1863385" y="3771350"/>
                </a:lnTo>
                <a:lnTo>
                  <a:pt x="1862626" y="3771482"/>
                </a:lnTo>
                <a:lnTo>
                  <a:pt x="1861873" y="3771631"/>
                </a:lnTo>
                <a:lnTo>
                  <a:pt x="1861126" y="3771799"/>
                </a:lnTo>
                <a:lnTo>
                  <a:pt x="1860384" y="3771984"/>
                </a:lnTo>
                <a:lnTo>
                  <a:pt x="1859649" y="3772186"/>
                </a:lnTo>
                <a:lnTo>
                  <a:pt x="1858919" y="3772406"/>
                </a:lnTo>
                <a:lnTo>
                  <a:pt x="1858195" y="3772644"/>
                </a:lnTo>
                <a:lnTo>
                  <a:pt x="1857477" y="3772899"/>
                </a:lnTo>
                <a:lnTo>
                  <a:pt x="1856765" y="3773172"/>
                </a:lnTo>
                <a:lnTo>
                  <a:pt x="1856059" y="3773463"/>
                </a:lnTo>
                <a:lnTo>
                  <a:pt x="1855359" y="3773771"/>
                </a:lnTo>
                <a:lnTo>
                  <a:pt x="1854664" y="3774097"/>
                </a:lnTo>
                <a:lnTo>
                  <a:pt x="1853976" y="3774440"/>
                </a:lnTo>
                <a:lnTo>
                  <a:pt x="1853293" y="3774801"/>
                </a:lnTo>
                <a:lnTo>
                  <a:pt x="1852616" y="3775180"/>
                </a:lnTo>
                <a:lnTo>
                  <a:pt x="1851945" y="3775576"/>
                </a:lnTo>
                <a:lnTo>
                  <a:pt x="1851280" y="3775990"/>
                </a:lnTo>
                <a:lnTo>
                  <a:pt x="1850637" y="3776421"/>
                </a:lnTo>
                <a:lnTo>
                  <a:pt x="1850006" y="3776869"/>
                </a:lnTo>
                <a:lnTo>
                  <a:pt x="1849386" y="3777335"/>
                </a:lnTo>
                <a:lnTo>
                  <a:pt x="1848777" y="3777817"/>
                </a:lnTo>
                <a:lnTo>
                  <a:pt x="1848179" y="3778316"/>
                </a:lnTo>
                <a:lnTo>
                  <a:pt x="1847592" y="3778832"/>
                </a:lnTo>
                <a:lnTo>
                  <a:pt x="1847017" y="3779366"/>
                </a:lnTo>
                <a:lnTo>
                  <a:pt x="1846452" y="3779916"/>
                </a:lnTo>
                <a:lnTo>
                  <a:pt x="1845899" y="3780483"/>
                </a:lnTo>
                <a:lnTo>
                  <a:pt x="1845357" y="3781068"/>
                </a:lnTo>
                <a:lnTo>
                  <a:pt x="1844826" y="3781669"/>
                </a:lnTo>
                <a:lnTo>
                  <a:pt x="1844306" y="3782288"/>
                </a:lnTo>
                <a:lnTo>
                  <a:pt x="1843797" y="3782923"/>
                </a:lnTo>
                <a:lnTo>
                  <a:pt x="1843300" y="3783576"/>
                </a:lnTo>
                <a:lnTo>
                  <a:pt x="1842813" y="3784245"/>
                </a:lnTo>
                <a:lnTo>
                  <a:pt x="1842338" y="3784932"/>
                </a:lnTo>
                <a:lnTo>
                  <a:pt x="1841874" y="3785635"/>
                </a:lnTo>
                <a:lnTo>
                  <a:pt x="1841421" y="3786356"/>
                </a:lnTo>
                <a:lnTo>
                  <a:pt x="1840979" y="3787094"/>
                </a:lnTo>
                <a:lnTo>
                  <a:pt x="1840549" y="3787848"/>
                </a:lnTo>
                <a:lnTo>
                  <a:pt x="1840129" y="3788620"/>
                </a:lnTo>
                <a:lnTo>
                  <a:pt x="1839721" y="3789409"/>
                </a:lnTo>
                <a:lnTo>
                  <a:pt x="1839324" y="3790214"/>
                </a:lnTo>
                <a:lnTo>
                  <a:pt x="1838938" y="3791037"/>
                </a:lnTo>
                <a:lnTo>
                  <a:pt x="1838566" y="3791876"/>
                </a:lnTo>
                <a:lnTo>
                  <a:pt x="1838209" y="3792730"/>
                </a:lnTo>
                <a:lnTo>
                  <a:pt x="1837868" y="3793599"/>
                </a:lnTo>
                <a:lnTo>
                  <a:pt x="1837543" y="3794484"/>
                </a:lnTo>
                <a:lnTo>
                  <a:pt x="1837234" y="3795384"/>
                </a:lnTo>
                <a:lnTo>
                  <a:pt x="1836941" y="3796299"/>
                </a:lnTo>
                <a:lnTo>
                  <a:pt x="1836664" y="3797230"/>
                </a:lnTo>
                <a:lnTo>
                  <a:pt x="1836402" y="3798175"/>
                </a:lnTo>
                <a:lnTo>
                  <a:pt x="1836156" y="3799136"/>
                </a:lnTo>
                <a:lnTo>
                  <a:pt x="1835926" y="3800113"/>
                </a:lnTo>
                <a:lnTo>
                  <a:pt x="1835713" y="3801104"/>
                </a:lnTo>
                <a:lnTo>
                  <a:pt x="1835514" y="3802111"/>
                </a:lnTo>
                <a:lnTo>
                  <a:pt x="1835332" y="3803133"/>
                </a:lnTo>
                <a:lnTo>
                  <a:pt x="1835166" y="3804170"/>
                </a:lnTo>
                <a:lnTo>
                  <a:pt x="1835015" y="3805223"/>
                </a:lnTo>
                <a:lnTo>
                  <a:pt x="1834880" y="3806291"/>
                </a:lnTo>
                <a:lnTo>
                  <a:pt x="1834762" y="3807374"/>
                </a:lnTo>
                <a:lnTo>
                  <a:pt x="1834658" y="3808472"/>
                </a:lnTo>
                <a:lnTo>
                  <a:pt x="1834571" y="3809586"/>
                </a:lnTo>
                <a:lnTo>
                  <a:pt x="1834500" y="3810715"/>
                </a:lnTo>
                <a:lnTo>
                  <a:pt x="1834445" y="3811859"/>
                </a:lnTo>
                <a:lnTo>
                  <a:pt x="1834405" y="3813018"/>
                </a:lnTo>
                <a:lnTo>
                  <a:pt x="1834381" y="3814193"/>
                </a:lnTo>
                <a:lnTo>
                  <a:pt x="1834373" y="3815383"/>
                </a:lnTo>
                <a:lnTo>
                  <a:pt x="1834373" y="3817243"/>
                </a:lnTo>
                <a:lnTo>
                  <a:pt x="1834381" y="3818515"/>
                </a:lnTo>
                <a:lnTo>
                  <a:pt x="1834405" y="3819767"/>
                </a:lnTo>
                <a:lnTo>
                  <a:pt x="1834445" y="3820999"/>
                </a:lnTo>
                <a:lnTo>
                  <a:pt x="1834500" y="3822211"/>
                </a:lnTo>
                <a:lnTo>
                  <a:pt x="1834571" y="3823404"/>
                </a:lnTo>
                <a:lnTo>
                  <a:pt x="1834658" y="3824576"/>
                </a:lnTo>
                <a:lnTo>
                  <a:pt x="1834762" y="3825728"/>
                </a:lnTo>
                <a:lnTo>
                  <a:pt x="1834880" y="3826861"/>
                </a:lnTo>
                <a:lnTo>
                  <a:pt x="1835015" y="3827973"/>
                </a:lnTo>
                <a:lnTo>
                  <a:pt x="1835166" y="3829065"/>
                </a:lnTo>
                <a:lnTo>
                  <a:pt x="1835332" y="3830138"/>
                </a:lnTo>
                <a:lnTo>
                  <a:pt x="1835514" y="3831191"/>
                </a:lnTo>
                <a:lnTo>
                  <a:pt x="1835713" y="3832223"/>
                </a:lnTo>
                <a:lnTo>
                  <a:pt x="1835926" y="3833236"/>
                </a:lnTo>
                <a:lnTo>
                  <a:pt x="1836156" y="3834228"/>
                </a:lnTo>
                <a:lnTo>
                  <a:pt x="1836402" y="3835201"/>
                </a:lnTo>
                <a:lnTo>
                  <a:pt x="1836664" y="3836154"/>
                </a:lnTo>
                <a:lnTo>
                  <a:pt x="1836941" y="3837087"/>
                </a:lnTo>
                <a:lnTo>
                  <a:pt x="1837234" y="3838000"/>
                </a:lnTo>
                <a:lnTo>
                  <a:pt x="1837543" y="3838892"/>
                </a:lnTo>
                <a:lnTo>
                  <a:pt x="1837868" y="3839765"/>
                </a:lnTo>
                <a:lnTo>
                  <a:pt x="1838209" y="3840618"/>
                </a:lnTo>
                <a:lnTo>
                  <a:pt x="1838566" y="3841451"/>
                </a:lnTo>
                <a:lnTo>
                  <a:pt x="1838938" y="3842264"/>
                </a:lnTo>
                <a:lnTo>
                  <a:pt x="1839338" y="3843045"/>
                </a:lnTo>
                <a:lnTo>
                  <a:pt x="1839748" y="3843808"/>
                </a:lnTo>
                <a:lnTo>
                  <a:pt x="1840169" y="3844555"/>
                </a:lnTo>
                <a:lnTo>
                  <a:pt x="1840601" y="3845284"/>
                </a:lnTo>
                <a:lnTo>
                  <a:pt x="1841043" y="3845996"/>
                </a:lnTo>
                <a:lnTo>
                  <a:pt x="1841495" y="3846692"/>
                </a:lnTo>
                <a:lnTo>
                  <a:pt x="1841958" y="3847370"/>
                </a:lnTo>
                <a:lnTo>
                  <a:pt x="1842432" y="3848031"/>
                </a:lnTo>
                <a:lnTo>
                  <a:pt x="1842916" y="3848676"/>
                </a:lnTo>
                <a:lnTo>
                  <a:pt x="1843411" y="3849303"/>
                </a:lnTo>
                <a:lnTo>
                  <a:pt x="1843917" y="3849913"/>
                </a:lnTo>
                <a:lnTo>
                  <a:pt x="1844433" y="3850506"/>
                </a:lnTo>
                <a:lnTo>
                  <a:pt x="1844959" y="3851083"/>
                </a:lnTo>
                <a:lnTo>
                  <a:pt x="1845496" y="3851642"/>
                </a:lnTo>
                <a:lnTo>
                  <a:pt x="1846044" y="3852184"/>
                </a:lnTo>
                <a:lnTo>
                  <a:pt x="1846602" y="3852709"/>
                </a:lnTo>
                <a:lnTo>
                  <a:pt x="1847171" y="3853217"/>
                </a:lnTo>
                <a:lnTo>
                  <a:pt x="1847751" y="3853708"/>
                </a:lnTo>
                <a:lnTo>
                  <a:pt x="1848341" y="3854182"/>
                </a:lnTo>
                <a:lnTo>
                  <a:pt x="1848941" y="3854639"/>
                </a:lnTo>
                <a:lnTo>
                  <a:pt x="1849552" y="3855079"/>
                </a:lnTo>
                <a:lnTo>
                  <a:pt x="1850174" y="3855502"/>
                </a:lnTo>
                <a:lnTo>
                  <a:pt x="1850806" y="3855908"/>
                </a:lnTo>
                <a:lnTo>
                  <a:pt x="1851449" y="3856297"/>
                </a:lnTo>
                <a:lnTo>
                  <a:pt x="1852100" y="3856656"/>
                </a:lnTo>
                <a:lnTo>
                  <a:pt x="1852756" y="3856999"/>
                </a:lnTo>
                <a:lnTo>
                  <a:pt x="1853417" y="3857327"/>
                </a:lnTo>
                <a:lnTo>
                  <a:pt x="1854084" y="3857640"/>
                </a:lnTo>
                <a:lnTo>
                  <a:pt x="1854756" y="3857938"/>
                </a:lnTo>
                <a:lnTo>
                  <a:pt x="1855433" y="3858220"/>
                </a:lnTo>
                <a:lnTo>
                  <a:pt x="1856115" y="3858487"/>
                </a:lnTo>
                <a:lnTo>
                  <a:pt x="1856803" y="3858739"/>
                </a:lnTo>
                <a:lnTo>
                  <a:pt x="1857496" y="3858976"/>
                </a:lnTo>
                <a:lnTo>
                  <a:pt x="1858194" y="3859197"/>
                </a:lnTo>
                <a:lnTo>
                  <a:pt x="1858898" y="3859403"/>
                </a:lnTo>
                <a:lnTo>
                  <a:pt x="1859607" y="3859594"/>
                </a:lnTo>
                <a:lnTo>
                  <a:pt x="1860321" y="3859769"/>
                </a:lnTo>
                <a:lnTo>
                  <a:pt x="1861040" y="3859930"/>
                </a:lnTo>
                <a:lnTo>
                  <a:pt x="1861765" y="3860075"/>
                </a:lnTo>
                <a:lnTo>
                  <a:pt x="1862495" y="3860204"/>
                </a:lnTo>
                <a:lnTo>
                  <a:pt x="1863230" y="3860319"/>
                </a:lnTo>
                <a:lnTo>
                  <a:pt x="1863971" y="3860418"/>
                </a:lnTo>
                <a:lnTo>
                  <a:pt x="1864716" y="3860502"/>
                </a:lnTo>
                <a:lnTo>
                  <a:pt x="1865468" y="3860571"/>
                </a:lnTo>
                <a:lnTo>
                  <a:pt x="1866224" y="3860624"/>
                </a:lnTo>
                <a:lnTo>
                  <a:pt x="1866986" y="3860662"/>
                </a:lnTo>
                <a:lnTo>
                  <a:pt x="1867753" y="3860685"/>
                </a:lnTo>
                <a:lnTo>
                  <a:pt x="1868525" y="3860693"/>
                </a:lnTo>
                <a:lnTo>
                  <a:pt x="1869309" y="3860687"/>
                </a:lnTo>
                <a:lnTo>
                  <a:pt x="1870084" y="3860668"/>
                </a:lnTo>
                <a:lnTo>
                  <a:pt x="1870850" y="3860637"/>
                </a:lnTo>
                <a:lnTo>
                  <a:pt x="1871606" y="3860594"/>
                </a:lnTo>
                <a:lnTo>
                  <a:pt x="1872352" y="3860539"/>
                </a:lnTo>
                <a:lnTo>
                  <a:pt x="1873090" y="3860471"/>
                </a:lnTo>
                <a:lnTo>
                  <a:pt x="1873818" y="3860391"/>
                </a:lnTo>
                <a:lnTo>
                  <a:pt x="1874536" y="3860298"/>
                </a:lnTo>
                <a:close/>
                <a:moveTo>
                  <a:pt x="1866740" y="3847750"/>
                </a:moveTo>
                <a:lnTo>
                  <a:pt x="1866060" y="3847545"/>
                </a:lnTo>
                <a:lnTo>
                  <a:pt x="1865391" y="3847316"/>
                </a:lnTo>
                <a:lnTo>
                  <a:pt x="1864733" y="3847064"/>
                </a:lnTo>
                <a:lnTo>
                  <a:pt x="1864087" y="3846787"/>
                </a:lnTo>
                <a:lnTo>
                  <a:pt x="1863451" y="3846486"/>
                </a:lnTo>
                <a:lnTo>
                  <a:pt x="1862827" y="3846161"/>
                </a:lnTo>
                <a:lnTo>
                  <a:pt x="1862214" y="3845812"/>
                </a:lnTo>
                <a:lnTo>
                  <a:pt x="1861612" y="3845439"/>
                </a:lnTo>
                <a:lnTo>
                  <a:pt x="1861021" y="3845042"/>
                </a:lnTo>
                <a:lnTo>
                  <a:pt x="1860441" y="3844621"/>
                </a:lnTo>
                <a:lnTo>
                  <a:pt x="1859873" y="3844175"/>
                </a:lnTo>
                <a:lnTo>
                  <a:pt x="1859315" y="3843706"/>
                </a:lnTo>
                <a:lnTo>
                  <a:pt x="1858769" y="3843213"/>
                </a:lnTo>
                <a:lnTo>
                  <a:pt x="1858234" y="3842695"/>
                </a:lnTo>
                <a:lnTo>
                  <a:pt x="1857710" y="3842154"/>
                </a:lnTo>
                <a:lnTo>
                  <a:pt x="1857197" y="3841588"/>
                </a:lnTo>
                <a:lnTo>
                  <a:pt x="1856714" y="3840998"/>
                </a:lnTo>
                <a:lnTo>
                  <a:pt x="1856252" y="3840381"/>
                </a:lnTo>
                <a:lnTo>
                  <a:pt x="1855810" y="3839739"/>
                </a:lnTo>
                <a:lnTo>
                  <a:pt x="1855389" y="3839071"/>
                </a:lnTo>
                <a:lnTo>
                  <a:pt x="1854989" y="3838377"/>
                </a:lnTo>
                <a:lnTo>
                  <a:pt x="1854608" y="3837657"/>
                </a:lnTo>
                <a:lnTo>
                  <a:pt x="1854249" y="3836912"/>
                </a:lnTo>
                <a:lnTo>
                  <a:pt x="1853910" y="3836140"/>
                </a:lnTo>
                <a:lnTo>
                  <a:pt x="1853591" y="3835343"/>
                </a:lnTo>
                <a:lnTo>
                  <a:pt x="1853293" y="3834520"/>
                </a:lnTo>
                <a:lnTo>
                  <a:pt x="1853016" y="3833671"/>
                </a:lnTo>
                <a:lnTo>
                  <a:pt x="1852759" y="3832797"/>
                </a:lnTo>
                <a:lnTo>
                  <a:pt x="1852523" y="3831896"/>
                </a:lnTo>
                <a:lnTo>
                  <a:pt x="1852307" y="3830970"/>
                </a:lnTo>
                <a:lnTo>
                  <a:pt x="1852112" y="3830018"/>
                </a:lnTo>
                <a:lnTo>
                  <a:pt x="1851937" y="3829040"/>
                </a:lnTo>
                <a:lnTo>
                  <a:pt x="1851783" y="3828036"/>
                </a:lnTo>
                <a:lnTo>
                  <a:pt x="1851650" y="3827006"/>
                </a:lnTo>
                <a:lnTo>
                  <a:pt x="1851537" y="3825951"/>
                </a:lnTo>
                <a:lnTo>
                  <a:pt x="1851444" y="3824869"/>
                </a:lnTo>
                <a:lnTo>
                  <a:pt x="1851372" y="3823762"/>
                </a:lnTo>
                <a:lnTo>
                  <a:pt x="1851321" y="3822629"/>
                </a:lnTo>
                <a:lnTo>
                  <a:pt x="1851290" y="3821470"/>
                </a:lnTo>
                <a:lnTo>
                  <a:pt x="1851280" y="3820286"/>
                </a:lnTo>
                <a:lnTo>
                  <a:pt x="1851280" y="3810987"/>
                </a:lnTo>
                <a:lnTo>
                  <a:pt x="1851290" y="3809830"/>
                </a:lnTo>
                <a:lnTo>
                  <a:pt x="1851321" y="3808698"/>
                </a:lnTo>
                <a:lnTo>
                  <a:pt x="1851372" y="3807590"/>
                </a:lnTo>
                <a:lnTo>
                  <a:pt x="1851444" y="3806507"/>
                </a:lnTo>
                <a:lnTo>
                  <a:pt x="1851537" y="3805448"/>
                </a:lnTo>
                <a:lnTo>
                  <a:pt x="1851650" y="3804415"/>
                </a:lnTo>
                <a:lnTo>
                  <a:pt x="1851783" y="3803405"/>
                </a:lnTo>
                <a:lnTo>
                  <a:pt x="1851937" y="3802421"/>
                </a:lnTo>
                <a:lnTo>
                  <a:pt x="1852112" y="3801461"/>
                </a:lnTo>
                <a:lnTo>
                  <a:pt x="1852307" y="3800526"/>
                </a:lnTo>
                <a:lnTo>
                  <a:pt x="1852523" y="3799615"/>
                </a:lnTo>
                <a:lnTo>
                  <a:pt x="1852759" y="3798730"/>
                </a:lnTo>
                <a:lnTo>
                  <a:pt x="1853016" y="3797868"/>
                </a:lnTo>
                <a:lnTo>
                  <a:pt x="1853293" y="3797032"/>
                </a:lnTo>
                <a:lnTo>
                  <a:pt x="1853591" y="3796220"/>
                </a:lnTo>
                <a:lnTo>
                  <a:pt x="1853910" y="3795433"/>
                </a:lnTo>
                <a:lnTo>
                  <a:pt x="1854249" y="3794670"/>
                </a:lnTo>
                <a:lnTo>
                  <a:pt x="1854608" y="3793932"/>
                </a:lnTo>
                <a:lnTo>
                  <a:pt x="1854989" y="3793219"/>
                </a:lnTo>
                <a:lnTo>
                  <a:pt x="1855389" y="3792530"/>
                </a:lnTo>
                <a:lnTo>
                  <a:pt x="1855810" y="3791866"/>
                </a:lnTo>
                <a:lnTo>
                  <a:pt x="1856252" y="3791227"/>
                </a:lnTo>
                <a:lnTo>
                  <a:pt x="1856714" y="3790613"/>
                </a:lnTo>
                <a:lnTo>
                  <a:pt x="1857197" y="3790023"/>
                </a:lnTo>
                <a:lnTo>
                  <a:pt x="1857710" y="3789443"/>
                </a:lnTo>
                <a:lnTo>
                  <a:pt x="1858234" y="3788888"/>
                </a:lnTo>
                <a:lnTo>
                  <a:pt x="1858769" y="3788358"/>
                </a:lnTo>
                <a:lnTo>
                  <a:pt x="1859315" y="3787853"/>
                </a:lnTo>
                <a:lnTo>
                  <a:pt x="1859873" y="3787372"/>
                </a:lnTo>
                <a:lnTo>
                  <a:pt x="1860441" y="3786916"/>
                </a:lnTo>
                <a:lnTo>
                  <a:pt x="1861021" y="3786485"/>
                </a:lnTo>
                <a:lnTo>
                  <a:pt x="1861612" y="3786078"/>
                </a:lnTo>
                <a:lnTo>
                  <a:pt x="1862214" y="3785696"/>
                </a:lnTo>
                <a:lnTo>
                  <a:pt x="1862827" y="3785338"/>
                </a:lnTo>
                <a:lnTo>
                  <a:pt x="1863451" y="3785005"/>
                </a:lnTo>
                <a:lnTo>
                  <a:pt x="1864087" y="3784697"/>
                </a:lnTo>
                <a:lnTo>
                  <a:pt x="1864733" y="3784414"/>
                </a:lnTo>
                <a:lnTo>
                  <a:pt x="1865391" y="3784155"/>
                </a:lnTo>
                <a:lnTo>
                  <a:pt x="1866060" y="3783920"/>
                </a:lnTo>
                <a:lnTo>
                  <a:pt x="1866740" y="3783711"/>
                </a:lnTo>
                <a:lnTo>
                  <a:pt x="1867431" y="3783526"/>
                </a:lnTo>
                <a:lnTo>
                  <a:pt x="1868134" y="3783366"/>
                </a:lnTo>
                <a:lnTo>
                  <a:pt x="1868847" y="3783230"/>
                </a:lnTo>
                <a:lnTo>
                  <a:pt x="1869572" y="3783119"/>
                </a:lnTo>
                <a:lnTo>
                  <a:pt x="1870308" y="3783033"/>
                </a:lnTo>
                <a:lnTo>
                  <a:pt x="1871055" y="3782971"/>
                </a:lnTo>
                <a:lnTo>
                  <a:pt x="1871813" y="3782934"/>
                </a:lnTo>
                <a:lnTo>
                  <a:pt x="1872582" y="3782922"/>
                </a:lnTo>
                <a:lnTo>
                  <a:pt x="1873351" y="3782934"/>
                </a:lnTo>
                <a:lnTo>
                  <a:pt x="1874109" y="3782970"/>
                </a:lnTo>
                <a:lnTo>
                  <a:pt x="1874854" y="3783030"/>
                </a:lnTo>
                <a:lnTo>
                  <a:pt x="1875588" y="3783114"/>
                </a:lnTo>
                <a:lnTo>
                  <a:pt x="1876310" y="3783223"/>
                </a:lnTo>
                <a:lnTo>
                  <a:pt x="1877020" y="3783355"/>
                </a:lnTo>
                <a:lnTo>
                  <a:pt x="1877719" y="3783512"/>
                </a:lnTo>
                <a:lnTo>
                  <a:pt x="1878406" y="3783692"/>
                </a:lnTo>
                <a:lnTo>
                  <a:pt x="1879081" y="3783897"/>
                </a:lnTo>
                <a:lnTo>
                  <a:pt x="1879744" y="3784125"/>
                </a:lnTo>
                <a:lnTo>
                  <a:pt x="1880396" y="3784378"/>
                </a:lnTo>
                <a:lnTo>
                  <a:pt x="1881036" y="3784655"/>
                </a:lnTo>
                <a:lnTo>
                  <a:pt x="1881664" y="3784956"/>
                </a:lnTo>
                <a:lnTo>
                  <a:pt x="1882280" y="3785281"/>
                </a:lnTo>
                <a:lnTo>
                  <a:pt x="1882885" y="3785630"/>
                </a:lnTo>
                <a:lnTo>
                  <a:pt x="1883478" y="3786003"/>
                </a:lnTo>
                <a:lnTo>
                  <a:pt x="1884059" y="3786400"/>
                </a:lnTo>
                <a:lnTo>
                  <a:pt x="1884628" y="3786821"/>
                </a:lnTo>
                <a:lnTo>
                  <a:pt x="1885186" y="3787266"/>
                </a:lnTo>
                <a:lnTo>
                  <a:pt x="1885732" y="3787736"/>
                </a:lnTo>
                <a:lnTo>
                  <a:pt x="1886266" y="3788229"/>
                </a:lnTo>
                <a:lnTo>
                  <a:pt x="1886789" y="3788746"/>
                </a:lnTo>
                <a:lnTo>
                  <a:pt x="1887300" y="3789288"/>
                </a:lnTo>
                <a:lnTo>
                  <a:pt x="1887799" y="3789854"/>
                </a:lnTo>
                <a:lnTo>
                  <a:pt x="1888295" y="3790444"/>
                </a:lnTo>
                <a:lnTo>
                  <a:pt x="1888771" y="3791059"/>
                </a:lnTo>
                <a:lnTo>
                  <a:pt x="1889225" y="3791700"/>
                </a:lnTo>
                <a:lnTo>
                  <a:pt x="1889658" y="3792366"/>
                </a:lnTo>
                <a:lnTo>
                  <a:pt x="1890070" y="3793057"/>
                </a:lnTo>
                <a:lnTo>
                  <a:pt x="1890461" y="3793774"/>
                </a:lnTo>
                <a:lnTo>
                  <a:pt x="1890831" y="3794516"/>
                </a:lnTo>
                <a:lnTo>
                  <a:pt x="1891180" y="3795282"/>
                </a:lnTo>
                <a:lnTo>
                  <a:pt x="1891507" y="3796075"/>
                </a:lnTo>
                <a:lnTo>
                  <a:pt x="1891814" y="3796892"/>
                </a:lnTo>
                <a:lnTo>
                  <a:pt x="1892099" y="3797735"/>
                </a:lnTo>
                <a:lnTo>
                  <a:pt x="1892363" y="3798603"/>
                </a:lnTo>
                <a:lnTo>
                  <a:pt x="1892606" y="3799496"/>
                </a:lnTo>
                <a:lnTo>
                  <a:pt x="1892828" y="3800414"/>
                </a:lnTo>
                <a:lnTo>
                  <a:pt x="1893029" y="3801358"/>
                </a:lnTo>
                <a:lnTo>
                  <a:pt x="1893209" y="3802327"/>
                </a:lnTo>
                <a:lnTo>
                  <a:pt x="1893367" y="3803321"/>
                </a:lnTo>
                <a:lnTo>
                  <a:pt x="1893504" y="3804341"/>
                </a:lnTo>
                <a:lnTo>
                  <a:pt x="1893621" y="3805385"/>
                </a:lnTo>
                <a:lnTo>
                  <a:pt x="1893716" y="3806455"/>
                </a:lnTo>
                <a:lnTo>
                  <a:pt x="1893790" y="3807550"/>
                </a:lnTo>
                <a:lnTo>
                  <a:pt x="1893843" y="3808671"/>
                </a:lnTo>
                <a:lnTo>
                  <a:pt x="1893874" y="3809816"/>
                </a:lnTo>
                <a:lnTo>
                  <a:pt x="1893885" y="3810987"/>
                </a:lnTo>
                <a:lnTo>
                  <a:pt x="1893885" y="3820455"/>
                </a:lnTo>
                <a:lnTo>
                  <a:pt x="1893874" y="3821639"/>
                </a:lnTo>
                <a:lnTo>
                  <a:pt x="1893843" y="3822798"/>
                </a:lnTo>
                <a:lnTo>
                  <a:pt x="1893790" y="3823931"/>
                </a:lnTo>
                <a:lnTo>
                  <a:pt x="1893716" y="3825038"/>
                </a:lnTo>
                <a:lnTo>
                  <a:pt x="1893621" y="3826120"/>
                </a:lnTo>
                <a:lnTo>
                  <a:pt x="1893504" y="3827175"/>
                </a:lnTo>
                <a:lnTo>
                  <a:pt x="1893367" y="3828205"/>
                </a:lnTo>
                <a:lnTo>
                  <a:pt x="1893209" y="3829209"/>
                </a:lnTo>
                <a:lnTo>
                  <a:pt x="1893029" y="3830187"/>
                </a:lnTo>
                <a:lnTo>
                  <a:pt x="1892828" y="3831139"/>
                </a:lnTo>
                <a:lnTo>
                  <a:pt x="1892606" y="3832065"/>
                </a:lnTo>
                <a:lnTo>
                  <a:pt x="1892363" y="3832966"/>
                </a:lnTo>
                <a:lnTo>
                  <a:pt x="1892099" y="3833840"/>
                </a:lnTo>
                <a:lnTo>
                  <a:pt x="1891814" y="3834689"/>
                </a:lnTo>
                <a:lnTo>
                  <a:pt x="1891507" y="3835512"/>
                </a:lnTo>
                <a:lnTo>
                  <a:pt x="1891180" y="3836309"/>
                </a:lnTo>
                <a:lnTo>
                  <a:pt x="1890831" y="3837081"/>
                </a:lnTo>
                <a:lnTo>
                  <a:pt x="1890461" y="3837826"/>
                </a:lnTo>
                <a:lnTo>
                  <a:pt x="1890070" y="3838546"/>
                </a:lnTo>
                <a:lnTo>
                  <a:pt x="1889658" y="3839240"/>
                </a:lnTo>
                <a:lnTo>
                  <a:pt x="1889225" y="3839908"/>
                </a:lnTo>
                <a:lnTo>
                  <a:pt x="1888771" y="3840550"/>
                </a:lnTo>
                <a:lnTo>
                  <a:pt x="1888295" y="3841167"/>
                </a:lnTo>
                <a:lnTo>
                  <a:pt x="1887799" y="3841757"/>
                </a:lnTo>
                <a:lnTo>
                  <a:pt x="1887300" y="3842309"/>
                </a:lnTo>
                <a:lnTo>
                  <a:pt x="1886789" y="3842837"/>
                </a:lnTo>
                <a:lnTo>
                  <a:pt x="1886266" y="3843342"/>
                </a:lnTo>
                <a:lnTo>
                  <a:pt x="1885732" y="3843824"/>
                </a:lnTo>
                <a:lnTo>
                  <a:pt x="1885186" y="3844281"/>
                </a:lnTo>
                <a:lnTo>
                  <a:pt x="1884628" y="3844716"/>
                </a:lnTo>
                <a:lnTo>
                  <a:pt x="1884059" y="3845127"/>
                </a:lnTo>
                <a:lnTo>
                  <a:pt x="1883478" y="3845514"/>
                </a:lnTo>
                <a:lnTo>
                  <a:pt x="1882885" y="3845878"/>
                </a:lnTo>
                <a:lnTo>
                  <a:pt x="1882280" y="3846219"/>
                </a:lnTo>
                <a:lnTo>
                  <a:pt x="1881664" y="3846536"/>
                </a:lnTo>
                <a:lnTo>
                  <a:pt x="1881036" y="3846829"/>
                </a:lnTo>
                <a:lnTo>
                  <a:pt x="1880396" y="3847099"/>
                </a:lnTo>
                <a:lnTo>
                  <a:pt x="1879744" y="3847346"/>
                </a:lnTo>
                <a:lnTo>
                  <a:pt x="1879081" y="3847569"/>
                </a:lnTo>
                <a:lnTo>
                  <a:pt x="1878406" y="3847768"/>
                </a:lnTo>
                <a:lnTo>
                  <a:pt x="1877719" y="3847945"/>
                </a:lnTo>
                <a:lnTo>
                  <a:pt x="1877020" y="3848097"/>
                </a:lnTo>
                <a:lnTo>
                  <a:pt x="1876310" y="3848226"/>
                </a:lnTo>
                <a:lnTo>
                  <a:pt x="1875588" y="3848332"/>
                </a:lnTo>
                <a:lnTo>
                  <a:pt x="1874854" y="3848414"/>
                </a:lnTo>
                <a:lnTo>
                  <a:pt x="1874109" y="3848473"/>
                </a:lnTo>
                <a:lnTo>
                  <a:pt x="1873351" y="3848508"/>
                </a:lnTo>
                <a:lnTo>
                  <a:pt x="1872582" y="3848520"/>
                </a:lnTo>
                <a:lnTo>
                  <a:pt x="1871813" y="3848508"/>
                </a:lnTo>
                <a:lnTo>
                  <a:pt x="1871055" y="3848472"/>
                </a:lnTo>
                <a:lnTo>
                  <a:pt x="1870308" y="3848411"/>
                </a:lnTo>
                <a:lnTo>
                  <a:pt x="1869572" y="3848327"/>
                </a:lnTo>
                <a:lnTo>
                  <a:pt x="1868847" y="3848219"/>
                </a:lnTo>
                <a:lnTo>
                  <a:pt x="1868134" y="3848087"/>
                </a:lnTo>
                <a:lnTo>
                  <a:pt x="1867431" y="3847930"/>
                </a:lnTo>
                <a:lnTo>
                  <a:pt x="1866740" y="3847750"/>
                </a:lnTo>
                <a:close/>
                <a:moveTo>
                  <a:pt x="1985128" y="3860122"/>
                </a:moveTo>
                <a:lnTo>
                  <a:pt x="1985994" y="3859988"/>
                </a:lnTo>
                <a:lnTo>
                  <a:pt x="1986849" y="3859840"/>
                </a:lnTo>
                <a:lnTo>
                  <a:pt x="1987693" y="3859678"/>
                </a:lnTo>
                <a:lnTo>
                  <a:pt x="1988526" y="3859502"/>
                </a:lnTo>
                <a:lnTo>
                  <a:pt x="1989348" y="3859312"/>
                </a:lnTo>
                <a:lnTo>
                  <a:pt x="1990158" y="3859108"/>
                </a:lnTo>
                <a:lnTo>
                  <a:pt x="1990957" y="3858889"/>
                </a:lnTo>
                <a:lnTo>
                  <a:pt x="1991745" y="3858657"/>
                </a:lnTo>
                <a:lnTo>
                  <a:pt x="1992522" y="3858410"/>
                </a:lnTo>
                <a:lnTo>
                  <a:pt x="1993288" y="3858150"/>
                </a:lnTo>
                <a:lnTo>
                  <a:pt x="1994043" y="3857875"/>
                </a:lnTo>
                <a:lnTo>
                  <a:pt x="1994786" y="3857586"/>
                </a:lnTo>
                <a:lnTo>
                  <a:pt x="1995519" y="3857283"/>
                </a:lnTo>
                <a:lnTo>
                  <a:pt x="1996240" y="3856966"/>
                </a:lnTo>
                <a:lnTo>
                  <a:pt x="1996950" y="3856635"/>
                </a:lnTo>
                <a:lnTo>
                  <a:pt x="1997662" y="3856291"/>
                </a:lnTo>
                <a:lnTo>
                  <a:pt x="1998360" y="3855935"/>
                </a:lnTo>
                <a:lnTo>
                  <a:pt x="1999045" y="3855568"/>
                </a:lnTo>
                <a:lnTo>
                  <a:pt x="1999716" y="3855189"/>
                </a:lnTo>
                <a:lnTo>
                  <a:pt x="2000374" y="3854798"/>
                </a:lnTo>
                <a:lnTo>
                  <a:pt x="2001018" y="3854395"/>
                </a:lnTo>
                <a:lnTo>
                  <a:pt x="2001649" y="3853981"/>
                </a:lnTo>
                <a:lnTo>
                  <a:pt x="2002266" y="3853554"/>
                </a:lnTo>
                <a:lnTo>
                  <a:pt x="2002870" y="3853116"/>
                </a:lnTo>
                <a:lnTo>
                  <a:pt x="2003460" y="3852667"/>
                </a:lnTo>
                <a:lnTo>
                  <a:pt x="2004037" y="3852205"/>
                </a:lnTo>
                <a:lnTo>
                  <a:pt x="2004600" y="3851732"/>
                </a:lnTo>
                <a:lnTo>
                  <a:pt x="2005150" y="3851247"/>
                </a:lnTo>
                <a:lnTo>
                  <a:pt x="2005686" y="3850751"/>
                </a:lnTo>
                <a:lnTo>
                  <a:pt x="2006209" y="3850242"/>
                </a:lnTo>
                <a:lnTo>
                  <a:pt x="2006718" y="3849722"/>
                </a:lnTo>
                <a:lnTo>
                  <a:pt x="2007214" y="3849190"/>
                </a:lnTo>
                <a:lnTo>
                  <a:pt x="2007696" y="3848647"/>
                </a:lnTo>
                <a:lnTo>
                  <a:pt x="2008165" y="3848091"/>
                </a:lnTo>
                <a:lnTo>
                  <a:pt x="2008620" y="3847524"/>
                </a:lnTo>
                <a:lnTo>
                  <a:pt x="2009062" y="3846945"/>
                </a:lnTo>
                <a:lnTo>
                  <a:pt x="2009490" y="3846355"/>
                </a:lnTo>
                <a:lnTo>
                  <a:pt x="2009905" y="3845752"/>
                </a:lnTo>
                <a:lnTo>
                  <a:pt x="2010306" y="3845138"/>
                </a:lnTo>
                <a:lnTo>
                  <a:pt x="2010706" y="3844500"/>
                </a:lnTo>
                <a:lnTo>
                  <a:pt x="2011089" y="3843852"/>
                </a:lnTo>
                <a:lnTo>
                  <a:pt x="2011455" y="3843194"/>
                </a:lnTo>
                <a:lnTo>
                  <a:pt x="2011804" y="3842527"/>
                </a:lnTo>
                <a:lnTo>
                  <a:pt x="2012136" y="3841851"/>
                </a:lnTo>
                <a:lnTo>
                  <a:pt x="2012451" y="3841165"/>
                </a:lnTo>
                <a:lnTo>
                  <a:pt x="2012749" y="3840470"/>
                </a:lnTo>
                <a:lnTo>
                  <a:pt x="2013030" y="3839766"/>
                </a:lnTo>
                <a:lnTo>
                  <a:pt x="2013294" y="3839052"/>
                </a:lnTo>
                <a:lnTo>
                  <a:pt x="2013541" y="3838329"/>
                </a:lnTo>
                <a:lnTo>
                  <a:pt x="2013771" y="3837596"/>
                </a:lnTo>
                <a:lnTo>
                  <a:pt x="2013983" y="3836854"/>
                </a:lnTo>
                <a:lnTo>
                  <a:pt x="2014179" y="3836103"/>
                </a:lnTo>
                <a:lnTo>
                  <a:pt x="2014358" y="3835342"/>
                </a:lnTo>
                <a:lnTo>
                  <a:pt x="2014520" y="3834572"/>
                </a:lnTo>
                <a:lnTo>
                  <a:pt x="2014664" y="3833792"/>
                </a:lnTo>
                <a:lnTo>
                  <a:pt x="2014792" y="3833003"/>
                </a:lnTo>
                <a:lnTo>
                  <a:pt x="2014903" y="3832205"/>
                </a:lnTo>
                <a:lnTo>
                  <a:pt x="2014996" y="3831397"/>
                </a:lnTo>
                <a:lnTo>
                  <a:pt x="2015073" y="3830580"/>
                </a:lnTo>
                <a:lnTo>
                  <a:pt x="2015132" y="3829754"/>
                </a:lnTo>
                <a:lnTo>
                  <a:pt x="2015175" y="3828918"/>
                </a:lnTo>
                <a:lnTo>
                  <a:pt x="2015200" y="3828072"/>
                </a:lnTo>
                <a:lnTo>
                  <a:pt x="2015209" y="3827217"/>
                </a:lnTo>
                <a:lnTo>
                  <a:pt x="1999317" y="3827217"/>
                </a:lnTo>
                <a:lnTo>
                  <a:pt x="1999307" y="3828123"/>
                </a:lnTo>
                <a:lnTo>
                  <a:pt x="1999277" y="3829009"/>
                </a:lnTo>
                <a:lnTo>
                  <a:pt x="1999227" y="3829875"/>
                </a:lnTo>
                <a:lnTo>
                  <a:pt x="1999157" y="3830721"/>
                </a:lnTo>
                <a:lnTo>
                  <a:pt x="1999067" y="3831547"/>
                </a:lnTo>
                <a:lnTo>
                  <a:pt x="1998957" y="3832353"/>
                </a:lnTo>
                <a:lnTo>
                  <a:pt x="1998828" y="3833139"/>
                </a:lnTo>
                <a:lnTo>
                  <a:pt x="1998678" y="3833905"/>
                </a:lnTo>
                <a:lnTo>
                  <a:pt x="1998508" y="3834651"/>
                </a:lnTo>
                <a:lnTo>
                  <a:pt x="1998319" y="3835377"/>
                </a:lnTo>
                <a:lnTo>
                  <a:pt x="1998109" y="3836084"/>
                </a:lnTo>
                <a:lnTo>
                  <a:pt x="1997880" y="3836770"/>
                </a:lnTo>
                <a:lnTo>
                  <a:pt x="1997630" y="3837436"/>
                </a:lnTo>
                <a:lnTo>
                  <a:pt x="1997361" y="3838082"/>
                </a:lnTo>
                <a:lnTo>
                  <a:pt x="1997071" y="3838709"/>
                </a:lnTo>
                <a:lnTo>
                  <a:pt x="1996762" y="3839315"/>
                </a:lnTo>
                <a:lnTo>
                  <a:pt x="1996433" y="3839902"/>
                </a:lnTo>
                <a:lnTo>
                  <a:pt x="1996083" y="3840468"/>
                </a:lnTo>
                <a:lnTo>
                  <a:pt x="1995714" y="3841015"/>
                </a:lnTo>
                <a:lnTo>
                  <a:pt x="1995325" y="3841541"/>
                </a:lnTo>
                <a:lnTo>
                  <a:pt x="1994916" y="3842048"/>
                </a:lnTo>
                <a:lnTo>
                  <a:pt x="1994487" y="3842535"/>
                </a:lnTo>
                <a:lnTo>
                  <a:pt x="1994037" y="3843001"/>
                </a:lnTo>
                <a:lnTo>
                  <a:pt x="1993568" y="3843448"/>
                </a:lnTo>
                <a:lnTo>
                  <a:pt x="1993094" y="3843876"/>
                </a:lnTo>
                <a:lnTo>
                  <a:pt x="1992602" y="3844285"/>
                </a:lnTo>
                <a:lnTo>
                  <a:pt x="1992092" y="3844676"/>
                </a:lnTo>
                <a:lnTo>
                  <a:pt x="1991563" y="3845049"/>
                </a:lnTo>
                <a:lnTo>
                  <a:pt x="1991016" y="3845404"/>
                </a:lnTo>
                <a:lnTo>
                  <a:pt x="1990451" y="3845741"/>
                </a:lnTo>
                <a:lnTo>
                  <a:pt x="1989868" y="3846059"/>
                </a:lnTo>
                <a:lnTo>
                  <a:pt x="1989267" y="3846360"/>
                </a:lnTo>
                <a:lnTo>
                  <a:pt x="1988647" y="3846642"/>
                </a:lnTo>
                <a:lnTo>
                  <a:pt x="1988009" y="3846906"/>
                </a:lnTo>
                <a:lnTo>
                  <a:pt x="1987353" y="3847151"/>
                </a:lnTo>
                <a:lnTo>
                  <a:pt x="1986679" y="3847379"/>
                </a:lnTo>
                <a:lnTo>
                  <a:pt x="1985987" y="3847588"/>
                </a:lnTo>
                <a:lnTo>
                  <a:pt x="1985276" y="3847779"/>
                </a:lnTo>
                <a:lnTo>
                  <a:pt x="1984547" y="3847952"/>
                </a:lnTo>
                <a:lnTo>
                  <a:pt x="1983800" y="3848107"/>
                </a:lnTo>
                <a:lnTo>
                  <a:pt x="1983035" y="3848243"/>
                </a:lnTo>
                <a:lnTo>
                  <a:pt x="1982252" y="3848361"/>
                </a:lnTo>
                <a:lnTo>
                  <a:pt x="1981450" y="3848462"/>
                </a:lnTo>
                <a:lnTo>
                  <a:pt x="1980630" y="3848543"/>
                </a:lnTo>
                <a:lnTo>
                  <a:pt x="1979792" y="3848607"/>
                </a:lnTo>
                <a:lnTo>
                  <a:pt x="1978936" y="3848653"/>
                </a:lnTo>
                <a:lnTo>
                  <a:pt x="1978062" y="3848680"/>
                </a:lnTo>
                <a:lnTo>
                  <a:pt x="1977169" y="3848689"/>
                </a:lnTo>
                <a:lnTo>
                  <a:pt x="1976358" y="3848677"/>
                </a:lnTo>
                <a:lnTo>
                  <a:pt x="1975558" y="3848641"/>
                </a:lnTo>
                <a:lnTo>
                  <a:pt x="1974770" y="3848581"/>
                </a:lnTo>
                <a:lnTo>
                  <a:pt x="1973994" y="3848496"/>
                </a:lnTo>
                <a:lnTo>
                  <a:pt x="1973230" y="3848388"/>
                </a:lnTo>
                <a:lnTo>
                  <a:pt x="1972477" y="3848256"/>
                </a:lnTo>
                <a:lnTo>
                  <a:pt x="1971737" y="3848099"/>
                </a:lnTo>
                <a:lnTo>
                  <a:pt x="1971007" y="3847919"/>
                </a:lnTo>
                <a:lnTo>
                  <a:pt x="1970290" y="3847714"/>
                </a:lnTo>
                <a:lnTo>
                  <a:pt x="1969584" y="3847486"/>
                </a:lnTo>
                <a:lnTo>
                  <a:pt x="1968891" y="3847233"/>
                </a:lnTo>
                <a:lnTo>
                  <a:pt x="1968208" y="3846956"/>
                </a:lnTo>
                <a:lnTo>
                  <a:pt x="1967538" y="3846655"/>
                </a:lnTo>
                <a:lnTo>
                  <a:pt x="1966879" y="3846330"/>
                </a:lnTo>
                <a:lnTo>
                  <a:pt x="1966232" y="3845981"/>
                </a:lnTo>
                <a:lnTo>
                  <a:pt x="1965597" y="3845608"/>
                </a:lnTo>
                <a:lnTo>
                  <a:pt x="1964974" y="3845211"/>
                </a:lnTo>
                <a:lnTo>
                  <a:pt x="1964362" y="3844790"/>
                </a:lnTo>
                <a:lnTo>
                  <a:pt x="1963762" y="3844345"/>
                </a:lnTo>
                <a:lnTo>
                  <a:pt x="1963174" y="3843875"/>
                </a:lnTo>
                <a:lnTo>
                  <a:pt x="1962597" y="3843382"/>
                </a:lnTo>
                <a:lnTo>
                  <a:pt x="1962033" y="3842864"/>
                </a:lnTo>
                <a:lnTo>
                  <a:pt x="1961480" y="3842323"/>
                </a:lnTo>
                <a:lnTo>
                  <a:pt x="1960938" y="3841757"/>
                </a:lnTo>
                <a:lnTo>
                  <a:pt x="1960414" y="3841168"/>
                </a:lnTo>
                <a:lnTo>
                  <a:pt x="1959912" y="3840557"/>
                </a:lnTo>
                <a:lnTo>
                  <a:pt x="1959433" y="3839924"/>
                </a:lnTo>
                <a:lnTo>
                  <a:pt x="1958975" y="3839268"/>
                </a:lnTo>
                <a:lnTo>
                  <a:pt x="1958540" y="3838590"/>
                </a:lnTo>
                <a:lnTo>
                  <a:pt x="1958128" y="3837890"/>
                </a:lnTo>
                <a:lnTo>
                  <a:pt x="1957737" y="3837167"/>
                </a:lnTo>
                <a:lnTo>
                  <a:pt x="1957369" y="3836422"/>
                </a:lnTo>
                <a:lnTo>
                  <a:pt x="1957023" y="3835655"/>
                </a:lnTo>
                <a:lnTo>
                  <a:pt x="1956700" y="3834865"/>
                </a:lnTo>
                <a:lnTo>
                  <a:pt x="1956399" y="3834053"/>
                </a:lnTo>
                <a:lnTo>
                  <a:pt x="1956120" y="3833219"/>
                </a:lnTo>
                <a:lnTo>
                  <a:pt x="1955863" y="3832363"/>
                </a:lnTo>
                <a:lnTo>
                  <a:pt x="1955629" y="3831484"/>
                </a:lnTo>
                <a:lnTo>
                  <a:pt x="1955417" y="3830583"/>
                </a:lnTo>
                <a:lnTo>
                  <a:pt x="1955228" y="3829659"/>
                </a:lnTo>
                <a:lnTo>
                  <a:pt x="1955060" y="3828714"/>
                </a:lnTo>
                <a:lnTo>
                  <a:pt x="1954915" y="3827746"/>
                </a:lnTo>
                <a:lnTo>
                  <a:pt x="1954793" y="3826755"/>
                </a:lnTo>
                <a:lnTo>
                  <a:pt x="1954692" y="3825743"/>
                </a:lnTo>
                <a:lnTo>
                  <a:pt x="1954614" y="3824708"/>
                </a:lnTo>
                <a:lnTo>
                  <a:pt x="1954559" y="3823651"/>
                </a:lnTo>
                <a:lnTo>
                  <a:pt x="1954525" y="3822571"/>
                </a:lnTo>
                <a:lnTo>
                  <a:pt x="1954514" y="3821469"/>
                </a:lnTo>
                <a:lnTo>
                  <a:pt x="1954514" y="3818595"/>
                </a:lnTo>
                <a:lnTo>
                  <a:pt x="2015209" y="3818595"/>
                </a:lnTo>
                <a:lnTo>
                  <a:pt x="2015209" y="3807098"/>
                </a:lnTo>
                <a:lnTo>
                  <a:pt x="2015201" y="3806229"/>
                </a:lnTo>
                <a:lnTo>
                  <a:pt x="2015176" y="3805368"/>
                </a:lnTo>
                <a:lnTo>
                  <a:pt x="2015135" y="3804515"/>
                </a:lnTo>
                <a:lnTo>
                  <a:pt x="2015078" y="3803670"/>
                </a:lnTo>
                <a:lnTo>
                  <a:pt x="2015004" y="3802834"/>
                </a:lnTo>
                <a:lnTo>
                  <a:pt x="2014913" y="3802005"/>
                </a:lnTo>
                <a:lnTo>
                  <a:pt x="2014806" y="3801185"/>
                </a:lnTo>
                <a:lnTo>
                  <a:pt x="2014683" y="3800373"/>
                </a:lnTo>
                <a:lnTo>
                  <a:pt x="2014543" y="3799570"/>
                </a:lnTo>
                <a:lnTo>
                  <a:pt x="2014387" y="3798774"/>
                </a:lnTo>
                <a:lnTo>
                  <a:pt x="2014215" y="3797987"/>
                </a:lnTo>
                <a:lnTo>
                  <a:pt x="2014026" y="3797208"/>
                </a:lnTo>
                <a:lnTo>
                  <a:pt x="2013820" y="3796437"/>
                </a:lnTo>
                <a:lnTo>
                  <a:pt x="2013598" y="3795675"/>
                </a:lnTo>
                <a:lnTo>
                  <a:pt x="2013360" y="3794920"/>
                </a:lnTo>
                <a:lnTo>
                  <a:pt x="2013105" y="3794174"/>
                </a:lnTo>
                <a:lnTo>
                  <a:pt x="2012834" y="3793436"/>
                </a:lnTo>
                <a:lnTo>
                  <a:pt x="2012546" y="3792707"/>
                </a:lnTo>
                <a:lnTo>
                  <a:pt x="2012242" y="3791985"/>
                </a:lnTo>
                <a:lnTo>
                  <a:pt x="2011922" y="3791272"/>
                </a:lnTo>
                <a:lnTo>
                  <a:pt x="2011585" y="3790567"/>
                </a:lnTo>
                <a:lnTo>
                  <a:pt x="2011231" y="3789870"/>
                </a:lnTo>
                <a:lnTo>
                  <a:pt x="2010861" y="3789181"/>
                </a:lnTo>
                <a:lnTo>
                  <a:pt x="2010475" y="3788501"/>
                </a:lnTo>
                <a:lnTo>
                  <a:pt x="2010088" y="3787831"/>
                </a:lnTo>
                <a:lnTo>
                  <a:pt x="2009687" y="3787172"/>
                </a:lnTo>
                <a:lnTo>
                  <a:pt x="2009273" y="3786525"/>
                </a:lnTo>
                <a:lnTo>
                  <a:pt x="2008846" y="3785890"/>
                </a:lnTo>
                <a:lnTo>
                  <a:pt x="2008404" y="3785266"/>
                </a:lnTo>
                <a:lnTo>
                  <a:pt x="2007950" y="3784655"/>
                </a:lnTo>
                <a:lnTo>
                  <a:pt x="2007482" y="3784055"/>
                </a:lnTo>
                <a:lnTo>
                  <a:pt x="2007000" y="3783467"/>
                </a:lnTo>
                <a:lnTo>
                  <a:pt x="2006505" y="3782890"/>
                </a:lnTo>
                <a:lnTo>
                  <a:pt x="2005996" y="3782325"/>
                </a:lnTo>
                <a:lnTo>
                  <a:pt x="2005474" y="3781772"/>
                </a:lnTo>
                <a:lnTo>
                  <a:pt x="2004938" y="3781231"/>
                </a:lnTo>
                <a:lnTo>
                  <a:pt x="2004389" y="3780702"/>
                </a:lnTo>
                <a:lnTo>
                  <a:pt x="2003826" y="3780184"/>
                </a:lnTo>
                <a:lnTo>
                  <a:pt x="2003250" y="3779678"/>
                </a:lnTo>
                <a:lnTo>
                  <a:pt x="2002661" y="3779184"/>
                </a:lnTo>
                <a:lnTo>
                  <a:pt x="2002057" y="3778701"/>
                </a:lnTo>
                <a:lnTo>
                  <a:pt x="2001441" y="3778230"/>
                </a:lnTo>
                <a:lnTo>
                  <a:pt x="2000811" y="3777771"/>
                </a:lnTo>
                <a:lnTo>
                  <a:pt x="2000167" y="3777324"/>
                </a:lnTo>
                <a:lnTo>
                  <a:pt x="1999510" y="3776888"/>
                </a:lnTo>
                <a:lnTo>
                  <a:pt x="1998839" y="3776464"/>
                </a:lnTo>
                <a:lnTo>
                  <a:pt x="1998155" y="3776052"/>
                </a:lnTo>
                <a:lnTo>
                  <a:pt x="1997457" y="3775652"/>
                </a:lnTo>
                <a:lnTo>
                  <a:pt x="1996761" y="3775266"/>
                </a:lnTo>
                <a:lnTo>
                  <a:pt x="1996053" y="3774896"/>
                </a:lnTo>
                <a:lnTo>
                  <a:pt x="1995333" y="3774542"/>
                </a:lnTo>
                <a:lnTo>
                  <a:pt x="1994602" y="3774206"/>
                </a:lnTo>
                <a:lnTo>
                  <a:pt x="1993859" y="3773885"/>
                </a:lnTo>
                <a:lnTo>
                  <a:pt x="1993104" y="3773581"/>
                </a:lnTo>
                <a:lnTo>
                  <a:pt x="1992337" y="3773293"/>
                </a:lnTo>
                <a:lnTo>
                  <a:pt x="1991558" y="3773022"/>
                </a:lnTo>
                <a:lnTo>
                  <a:pt x="1990768" y="3772767"/>
                </a:lnTo>
                <a:lnTo>
                  <a:pt x="1989966" y="3772529"/>
                </a:lnTo>
                <a:lnTo>
                  <a:pt x="1989153" y="3772307"/>
                </a:lnTo>
                <a:lnTo>
                  <a:pt x="1988327" y="3772102"/>
                </a:lnTo>
                <a:lnTo>
                  <a:pt x="1987490" y="3771913"/>
                </a:lnTo>
                <a:lnTo>
                  <a:pt x="1986641" y="3771740"/>
                </a:lnTo>
                <a:lnTo>
                  <a:pt x="1985781" y="3771584"/>
                </a:lnTo>
                <a:lnTo>
                  <a:pt x="1984909" y="3771444"/>
                </a:lnTo>
                <a:lnTo>
                  <a:pt x="1984024" y="3771321"/>
                </a:lnTo>
                <a:lnTo>
                  <a:pt x="1983129" y="3771214"/>
                </a:lnTo>
                <a:lnTo>
                  <a:pt x="1982221" y="3771124"/>
                </a:lnTo>
                <a:lnTo>
                  <a:pt x="1981302" y="3771050"/>
                </a:lnTo>
                <a:lnTo>
                  <a:pt x="1980371" y="3770992"/>
                </a:lnTo>
                <a:lnTo>
                  <a:pt x="1979428" y="3770951"/>
                </a:lnTo>
                <a:lnTo>
                  <a:pt x="1978473" y="3770926"/>
                </a:lnTo>
                <a:lnTo>
                  <a:pt x="1977507" y="3770918"/>
                </a:lnTo>
                <a:lnTo>
                  <a:pt x="1976470" y="3770928"/>
                </a:lnTo>
                <a:lnTo>
                  <a:pt x="1975445" y="3770956"/>
                </a:lnTo>
                <a:lnTo>
                  <a:pt x="1974432" y="3771003"/>
                </a:lnTo>
                <a:lnTo>
                  <a:pt x="1973431" y="3771068"/>
                </a:lnTo>
                <a:lnTo>
                  <a:pt x="1972441" y="3771153"/>
                </a:lnTo>
                <a:lnTo>
                  <a:pt x="1971463" y="3771256"/>
                </a:lnTo>
                <a:lnTo>
                  <a:pt x="1970497" y="3771378"/>
                </a:lnTo>
                <a:lnTo>
                  <a:pt x="1969542" y="3771519"/>
                </a:lnTo>
                <a:lnTo>
                  <a:pt x="1968599" y="3771679"/>
                </a:lnTo>
                <a:lnTo>
                  <a:pt x="1967668" y="3771857"/>
                </a:lnTo>
                <a:lnTo>
                  <a:pt x="1966749" y="3772055"/>
                </a:lnTo>
                <a:lnTo>
                  <a:pt x="1965841" y="3772271"/>
                </a:lnTo>
                <a:lnTo>
                  <a:pt x="1964946" y="3772505"/>
                </a:lnTo>
                <a:lnTo>
                  <a:pt x="1964062" y="3772759"/>
                </a:lnTo>
                <a:lnTo>
                  <a:pt x="1963189" y="3773031"/>
                </a:lnTo>
                <a:lnTo>
                  <a:pt x="1962329" y="3773323"/>
                </a:lnTo>
                <a:lnTo>
                  <a:pt x="1961480" y="3773633"/>
                </a:lnTo>
                <a:lnTo>
                  <a:pt x="1960643" y="3773961"/>
                </a:lnTo>
                <a:lnTo>
                  <a:pt x="1959817" y="3774309"/>
                </a:lnTo>
                <a:lnTo>
                  <a:pt x="1959004" y="3774675"/>
                </a:lnTo>
                <a:lnTo>
                  <a:pt x="1958202" y="3775060"/>
                </a:lnTo>
                <a:lnTo>
                  <a:pt x="1957412" y="3775464"/>
                </a:lnTo>
                <a:lnTo>
                  <a:pt x="1956633" y="3775887"/>
                </a:lnTo>
                <a:lnTo>
                  <a:pt x="1955866" y="3776328"/>
                </a:lnTo>
                <a:lnTo>
                  <a:pt x="1955113" y="3776772"/>
                </a:lnTo>
                <a:lnTo>
                  <a:pt x="1954374" y="3777232"/>
                </a:lnTo>
                <a:lnTo>
                  <a:pt x="1953650" y="3777707"/>
                </a:lnTo>
                <a:lnTo>
                  <a:pt x="1952941" y="3778197"/>
                </a:lnTo>
                <a:lnTo>
                  <a:pt x="1952246" y="3778703"/>
                </a:lnTo>
                <a:lnTo>
                  <a:pt x="1951566" y="3779223"/>
                </a:lnTo>
                <a:lnTo>
                  <a:pt x="1950900" y="3779759"/>
                </a:lnTo>
                <a:lnTo>
                  <a:pt x="1950250" y="3780311"/>
                </a:lnTo>
                <a:lnTo>
                  <a:pt x="1949614" y="3780877"/>
                </a:lnTo>
                <a:lnTo>
                  <a:pt x="1948992" y="3781459"/>
                </a:lnTo>
                <a:lnTo>
                  <a:pt x="1948385" y="3782056"/>
                </a:lnTo>
                <a:lnTo>
                  <a:pt x="1947793" y="3782668"/>
                </a:lnTo>
                <a:lnTo>
                  <a:pt x="1947216" y="3783296"/>
                </a:lnTo>
                <a:lnTo>
                  <a:pt x="1946653" y="3783939"/>
                </a:lnTo>
                <a:lnTo>
                  <a:pt x="1946105" y="3784597"/>
                </a:lnTo>
                <a:lnTo>
                  <a:pt x="1945572" y="3785270"/>
                </a:lnTo>
                <a:lnTo>
                  <a:pt x="1945053" y="3785959"/>
                </a:lnTo>
                <a:lnTo>
                  <a:pt x="1944549" y="3786662"/>
                </a:lnTo>
                <a:lnTo>
                  <a:pt x="1944060" y="3787382"/>
                </a:lnTo>
                <a:lnTo>
                  <a:pt x="1943586" y="3788116"/>
                </a:lnTo>
                <a:lnTo>
                  <a:pt x="1943126" y="3788866"/>
                </a:lnTo>
                <a:lnTo>
                  <a:pt x="1942680" y="3789631"/>
                </a:lnTo>
                <a:lnTo>
                  <a:pt x="1942250" y="3790411"/>
                </a:lnTo>
                <a:lnTo>
                  <a:pt x="1941834" y="3791206"/>
                </a:lnTo>
                <a:lnTo>
                  <a:pt x="1941434" y="3792015"/>
                </a:lnTo>
                <a:lnTo>
                  <a:pt x="1941051" y="3792837"/>
                </a:lnTo>
                <a:lnTo>
                  <a:pt x="1940685" y="3793671"/>
                </a:lnTo>
                <a:lnTo>
                  <a:pt x="1940336" y="3794517"/>
                </a:lnTo>
                <a:lnTo>
                  <a:pt x="1940004" y="3795376"/>
                </a:lnTo>
                <a:lnTo>
                  <a:pt x="1939689" y="3796246"/>
                </a:lnTo>
                <a:lnTo>
                  <a:pt x="1939391" y="3797130"/>
                </a:lnTo>
                <a:lnTo>
                  <a:pt x="1939110" y="3798025"/>
                </a:lnTo>
                <a:lnTo>
                  <a:pt x="1938846" y="3798933"/>
                </a:lnTo>
                <a:lnTo>
                  <a:pt x="1938599" y="3799853"/>
                </a:lnTo>
                <a:lnTo>
                  <a:pt x="1938370" y="3800786"/>
                </a:lnTo>
                <a:lnTo>
                  <a:pt x="1938157" y="3801731"/>
                </a:lnTo>
                <a:lnTo>
                  <a:pt x="1937961" y="3802688"/>
                </a:lnTo>
                <a:lnTo>
                  <a:pt x="1937782" y="3803657"/>
                </a:lnTo>
                <a:lnTo>
                  <a:pt x="1937620" y="3804639"/>
                </a:lnTo>
                <a:lnTo>
                  <a:pt x="1937476" y="3805633"/>
                </a:lnTo>
                <a:lnTo>
                  <a:pt x="1937348" y="3806640"/>
                </a:lnTo>
                <a:lnTo>
                  <a:pt x="1937237" y="3807659"/>
                </a:lnTo>
                <a:lnTo>
                  <a:pt x="1937144" y="3808690"/>
                </a:lnTo>
                <a:lnTo>
                  <a:pt x="1937067" y="3809733"/>
                </a:lnTo>
                <a:lnTo>
                  <a:pt x="1937008" y="3810789"/>
                </a:lnTo>
                <a:lnTo>
                  <a:pt x="1936965" y="3811857"/>
                </a:lnTo>
                <a:lnTo>
                  <a:pt x="1936939" y="3812938"/>
                </a:lnTo>
                <a:lnTo>
                  <a:pt x="1936931" y="3814030"/>
                </a:lnTo>
                <a:lnTo>
                  <a:pt x="1936931" y="3817581"/>
                </a:lnTo>
                <a:lnTo>
                  <a:pt x="1936938" y="3818632"/>
                </a:lnTo>
                <a:lnTo>
                  <a:pt x="1936960" y="3819674"/>
                </a:lnTo>
                <a:lnTo>
                  <a:pt x="1936997" y="3820706"/>
                </a:lnTo>
                <a:lnTo>
                  <a:pt x="1937048" y="3821727"/>
                </a:lnTo>
                <a:lnTo>
                  <a:pt x="1937114" y="3822739"/>
                </a:lnTo>
                <a:lnTo>
                  <a:pt x="1937195" y="3823741"/>
                </a:lnTo>
                <a:lnTo>
                  <a:pt x="1937290" y="3824733"/>
                </a:lnTo>
                <a:lnTo>
                  <a:pt x="1937401" y="3825715"/>
                </a:lnTo>
                <a:lnTo>
                  <a:pt x="1937525" y="3826686"/>
                </a:lnTo>
                <a:lnTo>
                  <a:pt x="1937665" y="3827648"/>
                </a:lnTo>
                <a:lnTo>
                  <a:pt x="1937819" y="3828600"/>
                </a:lnTo>
                <a:lnTo>
                  <a:pt x="1937988" y="3829542"/>
                </a:lnTo>
                <a:lnTo>
                  <a:pt x="1938171" y="3830474"/>
                </a:lnTo>
                <a:lnTo>
                  <a:pt x="1938369" y="3831396"/>
                </a:lnTo>
                <a:lnTo>
                  <a:pt x="1938582" y="3832308"/>
                </a:lnTo>
                <a:lnTo>
                  <a:pt x="1938809" y="3833210"/>
                </a:lnTo>
                <a:lnTo>
                  <a:pt x="1939052" y="3834102"/>
                </a:lnTo>
                <a:lnTo>
                  <a:pt x="1939308" y="3834984"/>
                </a:lnTo>
                <a:lnTo>
                  <a:pt x="1939580" y="3835856"/>
                </a:lnTo>
                <a:lnTo>
                  <a:pt x="1939866" y="3836718"/>
                </a:lnTo>
                <a:lnTo>
                  <a:pt x="1940167" y="3837570"/>
                </a:lnTo>
                <a:lnTo>
                  <a:pt x="1940483" y="3838412"/>
                </a:lnTo>
                <a:lnTo>
                  <a:pt x="1940813" y="3839244"/>
                </a:lnTo>
                <a:lnTo>
                  <a:pt x="1941158" y="3840067"/>
                </a:lnTo>
                <a:lnTo>
                  <a:pt x="1941532" y="3840876"/>
                </a:lnTo>
                <a:lnTo>
                  <a:pt x="1941921" y="3841670"/>
                </a:lnTo>
                <a:lnTo>
                  <a:pt x="1942325" y="3842449"/>
                </a:lnTo>
                <a:lnTo>
                  <a:pt x="1942745" y="3843213"/>
                </a:lnTo>
                <a:lnTo>
                  <a:pt x="1943180" y="3843962"/>
                </a:lnTo>
                <a:lnTo>
                  <a:pt x="1943630" y="3844695"/>
                </a:lnTo>
                <a:lnTo>
                  <a:pt x="1944096" y="3845413"/>
                </a:lnTo>
                <a:lnTo>
                  <a:pt x="1944576" y="3846115"/>
                </a:lnTo>
                <a:lnTo>
                  <a:pt x="1945073" y="3846803"/>
                </a:lnTo>
                <a:lnTo>
                  <a:pt x="1945584" y="3847475"/>
                </a:lnTo>
                <a:lnTo>
                  <a:pt x="1946110" y="3848132"/>
                </a:lnTo>
                <a:lnTo>
                  <a:pt x="1946652" y="3848773"/>
                </a:lnTo>
                <a:lnTo>
                  <a:pt x="1947209" y="3849400"/>
                </a:lnTo>
                <a:lnTo>
                  <a:pt x="1947782" y="3850011"/>
                </a:lnTo>
                <a:lnTo>
                  <a:pt x="1948369" y="3850607"/>
                </a:lnTo>
                <a:lnTo>
                  <a:pt x="1948972" y="3851187"/>
                </a:lnTo>
                <a:lnTo>
                  <a:pt x="1949590" y="3851753"/>
                </a:lnTo>
                <a:lnTo>
                  <a:pt x="1950224" y="3852303"/>
                </a:lnTo>
                <a:lnTo>
                  <a:pt x="1950873" y="3852838"/>
                </a:lnTo>
                <a:lnTo>
                  <a:pt x="1951536" y="3853357"/>
                </a:lnTo>
                <a:lnTo>
                  <a:pt x="1952216" y="3853861"/>
                </a:lnTo>
                <a:lnTo>
                  <a:pt x="1952910" y="3854350"/>
                </a:lnTo>
                <a:lnTo>
                  <a:pt x="1953620" y="3854824"/>
                </a:lnTo>
                <a:lnTo>
                  <a:pt x="1954345" y="3855283"/>
                </a:lnTo>
                <a:lnTo>
                  <a:pt x="1955099" y="3855724"/>
                </a:lnTo>
                <a:lnTo>
                  <a:pt x="1955870" y="3856147"/>
                </a:lnTo>
                <a:lnTo>
                  <a:pt x="1956656" y="3856551"/>
                </a:lnTo>
                <a:lnTo>
                  <a:pt x="1957458" y="3856936"/>
                </a:lnTo>
                <a:lnTo>
                  <a:pt x="1958277" y="3857302"/>
                </a:lnTo>
                <a:lnTo>
                  <a:pt x="1959110" y="3857650"/>
                </a:lnTo>
                <a:lnTo>
                  <a:pt x="1959960" y="3857978"/>
                </a:lnTo>
                <a:lnTo>
                  <a:pt x="1960826" y="3858288"/>
                </a:lnTo>
                <a:lnTo>
                  <a:pt x="1961707" y="3858579"/>
                </a:lnTo>
                <a:lnTo>
                  <a:pt x="1962604" y="3858852"/>
                </a:lnTo>
                <a:lnTo>
                  <a:pt x="1963518" y="3859105"/>
                </a:lnTo>
                <a:lnTo>
                  <a:pt x="1964447" y="3859340"/>
                </a:lnTo>
                <a:lnTo>
                  <a:pt x="1965391" y="3859556"/>
                </a:lnTo>
                <a:lnTo>
                  <a:pt x="1966352" y="3859753"/>
                </a:lnTo>
                <a:lnTo>
                  <a:pt x="1967329" y="3859932"/>
                </a:lnTo>
                <a:lnTo>
                  <a:pt x="1968321" y="3860092"/>
                </a:lnTo>
                <a:lnTo>
                  <a:pt x="1969329" y="3860232"/>
                </a:lnTo>
                <a:lnTo>
                  <a:pt x="1970353" y="3860355"/>
                </a:lnTo>
                <a:lnTo>
                  <a:pt x="1971393" y="3860458"/>
                </a:lnTo>
                <a:lnTo>
                  <a:pt x="1972449" y="3860542"/>
                </a:lnTo>
                <a:lnTo>
                  <a:pt x="1973521" y="3860608"/>
                </a:lnTo>
                <a:lnTo>
                  <a:pt x="1974608" y="3860655"/>
                </a:lnTo>
                <a:lnTo>
                  <a:pt x="1975712" y="3860683"/>
                </a:lnTo>
                <a:lnTo>
                  <a:pt x="1976831" y="3860693"/>
                </a:lnTo>
                <a:lnTo>
                  <a:pt x="1977797" y="3860686"/>
                </a:lnTo>
                <a:lnTo>
                  <a:pt x="1978753" y="3860665"/>
                </a:lnTo>
                <a:lnTo>
                  <a:pt x="1979697" y="3860629"/>
                </a:lnTo>
                <a:lnTo>
                  <a:pt x="1980630" y="3860580"/>
                </a:lnTo>
                <a:lnTo>
                  <a:pt x="1981552" y="3860517"/>
                </a:lnTo>
                <a:lnTo>
                  <a:pt x="1982463" y="3860439"/>
                </a:lnTo>
                <a:lnTo>
                  <a:pt x="1983362" y="3860348"/>
                </a:lnTo>
                <a:lnTo>
                  <a:pt x="1984251" y="3860242"/>
                </a:lnTo>
                <a:lnTo>
                  <a:pt x="1985128" y="3860122"/>
                </a:lnTo>
                <a:close/>
                <a:moveTo>
                  <a:pt x="1954965" y="3802966"/>
                </a:moveTo>
                <a:lnTo>
                  <a:pt x="1955040" y="3802497"/>
                </a:lnTo>
                <a:lnTo>
                  <a:pt x="1955123" y="3802029"/>
                </a:lnTo>
                <a:lnTo>
                  <a:pt x="1955216" y="3801562"/>
                </a:lnTo>
                <a:lnTo>
                  <a:pt x="1955317" y="3801097"/>
                </a:lnTo>
                <a:lnTo>
                  <a:pt x="1955427" y="3800632"/>
                </a:lnTo>
                <a:lnTo>
                  <a:pt x="1955546" y="3800169"/>
                </a:lnTo>
                <a:lnTo>
                  <a:pt x="1955674" y="3799707"/>
                </a:lnTo>
                <a:lnTo>
                  <a:pt x="1955810" y="3799246"/>
                </a:lnTo>
                <a:lnTo>
                  <a:pt x="1955955" y="3798787"/>
                </a:lnTo>
                <a:lnTo>
                  <a:pt x="1956109" y="3798328"/>
                </a:lnTo>
                <a:lnTo>
                  <a:pt x="1956272" y="3797871"/>
                </a:lnTo>
                <a:lnTo>
                  <a:pt x="1956444" y="3797415"/>
                </a:lnTo>
                <a:lnTo>
                  <a:pt x="1956625" y="3796960"/>
                </a:lnTo>
                <a:lnTo>
                  <a:pt x="1956814" y="3796506"/>
                </a:lnTo>
                <a:lnTo>
                  <a:pt x="1957012" y="3796053"/>
                </a:lnTo>
                <a:lnTo>
                  <a:pt x="1957219" y="3795602"/>
                </a:lnTo>
                <a:lnTo>
                  <a:pt x="1957448" y="3795140"/>
                </a:lnTo>
                <a:lnTo>
                  <a:pt x="1957685" y="3794686"/>
                </a:lnTo>
                <a:lnTo>
                  <a:pt x="1957930" y="3794239"/>
                </a:lnTo>
                <a:lnTo>
                  <a:pt x="1958182" y="3793798"/>
                </a:lnTo>
                <a:lnTo>
                  <a:pt x="1958442" y="3793365"/>
                </a:lnTo>
                <a:lnTo>
                  <a:pt x="1958709" y="3792939"/>
                </a:lnTo>
                <a:lnTo>
                  <a:pt x="1958984" y="3792520"/>
                </a:lnTo>
                <a:lnTo>
                  <a:pt x="1959267" y="3792108"/>
                </a:lnTo>
                <a:lnTo>
                  <a:pt x="1959557" y="3791703"/>
                </a:lnTo>
                <a:lnTo>
                  <a:pt x="1959855" y="3791305"/>
                </a:lnTo>
                <a:lnTo>
                  <a:pt x="1960160" y="3790914"/>
                </a:lnTo>
                <a:lnTo>
                  <a:pt x="1960474" y="3790530"/>
                </a:lnTo>
                <a:lnTo>
                  <a:pt x="1960794" y="3790153"/>
                </a:lnTo>
                <a:lnTo>
                  <a:pt x="1961123" y="3789783"/>
                </a:lnTo>
                <a:lnTo>
                  <a:pt x="1961459" y="3789420"/>
                </a:lnTo>
                <a:lnTo>
                  <a:pt x="1961803" y="3789065"/>
                </a:lnTo>
                <a:lnTo>
                  <a:pt x="1962154" y="3788716"/>
                </a:lnTo>
                <a:lnTo>
                  <a:pt x="1962513" y="3788374"/>
                </a:lnTo>
                <a:lnTo>
                  <a:pt x="1962880" y="3788040"/>
                </a:lnTo>
                <a:lnTo>
                  <a:pt x="1963254" y="3787712"/>
                </a:lnTo>
                <a:lnTo>
                  <a:pt x="1963636" y="3787392"/>
                </a:lnTo>
                <a:lnTo>
                  <a:pt x="1964025" y="3787078"/>
                </a:lnTo>
                <a:lnTo>
                  <a:pt x="1964422" y="3786772"/>
                </a:lnTo>
                <a:lnTo>
                  <a:pt x="1964827" y="3786472"/>
                </a:lnTo>
                <a:lnTo>
                  <a:pt x="1965253" y="3786183"/>
                </a:lnTo>
                <a:lnTo>
                  <a:pt x="1965688" y="3785905"/>
                </a:lnTo>
                <a:lnTo>
                  <a:pt x="1966129" y="3785640"/>
                </a:lnTo>
                <a:lnTo>
                  <a:pt x="1966579" y="3785387"/>
                </a:lnTo>
                <a:lnTo>
                  <a:pt x="1967036" y="3785147"/>
                </a:lnTo>
                <a:lnTo>
                  <a:pt x="1967500" y="3784919"/>
                </a:lnTo>
                <a:lnTo>
                  <a:pt x="1967973" y="3784703"/>
                </a:lnTo>
                <a:lnTo>
                  <a:pt x="1968453" y="3784500"/>
                </a:lnTo>
                <a:lnTo>
                  <a:pt x="1968940" y="3784309"/>
                </a:lnTo>
                <a:lnTo>
                  <a:pt x="1969435" y="3784130"/>
                </a:lnTo>
                <a:lnTo>
                  <a:pt x="1969938" y="3783964"/>
                </a:lnTo>
                <a:lnTo>
                  <a:pt x="1970449" y="3783810"/>
                </a:lnTo>
                <a:lnTo>
                  <a:pt x="1970967" y="3783668"/>
                </a:lnTo>
                <a:lnTo>
                  <a:pt x="1971492" y="3783538"/>
                </a:lnTo>
                <a:lnTo>
                  <a:pt x="1972026" y="3783421"/>
                </a:lnTo>
                <a:lnTo>
                  <a:pt x="1972567" y="3783316"/>
                </a:lnTo>
                <a:lnTo>
                  <a:pt x="1973115" y="3783224"/>
                </a:lnTo>
                <a:lnTo>
                  <a:pt x="1973671" y="3783144"/>
                </a:lnTo>
                <a:lnTo>
                  <a:pt x="1974235" y="3783076"/>
                </a:lnTo>
                <a:lnTo>
                  <a:pt x="1974807" y="3783021"/>
                </a:lnTo>
                <a:lnTo>
                  <a:pt x="1975386" y="3782977"/>
                </a:lnTo>
                <a:lnTo>
                  <a:pt x="1975973" y="3782947"/>
                </a:lnTo>
                <a:lnTo>
                  <a:pt x="1976567" y="3782928"/>
                </a:lnTo>
                <a:lnTo>
                  <a:pt x="1977169" y="3782922"/>
                </a:lnTo>
                <a:lnTo>
                  <a:pt x="1977702" y="3782927"/>
                </a:lnTo>
                <a:lnTo>
                  <a:pt x="1978229" y="3782942"/>
                </a:lnTo>
                <a:lnTo>
                  <a:pt x="1978751" y="3782967"/>
                </a:lnTo>
                <a:lnTo>
                  <a:pt x="1979268" y="3783002"/>
                </a:lnTo>
                <a:lnTo>
                  <a:pt x="1979780" y="3783047"/>
                </a:lnTo>
                <a:lnTo>
                  <a:pt x="1980286" y="3783102"/>
                </a:lnTo>
                <a:lnTo>
                  <a:pt x="1980787" y="3783166"/>
                </a:lnTo>
                <a:lnTo>
                  <a:pt x="1981283" y="3783241"/>
                </a:lnTo>
                <a:lnTo>
                  <a:pt x="1981773" y="3783326"/>
                </a:lnTo>
                <a:lnTo>
                  <a:pt x="1982259" y="3783421"/>
                </a:lnTo>
                <a:lnTo>
                  <a:pt x="1982739" y="3783526"/>
                </a:lnTo>
                <a:lnTo>
                  <a:pt x="1983213" y="3783640"/>
                </a:lnTo>
                <a:lnTo>
                  <a:pt x="1983682" y="3783765"/>
                </a:lnTo>
                <a:lnTo>
                  <a:pt x="1984147" y="3783900"/>
                </a:lnTo>
                <a:lnTo>
                  <a:pt x="1984605" y="3784045"/>
                </a:lnTo>
                <a:lnTo>
                  <a:pt x="1985059" y="3784199"/>
                </a:lnTo>
                <a:lnTo>
                  <a:pt x="1985507" y="3784364"/>
                </a:lnTo>
                <a:lnTo>
                  <a:pt x="1985950" y="3784539"/>
                </a:lnTo>
                <a:lnTo>
                  <a:pt x="1986388" y="3784723"/>
                </a:lnTo>
                <a:lnTo>
                  <a:pt x="1986820" y="3784918"/>
                </a:lnTo>
                <a:lnTo>
                  <a:pt x="1987247" y="3785122"/>
                </a:lnTo>
                <a:lnTo>
                  <a:pt x="1987669" y="3785337"/>
                </a:lnTo>
                <a:lnTo>
                  <a:pt x="1988085" y="3785562"/>
                </a:lnTo>
                <a:lnTo>
                  <a:pt x="1988496" y="3785796"/>
                </a:lnTo>
                <a:lnTo>
                  <a:pt x="1988901" y="3786039"/>
                </a:lnTo>
                <a:lnTo>
                  <a:pt x="1989297" y="3786290"/>
                </a:lnTo>
                <a:lnTo>
                  <a:pt x="1989685" y="3786549"/>
                </a:lnTo>
                <a:lnTo>
                  <a:pt x="1990065" y="3786815"/>
                </a:lnTo>
                <a:lnTo>
                  <a:pt x="1990437" y="3787089"/>
                </a:lnTo>
                <a:lnTo>
                  <a:pt x="1990800" y="3787370"/>
                </a:lnTo>
                <a:lnTo>
                  <a:pt x="1991155" y="3787660"/>
                </a:lnTo>
                <a:lnTo>
                  <a:pt x="1991502" y="3787956"/>
                </a:lnTo>
                <a:lnTo>
                  <a:pt x="1991841" y="3788261"/>
                </a:lnTo>
                <a:lnTo>
                  <a:pt x="1992171" y="3788573"/>
                </a:lnTo>
                <a:lnTo>
                  <a:pt x="1992494" y="3788892"/>
                </a:lnTo>
                <a:lnTo>
                  <a:pt x="1992808" y="3789220"/>
                </a:lnTo>
                <a:lnTo>
                  <a:pt x="1993113" y="3789555"/>
                </a:lnTo>
                <a:lnTo>
                  <a:pt x="1993411" y="3789897"/>
                </a:lnTo>
                <a:lnTo>
                  <a:pt x="1993701" y="3790247"/>
                </a:lnTo>
                <a:lnTo>
                  <a:pt x="1993982" y="3790605"/>
                </a:lnTo>
                <a:lnTo>
                  <a:pt x="1994255" y="3790970"/>
                </a:lnTo>
                <a:lnTo>
                  <a:pt x="1994519" y="3791343"/>
                </a:lnTo>
                <a:lnTo>
                  <a:pt x="1994776" y="3791724"/>
                </a:lnTo>
                <a:lnTo>
                  <a:pt x="1995024" y="3792112"/>
                </a:lnTo>
                <a:lnTo>
                  <a:pt x="1995264" y="3792508"/>
                </a:lnTo>
                <a:lnTo>
                  <a:pt x="1995496" y="3792912"/>
                </a:lnTo>
                <a:lnTo>
                  <a:pt x="1995720" y="3793323"/>
                </a:lnTo>
                <a:lnTo>
                  <a:pt x="1995935" y="3793742"/>
                </a:lnTo>
                <a:lnTo>
                  <a:pt x="1996156" y="3794153"/>
                </a:lnTo>
                <a:lnTo>
                  <a:pt x="1996367" y="3794570"/>
                </a:lnTo>
                <a:lnTo>
                  <a:pt x="1996569" y="3794992"/>
                </a:lnTo>
                <a:lnTo>
                  <a:pt x="1996762" y="3795419"/>
                </a:lnTo>
                <a:lnTo>
                  <a:pt x="1996945" y="3795851"/>
                </a:lnTo>
                <a:lnTo>
                  <a:pt x="1997119" y="3796289"/>
                </a:lnTo>
                <a:lnTo>
                  <a:pt x="1997283" y="3796732"/>
                </a:lnTo>
                <a:lnTo>
                  <a:pt x="1997438" y="3797180"/>
                </a:lnTo>
                <a:lnTo>
                  <a:pt x="1997584" y="3797633"/>
                </a:lnTo>
                <a:lnTo>
                  <a:pt x="1997720" y="3798092"/>
                </a:lnTo>
                <a:lnTo>
                  <a:pt x="1997847" y="3798556"/>
                </a:lnTo>
                <a:lnTo>
                  <a:pt x="1997964" y="3799025"/>
                </a:lnTo>
                <a:lnTo>
                  <a:pt x="1998072" y="3799500"/>
                </a:lnTo>
                <a:lnTo>
                  <a:pt x="1998171" y="3799980"/>
                </a:lnTo>
                <a:lnTo>
                  <a:pt x="1998260" y="3800465"/>
                </a:lnTo>
                <a:lnTo>
                  <a:pt x="1998340" y="3800956"/>
                </a:lnTo>
                <a:lnTo>
                  <a:pt x="1998410" y="3801451"/>
                </a:lnTo>
                <a:lnTo>
                  <a:pt x="1998471" y="3801952"/>
                </a:lnTo>
                <a:lnTo>
                  <a:pt x="1998523" y="3802459"/>
                </a:lnTo>
                <a:lnTo>
                  <a:pt x="1998565" y="3802970"/>
                </a:lnTo>
                <a:lnTo>
                  <a:pt x="1998598" y="3803487"/>
                </a:lnTo>
                <a:lnTo>
                  <a:pt x="1998622" y="3804009"/>
                </a:lnTo>
                <a:lnTo>
                  <a:pt x="1998636" y="3804537"/>
                </a:lnTo>
                <a:lnTo>
                  <a:pt x="1998640" y="3805070"/>
                </a:lnTo>
                <a:lnTo>
                  <a:pt x="1998640" y="3807606"/>
                </a:lnTo>
                <a:lnTo>
                  <a:pt x="1954683" y="3807606"/>
                </a:lnTo>
                <a:lnTo>
                  <a:pt x="1954683" y="3806760"/>
                </a:lnTo>
                <a:lnTo>
                  <a:pt x="1954687" y="3806282"/>
                </a:lnTo>
                <a:lnTo>
                  <a:pt x="1954701" y="3805805"/>
                </a:lnTo>
                <a:lnTo>
                  <a:pt x="1954723" y="3805328"/>
                </a:lnTo>
                <a:lnTo>
                  <a:pt x="1954753" y="3804854"/>
                </a:lnTo>
                <a:lnTo>
                  <a:pt x="1954793" y="3804380"/>
                </a:lnTo>
                <a:lnTo>
                  <a:pt x="1954841" y="3803907"/>
                </a:lnTo>
                <a:lnTo>
                  <a:pt x="1954899" y="3803436"/>
                </a:lnTo>
                <a:lnTo>
                  <a:pt x="1954965" y="3802966"/>
                </a:lnTo>
                <a:close/>
                <a:moveTo>
                  <a:pt x="1816349" y="3880812"/>
                </a:moveTo>
                <a:lnTo>
                  <a:pt x="1816349" y="3868639"/>
                </a:lnTo>
                <a:lnTo>
                  <a:pt x="1731815" y="3868639"/>
                </a:lnTo>
                <a:lnTo>
                  <a:pt x="1731815" y="3880812"/>
                </a:lnTo>
                <a:lnTo>
                  <a:pt x="1816349" y="3880812"/>
                </a:lnTo>
                <a:close/>
                <a:moveTo>
                  <a:pt x="2402221" y="123269"/>
                </a:moveTo>
                <a:lnTo>
                  <a:pt x="2402743" y="123229"/>
                </a:lnTo>
                <a:lnTo>
                  <a:pt x="2403264" y="123184"/>
                </a:lnTo>
                <a:lnTo>
                  <a:pt x="2403785" y="123135"/>
                </a:lnTo>
                <a:lnTo>
                  <a:pt x="2404306" y="123081"/>
                </a:lnTo>
                <a:lnTo>
                  <a:pt x="2404828" y="123022"/>
                </a:lnTo>
                <a:lnTo>
                  <a:pt x="2405349" y="122959"/>
                </a:lnTo>
                <a:lnTo>
                  <a:pt x="2405870" y="122891"/>
                </a:lnTo>
                <a:lnTo>
                  <a:pt x="2406392" y="122818"/>
                </a:lnTo>
                <a:lnTo>
                  <a:pt x="2406913" y="122740"/>
                </a:lnTo>
                <a:lnTo>
                  <a:pt x="2407434" y="122658"/>
                </a:lnTo>
                <a:lnTo>
                  <a:pt x="2407955" y="122571"/>
                </a:lnTo>
                <a:lnTo>
                  <a:pt x="2408477" y="122480"/>
                </a:lnTo>
                <a:lnTo>
                  <a:pt x="2408998" y="122383"/>
                </a:lnTo>
                <a:lnTo>
                  <a:pt x="2409519" y="122282"/>
                </a:lnTo>
                <a:lnTo>
                  <a:pt x="2410041" y="122177"/>
                </a:lnTo>
                <a:lnTo>
                  <a:pt x="2410562" y="122066"/>
                </a:lnTo>
                <a:lnTo>
                  <a:pt x="2411079" y="121966"/>
                </a:lnTo>
                <a:lnTo>
                  <a:pt x="2411589" y="121861"/>
                </a:lnTo>
                <a:lnTo>
                  <a:pt x="2412091" y="121752"/>
                </a:lnTo>
                <a:lnTo>
                  <a:pt x="2412586" y="121639"/>
                </a:lnTo>
                <a:lnTo>
                  <a:pt x="2413073" y="121522"/>
                </a:lnTo>
                <a:lnTo>
                  <a:pt x="2413552" y="121401"/>
                </a:lnTo>
                <a:lnTo>
                  <a:pt x="2414024" y="121275"/>
                </a:lnTo>
                <a:lnTo>
                  <a:pt x="2414488" y="121146"/>
                </a:lnTo>
                <a:lnTo>
                  <a:pt x="2414944" y="121012"/>
                </a:lnTo>
                <a:lnTo>
                  <a:pt x="2415393" y="120875"/>
                </a:lnTo>
                <a:lnTo>
                  <a:pt x="2415834" y="120733"/>
                </a:lnTo>
                <a:lnTo>
                  <a:pt x="2416268" y="120587"/>
                </a:lnTo>
                <a:lnTo>
                  <a:pt x="2416694" y="120437"/>
                </a:lnTo>
                <a:lnTo>
                  <a:pt x="2417112" y="120283"/>
                </a:lnTo>
                <a:lnTo>
                  <a:pt x="2417523" y="120125"/>
                </a:lnTo>
                <a:lnTo>
                  <a:pt x="2417926" y="119963"/>
                </a:lnTo>
                <a:lnTo>
                  <a:pt x="2418321" y="119796"/>
                </a:lnTo>
                <a:lnTo>
                  <a:pt x="2418709" y="119626"/>
                </a:lnTo>
                <a:lnTo>
                  <a:pt x="2419089" y="119451"/>
                </a:lnTo>
                <a:lnTo>
                  <a:pt x="2419462" y="119272"/>
                </a:lnTo>
                <a:lnTo>
                  <a:pt x="2419826" y="119089"/>
                </a:lnTo>
                <a:lnTo>
                  <a:pt x="2420184" y="118902"/>
                </a:lnTo>
                <a:lnTo>
                  <a:pt x="2420533" y="118711"/>
                </a:lnTo>
                <a:lnTo>
                  <a:pt x="2420875" y="118516"/>
                </a:lnTo>
                <a:lnTo>
                  <a:pt x="2420875" y="105498"/>
                </a:lnTo>
                <a:lnTo>
                  <a:pt x="2420577" y="105638"/>
                </a:lnTo>
                <a:lnTo>
                  <a:pt x="2420275" y="105778"/>
                </a:lnTo>
                <a:lnTo>
                  <a:pt x="2419969" y="105918"/>
                </a:lnTo>
                <a:lnTo>
                  <a:pt x="2419659" y="106057"/>
                </a:lnTo>
                <a:lnTo>
                  <a:pt x="2419344" y="106195"/>
                </a:lnTo>
                <a:lnTo>
                  <a:pt x="2419026" y="106333"/>
                </a:lnTo>
                <a:lnTo>
                  <a:pt x="2418703" y="106470"/>
                </a:lnTo>
                <a:lnTo>
                  <a:pt x="2418377" y="106606"/>
                </a:lnTo>
                <a:lnTo>
                  <a:pt x="2418046" y="106742"/>
                </a:lnTo>
                <a:lnTo>
                  <a:pt x="2417711" y="106877"/>
                </a:lnTo>
                <a:lnTo>
                  <a:pt x="2417372" y="107012"/>
                </a:lnTo>
                <a:lnTo>
                  <a:pt x="2417029" y="107146"/>
                </a:lnTo>
                <a:lnTo>
                  <a:pt x="2416682" y="107280"/>
                </a:lnTo>
                <a:lnTo>
                  <a:pt x="2416330" y="107413"/>
                </a:lnTo>
                <a:lnTo>
                  <a:pt x="2415975" y="107545"/>
                </a:lnTo>
                <a:lnTo>
                  <a:pt x="2415615" y="107677"/>
                </a:lnTo>
                <a:lnTo>
                  <a:pt x="2415252" y="107808"/>
                </a:lnTo>
                <a:lnTo>
                  <a:pt x="2414884" y="107939"/>
                </a:lnTo>
                <a:lnTo>
                  <a:pt x="2414512" y="108069"/>
                </a:lnTo>
                <a:lnTo>
                  <a:pt x="2414136" y="108198"/>
                </a:lnTo>
                <a:lnTo>
                  <a:pt x="2413756" y="108327"/>
                </a:lnTo>
                <a:lnTo>
                  <a:pt x="2413372" y="108455"/>
                </a:lnTo>
                <a:lnTo>
                  <a:pt x="2412983" y="108583"/>
                </a:lnTo>
                <a:lnTo>
                  <a:pt x="2412591" y="108710"/>
                </a:lnTo>
                <a:lnTo>
                  <a:pt x="2412209" y="108820"/>
                </a:lnTo>
                <a:lnTo>
                  <a:pt x="2411824" y="108926"/>
                </a:lnTo>
                <a:lnTo>
                  <a:pt x="2411437" y="109027"/>
                </a:lnTo>
                <a:lnTo>
                  <a:pt x="2411046" y="109123"/>
                </a:lnTo>
                <a:lnTo>
                  <a:pt x="2410652" y="109215"/>
                </a:lnTo>
                <a:lnTo>
                  <a:pt x="2410256" y="109302"/>
                </a:lnTo>
                <a:lnTo>
                  <a:pt x="2409856" y="109384"/>
                </a:lnTo>
                <a:lnTo>
                  <a:pt x="2409454" y="109461"/>
                </a:lnTo>
                <a:lnTo>
                  <a:pt x="2409048" y="109534"/>
                </a:lnTo>
                <a:lnTo>
                  <a:pt x="2408640" y="109602"/>
                </a:lnTo>
                <a:lnTo>
                  <a:pt x="2408229" y="109666"/>
                </a:lnTo>
                <a:lnTo>
                  <a:pt x="2407815" y="109724"/>
                </a:lnTo>
                <a:lnTo>
                  <a:pt x="2407398" y="109778"/>
                </a:lnTo>
                <a:lnTo>
                  <a:pt x="2406978" y="109828"/>
                </a:lnTo>
                <a:lnTo>
                  <a:pt x="2406555" y="109872"/>
                </a:lnTo>
                <a:lnTo>
                  <a:pt x="2406129" y="109912"/>
                </a:lnTo>
                <a:lnTo>
                  <a:pt x="2405700" y="109947"/>
                </a:lnTo>
                <a:lnTo>
                  <a:pt x="2405268" y="109978"/>
                </a:lnTo>
                <a:lnTo>
                  <a:pt x="2404834" y="110004"/>
                </a:lnTo>
                <a:lnTo>
                  <a:pt x="2404396" y="110025"/>
                </a:lnTo>
                <a:lnTo>
                  <a:pt x="2403955" y="110041"/>
                </a:lnTo>
                <a:lnTo>
                  <a:pt x="2403512" y="110053"/>
                </a:lnTo>
                <a:lnTo>
                  <a:pt x="2403065" y="110060"/>
                </a:lnTo>
                <a:lnTo>
                  <a:pt x="2402616" y="110063"/>
                </a:lnTo>
                <a:lnTo>
                  <a:pt x="2402042" y="110060"/>
                </a:lnTo>
                <a:lnTo>
                  <a:pt x="2401477" y="110051"/>
                </a:lnTo>
                <a:lnTo>
                  <a:pt x="2400920" y="110036"/>
                </a:lnTo>
                <a:lnTo>
                  <a:pt x="2400371" y="110016"/>
                </a:lnTo>
                <a:lnTo>
                  <a:pt x="2399830" y="109989"/>
                </a:lnTo>
                <a:lnTo>
                  <a:pt x="2399298" y="109957"/>
                </a:lnTo>
                <a:lnTo>
                  <a:pt x="2398774" y="109919"/>
                </a:lnTo>
                <a:lnTo>
                  <a:pt x="2398258" y="109875"/>
                </a:lnTo>
                <a:lnTo>
                  <a:pt x="2397750" y="109825"/>
                </a:lnTo>
                <a:lnTo>
                  <a:pt x="2397250" y="109769"/>
                </a:lnTo>
                <a:lnTo>
                  <a:pt x="2396759" y="109707"/>
                </a:lnTo>
                <a:lnTo>
                  <a:pt x="2396276" y="109640"/>
                </a:lnTo>
                <a:lnTo>
                  <a:pt x="2395801" y="109567"/>
                </a:lnTo>
                <a:lnTo>
                  <a:pt x="2395334" y="109487"/>
                </a:lnTo>
                <a:lnTo>
                  <a:pt x="2394876" y="109402"/>
                </a:lnTo>
                <a:lnTo>
                  <a:pt x="2394425" y="109311"/>
                </a:lnTo>
                <a:lnTo>
                  <a:pt x="2393983" y="109214"/>
                </a:lnTo>
                <a:lnTo>
                  <a:pt x="2393550" y="109112"/>
                </a:lnTo>
                <a:lnTo>
                  <a:pt x="2393124" y="109003"/>
                </a:lnTo>
                <a:lnTo>
                  <a:pt x="2392707" y="108888"/>
                </a:lnTo>
                <a:lnTo>
                  <a:pt x="2392297" y="108768"/>
                </a:lnTo>
                <a:lnTo>
                  <a:pt x="2391896" y="108642"/>
                </a:lnTo>
                <a:lnTo>
                  <a:pt x="2391504" y="108510"/>
                </a:lnTo>
                <a:lnTo>
                  <a:pt x="2391119" y="108372"/>
                </a:lnTo>
                <a:lnTo>
                  <a:pt x="2390743" y="108227"/>
                </a:lnTo>
                <a:lnTo>
                  <a:pt x="2390374" y="108076"/>
                </a:lnTo>
                <a:lnTo>
                  <a:pt x="2390012" y="107917"/>
                </a:lnTo>
                <a:lnTo>
                  <a:pt x="2389659" y="107752"/>
                </a:lnTo>
                <a:lnTo>
                  <a:pt x="2389313" y="107579"/>
                </a:lnTo>
                <a:lnTo>
                  <a:pt x="2388974" y="107400"/>
                </a:lnTo>
                <a:lnTo>
                  <a:pt x="2388643" y="107213"/>
                </a:lnTo>
                <a:lnTo>
                  <a:pt x="2388320" y="107019"/>
                </a:lnTo>
                <a:lnTo>
                  <a:pt x="2388005" y="106819"/>
                </a:lnTo>
                <a:lnTo>
                  <a:pt x="2387697" y="106611"/>
                </a:lnTo>
                <a:lnTo>
                  <a:pt x="2387396" y="106396"/>
                </a:lnTo>
                <a:lnTo>
                  <a:pt x="2387104" y="106174"/>
                </a:lnTo>
                <a:lnTo>
                  <a:pt x="2386819" y="105945"/>
                </a:lnTo>
                <a:lnTo>
                  <a:pt x="2386541" y="105709"/>
                </a:lnTo>
                <a:lnTo>
                  <a:pt x="2386272" y="105466"/>
                </a:lnTo>
                <a:lnTo>
                  <a:pt x="2386010" y="105216"/>
                </a:lnTo>
                <a:lnTo>
                  <a:pt x="2385755" y="104959"/>
                </a:lnTo>
                <a:lnTo>
                  <a:pt x="2385508" y="104695"/>
                </a:lnTo>
                <a:lnTo>
                  <a:pt x="2385269" y="104424"/>
                </a:lnTo>
                <a:lnTo>
                  <a:pt x="2385038" y="104145"/>
                </a:lnTo>
                <a:lnTo>
                  <a:pt x="2384814" y="103860"/>
                </a:lnTo>
                <a:lnTo>
                  <a:pt x="2384597" y="103568"/>
                </a:lnTo>
                <a:lnTo>
                  <a:pt x="2384389" y="103268"/>
                </a:lnTo>
                <a:lnTo>
                  <a:pt x="2384188" y="102962"/>
                </a:lnTo>
                <a:lnTo>
                  <a:pt x="2383994" y="102648"/>
                </a:lnTo>
                <a:lnTo>
                  <a:pt x="2383809" y="102328"/>
                </a:lnTo>
                <a:lnTo>
                  <a:pt x="2383633" y="102000"/>
                </a:lnTo>
                <a:lnTo>
                  <a:pt x="2383464" y="101666"/>
                </a:lnTo>
                <a:lnTo>
                  <a:pt x="2383304" y="101324"/>
                </a:lnTo>
                <a:lnTo>
                  <a:pt x="2383152" y="100975"/>
                </a:lnTo>
                <a:lnTo>
                  <a:pt x="2383008" y="100619"/>
                </a:lnTo>
                <a:lnTo>
                  <a:pt x="2382873" y="100257"/>
                </a:lnTo>
                <a:lnTo>
                  <a:pt x="2382745" y="99887"/>
                </a:lnTo>
                <a:lnTo>
                  <a:pt x="2382626" y="99510"/>
                </a:lnTo>
                <a:lnTo>
                  <a:pt x="2382515" y="99126"/>
                </a:lnTo>
                <a:lnTo>
                  <a:pt x="2382412" y="98735"/>
                </a:lnTo>
                <a:lnTo>
                  <a:pt x="2382318" y="98337"/>
                </a:lnTo>
                <a:lnTo>
                  <a:pt x="2382232" y="97932"/>
                </a:lnTo>
                <a:lnTo>
                  <a:pt x="2382153" y="97520"/>
                </a:lnTo>
                <a:lnTo>
                  <a:pt x="2382084" y="97101"/>
                </a:lnTo>
                <a:lnTo>
                  <a:pt x="2382022" y="96675"/>
                </a:lnTo>
                <a:lnTo>
                  <a:pt x="2381969" y="96241"/>
                </a:lnTo>
                <a:lnTo>
                  <a:pt x="2381923" y="95801"/>
                </a:lnTo>
                <a:lnTo>
                  <a:pt x="2381886" y="95354"/>
                </a:lnTo>
                <a:lnTo>
                  <a:pt x="2381858" y="94899"/>
                </a:lnTo>
                <a:lnTo>
                  <a:pt x="2381837" y="94438"/>
                </a:lnTo>
                <a:lnTo>
                  <a:pt x="2381825" y="93969"/>
                </a:lnTo>
                <a:lnTo>
                  <a:pt x="2381821" y="93494"/>
                </a:lnTo>
                <a:lnTo>
                  <a:pt x="2381821" y="48522"/>
                </a:lnTo>
                <a:lnTo>
                  <a:pt x="2420875" y="48522"/>
                </a:lnTo>
                <a:lnTo>
                  <a:pt x="2420875" y="35335"/>
                </a:lnTo>
                <a:lnTo>
                  <a:pt x="2381821" y="35335"/>
                </a:lnTo>
                <a:lnTo>
                  <a:pt x="2381821" y="7777"/>
                </a:lnTo>
                <a:lnTo>
                  <a:pt x="2371338" y="7777"/>
                </a:lnTo>
                <a:lnTo>
                  <a:pt x="2365421" y="35335"/>
                </a:lnTo>
                <a:lnTo>
                  <a:pt x="2339892" y="35335"/>
                </a:lnTo>
                <a:lnTo>
                  <a:pt x="2339892" y="48522"/>
                </a:lnTo>
                <a:lnTo>
                  <a:pt x="2364914" y="48522"/>
                </a:lnTo>
                <a:lnTo>
                  <a:pt x="2364914" y="94847"/>
                </a:lnTo>
                <a:lnTo>
                  <a:pt x="2364930" y="96100"/>
                </a:lnTo>
                <a:lnTo>
                  <a:pt x="2364976" y="97324"/>
                </a:lnTo>
                <a:lnTo>
                  <a:pt x="2365054" y="98519"/>
                </a:lnTo>
                <a:lnTo>
                  <a:pt x="2365163" y="99684"/>
                </a:lnTo>
                <a:lnTo>
                  <a:pt x="2365303" y="100820"/>
                </a:lnTo>
                <a:lnTo>
                  <a:pt x="2365474" y="101926"/>
                </a:lnTo>
                <a:lnTo>
                  <a:pt x="2365676" y="103004"/>
                </a:lnTo>
                <a:lnTo>
                  <a:pt x="2365910" y="104051"/>
                </a:lnTo>
                <a:lnTo>
                  <a:pt x="2366174" y="105070"/>
                </a:lnTo>
                <a:lnTo>
                  <a:pt x="2366470" y="106059"/>
                </a:lnTo>
                <a:lnTo>
                  <a:pt x="2366796" y="107019"/>
                </a:lnTo>
                <a:lnTo>
                  <a:pt x="2367154" y="107949"/>
                </a:lnTo>
                <a:lnTo>
                  <a:pt x="2367543" y="108850"/>
                </a:lnTo>
                <a:lnTo>
                  <a:pt x="2367963" y="109722"/>
                </a:lnTo>
                <a:lnTo>
                  <a:pt x="2368414" y="110565"/>
                </a:lnTo>
                <a:lnTo>
                  <a:pt x="2368896" y="111378"/>
                </a:lnTo>
                <a:lnTo>
                  <a:pt x="2369410" y="112161"/>
                </a:lnTo>
                <a:lnTo>
                  <a:pt x="2369954" y="112916"/>
                </a:lnTo>
                <a:lnTo>
                  <a:pt x="2370530" y="113641"/>
                </a:lnTo>
                <a:lnTo>
                  <a:pt x="2371137" y="114336"/>
                </a:lnTo>
                <a:lnTo>
                  <a:pt x="2371774" y="115003"/>
                </a:lnTo>
                <a:lnTo>
                  <a:pt x="2372443" y="115640"/>
                </a:lnTo>
                <a:lnTo>
                  <a:pt x="2373143" y="116247"/>
                </a:lnTo>
                <a:lnTo>
                  <a:pt x="2373874" y="116825"/>
                </a:lnTo>
                <a:lnTo>
                  <a:pt x="2374632" y="117363"/>
                </a:lnTo>
                <a:lnTo>
                  <a:pt x="2375411" y="117879"/>
                </a:lnTo>
                <a:lnTo>
                  <a:pt x="2376212" y="118371"/>
                </a:lnTo>
                <a:lnTo>
                  <a:pt x="2377035" y="118840"/>
                </a:lnTo>
                <a:lnTo>
                  <a:pt x="2377879" y="119286"/>
                </a:lnTo>
                <a:lnTo>
                  <a:pt x="2378746" y="119710"/>
                </a:lnTo>
                <a:lnTo>
                  <a:pt x="2379634" y="120111"/>
                </a:lnTo>
                <a:lnTo>
                  <a:pt x="2380543" y="120488"/>
                </a:lnTo>
                <a:lnTo>
                  <a:pt x="2381475" y="120843"/>
                </a:lnTo>
                <a:lnTo>
                  <a:pt x="2382428" y="121175"/>
                </a:lnTo>
                <a:lnTo>
                  <a:pt x="2383402" y="121484"/>
                </a:lnTo>
                <a:lnTo>
                  <a:pt x="2384399" y="121771"/>
                </a:lnTo>
                <a:lnTo>
                  <a:pt x="2385417" y="122034"/>
                </a:lnTo>
                <a:lnTo>
                  <a:pt x="2386457" y="122274"/>
                </a:lnTo>
                <a:lnTo>
                  <a:pt x="2387519" y="122492"/>
                </a:lnTo>
                <a:lnTo>
                  <a:pt x="2388602" y="122686"/>
                </a:lnTo>
                <a:lnTo>
                  <a:pt x="2389707" y="122858"/>
                </a:lnTo>
                <a:lnTo>
                  <a:pt x="2390834" y="123007"/>
                </a:lnTo>
                <a:lnTo>
                  <a:pt x="2391983" y="123133"/>
                </a:lnTo>
                <a:lnTo>
                  <a:pt x="2393153" y="123236"/>
                </a:lnTo>
                <a:lnTo>
                  <a:pt x="2394345" y="123316"/>
                </a:lnTo>
                <a:lnTo>
                  <a:pt x="2395559" y="123373"/>
                </a:lnTo>
                <a:lnTo>
                  <a:pt x="2396794" y="123408"/>
                </a:lnTo>
                <a:lnTo>
                  <a:pt x="2398051" y="123419"/>
                </a:lnTo>
                <a:lnTo>
                  <a:pt x="2398572" y="123417"/>
                </a:lnTo>
                <a:lnTo>
                  <a:pt x="2399094" y="123410"/>
                </a:lnTo>
                <a:lnTo>
                  <a:pt x="2399615" y="123398"/>
                </a:lnTo>
                <a:lnTo>
                  <a:pt x="2400136" y="123381"/>
                </a:lnTo>
                <a:lnTo>
                  <a:pt x="2400658" y="123360"/>
                </a:lnTo>
                <a:lnTo>
                  <a:pt x="2401179" y="123334"/>
                </a:lnTo>
                <a:lnTo>
                  <a:pt x="2401700" y="123304"/>
                </a:lnTo>
                <a:lnTo>
                  <a:pt x="2402221" y="123269"/>
                </a:lnTo>
                <a:close/>
                <a:moveTo>
                  <a:pt x="2605491" y="123229"/>
                </a:moveTo>
                <a:lnTo>
                  <a:pt x="2606012" y="123184"/>
                </a:lnTo>
                <a:lnTo>
                  <a:pt x="2606534" y="123135"/>
                </a:lnTo>
                <a:lnTo>
                  <a:pt x="2607055" y="123081"/>
                </a:lnTo>
                <a:lnTo>
                  <a:pt x="2607576" y="123022"/>
                </a:lnTo>
                <a:lnTo>
                  <a:pt x="2608098" y="122959"/>
                </a:lnTo>
                <a:lnTo>
                  <a:pt x="2608619" y="122891"/>
                </a:lnTo>
                <a:lnTo>
                  <a:pt x="2609140" y="122818"/>
                </a:lnTo>
                <a:lnTo>
                  <a:pt x="2609661" y="122740"/>
                </a:lnTo>
                <a:lnTo>
                  <a:pt x="2610183" y="122658"/>
                </a:lnTo>
                <a:lnTo>
                  <a:pt x="2610704" y="122571"/>
                </a:lnTo>
                <a:lnTo>
                  <a:pt x="2611225" y="122480"/>
                </a:lnTo>
                <a:lnTo>
                  <a:pt x="2611747" y="122383"/>
                </a:lnTo>
                <a:lnTo>
                  <a:pt x="2612268" y="122282"/>
                </a:lnTo>
                <a:lnTo>
                  <a:pt x="2612789" y="122177"/>
                </a:lnTo>
                <a:lnTo>
                  <a:pt x="2613310" y="122066"/>
                </a:lnTo>
                <a:lnTo>
                  <a:pt x="2613828" y="121966"/>
                </a:lnTo>
                <a:lnTo>
                  <a:pt x="2614338" y="121861"/>
                </a:lnTo>
                <a:lnTo>
                  <a:pt x="2614840" y="121752"/>
                </a:lnTo>
                <a:lnTo>
                  <a:pt x="2615334" y="121639"/>
                </a:lnTo>
                <a:lnTo>
                  <a:pt x="2615821" y="121522"/>
                </a:lnTo>
                <a:lnTo>
                  <a:pt x="2616301" y="121401"/>
                </a:lnTo>
                <a:lnTo>
                  <a:pt x="2616772" y="121275"/>
                </a:lnTo>
                <a:lnTo>
                  <a:pt x="2617236" y="121146"/>
                </a:lnTo>
                <a:lnTo>
                  <a:pt x="2617693" y="121012"/>
                </a:lnTo>
                <a:lnTo>
                  <a:pt x="2618142" y="120875"/>
                </a:lnTo>
                <a:lnTo>
                  <a:pt x="2618583" y="120733"/>
                </a:lnTo>
                <a:lnTo>
                  <a:pt x="2619016" y="120587"/>
                </a:lnTo>
                <a:lnTo>
                  <a:pt x="2619442" y="120437"/>
                </a:lnTo>
                <a:lnTo>
                  <a:pt x="2619861" y="120283"/>
                </a:lnTo>
                <a:lnTo>
                  <a:pt x="2620271" y="120125"/>
                </a:lnTo>
                <a:lnTo>
                  <a:pt x="2620674" y="119963"/>
                </a:lnTo>
                <a:lnTo>
                  <a:pt x="2621070" y="119796"/>
                </a:lnTo>
                <a:lnTo>
                  <a:pt x="2621457" y="119626"/>
                </a:lnTo>
                <a:lnTo>
                  <a:pt x="2621838" y="119451"/>
                </a:lnTo>
                <a:lnTo>
                  <a:pt x="2622210" y="119272"/>
                </a:lnTo>
                <a:lnTo>
                  <a:pt x="2622575" y="119089"/>
                </a:lnTo>
                <a:lnTo>
                  <a:pt x="2622932" y="118902"/>
                </a:lnTo>
                <a:lnTo>
                  <a:pt x="2623282" y="118711"/>
                </a:lnTo>
                <a:lnTo>
                  <a:pt x="2623624" y="118516"/>
                </a:lnTo>
                <a:lnTo>
                  <a:pt x="2623624" y="105498"/>
                </a:lnTo>
                <a:lnTo>
                  <a:pt x="2623326" y="105638"/>
                </a:lnTo>
                <a:lnTo>
                  <a:pt x="2623024" y="105778"/>
                </a:lnTo>
                <a:lnTo>
                  <a:pt x="2622717" y="105918"/>
                </a:lnTo>
                <a:lnTo>
                  <a:pt x="2622407" y="106057"/>
                </a:lnTo>
                <a:lnTo>
                  <a:pt x="2622093" y="106195"/>
                </a:lnTo>
                <a:lnTo>
                  <a:pt x="2621774" y="106333"/>
                </a:lnTo>
                <a:lnTo>
                  <a:pt x="2621452" y="106470"/>
                </a:lnTo>
                <a:lnTo>
                  <a:pt x="2621125" y="106606"/>
                </a:lnTo>
                <a:lnTo>
                  <a:pt x="2620794" y="106742"/>
                </a:lnTo>
                <a:lnTo>
                  <a:pt x="2620459" y="106877"/>
                </a:lnTo>
                <a:lnTo>
                  <a:pt x="2620120" y="107012"/>
                </a:lnTo>
                <a:lnTo>
                  <a:pt x="2619777" y="107146"/>
                </a:lnTo>
                <a:lnTo>
                  <a:pt x="2619430" y="107280"/>
                </a:lnTo>
                <a:lnTo>
                  <a:pt x="2619079" y="107413"/>
                </a:lnTo>
                <a:lnTo>
                  <a:pt x="2618723" y="107545"/>
                </a:lnTo>
                <a:lnTo>
                  <a:pt x="2618364" y="107677"/>
                </a:lnTo>
                <a:lnTo>
                  <a:pt x="2618000" y="107808"/>
                </a:lnTo>
                <a:lnTo>
                  <a:pt x="2617632" y="107939"/>
                </a:lnTo>
                <a:lnTo>
                  <a:pt x="2617260" y="108069"/>
                </a:lnTo>
                <a:lnTo>
                  <a:pt x="2616884" y="108198"/>
                </a:lnTo>
                <a:lnTo>
                  <a:pt x="2616504" y="108327"/>
                </a:lnTo>
                <a:lnTo>
                  <a:pt x="2616120" y="108455"/>
                </a:lnTo>
                <a:lnTo>
                  <a:pt x="2615732" y="108583"/>
                </a:lnTo>
                <a:lnTo>
                  <a:pt x="2615339" y="108710"/>
                </a:lnTo>
                <a:lnTo>
                  <a:pt x="2614957" y="108820"/>
                </a:lnTo>
                <a:lnTo>
                  <a:pt x="2614573" y="108926"/>
                </a:lnTo>
                <a:lnTo>
                  <a:pt x="2614185" y="109027"/>
                </a:lnTo>
                <a:lnTo>
                  <a:pt x="2613794" y="109123"/>
                </a:lnTo>
                <a:lnTo>
                  <a:pt x="2613401" y="109215"/>
                </a:lnTo>
                <a:lnTo>
                  <a:pt x="2613004" y="109302"/>
                </a:lnTo>
                <a:lnTo>
                  <a:pt x="2612605" y="109384"/>
                </a:lnTo>
                <a:lnTo>
                  <a:pt x="2612202" y="109461"/>
                </a:lnTo>
                <a:lnTo>
                  <a:pt x="2611797" y="109534"/>
                </a:lnTo>
                <a:lnTo>
                  <a:pt x="2611389" y="109602"/>
                </a:lnTo>
                <a:lnTo>
                  <a:pt x="2610977" y="109666"/>
                </a:lnTo>
                <a:lnTo>
                  <a:pt x="2610563" y="109724"/>
                </a:lnTo>
                <a:lnTo>
                  <a:pt x="2610146" y="109778"/>
                </a:lnTo>
                <a:lnTo>
                  <a:pt x="2609726" y="109828"/>
                </a:lnTo>
                <a:lnTo>
                  <a:pt x="2609303" y="109872"/>
                </a:lnTo>
                <a:lnTo>
                  <a:pt x="2608877" y="109912"/>
                </a:lnTo>
                <a:lnTo>
                  <a:pt x="2608448" y="109947"/>
                </a:lnTo>
                <a:lnTo>
                  <a:pt x="2608017" y="109978"/>
                </a:lnTo>
                <a:lnTo>
                  <a:pt x="2607582" y="110004"/>
                </a:lnTo>
                <a:lnTo>
                  <a:pt x="2607144" y="110025"/>
                </a:lnTo>
                <a:lnTo>
                  <a:pt x="2606704" y="110041"/>
                </a:lnTo>
                <a:lnTo>
                  <a:pt x="2606260" y="110053"/>
                </a:lnTo>
                <a:lnTo>
                  <a:pt x="2605814" y="110060"/>
                </a:lnTo>
                <a:lnTo>
                  <a:pt x="2605364" y="110063"/>
                </a:lnTo>
                <a:lnTo>
                  <a:pt x="2604791" y="110060"/>
                </a:lnTo>
                <a:lnTo>
                  <a:pt x="2604226" y="110051"/>
                </a:lnTo>
                <a:lnTo>
                  <a:pt x="2603668" y="110036"/>
                </a:lnTo>
                <a:lnTo>
                  <a:pt x="2603120" y="110016"/>
                </a:lnTo>
                <a:lnTo>
                  <a:pt x="2602579" y="109989"/>
                </a:lnTo>
                <a:lnTo>
                  <a:pt x="2602046" y="109957"/>
                </a:lnTo>
                <a:lnTo>
                  <a:pt x="2601522" y="109919"/>
                </a:lnTo>
                <a:lnTo>
                  <a:pt x="2601006" y="109875"/>
                </a:lnTo>
                <a:lnTo>
                  <a:pt x="2600498" y="109825"/>
                </a:lnTo>
                <a:lnTo>
                  <a:pt x="2599999" y="109769"/>
                </a:lnTo>
                <a:lnTo>
                  <a:pt x="2599507" y="109707"/>
                </a:lnTo>
                <a:lnTo>
                  <a:pt x="2599024" y="109640"/>
                </a:lnTo>
                <a:lnTo>
                  <a:pt x="2598549" y="109567"/>
                </a:lnTo>
                <a:lnTo>
                  <a:pt x="2598083" y="109487"/>
                </a:lnTo>
                <a:lnTo>
                  <a:pt x="2597624" y="109402"/>
                </a:lnTo>
                <a:lnTo>
                  <a:pt x="2597174" y="109311"/>
                </a:lnTo>
                <a:lnTo>
                  <a:pt x="2596732" y="109214"/>
                </a:lnTo>
                <a:lnTo>
                  <a:pt x="2596298" y="109112"/>
                </a:lnTo>
                <a:lnTo>
                  <a:pt x="2595872" y="109003"/>
                </a:lnTo>
                <a:lnTo>
                  <a:pt x="2595455" y="108888"/>
                </a:lnTo>
                <a:lnTo>
                  <a:pt x="2595046" y="108768"/>
                </a:lnTo>
                <a:lnTo>
                  <a:pt x="2594645" y="108642"/>
                </a:lnTo>
                <a:lnTo>
                  <a:pt x="2594252" y="108510"/>
                </a:lnTo>
                <a:lnTo>
                  <a:pt x="2593868" y="108372"/>
                </a:lnTo>
                <a:lnTo>
                  <a:pt x="2593491" y="108227"/>
                </a:lnTo>
                <a:lnTo>
                  <a:pt x="2593122" y="108076"/>
                </a:lnTo>
                <a:lnTo>
                  <a:pt x="2592761" y="107917"/>
                </a:lnTo>
                <a:lnTo>
                  <a:pt x="2592407" y="107752"/>
                </a:lnTo>
                <a:lnTo>
                  <a:pt x="2592061" y="107579"/>
                </a:lnTo>
                <a:lnTo>
                  <a:pt x="2591723" y="107400"/>
                </a:lnTo>
                <a:lnTo>
                  <a:pt x="2591392" y="107213"/>
                </a:lnTo>
                <a:lnTo>
                  <a:pt x="2591069" y="107019"/>
                </a:lnTo>
                <a:lnTo>
                  <a:pt x="2590753" y="106819"/>
                </a:lnTo>
                <a:lnTo>
                  <a:pt x="2590445" y="106611"/>
                </a:lnTo>
                <a:lnTo>
                  <a:pt x="2590145" y="106396"/>
                </a:lnTo>
                <a:lnTo>
                  <a:pt x="2589852" y="106174"/>
                </a:lnTo>
                <a:lnTo>
                  <a:pt x="2589567" y="105945"/>
                </a:lnTo>
                <a:lnTo>
                  <a:pt x="2589290" y="105709"/>
                </a:lnTo>
                <a:lnTo>
                  <a:pt x="2589020" y="105466"/>
                </a:lnTo>
                <a:lnTo>
                  <a:pt x="2588758" y="105216"/>
                </a:lnTo>
                <a:lnTo>
                  <a:pt x="2588504" y="104959"/>
                </a:lnTo>
                <a:lnTo>
                  <a:pt x="2588257" y="104695"/>
                </a:lnTo>
                <a:lnTo>
                  <a:pt x="2588018" y="104424"/>
                </a:lnTo>
                <a:lnTo>
                  <a:pt x="2587786" y="104145"/>
                </a:lnTo>
                <a:lnTo>
                  <a:pt x="2587562" y="103860"/>
                </a:lnTo>
                <a:lnTo>
                  <a:pt x="2587346" y="103568"/>
                </a:lnTo>
                <a:lnTo>
                  <a:pt x="2587137" y="103268"/>
                </a:lnTo>
                <a:lnTo>
                  <a:pt x="2586936" y="102962"/>
                </a:lnTo>
                <a:lnTo>
                  <a:pt x="2586743" y="102648"/>
                </a:lnTo>
                <a:lnTo>
                  <a:pt x="2586558" y="102328"/>
                </a:lnTo>
                <a:lnTo>
                  <a:pt x="2586381" y="102000"/>
                </a:lnTo>
                <a:lnTo>
                  <a:pt x="2586213" y="101666"/>
                </a:lnTo>
                <a:lnTo>
                  <a:pt x="2586053" y="101324"/>
                </a:lnTo>
                <a:lnTo>
                  <a:pt x="2585901" y="100975"/>
                </a:lnTo>
                <a:lnTo>
                  <a:pt x="2585757" y="100619"/>
                </a:lnTo>
                <a:lnTo>
                  <a:pt x="2585621" y="100257"/>
                </a:lnTo>
                <a:lnTo>
                  <a:pt x="2585494" y="99887"/>
                </a:lnTo>
                <a:lnTo>
                  <a:pt x="2585375" y="99510"/>
                </a:lnTo>
                <a:lnTo>
                  <a:pt x="2585264" y="99126"/>
                </a:lnTo>
                <a:lnTo>
                  <a:pt x="2585161" y="98735"/>
                </a:lnTo>
                <a:lnTo>
                  <a:pt x="2585066" y="98337"/>
                </a:lnTo>
                <a:lnTo>
                  <a:pt x="2584980" y="97932"/>
                </a:lnTo>
                <a:lnTo>
                  <a:pt x="2584902" y="97520"/>
                </a:lnTo>
                <a:lnTo>
                  <a:pt x="2584832" y="97101"/>
                </a:lnTo>
                <a:lnTo>
                  <a:pt x="2584770" y="96675"/>
                </a:lnTo>
                <a:lnTo>
                  <a:pt x="2584717" y="96241"/>
                </a:lnTo>
                <a:lnTo>
                  <a:pt x="2584672" y="95801"/>
                </a:lnTo>
                <a:lnTo>
                  <a:pt x="2584635" y="95354"/>
                </a:lnTo>
                <a:lnTo>
                  <a:pt x="2584606" y="94899"/>
                </a:lnTo>
                <a:lnTo>
                  <a:pt x="2584586" y="94438"/>
                </a:lnTo>
                <a:lnTo>
                  <a:pt x="2584573" y="93969"/>
                </a:lnTo>
                <a:lnTo>
                  <a:pt x="2584569" y="93494"/>
                </a:lnTo>
                <a:lnTo>
                  <a:pt x="2584569" y="48522"/>
                </a:lnTo>
                <a:lnTo>
                  <a:pt x="2623624" y="48522"/>
                </a:lnTo>
                <a:lnTo>
                  <a:pt x="2623624" y="35335"/>
                </a:lnTo>
                <a:lnTo>
                  <a:pt x="2584569" y="35335"/>
                </a:lnTo>
                <a:lnTo>
                  <a:pt x="2584569" y="7777"/>
                </a:lnTo>
                <a:lnTo>
                  <a:pt x="2574087" y="7777"/>
                </a:lnTo>
                <a:lnTo>
                  <a:pt x="2568169" y="35335"/>
                </a:lnTo>
                <a:lnTo>
                  <a:pt x="2542640" y="35335"/>
                </a:lnTo>
                <a:lnTo>
                  <a:pt x="2542640" y="48522"/>
                </a:lnTo>
                <a:lnTo>
                  <a:pt x="2567662" y="48522"/>
                </a:lnTo>
                <a:lnTo>
                  <a:pt x="2567662" y="94847"/>
                </a:lnTo>
                <a:lnTo>
                  <a:pt x="2567678" y="96100"/>
                </a:lnTo>
                <a:lnTo>
                  <a:pt x="2567725" y="97324"/>
                </a:lnTo>
                <a:lnTo>
                  <a:pt x="2567802" y="98519"/>
                </a:lnTo>
                <a:lnTo>
                  <a:pt x="2567911" y="99684"/>
                </a:lnTo>
                <a:lnTo>
                  <a:pt x="2568051" y="100820"/>
                </a:lnTo>
                <a:lnTo>
                  <a:pt x="2568222" y="101926"/>
                </a:lnTo>
                <a:lnTo>
                  <a:pt x="2568425" y="103004"/>
                </a:lnTo>
                <a:lnTo>
                  <a:pt x="2568658" y="104051"/>
                </a:lnTo>
                <a:lnTo>
                  <a:pt x="2568923" y="105070"/>
                </a:lnTo>
                <a:lnTo>
                  <a:pt x="2569218" y="106059"/>
                </a:lnTo>
                <a:lnTo>
                  <a:pt x="2569545" y="107019"/>
                </a:lnTo>
                <a:lnTo>
                  <a:pt x="2569903" y="107949"/>
                </a:lnTo>
                <a:lnTo>
                  <a:pt x="2570292" y="108850"/>
                </a:lnTo>
                <a:lnTo>
                  <a:pt x="2570712" y="109722"/>
                </a:lnTo>
                <a:lnTo>
                  <a:pt x="2571163" y="110565"/>
                </a:lnTo>
                <a:lnTo>
                  <a:pt x="2571645" y="111378"/>
                </a:lnTo>
                <a:lnTo>
                  <a:pt x="2572158" y="112161"/>
                </a:lnTo>
                <a:lnTo>
                  <a:pt x="2572703" y="112916"/>
                </a:lnTo>
                <a:lnTo>
                  <a:pt x="2573278" y="113641"/>
                </a:lnTo>
                <a:lnTo>
                  <a:pt x="2573885" y="114336"/>
                </a:lnTo>
                <a:lnTo>
                  <a:pt x="2574523" y="115003"/>
                </a:lnTo>
                <a:lnTo>
                  <a:pt x="2575192" y="115640"/>
                </a:lnTo>
                <a:lnTo>
                  <a:pt x="2575892" y="116247"/>
                </a:lnTo>
                <a:lnTo>
                  <a:pt x="2576623" y="116825"/>
                </a:lnTo>
                <a:lnTo>
                  <a:pt x="2577381" y="117363"/>
                </a:lnTo>
                <a:lnTo>
                  <a:pt x="2578160" y="117879"/>
                </a:lnTo>
                <a:lnTo>
                  <a:pt x="2578961" y="118371"/>
                </a:lnTo>
                <a:lnTo>
                  <a:pt x="2579784" y="118840"/>
                </a:lnTo>
                <a:lnTo>
                  <a:pt x="2580628" y="119286"/>
                </a:lnTo>
                <a:lnTo>
                  <a:pt x="2581494" y="119710"/>
                </a:lnTo>
                <a:lnTo>
                  <a:pt x="2582382" y="120111"/>
                </a:lnTo>
                <a:lnTo>
                  <a:pt x="2583292" y="120488"/>
                </a:lnTo>
                <a:lnTo>
                  <a:pt x="2584223" y="120843"/>
                </a:lnTo>
                <a:lnTo>
                  <a:pt x="2585176" y="121175"/>
                </a:lnTo>
                <a:lnTo>
                  <a:pt x="2586151" y="121484"/>
                </a:lnTo>
                <a:lnTo>
                  <a:pt x="2587147" y="121771"/>
                </a:lnTo>
                <a:lnTo>
                  <a:pt x="2588166" y="122034"/>
                </a:lnTo>
                <a:lnTo>
                  <a:pt x="2589206" y="122274"/>
                </a:lnTo>
                <a:lnTo>
                  <a:pt x="2590267" y="122492"/>
                </a:lnTo>
                <a:lnTo>
                  <a:pt x="2591351" y="122686"/>
                </a:lnTo>
                <a:lnTo>
                  <a:pt x="2592456" y="122858"/>
                </a:lnTo>
                <a:lnTo>
                  <a:pt x="2593583" y="123007"/>
                </a:lnTo>
                <a:lnTo>
                  <a:pt x="2594731" y="123133"/>
                </a:lnTo>
                <a:lnTo>
                  <a:pt x="2595901" y="123236"/>
                </a:lnTo>
                <a:lnTo>
                  <a:pt x="2597093" y="123316"/>
                </a:lnTo>
                <a:lnTo>
                  <a:pt x="2598307" y="123373"/>
                </a:lnTo>
                <a:lnTo>
                  <a:pt x="2599542" y="123408"/>
                </a:lnTo>
                <a:lnTo>
                  <a:pt x="2600800" y="123419"/>
                </a:lnTo>
                <a:lnTo>
                  <a:pt x="2601321" y="123417"/>
                </a:lnTo>
                <a:lnTo>
                  <a:pt x="2601842" y="123410"/>
                </a:lnTo>
                <a:lnTo>
                  <a:pt x="2602363" y="123398"/>
                </a:lnTo>
                <a:lnTo>
                  <a:pt x="2602885" y="123381"/>
                </a:lnTo>
                <a:lnTo>
                  <a:pt x="2603406" y="123360"/>
                </a:lnTo>
                <a:lnTo>
                  <a:pt x="2603927" y="123334"/>
                </a:lnTo>
                <a:lnTo>
                  <a:pt x="2604449" y="123304"/>
                </a:lnTo>
                <a:lnTo>
                  <a:pt x="2604970" y="123269"/>
                </a:lnTo>
                <a:lnTo>
                  <a:pt x="2605491" y="123229"/>
                </a:lnTo>
                <a:close/>
                <a:moveTo>
                  <a:pt x="2695334" y="122658"/>
                </a:moveTo>
                <a:lnTo>
                  <a:pt x="2696260" y="122480"/>
                </a:lnTo>
                <a:lnTo>
                  <a:pt x="2697173" y="122282"/>
                </a:lnTo>
                <a:lnTo>
                  <a:pt x="2698074" y="122066"/>
                </a:lnTo>
                <a:lnTo>
                  <a:pt x="2698962" y="121832"/>
                </a:lnTo>
                <a:lnTo>
                  <a:pt x="2699838" y="121578"/>
                </a:lnTo>
                <a:lnTo>
                  <a:pt x="2700702" y="121306"/>
                </a:lnTo>
                <a:lnTo>
                  <a:pt x="2701554" y="121014"/>
                </a:lnTo>
                <a:lnTo>
                  <a:pt x="2702393" y="120704"/>
                </a:lnTo>
                <a:lnTo>
                  <a:pt x="2703220" y="120376"/>
                </a:lnTo>
                <a:lnTo>
                  <a:pt x="2704034" y="120028"/>
                </a:lnTo>
                <a:lnTo>
                  <a:pt x="2704837" y="119662"/>
                </a:lnTo>
                <a:lnTo>
                  <a:pt x="2705626" y="119277"/>
                </a:lnTo>
                <a:lnTo>
                  <a:pt x="2706404" y="118873"/>
                </a:lnTo>
                <a:lnTo>
                  <a:pt x="2707169" y="118450"/>
                </a:lnTo>
                <a:lnTo>
                  <a:pt x="2707922" y="118009"/>
                </a:lnTo>
                <a:lnTo>
                  <a:pt x="2708661" y="117537"/>
                </a:lnTo>
                <a:lnTo>
                  <a:pt x="2709386" y="117050"/>
                </a:lnTo>
                <a:lnTo>
                  <a:pt x="2710096" y="116548"/>
                </a:lnTo>
                <a:lnTo>
                  <a:pt x="2710792" y="116032"/>
                </a:lnTo>
                <a:lnTo>
                  <a:pt x="2711472" y="115501"/>
                </a:lnTo>
                <a:lnTo>
                  <a:pt x="2712138" y="114955"/>
                </a:lnTo>
                <a:lnTo>
                  <a:pt x="2712789" y="114395"/>
                </a:lnTo>
                <a:lnTo>
                  <a:pt x="2713426" y="113820"/>
                </a:lnTo>
                <a:lnTo>
                  <a:pt x="2714048" y="113230"/>
                </a:lnTo>
                <a:lnTo>
                  <a:pt x="2714655" y="112626"/>
                </a:lnTo>
                <a:lnTo>
                  <a:pt x="2715248" y="112007"/>
                </a:lnTo>
                <a:lnTo>
                  <a:pt x="2715826" y="111373"/>
                </a:lnTo>
                <a:lnTo>
                  <a:pt x="2716389" y="110725"/>
                </a:lnTo>
                <a:lnTo>
                  <a:pt x="2716938" y="110062"/>
                </a:lnTo>
                <a:lnTo>
                  <a:pt x="2717472" y="109384"/>
                </a:lnTo>
                <a:lnTo>
                  <a:pt x="2717991" y="108691"/>
                </a:lnTo>
                <a:lnTo>
                  <a:pt x="2718495" y="107984"/>
                </a:lnTo>
                <a:lnTo>
                  <a:pt x="2718985" y="107263"/>
                </a:lnTo>
                <a:lnTo>
                  <a:pt x="2719461" y="106526"/>
                </a:lnTo>
                <a:lnTo>
                  <a:pt x="2719921" y="105775"/>
                </a:lnTo>
                <a:lnTo>
                  <a:pt x="2720367" y="105009"/>
                </a:lnTo>
                <a:lnTo>
                  <a:pt x="2720798" y="104229"/>
                </a:lnTo>
                <a:lnTo>
                  <a:pt x="2721215" y="103434"/>
                </a:lnTo>
                <a:lnTo>
                  <a:pt x="2721617" y="102624"/>
                </a:lnTo>
                <a:lnTo>
                  <a:pt x="2722003" y="101801"/>
                </a:lnTo>
                <a:lnTo>
                  <a:pt x="2722373" y="100968"/>
                </a:lnTo>
                <a:lnTo>
                  <a:pt x="2722726" y="100125"/>
                </a:lnTo>
                <a:lnTo>
                  <a:pt x="2723063" y="99271"/>
                </a:lnTo>
                <a:lnTo>
                  <a:pt x="2723383" y="98406"/>
                </a:lnTo>
                <a:lnTo>
                  <a:pt x="2723688" y="97531"/>
                </a:lnTo>
                <a:lnTo>
                  <a:pt x="2723975" y="96645"/>
                </a:lnTo>
                <a:lnTo>
                  <a:pt x="2724246" y="95748"/>
                </a:lnTo>
                <a:lnTo>
                  <a:pt x="2724501" y="94841"/>
                </a:lnTo>
                <a:lnTo>
                  <a:pt x="2724739" y="93924"/>
                </a:lnTo>
                <a:lnTo>
                  <a:pt x="2724961" y="92996"/>
                </a:lnTo>
                <a:lnTo>
                  <a:pt x="2725167" y="92057"/>
                </a:lnTo>
                <a:lnTo>
                  <a:pt x="2725356" y="91108"/>
                </a:lnTo>
                <a:lnTo>
                  <a:pt x="2725528" y="90148"/>
                </a:lnTo>
                <a:lnTo>
                  <a:pt x="2725685" y="89178"/>
                </a:lnTo>
                <a:lnTo>
                  <a:pt x="2725824" y="88197"/>
                </a:lnTo>
                <a:lnTo>
                  <a:pt x="2725948" y="87205"/>
                </a:lnTo>
                <a:lnTo>
                  <a:pt x="2726054" y="86203"/>
                </a:lnTo>
                <a:lnTo>
                  <a:pt x="2726145" y="85190"/>
                </a:lnTo>
                <a:lnTo>
                  <a:pt x="2726219" y="84167"/>
                </a:lnTo>
                <a:lnTo>
                  <a:pt x="2726276" y="83133"/>
                </a:lnTo>
                <a:lnTo>
                  <a:pt x="2726317" y="82089"/>
                </a:lnTo>
                <a:lnTo>
                  <a:pt x="2726342" y="81034"/>
                </a:lnTo>
                <a:lnTo>
                  <a:pt x="2726350" y="79969"/>
                </a:lnTo>
                <a:lnTo>
                  <a:pt x="2726350" y="77095"/>
                </a:lnTo>
                <a:lnTo>
                  <a:pt x="2726342" y="76043"/>
                </a:lnTo>
                <a:lnTo>
                  <a:pt x="2726317" y="75001"/>
                </a:lnTo>
                <a:lnTo>
                  <a:pt x="2726276" y="73969"/>
                </a:lnTo>
                <a:lnTo>
                  <a:pt x="2726219" y="72948"/>
                </a:lnTo>
                <a:lnTo>
                  <a:pt x="2726145" y="71936"/>
                </a:lnTo>
                <a:lnTo>
                  <a:pt x="2726054" y="70934"/>
                </a:lnTo>
                <a:lnTo>
                  <a:pt x="2725948" y="69942"/>
                </a:lnTo>
                <a:lnTo>
                  <a:pt x="2725824" y="68960"/>
                </a:lnTo>
                <a:lnTo>
                  <a:pt x="2725685" y="67989"/>
                </a:lnTo>
                <a:lnTo>
                  <a:pt x="2725528" y="67027"/>
                </a:lnTo>
                <a:lnTo>
                  <a:pt x="2725356" y="66075"/>
                </a:lnTo>
                <a:lnTo>
                  <a:pt x="2725167" y="65133"/>
                </a:lnTo>
                <a:lnTo>
                  <a:pt x="2724961" y="64201"/>
                </a:lnTo>
                <a:lnTo>
                  <a:pt x="2724739" y="63279"/>
                </a:lnTo>
                <a:lnTo>
                  <a:pt x="2724501" y="62367"/>
                </a:lnTo>
                <a:lnTo>
                  <a:pt x="2724246" y="61465"/>
                </a:lnTo>
                <a:lnTo>
                  <a:pt x="2723975" y="60573"/>
                </a:lnTo>
                <a:lnTo>
                  <a:pt x="2723688" y="59691"/>
                </a:lnTo>
                <a:lnTo>
                  <a:pt x="2723383" y="58819"/>
                </a:lnTo>
                <a:lnTo>
                  <a:pt x="2723063" y="57957"/>
                </a:lnTo>
                <a:lnTo>
                  <a:pt x="2722726" y="57105"/>
                </a:lnTo>
                <a:lnTo>
                  <a:pt x="2722373" y="56263"/>
                </a:lnTo>
                <a:lnTo>
                  <a:pt x="2722003" y="55431"/>
                </a:lnTo>
                <a:lnTo>
                  <a:pt x="2721617" y="54609"/>
                </a:lnTo>
                <a:lnTo>
                  <a:pt x="2721215" y="53799"/>
                </a:lnTo>
                <a:lnTo>
                  <a:pt x="2720798" y="53004"/>
                </a:lnTo>
                <a:lnTo>
                  <a:pt x="2720367" y="52223"/>
                </a:lnTo>
                <a:lnTo>
                  <a:pt x="2719921" y="51457"/>
                </a:lnTo>
                <a:lnTo>
                  <a:pt x="2719461" y="50706"/>
                </a:lnTo>
                <a:lnTo>
                  <a:pt x="2718985" y="49970"/>
                </a:lnTo>
                <a:lnTo>
                  <a:pt x="2718495" y="49248"/>
                </a:lnTo>
                <a:lnTo>
                  <a:pt x="2717991" y="48541"/>
                </a:lnTo>
                <a:lnTo>
                  <a:pt x="2717472" y="47849"/>
                </a:lnTo>
                <a:lnTo>
                  <a:pt x="2716938" y="47171"/>
                </a:lnTo>
                <a:lnTo>
                  <a:pt x="2716389" y="46508"/>
                </a:lnTo>
                <a:lnTo>
                  <a:pt x="2715826" y="45859"/>
                </a:lnTo>
                <a:lnTo>
                  <a:pt x="2715248" y="45226"/>
                </a:lnTo>
                <a:lnTo>
                  <a:pt x="2714655" y="44607"/>
                </a:lnTo>
                <a:lnTo>
                  <a:pt x="2714048" y="44002"/>
                </a:lnTo>
                <a:lnTo>
                  <a:pt x="2713426" y="43413"/>
                </a:lnTo>
                <a:lnTo>
                  <a:pt x="2712789" y="42838"/>
                </a:lnTo>
                <a:lnTo>
                  <a:pt x="2712138" y="42277"/>
                </a:lnTo>
                <a:lnTo>
                  <a:pt x="2711472" y="41732"/>
                </a:lnTo>
                <a:lnTo>
                  <a:pt x="2710792" y="41201"/>
                </a:lnTo>
                <a:lnTo>
                  <a:pt x="2710096" y="40684"/>
                </a:lnTo>
                <a:lnTo>
                  <a:pt x="2709386" y="40183"/>
                </a:lnTo>
                <a:lnTo>
                  <a:pt x="2708661" y="39696"/>
                </a:lnTo>
                <a:lnTo>
                  <a:pt x="2707922" y="39224"/>
                </a:lnTo>
                <a:lnTo>
                  <a:pt x="2707169" y="38768"/>
                </a:lnTo>
                <a:lnTo>
                  <a:pt x="2706403" y="38332"/>
                </a:lnTo>
                <a:lnTo>
                  <a:pt x="2705624" y="37916"/>
                </a:lnTo>
                <a:lnTo>
                  <a:pt x="2704832" y="37519"/>
                </a:lnTo>
                <a:lnTo>
                  <a:pt x="2704027" y="37141"/>
                </a:lnTo>
                <a:lnTo>
                  <a:pt x="2703209" y="36783"/>
                </a:lnTo>
                <a:lnTo>
                  <a:pt x="2702379" y="36444"/>
                </a:lnTo>
                <a:lnTo>
                  <a:pt x="2701535" y="36124"/>
                </a:lnTo>
                <a:lnTo>
                  <a:pt x="2700678" y="35824"/>
                </a:lnTo>
                <a:lnTo>
                  <a:pt x="2699809" y="35543"/>
                </a:lnTo>
                <a:lnTo>
                  <a:pt x="2698927" y="35281"/>
                </a:lnTo>
                <a:lnTo>
                  <a:pt x="2698032" y="35039"/>
                </a:lnTo>
                <a:lnTo>
                  <a:pt x="2697123" y="34816"/>
                </a:lnTo>
                <a:lnTo>
                  <a:pt x="2696202" y="34613"/>
                </a:lnTo>
                <a:lnTo>
                  <a:pt x="2695268" y="34429"/>
                </a:lnTo>
                <a:lnTo>
                  <a:pt x="2694321" y="34264"/>
                </a:lnTo>
                <a:lnTo>
                  <a:pt x="2693362" y="34119"/>
                </a:lnTo>
                <a:lnTo>
                  <a:pt x="2692389" y="33993"/>
                </a:lnTo>
                <a:lnTo>
                  <a:pt x="2691403" y="33887"/>
                </a:lnTo>
                <a:lnTo>
                  <a:pt x="2690405" y="33799"/>
                </a:lnTo>
                <a:lnTo>
                  <a:pt x="2689393" y="33732"/>
                </a:lnTo>
                <a:lnTo>
                  <a:pt x="2688369" y="33683"/>
                </a:lnTo>
                <a:lnTo>
                  <a:pt x="2687332" y="33654"/>
                </a:lnTo>
                <a:lnTo>
                  <a:pt x="2686281" y="33644"/>
                </a:lnTo>
                <a:lnTo>
                  <a:pt x="2685259" y="33654"/>
                </a:lnTo>
                <a:lnTo>
                  <a:pt x="2684248" y="33683"/>
                </a:lnTo>
                <a:lnTo>
                  <a:pt x="2683249" y="33732"/>
                </a:lnTo>
                <a:lnTo>
                  <a:pt x="2682261" y="33799"/>
                </a:lnTo>
                <a:lnTo>
                  <a:pt x="2681286" y="33887"/>
                </a:lnTo>
                <a:lnTo>
                  <a:pt x="2680322" y="33993"/>
                </a:lnTo>
                <a:lnTo>
                  <a:pt x="2679370" y="34119"/>
                </a:lnTo>
                <a:lnTo>
                  <a:pt x="2678429" y="34264"/>
                </a:lnTo>
                <a:lnTo>
                  <a:pt x="2677501" y="34429"/>
                </a:lnTo>
                <a:lnTo>
                  <a:pt x="2676584" y="34613"/>
                </a:lnTo>
                <a:lnTo>
                  <a:pt x="2675678" y="34816"/>
                </a:lnTo>
                <a:lnTo>
                  <a:pt x="2674785" y="35039"/>
                </a:lnTo>
                <a:lnTo>
                  <a:pt x="2673903" y="35281"/>
                </a:lnTo>
                <a:lnTo>
                  <a:pt x="2673033" y="35543"/>
                </a:lnTo>
                <a:lnTo>
                  <a:pt x="2672175" y="35824"/>
                </a:lnTo>
                <a:lnTo>
                  <a:pt x="2671328" y="36124"/>
                </a:lnTo>
                <a:lnTo>
                  <a:pt x="2670494" y="36444"/>
                </a:lnTo>
                <a:lnTo>
                  <a:pt x="2669671" y="36783"/>
                </a:lnTo>
                <a:lnTo>
                  <a:pt x="2668859" y="37141"/>
                </a:lnTo>
                <a:lnTo>
                  <a:pt x="2668060" y="37519"/>
                </a:lnTo>
                <a:lnTo>
                  <a:pt x="2667272" y="37916"/>
                </a:lnTo>
                <a:lnTo>
                  <a:pt x="2666496" y="38332"/>
                </a:lnTo>
                <a:lnTo>
                  <a:pt x="2665731" y="38768"/>
                </a:lnTo>
                <a:lnTo>
                  <a:pt x="2664979" y="39224"/>
                </a:lnTo>
                <a:lnTo>
                  <a:pt x="2664240" y="39682"/>
                </a:lnTo>
                <a:lnTo>
                  <a:pt x="2663515" y="40156"/>
                </a:lnTo>
                <a:lnTo>
                  <a:pt x="2662805" y="40645"/>
                </a:lnTo>
                <a:lnTo>
                  <a:pt x="2662109" y="41149"/>
                </a:lnTo>
                <a:lnTo>
                  <a:pt x="2661429" y="41669"/>
                </a:lnTo>
                <a:lnTo>
                  <a:pt x="2660763" y="42203"/>
                </a:lnTo>
                <a:lnTo>
                  <a:pt x="2660112" y="42753"/>
                </a:lnTo>
                <a:lnTo>
                  <a:pt x="2659475" y="43319"/>
                </a:lnTo>
                <a:lnTo>
                  <a:pt x="2658853" y="43899"/>
                </a:lnTo>
                <a:lnTo>
                  <a:pt x="2658246" y="44495"/>
                </a:lnTo>
                <a:lnTo>
                  <a:pt x="2657653" y="45106"/>
                </a:lnTo>
                <a:lnTo>
                  <a:pt x="2657075" y="45733"/>
                </a:lnTo>
                <a:lnTo>
                  <a:pt x="2656512" y="46374"/>
                </a:lnTo>
                <a:lnTo>
                  <a:pt x="2655963" y="47031"/>
                </a:lnTo>
                <a:lnTo>
                  <a:pt x="2655429" y="47703"/>
                </a:lnTo>
                <a:lnTo>
                  <a:pt x="2654910" y="48391"/>
                </a:lnTo>
                <a:lnTo>
                  <a:pt x="2654406" y="49093"/>
                </a:lnTo>
                <a:lnTo>
                  <a:pt x="2653916" y="49811"/>
                </a:lnTo>
                <a:lnTo>
                  <a:pt x="2653440" y="50545"/>
                </a:lnTo>
                <a:lnTo>
                  <a:pt x="2652980" y="51293"/>
                </a:lnTo>
                <a:lnTo>
                  <a:pt x="2652534" y="52057"/>
                </a:lnTo>
                <a:lnTo>
                  <a:pt x="2652103" y="52836"/>
                </a:lnTo>
                <a:lnTo>
                  <a:pt x="2651686" y="53630"/>
                </a:lnTo>
                <a:lnTo>
                  <a:pt x="2651284" y="54439"/>
                </a:lnTo>
                <a:lnTo>
                  <a:pt x="2650898" y="55262"/>
                </a:lnTo>
                <a:lnTo>
                  <a:pt x="2650528" y="56095"/>
                </a:lnTo>
                <a:lnTo>
                  <a:pt x="2650175" y="56939"/>
                </a:lnTo>
                <a:lnTo>
                  <a:pt x="2649838" y="57793"/>
                </a:lnTo>
                <a:lnTo>
                  <a:pt x="2649518" y="58657"/>
                </a:lnTo>
                <a:lnTo>
                  <a:pt x="2649213" y="59533"/>
                </a:lnTo>
                <a:lnTo>
                  <a:pt x="2648926" y="60418"/>
                </a:lnTo>
                <a:lnTo>
                  <a:pt x="2648655" y="61315"/>
                </a:lnTo>
                <a:lnTo>
                  <a:pt x="2648400" y="62222"/>
                </a:lnTo>
                <a:lnTo>
                  <a:pt x="2648162" y="63139"/>
                </a:lnTo>
                <a:lnTo>
                  <a:pt x="2647940" y="64068"/>
                </a:lnTo>
                <a:lnTo>
                  <a:pt x="2647734" y="65006"/>
                </a:lnTo>
                <a:lnTo>
                  <a:pt x="2647545" y="65955"/>
                </a:lnTo>
                <a:lnTo>
                  <a:pt x="2647372" y="66915"/>
                </a:lnTo>
                <a:lnTo>
                  <a:pt x="2647216" y="67886"/>
                </a:lnTo>
                <a:lnTo>
                  <a:pt x="2647077" y="68867"/>
                </a:lnTo>
                <a:lnTo>
                  <a:pt x="2646953" y="69858"/>
                </a:lnTo>
                <a:lnTo>
                  <a:pt x="2646846" y="70860"/>
                </a:lnTo>
                <a:lnTo>
                  <a:pt x="2646756" y="71873"/>
                </a:lnTo>
                <a:lnTo>
                  <a:pt x="2646682" y="72896"/>
                </a:lnTo>
                <a:lnTo>
                  <a:pt x="2646625" y="73930"/>
                </a:lnTo>
                <a:lnTo>
                  <a:pt x="2646583" y="74974"/>
                </a:lnTo>
                <a:lnTo>
                  <a:pt x="2646559" y="76029"/>
                </a:lnTo>
                <a:lnTo>
                  <a:pt x="2646551" y="77095"/>
                </a:lnTo>
                <a:lnTo>
                  <a:pt x="2646551" y="79969"/>
                </a:lnTo>
                <a:lnTo>
                  <a:pt x="2646559" y="81007"/>
                </a:lnTo>
                <a:lnTo>
                  <a:pt x="2646583" y="82036"/>
                </a:lnTo>
                <a:lnTo>
                  <a:pt x="2646625" y="83057"/>
                </a:lnTo>
                <a:lnTo>
                  <a:pt x="2646682" y="84069"/>
                </a:lnTo>
                <a:lnTo>
                  <a:pt x="2646756" y="85072"/>
                </a:lnTo>
                <a:lnTo>
                  <a:pt x="2646846" y="86066"/>
                </a:lnTo>
                <a:lnTo>
                  <a:pt x="2646953" y="87051"/>
                </a:lnTo>
                <a:lnTo>
                  <a:pt x="2647077" y="88028"/>
                </a:lnTo>
                <a:lnTo>
                  <a:pt x="2647216" y="88995"/>
                </a:lnTo>
                <a:lnTo>
                  <a:pt x="2647372" y="89954"/>
                </a:lnTo>
                <a:lnTo>
                  <a:pt x="2647545" y="90904"/>
                </a:lnTo>
                <a:lnTo>
                  <a:pt x="2647734" y="91846"/>
                </a:lnTo>
                <a:lnTo>
                  <a:pt x="2647940" y="92778"/>
                </a:lnTo>
                <a:lnTo>
                  <a:pt x="2648162" y="93702"/>
                </a:lnTo>
                <a:lnTo>
                  <a:pt x="2648400" y="94617"/>
                </a:lnTo>
                <a:lnTo>
                  <a:pt x="2648655" y="95523"/>
                </a:lnTo>
                <a:lnTo>
                  <a:pt x="2648926" y="96420"/>
                </a:lnTo>
                <a:lnTo>
                  <a:pt x="2649213" y="97309"/>
                </a:lnTo>
                <a:lnTo>
                  <a:pt x="2649518" y="98188"/>
                </a:lnTo>
                <a:lnTo>
                  <a:pt x="2649838" y="99059"/>
                </a:lnTo>
                <a:lnTo>
                  <a:pt x="2650175" y="99921"/>
                </a:lnTo>
                <a:lnTo>
                  <a:pt x="2650528" y="100774"/>
                </a:lnTo>
                <a:lnTo>
                  <a:pt x="2650898" y="101619"/>
                </a:lnTo>
                <a:lnTo>
                  <a:pt x="2651284" y="102455"/>
                </a:lnTo>
                <a:lnTo>
                  <a:pt x="2651686" y="103264"/>
                </a:lnTo>
                <a:lnTo>
                  <a:pt x="2652103" y="104059"/>
                </a:lnTo>
                <a:lnTo>
                  <a:pt x="2652534" y="104840"/>
                </a:lnTo>
                <a:lnTo>
                  <a:pt x="2652980" y="105606"/>
                </a:lnTo>
                <a:lnTo>
                  <a:pt x="2653440" y="106357"/>
                </a:lnTo>
                <a:lnTo>
                  <a:pt x="2653916" y="107093"/>
                </a:lnTo>
                <a:lnTo>
                  <a:pt x="2654406" y="107815"/>
                </a:lnTo>
                <a:lnTo>
                  <a:pt x="2654910" y="108522"/>
                </a:lnTo>
                <a:lnTo>
                  <a:pt x="2655429" y="109215"/>
                </a:lnTo>
                <a:lnTo>
                  <a:pt x="2655963" y="109892"/>
                </a:lnTo>
                <a:lnTo>
                  <a:pt x="2656512" y="110555"/>
                </a:lnTo>
                <a:lnTo>
                  <a:pt x="2657075" y="111204"/>
                </a:lnTo>
                <a:lnTo>
                  <a:pt x="2657653" y="111837"/>
                </a:lnTo>
                <a:lnTo>
                  <a:pt x="2658246" y="112457"/>
                </a:lnTo>
                <a:lnTo>
                  <a:pt x="2658853" y="113061"/>
                </a:lnTo>
                <a:lnTo>
                  <a:pt x="2659475" y="113651"/>
                </a:lnTo>
                <a:lnTo>
                  <a:pt x="2660112" y="114226"/>
                </a:lnTo>
                <a:lnTo>
                  <a:pt x="2660763" y="114786"/>
                </a:lnTo>
                <a:lnTo>
                  <a:pt x="2661429" y="115332"/>
                </a:lnTo>
                <a:lnTo>
                  <a:pt x="2662109" y="115862"/>
                </a:lnTo>
                <a:lnTo>
                  <a:pt x="2662805" y="116379"/>
                </a:lnTo>
                <a:lnTo>
                  <a:pt x="2663515" y="116880"/>
                </a:lnTo>
                <a:lnTo>
                  <a:pt x="2664240" y="117367"/>
                </a:lnTo>
                <a:lnTo>
                  <a:pt x="2664979" y="117840"/>
                </a:lnTo>
                <a:lnTo>
                  <a:pt x="2665732" y="118295"/>
                </a:lnTo>
                <a:lnTo>
                  <a:pt x="2666497" y="118731"/>
                </a:lnTo>
                <a:lnTo>
                  <a:pt x="2667275" y="119147"/>
                </a:lnTo>
                <a:lnTo>
                  <a:pt x="2668064" y="119545"/>
                </a:lnTo>
                <a:lnTo>
                  <a:pt x="2668867" y="119922"/>
                </a:lnTo>
                <a:lnTo>
                  <a:pt x="2669681" y="120281"/>
                </a:lnTo>
                <a:lnTo>
                  <a:pt x="2670508" y="120620"/>
                </a:lnTo>
                <a:lnTo>
                  <a:pt x="2671347" y="120939"/>
                </a:lnTo>
                <a:lnTo>
                  <a:pt x="2672199" y="121240"/>
                </a:lnTo>
                <a:lnTo>
                  <a:pt x="2673063" y="121521"/>
                </a:lnTo>
                <a:lnTo>
                  <a:pt x="2673939" y="121782"/>
                </a:lnTo>
                <a:lnTo>
                  <a:pt x="2674827" y="122024"/>
                </a:lnTo>
                <a:lnTo>
                  <a:pt x="2675728" y="122247"/>
                </a:lnTo>
                <a:lnTo>
                  <a:pt x="2676641" y="122450"/>
                </a:lnTo>
                <a:lnTo>
                  <a:pt x="2677567" y="122634"/>
                </a:lnTo>
                <a:lnTo>
                  <a:pt x="2678504" y="122799"/>
                </a:lnTo>
                <a:lnTo>
                  <a:pt x="2679455" y="122944"/>
                </a:lnTo>
                <a:lnTo>
                  <a:pt x="2680417" y="123070"/>
                </a:lnTo>
                <a:lnTo>
                  <a:pt x="2681392" y="123177"/>
                </a:lnTo>
                <a:lnTo>
                  <a:pt x="2682379" y="123264"/>
                </a:lnTo>
                <a:lnTo>
                  <a:pt x="2683378" y="123332"/>
                </a:lnTo>
                <a:lnTo>
                  <a:pt x="2684390" y="123380"/>
                </a:lnTo>
                <a:lnTo>
                  <a:pt x="2685414" y="123409"/>
                </a:lnTo>
                <a:lnTo>
                  <a:pt x="2686451" y="123419"/>
                </a:lnTo>
                <a:lnTo>
                  <a:pt x="2687487" y="123410"/>
                </a:lnTo>
                <a:lnTo>
                  <a:pt x="2688511" y="123381"/>
                </a:lnTo>
                <a:lnTo>
                  <a:pt x="2689523" y="123334"/>
                </a:lnTo>
                <a:lnTo>
                  <a:pt x="2690522" y="123269"/>
                </a:lnTo>
                <a:lnTo>
                  <a:pt x="2691509" y="123184"/>
                </a:lnTo>
                <a:lnTo>
                  <a:pt x="2692484" y="123081"/>
                </a:lnTo>
                <a:lnTo>
                  <a:pt x="2693447" y="122959"/>
                </a:lnTo>
                <a:lnTo>
                  <a:pt x="2694397" y="122818"/>
                </a:lnTo>
                <a:lnTo>
                  <a:pt x="2695334" y="122658"/>
                </a:lnTo>
                <a:close/>
                <a:moveTo>
                  <a:pt x="2679675" y="110417"/>
                </a:moveTo>
                <a:lnTo>
                  <a:pt x="2678978" y="110182"/>
                </a:lnTo>
                <a:lnTo>
                  <a:pt x="2678292" y="109924"/>
                </a:lnTo>
                <a:lnTo>
                  <a:pt x="2677617" y="109640"/>
                </a:lnTo>
                <a:lnTo>
                  <a:pt x="2676953" y="109332"/>
                </a:lnTo>
                <a:lnTo>
                  <a:pt x="2676301" y="108999"/>
                </a:lnTo>
                <a:lnTo>
                  <a:pt x="2675659" y="108641"/>
                </a:lnTo>
                <a:lnTo>
                  <a:pt x="2675029" y="108259"/>
                </a:lnTo>
                <a:lnTo>
                  <a:pt x="2674410" y="107853"/>
                </a:lnTo>
                <a:lnTo>
                  <a:pt x="2673802" y="107421"/>
                </a:lnTo>
                <a:lnTo>
                  <a:pt x="2673205" y="106965"/>
                </a:lnTo>
                <a:lnTo>
                  <a:pt x="2672620" y="106484"/>
                </a:lnTo>
                <a:lnTo>
                  <a:pt x="2672045" y="105979"/>
                </a:lnTo>
                <a:lnTo>
                  <a:pt x="2671482" y="105449"/>
                </a:lnTo>
                <a:lnTo>
                  <a:pt x="2670930" y="104894"/>
                </a:lnTo>
                <a:lnTo>
                  <a:pt x="2670389" y="104314"/>
                </a:lnTo>
                <a:lnTo>
                  <a:pt x="2669879" y="103699"/>
                </a:lnTo>
                <a:lnTo>
                  <a:pt x="2669390" y="103064"/>
                </a:lnTo>
                <a:lnTo>
                  <a:pt x="2668923" y="102410"/>
                </a:lnTo>
                <a:lnTo>
                  <a:pt x="2668478" y="101736"/>
                </a:lnTo>
                <a:lnTo>
                  <a:pt x="2668054" y="101043"/>
                </a:lnTo>
                <a:lnTo>
                  <a:pt x="2667652" y="100331"/>
                </a:lnTo>
                <a:lnTo>
                  <a:pt x="2667272" y="99599"/>
                </a:lnTo>
                <a:lnTo>
                  <a:pt x="2666914" y="98848"/>
                </a:lnTo>
                <a:lnTo>
                  <a:pt x="2666577" y="98077"/>
                </a:lnTo>
                <a:lnTo>
                  <a:pt x="2666262" y="97287"/>
                </a:lnTo>
                <a:lnTo>
                  <a:pt x="2665969" y="96478"/>
                </a:lnTo>
                <a:lnTo>
                  <a:pt x="2665697" y="95650"/>
                </a:lnTo>
                <a:lnTo>
                  <a:pt x="2665448" y="94802"/>
                </a:lnTo>
                <a:lnTo>
                  <a:pt x="2665220" y="93934"/>
                </a:lnTo>
                <a:lnTo>
                  <a:pt x="2665013" y="93048"/>
                </a:lnTo>
                <a:lnTo>
                  <a:pt x="2664829" y="92141"/>
                </a:lnTo>
                <a:lnTo>
                  <a:pt x="2664666" y="91216"/>
                </a:lnTo>
                <a:lnTo>
                  <a:pt x="2664525" y="90271"/>
                </a:lnTo>
                <a:lnTo>
                  <a:pt x="2664405" y="89307"/>
                </a:lnTo>
                <a:lnTo>
                  <a:pt x="2664307" y="88323"/>
                </a:lnTo>
                <a:lnTo>
                  <a:pt x="2664231" y="87320"/>
                </a:lnTo>
                <a:lnTo>
                  <a:pt x="2664177" y="86298"/>
                </a:lnTo>
                <a:lnTo>
                  <a:pt x="2664144" y="85256"/>
                </a:lnTo>
                <a:lnTo>
                  <a:pt x="2664134" y="84195"/>
                </a:lnTo>
                <a:lnTo>
                  <a:pt x="2664134" y="72868"/>
                </a:lnTo>
                <a:lnTo>
                  <a:pt x="2664144" y="71807"/>
                </a:lnTo>
                <a:lnTo>
                  <a:pt x="2664177" y="70766"/>
                </a:lnTo>
                <a:lnTo>
                  <a:pt x="2664231" y="69745"/>
                </a:lnTo>
                <a:lnTo>
                  <a:pt x="2664307" y="68745"/>
                </a:lnTo>
                <a:lnTo>
                  <a:pt x="2664405" y="67764"/>
                </a:lnTo>
                <a:lnTo>
                  <a:pt x="2664525" y="66803"/>
                </a:lnTo>
                <a:lnTo>
                  <a:pt x="2664666" y="65862"/>
                </a:lnTo>
                <a:lnTo>
                  <a:pt x="2664829" y="64941"/>
                </a:lnTo>
                <a:lnTo>
                  <a:pt x="2665013" y="64039"/>
                </a:lnTo>
                <a:lnTo>
                  <a:pt x="2665220" y="63158"/>
                </a:lnTo>
                <a:lnTo>
                  <a:pt x="2665448" y="62297"/>
                </a:lnTo>
                <a:lnTo>
                  <a:pt x="2665697" y="61456"/>
                </a:lnTo>
                <a:lnTo>
                  <a:pt x="2665969" y="60635"/>
                </a:lnTo>
                <a:lnTo>
                  <a:pt x="2666262" y="59833"/>
                </a:lnTo>
                <a:lnTo>
                  <a:pt x="2666577" y="59052"/>
                </a:lnTo>
                <a:lnTo>
                  <a:pt x="2666914" y="58291"/>
                </a:lnTo>
                <a:lnTo>
                  <a:pt x="2667272" y="57549"/>
                </a:lnTo>
                <a:lnTo>
                  <a:pt x="2667652" y="56828"/>
                </a:lnTo>
                <a:lnTo>
                  <a:pt x="2668054" y="56126"/>
                </a:lnTo>
                <a:lnTo>
                  <a:pt x="2668478" y="55445"/>
                </a:lnTo>
                <a:lnTo>
                  <a:pt x="2668923" y="54783"/>
                </a:lnTo>
                <a:lnTo>
                  <a:pt x="2669390" y="54141"/>
                </a:lnTo>
                <a:lnTo>
                  <a:pt x="2669879" y="53520"/>
                </a:lnTo>
                <a:lnTo>
                  <a:pt x="2670389" y="52918"/>
                </a:lnTo>
                <a:lnTo>
                  <a:pt x="2670930" y="52325"/>
                </a:lnTo>
                <a:lnTo>
                  <a:pt x="2671482" y="51757"/>
                </a:lnTo>
                <a:lnTo>
                  <a:pt x="2672045" y="51214"/>
                </a:lnTo>
                <a:lnTo>
                  <a:pt x="2672620" y="50697"/>
                </a:lnTo>
                <a:lnTo>
                  <a:pt x="2673205" y="50204"/>
                </a:lnTo>
                <a:lnTo>
                  <a:pt x="2673802" y="49737"/>
                </a:lnTo>
                <a:lnTo>
                  <a:pt x="2674410" y="49296"/>
                </a:lnTo>
                <a:lnTo>
                  <a:pt x="2675029" y="48879"/>
                </a:lnTo>
                <a:lnTo>
                  <a:pt x="2675659" y="48488"/>
                </a:lnTo>
                <a:lnTo>
                  <a:pt x="2676301" y="48122"/>
                </a:lnTo>
                <a:lnTo>
                  <a:pt x="2676953" y="47781"/>
                </a:lnTo>
                <a:lnTo>
                  <a:pt x="2677617" y="47466"/>
                </a:lnTo>
                <a:lnTo>
                  <a:pt x="2678292" y="47175"/>
                </a:lnTo>
                <a:lnTo>
                  <a:pt x="2678978" y="46910"/>
                </a:lnTo>
                <a:lnTo>
                  <a:pt x="2679675" y="46670"/>
                </a:lnTo>
                <a:lnTo>
                  <a:pt x="2680383" y="46456"/>
                </a:lnTo>
                <a:lnTo>
                  <a:pt x="2681102" y="46267"/>
                </a:lnTo>
                <a:lnTo>
                  <a:pt x="2681833" y="46102"/>
                </a:lnTo>
                <a:lnTo>
                  <a:pt x="2682575" y="45964"/>
                </a:lnTo>
                <a:lnTo>
                  <a:pt x="2683327" y="45850"/>
                </a:lnTo>
                <a:lnTo>
                  <a:pt x="2684092" y="45762"/>
                </a:lnTo>
                <a:lnTo>
                  <a:pt x="2684867" y="45699"/>
                </a:lnTo>
                <a:lnTo>
                  <a:pt x="2685653" y="45661"/>
                </a:lnTo>
                <a:lnTo>
                  <a:pt x="2686451" y="45648"/>
                </a:lnTo>
                <a:lnTo>
                  <a:pt x="2687262" y="45661"/>
                </a:lnTo>
                <a:lnTo>
                  <a:pt x="2688060" y="45699"/>
                </a:lnTo>
                <a:lnTo>
                  <a:pt x="2688847" y="45762"/>
                </a:lnTo>
                <a:lnTo>
                  <a:pt x="2689621" y="45850"/>
                </a:lnTo>
                <a:lnTo>
                  <a:pt x="2690382" y="45964"/>
                </a:lnTo>
                <a:lnTo>
                  <a:pt x="2691132" y="46102"/>
                </a:lnTo>
                <a:lnTo>
                  <a:pt x="2691869" y="46267"/>
                </a:lnTo>
                <a:lnTo>
                  <a:pt x="2692593" y="46456"/>
                </a:lnTo>
                <a:lnTo>
                  <a:pt x="2693306" y="46670"/>
                </a:lnTo>
                <a:lnTo>
                  <a:pt x="2694006" y="46910"/>
                </a:lnTo>
                <a:lnTo>
                  <a:pt x="2694693" y="47175"/>
                </a:lnTo>
                <a:lnTo>
                  <a:pt x="2695369" y="47466"/>
                </a:lnTo>
                <a:lnTo>
                  <a:pt x="2696032" y="47781"/>
                </a:lnTo>
                <a:lnTo>
                  <a:pt x="2696683" y="48122"/>
                </a:lnTo>
                <a:lnTo>
                  <a:pt x="2697321" y="48488"/>
                </a:lnTo>
                <a:lnTo>
                  <a:pt x="2697947" y="48879"/>
                </a:lnTo>
                <a:lnTo>
                  <a:pt x="2698561" y="49296"/>
                </a:lnTo>
                <a:lnTo>
                  <a:pt x="2699162" y="49737"/>
                </a:lnTo>
                <a:lnTo>
                  <a:pt x="2699751" y="50204"/>
                </a:lnTo>
                <a:lnTo>
                  <a:pt x="2700328" y="50697"/>
                </a:lnTo>
                <a:lnTo>
                  <a:pt x="2700893" y="51214"/>
                </a:lnTo>
                <a:lnTo>
                  <a:pt x="2701445" y="51757"/>
                </a:lnTo>
                <a:lnTo>
                  <a:pt x="2701984" y="52325"/>
                </a:lnTo>
                <a:lnTo>
                  <a:pt x="2702512" y="52918"/>
                </a:lnTo>
                <a:lnTo>
                  <a:pt x="2703022" y="53520"/>
                </a:lnTo>
                <a:lnTo>
                  <a:pt x="2703511" y="54141"/>
                </a:lnTo>
                <a:lnTo>
                  <a:pt x="2703978" y="54783"/>
                </a:lnTo>
                <a:lnTo>
                  <a:pt x="2704423" y="55445"/>
                </a:lnTo>
                <a:lnTo>
                  <a:pt x="2704847" y="56126"/>
                </a:lnTo>
                <a:lnTo>
                  <a:pt x="2705249" y="56828"/>
                </a:lnTo>
                <a:lnTo>
                  <a:pt x="2705629" y="57549"/>
                </a:lnTo>
                <a:lnTo>
                  <a:pt x="2705987" y="58291"/>
                </a:lnTo>
                <a:lnTo>
                  <a:pt x="2706324" y="59052"/>
                </a:lnTo>
                <a:lnTo>
                  <a:pt x="2706639" y="59833"/>
                </a:lnTo>
                <a:lnTo>
                  <a:pt x="2706932" y="60635"/>
                </a:lnTo>
                <a:lnTo>
                  <a:pt x="2707204" y="61456"/>
                </a:lnTo>
                <a:lnTo>
                  <a:pt x="2707453" y="62297"/>
                </a:lnTo>
                <a:lnTo>
                  <a:pt x="2707681" y="63158"/>
                </a:lnTo>
                <a:lnTo>
                  <a:pt x="2707888" y="64039"/>
                </a:lnTo>
                <a:lnTo>
                  <a:pt x="2708072" y="64941"/>
                </a:lnTo>
                <a:lnTo>
                  <a:pt x="2708235" y="65862"/>
                </a:lnTo>
                <a:lnTo>
                  <a:pt x="2708376" y="66803"/>
                </a:lnTo>
                <a:lnTo>
                  <a:pt x="2708496" y="67764"/>
                </a:lnTo>
                <a:lnTo>
                  <a:pt x="2708594" y="68745"/>
                </a:lnTo>
                <a:lnTo>
                  <a:pt x="2708670" y="69745"/>
                </a:lnTo>
                <a:lnTo>
                  <a:pt x="2708724" y="70766"/>
                </a:lnTo>
                <a:lnTo>
                  <a:pt x="2708757" y="71807"/>
                </a:lnTo>
                <a:lnTo>
                  <a:pt x="2708767" y="72868"/>
                </a:lnTo>
                <a:lnTo>
                  <a:pt x="2708767" y="84195"/>
                </a:lnTo>
                <a:lnTo>
                  <a:pt x="2708757" y="85256"/>
                </a:lnTo>
                <a:lnTo>
                  <a:pt x="2708724" y="86298"/>
                </a:lnTo>
                <a:lnTo>
                  <a:pt x="2708670" y="87320"/>
                </a:lnTo>
                <a:lnTo>
                  <a:pt x="2708594" y="88323"/>
                </a:lnTo>
                <a:lnTo>
                  <a:pt x="2708496" y="89307"/>
                </a:lnTo>
                <a:lnTo>
                  <a:pt x="2708376" y="90271"/>
                </a:lnTo>
                <a:lnTo>
                  <a:pt x="2708235" y="91216"/>
                </a:lnTo>
                <a:lnTo>
                  <a:pt x="2708072" y="92141"/>
                </a:lnTo>
                <a:lnTo>
                  <a:pt x="2707888" y="93048"/>
                </a:lnTo>
                <a:lnTo>
                  <a:pt x="2707681" y="93934"/>
                </a:lnTo>
                <a:lnTo>
                  <a:pt x="2707453" y="94802"/>
                </a:lnTo>
                <a:lnTo>
                  <a:pt x="2707204" y="95650"/>
                </a:lnTo>
                <a:lnTo>
                  <a:pt x="2706932" y="96478"/>
                </a:lnTo>
                <a:lnTo>
                  <a:pt x="2706639" y="97287"/>
                </a:lnTo>
                <a:lnTo>
                  <a:pt x="2706324" y="98077"/>
                </a:lnTo>
                <a:lnTo>
                  <a:pt x="2705987" y="98848"/>
                </a:lnTo>
                <a:lnTo>
                  <a:pt x="2705629" y="99599"/>
                </a:lnTo>
                <a:lnTo>
                  <a:pt x="2705249" y="100331"/>
                </a:lnTo>
                <a:lnTo>
                  <a:pt x="2704847" y="101043"/>
                </a:lnTo>
                <a:lnTo>
                  <a:pt x="2704423" y="101736"/>
                </a:lnTo>
                <a:lnTo>
                  <a:pt x="2703978" y="102410"/>
                </a:lnTo>
                <a:lnTo>
                  <a:pt x="2703511" y="103064"/>
                </a:lnTo>
                <a:lnTo>
                  <a:pt x="2703022" y="103699"/>
                </a:lnTo>
                <a:lnTo>
                  <a:pt x="2702512" y="104314"/>
                </a:lnTo>
                <a:lnTo>
                  <a:pt x="2701984" y="104894"/>
                </a:lnTo>
                <a:lnTo>
                  <a:pt x="2701445" y="105449"/>
                </a:lnTo>
                <a:lnTo>
                  <a:pt x="2700893" y="105979"/>
                </a:lnTo>
                <a:lnTo>
                  <a:pt x="2700328" y="106484"/>
                </a:lnTo>
                <a:lnTo>
                  <a:pt x="2699751" y="106965"/>
                </a:lnTo>
                <a:lnTo>
                  <a:pt x="2699162" y="107421"/>
                </a:lnTo>
                <a:lnTo>
                  <a:pt x="2698561" y="107853"/>
                </a:lnTo>
                <a:lnTo>
                  <a:pt x="2697947" y="108259"/>
                </a:lnTo>
                <a:lnTo>
                  <a:pt x="2697321" y="108641"/>
                </a:lnTo>
                <a:lnTo>
                  <a:pt x="2696683" y="108999"/>
                </a:lnTo>
                <a:lnTo>
                  <a:pt x="2696032" y="109332"/>
                </a:lnTo>
                <a:lnTo>
                  <a:pt x="2695369" y="109640"/>
                </a:lnTo>
                <a:lnTo>
                  <a:pt x="2694693" y="109924"/>
                </a:lnTo>
                <a:lnTo>
                  <a:pt x="2694006" y="110182"/>
                </a:lnTo>
                <a:lnTo>
                  <a:pt x="2693306" y="110417"/>
                </a:lnTo>
                <a:lnTo>
                  <a:pt x="2692593" y="110626"/>
                </a:lnTo>
                <a:lnTo>
                  <a:pt x="2691869" y="110811"/>
                </a:lnTo>
                <a:lnTo>
                  <a:pt x="2691132" y="110971"/>
                </a:lnTo>
                <a:lnTo>
                  <a:pt x="2690382" y="111107"/>
                </a:lnTo>
                <a:lnTo>
                  <a:pt x="2689621" y="111218"/>
                </a:lnTo>
                <a:lnTo>
                  <a:pt x="2688847" y="111304"/>
                </a:lnTo>
                <a:lnTo>
                  <a:pt x="2688060" y="111366"/>
                </a:lnTo>
                <a:lnTo>
                  <a:pt x="2687262" y="111403"/>
                </a:lnTo>
                <a:lnTo>
                  <a:pt x="2686451" y="111415"/>
                </a:lnTo>
                <a:lnTo>
                  <a:pt x="2685653" y="111403"/>
                </a:lnTo>
                <a:lnTo>
                  <a:pt x="2684867" y="111366"/>
                </a:lnTo>
                <a:lnTo>
                  <a:pt x="2684092" y="111304"/>
                </a:lnTo>
                <a:lnTo>
                  <a:pt x="2683327" y="111218"/>
                </a:lnTo>
                <a:lnTo>
                  <a:pt x="2682575" y="111107"/>
                </a:lnTo>
                <a:lnTo>
                  <a:pt x="2681833" y="110971"/>
                </a:lnTo>
                <a:lnTo>
                  <a:pt x="2681102" y="110811"/>
                </a:lnTo>
                <a:lnTo>
                  <a:pt x="2680383" y="110626"/>
                </a:lnTo>
                <a:lnTo>
                  <a:pt x="2679675" y="110417"/>
                </a:lnTo>
                <a:close/>
                <a:moveTo>
                  <a:pt x="2287491" y="123100"/>
                </a:moveTo>
                <a:lnTo>
                  <a:pt x="2288400" y="123015"/>
                </a:lnTo>
                <a:lnTo>
                  <a:pt x="2289298" y="122920"/>
                </a:lnTo>
                <a:lnTo>
                  <a:pt x="2290183" y="122815"/>
                </a:lnTo>
                <a:lnTo>
                  <a:pt x="2291055" y="122700"/>
                </a:lnTo>
                <a:lnTo>
                  <a:pt x="2291916" y="122576"/>
                </a:lnTo>
                <a:lnTo>
                  <a:pt x="2292764" y="122441"/>
                </a:lnTo>
                <a:lnTo>
                  <a:pt x="2293599" y="122296"/>
                </a:lnTo>
                <a:lnTo>
                  <a:pt x="2294423" y="122142"/>
                </a:lnTo>
                <a:lnTo>
                  <a:pt x="2295234" y="121977"/>
                </a:lnTo>
                <a:lnTo>
                  <a:pt x="2296032" y="121802"/>
                </a:lnTo>
                <a:lnTo>
                  <a:pt x="2296819" y="121618"/>
                </a:lnTo>
                <a:lnTo>
                  <a:pt x="2297593" y="121423"/>
                </a:lnTo>
                <a:lnTo>
                  <a:pt x="2298354" y="121218"/>
                </a:lnTo>
                <a:lnTo>
                  <a:pt x="2299104" y="121004"/>
                </a:lnTo>
                <a:lnTo>
                  <a:pt x="2299841" y="120779"/>
                </a:lnTo>
                <a:lnTo>
                  <a:pt x="2300565" y="120545"/>
                </a:lnTo>
                <a:lnTo>
                  <a:pt x="2301291" y="120300"/>
                </a:lnTo>
                <a:lnTo>
                  <a:pt x="2302001" y="120045"/>
                </a:lnTo>
                <a:lnTo>
                  <a:pt x="2302697" y="119779"/>
                </a:lnTo>
                <a:lnTo>
                  <a:pt x="2303378" y="119502"/>
                </a:lnTo>
                <a:lnTo>
                  <a:pt x="2304045" y="119215"/>
                </a:lnTo>
                <a:lnTo>
                  <a:pt x="2304697" y="118918"/>
                </a:lnTo>
                <a:lnTo>
                  <a:pt x="2305334" y="118609"/>
                </a:lnTo>
                <a:lnTo>
                  <a:pt x="2305957" y="118291"/>
                </a:lnTo>
                <a:lnTo>
                  <a:pt x="2306565" y="117961"/>
                </a:lnTo>
                <a:lnTo>
                  <a:pt x="2307158" y="117621"/>
                </a:lnTo>
                <a:lnTo>
                  <a:pt x="2307736" y="117271"/>
                </a:lnTo>
                <a:lnTo>
                  <a:pt x="2308300" y="116910"/>
                </a:lnTo>
                <a:lnTo>
                  <a:pt x="2308849" y="116538"/>
                </a:lnTo>
                <a:lnTo>
                  <a:pt x="2309384" y="116156"/>
                </a:lnTo>
                <a:lnTo>
                  <a:pt x="2309904" y="115763"/>
                </a:lnTo>
                <a:lnTo>
                  <a:pt x="2310409" y="115360"/>
                </a:lnTo>
                <a:lnTo>
                  <a:pt x="2310899" y="114946"/>
                </a:lnTo>
                <a:lnTo>
                  <a:pt x="2311375" y="114522"/>
                </a:lnTo>
                <a:lnTo>
                  <a:pt x="2311836" y="114087"/>
                </a:lnTo>
                <a:lnTo>
                  <a:pt x="2312283" y="113641"/>
                </a:lnTo>
                <a:lnTo>
                  <a:pt x="2312714" y="113185"/>
                </a:lnTo>
                <a:lnTo>
                  <a:pt x="2313131" y="112718"/>
                </a:lnTo>
                <a:lnTo>
                  <a:pt x="2313534" y="112241"/>
                </a:lnTo>
                <a:lnTo>
                  <a:pt x="2313922" y="111753"/>
                </a:lnTo>
                <a:lnTo>
                  <a:pt x="2314308" y="111255"/>
                </a:lnTo>
                <a:lnTo>
                  <a:pt x="2314678" y="110746"/>
                </a:lnTo>
                <a:lnTo>
                  <a:pt x="2315031" y="110226"/>
                </a:lnTo>
                <a:lnTo>
                  <a:pt x="2315368" y="109696"/>
                </a:lnTo>
                <a:lnTo>
                  <a:pt x="2315689" y="109156"/>
                </a:lnTo>
                <a:lnTo>
                  <a:pt x="2315993" y="108604"/>
                </a:lnTo>
                <a:lnTo>
                  <a:pt x="2316280" y="108043"/>
                </a:lnTo>
                <a:lnTo>
                  <a:pt x="2316552" y="107470"/>
                </a:lnTo>
                <a:lnTo>
                  <a:pt x="2316806" y="106887"/>
                </a:lnTo>
                <a:lnTo>
                  <a:pt x="2317045" y="106294"/>
                </a:lnTo>
                <a:lnTo>
                  <a:pt x="2317267" y="105690"/>
                </a:lnTo>
                <a:lnTo>
                  <a:pt x="2317472" y="105075"/>
                </a:lnTo>
                <a:lnTo>
                  <a:pt x="2317661" y="104450"/>
                </a:lnTo>
                <a:lnTo>
                  <a:pt x="2317834" y="103814"/>
                </a:lnTo>
                <a:lnTo>
                  <a:pt x="2317990" y="103168"/>
                </a:lnTo>
                <a:lnTo>
                  <a:pt x="2318130" y="102511"/>
                </a:lnTo>
                <a:lnTo>
                  <a:pt x="2318253" y="101844"/>
                </a:lnTo>
                <a:lnTo>
                  <a:pt x="2318360" y="101165"/>
                </a:lnTo>
                <a:lnTo>
                  <a:pt x="2318450" y="100477"/>
                </a:lnTo>
                <a:lnTo>
                  <a:pt x="2318524" y="99778"/>
                </a:lnTo>
                <a:lnTo>
                  <a:pt x="2318582" y="99068"/>
                </a:lnTo>
                <a:lnTo>
                  <a:pt x="2318623" y="98348"/>
                </a:lnTo>
                <a:lnTo>
                  <a:pt x="2318647" y="97617"/>
                </a:lnTo>
                <a:lnTo>
                  <a:pt x="2318656" y="96875"/>
                </a:lnTo>
                <a:lnTo>
                  <a:pt x="2318650" y="96219"/>
                </a:lnTo>
                <a:lnTo>
                  <a:pt x="2318633" y="95572"/>
                </a:lnTo>
                <a:lnTo>
                  <a:pt x="2318606" y="94936"/>
                </a:lnTo>
                <a:lnTo>
                  <a:pt x="2318566" y="94311"/>
                </a:lnTo>
                <a:lnTo>
                  <a:pt x="2318516" y="93697"/>
                </a:lnTo>
                <a:lnTo>
                  <a:pt x="2318455" y="93093"/>
                </a:lnTo>
                <a:lnTo>
                  <a:pt x="2318382" y="92499"/>
                </a:lnTo>
                <a:lnTo>
                  <a:pt x="2318299" y="91916"/>
                </a:lnTo>
                <a:lnTo>
                  <a:pt x="2318204" y="91344"/>
                </a:lnTo>
                <a:lnTo>
                  <a:pt x="2318098" y="90782"/>
                </a:lnTo>
                <a:lnTo>
                  <a:pt x="2317981" y="90231"/>
                </a:lnTo>
                <a:lnTo>
                  <a:pt x="2317853" y="89690"/>
                </a:lnTo>
                <a:lnTo>
                  <a:pt x="2317713" y="89160"/>
                </a:lnTo>
                <a:lnTo>
                  <a:pt x="2317563" y="88641"/>
                </a:lnTo>
                <a:lnTo>
                  <a:pt x="2317401" y="88132"/>
                </a:lnTo>
                <a:lnTo>
                  <a:pt x="2317228" y="87633"/>
                </a:lnTo>
                <a:lnTo>
                  <a:pt x="2317044" y="87145"/>
                </a:lnTo>
                <a:lnTo>
                  <a:pt x="2316849" y="86668"/>
                </a:lnTo>
                <a:lnTo>
                  <a:pt x="2316642" y="86201"/>
                </a:lnTo>
                <a:lnTo>
                  <a:pt x="2316425" y="85745"/>
                </a:lnTo>
                <a:lnTo>
                  <a:pt x="2316196" y="85300"/>
                </a:lnTo>
                <a:lnTo>
                  <a:pt x="2315956" y="84865"/>
                </a:lnTo>
                <a:lnTo>
                  <a:pt x="2315705" y="84440"/>
                </a:lnTo>
                <a:lnTo>
                  <a:pt x="2315443" y="84026"/>
                </a:lnTo>
                <a:lnTo>
                  <a:pt x="2315168" y="83607"/>
                </a:lnTo>
                <a:lnTo>
                  <a:pt x="2314880" y="83194"/>
                </a:lnTo>
                <a:lnTo>
                  <a:pt x="2314577" y="82787"/>
                </a:lnTo>
                <a:lnTo>
                  <a:pt x="2314260" y="82387"/>
                </a:lnTo>
                <a:lnTo>
                  <a:pt x="2313929" y="81994"/>
                </a:lnTo>
                <a:lnTo>
                  <a:pt x="2313583" y="81607"/>
                </a:lnTo>
                <a:lnTo>
                  <a:pt x="2313224" y="81226"/>
                </a:lnTo>
                <a:lnTo>
                  <a:pt x="2312851" y="80852"/>
                </a:lnTo>
                <a:lnTo>
                  <a:pt x="2312463" y="80484"/>
                </a:lnTo>
                <a:lnTo>
                  <a:pt x="2312062" y="80122"/>
                </a:lnTo>
                <a:lnTo>
                  <a:pt x="2311646" y="79768"/>
                </a:lnTo>
                <a:lnTo>
                  <a:pt x="2311217" y="79419"/>
                </a:lnTo>
                <a:lnTo>
                  <a:pt x="2310773" y="79077"/>
                </a:lnTo>
                <a:lnTo>
                  <a:pt x="2310315" y="78742"/>
                </a:lnTo>
                <a:lnTo>
                  <a:pt x="2309843" y="78413"/>
                </a:lnTo>
                <a:lnTo>
                  <a:pt x="2309357" y="78090"/>
                </a:lnTo>
                <a:lnTo>
                  <a:pt x="2308857" y="77774"/>
                </a:lnTo>
                <a:lnTo>
                  <a:pt x="2308342" y="77464"/>
                </a:lnTo>
                <a:lnTo>
                  <a:pt x="2307814" y="77161"/>
                </a:lnTo>
                <a:lnTo>
                  <a:pt x="2307272" y="76864"/>
                </a:lnTo>
                <a:lnTo>
                  <a:pt x="2306715" y="76574"/>
                </a:lnTo>
                <a:lnTo>
                  <a:pt x="2306145" y="76290"/>
                </a:lnTo>
                <a:lnTo>
                  <a:pt x="2305560" y="76013"/>
                </a:lnTo>
                <a:lnTo>
                  <a:pt x="2304961" y="75742"/>
                </a:lnTo>
                <a:lnTo>
                  <a:pt x="2304360" y="75476"/>
                </a:lnTo>
                <a:lnTo>
                  <a:pt x="2303741" y="75214"/>
                </a:lnTo>
                <a:lnTo>
                  <a:pt x="2303104" y="74955"/>
                </a:lnTo>
                <a:lnTo>
                  <a:pt x="2302449" y="74700"/>
                </a:lnTo>
                <a:lnTo>
                  <a:pt x="2301775" y="74448"/>
                </a:lnTo>
                <a:lnTo>
                  <a:pt x="2301083" y="74199"/>
                </a:lnTo>
                <a:lnTo>
                  <a:pt x="2300373" y="73955"/>
                </a:lnTo>
                <a:lnTo>
                  <a:pt x="2299645" y="73713"/>
                </a:lnTo>
                <a:lnTo>
                  <a:pt x="2298898" y="73476"/>
                </a:lnTo>
                <a:lnTo>
                  <a:pt x="2298134" y="73241"/>
                </a:lnTo>
                <a:lnTo>
                  <a:pt x="2297351" y="73011"/>
                </a:lnTo>
                <a:lnTo>
                  <a:pt x="2296550" y="72783"/>
                </a:lnTo>
                <a:lnTo>
                  <a:pt x="2295731" y="72560"/>
                </a:lnTo>
                <a:lnTo>
                  <a:pt x="2294893" y="72340"/>
                </a:lnTo>
                <a:lnTo>
                  <a:pt x="2294038" y="72123"/>
                </a:lnTo>
                <a:lnTo>
                  <a:pt x="2293164" y="71910"/>
                </a:lnTo>
                <a:lnTo>
                  <a:pt x="2292272" y="71700"/>
                </a:lnTo>
                <a:lnTo>
                  <a:pt x="2291362" y="71494"/>
                </a:lnTo>
                <a:lnTo>
                  <a:pt x="2290433" y="71292"/>
                </a:lnTo>
                <a:lnTo>
                  <a:pt x="2289487" y="71093"/>
                </a:lnTo>
                <a:lnTo>
                  <a:pt x="2288522" y="70897"/>
                </a:lnTo>
                <a:lnTo>
                  <a:pt x="2287539" y="70705"/>
                </a:lnTo>
                <a:lnTo>
                  <a:pt x="2286538" y="70517"/>
                </a:lnTo>
                <a:lnTo>
                  <a:pt x="2285519" y="70332"/>
                </a:lnTo>
                <a:lnTo>
                  <a:pt x="2284695" y="70177"/>
                </a:lnTo>
                <a:lnTo>
                  <a:pt x="2283888" y="70023"/>
                </a:lnTo>
                <a:lnTo>
                  <a:pt x="2283096" y="69870"/>
                </a:lnTo>
                <a:lnTo>
                  <a:pt x="2282320" y="69717"/>
                </a:lnTo>
                <a:lnTo>
                  <a:pt x="2281560" y="69564"/>
                </a:lnTo>
                <a:lnTo>
                  <a:pt x="2280816" y="69413"/>
                </a:lnTo>
                <a:lnTo>
                  <a:pt x="2280088" y="69261"/>
                </a:lnTo>
                <a:lnTo>
                  <a:pt x="2279376" y="69111"/>
                </a:lnTo>
                <a:lnTo>
                  <a:pt x="2278679" y="68961"/>
                </a:lnTo>
                <a:lnTo>
                  <a:pt x="2277998" y="68811"/>
                </a:lnTo>
                <a:lnTo>
                  <a:pt x="2277334" y="68663"/>
                </a:lnTo>
                <a:lnTo>
                  <a:pt x="2276685" y="68514"/>
                </a:lnTo>
                <a:lnTo>
                  <a:pt x="2276052" y="68367"/>
                </a:lnTo>
                <a:lnTo>
                  <a:pt x="2275434" y="68220"/>
                </a:lnTo>
                <a:lnTo>
                  <a:pt x="2274833" y="68073"/>
                </a:lnTo>
                <a:lnTo>
                  <a:pt x="2274247" y="67927"/>
                </a:lnTo>
                <a:lnTo>
                  <a:pt x="2273678" y="67782"/>
                </a:lnTo>
                <a:lnTo>
                  <a:pt x="2273124" y="67637"/>
                </a:lnTo>
                <a:lnTo>
                  <a:pt x="2272586" y="67493"/>
                </a:lnTo>
                <a:lnTo>
                  <a:pt x="2272064" y="67350"/>
                </a:lnTo>
                <a:lnTo>
                  <a:pt x="2271557" y="67207"/>
                </a:lnTo>
                <a:lnTo>
                  <a:pt x="2271067" y="67064"/>
                </a:lnTo>
                <a:lnTo>
                  <a:pt x="2270592" y="66923"/>
                </a:lnTo>
                <a:lnTo>
                  <a:pt x="2270133" y="66782"/>
                </a:lnTo>
                <a:lnTo>
                  <a:pt x="2269702" y="66640"/>
                </a:lnTo>
                <a:lnTo>
                  <a:pt x="2269282" y="66497"/>
                </a:lnTo>
                <a:lnTo>
                  <a:pt x="2268873" y="66354"/>
                </a:lnTo>
                <a:lnTo>
                  <a:pt x="2268476" y="66209"/>
                </a:lnTo>
                <a:lnTo>
                  <a:pt x="2268089" y="66062"/>
                </a:lnTo>
                <a:lnTo>
                  <a:pt x="2267714" y="65915"/>
                </a:lnTo>
                <a:lnTo>
                  <a:pt x="2267349" y="65766"/>
                </a:lnTo>
                <a:lnTo>
                  <a:pt x="2266996" y="65617"/>
                </a:lnTo>
                <a:lnTo>
                  <a:pt x="2266654" y="65466"/>
                </a:lnTo>
                <a:lnTo>
                  <a:pt x="2266323" y="65314"/>
                </a:lnTo>
                <a:lnTo>
                  <a:pt x="2266004" y="65161"/>
                </a:lnTo>
                <a:lnTo>
                  <a:pt x="2265695" y="65006"/>
                </a:lnTo>
                <a:lnTo>
                  <a:pt x="2265398" y="64851"/>
                </a:lnTo>
                <a:lnTo>
                  <a:pt x="2265112" y="64694"/>
                </a:lnTo>
                <a:lnTo>
                  <a:pt x="2264837" y="64536"/>
                </a:lnTo>
                <a:lnTo>
                  <a:pt x="2264573" y="64377"/>
                </a:lnTo>
                <a:lnTo>
                  <a:pt x="2264320" y="64217"/>
                </a:lnTo>
                <a:lnTo>
                  <a:pt x="2264079" y="64055"/>
                </a:lnTo>
                <a:lnTo>
                  <a:pt x="2263848" y="63893"/>
                </a:lnTo>
                <a:lnTo>
                  <a:pt x="2263629" y="63729"/>
                </a:lnTo>
                <a:lnTo>
                  <a:pt x="2263421" y="63564"/>
                </a:lnTo>
                <a:lnTo>
                  <a:pt x="2263224" y="63398"/>
                </a:lnTo>
                <a:lnTo>
                  <a:pt x="2263038" y="63230"/>
                </a:lnTo>
                <a:lnTo>
                  <a:pt x="2262863" y="63062"/>
                </a:lnTo>
                <a:lnTo>
                  <a:pt x="2262698" y="62877"/>
                </a:lnTo>
                <a:lnTo>
                  <a:pt x="2262539" y="62689"/>
                </a:lnTo>
                <a:lnTo>
                  <a:pt x="2262388" y="62497"/>
                </a:lnTo>
                <a:lnTo>
                  <a:pt x="2262243" y="62301"/>
                </a:lnTo>
                <a:lnTo>
                  <a:pt x="2262106" y="62102"/>
                </a:lnTo>
                <a:lnTo>
                  <a:pt x="2261976" y="61900"/>
                </a:lnTo>
                <a:lnTo>
                  <a:pt x="2261852" y="61694"/>
                </a:lnTo>
                <a:lnTo>
                  <a:pt x="2261736" y="61484"/>
                </a:lnTo>
                <a:lnTo>
                  <a:pt x="2261627" y="61271"/>
                </a:lnTo>
                <a:lnTo>
                  <a:pt x="2261525" y="61054"/>
                </a:lnTo>
                <a:lnTo>
                  <a:pt x="2261430" y="60834"/>
                </a:lnTo>
                <a:lnTo>
                  <a:pt x="2261342" y="60611"/>
                </a:lnTo>
                <a:lnTo>
                  <a:pt x="2261261" y="60383"/>
                </a:lnTo>
                <a:lnTo>
                  <a:pt x="2261187" y="60153"/>
                </a:lnTo>
                <a:lnTo>
                  <a:pt x="2261120" y="59918"/>
                </a:lnTo>
                <a:lnTo>
                  <a:pt x="2261060" y="59681"/>
                </a:lnTo>
                <a:lnTo>
                  <a:pt x="2261007" y="59439"/>
                </a:lnTo>
                <a:lnTo>
                  <a:pt x="2260961" y="59195"/>
                </a:lnTo>
                <a:lnTo>
                  <a:pt x="2260923" y="58946"/>
                </a:lnTo>
                <a:lnTo>
                  <a:pt x="2260891" y="58694"/>
                </a:lnTo>
                <a:lnTo>
                  <a:pt x="2260866" y="58439"/>
                </a:lnTo>
                <a:lnTo>
                  <a:pt x="2260849" y="58180"/>
                </a:lnTo>
                <a:lnTo>
                  <a:pt x="2260838" y="57918"/>
                </a:lnTo>
                <a:lnTo>
                  <a:pt x="2260835" y="57652"/>
                </a:lnTo>
                <a:lnTo>
                  <a:pt x="2260869" y="56659"/>
                </a:lnTo>
                <a:lnTo>
                  <a:pt x="2260971" y="55708"/>
                </a:lnTo>
                <a:lnTo>
                  <a:pt x="2261141" y="54799"/>
                </a:lnTo>
                <a:lnTo>
                  <a:pt x="2261379" y="53932"/>
                </a:lnTo>
                <a:lnTo>
                  <a:pt x="2261686" y="53108"/>
                </a:lnTo>
                <a:lnTo>
                  <a:pt x="2262060" y="52326"/>
                </a:lnTo>
                <a:lnTo>
                  <a:pt x="2262503" y="51587"/>
                </a:lnTo>
                <a:lnTo>
                  <a:pt x="2263014" y="50889"/>
                </a:lnTo>
                <a:lnTo>
                  <a:pt x="2263592" y="50234"/>
                </a:lnTo>
                <a:lnTo>
                  <a:pt x="2264239" y="49621"/>
                </a:lnTo>
                <a:lnTo>
                  <a:pt x="2264954" y="49051"/>
                </a:lnTo>
                <a:lnTo>
                  <a:pt x="2265738" y="48522"/>
                </a:lnTo>
                <a:lnTo>
                  <a:pt x="2266589" y="48036"/>
                </a:lnTo>
                <a:lnTo>
                  <a:pt x="2267508" y="47592"/>
                </a:lnTo>
                <a:lnTo>
                  <a:pt x="2268495" y="47191"/>
                </a:lnTo>
                <a:lnTo>
                  <a:pt x="2269551" y="46832"/>
                </a:lnTo>
                <a:lnTo>
                  <a:pt x="2270675" y="46515"/>
                </a:lnTo>
                <a:lnTo>
                  <a:pt x="2271866" y="46240"/>
                </a:lnTo>
                <a:lnTo>
                  <a:pt x="2273126" y="46007"/>
                </a:lnTo>
                <a:lnTo>
                  <a:pt x="2274454" y="45817"/>
                </a:lnTo>
                <a:lnTo>
                  <a:pt x="2275850" y="45669"/>
                </a:lnTo>
                <a:lnTo>
                  <a:pt x="2277314" y="45564"/>
                </a:lnTo>
                <a:lnTo>
                  <a:pt x="2278846" y="45500"/>
                </a:lnTo>
                <a:lnTo>
                  <a:pt x="2280446" y="45479"/>
                </a:lnTo>
                <a:lnTo>
                  <a:pt x="2280910" y="45481"/>
                </a:lnTo>
                <a:lnTo>
                  <a:pt x="2281369" y="45487"/>
                </a:lnTo>
                <a:lnTo>
                  <a:pt x="2281825" y="45498"/>
                </a:lnTo>
                <a:lnTo>
                  <a:pt x="2282278" y="45512"/>
                </a:lnTo>
                <a:lnTo>
                  <a:pt x="2282727" y="45530"/>
                </a:lnTo>
                <a:lnTo>
                  <a:pt x="2283173" y="45553"/>
                </a:lnTo>
                <a:lnTo>
                  <a:pt x="2283615" y="45580"/>
                </a:lnTo>
                <a:lnTo>
                  <a:pt x="2284053" y="45611"/>
                </a:lnTo>
                <a:lnTo>
                  <a:pt x="2284488" y="45645"/>
                </a:lnTo>
                <a:lnTo>
                  <a:pt x="2284920" y="45685"/>
                </a:lnTo>
                <a:lnTo>
                  <a:pt x="2285347" y="45728"/>
                </a:lnTo>
                <a:lnTo>
                  <a:pt x="2285772" y="45775"/>
                </a:lnTo>
                <a:lnTo>
                  <a:pt x="2286193" y="45826"/>
                </a:lnTo>
                <a:lnTo>
                  <a:pt x="2286610" y="45882"/>
                </a:lnTo>
                <a:lnTo>
                  <a:pt x="2287024" y="45941"/>
                </a:lnTo>
                <a:lnTo>
                  <a:pt x="2287434" y="46005"/>
                </a:lnTo>
                <a:lnTo>
                  <a:pt x="2287841" y="46073"/>
                </a:lnTo>
                <a:lnTo>
                  <a:pt x="2288244" y="46145"/>
                </a:lnTo>
                <a:lnTo>
                  <a:pt x="2288644" y="46221"/>
                </a:lnTo>
                <a:lnTo>
                  <a:pt x="2289041" y="46301"/>
                </a:lnTo>
                <a:lnTo>
                  <a:pt x="2289433" y="46385"/>
                </a:lnTo>
                <a:lnTo>
                  <a:pt x="2289822" y="46473"/>
                </a:lnTo>
                <a:lnTo>
                  <a:pt x="2290208" y="46566"/>
                </a:lnTo>
                <a:lnTo>
                  <a:pt x="2290590" y="46662"/>
                </a:lnTo>
                <a:lnTo>
                  <a:pt x="2290981" y="46751"/>
                </a:lnTo>
                <a:lnTo>
                  <a:pt x="2291365" y="46847"/>
                </a:lnTo>
                <a:lnTo>
                  <a:pt x="2291742" y="46950"/>
                </a:lnTo>
                <a:lnTo>
                  <a:pt x="2292112" y="47062"/>
                </a:lnTo>
                <a:lnTo>
                  <a:pt x="2292475" y="47181"/>
                </a:lnTo>
                <a:lnTo>
                  <a:pt x="2292830" y="47307"/>
                </a:lnTo>
                <a:lnTo>
                  <a:pt x="2293179" y="47441"/>
                </a:lnTo>
                <a:lnTo>
                  <a:pt x="2293521" y="47583"/>
                </a:lnTo>
                <a:lnTo>
                  <a:pt x="2293855" y="47732"/>
                </a:lnTo>
                <a:lnTo>
                  <a:pt x="2294183" y="47889"/>
                </a:lnTo>
                <a:lnTo>
                  <a:pt x="2294504" y="48054"/>
                </a:lnTo>
                <a:lnTo>
                  <a:pt x="2294817" y="48226"/>
                </a:lnTo>
                <a:lnTo>
                  <a:pt x="2295123" y="48406"/>
                </a:lnTo>
                <a:lnTo>
                  <a:pt x="2295423" y="48594"/>
                </a:lnTo>
                <a:lnTo>
                  <a:pt x="2295715" y="48789"/>
                </a:lnTo>
                <a:lnTo>
                  <a:pt x="2296000" y="48992"/>
                </a:lnTo>
                <a:lnTo>
                  <a:pt x="2296279" y="49202"/>
                </a:lnTo>
                <a:lnTo>
                  <a:pt x="2296550" y="49420"/>
                </a:lnTo>
                <a:lnTo>
                  <a:pt x="2296814" y="49646"/>
                </a:lnTo>
                <a:lnTo>
                  <a:pt x="2297071" y="49880"/>
                </a:lnTo>
                <a:lnTo>
                  <a:pt x="2297321" y="50120"/>
                </a:lnTo>
                <a:lnTo>
                  <a:pt x="2297564" y="50369"/>
                </a:lnTo>
                <a:lnTo>
                  <a:pt x="2297800" y="50625"/>
                </a:lnTo>
                <a:lnTo>
                  <a:pt x="2298029" y="50889"/>
                </a:lnTo>
                <a:lnTo>
                  <a:pt x="2298264" y="51148"/>
                </a:lnTo>
                <a:lnTo>
                  <a:pt x="2298488" y="51418"/>
                </a:lnTo>
                <a:lnTo>
                  <a:pt x="2298703" y="51698"/>
                </a:lnTo>
                <a:lnTo>
                  <a:pt x="2298907" y="51988"/>
                </a:lnTo>
                <a:lnTo>
                  <a:pt x="2299102" y="52289"/>
                </a:lnTo>
                <a:lnTo>
                  <a:pt x="2299287" y="52601"/>
                </a:lnTo>
                <a:lnTo>
                  <a:pt x="2299461" y="52923"/>
                </a:lnTo>
                <a:lnTo>
                  <a:pt x="2299626" y="53256"/>
                </a:lnTo>
                <a:lnTo>
                  <a:pt x="2299781" y="53600"/>
                </a:lnTo>
                <a:lnTo>
                  <a:pt x="2299925" y="53954"/>
                </a:lnTo>
                <a:lnTo>
                  <a:pt x="2300060" y="54318"/>
                </a:lnTo>
                <a:lnTo>
                  <a:pt x="2300185" y="54693"/>
                </a:lnTo>
                <a:lnTo>
                  <a:pt x="2300300" y="55079"/>
                </a:lnTo>
                <a:lnTo>
                  <a:pt x="2300404" y="55475"/>
                </a:lnTo>
                <a:lnTo>
                  <a:pt x="2300499" y="55882"/>
                </a:lnTo>
                <a:lnTo>
                  <a:pt x="2300584" y="56299"/>
                </a:lnTo>
                <a:lnTo>
                  <a:pt x="2300659" y="56727"/>
                </a:lnTo>
                <a:lnTo>
                  <a:pt x="2300724" y="57166"/>
                </a:lnTo>
                <a:lnTo>
                  <a:pt x="2300779" y="57615"/>
                </a:lnTo>
                <a:lnTo>
                  <a:pt x="2300823" y="58075"/>
                </a:lnTo>
                <a:lnTo>
                  <a:pt x="2300858" y="58545"/>
                </a:lnTo>
                <a:lnTo>
                  <a:pt x="2300883" y="59026"/>
                </a:lnTo>
                <a:lnTo>
                  <a:pt x="2300898" y="59517"/>
                </a:lnTo>
                <a:lnTo>
                  <a:pt x="2300903" y="60019"/>
                </a:lnTo>
                <a:lnTo>
                  <a:pt x="2315612" y="60019"/>
                </a:lnTo>
                <a:lnTo>
                  <a:pt x="2315640" y="59921"/>
                </a:lnTo>
                <a:lnTo>
                  <a:pt x="2315666" y="59825"/>
                </a:lnTo>
                <a:lnTo>
                  <a:pt x="2315692" y="59731"/>
                </a:lnTo>
                <a:lnTo>
                  <a:pt x="2315716" y="59638"/>
                </a:lnTo>
                <a:lnTo>
                  <a:pt x="2315739" y="59548"/>
                </a:lnTo>
                <a:lnTo>
                  <a:pt x="2315760" y="59459"/>
                </a:lnTo>
                <a:lnTo>
                  <a:pt x="2315781" y="59372"/>
                </a:lnTo>
                <a:lnTo>
                  <a:pt x="2315800" y="59286"/>
                </a:lnTo>
                <a:lnTo>
                  <a:pt x="2315818" y="59203"/>
                </a:lnTo>
                <a:lnTo>
                  <a:pt x="2315835" y="59121"/>
                </a:lnTo>
                <a:lnTo>
                  <a:pt x="2315851" y="59041"/>
                </a:lnTo>
                <a:lnTo>
                  <a:pt x="2315866" y="58962"/>
                </a:lnTo>
                <a:lnTo>
                  <a:pt x="2315879" y="58886"/>
                </a:lnTo>
                <a:lnTo>
                  <a:pt x="2315892" y="58811"/>
                </a:lnTo>
                <a:lnTo>
                  <a:pt x="2315903" y="58738"/>
                </a:lnTo>
                <a:lnTo>
                  <a:pt x="2315913" y="58666"/>
                </a:lnTo>
                <a:lnTo>
                  <a:pt x="2315922" y="58597"/>
                </a:lnTo>
                <a:lnTo>
                  <a:pt x="2315929" y="58529"/>
                </a:lnTo>
                <a:lnTo>
                  <a:pt x="2315936" y="58463"/>
                </a:lnTo>
                <a:lnTo>
                  <a:pt x="2315941" y="58399"/>
                </a:lnTo>
                <a:lnTo>
                  <a:pt x="2315945" y="58336"/>
                </a:lnTo>
                <a:lnTo>
                  <a:pt x="2315948" y="58275"/>
                </a:lnTo>
                <a:lnTo>
                  <a:pt x="2315950" y="58217"/>
                </a:lnTo>
                <a:lnTo>
                  <a:pt x="2315950" y="58159"/>
                </a:lnTo>
                <a:lnTo>
                  <a:pt x="2315950" y="58103"/>
                </a:lnTo>
                <a:lnTo>
                  <a:pt x="2315950" y="58048"/>
                </a:lnTo>
                <a:lnTo>
                  <a:pt x="2315950" y="57993"/>
                </a:lnTo>
                <a:lnTo>
                  <a:pt x="2315950" y="57938"/>
                </a:lnTo>
                <a:lnTo>
                  <a:pt x="2315950" y="57885"/>
                </a:lnTo>
                <a:lnTo>
                  <a:pt x="2315950" y="57832"/>
                </a:lnTo>
                <a:lnTo>
                  <a:pt x="2315950" y="57779"/>
                </a:lnTo>
                <a:lnTo>
                  <a:pt x="2315950" y="57727"/>
                </a:lnTo>
                <a:lnTo>
                  <a:pt x="2315950" y="57676"/>
                </a:lnTo>
                <a:lnTo>
                  <a:pt x="2315950" y="57625"/>
                </a:lnTo>
                <a:lnTo>
                  <a:pt x="2315950" y="57575"/>
                </a:lnTo>
                <a:lnTo>
                  <a:pt x="2315950" y="57525"/>
                </a:lnTo>
                <a:lnTo>
                  <a:pt x="2315950" y="57476"/>
                </a:lnTo>
                <a:lnTo>
                  <a:pt x="2315950" y="57428"/>
                </a:lnTo>
                <a:lnTo>
                  <a:pt x="2315950" y="57380"/>
                </a:lnTo>
                <a:lnTo>
                  <a:pt x="2315950" y="57332"/>
                </a:lnTo>
                <a:lnTo>
                  <a:pt x="2315950" y="57286"/>
                </a:lnTo>
                <a:lnTo>
                  <a:pt x="2315950" y="57240"/>
                </a:lnTo>
                <a:lnTo>
                  <a:pt x="2315950" y="57194"/>
                </a:lnTo>
                <a:lnTo>
                  <a:pt x="2315950" y="57149"/>
                </a:lnTo>
                <a:lnTo>
                  <a:pt x="2315950" y="57105"/>
                </a:lnTo>
                <a:lnTo>
                  <a:pt x="2315950" y="57061"/>
                </a:lnTo>
                <a:lnTo>
                  <a:pt x="2315950" y="57018"/>
                </a:lnTo>
                <a:lnTo>
                  <a:pt x="2315950" y="56975"/>
                </a:lnTo>
                <a:lnTo>
                  <a:pt x="2315943" y="56373"/>
                </a:lnTo>
                <a:lnTo>
                  <a:pt x="2315919" y="55779"/>
                </a:lnTo>
                <a:lnTo>
                  <a:pt x="2315879" y="55192"/>
                </a:lnTo>
                <a:lnTo>
                  <a:pt x="2315824" y="54613"/>
                </a:lnTo>
                <a:lnTo>
                  <a:pt x="2315752" y="54042"/>
                </a:lnTo>
                <a:lnTo>
                  <a:pt x="2315665" y="53478"/>
                </a:lnTo>
                <a:lnTo>
                  <a:pt x="2315562" y="52922"/>
                </a:lnTo>
                <a:lnTo>
                  <a:pt x="2315443" y="52373"/>
                </a:lnTo>
                <a:lnTo>
                  <a:pt x="2315309" y="51832"/>
                </a:lnTo>
                <a:lnTo>
                  <a:pt x="2315158" y="51299"/>
                </a:lnTo>
                <a:lnTo>
                  <a:pt x="2314992" y="50773"/>
                </a:lnTo>
                <a:lnTo>
                  <a:pt x="2314809" y="50255"/>
                </a:lnTo>
                <a:lnTo>
                  <a:pt x="2314611" y="49745"/>
                </a:lnTo>
                <a:lnTo>
                  <a:pt x="2314397" y="49242"/>
                </a:lnTo>
                <a:lnTo>
                  <a:pt x="2314167" y="48747"/>
                </a:lnTo>
                <a:lnTo>
                  <a:pt x="2313922" y="48259"/>
                </a:lnTo>
                <a:lnTo>
                  <a:pt x="2313660" y="47779"/>
                </a:lnTo>
                <a:lnTo>
                  <a:pt x="2313383" y="47307"/>
                </a:lnTo>
                <a:lnTo>
                  <a:pt x="2313090" y="46842"/>
                </a:lnTo>
                <a:lnTo>
                  <a:pt x="2312780" y="46385"/>
                </a:lnTo>
                <a:lnTo>
                  <a:pt x="2312456" y="45936"/>
                </a:lnTo>
                <a:lnTo>
                  <a:pt x="2312115" y="45494"/>
                </a:lnTo>
                <a:lnTo>
                  <a:pt x="2311758" y="45060"/>
                </a:lnTo>
                <a:lnTo>
                  <a:pt x="2311386" y="44634"/>
                </a:lnTo>
                <a:lnTo>
                  <a:pt x="2311000" y="44201"/>
                </a:lnTo>
                <a:lnTo>
                  <a:pt x="2310602" y="43777"/>
                </a:lnTo>
                <a:lnTo>
                  <a:pt x="2310194" y="43360"/>
                </a:lnTo>
                <a:lnTo>
                  <a:pt x="2309775" y="42952"/>
                </a:lnTo>
                <a:lnTo>
                  <a:pt x="2309344" y="42553"/>
                </a:lnTo>
                <a:lnTo>
                  <a:pt x="2308902" y="42161"/>
                </a:lnTo>
                <a:lnTo>
                  <a:pt x="2308450" y="41778"/>
                </a:lnTo>
                <a:lnTo>
                  <a:pt x="2307985" y="41403"/>
                </a:lnTo>
                <a:lnTo>
                  <a:pt x="2307510" y="41036"/>
                </a:lnTo>
                <a:lnTo>
                  <a:pt x="2307024" y="40677"/>
                </a:lnTo>
                <a:lnTo>
                  <a:pt x="2306526" y="40327"/>
                </a:lnTo>
                <a:lnTo>
                  <a:pt x="2306018" y="39984"/>
                </a:lnTo>
                <a:lnTo>
                  <a:pt x="2305498" y="39650"/>
                </a:lnTo>
                <a:lnTo>
                  <a:pt x="2304967" y="39325"/>
                </a:lnTo>
                <a:lnTo>
                  <a:pt x="2304425" y="39007"/>
                </a:lnTo>
                <a:lnTo>
                  <a:pt x="2303872" y="38698"/>
                </a:lnTo>
                <a:lnTo>
                  <a:pt x="2303307" y="38396"/>
                </a:lnTo>
                <a:lnTo>
                  <a:pt x="2302732" y="38104"/>
                </a:lnTo>
                <a:lnTo>
                  <a:pt x="2302145" y="37819"/>
                </a:lnTo>
                <a:lnTo>
                  <a:pt x="2301547" y="37542"/>
                </a:lnTo>
                <a:lnTo>
                  <a:pt x="2300938" y="37274"/>
                </a:lnTo>
                <a:lnTo>
                  <a:pt x="2300318" y="37014"/>
                </a:lnTo>
                <a:lnTo>
                  <a:pt x="2299686" y="36762"/>
                </a:lnTo>
                <a:lnTo>
                  <a:pt x="2299044" y="36519"/>
                </a:lnTo>
                <a:lnTo>
                  <a:pt x="2298406" y="36284"/>
                </a:lnTo>
                <a:lnTo>
                  <a:pt x="2297762" y="36059"/>
                </a:lnTo>
                <a:lnTo>
                  <a:pt x="2297110" y="35845"/>
                </a:lnTo>
                <a:lnTo>
                  <a:pt x="2296451" y="35640"/>
                </a:lnTo>
                <a:lnTo>
                  <a:pt x="2295786" y="35446"/>
                </a:lnTo>
                <a:lnTo>
                  <a:pt x="2295113" y="35261"/>
                </a:lnTo>
                <a:lnTo>
                  <a:pt x="2294433" y="35086"/>
                </a:lnTo>
                <a:lnTo>
                  <a:pt x="2293746" y="34922"/>
                </a:lnTo>
                <a:lnTo>
                  <a:pt x="2293052" y="34767"/>
                </a:lnTo>
                <a:lnTo>
                  <a:pt x="2292352" y="34622"/>
                </a:lnTo>
                <a:lnTo>
                  <a:pt x="2291644" y="34488"/>
                </a:lnTo>
                <a:lnTo>
                  <a:pt x="2290929" y="34363"/>
                </a:lnTo>
                <a:lnTo>
                  <a:pt x="2290206" y="34248"/>
                </a:lnTo>
                <a:lnTo>
                  <a:pt x="2289477" y="34143"/>
                </a:lnTo>
                <a:lnTo>
                  <a:pt x="2288741" y="34049"/>
                </a:lnTo>
                <a:lnTo>
                  <a:pt x="2287998" y="33964"/>
                </a:lnTo>
                <a:lnTo>
                  <a:pt x="2287248" y="33889"/>
                </a:lnTo>
                <a:lnTo>
                  <a:pt x="2286491" y="33824"/>
                </a:lnTo>
                <a:lnTo>
                  <a:pt x="2285726" y="33769"/>
                </a:lnTo>
                <a:lnTo>
                  <a:pt x="2284955" y="33724"/>
                </a:lnTo>
                <a:lnTo>
                  <a:pt x="2284177" y="33689"/>
                </a:lnTo>
                <a:lnTo>
                  <a:pt x="2283391" y="33664"/>
                </a:lnTo>
                <a:lnTo>
                  <a:pt x="2282599" y="33649"/>
                </a:lnTo>
                <a:lnTo>
                  <a:pt x="2281799" y="33644"/>
                </a:lnTo>
                <a:lnTo>
                  <a:pt x="2280888" y="33649"/>
                </a:lnTo>
                <a:lnTo>
                  <a:pt x="2279986" y="33664"/>
                </a:lnTo>
                <a:lnTo>
                  <a:pt x="2279094" y="33689"/>
                </a:lnTo>
                <a:lnTo>
                  <a:pt x="2278211" y="33724"/>
                </a:lnTo>
                <a:lnTo>
                  <a:pt x="2277338" y="33769"/>
                </a:lnTo>
                <a:lnTo>
                  <a:pt x="2276473" y="33824"/>
                </a:lnTo>
                <a:lnTo>
                  <a:pt x="2275619" y="33889"/>
                </a:lnTo>
                <a:lnTo>
                  <a:pt x="2274773" y="33964"/>
                </a:lnTo>
                <a:lnTo>
                  <a:pt x="2273937" y="34049"/>
                </a:lnTo>
                <a:lnTo>
                  <a:pt x="2273111" y="34143"/>
                </a:lnTo>
                <a:lnTo>
                  <a:pt x="2272294" y="34248"/>
                </a:lnTo>
                <a:lnTo>
                  <a:pt x="2271486" y="34363"/>
                </a:lnTo>
                <a:lnTo>
                  <a:pt x="2270687" y="34488"/>
                </a:lnTo>
                <a:lnTo>
                  <a:pt x="2269898" y="34622"/>
                </a:lnTo>
                <a:lnTo>
                  <a:pt x="2269119" y="34767"/>
                </a:lnTo>
                <a:lnTo>
                  <a:pt x="2268349" y="34922"/>
                </a:lnTo>
                <a:lnTo>
                  <a:pt x="2267588" y="35086"/>
                </a:lnTo>
                <a:lnTo>
                  <a:pt x="2266836" y="35261"/>
                </a:lnTo>
                <a:lnTo>
                  <a:pt x="2266094" y="35446"/>
                </a:lnTo>
                <a:lnTo>
                  <a:pt x="2265362" y="35640"/>
                </a:lnTo>
                <a:lnTo>
                  <a:pt x="2264639" y="35845"/>
                </a:lnTo>
                <a:lnTo>
                  <a:pt x="2263925" y="36059"/>
                </a:lnTo>
                <a:lnTo>
                  <a:pt x="2263220" y="36284"/>
                </a:lnTo>
                <a:lnTo>
                  <a:pt x="2262525" y="36519"/>
                </a:lnTo>
                <a:lnTo>
                  <a:pt x="2261855" y="36763"/>
                </a:lnTo>
                <a:lnTo>
                  <a:pt x="2261197" y="37016"/>
                </a:lnTo>
                <a:lnTo>
                  <a:pt x="2260552" y="37279"/>
                </a:lnTo>
                <a:lnTo>
                  <a:pt x="2259919" y="37552"/>
                </a:lnTo>
                <a:lnTo>
                  <a:pt x="2259298" y="37833"/>
                </a:lnTo>
                <a:lnTo>
                  <a:pt x="2258690" y="38125"/>
                </a:lnTo>
                <a:lnTo>
                  <a:pt x="2258093" y="38425"/>
                </a:lnTo>
                <a:lnTo>
                  <a:pt x="2257510" y="38735"/>
                </a:lnTo>
                <a:lnTo>
                  <a:pt x="2256938" y="39054"/>
                </a:lnTo>
                <a:lnTo>
                  <a:pt x="2256379" y="39383"/>
                </a:lnTo>
                <a:lnTo>
                  <a:pt x="2255832" y="39721"/>
                </a:lnTo>
                <a:lnTo>
                  <a:pt x="2255298" y="40069"/>
                </a:lnTo>
                <a:lnTo>
                  <a:pt x="2254776" y="40426"/>
                </a:lnTo>
                <a:lnTo>
                  <a:pt x="2254266" y="40792"/>
                </a:lnTo>
                <a:lnTo>
                  <a:pt x="2253768" y="41168"/>
                </a:lnTo>
                <a:lnTo>
                  <a:pt x="2253283" y="41553"/>
                </a:lnTo>
                <a:lnTo>
                  <a:pt x="2252810" y="41947"/>
                </a:lnTo>
                <a:lnTo>
                  <a:pt x="2252350" y="42351"/>
                </a:lnTo>
                <a:lnTo>
                  <a:pt x="2251901" y="42764"/>
                </a:lnTo>
                <a:lnTo>
                  <a:pt x="2251466" y="43187"/>
                </a:lnTo>
                <a:lnTo>
                  <a:pt x="2251042" y="43619"/>
                </a:lnTo>
                <a:lnTo>
                  <a:pt x="2250631" y="44061"/>
                </a:lnTo>
                <a:lnTo>
                  <a:pt x="2250232" y="44511"/>
                </a:lnTo>
                <a:lnTo>
                  <a:pt x="2249845" y="44972"/>
                </a:lnTo>
                <a:lnTo>
                  <a:pt x="2249473" y="45442"/>
                </a:lnTo>
                <a:lnTo>
                  <a:pt x="2249116" y="45922"/>
                </a:lnTo>
                <a:lnTo>
                  <a:pt x="2248775" y="46411"/>
                </a:lnTo>
                <a:lnTo>
                  <a:pt x="2248451" y="46911"/>
                </a:lnTo>
                <a:lnTo>
                  <a:pt x="2248141" y="47421"/>
                </a:lnTo>
                <a:lnTo>
                  <a:pt x="2247848" y="47941"/>
                </a:lnTo>
                <a:lnTo>
                  <a:pt x="2247571" y="48471"/>
                </a:lnTo>
                <a:lnTo>
                  <a:pt x="2247309" y="49011"/>
                </a:lnTo>
                <a:lnTo>
                  <a:pt x="2247064" y="49560"/>
                </a:lnTo>
                <a:lnTo>
                  <a:pt x="2246834" y="50120"/>
                </a:lnTo>
                <a:lnTo>
                  <a:pt x="2246620" y="50690"/>
                </a:lnTo>
                <a:lnTo>
                  <a:pt x="2246422" y="51269"/>
                </a:lnTo>
                <a:lnTo>
                  <a:pt x="2246239" y="51859"/>
                </a:lnTo>
                <a:lnTo>
                  <a:pt x="2246073" y="52459"/>
                </a:lnTo>
                <a:lnTo>
                  <a:pt x="2245922" y="53068"/>
                </a:lnTo>
                <a:lnTo>
                  <a:pt x="2245788" y="53688"/>
                </a:lnTo>
                <a:lnTo>
                  <a:pt x="2245669" y="54318"/>
                </a:lnTo>
                <a:lnTo>
                  <a:pt x="2245566" y="54957"/>
                </a:lnTo>
                <a:lnTo>
                  <a:pt x="2245479" y="55607"/>
                </a:lnTo>
                <a:lnTo>
                  <a:pt x="2245407" y="56266"/>
                </a:lnTo>
                <a:lnTo>
                  <a:pt x="2245352" y="56936"/>
                </a:lnTo>
                <a:lnTo>
                  <a:pt x="2245312" y="57615"/>
                </a:lnTo>
                <a:lnTo>
                  <a:pt x="2245288" y="58305"/>
                </a:lnTo>
                <a:lnTo>
                  <a:pt x="2245281" y="59004"/>
                </a:lnTo>
                <a:lnTo>
                  <a:pt x="2245286" y="59606"/>
                </a:lnTo>
                <a:lnTo>
                  <a:pt x="2245302" y="60199"/>
                </a:lnTo>
                <a:lnTo>
                  <a:pt x="2245328" y="60785"/>
                </a:lnTo>
                <a:lnTo>
                  <a:pt x="2245365" y="61362"/>
                </a:lnTo>
                <a:lnTo>
                  <a:pt x="2245413" y="61931"/>
                </a:lnTo>
                <a:lnTo>
                  <a:pt x="2245471" y="62491"/>
                </a:lnTo>
                <a:lnTo>
                  <a:pt x="2245539" y="63044"/>
                </a:lnTo>
                <a:lnTo>
                  <a:pt x="2245619" y="63588"/>
                </a:lnTo>
                <a:lnTo>
                  <a:pt x="2245708" y="64124"/>
                </a:lnTo>
                <a:lnTo>
                  <a:pt x="2245809" y="64652"/>
                </a:lnTo>
                <a:lnTo>
                  <a:pt x="2245920" y="65171"/>
                </a:lnTo>
                <a:lnTo>
                  <a:pt x="2246041" y="65683"/>
                </a:lnTo>
                <a:lnTo>
                  <a:pt x="2246173" y="66186"/>
                </a:lnTo>
                <a:lnTo>
                  <a:pt x="2246316" y="66680"/>
                </a:lnTo>
                <a:lnTo>
                  <a:pt x="2246469" y="67167"/>
                </a:lnTo>
                <a:lnTo>
                  <a:pt x="2246633" y="67646"/>
                </a:lnTo>
                <a:lnTo>
                  <a:pt x="2246807" y="68116"/>
                </a:lnTo>
                <a:lnTo>
                  <a:pt x="2246992" y="68578"/>
                </a:lnTo>
                <a:lnTo>
                  <a:pt x="2247188" y="69032"/>
                </a:lnTo>
                <a:lnTo>
                  <a:pt x="2247394" y="69477"/>
                </a:lnTo>
                <a:lnTo>
                  <a:pt x="2247610" y="69915"/>
                </a:lnTo>
                <a:lnTo>
                  <a:pt x="2247838" y="70344"/>
                </a:lnTo>
                <a:lnTo>
                  <a:pt x="2248075" y="70765"/>
                </a:lnTo>
                <a:lnTo>
                  <a:pt x="2248324" y="71177"/>
                </a:lnTo>
                <a:lnTo>
                  <a:pt x="2248584" y="71569"/>
                </a:lnTo>
                <a:lnTo>
                  <a:pt x="2248858" y="71954"/>
                </a:lnTo>
                <a:lnTo>
                  <a:pt x="2249145" y="72334"/>
                </a:lnTo>
                <a:lnTo>
                  <a:pt x="2249446" y="72708"/>
                </a:lnTo>
                <a:lnTo>
                  <a:pt x="2249760" y="73076"/>
                </a:lnTo>
                <a:lnTo>
                  <a:pt x="2250088" y="73438"/>
                </a:lnTo>
                <a:lnTo>
                  <a:pt x="2250430" y="73795"/>
                </a:lnTo>
                <a:lnTo>
                  <a:pt x="2250784" y="74145"/>
                </a:lnTo>
                <a:lnTo>
                  <a:pt x="2251153" y="74490"/>
                </a:lnTo>
                <a:lnTo>
                  <a:pt x="2251535" y="74829"/>
                </a:lnTo>
                <a:lnTo>
                  <a:pt x="2251930" y="75161"/>
                </a:lnTo>
                <a:lnTo>
                  <a:pt x="2252339" y="75488"/>
                </a:lnTo>
                <a:lnTo>
                  <a:pt x="2252761" y="75809"/>
                </a:lnTo>
                <a:lnTo>
                  <a:pt x="2253197" y="76125"/>
                </a:lnTo>
                <a:lnTo>
                  <a:pt x="2253647" y="76434"/>
                </a:lnTo>
                <a:lnTo>
                  <a:pt x="2254109" y="76738"/>
                </a:lnTo>
                <a:lnTo>
                  <a:pt x="2254586" y="77035"/>
                </a:lnTo>
                <a:lnTo>
                  <a:pt x="2255076" y="77327"/>
                </a:lnTo>
                <a:lnTo>
                  <a:pt x="2255579" y="77613"/>
                </a:lnTo>
                <a:lnTo>
                  <a:pt x="2256096" y="77893"/>
                </a:lnTo>
                <a:lnTo>
                  <a:pt x="2256626" y="78167"/>
                </a:lnTo>
                <a:lnTo>
                  <a:pt x="2257170" y="78435"/>
                </a:lnTo>
                <a:lnTo>
                  <a:pt x="2257728" y="78698"/>
                </a:lnTo>
                <a:lnTo>
                  <a:pt x="2258299" y="78954"/>
                </a:lnTo>
                <a:lnTo>
                  <a:pt x="2258884" y="79192"/>
                </a:lnTo>
                <a:lnTo>
                  <a:pt x="2259484" y="79427"/>
                </a:lnTo>
                <a:lnTo>
                  <a:pt x="2260100" y="79660"/>
                </a:lnTo>
                <a:lnTo>
                  <a:pt x="2260731" y="79889"/>
                </a:lnTo>
                <a:lnTo>
                  <a:pt x="2261378" y="80115"/>
                </a:lnTo>
                <a:lnTo>
                  <a:pt x="2262039" y="80338"/>
                </a:lnTo>
                <a:lnTo>
                  <a:pt x="2262716" y="80559"/>
                </a:lnTo>
                <a:lnTo>
                  <a:pt x="2263408" y="80776"/>
                </a:lnTo>
                <a:lnTo>
                  <a:pt x="2264116" y="80991"/>
                </a:lnTo>
                <a:lnTo>
                  <a:pt x="2264838" y="81203"/>
                </a:lnTo>
                <a:lnTo>
                  <a:pt x="2265576" y="81411"/>
                </a:lnTo>
                <a:lnTo>
                  <a:pt x="2266329" y="81617"/>
                </a:lnTo>
                <a:lnTo>
                  <a:pt x="2267098" y="81820"/>
                </a:lnTo>
                <a:lnTo>
                  <a:pt x="2267881" y="82020"/>
                </a:lnTo>
                <a:lnTo>
                  <a:pt x="2268680" y="82217"/>
                </a:lnTo>
                <a:lnTo>
                  <a:pt x="2269495" y="82411"/>
                </a:lnTo>
                <a:lnTo>
                  <a:pt x="2270324" y="82602"/>
                </a:lnTo>
                <a:lnTo>
                  <a:pt x="2271169" y="82790"/>
                </a:lnTo>
                <a:lnTo>
                  <a:pt x="2272029" y="82975"/>
                </a:lnTo>
                <a:lnTo>
                  <a:pt x="2272904" y="83158"/>
                </a:lnTo>
                <a:lnTo>
                  <a:pt x="2273795" y="83337"/>
                </a:lnTo>
                <a:lnTo>
                  <a:pt x="2274700" y="83513"/>
                </a:lnTo>
                <a:lnTo>
                  <a:pt x="2275621" y="83687"/>
                </a:lnTo>
                <a:lnTo>
                  <a:pt x="2276558" y="83857"/>
                </a:lnTo>
                <a:lnTo>
                  <a:pt x="2277437" y="83999"/>
                </a:lnTo>
                <a:lnTo>
                  <a:pt x="2278298" y="84140"/>
                </a:lnTo>
                <a:lnTo>
                  <a:pt x="2279141" y="84283"/>
                </a:lnTo>
                <a:lnTo>
                  <a:pt x="2279967" y="84426"/>
                </a:lnTo>
                <a:lnTo>
                  <a:pt x="2280776" y="84569"/>
                </a:lnTo>
                <a:lnTo>
                  <a:pt x="2281566" y="84713"/>
                </a:lnTo>
                <a:lnTo>
                  <a:pt x="2282340" y="84858"/>
                </a:lnTo>
                <a:lnTo>
                  <a:pt x="2283095" y="85003"/>
                </a:lnTo>
                <a:lnTo>
                  <a:pt x="2283833" y="85149"/>
                </a:lnTo>
                <a:lnTo>
                  <a:pt x="2284553" y="85296"/>
                </a:lnTo>
                <a:lnTo>
                  <a:pt x="2285256" y="85443"/>
                </a:lnTo>
                <a:lnTo>
                  <a:pt x="2285941" y="85590"/>
                </a:lnTo>
                <a:lnTo>
                  <a:pt x="2286608" y="85738"/>
                </a:lnTo>
                <a:lnTo>
                  <a:pt x="2287258" y="85887"/>
                </a:lnTo>
                <a:lnTo>
                  <a:pt x="2287891" y="86037"/>
                </a:lnTo>
                <a:lnTo>
                  <a:pt x="2288505" y="86187"/>
                </a:lnTo>
                <a:lnTo>
                  <a:pt x="2289102" y="86337"/>
                </a:lnTo>
                <a:lnTo>
                  <a:pt x="2289682" y="86488"/>
                </a:lnTo>
                <a:lnTo>
                  <a:pt x="2290243" y="86640"/>
                </a:lnTo>
                <a:lnTo>
                  <a:pt x="2290788" y="86792"/>
                </a:lnTo>
                <a:lnTo>
                  <a:pt x="2291314" y="86945"/>
                </a:lnTo>
                <a:lnTo>
                  <a:pt x="2291823" y="87099"/>
                </a:lnTo>
                <a:lnTo>
                  <a:pt x="2292315" y="87253"/>
                </a:lnTo>
                <a:lnTo>
                  <a:pt x="2292788" y="87408"/>
                </a:lnTo>
                <a:lnTo>
                  <a:pt x="2293261" y="87564"/>
                </a:lnTo>
                <a:lnTo>
                  <a:pt x="2293722" y="87722"/>
                </a:lnTo>
                <a:lnTo>
                  <a:pt x="2294170" y="87883"/>
                </a:lnTo>
                <a:lnTo>
                  <a:pt x="2294606" y="88046"/>
                </a:lnTo>
                <a:lnTo>
                  <a:pt x="2295029" y="88212"/>
                </a:lnTo>
                <a:lnTo>
                  <a:pt x="2295440" y="88380"/>
                </a:lnTo>
                <a:lnTo>
                  <a:pt x="2295839" y="88550"/>
                </a:lnTo>
                <a:lnTo>
                  <a:pt x="2296226" y="88723"/>
                </a:lnTo>
                <a:lnTo>
                  <a:pt x="2296600" y="88898"/>
                </a:lnTo>
                <a:lnTo>
                  <a:pt x="2296962" y="89075"/>
                </a:lnTo>
                <a:lnTo>
                  <a:pt x="2297312" y="89254"/>
                </a:lnTo>
                <a:lnTo>
                  <a:pt x="2297649" y="89436"/>
                </a:lnTo>
                <a:lnTo>
                  <a:pt x="2297974" y="89621"/>
                </a:lnTo>
                <a:lnTo>
                  <a:pt x="2298286" y="89807"/>
                </a:lnTo>
                <a:lnTo>
                  <a:pt x="2298587" y="89996"/>
                </a:lnTo>
                <a:lnTo>
                  <a:pt x="2298875" y="90188"/>
                </a:lnTo>
                <a:lnTo>
                  <a:pt x="2299150" y="90382"/>
                </a:lnTo>
                <a:lnTo>
                  <a:pt x="2299414" y="90578"/>
                </a:lnTo>
                <a:lnTo>
                  <a:pt x="2299665" y="90776"/>
                </a:lnTo>
                <a:lnTo>
                  <a:pt x="2299903" y="90977"/>
                </a:lnTo>
                <a:lnTo>
                  <a:pt x="2300129" y="91180"/>
                </a:lnTo>
                <a:lnTo>
                  <a:pt x="2300343" y="91385"/>
                </a:lnTo>
                <a:lnTo>
                  <a:pt x="2300545" y="91593"/>
                </a:lnTo>
                <a:lnTo>
                  <a:pt x="2300734" y="91803"/>
                </a:lnTo>
                <a:lnTo>
                  <a:pt x="2300914" y="92017"/>
                </a:lnTo>
                <a:lnTo>
                  <a:pt x="2301085" y="92235"/>
                </a:lnTo>
                <a:lnTo>
                  <a:pt x="2301250" y="92458"/>
                </a:lnTo>
                <a:lnTo>
                  <a:pt x="2301406" y="92686"/>
                </a:lnTo>
                <a:lnTo>
                  <a:pt x="2301555" y="92919"/>
                </a:lnTo>
                <a:lnTo>
                  <a:pt x="2301696" y="93156"/>
                </a:lnTo>
                <a:lnTo>
                  <a:pt x="2301830" y="93398"/>
                </a:lnTo>
                <a:lnTo>
                  <a:pt x="2301956" y="93644"/>
                </a:lnTo>
                <a:lnTo>
                  <a:pt x="2302074" y="93896"/>
                </a:lnTo>
                <a:lnTo>
                  <a:pt x="2302185" y="94151"/>
                </a:lnTo>
                <a:lnTo>
                  <a:pt x="2302288" y="94412"/>
                </a:lnTo>
                <a:lnTo>
                  <a:pt x="2302383" y="94677"/>
                </a:lnTo>
                <a:lnTo>
                  <a:pt x="2302471" y="94948"/>
                </a:lnTo>
                <a:lnTo>
                  <a:pt x="2302551" y="95222"/>
                </a:lnTo>
                <a:lnTo>
                  <a:pt x="2302623" y="95502"/>
                </a:lnTo>
                <a:lnTo>
                  <a:pt x="2302688" y="95786"/>
                </a:lnTo>
                <a:lnTo>
                  <a:pt x="2302745" y="96075"/>
                </a:lnTo>
                <a:lnTo>
                  <a:pt x="2302795" y="96368"/>
                </a:lnTo>
                <a:lnTo>
                  <a:pt x="2302837" y="96666"/>
                </a:lnTo>
                <a:lnTo>
                  <a:pt x="2302871" y="96969"/>
                </a:lnTo>
                <a:lnTo>
                  <a:pt x="2302898" y="97277"/>
                </a:lnTo>
                <a:lnTo>
                  <a:pt x="2302917" y="97589"/>
                </a:lnTo>
                <a:lnTo>
                  <a:pt x="2302929" y="97906"/>
                </a:lnTo>
                <a:lnTo>
                  <a:pt x="2302932" y="98228"/>
                </a:lnTo>
                <a:lnTo>
                  <a:pt x="2302923" y="98717"/>
                </a:lnTo>
                <a:lnTo>
                  <a:pt x="2302895" y="99199"/>
                </a:lnTo>
                <a:lnTo>
                  <a:pt x="2302848" y="99673"/>
                </a:lnTo>
                <a:lnTo>
                  <a:pt x="2302782" y="100139"/>
                </a:lnTo>
                <a:lnTo>
                  <a:pt x="2302698" y="100598"/>
                </a:lnTo>
                <a:lnTo>
                  <a:pt x="2302594" y="101049"/>
                </a:lnTo>
                <a:lnTo>
                  <a:pt x="2302472" y="101493"/>
                </a:lnTo>
                <a:lnTo>
                  <a:pt x="2302331" y="101929"/>
                </a:lnTo>
                <a:lnTo>
                  <a:pt x="2302172" y="102357"/>
                </a:lnTo>
                <a:lnTo>
                  <a:pt x="2301993" y="102778"/>
                </a:lnTo>
                <a:lnTo>
                  <a:pt x="2301796" y="103191"/>
                </a:lnTo>
                <a:lnTo>
                  <a:pt x="2301580" y="103596"/>
                </a:lnTo>
                <a:lnTo>
                  <a:pt x="2301345" y="103994"/>
                </a:lnTo>
                <a:lnTo>
                  <a:pt x="2301091" y="104384"/>
                </a:lnTo>
                <a:lnTo>
                  <a:pt x="2300819" y="104766"/>
                </a:lnTo>
                <a:lnTo>
                  <a:pt x="2300528" y="105141"/>
                </a:lnTo>
                <a:lnTo>
                  <a:pt x="2300218" y="105508"/>
                </a:lnTo>
                <a:lnTo>
                  <a:pt x="2299889" y="105868"/>
                </a:lnTo>
                <a:lnTo>
                  <a:pt x="2299542" y="106220"/>
                </a:lnTo>
                <a:lnTo>
                  <a:pt x="2299175" y="106564"/>
                </a:lnTo>
                <a:lnTo>
                  <a:pt x="2298790" y="106901"/>
                </a:lnTo>
                <a:lnTo>
                  <a:pt x="2298386" y="107230"/>
                </a:lnTo>
                <a:lnTo>
                  <a:pt x="2297964" y="107551"/>
                </a:lnTo>
                <a:lnTo>
                  <a:pt x="2297522" y="107865"/>
                </a:lnTo>
                <a:lnTo>
                  <a:pt x="2297077" y="108155"/>
                </a:lnTo>
                <a:lnTo>
                  <a:pt x="2296614" y="108432"/>
                </a:lnTo>
                <a:lnTo>
                  <a:pt x="2296133" y="108697"/>
                </a:lnTo>
                <a:lnTo>
                  <a:pt x="2295634" y="108950"/>
                </a:lnTo>
                <a:lnTo>
                  <a:pt x="2295118" y="109190"/>
                </a:lnTo>
                <a:lnTo>
                  <a:pt x="2294585" y="109418"/>
                </a:lnTo>
                <a:lnTo>
                  <a:pt x="2294033" y="109634"/>
                </a:lnTo>
                <a:lnTo>
                  <a:pt x="2293465" y="109837"/>
                </a:lnTo>
                <a:lnTo>
                  <a:pt x="2292878" y="110028"/>
                </a:lnTo>
                <a:lnTo>
                  <a:pt x="2292274" y="110207"/>
                </a:lnTo>
                <a:lnTo>
                  <a:pt x="2291652" y="110374"/>
                </a:lnTo>
                <a:lnTo>
                  <a:pt x="2291013" y="110528"/>
                </a:lnTo>
                <a:lnTo>
                  <a:pt x="2290356" y="110669"/>
                </a:lnTo>
                <a:lnTo>
                  <a:pt x="2289682" y="110799"/>
                </a:lnTo>
                <a:lnTo>
                  <a:pt x="2288990" y="110916"/>
                </a:lnTo>
                <a:lnTo>
                  <a:pt x="2288280" y="111021"/>
                </a:lnTo>
                <a:lnTo>
                  <a:pt x="2287553" y="111113"/>
                </a:lnTo>
                <a:lnTo>
                  <a:pt x="2286808" y="111193"/>
                </a:lnTo>
                <a:lnTo>
                  <a:pt x="2286045" y="111261"/>
                </a:lnTo>
                <a:lnTo>
                  <a:pt x="2285265" y="111317"/>
                </a:lnTo>
                <a:lnTo>
                  <a:pt x="2284467" y="111360"/>
                </a:lnTo>
                <a:lnTo>
                  <a:pt x="2283652" y="111391"/>
                </a:lnTo>
                <a:lnTo>
                  <a:pt x="2282819" y="111409"/>
                </a:lnTo>
                <a:lnTo>
                  <a:pt x="2281968" y="111415"/>
                </a:lnTo>
                <a:lnTo>
                  <a:pt x="2281019" y="111408"/>
                </a:lnTo>
                <a:lnTo>
                  <a:pt x="2280088" y="111388"/>
                </a:lnTo>
                <a:lnTo>
                  <a:pt x="2279176" y="111354"/>
                </a:lnTo>
                <a:lnTo>
                  <a:pt x="2278281" y="111307"/>
                </a:lnTo>
                <a:lnTo>
                  <a:pt x="2277405" y="111246"/>
                </a:lnTo>
                <a:lnTo>
                  <a:pt x="2276547" y="111172"/>
                </a:lnTo>
                <a:lnTo>
                  <a:pt x="2275707" y="111084"/>
                </a:lnTo>
                <a:lnTo>
                  <a:pt x="2274886" y="110983"/>
                </a:lnTo>
                <a:lnTo>
                  <a:pt x="2274083" y="110868"/>
                </a:lnTo>
                <a:lnTo>
                  <a:pt x="2273297" y="110740"/>
                </a:lnTo>
                <a:lnTo>
                  <a:pt x="2272530" y="110598"/>
                </a:lnTo>
                <a:lnTo>
                  <a:pt x="2271782" y="110443"/>
                </a:lnTo>
                <a:lnTo>
                  <a:pt x="2271051" y="110274"/>
                </a:lnTo>
                <a:lnTo>
                  <a:pt x="2270339" y="110092"/>
                </a:lnTo>
                <a:lnTo>
                  <a:pt x="2269644" y="109896"/>
                </a:lnTo>
                <a:lnTo>
                  <a:pt x="2268969" y="109687"/>
                </a:lnTo>
                <a:lnTo>
                  <a:pt x="2268311" y="109464"/>
                </a:lnTo>
                <a:lnTo>
                  <a:pt x="2267671" y="109228"/>
                </a:lnTo>
                <a:lnTo>
                  <a:pt x="2267050" y="108978"/>
                </a:lnTo>
                <a:lnTo>
                  <a:pt x="2266447" y="108715"/>
                </a:lnTo>
                <a:lnTo>
                  <a:pt x="2265862" y="108438"/>
                </a:lnTo>
                <a:lnTo>
                  <a:pt x="2265295" y="108148"/>
                </a:lnTo>
                <a:lnTo>
                  <a:pt x="2264746" y="107844"/>
                </a:lnTo>
                <a:lnTo>
                  <a:pt x="2264216" y="107527"/>
                </a:lnTo>
                <a:lnTo>
                  <a:pt x="2263719" y="107183"/>
                </a:lnTo>
                <a:lnTo>
                  <a:pt x="2263244" y="106829"/>
                </a:lnTo>
                <a:lnTo>
                  <a:pt x="2262789" y="106465"/>
                </a:lnTo>
                <a:lnTo>
                  <a:pt x="2262356" y="106090"/>
                </a:lnTo>
                <a:lnTo>
                  <a:pt x="2261944" y="105704"/>
                </a:lnTo>
                <a:lnTo>
                  <a:pt x="2261553" y="105308"/>
                </a:lnTo>
                <a:lnTo>
                  <a:pt x="2261183" y="104901"/>
                </a:lnTo>
                <a:lnTo>
                  <a:pt x="2260835" y="104483"/>
                </a:lnTo>
                <a:lnTo>
                  <a:pt x="2260507" y="104055"/>
                </a:lnTo>
                <a:lnTo>
                  <a:pt x="2260201" y="103617"/>
                </a:lnTo>
                <a:lnTo>
                  <a:pt x="2259915" y="103168"/>
                </a:lnTo>
                <a:lnTo>
                  <a:pt x="2259651" y="102708"/>
                </a:lnTo>
                <a:lnTo>
                  <a:pt x="2259408" y="102238"/>
                </a:lnTo>
                <a:lnTo>
                  <a:pt x="2259186" y="101757"/>
                </a:lnTo>
                <a:lnTo>
                  <a:pt x="2258986" y="101266"/>
                </a:lnTo>
                <a:lnTo>
                  <a:pt x="2258806" y="100764"/>
                </a:lnTo>
                <a:lnTo>
                  <a:pt x="2258647" y="100251"/>
                </a:lnTo>
                <a:lnTo>
                  <a:pt x="2258510" y="99728"/>
                </a:lnTo>
                <a:lnTo>
                  <a:pt x="2258394" y="99195"/>
                </a:lnTo>
                <a:lnTo>
                  <a:pt x="2258299" y="98651"/>
                </a:lnTo>
                <a:lnTo>
                  <a:pt x="2258225" y="98096"/>
                </a:lnTo>
                <a:lnTo>
                  <a:pt x="2258172" y="97530"/>
                </a:lnTo>
                <a:lnTo>
                  <a:pt x="2258140" y="96955"/>
                </a:lnTo>
                <a:lnTo>
                  <a:pt x="2258130" y="96368"/>
                </a:lnTo>
                <a:lnTo>
                  <a:pt x="2258130" y="94677"/>
                </a:lnTo>
                <a:lnTo>
                  <a:pt x="2243590" y="94677"/>
                </a:lnTo>
                <a:lnTo>
                  <a:pt x="2243576" y="94776"/>
                </a:lnTo>
                <a:lnTo>
                  <a:pt x="2243563" y="94874"/>
                </a:lnTo>
                <a:lnTo>
                  <a:pt x="2243550" y="94971"/>
                </a:lnTo>
                <a:lnTo>
                  <a:pt x="2243538" y="95067"/>
                </a:lnTo>
                <a:lnTo>
                  <a:pt x="2243527" y="95163"/>
                </a:lnTo>
                <a:lnTo>
                  <a:pt x="2243516" y="95259"/>
                </a:lnTo>
                <a:lnTo>
                  <a:pt x="2243505" y="95353"/>
                </a:lnTo>
                <a:lnTo>
                  <a:pt x="2243496" y="95448"/>
                </a:lnTo>
                <a:lnTo>
                  <a:pt x="2243487" y="95541"/>
                </a:lnTo>
                <a:lnTo>
                  <a:pt x="2243478" y="95634"/>
                </a:lnTo>
                <a:lnTo>
                  <a:pt x="2243470" y="95727"/>
                </a:lnTo>
                <a:lnTo>
                  <a:pt x="2243463" y="95819"/>
                </a:lnTo>
                <a:lnTo>
                  <a:pt x="2243456" y="95910"/>
                </a:lnTo>
                <a:lnTo>
                  <a:pt x="2243450" y="96001"/>
                </a:lnTo>
                <a:lnTo>
                  <a:pt x="2243444" y="96091"/>
                </a:lnTo>
                <a:lnTo>
                  <a:pt x="2243439" y="96180"/>
                </a:lnTo>
                <a:lnTo>
                  <a:pt x="2243435" y="96269"/>
                </a:lnTo>
                <a:lnTo>
                  <a:pt x="2243431" y="96358"/>
                </a:lnTo>
                <a:lnTo>
                  <a:pt x="2243428" y="96445"/>
                </a:lnTo>
                <a:lnTo>
                  <a:pt x="2243425" y="96533"/>
                </a:lnTo>
                <a:lnTo>
                  <a:pt x="2243423" y="96619"/>
                </a:lnTo>
                <a:lnTo>
                  <a:pt x="2243422" y="96705"/>
                </a:lnTo>
                <a:lnTo>
                  <a:pt x="2243421" y="96791"/>
                </a:lnTo>
                <a:lnTo>
                  <a:pt x="2243421" y="96875"/>
                </a:lnTo>
                <a:lnTo>
                  <a:pt x="2243421" y="96959"/>
                </a:lnTo>
                <a:lnTo>
                  <a:pt x="2243421" y="97041"/>
                </a:lnTo>
                <a:lnTo>
                  <a:pt x="2243421" y="97121"/>
                </a:lnTo>
                <a:lnTo>
                  <a:pt x="2243421" y="97199"/>
                </a:lnTo>
                <a:lnTo>
                  <a:pt x="2243421" y="97276"/>
                </a:lnTo>
                <a:lnTo>
                  <a:pt x="2243421" y="97351"/>
                </a:lnTo>
                <a:lnTo>
                  <a:pt x="2243421" y="97424"/>
                </a:lnTo>
                <a:lnTo>
                  <a:pt x="2243421" y="97495"/>
                </a:lnTo>
                <a:lnTo>
                  <a:pt x="2243421" y="97565"/>
                </a:lnTo>
                <a:lnTo>
                  <a:pt x="2243421" y="97633"/>
                </a:lnTo>
                <a:lnTo>
                  <a:pt x="2243421" y="97699"/>
                </a:lnTo>
                <a:lnTo>
                  <a:pt x="2243421" y="97763"/>
                </a:lnTo>
                <a:lnTo>
                  <a:pt x="2243421" y="97825"/>
                </a:lnTo>
                <a:lnTo>
                  <a:pt x="2243421" y="97886"/>
                </a:lnTo>
                <a:lnTo>
                  <a:pt x="2243421" y="97945"/>
                </a:lnTo>
                <a:lnTo>
                  <a:pt x="2243421" y="98002"/>
                </a:lnTo>
                <a:lnTo>
                  <a:pt x="2243421" y="98058"/>
                </a:lnTo>
                <a:lnTo>
                  <a:pt x="2243421" y="98112"/>
                </a:lnTo>
                <a:lnTo>
                  <a:pt x="2243421" y="98164"/>
                </a:lnTo>
                <a:lnTo>
                  <a:pt x="2243421" y="98214"/>
                </a:lnTo>
                <a:lnTo>
                  <a:pt x="2243421" y="98262"/>
                </a:lnTo>
                <a:lnTo>
                  <a:pt x="2243421" y="98309"/>
                </a:lnTo>
                <a:lnTo>
                  <a:pt x="2243421" y="98354"/>
                </a:lnTo>
                <a:lnTo>
                  <a:pt x="2243421" y="98397"/>
                </a:lnTo>
                <a:lnTo>
                  <a:pt x="2243429" y="99041"/>
                </a:lnTo>
                <a:lnTo>
                  <a:pt x="2243452" y="99679"/>
                </a:lnTo>
                <a:lnTo>
                  <a:pt x="2243492" y="100310"/>
                </a:lnTo>
                <a:lnTo>
                  <a:pt x="2243547" y="100933"/>
                </a:lnTo>
                <a:lnTo>
                  <a:pt x="2243619" y="101549"/>
                </a:lnTo>
                <a:lnTo>
                  <a:pt x="2243706" y="102159"/>
                </a:lnTo>
                <a:lnTo>
                  <a:pt x="2243809" y="102761"/>
                </a:lnTo>
                <a:lnTo>
                  <a:pt x="2243928" y="103356"/>
                </a:lnTo>
                <a:lnTo>
                  <a:pt x="2244063" y="103945"/>
                </a:lnTo>
                <a:lnTo>
                  <a:pt x="2244213" y="104526"/>
                </a:lnTo>
                <a:lnTo>
                  <a:pt x="2244380" y="105100"/>
                </a:lnTo>
                <a:lnTo>
                  <a:pt x="2244562" y="105667"/>
                </a:lnTo>
                <a:lnTo>
                  <a:pt x="2244760" y="106227"/>
                </a:lnTo>
                <a:lnTo>
                  <a:pt x="2244974" y="106780"/>
                </a:lnTo>
                <a:lnTo>
                  <a:pt x="2245204" y="107326"/>
                </a:lnTo>
                <a:lnTo>
                  <a:pt x="2245449" y="107865"/>
                </a:lnTo>
                <a:lnTo>
                  <a:pt x="2245711" y="108397"/>
                </a:lnTo>
                <a:lnTo>
                  <a:pt x="2245988" y="108922"/>
                </a:lnTo>
                <a:lnTo>
                  <a:pt x="2246282" y="109439"/>
                </a:lnTo>
                <a:lnTo>
                  <a:pt x="2246591" y="109950"/>
                </a:lnTo>
                <a:lnTo>
                  <a:pt x="2246916" y="110454"/>
                </a:lnTo>
                <a:lnTo>
                  <a:pt x="2247256" y="110950"/>
                </a:lnTo>
                <a:lnTo>
                  <a:pt x="2247613" y="111440"/>
                </a:lnTo>
                <a:lnTo>
                  <a:pt x="2247985" y="111922"/>
                </a:lnTo>
                <a:lnTo>
                  <a:pt x="2248386" y="112383"/>
                </a:lnTo>
                <a:lnTo>
                  <a:pt x="2248798" y="112835"/>
                </a:lnTo>
                <a:lnTo>
                  <a:pt x="2249222" y="113278"/>
                </a:lnTo>
                <a:lnTo>
                  <a:pt x="2249657" y="113712"/>
                </a:lnTo>
                <a:lnTo>
                  <a:pt x="2250105" y="114137"/>
                </a:lnTo>
                <a:lnTo>
                  <a:pt x="2250564" y="114554"/>
                </a:lnTo>
                <a:lnTo>
                  <a:pt x="2251035" y="114961"/>
                </a:lnTo>
                <a:lnTo>
                  <a:pt x="2251517" y="115360"/>
                </a:lnTo>
                <a:lnTo>
                  <a:pt x="2252011" y="115750"/>
                </a:lnTo>
                <a:lnTo>
                  <a:pt x="2252517" y="116132"/>
                </a:lnTo>
                <a:lnTo>
                  <a:pt x="2253035" y="116504"/>
                </a:lnTo>
                <a:lnTo>
                  <a:pt x="2253565" y="116868"/>
                </a:lnTo>
                <a:lnTo>
                  <a:pt x="2254106" y="117223"/>
                </a:lnTo>
                <a:lnTo>
                  <a:pt x="2254659" y="117569"/>
                </a:lnTo>
                <a:lnTo>
                  <a:pt x="2255224" y="117906"/>
                </a:lnTo>
                <a:lnTo>
                  <a:pt x="2255800" y="118234"/>
                </a:lnTo>
                <a:lnTo>
                  <a:pt x="2256388" y="118554"/>
                </a:lnTo>
                <a:lnTo>
                  <a:pt x="2256988" y="118865"/>
                </a:lnTo>
                <a:lnTo>
                  <a:pt x="2257600" y="119167"/>
                </a:lnTo>
                <a:lnTo>
                  <a:pt x="2258223" y="119460"/>
                </a:lnTo>
                <a:lnTo>
                  <a:pt x="2258859" y="119744"/>
                </a:lnTo>
                <a:lnTo>
                  <a:pt x="2259506" y="120020"/>
                </a:lnTo>
                <a:lnTo>
                  <a:pt x="2260164" y="120287"/>
                </a:lnTo>
                <a:lnTo>
                  <a:pt x="2260835" y="120545"/>
                </a:lnTo>
                <a:lnTo>
                  <a:pt x="2261529" y="120779"/>
                </a:lnTo>
                <a:lnTo>
                  <a:pt x="2262232" y="121004"/>
                </a:lnTo>
                <a:lnTo>
                  <a:pt x="2262943" y="121218"/>
                </a:lnTo>
                <a:lnTo>
                  <a:pt x="2263662" y="121423"/>
                </a:lnTo>
                <a:lnTo>
                  <a:pt x="2264389" y="121618"/>
                </a:lnTo>
                <a:lnTo>
                  <a:pt x="2265125" y="121802"/>
                </a:lnTo>
                <a:lnTo>
                  <a:pt x="2265868" y="121977"/>
                </a:lnTo>
                <a:lnTo>
                  <a:pt x="2266620" y="122142"/>
                </a:lnTo>
                <a:lnTo>
                  <a:pt x="2267381" y="122296"/>
                </a:lnTo>
                <a:lnTo>
                  <a:pt x="2268149" y="122441"/>
                </a:lnTo>
                <a:lnTo>
                  <a:pt x="2268926" y="122576"/>
                </a:lnTo>
                <a:lnTo>
                  <a:pt x="2269710" y="122700"/>
                </a:lnTo>
                <a:lnTo>
                  <a:pt x="2270504" y="122815"/>
                </a:lnTo>
                <a:lnTo>
                  <a:pt x="2271305" y="122920"/>
                </a:lnTo>
                <a:lnTo>
                  <a:pt x="2272114" y="123015"/>
                </a:lnTo>
                <a:lnTo>
                  <a:pt x="2272932" y="123100"/>
                </a:lnTo>
                <a:lnTo>
                  <a:pt x="2273758" y="123174"/>
                </a:lnTo>
                <a:lnTo>
                  <a:pt x="2274592" y="123239"/>
                </a:lnTo>
                <a:lnTo>
                  <a:pt x="2275435" y="123294"/>
                </a:lnTo>
                <a:lnTo>
                  <a:pt x="2276285" y="123339"/>
                </a:lnTo>
                <a:lnTo>
                  <a:pt x="2277144" y="123374"/>
                </a:lnTo>
                <a:lnTo>
                  <a:pt x="2278011" y="123399"/>
                </a:lnTo>
                <a:lnTo>
                  <a:pt x="2278886" y="123414"/>
                </a:lnTo>
                <a:lnTo>
                  <a:pt x="2279770" y="123419"/>
                </a:lnTo>
                <a:lnTo>
                  <a:pt x="2280778" y="123414"/>
                </a:lnTo>
                <a:lnTo>
                  <a:pt x="2281774" y="123399"/>
                </a:lnTo>
                <a:lnTo>
                  <a:pt x="2282758" y="123374"/>
                </a:lnTo>
                <a:lnTo>
                  <a:pt x="2283729" y="123339"/>
                </a:lnTo>
                <a:lnTo>
                  <a:pt x="2284688" y="123294"/>
                </a:lnTo>
                <a:lnTo>
                  <a:pt x="2285635" y="123239"/>
                </a:lnTo>
                <a:lnTo>
                  <a:pt x="2286569" y="123174"/>
                </a:lnTo>
                <a:lnTo>
                  <a:pt x="2287491" y="123100"/>
                </a:lnTo>
                <a:close/>
                <a:moveTo>
                  <a:pt x="2187877" y="122848"/>
                </a:moveTo>
                <a:lnTo>
                  <a:pt x="2188743" y="122715"/>
                </a:lnTo>
                <a:lnTo>
                  <a:pt x="2189598" y="122567"/>
                </a:lnTo>
                <a:lnTo>
                  <a:pt x="2190442" y="122405"/>
                </a:lnTo>
                <a:lnTo>
                  <a:pt x="2191275" y="122228"/>
                </a:lnTo>
                <a:lnTo>
                  <a:pt x="2192096" y="122038"/>
                </a:lnTo>
                <a:lnTo>
                  <a:pt x="2192907" y="121834"/>
                </a:lnTo>
                <a:lnTo>
                  <a:pt x="2193706" y="121616"/>
                </a:lnTo>
                <a:lnTo>
                  <a:pt x="2194494" y="121383"/>
                </a:lnTo>
                <a:lnTo>
                  <a:pt x="2195271" y="121137"/>
                </a:lnTo>
                <a:lnTo>
                  <a:pt x="2196037" y="120876"/>
                </a:lnTo>
                <a:lnTo>
                  <a:pt x="2196791" y="120601"/>
                </a:lnTo>
                <a:lnTo>
                  <a:pt x="2197535" y="120312"/>
                </a:lnTo>
                <a:lnTo>
                  <a:pt x="2198267" y="120009"/>
                </a:lnTo>
                <a:lnTo>
                  <a:pt x="2198988" y="119692"/>
                </a:lnTo>
                <a:lnTo>
                  <a:pt x="2199698" y="119361"/>
                </a:lnTo>
                <a:lnTo>
                  <a:pt x="2200410" y="119017"/>
                </a:lnTo>
                <a:lnTo>
                  <a:pt x="2201108" y="118662"/>
                </a:lnTo>
                <a:lnTo>
                  <a:pt x="2201793" y="118294"/>
                </a:lnTo>
                <a:lnTo>
                  <a:pt x="2202464" y="117915"/>
                </a:lnTo>
                <a:lnTo>
                  <a:pt x="2203122" y="117524"/>
                </a:lnTo>
                <a:lnTo>
                  <a:pt x="2203766" y="117121"/>
                </a:lnTo>
                <a:lnTo>
                  <a:pt x="2204397" y="116707"/>
                </a:lnTo>
                <a:lnTo>
                  <a:pt x="2205015" y="116281"/>
                </a:lnTo>
                <a:lnTo>
                  <a:pt x="2205618" y="115843"/>
                </a:lnTo>
                <a:lnTo>
                  <a:pt x="2206209" y="115393"/>
                </a:lnTo>
                <a:lnTo>
                  <a:pt x="2206785" y="114931"/>
                </a:lnTo>
                <a:lnTo>
                  <a:pt x="2207349" y="114458"/>
                </a:lnTo>
                <a:lnTo>
                  <a:pt x="2207898" y="113973"/>
                </a:lnTo>
                <a:lnTo>
                  <a:pt x="2208435" y="113477"/>
                </a:lnTo>
                <a:lnTo>
                  <a:pt x="2208957" y="112968"/>
                </a:lnTo>
                <a:lnTo>
                  <a:pt x="2209467" y="112448"/>
                </a:lnTo>
                <a:lnTo>
                  <a:pt x="2209962" y="111916"/>
                </a:lnTo>
                <a:lnTo>
                  <a:pt x="2210445" y="111373"/>
                </a:lnTo>
                <a:lnTo>
                  <a:pt x="2210913" y="110818"/>
                </a:lnTo>
                <a:lnTo>
                  <a:pt x="2211369" y="110251"/>
                </a:lnTo>
                <a:lnTo>
                  <a:pt x="2211810" y="109672"/>
                </a:lnTo>
                <a:lnTo>
                  <a:pt x="2212239" y="109081"/>
                </a:lnTo>
                <a:lnTo>
                  <a:pt x="2212653" y="108479"/>
                </a:lnTo>
                <a:lnTo>
                  <a:pt x="2213055" y="107865"/>
                </a:lnTo>
                <a:lnTo>
                  <a:pt x="2213455" y="107226"/>
                </a:lnTo>
                <a:lnTo>
                  <a:pt x="2213838" y="106578"/>
                </a:lnTo>
                <a:lnTo>
                  <a:pt x="2214204" y="105921"/>
                </a:lnTo>
                <a:lnTo>
                  <a:pt x="2214553" y="105254"/>
                </a:lnTo>
                <a:lnTo>
                  <a:pt x="2214885" y="104577"/>
                </a:lnTo>
                <a:lnTo>
                  <a:pt x="2215200" y="103892"/>
                </a:lnTo>
                <a:lnTo>
                  <a:pt x="2215498" y="103197"/>
                </a:lnTo>
                <a:lnTo>
                  <a:pt x="2215778" y="102492"/>
                </a:lnTo>
                <a:lnTo>
                  <a:pt x="2216042" y="101778"/>
                </a:lnTo>
                <a:lnTo>
                  <a:pt x="2216289" y="101055"/>
                </a:lnTo>
                <a:lnTo>
                  <a:pt x="2216519" y="100323"/>
                </a:lnTo>
                <a:lnTo>
                  <a:pt x="2216732" y="99581"/>
                </a:lnTo>
                <a:lnTo>
                  <a:pt x="2216928" y="98829"/>
                </a:lnTo>
                <a:lnTo>
                  <a:pt x="2217106" y="98068"/>
                </a:lnTo>
                <a:lnTo>
                  <a:pt x="2217268" y="97298"/>
                </a:lnTo>
                <a:lnTo>
                  <a:pt x="2217413" y="96519"/>
                </a:lnTo>
                <a:lnTo>
                  <a:pt x="2217540" y="95730"/>
                </a:lnTo>
                <a:lnTo>
                  <a:pt x="2217651" y="94931"/>
                </a:lnTo>
                <a:lnTo>
                  <a:pt x="2217745" y="94123"/>
                </a:lnTo>
                <a:lnTo>
                  <a:pt x="2217821" y="93306"/>
                </a:lnTo>
                <a:lnTo>
                  <a:pt x="2217881" y="92480"/>
                </a:lnTo>
                <a:lnTo>
                  <a:pt x="2217923" y="91644"/>
                </a:lnTo>
                <a:lnTo>
                  <a:pt x="2217949" y="90798"/>
                </a:lnTo>
                <a:lnTo>
                  <a:pt x="2217958" y="89944"/>
                </a:lnTo>
                <a:lnTo>
                  <a:pt x="2202065" y="89944"/>
                </a:lnTo>
                <a:lnTo>
                  <a:pt x="2202055" y="90850"/>
                </a:lnTo>
                <a:lnTo>
                  <a:pt x="2202025" y="91735"/>
                </a:lnTo>
                <a:lnTo>
                  <a:pt x="2201975" y="92601"/>
                </a:lnTo>
                <a:lnTo>
                  <a:pt x="2201906" y="93447"/>
                </a:lnTo>
                <a:lnTo>
                  <a:pt x="2201816" y="94273"/>
                </a:lnTo>
                <a:lnTo>
                  <a:pt x="2201706" y="95079"/>
                </a:lnTo>
                <a:lnTo>
                  <a:pt x="2201576" y="95865"/>
                </a:lnTo>
                <a:lnTo>
                  <a:pt x="2201427" y="96631"/>
                </a:lnTo>
                <a:lnTo>
                  <a:pt x="2201257" y="97377"/>
                </a:lnTo>
                <a:lnTo>
                  <a:pt x="2201067" y="98104"/>
                </a:lnTo>
                <a:lnTo>
                  <a:pt x="2200858" y="98810"/>
                </a:lnTo>
                <a:lnTo>
                  <a:pt x="2200628" y="99496"/>
                </a:lnTo>
                <a:lnTo>
                  <a:pt x="2200379" y="100162"/>
                </a:lnTo>
                <a:lnTo>
                  <a:pt x="2200109" y="100809"/>
                </a:lnTo>
                <a:lnTo>
                  <a:pt x="2199820" y="101435"/>
                </a:lnTo>
                <a:lnTo>
                  <a:pt x="2199510" y="102041"/>
                </a:lnTo>
                <a:lnTo>
                  <a:pt x="2199181" y="102628"/>
                </a:lnTo>
                <a:lnTo>
                  <a:pt x="2198832" y="103194"/>
                </a:lnTo>
                <a:lnTo>
                  <a:pt x="2198463" y="103741"/>
                </a:lnTo>
                <a:lnTo>
                  <a:pt x="2198073" y="104267"/>
                </a:lnTo>
                <a:lnTo>
                  <a:pt x="2197664" y="104774"/>
                </a:lnTo>
                <a:lnTo>
                  <a:pt x="2197235" y="105261"/>
                </a:lnTo>
                <a:lnTo>
                  <a:pt x="2196786" y="105727"/>
                </a:lnTo>
                <a:lnTo>
                  <a:pt x="2196317" y="106174"/>
                </a:lnTo>
                <a:lnTo>
                  <a:pt x="2195843" y="106602"/>
                </a:lnTo>
                <a:lnTo>
                  <a:pt x="2195351" y="107011"/>
                </a:lnTo>
                <a:lnTo>
                  <a:pt x="2194840" y="107402"/>
                </a:lnTo>
                <a:lnTo>
                  <a:pt x="2194312" y="107776"/>
                </a:lnTo>
                <a:lnTo>
                  <a:pt x="2193765" y="108130"/>
                </a:lnTo>
                <a:lnTo>
                  <a:pt x="2193200" y="108467"/>
                </a:lnTo>
                <a:lnTo>
                  <a:pt x="2192617" y="108786"/>
                </a:lnTo>
                <a:lnTo>
                  <a:pt x="2192015" y="109086"/>
                </a:lnTo>
                <a:lnTo>
                  <a:pt x="2191396" y="109368"/>
                </a:lnTo>
                <a:lnTo>
                  <a:pt x="2190758" y="109632"/>
                </a:lnTo>
                <a:lnTo>
                  <a:pt x="2190102" y="109877"/>
                </a:lnTo>
                <a:lnTo>
                  <a:pt x="2189428" y="110105"/>
                </a:lnTo>
                <a:lnTo>
                  <a:pt x="2188735" y="110314"/>
                </a:lnTo>
                <a:lnTo>
                  <a:pt x="2188025" y="110505"/>
                </a:lnTo>
                <a:lnTo>
                  <a:pt x="2187296" y="110678"/>
                </a:lnTo>
                <a:lnTo>
                  <a:pt x="2186549" y="110833"/>
                </a:lnTo>
                <a:lnTo>
                  <a:pt x="2185784" y="110969"/>
                </a:lnTo>
                <a:lnTo>
                  <a:pt x="2185000" y="111088"/>
                </a:lnTo>
                <a:lnTo>
                  <a:pt x="2184199" y="111188"/>
                </a:lnTo>
                <a:lnTo>
                  <a:pt x="2183379" y="111270"/>
                </a:lnTo>
                <a:lnTo>
                  <a:pt x="2182541" y="111333"/>
                </a:lnTo>
                <a:lnTo>
                  <a:pt x="2181685" y="111379"/>
                </a:lnTo>
                <a:lnTo>
                  <a:pt x="2180810" y="111406"/>
                </a:lnTo>
                <a:lnTo>
                  <a:pt x="2179918" y="111415"/>
                </a:lnTo>
                <a:lnTo>
                  <a:pt x="2179106" y="111403"/>
                </a:lnTo>
                <a:lnTo>
                  <a:pt x="2178307" y="111367"/>
                </a:lnTo>
                <a:lnTo>
                  <a:pt x="2177519" y="111307"/>
                </a:lnTo>
                <a:lnTo>
                  <a:pt x="2176743" y="111223"/>
                </a:lnTo>
                <a:lnTo>
                  <a:pt x="2175979" y="111114"/>
                </a:lnTo>
                <a:lnTo>
                  <a:pt x="2175226" y="110982"/>
                </a:lnTo>
                <a:lnTo>
                  <a:pt x="2174485" y="110826"/>
                </a:lnTo>
                <a:lnTo>
                  <a:pt x="2173756" y="110645"/>
                </a:lnTo>
                <a:lnTo>
                  <a:pt x="2173039" y="110440"/>
                </a:lnTo>
                <a:lnTo>
                  <a:pt x="2172333" y="110212"/>
                </a:lnTo>
                <a:lnTo>
                  <a:pt x="2171639" y="109959"/>
                </a:lnTo>
                <a:lnTo>
                  <a:pt x="2170957" y="109682"/>
                </a:lnTo>
                <a:lnTo>
                  <a:pt x="2170287" y="109381"/>
                </a:lnTo>
                <a:lnTo>
                  <a:pt x="2169628" y="109056"/>
                </a:lnTo>
                <a:lnTo>
                  <a:pt x="2168981" y="108707"/>
                </a:lnTo>
                <a:lnTo>
                  <a:pt x="2168346" y="108334"/>
                </a:lnTo>
                <a:lnTo>
                  <a:pt x="2167722" y="107937"/>
                </a:lnTo>
                <a:lnTo>
                  <a:pt x="2167111" y="107516"/>
                </a:lnTo>
                <a:lnTo>
                  <a:pt x="2166511" y="107071"/>
                </a:lnTo>
                <a:lnTo>
                  <a:pt x="2165922" y="106601"/>
                </a:lnTo>
                <a:lnTo>
                  <a:pt x="2165346" y="106108"/>
                </a:lnTo>
                <a:lnTo>
                  <a:pt x="2164781" y="105591"/>
                </a:lnTo>
                <a:lnTo>
                  <a:pt x="2164228" y="105049"/>
                </a:lnTo>
                <a:lnTo>
                  <a:pt x="2163687" y="104483"/>
                </a:lnTo>
                <a:lnTo>
                  <a:pt x="2163163" y="103895"/>
                </a:lnTo>
                <a:lnTo>
                  <a:pt x="2162661" y="103284"/>
                </a:lnTo>
                <a:lnTo>
                  <a:pt x="2162181" y="102650"/>
                </a:lnTo>
                <a:lnTo>
                  <a:pt x="2161724" y="101994"/>
                </a:lnTo>
                <a:lnTo>
                  <a:pt x="2161289" y="101316"/>
                </a:lnTo>
                <a:lnTo>
                  <a:pt x="2160876" y="100616"/>
                </a:lnTo>
                <a:lnTo>
                  <a:pt x="2160486" y="99893"/>
                </a:lnTo>
                <a:lnTo>
                  <a:pt x="2160118" y="99148"/>
                </a:lnTo>
                <a:lnTo>
                  <a:pt x="2159772" y="98381"/>
                </a:lnTo>
                <a:lnTo>
                  <a:pt x="2159449" y="97592"/>
                </a:lnTo>
                <a:lnTo>
                  <a:pt x="2159147" y="96780"/>
                </a:lnTo>
                <a:lnTo>
                  <a:pt x="2158869" y="95945"/>
                </a:lnTo>
                <a:lnTo>
                  <a:pt x="2158612" y="95089"/>
                </a:lnTo>
                <a:lnTo>
                  <a:pt x="2158378" y="94210"/>
                </a:lnTo>
                <a:lnTo>
                  <a:pt x="2158166" y="93309"/>
                </a:lnTo>
                <a:lnTo>
                  <a:pt x="2157976" y="92386"/>
                </a:lnTo>
                <a:lnTo>
                  <a:pt x="2157809" y="91440"/>
                </a:lnTo>
                <a:lnTo>
                  <a:pt x="2157664" y="90472"/>
                </a:lnTo>
                <a:lnTo>
                  <a:pt x="2157541" y="89482"/>
                </a:lnTo>
                <a:lnTo>
                  <a:pt x="2157441" y="88469"/>
                </a:lnTo>
                <a:lnTo>
                  <a:pt x="2157363" y="87434"/>
                </a:lnTo>
                <a:lnTo>
                  <a:pt x="2157307" y="86377"/>
                </a:lnTo>
                <a:lnTo>
                  <a:pt x="2157274" y="85297"/>
                </a:lnTo>
                <a:lnTo>
                  <a:pt x="2157262" y="84195"/>
                </a:lnTo>
                <a:lnTo>
                  <a:pt x="2157262" y="81321"/>
                </a:lnTo>
                <a:lnTo>
                  <a:pt x="2217958" y="81321"/>
                </a:lnTo>
                <a:lnTo>
                  <a:pt x="2217958" y="69825"/>
                </a:lnTo>
                <a:lnTo>
                  <a:pt x="2217949" y="68955"/>
                </a:lnTo>
                <a:lnTo>
                  <a:pt x="2217925" y="68094"/>
                </a:lnTo>
                <a:lnTo>
                  <a:pt x="2217884" y="67241"/>
                </a:lnTo>
                <a:lnTo>
                  <a:pt x="2217826" y="66396"/>
                </a:lnTo>
                <a:lnTo>
                  <a:pt x="2217752" y="65560"/>
                </a:lnTo>
                <a:lnTo>
                  <a:pt x="2217662" y="64731"/>
                </a:lnTo>
                <a:lnTo>
                  <a:pt x="2217555" y="63911"/>
                </a:lnTo>
                <a:lnTo>
                  <a:pt x="2217432" y="63099"/>
                </a:lnTo>
                <a:lnTo>
                  <a:pt x="2217292" y="62296"/>
                </a:lnTo>
                <a:lnTo>
                  <a:pt x="2217136" y="61500"/>
                </a:lnTo>
                <a:lnTo>
                  <a:pt x="2216963" y="60713"/>
                </a:lnTo>
                <a:lnTo>
                  <a:pt x="2216774" y="59934"/>
                </a:lnTo>
                <a:lnTo>
                  <a:pt x="2216569" y="59163"/>
                </a:lnTo>
                <a:lnTo>
                  <a:pt x="2216347" y="58401"/>
                </a:lnTo>
                <a:lnTo>
                  <a:pt x="2216108" y="57646"/>
                </a:lnTo>
                <a:lnTo>
                  <a:pt x="2215854" y="56900"/>
                </a:lnTo>
                <a:lnTo>
                  <a:pt x="2215582" y="56162"/>
                </a:lnTo>
                <a:lnTo>
                  <a:pt x="2215295" y="55433"/>
                </a:lnTo>
                <a:lnTo>
                  <a:pt x="2214991" y="54711"/>
                </a:lnTo>
                <a:lnTo>
                  <a:pt x="2214670" y="53998"/>
                </a:lnTo>
                <a:lnTo>
                  <a:pt x="2214333" y="53293"/>
                </a:lnTo>
                <a:lnTo>
                  <a:pt x="2213980" y="52596"/>
                </a:lnTo>
                <a:lnTo>
                  <a:pt x="2213610" y="51908"/>
                </a:lnTo>
                <a:lnTo>
                  <a:pt x="2213224" y="51227"/>
                </a:lnTo>
                <a:lnTo>
                  <a:pt x="2212836" y="50557"/>
                </a:lnTo>
                <a:lnTo>
                  <a:pt x="2212436" y="49898"/>
                </a:lnTo>
                <a:lnTo>
                  <a:pt x="2212022" y="49251"/>
                </a:lnTo>
                <a:lnTo>
                  <a:pt x="2211594" y="48616"/>
                </a:lnTo>
                <a:lnTo>
                  <a:pt x="2211153" y="47993"/>
                </a:lnTo>
                <a:lnTo>
                  <a:pt x="2210698" y="47381"/>
                </a:lnTo>
                <a:lnTo>
                  <a:pt x="2210230" y="46781"/>
                </a:lnTo>
                <a:lnTo>
                  <a:pt x="2209748" y="46193"/>
                </a:lnTo>
                <a:lnTo>
                  <a:pt x="2209253" y="45616"/>
                </a:lnTo>
                <a:lnTo>
                  <a:pt x="2208744" y="45052"/>
                </a:lnTo>
                <a:lnTo>
                  <a:pt x="2208222" y="44499"/>
                </a:lnTo>
                <a:lnTo>
                  <a:pt x="2207687" y="43957"/>
                </a:lnTo>
                <a:lnTo>
                  <a:pt x="2207137" y="43428"/>
                </a:lnTo>
                <a:lnTo>
                  <a:pt x="2206575" y="42910"/>
                </a:lnTo>
                <a:lnTo>
                  <a:pt x="2205999" y="42404"/>
                </a:lnTo>
                <a:lnTo>
                  <a:pt x="2205409" y="41910"/>
                </a:lnTo>
                <a:lnTo>
                  <a:pt x="2204806" y="41427"/>
                </a:lnTo>
                <a:lnTo>
                  <a:pt x="2204189" y="40956"/>
                </a:lnTo>
                <a:lnTo>
                  <a:pt x="2203559" y="40497"/>
                </a:lnTo>
                <a:lnTo>
                  <a:pt x="2202915" y="40050"/>
                </a:lnTo>
                <a:lnTo>
                  <a:pt x="2202258" y="39614"/>
                </a:lnTo>
                <a:lnTo>
                  <a:pt x="2201587" y="39191"/>
                </a:lnTo>
                <a:lnTo>
                  <a:pt x="2200903" y="38778"/>
                </a:lnTo>
                <a:lnTo>
                  <a:pt x="2200205" y="38378"/>
                </a:lnTo>
                <a:lnTo>
                  <a:pt x="2199509" y="37992"/>
                </a:lnTo>
                <a:lnTo>
                  <a:pt x="2198801" y="37622"/>
                </a:lnTo>
                <a:lnTo>
                  <a:pt x="2198082" y="37269"/>
                </a:lnTo>
                <a:lnTo>
                  <a:pt x="2197350" y="36932"/>
                </a:lnTo>
                <a:lnTo>
                  <a:pt x="2196607" y="36611"/>
                </a:lnTo>
                <a:lnTo>
                  <a:pt x="2195852" y="36307"/>
                </a:lnTo>
                <a:lnTo>
                  <a:pt x="2195085" y="36019"/>
                </a:lnTo>
                <a:lnTo>
                  <a:pt x="2194307" y="35748"/>
                </a:lnTo>
                <a:lnTo>
                  <a:pt x="2193517" y="35493"/>
                </a:lnTo>
                <a:lnTo>
                  <a:pt x="2192715" y="35255"/>
                </a:lnTo>
                <a:lnTo>
                  <a:pt x="2191901" y="35033"/>
                </a:lnTo>
                <a:lnTo>
                  <a:pt x="2191076" y="34828"/>
                </a:lnTo>
                <a:lnTo>
                  <a:pt x="2190239" y="34639"/>
                </a:lnTo>
                <a:lnTo>
                  <a:pt x="2189390" y="34466"/>
                </a:lnTo>
                <a:lnTo>
                  <a:pt x="2188529" y="34310"/>
                </a:lnTo>
                <a:lnTo>
                  <a:pt x="2187657" y="34170"/>
                </a:lnTo>
                <a:lnTo>
                  <a:pt x="2186773" y="34047"/>
                </a:lnTo>
                <a:lnTo>
                  <a:pt x="2185877" y="33940"/>
                </a:lnTo>
                <a:lnTo>
                  <a:pt x="2184969" y="33850"/>
                </a:lnTo>
                <a:lnTo>
                  <a:pt x="2184050" y="33776"/>
                </a:lnTo>
                <a:lnTo>
                  <a:pt x="2183119" y="33718"/>
                </a:lnTo>
                <a:lnTo>
                  <a:pt x="2182176" y="33677"/>
                </a:lnTo>
                <a:lnTo>
                  <a:pt x="2181222" y="33653"/>
                </a:lnTo>
                <a:lnTo>
                  <a:pt x="2180256" y="33644"/>
                </a:lnTo>
                <a:lnTo>
                  <a:pt x="2179219" y="33654"/>
                </a:lnTo>
                <a:lnTo>
                  <a:pt x="2178194" y="33682"/>
                </a:lnTo>
                <a:lnTo>
                  <a:pt x="2177181" y="33729"/>
                </a:lnTo>
                <a:lnTo>
                  <a:pt x="2176179" y="33795"/>
                </a:lnTo>
                <a:lnTo>
                  <a:pt x="2175189" y="33879"/>
                </a:lnTo>
                <a:lnTo>
                  <a:pt x="2174211" y="33982"/>
                </a:lnTo>
                <a:lnTo>
                  <a:pt x="2173245" y="34105"/>
                </a:lnTo>
                <a:lnTo>
                  <a:pt x="2172291" y="34245"/>
                </a:lnTo>
                <a:lnTo>
                  <a:pt x="2171348" y="34405"/>
                </a:lnTo>
                <a:lnTo>
                  <a:pt x="2170417" y="34584"/>
                </a:lnTo>
                <a:lnTo>
                  <a:pt x="2169497" y="34781"/>
                </a:lnTo>
                <a:lnTo>
                  <a:pt x="2168590" y="34997"/>
                </a:lnTo>
                <a:lnTo>
                  <a:pt x="2167694" y="35232"/>
                </a:lnTo>
                <a:lnTo>
                  <a:pt x="2166810" y="35485"/>
                </a:lnTo>
                <a:lnTo>
                  <a:pt x="2165938" y="35758"/>
                </a:lnTo>
                <a:lnTo>
                  <a:pt x="2165077" y="36049"/>
                </a:lnTo>
                <a:lnTo>
                  <a:pt x="2164228" y="36359"/>
                </a:lnTo>
                <a:lnTo>
                  <a:pt x="2163391" y="36687"/>
                </a:lnTo>
                <a:lnTo>
                  <a:pt x="2162566" y="37035"/>
                </a:lnTo>
                <a:lnTo>
                  <a:pt x="2161752" y="37401"/>
                </a:lnTo>
                <a:lnTo>
                  <a:pt x="2160950" y="37786"/>
                </a:lnTo>
                <a:lnTo>
                  <a:pt x="2160160" y="38190"/>
                </a:lnTo>
                <a:lnTo>
                  <a:pt x="2159382" y="38613"/>
                </a:lnTo>
                <a:lnTo>
                  <a:pt x="2158615" y="39054"/>
                </a:lnTo>
                <a:lnTo>
                  <a:pt x="2157861" y="39499"/>
                </a:lnTo>
                <a:lnTo>
                  <a:pt x="2157123" y="39958"/>
                </a:lnTo>
                <a:lnTo>
                  <a:pt x="2156399" y="40433"/>
                </a:lnTo>
                <a:lnTo>
                  <a:pt x="2155689" y="40923"/>
                </a:lnTo>
                <a:lnTo>
                  <a:pt x="2154994" y="41429"/>
                </a:lnTo>
                <a:lnTo>
                  <a:pt x="2154314" y="41950"/>
                </a:lnTo>
                <a:lnTo>
                  <a:pt x="2153649" y="42486"/>
                </a:lnTo>
                <a:lnTo>
                  <a:pt x="2152998" y="43037"/>
                </a:lnTo>
                <a:lnTo>
                  <a:pt x="2152362" y="43603"/>
                </a:lnTo>
                <a:lnTo>
                  <a:pt x="2151741" y="44185"/>
                </a:lnTo>
                <a:lnTo>
                  <a:pt x="2151134" y="44782"/>
                </a:lnTo>
                <a:lnTo>
                  <a:pt x="2150542" y="45394"/>
                </a:lnTo>
                <a:lnTo>
                  <a:pt x="2149965" y="46022"/>
                </a:lnTo>
                <a:lnTo>
                  <a:pt x="2149402" y="46665"/>
                </a:lnTo>
                <a:lnTo>
                  <a:pt x="2148854" y="47323"/>
                </a:lnTo>
                <a:lnTo>
                  <a:pt x="2148321" y="47996"/>
                </a:lnTo>
                <a:lnTo>
                  <a:pt x="2147802" y="48685"/>
                </a:lnTo>
                <a:lnTo>
                  <a:pt x="2147298" y="49389"/>
                </a:lnTo>
                <a:lnTo>
                  <a:pt x="2146809" y="50108"/>
                </a:lnTo>
                <a:lnTo>
                  <a:pt x="2146334" y="50842"/>
                </a:lnTo>
                <a:lnTo>
                  <a:pt x="2145874" y="51592"/>
                </a:lnTo>
                <a:lnTo>
                  <a:pt x="2145429" y="52357"/>
                </a:lnTo>
                <a:lnTo>
                  <a:pt x="2144998" y="53137"/>
                </a:lnTo>
                <a:lnTo>
                  <a:pt x="2144582" y="53932"/>
                </a:lnTo>
                <a:lnTo>
                  <a:pt x="2144182" y="54741"/>
                </a:lnTo>
                <a:lnTo>
                  <a:pt x="2143799" y="55563"/>
                </a:lnTo>
                <a:lnTo>
                  <a:pt x="2143433" y="56397"/>
                </a:lnTo>
                <a:lnTo>
                  <a:pt x="2143084" y="57243"/>
                </a:lnTo>
                <a:lnTo>
                  <a:pt x="2142752" y="58102"/>
                </a:lnTo>
                <a:lnTo>
                  <a:pt x="2142437" y="58973"/>
                </a:lnTo>
                <a:lnTo>
                  <a:pt x="2142139" y="59856"/>
                </a:lnTo>
                <a:lnTo>
                  <a:pt x="2141859" y="60751"/>
                </a:lnTo>
                <a:lnTo>
                  <a:pt x="2141595" y="61659"/>
                </a:lnTo>
                <a:lnTo>
                  <a:pt x="2141348" y="62579"/>
                </a:lnTo>
                <a:lnTo>
                  <a:pt x="2141118" y="63512"/>
                </a:lnTo>
                <a:lnTo>
                  <a:pt x="2140905" y="64457"/>
                </a:lnTo>
                <a:lnTo>
                  <a:pt x="2140709" y="65414"/>
                </a:lnTo>
                <a:lnTo>
                  <a:pt x="2140531" y="66383"/>
                </a:lnTo>
                <a:lnTo>
                  <a:pt x="2140369" y="67365"/>
                </a:lnTo>
                <a:lnTo>
                  <a:pt x="2140224" y="68359"/>
                </a:lnTo>
                <a:lnTo>
                  <a:pt x="2140097" y="69366"/>
                </a:lnTo>
                <a:lnTo>
                  <a:pt x="2139986" y="70385"/>
                </a:lnTo>
                <a:lnTo>
                  <a:pt x="2139892" y="71416"/>
                </a:lnTo>
                <a:lnTo>
                  <a:pt x="2139816" y="72459"/>
                </a:lnTo>
                <a:lnTo>
                  <a:pt x="2139756" y="73515"/>
                </a:lnTo>
                <a:lnTo>
                  <a:pt x="2139713" y="74583"/>
                </a:lnTo>
                <a:lnTo>
                  <a:pt x="2139688" y="75664"/>
                </a:lnTo>
                <a:lnTo>
                  <a:pt x="2139679" y="76756"/>
                </a:lnTo>
                <a:lnTo>
                  <a:pt x="2139679" y="80307"/>
                </a:lnTo>
                <a:lnTo>
                  <a:pt x="2139687" y="81359"/>
                </a:lnTo>
                <a:lnTo>
                  <a:pt x="2139709" y="82400"/>
                </a:lnTo>
                <a:lnTo>
                  <a:pt x="2139745" y="83432"/>
                </a:lnTo>
                <a:lnTo>
                  <a:pt x="2139797" y="84454"/>
                </a:lnTo>
                <a:lnTo>
                  <a:pt x="2139863" y="85465"/>
                </a:lnTo>
                <a:lnTo>
                  <a:pt x="2139944" y="86467"/>
                </a:lnTo>
                <a:lnTo>
                  <a:pt x="2140039" y="87459"/>
                </a:lnTo>
                <a:lnTo>
                  <a:pt x="2140149" y="88441"/>
                </a:lnTo>
                <a:lnTo>
                  <a:pt x="2140274" y="89413"/>
                </a:lnTo>
                <a:lnTo>
                  <a:pt x="2140413" y="90374"/>
                </a:lnTo>
                <a:lnTo>
                  <a:pt x="2140567" y="91326"/>
                </a:lnTo>
                <a:lnTo>
                  <a:pt x="2140736" y="92268"/>
                </a:lnTo>
                <a:lnTo>
                  <a:pt x="2140920" y="93200"/>
                </a:lnTo>
                <a:lnTo>
                  <a:pt x="2141118" y="94122"/>
                </a:lnTo>
                <a:lnTo>
                  <a:pt x="2141330" y="95034"/>
                </a:lnTo>
                <a:lnTo>
                  <a:pt x="2141558" y="95936"/>
                </a:lnTo>
                <a:lnTo>
                  <a:pt x="2141800" y="96828"/>
                </a:lnTo>
                <a:lnTo>
                  <a:pt x="2142057" y="97710"/>
                </a:lnTo>
                <a:lnTo>
                  <a:pt x="2142328" y="98582"/>
                </a:lnTo>
                <a:lnTo>
                  <a:pt x="2142615" y="99444"/>
                </a:lnTo>
                <a:lnTo>
                  <a:pt x="2142915" y="100296"/>
                </a:lnTo>
                <a:lnTo>
                  <a:pt x="2143231" y="101139"/>
                </a:lnTo>
                <a:lnTo>
                  <a:pt x="2143561" y="101971"/>
                </a:lnTo>
                <a:lnTo>
                  <a:pt x="2143906" y="102793"/>
                </a:lnTo>
                <a:lnTo>
                  <a:pt x="2144280" y="103602"/>
                </a:lnTo>
                <a:lnTo>
                  <a:pt x="2144669" y="104397"/>
                </a:lnTo>
                <a:lnTo>
                  <a:pt x="2145074" y="105176"/>
                </a:lnTo>
                <a:lnTo>
                  <a:pt x="2145493" y="105939"/>
                </a:lnTo>
                <a:lnTo>
                  <a:pt x="2145928" y="106688"/>
                </a:lnTo>
                <a:lnTo>
                  <a:pt x="2146379" y="107421"/>
                </a:lnTo>
                <a:lnTo>
                  <a:pt x="2146844" y="108139"/>
                </a:lnTo>
                <a:lnTo>
                  <a:pt x="2147325" y="108842"/>
                </a:lnTo>
                <a:lnTo>
                  <a:pt x="2147821" y="109529"/>
                </a:lnTo>
                <a:lnTo>
                  <a:pt x="2148332" y="110201"/>
                </a:lnTo>
                <a:lnTo>
                  <a:pt x="2148859" y="110858"/>
                </a:lnTo>
                <a:lnTo>
                  <a:pt x="2149401" y="111500"/>
                </a:lnTo>
                <a:lnTo>
                  <a:pt x="2149958" y="112126"/>
                </a:lnTo>
                <a:lnTo>
                  <a:pt x="2150530" y="112737"/>
                </a:lnTo>
                <a:lnTo>
                  <a:pt x="2151118" y="113333"/>
                </a:lnTo>
                <a:lnTo>
                  <a:pt x="2151721" y="113914"/>
                </a:lnTo>
                <a:lnTo>
                  <a:pt x="2152339" y="114479"/>
                </a:lnTo>
                <a:lnTo>
                  <a:pt x="2152972" y="115029"/>
                </a:lnTo>
                <a:lnTo>
                  <a:pt x="2153621" y="115564"/>
                </a:lnTo>
                <a:lnTo>
                  <a:pt x="2154285" y="116083"/>
                </a:lnTo>
                <a:lnTo>
                  <a:pt x="2154964" y="116588"/>
                </a:lnTo>
                <a:lnTo>
                  <a:pt x="2155659" y="117077"/>
                </a:lnTo>
                <a:lnTo>
                  <a:pt x="2156368" y="117550"/>
                </a:lnTo>
                <a:lnTo>
                  <a:pt x="2157093" y="118009"/>
                </a:lnTo>
                <a:lnTo>
                  <a:pt x="2157848" y="118450"/>
                </a:lnTo>
                <a:lnTo>
                  <a:pt x="2158618" y="118873"/>
                </a:lnTo>
                <a:lnTo>
                  <a:pt x="2159405" y="119277"/>
                </a:lnTo>
                <a:lnTo>
                  <a:pt x="2160207" y="119662"/>
                </a:lnTo>
                <a:lnTo>
                  <a:pt x="2161025" y="120028"/>
                </a:lnTo>
                <a:lnTo>
                  <a:pt x="2161859" y="120376"/>
                </a:lnTo>
                <a:lnTo>
                  <a:pt x="2162709" y="120704"/>
                </a:lnTo>
                <a:lnTo>
                  <a:pt x="2163574" y="121014"/>
                </a:lnTo>
                <a:lnTo>
                  <a:pt x="2164456" y="121306"/>
                </a:lnTo>
                <a:lnTo>
                  <a:pt x="2165353" y="121578"/>
                </a:lnTo>
                <a:lnTo>
                  <a:pt x="2166266" y="121832"/>
                </a:lnTo>
                <a:lnTo>
                  <a:pt x="2167195" y="122066"/>
                </a:lnTo>
                <a:lnTo>
                  <a:pt x="2168140" y="122282"/>
                </a:lnTo>
                <a:lnTo>
                  <a:pt x="2169101" y="122480"/>
                </a:lnTo>
                <a:lnTo>
                  <a:pt x="2170077" y="122658"/>
                </a:lnTo>
                <a:lnTo>
                  <a:pt x="2171070" y="122818"/>
                </a:lnTo>
                <a:lnTo>
                  <a:pt x="2172078" y="122959"/>
                </a:lnTo>
                <a:lnTo>
                  <a:pt x="2173102" y="123081"/>
                </a:lnTo>
                <a:lnTo>
                  <a:pt x="2174142" y="123184"/>
                </a:lnTo>
                <a:lnTo>
                  <a:pt x="2175198" y="123269"/>
                </a:lnTo>
                <a:lnTo>
                  <a:pt x="2176269" y="123334"/>
                </a:lnTo>
                <a:lnTo>
                  <a:pt x="2177357" y="123381"/>
                </a:lnTo>
                <a:lnTo>
                  <a:pt x="2178460" y="123410"/>
                </a:lnTo>
                <a:lnTo>
                  <a:pt x="2179579" y="123419"/>
                </a:lnTo>
                <a:lnTo>
                  <a:pt x="2180546" y="123412"/>
                </a:lnTo>
                <a:lnTo>
                  <a:pt x="2181501" y="123391"/>
                </a:lnTo>
                <a:lnTo>
                  <a:pt x="2182446" y="123356"/>
                </a:lnTo>
                <a:lnTo>
                  <a:pt x="2183379" y="123306"/>
                </a:lnTo>
                <a:lnTo>
                  <a:pt x="2184301" y="123243"/>
                </a:lnTo>
                <a:lnTo>
                  <a:pt x="2185211" y="123165"/>
                </a:lnTo>
                <a:lnTo>
                  <a:pt x="2186111" y="123074"/>
                </a:lnTo>
                <a:lnTo>
                  <a:pt x="2187000" y="122968"/>
                </a:lnTo>
                <a:lnTo>
                  <a:pt x="2187877" y="122848"/>
                </a:lnTo>
                <a:close/>
                <a:moveTo>
                  <a:pt x="2157713" y="65692"/>
                </a:moveTo>
                <a:lnTo>
                  <a:pt x="2157788" y="65223"/>
                </a:lnTo>
                <a:lnTo>
                  <a:pt x="2157872" y="64755"/>
                </a:lnTo>
                <a:lnTo>
                  <a:pt x="2157964" y="64288"/>
                </a:lnTo>
                <a:lnTo>
                  <a:pt x="2158065" y="63823"/>
                </a:lnTo>
                <a:lnTo>
                  <a:pt x="2158176" y="63358"/>
                </a:lnTo>
                <a:lnTo>
                  <a:pt x="2158294" y="62895"/>
                </a:lnTo>
                <a:lnTo>
                  <a:pt x="2158422" y="62433"/>
                </a:lnTo>
                <a:lnTo>
                  <a:pt x="2158559" y="61972"/>
                </a:lnTo>
                <a:lnTo>
                  <a:pt x="2158704" y="61513"/>
                </a:lnTo>
                <a:lnTo>
                  <a:pt x="2158858" y="61054"/>
                </a:lnTo>
                <a:lnTo>
                  <a:pt x="2159021" y="60597"/>
                </a:lnTo>
                <a:lnTo>
                  <a:pt x="2159193" y="60141"/>
                </a:lnTo>
                <a:lnTo>
                  <a:pt x="2159373" y="59686"/>
                </a:lnTo>
                <a:lnTo>
                  <a:pt x="2159562" y="59232"/>
                </a:lnTo>
                <a:lnTo>
                  <a:pt x="2159761" y="58780"/>
                </a:lnTo>
                <a:lnTo>
                  <a:pt x="2159967" y="58328"/>
                </a:lnTo>
                <a:lnTo>
                  <a:pt x="2160197" y="57867"/>
                </a:lnTo>
                <a:lnTo>
                  <a:pt x="2160434" y="57412"/>
                </a:lnTo>
                <a:lnTo>
                  <a:pt x="2160678" y="56965"/>
                </a:lnTo>
                <a:lnTo>
                  <a:pt x="2160930" y="56525"/>
                </a:lnTo>
                <a:lnTo>
                  <a:pt x="2161190" y="56092"/>
                </a:lnTo>
                <a:lnTo>
                  <a:pt x="2161457" y="55665"/>
                </a:lnTo>
                <a:lnTo>
                  <a:pt x="2161732" y="55246"/>
                </a:lnTo>
                <a:lnTo>
                  <a:pt x="2162015" y="54834"/>
                </a:lnTo>
                <a:lnTo>
                  <a:pt x="2162305" y="54429"/>
                </a:lnTo>
                <a:lnTo>
                  <a:pt x="2162603" y="54031"/>
                </a:lnTo>
                <a:lnTo>
                  <a:pt x="2162909" y="53640"/>
                </a:lnTo>
                <a:lnTo>
                  <a:pt x="2163222" y="53256"/>
                </a:lnTo>
                <a:lnTo>
                  <a:pt x="2163543" y="52879"/>
                </a:lnTo>
                <a:lnTo>
                  <a:pt x="2163871" y="52509"/>
                </a:lnTo>
                <a:lnTo>
                  <a:pt x="2164207" y="52147"/>
                </a:lnTo>
                <a:lnTo>
                  <a:pt x="2164551" y="51791"/>
                </a:lnTo>
                <a:lnTo>
                  <a:pt x="2164902" y="51442"/>
                </a:lnTo>
                <a:lnTo>
                  <a:pt x="2165261" y="51100"/>
                </a:lnTo>
                <a:lnTo>
                  <a:pt x="2165628" y="50766"/>
                </a:lnTo>
                <a:lnTo>
                  <a:pt x="2166002" y="50438"/>
                </a:lnTo>
                <a:lnTo>
                  <a:pt x="2166384" y="50118"/>
                </a:lnTo>
                <a:lnTo>
                  <a:pt x="2166774" y="49804"/>
                </a:lnTo>
                <a:lnTo>
                  <a:pt x="2167171" y="49498"/>
                </a:lnTo>
                <a:lnTo>
                  <a:pt x="2167576" y="49199"/>
                </a:lnTo>
                <a:lnTo>
                  <a:pt x="2168002" y="48909"/>
                </a:lnTo>
                <a:lnTo>
                  <a:pt x="2168436" y="48631"/>
                </a:lnTo>
                <a:lnTo>
                  <a:pt x="2168878" y="48366"/>
                </a:lnTo>
                <a:lnTo>
                  <a:pt x="2169327" y="48114"/>
                </a:lnTo>
                <a:lnTo>
                  <a:pt x="2169784" y="47873"/>
                </a:lnTo>
                <a:lnTo>
                  <a:pt x="2170249" y="47645"/>
                </a:lnTo>
                <a:lnTo>
                  <a:pt x="2170721" y="47429"/>
                </a:lnTo>
                <a:lnTo>
                  <a:pt x="2171201" y="47226"/>
                </a:lnTo>
                <a:lnTo>
                  <a:pt x="2171689" y="47035"/>
                </a:lnTo>
                <a:lnTo>
                  <a:pt x="2172184" y="46856"/>
                </a:lnTo>
                <a:lnTo>
                  <a:pt x="2172687" y="46690"/>
                </a:lnTo>
                <a:lnTo>
                  <a:pt x="2173197" y="46536"/>
                </a:lnTo>
                <a:lnTo>
                  <a:pt x="2173715" y="46394"/>
                </a:lnTo>
                <a:lnTo>
                  <a:pt x="2174241" y="46265"/>
                </a:lnTo>
                <a:lnTo>
                  <a:pt x="2174774" y="46147"/>
                </a:lnTo>
                <a:lnTo>
                  <a:pt x="2175315" y="46043"/>
                </a:lnTo>
                <a:lnTo>
                  <a:pt x="2175864" y="45950"/>
                </a:lnTo>
                <a:lnTo>
                  <a:pt x="2176420" y="45870"/>
                </a:lnTo>
                <a:lnTo>
                  <a:pt x="2176984" y="45802"/>
                </a:lnTo>
                <a:lnTo>
                  <a:pt x="2177555" y="45747"/>
                </a:lnTo>
                <a:lnTo>
                  <a:pt x="2178134" y="45704"/>
                </a:lnTo>
                <a:lnTo>
                  <a:pt x="2178721" y="45673"/>
                </a:lnTo>
                <a:lnTo>
                  <a:pt x="2179316" y="45654"/>
                </a:lnTo>
                <a:lnTo>
                  <a:pt x="2179918" y="45648"/>
                </a:lnTo>
                <a:lnTo>
                  <a:pt x="2180450" y="45653"/>
                </a:lnTo>
                <a:lnTo>
                  <a:pt x="2180978" y="45668"/>
                </a:lnTo>
                <a:lnTo>
                  <a:pt x="2181500" y="45693"/>
                </a:lnTo>
                <a:lnTo>
                  <a:pt x="2182017" y="45728"/>
                </a:lnTo>
                <a:lnTo>
                  <a:pt x="2182528" y="45773"/>
                </a:lnTo>
                <a:lnTo>
                  <a:pt x="2183035" y="45828"/>
                </a:lnTo>
                <a:lnTo>
                  <a:pt x="2183536" y="45893"/>
                </a:lnTo>
                <a:lnTo>
                  <a:pt x="2184031" y="45968"/>
                </a:lnTo>
                <a:lnTo>
                  <a:pt x="2184522" y="46052"/>
                </a:lnTo>
                <a:lnTo>
                  <a:pt x="2185007" y="46147"/>
                </a:lnTo>
                <a:lnTo>
                  <a:pt x="2185487" y="46252"/>
                </a:lnTo>
                <a:lnTo>
                  <a:pt x="2185962" y="46367"/>
                </a:lnTo>
                <a:lnTo>
                  <a:pt x="2186431" y="46491"/>
                </a:lnTo>
                <a:lnTo>
                  <a:pt x="2186895" y="46626"/>
                </a:lnTo>
                <a:lnTo>
                  <a:pt x="2187354" y="46771"/>
                </a:lnTo>
                <a:lnTo>
                  <a:pt x="2187807" y="46926"/>
                </a:lnTo>
                <a:lnTo>
                  <a:pt x="2188255" y="47090"/>
                </a:lnTo>
                <a:lnTo>
                  <a:pt x="2188698" y="47265"/>
                </a:lnTo>
                <a:lnTo>
                  <a:pt x="2189136" y="47450"/>
                </a:lnTo>
                <a:lnTo>
                  <a:pt x="2189568" y="47644"/>
                </a:lnTo>
                <a:lnTo>
                  <a:pt x="2189995" y="47849"/>
                </a:lnTo>
                <a:lnTo>
                  <a:pt x="2190417" y="48063"/>
                </a:lnTo>
                <a:lnTo>
                  <a:pt x="2190834" y="48288"/>
                </a:lnTo>
                <a:lnTo>
                  <a:pt x="2191245" y="48522"/>
                </a:lnTo>
                <a:lnTo>
                  <a:pt x="2191649" y="48766"/>
                </a:lnTo>
                <a:lnTo>
                  <a:pt x="2192046" y="49017"/>
                </a:lnTo>
                <a:lnTo>
                  <a:pt x="2192434" y="49275"/>
                </a:lnTo>
                <a:lnTo>
                  <a:pt x="2192814" y="49541"/>
                </a:lnTo>
                <a:lnTo>
                  <a:pt x="2193185" y="49815"/>
                </a:lnTo>
                <a:lnTo>
                  <a:pt x="2193549" y="50097"/>
                </a:lnTo>
                <a:lnTo>
                  <a:pt x="2193904" y="50386"/>
                </a:lnTo>
                <a:lnTo>
                  <a:pt x="2194251" y="50683"/>
                </a:lnTo>
                <a:lnTo>
                  <a:pt x="2194589" y="50987"/>
                </a:lnTo>
                <a:lnTo>
                  <a:pt x="2194920" y="51299"/>
                </a:lnTo>
                <a:lnTo>
                  <a:pt x="2195242" y="51619"/>
                </a:lnTo>
                <a:lnTo>
                  <a:pt x="2195556" y="51946"/>
                </a:lnTo>
                <a:lnTo>
                  <a:pt x="2195862" y="52281"/>
                </a:lnTo>
                <a:lnTo>
                  <a:pt x="2196160" y="52623"/>
                </a:lnTo>
                <a:lnTo>
                  <a:pt x="2196449" y="52974"/>
                </a:lnTo>
                <a:lnTo>
                  <a:pt x="2196730" y="53331"/>
                </a:lnTo>
                <a:lnTo>
                  <a:pt x="2197003" y="53697"/>
                </a:lnTo>
                <a:lnTo>
                  <a:pt x="2197268" y="54070"/>
                </a:lnTo>
                <a:lnTo>
                  <a:pt x="2197525" y="54450"/>
                </a:lnTo>
                <a:lnTo>
                  <a:pt x="2197773" y="54839"/>
                </a:lnTo>
                <a:lnTo>
                  <a:pt x="2198013" y="55235"/>
                </a:lnTo>
                <a:lnTo>
                  <a:pt x="2198245" y="55638"/>
                </a:lnTo>
                <a:lnTo>
                  <a:pt x="2198469" y="56050"/>
                </a:lnTo>
                <a:lnTo>
                  <a:pt x="2198684" y="56468"/>
                </a:lnTo>
                <a:lnTo>
                  <a:pt x="2198905" y="56880"/>
                </a:lnTo>
                <a:lnTo>
                  <a:pt x="2199116" y="57296"/>
                </a:lnTo>
                <a:lnTo>
                  <a:pt x="2199318" y="57718"/>
                </a:lnTo>
                <a:lnTo>
                  <a:pt x="2199511" y="58145"/>
                </a:lnTo>
                <a:lnTo>
                  <a:pt x="2199694" y="58577"/>
                </a:lnTo>
                <a:lnTo>
                  <a:pt x="2199867" y="59015"/>
                </a:lnTo>
                <a:lnTo>
                  <a:pt x="2200032" y="59458"/>
                </a:lnTo>
                <a:lnTo>
                  <a:pt x="2200187" y="59906"/>
                </a:lnTo>
                <a:lnTo>
                  <a:pt x="2200332" y="60360"/>
                </a:lnTo>
                <a:lnTo>
                  <a:pt x="2200469" y="60818"/>
                </a:lnTo>
                <a:lnTo>
                  <a:pt x="2200595" y="61282"/>
                </a:lnTo>
                <a:lnTo>
                  <a:pt x="2200713" y="61752"/>
                </a:lnTo>
                <a:lnTo>
                  <a:pt x="2200821" y="62226"/>
                </a:lnTo>
                <a:lnTo>
                  <a:pt x="2200919" y="62706"/>
                </a:lnTo>
                <a:lnTo>
                  <a:pt x="2201009" y="63191"/>
                </a:lnTo>
                <a:lnTo>
                  <a:pt x="2201088" y="63682"/>
                </a:lnTo>
                <a:lnTo>
                  <a:pt x="2201159" y="64178"/>
                </a:lnTo>
                <a:lnTo>
                  <a:pt x="2201220" y="64679"/>
                </a:lnTo>
                <a:lnTo>
                  <a:pt x="2201272" y="65185"/>
                </a:lnTo>
                <a:lnTo>
                  <a:pt x="2201314" y="65697"/>
                </a:lnTo>
                <a:lnTo>
                  <a:pt x="2201347" y="66213"/>
                </a:lnTo>
                <a:lnTo>
                  <a:pt x="2201370" y="66736"/>
                </a:lnTo>
                <a:lnTo>
                  <a:pt x="2201384" y="67263"/>
                </a:lnTo>
                <a:lnTo>
                  <a:pt x="2201389" y="67796"/>
                </a:lnTo>
                <a:lnTo>
                  <a:pt x="2201389" y="70332"/>
                </a:lnTo>
                <a:lnTo>
                  <a:pt x="2157431" y="70332"/>
                </a:lnTo>
                <a:lnTo>
                  <a:pt x="2157431" y="69487"/>
                </a:lnTo>
                <a:lnTo>
                  <a:pt x="2157436" y="69008"/>
                </a:lnTo>
                <a:lnTo>
                  <a:pt x="2157449" y="68531"/>
                </a:lnTo>
                <a:lnTo>
                  <a:pt x="2157471" y="68055"/>
                </a:lnTo>
                <a:lnTo>
                  <a:pt x="2157502" y="67580"/>
                </a:lnTo>
                <a:lnTo>
                  <a:pt x="2157542" y="67106"/>
                </a:lnTo>
                <a:lnTo>
                  <a:pt x="2157590" y="66634"/>
                </a:lnTo>
                <a:lnTo>
                  <a:pt x="2157647" y="66162"/>
                </a:lnTo>
                <a:lnTo>
                  <a:pt x="2157713" y="65692"/>
                </a:lnTo>
                <a:close/>
                <a:moveTo>
                  <a:pt x="2075521" y="123181"/>
                </a:moveTo>
                <a:lnTo>
                  <a:pt x="2076026" y="123126"/>
                </a:lnTo>
                <a:lnTo>
                  <a:pt x="2076526" y="123064"/>
                </a:lnTo>
                <a:lnTo>
                  <a:pt x="2077022" y="122996"/>
                </a:lnTo>
                <a:lnTo>
                  <a:pt x="2077512" y="122923"/>
                </a:lnTo>
                <a:lnTo>
                  <a:pt x="2077998" y="122844"/>
                </a:lnTo>
                <a:lnTo>
                  <a:pt x="2078480" y="122759"/>
                </a:lnTo>
                <a:lnTo>
                  <a:pt x="2078956" y="122668"/>
                </a:lnTo>
                <a:lnTo>
                  <a:pt x="2079428" y="122571"/>
                </a:lnTo>
                <a:lnTo>
                  <a:pt x="2079896" y="122468"/>
                </a:lnTo>
                <a:lnTo>
                  <a:pt x="2080358" y="122359"/>
                </a:lnTo>
                <a:lnTo>
                  <a:pt x="2080816" y="122245"/>
                </a:lnTo>
                <a:lnTo>
                  <a:pt x="2081269" y="122125"/>
                </a:lnTo>
                <a:lnTo>
                  <a:pt x="2081718" y="121998"/>
                </a:lnTo>
                <a:lnTo>
                  <a:pt x="2082162" y="121866"/>
                </a:lnTo>
                <a:lnTo>
                  <a:pt x="2082601" y="121728"/>
                </a:lnTo>
                <a:lnTo>
                  <a:pt x="2083035" y="121599"/>
                </a:lnTo>
                <a:lnTo>
                  <a:pt x="2083465" y="121464"/>
                </a:lnTo>
                <a:lnTo>
                  <a:pt x="2083890" y="121324"/>
                </a:lnTo>
                <a:lnTo>
                  <a:pt x="2084310" y="121179"/>
                </a:lnTo>
                <a:lnTo>
                  <a:pt x="2084726" y="121028"/>
                </a:lnTo>
                <a:lnTo>
                  <a:pt x="2085137" y="120872"/>
                </a:lnTo>
                <a:lnTo>
                  <a:pt x="2085543" y="120711"/>
                </a:lnTo>
                <a:lnTo>
                  <a:pt x="2085945" y="120545"/>
                </a:lnTo>
                <a:lnTo>
                  <a:pt x="2086341" y="120373"/>
                </a:lnTo>
                <a:lnTo>
                  <a:pt x="2086734" y="120196"/>
                </a:lnTo>
                <a:lnTo>
                  <a:pt x="2087121" y="120014"/>
                </a:lnTo>
                <a:lnTo>
                  <a:pt x="2087504" y="119826"/>
                </a:lnTo>
                <a:lnTo>
                  <a:pt x="2087882" y="119633"/>
                </a:lnTo>
                <a:lnTo>
                  <a:pt x="2088255" y="119435"/>
                </a:lnTo>
                <a:lnTo>
                  <a:pt x="2088624" y="119232"/>
                </a:lnTo>
                <a:lnTo>
                  <a:pt x="2088988" y="119023"/>
                </a:lnTo>
                <a:lnTo>
                  <a:pt x="2089347" y="118809"/>
                </a:lnTo>
                <a:lnTo>
                  <a:pt x="2089702" y="118590"/>
                </a:lnTo>
                <a:lnTo>
                  <a:pt x="2090051" y="118365"/>
                </a:lnTo>
                <a:lnTo>
                  <a:pt x="2090397" y="118136"/>
                </a:lnTo>
                <a:lnTo>
                  <a:pt x="2090737" y="117900"/>
                </a:lnTo>
                <a:lnTo>
                  <a:pt x="2091073" y="117660"/>
                </a:lnTo>
                <a:lnTo>
                  <a:pt x="2091404" y="117414"/>
                </a:lnTo>
                <a:lnTo>
                  <a:pt x="2091730" y="117164"/>
                </a:lnTo>
                <a:lnTo>
                  <a:pt x="2092052" y="116894"/>
                </a:lnTo>
                <a:lnTo>
                  <a:pt x="2092369" y="116619"/>
                </a:lnTo>
                <a:lnTo>
                  <a:pt x="2092681" y="116339"/>
                </a:lnTo>
                <a:lnTo>
                  <a:pt x="2092989" y="116055"/>
                </a:lnTo>
                <a:lnTo>
                  <a:pt x="2093292" y="115766"/>
                </a:lnTo>
                <a:lnTo>
                  <a:pt x="2093590" y="115473"/>
                </a:lnTo>
                <a:lnTo>
                  <a:pt x="2093884" y="115175"/>
                </a:lnTo>
                <a:lnTo>
                  <a:pt x="2094173" y="114872"/>
                </a:lnTo>
                <a:lnTo>
                  <a:pt x="2094457" y="114564"/>
                </a:lnTo>
                <a:lnTo>
                  <a:pt x="2094736" y="114252"/>
                </a:lnTo>
                <a:lnTo>
                  <a:pt x="2095011" y="113935"/>
                </a:lnTo>
                <a:lnTo>
                  <a:pt x="2095281" y="113613"/>
                </a:lnTo>
                <a:lnTo>
                  <a:pt x="2095546" y="113287"/>
                </a:lnTo>
                <a:lnTo>
                  <a:pt x="2095807" y="112956"/>
                </a:lnTo>
                <a:lnTo>
                  <a:pt x="2096063" y="112620"/>
                </a:lnTo>
                <a:lnTo>
                  <a:pt x="2096314" y="112279"/>
                </a:lnTo>
                <a:lnTo>
                  <a:pt x="2096561" y="111934"/>
                </a:lnTo>
                <a:lnTo>
                  <a:pt x="2096802" y="111584"/>
                </a:lnTo>
                <a:lnTo>
                  <a:pt x="2097040" y="111230"/>
                </a:lnTo>
                <a:lnTo>
                  <a:pt x="2097272" y="110871"/>
                </a:lnTo>
                <a:lnTo>
                  <a:pt x="2097500" y="110507"/>
                </a:lnTo>
                <a:lnTo>
                  <a:pt x="2097723" y="110138"/>
                </a:lnTo>
                <a:lnTo>
                  <a:pt x="2097941" y="109765"/>
                </a:lnTo>
                <a:lnTo>
                  <a:pt x="2098155" y="109386"/>
                </a:lnTo>
                <a:lnTo>
                  <a:pt x="2098184" y="109723"/>
                </a:lnTo>
                <a:lnTo>
                  <a:pt x="2098216" y="110057"/>
                </a:lnTo>
                <a:lnTo>
                  <a:pt x="2098250" y="110388"/>
                </a:lnTo>
                <a:lnTo>
                  <a:pt x="2098286" y="110715"/>
                </a:lnTo>
                <a:lnTo>
                  <a:pt x="2098325" y="111040"/>
                </a:lnTo>
                <a:lnTo>
                  <a:pt x="2098366" y="111362"/>
                </a:lnTo>
                <a:lnTo>
                  <a:pt x="2098410" y="111681"/>
                </a:lnTo>
                <a:lnTo>
                  <a:pt x="2098456" y="111997"/>
                </a:lnTo>
                <a:lnTo>
                  <a:pt x="2098504" y="112311"/>
                </a:lnTo>
                <a:lnTo>
                  <a:pt x="2098554" y="112621"/>
                </a:lnTo>
                <a:lnTo>
                  <a:pt x="2098607" y="112928"/>
                </a:lnTo>
                <a:lnTo>
                  <a:pt x="2098662" y="113233"/>
                </a:lnTo>
                <a:lnTo>
                  <a:pt x="2098720" y="113534"/>
                </a:lnTo>
                <a:lnTo>
                  <a:pt x="2098780" y="113833"/>
                </a:lnTo>
                <a:lnTo>
                  <a:pt x="2098842" y="114128"/>
                </a:lnTo>
                <a:lnTo>
                  <a:pt x="2098906" y="114421"/>
                </a:lnTo>
                <a:lnTo>
                  <a:pt x="2098973" y="114710"/>
                </a:lnTo>
                <a:lnTo>
                  <a:pt x="2099043" y="114997"/>
                </a:lnTo>
                <a:lnTo>
                  <a:pt x="2099114" y="115281"/>
                </a:lnTo>
                <a:lnTo>
                  <a:pt x="2099188" y="115562"/>
                </a:lnTo>
                <a:lnTo>
                  <a:pt x="2099264" y="115840"/>
                </a:lnTo>
                <a:lnTo>
                  <a:pt x="2099343" y="116115"/>
                </a:lnTo>
                <a:lnTo>
                  <a:pt x="2099424" y="116387"/>
                </a:lnTo>
                <a:lnTo>
                  <a:pt x="2099507" y="116656"/>
                </a:lnTo>
                <a:lnTo>
                  <a:pt x="2099609" y="116921"/>
                </a:lnTo>
                <a:lnTo>
                  <a:pt x="2099718" y="117182"/>
                </a:lnTo>
                <a:lnTo>
                  <a:pt x="2099832" y="117438"/>
                </a:lnTo>
                <a:lnTo>
                  <a:pt x="2099954" y="117689"/>
                </a:lnTo>
                <a:lnTo>
                  <a:pt x="2100081" y="117936"/>
                </a:lnTo>
                <a:lnTo>
                  <a:pt x="2100215" y="118178"/>
                </a:lnTo>
                <a:lnTo>
                  <a:pt x="2100356" y="118415"/>
                </a:lnTo>
                <a:lnTo>
                  <a:pt x="2100503" y="118647"/>
                </a:lnTo>
                <a:lnTo>
                  <a:pt x="2100657" y="118875"/>
                </a:lnTo>
                <a:lnTo>
                  <a:pt x="2100817" y="119098"/>
                </a:lnTo>
                <a:lnTo>
                  <a:pt x="2100983" y="119317"/>
                </a:lnTo>
                <a:lnTo>
                  <a:pt x="2101156" y="119530"/>
                </a:lnTo>
                <a:lnTo>
                  <a:pt x="2101335" y="119739"/>
                </a:lnTo>
                <a:lnTo>
                  <a:pt x="2101521" y="119944"/>
                </a:lnTo>
                <a:lnTo>
                  <a:pt x="2101713" y="120143"/>
                </a:lnTo>
                <a:lnTo>
                  <a:pt x="2101912" y="120338"/>
                </a:lnTo>
                <a:lnTo>
                  <a:pt x="2102117" y="120528"/>
                </a:lnTo>
                <a:lnTo>
                  <a:pt x="2102329" y="120714"/>
                </a:lnTo>
                <a:lnTo>
                  <a:pt x="2102547" y="120895"/>
                </a:lnTo>
                <a:lnTo>
                  <a:pt x="2102771" y="121071"/>
                </a:lnTo>
                <a:lnTo>
                  <a:pt x="2103002" y="121242"/>
                </a:lnTo>
                <a:lnTo>
                  <a:pt x="2103240" y="121409"/>
                </a:lnTo>
                <a:lnTo>
                  <a:pt x="2103484" y="121571"/>
                </a:lnTo>
                <a:lnTo>
                  <a:pt x="2103734" y="121728"/>
                </a:lnTo>
                <a:lnTo>
                  <a:pt x="2104007" y="121866"/>
                </a:lnTo>
                <a:lnTo>
                  <a:pt x="2104290" y="121998"/>
                </a:lnTo>
                <a:lnTo>
                  <a:pt x="2104582" y="122125"/>
                </a:lnTo>
                <a:lnTo>
                  <a:pt x="2104885" y="122245"/>
                </a:lnTo>
                <a:lnTo>
                  <a:pt x="2105197" y="122359"/>
                </a:lnTo>
                <a:lnTo>
                  <a:pt x="2105520" y="122468"/>
                </a:lnTo>
                <a:lnTo>
                  <a:pt x="2105853" y="122571"/>
                </a:lnTo>
                <a:lnTo>
                  <a:pt x="2106195" y="122668"/>
                </a:lnTo>
                <a:lnTo>
                  <a:pt x="2106548" y="122759"/>
                </a:lnTo>
                <a:lnTo>
                  <a:pt x="2106910" y="122844"/>
                </a:lnTo>
                <a:lnTo>
                  <a:pt x="2107283" y="122923"/>
                </a:lnTo>
                <a:lnTo>
                  <a:pt x="2107665" y="122996"/>
                </a:lnTo>
                <a:lnTo>
                  <a:pt x="2108057" y="123064"/>
                </a:lnTo>
                <a:lnTo>
                  <a:pt x="2108460" y="123126"/>
                </a:lnTo>
                <a:lnTo>
                  <a:pt x="2108872" y="123181"/>
                </a:lnTo>
                <a:lnTo>
                  <a:pt x="2109295" y="123231"/>
                </a:lnTo>
                <a:lnTo>
                  <a:pt x="2109727" y="123275"/>
                </a:lnTo>
                <a:lnTo>
                  <a:pt x="2110169" y="123313"/>
                </a:lnTo>
                <a:lnTo>
                  <a:pt x="2110622" y="123346"/>
                </a:lnTo>
                <a:lnTo>
                  <a:pt x="2111084" y="123372"/>
                </a:lnTo>
                <a:lnTo>
                  <a:pt x="2111556" y="123393"/>
                </a:lnTo>
                <a:lnTo>
                  <a:pt x="2112038" y="123407"/>
                </a:lnTo>
                <a:lnTo>
                  <a:pt x="2112531" y="123416"/>
                </a:lnTo>
                <a:lnTo>
                  <a:pt x="2113033" y="123419"/>
                </a:lnTo>
                <a:lnTo>
                  <a:pt x="2113314" y="123418"/>
                </a:lnTo>
                <a:lnTo>
                  <a:pt x="2113595" y="123413"/>
                </a:lnTo>
                <a:lnTo>
                  <a:pt x="2113876" y="123406"/>
                </a:lnTo>
                <a:lnTo>
                  <a:pt x="2114155" y="123396"/>
                </a:lnTo>
                <a:lnTo>
                  <a:pt x="2114434" y="123382"/>
                </a:lnTo>
                <a:lnTo>
                  <a:pt x="2114713" y="123366"/>
                </a:lnTo>
                <a:lnTo>
                  <a:pt x="2114991" y="123347"/>
                </a:lnTo>
                <a:lnTo>
                  <a:pt x="2115268" y="123325"/>
                </a:lnTo>
                <a:lnTo>
                  <a:pt x="2115545" y="123300"/>
                </a:lnTo>
                <a:lnTo>
                  <a:pt x="2115821" y="123272"/>
                </a:lnTo>
                <a:lnTo>
                  <a:pt x="2116097" y="123241"/>
                </a:lnTo>
                <a:lnTo>
                  <a:pt x="2116372" y="123208"/>
                </a:lnTo>
                <a:lnTo>
                  <a:pt x="2116646" y="123171"/>
                </a:lnTo>
                <a:lnTo>
                  <a:pt x="2116920" y="123131"/>
                </a:lnTo>
                <a:lnTo>
                  <a:pt x="2117194" y="123089"/>
                </a:lnTo>
                <a:lnTo>
                  <a:pt x="2117466" y="123043"/>
                </a:lnTo>
                <a:lnTo>
                  <a:pt x="2117738" y="122995"/>
                </a:lnTo>
                <a:lnTo>
                  <a:pt x="2118010" y="122943"/>
                </a:lnTo>
                <a:lnTo>
                  <a:pt x="2118281" y="122889"/>
                </a:lnTo>
                <a:lnTo>
                  <a:pt x="2118551" y="122832"/>
                </a:lnTo>
                <a:lnTo>
                  <a:pt x="2118821" y="122772"/>
                </a:lnTo>
                <a:lnTo>
                  <a:pt x="2119090" y="122709"/>
                </a:lnTo>
                <a:lnTo>
                  <a:pt x="2119358" y="122643"/>
                </a:lnTo>
                <a:lnTo>
                  <a:pt x="2119626" y="122574"/>
                </a:lnTo>
                <a:lnTo>
                  <a:pt x="2119906" y="122502"/>
                </a:lnTo>
                <a:lnTo>
                  <a:pt x="2120182" y="122428"/>
                </a:lnTo>
                <a:lnTo>
                  <a:pt x="2120453" y="122352"/>
                </a:lnTo>
                <a:lnTo>
                  <a:pt x="2120721" y="122273"/>
                </a:lnTo>
                <a:lnTo>
                  <a:pt x="2120984" y="122192"/>
                </a:lnTo>
                <a:lnTo>
                  <a:pt x="2121243" y="122109"/>
                </a:lnTo>
                <a:lnTo>
                  <a:pt x="2121498" y="122023"/>
                </a:lnTo>
                <a:lnTo>
                  <a:pt x="2121749" y="121935"/>
                </a:lnTo>
                <a:lnTo>
                  <a:pt x="2121996" y="121845"/>
                </a:lnTo>
                <a:lnTo>
                  <a:pt x="2122239" y="121752"/>
                </a:lnTo>
                <a:lnTo>
                  <a:pt x="2122477" y="121657"/>
                </a:lnTo>
                <a:lnTo>
                  <a:pt x="2122712" y="121559"/>
                </a:lnTo>
                <a:lnTo>
                  <a:pt x="2122942" y="121459"/>
                </a:lnTo>
                <a:lnTo>
                  <a:pt x="2123169" y="121357"/>
                </a:lnTo>
                <a:lnTo>
                  <a:pt x="2123391" y="121253"/>
                </a:lnTo>
                <a:lnTo>
                  <a:pt x="2123609" y="121146"/>
                </a:lnTo>
                <a:lnTo>
                  <a:pt x="2123823" y="121037"/>
                </a:lnTo>
                <a:lnTo>
                  <a:pt x="2124033" y="120925"/>
                </a:lnTo>
                <a:lnTo>
                  <a:pt x="2124239" y="120811"/>
                </a:lnTo>
                <a:lnTo>
                  <a:pt x="2124440" y="120695"/>
                </a:lnTo>
                <a:lnTo>
                  <a:pt x="2124638" y="120577"/>
                </a:lnTo>
                <a:lnTo>
                  <a:pt x="2124831" y="120456"/>
                </a:lnTo>
                <a:lnTo>
                  <a:pt x="2125020" y="120332"/>
                </a:lnTo>
                <a:lnTo>
                  <a:pt x="2125206" y="120207"/>
                </a:lnTo>
                <a:lnTo>
                  <a:pt x="2125206" y="109217"/>
                </a:lnTo>
                <a:lnTo>
                  <a:pt x="2125051" y="109328"/>
                </a:lnTo>
                <a:lnTo>
                  <a:pt x="2124897" y="109436"/>
                </a:lnTo>
                <a:lnTo>
                  <a:pt x="2124743" y="109540"/>
                </a:lnTo>
                <a:lnTo>
                  <a:pt x="2124590" y="109640"/>
                </a:lnTo>
                <a:lnTo>
                  <a:pt x="2124438" y="109737"/>
                </a:lnTo>
                <a:lnTo>
                  <a:pt x="2124286" y="109830"/>
                </a:lnTo>
                <a:lnTo>
                  <a:pt x="2124135" y="109920"/>
                </a:lnTo>
                <a:lnTo>
                  <a:pt x="2123985" y="110006"/>
                </a:lnTo>
                <a:lnTo>
                  <a:pt x="2123835" y="110089"/>
                </a:lnTo>
                <a:lnTo>
                  <a:pt x="2123685" y="110168"/>
                </a:lnTo>
                <a:lnTo>
                  <a:pt x="2123536" y="110244"/>
                </a:lnTo>
                <a:lnTo>
                  <a:pt x="2123388" y="110316"/>
                </a:lnTo>
                <a:lnTo>
                  <a:pt x="2123241" y="110385"/>
                </a:lnTo>
                <a:lnTo>
                  <a:pt x="2123094" y="110450"/>
                </a:lnTo>
                <a:lnTo>
                  <a:pt x="2122947" y="110512"/>
                </a:lnTo>
                <a:lnTo>
                  <a:pt x="2122801" y="110570"/>
                </a:lnTo>
                <a:lnTo>
                  <a:pt x="2122656" y="110624"/>
                </a:lnTo>
                <a:lnTo>
                  <a:pt x="2122511" y="110675"/>
                </a:lnTo>
                <a:lnTo>
                  <a:pt x="2122367" y="110723"/>
                </a:lnTo>
                <a:lnTo>
                  <a:pt x="2122224" y="110767"/>
                </a:lnTo>
                <a:lnTo>
                  <a:pt x="2122081" y="110808"/>
                </a:lnTo>
                <a:lnTo>
                  <a:pt x="2121938" y="110844"/>
                </a:lnTo>
                <a:lnTo>
                  <a:pt x="2121797" y="110878"/>
                </a:lnTo>
                <a:lnTo>
                  <a:pt x="2121655" y="110908"/>
                </a:lnTo>
                <a:lnTo>
                  <a:pt x="2121515" y="110935"/>
                </a:lnTo>
                <a:lnTo>
                  <a:pt x="2121374" y="110962"/>
                </a:lnTo>
                <a:lnTo>
                  <a:pt x="2121233" y="110987"/>
                </a:lnTo>
                <a:lnTo>
                  <a:pt x="2121092" y="111011"/>
                </a:lnTo>
                <a:lnTo>
                  <a:pt x="2120951" y="111034"/>
                </a:lnTo>
                <a:lnTo>
                  <a:pt x="2120810" y="111056"/>
                </a:lnTo>
                <a:lnTo>
                  <a:pt x="2120669" y="111076"/>
                </a:lnTo>
                <a:lnTo>
                  <a:pt x="2120528" y="111096"/>
                </a:lnTo>
                <a:lnTo>
                  <a:pt x="2120387" y="111114"/>
                </a:lnTo>
                <a:lnTo>
                  <a:pt x="2120246" y="111131"/>
                </a:lnTo>
                <a:lnTo>
                  <a:pt x="2120106" y="111147"/>
                </a:lnTo>
                <a:lnTo>
                  <a:pt x="2119965" y="111161"/>
                </a:lnTo>
                <a:lnTo>
                  <a:pt x="2119824" y="111175"/>
                </a:lnTo>
                <a:lnTo>
                  <a:pt x="2119683" y="111187"/>
                </a:lnTo>
                <a:lnTo>
                  <a:pt x="2119542" y="111198"/>
                </a:lnTo>
                <a:lnTo>
                  <a:pt x="2119401" y="111208"/>
                </a:lnTo>
                <a:lnTo>
                  <a:pt x="2119260" y="111217"/>
                </a:lnTo>
                <a:lnTo>
                  <a:pt x="2119119" y="111225"/>
                </a:lnTo>
                <a:lnTo>
                  <a:pt x="2118978" y="111231"/>
                </a:lnTo>
                <a:lnTo>
                  <a:pt x="2118837" y="111237"/>
                </a:lnTo>
                <a:lnTo>
                  <a:pt x="2118697" y="111241"/>
                </a:lnTo>
                <a:lnTo>
                  <a:pt x="2118556" y="111244"/>
                </a:lnTo>
                <a:lnTo>
                  <a:pt x="2118415" y="111245"/>
                </a:lnTo>
                <a:lnTo>
                  <a:pt x="2118274" y="111246"/>
                </a:lnTo>
                <a:lnTo>
                  <a:pt x="2118079" y="111244"/>
                </a:lnTo>
                <a:lnTo>
                  <a:pt x="2117888" y="111238"/>
                </a:lnTo>
                <a:lnTo>
                  <a:pt x="2117701" y="111228"/>
                </a:lnTo>
                <a:lnTo>
                  <a:pt x="2117518" y="111213"/>
                </a:lnTo>
                <a:lnTo>
                  <a:pt x="2117339" y="111195"/>
                </a:lnTo>
                <a:lnTo>
                  <a:pt x="2117164" y="111172"/>
                </a:lnTo>
                <a:lnTo>
                  <a:pt x="2116994" y="111145"/>
                </a:lnTo>
                <a:lnTo>
                  <a:pt x="2116827" y="111114"/>
                </a:lnTo>
                <a:lnTo>
                  <a:pt x="2116665" y="111080"/>
                </a:lnTo>
                <a:lnTo>
                  <a:pt x="2116507" y="111041"/>
                </a:lnTo>
                <a:lnTo>
                  <a:pt x="2116353" y="110997"/>
                </a:lnTo>
                <a:lnTo>
                  <a:pt x="2116203" y="110950"/>
                </a:lnTo>
                <a:lnTo>
                  <a:pt x="2116057" y="110899"/>
                </a:lnTo>
                <a:lnTo>
                  <a:pt x="2115915" y="110843"/>
                </a:lnTo>
                <a:lnTo>
                  <a:pt x="2115778" y="110784"/>
                </a:lnTo>
                <a:lnTo>
                  <a:pt x="2115644" y="110720"/>
                </a:lnTo>
                <a:lnTo>
                  <a:pt x="2115515" y="110652"/>
                </a:lnTo>
                <a:lnTo>
                  <a:pt x="2115389" y="110580"/>
                </a:lnTo>
                <a:lnTo>
                  <a:pt x="2115268" y="110504"/>
                </a:lnTo>
                <a:lnTo>
                  <a:pt x="2115151" y="110424"/>
                </a:lnTo>
                <a:lnTo>
                  <a:pt x="2115038" y="110340"/>
                </a:lnTo>
                <a:lnTo>
                  <a:pt x="2114929" y="110252"/>
                </a:lnTo>
                <a:lnTo>
                  <a:pt x="2114824" y="110159"/>
                </a:lnTo>
                <a:lnTo>
                  <a:pt x="2114724" y="110063"/>
                </a:lnTo>
                <a:lnTo>
                  <a:pt x="2114627" y="109961"/>
                </a:lnTo>
                <a:lnTo>
                  <a:pt x="2114535" y="109855"/>
                </a:lnTo>
                <a:lnTo>
                  <a:pt x="2114446" y="109743"/>
                </a:lnTo>
                <a:lnTo>
                  <a:pt x="2114362" y="109626"/>
                </a:lnTo>
                <a:lnTo>
                  <a:pt x="2114282" y="109503"/>
                </a:lnTo>
                <a:lnTo>
                  <a:pt x="2114206" y="109376"/>
                </a:lnTo>
                <a:lnTo>
                  <a:pt x="2114134" y="109243"/>
                </a:lnTo>
                <a:lnTo>
                  <a:pt x="2114066" y="109105"/>
                </a:lnTo>
                <a:lnTo>
                  <a:pt x="2114002" y="108961"/>
                </a:lnTo>
                <a:lnTo>
                  <a:pt x="2113943" y="108812"/>
                </a:lnTo>
                <a:lnTo>
                  <a:pt x="2113887" y="108658"/>
                </a:lnTo>
                <a:lnTo>
                  <a:pt x="2113836" y="108499"/>
                </a:lnTo>
                <a:lnTo>
                  <a:pt x="2113789" y="108334"/>
                </a:lnTo>
                <a:lnTo>
                  <a:pt x="2113746" y="108164"/>
                </a:lnTo>
                <a:lnTo>
                  <a:pt x="2113706" y="107989"/>
                </a:lnTo>
                <a:lnTo>
                  <a:pt x="2113672" y="107808"/>
                </a:lnTo>
                <a:lnTo>
                  <a:pt x="2113641" y="107623"/>
                </a:lnTo>
                <a:lnTo>
                  <a:pt x="2113614" y="107432"/>
                </a:lnTo>
                <a:lnTo>
                  <a:pt x="2113591" y="107235"/>
                </a:lnTo>
                <a:lnTo>
                  <a:pt x="2113573" y="107034"/>
                </a:lnTo>
                <a:lnTo>
                  <a:pt x="2113559" y="106827"/>
                </a:lnTo>
                <a:lnTo>
                  <a:pt x="2113548" y="106614"/>
                </a:lnTo>
                <a:lnTo>
                  <a:pt x="2113542" y="106397"/>
                </a:lnTo>
                <a:lnTo>
                  <a:pt x="2113540" y="106174"/>
                </a:lnTo>
                <a:lnTo>
                  <a:pt x="2113540" y="35335"/>
                </a:lnTo>
                <a:lnTo>
                  <a:pt x="2096633" y="35335"/>
                </a:lnTo>
                <a:lnTo>
                  <a:pt x="2096633" y="87915"/>
                </a:lnTo>
                <a:lnTo>
                  <a:pt x="2096629" y="88434"/>
                </a:lnTo>
                <a:lnTo>
                  <a:pt x="2096615" y="88949"/>
                </a:lnTo>
                <a:lnTo>
                  <a:pt x="2096591" y="89460"/>
                </a:lnTo>
                <a:lnTo>
                  <a:pt x="2096558" y="89967"/>
                </a:lnTo>
                <a:lnTo>
                  <a:pt x="2096516" y="90470"/>
                </a:lnTo>
                <a:lnTo>
                  <a:pt x="2096464" y="90969"/>
                </a:lnTo>
                <a:lnTo>
                  <a:pt x="2096403" y="91463"/>
                </a:lnTo>
                <a:lnTo>
                  <a:pt x="2096333" y="91954"/>
                </a:lnTo>
                <a:lnTo>
                  <a:pt x="2096253" y="92440"/>
                </a:lnTo>
                <a:lnTo>
                  <a:pt x="2096164" y="92922"/>
                </a:lnTo>
                <a:lnTo>
                  <a:pt x="2096065" y="93401"/>
                </a:lnTo>
                <a:lnTo>
                  <a:pt x="2095957" y="93875"/>
                </a:lnTo>
                <a:lnTo>
                  <a:pt x="2095840" y="94344"/>
                </a:lnTo>
                <a:lnTo>
                  <a:pt x="2095713" y="94810"/>
                </a:lnTo>
                <a:lnTo>
                  <a:pt x="2095577" y="95272"/>
                </a:lnTo>
                <a:lnTo>
                  <a:pt x="2095431" y="95730"/>
                </a:lnTo>
                <a:lnTo>
                  <a:pt x="2095276" y="96183"/>
                </a:lnTo>
                <a:lnTo>
                  <a:pt x="2095112" y="96632"/>
                </a:lnTo>
                <a:lnTo>
                  <a:pt x="2094938" y="97078"/>
                </a:lnTo>
                <a:lnTo>
                  <a:pt x="2094755" y="97519"/>
                </a:lnTo>
                <a:lnTo>
                  <a:pt x="2094562" y="97956"/>
                </a:lnTo>
                <a:lnTo>
                  <a:pt x="2094360" y="98389"/>
                </a:lnTo>
                <a:lnTo>
                  <a:pt x="2094149" y="98818"/>
                </a:lnTo>
                <a:lnTo>
                  <a:pt x="2093928" y="99242"/>
                </a:lnTo>
                <a:lnTo>
                  <a:pt x="2093713" y="99661"/>
                </a:lnTo>
                <a:lnTo>
                  <a:pt x="2093490" y="100074"/>
                </a:lnTo>
                <a:lnTo>
                  <a:pt x="2093260" y="100479"/>
                </a:lnTo>
                <a:lnTo>
                  <a:pt x="2093022" y="100877"/>
                </a:lnTo>
                <a:lnTo>
                  <a:pt x="2092776" y="101268"/>
                </a:lnTo>
                <a:lnTo>
                  <a:pt x="2092523" y="101652"/>
                </a:lnTo>
                <a:lnTo>
                  <a:pt x="2092262" y="102028"/>
                </a:lnTo>
                <a:lnTo>
                  <a:pt x="2091993" y="102398"/>
                </a:lnTo>
                <a:lnTo>
                  <a:pt x="2091717" y="102761"/>
                </a:lnTo>
                <a:lnTo>
                  <a:pt x="2091433" y="103117"/>
                </a:lnTo>
                <a:lnTo>
                  <a:pt x="2091142" y="103465"/>
                </a:lnTo>
                <a:lnTo>
                  <a:pt x="2090843" y="103807"/>
                </a:lnTo>
                <a:lnTo>
                  <a:pt x="2090536" y="104142"/>
                </a:lnTo>
                <a:lnTo>
                  <a:pt x="2090222" y="104469"/>
                </a:lnTo>
                <a:lnTo>
                  <a:pt x="2089900" y="104790"/>
                </a:lnTo>
                <a:lnTo>
                  <a:pt x="2089570" y="105103"/>
                </a:lnTo>
                <a:lnTo>
                  <a:pt x="2089233" y="105410"/>
                </a:lnTo>
                <a:lnTo>
                  <a:pt x="2088888" y="105709"/>
                </a:lnTo>
                <a:lnTo>
                  <a:pt x="2088535" y="106002"/>
                </a:lnTo>
                <a:lnTo>
                  <a:pt x="2088175" y="106287"/>
                </a:lnTo>
                <a:lnTo>
                  <a:pt x="2087808" y="106565"/>
                </a:lnTo>
                <a:lnTo>
                  <a:pt x="2087432" y="106836"/>
                </a:lnTo>
                <a:lnTo>
                  <a:pt x="2087049" y="107100"/>
                </a:lnTo>
                <a:lnTo>
                  <a:pt x="2086658" y="107358"/>
                </a:lnTo>
                <a:lnTo>
                  <a:pt x="2086276" y="107592"/>
                </a:lnTo>
                <a:lnTo>
                  <a:pt x="2085888" y="107817"/>
                </a:lnTo>
                <a:lnTo>
                  <a:pt x="2085496" y="108031"/>
                </a:lnTo>
                <a:lnTo>
                  <a:pt x="2085099" y="108236"/>
                </a:lnTo>
                <a:lnTo>
                  <a:pt x="2084698" y="108430"/>
                </a:lnTo>
                <a:lnTo>
                  <a:pt x="2084291" y="108615"/>
                </a:lnTo>
                <a:lnTo>
                  <a:pt x="2083881" y="108790"/>
                </a:lnTo>
                <a:lnTo>
                  <a:pt x="2083465" y="108954"/>
                </a:lnTo>
                <a:lnTo>
                  <a:pt x="2083045" y="109109"/>
                </a:lnTo>
                <a:lnTo>
                  <a:pt x="2082620" y="109254"/>
                </a:lnTo>
                <a:lnTo>
                  <a:pt x="2082190" y="109389"/>
                </a:lnTo>
                <a:lnTo>
                  <a:pt x="2081755" y="109513"/>
                </a:lnTo>
                <a:lnTo>
                  <a:pt x="2081316" y="109628"/>
                </a:lnTo>
                <a:lnTo>
                  <a:pt x="2080873" y="109733"/>
                </a:lnTo>
                <a:lnTo>
                  <a:pt x="2080424" y="109828"/>
                </a:lnTo>
                <a:lnTo>
                  <a:pt x="2079971" y="109912"/>
                </a:lnTo>
                <a:lnTo>
                  <a:pt x="2079513" y="109987"/>
                </a:lnTo>
                <a:lnTo>
                  <a:pt x="2079050" y="110052"/>
                </a:lnTo>
                <a:lnTo>
                  <a:pt x="2078583" y="110107"/>
                </a:lnTo>
                <a:lnTo>
                  <a:pt x="2078111" y="110152"/>
                </a:lnTo>
                <a:lnTo>
                  <a:pt x="2077634" y="110187"/>
                </a:lnTo>
                <a:lnTo>
                  <a:pt x="2077153" y="110212"/>
                </a:lnTo>
                <a:lnTo>
                  <a:pt x="2076667" y="110227"/>
                </a:lnTo>
                <a:lnTo>
                  <a:pt x="2076176" y="110232"/>
                </a:lnTo>
                <a:lnTo>
                  <a:pt x="2075436" y="110223"/>
                </a:lnTo>
                <a:lnTo>
                  <a:pt x="2074710" y="110195"/>
                </a:lnTo>
                <a:lnTo>
                  <a:pt x="2073997" y="110150"/>
                </a:lnTo>
                <a:lnTo>
                  <a:pt x="2073297" y="110086"/>
                </a:lnTo>
                <a:lnTo>
                  <a:pt x="2072611" y="110004"/>
                </a:lnTo>
                <a:lnTo>
                  <a:pt x="2071939" y="109904"/>
                </a:lnTo>
                <a:lnTo>
                  <a:pt x="2071280" y="109786"/>
                </a:lnTo>
                <a:lnTo>
                  <a:pt x="2070635" y="109649"/>
                </a:lnTo>
                <a:lnTo>
                  <a:pt x="2070003" y="109495"/>
                </a:lnTo>
                <a:lnTo>
                  <a:pt x="2069384" y="109322"/>
                </a:lnTo>
                <a:lnTo>
                  <a:pt x="2068779" y="109131"/>
                </a:lnTo>
                <a:lnTo>
                  <a:pt x="2068188" y="108922"/>
                </a:lnTo>
                <a:lnTo>
                  <a:pt x="2067610" y="108694"/>
                </a:lnTo>
                <a:lnTo>
                  <a:pt x="2067045" y="108448"/>
                </a:lnTo>
                <a:lnTo>
                  <a:pt x="2066494" y="108184"/>
                </a:lnTo>
                <a:lnTo>
                  <a:pt x="2065957" y="107902"/>
                </a:lnTo>
                <a:lnTo>
                  <a:pt x="2065433" y="107602"/>
                </a:lnTo>
                <a:lnTo>
                  <a:pt x="2064923" y="107284"/>
                </a:lnTo>
                <a:lnTo>
                  <a:pt x="2064426" y="106947"/>
                </a:lnTo>
                <a:lnTo>
                  <a:pt x="2063942" y="106592"/>
                </a:lnTo>
                <a:lnTo>
                  <a:pt x="2063472" y="106219"/>
                </a:lnTo>
                <a:lnTo>
                  <a:pt x="2063016" y="105828"/>
                </a:lnTo>
                <a:lnTo>
                  <a:pt x="2062573" y="105419"/>
                </a:lnTo>
                <a:lnTo>
                  <a:pt x="2062144" y="104991"/>
                </a:lnTo>
                <a:lnTo>
                  <a:pt x="2061744" y="104544"/>
                </a:lnTo>
                <a:lnTo>
                  <a:pt x="2061361" y="104079"/>
                </a:lnTo>
                <a:lnTo>
                  <a:pt x="2060995" y="103593"/>
                </a:lnTo>
                <a:lnTo>
                  <a:pt x="2060646" y="103089"/>
                </a:lnTo>
                <a:lnTo>
                  <a:pt x="2060314" y="102565"/>
                </a:lnTo>
                <a:lnTo>
                  <a:pt x="2059999" y="102021"/>
                </a:lnTo>
                <a:lnTo>
                  <a:pt x="2059701" y="101459"/>
                </a:lnTo>
                <a:lnTo>
                  <a:pt x="2059420" y="100877"/>
                </a:lnTo>
                <a:lnTo>
                  <a:pt x="2059156" y="100275"/>
                </a:lnTo>
                <a:lnTo>
                  <a:pt x="2058909" y="99654"/>
                </a:lnTo>
                <a:lnTo>
                  <a:pt x="2058679" y="99014"/>
                </a:lnTo>
                <a:lnTo>
                  <a:pt x="2058466" y="98355"/>
                </a:lnTo>
                <a:lnTo>
                  <a:pt x="2058271" y="97676"/>
                </a:lnTo>
                <a:lnTo>
                  <a:pt x="2058092" y="96978"/>
                </a:lnTo>
                <a:lnTo>
                  <a:pt x="2057930" y="96260"/>
                </a:lnTo>
                <a:lnTo>
                  <a:pt x="2057785" y="95523"/>
                </a:lnTo>
                <a:lnTo>
                  <a:pt x="2057658" y="94766"/>
                </a:lnTo>
                <a:lnTo>
                  <a:pt x="2057547" y="93991"/>
                </a:lnTo>
                <a:lnTo>
                  <a:pt x="2057453" y="93195"/>
                </a:lnTo>
                <a:lnTo>
                  <a:pt x="2057377" y="92381"/>
                </a:lnTo>
                <a:lnTo>
                  <a:pt x="2057317" y="91547"/>
                </a:lnTo>
                <a:lnTo>
                  <a:pt x="2057275" y="90694"/>
                </a:lnTo>
                <a:lnTo>
                  <a:pt x="2057249" y="89821"/>
                </a:lnTo>
                <a:lnTo>
                  <a:pt x="2057241" y="88929"/>
                </a:lnTo>
                <a:lnTo>
                  <a:pt x="2057241" y="35335"/>
                </a:lnTo>
                <a:lnTo>
                  <a:pt x="2040165" y="35335"/>
                </a:lnTo>
                <a:lnTo>
                  <a:pt x="2040165" y="92141"/>
                </a:lnTo>
                <a:lnTo>
                  <a:pt x="2040179" y="93438"/>
                </a:lnTo>
                <a:lnTo>
                  <a:pt x="2040222" y="94707"/>
                </a:lnTo>
                <a:lnTo>
                  <a:pt x="2040294" y="95948"/>
                </a:lnTo>
                <a:lnTo>
                  <a:pt x="2040395" y="97162"/>
                </a:lnTo>
                <a:lnTo>
                  <a:pt x="2040524" y="98348"/>
                </a:lnTo>
                <a:lnTo>
                  <a:pt x="2040683" y="99507"/>
                </a:lnTo>
                <a:lnTo>
                  <a:pt x="2040870" y="100637"/>
                </a:lnTo>
                <a:lnTo>
                  <a:pt x="2041085" y="101741"/>
                </a:lnTo>
                <a:lnTo>
                  <a:pt x="2041330" y="102817"/>
                </a:lnTo>
                <a:lnTo>
                  <a:pt x="2041603" y="103865"/>
                </a:lnTo>
                <a:lnTo>
                  <a:pt x="2041905" y="104885"/>
                </a:lnTo>
                <a:lnTo>
                  <a:pt x="2042236" y="105878"/>
                </a:lnTo>
                <a:lnTo>
                  <a:pt x="2042596" y="106844"/>
                </a:lnTo>
                <a:lnTo>
                  <a:pt x="2042984" y="107781"/>
                </a:lnTo>
                <a:lnTo>
                  <a:pt x="2043401" y="108692"/>
                </a:lnTo>
                <a:lnTo>
                  <a:pt x="2043847" y="109574"/>
                </a:lnTo>
                <a:lnTo>
                  <a:pt x="2044321" y="110429"/>
                </a:lnTo>
                <a:lnTo>
                  <a:pt x="2044825" y="111257"/>
                </a:lnTo>
                <a:lnTo>
                  <a:pt x="2045357" y="112057"/>
                </a:lnTo>
                <a:lnTo>
                  <a:pt x="2045918" y="112829"/>
                </a:lnTo>
                <a:lnTo>
                  <a:pt x="2046508" y="113574"/>
                </a:lnTo>
                <a:lnTo>
                  <a:pt x="2047126" y="114291"/>
                </a:lnTo>
                <a:lnTo>
                  <a:pt x="2047773" y="114980"/>
                </a:lnTo>
                <a:lnTo>
                  <a:pt x="2048449" y="115642"/>
                </a:lnTo>
                <a:lnTo>
                  <a:pt x="2049163" y="116277"/>
                </a:lnTo>
                <a:lnTo>
                  <a:pt x="2049896" y="116884"/>
                </a:lnTo>
                <a:lnTo>
                  <a:pt x="2050647" y="117465"/>
                </a:lnTo>
                <a:lnTo>
                  <a:pt x="2051417" y="118018"/>
                </a:lnTo>
                <a:lnTo>
                  <a:pt x="2052206" y="118545"/>
                </a:lnTo>
                <a:lnTo>
                  <a:pt x="2053014" y="119044"/>
                </a:lnTo>
                <a:lnTo>
                  <a:pt x="2053841" y="119517"/>
                </a:lnTo>
                <a:lnTo>
                  <a:pt x="2054686" y="119963"/>
                </a:lnTo>
                <a:lnTo>
                  <a:pt x="2055550" y="120381"/>
                </a:lnTo>
                <a:lnTo>
                  <a:pt x="2056433" y="120773"/>
                </a:lnTo>
                <a:lnTo>
                  <a:pt x="2057335" y="121137"/>
                </a:lnTo>
                <a:lnTo>
                  <a:pt x="2058255" y="121475"/>
                </a:lnTo>
                <a:lnTo>
                  <a:pt x="2059194" y="121785"/>
                </a:lnTo>
                <a:lnTo>
                  <a:pt x="2060152" y="122069"/>
                </a:lnTo>
                <a:lnTo>
                  <a:pt x="2061129" y="122325"/>
                </a:lnTo>
                <a:lnTo>
                  <a:pt x="2062125" y="122555"/>
                </a:lnTo>
                <a:lnTo>
                  <a:pt x="2063139" y="122757"/>
                </a:lnTo>
                <a:lnTo>
                  <a:pt x="2064172" y="122933"/>
                </a:lnTo>
                <a:lnTo>
                  <a:pt x="2065224" y="123081"/>
                </a:lnTo>
                <a:lnTo>
                  <a:pt x="2066295" y="123203"/>
                </a:lnTo>
                <a:lnTo>
                  <a:pt x="2067385" y="123298"/>
                </a:lnTo>
                <a:lnTo>
                  <a:pt x="2068493" y="123365"/>
                </a:lnTo>
                <a:lnTo>
                  <a:pt x="2069620" y="123406"/>
                </a:lnTo>
                <a:lnTo>
                  <a:pt x="2070766" y="123419"/>
                </a:lnTo>
                <a:lnTo>
                  <a:pt x="2071313" y="123416"/>
                </a:lnTo>
                <a:lnTo>
                  <a:pt x="2071856" y="123407"/>
                </a:lnTo>
                <a:lnTo>
                  <a:pt x="2072393" y="123393"/>
                </a:lnTo>
                <a:lnTo>
                  <a:pt x="2072926" y="123372"/>
                </a:lnTo>
                <a:lnTo>
                  <a:pt x="2073455" y="123346"/>
                </a:lnTo>
                <a:lnTo>
                  <a:pt x="2073978" y="123313"/>
                </a:lnTo>
                <a:lnTo>
                  <a:pt x="2074497" y="123275"/>
                </a:lnTo>
                <a:lnTo>
                  <a:pt x="2075012" y="123231"/>
                </a:lnTo>
                <a:lnTo>
                  <a:pt x="2075521" y="123181"/>
                </a:lnTo>
                <a:close/>
                <a:moveTo>
                  <a:pt x="2565961" y="314158"/>
                </a:moveTo>
                <a:lnTo>
                  <a:pt x="2566018" y="313681"/>
                </a:lnTo>
                <a:lnTo>
                  <a:pt x="2566084" y="313209"/>
                </a:lnTo>
                <a:lnTo>
                  <a:pt x="2566159" y="312742"/>
                </a:lnTo>
                <a:lnTo>
                  <a:pt x="2566243" y="312279"/>
                </a:lnTo>
                <a:lnTo>
                  <a:pt x="2566335" y="311822"/>
                </a:lnTo>
                <a:lnTo>
                  <a:pt x="2566437" y="311368"/>
                </a:lnTo>
                <a:lnTo>
                  <a:pt x="2566547" y="310920"/>
                </a:lnTo>
                <a:lnTo>
                  <a:pt x="2566666" y="310476"/>
                </a:lnTo>
                <a:lnTo>
                  <a:pt x="2566793" y="310037"/>
                </a:lnTo>
                <a:lnTo>
                  <a:pt x="2566930" y="309603"/>
                </a:lnTo>
                <a:lnTo>
                  <a:pt x="2567075" y="309173"/>
                </a:lnTo>
                <a:lnTo>
                  <a:pt x="2567229" y="308748"/>
                </a:lnTo>
                <a:lnTo>
                  <a:pt x="2567392" y="308327"/>
                </a:lnTo>
                <a:lnTo>
                  <a:pt x="2567564" y="307912"/>
                </a:lnTo>
                <a:lnTo>
                  <a:pt x="2567744" y="307501"/>
                </a:lnTo>
                <a:lnTo>
                  <a:pt x="2567934" y="307095"/>
                </a:lnTo>
                <a:lnTo>
                  <a:pt x="2568132" y="306693"/>
                </a:lnTo>
                <a:lnTo>
                  <a:pt x="2568339" y="306296"/>
                </a:lnTo>
                <a:lnTo>
                  <a:pt x="2568568" y="305892"/>
                </a:lnTo>
                <a:lnTo>
                  <a:pt x="2568804" y="305494"/>
                </a:lnTo>
                <a:lnTo>
                  <a:pt x="2569047" y="305105"/>
                </a:lnTo>
                <a:lnTo>
                  <a:pt x="2569297" y="304723"/>
                </a:lnTo>
                <a:lnTo>
                  <a:pt x="2569554" y="304349"/>
                </a:lnTo>
                <a:lnTo>
                  <a:pt x="2569818" y="303982"/>
                </a:lnTo>
                <a:lnTo>
                  <a:pt x="2570089" y="303623"/>
                </a:lnTo>
                <a:lnTo>
                  <a:pt x="2570367" y="303272"/>
                </a:lnTo>
                <a:lnTo>
                  <a:pt x="2570653" y="302928"/>
                </a:lnTo>
                <a:lnTo>
                  <a:pt x="2570945" y="302592"/>
                </a:lnTo>
                <a:lnTo>
                  <a:pt x="2571244" y="302264"/>
                </a:lnTo>
                <a:lnTo>
                  <a:pt x="2571551" y="301943"/>
                </a:lnTo>
                <a:lnTo>
                  <a:pt x="2571864" y="301630"/>
                </a:lnTo>
                <a:lnTo>
                  <a:pt x="2572185" y="301324"/>
                </a:lnTo>
                <a:lnTo>
                  <a:pt x="2572512" y="301026"/>
                </a:lnTo>
                <a:lnTo>
                  <a:pt x="2572847" y="300736"/>
                </a:lnTo>
                <a:lnTo>
                  <a:pt x="2573189" y="300453"/>
                </a:lnTo>
                <a:lnTo>
                  <a:pt x="2573537" y="300178"/>
                </a:lnTo>
                <a:lnTo>
                  <a:pt x="2573893" y="299911"/>
                </a:lnTo>
                <a:lnTo>
                  <a:pt x="2574256" y="299651"/>
                </a:lnTo>
                <a:lnTo>
                  <a:pt x="2574626" y="299399"/>
                </a:lnTo>
                <a:lnTo>
                  <a:pt x="2575003" y="299154"/>
                </a:lnTo>
                <a:lnTo>
                  <a:pt x="2575387" y="298917"/>
                </a:lnTo>
                <a:lnTo>
                  <a:pt x="2575778" y="298688"/>
                </a:lnTo>
                <a:lnTo>
                  <a:pt x="2576174" y="298454"/>
                </a:lnTo>
                <a:lnTo>
                  <a:pt x="2576574" y="298229"/>
                </a:lnTo>
                <a:lnTo>
                  <a:pt x="2576977" y="298014"/>
                </a:lnTo>
                <a:lnTo>
                  <a:pt x="2577384" y="297810"/>
                </a:lnTo>
                <a:lnTo>
                  <a:pt x="2577794" y="297615"/>
                </a:lnTo>
                <a:lnTo>
                  <a:pt x="2578208" y="297431"/>
                </a:lnTo>
                <a:lnTo>
                  <a:pt x="2578625" y="297256"/>
                </a:lnTo>
                <a:lnTo>
                  <a:pt x="2579046" y="297091"/>
                </a:lnTo>
                <a:lnTo>
                  <a:pt x="2579471" y="296937"/>
                </a:lnTo>
                <a:lnTo>
                  <a:pt x="2579899" y="296792"/>
                </a:lnTo>
                <a:lnTo>
                  <a:pt x="2580330" y="296657"/>
                </a:lnTo>
                <a:lnTo>
                  <a:pt x="2580765" y="296533"/>
                </a:lnTo>
                <a:lnTo>
                  <a:pt x="2581204" y="296418"/>
                </a:lnTo>
                <a:lnTo>
                  <a:pt x="2581646" y="296313"/>
                </a:lnTo>
                <a:lnTo>
                  <a:pt x="2582091" y="296218"/>
                </a:lnTo>
                <a:lnTo>
                  <a:pt x="2582540" y="296133"/>
                </a:lnTo>
                <a:lnTo>
                  <a:pt x="2582993" y="296058"/>
                </a:lnTo>
                <a:lnTo>
                  <a:pt x="2583449" y="295994"/>
                </a:lnTo>
                <a:lnTo>
                  <a:pt x="2583909" y="295939"/>
                </a:lnTo>
                <a:lnTo>
                  <a:pt x="2584372" y="295894"/>
                </a:lnTo>
                <a:lnTo>
                  <a:pt x="2584839" y="295859"/>
                </a:lnTo>
                <a:lnTo>
                  <a:pt x="2585309" y="295834"/>
                </a:lnTo>
                <a:lnTo>
                  <a:pt x="2585783" y="295819"/>
                </a:lnTo>
                <a:lnTo>
                  <a:pt x="2586260" y="295814"/>
                </a:lnTo>
                <a:lnTo>
                  <a:pt x="2586986" y="295823"/>
                </a:lnTo>
                <a:lnTo>
                  <a:pt x="2587699" y="295852"/>
                </a:lnTo>
                <a:lnTo>
                  <a:pt x="2588400" y="295898"/>
                </a:lnTo>
                <a:lnTo>
                  <a:pt x="2589087" y="295964"/>
                </a:lnTo>
                <a:lnTo>
                  <a:pt x="2589761" y="296049"/>
                </a:lnTo>
                <a:lnTo>
                  <a:pt x="2590423" y="296152"/>
                </a:lnTo>
                <a:lnTo>
                  <a:pt x="2591072" y="296274"/>
                </a:lnTo>
                <a:lnTo>
                  <a:pt x="2591708" y="296415"/>
                </a:lnTo>
                <a:lnTo>
                  <a:pt x="2592330" y="296575"/>
                </a:lnTo>
                <a:lnTo>
                  <a:pt x="2592940" y="296753"/>
                </a:lnTo>
                <a:lnTo>
                  <a:pt x="2593537" y="296950"/>
                </a:lnTo>
                <a:lnTo>
                  <a:pt x="2594121" y="297167"/>
                </a:lnTo>
                <a:lnTo>
                  <a:pt x="2594693" y="297401"/>
                </a:lnTo>
                <a:lnTo>
                  <a:pt x="2595251" y="297655"/>
                </a:lnTo>
                <a:lnTo>
                  <a:pt x="2595796" y="297927"/>
                </a:lnTo>
                <a:lnTo>
                  <a:pt x="2596329" y="298219"/>
                </a:lnTo>
                <a:lnTo>
                  <a:pt x="2596848" y="298529"/>
                </a:lnTo>
                <a:lnTo>
                  <a:pt x="2597355" y="298857"/>
                </a:lnTo>
                <a:lnTo>
                  <a:pt x="2597849" y="299205"/>
                </a:lnTo>
                <a:lnTo>
                  <a:pt x="2598329" y="299571"/>
                </a:lnTo>
                <a:lnTo>
                  <a:pt x="2598797" y="299956"/>
                </a:lnTo>
                <a:lnTo>
                  <a:pt x="2599252" y="300360"/>
                </a:lnTo>
                <a:lnTo>
                  <a:pt x="2599694" y="300783"/>
                </a:lnTo>
                <a:lnTo>
                  <a:pt x="2600123" y="301224"/>
                </a:lnTo>
                <a:lnTo>
                  <a:pt x="2600537" y="301670"/>
                </a:lnTo>
                <a:lnTo>
                  <a:pt x="2600933" y="302135"/>
                </a:lnTo>
                <a:lnTo>
                  <a:pt x="2601312" y="302619"/>
                </a:lnTo>
                <a:lnTo>
                  <a:pt x="2601673" y="303122"/>
                </a:lnTo>
                <a:lnTo>
                  <a:pt x="2602016" y="303643"/>
                </a:lnTo>
                <a:lnTo>
                  <a:pt x="2602342" y="304183"/>
                </a:lnTo>
                <a:lnTo>
                  <a:pt x="2602650" y="304742"/>
                </a:lnTo>
                <a:lnTo>
                  <a:pt x="2602941" y="305319"/>
                </a:lnTo>
                <a:lnTo>
                  <a:pt x="2603214" y="305916"/>
                </a:lnTo>
                <a:lnTo>
                  <a:pt x="2603469" y="306531"/>
                </a:lnTo>
                <a:lnTo>
                  <a:pt x="2603707" y="307165"/>
                </a:lnTo>
                <a:lnTo>
                  <a:pt x="2603927" y="307818"/>
                </a:lnTo>
                <a:lnTo>
                  <a:pt x="2604130" y="308489"/>
                </a:lnTo>
                <a:lnTo>
                  <a:pt x="2604315" y="309180"/>
                </a:lnTo>
                <a:lnTo>
                  <a:pt x="2604482" y="309889"/>
                </a:lnTo>
                <a:lnTo>
                  <a:pt x="2604632" y="310617"/>
                </a:lnTo>
                <a:lnTo>
                  <a:pt x="2604764" y="311364"/>
                </a:lnTo>
                <a:lnTo>
                  <a:pt x="2604878" y="312129"/>
                </a:lnTo>
                <a:lnTo>
                  <a:pt x="2604975" y="312913"/>
                </a:lnTo>
                <a:lnTo>
                  <a:pt x="2605054" y="313716"/>
                </a:lnTo>
                <a:lnTo>
                  <a:pt x="2605116" y="314538"/>
                </a:lnTo>
                <a:lnTo>
                  <a:pt x="2605160" y="315379"/>
                </a:lnTo>
                <a:lnTo>
                  <a:pt x="2605187" y="316238"/>
                </a:lnTo>
                <a:lnTo>
                  <a:pt x="2605195" y="317117"/>
                </a:lnTo>
                <a:lnTo>
                  <a:pt x="2605195" y="370880"/>
                </a:lnTo>
                <a:lnTo>
                  <a:pt x="2622102" y="370880"/>
                </a:lnTo>
                <a:lnTo>
                  <a:pt x="2622102" y="313397"/>
                </a:lnTo>
                <a:lnTo>
                  <a:pt x="2622095" y="312544"/>
                </a:lnTo>
                <a:lnTo>
                  <a:pt x="2622075" y="311703"/>
                </a:lnTo>
                <a:lnTo>
                  <a:pt x="2622041" y="310874"/>
                </a:lnTo>
                <a:lnTo>
                  <a:pt x="2621994" y="310058"/>
                </a:lnTo>
                <a:lnTo>
                  <a:pt x="2621933" y="309254"/>
                </a:lnTo>
                <a:lnTo>
                  <a:pt x="2621859" y="308462"/>
                </a:lnTo>
                <a:lnTo>
                  <a:pt x="2621771" y="307683"/>
                </a:lnTo>
                <a:lnTo>
                  <a:pt x="2621670" y="306916"/>
                </a:lnTo>
                <a:lnTo>
                  <a:pt x="2621555" y="306161"/>
                </a:lnTo>
                <a:lnTo>
                  <a:pt x="2621427" y="305419"/>
                </a:lnTo>
                <a:lnTo>
                  <a:pt x="2621285" y="304689"/>
                </a:lnTo>
                <a:lnTo>
                  <a:pt x="2621130" y="303971"/>
                </a:lnTo>
                <a:lnTo>
                  <a:pt x="2620961" y="303266"/>
                </a:lnTo>
                <a:lnTo>
                  <a:pt x="2620779" y="302573"/>
                </a:lnTo>
                <a:lnTo>
                  <a:pt x="2620583" y="301892"/>
                </a:lnTo>
                <a:lnTo>
                  <a:pt x="2620374" y="301224"/>
                </a:lnTo>
                <a:lnTo>
                  <a:pt x="2620151" y="300568"/>
                </a:lnTo>
                <a:lnTo>
                  <a:pt x="2619915" y="299924"/>
                </a:lnTo>
                <a:lnTo>
                  <a:pt x="2619665" y="299293"/>
                </a:lnTo>
                <a:lnTo>
                  <a:pt x="2619402" y="298674"/>
                </a:lnTo>
                <a:lnTo>
                  <a:pt x="2619125" y="298067"/>
                </a:lnTo>
                <a:lnTo>
                  <a:pt x="2618835" y="297473"/>
                </a:lnTo>
                <a:lnTo>
                  <a:pt x="2618531" y="296891"/>
                </a:lnTo>
                <a:lnTo>
                  <a:pt x="2618213" y="296321"/>
                </a:lnTo>
                <a:lnTo>
                  <a:pt x="2617884" y="295764"/>
                </a:lnTo>
                <a:lnTo>
                  <a:pt x="2617544" y="295218"/>
                </a:lnTo>
                <a:lnTo>
                  <a:pt x="2617194" y="294683"/>
                </a:lnTo>
                <a:lnTo>
                  <a:pt x="2616833" y="294161"/>
                </a:lnTo>
                <a:lnTo>
                  <a:pt x="2616461" y="293650"/>
                </a:lnTo>
                <a:lnTo>
                  <a:pt x="2616079" y="293151"/>
                </a:lnTo>
                <a:lnTo>
                  <a:pt x="2615686" y="292664"/>
                </a:lnTo>
                <a:lnTo>
                  <a:pt x="2615283" y="292189"/>
                </a:lnTo>
                <a:lnTo>
                  <a:pt x="2614869" y="291725"/>
                </a:lnTo>
                <a:lnTo>
                  <a:pt x="2614445" y="291273"/>
                </a:lnTo>
                <a:lnTo>
                  <a:pt x="2614010" y="290832"/>
                </a:lnTo>
                <a:lnTo>
                  <a:pt x="2613564" y="290404"/>
                </a:lnTo>
                <a:lnTo>
                  <a:pt x="2613108" y="289987"/>
                </a:lnTo>
                <a:lnTo>
                  <a:pt x="2612641" y="289582"/>
                </a:lnTo>
                <a:lnTo>
                  <a:pt x="2612164" y="289189"/>
                </a:lnTo>
                <a:lnTo>
                  <a:pt x="2611676" y="288807"/>
                </a:lnTo>
                <a:lnTo>
                  <a:pt x="2611178" y="288437"/>
                </a:lnTo>
                <a:lnTo>
                  <a:pt x="2610669" y="288079"/>
                </a:lnTo>
                <a:lnTo>
                  <a:pt x="2610149" y="287733"/>
                </a:lnTo>
                <a:lnTo>
                  <a:pt x="2609619" y="287398"/>
                </a:lnTo>
                <a:lnTo>
                  <a:pt x="2609079" y="287076"/>
                </a:lnTo>
                <a:lnTo>
                  <a:pt x="2608527" y="286764"/>
                </a:lnTo>
                <a:lnTo>
                  <a:pt x="2607966" y="286465"/>
                </a:lnTo>
                <a:lnTo>
                  <a:pt x="2607393" y="286177"/>
                </a:lnTo>
                <a:lnTo>
                  <a:pt x="2606826" y="285902"/>
                </a:lnTo>
                <a:lnTo>
                  <a:pt x="2606253" y="285637"/>
                </a:lnTo>
                <a:lnTo>
                  <a:pt x="2605673" y="285385"/>
                </a:lnTo>
                <a:lnTo>
                  <a:pt x="2605087" y="285144"/>
                </a:lnTo>
                <a:lnTo>
                  <a:pt x="2604495" y="284915"/>
                </a:lnTo>
                <a:lnTo>
                  <a:pt x="2603896" y="284698"/>
                </a:lnTo>
                <a:lnTo>
                  <a:pt x="2603290" y="284493"/>
                </a:lnTo>
                <a:lnTo>
                  <a:pt x="2602678" y="284299"/>
                </a:lnTo>
                <a:lnTo>
                  <a:pt x="2602060" y="284117"/>
                </a:lnTo>
                <a:lnTo>
                  <a:pt x="2601435" y="283947"/>
                </a:lnTo>
                <a:lnTo>
                  <a:pt x="2600803" y="283788"/>
                </a:lnTo>
                <a:lnTo>
                  <a:pt x="2600166" y="283641"/>
                </a:lnTo>
                <a:lnTo>
                  <a:pt x="2599521" y="283506"/>
                </a:lnTo>
                <a:lnTo>
                  <a:pt x="2598871" y="283383"/>
                </a:lnTo>
                <a:lnTo>
                  <a:pt x="2598213" y="283271"/>
                </a:lnTo>
                <a:lnTo>
                  <a:pt x="2597550" y="283172"/>
                </a:lnTo>
                <a:lnTo>
                  <a:pt x="2596880" y="283084"/>
                </a:lnTo>
                <a:lnTo>
                  <a:pt x="2596203" y="283007"/>
                </a:lnTo>
                <a:lnTo>
                  <a:pt x="2595520" y="282943"/>
                </a:lnTo>
                <a:lnTo>
                  <a:pt x="2594831" y="282890"/>
                </a:lnTo>
                <a:lnTo>
                  <a:pt x="2594135" y="282849"/>
                </a:lnTo>
                <a:lnTo>
                  <a:pt x="2593432" y="282819"/>
                </a:lnTo>
                <a:lnTo>
                  <a:pt x="2592723" y="282802"/>
                </a:lnTo>
                <a:lnTo>
                  <a:pt x="2592008" y="282796"/>
                </a:lnTo>
                <a:lnTo>
                  <a:pt x="2591375" y="282802"/>
                </a:lnTo>
                <a:lnTo>
                  <a:pt x="2590744" y="282819"/>
                </a:lnTo>
                <a:lnTo>
                  <a:pt x="2590114" y="282849"/>
                </a:lnTo>
                <a:lnTo>
                  <a:pt x="2589486" y="282890"/>
                </a:lnTo>
                <a:lnTo>
                  <a:pt x="2588860" y="282943"/>
                </a:lnTo>
                <a:lnTo>
                  <a:pt x="2588236" y="283007"/>
                </a:lnTo>
                <a:lnTo>
                  <a:pt x="2587613" y="283084"/>
                </a:lnTo>
                <a:lnTo>
                  <a:pt x="2586992" y="283172"/>
                </a:lnTo>
                <a:lnTo>
                  <a:pt x="2586373" y="283271"/>
                </a:lnTo>
                <a:lnTo>
                  <a:pt x="2585756" y="283383"/>
                </a:lnTo>
                <a:lnTo>
                  <a:pt x="2585141" y="283506"/>
                </a:lnTo>
                <a:lnTo>
                  <a:pt x="2584527" y="283641"/>
                </a:lnTo>
                <a:lnTo>
                  <a:pt x="2583915" y="283788"/>
                </a:lnTo>
                <a:lnTo>
                  <a:pt x="2583305" y="283947"/>
                </a:lnTo>
                <a:lnTo>
                  <a:pt x="2582696" y="284117"/>
                </a:lnTo>
                <a:lnTo>
                  <a:pt x="2582089" y="284299"/>
                </a:lnTo>
                <a:lnTo>
                  <a:pt x="2581484" y="284493"/>
                </a:lnTo>
                <a:lnTo>
                  <a:pt x="2580881" y="284698"/>
                </a:lnTo>
                <a:lnTo>
                  <a:pt x="2580280" y="284915"/>
                </a:lnTo>
                <a:lnTo>
                  <a:pt x="2579680" y="285144"/>
                </a:lnTo>
                <a:lnTo>
                  <a:pt x="2579082" y="285385"/>
                </a:lnTo>
                <a:lnTo>
                  <a:pt x="2578486" y="285637"/>
                </a:lnTo>
                <a:lnTo>
                  <a:pt x="2577892" y="285902"/>
                </a:lnTo>
                <a:lnTo>
                  <a:pt x="2577299" y="286177"/>
                </a:lnTo>
                <a:lnTo>
                  <a:pt x="2576712" y="286451"/>
                </a:lnTo>
                <a:lnTo>
                  <a:pt x="2576134" y="286736"/>
                </a:lnTo>
                <a:lnTo>
                  <a:pt x="2575566" y="287033"/>
                </a:lnTo>
                <a:lnTo>
                  <a:pt x="2575007" y="287342"/>
                </a:lnTo>
                <a:lnTo>
                  <a:pt x="2574458" y="287663"/>
                </a:lnTo>
                <a:lnTo>
                  <a:pt x="2573918" y="287995"/>
                </a:lnTo>
                <a:lnTo>
                  <a:pt x="2573387" y="288339"/>
                </a:lnTo>
                <a:lnTo>
                  <a:pt x="2572866" y="288695"/>
                </a:lnTo>
                <a:lnTo>
                  <a:pt x="2572354" y="289062"/>
                </a:lnTo>
                <a:lnTo>
                  <a:pt x="2571852" y="289441"/>
                </a:lnTo>
                <a:lnTo>
                  <a:pt x="2571358" y="289832"/>
                </a:lnTo>
                <a:lnTo>
                  <a:pt x="2570875" y="290235"/>
                </a:lnTo>
                <a:lnTo>
                  <a:pt x="2570400" y="290649"/>
                </a:lnTo>
                <a:lnTo>
                  <a:pt x="2569935" y="291076"/>
                </a:lnTo>
                <a:lnTo>
                  <a:pt x="2569480" y="291513"/>
                </a:lnTo>
                <a:lnTo>
                  <a:pt x="2569034" y="291963"/>
                </a:lnTo>
                <a:lnTo>
                  <a:pt x="2568597" y="292424"/>
                </a:lnTo>
                <a:lnTo>
                  <a:pt x="2568170" y="292898"/>
                </a:lnTo>
                <a:lnTo>
                  <a:pt x="2567752" y="293383"/>
                </a:lnTo>
                <a:lnTo>
                  <a:pt x="2567343" y="293879"/>
                </a:lnTo>
                <a:lnTo>
                  <a:pt x="2566944" y="294388"/>
                </a:lnTo>
                <a:lnTo>
                  <a:pt x="2566554" y="294908"/>
                </a:lnTo>
                <a:lnTo>
                  <a:pt x="2566174" y="295440"/>
                </a:lnTo>
                <a:lnTo>
                  <a:pt x="2565803" y="295983"/>
                </a:lnTo>
                <a:lnTo>
                  <a:pt x="2565803" y="249152"/>
                </a:lnTo>
                <a:lnTo>
                  <a:pt x="2548896" y="249152"/>
                </a:lnTo>
                <a:lnTo>
                  <a:pt x="2548896" y="370880"/>
                </a:lnTo>
                <a:lnTo>
                  <a:pt x="2565803" y="370880"/>
                </a:lnTo>
                <a:lnTo>
                  <a:pt x="2565803" y="317117"/>
                </a:lnTo>
                <a:lnTo>
                  <a:pt x="2565807" y="316612"/>
                </a:lnTo>
                <a:lnTo>
                  <a:pt x="2565820" y="316112"/>
                </a:lnTo>
                <a:lnTo>
                  <a:pt x="2565842" y="315616"/>
                </a:lnTo>
                <a:lnTo>
                  <a:pt x="2565873" y="315125"/>
                </a:lnTo>
                <a:lnTo>
                  <a:pt x="2565913" y="314639"/>
                </a:lnTo>
                <a:lnTo>
                  <a:pt x="2565961" y="314158"/>
                </a:lnTo>
                <a:close/>
                <a:moveTo>
                  <a:pt x="2504117" y="372380"/>
                </a:moveTo>
                <a:lnTo>
                  <a:pt x="2504638" y="372336"/>
                </a:lnTo>
                <a:lnTo>
                  <a:pt x="2505159" y="372286"/>
                </a:lnTo>
                <a:lnTo>
                  <a:pt x="2505681" y="372232"/>
                </a:lnTo>
                <a:lnTo>
                  <a:pt x="2506202" y="372174"/>
                </a:lnTo>
                <a:lnTo>
                  <a:pt x="2506723" y="372110"/>
                </a:lnTo>
                <a:lnTo>
                  <a:pt x="2507245" y="372042"/>
                </a:lnTo>
                <a:lnTo>
                  <a:pt x="2507766" y="371969"/>
                </a:lnTo>
                <a:lnTo>
                  <a:pt x="2508287" y="371892"/>
                </a:lnTo>
                <a:lnTo>
                  <a:pt x="2508808" y="371810"/>
                </a:lnTo>
                <a:lnTo>
                  <a:pt x="2509330" y="371723"/>
                </a:lnTo>
                <a:lnTo>
                  <a:pt x="2509851" y="371631"/>
                </a:lnTo>
                <a:lnTo>
                  <a:pt x="2510372" y="371535"/>
                </a:lnTo>
                <a:lnTo>
                  <a:pt x="2510894" y="371434"/>
                </a:lnTo>
                <a:lnTo>
                  <a:pt x="2511415" y="371328"/>
                </a:lnTo>
                <a:lnTo>
                  <a:pt x="2511936" y="371218"/>
                </a:lnTo>
                <a:lnTo>
                  <a:pt x="2512454" y="371117"/>
                </a:lnTo>
                <a:lnTo>
                  <a:pt x="2512963" y="371012"/>
                </a:lnTo>
                <a:lnTo>
                  <a:pt x="2513466" y="370904"/>
                </a:lnTo>
                <a:lnTo>
                  <a:pt x="2513960" y="370791"/>
                </a:lnTo>
                <a:lnTo>
                  <a:pt x="2514447" y="370674"/>
                </a:lnTo>
                <a:lnTo>
                  <a:pt x="2514926" y="370552"/>
                </a:lnTo>
                <a:lnTo>
                  <a:pt x="2515398" y="370427"/>
                </a:lnTo>
                <a:lnTo>
                  <a:pt x="2515862" y="370298"/>
                </a:lnTo>
                <a:lnTo>
                  <a:pt x="2516319" y="370164"/>
                </a:lnTo>
                <a:lnTo>
                  <a:pt x="2516767" y="370026"/>
                </a:lnTo>
                <a:lnTo>
                  <a:pt x="2517209" y="369885"/>
                </a:lnTo>
                <a:lnTo>
                  <a:pt x="2517642" y="369739"/>
                </a:lnTo>
                <a:lnTo>
                  <a:pt x="2518068" y="369589"/>
                </a:lnTo>
                <a:lnTo>
                  <a:pt x="2518486" y="369435"/>
                </a:lnTo>
                <a:lnTo>
                  <a:pt x="2518897" y="369276"/>
                </a:lnTo>
                <a:lnTo>
                  <a:pt x="2519300" y="369114"/>
                </a:lnTo>
                <a:lnTo>
                  <a:pt x="2519695" y="368948"/>
                </a:lnTo>
                <a:lnTo>
                  <a:pt x="2520083" y="368777"/>
                </a:lnTo>
                <a:lnTo>
                  <a:pt x="2520463" y="368603"/>
                </a:lnTo>
                <a:lnTo>
                  <a:pt x="2520836" y="368424"/>
                </a:lnTo>
                <a:lnTo>
                  <a:pt x="2521201" y="368241"/>
                </a:lnTo>
                <a:lnTo>
                  <a:pt x="2521558" y="368054"/>
                </a:lnTo>
                <a:lnTo>
                  <a:pt x="2521908" y="367863"/>
                </a:lnTo>
                <a:lnTo>
                  <a:pt x="2522250" y="367668"/>
                </a:lnTo>
                <a:lnTo>
                  <a:pt x="2522250" y="354649"/>
                </a:lnTo>
                <a:lnTo>
                  <a:pt x="2521952" y="354790"/>
                </a:lnTo>
                <a:lnTo>
                  <a:pt x="2521650" y="354930"/>
                </a:lnTo>
                <a:lnTo>
                  <a:pt x="2521343" y="355069"/>
                </a:lnTo>
                <a:lnTo>
                  <a:pt x="2521033" y="355208"/>
                </a:lnTo>
                <a:lnTo>
                  <a:pt x="2520719" y="355346"/>
                </a:lnTo>
                <a:lnTo>
                  <a:pt x="2520400" y="355484"/>
                </a:lnTo>
                <a:lnTo>
                  <a:pt x="2520078" y="355621"/>
                </a:lnTo>
                <a:lnTo>
                  <a:pt x="2519751" y="355758"/>
                </a:lnTo>
                <a:lnTo>
                  <a:pt x="2519420" y="355894"/>
                </a:lnTo>
                <a:lnTo>
                  <a:pt x="2519085" y="356029"/>
                </a:lnTo>
                <a:lnTo>
                  <a:pt x="2518746" y="356164"/>
                </a:lnTo>
                <a:lnTo>
                  <a:pt x="2518403" y="356298"/>
                </a:lnTo>
                <a:lnTo>
                  <a:pt x="2518056" y="356431"/>
                </a:lnTo>
                <a:lnTo>
                  <a:pt x="2517704" y="356564"/>
                </a:lnTo>
                <a:lnTo>
                  <a:pt x="2517349" y="356697"/>
                </a:lnTo>
                <a:lnTo>
                  <a:pt x="2516990" y="356828"/>
                </a:lnTo>
                <a:lnTo>
                  <a:pt x="2516626" y="356960"/>
                </a:lnTo>
                <a:lnTo>
                  <a:pt x="2516258" y="357090"/>
                </a:lnTo>
                <a:lnTo>
                  <a:pt x="2515886" y="357220"/>
                </a:lnTo>
                <a:lnTo>
                  <a:pt x="2515510" y="357350"/>
                </a:lnTo>
                <a:lnTo>
                  <a:pt x="2515130" y="357479"/>
                </a:lnTo>
                <a:lnTo>
                  <a:pt x="2514746" y="357607"/>
                </a:lnTo>
                <a:lnTo>
                  <a:pt x="2514358" y="357735"/>
                </a:lnTo>
                <a:lnTo>
                  <a:pt x="2513965" y="357862"/>
                </a:lnTo>
                <a:lnTo>
                  <a:pt x="2513583" y="357972"/>
                </a:lnTo>
                <a:lnTo>
                  <a:pt x="2513199" y="358078"/>
                </a:lnTo>
                <a:lnTo>
                  <a:pt x="2512811" y="358179"/>
                </a:lnTo>
                <a:lnTo>
                  <a:pt x="2512420" y="358275"/>
                </a:lnTo>
                <a:lnTo>
                  <a:pt x="2512026" y="358366"/>
                </a:lnTo>
                <a:lnTo>
                  <a:pt x="2511630" y="358453"/>
                </a:lnTo>
                <a:lnTo>
                  <a:pt x="2511230" y="358536"/>
                </a:lnTo>
                <a:lnTo>
                  <a:pt x="2510828" y="358613"/>
                </a:lnTo>
                <a:lnTo>
                  <a:pt x="2510423" y="358686"/>
                </a:lnTo>
                <a:lnTo>
                  <a:pt x="2510014" y="358754"/>
                </a:lnTo>
                <a:lnTo>
                  <a:pt x="2509603" y="358817"/>
                </a:lnTo>
                <a:lnTo>
                  <a:pt x="2509189" y="358876"/>
                </a:lnTo>
                <a:lnTo>
                  <a:pt x="2508772" y="358930"/>
                </a:lnTo>
                <a:lnTo>
                  <a:pt x="2508352" y="358979"/>
                </a:lnTo>
                <a:lnTo>
                  <a:pt x="2507929" y="359024"/>
                </a:lnTo>
                <a:lnTo>
                  <a:pt x="2507503" y="359064"/>
                </a:lnTo>
                <a:lnTo>
                  <a:pt x="2507074" y="359099"/>
                </a:lnTo>
                <a:lnTo>
                  <a:pt x="2506642" y="359130"/>
                </a:lnTo>
                <a:lnTo>
                  <a:pt x="2506208" y="359155"/>
                </a:lnTo>
                <a:lnTo>
                  <a:pt x="2505770" y="359177"/>
                </a:lnTo>
                <a:lnTo>
                  <a:pt x="2505329" y="359193"/>
                </a:lnTo>
                <a:lnTo>
                  <a:pt x="2504886" y="359205"/>
                </a:lnTo>
                <a:lnTo>
                  <a:pt x="2504440" y="359212"/>
                </a:lnTo>
                <a:lnTo>
                  <a:pt x="2503990" y="359214"/>
                </a:lnTo>
                <a:lnTo>
                  <a:pt x="2503417" y="359211"/>
                </a:lnTo>
                <a:lnTo>
                  <a:pt x="2502851" y="359202"/>
                </a:lnTo>
                <a:lnTo>
                  <a:pt x="2502294" y="359188"/>
                </a:lnTo>
                <a:lnTo>
                  <a:pt x="2501745" y="359167"/>
                </a:lnTo>
                <a:lnTo>
                  <a:pt x="2501205" y="359141"/>
                </a:lnTo>
                <a:lnTo>
                  <a:pt x="2500672" y="359108"/>
                </a:lnTo>
                <a:lnTo>
                  <a:pt x="2500148" y="359070"/>
                </a:lnTo>
                <a:lnTo>
                  <a:pt x="2499632" y="359026"/>
                </a:lnTo>
                <a:lnTo>
                  <a:pt x="2499124" y="358976"/>
                </a:lnTo>
                <a:lnTo>
                  <a:pt x="2498625" y="358921"/>
                </a:lnTo>
                <a:lnTo>
                  <a:pt x="2498133" y="358859"/>
                </a:lnTo>
                <a:lnTo>
                  <a:pt x="2497650" y="358791"/>
                </a:lnTo>
                <a:lnTo>
                  <a:pt x="2497175" y="358718"/>
                </a:lnTo>
                <a:lnTo>
                  <a:pt x="2496708" y="358639"/>
                </a:lnTo>
                <a:lnTo>
                  <a:pt x="2496250" y="358554"/>
                </a:lnTo>
                <a:lnTo>
                  <a:pt x="2495800" y="358463"/>
                </a:lnTo>
                <a:lnTo>
                  <a:pt x="2495358" y="358366"/>
                </a:lnTo>
                <a:lnTo>
                  <a:pt x="2494924" y="358263"/>
                </a:lnTo>
                <a:lnTo>
                  <a:pt x="2494498" y="358155"/>
                </a:lnTo>
                <a:lnTo>
                  <a:pt x="2494081" y="358040"/>
                </a:lnTo>
                <a:lnTo>
                  <a:pt x="2493672" y="357920"/>
                </a:lnTo>
                <a:lnTo>
                  <a:pt x="2493271" y="357794"/>
                </a:lnTo>
                <a:lnTo>
                  <a:pt x="2492878" y="357661"/>
                </a:lnTo>
                <a:lnTo>
                  <a:pt x="2492493" y="357523"/>
                </a:lnTo>
                <a:lnTo>
                  <a:pt x="2492117" y="357379"/>
                </a:lnTo>
                <a:lnTo>
                  <a:pt x="2491748" y="357228"/>
                </a:lnTo>
                <a:lnTo>
                  <a:pt x="2491387" y="357069"/>
                </a:lnTo>
                <a:lnTo>
                  <a:pt x="2491033" y="356904"/>
                </a:lnTo>
                <a:lnTo>
                  <a:pt x="2490687" y="356731"/>
                </a:lnTo>
                <a:lnTo>
                  <a:pt x="2490348" y="356551"/>
                </a:lnTo>
                <a:lnTo>
                  <a:pt x="2490018" y="356365"/>
                </a:lnTo>
                <a:lnTo>
                  <a:pt x="2489694" y="356171"/>
                </a:lnTo>
                <a:lnTo>
                  <a:pt x="2489379" y="355970"/>
                </a:lnTo>
                <a:lnTo>
                  <a:pt x="2489071" y="355762"/>
                </a:lnTo>
                <a:lnTo>
                  <a:pt x="2488771" y="355548"/>
                </a:lnTo>
                <a:lnTo>
                  <a:pt x="2488478" y="355326"/>
                </a:lnTo>
                <a:lnTo>
                  <a:pt x="2488193" y="355097"/>
                </a:lnTo>
                <a:lnTo>
                  <a:pt x="2487916" y="354861"/>
                </a:lnTo>
                <a:lnTo>
                  <a:pt x="2487646" y="354618"/>
                </a:lnTo>
                <a:lnTo>
                  <a:pt x="2487384" y="354368"/>
                </a:lnTo>
                <a:lnTo>
                  <a:pt x="2487129" y="354111"/>
                </a:lnTo>
                <a:lnTo>
                  <a:pt x="2486883" y="353846"/>
                </a:lnTo>
                <a:lnTo>
                  <a:pt x="2486643" y="353575"/>
                </a:lnTo>
                <a:lnTo>
                  <a:pt x="2486412" y="353297"/>
                </a:lnTo>
                <a:lnTo>
                  <a:pt x="2486188" y="353012"/>
                </a:lnTo>
                <a:lnTo>
                  <a:pt x="2485972" y="352719"/>
                </a:lnTo>
                <a:lnTo>
                  <a:pt x="2485763" y="352420"/>
                </a:lnTo>
                <a:lnTo>
                  <a:pt x="2485562" y="352113"/>
                </a:lnTo>
                <a:lnTo>
                  <a:pt x="2485369" y="351800"/>
                </a:lnTo>
                <a:lnTo>
                  <a:pt x="2485184" y="351479"/>
                </a:lnTo>
                <a:lnTo>
                  <a:pt x="2485007" y="351152"/>
                </a:lnTo>
                <a:lnTo>
                  <a:pt x="2484839" y="350817"/>
                </a:lnTo>
                <a:lnTo>
                  <a:pt x="2484678" y="350475"/>
                </a:lnTo>
                <a:lnTo>
                  <a:pt x="2484526" y="350127"/>
                </a:lnTo>
                <a:lnTo>
                  <a:pt x="2484382" y="349771"/>
                </a:lnTo>
                <a:lnTo>
                  <a:pt x="2484247" y="349408"/>
                </a:lnTo>
                <a:lnTo>
                  <a:pt x="2484119" y="349038"/>
                </a:lnTo>
                <a:lnTo>
                  <a:pt x="2484000" y="348662"/>
                </a:lnTo>
                <a:lnTo>
                  <a:pt x="2483889" y="348278"/>
                </a:lnTo>
                <a:lnTo>
                  <a:pt x="2483787" y="347887"/>
                </a:lnTo>
                <a:lnTo>
                  <a:pt x="2483692" y="347489"/>
                </a:lnTo>
                <a:lnTo>
                  <a:pt x="2483606" y="347084"/>
                </a:lnTo>
                <a:lnTo>
                  <a:pt x="2483528" y="346672"/>
                </a:lnTo>
                <a:lnTo>
                  <a:pt x="2483458" y="346252"/>
                </a:lnTo>
                <a:lnTo>
                  <a:pt x="2483396" y="345826"/>
                </a:lnTo>
                <a:lnTo>
                  <a:pt x="2483343" y="345393"/>
                </a:lnTo>
                <a:lnTo>
                  <a:pt x="2483298" y="344953"/>
                </a:lnTo>
                <a:lnTo>
                  <a:pt x="2483261" y="344505"/>
                </a:lnTo>
                <a:lnTo>
                  <a:pt x="2483232" y="344051"/>
                </a:lnTo>
                <a:lnTo>
                  <a:pt x="2483211" y="343590"/>
                </a:lnTo>
                <a:lnTo>
                  <a:pt x="2483199" y="343121"/>
                </a:lnTo>
                <a:lnTo>
                  <a:pt x="2483195" y="342646"/>
                </a:lnTo>
                <a:lnTo>
                  <a:pt x="2483195" y="297674"/>
                </a:lnTo>
                <a:lnTo>
                  <a:pt x="2522250" y="297674"/>
                </a:lnTo>
                <a:lnTo>
                  <a:pt x="2522250" y="284487"/>
                </a:lnTo>
                <a:lnTo>
                  <a:pt x="2483195" y="284487"/>
                </a:lnTo>
                <a:lnTo>
                  <a:pt x="2483195" y="256929"/>
                </a:lnTo>
                <a:lnTo>
                  <a:pt x="2472713" y="256929"/>
                </a:lnTo>
                <a:lnTo>
                  <a:pt x="2466795" y="284487"/>
                </a:lnTo>
                <a:lnTo>
                  <a:pt x="2441266" y="284487"/>
                </a:lnTo>
                <a:lnTo>
                  <a:pt x="2441266" y="297674"/>
                </a:lnTo>
                <a:lnTo>
                  <a:pt x="2466288" y="297674"/>
                </a:lnTo>
                <a:lnTo>
                  <a:pt x="2466288" y="343998"/>
                </a:lnTo>
                <a:lnTo>
                  <a:pt x="2466304" y="345252"/>
                </a:lnTo>
                <a:lnTo>
                  <a:pt x="2466350" y="346476"/>
                </a:lnTo>
                <a:lnTo>
                  <a:pt x="2466428" y="347670"/>
                </a:lnTo>
                <a:lnTo>
                  <a:pt x="2466537" y="348836"/>
                </a:lnTo>
                <a:lnTo>
                  <a:pt x="2466677" y="349971"/>
                </a:lnTo>
                <a:lnTo>
                  <a:pt x="2466848" y="351078"/>
                </a:lnTo>
                <a:lnTo>
                  <a:pt x="2467050" y="352155"/>
                </a:lnTo>
                <a:lnTo>
                  <a:pt x="2467284" y="353203"/>
                </a:lnTo>
                <a:lnTo>
                  <a:pt x="2467548" y="354222"/>
                </a:lnTo>
                <a:lnTo>
                  <a:pt x="2467844" y="355211"/>
                </a:lnTo>
                <a:lnTo>
                  <a:pt x="2468171" y="356171"/>
                </a:lnTo>
                <a:lnTo>
                  <a:pt x="2468528" y="357101"/>
                </a:lnTo>
                <a:lnTo>
                  <a:pt x="2468917" y="358002"/>
                </a:lnTo>
                <a:lnTo>
                  <a:pt x="2469337" y="358874"/>
                </a:lnTo>
                <a:lnTo>
                  <a:pt x="2469788" y="359716"/>
                </a:lnTo>
                <a:lnTo>
                  <a:pt x="2470271" y="360529"/>
                </a:lnTo>
                <a:lnTo>
                  <a:pt x="2470784" y="361313"/>
                </a:lnTo>
                <a:lnTo>
                  <a:pt x="2471329" y="362067"/>
                </a:lnTo>
                <a:lnTo>
                  <a:pt x="2471904" y="362792"/>
                </a:lnTo>
                <a:lnTo>
                  <a:pt x="2472511" y="363488"/>
                </a:lnTo>
                <a:lnTo>
                  <a:pt x="2473149" y="364154"/>
                </a:lnTo>
                <a:lnTo>
                  <a:pt x="2473818" y="364791"/>
                </a:lnTo>
                <a:lnTo>
                  <a:pt x="2474518" y="365399"/>
                </a:lnTo>
                <a:lnTo>
                  <a:pt x="2475249" y="365977"/>
                </a:lnTo>
                <a:lnTo>
                  <a:pt x="2476006" y="366515"/>
                </a:lnTo>
                <a:lnTo>
                  <a:pt x="2476786" y="367030"/>
                </a:lnTo>
                <a:lnTo>
                  <a:pt x="2477587" y="367522"/>
                </a:lnTo>
                <a:lnTo>
                  <a:pt x="2478409" y="367992"/>
                </a:lnTo>
                <a:lnTo>
                  <a:pt x="2479254" y="368438"/>
                </a:lnTo>
                <a:lnTo>
                  <a:pt x="2480120" y="368862"/>
                </a:lnTo>
                <a:lnTo>
                  <a:pt x="2481008" y="369262"/>
                </a:lnTo>
                <a:lnTo>
                  <a:pt x="2481917" y="369640"/>
                </a:lnTo>
                <a:lnTo>
                  <a:pt x="2482849" y="369995"/>
                </a:lnTo>
                <a:lnTo>
                  <a:pt x="2483802" y="370327"/>
                </a:lnTo>
                <a:lnTo>
                  <a:pt x="2484777" y="370636"/>
                </a:lnTo>
                <a:lnTo>
                  <a:pt x="2485773" y="370922"/>
                </a:lnTo>
                <a:lnTo>
                  <a:pt x="2486791" y="371185"/>
                </a:lnTo>
                <a:lnTo>
                  <a:pt x="2487831" y="371426"/>
                </a:lnTo>
                <a:lnTo>
                  <a:pt x="2488893" y="371643"/>
                </a:lnTo>
                <a:lnTo>
                  <a:pt x="2489976" y="371838"/>
                </a:lnTo>
                <a:lnTo>
                  <a:pt x="2491081" y="372010"/>
                </a:lnTo>
                <a:lnTo>
                  <a:pt x="2492208" y="372158"/>
                </a:lnTo>
                <a:lnTo>
                  <a:pt x="2493357" y="372284"/>
                </a:lnTo>
                <a:lnTo>
                  <a:pt x="2494527" y="372387"/>
                </a:lnTo>
                <a:lnTo>
                  <a:pt x="2495719" y="372468"/>
                </a:lnTo>
                <a:lnTo>
                  <a:pt x="2496933" y="372525"/>
                </a:lnTo>
                <a:lnTo>
                  <a:pt x="2498168" y="372559"/>
                </a:lnTo>
                <a:lnTo>
                  <a:pt x="2499425" y="372571"/>
                </a:lnTo>
                <a:lnTo>
                  <a:pt x="2499947" y="372568"/>
                </a:lnTo>
                <a:lnTo>
                  <a:pt x="2500468" y="372561"/>
                </a:lnTo>
                <a:lnTo>
                  <a:pt x="2500989" y="372549"/>
                </a:lnTo>
                <a:lnTo>
                  <a:pt x="2501510" y="372533"/>
                </a:lnTo>
                <a:lnTo>
                  <a:pt x="2502032" y="372512"/>
                </a:lnTo>
                <a:lnTo>
                  <a:pt x="2502553" y="372486"/>
                </a:lnTo>
                <a:lnTo>
                  <a:pt x="2503074" y="372456"/>
                </a:lnTo>
                <a:lnTo>
                  <a:pt x="2503596" y="372420"/>
                </a:lnTo>
                <a:lnTo>
                  <a:pt x="2504117" y="372380"/>
                </a:lnTo>
                <a:close/>
                <a:moveTo>
                  <a:pt x="2261896" y="316161"/>
                </a:moveTo>
                <a:lnTo>
                  <a:pt x="2261962" y="315614"/>
                </a:lnTo>
                <a:lnTo>
                  <a:pt x="2262037" y="315072"/>
                </a:lnTo>
                <a:lnTo>
                  <a:pt x="2262120" y="314536"/>
                </a:lnTo>
                <a:lnTo>
                  <a:pt x="2262213" y="314006"/>
                </a:lnTo>
                <a:lnTo>
                  <a:pt x="2262314" y="313481"/>
                </a:lnTo>
                <a:lnTo>
                  <a:pt x="2262424" y="312963"/>
                </a:lnTo>
                <a:lnTo>
                  <a:pt x="2262543" y="312451"/>
                </a:lnTo>
                <a:lnTo>
                  <a:pt x="2262671" y="311944"/>
                </a:lnTo>
                <a:lnTo>
                  <a:pt x="2262807" y="311443"/>
                </a:lnTo>
                <a:lnTo>
                  <a:pt x="2262952" y="310948"/>
                </a:lnTo>
                <a:lnTo>
                  <a:pt x="2263106" y="310459"/>
                </a:lnTo>
                <a:lnTo>
                  <a:pt x="2263269" y="309976"/>
                </a:lnTo>
                <a:lnTo>
                  <a:pt x="2263441" y="309499"/>
                </a:lnTo>
                <a:lnTo>
                  <a:pt x="2263622" y="309028"/>
                </a:lnTo>
                <a:lnTo>
                  <a:pt x="2263811" y="308562"/>
                </a:lnTo>
                <a:lnTo>
                  <a:pt x="2264009" y="308102"/>
                </a:lnTo>
                <a:lnTo>
                  <a:pt x="2264216" y="307649"/>
                </a:lnTo>
                <a:lnTo>
                  <a:pt x="2264431" y="307188"/>
                </a:lnTo>
                <a:lnTo>
                  <a:pt x="2264653" y="306736"/>
                </a:lnTo>
                <a:lnTo>
                  <a:pt x="2264882" y="306294"/>
                </a:lnTo>
                <a:lnTo>
                  <a:pt x="2265118" y="305859"/>
                </a:lnTo>
                <a:lnTo>
                  <a:pt x="2265361" y="305434"/>
                </a:lnTo>
                <a:lnTo>
                  <a:pt x="2265611" y="305018"/>
                </a:lnTo>
                <a:lnTo>
                  <a:pt x="2265868" y="304610"/>
                </a:lnTo>
                <a:lnTo>
                  <a:pt x="2266132" y="304211"/>
                </a:lnTo>
                <a:lnTo>
                  <a:pt x="2266403" y="303821"/>
                </a:lnTo>
                <a:lnTo>
                  <a:pt x="2266681" y="303440"/>
                </a:lnTo>
                <a:lnTo>
                  <a:pt x="2266967" y="303067"/>
                </a:lnTo>
                <a:lnTo>
                  <a:pt x="2267259" y="302704"/>
                </a:lnTo>
                <a:lnTo>
                  <a:pt x="2267558" y="302349"/>
                </a:lnTo>
                <a:lnTo>
                  <a:pt x="2267865" y="302003"/>
                </a:lnTo>
                <a:lnTo>
                  <a:pt x="2268178" y="301665"/>
                </a:lnTo>
                <a:lnTo>
                  <a:pt x="2268499" y="301337"/>
                </a:lnTo>
                <a:lnTo>
                  <a:pt x="2268827" y="301017"/>
                </a:lnTo>
                <a:lnTo>
                  <a:pt x="2269161" y="300706"/>
                </a:lnTo>
                <a:lnTo>
                  <a:pt x="2269503" y="300404"/>
                </a:lnTo>
                <a:lnTo>
                  <a:pt x="2269851" y="300111"/>
                </a:lnTo>
                <a:lnTo>
                  <a:pt x="2270207" y="299827"/>
                </a:lnTo>
                <a:lnTo>
                  <a:pt x="2270570" y="299551"/>
                </a:lnTo>
                <a:lnTo>
                  <a:pt x="2270940" y="299284"/>
                </a:lnTo>
                <a:lnTo>
                  <a:pt x="2271317" y="299026"/>
                </a:lnTo>
                <a:lnTo>
                  <a:pt x="2271700" y="298764"/>
                </a:lnTo>
                <a:lnTo>
                  <a:pt x="2272089" y="298513"/>
                </a:lnTo>
                <a:lnTo>
                  <a:pt x="2272484" y="298273"/>
                </a:lnTo>
                <a:lnTo>
                  <a:pt x="2272885" y="298045"/>
                </a:lnTo>
                <a:lnTo>
                  <a:pt x="2273292" y="297827"/>
                </a:lnTo>
                <a:lnTo>
                  <a:pt x="2273705" y="297621"/>
                </a:lnTo>
                <a:lnTo>
                  <a:pt x="2274123" y="297426"/>
                </a:lnTo>
                <a:lnTo>
                  <a:pt x="2274548" y="297242"/>
                </a:lnTo>
                <a:lnTo>
                  <a:pt x="2274978" y="297069"/>
                </a:lnTo>
                <a:lnTo>
                  <a:pt x="2275414" y="296907"/>
                </a:lnTo>
                <a:lnTo>
                  <a:pt x="2275856" y="296756"/>
                </a:lnTo>
                <a:lnTo>
                  <a:pt x="2276304" y="296617"/>
                </a:lnTo>
                <a:lnTo>
                  <a:pt x="2276758" y="296489"/>
                </a:lnTo>
                <a:lnTo>
                  <a:pt x="2277218" y="296372"/>
                </a:lnTo>
                <a:lnTo>
                  <a:pt x="2277683" y="296266"/>
                </a:lnTo>
                <a:lnTo>
                  <a:pt x="2278155" y="296171"/>
                </a:lnTo>
                <a:lnTo>
                  <a:pt x="2278632" y="296087"/>
                </a:lnTo>
                <a:lnTo>
                  <a:pt x="2279115" y="296015"/>
                </a:lnTo>
                <a:lnTo>
                  <a:pt x="2279604" y="295953"/>
                </a:lnTo>
                <a:lnTo>
                  <a:pt x="2280099" y="295903"/>
                </a:lnTo>
                <a:lnTo>
                  <a:pt x="2280600" y="295864"/>
                </a:lnTo>
                <a:lnTo>
                  <a:pt x="2281106" y="295836"/>
                </a:lnTo>
                <a:lnTo>
                  <a:pt x="2281619" y="295820"/>
                </a:lnTo>
                <a:lnTo>
                  <a:pt x="2282137" y="295814"/>
                </a:lnTo>
                <a:lnTo>
                  <a:pt x="2282877" y="295824"/>
                </a:lnTo>
                <a:lnTo>
                  <a:pt x="2283602" y="295853"/>
                </a:lnTo>
                <a:lnTo>
                  <a:pt x="2284314" y="295901"/>
                </a:lnTo>
                <a:lnTo>
                  <a:pt x="2285011" y="295969"/>
                </a:lnTo>
                <a:lnTo>
                  <a:pt x="2285694" y="296056"/>
                </a:lnTo>
                <a:lnTo>
                  <a:pt x="2286364" y="296163"/>
                </a:lnTo>
                <a:lnTo>
                  <a:pt x="2287019" y="296289"/>
                </a:lnTo>
                <a:lnTo>
                  <a:pt x="2287660" y="296434"/>
                </a:lnTo>
                <a:lnTo>
                  <a:pt x="2288287" y="296599"/>
                </a:lnTo>
                <a:lnTo>
                  <a:pt x="2288900" y="296783"/>
                </a:lnTo>
                <a:lnTo>
                  <a:pt x="2289498" y="296986"/>
                </a:lnTo>
                <a:lnTo>
                  <a:pt x="2290083" y="297209"/>
                </a:lnTo>
                <a:lnTo>
                  <a:pt x="2290654" y="297451"/>
                </a:lnTo>
                <a:lnTo>
                  <a:pt x="2291210" y="297713"/>
                </a:lnTo>
                <a:lnTo>
                  <a:pt x="2291753" y="297993"/>
                </a:lnTo>
                <a:lnTo>
                  <a:pt x="2292281" y="298294"/>
                </a:lnTo>
                <a:lnTo>
                  <a:pt x="2292795" y="298613"/>
                </a:lnTo>
                <a:lnTo>
                  <a:pt x="2293295" y="298952"/>
                </a:lnTo>
                <a:lnTo>
                  <a:pt x="2293781" y="299311"/>
                </a:lnTo>
                <a:lnTo>
                  <a:pt x="2294253" y="299689"/>
                </a:lnTo>
                <a:lnTo>
                  <a:pt x="2294711" y="300086"/>
                </a:lnTo>
                <a:lnTo>
                  <a:pt x="2295155" y="300502"/>
                </a:lnTo>
                <a:lnTo>
                  <a:pt x="2295585" y="300938"/>
                </a:lnTo>
                <a:lnTo>
                  <a:pt x="2296001" y="301393"/>
                </a:lnTo>
                <a:lnTo>
                  <a:pt x="2296414" y="301870"/>
                </a:lnTo>
                <a:lnTo>
                  <a:pt x="2296811" y="302369"/>
                </a:lnTo>
                <a:lnTo>
                  <a:pt x="2297189" y="302891"/>
                </a:lnTo>
                <a:lnTo>
                  <a:pt x="2297550" y="303436"/>
                </a:lnTo>
                <a:lnTo>
                  <a:pt x="2297894" y="304004"/>
                </a:lnTo>
                <a:lnTo>
                  <a:pt x="2298220" y="304595"/>
                </a:lnTo>
                <a:lnTo>
                  <a:pt x="2298528" y="305209"/>
                </a:lnTo>
                <a:lnTo>
                  <a:pt x="2298818" y="305845"/>
                </a:lnTo>
                <a:lnTo>
                  <a:pt x="2299091" y="306505"/>
                </a:lnTo>
                <a:lnTo>
                  <a:pt x="2299347" y="307187"/>
                </a:lnTo>
                <a:lnTo>
                  <a:pt x="2299584" y="307893"/>
                </a:lnTo>
                <a:lnTo>
                  <a:pt x="2299805" y="308621"/>
                </a:lnTo>
                <a:lnTo>
                  <a:pt x="2300007" y="309372"/>
                </a:lnTo>
                <a:lnTo>
                  <a:pt x="2300192" y="310146"/>
                </a:lnTo>
                <a:lnTo>
                  <a:pt x="2300359" y="310943"/>
                </a:lnTo>
                <a:lnTo>
                  <a:pt x="2300509" y="311763"/>
                </a:lnTo>
                <a:lnTo>
                  <a:pt x="2300641" y="312605"/>
                </a:lnTo>
                <a:lnTo>
                  <a:pt x="2300756" y="313471"/>
                </a:lnTo>
                <a:lnTo>
                  <a:pt x="2300852" y="314359"/>
                </a:lnTo>
                <a:lnTo>
                  <a:pt x="2300932" y="315271"/>
                </a:lnTo>
                <a:lnTo>
                  <a:pt x="2300993" y="316205"/>
                </a:lnTo>
                <a:lnTo>
                  <a:pt x="2301037" y="317162"/>
                </a:lnTo>
                <a:lnTo>
                  <a:pt x="2301064" y="318142"/>
                </a:lnTo>
                <a:lnTo>
                  <a:pt x="2301073" y="319145"/>
                </a:lnTo>
                <a:lnTo>
                  <a:pt x="2301073" y="370880"/>
                </a:lnTo>
                <a:lnTo>
                  <a:pt x="2317979" y="370880"/>
                </a:lnTo>
                <a:lnTo>
                  <a:pt x="2317979" y="314242"/>
                </a:lnTo>
                <a:lnTo>
                  <a:pt x="2317965" y="312959"/>
                </a:lnTo>
                <a:lnTo>
                  <a:pt x="2317921" y="311703"/>
                </a:lnTo>
                <a:lnTo>
                  <a:pt x="2317847" y="310473"/>
                </a:lnTo>
                <a:lnTo>
                  <a:pt x="2317744" y="309269"/>
                </a:lnTo>
                <a:lnTo>
                  <a:pt x="2317612" y="308092"/>
                </a:lnTo>
                <a:lnTo>
                  <a:pt x="2317451" y="306941"/>
                </a:lnTo>
                <a:lnTo>
                  <a:pt x="2317260" y="305816"/>
                </a:lnTo>
                <a:lnTo>
                  <a:pt x="2317040" y="304718"/>
                </a:lnTo>
                <a:lnTo>
                  <a:pt x="2316791" y="303647"/>
                </a:lnTo>
                <a:lnTo>
                  <a:pt x="2316512" y="302601"/>
                </a:lnTo>
                <a:lnTo>
                  <a:pt x="2316203" y="301583"/>
                </a:lnTo>
                <a:lnTo>
                  <a:pt x="2315866" y="300590"/>
                </a:lnTo>
                <a:lnTo>
                  <a:pt x="2315499" y="299624"/>
                </a:lnTo>
                <a:lnTo>
                  <a:pt x="2315103" y="298685"/>
                </a:lnTo>
                <a:lnTo>
                  <a:pt x="2314677" y="297771"/>
                </a:lnTo>
                <a:lnTo>
                  <a:pt x="2314222" y="296885"/>
                </a:lnTo>
                <a:lnTo>
                  <a:pt x="2313738" y="296024"/>
                </a:lnTo>
                <a:lnTo>
                  <a:pt x="2313224" y="295191"/>
                </a:lnTo>
                <a:lnTo>
                  <a:pt x="2312681" y="294383"/>
                </a:lnTo>
                <a:lnTo>
                  <a:pt x="2312109" y="293602"/>
                </a:lnTo>
                <a:lnTo>
                  <a:pt x="2311507" y="292847"/>
                </a:lnTo>
                <a:lnTo>
                  <a:pt x="2310876" y="292119"/>
                </a:lnTo>
                <a:lnTo>
                  <a:pt x="2310216" y="291417"/>
                </a:lnTo>
                <a:lnTo>
                  <a:pt x="2309526" y="290742"/>
                </a:lnTo>
                <a:lnTo>
                  <a:pt x="2308812" y="290094"/>
                </a:lnTo>
                <a:lnTo>
                  <a:pt x="2308077" y="289473"/>
                </a:lnTo>
                <a:lnTo>
                  <a:pt x="2307323" y="288880"/>
                </a:lnTo>
                <a:lnTo>
                  <a:pt x="2306549" y="288314"/>
                </a:lnTo>
                <a:lnTo>
                  <a:pt x="2305754" y="287776"/>
                </a:lnTo>
                <a:lnTo>
                  <a:pt x="2304940" y="287266"/>
                </a:lnTo>
                <a:lnTo>
                  <a:pt x="2304106" y="286783"/>
                </a:lnTo>
                <a:lnTo>
                  <a:pt x="2303252" y="286328"/>
                </a:lnTo>
                <a:lnTo>
                  <a:pt x="2302378" y="285900"/>
                </a:lnTo>
                <a:lnTo>
                  <a:pt x="2301483" y="285500"/>
                </a:lnTo>
                <a:lnTo>
                  <a:pt x="2300569" y="285127"/>
                </a:lnTo>
                <a:lnTo>
                  <a:pt x="2299635" y="284783"/>
                </a:lnTo>
                <a:lnTo>
                  <a:pt x="2298682" y="284465"/>
                </a:lnTo>
                <a:lnTo>
                  <a:pt x="2297708" y="284176"/>
                </a:lnTo>
                <a:lnTo>
                  <a:pt x="2296714" y="283913"/>
                </a:lnTo>
                <a:lnTo>
                  <a:pt x="2295700" y="283679"/>
                </a:lnTo>
                <a:lnTo>
                  <a:pt x="2294666" y="283472"/>
                </a:lnTo>
                <a:lnTo>
                  <a:pt x="2293612" y="283293"/>
                </a:lnTo>
                <a:lnTo>
                  <a:pt x="2292539" y="283141"/>
                </a:lnTo>
                <a:lnTo>
                  <a:pt x="2291445" y="283017"/>
                </a:lnTo>
                <a:lnTo>
                  <a:pt x="2290331" y="282920"/>
                </a:lnTo>
                <a:lnTo>
                  <a:pt x="2289198" y="282851"/>
                </a:lnTo>
                <a:lnTo>
                  <a:pt x="2288044" y="282810"/>
                </a:lnTo>
                <a:lnTo>
                  <a:pt x="2286871" y="282796"/>
                </a:lnTo>
                <a:lnTo>
                  <a:pt x="2286155" y="282802"/>
                </a:lnTo>
                <a:lnTo>
                  <a:pt x="2285444" y="282819"/>
                </a:lnTo>
                <a:lnTo>
                  <a:pt x="2284739" y="282849"/>
                </a:lnTo>
                <a:lnTo>
                  <a:pt x="2284039" y="282890"/>
                </a:lnTo>
                <a:lnTo>
                  <a:pt x="2283344" y="282943"/>
                </a:lnTo>
                <a:lnTo>
                  <a:pt x="2282655" y="283007"/>
                </a:lnTo>
                <a:lnTo>
                  <a:pt x="2281971" y="283084"/>
                </a:lnTo>
                <a:lnTo>
                  <a:pt x="2281292" y="283172"/>
                </a:lnTo>
                <a:lnTo>
                  <a:pt x="2280618" y="283271"/>
                </a:lnTo>
                <a:lnTo>
                  <a:pt x="2279950" y="283383"/>
                </a:lnTo>
                <a:lnTo>
                  <a:pt x="2279287" y="283506"/>
                </a:lnTo>
                <a:lnTo>
                  <a:pt x="2278629" y="283641"/>
                </a:lnTo>
                <a:lnTo>
                  <a:pt x="2277976" y="283788"/>
                </a:lnTo>
                <a:lnTo>
                  <a:pt x="2277329" y="283947"/>
                </a:lnTo>
                <a:lnTo>
                  <a:pt x="2276687" y="284117"/>
                </a:lnTo>
                <a:lnTo>
                  <a:pt x="2276051" y="284299"/>
                </a:lnTo>
                <a:lnTo>
                  <a:pt x="2275419" y="284493"/>
                </a:lnTo>
                <a:lnTo>
                  <a:pt x="2274793" y="284698"/>
                </a:lnTo>
                <a:lnTo>
                  <a:pt x="2274172" y="284915"/>
                </a:lnTo>
                <a:lnTo>
                  <a:pt x="2273557" y="285144"/>
                </a:lnTo>
                <a:lnTo>
                  <a:pt x="2272947" y="285385"/>
                </a:lnTo>
                <a:lnTo>
                  <a:pt x="2272342" y="285637"/>
                </a:lnTo>
                <a:lnTo>
                  <a:pt x="2271742" y="285902"/>
                </a:lnTo>
                <a:lnTo>
                  <a:pt x="2271148" y="286177"/>
                </a:lnTo>
                <a:lnTo>
                  <a:pt x="2270561" y="286466"/>
                </a:lnTo>
                <a:lnTo>
                  <a:pt x="2269986" y="286768"/>
                </a:lnTo>
                <a:lnTo>
                  <a:pt x="2269423" y="287084"/>
                </a:lnTo>
                <a:lnTo>
                  <a:pt x="2268870" y="287413"/>
                </a:lnTo>
                <a:lnTo>
                  <a:pt x="2268328" y="287755"/>
                </a:lnTo>
                <a:lnTo>
                  <a:pt x="2267798" y="288111"/>
                </a:lnTo>
                <a:lnTo>
                  <a:pt x="2267279" y="288481"/>
                </a:lnTo>
                <a:lnTo>
                  <a:pt x="2266771" y="288864"/>
                </a:lnTo>
                <a:lnTo>
                  <a:pt x="2266274" y="289260"/>
                </a:lnTo>
                <a:lnTo>
                  <a:pt x="2265788" y="289670"/>
                </a:lnTo>
                <a:lnTo>
                  <a:pt x="2265313" y="290094"/>
                </a:lnTo>
                <a:lnTo>
                  <a:pt x="2264850" y="290531"/>
                </a:lnTo>
                <a:lnTo>
                  <a:pt x="2264397" y="290981"/>
                </a:lnTo>
                <a:lnTo>
                  <a:pt x="2263956" y="291445"/>
                </a:lnTo>
                <a:lnTo>
                  <a:pt x="2263526" y="291923"/>
                </a:lnTo>
                <a:lnTo>
                  <a:pt x="2263107" y="292414"/>
                </a:lnTo>
                <a:lnTo>
                  <a:pt x="2262700" y="292919"/>
                </a:lnTo>
                <a:lnTo>
                  <a:pt x="2262303" y="293437"/>
                </a:lnTo>
                <a:lnTo>
                  <a:pt x="2261918" y="293968"/>
                </a:lnTo>
                <a:lnTo>
                  <a:pt x="2261544" y="294513"/>
                </a:lnTo>
                <a:lnTo>
                  <a:pt x="2261181" y="295072"/>
                </a:lnTo>
                <a:lnTo>
                  <a:pt x="2260829" y="295644"/>
                </a:lnTo>
                <a:lnTo>
                  <a:pt x="2260488" y="296229"/>
                </a:lnTo>
                <a:lnTo>
                  <a:pt x="2260158" y="296829"/>
                </a:lnTo>
                <a:lnTo>
                  <a:pt x="2258468" y="284487"/>
                </a:lnTo>
                <a:lnTo>
                  <a:pt x="2244773" y="284487"/>
                </a:lnTo>
                <a:lnTo>
                  <a:pt x="2244773" y="370880"/>
                </a:lnTo>
                <a:lnTo>
                  <a:pt x="2261680" y="370880"/>
                </a:lnTo>
                <a:lnTo>
                  <a:pt x="2261680" y="320160"/>
                </a:lnTo>
                <a:lnTo>
                  <a:pt x="2261684" y="319571"/>
                </a:lnTo>
                <a:lnTo>
                  <a:pt x="2261698" y="318988"/>
                </a:lnTo>
                <a:lnTo>
                  <a:pt x="2261720" y="318411"/>
                </a:lnTo>
                <a:lnTo>
                  <a:pt x="2261750" y="317840"/>
                </a:lnTo>
                <a:lnTo>
                  <a:pt x="2261790" y="317274"/>
                </a:lnTo>
                <a:lnTo>
                  <a:pt x="2261838" y="316715"/>
                </a:lnTo>
                <a:lnTo>
                  <a:pt x="2261896" y="316161"/>
                </a:lnTo>
                <a:close/>
                <a:moveTo>
                  <a:pt x="2693871" y="372120"/>
                </a:moveTo>
                <a:lnTo>
                  <a:pt x="2694748" y="372000"/>
                </a:lnTo>
                <a:lnTo>
                  <a:pt x="2695614" y="371866"/>
                </a:lnTo>
                <a:lnTo>
                  <a:pt x="2696469" y="371718"/>
                </a:lnTo>
                <a:lnTo>
                  <a:pt x="2697313" y="371556"/>
                </a:lnTo>
                <a:lnTo>
                  <a:pt x="2698146" y="371380"/>
                </a:lnTo>
                <a:lnTo>
                  <a:pt x="2698967" y="371190"/>
                </a:lnTo>
                <a:lnTo>
                  <a:pt x="2699778" y="370986"/>
                </a:lnTo>
                <a:lnTo>
                  <a:pt x="2700577" y="370767"/>
                </a:lnTo>
                <a:lnTo>
                  <a:pt x="2701365" y="370535"/>
                </a:lnTo>
                <a:lnTo>
                  <a:pt x="2702142" y="370288"/>
                </a:lnTo>
                <a:lnTo>
                  <a:pt x="2702908" y="370027"/>
                </a:lnTo>
                <a:lnTo>
                  <a:pt x="2703662" y="369753"/>
                </a:lnTo>
                <a:lnTo>
                  <a:pt x="2704406" y="369464"/>
                </a:lnTo>
                <a:lnTo>
                  <a:pt x="2705138" y="369161"/>
                </a:lnTo>
                <a:lnTo>
                  <a:pt x="2705859" y="368844"/>
                </a:lnTo>
                <a:lnTo>
                  <a:pt x="2706569" y="368513"/>
                </a:lnTo>
                <a:lnTo>
                  <a:pt x="2707281" y="368169"/>
                </a:lnTo>
                <a:lnTo>
                  <a:pt x="2707979" y="367813"/>
                </a:lnTo>
                <a:lnTo>
                  <a:pt x="2708664" y="367446"/>
                </a:lnTo>
                <a:lnTo>
                  <a:pt x="2709336" y="367066"/>
                </a:lnTo>
                <a:lnTo>
                  <a:pt x="2709993" y="366675"/>
                </a:lnTo>
                <a:lnTo>
                  <a:pt x="2710638" y="366273"/>
                </a:lnTo>
                <a:lnTo>
                  <a:pt x="2711268" y="365858"/>
                </a:lnTo>
                <a:lnTo>
                  <a:pt x="2711886" y="365432"/>
                </a:lnTo>
                <a:lnTo>
                  <a:pt x="2712489" y="364994"/>
                </a:lnTo>
                <a:lnTo>
                  <a:pt x="2713080" y="364544"/>
                </a:lnTo>
                <a:lnTo>
                  <a:pt x="2713656" y="364083"/>
                </a:lnTo>
                <a:lnTo>
                  <a:pt x="2714220" y="363610"/>
                </a:lnTo>
                <a:lnTo>
                  <a:pt x="2714769" y="363125"/>
                </a:lnTo>
                <a:lnTo>
                  <a:pt x="2715306" y="362628"/>
                </a:lnTo>
                <a:lnTo>
                  <a:pt x="2715828" y="362120"/>
                </a:lnTo>
                <a:lnTo>
                  <a:pt x="2716338" y="361600"/>
                </a:lnTo>
                <a:lnTo>
                  <a:pt x="2716834" y="361068"/>
                </a:lnTo>
                <a:lnTo>
                  <a:pt x="2717316" y="360524"/>
                </a:lnTo>
                <a:lnTo>
                  <a:pt x="2717785" y="359969"/>
                </a:lnTo>
                <a:lnTo>
                  <a:pt x="2718240" y="359402"/>
                </a:lnTo>
                <a:lnTo>
                  <a:pt x="2718681" y="358823"/>
                </a:lnTo>
                <a:lnTo>
                  <a:pt x="2719110" y="358233"/>
                </a:lnTo>
                <a:lnTo>
                  <a:pt x="2719524" y="357630"/>
                </a:lnTo>
                <a:lnTo>
                  <a:pt x="2719926" y="357016"/>
                </a:lnTo>
                <a:lnTo>
                  <a:pt x="2720326" y="356378"/>
                </a:lnTo>
                <a:lnTo>
                  <a:pt x="2720709" y="355730"/>
                </a:lnTo>
                <a:lnTo>
                  <a:pt x="2721075" y="355072"/>
                </a:lnTo>
                <a:lnTo>
                  <a:pt x="2721424" y="354405"/>
                </a:lnTo>
                <a:lnTo>
                  <a:pt x="2721756" y="353729"/>
                </a:lnTo>
                <a:lnTo>
                  <a:pt x="2722071" y="353043"/>
                </a:lnTo>
                <a:lnTo>
                  <a:pt x="2722369" y="352348"/>
                </a:lnTo>
                <a:lnTo>
                  <a:pt x="2722650" y="351644"/>
                </a:lnTo>
                <a:lnTo>
                  <a:pt x="2722914" y="350930"/>
                </a:lnTo>
                <a:lnTo>
                  <a:pt x="2723160" y="350207"/>
                </a:lnTo>
                <a:lnTo>
                  <a:pt x="2723390" y="349474"/>
                </a:lnTo>
                <a:lnTo>
                  <a:pt x="2723603" y="348732"/>
                </a:lnTo>
                <a:lnTo>
                  <a:pt x="2723799" y="347981"/>
                </a:lnTo>
                <a:lnTo>
                  <a:pt x="2723978" y="347220"/>
                </a:lnTo>
                <a:lnTo>
                  <a:pt x="2724139" y="346450"/>
                </a:lnTo>
                <a:lnTo>
                  <a:pt x="2724284" y="345670"/>
                </a:lnTo>
                <a:lnTo>
                  <a:pt x="2724412" y="344881"/>
                </a:lnTo>
                <a:lnTo>
                  <a:pt x="2724522" y="344083"/>
                </a:lnTo>
                <a:lnTo>
                  <a:pt x="2724616" y="343275"/>
                </a:lnTo>
                <a:lnTo>
                  <a:pt x="2724692" y="342458"/>
                </a:lnTo>
                <a:lnTo>
                  <a:pt x="2724752" y="341631"/>
                </a:lnTo>
                <a:lnTo>
                  <a:pt x="2724795" y="340795"/>
                </a:lnTo>
                <a:lnTo>
                  <a:pt x="2724820" y="339950"/>
                </a:lnTo>
                <a:lnTo>
                  <a:pt x="2724829" y="339095"/>
                </a:lnTo>
                <a:lnTo>
                  <a:pt x="2708936" y="339095"/>
                </a:lnTo>
                <a:lnTo>
                  <a:pt x="2708926" y="340001"/>
                </a:lnTo>
                <a:lnTo>
                  <a:pt x="2708896" y="340887"/>
                </a:lnTo>
                <a:lnTo>
                  <a:pt x="2708847" y="341753"/>
                </a:lnTo>
                <a:lnTo>
                  <a:pt x="2708777" y="342599"/>
                </a:lnTo>
                <a:lnTo>
                  <a:pt x="2708687" y="343425"/>
                </a:lnTo>
                <a:lnTo>
                  <a:pt x="2708577" y="344231"/>
                </a:lnTo>
                <a:lnTo>
                  <a:pt x="2708447" y="345017"/>
                </a:lnTo>
                <a:lnTo>
                  <a:pt x="2708298" y="345783"/>
                </a:lnTo>
                <a:lnTo>
                  <a:pt x="2708128" y="346529"/>
                </a:lnTo>
                <a:lnTo>
                  <a:pt x="2707938" y="347255"/>
                </a:lnTo>
                <a:lnTo>
                  <a:pt x="2707729" y="347961"/>
                </a:lnTo>
                <a:lnTo>
                  <a:pt x="2707499" y="348648"/>
                </a:lnTo>
                <a:lnTo>
                  <a:pt x="2707250" y="349314"/>
                </a:lnTo>
                <a:lnTo>
                  <a:pt x="2706980" y="349960"/>
                </a:lnTo>
                <a:lnTo>
                  <a:pt x="2706691" y="350587"/>
                </a:lnTo>
                <a:lnTo>
                  <a:pt x="2706382" y="351193"/>
                </a:lnTo>
                <a:lnTo>
                  <a:pt x="2706052" y="351779"/>
                </a:lnTo>
                <a:lnTo>
                  <a:pt x="2705703" y="352346"/>
                </a:lnTo>
                <a:lnTo>
                  <a:pt x="2705334" y="352893"/>
                </a:lnTo>
                <a:lnTo>
                  <a:pt x="2704945" y="353419"/>
                </a:lnTo>
                <a:lnTo>
                  <a:pt x="2704535" y="353926"/>
                </a:lnTo>
                <a:lnTo>
                  <a:pt x="2704106" y="354412"/>
                </a:lnTo>
                <a:lnTo>
                  <a:pt x="2703657" y="354879"/>
                </a:lnTo>
                <a:lnTo>
                  <a:pt x="2703188" y="355326"/>
                </a:lnTo>
                <a:lnTo>
                  <a:pt x="2702714" y="355753"/>
                </a:lnTo>
                <a:lnTo>
                  <a:pt x="2702222" y="356163"/>
                </a:lnTo>
                <a:lnTo>
                  <a:pt x="2701711" y="356554"/>
                </a:lnTo>
                <a:lnTo>
                  <a:pt x="2701183" y="356927"/>
                </a:lnTo>
                <a:lnTo>
                  <a:pt x="2700636" y="357282"/>
                </a:lnTo>
                <a:lnTo>
                  <a:pt x="2700071" y="357619"/>
                </a:lnTo>
                <a:lnTo>
                  <a:pt x="2699488" y="357937"/>
                </a:lnTo>
                <a:lnTo>
                  <a:pt x="2698886" y="358237"/>
                </a:lnTo>
                <a:lnTo>
                  <a:pt x="2698267" y="358519"/>
                </a:lnTo>
                <a:lnTo>
                  <a:pt x="2697629" y="358783"/>
                </a:lnTo>
                <a:lnTo>
                  <a:pt x="2696973" y="359029"/>
                </a:lnTo>
                <a:lnTo>
                  <a:pt x="2696299" y="359256"/>
                </a:lnTo>
                <a:lnTo>
                  <a:pt x="2695606" y="359466"/>
                </a:lnTo>
                <a:lnTo>
                  <a:pt x="2694896" y="359657"/>
                </a:lnTo>
                <a:lnTo>
                  <a:pt x="2694167" y="359830"/>
                </a:lnTo>
                <a:lnTo>
                  <a:pt x="2693420" y="359984"/>
                </a:lnTo>
                <a:lnTo>
                  <a:pt x="2692655" y="360121"/>
                </a:lnTo>
                <a:lnTo>
                  <a:pt x="2691871" y="360239"/>
                </a:lnTo>
                <a:lnTo>
                  <a:pt x="2691070" y="360339"/>
                </a:lnTo>
                <a:lnTo>
                  <a:pt x="2690250" y="360421"/>
                </a:lnTo>
                <a:lnTo>
                  <a:pt x="2689412" y="360485"/>
                </a:lnTo>
                <a:lnTo>
                  <a:pt x="2688556" y="360530"/>
                </a:lnTo>
                <a:lnTo>
                  <a:pt x="2687681" y="360558"/>
                </a:lnTo>
                <a:lnTo>
                  <a:pt x="2686789" y="360567"/>
                </a:lnTo>
                <a:lnTo>
                  <a:pt x="2685977" y="360555"/>
                </a:lnTo>
                <a:lnTo>
                  <a:pt x="2685178" y="360519"/>
                </a:lnTo>
                <a:lnTo>
                  <a:pt x="2684390" y="360459"/>
                </a:lnTo>
                <a:lnTo>
                  <a:pt x="2683614" y="360374"/>
                </a:lnTo>
                <a:lnTo>
                  <a:pt x="2682850" y="360266"/>
                </a:lnTo>
                <a:lnTo>
                  <a:pt x="2682097" y="360134"/>
                </a:lnTo>
                <a:lnTo>
                  <a:pt x="2681356" y="359977"/>
                </a:lnTo>
                <a:lnTo>
                  <a:pt x="2680627" y="359797"/>
                </a:lnTo>
                <a:lnTo>
                  <a:pt x="2679910" y="359592"/>
                </a:lnTo>
                <a:lnTo>
                  <a:pt x="2679204" y="359363"/>
                </a:lnTo>
                <a:lnTo>
                  <a:pt x="2678510" y="359111"/>
                </a:lnTo>
                <a:lnTo>
                  <a:pt x="2677828" y="358834"/>
                </a:lnTo>
                <a:lnTo>
                  <a:pt x="2677158" y="358533"/>
                </a:lnTo>
                <a:lnTo>
                  <a:pt x="2676499" y="358208"/>
                </a:lnTo>
                <a:lnTo>
                  <a:pt x="2675852" y="357859"/>
                </a:lnTo>
                <a:lnTo>
                  <a:pt x="2675217" y="357486"/>
                </a:lnTo>
                <a:lnTo>
                  <a:pt x="2674593" y="357089"/>
                </a:lnTo>
                <a:lnTo>
                  <a:pt x="2673982" y="356668"/>
                </a:lnTo>
                <a:lnTo>
                  <a:pt x="2673382" y="356222"/>
                </a:lnTo>
                <a:lnTo>
                  <a:pt x="2672794" y="355753"/>
                </a:lnTo>
                <a:lnTo>
                  <a:pt x="2672217" y="355260"/>
                </a:lnTo>
                <a:lnTo>
                  <a:pt x="2671652" y="354742"/>
                </a:lnTo>
                <a:lnTo>
                  <a:pt x="2671099" y="354201"/>
                </a:lnTo>
                <a:lnTo>
                  <a:pt x="2670558" y="353635"/>
                </a:lnTo>
                <a:lnTo>
                  <a:pt x="2670034" y="353046"/>
                </a:lnTo>
                <a:lnTo>
                  <a:pt x="2669532" y="352435"/>
                </a:lnTo>
                <a:lnTo>
                  <a:pt x="2669052" y="351802"/>
                </a:lnTo>
                <a:lnTo>
                  <a:pt x="2668595" y="351146"/>
                </a:lnTo>
                <a:lnTo>
                  <a:pt x="2668160" y="350468"/>
                </a:lnTo>
                <a:lnTo>
                  <a:pt x="2667747" y="349768"/>
                </a:lnTo>
                <a:lnTo>
                  <a:pt x="2667357" y="349045"/>
                </a:lnTo>
                <a:lnTo>
                  <a:pt x="2666989" y="348300"/>
                </a:lnTo>
                <a:lnTo>
                  <a:pt x="2666643" y="347533"/>
                </a:lnTo>
                <a:lnTo>
                  <a:pt x="2666320" y="346743"/>
                </a:lnTo>
                <a:lnTo>
                  <a:pt x="2666019" y="345931"/>
                </a:lnTo>
                <a:lnTo>
                  <a:pt x="2665740" y="345097"/>
                </a:lnTo>
                <a:lnTo>
                  <a:pt x="2665483" y="344241"/>
                </a:lnTo>
                <a:lnTo>
                  <a:pt x="2665249" y="343362"/>
                </a:lnTo>
                <a:lnTo>
                  <a:pt x="2665037" y="342461"/>
                </a:lnTo>
                <a:lnTo>
                  <a:pt x="2664847" y="341537"/>
                </a:lnTo>
                <a:lnTo>
                  <a:pt x="2664680" y="340591"/>
                </a:lnTo>
                <a:lnTo>
                  <a:pt x="2664535" y="339623"/>
                </a:lnTo>
                <a:lnTo>
                  <a:pt x="2664412" y="338633"/>
                </a:lnTo>
                <a:lnTo>
                  <a:pt x="2664312" y="337620"/>
                </a:lnTo>
                <a:lnTo>
                  <a:pt x="2664234" y="336586"/>
                </a:lnTo>
                <a:lnTo>
                  <a:pt x="2664178" y="335528"/>
                </a:lnTo>
                <a:lnTo>
                  <a:pt x="2664145" y="334449"/>
                </a:lnTo>
                <a:lnTo>
                  <a:pt x="2664134" y="333347"/>
                </a:lnTo>
                <a:lnTo>
                  <a:pt x="2664134" y="330473"/>
                </a:lnTo>
                <a:lnTo>
                  <a:pt x="2724829" y="330473"/>
                </a:lnTo>
                <a:lnTo>
                  <a:pt x="2724829" y="318976"/>
                </a:lnTo>
                <a:lnTo>
                  <a:pt x="2724820" y="318107"/>
                </a:lnTo>
                <a:lnTo>
                  <a:pt x="2724796" y="317246"/>
                </a:lnTo>
                <a:lnTo>
                  <a:pt x="2724755" y="316393"/>
                </a:lnTo>
                <a:lnTo>
                  <a:pt x="2724697" y="315548"/>
                </a:lnTo>
                <a:lnTo>
                  <a:pt x="2724623" y="314711"/>
                </a:lnTo>
                <a:lnTo>
                  <a:pt x="2724533" y="313883"/>
                </a:lnTo>
                <a:lnTo>
                  <a:pt x="2724426" y="313063"/>
                </a:lnTo>
                <a:lnTo>
                  <a:pt x="2724303" y="312251"/>
                </a:lnTo>
                <a:lnTo>
                  <a:pt x="2724163" y="311447"/>
                </a:lnTo>
                <a:lnTo>
                  <a:pt x="2724007" y="310652"/>
                </a:lnTo>
                <a:lnTo>
                  <a:pt x="2723834" y="309865"/>
                </a:lnTo>
                <a:lnTo>
                  <a:pt x="2723645" y="309086"/>
                </a:lnTo>
                <a:lnTo>
                  <a:pt x="2723440" y="308315"/>
                </a:lnTo>
                <a:lnTo>
                  <a:pt x="2723218" y="307552"/>
                </a:lnTo>
                <a:lnTo>
                  <a:pt x="2722980" y="306798"/>
                </a:lnTo>
                <a:lnTo>
                  <a:pt x="2722725" y="306052"/>
                </a:lnTo>
                <a:lnTo>
                  <a:pt x="2722454" y="305314"/>
                </a:lnTo>
                <a:lnTo>
                  <a:pt x="2722166" y="304584"/>
                </a:lnTo>
                <a:lnTo>
                  <a:pt x="2721862" y="303863"/>
                </a:lnTo>
                <a:lnTo>
                  <a:pt x="2721541" y="303150"/>
                </a:lnTo>
                <a:lnTo>
                  <a:pt x="2721204" y="302445"/>
                </a:lnTo>
                <a:lnTo>
                  <a:pt x="2720851" y="301748"/>
                </a:lnTo>
                <a:lnTo>
                  <a:pt x="2720481" y="301059"/>
                </a:lnTo>
                <a:lnTo>
                  <a:pt x="2720095" y="300379"/>
                </a:lnTo>
                <a:lnTo>
                  <a:pt x="2719708" y="299708"/>
                </a:lnTo>
                <a:lnTo>
                  <a:pt x="2719307" y="299050"/>
                </a:lnTo>
                <a:lnTo>
                  <a:pt x="2718893" y="298403"/>
                </a:lnTo>
                <a:lnTo>
                  <a:pt x="2718465" y="297768"/>
                </a:lnTo>
                <a:lnTo>
                  <a:pt x="2718024" y="297144"/>
                </a:lnTo>
                <a:lnTo>
                  <a:pt x="2717569" y="296532"/>
                </a:lnTo>
                <a:lnTo>
                  <a:pt x="2717101" y="295933"/>
                </a:lnTo>
                <a:lnTo>
                  <a:pt x="2716620" y="295344"/>
                </a:lnTo>
                <a:lnTo>
                  <a:pt x="2716124" y="294768"/>
                </a:lnTo>
                <a:lnTo>
                  <a:pt x="2715616" y="294203"/>
                </a:lnTo>
                <a:lnTo>
                  <a:pt x="2715094" y="293650"/>
                </a:lnTo>
                <a:lnTo>
                  <a:pt x="2714558" y="293109"/>
                </a:lnTo>
                <a:lnTo>
                  <a:pt x="2714009" y="292579"/>
                </a:lnTo>
                <a:lnTo>
                  <a:pt x="2713446" y="292062"/>
                </a:lnTo>
                <a:lnTo>
                  <a:pt x="2712870" y="291556"/>
                </a:lnTo>
                <a:lnTo>
                  <a:pt x="2712280" y="291061"/>
                </a:lnTo>
                <a:lnTo>
                  <a:pt x="2711677" y="290579"/>
                </a:lnTo>
                <a:lnTo>
                  <a:pt x="2711060" y="290108"/>
                </a:lnTo>
                <a:lnTo>
                  <a:pt x="2710430" y="289649"/>
                </a:lnTo>
                <a:lnTo>
                  <a:pt x="2709786" y="289202"/>
                </a:lnTo>
                <a:lnTo>
                  <a:pt x="2709129" y="288766"/>
                </a:lnTo>
                <a:lnTo>
                  <a:pt x="2708459" y="288342"/>
                </a:lnTo>
                <a:lnTo>
                  <a:pt x="2707774" y="287930"/>
                </a:lnTo>
                <a:lnTo>
                  <a:pt x="2707077" y="287530"/>
                </a:lnTo>
                <a:lnTo>
                  <a:pt x="2706380" y="287143"/>
                </a:lnTo>
                <a:lnTo>
                  <a:pt x="2705672" y="286774"/>
                </a:lnTo>
                <a:lnTo>
                  <a:pt x="2704953" y="286420"/>
                </a:lnTo>
                <a:lnTo>
                  <a:pt x="2704221" y="286083"/>
                </a:lnTo>
                <a:lnTo>
                  <a:pt x="2703478" y="285763"/>
                </a:lnTo>
                <a:lnTo>
                  <a:pt x="2702723" y="285459"/>
                </a:lnTo>
                <a:lnTo>
                  <a:pt x="2701957" y="285171"/>
                </a:lnTo>
                <a:lnTo>
                  <a:pt x="2701178" y="284900"/>
                </a:lnTo>
                <a:lnTo>
                  <a:pt x="2700388" y="284645"/>
                </a:lnTo>
                <a:lnTo>
                  <a:pt x="2699586" y="284407"/>
                </a:lnTo>
                <a:lnTo>
                  <a:pt x="2698772" y="284185"/>
                </a:lnTo>
                <a:lnTo>
                  <a:pt x="2697947" y="283979"/>
                </a:lnTo>
                <a:lnTo>
                  <a:pt x="2697110" y="283790"/>
                </a:lnTo>
                <a:lnTo>
                  <a:pt x="2696261" y="283618"/>
                </a:lnTo>
                <a:lnTo>
                  <a:pt x="2695400" y="283462"/>
                </a:lnTo>
                <a:lnTo>
                  <a:pt x="2694528" y="283322"/>
                </a:lnTo>
                <a:lnTo>
                  <a:pt x="2693644" y="283199"/>
                </a:lnTo>
                <a:lnTo>
                  <a:pt x="2692748" y="283092"/>
                </a:lnTo>
                <a:lnTo>
                  <a:pt x="2691841" y="283001"/>
                </a:lnTo>
                <a:lnTo>
                  <a:pt x="2690921" y="282927"/>
                </a:lnTo>
                <a:lnTo>
                  <a:pt x="2689990" y="282870"/>
                </a:lnTo>
                <a:lnTo>
                  <a:pt x="2689047" y="282829"/>
                </a:lnTo>
                <a:lnTo>
                  <a:pt x="2688093" y="282804"/>
                </a:lnTo>
                <a:lnTo>
                  <a:pt x="2687127" y="282796"/>
                </a:lnTo>
                <a:lnTo>
                  <a:pt x="2686090" y="282805"/>
                </a:lnTo>
                <a:lnTo>
                  <a:pt x="2685065" y="282834"/>
                </a:lnTo>
                <a:lnTo>
                  <a:pt x="2684052" y="282880"/>
                </a:lnTo>
                <a:lnTo>
                  <a:pt x="2683050" y="282946"/>
                </a:lnTo>
                <a:lnTo>
                  <a:pt x="2682061" y="283031"/>
                </a:lnTo>
                <a:lnTo>
                  <a:pt x="2681083" y="283134"/>
                </a:lnTo>
                <a:lnTo>
                  <a:pt x="2680116" y="283256"/>
                </a:lnTo>
                <a:lnTo>
                  <a:pt x="2679162" y="283397"/>
                </a:lnTo>
                <a:lnTo>
                  <a:pt x="2678219" y="283557"/>
                </a:lnTo>
                <a:lnTo>
                  <a:pt x="2677288" y="283735"/>
                </a:lnTo>
                <a:lnTo>
                  <a:pt x="2676369" y="283932"/>
                </a:lnTo>
                <a:lnTo>
                  <a:pt x="2675461" y="284148"/>
                </a:lnTo>
                <a:lnTo>
                  <a:pt x="2674565" y="284383"/>
                </a:lnTo>
                <a:lnTo>
                  <a:pt x="2673681" y="284637"/>
                </a:lnTo>
                <a:lnTo>
                  <a:pt x="2672809" y="284909"/>
                </a:lnTo>
                <a:lnTo>
                  <a:pt x="2671948" y="285200"/>
                </a:lnTo>
                <a:lnTo>
                  <a:pt x="2671099" y="285510"/>
                </a:lnTo>
                <a:lnTo>
                  <a:pt x="2670262" y="285839"/>
                </a:lnTo>
                <a:lnTo>
                  <a:pt x="2669437" y="286186"/>
                </a:lnTo>
                <a:lnTo>
                  <a:pt x="2668623" y="286553"/>
                </a:lnTo>
                <a:lnTo>
                  <a:pt x="2667821" y="286938"/>
                </a:lnTo>
                <a:lnTo>
                  <a:pt x="2667031" y="287342"/>
                </a:lnTo>
                <a:lnTo>
                  <a:pt x="2666253" y="287764"/>
                </a:lnTo>
                <a:lnTo>
                  <a:pt x="2665486" y="288206"/>
                </a:lnTo>
                <a:lnTo>
                  <a:pt x="2664733" y="288650"/>
                </a:lnTo>
                <a:lnTo>
                  <a:pt x="2663994" y="289110"/>
                </a:lnTo>
                <a:lnTo>
                  <a:pt x="2663270" y="289585"/>
                </a:lnTo>
                <a:lnTo>
                  <a:pt x="2662560" y="290075"/>
                </a:lnTo>
                <a:lnTo>
                  <a:pt x="2661866" y="290580"/>
                </a:lnTo>
                <a:lnTo>
                  <a:pt x="2661185" y="291101"/>
                </a:lnTo>
                <a:lnTo>
                  <a:pt x="2660520" y="291637"/>
                </a:lnTo>
                <a:lnTo>
                  <a:pt x="2659869" y="292188"/>
                </a:lnTo>
                <a:lnTo>
                  <a:pt x="2659233" y="292755"/>
                </a:lnTo>
                <a:lnTo>
                  <a:pt x="2658612" y="293337"/>
                </a:lnTo>
                <a:lnTo>
                  <a:pt x="2658005" y="293934"/>
                </a:lnTo>
                <a:lnTo>
                  <a:pt x="2657413" y="294546"/>
                </a:lnTo>
                <a:lnTo>
                  <a:pt x="2656836" y="295173"/>
                </a:lnTo>
                <a:lnTo>
                  <a:pt x="2656273" y="295816"/>
                </a:lnTo>
                <a:lnTo>
                  <a:pt x="2655725" y="296474"/>
                </a:lnTo>
                <a:lnTo>
                  <a:pt x="2655192" y="297148"/>
                </a:lnTo>
                <a:lnTo>
                  <a:pt x="2654673" y="297836"/>
                </a:lnTo>
                <a:lnTo>
                  <a:pt x="2654169" y="298540"/>
                </a:lnTo>
                <a:lnTo>
                  <a:pt x="2653680" y="299259"/>
                </a:lnTo>
                <a:lnTo>
                  <a:pt x="2653205" y="299994"/>
                </a:lnTo>
                <a:lnTo>
                  <a:pt x="2652745" y="300743"/>
                </a:lnTo>
                <a:lnTo>
                  <a:pt x="2652300" y="301508"/>
                </a:lnTo>
                <a:lnTo>
                  <a:pt x="2651869" y="302288"/>
                </a:lnTo>
                <a:lnTo>
                  <a:pt x="2651454" y="303084"/>
                </a:lnTo>
                <a:lnTo>
                  <a:pt x="2651053" y="303893"/>
                </a:lnTo>
                <a:lnTo>
                  <a:pt x="2650670" y="304715"/>
                </a:lnTo>
                <a:lnTo>
                  <a:pt x="2650304" y="305549"/>
                </a:lnTo>
                <a:lnTo>
                  <a:pt x="2649955" y="306395"/>
                </a:lnTo>
                <a:lnTo>
                  <a:pt x="2649623" y="307253"/>
                </a:lnTo>
                <a:lnTo>
                  <a:pt x="2649309" y="308124"/>
                </a:lnTo>
                <a:lnTo>
                  <a:pt x="2649011" y="309007"/>
                </a:lnTo>
                <a:lnTo>
                  <a:pt x="2648730" y="309903"/>
                </a:lnTo>
                <a:lnTo>
                  <a:pt x="2648466" y="310811"/>
                </a:lnTo>
                <a:lnTo>
                  <a:pt x="2648219" y="311731"/>
                </a:lnTo>
                <a:lnTo>
                  <a:pt x="2647989" y="312664"/>
                </a:lnTo>
                <a:lnTo>
                  <a:pt x="2647776" y="313608"/>
                </a:lnTo>
                <a:lnTo>
                  <a:pt x="2647581" y="314566"/>
                </a:lnTo>
                <a:lnTo>
                  <a:pt x="2647402" y="315535"/>
                </a:lnTo>
                <a:lnTo>
                  <a:pt x="2647240" y="316517"/>
                </a:lnTo>
                <a:lnTo>
                  <a:pt x="2647095" y="317511"/>
                </a:lnTo>
                <a:lnTo>
                  <a:pt x="2646968" y="318517"/>
                </a:lnTo>
                <a:lnTo>
                  <a:pt x="2646857" y="319536"/>
                </a:lnTo>
                <a:lnTo>
                  <a:pt x="2646763" y="320567"/>
                </a:lnTo>
                <a:lnTo>
                  <a:pt x="2646687" y="321611"/>
                </a:lnTo>
                <a:lnTo>
                  <a:pt x="2646627" y="322667"/>
                </a:lnTo>
                <a:lnTo>
                  <a:pt x="2646585" y="323735"/>
                </a:lnTo>
                <a:lnTo>
                  <a:pt x="2646559" y="324815"/>
                </a:lnTo>
                <a:lnTo>
                  <a:pt x="2646551" y="325908"/>
                </a:lnTo>
                <a:lnTo>
                  <a:pt x="2646551" y="329458"/>
                </a:lnTo>
                <a:lnTo>
                  <a:pt x="2646558" y="330510"/>
                </a:lnTo>
                <a:lnTo>
                  <a:pt x="2646580" y="331552"/>
                </a:lnTo>
                <a:lnTo>
                  <a:pt x="2646617" y="332584"/>
                </a:lnTo>
                <a:lnTo>
                  <a:pt x="2646668" y="333605"/>
                </a:lnTo>
                <a:lnTo>
                  <a:pt x="2646734" y="334617"/>
                </a:lnTo>
                <a:lnTo>
                  <a:pt x="2646815" y="335619"/>
                </a:lnTo>
                <a:lnTo>
                  <a:pt x="2646910" y="336611"/>
                </a:lnTo>
                <a:lnTo>
                  <a:pt x="2647020" y="337592"/>
                </a:lnTo>
                <a:lnTo>
                  <a:pt x="2647145" y="338564"/>
                </a:lnTo>
                <a:lnTo>
                  <a:pt x="2647284" y="339526"/>
                </a:lnTo>
                <a:lnTo>
                  <a:pt x="2647439" y="340478"/>
                </a:lnTo>
                <a:lnTo>
                  <a:pt x="2647607" y="341420"/>
                </a:lnTo>
                <a:lnTo>
                  <a:pt x="2647791" y="342352"/>
                </a:lnTo>
                <a:lnTo>
                  <a:pt x="2647989" y="343274"/>
                </a:lnTo>
                <a:lnTo>
                  <a:pt x="2648202" y="344186"/>
                </a:lnTo>
                <a:lnTo>
                  <a:pt x="2648429" y="345088"/>
                </a:lnTo>
                <a:lnTo>
                  <a:pt x="2648671" y="345980"/>
                </a:lnTo>
                <a:lnTo>
                  <a:pt x="2648928" y="346862"/>
                </a:lnTo>
                <a:lnTo>
                  <a:pt x="2649200" y="347734"/>
                </a:lnTo>
                <a:lnTo>
                  <a:pt x="2649486" y="348596"/>
                </a:lnTo>
                <a:lnTo>
                  <a:pt x="2649787" y="349448"/>
                </a:lnTo>
                <a:lnTo>
                  <a:pt x="2650102" y="350290"/>
                </a:lnTo>
                <a:lnTo>
                  <a:pt x="2650433" y="351122"/>
                </a:lnTo>
                <a:lnTo>
                  <a:pt x="2650777" y="351944"/>
                </a:lnTo>
                <a:lnTo>
                  <a:pt x="2651151" y="352754"/>
                </a:lnTo>
                <a:lnTo>
                  <a:pt x="2651541" y="353548"/>
                </a:lnTo>
                <a:lnTo>
                  <a:pt x="2651945" y="354327"/>
                </a:lnTo>
                <a:lnTo>
                  <a:pt x="2652365" y="355091"/>
                </a:lnTo>
                <a:lnTo>
                  <a:pt x="2652800" y="355839"/>
                </a:lnTo>
                <a:lnTo>
                  <a:pt x="2653250" y="356573"/>
                </a:lnTo>
                <a:lnTo>
                  <a:pt x="2653716" y="357291"/>
                </a:lnTo>
                <a:lnTo>
                  <a:pt x="2654196" y="357993"/>
                </a:lnTo>
                <a:lnTo>
                  <a:pt x="2654692" y="358681"/>
                </a:lnTo>
                <a:lnTo>
                  <a:pt x="2655204" y="359353"/>
                </a:lnTo>
                <a:lnTo>
                  <a:pt x="2655730" y="360010"/>
                </a:lnTo>
                <a:lnTo>
                  <a:pt x="2656272" y="360651"/>
                </a:lnTo>
                <a:lnTo>
                  <a:pt x="2656829" y="361278"/>
                </a:lnTo>
                <a:lnTo>
                  <a:pt x="2657402" y="361889"/>
                </a:lnTo>
                <a:lnTo>
                  <a:pt x="2657989" y="362485"/>
                </a:lnTo>
                <a:lnTo>
                  <a:pt x="2658592" y="363065"/>
                </a:lnTo>
                <a:lnTo>
                  <a:pt x="2659210" y="363631"/>
                </a:lnTo>
                <a:lnTo>
                  <a:pt x="2659844" y="364181"/>
                </a:lnTo>
                <a:lnTo>
                  <a:pt x="2660492" y="364715"/>
                </a:lnTo>
                <a:lnTo>
                  <a:pt x="2661156" y="365235"/>
                </a:lnTo>
                <a:lnTo>
                  <a:pt x="2661835" y="365739"/>
                </a:lnTo>
                <a:lnTo>
                  <a:pt x="2662530" y="366228"/>
                </a:lnTo>
                <a:lnTo>
                  <a:pt x="2663240" y="366702"/>
                </a:lnTo>
                <a:lnTo>
                  <a:pt x="2663964" y="367160"/>
                </a:lnTo>
                <a:lnTo>
                  <a:pt x="2664719" y="367602"/>
                </a:lnTo>
                <a:lnTo>
                  <a:pt x="2665490" y="368025"/>
                </a:lnTo>
                <a:lnTo>
                  <a:pt x="2666276" y="368428"/>
                </a:lnTo>
                <a:lnTo>
                  <a:pt x="2667078" y="368814"/>
                </a:lnTo>
                <a:lnTo>
                  <a:pt x="2667896" y="369180"/>
                </a:lnTo>
                <a:lnTo>
                  <a:pt x="2668730" y="369527"/>
                </a:lnTo>
                <a:lnTo>
                  <a:pt x="2669580" y="369856"/>
                </a:lnTo>
                <a:lnTo>
                  <a:pt x="2670445" y="370166"/>
                </a:lnTo>
                <a:lnTo>
                  <a:pt x="2671327" y="370457"/>
                </a:lnTo>
                <a:lnTo>
                  <a:pt x="2672224" y="370730"/>
                </a:lnTo>
                <a:lnTo>
                  <a:pt x="2673137" y="370983"/>
                </a:lnTo>
                <a:lnTo>
                  <a:pt x="2674066" y="371218"/>
                </a:lnTo>
                <a:lnTo>
                  <a:pt x="2675011" y="371434"/>
                </a:lnTo>
                <a:lnTo>
                  <a:pt x="2675972" y="371631"/>
                </a:lnTo>
                <a:lnTo>
                  <a:pt x="2676949" y="371810"/>
                </a:lnTo>
                <a:lnTo>
                  <a:pt x="2677941" y="371969"/>
                </a:lnTo>
                <a:lnTo>
                  <a:pt x="2678949" y="372110"/>
                </a:lnTo>
                <a:lnTo>
                  <a:pt x="2679973" y="372232"/>
                </a:lnTo>
                <a:lnTo>
                  <a:pt x="2681013" y="372336"/>
                </a:lnTo>
                <a:lnTo>
                  <a:pt x="2682069" y="372420"/>
                </a:lnTo>
                <a:lnTo>
                  <a:pt x="2683141" y="372486"/>
                </a:lnTo>
                <a:lnTo>
                  <a:pt x="2684228" y="372533"/>
                </a:lnTo>
                <a:lnTo>
                  <a:pt x="2685331" y="372561"/>
                </a:lnTo>
                <a:lnTo>
                  <a:pt x="2686451" y="372571"/>
                </a:lnTo>
                <a:lnTo>
                  <a:pt x="2687417" y="372564"/>
                </a:lnTo>
                <a:lnTo>
                  <a:pt x="2688373" y="372542"/>
                </a:lnTo>
                <a:lnTo>
                  <a:pt x="2689317" y="372507"/>
                </a:lnTo>
                <a:lnTo>
                  <a:pt x="2690250" y="372458"/>
                </a:lnTo>
                <a:lnTo>
                  <a:pt x="2691172" y="372394"/>
                </a:lnTo>
                <a:lnTo>
                  <a:pt x="2692083" y="372317"/>
                </a:lnTo>
                <a:lnTo>
                  <a:pt x="2692982" y="372225"/>
                </a:lnTo>
                <a:lnTo>
                  <a:pt x="2693871" y="372120"/>
                </a:lnTo>
                <a:close/>
                <a:moveTo>
                  <a:pt x="2664518" y="315314"/>
                </a:moveTo>
                <a:lnTo>
                  <a:pt x="2664584" y="314843"/>
                </a:lnTo>
                <a:lnTo>
                  <a:pt x="2664659" y="314374"/>
                </a:lnTo>
                <a:lnTo>
                  <a:pt x="2664743" y="313907"/>
                </a:lnTo>
                <a:lnTo>
                  <a:pt x="2664835" y="313440"/>
                </a:lnTo>
                <a:lnTo>
                  <a:pt x="2664937" y="312974"/>
                </a:lnTo>
                <a:lnTo>
                  <a:pt x="2665047" y="312510"/>
                </a:lnTo>
                <a:lnTo>
                  <a:pt x="2665166" y="312047"/>
                </a:lnTo>
                <a:lnTo>
                  <a:pt x="2665293" y="311585"/>
                </a:lnTo>
                <a:lnTo>
                  <a:pt x="2665430" y="311124"/>
                </a:lnTo>
                <a:lnTo>
                  <a:pt x="2665575" y="310664"/>
                </a:lnTo>
                <a:lnTo>
                  <a:pt x="2665729" y="310206"/>
                </a:lnTo>
                <a:lnTo>
                  <a:pt x="2665892" y="309749"/>
                </a:lnTo>
                <a:lnTo>
                  <a:pt x="2666064" y="309292"/>
                </a:lnTo>
                <a:lnTo>
                  <a:pt x="2666244" y="308838"/>
                </a:lnTo>
                <a:lnTo>
                  <a:pt x="2666434" y="308384"/>
                </a:lnTo>
                <a:lnTo>
                  <a:pt x="2666632" y="307931"/>
                </a:lnTo>
                <a:lnTo>
                  <a:pt x="2666839" y="307480"/>
                </a:lnTo>
                <a:lnTo>
                  <a:pt x="2667068" y="307018"/>
                </a:lnTo>
                <a:lnTo>
                  <a:pt x="2667305" y="306564"/>
                </a:lnTo>
                <a:lnTo>
                  <a:pt x="2667549" y="306117"/>
                </a:lnTo>
                <a:lnTo>
                  <a:pt x="2667801" y="305676"/>
                </a:lnTo>
                <a:lnTo>
                  <a:pt x="2668061" y="305243"/>
                </a:lnTo>
                <a:lnTo>
                  <a:pt x="2668329" y="304817"/>
                </a:lnTo>
                <a:lnTo>
                  <a:pt x="2668604" y="304398"/>
                </a:lnTo>
                <a:lnTo>
                  <a:pt x="2668886" y="303986"/>
                </a:lnTo>
                <a:lnTo>
                  <a:pt x="2669177" y="303581"/>
                </a:lnTo>
                <a:lnTo>
                  <a:pt x="2669475" y="303183"/>
                </a:lnTo>
                <a:lnTo>
                  <a:pt x="2669780" y="302792"/>
                </a:lnTo>
                <a:lnTo>
                  <a:pt x="2670093" y="302408"/>
                </a:lnTo>
                <a:lnTo>
                  <a:pt x="2670414" y="302031"/>
                </a:lnTo>
                <a:lnTo>
                  <a:pt x="2670743" y="301661"/>
                </a:lnTo>
                <a:lnTo>
                  <a:pt x="2671079" y="301298"/>
                </a:lnTo>
                <a:lnTo>
                  <a:pt x="2671422" y="300942"/>
                </a:lnTo>
                <a:lnTo>
                  <a:pt x="2671774" y="300594"/>
                </a:lnTo>
                <a:lnTo>
                  <a:pt x="2672133" y="300252"/>
                </a:lnTo>
                <a:lnTo>
                  <a:pt x="2672499" y="299917"/>
                </a:lnTo>
                <a:lnTo>
                  <a:pt x="2672874" y="299590"/>
                </a:lnTo>
                <a:lnTo>
                  <a:pt x="2673255" y="299269"/>
                </a:lnTo>
                <a:lnTo>
                  <a:pt x="2673645" y="298956"/>
                </a:lnTo>
                <a:lnTo>
                  <a:pt x="2674042" y="298649"/>
                </a:lnTo>
                <a:lnTo>
                  <a:pt x="2674447" y="298350"/>
                </a:lnTo>
                <a:lnTo>
                  <a:pt x="2674873" y="298060"/>
                </a:lnTo>
                <a:lnTo>
                  <a:pt x="2675307" y="297783"/>
                </a:lnTo>
                <a:lnTo>
                  <a:pt x="2675749" y="297518"/>
                </a:lnTo>
                <a:lnTo>
                  <a:pt x="2676198" y="297265"/>
                </a:lnTo>
                <a:lnTo>
                  <a:pt x="2676655" y="297025"/>
                </a:lnTo>
                <a:lnTo>
                  <a:pt x="2677120" y="296797"/>
                </a:lnTo>
                <a:lnTo>
                  <a:pt x="2677592" y="296581"/>
                </a:lnTo>
                <a:lnTo>
                  <a:pt x="2678072" y="296378"/>
                </a:lnTo>
                <a:lnTo>
                  <a:pt x="2678560" y="296187"/>
                </a:lnTo>
                <a:lnTo>
                  <a:pt x="2679055" y="296008"/>
                </a:lnTo>
                <a:lnTo>
                  <a:pt x="2679558" y="295841"/>
                </a:lnTo>
                <a:lnTo>
                  <a:pt x="2680068" y="295687"/>
                </a:lnTo>
                <a:lnTo>
                  <a:pt x="2680586" y="295546"/>
                </a:lnTo>
                <a:lnTo>
                  <a:pt x="2681112" y="295416"/>
                </a:lnTo>
                <a:lnTo>
                  <a:pt x="2681645" y="295299"/>
                </a:lnTo>
                <a:lnTo>
                  <a:pt x="2682186" y="295194"/>
                </a:lnTo>
                <a:lnTo>
                  <a:pt x="2682735" y="295102"/>
                </a:lnTo>
                <a:lnTo>
                  <a:pt x="2683291" y="295022"/>
                </a:lnTo>
                <a:lnTo>
                  <a:pt x="2683855" y="294954"/>
                </a:lnTo>
                <a:lnTo>
                  <a:pt x="2684426" y="294898"/>
                </a:lnTo>
                <a:lnTo>
                  <a:pt x="2685006" y="294855"/>
                </a:lnTo>
                <a:lnTo>
                  <a:pt x="2685592" y="294824"/>
                </a:lnTo>
                <a:lnTo>
                  <a:pt x="2686187" y="294806"/>
                </a:lnTo>
                <a:lnTo>
                  <a:pt x="2686789" y="294800"/>
                </a:lnTo>
                <a:lnTo>
                  <a:pt x="2687321" y="294805"/>
                </a:lnTo>
                <a:lnTo>
                  <a:pt x="2687849" y="294820"/>
                </a:lnTo>
                <a:lnTo>
                  <a:pt x="2688371" y="294845"/>
                </a:lnTo>
                <a:lnTo>
                  <a:pt x="2688888" y="294880"/>
                </a:lnTo>
                <a:lnTo>
                  <a:pt x="2689400" y="294924"/>
                </a:lnTo>
                <a:lnTo>
                  <a:pt x="2689906" y="294979"/>
                </a:lnTo>
                <a:lnTo>
                  <a:pt x="2690407" y="295044"/>
                </a:lnTo>
                <a:lnTo>
                  <a:pt x="2690903" y="295119"/>
                </a:lnTo>
                <a:lnTo>
                  <a:pt x="2691393" y="295204"/>
                </a:lnTo>
                <a:lnTo>
                  <a:pt x="2691878" y="295299"/>
                </a:lnTo>
                <a:lnTo>
                  <a:pt x="2692358" y="295404"/>
                </a:lnTo>
                <a:lnTo>
                  <a:pt x="2692833" y="295518"/>
                </a:lnTo>
                <a:lnTo>
                  <a:pt x="2693302" y="295643"/>
                </a:lnTo>
                <a:lnTo>
                  <a:pt x="2693766" y="295778"/>
                </a:lnTo>
                <a:lnTo>
                  <a:pt x="2694225" y="295922"/>
                </a:lnTo>
                <a:lnTo>
                  <a:pt x="2694678" y="296077"/>
                </a:lnTo>
                <a:lnTo>
                  <a:pt x="2695127" y="296242"/>
                </a:lnTo>
                <a:lnTo>
                  <a:pt x="2695569" y="296416"/>
                </a:lnTo>
                <a:lnTo>
                  <a:pt x="2696007" y="296601"/>
                </a:lnTo>
                <a:lnTo>
                  <a:pt x="2696439" y="296796"/>
                </a:lnTo>
                <a:lnTo>
                  <a:pt x="2696867" y="297000"/>
                </a:lnTo>
                <a:lnTo>
                  <a:pt x="2697288" y="297215"/>
                </a:lnTo>
                <a:lnTo>
                  <a:pt x="2697705" y="297439"/>
                </a:lnTo>
                <a:lnTo>
                  <a:pt x="2698116" y="297674"/>
                </a:lnTo>
                <a:lnTo>
                  <a:pt x="2698521" y="297917"/>
                </a:lnTo>
                <a:lnTo>
                  <a:pt x="2698917" y="298168"/>
                </a:lnTo>
                <a:lnTo>
                  <a:pt x="2699305" y="298427"/>
                </a:lnTo>
                <a:lnTo>
                  <a:pt x="2699685" y="298693"/>
                </a:lnTo>
                <a:lnTo>
                  <a:pt x="2700056" y="298967"/>
                </a:lnTo>
                <a:lnTo>
                  <a:pt x="2700420" y="299248"/>
                </a:lnTo>
                <a:lnTo>
                  <a:pt x="2700775" y="299537"/>
                </a:lnTo>
                <a:lnTo>
                  <a:pt x="2701122" y="299834"/>
                </a:lnTo>
                <a:lnTo>
                  <a:pt x="2701460" y="300139"/>
                </a:lnTo>
                <a:lnTo>
                  <a:pt x="2701791" y="300451"/>
                </a:lnTo>
                <a:lnTo>
                  <a:pt x="2702113" y="300770"/>
                </a:lnTo>
                <a:lnTo>
                  <a:pt x="2702427" y="301097"/>
                </a:lnTo>
                <a:lnTo>
                  <a:pt x="2702733" y="301432"/>
                </a:lnTo>
                <a:lnTo>
                  <a:pt x="2703031" y="301775"/>
                </a:lnTo>
                <a:lnTo>
                  <a:pt x="2703320" y="302125"/>
                </a:lnTo>
                <a:lnTo>
                  <a:pt x="2703602" y="302483"/>
                </a:lnTo>
                <a:lnTo>
                  <a:pt x="2703875" y="302848"/>
                </a:lnTo>
                <a:lnTo>
                  <a:pt x="2704139" y="303221"/>
                </a:lnTo>
                <a:lnTo>
                  <a:pt x="2704396" y="303602"/>
                </a:lnTo>
                <a:lnTo>
                  <a:pt x="2704644" y="303990"/>
                </a:lnTo>
                <a:lnTo>
                  <a:pt x="2704884" y="304386"/>
                </a:lnTo>
                <a:lnTo>
                  <a:pt x="2705116" y="304790"/>
                </a:lnTo>
                <a:lnTo>
                  <a:pt x="2705340" y="305201"/>
                </a:lnTo>
                <a:lnTo>
                  <a:pt x="2705555" y="305620"/>
                </a:lnTo>
                <a:lnTo>
                  <a:pt x="2705776" y="306031"/>
                </a:lnTo>
                <a:lnTo>
                  <a:pt x="2705987" y="306448"/>
                </a:lnTo>
                <a:lnTo>
                  <a:pt x="2706189" y="306869"/>
                </a:lnTo>
                <a:lnTo>
                  <a:pt x="2706382" y="307297"/>
                </a:lnTo>
                <a:lnTo>
                  <a:pt x="2706565" y="307729"/>
                </a:lnTo>
                <a:lnTo>
                  <a:pt x="2706739" y="308167"/>
                </a:lnTo>
                <a:lnTo>
                  <a:pt x="2706903" y="308609"/>
                </a:lnTo>
                <a:lnTo>
                  <a:pt x="2707058" y="309058"/>
                </a:lnTo>
                <a:lnTo>
                  <a:pt x="2707204" y="309511"/>
                </a:lnTo>
                <a:lnTo>
                  <a:pt x="2707340" y="309970"/>
                </a:lnTo>
                <a:lnTo>
                  <a:pt x="2707467" y="310434"/>
                </a:lnTo>
                <a:lnTo>
                  <a:pt x="2707584" y="310903"/>
                </a:lnTo>
                <a:lnTo>
                  <a:pt x="2707692" y="311378"/>
                </a:lnTo>
                <a:lnTo>
                  <a:pt x="2707791" y="311858"/>
                </a:lnTo>
                <a:lnTo>
                  <a:pt x="2707880" y="312343"/>
                </a:lnTo>
                <a:lnTo>
                  <a:pt x="2707960" y="312833"/>
                </a:lnTo>
                <a:lnTo>
                  <a:pt x="2708030" y="313329"/>
                </a:lnTo>
                <a:lnTo>
                  <a:pt x="2708091" y="313830"/>
                </a:lnTo>
                <a:lnTo>
                  <a:pt x="2708143" y="314337"/>
                </a:lnTo>
                <a:lnTo>
                  <a:pt x="2708185" y="314848"/>
                </a:lnTo>
                <a:lnTo>
                  <a:pt x="2708218" y="315365"/>
                </a:lnTo>
                <a:lnTo>
                  <a:pt x="2708241" y="315887"/>
                </a:lnTo>
                <a:lnTo>
                  <a:pt x="2708255" y="316415"/>
                </a:lnTo>
                <a:lnTo>
                  <a:pt x="2708260" y="316947"/>
                </a:lnTo>
                <a:lnTo>
                  <a:pt x="2708260" y="319484"/>
                </a:lnTo>
                <a:lnTo>
                  <a:pt x="2664303" y="319484"/>
                </a:lnTo>
                <a:lnTo>
                  <a:pt x="2664303" y="318638"/>
                </a:lnTo>
                <a:lnTo>
                  <a:pt x="2664307" y="318160"/>
                </a:lnTo>
                <a:lnTo>
                  <a:pt x="2664320" y="317682"/>
                </a:lnTo>
                <a:lnTo>
                  <a:pt x="2664342" y="317206"/>
                </a:lnTo>
                <a:lnTo>
                  <a:pt x="2664373" y="316731"/>
                </a:lnTo>
                <a:lnTo>
                  <a:pt x="2664413" y="316258"/>
                </a:lnTo>
                <a:lnTo>
                  <a:pt x="2664461" y="315785"/>
                </a:lnTo>
                <a:lnTo>
                  <a:pt x="2664518" y="315314"/>
                </a:lnTo>
                <a:close/>
                <a:moveTo>
                  <a:pt x="2187526" y="371969"/>
                </a:moveTo>
                <a:lnTo>
                  <a:pt x="2188463" y="371810"/>
                </a:lnTo>
                <a:lnTo>
                  <a:pt x="2189389" y="371631"/>
                </a:lnTo>
                <a:lnTo>
                  <a:pt x="2190302" y="371434"/>
                </a:lnTo>
                <a:lnTo>
                  <a:pt x="2191203" y="371218"/>
                </a:lnTo>
                <a:lnTo>
                  <a:pt x="2192091" y="370983"/>
                </a:lnTo>
                <a:lnTo>
                  <a:pt x="2192967" y="370730"/>
                </a:lnTo>
                <a:lnTo>
                  <a:pt x="2193831" y="370457"/>
                </a:lnTo>
                <a:lnTo>
                  <a:pt x="2194683" y="370166"/>
                </a:lnTo>
                <a:lnTo>
                  <a:pt x="2195522" y="369856"/>
                </a:lnTo>
                <a:lnTo>
                  <a:pt x="2196349" y="369527"/>
                </a:lnTo>
                <a:lnTo>
                  <a:pt x="2197163" y="369180"/>
                </a:lnTo>
                <a:lnTo>
                  <a:pt x="2197965" y="368814"/>
                </a:lnTo>
                <a:lnTo>
                  <a:pt x="2198755" y="368428"/>
                </a:lnTo>
                <a:lnTo>
                  <a:pt x="2199533" y="368025"/>
                </a:lnTo>
                <a:lnTo>
                  <a:pt x="2200298" y="367602"/>
                </a:lnTo>
                <a:lnTo>
                  <a:pt x="2201051" y="367160"/>
                </a:lnTo>
                <a:lnTo>
                  <a:pt x="2201790" y="366688"/>
                </a:lnTo>
                <a:lnTo>
                  <a:pt x="2202515" y="366201"/>
                </a:lnTo>
                <a:lnTo>
                  <a:pt x="2203225" y="365700"/>
                </a:lnTo>
                <a:lnTo>
                  <a:pt x="2203920" y="365183"/>
                </a:lnTo>
                <a:lnTo>
                  <a:pt x="2204601" y="364652"/>
                </a:lnTo>
                <a:lnTo>
                  <a:pt x="2205267" y="364107"/>
                </a:lnTo>
                <a:lnTo>
                  <a:pt x="2205918" y="363546"/>
                </a:lnTo>
                <a:lnTo>
                  <a:pt x="2206555" y="362971"/>
                </a:lnTo>
                <a:lnTo>
                  <a:pt x="2207177" y="362382"/>
                </a:lnTo>
                <a:lnTo>
                  <a:pt x="2207784" y="361777"/>
                </a:lnTo>
                <a:lnTo>
                  <a:pt x="2208377" y="361158"/>
                </a:lnTo>
                <a:lnTo>
                  <a:pt x="2208955" y="360525"/>
                </a:lnTo>
                <a:lnTo>
                  <a:pt x="2209518" y="359876"/>
                </a:lnTo>
                <a:lnTo>
                  <a:pt x="2210067" y="359213"/>
                </a:lnTo>
                <a:lnTo>
                  <a:pt x="2210601" y="358535"/>
                </a:lnTo>
                <a:lnTo>
                  <a:pt x="2211120" y="357843"/>
                </a:lnTo>
                <a:lnTo>
                  <a:pt x="2211624" y="357136"/>
                </a:lnTo>
                <a:lnTo>
                  <a:pt x="2212114" y="356414"/>
                </a:lnTo>
                <a:lnTo>
                  <a:pt x="2212589" y="355678"/>
                </a:lnTo>
                <a:lnTo>
                  <a:pt x="2213050" y="354927"/>
                </a:lnTo>
                <a:lnTo>
                  <a:pt x="2213496" y="354161"/>
                </a:lnTo>
                <a:lnTo>
                  <a:pt x="2213927" y="353380"/>
                </a:lnTo>
                <a:lnTo>
                  <a:pt x="2214344" y="352585"/>
                </a:lnTo>
                <a:lnTo>
                  <a:pt x="2214745" y="351775"/>
                </a:lnTo>
                <a:lnTo>
                  <a:pt x="2215132" y="350953"/>
                </a:lnTo>
                <a:lnTo>
                  <a:pt x="2215501" y="350120"/>
                </a:lnTo>
                <a:lnTo>
                  <a:pt x="2215855" y="349276"/>
                </a:lnTo>
                <a:lnTo>
                  <a:pt x="2216192" y="348422"/>
                </a:lnTo>
                <a:lnTo>
                  <a:pt x="2216512" y="347557"/>
                </a:lnTo>
                <a:lnTo>
                  <a:pt x="2216816" y="346682"/>
                </a:lnTo>
                <a:lnTo>
                  <a:pt x="2217104" y="345796"/>
                </a:lnTo>
                <a:lnTo>
                  <a:pt x="2217375" y="344900"/>
                </a:lnTo>
                <a:lnTo>
                  <a:pt x="2217630" y="343993"/>
                </a:lnTo>
                <a:lnTo>
                  <a:pt x="2217868" y="343075"/>
                </a:lnTo>
                <a:lnTo>
                  <a:pt x="2218090" y="342147"/>
                </a:lnTo>
                <a:lnTo>
                  <a:pt x="2218296" y="341209"/>
                </a:lnTo>
                <a:lnTo>
                  <a:pt x="2218485" y="340259"/>
                </a:lnTo>
                <a:lnTo>
                  <a:pt x="2218657" y="339300"/>
                </a:lnTo>
                <a:lnTo>
                  <a:pt x="2218813" y="338329"/>
                </a:lnTo>
                <a:lnTo>
                  <a:pt x="2218953" y="337348"/>
                </a:lnTo>
                <a:lnTo>
                  <a:pt x="2219076" y="336357"/>
                </a:lnTo>
                <a:lnTo>
                  <a:pt x="2219183" y="335355"/>
                </a:lnTo>
                <a:lnTo>
                  <a:pt x="2219274" y="334342"/>
                </a:lnTo>
                <a:lnTo>
                  <a:pt x="2219348" y="333319"/>
                </a:lnTo>
                <a:lnTo>
                  <a:pt x="2219405" y="332285"/>
                </a:lnTo>
                <a:lnTo>
                  <a:pt x="2219446" y="331241"/>
                </a:lnTo>
                <a:lnTo>
                  <a:pt x="2219471" y="330186"/>
                </a:lnTo>
                <a:lnTo>
                  <a:pt x="2219479" y="329120"/>
                </a:lnTo>
                <a:lnTo>
                  <a:pt x="2219479" y="326246"/>
                </a:lnTo>
                <a:lnTo>
                  <a:pt x="2219471" y="325194"/>
                </a:lnTo>
                <a:lnTo>
                  <a:pt x="2219446" y="324153"/>
                </a:lnTo>
                <a:lnTo>
                  <a:pt x="2219405" y="323121"/>
                </a:lnTo>
                <a:lnTo>
                  <a:pt x="2219348" y="322099"/>
                </a:lnTo>
                <a:lnTo>
                  <a:pt x="2219274" y="321088"/>
                </a:lnTo>
                <a:lnTo>
                  <a:pt x="2219183" y="320086"/>
                </a:lnTo>
                <a:lnTo>
                  <a:pt x="2219076" y="319094"/>
                </a:lnTo>
                <a:lnTo>
                  <a:pt x="2218953" y="318112"/>
                </a:lnTo>
                <a:lnTo>
                  <a:pt x="2218813" y="317140"/>
                </a:lnTo>
                <a:lnTo>
                  <a:pt x="2218657" y="316178"/>
                </a:lnTo>
                <a:lnTo>
                  <a:pt x="2218485" y="315226"/>
                </a:lnTo>
                <a:lnTo>
                  <a:pt x="2218296" y="314285"/>
                </a:lnTo>
                <a:lnTo>
                  <a:pt x="2218090" y="313353"/>
                </a:lnTo>
                <a:lnTo>
                  <a:pt x="2217868" y="312431"/>
                </a:lnTo>
                <a:lnTo>
                  <a:pt x="2217630" y="311519"/>
                </a:lnTo>
                <a:lnTo>
                  <a:pt x="2217375" y="310617"/>
                </a:lnTo>
                <a:lnTo>
                  <a:pt x="2217104" y="309725"/>
                </a:lnTo>
                <a:lnTo>
                  <a:pt x="2216816" y="308843"/>
                </a:lnTo>
                <a:lnTo>
                  <a:pt x="2216512" y="307971"/>
                </a:lnTo>
                <a:lnTo>
                  <a:pt x="2216192" y="307109"/>
                </a:lnTo>
                <a:lnTo>
                  <a:pt x="2215855" y="306257"/>
                </a:lnTo>
                <a:lnTo>
                  <a:pt x="2215501" y="305414"/>
                </a:lnTo>
                <a:lnTo>
                  <a:pt x="2215132" y="304582"/>
                </a:lnTo>
                <a:lnTo>
                  <a:pt x="2214745" y="303760"/>
                </a:lnTo>
                <a:lnTo>
                  <a:pt x="2214344" y="302950"/>
                </a:lnTo>
                <a:lnTo>
                  <a:pt x="2213927" y="302155"/>
                </a:lnTo>
                <a:lnTo>
                  <a:pt x="2213496" y="301375"/>
                </a:lnTo>
                <a:lnTo>
                  <a:pt x="2213050" y="300609"/>
                </a:lnTo>
                <a:lnTo>
                  <a:pt x="2212589" y="299858"/>
                </a:lnTo>
                <a:lnTo>
                  <a:pt x="2212114" y="299121"/>
                </a:lnTo>
                <a:lnTo>
                  <a:pt x="2211624" y="298400"/>
                </a:lnTo>
                <a:lnTo>
                  <a:pt x="2211120" y="297693"/>
                </a:lnTo>
                <a:lnTo>
                  <a:pt x="2210601" y="297000"/>
                </a:lnTo>
                <a:lnTo>
                  <a:pt x="2210067" y="296322"/>
                </a:lnTo>
                <a:lnTo>
                  <a:pt x="2209518" y="295659"/>
                </a:lnTo>
                <a:lnTo>
                  <a:pt x="2208955" y="295011"/>
                </a:lnTo>
                <a:lnTo>
                  <a:pt x="2208377" y="294377"/>
                </a:lnTo>
                <a:lnTo>
                  <a:pt x="2207784" y="293758"/>
                </a:lnTo>
                <a:lnTo>
                  <a:pt x="2207177" y="293154"/>
                </a:lnTo>
                <a:lnTo>
                  <a:pt x="2206555" y="292564"/>
                </a:lnTo>
                <a:lnTo>
                  <a:pt x="2205918" y="291989"/>
                </a:lnTo>
                <a:lnTo>
                  <a:pt x="2205267" y="291429"/>
                </a:lnTo>
                <a:lnTo>
                  <a:pt x="2204601" y="290883"/>
                </a:lnTo>
                <a:lnTo>
                  <a:pt x="2203920" y="290352"/>
                </a:lnTo>
                <a:lnTo>
                  <a:pt x="2203225" y="289836"/>
                </a:lnTo>
                <a:lnTo>
                  <a:pt x="2202515" y="289334"/>
                </a:lnTo>
                <a:lnTo>
                  <a:pt x="2201790" y="288847"/>
                </a:lnTo>
                <a:lnTo>
                  <a:pt x="2201051" y="288375"/>
                </a:lnTo>
                <a:lnTo>
                  <a:pt x="2200298" y="287920"/>
                </a:lnTo>
                <a:lnTo>
                  <a:pt x="2199532" y="287484"/>
                </a:lnTo>
                <a:lnTo>
                  <a:pt x="2198753" y="287068"/>
                </a:lnTo>
                <a:lnTo>
                  <a:pt x="2197961" y="286670"/>
                </a:lnTo>
                <a:lnTo>
                  <a:pt x="2197156" y="286293"/>
                </a:lnTo>
                <a:lnTo>
                  <a:pt x="2196338" y="285934"/>
                </a:lnTo>
                <a:lnTo>
                  <a:pt x="2195507" y="285595"/>
                </a:lnTo>
                <a:lnTo>
                  <a:pt x="2194664" y="285276"/>
                </a:lnTo>
                <a:lnTo>
                  <a:pt x="2193807" y="284975"/>
                </a:lnTo>
                <a:lnTo>
                  <a:pt x="2192938" y="284694"/>
                </a:lnTo>
                <a:lnTo>
                  <a:pt x="2192056" y="284433"/>
                </a:lnTo>
                <a:lnTo>
                  <a:pt x="2191160" y="284191"/>
                </a:lnTo>
                <a:lnTo>
                  <a:pt x="2190252" y="283968"/>
                </a:lnTo>
                <a:lnTo>
                  <a:pt x="2189331" y="283765"/>
                </a:lnTo>
                <a:lnTo>
                  <a:pt x="2188397" y="283581"/>
                </a:lnTo>
                <a:lnTo>
                  <a:pt x="2187450" y="283416"/>
                </a:lnTo>
                <a:lnTo>
                  <a:pt x="2186490" y="283271"/>
                </a:lnTo>
                <a:lnTo>
                  <a:pt x="2185518" y="283145"/>
                </a:lnTo>
                <a:lnTo>
                  <a:pt x="2184532" y="283038"/>
                </a:lnTo>
                <a:lnTo>
                  <a:pt x="2183534" y="282951"/>
                </a:lnTo>
                <a:lnTo>
                  <a:pt x="2182522" y="282883"/>
                </a:lnTo>
                <a:lnTo>
                  <a:pt x="2181498" y="282835"/>
                </a:lnTo>
                <a:lnTo>
                  <a:pt x="2180460" y="282806"/>
                </a:lnTo>
                <a:lnTo>
                  <a:pt x="2179410" y="282796"/>
                </a:lnTo>
                <a:lnTo>
                  <a:pt x="2178388" y="282806"/>
                </a:lnTo>
                <a:lnTo>
                  <a:pt x="2177377" y="282835"/>
                </a:lnTo>
                <a:lnTo>
                  <a:pt x="2176378" y="282883"/>
                </a:lnTo>
                <a:lnTo>
                  <a:pt x="2175390" y="282951"/>
                </a:lnTo>
                <a:lnTo>
                  <a:pt x="2174415" y="283038"/>
                </a:lnTo>
                <a:lnTo>
                  <a:pt x="2173451" y="283145"/>
                </a:lnTo>
                <a:lnTo>
                  <a:pt x="2172498" y="283271"/>
                </a:lnTo>
                <a:lnTo>
                  <a:pt x="2171558" y="283416"/>
                </a:lnTo>
                <a:lnTo>
                  <a:pt x="2170629" y="283581"/>
                </a:lnTo>
                <a:lnTo>
                  <a:pt x="2169712" y="283765"/>
                </a:lnTo>
                <a:lnTo>
                  <a:pt x="2168807" y="283968"/>
                </a:lnTo>
                <a:lnTo>
                  <a:pt x="2167914" y="284191"/>
                </a:lnTo>
                <a:lnTo>
                  <a:pt x="2167032" y="284433"/>
                </a:lnTo>
                <a:lnTo>
                  <a:pt x="2166162" y="284694"/>
                </a:lnTo>
                <a:lnTo>
                  <a:pt x="2165304" y="284975"/>
                </a:lnTo>
                <a:lnTo>
                  <a:pt x="2164457" y="285276"/>
                </a:lnTo>
                <a:lnTo>
                  <a:pt x="2163622" y="285595"/>
                </a:lnTo>
                <a:lnTo>
                  <a:pt x="2162799" y="285934"/>
                </a:lnTo>
                <a:lnTo>
                  <a:pt x="2161988" y="286293"/>
                </a:lnTo>
                <a:lnTo>
                  <a:pt x="2161189" y="286670"/>
                </a:lnTo>
                <a:lnTo>
                  <a:pt x="2160401" y="287068"/>
                </a:lnTo>
                <a:lnTo>
                  <a:pt x="2159625" y="287484"/>
                </a:lnTo>
                <a:lnTo>
                  <a:pt x="2158860" y="287920"/>
                </a:lnTo>
                <a:lnTo>
                  <a:pt x="2158108" y="288375"/>
                </a:lnTo>
                <a:lnTo>
                  <a:pt x="2157368" y="288834"/>
                </a:lnTo>
                <a:lnTo>
                  <a:pt x="2156644" y="289307"/>
                </a:lnTo>
                <a:lnTo>
                  <a:pt x="2155934" y="289796"/>
                </a:lnTo>
                <a:lnTo>
                  <a:pt x="2155238" y="290301"/>
                </a:lnTo>
                <a:lnTo>
                  <a:pt x="2154558" y="290820"/>
                </a:lnTo>
                <a:lnTo>
                  <a:pt x="2153892" y="291355"/>
                </a:lnTo>
                <a:lnTo>
                  <a:pt x="2153240" y="291905"/>
                </a:lnTo>
                <a:lnTo>
                  <a:pt x="2152604" y="292470"/>
                </a:lnTo>
                <a:lnTo>
                  <a:pt x="2151982" y="293051"/>
                </a:lnTo>
                <a:lnTo>
                  <a:pt x="2151374" y="293647"/>
                </a:lnTo>
                <a:lnTo>
                  <a:pt x="2150782" y="294258"/>
                </a:lnTo>
                <a:lnTo>
                  <a:pt x="2150204" y="294884"/>
                </a:lnTo>
                <a:lnTo>
                  <a:pt x="2149641" y="295526"/>
                </a:lnTo>
                <a:lnTo>
                  <a:pt x="2149092" y="296183"/>
                </a:lnTo>
                <a:lnTo>
                  <a:pt x="2148558" y="296855"/>
                </a:lnTo>
                <a:lnTo>
                  <a:pt x="2148039" y="297542"/>
                </a:lnTo>
                <a:lnTo>
                  <a:pt x="2147534" y="298245"/>
                </a:lnTo>
                <a:lnTo>
                  <a:pt x="2147044" y="298963"/>
                </a:lnTo>
                <a:lnTo>
                  <a:pt x="2146569" y="299696"/>
                </a:lnTo>
                <a:lnTo>
                  <a:pt x="2146109" y="300445"/>
                </a:lnTo>
                <a:lnTo>
                  <a:pt x="2145663" y="301208"/>
                </a:lnTo>
                <a:lnTo>
                  <a:pt x="2145232" y="301987"/>
                </a:lnTo>
                <a:lnTo>
                  <a:pt x="2144815" y="302782"/>
                </a:lnTo>
                <a:lnTo>
                  <a:pt x="2144413" y="303591"/>
                </a:lnTo>
                <a:lnTo>
                  <a:pt x="2144027" y="304413"/>
                </a:lnTo>
                <a:lnTo>
                  <a:pt x="2143657" y="305246"/>
                </a:lnTo>
                <a:lnTo>
                  <a:pt x="2143304" y="306090"/>
                </a:lnTo>
                <a:lnTo>
                  <a:pt x="2142967" y="306944"/>
                </a:lnTo>
                <a:lnTo>
                  <a:pt x="2142646" y="307809"/>
                </a:lnTo>
                <a:lnTo>
                  <a:pt x="2142342" y="308684"/>
                </a:lnTo>
                <a:lnTo>
                  <a:pt x="2142055" y="309570"/>
                </a:lnTo>
                <a:lnTo>
                  <a:pt x="2141783" y="310466"/>
                </a:lnTo>
                <a:lnTo>
                  <a:pt x="2141529" y="311373"/>
                </a:lnTo>
                <a:lnTo>
                  <a:pt x="2141290" y="312291"/>
                </a:lnTo>
                <a:lnTo>
                  <a:pt x="2141068" y="313219"/>
                </a:lnTo>
                <a:lnTo>
                  <a:pt x="2140863" y="314158"/>
                </a:lnTo>
                <a:lnTo>
                  <a:pt x="2140674" y="315107"/>
                </a:lnTo>
                <a:lnTo>
                  <a:pt x="2140501" y="316067"/>
                </a:lnTo>
                <a:lnTo>
                  <a:pt x="2140345" y="317037"/>
                </a:lnTo>
                <a:lnTo>
                  <a:pt x="2140205" y="318018"/>
                </a:lnTo>
                <a:lnTo>
                  <a:pt x="2140082" y="319010"/>
                </a:lnTo>
                <a:lnTo>
                  <a:pt x="2139975" y="320012"/>
                </a:lnTo>
                <a:lnTo>
                  <a:pt x="2139885" y="321024"/>
                </a:lnTo>
                <a:lnTo>
                  <a:pt x="2139811" y="322048"/>
                </a:lnTo>
                <a:lnTo>
                  <a:pt x="2139753" y="323081"/>
                </a:lnTo>
                <a:lnTo>
                  <a:pt x="2139712" y="324126"/>
                </a:lnTo>
                <a:lnTo>
                  <a:pt x="2139688" y="325181"/>
                </a:lnTo>
                <a:lnTo>
                  <a:pt x="2139679" y="326246"/>
                </a:lnTo>
                <a:lnTo>
                  <a:pt x="2139679" y="329120"/>
                </a:lnTo>
                <a:lnTo>
                  <a:pt x="2139688" y="330159"/>
                </a:lnTo>
                <a:lnTo>
                  <a:pt x="2139712" y="331188"/>
                </a:lnTo>
                <a:lnTo>
                  <a:pt x="2139753" y="332208"/>
                </a:lnTo>
                <a:lnTo>
                  <a:pt x="2139811" y="333220"/>
                </a:lnTo>
                <a:lnTo>
                  <a:pt x="2139885" y="334223"/>
                </a:lnTo>
                <a:lnTo>
                  <a:pt x="2139975" y="335217"/>
                </a:lnTo>
                <a:lnTo>
                  <a:pt x="2140082" y="336203"/>
                </a:lnTo>
                <a:lnTo>
                  <a:pt x="2140205" y="337179"/>
                </a:lnTo>
                <a:lnTo>
                  <a:pt x="2140345" y="338147"/>
                </a:lnTo>
                <a:lnTo>
                  <a:pt x="2140501" y="339106"/>
                </a:lnTo>
                <a:lnTo>
                  <a:pt x="2140674" y="340056"/>
                </a:lnTo>
                <a:lnTo>
                  <a:pt x="2140863" y="340997"/>
                </a:lnTo>
                <a:lnTo>
                  <a:pt x="2141068" y="341930"/>
                </a:lnTo>
                <a:lnTo>
                  <a:pt x="2141290" y="342853"/>
                </a:lnTo>
                <a:lnTo>
                  <a:pt x="2141529" y="343768"/>
                </a:lnTo>
                <a:lnTo>
                  <a:pt x="2141783" y="344674"/>
                </a:lnTo>
                <a:lnTo>
                  <a:pt x="2142055" y="345572"/>
                </a:lnTo>
                <a:lnTo>
                  <a:pt x="2142342" y="346460"/>
                </a:lnTo>
                <a:lnTo>
                  <a:pt x="2142646" y="347340"/>
                </a:lnTo>
                <a:lnTo>
                  <a:pt x="2142967" y="348211"/>
                </a:lnTo>
                <a:lnTo>
                  <a:pt x="2143304" y="349073"/>
                </a:lnTo>
                <a:lnTo>
                  <a:pt x="2143657" y="349926"/>
                </a:lnTo>
                <a:lnTo>
                  <a:pt x="2144027" y="350770"/>
                </a:lnTo>
                <a:lnTo>
                  <a:pt x="2144413" y="351606"/>
                </a:lnTo>
                <a:lnTo>
                  <a:pt x="2144815" y="352416"/>
                </a:lnTo>
                <a:lnTo>
                  <a:pt x="2145232" y="353211"/>
                </a:lnTo>
                <a:lnTo>
                  <a:pt x="2145663" y="353992"/>
                </a:lnTo>
                <a:lnTo>
                  <a:pt x="2146109" y="354757"/>
                </a:lnTo>
                <a:lnTo>
                  <a:pt x="2146569" y="355508"/>
                </a:lnTo>
                <a:lnTo>
                  <a:pt x="2147044" y="356245"/>
                </a:lnTo>
                <a:lnTo>
                  <a:pt x="2147534" y="356967"/>
                </a:lnTo>
                <a:lnTo>
                  <a:pt x="2148039" y="357674"/>
                </a:lnTo>
                <a:lnTo>
                  <a:pt x="2148558" y="358366"/>
                </a:lnTo>
                <a:lnTo>
                  <a:pt x="2149092" y="359044"/>
                </a:lnTo>
                <a:lnTo>
                  <a:pt x="2149641" y="359707"/>
                </a:lnTo>
                <a:lnTo>
                  <a:pt x="2150204" y="360355"/>
                </a:lnTo>
                <a:lnTo>
                  <a:pt x="2150782" y="360989"/>
                </a:lnTo>
                <a:lnTo>
                  <a:pt x="2151374" y="361608"/>
                </a:lnTo>
                <a:lnTo>
                  <a:pt x="2151982" y="362212"/>
                </a:lnTo>
                <a:lnTo>
                  <a:pt x="2152604" y="362802"/>
                </a:lnTo>
                <a:lnTo>
                  <a:pt x="2153240" y="363377"/>
                </a:lnTo>
                <a:lnTo>
                  <a:pt x="2153892" y="363937"/>
                </a:lnTo>
                <a:lnTo>
                  <a:pt x="2154558" y="364483"/>
                </a:lnTo>
                <a:lnTo>
                  <a:pt x="2155238" y="365014"/>
                </a:lnTo>
                <a:lnTo>
                  <a:pt x="2155934" y="365530"/>
                </a:lnTo>
                <a:lnTo>
                  <a:pt x="2156644" y="366032"/>
                </a:lnTo>
                <a:lnTo>
                  <a:pt x="2157368" y="366519"/>
                </a:lnTo>
                <a:lnTo>
                  <a:pt x="2158108" y="366991"/>
                </a:lnTo>
                <a:lnTo>
                  <a:pt x="2158861" y="367446"/>
                </a:lnTo>
                <a:lnTo>
                  <a:pt x="2159626" y="367882"/>
                </a:lnTo>
                <a:lnTo>
                  <a:pt x="2160403" y="368299"/>
                </a:lnTo>
                <a:lnTo>
                  <a:pt x="2161193" y="368696"/>
                </a:lnTo>
                <a:lnTo>
                  <a:pt x="2161995" y="369074"/>
                </a:lnTo>
                <a:lnTo>
                  <a:pt x="2162810" y="369432"/>
                </a:lnTo>
                <a:lnTo>
                  <a:pt x="2163637" y="369771"/>
                </a:lnTo>
                <a:lnTo>
                  <a:pt x="2164476" y="370091"/>
                </a:lnTo>
                <a:lnTo>
                  <a:pt x="2165328" y="370391"/>
                </a:lnTo>
                <a:lnTo>
                  <a:pt x="2166191" y="370672"/>
                </a:lnTo>
                <a:lnTo>
                  <a:pt x="2167068" y="370934"/>
                </a:lnTo>
                <a:lnTo>
                  <a:pt x="2167956" y="371176"/>
                </a:lnTo>
                <a:lnTo>
                  <a:pt x="2168857" y="371399"/>
                </a:lnTo>
                <a:lnTo>
                  <a:pt x="2169770" y="371602"/>
                </a:lnTo>
                <a:lnTo>
                  <a:pt x="2170695" y="371786"/>
                </a:lnTo>
                <a:lnTo>
                  <a:pt x="2171633" y="371951"/>
                </a:lnTo>
                <a:lnTo>
                  <a:pt x="2172583" y="372096"/>
                </a:lnTo>
                <a:lnTo>
                  <a:pt x="2173546" y="372222"/>
                </a:lnTo>
                <a:lnTo>
                  <a:pt x="2174521" y="372328"/>
                </a:lnTo>
                <a:lnTo>
                  <a:pt x="2175508" y="372416"/>
                </a:lnTo>
                <a:lnTo>
                  <a:pt x="2176507" y="372483"/>
                </a:lnTo>
                <a:lnTo>
                  <a:pt x="2177519" y="372532"/>
                </a:lnTo>
                <a:lnTo>
                  <a:pt x="2178543" y="372561"/>
                </a:lnTo>
                <a:lnTo>
                  <a:pt x="2179579" y="372571"/>
                </a:lnTo>
                <a:lnTo>
                  <a:pt x="2180616" y="372561"/>
                </a:lnTo>
                <a:lnTo>
                  <a:pt x="2181640" y="372533"/>
                </a:lnTo>
                <a:lnTo>
                  <a:pt x="2182652" y="372486"/>
                </a:lnTo>
                <a:lnTo>
                  <a:pt x="2183651" y="372420"/>
                </a:lnTo>
                <a:lnTo>
                  <a:pt x="2184638" y="372336"/>
                </a:lnTo>
                <a:lnTo>
                  <a:pt x="2185613" y="372232"/>
                </a:lnTo>
                <a:lnTo>
                  <a:pt x="2186575" y="372110"/>
                </a:lnTo>
                <a:lnTo>
                  <a:pt x="2187526" y="371969"/>
                </a:lnTo>
                <a:close/>
                <a:moveTo>
                  <a:pt x="2173512" y="359778"/>
                </a:moveTo>
                <a:lnTo>
                  <a:pt x="2172804" y="359568"/>
                </a:lnTo>
                <a:lnTo>
                  <a:pt x="2172106" y="359334"/>
                </a:lnTo>
                <a:lnTo>
                  <a:pt x="2171420" y="359075"/>
                </a:lnTo>
                <a:lnTo>
                  <a:pt x="2170746" y="358792"/>
                </a:lnTo>
                <a:lnTo>
                  <a:pt x="2170082" y="358483"/>
                </a:lnTo>
                <a:lnTo>
                  <a:pt x="2169429" y="358151"/>
                </a:lnTo>
                <a:lnTo>
                  <a:pt x="2168788" y="357793"/>
                </a:lnTo>
                <a:lnTo>
                  <a:pt x="2168158" y="357411"/>
                </a:lnTo>
                <a:lnTo>
                  <a:pt x="2167539" y="357004"/>
                </a:lnTo>
                <a:lnTo>
                  <a:pt x="2166931" y="356573"/>
                </a:lnTo>
                <a:lnTo>
                  <a:pt x="2166334" y="356116"/>
                </a:lnTo>
                <a:lnTo>
                  <a:pt x="2165749" y="355636"/>
                </a:lnTo>
                <a:lnTo>
                  <a:pt x="2165174" y="355130"/>
                </a:lnTo>
                <a:lnTo>
                  <a:pt x="2164611" y="354600"/>
                </a:lnTo>
                <a:lnTo>
                  <a:pt x="2164059" y="354045"/>
                </a:lnTo>
                <a:lnTo>
                  <a:pt x="2163518" y="353466"/>
                </a:lnTo>
                <a:lnTo>
                  <a:pt x="2163007" y="352850"/>
                </a:lnTo>
                <a:lnTo>
                  <a:pt x="2162519" y="352216"/>
                </a:lnTo>
                <a:lnTo>
                  <a:pt x="2162052" y="351561"/>
                </a:lnTo>
                <a:lnTo>
                  <a:pt x="2161607" y="350888"/>
                </a:lnTo>
                <a:lnTo>
                  <a:pt x="2161183" y="350195"/>
                </a:lnTo>
                <a:lnTo>
                  <a:pt x="2160781" y="349482"/>
                </a:lnTo>
                <a:lnTo>
                  <a:pt x="2160401" y="348751"/>
                </a:lnTo>
                <a:lnTo>
                  <a:pt x="2160043" y="347999"/>
                </a:lnTo>
                <a:lnTo>
                  <a:pt x="2159706" y="347229"/>
                </a:lnTo>
                <a:lnTo>
                  <a:pt x="2159391" y="346439"/>
                </a:lnTo>
                <a:lnTo>
                  <a:pt x="2159098" y="345630"/>
                </a:lnTo>
                <a:lnTo>
                  <a:pt x="2158826" y="344801"/>
                </a:lnTo>
                <a:lnTo>
                  <a:pt x="2158577" y="343953"/>
                </a:lnTo>
                <a:lnTo>
                  <a:pt x="2158348" y="343086"/>
                </a:lnTo>
                <a:lnTo>
                  <a:pt x="2158142" y="342199"/>
                </a:lnTo>
                <a:lnTo>
                  <a:pt x="2157957" y="341293"/>
                </a:lnTo>
                <a:lnTo>
                  <a:pt x="2157795" y="340368"/>
                </a:lnTo>
                <a:lnTo>
                  <a:pt x="2157653" y="339423"/>
                </a:lnTo>
                <a:lnTo>
                  <a:pt x="2157534" y="338459"/>
                </a:lnTo>
                <a:lnTo>
                  <a:pt x="2157436" y="337475"/>
                </a:lnTo>
                <a:lnTo>
                  <a:pt x="2157360" y="336472"/>
                </a:lnTo>
                <a:lnTo>
                  <a:pt x="2157306" y="335450"/>
                </a:lnTo>
                <a:lnTo>
                  <a:pt x="2157273" y="334408"/>
                </a:lnTo>
                <a:lnTo>
                  <a:pt x="2157262" y="333347"/>
                </a:lnTo>
                <a:lnTo>
                  <a:pt x="2157262" y="322020"/>
                </a:lnTo>
                <a:lnTo>
                  <a:pt x="2157273" y="320959"/>
                </a:lnTo>
                <a:lnTo>
                  <a:pt x="2157306" y="319918"/>
                </a:lnTo>
                <a:lnTo>
                  <a:pt x="2157360" y="318897"/>
                </a:lnTo>
                <a:lnTo>
                  <a:pt x="2157436" y="317896"/>
                </a:lnTo>
                <a:lnTo>
                  <a:pt x="2157534" y="316915"/>
                </a:lnTo>
                <a:lnTo>
                  <a:pt x="2157653" y="315954"/>
                </a:lnTo>
                <a:lnTo>
                  <a:pt x="2157795" y="315013"/>
                </a:lnTo>
                <a:lnTo>
                  <a:pt x="2157957" y="314092"/>
                </a:lnTo>
                <a:lnTo>
                  <a:pt x="2158142" y="313191"/>
                </a:lnTo>
                <a:lnTo>
                  <a:pt x="2158348" y="312310"/>
                </a:lnTo>
                <a:lnTo>
                  <a:pt x="2158577" y="311449"/>
                </a:lnTo>
                <a:lnTo>
                  <a:pt x="2158826" y="310607"/>
                </a:lnTo>
                <a:lnTo>
                  <a:pt x="2159098" y="309786"/>
                </a:lnTo>
                <a:lnTo>
                  <a:pt x="2159391" y="308985"/>
                </a:lnTo>
                <a:lnTo>
                  <a:pt x="2159706" y="308204"/>
                </a:lnTo>
                <a:lnTo>
                  <a:pt x="2160043" y="307442"/>
                </a:lnTo>
                <a:lnTo>
                  <a:pt x="2160401" y="306701"/>
                </a:lnTo>
                <a:lnTo>
                  <a:pt x="2160781" y="305979"/>
                </a:lnTo>
                <a:lnTo>
                  <a:pt x="2161183" y="305278"/>
                </a:lnTo>
                <a:lnTo>
                  <a:pt x="2161607" y="304596"/>
                </a:lnTo>
                <a:lnTo>
                  <a:pt x="2162052" y="303935"/>
                </a:lnTo>
                <a:lnTo>
                  <a:pt x="2162519" y="303293"/>
                </a:lnTo>
                <a:lnTo>
                  <a:pt x="2163007" y="302671"/>
                </a:lnTo>
                <a:lnTo>
                  <a:pt x="2163518" y="302070"/>
                </a:lnTo>
                <a:lnTo>
                  <a:pt x="2164059" y="301476"/>
                </a:lnTo>
                <a:lnTo>
                  <a:pt x="2164611" y="300908"/>
                </a:lnTo>
                <a:lnTo>
                  <a:pt x="2165174" y="300366"/>
                </a:lnTo>
                <a:lnTo>
                  <a:pt x="2165749" y="299848"/>
                </a:lnTo>
                <a:lnTo>
                  <a:pt x="2166334" y="299356"/>
                </a:lnTo>
                <a:lnTo>
                  <a:pt x="2166931" y="298889"/>
                </a:lnTo>
                <a:lnTo>
                  <a:pt x="2167539" y="298447"/>
                </a:lnTo>
                <a:lnTo>
                  <a:pt x="2168158" y="298031"/>
                </a:lnTo>
                <a:lnTo>
                  <a:pt x="2168788" y="297639"/>
                </a:lnTo>
                <a:lnTo>
                  <a:pt x="2169429" y="297273"/>
                </a:lnTo>
                <a:lnTo>
                  <a:pt x="2170082" y="296933"/>
                </a:lnTo>
                <a:lnTo>
                  <a:pt x="2170746" y="296617"/>
                </a:lnTo>
                <a:lnTo>
                  <a:pt x="2171420" y="296327"/>
                </a:lnTo>
                <a:lnTo>
                  <a:pt x="2172106" y="296062"/>
                </a:lnTo>
                <a:lnTo>
                  <a:pt x="2172804" y="295822"/>
                </a:lnTo>
                <a:lnTo>
                  <a:pt x="2173512" y="295607"/>
                </a:lnTo>
                <a:lnTo>
                  <a:pt x="2174231" y="295418"/>
                </a:lnTo>
                <a:lnTo>
                  <a:pt x="2174962" y="295254"/>
                </a:lnTo>
                <a:lnTo>
                  <a:pt x="2175704" y="295115"/>
                </a:lnTo>
                <a:lnTo>
                  <a:pt x="2176456" y="295002"/>
                </a:lnTo>
                <a:lnTo>
                  <a:pt x="2177220" y="294913"/>
                </a:lnTo>
                <a:lnTo>
                  <a:pt x="2177996" y="294850"/>
                </a:lnTo>
                <a:lnTo>
                  <a:pt x="2178782" y="294812"/>
                </a:lnTo>
                <a:lnTo>
                  <a:pt x="2179579" y="294800"/>
                </a:lnTo>
                <a:lnTo>
                  <a:pt x="2180390" y="294812"/>
                </a:lnTo>
                <a:lnTo>
                  <a:pt x="2181189" y="294850"/>
                </a:lnTo>
                <a:lnTo>
                  <a:pt x="2181975" y="294913"/>
                </a:lnTo>
                <a:lnTo>
                  <a:pt x="2182749" y="295002"/>
                </a:lnTo>
                <a:lnTo>
                  <a:pt x="2183511" y="295115"/>
                </a:lnTo>
                <a:lnTo>
                  <a:pt x="2184260" y="295254"/>
                </a:lnTo>
                <a:lnTo>
                  <a:pt x="2184997" y="295418"/>
                </a:lnTo>
                <a:lnTo>
                  <a:pt x="2185722" y="295607"/>
                </a:lnTo>
                <a:lnTo>
                  <a:pt x="2186435" y="295822"/>
                </a:lnTo>
                <a:lnTo>
                  <a:pt x="2187135" y="296062"/>
                </a:lnTo>
                <a:lnTo>
                  <a:pt x="2187822" y="296327"/>
                </a:lnTo>
                <a:lnTo>
                  <a:pt x="2188498" y="296617"/>
                </a:lnTo>
                <a:lnTo>
                  <a:pt x="2189161" y="296933"/>
                </a:lnTo>
                <a:lnTo>
                  <a:pt x="2189811" y="297273"/>
                </a:lnTo>
                <a:lnTo>
                  <a:pt x="2190450" y="297639"/>
                </a:lnTo>
                <a:lnTo>
                  <a:pt x="2191076" y="298031"/>
                </a:lnTo>
                <a:lnTo>
                  <a:pt x="2191690" y="298447"/>
                </a:lnTo>
                <a:lnTo>
                  <a:pt x="2192291" y="298889"/>
                </a:lnTo>
                <a:lnTo>
                  <a:pt x="2192880" y="299356"/>
                </a:lnTo>
                <a:lnTo>
                  <a:pt x="2193457" y="299848"/>
                </a:lnTo>
                <a:lnTo>
                  <a:pt x="2194021" y="300366"/>
                </a:lnTo>
                <a:lnTo>
                  <a:pt x="2194573" y="300908"/>
                </a:lnTo>
                <a:lnTo>
                  <a:pt x="2195113" y="301476"/>
                </a:lnTo>
                <a:lnTo>
                  <a:pt x="2195641" y="302070"/>
                </a:lnTo>
                <a:lnTo>
                  <a:pt x="2196151" y="302671"/>
                </a:lnTo>
                <a:lnTo>
                  <a:pt x="2196640" y="303293"/>
                </a:lnTo>
                <a:lnTo>
                  <a:pt x="2197107" y="303935"/>
                </a:lnTo>
                <a:lnTo>
                  <a:pt x="2197552" y="304596"/>
                </a:lnTo>
                <a:lnTo>
                  <a:pt x="2197976" y="305278"/>
                </a:lnTo>
                <a:lnTo>
                  <a:pt x="2198377" y="305979"/>
                </a:lnTo>
                <a:lnTo>
                  <a:pt x="2198758" y="306701"/>
                </a:lnTo>
                <a:lnTo>
                  <a:pt x="2199116" y="307442"/>
                </a:lnTo>
                <a:lnTo>
                  <a:pt x="2199453" y="308204"/>
                </a:lnTo>
                <a:lnTo>
                  <a:pt x="2199768" y="308985"/>
                </a:lnTo>
                <a:lnTo>
                  <a:pt x="2200061" y="309786"/>
                </a:lnTo>
                <a:lnTo>
                  <a:pt x="2200332" y="310607"/>
                </a:lnTo>
                <a:lnTo>
                  <a:pt x="2200582" y="311449"/>
                </a:lnTo>
                <a:lnTo>
                  <a:pt x="2200810" y="312310"/>
                </a:lnTo>
                <a:lnTo>
                  <a:pt x="2201017" y="313191"/>
                </a:lnTo>
                <a:lnTo>
                  <a:pt x="2201201" y="314092"/>
                </a:lnTo>
                <a:lnTo>
                  <a:pt x="2201364" y="315013"/>
                </a:lnTo>
                <a:lnTo>
                  <a:pt x="2201505" y="315954"/>
                </a:lnTo>
                <a:lnTo>
                  <a:pt x="2201625" y="316915"/>
                </a:lnTo>
                <a:lnTo>
                  <a:pt x="2201723" y="317896"/>
                </a:lnTo>
                <a:lnTo>
                  <a:pt x="2201799" y="318897"/>
                </a:lnTo>
                <a:lnTo>
                  <a:pt x="2201853" y="319918"/>
                </a:lnTo>
                <a:lnTo>
                  <a:pt x="2201885" y="320959"/>
                </a:lnTo>
                <a:lnTo>
                  <a:pt x="2201896" y="322020"/>
                </a:lnTo>
                <a:lnTo>
                  <a:pt x="2201896" y="333347"/>
                </a:lnTo>
                <a:lnTo>
                  <a:pt x="2201885" y="334408"/>
                </a:lnTo>
                <a:lnTo>
                  <a:pt x="2201853" y="335450"/>
                </a:lnTo>
                <a:lnTo>
                  <a:pt x="2201799" y="336472"/>
                </a:lnTo>
                <a:lnTo>
                  <a:pt x="2201723" y="337475"/>
                </a:lnTo>
                <a:lnTo>
                  <a:pt x="2201625" y="338459"/>
                </a:lnTo>
                <a:lnTo>
                  <a:pt x="2201505" y="339423"/>
                </a:lnTo>
                <a:lnTo>
                  <a:pt x="2201364" y="340368"/>
                </a:lnTo>
                <a:lnTo>
                  <a:pt x="2201201" y="341293"/>
                </a:lnTo>
                <a:lnTo>
                  <a:pt x="2201017" y="342199"/>
                </a:lnTo>
                <a:lnTo>
                  <a:pt x="2200810" y="343086"/>
                </a:lnTo>
                <a:lnTo>
                  <a:pt x="2200582" y="343953"/>
                </a:lnTo>
                <a:lnTo>
                  <a:pt x="2200332" y="344801"/>
                </a:lnTo>
                <a:lnTo>
                  <a:pt x="2200061" y="345630"/>
                </a:lnTo>
                <a:lnTo>
                  <a:pt x="2199768" y="346439"/>
                </a:lnTo>
                <a:lnTo>
                  <a:pt x="2199453" y="347229"/>
                </a:lnTo>
                <a:lnTo>
                  <a:pt x="2199116" y="347999"/>
                </a:lnTo>
                <a:lnTo>
                  <a:pt x="2198758" y="348751"/>
                </a:lnTo>
                <a:lnTo>
                  <a:pt x="2198377" y="349482"/>
                </a:lnTo>
                <a:lnTo>
                  <a:pt x="2197976" y="350195"/>
                </a:lnTo>
                <a:lnTo>
                  <a:pt x="2197552" y="350888"/>
                </a:lnTo>
                <a:lnTo>
                  <a:pt x="2197107" y="351561"/>
                </a:lnTo>
                <a:lnTo>
                  <a:pt x="2196640" y="352216"/>
                </a:lnTo>
                <a:lnTo>
                  <a:pt x="2196151" y="352850"/>
                </a:lnTo>
                <a:lnTo>
                  <a:pt x="2195641" y="353466"/>
                </a:lnTo>
                <a:lnTo>
                  <a:pt x="2195113" y="354045"/>
                </a:lnTo>
                <a:lnTo>
                  <a:pt x="2194573" y="354600"/>
                </a:lnTo>
                <a:lnTo>
                  <a:pt x="2194021" y="355130"/>
                </a:lnTo>
                <a:lnTo>
                  <a:pt x="2193457" y="355636"/>
                </a:lnTo>
                <a:lnTo>
                  <a:pt x="2192880" y="356116"/>
                </a:lnTo>
                <a:lnTo>
                  <a:pt x="2192291" y="356573"/>
                </a:lnTo>
                <a:lnTo>
                  <a:pt x="2191690" y="357004"/>
                </a:lnTo>
                <a:lnTo>
                  <a:pt x="2191076" y="357411"/>
                </a:lnTo>
                <a:lnTo>
                  <a:pt x="2190450" y="357793"/>
                </a:lnTo>
                <a:lnTo>
                  <a:pt x="2189811" y="358151"/>
                </a:lnTo>
                <a:lnTo>
                  <a:pt x="2189161" y="358483"/>
                </a:lnTo>
                <a:lnTo>
                  <a:pt x="2188498" y="358792"/>
                </a:lnTo>
                <a:lnTo>
                  <a:pt x="2187822" y="359075"/>
                </a:lnTo>
                <a:lnTo>
                  <a:pt x="2187135" y="359334"/>
                </a:lnTo>
                <a:lnTo>
                  <a:pt x="2186435" y="359568"/>
                </a:lnTo>
                <a:lnTo>
                  <a:pt x="2185722" y="359778"/>
                </a:lnTo>
                <a:lnTo>
                  <a:pt x="2184997" y="359963"/>
                </a:lnTo>
                <a:lnTo>
                  <a:pt x="2184260" y="360123"/>
                </a:lnTo>
                <a:lnTo>
                  <a:pt x="2183511" y="360259"/>
                </a:lnTo>
                <a:lnTo>
                  <a:pt x="2182749" y="360370"/>
                </a:lnTo>
                <a:lnTo>
                  <a:pt x="2181975" y="360456"/>
                </a:lnTo>
                <a:lnTo>
                  <a:pt x="2181189" y="360518"/>
                </a:lnTo>
                <a:lnTo>
                  <a:pt x="2180390" y="360554"/>
                </a:lnTo>
                <a:lnTo>
                  <a:pt x="2179579" y="360567"/>
                </a:lnTo>
                <a:lnTo>
                  <a:pt x="2178782" y="360554"/>
                </a:lnTo>
                <a:lnTo>
                  <a:pt x="2177996" y="360518"/>
                </a:lnTo>
                <a:lnTo>
                  <a:pt x="2177220" y="360456"/>
                </a:lnTo>
                <a:lnTo>
                  <a:pt x="2176456" y="360370"/>
                </a:lnTo>
                <a:lnTo>
                  <a:pt x="2175704" y="360259"/>
                </a:lnTo>
                <a:lnTo>
                  <a:pt x="2174962" y="360123"/>
                </a:lnTo>
                <a:lnTo>
                  <a:pt x="2174231" y="359963"/>
                </a:lnTo>
                <a:lnTo>
                  <a:pt x="2173512" y="359778"/>
                </a:lnTo>
                <a:close/>
                <a:moveTo>
                  <a:pt x="2097986" y="1276359"/>
                </a:moveTo>
                <a:lnTo>
                  <a:pt x="2097986" y="1251506"/>
                </a:lnTo>
                <a:lnTo>
                  <a:pt x="2083446" y="1251506"/>
                </a:lnTo>
                <a:lnTo>
                  <a:pt x="2083446" y="1276359"/>
                </a:lnTo>
                <a:lnTo>
                  <a:pt x="2087335" y="1298507"/>
                </a:lnTo>
                <a:lnTo>
                  <a:pt x="2094097" y="1298507"/>
                </a:lnTo>
                <a:lnTo>
                  <a:pt x="2097986" y="1276359"/>
                </a:lnTo>
                <a:close/>
                <a:moveTo>
                  <a:pt x="2089702" y="2259947"/>
                </a:moveTo>
                <a:lnTo>
                  <a:pt x="2089702" y="2243717"/>
                </a:lnTo>
                <a:lnTo>
                  <a:pt x="2073809" y="2243717"/>
                </a:lnTo>
                <a:lnTo>
                  <a:pt x="2073809" y="2259947"/>
                </a:lnTo>
                <a:lnTo>
                  <a:pt x="2089702" y="2259947"/>
                </a:lnTo>
                <a:close/>
                <a:moveTo>
                  <a:pt x="2402109" y="2248113"/>
                </a:moveTo>
                <a:lnTo>
                  <a:pt x="2387569" y="2248113"/>
                </a:lnTo>
                <a:lnTo>
                  <a:pt x="2387569" y="2272965"/>
                </a:lnTo>
                <a:lnTo>
                  <a:pt x="2391458" y="2295113"/>
                </a:lnTo>
                <a:lnTo>
                  <a:pt x="2398220" y="2295113"/>
                </a:lnTo>
                <a:lnTo>
                  <a:pt x="2402109" y="2272965"/>
                </a:lnTo>
                <a:lnTo>
                  <a:pt x="2402109" y="2248113"/>
                </a:lnTo>
                <a:close/>
                <a:moveTo>
                  <a:pt x="2376918" y="2272965"/>
                </a:moveTo>
                <a:lnTo>
                  <a:pt x="2376918" y="2248113"/>
                </a:lnTo>
                <a:lnTo>
                  <a:pt x="2362378" y="2248113"/>
                </a:lnTo>
                <a:lnTo>
                  <a:pt x="2362378" y="2272965"/>
                </a:lnTo>
                <a:lnTo>
                  <a:pt x="2366266" y="2295113"/>
                </a:lnTo>
                <a:lnTo>
                  <a:pt x="2373029" y="2295113"/>
                </a:lnTo>
                <a:lnTo>
                  <a:pt x="2376918" y="2272965"/>
                </a:lnTo>
                <a:close/>
                <a:moveTo>
                  <a:pt x="2261896" y="2309374"/>
                </a:moveTo>
                <a:lnTo>
                  <a:pt x="2261962" y="2308826"/>
                </a:lnTo>
                <a:lnTo>
                  <a:pt x="2262037" y="2308285"/>
                </a:lnTo>
                <a:lnTo>
                  <a:pt x="2262120" y="2307749"/>
                </a:lnTo>
                <a:lnTo>
                  <a:pt x="2262213" y="2307219"/>
                </a:lnTo>
                <a:lnTo>
                  <a:pt x="2262314" y="2306694"/>
                </a:lnTo>
                <a:lnTo>
                  <a:pt x="2262424" y="2306176"/>
                </a:lnTo>
                <a:lnTo>
                  <a:pt x="2262543" y="2305663"/>
                </a:lnTo>
                <a:lnTo>
                  <a:pt x="2262671" y="2305157"/>
                </a:lnTo>
                <a:lnTo>
                  <a:pt x="2262807" y="2304656"/>
                </a:lnTo>
                <a:lnTo>
                  <a:pt x="2262952" y="2304161"/>
                </a:lnTo>
                <a:lnTo>
                  <a:pt x="2263106" y="2303672"/>
                </a:lnTo>
                <a:lnTo>
                  <a:pt x="2263269" y="2303189"/>
                </a:lnTo>
                <a:lnTo>
                  <a:pt x="2263441" y="2302712"/>
                </a:lnTo>
                <a:lnTo>
                  <a:pt x="2263622" y="2302240"/>
                </a:lnTo>
                <a:lnTo>
                  <a:pt x="2263811" y="2301775"/>
                </a:lnTo>
                <a:lnTo>
                  <a:pt x="2264009" y="2301315"/>
                </a:lnTo>
                <a:lnTo>
                  <a:pt x="2264216" y="2300862"/>
                </a:lnTo>
                <a:lnTo>
                  <a:pt x="2264431" y="2300401"/>
                </a:lnTo>
                <a:lnTo>
                  <a:pt x="2264653" y="2299949"/>
                </a:lnTo>
                <a:lnTo>
                  <a:pt x="2264882" y="2299506"/>
                </a:lnTo>
                <a:lnTo>
                  <a:pt x="2265118" y="2299072"/>
                </a:lnTo>
                <a:lnTo>
                  <a:pt x="2265361" y="2298647"/>
                </a:lnTo>
                <a:lnTo>
                  <a:pt x="2265611" y="2298230"/>
                </a:lnTo>
                <a:lnTo>
                  <a:pt x="2265868" y="2297823"/>
                </a:lnTo>
                <a:lnTo>
                  <a:pt x="2266132" y="2297424"/>
                </a:lnTo>
                <a:lnTo>
                  <a:pt x="2266403" y="2297034"/>
                </a:lnTo>
                <a:lnTo>
                  <a:pt x="2266681" y="2296652"/>
                </a:lnTo>
                <a:lnTo>
                  <a:pt x="2266967" y="2296280"/>
                </a:lnTo>
                <a:lnTo>
                  <a:pt x="2267259" y="2295916"/>
                </a:lnTo>
                <a:lnTo>
                  <a:pt x="2267558" y="2295561"/>
                </a:lnTo>
                <a:lnTo>
                  <a:pt x="2267865" y="2295215"/>
                </a:lnTo>
                <a:lnTo>
                  <a:pt x="2268178" y="2294878"/>
                </a:lnTo>
                <a:lnTo>
                  <a:pt x="2268499" y="2294550"/>
                </a:lnTo>
                <a:lnTo>
                  <a:pt x="2268827" y="2294230"/>
                </a:lnTo>
                <a:lnTo>
                  <a:pt x="2269161" y="2293919"/>
                </a:lnTo>
                <a:lnTo>
                  <a:pt x="2269503" y="2293617"/>
                </a:lnTo>
                <a:lnTo>
                  <a:pt x="2269851" y="2293324"/>
                </a:lnTo>
                <a:lnTo>
                  <a:pt x="2270207" y="2293039"/>
                </a:lnTo>
                <a:lnTo>
                  <a:pt x="2270570" y="2292764"/>
                </a:lnTo>
                <a:lnTo>
                  <a:pt x="2270940" y="2292497"/>
                </a:lnTo>
                <a:lnTo>
                  <a:pt x="2271317" y="2292239"/>
                </a:lnTo>
                <a:lnTo>
                  <a:pt x="2271700" y="2291977"/>
                </a:lnTo>
                <a:lnTo>
                  <a:pt x="2272089" y="2291726"/>
                </a:lnTo>
                <a:lnTo>
                  <a:pt x="2272484" y="2291486"/>
                </a:lnTo>
                <a:lnTo>
                  <a:pt x="2272885" y="2291257"/>
                </a:lnTo>
                <a:lnTo>
                  <a:pt x="2273292" y="2291040"/>
                </a:lnTo>
                <a:lnTo>
                  <a:pt x="2273705" y="2290834"/>
                </a:lnTo>
                <a:lnTo>
                  <a:pt x="2274123" y="2290638"/>
                </a:lnTo>
                <a:lnTo>
                  <a:pt x="2274548" y="2290454"/>
                </a:lnTo>
                <a:lnTo>
                  <a:pt x="2274978" y="2290281"/>
                </a:lnTo>
                <a:lnTo>
                  <a:pt x="2275414" y="2290120"/>
                </a:lnTo>
                <a:lnTo>
                  <a:pt x="2275856" y="2289969"/>
                </a:lnTo>
                <a:lnTo>
                  <a:pt x="2276304" y="2289830"/>
                </a:lnTo>
                <a:lnTo>
                  <a:pt x="2276758" y="2289701"/>
                </a:lnTo>
                <a:lnTo>
                  <a:pt x="2277218" y="2289584"/>
                </a:lnTo>
                <a:lnTo>
                  <a:pt x="2277683" y="2289478"/>
                </a:lnTo>
                <a:lnTo>
                  <a:pt x="2278155" y="2289384"/>
                </a:lnTo>
                <a:lnTo>
                  <a:pt x="2278632" y="2289300"/>
                </a:lnTo>
                <a:lnTo>
                  <a:pt x="2279115" y="2289227"/>
                </a:lnTo>
                <a:lnTo>
                  <a:pt x="2279604" y="2289166"/>
                </a:lnTo>
                <a:lnTo>
                  <a:pt x="2280099" y="2289116"/>
                </a:lnTo>
                <a:lnTo>
                  <a:pt x="2280600" y="2289077"/>
                </a:lnTo>
                <a:lnTo>
                  <a:pt x="2281106" y="2289049"/>
                </a:lnTo>
                <a:lnTo>
                  <a:pt x="2281619" y="2289032"/>
                </a:lnTo>
                <a:lnTo>
                  <a:pt x="2282137" y="2289027"/>
                </a:lnTo>
                <a:lnTo>
                  <a:pt x="2282877" y="2289036"/>
                </a:lnTo>
                <a:lnTo>
                  <a:pt x="2283602" y="2289065"/>
                </a:lnTo>
                <a:lnTo>
                  <a:pt x="2284314" y="2289114"/>
                </a:lnTo>
                <a:lnTo>
                  <a:pt x="2285011" y="2289182"/>
                </a:lnTo>
                <a:lnTo>
                  <a:pt x="2285694" y="2289269"/>
                </a:lnTo>
                <a:lnTo>
                  <a:pt x="2286364" y="2289375"/>
                </a:lnTo>
                <a:lnTo>
                  <a:pt x="2287019" y="2289501"/>
                </a:lnTo>
                <a:lnTo>
                  <a:pt x="2287660" y="2289647"/>
                </a:lnTo>
                <a:lnTo>
                  <a:pt x="2288287" y="2289811"/>
                </a:lnTo>
                <a:lnTo>
                  <a:pt x="2288900" y="2289995"/>
                </a:lnTo>
                <a:lnTo>
                  <a:pt x="2289498" y="2290199"/>
                </a:lnTo>
                <a:lnTo>
                  <a:pt x="2290083" y="2290422"/>
                </a:lnTo>
                <a:lnTo>
                  <a:pt x="2290654" y="2290664"/>
                </a:lnTo>
                <a:lnTo>
                  <a:pt x="2291210" y="2290925"/>
                </a:lnTo>
                <a:lnTo>
                  <a:pt x="2291753" y="2291206"/>
                </a:lnTo>
                <a:lnTo>
                  <a:pt x="2292281" y="2291506"/>
                </a:lnTo>
                <a:lnTo>
                  <a:pt x="2292795" y="2291826"/>
                </a:lnTo>
                <a:lnTo>
                  <a:pt x="2293295" y="2292165"/>
                </a:lnTo>
                <a:lnTo>
                  <a:pt x="2293781" y="2292523"/>
                </a:lnTo>
                <a:lnTo>
                  <a:pt x="2294253" y="2292901"/>
                </a:lnTo>
                <a:lnTo>
                  <a:pt x="2294711" y="2293298"/>
                </a:lnTo>
                <a:lnTo>
                  <a:pt x="2295155" y="2293715"/>
                </a:lnTo>
                <a:lnTo>
                  <a:pt x="2295585" y="2294151"/>
                </a:lnTo>
                <a:lnTo>
                  <a:pt x="2296001" y="2294606"/>
                </a:lnTo>
                <a:lnTo>
                  <a:pt x="2296414" y="2295082"/>
                </a:lnTo>
                <a:lnTo>
                  <a:pt x="2296811" y="2295582"/>
                </a:lnTo>
                <a:lnTo>
                  <a:pt x="2297189" y="2296104"/>
                </a:lnTo>
                <a:lnTo>
                  <a:pt x="2297550" y="2296649"/>
                </a:lnTo>
                <a:lnTo>
                  <a:pt x="2297894" y="2297217"/>
                </a:lnTo>
                <a:lnTo>
                  <a:pt x="2298220" y="2297808"/>
                </a:lnTo>
                <a:lnTo>
                  <a:pt x="2298528" y="2298421"/>
                </a:lnTo>
                <a:lnTo>
                  <a:pt x="2298818" y="2299058"/>
                </a:lnTo>
                <a:lnTo>
                  <a:pt x="2299091" y="2299718"/>
                </a:lnTo>
                <a:lnTo>
                  <a:pt x="2299347" y="2300400"/>
                </a:lnTo>
                <a:lnTo>
                  <a:pt x="2299584" y="2301105"/>
                </a:lnTo>
                <a:lnTo>
                  <a:pt x="2299805" y="2301834"/>
                </a:lnTo>
                <a:lnTo>
                  <a:pt x="2300007" y="2302585"/>
                </a:lnTo>
                <a:lnTo>
                  <a:pt x="2300192" y="2303359"/>
                </a:lnTo>
                <a:lnTo>
                  <a:pt x="2300359" y="2304156"/>
                </a:lnTo>
                <a:lnTo>
                  <a:pt x="2300509" y="2304975"/>
                </a:lnTo>
                <a:lnTo>
                  <a:pt x="2300641" y="2305818"/>
                </a:lnTo>
                <a:lnTo>
                  <a:pt x="2300756" y="2306684"/>
                </a:lnTo>
                <a:lnTo>
                  <a:pt x="2300852" y="2307572"/>
                </a:lnTo>
                <a:lnTo>
                  <a:pt x="2300932" y="2308484"/>
                </a:lnTo>
                <a:lnTo>
                  <a:pt x="2300993" y="2309418"/>
                </a:lnTo>
                <a:lnTo>
                  <a:pt x="2301037" y="2310375"/>
                </a:lnTo>
                <a:lnTo>
                  <a:pt x="2301064" y="2311355"/>
                </a:lnTo>
                <a:lnTo>
                  <a:pt x="2301073" y="2312358"/>
                </a:lnTo>
                <a:lnTo>
                  <a:pt x="2301073" y="2364093"/>
                </a:lnTo>
                <a:lnTo>
                  <a:pt x="2317979" y="2364093"/>
                </a:lnTo>
                <a:lnTo>
                  <a:pt x="2317979" y="2307455"/>
                </a:lnTo>
                <a:lnTo>
                  <a:pt x="2317965" y="2306172"/>
                </a:lnTo>
                <a:lnTo>
                  <a:pt x="2317921" y="2304916"/>
                </a:lnTo>
                <a:lnTo>
                  <a:pt x="2317847" y="2303685"/>
                </a:lnTo>
                <a:lnTo>
                  <a:pt x="2317744" y="2302482"/>
                </a:lnTo>
                <a:lnTo>
                  <a:pt x="2317612" y="2301304"/>
                </a:lnTo>
                <a:lnTo>
                  <a:pt x="2317451" y="2300153"/>
                </a:lnTo>
                <a:lnTo>
                  <a:pt x="2317260" y="2299029"/>
                </a:lnTo>
                <a:lnTo>
                  <a:pt x="2317040" y="2297931"/>
                </a:lnTo>
                <a:lnTo>
                  <a:pt x="2316791" y="2296859"/>
                </a:lnTo>
                <a:lnTo>
                  <a:pt x="2316512" y="2295814"/>
                </a:lnTo>
                <a:lnTo>
                  <a:pt x="2316203" y="2294795"/>
                </a:lnTo>
                <a:lnTo>
                  <a:pt x="2315866" y="2293803"/>
                </a:lnTo>
                <a:lnTo>
                  <a:pt x="2315499" y="2292837"/>
                </a:lnTo>
                <a:lnTo>
                  <a:pt x="2315103" y="2291897"/>
                </a:lnTo>
                <a:lnTo>
                  <a:pt x="2314677" y="2290984"/>
                </a:lnTo>
                <a:lnTo>
                  <a:pt x="2314222" y="2290097"/>
                </a:lnTo>
                <a:lnTo>
                  <a:pt x="2313738" y="2289237"/>
                </a:lnTo>
                <a:lnTo>
                  <a:pt x="2313224" y="2288403"/>
                </a:lnTo>
                <a:lnTo>
                  <a:pt x="2312681" y="2287596"/>
                </a:lnTo>
                <a:lnTo>
                  <a:pt x="2312109" y="2286815"/>
                </a:lnTo>
                <a:lnTo>
                  <a:pt x="2311507" y="2286060"/>
                </a:lnTo>
                <a:lnTo>
                  <a:pt x="2310876" y="2285332"/>
                </a:lnTo>
                <a:lnTo>
                  <a:pt x="2310216" y="2284630"/>
                </a:lnTo>
                <a:lnTo>
                  <a:pt x="2309526" y="2283955"/>
                </a:lnTo>
                <a:lnTo>
                  <a:pt x="2308812" y="2283306"/>
                </a:lnTo>
                <a:lnTo>
                  <a:pt x="2308077" y="2282685"/>
                </a:lnTo>
                <a:lnTo>
                  <a:pt x="2307323" y="2282092"/>
                </a:lnTo>
                <a:lnTo>
                  <a:pt x="2306549" y="2281527"/>
                </a:lnTo>
                <a:lnTo>
                  <a:pt x="2305754" y="2280989"/>
                </a:lnTo>
                <a:lnTo>
                  <a:pt x="2304940" y="2280478"/>
                </a:lnTo>
                <a:lnTo>
                  <a:pt x="2304106" y="2279995"/>
                </a:lnTo>
                <a:lnTo>
                  <a:pt x="2303252" y="2279540"/>
                </a:lnTo>
                <a:lnTo>
                  <a:pt x="2302378" y="2279113"/>
                </a:lnTo>
                <a:lnTo>
                  <a:pt x="2301483" y="2278713"/>
                </a:lnTo>
                <a:lnTo>
                  <a:pt x="2300569" y="2278340"/>
                </a:lnTo>
                <a:lnTo>
                  <a:pt x="2299635" y="2277995"/>
                </a:lnTo>
                <a:lnTo>
                  <a:pt x="2298682" y="2277678"/>
                </a:lnTo>
                <a:lnTo>
                  <a:pt x="2297708" y="2277388"/>
                </a:lnTo>
                <a:lnTo>
                  <a:pt x="2296714" y="2277126"/>
                </a:lnTo>
                <a:lnTo>
                  <a:pt x="2295700" y="2276892"/>
                </a:lnTo>
                <a:lnTo>
                  <a:pt x="2294666" y="2276685"/>
                </a:lnTo>
                <a:lnTo>
                  <a:pt x="2293612" y="2276505"/>
                </a:lnTo>
                <a:lnTo>
                  <a:pt x="2292539" y="2276354"/>
                </a:lnTo>
                <a:lnTo>
                  <a:pt x="2291445" y="2276229"/>
                </a:lnTo>
                <a:lnTo>
                  <a:pt x="2290331" y="2276133"/>
                </a:lnTo>
                <a:lnTo>
                  <a:pt x="2289198" y="2276064"/>
                </a:lnTo>
                <a:lnTo>
                  <a:pt x="2288044" y="2276022"/>
                </a:lnTo>
                <a:lnTo>
                  <a:pt x="2286871" y="2276009"/>
                </a:lnTo>
                <a:lnTo>
                  <a:pt x="2286155" y="2276015"/>
                </a:lnTo>
                <a:lnTo>
                  <a:pt x="2285444" y="2276032"/>
                </a:lnTo>
                <a:lnTo>
                  <a:pt x="2284739" y="2276061"/>
                </a:lnTo>
                <a:lnTo>
                  <a:pt x="2284039" y="2276103"/>
                </a:lnTo>
                <a:lnTo>
                  <a:pt x="2283344" y="2276155"/>
                </a:lnTo>
                <a:lnTo>
                  <a:pt x="2282655" y="2276220"/>
                </a:lnTo>
                <a:lnTo>
                  <a:pt x="2281971" y="2276296"/>
                </a:lnTo>
                <a:lnTo>
                  <a:pt x="2281292" y="2276384"/>
                </a:lnTo>
                <a:lnTo>
                  <a:pt x="2280618" y="2276484"/>
                </a:lnTo>
                <a:lnTo>
                  <a:pt x="2279950" y="2276596"/>
                </a:lnTo>
                <a:lnTo>
                  <a:pt x="2279287" y="2276719"/>
                </a:lnTo>
                <a:lnTo>
                  <a:pt x="2278629" y="2276854"/>
                </a:lnTo>
                <a:lnTo>
                  <a:pt x="2277976" y="2277001"/>
                </a:lnTo>
                <a:lnTo>
                  <a:pt x="2277329" y="2277159"/>
                </a:lnTo>
                <a:lnTo>
                  <a:pt x="2276687" y="2277329"/>
                </a:lnTo>
                <a:lnTo>
                  <a:pt x="2276051" y="2277511"/>
                </a:lnTo>
                <a:lnTo>
                  <a:pt x="2275419" y="2277705"/>
                </a:lnTo>
                <a:lnTo>
                  <a:pt x="2274793" y="2277911"/>
                </a:lnTo>
                <a:lnTo>
                  <a:pt x="2274172" y="2278128"/>
                </a:lnTo>
                <a:lnTo>
                  <a:pt x="2273557" y="2278357"/>
                </a:lnTo>
                <a:lnTo>
                  <a:pt x="2272947" y="2278597"/>
                </a:lnTo>
                <a:lnTo>
                  <a:pt x="2272342" y="2278850"/>
                </a:lnTo>
                <a:lnTo>
                  <a:pt x="2271742" y="2279114"/>
                </a:lnTo>
                <a:lnTo>
                  <a:pt x="2271148" y="2279390"/>
                </a:lnTo>
                <a:lnTo>
                  <a:pt x="2270561" y="2279678"/>
                </a:lnTo>
                <a:lnTo>
                  <a:pt x="2269986" y="2279980"/>
                </a:lnTo>
                <a:lnTo>
                  <a:pt x="2269423" y="2280296"/>
                </a:lnTo>
                <a:lnTo>
                  <a:pt x="2268870" y="2280625"/>
                </a:lnTo>
                <a:lnTo>
                  <a:pt x="2268328" y="2280967"/>
                </a:lnTo>
                <a:lnTo>
                  <a:pt x="2267798" y="2281323"/>
                </a:lnTo>
                <a:lnTo>
                  <a:pt x="2267279" y="2281693"/>
                </a:lnTo>
                <a:lnTo>
                  <a:pt x="2266771" y="2282076"/>
                </a:lnTo>
                <a:lnTo>
                  <a:pt x="2266274" y="2282473"/>
                </a:lnTo>
                <a:lnTo>
                  <a:pt x="2265788" y="2282883"/>
                </a:lnTo>
                <a:lnTo>
                  <a:pt x="2265313" y="2283306"/>
                </a:lnTo>
                <a:lnTo>
                  <a:pt x="2264850" y="2283743"/>
                </a:lnTo>
                <a:lnTo>
                  <a:pt x="2264397" y="2284194"/>
                </a:lnTo>
                <a:lnTo>
                  <a:pt x="2263956" y="2284658"/>
                </a:lnTo>
                <a:lnTo>
                  <a:pt x="2263526" y="2285135"/>
                </a:lnTo>
                <a:lnTo>
                  <a:pt x="2263107" y="2285627"/>
                </a:lnTo>
                <a:lnTo>
                  <a:pt x="2262700" y="2286131"/>
                </a:lnTo>
                <a:lnTo>
                  <a:pt x="2262303" y="2286649"/>
                </a:lnTo>
                <a:lnTo>
                  <a:pt x="2261918" y="2287181"/>
                </a:lnTo>
                <a:lnTo>
                  <a:pt x="2261544" y="2287726"/>
                </a:lnTo>
                <a:lnTo>
                  <a:pt x="2261181" y="2288284"/>
                </a:lnTo>
                <a:lnTo>
                  <a:pt x="2260829" y="2288857"/>
                </a:lnTo>
                <a:lnTo>
                  <a:pt x="2260488" y="2289442"/>
                </a:lnTo>
                <a:lnTo>
                  <a:pt x="2260158" y="2290041"/>
                </a:lnTo>
                <a:lnTo>
                  <a:pt x="2258468" y="2277699"/>
                </a:lnTo>
                <a:lnTo>
                  <a:pt x="2244773" y="2277699"/>
                </a:lnTo>
                <a:lnTo>
                  <a:pt x="2244773" y="2364093"/>
                </a:lnTo>
                <a:lnTo>
                  <a:pt x="2261680" y="2364093"/>
                </a:lnTo>
                <a:lnTo>
                  <a:pt x="2261680" y="2313372"/>
                </a:lnTo>
                <a:lnTo>
                  <a:pt x="2261684" y="2312783"/>
                </a:lnTo>
                <a:lnTo>
                  <a:pt x="2261698" y="2312201"/>
                </a:lnTo>
                <a:lnTo>
                  <a:pt x="2261720" y="2311624"/>
                </a:lnTo>
                <a:lnTo>
                  <a:pt x="2261750" y="2311052"/>
                </a:lnTo>
                <a:lnTo>
                  <a:pt x="2261790" y="2310487"/>
                </a:lnTo>
                <a:lnTo>
                  <a:pt x="2261838" y="2309928"/>
                </a:lnTo>
                <a:lnTo>
                  <a:pt x="2261896" y="2309374"/>
                </a:lnTo>
                <a:close/>
                <a:moveTo>
                  <a:pt x="2187526" y="2365182"/>
                </a:moveTo>
                <a:lnTo>
                  <a:pt x="2188463" y="2365022"/>
                </a:lnTo>
                <a:lnTo>
                  <a:pt x="2189389" y="2364844"/>
                </a:lnTo>
                <a:lnTo>
                  <a:pt x="2190302" y="2364647"/>
                </a:lnTo>
                <a:lnTo>
                  <a:pt x="2191203" y="2364431"/>
                </a:lnTo>
                <a:lnTo>
                  <a:pt x="2192091" y="2364196"/>
                </a:lnTo>
                <a:lnTo>
                  <a:pt x="2192967" y="2363942"/>
                </a:lnTo>
                <a:lnTo>
                  <a:pt x="2193831" y="2363670"/>
                </a:lnTo>
                <a:lnTo>
                  <a:pt x="2194683" y="2363379"/>
                </a:lnTo>
                <a:lnTo>
                  <a:pt x="2195522" y="2363069"/>
                </a:lnTo>
                <a:lnTo>
                  <a:pt x="2196349" y="2362740"/>
                </a:lnTo>
                <a:lnTo>
                  <a:pt x="2197163" y="2362392"/>
                </a:lnTo>
                <a:lnTo>
                  <a:pt x="2197965" y="2362026"/>
                </a:lnTo>
                <a:lnTo>
                  <a:pt x="2198755" y="2361641"/>
                </a:lnTo>
                <a:lnTo>
                  <a:pt x="2199533" y="2361237"/>
                </a:lnTo>
                <a:lnTo>
                  <a:pt x="2200298" y="2360815"/>
                </a:lnTo>
                <a:lnTo>
                  <a:pt x="2201051" y="2360373"/>
                </a:lnTo>
                <a:lnTo>
                  <a:pt x="2201790" y="2359901"/>
                </a:lnTo>
                <a:lnTo>
                  <a:pt x="2202515" y="2359414"/>
                </a:lnTo>
                <a:lnTo>
                  <a:pt x="2203225" y="2358912"/>
                </a:lnTo>
                <a:lnTo>
                  <a:pt x="2203920" y="2358396"/>
                </a:lnTo>
                <a:lnTo>
                  <a:pt x="2204601" y="2357865"/>
                </a:lnTo>
                <a:lnTo>
                  <a:pt x="2205267" y="2357319"/>
                </a:lnTo>
                <a:lnTo>
                  <a:pt x="2205918" y="2356759"/>
                </a:lnTo>
                <a:lnTo>
                  <a:pt x="2206555" y="2356184"/>
                </a:lnTo>
                <a:lnTo>
                  <a:pt x="2207177" y="2355594"/>
                </a:lnTo>
                <a:lnTo>
                  <a:pt x="2207784" y="2354990"/>
                </a:lnTo>
                <a:lnTo>
                  <a:pt x="2208377" y="2354371"/>
                </a:lnTo>
                <a:lnTo>
                  <a:pt x="2208955" y="2353737"/>
                </a:lnTo>
                <a:lnTo>
                  <a:pt x="2209518" y="2353089"/>
                </a:lnTo>
                <a:lnTo>
                  <a:pt x="2210067" y="2352426"/>
                </a:lnTo>
                <a:lnTo>
                  <a:pt x="2210601" y="2351748"/>
                </a:lnTo>
                <a:lnTo>
                  <a:pt x="2211120" y="2351055"/>
                </a:lnTo>
                <a:lnTo>
                  <a:pt x="2211624" y="2350348"/>
                </a:lnTo>
                <a:lnTo>
                  <a:pt x="2212114" y="2349627"/>
                </a:lnTo>
                <a:lnTo>
                  <a:pt x="2212589" y="2348890"/>
                </a:lnTo>
                <a:lnTo>
                  <a:pt x="2213050" y="2348139"/>
                </a:lnTo>
                <a:lnTo>
                  <a:pt x="2213496" y="2347373"/>
                </a:lnTo>
                <a:lnTo>
                  <a:pt x="2213927" y="2346593"/>
                </a:lnTo>
                <a:lnTo>
                  <a:pt x="2214344" y="2345798"/>
                </a:lnTo>
                <a:lnTo>
                  <a:pt x="2214745" y="2344988"/>
                </a:lnTo>
                <a:lnTo>
                  <a:pt x="2215132" y="2344165"/>
                </a:lnTo>
                <a:lnTo>
                  <a:pt x="2215501" y="2343332"/>
                </a:lnTo>
                <a:lnTo>
                  <a:pt x="2215855" y="2342489"/>
                </a:lnTo>
                <a:lnTo>
                  <a:pt x="2216192" y="2341635"/>
                </a:lnTo>
                <a:lnTo>
                  <a:pt x="2216512" y="2340770"/>
                </a:lnTo>
                <a:lnTo>
                  <a:pt x="2216816" y="2339895"/>
                </a:lnTo>
                <a:lnTo>
                  <a:pt x="2217104" y="2339009"/>
                </a:lnTo>
                <a:lnTo>
                  <a:pt x="2217375" y="2338113"/>
                </a:lnTo>
                <a:lnTo>
                  <a:pt x="2217630" y="2337206"/>
                </a:lnTo>
                <a:lnTo>
                  <a:pt x="2217868" y="2336288"/>
                </a:lnTo>
                <a:lnTo>
                  <a:pt x="2218090" y="2335360"/>
                </a:lnTo>
                <a:lnTo>
                  <a:pt x="2218296" y="2334421"/>
                </a:lnTo>
                <a:lnTo>
                  <a:pt x="2218485" y="2333472"/>
                </a:lnTo>
                <a:lnTo>
                  <a:pt x="2218657" y="2332512"/>
                </a:lnTo>
                <a:lnTo>
                  <a:pt x="2218813" y="2331542"/>
                </a:lnTo>
                <a:lnTo>
                  <a:pt x="2218953" y="2330561"/>
                </a:lnTo>
                <a:lnTo>
                  <a:pt x="2219076" y="2329569"/>
                </a:lnTo>
                <a:lnTo>
                  <a:pt x="2219183" y="2328567"/>
                </a:lnTo>
                <a:lnTo>
                  <a:pt x="2219274" y="2327555"/>
                </a:lnTo>
                <a:lnTo>
                  <a:pt x="2219348" y="2326532"/>
                </a:lnTo>
                <a:lnTo>
                  <a:pt x="2219405" y="2325498"/>
                </a:lnTo>
                <a:lnTo>
                  <a:pt x="2219446" y="2324453"/>
                </a:lnTo>
                <a:lnTo>
                  <a:pt x="2219471" y="2323398"/>
                </a:lnTo>
                <a:lnTo>
                  <a:pt x="2219479" y="2322333"/>
                </a:lnTo>
                <a:lnTo>
                  <a:pt x="2219479" y="2319459"/>
                </a:lnTo>
                <a:lnTo>
                  <a:pt x="2219471" y="2318407"/>
                </a:lnTo>
                <a:lnTo>
                  <a:pt x="2219446" y="2317365"/>
                </a:lnTo>
                <a:lnTo>
                  <a:pt x="2219405" y="2316334"/>
                </a:lnTo>
                <a:lnTo>
                  <a:pt x="2219348" y="2315312"/>
                </a:lnTo>
                <a:lnTo>
                  <a:pt x="2219274" y="2314300"/>
                </a:lnTo>
                <a:lnTo>
                  <a:pt x="2219183" y="2313298"/>
                </a:lnTo>
                <a:lnTo>
                  <a:pt x="2219076" y="2312307"/>
                </a:lnTo>
                <a:lnTo>
                  <a:pt x="2218953" y="2311325"/>
                </a:lnTo>
                <a:lnTo>
                  <a:pt x="2218813" y="2310353"/>
                </a:lnTo>
                <a:lnTo>
                  <a:pt x="2218657" y="2309391"/>
                </a:lnTo>
                <a:lnTo>
                  <a:pt x="2218485" y="2308439"/>
                </a:lnTo>
                <a:lnTo>
                  <a:pt x="2218296" y="2307497"/>
                </a:lnTo>
                <a:lnTo>
                  <a:pt x="2218090" y="2306565"/>
                </a:lnTo>
                <a:lnTo>
                  <a:pt x="2217868" y="2305643"/>
                </a:lnTo>
                <a:lnTo>
                  <a:pt x="2217630" y="2304731"/>
                </a:lnTo>
                <a:lnTo>
                  <a:pt x="2217375" y="2303829"/>
                </a:lnTo>
                <a:lnTo>
                  <a:pt x="2217104" y="2302937"/>
                </a:lnTo>
                <a:lnTo>
                  <a:pt x="2216816" y="2302055"/>
                </a:lnTo>
                <a:lnTo>
                  <a:pt x="2216512" y="2301183"/>
                </a:lnTo>
                <a:lnTo>
                  <a:pt x="2216192" y="2300321"/>
                </a:lnTo>
                <a:lnTo>
                  <a:pt x="2215855" y="2299469"/>
                </a:lnTo>
                <a:lnTo>
                  <a:pt x="2215501" y="2298627"/>
                </a:lnTo>
                <a:lnTo>
                  <a:pt x="2215132" y="2297795"/>
                </a:lnTo>
                <a:lnTo>
                  <a:pt x="2214745" y="2296973"/>
                </a:lnTo>
                <a:lnTo>
                  <a:pt x="2214344" y="2296163"/>
                </a:lnTo>
                <a:lnTo>
                  <a:pt x="2213927" y="2295368"/>
                </a:lnTo>
                <a:lnTo>
                  <a:pt x="2213496" y="2294588"/>
                </a:lnTo>
                <a:lnTo>
                  <a:pt x="2213050" y="2293822"/>
                </a:lnTo>
                <a:lnTo>
                  <a:pt x="2212589" y="2293071"/>
                </a:lnTo>
                <a:lnTo>
                  <a:pt x="2212114" y="2292334"/>
                </a:lnTo>
                <a:lnTo>
                  <a:pt x="2211624" y="2291612"/>
                </a:lnTo>
                <a:lnTo>
                  <a:pt x="2211120" y="2290905"/>
                </a:lnTo>
                <a:lnTo>
                  <a:pt x="2210601" y="2290213"/>
                </a:lnTo>
                <a:lnTo>
                  <a:pt x="2210067" y="2289535"/>
                </a:lnTo>
                <a:lnTo>
                  <a:pt x="2209518" y="2288872"/>
                </a:lnTo>
                <a:lnTo>
                  <a:pt x="2208955" y="2288224"/>
                </a:lnTo>
                <a:lnTo>
                  <a:pt x="2208377" y="2287590"/>
                </a:lnTo>
                <a:lnTo>
                  <a:pt x="2207784" y="2286971"/>
                </a:lnTo>
                <a:lnTo>
                  <a:pt x="2207177" y="2286367"/>
                </a:lnTo>
                <a:lnTo>
                  <a:pt x="2206555" y="2285777"/>
                </a:lnTo>
                <a:lnTo>
                  <a:pt x="2205918" y="2285202"/>
                </a:lnTo>
                <a:lnTo>
                  <a:pt x="2205267" y="2284642"/>
                </a:lnTo>
                <a:lnTo>
                  <a:pt x="2204601" y="2284096"/>
                </a:lnTo>
                <a:lnTo>
                  <a:pt x="2203920" y="2283565"/>
                </a:lnTo>
                <a:lnTo>
                  <a:pt x="2203225" y="2283049"/>
                </a:lnTo>
                <a:lnTo>
                  <a:pt x="2202515" y="2282547"/>
                </a:lnTo>
                <a:lnTo>
                  <a:pt x="2201790" y="2282060"/>
                </a:lnTo>
                <a:lnTo>
                  <a:pt x="2201051" y="2281588"/>
                </a:lnTo>
                <a:lnTo>
                  <a:pt x="2200298" y="2281132"/>
                </a:lnTo>
                <a:lnTo>
                  <a:pt x="2199532" y="2280697"/>
                </a:lnTo>
                <a:lnTo>
                  <a:pt x="2198753" y="2280280"/>
                </a:lnTo>
                <a:lnTo>
                  <a:pt x="2197961" y="2279883"/>
                </a:lnTo>
                <a:lnTo>
                  <a:pt x="2197156" y="2279505"/>
                </a:lnTo>
                <a:lnTo>
                  <a:pt x="2196338" y="2279147"/>
                </a:lnTo>
                <a:lnTo>
                  <a:pt x="2195507" y="2278808"/>
                </a:lnTo>
                <a:lnTo>
                  <a:pt x="2194664" y="2278488"/>
                </a:lnTo>
                <a:lnTo>
                  <a:pt x="2193807" y="2278188"/>
                </a:lnTo>
                <a:lnTo>
                  <a:pt x="2192938" y="2277907"/>
                </a:lnTo>
                <a:lnTo>
                  <a:pt x="2192056" y="2277646"/>
                </a:lnTo>
                <a:lnTo>
                  <a:pt x="2191160" y="2277403"/>
                </a:lnTo>
                <a:lnTo>
                  <a:pt x="2190252" y="2277181"/>
                </a:lnTo>
                <a:lnTo>
                  <a:pt x="2189331" y="2276977"/>
                </a:lnTo>
                <a:lnTo>
                  <a:pt x="2188397" y="2276793"/>
                </a:lnTo>
                <a:lnTo>
                  <a:pt x="2187450" y="2276629"/>
                </a:lnTo>
                <a:lnTo>
                  <a:pt x="2186490" y="2276483"/>
                </a:lnTo>
                <a:lnTo>
                  <a:pt x="2185518" y="2276357"/>
                </a:lnTo>
                <a:lnTo>
                  <a:pt x="2184532" y="2276251"/>
                </a:lnTo>
                <a:lnTo>
                  <a:pt x="2183534" y="2276164"/>
                </a:lnTo>
                <a:lnTo>
                  <a:pt x="2182522" y="2276096"/>
                </a:lnTo>
                <a:lnTo>
                  <a:pt x="2181498" y="2276047"/>
                </a:lnTo>
                <a:lnTo>
                  <a:pt x="2180460" y="2276018"/>
                </a:lnTo>
                <a:lnTo>
                  <a:pt x="2179410" y="2276009"/>
                </a:lnTo>
                <a:lnTo>
                  <a:pt x="2178388" y="2276018"/>
                </a:lnTo>
                <a:lnTo>
                  <a:pt x="2177377" y="2276047"/>
                </a:lnTo>
                <a:lnTo>
                  <a:pt x="2176378" y="2276096"/>
                </a:lnTo>
                <a:lnTo>
                  <a:pt x="2175390" y="2276164"/>
                </a:lnTo>
                <a:lnTo>
                  <a:pt x="2174415" y="2276251"/>
                </a:lnTo>
                <a:lnTo>
                  <a:pt x="2173451" y="2276357"/>
                </a:lnTo>
                <a:lnTo>
                  <a:pt x="2172498" y="2276483"/>
                </a:lnTo>
                <a:lnTo>
                  <a:pt x="2171558" y="2276629"/>
                </a:lnTo>
                <a:lnTo>
                  <a:pt x="2170629" y="2276793"/>
                </a:lnTo>
                <a:lnTo>
                  <a:pt x="2169712" y="2276977"/>
                </a:lnTo>
                <a:lnTo>
                  <a:pt x="2168807" y="2277181"/>
                </a:lnTo>
                <a:lnTo>
                  <a:pt x="2167914" y="2277403"/>
                </a:lnTo>
                <a:lnTo>
                  <a:pt x="2167032" y="2277646"/>
                </a:lnTo>
                <a:lnTo>
                  <a:pt x="2166162" y="2277907"/>
                </a:lnTo>
                <a:lnTo>
                  <a:pt x="2165304" y="2278188"/>
                </a:lnTo>
                <a:lnTo>
                  <a:pt x="2164457" y="2278488"/>
                </a:lnTo>
                <a:lnTo>
                  <a:pt x="2163622" y="2278808"/>
                </a:lnTo>
                <a:lnTo>
                  <a:pt x="2162799" y="2279147"/>
                </a:lnTo>
                <a:lnTo>
                  <a:pt x="2161988" y="2279505"/>
                </a:lnTo>
                <a:lnTo>
                  <a:pt x="2161189" y="2279883"/>
                </a:lnTo>
                <a:lnTo>
                  <a:pt x="2160401" y="2280280"/>
                </a:lnTo>
                <a:lnTo>
                  <a:pt x="2159625" y="2280697"/>
                </a:lnTo>
                <a:lnTo>
                  <a:pt x="2158860" y="2281132"/>
                </a:lnTo>
                <a:lnTo>
                  <a:pt x="2158108" y="2281588"/>
                </a:lnTo>
                <a:lnTo>
                  <a:pt x="2157368" y="2282046"/>
                </a:lnTo>
                <a:lnTo>
                  <a:pt x="2156644" y="2282520"/>
                </a:lnTo>
                <a:lnTo>
                  <a:pt x="2155934" y="2283009"/>
                </a:lnTo>
                <a:lnTo>
                  <a:pt x="2155238" y="2283513"/>
                </a:lnTo>
                <a:lnTo>
                  <a:pt x="2154558" y="2284033"/>
                </a:lnTo>
                <a:lnTo>
                  <a:pt x="2153892" y="2284568"/>
                </a:lnTo>
                <a:lnTo>
                  <a:pt x="2153240" y="2285118"/>
                </a:lnTo>
                <a:lnTo>
                  <a:pt x="2152604" y="2285683"/>
                </a:lnTo>
                <a:lnTo>
                  <a:pt x="2151982" y="2286264"/>
                </a:lnTo>
                <a:lnTo>
                  <a:pt x="2151374" y="2286859"/>
                </a:lnTo>
                <a:lnTo>
                  <a:pt x="2150782" y="2287470"/>
                </a:lnTo>
                <a:lnTo>
                  <a:pt x="2150204" y="2288097"/>
                </a:lnTo>
                <a:lnTo>
                  <a:pt x="2149641" y="2288738"/>
                </a:lnTo>
                <a:lnTo>
                  <a:pt x="2149092" y="2289395"/>
                </a:lnTo>
                <a:lnTo>
                  <a:pt x="2148558" y="2290068"/>
                </a:lnTo>
                <a:lnTo>
                  <a:pt x="2148039" y="2290755"/>
                </a:lnTo>
                <a:lnTo>
                  <a:pt x="2147534" y="2291458"/>
                </a:lnTo>
                <a:lnTo>
                  <a:pt x="2147044" y="2292176"/>
                </a:lnTo>
                <a:lnTo>
                  <a:pt x="2146569" y="2292909"/>
                </a:lnTo>
                <a:lnTo>
                  <a:pt x="2146109" y="2293657"/>
                </a:lnTo>
                <a:lnTo>
                  <a:pt x="2145663" y="2294421"/>
                </a:lnTo>
                <a:lnTo>
                  <a:pt x="2145232" y="2295200"/>
                </a:lnTo>
                <a:lnTo>
                  <a:pt x="2144815" y="2295994"/>
                </a:lnTo>
                <a:lnTo>
                  <a:pt x="2144413" y="2296804"/>
                </a:lnTo>
                <a:lnTo>
                  <a:pt x="2144027" y="2297626"/>
                </a:lnTo>
                <a:lnTo>
                  <a:pt x="2143657" y="2298459"/>
                </a:lnTo>
                <a:lnTo>
                  <a:pt x="2143304" y="2299303"/>
                </a:lnTo>
                <a:lnTo>
                  <a:pt x="2142967" y="2300157"/>
                </a:lnTo>
                <a:lnTo>
                  <a:pt x="2142646" y="2301022"/>
                </a:lnTo>
                <a:lnTo>
                  <a:pt x="2142342" y="2301897"/>
                </a:lnTo>
                <a:lnTo>
                  <a:pt x="2142055" y="2302783"/>
                </a:lnTo>
                <a:lnTo>
                  <a:pt x="2141783" y="2303679"/>
                </a:lnTo>
                <a:lnTo>
                  <a:pt x="2141529" y="2304586"/>
                </a:lnTo>
                <a:lnTo>
                  <a:pt x="2141290" y="2305504"/>
                </a:lnTo>
                <a:lnTo>
                  <a:pt x="2141068" y="2306432"/>
                </a:lnTo>
                <a:lnTo>
                  <a:pt x="2140863" y="2307370"/>
                </a:lnTo>
                <a:lnTo>
                  <a:pt x="2140674" y="2308320"/>
                </a:lnTo>
                <a:lnTo>
                  <a:pt x="2140501" y="2309280"/>
                </a:lnTo>
                <a:lnTo>
                  <a:pt x="2140345" y="2310250"/>
                </a:lnTo>
                <a:lnTo>
                  <a:pt x="2140205" y="2311231"/>
                </a:lnTo>
                <a:lnTo>
                  <a:pt x="2140082" y="2312222"/>
                </a:lnTo>
                <a:lnTo>
                  <a:pt x="2139975" y="2313224"/>
                </a:lnTo>
                <a:lnTo>
                  <a:pt x="2139885" y="2314237"/>
                </a:lnTo>
                <a:lnTo>
                  <a:pt x="2139811" y="2315260"/>
                </a:lnTo>
                <a:lnTo>
                  <a:pt x="2139753" y="2316294"/>
                </a:lnTo>
                <a:lnTo>
                  <a:pt x="2139712" y="2317338"/>
                </a:lnTo>
                <a:lnTo>
                  <a:pt x="2139688" y="2318393"/>
                </a:lnTo>
                <a:lnTo>
                  <a:pt x="2139679" y="2319459"/>
                </a:lnTo>
                <a:lnTo>
                  <a:pt x="2139679" y="2322333"/>
                </a:lnTo>
                <a:lnTo>
                  <a:pt x="2139688" y="2323371"/>
                </a:lnTo>
                <a:lnTo>
                  <a:pt x="2139712" y="2324401"/>
                </a:lnTo>
                <a:lnTo>
                  <a:pt x="2139753" y="2325421"/>
                </a:lnTo>
                <a:lnTo>
                  <a:pt x="2139811" y="2326433"/>
                </a:lnTo>
                <a:lnTo>
                  <a:pt x="2139885" y="2327436"/>
                </a:lnTo>
                <a:lnTo>
                  <a:pt x="2139975" y="2328430"/>
                </a:lnTo>
                <a:lnTo>
                  <a:pt x="2140082" y="2329415"/>
                </a:lnTo>
                <a:lnTo>
                  <a:pt x="2140205" y="2330392"/>
                </a:lnTo>
                <a:lnTo>
                  <a:pt x="2140345" y="2331360"/>
                </a:lnTo>
                <a:lnTo>
                  <a:pt x="2140501" y="2332319"/>
                </a:lnTo>
                <a:lnTo>
                  <a:pt x="2140674" y="2333269"/>
                </a:lnTo>
                <a:lnTo>
                  <a:pt x="2140863" y="2334210"/>
                </a:lnTo>
                <a:lnTo>
                  <a:pt x="2141068" y="2335143"/>
                </a:lnTo>
                <a:lnTo>
                  <a:pt x="2141290" y="2336066"/>
                </a:lnTo>
                <a:lnTo>
                  <a:pt x="2141529" y="2336981"/>
                </a:lnTo>
                <a:lnTo>
                  <a:pt x="2141783" y="2337887"/>
                </a:lnTo>
                <a:lnTo>
                  <a:pt x="2142055" y="2338785"/>
                </a:lnTo>
                <a:lnTo>
                  <a:pt x="2142342" y="2339673"/>
                </a:lnTo>
                <a:lnTo>
                  <a:pt x="2142646" y="2340553"/>
                </a:lnTo>
                <a:lnTo>
                  <a:pt x="2142967" y="2341424"/>
                </a:lnTo>
                <a:lnTo>
                  <a:pt x="2143304" y="2342286"/>
                </a:lnTo>
                <a:lnTo>
                  <a:pt x="2143657" y="2343139"/>
                </a:lnTo>
                <a:lnTo>
                  <a:pt x="2144027" y="2343983"/>
                </a:lnTo>
                <a:lnTo>
                  <a:pt x="2144413" y="2344819"/>
                </a:lnTo>
                <a:lnTo>
                  <a:pt x="2144815" y="2345629"/>
                </a:lnTo>
                <a:lnTo>
                  <a:pt x="2145232" y="2346424"/>
                </a:lnTo>
                <a:lnTo>
                  <a:pt x="2145663" y="2347204"/>
                </a:lnTo>
                <a:lnTo>
                  <a:pt x="2146109" y="2347970"/>
                </a:lnTo>
                <a:lnTo>
                  <a:pt x="2146569" y="2348721"/>
                </a:lnTo>
                <a:lnTo>
                  <a:pt x="2147044" y="2349458"/>
                </a:lnTo>
                <a:lnTo>
                  <a:pt x="2147534" y="2350179"/>
                </a:lnTo>
                <a:lnTo>
                  <a:pt x="2148039" y="2350887"/>
                </a:lnTo>
                <a:lnTo>
                  <a:pt x="2148558" y="2351579"/>
                </a:lnTo>
                <a:lnTo>
                  <a:pt x="2149092" y="2352257"/>
                </a:lnTo>
                <a:lnTo>
                  <a:pt x="2149641" y="2352920"/>
                </a:lnTo>
                <a:lnTo>
                  <a:pt x="2150204" y="2353568"/>
                </a:lnTo>
                <a:lnTo>
                  <a:pt x="2150782" y="2354202"/>
                </a:lnTo>
                <a:lnTo>
                  <a:pt x="2151374" y="2354821"/>
                </a:lnTo>
                <a:lnTo>
                  <a:pt x="2151982" y="2355425"/>
                </a:lnTo>
                <a:lnTo>
                  <a:pt x="2152604" y="2356015"/>
                </a:lnTo>
                <a:lnTo>
                  <a:pt x="2153240" y="2356590"/>
                </a:lnTo>
                <a:lnTo>
                  <a:pt x="2153892" y="2357150"/>
                </a:lnTo>
                <a:lnTo>
                  <a:pt x="2154558" y="2357696"/>
                </a:lnTo>
                <a:lnTo>
                  <a:pt x="2155238" y="2358227"/>
                </a:lnTo>
                <a:lnTo>
                  <a:pt x="2155934" y="2358743"/>
                </a:lnTo>
                <a:lnTo>
                  <a:pt x="2156644" y="2359245"/>
                </a:lnTo>
                <a:lnTo>
                  <a:pt x="2157368" y="2359732"/>
                </a:lnTo>
                <a:lnTo>
                  <a:pt x="2158108" y="2360204"/>
                </a:lnTo>
                <a:lnTo>
                  <a:pt x="2158861" y="2360659"/>
                </a:lnTo>
                <a:lnTo>
                  <a:pt x="2159626" y="2361095"/>
                </a:lnTo>
                <a:lnTo>
                  <a:pt x="2160403" y="2361512"/>
                </a:lnTo>
                <a:lnTo>
                  <a:pt x="2161193" y="2361909"/>
                </a:lnTo>
                <a:lnTo>
                  <a:pt x="2161995" y="2362286"/>
                </a:lnTo>
                <a:lnTo>
                  <a:pt x="2162810" y="2362645"/>
                </a:lnTo>
                <a:lnTo>
                  <a:pt x="2163637" y="2362984"/>
                </a:lnTo>
                <a:lnTo>
                  <a:pt x="2164476" y="2363303"/>
                </a:lnTo>
                <a:lnTo>
                  <a:pt x="2165328" y="2363604"/>
                </a:lnTo>
                <a:lnTo>
                  <a:pt x="2166191" y="2363885"/>
                </a:lnTo>
                <a:lnTo>
                  <a:pt x="2167068" y="2364146"/>
                </a:lnTo>
                <a:lnTo>
                  <a:pt x="2167956" y="2364388"/>
                </a:lnTo>
                <a:lnTo>
                  <a:pt x="2168857" y="2364611"/>
                </a:lnTo>
                <a:lnTo>
                  <a:pt x="2169770" y="2364815"/>
                </a:lnTo>
                <a:lnTo>
                  <a:pt x="2170695" y="2364999"/>
                </a:lnTo>
                <a:lnTo>
                  <a:pt x="2171633" y="2365163"/>
                </a:lnTo>
                <a:lnTo>
                  <a:pt x="2172583" y="2365309"/>
                </a:lnTo>
                <a:lnTo>
                  <a:pt x="2173546" y="2365435"/>
                </a:lnTo>
                <a:lnTo>
                  <a:pt x="2174521" y="2365541"/>
                </a:lnTo>
                <a:lnTo>
                  <a:pt x="2175508" y="2365628"/>
                </a:lnTo>
                <a:lnTo>
                  <a:pt x="2176507" y="2365696"/>
                </a:lnTo>
                <a:lnTo>
                  <a:pt x="2177519" y="2365744"/>
                </a:lnTo>
                <a:lnTo>
                  <a:pt x="2178543" y="2365774"/>
                </a:lnTo>
                <a:lnTo>
                  <a:pt x="2179579" y="2365783"/>
                </a:lnTo>
                <a:lnTo>
                  <a:pt x="2180616" y="2365774"/>
                </a:lnTo>
                <a:lnTo>
                  <a:pt x="2181640" y="2365746"/>
                </a:lnTo>
                <a:lnTo>
                  <a:pt x="2182652" y="2365699"/>
                </a:lnTo>
                <a:lnTo>
                  <a:pt x="2183651" y="2365633"/>
                </a:lnTo>
                <a:lnTo>
                  <a:pt x="2184638" y="2365548"/>
                </a:lnTo>
                <a:lnTo>
                  <a:pt x="2185613" y="2365445"/>
                </a:lnTo>
                <a:lnTo>
                  <a:pt x="2186575" y="2365323"/>
                </a:lnTo>
                <a:lnTo>
                  <a:pt x="2187526" y="2365182"/>
                </a:lnTo>
                <a:close/>
                <a:moveTo>
                  <a:pt x="2173512" y="2352991"/>
                </a:moveTo>
                <a:lnTo>
                  <a:pt x="2172804" y="2352781"/>
                </a:lnTo>
                <a:lnTo>
                  <a:pt x="2172106" y="2352547"/>
                </a:lnTo>
                <a:lnTo>
                  <a:pt x="2171420" y="2352288"/>
                </a:lnTo>
                <a:lnTo>
                  <a:pt x="2170746" y="2352004"/>
                </a:lnTo>
                <a:lnTo>
                  <a:pt x="2170082" y="2351696"/>
                </a:lnTo>
                <a:lnTo>
                  <a:pt x="2169429" y="2351363"/>
                </a:lnTo>
                <a:lnTo>
                  <a:pt x="2168788" y="2351006"/>
                </a:lnTo>
                <a:lnTo>
                  <a:pt x="2168158" y="2350624"/>
                </a:lnTo>
                <a:lnTo>
                  <a:pt x="2167539" y="2350217"/>
                </a:lnTo>
                <a:lnTo>
                  <a:pt x="2166931" y="2349785"/>
                </a:lnTo>
                <a:lnTo>
                  <a:pt x="2166334" y="2349329"/>
                </a:lnTo>
                <a:lnTo>
                  <a:pt x="2165749" y="2348848"/>
                </a:lnTo>
                <a:lnTo>
                  <a:pt x="2165174" y="2348343"/>
                </a:lnTo>
                <a:lnTo>
                  <a:pt x="2164611" y="2347813"/>
                </a:lnTo>
                <a:lnTo>
                  <a:pt x="2164059" y="2347258"/>
                </a:lnTo>
                <a:lnTo>
                  <a:pt x="2163518" y="2346679"/>
                </a:lnTo>
                <a:lnTo>
                  <a:pt x="2163007" y="2346063"/>
                </a:lnTo>
                <a:lnTo>
                  <a:pt x="2162519" y="2345428"/>
                </a:lnTo>
                <a:lnTo>
                  <a:pt x="2162052" y="2344774"/>
                </a:lnTo>
                <a:lnTo>
                  <a:pt x="2161607" y="2344100"/>
                </a:lnTo>
                <a:lnTo>
                  <a:pt x="2161183" y="2343407"/>
                </a:lnTo>
                <a:lnTo>
                  <a:pt x="2160781" y="2342695"/>
                </a:lnTo>
                <a:lnTo>
                  <a:pt x="2160401" y="2341963"/>
                </a:lnTo>
                <a:lnTo>
                  <a:pt x="2160043" y="2341212"/>
                </a:lnTo>
                <a:lnTo>
                  <a:pt x="2159706" y="2340442"/>
                </a:lnTo>
                <a:lnTo>
                  <a:pt x="2159391" y="2339652"/>
                </a:lnTo>
                <a:lnTo>
                  <a:pt x="2159098" y="2338843"/>
                </a:lnTo>
                <a:lnTo>
                  <a:pt x="2158826" y="2338014"/>
                </a:lnTo>
                <a:lnTo>
                  <a:pt x="2158577" y="2337166"/>
                </a:lnTo>
                <a:lnTo>
                  <a:pt x="2158348" y="2336299"/>
                </a:lnTo>
                <a:lnTo>
                  <a:pt x="2158142" y="2335412"/>
                </a:lnTo>
                <a:lnTo>
                  <a:pt x="2157957" y="2334506"/>
                </a:lnTo>
                <a:lnTo>
                  <a:pt x="2157795" y="2333580"/>
                </a:lnTo>
                <a:lnTo>
                  <a:pt x="2157653" y="2332636"/>
                </a:lnTo>
                <a:lnTo>
                  <a:pt x="2157534" y="2331671"/>
                </a:lnTo>
                <a:lnTo>
                  <a:pt x="2157436" y="2330688"/>
                </a:lnTo>
                <a:lnTo>
                  <a:pt x="2157360" y="2329685"/>
                </a:lnTo>
                <a:lnTo>
                  <a:pt x="2157306" y="2328663"/>
                </a:lnTo>
                <a:lnTo>
                  <a:pt x="2157273" y="2327621"/>
                </a:lnTo>
                <a:lnTo>
                  <a:pt x="2157262" y="2326560"/>
                </a:lnTo>
                <a:lnTo>
                  <a:pt x="2157262" y="2315232"/>
                </a:lnTo>
                <a:lnTo>
                  <a:pt x="2157273" y="2314171"/>
                </a:lnTo>
                <a:lnTo>
                  <a:pt x="2157306" y="2313131"/>
                </a:lnTo>
                <a:lnTo>
                  <a:pt x="2157360" y="2312110"/>
                </a:lnTo>
                <a:lnTo>
                  <a:pt x="2157436" y="2311109"/>
                </a:lnTo>
                <a:lnTo>
                  <a:pt x="2157534" y="2310128"/>
                </a:lnTo>
                <a:lnTo>
                  <a:pt x="2157653" y="2309167"/>
                </a:lnTo>
                <a:lnTo>
                  <a:pt x="2157795" y="2308226"/>
                </a:lnTo>
                <a:lnTo>
                  <a:pt x="2157957" y="2307305"/>
                </a:lnTo>
                <a:lnTo>
                  <a:pt x="2158142" y="2306404"/>
                </a:lnTo>
                <a:lnTo>
                  <a:pt x="2158348" y="2305523"/>
                </a:lnTo>
                <a:lnTo>
                  <a:pt x="2158577" y="2304661"/>
                </a:lnTo>
                <a:lnTo>
                  <a:pt x="2158826" y="2303820"/>
                </a:lnTo>
                <a:lnTo>
                  <a:pt x="2159098" y="2302999"/>
                </a:lnTo>
                <a:lnTo>
                  <a:pt x="2159391" y="2302198"/>
                </a:lnTo>
                <a:lnTo>
                  <a:pt x="2159706" y="2301416"/>
                </a:lnTo>
                <a:lnTo>
                  <a:pt x="2160043" y="2300655"/>
                </a:lnTo>
                <a:lnTo>
                  <a:pt x="2160401" y="2299913"/>
                </a:lnTo>
                <a:lnTo>
                  <a:pt x="2160781" y="2299192"/>
                </a:lnTo>
                <a:lnTo>
                  <a:pt x="2161183" y="2298490"/>
                </a:lnTo>
                <a:lnTo>
                  <a:pt x="2161607" y="2297809"/>
                </a:lnTo>
                <a:lnTo>
                  <a:pt x="2162052" y="2297147"/>
                </a:lnTo>
                <a:lnTo>
                  <a:pt x="2162519" y="2296506"/>
                </a:lnTo>
                <a:lnTo>
                  <a:pt x="2163007" y="2295884"/>
                </a:lnTo>
                <a:lnTo>
                  <a:pt x="2163518" y="2295282"/>
                </a:lnTo>
                <a:lnTo>
                  <a:pt x="2164059" y="2294689"/>
                </a:lnTo>
                <a:lnTo>
                  <a:pt x="2164611" y="2294121"/>
                </a:lnTo>
                <a:lnTo>
                  <a:pt x="2165174" y="2293578"/>
                </a:lnTo>
                <a:lnTo>
                  <a:pt x="2165749" y="2293061"/>
                </a:lnTo>
                <a:lnTo>
                  <a:pt x="2166334" y="2292569"/>
                </a:lnTo>
                <a:lnTo>
                  <a:pt x="2166931" y="2292102"/>
                </a:lnTo>
                <a:lnTo>
                  <a:pt x="2167539" y="2291660"/>
                </a:lnTo>
                <a:lnTo>
                  <a:pt x="2168158" y="2291243"/>
                </a:lnTo>
                <a:lnTo>
                  <a:pt x="2168788" y="2290852"/>
                </a:lnTo>
                <a:lnTo>
                  <a:pt x="2169429" y="2290486"/>
                </a:lnTo>
                <a:lnTo>
                  <a:pt x="2170082" y="2290145"/>
                </a:lnTo>
                <a:lnTo>
                  <a:pt x="2170746" y="2289830"/>
                </a:lnTo>
                <a:lnTo>
                  <a:pt x="2171420" y="2289540"/>
                </a:lnTo>
                <a:lnTo>
                  <a:pt x="2172106" y="2289275"/>
                </a:lnTo>
                <a:lnTo>
                  <a:pt x="2172804" y="2289035"/>
                </a:lnTo>
                <a:lnTo>
                  <a:pt x="2173512" y="2288820"/>
                </a:lnTo>
                <a:lnTo>
                  <a:pt x="2174231" y="2288631"/>
                </a:lnTo>
                <a:lnTo>
                  <a:pt x="2174962" y="2288467"/>
                </a:lnTo>
                <a:lnTo>
                  <a:pt x="2175704" y="2288328"/>
                </a:lnTo>
                <a:lnTo>
                  <a:pt x="2176456" y="2288214"/>
                </a:lnTo>
                <a:lnTo>
                  <a:pt x="2177220" y="2288126"/>
                </a:lnTo>
                <a:lnTo>
                  <a:pt x="2177996" y="2288063"/>
                </a:lnTo>
                <a:lnTo>
                  <a:pt x="2178782" y="2288025"/>
                </a:lnTo>
                <a:lnTo>
                  <a:pt x="2179579" y="2288012"/>
                </a:lnTo>
                <a:lnTo>
                  <a:pt x="2180390" y="2288025"/>
                </a:lnTo>
                <a:lnTo>
                  <a:pt x="2181189" y="2288063"/>
                </a:lnTo>
                <a:lnTo>
                  <a:pt x="2181975" y="2288126"/>
                </a:lnTo>
                <a:lnTo>
                  <a:pt x="2182749" y="2288214"/>
                </a:lnTo>
                <a:lnTo>
                  <a:pt x="2183511" y="2288328"/>
                </a:lnTo>
                <a:lnTo>
                  <a:pt x="2184260" y="2288467"/>
                </a:lnTo>
                <a:lnTo>
                  <a:pt x="2184997" y="2288631"/>
                </a:lnTo>
                <a:lnTo>
                  <a:pt x="2185722" y="2288820"/>
                </a:lnTo>
                <a:lnTo>
                  <a:pt x="2186435" y="2289035"/>
                </a:lnTo>
                <a:lnTo>
                  <a:pt x="2187135" y="2289275"/>
                </a:lnTo>
                <a:lnTo>
                  <a:pt x="2187822" y="2289540"/>
                </a:lnTo>
                <a:lnTo>
                  <a:pt x="2188498" y="2289830"/>
                </a:lnTo>
                <a:lnTo>
                  <a:pt x="2189161" y="2290145"/>
                </a:lnTo>
                <a:lnTo>
                  <a:pt x="2189811" y="2290486"/>
                </a:lnTo>
                <a:lnTo>
                  <a:pt x="2190450" y="2290852"/>
                </a:lnTo>
                <a:lnTo>
                  <a:pt x="2191076" y="2291243"/>
                </a:lnTo>
                <a:lnTo>
                  <a:pt x="2191690" y="2291660"/>
                </a:lnTo>
                <a:lnTo>
                  <a:pt x="2192291" y="2292102"/>
                </a:lnTo>
                <a:lnTo>
                  <a:pt x="2192880" y="2292569"/>
                </a:lnTo>
                <a:lnTo>
                  <a:pt x="2193457" y="2293061"/>
                </a:lnTo>
                <a:lnTo>
                  <a:pt x="2194021" y="2293578"/>
                </a:lnTo>
                <a:lnTo>
                  <a:pt x="2194573" y="2294121"/>
                </a:lnTo>
                <a:lnTo>
                  <a:pt x="2195113" y="2294689"/>
                </a:lnTo>
                <a:lnTo>
                  <a:pt x="2195641" y="2295282"/>
                </a:lnTo>
                <a:lnTo>
                  <a:pt x="2196151" y="2295884"/>
                </a:lnTo>
                <a:lnTo>
                  <a:pt x="2196640" y="2296506"/>
                </a:lnTo>
                <a:lnTo>
                  <a:pt x="2197107" y="2297147"/>
                </a:lnTo>
                <a:lnTo>
                  <a:pt x="2197552" y="2297809"/>
                </a:lnTo>
                <a:lnTo>
                  <a:pt x="2197976" y="2298490"/>
                </a:lnTo>
                <a:lnTo>
                  <a:pt x="2198377" y="2299192"/>
                </a:lnTo>
                <a:lnTo>
                  <a:pt x="2198758" y="2299913"/>
                </a:lnTo>
                <a:lnTo>
                  <a:pt x="2199116" y="2300655"/>
                </a:lnTo>
                <a:lnTo>
                  <a:pt x="2199453" y="2301416"/>
                </a:lnTo>
                <a:lnTo>
                  <a:pt x="2199768" y="2302198"/>
                </a:lnTo>
                <a:lnTo>
                  <a:pt x="2200061" y="2302999"/>
                </a:lnTo>
                <a:lnTo>
                  <a:pt x="2200332" y="2303820"/>
                </a:lnTo>
                <a:lnTo>
                  <a:pt x="2200582" y="2304661"/>
                </a:lnTo>
                <a:lnTo>
                  <a:pt x="2200810" y="2305523"/>
                </a:lnTo>
                <a:lnTo>
                  <a:pt x="2201017" y="2306404"/>
                </a:lnTo>
                <a:lnTo>
                  <a:pt x="2201201" y="2307305"/>
                </a:lnTo>
                <a:lnTo>
                  <a:pt x="2201364" y="2308226"/>
                </a:lnTo>
                <a:lnTo>
                  <a:pt x="2201505" y="2309167"/>
                </a:lnTo>
                <a:lnTo>
                  <a:pt x="2201625" y="2310128"/>
                </a:lnTo>
                <a:lnTo>
                  <a:pt x="2201723" y="2311109"/>
                </a:lnTo>
                <a:lnTo>
                  <a:pt x="2201799" y="2312110"/>
                </a:lnTo>
                <a:lnTo>
                  <a:pt x="2201853" y="2313131"/>
                </a:lnTo>
                <a:lnTo>
                  <a:pt x="2201885" y="2314171"/>
                </a:lnTo>
                <a:lnTo>
                  <a:pt x="2201896" y="2315232"/>
                </a:lnTo>
                <a:lnTo>
                  <a:pt x="2201896" y="2326560"/>
                </a:lnTo>
                <a:lnTo>
                  <a:pt x="2201885" y="2327621"/>
                </a:lnTo>
                <a:lnTo>
                  <a:pt x="2201853" y="2328663"/>
                </a:lnTo>
                <a:lnTo>
                  <a:pt x="2201799" y="2329685"/>
                </a:lnTo>
                <a:lnTo>
                  <a:pt x="2201723" y="2330688"/>
                </a:lnTo>
                <a:lnTo>
                  <a:pt x="2201625" y="2331671"/>
                </a:lnTo>
                <a:lnTo>
                  <a:pt x="2201505" y="2332636"/>
                </a:lnTo>
                <a:lnTo>
                  <a:pt x="2201364" y="2333580"/>
                </a:lnTo>
                <a:lnTo>
                  <a:pt x="2201201" y="2334506"/>
                </a:lnTo>
                <a:lnTo>
                  <a:pt x="2201017" y="2335412"/>
                </a:lnTo>
                <a:lnTo>
                  <a:pt x="2200810" y="2336299"/>
                </a:lnTo>
                <a:lnTo>
                  <a:pt x="2200582" y="2337166"/>
                </a:lnTo>
                <a:lnTo>
                  <a:pt x="2200332" y="2338014"/>
                </a:lnTo>
                <a:lnTo>
                  <a:pt x="2200061" y="2338843"/>
                </a:lnTo>
                <a:lnTo>
                  <a:pt x="2199768" y="2339652"/>
                </a:lnTo>
                <a:lnTo>
                  <a:pt x="2199453" y="2340442"/>
                </a:lnTo>
                <a:lnTo>
                  <a:pt x="2199116" y="2341212"/>
                </a:lnTo>
                <a:lnTo>
                  <a:pt x="2198758" y="2341963"/>
                </a:lnTo>
                <a:lnTo>
                  <a:pt x="2198377" y="2342695"/>
                </a:lnTo>
                <a:lnTo>
                  <a:pt x="2197976" y="2343407"/>
                </a:lnTo>
                <a:lnTo>
                  <a:pt x="2197552" y="2344100"/>
                </a:lnTo>
                <a:lnTo>
                  <a:pt x="2197107" y="2344774"/>
                </a:lnTo>
                <a:lnTo>
                  <a:pt x="2196640" y="2345428"/>
                </a:lnTo>
                <a:lnTo>
                  <a:pt x="2196151" y="2346063"/>
                </a:lnTo>
                <a:lnTo>
                  <a:pt x="2195641" y="2346679"/>
                </a:lnTo>
                <a:lnTo>
                  <a:pt x="2195113" y="2347258"/>
                </a:lnTo>
                <a:lnTo>
                  <a:pt x="2194573" y="2347813"/>
                </a:lnTo>
                <a:lnTo>
                  <a:pt x="2194021" y="2348343"/>
                </a:lnTo>
                <a:lnTo>
                  <a:pt x="2193457" y="2348848"/>
                </a:lnTo>
                <a:lnTo>
                  <a:pt x="2192880" y="2349329"/>
                </a:lnTo>
                <a:lnTo>
                  <a:pt x="2192291" y="2349785"/>
                </a:lnTo>
                <a:lnTo>
                  <a:pt x="2191690" y="2350217"/>
                </a:lnTo>
                <a:lnTo>
                  <a:pt x="2191076" y="2350624"/>
                </a:lnTo>
                <a:lnTo>
                  <a:pt x="2190450" y="2351006"/>
                </a:lnTo>
                <a:lnTo>
                  <a:pt x="2189811" y="2351363"/>
                </a:lnTo>
                <a:lnTo>
                  <a:pt x="2189161" y="2351696"/>
                </a:lnTo>
                <a:lnTo>
                  <a:pt x="2188498" y="2352004"/>
                </a:lnTo>
                <a:lnTo>
                  <a:pt x="2187822" y="2352288"/>
                </a:lnTo>
                <a:lnTo>
                  <a:pt x="2187135" y="2352547"/>
                </a:lnTo>
                <a:lnTo>
                  <a:pt x="2186435" y="2352781"/>
                </a:lnTo>
                <a:lnTo>
                  <a:pt x="2185722" y="2352991"/>
                </a:lnTo>
                <a:lnTo>
                  <a:pt x="2184997" y="2353175"/>
                </a:lnTo>
                <a:lnTo>
                  <a:pt x="2184260" y="2353336"/>
                </a:lnTo>
                <a:lnTo>
                  <a:pt x="2183511" y="2353471"/>
                </a:lnTo>
                <a:lnTo>
                  <a:pt x="2182749" y="2353582"/>
                </a:lnTo>
                <a:lnTo>
                  <a:pt x="2181975" y="2353669"/>
                </a:lnTo>
                <a:lnTo>
                  <a:pt x="2181189" y="2353730"/>
                </a:lnTo>
                <a:lnTo>
                  <a:pt x="2180390" y="2353767"/>
                </a:lnTo>
                <a:lnTo>
                  <a:pt x="2179579" y="2353779"/>
                </a:lnTo>
                <a:lnTo>
                  <a:pt x="2178782" y="2353767"/>
                </a:lnTo>
                <a:lnTo>
                  <a:pt x="2177996" y="2353730"/>
                </a:lnTo>
                <a:lnTo>
                  <a:pt x="2177220" y="2353669"/>
                </a:lnTo>
                <a:lnTo>
                  <a:pt x="2176456" y="2353582"/>
                </a:lnTo>
                <a:lnTo>
                  <a:pt x="2175704" y="2353471"/>
                </a:lnTo>
                <a:lnTo>
                  <a:pt x="2174962" y="2353336"/>
                </a:lnTo>
                <a:lnTo>
                  <a:pt x="2174231" y="2353175"/>
                </a:lnTo>
                <a:lnTo>
                  <a:pt x="2173512" y="2352991"/>
                </a:lnTo>
                <a:close/>
                <a:moveTo>
                  <a:pt x="2175184" y="2758250"/>
                </a:moveTo>
                <a:lnTo>
                  <a:pt x="2191076" y="2758250"/>
                </a:lnTo>
                <a:lnTo>
                  <a:pt x="2191076" y="2742020"/>
                </a:lnTo>
                <a:lnTo>
                  <a:pt x="2175184" y="2742020"/>
                </a:lnTo>
                <a:lnTo>
                  <a:pt x="2175184" y="2758250"/>
                </a:lnTo>
                <a:close/>
                <a:moveTo>
                  <a:pt x="2402109" y="2746416"/>
                </a:moveTo>
                <a:lnTo>
                  <a:pt x="2387569" y="2746416"/>
                </a:lnTo>
                <a:lnTo>
                  <a:pt x="2387569" y="2771269"/>
                </a:lnTo>
                <a:lnTo>
                  <a:pt x="2391458" y="2793416"/>
                </a:lnTo>
                <a:lnTo>
                  <a:pt x="2398220" y="2793416"/>
                </a:lnTo>
                <a:lnTo>
                  <a:pt x="2402109" y="2771269"/>
                </a:lnTo>
                <a:lnTo>
                  <a:pt x="2402109" y="2746416"/>
                </a:lnTo>
                <a:close/>
                <a:moveTo>
                  <a:pt x="2376918" y="2746416"/>
                </a:moveTo>
                <a:lnTo>
                  <a:pt x="2362378" y="2746416"/>
                </a:lnTo>
                <a:lnTo>
                  <a:pt x="2362378" y="2771269"/>
                </a:lnTo>
                <a:lnTo>
                  <a:pt x="2366266" y="2793416"/>
                </a:lnTo>
                <a:lnTo>
                  <a:pt x="2373029" y="2793416"/>
                </a:lnTo>
                <a:lnTo>
                  <a:pt x="2376918" y="2771269"/>
                </a:lnTo>
                <a:lnTo>
                  <a:pt x="2376918" y="2746416"/>
                </a:lnTo>
                <a:close/>
                <a:moveTo>
                  <a:pt x="2280033" y="2863692"/>
                </a:moveTo>
                <a:lnTo>
                  <a:pt x="2280742" y="2863587"/>
                </a:lnTo>
                <a:lnTo>
                  <a:pt x="2281442" y="2863470"/>
                </a:lnTo>
                <a:lnTo>
                  <a:pt x="2282132" y="2863341"/>
                </a:lnTo>
                <a:lnTo>
                  <a:pt x="2282813" y="2863199"/>
                </a:lnTo>
                <a:lnTo>
                  <a:pt x="2283485" y="2863045"/>
                </a:lnTo>
                <a:lnTo>
                  <a:pt x="2284147" y="2862878"/>
                </a:lnTo>
                <a:lnTo>
                  <a:pt x="2284800" y="2862699"/>
                </a:lnTo>
                <a:lnTo>
                  <a:pt x="2285443" y="2862508"/>
                </a:lnTo>
                <a:lnTo>
                  <a:pt x="2286077" y="2862305"/>
                </a:lnTo>
                <a:lnTo>
                  <a:pt x="2286702" y="2862089"/>
                </a:lnTo>
                <a:lnTo>
                  <a:pt x="2287317" y="2861861"/>
                </a:lnTo>
                <a:lnTo>
                  <a:pt x="2287923" y="2861621"/>
                </a:lnTo>
                <a:lnTo>
                  <a:pt x="2288519" y="2861368"/>
                </a:lnTo>
                <a:lnTo>
                  <a:pt x="2289106" y="2861103"/>
                </a:lnTo>
                <a:lnTo>
                  <a:pt x="2289684" y="2860826"/>
                </a:lnTo>
                <a:lnTo>
                  <a:pt x="2290252" y="2860536"/>
                </a:lnTo>
                <a:lnTo>
                  <a:pt x="2290811" y="2860221"/>
                </a:lnTo>
                <a:lnTo>
                  <a:pt x="2291358" y="2859895"/>
                </a:lnTo>
                <a:lnTo>
                  <a:pt x="2291895" y="2859558"/>
                </a:lnTo>
                <a:lnTo>
                  <a:pt x="2292422" y="2859212"/>
                </a:lnTo>
                <a:lnTo>
                  <a:pt x="2292938" y="2858854"/>
                </a:lnTo>
                <a:lnTo>
                  <a:pt x="2293443" y="2858486"/>
                </a:lnTo>
                <a:lnTo>
                  <a:pt x="2293938" y="2858107"/>
                </a:lnTo>
                <a:lnTo>
                  <a:pt x="2294423" y="2857718"/>
                </a:lnTo>
                <a:lnTo>
                  <a:pt x="2294896" y="2857318"/>
                </a:lnTo>
                <a:lnTo>
                  <a:pt x="2295360" y="2856908"/>
                </a:lnTo>
                <a:lnTo>
                  <a:pt x="2295812" y="2856487"/>
                </a:lnTo>
                <a:lnTo>
                  <a:pt x="2296254" y="2856056"/>
                </a:lnTo>
                <a:lnTo>
                  <a:pt x="2296686" y="2855614"/>
                </a:lnTo>
                <a:lnTo>
                  <a:pt x="2297107" y="2855161"/>
                </a:lnTo>
                <a:lnTo>
                  <a:pt x="2297517" y="2854698"/>
                </a:lnTo>
                <a:lnTo>
                  <a:pt x="2297917" y="2854224"/>
                </a:lnTo>
                <a:lnTo>
                  <a:pt x="2298306" y="2853740"/>
                </a:lnTo>
                <a:lnTo>
                  <a:pt x="2298685" y="2853245"/>
                </a:lnTo>
                <a:lnTo>
                  <a:pt x="2299053" y="2852740"/>
                </a:lnTo>
                <a:lnTo>
                  <a:pt x="2299410" y="2852224"/>
                </a:lnTo>
                <a:lnTo>
                  <a:pt x="2299757" y="2851697"/>
                </a:lnTo>
                <a:lnTo>
                  <a:pt x="2300093" y="2851160"/>
                </a:lnTo>
                <a:lnTo>
                  <a:pt x="2300419" y="2850612"/>
                </a:lnTo>
                <a:lnTo>
                  <a:pt x="2300734" y="2850054"/>
                </a:lnTo>
                <a:lnTo>
                  <a:pt x="2302594" y="2862396"/>
                </a:lnTo>
                <a:lnTo>
                  <a:pt x="2316289" y="2862396"/>
                </a:lnTo>
                <a:lnTo>
                  <a:pt x="2316289" y="2740667"/>
                </a:lnTo>
                <a:lnTo>
                  <a:pt x="2299382" y="2740667"/>
                </a:lnTo>
                <a:lnTo>
                  <a:pt x="2299382" y="2785977"/>
                </a:lnTo>
                <a:lnTo>
                  <a:pt x="2299081" y="2785530"/>
                </a:lnTo>
                <a:lnTo>
                  <a:pt x="2298770" y="2785092"/>
                </a:lnTo>
                <a:lnTo>
                  <a:pt x="2298449" y="2784662"/>
                </a:lnTo>
                <a:lnTo>
                  <a:pt x="2298119" y="2784240"/>
                </a:lnTo>
                <a:lnTo>
                  <a:pt x="2297778" y="2783826"/>
                </a:lnTo>
                <a:lnTo>
                  <a:pt x="2297427" y="2783420"/>
                </a:lnTo>
                <a:lnTo>
                  <a:pt x="2297066" y="2783023"/>
                </a:lnTo>
                <a:lnTo>
                  <a:pt x="2296696" y="2782633"/>
                </a:lnTo>
                <a:lnTo>
                  <a:pt x="2296315" y="2782253"/>
                </a:lnTo>
                <a:lnTo>
                  <a:pt x="2295924" y="2781880"/>
                </a:lnTo>
                <a:lnTo>
                  <a:pt x="2295524" y="2781515"/>
                </a:lnTo>
                <a:lnTo>
                  <a:pt x="2295113" y="2781159"/>
                </a:lnTo>
                <a:lnTo>
                  <a:pt x="2294692" y="2780811"/>
                </a:lnTo>
                <a:lnTo>
                  <a:pt x="2294262" y="2780471"/>
                </a:lnTo>
                <a:lnTo>
                  <a:pt x="2293821" y="2780139"/>
                </a:lnTo>
                <a:lnTo>
                  <a:pt x="2293371" y="2779816"/>
                </a:lnTo>
                <a:lnTo>
                  <a:pt x="2292910" y="2779501"/>
                </a:lnTo>
                <a:lnTo>
                  <a:pt x="2292440" y="2779194"/>
                </a:lnTo>
                <a:lnTo>
                  <a:pt x="2291959" y="2778895"/>
                </a:lnTo>
                <a:lnTo>
                  <a:pt x="2291469" y="2778604"/>
                </a:lnTo>
                <a:lnTo>
                  <a:pt x="2290968" y="2778322"/>
                </a:lnTo>
                <a:lnTo>
                  <a:pt x="2290458" y="2778048"/>
                </a:lnTo>
                <a:lnTo>
                  <a:pt x="2289937" y="2777782"/>
                </a:lnTo>
                <a:lnTo>
                  <a:pt x="2289407" y="2777524"/>
                </a:lnTo>
                <a:lnTo>
                  <a:pt x="2288868" y="2777262"/>
                </a:lnTo>
                <a:lnTo>
                  <a:pt x="2288321" y="2777011"/>
                </a:lnTo>
                <a:lnTo>
                  <a:pt x="2287766" y="2776771"/>
                </a:lnTo>
                <a:lnTo>
                  <a:pt x="2287204" y="2776543"/>
                </a:lnTo>
                <a:lnTo>
                  <a:pt x="2286635" y="2776325"/>
                </a:lnTo>
                <a:lnTo>
                  <a:pt x="2286057" y="2776119"/>
                </a:lnTo>
                <a:lnTo>
                  <a:pt x="2285472" y="2775924"/>
                </a:lnTo>
                <a:lnTo>
                  <a:pt x="2284880" y="2775739"/>
                </a:lnTo>
                <a:lnTo>
                  <a:pt x="2284280" y="2775567"/>
                </a:lnTo>
                <a:lnTo>
                  <a:pt x="2283672" y="2775405"/>
                </a:lnTo>
                <a:lnTo>
                  <a:pt x="2283056" y="2775254"/>
                </a:lnTo>
                <a:lnTo>
                  <a:pt x="2282433" y="2775115"/>
                </a:lnTo>
                <a:lnTo>
                  <a:pt x="2281802" y="2774987"/>
                </a:lnTo>
                <a:lnTo>
                  <a:pt x="2281164" y="2774870"/>
                </a:lnTo>
                <a:lnTo>
                  <a:pt x="2280518" y="2774764"/>
                </a:lnTo>
                <a:lnTo>
                  <a:pt x="2279864" y="2774669"/>
                </a:lnTo>
                <a:lnTo>
                  <a:pt x="2279203" y="2774585"/>
                </a:lnTo>
                <a:lnTo>
                  <a:pt x="2278534" y="2774513"/>
                </a:lnTo>
                <a:lnTo>
                  <a:pt x="2277857" y="2774451"/>
                </a:lnTo>
                <a:lnTo>
                  <a:pt x="2277173" y="2774401"/>
                </a:lnTo>
                <a:lnTo>
                  <a:pt x="2276481" y="2774362"/>
                </a:lnTo>
                <a:lnTo>
                  <a:pt x="2275782" y="2774334"/>
                </a:lnTo>
                <a:lnTo>
                  <a:pt x="2275075" y="2774317"/>
                </a:lnTo>
                <a:lnTo>
                  <a:pt x="2274360" y="2774312"/>
                </a:lnTo>
                <a:lnTo>
                  <a:pt x="2273560" y="2774321"/>
                </a:lnTo>
                <a:lnTo>
                  <a:pt x="2272766" y="2774347"/>
                </a:lnTo>
                <a:lnTo>
                  <a:pt x="2271977" y="2774391"/>
                </a:lnTo>
                <a:lnTo>
                  <a:pt x="2271195" y="2774453"/>
                </a:lnTo>
                <a:lnTo>
                  <a:pt x="2270418" y="2774532"/>
                </a:lnTo>
                <a:lnTo>
                  <a:pt x="2269647" y="2774629"/>
                </a:lnTo>
                <a:lnTo>
                  <a:pt x="2268882" y="2774743"/>
                </a:lnTo>
                <a:lnTo>
                  <a:pt x="2268123" y="2774875"/>
                </a:lnTo>
                <a:lnTo>
                  <a:pt x="2267370" y="2775025"/>
                </a:lnTo>
                <a:lnTo>
                  <a:pt x="2266623" y="2775192"/>
                </a:lnTo>
                <a:lnTo>
                  <a:pt x="2265881" y="2775377"/>
                </a:lnTo>
                <a:lnTo>
                  <a:pt x="2265146" y="2775580"/>
                </a:lnTo>
                <a:lnTo>
                  <a:pt x="2264416" y="2775800"/>
                </a:lnTo>
                <a:lnTo>
                  <a:pt x="2263692" y="2776038"/>
                </a:lnTo>
                <a:lnTo>
                  <a:pt x="2262974" y="2776293"/>
                </a:lnTo>
                <a:lnTo>
                  <a:pt x="2262262" y="2776566"/>
                </a:lnTo>
                <a:lnTo>
                  <a:pt x="2261556" y="2776857"/>
                </a:lnTo>
                <a:lnTo>
                  <a:pt x="2260856" y="2777165"/>
                </a:lnTo>
                <a:lnTo>
                  <a:pt x="2260161" y="2777491"/>
                </a:lnTo>
                <a:lnTo>
                  <a:pt x="2259473" y="2777834"/>
                </a:lnTo>
                <a:lnTo>
                  <a:pt x="2258790" y="2778195"/>
                </a:lnTo>
                <a:lnTo>
                  <a:pt x="2258113" y="2778574"/>
                </a:lnTo>
                <a:lnTo>
                  <a:pt x="2257442" y="2778970"/>
                </a:lnTo>
                <a:lnTo>
                  <a:pt x="2256777" y="2779384"/>
                </a:lnTo>
                <a:lnTo>
                  <a:pt x="2256134" y="2779815"/>
                </a:lnTo>
                <a:lnTo>
                  <a:pt x="2255503" y="2780263"/>
                </a:lnTo>
                <a:lnTo>
                  <a:pt x="2254883" y="2780728"/>
                </a:lnTo>
                <a:lnTo>
                  <a:pt x="2254274" y="2781211"/>
                </a:lnTo>
                <a:lnTo>
                  <a:pt x="2253676" y="2781710"/>
                </a:lnTo>
                <a:lnTo>
                  <a:pt x="2253089" y="2782226"/>
                </a:lnTo>
                <a:lnTo>
                  <a:pt x="2252514" y="2782759"/>
                </a:lnTo>
                <a:lnTo>
                  <a:pt x="2251949" y="2783310"/>
                </a:lnTo>
                <a:lnTo>
                  <a:pt x="2251396" y="2783877"/>
                </a:lnTo>
                <a:lnTo>
                  <a:pt x="2250854" y="2784462"/>
                </a:lnTo>
                <a:lnTo>
                  <a:pt x="2250323" y="2785063"/>
                </a:lnTo>
                <a:lnTo>
                  <a:pt x="2249803" y="2785681"/>
                </a:lnTo>
                <a:lnTo>
                  <a:pt x="2249294" y="2786317"/>
                </a:lnTo>
                <a:lnTo>
                  <a:pt x="2248797" y="2786969"/>
                </a:lnTo>
                <a:lnTo>
                  <a:pt x="2248311" y="2787639"/>
                </a:lnTo>
                <a:lnTo>
                  <a:pt x="2247835" y="2788325"/>
                </a:lnTo>
                <a:lnTo>
                  <a:pt x="2247371" y="2789029"/>
                </a:lnTo>
                <a:lnTo>
                  <a:pt x="2246918" y="2789750"/>
                </a:lnTo>
                <a:lnTo>
                  <a:pt x="2246477" y="2790487"/>
                </a:lnTo>
                <a:lnTo>
                  <a:pt x="2246046" y="2791242"/>
                </a:lnTo>
                <a:lnTo>
                  <a:pt x="2245627" y="2792014"/>
                </a:lnTo>
                <a:lnTo>
                  <a:pt x="2245218" y="2792802"/>
                </a:lnTo>
                <a:lnTo>
                  <a:pt x="2244821" y="2793608"/>
                </a:lnTo>
                <a:lnTo>
                  <a:pt x="2244435" y="2794431"/>
                </a:lnTo>
                <a:lnTo>
                  <a:pt x="2244063" y="2795270"/>
                </a:lnTo>
                <a:lnTo>
                  <a:pt x="2243706" y="2796124"/>
                </a:lnTo>
                <a:lnTo>
                  <a:pt x="2243365" y="2796993"/>
                </a:lnTo>
                <a:lnTo>
                  <a:pt x="2243040" y="2797878"/>
                </a:lnTo>
                <a:lnTo>
                  <a:pt x="2242731" y="2798778"/>
                </a:lnTo>
                <a:lnTo>
                  <a:pt x="2242438" y="2799693"/>
                </a:lnTo>
                <a:lnTo>
                  <a:pt x="2242161" y="2800623"/>
                </a:lnTo>
                <a:lnTo>
                  <a:pt x="2241899" y="2801569"/>
                </a:lnTo>
                <a:lnTo>
                  <a:pt x="2241653" y="2802530"/>
                </a:lnTo>
                <a:lnTo>
                  <a:pt x="2241424" y="2803506"/>
                </a:lnTo>
                <a:lnTo>
                  <a:pt x="2241210" y="2804498"/>
                </a:lnTo>
                <a:lnTo>
                  <a:pt x="2241011" y="2805505"/>
                </a:lnTo>
                <a:lnTo>
                  <a:pt x="2240829" y="2806527"/>
                </a:lnTo>
                <a:lnTo>
                  <a:pt x="2240663" y="2807564"/>
                </a:lnTo>
                <a:lnTo>
                  <a:pt x="2240512" y="2808617"/>
                </a:lnTo>
                <a:lnTo>
                  <a:pt x="2240377" y="2809684"/>
                </a:lnTo>
                <a:lnTo>
                  <a:pt x="2240259" y="2810767"/>
                </a:lnTo>
                <a:lnTo>
                  <a:pt x="2240156" y="2811866"/>
                </a:lnTo>
                <a:lnTo>
                  <a:pt x="2240068" y="2812979"/>
                </a:lnTo>
                <a:lnTo>
                  <a:pt x="2239997" y="2814108"/>
                </a:lnTo>
                <a:lnTo>
                  <a:pt x="2239942" y="2815252"/>
                </a:lnTo>
                <a:lnTo>
                  <a:pt x="2239902" y="2816412"/>
                </a:lnTo>
                <a:lnTo>
                  <a:pt x="2239878" y="2817586"/>
                </a:lnTo>
                <a:lnTo>
                  <a:pt x="2239870" y="2818776"/>
                </a:lnTo>
                <a:lnTo>
                  <a:pt x="2239870" y="2820636"/>
                </a:lnTo>
                <a:lnTo>
                  <a:pt x="2239878" y="2821908"/>
                </a:lnTo>
                <a:lnTo>
                  <a:pt x="2239902" y="2823160"/>
                </a:lnTo>
                <a:lnTo>
                  <a:pt x="2239942" y="2824393"/>
                </a:lnTo>
                <a:lnTo>
                  <a:pt x="2239997" y="2825605"/>
                </a:lnTo>
                <a:lnTo>
                  <a:pt x="2240068" y="2826797"/>
                </a:lnTo>
                <a:lnTo>
                  <a:pt x="2240156" y="2827970"/>
                </a:lnTo>
                <a:lnTo>
                  <a:pt x="2240259" y="2829122"/>
                </a:lnTo>
                <a:lnTo>
                  <a:pt x="2240377" y="2830254"/>
                </a:lnTo>
                <a:lnTo>
                  <a:pt x="2240512" y="2831367"/>
                </a:lnTo>
                <a:lnTo>
                  <a:pt x="2240663" y="2832459"/>
                </a:lnTo>
                <a:lnTo>
                  <a:pt x="2240829" y="2833532"/>
                </a:lnTo>
                <a:lnTo>
                  <a:pt x="2241011" y="2834584"/>
                </a:lnTo>
                <a:lnTo>
                  <a:pt x="2241210" y="2835617"/>
                </a:lnTo>
                <a:lnTo>
                  <a:pt x="2241424" y="2836629"/>
                </a:lnTo>
                <a:lnTo>
                  <a:pt x="2241653" y="2837622"/>
                </a:lnTo>
                <a:lnTo>
                  <a:pt x="2241899" y="2838595"/>
                </a:lnTo>
                <a:lnTo>
                  <a:pt x="2242161" y="2839548"/>
                </a:lnTo>
                <a:lnTo>
                  <a:pt x="2242438" y="2840480"/>
                </a:lnTo>
                <a:lnTo>
                  <a:pt x="2242731" y="2841393"/>
                </a:lnTo>
                <a:lnTo>
                  <a:pt x="2243040" y="2842286"/>
                </a:lnTo>
                <a:lnTo>
                  <a:pt x="2243365" y="2843159"/>
                </a:lnTo>
                <a:lnTo>
                  <a:pt x="2243706" y="2844012"/>
                </a:lnTo>
                <a:lnTo>
                  <a:pt x="2244063" y="2844845"/>
                </a:lnTo>
                <a:lnTo>
                  <a:pt x="2244435" y="2845658"/>
                </a:lnTo>
                <a:lnTo>
                  <a:pt x="2244835" y="2846438"/>
                </a:lnTo>
                <a:lnTo>
                  <a:pt x="2245245" y="2847202"/>
                </a:lnTo>
                <a:lnTo>
                  <a:pt x="2245666" y="2847948"/>
                </a:lnTo>
                <a:lnTo>
                  <a:pt x="2246098" y="2848678"/>
                </a:lnTo>
                <a:lnTo>
                  <a:pt x="2246540" y="2849390"/>
                </a:lnTo>
                <a:lnTo>
                  <a:pt x="2246992" y="2850085"/>
                </a:lnTo>
                <a:lnTo>
                  <a:pt x="2247455" y="2850764"/>
                </a:lnTo>
                <a:lnTo>
                  <a:pt x="2247929" y="2851425"/>
                </a:lnTo>
                <a:lnTo>
                  <a:pt x="2248413" y="2852069"/>
                </a:lnTo>
                <a:lnTo>
                  <a:pt x="2248908" y="2852697"/>
                </a:lnTo>
                <a:lnTo>
                  <a:pt x="2249414" y="2853307"/>
                </a:lnTo>
                <a:lnTo>
                  <a:pt x="2249930" y="2853900"/>
                </a:lnTo>
                <a:lnTo>
                  <a:pt x="2250456" y="2854476"/>
                </a:lnTo>
                <a:lnTo>
                  <a:pt x="2250993" y="2855035"/>
                </a:lnTo>
                <a:lnTo>
                  <a:pt x="2251541" y="2855578"/>
                </a:lnTo>
                <a:lnTo>
                  <a:pt x="2252099" y="2856103"/>
                </a:lnTo>
                <a:lnTo>
                  <a:pt x="2252668" y="2856611"/>
                </a:lnTo>
                <a:lnTo>
                  <a:pt x="2253248" y="2857102"/>
                </a:lnTo>
                <a:lnTo>
                  <a:pt x="2253838" y="2857576"/>
                </a:lnTo>
                <a:lnTo>
                  <a:pt x="2254438" y="2858033"/>
                </a:lnTo>
                <a:lnTo>
                  <a:pt x="2255049" y="2858473"/>
                </a:lnTo>
                <a:lnTo>
                  <a:pt x="2255671" y="2858896"/>
                </a:lnTo>
                <a:lnTo>
                  <a:pt x="2256303" y="2859302"/>
                </a:lnTo>
                <a:lnTo>
                  <a:pt x="2256946" y="2859691"/>
                </a:lnTo>
                <a:lnTo>
                  <a:pt x="2257597" y="2860049"/>
                </a:lnTo>
                <a:lnTo>
                  <a:pt x="2258253" y="2860393"/>
                </a:lnTo>
                <a:lnTo>
                  <a:pt x="2258914" y="2860721"/>
                </a:lnTo>
                <a:lnTo>
                  <a:pt x="2259581" y="2861034"/>
                </a:lnTo>
                <a:lnTo>
                  <a:pt x="2260253" y="2861331"/>
                </a:lnTo>
                <a:lnTo>
                  <a:pt x="2260930" y="2861614"/>
                </a:lnTo>
                <a:lnTo>
                  <a:pt x="2261612" y="2861881"/>
                </a:lnTo>
                <a:lnTo>
                  <a:pt x="2262300" y="2862133"/>
                </a:lnTo>
                <a:lnTo>
                  <a:pt x="2262993" y="2862369"/>
                </a:lnTo>
                <a:lnTo>
                  <a:pt x="2263691" y="2862591"/>
                </a:lnTo>
                <a:lnTo>
                  <a:pt x="2264395" y="2862797"/>
                </a:lnTo>
                <a:lnTo>
                  <a:pt x="2265104" y="2862987"/>
                </a:lnTo>
                <a:lnTo>
                  <a:pt x="2265818" y="2863163"/>
                </a:lnTo>
                <a:lnTo>
                  <a:pt x="2266537" y="2863323"/>
                </a:lnTo>
                <a:lnTo>
                  <a:pt x="2267262" y="2863468"/>
                </a:lnTo>
                <a:lnTo>
                  <a:pt x="2267992" y="2863598"/>
                </a:lnTo>
                <a:lnTo>
                  <a:pt x="2268727" y="2863712"/>
                </a:lnTo>
                <a:lnTo>
                  <a:pt x="2269468" y="2863812"/>
                </a:lnTo>
                <a:lnTo>
                  <a:pt x="2270213" y="2863896"/>
                </a:lnTo>
                <a:lnTo>
                  <a:pt x="2270965" y="2863964"/>
                </a:lnTo>
                <a:lnTo>
                  <a:pt x="2271721" y="2864018"/>
                </a:lnTo>
                <a:lnTo>
                  <a:pt x="2272483" y="2864056"/>
                </a:lnTo>
                <a:lnTo>
                  <a:pt x="2273250" y="2864079"/>
                </a:lnTo>
                <a:lnTo>
                  <a:pt x="2274022" y="2864086"/>
                </a:lnTo>
                <a:lnTo>
                  <a:pt x="2274806" y="2864080"/>
                </a:lnTo>
                <a:lnTo>
                  <a:pt x="2275581" y="2864062"/>
                </a:lnTo>
                <a:lnTo>
                  <a:pt x="2276346" y="2864031"/>
                </a:lnTo>
                <a:lnTo>
                  <a:pt x="2277102" y="2863988"/>
                </a:lnTo>
                <a:lnTo>
                  <a:pt x="2277849" y="2863932"/>
                </a:lnTo>
                <a:lnTo>
                  <a:pt x="2278586" y="2863864"/>
                </a:lnTo>
                <a:lnTo>
                  <a:pt x="2279314" y="2863784"/>
                </a:lnTo>
                <a:lnTo>
                  <a:pt x="2280033" y="2863692"/>
                </a:lnTo>
                <a:close/>
                <a:moveTo>
                  <a:pt x="2272237" y="2851143"/>
                </a:moveTo>
                <a:lnTo>
                  <a:pt x="2271557" y="2850939"/>
                </a:lnTo>
                <a:lnTo>
                  <a:pt x="2270888" y="2850710"/>
                </a:lnTo>
                <a:lnTo>
                  <a:pt x="2270230" y="2850457"/>
                </a:lnTo>
                <a:lnTo>
                  <a:pt x="2269584" y="2850181"/>
                </a:lnTo>
                <a:lnTo>
                  <a:pt x="2268948" y="2849880"/>
                </a:lnTo>
                <a:lnTo>
                  <a:pt x="2268324" y="2849555"/>
                </a:lnTo>
                <a:lnTo>
                  <a:pt x="2267711" y="2849206"/>
                </a:lnTo>
                <a:lnTo>
                  <a:pt x="2267109" y="2848833"/>
                </a:lnTo>
                <a:lnTo>
                  <a:pt x="2266518" y="2848436"/>
                </a:lnTo>
                <a:lnTo>
                  <a:pt x="2265938" y="2848014"/>
                </a:lnTo>
                <a:lnTo>
                  <a:pt x="2265370" y="2847569"/>
                </a:lnTo>
                <a:lnTo>
                  <a:pt x="2264812" y="2847100"/>
                </a:lnTo>
                <a:lnTo>
                  <a:pt x="2264266" y="2846606"/>
                </a:lnTo>
                <a:lnTo>
                  <a:pt x="2263731" y="2846089"/>
                </a:lnTo>
                <a:lnTo>
                  <a:pt x="2263207" y="2845547"/>
                </a:lnTo>
                <a:lnTo>
                  <a:pt x="2262694" y="2844982"/>
                </a:lnTo>
                <a:lnTo>
                  <a:pt x="2262212" y="2844391"/>
                </a:lnTo>
                <a:lnTo>
                  <a:pt x="2261749" y="2843775"/>
                </a:lnTo>
                <a:lnTo>
                  <a:pt x="2261308" y="2843133"/>
                </a:lnTo>
                <a:lnTo>
                  <a:pt x="2260886" y="2842465"/>
                </a:lnTo>
                <a:lnTo>
                  <a:pt x="2260486" y="2841771"/>
                </a:lnTo>
                <a:lnTo>
                  <a:pt x="2260106" y="2841051"/>
                </a:lnTo>
                <a:lnTo>
                  <a:pt x="2259746" y="2840306"/>
                </a:lnTo>
                <a:lnTo>
                  <a:pt x="2259407" y="2839534"/>
                </a:lnTo>
                <a:lnTo>
                  <a:pt x="2259089" y="2838737"/>
                </a:lnTo>
                <a:lnTo>
                  <a:pt x="2258791" y="2837914"/>
                </a:lnTo>
                <a:lnTo>
                  <a:pt x="2258513" y="2837065"/>
                </a:lnTo>
                <a:lnTo>
                  <a:pt x="2258256" y="2836190"/>
                </a:lnTo>
                <a:lnTo>
                  <a:pt x="2258020" y="2835290"/>
                </a:lnTo>
                <a:lnTo>
                  <a:pt x="2257804" y="2834363"/>
                </a:lnTo>
                <a:lnTo>
                  <a:pt x="2257609" y="2833411"/>
                </a:lnTo>
                <a:lnTo>
                  <a:pt x="2257434" y="2832433"/>
                </a:lnTo>
                <a:lnTo>
                  <a:pt x="2257280" y="2831429"/>
                </a:lnTo>
                <a:lnTo>
                  <a:pt x="2257147" y="2830400"/>
                </a:lnTo>
                <a:lnTo>
                  <a:pt x="2257034" y="2829344"/>
                </a:lnTo>
                <a:lnTo>
                  <a:pt x="2256941" y="2828263"/>
                </a:lnTo>
                <a:lnTo>
                  <a:pt x="2256869" y="2827156"/>
                </a:lnTo>
                <a:lnTo>
                  <a:pt x="2256818" y="2826023"/>
                </a:lnTo>
                <a:lnTo>
                  <a:pt x="2256787" y="2824864"/>
                </a:lnTo>
                <a:lnTo>
                  <a:pt x="2256777" y="2823679"/>
                </a:lnTo>
                <a:lnTo>
                  <a:pt x="2256777" y="2814381"/>
                </a:lnTo>
                <a:lnTo>
                  <a:pt x="2256787" y="2813224"/>
                </a:lnTo>
                <a:lnTo>
                  <a:pt x="2256818" y="2812091"/>
                </a:lnTo>
                <a:lnTo>
                  <a:pt x="2256869" y="2810983"/>
                </a:lnTo>
                <a:lnTo>
                  <a:pt x="2256941" y="2809900"/>
                </a:lnTo>
                <a:lnTo>
                  <a:pt x="2257034" y="2808842"/>
                </a:lnTo>
                <a:lnTo>
                  <a:pt x="2257147" y="2807808"/>
                </a:lnTo>
                <a:lnTo>
                  <a:pt x="2257280" y="2806799"/>
                </a:lnTo>
                <a:lnTo>
                  <a:pt x="2257434" y="2805815"/>
                </a:lnTo>
                <a:lnTo>
                  <a:pt x="2257609" y="2804855"/>
                </a:lnTo>
                <a:lnTo>
                  <a:pt x="2257804" y="2803920"/>
                </a:lnTo>
                <a:lnTo>
                  <a:pt x="2258020" y="2803009"/>
                </a:lnTo>
                <a:lnTo>
                  <a:pt x="2258256" y="2802123"/>
                </a:lnTo>
                <a:lnTo>
                  <a:pt x="2258513" y="2801262"/>
                </a:lnTo>
                <a:lnTo>
                  <a:pt x="2258791" y="2800426"/>
                </a:lnTo>
                <a:lnTo>
                  <a:pt x="2259089" y="2799614"/>
                </a:lnTo>
                <a:lnTo>
                  <a:pt x="2259407" y="2798826"/>
                </a:lnTo>
                <a:lnTo>
                  <a:pt x="2259746" y="2798064"/>
                </a:lnTo>
                <a:lnTo>
                  <a:pt x="2260106" y="2797326"/>
                </a:lnTo>
                <a:lnTo>
                  <a:pt x="2260486" y="2796613"/>
                </a:lnTo>
                <a:lnTo>
                  <a:pt x="2260886" y="2795924"/>
                </a:lnTo>
                <a:lnTo>
                  <a:pt x="2261308" y="2795260"/>
                </a:lnTo>
                <a:lnTo>
                  <a:pt x="2261749" y="2794621"/>
                </a:lnTo>
                <a:lnTo>
                  <a:pt x="2262212" y="2794006"/>
                </a:lnTo>
                <a:lnTo>
                  <a:pt x="2262694" y="2793416"/>
                </a:lnTo>
                <a:lnTo>
                  <a:pt x="2263207" y="2792837"/>
                </a:lnTo>
                <a:lnTo>
                  <a:pt x="2263731" y="2792282"/>
                </a:lnTo>
                <a:lnTo>
                  <a:pt x="2264266" y="2791752"/>
                </a:lnTo>
                <a:lnTo>
                  <a:pt x="2264812" y="2791247"/>
                </a:lnTo>
                <a:lnTo>
                  <a:pt x="2265370" y="2790766"/>
                </a:lnTo>
                <a:lnTo>
                  <a:pt x="2265938" y="2790310"/>
                </a:lnTo>
                <a:lnTo>
                  <a:pt x="2266518" y="2789878"/>
                </a:lnTo>
                <a:lnTo>
                  <a:pt x="2267109" y="2789471"/>
                </a:lnTo>
                <a:lnTo>
                  <a:pt x="2267711" y="2789089"/>
                </a:lnTo>
                <a:lnTo>
                  <a:pt x="2268324" y="2788732"/>
                </a:lnTo>
                <a:lnTo>
                  <a:pt x="2268948" y="2788399"/>
                </a:lnTo>
                <a:lnTo>
                  <a:pt x="2269584" y="2788091"/>
                </a:lnTo>
                <a:lnTo>
                  <a:pt x="2270230" y="2787807"/>
                </a:lnTo>
                <a:lnTo>
                  <a:pt x="2270888" y="2787548"/>
                </a:lnTo>
                <a:lnTo>
                  <a:pt x="2271557" y="2787314"/>
                </a:lnTo>
                <a:lnTo>
                  <a:pt x="2272237" y="2787105"/>
                </a:lnTo>
                <a:lnTo>
                  <a:pt x="2272929" y="2786920"/>
                </a:lnTo>
                <a:lnTo>
                  <a:pt x="2273631" y="2786759"/>
                </a:lnTo>
                <a:lnTo>
                  <a:pt x="2274344" y="2786624"/>
                </a:lnTo>
                <a:lnTo>
                  <a:pt x="2275069" y="2786513"/>
                </a:lnTo>
                <a:lnTo>
                  <a:pt x="2275805" y="2786427"/>
                </a:lnTo>
                <a:lnTo>
                  <a:pt x="2276552" y="2786365"/>
                </a:lnTo>
                <a:lnTo>
                  <a:pt x="2277310" y="2786328"/>
                </a:lnTo>
                <a:lnTo>
                  <a:pt x="2278080" y="2786316"/>
                </a:lnTo>
                <a:lnTo>
                  <a:pt x="2278849" y="2786328"/>
                </a:lnTo>
                <a:lnTo>
                  <a:pt x="2279606" y="2786364"/>
                </a:lnTo>
                <a:lnTo>
                  <a:pt x="2280351" y="2786424"/>
                </a:lnTo>
                <a:lnTo>
                  <a:pt x="2281085" y="2786508"/>
                </a:lnTo>
                <a:lnTo>
                  <a:pt x="2281807" y="2786616"/>
                </a:lnTo>
                <a:lnTo>
                  <a:pt x="2282518" y="2786749"/>
                </a:lnTo>
                <a:lnTo>
                  <a:pt x="2283216" y="2786905"/>
                </a:lnTo>
                <a:lnTo>
                  <a:pt x="2283903" y="2787086"/>
                </a:lnTo>
                <a:lnTo>
                  <a:pt x="2284578" y="2787290"/>
                </a:lnTo>
                <a:lnTo>
                  <a:pt x="2285241" y="2787519"/>
                </a:lnTo>
                <a:lnTo>
                  <a:pt x="2285893" y="2787772"/>
                </a:lnTo>
                <a:lnTo>
                  <a:pt x="2286533" y="2788049"/>
                </a:lnTo>
                <a:lnTo>
                  <a:pt x="2287161" y="2788349"/>
                </a:lnTo>
                <a:lnTo>
                  <a:pt x="2287777" y="2788674"/>
                </a:lnTo>
                <a:lnTo>
                  <a:pt x="2288382" y="2789023"/>
                </a:lnTo>
                <a:lnTo>
                  <a:pt x="2288975" y="2789396"/>
                </a:lnTo>
                <a:lnTo>
                  <a:pt x="2289556" y="2789794"/>
                </a:lnTo>
                <a:lnTo>
                  <a:pt x="2290126" y="2790215"/>
                </a:lnTo>
                <a:lnTo>
                  <a:pt x="2290683" y="2790660"/>
                </a:lnTo>
                <a:lnTo>
                  <a:pt x="2291229" y="2791129"/>
                </a:lnTo>
                <a:lnTo>
                  <a:pt x="2291763" y="2791623"/>
                </a:lnTo>
                <a:lnTo>
                  <a:pt x="2292286" y="2792140"/>
                </a:lnTo>
                <a:lnTo>
                  <a:pt x="2292796" y="2792682"/>
                </a:lnTo>
                <a:lnTo>
                  <a:pt x="2293295" y="2793247"/>
                </a:lnTo>
                <a:lnTo>
                  <a:pt x="2293792" y="2793838"/>
                </a:lnTo>
                <a:lnTo>
                  <a:pt x="2294268" y="2794453"/>
                </a:lnTo>
                <a:lnTo>
                  <a:pt x="2294722" y="2795094"/>
                </a:lnTo>
                <a:lnTo>
                  <a:pt x="2295155" y="2795760"/>
                </a:lnTo>
                <a:lnTo>
                  <a:pt x="2295567" y="2796451"/>
                </a:lnTo>
                <a:lnTo>
                  <a:pt x="2295958" y="2797167"/>
                </a:lnTo>
                <a:lnTo>
                  <a:pt x="2296328" y="2797909"/>
                </a:lnTo>
                <a:lnTo>
                  <a:pt x="2296677" y="2798676"/>
                </a:lnTo>
                <a:lnTo>
                  <a:pt x="2297004" y="2799468"/>
                </a:lnTo>
                <a:lnTo>
                  <a:pt x="2297311" y="2800286"/>
                </a:lnTo>
                <a:lnTo>
                  <a:pt x="2297596" y="2801129"/>
                </a:lnTo>
                <a:lnTo>
                  <a:pt x="2297860" y="2801996"/>
                </a:lnTo>
                <a:lnTo>
                  <a:pt x="2298103" y="2802890"/>
                </a:lnTo>
                <a:lnTo>
                  <a:pt x="2298325" y="2803808"/>
                </a:lnTo>
                <a:lnTo>
                  <a:pt x="2298526" y="2804752"/>
                </a:lnTo>
                <a:lnTo>
                  <a:pt x="2298706" y="2805721"/>
                </a:lnTo>
                <a:lnTo>
                  <a:pt x="2298864" y="2806715"/>
                </a:lnTo>
                <a:lnTo>
                  <a:pt x="2299001" y="2807734"/>
                </a:lnTo>
                <a:lnTo>
                  <a:pt x="2299118" y="2808779"/>
                </a:lnTo>
                <a:lnTo>
                  <a:pt x="2299213" y="2809849"/>
                </a:lnTo>
                <a:lnTo>
                  <a:pt x="2299287" y="2810944"/>
                </a:lnTo>
                <a:lnTo>
                  <a:pt x="2299340" y="2812064"/>
                </a:lnTo>
                <a:lnTo>
                  <a:pt x="2299371" y="2813210"/>
                </a:lnTo>
                <a:lnTo>
                  <a:pt x="2299382" y="2814381"/>
                </a:lnTo>
                <a:lnTo>
                  <a:pt x="2299382" y="2823848"/>
                </a:lnTo>
                <a:lnTo>
                  <a:pt x="2299371" y="2825033"/>
                </a:lnTo>
                <a:lnTo>
                  <a:pt x="2299340" y="2826192"/>
                </a:lnTo>
                <a:lnTo>
                  <a:pt x="2299287" y="2827325"/>
                </a:lnTo>
                <a:lnTo>
                  <a:pt x="2299213" y="2828432"/>
                </a:lnTo>
                <a:lnTo>
                  <a:pt x="2299118" y="2829513"/>
                </a:lnTo>
                <a:lnTo>
                  <a:pt x="2299001" y="2830569"/>
                </a:lnTo>
                <a:lnTo>
                  <a:pt x="2298864" y="2831598"/>
                </a:lnTo>
                <a:lnTo>
                  <a:pt x="2298706" y="2832602"/>
                </a:lnTo>
                <a:lnTo>
                  <a:pt x="2298526" y="2833580"/>
                </a:lnTo>
                <a:lnTo>
                  <a:pt x="2298325" y="2834532"/>
                </a:lnTo>
                <a:lnTo>
                  <a:pt x="2298103" y="2835459"/>
                </a:lnTo>
                <a:lnTo>
                  <a:pt x="2297860" y="2836359"/>
                </a:lnTo>
                <a:lnTo>
                  <a:pt x="2297596" y="2837234"/>
                </a:lnTo>
                <a:lnTo>
                  <a:pt x="2297311" y="2838083"/>
                </a:lnTo>
                <a:lnTo>
                  <a:pt x="2297004" y="2838906"/>
                </a:lnTo>
                <a:lnTo>
                  <a:pt x="2296677" y="2839703"/>
                </a:lnTo>
                <a:lnTo>
                  <a:pt x="2296328" y="2840475"/>
                </a:lnTo>
                <a:lnTo>
                  <a:pt x="2295958" y="2841220"/>
                </a:lnTo>
                <a:lnTo>
                  <a:pt x="2295567" y="2841940"/>
                </a:lnTo>
                <a:lnTo>
                  <a:pt x="2295155" y="2842634"/>
                </a:lnTo>
                <a:lnTo>
                  <a:pt x="2294722" y="2843302"/>
                </a:lnTo>
                <a:lnTo>
                  <a:pt x="2294268" y="2843944"/>
                </a:lnTo>
                <a:lnTo>
                  <a:pt x="2293792" y="2844560"/>
                </a:lnTo>
                <a:lnTo>
                  <a:pt x="2293295" y="2845151"/>
                </a:lnTo>
                <a:lnTo>
                  <a:pt x="2292796" y="2845703"/>
                </a:lnTo>
                <a:lnTo>
                  <a:pt x="2292286" y="2846231"/>
                </a:lnTo>
                <a:lnTo>
                  <a:pt x="2291763" y="2846736"/>
                </a:lnTo>
                <a:lnTo>
                  <a:pt x="2291229" y="2847217"/>
                </a:lnTo>
                <a:lnTo>
                  <a:pt x="2290683" y="2847675"/>
                </a:lnTo>
                <a:lnTo>
                  <a:pt x="2290126" y="2848110"/>
                </a:lnTo>
                <a:lnTo>
                  <a:pt x="2289556" y="2848520"/>
                </a:lnTo>
                <a:lnTo>
                  <a:pt x="2288975" y="2848908"/>
                </a:lnTo>
                <a:lnTo>
                  <a:pt x="2288382" y="2849272"/>
                </a:lnTo>
                <a:lnTo>
                  <a:pt x="2287777" y="2849612"/>
                </a:lnTo>
                <a:lnTo>
                  <a:pt x="2287161" y="2849929"/>
                </a:lnTo>
                <a:lnTo>
                  <a:pt x="2286533" y="2850223"/>
                </a:lnTo>
                <a:lnTo>
                  <a:pt x="2285893" y="2850493"/>
                </a:lnTo>
                <a:lnTo>
                  <a:pt x="2285241" y="2850739"/>
                </a:lnTo>
                <a:lnTo>
                  <a:pt x="2284578" y="2850962"/>
                </a:lnTo>
                <a:lnTo>
                  <a:pt x="2283903" y="2851162"/>
                </a:lnTo>
                <a:lnTo>
                  <a:pt x="2283216" y="2851338"/>
                </a:lnTo>
                <a:lnTo>
                  <a:pt x="2282518" y="2851491"/>
                </a:lnTo>
                <a:lnTo>
                  <a:pt x="2281807" y="2851620"/>
                </a:lnTo>
                <a:lnTo>
                  <a:pt x="2281085" y="2851726"/>
                </a:lnTo>
                <a:lnTo>
                  <a:pt x="2280351" y="2851808"/>
                </a:lnTo>
                <a:lnTo>
                  <a:pt x="2279606" y="2851866"/>
                </a:lnTo>
                <a:lnTo>
                  <a:pt x="2278849" y="2851902"/>
                </a:lnTo>
                <a:lnTo>
                  <a:pt x="2278080" y="2851913"/>
                </a:lnTo>
                <a:lnTo>
                  <a:pt x="2277310" y="2851901"/>
                </a:lnTo>
                <a:lnTo>
                  <a:pt x="2276552" y="2851865"/>
                </a:lnTo>
                <a:lnTo>
                  <a:pt x="2275805" y="2851805"/>
                </a:lnTo>
                <a:lnTo>
                  <a:pt x="2275069" y="2851721"/>
                </a:lnTo>
                <a:lnTo>
                  <a:pt x="2274344" y="2851613"/>
                </a:lnTo>
                <a:lnTo>
                  <a:pt x="2273631" y="2851480"/>
                </a:lnTo>
                <a:lnTo>
                  <a:pt x="2272929" y="2851324"/>
                </a:lnTo>
                <a:lnTo>
                  <a:pt x="2272237" y="2851143"/>
                </a:lnTo>
                <a:close/>
                <a:moveTo>
                  <a:pt x="2192767" y="2862396"/>
                </a:moveTo>
                <a:lnTo>
                  <a:pt x="2222015" y="2862396"/>
                </a:lnTo>
                <a:lnTo>
                  <a:pt x="2222015" y="2849377"/>
                </a:lnTo>
                <a:lnTo>
                  <a:pt x="2192767" y="2849377"/>
                </a:lnTo>
                <a:lnTo>
                  <a:pt x="2192767" y="2776002"/>
                </a:lnTo>
                <a:lnTo>
                  <a:pt x="2144921" y="2776002"/>
                </a:lnTo>
                <a:lnTo>
                  <a:pt x="2144921" y="2789190"/>
                </a:lnTo>
                <a:lnTo>
                  <a:pt x="2175860" y="2789190"/>
                </a:lnTo>
                <a:lnTo>
                  <a:pt x="2175860" y="2849377"/>
                </a:lnTo>
                <a:lnTo>
                  <a:pt x="2144921" y="2849377"/>
                </a:lnTo>
                <a:lnTo>
                  <a:pt x="2144921" y="2862396"/>
                </a:lnTo>
                <a:lnTo>
                  <a:pt x="2175860" y="2862396"/>
                </a:lnTo>
                <a:lnTo>
                  <a:pt x="2192767" y="2862396"/>
                </a:lnTo>
                <a:close/>
                <a:moveTo>
                  <a:pt x="2120472" y="2884205"/>
                </a:moveTo>
                <a:lnTo>
                  <a:pt x="2120472" y="2872033"/>
                </a:lnTo>
                <a:lnTo>
                  <a:pt x="2035938" y="2872033"/>
                </a:lnTo>
                <a:lnTo>
                  <a:pt x="2035938" y="2884205"/>
                </a:lnTo>
                <a:lnTo>
                  <a:pt x="2120472" y="2884205"/>
                </a:lnTo>
                <a:close/>
                <a:moveTo>
                  <a:pt x="2097986" y="3020420"/>
                </a:moveTo>
                <a:lnTo>
                  <a:pt x="2097986" y="2995567"/>
                </a:lnTo>
                <a:lnTo>
                  <a:pt x="2083446" y="2995567"/>
                </a:lnTo>
                <a:lnTo>
                  <a:pt x="2083446" y="3020420"/>
                </a:lnTo>
                <a:lnTo>
                  <a:pt x="2087335" y="3042568"/>
                </a:lnTo>
                <a:lnTo>
                  <a:pt x="2094097" y="3042568"/>
                </a:lnTo>
                <a:lnTo>
                  <a:pt x="2097986" y="3020420"/>
                </a:lnTo>
                <a:close/>
                <a:moveTo>
                  <a:pt x="2393824" y="3505705"/>
                </a:moveTo>
                <a:lnTo>
                  <a:pt x="2393824" y="3489475"/>
                </a:lnTo>
                <a:lnTo>
                  <a:pt x="2377932" y="3489475"/>
                </a:lnTo>
                <a:lnTo>
                  <a:pt x="2377932" y="3505705"/>
                </a:lnTo>
                <a:lnTo>
                  <a:pt x="2393824" y="3505705"/>
                </a:lnTo>
                <a:close/>
                <a:moveTo>
                  <a:pt x="2301368" y="3611351"/>
                </a:moveTo>
                <a:lnTo>
                  <a:pt x="2301890" y="3611306"/>
                </a:lnTo>
                <a:lnTo>
                  <a:pt x="2302411" y="3611257"/>
                </a:lnTo>
                <a:lnTo>
                  <a:pt x="2302932" y="3611203"/>
                </a:lnTo>
                <a:lnTo>
                  <a:pt x="2303454" y="3611144"/>
                </a:lnTo>
                <a:lnTo>
                  <a:pt x="2303975" y="3611081"/>
                </a:lnTo>
                <a:lnTo>
                  <a:pt x="2304496" y="3611013"/>
                </a:lnTo>
                <a:lnTo>
                  <a:pt x="2305017" y="3610940"/>
                </a:lnTo>
                <a:lnTo>
                  <a:pt x="2305539" y="3610863"/>
                </a:lnTo>
                <a:lnTo>
                  <a:pt x="2306060" y="3610780"/>
                </a:lnTo>
                <a:lnTo>
                  <a:pt x="2306581" y="3610693"/>
                </a:lnTo>
                <a:lnTo>
                  <a:pt x="2307102" y="3610602"/>
                </a:lnTo>
                <a:lnTo>
                  <a:pt x="2307624" y="3610506"/>
                </a:lnTo>
                <a:lnTo>
                  <a:pt x="2308145" y="3610405"/>
                </a:lnTo>
                <a:lnTo>
                  <a:pt x="2308666" y="3610299"/>
                </a:lnTo>
                <a:lnTo>
                  <a:pt x="2309188" y="3610189"/>
                </a:lnTo>
                <a:lnTo>
                  <a:pt x="2309705" y="3610088"/>
                </a:lnTo>
                <a:lnTo>
                  <a:pt x="2310215" y="3609983"/>
                </a:lnTo>
                <a:lnTo>
                  <a:pt x="2310717" y="3609874"/>
                </a:lnTo>
                <a:lnTo>
                  <a:pt x="2311212" y="3609761"/>
                </a:lnTo>
                <a:lnTo>
                  <a:pt x="2311699" y="3609644"/>
                </a:lnTo>
                <a:lnTo>
                  <a:pt x="2312178" y="3609523"/>
                </a:lnTo>
                <a:lnTo>
                  <a:pt x="2312650" y="3609398"/>
                </a:lnTo>
                <a:lnTo>
                  <a:pt x="2313114" y="3609268"/>
                </a:lnTo>
                <a:lnTo>
                  <a:pt x="2313570" y="3609135"/>
                </a:lnTo>
                <a:lnTo>
                  <a:pt x="2314019" y="3608997"/>
                </a:lnTo>
                <a:lnTo>
                  <a:pt x="2314460" y="3608855"/>
                </a:lnTo>
                <a:lnTo>
                  <a:pt x="2314894" y="3608709"/>
                </a:lnTo>
                <a:lnTo>
                  <a:pt x="2315320" y="3608559"/>
                </a:lnTo>
                <a:lnTo>
                  <a:pt x="2315738" y="3608405"/>
                </a:lnTo>
                <a:lnTo>
                  <a:pt x="2316149" y="3608247"/>
                </a:lnTo>
                <a:lnTo>
                  <a:pt x="2316552" y="3608085"/>
                </a:lnTo>
                <a:lnTo>
                  <a:pt x="2316947" y="3607918"/>
                </a:lnTo>
                <a:lnTo>
                  <a:pt x="2317335" y="3607748"/>
                </a:lnTo>
                <a:lnTo>
                  <a:pt x="2317715" y="3607573"/>
                </a:lnTo>
                <a:lnTo>
                  <a:pt x="2318087" y="3607394"/>
                </a:lnTo>
                <a:lnTo>
                  <a:pt x="2318452" y="3607211"/>
                </a:lnTo>
                <a:lnTo>
                  <a:pt x="2318809" y="3607025"/>
                </a:lnTo>
                <a:lnTo>
                  <a:pt x="2319159" y="3606833"/>
                </a:lnTo>
                <a:lnTo>
                  <a:pt x="2319501" y="3606638"/>
                </a:lnTo>
                <a:lnTo>
                  <a:pt x="2319501" y="3593620"/>
                </a:lnTo>
                <a:lnTo>
                  <a:pt x="2319203" y="3593761"/>
                </a:lnTo>
                <a:lnTo>
                  <a:pt x="2318901" y="3593901"/>
                </a:lnTo>
                <a:lnTo>
                  <a:pt x="2318595" y="3594040"/>
                </a:lnTo>
                <a:lnTo>
                  <a:pt x="2318285" y="3594179"/>
                </a:lnTo>
                <a:lnTo>
                  <a:pt x="2317970" y="3594317"/>
                </a:lnTo>
                <a:lnTo>
                  <a:pt x="2317652" y="3594455"/>
                </a:lnTo>
                <a:lnTo>
                  <a:pt x="2317329" y="3594592"/>
                </a:lnTo>
                <a:lnTo>
                  <a:pt x="2317002" y="3594728"/>
                </a:lnTo>
                <a:lnTo>
                  <a:pt x="2316672" y="3594864"/>
                </a:lnTo>
                <a:lnTo>
                  <a:pt x="2316337" y="3595000"/>
                </a:lnTo>
                <a:lnTo>
                  <a:pt x="2315998" y="3595134"/>
                </a:lnTo>
                <a:lnTo>
                  <a:pt x="2315655" y="3595268"/>
                </a:lnTo>
                <a:lnTo>
                  <a:pt x="2315307" y="3595402"/>
                </a:lnTo>
                <a:lnTo>
                  <a:pt x="2314956" y="3595535"/>
                </a:lnTo>
                <a:lnTo>
                  <a:pt x="2314601" y="3595667"/>
                </a:lnTo>
                <a:lnTo>
                  <a:pt x="2314241" y="3595799"/>
                </a:lnTo>
                <a:lnTo>
                  <a:pt x="2313877" y="3595930"/>
                </a:lnTo>
                <a:lnTo>
                  <a:pt x="2313510" y="3596061"/>
                </a:lnTo>
                <a:lnTo>
                  <a:pt x="2313138" y="3596191"/>
                </a:lnTo>
                <a:lnTo>
                  <a:pt x="2312762" y="3596320"/>
                </a:lnTo>
                <a:lnTo>
                  <a:pt x="2312382" y="3596449"/>
                </a:lnTo>
                <a:lnTo>
                  <a:pt x="2311997" y="3596577"/>
                </a:lnTo>
                <a:lnTo>
                  <a:pt x="2311609" y="3596705"/>
                </a:lnTo>
                <a:lnTo>
                  <a:pt x="2311217" y="3596832"/>
                </a:lnTo>
                <a:lnTo>
                  <a:pt x="2310835" y="3596943"/>
                </a:lnTo>
                <a:lnTo>
                  <a:pt x="2310450" y="3597048"/>
                </a:lnTo>
                <a:lnTo>
                  <a:pt x="2310062" y="3597149"/>
                </a:lnTo>
                <a:lnTo>
                  <a:pt x="2309672" y="3597245"/>
                </a:lnTo>
                <a:lnTo>
                  <a:pt x="2309278" y="3597337"/>
                </a:lnTo>
                <a:lnTo>
                  <a:pt x="2308881" y="3597424"/>
                </a:lnTo>
                <a:lnTo>
                  <a:pt x="2308482" y="3597506"/>
                </a:lnTo>
                <a:lnTo>
                  <a:pt x="2308080" y="3597584"/>
                </a:lnTo>
                <a:lnTo>
                  <a:pt x="2307674" y="3597656"/>
                </a:lnTo>
                <a:lnTo>
                  <a:pt x="2307266" y="3597725"/>
                </a:lnTo>
                <a:lnTo>
                  <a:pt x="2306855" y="3597788"/>
                </a:lnTo>
                <a:lnTo>
                  <a:pt x="2306440" y="3597847"/>
                </a:lnTo>
                <a:lnTo>
                  <a:pt x="2306023" y="3597901"/>
                </a:lnTo>
                <a:lnTo>
                  <a:pt x="2305603" y="3597950"/>
                </a:lnTo>
                <a:lnTo>
                  <a:pt x="2305180" y="3597995"/>
                </a:lnTo>
                <a:lnTo>
                  <a:pt x="2304755" y="3598035"/>
                </a:lnTo>
                <a:lnTo>
                  <a:pt x="2304326" y="3598070"/>
                </a:lnTo>
                <a:lnTo>
                  <a:pt x="2303894" y="3598100"/>
                </a:lnTo>
                <a:lnTo>
                  <a:pt x="2303459" y="3598126"/>
                </a:lnTo>
                <a:lnTo>
                  <a:pt x="2303022" y="3598147"/>
                </a:lnTo>
                <a:lnTo>
                  <a:pt x="2302581" y="3598164"/>
                </a:lnTo>
                <a:lnTo>
                  <a:pt x="2302138" y="3598175"/>
                </a:lnTo>
                <a:lnTo>
                  <a:pt x="2301691" y="3598182"/>
                </a:lnTo>
                <a:lnTo>
                  <a:pt x="2301242" y="3598185"/>
                </a:lnTo>
                <a:lnTo>
                  <a:pt x="2300668" y="3598182"/>
                </a:lnTo>
                <a:lnTo>
                  <a:pt x="2300103" y="3598173"/>
                </a:lnTo>
                <a:lnTo>
                  <a:pt x="2299546" y="3598158"/>
                </a:lnTo>
                <a:lnTo>
                  <a:pt x="2298997" y="3598138"/>
                </a:lnTo>
                <a:lnTo>
                  <a:pt x="2298456" y="3598111"/>
                </a:lnTo>
                <a:lnTo>
                  <a:pt x="2297924" y="3598079"/>
                </a:lnTo>
                <a:lnTo>
                  <a:pt x="2297399" y="3598041"/>
                </a:lnTo>
                <a:lnTo>
                  <a:pt x="2296883" y="3597997"/>
                </a:lnTo>
                <a:lnTo>
                  <a:pt x="2296376" y="3597947"/>
                </a:lnTo>
                <a:lnTo>
                  <a:pt x="2295876" y="3597891"/>
                </a:lnTo>
                <a:lnTo>
                  <a:pt x="2295385" y="3597830"/>
                </a:lnTo>
                <a:lnTo>
                  <a:pt x="2294902" y="3597762"/>
                </a:lnTo>
                <a:lnTo>
                  <a:pt x="2294427" y="3597689"/>
                </a:lnTo>
                <a:lnTo>
                  <a:pt x="2293960" y="3597610"/>
                </a:lnTo>
                <a:lnTo>
                  <a:pt x="2293501" y="3597524"/>
                </a:lnTo>
                <a:lnTo>
                  <a:pt x="2293051" y="3597433"/>
                </a:lnTo>
                <a:lnTo>
                  <a:pt x="2292609" y="3597337"/>
                </a:lnTo>
                <a:lnTo>
                  <a:pt x="2292175" y="3597234"/>
                </a:lnTo>
                <a:lnTo>
                  <a:pt x="2291750" y="3597125"/>
                </a:lnTo>
                <a:lnTo>
                  <a:pt x="2291332" y="3597011"/>
                </a:lnTo>
                <a:lnTo>
                  <a:pt x="2290923" y="3596890"/>
                </a:lnTo>
                <a:lnTo>
                  <a:pt x="2290522" y="3596764"/>
                </a:lnTo>
                <a:lnTo>
                  <a:pt x="2290130" y="3596632"/>
                </a:lnTo>
                <a:lnTo>
                  <a:pt x="2289745" y="3596494"/>
                </a:lnTo>
                <a:lnTo>
                  <a:pt x="2289368" y="3596350"/>
                </a:lnTo>
                <a:lnTo>
                  <a:pt x="2288999" y="3596198"/>
                </a:lnTo>
                <a:lnTo>
                  <a:pt x="2288638" y="3596040"/>
                </a:lnTo>
                <a:lnTo>
                  <a:pt x="2288284" y="3595874"/>
                </a:lnTo>
                <a:lnTo>
                  <a:pt x="2287938" y="3595702"/>
                </a:lnTo>
                <a:lnTo>
                  <a:pt x="2287600" y="3595522"/>
                </a:lnTo>
                <a:lnTo>
                  <a:pt x="2287269" y="3595335"/>
                </a:lnTo>
                <a:lnTo>
                  <a:pt x="2286946" y="3595141"/>
                </a:lnTo>
                <a:lnTo>
                  <a:pt x="2286630" y="3594941"/>
                </a:lnTo>
                <a:lnTo>
                  <a:pt x="2286323" y="3594733"/>
                </a:lnTo>
                <a:lnTo>
                  <a:pt x="2286022" y="3594518"/>
                </a:lnTo>
                <a:lnTo>
                  <a:pt x="2285730" y="3594296"/>
                </a:lnTo>
                <a:lnTo>
                  <a:pt x="2285445" y="3594067"/>
                </a:lnTo>
                <a:lnTo>
                  <a:pt x="2285167" y="3593831"/>
                </a:lnTo>
                <a:lnTo>
                  <a:pt x="2284898" y="3593588"/>
                </a:lnTo>
                <a:lnTo>
                  <a:pt x="2284635" y="3593338"/>
                </a:lnTo>
                <a:lnTo>
                  <a:pt x="2284381" y="3593081"/>
                </a:lnTo>
                <a:lnTo>
                  <a:pt x="2284134" y="3592817"/>
                </a:lnTo>
                <a:lnTo>
                  <a:pt x="2283895" y="3592546"/>
                </a:lnTo>
                <a:lnTo>
                  <a:pt x="2283663" y="3592267"/>
                </a:lnTo>
                <a:lnTo>
                  <a:pt x="2283439" y="3591982"/>
                </a:lnTo>
                <a:lnTo>
                  <a:pt x="2283223" y="3591690"/>
                </a:lnTo>
                <a:lnTo>
                  <a:pt x="2283014" y="3591390"/>
                </a:lnTo>
                <a:lnTo>
                  <a:pt x="2282813" y="3591084"/>
                </a:lnTo>
                <a:lnTo>
                  <a:pt x="2282620" y="3590770"/>
                </a:lnTo>
                <a:lnTo>
                  <a:pt x="2282435" y="3590450"/>
                </a:lnTo>
                <a:lnTo>
                  <a:pt x="2282259" y="3590122"/>
                </a:lnTo>
                <a:lnTo>
                  <a:pt x="2282090" y="3589788"/>
                </a:lnTo>
                <a:lnTo>
                  <a:pt x="2281930" y="3589446"/>
                </a:lnTo>
                <a:lnTo>
                  <a:pt x="2281778" y="3589097"/>
                </a:lnTo>
                <a:lnTo>
                  <a:pt x="2281634" y="3588742"/>
                </a:lnTo>
                <a:lnTo>
                  <a:pt x="2281498" y="3588379"/>
                </a:lnTo>
                <a:lnTo>
                  <a:pt x="2281371" y="3588009"/>
                </a:lnTo>
                <a:lnTo>
                  <a:pt x="2281252" y="3587632"/>
                </a:lnTo>
                <a:lnTo>
                  <a:pt x="2281141" y="3587248"/>
                </a:lnTo>
                <a:lnTo>
                  <a:pt x="2281038" y="3586857"/>
                </a:lnTo>
                <a:lnTo>
                  <a:pt x="2280944" y="3586459"/>
                </a:lnTo>
                <a:lnTo>
                  <a:pt x="2280857" y="3586054"/>
                </a:lnTo>
                <a:lnTo>
                  <a:pt x="2280779" y="3585642"/>
                </a:lnTo>
                <a:lnTo>
                  <a:pt x="2280709" y="3585223"/>
                </a:lnTo>
                <a:lnTo>
                  <a:pt x="2280648" y="3584797"/>
                </a:lnTo>
                <a:lnTo>
                  <a:pt x="2280594" y="3584364"/>
                </a:lnTo>
                <a:lnTo>
                  <a:pt x="2280549" y="3583923"/>
                </a:lnTo>
                <a:lnTo>
                  <a:pt x="2280512" y="3583476"/>
                </a:lnTo>
                <a:lnTo>
                  <a:pt x="2280483" y="3583022"/>
                </a:lnTo>
                <a:lnTo>
                  <a:pt x="2280463" y="3582560"/>
                </a:lnTo>
                <a:lnTo>
                  <a:pt x="2280450" y="3582092"/>
                </a:lnTo>
                <a:lnTo>
                  <a:pt x="2280446" y="3581616"/>
                </a:lnTo>
                <a:lnTo>
                  <a:pt x="2280446" y="3536644"/>
                </a:lnTo>
                <a:lnTo>
                  <a:pt x="2319501" y="3536644"/>
                </a:lnTo>
                <a:lnTo>
                  <a:pt x="2319501" y="3523457"/>
                </a:lnTo>
                <a:lnTo>
                  <a:pt x="2280446" y="3523457"/>
                </a:lnTo>
                <a:lnTo>
                  <a:pt x="2280446" y="3495899"/>
                </a:lnTo>
                <a:lnTo>
                  <a:pt x="2269964" y="3495899"/>
                </a:lnTo>
                <a:lnTo>
                  <a:pt x="2264047" y="3523457"/>
                </a:lnTo>
                <a:lnTo>
                  <a:pt x="2238518" y="3523457"/>
                </a:lnTo>
                <a:lnTo>
                  <a:pt x="2238518" y="3536644"/>
                </a:lnTo>
                <a:lnTo>
                  <a:pt x="2263540" y="3536644"/>
                </a:lnTo>
                <a:lnTo>
                  <a:pt x="2263540" y="3582969"/>
                </a:lnTo>
                <a:lnTo>
                  <a:pt x="2263555" y="3584222"/>
                </a:lnTo>
                <a:lnTo>
                  <a:pt x="2263602" y="3585446"/>
                </a:lnTo>
                <a:lnTo>
                  <a:pt x="2263680" y="3586641"/>
                </a:lnTo>
                <a:lnTo>
                  <a:pt x="2263789" y="3587806"/>
                </a:lnTo>
                <a:lnTo>
                  <a:pt x="2263929" y="3588942"/>
                </a:lnTo>
                <a:lnTo>
                  <a:pt x="2264100" y="3590048"/>
                </a:lnTo>
                <a:lnTo>
                  <a:pt x="2264302" y="3591126"/>
                </a:lnTo>
                <a:lnTo>
                  <a:pt x="2264535" y="3592173"/>
                </a:lnTo>
                <a:lnTo>
                  <a:pt x="2264800" y="3593192"/>
                </a:lnTo>
                <a:lnTo>
                  <a:pt x="2265095" y="3594181"/>
                </a:lnTo>
                <a:lnTo>
                  <a:pt x="2265422" y="3595141"/>
                </a:lnTo>
                <a:lnTo>
                  <a:pt x="2265780" y="3596071"/>
                </a:lnTo>
                <a:lnTo>
                  <a:pt x="2266169" y="3596973"/>
                </a:lnTo>
                <a:lnTo>
                  <a:pt x="2266589" y="3597844"/>
                </a:lnTo>
                <a:lnTo>
                  <a:pt x="2267040" y="3598687"/>
                </a:lnTo>
                <a:lnTo>
                  <a:pt x="2267522" y="3599500"/>
                </a:lnTo>
                <a:lnTo>
                  <a:pt x="2268036" y="3600283"/>
                </a:lnTo>
                <a:lnTo>
                  <a:pt x="2268580" y="3601038"/>
                </a:lnTo>
                <a:lnTo>
                  <a:pt x="2269156" y="3601763"/>
                </a:lnTo>
                <a:lnTo>
                  <a:pt x="2269762" y="3602458"/>
                </a:lnTo>
                <a:lnTo>
                  <a:pt x="2270400" y="3603125"/>
                </a:lnTo>
                <a:lnTo>
                  <a:pt x="2271069" y="3603762"/>
                </a:lnTo>
                <a:lnTo>
                  <a:pt x="2271769" y="3604369"/>
                </a:lnTo>
                <a:lnTo>
                  <a:pt x="2272500" y="3604948"/>
                </a:lnTo>
                <a:lnTo>
                  <a:pt x="2273258" y="3605486"/>
                </a:lnTo>
                <a:lnTo>
                  <a:pt x="2274037" y="3606001"/>
                </a:lnTo>
                <a:lnTo>
                  <a:pt x="2274838" y="3606493"/>
                </a:lnTo>
                <a:lnTo>
                  <a:pt x="2275661" y="3606962"/>
                </a:lnTo>
                <a:lnTo>
                  <a:pt x="2276505" y="3607409"/>
                </a:lnTo>
                <a:lnTo>
                  <a:pt x="2277371" y="3607832"/>
                </a:lnTo>
                <a:lnTo>
                  <a:pt x="2278259" y="3608233"/>
                </a:lnTo>
                <a:lnTo>
                  <a:pt x="2279169" y="3608611"/>
                </a:lnTo>
                <a:lnTo>
                  <a:pt x="2280100" y="3608965"/>
                </a:lnTo>
                <a:lnTo>
                  <a:pt x="2281053" y="3609297"/>
                </a:lnTo>
                <a:lnTo>
                  <a:pt x="2282028" y="3609607"/>
                </a:lnTo>
                <a:lnTo>
                  <a:pt x="2283025" y="3609893"/>
                </a:lnTo>
                <a:lnTo>
                  <a:pt x="2284043" y="3610156"/>
                </a:lnTo>
                <a:lnTo>
                  <a:pt x="2285083" y="3610396"/>
                </a:lnTo>
                <a:lnTo>
                  <a:pt x="2286144" y="3610614"/>
                </a:lnTo>
                <a:lnTo>
                  <a:pt x="2287228" y="3610808"/>
                </a:lnTo>
                <a:lnTo>
                  <a:pt x="2288333" y="3610980"/>
                </a:lnTo>
                <a:lnTo>
                  <a:pt x="2289460" y="3611129"/>
                </a:lnTo>
                <a:lnTo>
                  <a:pt x="2290608" y="3611255"/>
                </a:lnTo>
                <a:lnTo>
                  <a:pt x="2291779" y="3611358"/>
                </a:lnTo>
                <a:lnTo>
                  <a:pt x="2292971" y="3611438"/>
                </a:lnTo>
                <a:lnTo>
                  <a:pt x="2294184" y="3611495"/>
                </a:lnTo>
                <a:lnTo>
                  <a:pt x="2295420" y="3611530"/>
                </a:lnTo>
                <a:lnTo>
                  <a:pt x="2296677" y="3611541"/>
                </a:lnTo>
                <a:lnTo>
                  <a:pt x="2297198" y="3611539"/>
                </a:lnTo>
                <a:lnTo>
                  <a:pt x="2297720" y="3611532"/>
                </a:lnTo>
                <a:lnTo>
                  <a:pt x="2298241" y="3611520"/>
                </a:lnTo>
                <a:lnTo>
                  <a:pt x="2298762" y="3611504"/>
                </a:lnTo>
                <a:lnTo>
                  <a:pt x="2299283" y="3611482"/>
                </a:lnTo>
                <a:lnTo>
                  <a:pt x="2299805" y="3611457"/>
                </a:lnTo>
                <a:lnTo>
                  <a:pt x="2300326" y="3611426"/>
                </a:lnTo>
                <a:lnTo>
                  <a:pt x="2300847" y="3611391"/>
                </a:lnTo>
                <a:lnTo>
                  <a:pt x="2301368" y="3611351"/>
                </a:lnTo>
                <a:close/>
                <a:moveTo>
                  <a:pt x="2378609" y="3609850"/>
                </a:moveTo>
                <a:lnTo>
                  <a:pt x="2395515" y="3609850"/>
                </a:lnTo>
                <a:lnTo>
                  <a:pt x="2424764" y="3609850"/>
                </a:lnTo>
                <a:lnTo>
                  <a:pt x="2424764" y="3596832"/>
                </a:lnTo>
                <a:lnTo>
                  <a:pt x="2395515" y="3596832"/>
                </a:lnTo>
                <a:lnTo>
                  <a:pt x="2395515" y="3523457"/>
                </a:lnTo>
                <a:lnTo>
                  <a:pt x="2347669" y="3523457"/>
                </a:lnTo>
                <a:lnTo>
                  <a:pt x="2347669" y="3536644"/>
                </a:lnTo>
                <a:lnTo>
                  <a:pt x="2378609" y="3536644"/>
                </a:lnTo>
                <a:lnTo>
                  <a:pt x="2378609" y="3596832"/>
                </a:lnTo>
                <a:lnTo>
                  <a:pt x="2347669" y="3596832"/>
                </a:lnTo>
                <a:lnTo>
                  <a:pt x="2347669" y="3609850"/>
                </a:lnTo>
                <a:lnTo>
                  <a:pt x="2378609" y="3609850"/>
                </a:lnTo>
                <a:close/>
                <a:moveTo>
                  <a:pt x="2059090" y="3555686"/>
                </a:moveTo>
                <a:lnTo>
                  <a:pt x="2059147" y="3555132"/>
                </a:lnTo>
                <a:lnTo>
                  <a:pt x="2059213" y="3554584"/>
                </a:lnTo>
                <a:lnTo>
                  <a:pt x="2059288" y="3554042"/>
                </a:lnTo>
                <a:lnTo>
                  <a:pt x="2059372" y="3553507"/>
                </a:lnTo>
                <a:lnTo>
                  <a:pt x="2059464" y="3552976"/>
                </a:lnTo>
                <a:lnTo>
                  <a:pt x="2059565" y="3552452"/>
                </a:lnTo>
                <a:lnTo>
                  <a:pt x="2059675" y="3551934"/>
                </a:lnTo>
                <a:lnTo>
                  <a:pt x="2059794" y="3551421"/>
                </a:lnTo>
                <a:lnTo>
                  <a:pt x="2059922" y="3550915"/>
                </a:lnTo>
                <a:lnTo>
                  <a:pt x="2060058" y="3550414"/>
                </a:lnTo>
                <a:lnTo>
                  <a:pt x="2060204" y="3549919"/>
                </a:lnTo>
                <a:lnTo>
                  <a:pt x="2060358" y="3549430"/>
                </a:lnTo>
                <a:lnTo>
                  <a:pt x="2060521" y="3548947"/>
                </a:lnTo>
                <a:lnTo>
                  <a:pt x="2060692" y="3548470"/>
                </a:lnTo>
                <a:lnTo>
                  <a:pt x="2060873" y="3547998"/>
                </a:lnTo>
                <a:lnTo>
                  <a:pt x="2061062" y="3547533"/>
                </a:lnTo>
                <a:lnTo>
                  <a:pt x="2061260" y="3547073"/>
                </a:lnTo>
                <a:lnTo>
                  <a:pt x="2061467" y="3546619"/>
                </a:lnTo>
                <a:lnTo>
                  <a:pt x="2061682" y="3546159"/>
                </a:lnTo>
                <a:lnTo>
                  <a:pt x="2061904" y="3545707"/>
                </a:lnTo>
                <a:lnTo>
                  <a:pt x="2062133" y="3545264"/>
                </a:lnTo>
                <a:lnTo>
                  <a:pt x="2062369" y="3544830"/>
                </a:lnTo>
                <a:lnTo>
                  <a:pt x="2062612" y="3544405"/>
                </a:lnTo>
                <a:lnTo>
                  <a:pt x="2062862" y="3543988"/>
                </a:lnTo>
                <a:lnTo>
                  <a:pt x="2063119" y="3543581"/>
                </a:lnTo>
                <a:lnTo>
                  <a:pt x="2063384" y="3543182"/>
                </a:lnTo>
                <a:lnTo>
                  <a:pt x="2063655" y="3542792"/>
                </a:lnTo>
                <a:lnTo>
                  <a:pt x="2063933" y="3542410"/>
                </a:lnTo>
                <a:lnTo>
                  <a:pt x="2064218" y="3542038"/>
                </a:lnTo>
                <a:lnTo>
                  <a:pt x="2064511" y="3541674"/>
                </a:lnTo>
                <a:lnTo>
                  <a:pt x="2064810" y="3541319"/>
                </a:lnTo>
                <a:lnTo>
                  <a:pt x="2065116" y="3540973"/>
                </a:lnTo>
                <a:lnTo>
                  <a:pt x="2065430" y="3540636"/>
                </a:lnTo>
                <a:lnTo>
                  <a:pt x="2065750" y="3540307"/>
                </a:lnTo>
                <a:lnTo>
                  <a:pt x="2066078" y="3539988"/>
                </a:lnTo>
                <a:lnTo>
                  <a:pt x="2066413" y="3539677"/>
                </a:lnTo>
                <a:lnTo>
                  <a:pt x="2066754" y="3539375"/>
                </a:lnTo>
                <a:lnTo>
                  <a:pt x="2067103" y="3539082"/>
                </a:lnTo>
                <a:lnTo>
                  <a:pt x="2067459" y="3538797"/>
                </a:lnTo>
                <a:lnTo>
                  <a:pt x="2067822" y="3538522"/>
                </a:lnTo>
                <a:lnTo>
                  <a:pt x="2068191" y="3538255"/>
                </a:lnTo>
                <a:lnTo>
                  <a:pt x="2068568" y="3537997"/>
                </a:lnTo>
                <a:lnTo>
                  <a:pt x="2068952" y="3537735"/>
                </a:lnTo>
                <a:lnTo>
                  <a:pt x="2069341" y="3537484"/>
                </a:lnTo>
                <a:lnTo>
                  <a:pt x="2069736" y="3537244"/>
                </a:lnTo>
                <a:lnTo>
                  <a:pt x="2070137" y="3537015"/>
                </a:lnTo>
                <a:lnTo>
                  <a:pt x="2070544" y="3536798"/>
                </a:lnTo>
                <a:lnTo>
                  <a:pt x="2070956" y="3536591"/>
                </a:lnTo>
                <a:lnTo>
                  <a:pt x="2071375" y="3536396"/>
                </a:lnTo>
                <a:lnTo>
                  <a:pt x="2071799" y="3536212"/>
                </a:lnTo>
                <a:lnTo>
                  <a:pt x="2072230" y="3536039"/>
                </a:lnTo>
                <a:lnTo>
                  <a:pt x="2072666" y="3535878"/>
                </a:lnTo>
                <a:lnTo>
                  <a:pt x="2073108" y="3535727"/>
                </a:lnTo>
                <a:lnTo>
                  <a:pt x="2073556" y="3535588"/>
                </a:lnTo>
                <a:lnTo>
                  <a:pt x="2074010" y="3535459"/>
                </a:lnTo>
                <a:lnTo>
                  <a:pt x="2074469" y="3535342"/>
                </a:lnTo>
                <a:lnTo>
                  <a:pt x="2074935" y="3535236"/>
                </a:lnTo>
                <a:lnTo>
                  <a:pt x="2075406" y="3535142"/>
                </a:lnTo>
                <a:lnTo>
                  <a:pt x="2075883" y="3535058"/>
                </a:lnTo>
                <a:lnTo>
                  <a:pt x="2076367" y="3534985"/>
                </a:lnTo>
                <a:lnTo>
                  <a:pt x="2076856" y="3534924"/>
                </a:lnTo>
                <a:lnTo>
                  <a:pt x="2077350" y="3534874"/>
                </a:lnTo>
                <a:lnTo>
                  <a:pt x="2077851" y="3534835"/>
                </a:lnTo>
                <a:lnTo>
                  <a:pt x="2078358" y="3534807"/>
                </a:lnTo>
                <a:lnTo>
                  <a:pt x="2078870" y="3534790"/>
                </a:lnTo>
                <a:lnTo>
                  <a:pt x="2079389" y="3534785"/>
                </a:lnTo>
                <a:lnTo>
                  <a:pt x="2080128" y="3534794"/>
                </a:lnTo>
                <a:lnTo>
                  <a:pt x="2080854" y="3534823"/>
                </a:lnTo>
                <a:lnTo>
                  <a:pt x="2081565" y="3534872"/>
                </a:lnTo>
                <a:lnTo>
                  <a:pt x="2082263" y="3534940"/>
                </a:lnTo>
                <a:lnTo>
                  <a:pt x="2082946" y="3535027"/>
                </a:lnTo>
                <a:lnTo>
                  <a:pt x="2083615" y="3535133"/>
                </a:lnTo>
                <a:lnTo>
                  <a:pt x="2084270" y="3535259"/>
                </a:lnTo>
                <a:lnTo>
                  <a:pt x="2084911" y="3535405"/>
                </a:lnTo>
                <a:lnTo>
                  <a:pt x="2085538" y="3535569"/>
                </a:lnTo>
                <a:lnTo>
                  <a:pt x="2086151" y="3535753"/>
                </a:lnTo>
                <a:lnTo>
                  <a:pt x="2086750" y="3535957"/>
                </a:lnTo>
                <a:lnTo>
                  <a:pt x="2087335" y="3536179"/>
                </a:lnTo>
                <a:lnTo>
                  <a:pt x="2087905" y="3536422"/>
                </a:lnTo>
                <a:lnTo>
                  <a:pt x="2088462" y="3536683"/>
                </a:lnTo>
                <a:lnTo>
                  <a:pt x="2089004" y="3536964"/>
                </a:lnTo>
                <a:lnTo>
                  <a:pt x="2089533" y="3537264"/>
                </a:lnTo>
                <a:lnTo>
                  <a:pt x="2090047" y="3537584"/>
                </a:lnTo>
                <a:lnTo>
                  <a:pt x="2090547" y="3537923"/>
                </a:lnTo>
                <a:lnTo>
                  <a:pt x="2091033" y="3538281"/>
                </a:lnTo>
                <a:lnTo>
                  <a:pt x="2091505" y="3538659"/>
                </a:lnTo>
                <a:lnTo>
                  <a:pt x="2091963" y="3539056"/>
                </a:lnTo>
                <a:lnTo>
                  <a:pt x="2092407" y="3539473"/>
                </a:lnTo>
                <a:lnTo>
                  <a:pt x="2092836" y="3539909"/>
                </a:lnTo>
                <a:lnTo>
                  <a:pt x="2093252" y="3540364"/>
                </a:lnTo>
                <a:lnTo>
                  <a:pt x="2093666" y="3540840"/>
                </a:lnTo>
                <a:lnTo>
                  <a:pt x="2094062" y="3541340"/>
                </a:lnTo>
                <a:lnTo>
                  <a:pt x="2094441" y="3541862"/>
                </a:lnTo>
                <a:lnTo>
                  <a:pt x="2094802" y="3542407"/>
                </a:lnTo>
                <a:lnTo>
                  <a:pt x="2095145" y="3542975"/>
                </a:lnTo>
                <a:lnTo>
                  <a:pt x="2095471" y="3543566"/>
                </a:lnTo>
                <a:lnTo>
                  <a:pt x="2095779" y="3544179"/>
                </a:lnTo>
                <a:lnTo>
                  <a:pt x="2096070" y="3544816"/>
                </a:lnTo>
                <a:lnTo>
                  <a:pt x="2096343" y="3545476"/>
                </a:lnTo>
                <a:lnTo>
                  <a:pt x="2096598" y="3546158"/>
                </a:lnTo>
                <a:lnTo>
                  <a:pt x="2096836" y="3546863"/>
                </a:lnTo>
                <a:lnTo>
                  <a:pt x="2097056" y="3547591"/>
                </a:lnTo>
                <a:lnTo>
                  <a:pt x="2097259" y="3548343"/>
                </a:lnTo>
                <a:lnTo>
                  <a:pt x="2097443" y="3549117"/>
                </a:lnTo>
                <a:lnTo>
                  <a:pt x="2097611" y="3549913"/>
                </a:lnTo>
                <a:lnTo>
                  <a:pt x="2097760" y="3550733"/>
                </a:lnTo>
                <a:lnTo>
                  <a:pt x="2097893" y="3551576"/>
                </a:lnTo>
                <a:lnTo>
                  <a:pt x="2098007" y="3552442"/>
                </a:lnTo>
                <a:lnTo>
                  <a:pt x="2098104" y="3553330"/>
                </a:lnTo>
                <a:lnTo>
                  <a:pt x="2098183" y="3554241"/>
                </a:lnTo>
                <a:lnTo>
                  <a:pt x="2098245" y="3555176"/>
                </a:lnTo>
                <a:lnTo>
                  <a:pt x="2098289" y="3556133"/>
                </a:lnTo>
                <a:lnTo>
                  <a:pt x="2098315" y="3557113"/>
                </a:lnTo>
                <a:lnTo>
                  <a:pt x="2098324" y="3558116"/>
                </a:lnTo>
                <a:lnTo>
                  <a:pt x="2098324" y="3609850"/>
                </a:lnTo>
                <a:lnTo>
                  <a:pt x="2115231" y="3609850"/>
                </a:lnTo>
                <a:lnTo>
                  <a:pt x="2115231" y="3553213"/>
                </a:lnTo>
                <a:lnTo>
                  <a:pt x="2115216" y="3551930"/>
                </a:lnTo>
                <a:lnTo>
                  <a:pt x="2115172" y="3550673"/>
                </a:lnTo>
                <a:lnTo>
                  <a:pt x="2115099" y="3549443"/>
                </a:lnTo>
                <a:lnTo>
                  <a:pt x="2114996" y="3548240"/>
                </a:lnTo>
                <a:lnTo>
                  <a:pt x="2114864" y="3547062"/>
                </a:lnTo>
                <a:lnTo>
                  <a:pt x="2114703" y="3545911"/>
                </a:lnTo>
                <a:lnTo>
                  <a:pt x="2114512" y="3544787"/>
                </a:lnTo>
                <a:lnTo>
                  <a:pt x="2114292" y="3543689"/>
                </a:lnTo>
                <a:lnTo>
                  <a:pt x="2114042" y="3542617"/>
                </a:lnTo>
                <a:lnTo>
                  <a:pt x="2113763" y="3541572"/>
                </a:lnTo>
                <a:lnTo>
                  <a:pt x="2113455" y="3540553"/>
                </a:lnTo>
                <a:lnTo>
                  <a:pt x="2113117" y="3539561"/>
                </a:lnTo>
                <a:lnTo>
                  <a:pt x="2112751" y="3538595"/>
                </a:lnTo>
                <a:lnTo>
                  <a:pt x="2112354" y="3537655"/>
                </a:lnTo>
                <a:lnTo>
                  <a:pt x="2111929" y="3536742"/>
                </a:lnTo>
                <a:lnTo>
                  <a:pt x="2111474" y="3535855"/>
                </a:lnTo>
                <a:lnTo>
                  <a:pt x="2110989" y="3534995"/>
                </a:lnTo>
                <a:lnTo>
                  <a:pt x="2110476" y="3534161"/>
                </a:lnTo>
                <a:lnTo>
                  <a:pt x="2109933" y="3533354"/>
                </a:lnTo>
                <a:lnTo>
                  <a:pt x="2109360" y="3532573"/>
                </a:lnTo>
                <a:lnTo>
                  <a:pt x="2108759" y="3531818"/>
                </a:lnTo>
                <a:lnTo>
                  <a:pt x="2108128" y="3531090"/>
                </a:lnTo>
                <a:lnTo>
                  <a:pt x="2107467" y="3530388"/>
                </a:lnTo>
                <a:lnTo>
                  <a:pt x="2106777" y="3529713"/>
                </a:lnTo>
                <a:lnTo>
                  <a:pt x="2106063" y="3529064"/>
                </a:lnTo>
                <a:lnTo>
                  <a:pt x="2105329" y="3528443"/>
                </a:lnTo>
                <a:lnTo>
                  <a:pt x="2104574" y="3527850"/>
                </a:lnTo>
                <a:lnTo>
                  <a:pt x="2103800" y="3527285"/>
                </a:lnTo>
                <a:lnTo>
                  <a:pt x="2103006" y="3526747"/>
                </a:lnTo>
                <a:lnTo>
                  <a:pt x="2102191" y="3526236"/>
                </a:lnTo>
                <a:lnTo>
                  <a:pt x="2101357" y="3525753"/>
                </a:lnTo>
                <a:lnTo>
                  <a:pt x="2100503" y="3525298"/>
                </a:lnTo>
                <a:lnTo>
                  <a:pt x="2099629" y="3524871"/>
                </a:lnTo>
                <a:lnTo>
                  <a:pt x="2098735" y="3524470"/>
                </a:lnTo>
                <a:lnTo>
                  <a:pt x="2097821" y="3524098"/>
                </a:lnTo>
                <a:lnTo>
                  <a:pt x="2096887" y="3523753"/>
                </a:lnTo>
                <a:lnTo>
                  <a:pt x="2095933" y="3523436"/>
                </a:lnTo>
                <a:lnTo>
                  <a:pt x="2094959" y="3523146"/>
                </a:lnTo>
                <a:lnTo>
                  <a:pt x="2093965" y="3522884"/>
                </a:lnTo>
                <a:lnTo>
                  <a:pt x="2092951" y="3522649"/>
                </a:lnTo>
                <a:lnTo>
                  <a:pt x="2091918" y="3522443"/>
                </a:lnTo>
                <a:lnTo>
                  <a:pt x="2090864" y="3522263"/>
                </a:lnTo>
                <a:lnTo>
                  <a:pt x="2089790" y="3522111"/>
                </a:lnTo>
                <a:lnTo>
                  <a:pt x="2088697" y="3521987"/>
                </a:lnTo>
                <a:lnTo>
                  <a:pt x="2087583" y="3521891"/>
                </a:lnTo>
                <a:lnTo>
                  <a:pt x="2086449" y="3521822"/>
                </a:lnTo>
                <a:lnTo>
                  <a:pt x="2085296" y="3521780"/>
                </a:lnTo>
                <a:lnTo>
                  <a:pt x="2084122" y="3521767"/>
                </a:lnTo>
                <a:lnTo>
                  <a:pt x="2083406" y="3521772"/>
                </a:lnTo>
                <a:lnTo>
                  <a:pt x="2082696" y="3521790"/>
                </a:lnTo>
                <a:lnTo>
                  <a:pt x="2081991" y="3521819"/>
                </a:lnTo>
                <a:lnTo>
                  <a:pt x="2081291" y="3521861"/>
                </a:lnTo>
                <a:lnTo>
                  <a:pt x="2080596" y="3521913"/>
                </a:lnTo>
                <a:lnTo>
                  <a:pt x="2079906" y="3521978"/>
                </a:lnTo>
                <a:lnTo>
                  <a:pt x="2079222" y="3522054"/>
                </a:lnTo>
                <a:lnTo>
                  <a:pt x="2078543" y="3522142"/>
                </a:lnTo>
                <a:lnTo>
                  <a:pt x="2077870" y="3522242"/>
                </a:lnTo>
                <a:lnTo>
                  <a:pt x="2077201" y="3522354"/>
                </a:lnTo>
                <a:lnTo>
                  <a:pt x="2076538" y="3522477"/>
                </a:lnTo>
                <a:lnTo>
                  <a:pt x="2075880" y="3522612"/>
                </a:lnTo>
                <a:lnTo>
                  <a:pt x="2075228" y="3522759"/>
                </a:lnTo>
                <a:lnTo>
                  <a:pt x="2074581" y="3522917"/>
                </a:lnTo>
                <a:lnTo>
                  <a:pt x="2073939" y="3523087"/>
                </a:lnTo>
                <a:lnTo>
                  <a:pt x="2073302" y="3523269"/>
                </a:lnTo>
                <a:lnTo>
                  <a:pt x="2072671" y="3523463"/>
                </a:lnTo>
                <a:lnTo>
                  <a:pt x="2072045" y="3523668"/>
                </a:lnTo>
                <a:lnTo>
                  <a:pt x="2071424" y="3523886"/>
                </a:lnTo>
                <a:lnTo>
                  <a:pt x="2070808" y="3524115"/>
                </a:lnTo>
                <a:lnTo>
                  <a:pt x="2070198" y="3524355"/>
                </a:lnTo>
                <a:lnTo>
                  <a:pt x="2069593" y="3524608"/>
                </a:lnTo>
                <a:lnTo>
                  <a:pt x="2068994" y="3524872"/>
                </a:lnTo>
                <a:lnTo>
                  <a:pt x="2068399" y="3525148"/>
                </a:lnTo>
                <a:lnTo>
                  <a:pt x="2067813" y="3525436"/>
                </a:lnTo>
                <a:lnTo>
                  <a:pt x="2067238" y="3525738"/>
                </a:lnTo>
                <a:lnTo>
                  <a:pt x="2066674" y="3526054"/>
                </a:lnTo>
                <a:lnTo>
                  <a:pt x="2066122" y="3526383"/>
                </a:lnTo>
                <a:lnTo>
                  <a:pt x="2065580" y="3526725"/>
                </a:lnTo>
                <a:lnTo>
                  <a:pt x="2065050" y="3527081"/>
                </a:lnTo>
                <a:lnTo>
                  <a:pt x="2064530" y="3527451"/>
                </a:lnTo>
                <a:lnTo>
                  <a:pt x="2064022" y="3527834"/>
                </a:lnTo>
                <a:lnTo>
                  <a:pt x="2063525" y="3528231"/>
                </a:lnTo>
                <a:lnTo>
                  <a:pt x="2063040" y="3528641"/>
                </a:lnTo>
                <a:lnTo>
                  <a:pt x="2062565" y="3529064"/>
                </a:lnTo>
                <a:lnTo>
                  <a:pt x="2062101" y="3529501"/>
                </a:lnTo>
                <a:lnTo>
                  <a:pt x="2061649" y="3529952"/>
                </a:lnTo>
                <a:lnTo>
                  <a:pt x="2061208" y="3530416"/>
                </a:lnTo>
                <a:lnTo>
                  <a:pt x="2060778" y="3530893"/>
                </a:lnTo>
                <a:lnTo>
                  <a:pt x="2060359" y="3531384"/>
                </a:lnTo>
                <a:lnTo>
                  <a:pt x="2059951" y="3531889"/>
                </a:lnTo>
                <a:lnTo>
                  <a:pt x="2059555" y="3532407"/>
                </a:lnTo>
                <a:lnTo>
                  <a:pt x="2059169" y="3532939"/>
                </a:lnTo>
                <a:lnTo>
                  <a:pt x="2058795" y="3533484"/>
                </a:lnTo>
                <a:lnTo>
                  <a:pt x="2058432" y="3534042"/>
                </a:lnTo>
                <a:lnTo>
                  <a:pt x="2058080" y="3534614"/>
                </a:lnTo>
                <a:lnTo>
                  <a:pt x="2057739" y="3535200"/>
                </a:lnTo>
                <a:lnTo>
                  <a:pt x="2057410" y="3535799"/>
                </a:lnTo>
                <a:lnTo>
                  <a:pt x="2055719" y="3523457"/>
                </a:lnTo>
                <a:lnTo>
                  <a:pt x="2042025" y="3523457"/>
                </a:lnTo>
                <a:lnTo>
                  <a:pt x="2042025" y="3609850"/>
                </a:lnTo>
                <a:lnTo>
                  <a:pt x="2058931" y="3609850"/>
                </a:lnTo>
                <a:lnTo>
                  <a:pt x="2058931" y="3559130"/>
                </a:lnTo>
                <a:lnTo>
                  <a:pt x="2058936" y="3558541"/>
                </a:lnTo>
                <a:lnTo>
                  <a:pt x="2058949" y="3557959"/>
                </a:lnTo>
                <a:lnTo>
                  <a:pt x="2058971" y="3557381"/>
                </a:lnTo>
                <a:lnTo>
                  <a:pt x="2059002" y="3556810"/>
                </a:lnTo>
                <a:lnTo>
                  <a:pt x="2059041" y="3556245"/>
                </a:lnTo>
                <a:lnTo>
                  <a:pt x="2059090" y="3555686"/>
                </a:lnTo>
                <a:close/>
                <a:moveTo>
                  <a:pt x="2565961" y="3555686"/>
                </a:moveTo>
                <a:lnTo>
                  <a:pt x="2566018" y="3555132"/>
                </a:lnTo>
                <a:lnTo>
                  <a:pt x="2566084" y="3554584"/>
                </a:lnTo>
                <a:lnTo>
                  <a:pt x="2566159" y="3554042"/>
                </a:lnTo>
                <a:lnTo>
                  <a:pt x="2566243" y="3553507"/>
                </a:lnTo>
                <a:lnTo>
                  <a:pt x="2566335" y="3552976"/>
                </a:lnTo>
                <a:lnTo>
                  <a:pt x="2566437" y="3552452"/>
                </a:lnTo>
                <a:lnTo>
                  <a:pt x="2566547" y="3551934"/>
                </a:lnTo>
                <a:lnTo>
                  <a:pt x="2566666" y="3551421"/>
                </a:lnTo>
                <a:lnTo>
                  <a:pt x="2566793" y="3550915"/>
                </a:lnTo>
                <a:lnTo>
                  <a:pt x="2566930" y="3550414"/>
                </a:lnTo>
                <a:lnTo>
                  <a:pt x="2567075" y="3549919"/>
                </a:lnTo>
                <a:lnTo>
                  <a:pt x="2567229" y="3549430"/>
                </a:lnTo>
                <a:lnTo>
                  <a:pt x="2567392" y="3548947"/>
                </a:lnTo>
                <a:lnTo>
                  <a:pt x="2567564" y="3548470"/>
                </a:lnTo>
                <a:lnTo>
                  <a:pt x="2567744" y="3547998"/>
                </a:lnTo>
                <a:lnTo>
                  <a:pt x="2567934" y="3547533"/>
                </a:lnTo>
                <a:lnTo>
                  <a:pt x="2568132" y="3547073"/>
                </a:lnTo>
                <a:lnTo>
                  <a:pt x="2568339" y="3546619"/>
                </a:lnTo>
                <a:lnTo>
                  <a:pt x="2568554" y="3546159"/>
                </a:lnTo>
                <a:lnTo>
                  <a:pt x="2568775" y="3545707"/>
                </a:lnTo>
                <a:lnTo>
                  <a:pt x="2569004" y="3545264"/>
                </a:lnTo>
                <a:lnTo>
                  <a:pt x="2569240" y="3544830"/>
                </a:lnTo>
                <a:lnTo>
                  <a:pt x="2569483" y="3544405"/>
                </a:lnTo>
                <a:lnTo>
                  <a:pt x="2569733" y="3543988"/>
                </a:lnTo>
                <a:lnTo>
                  <a:pt x="2569991" y="3543581"/>
                </a:lnTo>
                <a:lnTo>
                  <a:pt x="2570255" y="3543182"/>
                </a:lnTo>
                <a:lnTo>
                  <a:pt x="2570526" y="3542792"/>
                </a:lnTo>
                <a:lnTo>
                  <a:pt x="2570804" y="3542410"/>
                </a:lnTo>
                <a:lnTo>
                  <a:pt x="2571090" y="3542038"/>
                </a:lnTo>
                <a:lnTo>
                  <a:pt x="2571382" y="3541674"/>
                </a:lnTo>
                <a:lnTo>
                  <a:pt x="2571681" y="3541319"/>
                </a:lnTo>
                <a:lnTo>
                  <a:pt x="2571988" y="3540973"/>
                </a:lnTo>
                <a:lnTo>
                  <a:pt x="2572301" y="3540636"/>
                </a:lnTo>
                <a:lnTo>
                  <a:pt x="2572622" y="3540307"/>
                </a:lnTo>
                <a:lnTo>
                  <a:pt x="2572949" y="3539988"/>
                </a:lnTo>
                <a:lnTo>
                  <a:pt x="2573284" y="3539677"/>
                </a:lnTo>
                <a:lnTo>
                  <a:pt x="2573626" y="3539375"/>
                </a:lnTo>
                <a:lnTo>
                  <a:pt x="2573974" y="3539082"/>
                </a:lnTo>
                <a:lnTo>
                  <a:pt x="2574330" y="3538797"/>
                </a:lnTo>
                <a:lnTo>
                  <a:pt x="2574693" y="3538522"/>
                </a:lnTo>
                <a:lnTo>
                  <a:pt x="2575063" y="3538255"/>
                </a:lnTo>
                <a:lnTo>
                  <a:pt x="2575440" y="3537997"/>
                </a:lnTo>
                <a:lnTo>
                  <a:pt x="2575823" y="3537735"/>
                </a:lnTo>
                <a:lnTo>
                  <a:pt x="2576212" y="3537484"/>
                </a:lnTo>
                <a:lnTo>
                  <a:pt x="2576607" y="3537244"/>
                </a:lnTo>
                <a:lnTo>
                  <a:pt x="2577008" y="3537015"/>
                </a:lnTo>
                <a:lnTo>
                  <a:pt x="2577415" y="3536798"/>
                </a:lnTo>
                <a:lnTo>
                  <a:pt x="2577828" y="3536591"/>
                </a:lnTo>
                <a:lnTo>
                  <a:pt x="2578246" y="3536396"/>
                </a:lnTo>
                <a:lnTo>
                  <a:pt x="2578671" y="3536212"/>
                </a:lnTo>
                <a:lnTo>
                  <a:pt x="2579101" y="3536039"/>
                </a:lnTo>
                <a:lnTo>
                  <a:pt x="2579537" y="3535878"/>
                </a:lnTo>
                <a:lnTo>
                  <a:pt x="2579979" y="3535727"/>
                </a:lnTo>
                <a:lnTo>
                  <a:pt x="2580427" y="3535588"/>
                </a:lnTo>
                <a:lnTo>
                  <a:pt x="2580881" y="3535459"/>
                </a:lnTo>
                <a:lnTo>
                  <a:pt x="2581340" y="3535342"/>
                </a:lnTo>
                <a:lnTo>
                  <a:pt x="2581806" y="3535236"/>
                </a:lnTo>
                <a:lnTo>
                  <a:pt x="2582277" y="3535142"/>
                </a:lnTo>
                <a:lnTo>
                  <a:pt x="2582755" y="3535058"/>
                </a:lnTo>
                <a:lnTo>
                  <a:pt x="2583238" y="3534985"/>
                </a:lnTo>
                <a:lnTo>
                  <a:pt x="2583727" y="3534924"/>
                </a:lnTo>
                <a:lnTo>
                  <a:pt x="2584222" y="3534874"/>
                </a:lnTo>
                <a:lnTo>
                  <a:pt x="2584722" y="3534835"/>
                </a:lnTo>
                <a:lnTo>
                  <a:pt x="2585229" y="3534807"/>
                </a:lnTo>
                <a:lnTo>
                  <a:pt x="2585741" y="3534790"/>
                </a:lnTo>
                <a:lnTo>
                  <a:pt x="2586260" y="3534785"/>
                </a:lnTo>
                <a:lnTo>
                  <a:pt x="2586999" y="3534794"/>
                </a:lnTo>
                <a:lnTo>
                  <a:pt x="2587725" y="3534823"/>
                </a:lnTo>
                <a:lnTo>
                  <a:pt x="2588437" y="3534872"/>
                </a:lnTo>
                <a:lnTo>
                  <a:pt x="2589134" y="3534940"/>
                </a:lnTo>
                <a:lnTo>
                  <a:pt x="2589817" y="3535027"/>
                </a:lnTo>
                <a:lnTo>
                  <a:pt x="2590486" y="3535133"/>
                </a:lnTo>
                <a:lnTo>
                  <a:pt x="2591142" y="3535259"/>
                </a:lnTo>
                <a:lnTo>
                  <a:pt x="2591783" y="3535405"/>
                </a:lnTo>
                <a:lnTo>
                  <a:pt x="2592410" y="3535569"/>
                </a:lnTo>
                <a:lnTo>
                  <a:pt x="2593022" y="3535753"/>
                </a:lnTo>
                <a:lnTo>
                  <a:pt x="2593621" y="3535957"/>
                </a:lnTo>
                <a:lnTo>
                  <a:pt x="2594206" y="3536179"/>
                </a:lnTo>
                <a:lnTo>
                  <a:pt x="2594776" y="3536422"/>
                </a:lnTo>
                <a:lnTo>
                  <a:pt x="2595333" y="3536683"/>
                </a:lnTo>
                <a:lnTo>
                  <a:pt x="2595875" y="3536964"/>
                </a:lnTo>
                <a:lnTo>
                  <a:pt x="2596404" y="3537264"/>
                </a:lnTo>
                <a:lnTo>
                  <a:pt x="2596918" y="3537584"/>
                </a:lnTo>
                <a:lnTo>
                  <a:pt x="2597418" y="3537923"/>
                </a:lnTo>
                <a:lnTo>
                  <a:pt x="2597904" y="3538281"/>
                </a:lnTo>
                <a:lnTo>
                  <a:pt x="2598376" y="3538659"/>
                </a:lnTo>
                <a:lnTo>
                  <a:pt x="2598834" y="3539056"/>
                </a:lnTo>
                <a:lnTo>
                  <a:pt x="2599278" y="3539473"/>
                </a:lnTo>
                <a:lnTo>
                  <a:pt x="2599707" y="3539909"/>
                </a:lnTo>
                <a:lnTo>
                  <a:pt x="2600123" y="3540364"/>
                </a:lnTo>
                <a:lnTo>
                  <a:pt x="2600537" y="3540840"/>
                </a:lnTo>
                <a:lnTo>
                  <a:pt x="2600933" y="3541340"/>
                </a:lnTo>
                <a:lnTo>
                  <a:pt x="2601312" y="3541862"/>
                </a:lnTo>
                <a:lnTo>
                  <a:pt x="2601673" y="3542407"/>
                </a:lnTo>
                <a:lnTo>
                  <a:pt x="2602016" y="3542975"/>
                </a:lnTo>
                <a:lnTo>
                  <a:pt x="2602342" y="3543566"/>
                </a:lnTo>
                <a:lnTo>
                  <a:pt x="2602650" y="3544179"/>
                </a:lnTo>
                <a:lnTo>
                  <a:pt x="2602941" y="3544816"/>
                </a:lnTo>
                <a:lnTo>
                  <a:pt x="2603214" y="3545476"/>
                </a:lnTo>
                <a:lnTo>
                  <a:pt x="2603469" y="3546158"/>
                </a:lnTo>
                <a:lnTo>
                  <a:pt x="2603707" y="3546863"/>
                </a:lnTo>
                <a:lnTo>
                  <a:pt x="2603927" y="3547591"/>
                </a:lnTo>
                <a:lnTo>
                  <a:pt x="2604130" y="3548343"/>
                </a:lnTo>
                <a:lnTo>
                  <a:pt x="2604315" y="3549117"/>
                </a:lnTo>
                <a:lnTo>
                  <a:pt x="2604482" y="3549913"/>
                </a:lnTo>
                <a:lnTo>
                  <a:pt x="2604632" y="3550733"/>
                </a:lnTo>
                <a:lnTo>
                  <a:pt x="2604764" y="3551576"/>
                </a:lnTo>
                <a:lnTo>
                  <a:pt x="2604878" y="3552442"/>
                </a:lnTo>
                <a:lnTo>
                  <a:pt x="2604975" y="3553330"/>
                </a:lnTo>
                <a:lnTo>
                  <a:pt x="2605054" y="3554241"/>
                </a:lnTo>
                <a:lnTo>
                  <a:pt x="2605116" y="3555176"/>
                </a:lnTo>
                <a:lnTo>
                  <a:pt x="2605160" y="3556133"/>
                </a:lnTo>
                <a:lnTo>
                  <a:pt x="2605187" y="3557113"/>
                </a:lnTo>
                <a:lnTo>
                  <a:pt x="2605195" y="3558116"/>
                </a:lnTo>
                <a:lnTo>
                  <a:pt x="2605195" y="3609850"/>
                </a:lnTo>
                <a:lnTo>
                  <a:pt x="2622102" y="3609850"/>
                </a:lnTo>
                <a:lnTo>
                  <a:pt x="2622102" y="3553213"/>
                </a:lnTo>
                <a:lnTo>
                  <a:pt x="2622087" y="3551930"/>
                </a:lnTo>
                <a:lnTo>
                  <a:pt x="2622043" y="3550673"/>
                </a:lnTo>
                <a:lnTo>
                  <a:pt x="2621970" y="3549443"/>
                </a:lnTo>
                <a:lnTo>
                  <a:pt x="2621867" y="3548240"/>
                </a:lnTo>
                <a:lnTo>
                  <a:pt x="2621735" y="3547062"/>
                </a:lnTo>
                <a:lnTo>
                  <a:pt x="2621574" y="3545911"/>
                </a:lnTo>
                <a:lnTo>
                  <a:pt x="2621383" y="3544787"/>
                </a:lnTo>
                <a:lnTo>
                  <a:pt x="2621163" y="3543689"/>
                </a:lnTo>
                <a:lnTo>
                  <a:pt x="2620913" y="3542617"/>
                </a:lnTo>
                <a:lnTo>
                  <a:pt x="2620634" y="3541572"/>
                </a:lnTo>
                <a:lnTo>
                  <a:pt x="2620326" y="3540553"/>
                </a:lnTo>
                <a:lnTo>
                  <a:pt x="2619989" y="3539561"/>
                </a:lnTo>
                <a:lnTo>
                  <a:pt x="2619622" y="3538595"/>
                </a:lnTo>
                <a:lnTo>
                  <a:pt x="2619226" y="3537655"/>
                </a:lnTo>
                <a:lnTo>
                  <a:pt x="2618800" y="3536742"/>
                </a:lnTo>
                <a:lnTo>
                  <a:pt x="2618345" y="3535855"/>
                </a:lnTo>
                <a:lnTo>
                  <a:pt x="2617861" y="3534995"/>
                </a:lnTo>
                <a:lnTo>
                  <a:pt x="2617347" y="3534161"/>
                </a:lnTo>
                <a:lnTo>
                  <a:pt x="2616804" y="3533354"/>
                </a:lnTo>
                <a:lnTo>
                  <a:pt x="2616232" y="3532573"/>
                </a:lnTo>
                <a:lnTo>
                  <a:pt x="2615630" y="3531818"/>
                </a:lnTo>
                <a:lnTo>
                  <a:pt x="2614999" y="3531090"/>
                </a:lnTo>
                <a:lnTo>
                  <a:pt x="2614338" y="3530388"/>
                </a:lnTo>
                <a:lnTo>
                  <a:pt x="2613649" y="3529713"/>
                </a:lnTo>
                <a:lnTo>
                  <a:pt x="2612934" y="3529064"/>
                </a:lnTo>
                <a:lnTo>
                  <a:pt x="2612200" y="3528443"/>
                </a:lnTo>
                <a:lnTo>
                  <a:pt x="2611446" y="3527850"/>
                </a:lnTo>
                <a:lnTo>
                  <a:pt x="2610671" y="3527285"/>
                </a:lnTo>
                <a:lnTo>
                  <a:pt x="2609877" y="3526747"/>
                </a:lnTo>
                <a:lnTo>
                  <a:pt x="2609063" y="3526236"/>
                </a:lnTo>
                <a:lnTo>
                  <a:pt x="2608229" y="3525753"/>
                </a:lnTo>
                <a:lnTo>
                  <a:pt x="2607374" y="3525298"/>
                </a:lnTo>
                <a:lnTo>
                  <a:pt x="2606500" y="3524871"/>
                </a:lnTo>
                <a:lnTo>
                  <a:pt x="2605606" y="3524470"/>
                </a:lnTo>
                <a:lnTo>
                  <a:pt x="2604692" y="3524098"/>
                </a:lnTo>
                <a:lnTo>
                  <a:pt x="2603758" y="3523753"/>
                </a:lnTo>
                <a:lnTo>
                  <a:pt x="2602804" y="3523436"/>
                </a:lnTo>
                <a:lnTo>
                  <a:pt x="2601830" y="3523146"/>
                </a:lnTo>
                <a:lnTo>
                  <a:pt x="2600836" y="3522884"/>
                </a:lnTo>
                <a:lnTo>
                  <a:pt x="2599823" y="3522649"/>
                </a:lnTo>
                <a:lnTo>
                  <a:pt x="2598789" y="3522443"/>
                </a:lnTo>
                <a:lnTo>
                  <a:pt x="2597735" y="3522263"/>
                </a:lnTo>
                <a:lnTo>
                  <a:pt x="2596661" y="3522111"/>
                </a:lnTo>
                <a:lnTo>
                  <a:pt x="2595568" y="3521987"/>
                </a:lnTo>
                <a:lnTo>
                  <a:pt x="2594454" y="3521891"/>
                </a:lnTo>
                <a:lnTo>
                  <a:pt x="2593321" y="3521822"/>
                </a:lnTo>
                <a:lnTo>
                  <a:pt x="2592167" y="3521780"/>
                </a:lnTo>
                <a:lnTo>
                  <a:pt x="2590994" y="3521767"/>
                </a:lnTo>
                <a:lnTo>
                  <a:pt x="2590278" y="3521772"/>
                </a:lnTo>
                <a:lnTo>
                  <a:pt x="2589567" y="3521790"/>
                </a:lnTo>
                <a:lnTo>
                  <a:pt x="2588862" y="3521819"/>
                </a:lnTo>
                <a:lnTo>
                  <a:pt x="2588162" y="3521861"/>
                </a:lnTo>
                <a:lnTo>
                  <a:pt x="2587467" y="3521913"/>
                </a:lnTo>
                <a:lnTo>
                  <a:pt x="2586777" y="3521978"/>
                </a:lnTo>
                <a:lnTo>
                  <a:pt x="2586093" y="3522054"/>
                </a:lnTo>
                <a:lnTo>
                  <a:pt x="2585414" y="3522142"/>
                </a:lnTo>
                <a:lnTo>
                  <a:pt x="2584741" y="3522242"/>
                </a:lnTo>
                <a:lnTo>
                  <a:pt x="2584072" y="3522354"/>
                </a:lnTo>
                <a:lnTo>
                  <a:pt x="2583409" y="3522477"/>
                </a:lnTo>
                <a:lnTo>
                  <a:pt x="2582752" y="3522612"/>
                </a:lnTo>
                <a:lnTo>
                  <a:pt x="2582099" y="3522759"/>
                </a:lnTo>
                <a:lnTo>
                  <a:pt x="2581452" y="3522917"/>
                </a:lnTo>
                <a:lnTo>
                  <a:pt x="2580810" y="3523087"/>
                </a:lnTo>
                <a:lnTo>
                  <a:pt x="2580173" y="3523269"/>
                </a:lnTo>
                <a:lnTo>
                  <a:pt x="2579542" y="3523463"/>
                </a:lnTo>
                <a:lnTo>
                  <a:pt x="2578916" y="3523668"/>
                </a:lnTo>
                <a:lnTo>
                  <a:pt x="2578295" y="3523886"/>
                </a:lnTo>
                <a:lnTo>
                  <a:pt x="2577680" y="3524115"/>
                </a:lnTo>
                <a:lnTo>
                  <a:pt x="2577069" y="3524355"/>
                </a:lnTo>
                <a:lnTo>
                  <a:pt x="2576464" y="3524608"/>
                </a:lnTo>
                <a:lnTo>
                  <a:pt x="2575865" y="3524872"/>
                </a:lnTo>
                <a:lnTo>
                  <a:pt x="2575270" y="3525148"/>
                </a:lnTo>
                <a:lnTo>
                  <a:pt x="2574684" y="3525436"/>
                </a:lnTo>
                <a:lnTo>
                  <a:pt x="2574109" y="3525738"/>
                </a:lnTo>
                <a:lnTo>
                  <a:pt x="2573545" y="3526054"/>
                </a:lnTo>
                <a:lnTo>
                  <a:pt x="2572992" y="3526383"/>
                </a:lnTo>
                <a:lnTo>
                  <a:pt x="2572451" y="3526725"/>
                </a:lnTo>
                <a:lnTo>
                  <a:pt x="2571921" y="3527081"/>
                </a:lnTo>
                <a:lnTo>
                  <a:pt x="2571401" y="3527451"/>
                </a:lnTo>
                <a:lnTo>
                  <a:pt x="2570893" y="3527834"/>
                </a:lnTo>
                <a:lnTo>
                  <a:pt x="2570396" y="3528231"/>
                </a:lnTo>
                <a:lnTo>
                  <a:pt x="2569911" y="3528641"/>
                </a:lnTo>
                <a:lnTo>
                  <a:pt x="2569436" y="3529064"/>
                </a:lnTo>
                <a:lnTo>
                  <a:pt x="2568972" y="3529501"/>
                </a:lnTo>
                <a:lnTo>
                  <a:pt x="2568520" y="3529952"/>
                </a:lnTo>
                <a:lnTo>
                  <a:pt x="2568079" y="3530416"/>
                </a:lnTo>
                <a:lnTo>
                  <a:pt x="2567649" y="3530893"/>
                </a:lnTo>
                <a:lnTo>
                  <a:pt x="2567230" y="3531384"/>
                </a:lnTo>
                <a:lnTo>
                  <a:pt x="2566823" y="3531889"/>
                </a:lnTo>
                <a:lnTo>
                  <a:pt x="2566426" y="3532407"/>
                </a:lnTo>
                <a:lnTo>
                  <a:pt x="2566041" y="3532939"/>
                </a:lnTo>
                <a:lnTo>
                  <a:pt x="2565666" y="3533484"/>
                </a:lnTo>
                <a:lnTo>
                  <a:pt x="2565303" y="3534042"/>
                </a:lnTo>
                <a:lnTo>
                  <a:pt x="2564951" y="3534614"/>
                </a:lnTo>
                <a:lnTo>
                  <a:pt x="2564611" y="3535200"/>
                </a:lnTo>
                <a:lnTo>
                  <a:pt x="2564281" y="3535799"/>
                </a:lnTo>
                <a:lnTo>
                  <a:pt x="2562590" y="3523457"/>
                </a:lnTo>
                <a:lnTo>
                  <a:pt x="2548896" y="3523457"/>
                </a:lnTo>
                <a:lnTo>
                  <a:pt x="2548896" y="3609850"/>
                </a:lnTo>
                <a:lnTo>
                  <a:pt x="2565803" y="3609850"/>
                </a:lnTo>
                <a:lnTo>
                  <a:pt x="2565803" y="3559130"/>
                </a:lnTo>
                <a:lnTo>
                  <a:pt x="2565807" y="3558541"/>
                </a:lnTo>
                <a:lnTo>
                  <a:pt x="2565820" y="3557959"/>
                </a:lnTo>
                <a:lnTo>
                  <a:pt x="2565842" y="3557381"/>
                </a:lnTo>
                <a:lnTo>
                  <a:pt x="2565873" y="3556810"/>
                </a:lnTo>
                <a:lnTo>
                  <a:pt x="2565913" y="3556245"/>
                </a:lnTo>
                <a:lnTo>
                  <a:pt x="2565961" y="3555686"/>
                </a:lnTo>
                <a:close/>
                <a:moveTo>
                  <a:pt x="2492586" y="3610780"/>
                </a:moveTo>
                <a:lnTo>
                  <a:pt x="2493511" y="3610602"/>
                </a:lnTo>
                <a:lnTo>
                  <a:pt x="2494425" y="3610405"/>
                </a:lnTo>
                <a:lnTo>
                  <a:pt x="2495325" y="3610189"/>
                </a:lnTo>
                <a:lnTo>
                  <a:pt x="2496214" y="3609954"/>
                </a:lnTo>
                <a:lnTo>
                  <a:pt x="2497090" y="3609700"/>
                </a:lnTo>
                <a:lnTo>
                  <a:pt x="2497954" y="3609428"/>
                </a:lnTo>
                <a:lnTo>
                  <a:pt x="2498805" y="3609137"/>
                </a:lnTo>
                <a:lnTo>
                  <a:pt x="2499644" y="3608827"/>
                </a:lnTo>
                <a:lnTo>
                  <a:pt x="2500471" y="3608498"/>
                </a:lnTo>
                <a:lnTo>
                  <a:pt x="2501286" y="3608150"/>
                </a:lnTo>
                <a:lnTo>
                  <a:pt x="2502088" y="3607784"/>
                </a:lnTo>
                <a:lnTo>
                  <a:pt x="2502878" y="3607399"/>
                </a:lnTo>
                <a:lnTo>
                  <a:pt x="2503655" y="3606995"/>
                </a:lnTo>
                <a:lnTo>
                  <a:pt x="2504421" y="3606572"/>
                </a:lnTo>
                <a:lnTo>
                  <a:pt x="2505174" y="3606131"/>
                </a:lnTo>
                <a:lnTo>
                  <a:pt x="2505913" y="3605659"/>
                </a:lnTo>
                <a:lnTo>
                  <a:pt x="2506638" y="3605172"/>
                </a:lnTo>
                <a:lnTo>
                  <a:pt x="2507348" y="3604670"/>
                </a:lnTo>
                <a:lnTo>
                  <a:pt x="2508043" y="3604154"/>
                </a:lnTo>
                <a:lnTo>
                  <a:pt x="2508724" y="3603623"/>
                </a:lnTo>
                <a:lnTo>
                  <a:pt x="2509390" y="3603077"/>
                </a:lnTo>
                <a:lnTo>
                  <a:pt x="2510041" y="3602517"/>
                </a:lnTo>
                <a:lnTo>
                  <a:pt x="2510678" y="3601942"/>
                </a:lnTo>
                <a:lnTo>
                  <a:pt x="2511300" y="3601352"/>
                </a:lnTo>
                <a:lnTo>
                  <a:pt x="2511907" y="3600748"/>
                </a:lnTo>
                <a:lnTo>
                  <a:pt x="2512500" y="3600129"/>
                </a:lnTo>
                <a:lnTo>
                  <a:pt x="2513078" y="3599495"/>
                </a:lnTo>
                <a:lnTo>
                  <a:pt x="2513641" y="3598847"/>
                </a:lnTo>
                <a:lnTo>
                  <a:pt x="2514189" y="3598184"/>
                </a:lnTo>
                <a:lnTo>
                  <a:pt x="2514723" y="3597506"/>
                </a:lnTo>
                <a:lnTo>
                  <a:pt x="2515243" y="3596813"/>
                </a:lnTo>
                <a:lnTo>
                  <a:pt x="2515747" y="3596106"/>
                </a:lnTo>
                <a:lnTo>
                  <a:pt x="2516237" y="3595385"/>
                </a:lnTo>
                <a:lnTo>
                  <a:pt x="2516712" y="3594648"/>
                </a:lnTo>
                <a:lnTo>
                  <a:pt x="2517173" y="3593897"/>
                </a:lnTo>
                <a:lnTo>
                  <a:pt x="2517619" y="3593131"/>
                </a:lnTo>
                <a:lnTo>
                  <a:pt x="2518050" y="3592351"/>
                </a:lnTo>
                <a:lnTo>
                  <a:pt x="2518466" y="3591556"/>
                </a:lnTo>
                <a:lnTo>
                  <a:pt x="2518868" y="3590746"/>
                </a:lnTo>
                <a:lnTo>
                  <a:pt x="2519254" y="3589923"/>
                </a:lnTo>
                <a:lnTo>
                  <a:pt x="2519624" y="3589090"/>
                </a:lnTo>
                <a:lnTo>
                  <a:pt x="2519978" y="3588247"/>
                </a:lnTo>
                <a:lnTo>
                  <a:pt x="2520314" y="3587393"/>
                </a:lnTo>
                <a:lnTo>
                  <a:pt x="2520635" y="3586528"/>
                </a:lnTo>
                <a:lnTo>
                  <a:pt x="2520939" y="3585653"/>
                </a:lnTo>
                <a:lnTo>
                  <a:pt x="2521227" y="3584767"/>
                </a:lnTo>
                <a:lnTo>
                  <a:pt x="2521498" y="3583871"/>
                </a:lnTo>
                <a:lnTo>
                  <a:pt x="2521753" y="3582964"/>
                </a:lnTo>
                <a:lnTo>
                  <a:pt x="2521991" y="3582046"/>
                </a:lnTo>
                <a:lnTo>
                  <a:pt x="2522213" y="3581118"/>
                </a:lnTo>
                <a:lnTo>
                  <a:pt x="2522418" y="3580179"/>
                </a:lnTo>
                <a:lnTo>
                  <a:pt x="2522607" y="3579230"/>
                </a:lnTo>
                <a:lnTo>
                  <a:pt x="2522780" y="3578270"/>
                </a:lnTo>
                <a:lnTo>
                  <a:pt x="2522936" y="3577300"/>
                </a:lnTo>
                <a:lnTo>
                  <a:pt x="2523076" y="3576319"/>
                </a:lnTo>
                <a:lnTo>
                  <a:pt x="2523199" y="3575327"/>
                </a:lnTo>
                <a:lnTo>
                  <a:pt x="2523306" y="3574325"/>
                </a:lnTo>
                <a:lnTo>
                  <a:pt x="2523396" y="3573313"/>
                </a:lnTo>
                <a:lnTo>
                  <a:pt x="2523470" y="3572289"/>
                </a:lnTo>
                <a:lnTo>
                  <a:pt x="2523528" y="3571256"/>
                </a:lnTo>
                <a:lnTo>
                  <a:pt x="2523569" y="3570211"/>
                </a:lnTo>
                <a:lnTo>
                  <a:pt x="2523594" y="3569156"/>
                </a:lnTo>
                <a:lnTo>
                  <a:pt x="2523602" y="3568091"/>
                </a:lnTo>
                <a:lnTo>
                  <a:pt x="2523602" y="3565217"/>
                </a:lnTo>
                <a:lnTo>
                  <a:pt x="2523594" y="3564165"/>
                </a:lnTo>
                <a:lnTo>
                  <a:pt x="2523569" y="3563123"/>
                </a:lnTo>
                <a:lnTo>
                  <a:pt x="2523528" y="3562092"/>
                </a:lnTo>
                <a:lnTo>
                  <a:pt x="2523470" y="3561070"/>
                </a:lnTo>
                <a:lnTo>
                  <a:pt x="2523396" y="3560058"/>
                </a:lnTo>
                <a:lnTo>
                  <a:pt x="2523306" y="3559056"/>
                </a:lnTo>
                <a:lnTo>
                  <a:pt x="2523199" y="3558065"/>
                </a:lnTo>
                <a:lnTo>
                  <a:pt x="2523076" y="3557083"/>
                </a:lnTo>
                <a:lnTo>
                  <a:pt x="2522936" y="3556111"/>
                </a:lnTo>
                <a:lnTo>
                  <a:pt x="2522780" y="3555149"/>
                </a:lnTo>
                <a:lnTo>
                  <a:pt x="2522607" y="3554197"/>
                </a:lnTo>
                <a:lnTo>
                  <a:pt x="2522418" y="3553255"/>
                </a:lnTo>
                <a:lnTo>
                  <a:pt x="2522213" y="3552323"/>
                </a:lnTo>
                <a:lnTo>
                  <a:pt x="2521991" y="3551401"/>
                </a:lnTo>
                <a:lnTo>
                  <a:pt x="2521753" y="3550489"/>
                </a:lnTo>
                <a:lnTo>
                  <a:pt x="2521498" y="3549587"/>
                </a:lnTo>
                <a:lnTo>
                  <a:pt x="2521227" y="3548695"/>
                </a:lnTo>
                <a:lnTo>
                  <a:pt x="2520939" y="3547813"/>
                </a:lnTo>
                <a:lnTo>
                  <a:pt x="2520635" y="3546941"/>
                </a:lnTo>
                <a:lnTo>
                  <a:pt x="2520314" y="3546079"/>
                </a:lnTo>
                <a:lnTo>
                  <a:pt x="2519978" y="3545227"/>
                </a:lnTo>
                <a:lnTo>
                  <a:pt x="2519624" y="3544385"/>
                </a:lnTo>
                <a:lnTo>
                  <a:pt x="2519254" y="3543553"/>
                </a:lnTo>
                <a:lnTo>
                  <a:pt x="2518868" y="3542731"/>
                </a:lnTo>
                <a:lnTo>
                  <a:pt x="2518466" y="3541921"/>
                </a:lnTo>
                <a:lnTo>
                  <a:pt x="2518050" y="3541126"/>
                </a:lnTo>
                <a:lnTo>
                  <a:pt x="2517619" y="3540345"/>
                </a:lnTo>
                <a:lnTo>
                  <a:pt x="2517173" y="3539580"/>
                </a:lnTo>
                <a:lnTo>
                  <a:pt x="2516712" y="3538829"/>
                </a:lnTo>
                <a:lnTo>
                  <a:pt x="2516237" y="3538092"/>
                </a:lnTo>
                <a:lnTo>
                  <a:pt x="2515747" y="3537370"/>
                </a:lnTo>
                <a:lnTo>
                  <a:pt x="2515243" y="3536663"/>
                </a:lnTo>
                <a:lnTo>
                  <a:pt x="2514723" y="3535971"/>
                </a:lnTo>
                <a:lnTo>
                  <a:pt x="2514189" y="3535293"/>
                </a:lnTo>
                <a:lnTo>
                  <a:pt x="2513641" y="3534630"/>
                </a:lnTo>
                <a:lnTo>
                  <a:pt x="2513078" y="3533982"/>
                </a:lnTo>
                <a:lnTo>
                  <a:pt x="2512500" y="3533348"/>
                </a:lnTo>
                <a:lnTo>
                  <a:pt x="2511907" y="3532729"/>
                </a:lnTo>
                <a:lnTo>
                  <a:pt x="2511300" y="3532124"/>
                </a:lnTo>
                <a:lnTo>
                  <a:pt x="2510678" y="3531535"/>
                </a:lnTo>
                <a:lnTo>
                  <a:pt x="2510041" y="3530960"/>
                </a:lnTo>
                <a:lnTo>
                  <a:pt x="2509390" y="3530399"/>
                </a:lnTo>
                <a:lnTo>
                  <a:pt x="2508724" y="3529854"/>
                </a:lnTo>
                <a:lnTo>
                  <a:pt x="2508043" y="3529323"/>
                </a:lnTo>
                <a:lnTo>
                  <a:pt x="2507348" y="3528807"/>
                </a:lnTo>
                <a:lnTo>
                  <a:pt x="2506638" y="3528305"/>
                </a:lnTo>
                <a:lnTo>
                  <a:pt x="2505913" y="3527818"/>
                </a:lnTo>
                <a:lnTo>
                  <a:pt x="2505174" y="3527346"/>
                </a:lnTo>
                <a:lnTo>
                  <a:pt x="2504420" y="3526890"/>
                </a:lnTo>
                <a:lnTo>
                  <a:pt x="2503654" y="3526455"/>
                </a:lnTo>
                <a:lnTo>
                  <a:pt x="2502875" y="3526038"/>
                </a:lnTo>
                <a:lnTo>
                  <a:pt x="2502083" y="3525641"/>
                </a:lnTo>
                <a:lnTo>
                  <a:pt x="2501278" y="3525263"/>
                </a:lnTo>
                <a:lnTo>
                  <a:pt x="2500461" y="3524905"/>
                </a:lnTo>
                <a:lnTo>
                  <a:pt x="2499630" y="3524566"/>
                </a:lnTo>
                <a:lnTo>
                  <a:pt x="2498786" y="3524246"/>
                </a:lnTo>
                <a:lnTo>
                  <a:pt x="2497930" y="3523946"/>
                </a:lnTo>
                <a:lnTo>
                  <a:pt x="2497061" y="3523665"/>
                </a:lnTo>
                <a:lnTo>
                  <a:pt x="2496178" y="3523403"/>
                </a:lnTo>
                <a:lnTo>
                  <a:pt x="2495283" y="3523161"/>
                </a:lnTo>
                <a:lnTo>
                  <a:pt x="2494375" y="3522939"/>
                </a:lnTo>
                <a:lnTo>
                  <a:pt x="2493454" y="3522735"/>
                </a:lnTo>
                <a:lnTo>
                  <a:pt x="2492520" y="3522551"/>
                </a:lnTo>
                <a:lnTo>
                  <a:pt x="2491573" y="3522386"/>
                </a:lnTo>
                <a:lnTo>
                  <a:pt x="2490613" y="3522241"/>
                </a:lnTo>
                <a:lnTo>
                  <a:pt x="2489640" y="3522115"/>
                </a:lnTo>
                <a:lnTo>
                  <a:pt x="2488655" y="3522009"/>
                </a:lnTo>
                <a:lnTo>
                  <a:pt x="2487656" y="3521922"/>
                </a:lnTo>
                <a:lnTo>
                  <a:pt x="2486645" y="3521854"/>
                </a:lnTo>
                <a:lnTo>
                  <a:pt x="2485620" y="3521805"/>
                </a:lnTo>
                <a:lnTo>
                  <a:pt x="2484583" y="3521776"/>
                </a:lnTo>
                <a:lnTo>
                  <a:pt x="2483533" y="3521767"/>
                </a:lnTo>
                <a:lnTo>
                  <a:pt x="2482510" y="3521776"/>
                </a:lnTo>
                <a:lnTo>
                  <a:pt x="2481500" y="3521805"/>
                </a:lnTo>
                <a:lnTo>
                  <a:pt x="2480500" y="3521854"/>
                </a:lnTo>
                <a:lnTo>
                  <a:pt x="2479513" y="3521922"/>
                </a:lnTo>
                <a:lnTo>
                  <a:pt x="2478537" y="3522009"/>
                </a:lnTo>
                <a:lnTo>
                  <a:pt x="2477573" y="3522115"/>
                </a:lnTo>
                <a:lnTo>
                  <a:pt x="2476621" y="3522241"/>
                </a:lnTo>
                <a:lnTo>
                  <a:pt x="2475681" y="3522386"/>
                </a:lnTo>
                <a:lnTo>
                  <a:pt x="2474752" y="3522551"/>
                </a:lnTo>
                <a:lnTo>
                  <a:pt x="2473835" y="3522735"/>
                </a:lnTo>
                <a:lnTo>
                  <a:pt x="2472930" y="3522939"/>
                </a:lnTo>
                <a:lnTo>
                  <a:pt x="2472036" y="3523161"/>
                </a:lnTo>
                <a:lnTo>
                  <a:pt x="2471155" y="3523403"/>
                </a:lnTo>
                <a:lnTo>
                  <a:pt x="2470285" y="3523665"/>
                </a:lnTo>
                <a:lnTo>
                  <a:pt x="2469426" y="3523946"/>
                </a:lnTo>
                <a:lnTo>
                  <a:pt x="2468580" y="3524246"/>
                </a:lnTo>
                <a:lnTo>
                  <a:pt x="2467745" y="3524566"/>
                </a:lnTo>
                <a:lnTo>
                  <a:pt x="2466922" y="3524905"/>
                </a:lnTo>
                <a:lnTo>
                  <a:pt x="2466111" y="3525263"/>
                </a:lnTo>
                <a:lnTo>
                  <a:pt x="2465311" y="3525641"/>
                </a:lnTo>
                <a:lnTo>
                  <a:pt x="2464523" y="3526038"/>
                </a:lnTo>
                <a:lnTo>
                  <a:pt x="2463747" y="3526455"/>
                </a:lnTo>
                <a:lnTo>
                  <a:pt x="2462983" y="3526890"/>
                </a:lnTo>
                <a:lnTo>
                  <a:pt x="2462230" y="3527346"/>
                </a:lnTo>
                <a:lnTo>
                  <a:pt x="2461491" y="3527804"/>
                </a:lnTo>
                <a:lnTo>
                  <a:pt x="2460766" y="3528278"/>
                </a:lnTo>
                <a:lnTo>
                  <a:pt x="2460056" y="3528767"/>
                </a:lnTo>
                <a:lnTo>
                  <a:pt x="2459361" y="3529271"/>
                </a:lnTo>
                <a:lnTo>
                  <a:pt x="2458680" y="3529791"/>
                </a:lnTo>
                <a:lnTo>
                  <a:pt x="2458014" y="3530325"/>
                </a:lnTo>
                <a:lnTo>
                  <a:pt x="2457363" y="3530876"/>
                </a:lnTo>
                <a:lnTo>
                  <a:pt x="2456726" y="3531441"/>
                </a:lnTo>
                <a:lnTo>
                  <a:pt x="2456104" y="3532021"/>
                </a:lnTo>
                <a:lnTo>
                  <a:pt x="2455497" y="3532617"/>
                </a:lnTo>
                <a:lnTo>
                  <a:pt x="2454905" y="3533228"/>
                </a:lnTo>
                <a:lnTo>
                  <a:pt x="2454327" y="3533855"/>
                </a:lnTo>
                <a:lnTo>
                  <a:pt x="2453763" y="3534496"/>
                </a:lnTo>
                <a:lnTo>
                  <a:pt x="2453215" y="3535153"/>
                </a:lnTo>
                <a:lnTo>
                  <a:pt x="2452681" y="3535825"/>
                </a:lnTo>
                <a:lnTo>
                  <a:pt x="2452162" y="3536513"/>
                </a:lnTo>
                <a:lnTo>
                  <a:pt x="2451657" y="3537216"/>
                </a:lnTo>
                <a:lnTo>
                  <a:pt x="2451167" y="3537933"/>
                </a:lnTo>
                <a:lnTo>
                  <a:pt x="2450692" y="3538667"/>
                </a:lnTo>
                <a:lnTo>
                  <a:pt x="2450231" y="3539415"/>
                </a:lnTo>
                <a:lnTo>
                  <a:pt x="2449785" y="3540179"/>
                </a:lnTo>
                <a:lnTo>
                  <a:pt x="2449354" y="3540958"/>
                </a:lnTo>
                <a:lnTo>
                  <a:pt x="2448938" y="3541752"/>
                </a:lnTo>
                <a:lnTo>
                  <a:pt x="2448536" y="3542562"/>
                </a:lnTo>
                <a:lnTo>
                  <a:pt x="2448150" y="3543384"/>
                </a:lnTo>
                <a:lnTo>
                  <a:pt x="2447780" y="3544217"/>
                </a:lnTo>
                <a:lnTo>
                  <a:pt x="2447426" y="3545061"/>
                </a:lnTo>
                <a:lnTo>
                  <a:pt x="2447090" y="3545915"/>
                </a:lnTo>
                <a:lnTo>
                  <a:pt x="2446769" y="3546780"/>
                </a:lnTo>
                <a:lnTo>
                  <a:pt x="2446465" y="3547655"/>
                </a:lnTo>
                <a:lnTo>
                  <a:pt x="2446177" y="3548541"/>
                </a:lnTo>
                <a:lnTo>
                  <a:pt x="2445906" y="3549437"/>
                </a:lnTo>
                <a:lnTo>
                  <a:pt x="2445651" y="3550344"/>
                </a:lnTo>
                <a:lnTo>
                  <a:pt x="2445413" y="3551262"/>
                </a:lnTo>
                <a:lnTo>
                  <a:pt x="2445191" y="3552190"/>
                </a:lnTo>
                <a:lnTo>
                  <a:pt x="2444986" y="3553128"/>
                </a:lnTo>
                <a:lnTo>
                  <a:pt x="2444797" y="3554078"/>
                </a:lnTo>
                <a:lnTo>
                  <a:pt x="2444624" y="3555037"/>
                </a:lnTo>
                <a:lnTo>
                  <a:pt x="2444468" y="3556008"/>
                </a:lnTo>
                <a:lnTo>
                  <a:pt x="2444328" y="3556989"/>
                </a:lnTo>
                <a:lnTo>
                  <a:pt x="2444205" y="3557980"/>
                </a:lnTo>
                <a:lnTo>
                  <a:pt x="2444098" y="3558982"/>
                </a:lnTo>
                <a:lnTo>
                  <a:pt x="2444008" y="3559995"/>
                </a:lnTo>
                <a:lnTo>
                  <a:pt x="2443934" y="3561018"/>
                </a:lnTo>
                <a:lnTo>
                  <a:pt x="2443876" y="3562052"/>
                </a:lnTo>
                <a:lnTo>
                  <a:pt x="2443835" y="3563096"/>
                </a:lnTo>
                <a:lnTo>
                  <a:pt x="2443810" y="3564151"/>
                </a:lnTo>
                <a:lnTo>
                  <a:pt x="2443802" y="3565217"/>
                </a:lnTo>
                <a:lnTo>
                  <a:pt x="2443802" y="3568091"/>
                </a:lnTo>
                <a:lnTo>
                  <a:pt x="2443810" y="3569129"/>
                </a:lnTo>
                <a:lnTo>
                  <a:pt x="2443835" y="3570159"/>
                </a:lnTo>
                <a:lnTo>
                  <a:pt x="2443876" y="3571179"/>
                </a:lnTo>
                <a:lnTo>
                  <a:pt x="2443934" y="3572191"/>
                </a:lnTo>
                <a:lnTo>
                  <a:pt x="2444008" y="3573194"/>
                </a:lnTo>
                <a:lnTo>
                  <a:pt x="2444098" y="3574188"/>
                </a:lnTo>
                <a:lnTo>
                  <a:pt x="2444205" y="3575173"/>
                </a:lnTo>
                <a:lnTo>
                  <a:pt x="2444328" y="3576150"/>
                </a:lnTo>
                <a:lnTo>
                  <a:pt x="2444468" y="3577118"/>
                </a:lnTo>
                <a:lnTo>
                  <a:pt x="2444624" y="3578077"/>
                </a:lnTo>
                <a:lnTo>
                  <a:pt x="2444797" y="3579027"/>
                </a:lnTo>
                <a:lnTo>
                  <a:pt x="2444986" y="3579968"/>
                </a:lnTo>
                <a:lnTo>
                  <a:pt x="2445191" y="3580900"/>
                </a:lnTo>
                <a:lnTo>
                  <a:pt x="2445413" y="3581824"/>
                </a:lnTo>
                <a:lnTo>
                  <a:pt x="2445651" y="3582739"/>
                </a:lnTo>
                <a:lnTo>
                  <a:pt x="2445906" y="3583645"/>
                </a:lnTo>
                <a:lnTo>
                  <a:pt x="2446177" y="3584542"/>
                </a:lnTo>
                <a:lnTo>
                  <a:pt x="2446465" y="3585431"/>
                </a:lnTo>
                <a:lnTo>
                  <a:pt x="2446769" y="3586311"/>
                </a:lnTo>
                <a:lnTo>
                  <a:pt x="2447090" y="3587181"/>
                </a:lnTo>
                <a:lnTo>
                  <a:pt x="2447426" y="3588044"/>
                </a:lnTo>
                <a:lnTo>
                  <a:pt x="2447780" y="3588897"/>
                </a:lnTo>
                <a:lnTo>
                  <a:pt x="2448150" y="3589741"/>
                </a:lnTo>
                <a:lnTo>
                  <a:pt x="2448536" y="3590577"/>
                </a:lnTo>
                <a:lnTo>
                  <a:pt x="2448938" y="3591387"/>
                </a:lnTo>
                <a:lnTo>
                  <a:pt x="2449354" y="3592182"/>
                </a:lnTo>
                <a:lnTo>
                  <a:pt x="2449785" y="3592962"/>
                </a:lnTo>
                <a:lnTo>
                  <a:pt x="2450231" y="3593728"/>
                </a:lnTo>
                <a:lnTo>
                  <a:pt x="2450692" y="3594479"/>
                </a:lnTo>
                <a:lnTo>
                  <a:pt x="2451167" y="3595216"/>
                </a:lnTo>
                <a:lnTo>
                  <a:pt x="2451657" y="3595937"/>
                </a:lnTo>
                <a:lnTo>
                  <a:pt x="2452162" y="3596644"/>
                </a:lnTo>
                <a:lnTo>
                  <a:pt x="2452681" y="3597337"/>
                </a:lnTo>
                <a:lnTo>
                  <a:pt x="2453215" y="3598015"/>
                </a:lnTo>
                <a:lnTo>
                  <a:pt x="2453763" y="3598678"/>
                </a:lnTo>
                <a:lnTo>
                  <a:pt x="2454327" y="3599326"/>
                </a:lnTo>
                <a:lnTo>
                  <a:pt x="2454905" y="3599960"/>
                </a:lnTo>
                <a:lnTo>
                  <a:pt x="2455497" y="3600579"/>
                </a:lnTo>
                <a:lnTo>
                  <a:pt x="2456104" y="3601183"/>
                </a:lnTo>
                <a:lnTo>
                  <a:pt x="2456726" y="3601773"/>
                </a:lnTo>
                <a:lnTo>
                  <a:pt x="2457363" y="3602348"/>
                </a:lnTo>
                <a:lnTo>
                  <a:pt x="2458014" y="3602908"/>
                </a:lnTo>
                <a:lnTo>
                  <a:pt x="2458680" y="3603454"/>
                </a:lnTo>
                <a:lnTo>
                  <a:pt x="2459361" y="3603985"/>
                </a:lnTo>
                <a:lnTo>
                  <a:pt x="2460056" y="3604501"/>
                </a:lnTo>
                <a:lnTo>
                  <a:pt x="2460766" y="3605003"/>
                </a:lnTo>
                <a:lnTo>
                  <a:pt x="2461491" y="3605490"/>
                </a:lnTo>
                <a:lnTo>
                  <a:pt x="2462230" y="3605962"/>
                </a:lnTo>
                <a:lnTo>
                  <a:pt x="2462983" y="3606417"/>
                </a:lnTo>
                <a:lnTo>
                  <a:pt x="2463748" y="3606853"/>
                </a:lnTo>
                <a:lnTo>
                  <a:pt x="2464526" y="3607269"/>
                </a:lnTo>
                <a:lnTo>
                  <a:pt x="2465316" y="3607667"/>
                </a:lnTo>
                <a:lnTo>
                  <a:pt x="2466118" y="3608044"/>
                </a:lnTo>
                <a:lnTo>
                  <a:pt x="2466933" y="3608403"/>
                </a:lnTo>
                <a:lnTo>
                  <a:pt x="2467760" y="3608742"/>
                </a:lnTo>
                <a:lnTo>
                  <a:pt x="2468599" y="3609061"/>
                </a:lnTo>
                <a:lnTo>
                  <a:pt x="2469450" y="3609362"/>
                </a:lnTo>
                <a:lnTo>
                  <a:pt x="2470314" y="3609643"/>
                </a:lnTo>
                <a:lnTo>
                  <a:pt x="2471190" y="3609904"/>
                </a:lnTo>
                <a:lnTo>
                  <a:pt x="2472079" y="3610146"/>
                </a:lnTo>
                <a:lnTo>
                  <a:pt x="2472980" y="3610369"/>
                </a:lnTo>
                <a:lnTo>
                  <a:pt x="2473893" y="3610572"/>
                </a:lnTo>
                <a:lnTo>
                  <a:pt x="2474818" y="3610757"/>
                </a:lnTo>
                <a:lnTo>
                  <a:pt x="2475756" y="3610921"/>
                </a:lnTo>
                <a:lnTo>
                  <a:pt x="2476706" y="3611066"/>
                </a:lnTo>
                <a:lnTo>
                  <a:pt x="2477669" y="3611192"/>
                </a:lnTo>
                <a:lnTo>
                  <a:pt x="2478643" y="3611299"/>
                </a:lnTo>
                <a:lnTo>
                  <a:pt x="2479630" y="3611386"/>
                </a:lnTo>
                <a:lnTo>
                  <a:pt x="2480630" y="3611454"/>
                </a:lnTo>
                <a:lnTo>
                  <a:pt x="2481642" y="3611502"/>
                </a:lnTo>
                <a:lnTo>
                  <a:pt x="2482666" y="3611531"/>
                </a:lnTo>
                <a:lnTo>
                  <a:pt x="2483702" y="3611541"/>
                </a:lnTo>
                <a:lnTo>
                  <a:pt x="2484739" y="3611532"/>
                </a:lnTo>
                <a:lnTo>
                  <a:pt x="2485763" y="3611504"/>
                </a:lnTo>
                <a:lnTo>
                  <a:pt x="2486774" y="3611457"/>
                </a:lnTo>
                <a:lnTo>
                  <a:pt x="2487774" y="3611391"/>
                </a:lnTo>
                <a:lnTo>
                  <a:pt x="2488761" y="3611306"/>
                </a:lnTo>
                <a:lnTo>
                  <a:pt x="2489736" y="3611203"/>
                </a:lnTo>
                <a:lnTo>
                  <a:pt x="2490698" y="3611081"/>
                </a:lnTo>
                <a:lnTo>
                  <a:pt x="2491648" y="3610940"/>
                </a:lnTo>
                <a:lnTo>
                  <a:pt x="2492586" y="3610780"/>
                </a:lnTo>
                <a:close/>
                <a:moveTo>
                  <a:pt x="2476926" y="3598539"/>
                </a:moveTo>
                <a:lnTo>
                  <a:pt x="2476229" y="3598305"/>
                </a:lnTo>
                <a:lnTo>
                  <a:pt x="2475543" y="3598046"/>
                </a:lnTo>
                <a:lnTo>
                  <a:pt x="2474868" y="3597762"/>
                </a:lnTo>
                <a:lnTo>
                  <a:pt x="2474205" y="3597454"/>
                </a:lnTo>
                <a:lnTo>
                  <a:pt x="2473552" y="3597121"/>
                </a:lnTo>
                <a:lnTo>
                  <a:pt x="2472911" y="3596764"/>
                </a:lnTo>
                <a:lnTo>
                  <a:pt x="2472281" y="3596381"/>
                </a:lnTo>
                <a:lnTo>
                  <a:pt x="2471662" y="3595975"/>
                </a:lnTo>
                <a:lnTo>
                  <a:pt x="2471054" y="3595543"/>
                </a:lnTo>
                <a:lnTo>
                  <a:pt x="2470457" y="3595087"/>
                </a:lnTo>
                <a:lnTo>
                  <a:pt x="2469871" y="3594606"/>
                </a:lnTo>
                <a:lnTo>
                  <a:pt x="2469297" y="3594101"/>
                </a:lnTo>
                <a:lnTo>
                  <a:pt x="2468734" y="3593571"/>
                </a:lnTo>
                <a:lnTo>
                  <a:pt x="2468181" y="3593016"/>
                </a:lnTo>
                <a:lnTo>
                  <a:pt x="2467641" y="3592437"/>
                </a:lnTo>
                <a:lnTo>
                  <a:pt x="2467130" y="3591821"/>
                </a:lnTo>
                <a:lnTo>
                  <a:pt x="2466641" y="3591186"/>
                </a:lnTo>
                <a:lnTo>
                  <a:pt x="2466174" y="3590532"/>
                </a:lnTo>
                <a:lnTo>
                  <a:pt x="2465729" y="3589858"/>
                </a:lnTo>
                <a:lnTo>
                  <a:pt x="2465306" y="3589165"/>
                </a:lnTo>
                <a:lnTo>
                  <a:pt x="2464904" y="3588453"/>
                </a:lnTo>
                <a:lnTo>
                  <a:pt x="2464524" y="3587721"/>
                </a:lnTo>
                <a:lnTo>
                  <a:pt x="2464165" y="3586970"/>
                </a:lnTo>
                <a:lnTo>
                  <a:pt x="2463829" y="3586200"/>
                </a:lnTo>
                <a:lnTo>
                  <a:pt x="2463514" y="3585410"/>
                </a:lnTo>
                <a:lnTo>
                  <a:pt x="2463220" y="3584601"/>
                </a:lnTo>
                <a:lnTo>
                  <a:pt x="2462949" y="3583772"/>
                </a:lnTo>
                <a:lnTo>
                  <a:pt x="2462699" y="3582924"/>
                </a:lnTo>
                <a:lnTo>
                  <a:pt x="2462471" y="3582057"/>
                </a:lnTo>
                <a:lnTo>
                  <a:pt x="2462265" y="3581170"/>
                </a:lnTo>
                <a:lnTo>
                  <a:pt x="2462080" y="3580264"/>
                </a:lnTo>
                <a:lnTo>
                  <a:pt x="2461917" y="3579338"/>
                </a:lnTo>
                <a:lnTo>
                  <a:pt x="2461776" y="3578394"/>
                </a:lnTo>
                <a:lnTo>
                  <a:pt x="2461657" y="3577429"/>
                </a:lnTo>
                <a:lnTo>
                  <a:pt x="2461559" y="3576446"/>
                </a:lnTo>
                <a:lnTo>
                  <a:pt x="2461483" y="3575443"/>
                </a:lnTo>
                <a:lnTo>
                  <a:pt x="2461428" y="3574420"/>
                </a:lnTo>
                <a:lnTo>
                  <a:pt x="2461396" y="3573379"/>
                </a:lnTo>
                <a:lnTo>
                  <a:pt x="2461385" y="3572318"/>
                </a:lnTo>
                <a:lnTo>
                  <a:pt x="2461385" y="3560990"/>
                </a:lnTo>
                <a:lnTo>
                  <a:pt x="2461396" y="3559929"/>
                </a:lnTo>
                <a:lnTo>
                  <a:pt x="2461428" y="3558888"/>
                </a:lnTo>
                <a:lnTo>
                  <a:pt x="2461483" y="3557868"/>
                </a:lnTo>
                <a:lnTo>
                  <a:pt x="2461559" y="3556867"/>
                </a:lnTo>
                <a:lnTo>
                  <a:pt x="2461657" y="3555886"/>
                </a:lnTo>
                <a:lnTo>
                  <a:pt x="2461776" y="3554925"/>
                </a:lnTo>
                <a:lnTo>
                  <a:pt x="2461917" y="3553984"/>
                </a:lnTo>
                <a:lnTo>
                  <a:pt x="2462080" y="3553063"/>
                </a:lnTo>
                <a:lnTo>
                  <a:pt x="2462265" y="3552162"/>
                </a:lnTo>
                <a:lnTo>
                  <a:pt x="2462471" y="3551280"/>
                </a:lnTo>
                <a:lnTo>
                  <a:pt x="2462699" y="3550419"/>
                </a:lnTo>
                <a:lnTo>
                  <a:pt x="2462949" y="3549578"/>
                </a:lnTo>
                <a:lnTo>
                  <a:pt x="2463220" y="3548757"/>
                </a:lnTo>
                <a:lnTo>
                  <a:pt x="2463514" y="3547955"/>
                </a:lnTo>
                <a:lnTo>
                  <a:pt x="2463829" y="3547174"/>
                </a:lnTo>
                <a:lnTo>
                  <a:pt x="2464165" y="3546413"/>
                </a:lnTo>
                <a:lnTo>
                  <a:pt x="2464524" y="3545671"/>
                </a:lnTo>
                <a:lnTo>
                  <a:pt x="2464904" y="3544950"/>
                </a:lnTo>
                <a:lnTo>
                  <a:pt x="2465306" y="3544248"/>
                </a:lnTo>
                <a:lnTo>
                  <a:pt x="2465729" y="3543567"/>
                </a:lnTo>
                <a:lnTo>
                  <a:pt x="2466174" y="3542905"/>
                </a:lnTo>
                <a:lnTo>
                  <a:pt x="2466641" y="3542264"/>
                </a:lnTo>
                <a:lnTo>
                  <a:pt x="2467130" y="3541642"/>
                </a:lnTo>
                <a:lnTo>
                  <a:pt x="2467641" y="3541040"/>
                </a:lnTo>
                <a:lnTo>
                  <a:pt x="2468181" y="3540447"/>
                </a:lnTo>
                <a:lnTo>
                  <a:pt x="2468734" y="3539879"/>
                </a:lnTo>
                <a:lnTo>
                  <a:pt x="2469297" y="3539336"/>
                </a:lnTo>
                <a:lnTo>
                  <a:pt x="2469871" y="3538819"/>
                </a:lnTo>
                <a:lnTo>
                  <a:pt x="2470457" y="3538327"/>
                </a:lnTo>
                <a:lnTo>
                  <a:pt x="2471054" y="3537860"/>
                </a:lnTo>
                <a:lnTo>
                  <a:pt x="2471662" y="3537418"/>
                </a:lnTo>
                <a:lnTo>
                  <a:pt x="2472281" y="3537001"/>
                </a:lnTo>
                <a:lnTo>
                  <a:pt x="2472911" y="3536610"/>
                </a:lnTo>
                <a:lnTo>
                  <a:pt x="2473552" y="3536244"/>
                </a:lnTo>
                <a:lnTo>
                  <a:pt x="2474205" y="3535903"/>
                </a:lnTo>
                <a:lnTo>
                  <a:pt x="2474868" y="3535588"/>
                </a:lnTo>
                <a:lnTo>
                  <a:pt x="2475543" y="3535298"/>
                </a:lnTo>
                <a:lnTo>
                  <a:pt x="2476229" y="3535032"/>
                </a:lnTo>
                <a:lnTo>
                  <a:pt x="2476926" y="3534793"/>
                </a:lnTo>
                <a:lnTo>
                  <a:pt x="2477634" y="3534578"/>
                </a:lnTo>
                <a:lnTo>
                  <a:pt x="2478354" y="3534389"/>
                </a:lnTo>
                <a:lnTo>
                  <a:pt x="2479085" y="3534225"/>
                </a:lnTo>
                <a:lnTo>
                  <a:pt x="2479826" y="3534086"/>
                </a:lnTo>
                <a:lnTo>
                  <a:pt x="2480579" y="3533972"/>
                </a:lnTo>
                <a:lnTo>
                  <a:pt x="2481343" y="3533884"/>
                </a:lnTo>
                <a:lnTo>
                  <a:pt x="2482118" y="3533821"/>
                </a:lnTo>
                <a:lnTo>
                  <a:pt x="2482905" y="3533783"/>
                </a:lnTo>
                <a:lnTo>
                  <a:pt x="2483702" y="3533770"/>
                </a:lnTo>
                <a:lnTo>
                  <a:pt x="2484513" y="3533783"/>
                </a:lnTo>
                <a:lnTo>
                  <a:pt x="2485312" y="3533821"/>
                </a:lnTo>
                <a:lnTo>
                  <a:pt x="2486098" y="3533884"/>
                </a:lnTo>
                <a:lnTo>
                  <a:pt x="2486872" y="3533972"/>
                </a:lnTo>
                <a:lnTo>
                  <a:pt x="2487634" y="3534086"/>
                </a:lnTo>
                <a:lnTo>
                  <a:pt x="2488383" y="3534225"/>
                </a:lnTo>
                <a:lnTo>
                  <a:pt x="2489120" y="3534389"/>
                </a:lnTo>
                <a:lnTo>
                  <a:pt x="2489845" y="3534578"/>
                </a:lnTo>
                <a:lnTo>
                  <a:pt x="2490557" y="3534793"/>
                </a:lnTo>
                <a:lnTo>
                  <a:pt x="2491257" y="3535032"/>
                </a:lnTo>
                <a:lnTo>
                  <a:pt x="2491945" y="3535298"/>
                </a:lnTo>
                <a:lnTo>
                  <a:pt x="2492620" y="3535588"/>
                </a:lnTo>
                <a:lnTo>
                  <a:pt x="2493283" y="3535903"/>
                </a:lnTo>
                <a:lnTo>
                  <a:pt x="2493934" y="3536244"/>
                </a:lnTo>
                <a:lnTo>
                  <a:pt x="2494573" y="3536610"/>
                </a:lnTo>
                <a:lnTo>
                  <a:pt x="2495199" y="3537001"/>
                </a:lnTo>
                <a:lnTo>
                  <a:pt x="2495812" y="3537418"/>
                </a:lnTo>
                <a:lnTo>
                  <a:pt x="2496414" y="3537860"/>
                </a:lnTo>
                <a:lnTo>
                  <a:pt x="2497003" y="3538327"/>
                </a:lnTo>
                <a:lnTo>
                  <a:pt x="2497580" y="3538819"/>
                </a:lnTo>
                <a:lnTo>
                  <a:pt x="2498144" y="3539336"/>
                </a:lnTo>
                <a:lnTo>
                  <a:pt x="2498696" y="3539879"/>
                </a:lnTo>
                <a:lnTo>
                  <a:pt x="2499236" y="3540447"/>
                </a:lnTo>
                <a:lnTo>
                  <a:pt x="2499763" y="3541040"/>
                </a:lnTo>
                <a:lnTo>
                  <a:pt x="2500274" y="3541642"/>
                </a:lnTo>
                <a:lnTo>
                  <a:pt x="2500763" y="3542264"/>
                </a:lnTo>
                <a:lnTo>
                  <a:pt x="2501230" y="3542905"/>
                </a:lnTo>
                <a:lnTo>
                  <a:pt x="2501675" y="3543567"/>
                </a:lnTo>
                <a:lnTo>
                  <a:pt x="2502098" y="3544248"/>
                </a:lnTo>
                <a:lnTo>
                  <a:pt x="2502500" y="3544950"/>
                </a:lnTo>
                <a:lnTo>
                  <a:pt x="2502880" y="3545671"/>
                </a:lnTo>
                <a:lnTo>
                  <a:pt x="2503239" y="3546413"/>
                </a:lnTo>
                <a:lnTo>
                  <a:pt x="2503575" y="3547174"/>
                </a:lnTo>
                <a:lnTo>
                  <a:pt x="2503890" y="3547955"/>
                </a:lnTo>
                <a:lnTo>
                  <a:pt x="2504184" y="3548757"/>
                </a:lnTo>
                <a:lnTo>
                  <a:pt x="2504455" y="3549578"/>
                </a:lnTo>
                <a:lnTo>
                  <a:pt x="2504705" y="3550419"/>
                </a:lnTo>
                <a:lnTo>
                  <a:pt x="2504933" y="3551280"/>
                </a:lnTo>
                <a:lnTo>
                  <a:pt x="2505139" y="3552162"/>
                </a:lnTo>
                <a:lnTo>
                  <a:pt x="2505324" y="3553063"/>
                </a:lnTo>
                <a:lnTo>
                  <a:pt x="2505487" y="3553984"/>
                </a:lnTo>
                <a:lnTo>
                  <a:pt x="2505628" y="3554925"/>
                </a:lnTo>
                <a:lnTo>
                  <a:pt x="2505747" y="3555886"/>
                </a:lnTo>
                <a:lnTo>
                  <a:pt x="2505845" y="3556867"/>
                </a:lnTo>
                <a:lnTo>
                  <a:pt x="2505921" y="3557868"/>
                </a:lnTo>
                <a:lnTo>
                  <a:pt x="2505975" y="3558888"/>
                </a:lnTo>
                <a:lnTo>
                  <a:pt x="2506008" y="3559929"/>
                </a:lnTo>
                <a:lnTo>
                  <a:pt x="2506019" y="3560990"/>
                </a:lnTo>
                <a:lnTo>
                  <a:pt x="2506019" y="3572318"/>
                </a:lnTo>
                <a:lnTo>
                  <a:pt x="2506008" y="3573379"/>
                </a:lnTo>
                <a:lnTo>
                  <a:pt x="2505975" y="3574420"/>
                </a:lnTo>
                <a:lnTo>
                  <a:pt x="2505921" y="3575443"/>
                </a:lnTo>
                <a:lnTo>
                  <a:pt x="2505845" y="3576446"/>
                </a:lnTo>
                <a:lnTo>
                  <a:pt x="2505747" y="3577429"/>
                </a:lnTo>
                <a:lnTo>
                  <a:pt x="2505628" y="3578394"/>
                </a:lnTo>
                <a:lnTo>
                  <a:pt x="2505487" y="3579338"/>
                </a:lnTo>
                <a:lnTo>
                  <a:pt x="2505324" y="3580264"/>
                </a:lnTo>
                <a:lnTo>
                  <a:pt x="2505139" y="3581170"/>
                </a:lnTo>
                <a:lnTo>
                  <a:pt x="2504933" y="3582057"/>
                </a:lnTo>
                <a:lnTo>
                  <a:pt x="2504705" y="3582924"/>
                </a:lnTo>
                <a:lnTo>
                  <a:pt x="2504455" y="3583772"/>
                </a:lnTo>
                <a:lnTo>
                  <a:pt x="2504184" y="3584601"/>
                </a:lnTo>
                <a:lnTo>
                  <a:pt x="2503890" y="3585410"/>
                </a:lnTo>
                <a:lnTo>
                  <a:pt x="2503575" y="3586200"/>
                </a:lnTo>
                <a:lnTo>
                  <a:pt x="2503239" y="3586970"/>
                </a:lnTo>
                <a:lnTo>
                  <a:pt x="2502880" y="3587721"/>
                </a:lnTo>
                <a:lnTo>
                  <a:pt x="2502500" y="3588453"/>
                </a:lnTo>
                <a:lnTo>
                  <a:pt x="2502098" y="3589165"/>
                </a:lnTo>
                <a:lnTo>
                  <a:pt x="2501675" y="3589858"/>
                </a:lnTo>
                <a:lnTo>
                  <a:pt x="2501230" y="3590532"/>
                </a:lnTo>
                <a:lnTo>
                  <a:pt x="2500763" y="3591186"/>
                </a:lnTo>
                <a:lnTo>
                  <a:pt x="2500274" y="3591821"/>
                </a:lnTo>
                <a:lnTo>
                  <a:pt x="2499763" y="3592437"/>
                </a:lnTo>
                <a:lnTo>
                  <a:pt x="2499236" y="3593016"/>
                </a:lnTo>
                <a:lnTo>
                  <a:pt x="2498696" y="3593571"/>
                </a:lnTo>
                <a:lnTo>
                  <a:pt x="2498144" y="3594101"/>
                </a:lnTo>
                <a:lnTo>
                  <a:pt x="2497580" y="3594606"/>
                </a:lnTo>
                <a:lnTo>
                  <a:pt x="2497003" y="3595087"/>
                </a:lnTo>
                <a:lnTo>
                  <a:pt x="2496414" y="3595543"/>
                </a:lnTo>
                <a:lnTo>
                  <a:pt x="2495812" y="3595975"/>
                </a:lnTo>
                <a:lnTo>
                  <a:pt x="2495199" y="3596381"/>
                </a:lnTo>
                <a:lnTo>
                  <a:pt x="2494573" y="3596764"/>
                </a:lnTo>
                <a:lnTo>
                  <a:pt x="2493934" y="3597121"/>
                </a:lnTo>
                <a:lnTo>
                  <a:pt x="2493283" y="3597454"/>
                </a:lnTo>
                <a:lnTo>
                  <a:pt x="2492620" y="3597762"/>
                </a:lnTo>
                <a:lnTo>
                  <a:pt x="2491945" y="3598046"/>
                </a:lnTo>
                <a:lnTo>
                  <a:pt x="2491257" y="3598305"/>
                </a:lnTo>
                <a:lnTo>
                  <a:pt x="2490557" y="3598539"/>
                </a:lnTo>
                <a:lnTo>
                  <a:pt x="2489845" y="3598748"/>
                </a:lnTo>
                <a:lnTo>
                  <a:pt x="2489120" y="3598933"/>
                </a:lnTo>
                <a:lnTo>
                  <a:pt x="2488383" y="3599094"/>
                </a:lnTo>
                <a:lnTo>
                  <a:pt x="2487634" y="3599229"/>
                </a:lnTo>
                <a:lnTo>
                  <a:pt x="2486872" y="3599340"/>
                </a:lnTo>
                <a:lnTo>
                  <a:pt x="2486098" y="3599426"/>
                </a:lnTo>
                <a:lnTo>
                  <a:pt x="2485312" y="3599488"/>
                </a:lnTo>
                <a:lnTo>
                  <a:pt x="2484513" y="3599525"/>
                </a:lnTo>
                <a:lnTo>
                  <a:pt x="2483702" y="3599537"/>
                </a:lnTo>
                <a:lnTo>
                  <a:pt x="2482905" y="3599525"/>
                </a:lnTo>
                <a:lnTo>
                  <a:pt x="2482118" y="3599488"/>
                </a:lnTo>
                <a:lnTo>
                  <a:pt x="2481343" y="3599426"/>
                </a:lnTo>
                <a:lnTo>
                  <a:pt x="2480579" y="3599340"/>
                </a:lnTo>
                <a:lnTo>
                  <a:pt x="2479826" y="3599229"/>
                </a:lnTo>
                <a:lnTo>
                  <a:pt x="2479085" y="3599094"/>
                </a:lnTo>
                <a:lnTo>
                  <a:pt x="2478354" y="3598933"/>
                </a:lnTo>
                <a:lnTo>
                  <a:pt x="2477634" y="3598748"/>
                </a:lnTo>
                <a:lnTo>
                  <a:pt x="2476926" y="3598539"/>
                </a:lnTo>
                <a:close/>
                <a:moveTo>
                  <a:pt x="2142987" y="3546820"/>
                </a:moveTo>
                <a:lnTo>
                  <a:pt x="2143005" y="3546932"/>
                </a:lnTo>
                <a:lnTo>
                  <a:pt x="2143023" y="3547051"/>
                </a:lnTo>
                <a:lnTo>
                  <a:pt x="2143042" y="3547177"/>
                </a:lnTo>
                <a:lnTo>
                  <a:pt x="2143062" y="3547308"/>
                </a:lnTo>
                <a:lnTo>
                  <a:pt x="2143082" y="3547447"/>
                </a:lnTo>
                <a:lnTo>
                  <a:pt x="2143103" y="3547591"/>
                </a:lnTo>
                <a:lnTo>
                  <a:pt x="2143124" y="3547743"/>
                </a:lnTo>
                <a:lnTo>
                  <a:pt x="2143146" y="3547900"/>
                </a:lnTo>
                <a:lnTo>
                  <a:pt x="2143169" y="3548064"/>
                </a:lnTo>
                <a:lnTo>
                  <a:pt x="2143192" y="3548235"/>
                </a:lnTo>
                <a:lnTo>
                  <a:pt x="2143216" y="3548412"/>
                </a:lnTo>
                <a:lnTo>
                  <a:pt x="2143240" y="3548595"/>
                </a:lnTo>
                <a:lnTo>
                  <a:pt x="2143265" y="3548785"/>
                </a:lnTo>
                <a:lnTo>
                  <a:pt x="2143291" y="3548982"/>
                </a:lnTo>
                <a:lnTo>
                  <a:pt x="2143317" y="3549184"/>
                </a:lnTo>
                <a:lnTo>
                  <a:pt x="2143344" y="3549394"/>
                </a:lnTo>
                <a:lnTo>
                  <a:pt x="2143371" y="3549609"/>
                </a:lnTo>
                <a:lnTo>
                  <a:pt x="2143399" y="3549832"/>
                </a:lnTo>
                <a:lnTo>
                  <a:pt x="2158953" y="3549832"/>
                </a:lnTo>
                <a:lnTo>
                  <a:pt x="2158953" y="3547803"/>
                </a:lnTo>
                <a:lnTo>
                  <a:pt x="2158962" y="3547245"/>
                </a:lnTo>
                <a:lnTo>
                  <a:pt x="2158987" y="3546697"/>
                </a:lnTo>
                <a:lnTo>
                  <a:pt x="2159030" y="3546160"/>
                </a:lnTo>
                <a:lnTo>
                  <a:pt x="2159089" y="3545633"/>
                </a:lnTo>
                <a:lnTo>
                  <a:pt x="2159166" y="3545117"/>
                </a:lnTo>
                <a:lnTo>
                  <a:pt x="2159260" y="3544612"/>
                </a:lnTo>
                <a:lnTo>
                  <a:pt x="2159370" y="3544117"/>
                </a:lnTo>
                <a:lnTo>
                  <a:pt x="2159498" y="3543632"/>
                </a:lnTo>
                <a:lnTo>
                  <a:pt x="2159643" y="3543159"/>
                </a:lnTo>
                <a:lnTo>
                  <a:pt x="2159804" y="3542696"/>
                </a:lnTo>
                <a:lnTo>
                  <a:pt x="2159983" y="3542243"/>
                </a:lnTo>
                <a:lnTo>
                  <a:pt x="2160179" y="3541801"/>
                </a:lnTo>
                <a:lnTo>
                  <a:pt x="2160392" y="3541369"/>
                </a:lnTo>
                <a:lnTo>
                  <a:pt x="2160622" y="3540948"/>
                </a:lnTo>
                <a:lnTo>
                  <a:pt x="2160868" y="3540538"/>
                </a:lnTo>
                <a:lnTo>
                  <a:pt x="2161132" y="3540138"/>
                </a:lnTo>
                <a:lnTo>
                  <a:pt x="2161413" y="3539749"/>
                </a:lnTo>
                <a:lnTo>
                  <a:pt x="2161711" y="3539371"/>
                </a:lnTo>
                <a:lnTo>
                  <a:pt x="2162026" y="3539002"/>
                </a:lnTo>
                <a:lnTo>
                  <a:pt x="2162358" y="3538645"/>
                </a:lnTo>
                <a:lnTo>
                  <a:pt x="2162707" y="3538298"/>
                </a:lnTo>
                <a:lnTo>
                  <a:pt x="2163073" y="3537962"/>
                </a:lnTo>
                <a:lnTo>
                  <a:pt x="2163456" y="3537636"/>
                </a:lnTo>
                <a:lnTo>
                  <a:pt x="2163856" y="3537321"/>
                </a:lnTo>
                <a:lnTo>
                  <a:pt x="2164272" y="3537017"/>
                </a:lnTo>
                <a:lnTo>
                  <a:pt x="2164701" y="3536727"/>
                </a:lnTo>
                <a:lnTo>
                  <a:pt x="2165145" y="3536449"/>
                </a:lnTo>
                <a:lnTo>
                  <a:pt x="2165603" y="3536184"/>
                </a:lnTo>
                <a:lnTo>
                  <a:pt x="2166075" y="3535932"/>
                </a:lnTo>
                <a:lnTo>
                  <a:pt x="2166561" y="3535693"/>
                </a:lnTo>
                <a:lnTo>
                  <a:pt x="2167061" y="3535467"/>
                </a:lnTo>
                <a:lnTo>
                  <a:pt x="2167575" y="3535254"/>
                </a:lnTo>
                <a:lnTo>
                  <a:pt x="2168104" y="3535054"/>
                </a:lnTo>
                <a:lnTo>
                  <a:pt x="2168646" y="3534867"/>
                </a:lnTo>
                <a:lnTo>
                  <a:pt x="2169203" y="3534693"/>
                </a:lnTo>
                <a:lnTo>
                  <a:pt x="2169773" y="3534531"/>
                </a:lnTo>
                <a:lnTo>
                  <a:pt x="2170358" y="3534383"/>
                </a:lnTo>
                <a:lnTo>
                  <a:pt x="2170957" y="3534247"/>
                </a:lnTo>
                <a:lnTo>
                  <a:pt x="2171570" y="3534124"/>
                </a:lnTo>
                <a:lnTo>
                  <a:pt x="2172197" y="3534014"/>
                </a:lnTo>
                <a:lnTo>
                  <a:pt x="2172838" y="3533918"/>
                </a:lnTo>
                <a:lnTo>
                  <a:pt x="2173493" y="3533834"/>
                </a:lnTo>
                <a:lnTo>
                  <a:pt x="2174162" y="3533763"/>
                </a:lnTo>
                <a:lnTo>
                  <a:pt x="2174845" y="3533704"/>
                </a:lnTo>
                <a:lnTo>
                  <a:pt x="2175543" y="3533659"/>
                </a:lnTo>
                <a:lnTo>
                  <a:pt x="2176254" y="3533627"/>
                </a:lnTo>
                <a:lnTo>
                  <a:pt x="2176980" y="3533608"/>
                </a:lnTo>
                <a:lnTo>
                  <a:pt x="2177720" y="3533601"/>
                </a:lnTo>
                <a:lnTo>
                  <a:pt x="2178527" y="3533608"/>
                </a:lnTo>
                <a:lnTo>
                  <a:pt x="2179314" y="3533627"/>
                </a:lnTo>
                <a:lnTo>
                  <a:pt x="2180081" y="3533659"/>
                </a:lnTo>
                <a:lnTo>
                  <a:pt x="2180828" y="3533704"/>
                </a:lnTo>
                <a:lnTo>
                  <a:pt x="2181556" y="3533763"/>
                </a:lnTo>
                <a:lnTo>
                  <a:pt x="2182263" y="3533834"/>
                </a:lnTo>
                <a:lnTo>
                  <a:pt x="2182951" y="3533918"/>
                </a:lnTo>
                <a:lnTo>
                  <a:pt x="2183618" y="3534014"/>
                </a:lnTo>
                <a:lnTo>
                  <a:pt x="2184266" y="3534124"/>
                </a:lnTo>
                <a:lnTo>
                  <a:pt x="2184893" y="3534247"/>
                </a:lnTo>
                <a:lnTo>
                  <a:pt x="2185501" y="3534383"/>
                </a:lnTo>
                <a:lnTo>
                  <a:pt x="2186088" y="3534531"/>
                </a:lnTo>
                <a:lnTo>
                  <a:pt x="2186656" y="3534693"/>
                </a:lnTo>
                <a:lnTo>
                  <a:pt x="2187204" y="3534867"/>
                </a:lnTo>
                <a:lnTo>
                  <a:pt x="2187732" y="3535054"/>
                </a:lnTo>
                <a:lnTo>
                  <a:pt x="2188239" y="3535254"/>
                </a:lnTo>
                <a:lnTo>
                  <a:pt x="2188727" y="3535467"/>
                </a:lnTo>
                <a:lnTo>
                  <a:pt x="2189195" y="3535693"/>
                </a:lnTo>
                <a:lnTo>
                  <a:pt x="2189643" y="3535932"/>
                </a:lnTo>
                <a:lnTo>
                  <a:pt x="2190071" y="3536184"/>
                </a:lnTo>
                <a:lnTo>
                  <a:pt x="2190479" y="3536449"/>
                </a:lnTo>
                <a:lnTo>
                  <a:pt x="2190867" y="3536727"/>
                </a:lnTo>
                <a:lnTo>
                  <a:pt x="2191235" y="3537017"/>
                </a:lnTo>
                <a:lnTo>
                  <a:pt x="2191583" y="3537321"/>
                </a:lnTo>
                <a:lnTo>
                  <a:pt x="2191928" y="3537638"/>
                </a:lnTo>
                <a:lnTo>
                  <a:pt x="2192258" y="3537971"/>
                </a:lnTo>
                <a:lnTo>
                  <a:pt x="2192574" y="3538319"/>
                </a:lnTo>
                <a:lnTo>
                  <a:pt x="2192875" y="3538683"/>
                </a:lnTo>
                <a:lnTo>
                  <a:pt x="2193161" y="3539061"/>
                </a:lnTo>
                <a:lnTo>
                  <a:pt x="2193432" y="3539455"/>
                </a:lnTo>
                <a:lnTo>
                  <a:pt x="2193689" y="3539864"/>
                </a:lnTo>
                <a:lnTo>
                  <a:pt x="2193931" y="3540289"/>
                </a:lnTo>
                <a:lnTo>
                  <a:pt x="2194159" y="3540728"/>
                </a:lnTo>
                <a:lnTo>
                  <a:pt x="2194371" y="3541183"/>
                </a:lnTo>
                <a:lnTo>
                  <a:pt x="2194570" y="3541653"/>
                </a:lnTo>
                <a:lnTo>
                  <a:pt x="2194753" y="3542139"/>
                </a:lnTo>
                <a:lnTo>
                  <a:pt x="2194922" y="3542640"/>
                </a:lnTo>
                <a:lnTo>
                  <a:pt x="2195076" y="3543156"/>
                </a:lnTo>
                <a:lnTo>
                  <a:pt x="2195215" y="3543687"/>
                </a:lnTo>
                <a:lnTo>
                  <a:pt x="2195340" y="3544233"/>
                </a:lnTo>
                <a:lnTo>
                  <a:pt x="2195450" y="3544795"/>
                </a:lnTo>
                <a:lnTo>
                  <a:pt x="2195546" y="3545372"/>
                </a:lnTo>
                <a:lnTo>
                  <a:pt x="2195626" y="3545965"/>
                </a:lnTo>
                <a:lnTo>
                  <a:pt x="2195692" y="3546572"/>
                </a:lnTo>
                <a:lnTo>
                  <a:pt x="2195744" y="3547195"/>
                </a:lnTo>
                <a:lnTo>
                  <a:pt x="2195780" y="3547833"/>
                </a:lnTo>
                <a:lnTo>
                  <a:pt x="2195802" y="3548487"/>
                </a:lnTo>
                <a:lnTo>
                  <a:pt x="2195810" y="3549155"/>
                </a:lnTo>
                <a:lnTo>
                  <a:pt x="2195810" y="3558623"/>
                </a:lnTo>
                <a:lnTo>
                  <a:pt x="2194147" y="3558628"/>
                </a:lnTo>
                <a:lnTo>
                  <a:pt x="2192511" y="3558643"/>
                </a:lnTo>
                <a:lnTo>
                  <a:pt x="2190901" y="3558668"/>
                </a:lnTo>
                <a:lnTo>
                  <a:pt x="2189319" y="3558703"/>
                </a:lnTo>
                <a:lnTo>
                  <a:pt x="2187764" y="3558748"/>
                </a:lnTo>
                <a:lnTo>
                  <a:pt x="2186236" y="3558803"/>
                </a:lnTo>
                <a:lnTo>
                  <a:pt x="2184735" y="3558868"/>
                </a:lnTo>
                <a:lnTo>
                  <a:pt x="2183261" y="3558943"/>
                </a:lnTo>
                <a:lnTo>
                  <a:pt x="2181814" y="3559027"/>
                </a:lnTo>
                <a:lnTo>
                  <a:pt x="2180394" y="3559122"/>
                </a:lnTo>
                <a:lnTo>
                  <a:pt x="2179001" y="3559227"/>
                </a:lnTo>
                <a:lnTo>
                  <a:pt x="2177635" y="3559342"/>
                </a:lnTo>
                <a:lnTo>
                  <a:pt x="2176296" y="3559466"/>
                </a:lnTo>
                <a:lnTo>
                  <a:pt x="2174984" y="3559601"/>
                </a:lnTo>
                <a:lnTo>
                  <a:pt x="2173699" y="3559746"/>
                </a:lnTo>
                <a:lnTo>
                  <a:pt x="2172441" y="3559901"/>
                </a:lnTo>
                <a:lnTo>
                  <a:pt x="2171210" y="3560065"/>
                </a:lnTo>
                <a:lnTo>
                  <a:pt x="2170006" y="3560240"/>
                </a:lnTo>
                <a:lnTo>
                  <a:pt x="2168829" y="3560425"/>
                </a:lnTo>
                <a:lnTo>
                  <a:pt x="2167679" y="3560619"/>
                </a:lnTo>
                <a:lnTo>
                  <a:pt x="2166556" y="3560824"/>
                </a:lnTo>
                <a:lnTo>
                  <a:pt x="2165460" y="3561038"/>
                </a:lnTo>
                <a:lnTo>
                  <a:pt x="2164391" y="3561263"/>
                </a:lnTo>
                <a:lnTo>
                  <a:pt x="2163349" y="3561497"/>
                </a:lnTo>
                <a:lnTo>
                  <a:pt x="2162346" y="3561743"/>
                </a:lnTo>
                <a:lnTo>
                  <a:pt x="2161366" y="3562000"/>
                </a:lnTo>
                <a:lnTo>
                  <a:pt x="2160409" y="3562269"/>
                </a:lnTo>
                <a:lnTo>
                  <a:pt x="2159474" y="3562549"/>
                </a:lnTo>
                <a:lnTo>
                  <a:pt x="2158563" y="3562842"/>
                </a:lnTo>
                <a:lnTo>
                  <a:pt x="2157675" y="3563146"/>
                </a:lnTo>
                <a:lnTo>
                  <a:pt x="2156809" y="3563462"/>
                </a:lnTo>
                <a:lnTo>
                  <a:pt x="2155966" y="3563789"/>
                </a:lnTo>
                <a:lnTo>
                  <a:pt x="2155146" y="3564128"/>
                </a:lnTo>
                <a:lnTo>
                  <a:pt x="2154350" y="3564480"/>
                </a:lnTo>
                <a:lnTo>
                  <a:pt x="2153576" y="3564842"/>
                </a:lnTo>
                <a:lnTo>
                  <a:pt x="2152824" y="3565217"/>
                </a:lnTo>
                <a:lnTo>
                  <a:pt x="2152096" y="3565603"/>
                </a:lnTo>
                <a:lnTo>
                  <a:pt x="2151391" y="3566001"/>
                </a:lnTo>
                <a:lnTo>
                  <a:pt x="2150708" y="3566411"/>
                </a:lnTo>
                <a:lnTo>
                  <a:pt x="2150049" y="3566832"/>
                </a:lnTo>
                <a:lnTo>
                  <a:pt x="2149412" y="3567266"/>
                </a:lnTo>
                <a:lnTo>
                  <a:pt x="2148798" y="3567711"/>
                </a:lnTo>
                <a:lnTo>
                  <a:pt x="2148208" y="3568167"/>
                </a:lnTo>
                <a:lnTo>
                  <a:pt x="2147640" y="3568636"/>
                </a:lnTo>
                <a:lnTo>
                  <a:pt x="2147095" y="3569116"/>
                </a:lnTo>
                <a:lnTo>
                  <a:pt x="2146572" y="3569608"/>
                </a:lnTo>
                <a:lnTo>
                  <a:pt x="2146073" y="3570112"/>
                </a:lnTo>
                <a:lnTo>
                  <a:pt x="2145597" y="3570627"/>
                </a:lnTo>
                <a:lnTo>
                  <a:pt x="2145155" y="3571141"/>
                </a:lnTo>
                <a:lnTo>
                  <a:pt x="2144733" y="3571670"/>
                </a:lnTo>
                <a:lnTo>
                  <a:pt x="2144329" y="3572212"/>
                </a:lnTo>
                <a:lnTo>
                  <a:pt x="2143944" y="3572768"/>
                </a:lnTo>
                <a:lnTo>
                  <a:pt x="2143577" y="3573339"/>
                </a:lnTo>
                <a:lnTo>
                  <a:pt x="2143230" y="3573924"/>
                </a:lnTo>
                <a:lnTo>
                  <a:pt x="2142901" y="3574523"/>
                </a:lnTo>
                <a:lnTo>
                  <a:pt x="2142591" y="3575135"/>
                </a:lnTo>
                <a:lnTo>
                  <a:pt x="2142300" y="3575762"/>
                </a:lnTo>
                <a:lnTo>
                  <a:pt x="2142028" y="3576403"/>
                </a:lnTo>
                <a:lnTo>
                  <a:pt x="2141774" y="3577059"/>
                </a:lnTo>
                <a:lnTo>
                  <a:pt x="2141539" y="3577728"/>
                </a:lnTo>
                <a:lnTo>
                  <a:pt x="2141323" y="3578411"/>
                </a:lnTo>
                <a:lnTo>
                  <a:pt x="2141126" y="3579108"/>
                </a:lnTo>
                <a:lnTo>
                  <a:pt x="2140947" y="3579820"/>
                </a:lnTo>
                <a:lnTo>
                  <a:pt x="2140788" y="3580545"/>
                </a:lnTo>
                <a:lnTo>
                  <a:pt x="2140647" y="3581285"/>
                </a:lnTo>
                <a:lnTo>
                  <a:pt x="2140525" y="3582039"/>
                </a:lnTo>
                <a:lnTo>
                  <a:pt x="2140421" y="3582807"/>
                </a:lnTo>
                <a:lnTo>
                  <a:pt x="2140337" y="3583589"/>
                </a:lnTo>
                <a:lnTo>
                  <a:pt x="2140271" y="3584385"/>
                </a:lnTo>
                <a:lnTo>
                  <a:pt x="2140224" y="3585195"/>
                </a:lnTo>
                <a:lnTo>
                  <a:pt x="2140196" y="3586019"/>
                </a:lnTo>
                <a:lnTo>
                  <a:pt x="2140187" y="3586857"/>
                </a:lnTo>
                <a:lnTo>
                  <a:pt x="2140199" y="3587861"/>
                </a:lnTo>
                <a:lnTo>
                  <a:pt x="2140236" y="3588845"/>
                </a:lnTo>
                <a:lnTo>
                  <a:pt x="2140298" y="3589808"/>
                </a:lnTo>
                <a:lnTo>
                  <a:pt x="2140384" y="3590751"/>
                </a:lnTo>
                <a:lnTo>
                  <a:pt x="2140495" y="3591672"/>
                </a:lnTo>
                <a:lnTo>
                  <a:pt x="2140630" y="3592574"/>
                </a:lnTo>
                <a:lnTo>
                  <a:pt x="2140791" y="3593455"/>
                </a:lnTo>
                <a:lnTo>
                  <a:pt x="2140976" y="3594315"/>
                </a:lnTo>
                <a:lnTo>
                  <a:pt x="2141185" y="3595155"/>
                </a:lnTo>
                <a:lnTo>
                  <a:pt x="2141419" y="3595974"/>
                </a:lnTo>
                <a:lnTo>
                  <a:pt x="2141678" y="3596773"/>
                </a:lnTo>
                <a:lnTo>
                  <a:pt x="2141962" y="3597551"/>
                </a:lnTo>
                <a:lnTo>
                  <a:pt x="2142270" y="3598308"/>
                </a:lnTo>
                <a:lnTo>
                  <a:pt x="2142603" y="3599045"/>
                </a:lnTo>
                <a:lnTo>
                  <a:pt x="2142960" y="3599762"/>
                </a:lnTo>
                <a:lnTo>
                  <a:pt x="2143343" y="3600458"/>
                </a:lnTo>
                <a:lnTo>
                  <a:pt x="2143749" y="3601133"/>
                </a:lnTo>
                <a:lnTo>
                  <a:pt x="2144181" y="3601788"/>
                </a:lnTo>
                <a:lnTo>
                  <a:pt x="2144637" y="3602422"/>
                </a:lnTo>
                <a:lnTo>
                  <a:pt x="2145118" y="3603036"/>
                </a:lnTo>
                <a:lnTo>
                  <a:pt x="2145623" y="3603629"/>
                </a:lnTo>
                <a:lnTo>
                  <a:pt x="2146153" y="3604202"/>
                </a:lnTo>
                <a:lnTo>
                  <a:pt x="2146708" y="3604754"/>
                </a:lnTo>
                <a:lnTo>
                  <a:pt x="2147287" y="3605286"/>
                </a:lnTo>
                <a:lnTo>
                  <a:pt x="2147904" y="3605796"/>
                </a:lnTo>
                <a:lnTo>
                  <a:pt x="2148541" y="3606285"/>
                </a:lnTo>
                <a:lnTo>
                  <a:pt x="2149200" y="3606752"/>
                </a:lnTo>
                <a:lnTo>
                  <a:pt x="2149880" y="3607197"/>
                </a:lnTo>
                <a:lnTo>
                  <a:pt x="2150581" y="3607621"/>
                </a:lnTo>
                <a:lnTo>
                  <a:pt x="2151303" y="3608022"/>
                </a:lnTo>
                <a:lnTo>
                  <a:pt x="2152046" y="3608402"/>
                </a:lnTo>
                <a:lnTo>
                  <a:pt x="2152810" y="3608761"/>
                </a:lnTo>
                <a:lnTo>
                  <a:pt x="2153596" y="3609098"/>
                </a:lnTo>
                <a:lnTo>
                  <a:pt x="2154402" y="3609412"/>
                </a:lnTo>
                <a:lnTo>
                  <a:pt x="2155230" y="3609706"/>
                </a:lnTo>
                <a:lnTo>
                  <a:pt x="2156079" y="3609977"/>
                </a:lnTo>
                <a:lnTo>
                  <a:pt x="2156949" y="3610227"/>
                </a:lnTo>
                <a:lnTo>
                  <a:pt x="2157840" y="3610455"/>
                </a:lnTo>
                <a:lnTo>
                  <a:pt x="2158752" y="3610661"/>
                </a:lnTo>
                <a:lnTo>
                  <a:pt x="2159686" y="3610846"/>
                </a:lnTo>
                <a:lnTo>
                  <a:pt x="2160640" y="3611009"/>
                </a:lnTo>
                <a:lnTo>
                  <a:pt x="2161616" y="3611150"/>
                </a:lnTo>
                <a:lnTo>
                  <a:pt x="2162613" y="3611270"/>
                </a:lnTo>
                <a:lnTo>
                  <a:pt x="2163631" y="3611367"/>
                </a:lnTo>
                <a:lnTo>
                  <a:pt x="2164670" y="3611443"/>
                </a:lnTo>
                <a:lnTo>
                  <a:pt x="2165730" y="3611498"/>
                </a:lnTo>
                <a:lnTo>
                  <a:pt x="2166811" y="3611530"/>
                </a:lnTo>
                <a:lnTo>
                  <a:pt x="2167914" y="3611541"/>
                </a:lnTo>
                <a:lnTo>
                  <a:pt x="2168420" y="3611539"/>
                </a:lnTo>
                <a:lnTo>
                  <a:pt x="2168925" y="3611532"/>
                </a:lnTo>
                <a:lnTo>
                  <a:pt x="2169427" y="3611520"/>
                </a:lnTo>
                <a:lnTo>
                  <a:pt x="2169928" y="3611504"/>
                </a:lnTo>
                <a:lnTo>
                  <a:pt x="2170428" y="3611482"/>
                </a:lnTo>
                <a:lnTo>
                  <a:pt x="2170925" y="3611457"/>
                </a:lnTo>
                <a:lnTo>
                  <a:pt x="2171421" y="3611426"/>
                </a:lnTo>
                <a:lnTo>
                  <a:pt x="2171915" y="3611391"/>
                </a:lnTo>
                <a:lnTo>
                  <a:pt x="2172407" y="3611351"/>
                </a:lnTo>
                <a:lnTo>
                  <a:pt x="2172898" y="3611306"/>
                </a:lnTo>
                <a:lnTo>
                  <a:pt x="2173386" y="3611257"/>
                </a:lnTo>
                <a:lnTo>
                  <a:pt x="2173873" y="3611203"/>
                </a:lnTo>
                <a:lnTo>
                  <a:pt x="2174358" y="3611144"/>
                </a:lnTo>
                <a:lnTo>
                  <a:pt x="2174842" y="3611081"/>
                </a:lnTo>
                <a:lnTo>
                  <a:pt x="2175324" y="3611013"/>
                </a:lnTo>
                <a:lnTo>
                  <a:pt x="2175804" y="3610940"/>
                </a:lnTo>
                <a:lnTo>
                  <a:pt x="2176282" y="3610863"/>
                </a:lnTo>
                <a:lnTo>
                  <a:pt x="2176758" y="3610780"/>
                </a:lnTo>
                <a:lnTo>
                  <a:pt x="2177233" y="3610693"/>
                </a:lnTo>
                <a:lnTo>
                  <a:pt x="2177706" y="3610602"/>
                </a:lnTo>
                <a:lnTo>
                  <a:pt x="2178177" y="3610506"/>
                </a:lnTo>
                <a:lnTo>
                  <a:pt x="2178646" y="3610405"/>
                </a:lnTo>
                <a:lnTo>
                  <a:pt x="2179114" y="3610299"/>
                </a:lnTo>
                <a:lnTo>
                  <a:pt x="2179579" y="3610189"/>
                </a:lnTo>
                <a:lnTo>
                  <a:pt x="2180043" y="3610087"/>
                </a:lnTo>
                <a:lnTo>
                  <a:pt x="2180502" y="3609978"/>
                </a:lnTo>
                <a:lnTo>
                  <a:pt x="2180958" y="3609864"/>
                </a:lnTo>
                <a:lnTo>
                  <a:pt x="2181411" y="3609742"/>
                </a:lnTo>
                <a:lnTo>
                  <a:pt x="2181860" y="3609615"/>
                </a:lnTo>
                <a:lnTo>
                  <a:pt x="2182306" y="3609481"/>
                </a:lnTo>
                <a:lnTo>
                  <a:pt x="2182748" y="3609340"/>
                </a:lnTo>
                <a:lnTo>
                  <a:pt x="2183186" y="3609193"/>
                </a:lnTo>
                <a:lnTo>
                  <a:pt x="2183621" y="3609039"/>
                </a:lnTo>
                <a:lnTo>
                  <a:pt x="2184053" y="3608879"/>
                </a:lnTo>
                <a:lnTo>
                  <a:pt x="2184481" y="3608713"/>
                </a:lnTo>
                <a:lnTo>
                  <a:pt x="2184905" y="3608540"/>
                </a:lnTo>
                <a:lnTo>
                  <a:pt x="2185326" y="3608361"/>
                </a:lnTo>
                <a:lnTo>
                  <a:pt x="2185743" y="3608175"/>
                </a:lnTo>
                <a:lnTo>
                  <a:pt x="2186157" y="3607983"/>
                </a:lnTo>
                <a:lnTo>
                  <a:pt x="2186567" y="3607784"/>
                </a:lnTo>
                <a:lnTo>
                  <a:pt x="2186974" y="3607579"/>
                </a:lnTo>
                <a:lnTo>
                  <a:pt x="2187377" y="3607367"/>
                </a:lnTo>
                <a:lnTo>
                  <a:pt x="2187777" y="3607149"/>
                </a:lnTo>
                <a:lnTo>
                  <a:pt x="2188173" y="3606925"/>
                </a:lnTo>
                <a:lnTo>
                  <a:pt x="2188566" y="3606694"/>
                </a:lnTo>
                <a:lnTo>
                  <a:pt x="2188955" y="3606456"/>
                </a:lnTo>
                <a:lnTo>
                  <a:pt x="2189341" y="3606212"/>
                </a:lnTo>
                <a:lnTo>
                  <a:pt x="2189723" y="3605962"/>
                </a:lnTo>
                <a:lnTo>
                  <a:pt x="2190101" y="3605691"/>
                </a:lnTo>
                <a:lnTo>
                  <a:pt x="2190472" y="3605412"/>
                </a:lnTo>
                <a:lnTo>
                  <a:pt x="2190838" y="3605127"/>
                </a:lnTo>
                <a:lnTo>
                  <a:pt x="2191198" y="3604835"/>
                </a:lnTo>
                <a:lnTo>
                  <a:pt x="2191552" y="3604535"/>
                </a:lnTo>
                <a:lnTo>
                  <a:pt x="2191900" y="3604229"/>
                </a:lnTo>
                <a:lnTo>
                  <a:pt x="2192242" y="3603915"/>
                </a:lnTo>
                <a:lnTo>
                  <a:pt x="2192579" y="3603595"/>
                </a:lnTo>
                <a:lnTo>
                  <a:pt x="2192909" y="3603267"/>
                </a:lnTo>
                <a:lnTo>
                  <a:pt x="2193234" y="3602933"/>
                </a:lnTo>
                <a:lnTo>
                  <a:pt x="2193553" y="3602591"/>
                </a:lnTo>
                <a:lnTo>
                  <a:pt x="2193866" y="3602242"/>
                </a:lnTo>
                <a:lnTo>
                  <a:pt x="2194173" y="3601887"/>
                </a:lnTo>
                <a:lnTo>
                  <a:pt x="2194474" y="3601524"/>
                </a:lnTo>
                <a:lnTo>
                  <a:pt x="2194769" y="3601154"/>
                </a:lnTo>
                <a:lnTo>
                  <a:pt x="2195058" y="3600777"/>
                </a:lnTo>
                <a:lnTo>
                  <a:pt x="2195342" y="3600393"/>
                </a:lnTo>
                <a:lnTo>
                  <a:pt x="2195620" y="3600002"/>
                </a:lnTo>
                <a:lnTo>
                  <a:pt x="2195891" y="3599604"/>
                </a:lnTo>
                <a:lnTo>
                  <a:pt x="2196157" y="3599199"/>
                </a:lnTo>
                <a:lnTo>
                  <a:pt x="2196417" y="3598787"/>
                </a:lnTo>
                <a:lnTo>
                  <a:pt x="2196671" y="3598368"/>
                </a:lnTo>
                <a:lnTo>
                  <a:pt x="2196920" y="3597942"/>
                </a:lnTo>
                <a:lnTo>
                  <a:pt x="2197162" y="3597509"/>
                </a:lnTo>
                <a:lnTo>
                  <a:pt x="2197206" y="3597955"/>
                </a:lnTo>
                <a:lnTo>
                  <a:pt x="2197254" y="3598394"/>
                </a:lnTo>
                <a:lnTo>
                  <a:pt x="2197305" y="3598824"/>
                </a:lnTo>
                <a:lnTo>
                  <a:pt x="2197360" y="3599246"/>
                </a:lnTo>
                <a:lnTo>
                  <a:pt x="2197418" y="3599660"/>
                </a:lnTo>
                <a:lnTo>
                  <a:pt x="2197479" y="3600066"/>
                </a:lnTo>
                <a:lnTo>
                  <a:pt x="2197544" y="3600463"/>
                </a:lnTo>
                <a:lnTo>
                  <a:pt x="2197613" y="3600852"/>
                </a:lnTo>
                <a:lnTo>
                  <a:pt x="2197685" y="3601233"/>
                </a:lnTo>
                <a:lnTo>
                  <a:pt x="2197761" y="3601606"/>
                </a:lnTo>
                <a:lnTo>
                  <a:pt x="2197840" y="3601971"/>
                </a:lnTo>
                <a:lnTo>
                  <a:pt x="2197923" y="3602327"/>
                </a:lnTo>
                <a:lnTo>
                  <a:pt x="2198009" y="3602675"/>
                </a:lnTo>
                <a:lnTo>
                  <a:pt x="2198099" y="3603015"/>
                </a:lnTo>
                <a:lnTo>
                  <a:pt x="2198193" y="3603347"/>
                </a:lnTo>
                <a:lnTo>
                  <a:pt x="2198289" y="3603670"/>
                </a:lnTo>
                <a:lnTo>
                  <a:pt x="2198390" y="3603985"/>
                </a:lnTo>
                <a:lnTo>
                  <a:pt x="2198494" y="3604292"/>
                </a:lnTo>
                <a:lnTo>
                  <a:pt x="2198601" y="3604591"/>
                </a:lnTo>
                <a:lnTo>
                  <a:pt x="2198712" y="3604882"/>
                </a:lnTo>
                <a:lnTo>
                  <a:pt x="2198827" y="3605164"/>
                </a:lnTo>
                <a:lnTo>
                  <a:pt x="2198945" y="3605438"/>
                </a:lnTo>
                <a:lnTo>
                  <a:pt x="2199066" y="3605704"/>
                </a:lnTo>
                <a:lnTo>
                  <a:pt x="2199191" y="3605962"/>
                </a:lnTo>
                <a:lnTo>
                  <a:pt x="2199321" y="3606212"/>
                </a:lnTo>
                <a:lnTo>
                  <a:pt x="2199456" y="3606456"/>
                </a:lnTo>
                <a:lnTo>
                  <a:pt x="2199598" y="3606694"/>
                </a:lnTo>
                <a:lnTo>
                  <a:pt x="2199745" y="3606925"/>
                </a:lnTo>
                <a:lnTo>
                  <a:pt x="2199898" y="3607149"/>
                </a:lnTo>
                <a:lnTo>
                  <a:pt x="2200058" y="3607367"/>
                </a:lnTo>
                <a:lnTo>
                  <a:pt x="2200223" y="3607579"/>
                </a:lnTo>
                <a:lnTo>
                  <a:pt x="2200393" y="3607784"/>
                </a:lnTo>
                <a:lnTo>
                  <a:pt x="2200570" y="3607983"/>
                </a:lnTo>
                <a:lnTo>
                  <a:pt x="2200753" y="3608175"/>
                </a:lnTo>
                <a:lnTo>
                  <a:pt x="2200941" y="3608361"/>
                </a:lnTo>
                <a:lnTo>
                  <a:pt x="2201135" y="3608540"/>
                </a:lnTo>
                <a:lnTo>
                  <a:pt x="2201336" y="3608713"/>
                </a:lnTo>
                <a:lnTo>
                  <a:pt x="2201542" y="3608879"/>
                </a:lnTo>
                <a:lnTo>
                  <a:pt x="2201754" y="3609039"/>
                </a:lnTo>
                <a:lnTo>
                  <a:pt x="2201971" y="3609193"/>
                </a:lnTo>
                <a:lnTo>
                  <a:pt x="2202195" y="3609340"/>
                </a:lnTo>
                <a:lnTo>
                  <a:pt x="2202425" y="3609481"/>
                </a:lnTo>
                <a:lnTo>
                  <a:pt x="2202660" y="3609615"/>
                </a:lnTo>
                <a:lnTo>
                  <a:pt x="2202901" y="3609742"/>
                </a:lnTo>
                <a:lnTo>
                  <a:pt x="2203148" y="3609864"/>
                </a:lnTo>
                <a:lnTo>
                  <a:pt x="2203401" y="3609978"/>
                </a:lnTo>
                <a:lnTo>
                  <a:pt x="2203660" y="3610087"/>
                </a:lnTo>
                <a:lnTo>
                  <a:pt x="2203925" y="3610189"/>
                </a:lnTo>
                <a:lnTo>
                  <a:pt x="2204196" y="3610299"/>
                </a:lnTo>
                <a:lnTo>
                  <a:pt x="2204473" y="3610405"/>
                </a:lnTo>
                <a:lnTo>
                  <a:pt x="2204757" y="3610506"/>
                </a:lnTo>
                <a:lnTo>
                  <a:pt x="2205047" y="3610602"/>
                </a:lnTo>
                <a:lnTo>
                  <a:pt x="2205344" y="3610693"/>
                </a:lnTo>
                <a:lnTo>
                  <a:pt x="2205647" y="3610780"/>
                </a:lnTo>
                <a:lnTo>
                  <a:pt x="2205957" y="3610863"/>
                </a:lnTo>
                <a:lnTo>
                  <a:pt x="2206273" y="3610940"/>
                </a:lnTo>
                <a:lnTo>
                  <a:pt x="2206596" y="3611013"/>
                </a:lnTo>
                <a:lnTo>
                  <a:pt x="2206925" y="3611081"/>
                </a:lnTo>
                <a:lnTo>
                  <a:pt x="2207260" y="3611144"/>
                </a:lnTo>
                <a:lnTo>
                  <a:pt x="2207602" y="3611203"/>
                </a:lnTo>
                <a:lnTo>
                  <a:pt x="2207951" y="3611257"/>
                </a:lnTo>
                <a:lnTo>
                  <a:pt x="2208305" y="3611306"/>
                </a:lnTo>
                <a:lnTo>
                  <a:pt x="2208667" y="3611351"/>
                </a:lnTo>
                <a:lnTo>
                  <a:pt x="2209035" y="3611391"/>
                </a:lnTo>
                <a:lnTo>
                  <a:pt x="2209409" y="3611426"/>
                </a:lnTo>
                <a:lnTo>
                  <a:pt x="2209789" y="3611457"/>
                </a:lnTo>
                <a:lnTo>
                  <a:pt x="2210177" y="3611482"/>
                </a:lnTo>
                <a:lnTo>
                  <a:pt x="2210570" y="3611504"/>
                </a:lnTo>
                <a:lnTo>
                  <a:pt x="2210970" y="3611520"/>
                </a:lnTo>
                <a:lnTo>
                  <a:pt x="2211377" y="3611532"/>
                </a:lnTo>
                <a:lnTo>
                  <a:pt x="2211790" y="3611539"/>
                </a:lnTo>
                <a:lnTo>
                  <a:pt x="2212209" y="3611541"/>
                </a:lnTo>
                <a:lnTo>
                  <a:pt x="2212505" y="3611540"/>
                </a:lnTo>
                <a:lnTo>
                  <a:pt x="2212799" y="3611535"/>
                </a:lnTo>
                <a:lnTo>
                  <a:pt x="2213092" y="3611528"/>
                </a:lnTo>
                <a:lnTo>
                  <a:pt x="2213383" y="3611518"/>
                </a:lnTo>
                <a:lnTo>
                  <a:pt x="2213674" y="3611504"/>
                </a:lnTo>
                <a:lnTo>
                  <a:pt x="2213963" y="3611488"/>
                </a:lnTo>
                <a:lnTo>
                  <a:pt x="2214252" y="3611469"/>
                </a:lnTo>
                <a:lnTo>
                  <a:pt x="2214539" y="3611447"/>
                </a:lnTo>
                <a:lnTo>
                  <a:pt x="2214824" y="3611422"/>
                </a:lnTo>
                <a:lnTo>
                  <a:pt x="2215109" y="3611394"/>
                </a:lnTo>
                <a:lnTo>
                  <a:pt x="2215393" y="3611364"/>
                </a:lnTo>
                <a:lnTo>
                  <a:pt x="2215675" y="3611330"/>
                </a:lnTo>
                <a:lnTo>
                  <a:pt x="2215956" y="3611293"/>
                </a:lnTo>
                <a:lnTo>
                  <a:pt x="2216236" y="3611253"/>
                </a:lnTo>
                <a:lnTo>
                  <a:pt x="2216515" y="3611211"/>
                </a:lnTo>
                <a:lnTo>
                  <a:pt x="2216793" y="3611165"/>
                </a:lnTo>
                <a:lnTo>
                  <a:pt x="2217069" y="3611117"/>
                </a:lnTo>
                <a:lnTo>
                  <a:pt x="2217345" y="3611066"/>
                </a:lnTo>
                <a:lnTo>
                  <a:pt x="2217619" y="3611011"/>
                </a:lnTo>
                <a:lnTo>
                  <a:pt x="2217892" y="3610954"/>
                </a:lnTo>
                <a:lnTo>
                  <a:pt x="2218164" y="3610894"/>
                </a:lnTo>
                <a:lnTo>
                  <a:pt x="2218434" y="3610831"/>
                </a:lnTo>
                <a:lnTo>
                  <a:pt x="2218704" y="3610765"/>
                </a:lnTo>
                <a:lnTo>
                  <a:pt x="2218972" y="3610696"/>
                </a:lnTo>
                <a:lnTo>
                  <a:pt x="2219238" y="3610624"/>
                </a:lnTo>
                <a:lnTo>
                  <a:pt x="2219500" y="3610550"/>
                </a:lnTo>
                <a:lnTo>
                  <a:pt x="2219759" y="3610474"/>
                </a:lnTo>
                <a:lnTo>
                  <a:pt x="2220015" y="3610395"/>
                </a:lnTo>
                <a:lnTo>
                  <a:pt x="2220266" y="3610314"/>
                </a:lnTo>
                <a:lnTo>
                  <a:pt x="2220515" y="3610231"/>
                </a:lnTo>
                <a:lnTo>
                  <a:pt x="2220760" y="3610145"/>
                </a:lnTo>
                <a:lnTo>
                  <a:pt x="2221001" y="3610057"/>
                </a:lnTo>
                <a:lnTo>
                  <a:pt x="2221239" y="3609967"/>
                </a:lnTo>
                <a:lnTo>
                  <a:pt x="2221473" y="3609874"/>
                </a:lnTo>
                <a:lnTo>
                  <a:pt x="2221704" y="3609779"/>
                </a:lnTo>
                <a:lnTo>
                  <a:pt x="2221931" y="3609681"/>
                </a:lnTo>
                <a:lnTo>
                  <a:pt x="2222154" y="3609582"/>
                </a:lnTo>
                <a:lnTo>
                  <a:pt x="2222374" y="3609479"/>
                </a:lnTo>
                <a:lnTo>
                  <a:pt x="2222591" y="3609375"/>
                </a:lnTo>
                <a:lnTo>
                  <a:pt x="2222804" y="3609268"/>
                </a:lnTo>
                <a:lnTo>
                  <a:pt x="2223014" y="3609159"/>
                </a:lnTo>
                <a:lnTo>
                  <a:pt x="2223220" y="3609047"/>
                </a:lnTo>
                <a:lnTo>
                  <a:pt x="2223422" y="3608934"/>
                </a:lnTo>
                <a:lnTo>
                  <a:pt x="2223621" y="3608817"/>
                </a:lnTo>
                <a:lnTo>
                  <a:pt x="2223817" y="3608699"/>
                </a:lnTo>
                <a:lnTo>
                  <a:pt x="2224009" y="3608578"/>
                </a:lnTo>
                <a:lnTo>
                  <a:pt x="2224197" y="3608455"/>
                </a:lnTo>
                <a:lnTo>
                  <a:pt x="2224382" y="3608329"/>
                </a:lnTo>
                <a:lnTo>
                  <a:pt x="2224382" y="3597339"/>
                </a:lnTo>
                <a:lnTo>
                  <a:pt x="2224141" y="3597505"/>
                </a:lnTo>
                <a:lnTo>
                  <a:pt x="2223896" y="3597663"/>
                </a:lnTo>
                <a:lnTo>
                  <a:pt x="2223648" y="3597815"/>
                </a:lnTo>
                <a:lnTo>
                  <a:pt x="2223396" y="3597959"/>
                </a:lnTo>
                <a:lnTo>
                  <a:pt x="2223140" y="3598097"/>
                </a:lnTo>
                <a:lnTo>
                  <a:pt x="2222882" y="3598227"/>
                </a:lnTo>
                <a:lnTo>
                  <a:pt x="2222619" y="3598350"/>
                </a:lnTo>
                <a:lnTo>
                  <a:pt x="2222353" y="3598467"/>
                </a:lnTo>
                <a:lnTo>
                  <a:pt x="2222084" y="3598576"/>
                </a:lnTo>
                <a:lnTo>
                  <a:pt x="2221811" y="3598678"/>
                </a:lnTo>
                <a:lnTo>
                  <a:pt x="2221534" y="3598773"/>
                </a:lnTo>
                <a:lnTo>
                  <a:pt x="2221254" y="3598861"/>
                </a:lnTo>
                <a:lnTo>
                  <a:pt x="2220971" y="3598942"/>
                </a:lnTo>
                <a:lnTo>
                  <a:pt x="2220684" y="3599016"/>
                </a:lnTo>
                <a:lnTo>
                  <a:pt x="2220393" y="3599083"/>
                </a:lnTo>
                <a:lnTo>
                  <a:pt x="2220099" y="3599143"/>
                </a:lnTo>
                <a:lnTo>
                  <a:pt x="2219801" y="3599196"/>
                </a:lnTo>
                <a:lnTo>
                  <a:pt x="2219500" y="3599241"/>
                </a:lnTo>
                <a:lnTo>
                  <a:pt x="2219196" y="3599280"/>
                </a:lnTo>
                <a:lnTo>
                  <a:pt x="2218888" y="3599312"/>
                </a:lnTo>
                <a:lnTo>
                  <a:pt x="2218576" y="3599337"/>
                </a:lnTo>
                <a:lnTo>
                  <a:pt x="2218261" y="3599354"/>
                </a:lnTo>
                <a:lnTo>
                  <a:pt x="2217942" y="3599365"/>
                </a:lnTo>
                <a:lnTo>
                  <a:pt x="2217620" y="3599368"/>
                </a:lnTo>
                <a:lnTo>
                  <a:pt x="2217438" y="3599366"/>
                </a:lnTo>
                <a:lnTo>
                  <a:pt x="2217259" y="3599360"/>
                </a:lnTo>
                <a:lnTo>
                  <a:pt x="2217083" y="3599350"/>
                </a:lnTo>
                <a:lnTo>
                  <a:pt x="2216910" y="3599335"/>
                </a:lnTo>
                <a:lnTo>
                  <a:pt x="2216740" y="3599317"/>
                </a:lnTo>
                <a:lnTo>
                  <a:pt x="2216573" y="3599294"/>
                </a:lnTo>
                <a:lnTo>
                  <a:pt x="2216409" y="3599268"/>
                </a:lnTo>
                <a:lnTo>
                  <a:pt x="2216248" y="3599237"/>
                </a:lnTo>
                <a:lnTo>
                  <a:pt x="2216090" y="3599202"/>
                </a:lnTo>
                <a:lnTo>
                  <a:pt x="2215935" y="3599163"/>
                </a:lnTo>
                <a:lnTo>
                  <a:pt x="2215782" y="3599120"/>
                </a:lnTo>
                <a:lnTo>
                  <a:pt x="2215633" y="3599072"/>
                </a:lnTo>
                <a:lnTo>
                  <a:pt x="2215486" y="3599021"/>
                </a:lnTo>
                <a:lnTo>
                  <a:pt x="2215343" y="3598965"/>
                </a:lnTo>
                <a:lnTo>
                  <a:pt x="2215202" y="3598906"/>
                </a:lnTo>
                <a:lnTo>
                  <a:pt x="2215065" y="3598842"/>
                </a:lnTo>
                <a:lnTo>
                  <a:pt x="2214930" y="3598774"/>
                </a:lnTo>
                <a:lnTo>
                  <a:pt x="2214798" y="3598702"/>
                </a:lnTo>
                <a:lnTo>
                  <a:pt x="2214669" y="3598626"/>
                </a:lnTo>
                <a:lnTo>
                  <a:pt x="2214543" y="3598546"/>
                </a:lnTo>
                <a:lnTo>
                  <a:pt x="2214420" y="3598462"/>
                </a:lnTo>
                <a:lnTo>
                  <a:pt x="2214300" y="3598374"/>
                </a:lnTo>
                <a:lnTo>
                  <a:pt x="2214183" y="3598281"/>
                </a:lnTo>
                <a:lnTo>
                  <a:pt x="2214069" y="3598185"/>
                </a:lnTo>
                <a:lnTo>
                  <a:pt x="2213959" y="3598084"/>
                </a:lnTo>
                <a:lnTo>
                  <a:pt x="2213853" y="3597977"/>
                </a:lnTo>
                <a:lnTo>
                  <a:pt x="2213752" y="3597865"/>
                </a:lnTo>
                <a:lnTo>
                  <a:pt x="2213656" y="3597748"/>
                </a:lnTo>
                <a:lnTo>
                  <a:pt x="2213564" y="3597626"/>
                </a:lnTo>
                <a:lnTo>
                  <a:pt x="2213477" y="3597498"/>
                </a:lnTo>
                <a:lnTo>
                  <a:pt x="2213395" y="3597365"/>
                </a:lnTo>
                <a:lnTo>
                  <a:pt x="2213318" y="3597227"/>
                </a:lnTo>
                <a:lnTo>
                  <a:pt x="2213245" y="3597083"/>
                </a:lnTo>
                <a:lnTo>
                  <a:pt x="2213177" y="3596934"/>
                </a:lnTo>
                <a:lnTo>
                  <a:pt x="2213113" y="3596780"/>
                </a:lnTo>
                <a:lnTo>
                  <a:pt x="2213055" y="3596621"/>
                </a:lnTo>
                <a:lnTo>
                  <a:pt x="2213001" y="3596456"/>
                </a:lnTo>
                <a:lnTo>
                  <a:pt x="2212951" y="3596286"/>
                </a:lnTo>
                <a:lnTo>
                  <a:pt x="2212907" y="3596111"/>
                </a:lnTo>
                <a:lnTo>
                  <a:pt x="2212867" y="3595931"/>
                </a:lnTo>
                <a:lnTo>
                  <a:pt x="2212832" y="3595745"/>
                </a:lnTo>
                <a:lnTo>
                  <a:pt x="2212801" y="3595554"/>
                </a:lnTo>
                <a:lnTo>
                  <a:pt x="2212775" y="3595357"/>
                </a:lnTo>
                <a:lnTo>
                  <a:pt x="2212754" y="3595156"/>
                </a:lnTo>
                <a:lnTo>
                  <a:pt x="2212738" y="3594949"/>
                </a:lnTo>
                <a:lnTo>
                  <a:pt x="2212726" y="3594737"/>
                </a:lnTo>
                <a:lnTo>
                  <a:pt x="2212719" y="3594519"/>
                </a:lnTo>
                <a:lnTo>
                  <a:pt x="2212717" y="3594296"/>
                </a:lnTo>
                <a:lnTo>
                  <a:pt x="2212717" y="3548479"/>
                </a:lnTo>
                <a:lnTo>
                  <a:pt x="2212701" y="3547364"/>
                </a:lnTo>
                <a:lnTo>
                  <a:pt x="2212656" y="3546273"/>
                </a:lnTo>
                <a:lnTo>
                  <a:pt x="2212579" y="3545206"/>
                </a:lnTo>
                <a:lnTo>
                  <a:pt x="2212472" y="3544163"/>
                </a:lnTo>
                <a:lnTo>
                  <a:pt x="2212335" y="3543144"/>
                </a:lnTo>
                <a:lnTo>
                  <a:pt x="2212167" y="3542150"/>
                </a:lnTo>
                <a:lnTo>
                  <a:pt x="2211969" y="3541179"/>
                </a:lnTo>
                <a:lnTo>
                  <a:pt x="2211740" y="3540232"/>
                </a:lnTo>
                <a:lnTo>
                  <a:pt x="2211480" y="3539310"/>
                </a:lnTo>
                <a:lnTo>
                  <a:pt x="2211190" y="3538411"/>
                </a:lnTo>
                <a:lnTo>
                  <a:pt x="2210870" y="3537537"/>
                </a:lnTo>
                <a:lnTo>
                  <a:pt x="2210519" y="3536687"/>
                </a:lnTo>
                <a:lnTo>
                  <a:pt x="2210137" y="3535860"/>
                </a:lnTo>
                <a:lnTo>
                  <a:pt x="2209725" y="3535058"/>
                </a:lnTo>
                <a:lnTo>
                  <a:pt x="2209282" y="3534280"/>
                </a:lnTo>
                <a:lnTo>
                  <a:pt x="2208809" y="3533526"/>
                </a:lnTo>
                <a:lnTo>
                  <a:pt x="2208305" y="3532796"/>
                </a:lnTo>
                <a:lnTo>
                  <a:pt x="2207771" y="3532090"/>
                </a:lnTo>
                <a:lnTo>
                  <a:pt x="2207206" y="3531408"/>
                </a:lnTo>
                <a:lnTo>
                  <a:pt x="2206611" y="3530751"/>
                </a:lnTo>
                <a:lnTo>
                  <a:pt x="2205985" y="3530117"/>
                </a:lnTo>
                <a:lnTo>
                  <a:pt x="2205329" y="3529507"/>
                </a:lnTo>
                <a:lnTo>
                  <a:pt x="2204642" y="3528922"/>
                </a:lnTo>
                <a:lnTo>
                  <a:pt x="2203925" y="3528360"/>
                </a:lnTo>
                <a:lnTo>
                  <a:pt x="2203192" y="3527822"/>
                </a:lnTo>
                <a:lnTo>
                  <a:pt x="2202429" y="3527307"/>
                </a:lnTo>
                <a:lnTo>
                  <a:pt x="2201637" y="3526815"/>
                </a:lnTo>
                <a:lnTo>
                  <a:pt x="2200816" y="3526346"/>
                </a:lnTo>
                <a:lnTo>
                  <a:pt x="2199965" y="3525899"/>
                </a:lnTo>
                <a:lnTo>
                  <a:pt x="2199085" y="3525476"/>
                </a:lnTo>
                <a:lnTo>
                  <a:pt x="2198176" y="3525075"/>
                </a:lnTo>
                <a:lnTo>
                  <a:pt x="2197238" y="3524697"/>
                </a:lnTo>
                <a:lnTo>
                  <a:pt x="2196269" y="3524342"/>
                </a:lnTo>
                <a:lnTo>
                  <a:pt x="2195272" y="3524010"/>
                </a:lnTo>
                <a:lnTo>
                  <a:pt x="2194245" y="3523701"/>
                </a:lnTo>
                <a:lnTo>
                  <a:pt x="2193189" y="3523415"/>
                </a:lnTo>
                <a:lnTo>
                  <a:pt x="2192104" y="3523152"/>
                </a:lnTo>
                <a:lnTo>
                  <a:pt x="2190989" y="3522911"/>
                </a:lnTo>
                <a:lnTo>
                  <a:pt x="2189845" y="3522694"/>
                </a:lnTo>
                <a:lnTo>
                  <a:pt x="2188671" y="3522499"/>
                </a:lnTo>
                <a:lnTo>
                  <a:pt x="2187469" y="3522328"/>
                </a:lnTo>
                <a:lnTo>
                  <a:pt x="2186236" y="3522179"/>
                </a:lnTo>
                <a:lnTo>
                  <a:pt x="2184975" y="3522053"/>
                </a:lnTo>
                <a:lnTo>
                  <a:pt x="2183684" y="3521950"/>
                </a:lnTo>
                <a:lnTo>
                  <a:pt x="2182364" y="3521870"/>
                </a:lnTo>
                <a:lnTo>
                  <a:pt x="2181014" y="3521812"/>
                </a:lnTo>
                <a:lnTo>
                  <a:pt x="2179635" y="3521778"/>
                </a:lnTo>
                <a:lnTo>
                  <a:pt x="2178227" y="3521767"/>
                </a:lnTo>
                <a:lnTo>
                  <a:pt x="2176899" y="3521778"/>
                </a:lnTo>
                <a:lnTo>
                  <a:pt x="2175594" y="3521812"/>
                </a:lnTo>
                <a:lnTo>
                  <a:pt x="2174312" y="3521870"/>
                </a:lnTo>
                <a:lnTo>
                  <a:pt x="2173051" y="3521950"/>
                </a:lnTo>
                <a:lnTo>
                  <a:pt x="2171813" y="3522053"/>
                </a:lnTo>
                <a:lnTo>
                  <a:pt x="2170598" y="3522179"/>
                </a:lnTo>
                <a:lnTo>
                  <a:pt x="2169404" y="3522328"/>
                </a:lnTo>
                <a:lnTo>
                  <a:pt x="2168233" y="3522499"/>
                </a:lnTo>
                <a:lnTo>
                  <a:pt x="2167084" y="3522694"/>
                </a:lnTo>
                <a:lnTo>
                  <a:pt x="2165958" y="3522911"/>
                </a:lnTo>
                <a:lnTo>
                  <a:pt x="2164853" y="3523152"/>
                </a:lnTo>
                <a:lnTo>
                  <a:pt x="2163771" y="3523415"/>
                </a:lnTo>
                <a:lnTo>
                  <a:pt x="2162712" y="3523701"/>
                </a:lnTo>
                <a:lnTo>
                  <a:pt x="2161675" y="3524010"/>
                </a:lnTo>
                <a:lnTo>
                  <a:pt x="2160660" y="3524342"/>
                </a:lnTo>
                <a:lnTo>
                  <a:pt x="2159667" y="3524697"/>
                </a:lnTo>
                <a:lnTo>
                  <a:pt x="2158697" y="3525075"/>
                </a:lnTo>
                <a:lnTo>
                  <a:pt x="2157748" y="3525476"/>
                </a:lnTo>
                <a:lnTo>
                  <a:pt x="2156823" y="3525899"/>
                </a:lnTo>
                <a:lnTo>
                  <a:pt x="2155919" y="3526346"/>
                </a:lnTo>
                <a:lnTo>
                  <a:pt x="2155038" y="3526815"/>
                </a:lnTo>
                <a:lnTo>
                  <a:pt x="2154179" y="3527307"/>
                </a:lnTo>
                <a:lnTo>
                  <a:pt x="2153343" y="3527822"/>
                </a:lnTo>
                <a:lnTo>
                  <a:pt x="2152529" y="3528360"/>
                </a:lnTo>
                <a:lnTo>
                  <a:pt x="2151756" y="3528918"/>
                </a:lnTo>
                <a:lnTo>
                  <a:pt x="2151016" y="3529491"/>
                </a:lnTo>
                <a:lnTo>
                  <a:pt x="2150310" y="3530080"/>
                </a:lnTo>
                <a:lnTo>
                  <a:pt x="2149636" y="3530685"/>
                </a:lnTo>
                <a:lnTo>
                  <a:pt x="2148995" y="3531306"/>
                </a:lnTo>
                <a:lnTo>
                  <a:pt x="2148386" y="3531942"/>
                </a:lnTo>
                <a:lnTo>
                  <a:pt x="2147811" y="3532595"/>
                </a:lnTo>
                <a:lnTo>
                  <a:pt x="2147269" y="3533263"/>
                </a:lnTo>
                <a:lnTo>
                  <a:pt x="2146759" y="3533947"/>
                </a:lnTo>
                <a:lnTo>
                  <a:pt x="2146282" y="3534647"/>
                </a:lnTo>
                <a:lnTo>
                  <a:pt x="2145839" y="3535363"/>
                </a:lnTo>
                <a:lnTo>
                  <a:pt x="2145428" y="3536095"/>
                </a:lnTo>
                <a:lnTo>
                  <a:pt x="2145050" y="3536843"/>
                </a:lnTo>
                <a:lnTo>
                  <a:pt x="2144704" y="3537606"/>
                </a:lnTo>
                <a:lnTo>
                  <a:pt x="2144392" y="3538385"/>
                </a:lnTo>
                <a:lnTo>
                  <a:pt x="2144113" y="3539180"/>
                </a:lnTo>
                <a:lnTo>
                  <a:pt x="2143866" y="3539991"/>
                </a:lnTo>
                <a:lnTo>
                  <a:pt x="2143652" y="3540818"/>
                </a:lnTo>
                <a:lnTo>
                  <a:pt x="2143472" y="3541661"/>
                </a:lnTo>
                <a:lnTo>
                  <a:pt x="2143324" y="3542520"/>
                </a:lnTo>
                <a:lnTo>
                  <a:pt x="2143209" y="3543394"/>
                </a:lnTo>
                <a:lnTo>
                  <a:pt x="2143127" y="3544284"/>
                </a:lnTo>
                <a:lnTo>
                  <a:pt x="2143077" y="3545190"/>
                </a:lnTo>
                <a:lnTo>
                  <a:pt x="2143061" y="3546112"/>
                </a:lnTo>
                <a:lnTo>
                  <a:pt x="2143060" y="3546139"/>
                </a:lnTo>
                <a:lnTo>
                  <a:pt x="2143060" y="3546164"/>
                </a:lnTo>
                <a:lnTo>
                  <a:pt x="2143058" y="3546186"/>
                </a:lnTo>
                <a:lnTo>
                  <a:pt x="2143056" y="3546206"/>
                </a:lnTo>
                <a:lnTo>
                  <a:pt x="2143053" y="3546224"/>
                </a:lnTo>
                <a:lnTo>
                  <a:pt x="2143050" y="3546239"/>
                </a:lnTo>
                <a:lnTo>
                  <a:pt x="2143046" y="3546252"/>
                </a:lnTo>
                <a:lnTo>
                  <a:pt x="2143042" y="3546262"/>
                </a:lnTo>
                <a:lnTo>
                  <a:pt x="2143037" y="3546271"/>
                </a:lnTo>
                <a:lnTo>
                  <a:pt x="2143031" y="3546277"/>
                </a:lnTo>
                <a:lnTo>
                  <a:pt x="2143025" y="3546280"/>
                </a:lnTo>
                <a:lnTo>
                  <a:pt x="2143018" y="3546281"/>
                </a:lnTo>
                <a:lnTo>
                  <a:pt x="2143011" y="3546280"/>
                </a:lnTo>
                <a:lnTo>
                  <a:pt x="2143003" y="3546277"/>
                </a:lnTo>
                <a:lnTo>
                  <a:pt x="2142995" y="3546271"/>
                </a:lnTo>
                <a:lnTo>
                  <a:pt x="2142986" y="3546262"/>
                </a:lnTo>
                <a:lnTo>
                  <a:pt x="2142976" y="3546252"/>
                </a:lnTo>
                <a:lnTo>
                  <a:pt x="2142966" y="3546239"/>
                </a:lnTo>
                <a:lnTo>
                  <a:pt x="2142955" y="3546224"/>
                </a:lnTo>
                <a:lnTo>
                  <a:pt x="2142943" y="3546206"/>
                </a:lnTo>
                <a:lnTo>
                  <a:pt x="2142931" y="3546186"/>
                </a:lnTo>
                <a:lnTo>
                  <a:pt x="2142919" y="3546164"/>
                </a:lnTo>
                <a:lnTo>
                  <a:pt x="2142906" y="3546139"/>
                </a:lnTo>
                <a:lnTo>
                  <a:pt x="2142892" y="3546112"/>
                </a:lnTo>
                <a:lnTo>
                  <a:pt x="2142892" y="3546147"/>
                </a:lnTo>
                <a:lnTo>
                  <a:pt x="2142892" y="3546212"/>
                </a:lnTo>
                <a:lnTo>
                  <a:pt x="2142892" y="3546281"/>
                </a:lnTo>
                <a:lnTo>
                  <a:pt x="2142906" y="3546355"/>
                </a:lnTo>
                <a:lnTo>
                  <a:pt x="2142921" y="3546435"/>
                </a:lnTo>
                <a:lnTo>
                  <a:pt x="2142937" y="3546521"/>
                </a:lnTo>
                <a:lnTo>
                  <a:pt x="2142953" y="3546615"/>
                </a:lnTo>
                <a:lnTo>
                  <a:pt x="2142969" y="3546714"/>
                </a:lnTo>
                <a:lnTo>
                  <a:pt x="2142987" y="3546820"/>
                </a:lnTo>
                <a:close/>
                <a:moveTo>
                  <a:pt x="2167536" y="3599062"/>
                </a:moveTo>
                <a:lnTo>
                  <a:pt x="2166985" y="3598950"/>
                </a:lnTo>
                <a:lnTo>
                  <a:pt x="2166449" y="3598827"/>
                </a:lnTo>
                <a:lnTo>
                  <a:pt x="2165927" y="3598692"/>
                </a:lnTo>
                <a:lnTo>
                  <a:pt x="2165420" y="3598545"/>
                </a:lnTo>
                <a:lnTo>
                  <a:pt x="2164928" y="3598387"/>
                </a:lnTo>
                <a:lnTo>
                  <a:pt x="2164450" y="3598216"/>
                </a:lnTo>
                <a:lnTo>
                  <a:pt x="2163988" y="3598035"/>
                </a:lnTo>
                <a:lnTo>
                  <a:pt x="2163539" y="3597841"/>
                </a:lnTo>
                <a:lnTo>
                  <a:pt x="2163106" y="3597635"/>
                </a:lnTo>
                <a:lnTo>
                  <a:pt x="2162687" y="3597418"/>
                </a:lnTo>
                <a:lnTo>
                  <a:pt x="2162283" y="3597189"/>
                </a:lnTo>
                <a:lnTo>
                  <a:pt x="2161893" y="3596948"/>
                </a:lnTo>
                <a:lnTo>
                  <a:pt x="2161518" y="3596696"/>
                </a:lnTo>
                <a:lnTo>
                  <a:pt x="2161158" y="3596432"/>
                </a:lnTo>
                <a:lnTo>
                  <a:pt x="2160813" y="3596156"/>
                </a:lnTo>
                <a:lnTo>
                  <a:pt x="2160496" y="3595868"/>
                </a:lnTo>
                <a:lnTo>
                  <a:pt x="2160192" y="3595569"/>
                </a:lnTo>
                <a:lnTo>
                  <a:pt x="2159901" y="3595258"/>
                </a:lnTo>
                <a:lnTo>
                  <a:pt x="2159625" y="3594935"/>
                </a:lnTo>
                <a:lnTo>
                  <a:pt x="2159361" y="3594600"/>
                </a:lnTo>
                <a:lnTo>
                  <a:pt x="2159112" y="3594254"/>
                </a:lnTo>
                <a:lnTo>
                  <a:pt x="2158875" y="3593896"/>
                </a:lnTo>
                <a:lnTo>
                  <a:pt x="2158653" y="3593526"/>
                </a:lnTo>
                <a:lnTo>
                  <a:pt x="2158443" y="3593145"/>
                </a:lnTo>
                <a:lnTo>
                  <a:pt x="2158247" y="3592751"/>
                </a:lnTo>
                <a:lnTo>
                  <a:pt x="2158065" y="3592346"/>
                </a:lnTo>
                <a:lnTo>
                  <a:pt x="2157896" y="3591929"/>
                </a:lnTo>
                <a:lnTo>
                  <a:pt x="2157741" y="3591501"/>
                </a:lnTo>
                <a:lnTo>
                  <a:pt x="2157599" y="3591061"/>
                </a:lnTo>
                <a:lnTo>
                  <a:pt x="2157471" y="3590609"/>
                </a:lnTo>
                <a:lnTo>
                  <a:pt x="2157356" y="3590145"/>
                </a:lnTo>
                <a:lnTo>
                  <a:pt x="2157255" y="3589669"/>
                </a:lnTo>
                <a:lnTo>
                  <a:pt x="2157167" y="3589182"/>
                </a:lnTo>
                <a:lnTo>
                  <a:pt x="2157093" y="3588683"/>
                </a:lnTo>
                <a:lnTo>
                  <a:pt x="2157032" y="3588172"/>
                </a:lnTo>
                <a:lnTo>
                  <a:pt x="2156985" y="3587650"/>
                </a:lnTo>
                <a:lnTo>
                  <a:pt x="2156951" y="3587116"/>
                </a:lnTo>
                <a:lnTo>
                  <a:pt x="2156931" y="3586570"/>
                </a:lnTo>
                <a:lnTo>
                  <a:pt x="2156924" y="3586012"/>
                </a:lnTo>
                <a:lnTo>
                  <a:pt x="2156930" y="3585468"/>
                </a:lnTo>
                <a:lnTo>
                  <a:pt x="2156949" y="3584934"/>
                </a:lnTo>
                <a:lnTo>
                  <a:pt x="2156980" y="3584411"/>
                </a:lnTo>
                <a:lnTo>
                  <a:pt x="2157023" y="3583899"/>
                </a:lnTo>
                <a:lnTo>
                  <a:pt x="2157078" y="3583397"/>
                </a:lnTo>
                <a:lnTo>
                  <a:pt x="2157146" y="3582905"/>
                </a:lnTo>
                <a:lnTo>
                  <a:pt x="2157226" y="3582425"/>
                </a:lnTo>
                <a:lnTo>
                  <a:pt x="2157319" y="3581954"/>
                </a:lnTo>
                <a:lnTo>
                  <a:pt x="2157424" y="3581495"/>
                </a:lnTo>
                <a:lnTo>
                  <a:pt x="2157541" y="3581046"/>
                </a:lnTo>
                <a:lnTo>
                  <a:pt x="2157670" y="3580607"/>
                </a:lnTo>
                <a:lnTo>
                  <a:pt x="2157812" y="3580179"/>
                </a:lnTo>
                <a:lnTo>
                  <a:pt x="2157966" y="3579762"/>
                </a:lnTo>
                <a:lnTo>
                  <a:pt x="2158132" y="3579355"/>
                </a:lnTo>
                <a:lnTo>
                  <a:pt x="2158311" y="3578959"/>
                </a:lnTo>
                <a:lnTo>
                  <a:pt x="2158502" y="3578573"/>
                </a:lnTo>
                <a:lnTo>
                  <a:pt x="2158706" y="3578198"/>
                </a:lnTo>
                <a:lnTo>
                  <a:pt x="2158921" y="3577833"/>
                </a:lnTo>
                <a:lnTo>
                  <a:pt x="2159149" y="3577479"/>
                </a:lnTo>
                <a:lnTo>
                  <a:pt x="2159390" y="3577136"/>
                </a:lnTo>
                <a:lnTo>
                  <a:pt x="2159643" y="3576803"/>
                </a:lnTo>
                <a:lnTo>
                  <a:pt x="2159908" y="3576481"/>
                </a:lnTo>
                <a:lnTo>
                  <a:pt x="2160185" y="3576169"/>
                </a:lnTo>
                <a:lnTo>
                  <a:pt x="2160475" y="3575868"/>
                </a:lnTo>
                <a:lnTo>
                  <a:pt x="2160793" y="3575562"/>
                </a:lnTo>
                <a:lnTo>
                  <a:pt x="2161127" y="3575263"/>
                </a:lnTo>
                <a:lnTo>
                  <a:pt x="2161479" y="3574972"/>
                </a:lnTo>
                <a:lnTo>
                  <a:pt x="2161846" y="3574689"/>
                </a:lnTo>
                <a:lnTo>
                  <a:pt x="2162230" y="3574414"/>
                </a:lnTo>
                <a:lnTo>
                  <a:pt x="2162630" y="3574146"/>
                </a:lnTo>
                <a:lnTo>
                  <a:pt x="2163047" y="3573885"/>
                </a:lnTo>
                <a:lnTo>
                  <a:pt x="2163480" y="3573633"/>
                </a:lnTo>
                <a:lnTo>
                  <a:pt x="2163930" y="3573387"/>
                </a:lnTo>
                <a:lnTo>
                  <a:pt x="2164396" y="3573150"/>
                </a:lnTo>
                <a:lnTo>
                  <a:pt x="2164879" y="3572920"/>
                </a:lnTo>
                <a:lnTo>
                  <a:pt x="2165378" y="3572698"/>
                </a:lnTo>
                <a:lnTo>
                  <a:pt x="2165893" y="3572483"/>
                </a:lnTo>
                <a:lnTo>
                  <a:pt x="2166425" y="3572276"/>
                </a:lnTo>
                <a:lnTo>
                  <a:pt x="2166973" y="3572077"/>
                </a:lnTo>
                <a:lnTo>
                  <a:pt x="2167538" y="3571886"/>
                </a:lnTo>
                <a:lnTo>
                  <a:pt x="2168119" y="3571701"/>
                </a:lnTo>
                <a:lnTo>
                  <a:pt x="2168717" y="3571525"/>
                </a:lnTo>
                <a:lnTo>
                  <a:pt x="2169331" y="3571356"/>
                </a:lnTo>
                <a:lnTo>
                  <a:pt x="2169961" y="3571195"/>
                </a:lnTo>
                <a:lnTo>
                  <a:pt x="2170608" y="3571042"/>
                </a:lnTo>
                <a:lnTo>
                  <a:pt x="2171272" y="3570896"/>
                </a:lnTo>
                <a:lnTo>
                  <a:pt x="2171951" y="3570758"/>
                </a:lnTo>
                <a:lnTo>
                  <a:pt x="2172648" y="3570627"/>
                </a:lnTo>
                <a:lnTo>
                  <a:pt x="2173376" y="3570489"/>
                </a:lnTo>
                <a:lnTo>
                  <a:pt x="2174126" y="3570357"/>
                </a:lnTo>
                <a:lnTo>
                  <a:pt x="2174896" y="3570231"/>
                </a:lnTo>
                <a:lnTo>
                  <a:pt x="2175686" y="3570110"/>
                </a:lnTo>
                <a:lnTo>
                  <a:pt x="2176497" y="3569996"/>
                </a:lnTo>
                <a:lnTo>
                  <a:pt x="2177329" y="3569887"/>
                </a:lnTo>
                <a:lnTo>
                  <a:pt x="2178181" y="3569785"/>
                </a:lnTo>
                <a:lnTo>
                  <a:pt x="2179053" y="3569688"/>
                </a:lnTo>
                <a:lnTo>
                  <a:pt x="2179947" y="3569597"/>
                </a:lnTo>
                <a:lnTo>
                  <a:pt x="2180860" y="3569512"/>
                </a:lnTo>
                <a:lnTo>
                  <a:pt x="2181795" y="3569432"/>
                </a:lnTo>
                <a:lnTo>
                  <a:pt x="2182749" y="3569359"/>
                </a:lnTo>
                <a:lnTo>
                  <a:pt x="2183725" y="3569291"/>
                </a:lnTo>
                <a:lnTo>
                  <a:pt x="2184721" y="3569230"/>
                </a:lnTo>
                <a:lnTo>
                  <a:pt x="2185737" y="3569174"/>
                </a:lnTo>
                <a:lnTo>
                  <a:pt x="2186774" y="3569124"/>
                </a:lnTo>
                <a:lnTo>
                  <a:pt x="2187832" y="3569080"/>
                </a:lnTo>
                <a:lnTo>
                  <a:pt x="2188910" y="3569042"/>
                </a:lnTo>
                <a:lnTo>
                  <a:pt x="2190008" y="3569010"/>
                </a:lnTo>
                <a:lnTo>
                  <a:pt x="2191128" y="3568983"/>
                </a:lnTo>
                <a:lnTo>
                  <a:pt x="2192267" y="3568963"/>
                </a:lnTo>
                <a:lnTo>
                  <a:pt x="2193428" y="3568948"/>
                </a:lnTo>
                <a:lnTo>
                  <a:pt x="2194608" y="3568939"/>
                </a:lnTo>
                <a:lnTo>
                  <a:pt x="2195810" y="3568936"/>
                </a:lnTo>
                <a:lnTo>
                  <a:pt x="2195810" y="3574177"/>
                </a:lnTo>
                <a:lnTo>
                  <a:pt x="2195805" y="3574767"/>
                </a:lnTo>
                <a:lnTo>
                  <a:pt x="2195792" y="3575351"/>
                </a:lnTo>
                <a:lnTo>
                  <a:pt x="2195770" y="3575931"/>
                </a:lnTo>
                <a:lnTo>
                  <a:pt x="2195739" y="3576507"/>
                </a:lnTo>
                <a:lnTo>
                  <a:pt x="2195700" y="3577077"/>
                </a:lnTo>
                <a:lnTo>
                  <a:pt x="2195651" y="3577643"/>
                </a:lnTo>
                <a:lnTo>
                  <a:pt x="2195594" y="3578204"/>
                </a:lnTo>
                <a:lnTo>
                  <a:pt x="2195528" y="3578761"/>
                </a:lnTo>
                <a:lnTo>
                  <a:pt x="2195453" y="3579313"/>
                </a:lnTo>
                <a:lnTo>
                  <a:pt x="2195369" y="3579860"/>
                </a:lnTo>
                <a:lnTo>
                  <a:pt x="2195277" y="3580402"/>
                </a:lnTo>
                <a:lnTo>
                  <a:pt x="2195176" y="3580940"/>
                </a:lnTo>
                <a:lnTo>
                  <a:pt x="2195066" y="3581473"/>
                </a:lnTo>
                <a:lnTo>
                  <a:pt x="2194947" y="3582001"/>
                </a:lnTo>
                <a:lnTo>
                  <a:pt x="2194819" y="3582525"/>
                </a:lnTo>
                <a:lnTo>
                  <a:pt x="2194683" y="3583044"/>
                </a:lnTo>
                <a:lnTo>
                  <a:pt x="2194537" y="3583558"/>
                </a:lnTo>
                <a:lnTo>
                  <a:pt x="2194383" y="3584068"/>
                </a:lnTo>
                <a:lnTo>
                  <a:pt x="2194220" y="3584573"/>
                </a:lnTo>
                <a:lnTo>
                  <a:pt x="2194049" y="3585073"/>
                </a:lnTo>
                <a:lnTo>
                  <a:pt x="2193868" y="3585568"/>
                </a:lnTo>
                <a:lnTo>
                  <a:pt x="2193679" y="3586059"/>
                </a:lnTo>
                <a:lnTo>
                  <a:pt x="2193481" y="3586545"/>
                </a:lnTo>
                <a:lnTo>
                  <a:pt x="2193274" y="3587026"/>
                </a:lnTo>
                <a:lnTo>
                  <a:pt x="2193072" y="3587501"/>
                </a:lnTo>
                <a:lnTo>
                  <a:pt x="2192861" y="3587968"/>
                </a:lnTo>
                <a:lnTo>
                  <a:pt x="2192640" y="3588426"/>
                </a:lnTo>
                <a:lnTo>
                  <a:pt x="2192410" y="3588877"/>
                </a:lnTo>
                <a:lnTo>
                  <a:pt x="2192170" y="3589319"/>
                </a:lnTo>
                <a:lnTo>
                  <a:pt x="2191921" y="3589753"/>
                </a:lnTo>
                <a:lnTo>
                  <a:pt x="2191663" y="3590178"/>
                </a:lnTo>
                <a:lnTo>
                  <a:pt x="2191395" y="3590596"/>
                </a:lnTo>
                <a:lnTo>
                  <a:pt x="2191118" y="3591005"/>
                </a:lnTo>
                <a:lnTo>
                  <a:pt x="2190832" y="3591406"/>
                </a:lnTo>
                <a:lnTo>
                  <a:pt x="2190536" y="3591798"/>
                </a:lnTo>
                <a:lnTo>
                  <a:pt x="2190231" y="3592183"/>
                </a:lnTo>
                <a:lnTo>
                  <a:pt x="2189916" y="3592559"/>
                </a:lnTo>
                <a:lnTo>
                  <a:pt x="2189592" y="3592927"/>
                </a:lnTo>
                <a:lnTo>
                  <a:pt x="2189258" y="3593287"/>
                </a:lnTo>
                <a:lnTo>
                  <a:pt x="2188916" y="3593639"/>
                </a:lnTo>
                <a:lnTo>
                  <a:pt x="2188563" y="3593982"/>
                </a:lnTo>
                <a:lnTo>
                  <a:pt x="2188202" y="3594317"/>
                </a:lnTo>
                <a:lnTo>
                  <a:pt x="2187831" y="3594644"/>
                </a:lnTo>
                <a:lnTo>
                  <a:pt x="2187450" y="3594963"/>
                </a:lnTo>
                <a:lnTo>
                  <a:pt x="2187061" y="3595274"/>
                </a:lnTo>
                <a:lnTo>
                  <a:pt x="2186661" y="3595576"/>
                </a:lnTo>
                <a:lnTo>
                  <a:pt x="2186253" y="3595870"/>
                </a:lnTo>
                <a:lnTo>
                  <a:pt x="2185835" y="3596156"/>
                </a:lnTo>
                <a:lnTo>
                  <a:pt x="2185421" y="3596432"/>
                </a:lnTo>
                <a:lnTo>
                  <a:pt x="2184998" y="3596696"/>
                </a:lnTo>
                <a:lnTo>
                  <a:pt x="2184564" y="3596948"/>
                </a:lnTo>
                <a:lnTo>
                  <a:pt x="2184121" y="3597189"/>
                </a:lnTo>
                <a:lnTo>
                  <a:pt x="2183667" y="3597418"/>
                </a:lnTo>
                <a:lnTo>
                  <a:pt x="2183204" y="3597635"/>
                </a:lnTo>
                <a:lnTo>
                  <a:pt x="2182730" y="3597841"/>
                </a:lnTo>
                <a:lnTo>
                  <a:pt x="2182247" y="3598035"/>
                </a:lnTo>
                <a:lnTo>
                  <a:pt x="2181754" y="3598216"/>
                </a:lnTo>
                <a:lnTo>
                  <a:pt x="2181250" y="3598387"/>
                </a:lnTo>
                <a:lnTo>
                  <a:pt x="2180737" y="3598545"/>
                </a:lnTo>
                <a:lnTo>
                  <a:pt x="2180213" y="3598692"/>
                </a:lnTo>
                <a:lnTo>
                  <a:pt x="2179680" y="3598827"/>
                </a:lnTo>
                <a:lnTo>
                  <a:pt x="2179137" y="3598950"/>
                </a:lnTo>
                <a:lnTo>
                  <a:pt x="2178583" y="3599062"/>
                </a:lnTo>
                <a:lnTo>
                  <a:pt x="2178020" y="3599162"/>
                </a:lnTo>
                <a:lnTo>
                  <a:pt x="2177447" y="3599250"/>
                </a:lnTo>
                <a:lnTo>
                  <a:pt x="2176864" y="3599326"/>
                </a:lnTo>
                <a:lnTo>
                  <a:pt x="2176271" y="3599391"/>
                </a:lnTo>
                <a:lnTo>
                  <a:pt x="2175667" y="3599443"/>
                </a:lnTo>
                <a:lnTo>
                  <a:pt x="2175054" y="3599485"/>
                </a:lnTo>
                <a:lnTo>
                  <a:pt x="2174431" y="3599514"/>
                </a:lnTo>
                <a:lnTo>
                  <a:pt x="2173798" y="3599532"/>
                </a:lnTo>
                <a:lnTo>
                  <a:pt x="2173155" y="3599537"/>
                </a:lnTo>
                <a:lnTo>
                  <a:pt x="2172472" y="3599532"/>
                </a:lnTo>
                <a:lnTo>
                  <a:pt x="2171803" y="3599514"/>
                </a:lnTo>
                <a:lnTo>
                  <a:pt x="2171150" y="3599485"/>
                </a:lnTo>
                <a:lnTo>
                  <a:pt x="2170511" y="3599443"/>
                </a:lnTo>
                <a:lnTo>
                  <a:pt x="2169886" y="3599391"/>
                </a:lnTo>
                <a:lnTo>
                  <a:pt x="2169277" y="3599326"/>
                </a:lnTo>
                <a:lnTo>
                  <a:pt x="2168682" y="3599250"/>
                </a:lnTo>
                <a:lnTo>
                  <a:pt x="2168102" y="3599162"/>
                </a:lnTo>
                <a:lnTo>
                  <a:pt x="2167536" y="3599062"/>
                </a:lnTo>
                <a:close/>
                <a:moveTo>
                  <a:pt x="2644184" y="3631660"/>
                </a:moveTo>
                <a:lnTo>
                  <a:pt x="2728717" y="3631660"/>
                </a:lnTo>
                <a:lnTo>
                  <a:pt x="2728717" y="3619487"/>
                </a:lnTo>
                <a:lnTo>
                  <a:pt x="2644184" y="3619487"/>
                </a:lnTo>
                <a:lnTo>
                  <a:pt x="2644184" y="3631660"/>
                </a:lnTo>
                <a:close/>
                <a:moveTo>
                  <a:pt x="2292450" y="3754857"/>
                </a:moveTo>
                <a:lnTo>
                  <a:pt x="2292450" y="3738626"/>
                </a:lnTo>
                <a:lnTo>
                  <a:pt x="2276558" y="3738626"/>
                </a:lnTo>
                <a:lnTo>
                  <a:pt x="2276558" y="3754857"/>
                </a:lnTo>
                <a:lnTo>
                  <a:pt x="2292450" y="3754857"/>
                </a:lnTo>
                <a:close/>
                <a:moveTo>
                  <a:pt x="2697947" y="3754857"/>
                </a:moveTo>
                <a:lnTo>
                  <a:pt x="2697947" y="3738626"/>
                </a:lnTo>
                <a:lnTo>
                  <a:pt x="2682055" y="3738626"/>
                </a:lnTo>
                <a:lnTo>
                  <a:pt x="2682055" y="3754857"/>
                </a:lnTo>
                <a:lnTo>
                  <a:pt x="2697947" y="3754857"/>
                </a:lnTo>
                <a:close/>
                <a:moveTo>
                  <a:pt x="2604970" y="3860542"/>
                </a:moveTo>
                <a:lnTo>
                  <a:pt x="2605491" y="3860503"/>
                </a:lnTo>
                <a:lnTo>
                  <a:pt x="2606012" y="3860458"/>
                </a:lnTo>
                <a:lnTo>
                  <a:pt x="2606534" y="3860409"/>
                </a:lnTo>
                <a:lnTo>
                  <a:pt x="2607055" y="3860355"/>
                </a:lnTo>
                <a:lnTo>
                  <a:pt x="2607576" y="3860296"/>
                </a:lnTo>
                <a:lnTo>
                  <a:pt x="2608098" y="3860232"/>
                </a:lnTo>
                <a:lnTo>
                  <a:pt x="2608619" y="3860164"/>
                </a:lnTo>
                <a:lnTo>
                  <a:pt x="2609140" y="3860092"/>
                </a:lnTo>
                <a:lnTo>
                  <a:pt x="2609661" y="3860014"/>
                </a:lnTo>
                <a:lnTo>
                  <a:pt x="2610183" y="3859932"/>
                </a:lnTo>
                <a:lnTo>
                  <a:pt x="2610704" y="3859845"/>
                </a:lnTo>
                <a:lnTo>
                  <a:pt x="2611225" y="3859753"/>
                </a:lnTo>
                <a:lnTo>
                  <a:pt x="2611747" y="3859657"/>
                </a:lnTo>
                <a:lnTo>
                  <a:pt x="2612268" y="3859556"/>
                </a:lnTo>
                <a:lnTo>
                  <a:pt x="2612789" y="3859451"/>
                </a:lnTo>
                <a:lnTo>
                  <a:pt x="2613310" y="3859340"/>
                </a:lnTo>
                <a:lnTo>
                  <a:pt x="2613828" y="3859239"/>
                </a:lnTo>
                <a:lnTo>
                  <a:pt x="2614338" y="3859135"/>
                </a:lnTo>
                <a:lnTo>
                  <a:pt x="2614840" y="3859026"/>
                </a:lnTo>
                <a:lnTo>
                  <a:pt x="2615334" y="3858913"/>
                </a:lnTo>
                <a:lnTo>
                  <a:pt x="2615821" y="3858796"/>
                </a:lnTo>
                <a:lnTo>
                  <a:pt x="2616301" y="3858674"/>
                </a:lnTo>
                <a:lnTo>
                  <a:pt x="2616772" y="3858549"/>
                </a:lnTo>
                <a:lnTo>
                  <a:pt x="2617236" y="3858420"/>
                </a:lnTo>
                <a:lnTo>
                  <a:pt x="2617693" y="3858286"/>
                </a:lnTo>
                <a:lnTo>
                  <a:pt x="2618142" y="3858149"/>
                </a:lnTo>
                <a:lnTo>
                  <a:pt x="2618583" y="3858007"/>
                </a:lnTo>
                <a:lnTo>
                  <a:pt x="2619016" y="3857861"/>
                </a:lnTo>
                <a:lnTo>
                  <a:pt x="2619442" y="3857711"/>
                </a:lnTo>
                <a:lnTo>
                  <a:pt x="2619861" y="3857557"/>
                </a:lnTo>
                <a:lnTo>
                  <a:pt x="2620271" y="3857399"/>
                </a:lnTo>
                <a:lnTo>
                  <a:pt x="2620674" y="3857236"/>
                </a:lnTo>
                <a:lnTo>
                  <a:pt x="2621070" y="3857070"/>
                </a:lnTo>
                <a:lnTo>
                  <a:pt x="2621457" y="3856899"/>
                </a:lnTo>
                <a:lnTo>
                  <a:pt x="2621838" y="3856725"/>
                </a:lnTo>
                <a:lnTo>
                  <a:pt x="2622210" y="3856546"/>
                </a:lnTo>
                <a:lnTo>
                  <a:pt x="2622575" y="3856363"/>
                </a:lnTo>
                <a:lnTo>
                  <a:pt x="2622932" y="3856176"/>
                </a:lnTo>
                <a:lnTo>
                  <a:pt x="2623282" y="3855985"/>
                </a:lnTo>
                <a:lnTo>
                  <a:pt x="2623624" y="3855790"/>
                </a:lnTo>
                <a:lnTo>
                  <a:pt x="2623624" y="3842772"/>
                </a:lnTo>
                <a:lnTo>
                  <a:pt x="2623326" y="3842912"/>
                </a:lnTo>
                <a:lnTo>
                  <a:pt x="2623024" y="3843052"/>
                </a:lnTo>
                <a:lnTo>
                  <a:pt x="2622717" y="3843192"/>
                </a:lnTo>
                <a:lnTo>
                  <a:pt x="2622407" y="3843330"/>
                </a:lnTo>
                <a:lnTo>
                  <a:pt x="2622093" y="3843469"/>
                </a:lnTo>
                <a:lnTo>
                  <a:pt x="2621774" y="3843606"/>
                </a:lnTo>
                <a:lnTo>
                  <a:pt x="2621452" y="3843743"/>
                </a:lnTo>
                <a:lnTo>
                  <a:pt x="2621125" y="3843880"/>
                </a:lnTo>
                <a:lnTo>
                  <a:pt x="2620794" y="3844016"/>
                </a:lnTo>
                <a:lnTo>
                  <a:pt x="2620459" y="3844151"/>
                </a:lnTo>
                <a:lnTo>
                  <a:pt x="2620120" y="3844286"/>
                </a:lnTo>
                <a:lnTo>
                  <a:pt x="2619777" y="3844420"/>
                </a:lnTo>
                <a:lnTo>
                  <a:pt x="2619430" y="3844554"/>
                </a:lnTo>
                <a:lnTo>
                  <a:pt x="2619079" y="3844687"/>
                </a:lnTo>
                <a:lnTo>
                  <a:pt x="2618723" y="3844819"/>
                </a:lnTo>
                <a:lnTo>
                  <a:pt x="2618364" y="3844951"/>
                </a:lnTo>
                <a:lnTo>
                  <a:pt x="2618000" y="3845082"/>
                </a:lnTo>
                <a:lnTo>
                  <a:pt x="2617632" y="3845212"/>
                </a:lnTo>
                <a:lnTo>
                  <a:pt x="2617260" y="3845342"/>
                </a:lnTo>
                <a:lnTo>
                  <a:pt x="2616884" y="3845472"/>
                </a:lnTo>
                <a:lnTo>
                  <a:pt x="2616504" y="3845601"/>
                </a:lnTo>
                <a:lnTo>
                  <a:pt x="2616120" y="3845729"/>
                </a:lnTo>
                <a:lnTo>
                  <a:pt x="2615732" y="3845857"/>
                </a:lnTo>
                <a:lnTo>
                  <a:pt x="2615339" y="3845984"/>
                </a:lnTo>
                <a:lnTo>
                  <a:pt x="2614957" y="3846094"/>
                </a:lnTo>
                <a:lnTo>
                  <a:pt x="2614573" y="3846200"/>
                </a:lnTo>
                <a:lnTo>
                  <a:pt x="2614185" y="3846301"/>
                </a:lnTo>
                <a:lnTo>
                  <a:pt x="2613794" y="3846397"/>
                </a:lnTo>
                <a:lnTo>
                  <a:pt x="2613401" y="3846489"/>
                </a:lnTo>
                <a:lnTo>
                  <a:pt x="2613004" y="3846576"/>
                </a:lnTo>
                <a:lnTo>
                  <a:pt x="2612605" y="3846658"/>
                </a:lnTo>
                <a:lnTo>
                  <a:pt x="2612202" y="3846735"/>
                </a:lnTo>
                <a:lnTo>
                  <a:pt x="2611797" y="3846808"/>
                </a:lnTo>
                <a:lnTo>
                  <a:pt x="2611389" y="3846876"/>
                </a:lnTo>
                <a:lnTo>
                  <a:pt x="2610977" y="3846940"/>
                </a:lnTo>
                <a:lnTo>
                  <a:pt x="2610563" y="3846998"/>
                </a:lnTo>
                <a:lnTo>
                  <a:pt x="2610146" y="3847052"/>
                </a:lnTo>
                <a:lnTo>
                  <a:pt x="2609726" y="3847102"/>
                </a:lnTo>
                <a:lnTo>
                  <a:pt x="2609303" y="3847146"/>
                </a:lnTo>
                <a:lnTo>
                  <a:pt x="2608877" y="3847186"/>
                </a:lnTo>
                <a:lnTo>
                  <a:pt x="2608448" y="3847221"/>
                </a:lnTo>
                <a:lnTo>
                  <a:pt x="2608017" y="3847252"/>
                </a:lnTo>
                <a:lnTo>
                  <a:pt x="2607582" y="3847278"/>
                </a:lnTo>
                <a:lnTo>
                  <a:pt x="2607144" y="3847299"/>
                </a:lnTo>
                <a:lnTo>
                  <a:pt x="2606704" y="3847315"/>
                </a:lnTo>
                <a:lnTo>
                  <a:pt x="2606260" y="3847327"/>
                </a:lnTo>
                <a:lnTo>
                  <a:pt x="2605814" y="3847334"/>
                </a:lnTo>
                <a:lnTo>
                  <a:pt x="2605364" y="3847336"/>
                </a:lnTo>
                <a:lnTo>
                  <a:pt x="2604791" y="3847333"/>
                </a:lnTo>
                <a:lnTo>
                  <a:pt x="2604226" y="3847325"/>
                </a:lnTo>
                <a:lnTo>
                  <a:pt x="2603668" y="3847310"/>
                </a:lnTo>
                <a:lnTo>
                  <a:pt x="2603120" y="3847289"/>
                </a:lnTo>
                <a:lnTo>
                  <a:pt x="2602579" y="3847263"/>
                </a:lnTo>
                <a:lnTo>
                  <a:pt x="2602046" y="3847231"/>
                </a:lnTo>
                <a:lnTo>
                  <a:pt x="2601522" y="3847193"/>
                </a:lnTo>
                <a:lnTo>
                  <a:pt x="2601006" y="3847149"/>
                </a:lnTo>
                <a:lnTo>
                  <a:pt x="2600498" y="3847099"/>
                </a:lnTo>
                <a:lnTo>
                  <a:pt x="2599999" y="3847043"/>
                </a:lnTo>
                <a:lnTo>
                  <a:pt x="2599507" y="3846981"/>
                </a:lnTo>
                <a:lnTo>
                  <a:pt x="2599024" y="3846914"/>
                </a:lnTo>
                <a:lnTo>
                  <a:pt x="2598549" y="3846840"/>
                </a:lnTo>
                <a:lnTo>
                  <a:pt x="2598083" y="3846761"/>
                </a:lnTo>
                <a:lnTo>
                  <a:pt x="2597624" y="3846676"/>
                </a:lnTo>
                <a:lnTo>
                  <a:pt x="2597174" y="3846585"/>
                </a:lnTo>
                <a:lnTo>
                  <a:pt x="2596732" y="3846488"/>
                </a:lnTo>
                <a:lnTo>
                  <a:pt x="2596298" y="3846385"/>
                </a:lnTo>
                <a:lnTo>
                  <a:pt x="2595872" y="3846277"/>
                </a:lnTo>
                <a:lnTo>
                  <a:pt x="2595455" y="3846162"/>
                </a:lnTo>
                <a:lnTo>
                  <a:pt x="2595046" y="3846042"/>
                </a:lnTo>
                <a:lnTo>
                  <a:pt x="2594645" y="3845916"/>
                </a:lnTo>
                <a:lnTo>
                  <a:pt x="2594252" y="3845784"/>
                </a:lnTo>
                <a:lnTo>
                  <a:pt x="2593868" y="3845646"/>
                </a:lnTo>
                <a:lnTo>
                  <a:pt x="2593491" y="3845501"/>
                </a:lnTo>
                <a:lnTo>
                  <a:pt x="2593122" y="3845350"/>
                </a:lnTo>
                <a:lnTo>
                  <a:pt x="2592761" y="3845191"/>
                </a:lnTo>
                <a:lnTo>
                  <a:pt x="2592407" y="3845026"/>
                </a:lnTo>
                <a:lnTo>
                  <a:pt x="2592061" y="3844853"/>
                </a:lnTo>
                <a:lnTo>
                  <a:pt x="2591723" y="3844673"/>
                </a:lnTo>
                <a:lnTo>
                  <a:pt x="2591392" y="3844487"/>
                </a:lnTo>
                <a:lnTo>
                  <a:pt x="2591069" y="3844293"/>
                </a:lnTo>
                <a:lnTo>
                  <a:pt x="2590753" y="3844092"/>
                </a:lnTo>
                <a:lnTo>
                  <a:pt x="2590445" y="3843884"/>
                </a:lnTo>
                <a:lnTo>
                  <a:pt x="2590145" y="3843670"/>
                </a:lnTo>
                <a:lnTo>
                  <a:pt x="2589852" y="3843448"/>
                </a:lnTo>
                <a:lnTo>
                  <a:pt x="2589567" y="3843219"/>
                </a:lnTo>
                <a:lnTo>
                  <a:pt x="2589290" y="3842983"/>
                </a:lnTo>
                <a:lnTo>
                  <a:pt x="2589020" y="3842740"/>
                </a:lnTo>
                <a:lnTo>
                  <a:pt x="2588758" y="3842490"/>
                </a:lnTo>
                <a:lnTo>
                  <a:pt x="2588504" y="3842233"/>
                </a:lnTo>
                <a:lnTo>
                  <a:pt x="2588257" y="3841968"/>
                </a:lnTo>
                <a:lnTo>
                  <a:pt x="2588018" y="3841697"/>
                </a:lnTo>
                <a:lnTo>
                  <a:pt x="2587786" y="3841419"/>
                </a:lnTo>
                <a:lnTo>
                  <a:pt x="2587562" y="3841134"/>
                </a:lnTo>
                <a:lnTo>
                  <a:pt x="2587346" y="3840841"/>
                </a:lnTo>
                <a:lnTo>
                  <a:pt x="2587137" y="3840542"/>
                </a:lnTo>
                <a:lnTo>
                  <a:pt x="2586936" y="3840236"/>
                </a:lnTo>
                <a:lnTo>
                  <a:pt x="2586743" y="3839922"/>
                </a:lnTo>
                <a:lnTo>
                  <a:pt x="2586558" y="3839602"/>
                </a:lnTo>
                <a:lnTo>
                  <a:pt x="2586381" y="3839274"/>
                </a:lnTo>
                <a:lnTo>
                  <a:pt x="2586213" y="3838939"/>
                </a:lnTo>
                <a:lnTo>
                  <a:pt x="2586053" y="3838598"/>
                </a:lnTo>
                <a:lnTo>
                  <a:pt x="2585901" y="3838249"/>
                </a:lnTo>
                <a:lnTo>
                  <a:pt x="2585757" y="3837893"/>
                </a:lnTo>
                <a:lnTo>
                  <a:pt x="2585621" y="3837530"/>
                </a:lnTo>
                <a:lnTo>
                  <a:pt x="2585494" y="3837161"/>
                </a:lnTo>
                <a:lnTo>
                  <a:pt x="2585375" y="3836784"/>
                </a:lnTo>
                <a:lnTo>
                  <a:pt x="2585264" y="3836400"/>
                </a:lnTo>
                <a:lnTo>
                  <a:pt x="2585161" y="3836009"/>
                </a:lnTo>
                <a:lnTo>
                  <a:pt x="2585066" y="3835611"/>
                </a:lnTo>
                <a:lnTo>
                  <a:pt x="2584980" y="3835206"/>
                </a:lnTo>
                <a:lnTo>
                  <a:pt x="2584902" y="3834794"/>
                </a:lnTo>
                <a:lnTo>
                  <a:pt x="2584832" y="3834375"/>
                </a:lnTo>
                <a:lnTo>
                  <a:pt x="2584770" y="3833948"/>
                </a:lnTo>
                <a:lnTo>
                  <a:pt x="2584717" y="3833515"/>
                </a:lnTo>
                <a:lnTo>
                  <a:pt x="2584672" y="3833075"/>
                </a:lnTo>
                <a:lnTo>
                  <a:pt x="2584635" y="3832628"/>
                </a:lnTo>
                <a:lnTo>
                  <a:pt x="2584606" y="3832173"/>
                </a:lnTo>
                <a:lnTo>
                  <a:pt x="2584586" y="3831712"/>
                </a:lnTo>
                <a:lnTo>
                  <a:pt x="2584573" y="3831243"/>
                </a:lnTo>
                <a:lnTo>
                  <a:pt x="2584569" y="3830768"/>
                </a:lnTo>
                <a:lnTo>
                  <a:pt x="2584569" y="3785796"/>
                </a:lnTo>
                <a:lnTo>
                  <a:pt x="2623624" y="3785796"/>
                </a:lnTo>
                <a:lnTo>
                  <a:pt x="2623624" y="3772609"/>
                </a:lnTo>
                <a:lnTo>
                  <a:pt x="2584569" y="3772609"/>
                </a:lnTo>
                <a:lnTo>
                  <a:pt x="2584569" y="3745051"/>
                </a:lnTo>
                <a:lnTo>
                  <a:pt x="2574087" y="3745051"/>
                </a:lnTo>
                <a:lnTo>
                  <a:pt x="2568169" y="3772609"/>
                </a:lnTo>
                <a:lnTo>
                  <a:pt x="2542640" y="3772609"/>
                </a:lnTo>
                <a:lnTo>
                  <a:pt x="2542640" y="3785796"/>
                </a:lnTo>
                <a:lnTo>
                  <a:pt x="2567662" y="3785796"/>
                </a:lnTo>
                <a:lnTo>
                  <a:pt x="2567662" y="3832120"/>
                </a:lnTo>
                <a:lnTo>
                  <a:pt x="2567678" y="3833374"/>
                </a:lnTo>
                <a:lnTo>
                  <a:pt x="2567725" y="3834598"/>
                </a:lnTo>
                <a:lnTo>
                  <a:pt x="2567802" y="3835792"/>
                </a:lnTo>
                <a:lnTo>
                  <a:pt x="2567911" y="3836958"/>
                </a:lnTo>
                <a:lnTo>
                  <a:pt x="2568051" y="3838093"/>
                </a:lnTo>
                <a:lnTo>
                  <a:pt x="2568222" y="3839200"/>
                </a:lnTo>
                <a:lnTo>
                  <a:pt x="2568425" y="3840277"/>
                </a:lnTo>
                <a:lnTo>
                  <a:pt x="2568658" y="3841325"/>
                </a:lnTo>
                <a:lnTo>
                  <a:pt x="2568923" y="3842344"/>
                </a:lnTo>
                <a:lnTo>
                  <a:pt x="2569218" y="3843333"/>
                </a:lnTo>
                <a:lnTo>
                  <a:pt x="2569545" y="3844293"/>
                </a:lnTo>
                <a:lnTo>
                  <a:pt x="2569903" y="3845223"/>
                </a:lnTo>
                <a:lnTo>
                  <a:pt x="2570292" y="3846124"/>
                </a:lnTo>
                <a:lnTo>
                  <a:pt x="2570712" y="3846996"/>
                </a:lnTo>
                <a:lnTo>
                  <a:pt x="2571163" y="3847838"/>
                </a:lnTo>
                <a:lnTo>
                  <a:pt x="2571645" y="3848651"/>
                </a:lnTo>
                <a:lnTo>
                  <a:pt x="2572158" y="3849435"/>
                </a:lnTo>
                <a:lnTo>
                  <a:pt x="2572703" y="3850189"/>
                </a:lnTo>
                <a:lnTo>
                  <a:pt x="2573278" y="3850914"/>
                </a:lnTo>
                <a:lnTo>
                  <a:pt x="2573885" y="3851610"/>
                </a:lnTo>
                <a:lnTo>
                  <a:pt x="2574523" y="3852276"/>
                </a:lnTo>
                <a:lnTo>
                  <a:pt x="2575192" y="3852913"/>
                </a:lnTo>
                <a:lnTo>
                  <a:pt x="2575892" y="3853521"/>
                </a:lnTo>
                <a:lnTo>
                  <a:pt x="2576623" y="3854099"/>
                </a:lnTo>
                <a:lnTo>
                  <a:pt x="2577381" y="3854637"/>
                </a:lnTo>
                <a:lnTo>
                  <a:pt x="2578160" y="3855152"/>
                </a:lnTo>
                <a:lnTo>
                  <a:pt x="2578961" y="3855644"/>
                </a:lnTo>
                <a:lnTo>
                  <a:pt x="2579784" y="3856114"/>
                </a:lnTo>
                <a:lnTo>
                  <a:pt x="2580628" y="3856560"/>
                </a:lnTo>
                <a:lnTo>
                  <a:pt x="2581494" y="3856984"/>
                </a:lnTo>
                <a:lnTo>
                  <a:pt x="2582382" y="3857384"/>
                </a:lnTo>
                <a:lnTo>
                  <a:pt x="2583292" y="3857762"/>
                </a:lnTo>
                <a:lnTo>
                  <a:pt x="2584223" y="3858117"/>
                </a:lnTo>
                <a:lnTo>
                  <a:pt x="2585176" y="3858449"/>
                </a:lnTo>
                <a:lnTo>
                  <a:pt x="2586151" y="3858758"/>
                </a:lnTo>
                <a:lnTo>
                  <a:pt x="2587147" y="3859044"/>
                </a:lnTo>
                <a:lnTo>
                  <a:pt x="2588166" y="3859308"/>
                </a:lnTo>
                <a:lnTo>
                  <a:pt x="2589206" y="3859548"/>
                </a:lnTo>
                <a:lnTo>
                  <a:pt x="2590267" y="3859765"/>
                </a:lnTo>
                <a:lnTo>
                  <a:pt x="2591351" y="3859960"/>
                </a:lnTo>
                <a:lnTo>
                  <a:pt x="2592456" y="3860132"/>
                </a:lnTo>
                <a:lnTo>
                  <a:pt x="2593583" y="3860281"/>
                </a:lnTo>
                <a:lnTo>
                  <a:pt x="2594731" y="3860407"/>
                </a:lnTo>
                <a:lnTo>
                  <a:pt x="2595901" y="3860510"/>
                </a:lnTo>
                <a:lnTo>
                  <a:pt x="2597093" y="3860590"/>
                </a:lnTo>
                <a:lnTo>
                  <a:pt x="2598307" y="3860647"/>
                </a:lnTo>
                <a:lnTo>
                  <a:pt x="2599542" y="3860681"/>
                </a:lnTo>
                <a:lnTo>
                  <a:pt x="2600800" y="3860693"/>
                </a:lnTo>
                <a:lnTo>
                  <a:pt x="2601321" y="3860690"/>
                </a:lnTo>
                <a:lnTo>
                  <a:pt x="2601842" y="3860683"/>
                </a:lnTo>
                <a:lnTo>
                  <a:pt x="2602363" y="3860672"/>
                </a:lnTo>
                <a:lnTo>
                  <a:pt x="2602885" y="3860655"/>
                </a:lnTo>
                <a:lnTo>
                  <a:pt x="2603406" y="3860634"/>
                </a:lnTo>
                <a:lnTo>
                  <a:pt x="2603927" y="3860608"/>
                </a:lnTo>
                <a:lnTo>
                  <a:pt x="2604449" y="3860578"/>
                </a:lnTo>
                <a:lnTo>
                  <a:pt x="2604970" y="3860542"/>
                </a:lnTo>
                <a:close/>
                <a:moveTo>
                  <a:pt x="2199994" y="3860503"/>
                </a:moveTo>
                <a:lnTo>
                  <a:pt x="2200516" y="3860458"/>
                </a:lnTo>
                <a:lnTo>
                  <a:pt x="2201037" y="3860409"/>
                </a:lnTo>
                <a:lnTo>
                  <a:pt x="2201558" y="3860355"/>
                </a:lnTo>
                <a:lnTo>
                  <a:pt x="2202079" y="3860296"/>
                </a:lnTo>
                <a:lnTo>
                  <a:pt x="2202601" y="3860232"/>
                </a:lnTo>
                <a:lnTo>
                  <a:pt x="2203122" y="3860164"/>
                </a:lnTo>
                <a:lnTo>
                  <a:pt x="2203643" y="3860092"/>
                </a:lnTo>
                <a:lnTo>
                  <a:pt x="2204164" y="3860014"/>
                </a:lnTo>
                <a:lnTo>
                  <a:pt x="2204686" y="3859932"/>
                </a:lnTo>
                <a:lnTo>
                  <a:pt x="2205207" y="3859845"/>
                </a:lnTo>
                <a:lnTo>
                  <a:pt x="2205728" y="3859753"/>
                </a:lnTo>
                <a:lnTo>
                  <a:pt x="2206250" y="3859657"/>
                </a:lnTo>
                <a:lnTo>
                  <a:pt x="2206771" y="3859556"/>
                </a:lnTo>
                <a:lnTo>
                  <a:pt x="2207292" y="3859451"/>
                </a:lnTo>
                <a:lnTo>
                  <a:pt x="2207813" y="3859340"/>
                </a:lnTo>
                <a:lnTo>
                  <a:pt x="2208331" y="3859239"/>
                </a:lnTo>
                <a:lnTo>
                  <a:pt x="2208841" y="3859135"/>
                </a:lnTo>
                <a:lnTo>
                  <a:pt x="2209343" y="3859026"/>
                </a:lnTo>
                <a:lnTo>
                  <a:pt x="2209837" y="3858913"/>
                </a:lnTo>
                <a:lnTo>
                  <a:pt x="2210324" y="3858796"/>
                </a:lnTo>
                <a:lnTo>
                  <a:pt x="2210804" y="3858674"/>
                </a:lnTo>
                <a:lnTo>
                  <a:pt x="2211275" y="3858549"/>
                </a:lnTo>
                <a:lnTo>
                  <a:pt x="2211739" y="3858420"/>
                </a:lnTo>
                <a:lnTo>
                  <a:pt x="2212196" y="3858286"/>
                </a:lnTo>
                <a:lnTo>
                  <a:pt x="2212645" y="3858149"/>
                </a:lnTo>
                <a:lnTo>
                  <a:pt x="2213086" y="3858007"/>
                </a:lnTo>
                <a:lnTo>
                  <a:pt x="2213519" y="3857861"/>
                </a:lnTo>
                <a:lnTo>
                  <a:pt x="2213945" y="3857711"/>
                </a:lnTo>
                <a:lnTo>
                  <a:pt x="2214364" y="3857557"/>
                </a:lnTo>
                <a:lnTo>
                  <a:pt x="2214774" y="3857399"/>
                </a:lnTo>
                <a:lnTo>
                  <a:pt x="2215177" y="3857236"/>
                </a:lnTo>
                <a:lnTo>
                  <a:pt x="2215573" y="3857070"/>
                </a:lnTo>
                <a:lnTo>
                  <a:pt x="2215960" y="3856899"/>
                </a:lnTo>
                <a:lnTo>
                  <a:pt x="2216341" y="3856725"/>
                </a:lnTo>
                <a:lnTo>
                  <a:pt x="2216713" y="3856546"/>
                </a:lnTo>
                <a:lnTo>
                  <a:pt x="2217078" y="3856363"/>
                </a:lnTo>
                <a:lnTo>
                  <a:pt x="2217435" y="3856176"/>
                </a:lnTo>
                <a:lnTo>
                  <a:pt x="2217785" y="3855985"/>
                </a:lnTo>
                <a:lnTo>
                  <a:pt x="2218127" y="3855790"/>
                </a:lnTo>
                <a:lnTo>
                  <a:pt x="2218127" y="3842772"/>
                </a:lnTo>
                <a:lnTo>
                  <a:pt x="2217829" y="3842912"/>
                </a:lnTo>
                <a:lnTo>
                  <a:pt x="2217527" y="3843052"/>
                </a:lnTo>
                <a:lnTo>
                  <a:pt x="2217221" y="3843192"/>
                </a:lnTo>
                <a:lnTo>
                  <a:pt x="2216910" y="3843330"/>
                </a:lnTo>
                <a:lnTo>
                  <a:pt x="2216596" y="3843469"/>
                </a:lnTo>
                <a:lnTo>
                  <a:pt x="2216277" y="3843606"/>
                </a:lnTo>
                <a:lnTo>
                  <a:pt x="2215955" y="3843743"/>
                </a:lnTo>
                <a:lnTo>
                  <a:pt x="2215628" y="3843880"/>
                </a:lnTo>
                <a:lnTo>
                  <a:pt x="2215297" y="3844016"/>
                </a:lnTo>
                <a:lnTo>
                  <a:pt x="2214962" y="3844151"/>
                </a:lnTo>
                <a:lnTo>
                  <a:pt x="2214623" y="3844286"/>
                </a:lnTo>
                <a:lnTo>
                  <a:pt x="2214280" y="3844420"/>
                </a:lnTo>
                <a:lnTo>
                  <a:pt x="2213933" y="3844554"/>
                </a:lnTo>
                <a:lnTo>
                  <a:pt x="2213582" y="3844687"/>
                </a:lnTo>
                <a:lnTo>
                  <a:pt x="2213226" y="3844819"/>
                </a:lnTo>
                <a:lnTo>
                  <a:pt x="2212867" y="3844951"/>
                </a:lnTo>
                <a:lnTo>
                  <a:pt x="2212503" y="3845082"/>
                </a:lnTo>
                <a:lnTo>
                  <a:pt x="2212135" y="3845212"/>
                </a:lnTo>
                <a:lnTo>
                  <a:pt x="2211763" y="3845342"/>
                </a:lnTo>
                <a:lnTo>
                  <a:pt x="2211387" y="3845472"/>
                </a:lnTo>
                <a:lnTo>
                  <a:pt x="2211007" y="3845601"/>
                </a:lnTo>
                <a:lnTo>
                  <a:pt x="2210623" y="3845729"/>
                </a:lnTo>
                <a:lnTo>
                  <a:pt x="2210235" y="3845857"/>
                </a:lnTo>
                <a:lnTo>
                  <a:pt x="2209842" y="3845984"/>
                </a:lnTo>
                <a:lnTo>
                  <a:pt x="2209461" y="3846094"/>
                </a:lnTo>
                <a:lnTo>
                  <a:pt x="2209076" y="3846200"/>
                </a:lnTo>
                <a:lnTo>
                  <a:pt x="2208688" y="3846301"/>
                </a:lnTo>
                <a:lnTo>
                  <a:pt x="2208297" y="3846397"/>
                </a:lnTo>
                <a:lnTo>
                  <a:pt x="2207904" y="3846489"/>
                </a:lnTo>
                <a:lnTo>
                  <a:pt x="2207507" y="3846576"/>
                </a:lnTo>
                <a:lnTo>
                  <a:pt x="2207108" y="3846658"/>
                </a:lnTo>
                <a:lnTo>
                  <a:pt x="2206705" y="3846735"/>
                </a:lnTo>
                <a:lnTo>
                  <a:pt x="2206300" y="3846808"/>
                </a:lnTo>
                <a:lnTo>
                  <a:pt x="2205892" y="3846876"/>
                </a:lnTo>
                <a:lnTo>
                  <a:pt x="2205480" y="3846940"/>
                </a:lnTo>
                <a:lnTo>
                  <a:pt x="2205066" y="3846998"/>
                </a:lnTo>
                <a:lnTo>
                  <a:pt x="2204649" y="3847052"/>
                </a:lnTo>
                <a:lnTo>
                  <a:pt x="2204229" y="3847102"/>
                </a:lnTo>
                <a:lnTo>
                  <a:pt x="2203806" y="3847146"/>
                </a:lnTo>
                <a:lnTo>
                  <a:pt x="2203380" y="3847186"/>
                </a:lnTo>
                <a:lnTo>
                  <a:pt x="2202951" y="3847221"/>
                </a:lnTo>
                <a:lnTo>
                  <a:pt x="2202520" y="3847252"/>
                </a:lnTo>
                <a:lnTo>
                  <a:pt x="2202085" y="3847278"/>
                </a:lnTo>
                <a:lnTo>
                  <a:pt x="2201647" y="3847299"/>
                </a:lnTo>
                <a:lnTo>
                  <a:pt x="2201207" y="3847315"/>
                </a:lnTo>
                <a:lnTo>
                  <a:pt x="2200763" y="3847327"/>
                </a:lnTo>
                <a:lnTo>
                  <a:pt x="2200317" y="3847334"/>
                </a:lnTo>
                <a:lnTo>
                  <a:pt x="2199868" y="3847336"/>
                </a:lnTo>
                <a:lnTo>
                  <a:pt x="2199294" y="3847333"/>
                </a:lnTo>
                <a:lnTo>
                  <a:pt x="2198729" y="3847325"/>
                </a:lnTo>
                <a:lnTo>
                  <a:pt x="2198171" y="3847310"/>
                </a:lnTo>
                <a:lnTo>
                  <a:pt x="2197623" y="3847289"/>
                </a:lnTo>
                <a:lnTo>
                  <a:pt x="2197082" y="3847263"/>
                </a:lnTo>
                <a:lnTo>
                  <a:pt x="2196549" y="3847231"/>
                </a:lnTo>
                <a:lnTo>
                  <a:pt x="2196025" y="3847193"/>
                </a:lnTo>
                <a:lnTo>
                  <a:pt x="2195509" y="3847149"/>
                </a:lnTo>
                <a:lnTo>
                  <a:pt x="2195001" y="3847099"/>
                </a:lnTo>
                <a:lnTo>
                  <a:pt x="2194502" y="3847043"/>
                </a:lnTo>
                <a:lnTo>
                  <a:pt x="2194010" y="3846981"/>
                </a:lnTo>
                <a:lnTo>
                  <a:pt x="2193527" y="3846914"/>
                </a:lnTo>
                <a:lnTo>
                  <a:pt x="2193052" y="3846840"/>
                </a:lnTo>
                <a:lnTo>
                  <a:pt x="2192586" y="3846761"/>
                </a:lnTo>
                <a:lnTo>
                  <a:pt x="2192127" y="3846676"/>
                </a:lnTo>
                <a:lnTo>
                  <a:pt x="2191677" y="3846585"/>
                </a:lnTo>
                <a:lnTo>
                  <a:pt x="2191235" y="3846488"/>
                </a:lnTo>
                <a:lnTo>
                  <a:pt x="2190801" y="3846385"/>
                </a:lnTo>
                <a:lnTo>
                  <a:pt x="2190376" y="3846277"/>
                </a:lnTo>
                <a:lnTo>
                  <a:pt x="2189958" y="3846162"/>
                </a:lnTo>
                <a:lnTo>
                  <a:pt x="2189549" y="3846042"/>
                </a:lnTo>
                <a:lnTo>
                  <a:pt x="2189148" y="3845916"/>
                </a:lnTo>
                <a:lnTo>
                  <a:pt x="2188755" y="3845784"/>
                </a:lnTo>
                <a:lnTo>
                  <a:pt x="2188371" y="3845646"/>
                </a:lnTo>
                <a:lnTo>
                  <a:pt x="2187994" y="3845501"/>
                </a:lnTo>
                <a:lnTo>
                  <a:pt x="2187625" y="3845350"/>
                </a:lnTo>
                <a:lnTo>
                  <a:pt x="2187264" y="3845191"/>
                </a:lnTo>
                <a:lnTo>
                  <a:pt x="2186910" y="3845026"/>
                </a:lnTo>
                <a:lnTo>
                  <a:pt x="2186564" y="3844853"/>
                </a:lnTo>
                <a:lnTo>
                  <a:pt x="2186226" y="3844673"/>
                </a:lnTo>
                <a:lnTo>
                  <a:pt x="2185895" y="3844487"/>
                </a:lnTo>
                <a:lnTo>
                  <a:pt x="2185572" y="3844293"/>
                </a:lnTo>
                <a:lnTo>
                  <a:pt x="2185256" y="3844092"/>
                </a:lnTo>
                <a:lnTo>
                  <a:pt x="2184948" y="3843884"/>
                </a:lnTo>
                <a:lnTo>
                  <a:pt x="2184648" y="3843670"/>
                </a:lnTo>
                <a:lnTo>
                  <a:pt x="2184355" y="3843448"/>
                </a:lnTo>
                <a:lnTo>
                  <a:pt x="2184070" y="3843219"/>
                </a:lnTo>
                <a:lnTo>
                  <a:pt x="2183793" y="3842983"/>
                </a:lnTo>
                <a:lnTo>
                  <a:pt x="2183523" y="3842740"/>
                </a:lnTo>
                <a:lnTo>
                  <a:pt x="2183261" y="3842490"/>
                </a:lnTo>
                <a:lnTo>
                  <a:pt x="2183007" y="3842233"/>
                </a:lnTo>
                <a:lnTo>
                  <a:pt x="2182760" y="3841968"/>
                </a:lnTo>
                <a:lnTo>
                  <a:pt x="2182521" y="3841697"/>
                </a:lnTo>
                <a:lnTo>
                  <a:pt x="2182289" y="3841419"/>
                </a:lnTo>
                <a:lnTo>
                  <a:pt x="2182065" y="3841134"/>
                </a:lnTo>
                <a:lnTo>
                  <a:pt x="2181849" y="3840841"/>
                </a:lnTo>
                <a:lnTo>
                  <a:pt x="2181640" y="3840542"/>
                </a:lnTo>
                <a:lnTo>
                  <a:pt x="2181439" y="3840236"/>
                </a:lnTo>
                <a:lnTo>
                  <a:pt x="2181246" y="3839922"/>
                </a:lnTo>
                <a:lnTo>
                  <a:pt x="2181061" y="3839602"/>
                </a:lnTo>
                <a:lnTo>
                  <a:pt x="2180884" y="3839274"/>
                </a:lnTo>
                <a:lnTo>
                  <a:pt x="2180716" y="3838939"/>
                </a:lnTo>
                <a:lnTo>
                  <a:pt x="2180556" y="3838598"/>
                </a:lnTo>
                <a:lnTo>
                  <a:pt x="2180403" y="3838249"/>
                </a:lnTo>
                <a:lnTo>
                  <a:pt x="2180260" y="3837893"/>
                </a:lnTo>
                <a:lnTo>
                  <a:pt x="2180124" y="3837530"/>
                </a:lnTo>
                <a:lnTo>
                  <a:pt x="2179997" y="3837161"/>
                </a:lnTo>
                <a:lnTo>
                  <a:pt x="2179877" y="3836784"/>
                </a:lnTo>
                <a:lnTo>
                  <a:pt x="2179767" y="3836400"/>
                </a:lnTo>
                <a:lnTo>
                  <a:pt x="2179664" y="3836009"/>
                </a:lnTo>
                <a:lnTo>
                  <a:pt x="2179569" y="3835611"/>
                </a:lnTo>
                <a:lnTo>
                  <a:pt x="2179483" y="3835206"/>
                </a:lnTo>
                <a:lnTo>
                  <a:pt x="2179405" y="3834794"/>
                </a:lnTo>
                <a:lnTo>
                  <a:pt x="2179335" y="3834375"/>
                </a:lnTo>
                <a:lnTo>
                  <a:pt x="2179273" y="3833948"/>
                </a:lnTo>
                <a:lnTo>
                  <a:pt x="2179220" y="3833515"/>
                </a:lnTo>
                <a:lnTo>
                  <a:pt x="2179175" y="3833075"/>
                </a:lnTo>
                <a:lnTo>
                  <a:pt x="2179138" y="3832628"/>
                </a:lnTo>
                <a:lnTo>
                  <a:pt x="2179109" y="3832173"/>
                </a:lnTo>
                <a:lnTo>
                  <a:pt x="2179089" y="3831712"/>
                </a:lnTo>
                <a:lnTo>
                  <a:pt x="2179076" y="3831243"/>
                </a:lnTo>
                <a:lnTo>
                  <a:pt x="2179072" y="3830768"/>
                </a:lnTo>
                <a:lnTo>
                  <a:pt x="2179072" y="3785796"/>
                </a:lnTo>
                <a:lnTo>
                  <a:pt x="2218127" y="3785796"/>
                </a:lnTo>
                <a:lnTo>
                  <a:pt x="2218127" y="3772609"/>
                </a:lnTo>
                <a:lnTo>
                  <a:pt x="2179072" y="3772609"/>
                </a:lnTo>
                <a:lnTo>
                  <a:pt x="2179072" y="3745051"/>
                </a:lnTo>
                <a:lnTo>
                  <a:pt x="2168590" y="3745051"/>
                </a:lnTo>
                <a:lnTo>
                  <a:pt x="2162673" y="3772609"/>
                </a:lnTo>
                <a:lnTo>
                  <a:pt x="2137143" y="3772609"/>
                </a:lnTo>
                <a:lnTo>
                  <a:pt x="2137143" y="3785796"/>
                </a:lnTo>
                <a:lnTo>
                  <a:pt x="2162165" y="3785796"/>
                </a:lnTo>
                <a:lnTo>
                  <a:pt x="2162165" y="3832120"/>
                </a:lnTo>
                <a:lnTo>
                  <a:pt x="2162181" y="3833374"/>
                </a:lnTo>
                <a:lnTo>
                  <a:pt x="2162228" y="3834598"/>
                </a:lnTo>
                <a:lnTo>
                  <a:pt x="2162305" y="3835792"/>
                </a:lnTo>
                <a:lnTo>
                  <a:pt x="2162414" y="3836958"/>
                </a:lnTo>
                <a:lnTo>
                  <a:pt x="2162554" y="3838093"/>
                </a:lnTo>
                <a:lnTo>
                  <a:pt x="2162725" y="3839200"/>
                </a:lnTo>
                <a:lnTo>
                  <a:pt x="2162928" y="3840277"/>
                </a:lnTo>
                <a:lnTo>
                  <a:pt x="2163161" y="3841325"/>
                </a:lnTo>
                <a:lnTo>
                  <a:pt x="2163425" y="3842344"/>
                </a:lnTo>
                <a:lnTo>
                  <a:pt x="2163721" y="3843333"/>
                </a:lnTo>
                <a:lnTo>
                  <a:pt x="2164048" y="3844293"/>
                </a:lnTo>
                <a:lnTo>
                  <a:pt x="2164405" y="3845223"/>
                </a:lnTo>
                <a:lnTo>
                  <a:pt x="2164794" y="3846124"/>
                </a:lnTo>
                <a:lnTo>
                  <a:pt x="2165214" y="3846996"/>
                </a:lnTo>
                <a:lnTo>
                  <a:pt x="2165666" y="3847838"/>
                </a:lnTo>
                <a:lnTo>
                  <a:pt x="2166148" y="3848651"/>
                </a:lnTo>
                <a:lnTo>
                  <a:pt x="2166661" y="3849435"/>
                </a:lnTo>
                <a:lnTo>
                  <a:pt x="2167206" y="3850189"/>
                </a:lnTo>
                <a:lnTo>
                  <a:pt x="2167781" y="3850914"/>
                </a:lnTo>
                <a:lnTo>
                  <a:pt x="2168388" y="3851610"/>
                </a:lnTo>
                <a:lnTo>
                  <a:pt x="2169026" y="3852276"/>
                </a:lnTo>
                <a:lnTo>
                  <a:pt x="2169695" y="3852913"/>
                </a:lnTo>
                <a:lnTo>
                  <a:pt x="2170395" y="3853521"/>
                </a:lnTo>
                <a:lnTo>
                  <a:pt x="2171126" y="3854099"/>
                </a:lnTo>
                <a:lnTo>
                  <a:pt x="2171883" y="3854637"/>
                </a:lnTo>
                <a:lnTo>
                  <a:pt x="2172663" y="3855152"/>
                </a:lnTo>
                <a:lnTo>
                  <a:pt x="2173464" y="3855644"/>
                </a:lnTo>
                <a:lnTo>
                  <a:pt x="2174287" y="3856114"/>
                </a:lnTo>
                <a:lnTo>
                  <a:pt x="2175131" y="3856560"/>
                </a:lnTo>
                <a:lnTo>
                  <a:pt x="2175997" y="3856984"/>
                </a:lnTo>
                <a:lnTo>
                  <a:pt x="2176885" y="3857384"/>
                </a:lnTo>
                <a:lnTo>
                  <a:pt x="2177795" y="3857762"/>
                </a:lnTo>
                <a:lnTo>
                  <a:pt x="2178726" y="3858117"/>
                </a:lnTo>
                <a:lnTo>
                  <a:pt x="2179679" y="3858449"/>
                </a:lnTo>
                <a:lnTo>
                  <a:pt x="2180654" y="3858758"/>
                </a:lnTo>
                <a:lnTo>
                  <a:pt x="2181650" y="3859044"/>
                </a:lnTo>
                <a:lnTo>
                  <a:pt x="2182669" y="3859308"/>
                </a:lnTo>
                <a:lnTo>
                  <a:pt x="2183709" y="3859548"/>
                </a:lnTo>
                <a:lnTo>
                  <a:pt x="2184770" y="3859765"/>
                </a:lnTo>
                <a:lnTo>
                  <a:pt x="2185854" y="3859960"/>
                </a:lnTo>
                <a:lnTo>
                  <a:pt x="2186959" y="3860132"/>
                </a:lnTo>
                <a:lnTo>
                  <a:pt x="2188086" y="3860281"/>
                </a:lnTo>
                <a:lnTo>
                  <a:pt x="2189234" y="3860407"/>
                </a:lnTo>
                <a:lnTo>
                  <a:pt x="2190404" y="3860510"/>
                </a:lnTo>
                <a:lnTo>
                  <a:pt x="2191596" y="3860590"/>
                </a:lnTo>
                <a:lnTo>
                  <a:pt x="2192810" y="3860647"/>
                </a:lnTo>
                <a:lnTo>
                  <a:pt x="2194046" y="3860681"/>
                </a:lnTo>
                <a:lnTo>
                  <a:pt x="2195303" y="3860693"/>
                </a:lnTo>
                <a:lnTo>
                  <a:pt x="2195824" y="3860690"/>
                </a:lnTo>
                <a:lnTo>
                  <a:pt x="2196345" y="3860683"/>
                </a:lnTo>
                <a:lnTo>
                  <a:pt x="2196867" y="3860672"/>
                </a:lnTo>
                <a:lnTo>
                  <a:pt x="2197388" y="3860655"/>
                </a:lnTo>
                <a:lnTo>
                  <a:pt x="2197909" y="3860634"/>
                </a:lnTo>
                <a:lnTo>
                  <a:pt x="2198430" y="3860608"/>
                </a:lnTo>
                <a:lnTo>
                  <a:pt x="2198952" y="3860578"/>
                </a:lnTo>
                <a:lnTo>
                  <a:pt x="2199473" y="3860542"/>
                </a:lnTo>
                <a:lnTo>
                  <a:pt x="2199994" y="3860503"/>
                </a:lnTo>
                <a:close/>
                <a:moveTo>
                  <a:pt x="2294141" y="3859002"/>
                </a:moveTo>
                <a:lnTo>
                  <a:pt x="2323389" y="3859002"/>
                </a:lnTo>
                <a:lnTo>
                  <a:pt x="2323389" y="3845984"/>
                </a:lnTo>
                <a:lnTo>
                  <a:pt x="2294141" y="3845984"/>
                </a:lnTo>
                <a:lnTo>
                  <a:pt x="2294141" y="3772609"/>
                </a:lnTo>
                <a:lnTo>
                  <a:pt x="2246295" y="3772609"/>
                </a:lnTo>
                <a:lnTo>
                  <a:pt x="2246295" y="3785796"/>
                </a:lnTo>
                <a:lnTo>
                  <a:pt x="2277234" y="3785796"/>
                </a:lnTo>
                <a:lnTo>
                  <a:pt x="2277234" y="3845984"/>
                </a:lnTo>
                <a:lnTo>
                  <a:pt x="2246295" y="3845984"/>
                </a:lnTo>
                <a:lnTo>
                  <a:pt x="2246295" y="3859002"/>
                </a:lnTo>
                <a:lnTo>
                  <a:pt x="2277234" y="3859002"/>
                </a:lnTo>
                <a:lnTo>
                  <a:pt x="2294141" y="3859002"/>
                </a:lnTo>
                <a:close/>
                <a:moveTo>
                  <a:pt x="2651792" y="3785796"/>
                </a:moveTo>
                <a:lnTo>
                  <a:pt x="2682731" y="3785796"/>
                </a:lnTo>
                <a:lnTo>
                  <a:pt x="2682731" y="3845984"/>
                </a:lnTo>
                <a:lnTo>
                  <a:pt x="2651792" y="3845984"/>
                </a:lnTo>
                <a:lnTo>
                  <a:pt x="2651792" y="3859002"/>
                </a:lnTo>
                <a:lnTo>
                  <a:pt x="2682731" y="3859002"/>
                </a:lnTo>
                <a:lnTo>
                  <a:pt x="2699638" y="3859002"/>
                </a:lnTo>
                <a:lnTo>
                  <a:pt x="2728886" y="3859002"/>
                </a:lnTo>
                <a:lnTo>
                  <a:pt x="2728886" y="3845984"/>
                </a:lnTo>
                <a:lnTo>
                  <a:pt x="2699638" y="3845984"/>
                </a:lnTo>
                <a:lnTo>
                  <a:pt x="2699638" y="3772609"/>
                </a:lnTo>
                <a:lnTo>
                  <a:pt x="2651792" y="3772609"/>
                </a:lnTo>
                <a:lnTo>
                  <a:pt x="2651792" y="3785796"/>
                </a:lnTo>
                <a:close/>
                <a:moveTo>
                  <a:pt x="2363270" y="3804284"/>
                </a:moveTo>
                <a:lnTo>
                  <a:pt x="2363336" y="3803736"/>
                </a:lnTo>
                <a:lnTo>
                  <a:pt x="2363411" y="3803194"/>
                </a:lnTo>
                <a:lnTo>
                  <a:pt x="2363494" y="3802658"/>
                </a:lnTo>
                <a:lnTo>
                  <a:pt x="2363587" y="3802128"/>
                </a:lnTo>
                <a:lnTo>
                  <a:pt x="2363688" y="3801604"/>
                </a:lnTo>
                <a:lnTo>
                  <a:pt x="2363798" y="3801085"/>
                </a:lnTo>
                <a:lnTo>
                  <a:pt x="2363917" y="3800573"/>
                </a:lnTo>
                <a:lnTo>
                  <a:pt x="2364045" y="3800066"/>
                </a:lnTo>
                <a:lnTo>
                  <a:pt x="2364181" y="3799566"/>
                </a:lnTo>
                <a:lnTo>
                  <a:pt x="2364327" y="3799071"/>
                </a:lnTo>
                <a:lnTo>
                  <a:pt x="2364481" y="3798582"/>
                </a:lnTo>
                <a:lnTo>
                  <a:pt x="2364644" y="3798099"/>
                </a:lnTo>
                <a:lnTo>
                  <a:pt x="2364815" y="3797621"/>
                </a:lnTo>
                <a:lnTo>
                  <a:pt x="2364996" y="3797150"/>
                </a:lnTo>
                <a:lnTo>
                  <a:pt x="2365185" y="3796684"/>
                </a:lnTo>
                <a:lnTo>
                  <a:pt x="2365383" y="3796225"/>
                </a:lnTo>
                <a:lnTo>
                  <a:pt x="2365590" y="3795771"/>
                </a:lnTo>
                <a:lnTo>
                  <a:pt x="2365805" y="3795311"/>
                </a:lnTo>
                <a:lnTo>
                  <a:pt x="2366027" y="3794859"/>
                </a:lnTo>
                <a:lnTo>
                  <a:pt x="2366256" y="3794416"/>
                </a:lnTo>
                <a:lnTo>
                  <a:pt x="2366492" y="3793982"/>
                </a:lnTo>
                <a:lnTo>
                  <a:pt x="2366735" y="3793556"/>
                </a:lnTo>
                <a:lnTo>
                  <a:pt x="2366985" y="3793140"/>
                </a:lnTo>
                <a:lnTo>
                  <a:pt x="2367242" y="3792732"/>
                </a:lnTo>
                <a:lnTo>
                  <a:pt x="2367506" y="3792333"/>
                </a:lnTo>
                <a:lnTo>
                  <a:pt x="2367777" y="3791943"/>
                </a:lnTo>
                <a:lnTo>
                  <a:pt x="2368056" y="3791562"/>
                </a:lnTo>
                <a:lnTo>
                  <a:pt x="2368341" y="3791189"/>
                </a:lnTo>
                <a:lnTo>
                  <a:pt x="2368633" y="3790826"/>
                </a:lnTo>
                <a:lnTo>
                  <a:pt x="2368933" y="3790471"/>
                </a:lnTo>
                <a:lnTo>
                  <a:pt x="2369239" y="3790125"/>
                </a:lnTo>
                <a:lnTo>
                  <a:pt x="2369553" y="3789787"/>
                </a:lnTo>
                <a:lnTo>
                  <a:pt x="2369873" y="3789459"/>
                </a:lnTo>
                <a:lnTo>
                  <a:pt x="2370201" y="3789139"/>
                </a:lnTo>
                <a:lnTo>
                  <a:pt x="2370535" y="3788829"/>
                </a:lnTo>
                <a:lnTo>
                  <a:pt x="2370877" y="3788526"/>
                </a:lnTo>
                <a:lnTo>
                  <a:pt x="2371226" y="3788233"/>
                </a:lnTo>
                <a:lnTo>
                  <a:pt x="2371581" y="3787949"/>
                </a:lnTo>
                <a:lnTo>
                  <a:pt x="2371944" y="3787673"/>
                </a:lnTo>
                <a:lnTo>
                  <a:pt x="2372314" y="3787406"/>
                </a:lnTo>
                <a:lnTo>
                  <a:pt x="2372691" y="3787148"/>
                </a:lnTo>
                <a:lnTo>
                  <a:pt x="2373074" y="3786886"/>
                </a:lnTo>
                <a:lnTo>
                  <a:pt x="2373464" y="3786635"/>
                </a:lnTo>
                <a:lnTo>
                  <a:pt x="2373859" y="3786396"/>
                </a:lnTo>
                <a:lnTo>
                  <a:pt x="2374260" y="3786167"/>
                </a:lnTo>
                <a:lnTo>
                  <a:pt x="2374666" y="3785949"/>
                </a:lnTo>
                <a:lnTo>
                  <a:pt x="2375079" y="3785743"/>
                </a:lnTo>
                <a:lnTo>
                  <a:pt x="2375498" y="3785548"/>
                </a:lnTo>
                <a:lnTo>
                  <a:pt x="2375922" y="3785364"/>
                </a:lnTo>
                <a:lnTo>
                  <a:pt x="2376352" y="3785191"/>
                </a:lnTo>
                <a:lnTo>
                  <a:pt x="2376789" y="3785029"/>
                </a:lnTo>
                <a:lnTo>
                  <a:pt x="2377231" y="3784879"/>
                </a:lnTo>
                <a:lnTo>
                  <a:pt x="2377679" y="3784739"/>
                </a:lnTo>
                <a:lnTo>
                  <a:pt x="2378132" y="3784611"/>
                </a:lnTo>
                <a:lnTo>
                  <a:pt x="2378592" y="3784494"/>
                </a:lnTo>
                <a:lnTo>
                  <a:pt x="2379057" y="3784388"/>
                </a:lnTo>
                <a:lnTo>
                  <a:pt x="2379529" y="3784293"/>
                </a:lnTo>
                <a:lnTo>
                  <a:pt x="2380006" y="3784209"/>
                </a:lnTo>
                <a:lnTo>
                  <a:pt x="2380489" y="3784137"/>
                </a:lnTo>
                <a:lnTo>
                  <a:pt x="2380978" y="3784076"/>
                </a:lnTo>
                <a:lnTo>
                  <a:pt x="2381473" y="3784025"/>
                </a:lnTo>
                <a:lnTo>
                  <a:pt x="2381974" y="3783986"/>
                </a:lnTo>
                <a:lnTo>
                  <a:pt x="2382480" y="3783958"/>
                </a:lnTo>
                <a:lnTo>
                  <a:pt x="2382993" y="3783942"/>
                </a:lnTo>
                <a:lnTo>
                  <a:pt x="2383511" y="3783936"/>
                </a:lnTo>
                <a:lnTo>
                  <a:pt x="2384251" y="3783946"/>
                </a:lnTo>
                <a:lnTo>
                  <a:pt x="2384977" y="3783975"/>
                </a:lnTo>
                <a:lnTo>
                  <a:pt x="2385688" y="3784023"/>
                </a:lnTo>
                <a:lnTo>
                  <a:pt x="2386385" y="3784091"/>
                </a:lnTo>
                <a:lnTo>
                  <a:pt x="2387069" y="3784178"/>
                </a:lnTo>
                <a:lnTo>
                  <a:pt x="2387738" y="3784285"/>
                </a:lnTo>
                <a:lnTo>
                  <a:pt x="2388393" y="3784411"/>
                </a:lnTo>
                <a:lnTo>
                  <a:pt x="2389034" y="3784556"/>
                </a:lnTo>
                <a:lnTo>
                  <a:pt x="2389661" y="3784721"/>
                </a:lnTo>
                <a:lnTo>
                  <a:pt x="2390274" y="3784905"/>
                </a:lnTo>
                <a:lnTo>
                  <a:pt x="2390873" y="3785108"/>
                </a:lnTo>
                <a:lnTo>
                  <a:pt x="2391457" y="3785331"/>
                </a:lnTo>
                <a:lnTo>
                  <a:pt x="2392028" y="3785573"/>
                </a:lnTo>
                <a:lnTo>
                  <a:pt x="2392584" y="3785835"/>
                </a:lnTo>
                <a:lnTo>
                  <a:pt x="2393127" y="3786116"/>
                </a:lnTo>
                <a:lnTo>
                  <a:pt x="2393655" y="3786416"/>
                </a:lnTo>
                <a:lnTo>
                  <a:pt x="2394170" y="3786736"/>
                </a:lnTo>
                <a:lnTo>
                  <a:pt x="2394670" y="3787075"/>
                </a:lnTo>
                <a:lnTo>
                  <a:pt x="2395156" y="3787433"/>
                </a:lnTo>
                <a:lnTo>
                  <a:pt x="2395628" y="3787811"/>
                </a:lnTo>
                <a:lnTo>
                  <a:pt x="2396086" y="3788208"/>
                </a:lnTo>
                <a:lnTo>
                  <a:pt x="2396529" y="3788624"/>
                </a:lnTo>
                <a:lnTo>
                  <a:pt x="2396959" y="3789060"/>
                </a:lnTo>
                <a:lnTo>
                  <a:pt x="2397375" y="3789516"/>
                </a:lnTo>
                <a:lnTo>
                  <a:pt x="2397789" y="3789992"/>
                </a:lnTo>
                <a:lnTo>
                  <a:pt x="2398185" y="3790491"/>
                </a:lnTo>
                <a:lnTo>
                  <a:pt x="2398564" y="3791013"/>
                </a:lnTo>
                <a:lnTo>
                  <a:pt x="2398925" y="3791558"/>
                </a:lnTo>
                <a:lnTo>
                  <a:pt x="2399268" y="3792126"/>
                </a:lnTo>
                <a:lnTo>
                  <a:pt x="2399594" y="3792717"/>
                </a:lnTo>
                <a:lnTo>
                  <a:pt x="2399902" y="3793331"/>
                </a:lnTo>
                <a:lnTo>
                  <a:pt x="2400193" y="3793968"/>
                </a:lnTo>
                <a:lnTo>
                  <a:pt x="2400466" y="3794627"/>
                </a:lnTo>
                <a:lnTo>
                  <a:pt x="2400721" y="3795310"/>
                </a:lnTo>
                <a:lnTo>
                  <a:pt x="2400959" y="3796015"/>
                </a:lnTo>
                <a:lnTo>
                  <a:pt x="2401179" y="3796743"/>
                </a:lnTo>
                <a:lnTo>
                  <a:pt x="2401381" y="3797494"/>
                </a:lnTo>
                <a:lnTo>
                  <a:pt x="2401566" y="3798268"/>
                </a:lnTo>
                <a:lnTo>
                  <a:pt x="2401734" y="3799065"/>
                </a:lnTo>
                <a:lnTo>
                  <a:pt x="2401883" y="3799885"/>
                </a:lnTo>
                <a:lnTo>
                  <a:pt x="2402015" y="3800728"/>
                </a:lnTo>
                <a:lnTo>
                  <a:pt x="2402130" y="3801593"/>
                </a:lnTo>
                <a:lnTo>
                  <a:pt x="2402227" y="3802482"/>
                </a:lnTo>
                <a:lnTo>
                  <a:pt x="2402306" y="3803393"/>
                </a:lnTo>
                <a:lnTo>
                  <a:pt x="2402368" y="3804327"/>
                </a:lnTo>
                <a:lnTo>
                  <a:pt x="2402412" y="3805284"/>
                </a:lnTo>
                <a:lnTo>
                  <a:pt x="2402438" y="3806265"/>
                </a:lnTo>
                <a:lnTo>
                  <a:pt x="2402447" y="3807268"/>
                </a:lnTo>
                <a:lnTo>
                  <a:pt x="2402447" y="3859002"/>
                </a:lnTo>
                <a:lnTo>
                  <a:pt x="2419354" y="3859002"/>
                </a:lnTo>
                <a:lnTo>
                  <a:pt x="2419354" y="3802365"/>
                </a:lnTo>
                <a:lnTo>
                  <a:pt x="2419339" y="3801082"/>
                </a:lnTo>
                <a:lnTo>
                  <a:pt x="2419295" y="3799825"/>
                </a:lnTo>
                <a:lnTo>
                  <a:pt x="2419221" y="3798595"/>
                </a:lnTo>
                <a:lnTo>
                  <a:pt x="2419119" y="3797391"/>
                </a:lnTo>
                <a:lnTo>
                  <a:pt x="2418987" y="3796214"/>
                </a:lnTo>
                <a:lnTo>
                  <a:pt x="2418825" y="3795063"/>
                </a:lnTo>
                <a:lnTo>
                  <a:pt x="2418634" y="3793938"/>
                </a:lnTo>
                <a:lnTo>
                  <a:pt x="2418414" y="3792840"/>
                </a:lnTo>
                <a:lnTo>
                  <a:pt x="2418165" y="3791769"/>
                </a:lnTo>
                <a:lnTo>
                  <a:pt x="2417886" y="3790724"/>
                </a:lnTo>
                <a:lnTo>
                  <a:pt x="2417578" y="3789705"/>
                </a:lnTo>
                <a:lnTo>
                  <a:pt x="2417240" y="3788712"/>
                </a:lnTo>
                <a:lnTo>
                  <a:pt x="2416873" y="3787746"/>
                </a:lnTo>
                <a:lnTo>
                  <a:pt x="2416477" y="3786807"/>
                </a:lnTo>
                <a:lnTo>
                  <a:pt x="2416051" y="3785894"/>
                </a:lnTo>
                <a:lnTo>
                  <a:pt x="2415597" y="3785007"/>
                </a:lnTo>
                <a:lnTo>
                  <a:pt x="2415112" y="3784147"/>
                </a:lnTo>
                <a:lnTo>
                  <a:pt x="2414599" y="3783313"/>
                </a:lnTo>
                <a:lnTo>
                  <a:pt x="2414056" y="3782505"/>
                </a:lnTo>
                <a:lnTo>
                  <a:pt x="2413483" y="3781724"/>
                </a:lnTo>
                <a:lnTo>
                  <a:pt x="2412882" y="3780970"/>
                </a:lnTo>
                <a:lnTo>
                  <a:pt x="2412250" y="3780241"/>
                </a:lnTo>
                <a:lnTo>
                  <a:pt x="2411590" y="3779540"/>
                </a:lnTo>
                <a:lnTo>
                  <a:pt x="2410900" y="3778864"/>
                </a:lnTo>
                <a:lnTo>
                  <a:pt x="2410186" y="3778216"/>
                </a:lnTo>
                <a:lnTo>
                  <a:pt x="2409452" y="3777595"/>
                </a:lnTo>
                <a:lnTo>
                  <a:pt x="2408697" y="3777002"/>
                </a:lnTo>
                <a:lnTo>
                  <a:pt x="2407923" y="3776436"/>
                </a:lnTo>
                <a:lnTo>
                  <a:pt x="2407129" y="3775898"/>
                </a:lnTo>
                <a:lnTo>
                  <a:pt x="2406314" y="3775388"/>
                </a:lnTo>
                <a:lnTo>
                  <a:pt x="2405480" y="3774905"/>
                </a:lnTo>
                <a:lnTo>
                  <a:pt x="2404626" y="3774450"/>
                </a:lnTo>
                <a:lnTo>
                  <a:pt x="2403752" y="3774022"/>
                </a:lnTo>
                <a:lnTo>
                  <a:pt x="2402858" y="3773622"/>
                </a:lnTo>
                <a:lnTo>
                  <a:pt x="2401944" y="3773250"/>
                </a:lnTo>
                <a:lnTo>
                  <a:pt x="2401010" y="3772905"/>
                </a:lnTo>
                <a:lnTo>
                  <a:pt x="2400056" y="3772587"/>
                </a:lnTo>
                <a:lnTo>
                  <a:pt x="2399082" y="3772298"/>
                </a:lnTo>
                <a:lnTo>
                  <a:pt x="2398088" y="3772036"/>
                </a:lnTo>
                <a:lnTo>
                  <a:pt x="2397074" y="3771801"/>
                </a:lnTo>
                <a:lnTo>
                  <a:pt x="2396040" y="3771594"/>
                </a:lnTo>
                <a:lnTo>
                  <a:pt x="2394987" y="3771415"/>
                </a:lnTo>
                <a:lnTo>
                  <a:pt x="2393913" y="3771263"/>
                </a:lnTo>
                <a:lnTo>
                  <a:pt x="2392819" y="3771139"/>
                </a:lnTo>
                <a:lnTo>
                  <a:pt x="2391706" y="3771042"/>
                </a:lnTo>
                <a:lnTo>
                  <a:pt x="2390572" y="3770973"/>
                </a:lnTo>
                <a:lnTo>
                  <a:pt x="2389419" y="3770932"/>
                </a:lnTo>
                <a:lnTo>
                  <a:pt x="2388245" y="3770918"/>
                </a:lnTo>
                <a:lnTo>
                  <a:pt x="2387529" y="3770924"/>
                </a:lnTo>
                <a:lnTo>
                  <a:pt x="2386819" y="3770942"/>
                </a:lnTo>
                <a:lnTo>
                  <a:pt x="2386113" y="3770971"/>
                </a:lnTo>
                <a:lnTo>
                  <a:pt x="2385413" y="3771012"/>
                </a:lnTo>
                <a:lnTo>
                  <a:pt x="2384719" y="3771065"/>
                </a:lnTo>
                <a:lnTo>
                  <a:pt x="2384029" y="3771129"/>
                </a:lnTo>
                <a:lnTo>
                  <a:pt x="2383345" y="3771206"/>
                </a:lnTo>
                <a:lnTo>
                  <a:pt x="2382666" y="3771294"/>
                </a:lnTo>
                <a:lnTo>
                  <a:pt x="2381992" y="3771394"/>
                </a:lnTo>
                <a:lnTo>
                  <a:pt x="2381324" y="3771505"/>
                </a:lnTo>
                <a:lnTo>
                  <a:pt x="2380661" y="3771628"/>
                </a:lnTo>
                <a:lnTo>
                  <a:pt x="2380003" y="3771763"/>
                </a:lnTo>
                <a:lnTo>
                  <a:pt x="2379351" y="3771910"/>
                </a:lnTo>
                <a:lnTo>
                  <a:pt x="2378703" y="3772069"/>
                </a:lnTo>
                <a:lnTo>
                  <a:pt x="2378062" y="3772239"/>
                </a:lnTo>
                <a:lnTo>
                  <a:pt x="2377425" y="3772421"/>
                </a:lnTo>
                <a:lnTo>
                  <a:pt x="2376794" y="3772615"/>
                </a:lnTo>
                <a:lnTo>
                  <a:pt x="2376167" y="3772820"/>
                </a:lnTo>
                <a:lnTo>
                  <a:pt x="2375547" y="3773037"/>
                </a:lnTo>
                <a:lnTo>
                  <a:pt x="2374931" y="3773266"/>
                </a:lnTo>
                <a:lnTo>
                  <a:pt x="2374321" y="3773507"/>
                </a:lnTo>
                <a:lnTo>
                  <a:pt x="2373716" y="3773759"/>
                </a:lnTo>
                <a:lnTo>
                  <a:pt x="2373116" y="3774023"/>
                </a:lnTo>
                <a:lnTo>
                  <a:pt x="2372522" y="3774299"/>
                </a:lnTo>
                <a:lnTo>
                  <a:pt x="2371936" y="3774588"/>
                </a:lnTo>
                <a:lnTo>
                  <a:pt x="2371361" y="3774890"/>
                </a:lnTo>
                <a:lnTo>
                  <a:pt x="2370797" y="3775205"/>
                </a:lnTo>
                <a:lnTo>
                  <a:pt x="2370244" y="3775534"/>
                </a:lnTo>
                <a:lnTo>
                  <a:pt x="2369703" y="3775877"/>
                </a:lnTo>
                <a:lnTo>
                  <a:pt x="2369172" y="3776233"/>
                </a:lnTo>
                <a:lnTo>
                  <a:pt x="2368653" y="3776603"/>
                </a:lnTo>
                <a:lnTo>
                  <a:pt x="2368145" y="3776986"/>
                </a:lnTo>
                <a:lnTo>
                  <a:pt x="2367648" y="3777382"/>
                </a:lnTo>
                <a:lnTo>
                  <a:pt x="2367162" y="3777792"/>
                </a:lnTo>
                <a:lnTo>
                  <a:pt x="2366688" y="3778216"/>
                </a:lnTo>
                <a:lnTo>
                  <a:pt x="2366224" y="3778653"/>
                </a:lnTo>
                <a:lnTo>
                  <a:pt x="2365772" y="3779103"/>
                </a:lnTo>
                <a:lnTo>
                  <a:pt x="2365331" y="3779567"/>
                </a:lnTo>
                <a:lnTo>
                  <a:pt x="2364901" y="3780045"/>
                </a:lnTo>
                <a:lnTo>
                  <a:pt x="2364482" y="3780536"/>
                </a:lnTo>
                <a:lnTo>
                  <a:pt x="2364074" y="3781041"/>
                </a:lnTo>
                <a:lnTo>
                  <a:pt x="2363678" y="3781559"/>
                </a:lnTo>
                <a:lnTo>
                  <a:pt x="2363292" y="3782090"/>
                </a:lnTo>
                <a:lnTo>
                  <a:pt x="2362918" y="3782635"/>
                </a:lnTo>
                <a:lnTo>
                  <a:pt x="2362555" y="3783194"/>
                </a:lnTo>
                <a:lnTo>
                  <a:pt x="2362203" y="3783766"/>
                </a:lnTo>
                <a:lnTo>
                  <a:pt x="2361862" y="3784352"/>
                </a:lnTo>
                <a:lnTo>
                  <a:pt x="2361533" y="3784951"/>
                </a:lnTo>
                <a:lnTo>
                  <a:pt x="2359842" y="3772609"/>
                </a:lnTo>
                <a:lnTo>
                  <a:pt x="2346147" y="3772609"/>
                </a:lnTo>
                <a:lnTo>
                  <a:pt x="2346147" y="3859002"/>
                </a:lnTo>
                <a:lnTo>
                  <a:pt x="2363054" y="3859002"/>
                </a:lnTo>
                <a:lnTo>
                  <a:pt x="2363054" y="3808282"/>
                </a:lnTo>
                <a:lnTo>
                  <a:pt x="2363059" y="3807693"/>
                </a:lnTo>
                <a:lnTo>
                  <a:pt x="2363072" y="3807110"/>
                </a:lnTo>
                <a:lnTo>
                  <a:pt x="2363094" y="3806533"/>
                </a:lnTo>
                <a:lnTo>
                  <a:pt x="2363125" y="3805962"/>
                </a:lnTo>
                <a:lnTo>
                  <a:pt x="2363164" y="3805397"/>
                </a:lnTo>
                <a:lnTo>
                  <a:pt x="2363213" y="3804837"/>
                </a:lnTo>
                <a:lnTo>
                  <a:pt x="2363270" y="3804284"/>
                </a:lnTo>
                <a:close/>
                <a:moveTo>
                  <a:pt x="2447110" y="3795972"/>
                </a:moveTo>
                <a:lnTo>
                  <a:pt x="2447127" y="3796084"/>
                </a:lnTo>
                <a:lnTo>
                  <a:pt x="2447146" y="3796203"/>
                </a:lnTo>
                <a:lnTo>
                  <a:pt x="2447165" y="3796328"/>
                </a:lnTo>
                <a:lnTo>
                  <a:pt x="2447185" y="3796460"/>
                </a:lnTo>
                <a:lnTo>
                  <a:pt x="2447205" y="3796598"/>
                </a:lnTo>
                <a:lnTo>
                  <a:pt x="2447226" y="3796743"/>
                </a:lnTo>
                <a:lnTo>
                  <a:pt x="2447247" y="3796894"/>
                </a:lnTo>
                <a:lnTo>
                  <a:pt x="2447269" y="3797052"/>
                </a:lnTo>
                <a:lnTo>
                  <a:pt x="2447292" y="3797216"/>
                </a:lnTo>
                <a:lnTo>
                  <a:pt x="2447315" y="3797386"/>
                </a:lnTo>
                <a:lnTo>
                  <a:pt x="2447339" y="3797563"/>
                </a:lnTo>
                <a:lnTo>
                  <a:pt x="2447363" y="3797747"/>
                </a:lnTo>
                <a:lnTo>
                  <a:pt x="2447388" y="3797937"/>
                </a:lnTo>
                <a:lnTo>
                  <a:pt x="2447414" y="3798133"/>
                </a:lnTo>
                <a:lnTo>
                  <a:pt x="2447440" y="3798336"/>
                </a:lnTo>
                <a:lnTo>
                  <a:pt x="2447467" y="3798545"/>
                </a:lnTo>
                <a:lnTo>
                  <a:pt x="2447494" y="3798761"/>
                </a:lnTo>
                <a:lnTo>
                  <a:pt x="2447522" y="3798983"/>
                </a:lnTo>
                <a:lnTo>
                  <a:pt x="2463076" y="3798983"/>
                </a:lnTo>
                <a:lnTo>
                  <a:pt x="2463076" y="3796954"/>
                </a:lnTo>
                <a:lnTo>
                  <a:pt x="2463084" y="3796396"/>
                </a:lnTo>
                <a:lnTo>
                  <a:pt x="2463110" y="3795848"/>
                </a:lnTo>
                <a:lnTo>
                  <a:pt x="2463152" y="3795311"/>
                </a:lnTo>
                <a:lnTo>
                  <a:pt x="2463212" y="3794785"/>
                </a:lnTo>
                <a:lnTo>
                  <a:pt x="2463289" y="3794269"/>
                </a:lnTo>
                <a:lnTo>
                  <a:pt x="2463382" y="3793763"/>
                </a:lnTo>
                <a:lnTo>
                  <a:pt x="2463493" y="3793268"/>
                </a:lnTo>
                <a:lnTo>
                  <a:pt x="2463621" y="3792784"/>
                </a:lnTo>
                <a:lnTo>
                  <a:pt x="2463765" y="3792310"/>
                </a:lnTo>
                <a:lnTo>
                  <a:pt x="2463927" y="3791847"/>
                </a:lnTo>
                <a:lnTo>
                  <a:pt x="2464106" y="3791394"/>
                </a:lnTo>
                <a:lnTo>
                  <a:pt x="2464302" y="3790952"/>
                </a:lnTo>
                <a:lnTo>
                  <a:pt x="2464514" y="3790521"/>
                </a:lnTo>
                <a:lnTo>
                  <a:pt x="2464744" y="3790100"/>
                </a:lnTo>
                <a:lnTo>
                  <a:pt x="2464991" y="3789690"/>
                </a:lnTo>
                <a:lnTo>
                  <a:pt x="2465255" y="3789290"/>
                </a:lnTo>
                <a:lnTo>
                  <a:pt x="2465536" y="3788901"/>
                </a:lnTo>
                <a:lnTo>
                  <a:pt x="2465834" y="3788522"/>
                </a:lnTo>
                <a:lnTo>
                  <a:pt x="2466149" y="3788154"/>
                </a:lnTo>
                <a:lnTo>
                  <a:pt x="2466481" y="3787797"/>
                </a:lnTo>
                <a:lnTo>
                  <a:pt x="2466830" y="3787450"/>
                </a:lnTo>
                <a:lnTo>
                  <a:pt x="2467196" y="3787113"/>
                </a:lnTo>
                <a:lnTo>
                  <a:pt x="2467579" y="3786787"/>
                </a:lnTo>
                <a:lnTo>
                  <a:pt x="2467979" y="3786472"/>
                </a:lnTo>
                <a:lnTo>
                  <a:pt x="2468395" y="3786169"/>
                </a:lnTo>
                <a:lnTo>
                  <a:pt x="2468824" y="3785878"/>
                </a:lnTo>
                <a:lnTo>
                  <a:pt x="2469268" y="3785600"/>
                </a:lnTo>
                <a:lnTo>
                  <a:pt x="2469726" y="3785336"/>
                </a:lnTo>
                <a:lnTo>
                  <a:pt x="2470198" y="3785084"/>
                </a:lnTo>
                <a:lnTo>
                  <a:pt x="2470684" y="3784845"/>
                </a:lnTo>
                <a:lnTo>
                  <a:pt x="2471184" y="3784619"/>
                </a:lnTo>
                <a:lnTo>
                  <a:pt x="2471698" y="3784406"/>
                </a:lnTo>
                <a:lnTo>
                  <a:pt x="2472227" y="3784206"/>
                </a:lnTo>
                <a:lnTo>
                  <a:pt x="2472769" y="3784018"/>
                </a:lnTo>
                <a:lnTo>
                  <a:pt x="2473326" y="3783844"/>
                </a:lnTo>
                <a:lnTo>
                  <a:pt x="2473896" y="3783683"/>
                </a:lnTo>
                <a:lnTo>
                  <a:pt x="2474481" y="3783534"/>
                </a:lnTo>
                <a:lnTo>
                  <a:pt x="2475080" y="3783399"/>
                </a:lnTo>
                <a:lnTo>
                  <a:pt x="2475693" y="3783276"/>
                </a:lnTo>
                <a:lnTo>
                  <a:pt x="2476320" y="3783166"/>
                </a:lnTo>
                <a:lnTo>
                  <a:pt x="2476961" y="3783069"/>
                </a:lnTo>
                <a:lnTo>
                  <a:pt x="2477616" y="3782985"/>
                </a:lnTo>
                <a:lnTo>
                  <a:pt x="2478285" y="3782914"/>
                </a:lnTo>
                <a:lnTo>
                  <a:pt x="2478968" y="3782856"/>
                </a:lnTo>
                <a:lnTo>
                  <a:pt x="2479666" y="3782811"/>
                </a:lnTo>
                <a:lnTo>
                  <a:pt x="2480377" y="3782779"/>
                </a:lnTo>
                <a:lnTo>
                  <a:pt x="2481103" y="3782759"/>
                </a:lnTo>
                <a:lnTo>
                  <a:pt x="2481842" y="3782753"/>
                </a:lnTo>
                <a:lnTo>
                  <a:pt x="2482649" y="3782759"/>
                </a:lnTo>
                <a:lnTo>
                  <a:pt x="2483437" y="3782779"/>
                </a:lnTo>
                <a:lnTo>
                  <a:pt x="2484204" y="3782811"/>
                </a:lnTo>
                <a:lnTo>
                  <a:pt x="2484951" y="3782856"/>
                </a:lnTo>
                <a:lnTo>
                  <a:pt x="2485679" y="3782914"/>
                </a:lnTo>
                <a:lnTo>
                  <a:pt x="2486386" y="3782985"/>
                </a:lnTo>
                <a:lnTo>
                  <a:pt x="2487073" y="3783069"/>
                </a:lnTo>
                <a:lnTo>
                  <a:pt x="2487741" y="3783166"/>
                </a:lnTo>
                <a:lnTo>
                  <a:pt x="2488388" y="3783276"/>
                </a:lnTo>
                <a:lnTo>
                  <a:pt x="2489016" y="3783399"/>
                </a:lnTo>
                <a:lnTo>
                  <a:pt x="2489623" y="3783534"/>
                </a:lnTo>
                <a:lnTo>
                  <a:pt x="2490211" y="3783683"/>
                </a:lnTo>
                <a:lnTo>
                  <a:pt x="2490779" y="3783844"/>
                </a:lnTo>
                <a:lnTo>
                  <a:pt x="2491326" y="3784018"/>
                </a:lnTo>
                <a:lnTo>
                  <a:pt x="2491854" y="3784206"/>
                </a:lnTo>
                <a:lnTo>
                  <a:pt x="2492362" y="3784406"/>
                </a:lnTo>
                <a:lnTo>
                  <a:pt x="2492850" y="3784619"/>
                </a:lnTo>
                <a:lnTo>
                  <a:pt x="2493318" y="3784845"/>
                </a:lnTo>
                <a:lnTo>
                  <a:pt x="2493766" y="3785084"/>
                </a:lnTo>
                <a:lnTo>
                  <a:pt x="2494194" y="3785336"/>
                </a:lnTo>
                <a:lnTo>
                  <a:pt x="2494602" y="3785600"/>
                </a:lnTo>
                <a:lnTo>
                  <a:pt x="2494990" y="3785878"/>
                </a:lnTo>
                <a:lnTo>
                  <a:pt x="2495358" y="3786169"/>
                </a:lnTo>
                <a:lnTo>
                  <a:pt x="2495706" y="3786472"/>
                </a:lnTo>
                <a:lnTo>
                  <a:pt x="2496051" y="3786790"/>
                </a:lnTo>
                <a:lnTo>
                  <a:pt x="2496381" y="3787123"/>
                </a:lnTo>
                <a:lnTo>
                  <a:pt x="2496696" y="3787471"/>
                </a:lnTo>
                <a:lnTo>
                  <a:pt x="2496997" y="3787834"/>
                </a:lnTo>
                <a:lnTo>
                  <a:pt x="2497283" y="3788213"/>
                </a:lnTo>
                <a:lnTo>
                  <a:pt x="2497555" y="3788607"/>
                </a:lnTo>
                <a:lnTo>
                  <a:pt x="2497812" y="3789016"/>
                </a:lnTo>
                <a:lnTo>
                  <a:pt x="2498054" y="3789440"/>
                </a:lnTo>
                <a:lnTo>
                  <a:pt x="2498281" y="3789880"/>
                </a:lnTo>
                <a:lnTo>
                  <a:pt x="2498494" y="3790335"/>
                </a:lnTo>
                <a:lnTo>
                  <a:pt x="2498692" y="3790805"/>
                </a:lnTo>
                <a:lnTo>
                  <a:pt x="2498876" y="3791291"/>
                </a:lnTo>
                <a:lnTo>
                  <a:pt x="2499044" y="3791791"/>
                </a:lnTo>
                <a:lnTo>
                  <a:pt x="2499199" y="3792307"/>
                </a:lnTo>
                <a:lnTo>
                  <a:pt x="2499338" y="3792839"/>
                </a:lnTo>
                <a:lnTo>
                  <a:pt x="2499463" y="3793385"/>
                </a:lnTo>
                <a:lnTo>
                  <a:pt x="2499573" y="3793947"/>
                </a:lnTo>
                <a:lnTo>
                  <a:pt x="2499668" y="3794524"/>
                </a:lnTo>
                <a:lnTo>
                  <a:pt x="2499749" y="3795116"/>
                </a:lnTo>
                <a:lnTo>
                  <a:pt x="2499815" y="3795724"/>
                </a:lnTo>
                <a:lnTo>
                  <a:pt x="2499866" y="3796347"/>
                </a:lnTo>
                <a:lnTo>
                  <a:pt x="2499903" y="3796985"/>
                </a:lnTo>
                <a:lnTo>
                  <a:pt x="2499925" y="3797638"/>
                </a:lnTo>
                <a:lnTo>
                  <a:pt x="2499932" y="3798307"/>
                </a:lnTo>
                <a:lnTo>
                  <a:pt x="2499932" y="3807775"/>
                </a:lnTo>
                <a:lnTo>
                  <a:pt x="2498269" y="3807780"/>
                </a:lnTo>
                <a:lnTo>
                  <a:pt x="2496633" y="3807795"/>
                </a:lnTo>
                <a:lnTo>
                  <a:pt x="2495024" y="3807820"/>
                </a:lnTo>
                <a:lnTo>
                  <a:pt x="2493442" y="3807855"/>
                </a:lnTo>
                <a:lnTo>
                  <a:pt x="2491887" y="3807900"/>
                </a:lnTo>
                <a:lnTo>
                  <a:pt x="2490359" y="3807954"/>
                </a:lnTo>
                <a:lnTo>
                  <a:pt x="2488858" y="3808019"/>
                </a:lnTo>
                <a:lnTo>
                  <a:pt x="2487384" y="3808094"/>
                </a:lnTo>
                <a:lnTo>
                  <a:pt x="2485937" y="3808179"/>
                </a:lnTo>
                <a:lnTo>
                  <a:pt x="2484517" y="3808274"/>
                </a:lnTo>
                <a:lnTo>
                  <a:pt x="2483124" y="3808379"/>
                </a:lnTo>
                <a:lnTo>
                  <a:pt x="2481758" y="3808493"/>
                </a:lnTo>
                <a:lnTo>
                  <a:pt x="2480419" y="3808618"/>
                </a:lnTo>
                <a:lnTo>
                  <a:pt x="2479107" y="3808753"/>
                </a:lnTo>
                <a:lnTo>
                  <a:pt x="2477822" y="3808897"/>
                </a:lnTo>
                <a:lnTo>
                  <a:pt x="2476564" y="3809052"/>
                </a:lnTo>
                <a:lnTo>
                  <a:pt x="2475333" y="3809217"/>
                </a:lnTo>
                <a:lnTo>
                  <a:pt x="2474129" y="3809391"/>
                </a:lnTo>
                <a:lnTo>
                  <a:pt x="2472952" y="3809576"/>
                </a:lnTo>
                <a:lnTo>
                  <a:pt x="2471802" y="3809771"/>
                </a:lnTo>
                <a:lnTo>
                  <a:pt x="2470679" y="3809975"/>
                </a:lnTo>
                <a:lnTo>
                  <a:pt x="2469583" y="3810190"/>
                </a:lnTo>
                <a:lnTo>
                  <a:pt x="2468514" y="3810414"/>
                </a:lnTo>
                <a:lnTo>
                  <a:pt x="2467472" y="3810649"/>
                </a:lnTo>
                <a:lnTo>
                  <a:pt x="2466469" y="3810894"/>
                </a:lnTo>
                <a:lnTo>
                  <a:pt x="2465489" y="3811151"/>
                </a:lnTo>
                <a:lnTo>
                  <a:pt x="2464531" y="3811420"/>
                </a:lnTo>
                <a:lnTo>
                  <a:pt x="2463597" y="3811701"/>
                </a:lnTo>
                <a:lnTo>
                  <a:pt x="2462686" y="3811993"/>
                </a:lnTo>
                <a:lnTo>
                  <a:pt x="2461797" y="3812297"/>
                </a:lnTo>
                <a:lnTo>
                  <a:pt x="2460932" y="3812613"/>
                </a:lnTo>
                <a:lnTo>
                  <a:pt x="2460089" y="3812941"/>
                </a:lnTo>
                <a:lnTo>
                  <a:pt x="2459269" y="3813280"/>
                </a:lnTo>
                <a:lnTo>
                  <a:pt x="2458472" y="3813631"/>
                </a:lnTo>
                <a:lnTo>
                  <a:pt x="2457698" y="3813994"/>
                </a:lnTo>
                <a:lnTo>
                  <a:pt x="2456947" y="3814368"/>
                </a:lnTo>
                <a:lnTo>
                  <a:pt x="2456219" y="3814755"/>
                </a:lnTo>
                <a:lnTo>
                  <a:pt x="2455514" y="3815153"/>
                </a:lnTo>
                <a:lnTo>
                  <a:pt x="2454831" y="3815562"/>
                </a:lnTo>
                <a:lnTo>
                  <a:pt x="2454172" y="3815984"/>
                </a:lnTo>
                <a:lnTo>
                  <a:pt x="2453535" y="3816417"/>
                </a:lnTo>
                <a:lnTo>
                  <a:pt x="2452921" y="3816862"/>
                </a:lnTo>
                <a:lnTo>
                  <a:pt x="2452330" y="3817319"/>
                </a:lnTo>
                <a:lnTo>
                  <a:pt x="2451763" y="3817787"/>
                </a:lnTo>
                <a:lnTo>
                  <a:pt x="2451218" y="3818268"/>
                </a:lnTo>
                <a:lnTo>
                  <a:pt x="2450695" y="3818759"/>
                </a:lnTo>
                <a:lnTo>
                  <a:pt x="2450196" y="3819263"/>
                </a:lnTo>
                <a:lnTo>
                  <a:pt x="2449720" y="3819779"/>
                </a:lnTo>
                <a:lnTo>
                  <a:pt x="2449278" y="3820293"/>
                </a:lnTo>
                <a:lnTo>
                  <a:pt x="2448856" y="3820821"/>
                </a:lnTo>
                <a:lnTo>
                  <a:pt x="2448452" y="3821364"/>
                </a:lnTo>
                <a:lnTo>
                  <a:pt x="2448067" y="3821920"/>
                </a:lnTo>
                <a:lnTo>
                  <a:pt x="2447700" y="3822491"/>
                </a:lnTo>
                <a:lnTo>
                  <a:pt x="2447353" y="3823075"/>
                </a:lnTo>
                <a:lnTo>
                  <a:pt x="2447024" y="3823674"/>
                </a:lnTo>
                <a:lnTo>
                  <a:pt x="2446714" y="3824287"/>
                </a:lnTo>
                <a:lnTo>
                  <a:pt x="2446423" y="3824914"/>
                </a:lnTo>
                <a:lnTo>
                  <a:pt x="2446150" y="3825555"/>
                </a:lnTo>
                <a:lnTo>
                  <a:pt x="2445897" y="3826210"/>
                </a:lnTo>
                <a:lnTo>
                  <a:pt x="2445662" y="3826879"/>
                </a:lnTo>
                <a:lnTo>
                  <a:pt x="2445446" y="3827563"/>
                </a:lnTo>
                <a:lnTo>
                  <a:pt x="2445249" y="3828260"/>
                </a:lnTo>
                <a:lnTo>
                  <a:pt x="2445070" y="3828971"/>
                </a:lnTo>
                <a:lnTo>
                  <a:pt x="2444911" y="3829697"/>
                </a:lnTo>
                <a:lnTo>
                  <a:pt x="2444770" y="3830437"/>
                </a:lnTo>
                <a:lnTo>
                  <a:pt x="2444648" y="3831190"/>
                </a:lnTo>
                <a:lnTo>
                  <a:pt x="2444544" y="3831958"/>
                </a:lnTo>
                <a:lnTo>
                  <a:pt x="2444460" y="3832740"/>
                </a:lnTo>
                <a:lnTo>
                  <a:pt x="2444394" y="3833536"/>
                </a:lnTo>
                <a:lnTo>
                  <a:pt x="2444347" y="3834346"/>
                </a:lnTo>
                <a:lnTo>
                  <a:pt x="2444319" y="3835171"/>
                </a:lnTo>
                <a:lnTo>
                  <a:pt x="2444309" y="3836009"/>
                </a:lnTo>
                <a:lnTo>
                  <a:pt x="2444322" y="3837013"/>
                </a:lnTo>
                <a:lnTo>
                  <a:pt x="2444359" y="3837997"/>
                </a:lnTo>
                <a:lnTo>
                  <a:pt x="2444420" y="3838960"/>
                </a:lnTo>
                <a:lnTo>
                  <a:pt x="2444507" y="3839902"/>
                </a:lnTo>
                <a:lnTo>
                  <a:pt x="2444618" y="3840824"/>
                </a:lnTo>
                <a:lnTo>
                  <a:pt x="2444753" y="3841725"/>
                </a:lnTo>
                <a:lnTo>
                  <a:pt x="2444913" y="3842606"/>
                </a:lnTo>
                <a:lnTo>
                  <a:pt x="2445098" y="3843467"/>
                </a:lnTo>
                <a:lnTo>
                  <a:pt x="2445308" y="3844306"/>
                </a:lnTo>
                <a:lnTo>
                  <a:pt x="2445542" y="3845126"/>
                </a:lnTo>
                <a:lnTo>
                  <a:pt x="2445801" y="3845924"/>
                </a:lnTo>
                <a:lnTo>
                  <a:pt x="2446085" y="3846702"/>
                </a:lnTo>
                <a:lnTo>
                  <a:pt x="2446393" y="3847460"/>
                </a:lnTo>
                <a:lnTo>
                  <a:pt x="2446726" y="3848197"/>
                </a:lnTo>
                <a:lnTo>
                  <a:pt x="2447083" y="3848914"/>
                </a:lnTo>
                <a:lnTo>
                  <a:pt x="2447465" y="3849609"/>
                </a:lnTo>
                <a:lnTo>
                  <a:pt x="2447872" y="3850285"/>
                </a:lnTo>
                <a:lnTo>
                  <a:pt x="2448304" y="3850940"/>
                </a:lnTo>
                <a:lnTo>
                  <a:pt x="2448760" y="3851574"/>
                </a:lnTo>
                <a:lnTo>
                  <a:pt x="2449241" y="3852188"/>
                </a:lnTo>
                <a:lnTo>
                  <a:pt x="2449746" y="3852781"/>
                </a:lnTo>
                <a:lnTo>
                  <a:pt x="2450276" y="3853354"/>
                </a:lnTo>
                <a:lnTo>
                  <a:pt x="2450831" y="3853906"/>
                </a:lnTo>
                <a:lnTo>
                  <a:pt x="2451410" y="3854437"/>
                </a:lnTo>
                <a:lnTo>
                  <a:pt x="2452027" y="3854948"/>
                </a:lnTo>
                <a:lnTo>
                  <a:pt x="2452664" y="3855436"/>
                </a:lnTo>
                <a:lnTo>
                  <a:pt x="2453323" y="3855903"/>
                </a:lnTo>
                <a:lnTo>
                  <a:pt x="2454003" y="3856349"/>
                </a:lnTo>
                <a:lnTo>
                  <a:pt x="2454704" y="3856772"/>
                </a:lnTo>
                <a:lnTo>
                  <a:pt x="2455426" y="3857174"/>
                </a:lnTo>
                <a:lnTo>
                  <a:pt x="2456169" y="3857554"/>
                </a:lnTo>
                <a:lnTo>
                  <a:pt x="2456933" y="3857912"/>
                </a:lnTo>
                <a:lnTo>
                  <a:pt x="2457719" y="3858249"/>
                </a:lnTo>
                <a:lnTo>
                  <a:pt x="2458525" y="3858564"/>
                </a:lnTo>
                <a:lnTo>
                  <a:pt x="2459353" y="3858857"/>
                </a:lnTo>
                <a:lnTo>
                  <a:pt x="2460202" y="3859129"/>
                </a:lnTo>
                <a:lnTo>
                  <a:pt x="2461072" y="3859379"/>
                </a:lnTo>
                <a:lnTo>
                  <a:pt x="2461963" y="3859607"/>
                </a:lnTo>
                <a:lnTo>
                  <a:pt x="2462875" y="3859813"/>
                </a:lnTo>
                <a:lnTo>
                  <a:pt x="2463809" y="3859998"/>
                </a:lnTo>
                <a:lnTo>
                  <a:pt x="2464763" y="3860161"/>
                </a:lnTo>
                <a:lnTo>
                  <a:pt x="2465739" y="3860302"/>
                </a:lnTo>
                <a:lnTo>
                  <a:pt x="2466735" y="3860421"/>
                </a:lnTo>
                <a:lnTo>
                  <a:pt x="2467753" y="3860519"/>
                </a:lnTo>
                <a:lnTo>
                  <a:pt x="2468792" y="3860595"/>
                </a:lnTo>
                <a:lnTo>
                  <a:pt x="2469853" y="3860649"/>
                </a:lnTo>
                <a:lnTo>
                  <a:pt x="2470934" y="3860682"/>
                </a:lnTo>
                <a:lnTo>
                  <a:pt x="2472036" y="3860693"/>
                </a:lnTo>
                <a:lnTo>
                  <a:pt x="2472543" y="3860690"/>
                </a:lnTo>
                <a:lnTo>
                  <a:pt x="2473047" y="3860683"/>
                </a:lnTo>
                <a:lnTo>
                  <a:pt x="2473550" y="3860672"/>
                </a:lnTo>
                <a:lnTo>
                  <a:pt x="2474051" y="3860655"/>
                </a:lnTo>
                <a:lnTo>
                  <a:pt x="2474550" y="3860634"/>
                </a:lnTo>
                <a:lnTo>
                  <a:pt x="2475048" y="3860608"/>
                </a:lnTo>
                <a:lnTo>
                  <a:pt x="2475544" y="3860578"/>
                </a:lnTo>
                <a:lnTo>
                  <a:pt x="2476038" y="3860542"/>
                </a:lnTo>
                <a:lnTo>
                  <a:pt x="2476530" y="3860503"/>
                </a:lnTo>
                <a:lnTo>
                  <a:pt x="2477020" y="3860458"/>
                </a:lnTo>
                <a:lnTo>
                  <a:pt x="2477509" y="3860409"/>
                </a:lnTo>
                <a:lnTo>
                  <a:pt x="2477996" y="3860355"/>
                </a:lnTo>
                <a:lnTo>
                  <a:pt x="2478481" y="3860296"/>
                </a:lnTo>
                <a:lnTo>
                  <a:pt x="2478965" y="3860232"/>
                </a:lnTo>
                <a:lnTo>
                  <a:pt x="2479446" y="3860164"/>
                </a:lnTo>
                <a:lnTo>
                  <a:pt x="2479926" y="3860092"/>
                </a:lnTo>
                <a:lnTo>
                  <a:pt x="2480405" y="3860014"/>
                </a:lnTo>
                <a:lnTo>
                  <a:pt x="2480881" y="3859932"/>
                </a:lnTo>
                <a:lnTo>
                  <a:pt x="2481356" y="3859845"/>
                </a:lnTo>
                <a:lnTo>
                  <a:pt x="2481828" y="3859753"/>
                </a:lnTo>
                <a:lnTo>
                  <a:pt x="2482300" y="3859657"/>
                </a:lnTo>
                <a:lnTo>
                  <a:pt x="2482769" y="3859556"/>
                </a:lnTo>
                <a:lnTo>
                  <a:pt x="2483236" y="3859451"/>
                </a:lnTo>
                <a:lnTo>
                  <a:pt x="2483702" y="3859340"/>
                </a:lnTo>
                <a:lnTo>
                  <a:pt x="2484165" y="3859238"/>
                </a:lnTo>
                <a:lnTo>
                  <a:pt x="2484625" y="3859130"/>
                </a:lnTo>
                <a:lnTo>
                  <a:pt x="2485081" y="3859015"/>
                </a:lnTo>
                <a:lnTo>
                  <a:pt x="2485534" y="3858894"/>
                </a:lnTo>
                <a:lnTo>
                  <a:pt x="2485983" y="3858766"/>
                </a:lnTo>
                <a:lnTo>
                  <a:pt x="2486428" y="3858632"/>
                </a:lnTo>
                <a:lnTo>
                  <a:pt x="2486870" y="3858492"/>
                </a:lnTo>
                <a:lnTo>
                  <a:pt x="2487309" y="3858345"/>
                </a:lnTo>
                <a:lnTo>
                  <a:pt x="2487744" y="3858191"/>
                </a:lnTo>
                <a:lnTo>
                  <a:pt x="2488175" y="3858031"/>
                </a:lnTo>
                <a:lnTo>
                  <a:pt x="2488603" y="3857865"/>
                </a:lnTo>
                <a:lnTo>
                  <a:pt x="2489028" y="3857692"/>
                </a:lnTo>
                <a:lnTo>
                  <a:pt x="2489449" y="3857512"/>
                </a:lnTo>
                <a:lnTo>
                  <a:pt x="2489866" y="3857327"/>
                </a:lnTo>
                <a:lnTo>
                  <a:pt x="2490280" y="3857134"/>
                </a:lnTo>
                <a:lnTo>
                  <a:pt x="2490690" y="3856936"/>
                </a:lnTo>
                <a:lnTo>
                  <a:pt x="2491097" y="3856730"/>
                </a:lnTo>
                <a:lnTo>
                  <a:pt x="2491500" y="3856519"/>
                </a:lnTo>
                <a:lnTo>
                  <a:pt x="2491900" y="3856301"/>
                </a:lnTo>
                <a:lnTo>
                  <a:pt x="2492296" y="3856076"/>
                </a:lnTo>
                <a:lnTo>
                  <a:pt x="2492689" y="3855845"/>
                </a:lnTo>
                <a:lnTo>
                  <a:pt x="2493078" y="3855608"/>
                </a:lnTo>
                <a:lnTo>
                  <a:pt x="2493464" y="3855364"/>
                </a:lnTo>
                <a:lnTo>
                  <a:pt x="2493846" y="3855113"/>
                </a:lnTo>
                <a:lnTo>
                  <a:pt x="2494224" y="3854842"/>
                </a:lnTo>
                <a:lnTo>
                  <a:pt x="2494595" y="3854564"/>
                </a:lnTo>
                <a:lnTo>
                  <a:pt x="2494961" y="3854279"/>
                </a:lnTo>
                <a:lnTo>
                  <a:pt x="2495321" y="3853986"/>
                </a:lnTo>
                <a:lnTo>
                  <a:pt x="2495675" y="3853687"/>
                </a:lnTo>
                <a:lnTo>
                  <a:pt x="2496023" y="3853381"/>
                </a:lnTo>
                <a:lnTo>
                  <a:pt x="2496365" y="3853067"/>
                </a:lnTo>
                <a:lnTo>
                  <a:pt x="2496701" y="3852747"/>
                </a:lnTo>
                <a:lnTo>
                  <a:pt x="2497032" y="3852419"/>
                </a:lnTo>
                <a:lnTo>
                  <a:pt x="2497357" y="3852084"/>
                </a:lnTo>
                <a:lnTo>
                  <a:pt x="2497675" y="3851743"/>
                </a:lnTo>
                <a:lnTo>
                  <a:pt x="2497988" y="3851394"/>
                </a:lnTo>
                <a:lnTo>
                  <a:pt x="2498295" y="3851038"/>
                </a:lnTo>
                <a:lnTo>
                  <a:pt x="2498596" y="3850676"/>
                </a:lnTo>
                <a:lnTo>
                  <a:pt x="2498892" y="3850306"/>
                </a:lnTo>
                <a:lnTo>
                  <a:pt x="2499181" y="3849929"/>
                </a:lnTo>
                <a:lnTo>
                  <a:pt x="2499465" y="3849545"/>
                </a:lnTo>
                <a:lnTo>
                  <a:pt x="2499742" y="3849154"/>
                </a:lnTo>
                <a:lnTo>
                  <a:pt x="2500014" y="3848756"/>
                </a:lnTo>
                <a:lnTo>
                  <a:pt x="2500280" y="3848351"/>
                </a:lnTo>
                <a:lnTo>
                  <a:pt x="2500540" y="3847939"/>
                </a:lnTo>
                <a:lnTo>
                  <a:pt x="2500794" y="3847520"/>
                </a:lnTo>
                <a:lnTo>
                  <a:pt x="2501043" y="3847093"/>
                </a:lnTo>
                <a:lnTo>
                  <a:pt x="2501285" y="3846660"/>
                </a:lnTo>
                <a:lnTo>
                  <a:pt x="2501329" y="3847107"/>
                </a:lnTo>
                <a:lnTo>
                  <a:pt x="2501377" y="3847545"/>
                </a:lnTo>
                <a:lnTo>
                  <a:pt x="2501428" y="3847976"/>
                </a:lnTo>
                <a:lnTo>
                  <a:pt x="2501482" y="3848398"/>
                </a:lnTo>
                <a:lnTo>
                  <a:pt x="2501540" y="3848812"/>
                </a:lnTo>
                <a:lnTo>
                  <a:pt x="2501602" y="3849217"/>
                </a:lnTo>
                <a:lnTo>
                  <a:pt x="2501667" y="3849615"/>
                </a:lnTo>
                <a:lnTo>
                  <a:pt x="2501736" y="3850004"/>
                </a:lnTo>
                <a:lnTo>
                  <a:pt x="2501808" y="3850385"/>
                </a:lnTo>
                <a:lnTo>
                  <a:pt x="2501884" y="3850758"/>
                </a:lnTo>
                <a:lnTo>
                  <a:pt x="2501963" y="3851122"/>
                </a:lnTo>
                <a:lnTo>
                  <a:pt x="2502046" y="3851479"/>
                </a:lnTo>
                <a:lnTo>
                  <a:pt x="2502132" y="3851827"/>
                </a:lnTo>
                <a:lnTo>
                  <a:pt x="2502222" y="3852167"/>
                </a:lnTo>
                <a:lnTo>
                  <a:pt x="2502315" y="3852498"/>
                </a:lnTo>
                <a:lnTo>
                  <a:pt x="2502412" y="3852822"/>
                </a:lnTo>
                <a:lnTo>
                  <a:pt x="2502513" y="3853137"/>
                </a:lnTo>
                <a:lnTo>
                  <a:pt x="2502616" y="3853444"/>
                </a:lnTo>
                <a:lnTo>
                  <a:pt x="2502724" y="3853743"/>
                </a:lnTo>
                <a:lnTo>
                  <a:pt x="2502835" y="3854033"/>
                </a:lnTo>
                <a:lnTo>
                  <a:pt x="2502949" y="3854316"/>
                </a:lnTo>
                <a:lnTo>
                  <a:pt x="2503067" y="3854590"/>
                </a:lnTo>
                <a:lnTo>
                  <a:pt x="2503189" y="3854856"/>
                </a:lnTo>
                <a:lnTo>
                  <a:pt x="2503314" y="3855113"/>
                </a:lnTo>
                <a:lnTo>
                  <a:pt x="2503444" y="3855364"/>
                </a:lnTo>
                <a:lnTo>
                  <a:pt x="2503579" y="3855608"/>
                </a:lnTo>
                <a:lnTo>
                  <a:pt x="2503721" y="3855845"/>
                </a:lnTo>
                <a:lnTo>
                  <a:pt x="2503868" y="3856076"/>
                </a:lnTo>
                <a:lnTo>
                  <a:pt x="2504021" y="3856301"/>
                </a:lnTo>
                <a:lnTo>
                  <a:pt x="2504180" y="3856519"/>
                </a:lnTo>
                <a:lnTo>
                  <a:pt x="2504345" y="3856730"/>
                </a:lnTo>
                <a:lnTo>
                  <a:pt x="2504516" y="3856936"/>
                </a:lnTo>
                <a:lnTo>
                  <a:pt x="2504693" y="3857134"/>
                </a:lnTo>
                <a:lnTo>
                  <a:pt x="2504875" y="3857327"/>
                </a:lnTo>
                <a:lnTo>
                  <a:pt x="2505064" y="3857512"/>
                </a:lnTo>
                <a:lnTo>
                  <a:pt x="2505258" y="3857692"/>
                </a:lnTo>
                <a:lnTo>
                  <a:pt x="2505458" y="3857865"/>
                </a:lnTo>
                <a:lnTo>
                  <a:pt x="2505664" y="3858031"/>
                </a:lnTo>
                <a:lnTo>
                  <a:pt x="2505876" y="3858191"/>
                </a:lnTo>
                <a:lnTo>
                  <a:pt x="2506094" y="3858345"/>
                </a:lnTo>
                <a:lnTo>
                  <a:pt x="2506318" y="3858492"/>
                </a:lnTo>
                <a:lnTo>
                  <a:pt x="2506547" y="3858632"/>
                </a:lnTo>
                <a:lnTo>
                  <a:pt x="2506783" y="3858766"/>
                </a:lnTo>
                <a:lnTo>
                  <a:pt x="2507024" y="3858894"/>
                </a:lnTo>
                <a:lnTo>
                  <a:pt x="2507271" y="3859015"/>
                </a:lnTo>
                <a:lnTo>
                  <a:pt x="2507524" y="3859130"/>
                </a:lnTo>
                <a:lnTo>
                  <a:pt x="2507783" y="3859238"/>
                </a:lnTo>
                <a:lnTo>
                  <a:pt x="2508048" y="3859340"/>
                </a:lnTo>
                <a:lnTo>
                  <a:pt x="2508319" y="3859451"/>
                </a:lnTo>
                <a:lnTo>
                  <a:pt x="2508596" y="3859556"/>
                </a:lnTo>
                <a:lnTo>
                  <a:pt x="2508880" y="3859657"/>
                </a:lnTo>
                <a:lnTo>
                  <a:pt x="2509170" y="3859753"/>
                </a:lnTo>
                <a:lnTo>
                  <a:pt x="2509467" y="3859845"/>
                </a:lnTo>
                <a:lnTo>
                  <a:pt x="2509770" y="3859932"/>
                </a:lnTo>
                <a:lnTo>
                  <a:pt x="2510080" y="3860014"/>
                </a:lnTo>
                <a:lnTo>
                  <a:pt x="2510396" y="3860092"/>
                </a:lnTo>
                <a:lnTo>
                  <a:pt x="2510718" y="3860164"/>
                </a:lnTo>
                <a:lnTo>
                  <a:pt x="2511047" y="3860232"/>
                </a:lnTo>
                <a:lnTo>
                  <a:pt x="2511383" y="3860296"/>
                </a:lnTo>
                <a:lnTo>
                  <a:pt x="2511725" y="3860355"/>
                </a:lnTo>
                <a:lnTo>
                  <a:pt x="2512073" y="3860409"/>
                </a:lnTo>
                <a:lnTo>
                  <a:pt x="2512428" y="3860458"/>
                </a:lnTo>
                <a:lnTo>
                  <a:pt x="2512790" y="3860503"/>
                </a:lnTo>
                <a:lnTo>
                  <a:pt x="2513157" y="3860542"/>
                </a:lnTo>
                <a:lnTo>
                  <a:pt x="2513532" y="3860578"/>
                </a:lnTo>
                <a:lnTo>
                  <a:pt x="2513912" y="3860608"/>
                </a:lnTo>
                <a:lnTo>
                  <a:pt x="2514299" y="3860634"/>
                </a:lnTo>
                <a:lnTo>
                  <a:pt x="2514693" y="3860655"/>
                </a:lnTo>
                <a:lnTo>
                  <a:pt x="2515093" y="3860672"/>
                </a:lnTo>
                <a:lnTo>
                  <a:pt x="2515500" y="3860683"/>
                </a:lnTo>
                <a:lnTo>
                  <a:pt x="2515913" y="3860690"/>
                </a:lnTo>
                <a:lnTo>
                  <a:pt x="2516332" y="3860693"/>
                </a:lnTo>
                <a:lnTo>
                  <a:pt x="2516627" y="3860691"/>
                </a:lnTo>
                <a:lnTo>
                  <a:pt x="2516921" y="3860687"/>
                </a:lnTo>
                <a:lnTo>
                  <a:pt x="2517214" y="3860680"/>
                </a:lnTo>
                <a:lnTo>
                  <a:pt x="2517506" y="3860669"/>
                </a:lnTo>
                <a:lnTo>
                  <a:pt x="2517797" y="3860656"/>
                </a:lnTo>
                <a:lnTo>
                  <a:pt x="2518086" y="3860640"/>
                </a:lnTo>
                <a:lnTo>
                  <a:pt x="2518374" y="3860621"/>
                </a:lnTo>
                <a:lnTo>
                  <a:pt x="2518661" y="3860599"/>
                </a:lnTo>
                <a:lnTo>
                  <a:pt x="2518947" y="3860574"/>
                </a:lnTo>
                <a:lnTo>
                  <a:pt x="2519232" y="3860546"/>
                </a:lnTo>
                <a:lnTo>
                  <a:pt x="2519516" y="3860515"/>
                </a:lnTo>
                <a:lnTo>
                  <a:pt x="2519798" y="3860481"/>
                </a:lnTo>
                <a:lnTo>
                  <a:pt x="2520079" y="3860445"/>
                </a:lnTo>
                <a:lnTo>
                  <a:pt x="2520359" y="3860405"/>
                </a:lnTo>
                <a:lnTo>
                  <a:pt x="2520638" y="3860362"/>
                </a:lnTo>
                <a:lnTo>
                  <a:pt x="2520916" y="3860317"/>
                </a:lnTo>
                <a:lnTo>
                  <a:pt x="2521192" y="3860269"/>
                </a:lnTo>
                <a:lnTo>
                  <a:pt x="2521467" y="3860217"/>
                </a:lnTo>
                <a:lnTo>
                  <a:pt x="2521742" y="3860163"/>
                </a:lnTo>
                <a:lnTo>
                  <a:pt x="2522015" y="3860106"/>
                </a:lnTo>
                <a:lnTo>
                  <a:pt x="2522286" y="3860045"/>
                </a:lnTo>
                <a:lnTo>
                  <a:pt x="2522557" y="3859982"/>
                </a:lnTo>
                <a:lnTo>
                  <a:pt x="2522827" y="3859916"/>
                </a:lnTo>
                <a:lnTo>
                  <a:pt x="2523095" y="3859847"/>
                </a:lnTo>
                <a:lnTo>
                  <a:pt x="2523361" y="3859776"/>
                </a:lnTo>
                <a:lnTo>
                  <a:pt x="2523623" y="3859702"/>
                </a:lnTo>
                <a:lnTo>
                  <a:pt x="2523882" y="3859626"/>
                </a:lnTo>
                <a:lnTo>
                  <a:pt x="2524137" y="3859547"/>
                </a:lnTo>
                <a:lnTo>
                  <a:pt x="2524389" y="3859466"/>
                </a:lnTo>
                <a:lnTo>
                  <a:pt x="2524638" y="3859382"/>
                </a:lnTo>
                <a:lnTo>
                  <a:pt x="2524882" y="3859297"/>
                </a:lnTo>
                <a:lnTo>
                  <a:pt x="2525124" y="3859209"/>
                </a:lnTo>
                <a:lnTo>
                  <a:pt x="2525361" y="3859118"/>
                </a:lnTo>
                <a:lnTo>
                  <a:pt x="2525596" y="3859026"/>
                </a:lnTo>
                <a:lnTo>
                  <a:pt x="2525826" y="3858930"/>
                </a:lnTo>
                <a:lnTo>
                  <a:pt x="2526053" y="3858833"/>
                </a:lnTo>
                <a:lnTo>
                  <a:pt x="2526277" y="3858733"/>
                </a:lnTo>
                <a:lnTo>
                  <a:pt x="2526497" y="3858631"/>
                </a:lnTo>
                <a:lnTo>
                  <a:pt x="2526714" y="3858527"/>
                </a:lnTo>
                <a:lnTo>
                  <a:pt x="2526927" y="3858420"/>
                </a:lnTo>
                <a:lnTo>
                  <a:pt x="2527136" y="3858311"/>
                </a:lnTo>
                <a:lnTo>
                  <a:pt x="2527342" y="3858199"/>
                </a:lnTo>
                <a:lnTo>
                  <a:pt x="2527545" y="3858085"/>
                </a:lnTo>
                <a:lnTo>
                  <a:pt x="2527744" y="3857969"/>
                </a:lnTo>
                <a:lnTo>
                  <a:pt x="2527939" y="3857850"/>
                </a:lnTo>
                <a:lnTo>
                  <a:pt x="2528131" y="3857729"/>
                </a:lnTo>
                <a:lnTo>
                  <a:pt x="2528320" y="3857606"/>
                </a:lnTo>
                <a:lnTo>
                  <a:pt x="2528505" y="3857481"/>
                </a:lnTo>
                <a:lnTo>
                  <a:pt x="2528505" y="3846491"/>
                </a:lnTo>
                <a:lnTo>
                  <a:pt x="2528263" y="3846657"/>
                </a:lnTo>
                <a:lnTo>
                  <a:pt x="2528019" y="3846815"/>
                </a:lnTo>
                <a:lnTo>
                  <a:pt x="2527770" y="3846967"/>
                </a:lnTo>
                <a:lnTo>
                  <a:pt x="2527519" y="3847111"/>
                </a:lnTo>
                <a:lnTo>
                  <a:pt x="2527263" y="3847248"/>
                </a:lnTo>
                <a:lnTo>
                  <a:pt x="2527004" y="3847379"/>
                </a:lnTo>
                <a:lnTo>
                  <a:pt x="2526742" y="3847502"/>
                </a:lnTo>
                <a:lnTo>
                  <a:pt x="2526476" y="3847618"/>
                </a:lnTo>
                <a:lnTo>
                  <a:pt x="2526207" y="3847727"/>
                </a:lnTo>
                <a:lnTo>
                  <a:pt x="2525934" y="3847829"/>
                </a:lnTo>
                <a:lnTo>
                  <a:pt x="2525657" y="3847925"/>
                </a:lnTo>
                <a:lnTo>
                  <a:pt x="2525377" y="3848013"/>
                </a:lnTo>
                <a:lnTo>
                  <a:pt x="2525093" y="3848094"/>
                </a:lnTo>
                <a:lnTo>
                  <a:pt x="2524806" y="3848168"/>
                </a:lnTo>
                <a:lnTo>
                  <a:pt x="2524516" y="3848235"/>
                </a:lnTo>
                <a:lnTo>
                  <a:pt x="2524222" y="3848294"/>
                </a:lnTo>
                <a:lnTo>
                  <a:pt x="2523924" y="3848347"/>
                </a:lnTo>
                <a:lnTo>
                  <a:pt x="2523623" y="3848393"/>
                </a:lnTo>
                <a:lnTo>
                  <a:pt x="2523318" y="3848432"/>
                </a:lnTo>
                <a:lnTo>
                  <a:pt x="2523010" y="3848463"/>
                </a:lnTo>
                <a:lnTo>
                  <a:pt x="2522698" y="3848488"/>
                </a:lnTo>
                <a:lnTo>
                  <a:pt x="2522383" y="3848506"/>
                </a:lnTo>
                <a:lnTo>
                  <a:pt x="2522064" y="3848516"/>
                </a:lnTo>
                <a:lnTo>
                  <a:pt x="2521742" y="3848520"/>
                </a:lnTo>
                <a:lnTo>
                  <a:pt x="2521560" y="3848518"/>
                </a:lnTo>
                <a:lnTo>
                  <a:pt x="2521382" y="3848512"/>
                </a:lnTo>
                <a:lnTo>
                  <a:pt x="2521206" y="3848501"/>
                </a:lnTo>
                <a:lnTo>
                  <a:pt x="2521033" y="3848487"/>
                </a:lnTo>
                <a:lnTo>
                  <a:pt x="2520863" y="3848468"/>
                </a:lnTo>
                <a:lnTo>
                  <a:pt x="2520696" y="3848446"/>
                </a:lnTo>
                <a:lnTo>
                  <a:pt x="2520532" y="3848419"/>
                </a:lnTo>
                <a:lnTo>
                  <a:pt x="2520371" y="3848388"/>
                </a:lnTo>
                <a:lnTo>
                  <a:pt x="2520213" y="3848353"/>
                </a:lnTo>
                <a:lnTo>
                  <a:pt x="2520057" y="3848314"/>
                </a:lnTo>
                <a:lnTo>
                  <a:pt x="2519905" y="3848271"/>
                </a:lnTo>
                <a:lnTo>
                  <a:pt x="2519756" y="3848224"/>
                </a:lnTo>
                <a:lnTo>
                  <a:pt x="2519609" y="3848173"/>
                </a:lnTo>
                <a:lnTo>
                  <a:pt x="2519466" y="3848117"/>
                </a:lnTo>
                <a:lnTo>
                  <a:pt x="2519325" y="3848057"/>
                </a:lnTo>
                <a:lnTo>
                  <a:pt x="2519187" y="3847994"/>
                </a:lnTo>
                <a:lnTo>
                  <a:pt x="2519053" y="3847926"/>
                </a:lnTo>
                <a:lnTo>
                  <a:pt x="2518921" y="3847854"/>
                </a:lnTo>
                <a:lnTo>
                  <a:pt x="2518792" y="3847778"/>
                </a:lnTo>
                <a:lnTo>
                  <a:pt x="2518666" y="3847698"/>
                </a:lnTo>
                <a:lnTo>
                  <a:pt x="2518543" y="3847614"/>
                </a:lnTo>
                <a:lnTo>
                  <a:pt x="2518423" y="3847525"/>
                </a:lnTo>
                <a:lnTo>
                  <a:pt x="2518306" y="3847433"/>
                </a:lnTo>
                <a:lnTo>
                  <a:pt x="2518192" y="3847336"/>
                </a:lnTo>
                <a:lnTo>
                  <a:pt x="2518081" y="3847235"/>
                </a:lnTo>
                <a:lnTo>
                  <a:pt x="2517976" y="3847129"/>
                </a:lnTo>
                <a:lnTo>
                  <a:pt x="2517875" y="3847017"/>
                </a:lnTo>
                <a:lnTo>
                  <a:pt x="2517778" y="3846900"/>
                </a:lnTo>
                <a:lnTo>
                  <a:pt x="2517687" y="3846777"/>
                </a:lnTo>
                <a:lnTo>
                  <a:pt x="2517600" y="3846650"/>
                </a:lnTo>
                <a:lnTo>
                  <a:pt x="2517518" y="3846517"/>
                </a:lnTo>
                <a:lnTo>
                  <a:pt x="2517440" y="3846378"/>
                </a:lnTo>
                <a:lnTo>
                  <a:pt x="2517367" y="3846235"/>
                </a:lnTo>
                <a:lnTo>
                  <a:pt x="2517299" y="3846086"/>
                </a:lnTo>
                <a:lnTo>
                  <a:pt x="2517236" y="3845932"/>
                </a:lnTo>
                <a:lnTo>
                  <a:pt x="2517177" y="3845773"/>
                </a:lnTo>
                <a:lnTo>
                  <a:pt x="2517123" y="3845608"/>
                </a:lnTo>
                <a:lnTo>
                  <a:pt x="2517074" y="3845438"/>
                </a:lnTo>
                <a:lnTo>
                  <a:pt x="2517029" y="3845263"/>
                </a:lnTo>
                <a:lnTo>
                  <a:pt x="2516989" y="3845082"/>
                </a:lnTo>
                <a:lnTo>
                  <a:pt x="2516954" y="3844896"/>
                </a:lnTo>
                <a:lnTo>
                  <a:pt x="2516924" y="3844705"/>
                </a:lnTo>
                <a:lnTo>
                  <a:pt x="2516898" y="3844509"/>
                </a:lnTo>
                <a:lnTo>
                  <a:pt x="2516877" y="3844307"/>
                </a:lnTo>
                <a:lnTo>
                  <a:pt x="2516860" y="3844100"/>
                </a:lnTo>
                <a:lnTo>
                  <a:pt x="2516849" y="3843888"/>
                </a:lnTo>
                <a:lnTo>
                  <a:pt x="2516842" y="3843671"/>
                </a:lnTo>
                <a:lnTo>
                  <a:pt x="2516839" y="3843448"/>
                </a:lnTo>
                <a:lnTo>
                  <a:pt x="2516839" y="3797631"/>
                </a:lnTo>
                <a:lnTo>
                  <a:pt x="2516824" y="3796516"/>
                </a:lnTo>
                <a:lnTo>
                  <a:pt x="2516778" y="3795425"/>
                </a:lnTo>
                <a:lnTo>
                  <a:pt x="2516702" y="3794358"/>
                </a:lnTo>
                <a:lnTo>
                  <a:pt x="2516595" y="3793315"/>
                </a:lnTo>
                <a:lnTo>
                  <a:pt x="2516458" y="3792296"/>
                </a:lnTo>
                <a:lnTo>
                  <a:pt x="2516290" y="3791301"/>
                </a:lnTo>
                <a:lnTo>
                  <a:pt x="2516091" y="3790331"/>
                </a:lnTo>
                <a:lnTo>
                  <a:pt x="2515862" y="3789384"/>
                </a:lnTo>
                <a:lnTo>
                  <a:pt x="2515603" y="3788461"/>
                </a:lnTo>
                <a:lnTo>
                  <a:pt x="2515313" y="3787563"/>
                </a:lnTo>
                <a:lnTo>
                  <a:pt x="2514992" y="3786689"/>
                </a:lnTo>
                <a:lnTo>
                  <a:pt x="2514641" y="3785838"/>
                </a:lnTo>
                <a:lnTo>
                  <a:pt x="2514260" y="3785012"/>
                </a:lnTo>
                <a:lnTo>
                  <a:pt x="2513848" y="3784210"/>
                </a:lnTo>
                <a:lnTo>
                  <a:pt x="2513405" y="3783432"/>
                </a:lnTo>
                <a:lnTo>
                  <a:pt x="2512932" y="3782678"/>
                </a:lnTo>
                <a:lnTo>
                  <a:pt x="2512428" y="3781948"/>
                </a:lnTo>
                <a:lnTo>
                  <a:pt x="2511894" y="3781242"/>
                </a:lnTo>
                <a:lnTo>
                  <a:pt x="2511329" y="3780560"/>
                </a:lnTo>
                <a:lnTo>
                  <a:pt x="2510734" y="3779902"/>
                </a:lnTo>
                <a:lnTo>
                  <a:pt x="2510108" y="3779268"/>
                </a:lnTo>
                <a:lnTo>
                  <a:pt x="2509452" y="3778659"/>
                </a:lnTo>
                <a:lnTo>
                  <a:pt x="2508765" y="3778073"/>
                </a:lnTo>
                <a:lnTo>
                  <a:pt x="2508048" y="3777512"/>
                </a:lnTo>
                <a:lnTo>
                  <a:pt x="2507315" y="3776974"/>
                </a:lnTo>
                <a:lnTo>
                  <a:pt x="2506552" y="3776459"/>
                </a:lnTo>
                <a:lnTo>
                  <a:pt x="2505760" y="3775966"/>
                </a:lnTo>
                <a:lnTo>
                  <a:pt x="2504939" y="3775497"/>
                </a:lnTo>
                <a:lnTo>
                  <a:pt x="2504088" y="3775051"/>
                </a:lnTo>
                <a:lnTo>
                  <a:pt x="2503208" y="3774627"/>
                </a:lnTo>
                <a:lnTo>
                  <a:pt x="2502299" y="3774226"/>
                </a:lnTo>
                <a:lnTo>
                  <a:pt x="2501360" y="3773849"/>
                </a:lnTo>
                <a:lnTo>
                  <a:pt x="2500392" y="3773494"/>
                </a:lnTo>
                <a:lnTo>
                  <a:pt x="2499395" y="3773162"/>
                </a:lnTo>
                <a:lnTo>
                  <a:pt x="2498368" y="3772853"/>
                </a:lnTo>
                <a:lnTo>
                  <a:pt x="2497312" y="3772567"/>
                </a:lnTo>
                <a:lnTo>
                  <a:pt x="2496226" y="3772303"/>
                </a:lnTo>
                <a:lnTo>
                  <a:pt x="2495112" y="3772063"/>
                </a:lnTo>
                <a:lnTo>
                  <a:pt x="2493968" y="3771845"/>
                </a:lnTo>
                <a:lnTo>
                  <a:pt x="2492794" y="3771651"/>
                </a:lnTo>
                <a:lnTo>
                  <a:pt x="2491591" y="3771479"/>
                </a:lnTo>
                <a:lnTo>
                  <a:pt x="2490359" y="3771330"/>
                </a:lnTo>
                <a:lnTo>
                  <a:pt x="2489097" y="3771204"/>
                </a:lnTo>
                <a:lnTo>
                  <a:pt x="2487807" y="3771101"/>
                </a:lnTo>
                <a:lnTo>
                  <a:pt x="2486486" y="3771021"/>
                </a:lnTo>
                <a:lnTo>
                  <a:pt x="2485137" y="3770964"/>
                </a:lnTo>
                <a:lnTo>
                  <a:pt x="2483758" y="3770930"/>
                </a:lnTo>
                <a:lnTo>
                  <a:pt x="2482350" y="3770918"/>
                </a:lnTo>
                <a:lnTo>
                  <a:pt x="2481022" y="3770930"/>
                </a:lnTo>
                <a:lnTo>
                  <a:pt x="2479717" y="3770964"/>
                </a:lnTo>
                <a:lnTo>
                  <a:pt x="2478435" y="3771021"/>
                </a:lnTo>
                <a:lnTo>
                  <a:pt x="2477174" y="3771101"/>
                </a:lnTo>
                <a:lnTo>
                  <a:pt x="2475936" y="3771204"/>
                </a:lnTo>
                <a:lnTo>
                  <a:pt x="2474720" y="3771330"/>
                </a:lnTo>
                <a:lnTo>
                  <a:pt x="2473527" y="3771479"/>
                </a:lnTo>
                <a:lnTo>
                  <a:pt x="2472356" y="3771651"/>
                </a:lnTo>
                <a:lnTo>
                  <a:pt x="2471207" y="3771845"/>
                </a:lnTo>
                <a:lnTo>
                  <a:pt x="2470080" y="3772063"/>
                </a:lnTo>
                <a:lnTo>
                  <a:pt x="2468976" y="3772303"/>
                </a:lnTo>
                <a:lnTo>
                  <a:pt x="2467894" y="3772567"/>
                </a:lnTo>
                <a:lnTo>
                  <a:pt x="2466835" y="3772853"/>
                </a:lnTo>
                <a:lnTo>
                  <a:pt x="2465797" y="3773162"/>
                </a:lnTo>
                <a:lnTo>
                  <a:pt x="2464782" y="3773494"/>
                </a:lnTo>
                <a:lnTo>
                  <a:pt x="2463790" y="3773849"/>
                </a:lnTo>
                <a:lnTo>
                  <a:pt x="2462819" y="3774226"/>
                </a:lnTo>
                <a:lnTo>
                  <a:pt x="2461871" y="3774627"/>
                </a:lnTo>
                <a:lnTo>
                  <a:pt x="2460946" y="3775051"/>
                </a:lnTo>
                <a:lnTo>
                  <a:pt x="2460042" y="3775497"/>
                </a:lnTo>
                <a:lnTo>
                  <a:pt x="2459161" y="3775966"/>
                </a:lnTo>
                <a:lnTo>
                  <a:pt x="2458302" y="3776459"/>
                </a:lnTo>
                <a:lnTo>
                  <a:pt x="2457466" y="3776974"/>
                </a:lnTo>
                <a:lnTo>
                  <a:pt x="2456651" y="3777512"/>
                </a:lnTo>
                <a:lnTo>
                  <a:pt x="2455879" y="3778069"/>
                </a:lnTo>
                <a:lnTo>
                  <a:pt x="2455139" y="3778642"/>
                </a:lnTo>
                <a:lnTo>
                  <a:pt x="2454432" y="3779231"/>
                </a:lnTo>
                <a:lnTo>
                  <a:pt x="2453758" y="3779836"/>
                </a:lnTo>
                <a:lnTo>
                  <a:pt x="2453117" y="3780457"/>
                </a:lnTo>
                <a:lnTo>
                  <a:pt x="2452509" y="3781094"/>
                </a:lnTo>
                <a:lnTo>
                  <a:pt x="2451934" y="3781746"/>
                </a:lnTo>
                <a:lnTo>
                  <a:pt x="2451392" y="3782415"/>
                </a:lnTo>
                <a:lnTo>
                  <a:pt x="2450882" y="3783099"/>
                </a:lnTo>
                <a:lnTo>
                  <a:pt x="2450405" y="3783799"/>
                </a:lnTo>
                <a:lnTo>
                  <a:pt x="2449961" y="3784515"/>
                </a:lnTo>
                <a:lnTo>
                  <a:pt x="2449551" y="3785247"/>
                </a:lnTo>
                <a:lnTo>
                  <a:pt x="2449172" y="3785994"/>
                </a:lnTo>
                <a:lnTo>
                  <a:pt x="2448827" y="3786758"/>
                </a:lnTo>
                <a:lnTo>
                  <a:pt x="2448515" y="3787537"/>
                </a:lnTo>
                <a:lnTo>
                  <a:pt x="2448236" y="3788332"/>
                </a:lnTo>
                <a:lnTo>
                  <a:pt x="2447989" y="3789143"/>
                </a:lnTo>
                <a:lnTo>
                  <a:pt x="2447775" y="3789970"/>
                </a:lnTo>
                <a:lnTo>
                  <a:pt x="2447595" y="3790813"/>
                </a:lnTo>
                <a:lnTo>
                  <a:pt x="2447447" y="3791671"/>
                </a:lnTo>
                <a:lnTo>
                  <a:pt x="2447332" y="3792545"/>
                </a:lnTo>
                <a:lnTo>
                  <a:pt x="2447249" y="3793436"/>
                </a:lnTo>
                <a:lnTo>
                  <a:pt x="2447200" y="3794342"/>
                </a:lnTo>
                <a:lnTo>
                  <a:pt x="2447184" y="3795264"/>
                </a:lnTo>
                <a:lnTo>
                  <a:pt x="2447183" y="3795291"/>
                </a:lnTo>
                <a:lnTo>
                  <a:pt x="2447182" y="3795315"/>
                </a:lnTo>
                <a:lnTo>
                  <a:pt x="2447181" y="3795338"/>
                </a:lnTo>
                <a:lnTo>
                  <a:pt x="2447179" y="3795358"/>
                </a:lnTo>
                <a:lnTo>
                  <a:pt x="2447176" y="3795375"/>
                </a:lnTo>
                <a:lnTo>
                  <a:pt x="2447173" y="3795391"/>
                </a:lnTo>
                <a:lnTo>
                  <a:pt x="2447169" y="3795403"/>
                </a:lnTo>
                <a:lnTo>
                  <a:pt x="2447165" y="3795414"/>
                </a:lnTo>
                <a:lnTo>
                  <a:pt x="2447160" y="3795422"/>
                </a:lnTo>
                <a:lnTo>
                  <a:pt x="2447154" y="3795428"/>
                </a:lnTo>
                <a:lnTo>
                  <a:pt x="2447148" y="3795432"/>
                </a:lnTo>
                <a:lnTo>
                  <a:pt x="2447141" y="3795433"/>
                </a:lnTo>
                <a:lnTo>
                  <a:pt x="2447134" y="3795432"/>
                </a:lnTo>
                <a:lnTo>
                  <a:pt x="2447126" y="3795428"/>
                </a:lnTo>
                <a:lnTo>
                  <a:pt x="2447117" y="3795422"/>
                </a:lnTo>
                <a:lnTo>
                  <a:pt x="2447108" y="3795414"/>
                </a:lnTo>
                <a:lnTo>
                  <a:pt x="2447099" y="3795403"/>
                </a:lnTo>
                <a:lnTo>
                  <a:pt x="2447088" y="3795391"/>
                </a:lnTo>
                <a:lnTo>
                  <a:pt x="2447078" y="3795375"/>
                </a:lnTo>
                <a:lnTo>
                  <a:pt x="2447066" y="3795358"/>
                </a:lnTo>
                <a:lnTo>
                  <a:pt x="2447054" y="3795338"/>
                </a:lnTo>
                <a:lnTo>
                  <a:pt x="2447041" y="3795315"/>
                </a:lnTo>
                <a:lnTo>
                  <a:pt x="2447028" y="3795291"/>
                </a:lnTo>
                <a:lnTo>
                  <a:pt x="2447014" y="3795264"/>
                </a:lnTo>
                <a:lnTo>
                  <a:pt x="2447014" y="3795299"/>
                </a:lnTo>
                <a:lnTo>
                  <a:pt x="2447014" y="3795364"/>
                </a:lnTo>
                <a:lnTo>
                  <a:pt x="2447014" y="3795433"/>
                </a:lnTo>
                <a:lnTo>
                  <a:pt x="2447029" y="3795506"/>
                </a:lnTo>
                <a:lnTo>
                  <a:pt x="2447044" y="3795586"/>
                </a:lnTo>
                <a:lnTo>
                  <a:pt x="2447059" y="3795673"/>
                </a:lnTo>
                <a:lnTo>
                  <a:pt x="2447076" y="3795766"/>
                </a:lnTo>
                <a:lnTo>
                  <a:pt x="2447092" y="3795866"/>
                </a:lnTo>
                <a:lnTo>
                  <a:pt x="2447110" y="3795972"/>
                </a:lnTo>
                <a:close/>
                <a:moveTo>
                  <a:pt x="2471659" y="3848213"/>
                </a:moveTo>
                <a:lnTo>
                  <a:pt x="2471108" y="3848102"/>
                </a:lnTo>
                <a:lnTo>
                  <a:pt x="2470571" y="3847979"/>
                </a:lnTo>
                <a:lnTo>
                  <a:pt x="2470050" y="3847844"/>
                </a:lnTo>
                <a:lnTo>
                  <a:pt x="2469543" y="3847697"/>
                </a:lnTo>
                <a:lnTo>
                  <a:pt x="2469051" y="3847538"/>
                </a:lnTo>
                <a:lnTo>
                  <a:pt x="2468573" y="3847368"/>
                </a:lnTo>
                <a:lnTo>
                  <a:pt x="2468110" y="3847186"/>
                </a:lnTo>
                <a:lnTo>
                  <a:pt x="2467662" y="3846992"/>
                </a:lnTo>
                <a:lnTo>
                  <a:pt x="2467228" y="3846787"/>
                </a:lnTo>
                <a:lnTo>
                  <a:pt x="2466810" y="3846570"/>
                </a:lnTo>
                <a:lnTo>
                  <a:pt x="2466405" y="3846341"/>
                </a:lnTo>
                <a:lnTo>
                  <a:pt x="2466016" y="3846100"/>
                </a:lnTo>
                <a:lnTo>
                  <a:pt x="2465641" y="3845848"/>
                </a:lnTo>
                <a:lnTo>
                  <a:pt x="2465281" y="3845583"/>
                </a:lnTo>
                <a:lnTo>
                  <a:pt x="2464936" y="3845308"/>
                </a:lnTo>
                <a:lnTo>
                  <a:pt x="2464618" y="3845020"/>
                </a:lnTo>
                <a:lnTo>
                  <a:pt x="2464315" y="3844721"/>
                </a:lnTo>
                <a:lnTo>
                  <a:pt x="2464024" y="3844409"/>
                </a:lnTo>
                <a:lnTo>
                  <a:pt x="2463747" y="3844087"/>
                </a:lnTo>
                <a:lnTo>
                  <a:pt x="2463484" y="3843752"/>
                </a:lnTo>
                <a:lnTo>
                  <a:pt x="2463234" y="3843406"/>
                </a:lnTo>
                <a:lnTo>
                  <a:pt x="2462998" y="3843048"/>
                </a:lnTo>
                <a:lnTo>
                  <a:pt x="2462775" y="3842678"/>
                </a:lnTo>
                <a:lnTo>
                  <a:pt x="2462566" y="3842296"/>
                </a:lnTo>
                <a:lnTo>
                  <a:pt x="2462370" y="3841903"/>
                </a:lnTo>
                <a:lnTo>
                  <a:pt x="2462188" y="3841498"/>
                </a:lnTo>
                <a:lnTo>
                  <a:pt x="2462019" y="3841081"/>
                </a:lnTo>
                <a:lnTo>
                  <a:pt x="2461864" y="3840652"/>
                </a:lnTo>
                <a:lnTo>
                  <a:pt x="2461722" y="3840212"/>
                </a:lnTo>
                <a:lnTo>
                  <a:pt x="2461594" y="3839760"/>
                </a:lnTo>
                <a:lnTo>
                  <a:pt x="2461479" y="3839296"/>
                </a:lnTo>
                <a:lnTo>
                  <a:pt x="2461378" y="3838821"/>
                </a:lnTo>
                <a:lnTo>
                  <a:pt x="2461290" y="3838334"/>
                </a:lnTo>
                <a:lnTo>
                  <a:pt x="2461216" y="3837835"/>
                </a:lnTo>
                <a:lnTo>
                  <a:pt x="2461155" y="3837324"/>
                </a:lnTo>
                <a:lnTo>
                  <a:pt x="2461108" y="3836801"/>
                </a:lnTo>
                <a:lnTo>
                  <a:pt x="2461074" y="3836267"/>
                </a:lnTo>
                <a:lnTo>
                  <a:pt x="2461054" y="3835721"/>
                </a:lnTo>
                <a:lnTo>
                  <a:pt x="2461047" y="3835164"/>
                </a:lnTo>
                <a:lnTo>
                  <a:pt x="2461053" y="3834619"/>
                </a:lnTo>
                <a:lnTo>
                  <a:pt x="2461072" y="3834086"/>
                </a:lnTo>
                <a:lnTo>
                  <a:pt x="2461103" y="3833563"/>
                </a:lnTo>
                <a:lnTo>
                  <a:pt x="2461146" y="3833050"/>
                </a:lnTo>
                <a:lnTo>
                  <a:pt x="2461201" y="3832548"/>
                </a:lnTo>
                <a:lnTo>
                  <a:pt x="2461269" y="3832057"/>
                </a:lnTo>
                <a:lnTo>
                  <a:pt x="2461349" y="3831576"/>
                </a:lnTo>
                <a:lnTo>
                  <a:pt x="2461442" y="3831106"/>
                </a:lnTo>
                <a:lnTo>
                  <a:pt x="2461546" y="3830646"/>
                </a:lnTo>
                <a:lnTo>
                  <a:pt x="2461663" y="3830197"/>
                </a:lnTo>
                <a:lnTo>
                  <a:pt x="2461793" y="3829759"/>
                </a:lnTo>
                <a:lnTo>
                  <a:pt x="2461935" y="3829331"/>
                </a:lnTo>
                <a:lnTo>
                  <a:pt x="2462089" y="3828913"/>
                </a:lnTo>
                <a:lnTo>
                  <a:pt x="2462255" y="3828507"/>
                </a:lnTo>
                <a:lnTo>
                  <a:pt x="2462434" y="3828110"/>
                </a:lnTo>
                <a:lnTo>
                  <a:pt x="2462625" y="3827725"/>
                </a:lnTo>
                <a:lnTo>
                  <a:pt x="2462828" y="3827349"/>
                </a:lnTo>
                <a:lnTo>
                  <a:pt x="2463044" y="3826985"/>
                </a:lnTo>
                <a:lnTo>
                  <a:pt x="2463272" y="3826631"/>
                </a:lnTo>
                <a:lnTo>
                  <a:pt x="2463513" y="3826288"/>
                </a:lnTo>
                <a:lnTo>
                  <a:pt x="2463765" y="3825955"/>
                </a:lnTo>
                <a:lnTo>
                  <a:pt x="2464030" y="3825632"/>
                </a:lnTo>
                <a:lnTo>
                  <a:pt x="2464308" y="3825321"/>
                </a:lnTo>
                <a:lnTo>
                  <a:pt x="2464597" y="3825020"/>
                </a:lnTo>
                <a:lnTo>
                  <a:pt x="2464916" y="3824713"/>
                </a:lnTo>
                <a:lnTo>
                  <a:pt x="2465250" y="3824415"/>
                </a:lnTo>
                <a:lnTo>
                  <a:pt x="2465601" y="3824124"/>
                </a:lnTo>
                <a:lnTo>
                  <a:pt x="2465969" y="3823841"/>
                </a:lnTo>
                <a:lnTo>
                  <a:pt x="2466353" y="3823565"/>
                </a:lnTo>
                <a:lnTo>
                  <a:pt x="2466753" y="3823297"/>
                </a:lnTo>
                <a:lnTo>
                  <a:pt x="2467170" y="3823037"/>
                </a:lnTo>
                <a:lnTo>
                  <a:pt x="2467603" y="3822784"/>
                </a:lnTo>
                <a:lnTo>
                  <a:pt x="2468053" y="3822539"/>
                </a:lnTo>
                <a:lnTo>
                  <a:pt x="2468519" y="3822302"/>
                </a:lnTo>
                <a:lnTo>
                  <a:pt x="2469001" y="3822072"/>
                </a:lnTo>
                <a:lnTo>
                  <a:pt x="2469500" y="3821850"/>
                </a:lnTo>
                <a:lnTo>
                  <a:pt x="2470016" y="3821635"/>
                </a:lnTo>
                <a:lnTo>
                  <a:pt x="2470548" y="3821428"/>
                </a:lnTo>
                <a:lnTo>
                  <a:pt x="2471096" y="3821229"/>
                </a:lnTo>
                <a:lnTo>
                  <a:pt x="2471661" y="3821037"/>
                </a:lnTo>
                <a:lnTo>
                  <a:pt x="2472242" y="3820853"/>
                </a:lnTo>
                <a:lnTo>
                  <a:pt x="2472839" y="3820677"/>
                </a:lnTo>
                <a:lnTo>
                  <a:pt x="2473453" y="3820508"/>
                </a:lnTo>
                <a:lnTo>
                  <a:pt x="2474084" y="3820347"/>
                </a:lnTo>
                <a:lnTo>
                  <a:pt x="2474731" y="3820193"/>
                </a:lnTo>
                <a:lnTo>
                  <a:pt x="2475394" y="3820047"/>
                </a:lnTo>
                <a:lnTo>
                  <a:pt x="2476074" y="3819909"/>
                </a:lnTo>
                <a:lnTo>
                  <a:pt x="2476770" y="3819779"/>
                </a:lnTo>
                <a:lnTo>
                  <a:pt x="2477499" y="3819641"/>
                </a:lnTo>
                <a:lnTo>
                  <a:pt x="2478248" y="3819508"/>
                </a:lnTo>
                <a:lnTo>
                  <a:pt x="2479018" y="3819382"/>
                </a:lnTo>
                <a:lnTo>
                  <a:pt x="2479809" y="3819262"/>
                </a:lnTo>
                <a:lnTo>
                  <a:pt x="2480620" y="3819147"/>
                </a:lnTo>
                <a:lnTo>
                  <a:pt x="2481451" y="3819039"/>
                </a:lnTo>
                <a:lnTo>
                  <a:pt x="2482303" y="3818936"/>
                </a:lnTo>
                <a:lnTo>
                  <a:pt x="2483176" y="3818839"/>
                </a:lnTo>
                <a:lnTo>
                  <a:pt x="2484069" y="3818748"/>
                </a:lnTo>
                <a:lnTo>
                  <a:pt x="2484983" y="3818663"/>
                </a:lnTo>
                <a:lnTo>
                  <a:pt x="2485917" y="3818584"/>
                </a:lnTo>
                <a:lnTo>
                  <a:pt x="2486872" y="3818511"/>
                </a:lnTo>
                <a:lnTo>
                  <a:pt x="2487847" y="3818443"/>
                </a:lnTo>
                <a:lnTo>
                  <a:pt x="2488843" y="3818381"/>
                </a:lnTo>
                <a:lnTo>
                  <a:pt x="2489860" y="3818326"/>
                </a:lnTo>
                <a:lnTo>
                  <a:pt x="2490897" y="3818276"/>
                </a:lnTo>
                <a:lnTo>
                  <a:pt x="2491954" y="3818232"/>
                </a:lnTo>
                <a:lnTo>
                  <a:pt x="2493032" y="3818194"/>
                </a:lnTo>
                <a:lnTo>
                  <a:pt x="2494131" y="3818161"/>
                </a:lnTo>
                <a:lnTo>
                  <a:pt x="2495250" y="3818135"/>
                </a:lnTo>
                <a:lnTo>
                  <a:pt x="2496390" y="3818114"/>
                </a:lnTo>
                <a:lnTo>
                  <a:pt x="2497550" y="3818100"/>
                </a:lnTo>
                <a:lnTo>
                  <a:pt x="2498731" y="3818091"/>
                </a:lnTo>
                <a:lnTo>
                  <a:pt x="2499932" y="3818088"/>
                </a:lnTo>
                <a:lnTo>
                  <a:pt x="2499932" y="3823329"/>
                </a:lnTo>
                <a:lnTo>
                  <a:pt x="2499928" y="3823918"/>
                </a:lnTo>
                <a:lnTo>
                  <a:pt x="2499915" y="3824503"/>
                </a:lnTo>
                <a:lnTo>
                  <a:pt x="2499893" y="3825083"/>
                </a:lnTo>
                <a:lnTo>
                  <a:pt x="2499862" y="3825658"/>
                </a:lnTo>
                <a:lnTo>
                  <a:pt x="2499822" y="3826229"/>
                </a:lnTo>
                <a:lnTo>
                  <a:pt x="2499774" y="3826795"/>
                </a:lnTo>
                <a:lnTo>
                  <a:pt x="2499717" y="3827356"/>
                </a:lnTo>
                <a:lnTo>
                  <a:pt x="2499651" y="3827913"/>
                </a:lnTo>
                <a:lnTo>
                  <a:pt x="2499576" y="3828464"/>
                </a:lnTo>
                <a:lnTo>
                  <a:pt x="2499492" y="3829011"/>
                </a:lnTo>
                <a:lnTo>
                  <a:pt x="2499400" y="3829554"/>
                </a:lnTo>
                <a:lnTo>
                  <a:pt x="2499298" y="3830092"/>
                </a:lnTo>
                <a:lnTo>
                  <a:pt x="2499188" y="3830625"/>
                </a:lnTo>
                <a:lnTo>
                  <a:pt x="2499069" y="3831153"/>
                </a:lnTo>
                <a:lnTo>
                  <a:pt x="2498942" y="3831677"/>
                </a:lnTo>
                <a:lnTo>
                  <a:pt x="2498805" y="3832196"/>
                </a:lnTo>
                <a:lnTo>
                  <a:pt x="2498660" y="3832710"/>
                </a:lnTo>
                <a:lnTo>
                  <a:pt x="2498506" y="3833219"/>
                </a:lnTo>
                <a:lnTo>
                  <a:pt x="2498343" y="3833724"/>
                </a:lnTo>
                <a:lnTo>
                  <a:pt x="2498171" y="3834224"/>
                </a:lnTo>
                <a:lnTo>
                  <a:pt x="2497991" y="3834720"/>
                </a:lnTo>
                <a:lnTo>
                  <a:pt x="2497802" y="3835211"/>
                </a:lnTo>
                <a:lnTo>
                  <a:pt x="2497604" y="3835697"/>
                </a:lnTo>
                <a:lnTo>
                  <a:pt x="2497397" y="3836178"/>
                </a:lnTo>
                <a:lnTo>
                  <a:pt x="2497195" y="3836653"/>
                </a:lnTo>
                <a:lnTo>
                  <a:pt x="2496983" y="3837120"/>
                </a:lnTo>
                <a:lnTo>
                  <a:pt x="2496763" y="3837578"/>
                </a:lnTo>
                <a:lnTo>
                  <a:pt x="2496533" y="3838028"/>
                </a:lnTo>
                <a:lnTo>
                  <a:pt x="2496293" y="3838470"/>
                </a:lnTo>
                <a:lnTo>
                  <a:pt x="2496044" y="3838904"/>
                </a:lnTo>
                <a:lnTo>
                  <a:pt x="2495786" y="3839330"/>
                </a:lnTo>
                <a:lnTo>
                  <a:pt x="2495518" y="3839747"/>
                </a:lnTo>
                <a:lnTo>
                  <a:pt x="2495241" y="3840156"/>
                </a:lnTo>
                <a:lnTo>
                  <a:pt x="2494954" y="3840557"/>
                </a:lnTo>
                <a:lnTo>
                  <a:pt x="2494659" y="3840950"/>
                </a:lnTo>
                <a:lnTo>
                  <a:pt x="2494353" y="3841335"/>
                </a:lnTo>
                <a:lnTo>
                  <a:pt x="2494039" y="3841711"/>
                </a:lnTo>
                <a:lnTo>
                  <a:pt x="2493715" y="3842079"/>
                </a:lnTo>
                <a:lnTo>
                  <a:pt x="2493381" y="3842439"/>
                </a:lnTo>
                <a:lnTo>
                  <a:pt x="2493038" y="3842790"/>
                </a:lnTo>
                <a:lnTo>
                  <a:pt x="2492686" y="3843134"/>
                </a:lnTo>
                <a:lnTo>
                  <a:pt x="2492325" y="3843469"/>
                </a:lnTo>
                <a:lnTo>
                  <a:pt x="2491954" y="3843796"/>
                </a:lnTo>
                <a:lnTo>
                  <a:pt x="2491573" y="3844115"/>
                </a:lnTo>
                <a:lnTo>
                  <a:pt x="2491183" y="3844425"/>
                </a:lnTo>
                <a:lnTo>
                  <a:pt x="2490784" y="3844728"/>
                </a:lnTo>
                <a:lnTo>
                  <a:pt x="2490376" y="3845022"/>
                </a:lnTo>
                <a:lnTo>
                  <a:pt x="2489958" y="3845308"/>
                </a:lnTo>
                <a:lnTo>
                  <a:pt x="2489544" y="3845583"/>
                </a:lnTo>
                <a:lnTo>
                  <a:pt x="2489121" y="3845848"/>
                </a:lnTo>
                <a:lnTo>
                  <a:pt x="2488687" y="3846100"/>
                </a:lnTo>
                <a:lnTo>
                  <a:pt x="2488244" y="3846341"/>
                </a:lnTo>
                <a:lnTo>
                  <a:pt x="2487790" y="3846570"/>
                </a:lnTo>
                <a:lnTo>
                  <a:pt x="2487327" y="3846787"/>
                </a:lnTo>
                <a:lnTo>
                  <a:pt x="2486853" y="3846992"/>
                </a:lnTo>
                <a:lnTo>
                  <a:pt x="2486370" y="3847186"/>
                </a:lnTo>
                <a:lnTo>
                  <a:pt x="2485876" y="3847368"/>
                </a:lnTo>
                <a:lnTo>
                  <a:pt x="2485373" y="3847538"/>
                </a:lnTo>
                <a:lnTo>
                  <a:pt x="2484859" y="3847697"/>
                </a:lnTo>
                <a:lnTo>
                  <a:pt x="2484336" y="3847844"/>
                </a:lnTo>
                <a:lnTo>
                  <a:pt x="2483803" y="3847979"/>
                </a:lnTo>
                <a:lnTo>
                  <a:pt x="2483259" y="3848102"/>
                </a:lnTo>
                <a:lnTo>
                  <a:pt x="2482706" y="3848213"/>
                </a:lnTo>
                <a:lnTo>
                  <a:pt x="2482143" y="3848313"/>
                </a:lnTo>
                <a:lnTo>
                  <a:pt x="2481570" y="3848401"/>
                </a:lnTo>
                <a:lnTo>
                  <a:pt x="2480986" y="3848478"/>
                </a:lnTo>
                <a:lnTo>
                  <a:pt x="2480393" y="3848542"/>
                </a:lnTo>
                <a:lnTo>
                  <a:pt x="2479790" y="3848595"/>
                </a:lnTo>
                <a:lnTo>
                  <a:pt x="2479177" y="3848636"/>
                </a:lnTo>
                <a:lnTo>
                  <a:pt x="2478554" y="3848665"/>
                </a:lnTo>
                <a:lnTo>
                  <a:pt x="2477921" y="3848683"/>
                </a:lnTo>
                <a:lnTo>
                  <a:pt x="2477278" y="3848689"/>
                </a:lnTo>
                <a:lnTo>
                  <a:pt x="2476594" y="3848683"/>
                </a:lnTo>
                <a:lnTo>
                  <a:pt x="2475926" y="3848665"/>
                </a:lnTo>
                <a:lnTo>
                  <a:pt x="2475272" y="3848636"/>
                </a:lnTo>
                <a:lnTo>
                  <a:pt x="2474633" y="3848595"/>
                </a:lnTo>
                <a:lnTo>
                  <a:pt x="2474009" y="3848542"/>
                </a:lnTo>
                <a:lnTo>
                  <a:pt x="2473399" y="3848478"/>
                </a:lnTo>
                <a:lnTo>
                  <a:pt x="2472804" y="3848401"/>
                </a:lnTo>
                <a:lnTo>
                  <a:pt x="2472224" y="3848313"/>
                </a:lnTo>
                <a:lnTo>
                  <a:pt x="2471659" y="3848213"/>
                </a:lnTo>
                <a:close/>
                <a:moveTo>
                  <a:pt x="2084742" y="3860373"/>
                </a:moveTo>
                <a:lnTo>
                  <a:pt x="2085652" y="3860289"/>
                </a:lnTo>
                <a:lnTo>
                  <a:pt x="2086549" y="3860194"/>
                </a:lnTo>
                <a:lnTo>
                  <a:pt x="2087434" y="3860089"/>
                </a:lnTo>
                <a:lnTo>
                  <a:pt x="2088307" y="3859974"/>
                </a:lnTo>
                <a:lnTo>
                  <a:pt x="2089167" y="3859849"/>
                </a:lnTo>
                <a:lnTo>
                  <a:pt x="2090015" y="3859715"/>
                </a:lnTo>
                <a:lnTo>
                  <a:pt x="2090851" y="3859570"/>
                </a:lnTo>
                <a:lnTo>
                  <a:pt x="2091674" y="3859415"/>
                </a:lnTo>
                <a:lnTo>
                  <a:pt x="2092485" y="3859251"/>
                </a:lnTo>
                <a:lnTo>
                  <a:pt x="2093284" y="3859076"/>
                </a:lnTo>
                <a:lnTo>
                  <a:pt x="2094070" y="3858891"/>
                </a:lnTo>
                <a:lnTo>
                  <a:pt x="2094844" y="3858697"/>
                </a:lnTo>
                <a:lnTo>
                  <a:pt x="2095606" y="3858492"/>
                </a:lnTo>
                <a:lnTo>
                  <a:pt x="2096355" y="3858278"/>
                </a:lnTo>
                <a:lnTo>
                  <a:pt x="2097092" y="3858053"/>
                </a:lnTo>
                <a:lnTo>
                  <a:pt x="2097817" y="3857819"/>
                </a:lnTo>
                <a:lnTo>
                  <a:pt x="2098542" y="3857574"/>
                </a:lnTo>
                <a:lnTo>
                  <a:pt x="2099253" y="3857318"/>
                </a:lnTo>
                <a:lnTo>
                  <a:pt x="2099949" y="3857053"/>
                </a:lnTo>
                <a:lnTo>
                  <a:pt x="2100630" y="3856776"/>
                </a:lnTo>
                <a:lnTo>
                  <a:pt x="2101297" y="3856489"/>
                </a:lnTo>
                <a:lnTo>
                  <a:pt x="2101948" y="3856191"/>
                </a:lnTo>
                <a:lnTo>
                  <a:pt x="2102586" y="3855883"/>
                </a:lnTo>
                <a:lnTo>
                  <a:pt x="2103208" y="3855564"/>
                </a:lnTo>
                <a:lnTo>
                  <a:pt x="2103816" y="3855235"/>
                </a:lnTo>
                <a:lnTo>
                  <a:pt x="2104409" y="3854895"/>
                </a:lnTo>
                <a:lnTo>
                  <a:pt x="2104988" y="3854545"/>
                </a:lnTo>
                <a:lnTo>
                  <a:pt x="2105552" y="3854184"/>
                </a:lnTo>
                <a:lnTo>
                  <a:pt x="2106101" y="3853812"/>
                </a:lnTo>
                <a:lnTo>
                  <a:pt x="2106635" y="3853430"/>
                </a:lnTo>
                <a:lnTo>
                  <a:pt x="2107155" y="3853037"/>
                </a:lnTo>
                <a:lnTo>
                  <a:pt x="2107660" y="3852634"/>
                </a:lnTo>
                <a:lnTo>
                  <a:pt x="2108151" y="3852220"/>
                </a:lnTo>
                <a:lnTo>
                  <a:pt x="2108627" y="3851796"/>
                </a:lnTo>
                <a:lnTo>
                  <a:pt x="2109088" y="3851361"/>
                </a:lnTo>
                <a:lnTo>
                  <a:pt x="2109534" y="3850915"/>
                </a:lnTo>
                <a:lnTo>
                  <a:pt x="2109966" y="3850459"/>
                </a:lnTo>
                <a:lnTo>
                  <a:pt x="2110383" y="3849992"/>
                </a:lnTo>
                <a:lnTo>
                  <a:pt x="2110785" y="3849515"/>
                </a:lnTo>
                <a:lnTo>
                  <a:pt x="2111173" y="3849027"/>
                </a:lnTo>
                <a:lnTo>
                  <a:pt x="2111559" y="3848529"/>
                </a:lnTo>
                <a:lnTo>
                  <a:pt x="2111929" y="3848020"/>
                </a:lnTo>
                <a:lnTo>
                  <a:pt x="2112283" y="3847500"/>
                </a:lnTo>
                <a:lnTo>
                  <a:pt x="2112620" y="3846970"/>
                </a:lnTo>
                <a:lnTo>
                  <a:pt x="2112940" y="3846429"/>
                </a:lnTo>
                <a:lnTo>
                  <a:pt x="2113244" y="3845878"/>
                </a:lnTo>
                <a:lnTo>
                  <a:pt x="2113532" y="3845316"/>
                </a:lnTo>
                <a:lnTo>
                  <a:pt x="2113803" y="3844744"/>
                </a:lnTo>
                <a:lnTo>
                  <a:pt x="2114058" y="3844161"/>
                </a:lnTo>
                <a:lnTo>
                  <a:pt x="2114296" y="3843568"/>
                </a:lnTo>
                <a:lnTo>
                  <a:pt x="2114518" y="3842964"/>
                </a:lnTo>
                <a:lnTo>
                  <a:pt x="2114724" y="3842349"/>
                </a:lnTo>
                <a:lnTo>
                  <a:pt x="2114913" y="3841724"/>
                </a:lnTo>
                <a:lnTo>
                  <a:pt x="2115085" y="3841088"/>
                </a:lnTo>
                <a:lnTo>
                  <a:pt x="2115241" y="3840442"/>
                </a:lnTo>
                <a:lnTo>
                  <a:pt x="2115381" y="3839785"/>
                </a:lnTo>
                <a:lnTo>
                  <a:pt x="2115504" y="3839117"/>
                </a:lnTo>
                <a:lnTo>
                  <a:pt x="2115611" y="3838439"/>
                </a:lnTo>
                <a:lnTo>
                  <a:pt x="2115702" y="3837751"/>
                </a:lnTo>
                <a:lnTo>
                  <a:pt x="2115775" y="3837051"/>
                </a:lnTo>
                <a:lnTo>
                  <a:pt x="2115833" y="3836342"/>
                </a:lnTo>
                <a:lnTo>
                  <a:pt x="2115874" y="3835621"/>
                </a:lnTo>
                <a:lnTo>
                  <a:pt x="2115899" y="3834891"/>
                </a:lnTo>
                <a:lnTo>
                  <a:pt x="2115907" y="3834149"/>
                </a:lnTo>
                <a:lnTo>
                  <a:pt x="2115901" y="3833492"/>
                </a:lnTo>
                <a:lnTo>
                  <a:pt x="2115885" y="3832846"/>
                </a:lnTo>
                <a:lnTo>
                  <a:pt x="2115857" y="3832210"/>
                </a:lnTo>
                <a:lnTo>
                  <a:pt x="2115818" y="3831585"/>
                </a:lnTo>
                <a:lnTo>
                  <a:pt x="2115768" y="3830970"/>
                </a:lnTo>
                <a:lnTo>
                  <a:pt x="2115706" y="3830366"/>
                </a:lnTo>
                <a:lnTo>
                  <a:pt x="2115634" y="3829773"/>
                </a:lnTo>
                <a:lnTo>
                  <a:pt x="2115550" y="3829190"/>
                </a:lnTo>
                <a:lnTo>
                  <a:pt x="2115455" y="3828618"/>
                </a:lnTo>
                <a:lnTo>
                  <a:pt x="2115349" y="3828056"/>
                </a:lnTo>
                <a:lnTo>
                  <a:pt x="2115232" y="3827504"/>
                </a:lnTo>
                <a:lnTo>
                  <a:pt x="2115104" y="3826964"/>
                </a:lnTo>
                <a:lnTo>
                  <a:pt x="2114964" y="3826434"/>
                </a:lnTo>
                <a:lnTo>
                  <a:pt x="2114814" y="3825914"/>
                </a:lnTo>
                <a:lnTo>
                  <a:pt x="2114652" y="3825405"/>
                </a:lnTo>
                <a:lnTo>
                  <a:pt x="2114479" y="3824907"/>
                </a:lnTo>
                <a:lnTo>
                  <a:pt x="2114295" y="3824419"/>
                </a:lnTo>
                <a:lnTo>
                  <a:pt x="2114100" y="3823942"/>
                </a:lnTo>
                <a:lnTo>
                  <a:pt x="2113894" y="3823475"/>
                </a:lnTo>
                <a:lnTo>
                  <a:pt x="2113676" y="3823019"/>
                </a:lnTo>
                <a:lnTo>
                  <a:pt x="2113448" y="3822573"/>
                </a:lnTo>
                <a:lnTo>
                  <a:pt x="2113208" y="3822138"/>
                </a:lnTo>
                <a:lnTo>
                  <a:pt x="2112957" y="3821714"/>
                </a:lnTo>
                <a:lnTo>
                  <a:pt x="2112695" y="3821300"/>
                </a:lnTo>
                <a:lnTo>
                  <a:pt x="2112420" y="3820881"/>
                </a:lnTo>
                <a:lnTo>
                  <a:pt x="2112131" y="3820468"/>
                </a:lnTo>
                <a:lnTo>
                  <a:pt x="2111828" y="3820061"/>
                </a:lnTo>
                <a:lnTo>
                  <a:pt x="2111511" y="3819661"/>
                </a:lnTo>
                <a:lnTo>
                  <a:pt x="2111180" y="3819267"/>
                </a:lnTo>
                <a:lnTo>
                  <a:pt x="2110835" y="3818880"/>
                </a:lnTo>
                <a:lnTo>
                  <a:pt x="2110476" y="3818500"/>
                </a:lnTo>
                <a:lnTo>
                  <a:pt x="2110102" y="3818125"/>
                </a:lnTo>
                <a:lnTo>
                  <a:pt x="2109715" y="3817758"/>
                </a:lnTo>
                <a:lnTo>
                  <a:pt x="2109313" y="3817396"/>
                </a:lnTo>
                <a:lnTo>
                  <a:pt x="2108898" y="3817041"/>
                </a:lnTo>
                <a:lnTo>
                  <a:pt x="2108468" y="3816693"/>
                </a:lnTo>
                <a:lnTo>
                  <a:pt x="2108024" y="3816351"/>
                </a:lnTo>
                <a:lnTo>
                  <a:pt x="2107566" y="3816016"/>
                </a:lnTo>
                <a:lnTo>
                  <a:pt x="2107094" y="3815686"/>
                </a:lnTo>
                <a:lnTo>
                  <a:pt x="2106608" y="3815364"/>
                </a:lnTo>
                <a:lnTo>
                  <a:pt x="2106108" y="3815048"/>
                </a:lnTo>
                <a:lnTo>
                  <a:pt x="2105594" y="3814738"/>
                </a:lnTo>
                <a:lnTo>
                  <a:pt x="2105066" y="3814435"/>
                </a:lnTo>
                <a:lnTo>
                  <a:pt x="2104523" y="3814138"/>
                </a:lnTo>
                <a:lnTo>
                  <a:pt x="2103967" y="3813848"/>
                </a:lnTo>
                <a:lnTo>
                  <a:pt x="2103396" y="3813564"/>
                </a:lnTo>
                <a:lnTo>
                  <a:pt x="2102811" y="3813287"/>
                </a:lnTo>
                <a:lnTo>
                  <a:pt x="2102213" y="3813016"/>
                </a:lnTo>
                <a:lnTo>
                  <a:pt x="2101612" y="3812750"/>
                </a:lnTo>
                <a:lnTo>
                  <a:pt x="2100993" y="3812487"/>
                </a:lnTo>
                <a:lnTo>
                  <a:pt x="2100355" y="3812229"/>
                </a:lnTo>
                <a:lnTo>
                  <a:pt x="2099700" y="3811973"/>
                </a:lnTo>
                <a:lnTo>
                  <a:pt x="2099026" y="3811721"/>
                </a:lnTo>
                <a:lnTo>
                  <a:pt x="2098335" y="3811473"/>
                </a:lnTo>
                <a:lnTo>
                  <a:pt x="2097625" y="3811228"/>
                </a:lnTo>
                <a:lnTo>
                  <a:pt x="2096896" y="3810987"/>
                </a:lnTo>
                <a:lnTo>
                  <a:pt x="2096150" y="3810749"/>
                </a:lnTo>
                <a:lnTo>
                  <a:pt x="2095385" y="3810515"/>
                </a:lnTo>
                <a:lnTo>
                  <a:pt x="2094602" y="3810284"/>
                </a:lnTo>
                <a:lnTo>
                  <a:pt x="2093801" y="3810057"/>
                </a:lnTo>
                <a:lnTo>
                  <a:pt x="2092982" y="3809833"/>
                </a:lnTo>
                <a:lnTo>
                  <a:pt x="2092145" y="3809613"/>
                </a:lnTo>
                <a:lnTo>
                  <a:pt x="2091289" y="3809397"/>
                </a:lnTo>
                <a:lnTo>
                  <a:pt x="2090415" y="3809184"/>
                </a:lnTo>
                <a:lnTo>
                  <a:pt x="2089523" y="3808974"/>
                </a:lnTo>
                <a:lnTo>
                  <a:pt x="2088613" y="3808768"/>
                </a:lnTo>
                <a:lnTo>
                  <a:pt x="2087685" y="3808565"/>
                </a:lnTo>
                <a:lnTo>
                  <a:pt x="2086738" y="3808366"/>
                </a:lnTo>
                <a:lnTo>
                  <a:pt x="2085773" y="3808171"/>
                </a:lnTo>
                <a:lnTo>
                  <a:pt x="2084790" y="3807979"/>
                </a:lnTo>
                <a:lnTo>
                  <a:pt x="2083789" y="3807791"/>
                </a:lnTo>
                <a:lnTo>
                  <a:pt x="2082770" y="3807606"/>
                </a:lnTo>
                <a:lnTo>
                  <a:pt x="2081947" y="3807451"/>
                </a:lnTo>
                <a:lnTo>
                  <a:pt x="2081139" y="3807297"/>
                </a:lnTo>
                <a:lnTo>
                  <a:pt x="2080347" y="3807143"/>
                </a:lnTo>
                <a:lnTo>
                  <a:pt x="2079572" y="3806990"/>
                </a:lnTo>
                <a:lnTo>
                  <a:pt x="2078812" y="3806838"/>
                </a:lnTo>
                <a:lnTo>
                  <a:pt x="2078068" y="3806686"/>
                </a:lnTo>
                <a:lnTo>
                  <a:pt x="2077339" y="3806535"/>
                </a:lnTo>
                <a:lnTo>
                  <a:pt x="2076627" y="3806385"/>
                </a:lnTo>
                <a:lnTo>
                  <a:pt x="2075931" y="3806235"/>
                </a:lnTo>
                <a:lnTo>
                  <a:pt x="2075250" y="3806085"/>
                </a:lnTo>
                <a:lnTo>
                  <a:pt x="2074585" y="3805937"/>
                </a:lnTo>
                <a:lnTo>
                  <a:pt x="2073936" y="3805788"/>
                </a:lnTo>
                <a:lnTo>
                  <a:pt x="2073303" y="3805641"/>
                </a:lnTo>
                <a:lnTo>
                  <a:pt x="2072686" y="3805494"/>
                </a:lnTo>
                <a:lnTo>
                  <a:pt x="2072084" y="3805347"/>
                </a:lnTo>
                <a:lnTo>
                  <a:pt x="2071499" y="3805201"/>
                </a:lnTo>
                <a:lnTo>
                  <a:pt x="2070929" y="3805056"/>
                </a:lnTo>
                <a:lnTo>
                  <a:pt x="2070375" y="3804911"/>
                </a:lnTo>
                <a:lnTo>
                  <a:pt x="2069837" y="3804767"/>
                </a:lnTo>
                <a:lnTo>
                  <a:pt x="2069315" y="3804624"/>
                </a:lnTo>
                <a:lnTo>
                  <a:pt x="2068809" y="3804481"/>
                </a:lnTo>
                <a:lnTo>
                  <a:pt x="2068318" y="3804338"/>
                </a:lnTo>
                <a:lnTo>
                  <a:pt x="2067844" y="3804197"/>
                </a:lnTo>
                <a:lnTo>
                  <a:pt x="2067385" y="3804055"/>
                </a:lnTo>
                <a:lnTo>
                  <a:pt x="2066954" y="3803914"/>
                </a:lnTo>
                <a:lnTo>
                  <a:pt x="2066534" y="3803771"/>
                </a:lnTo>
                <a:lnTo>
                  <a:pt x="2066125" y="3803627"/>
                </a:lnTo>
                <a:lnTo>
                  <a:pt x="2065727" y="3803482"/>
                </a:lnTo>
                <a:lnTo>
                  <a:pt x="2065340" y="3803336"/>
                </a:lnTo>
                <a:lnTo>
                  <a:pt x="2064965" y="3803189"/>
                </a:lnTo>
                <a:lnTo>
                  <a:pt x="2064601" y="3803040"/>
                </a:lnTo>
                <a:lnTo>
                  <a:pt x="2064248" y="3802891"/>
                </a:lnTo>
                <a:lnTo>
                  <a:pt x="2063906" y="3802740"/>
                </a:lnTo>
                <a:lnTo>
                  <a:pt x="2063575" y="3802588"/>
                </a:lnTo>
                <a:lnTo>
                  <a:pt x="2063255" y="3802434"/>
                </a:lnTo>
                <a:lnTo>
                  <a:pt x="2062947" y="3802280"/>
                </a:lnTo>
                <a:lnTo>
                  <a:pt x="2062649" y="3802125"/>
                </a:lnTo>
                <a:lnTo>
                  <a:pt x="2062363" y="3801968"/>
                </a:lnTo>
                <a:lnTo>
                  <a:pt x="2062088" y="3801810"/>
                </a:lnTo>
                <a:lnTo>
                  <a:pt x="2061824" y="3801651"/>
                </a:lnTo>
                <a:lnTo>
                  <a:pt x="2061572" y="3801491"/>
                </a:lnTo>
                <a:lnTo>
                  <a:pt x="2061330" y="3801329"/>
                </a:lnTo>
                <a:lnTo>
                  <a:pt x="2061100" y="3801167"/>
                </a:lnTo>
                <a:lnTo>
                  <a:pt x="2060880" y="3801003"/>
                </a:lnTo>
                <a:lnTo>
                  <a:pt x="2060672" y="3800838"/>
                </a:lnTo>
                <a:lnTo>
                  <a:pt x="2060475" y="3800672"/>
                </a:lnTo>
                <a:lnTo>
                  <a:pt x="2060290" y="3800504"/>
                </a:lnTo>
                <a:lnTo>
                  <a:pt x="2060115" y="3800336"/>
                </a:lnTo>
                <a:lnTo>
                  <a:pt x="2059949" y="3800151"/>
                </a:lnTo>
                <a:lnTo>
                  <a:pt x="2059791" y="3799962"/>
                </a:lnTo>
                <a:lnTo>
                  <a:pt x="2059639" y="3799771"/>
                </a:lnTo>
                <a:lnTo>
                  <a:pt x="2059495" y="3799575"/>
                </a:lnTo>
                <a:lnTo>
                  <a:pt x="2059358" y="3799376"/>
                </a:lnTo>
                <a:lnTo>
                  <a:pt x="2059227" y="3799173"/>
                </a:lnTo>
                <a:lnTo>
                  <a:pt x="2059104" y="3798967"/>
                </a:lnTo>
                <a:lnTo>
                  <a:pt x="2058988" y="3798758"/>
                </a:lnTo>
                <a:lnTo>
                  <a:pt x="2058879" y="3798545"/>
                </a:lnTo>
                <a:lnTo>
                  <a:pt x="2058776" y="3798328"/>
                </a:lnTo>
                <a:lnTo>
                  <a:pt x="2058681" y="3798108"/>
                </a:lnTo>
                <a:lnTo>
                  <a:pt x="2058593" y="3797884"/>
                </a:lnTo>
                <a:lnTo>
                  <a:pt x="2058512" y="3797657"/>
                </a:lnTo>
                <a:lnTo>
                  <a:pt x="2058438" y="3797426"/>
                </a:lnTo>
                <a:lnTo>
                  <a:pt x="2058371" y="3797192"/>
                </a:lnTo>
                <a:lnTo>
                  <a:pt x="2058311" y="3796954"/>
                </a:lnTo>
                <a:lnTo>
                  <a:pt x="2058259" y="3796713"/>
                </a:lnTo>
                <a:lnTo>
                  <a:pt x="2058213" y="3796468"/>
                </a:lnTo>
                <a:lnTo>
                  <a:pt x="2058174" y="3796220"/>
                </a:lnTo>
                <a:lnTo>
                  <a:pt x="2058142" y="3795968"/>
                </a:lnTo>
                <a:lnTo>
                  <a:pt x="2058118" y="3795713"/>
                </a:lnTo>
                <a:lnTo>
                  <a:pt x="2058100" y="3795454"/>
                </a:lnTo>
                <a:lnTo>
                  <a:pt x="2058090" y="3795192"/>
                </a:lnTo>
                <a:lnTo>
                  <a:pt x="2058086" y="3794926"/>
                </a:lnTo>
                <a:lnTo>
                  <a:pt x="2058120" y="3793932"/>
                </a:lnTo>
                <a:lnTo>
                  <a:pt x="2058222" y="3792981"/>
                </a:lnTo>
                <a:lnTo>
                  <a:pt x="2058392" y="3792073"/>
                </a:lnTo>
                <a:lnTo>
                  <a:pt x="2058631" y="3791206"/>
                </a:lnTo>
                <a:lnTo>
                  <a:pt x="2058937" y="3790382"/>
                </a:lnTo>
                <a:lnTo>
                  <a:pt x="2059312" y="3789600"/>
                </a:lnTo>
                <a:lnTo>
                  <a:pt x="2059754" y="3788860"/>
                </a:lnTo>
                <a:lnTo>
                  <a:pt x="2060265" y="3788163"/>
                </a:lnTo>
                <a:lnTo>
                  <a:pt x="2060844" y="3787508"/>
                </a:lnTo>
                <a:lnTo>
                  <a:pt x="2061491" y="3786895"/>
                </a:lnTo>
                <a:lnTo>
                  <a:pt x="2062206" y="3786324"/>
                </a:lnTo>
                <a:lnTo>
                  <a:pt x="2062989" y="3785796"/>
                </a:lnTo>
                <a:lnTo>
                  <a:pt x="2063840" y="3785310"/>
                </a:lnTo>
                <a:lnTo>
                  <a:pt x="2064759" y="3784866"/>
                </a:lnTo>
                <a:lnTo>
                  <a:pt x="2065747" y="3784465"/>
                </a:lnTo>
                <a:lnTo>
                  <a:pt x="2066802" y="3784105"/>
                </a:lnTo>
                <a:lnTo>
                  <a:pt x="2067926" y="3783788"/>
                </a:lnTo>
                <a:lnTo>
                  <a:pt x="2069118" y="3783514"/>
                </a:lnTo>
                <a:lnTo>
                  <a:pt x="2070377" y="3783281"/>
                </a:lnTo>
                <a:lnTo>
                  <a:pt x="2071705" y="3783091"/>
                </a:lnTo>
                <a:lnTo>
                  <a:pt x="2073101" y="3782943"/>
                </a:lnTo>
                <a:lnTo>
                  <a:pt x="2074565" y="3782837"/>
                </a:lnTo>
                <a:lnTo>
                  <a:pt x="2076098" y="3782774"/>
                </a:lnTo>
                <a:lnTo>
                  <a:pt x="2077698" y="3782753"/>
                </a:lnTo>
                <a:lnTo>
                  <a:pt x="2078161" y="3782755"/>
                </a:lnTo>
                <a:lnTo>
                  <a:pt x="2078621" y="3782761"/>
                </a:lnTo>
                <a:lnTo>
                  <a:pt x="2079077" y="3782771"/>
                </a:lnTo>
                <a:lnTo>
                  <a:pt x="2079529" y="3782786"/>
                </a:lnTo>
                <a:lnTo>
                  <a:pt x="2079978" y="3782804"/>
                </a:lnTo>
                <a:lnTo>
                  <a:pt x="2080424" y="3782827"/>
                </a:lnTo>
                <a:lnTo>
                  <a:pt x="2080866" y="3782853"/>
                </a:lnTo>
                <a:lnTo>
                  <a:pt x="2081305" y="3782884"/>
                </a:lnTo>
                <a:lnTo>
                  <a:pt x="2081740" y="3782919"/>
                </a:lnTo>
                <a:lnTo>
                  <a:pt x="2082171" y="3782958"/>
                </a:lnTo>
                <a:lnTo>
                  <a:pt x="2082599" y="3783001"/>
                </a:lnTo>
                <a:lnTo>
                  <a:pt x="2083023" y="3783049"/>
                </a:lnTo>
                <a:lnTo>
                  <a:pt x="2083444" y="3783100"/>
                </a:lnTo>
                <a:lnTo>
                  <a:pt x="2083862" y="3783155"/>
                </a:lnTo>
                <a:lnTo>
                  <a:pt x="2084276" y="3783215"/>
                </a:lnTo>
                <a:lnTo>
                  <a:pt x="2084686" y="3783279"/>
                </a:lnTo>
                <a:lnTo>
                  <a:pt x="2085093" y="3783347"/>
                </a:lnTo>
                <a:lnTo>
                  <a:pt x="2085496" y="3783418"/>
                </a:lnTo>
                <a:lnTo>
                  <a:pt x="2085896" y="3783494"/>
                </a:lnTo>
                <a:lnTo>
                  <a:pt x="2086292" y="3783575"/>
                </a:lnTo>
                <a:lnTo>
                  <a:pt x="2086685" y="3783659"/>
                </a:lnTo>
                <a:lnTo>
                  <a:pt x="2087074" y="3783747"/>
                </a:lnTo>
                <a:lnTo>
                  <a:pt x="2087460" y="3783840"/>
                </a:lnTo>
                <a:lnTo>
                  <a:pt x="2087842" y="3783936"/>
                </a:lnTo>
                <a:lnTo>
                  <a:pt x="2088233" y="3784025"/>
                </a:lnTo>
                <a:lnTo>
                  <a:pt x="2088617" y="3784121"/>
                </a:lnTo>
                <a:lnTo>
                  <a:pt x="2088994" y="3784224"/>
                </a:lnTo>
                <a:lnTo>
                  <a:pt x="2089363" y="3784335"/>
                </a:lnTo>
                <a:lnTo>
                  <a:pt x="2089726" y="3784454"/>
                </a:lnTo>
                <a:lnTo>
                  <a:pt x="2090082" y="3784581"/>
                </a:lnTo>
                <a:lnTo>
                  <a:pt x="2090431" y="3784715"/>
                </a:lnTo>
                <a:lnTo>
                  <a:pt x="2090772" y="3784857"/>
                </a:lnTo>
                <a:lnTo>
                  <a:pt x="2091107" y="3785006"/>
                </a:lnTo>
                <a:lnTo>
                  <a:pt x="2091435" y="3785163"/>
                </a:lnTo>
                <a:lnTo>
                  <a:pt x="2091755" y="3785328"/>
                </a:lnTo>
                <a:lnTo>
                  <a:pt x="2092069" y="3785500"/>
                </a:lnTo>
                <a:lnTo>
                  <a:pt x="2092375" y="3785680"/>
                </a:lnTo>
                <a:lnTo>
                  <a:pt x="2092674" y="3785868"/>
                </a:lnTo>
                <a:lnTo>
                  <a:pt x="2092967" y="3786063"/>
                </a:lnTo>
                <a:lnTo>
                  <a:pt x="2093252" y="3786266"/>
                </a:lnTo>
                <a:lnTo>
                  <a:pt x="2093530" y="3786476"/>
                </a:lnTo>
                <a:lnTo>
                  <a:pt x="2093801" y="3786694"/>
                </a:lnTo>
                <a:lnTo>
                  <a:pt x="2094066" y="3786920"/>
                </a:lnTo>
                <a:lnTo>
                  <a:pt x="2094323" y="3787153"/>
                </a:lnTo>
                <a:lnTo>
                  <a:pt x="2094573" y="3787394"/>
                </a:lnTo>
                <a:lnTo>
                  <a:pt x="2094816" y="3787643"/>
                </a:lnTo>
                <a:lnTo>
                  <a:pt x="2095052" y="3787899"/>
                </a:lnTo>
                <a:lnTo>
                  <a:pt x="2095281" y="3788163"/>
                </a:lnTo>
                <a:lnTo>
                  <a:pt x="2095515" y="3788422"/>
                </a:lnTo>
                <a:lnTo>
                  <a:pt x="2095740" y="3788691"/>
                </a:lnTo>
                <a:lnTo>
                  <a:pt x="2095954" y="3788971"/>
                </a:lnTo>
                <a:lnTo>
                  <a:pt x="2096159" y="3789262"/>
                </a:lnTo>
                <a:lnTo>
                  <a:pt x="2096354" y="3789563"/>
                </a:lnTo>
                <a:lnTo>
                  <a:pt x="2096538" y="3789875"/>
                </a:lnTo>
                <a:lnTo>
                  <a:pt x="2096713" y="3790197"/>
                </a:lnTo>
                <a:lnTo>
                  <a:pt x="2096878" y="3790530"/>
                </a:lnTo>
                <a:lnTo>
                  <a:pt x="2097032" y="3790873"/>
                </a:lnTo>
                <a:lnTo>
                  <a:pt x="2097177" y="3791227"/>
                </a:lnTo>
                <a:lnTo>
                  <a:pt x="2097312" y="3791592"/>
                </a:lnTo>
                <a:lnTo>
                  <a:pt x="2097436" y="3791967"/>
                </a:lnTo>
                <a:lnTo>
                  <a:pt x="2097551" y="3792353"/>
                </a:lnTo>
                <a:lnTo>
                  <a:pt x="2097656" y="3792749"/>
                </a:lnTo>
                <a:lnTo>
                  <a:pt x="2097751" y="3793156"/>
                </a:lnTo>
                <a:lnTo>
                  <a:pt x="2097836" y="3793573"/>
                </a:lnTo>
                <a:lnTo>
                  <a:pt x="2097910" y="3794001"/>
                </a:lnTo>
                <a:lnTo>
                  <a:pt x="2097975" y="3794440"/>
                </a:lnTo>
                <a:lnTo>
                  <a:pt x="2098030" y="3794889"/>
                </a:lnTo>
                <a:lnTo>
                  <a:pt x="2098075" y="3795348"/>
                </a:lnTo>
                <a:lnTo>
                  <a:pt x="2098110" y="3795819"/>
                </a:lnTo>
                <a:lnTo>
                  <a:pt x="2098135" y="3796299"/>
                </a:lnTo>
                <a:lnTo>
                  <a:pt x="2098150" y="3796791"/>
                </a:lnTo>
                <a:lnTo>
                  <a:pt x="2098155" y="3797293"/>
                </a:lnTo>
                <a:lnTo>
                  <a:pt x="2112864" y="3797293"/>
                </a:lnTo>
                <a:lnTo>
                  <a:pt x="2112891" y="3797195"/>
                </a:lnTo>
                <a:lnTo>
                  <a:pt x="2112918" y="3797099"/>
                </a:lnTo>
                <a:lnTo>
                  <a:pt x="2112943" y="3797005"/>
                </a:lnTo>
                <a:lnTo>
                  <a:pt x="2112967" y="3796912"/>
                </a:lnTo>
                <a:lnTo>
                  <a:pt x="2112990" y="3796821"/>
                </a:lnTo>
                <a:lnTo>
                  <a:pt x="2113012" y="3796733"/>
                </a:lnTo>
                <a:lnTo>
                  <a:pt x="2113032" y="3796645"/>
                </a:lnTo>
                <a:lnTo>
                  <a:pt x="2113052" y="3796560"/>
                </a:lnTo>
                <a:lnTo>
                  <a:pt x="2113070" y="3796476"/>
                </a:lnTo>
                <a:lnTo>
                  <a:pt x="2113087" y="3796394"/>
                </a:lnTo>
                <a:lnTo>
                  <a:pt x="2113103" y="3796314"/>
                </a:lnTo>
                <a:lnTo>
                  <a:pt x="2113117" y="3796236"/>
                </a:lnTo>
                <a:lnTo>
                  <a:pt x="2113131" y="3796159"/>
                </a:lnTo>
                <a:lnTo>
                  <a:pt x="2113143" y="3796084"/>
                </a:lnTo>
                <a:lnTo>
                  <a:pt x="2113154" y="3796011"/>
                </a:lnTo>
                <a:lnTo>
                  <a:pt x="2113164" y="3795940"/>
                </a:lnTo>
                <a:lnTo>
                  <a:pt x="2113173" y="3795870"/>
                </a:lnTo>
                <a:lnTo>
                  <a:pt x="2113181" y="3795803"/>
                </a:lnTo>
                <a:lnTo>
                  <a:pt x="2113187" y="3795737"/>
                </a:lnTo>
                <a:lnTo>
                  <a:pt x="2113193" y="3795672"/>
                </a:lnTo>
                <a:lnTo>
                  <a:pt x="2113197" y="3795610"/>
                </a:lnTo>
                <a:lnTo>
                  <a:pt x="2113200" y="3795549"/>
                </a:lnTo>
                <a:lnTo>
                  <a:pt x="2113201" y="3795490"/>
                </a:lnTo>
                <a:lnTo>
                  <a:pt x="2113202" y="3795433"/>
                </a:lnTo>
                <a:lnTo>
                  <a:pt x="2113202" y="3795377"/>
                </a:lnTo>
                <a:lnTo>
                  <a:pt x="2113202" y="3795321"/>
                </a:lnTo>
                <a:lnTo>
                  <a:pt x="2113202" y="3795266"/>
                </a:lnTo>
                <a:lnTo>
                  <a:pt x="2113202" y="3795212"/>
                </a:lnTo>
                <a:lnTo>
                  <a:pt x="2113202" y="3795158"/>
                </a:lnTo>
                <a:lnTo>
                  <a:pt x="2113202" y="3795105"/>
                </a:lnTo>
                <a:lnTo>
                  <a:pt x="2113202" y="3795053"/>
                </a:lnTo>
                <a:lnTo>
                  <a:pt x="2113202" y="3795001"/>
                </a:lnTo>
                <a:lnTo>
                  <a:pt x="2113202" y="3794949"/>
                </a:lnTo>
                <a:lnTo>
                  <a:pt x="2113202" y="3794899"/>
                </a:lnTo>
                <a:lnTo>
                  <a:pt x="2113202" y="3794848"/>
                </a:lnTo>
                <a:lnTo>
                  <a:pt x="2113202" y="3794799"/>
                </a:lnTo>
                <a:lnTo>
                  <a:pt x="2113202" y="3794750"/>
                </a:lnTo>
                <a:lnTo>
                  <a:pt x="2113202" y="3794701"/>
                </a:lnTo>
                <a:lnTo>
                  <a:pt x="2113202" y="3794653"/>
                </a:lnTo>
                <a:lnTo>
                  <a:pt x="2113202" y="3794606"/>
                </a:lnTo>
                <a:lnTo>
                  <a:pt x="2113202" y="3794559"/>
                </a:lnTo>
                <a:lnTo>
                  <a:pt x="2113202" y="3794513"/>
                </a:lnTo>
                <a:lnTo>
                  <a:pt x="2113202" y="3794468"/>
                </a:lnTo>
                <a:lnTo>
                  <a:pt x="2113202" y="3794423"/>
                </a:lnTo>
                <a:lnTo>
                  <a:pt x="2113202" y="3794379"/>
                </a:lnTo>
                <a:lnTo>
                  <a:pt x="2113202" y="3794335"/>
                </a:lnTo>
                <a:lnTo>
                  <a:pt x="2113202" y="3794292"/>
                </a:lnTo>
                <a:lnTo>
                  <a:pt x="2113202" y="3794249"/>
                </a:lnTo>
                <a:lnTo>
                  <a:pt x="2113194" y="3793647"/>
                </a:lnTo>
                <a:lnTo>
                  <a:pt x="2113170" y="3793053"/>
                </a:lnTo>
                <a:lnTo>
                  <a:pt x="2113131" y="3792466"/>
                </a:lnTo>
                <a:lnTo>
                  <a:pt x="2113075" y="3791887"/>
                </a:lnTo>
                <a:lnTo>
                  <a:pt x="2113004" y="3791316"/>
                </a:lnTo>
                <a:lnTo>
                  <a:pt x="2112917" y="3790752"/>
                </a:lnTo>
                <a:lnTo>
                  <a:pt x="2112814" y="3790196"/>
                </a:lnTo>
                <a:lnTo>
                  <a:pt x="2112695" y="3789647"/>
                </a:lnTo>
                <a:lnTo>
                  <a:pt x="2112560" y="3789106"/>
                </a:lnTo>
                <a:lnTo>
                  <a:pt x="2112409" y="3788573"/>
                </a:lnTo>
                <a:lnTo>
                  <a:pt x="2112243" y="3788047"/>
                </a:lnTo>
                <a:lnTo>
                  <a:pt x="2112061" y="3787529"/>
                </a:lnTo>
                <a:lnTo>
                  <a:pt x="2111863" y="3787019"/>
                </a:lnTo>
                <a:lnTo>
                  <a:pt x="2111649" y="3786516"/>
                </a:lnTo>
                <a:lnTo>
                  <a:pt x="2111419" y="3786021"/>
                </a:lnTo>
                <a:lnTo>
                  <a:pt x="2111173" y="3785533"/>
                </a:lnTo>
                <a:lnTo>
                  <a:pt x="2110912" y="3785053"/>
                </a:lnTo>
                <a:lnTo>
                  <a:pt x="2110634" y="3784581"/>
                </a:lnTo>
                <a:lnTo>
                  <a:pt x="2110341" y="3784116"/>
                </a:lnTo>
                <a:lnTo>
                  <a:pt x="2110032" y="3783659"/>
                </a:lnTo>
                <a:lnTo>
                  <a:pt x="2109707" y="3783210"/>
                </a:lnTo>
                <a:lnTo>
                  <a:pt x="2109366" y="3782768"/>
                </a:lnTo>
                <a:lnTo>
                  <a:pt x="2109010" y="3782334"/>
                </a:lnTo>
                <a:lnTo>
                  <a:pt x="2108637" y="3781907"/>
                </a:lnTo>
                <a:lnTo>
                  <a:pt x="2108251" y="3781475"/>
                </a:lnTo>
                <a:lnTo>
                  <a:pt x="2107854" y="3781050"/>
                </a:lnTo>
                <a:lnTo>
                  <a:pt x="2107446" y="3780634"/>
                </a:lnTo>
                <a:lnTo>
                  <a:pt x="2107026" y="3780226"/>
                </a:lnTo>
                <a:lnTo>
                  <a:pt x="2106596" y="3779826"/>
                </a:lnTo>
                <a:lnTo>
                  <a:pt x="2106154" y="3779435"/>
                </a:lnTo>
                <a:lnTo>
                  <a:pt x="2105701" y="3779051"/>
                </a:lnTo>
                <a:lnTo>
                  <a:pt x="2105237" y="3778676"/>
                </a:lnTo>
                <a:lnTo>
                  <a:pt x="2104762" y="3778309"/>
                </a:lnTo>
                <a:lnTo>
                  <a:pt x="2104275" y="3777951"/>
                </a:lnTo>
                <a:lnTo>
                  <a:pt x="2103778" y="3777600"/>
                </a:lnTo>
                <a:lnTo>
                  <a:pt x="2103269" y="3777258"/>
                </a:lnTo>
                <a:lnTo>
                  <a:pt x="2102749" y="3776924"/>
                </a:lnTo>
                <a:lnTo>
                  <a:pt x="2102218" y="3776598"/>
                </a:lnTo>
                <a:lnTo>
                  <a:pt x="2101676" y="3776281"/>
                </a:lnTo>
                <a:lnTo>
                  <a:pt x="2101123" y="3775971"/>
                </a:lnTo>
                <a:lnTo>
                  <a:pt x="2100559" y="3775670"/>
                </a:lnTo>
                <a:lnTo>
                  <a:pt x="2099983" y="3775377"/>
                </a:lnTo>
                <a:lnTo>
                  <a:pt x="2099396" y="3775093"/>
                </a:lnTo>
                <a:lnTo>
                  <a:pt x="2098798" y="3774816"/>
                </a:lnTo>
                <a:lnTo>
                  <a:pt x="2098189" y="3774548"/>
                </a:lnTo>
                <a:lnTo>
                  <a:pt x="2097569" y="3774288"/>
                </a:lnTo>
                <a:lnTo>
                  <a:pt x="2096938" y="3774036"/>
                </a:lnTo>
                <a:lnTo>
                  <a:pt x="2096295" y="3773792"/>
                </a:lnTo>
                <a:lnTo>
                  <a:pt x="2095658" y="3773558"/>
                </a:lnTo>
                <a:lnTo>
                  <a:pt x="2095013" y="3773333"/>
                </a:lnTo>
                <a:lnTo>
                  <a:pt x="2094362" y="3773119"/>
                </a:lnTo>
                <a:lnTo>
                  <a:pt x="2093703" y="3772914"/>
                </a:lnTo>
                <a:lnTo>
                  <a:pt x="2093037" y="3772719"/>
                </a:lnTo>
                <a:lnTo>
                  <a:pt x="2092364" y="3772535"/>
                </a:lnTo>
                <a:lnTo>
                  <a:pt x="2091685" y="3772360"/>
                </a:lnTo>
                <a:lnTo>
                  <a:pt x="2090998" y="3772196"/>
                </a:lnTo>
                <a:lnTo>
                  <a:pt x="2090304" y="3772041"/>
                </a:lnTo>
                <a:lnTo>
                  <a:pt x="2089603" y="3771896"/>
                </a:lnTo>
                <a:lnTo>
                  <a:pt x="2088895" y="3771761"/>
                </a:lnTo>
                <a:lnTo>
                  <a:pt x="2088180" y="3771637"/>
                </a:lnTo>
                <a:lnTo>
                  <a:pt x="2087458" y="3771522"/>
                </a:lnTo>
                <a:lnTo>
                  <a:pt x="2086729" y="3771417"/>
                </a:lnTo>
                <a:lnTo>
                  <a:pt x="2085993" y="3771322"/>
                </a:lnTo>
                <a:lnTo>
                  <a:pt x="2085250" y="3771238"/>
                </a:lnTo>
                <a:lnTo>
                  <a:pt x="2084499" y="3771163"/>
                </a:lnTo>
                <a:lnTo>
                  <a:pt x="2083742" y="3771098"/>
                </a:lnTo>
                <a:lnTo>
                  <a:pt x="2082978" y="3771043"/>
                </a:lnTo>
                <a:lnTo>
                  <a:pt x="2082206" y="3770998"/>
                </a:lnTo>
                <a:lnTo>
                  <a:pt x="2081428" y="3770963"/>
                </a:lnTo>
                <a:lnTo>
                  <a:pt x="2080642" y="3770938"/>
                </a:lnTo>
                <a:lnTo>
                  <a:pt x="2079850" y="3770923"/>
                </a:lnTo>
                <a:lnTo>
                  <a:pt x="2079050" y="3770918"/>
                </a:lnTo>
                <a:lnTo>
                  <a:pt x="2078139" y="3770923"/>
                </a:lnTo>
                <a:lnTo>
                  <a:pt x="2077238" y="3770938"/>
                </a:lnTo>
                <a:lnTo>
                  <a:pt x="2076345" y="3770963"/>
                </a:lnTo>
                <a:lnTo>
                  <a:pt x="2075462" y="3770998"/>
                </a:lnTo>
                <a:lnTo>
                  <a:pt x="2074589" y="3771043"/>
                </a:lnTo>
                <a:lnTo>
                  <a:pt x="2073725" y="3771098"/>
                </a:lnTo>
                <a:lnTo>
                  <a:pt x="2072870" y="3771163"/>
                </a:lnTo>
                <a:lnTo>
                  <a:pt x="2072025" y="3771238"/>
                </a:lnTo>
                <a:lnTo>
                  <a:pt x="2071189" y="3771322"/>
                </a:lnTo>
                <a:lnTo>
                  <a:pt x="2070362" y="3771417"/>
                </a:lnTo>
                <a:lnTo>
                  <a:pt x="2069545" y="3771522"/>
                </a:lnTo>
                <a:lnTo>
                  <a:pt x="2068737" y="3771637"/>
                </a:lnTo>
                <a:lnTo>
                  <a:pt x="2067939" y="3771761"/>
                </a:lnTo>
                <a:lnTo>
                  <a:pt x="2067150" y="3771896"/>
                </a:lnTo>
                <a:lnTo>
                  <a:pt x="2066370" y="3772041"/>
                </a:lnTo>
                <a:lnTo>
                  <a:pt x="2065600" y="3772196"/>
                </a:lnTo>
                <a:lnTo>
                  <a:pt x="2064839" y="3772360"/>
                </a:lnTo>
                <a:lnTo>
                  <a:pt x="2064088" y="3772535"/>
                </a:lnTo>
                <a:lnTo>
                  <a:pt x="2063346" y="3772719"/>
                </a:lnTo>
                <a:lnTo>
                  <a:pt x="2062613" y="3772914"/>
                </a:lnTo>
                <a:lnTo>
                  <a:pt x="2061890" y="3773119"/>
                </a:lnTo>
                <a:lnTo>
                  <a:pt x="2061176" y="3773333"/>
                </a:lnTo>
                <a:lnTo>
                  <a:pt x="2060472" y="3773558"/>
                </a:lnTo>
                <a:lnTo>
                  <a:pt x="2059777" y="3773792"/>
                </a:lnTo>
                <a:lnTo>
                  <a:pt x="2059107" y="3774036"/>
                </a:lnTo>
                <a:lnTo>
                  <a:pt x="2058449" y="3774290"/>
                </a:lnTo>
                <a:lnTo>
                  <a:pt x="2057803" y="3774553"/>
                </a:lnTo>
                <a:lnTo>
                  <a:pt x="2057170" y="3774825"/>
                </a:lnTo>
                <a:lnTo>
                  <a:pt x="2056549" y="3775107"/>
                </a:lnTo>
                <a:lnTo>
                  <a:pt x="2055941" y="3775398"/>
                </a:lnTo>
                <a:lnTo>
                  <a:pt x="2055345" y="3775699"/>
                </a:lnTo>
                <a:lnTo>
                  <a:pt x="2054761" y="3776009"/>
                </a:lnTo>
                <a:lnTo>
                  <a:pt x="2054190" y="3776328"/>
                </a:lnTo>
                <a:lnTo>
                  <a:pt x="2053630" y="3776657"/>
                </a:lnTo>
                <a:lnTo>
                  <a:pt x="2053084" y="3776995"/>
                </a:lnTo>
                <a:lnTo>
                  <a:pt x="2052549" y="3777343"/>
                </a:lnTo>
                <a:lnTo>
                  <a:pt x="2052027" y="3777700"/>
                </a:lnTo>
                <a:lnTo>
                  <a:pt x="2051517" y="3778066"/>
                </a:lnTo>
                <a:lnTo>
                  <a:pt x="2051020" y="3778442"/>
                </a:lnTo>
                <a:lnTo>
                  <a:pt x="2050534" y="3778827"/>
                </a:lnTo>
                <a:lnTo>
                  <a:pt x="2050062" y="3779221"/>
                </a:lnTo>
                <a:lnTo>
                  <a:pt x="2049601" y="3779625"/>
                </a:lnTo>
                <a:lnTo>
                  <a:pt x="2049153" y="3780038"/>
                </a:lnTo>
                <a:lnTo>
                  <a:pt x="2048717" y="3780461"/>
                </a:lnTo>
                <a:lnTo>
                  <a:pt x="2048293" y="3780893"/>
                </a:lnTo>
                <a:lnTo>
                  <a:pt x="2047882" y="3781334"/>
                </a:lnTo>
                <a:lnTo>
                  <a:pt x="2047483" y="3781785"/>
                </a:lnTo>
                <a:lnTo>
                  <a:pt x="2047097" y="3782245"/>
                </a:lnTo>
                <a:lnTo>
                  <a:pt x="2046724" y="3782715"/>
                </a:lnTo>
                <a:lnTo>
                  <a:pt x="2046368" y="3783195"/>
                </a:lnTo>
                <a:lnTo>
                  <a:pt x="2046027" y="3783685"/>
                </a:lnTo>
                <a:lnTo>
                  <a:pt x="2045702" y="3784185"/>
                </a:lnTo>
                <a:lnTo>
                  <a:pt x="2045393" y="3784695"/>
                </a:lnTo>
                <a:lnTo>
                  <a:pt x="2045100" y="3785215"/>
                </a:lnTo>
                <a:lnTo>
                  <a:pt x="2044822" y="3785745"/>
                </a:lnTo>
                <a:lnTo>
                  <a:pt x="2044561" y="3786284"/>
                </a:lnTo>
                <a:lnTo>
                  <a:pt x="2044315" y="3786834"/>
                </a:lnTo>
                <a:lnTo>
                  <a:pt x="2044085" y="3787394"/>
                </a:lnTo>
                <a:lnTo>
                  <a:pt x="2043871" y="3787964"/>
                </a:lnTo>
                <a:lnTo>
                  <a:pt x="2043673" y="3788543"/>
                </a:lnTo>
                <a:lnTo>
                  <a:pt x="2043491" y="3789133"/>
                </a:lnTo>
                <a:lnTo>
                  <a:pt x="2043324" y="3789733"/>
                </a:lnTo>
                <a:lnTo>
                  <a:pt x="2043174" y="3790342"/>
                </a:lnTo>
                <a:lnTo>
                  <a:pt x="2043039" y="3790962"/>
                </a:lnTo>
                <a:lnTo>
                  <a:pt x="2042920" y="3791591"/>
                </a:lnTo>
                <a:lnTo>
                  <a:pt x="2042817" y="3792231"/>
                </a:lnTo>
                <a:lnTo>
                  <a:pt x="2042730" y="3792881"/>
                </a:lnTo>
                <a:lnTo>
                  <a:pt x="2042659" y="3793540"/>
                </a:lnTo>
                <a:lnTo>
                  <a:pt x="2042603" y="3794210"/>
                </a:lnTo>
                <a:lnTo>
                  <a:pt x="2042564" y="3794889"/>
                </a:lnTo>
                <a:lnTo>
                  <a:pt x="2042540" y="3795579"/>
                </a:lnTo>
                <a:lnTo>
                  <a:pt x="2042532" y="3796278"/>
                </a:lnTo>
                <a:lnTo>
                  <a:pt x="2042537" y="3796880"/>
                </a:lnTo>
                <a:lnTo>
                  <a:pt x="2042553" y="3797473"/>
                </a:lnTo>
                <a:lnTo>
                  <a:pt x="2042579" y="3798059"/>
                </a:lnTo>
                <a:lnTo>
                  <a:pt x="2042616" y="3798636"/>
                </a:lnTo>
                <a:lnTo>
                  <a:pt x="2042664" y="3799204"/>
                </a:lnTo>
                <a:lnTo>
                  <a:pt x="2042722" y="3799765"/>
                </a:lnTo>
                <a:lnTo>
                  <a:pt x="2042791" y="3800317"/>
                </a:lnTo>
                <a:lnTo>
                  <a:pt x="2042870" y="3800862"/>
                </a:lnTo>
                <a:lnTo>
                  <a:pt x="2042960" y="3801398"/>
                </a:lnTo>
                <a:lnTo>
                  <a:pt x="2043060" y="3801925"/>
                </a:lnTo>
                <a:lnTo>
                  <a:pt x="2043171" y="3802445"/>
                </a:lnTo>
                <a:lnTo>
                  <a:pt x="2043293" y="3802956"/>
                </a:lnTo>
                <a:lnTo>
                  <a:pt x="2043425" y="3803459"/>
                </a:lnTo>
                <a:lnTo>
                  <a:pt x="2043567" y="3803954"/>
                </a:lnTo>
                <a:lnTo>
                  <a:pt x="2043721" y="3804441"/>
                </a:lnTo>
                <a:lnTo>
                  <a:pt x="2043884" y="3804919"/>
                </a:lnTo>
                <a:lnTo>
                  <a:pt x="2044059" y="3805390"/>
                </a:lnTo>
                <a:lnTo>
                  <a:pt x="2044244" y="3805852"/>
                </a:lnTo>
                <a:lnTo>
                  <a:pt x="2044439" y="3806305"/>
                </a:lnTo>
                <a:lnTo>
                  <a:pt x="2044645" y="3806751"/>
                </a:lnTo>
                <a:lnTo>
                  <a:pt x="2044862" y="3807188"/>
                </a:lnTo>
                <a:lnTo>
                  <a:pt x="2045089" y="3807617"/>
                </a:lnTo>
                <a:lnTo>
                  <a:pt x="2045327" y="3808038"/>
                </a:lnTo>
                <a:lnTo>
                  <a:pt x="2045575" y="3808451"/>
                </a:lnTo>
                <a:lnTo>
                  <a:pt x="2045835" y="3808843"/>
                </a:lnTo>
                <a:lnTo>
                  <a:pt x="2046109" y="3809228"/>
                </a:lnTo>
                <a:lnTo>
                  <a:pt x="2046397" y="3809608"/>
                </a:lnTo>
                <a:lnTo>
                  <a:pt x="2046697" y="3809982"/>
                </a:lnTo>
                <a:lnTo>
                  <a:pt x="2047012" y="3810350"/>
                </a:lnTo>
                <a:lnTo>
                  <a:pt x="2047340" y="3810712"/>
                </a:lnTo>
                <a:lnTo>
                  <a:pt x="2047681" y="3811069"/>
                </a:lnTo>
                <a:lnTo>
                  <a:pt x="2048036" y="3811419"/>
                </a:lnTo>
                <a:lnTo>
                  <a:pt x="2048404" y="3811764"/>
                </a:lnTo>
                <a:lnTo>
                  <a:pt x="2048786" y="3812102"/>
                </a:lnTo>
                <a:lnTo>
                  <a:pt x="2049182" y="3812435"/>
                </a:lnTo>
                <a:lnTo>
                  <a:pt x="2049590" y="3812762"/>
                </a:lnTo>
                <a:lnTo>
                  <a:pt x="2050013" y="3813083"/>
                </a:lnTo>
                <a:lnTo>
                  <a:pt x="2050449" y="3813399"/>
                </a:lnTo>
                <a:lnTo>
                  <a:pt x="2050898" y="3813708"/>
                </a:lnTo>
                <a:lnTo>
                  <a:pt x="2051361" y="3814011"/>
                </a:lnTo>
                <a:lnTo>
                  <a:pt x="2051837" y="3814309"/>
                </a:lnTo>
                <a:lnTo>
                  <a:pt x="2052327" y="3814601"/>
                </a:lnTo>
                <a:lnTo>
                  <a:pt x="2052831" y="3814887"/>
                </a:lnTo>
                <a:lnTo>
                  <a:pt x="2053347" y="3815167"/>
                </a:lnTo>
                <a:lnTo>
                  <a:pt x="2053878" y="3815441"/>
                </a:lnTo>
                <a:lnTo>
                  <a:pt x="2054422" y="3815709"/>
                </a:lnTo>
                <a:lnTo>
                  <a:pt x="2054979" y="3815971"/>
                </a:lnTo>
                <a:lnTo>
                  <a:pt x="2055550" y="3816228"/>
                </a:lnTo>
                <a:lnTo>
                  <a:pt x="2056135" y="3816466"/>
                </a:lnTo>
                <a:lnTo>
                  <a:pt x="2056736" y="3816701"/>
                </a:lnTo>
                <a:lnTo>
                  <a:pt x="2057352" y="3816933"/>
                </a:lnTo>
                <a:lnTo>
                  <a:pt x="2057983" y="3817163"/>
                </a:lnTo>
                <a:lnTo>
                  <a:pt x="2058629" y="3817389"/>
                </a:lnTo>
                <a:lnTo>
                  <a:pt x="2059291" y="3817612"/>
                </a:lnTo>
                <a:lnTo>
                  <a:pt x="2059968" y="3817833"/>
                </a:lnTo>
                <a:lnTo>
                  <a:pt x="2060660" y="3818050"/>
                </a:lnTo>
                <a:lnTo>
                  <a:pt x="2061367" y="3818265"/>
                </a:lnTo>
                <a:lnTo>
                  <a:pt x="2062090" y="3818476"/>
                </a:lnTo>
                <a:lnTo>
                  <a:pt x="2062828" y="3818685"/>
                </a:lnTo>
                <a:lnTo>
                  <a:pt x="2063581" y="3818891"/>
                </a:lnTo>
                <a:lnTo>
                  <a:pt x="2064349" y="3819094"/>
                </a:lnTo>
                <a:lnTo>
                  <a:pt x="2065133" y="3819293"/>
                </a:lnTo>
                <a:lnTo>
                  <a:pt x="2065932" y="3819490"/>
                </a:lnTo>
                <a:lnTo>
                  <a:pt x="2066746" y="3819684"/>
                </a:lnTo>
                <a:lnTo>
                  <a:pt x="2067576" y="3819875"/>
                </a:lnTo>
                <a:lnTo>
                  <a:pt x="2068420" y="3820064"/>
                </a:lnTo>
                <a:lnTo>
                  <a:pt x="2069280" y="3820249"/>
                </a:lnTo>
                <a:lnTo>
                  <a:pt x="2070156" y="3820431"/>
                </a:lnTo>
                <a:lnTo>
                  <a:pt x="2071046" y="3820610"/>
                </a:lnTo>
                <a:lnTo>
                  <a:pt x="2071952" y="3820787"/>
                </a:lnTo>
                <a:lnTo>
                  <a:pt x="2072873" y="3820960"/>
                </a:lnTo>
                <a:lnTo>
                  <a:pt x="2073809" y="3821131"/>
                </a:lnTo>
                <a:lnTo>
                  <a:pt x="2074688" y="3821272"/>
                </a:lnTo>
                <a:lnTo>
                  <a:pt x="2075549" y="3821414"/>
                </a:lnTo>
                <a:lnTo>
                  <a:pt x="2076393" y="3821556"/>
                </a:lnTo>
                <a:lnTo>
                  <a:pt x="2077219" y="3821699"/>
                </a:lnTo>
                <a:lnTo>
                  <a:pt x="2078027" y="3821843"/>
                </a:lnTo>
                <a:lnTo>
                  <a:pt x="2078818" y="3821987"/>
                </a:lnTo>
                <a:lnTo>
                  <a:pt x="2079591" y="3822132"/>
                </a:lnTo>
                <a:lnTo>
                  <a:pt x="2080347" y="3822277"/>
                </a:lnTo>
                <a:lnTo>
                  <a:pt x="2081084" y="3822423"/>
                </a:lnTo>
                <a:lnTo>
                  <a:pt x="2081805" y="3822569"/>
                </a:lnTo>
                <a:lnTo>
                  <a:pt x="2082507" y="3822716"/>
                </a:lnTo>
                <a:lnTo>
                  <a:pt x="2083193" y="3822864"/>
                </a:lnTo>
                <a:lnTo>
                  <a:pt x="2083860" y="3823012"/>
                </a:lnTo>
                <a:lnTo>
                  <a:pt x="2084510" y="3823161"/>
                </a:lnTo>
                <a:lnTo>
                  <a:pt x="2085142" y="3823310"/>
                </a:lnTo>
                <a:lnTo>
                  <a:pt x="2085757" y="3823460"/>
                </a:lnTo>
                <a:lnTo>
                  <a:pt x="2086354" y="3823611"/>
                </a:lnTo>
                <a:lnTo>
                  <a:pt x="2086933" y="3823762"/>
                </a:lnTo>
                <a:lnTo>
                  <a:pt x="2087495" y="3823914"/>
                </a:lnTo>
                <a:lnTo>
                  <a:pt x="2088039" y="3824066"/>
                </a:lnTo>
                <a:lnTo>
                  <a:pt x="2088566" y="3824219"/>
                </a:lnTo>
                <a:lnTo>
                  <a:pt x="2089075" y="3824373"/>
                </a:lnTo>
                <a:lnTo>
                  <a:pt x="2089566" y="3824527"/>
                </a:lnTo>
                <a:lnTo>
                  <a:pt x="2090040" y="3824681"/>
                </a:lnTo>
                <a:lnTo>
                  <a:pt x="2090513" y="3824838"/>
                </a:lnTo>
                <a:lnTo>
                  <a:pt x="2090973" y="3824996"/>
                </a:lnTo>
                <a:lnTo>
                  <a:pt x="2091421" y="3825157"/>
                </a:lnTo>
                <a:lnTo>
                  <a:pt x="2091857" y="3825320"/>
                </a:lnTo>
                <a:lnTo>
                  <a:pt x="2092281" y="3825486"/>
                </a:lnTo>
                <a:lnTo>
                  <a:pt x="2092692" y="3825653"/>
                </a:lnTo>
                <a:lnTo>
                  <a:pt x="2093091" y="3825824"/>
                </a:lnTo>
                <a:lnTo>
                  <a:pt x="2093477" y="3825996"/>
                </a:lnTo>
                <a:lnTo>
                  <a:pt x="2093852" y="3826171"/>
                </a:lnTo>
                <a:lnTo>
                  <a:pt x="2094214" y="3826349"/>
                </a:lnTo>
                <a:lnTo>
                  <a:pt x="2094563" y="3826528"/>
                </a:lnTo>
                <a:lnTo>
                  <a:pt x="2094900" y="3826710"/>
                </a:lnTo>
                <a:lnTo>
                  <a:pt x="2095225" y="3826894"/>
                </a:lnTo>
                <a:lnTo>
                  <a:pt x="2095538" y="3827081"/>
                </a:lnTo>
                <a:lnTo>
                  <a:pt x="2095838" y="3827270"/>
                </a:lnTo>
                <a:lnTo>
                  <a:pt x="2096126" y="3827462"/>
                </a:lnTo>
                <a:lnTo>
                  <a:pt x="2096402" y="3827655"/>
                </a:lnTo>
                <a:lnTo>
                  <a:pt x="2096665" y="3827851"/>
                </a:lnTo>
                <a:lnTo>
                  <a:pt x="2096916" y="3828050"/>
                </a:lnTo>
                <a:lnTo>
                  <a:pt x="2097155" y="3828251"/>
                </a:lnTo>
                <a:lnTo>
                  <a:pt x="2097381" y="3828454"/>
                </a:lnTo>
                <a:lnTo>
                  <a:pt x="2097595" y="3828659"/>
                </a:lnTo>
                <a:lnTo>
                  <a:pt x="2097797" y="3828867"/>
                </a:lnTo>
                <a:lnTo>
                  <a:pt x="2097986" y="3829077"/>
                </a:lnTo>
                <a:lnTo>
                  <a:pt x="2098165" y="3829291"/>
                </a:lnTo>
                <a:lnTo>
                  <a:pt x="2098337" y="3829509"/>
                </a:lnTo>
                <a:lnTo>
                  <a:pt x="2098501" y="3829732"/>
                </a:lnTo>
                <a:lnTo>
                  <a:pt x="2098657" y="3829960"/>
                </a:lnTo>
                <a:lnTo>
                  <a:pt x="2098806" y="3830192"/>
                </a:lnTo>
                <a:lnTo>
                  <a:pt x="2098947" y="3830430"/>
                </a:lnTo>
                <a:lnTo>
                  <a:pt x="2099081" y="3830672"/>
                </a:lnTo>
                <a:lnTo>
                  <a:pt x="2099207" y="3830918"/>
                </a:lnTo>
                <a:lnTo>
                  <a:pt x="2099325" y="3831169"/>
                </a:lnTo>
                <a:lnTo>
                  <a:pt x="2099436" y="3831425"/>
                </a:lnTo>
                <a:lnTo>
                  <a:pt x="2099539" y="3831686"/>
                </a:lnTo>
                <a:lnTo>
                  <a:pt x="2099634" y="3831951"/>
                </a:lnTo>
                <a:lnTo>
                  <a:pt x="2099722" y="3832221"/>
                </a:lnTo>
                <a:lnTo>
                  <a:pt x="2099802" y="3832496"/>
                </a:lnTo>
                <a:lnTo>
                  <a:pt x="2099875" y="3832775"/>
                </a:lnTo>
                <a:lnTo>
                  <a:pt x="2099940" y="3833060"/>
                </a:lnTo>
                <a:lnTo>
                  <a:pt x="2099997" y="3833348"/>
                </a:lnTo>
                <a:lnTo>
                  <a:pt x="2100046" y="3833642"/>
                </a:lnTo>
                <a:lnTo>
                  <a:pt x="2100088" y="3833940"/>
                </a:lnTo>
                <a:lnTo>
                  <a:pt x="2100123" y="3834243"/>
                </a:lnTo>
                <a:lnTo>
                  <a:pt x="2100149" y="3834551"/>
                </a:lnTo>
                <a:lnTo>
                  <a:pt x="2100168" y="3834863"/>
                </a:lnTo>
                <a:lnTo>
                  <a:pt x="2100180" y="3835180"/>
                </a:lnTo>
                <a:lnTo>
                  <a:pt x="2100184" y="3835502"/>
                </a:lnTo>
                <a:lnTo>
                  <a:pt x="2100174" y="3835991"/>
                </a:lnTo>
                <a:lnTo>
                  <a:pt x="2100146" y="3836473"/>
                </a:lnTo>
                <a:lnTo>
                  <a:pt x="2100099" y="3836947"/>
                </a:lnTo>
                <a:lnTo>
                  <a:pt x="2100033" y="3837413"/>
                </a:lnTo>
                <a:lnTo>
                  <a:pt x="2099949" y="3837872"/>
                </a:lnTo>
                <a:lnTo>
                  <a:pt x="2099846" y="3838323"/>
                </a:lnTo>
                <a:lnTo>
                  <a:pt x="2099724" y="3838767"/>
                </a:lnTo>
                <a:lnTo>
                  <a:pt x="2099583" y="3839202"/>
                </a:lnTo>
                <a:lnTo>
                  <a:pt x="2099423" y="3839631"/>
                </a:lnTo>
                <a:lnTo>
                  <a:pt x="2099245" y="3840051"/>
                </a:lnTo>
                <a:lnTo>
                  <a:pt x="2099047" y="3840464"/>
                </a:lnTo>
                <a:lnTo>
                  <a:pt x="2098831" y="3840870"/>
                </a:lnTo>
                <a:lnTo>
                  <a:pt x="2098596" y="3841267"/>
                </a:lnTo>
                <a:lnTo>
                  <a:pt x="2098343" y="3841657"/>
                </a:lnTo>
                <a:lnTo>
                  <a:pt x="2098070" y="3842040"/>
                </a:lnTo>
                <a:lnTo>
                  <a:pt x="2097779" y="3842415"/>
                </a:lnTo>
                <a:lnTo>
                  <a:pt x="2097469" y="3842782"/>
                </a:lnTo>
                <a:lnTo>
                  <a:pt x="2097141" y="3843141"/>
                </a:lnTo>
                <a:lnTo>
                  <a:pt x="2096793" y="3843493"/>
                </a:lnTo>
                <a:lnTo>
                  <a:pt x="2096427" y="3843838"/>
                </a:lnTo>
                <a:lnTo>
                  <a:pt x="2096042" y="3844174"/>
                </a:lnTo>
                <a:lnTo>
                  <a:pt x="2095638" y="3844503"/>
                </a:lnTo>
                <a:lnTo>
                  <a:pt x="2095215" y="3844825"/>
                </a:lnTo>
                <a:lnTo>
                  <a:pt x="2094774" y="3845138"/>
                </a:lnTo>
                <a:lnTo>
                  <a:pt x="2094328" y="3845428"/>
                </a:lnTo>
                <a:lnTo>
                  <a:pt x="2093865" y="3845706"/>
                </a:lnTo>
                <a:lnTo>
                  <a:pt x="2093384" y="3845971"/>
                </a:lnTo>
                <a:lnTo>
                  <a:pt x="2092886" y="3846223"/>
                </a:lnTo>
                <a:lnTo>
                  <a:pt x="2092370" y="3846464"/>
                </a:lnTo>
                <a:lnTo>
                  <a:pt x="2091836" y="3846692"/>
                </a:lnTo>
                <a:lnTo>
                  <a:pt x="2091285" y="3846908"/>
                </a:lnTo>
                <a:lnTo>
                  <a:pt x="2090716" y="3847111"/>
                </a:lnTo>
                <a:lnTo>
                  <a:pt x="2090130" y="3847302"/>
                </a:lnTo>
                <a:lnTo>
                  <a:pt x="2089526" y="3847481"/>
                </a:lnTo>
                <a:lnTo>
                  <a:pt x="2088904" y="3847647"/>
                </a:lnTo>
                <a:lnTo>
                  <a:pt x="2088265" y="3847801"/>
                </a:lnTo>
                <a:lnTo>
                  <a:pt x="2087608" y="3847943"/>
                </a:lnTo>
                <a:lnTo>
                  <a:pt x="2086933" y="3848073"/>
                </a:lnTo>
                <a:lnTo>
                  <a:pt x="2086241" y="3848190"/>
                </a:lnTo>
                <a:lnTo>
                  <a:pt x="2085531" y="3848294"/>
                </a:lnTo>
                <a:lnTo>
                  <a:pt x="2084804" y="3848387"/>
                </a:lnTo>
                <a:lnTo>
                  <a:pt x="2084059" y="3848467"/>
                </a:lnTo>
                <a:lnTo>
                  <a:pt x="2083296" y="3848535"/>
                </a:lnTo>
                <a:lnTo>
                  <a:pt x="2082516" y="3848590"/>
                </a:lnTo>
                <a:lnTo>
                  <a:pt x="2081718" y="3848633"/>
                </a:lnTo>
                <a:lnTo>
                  <a:pt x="2080903" y="3848664"/>
                </a:lnTo>
                <a:lnTo>
                  <a:pt x="2080070" y="3848683"/>
                </a:lnTo>
                <a:lnTo>
                  <a:pt x="2079219" y="3848689"/>
                </a:lnTo>
                <a:lnTo>
                  <a:pt x="2078270" y="3848682"/>
                </a:lnTo>
                <a:lnTo>
                  <a:pt x="2077340" y="3848662"/>
                </a:lnTo>
                <a:lnTo>
                  <a:pt x="2076427" y="3848628"/>
                </a:lnTo>
                <a:lnTo>
                  <a:pt x="2075533" y="3848581"/>
                </a:lnTo>
                <a:lnTo>
                  <a:pt x="2074657" y="3848520"/>
                </a:lnTo>
                <a:lnTo>
                  <a:pt x="2073799" y="3848446"/>
                </a:lnTo>
                <a:lnTo>
                  <a:pt x="2072959" y="3848358"/>
                </a:lnTo>
                <a:lnTo>
                  <a:pt x="2072137" y="3848257"/>
                </a:lnTo>
                <a:lnTo>
                  <a:pt x="2071334" y="3848142"/>
                </a:lnTo>
                <a:lnTo>
                  <a:pt x="2070549" y="3848014"/>
                </a:lnTo>
                <a:lnTo>
                  <a:pt x="2069782" y="3847872"/>
                </a:lnTo>
                <a:lnTo>
                  <a:pt x="2069033" y="3847717"/>
                </a:lnTo>
                <a:lnTo>
                  <a:pt x="2068303" y="3847548"/>
                </a:lnTo>
                <a:lnTo>
                  <a:pt x="2067590" y="3847366"/>
                </a:lnTo>
                <a:lnTo>
                  <a:pt x="2066896" y="3847170"/>
                </a:lnTo>
                <a:lnTo>
                  <a:pt x="2066220" y="3846961"/>
                </a:lnTo>
                <a:lnTo>
                  <a:pt x="2065562" y="3846738"/>
                </a:lnTo>
                <a:lnTo>
                  <a:pt x="2064923" y="3846502"/>
                </a:lnTo>
                <a:lnTo>
                  <a:pt x="2064301" y="3846252"/>
                </a:lnTo>
                <a:lnTo>
                  <a:pt x="2063698" y="3845989"/>
                </a:lnTo>
                <a:lnTo>
                  <a:pt x="2063113" y="3845712"/>
                </a:lnTo>
                <a:lnTo>
                  <a:pt x="2062546" y="3845421"/>
                </a:lnTo>
                <a:lnTo>
                  <a:pt x="2061998" y="3845118"/>
                </a:lnTo>
                <a:lnTo>
                  <a:pt x="2061467" y="3844800"/>
                </a:lnTo>
                <a:lnTo>
                  <a:pt x="2060971" y="3844457"/>
                </a:lnTo>
                <a:lnTo>
                  <a:pt x="2060495" y="3844103"/>
                </a:lnTo>
                <a:lnTo>
                  <a:pt x="2060041" y="3843738"/>
                </a:lnTo>
                <a:lnTo>
                  <a:pt x="2059608" y="3843363"/>
                </a:lnTo>
                <a:lnTo>
                  <a:pt x="2059196" y="3842978"/>
                </a:lnTo>
                <a:lnTo>
                  <a:pt x="2058805" y="3842581"/>
                </a:lnTo>
                <a:lnTo>
                  <a:pt x="2058435" y="3842175"/>
                </a:lnTo>
                <a:lnTo>
                  <a:pt x="2058086" y="3841757"/>
                </a:lnTo>
                <a:lnTo>
                  <a:pt x="2057758" y="3841329"/>
                </a:lnTo>
                <a:lnTo>
                  <a:pt x="2057452" y="3840891"/>
                </a:lnTo>
                <a:lnTo>
                  <a:pt x="2057167" y="3840442"/>
                </a:lnTo>
                <a:lnTo>
                  <a:pt x="2056903" y="3839982"/>
                </a:lnTo>
                <a:lnTo>
                  <a:pt x="2056660" y="3839512"/>
                </a:lnTo>
                <a:lnTo>
                  <a:pt x="2056438" y="3839031"/>
                </a:lnTo>
                <a:lnTo>
                  <a:pt x="2056237" y="3838540"/>
                </a:lnTo>
                <a:lnTo>
                  <a:pt x="2056057" y="3838038"/>
                </a:lnTo>
                <a:lnTo>
                  <a:pt x="2055899" y="3837525"/>
                </a:lnTo>
                <a:lnTo>
                  <a:pt x="2055761" y="3837002"/>
                </a:lnTo>
                <a:lnTo>
                  <a:pt x="2055645" y="3836469"/>
                </a:lnTo>
                <a:lnTo>
                  <a:pt x="2055550" y="3835924"/>
                </a:lnTo>
                <a:lnTo>
                  <a:pt x="2055476" y="3835370"/>
                </a:lnTo>
                <a:lnTo>
                  <a:pt x="2055423" y="3834804"/>
                </a:lnTo>
                <a:lnTo>
                  <a:pt x="2055392" y="3834228"/>
                </a:lnTo>
                <a:lnTo>
                  <a:pt x="2055381" y="3833642"/>
                </a:lnTo>
                <a:lnTo>
                  <a:pt x="2055381" y="3831951"/>
                </a:lnTo>
                <a:lnTo>
                  <a:pt x="2040841" y="3831951"/>
                </a:lnTo>
                <a:lnTo>
                  <a:pt x="2040828" y="3832050"/>
                </a:lnTo>
                <a:lnTo>
                  <a:pt x="2040814" y="3832147"/>
                </a:lnTo>
                <a:lnTo>
                  <a:pt x="2040802" y="3832244"/>
                </a:lnTo>
                <a:lnTo>
                  <a:pt x="2040790" y="3832341"/>
                </a:lnTo>
                <a:lnTo>
                  <a:pt x="2040778" y="3832437"/>
                </a:lnTo>
                <a:lnTo>
                  <a:pt x="2040767" y="3832532"/>
                </a:lnTo>
                <a:lnTo>
                  <a:pt x="2040757" y="3832627"/>
                </a:lnTo>
                <a:lnTo>
                  <a:pt x="2040747" y="3832721"/>
                </a:lnTo>
                <a:lnTo>
                  <a:pt x="2040738" y="3832815"/>
                </a:lnTo>
                <a:lnTo>
                  <a:pt x="2040730" y="3832908"/>
                </a:lnTo>
                <a:lnTo>
                  <a:pt x="2040722" y="3833000"/>
                </a:lnTo>
                <a:lnTo>
                  <a:pt x="2040714" y="3833092"/>
                </a:lnTo>
                <a:lnTo>
                  <a:pt x="2040708" y="3833184"/>
                </a:lnTo>
                <a:lnTo>
                  <a:pt x="2040701" y="3833274"/>
                </a:lnTo>
                <a:lnTo>
                  <a:pt x="2040696" y="3833364"/>
                </a:lnTo>
                <a:lnTo>
                  <a:pt x="2040691" y="3833454"/>
                </a:lnTo>
                <a:lnTo>
                  <a:pt x="2040687" y="3833543"/>
                </a:lnTo>
                <a:lnTo>
                  <a:pt x="2040683" y="3833631"/>
                </a:lnTo>
                <a:lnTo>
                  <a:pt x="2040679" y="3833719"/>
                </a:lnTo>
                <a:lnTo>
                  <a:pt x="2040677" y="3833806"/>
                </a:lnTo>
                <a:lnTo>
                  <a:pt x="2040675" y="3833893"/>
                </a:lnTo>
                <a:lnTo>
                  <a:pt x="2040673" y="3833979"/>
                </a:lnTo>
                <a:lnTo>
                  <a:pt x="2040672" y="3834064"/>
                </a:lnTo>
                <a:lnTo>
                  <a:pt x="2040672" y="3834149"/>
                </a:lnTo>
                <a:lnTo>
                  <a:pt x="2040672" y="3834233"/>
                </a:lnTo>
                <a:lnTo>
                  <a:pt x="2040672" y="3834315"/>
                </a:lnTo>
                <a:lnTo>
                  <a:pt x="2040672" y="3834395"/>
                </a:lnTo>
                <a:lnTo>
                  <a:pt x="2040672" y="3834473"/>
                </a:lnTo>
                <a:lnTo>
                  <a:pt x="2040672" y="3834550"/>
                </a:lnTo>
                <a:lnTo>
                  <a:pt x="2040672" y="3834625"/>
                </a:lnTo>
                <a:lnTo>
                  <a:pt x="2040672" y="3834698"/>
                </a:lnTo>
                <a:lnTo>
                  <a:pt x="2040672" y="3834769"/>
                </a:lnTo>
                <a:lnTo>
                  <a:pt x="2040672" y="3834839"/>
                </a:lnTo>
                <a:lnTo>
                  <a:pt x="2040672" y="3834907"/>
                </a:lnTo>
                <a:lnTo>
                  <a:pt x="2040672" y="3834973"/>
                </a:lnTo>
                <a:lnTo>
                  <a:pt x="2040672" y="3835037"/>
                </a:lnTo>
                <a:lnTo>
                  <a:pt x="2040672" y="3835099"/>
                </a:lnTo>
                <a:lnTo>
                  <a:pt x="2040672" y="3835160"/>
                </a:lnTo>
                <a:lnTo>
                  <a:pt x="2040672" y="3835219"/>
                </a:lnTo>
                <a:lnTo>
                  <a:pt x="2040672" y="3835276"/>
                </a:lnTo>
                <a:lnTo>
                  <a:pt x="2040672" y="3835332"/>
                </a:lnTo>
                <a:lnTo>
                  <a:pt x="2040672" y="3835385"/>
                </a:lnTo>
                <a:lnTo>
                  <a:pt x="2040672" y="3835437"/>
                </a:lnTo>
                <a:lnTo>
                  <a:pt x="2040672" y="3835488"/>
                </a:lnTo>
                <a:lnTo>
                  <a:pt x="2040672" y="3835536"/>
                </a:lnTo>
                <a:lnTo>
                  <a:pt x="2040672" y="3835583"/>
                </a:lnTo>
                <a:lnTo>
                  <a:pt x="2040672" y="3835628"/>
                </a:lnTo>
                <a:lnTo>
                  <a:pt x="2040672" y="3835671"/>
                </a:lnTo>
                <a:lnTo>
                  <a:pt x="2040680" y="3836315"/>
                </a:lnTo>
                <a:lnTo>
                  <a:pt x="2040704" y="3836953"/>
                </a:lnTo>
                <a:lnTo>
                  <a:pt x="2040743" y="3837583"/>
                </a:lnTo>
                <a:lnTo>
                  <a:pt x="2040799" y="3838207"/>
                </a:lnTo>
                <a:lnTo>
                  <a:pt x="2040870" y="3838823"/>
                </a:lnTo>
                <a:lnTo>
                  <a:pt x="2040957" y="3839432"/>
                </a:lnTo>
                <a:lnTo>
                  <a:pt x="2041060" y="3840035"/>
                </a:lnTo>
                <a:lnTo>
                  <a:pt x="2041179" y="3840630"/>
                </a:lnTo>
                <a:lnTo>
                  <a:pt x="2041314" y="3841218"/>
                </a:lnTo>
                <a:lnTo>
                  <a:pt x="2041465" y="3841799"/>
                </a:lnTo>
                <a:lnTo>
                  <a:pt x="2041631" y="3842374"/>
                </a:lnTo>
                <a:lnTo>
                  <a:pt x="2041813" y="3842941"/>
                </a:lnTo>
                <a:lnTo>
                  <a:pt x="2042011" y="3843501"/>
                </a:lnTo>
                <a:lnTo>
                  <a:pt x="2042225" y="3844054"/>
                </a:lnTo>
                <a:lnTo>
                  <a:pt x="2042455" y="3844600"/>
                </a:lnTo>
                <a:lnTo>
                  <a:pt x="2042701" y="3845139"/>
                </a:lnTo>
                <a:lnTo>
                  <a:pt x="2042962" y="3845670"/>
                </a:lnTo>
                <a:lnTo>
                  <a:pt x="2043240" y="3846195"/>
                </a:lnTo>
                <a:lnTo>
                  <a:pt x="2043533" y="3846713"/>
                </a:lnTo>
                <a:lnTo>
                  <a:pt x="2043842" y="3847224"/>
                </a:lnTo>
                <a:lnTo>
                  <a:pt x="2044167" y="3847727"/>
                </a:lnTo>
                <a:lnTo>
                  <a:pt x="2044508" y="3848224"/>
                </a:lnTo>
                <a:lnTo>
                  <a:pt x="2044864" y="3848714"/>
                </a:lnTo>
                <a:lnTo>
                  <a:pt x="2045237" y="3849196"/>
                </a:lnTo>
                <a:lnTo>
                  <a:pt x="2045637" y="3849657"/>
                </a:lnTo>
                <a:lnTo>
                  <a:pt x="2046049" y="3850108"/>
                </a:lnTo>
                <a:lnTo>
                  <a:pt x="2046473" y="3850551"/>
                </a:lnTo>
                <a:lnTo>
                  <a:pt x="2046909" y="3850986"/>
                </a:lnTo>
                <a:lnTo>
                  <a:pt x="2047356" y="3851411"/>
                </a:lnTo>
                <a:lnTo>
                  <a:pt x="2047815" y="3851827"/>
                </a:lnTo>
                <a:lnTo>
                  <a:pt x="2048286" y="3852235"/>
                </a:lnTo>
                <a:lnTo>
                  <a:pt x="2048769" y="3852634"/>
                </a:lnTo>
                <a:lnTo>
                  <a:pt x="2049263" y="3853024"/>
                </a:lnTo>
                <a:lnTo>
                  <a:pt x="2049769" y="3853405"/>
                </a:lnTo>
                <a:lnTo>
                  <a:pt x="2050287" y="3853778"/>
                </a:lnTo>
                <a:lnTo>
                  <a:pt x="2050816" y="3854141"/>
                </a:lnTo>
                <a:lnTo>
                  <a:pt x="2051357" y="3854496"/>
                </a:lnTo>
                <a:lnTo>
                  <a:pt x="2051910" y="3854842"/>
                </a:lnTo>
                <a:lnTo>
                  <a:pt x="2052475" y="3855180"/>
                </a:lnTo>
                <a:lnTo>
                  <a:pt x="2053052" y="3855508"/>
                </a:lnTo>
                <a:lnTo>
                  <a:pt x="2053640" y="3855828"/>
                </a:lnTo>
                <a:lnTo>
                  <a:pt x="2054240" y="3856139"/>
                </a:lnTo>
                <a:lnTo>
                  <a:pt x="2054851" y="3856441"/>
                </a:lnTo>
                <a:lnTo>
                  <a:pt x="2055475" y="3856734"/>
                </a:lnTo>
                <a:lnTo>
                  <a:pt x="2056110" y="3857018"/>
                </a:lnTo>
                <a:lnTo>
                  <a:pt x="2056757" y="3857294"/>
                </a:lnTo>
                <a:lnTo>
                  <a:pt x="2057416" y="3857561"/>
                </a:lnTo>
                <a:lnTo>
                  <a:pt x="2058086" y="3857819"/>
                </a:lnTo>
                <a:lnTo>
                  <a:pt x="2058780" y="3858053"/>
                </a:lnTo>
                <a:lnTo>
                  <a:pt x="2059483" y="3858278"/>
                </a:lnTo>
                <a:lnTo>
                  <a:pt x="2060194" y="3858492"/>
                </a:lnTo>
                <a:lnTo>
                  <a:pt x="2060913" y="3858697"/>
                </a:lnTo>
                <a:lnTo>
                  <a:pt x="2061641" y="3858891"/>
                </a:lnTo>
                <a:lnTo>
                  <a:pt x="2062376" y="3859076"/>
                </a:lnTo>
                <a:lnTo>
                  <a:pt x="2063120" y="3859251"/>
                </a:lnTo>
                <a:lnTo>
                  <a:pt x="2063872" y="3859415"/>
                </a:lnTo>
                <a:lnTo>
                  <a:pt x="2064632" y="3859570"/>
                </a:lnTo>
                <a:lnTo>
                  <a:pt x="2065401" y="3859715"/>
                </a:lnTo>
                <a:lnTo>
                  <a:pt x="2066177" y="3859849"/>
                </a:lnTo>
                <a:lnTo>
                  <a:pt x="2066962" y="3859974"/>
                </a:lnTo>
                <a:lnTo>
                  <a:pt x="2067755" y="3860089"/>
                </a:lnTo>
                <a:lnTo>
                  <a:pt x="2068556" y="3860194"/>
                </a:lnTo>
                <a:lnTo>
                  <a:pt x="2069366" y="3860289"/>
                </a:lnTo>
                <a:lnTo>
                  <a:pt x="2070184" y="3860373"/>
                </a:lnTo>
                <a:lnTo>
                  <a:pt x="2071010" y="3860448"/>
                </a:lnTo>
                <a:lnTo>
                  <a:pt x="2071844" y="3860513"/>
                </a:lnTo>
                <a:lnTo>
                  <a:pt x="2072686" y="3860568"/>
                </a:lnTo>
                <a:lnTo>
                  <a:pt x="2073537" y="3860613"/>
                </a:lnTo>
                <a:lnTo>
                  <a:pt x="2074396" y="3860648"/>
                </a:lnTo>
                <a:lnTo>
                  <a:pt x="2075263" y="3860673"/>
                </a:lnTo>
                <a:lnTo>
                  <a:pt x="2076138" y="3860688"/>
                </a:lnTo>
                <a:lnTo>
                  <a:pt x="2077022" y="3860693"/>
                </a:lnTo>
                <a:lnTo>
                  <a:pt x="2078030" y="3860688"/>
                </a:lnTo>
                <a:lnTo>
                  <a:pt x="2079026" y="3860673"/>
                </a:lnTo>
                <a:lnTo>
                  <a:pt x="2080009" y="3860648"/>
                </a:lnTo>
                <a:lnTo>
                  <a:pt x="2080981" y="3860613"/>
                </a:lnTo>
                <a:lnTo>
                  <a:pt x="2081939" y="3860568"/>
                </a:lnTo>
                <a:lnTo>
                  <a:pt x="2082886" y="3860513"/>
                </a:lnTo>
                <a:lnTo>
                  <a:pt x="2083820" y="3860448"/>
                </a:lnTo>
                <a:lnTo>
                  <a:pt x="2084742" y="3860373"/>
                </a:lnTo>
                <a:close/>
                <a:moveTo>
                  <a:pt x="2971515" y="64530"/>
                </a:moveTo>
                <a:lnTo>
                  <a:pt x="2971581" y="64058"/>
                </a:lnTo>
                <a:lnTo>
                  <a:pt x="2971656" y="63590"/>
                </a:lnTo>
                <a:lnTo>
                  <a:pt x="2971740" y="63128"/>
                </a:lnTo>
                <a:lnTo>
                  <a:pt x="2971832" y="62670"/>
                </a:lnTo>
                <a:lnTo>
                  <a:pt x="2971934" y="62217"/>
                </a:lnTo>
                <a:lnTo>
                  <a:pt x="2972044" y="61768"/>
                </a:lnTo>
                <a:lnTo>
                  <a:pt x="2972162" y="61324"/>
                </a:lnTo>
                <a:lnTo>
                  <a:pt x="2972290" y="60885"/>
                </a:lnTo>
                <a:lnTo>
                  <a:pt x="2972427" y="60451"/>
                </a:lnTo>
                <a:lnTo>
                  <a:pt x="2972572" y="60021"/>
                </a:lnTo>
                <a:lnTo>
                  <a:pt x="2972726" y="59596"/>
                </a:lnTo>
                <a:lnTo>
                  <a:pt x="2972889" y="59176"/>
                </a:lnTo>
                <a:lnTo>
                  <a:pt x="2973061" y="58760"/>
                </a:lnTo>
                <a:lnTo>
                  <a:pt x="2973241" y="58349"/>
                </a:lnTo>
                <a:lnTo>
                  <a:pt x="2973430" y="57943"/>
                </a:lnTo>
                <a:lnTo>
                  <a:pt x="2973629" y="57542"/>
                </a:lnTo>
                <a:lnTo>
                  <a:pt x="2973836" y="57145"/>
                </a:lnTo>
                <a:lnTo>
                  <a:pt x="2974064" y="56740"/>
                </a:lnTo>
                <a:lnTo>
                  <a:pt x="2974300" y="56343"/>
                </a:lnTo>
                <a:lnTo>
                  <a:pt x="2974544" y="55953"/>
                </a:lnTo>
                <a:lnTo>
                  <a:pt x="2974794" y="55571"/>
                </a:lnTo>
                <a:lnTo>
                  <a:pt x="2975051" y="55197"/>
                </a:lnTo>
                <a:lnTo>
                  <a:pt x="2975315" y="54831"/>
                </a:lnTo>
                <a:lnTo>
                  <a:pt x="2975586" y="54472"/>
                </a:lnTo>
                <a:lnTo>
                  <a:pt x="2975864" y="54120"/>
                </a:lnTo>
                <a:lnTo>
                  <a:pt x="2976150" y="53777"/>
                </a:lnTo>
                <a:lnTo>
                  <a:pt x="2976442" y="53440"/>
                </a:lnTo>
                <a:lnTo>
                  <a:pt x="2976741" y="53112"/>
                </a:lnTo>
                <a:lnTo>
                  <a:pt x="2977048" y="52791"/>
                </a:lnTo>
                <a:lnTo>
                  <a:pt x="2977361" y="52478"/>
                </a:lnTo>
                <a:lnTo>
                  <a:pt x="2977682" y="52172"/>
                </a:lnTo>
                <a:lnTo>
                  <a:pt x="2978009" y="51874"/>
                </a:lnTo>
                <a:lnTo>
                  <a:pt x="2978344" y="51584"/>
                </a:lnTo>
                <a:lnTo>
                  <a:pt x="2978686" y="51302"/>
                </a:lnTo>
                <a:lnTo>
                  <a:pt x="2979034" y="51026"/>
                </a:lnTo>
                <a:lnTo>
                  <a:pt x="2979390" y="50759"/>
                </a:lnTo>
                <a:lnTo>
                  <a:pt x="2979753" y="50499"/>
                </a:lnTo>
                <a:lnTo>
                  <a:pt x="2980123" y="50247"/>
                </a:lnTo>
                <a:lnTo>
                  <a:pt x="2980500" y="50003"/>
                </a:lnTo>
                <a:lnTo>
                  <a:pt x="2980884" y="49766"/>
                </a:lnTo>
                <a:lnTo>
                  <a:pt x="2981275" y="49536"/>
                </a:lnTo>
                <a:lnTo>
                  <a:pt x="2981671" y="49302"/>
                </a:lnTo>
                <a:lnTo>
                  <a:pt x="2982071" y="49077"/>
                </a:lnTo>
                <a:lnTo>
                  <a:pt x="2982474" y="48863"/>
                </a:lnTo>
                <a:lnTo>
                  <a:pt x="2982881" y="48658"/>
                </a:lnTo>
                <a:lnTo>
                  <a:pt x="2983291" y="48464"/>
                </a:lnTo>
                <a:lnTo>
                  <a:pt x="2983705" y="48279"/>
                </a:lnTo>
                <a:lnTo>
                  <a:pt x="2984122" y="48104"/>
                </a:lnTo>
                <a:lnTo>
                  <a:pt x="2984543" y="47940"/>
                </a:lnTo>
                <a:lnTo>
                  <a:pt x="2984968" y="47785"/>
                </a:lnTo>
                <a:lnTo>
                  <a:pt x="2985396" y="47640"/>
                </a:lnTo>
                <a:lnTo>
                  <a:pt x="2985827" y="47506"/>
                </a:lnTo>
                <a:lnTo>
                  <a:pt x="2986262" y="47381"/>
                </a:lnTo>
                <a:lnTo>
                  <a:pt x="2986701" y="47266"/>
                </a:lnTo>
                <a:lnTo>
                  <a:pt x="2987143" y="47161"/>
                </a:lnTo>
                <a:lnTo>
                  <a:pt x="2987588" y="47067"/>
                </a:lnTo>
                <a:lnTo>
                  <a:pt x="2988037" y="46982"/>
                </a:lnTo>
                <a:lnTo>
                  <a:pt x="2988490" y="46907"/>
                </a:lnTo>
                <a:lnTo>
                  <a:pt x="2988946" y="46842"/>
                </a:lnTo>
                <a:lnTo>
                  <a:pt x="2989406" y="46787"/>
                </a:lnTo>
                <a:lnTo>
                  <a:pt x="2989869" y="46742"/>
                </a:lnTo>
                <a:lnTo>
                  <a:pt x="2990336" y="46707"/>
                </a:lnTo>
                <a:lnTo>
                  <a:pt x="2990806" y="46682"/>
                </a:lnTo>
                <a:lnTo>
                  <a:pt x="2991280" y="46667"/>
                </a:lnTo>
                <a:lnTo>
                  <a:pt x="2991757" y="46662"/>
                </a:lnTo>
                <a:lnTo>
                  <a:pt x="2992483" y="46672"/>
                </a:lnTo>
                <a:lnTo>
                  <a:pt x="2993196" y="46700"/>
                </a:lnTo>
                <a:lnTo>
                  <a:pt x="2993897" y="46747"/>
                </a:lnTo>
                <a:lnTo>
                  <a:pt x="2994584" y="46813"/>
                </a:lnTo>
                <a:lnTo>
                  <a:pt x="2995258" y="46897"/>
                </a:lnTo>
                <a:lnTo>
                  <a:pt x="2995920" y="47001"/>
                </a:lnTo>
                <a:lnTo>
                  <a:pt x="2996569" y="47123"/>
                </a:lnTo>
                <a:lnTo>
                  <a:pt x="2997204" y="47264"/>
                </a:lnTo>
                <a:lnTo>
                  <a:pt x="2997827" y="47423"/>
                </a:lnTo>
                <a:lnTo>
                  <a:pt x="2998437" y="47602"/>
                </a:lnTo>
                <a:lnTo>
                  <a:pt x="2999034" y="47799"/>
                </a:lnTo>
                <a:lnTo>
                  <a:pt x="2999618" y="48015"/>
                </a:lnTo>
                <a:lnTo>
                  <a:pt x="3000190" y="48250"/>
                </a:lnTo>
                <a:lnTo>
                  <a:pt x="3000748" y="48503"/>
                </a:lnTo>
                <a:lnTo>
                  <a:pt x="3001293" y="48776"/>
                </a:lnTo>
                <a:lnTo>
                  <a:pt x="3001826" y="49067"/>
                </a:lnTo>
                <a:lnTo>
                  <a:pt x="3002345" y="49377"/>
                </a:lnTo>
                <a:lnTo>
                  <a:pt x="3002852" y="49706"/>
                </a:lnTo>
                <a:lnTo>
                  <a:pt x="3003345" y="50053"/>
                </a:lnTo>
                <a:lnTo>
                  <a:pt x="3003826" y="50420"/>
                </a:lnTo>
                <a:lnTo>
                  <a:pt x="3004294" y="50805"/>
                </a:lnTo>
                <a:lnTo>
                  <a:pt x="3004749" y="51209"/>
                </a:lnTo>
                <a:lnTo>
                  <a:pt x="3005191" y="51631"/>
                </a:lnTo>
                <a:lnTo>
                  <a:pt x="3005620" y="52073"/>
                </a:lnTo>
                <a:lnTo>
                  <a:pt x="3006034" y="52519"/>
                </a:lnTo>
                <a:lnTo>
                  <a:pt x="3006430" y="52984"/>
                </a:lnTo>
                <a:lnTo>
                  <a:pt x="3006809" y="53467"/>
                </a:lnTo>
                <a:lnTo>
                  <a:pt x="3007170" y="53970"/>
                </a:lnTo>
                <a:lnTo>
                  <a:pt x="3007513" y="54491"/>
                </a:lnTo>
                <a:lnTo>
                  <a:pt x="3007839" y="55031"/>
                </a:lnTo>
                <a:lnTo>
                  <a:pt x="3008147" y="55590"/>
                </a:lnTo>
                <a:lnTo>
                  <a:pt x="3008438" y="56168"/>
                </a:lnTo>
                <a:lnTo>
                  <a:pt x="3008711" y="56764"/>
                </a:lnTo>
                <a:lnTo>
                  <a:pt x="3008966" y="57379"/>
                </a:lnTo>
                <a:lnTo>
                  <a:pt x="3009204" y="58013"/>
                </a:lnTo>
                <a:lnTo>
                  <a:pt x="3009424" y="58666"/>
                </a:lnTo>
                <a:lnTo>
                  <a:pt x="3009627" y="59338"/>
                </a:lnTo>
                <a:lnTo>
                  <a:pt x="3009812" y="60028"/>
                </a:lnTo>
                <a:lnTo>
                  <a:pt x="3009979" y="60737"/>
                </a:lnTo>
                <a:lnTo>
                  <a:pt x="3010129" y="61465"/>
                </a:lnTo>
                <a:lnTo>
                  <a:pt x="3010261" y="62212"/>
                </a:lnTo>
                <a:lnTo>
                  <a:pt x="3010375" y="62978"/>
                </a:lnTo>
                <a:lnTo>
                  <a:pt x="3010472" y="63762"/>
                </a:lnTo>
                <a:lnTo>
                  <a:pt x="3010551" y="64565"/>
                </a:lnTo>
                <a:lnTo>
                  <a:pt x="3010613" y="65387"/>
                </a:lnTo>
                <a:lnTo>
                  <a:pt x="3010657" y="66227"/>
                </a:lnTo>
                <a:lnTo>
                  <a:pt x="3010683" y="67087"/>
                </a:lnTo>
                <a:lnTo>
                  <a:pt x="3010692" y="67965"/>
                </a:lnTo>
                <a:lnTo>
                  <a:pt x="3010692" y="121728"/>
                </a:lnTo>
                <a:lnTo>
                  <a:pt x="3027599" y="121728"/>
                </a:lnTo>
                <a:lnTo>
                  <a:pt x="3027599" y="64246"/>
                </a:lnTo>
                <a:lnTo>
                  <a:pt x="3027592" y="63392"/>
                </a:lnTo>
                <a:lnTo>
                  <a:pt x="3027572" y="62551"/>
                </a:lnTo>
                <a:lnTo>
                  <a:pt x="3027538" y="61723"/>
                </a:lnTo>
                <a:lnTo>
                  <a:pt x="3027491" y="60906"/>
                </a:lnTo>
                <a:lnTo>
                  <a:pt x="3027430" y="60102"/>
                </a:lnTo>
                <a:lnTo>
                  <a:pt x="3027356" y="59311"/>
                </a:lnTo>
                <a:lnTo>
                  <a:pt x="3027268" y="58531"/>
                </a:lnTo>
                <a:lnTo>
                  <a:pt x="3027167" y="57765"/>
                </a:lnTo>
                <a:lnTo>
                  <a:pt x="3027052" y="57010"/>
                </a:lnTo>
                <a:lnTo>
                  <a:pt x="3026924" y="56268"/>
                </a:lnTo>
                <a:lnTo>
                  <a:pt x="3026782" y="55538"/>
                </a:lnTo>
                <a:lnTo>
                  <a:pt x="3026627" y="54820"/>
                </a:lnTo>
                <a:lnTo>
                  <a:pt x="3026458" y="54115"/>
                </a:lnTo>
                <a:lnTo>
                  <a:pt x="3026276" y="53422"/>
                </a:lnTo>
                <a:lnTo>
                  <a:pt x="3026080" y="52741"/>
                </a:lnTo>
                <a:lnTo>
                  <a:pt x="3025871" y="52073"/>
                </a:lnTo>
                <a:lnTo>
                  <a:pt x="3025648" y="51417"/>
                </a:lnTo>
                <a:lnTo>
                  <a:pt x="3025412" y="50773"/>
                </a:lnTo>
                <a:lnTo>
                  <a:pt x="3025162" y="50142"/>
                </a:lnTo>
                <a:lnTo>
                  <a:pt x="3024899" y="49522"/>
                </a:lnTo>
                <a:lnTo>
                  <a:pt x="3024622" y="48916"/>
                </a:lnTo>
                <a:lnTo>
                  <a:pt x="3024332" y="48321"/>
                </a:lnTo>
                <a:lnTo>
                  <a:pt x="3024028" y="47739"/>
                </a:lnTo>
                <a:lnTo>
                  <a:pt x="3023711" y="47170"/>
                </a:lnTo>
                <a:lnTo>
                  <a:pt x="3023381" y="46612"/>
                </a:lnTo>
                <a:lnTo>
                  <a:pt x="3023041" y="46066"/>
                </a:lnTo>
                <a:lnTo>
                  <a:pt x="3022691" y="45532"/>
                </a:lnTo>
                <a:lnTo>
                  <a:pt x="3022330" y="45009"/>
                </a:lnTo>
                <a:lnTo>
                  <a:pt x="3021958" y="44499"/>
                </a:lnTo>
                <a:lnTo>
                  <a:pt x="3021576" y="44000"/>
                </a:lnTo>
                <a:lnTo>
                  <a:pt x="3021183" y="43512"/>
                </a:lnTo>
                <a:lnTo>
                  <a:pt x="3020780" y="43037"/>
                </a:lnTo>
                <a:lnTo>
                  <a:pt x="3020366" y="42573"/>
                </a:lnTo>
                <a:lnTo>
                  <a:pt x="3019942" y="42121"/>
                </a:lnTo>
                <a:lnTo>
                  <a:pt x="3019507" y="41681"/>
                </a:lnTo>
                <a:lnTo>
                  <a:pt x="3019061" y="41252"/>
                </a:lnTo>
                <a:lnTo>
                  <a:pt x="3018605" y="40836"/>
                </a:lnTo>
                <a:lnTo>
                  <a:pt x="3018138" y="40431"/>
                </a:lnTo>
                <a:lnTo>
                  <a:pt x="3017661" y="40037"/>
                </a:lnTo>
                <a:lnTo>
                  <a:pt x="3017173" y="39656"/>
                </a:lnTo>
                <a:lnTo>
                  <a:pt x="3016675" y="39286"/>
                </a:lnTo>
                <a:lnTo>
                  <a:pt x="3016166" y="38928"/>
                </a:lnTo>
                <a:lnTo>
                  <a:pt x="3015646" y="38581"/>
                </a:lnTo>
                <a:lnTo>
                  <a:pt x="3015116" y="38247"/>
                </a:lnTo>
                <a:lnTo>
                  <a:pt x="3014576" y="37924"/>
                </a:lnTo>
                <a:lnTo>
                  <a:pt x="3014024" y="37613"/>
                </a:lnTo>
                <a:lnTo>
                  <a:pt x="3013463" y="37314"/>
                </a:lnTo>
                <a:lnTo>
                  <a:pt x="3012890" y="37026"/>
                </a:lnTo>
                <a:lnTo>
                  <a:pt x="3012323" y="36750"/>
                </a:lnTo>
                <a:lnTo>
                  <a:pt x="3011750" y="36486"/>
                </a:lnTo>
                <a:lnTo>
                  <a:pt x="3011170" y="36233"/>
                </a:lnTo>
                <a:lnTo>
                  <a:pt x="3010584" y="35993"/>
                </a:lnTo>
                <a:lnTo>
                  <a:pt x="3009992" y="35764"/>
                </a:lnTo>
                <a:lnTo>
                  <a:pt x="3009393" y="35546"/>
                </a:lnTo>
                <a:lnTo>
                  <a:pt x="3008787" y="35341"/>
                </a:lnTo>
                <a:lnTo>
                  <a:pt x="3008175" y="35147"/>
                </a:lnTo>
                <a:lnTo>
                  <a:pt x="3007557" y="34965"/>
                </a:lnTo>
                <a:lnTo>
                  <a:pt x="3006932" y="34795"/>
                </a:lnTo>
                <a:lnTo>
                  <a:pt x="3006300" y="34636"/>
                </a:lnTo>
                <a:lnTo>
                  <a:pt x="3005663" y="34490"/>
                </a:lnTo>
                <a:lnTo>
                  <a:pt x="3005018" y="34355"/>
                </a:lnTo>
                <a:lnTo>
                  <a:pt x="3004367" y="34231"/>
                </a:lnTo>
                <a:lnTo>
                  <a:pt x="3003710" y="34120"/>
                </a:lnTo>
                <a:lnTo>
                  <a:pt x="3003047" y="34020"/>
                </a:lnTo>
                <a:lnTo>
                  <a:pt x="3002377" y="33932"/>
                </a:lnTo>
                <a:lnTo>
                  <a:pt x="3001700" y="33856"/>
                </a:lnTo>
                <a:lnTo>
                  <a:pt x="3001017" y="33791"/>
                </a:lnTo>
                <a:lnTo>
                  <a:pt x="3000328" y="33738"/>
                </a:lnTo>
                <a:lnTo>
                  <a:pt x="2999632" y="33697"/>
                </a:lnTo>
                <a:lnTo>
                  <a:pt x="2998929" y="33668"/>
                </a:lnTo>
                <a:lnTo>
                  <a:pt x="2998220" y="33650"/>
                </a:lnTo>
                <a:lnTo>
                  <a:pt x="2997505" y="33644"/>
                </a:lnTo>
                <a:lnTo>
                  <a:pt x="2996872" y="33650"/>
                </a:lnTo>
                <a:lnTo>
                  <a:pt x="2996241" y="33668"/>
                </a:lnTo>
                <a:lnTo>
                  <a:pt x="2995611" y="33697"/>
                </a:lnTo>
                <a:lnTo>
                  <a:pt x="2994983" y="33738"/>
                </a:lnTo>
                <a:lnTo>
                  <a:pt x="2994357" y="33791"/>
                </a:lnTo>
                <a:lnTo>
                  <a:pt x="2993733" y="33856"/>
                </a:lnTo>
                <a:lnTo>
                  <a:pt x="2993110" y="33932"/>
                </a:lnTo>
                <a:lnTo>
                  <a:pt x="2992489" y="34020"/>
                </a:lnTo>
                <a:lnTo>
                  <a:pt x="2991870" y="34120"/>
                </a:lnTo>
                <a:lnTo>
                  <a:pt x="2991253" y="34231"/>
                </a:lnTo>
                <a:lnTo>
                  <a:pt x="2990638" y="34355"/>
                </a:lnTo>
                <a:lnTo>
                  <a:pt x="2990024" y="34490"/>
                </a:lnTo>
                <a:lnTo>
                  <a:pt x="2989412" y="34636"/>
                </a:lnTo>
                <a:lnTo>
                  <a:pt x="2988802" y="34795"/>
                </a:lnTo>
                <a:lnTo>
                  <a:pt x="2988193" y="34965"/>
                </a:lnTo>
                <a:lnTo>
                  <a:pt x="2987586" y="35147"/>
                </a:lnTo>
                <a:lnTo>
                  <a:pt x="2986981" y="35341"/>
                </a:lnTo>
                <a:lnTo>
                  <a:pt x="2986378" y="35546"/>
                </a:lnTo>
                <a:lnTo>
                  <a:pt x="2985777" y="35764"/>
                </a:lnTo>
                <a:lnTo>
                  <a:pt x="2985177" y="35993"/>
                </a:lnTo>
                <a:lnTo>
                  <a:pt x="2984579" y="36233"/>
                </a:lnTo>
                <a:lnTo>
                  <a:pt x="2983983" y="36486"/>
                </a:lnTo>
                <a:lnTo>
                  <a:pt x="2983389" y="36750"/>
                </a:lnTo>
                <a:lnTo>
                  <a:pt x="2982796" y="37026"/>
                </a:lnTo>
                <a:lnTo>
                  <a:pt x="2982209" y="37299"/>
                </a:lnTo>
                <a:lnTo>
                  <a:pt x="2981631" y="37585"/>
                </a:lnTo>
                <a:lnTo>
                  <a:pt x="2981063" y="37882"/>
                </a:lnTo>
                <a:lnTo>
                  <a:pt x="2980504" y="38191"/>
                </a:lnTo>
                <a:lnTo>
                  <a:pt x="2979955" y="38511"/>
                </a:lnTo>
                <a:lnTo>
                  <a:pt x="2979415" y="38843"/>
                </a:lnTo>
                <a:lnTo>
                  <a:pt x="2978884" y="39187"/>
                </a:lnTo>
                <a:lnTo>
                  <a:pt x="2978363" y="39543"/>
                </a:lnTo>
                <a:lnTo>
                  <a:pt x="2977851" y="39910"/>
                </a:lnTo>
                <a:lnTo>
                  <a:pt x="2977349" y="40290"/>
                </a:lnTo>
                <a:lnTo>
                  <a:pt x="2976855" y="40681"/>
                </a:lnTo>
                <a:lnTo>
                  <a:pt x="2976372" y="41083"/>
                </a:lnTo>
                <a:lnTo>
                  <a:pt x="2975897" y="41498"/>
                </a:lnTo>
                <a:lnTo>
                  <a:pt x="2975432" y="41924"/>
                </a:lnTo>
                <a:lnTo>
                  <a:pt x="2974977" y="42362"/>
                </a:lnTo>
                <a:lnTo>
                  <a:pt x="2974531" y="42812"/>
                </a:lnTo>
                <a:lnTo>
                  <a:pt x="2974094" y="43273"/>
                </a:lnTo>
                <a:lnTo>
                  <a:pt x="2973667" y="43746"/>
                </a:lnTo>
                <a:lnTo>
                  <a:pt x="2973249" y="44231"/>
                </a:lnTo>
                <a:lnTo>
                  <a:pt x="2972840" y="44728"/>
                </a:lnTo>
                <a:lnTo>
                  <a:pt x="2972441" y="45236"/>
                </a:lnTo>
                <a:lnTo>
                  <a:pt x="2972051" y="45756"/>
                </a:lnTo>
                <a:lnTo>
                  <a:pt x="2971671" y="46288"/>
                </a:lnTo>
                <a:lnTo>
                  <a:pt x="2971300" y="46832"/>
                </a:lnTo>
                <a:lnTo>
                  <a:pt x="2971300" y="0"/>
                </a:lnTo>
                <a:lnTo>
                  <a:pt x="2954393" y="0"/>
                </a:lnTo>
                <a:lnTo>
                  <a:pt x="2954393" y="121728"/>
                </a:lnTo>
                <a:lnTo>
                  <a:pt x="2971300" y="121728"/>
                </a:lnTo>
                <a:lnTo>
                  <a:pt x="2971300" y="67965"/>
                </a:lnTo>
                <a:lnTo>
                  <a:pt x="2971304" y="67460"/>
                </a:lnTo>
                <a:lnTo>
                  <a:pt x="2971317" y="66960"/>
                </a:lnTo>
                <a:lnTo>
                  <a:pt x="2971339" y="66465"/>
                </a:lnTo>
                <a:lnTo>
                  <a:pt x="2971370" y="65974"/>
                </a:lnTo>
                <a:lnTo>
                  <a:pt x="2971410" y="65488"/>
                </a:lnTo>
                <a:lnTo>
                  <a:pt x="2971458" y="65006"/>
                </a:lnTo>
                <a:lnTo>
                  <a:pt x="2971515" y="64530"/>
                </a:lnTo>
                <a:close/>
                <a:moveTo>
                  <a:pt x="3898535" y="65359"/>
                </a:moveTo>
                <a:lnTo>
                  <a:pt x="3898583" y="64922"/>
                </a:lnTo>
                <a:lnTo>
                  <a:pt x="3898638" y="64486"/>
                </a:lnTo>
                <a:lnTo>
                  <a:pt x="3898700" y="64052"/>
                </a:lnTo>
                <a:lnTo>
                  <a:pt x="3898767" y="63619"/>
                </a:lnTo>
                <a:lnTo>
                  <a:pt x="3898842" y="63189"/>
                </a:lnTo>
                <a:lnTo>
                  <a:pt x="3898922" y="62760"/>
                </a:lnTo>
                <a:lnTo>
                  <a:pt x="3899010" y="62333"/>
                </a:lnTo>
                <a:lnTo>
                  <a:pt x="3899103" y="61908"/>
                </a:lnTo>
                <a:lnTo>
                  <a:pt x="3899203" y="61484"/>
                </a:lnTo>
                <a:lnTo>
                  <a:pt x="3899310" y="61062"/>
                </a:lnTo>
                <a:lnTo>
                  <a:pt x="3899423" y="60642"/>
                </a:lnTo>
                <a:lnTo>
                  <a:pt x="3899542" y="60224"/>
                </a:lnTo>
                <a:lnTo>
                  <a:pt x="3899668" y="59808"/>
                </a:lnTo>
                <a:lnTo>
                  <a:pt x="3899801" y="59393"/>
                </a:lnTo>
                <a:lnTo>
                  <a:pt x="3899939" y="58980"/>
                </a:lnTo>
                <a:lnTo>
                  <a:pt x="3900085" y="58569"/>
                </a:lnTo>
                <a:lnTo>
                  <a:pt x="3900236" y="58159"/>
                </a:lnTo>
                <a:lnTo>
                  <a:pt x="3900395" y="57754"/>
                </a:lnTo>
                <a:lnTo>
                  <a:pt x="3900559" y="57354"/>
                </a:lnTo>
                <a:lnTo>
                  <a:pt x="3900730" y="56960"/>
                </a:lnTo>
                <a:lnTo>
                  <a:pt x="3900908" y="56572"/>
                </a:lnTo>
                <a:lnTo>
                  <a:pt x="3901092" y="56190"/>
                </a:lnTo>
                <a:lnTo>
                  <a:pt x="3901283" y="55813"/>
                </a:lnTo>
                <a:lnTo>
                  <a:pt x="3901479" y="55443"/>
                </a:lnTo>
                <a:lnTo>
                  <a:pt x="3901683" y="55078"/>
                </a:lnTo>
                <a:lnTo>
                  <a:pt x="3901893" y="54720"/>
                </a:lnTo>
                <a:lnTo>
                  <a:pt x="3902109" y="54367"/>
                </a:lnTo>
                <a:lnTo>
                  <a:pt x="3902332" y="54020"/>
                </a:lnTo>
                <a:lnTo>
                  <a:pt x="3902561" y="53679"/>
                </a:lnTo>
                <a:lnTo>
                  <a:pt x="3902797" y="53344"/>
                </a:lnTo>
                <a:lnTo>
                  <a:pt x="3903039" y="53014"/>
                </a:lnTo>
                <a:lnTo>
                  <a:pt x="3903288" y="52691"/>
                </a:lnTo>
                <a:lnTo>
                  <a:pt x="3903543" y="52373"/>
                </a:lnTo>
                <a:lnTo>
                  <a:pt x="3903804" y="52062"/>
                </a:lnTo>
                <a:lnTo>
                  <a:pt x="3904072" y="51756"/>
                </a:lnTo>
                <a:lnTo>
                  <a:pt x="3904347" y="51456"/>
                </a:lnTo>
                <a:lnTo>
                  <a:pt x="3904628" y="51162"/>
                </a:lnTo>
                <a:lnTo>
                  <a:pt x="3904915" y="50873"/>
                </a:lnTo>
                <a:lnTo>
                  <a:pt x="3905209" y="50591"/>
                </a:lnTo>
                <a:lnTo>
                  <a:pt x="3905509" y="50314"/>
                </a:lnTo>
                <a:lnTo>
                  <a:pt x="3905816" y="50044"/>
                </a:lnTo>
                <a:lnTo>
                  <a:pt x="3906143" y="49782"/>
                </a:lnTo>
                <a:lnTo>
                  <a:pt x="3906475" y="49531"/>
                </a:lnTo>
                <a:lnTo>
                  <a:pt x="3906814" y="49291"/>
                </a:lnTo>
                <a:lnTo>
                  <a:pt x="3907159" y="49062"/>
                </a:lnTo>
                <a:lnTo>
                  <a:pt x="3907509" y="48845"/>
                </a:lnTo>
                <a:lnTo>
                  <a:pt x="3907866" y="48639"/>
                </a:lnTo>
                <a:lnTo>
                  <a:pt x="3908228" y="48443"/>
                </a:lnTo>
                <a:lnTo>
                  <a:pt x="3908596" y="48259"/>
                </a:lnTo>
                <a:lnTo>
                  <a:pt x="3908970" y="48086"/>
                </a:lnTo>
                <a:lnTo>
                  <a:pt x="3909350" y="47925"/>
                </a:lnTo>
                <a:lnTo>
                  <a:pt x="3909735" y="47774"/>
                </a:lnTo>
                <a:lnTo>
                  <a:pt x="3910127" y="47635"/>
                </a:lnTo>
                <a:lnTo>
                  <a:pt x="3910524" y="47506"/>
                </a:lnTo>
                <a:lnTo>
                  <a:pt x="3910928" y="47389"/>
                </a:lnTo>
                <a:lnTo>
                  <a:pt x="3911337" y="47283"/>
                </a:lnTo>
                <a:lnTo>
                  <a:pt x="3911752" y="47189"/>
                </a:lnTo>
                <a:lnTo>
                  <a:pt x="3912173" y="47105"/>
                </a:lnTo>
                <a:lnTo>
                  <a:pt x="3912599" y="47032"/>
                </a:lnTo>
                <a:lnTo>
                  <a:pt x="3913032" y="46971"/>
                </a:lnTo>
                <a:lnTo>
                  <a:pt x="3913471" y="46921"/>
                </a:lnTo>
                <a:lnTo>
                  <a:pt x="3913915" y="46882"/>
                </a:lnTo>
                <a:lnTo>
                  <a:pt x="3914365" y="46854"/>
                </a:lnTo>
                <a:lnTo>
                  <a:pt x="3914821" y="46837"/>
                </a:lnTo>
                <a:lnTo>
                  <a:pt x="3915283" y="46832"/>
                </a:lnTo>
                <a:lnTo>
                  <a:pt x="3915759" y="46836"/>
                </a:lnTo>
                <a:lnTo>
                  <a:pt x="3916226" y="46849"/>
                </a:lnTo>
                <a:lnTo>
                  <a:pt x="3916686" y="46871"/>
                </a:lnTo>
                <a:lnTo>
                  <a:pt x="3917138" y="46902"/>
                </a:lnTo>
                <a:lnTo>
                  <a:pt x="3917583" y="46942"/>
                </a:lnTo>
                <a:lnTo>
                  <a:pt x="3918020" y="46990"/>
                </a:lnTo>
                <a:lnTo>
                  <a:pt x="3918450" y="47047"/>
                </a:lnTo>
                <a:lnTo>
                  <a:pt x="3918871" y="47113"/>
                </a:lnTo>
                <a:lnTo>
                  <a:pt x="3919286" y="47188"/>
                </a:lnTo>
                <a:lnTo>
                  <a:pt x="3919692" y="47272"/>
                </a:lnTo>
                <a:lnTo>
                  <a:pt x="3920091" y="47364"/>
                </a:lnTo>
                <a:lnTo>
                  <a:pt x="3920482" y="47466"/>
                </a:lnTo>
                <a:lnTo>
                  <a:pt x="3920866" y="47576"/>
                </a:lnTo>
                <a:lnTo>
                  <a:pt x="3921242" y="47695"/>
                </a:lnTo>
                <a:lnTo>
                  <a:pt x="3921610" y="47822"/>
                </a:lnTo>
                <a:lnTo>
                  <a:pt x="3921971" y="47959"/>
                </a:lnTo>
                <a:lnTo>
                  <a:pt x="3922324" y="48104"/>
                </a:lnTo>
                <a:lnTo>
                  <a:pt x="3922669" y="48258"/>
                </a:lnTo>
                <a:lnTo>
                  <a:pt x="3923007" y="48421"/>
                </a:lnTo>
                <a:lnTo>
                  <a:pt x="3923337" y="48593"/>
                </a:lnTo>
                <a:lnTo>
                  <a:pt x="3923660" y="48773"/>
                </a:lnTo>
                <a:lnTo>
                  <a:pt x="3923975" y="48962"/>
                </a:lnTo>
                <a:lnTo>
                  <a:pt x="3924282" y="49161"/>
                </a:lnTo>
                <a:lnTo>
                  <a:pt x="3924582" y="49367"/>
                </a:lnTo>
                <a:lnTo>
                  <a:pt x="3924888" y="49567"/>
                </a:lnTo>
                <a:lnTo>
                  <a:pt x="3925188" y="49773"/>
                </a:lnTo>
                <a:lnTo>
                  <a:pt x="3925480" y="49983"/>
                </a:lnTo>
                <a:lnTo>
                  <a:pt x="3925765" y="50199"/>
                </a:lnTo>
                <a:lnTo>
                  <a:pt x="3926044" y="50420"/>
                </a:lnTo>
                <a:lnTo>
                  <a:pt x="3926315" y="50646"/>
                </a:lnTo>
                <a:lnTo>
                  <a:pt x="3926579" y="50878"/>
                </a:lnTo>
                <a:lnTo>
                  <a:pt x="3926836" y="51115"/>
                </a:lnTo>
                <a:lnTo>
                  <a:pt x="3927086" y="51357"/>
                </a:lnTo>
                <a:lnTo>
                  <a:pt x="3927329" y="51604"/>
                </a:lnTo>
                <a:lnTo>
                  <a:pt x="3927565" y="51857"/>
                </a:lnTo>
                <a:lnTo>
                  <a:pt x="3927794" y="52115"/>
                </a:lnTo>
                <a:lnTo>
                  <a:pt x="3928016" y="52378"/>
                </a:lnTo>
                <a:lnTo>
                  <a:pt x="3928231" y="52647"/>
                </a:lnTo>
                <a:lnTo>
                  <a:pt x="3928439" y="52921"/>
                </a:lnTo>
                <a:lnTo>
                  <a:pt x="3928640" y="53200"/>
                </a:lnTo>
                <a:lnTo>
                  <a:pt x="3928833" y="53484"/>
                </a:lnTo>
                <a:lnTo>
                  <a:pt x="3929020" y="53774"/>
                </a:lnTo>
                <a:lnTo>
                  <a:pt x="3929200" y="54069"/>
                </a:lnTo>
                <a:lnTo>
                  <a:pt x="3929372" y="54369"/>
                </a:lnTo>
                <a:lnTo>
                  <a:pt x="3929538" y="54675"/>
                </a:lnTo>
                <a:lnTo>
                  <a:pt x="3929696" y="54985"/>
                </a:lnTo>
                <a:lnTo>
                  <a:pt x="3929848" y="55302"/>
                </a:lnTo>
                <a:lnTo>
                  <a:pt x="3929992" y="55623"/>
                </a:lnTo>
                <a:lnTo>
                  <a:pt x="3930144" y="55948"/>
                </a:lnTo>
                <a:lnTo>
                  <a:pt x="3930289" y="56276"/>
                </a:lnTo>
                <a:lnTo>
                  <a:pt x="3930428" y="56606"/>
                </a:lnTo>
                <a:lnTo>
                  <a:pt x="3930560" y="56938"/>
                </a:lnTo>
                <a:lnTo>
                  <a:pt x="3930686" y="57273"/>
                </a:lnTo>
                <a:lnTo>
                  <a:pt x="3930806" y="57609"/>
                </a:lnTo>
                <a:lnTo>
                  <a:pt x="3930919" y="57949"/>
                </a:lnTo>
                <a:lnTo>
                  <a:pt x="3931025" y="58290"/>
                </a:lnTo>
                <a:lnTo>
                  <a:pt x="3931125" y="58634"/>
                </a:lnTo>
                <a:lnTo>
                  <a:pt x="3931219" y="58981"/>
                </a:lnTo>
                <a:lnTo>
                  <a:pt x="3931306" y="59329"/>
                </a:lnTo>
                <a:lnTo>
                  <a:pt x="3931387" y="59681"/>
                </a:lnTo>
                <a:lnTo>
                  <a:pt x="3931461" y="60034"/>
                </a:lnTo>
                <a:lnTo>
                  <a:pt x="3931529" y="60390"/>
                </a:lnTo>
                <a:lnTo>
                  <a:pt x="3931590" y="60748"/>
                </a:lnTo>
                <a:lnTo>
                  <a:pt x="3931645" y="61108"/>
                </a:lnTo>
                <a:lnTo>
                  <a:pt x="3931694" y="61471"/>
                </a:lnTo>
                <a:lnTo>
                  <a:pt x="3931736" y="61836"/>
                </a:lnTo>
                <a:lnTo>
                  <a:pt x="3931771" y="62204"/>
                </a:lnTo>
                <a:lnTo>
                  <a:pt x="3931800" y="62573"/>
                </a:lnTo>
                <a:lnTo>
                  <a:pt x="3931823" y="62946"/>
                </a:lnTo>
                <a:lnTo>
                  <a:pt x="3931839" y="63320"/>
                </a:lnTo>
                <a:lnTo>
                  <a:pt x="3931849" y="63697"/>
                </a:lnTo>
                <a:lnTo>
                  <a:pt x="3931852" y="64076"/>
                </a:lnTo>
                <a:lnTo>
                  <a:pt x="3931852" y="67627"/>
                </a:lnTo>
                <a:lnTo>
                  <a:pt x="3946223" y="67627"/>
                </a:lnTo>
                <a:lnTo>
                  <a:pt x="3946250" y="67445"/>
                </a:lnTo>
                <a:lnTo>
                  <a:pt x="3946277" y="67265"/>
                </a:lnTo>
                <a:lnTo>
                  <a:pt x="3946302" y="67088"/>
                </a:lnTo>
                <a:lnTo>
                  <a:pt x="3946326" y="66913"/>
                </a:lnTo>
                <a:lnTo>
                  <a:pt x="3946349" y="66740"/>
                </a:lnTo>
                <a:lnTo>
                  <a:pt x="3946371" y="66570"/>
                </a:lnTo>
                <a:lnTo>
                  <a:pt x="3946391" y="66402"/>
                </a:lnTo>
                <a:lnTo>
                  <a:pt x="3946410" y="66237"/>
                </a:lnTo>
                <a:lnTo>
                  <a:pt x="3946429" y="66074"/>
                </a:lnTo>
                <a:lnTo>
                  <a:pt x="3946446" y="65913"/>
                </a:lnTo>
                <a:lnTo>
                  <a:pt x="3946462" y="65754"/>
                </a:lnTo>
                <a:lnTo>
                  <a:pt x="3946476" y="65598"/>
                </a:lnTo>
                <a:lnTo>
                  <a:pt x="3946490" y="65444"/>
                </a:lnTo>
                <a:lnTo>
                  <a:pt x="3946502" y="65293"/>
                </a:lnTo>
                <a:lnTo>
                  <a:pt x="3946513" y="65144"/>
                </a:lnTo>
                <a:lnTo>
                  <a:pt x="3946523" y="64997"/>
                </a:lnTo>
                <a:lnTo>
                  <a:pt x="3946532" y="64853"/>
                </a:lnTo>
                <a:lnTo>
                  <a:pt x="3946540" y="64710"/>
                </a:lnTo>
                <a:lnTo>
                  <a:pt x="3946546" y="64571"/>
                </a:lnTo>
                <a:lnTo>
                  <a:pt x="3946551" y="64433"/>
                </a:lnTo>
                <a:lnTo>
                  <a:pt x="3946555" y="64298"/>
                </a:lnTo>
                <a:lnTo>
                  <a:pt x="3946558" y="64166"/>
                </a:lnTo>
                <a:lnTo>
                  <a:pt x="3946560" y="64035"/>
                </a:lnTo>
                <a:lnTo>
                  <a:pt x="3946561" y="63907"/>
                </a:lnTo>
                <a:lnTo>
                  <a:pt x="3946574" y="63766"/>
                </a:lnTo>
                <a:lnTo>
                  <a:pt x="3946588" y="63624"/>
                </a:lnTo>
                <a:lnTo>
                  <a:pt x="3946600" y="63482"/>
                </a:lnTo>
                <a:lnTo>
                  <a:pt x="3946612" y="63339"/>
                </a:lnTo>
                <a:lnTo>
                  <a:pt x="3946624" y="63196"/>
                </a:lnTo>
                <a:lnTo>
                  <a:pt x="3946635" y="63051"/>
                </a:lnTo>
                <a:lnTo>
                  <a:pt x="3946645" y="62907"/>
                </a:lnTo>
                <a:lnTo>
                  <a:pt x="3946655" y="62761"/>
                </a:lnTo>
                <a:lnTo>
                  <a:pt x="3946664" y="62616"/>
                </a:lnTo>
                <a:lnTo>
                  <a:pt x="3946672" y="62469"/>
                </a:lnTo>
                <a:lnTo>
                  <a:pt x="3946680" y="62322"/>
                </a:lnTo>
                <a:lnTo>
                  <a:pt x="3946688" y="62174"/>
                </a:lnTo>
                <a:lnTo>
                  <a:pt x="3946694" y="62026"/>
                </a:lnTo>
                <a:lnTo>
                  <a:pt x="3946700" y="61877"/>
                </a:lnTo>
                <a:lnTo>
                  <a:pt x="3946706" y="61728"/>
                </a:lnTo>
                <a:lnTo>
                  <a:pt x="3946711" y="61578"/>
                </a:lnTo>
                <a:lnTo>
                  <a:pt x="3946716" y="61427"/>
                </a:lnTo>
                <a:lnTo>
                  <a:pt x="3946719" y="61276"/>
                </a:lnTo>
                <a:lnTo>
                  <a:pt x="3946723" y="61125"/>
                </a:lnTo>
                <a:lnTo>
                  <a:pt x="3946725" y="60972"/>
                </a:lnTo>
                <a:lnTo>
                  <a:pt x="3946727" y="60819"/>
                </a:lnTo>
                <a:lnTo>
                  <a:pt x="3946729" y="60666"/>
                </a:lnTo>
                <a:lnTo>
                  <a:pt x="3946730" y="60512"/>
                </a:lnTo>
                <a:lnTo>
                  <a:pt x="3946730" y="60357"/>
                </a:lnTo>
                <a:lnTo>
                  <a:pt x="3946718" y="59392"/>
                </a:lnTo>
                <a:lnTo>
                  <a:pt x="3946682" y="58442"/>
                </a:lnTo>
                <a:lnTo>
                  <a:pt x="3946622" y="57507"/>
                </a:lnTo>
                <a:lnTo>
                  <a:pt x="3946537" y="56586"/>
                </a:lnTo>
                <a:lnTo>
                  <a:pt x="3946429" y="55680"/>
                </a:lnTo>
                <a:lnTo>
                  <a:pt x="3946297" y="54788"/>
                </a:lnTo>
                <a:lnTo>
                  <a:pt x="3946140" y="53912"/>
                </a:lnTo>
                <a:lnTo>
                  <a:pt x="3945960" y="53049"/>
                </a:lnTo>
                <a:lnTo>
                  <a:pt x="3945755" y="52202"/>
                </a:lnTo>
                <a:lnTo>
                  <a:pt x="3945526" y="51369"/>
                </a:lnTo>
                <a:lnTo>
                  <a:pt x="3945274" y="50551"/>
                </a:lnTo>
                <a:lnTo>
                  <a:pt x="3944997" y="49748"/>
                </a:lnTo>
                <a:lnTo>
                  <a:pt x="3944696" y="48959"/>
                </a:lnTo>
                <a:lnTo>
                  <a:pt x="3944371" y="48185"/>
                </a:lnTo>
                <a:lnTo>
                  <a:pt x="3944022" y="47426"/>
                </a:lnTo>
                <a:lnTo>
                  <a:pt x="3943649" y="46681"/>
                </a:lnTo>
                <a:lnTo>
                  <a:pt x="3943252" y="45951"/>
                </a:lnTo>
                <a:lnTo>
                  <a:pt x="3942831" y="45236"/>
                </a:lnTo>
                <a:lnTo>
                  <a:pt x="3942386" y="44535"/>
                </a:lnTo>
                <a:lnTo>
                  <a:pt x="3941916" y="43849"/>
                </a:lnTo>
                <a:lnTo>
                  <a:pt x="3941423" y="43178"/>
                </a:lnTo>
                <a:lnTo>
                  <a:pt x="3940905" y="42521"/>
                </a:lnTo>
                <a:lnTo>
                  <a:pt x="3940364" y="41879"/>
                </a:lnTo>
                <a:lnTo>
                  <a:pt x="3939798" y="41252"/>
                </a:lnTo>
                <a:lnTo>
                  <a:pt x="3939224" y="40631"/>
                </a:lnTo>
                <a:lnTo>
                  <a:pt x="3938630" y="40037"/>
                </a:lnTo>
                <a:lnTo>
                  <a:pt x="3938015" y="39469"/>
                </a:lnTo>
                <a:lnTo>
                  <a:pt x="3937380" y="38928"/>
                </a:lnTo>
                <a:lnTo>
                  <a:pt x="3936724" y="38412"/>
                </a:lnTo>
                <a:lnTo>
                  <a:pt x="3936047" y="37924"/>
                </a:lnTo>
                <a:lnTo>
                  <a:pt x="3935350" y="37461"/>
                </a:lnTo>
                <a:lnTo>
                  <a:pt x="3934632" y="37026"/>
                </a:lnTo>
                <a:lnTo>
                  <a:pt x="3933894" y="36616"/>
                </a:lnTo>
                <a:lnTo>
                  <a:pt x="3933135" y="36233"/>
                </a:lnTo>
                <a:lnTo>
                  <a:pt x="3932356" y="35876"/>
                </a:lnTo>
                <a:lnTo>
                  <a:pt x="3931556" y="35546"/>
                </a:lnTo>
                <a:lnTo>
                  <a:pt x="3930736" y="35242"/>
                </a:lnTo>
                <a:lnTo>
                  <a:pt x="3929895" y="34965"/>
                </a:lnTo>
                <a:lnTo>
                  <a:pt x="3929033" y="34714"/>
                </a:lnTo>
                <a:lnTo>
                  <a:pt x="3928151" y="34490"/>
                </a:lnTo>
                <a:lnTo>
                  <a:pt x="3927249" y="34292"/>
                </a:lnTo>
                <a:lnTo>
                  <a:pt x="3926326" y="34120"/>
                </a:lnTo>
                <a:lnTo>
                  <a:pt x="3925382" y="33975"/>
                </a:lnTo>
                <a:lnTo>
                  <a:pt x="3924418" y="33856"/>
                </a:lnTo>
                <a:lnTo>
                  <a:pt x="3923433" y="33763"/>
                </a:lnTo>
                <a:lnTo>
                  <a:pt x="3922428" y="33697"/>
                </a:lnTo>
                <a:lnTo>
                  <a:pt x="3921402" y="33658"/>
                </a:lnTo>
                <a:lnTo>
                  <a:pt x="3920355" y="33644"/>
                </a:lnTo>
                <a:lnTo>
                  <a:pt x="3919668" y="33651"/>
                </a:lnTo>
                <a:lnTo>
                  <a:pt x="3918988" y="33671"/>
                </a:lnTo>
                <a:lnTo>
                  <a:pt x="3918313" y="33705"/>
                </a:lnTo>
                <a:lnTo>
                  <a:pt x="3917646" y="33752"/>
                </a:lnTo>
                <a:lnTo>
                  <a:pt x="3916984" y="33813"/>
                </a:lnTo>
                <a:lnTo>
                  <a:pt x="3916330" y="33887"/>
                </a:lnTo>
                <a:lnTo>
                  <a:pt x="3915681" y="33975"/>
                </a:lnTo>
                <a:lnTo>
                  <a:pt x="3915039" y="34076"/>
                </a:lnTo>
                <a:lnTo>
                  <a:pt x="3914404" y="34191"/>
                </a:lnTo>
                <a:lnTo>
                  <a:pt x="3913775" y="34319"/>
                </a:lnTo>
                <a:lnTo>
                  <a:pt x="3913152" y="34461"/>
                </a:lnTo>
                <a:lnTo>
                  <a:pt x="3912536" y="34616"/>
                </a:lnTo>
                <a:lnTo>
                  <a:pt x="3911926" y="34785"/>
                </a:lnTo>
                <a:lnTo>
                  <a:pt x="3911323" y="34967"/>
                </a:lnTo>
                <a:lnTo>
                  <a:pt x="3910727" y="35163"/>
                </a:lnTo>
                <a:lnTo>
                  <a:pt x="3910136" y="35373"/>
                </a:lnTo>
                <a:lnTo>
                  <a:pt x="3909552" y="35595"/>
                </a:lnTo>
                <a:lnTo>
                  <a:pt x="3908975" y="35832"/>
                </a:lnTo>
                <a:lnTo>
                  <a:pt x="3908404" y="36081"/>
                </a:lnTo>
                <a:lnTo>
                  <a:pt x="3907840" y="36345"/>
                </a:lnTo>
                <a:lnTo>
                  <a:pt x="3907282" y="36621"/>
                </a:lnTo>
                <a:lnTo>
                  <a:pt x="3906730" y="36912"/>
                </a:lnTo>
                <a:lnTo>
                  <a:pt x="3906185" y="37215"/>
                </a:lnTo>
                <a:lnTo>
                  <a:pt x="3905646" y="37533"/>
                </a:lnTo>
                <a:lnTo>
                  <a:pt x="3905131" y="37848"/>
                </a:lnTo>
                <a:lnTo>
                  <a:pt x="3904626" y="38174"/>
                </a:lnTo>
                <a:lnTo>
                  <a:pt x="3904133" y="38510"/>
                </a:lnTo>
                <a:lnTo>
                  <a:pt x="3903651" y="38857"/>
                </a:lnTo>
                <a:lnTo>
                  <a:pt x="3903180" y="39215"/>
                </a:lnTo>
                <a:lnTo>
                  <a:pt x="3902720" y="39583"/>
                </a:lnTo>
                <a:lnTo>
                  <a:pt x="3902271" y="39961"/>
                </a:lnTo>
                <a:lnTo>
                  <a:pt x="3901833" y="40351"/>
                </a:lnTo>
                <a:lnTo>
                  <a:pt x="3901407" y="40750"/>
                </a:lnTo>
                <a:lnTo>
                  <a:pt x="3900991" y="41161"/>
                </a:lnTo>
                <a:lnTo>
                  <a:pt x="3900587" y="41582"/>
                </a:lnTo>
                <a:lnTo>
                  <a:pt x="3900194" y="42013"/>
                </a:lnTo>
                <a:lnTo>
                  <a:pt x="3899812" y="42455"/>
                </a:lnTo>
                <a:lnTo>
                  <a:pt x="3899442" y="42908"/>
                </a:lnTo>
                <a:lnTo>
                  <a:pt x="3899082" y="43371"/>
                </a:lnTo>
                <a:lnTo>
                  <a:pt x="3898734" y="43845"/>
                </a:lnTo>
                <a:lnTo>
                  <a:pt x="3898396" y="44329"/>
                </a:lnTo>
                <a:lnTo>
                  <a:pt x="3898070" y="44824"/>
                </a:lnTo>
                <a:lnTo>
                  <a:pt x="3897755" y="45329"/>
                </a:lnTo>
                <a:lnTo>
                  <a:pt x="3897452" y="45845"/>
                </a:lnTo>
                <a:lnTo>
                  <a:pt x="3897159" y="46372"/>
                </a:lnTo>
                <a:lnTo>
                  <a:pt x="3896877" y="46909"/>
                </a:lnTo>
                <a:lnTo>
                  <a:pt x="3896607" y="47457"/>
                </a:lnTo>
                <a:lnTo>
                  <a:pt x="3896348" y="48015"/>
                </a:lnTo>
                <a:lnTo>
                  <a:pt x="3895503" y="35335"/>
                </a:lnTo>
                <a:lnTo>
                  <a:pt x="3859998" y="35335"/>
                </a:lnTo>
                <a:lnTo>
                  <a:pt x="3859998" y="48522"/>
                </a:lnTo>
                <a:lnTo>
                  <a:pt x="3881808" y="48522"/>
                </a:lnTo>
                <a:lnTo>
                  <a:pt x="3881808" y="108710"/>
                </a:lnTo>
                <a:lnTo>
                  <a:pt x="3859153" y="108710"/>
                </a:lnTo>
                <a:lnTo>
                  <a:pt x="3859153" y="121728"/>
                </a:lnTo>
                <a:lnTo>
                  <a:pt x="3881808" y="121728"/>
                </a:lnTo>
                <a:lnTo>
                  <a:pt x="3898377" y="121728"/>
                </a:lnTo>
                <a:lnTo>
                  <a:pt x="3937093" y="121728"/>
                </a:lnTo>
                <a:lnTo>
                  <a:pt x="3937093" y="108710"/>
                </a:lnTo>
                <a:lnTo>
                  <a:pt x="3898377" y="108710"/>
                </a:lnTo>
                <a:lnTo>
                  <a:pt x="3898377" y="68472"/>
                </a:lnTo>
                <a:lnTo>
                  <a:pt x="3898380" y="68022"/>
                </a:lnTo>
                <a:lnTo>
                  <a:pt x="3898390" y="67574"/>
                </a:lnTo>
                <a:lnTo>
                  <a:pt x="3898406" y="67128"/>
                </a:lnTo>
                <a:lnTo>
                  <a:pt x="3898428" y="66683"/>
                </a:lnTo>
                <a:lnTo>
                  <a:pt x="3898457" y="66240"/>
                </a:lnTo>
                <a:lnTo>
                  <a:pt x="3898493" y="65799"/>
                </a:lnTo>
                <a:lnTo>
                  <a:pt x="3898535" y="65359"/>
                </a:lnTo>
                <a:close/>
                <a:moveTo>
                  <a:pt x="3174207" y="67563"/>
                </a:moveTo>
                <a:lnTo>
                  <a:pt x="3174264" y="67010"/>
                </a:lnTo>
                <a:lnTo>
                  <a:pt x="3174330" y="66462"/>
                </a:lnTo>
                <a:lnTo>
                  <a:pt x="3174405" y="65920"/>
                </a:lnTo>
                <a:lnTo>
                  <a:pt x="3174488" y="65384"/>
                </a:lnTo>
                <a:lnTo>
                  <a:pt x="3174581" y="64854"/>
                </a:lnTo>
                <a:lnTo>
                  <a:pt x="3174682" y="64330"/>
                </a:lnTo>
                <a:lnTo>
                  <a:pt x="3174792" y="63812"/>
                </a:lnTo>
                <a:lnTo>
                  <a:pt x="3174911" y="63299"/>
                </a:lnTo>
                <a:lnTo>
                  <a:pt x="3175039" y="62792"/>
                </a:lnTo>
                <a:lnTo>
                  <a:pt x="3175175" y="62292"/>
                </a:lnTo>
                <a:lnTo>
                  <a:pt x="3175320" y="61797"/>
                </a:lnTo>
                <a:lnTo>
                  <a:pt x="3175475" y="61308"/>
                </a:lnTo>
                <a:lnTo>
                  <a:pt x="3175637" y="60825"/>
                </a:lnTo>
                <a:lnTo>
                  <a:pt x="3175809" y="60347"/>
                </a:lnTo>
                <a:lnTo>
                  <a:pt x="3175990" y="59876"/>
                </a:lnTo>
                <a:lnTo>
                  <a:pt x="3176179" y="59410"/>
                </a:lnTo>
                <a:lnTo>
                  <a:pt x="3176377" y="58951"/>
                </a:lnTo>
                <a:lnTo>
                  <a:pt x="3176584" y="58497"/>
                </a:lnTo>
                <a:lnTo>
                  <a:pt x="3176799" y="58037"/>
                </a:lnTo>
                <a:lnTo>
                  <a:pt x="3177021" y="57585"/>
                </a:lnTo>
                <a:lnTo>
                  <a:pt x="3177250" y="57142"/>
                </a:lnTo>
                <a:lnTo>
                  <a:pt x="3177486" y="56708"/>
                </a:lnTo>
                <a:lnTo>
                  <a:pt x="3177729" y="56283"/>
                </a:lnTo>
                <a:lnTo>
                  <a:pt x="3177979" y="55866"/>
                </a:lnTo>
                <a:lnTo>
                  <a:pt x="3178236" y="55458"/>
                </a:lnTo>
                <a:lnTo>
                  <a:pt x="3178500" y="55059"/>
                </a:lnTo>
                <a:lnTo>
                  <a:pt x="3178771" y="54669"/>
                </a:lnTo>
                <a:lnTo>
                  <a:pt x="3179050" y="54288"/>
                </a:lnTo>
                <a:lnTo>
                  <a:pt x="3179335" y="53916"/>
                </a:lnTo>
                <a:lnTo>
                  <a:pt x="3179627" y="53552"/>
                </a:lnTo>
                <a:lnTo>
                  <a:pt x="3179927" y="53197"/>
                </a:lnTo>
                <a:lnTo>
                  <a:pt x="3180233" y="52851"/>
                </a:lnTo>
                <a:lnTo>
                  <a:pt x="3180547" y="52514"/>
                </a:lnTo>
                <a:lnTo>
                  <a:pt x="3180867" y="52185"/>
                </a:lnTo>
                <a:lnTo>
                  <a:pt x="3181195" y="51866"/>
                </a:lnTo>
                <a:lnTo>
                  <a:pt x="3181529" y="51555"/>
                </a:lnTo>
                <a:lnTo>
                  <a:pt x="3181871" y="51253"/>
                </a:lnTo>
                <a:lnTo>
                  <a:pt x="3182220" y="50960"/>
                </a:lnTo>
                <a:lnTo>
                  <a:pt x="3182575" y="50675"/>
                </a:lnTo>
                <a:lnTo>
                  <a:pt x="3182938" y="50399"/>
                </a:lnTo>
                <a:lnTo>
                  <a:pt x="3183308" y="50133"/>
                </a:lnTo>
                <a:lnTo>
                  <a:pt x="3183685" y="49875"/>
                </a:lnTo>
                <a:lnTo>
                  <a:pt x="3184068" y="49613"/>
                </a:lnTo>
                <a:lnTo>
                  <a:pt x="3184457" y="49362"/>
                </a:lnTo>
                <a:lnTo>
                  <a:pt x="3184853" y="49122"/>
                </a:lnTo>
                <a:lnTo>
                  <a:pt x="3185254" y="48893"/>
                </a:lnTo>
                <a:lnTo>
                  <a:pt x="3185660" y="48676"/>
                </a:lnTo>
                <a:lnTo>
                  <a:pt x="3186073" y="48469"/>
                </a:lnTo>
                <a:lnTo>
                  <a:pt x="3186492" y="48274"/>
                </a:lnTo>
                <a:lnTo>
                  <a:pt x="3186916" y="48090"/>
                </a:lnTo>
                <a:lnTo>
                  <a:pt x="3187346" y="47917"/>
                </a:lnTo>
                <a:lnTo>
                  <a:pt x="3187783" y="47755"/>
                </a:lnTo>
                <a:lnTo>
                  <a:pt x="3188225" y="47605"/>
                </a:lnTo>
                <a:lnTo>
                  <a:pt x="3188673" y="47465"/>
                </a:lnTo>
                <a:lnTo>
                  <a:pt x="3189126" y="47337"/>
                </a:lnTo>
                <a:lnTo>
                  <a:pt x="3189586" y="47220"/>
                </a:lnTo>
                <a:lnTo>
                  <a:pt x="3190052" y="47114"/>
                </a:lnTo>
                <a:lnTo>
                  <a:pt x="3190523" y="47019"/>
                </a:lnTo>
                <a:lnTo>
                  <a:pt x="3191000" y="46936"/>
                </a:lnTo>
                <a:lnTo>
                  <a:pt x="3191483" y="46863"/>
                </a:lnTo>
                <a:lnTo>
                  <a:pt x="3191972" y="46802"/>
                </a:lnTo>
                <a:lnTo>
                  <a:pt x="3192467" y="46752"/>
                </a:lnTo>
                <a:lnTo>
                  <a:pt x="3192968" y="46713"/>
                </a:lnTo>
                <a:lnTo>
                  <a:pt x="3193475" y="46685"/>
                </a:lnTo>
                <a:lnTo>
                  <a:pt x="3193987" y="46668"/>
                </a:lnTo>
                <a:lnTo>
                  <a:pt x="3194505" y="46662"/>
                </a:lnTo>
                <a:lnTo>
                  <a:pt x="3195245" y="46672"/>
                </a:lnTo>
                <a:lnTo>
                  <a:pt x="3195971" y="46701"/>
                </a:lnTo>
                <a:lnTo>
                  <a:pt x="3196682" y="46750"/>
                </a:lnTo>
                <a:lnTo>
                  <a:pt x="3197379" y="46817"/>
                </a:lnTo>
                <a:lnTo>
                  <a:pt x="3198063" y="46905"/>
                </a:lnTo>
                <a:lnTo>
                  <a:pt x="3198732" y="47011"/>
                </a:lnTo>
                <a:lnTo>
                  <a:pt x="3199387" y="47137"/>
                </a:lnTo>
                <a:lnTo>
                  <a:pt x="3200028" y="47282"/>
                </a:lnTo>
                <a:lnTo>
                  <a:pt x="3200655" y="47447"/>
                </a:lnTo>
                <a:lnTo>
                  <a:pt x="3201268" y="47631"/>
                </a:lnTo>
                <a:lnTo>
                  <a:pt x="3201867" y="47834"/>
                </a:lnTo>
                <a:lnTo>
                  <a:pt x="3202451" y="48057"/>
                </a:lnTo>
                <a:lnTo>
                  <a:pt x="3203022" y="48299"/>
                </a:lnTo>
                <a:lnTo>
                  <a:pt x="3203578" y="48561"/>
                </a:lnTo>
                <a:lnTo>
                  <a:pt x="3204121" y="48842"/>
                </a:lnTo>
                <a:lnTo>
                  <a:pt x="3204649" y="49142"/>
                </a:lnTo>
                <a:lnTo>
                  <a:pt x="3205163" y="49462"/>
                </a:lnTo>
                <a:lnTo>
                  <a:pt x="3205664" y="49801"/>
                </a:lnTo>
                <a:lnTo>
                  <a:pt x="3206150" y="50159"/>
                </a:lnTo>
                <a:lnTo>
                  <a:pt x="3206622" y="50537"/>
                </a:lnTo>
                <a:lnTo>
                  <a:pt x="3207080" y="50934"/>
                </a:lnTo>
                <a:lnTo>
                  <a:pt x="3207523" y="51351"/>
                </a:lnTo>
                <a:lnTo>
                  <a:pt x="3207953" y="51786"/>
                </a:lnTo>
                <a:lnTo>
                  <a:pt x="3208369" y="52242"/>
                </a:lnTo>
                <a:lnTo>
                  <a:pt x="3208783" y="52718"/>
                </a:lnTo>
                <a:lnTo>
                  <a:pt x="3209179" y="53217"/>
                </a:lnTo>
                <a:lnTo>
                  <a:pt x="3209557" y="53740"/>
                </a:lnTo>
                <a:lnTo>
                  <a:pt x="3209918" y="54285"/>
                </a:lnTo>
                <a:lnTo>
                  <a:pt x="3210262" y="54853"/>
                </a:lnTo>
                <a:lnTo>
                  <a:pt x="3210588" y="55443"/>
                </a:lnTo>
                <a:lnTo>
                  <a:pt x="3210896" y="56057"/>
                </a:lnTo>
                <a:lnTo>
                  <a:pt x="3211186" y="56694"/>
                </a:lnTo>
                <a:lnTo>
                  <a:pt x="3211459" y="57353"/>
                </a:lnTo>
                <a:lnTo>
                  <a:pt x="3211715" y="58036"/>
                </a:lnTo>
                <a:lnTo>
                  <a:pt x="3211953" y="58741"/>
                </a:lnTo>
                <a:lnTo>
                  <a:pt x="3212173" y="59469"/>
                </a:lnTo>
                <a:lnTo>
                  <a:pt x="3212375" y="60220"/>
                </a:lnTo>
                <a:lnTo>
                  <a:pt x="3212560" y="60994"/>
                </a:lnTo>
                <a:lnTo>
                  <a:pt x="3212727" y="61791"/>
                </a:lnTo>
                <a:lnTo>
                  <a:pt x="3212877" y="62611"/>
                </a:lnTo>
                <a:lnTo>
                  <a:pt x="3213009" y="63454"/>
                </a:lnTo>
                <a:lnTo>
                  <a:pt x="3213124" y="64319"/>
                </a:lnTo>
                <a:lnTo>
                  <a:pt x="3213221" y="65208"/>
                </a:lnTo>
                <a:lnTo>
                  <a:pt x="3213300" y="66119"/>
                </a:lnTo>
                <a:lnTo>
                  <a:pt x="3213361" y="67054"/>
                </a:lnTo>
                <a:lnTo>
                  <a:pt x="3213405" y="68011"/>
                </a:lnTo>
                <a:lnTo>
                  <a:pt x="3213432" y="68991"/>
                </a:lnTo>
                <a:lnTo>
                  <a:pt x="3213441" y="69994"/>
                </a:lnTo>
                <a:lnTo>
                  <a:pt x="3213441" y="121728"/>
                </a:lnTo>
                <a:lnTo>
                  <a:pt x="3230347" y="121728"/>
                </a:lnTo>
                <a:lnTo>
                  <a:pt x="3230347" y="65091"/>
                </a:lnTo>
                <a:lnTo>
                  <a:pt x="3230333" y="63808"/>
                </a:lnTo>
                <a:lnTo>
                  <a:pt x="3230289" y="62551"/>
                </a:lnTo>
                <a:lnTo>
                  <a:pt x="3230215" y="61321"/>
                </a:lnTo>
                <a:lnTo>
                  <a:pt x="3230113" y="60117"/>
                </a:lnTo>
                <a:lnTo>
                  <a:pt x="3229981" y="58940"/>
                </a:lnTo>
                <a:lnTo>
                  <a:pt x="3229819" y="57789"/>
                </a:lnTo>
                <a:lnTo>
                  <a:pt x="3229628" y="56665"/>
                </a:lnTo>
                <a:lnTo>
                  <a:pt x="3229408" y="55567"/>
                </a:lnTo>
                <a:lnTo>
                  <a:pt x="3229159" y="54495"/>
                </a:lnTo>
                <a:lnTo>
                  <a:pt x="3228880" y="53450"/>
                </a:lnTo>
                <a:lnTo>
                  <a:pt x="3228572" y="52431"/>
                </a:lnTo>
                <a:lnTo>
                  <a:pt x="3228234" y="51439"/>
                </a:lnTo>
                <a:lnTo>
                  <a:pt x="3227867" y="50473"/>
                </a:lnTo>
                <a:lnTo>
                  <a:pt x="3227471" y="49533"/>
                </a:lnTo>
                <a:lnTo>
                  <a:pt x="3227045" y="48620"/>
                </a:lnTo>
                <a:lnTo>
                  <a:pt x="3226590" y="47733"/>
                </a:lnTo>
                <a:lnTo>
                  <a:pt x="3226106" y="46873"/>
                </a:lnTo>
                <a:lnTo>
                  <a:pt x="3225593" y="46039"/>
                </a:lnTo>
                <a:lnTo>
                  <a:pt x="3225050" y="45231"/>
                </a:lnTo>
                <a:lnTo>
                  <a:pt x="3224477" y="44450"/>
                </a:lnTo>
                <a:lnTo>
                  <a:pt x="3223875" y="43696"/>
                </a:lnTo>
                <a:lnTo>
                  <a:pt x="3223244" y="42968"/>
                </a:lnTo>
                <a:lnTo>
                  <a:pt x="3222584" y="42266"/>
                </a:lnTo>
                <a:lnTo>
                  <a:pt x="3221894" y="41590"/>
                </a:lnTo>
                <a:lnTo>
                  <a:pt x="3221180" y="40942"/>
                </a:lnTo>
                <a:lnTo>
                  <a:pt x="3220445" y="40321"/>
                </a:lnTo>
                <a:lnTo>
                  <a:pt x="3219691" y="39728"/>
                </a:lnTo>
                <a:lnTo>
                  <a:pt x="3218917" y="39162"/>
                </a:lnTo>
                <a:lnTo>
                  <a:pt x="3218122" y="38624"/>
                </a:lnTo>
                <a:lnTo>
                  <a:pt x="3217308" y="38114"/>
                </a:lnTo>
                <a:lnTo>
                  <a:pt x="3216474" y="37631"/>
                </a:lnTo>
                <a:lnTo>
                  <a:pt x="3215620" y="37176"/>
                </a:lnTo>
                <a:lnTo>
                  <a:pt x="3214746" y="36748"/>
                </a:lnTo>
                <a:lnTo>
                  <a:pt x="3213852" y="36348"/>
                </a:lnTo>
                <a:lnTo>
                  <a:pt x="3212938" y="35976"/>
                </a:lnTo>
                <a:lnTo>
                  <a:pt x="3212004" y="35631"/>
                </a:lnTo>
                <a:lnTo>
                  <a:pt x="3211050" y="35314"/>
                </a:lnTo>
                <a:lnTo>
                  <a:pt x="3210076" y="35024"/>
                </a:lnTo>
                <a:lnTo>
                  <a:pt x="3209082" y="34762"/>
                </a:lnTo>
                <a:lnTo>
                  <a:pt x="3208068" y="34527"/>
                </a:lnTo>
                <a:lnTo>
                  <a:pt x="3207034" y="34320"/>
                </a:lnTo>
                <a:lnTo>
                  <a:pt x="3205981" y="34141"/>
                </a:lnTo>
                <a:lnTo>
                  <a:pt x="3204907" y="33989"/>
                </a:lnTo>
                <a:lnTo>
                  <a:pt x="3203813" y="33865"/>
                </a:lnTo>
                <a:lnTo>
                  <a:pt x="3202700" y="33769"/>
                </a:lnTo>
                <a:lnTo>
                  <a:pt x="3201566" y="33700"/>
                </a:lnTo>
                <a:lnTo>
                  <a:pt x="3200413" y="33658"/>
                </a:lnTo>
                <a:lnTo>
                  <a:pt x="3199239" y="33644"/>
                </a:lnTo>
                <a:lnTo>
                  <a:pt x="3198523" y="33650"/>
                </a:lnTo>
                <a:lnTo>
                  <a:pt x="3197813" y="33668"/>
                </a:lnTo>
                <a:lnTo>
                  <a:pt x="3197107" y="33697"/>
                </a:lnTo>
                <a:lnTo>
                  <a:pt x="3196407" y="33738"/>
                </a:lnTo>
                <a:lnTo>
                  <a:pt x="3195712" y="33791"/>
                </a:lnTo>
                <a:lnTo>
                  <a:pt x="3195023" y="33856"/>
                </a:lnTo>
                <a:lnTo>
                  <a:pt x="3194339" y="33932"/>
                </a:lnTo>
                <a:lnTo>
                  <a:pt x="3193660" y="34020"/>
                </a:lnTo>
                <a:lnTo>
                  <a:pt x="3192986" y="34120"/>
                </a:lnTo>
                <a:lnTo>
                  <a:pt x="3192318" y="34231"/>
                </a:lnTo>
                <a:lnTo>
                  <a:pt x="3191655" y="34355"/>
                </a:lnTo>
                <a:lnTo>
                  <a:pt x="3190997" y="34490"/>
                </a:lnTo>
                <a:lnTo>
                  <a:pt x="3190345" y="34636"/>
                </a:lnTo>
                <a:lnTo>
                  <a:pt x="3189697" y="34795"/>
                </a:lnTo>
                <a:lnTo>
                  <a:pt x="3189055" y="34965"/>
                </a:lnTo>
                <a:lnTo>
                  <a:pt x="3188419" y="35147"/>
                </a:lnTo>
                <a:lnTo>
                  <a:pt x="3187787" y="35341"/>
                </a:lnTo>
                <a:lnTo>
                  <a:pt x="3187161" y="35546"/>
                </a:lnTo>
                <a:lnTo>
                  <a:pt x="3186541" y="35764"/>
                </a:lnTo>
                <a:lnTo>
                  <a:pt x="3185925" y="35993"/>
                </a:lnTo>
                <a:lnTo>
                  <a:pt x="3185315" y="36233"/>
                </a:lnTo>
                <a:lnTo>
                  <a:pt x="3184710" y="36486"/>
                </a:lnTo>
                <a:lnTo>
                  <a:pt x="3184110" y="36750"/>
                </a:lnTo>
                <a:lnTo>
                  <a:pt x="3183516" y="37026"/>
                </a:lnTo>
                <a:lnTo>
                  <a:pt x="3182930" y="37314"/>
                </a:lnTo>
                <a:lnTo>
                  <a:pt x="3182355" y="37616"/>
                </a:lnTo>
                <a:lnTo>
                  <a:pt x="3181791" y="37932"/>
                </a:lnTo>
                <a:lnTo>
                  <a:pt x="3181238" y="38261"/>
                </a:lnTo>
                <a:lnTo>
                  <a:pt x="3180697" y="38603"/>
                </a:lnTo>
                <a:lnTo>
                  <a:pt x="3180166" y="38959"/>
                </a:lnTo>
                <a:lnTo>
                  <a:pt x="3179647" y="39329"/>
                </a:lnTo>
                <a:lnTo>
                  <a:pt x="3179139" y="39712"/>
                </a:lnTo>
                <a:lnTo>
                  <a:pt x="3178642" y="40109"/>
                </a:lnTo>
                <a:lnTo>
                  <a:pt x="3178156" y="40519"/>
                </a:lnTo>
                <a:lnTo>
                  <a:pt x="3177682" y="40942"/>
                </a:lnTo>
                <a:lnTo>
                  <a:pt x="3177218" y="41379"/>
                </a:lnTo>
                <a:lnTo>
                  <a:pt x="3176766" y="41830"/>
                </a:lnTo>
                <a:lnTo>
                  <a:pt x="3176325" y="42294"/>
                </a:lnTo>
                <a:lnTo>
                  <a:pt x="3175895" y="42771"/>
                </a:lnTo>
                <a:lnTo>
                  <a:pt x="3175476" y="43262"/>
                </a:lnTo>
                <a:lnTo>
                  <a:pt x="3175068" y="43767"/>
                </a:lnTo>
                <a:lnTo>
                  <a:pt x="3174672" y="44285"/>
                </a:lnTo>
                <a:lnTo>
                  <a:pt x="3174286" y="44817"/>
                </a:lnTo>
                <a:lnTo>
                  <a:pt x="3173912" y="45362"/>
                </a:lnTo>
                <a:lnTo>
                  <a:pt x="3173549" y="45920"/>
                </a:lnTo>
                <a:lnTo>
                  <a:pt x="3173197" y="46492"/>
                </a:lnTo>
                <a:lnTo>
                  <a:pt x="3172856" y="47078"/>
                </a:lnTo>
                <a:lnTo>
                  <a:pt x="3172527" y="47677"/>
                </a:lnTo>
                <a:lnTo>
                  <a:pt x="3170836" y="35335"/>
                </a:lnTo>
                <a:lnTo>
                  <a:pt x="3157141" y="35335"/>
                </a:lnTo>
                <a:lnTo>
                  <a:pt x="3157141" y="121728"/>
                </a:lnTo>
                <a:lnTo>
                  <a:pt x="3174048" y="121728"/>
                </a:lnTo>
                <a:lnTo>
                  <a:pt x="3174048" y="71008"/>
                </a:lnTo>
                <a:lnTo>
                  <a:pt x="3174052" y="70419"/>
                </a:lnTo>
                <a:lnTo>
                  <a:pt x="3174066" y="69836"/>
                </a:lnTo>
                <a:lnTo>
                  <a:pt x="3174088" y="69259"/>
                </a:lnTo>
                <a:lnTo>
                  <a:pt x="3174119" y="68688"/>
                </a:lnTo>
                <a:lnTo>
                  <a:pt x="3174158" y="68123"/>
                </a:lnTo>
                <a:lnTo>
                  <a:pt x="3174207" y="67563"/>
                </a:lnTo>
                <a:close/>
                <a:moveTo>
                  <a:pt x="3708139" y="122818"/>
                </a:moveTo>
                <a:lnTo>
                  <a:pt x="3709077" y="122658"/>
                </a:lnTo>
                <a:lnTo>
                  <a:pt x="3710002" y="122480"/>
                </a:lnTo>
                <a:lnTo>
                  <a:pt x="3710915" y="122282"/>
                </a:lnTo>
                <a:lnTo>
                  <a:pt x="3711816" y="122066"/>
                </a:lnTo>
                <a:lnTo>
                  <a:pt x="3712705" y="121832"/>
                </a:lnTo>
                <a:lnTo>
                  <a:pt x="3713581" y="121578"/>
                </a:lnTo>
                <a:lnTo>
                  <a:pt x="3714445" y="121306"/>
                </a:lnTo>
                <a:lnTo>
                  <a:pt x="3715296" y="121014"/>
                </a:lnTo>
                <a:lnTo>
                  <a:pt x="3716135" y="120704"/>
                </a:lnTo>
                <a:lnTo>
                  <a:pt x="3716962" y="120376"/>
                </a:lnTo>
                <a:lnTo>
                  <a:pt x="3717777" y="120028"/>
                </a:lnTo>
                <a:lnTo>
                  <a:pt x="3718579" y="119662"/>
                </a:lnTo>
                <a:lnTo>
                  <a:pt x="3719369" y="119277"/>
                </a:lnTo>
                <a:lnTo>
                  <a:pt x="3720146" y="118873"/>
                </a:lnTo>
                <a:lnTo>
                  <a:pt x="3720912" y="118450"/>
                </a:lnTo>
                <a:lnTo>
                  <a:pt x="3721665" y="118009"/>
                </a:lnTo>
                <a:lnTo>
                  <a:pt x="3722404" y="117537"/>
                </a:lnTo>
                <a:lnTo>
                  <a:pt x="3723129" y="117050"/>
                </a:lnTo>
                <a:lnTo>
                  <a:pt x="3723839" y="116548"/>
                </a:lnTo>
                <a:lnTo>
                  <a:pt x="3724534" y="116032"/>
                </a:lnTo>
                <a:lnTo>
                  <a:pt x="3725215" y="115501"/>
                </a:lnTo>
                <a:lnTo>
                  <a:pt x="3725881" y="114955"/>
                </a:lnTo>
                <a:lnTo>
                  <a:pt x="3726532" y="114395"/>
                </a:lnTo>
                <a:lnTo>
                  <a:pt x="3727169" y="113820"/>
                </a:lnTo>
                <a:lnTo>
                  <a:pt x="3727791" y="113230"/>
                </a:lnTo>
                <a:lnTo>
                  <a:pt x="3728398" y="112626"/>
                </a:lnTo>
                <a:lnTo>
                  <a:pt x="3728990" y="112007"/>
                </a:lnTo>
                <a:lnTo>
                  <a:pt x="3729568" y="111373"/>
                </a:lnTo>
                <a:lnTo>
                  <a:pt x="3730132" y="110725"/>
                </a:lnTo>
                <a:lnTo>
                  <a:pt x="3730680" y="110062"/>
                </a:lnTo>
                <a:lnTo>
                  <a:pt x="3731214" y="109384"/>
                </a:lnTo>
                <a:lnTo>
                  <a:pt x="3731733" y="108691"/>
                </a:lnTo>
                <a:lnTo>
                  <a:pt x="3732238" y="107984"/>
                </a:lnTo>
                <a:lnTo>
                  <a:pt x="3732728" y="107263"/>
                </a:lnTo>
                <a:lnTo>
                  <a:pt x="3733203" y="106526"/>
                </a:lnTo>
                <a:lnTo>
                  <a:pt x="3733664" y="105775"/>
                </a:lnTo>
                <a:lnTo>
                  <a:pt x="3734109" y="105009"/>
                </a:lnTo>
                <a:lnTo>
                  <a:pt x="3734541" y="104229"/>
                </a:lnTo>
                <a:lnTo>
                  <a:pt x="3734957" y="103434"/>
                </a:lnTo>
                <a:lnTo>
                  <a:pt x="3735359" y="102624"/>
                </a:lnTo>
                <a:lnTo>
                  <a:pt x="3735745" y="101801"/>
                </a:lnTo>
                <a:lnTo>
                  <a:pt x="3736115" y="100968"/>
                </a:lnTo>
                <a:lnTo>
                  <a:pt x="3736468" y="100125"/>
                </a:lnTo>
                <a:lnTo>
                  <a:pt x="3736805" y="99271"/>
                </a:lnTo>
                <a:lnTo>
                  <a:pt x="3737126" y="98406"/>
                </a:lnTo>
                <a:lnTo>
                  <a:pt x="3737430" y="97531"/>
                </a:lnTo>
                <a:lnTo>
                  <a:pt x="3737718" y="96645"/>
                </a:lnTo>
                <a:lnTo>
                  <a:pt x="3737989" y="95748"/>
                </a:lnTo>
                <a:lnTo>
                  <a:pt x="3738244" y="94841"/>
                </a:lnTo>
                <a:lnTo>
                  <a:pt x="3738482" y="93924"/>
                </a:lnTo>
                <a:lnTo>
                  <a:pt x="3738704" y="92996"/>
                </a:lnTo>
                <a:lnTo>
                  <a:pt x="3738909" y="92057"/>
                </a:lnTo>
                <a:lnTo>
                  <a:pt x="3739098" y="91108"/>
                </a:lnTo>
                <a:lnTo>
                  <a:pt x="3739271" y="90148"/>
                </a:lnTo>
                <a:lnTo>
                  <a:pt x="3739427" y="89178"/>
                </a:lnTo>
                <a:lnTo>
                  <a:pt x="3739567" y="88197"/>
                </a:lnTo>
                <a:lnTo>
                  <a:pt x="3739690" y="87205"/>
                </a:lnTo>
                <a:lnTo>
                  <a:pt x="3739797" y="86203"/>
                </a:lnTo>
                <a:lnTo>
                  <a:pt x="3739887" y="85190"/>
                </a:lnTo>
                <a:lnTo>
                  <a:pt x="3739961" y="84167"/>
                </a:lnTo>
                <a:lnTo>
                  <a:pt x="3740019" y="83133"/>
                </a:lnTo>
                <a:lnTo>
                  <a:pt x="3740060" y="82089"/>
                </a:lnTo>
                <a:lnTo>
                  <a:pt x="3740084" y="81034"/>
                </a:lnTo>
                <a:lnTo>
                  <a:pt x="3740093" y="79969"/>
                </a:lnTo>
                <a:lnTo>
                  <a:pt x="3740093" y="77095"/>
                </a:lnTo>
                <a:lnTo>
                  <a:pt x="3740084" y="76043"/>
                </a:lnTo>
                <a:lnTo>
                  <a:pt x="3740060" y="75001"/>
                </a:lnTo>
                <a:lnTo>
                  <a:pt x="3740019" y="73969"/>
                </a:lnTo>
                <a:lnTo>
                  <a:pt x="3739961" y="72948"/>
                </a:lnTo>
                <a:lnTo>
                  <a:pt x="3739887" y="71936"/>
                </a:lnTo>
                <a:lnTo>
                  <a:pt x="3739797" y="70934"/>
                </a:lnTo>
                <a:lnTo>
                  <a:pt x="3739690" y="69942"/>
                </a:lnTo>
                <a:lnTo>
                  <a:pt x="3739567" y="68960"/>
                </a:lnTo>
                <a:lnTo>
                  <a:pt x="3739427" y="67989"/>
                </a:lnTo>
                <a:lnTo>
                  <a:pt x="3739271" y="67027"/>
                </a:lnTo>
                <a:lnTo>
                  <a:pt x="3739098" y="66075"/>
                </a:lnTo>
                <a:lnTo>
                  <a:pt x="3738909" y="65133"/>
                </a:lnTo>
                <a:lnTo>
                  <a:pt x="3738704" y="64201"/>
                </a:lnTo>
                <a:lnTo>
                  <a:pt x="3738482" y="63279"/>
                </a:lnTo>
                <a:lnTo>
                  <a:pt x="3738244" y="62367"/>
                </a:lnTo>
                <a:lnTo>
                  <a:pt x="3737989" y="61465"/>
                </a:lnTo>
                <a:lnTo>
                  <a:pt x="3737718" y="60573"/>
                </a:lnTo>
                <a:lnTo>
                  <a:pt x="3737430" y="59691"/>
                </a:lnTo>
                <a:lnTo>
                  <a:pt x="3737126" y="58819"/>
                </a:lnTo>
                <a:lnTo>
                  <a:pt x="3736805" y="57957"/>
                </a:lnTo>
                <a:lnTo>
                  <a:pt x="3736468" y="57105"/>
                </a:lnTo>
                <a:lnTo>
                  <a:pt x="3736115" y="56263"/>
                </a:lnTo>
                <a:lnTo>
                  <a:pt x="3735745" y="55431"/>
                </a:lnTo>
                <a:lnTo>
                  <a:pt x="3735359" y="54609"/>
                </a:lnTo>
                <a:lnTo>
                  <a:pt x="3734957" y="53799"/>
                </a:lnTo>
                <a:lnTo>
                  <a:pt x="3734541" y="53004"/>
                </a:lnTo>
                <a:lnTo>
                  <a:pt x="3734109" y="52223"/>
                </a:lnTo>
                <a:lnTo>
                  <a:pt x="3733664" y="51457"/>
                </a:lnTo>
                <a:lnTo>
                  <a:pt x="3733203" y="50706"/>
                </a:lnTo>
                <a:lnTo>
                  <a:pt x="3732728" y="49970"/>
                </a:lnTo>
                <a:lnTo>
                  <a:pt x="3732238" y="49248"/>
                </a:lnTo>
                <a:lnTo>
                  <a:pt x="3731733" y="48541"/>
                </a:lnTo>
                <a:lnTo>
                  <a:pt x="3731214" y="47849"/>
                </a:lnTo>
                <a:lnTo>
                  <a:pt x="3730680" y="47171"/>
                </a:lnTo>
                <a:lnTo>
                  <a:pt x="3730132" y="46508"/>
                </a:lnTo>
                <a:lnTo>
                  <a:pt x="3729568" y="45859"/>
                </a:lnTo>
                <a:lnTo>
                  <a:pt x="3728990" y="45226"/>
                </a:lnTo>
                <a:lnTo>
                  <a:pt x="3728398" y="44607"/>
                </a:lnTo>
                <a:lnTo>
                  <a:pt x="3727791" y="44002"/>
                </a:lnTo>
                <a:lnTo>
                  <a:pt x="3727169" y="43413"/>
                </a:lnTo>
                <a:lnTo>
                  <a:pt x="3726532" y="42838"/>
                </a:lnTo>
                <a:lnTo>
                  <a:pt x="3725881" y="42277"/>
                </a:lnTo>
                <a:lnTo>
                  <a:pt x="3725215" y="41732"/>
                </a:lnTo>
                <a:lnTo>
                  <a:pt x="3724534" y="41201"/>
                </a:lnTo>
                <a:lnTo>
                  <a:pt x="3723839" y="40684"/>
                </a:lnTo>
                <a:lnTo>
                  <a:pt x="3723129" y="40183"/>
                </a:lnTo>
                <a:lnTo>
                  <a:pt x="3722404" y="39696"/>
                </a:lnTo>
                <a:lnTo>
                  <a:pt x="3721665" y="39224"/>
                </a:lnTo>
                <a:lnTo>
                  <a:pt x="3720911" y="38768"/>
                </a:lnTo>
                <a:lnTo>
                  <a:pt x="3720145" y="38332"/>
                </a:lnTo>
                <a:lnTo>
                  <a:pt x="3719366" y="37916"/>
                </a:lnTo>
                <a:lnTo>
                  <a:pt x="3718574" y="37519"/>
                </a:lnTo>
                <a:lnTo>
                  <a:pt x="3717769" y="37141"/>
                </a:lnTo>
                <a:lnTo>
                  <a:pt x="3716952" y="36783"/>
                </a:lnTo>
                <a:lnTo>
                  <a:pt x="3716121" y="36444"/>
                </a:lnTo>
                <a:lnTo>
                  <a:pt x="3715277" y="36124"/>
                </a:lnTo>
                <a:lnTo>
                  <a:pt x="3714421" y="35824"/>
                </a:lnTo>
                <a:lnTo>
                  <a:pt x="3713552" y="35543"/>
                </a:lnTo>
                <a:lnTo>
                  <a:pt x="3712669" y="35281"/>
                </a:lnTo>
                <a:lnTo>
                  <a:pt x="3711774" y="35039"/>
                </a:lnTo>
                <a:lnTo>
                  <a:pt x="3710866" y="34816"/>
                </a:lnTo>
                <a:lnTo>
                  <a:pt x="3709945" y="34613"/>
                </a:lnTo>
                <a:lnTo>
                  <a:pt x="3709011" y="34429"/>
                </a:lnTo>
                <a:lnTo>
                  <a:pt x="3708064" y="34264"/>
                </a:lnTo>
                <a:lnTo>
                  <a:pt x="3707104" y="34119"/>
                </a:lnTo>
                <a:lnTo>
                  <a:pt x="3706131" y="33993"/>
                </a:lnTo>
                <a:lnTo>
                  <a:pt x="3705146" y="33887"/>
                </a:lnTo>
                <a:lnTo>
                  <a:pt x="3704147" y="33799"/>
                </a:lnTo>
                <a:lnTo>
                  <a:pt x="3703136" y="33732"/>
                </a:lnTo>
                <a:lnTo>
                  <a:pt x="3702111" y="33683"/>
                </a:lnTo>
                <a:lnTo>
                  <a:pt x="3701074" y="33654"/>
                </a:lnTo>
                <a:lnTo>
                  <a:pt x="3700024" y="33644"/>
                </a:lnTo>
                <a:lnTo>
                  <a:pt x="3699001" y="33654"/>
                </a:lnTo>
                <a:lnTo>
                  <a:pt x="3697990" y="33683"/>
                </a:lnTo>
                <a:lnTo>
                  <a:pt x="3696991" y="33732"/>
                </a:lnTo>
                <a:lnTo>
                  <a:pt x="3696004" y="33799"/>
                </a:lnTo>
                <a:lnTo>
                  <a:pt x="3695028" y="33887"/>
                </a:lnTo>
                <a:lnTo>
                  <a:pt x="3694064" y="33993"/>
                </a:lnTo>
                <a:lnTo>
                  <a:pt x="3693112" y="34119"/>
                </a:lnTo>
                <a:lnTo>
                  <a:pt x="3692172" y="34264"/>
                </a:lnTo>
                <a:lnTo>
                  <a:pt x="3691243" y="34429"/>
                </a:lnTo>
                <a:lnTo>
                  <a:pt x="3690326" y="34613"/>
                </a:lnTo>
                <a:lnTo>
                  <a:pt x="3689421" y="34816"/>
                </a:lnTo>
                <a:lnTo>
                  <a:pt x="3688527" y="35039"/>
                </a:lnTo>
                <a:lnTo>
                  <a:pt x="3687646" y="35281"/>
                </a:lnTo>
                <a:lnTo>
                  <a:pt x="3686776" y="35543"/>
                </a:lnTo>
                <a:lnTo>
                  <a:pt x="3685917" y="35824"/>
                </a:lnTo>
                <a:lnTo>
                  <a:pt x="3685071" y="36124"/>
                </a:lnTo>
                <a:lnTo>
                  <a:pt x="3684236" y="36444"/>
                </a:lnTo>
                <a:lnTo>
                  <a:pt x="3683413" y="36783"/>
                </a:lnTo>
                <a:lnTo>
                  <a:pt x="3682602" y="37141"/>
                </a:lnTo>
                <a:lnTo>
                  <a:pt x="3681802" y="37519"/>
                </a:lnTo>
                <a:lnTo>
                  <a:pt x="3681014" y="37916"/>
                </a:lnTo>
                <a:lnTo>
                  <a:pt x="3680238" y="38332"/>
                </a:lnTo>
                <a:lnTo>
                  <a:pt x="3679474" y="38768"/>
                </a:lnTo>
                <a:lnTo>
                  <a:pt x="3678721" y="39224"/>
                </a:lnTo>
                <a:lnTo>
                  <a:pt x="3677982" y="39682"/>
                </a:lnTo>
                <a:lnTo>
                  <a:pt x="3677257" y="40156"/>
                </a:lnTo>
                <a:lnTo>
                  <a:pt x="3676547" y="40645"/>
                </a:lnTo>
                <a:lnTo>
                  <a:pt x="3675852" y="41149"/>
                </a:lnTo>
                <a:lnTo>
                  <a:pt x="3675171" y="41669"/>
                </a:lnTo>
                <a:lnTo>
                  <a:pt x="3674505" y="42203"/>
                </a:lnTo>
                <a:lnTo>
                  <a:pt x="3673854" y="42753"/>
                </a:lnTo>
                <a:lnTo>
                  <a:pt x="3673217" y="43319"/>
                </a:lnTo>
                <a:lnTo>
                  <a:pt x="3672595" y="43899"/>
                </a:lnTo>
                <a:lnTo>
                  <a:pt x="3671988" y="44495"/>
                </a:lnTo>
                <a:lnTo>
                  <a:pt x="3671395" y="45106"/>
                </a:lnTo>
                <a:lnTo>
                  <a:pt x="3670818" y="45733"/>
                </a:lnTo>
                <a:lnTo>
                  <a:pt x="3670254" y="46374"/>
                </a:lnTo>
                <a:lnTo>
                  <a:pt x="3669706" y="47031"/>
                </a:lnTo>
                <a:lnTo>
                  <a:pt x="3669172" y="47703"/>
                </a:lnTo>
                <a:lnTo>
                  <a:pt x="3668653" y="48391"/>
                </a:lnTo>
                <a:lnTo>
                  <a:pt x="3668148" y="49093"/>
                </a:lnTo>
                <a:lnTo>
                  <a:pt x="3667658" y="49811"/>
                </a:lnTo>
                <a:lnTo>
                  <a:pt x="3667183" y="50545"/>
                </a:lnTo>
                <a:lnTo>
                  <a:pt x="3666722" y="51293"/>
                </a:lnTo>
                <a:lnTo>
                  <a:pt x="3666276" y="52057"/>
                </a:lnTo>
                <a:lnTo>
                  <a:pt x="3665845" y="52836"/>
                </a:lnTo>
                <a:lnTo>
                  <a:pt x="3665429" y="53630"/>
                </a:lnTo>
                <a:lnTo>
                  <a:pt x="3665027" y="54439"/>
                </a:lnTo>
                <a:lnTo>
                  <a:pt x="3664641" y="55262"/>
                </a:lnTo>
                <a:lnTo>
                  <a:pt x="3664271" y="56095"/>
                </a:lnTo>
                <a:lnTo>
                  <a:pt x="3663917" y="56939"/>
                </a:lnTo>
                <a:lnTo>
                  <a:pt x="3663581" y="57793"/>
                </a:lnTo>
                <a:lnTo>
                  <a:pt x="3663260" y="58657"/>
                </a:lnTo>
                <a:lnTo>
                  <a:pt x="3662956" y="59533"/>
                </a:lnTo>
                <a:lnTo>
                  <a:pt x="3662668" y="60418"/>
                </a:lnTo>
                <a:lnTo>
                  <a:pt x="3662397" y="61315"/>
                </a:lnTo>
                <a:lnTo>
                  <a:pt x="3662142" y="62222"/>
                </a:lnTo>
                <a:lnTo>
                  <a:pt x="3661904" y="63139"/>
                </a:lnTo>
                <a:lnTo>
                  <a:pt x="3661682" y="64068"/>
                </a:lnTo>
                <a:lnTo>
                  <a:pt x="3661477" y="65006"/>
                </a:lnTo>
                <a:lnTo>
                  <a:pt x="3661288" y="65955"/>
                </a:lnTo>
                <a:lnTo>
                  <a:pt x="3661115" y="66915"/>
                </a:lnTo>
                <a:lnTo>
                  <a:pt x="3660959" y="67886"/>
                </a:lnTo>
                <a:lnTo>
                  <a:pt x="3660819" y="68867"/>
                </a:lnTo>
                <a:lnTo>
                  <a:pt x="3660696" y="69858"/>
                </a:lnTo>
                <a:lnTo>
                  <a:pt x="3660589" y="70860"/>
                </a:lnTo>
                <a:lnTo>
                  <a:pt x="3660499" y="71873"/>
                </a:lnTo>
                <a:lnTo>
                  <a:pt x="3660425" y="72896"/>
                </a:lnTo>
                <a:lnTo>
                  <a:pt x="3660367" y="73930"/>
                </a:lnTo>
                <a:lnTo>
                  <a:pt x="3660326" y="74974"/>
                </a:lnTo>
                <a:lnTo>
                  <a:pt x="3660301" y="76029"/>
                </a:lnTo>
                <a:lnTo>
                  <a:pt x="3660293" y="77095"/>
                </a:lnTo>
                <a:lnTo>
                  <a:pt x="3660293" y="79969"/>
                </a:lnTo>
                <a:lnTo>
                  <a:pt x="3660301" y="81007"/>
                </a:lnTo>
                <a:lnTo>
                  <a:pt x="3660326" y="82036"/>
                </a:lnTo>
                <a:lnTo>
                  <a:pt x="3660367" y="83057"/>
                </a:lnTo>
                <a:lnTo>
                  <a:pt x="3660425" y="84069"/>
                </a:lnTo>
                <a:lnTo>
                  <a:pt x="3660499" y="85072"/>
                </a:lnTo>
                <a:lnTo>
                  <a:pt x="3660589" y="86066"/>
                </a:lnTo>
                <a:lnTo>
                  <a:pt x="3660696" y="87051"/>
                </a:lnTo>
                <a:lnTo>
                  <a:pt x="3660819" y="88028"/>
                </a:lnTo>
                <a:lnTo>
                  <a:pt x="3660959" y="88995"/>
                </a:lnTo>
                <a:lnTo>
                  <a:pt x="3661115" y="89954"/>
                </a:lnTo>
                <a:lnTo>
                  <a:pt x="3661288" y="90904"/>
                </a:lnTo>
                <a:lnTo>
                  <a:pt x="3661477" y="91846"/>
                </a:lnTo>
                <a:lnTo>
                  <a:pt x="3661682" y="92778"/>
                </a:lnTo>
                <a:lnTo>
                  <a:pt x="3661904" y="93702"/>
                </a:lnTo>
                <a:lnTo>
                  <a:pt x="3662142" y="94617"/>
                </a:lnTo>
                <a:lnTo>
                  <a:pt x="3662397" y="95523"/>
                </a:lnTo>
                <a:lnTo>
                  <a:pt x="3662668" y="96420"/>
                </a:lnTo>
                <a:lnTo>
                  <a:pt x="3662956" y="97309"/>
                </a:lnTo>
                <a:lnTo>
                  <a:pt x="3663260" y="98188"/>
                </a:lnTo>
                <a:lnTo>
                  <a:pt x="3663581" y="99059"/>
                </a:lnTo>
                <a:lnTo>
                  <a:pt x="3663917" y="99921"/>
                </a:lnTo>
                <a:lnTo>
                  <a:pt x="3664271" y="100774"/>
                </a:lnTo>
                <a:lnTo>
                  <a:pt x="3664641" y="101619"/>
                </a:lnTo>
                <a:lnTo>
                  <a:pt x="3665027" y="102455"/>
                </a:lnTo>
                <a:lnTo>
                  <a:pt x="3665429" y="103264"/>
                </a:lnTo>
                <a:lnTo>
                  <a:pt x="3665845" y="104059"/>
                </a:lnTo>
                <a:lnTo>
                  <a:pt x="3666276" y="104840"/>
                </a:lnTo>
                <a:lnTo>
                  <a:pt x="3666722" y="105606"/>
                </a:lnTo>
                <a:lnTo>
                  <a:pt x="3667183" y="106357"/>
                </a:lnTo>
                <a:lnTo>
                  <a:pt x="3667658" y="107093"/>
                </a:lnTo>
                <a:lnTo>
                  <a:pt x="3668148" y="107815"/>
                </a:lnTo>
                <a:lnTo>
                  <a:pt x="3668653" y="108522"/>
                </a:lnTo>
                <a:lnTo>
                  <a:pt x="3669172" y="109215"/>
                </a:lnTo>
                <a:lnTo>
                  <a:pt x="3669706" y="109892"/>
                </a:lnTo>
                <a:lnTo>
                  <a:pt x="3670254" y="110555"/>
                </a:lnTo>
                <a:lnTo>
                  <a:pt x="3670818" y="111204"/>
                </a:lnTo>
                <a:lnTo>
                  <a:pt x="3671395" y="111837"/>
                </a:lnTo>
                <a:lnTo>
                  <a:pt x="3671988" y="112457"/>
                </a:lnTo>
                <a:lnTo>
                  <a:pt x="3672595" y="113061"/>
                </a:lnTo>
                <a:lnTo>
                  <a:pt x="3673217" y="113651"/>
                </a:lnTo>
                <a:lnTo>
                  <a:pt x="3673854" y="114226"/>
                </a:lnTo>
                <a:lnTo>
                  <a:pt x="3674505" y="114786"/>
                </a:lnTo>
                <a:lnTo>
                  <a:pt x="3675171" y="115332"/>
                </a:lnTo>
                <a:lnTo>
                  <a:pt x="3675852" y="115862"/>
                </a:lnTo>
                <a:lnTo>
                  <a:pt x="3676547" y="116379"/>
                </a:lnTo>
                <a:lnTo>
                  <a:pt x="3677257" y="116880"/>
                </a:lnTo>
                <a:lnTo>
                  <a:pt x="3677982" y="117367"/>
                </a:lnTo>
                <a:lnTo>
                  <a:pt x="3678721" y="117840"/>
                </a:lnTo>
                <a:lnTo>
                  <a:pt x="3679474" y="118295"/>
                </a:lnTo>
                <a:lnTo>
                  <a:pt x="3680239" y="118731"/>
                </a:lnTo>
                <a:lnTo>
                  <a:pt x="3681017" y="119147"/>
                </a:lnTo>
                <a:lnTo>
                  <a:pt x="3681807" y="119545"/>
                </a:lnTo>
                <a:lnTo>
                  <a:pt x="3682609" y="119922"/>
                </a:lnTo>
                <a:lnTo>
                  <a:pt x="3683424" y="120281"/>
                </a:lnTo>
                <a:lnTo>
                  <a:pt x="3684250" y="120620"/>
                </a:lnTo>
                <a:lnTo>
                  <a:pt x="3685090" y="120939"/>
                </a:lnTo>
                <a:lnTo>
                  <a:pt x="3685941" y="121240"/>
                </a:lnTo>
                <a:lnTo>
                  <a:pt x="3686805" y="121521"/>
                </a:lnTo>
                <a:lnTo>
                  <a:pt x="3687681" y="121782"/>
                </a:lnTo>
                <a:lnTo>
                  <a:pt x="3688570" y="122024"/>
                </a:lnTo>
                <a:lnTo>
                  <a:pt x="3689470" y="122247"/>
                </a:lnTo>
                <a:lnTo>
                  <a:pt x="3690384" y="122450"/>
                </a:lnTo>
                <a:lnTo>
                  <a:pt x="3691309" y="122634"/>
                </a:lnTo>
                <a:lnTo>
                  <a:pt x="3692247" y="122799"/>
                </a:lnTo>
                <a:lnTo>
                  <a:pt x="3693197" y="122944"/>
                </a:lnTo>
                <a:lnTo>
                  <a:pt x="3694159" y="123070"/>
                </a:lnTo>
                <a:lnTo>
                  <a:pt x="3695134" y="123177"/>
                </a:lnTo>
                <a:lnTo>
                  <a:pt x="3696121" y="123264"/>
                </a:lnTo>
                <a:lnTo>
                  <a:pt x="3697121" y="123332"/>
                </a:lnTo>
                <a:lnTo>
                  <a:pt x="3698133" y="123380"/>
                </a:lnTo>
                <a:lnTo>
                  <a:pt x="3699157" y="123409"/>
                </a:lnTo>
                <a:lnTo>
                  <a:pt x="3700193" y="123419"/>
                </a:lnTo>
                <a:lnTo>
                  <a:pt x="3701229" y="123410"/>
                </a:lnTo>
                <a:lnTo>
                  <a:pt x="3702253" y="123381"/>
                </a:lnTo>
                <a:lnTo>
                  <a:pt x="3703265" y="123334"/>
                </a:lnTo>
                <a:lnTo>
                  <a:pt x="3704265" y="123269"/>
                </a:lnTo>
                <a:lnTo>
                  <a:pt x="3705252" y="123184"/>
                </a:lnTo>
                <a:lnTo>
                  <a:pt x="3706227" y="123081"/>
                </a:lnTo>
                <a:lnTo>
                  <a:pt x="3707189" y="122959"/>
                </a:lnTo>
                <a:lnTo>
                  <a:pt x="3708139" y="122818"/>
                </a:lnTo>
                <a:close/>
                <a:moveTo>
                  <a:pt x="3694125" y="110626"/>
                </a:moveTo>
                <a:lnTo>
                  <a:pt x="3693417" y="110417"/>
                </a:lnTo>
                <a:lnTo>
                  <a:pt x="3692720" y="110182"/>
                </a:lnTo>
                <a:lnTo>
                  <a:pt x="3692034" y="109924"/>
                </a:lnTo>
                <a:lnTo>
                  <a:pt x="3691359" y="109640"/>
                </a:lnTo>
                <a:lnTo>
                  <a:pt x="3690696" y="109332"/>
                </a:lnTo>
                <a:lnTo>
                  <a:pt x="3690043" y="108999"/>
                </a:lnTo>
                <a:lnTo>
                  <a:pt x="3689402" y="108641"/>
                </a:lnTo>
                <a:lnTo>
                  <a:pt x="3688772" y="108259"/>
                </a:lnTo>
                <a:lnTo>
                  <a:pt x="3688153" y="107853"/>
                </a:lnTo>
                <a:lnTo>
                  <a:pt x="3687545" y="107421"/>
                </a:lnTo>
                <a:lnTo>
                  <a:pt x="3686948" y="106965"/>
                </a:lnTo>
                <a:lnTo>
                  <a:pt x="3686362" y="106484"/>
                </a:lnTo>
                <a:lnTo>
                  <a:pt x="3685788" y="105979"/>
                </a:lnTo>
                <a:lnTo>
                  <a:pt x="3685225" y="105449"/>
                </a:lnTo>
                <a:lnTo>
                  <a:pt x="3684672" y="104894"/>
                </a:lnTo>
                <a:lnTo>
                  <a:pt x="3684131" y="104314"/>
                </a:lnTo>
                <a:lnTo>
                  <a:pt x="3683621" y="103699"/>
                </a:lnTo>
                <a:lnTo>
                  <a:pt x="3683132" y="103064"/>
                </a:lnTo>
                <a:lnTo>
                  <a:pt x="3682665" y="102410"/>
                </a:lnTo>
                <a:lnTo>
                  <a:pt x="3682220" y="101736"/>
                </a:lnTo>
                <a:lnTo>
                  <a:pt x="3681797" y="101043"/>
                </a:lnTo>
                <a:lnTo>
                  <a:pt x="3681395" y="100331"/>
                </a:lnTo>
                <a:lnTo>
                  <a:pt x="3681015" y="99599"/>
                </a:lnTo>
                <a:lnTo>
                  <a:pt x="3680656" y="98848"/>
                </a:lnTo>
                <a:lnTo>
                  <a:pt x="3680320" y="98077"/>
                </a:lnTo>
                <a:lnTo>
                  <a:pt x="3680005" y="97287"/>
                </a:lnTo>
                <a:lnTo>
                  <a:pt x="3679711" y="96478"/>
                </a:lnTo>
                <a:lnTo>
                  <a:pt x="3679440" y="95650"/>
                </a:lnTo>
                <a:lnTo>
                  <a:pt x="3679190" y="94802"/>
                </a:lnTo>
                <a:lnTo>
                  <a:pt x="3678962" y="93934"/>
                </a:lnTo>
                <a:lnTo>
                  <a:pt x="3678756" y="93048"/>
                </a:lnTo>
                <a:lnTo>
                  <a:pt x="3678571" y="92141"/>
                </a:lnTo>
                <a:lnTo>
                  <a:pt x="3678408" y="91216"/>
                </a:lnTo>
                <a:lnTo>
                  <a:pt x="3678267" y="90271"/>
                </a:lnTo>
                <a:lnTo>
                  <a:pt x="3678147" y="89307"/>
                </a:lnTo>
                <a:lnTo>
                  <a:pt x="3678050" y="88323"/>
                </a:lnTo>
                <a:lnTo>
                  <a:pt x="3677974" y="87320"/>
                </a:lnTo>
                <a:lnTo>
                  <a:pt x="3677919" y="86298"/>
                </a:lnTo>
                <a:lnTo>
                  <a:pt x="3677887" y="85256"/>
                </a:lnTo>
                <a:lnTo>
                  <a:pt x="3677876" y="84195"/>
                </a:lnTo>
                <a:lnTo>
                  <a:pt x="3677876" y="72868"/>
                </a:lnTo>
                <a:lnTo>
                  <a:pt x="3677887" y="71807"/>
                </a:lnTo>
                <a:lnTo>
                  <a:pt x="3677919" y="70766"/>
                </a:lnTo>
                <a:lnTo>
                  <a:pt x="3677974" y="69745"/>
                </a:lnTo>
                <a:lnTo>
                  <a:pt x="3678050" y="68745"/>
                </a:lnTo>
                <a:lnTo>
                  <a:pt x="3678147" y="67764"/>
                </a:lnTo>
                <a:lnTo>
                  <a:pt x="3678267" y="66803"/>
                </a:lnTo>
                <a:lnTo>
                  <a:pt x="3678408" y="65862"/>
                </a:lnTo>
                <a:lnTo>
                  <a:pt x="3678571" y="64941"/>
                </a:lnTo>
                <a:lnTo>
                  <a:pt x="3678756" y="64039"/>
                </a:lnTo>
                <a:lnTo>
                  <a:pt x="3678962" y="63158"/>
                </a:lnTo>
                <a:lnTo>
                  <a:pt x="3679190" y="62297"/>
                </a:lnTo>
                <a:lnTo>
                  <a:pt x="3679440" y="61456"/>
                </a:lnTo>
                <a:lnTo>
                  <a:pt x="3679711" y="60635"/>
                </a:lnTo>
                <a:lnTo>
                  <a:pt x="3680005" y="59833"/>
                </a:lnTo>
                <a:lnTo>
                  <a:pt x="3680320" y="59052"/>
                </a:lnTo>
                <a:lnTo>
                  <a:pt x="3680656" y="58291"/>
                </a:lnTo>
                <a:lnTo>
                  <a:pt x="3681015" y="57549"/>
                </a:lnTo>
                <a:lnTo>
                  <a:pt x="3681395" y="56828"/>
                </a:lnTo>
                <a:lnTo>
                  <a:pt x="3681797" y="56126"/>
                </a:lnTo>
                <a:lnTo>
                  <a:pt x="3682220" y="55445"/>
                </a:lnTo>
                <a:lnTo>
                  <a:pt x="3682665" y="54783"/>
                </a:lnTo>
                <a:lnTo>
                  <a:pt x="3683132" y="54141"/>
                </a:lnTo>
                <a:lnTo>
                  <a:pt x="3683621" y="53520"/>
                </a:lnTo>
                <a:lnTo>
                  <a:pt x="3684131" y="52918"/>
                </a:lnTo>
                <a:lnTo>
                  <a:pt x="3684672" y="52325"/>
                </a:lnTo>
                <a:lnTo>
                  <a:pt x="3685225" y="51757"/>
                </a:lnTo>
                <a:lnTo>
                  <a:pt x="3685788" y="51214"/>
                </a:lnTo>
                <a:lnTo>
                  <a:pt x="3686362" y="50697"/>
                </a:lnTo>
                <a:lnTo>
                  <a:pt x="3686948" y="50204"/>
                </a:lnTo>
                <a:lnTo>
                  <a:pt x="3687545" y="49737"/>
                </a:lnTo>
                <a:lnTo>
                  <a:pt x="3688153" y="49296"/>
                </a:lnTo>
                <a:lnTo>
                  <a:pt x="3688772" y="48879"/>
                </a:lnTo>
                <a:lnTo>
                  <a:pt x="3689402" y="48488"/>
                </a:lnTo>
                <a:lnTo>
                  <a:pt x="3690043" y="48122"/>
                </a:lnTo>
                <a:lnTo>
                  <a:pt x="3690696" y="47781"/>
                </a:lnTo>
                <a:lnTo>
                  <a:pt x="3691359" y="47466"/>
                </a:lnTo>
                <a:lnTo>
                  <a:pt x="3692034" y="47175"/>
                </a:lnTo>
                <a:lnTo>
                  <a:pt x="3692720" y="46910"/>
                </a:lnTo>
                <a:lnTo>
                  <a:pt x="3693417" y="46670"/>
                </a:lnTo>
                <a:lnTo>
                  <a:pt x="3694125" y="46456"/>
                </a:lnTo>
                <a:lnTo>
                  <a:pt x="3694845" y="46267"/>
                </a:lnTo>
                <a:lnTo>
                  <a:pt x="3695575" y="46102"/>
                </a:lnTo>
                <a:lnTo>
                  <a:pt x="3696317" y="45964"/>
                </a:lnTo>
                <a:lnTo>
                  <a:pt x="3697070" y="45850"/>
                </a:lnTo>
                <a:lnTo>
                  <a:pt x="3697834" y="45762"/>
                </a:lnTo>
                <a:lnTo>
                  <a:pt x="3698609" y="45699"/>
                </a:lnTo>
                <a:lnTo>
                  <a:pt x="3699396" y="45661"/>
                </a:lnTo>
                <a:lnTo>
                  <a:pt x="3700193" y="45648"/>
                </a:lnTo>
                <a:lnTo>
                  <a:pt x="3701004" y="45661"/>
                </a:lnTo>
                <a:lnTo>
                  <a:pt x="3701803" y="45699"/>
                </a:lnTo>
                <a:lnTo>
                  <a:pt x="3702589" y="45762"/>
                </a:lnTo>
                <a:lnTo>
                  <a:pt x="3703363" y="45850"/>
                </a:lnTo>
                <a:lnTo>
                  <a:pt x="3704125" y="45964"/>
                </a:lnTo>
                <a:lnTo>
                  <a:pt x="3704874" y="46102"/>
                </a:lnTo>
                <a:lnTo>
                  <a:pt x="3705611" y="46267"/>
                </a:lnTo>
                <a:lnTo>
                  <a:pt x="3706336" y="46456"/>
                </a:lnTo>
                <a:lnTo>
                  <a:pt x="3707048" y="46670"/>
                </a:lnTo>
                <a:lnTo>
                  <a:pt x="3707748" y="46910"/>
                </a:lnTo>
                <a:lnTo>
                  <a:pt x="3708436" y="47175"/>
                </a:lnTo>
                <a:lnTo>
                  <a:pt x="3709111" y="47466"/>
                </a:lnTo>
                <a:lnTo>
                  <a:pt x="3709774" y="47781"/>
                </a:lnTo>
                <a:lnTo>
                  <a:pt x="3710425" y="48122"/>
                </a:lnTo>
                <a:lnTo>
                  <a:pt x="3711064" y="48488"/>
                </a:lnTo>
                <a:lnTo>
                  <a:pt x="3711690" y="48879"/>
                </a:lnTo>
                <a:lnTo>
                  <a:pt x="3712303" y="49296"/>
                </a:lnTo>
                <a:lnTo>
                  <a:pt x="3712905" y="49737"/>
                </a:lnTo>
                <a:lnTo>
                  <a:pt x="3713494" y="50204"/>
                </a:lnTo>
                <a:lnTo>
                  <a:pt x="3714071" y="50697"/>
                </a:lnTo>
                <a:lnTo>
                  <a:pt x="3714635" y="51214"/>
                </a:lnTo>
                <a:lnTo>
                  <a:pt x="3715187" y="51757"/>
                </a:lnTo>
                <a:lnTo>
                  <a:pt x="3715727" y="52325"/>
                </a:lnTo>
                <a:lnTo>
                  <a:pt x="3716254" y="52918"/>
                </a:lnTo>
                <a:lnTo>
                  <a:pt x="3716765" y="53520"/>
                </a:lnTo>
                <a:lnTo>
                  <a:pt x="3717254" y="54141"/>
                </a:lnTo>
                <a:lnTo>
                  <a:pt x="3717721" y="54783"/>
                </a:lnTo>
                <a:lnTo>
                  <a:pt x="3718166" y="55445"/>
                </a:lnTo>
                <a:lnTo>
                  <a:pt x="3718589" y="56126"/>
                </a:lnTo>
                <a:lnTo>
                  <a:pt x="3718991" y="56828"/>
                </a:lnTo>
                <a:lnTo>
                  <a:pt x="3719371" y="57549"/>
                </a:lnTo>
                <a:lnTo>
                  <a:pt x="3719730" y="58291"/>
                </a:lnTo>
                <a:lnTo>
                  <a:pt x="3720066" y="59052"/>
                </a:lnTo>
                <a:lnTo>
                  <a:pt x="3720381" y="59833"/>
                </a:lnTo>
                <a:lnTo>
                  <a:pt x="3720674" y="60635"/>
                </a:lnTo>
                <a:lnTo>
                  <a:pt x="3720946" y="61456"/>
                </a:lnTo>
                <a:lnTo>
                  <a:pt x="3721196" y="62297"/>
                </a:lnTo>
                <a:lnTo>
                  <a:pt x="3721424" y="63158"/>
                </a:lnTo>
                <a:lnTo>
                  <a:pt x="3721630" y="64039"/>
                </a:lnTo>
                <a:lnTo>
                  <a:pt x="3721815" y="64941"/>
                </a:lnTo>
                <a:lnTo>
                  <a:pt x="3721978" y="65862"/>
                </a:lnTo>
                <a:lnTo>
                  <a:pt x="3722119" y="66803"/>
                </a:lnTo>
                <a:lnTo>
                  <a:pt x="3722238" y="67764"/>
                </a:lnTo>
                <a:lnTo>
                  <a:pt x="3722336" y="68745"/>
                </a:lnTo>
                <a:lnTo>
                  <a:pt x="3722412" y="69745"/>
                </a:lnTo>
                <a:lnTo>
                  <a:pt x="3722466" y="70766"/>
                </a:lnTo>
                <a:lnTo>
                  <a:pt x="3722499" y="71807"/>
                </a:lnTo>
                <a:lnTo>
                  <a:pt x="3722510" y="72868"/>
                </a:lnTo>
                <a:lnTo>
                  <a:pt x="3722510" y="84195"/>
                </a:lnTo>
                <a:lnTo>
                  <a:pt x="3722499" y="85256"/>
                </a:lnTo>
                <a:lnTo>
                  <a:pt x="3722466" y="86298"/>
                </a:lnTo>
                <a:lnTo>
                  <a:pt x="3722412" y="87320"/>
                </a:lnTo>
                <a:lnTo>
                  <a:pt x="3722336" y="88323"/>
                </a:lnTo>
                <a:lnTo>
                  <a:pt x="3722238" y="89307"/>
                </a:lnTo>
                <a:lnTo>
                  <a:pt x="3722119" y="90271"/>
                </a:lnTo>
                <a:lnTo>
                  <a:pt x="3721978" y="91216"/>
                </a:lnTo>
                <a:lnTo>
                  <a:pt x="3721815" y="92141"/>
                </a:lnTo>
                <a:lnTo>
                  <a:pt x="3721630" y="93048"/>
                </a:lnTo>
                <a:lnTo>
                  <a:pt x="3721424" y="93934"/>
                </a:lnTo>
                <a:lnTo>
                  <a:pt x="3721196" y="94802"/>
                </a:lnTo>
                <a:lnTo>
                  <a:pt x="3720946" y="95650"/>
                </a:lnTo>
                <a:lnTo>
                  <a:pt x="3720674" y="96478"/>
                </a:lnTo>
                <a:lnTo>
                  <a:pt x="3720381" y="97287"/>
                </a:lnTo>
                <a:lnTo>
                  <a:pt x="3720066" y="98077"/>
                </a:lnTo>
                <a:lnTo>
                  <a:pt x="3719730" y="98848"/>
                </a:lnTo>
                <a:lnTo>
                  <a:pt x="3719371" y="99599"/>
                </a:lnTo>
                <a:lnTo>
                  <a:pt x="3718991" y="100331"/>
                </a:lnTo>
                <a:lnTo>
                  <a:pt x="3718589" y="101043"/>
                </a:lnTo>
                <a:lnTo>
                  <a:pt x="3718166" y="101736"/>
                </a:lnTo>
                <a:lnTo>
                  <a:pt x="3717721" y="102410"/>
                </a:lnTo>
                <a:lnTo>
                  <a:pt x="3717254" y="103064"/>
                </a:lnTo>
                <a:lnTo>
                  <a:pt x="3716765" y="103699"/>
                </a:lnTo>
                <a:lnTo>
                  <a:pt x="3716254" y="104314"/>
                </a:lnTo>
                <a:lnTo>
                  <a:pt x="3715727" y="104894"/>
                </a:lnTo>
                <a:lnTo>
                  <a:pt x="3715187" y="105449"/>
                </a:lnTo>
                <a:lnTo>
                  <a:pt x="3714635" y="105979"/>
                </a:lnTo>
                <a:lnTo>
                  <a:pt x="3714071" y="106484"/>
                </a:lnTo>
                <a:lnTo>
                  <a:pt x="3713494" y="106965"/>
                </a:lnTo>
                <a:lnTo>
                  <a:pt x="3712905" y="107421"/>
                </a:lnTo>
                <a:lnTo>
                  <a:pt x="3712303" y="107853"/>
                </a:lnTo>
                <a:lnTo>
                  <a:pt x="3711690" y="108259"/>
                </a:lnTo>
                <a:lnTo>
                  <a:pt x="3711064" y="108641"/>
                </a:lnTo>
                <a:lnTo>
                  <a:pt x="3710425" y="108999"/>
                </a:lnTo>
                <a:lnTo>
                  <a:pt x="3709774" y="109332"/>
                </a:lnTo>
                <a:lnTo>
                  <a:pt x="3709111" y="109640"/>
                </a:lnTo>
                <a:lnTo>
                  <a:pt x="3708436" y="109924"/>
                </a:lnTo>
                <a:lnTo>
                  <a:pt x="3707748" y="110182"/>
                </a:lnTo>
                <a:lnTo>
                  <a:pt x="3707048" y="110417"/>
                </a:lnTo>
                <a:lnTo>
                  <a:pt x="3706336" y="110626"/>
                </a:lnTo>
                <a:lnTo>
                  <a:pt x="3705611" y="110811"/>
                </a:lnTo>
                <a:lnTo>
                  <a:pt x="3704874" y="110971"/>
                </a:lnTo>
                <a:lnTo>
                  <a:pt x="3704125" y="111107"/>
                </a:lnTo>
                <a:lnTo>
                  <a:pt x="3703363" y="111218"/>
                </a:lnTo>
                <a:lnTo>
                  <a:pt x="3702589" y="111304"/>
                </a:lnTo>
                <a:lnTo>
                  <a:pt x="3701803" y="111366"/>
                </a:lnTo>
                <a:lnTo>
                  <a:pt x="3701004" y="111403"/>
                </a:lnTo>
                <a:lnTo>
                  <a:pt x="3700193" y="111415"/>
                </a:lnTo>
                <a:lnTo>
                  <a:pt x="3699396" y="111403"/>
                </a:lnTo>
                <a:lnTo>
                  <a:pt x="3698609" y="111366"/>
                </a:lnTo>
                <a:lnTo>
                  <a:pt x="3697834" y="111304"/>
                </a:lnTo>
                <a:lnTo>
                  <a:pt x="3697070" y="111218"/>
                </a:lnTo>
                <a:lnTo>
                  <a:pt x="3696317" y="111107"/>
                </a:lnTo>
                <a:lnTo>
                  <a:pt x="3695575" y="110971"/>
                </a:lnTo>
                <a:lnTo>
                  <a:pt x="3694845" y="110811"/>
                </a:lnTo>
                <a:lnTo>
                  <a:pt x="3694125" y="110626"/>
                </a:lnTo>
                <a:close/>
                <a:moveTo>
                  <a:pt x="3404368" y="122848"/>
                </a:moveTo>
                <a:lnTo>
                  <a:pt x="3405234" y="122715"/>
                </a:lnTo>
                <a:lnTo>
                  <a:pt x="3406089" y="122567"/>
                </a:lnTo>
                <a:lnTo>
                  <a:pt x="3406933" y="122405"/>
                </a:lnTo>
                <a:lnTo>
                  <a:pt x="3407766" y="122228"/>
                </a:lnTo>
                <a:lnTo>
                  <a:pt x="3408587" y="122038"/>
                </a:lnTo>
                <a:lnTo>
                  <a:pt x="3409397" y="121834"/>
                </a:lnTo>
                <a:lnTo>
                  <a:pt x="3410197" y="121616"/>
                </a:lnTo>
                <a:lnTo>
                  <a:pt x="3410985" y="121383"/>
                </a:lnTo>
                <a:lnTo>
                  <a:pt x="3411762" y="121137"/>
                </a:lnTo>
                <a:lnTo>
                  <a:pt x="3412528" y="120876"/>
                </a:lnTo>
                <a:lnTo>
                  <a:pt x="3413282" y="120601"/>
                </a:lnTo>
                <a:lnTo>
                  <a:pt x="3414026" y="120312"/>
                </a:lnTo>
                <a:lnTo>
                  <a:pt x="3414758" y="120009"/>
                </a:lnTo>
                <a:lnTo>
                  <a:pt x="3415479" y="119692"/>
                </a:lnTo>
                <a:lnTo>
                  <a:pt x="3416189" y="119361"/>
                </a:lnTo>
                <a:lnTo>
                  <a:pt x="3416901" y="119017"/>
                </a:lnTo>
                <a:lnTo>
                  <a:pt x="3417599" y="118662"/>
                </a:lnTo>
                <a:lnTo>
                  <a:pt x="3418284" y="118294"/>
                </a:lnTo>
                <a:lnTo>
                  <a:pt x="3418955" y="117915"/>
                </a:lnTo>
                <a:lnTo>
                  <a:pt x="3419613" y="117524"/>
                </a:lnTo>
                <a:lnTo>
                  <a:pt x="3420257" y="117121"/>
                </a:lnTo>
                <a:lnTo>
                  <a:pt x="3420888" y="116707"/>
                </a:lnTo>
                <a:lnTo>
                  <a:pt x="3421505" y="116281"/>
                </a:lnTo>
                <a:lnTo>
                  <a:pt x="3422109" y="115843"/>
                </a:lnTo>
                <a:lnTo>
                  <a:pt x="3422700" y="115393"/>
                </a:lnTo>
                <a:lnTo>
                  <a:pt x="3423276" y="114931"/>
                </a:lnTo>
                <a:lnTo>
                  <a:pt x="3423840" y="114458"/>
                </a:lnTo>
                <a:lnTo>
                  <a:pt x="3424389" y="113973"/>
                </a:lnTo>
                <a:lnTo>
                  <a:pt x="3424926" y="113477"/>
                </a:lnTo>
                <a:lnTo>
                  <a:pt x="3425448" y="112968"/>
                </a:lnTo>
                <a:lnTo>
                  <a:pt x="3425958" y="112448"/>
                </a:lnTo>
                <a:lnTo>
                  <a:pt x="3426453" y="111916"/>
                </a:lnTo>
                <a:lnTo>
                  <a:pt x="3426936" y="111373"/>
                </a:lnTo>
                <a:lnTo>
                  <a:pt x="3427404" y="110818"/>
                </a:lnTo>
                <a:lnTo>
                  <a:pt x="3427860" y="110251"/>
                </a:lnTo>
                <a:lnTo>
                  <a:pt x="3428301" y="109672"/>
                </a:lnTo>
                <a:lnTo>
                  <a:pt x="3428730" y="109081"/>
                </a:lnTo>
                <a:lnTo>
                  <a:pt x="3429144" y="108479"/>
                </a:lnTo>
                <a:lnTo>
                  <a:pt x="3429546" y="107865"/>
                </a:lnTo>
                <a:lnTo>
                  <a:pt x="3429946" y="107226"/>
                </a:lnTo>
                <a:lnTo>
                  <a:pt x="3430329" y="106578"/>
                </a:lnTo>
                <a:lnTo>
                  <a:pt x="3430695" y="105921"/>
                </a:lnTo>
                <a:lnTo>
                  <a:pt x="3431044" y="105254"/>
                </a:lnTo>
                <a:lnTo>
                  <a:pt x="3431376" y="104577"/>
                </a:lnTo>
                <a:lnTo>
                  <a:pt x="3431691" y="103892"/>
                </a:lnTo>
                <a:lnTo>
                  <a:pt x="3431989" y="103197"/>
                </a:lnTo>
                <a:lnTo>
                  <a:pt x="3432269" y="102492"/>
                </a:lnTo>
                <a:lnTo>
                  <a:pt x="3432533" y="101778"/>
                </a:lnTo>
                <a:lnTo>
                  <a:pt x="3432780" y="101055"/>
                </a:lnTo>
                <a:lnTo>
                  <a:pt x="3433010" y="100323"/>
                </a:lnTo>
                <a:lnTo>
                  <a:pt x="3433223" y="99581"/>
                </a:lnTo>
                <a:lnTo>
                  <a:pt x="3433419" y="98829"/>
                </a:lnTo>
                <a:lnTo>
                  <a:pt x="3433597" y="98068"/>
                </a:lnTo>
                <a:lnTo>
                  <a:pt x="3433759" y="97298"/>
                </a:lnTo>
                <a:lnTo>
                  <a:pt x="3433904" y="96519"/>
                </a:lnTo>
                <a:lnTo>
                  <a:pt x="3434031" y="95730"/>
                </a:lnTo>
                <a:lnTo>
                  <a:pt x="3434142" y="94931"/>
                </a:lnTo>
                <a:lnTo>
                  <a:pt x="3434236" y="94123"/>
                </a:lnTo>
                <a:lnTo>
                  <a:pt x="3434312" y="93306"/>
                </a:lnTo>
                <a:lnTo>
                  <a:pt x="3434372" y="92480"/>
                </a:lnTo>
                <a:lnTo>
                  <a:pt x="3434414" y="91644"/>
                </a:lnTo>
                <a:lnTo>
                  <a:pt x="3434440" y="90798"/>
                </a:lnTo>
                <a:lnTo>
                  <a:pt x="3434448" y="89944"/>
                </a:lnTo>
                <a:lnTo>
                  <a:pt x="3418556" y="89944"/>
                </a:lnTo>
                <a:lnTo>
                  <a:pt x="3418546" y="90850"/>
                </a:lnTo>
                <a:lnTo>
                  <a:pt x="3418516" y="91735"/>
                </a:lnTo>
                <a:lnTo>
                  <a:pt x="3418466" y="92601"/>
                </a:lnTo>
                <a:lnTo>
                  <a:pt x="3418396" y="93447"/>
                </a:lnTo>
                <a:lnTo>
                  <a:pt x="3418307" y="94273"/>
                </a:lnTo>
                <a:lnTo>
                  <a:pt x="3418197" y="95079"/>
                </a:lnTo>
                <a:lnTo>
                  <a:pt x="3418067" y="95865"/>
                </a:lnTo>
                <a:lnTo>
                  <a:pt x="3417917" y="96631"/>
                </a:lnTo>
                <a:lnTo>
                  <a:pt x="3417748" y="97377"/>
                </a:lnTo>
                <a:lnTo>
                  <a:pt x="3417558" y="98104"/>
                </a:lnTo>
                <a:lnTo>
                  <a:pt x="3417349" y="98810"/>
                </a:lnTo>
                <a:lnTo>
                  <a:pt x="3417119" y="99496"/>
                </a:lnTo>
                <a:lnTo>
                  <a:pt x="3416870" y="100162"/>
                </a:lnTo>
                <a:lnTo>
                  <a:pt x="3416600" y="100809"/>
                </a:lnTo>
                <a:lnTo>
                  <a:pt x="3416311" y="101435"/>
                </a:lnTo>
                <a:lnTo>
                  <a:pt x="3416001" y="102041"/>
                </a:lnTo>
                <a:lnTo>
                  <a:pt x="3415672" y="102628"/>
                </a:lnTo>
                <a:lnTo>
                  <a:pt x="3415323" y="103194"/>
                </a:lnTo>
                <a:lnTo>
                  <a:pt x="3414953" y="103741"/>
                </a:lnTo>
                <a:lnTo>
                  <a:pt x="3414564" y="104267"/>
                </a:lnTo>
                <a:lnTo>
                  <a:pt x="3414155" y="104774"/>
                </a:lnTo>
                <a:lnTo>
                  <a:pt x="3413726" y="105261"/>
                </a:lnTo>
                <a:lnTo>
                  <a:pt x="3413277" y="105727"/>
                </a:lnTo>
                <a:lnTo>
                  <a:pt x="3412808" y="106174"/>
                </a:lnTo>
                <a:lnTo>
                  <a:pt x="3412334" y="106602"/>
                </a:lnTo>
                <a:lnTo>
                  <a:pt x="3411842" y="107011"/>
                </a:lnTo>
                <a:lnTo>
                  <a:pt x="3411331" y="107402"/>
                </a:lnTo>
                <a:lnTo>
                  <a:pt x="3410803" y="107776"/>
                </a:lnTo>
                <a:lnTo>
                  <a:pt x="3410256" y="108130"/>
                </a:lnTo>
                <a:lnTo>
                  <a:pt x="3409691" y="108467"/>
                </a:lnTo>
                <a:lnTo>
                  <a:pt x="3409108" y="108786"/>
                </a:lnTo>
                <a:lnTo>
                  <a:pt x="3408506" y="109086"/>
                </a:lnTo>
                <a:lnTo>
                  <a:pt x="3407886" y="109368"/>
                </a:lnTo>
                <a:lnTo>
                  <a:pt x="3407249" y="109632"/>
                </a:lnTo>
                <a:lnTo>
                  <a:pt x="3406593" y="109877"/>
                </a:lnTo>
                <a:lnTo>
                  <a:pt x="3405918" y="110105"/>
                </a:lnTo>
                <a:lnTo>
                  <a:pt x="3405226" y="110314"/>
                </a:lnTo>
                <a:lnTo>
                  <a:pt x="3404515" y="110505"/>
                </a:lnTo>
                <a:lnTo>
                  <a:pt x="3403787" y="110678"/>
                </a:lnTo>
                <a:lnTo>
                  <a:pt x="3403040" y="110833"/>
                </a:lnTo>
                <a:lnTo>
                  <a:pt x="3402274" y="110969"/>
                </a:lnTo>
                <a:lnTo>
                  <a:pt x="3401491" y="111088"/>
                </a:lnTo>
                <a:lnTo>
                  <a:pt x="3400689" y="111188"/>
                </a:lnTo>
                <a:lnTo>
                  <a:pt x="3399870" y="111270"/>
                </a:lnTo>
                <a:lnTo>
                  <a:pt x="3399032" y="111333"/>
                </a:lnTo>
                <a:lnTo>
                  <a:pt x="3398175" y="111379"/>
                </a:lnTo>
                <a:lnTo>
                  <a:pt x="3397301" y="111406"/>
                </a:lnTo>
                <a:lnTo>
                  <a:pt x="3396408" y="111415"/>
                </a:lnTo>
                <a:lnTo>
                  <a:pt x="3395597" y="111403"/>
                </a:lnTo>
                <a:lnTo>
                  <a:pt x="3394798" y="111367"/>
                </a:lnTo>
                <a:lnTo>
                  <a:pt x="3394010" y="111307"/>
                </a:lnTo>
                <a:lnTo>
                  <a:pt x="3393234" y="111223"/>
                </a:lnTo>
                <a:lnTo>
                  <a:pt x="3392469" y="111114"/>
                </a:lnTo>
                <a:lnTo>
                  <a:pt x="3391717" y="110982"/>
                </a:lnTo>
                <a:lnTo>
                  <a:pt x="3390976" y="110826"/>
                </a:lnTo>
                <a:lnTo>
                  <a:pt x="3390247" y="110645"/>
                </a:lnTo>
                <a:lnTo>
                  <a:pt x="3389529" y="110440"/>
                </a:lnTo>
                <a:lnTo>
                  <a:pt x="3388824" y="110212"/>
                </a:lnTo>
                <a:lnTo>
                  <a:pt x="3388130" y="109959"/>
                </a:lnTo>
                <a:lnTo>
                  <a:pt x="3387448" y="109682"/>
                </a:lnTo>
                <a:lnTo>
                  <a:pt x="3386777" y="109381"/>
                </a:lnTo>
                <a:lnTo>
                  <a:pt x="3386119" y="109056"/>
                </a:lnTo>
                <a:lnTo>
                  <a:pt x="3385472" y="108707"/>
                </a:lnTo>
                <a:lnTo>
                  <a:pt x="3384837" y="108334"/>
                </a:lnTo>
                <a:lnTo>
                  <a:pt x="3384213" y="107937"/>
                </a:lnTo>
                <a:lnTo>
                  <a:pt x="3383601" y="107516"/>
                </a:lnTo>
                <a:lnTo>
                  <a:pt x="3383002" y="107071"/>
                </a:lnTo>
                <a:lnTo>
                  <a:pt x="3382413" y="106601"/>
                </a:lnTo>
                <a:lnTo>
                  <a:pt x="3381837" y="106108"/>
                </a:lnTo>
                <a:lnTo>
                  <a:pt x="3381272" y="105591"/>
                </a:lnTo>
                <a:lnTo>
                  <a:pt x="3380719" y="105049"/>
                </a:lnTo>
                <a:lnTo>
                  <a:pt x="3380178" y="104483"/>
                </a:lnTo>
                <a:lnTo>
                  <a:pt x="3379654" y="103895"/>
                </a:lnTo>
                <a:lnTo>
                  <a:pt x="3379152" y="103284"/>
                </a:lnTo>
                <a:lnTo>
                  <a:pt x="3378672" y="102650"/>
                </a:lnTo>
                <a:lnTo>
                  <a:pt x="3378215" y="101994"/>
                </a:lnTo>
                <a:lnTo>
                  <a:pt x="3377780" y="101316"/>
                </a:lnTo>
                <a:lnTo>
                  <a:pt x="3377367" y="100616"/>
                </a:lnTo>
                <a:lnTo>
                  <a:pt x="3376977" y="99893"/>
                </a:lnTo>
                <a:lnTo>
                  <a:pt x="3376609" y="99148"/>
                </a:lnTo>
                <a:lnTo>
                  <a:pt x="3376263" y="98381"/>
                </a:lnTo>
                <a:lnTo>
                  <a:pt x="3375939" y="97592"/>
                </a:lnTo>
                <a:lnTo>
                  <a:pt x="3375638" y="96780"/>
                </a:lnTo>
                <a:lnTo>
                  <a:pt x="3375359" y="95945"/>
                </a:lnTo>
                <a:lnTo>
                  <a:pt x="3375103" y="95089"/>
                </a:lnTo>
                <a:lnTo>
                  <a:pt x="3374869" y="94210"/>
                </a:lnTo>
                <a:lnTo>
                  <a:pt x="3374657" y="93309"/>
                </a:lnTo>
                <a:lnTo>
                  <a:pt x="3374467" y="92386"/>
                </a:lnTo>
                <a:lnTo>
                  <a:pt x="3374300" y="91440"/>
                </a:lnTo>
                <a:lnTo>
                  <a:pt x="3374155" y="90472"/>
                </a:lnTo>
                <a:lnTo>
                  <a:pt x="3374032" y="89482"/>
                </a:lnTo>
                <a:lnTo>
                  <a:pt x="3373932" y="88469"/>
                </a:lnTo>
                <a:lnTo>
                  <a:pt x="3373854" y="87434"/>
                </a:lnTo>
                <a:lnTo>
                  <a:pt x="3373798" y="86377"/>
                </a:lnTo>
                <a:lnTo>
                  <a:pt x="3373764" y="85297"/>
                </a:lnTo>
                <a:lnTo>
                  <a:pt x="3373753" y="84195"/>
                </a:lnTo>
                <a:lnTo>
                  <a:pt x="3373753" y="81321"/>
                </a:lnTo>
                <a:lnTo>
                  <a:pt x="3434448" y="81321"/>
                </a:lnTo>
                <a:lnTo>
                  <a:pt x="3434448" y="69825"/>
                </a:lnTo>
                <a:lnTo>
                  <a:pt x="3434440" y="68955"/>
                </a:lnTo>
                <a:lnTo>
                  <a:pt x="3434416" y="68094"/>
                </a:lnTo>
                <a:lnTo>
                  <a:pt x="3434375" y="67241"/>
                </a:lnTo>
                <a:lnTo>
                  <a:pt x="3434317" y="66396"/>
                </a:lnTo>
                <a:lnTo>
                  <a:pt x="3434243" y="65560"/>
                </a:lnTo>
                <a:lnTo>
                  <a:pt x="3434153" y="64731"/>
                </a:lnTo>
                <a:lnTo>
                  <a:pt x="3434046" y="63911"/>
                </a:lnTo>
                <a:lnTo>
                  <a:pt x="3433922" y="63099"/>
                </a:lnTo>
                <a:lnTo>
                  <a:pt x="3433783" y="62296"/>
                </a:lnTo>
                <a:lnTo>
                  <a:pt x="3433627" y="61500"/>
                </a:lnTo>
                <a:lnTo>
                  <a:pt x="3433454" y="60713"/>
                </a:lnTo>
                <a:lnTo>
                  <a:pt x="3433265" y="59934"/>
                </a:lnTo>
                <a:lnTo>
                  <a:pt x="3433059" y="59163"/>
                </a:lnTo>
                <a:lnTo>
                  <a:pt x="3432838" y="58401"/>
                </a:lnTo>
                <a:lnTo>
                  <a:pt x="3432599" y="57646"/>
                </a:lnTo>
                <a:lnTo>
                  <a:pt x="3432344" y="56900"/>
                </a:lnTo>
                <a:lnTo>
                  <a:pt x="3432073" y="56162"/>
                </a:lnTo>
                <a:lnTo>
                  <a:pt x="3431786" y="55433"/>
                </a:lnTo>
                <a:lnTo>
                  <a:pt x="3431481" y="54711"/>
                </a:lnTo>
                <a:lnTo>
                  <a:pt x="3431161" y="53998"/>
                </a:lnTo>
                <a:lnTo>
                  <a:pt x="3430824" y="53293"/>
                </a:lnTo>
                <a:lnTo>
                  <a:pt x="3430471" y="52596"/>
                </a:lnTo>
                <a:lnTo>
                  <a:pt x="3430101" y="51908"/>
                </a:lnTo>
                <a:lnTo>
                  <a:pt x="3429714" y="51227"/>
                </a:lnTo>
                <a:lnTo>
                  <a:pt x="3429327" y="50557"/>
                </a:lnTo>
                <a:lnTo>
                  <a:pt x="3428927" y="49898"/>
                </a:lnTo>
                <a:lnTo>
                  <a:pt x="3428512" y="49251"/>
                </a:lnTo>
                <a:lnTo>
                  <a:pt x="3428085" y="48616"/>
                </a:lnTo>
                <a:lnTo>
                  <a:pt x="3427644" y="47993"/>
                </a:lnTo>
                <a:lnTo>
                  <a:pt x="3427189" y="47381"/>
                </a:lnTo>
                <a:lnTo>
                  <a:pt x="3426721" y="46781"/>
                </a:lnTo>
                <a:lnTo>
                  <a:pt x="3426239" y="46193"/>
                </a:lnTo>
                <a:lnTo>
                  <a:pt x="3425744" y="45616"/>
                </a:lnTo>
                <a:lnTo>
                  <a:pt x="3425235" y="45052"/>
                </a:lnTo>
                <a:lnTo>
                  <a:pt x="3424713" y="44499"/>
                </a:lnTo>
                <a:lnTo>
                  <a:pt x="3424178" y="43957"/>
                </a:lnTo>
                <a:lnTo>
                  <a:pt x="3423628" y="43428"/>
                </a:lnTo>
                <a:lnTo>
                  <a:pt x="3423066" y="42910"/>
                </a:lnTo>
                <a:lnTo>
                  <a:pt x="3422490" y="42404"/>
                </a:lnTo>
                <a:lnTo>
                  <a:pt x="3421900" y="41910"/>
                </a:lnTo>
                <a:lnTo>
                  <a:pt x="3421297" y="41427"/>
                </a:lnTo>
                <a:lnTo>
                  <a:pt x="3420680" y="40956"/>
                </a:lnTo>
                <a:lnTo>
                  <a:pt x="3420050" y="40497"/>
                </a:lnTo>
                <a:lnTo>
                  <a:pt x="3419406" y="40050"/>
                </a:lnTo>
                <a:lnTo>
                  <a:pt x="3418749" y="39614"/>
                </a:lnTo>
                <a:lnTo>
                  <a:pt x="3418078" y="39191"/>
                </a:lnTo>
                <a:lnTo>
                  <a:pt x="3417394" y="38778"/>
                </a:lnTo>
                <a:lnTo>
                  <a:pt x="3416696" y="38378"/>
                </a:lnTo>
                <a:lnTo>
                  <a:pt x="3416000" y="37992"/>
                </a:lnTo>
                <a:lnTo>
                  <a:pt x="3415292" y="37622"/>
                </a:lnTo>
                <a:lnTo>
                  <a:pt x="3414573" y="37269"/>
                </a:lnTo>
                <a:lnTo>
                  <a:pt x="3413841" y="36932"/>
                </a:lnTo>
                <a:lnTo>
                  <a:pt x="3413098" y="36611"/>
                </a:lnTo>
                <a:lnTo>
                  <a:pt x="3412343" y="36307"/>
                </a:lnTo>
                <a:lnTo>
                  <a:pt x="3411576" y="36019"/>
                </a:lnTo>
                <a:lnTo>
                  <a:pt x="3410798" y="35748"/>
                </a:lnTo>
                <a:lnTo>
                  <a:pt x="3410008" y="35493"/>
                </a:lnTo>
                <a:lnTo>
                  <a:pt x="3409206" y="35255"/>
                </a:lnTo>
                <a:lnTo>
                  <a:pt x="3408392" y="35033"/>
                </a:lnTo>
                <a:lnTo>
                  <a:pt x="3407567" y="34828"/>
                </a:lnTo>
                <a:lnTo>
                  <a:pt x="3406730" y="34639"/>
                </a:lnTo>
                <a:lnTo>
                  <a:pt x="3405881" y="34466"/>
                </a:lnTo>
                <a:lnTo>
                  <a:pt x="3405020" y="34310"/>
                </a:lnTo>
                <a:lnTo>
                  <a:pt x="3404148" y="34170"/>
                </a:lnTo>
                <a:lnTo>
                  <a:pt x="3403264" y="34047"/>
                </a:lnTo>
                <a:lnTo>
                  <a:pt x="3402368" y="33940"/>
                </a:lnTo>
                <a:lnTo>
                  <a:pt x="3401460" y="33850"/>
                </a:lnTo>
                <a:lnTo>
                  <a:pt x="3400541" y="33776"/>
                </a:lnTo>
                <a:lnTo>
                  <a:pt x="3399610" y="33718"/>
                </a:lnTo>
                <a:lnTo>
                  <a:pt x="3398667" y="33677"/>
                </a:lnTo>
                <a:lnTo>
                  <a:pt x="3397713" y="33653"/>
                </a:lnTo>
                <a:lnTo>
                  <a:pt x="3396747" y="33644"/>
                </a:lnTo>
                <a:lnTo>
                  <a:pt x="3395710" y="33654"/>
                </a:lnTo>
                <a:lnTo>
                  <a:pt x="3394685" y="33682"/>
                </a:lnTo>
                <a:lnTo>
                  <a:pt x="3393672" y="33729"/>
                </a:lnTo>
                <a:lnTo>
                  <a:pt x="3392670" y="33795"/>
                </a:lnTo>
                <a:lnTo>
                  <a:pt x="3391680" y="33879"/>
                </a:lnTo>
                <a:lnTo>
                  <a:pt x="3390702" y="33982"/>
                </a:lnTo>
                <a:lnTo>
                  <a:pt x="3389736" y="34105"/>
                </a:lnTo>
                <a:lnTo>
                  <a:pt x="3388782" y="34245"/>
                </a:lnTo>
                <a:lnTo>
                  <a:pt x="3387839" y="34405"/>
                </a:lnTo>
                <a:lnTo>
                  <a:pt x="3386908" y="34584"/>
                </a:lnTo>
                <a:lnTo>
                  <a:pt x="3385988" y="34781"/>
                </a:lnTo>
                <a:lnTo>
                  <a:pt x="3385081" y="34997"/>
                </a:lnTo>
                <a:lnTo>
                  <a:pt x="3384185" y="35232"/>
                </a:lnTo>
                <a:lnTo>
                  <a:pt x="3383301" y="35485"/>
                </a:lnTo>
                <a:lnTo>
                  <a:pt x="3382429" y="35758"/>
                </a:lnTo>
                <a:lnTo>
                  <a:pt x="3381568" y="36049"/>
                </a:lnTo>
                <a:lnTo>
                  <a:pt x="3380719" y="36359"/>
                </a:lnTo>
                <a:lnTo>
                  <a:pt x="3379882" y="36687"/>
                </a:lnTo>
                <a:lnTo>
                  <a:pt x="3379057" y="37035"/>
                </a:lnTo>
                <a:lnTo>
                  <a:pt x="3378243" y="37401"/>
                </a:lnTo>
                <a:lnTo>
                  <a:pt x="3377441" y="37786"/>
                </a:lnTo>
                <a:lnTo>
                  <a:pt x="3376651" y="38190"/>
                </a:lnTo>
                <a:lnTo>
                  <a:pt x="3375873" y="38613"/>
                </a:lnTo>
                <a:lnTo>
                  <a:pt x="3375106" y="39054"/>
                </a:lnTo>
                <a:lnTo>
                  <a:pt x="3374352" y="39499"/>
                </a:lnTo>
                <a:lnTo>
                  <a:pt x="3373614" y="39958"/>
                </a:lnTo>
                <a:lnTo>
                  <a:pt x="3372890" y="40433"/>
                </a:lnTo>
                <a:lnTo>
                  <a:pt x="3372180" y="40923"/>
                </a:lnTo>
                <a:lnTo>
                  <a:pt x="3371485" y="41429"/>
                </a:lnTo>
                <a:lnTo>
                  <a:pt x="3370805" y="41950"/>
                </a:lnTo>
                <a:lnTo>
                  <a:pt x="3370140" y="42486"/>
                </a:lnTo>
                <a:lnTo>
                  <a:pt x="3369489" y="43037"/>
                </a:lnTo>
                <a:lnTo>
                  <a:pt x="3368853" y="43603"/>
                </a:lnTo>
                <a:lnTo>
                  <a:pt x="3368232" y="44185"/>
                </a:lnTo>
                <a:lnTo>
                  <a:pt x="3367625" y="44782"/>
                </a:lnTo>
                <a:lnTo>
                  <a:pt x="3367033" y="45394"/>
                </a:lnTo>
                <a:lnTo>
                  <a:pt x="3366456" y="46022"/>
                </a:lnTo>
                <a:lnTo>
                  <a:pt x="3365893" y="46665"/>
                </a:lnTo>
                <a:lnTo>
                  <a:pt x="3365345" y="47323"/>
                </a:lnTo>
                <a:lnTo>
                  <a:pt x="3364812" y="47996"/>
                </a:lnTo>
                <a:lnTo>
                  <a:pt x="3364293" y="48685"/>
                </a:lnTo>
                <a:lnTo>
                  <a:pt x="3363789" y="49389"/>
                </a:lnTo>
                <a:lnTo>
                  <a:pt x="3363300" y="50108"/>
                </a:lnTo>
                <a:lnTo>
                  <a:pt x="3362825" y="50842"/>
                </a:lnTo>
                <a:lnTo>
                  <a:pt x="3362365" y="51592"/>
                </a:lnTo>
                <a:lnTo>
                  <a:pt x="3361920" y="52357"/>
                </a:lnTo>
                <a:lnTo>
                  <a:pt x="3361489" y="53137"/>
                </a:lnTo>
                <a:lnTo>
                  <a:pt x="3361073" y="53932"/>
                </a:lnTo>
                <a:lnTo>
                  <a:pt x="3360673" y="54741"/>
                </a:lnTo>
                <a:lnTo>
                  <a:pt x="3360290" y="55563"/>
                </a:lnTo>
                <a:lnTo>
                  <a:pt x="3359924" y="56397"/>
                </a:lnTo>
                <a:lnTo>
                  <a:pt x="3359575" y="57243"/>
                </a:lnTo>
                <a:lnTo>
                  <a:pt x="3359243" y="58102"/>
                </a:lnTo>
                <a:lnTo>
                  <a:pt x="3358928" y="58973"/>
                </a:lnTo>
                <a:lnTo>
                  <a:pt x="3358630" y="59856"/>
                </a:lnTo>
                <a:lnTo>
                  <a:pt x="3358349" y="60751"/>
                </a:lnTo>
                <a:lnTo>
                  <a:pt x="3358086" y="61659"/>
                </a:lnTo>
                <a:lnTo>
                  <a:pt x="3357839" y="62579"/>
                </a:lnTo>
                <a:lnTo>
                  <a:pt x="3357609" y="63512"/>
                </a:lnTo>
                <a:lnTo>
                  <a:pt x="3357396" y="64457"/>
                </a:lnTo>
                <a:lnTo>
                  <a:pt x="3357200" y="65414"/>
                </a:lnTo>
                <a:lnTo>
                  <a:pt x="3357022" y="66383"/>
                </a:lnTo>
                <a:lnTo>
                  <a:pt x="3356860" y="67365"/>
                </a:lnTo>
                <a:lnTo>
                  <a:pt x="3356715" y="68359"/>
                </a:lnTo>
                <a:lnTo>
                  <a:pt x="3356587" y="69366"/>
                </a:lnTo>
                <a:lnTo>
                  <a:pt x="3356477" y="70385"/>
                </a:lnTo>
                <a:lnTo>
                  <a:pt x="3356383" y="71416"/>
                </a:lnTo>
                <a:lnTo>
                  <a:pt x="3356307" y="72459"/>
                </a:lnTo>
                <a:lnTo>
                  <a:pt x="3356247" y="73515"/>
                </a:lnTo>
                <a:lnTo>
                  <a:pt x="3356204" y="74583"/>
                </a:lnTo>
                <a:lnTo>
                  <a:pt x="3356179" y="75664"/>
                </a:lnTo>
                <a:lnTo>
                  <a:pt x="3356170" y="76756"/>
                </a:lnTo>
                <a:lnTo>
                  <a:pt x="3356170" y="80307"/>
                </a:lnTo>
                <a:lnTo>
                  <a:pt x="3356178" y="81359"/>
                </a:lnTo>
                <a:lnTo>
                  <a:pt x="3356200" y="82400"/>
                </a:lnTo>
                <a:lnTo>
                  <a:pt x="3356236" y="83432"/>
                </a:lnTo>
                <a:lnTo>
                  <a:pt x="3356288" y="84454"/>
                </a:lnTo>
                <a:lnTo>
                  <a:pt x="3356354" y="85465"/>
                </a:lnTo>
                <a:lnTo>
                  <a:pt x="3356435" y="86467"/>
                </a:lnTo>
                <a:lnTo>
                  <a:pt x="3356530" y="87459"/>
                </a:lnTo>
                <a:lnTo>
                  <a:pt x="3356640" y="88441"/>
                </a:lnTo>
                <a:lnTo>
                  <a:pt x="3356765" y="89413"/>
                </a:lnTo>
                <a:lnTo>
                  <a:pt x="3356904" y="90374"/>
                </a:lnTo>
                <a:lnTo>
                  <a:pt x="3357058" y="91326"/>
                </a:lnTo>
                <a:lnTo>
                  <a:pt x="3357227" y="92268"/>
                </a:lnTo>
                <a:lnTo>
                  <a:pt x="3357411" y="93200"/>
                </a:lnTo>
                <a:lnTo>
                  <a:pt x="3357609" y="94122"/>
                </a:lnTo>
                <a:lnTo>
                  <a:pt x="3357822" y="95034"/>
                </a:lnTo>
                <a:lnTo>
                  <a:pt x="3358049" y="95936"/>
                </a:lnTo>
                <a:lnTo>
                  <a:pt x="3358291" y="96828"/>
                </a:lnTo>
                <a:lnTo>
                  <a:pt x="3358548" y="97710"/>
                </a:lnTo>
                <a:lnTo>
                  <a:pt x="3358820" y="98582"/>
                </a:lnTo>
                <a:lnTo>
                  <a:pt x="3359106" y="99444"/>
                </a:lnTo>
                <a:lnTo>
                  <a:pt x="3359407" y="100296"/>
                </a:lnTo>
                <a:lnTo>
                  <a:pt x="3359722" y="101139"/>
                </a:lnTo>
                <a:lnTo>
                  <a:pt x="3360052" y="101971"/>
                </a:lnTo>
                <a:lnTo>
                  <a:pt x="3360397" y="102793"/>
                </a:lnTo>
                <a:lnTo>
                  <a:pt x="3360771" y="103602"/>
                </a:lnTo>
                <a:lnTo>
                  <a:pt x="3361160" y="104397"/>
                </a:lnTo>
                <a:lnTo>
                  <a:pt x="3361565" y="105176"/>
                </a:lnTo>
                <a:lnTo>
                  <a:pt x="3361984" y="105939"/>
                </a:lnTo>
                <a:lnTo>
                  <a:pt x="3362419" y="106688"/>
                </a:lnTo>
                <a:lnTo>
                  <a:pt x="3362870" y="107421"/>
                </a:lnTo>
                <a:lnTo>
                  <a:pt x="3363335" y="108139"/>
                </a:lnTo>
                <a:lnTo>
                  <a:pt x="3363816" y="108842"/>
                </a:lnTo>
                <a:lnTo>
                  <a:pt x="3364312" y="109529"/>
                </a:lnTo>
                <a:lnTo>
                  <a:pt x="3364823" y="110201"/>
                </a:lnTo>
                <a:lnTo>
                  <a:pt x="3365350" y="110858"/>
                </a:lnTo>
                <a:lnTo>
                  <a:pt x="3365892" y="111500"/>
                </a:lnTo>
                <a:lnTo>
                  <a:pt x="3366449" y="112126"/>
                </a:lnTo>
                <a:lnTo>
                  <a:pt x="3367021" y="112737"/>
                </a:lnTo>
                <a:lnTo>
                  <a:pt x="3367609" y="113333"/>
                </a:lnTo>
                <a:lnTo>
                  <a:pt x="3368212" y="113914"/>
                </a:lnTo>
                <a:lnTo>
                  <a:pt x="3368830" y="114479"/>
                </a:lnTo>
                <a:lnTo>
                  <a:pt x="3369463" y="115029"/>
                </a:lnTo>
                <a:lnTo>
                  <a:pt x="3370112" y="115564"/>
                </a:lnTo>
                <a:lnTo>
                  <a:pt x="3370776" y="116083"/>
                </a:lnTo>
                <a:lnTo>
                  <a:pt x="3371455" y="116588"/>
                </a:lnTo>
                <a:lnTo>
                  <a:pt x="3372150" y="117077"/>
                </a:lnTo>
                <a:lnTo>
                  <a:pt x="3372859" y="117550"/>
                </a:lnTo>
                <a:lnTo>
                  <a:pt x="3373584" y="118009"/>
                </a:lnTo>
                <a:lnTo>
                  <a:pt x="3374339" y="118450"/>
                </a:lnTo>
                <a:lnTo>
                  <a:pt x="3375109" y="118873"/>
                </a:lnTo>
                <a:lnTo>
                  <a:pt x="3375896" y="119277"/>
                </a:lnTo>
                <a:lnTo>
                  <a:pt x="3376698" y="119662"/>
                </a:lnTo>
                <a:lnTo>
                  <a:pt x="3377516" y="120028"/>
                </a:lnTo>
                <a:lnTo>
                  <a:pt x="3378350" y="120376"/>
                </a:lnTo>
                <a:lnTo>
                  <a:pt x="3379200" y="120704"/>
                </a:lnTo>
                <a:lnTo>
                  <a:pt x="3380065" y="121014"/>
                </a:lnTo>
                <a:lnTo>
                  <a:pt x="3380947" y="121306"/>
                </a:lnTo>
                <a:lnTo>
                  <a:pt x="3381844" y="121578"/>
                </a:lnTo>
                <a:lnTo>
                  <a:pt x="3382757" y="121832"/>
                </a:lnTo>
                <a:lnTo>
                  <a:pt x="3383686" y="122066"/>
                </a:lnTo>
                <a:lnTo>
                  <a:pt x="3384631" y="122282"/>
                </a:lnTo>
                <a:lnTo>
                  <a:pt x="3385592" y="122480"/>
                </a:lnTo>
                <a:lnTo>
                  <a:pt x="3386568" y="122658"/>
                </a:lnTo>
                <a:lnTo>
                  <a:pt x="3387561" y="122818"/>
                </a:lnTo>
                <a:lnTo>
                  <a:pt x="3388569" y="122959"/>
                </a:lnTo>
                <a:lnTo>
                  <a:pt x="3389593" y="123081"/>
                </a:lnTo>
                <a:lnTo>
                  <a:pt x="3390633" y="123184"/>
                </a:lnTo>
                <a:lnTo>
                  <a:pt x="3391689" y="123269"/>
                </a:lnTo>
                <a:lnTo>
                  <a:pt x="3392760" y="123334"/>
                </a:lnTo>
                <a:lnTo>
                  <a:pt x="3393848" y="123381"/>
                </a:lnTo>
                <a:lnTo>
                  <a:pt x="3394951" y="123410"/>
                </a:lnTo>
                <a:lnTo>
                  <a:pt x="3396070" y="123419"/>
                </a:lnTo>
                <a:lnTo>
                  <a:pt x="3397037" y="123412"/>
                </a:lnTo>
                <a:lnTo>
                  <a:pt x="3397992" y="123391"/>
                </a:lnTo>
                <a:lnTo>
                  <a:pt x="3398937" y="123356"/>
                </a:lnTo>
                <a:lnTo>
                  <a:pt x="3399870" y="123306"/>
                </a:lnTo>
                <a:lnTo>
                  <a:pt x="3400792" y="123243"/>
                </a:lnTo>
                <a:lnTo>
                  <a:pt x="3401702" y="123165"/>
                </a:lnTo>
                <a:lnTo>
                  <a:pt x="3402602" y="123074"/>
                </a:lnTo>
                <a:lnTo>
                  <a:pt x="3403490" y="122968"/>
                </a:lnTo>
                <a:lnTo>
                  <a:pt x="3404368" y="122848"/>
                </a:lnTo>
                <a:close/>
                <a:moveTo>
                  <a:pt x="3374204" y="65692"/>
                </a:moveTo>
                <a:lnTo>
                  <a:pt x="3374279" y="65223"/>
                </a:lnTo>
                <a:lnTo>
                  <a:pt x="3374363" y="64755"/>
                </a:lnTo>
                <a:lnTo>
                  <a:pt x="3374455" y="64288"/>
                </a:lnTo>
                <a:lnTo>
                  <a:pt x="3374556" y="63823"/>
                </a:lnTo>
                <a:lnTo>
                  <a:pt x="3374667" y="63358"/>
                </a:lnTo>
                <a:lnTo>
                  <a:pt x="3374785" y="62895"/>
                </a:lnTo>
                <a:lnTo>
                  <a:pt x="3374913" y="62433"/>
                </a:lnTo>
                <a:lnTo>
                  <a:pt x="3375050" y="61972"/>
                </a:lnTo>
                <a:lnTo>
                  <a:pt x="3375195" y="61513"/>
                </a:lnTo>
                <a:lnTo>
                  <a:pt x="3375349" y="61054"/>
                </a:lnTo>
                <a:lnTo>
                  <a:pt x="3375512" y="60597"/>
                </a:lnTo>
                <a:lnTo>
                  <a:pt x="3375684" y="60141"/>
                </a:lnTo>
                <a:lnTo>
                  <a:pt x="3375864" y="59686"/>
                </a:lnTo>
                <a:lnTo>
                  <a:pt x="3376053" y="59232"/>
                </a:lnTo>
                <a:lnTo>
                  <a:pt x="3376252" y="58780"/>
                </a:lnTo>
                <a:lnTo>
                  <a:pt x="3376458" y="58328"/>
                </a:lnTo>
                <a:lnTo>
                  <a:pt x="3376688" y="57867"/>
                </a:lnTo>
                <a:lnTo>
                  <a:pt x="3376925" y="57412"/>
                </a:lnTo>
                <a:lnTo>
                  <a:pt x="3377169" y="56965"/>
                </a:lnTo>
                <a:lnTo>
                  <a:pt x="3377421" y="56525"/>
                </a:lnTo>
                <a:lnTo>
                  <a:pt x="3377681" y="56092"/>
                </a:lnTo>
                <a:lnTo>
                  <a:pt x="3377948" y="55665"/>
                </a:lnTo>
                <a:lnTo>
                  <a:pt x="3378223" y="55246"/>
                </a:lnTo>
                <a:lnTo>
                  <a:pt x="3378506" y="54834"/>
                </a:lnTo>
                <a:lnTo>
                  <a:pt x="3378796" y="54429"/>
                </a:lnTo>
                <a:lnTo>
                  <a:pt x="3379094" y="54031"/>
                </a:lnTo>
                <a:lnTo>
                  <a:pt x="3379400" y="53640"/>
                </a:lnTo>
                <a:lnTo>
                  <a:pt x="3379713" y="53256"/>
                </a:lnTo>
                <a:lnTo>
                  <a:pt x="3380034" y="52879"/>
                </a:lnTo>
                <a:lnTo>
                  <a:pt x="3380362" y="52509"/>
                </a:lnTo>
                <a:lnTo>
                  <a:pt x="3380698" y="52147"/>
                </a:lnTo>
                <a:lnTo>
                  <a:pt x="3381042" y="51791"/>
                </a:lnTo>
                <a:lnTo>
                  <a:pt x="3381394" y="51442"/>
                </a:lnTo>
                <a:lnTo>
                  <a:pt x="3381753" y="51100"/>
                </a:lnTo>
                <a:lnTo>
                  <a:pt x="3382119" y="50766"/>
                </a:lnTo>
                <a:lnTo>
                  <a:pt x="3382493" y="50438"/>
                </a:lnTo>
                <a:lnTo>
                  <a:pt x="3382875" y="50118"/>
                </a:lnTo>
                <a:lnTo>
                  <a:pt x="3383265" y="49804"/>
                </a:lnTo>
                <a:lnTo>
                  <a:pt x="3383662" y="49498"/>
                </a:lnTo>
                <a:lnTo>
                  <a:pt x="3384067" y="49199"/>
                </a:lnTo>
                <a:lnTo>
                  <a:pt x="3384493" y="48909"/>
                </a:lnTo>
                <a:lnTo>
                  <a:pt x="3384927" y="48631"/>
                </a:lnTo>
                <a:lnTo>
                  <a:pt x="3385369" y="48366"/>
                </a:lnTo>
                <a:lnTo>
                  <a:pt x="3385818" y="48114"/>
                </a:lnTo>
                <a:lnTo>
                  <a:pt x="3386275" y="47873"/>
                </a:lnTo>
                <a:lnTo>
                  <a:pt x="3386740" y="47645"/>
                </a:lnTo>
                <a:lnTo>
                  <a:pt x="3387212" y="47429"/>
                </a:lnTo>
                <a:lnTo>
                  <a:pt x="3387692" y="47226"/>
                </a:lnTo>
                <a:lnTo>
                  <a:pt x="3388180" y="47035"/>
                </a:lnTo>
                <a:lnTo>
                  <a:pt x="3388675" y="46856"/>
                </a:lnTo>
                <a:lnTo>
                  <a:pt x="3389178" y="46690"/>
                </a:lnTo>
                <a:lnTo>
                  <a:pt x="3389688" y="46536"/>
                </a:lnTo>
                <a:lnTo>
                  <a:pt x="3390206" y="46394"/>
                </a:lnTo>
                <a:lnTo>
                  <a:pt x="3390732" y="46265"/>
                </a:lnTo>
                <a:lnTo>
                  <a:pt x="3391265" y="46147"/>
                </a:lnTo>
                <a:lnTo>
                  <a:pt x="3391806" y="46043"/>
                </a:lnTo>
                <a:lnTo>
                  <a:pt x="3392355" y="45950"/>
                </a:lnTo>
                <a:lnTo>
                  <a:pt x="3392911" y="45870"/>
                </a:lnTo>
                <a:lnTo>
                  <a:pt x="3393475" y="45802"/>
                </a:lnTo>
                <a:lnTo>
                  <a:pt x="3394046" y="45747"/>
                </a:lnTo>
                <a:lnTo>
                  <a:pt x="3394625" y="45704"/>
                </a:lnTo>
                <a:lnTo>
                  <a:pt x="3395212" y="45673"/>
                </a:lnTo>
                <a:lnTo>
                  <a:pt x="3395806" y="45654"/>
                </a:lnTo>
                <a:lnTo>
                  <a:pt x="3396408" y="45648"/>
                </a:lnTo>
                <a:lnTo>
                  <a:pt x="3396941" y="45653"/>
                </a:lnTo>
                <a:lnTo>
                  <a:pt x="3397469" y="45668"/>
                </a:lnTo>
                <a:lnTo>
                  <a:pt x="3397991" y="45693"/>
                </a:lnTo>
                <a:lnTo>
                  <a:pt x="3398508" y="45728"/>
                </a:lnTo>
                <a:lnTo>
                  <a:pt x="3399019" y="45773"/>
                </a:lnTo>
                <a:lnTo>
                  <a:pt x="3399526" y="45828"/>
                </a:lnTo>
                <a:lnTo>
                  <a:pt x="3400027" y="45893"/>
                </a:lnTo>
                <a:lnTo>
                  <a:pt x="3400522" y="45968"/>
                </a:lnTo>
                <a:lnTo>
                  <a:pt x="3401013" y="46052"/>
                </a:lnTo>
                <a:lnTo>
                  <a:pt x="3401498" y="46147"/>
                </a:lnTo>
                <a:lnTo>
                  <a:pt x="3401978" y="46252"/>
                </a:lnTo>
                <a:lnTo>
                  <a:pt x="3402452" y="46367"/>
                </a:lnTo>
                <a:lnTo>
                  <a:pt x="3402922" y="46491"/>
                </a:lnTo>
                <a:lnTo>
                  <a:pt x="3403386" y="46626"/>
                </a:lnTo>
                <a:lnTo>
                  <a:pt x="3403845" y="46771"/>
                </a:lnTo>
                <a:lnTo>
                  <a:pt x="3404298" y="46926"/>
                </a:lnTo>
                <a:lnTo>
                  <a:pt x="3404746" y="47090"/>
                </a:lnTo>
                <a:lnTo>
                  <a:pt x="3405189" y="47265"/>
                </a:lnTo>
                <a:lnTo>
                  <a:pt x="3405627" y="47450"/>
                </a:lnTo>
                <a:lnTo>
                  <a:pt x="3406059" y="47644"/>
                </a:lnTo>
                <a:lnTo>
                  <a:pt x="3406486" y="47849"/>
                </a:lnTo>
                <a:lnTo>
                  <a:pt x="3406908" y="48063"/>
                </a:lnTo>
                <a:lnTo>
                  <a:pt x="3407324" y="48288"/>
                </a:lnTo>
                <a:lnTo>
                  <a:pt x="3407736" y="48522"/>
                </a:lnTo>
                <a:lnTo>
                  <a:pt x="3408140" y="48766"/>
                </a:lnTo>
                <a:lnTo>
                  <a:pt x="3408536" y="49017"/>
                </a:lnTo>
                <a:lnTo>
                  <a:pt x="3408924" y="49275"/>
                </a:lnTo>
                <a:lnTo>
                  <a:pt x="3409304" y="49541"/>
                </a:lnTo>
                <a:lnTo>
                  <a:pt x="3409676" y="49815"/>
                </a:lnTo>
                <a:lnTo>
                  <a:pt x="3410039" y="50097"/>
                </a:lnTo>
                <a:lnTo>
                  <a:pt x="3410394" y="50386"/>
                </a:lnTo>
                <a:lnTo>
                  <a:pt x="3410741" y="50683"/>
                </a:lnTo>
                <a:lnTo>
                  <a:pt x="3411080" y="50987"/>
                </a:lnTo>
                <a:lnTo>
                  <a:pt x="3411411" y="51299"/>
                </a:lnTo>
                <a:lnTo>
                  <a:pt x="3411733" y="51619"/>
                </a:lnTo>
                <a:lnTo>
                  <a:pt x="3412047" y="51946"/>
                </a:lnTo>
                <a:lnTo>
                  <a:pt x="3412353" y="52281"/>
                </a:lnTo>
                <a:lnTo>
                  <a:pt x="3412651" y="52623"/>
                </a:lnTo>
                <a:lnTo>
                  <a:pt x="3412940" y="52974"/>
                </a:lnTo>
                <a:lnTo>
                  <a:pt x="3413221" y="53331"/>
                </a:lnTo>
                <a:lnTo>
                  <a:pt x="3413494" y="53697"/>
                </a:lnTo>
                <a:lnTo>
                  <a:pt x="3413759" y="54070"/>
                </a:lnTo>
                <a:lnTo>
                  <a:pt x="3414016" y="54450"/>
                </a:lnTo>
                <a:lnTo>
                  <a:pt x="3414264" y="54839"/>
                </a:lnTo>
                <a:lnTo>
                  <a:pt x="3414504" y="55235"/>
                </a:lnTo>
                <a:lnTo>
                  <a:pt x="3414736" y="55638"/>
                </a:lnTo>
                <a:lnTo>
                  <a:pt x="3414960" y="56050"/>
                </a:lnTo>
                <a:lnTo>
                  <a:pt x="3415175" y="56468"/>
                </a:lnTo>
                <a:lnTo>
                  <a:pt x="3415396" y="56880"/>
                </a:lnTo>
                <a:lnTo>
                  <a:pt x="3415607" y="57296"/>
                </a:lnTo>
                <a:lnTo>
                  <a:pt x="3415809" y="57718"/>
                </a:lnTo>
                <a:lnTo>
                  <a:pt x="3416002" y="58145"/>
                </a:lnTo>
                <a:lnTo>
                  <a:pt x="3416185" y="58577"/>
                </a:lnTo>
                <a:lnTo>
                  <a:pt x="3416358" y="59015"/>
                </a:lnTo>
                <a:lnTo>
                  <a:pt x="3416523" y="59458"/>
                </a:lnTo>
                <a:lnTo>
                  <a:pt x="3416678" y="59906"/>
                </a:lnTo>
                <a:lnTo>
                  <a:pt x="3416823" y="60360"/>
                </a:lnTo>
                <a:lnTo>
                  <a:pt x="3416960" y="60818"/>
                </a:lnTo>
                <a:lnTo>
                  <a:pt x="3417086" y="61282"/>
                </a:lnTo>
                <a:lnTo>
                  <a:pt x="3417204" y="61752"/>
                </a:lnTo>
                <a:lnTo>
                  <a:pt x="3417312" y="62226"/>
                </a:lnTo>
                <a:lnTo>
                  <a:pt x="3417410" y="62706"/>
                </a:lnTo>
                <a:lnTo>
                  <a:pt x="3417500" y="63191"/>
                </a:lnTo>
                <a:lnTo>
                  <a:pt x="3417579" y="63682"/>
                </a:lnTo>
                <a:lnTo>
                  <a:pt x="3417650" y="64178"/>
                </a:lnTo>
                <a:lnTo>
                  <a:pt x="3417711" y="64679"/>
                </a:lnTo>
                <a:lnTo>
                  <a:pt x="3417763" y="65185"/>
                </a:lnTo>
                <a:lnTo>
                  <a:pt x="3417805" y="65697"/>
                </a:lnTo>
                <a:lnTo>
                  <a:pt x="3417838" y="66213"/>
                </a:lnTo>
                <a:lnTo>
                  <a:pt x="3417861" y="66736"/>
                </a:lnTo>
                <a:lnTo>
                  <a:pt x="3417875" y="67263"/>
                </a:lnTo>
                <a:lnTo>
                  <a:pt x="3417880" y="67796"/>
                </a:lnTo>
                <a:lnTo>
                  <a:pt x="3417880" y="70332"/>
                </a:lnTo>
                <a:lnTo>
                  <a:pt x="3373922" y="70332"/>
                </a:lnTo>
                <a:lnTo>
                  <a:pt x="3373922" y="69487"/>
                </a:lnTo>
                <a:lnTo>
                  <a:pt x="3373927" y="69008"/>
                </a:lnTo>
                <a:lnTo>
                  <a:pt x="3373940" y="68531"/>
                </a:lnTo>
                <a:lnTo>
                  <a:pt x="3373962" y="68055"/>
                </a:lnTo>
                <a:lnTo>
                  <a:pt x="3373993" y="67580"/>
                </a:lnTo>
                <a:lnTo>
                  <a:pt x="3374033" y="67106"/>
                </a:lnTo>
                <a:lnTo>
                  <a:pt x="3374081" y="66634"/>
                </a:lnTo>
                <a:lnTo>
                  <a:pt x="3374138" y="66162"/>
                </a:lnTo>
                <a:lnTo>
                  <a:pt x="3374204" y="65692"/>
                </a:lnTo>
                <a:close/>
                <a:moveTo>
                  <a:pt x="2896150" y="122968"/>
                </a:moveTo>
                <a:lnTo>
                  <a:pt x="2896939" y="122848"/>
                </a:lnTo>
                <a:lnTo>
                  <a:pt x="2897721" y="122715"/>
                </a:lnTo>
                <a:lnTo>
                  <a:pt x="2898494" y="122567"/>
                </a:lnTo>
                <a:lnTo>
                  <a:pt x="2899259" y="122405"/>
                </a:lnTo>
                <a:lnTo>
                  <a:pt x="2900015" y="122228"/>
                </a:lnTo>
                <a:lnTo>
                  <a:pt x="2900764" y="122038"/>
                </a:lnTo>
                <a:lnTo>
                  <a:pt x="2901504" y="121834"/>
                </a:lnTo>
                <a:lnTo>
                  <a:pt x="2902236" y="121616"/>
                </a:lnTo>
                <a:lnTo>
                  <a:pt x="2902960" y="121383"/>
                </a:lnTo>
                <a:lnTo>
                  <a:pt x="2903675" y="121137"/>
                </a:lnTo>
                <a:lnTo>
                  <a:pt x="2904383" y="120876"/>
                </a:lnTo>
                <a:lnTo>
                  <a:pt x="2905082" y="120601"/>
                </a:lnTo>
                <a:lnTo>
                  <a:pt x="2905773" y="120312"/>
                </a:lnTo>
                <a:lnTo>
                  <a:pt x="2906456" y="120009"/>
                </a:lnTo>
                <a:lnTo>
                  <a:pt x="2907130" y="119692"/>
                </a:lnTo>
                <a:lnTo>
                  <a:pt x="2907796" y="119361"/>
                </a:lnTo>
                <a:lnTo>
                  <a:pt x="2908467" y="119003"/>
                </a:lnTo>
                <a:lnTo>
                  <a:pt x="2909124" y="118631"/>
                </a:lnTo>
                <a:lnTo>
                  <a:pt x="2909770" y="118247"/>
                </a:lnTo>
                <a:lnTo>
                  <a:pt x="2910403" y="117849"/>
                </a:lnTo>
                <a:lnTo>
                  <a:pt x="2911024" y="117439"/>
                </a:lnTo>
                <a:lnTo>
                  <a:pt x="2911632" y="117016"/>
                </a:lnTo>
                <a:lnTo>
                  <a:pt x="2912228" y="116579"/>
                </a:lnTo>
                <a:lnTo>
                  <a:pt x="2912812" y="116130"/>
                </a:lnTo>
                <a:lnTo>
                  <a:pt x="2913384" y="115668"/>
                </a:lnTo>
                <a:lnTo>
                  <a:pt x="2913943" y="115193"/>
                </a:lnTo>
                <a:lnTo>
                  <a:pt x="2914490" y="114706"/>
                </a:lnTo>
                <a:lnTo>
                  <a:pt x="2915024" y="114205"/>
                </a:lnTo>
                <a:lnTo>
                  <a:pt x="2915546" y="113691"/>
                </a:lnTo>
                <a:lnTo>
                  <a:pt x="2916056" y="113165"/>
                </a:lnTo>
                <a:lnTo>
                  <a:pt x="2916554" y="112625"/>
                </a:lnTo>
                <a:lnTo>
                  <a:pt x="2917039" y="112073"/>
                </a:lnTo>
                <a:lnTo>
                  <a:pt x="2917512" y="111507"/>
                </a:lnTo>
                <a:lnTo>
                  <a:pt x="2917972" y="110929"/>
                </a:lnTo>
                <a:lnTo>
                  <a:pt x="2918420" y="110338"/>
                </a:lnTo>
                <a:lnTo>
                  <a:pt x="2918856" y="109734"/>
                </a:lnTo>
                <a:lnTo>
                  <a:pt x="2919280" y="109117"/>
                </a:lnTo>
                <a:lnTo>
                  <a:pt x="2919691" y="108487"/>
                </a:lnTo>
                <a:lnTo>
                  <a:pt x="2920090" y="107844"/>
                </a:lnTo>
                <a:lnTo>
                  <a:pt x="2920476" y="107189"/>
                </a:lnTo>
                <a:lnTo>
                  <a:pt x="2920863" y="106521"/>
                </a:lnTo>
                <a:lnTo>
                  <a:pt x="2921232" y="105841"/>
                </a:lnTo>
                <a:lnTo>
                  <a:pt x="2921586" y="105149"/>
                </a:lnTo>
                <a:lnTo>
                  <a:pt x="2921923" y="104446"/>
                </a:lnTo>
                <a:lnTo>
                  <a:pt x="2922243" y="103731"/>
                </a:lnTo>
                <a:lnTo>
                  <a:pt x="2922548" y="103004"/>
                </a:lnTo>
                <a:lnTo>
                  <a:pt x="2922835" y="102266"/>
                </a:lnTo>
                <a:lnTo>
                  <a:pt x="2923106" y="101515"/>
                </a:lnTo>
                <a:lnTo>
                  <a:pt x="2923361" y="100753"/>
                </a:lnTo>
                <a:lnTo>
                  <a:pt x="2923600" y="99980"/>
                </a:lnTo>
                <a:lnTo>
                  <a:pt x="2923821" y="99194"/>
                </a:lnTo>
                <a:lnTo>
                  <a:pt x="2924027" y="98397"/>
                </a:lnTo>
                <a:lnTo>
                  <a:pt x="2924216" y="97588"/>
                </a:lnTo>
                <a:lnTo>
                  <a:pt x="2924389" y="96767"/>
                </a:lnTo>
                <a:lnTo>
                  <a:pt x="2924545" y="95935"/>
                </a:lnTo>
                <a:lnTo>
                  <a:pt x="2924684" y="95091"/>
                </a:lnTo>
                <a:lnTo>
                  <a:pt x="2924808" y="94235"/>
                </a:lnTo>
                <a:lnTo>
                  <a:pt x="2924915" y="93367"/>
                </a:lnTo>
                <a:lnTo>
                  <a:pt x="2925005" y="92488"/>
                </a:lnTo>
                <a:lnTo>
                  <a:pt x="2925079" y="91597"/>
                </a:lnTo>
                <a:lnTo>
                  <a:pt x="2925136" y="90694"/>
                </a:lnTo>
                <a:lnTo>
                  <a:pt x="2925178" y="89779"/>
                </a:lnTo>
                <a:lnTo>
                  <a:pt x="2925202" y="88853"/>
                </a:lnTo>
                <a:lnTo>
                  <a:pt x="2925210" y="87915"/>
                </a:lnTo>
                <a:lnTo>
                  <a:pt x="2910163" y="87915"/>
                </a:lnTo>
                <a:lnTo>
                  <a:pt x="2910159" y="88600"/>
                </a:lnTo>
                <a:lnTo>
                  <a:pt x="2910145" y="89275"/>
                </a:lnTo>
                <a:lnTo>
                  <a:pt x="2910121" y="89938"/>
                </a:lnTo>
                <a:lnTo>
                  <a:pt x="2910088" y="90592"/>
                </a:lnTo>
                <a:lnTo>
                  <a:pt x="2910046" y="91235"/>
                </a:lnTo>
                <a:lnTo>
                  <a:pt x="2909994" y="91867"/>
                </a:lnTo>
                <a:lnTo>
                  <a:pt x="2909933" y="92489"/>
                </a:lnTo>
                <a:lnTo>
                  <a:pt x="2909863" y="93100"/>
                </a:lnTo>
                <a:lnTo>
                  <a:pt x="2909783" y="93700"/>
                </a:lnTo>
                <a:lnTo>
                  <a:pt x="2909694" y="94290"/>
                </a:lnTo>
                <a:lnTo>
                  <a:pt x="2909595" y="94870"/>
                </a:lnTo>
                <a:lnTo>
                  <a:pt x="2909487" y="95438"/>
                </a:lnTo>
                <a:lnTo>
                  <a:pt x="2909370" y="95997"/>
                </a:lnTo>
                <a:lnTo>
                  <a:pt x="2909243" y="96544"/>
                </a:lnTo>
                <a:lnTo>
                  <a:pt x="2909107" y="97082"/>
                </a:lnTo>
                <a:lnTo>
                  <a:pt x="2908961" y="97608"/>
                </a:lnTo>
                <a:lnTo>
                  <a:pt x="2908806" y="98124"/>
                </a:lnTo>
                <a:lnTo>
                  <a:pt x="2908642" y="98630"/>
                </a:lnTo>
                <a:lnTo>
                  <a:pt x="2908468" y="99124"/>
                </a:lnTo>
                <a:lnTo>
                  <a:pt x="2908285" y="99609"/>
                </a:lnTo>
                <a:lnTo>
                  <a:pt x="2908092" y="100082"/>
                </a:lnTo>
                <a:lnTo>
                  <a:pt x="2907890" y="100546"/>
                </a:lnTo>
                <a:lnTo>
                  <a:pt x="2907679" y="100998"/>
                </a:lnTo>
                <a:lnTo>
                  <a:pt x="2907458" y="101440"/>
                </a:lnTo>
                <a:lnTo>
                  <a:pt x="2907243" y="101859"/>
                </a:lnTo>
                <a:lnTo>
                  <a:pt x="2907020" y="102268"/>
                </a:lnTo>
                <a:lnTo>
                  <a:pt x="2906790" y="102669"/>
                </a:lnTo>
                <a:lnTo>
                  <a:pt x="2906552" y="103061"/>
                </a:lnTo>
                <a:lnTo>
                  <a:pt x="2906306" y="103444"/>
                </a:lnTo>
                <a:lnTo>
                  <a:pt x="2906053" y="103818"/>
                </a:lnTo>
                <a:lnTo>
                  <a:pt x="2905792" y="104183"/>
                </a:lnTo>
                <a:lnTo>
                  <a:pt x="2905523" y="104540"/>
                </a:lnTo>
                <a:lnTo>
                  <a:pt x="2905247" y="104888"/>
                </a:lnTo>
                <a:lnTo>
                  <a:pt x="2904963" y="105227"/>
                </a:lnTo>
                <a:lnTo>
                  <a:pt x="2904672" y="105557"/>
                </a:lnTo>
                <a:lnTo>
                  <a:pt x="2904373" y="105878"/>
                </a:lnTo>
                <a:lnTo>
                  <a:pt x="2904066" y="106191"/>
                </a:lnTo>
                <a:lnTo>
                  <a:pt x="2903752" y="106495"/>
                </a:lnTo>
                <a:lnTo>
                  <a:pt x="2903430" y="106790"/>
                </a:lnTo>
                <a:lnTo>
                  <a:pt x="2903100" y="107076"/>
                </a:lnTo>
                <a:lnTo>
                  <a:pt x="2902763" y="107353"/>
                </a:lnTo>
                <a:lnTo>
                  <a:pt x="2902418" y="107622"/>
                </a:lnTo>
                <a:lnTo>
                  <a:pt x="2902065" y="107882"/>
                </a:lnTo>
                <a:lnTo>
                  <a:pt x="2901705" y="108133"/>
                </a:lnTo>
                <a:lnTo>
                  <a:pt x="2901337" y="108375"/>
                </a:lnTo>
                <a:lnTo>
                  <a:pt x="2900962" y="108608"/>
                </a:lnTo>
                <a:lnTo>
                  <a:pt x="2900579" y="108833"/>
                </a:lnTo>
                <a:lnTo>
                  <a:pt x="2900188" y="109048"/>
                </a:lnTo>
                <a:lnTo>
                  <a:pt x="2899805" y="109241"/>
                </a:lnTo>
                <a:lnTo>
                  <a:pt x="2899417" y="109426"/>
                </a:lnTo>
                <a:lnTo>
                  <a:pt x="2899023" y="109603"/>
                </a:lnTo>
                <a:lnTo>
                  <a:pt x="2898624" y="109771"/>
                </a:lnTo>
                <a:lnTo>
                  <a:pt x="2898220" y="109932"/>
                </a:lnTo>
                <a:lnTo>
                  <a:pt x="2897811" y="110084"/>
                </a:lnTo>
                <a:lnTo>
                  <a:pt x="2897396" y="110228"/>
                </a:lnTo>
                <a:lnTo>
                  <a:pt x="2896976" y="110363"/>
                </a:lnTo>
                <a:lnTo>
                  <a:pt x="2896551" y="110491"/>
                </a:lnTo>
                <a:lnTo>
                  <a:pt x="2896120" y="110610"/>
                </a:lnTo>
                <a:lnTo>
                  <a:pt x="2895684" y="110721"/>
                </a:lnTo>
                <a:lnTo>
                  <a:pt x="2895243" y="110823"/>
                </a:lnTo>
                <a:lnTo>
                  <a:pt x="2894797" y="110918"/>
                </a:lnTo>
                <a:lnTo>
                  <a:pt x="2894345" y="111004"/>
                </a:lnTo>
                <a:lnTo>
                  <a:pt x="2893888" y="111082"/>
                </a:lnTo>
                <a:lnTo>
                  <a:pt x="2893426" y="111152"/>
                </a:lnTo>
                <a:lnTo>
                  <a:pt x="2892958" y="111214"/>
                </a:lnTo>
                <a:lnTo>
                  <a:pt x="2892485" y="111267"/>
                </a:lnTo>
                <a:lnTo>
                  <a:pt x="2892007" y="111313"/>
                </a:lnTo>
                <a:lnTo>
                  <a:pt x="2891524" y="111349"/>
                </a:lnTo>
                <a:lnTo>
                  <a:pt x="2891035" y="111378"/>
                </a:lnTo>
                <a:lnTo>
                  <a:pt x="2890541" y="111399"/>
                </a:lnTo>
                <a:lnTo>
                  <a:pt x="2890042" y="111411"/>
                </a:lnTo>
                <a:lnTo>
                  <a:pt x="2889537" y="111415"/>
                </a:lnTo>
                <a:lnTo>
                  <a:pt x="2888712" y="111403"/>
                </a:lnTo>
                <a:lnTo>
                  <a:pt x="2887901" y="111367"/>
                </a:lnTo>
                <a:lnTo>
                  <a:pt x="2887102" y="111307"/>
                </a:lnTo>
                <a:lnTo>
                  <a:pt x="2886316" y="111223"/>
                </a:lnTo>
                <a:lnTo>
                  <a:pt x="2885542" y="111114"/>
                </a:lnTo>
                <a:lnTo>
                  <a:pt x="2884782" y="110982"/>
                </a:lnTo>
                <a:lnTo>
                  <a:pt x="2884035" y="110826"/>
                </a:lnTo>
                <a:lnTo>
                  <a:pt x="2883301" y="110645"/>
                </a:lnTo>
                <a:lnTo>
                  <a:pt x="2882579" y="110440"/>
                </a:lnTo>
                <a:lnTo>
                  <a:pt x="2881870" y="110212"/>
                </a:lnTo>
                <a:lnTo>
                  <a:pt x="2881175" y="109959"/>
                </a:lnTo>
                <a:lnTo>
                  <a:pt x="2880492" y="109682"/>
                </a:lnTo>
                <a:lnTo>
                  <a:pt x="2879822" y="109381"/>
                </a:lnTo>
                <a:lnTo>
                  <a:pt x="2879165" y="109056"/>
                </a:lnTo>
                <a:lnTo>
                  <a:pt x="2878521" y="108707"/>
                </a:lnTo>
                <a:lnTo>
                  <a:pt x="2877890" y="108334"/>
                </a:lnTo>
                <a:lnTo>
                  <a:pt x="2877272" y="107937"/>
                </a:lnTo>
                <a:lnTo>
                  <a:pt x="2876667" y="107516"/>
                </a:lnTo>
                <a:lnTo>
                  <a:pt x="2876075" y="107071"/>
                </a:lnTo>
                <a:lnTo>
                  <a:pt x="2875495" y="106601"/>
                </a:lnTo>
                <a:lnTo>
                  <a:pt x="2874929" y="106108"/>
                </a:lnTo>
                <a:lnTo>
                  <a:pt x="2874375" y="105591"/>
                </a:lnTo>
                <a:lnTo>
                  <a:pt x="2873835" y="105049"/>
                </a:lnTo>
                <a:lnTo>
                  <a:pt x="2873307" y="104483"/>
                </a:lnTo>
                <a:lnTo>
                  <a:pt x="2872810" y="103895"/>
                </a:lnTo>
                <a:lnTo>
                  <a:pt x="2872335" y="103284"/>
                </a:lnTo>
                <a:lnTo>
                  <a:pt x="2871880" y="102650"/>
                </a:lnTo>
                <a:lnTo>
                  <a:pt x="2871447" y="101994"/>
                </a:lnTo>
                <a:lnTo>
                  <a:pt x="2871035" y="101316"/>
                </a:lnTo>
                <a:lnTo>
                  <a:pt x="2870644" y="100616"/>
                </a:lnTo>
                <a:lnTo>
                  <a:pt x="2870274" y="99893"/>
                </a:lnTo>
                <a:lnTo>
                  <a:pt x="2869925" y="99148"/>
                </a:lnTo>
                <a:lnTo>
                  <a:pt x="2869598" y="98381"/>
                </a:lnTo>
                <a:lnTo>
                  <a:pt x="2869291" y="97592"/>
                </a:lnTo>
                <a:lnTo>
                  <a:pt x="2869006" y="96780"/>
                </a:lnTo>
                <a:lnTo>
                  <a:pt x="2868742" y="95945"/>
                </a:lnTo>
                <a:lnTo>
                  <a:pt x="2868499" y="95089"/>
                </a:lnTo>
                <a:lnTo>
                  <a:pt x="2868277" y="94210"/>
                </a:lnTo>
                <a:lnTo>
                  <a:pt x="2868076" y="93309"/>
                </a:lnTo>
                <a:lnTo>
                  <a:pt x="2867897" y="92386"/>
                </a:lnTo>
                <a:lnTo>
                  <a:pt x="2867738" y="91440"/>
                </a:lnTo>
                <a:lnTo>
                  <a:pt x="2867601" y="90472"/>
                </a:lnTo>
                <a:lnTo>
                  <a:pt x="2867485" y="89482"/>
                </a:lnTo>
                <a:lnTo>
                  <a:pt x="2867389" y="88469"/>
                </a:lnTo>
                <a:lnTo>
                  <a:pt x="2867315" y="87434"/>
                </a:lnTo>
                <a:lnTo>
                  <a:pt x="2867263" y="86377"/>
                </a:lnTo>
                <a:lnTo>
                  <a:pt x="2867231" y="85297"/>
                </a:lnTo>
                <a:lnTo>
                  <a:pt x="2867220" y="84195"/>
                </a:lnTo>
                <a:lnTo>
                  <a:pt x="2867220" y="72868"/>
                </a:lnTo>
                <a:lnTo>
                  <a:pt x="2867231" y="71725"/>
                </a:lnTo>
                <a:lnTo>
                  <a:pt x="2867264" y="70608"/>
                </a:lnTo>
                <a:lnTo>
                  <a:pt x="2867318" y="69516"/>
                </a:lnTo>
                <a:lnTo>
                  <a:pt x="2867394" y="68449"/>
                </a:lnTo>
                <a:lnTo>
                  <a:pt x="2867492" y="67407"/>
                </a:lnTo>
                <a:lnTo>
                  <a:pt x="2867611" y="66391"/>
                </a:lnTo>
                <a:lnTo>
                  <a:pt x="2867753" y="65399"/>
                </a:lnTo>
                <a:lnTo>
                  <a:pt x="2867915" y="64433"/>
                </a:lnTo>
                <a:lnTo>
                  <a:pt x="2868100" y="63493"/>
                </a:lnTo>
                <a:lnTo>
                  <a:pt x="2868306" y="62577"/>
                </a:lnTo>
                <a:lnTo>
                  <a:pt x="2868534" y="61687"/>
                </a:lnTo>
                <a:lnTo>
                  <a:pt x="2868784" y="60822"/>
                </a:lnTo>
                <a:lnTo>
                  <a:pt x="2869056" y="59982"/>
                </a:lnTo>
                <a:lnTo>
                  <a:pt x="2869349" y="59168"/>
                </a:lnTo>
                <a:lnTo>
                  <a:pt x="2869664" y="58378"/>
                </a:lnTo>
                <a:lnTo>
                  <a:pt x="2870001" y="57614"/>
                </a:lnTo>
                <a:lnTo>
                  <a:pt x="2870359" y="56875"/>
                </a:lnTo>
                <a:lnTo>
                  <a:pt x="2870739" y="56162"/>
                </a:lnTo>
                <a:lnTo>
                  <a:pt x="2871141" y="55474"/>
                </a:lnTo>
                <a:lnTo>
                  <a:pt x="2871564" y="54810"/>
                </a:lnTo>
                <a:lnTo>
                  <a:pt x="2872010" y="54173"/>
                </a:lnTo>
                <a:lnTo>
                  <a:pt x="2872477" y="53560"/>
                </a:lnTo>
                <a:lnTo>
                  <a:pt x="2872965" y="52973"/>
                </a:lnTo>
                <a:lnTo>
                  <a:pt x="2873476" y="52411"/>
                </a:lnTo>
                <a:lnTo>
                  <a:pt x="2874016" y="51859"/>
                </a:lnTo>
                <a:lnTo>
                  <a:pt x="2874565" y="51331"/>
                </a:lnTo>
                <a:lnTo>
                  <a:pt x="2875124" y="50826"/>
                </a:lnTo>
                <a:lnTo>
                  <a:pt x="2875692" y="50344"/>
                </a:lnTo>
                <a:lnTo>
                  <a:pt x="2876270" y="49886"/>
                </a:lnTo>
                <a:lnTo>
                  <a:pt x="2876857" y="49452"/>
                </a:lnTo>
                <a:lnTo>
                  <a:pt x="2877454" y="49041"/>
                </a:lnTo>
                <a:lnTo>
                  <a:pt x="2878059" y="48654"/>
                </a:lnTo>
                <a:lnTo>
                  <a:pt x="2878675" y="48290"/>
                </a:lnTo>
                <a:lnTo>
                  <a:pt x="2879299" y="47949"/>
                </a:lnTo>
                <a:lnTo>
                  <a:pt x="2879933" y="47632"/>
                </a:lnTo>
                <a:lnTo>
                  <a:pt x="2880577" y="47339"/>
                </a:lnTo>
                <a:lnTo>
                  <a:pt x="2881229" y="47069"/>
                </a:lnTo>
                <a:lnTo>
                  <a:pt x="2881892" y="46822"/>
                </a:lnTo>
                <a:lnTo>
                  <a:pt x="2882563" y="46599"/>
                </a:lnTo>
                <a:lnTo>
                  <a:pt x="2883244" y="46400"/>
                </a:lnTo>
                <a:lnTo>
                  <a:pt x="2883935" y="46223"/>
                </a:lnTo>
                <a:lnTo>
                  <a:pt x="2884634" y="46071"/>
                </a:lnTo>
                <a:lnTo>
                  <a:pt x="2885343" y="45942"/>
                </a:lnTo>
                <a:lnTo>
                  <a:pt x="2886062" y="45836"/>
                </a:lnTo>
                <a:lnTo>
                  <a:pt x="2886790" y="45754"/>
                </a:lnTo>
                <a:lnTo>
                  <a:pt x="2887527" y="45695"/>
                </a:lnTo>
                <a:lnTo>
                  <a:pt x="2888274" y="45660"/>
                </a:lnTo>
                <a:lnTo>
                  <a:pt x="2889030" y="45648"/>
                </a:lnTo>
                <a:lnTo>
                  <a:pt x="2889548" y="45653"/>
                </a:lnTo>
                <a:lnTo>
                  <a:pt x="2890061" y="45666"/>
                </a:lnTo>
                <a:lnTo>
                  <a:pt x="2890567" y="45688"/>
                </a:lnTo>
                <a:lnTo>
                  <a:pt x="2891068" y="45719"/>
                </a:lnTo>
                <a:lnTo>
                  <a:pt x="2891563" y="45758"/>
                </a:lnTo>
                <a:lnTo>
                  <a:pt x="2892052" y="45807"/>
                </a:lnTo>
                <a:lnTo>
                  <a:pt x="2892535" y="45864"/>
                </a:lnTo>
                <a:lnTo>
                  <a:pt x="2893012" y="45930"/>
                </a:lnTo>
                <a:lnTo>
                  <a:pt x="2893484" y="46005"/>
                </a:lnTo>
                <a:lnTo>
                  <a:pt x="2893949" y="46088"/>
                </a:lnTo>
                <a:lnTo>
                  <a:pt x="2894409" y="46181"/>
                </a:lnTo>
                <a:lnTo>
                  <a:pt x="2894863" y="46282"/>
                </a:lnTo>
                <a:lnTo>
                  <a:pt x="2895311" y="46392"/>
                </a:lnTo>
                <a:lnTo>
                  <a:pt x="2895753" y="46511"/>
                </a:lnTo>
                <a:lnTo>
                  <a:pt x="2896189" y="46639"/>
                </a:lnTo>
                <a:lnTo>
                  <a:pt x="2896619" y="46775"/>
                </a:lnTo>
                <a:lnTo>
                  <a:pt x="2897044" y="46920"/>
                </a:lnTo>
                <a:lnTo>
                  <a:pt x="2897462" y="47074"/>
                </a:lnTo>
                <a:lnTo>
                  <a:pt x="2897875" y="47237"/>
                </a:lnTo>
                <a:lnTo>
                  <a:pt x="2898282" y="47409"/>
                </a:lnTo>
                <a:lnTo>
                  <a:pt x="2898683" y="47590"/>
                </a:lnTo>
                <a:lnTo>
                  <a:pt x="2899078" y="47779"/>
                </a:lnTo>
                <a:lnTo>
                  <a:pt x="2899467" y="47977"/>
                </a:lnTo>
                <a:lnTo>
                  <a:pt x="2899850" y="48184"/>
                </a:lnTo>
                <a:lnTo>
                  <a:pt x="2900241" y="48386"/>
                </a:lnTo>
                <a:lnTo>
                  <a:pt x="2900625" y="48598"/>
                </a:lnTo>
                <a:lnTo>
                  <a:pt x="2901002" y="48821"/>
                </a:lnTo>
                <a:lnTo>
                  <a:pt x="2901372" y="49053"/>
                </a:lnTo>
                <a:lnTo>
                  <a:pt x="2901735" y="49295"/>
                </a:lnTo>
                <a:lnTo>
                  <a:pt x="2902090" y="49547"/>
                </a:lnTo>
                <a:lnTo>
                  <a:pt x="2902439" y="49809"/>
                </a:lnTo>
                <a:lnTo>
                  <a:pt x="2902781" y="50081"/>
                </a:lnTo>
                <a:lnTo>
                  <a:pt x="2903115" y="50363"/>
                </a:lnTo>
                <a:lnTo>
                  <a:pt x="2903443" y="50655"/>
                </a:lnTo>
                <a:lnTo>
                  <a:pt x="2903763" y="50957"/>
                </a:lnTo>
                <a:lnTo>
                  <a:pt x="2904077" y="51269"/>
                </a:lnTo>
                <a:lnTo>
                  <a:pt x="2904383" y="51591"/>
                </a:lnTo>
                <a:lnTo>
                  <a:pt x="2904683" y="51923"/>
                </a:lnTo>
                <a:lnTo>
                  <a:pt x="2904975" y="52265"/>
                </a:lnTo>
                <a:lnTo>
                  <a:pt x="2905260" y="52617"/>
                </a:lnTo>
                <a:lnTo>
                  <a:pt x="2905539" y="52979"/>
                </a:lnTo>
                <a:lnTo>
                  <a:pt x="2905810" y="53351"/>
                </a:lnTo>
                <a:lnTo>
                  <a:pt x="2906074" y="53733"/>
                </a:lnTo>
                <a:lnTo>
                  <a:pt x="2906331" y="54125"/>
                </a:lnTo>
                <a:lnTo>
                  <a:pt x="2906581" y="54527"/>
                </a:lnTo>
                <a:lnTo>
                  <a:pt x="2906824" y="54938"/>
                </a:lnTo>
                <a:lnTo>
                  <a:pt x="2907060" y="55360"/>
                </a:lnTo>
                <a:lnTo>
                  <a:pt x="2907289" y="55792"/>
                </a:lnTo>
                <a:lnTo>
                  <a:pt x="2907510" y="56220"/>
                </a:lnTo>
                <a:lnTo>
                  <a:pt x="2907721" y="56660"/>
                </a:lnTo>
                <a:lnTo>
                  <a:pt x="2907923" y="57110"/>
                </a:lnTo>
                <a:lnTo>
                  <a:pt x="2908116" y="57572"/>
                </a:lnTo>
                <a:lnTo>
                  <a:pt x="2908299" y="58045"/>
                </a:lnTo>
                <a:lnTo>
                  <a:pt x="2908473" y="58529"/>
                </a:lnTo>
                <a:lnTo>
                  <a:pt x="2908637" y="59024"/>
                </a:lnTo>
                <a:lnTo>
                  <a:pt x="2908792" y="59530"/>
                </a:lnTo>
                <a:lnTo>
                  <a:pt x="2908938" y="60048"/>
                </a:lnTo>
                <a:lnTo>
                  <a:pt x="2909074" y="60577"/>
                </a:lnTo>
                <a:lnTo>
                  <a:pt x="2909201" y="61116"/>
                </a:lnTo>
                <a:lnTo>
                  <a:pt x="2909318" y="61667"/>
                </a:lnTo>
                <a:lnTo>
                  <a:pt x="2909426" y="62229"/>
                </a:lnTo>
                <a:lnTo>
                  <a:pt x="2909525" y="62803"/>
                </a:lnTo>
                <a:lnTo>
                  <a:pt x="2909614" y="63387"/>
                </a:lnTo>
                <a:lnTo>
                  <a:pt x="2909694" y="63983"/>
                </a:lnTo>
                <a:lnTo>
                  <a:pt x="2909764" y="64589"/>
                </a:lnTo>
                <a:lnTo>
                  <a:pt x="2909825" y="65207"/>
                </a:lnTo>
                <a:lnTo>
                  <a:pt x="2909877" y="65836"/>
                </a:lnTo>
                <a:lnTo>
                  <a:pt x="2909919" y="66476"/>
                </a:lnTo>
                <a:lnTo>
                  <a:pt x="2909952" y="67128"/>
                </a:lnTo>
                <a:lnTo>
                  <a:pt x="2909975" y="67790"/>
                </a:lnTo>
                <a:lnTo>
                  <a:pt x="2909989" y="68464"/>
                </a:lnTo>
                <a:lnTo>
                  <a:pt x="2909994" y="69148"/>
                </a:lnTo>
                <a:lnTo>
                  <a:pt x="2925210" y="69148"/>
                </a:lnTo>
                <a:lnTo>
                  <a:pt x="2925202" y="68224"/>
                </a:lnTo>
                <a:lnTo>
                  <a:pt x="2925179" y="67312"/>
                </a:lnTo>
                <a:lnTo>
                  <a:pt x="2925139" y="66412"/>
                </a:lnTo>
                <a:lnTo>
                  <a:pt x="2925084" y="65523"/>
                </a:lnTo>
                <a:lnTo>
                  <a:pt x="2925012" y="64646"/>
                </a:lnTo>
                <a:lnTo>
                  <a:pt x="2924925" y="63781"/>
                </a:lnTo>
                <a:lnTo>
                  <a:pt x="2924822" y="62927"/>
                </a:lnTo>
                <a:lnTo>
                  <a:pt x="2924703" y="62085"/>
                </a:lnTo>
                <a:lnTo>
                  <a:pt x="2924569" y="61255"/>
                </a:lnTo>
                <a:lnTo>
                  <a:pt x="2924418" y="60437"/>
                </a:lnTo>
                <a:lnTo>
                  <a:pt x="2924252" y="59630"/>
                </a:lnTo>
                <a:lnTo>
                  <a:pt x="2924069" y="58835"/>
                </a:lnTo>
                <a:lnTo>
                  <a:pt x="2923871" y="58052"/>
                </a:lnTo>
                <a:lnTo>
                  <a:pt x="2923657" y="57281"/>
                </a:lnTo>
                <a:lnTo>
                  <a:pt x="2923427" y="56521"/>
                </a:lnTo>
                <a:lnTo>
                  <a:pt x="2923182" y="55773"/>
                </a:lnTo>
                <a:lnTo>
                  <a:pt x="2922920" y="55037"/>
                </a:lnTo>
                <a:lnTo>
                  <a:pt x="2922643" y="54313"/>
                </a:lnTo>
                <a:lnTo>
                  <a:pt x="2922350" y="53600"/>
                </a:lnTo>
                <a:lnTo>
                  <a:pt x="2922040" y="52899"/>
                </a:lnTo>
                <a:lnTo>
                  <a:pt x="2921716" y="52210"/>
                </a:lnTo>
                <a:lnTo>
                  <a:pt x="2921375" y="51533"/>
                </a:lnTo>
                <a:lnTo>
                  <a:pt x="2921018" y="50867"/>
                </a:lnTo>
                <a:lnTo>
                  <a:pt x="2920646" y="50213"/>
                </a:lnTo>
                <a:lnTo>
                  <a:pt x="2920259" y="49557"/>
                </a:lnTo>
                <a:lnTo>
                  <a:pt x="2919861" y="48914"/>
                </a:lnTo>
                <a:lnTo>
                  <a:pt x="2919452" y="48285"/>
                </a:lnTo>
                <a:lnTo>
                  <a:pt x="2919030" y="47668"/>
                </a:lnTo>
                <a:lnTo>
                  <a:pt x="2918597" y="47063"/>
                </a:lnTo>
                <a:lnTo>
                  <a:pt x="2918152" y="46472"/>
                </a:lnTo>
                <a:lnTo>
                  <a:pt x="2917695" y="45894"/>
                </a:lnTo>
                <a:lnTo>
                  <a:pt x="2917227" y="45329"/>
                </a:lnTo>
                <a:lnTo>
                  <a:pt x="2916746" y="44776"/>
                </a:lnTo>
                <a:lnTo>
                  <a:pt x="2916254" y="44237"/>
                </a:lnTo>
                <a:lnTo>
                  <a:pt x="2915751" y="43710"/>
                </a:lnTo>
                <a:lnTo>
                  <a:pt x="2915235" y="43197"/>
                </a:lnTo>
                <a:lnTo>
                  <a:pt x="2914708" y="42696"/>
                </a:lnTo>
                <a:lnTo>
                  <a:pt x="2914169" y="42208"/>
                </a:lnTo>
                <a:lnTo>
                  <a:pt x="2913619" y="41733"/>
                </a:lnTo>
                <a:lnTo>
                  <a:pt x="2913056" y="41271"/>
                </a:lnTo>
                <a:lnTo>
                  <a:pt x="2912482" y="40822"/>
                </a:lnTo>
                <a:lnTo>
                  <a:pt x="2911896" y="40386"/>
                </a:lnTo>
                <a:lnTo>
                  <a:pt x="2911299" y="39963"/>
                </a:lnTo>
                <a:lnTo>
                  <a:pt x="2910689" y="39552"/>
                </a:lnTo>
                <a:lnTo>
                  <a:pt x="2910068" y="39155"/>
                </a:lnTo>
                <a:lnTo>
                  <a:pt x="2909436" y="38770"/>
                </a:lnTo>
                <a:lnTo>
                  <a:pt x="2908791" y="38399"/>
                </a:lnTo>
                <a:lnTo>
                  <a:pt x="2908135" y="38040"/>
                </a:lnTo>
                <a:lnTo>
                  <a:pt x="2907468" y="37681"/>
                </a:lnTo>
                <a:lnTo>
                  <a:pt x="2906793" y="37338"/>
                </a:lnTo>
                <a:lnTo>
                  <a:pt x="2906108" y="37010"/>
                </a:lnTo>
                <a:lnTo>
                  <a:pt x="2905415" y="36697"/>
                </a:lnTo>
                <a:lnTo>
                  <a:pt x="2904714" y="36399"/>
                </a:lnTo>
                <a:lnTo>
                  <a:pt x="2904003" y="36117"/>
                </a:lnTo>
                <a:lnTo>
                  <a:pt x="2903284" y="35850"/>
                </a:lnTo>
                <a:lnTo>
                  <a:pt x="2902555" y="35598"/>
                </a:lnTo>
                <a:lnTo>
                  <a:pt x="2901818" y="35361"/>
                </a:lnTo>
                <a:lnTo>
                  <a:pt x="2901072" y="35140"/>
                </a:lnTo>
                <a:lnTo>
                  <a:pt x="2900318" y="34934"/>
                </a:lnTo>
                <a:lnTo>
                  <a:pt x="2899554" y="34743"/>
                </a:lnTo>
                <a:lnTo>
                  <a:pt x="2898782" y="34568"/>
                </a:lnTo>
                <a:lnTo>
                  <a:pt x="2898001" y="34407"/>
                </a:lnTo>
                <a:lnTo>
                  <a:pt x="2897211" y="34262"/>
                </a:lnTo>
                <a:lnTo>
                  <a:pt x="2896413" y="34133"/>
                </a:lnTo>
                <a:lnTo>
                  <a:pt x="2895605" y="34018"/>
                </a:lnTo>
                <a:lnTo>
                  <a:pt x="2894789" y="33919"/>
                </a:lnTo>
                <a:lnTo>
                  <a:pt x="2893964" y="33835"/>
                </a:lnTo>
                <a:lnTo>
                  <a:pt x="2893130" y="33766"/>
                </a:lnTo>
                <a:lnTo>
                  <a:pt x="2892287" y="33713"/>
                </a:lnTo>
                <a:lnTo>
                  <a:pt x="2891436" y="33675"/>
                </a:lnTo>
                <a:lnTo>
                  <a:pt x="2890575" y="33652"/>
                </a:lnTo>
                <a:lnTo>
                  <a:pt x="2889706" y="33644"/>
                </a:lnTo>
                <a:lnTo>
                  <a:pt x="2887677" y="33644"/>
                </a:lnTo>
                <a:lnTo>
                  <a:pt x="2886989" y="33650"/>
                </a:lnTo>
                <a:lnTo>
                  <a:pt x="2886306" y="33665"/>
                </a:lnTo>
                <a:lnTo>
                  <a:pt x="2885627" y="33692"/>
                </a:lnTo>
                <a:lnTo>
                  <a:pt x="2884953" y="33729"/>
                </a:lnTo>
                <a:lnTo>
                  <a:pt x="2884284" y="33776"/>
                </a:lnTo>
                <a:lnTo>
                  <a:pt x="2883620" y="33835"/>
                </a:lnTo>
                <a:lnTo>
                  <a:pt x="2882960" y="33903"/>
                </a:lnTo>
                <a:lnTo>
                  <a:pt x="2882305" y="33982"/>
                </a:lnTo>
                <a:lnTo>
                  <a:pt x="2881654" y="34072"/>
                </a:lnTo>
                <a:lnTo>
                  <a:pt x="2881009" y="34173"/>
                </a:lnTo>
                <a:lnTo>
                  <a:pt x="2880368" y="34284"/>
                </a:lnTo>
                <a:lnTo>
                  <a:pt x="2879731" y="34405"/>
                </a:lnTo>
                <a:lnTo>
                  <a:pt x="2879100" y="34537"/>
                </a:lnTo>
                <a:lnTo>
                  <a:pt x="2878473" y="34680"/>
                </a:lnTo>
                <a:lnTo>
                  <a:pt x="2877850" y="34833"/>
                </a:lnTo>
                <a:lnTo>
                  <a:pt x="2877233" y="34997"/>
                </a:lnTo>
                <a:lnTo>
                  <a:pt x="2876620" y="35171"/>
                </a:lnTo>
                <a:lnTo>
                  <a:pt x="2876012" y="35356"/>
                </a:lnTo>
                <a:lnTo>
                  <a:pt x="2875408" y="35551"/>
                </a:lnTo>
                <a:lnTo>
                  <a:pt x="2874810" y="35758"/>
                </a:lnTo>
                <a:lnTo>
                  <a:pt x="2874215" y="35974"/>
                </a:lnTo>
                <a:lnTo>
                  <a:pt x="2873626" y="36201"/>
                </a:lnTo>
                <a:lnTo>
                  <a:pt x="2873041" y="36439"/>
                </a:lnTo>
                <a:lnTo>
                  <a:pt x="2872461" y="36687"/>
                </a:lnTo>
                <a:lnTo>
                  <a:pt x="2871887" y="36932"/>
                </a:lnTo>
                <a:lnTo>
                  <a:pt x="2871318" y="37186"/>
                </a:lnTo>
                <a:lnTo>
                  <a:pt x="2870755" y="37451"/>
                </a:lnTo>
                <a:lnTo>
                  <a:pt x="2870198" y="37725"/>
                </a:lnTo>
                <a:lnTo>
                  <a:pt x="2869647" y="38010"/>
                </a:lnTo>
                <a:lnTo>
                  <a:pt x="2869101" y="38304"/>
                </a:lnTo>
                <a:lnTo>
                  <a:pt x="2868562" y="38609"/>
                </a:lnTo>
                <a:lnTo>
                  <a:pt x="2868028" y="38923"/>
                </a:lnTo>
                <a:lnTo>
                  <a:pt x="2867500" y="39247"/>
                </a:lnTo>
                <a:lnTo>
                  <a:pt x="2866978" y="39582"/>
                </a:lnTo>
                <a:lnTo>
                  <a:pt x="2866462" y="39926"/>
                </a:lnTo>
                <a:lnTo>
                  <a:pt x="2865952" y="40280"/>
                </a:lnTo>
                <a:lnTo>
                  <a:pt x="2865448" y="40644"/>
                </a:lnTo>
                <a:lnTo>
                  <a:pt x="2864950" y="41019"/>
                </a:lnTo>
                <a:lnTo>
                  <a:pt x="2864457" y="41403"/>
                </a:lnTo>
                <a:lnTo>
                  <a:pt x="2863970" y="41797"/>
                </a:lnTo>
                <a:lnTo>
                  <a:pt x="2863490" y="42201"/>
                </a:lnTo>
                <a:lnTo>
                  <a:pt x="2863015" y="42615"/>
                </a:lnTo>
                <a:lnTo>
                  <a:pt x="2862546" y="43039"/>
                </a:lnTo>
                <a:lnTo>
                  <a:pt x="2862082" y="43474"/>
                </a:lnTo>
                <a:lnTo>
                  <a:pt x="2861625" y="43918"/>
                </a:lnTo>
                <a:lnTo>
                  <a:pt x="2861174" y="44372"/>
                </a:lnTo>
                <a:lnTo>
                  <a:pt x="2860728" y="44836"/>
                </a:lnTo>
                <a:lnTo>
                  <a:pt x="2860288" y="45310"/>
                </a:lnTo>
                <a:lnTo>
                  <a:pt x="2859870" y="45779"/>
                </a:lnTo>
                <a:lnTo>
                  <a:pt x="2859458" y="46256"/>
                </a:lnTo>
                <a:lnTo>
                  <a:pt x="2859055" y="46742"/>
                </a:lnTo>
                <a:lnTo>
                  <a:pt x="2858659" y="47235"/>
                </a:lnTo>
                <a:lnTo>
                  <a:pt x="2858271" y="47737"/>
                </a:lnTo>
                <a:lnTo>
                  <a:pt x="2857890" y="48248"/>
                </a:lnTo>
                <a:lnTo>
                  <a:pt x="2857517" y="48766"/>
                </a:lnTo>
                <a:lnTo>
                  <a:pt x="2857151" y="49292"/>
                </a:lnTo>
                <a:lnTo>
                  <a:pt x="2856794" y="49827"/>
                </a:lnTo>
                <a:lnTo>
                  <a:pt x="2856444" y="50370"/>
                </a:lnTo>
                <a:lnTo>
                  <a:pt x="2856101" y="50922"/>
                </a:lnTo>
                <a:lnTo>
                  <a:pt x="2855766" y="51481"/>
                </a:lnTo>
                <a:lnTo>
                  <a:pt x="2855439" y="52049"/>
                </a:lnTo>
                <a:lnTo>
                  <a:pt x="2855119" y="52625"/>
                </a:lnTo>
                <a:lnTo>
                  <a:pt x="2854807" y="53209"/>
                </a:lnTo>
                <a:lnTo>
                  <a:pt x="2854503" y="53801"/>
                </a:lnTo>
                <a:lnTo>
                  <a:pt x="2854206" y="54401"/>
                </a:lnTo>
                <a:lnTo>
                  <a:pt x="2853917" y="55010"/>
                </a:lnTo>
                <a:lnTo>
                  <a:pt x="2853635" y="55627"/>
                </a:lnTo>
                <a:lnTo>
                  <a:pt x="2853362" y="56252"/>
                </a:lnTo>
                <a:lnTo>
                  <a:pt x="2853095" y="56886"/>
                </a:lnTo>
                <a:lnTo>
                  <a:pt x="2852837" y="57527"/>
                </a:lnTo>
                <a:lnTo>
                  <a:pt x="2852586" y="58177"/>
                </a:lnTo>
                <a:lnTo>
                  <a:pt x="2852342" y="58835"/>
                </a:lnTo>
                <a:lnTo>
                  <a:pt x="2852108" y="59487"/>
                </a:lnTo>
                <a:lnTo>
                  <a:pt x="2851883" y="60146"/>
                </a:lnTo>
                <a:lnTo>
                  <a:pt x="2851669" y="60811"/>
                </a:lnTo>
                <a:lnTo>
                  <a:pt x="2851464" y="61484"/>
                </a:lnTo>
                <a:lnTo>
                  <a:pt x="2851270" y="62164"/>
                </a:lnTo>
                <a:lnTo>
                  <a:pt x="2851085" y="62851"/>
                </a:lnTo>
                <a:lnTo>
                  <a:pt x="2850910" y="63544"/>
                </a:lnTo>
                <a:lnTo>
                  <a:pt x="2850746" y="64245"/>
                </a:lnTo>
                <a:lnTo>
                  <a:pt x="2850591" y="64953"/>
                </a:lnTo>
                <a:lnTo>
                  <a:pt x="2850446" y="65668"/>
                </a:lnTo>
                <a:lnTo>
                  <a:pt x="2850311" y="66390"/>
                </a:lnTo>
                <a:lnTo>
                  <a:pt x="2850187" y="67120"/>
                </a:lnTo>
                <a:lnTo>
                  <a:pt x="2850072" y="67856"/>
                </a:lnTo>
                <a:lnTo>
                  <a:pt x="2849967" y="68599"/>
                </a:lnTo>
                <a:lnTo>
                  <a:pt x="2849872" y="69349"/>
                </a:lnTo>
                <a:lnTo>
                  <a:pt x="2849787" y="70106"/>
                </a:lnTo>
                <a:lnTo>
                  <a:pt x="2849713" y="70871"/>
                </a:lnTo>
                <a:lnTo>
                  <a:pt x="2849648" y="71642"/>
                </a:lnTo>
                <a:lnTo>
                  <a:pt x="2849593" y="72421"/>
                </a:lnTo>
                <a:lnTo>
                  <a:pt x="2849548" y="73206"/>
                </a:lnTo>
                <a:lnTo>
                  <a:pt x="2849513" y="73998"/>
                </a:lnTo>
                <a:lnTo>
                  <a:pt x="2849488" y="74798"/>
                </a:lnTo>
                <a:lnTo>
                  <a:pt x="2849473" y="75605"/>
                </a:lnTo>
                <a:lnTo>
                  <a:pt x="2849468" y="76418"/>
                </a:lnTo>
                <a:lnTo>
                  <a:pt x="2849468" y="80476"/>
                </a:lnTo>
                <a:lnTo>
                  <a:pt x="2849473" y="81290"/>
                </a:lnTo>
                <a:lnTo>
                  <a:pt x="2849488" y="82097"/>
                </a:lnTo>
                <a:lnTo>
                  <a:pt x="2849513" y="82898"/>
                </a:lnTo>
                <a:lnTo>
                  <a:pt x="2849548" y="83693"/>
                </a:lnTo>
                <a:lnTo>
                  <a:pt x="2849593" y="84481"/>
                </a:lnTo>
                <a:lnTo>
                  <a:pt x="2849648" y="85263"/>
                </a:lnTo>
                <a:lnTo>
                  <a:pt x="2849713" y="86038"/>
                </a:lnTo>
                <a:lnTo>
                  <a:pt x="2849787" y="86807"/>
                </a:lnTo>
                <a:lnTo>
                  <a:pt x="2849872" y="87569"/>
                </a:lnTo>
                <a:lnTo>
                  <a:pt x="2849967" y="88325"/>
                </a:lnTo>
                <a:lnTo>
                  <a:pt x="2850072" y="89074"/>
                </a:lnTo>
                <a:lnTo>
                  <a:pt x="2850187" y="89817"/>
                </a:lnTo>
                <a:lnTo>
                  <a:pt x="2850311" y="90553"/>
                </a:lnTo>
                <a:lnTo>
                  <a:pt x="2850446" y="91283"/>
                </a:lnTo>
                <a:lnTo>
                  <a:pt x="2850591" y="92007"/>
                </a:lnTo>
                <a:lnTo>
                  <a:pt x="2850746" y="92724"/>
                </a:lnTo>
                <a:lnTo>
                  <a:pt x="2850910" y="93435"/>
                </a:lnTo>
                <a:lnTo>
                  <a:pt x="2851085" y="94139"/>
                </a:lnTo>
                <a:lnTo>
                  <a:pt x="2851270" y="94836"/>
                </a:lnTo>
                <a:lnTo>
                  <a:pt x="2851464" y="95528"/>
                </a:lnTo>
                <a:lnTo>
                  <a:pt x="2851669" y="96212"/>
                </a:lnTo>
                <a:lnTo>
                  <a:pt x="2851883" y="96891"/>
                </a:lnTo>
                <a:lnTo>
                  <a:pt x="2852108" y="97563"/>
                </a:lnTo>
                <a:lnTo>
                  <a:pt x="2852342" y="98228"/>
                </a:lnTo>
                <a:lnTo>
                  <a:pt x="2852586" y="98873"/>
                </a:lnTo>
                <a:lnTo>
                  <a:pt x="2852837" y="99510"/>
                </a:lnTo>
                <a:lnTo>
                  <a:pt x="2853095" y="100141"/>
                </a:lnTo>
                <a:lnTo>
                  <a:pt x="2853362" y="100764"/>
                </a:lnTo>
                <a:lnTo>
                  <a:pt x="2853635" y="101380"/>
                </a:lnTo>
                <a:lnTo>
                  <a:pt x="2853917" y="101990"/>
                </a:lnTo>
                <a:lnTo>
                  <a:pt x="2854206" y="102592"/>
                </a:lnTo>
                <a:lnTo>
                  <a:pt x="2854503" y="103187"/>
                </a:lnTo>
                <a:lnTo>
                  <a:pt x="2854807" y="103775"/>
                </a:lnTo>
                <a:lnTo>
                  <a:pt x="2855119" y="104357"/>
                </a:lnTo>
                <a:lnTo>
                  <a:pt x="2855439" y="104931"/>
                </a:lnTo>
                <a:lnTo>
                  <a:pt x="2855766" y="105498"/>
                </a:lnTo>
                <a:lnTo>
                  <a:pt x="2856101" y="106058"/>
                </a:lnTo>
                <a:lnTo>
                  <a:pt x="2856444" y="106611"/>
                </a:lnTo>
                <a:lnTo>
                  <a:pt x="2856794" y="107157"/>
                </a:lnTo>
                <a:lnTo>
                  <a:pt x="2857151" y="107696"/>
                </a:lnTo>
                <a:lnTo>
                  <a:pt x="2857517" y="108228"/>
                </a:lnTo>
                <a:lnTo>
                  <a:pt x="2857890" y="108752"/>
                </a:lnTo>
                <a:lnTo>
                  <a:pt x="2858271" y="109270"/>
                </a:lnTo>
                <a:lnTo>
                  <a:pt x="2858659" y="109781"/>
                </a:lnTo>
                <a:lnTo>
                  <a:pt x="2859055" y="110285"/>
                </a:lnTo>
                <a:lnTo>
                  <a:pt x="2859458" y="110781"/>
                </a:lnTo>
                <a:lnTo>
                  <a:pt x="2859870" y="111271"/>
                </a:lnTo>
                <a:lnTo>
                  <a:pt x="2860288" y="111753"/>
                </a:lnTo>
                <a:lnTo>
                  <a:pt x="2860728" y="112214"/>
                </a:lnTo>
                <a:lnTo>
                  <a:pt x="2861174" y="112666"/>
                </a:lnTo>
                <a:lnTo>
                  <a:pt x="2861625" y="113109"/>
                </a:lnTo>
                <a:lnTo>
                  <a:pt x="2862082" y="113543"/>
                </a:lnTo>
                <a:lnTo>
                  <a:pt x="2862546" y="113968"/>
                </a:lnTo>
                <a:lnTo>
                  <a:pt x="2863015" y="114384"/>
                </a:lnTo>
                <a:lnTo>
                  <a:pt x="2863490" y="114792"/>
                </a:lnTo>
                <a:lnTo>
                  <a:pt x="2863970" y="115191"/>
                </a:lnTo>
                <a:lnTo>
                  <a:pt x="2864457" y="115581"/>
                </a:lnTo>
                <a:lnTo>
                  <a:pt x="2864950" y="115962"/>
                </a:lnTo>
                <a:lnTo>
                  <a:pt x="2865448" y="116335"/>
                </a:lnTo>
                <a:lnTo>
                  <a:pt x="2865952" y="116699"/>
                </a:lnTo>
                <a:lnTo>
                  <a:pt x="2866462" y="117053"/>
                </a:lnTo>
                <a:lnTo>
                  <a:pt x="2866978" y="117399"/>
                </a:lnTo>
                <a:lnTo>
                  <a:pt x="2867500" y="117737"/>
                </a:lnTo>
                <a:lnTo>
                  <a:pt x="2868028" y="118065"/>
                </a:lnTo>
                <a:lnTo>
                  <a:pt x="2868562" y="118385"/>
                </a:lnTo>
                <a:lnTo>
                  <a:pt x="2869101" y="118696"/>
                </a:lnTo>
                <a:lnTo>
                  <a:pt x="2869647" y="118998"/>
                </a:lnTo>
                <a:lnTo>
                  <a:pt x="2870198" y="119291"/>
                </a:lnTo>
                <a:lnTo>
                  <a:pt x="2870755" y="119575"/>
                </a:lnTo>
                <a:lnTo>
                  <a:pt x="2871318" y="119851"/>
                </a:lnTo>
                <a:lnTo>
                  <a:pt x="2871887" y="120118"/>
                </a:lnTo>
                <a:lnTo>
                  <a:pt x="2872461" y="120376"/>
                </a:lnTo>
                <a:lnTo>
                  <a:pt x="2873055" y="120624"/>
                </a:lnTo>
                <a:lnTo>
                  <a:pt x="2873651" y="120862"/>
                </a:lnTo>
                <a:lnTo>
                  <a:pt x="2874250" y="121089"/>
                </a:lnTo>
                <a:lnTo>
                  <a:pt x="2874852" y="121306"/>
                </a:lnTo>
                <a:lnTo>
                  <a:pt x="2875457" y="121512"/>
                </a:lnTo>
                <a:lnTo>
                  <a:pt x="2876065" y="121707"/>
                </a:lnTo>
                <a:lnTo>
                  <a:pt x="2876676" y="121892"/>
                </a:lnTo>
                <a:lnTo>
                  <a:pt x="2877289" y="122066"/>
                </a:lnTo>
                <a:lnTo>
                  <a:pt x="2877906" y="122230"/>
                </a:lnTo>
                <a:lnTo>
                  <a:pt x="2878526" y="122383"/>
                </a:lnTo>
                <a:lnTo>
                  <a:pt x="2879148" y="122526"/>
                </a:lnTo>
                <a:lnTo>
                  <a:pt x="2879774" y="122658"/>
                </a:lnTo>
                <a:lnTo>
                  <a:pt x="2880402" y="122780"/>
                </a:lnTo>
                <a:lnTo>
                  <a:pt x="2881033" y="122891"/>
                </a:lnTo>
                <a:lnTo>
                  <a:pt x="2881668" y="122991"/>
                </a:lnTo>
                <a:lnTo>
                  <a:pt x="2882305" y="123081"/>
                </a:lnTo>
                <a:lnTo>
                  <a:pt x="2882945" y="123160"/>
                </a:lnTo>
                <a:lnTo>
                  <a:pt x="2883588" y="123229"/>
                </a:lnTo>
                <a:lnTo>
                  <a:pt x="2884234" y="123287"/>
                </a:lnTo>
                <a:lnTo>
                  <a:pt x="2884883" y="123334"/>
                </a:lnTo>
                <a:lnTo>
                  <a:pt x="2885535" y="123371"/>
                </a:lnTo>
                <a:lnTo>
                  <a:pt x="2886190" y="123398"/>
                </a:lnTo>
                <a:lnTo>
                  <a:pt x="2886848" y="123414"/>
                </a:lnTo>
                <a:lnTo>
                  <a:pt x="2887508" y="123419"/>
                </a:lnTo>
                <a:lnTo>
                  <a:pt x="2889537" y="123419"/>
                </a:lnTo>
                <a:lnTo>
                  <a:pt x="2890393" y="123412"/>
                </a:lnTo>
                <a:lnTo>
                  <a:pt x="2891240" y="123391"/>
                </a:lnTo>
                <a:lnTo>
                  <a:pt x="2892079" y="123356"/>
                </a:lnTo>
                <a:lnTo>
                  <a:pt x="2892909" y="123306"/>
                </a:lnTo>
                <a:lnTo>
                  <a:pt x="2893732" y="123243"/>
                </a:lnTo>
                <a:lnTo>
                  <a:pt x="2894546" y="123165"/>
                </a:lnTo>
                <a:lnTo>
                  <a:pt x="2895352" y="123074"/>
                </a:lnTo>
                <a:lnTo>
                  <a:pt x="2896150" y="122968"/>
                </a:lnTo>
                <a:close/>
                <a:moveTo>
                  <a:pt x="3055338" y="58592"/>
                </a:moveTo>
                <a:lnTo>
                  <a:pt x="3055355" y="58698"/>
                </a:lnTo>
                <a:lnTo>
                  <a:pt x="3055373" y="58811"/>
                </a:lnTo>
                <a:lnTo>
                  <a:pt x="3055391" y="58929"/>
                </a:lnTo>
                <a:lnTo>
                  <a:pt x="3055410" y="59055"/>
                </a:lnTo>
                <a:lnTo>
                  <a:pt x="3055430" y="59186"/>
                </a:lnTo>
                <a:lnTo>
                  <a:pt x="3055450" y="59325"/>
                </a:lnTo>
                <a:lnTo>
                  <a:pt x="3055471" y="59469"/>
                </a:lnTo>
                <a:lnTo>
                  <a:pt x="3055493" y="59621"/>
                </a:lnTo>
                <a:lnTo>
                  <a:pt x="3055515" y="59778"/>
                </a:lnTo>
                <a:lnTo>
                  <a:pt x="3055537" y="59942"/>
                </a:lnTo>
                <a:lnTo>
                  <a:pt x="3055560" y="60113"/>
                </a:lnTo>
                <a:lnTo>
                  <a:pt x="3055584" y="60290"/>
                </a:lnTo>
                <a:lnTo>
                  <a:pt x="3055609" y="60473"/>
                </a:lnTo>
                <a:lnTo>
                  <a:pt x="3055634" y="60663"/>
                </a:lnTo>
                <a:lnTo>
                  <a:pt x="3055659" y="60860"/>
                </a:lnTo>
                <a:lnTo>
                  <a:pt x="3055685" y="61062"/>
                </a:lnTo>
                <a:lnTo>
                  <a:pt x="3055712" y="61272"/>
                </a:lnTo>
                <a:lnTo>
                  <a:pt x="3055739" y="61487"/>
                </a:lnTo>
                <a:lnTo>
                  <a:pt x="3055767" y="61710"/>
                </a:lnTo>
                <a:lnTo>
                  <a:pt x="3071321" y="61710"/>
                </a:lnTo>
                <a:lnTo>
                  <a:pt x="3071321" y="59681"/>
                </a:lnTo>
                <a:lnTo>
                  <a:pt x="3071330" y="59122"/>
                </a:lnTo>
                <a:lnTo>
                  <a:pt x="3071355" y="58575"/>
                </a:lnTo>
                <a:lnTo>
                  <a:pt x="3071398" y="58038"/>
                </a:lnTo>
                <a:lnTo>
                  <a:pt x="3071457" y="57511"/>
                </a:lnTo>
                <a:lnTo>
                  <a:pt x="3071534" y="56995"/>
                </a:lnTo>
                <a:lnTo>
                  <a:pt x="3071628" y="56489"/>
                </a:lnTo>
                <a:lnTo>
                  <a:pt x="3071738" y="55995"/>
                </a:lnTo>
                <a:lnTo>
                  <a:pt x="3071866" y="55510"/>
                </a:lnTo>
                <a:lnTo>
                  <a:pt x="3072011" y="55037"/>
                </a:lnTo>
                <a:lnTo>
                  <a:pt x="3072173" y="54573"/>
                </a:lnTo>
                <a:lnTo>
                  <a:pt x="3072351" y="54121"/>
                </a:lnTo>
                <a:lnTo>
                  <a:pt x="3072547" y="53679"/>
                </a:lnTo>
                <a:lnTo>
                  <a:pt x="3072760" y="53247"/>
                </a:lnTo>
                <a:lnTo>
                  <a:pt x="3072990" y="52826"/>
                </a:lnTo>
                <a:lnTo>
                  <a:pt x="3073237" y="52416"/>
                </a:lnTo>
                <a:lnTo>
                  <a:pt x="3073500" y="52016"/>
                </a:lnTo>
                <a:lnTo>
                  <a:pt x="3073781" y="51627"/>
                </a:lnTo>
                <a:lnTo>
                  <a:pt x="3074079" y="51248"/>
                </a:lnTo>
                <a:lnTo>
                  <a:pt x="3074394" y="50880"/>
                </a:lnTo>
                <a:lnTo>
                  <a:pt x="3074726" y="50523"/>
                </a:lnTo>
                <a:lnTo>
                  <a:pt x="3075075" y="50176"/>
                </a:lnTo>
                <a:lnTo>
                  <a:pt x="3075441" y="49840"/>
                </a:lnTo>
                <a:lnTo>
                  <a:pt x="3075824" y="49514"/>
                </a:lnTo>
                <a:lnTo>
                  <a:pt x="3076224" y="49199"/>
                </a:lnTo>
                <a:lnTo>
                  <a:pt x="3076640" y="48895"/>
                </a:lnTo>
                <a:lnTo>
                  <a:pt x="3077070" y="48604"/>
                </a:lnTo>
                <a:lnTo>
                  <a:pt x="3077514" y="48327"/>
                </a:lnTo>
                <a:lnTo>
                  <a:pt x="3077971" y="48062"/>
                </a:lnTo>
                <a:lnTo>
                  <a:pt x="3078443" y="47810"/>
                </a:lnTo>
                <a:lnTo>
                  <a:pt x="3078929" y="47571"/>
                </a:lnTo>
                <a:lnTo>
                  <a:pt x="3079430" y="47345"/>
                </a:lnTo>
                <a:lnTo>
                  <a:pt x="3079944" y="47132"/>
                </a:lnTo>
                <a:lnTo>
                  <a:pt x="3080472" y="46932"/>
                </a:lnTo>
                <a:lnTo>
                  <a:pt x="3081015" y="46745"/>
                </a:lnTo>
                <a:lnTo>
                  <a:pt x="3081571" y="46570"/>
                </a:lnTo>
                <a:lnTo>
                  <a:pt x="3082142" y="46409"/>
                </a:lnTo>
                <a:lnTo>
                  <a:pt x="3082726" y="46260"/>
                </a:lnTo>
                <a:lnTo>
                  <a:pt x="3083325" y="46125"/>
                </a:lnTo>
                <a:lnTo>
                  <a:pt x="3083938" y="46002"/>
                </a:lnTo>
                <a:lnTo>
                  <a:pt x="3084565" y="45892"/>
                </a:lnTo>
                <a:lnTo>
                  <a:pt x="3085206" y="45795"/>
                </a:lnTo>
                <a:lnTo>
                  <a:pt x="3085861" y="45712"/>
                </a:lnTo>
                <a:lnTo>
                  <a:pt x="3086530" y="45641"/>
                </a:lnTo>
                <a:lnTo>
                  <a:pt x="3087214" y="45582"/>
                </a:lnTo>
                <a:lnTo>
                  <a:pt x="3087911" y="45537"/>
                </a:lnTo>
                <a:lnTo>
                  <a:pt x="3088622" y="45505"/>
                </a:lnTo>
                <a:lnTo>
                  <a:pt x="3089348" y="45486"/>
                </a:lnTo>
                <a:lnTo>
                  <a:pt x="3090088" y="45479"/>
                </a:lnTo>
                <a:lnTo>
                  <a:pt x="3090895" y="45486"/>
                </a:lnTo>
                <a:lnTo>
                  <a:pt x="3091682" y="45505"/>
                </a:lnTo>
                <a:lnTo>
                  <a:pt x="3092449" y="45537"/>
                </a:lnTo>
                <a:lnTo>
                  <a:pt x="3093197" y="45582"/>
                </a:lnTo>
                <a:lnTo>
                  <a:pt x="3093924" y="45641"/>
                </a:lnTo>
                <a:lnTo>
                  <a:pt x="3094631" y="45712"/>
                </a:lnTo>
                <a:lnTo>
                  <a:pt x="3095319" y="45795"/>
                </a:lnTo>
                <a:lnTo>
                  <a:pt x="3095986" y="45892"/>
                </a:lnTo>
                <a:lnTo>
                  <a:pt x="3096634" y="46002"/>
                </a:lnTo>
                <a:lnTo>
                  <a:pt x="3097261" y="46125"/>
                </a:lnTo>
                <a:lnTo>
                  <a:pt x="3097869" y="46260"/>
                </a:lnTo>
                <a:lnTo>
                  <a:pt x="3098457" y="46409"/>
                </a:lnTo>
                <a:lnTo>
                  <a:pt x="3099024" y="46570"/>
                </a:lnTo>
                <a:lnTo>
                  <a:pt x="3099572" y="46745"/>
                </a:lnTo>
                <a:lnTo>
                  <a:pt x="3100100" y="46932"/>
                </a:lnTo>
                <a:lnTo>
                  <a:pt x="3100607" y="47132"/>
                </a:lnTo>
                <a:lnTo>
                  <a:pt x="3101095" y="47345"/>
                </a:lnTo>
                <a:lnTo>
                  <a:pt x="3101563" y="47571"/>
                </a:lnTo>
                <a:lnTo>
                  <a:pt x="3102011" y="47810"/>
                </a:lnTo>
                <a:lnTo>
                  <a:pt x="3102439" y="48062"/>
                </a:lnTo>
                <a:lnTo>
                  <a:pt x="3102847" y="48327"/>
                </a:lnTo>
                <a:lnTo>
                  <a:pt x="3103235" y="48604"/>
                </a:lnTo>
                <a:lnTo>
                  <a:pt x="3103603" y="48895"/>
                </a:lnTo>
                <a:lnTo>
                  <a:pt x="3103951" y="49199"/>
                </a:lnTo>
                <a:lnTo>
                  <a:pt x="3104296" y="49516"/>
                </a:lnTo>
                <a:lnTo>
                  <a:pt x="3104626" y="49849"/>
                </a:lnTo>
                <a:lnTo>
                  <a:pt x="3104942" y="50197"/>
                </a:lnTo>
                <a:lnTo>
                  <a:pt x="3105243" y="50560"/>
                </a:lnTo>
                <a:lnTo>
                  <a:pt x="3105529" y="50939"/>
                </a:lnTo>
                <a:lnTo>
                  <a:pt x="3105800" y="51333"/>
                </a:lnTo>
                <a:lnTo>
                  <a:pt x="3106057" y="51742"/>
                </a:lnTo>
                <a:lnTo>
                  <a:pt x="3106299" y="52166"/>
                </a:lnTo>
                <a:lnTo>
                  <a:pt x="3106527" y="52606"/>
                </a:lnTo>
                <a:lnTo>
                  <a:pt x="3106740" y="53061"/>
                </a:lnTo>
                <a:lnTo>
                  <a:pt x="3106938" y="53531"/>
                </a:lnTo>
                <a:lnTo>
                  <a:pt x="3107121" y="54017"/>
                </a:lnTo>
                <a:lnTo>
                  <a:pt x="3107290" y="54518"/>
                </a:lnTo>
                <a:lnTo>
                  <a:pt x="3107444" y="55034"/>
                </a:lnTo>
                <a:lnTo>
                  <a:pt x="3107584" y="55565"/>
                </a:lnTo>
                <a:lnTo>
                  <a:pt x="3107708" y="56111"/>
                </a:lnTo>
                <a:lnTo>
                  <a:pt x="3107818" y="56673"/>
                </a:lnTo>
                <a:lnTo>
                  <a:pt x="3107914" y="57250"/>
                </a:lnTo>
                <a:lnTo>
                  <a:pt x="3107994" y="57843"/>
                </a:lnTo>
                <a:lnTo>
                  <a:pt x="3108060" y="58450"/>
                </a:lnTo>
                <a:lnTo>
                  <a:pt x="3108112" y="59073"/>
                </a:lnTo>
                <a:lnTo>
                  <a:pt x="3108149" y="59711"/>
                </a:lnTo>
                <a:lnTo>
                  <a:pt x="3108171" y="60365"/>
                </a:lnTo>
                <a:lnTo>
                  <a:pt x="3108178" y="61033"/>
                </a:lnTo>
                <a:lnTo>
                  <a:pt x="3108178" y="70501"/>
                </a:lnTo>
                <a:lnTo>
                  <a:pt x="3106515" y="70506"/>
                </a:lnTo>
                <a:lnTo>
                  <a:pt x="3104879" y="70521"/>
                </a:lnTo>
                <a:lnTo>
                  <a:pt x="3103270" y="70546"/>
                </a:lnTo>
                <a:lnTo>
                  <a:pt x="3101688" y="70581"/>
                </a:lnTo>
                <a:lnTo>
                  <a:pt x="3100133" y="70626"/>
                </a:lnTo>
                <a:lnTo>
                  <a:pt x="3098604" y="70680"/>
                </a:lnTo>
                <a:lnTo>
                  <a:pt x="3097103" y="70745"/>
                </a:lnTo>
                <a:lnTo>
                  <a:pt x="3095629" y="70820"/>
                </a:lnTo>
                <a:lnTo>
                  <a:pt x="3094182" y="70905"/>
                </a:lnTo>
                <a:lnTo>
                  <a:pt x="3092762" y="71000"/>
                </a:lnTo>
                <a:lnTo>
                  <a:pt x="3091369" y="71105"/>
                </a:lnTo>
                <a:lnTo>
                  <a:pt x="3090003" y="71219"/>
                </a:lnTo>
                <a:lnTo>
                  <a:pt x="3088664" y="71344"/>
                </a:lnTo>
                <a:lnTo>
                  <a:pt x="3087352" y="71479"/>
                </a:lnTo>
                <a:lnTo>
                  <a:pt x="3086067" y="71624"/>
                </a:lnTo>
                <a:lnTo>
                  <a:pt x="3084809" y="71778"/>
                </a:lnTo>
                <a:lnTo>
                  <a:pt x="3083578" y="71943"/>
                </a:lnTo>
                <a:lnTo>
                  <a:pt x="3082374" y="72118"/>
                </a:lnTo>
                <a:lnTo>
                  <a:pt x="3081197" y="72302"/>
                </a:lnTo>
                <a:lnTo>
                  <a:pt x="3080047" y="72497"/>
                </a:lnTo>
                <a:lnTo>
                  <a:pt x="3078924" y="72701"/>
                </a:lnTo>
                <a:lnTo>
                  <a:pt x="3077828" y="72916"/>
                </a:lnTo>
                <a:lnTo>
                  <a:pt x="3076759" y="73141"/>
                </a:lnTo>
                <a:lnTo>
                  <a:pt x="3075717" y="73375"/>
                </a:lnTo>
                <a:lnTo>
                  <a:pt x="3074714" y="73621"/>
                </a:lnTo>
                <a:lnTo>
                  <a:pt x="3073734" y="73878"/>
                </a:lnTo>
                <a:lnTo>
                  <a:pt x="3072777" y="74147"/>
                </a:lnTo>
                <a:lnTo>
                  <a:pt x="3071843" y="74427"/>
                </a:lnTo>
                <a:lnTo>
                  <a:pt x="3070931" y="74719"/>
                </a:lnTo>
                <a:lnTo>
                  <a:pt x="3070043" y="75024"/>
                </a:lnTo>
                <a:lnTo>
                  <a:pt x="3069177" y="75339"/>
                </a:lnTo>
                <a:lnTo>
                  <a:pt x="3068335" y="75667"/>
                </a:lnTo>
                <a:lnTo>
                  <a:pt x="3067515" y="76006"/>
                </a:lnTo>
                <a:lnTo>
                  <a:pt x="3066718" y="76357"/>
                </a:lnTo>
                <a:lnTo>
                  <a:pt x="3065944" y="76720"/>
                </a:lnTo>
                <a:lnTo>
                  <a:pt x="3065193" y="77095"/>
                </a:lnTo>
                <a:lnTo>
                  <a:pt x="3064464" y="77481"/>
                </a:lnTo>
                <a:lnTo>
                  <a:pt x="3063759" y="77879"/>
                </a:lnTo>
                <a:lnTo>
                  <a:pt x="3063077" y="78289"/>
                </a:lnTo>
                <a:lnTo>
                  <a:pt x="3062417" y="78710"/>
                </a:lnTo>
                <a:lnTo>
                  <a:pt x="3061781" y="79143"/>
                </a:lnTo>
                <a:lnTo>
                  <a:pt x="3061167" y="79588"/>
                </a:lnTo>
                <a:lnTo>
                  <a:pt x="3060576" y="80045"/>
                </a:lnTo>
                <a:lnTo>
                  <a:pt x="3060008" y="80514"/>
                </a:lnTo>
                <a:lnTo>
                  <a:pt x="3059463" y="80994"/>
                </a:lnTo>
                <a:lnTo>
                  <a:pt x="3058941" y="81486"/>
                </a:lnTo>
                <a:lnTo>
                  <a:pt x="3058442" y="81989"/>
                </a:lnTo>
                <a:lnTo>
                  <a:pt x="3057965" y="82505"/>
                </a:lnTo>
                <a:lnTo>
                  <a:pt x="3057524" y="83019"/>
                </a:lnTo>
                <a:lnTo>
                  <a:pt x="3057101" y="83547"/>
                </a:lnTo>
                <a:lnTo>
                  <a:pt x="3056697" y="84090"/>
                </a:lnTo>
                <a:lnTo>
                  <a:pt x="3056312" y="84646"/>
                </a:lnTo>
                <a:lnTo>
                  <a:pt x="3055946" y="85217"/>
                </a:lnTo>
                <a:lnTo>
                  <a:pt x="3055598" y="85802"/>
                </a:lnTo>
                <a:lnTo>
                  <a:pt x="3055269" y="86400"/>
                </a:lnTo>
                <a:lnTo>
                  <a:pt x="3054959" y="87013"/>
                </a:lnTo>
                <a:lnTo>
                  <a:pt x="3054668" y="87640"/>
                </a:lnTo>
                <a:lnTo>
                  <a:pt x="3054396" y="88281"/>
                </a:lnTo>
                <a:lnTo>
                  <a:pt x="3054142" y="88936"/>
                </a:lnTo>
                <a:lnTo>
                  <a:pt x="3053908" y="89606"/>
                </a:lnTo>
                <a:lnTo>
                  <a:pt x="3053691" y="90289"/>
                </a:lnTo>
                <a:lnTo>
                  <a:pt x="3053494" y="90986"/>
                </a:lnTo>
                <a:lnTo>
                  <a:pt x="3053316" y="91698"/>
                </a:lnTo>
                <a:lnTo>
                  <a:pt x="3053156" y="92423"/>
                </a:lnTo>
                <a:lnTo>
                  <a:pt x="3053015" y="93163"/>
                </a:lnTo>
                <a:lnTo>
                  <a:pt x="3052893" y="93917"/>
                </a:lnTo>
                <a:lnTo>
                  <a:pt x="3052790" y="94685"/>
                </a:lnTo>
                <a:lnTo>
                  <a:pt x="3052705" y="95467"/>
                </a:lnTo>
                <a:lnTo>
                  <a:pt x="3052640" y="96263"/>
                </a:lnTo>
                <a:lnTo>
                  <a:pt x="3052593" y="97073"/>
                </a:lnTo>
                <a:lnTo>
                  <a:pt x="3052564" y="97897"/>
                </a:lnTo>
                <a:lnTo>
                  <a:pt x="3052555" y="98735"/>
                </a:lnTo>
                <a:lnTo>
                  <a:pt x="3052567" y="99739"/>
                </a:lnTo>
                <a:lnTo>
                  <a:pt x="3052604" y="100723"/>
                </a:lnTo>
                <a:lnTo>
                  <a:pt x="3052666" y="101686"/>
                </a:lnTo>
                <a:lnTo>
                  <a:pt x="3052752" y="102628"/>
                </a:lnTo>
                <a:lnTo>
                  <a:pt x="3052863" y="103550"/>
                </a:lnTo>
                <a:lnTo>
                  <a:pt x="3052999" y="104452"/>
                </a:lnTo>
                <a:lnTo>
                  <a:pt x="3053159" y="105333"/>
                </a:lnTo>
                <a:lnTo>
                  <a:pt x="3053344" y="106193"/>
                </a:lnTo>
                <a:lnTo>
                  <a:pt x="3053553" y="107033"/>
                </a:lnTo>
                <a:lnTo>
                  <a:pt x="3053788" y="107852"/>
                </a:lnTo>
                <a:lnTo>
                  <a:pt x="3054047" y="108651"/>
                </a:lnTo>
                <a:lnTo>
                  <a:pt x="3054330" y="109429"/>
                </a:lnTo>
                <a:lnTo>
                  <a:pt x="3054638" y="110186"/>
                </a:lnTo>
                <a:lnTo>
                  <a:pt x="3054971" y="110923"/>
                </a:lnTo>
                <a:lnTo>
                  <a:pt x="3055329" y="111640"/>
                </a:lnTo>
                <a:lnTo>
                  <a:pt x="3055711" y="112336"/>
                </a:lnTo>
                <a:lnTo>
                  <a:pt x="3056118" y="113011"/>
                </a:lnTo>
                <a:lnTo>
                  <a:pt x="3056549" y="113666"/>
                </a:lnTo>
                <a:lnTo>
                  <a:pt x="3057005" y="114300"/>
                </a:lnTo>
                <a:lnTo>
                  <a:pt x="3057486" y="114914"/>
                </a:lnTo>
                <a:lnTo>
                  <a:pt x="3057992" y="115507"/>
                </a:lnTo>
                <a:lnTo>
                  <a:pt x="3058522" y="116080"/>
                </a:lnTo>
                <a:lnTo>
                  <a:pt x="3059076" y="116632"/>
                </a:lnTo>
                <a:lnTo>
                  <a:pt x="3059656" y="117164"/>
                </a:lnTo>
                <a:lnTo>
                  <a:pt x="3060272" y="117674"/>
                </a:lnTo>
                <a:lnTo>
                  <a:pt x="3060910" y="118163"/>
                </a:lnTo>
                <a:lnTo>
                  <a:pt x="3061568" y="118630"/>
                </a:lnTo>
                <a:lnTo>
                  <a:pt x="3062248" y="119075"/>
                </a:lnTo>
                <a:lnTo>
                  <a:pt x="3062949" y="119498"/>
                </a:lnTo>
                <a:lnTo>
                  <a:pt x="3063671" y="119900"/>
                </a:lnTo>
                <a:lnTo>
                  <a:pt x="3064414" y="120280"/>
                </a:lnTo>
                <a:lnTo>
                  <a:pt x="3065179" y="120639"/>
                </a:lnTo>
                <a:lnTo>
                  <a:pt x="3065964" y="120975"/>
                </a:lnTo>
                <a:lnTo>
                  <a:pt x="3066771" y="121290"/>
                </a:lnTo>
                <a:lnTo>
                  <a:pt x="3067598" y="121584"/>
                </a:lnTo>
                <a:lnTo>
                  <a:pt x="3068447" y="121855"/>
                </a:lnTo>
                <a:lnTo>
                  <a:pt x="3069317" y="122105"/>
                </a:lnTo>
                <a:lnTo>
                  <a:pt x="3070208" y="122333"/>
                </a:lnTo>
                <a:lnTo>
                  <a:pt x="3071121" y="122539"/>
                </a:lnTo>
                <a:lnTo>
                  <a:pt x="3072054" y="122724"/>
                </a:lnTo>
                <a:lnTo>
                  <a:pt x="3073008" y="122887"/>
                </a:lnTo>
                <a:lnTo>
                  <a:pt x="3073984" y="123028"/>
                </a:lnTo>
                <a:lnTo>
                  <a:pt x="3074981" y="123148"/>
                </a:lnTo>
                <a:lnTo>
                  <a:pt x="3075999" y="123245"/>
                </a:lnTo>
                <a:lnTo>
                  <a:pt x="3077038" y="123321"/>
                </a:lnTo>
                <a:lnTo>
                  <a:pt x="3078098" y="123376"/>
                </a:lnTo>
                <a:lnTo>
                  <a:pt x="3079180" y="123408"/>
                </a:lnTo>
                <a:lnTo>
                  <a:pt x="3080282" y="123419"/>
                </a:lnTo>
                <a:lnTo>
                  <a:pt x="3080788" y="123417"/>
                </a:lnTo>
                <a:lnTo>
                  <a:pt x="3081293" y="123410"/>
                </a:lnTo>
                <a:lnTo>
                  <a:pt x="3081796" y="123398"/>
                </a:lnTo>
                <a:lnTo>
                  <a:pt x="3082297" y="123381"/>
                </a:lnTo>
                <a:lnTo>
                  <a:pt x="3082796" y="123360"/>
                </a:lnTo>
                <a:lnTo>
                  <a:pt x="3083293" y="123334"/>
                </a:lnTo>
                <a:lnTo>
                  <a:pt x="3083789" y="123304"/>
                </a:lnTo>
                <a:lnTo>
                  <a:pt x="3084283" y="123269"/>
                </a:lnTo>
                <a:lnTo>
                  <a:pt x="3084775" y="123229"/>
                </a:lnTo>
                <a:lnTo>
                  <a:pt x="3085266" y="123184"/>
                </a:lnTo>
                <a:lnTo>
                  <a:pt x="3085755" y="123135"/>
                </a:lnTo>
                <a:lnTo>
                  <a:pt x="3086242" y="123081"/>
                </a:lnTo>
                <a:lnTo>
                  <a:pt x="3086727" y="123022"/>
                </a:lnTo>
                <a:lnTo>
                  <a:pt x="3087210" y="122959"/>
                </a:lnTo>
                <a:lnTo>
                  <a:pt x="3087692" y="122891"/>
                </a:lnTo>
                <a:lnTo>
                  <a:pt x="3088172" y="122818"/>
                </a:lnTo>
                <a:lnTo>
                  <a:pt x="3088650" y="122740"/>
                </a:lnTo>
                <a:lnTo>
                  <a:pt x="3089126" y="122658"/>
                </a:lnTo>
                <a:lnTo>
                  <a:pt x="3089601" y="122571"/>
                </a:lnTo>
                <a:lnTo>
                  <a:pt x="3090074" y="122480"/>
                </a:lnTo>
                <a:lnTo>
                  <a:pt x="3090545" y="122383"/>
                </a:lnTo>
                <a:lnTo>
                  <a:pt x="3091014" y="122282"/>
                </a:lnTo>
                <a:lnTo>
                  <a:pt x="3091482" y="122177"/>
                </a:lnTo>
                <a:lnTo>
                  <a:pt x="3091948" y="122066"/>
                </a:lnTo>
                <a:lnTo>
                  <a:pt x="3092411" y="121964"/>
                </a:lnTo>
                <a:lnTo>
                  <a:pt x="3092870" y="121856"/>
                </a:lnTo>
                <a:lnTo>
                  <a:pt x="3093327" y="121741"/>
                </a:lnTo>
                <a:lnTo>
                  <a:pt x="3093779" y="121620"/>
                </a:lnTo>
                <a:lnTo>
                  <a:pt x="3094228" y="121493"/>
                </a:lnTo>
                <a:lnTo>
                  <a:pt x="3094674" y="121358"/>
                </a:lnTo>
                <a:lnTo>
                  <a:pt x="3095116" y="121218"/>
                </a:lnTo>
                <a:lnTo>
                  <a:pt x="3095554" y="121071"/>
                </a:lnTo>
                <a:lnTo>
                  <a:pt x="3095989" y="120917"/>
                </a:lnTo>
                <a:lnTo>
                  <a:pt x="3096421" y="120757"/>
                </a:lnTo>
                <a:lnTo>
                  <a:pt x="3096849" y="120591"/>
                </a:lnTo>
                <a:lnTo>
                  <a:pt x="3097273" y="120418"/>
                </a:lnTo>
                <a:lnTo>
                  <a:pt x="3097694" y="120239"/>
                </a:lnTo>
                <a:lnTo>
                  <a:pt x="3098111" y="120053"/>
                </a:lnTo>
                <a:lnTo>
                  <a:pt x="3098525" y="119861"/>
                </a:lnTo>
                <a:lnTo>
                  <a:pt x="3098936" y="119662"/>
                </a:lnTo>
                <a:lnTo>
                  <a:pt x="3099342" y="119457"/>
                </a:lnTo>
                <a:lnTo>
                  <a:pt x="3099746" y="119245"/>
                </a:lnTo>
                <a:lnTo>
                  <a:pt x="3100145" y="119027"/>
                </a:lnTo>
                <a:lnTo>
                  <a:pt x="3100542" y="118802"/>
                </a:lnTo>
                <a:lnTo>
                  <a:pt x="3100934" y="118571"/>
                </a:lnTo>
                <a:lnTo>
                  <a:pt x="3101324" y="118334"/>
                </a:lnTo>
                <a:lnTo>
                  <a:pt x="3101709" y="118090"/>
                </a:lnTo>
                <a:lnTo>
                  <a:pt x="3102091" y="117840"/>
                </a:lnTo>
                <a:lnTo>
                  <a:pt x="3102469" y="117568"/>
                </a:lnTo>
                <a:lnTo>
                  <a:pt x="3102841" y="117290"/>
                </a:lnTo>
                <a:lnTo>
                  <a:pt x="3103206" y="117005"/>
                </a:lnTo>
                <a:lnTo>
                  <a:pt x="3103566" y="116713"/>
                </a:lnTo>
                <a:lnTo>
                  <a:pt x="3103920" y="116413"/>
                </a:lnTo>
                <a:lnTo>
                  <a:pt x="3104268" y="116107"/>
                </a:lnTo>
                <a:lnTo>
                  <a:pt x="3104611" y="115793"/>
                </a:lnTo>
                <a:lnTo>
                  <a:pt x="3104947" y="115473"/>
                </a:lnTo>
                <a:lnTo>
                  <a:pt x="3105277" y="115145"/>
                </a:lnTo>
                <a:lnTo>
                  <a:pt x="3105602" y="114811"/>
                </a:lnTo>
                <a:lnTo>
                  <a:pt x="3105921" y="114469"/>
                </a:lnTo>
                <a:lnTo>
                  <a:pt x="3106234" y="114120"/>
                </a:lnTo>
                <a:lnTo>
                  <a:pt x="3106541" y="113764"/>
                </a:lnTo>
                <a:lnTo>
                  <a:pt x="3106842" y="113402"/>
                </a:lnTo>
                <a:lnTo>
                  <a:pt x="3107137" y="113032"/>
                </a:lnTo>
                <a:lnTo>
                  <a:pt x="3107427" y="112655"/>
                </a:lnTo>
                <a:lnTo>
                  <a:pt x="3107710" y="112271"/>
                </a:lnTo>
                <a:lnTo>
                  <a:pt x="3107988" y="111880"/>
                </a:lnTo>
                <a:lnTo>
                  <a:pt x="3108259" y="111482"/>
                </a:lnTo>
                <a:lnTo>
                  <a:pt x="3108525" y="111077"/>
                </a:lnTo>
                <a:lnTo>
                  <a:pt x="3108785" y="110665"/>
                </a:lnTo>
                <a:lnTo>
                  <a:pt x="3109040" y="110246"/>
                </a:lnTo>
                <a:lnTo>
                  <a:pt x="3109288" y="109820"/>
                </a:lnTo>
                <a:lnTo>
                  <a:pt x="3109530" y="109386"/>
                </a:lnTo>
                <a:lnTo>
                  <a:pt x="3109574" y="109833"/>
                </a:lnTo>
                <a:lnTo>
                  <a:pt x="3109622" y="110272"/>
                </a:lnTo>
                <a:lnTo>
                  <a:pt x="3109673" y="110702"/>
                </a:lnTo>
                <a:lnTo>
                  <a:pt x="3109728" y="111124"/>
                </a:lnTo>
                <a:lnTo>
                  <a:pt x="3109786" y="111538"/>
                </a:lnTo>
                <a:lnTo>
                  <a:pt x="3109847" y="111944"/>
                </a:lnTo>
                <a:lnTo>
                  <a:pt x="3109913" y="112341"/>
                </a:lnTo>
                <a:lnTo>
                  <a:pt x="3109981" y="112730"/>
                </a:lnTo>
                <a:lnTo>
                  <a:pt x="3110054" y="113111"/>
                </a:lnTo>
                <a:lnTo>
                  <a:pt x="3110129" y="113484"/>
                </a:lnTo>
                <a:lnTo>
                  <a:pt x="3110209" y="113848"/>
                </a:lnTo>
                <a:lnTo>
                  <a:pt x="3110291" y="114205"/>
                </a:lnTo>
                <a:lnTo>
                  <a:pt x="3110378" y="114553"/>
                </a:lnTo>
                <a:lnTo>
                  <a:pt x="3110467" y="114893"/>
                </a:lnTo>
                <a:lnTo>
                  <a:pt x="3110561" y="115224"/>
                </a:lnTo>
                <a:lnTo>
                  <a:pt x="3110658" y="115548"/>
                </a:lnTo>
                <a:lnTo>
                  <a:pt x="3110758" y="115863"/>
                </a:lnTo>
                <a:lnTo>
                  <a:pt x="3110862" y="116170"/>
                </a:lnTo>
                <a:lnTo>
                  <a:pt x="3110969" y="116469"/>
                </a:lnTo>
                <a:lnTo>
                  <a:pt x="3111080" y="116759"/>
                </a:lnTo>
                <a:lnTo>
                  <a:pt x="3111195" y="117042"/>
                </a:lnTo>
                <a:lnTo>
                  <a:pt x="3111313" y="117316"/>
                </a:lnTo>
                <a:lnTo>
                  <a:pt x="3111434" y="117582"/>
                </a:lnTo>
                <a:lnTo>
                  <a:pt x="3111559" y="117840"/>
                </a:lnTo>
                <a:lnTo>
                  <a:pt x="3111689" y="118090"/>
                </a:lnTo>
                <a:lnTo>
                  <a:pt x="3111825" y="118334"/>
                </a:lnTo>
                <a:lnTo>
                  <a:pt x="3111966" y="118571"/>
                </a:lnTo>
                <a:lnTo>
                  <a:pt x="3112113" y="118802"/>
                </a:lnTo>
                <a:lnTo>
                  <a:pt x="3112267" y="119027"/>
                </a:lnTo>
                <a:lnTo>
                  <a:pt x="3112426" y="119245"/>
                </a:lnTo>
                <a:lnTo>
                  <a:pt x="3112591" y="119457"/>
                </a:lnTo>
                <a:lnTo>
                  <a:pt x="3112762" y="119662"/>
                </a:lnTo>
                <a:lnTo>
                  <a:pt x="3112938" y="119861"/>
                </a:lnTo>
                <a:lnTo>
                  <a:pt x="3113121" y="120053"/>
                </a:lnTo>
                <a:lnTo>
                  <a:pt x="3113309" y="120239"/>
                </a:lnTo>
                <a:lnTo>
                  <a:pt x="3113504" y="120418"/>
                </a:lnTo>
                <a:lnTo>
                  <a:pt x="3113704" y="120591"/>
                </a:lnTo>
                <a:lnTo>
                  <a:pt x="3113910" y="120757"/>
                </a:lnTo>
                <a:lnTo>
                  <a:pt x="3114122" y="120917"/>
                </a:lnTo>
                <a:lnTo>
                  <a:pt x="3114340" y="121071"/>
                </a:lnTo>
                <a:lnTo>
                  <a:pt x="3114563" y="121218"/>
                </a:lnTo>
                <a:lnTo>
                  <a:pt x="3114793" y="121358"/>
                </a:lnTo>
                <a:lnTo>
                  <a:pt x="3115028" y="121493"/>
                </a:lnTo>
                <a:lnTo>
                  <a:pt x="3115270" y="121620"/>
                </a:lnTo>
                <a:lnTo>
                  <a:pt x="3115517" y="121741"/>
                </a:lnTo>
                <a:lnTo>
                  <a:pt x="3115770" y="121856"/>
                </a:lnTo>
                <a:lnTo>
                  <a:pt x="3116029" y="121964"/>
                </a:lnTo>
                <a:lnTo>
                  <a:pt x="3116293" y="122066"/>
                </a:lnTo>
                <a:lnTo>
                  <a:pt x="3116564" y="122177"/>
                </a:lnTo>
                <a:lnTo>
                  <a:pt x="3116842" y="122282"/>
                </a:lnTo>
                <a:lnTo>
                  <a:pt x="3117125" y="122383"/>
                </a:lnTo>
                <a:lnTo>
                  <a:pt x="3117416" y="122480"/>
                </a:lnTo>
                <a:lnTo>
                  <a:pt x="3117712" y="122571"/>
                </a:lnTo>
                <a:lnTo>
                  <a:pt x="3118016" y="122658"/>
                </a:lnTo>
                <a:lnTo>
                  <a:pt x="3118325" y="122740"/>
                </a:lnTo>
                <a:lnTo>
                  <a:pt x="3118641" y="122818"/>
                </a:lnTo>
                <a:lnTo>
                  <a:pt x="3118964" y="122891"/>
                </a:lnTo>
                <a:lnTo>
                  <a:pt x="3119293" y="122959"/>
                </a:lnTo>
                <a:lnTo>
                  <a:pt x="3119628" y="123022"/>
                </a:lnTo>
                <a:lnTo>
                  <a:pt x="3119970" y="123081"/>
                </a:lnTo>
                <a:lnTo>
                  <a:pt x="3120319" y="123135"/>
                </a:lnTo>
                <a:lnTo>
                  <a:pt x="3120674" y="123184"/>
                </a:lnTo>
                <a:lnTo>
                  <a:pt x="3121035" y="123229"/>
                </a:lnTo>
                <a:lnTo>
                  <a:pt x="3121403" y="123269"/>
                </a:lnTo>
                <a:lnTo>
                  <a:pt x="3121777" y="123304"/>
                </a:lnTo>
                <a:lnTo>
                  <a:pt x="3122158" y="123334"/>
                </a:lnTo>
                <a:lnTo>
                  <a:pt x="3122545" y="123360"/>
                </a:lnTo>
                <a:lnTo>
                  <a:pt x="3122939" y="123381"/>
                </a:lnTo>
                <a:lnTo>
                  <a:pt x="3123339" y="123398"/>
                </a:lnTo>
                <a:lnTo>
                  <a:pt x="3123745" y="123410"/>
                </a:lnTo>
                <a:lnTo>
                  <a:pt x="3124158" y="123417"/>
                </a:lnTo>
                <a:lnTo>
                  <a:pt x="3124578" y="123419"/>
                </a:lnTo>
                <a:lnTo>
                  <a:pt x="3124873" y="123418"/>
                </a:lnTo>
                <a:lnTo>
                  <a:pt x="3125167" y="123413"/>
                </a:lnTo>
                <a:lnTo>
                  <a:pt x="3125460" y="123406"/>
                </a:lnTo>
                <a:lnTo>
                  <a:pt x="3125752" y="123396"/>
                </a:lnTo>
                <a:lnTo>
                  <a:pt x="3126042" y="123382"/>
                </a:lnTo>
                <a:lnTo>
                  <a:pt x="3126332" y="123366"/>
                </a:lnTo>
                <a:lnTo>
                  <a:pt x="3126620" y="123347"/>
                </a:lnTo>
                <a:lnTo>
                  <a:pt x="3126907" y="123325"/>
                </a:lnTo>
                <a:lnTo>
                  <a:pt x="3127193" y="123300"/>
                </a:lnTo>
                <a:lnTo>
                  <a:pt x="3127477" y="123272"/>
                </a:lnTo>
                <a:lnTo>
                  <a:pt x="3127761" y="123241"/>
                </a:lnTo>
                <a:lnTo>
                  <a:pt x="3128043" y="123208"/>
                </a:lnTo>
                <a:lnTo>
                  <a:pt x="3128324" y="123171"/>
                </a:lnTo>
                <a:lnTo>
                  <a:pt x="3128604" y="123131"/>
                </a:lnTo>
                <a:lnTo>
                  <a:pt x="3128883" y="123089"/>
                </a:lnTo>
                <a:lnTo>
                  <a:pt x="3129161" y="123043"/>
                </a:lnTo>
                <a:lnTo>
                  <a:pt x="3129438" y="122995"/>
                </a:lnTo>
                <a:lnTo>
                  <a:pt x="3129713" y="122943"/>
                </a:lnTo>
                <a:lnTo>
                  <a:pt x="3129987" y="122889"/>
                </a:lnTo>
                <a:lnTo>
                  <a:pt x="3130260" y="122832"/>
                </a:lnTo>
                <a:lnTo>
                  <a:pt x="3130532" y="122772"/>
                </a:lnTo>
                <a:lnTo>
                  <a:pt x="3130802" y="122709"/>
                </a:lnTo>
                <a:lnTo>
                  <a:pt x="3131072" y="122643"/>
                </a:lnTo>
                <a:lnTo>
                  <a:pt x="3131340" y="122574"/>
                </a:lnTo>
                <a:lnTo>
                  <a:pt x="3131606" y="122502"/>
                </a:lnTo>
                <a:lnTo>
                  <a:pt x="3131869" y="122428"/>
                </a:lnTo>
                <a:lnTo>
                  <a:pt x="3132127" y="122352"/>
                </a:lnTo>
                <a:lnTo>
                  <a:pt x="3132383" y="122273"/>
                </a:lnTo>
                <a:lnTo>
                  <a:pt x="3132635" y="122192"/>
                </a:lnTo>
                <a:lnTo>
                  <a:pt x="3132883" y="122109"/>
                </a:lnTo>
                <a:lnTo>
                  <a:pt x="3133128" y="122023"/>
                </a:lnTo>
                <a:lnTo>
                  <a:pt x="3133369" y="121935"/>
                </a:lnTo>
                <a:lnTo>
                  <a:pt x="3133607" y="121845"/>
                </a:lnTo>
                <a:lnTo>
                  <a:pt x="3133841" y="121752"/>
                </a:lnTo>
                <a:lnTo>
                  <a:pt x="3134072" y="121657"/>
                </a:lnTo>
                <a:lnTo>
                  <a:pt x="3134299" y="121559"/>
                </a:lnTo>
                <a:lnTo>
                  <a:pt x="3134523" y="121459"/>
                </a:lnTo>
                <a:lnTo>
                  <a:pt x="3134743" y="121357"/>
                </a:lnTo>
                <a:lnTo>
                  <a:pt x="3134959" y="121253"/>
                </a:lnTo>
                <a:lnTo>
                  <a:pt x="3135172" y="121146"/>
                </a:lnTo>
                <a:lnTo>
                  <a:pt x="3135382" y="121037"/>
                </a:lnTo>
                <a:lnTo>
                  <a:pt x="3135588" y="120925"/>
                </a:lnTo>
                <a:lnTo>
                  <a:pt x="3135791" y="120811"/>
                </a:lnTo>
                <a:lnTo>
                  <a:pt x="3135990" y="120695"/>
                </a:lnTo>
                <a:lnTo>
                  <a:pt x="3136185" y="120577"/>
                </a:lnTo>
                <a:lnTo>
                  <a:pt x="3136377" y="120456"/>
                </a:lnTo>
                <a:lnTo>
                  <a:pt x="3136565" y="120332"/>
                </a:lnTo>
                <a:lnTo>
                  <a:pt x="3136750" y="120207"/>
                </a:lnTo>
                <a:lnTo>
                  <a:pt x="3136750" y="109217"/>
                </a:lnTo>
                <a:lnTo>
                  <a:pt x="3136509" y="109383"/>
                </a:lnTo>
                <a:lnTo>
                  <a:pt x="3136264" y="109541"/>
                </a:lnTo>
                <a:lnTo>
                  <a:pt x="3136016" y="109693"/>
                </a:lnTo>
                <a:lnTo>
                  <a:pt x="3135764" y="109837"/>
                </a:lnTo>
                <a:lnTo>
                  <a:pt x="3135509" y="109975"/>
                </a:lnTo>
                <a:lnTo>
                  <a:pt x="3135250" y="110105"/>
                </a:lnTo>
                <a:lnTo>
                  <a:pt x="3134987" y="110228"/>
                </a:lnTo>
                <a:lnTo>
                  <a:pt x="3134721" y="110344"/>
                </a:lnTo>
                <a:lnTo>
                  <a:pt x="3134452" y="110454"/>
                </a:lnTo>
                <a:lnTo>
                  <a:pt x="3134179" y="110556"/>
                </a:lnTo>
                <a:lnTo>
                  <a:pt x="3133903" y="110651"/>
                </a:lnTo>
                <a:lnTo>
                  <a:pt x="3133623" y="110739"/>
                </a:lnTo>
                <a:lnTo>
                  <a:pt x="3133339" y="110820"/>
                </a:lnTo>
                <a:lnTo>
                  <a:pt x="3133052" y="110894"/>
                </a:lnTo>
                <a:lnTo>
                  <a:pt x="3132761" y="110961"/>
                </a:lnTo>
                <a:lnTo>
                  <a:pt x="3132467" y="111021"/>
                </a:lnTo>
                <a:lnTo>
                  <a:pt x="3132170" y="111073"/>
                </a:lnTo>
                <a:lnTo>
                  <a:pt x="3131869" y="111119"/>
                </a:lnTo>
                <a:lnTo>
                  <a:pt x="3131564" y="111158"/>
                </a:lnTo>
                <a:lnTo>
                  <a:pt x="3131256" y="111190"/>
                </a:lnTo>
                <a:lnTo>
                  <a:pt x="3130944" y="111214"/>
                </a:lnTo>
                <a:lnTo>
                  <a:pt x="3130629" y="111232"/>
                </a:lnTo>
                <a:lnTo>
                  <a:pt x="3130310" y="111242"/>
                </a:lnTo>
                <a:lnTo>
                  <a:pt x="3129988" y="111246"/>
                </a:lnTo>
                <a:lnTo>
                  <a:pt x="3129806" y="111244"/>
                </a:lnTo>
                <a:lnTo>
                  <a:pt x="3129627" y="111238"/>
                </a:lnTo>
                <a:lnTo>
                  <a:pt x="3129451" y="111228"/>
                </a:lnTo>
                <a:lnTo>
                  <a:pt x="3129279" y="111213"/>
                </a:lnTo>
                <a:lnTo>
                  <a:pt x="3129109" y="111195"/>
                </a:lnTo>
                <a:lnTo>
                  <a:pt x="3128942" y="111172"/>
                </a:lnTo>
                <a:lnTo>
                  <a:pt x="3128777" y="111145"/>
                </a:lnTo>
                <a:lnTo>
                  <a:pt x="3128616" y="111114"/>
                </a:lnTo>
                <a:lnTo>
                  <a:pt x="3128458" y="111080"/>
                </a:lnTo>
                <a:lnTo>
                  <a:pt x="3128303" y="111041"/>
                </a:lnTo>
                <a:lnTo>
                  <a:pt x="3128150" y="110997"/>
                </a:lnTo>
                <a:lnTo>
                  <a:pt x="3128001" y="110950"/>
                </a:lnTo>
                <a:lnTo>
                  <a:pt x="3127855" y="110899"/>
                </a:lnTo>
                <a:lnTo>
                  <a:pt x="3127711" y="110843"/>
                </a:lnTo>
                <a:lnTo>
                  <a:pt x="3127570" y="110784"/>
                </a:lnTo>
                <a:lnTo>
                  <a:pt x="3127433" y="110720"/>
                </a:lnTo>
                <a:lnTo>
                  <a:pt x="3127298" y="110652"/>
                </a:lnTo>
                <a:lnTo>
                  <a:pt x="3127166" y="110580"/>
                </a:lnTo>
                <a:lnTo>
                  <a:pt x="3127037" y="110504"/>
                </a:lnTo>
                <a:lnTo>
                  <a:pt x="3126912" y="110424"/>
                </a:lnTo>
                <a:lnTo>
                  <a:pt x="3126789" y="110340"/>
                </a:lnTo>
                <a:lnTo>
                  <a:pt x="3126668" y="110252"/>
                </a:lnTo>
                <a:lnTo>
                  <a:pt x="3126551" y="110159"/>
                </a:lnTo>
                <a:lnTo>
                  <a:pt x="3126437" y="110063"/>
                </a:lnTo>
                <a:lnTo>
                  <a:pt x="3126327" y="109961"/>
                </a:lnTo>
                <a:lnTo>
                  <a:pt x="3126221" y="109855"/>
                </a:lnTo>
                <a:lnTo>
                  <a:pt x="3126120" y="109743"/>
                </a:lnTo>
                <a:lnTo>
                  <a:pt x="3126024" y="109626"/>
                </a:lnTo>
                <a:lnTo>
                  <a:pt x="3125932" y="109503"/>
                </a:lnTo>
                <a:lnTo>
                  <a:pt x="3125845" y="109376"/>
                </a:lnTo>
                <a:lnTo>
                  <a:pt x="3125763" y="109243"/>
                </a:lnTo>
                <a:lnTo>
                  <a:pt x="3125686" y="109105"/>
                </a:lnTo>
                <a:lnTo>
                  <a:pt x="3125613" y="108961"/>
                </a:lnTo>
                <a:lnTo>
                  <a:pt x="3125545" y="108812"/>
                </a:lnTo>
                <a:lnTo>
                  <a:pt x="3125482" y="108658"/>
                </a:lnTo>
                <a:lnTo>
                  <a:pt x="3125423" y="108499"/>
                </a:lnTo>
                <a:lnTo>
                  <a:pt x="3125369" y="108334"/>
                </a:lnTo>
                <a:lnTo>
                  <a:pt x="3125320" y="108164"/>
                </a:lnTo>
                <a:lnTo>
                  <a:pt x="3125275" y="107989"/>
                </a:lnTo>
                <a:lnTo>
                  <a:pt x="3125235" y="107808"/>
                </a:lnTo>
                <a:lnTo>
                  <a:pt x="3125200" y="107623"/>
                </a:lnTo>
                <a:lnTo>
                  <a:pt x="3125169" y="107432"/>
                </a:lnTo>
                <a:lnTo>
                  <a:pt x="3125143" y="107235"/>
                </a:lnTo>
                <a:lnTo>
                  <a:pt x="3125122" y="107034"/>
                </a:lnTo>
                <a:lnTo>
                  <a:pt x="3125106" y="106827"/>
                </a:lnTo>
                <a:lnTo>
                  <a:pt x="3125094" y="106614"/>
                </a:lnTo>
                <a:lnTo>
                  <a:pt x="3125087" y="106397"/>
                </a:lnTo>
                <a:lnTo>
                  <a:pt x="3125085" y="106174"/>
                </a:lnTo>
                <a:lnTo>
                  <a:pt x="3125085" y="60357"/>
                </a:lnTo>
                <a:lnTo>
                  <a:pt x="3125070" y="59242"/>
                </a:lnTo>
                <a:lnTo>
                  <a:pt x="3125024" y="58151"/>
                </a:lnTo>
                <a:lnTo>
                  <a:pt x="3124947" y="57084"/>
                </a:lnTo>
                <a:lnTo>
                  <a:pt x="3124841" y="56041"/>
                </a:lnTo>
                <a:lnTo>
                  <a:pt x="3124703" y="55022"/>
                </a:lnTo>
                <a:lnTo>
                  <a:pt x="3124535" y="54027"/>
                </a:lnTo>
                <a:lnTo>
                  <a:pt x="3124337" y="53057"/>
                </a:lnTo>
                <a:lnTo>
                  <a:pt x="3124108" y="52110"/>
                </a:lnTo>
                <a:lnTo>
                  <a:pt x="3123848" y="51188"/>
                </a:lnTo>
                <a:lnTo>
                  <a:pt x="3123558" y="50289"/>
                </a:lnTo>
                <a:lnTo>
                  <a:pt x="3123238" y="49415"/>
                </a:lnTo>
                <a:lnTo>
                  <a:pt x="3122887" y="48565"/>
                </a:lnTo>
                <a:lnTo>
                  <a:pt x="3122505" y="47738"/>
                </a:lnTo>
                <a:lnTo>
                  <a:pt x="3122093" y="46936"/>
                </a:lnTo>
                <a:lnTo>
                  <a:pt x="3121651" y="46158"/>
                </a:lnTo>
                <a:lnTo>
                  <a:pt x="3121177" y="45404"/>
                </a:lnTo>
                <a:lnTo>
                  <a:pt x="3120674" y="44674"/>
                </a:lnTo>
                <a:lnTo>
                  <a:pt x="3120140" y="43968"/>
                </a:lnTo>
                <a:lnTo>
                  <a:pt x="3119575" y="43286"/>
                </a:lnTo>
                <a:lnTo>
                  <a:pt x="3118980" y="42628"/>
                </a:lnTo>
                <a:lnTo>
                  <a:pt x="3118354" y="41995"/>
                </a:lnTo>
                <a:lnTo>
                  <a:pt x="3117697" y="41385"/>
                </a:lnTo>
                <a:lnTo>
                  <a:pt x="3117011" y="40799"/>
                </a:lnTo>
                <a:lnTo>
                  <a:pt x="3116293" y="40238"/>
                </a:lnTo>
                <a:lnTo>
                  <a:pt x="3115560" y="39700"/>
                </a:lnTo>
                <a:lnTo>
                  <a:pt x="3114798" y="39185"/>
                </a:lnTo>
                <a:lnTo>
                  <a:pt x="3114006" y="38693"/>
                </a:lnTo>
                <a:lnTo>
                  <a:pt x="3113184" y="38223"/>
                </a:lnTo>
                <a:lnTo>
                  <a:pt x="3112334" y="37777"/>
                </a:lnTo>
                <a:lnTo>
                  <a:pt x="3111454" y="37353"/>
                </a:lnTo>
                <a:lnTo>
                  <a:pt x="3110544" y="36953"/>
                </a:lnTo>
                <a:lnTo>
                  <a:pt x="3109606" y="36575"/>
                </a:lnTo>
                <a:lnTo>
                  <a:pt x="3108638" y="36220"/>
                </a:lnTo>
                <a:lnTo>
                  <a:pt x="3107640" y="35888"/>
                </a:lnTo>
                <a:lnTo>
                  <a:pt x="3106614" y="35579"/>
                </a:lnTo>
                <a:lnTo>
                  <a:pt x="3105557" y="35293"/>
                </a:lnTo>
                <a:lnTo>
                  <a:pt x="3104472" y="35029"/>
                </a:lnTo>
                <a:lnTo>
                  <a:pt x="3103357" y="34789"/>
                </a:lnTo>
                <a:lnTo>
                  <a:pt x="3102213" y="34572"/>
                </a:lnTo>
                <a:lnTo>
                  <a:pt x="3101040" y="34377"/>
                </a:lnTo>
                <a:lnTo>
                  <a:pt x="3099837" y="34205"/>
                </a:lnTo>
                <a:lnTo>
                  <a:pt x="3098605" y="34056"/>
                </a:lnTo>
                <a:lnTo>
                  <a:pt x="3097343" y="33931"/>
                </a:lnTo>
                <a:lnTo>
                  <a:pt x="3096052" y="33828"/>
                </a:lnTo>
                <a:lnTo>
                  <a:pt x="3094732" y="33747"/>
                </a:lnTo>
                <a:lnTo>
                  <a:pt x="3093382" y="33690"/>
                </a:lnTo>
                <a:lnTo>
                  <a:pt x="3092003" y="33656"/>
                </a:lnTo>
                <a:lnTo>
                  <a:pt x="3090595" y="33644"/>
                </a:lnTo>
                <a:lnTo>
                  <a:pt x="3089268" y="33656"/>
                </a:lnTo>
                <a:lnTo>
                  <a:pt x="3087963" y="33690"/>
                </a:lnTo>
                <a:lnTo>
                  <a:pt x="3086680" y="33747"/>
                </a:lnTo>
                <a:lnTo>
                  <a:pt x="3085420" y="33828"/>
                </a:lnTo>
                <a:lnTo>
                  <a:pt x="3084182" y="33931"/>
                </a:lnTo>
                <a:lnTo>
                  <a:pt x="3082966" y="34056"/>
                </a:lnTo>
                <a:lnTo>
                  <a:pt x="3081772" y="34205"/>
                </a:lnTo>
                <a:lnTo>
                  <a:pt x="3080601" y="34377"/>
                </a:lnTo>
                <a:lnTo>
                  <a:pt x="3079452" y="34572"/>
                </a:lnTo>
                <a:lnTo>
                  <a:pt x="3078326" y="34789"/>
                </a:lnTo>
                <a:lnTo>
                  <a:pt x="3077222" y="35029"/>
                </a:lnTo>
                <a:lnTo>
                  <a:pt x="3076140" y="35293"/>
                </a:lnTo>
                <a:lnTo>
                  <a:pt x="3075080" y="35579"/>
                </a:lnTo>
                <a:lnTo>
                  <a:pt x="3074043" y="35888"/>
                </a:lnTo>
                <a:lnTo>
                  <a:pt x="3073028" y="36220"/>
                </a:lnTo>
                <a:lnTo>
                  <a:pt x="3072035" y="36575"/>
                </a:lnTo>
                <a:lnTo>
                  <a:pt x="3071065" y="36953"/>
                </a:lnTo>
                <a:lnTo>
                  <a:pt x="3070117" y="37353"/>
                </a:lnTo>
                <a:lnTo>
                  <a:pt x="3069191" y="37777"/>
                </a:lnTo>
                <a:lnTo>
                  <a:pt x="3068288" y="38223"/>
                </a:lnTo>
                <a:lnTo>
                  <a:pt x="3067406" y="38693"/>
                </a:lnTo>
                <a:lnTo>
                  <a:pt x="3066548" y="39185"/>
                </a:lnTo>
                <a:lnTo>
                  <a:pt x="3065711" y="39700"/>
                </a:lnTo>
                <a:lnTo>
                  <a:pt x="3064897" y="40238"/>
                </a:lnTo>
                <a:lnTo>
                  <a:pt x="3064124" y="40795"/>
                </a:lnTo>
                <a:lnTo>
                  <a:pt x="3063385" y="41369"/>
                </a:lnTo>
                <a:lnTo>
                  <a:pt x="3062678" y="41958"/>
                </a:lnTo>
                <a:lnTo>
                  <a:pt x="3062004" y="42563"/>
                </a:lnTo>
                <a:lnTo>
                  <a:pt x="3061363" y="43183"/>
                </a:lnTo>
                <a:lnTo>
                  <a:pt x="3060755" y="43820"/>
                </a:lnTo>
                <a:lnTo>
                  <a:pt x="3060179" y="44473"/>
                </a:lnTo>
                <a:lnTo>
                  <a:pt x="3059637" y="45141"/>
                </a:lnTo>
                <a:lnTo>
                  <a:pt x="3059127" y="45825"/>
                </a:lnTo>
                <a:lnTo>
                  <a:pt x="3058651" y="46525"/>
                </a:lnTo>
                <a:lnTo>
                  <a:pt x="3058207" y="47241"/>
                </a:lnTo>
                <a:lnTo>
                  <a:pt x="3057796" y="47973"/>
                </a:lnTo>
                <a:lnTo>
                  <a:pt x="3057418" y="48720"/>
                </a:lnTo>
                <a:lnTo>
                  <a:pt x="3057073" y="49484"/>
                </a:lnTo>
                <a:lnTo>
                  <a:pt x="3056761" y="50263"/>
                </a:lnTo>
                <a:lnTo>
                  <a:pt x="3056481" y="51058"/>
                </a:lnTo>
                <a:lnTo>
                  <a:pt x="3056235" y="51869"/>
                </a:lnTo>
                <a:lnTo>
                  <a:pt x="3056021" y="52696"/>
                </a:lnTo>
                <a:lnTo>
                  <a:pt x="3055840" y="53539"/>
                </a:lnTo>
                <a:lnTo>
                  <a:pt x="3055692" y="54397"/>
                </a:lnTo>
                <a:lnTo>
                  <a:pt x="3055577" y="55272"/>
                </a:lnTo>
                <a:lnTo>
                  <a:pt x="3055495" y="56162"/>
                </a:lnTo>
                <a:lnTo>
                  <a:pt x="3055446" y="57068"/>
                </a:lnTo>
                <a:lnTo>
                  <a:pt x="3055429" y="57990"/>
                </a:lnTo>
                <a:lnTo>
                  <a:pt x="3055429" y="58017"/>
                </a:lnTo>
                <a:lnTo>
                  <a:pt x="3055428" y="58042"/>
                </a:lnTo>
                <a:lnTo>
                  <a:pt x="3055426" y="58064"/>
                </a:lnTo>
                <a:lnTo>
                  <a:pt x="3055424" y="58084"/>
                </a:lnTo>
                <a:lnTo>
                  <a:pt x="3055422" y="58102"/>
                </a:lnTo>
                <a:lnTo>
                  <a:pt x="3055419" y="58117"/>
                </a:lnTo>
                <a:lnTo>
                  <a:pt x="3055415" y="58130"/>
                </a:lnTo>
                <a:lnTo>
                  <a:pt x="3055410" y="58140"/>
                </a:lnTo>
                <a:lnTo>
                  <a:pt x="3055405" y="58148"/>
                </a:lnTo>
                <a:lnTo>
                  <a:pt x="3055400" y="58154"/>
                </a:lnTo>
                <a:lnTo>
                  <a:pt x="3055394" y="58158"/>
                </a:lnTo>
                <a:lnTo>
                  <a:pt x="3055387" y="58159"/>
                </a:lnTo>
                <a:lnTo>
                  <a:pt x="3055379" y="58158"/>
                </a:lnTo>
                <a:lnTo>
                  <a:pt x="3055371" y="58154"/>
                </a:lnTo>
                <a:lnTo>
                  <a:pt x="3055363" y="58148"/>
                </a:lnTo>
                <a:lnTo>
                  <a:pt x="3055354" y="58140"/>
                </a:lnTo>
                <a:lnTo>
                  <a:pt x="3055344" y="58130"/>
                </a:lnTo>
                <a:lnTo>
                  <a:pt x="3055334" y="58117"/>
                </a:lnTo>
                <a:lnTo>
                  <a:pt x="3055323" y="58102"/>
                </a:lnTo>
                <a:lnTo>
                  <a:pt x="3055312" y="58084"/>
                </a:lnTo>
                <a:lnTo>
                  <a:pt x="3055300" y="58064"/>
                </a:lnTo>
                <a:lnTo>
                  <a:pt x="3055287" y="58042"/>
                </a:lnTo>
                <a:lnTo>
                  <a:pt x="3055274" y="58017"/>
                </a:lnTo>
                <a:lnTo>
                  <a:pt x="3055260" y="57990"/>
                </a:lnTo>
                <a:lnTo>
                  <a:pt x="3055260" y="58025"/>
                </a:lnTo>
                <a:lnTo>
                  <a:pt x="3055260" y="58091"/>
                </a:lnTo>
                <a:lnTo>
                  <a:pt x="3055260" y="58159"/>
                </a:lnTo>
                <a:lnTo>
                  <a:pt x="3055274" y="58233"/>
                </a:lnTo>
                <a:lnTo>
                  <a:pt x="3055289" y="58313"/>
                </a:lnTo>
                <a:lnTo>
                  <a:pt x="3055305" y="58400"/>
                </a:lnTo>
                <a:lnTo>
                  <a:pt x="3055321" y="58493"/>
                </a:lnTo>
                <a:lnTo>
                  <a:pt x="3055338" y="58592"/>
                </a:lnTo>
                <a:close/>
                <a:moveTo>
                  <a:pt x="3080470" y="111040"/>
                </a:moveTo>
                <a:lnTo>
                  <a:pt x="3079904" y="110940"/>
                </a:lnTo>
                <a:lnTo>
                  <a:pt x="3079353" y="110828"/>
                </a:lnTo>
                <a:lnTo>
                  <a:pt x="3078817" y="110705"/>
                </a:lnTo>
                <a:lnTo>
                  <a:pt x="3078295" y="110570"/>
                </a:lnTo>
                <a:lnTo>
                  <a:pt x="3077788" y="110423"/>
                </a:lnTo>
                <a:lnTo>
                  <a:pt x="3077296" y="110265"/>
                </a:lnTo>
                <a:lnTo>
                  <a:pt x="3076819" y="110094"/>
                </a:lnTo>
                <a:lnTo>
                  <a:pt x="3076356" y="109912"/>
                </a:lnTo>
                <a:lnTo>
                  <a:pt x="3075908" y="109719"/>
                </a:lnTo>
                <a:lnTo>
                  <a:pt x="3075474" y="109513"/>
                </a:lnTo>
                <a:lnTo>
                  <a:pt x="3075055" y="109296"/>
                </a:lnTo>
                <a:lnTo>
                  <a:pt x="3074651" y="109067"/>
                </a:lnTo>
                <a:lnTo>
                  <a:pt x="3074262" y="108826"/>
                </a:lnTo>
                <a:lnTo>
                  <a:pt x="3073887" y="108574"/>
                </a:lnTo>
                <a:lnTo>
                  <a:pt x="3073527" y="108310"/>
                </a:lnTo>
                <a:lnTo>
                  <a:pt x="3073181" y="108034"/>
                </a:lnTo>
                <a:lnTo>
                  <a:pt x="3072864" y="107746"/>
                </a:lnTo>
                <a:lnTo>
                  <a:pt x="3072560" y="107447"/>
                </a:lnTo>
                <a:lnTo>
                  <a:pt x="3072270" y="107136"/>
                </a:lnTo>
                <a:lnTo>
                  <a:pt x="3071993" y="106813"/>
                </a:lnTo>
                <a:lnTo>
                  <a:pt x="3071730" y="106478"/>
                </a:lnTo>
                <a:lnTo>
                  <a:pt x="3071480" y="106132"/>
                </a:lnTo>
                <a:lnTo>
                  <a:pt x="3071244" y="105774"/>
                </a:lnTo>
                <a:lnTo>
                  <a:pt x="3071021" y="105404"/>
                </a:lnTo>
                <a:lnTo>
                  <a:pt x="3070811" y="105022"/>
                </a:lnTo>
                <a:lnTo>
                  <a:pt x="3070616" y="104629"/>
                </a:lnTo>
                <a:lnTo>
                  <a:pt x="3070433" y="104224"/>
                </a:lnTo>
                <a:lnTo>
                  <a:pt x="3070265" y="103807"/>
                </a:lnTo>
                <a:lnTo>
                  <a:pt x="3070109" y="103379"/>
                </a:lnTo>
                <a:lnTo>
                  <a:pt x="3069968" y="102938"/>
                </a:lnTo>
                <a:lnTo>
                  <a:pt x="3069839" y="102486"/>
                </a:lnTo>
                <a:lnTo>
                  <a:pt x="3069725" y="102023"/>
                </a:lnTo>
                <a:lnTo>
                  <a:pt x="3069623" y="101547"/>
                </a:lnTo>
                <a:lnTo>
                  <a:pt x="3069535" y="101060"/>
                </a:lnTo>
                <a:lnTo>
                  <a:pt x="3069461" y="100561"/>
                </a:lnTo>
                <a:lnTo>
                  <a:pt x="3069400" y="100050"/>
                </a:lnTo>
                <a:lnTo>
                  <a:pt x="3069353" y="99528"/>
                </a:lnTo>
                <a:lnTo>
                  <a:pt x="3069319" y="98993"/>
                </a:lnTo>
                <a:lnTo>
                  <a:pt x="3069299" y="98447"/>
                </a:lnTo>
                <a:lnTo>
                  <a:pt x="3069292" y="97890"/>
                </a:lnTo>
                <a:lnTo>
                  <a:pt x="3069299" y="97346"/>
                </a:lnTo>
                <a:lnTo>
                  <a:pt x="3069317" y="96812"/>
                </a:lnTo>
                <a:lnTo>
                  <a:pt x="3069348" y="96289"/>
                </a:lnTo>
                <a:lnTo>
                  <a:pt x="3069391" y="95776"/>
                </a:lnTo>
                <a:lnTo>
                  <a:pt x="3069447" y="95274"/>
                </a:lnTo>
                <a:lnTo>
                  <a:pt x="3069514" y="94783"/>
                </a:lnTo>
                <a:lnTo>
                  <a:pt x="3069594" y="94302"/>
                </a:lnTo>
                <a:lnTo>
                  <a:pt x="3069687" y="93832"/>
                </a:lnTo>
                <a:lnTo>
                  <a:pt x="3069792" y="93372"/>
                </a:lnTo>
                <a:lnTo>
                  <a:pt x="3069909" y="92923"/>
                </a:lnTo>
                <a:lnTo>
                  <a:pt x="3070038" y="92485"/>
                </a:lnTo>
                <a:lnTo>
                  <a:pt x="3070180" y="92057"/>
                </a:lnTo>
                <a:lnTo>
                  <a:pt x="3070334" y="91640"/>
                </a:lnTo>
                <a:lnTo>
                  <a:pt x="3070501" y="91233"/>
                </a:lnTo>
                <a:lnTo>
                  <a:pt x="3070679" y="90836"/>
                </a:lnTo>
                <a:lnTo>
                  <a:pt x="3070870" y="90451"/>
                </a:lnTo>
                <a:lnTo>
                  <a:pt x="3071074" y="90076"/>
                </a:lnTo>
                <a:lnTo>
                  <a:pt x="3071290" y="89711"/>
                </a:lnTo>
                <a:lnTo>
                  <a:pt x="3071518" y="89357"/>
                </a:lnTo>
                <a:lnTo>
                  <a:pt x="3071758" y="89014"/>
                </a:lnTo>
                <a:lnTo>
                  <a:pt x="3072011" y="88681"/>
                </a:lnTo>
                <a:lnTo>
                  <a:pt x="3072276" y="88359"/>
                </a:lnTo>
                <a:lnTo>
                  <a:pt x="3072553" y="88047"/>
                </a:lnTo>
                <a:lnTo>
                  <a:pt x="3072843" y="87746"/>
                </a:lnTo>
                <a:lnTo>
                  <a:pt x="3073161" y="87440"/>
                </a:lnTo>
                <a:lnTo>
                  <a:pt x="3073496" y="87141"/>
                </a:lnTo>
                <a:lnTo>
                  <a:pt x="3073847" y="86850"/>
                </a:lnTo>
                <a:lnTo>
                  <a:pt x="3074214" y="86567"/>
                </a:lnTo>
                <a:lnTo>
                  <a:pt x="3074598" y="86291"/>
                </a:lnTo>
                <a:lnTo>
                  <a:pt x="3074999" y="86023"/>
                </a:lnTo>
                <a:lnTo>
                  <a:pt x="3075415" y="85763"/>
                </a:lnTo>
                <a:lnTo>
                  <a:pt x="3075849" y="85510"/>
                </a:lnTo>
                <a:lnTo>
                  <a:pt x="3076298" y="85265"/>
                </a:lnTo>
                <a:lnTo>
                  <a:pt x="3076764" y="85028"/>
                </a:lnTo>
                <a:lnTo>
                  <a:pt x="3077247" y="84798"/>
                </a:lnTo>
                <a:lnTo>
                  <a:pt x="3077746" y="84576"/>
                </a:lnTo>
                <a:lnTo>
                  <a:pt x="3078261" y="84361"/>
                </a:lnTo>
                <a:lnTo>
                  <a:pt x="3078793" y="84154"/>
                </a:lnTo>
                <a:lnTo>
                  <a:pt x="3079341" y="83955"/>
                </a:lnTo>
                <a:lnTo>
                  <a:pt x="3079906" y="83763"/>
                </a:lnTo>
                <a:lnTo>
                  <a:pt x="3080487" y="83579"/>
                </a:lnTo>
                <a:lnTo>
                  <a:pt x="3081085" y="83403"/>
                </a:lnTo>
                <a:lnTo>
                  <a:pt x="3081699" y="83234"/>
                </a:lnTo>
                <a:lnTo>
                  <a:pt x="3082329" y="83073"/>
                </a:lnTo>
                <a:lnTo>
                  <a:pt x="3082976" y="82919"/>
                </a:lnTo>
                <a:lnTo>
                  <a:pt x="3083640" y="82774"/>
                </a:lnTo>
                <a:lnTo>
                  <a:pt x="3084319" y="82635"/>
                </a:lnTo>
                <a:lnTo>
                  <a:pt x="3085016" y="82505"/>
                </a:lnTo>
                <a:lnTo>
                  <a:pt x="3085745" y="82367"/>
                </a:lnTo>
                <a:lnTo>
                  <a:pt x="3086494" y="82235"/>
                </a:lnTo>
                <a:lnTo>
                  <a:pt x="3087264" y="82108"/>
                </a:lnTo>
                <a:lnTo>
                  <a:pt x="3088054" y="81988"/>
                </a:lnTo>
                <a:lnTo>
                  <a:pt x="3088865" y="81874"/>
                </a:lnTo>
                <a:lnTo>
                  <a:pt x="3089697" y="81765"/>
                </a:lnTo>
                <a:lnTo>
                  <a:pt x="3090549" y="81662"/>
                </a:lnTo>
                <a:lnTo>
                  <a:pt x="3091422" y="81565"/>
                </a:lnTo>
                <a:lnTo>
                  <a:pt x="3092315" y="81474"/>
                </a:lnTo>
                <a:lnTo>
                  <a:pt x="3093228" y="81389"/>
                </a:lnTo>
                <a:lnTo>
                  <a:pt x="3094163" y="81310"/>
                </a:lnTo>
                <a:lnTo>
                  <a:pt x="3095118" y="81237"/>
                </a:lnTo>
                <a:lnTo>
                  <a:pt x="3096093" y="81169"/>
                </a:lnTo>
                <a:lnTo>
                  <a:pt x="3097089" y="81108"/>
                </a:lnTo>
                <a:lnTo>
                  <a:pt x="3098105" y="81052"/>
                </a:lnTo>
                <a:lnTo>
                  <a:pt x="3099142" y="81002"/>
                </a:lnTo>
                <a:lnTo>
                  <a:pt x="3100200" y="80958"/>
                </a:lnTo>
                <a:lnTo>
                  <a:pt x="3101278" y="80920"/>
                </a:lnTo>
                <a:lnTo>
                  <a:pt x="3102376" y="80887"/>
                </a:lnTo>
                <a:lnTo>
                  <a:pt x="3103496" y="80861"/>
                </a:lnTo>
                <a:lnTo>
                  <a:pt x="3104635" y="80841"/>
                </a:lnTo>
                <a:lnTo>
                  <a:pt x="3105796" y="80826"/>
                </a:lnTo>
                <a:lnTo>
                  <a:pt x="3106977" y="80817"/>
                </a:lnTo>
                <a:lnTo>
                  <a:pt x="3108178" y="80814"/>
                </a:lnTo>
                <a:lnTo>
                  <a:pt x="3108178" y="86055"/>
                </a:lnTo>
                <a:lnTo>
                  <a:pt x="3108173" y="86645"/>
                </a:lnTo>
                <a:lnTo>
                  <a:pt x="3108160" y="87229"/>
                </a:lnTo>
                <a:lnTo>
                  <a:pt x="3108138" y="87809"/>
                </a:lnTo>
                <a:lnTo>
                  <a:pt x="3108107" y="88385"/>
                </a:lnTo>
                <a:lnTo>
                  <a:pt x="3108068" y="88955"/>
                </a:lnTo>
                <a:lnTo>
                  <a:pt x="3108019" y="89521"/>
                </a:lnTo>
                <a:lnTo>
                  <a:pt x="3107962" y="90082"/>
                </a:lnTo>
                <a:lnTo>
                  <a:pt x="3107896" y="90639"/>
                </a:lnTo>
                <a:lnTo>
                  <a:pt x="3107821" y="91191"/>
                </a:lnTo>
                <a:lnTo>
                  <a:pt x="3107738" y="91738"/>
                </a:lnTo>
                <a:lnTo>
                  <a:pt x="3107645" y="92280"/>
                </a:lnTo>
                <a:lnTo>
                  <a:pt x="3107544" y="92818"/>
                </a:lnTo>
                <a:lnTo>
                  <a:pt x="3107434" y="93351"/>
                </a:lnTo>
                <a:lnTo>
                  <a:pt x="3107315" y="93879"/>
                </a:lnTo>
                <a:lnTo>
                  <a:pt x="3107187" y="94403"/>
                </a:lnTo>
                <a:lnTo>
                  <a:pt x="3107051" y="94922"/>
                </a:lnTo>
                <a:lnTo>
                  <a:pt x="3106906" y="95436"/>
                </a:lnTo>
                <a:lnTo>
                  <a:pt x="3106751" y="95946"/>
                </a:lnTo>
                <a:lnTo>
                  <a:pt x="3106589" y="96450"/>
                </a:lnTo>
                <a:lnTo>
                  <a:pt x="3106417" y="96951"/>
                </a:lnTo>
                <a:lnTo>
                  <a:pt x="3106236" y="97446"/>
                </a:lnTo>
                <a:lnTo>
                  <a:pt x="3106047" y="97937"/>
                </a:lnTo>
                <a:lnTo>
                  <a:pt x="3105849" y="98423"/>
                </a:lnTo>
                <a:lnTo>
                  <a:pt x="3105642" y="98904"/>
                </a:lnTo>
                <a:lnTo>
                  <a:pt x="3105440" y="99379"/>
                </a:lnTo>
                <a:lnTo>
                  <a:pt x="3105229" y="99846"/>
                </a:lnTo>
                <a:lnTo>
                  <a:pt x="3105008" y="100304"/>
                </a:lnTo>
                <a:lnTo>
                  <a:pt x="3104778" y="100755"/>
                </a:lnTo>
                <a:lnTo>
                  <a:pt x="3104538" y="101197"/>
                </a:lnTo>
                <a:lnTo>
                  <a:pt x="3104289" y="101630"/>
                </a:lnTo>
                <a:lnTo>
                  <a:pt x="3104031" y="102056"/>
                </a:lnTo>
                <a:lnTo>
                  <a:pt x="3103763" y="102473"/>
                </a:lnTo>
                <a:lnTo>
                  <a:pt x="3103486" y="102883"/>
                </a:lnTo>
                <a:lnTo>
                  <a:pt x="3103200" y="103284"/>
                </a:lnTo>
                <a:lnTo>
                  <a:pt x="3102904" y="103676"/>
                </a:lnTo>
                <a:lnTo>
                  <a:pt x="3102599" y="104061"/>
                </a:lnTo>
                <a:lnTo>
                  <a:pt x="3102284" y="104437"/>
                </a:lnTo>
                <a:lnTo>
                  <a:pt x="3101960" y="104805"/>
                </a:lnTo>
                <a:lnTo>
                  <a:pt x="3101627" y="105165"/>
                </a:lnTo>
                <a:lnTo>
                  <a:pt x="3101284" y="105517"/>
                </a:lnTo>
                <a:lnTo>
                  <a:pt x="3100932" y="105860"/>
                </a:lnTo>
                <a:lnTo>
                  <a:pt x="3100570" y="106195"/>
                </a:lnTo>
                <a:lnTo>
                  <a:pt x="3100199" y="106522"/>
                </a:lnTo>
                <a:lnTo>
                  <a:pt x="3099819" y="106841"/>
                </a:lnTo>
                <a:lnTo>
                  <a:pt x="3099429" y="107152"/>
                </a:lnTo>
                <a:lnTo>
                  <a:pt x="3099030" y="107454"/>
                </a:lnTo>
                <a:lnTo>
                  <a:pt x="3098621" y="107748"/>
                </a:lnTo>
                <a:lnTo>
                  <a:pt x="3098203" y="108034"/>
                </a:lnTo>
                <a:lnTo>
                  <a:pt x="3097790" y="108310"/>
                </a:lnTo>
                <a:lnTo>
                  <a:pt x="3097366" y="108574"/>
                </a:lnTo>
                <a:lnTo>
                  <a:pt x="3096932" y="108826"/>
                </a:lnTo>
                <a:lnTo>
                  <a:pt x="3096489" y="109067"/>
                </a:lnTo>
                <a:lnTo>
                  <a:pt x="3096035" y="109296"/>
                </a:lnTo>
                <a:lnTo>
                  <a:pt x="3095572" y="109513"/>
                </a:lnTo>
                <a:lnTo>
                  <a:pt x="3095099" y="109719"/>
                </a:lnTo>
                <a:lnTo>
                  <a:pt x="3094615" y="109912"/>
                </a:lnTo>
                <a:lnTo>
                  <a:pt x="3094122" y="110094"/>
                </a:lnTo>
                <a:lnTo>
                  <a:pt x="3093618" y="110265"/>
                </a:lnTo>
                <a:lnTo>
                  <a:pt x="3093105" y="110423"/>
                </a:lnTo>
                <a:lnTo>
                  <a:pt x="3092582" y="110570"/>
                </a:lnTo>
                <a:lnTo>
                  <a:pt x="3092048" y="110705"/>
                </a:lnTo>
                <a:lnTo>
                  <a:pt x="3091505" y="110828"/>
                </a:lnTo>
                <a:lnTo>
                  <a:pt x="3090952" y="110940"/>
                </a:lnTo>
                <a:lnTo>
                  <a:pt x="3090388" y="111040"/>
                </a:lnTo>
                <a:lnTo>
                  <a:pt x="3089815" y="111128"/>
                </a:lnTo>
                <a:lnTo>
                  <a:pt x="3089232" y="111204"/>
                </a:lnTo>
                <a:lnTo>
                  <a:pt x="3088639" y="111268"/>
                </a:lnTo>
                <a:lnTo>
                  <a:pt x="3088035" y="111321"/>
                </a:lnTo>
                <a:lnTo>
                  <a:pt x="3087422" y="111362"/>
                </a:lnTo>
                <a:lnTo>
                  <a:pt x="3086799" y="111392"/>
                </a:lnTo>
                <a:lnTo>
                  <a:pt x="3086166" y="111409"/>
                </a:lnTo>
                <a:lnTo>
                  <a:pt x="3085523" y="111415"/>
                </a:lnTo>
                <a:lnTo>
                  <a:pt x="3084840" y="111409"/>
                </a:lnTo>
                <a:lnTo>
                  <a:pt x="3084172" y="111392"/>
                </a:lnTo>
                <a:lnTo>
                  <a:pt x="3083518" y="111362"/>
                </a:lnTo>
                <a:lnTo>
                  <a:pt x="3082879" y="111321"/>
                </a:lnTo>
                <a:lnTo>
                  <a:pt x="3082255" y="111268"/>
                </a:lnTo>
                <a:lnTo>
                  <a:pt x="3081645" y="111204"/>
                </a:lnTo>
                <a:lnTo>
                  <a:pt x="3081050" y="111128"/>
                </a:lnTo>
                <a:lnTo>
                  <a:pt x="3080470" y="111040"/>
                </a:lnTo>
                <a:close/>
                <a:moveTo>
                  <a:pt x="3798883" y="123181"/>
                </a:moveTo>
                <a:lnTo>
                  <a:pt x="3799388" y="123126"/>
                </a:lnTo>
                <a:lnTo>
                  <a:pt x="3799888" y="123064"/>
                </a:lnTo>
                <a:lnTo>
                  <a:pt x="3800384" y="122996"/>
                </a:lnTo>
                <a:lnTo>
                  <a:pt x="3800875" y="122923"/>
                </a:lnTo>
                <a:lnTo>
                  <a:pt x="3801361" y="122844"/>
                </a:lnTo>
                <a:lnTo>
                  <a:pt x="3801842" y="122759"/>
                </a:lnTo>
                <a:lnTo>
                  <a:pt x="3802319" y="122668"/>
                </a:lnTo>
                <a:lnTo>
                  <a:pt x="3802791" y="122571"/>
                </a:lnTo>
                <a:lnTo>
                  <a:pt x="3803258" y="122468"/>
                </a:lnTo>
                <a:lnTo>
                  <a:pt x="3803720" y="122359"/>
                </a:lnTo>
                <a:lnTo>
                  <a:pt x="3804178" y="122245"/>
                </a:lnTo>
                <a:lnTo>
                  <a:pt x="3804632" y="122125"/>
                </a:lnTo>
                <a:lnTo>
                  <a:pt x="3805080" y="121998"/>
                </a:lnTo>
                <a:lnTo>
                  <a:pt x="3805524" y="121866"/>
                </a:lnTo>
                <a:lnTo>
                  <a:pt x="3805963" y="121728"/>
                </a:lnTo>
                <a:lnTo>
                  <a:pt x="3806397" y="121599"/>
                </a:lnTo>
                <a:lnTo>
                  <a:pt x="3806827" y="121464"/>
                </a:lnTo>
                <a:lnTo>
                  <a:pt x="3807252" y="121324"/>
                </a:lnTo>
                <a:lnTo>
                  <a:pt x="3807672" y="121179"/>
                </a:lnTo>
                <a:lnTo>
                  <a:pt x="3808088" y="121028"/>
                </a:lnTo>
                <a:lnTo>
                  <a:pt x="3808499" y="120872"/>
                </a:lnTo>
                <a:lnTo>
                  <a:pt x="3808905" y="120711"/>
                </a:lnTo>
                <a:lnTo>
                  <a:pt x="3809307" y="120545"/>
                </a:lnTo>
                <a:lnTo>
                  <a:pt x="3809704" y="120373"/>
                </a:lnTo>
                <a:lnTo>
                  <a:pt x="3810096" y="120196"/>
                </a:lnTo>
                <a:lnTo>
                  <a:pt x="3810483" y="120014"/>
                </a:lnTo>
                <a:lnTo>
                  <a:pt x="3810866" y="119826"/>
                </a:lnTo>
                <a:lnTo>
                  <a:pt x="3811244" y="119633"/>
                </a:lnTo>
                <a:lnTo>
                  <a:pt x="3811617" y="119435"/>
                </a:lnTo>
                <a:lnTo>
                  <a:pt x="3811986" y="119232"/>
                </a:lnTo>
                <a:lnTo>
                  <a:pt x="3812350" y="119023"/>
                </a:lnTo>
                <a:lnTo>
                  <a:pt x="3812709" y="118809"/>
                </a:lnTo>
                <a:lnTo>
                  <a:pt x="3813064" y="118590"/>
                </a:lnTo>
                <a:lnTo>
                  <a:pt x="3813414" y="118365"/>
                </a:lnTo>
                <a:lnTo>
                  <a:pt x="3813759" y="118136"/>
                </a:lnTo>
                <a:lnTo>
                  <a:pt x="3814099" y="117900"/>
                </a:lnTo>
                <a:lnTo>
                  <a:pt x="3814435" y="117660"/>
                </a:lnTo>
                <a:lnTo>
                  <a:pt x="3814766" y="117414"/>
                </a:lnTo>
                <a:lnTo>
                  <a:pt x="3815093" y="117164"/>
                </a:lnTo>
                <a:lnTo>
                  <a:pt x="3815414" y="116894"/>
                </a:lnTo>
                <a:lnTo>
                  <a:pt x="3815731" y="116619"/>
                </a:lnTo>
                <a:lnTo>
                  <a:pt x="3816044" y="116339"/>
                </a:lnTo>
                <a:lnTo>
                  <a:pt x="3816351" y="116055"/>
                </a:lnTo>
                <a:lnTo>
                  <a:pt x="3816654" y="115766"/>
                </a:lnTo>
                <a:lnTo>
                  <a:pt x="3816952" y="115473"/>
                </a:lnTo>
                <a:lnTo>
                  <a:pt x="3817246" y="115175"/>
                </a:lnTo>
                <a:lnTo>
                  <a:pt x="3817535" y="114872"/>
                </a:lnTo>
                <a:lnTo>
                  <a:pt x="3817819" y="114564"/>
                </a:lnTo>
                <a:lnTo>
                  <a:pt x="3818098" y="114252"/>
                </a:lnTo>
                <a:lnTo>
                  <a:pt x="3818373" y="113935"/>
                </a:lnTo>
                <a:lnTo>
                  <a:pt x="3818643" y="113613"/>
                </a:lnTo>
                <a:lnTo>
                  <a:pt x="3818908" y="113287"/>
                </a:lnTo>
                <a:lnTo>
                  <a:pt x="3819169" y="112956"/>
                </a:lnTo>
                <a:lnTo>
                  <a:pt x="3819425" y="112620"/>
                </a:lnTo>
                <a:lnTo>
                  <a:pt x="3819676" y="112279"/>
                </a:lnTo>
                <a:lnTo>
                  <a:pt x="3819923" y="111934"/>
                </a:lnTo>
                <a:lnTo>
                  <a:pt x="3820165" y="111584"/>
                </a:lnTo>
                <a:lnTo>
                  <a:pt x="3820402" y="111230"/>
                </a:lnTo>
                <a:lnTo>
                  <a:pt x="3820634" y="110871"/>
                </a:lnTo>
                <a:lnTo>
                  <a:pt x="3820862" y="110507"/>
                </a:lnTo>
                <a:lnTo>
                  <a:pt x="3821085" y="110138"/>
                </a:lnTo>
                <a:lnTo>
                  <a:pt x="3821303" y="109765"/>
                </a:lnTo>
                <a:lnTo>
                  <a:pt x="3821517" y="109386"/>
                </a:lnTo>
                <a:lnTo>
                  <a:pt x="3821546" y="109723"/>
                </a:lnTo>
                <a:lnTo>
                  <a:pt x="3821578" y="110057"/>
                </a:lnTo>
                <a:lnTo>
                  <a:pt x="3821612" y="110388"/>
                </a:lnTo>
                <a:lnTo>
                  <a:pt x="3821649" y="110715"/>
                </a:lnTo>
                <a:lnTo>
                  <a:pt x="3821687" y="111040"/>
                </a:lnTo>
                <a:lnTo>
                  <a:pt x="3821728" y="111362"/>
                </a:lnTo>
                <a:lnTo>
                  <a:pt x="3821772" y="111681"/>
                </a:lnTo>
                <a:lnTo>
                  <a:pt x="3821818" y="111997"/>
                </a:lnTo>
                <a:lnTo>
                  <a:pt x="3821866" y="112311"/>
                </a:lnTo>
                <a:lnTo>
                  <a:pt x="3821916" y="112621"/>
                </a:lnTo>
                <a:lnTo>
                  <a:pt x="3821969" y="112928"/>
                </a:lnTo>
                <a:lnTo>
                  <a:pt x="3822024" y="113233"/>
                </a:lnTo>
                <a:lnTo>
                  <a:pt x="3822082" y="113534"/>
                </a:lnTo>
                <a:lnTo>
                  <a:pt x="3822142" y="113833"/>
                </a:lnTo>
                <a:lnTo>
                  <a:pt x="3822204" y="114128"/>
                </a:lnTo>
                <a:lnTo>
                  <a:pt x="3822269" y="114421"/>
                </a:lnTo>
                <a:lnTo>
                  <a:pt x="3822335" y="114710"/>
                </a:lnTo>
                <a:lnTo>
                  <a:pt x="3822405" y="114997"/>
                </a:lnTo>
                <a:lnTo>
                  <a:pt x="3822476" y="115281"/>
                </a:lnTo>
                <a:lnTo>
                  <a:pt x="3822550" y="115562"/>
                </a:lnTo>
                <a:lnTo>
                  <a:pt x="3822627" y="115840"/>
                </a:lnTo>
                <a:lnTo>
                  <a:pt x="3822705" y="116115"/>
                </a:lnTo>
                <a:lnTo>
                  <a:pt x="3822786" y="116387"/>
                </a:lnTo>
                <a:lnTo>
                  <a:pt x="3822870" y="116656"/>
                </a:lnTo>
                <a:lnTo>
                  <a:pt x="3822971" y="116921"/>
                </a:lnTo>
                <a:lnTo>
                  <a:pt x="3823080" y="117182"/>
                </a:lnTo>
                <a:lnTo>
                  <a:pt x="3823194" y="117438"/>
                </a:lnTo>
                <a:lnTo>
                  <a:pt x="3823316" y="117689"/>
                </a:lnTo>
                <a:lnTo>
                  <a:pt x="3823443" y="117936"/>
                </a:lnTo>
                <a:lnTo>
                  <a:pt x="3823578" y="118178"/>
                </a:lnTo>
                <a:lnTo>
                  <a:pt x="3823718" y="118415"/>
                </a:lnTo>
                <a:lnTo>
                  <a:pt x="3823865" y="118647"/>
                </a:lnTo>
                <a:lnTo>
                  <a:pt x="3824019" y="118875"/>
                </a:lnTo>
                <a:lnTo>
                  <a:pt x="3824179" y="119098"/>
                </a:lnTo>
                <a:lnTo>
                  <a:pt x="3824345" y="119317"/>
                </a:lnTo>
                <a:lnTo>
                  <a:pt x="3824518" y="119530"/>
                </a:lnTo>
                <a:lnTo>
                  <a:pt x="3824697" y="119739"/>
                </a:lnTo>
                <a:lnTo>
                  <a:pt x="3824883" y="119944"/>
                </a:lnTo>
                <a:lnTo>
                  <a:pt x="3825075" y="120143"/>
                </a:lnTo>
                <a:lnTo>
                  <a:pt x="3825274" y="120338"/>
                </a:lnTo>
                <a:lnTo>
                  <a:pt x="3825479" y="120528"/>
                </a:lnTo>
                <a:lnTo>
                  <a:pt x="3825691" y="120714"/>
                </a:lnTo>
                <a:lnTo>
                  <a:pt x="3825909" y="120895"/>
                </a:lnTo>
                <a:lnTo>
                  <a:pt x="3826134" y="121071"/>
                </a:lnTo>
                <a:lnTo>
                  <a:pt x="3826365" y="121242"/>
                </a:lnTo>
                <a:lnTo>
                  <a:pt x="3826602" y="121409"/>
                </a:lnTo>
                <a:lnTo>
                  <a:pt x="3826846" y="121571"/>
                </a:lnTo>
                <a:lnTo>
                  <a:pt x="3827096" y="121728"/>
                </a:lnTo>
                <a:lnTo>
                  <a:pt x="3827369" y="121866"/>
                </a:lnTo>
                <a:lnTo>
                  <a:pt x="3827652" y="121998"/>
                </a:lnTo>
                <a:lnTo>
                  <a:pt x="3827944" y="122125"/>
                </a:lnTo>
                <a:lnTo>
                  <a:pt x="3828247" y="122245"/>
                </a:lnTo>
                <a:lnTo>
                  <a:pt x="3828560" y="122359"/>
                </a:lnTo>
                <a:lnTo>
                  <a:pt x="3828882" y="122468"/>
                </a:lnTo>
                <a:lnTo>
                  <a:pt x="3829215" y="122571"/>
                </a:lnTo>
                <a:lnTo>
                  <a:pt x="3829557" y="122668"/>
                </a:lnTo>
                <a:lnTo>
                  <a:pt x="3829910" y="122759"/>
                </a:lnTo>
                <a:lnTo>
                  <a:pt x="3830272" y="122844"/>
                </a:lnTo>
                <a:lnTo>
                  <a:pt x="3830645" y="122923"/>
                </a:lnTo>
                <a:lnTo>
                  <a:pt x="3831027" y="122996"/>
                </a:lnTo>
                <a:lnTo>
                  <a:pt x="3831420" y="123064"/>
                </a:lnTo>
                <a:lnTo>
                  <a:pt x="3831822" y="123126"/>
                </a:lnTo>
                <a:lnTo>
                  <a:pt x="3832234" y="123181"/>
                </a:lnTo>
                <a:lnTo>
                  <a:pt x="3832657" y="123231"/>
                </a:lnTo>
                <a:lnTo>
                  <a:pt x="3833089" y="123275"/>
                </a:lnTo>
                <a:lnTo>
                  <a:pt x="3833531" y="123313"/>
                </a:lnTo>
                <a:lnTo>
                  <a:pt x="3833984" y="123346"/>
                </a:lnTo>
                <a:lnTo>
                  <a:pt x="3834446" y="123372"/>
                </a:lnTo>
                <a:lnTo>
                  <a:pt x="3834918" y="123393"/>
                </a:lnTo>
                <a:lnTo>
                  <a:pt x="3835401" y="123407"/>
                </a:lnTo>
                <a:lnTo>
                  <a:pt x="3835893" y="123416"/>
                </a:lnTo>
                <a:lnTo>
                  <a:pt x="3836395" y="123419"/>
                </a:lnTo>
                <a:lnTo>
                  <a:pt x="3836677" y="123418"/>
                </a:lnTo>
                <a:lnTo>
                  <a:pt x="3836958" y="123413"/>
                </a:lnTo>
                <a:lnTo>
                  <a:pt x="3837238" y="123406"/>
                </a:lnTo>
                <a:lnTo>
                  <a:pt x="3837518" y="123396"/>
                </a:lnTo>
                <a:lnTo>
                  <a:pt x="3837797" y="123382"/>
                </a:lnTo>
                <a:lnTo>
                  <a:pt x="3838075" y="123366"/>
                </a:lnTo>
                <a:lnTo>
                  <a:pt x="3838353" y="123347"/>
                </a:lnTo>
                <a:lnTo>
                  <a:pt x="3838631" y="123325"/>
                </a:lnTo>
                <a:lnTo>
                  <a:pt x="3838907" y="123300"/>
                </a:lnTo>
                <a:lnTo>
                  <a:pt x="3839184" y="123272"/>
                </a:lnTo>
                <a:lnTo>
                  <a:pt x="3839459" y="123241"/>
                </a:lnTo>
                <a:lnTo>
                  <a:pt x="3839734" y="123208"/>
                </a:lnTo>
                <a:lnTo>
                  <a:pt x="3840009" y="123171"/>
                </a:lnTo>
                <a:lnTo>
                  <a:pt x="3840282" y="123131"/>
                </a:lnTo>
                <a:lnTo>
                  <a:pt x="3840556" y="123089"/>
                </a:lnTo>
                <a:lnTo>
                  <a:pt x="3840828" y="123043"/>
                </a:lnTo>
                <a:lnTo>
                  <a:pt x="3841100" y="122995"/>
                </a:lnTo>
                <a:lnTo>
                  <a:pt x="3841372" y="122943"/>
                </a:lnTo>
                <a:lnTo>
                  <a:pt x="3841643" y="122889"/>
                </a:lnTo>
                <a:lnTo>
                  <a:pt x="3841913" y="122832"/>
                </a:lnTo>
                <a:lnTo>
                  <a:pt x="3842183" y="122772"/>
                </a:lnTo>
                <a:lnTo>
                  <a:pt x="3842452" y="122709"/>
                </a:lnTo>
                <a:lnTo>
                  <a:pt x="3842721" y="122643"/>
                </a:lnTo>
                <a:lnTo>
                  <a:pt x="3842989" y="122574"/>
                </a:lnTo>
                <a:lnTo>
                  <a:pt x="3843268" y="122502"/>
                </a:lnTo>
                <a:lnTo>
                  <a:pt x="3843544" y="122428"/>
                </a:lnTo>
                <a:lnTo>
                  <a:pt x="3843816" y="122352"/>
                </a:lnTo>
                <a:lnTo>
                  <a:pt x="3844083" y="122273"/>
                </a:lnTo>
                <a:lnTo>
                  <a:pt x="3844346" y="122192"/>
                </a:lnTo>
                <a:lnTo>
                  <a:pt x="3844605" y="122109"/>
                </a:lnTo>
                <a:lnTo>
                  <a:pt x="3844861" y="122023"/>
                </a:lnTo>
                <a:lnTo>
                  <a:pt x="3845111" y="121935"/>
                </a:lnTo>
                <a:lnTo>
                  <a:pt x="3845358" y="121845"/>
                </a:lnTo>
                <a:lnTo>
                  <a:pt x="3845601" y="121752"/>
                </a:lnTo>
                <a:lnTo>
                  <a:pt x="3845840" y="121657"/>
                </a:lnTo>
                <a:lnTo>
                  <a:pt x="3846074" y="121559"/>
                </a:lnTo>
                <a:lnTo>
                  <a:pt x="3846305" y="121459"/>
                </a:lnTo>
                <a:lnTo>
                  <a:pt x="3846531" y="121357"/>
                </a:lnTo>
                <a:lnTo>
                  <a:pt x="3846753" y="121253"/>
                </a:lnTo>
                <a:lnTo>
                  <a:pt x="3846971" y="121146"/>
                </a:lnTo>
                <a:lnTo>
                  <a:pt x="3847185" y="121037"/>
                </a:lnTo>
                <a:lnTo>
                  <a:pt x="3847395" y="120925"/>
                </a:lnTo>
                <a:lnTo>
                  <a:pt x="3847601" y="120811"/>
                </a:lnTo>
                <a:lnTo>
                  <a:pt x="3847802" y="120695"/>
                </a:lnTo>
                <a:lnTo>
                  <a:pt x="3848000" y="120577"/>
                </a:lnTo>
                <a:lnTo>
                  <a:pt x="3848193" y="120456"/>
                </a:lnTo>
                <a:lnTo>
                  <a:pt x="3848383" y="120332"/>
                </a:lnTo>
                <a:lnTo>
                  <a:pt x="3848568" y="120207"/>
                </a:lnTo>
                <a:lnTo>
                  <a:pt x="3848568" y="109217"/>
                </a:lnTo>
                <a:lnTo>
                  <a:pt x="3848413" y="109328"/>
                </a:lnTo>
                <a:lnTo>
                  <a:pt x="3848259" y="109436"/>
                </a:lnTo>
                <a:lnTo>
                  <a:pt x="3848106" y="109540"/>
                </a:lnTo>
                <a:lnTo>
                  <a:pt x="3847953" y="109640"/>
                </a:lnTo>
                <a:lnTo>
                  <a:pt x="3847800" y="109737"/>
                </a:lnTo>
                <a:lnTo>
                  <a:pt x="3847649" y="109830"/>
                </a:lnTo>
                <a:lnTo>
                  <a:pt x="3847497" y="109920"/>
                </a:lnTo>
                <a:lnTo>
                  <a:pt x="3847347" y="110006"/>
                </a:lnTo>
                <a:lnTo>
                  <a:pt x="3847197" y="110089"/>
                </a:lnTo>
                <a:lnTo>
                  <a:pt x="3847048" y="110168"/>
                </a:lnTo>
                <a:lnTo>
                  <a:pt x="3846899" y="110244"/>
                </a:lnTo>
                <a:lnTo>
                  <a:pt x="3846751" y="110316"/>
                </a:lnTo>
                <a:lnTo>
                  <a:pt x="3846603" y="110385"/>
                </a:lnTo>
                <a:lnTo>
                  <a:pt x="3846456" y="110450"/>
                </a:lnTo>
                <a:lnTo>
                  <a:pt x="3846309" y="110512"/>
                </a:lnTo>
                <a:lnTo>
                  <a:pt x="3846164" y="110570"/>
                </a:lnTo>
                <a:lnTo>
                  <a:pt x="3846018" y="110624"/>
                </a:lnTo>
                <a:lnTo>
                  <a:pt x="3845874" y="110675"/>
                </a:lnTo>
                <a:lnTo>
                  <a:pt x="3845729" y="110723"/>
                </a:lnTo>
                <a:lnTo>
                  <a:pt x="3845586" y="110767"/>
                </a:lnTo>
                <a:lnTo>
                  <a:pt x="3845443" y="110808"/>
                </a:lnTo>
                <a:lnTo>
                  <a:pt x="3845301" y="110844"/>
                </a:lnTo>
                <a:lnTo>
                  <a:pt x="3845159" y="110878"/>
                </a:lnTo>
                <a:lnTo>
                  <a:pt x="3845018" y="110908"/>
                </a:lnTo>
                <a:lnTo>
                  <a:pt x="3844877" y="110935"/>
                </a:lnTo>
                <a:lnTo>
                  <a:pt x="3844736" y="110962"/>
                </a:lnTo>
                <a:lnTo>
                  <a:pt x="3844595" y="110987"/>
                </a:lnTo>
                <a:lnTo>
                  <a:pt x="3844454" y="111011"/>
                </a:lnTo>
                <a:lnTo>
                  <a:pt x="3844313" y="111034"/>
                </a:lnTo>
                <a:lnTo>
                  <a:pt x="3844172" y="111056"/>
                </a:lnTo>
                <a:lnTo>
                  <a:pt x="3844031" y="111076"/>
                </a:lnTo>
                <a:lnTo>
                  <a:pt x="3843890" y="111096"/>
                </a:lnTo>
                <a:lnTo>
                  <a:pt x="3843750" y="111114"/>
                </a:lnTo>
                <a:lnTo>
                  <a:pt x="3843609" y="111131"/>
                </a:lnTo>
                <a:lnTo>
                  <a:pt x="3843468" y="111147"/>
                </a:lnTo>
                <a:lnTo>
                  <a:pt x="3843327" y="111161"/>
                </a:lnTo>
                <a:lnTo>
                  <a:pt x="3843186" y="111175"/>
                </a:lnTo>
                <a:lnTo>
                  <a:pt x="3843045" y="111187"/>
                </a:lnTo>
                <a:lnTo>
                  <a:pt x="3842904" y="111198"/>
                </a:lnTo>
                <a:lnTo>
                  <a:pt x="3842763" y="111208"/>
                </a:lnTo>
                <a:lnTo>
                  <a:pt x="3842622" y="111217"/>
                </a:lnTo>
                <a:lnTo>
                  <a:pt x="3842482" y="111225"/>
                </a:lnTo>
                <a:lnTo>
                  <a:pt x="3842341" y="111231"/>
                </a:lnTo>
                <a:lnTo>
                  <a:pt x="3842200" y="111237"/>
                </a:lnTo>
                <a:lnTo>
                  <a:pt x="3842059" y="111241"/>
                </a:lnTo>
                <a:lnTo>
                  <a:pt x="3841918" y="111244"/>
                </a:lnTo>
                <a:lnTo>
                  <a:pt x="3841777" y="111245"/>
                </a:lnTo>
                <a:lnTo>
                  <a:pt x="3841636" y="111246"/>
                </a:lnTo>
                <a:lnTo>
                  <a:pt x="3841441" y="111244"/>
                </a:lnTo>
                <a:lnTo>
                  <a:pt x="3841250" y="111238"/>
                </a:lnTo>
                <a:lnTo>
                  <a:pt x="3841063" y="111228"/>
                </a:lnTo>
                <a:lnTo>
                  <a:pt x="3840880" y="111213"/>
                </a:lnTo>
                <a:lnTo>
                  <a:pt x="3840701" y="111195"/>
                </a:lnTo>
                <a:lnTo>
                  <a:pt x="3840527" y="111172"/>
                </a:lnTo>
                <a:lnTo>
                  <a:pt x="3840356" y="111145"/>
                </a:lnTo>
                <a:lnTo>
                  <a:pt x="3840190" y="111114"/>
                </a:lnTo>
                <a:lnTo>
                  <a:pt x="3840027" y="111080"/>
                </a:lnTo>
                <a:lnTo>
                  <a:pt x="3839869" y="111041"/>
                </a:lnTo>
                <a:lnTo>
                  <a:pt x="3839715" y="110997"/>
                </a:lnTo>
                <a:lnTo>
                  <a:pt x="3839565" y="110950"/>
                </a:lnTo>
                <a:lnTo>
                  <a:pt x="3839419" y="110899"/>
                </a:lnTo>
                <a:lnTo>
                  <a:pt x="3839277" y="110843"/>
                </a:lnTo>
                <a:lnTo>
                  <a:pt x="3839140" y="110784"/>
                </a:lnTo>
                <a:lnTo>
                  <a:pt x="3839006" y="110720"/>
                </a:lnTo>
                <a:lnTo>
                  <a:pt x="3838877" y="110652"/>
                </a:lnTo>
                <a:lnTo>
                  <a:pt x="3838751" y="110580"/>
                </a:lnTo>
                <a:lnTo>
                  <a:pt x="3838630" y="110504"/>
                </a:lnTo>
                <a:lnTo>
                  <a:pt x="3838513" y="110424"/>
                </a:lnTo>
                <a:lnTo>
                  <a:pt x="3838400" y="110340"/>
                </a:lnTo>
                <a:lnTo>
                  <a:pt x="3838291" y="110252"/>
                </a:lnTo>
                <a:lnTo>
                  <a:pt x="3838186" y="110159"/>
                </a:lnTo>
                <a:lnTo>
                  <a:pt x="3838086" y="110063"/>
                </a:lnTo>
                <a:lnTo>
                  <a:pt x="3837989" y="109961"/>
                </a:lnTo>
                <a:lnTo>
                  <a:pt x="3837897" y="109855"/>
                </a:lnTo>
                <a:lnTo>
                  <a:pt x="3837808" y="109743"/>
                </a:lnTo>
                <a:lnTo>
                  <a:pt x="3837724" y="109626"/>
                </a:lnTo>
                <a:lnTo>
                  <a:pt x="3837644" y="109503"/>
                </a:lnTo>
                <a:lnTo>
                  <a:pt x="3837568" y="109376"/>
                </a:lnTo>
                <a:lnTo>
                  <a:pt x="3837496" y="109243"/>
                </a:lnTo>
                <a:lnTo>
                  <a:pt x="3837428" y="109105"/>
                </a:lnTo>
                <a:lnTo>
                  <a:pt x="3837364" y="108961"/>
                </a:lnTo>
                <a:lnTo>
                  <a:pt x="3837305" y="108812"/>
                </a:lnTo>
                <a:lnTo>
                  <a:pt x="3837249" y="108658"/>
                </a:lnTo>
                <a:lnTo>
                  <a:pt x="3837198" y="108499"/>
                </a:lnTo>
                <a:lnTo>
                  <a:pt x="3837151" y="108334"/>
                </a:lnTo>
                <a:lnTo>
                  <a:pt x="3837108" y="108164"/>
                </a:lnTo>
                <a:lnTo>
                  <a:pt x="3837069" y="107989"/>
                </a:lnTo>
                <a:lnTo>
                  <a:pt x="3837034" y="107808"/>
                </a:lnTo>
                <a:lnTo>
                  <a:pt x="3837003" y="107623"/>
                </a:lnTo>
                <a:lnTo>
                  <a:pt x="3836976" y="107432"/>
                </a:lnTo>
                <a:lnTo>
                  <a:pt x="3836954" y="107235"/>
                </a:lnTo>
                <a:lnTo>
                  <a:pt x="3836935" y="107034"/>
                </a:lnTo>
                <a:lnTo>
                  <a:pt x="3836921" y="106827"/>
                </a:lnTo>
                <a:lnTo>
                  <a:pt x="3836910" y="106614"/>
                </a:lnTo>
                <a:lnTo>
                  <a:pt x="3836904" y="106397"/>
                </a:lnTo>
                <a:lnTo>
                  <a:pt x="3836902" y="106174"/>
                </a:lnTo>
                <a:lnTo>
                  <a:pt x="3836902" y="35335"/>
                </a:lnTo>
                <a:lnTo>
                  <a:pt x="3819996" y="35335"/>
                </a:lnTo>
                <a:lnTo>
                  <a:pt x="3819996" y="87915"/>
                </a:lnTo>
                <a:lnTo>
                  <a:pt x="3819991" y="88434"/>
                </a:lnTo>
                <a:lnTo>
                  <a:pt x="3819977" y="88949"/>
                </a:lnTo>
                <a:lnTo>
                  <a:pt x="3819953" y="89460"/>
                </a:lnTo>
                <a:lnTo>
                  <a:pt x="3819920" y="89967"/>
                </a:lnTo>
                <a:lnTo>
                  <a:pt x="3819878" y="90470"/>
                </a:lnTo>
                <a:lnTo>
                  <a:pt x="3819827" y="90969"/>
                </a:lnTo>
                <a:lnTo>
                  <a:pt x="3819766" y="91463"/>
                </a:lnTo>
                <a:lnTo>
                  <a:pt x="3819695" y="91954"/>
                </a:lnTo>
                <a:lnTo>
                  <a:pt x="3819615" y="92440"/>
                </a:lnTo>
                <a:lnTo>
                  <a:pt x="3819526" y="92922"/>
                </a:lnTo>
                <a:lnTo>
                  <a:pt x="3819427" y="93401"/>
                </a:lnTo>
                <a:lnTo>
                  <a:pt x="3819319" y="93875"/>
                </a:lnTo>
                <a:lnTo>
                  <a:pt x="3819202" y="94344"/>
                </a:lnTo>
                <a:lnTo>
                  <a:pt x="3819075" y="94810"/>
                </a:lnTo>
                <a:lnTo>
                  <a:pt x="3818939" y="95272"/>
                </a:lnTo>
                <a:lnTo>
                  <a:pt x="3818793" y="95730"/>
                </a:lnTo>
                <a:lnTo>
                  <a:pt x="3818638" y="96183"/>
                </a:lnTo>
                <a:lnTo>
                  <a:pt x="3818474" y="96632"/>
                </a:lnTo>
                <a:lnTo>
                  <a:pt x="3818300" y="97078"/>
                </a:lnTo>
                <a:lnTo>
                  <a:pt x="3818117" y="97519"/>
                </a:lnTo>
                <a:lnTo>
                  <a:pt x="3817925" y="97956"/>
                </a:lnTo>
                <a:lnTo>
                  <a:pt x="3817723" y="98389"/>
                </a:lnTo>
                <a:lnTo>
                  <a:pt x="3817511" y="98818"/>
                </a:lnTo>
                <a:lnTo>
                  <a:pt x="3817291" y="99242"/>
                </a:lnTo>
                <a:lnTo>
                  <a:pt x="3817075" y="99661"/>
                </a:lnTo>
                <a:lnTo>
                  <a:pt x="3816853" y="100074"/>
                </a:lnTo>
                <a:lnTo>
                  <a:pt x="3816622" y="100479"/>
                </a:lnTo>
                <a:lnTo>
                  <a:pt x="3816384" y="100877"/>
                </a:lnTo>
                <a:lnTo>
                  <a:pt x="3816138" y="101268"/>
                </a:lnTo>
                <a:lnTo>
                  <a:pt x="3815885" y="101652"/>
                </a:lnTo>
                <a:lnTo>
                  <a:pt x="3815624" y="102028"/>
                </a:lnTo>
                <a:lnTo>
                  <a:pt x="3815356" y="102398"/>
                </a:lnTo>
                <a:lnTo>
                  <a:pt x="3815079" y="102761"/>
                </a:lnTo>
                <a:lnTo>
                  <a:pt x="3814796" y="103117"/>
                </a:lnTo>
                <a:lnTo>
                  <a:pt x="3814504" y="103465"/>
                </a:lnTo>
                <a:lnTo>
                  <a:pt x="3814205" y="103807"/>
                </a:lnTo>
                <a:lnTo>
                  <a:pt x="3813898" y="104142"/>
                </a:lnTo>
                <a:lnTo>
                  <a:pt x="3813584" y="104469"/>
                </a:lnTo>
                <a:lnTo>
                  <a:pt x="3813262" y="104790"/>
                </a:lnTo>
                <a:lnTo>
                  <a:pt x="3812932" y="105103"/>
                </a:lnTo>
                <a:lnTo>
                  <a:pt x="3812595" y="105410"/>
                </a:lnTo>
                <a:lnTo>
                  <a:pt x="3812250" y="105709"/>
                </a:lnTo>
                <a:lnTo>
                  <a:pt x="3811898" y="106002"/>
                </a:lnTo>
                <a:lnTo>
                  <a:pt x="3811537" y="106287"/>
                </a:lnTo>
                <a:lnTo>
                  <a:pt x="3811170" y="106565"/>
                </a:lnTo>
                <a:lnTo>
                  <a:pt x="3810794" y="106836"/>
                </a:lnTo>
                <a:lnTo>
                  <a:pt x="3810411" y="107100"/>
                </a:lnTo>
                <a:lnTo>
                  <a:pt x="3810020" y="107358"/>
                </a:lnTo>
                <a:lnTo>
                  <a:pt x="3809638" y="107592"/>
                </a:lnTo>
                <a:lnTo>
                  <a:pt x="3809250" y="107817"/>
                </a:lnTo>
                <a:lnTo>
                  <a:pt x="3808858" y="108031"/>
                </a:lnTo>
                <a:lnTo>
                  <a:pt x="3808461" y="108236"/>
                </a:lnTo>
                <a:lnTo>
                  <a:pt x="3808060" y="108430"/>
                </a:lnTo>
                <a:lnTo>
                  <a:pt x="3807654" y="108615"/>
                </a:lnTo>
                <a:lnTo>
                  <a:pt x="3807243" y="108790"/>
                </a:lnTo>
                <a:lnTo>
                  <a:pt x="3806827" y="108954"/>
                </a:lnTo>
                <a:lnTo>
                  <a:pt x="3806407" y="109109"/>
                </a:lnTo>
                <a:lnTo>
                  <a:pt x="3805982" y="109254"/>
                </a:lnTo>
                <a:lnTo>
                  <a:pt x="3805552" y="109389"/>
                </a:lnTo>
                <a:lnTo>
                  <a:pt x="3805118" y="109513"/>
                </a:lnTo>
                <a:lnTo>
                  <a:pt x="3804679" y="109628"/>
                </a:lnTo>
                <a:lnTo>
                  <a:pt x="3804235" y="109733"/>
                </a:lnTo>
                <a:lnTo>
                  <a:pt x="3803786" y="109828"/>
                </a:lnTo>
                <a:lnTo>
                  <a:pt x="3803333" y="109912"/>
                </a:lnTo>
                <a:lnTo>
                  <a:pt x="3802875" y="109987"/>
                </a:lnTo>
                <a:lnTo>
                  <a:pt x="3802413" y="110052"/>
                </a:lnTo>
                <a:lnTo>
                  <a:pt x="3801945" y="110107"/>
                </a:lnTo>
                <a:lnTo>
                  <a:pt x="3801473" y="110152"/>
                </a:lnTo>
                <a:lnTo>
                  <a:pt x="3800997" y="110187"/>
                </a:lnTo>
                <a:lnTo>
                  <a:pt x="3800515" y="110212"/>
                </a:lnTo>
                <a:lnTo>
                  <a:pt x="3800029" y="110227"/>
                </a:lnTo>
                <a:lnTo>
                  <a:pt x="3799538" y="110232"/>
                </a:lnTo>
                <a:lnTo>
                  <a:pt x="3798799" y="110223"/>
                </a:lnTo>
                <a:lnTo>
                  <a:pt x="3798072" y="110195"/>
                </a:lnTo>
                <a:lnTo>
                  <a:pt x="3797359" y="110150"/>
                </a:lnTo>
                <a:lnTo>
                  <a:pt x="3796660" y="110086"/>
                </a:lnTo>
                <a:lnTo>
                  <a:pt x="3795974" y="110004"/>
                </a:lnTo>
                <a:lnTo>
                  <a:pt x="3795301" y="109904"/>
                </a:lnTo>
                <a:lnTo>
                  <a:pt x="3794642" y="109786"/>
                </a:lnTo>
                <a:lnTo>
                  <a:pt x="3793997" y="109649"/>
                </a:lnTo>
                <a:lnTo>
                  <a:pt x="3793365" y="109495"/>
                </a:lnTo>
                <a:lnTo>
                  <a:pt x="3792746" y="109322"/>
                </a:lnTo>
                <a:lnTo>
                  <a:pt x="3792141" y="109131"/>
                </a:lnTo>
                <a:lnTo>
                  <a:pt x="3791550" y="108922"/>
                </a:lnTo>
                <a:lnTo>
                  <a:pt x="3790972" y="108694"/>
                </a:lnTo>
                <a:lnTo>
                  <a:pt x="3790408" y="108448"/>
                </a:lnTo>
                <a:lnTo>
                  <a:pt x="3789857" y="108184"/>
                </a:lnTo>
                <a:lnTo>
                  <a:pt x="3789319" y="107902"/>
                </a:lnTo>
                <a:lnTo>
                  <a:pt x="3788795" y="107602"/>
                </a:lnTo>
                <a:lnTo>
                  <a:pt x="3788285" y="107284"/>
                </a:lnTo>
                <a:lnTo>
                  <a:pt x="3787788" y="106947"/>
                </a:lnTo>
                <a:lnTo>
                  <a:pt x="3787304" y="106592"/>
                </a:lnTo>
                <a:lnTo>
                  <a:pt x="3786834" y="106219"/>
                </a:lnTo>
                <a:lnTo>
                  <a:pt x="3786378" y="105828"/>
                </a:lnTo>
                <a:lnTo>
                  <a:pt x="3785935" y="105419"/>
                </a:lnTo>
                <a:lnTo>
                  <a:pt x="3785506" y="104991"/>
                </a:lnTo>
                <a:lnTo>
                  <a:pt x="3785106" y="104544"/>
                </a:lnTo>
                <a:lnTo>
                  <a:pt x="3784723" y="104079"/>
                </a:lnTo>
                <a:lnTo>
                  <a:pt x="3784357" y="103593"/>
                </a:lnTo>
                <a:lnTo>
                  <a:pt x="3784008" y="103089"/>
                </a:lnTo>
                <a:lnTo>
                  <a:pt x="3783676" y="102565"/>
                </a:lnTo>
                <a:lnTo>
                  <a:pt x="3783361" y="102021"/>
                </a:lnTo>
                <a:lnTo>
                  <a:pt x="3783063" y="101459"/>
                </a:lnTo>
                <a:lnTo>
                  <a:pt x="3782782" y="100877"/>
                </a:lnTo>
                <a:lnTo>
                  <a:pt x="3782518" y="100275"/>
                </a:lnTo>
                <a:lnTo>
                  <a:pt x="3782271" y="99654"/>
                </a:lnTo>
                <a:lnTo>
                  <a:pt x="3782041" y="99014"/>
                </a:lnTo>
                <a:lnTo>
                  <a:pt x="3781828" y="98355"/>
                </a:lnTo>
                <a:lnTo>
                  <a:pt x="3781633" y="97676"/>
                </a:lnTo>
                <a:lnTo>
                  <a:pt x="3781454" y="96978"/>
                </a:lnTo>
                <a:lnTo>
                  <a:pt x="3781292" y="96260"/>
                </a:lnTo>
                <a:lnTo>
                  <a:pt x="3781148" y="95523"/>
                </a:lnTo>
                <a:lnTo>
                  <a:pt x="3781020" y="94766"/>
                </a:lnTo>
                <a:lnTo>
                  <a:pt x="3780909" y="93991"/>
                </a:lnTo>
                <a:lnTo>
                  <a:pt x="3780816" y="93195"/>
                </a:lnTo>
                <a:lnTo>
                  <a:pt x="3780739" y="92381"/>
                </a:lnTo>
                <a:lnTo>
                  <a:pt x="3780679" y="91547"/>
                </a:lnTo>
                <a:lnTo>
                  <a:pt x="3780637" y="90694"/>
                </a:lnTo>
                <a:lnTo>
                  <a:pt x="3780611" y="89821"/>
                </a:lnTo>
                <a:lnTo>
                  <a:pt x="3780603" y="88929"/>
                </a:lnTo>
                <a:lnTo>
                  <a:pt x="3780603" y="35335"/>
                </a:lnTo>
                <a:lnTo>
                  <a:pt x="3763527" y="35335"/>
                </a:lnTo>
                <a:lnTo>
                  <a:pt x="3763527" y="92141"/>
                </a:lnTo>
                <a:lnTo>
                  <a:pt x="3763541" y="93438"/>
                </a:lnTo>
                <a:lnTo>
                  <a:pt x="3763585" y="94707"/>
                </a:lnTo>
                <a:lnTo>
                  <a:pt x="3763656" y="95948"/>
                </a:lnTo>
                <a:lnTo>
                  <a:pt x="3763757" y="97162"/>
                </a:lnTo>
                <a:lnTo>
                  <a:pt x="3763887" y="98348"/>
                </a:lnTo>
                <a:lnTo>
                  <a:pt x="3764045" y="99507"/>
                </a:lnTo>
                <a:lnTo>
                  <a:pt x="3764232" y="100637"/>
                </a:lnTo>
                <a:lnTo>
                  <a:pt x="3764447" y="101741"/>
                </a:lnTo>
                <a:lnTo>
                  <a:pt x="3764692" y="102817"/>
                </a:lnTo>
                <a:lnTo>
                  <a:pt x="3764965" y="103865"/>
                </a:lnTo>
                <a:lnTo>
                  <a:pt x="3765267" y="104885"/>
                </a:lnTo>
                <a:lnTo>
                  <a:pt x="3765598" y="105878"/>
                </a:lnTo>
                <a:lnTo>
                  <a:pt x="3765958" y="106844"/>
                </a:lnTo>
                <a:lnTo>
                  <a:pt x="3766346" y="107781"/>
                </a:lnTo>
                <a:lnTo>
                  <a:pt x="3766763" y="108692"/>
                </a:lnTo>
                <a:lnTo>
                  <a:pt x="3767209" y="109574"/>
                </a:lnTo>
                <a:lnTo>
                  <a:pt x="3767684" y="110429"/>
                </a:lnTo>
                <a:lnTo>
                  <a:pt x="3768187" y="111257"/>
                </a:lnTo>
                <a:lnTo>
                  <a:pt x="3768719" y="112057"/>
                </a:lnTo>
                <a:lnTo>
                  <a:pt x="3769280" y="112829"/>
                </a:lnTo>
                <a:lnTo>
                  <a:pt x="3769870" y="113574"/>
                </a:lnTo>
                <a:lnTo>
                  <a:pt x="3770488" y="114291"/>
                </a:lnTo>
                <a:lnTo>
                  <a:pt x="3771135" y="114980"/>
                </a:lnTo>
                <a:lnTo>
                  <a:pt x="3771811" y="115642"/>
                </a:lnTo>
                <a:lnTo>
                  <a:pt x="3772525" y="116277"/>
                </a:lnTo>
                <a:lnTo>
                  <a:pt x="3773258" y="116884"/>
                </a:lnTo>
                <a:lnTo>
                  <a:pt x="3774009" y="117465"/>
                </a:lnTo>
                <a:lnTo>
                  <a:pt x="3774779" y="118018"/>
                </a:lnTo>
                <a:lnTo>
                  <a:pt x="3775568" y="118545"/>
                </a:lnTo>
                <a:lnTo>
                  <a:pt x="3776376" y="119044"/>
                </a:lnTo>
                <a:lnTo>
                  <a:pt x="3777203" y="119517"/>
                </a:lnTo>
                <a:lnTo>
                  <a:pt x="3778048" y="119963"/>
                </a:lnTo>
                <a:lnTo>
                  <a:pt x="3778912" y="120381"/>
                </a:lnTo>
                <a:lnTo>
                  <a:pt x="3779795" y="120773"/>
                </a:lnTo>
                <a:lnTo>
                  <a:pt x="3780697" y="121137"/>
                </a:lnTo>
                <a:lnTo>
                  <a:pt x="3781617" y="121475"/>
                </a:lnTo>
                <a:lnTo>
                  <a:pt x="3782557" y="121785"/>
                </a:lnTo>
                <a:lnTo>
                  <a:pt x="3783515" y="122069"/>
                </a:lnTo>
                <a:lnTo>
                  <a:pt x="3784491" y="122325"/>
                </a:lnTo>
                <a:lnTo>
                  <a:pt x="3785487" y="122555"/>
                </a:lnTo>
                <a:lnTo>
                  <a:pt x="3786502" y="122757"/>
                </a:lnTo>
                <a:lnTo>
                  <a:pt x="3787535" y="122933"/>
                </a:lnTo>
                <a:lnTo>
                  <a:pt x="3788587" y="123081"/>
                </a:lnTo>
                <a:lnTo>
                  <a:pt x="3789657" y="123203"/>
                </a:lnTo>
                <a:lnTo>
                  <a:pt x="3790747" y="123298"/>
                </a:lnTo>
                <a:lnTo>
                  <a:pt x="3791855" y="123365"/>
                </a:lnTo>
                <a:lnTo>
                  <a:pt x="3792982" y="123406"/>
                </a:lnTo>
                <a:lnTo>
                  <a:pt x="3794128" y="123419"/>
                </a:lnTo>
                <a:lnTo>
                  <a:pt x="3794675" y="123416"/>
                </a:lnTo>
                <a:lnTo>
                  <a:pt x="3795218" y="123407"/>
                </a:lnTo>
                <a:lnTo>
                  <a:pt x="3795756" y="123393"/>
                </a:lnTo>
                <a:lnTo>
                  <a:pt x="3796289" y="123372"/>
                </a:lnTo>
                <a:lnTo>
                  <a:pt x="3796817" y="123346"/>
                </a:lnTo>
                <a:lnTo>
                  <a:pt x="3797341" y="123313"/>
                </a:lnTo>
                <a:lnTo>
                  <a:pt x="3797860" y="123275"/>
                </a:lnTo>
                <a:lnTo>
                  <a:pt x="3798374" y="123231"/>
                </a:lnTo>
                <a:lnTo>
                  <a:pt x="3798883" y="123181"/>
                </a:lnTo>
                <a:close/>
                <a:moveTo>
                  <a:pt x="3321841" y="152724"/>
                </a:moveTo>
                <a:lnTo>
                  <a:pt x="3322714" y="152514"/>
                </a:lnTo>
                <a:lnTo>
                  <a:pt x="3323567" y="152280"/>
                </a:lnTo>
                <a:lnTo>
                  <a:pt x="3324400" y="152021"/>
                </a:lnTo>
                <a:lnTo>
                  <a:pt x="3325213" y="151738"/>
                </a:lnTo>
                <a:lnTo>
                  <a:pt x="3326006" y="151429"/>
                </a:lnTo>
                <a:lnTo>
                  <a:pt x="3326779" y="151097"/>
                </a:lnTo>
                <a:lnTo>
                  <a:pt x="3327532" y="150739"/>
                </a:lnTo>
                <a:lnTo>
                  <a:pt x="3328265" y="150357"/>
                </a:lnTo>
                <a:lnTo>
                  <a:pt x="3328979" y="149950"/>
                </a:lnTo>
                <a:lnTo>
                  <a:pt x="3329672" y="149519"/>
                </a:lnTo>
                <a:lnTo>
                  <a:pt x="3330345" y="149063"/>
                </a:lnTo>
                <a:lnTo>
                  <a:pt x="3330998" y="148582"/>
                </a:lnTo>
                <a:lnTo>
                  <a:pt x="3331632" y="148076"/>
                </a:lnTo>
                <a:lnTo>
                  <a:pt x="3332245" y="147546"/>
                </a:lnTo>
                <a:lnTo>
                  <a:pt x="3332839" y="146991"/>
                </a:lnTo>
                <a:lnTo>
                  <a:pt x="3333412" y="146412"/>
                </a:lnTo>
                <a:lnTo>
                  <a:pt x="3333978" y="145827"/>
                </a:lnTo>
                <a:lnTo>
                  <a:pt x="3334519" y="145229"/>
                </a:lnTo>
                <a:lnTo>
                  <a:pt x="3335037" y="144616"/>
                </a:lnTo>
                <a:lnTo>
                  <a:pt x="3335530" y="143989"/>
                </a:lnTo>
                <a:lnTo>
                  <a:pt x="3336000" y="143348"/>
                </a:lnTo>
                <a:lnTo>
                  <a:pt x="3336445" y="142693"/>
                </a:lnTo>
                <a:lnTo>
                  <a:pt x="3336866" y="142023"/>
                </a:lnTo>
                <a:lnTo>
                  <a:pt x="3337263" y="141340"/>
                </a:lnTo>
                <a:lnTo>
                  <a:pt x="3337636" y="140643"/>
                </a:lnTo>
                <a:lnTo>
                  <a:pt x="3337985" y="139931"/>
                </a:lnTo>
                <a:lnTo>
                  <a:pt x="3338310" y="139206"/>
                </a:lnTo>
                <a:lnTo>
                  <a:pt x="3338611" y="138466"/>
                </a:lnTo>
                <a:lnTo>
                  <a:pt x="3338888" y="137712"/>
                </a:lnTo>
                <a:lnTo>
                  <a:pt x="3339141" y="136944"/>
                </a:lnTo>
                <a:lnTo>
                  <a:pt x="3339369" y="136162"/>
                </a:lnTo>
                <a:lnTo>
                  <a:pt x="3339574" y="135366"/>
                </a:lnTo>
                <a:lnTo>
                  <a:pt x="3339754" y="134556"/>
                </a:lnTo>
                <a:lnTo>
                  <a:pt x="3339911" y="133732"/>
                </a:lnTo>
                <a:lnTo>
                  <a:pt x="3340043" y="132894"/>
                </a:lnTo>
                <a:lnTo>
                  <a:pt x="3340151" y="132041"/>
                </a:lnTo>
                <a:lnTo>
                  <a:pt x="3340236" y="131175"/>
                </a:lnTo>
                <a:lnTo>
                  <a:pt x="3340296" y="130294"/>
                </a:lnTo>
                <a:lnTo>
                  <a:pt x="3340332" y="129400"/>
                </a:lnTo>
                <a:lnTo>
                  <a:pt x="3340344" y="128491"/>
                </a:lnTo>
                <a:lnTo>
                  <a:pt x="3340332" y="127653"/>
                </a:lnTo>
                <a:lnTo>
                  <a:pt x="3340296" y="126829"/>
                </a:lnTo>
                <a:lnTo>
                  <a:pt x="3340236" y="126018"/>
                </a:lnTo>
                <a:lnTo>
                  <a:pt x="3340151" y="125222"/>
                </a:lnTo>
                <a:lnTo>
                  <a:pt x="3340043" y="124440"/>
                </a:lnTo>
                <a:lnTo>
                  <a:pt x="3339911" y="123673"/>
                </a:lnTo>
                <a:lnTo>
                  <a:pt x="3339754" y="122919"/>
                </a:lnTo>
                <a:lnTo>
                  <a:pt x="3339574" y="122179"/>
                </a:lnTo>
                <a:lnTo>
                  <a:pt x="3339369" y="121454"/>
                </a:lnTo>
                <a:lnTo>
                  <a:pt x="3339141" y="120742"/>
                </a:lnTo>
                <a:lnTo>
                  <a:pt x="3338888" y="120045"/>
                </a:lnTo>
                <a:lnTo>
                  <a:pt x="3338611" y="119361"/>
                </a:lnTo>
                <a:lnTo>
                  <a:pt x="3338310" y="118692"/>
                </a:lnTo>
                <a:lnTo>
                  <a:pt x="3337985" y="118037"/>
                </a:lnTo>
                <a:lnTo>
                  <a:pt x="3337636" y="117396"/>
                </a:lnTo>
                <a:lnTo>
                  <a:pt x="3337263" y="116769"/>
                </a:lnTo>
                <a:lnTo>
                  <a:pt x="3336866" y="116156"/>
                </a:lnTo>
                <a:lnTo>
                  <a:pt x="3336445" y="115557"/>
                </a:lnTo>
                <a:lnTo>
                  <a:pt x="3336000" y="114973"/>
                </a:lnTo>
                <a:lnTo>
                  <a:pt x="3335530" y="114402"/>
                </a:lnTo>
                <a:lnTo>
                  <a:pt x="3335037" y="113846"/>
                </a:lnTo>
                <a:lnTo>
                  <a:pt x="3334519" y="113303"/>
                </a:lnTo>
                <a:lnTo>
                  <a:pt x="3333978" y="112775"/>
                </a:lnTo>
                <a:lnTo>
                  <a:pt x="3333412" y="112261"/>
                </a:lnTo>
                <a:lnTo>
                  <a:pt x="3332840" y="111750"/>
                </a:lnTo>
                <a:lnTo>
                  <a:pt x="3332249" y="111261"/>
                </a:lnTo>
                <a:lnTo>
                  <a:pt x="3331640" y="110794"/>
                </a:lnTo>
                <a:lnTo>
                  <a:pt x="3331013" y="110349"/>
                </a:lnTo>
                <a:lnTo>
                  <a:pt x="3330367" y="109926"/>
                </a:lnTo>
                <a:lnTo>
                  <a:pt x="3329703" y="109524"/>
                </a:lnTo>
                <a:lnTo>
                  <a:pt x="3329022" y="109144"/>
                </a:lnTo>
                <a:lnTo>
                  <a:pt x="3328322" y="108785"/>
                </a:lnTo>
                <a:lnTo>
                  <a:pt x="3327603" y="108449"/>
                </a:lnTo>
                <a:lnTo>
                  <a:pt x="3326867" y="108134"/>
                </a:lnTo>
                <a:lnTo>
                  <a:pt x="3326112" y="107840"/>
                </a:lnTo>
                <a:lnTo>
                  <a:pt x="3325339" y="107569"/>
                </a:lnTo>
                <a:lnTo>
                  <a:pt x="3324548" y="107319"/>
                </a:lnTo>
                <a:lnTo>
                  <a:pt x="3323739" y="107091"/>
                </a:lnTo>
                <a:lnTo>
                  <a:pt x="3322912" y="106885"/>
                </a:lnTo>
                <a:lnTo>
                  <a:pt x="3322066" y="106700"/>
                </a:lnTo>
                <a:lnTo>
                  <a:pt x="3321202" y="106537"/>
                </a:lnTo>
                <a:lnTo>
                  <a:pt x="3320320" y="106396"/>
                </a:lnTo>
                <a:lnTo>
                  <a:pt x="3319420" y="106277"/>
                </a:lnTo>
                <a:lnTo>
                  <a:pt x="3318501" y="106179"/>
                </a:lnTo>
                <a:lnTo>
                  <a:pt x="3317565" y="106103"/>
                </a:lnTo>
                <a:lnTo>
                  <a:pt x="3316610" y="106049"/>
                </a:lnTo>
                <a:lnTo>
                  <a:pt x="3315637" y="106016"/>
                </a:lnTo>
                <a:lnTo>
                  <a:pt x="3314646" y="106005"/>
                </a:lnTo>
                <a:lnTo>
                  <a:pt x="3284045" y="106005"/>
                </a:lnTo>
                <a:lnTo>
                  <a:pt x="3283626" y="106001"/>
                </a:lnTo>
                <a:lnTo>
                  <a:pt x="3283215" y="105990"/>
                </a:lnTo>
                <a:lnTo>
                  <a:pt x="3282811" y="105971"/>
                </a:lnTo>
                <a:lnTo>
                  <a:pt x="3282415" y="105944"/>
                </a:lnTo>
                <a:lnTo>
                  <a:pt x="3282027" y="105910"/>
                </a:lnTo>
                <a:lnTo>
                  <a:pt x="3281646" y="105868"/>
                </a:lnTo>
                <a:lnTo>
                  <a:pt x="3281273" y="105818"/>
                </a:lnTo>
                <a:lnTo>
                  <a:pt x="3280908" y="105761"/>
                </a:lnTo>
                <a:lnTo>
                  <a:pt x="3280550" y="105696"/>
                </a:lnTo>
                <a:lnTo>
                  <a:pt x="3280200" y="105623"/>
                </a:lnTo>
                <a:lnTo>
                  <a:pt x="3279857" y="105543"/>
                </a:lnTo>
                <a:lnTo>
                  <a:pt x="3279522" y="105456"/>
                </a:lnTo>
                <a:lnTo>
                  <a:pt x="3279195" y="105360"/>
                </a:lnTo>
                <a:lnTo>
                  <a:pt x="3278875" y="105257"/>
                </a:lnTo>
                <a:lnTo>
                  <a:pt x="3278563" y="105146"/>
                </a:lnTo>
                <a:lnTo>
                  <a:pt x="3278259" y="105028"/>
                </a:lnTo>
                <a:lnTo>
                  <a:pt x="3277962" y="104902"/>
                </a:lnTo>
                <a:lnTo>
                  <a:pt x="3277673" y="104769"/>
                </a:lnTo>
                <a:lnTo>
                  <a:pt x="3277392" y="104628"/>
                </a:lnTo>
                <a:lnTo>
                  <a:pt x="3277118" y="104479"/>
                </a:lnTo>
                <a:lnTo>
                  <a:pt x="3276851" y="104322"/>
                </a:lnTo>
                <a:lnTo>
                  <a:pt x="3276593" y="104158"/>
                </a:lnTo>
                <a:lnTo>
                  <a:pt x="3276342" y="103986"/>
                </a:lnTo>
                <a:lnTo>
                  <a:pt x="3276098" y="103807"/>
                </a:lnTo>
                <a:lnTo>
                  <a:pt x="3275864" y="103607"/>
                </a:lnTo>
                <a:lnTo>
                  <a:pt x="3275639" y="103400"/>
                </a:lnTo>
                <a:lnTo>
                  <a:pt x="3275425" y="103186"/>
                </a:lnTo>
                <a:lnTo>
                  <a:pt x="3275220" y="102966"/>
                </a:lnTo>
                <a:lnTo>
                  <a:pt x="3275026" y="102740"/>
                </a:lnTo>
                <a:lnTo>
                  <a:pt x="3274841" y="102507"/>
                </a:lnTo>
                <a:lnTo>
                  <a:pt x="3274666" y="102268"/>
                </a:lnTo>
                <a:lnTo>
                  <a:pt x="3274502" y="102022"/>
                </a:lnTo>
                <a:lnTo>
                  <a:pt x="3274347" y="101770"/>
                </a:lnTo>
                <a:lnTo>
                  <a:pt x="3274202" y="101512"/>
                </a:lnTo>
                <a:lnTo>
                  <a:pt x="3274068" y="101247"/>
                </a:lnTo>
                <a:lnTo>
                  <a:pt x="3273943" y="100975"/>
                </a:lnTo>
                <a:lnTo>
                  <a:pt x="3273828" y="100697"/>
                </a:lnTo>
                <a:lnTo>
                  <a:pt x="3273723" y="100413"/>
                </a:lnTo>
                <a:lnTo>
                  <a:pt x="3273629" y="100122"/>
                </a:lnTo>
                <a:lnTo>
                  <a:pt x="3273544" y="99825"/>
                </a:lnTo>
                <a:lnTo>
                  <a:pt x="3273469" y="99521"/>
                </a:lnTo>
                <a:lnTo>
                  <a:pt x="3273404" y="99211"/>
                </a:lnTo>
                <a:lnTo>
                  <a:pt x="3273349" y="98894"/>
                </a:lnTo>
                <a:lnTo>
                  <a:pt x="3273304" y="98571"/>
                </a:lnTo>
                <a:lnTo>
                  <a:pt x="3273269" y="98241"/>
                </a:lnTo>
                <a:lnTo>
                  <a:pt x="3273244" y="97905"/>
                </a:lnTo>
                <a:lnTo>
                  <a:pt x="3273229" y="97562"/>
                </a:lnTo>
                <a:lnTo>
                  <a:pt x="3273224" y="97213"/>
                </a:lnTo>
                <a:lnTo>
                  <a:pt x="3273229" y="96864"/>
                </a:lnTo>
                <a:lnTo>
                  <a:pt x="3273244" y="96522"/>
                </a:lnTo>
                <a:lnTo>
                  <a:pt x="3273269" y="96186"/>
                </a:lnTo>
                <a:lnTo>
                  <a:pt x="3273304" y="95856"/>
                </a:lnTo>
                <a:lnTo>
                  <a:pt x="3273349" y="95533"/>
                </a:lnTo>
                <a:lnTo>
                  <a:pt x="3273404" y="95216"/>
                </a:lnTo>
                <a:lnTo>
                  <a:pt x="3273469" y="94906"/>
                </a:lnTo>
                <a:lnTo>
                  <a:pt x="3273544" y="94602"/>
                </a:lnTo>
                <a:lnTo>
                  <a:pt x="3273629" y="94305"/>
                </a:lnTo>
                <a:lnTo>
                  <a:pt x="3273723" y="94014"/>
                </a:lnTo>
                <a:lnTo>
                  <a:pt x="3273828" y="93730"/>
                </a:lnTo>
                <a:lnTo>
                  <a:pt x="3273943" y="93452"/>
                </a:lnTo>
                <a:lnTo>
                  <a:pt x="3274068" y="93180"/>
                </a:lnTo>
                <a:lnTo>
                  <a:pt x="3274202" y="92915"/>
                </a:lnTo>
                <a:lnTo>
                  <a:pt x="3274347" y="92657"/>
                </a:lnTo>
                <a:lnTo>
                  <a:pt x="3274502" y="92405"/>
                </a:lnTo>
                <a:lnTo>
                  <a:pt x="3274666" y="92159"/>
                </a:lnTo>
                <a:lnTo>
                  <a:pt x="3274841" y="91920"/>
                </a:lnTo>
                <a:lnTo>
                  <a:pt x="3275026" y="91687"/>
                </a:lnTo>
                <a:lnTo>
                  <a:pt x="3275220" y="91461"/>
                </a:lnTo>
                <a:lnTo>
                  <a:pt x="3275425" y="91241"/>
                </a:lnTo>
                <a:lnTo>
                  <a:pt x="3275639" y="91027"/>
                </a:lnTo>
                <a:lnTo>
                  <a:pt x="3275864" y="90820"/>
                </a:lnTo>
                <a:lnTo>
                  <a:pt x="3276098" y="90620"/>
                </a:lnTo>
                <a:lnTo>
                  <a:pt x="3276356" y="90427"/>
                </a:lnTo>
                <a:lnTo>
                  <a:pt x="3276620" y="90242"/>
                </a:lnTo>
                <a:lnTo>
                  <a:pt x="3276891" y="90065"/>
                </a:lnTo>
                <a:lnTo>
                  <a:pt x="3277169" y="89897"/>
                </a:lnTo>
                <a:lnTo>
                  <a:pt x="3277454" y="89736"/>
                </a:lnTo>
                <a:lnTo>
                  <a:pt x="3277747" y="89584"/>
                </a:lnTo>
                <a:lnTo>
                  <a:pt x="3278046" y="89441"/>
                </a:lnTo>
                <a:lnTo>
                  <a:pt x="3278353" y="89305"/>
                </a:lnTo>
                <a:lnTo>
                  <a:pt x="3278666" y="89178"/>
                </a:lnTo>
                <a:lnTo>
                  <a:pt x="3278987" y="89058"/>
                </a:lnTo>
                <a:lnTo>
                  <a:pt x="3279314" y="88947"/>
                </a:lnTo>
                <a:lnTo>
                  <a:pt x="3279649" y="88845"/>
                </a:lnTo>
                <a:lnTo>
                  <a:pt x="3279991" y="88750"/>
                </a:lnTo>
                <a:lnTo>
                  <a:pt x="3280339" y="88664"/>
                </a:lnTo>
                <a:lnTo>
                  <a:pt x="3280695" y="88586"/>
                </a:lnTo>
                <a:lnTo>
                  <a:pt x="3281058" y="88516"/>
                </a:lnTo>
                <a:lnTo>
                  <a:pt x="3281428" y="88454"/>
                </a:lnTo>
                <a:lnTo>
                  <a:pt x="3281805" y="88401"/>
                </a:lnTo>
                <a:lnTo>
                  <a:pt x="3282189" y="88356"/>
                </a:lnTo>
                <a:lnTo>
                  <a:pt x="3282579" y="88319"/>
                </a:lnTo>
                <a:lnTo>
                  <a:pt x="3282978" y="88290"/>
                </a:lnTo>
                <a:lnTo>
                  <a:pt x="3283383" y="88269"/>
                </a:lnTo>
                <a:lnTo>
                  <a:pt x="3283795" y="88257"/>
                </a:lnTo>
                <a:lnTo>
                  <a:pt x="3284214" y="88253"/>
                </a:lnTo>
                <a:lnTo>
                  <a:pt x="3298077" y="88253"/>
                </a:lnTo>
                <a:lnTo>
                  <a:pt x="3299402" y="88240"/>
                </a:lnTo>
                <a:lnTo>
                  <a:pt x="3300701" y="88201"/>
                </a:lnTo>
                <a:lnTo>
                  <a:pt x="3301974" y="88137"/>
                </a:lnTo>
                <a:lnTo>
                  <a:pt x="3303220" y="88046"/>
                </a:lnTo>
                <a:lnTo>
                  <a:pt x="3304439" y="87930"/>
                </a:lnTo>
                <a:lnTo>
                  <a:pt x="3305632" y="87788"/>
                </a:lnTo>
                <a:lnTo>
                  <a:pt x="3306799" y="87620"/>
                </a:lnTo>
                <a:lnTo>
                  <a:pt x="3307939" y="87427"/>
                </a:lnTo>
                <a:lnTo>
                  <a:pt x="3309053" y="87207"/>
                </a:lnTo>
                <a:lnTo>
                  <a:pt x="3310141" y="86962"/>
                </a:lnTo>
                <a:lnTo>
                  <a:pt x="3311202" y="86690"/>
                </a:lnTo>
                <a:lnTo>
                  <a:pt x="3312237" y="86393"/>
                </a:lnTo>
                <a:lnTo>
                  <a:pt x="3313245" y="86070"/>
                </a:lnTo>
                <a:lnTo>
                  <a:pt x="3314227" y="85722"/>
                </a:lnTo>
                <a:lnTo>
                  <a:pt x="3315182" y="85347"/>
                </a:lnTo>
                <a:lnTo>
                  <a:pt x="3316111" y="84947"/>
                </a:lnTo>
                <a:lnTo>
                  <a:pt x="3317014" y="84521"/>
                </a:lnTo>
                <a:lnTo>
                  <a:pt x="3317890" y="84069"/>
                </a:lnTo>
                <a:lnTo>
                  <a:pt x="3318740" y="83591"/>
                </a:lnTo>
                <a:lnTo>
                  <a:pt x="3319563" y="83087"/>
                </a:lnTo>
                <a:lnTo>
                  <a:pt x="3320360" y="82558"/>
                </a:lnTo>
                <a:lnTo>
                  <a:pt x="3321130" y="82002"/>
                </a:lnTo>
                <a:lnTo>
                  <a:pt x="3321874" y="81421"/>
                </a:lnTo>
                <a:lnTo>
                  <a:pt x="3322592" y="80814"/>
                </a:lnTo>
                <a:lnTo>
                  <a:pt x="3323296" y="80185"/>
                </a:lnTo>
                <a:lnTo>
                  <a:pt x="3323969" y="79539"/>
                </a:lnTo>
                <a:lnTo>
                  <a:pt x="3324613" y="78875"/>
                </a:lnTo>
                <a:lnTo>
                  <a:pt x="3325227" y="78194"/>
                </a:lnTo>
                <a:lnTo>
                  <a:pt x="3325810" y="77494"/>
                </a:lnTo>
                <a:lnTo>
                  <a:pt x="3326364" y="76778"/>
                </a:lnTo>
                <a:lnTo>
                  <a:pt x="3326888" y="76043"/>
                </a:lnTo>
                <a:lnTo>
                  <a:pt x="3327382" y="75291"/>
                </a:lnTo>
                <a:lnTo>
                  <a:pt x="3327846" y="74522"/>
                </a:lnTo>
                <a:lnTo>
                  <a:pt x="3328280" y="73734"/>
                </a:lnTo>
                <a:lnTo>
                  <a:pt x="3328685" y="72930"/>
                </a:lnTo>
                <a:lnTo>
                  <a:pt x="3329059" y="72107"/>
                </a:lnTo>
                <a:lnTo>
                  <a:pt x="3329403" y="71267"/>
                </a:lnTo>
                <a:lnTo>
                  <a:pt x="3329717" y="70409"/>
                </a:lnTo>
                <a:lnTo>
                  <a:pt x="3330002" y="69534"/>
                </a:lnTo>
                <a:lnTo>
                  <a:pt x="3330256" y="68641"/>
                </a:lnTo>
                <a:lnTo>
                  <a:pt x="3330481" y="67731"/>
                </a:lnTo>
                <a:lnTo>
                  <a:pt x="3330675" y="66803"/>
                </a:lnTo>
                <a:lnTo>
                  <a:pt x="3330840" y="65857"/>
                </a:lnTo>
                <a:lnTo>
                  <a:pt x="3330975" y="64894"/>
                </a:lnTo>
                <a:lnTo>
                  <a:pt x="3331080" y="63913"/>
                </a:lnTo>
                <a:lnTo>
                  <a:pt x="3331154" y="62914"/>
                </a:lnTo>
                <a:lnTo>
                  <a:pt x="3331199" y="61898"/>
                </a:lnTo>
                <a:lnTo>
                  <a:pt x="3331214" y="60864"/>
                </a:lnTo>
                <a:lnTo>
                  <a:pt x="3331210" y="60387"/>
                </a:lnTo>
                <a:lnTo>
                  <a:pt x="3331199" y="59912"/>
                </a:lnTo>
                <a:lnTo>
                  <a:pt x="3331180" y="59440"/>
                </a:lnTo>
                <a:lnTo>
                  <a:pt x="3331153" y="58972"/>
                </a:lnTo>
                <a:lnTo>
                  <a:pt x="3331119" y="58506"/>
                </a:lnTo>
                <a:lnTo>
                  <a:pt x="3331077" y="58043"/>
                </a:lnTo>
                <a:lnTo>
                  <a:pt x="3331027" y="57583"/>
                </a:lnTo>
                <a:lnTo>
                  <a:pt x="3330970" y="57126"/>
                </a:lnTo>
                <a:lnTo>
                  <a:pt x="3330905" y="56672"/>
                </a:lnTo>
                <a:lnTo>
                  <a:pt x="3330833" y="56221"/>
                </a:lnTo>
                <a:lnTo>
                  <a:pt x="3330753" y="55772"/>
                </a:lnTo>
                <a:lnTo>
                  <a:pt x="3330665" y="55327"/>
                </a:lnTo>
                <a:lnTo>
                  <a:pt x="3330570" y="54885"/>
                </a:lnTo>
                <a:lnTo>
                  <a:pt x="3330467" y="54445"/>
                </a:lnTo>
                <a:lnTo>
                  <a:pt x="3330356" y="54009"/>
                </a:lnTo>
                <a:lnTo>
                  <a:pt x="3330238" y="53575"/>
                </a:lnTo>
                <a:lnTo>
                  <a:pt x="3330112" y="53145"/>
                </a:lnTo>
                <a:lnTo>
                  <a:pt x="3329978" y="52717"/>
                </a:lnTo>
                <a:lnTo>
                  <a:pt x="3329837" y="52292"/>
                </a:lnTo>
                <a:lnTo>
                  <a:pt x="3329688" y="51871"/>
                </a:lnTo>
                <a:lnTo>
                  <a:pt x="3329532" y="51452"/>
                </a:lnTo>
                <a:lnTo>
                  <a:pt x="3329368" y="51036"/>
                </a:lnTo>
                <a:lnTo>
                  <a:pt x="3329196" y="50623"/>
                </a:lnTo>
                <a:lnTo>
                  <a:pt x="3329017" y="50213"/>
                </a:lnTo>
                <a:lnTo>
                  <a:pt x="3328844" y="49794"/>
                </a:lnTo>
                <a:lnTo>
                  <a:pt x="3328665" y="49381"/>
                </a:lnTo>
                <a:lnTo>
                  <a:pt x="3328478" y="48974"/>
                </a:lnTo>
                <a:lnTo>
                  <a:pt x="3328284" y="48574"/>
                </a:lnTo>
                <a:lnTo>
                  <a:pt x="3328083" y="48180"/>
                </a:lnTo>
                <a:lnTo>
                  <a:pt x="3327875" y="47793"/>
                </a:lnTo>
                <a:lnTo>
                  <a:pt x="3327661" y="47412"/>
                </a:lnTo>
                <a:lnTo>
                  <a:pt x="3327439" y="47038"/>
                </a:lnTo>
                <a:lnTo>
                  <a:pt x="3327210" y="46670"/>
                </a:lnTo>
                <a:lnTo>
                  <a:pt x="3326974" y="46309"/>
                </a:lnTo>
                <a:lnTo>
                  <a:pt x="3326731" y="45954"/>
                </a:lnTo>
                <a:lnTo>
                  <a:pt x="3326481" y="45606"/>
                </a:lnTo>
                <a:lnTo>
                  <a:pt x="3326223" y="45264"/>
                </a:lnTo>
                <a:lnTo>
                  <a:pt x="3325959" y="44928"/>
                </a:lnTo>
                <a:lnTo>
                  <a:pt x="3325688" y="44599"/>
                </a:lnTo>
                <a:lnTo>
                  <a:pt x="3325410" y="44277"/>
                </a:lnTo>
                <a:lnTo>
                  <a:pt x="3325124" y="43961"/>
                </a:lnTo>
                <a:lnTo>
                  <a:pt x="3324832" y="43651"/>
                </a:lnTo>
                <a:lnTo>
                  <a:pt x="3324533" y="43348"/>
                </a:lnTo>
                <a:lnTo>
                  <a:pt x="3324226" y="43051"/>
                </a:lnTo>
                <a:lnTo>
                  <a:pt x="3323913" y="42761"/>
                </a:lnTo>
                <a:lnTo>
                  <a:pt x="3323592" y="42477"/>
                </a:lnTo>
                <a:lnTo>
                  <a:pt x="3323265" y="42199"/>
                </a:lnTo>
                <a:lnTo>
                  <a:pt x="3322930" y="41928"/>
                </a:lnTo>
                <a:lnTo>
                  <a:pt x="3322930" y="41590"/>
                </a:lnTo>
                <a:lnTo>
                  <a:pt x="3323573" y="41442"/>
                </a:lnTo>
                <a:lnTo>
                  <a:pt x="3324205" y="41280"/>
                </a:lnTo>
                <a:lnTo>
                  <a:pt x="3324827" y="41104"/>
                </a:lnTo>
                <a:lnTo>
                  <a:pt x="3325438" y="40914"/>
                </a:lnTo>
                <a:lnTo>
                  <a:pt x="3326038" y="40710"/>
                </a:lnTo>
                <a:lnTo>
                  <a:pt x="3326628" y="40492"/>
                </a:lnTo>
                <a:lnTo>
                  <a:pt x="3327208" y="40259"/>
                </a:lnTo>
                <a:lnTo>
                  <a:pt x="3327777" y="40013"/>
                </a:lnTo>
                <a:lnTo>
                  <a:pt x="3328335" y="39752"/>
                </a:lnTo>
                <a:lnTo>
                  <a:pt x="3328883" y="39477"/>
                </a:lnTo>
                <a:lnTo>
                  <a:pt x="3329420" y="39188"/>
                </a:lnTo>
                <a:lnTo>
                  <a:pt x="3329947" y="38885"/>
                </a:lnTo>
                <a:lnTo>
                  <a:pt x="3330463" y="38568"/>
                </a:lnTo>
                <a:lnTo>
                  <a:pt x="3330968" y="38237"/>
                </a:lnTo>
                <a:lnTo>
                  <a:pt x="3331463" y="37892"/>
                </a:lnTo>
                <a:lnTo>
                  <a:pt x="3331947" y="37533"/>
                </a:lnTo>
                <a:lnTo>
                  <a:pt x="3332421" y="37160"/>
                </a:lnTo>
                <a:lnTo>
                  <a:pt x="3332884" y="36772"/>
                </a:lnTo>
                <a:lnTo>
                  <a:pt x="3333337" y="36371"/>
                </a:lnTo>
                <a:lnTo>
                  <a:pt x="3333779" y="35955"/>
                </a:lnTo>
                <a:lnTo>
                  <a:pt x="3334210" y="35525"/>
                </a:lnTo>
                <a:lnTo>
                  <a:pt x="3334631" y="35081"/>
                </a:lnTo>
                <a:lnTo>
                  <a:pt x="3335041" y="34623"/>
                </a:lnTo>
                <a:lnTo>
                  <a:pt x="3335441" y="34151"/>
                </a:lnTo>
                <a:lnTo>
                  <a:pt x="3335841" y="33654"/>
                </a:lnTo>
                <a:lnTo>
                  <a:pt x="3336224" y="33148"/>
                </a:lnTo>
                <a:lnTo>
                  <a:pt x="3336590" y="32632"/>
                </a:lnTo>
                <a:lnTo>
                  <a:pt x="3336939" y="32109"/>
                </a:lnTo>
                <a:lnTo>
                  <a:pt x="3337271" y="31576"/>
                </a:lnTo>
                <a:lnTo>
                  <a:pt x="3337586" y="31034"/>
                </a:lnTo>
                <a:lnTo>
                  <a:pt x="3337884" y="30484"/>
                </a:lnTo>
                <a:lnTo>
                  <a:pt x="3338165" y="29925"/>
                </a:lnTo>
                <a:lnTo>
                  <a:pt x="3338429" y="29357"/>
                </a:lnTo>
                <a:lnTo>
                  <a:pt x="3338676" y="28780"/>
                </a:lnTo>
                <a:lnTo>
                  <a:pt x="3338905" y="28194"/>
                </a:lnTo>
                <a:lnTo>
                  <a:pt x="3339118" y="27600"/>
                </a:lnTo>
                <a:lnTo>
                  <a:pt x="3339314" y="26997"/>
                </a:lnTo>
                <a:lnTo>
                  <a:pt x="3339493" y="26385"/>
                </a:lnTo>
                <a:lnTo>
                  <a:pt x="3339654" y="25764"/>
                </a:lnTo>
                <a:lnTo>
                  <a:pt x="3339799" y="25135"/>
                </a:lnTo>
                <a:lnTo>
                  <a:pt x="3339927" y="24496"/>
                </a:lnTo>
                <a:lnTo>
                  <a:pt x="3340038" y="23849"/>
                </a:lnTo>
                <a:lnTo>
                  <a:pt x="3340131" y="23193"/>
                </a:lnTo>
                <a:lnTo>
                  <a:pt x="3340208" y="22528"/>
                </a:lnTo>
                <a:lnTo>
                  <a:pt x="3340267" y="21855"/>
                </a:lnTo>
                <a:lnTo>
                  <a:pt x="3340310" y="21172"/>
                </a:lnTo>
                <a:lnTo>
                  <a:pt x="3340335" y="20481"/>
                </a:lnTo>
                <a:lnTo>
                  <a:pt x="3340344" y="19781"/>
                </a:lnTo>
                <a:lnTo>
                  <a:pt x="3326650" y="19781"/>
                </a:lnTo>
                <a:lnTo>
                  <a:pt x="3326602" y="20272"/>
                </a:lnTo>
                <a:lnTo>
                  <a:pt x="3326544" y="20758"/>
                </a:lnTo>
                <a:lnTo>
                  <a:pt x="3326475" y="21239"/>
                </a:lnTo>
                <a:lnTo>
                  <a:pt x="3326396" y="21716"/>
                </a:lnTo>
                <a:lnTo>
                  <a:pt x="3326306" y="22188"/>
                </a:lnTo>
                <a:lnTo>
                  <a:pt x="3326206" y="22655"/>
                </a:lnTo>
                <a:lnTo>
                  <a:pt x="3326095" y="23118"/>
                </a:lnTo>
                <a:lnTo>
                  <a:pt x="3325974" y="23575"/>
                </a:lnTo>
                <a:lnTo>
                  <a:pt x="3325841" y="24029"/>
                </a:lnTo>
                <a:lnTo>
                  <a:pt x="3325699" y="24477"/>
                </a:lnTo>
                <a:lnTo>
                  <a:pt x="3325546" y="24921"/>
                </a:lnTo>
                <a:lnTo>
                  <a:pt x="3325382" y="25360"/>
                </a:lnTo>
                <a:lnTo>
                  <a:pt x="3325207" y="25794"/>
                </a:lnTo>
                <a:lnTo>
                  <a:pt x="3325023" y="26224"/>
                </a:lnTo>
                <a:lnTo>
                  <a:pt x="3324827" y="26649"/>
                </a:lnTo>
                <a:lnTo>
                  <a:pt x="3324621" y="27070"/>
                </a:lnTo>
                <a:lnTo>
                  <a:pt x="3324404" y="27485"/>
                </a:lnTo>
                <a:lnTo>
                  <a:pt x="3324177" y="27896"/>
                </a:lnTo>
                <a:lnTo>
                  <a:pt x="3323939" y="28302"/>
                </a:lnTo>
                <a:lnTo>
                  <a:pt x="3323691" y="28704"/>
                </a:lnTo>
                <a:lnTo>
                  <a:pt x="3323432" y="29101"/>
                </a:lnTo>
                <a:lnTo>
                  <a:pt x="3323163" y="29493"/>
                </a:lnTo>
                <a:lnTo>
                  <a:pt x="3322883" y="29880"/>
                </a:lnTo>
                <a:lnTo>
                  <a:pt x="3322592" y="30263"/>
                </a:lnTo>
                <a:lnTo>
                  <a:pt x="3322304" y="30625"/>
                </a:lnTo>
                <a:lnTo>
                  <a:pt x="3322005" y="30978"/>
                </a:lnTo>
                <a:lnTo>
                  <a:pt x="3321694" y="31322"/>
                </a:lnTo>
                <a:lnTo>
                  <a:pt x="3321371" y="31658"/>
                </a:lnTo>
                <a:lnTo>
                  <a:pt x="3321036" y="31984"/>
                </a:lnTo>
                <a:lnTo>
                  <a:pt x="3320690" y="32302"/>
                </a:lnTo>
                <a:lnTo>
                  <a:pt x="3320332" y="32611"/>
                </a:lnTo>
                <a:lnTo>
                  <a:pt x="3319962" y="32912"/>
                </a:lnTo>
                <a:lnTo>
                  <a:pt x="3319581" y="33203"/>
                </a:lnTo>
                <a:lnTo>
                  <a:pt x="3319187" y="33486"/>
                </a:lnTo>
                <a:lnTo>
                  <a:pt x="3318782" y="33760"/>
                </a:lnTo>
                <a:lnTo>
                  <a:pt x="3318365" y="34025"/>
                </a:lnTo>
                <a:lnTo>
                  <a:pt x="3317937" y="34281"/>
                </a:lnTo>
                <a:lnTo>
                  <a:pt x="3317497" y="34528"/>
                </a:lnTo>
                <a:lnTo>
                  <a:pt x="3317045" y="34767"/>
                </a:lnTo>
                <a:lnTo>
                  <a:pt x="3316581" y="34997"/>
                </a:lnTo>
                <a:lnTo>
                  <a:pt x="3316105" y="35218"/>
                </a:lnTo>
                <a:lnTo>
                  <a:pt x="3315618" y="35430"/>
                </a:lnTo>
                <a:lnTo>
                  <a:pt x="3315119" y="35634"/>
                </a:lnTo>
                <a:lnTo>
                  <a:pt x="3314608" y="35828"/>
                </a:lnTo>
                <a:lnTo>
                  <a:pt x="3314086" y="36014"/>
                </a:lnTo>
                <a:lnTo>
                  <a:pt x="3313552" y="36191"/>
                </a:lnTo>
                <a:lnTo>
                  <a:pt x="3313006" y="36359"/>
                </a:lnTo>
                <a:lnTo>
                  <a:pt x="3312448" y="36519"/>
                </a:lnTo>
                <a:lnTo>
                  <a:pt x="3311906" y="36284"/>
                </a:lnTo>
                <a:lnTo>
                  <a:pt x="3311349" y="36059"/>
                </a:lnTo>
                <a:lnTo>
                  <a:pt x="3310779" y="35845"/>
                </a:lnTo>
                <a:lnTo>
                  <a:pt x="3310194" y="35640"/>
                </a:lnTo>
                <a:lnTo>
                  <a:pt x="3309595" y="35446"/>
                </a:lnTo>
                <a:lnTo>
                  <a:pt x="3308982" y="35261"/>
                </a:lnTo>
                <a:lnTo>
                  <a:pt x="3308355" y="35086"/>
                </a:lnTo>
                <a:lnTo>
                  <a:pt x="3307714" y="34922"/>
                </a:lnTo>
                <a:lnTo>
                  <a:pt x="3307059" y="34767"/>
                </a:lnTo>
                <a:lnTo>
                  <a:pt x="3306390" y="34622"/>
                </a:lnTo>
                <a:lnTo>
                  <a:pt x="3305706" y="34488"/>
                </a:lnTo>
                <a:lnTo>
                  <a:pt x="3305009" y="34363"/>
                </a:lnTo>
                <a:lnTo>
                  <a:pt x="3304298" y="34248"/>
                </a:lnTo>
                <a:lnTo>
                  <a:pt x="3303572" y="34143"/>
                </a:lnTo>
                <a:lnTo>
                  <a:pt x="3302832" y="34049"/>
                </a:lnTo>
                <a:lnTo>
                  <a:pt x="3302079" y="33964"/>
                </a:lnTo>
                <a:lnTo>
                  <a:pt x="3301311" y="33889"/>
                </a:lnTo>
                <a:lnTo>
                  <a:pt x="3300529" y="33824"/>
                </a:lnTo>
                <a:lnTo>
                  <a:pt x="3299733" y="33769"/>
                </a:lnTo>
                <a:lnTo>
                  <a:pt x="3298923" y="33724"/>
                </a:lnTo>
                <a:lnTo>
                  <a:pt x="3298099" y="33689"/>
                </a:lnTo>
                <a:lnTo>
                  <a:pt x="3297260" y="33664"/>
                </a:lnTo>
                <a:lnTo>
                  <a:pt x="3296408" y="33649"/>
                </a:lnTo>
                <a:lnTo>
                  <a:pt x="3295541" y="33644"/>
                </a:lnTo>
                <a:lnTo>
                  <a:pt x="3294077" y="33657"/>
                </a:lnTo>
                <a:lnTo>
                  <a:pt x="3292643" y="33695"/>
                </a:lnTo>
                <a:lnTo>
                  <a:pt x="3291238" y="33758"/>
                </a:lnTo>
                <a:lnTo>
                  <a:pt x="3289864" y="33846"/>
                </a:lnTo>
                <a:lnTo>
                  <a:pt x="3288519" y="33960"/>
                </a:lnTo>
                <a:lnTo>
                  <a:pt x="3287204" y="34099"/>
                </a:lnTo>
                <a:lnTo>
                  <a:pt x="3285919" y="34263"/>
                </a:lnTo>
                <a:lnTo>
                  <a:pt x="3284665" y="34452"/>
                </a:lnTo>
                <a:lnTo>
                  <a:pt x="3283440" y="34667"/>
                </a:lnTo>
                <a:lnTo>
                  <a:pt x="3282245" y="34906"/>
                </a:lnTo>
                <a:lnTo>
                  <a:pt x="3281080" y="35172"/>
                </a:lnTo>
                <a:lnTo>
                  <a:pt x="3279945" y="35462"/>
                </a:lnTo>
                <a:lnTo>
                  <a:pt x="3278840" y="35777"/>
                </a:lnTo>
                <a:lnTo>
                  <a:pt x="3277765" y="36118"/>
                </a:lnTo>
                <a:lnTo>
                  <a:pt x="3276719" y="36484"/>
                </a:lnTo>
                <a:lnTo>
                  <a:pt x="3275704" y="36875"/>
                </a:lnTo>
                <a:lnTo>
                  <a:pt x="3274719" y="37292"/>
                </a:lnTo>
                <a:lnTo>
                  <a:pt x="3273763" y="37734"/>
                </a:lnTo>
                <a:lnTo>
                  <a:pt x="3272838" y="38201"/>
                </a:lnTo>
                <a:lnTo>
                  <a:pt x="3271942" y="38693"/>
                </a:lnTo>
                <a:lnTo>
                  <a:pt x="3271077" y="39210"/>
                </a:lnTo>
                <a:lnTo>
                  <a:pt x="3270241" y="39753"/>
                </a:lnTo>
                <a:lnTo>
                  <a:pt x="3269435" y="40321"/>
                </a:lnTo>
                <a:lnTo>
                  <a:pt x="3268660" y="40914"/>
                </a:lnTo>
                <a:lnTo>
                  <a:pt x="3267928" y="41529"/>
                </a:lnTo>
                <a:lnTo>
                  <a:pt x="3267228" y="42163"/>
                </a:lnTo>
                <a:lnTo>
                  <a:pt x="3266559" y="42816"/>
                </a:lnTo>
                <a:lnTo>
                  <a:pt x="3265922" y="43488"/>
                </a:lnTo>
                <a:lnTo>
                  <a:pt x="3265315" y="44178"/>
                </a:lnTo>
                <a:lnTo>
                  <a:pt x="3264739" y="44887"/>
                </a:lnTo>
                <a:lnTo>
                  <a:pt x="3264195" y="45615"/>
                </a:lnTo>
                <a:lnTo>
                  <a:pt x="3263682" y="46362"/>
                </a:lnTo>
                <a:lnTo>
                  <a:pt x="3263199" y="47127"/>
                </a:lnTo>
                <a:lnTo>
                  <a:pt x="3262748" y="47912"/>
                </a:lnTo>
                <a:lnTo>
                  <a:pt x="3262328" y="48715"/>
                </a:lnTo>
                <a:lnTo>
                  <a:pt x="3261939" y="49537"/>
                </a:lnTo>
                <a:lnTo>
                  <a:pt x="3261581" y="50377"/>
                </a:lnTo>
                <a:lnTo>
                  <a:pt x="3261255" y="51237"/>
                </a:lnTo>
                <a:lnTo>
                  <a:pt x="3260959" y="52115"/>
                </a:lnTo>
                <a:lnTo>
                  <a:pt x="3260695" y="53012"/>
                </a:lnTo>
                <a:lnTo>
                  <a:pt x="3260461" y="53928"/>
                </a:lnTo>
                <a:lnTo>
                  <a:pt x="3260259" y="54862"/>
                </a:lnTo>
                <a:lnTo>
                  <a:pt x="3260088" y="55816"/>
                </a:lnTo>
                <a:lnTo>
                  <a:pt x="3259948" y="56788"/>
                </a:lnTo>
                <a:lnTo>
                  <a:pt x="3259839" y="57779"/>
                </a:lnTo>
                <a:lnTo>
                  <a:pt x="3259761" y="58788"/>
                </a:lnTo>
                <a:lnTo>
                  <a:pt x="3259715" y="59817"/>
                </a:lnTo>
                <a:lnTo>
                  <a:pt x="3259699" y="60864"/>
                </a:lnTo>
                <a:lnTo>
                  <a:pt x="3259704" y="61467"/>
                </a:lnTo>
                <a:lnTo>
                  <a:pt x="3259720" y="62064"/>
                </a:lnTo>
                <a:lnTo>
                  <a:pt x="3259747" y="62655"/>
                </a:lnTo>
                <a:lnTo>
                  <a:pt x="3259784" y="63240"/>
                </a:lnTo>
                <a:lnTo>
                  <a:pt x="3259831" y="63820"/>
                </a:lnTo>
                <a:lnTo>
                  <a:pt x="3259889" y="64393"/>
                </a:lnTo>
                <a:lnTo>
                  <a:pt x="3259958" y="64961"/>
                </a:lnTo>
                <a:lnTo>
                  <a:pt x="3260037" y="65523"/>
                </a:lnTo>
                <a:lnTo>
                  <a:pt x="3260127" y="66079"/>
                </a:lnTo>
                <a:lnTo>
                  <a:pt x="3260227" y="66629"/>
                </a:lnTo>
                <a:lnTo>
                  <a:pt x="3260338" y="67173"/>
                </a:lnTo>
                <a:lnTo>
                  <a:pt x="3260460" y="67711"/>
                </a:lnTo>
                <a:lnTo>
                  <a:pt x="3260592" y="68244"/>
                </a:lnTo>
                <a:lnTo>
                  <a:pt x="3260735" y="68770"/>
                </a:lnTo>
                <a:lnTo>
                  <a:pt x="3260888" y="69291"/>
                </a:lnTo>
                <a:lnTo>
                  <a:pt x="3261052" y="69806"/>
                </a:lnTo>
                <a:lnTo>
                  <a:pt x="3261226" y="70315"/>
                </a:lnTo>
                <a:lnTo>
                  <a:pt x="3261411" y="70818"/>
                </a:lnTo>
                <a:lnTo>
                  <a:pt x="3261607" y="71315"/>
                </a:lnTo>
                <a:lnTo>
                  <a:pt x="3261813" y="71807"/>
                </a:lnTo>
                <a:lnTo>
                  <a:pt x="3262029" y="72292"/>
                </a:lnTo>
                <a:lnTo>
                  <a:pt x="3262256" y="72772"/>
                </a:lnTo>
                <a:lnTo>
                  <a:pt x="3262494" y="73245"/>
                </a:lnTo>
                <a:lnTo>
                  <a:pt x="3262742" y="73713"/>
                </a:lnTo>
                <a:lnTo>
                  <a:pt x="3263001" y="74175"/>
                </a:lnTo>
                <a:lnTo>
                  <a:pt x="3263271" y="74629"/>
                </a:lnTo>
                <a:lnTo>
                  <a:pt x="3263551" y="75076"/>
                </a:lnTo>
                <a:lnTo>
                  <a:pt x="3263841" y="75517"/>
                </a:lnTo>
                <a:lnTo>
                  <a:pt x="3264142" y="75950"/>
                </a:lnTo>
                <a:lnTo>
                  <a:pt x="3264454" y="76376"/>
                </a:lnTo>
                <a:lnTo>
                  <a:pt x="3264776" y="76795"/>
                </a:lnTo>
                <a:lnTo>
                  <a:pt x="3265109" y="77207"/>
                </a:lnTo>
                <a:lnTo>
                  <a:pt x="3265453" y="77612"/>
                </a:lnTo>
                <a:lnTo>
                  <a:pt x="3265807" y="78010"/>
                </a:lnTo>
                <a:lnTo>
                  <a:pt x="3266171" y="78401"/>
                </a:lnTo>
                <a:lnTo>
                  <a:pt x="3266546" y="78785"/>
                </a:lnTo>
                <a:lnTo>
                  <a:pt x="3266932" y="79162"/>
                </a:lnTo>
                <a:lnTo>
                  <a:pt x="3267328" y="79532"/>
                </a:lnTo>
                <a:lnTo>
                  <a:pt x="3267735" y="79895"/>
                </a:lnTo>
                <a:lnTo>
                  <a:pt x="3268152" y="80251"/>
                </a:lnTo>
                <a:lnTo>
                  <a:pt x="3268580" y="80599"/>
                </a:lnTo>
                <a:lnTo>
                  <a:pt x="3269019" y="80941"/>
                </a:lnTo>
                <a:lnTo>
                  <a:pt x="3269468" y="81276"/>
                </a:lnTo>
                <a:lnTo>
                  <a:pt x="3269928" y="81603"/>
                </a:lnTo>
                <a:lnTo>
                  <a:pt x="3270398" y="81924"/>
                </a:lnTo>
                <a:lnTo>
                  <a:pt x="3270879" y="82237"/>
                </a:lnTo>
                <a:lnTo>
                  <a:pt x="3271370" y="82544"/>
                </a:lnTo>
                <a:lnTo>
                  <a:pt x="3271872" y="82843"/>
                </a:lnTo>
                <a:lnTo>
                  <a:pt x="3271313" y="82961"/>
                </a:lnTo>
                <a:lnTo>
                  <a:pt x="3270765" y="83092"/>
                </a:lnTo>
                <a:lnTo>
                  <a:pt x="3270226" y="83234"/>
                </a:lnTo>
                <a:lnTo>
                  <a:pt x="3269698" y="83388"/>
                </a:lnTo>
                <a:lnTo>
                  <a:pt x="3269179" y="83553"/>
                </a:lnTo>
                <a:lnTo>
                  <a:pt x="3268670" y="83730"/>
                </a:lnTo>
                <a:lnTo>
                  <a:pt x="3268172" y="83919"/>
                </a:lnTo>
                <a:lnTo>
                  <a:pt x="3267683" y="84120"/>
                </a:lnTo>
                <a:lnTo>
                  <a:pt x="3267204" y="84333"/>
                </a:lnTo>
                <a:lnTo>
                  <a:pt x="3266735" y="84557"/>
                </a:lnTo>
                <a:lnTo>
                  <a:pt x="3266277" y="84793"/>
                </a:lnTo>
                <a:lnTo>
                  <a:pt x="3265828" y="85041"/>
                </a:lnTo>
                <a:lnTo>
                  <a:pt x="3265389" y="85300"/>
                </a:lnTo>
                <a:lnTo>
                  <a:pt x="3264960" y="85571"/>
                </a:lnTo>
                <a:lnTo>
                  <a:pt x="3264541" y="85854"/>
                </a:lnTo>
                <a:lnTo>
                  <a:pt x="3264132" y="86149"/>
                </a:lnTo>
                <a:lnTo>
                  <a:pt x="3263734" y="86455"/>
                </a:lnTo>
                <a:lnTo>
                  <a:pt x="3263345" y="86774"/>
                </a:lnTo>
                <a:lnTo>
                  <a:pt x="3262966" y="87104"/>
                </a:lnTo>
                <a:lnTo>
                  <a:pt x="3262597" y="87445"/>
                </a:lnTo>
                <a:lnTo>
                  <a:pt x="3262238" y="87799"/>
                </a:lnTo>
                <a:lnTo>
                  <a:pt x="3261889" y="88164"/>
                </a:lnTo>
                <a:lnTo>
                  <a:pt x="3261550" y="88541"/>
                </a:lnTo>
                <a:lnTo>
                  <a:pt x="3261221" y="88929"/>
                </a:lnTo>
                <a:lnTo>
                  <a:pt x="3260903" y="89326"/>
                </a:lnTo>
                <a:lnTo>
                  <a:pt x="3260600" y="89726"/>
                </a:lnTo>
                <a:lnTo>
                  <a:pt x="3260309" y="90131"/>
                </a:lnTo>
                <a:lnTo>
                  <a:pt x="3260033" y="90540"/>
                </a:lnTo>
                <a:lnTo>
                  <a:pt x="3259769" y="90953"/>
                </a:lnTo>
                <a:lnTo>
                  <a:pt x="3259520" y="91370"/>
                </a:lnTo>
                <a:lnTo>
                  <a:pt x="3259283" y="91791"/>
                </a:lnTo>
                <a:lnTo>
                  <a:pt x="3259060" y="92217"/>
                </a:lnTo>
                <a:lnTo>
                  <a:pt x="3258851" y="92646"/>
                </a:lnTo>
                <a:lnTo>
                  <a:pt x="3258655" y="93080"/>
                </a:lnTo>
                <a:lnTo>
                  <a:pt x="3258473" y="93517"/>
                </a:lnTo>
                <a:lnTo>
                  <a:pt x="3258304" y="93959"/>
                </a:lnTo>
                <a:lnTo>
                  <a:pt x="3258149" y="94405"/>
                </a:lnTo>
                <a:lnTo>
                  <a:pt x="3258007" y="94855"/>
                </a:lnTo>
                <a:lnTo>
                  <a:pt x="3257879" y="95309"/>
                </a:lnTo>
                <a:lnTo>
                  <a:pt x="3257764" y="95767"/>
                </a:lnTo>
                <a:lnTo>
                  <a:pt x="3257663" y="96229"/>
                </a:lnTo>
                <a:lnTo>
                  <a:pt x="3257575" y="96696"/>
                </a:lnTo>
                <a:lnTo>
                  <a:pt x="3257501" y="97166"/>
                </a:lnTo>
                <a:lnTo>
                  <a:pt x="3257440" y="97641"/>
                </a:lnTo>
                <a:lnTo>
                  <a:pt x="3257393" y="98120"/>
                </a:lnTo>
                <a:lnTo>
                  <a:pt x="3257359" y="98602"/>
                </a:lnTo>
                <a:lnTo>
                  <a:pt x="3257339" y="99089"/>
                </a:lnTo>
                <a:lnTo>
                  <a:pt x="3257332" y="99580"/>
                </a:lnTo>
                <a:lnTo>
                  <a:pt x="3257336" y="99946"/>
                </a:lnTo>
                <a:lnTo>
                  <a:pt x="3257346" y="100309"/>
                </a:lnTo>
                <a:lnTo>
                  <a:pt x="3257364" y="100671"/>
                </a:lnTo>
                <a:lnTo>
                  <a:pt x="3257389" y="101032"/>
                </a:lnTo>
                <a:lnTo>
                  <a:pt x="3257420" y="101390"/>
                </a:lnTo>
                <a:lnTo>
                  <a:pt x="3257459" y="101747"/>
                </a:lnTo>
                <a:lnTo>
                  <a:pt x="3257505" y="102101"/>
                </a:lnTo>
                <a:lnTo>
                  <a:pt x="3257558" y="102455"/>
                </a:lnTo>
                <a:lnTo>
                  <a:pt x="3257618" y="102806"/>
                </a:lnTo>
                <a:lnTo>
                  <a:pt x="3257684" y="103156"/>
                </a:lnTo>
                <a:lnTo>
                  <a:pt x="3257758" y="103503"/>
                </a:lnTo>
                <a:lnTo>
                  <a:pt x="3257839" y="103849"/>
                </a:lnTo>
                <a:lnTo>
                  <a:pt x="3257927" y="104194"/>
                </a:lnTo>
                <a:lnTo>
                  <a:pt x="3258023" y="104536"/>
                </a:lnTo>
                <a:lnTo>
                  <a:pt x="3258125" y="104877"/>
                </a:lnTo>
                <a:lnTo>
                  <a:pt x="3258234" y="105216"/>
                </a:lnTo>
                <a:lnTo>
                  <a:pt x="3258350" y="105553"/>
                </a:lnTo>
                <a:lnTo>
                  <a:pt x="3258473" y="105889"/>
                </a:lnTo>
                <a:lnTo>
                  <a:pt x="3258604" y="106223"/>
                </a:lnTo>
                <a:lnTo>
                  <a:pt x="3258741" y="106555"/>
                </a:lnTo>
                <a:lnTo>
                  <a:pt x="3258885" y="106885"/>
                </a:lnTo>
                <a:lnTo>
                  <a:pt x="3259037" y="107213"/>
                </a:lnTo>
                <a:lnTo>
                  <a:pt x="3259195" y="107540"/>
                </a:lnTo>
                <a:lnTo>
                  <a:pt x="3259361" y="107865"/>
                </a:lnTo>
                <a:lnTo>
                  <a:pt x="3259547" y="108186"/>
                </a:lnTo>
                <a:lnTo>
                  <a:pt x="3259738" y="108502"/>
                </a:lnTo>
                <a:lnTo>
                  <a:pt x="3259934" y="108813"/>
                </a:lnTo>
                <a:lnTo>
                  <a:pt x="3260136" y="109119"/>
                </a:lnTo>
                <a:lnTo>
                  <a:pt x="3260343" y="109419"/>
                </a:lnTo>
                <a:lnTo>
                  <a:pt x="3260555" y="109714"/>
                </a:lnTo>
                <a:lnTo>
                  <a:pt x="3260773" y="110004"/>
                </a:lnTo>
                <a:lnTo>
                  <a:pt x="3260995" y="110288"/>
                </a:lnTo>
                <a:lnTo>
                  <a:pt x="3261223" y="110567"/>
                </a:lnTo>
                <a:lnTo>
                  <a:pt x="3261457" y="110841"/>
                </a:lnTo>
                <a:lnTo>
                  <a:pt x="3261695" y="111110"/>
                </a:lnTo>
                <a:lnTo>
                  <a:pt x="3261939" y="111373"/>
                </a:lnTo>
                <a:lnTo>
                  <a:pt x="3262189" y="111631"/>
                </a:lnTo>
                <a:lnTo>
                  <a:pt x="3262443" y="111884"/>
                </a:lnTo>
                <a:lnTo>
                  <a:pt x="3262703" y="112131"/>
                </a:lnTo>
                <a:lnTo>
                  <a:pt x="3262968" y="112373"/>
                </a:lnTo>
                <a:lnTo>
                  <a:pt x="3263238" y="112610"/>
                </a:lnTo>
                <a:lnTo>
                  <a:pt x="3263514" y="112842"/>
                </a:lnTo>
                <a:lnTo>
                  <a:pt x="3263795" y="113068"/>
                </a:lnTo>
                <a:lnTo>
                  <a:pt x="3264081" y="113289"/>
                </a:lnTo>
                <a:lnTo>
                  <a:pt x="3264372" y="113505"/>
                </a:lnTo>
                <a:lnTo>
                  <a:pt x="3264669" y="113715"/>
                </a:lnTo>
                <a:lnTo>
                  <a:pt x="3264971" y="113920"/>
                </a:lnTo>
                <a:lnTo>
                  <a:pt x="3265278" y="114120"/>
                </a:lnTo>
                <a:lnTo>
                  <a:pt x="3264817" y="114322"/>
                </a:lnTo>
                <a:lnTo>
                  <a:pt x="3264363" y="114533"/>
                </a:lnTo>
                <a:lnTo>
                  <a:pt x="3263915" y="114754"/>
                </a:lnTo>
                <a:lnTo>
                  <a:pt x="3263475" y="114984"/>
                </a:lnTo>
                <a:lnTo>
                  <a:pt x="3263042" y="115224"/>
                </a:lnTo>
                <a:lnTo>
                  <a:pt x="3262616" y="115473"/>
                </a:lnTo>
                <a:lnTo>
                  <a:pt x="3262196" y="115731"/>
                </a:lnTo>
                <a:lnTo>
                  <a:pt x="3261784" y="115999"/>
                </a:lnTo>
                <a:lnTo>
                  <a:pt x="3261379" y="116276"/>
                </a:lnTo>
                <a:lnTo>
                  <a:pt x="3260981" y="116562"/>
                </a:lnTo>
                <a:lnTo>
                  <a:pt x="3260590" y="116858"/>
                </a:lnTo>
                <a:lnTo>
                  <a:pt x="3260206" y="117163"/>
                </a:lnTo>
                <a:lnTo>
                  <a:pt x="3259830" y="117478"/>
                </a:lnTo>
                <a:lnTo>
                  <a:pt x="3259460" y="117802"/>
                </a:lnTo>
                <a:lnTo>
                  <a:pt x="3259097" y="118136"/>
                </a:lnTo>
                <a:lnTo>
                  <a:pt x="3258741" y="118479"/>
                </a:lnTo>
                <a:lnTo>
                  <a:pt x="3258392" y="118831"/>
                </a:lnTo>
                <a:lnTo>
                  <a:pt x="3258051" y="119192"/>
                </a:lnTo>
                <a:lnTo>
                  <a:pt x="3257716" y="119563"/>
                </a:lnTo>
                <a:lnTo>
                  <a:pt x="3257389" y="119944"/>
                </a:lnTo>
                <a:lnTo>
                  <a:pt x="3257068" y="120334"/>
                </a:lnTo>
                <a:lnTo>
                  <a:pt x="3256755" y="120733"/>
                </a:lnTo>
                <a:lnTo>
                  <a:pt x="3256448" y="121141"/>
                </a:lnTo>
                <a:lnTo>
                  <a:pt x="3256149" y="121559"/>
                </a:lnTo>
                <a:lnTo>
                  <a:pt x="3255859" y="121984"/>
                </a:lnTo>
                <a:lnTo>
                  <a:pt x="3255582" y="122414"/>
                </a:lnTo>
                <a:lnTo>
                  <a:pt x="3255317" y="122848"/>
                </a:lnTo>
                <a:lnTo>
                  <a:pt x="3255064" y="123288"/>
                </a:lnTo>
                <a:lnTo>
                  <a:pt x="3254824" y="123731"/>
                </a:lnTo>
                <a:lnTo>
                  <a:pt x="3254595" y="124180"/>
                </a:lnTo>
                <a:lnTo>
                  <a:pt x="3254380" y="124633"/>
                </a:lnTo>
                <a:lnTo>
                  <a:pt x="3254176" y="125091"/>
                </a:lnTo>
                <a:lnTo>
                  <a:pt x="3253985" y="125553"/>
                </a:lnTo>
                <a:lnTo>
                  <a:pt x="3253806" y="126021"/>
                </a:lnTo>
                <a:lnTo>
                  <a:pt x="3253640" y="126493"/>
                </a:lnTo>
                <a:lnTo>
                  <a:pt x="3253486" y="126969"/>
                </a:lnTo>
                <a:lnTo>
                  <a:pt x="3253344" y="127451"/>
                </a:lnTo>
                <a:lnTo>
                  <a:pt x="3253215" y="127937"/>
                </a:lnTo>
                <a:lnTo>
                  <a:pt x="3253098" y="128428"/>
                </a:lnTo>
                <a:lnTo>
                  <a:pt x="3252993" y="128923"/>
                </a:lnTo>
                <a:lnTo>
                  <a:pt x="3252900" y="129423"/>
                </a:lnTo>
                <a:lnTo>
                  <a:pt x="3252820" y="129928"/>
                </a:lnTo>
                <a:lnTo>
                  <a:pt x="3252752" y="130438"/>
                </a:lnTo>
                <a:lnTo>
                  <a:pt x="3252697" y="130952"/>
                </a:lnTo>
                <a:lnTo>
                  <a:pt x="3252654" y="131471"/>
                </a:lnTo>
                <a:lnTo>
                  <a:pt x="3252623" y="131994"/>
                </a:lnTo>
                <a:lnTo>
                  <a:pt x="3252604" y="132523"/>
                </a:lnTo>
                <a:lnTo>
                  <a:pt x="3252598" y="133056"/>
                </a:lnTo>
                <a:lnTo>
                  <a:pt x="3252609" y="133770"/>
                </a:lnTo>
                <a:lnTo>
                  <a:pt x="3252639" y="134474"/>
                </a:lnTo>
                <a:lnTo>
                  <a:pt x="3252691" y="135169"/>
                </a:lnTo>
                <a:lnTo>
                  <a:pt x="3252763" y="135855"/>
                </a:lnTo>
                <a:lnTo>
                  <a:pt x="3252855" y="136531"/>
                </a:lnTo>
                <a:lnTo>
                  <a:pt x="3252968" y="137198"/>
                </a:lnTo>
                <a:lnTo>
                  <a:pt x="3253102" y="137855"/>
                </a:lnTo>
                <a:lnTo>
                  <a:pt x="3253256" y="138504"/>
                </a:lnTo>
                <a:lnTo>
                  <a:pt x="3253430" y="139142"/>
                </a:lnTo>
                <a:lnTo>
                  <a:pt x="3253626" y="139771"/>
                </a:lnTo>
                <a:lnTo>
                  <a:pt x="3253841" y="140391"/>
                </a:lnTo>
                <a:lnTo>
                  <a:pt x="3254078" y="141002"/>
                </a:lnTo>
                <a:lnTo>
                  <a:pt x="3254334" y="141603"/>
                </a:lnTo>
                <a:lnTo>
                  <a:pt x="3254612" y="142195"/>
                </a:lnTo>
                <a:lnTo>
                  <a:pt x="3254910" y="142777"/>
                </a:lnTo>
                <a:lnTo>
                  <a:pt x="3255228" y="143350"/>
                </a:lnTo>
                <a:lnTo>
                  <a:pt x="3255567" y="143914"/>
                </a:lnTo>
                <a:lnTo>
                  <a:pt x="3255927" y="144468"/>
                </a:lnTo>
                <a:lnTo>
                  <a:pt x="3256307" y="145012"/>
                </a:lnTo>
                <a:lnTo>
                  <a:pt x="3256708" y="145548"/>
                </a:lnTo>
                <a:lnTo>
                  <a:pt x="3257129" y="146074"/>
                </a:lnTo>
                <a:lnTo>
                  <a:pt x="3257571" y="146590"/>
                </a:lnTo>
                <a:lnTo>
                  <a:pt x="3258033" y="147098"/>
                </a:lnTo>
                <a:lnTo>
                  <a:pt x="3258516" y="147595"/>
                </a:lnTo>
                <a:lnTo>
                  <a:pt x="3259017" y="148078"/>
                </a:lnTo>
                <a:lnTo>
                  <a:pt x="3259536" y="148541"/>
                </a:lnTo>
                <a:lnTo>
                  <a:pt x="3260072" y="148982"/>
                </a:lnTo>
                <a:lnTo>
                  <a:pt x="3260624" y="149404"/>
                </a:lnTo>
                <a:lnTo>
                  <a:pt x="3261194" y="149804"/>
                </a:lnTo>
                <a:lnTo>
                  <a:pt x="3261781" y="150184"/>
                </a:lnTo>
                <a:lnTo>
                  <a:pt x="3262384" y="150544"/>
                </a:lnTo>
                <a:lnTo>
                  <a:pt x="3263005" y="150883"/>
                </a:lnTo>
                <a:lnTo>
                  <a:pt x="3263643" y="151201"/>
                </a:lnTo>
                <a:lnTo>
                  <a:pt x="3264298" y="151499"/>
                </a:lnTo>
                <a:lnTo>
                  <a:pt x="3264970" y="151777"/>
                </a:lnTo>
                <a:lnTo>
                  <a:pt x="3265659" y="152034"/>
                </a:lnTo>
                <a:lnTo>
                  <a:pt x="3266365" y="152270"/>
                </a:lnTo>
                <a:lnTo>
                  <a:pt x="3267088" y="152486"/>
                </a:lnTo>
                <a:lnTo>
                  <a:pt x="3267828" y="152681"/>
                </a:lnTo>
                <a:lnTo>
                  <a:pt x="3268585" y="152855"/>
                </a:lnTo>
                <a:lnTo>
                  <a:pt x="3269359" y="153009"/>
                </a:lnTo>
                <a:lnTo>
                  <a:pt x="3270150" y="153143"/>
                </a:lnTo>
                <a:lnTo>
                  <a:pt x="3270958" y="153256"/>
                </a:lnTo>
                <a:lnTo>
                  <a:pt x="3271783" y="153348"/>
                </a:lnTo>
                <a:lnTo>
                  <a:pt x="3272625" y="153420"/>
                </a:lnTo>
                <a:lnTo>
                  <a:pt x="3273484" y="153472"/>
                </a:lnTo>
                <a:lnTo>
                  <a:pt x="3274360" y="153503"/>
                </a:lnTo>
                <a:lnTo>
                  <a:pt x="3275253" y="153513"/>
                </a:lnTo>
                <a:lnTo>
                  <a:pt x="3314139" y="153513"/>
                </a:lnTo>
                <a:lnTo>
                  <a:pt x="3315171" y="153500"/>
                </a:lnTo>
                <a:lnTo>
                  <a:pt x="3316184" y="153463"/>
                </a:lnTo>
                <a:lnTo>
                  <a:pt x="3317177" y="153402"/>
                </a:lnTo>
                <a:lnTo>
                  <a:pt x="3318150" y="153316"/>
                </a:lnTo>
                <a:lnTo>
                  <a:pt x="3319102" y="153205"/>
                </a:lnTo>
                <a:lnTo>
                  <a:pt x="3320035" y="153069"/>
                </a:lnTo>
                <a:lnTo>
                  <a:pt x="3320948" y="152909"/>
                </a:lnTo>
                <a:lnTo>
                  <a:pt x="3321841" y="152724"/>
                </a:lnTo>
                <a:close/>
                <a:moveTo>
                  <a:pt x="3275827" y="141879"/>
                </a:moveTo>
                <a:lnTo>
                  <a:pt x="3275414" y="141767"/>
                </a:lnTo>
                <a:lnTo>
                  <a:pt x="3275012" y="141644"/>
                </a:lnTo>
                <a:lnTo>
                  <a:pt x="3274619" y="141509"/>
                </a:lnTo>
                <a:lnTo>
                  <a:pt x="3274237" y="141362"/>
                </a:lnTo>
                <a:lnTo>
                  <a:pt x="3273864" y="141204"/>
                </a:lnTo>
                <a:lnTo>
                  <a:pt x="3273502" y="141034"/>
                </a:lnTo>
                <a:lnTo>
                  <a:pt x="3273149" y="140852"/>
                </a:lnTo>
                <a:lnTo>
                  <a:pt x="3272807" y="140658"/>
                </a:lnTo>
                <a:lnTo>
                  <a:pt x="3272474" y="140452"/>
                </a:lnTo>
                <a:lnTo>
                  <a:pt x="3272152" y="140235"/>
                </a:lnTo>
                <a:lnTo>
                  <a:pt x="3271839" y="140006"/>
                </a:lnTo>
                <a:lnTo>
                  <a:pt x="3271537" y="139766"/>
                </a:lnTo>
                <a:lnTo>
                  <a:pt x="3271244" y="139513"/>
                </a:lnTo>
                <a:lnTo>
                  <a:pt x="3270961" y="139249"/>
                </a:lnTo>
                <a:lnTo>
                  <a:pt x="3270689" y="138973"/>
                </a:lnTo>
                <a:lnTo>
                  <a:pt x="3270426" y="138689"/>
                </a:lnTo>
                <a:lnTo>
                  <a:pt x="3270175" y="138401"/>
                </a:lnTo>
                <a:lnTo>
                  <a:pt x="3269936" y="138109"/>
                </a:lnTo>
                <a:lnTo>
                  <a:pt x="3269707" y="137813"/>
                </a:lnTo>
                <a:lnTo>
                  <a:pt x="3269489" y="137513"/>
                </a:lnTo>
                <a:lnTo>
                  <a:pt x="3269283" y="137208"/>
                </a:lnTo>
                <a:lnTo>
                  <a:pt x="3269088" y="136900"/>
                </a:lnTo>
                <a:lnTo>
                  <a:pt x="3268904" y="136587"/>
                </a:lnTo>
                <a:lnTo>
                  <a:pt x="3268731" y="136271"/>
                </a:lnTo>
                <a:lnTo>
                  <a:pt x="3268569" y="135950"/>
                </a:lnTo>
                <a:lnTo>
                  <a:pt x="3268419" y="135625"/>
                </a:lnTo>
                <a:lnTo>
                  <a:pt x="3268279" y="135296"/>
                </a:lnTo>
                <a:lnTo>
                  <a:pt x="3268151" y="134963"/>
                </a:lnTo>
                <a:lnTo>
                  <a:pt x="3268034" y="134625"/>
                </a:lnTo>
                <a:lnTo>
                  <a:pt x="3267928" y="134284"/>
                </a:lnTo>
                <a:lnTo>
                  <a:pt x="3267833" y="133939"/>
                </a:lnTo>
                <a:lnTo>
                  <a:pt x="3267749" y="133589"/>
                </a:lnTo>
                <a:lnTo>
                  <a:pt x="3267677" y="133235"/>
                </a:lnTo>
                <a:lnTo>
                  <a:pt x="3267616" y="132878"/>
                </a:lnTo>
                <a:lnTo>
                  <a:pt x="3267565" y="132516"/>
                </a:lnTo>
                <a:lnTo>
                  <a:pt x="3267526" y="132150"/>
                </a:lnTo>
                <a:lnTo>
                  <a:pt x="3267498" y="131779"/>
                </a:lnTo>
                <a:lnTo>
                  <a:pt x="3267482" y="131405"/>
                </a:lnTo>
                <a:lnTo>
                  <a:pt x="3267476" y="131027"/>
                </a:lnTo>
                <a:lnTo>
                  <a:pt x="3267482" y="130635"/>
                </a:lnTo>
                <a:lnTo>
                  <a:pt x="3267498" y="130247"/>
                </a:lnTo>
                <a:lnTo>
                  <a:pt x="3267526" y="129865"/>
                </a:lnTo>
                <a:lnTo>
                  <a:pt x="3267565" y="129487"/>
                </a:lnTo>
                <a:lnTo>
                  <a:pt x="3267616" y="129113"/>
                </a:lnTo>
                <a:lnTo>
                  <a:pt x="3267677" y="128745"/>
                </a:lnTo>
                <a:lnTo>
                  <a:pt x="3267749" y="128381"/>
                </a:lnTo>
                <a:lnTo>
                  <a:pt x="3267833" y="128021"/>
                </a:lnTo>
                <a:lnTo>
                  <a:pt x="3267928" y="127667"/>
                </a:lnTo>
                <a:lnTo>
                  <a:pt x="3268034" y="127317"/>
                </a:lnTo>
                <a:lnTo>
                  <a:pt x="3268151" y="126972"/>
                </a:lnTo>
                <a:lnTo>
                  <a:pt x="3268279" y="126631"/>
                </a:lnTo>
                <a:lnTo>
                  <a:pt x="3268419" y="126296"/>
                </a:lnTo>
                <a:lnTo>
                  <a:pt x="3268569" y="125964"/>
                </a:lnTo>
                <a:lnTo>
                  <a:pt x="3268731" y="125638"/>
                </a:lnTo>
                <a:lnTo>
                  <a:pt x="3268904" y="125316"/>
                </a:lnTo>
                <a:lnTo>
                  <a:pt x="3269088" y="124999"/>
                </a:lnTo>
                <a:lnTo>
                  <a:pt x="3269283" y="124687"/>
                </a:lnTo>
                <a:lnTo>
                  <a:pt x="3269489" y="124379"/>
                </a:lnTo>
                <a:lnTo>
                  <a:pt x="3269707" y="124076"/>
                </a:lnTo>
                <a:lnTo>
                  <a:pt x="3269936" y="123778"/>
                </a:lnTo>
                <a:lnTo>
                  <a:pt x="3270175" y="123485"/>
                </a:lnTo>
                <a:lnTo>
                  <a:pt x="3270426" y="123196"/>
                </a:lnTo>
                <a:lnTo>
                  <a:pt x="3270689" y="122912"/>
                </a:lnTo>
                <a:lnTo>
                  <a:pt x="3270961" y="122650"/>
                </a:lnTo>
                <a:lnTo>
                  <a:pt x="3271244" y="122399"/>
                </a:lnTo>
                <a:lnTo>
                  <a:pt x="3271537" y="122159"/>
                </a:lnTo>
                <a:lnTo>
                  <a:pt x="3271839" y="121930"/>
                </a:lnTo>
                <a:lnTo>
                  <a:pt x="3272152" y="121713"/>
                </a:lnTo>
                <a:lnTo>
                  <a:pt x="3272474" y="121506"/>
                </a:lnTo>
                <a:lnTo>
                  <a:pt x="3272807" y="121311"/>
                </a:lnTo>
                <a:lnTo>
                  <a:pt x="3273149" y="121127"/>
                </a:lnTo>
                <a:lnTo>
                  <a:pt x="3273502" y="120954"/>
                </a:lnTo>
                <a:lnTo>
                  <a:pt x="3273864" y="120793"/>
                </a:lnTo>
                <a:lnTo>
                  <a:pt x="3274237" y="120642"/>
                </a:lnTo>
                <a:lnTo>
                  <a:pt x="3274619" y="120503"/>
                </a:lnTo>
                <a:lnTo>
                  <a:pt x="3275012" y="120374"/>
                </a:lnTo>
                <a:lnTo>
                  <a:pt x="3275414" y="120257"/>
                </a:lnTo>
                <a:lnTo>
                  <a:pt x="3275827" y="120151"/>
                </a:lnTo>
                <a:lnTo>
                  <a:pt x="3276249" y="120056"/>
                </a:lnTo>
                <a:lnTo>
                  <a:pt x="3276681" y="119973"/>
                </a:lnTo>
                <a:lnTo>
                  <a:pt x="3277124" y="119900"/>
                </a:lnTo>
                <a:lnTo>
                  <a:pt x="3277576" y="119839"/>
                </a:lnTo>
                <a:lnTo>
                  <a:pt x="3278038" y="119789"/>
                </a:lnTo>
                <a:lnTo>
                  <a:pt x="3278510" y="119750"/>
                </a:lnTo>
                <a:lnTo>
                  <a:pt x="3278993" y="119722"/>
                </a:lnTo>
                <a:lnTo>
                  <a:pt x="3279485" y="119705"/>
                </a:lnTo>
                <a:lnTo>
                  <a:pt x="3279987" y="119700"/>
                </a:lnTo>
                <a:lnTo>
                  <a:pt x="3311941" y="119700"/>
                </a:lnTo>
                <a:lnTo>
                  <a:pt x="3312470" y="119705"/>
                </a:lnTo>
                <a:lnTo>
                  <a:pt x="3312988" y="119722"/>
                </a:lnTo>
                <a:lnTo>
                  <a:pt x="3313494" y="119750"/>
                </a:lnTo>
                <a:lnTo>
                  <a:pt x="3313988" y="119789"/>
                </a:lnTo>
                <a:lnTo>
                  <a:pt x="3314471" y="119839"/>
                </a:lnTo>
                <a:lnTo>
                  <a:pt x="3314942" y="119900"/>
                </a:lnTo>
                <a:lnTo>
                  <a:pt x="3315401" y="119973"/>
                </a:lnTo>
                <a:lnTo>
                  <a:pt x="3315848" y="120056"/>
                </a:lnTo>
                <a:lnTo>
                  <a:pt x="3316284" y="120151"/>
                </a:lnTo>
                <a:lnTo>
                  <a:pt x="3316708" y="120257"/>
                </a:lnTo>
                <a:lnTo>
                  <a:pt x="3317120" y="120374"/>
                </a:lnTo>
                <a:lnTo>
                  <a:pt x="3317520" y="120503"/>
                </a:lnTo>
                <a:lnTo>
                  <a:pt x="3317909" y="120642"/>
                </a:lnTo>
                <a:lnTo>
                  <a:pt x="3318286" y="120793"/>
                </a:lnTo>
                <a:lnTo>
                  <a:pt x="3318651" y="120954"/>
                </a:lnTo>
                <a:lnTo>
                  <a:pt x="3319004" y="121127"/>
                </a:lnTo>
                <a:lnTo>
                  <a:pt x="3319346" y="121311"/>
                </a:lnTo>
                <a:lnTo>
                  <a:pt x="3319676" y="121506"/>
                </a:lnTo>
                <a:lnTo>
                  <a:pt x="3319994" y="121713"/>
                </a:lnTo>
                <a:lnTo>
                  <a:pt x="3320300" y="121930"/>
                </a:lnTo>
                <a:lnTo>
                  <a:pt x="3320595" y="122159"/>
                </a:lnTo>
                <a:lnTo>
                  <a:pt x="3320878" y="122399"/>
                </a:lnTo>
                <a:lnTo>
                  <a:pt x="3321149" y="122650"/>
                </a:lnTo>
                <a:lnTo>
                  <a:pt x="3321409" y="122912"/>
                </a:lnTo>
                <a:lnTo>
                  <a:pt x="3321671" y="123182"/>
                </a:lnTo>
                <a:lnTo>
                  <a:pt x="3321922" y="123458"/>
                </a:lnTo>
                <a:lnTo>
                  <a:pt x="3322161" y="123739"/>
                </a:lnTo>
                <a:lnTo>
                  <a:pt x="3322390" y="124025"/>
                </a:lnTo>
                <a:lnTo>
                  <a:pt x="3322608" y="124316"/>
                </a:lnTo>
                <a:lnTo>
                  <a:pt x="3322814" y="124613"/>
                </a:lnTo>
                <a:lnTo>
                  <a:pt x="3323009" y="124915"/>
                </a:lnTo>
                <a:lnTo>
                  <a:pt x="3323193" y="125222"/>
                </a:lnTo>
                <a:lnTo>
                  <a:pt x="3323366" y="125535"/>
                </a:lnTo>
                <a:lnTo>
                  <a:pt x="3323528" y="125853"/>
                </a:lnTo>
                <a:lnTo>
                  <a:pt x="3323678" y="126176"/>
                </a:lnTo>
                <a:lnTo>
                  <a:pt x="3323818" y="126504"/>
                </a:lnTo>
                <a:lnTo>
                  <a:pt x="3323946" y="126838"/>
                </a:lnTo>
                <a:lnTo>
                  <a:pt x="3324063" y="127177"/>
                </a:lnTo>
                <a:lnTo>
                  <a:pt x="3324169" y="127521"/>
                </a:lnTo>
                <a:lnTo>
                  <a:pt x="3324264" y="127871"/>
                </a:lnTo>
                <a:lnTo>
                  <a:pt x="3324348" y="128226"/>
                </a:lnTo>
                <a:lnTo>
                  <a:pt x="3324420" y="128586"/>
                </a:lnTo>
                <a:lnTo>
                  <a:pt x="3324481" y="128952"/>
                </a:lnTo>
                <a:lnTo>
                  <a:pt x="3324532" y="129322"/>
                </a:lnTo>
                <a:lnTo>
                  <a:pt x="3324571" y="129698"/>
                </a:lnTo>
                <a:lnTo>
                  <a:pt x="3324599" y="130080"/>
                </a:lnTo>
                <a:lnTo>
                  <a:pt x="3324615" y="130466"/>
                </a:lnTo>
                <a:lnTo>
                  <a:pt x="3324621" y="130858"/>
                </a:lnTo>
                <a:lnTo>
                  <a:pt x="3324615" y="131264"/>
                </a:lnTo>
                <a:lnTo>
                  <a:pt x="3324599" y="131663"/>
                </a:lnTo>
                <a:lnTo>
                  <a:pt x="3324571" y="132057"/>
                </a:lnTo>
                <a:lnTo>
                  <a:pt x="3324532" y="132445"/>
                </a:lnTo>
                <a:lnTo>
                  <a:pt x="3324481" y="132827"/>
                </a:lnTo>
                <a:lnTo>
                  <a:pt x="3324420" y="133204"/>
                </a:lnTo>
                <a:lnTo>
                  <a:pt x="3324348" y="133574"/>
                </a:lnTo>
                <a:lnTo>
                  <a:pt x="3324264" y="133939"/>
                </a:lnTo>
                <a:lnTo>
                  <a:pt x="3324169" y="134297"/>
                </a:lnTo>
                <a:lnTo>
                  <a:pt x="3324063" y="134650"/>
                </a:lnTo>
                <a:lnTo>
                  <a:pt x="3323946" y="134997"/>
                </a:lnTo>
                <a:lnTo>
                  <a:pt x="3323818" y="135338"/>
                </a:lnTo>
                <a:lnTo>
                  <a:pt x="3323678" y="135673"/>
                </a:lnTo>
                <a:lnTo>
                  <a:pt x="3323528" y="136003"/>
                </a:lnTo>
                <a:lnTo>
                  <a:pt x="3323366" y="136326"/>
                </a:lnTo>
                <a:lnTo>
                  <a:pt x="3323193" y="136644"/>
                </a:lnTo>
                <a:lnTo>
                  <a:pt x="3323009" y="136955"/>
                </a:lnTo>
                <a:lnTo>
                  <a:pt x="3322814" y="137261"/>
                </a:lnTo>
                <a:lnTo>
                  <a:pt x="3322608" y="137561"/>
                </a:lnTo>
                <a:lnTo>
                  <a:pt x="3322390" y="137855"/>
                </a:lnTo>
                <a:lnTo>
                  <a:pt x="3322161" y="138144"/>
                </a:lnTo>
                <a:lnTo>
                  <a:pt x="3321922" y="138426"/>
                </a:lnTo>
                <a:lnTo>
                  <a:pt x="3321671" y="138702"/>
                </a:lnTo>
                <a:lnTo>
                  <a:pt x="3321409" y="138973"/>
                </a:lnTo>
                <a:lnTo>
                  <a:pt x="3321136" y="139249"/>
                </a:lnTo>
                <a:lnTo>
                  <a:pt x="3320852" y="139513"/>
                </a:lnTo>
                <a:lnTo>
                  <a:pt x="3320558" y="139766"/>
                </a:lnTo>
                <a:lnTo>
                  <a:pt x="3320253" y="140006"/>
                </a:lnTo>
                <a:lnTo>
                  <a:pt x="3319938" y="140235"/>
                </a:lnTo>
                <a:lnTo>
                  <a:pt x="3319612" y="140452"/>
                </a:lnTo>
                <a:lnTo>
                  <a:pt x="3319276" y="140658"/>
                </a:lnTo>
                <a:lnTo>
                  <a:pt x="3318929" y="140852"/>
                </a:lnTo>
                <a:lnTo>
                  <a:pt x="3318571" y="141034"/>
                </a:lnTo>
                <a:lnTo>
                  <a:pt x="3318203" y="141204"/>
                </a:lnTo>
                <a:lnTo>
                  <a:pt x="3317825" y="141362"/>
                </a:lnTo>
                <a:lnTo>
                  <a:pt x="3317435" y="141509"/>
                </a:lnTo>
                <a:lnTo>
                  <a:pt x="3317036" y="141644"/>
                </a:lnTo>
                <a:lnTo>
                  <a:pt x="3316625" y="141767"/>
                </a:lnTo>
                <a:lnTo>
                  <a:pt x="3316204" y="141879"/>
                </a:lnTo>
                <a:lnTo>
                  <a:pt x="3315773" y="141979"/>
                </a:lnTo>
                <a:lnTo>
                  <a:pt x="3315331" y="142067"/>
                </a:lnTo>
                <a:lnTo>
                  <a:pt x="3314878" y="142143"/>
                </a:lnTo>
                <a:lnTo>
                  <a:pt x="3314415" y="142208"/>
                </a:lnTo>
                <a:lnTo>
                  <a:pt x="3313941" y="142260"/>
                </a:lnTo>
                <a:lnTo>
                  <a:pt x="3313457" y="142302"/>
                </a:lnTo>
                <a:lnTo>
                  <a:pt x="3312962" y="142331"/>
                </a:lnTo>
                <a:lnTo>
                  <a:pt x="3312457" y="142348"/>
                </a:lnTo>
                <a:lnTo>
                  <a:pt x="3311941" y="142354"/>
                </a:lnTo>
                <a:lnTo>
                  <a:pt x="3279987" y="142354"/>
                </a:lnTo>
                <a:lnTo>
                  <a:pt x="3279485" y="142348"/>
                </a:lnTo>
                <a:lnTo>
                  <a:pt x="3278993" y="142331"/>
                </a:lnTo>
                <a:lnTo>
                  <a:pt x="3278510" y="142302"/>
                </a:lnTo>
                <a:lnTo>
                  <a:pt x="3278038" y="142260"/>
                </a:lnTo>
                <a:lnTo>
                  <a:pt x="3277576" y="142208"/>
                </a:lnTo>
                <a:lnTo>
                  <a:pt x="3277124" y="142143"/>
                </a:lnTo>
                <a:lnTo>
                  <a:pt x="3276681" y="142067"/>
                </a:lnTo>
                <a:lnTo>
                  <a:pt x="3276249" y="141979"/>
                </a:lnTo>
                <a:lnTo>
                  <a:pt x="3275827" y="141879"/>
                </a:lnTo>
                <a:close/>
                <a:moveTo>
                  <a:pt x="3289386" y="76838"/>
                </a:moveTo>
                <a:lnTo>
                  <a:pt x="3288748" y="76699"/>
                </a:lnTo>
                <a:lnTo>
                  <a:pt x="3288123" y="76545"/>
                </a:lnTo>
                <a:lnTo>
                  <a:pt x="3287511" y="76376"/>
                </a:lnTo>
                <a:lnTo>
                  <a:pt x="3286911" y="76193"/>
                </a:lnTo>
                <a:lnTo>
                  <a:pt x="3286325" y="75995"/>
                </a:lnTo>
                <a:lnTo>
                  <a:pt x="3285751" y="75782"/>
                </a:lnTo>
                <a:lnTo>
                  <a:pt x="3285191" y="75554"/>
                </a:lnTo>
                <a:lnTo>
                  <a:pt x="3284643" y="75312"/>
                </a:lnTo>
                <a:lnTo>
                  <a:pt x="3284108" y="75055"/>
                </a:lnTo>
                <a:lnTo>
                  <a:pt x="3283586" y="74784"/>
                </a:lnTo>
                <a:lnTo>
                  <a:pt x="3283077" y="74498"/>
                </a:lnTo>
                <a:lnTo>
                  <a:pt x="3282581" y="74197"/>
                </a:lnTo>
                <a:lnTo>
                  <a:pt x="3282098" y="73881"/>
                </a:lnTo>
                <a:lnTo>
                  <a:pt x="3281628" y="73551"/>
                </a:lnTo>
                <a:lnTo>
                  <a:pt x="3281171" y="73206"/>
                </a:lnTo>
                <a:lnTo>
                  <a:pt x="3280743" y="72834"/>
                </a:lnTo>
                <a:lnTo>
                  <a:pt x="3280333" y="72450"/>
                </a:lnTo>
                <a:lnTo>
                  <a:pt x="3279942" y="72054"/>
                </a:lnTo>
                <a:lnTo>
                  <a:pt x="3279569" y="71647"/>
                </a:lnTo>
                <a:lnTo>
                  <a:pt x="3279214" y="71228"/>
                </a:lnTo>
                <a:lnTo>
                  <a:pt x="3278878" y="70797"/>
                </a:lnTo>
                <a:lnTo>
                  <a:pt x="3278559" y="70354"/>
                </a:lnTo>
                <a:lnTo>
                  <a:pt x="3278259" y="69900"/>
                </a:lnTo>
                <a:lnTo>
                  <a:pt x="3277977" y="69434"/>
                </a:lnTo>
                <a:lnTo>
                  <a:pt x="3277713" y="68956"/>
                </a:lnTo>
                <a:lnTo>
                  <a:pt x="3277467" y="68466"/>
                </a:lnTo>
                <a:lnTo>
                  <a:pt x="3277240" y="67965"/>
                </a:lnTo>
                <a:lnTo>
                  <a:pt x="3277030" y="67452"/>
                </a:lnTo>
                <a:lnTo>
                  <a:pt x="3276839" y="66927"/>
                </a:lnTo>
                <a:lnTo>
                  <a:pt x="3276667" y="66390"/>
                </a:lnTo>
                <a:lnTo>
                  <a:pt x="3276512" y="65842"/>
                </a:lnTo>
                <a:lnTo>
                  <a:pt x="3276375" y="65282"/>
                </a:lnTo>
                <a:lnTo>
                  <a:pt x="3276257" y="64710"/>
                </a:lnTo>
                <a:lnTo>
                  <a:pt x="3276157" y="64127"/>
                </a:lnTo>
                <a:lnTo>
                  <a:pt x="3276075" y="63532"/>
                </a:lnTo>
                <a:lnTo>
                  <a:pt x="3276011" y="62925"/>
                </a:lnTo>
                <a:lnTo>
                  <a:pt x="3275966" y="62306"/>
                </a:lnTo>
                <a:lnTo>
                  <a:pt x="3275939" y="61675"/>
                </a:lnTo>
                <a:lnTo>
                  <a:pt x="3275930" y="61033"/>
                </a:lnTo>
                <a:lnTo>
                  <a:pt x="3275939" y="60378"/>
                </a:lnTo>
                <a:lnTo>
                  <a:pt x="3275966" y="59735"/>
                </a:lnTo>
                <a:lnTo>
                  <a:pt x="3276011" y="59105"/>
                </a:lnTo>
                <a:lnTo>
                  <a:pt x="3276075" y="58488"/>
                </a:lnTo>
                <a:lnTo>
                  <a:pt x="3276157" y="57884"/>
                </a:lnTo>
                <a:lnTo>
                  <a:pt x="3276257" y="57293"/>
                </a:lnTo>
                <a:lnTo>
                  <a:pt x="3276375" y="56714"/>
                </a:lnTo>
                <a:lnTo>
                  <a:pt x="3276512" y="56149"/>
                </a:lnTo>
                <a:lnTo>
                  <a:pt x="3276667" y="55597"/>
                </a:lnTo>
                <a:lnTo>
                  <a:pt x="3276839" y="55057"/>
                </a:lnTo>
                <a:lnTo>
                  <a:pt x="3277030" y="54531"/>
                </a:lnTo>
                <a:lnTo>
                  <a:pt x="3277240" y="54017"/>
                </a:lnTo>
                <a:lnTo>
                  <a:pt x="3277467" y="53516"/>
                </a:lnTo>
                <a:lnTo>
                  <a:pt x="3277713" y="53028"/>
                </a:lnTo>
                <a:lnTo>
                  <a:pt x="3277977" y="52554"/>
                </a:lnTo>
                <a:lnTo>
                  <a:pt x="3278259" y="52092"/>
                </a:lnTo>
                <a:lnTo>
                  <a:pt x="3278559" y="51642"/>
                </a:lnTo>
                <a:lnTo>
                  <a:pt x="3278878" y="51206"/>
                </a:lnTo>
                <a:lnTo>
                  <a:pt x="3279214" y="50783"/>
                </a:lnTo>
                <a:lnTo>
                  <a:pt x="3279569" y="50373"/>
                </a:lnTo>
                <a:lnTo>
                  <a:pt x="3279942" y="49975"/>
                </a:lnTo>
                <a:lnTo>
                  <a:pt x="3280333" y="49591"/>
                </a:lnTo>
                <a:lnTo>
                  <a:pt x="3280743" y="49219"/>
                </a:lnTo>
                <a:lnTo>
                  <a:pt x="3281171" y="48860"/>
                </a:lnTo>
                <a:lnTo>
                  <a:pt x="3281628" y="48516"/>
                </a:lnTo>
                <a:lnTo>
                  <a:pt x="3282098" y="48185"/>
                </a:lnTo>
                <a:lnTo>
                  <a:pt x="3282581" y="47870"/>
                </a:lnTo>
                <a:lnTo>
                  <a:pt x="3283077" y="47569"/>
                </a:lnTo>
                <a:lnTo>
                  <a:pt x="3283586" y="47283"/>
                </a:lnTo>
                <a:lnTo>
                  <a:pt x="3284108" y="47011"/>
                </a:lnTo>
                <a:lnTo>
                  <a:pt x="3284643" y="46754"/>
                </a:lnTo>
                <a:lnTo>
                  <a:pt x="3285191" y="46512"/>
                </a:lnTo>
                <a:lnTo>
                  <a:pt x="3285751" y="46285"/>
                </a:lnTo>
                <a:lnTo>
                  <a:pt x="3286325" y="46072"/>
                </a:lnTo>
                <a:lnTo>
                  <a:pt x="3286911" y="45874"/>
                </a:lnTo>
                <a:lnTo>
                  <a:pt x="3287511" y="45690"/>
                </a:lnTo>
                <a:lnTo>
                  <a:pt x="3288123" y="45522"/>
                </a:lnTo>
                <a:lnTo>
                  <a:pt x="3288748" y="45367"/>
                </a:lnTo>
                <a:lnTo>
                  <a:pt x="3289386" y="45228"/>
                </a:lnTo>
                <a:lnTo>
                  <a:pt x="3290037" y="45103"/>
                </a:lnTo>
                <a:lnTo>
                  <a:pt x="3290701" y="44993"/>
                </a:lnTo>
                <a:lnTo>
                  <a:pt x="3291378" y="44898"/>
                </a:lnTo>
                <a:lnTo>
                  <a:pt x="3292068" y="44817"/>
                </a:lnTo>
                <a:lnTo>
                  <a:pt x="3292770" y="44751"/>
                </a:lnTo>
                <a:lnTo>
                  <a:pt x="3293486" y="44700"/>
                </a:lnTo>
                <a:lnTo>
                  <a:pt x="3294215" y="44663"/>
                </a:lnTo>
                <a:lnTo>
                  <a:pt x="3294956" y="44641"/>
                </a:lnTo>
                <a:lnTo>
                  <a:pt x="3295710" y="44634"/>
                </a:lnTo>
                <a:lnTo>
                  <a:pt x="3296478" y="44641"/>
                </a:lnTo>
                <a:lnTo>
                  <a:pt x="3297232" y="44663"/>
                </a:lnTo>
                <a:lnTo>
                  <a:pt x="3297972" y="44700"/>
                </a:lnTo>
                <a:lnTo>
                  <a:pt x="3298697" y="44751"/>
                </a:lnTo>
                <a:lnTo>
                  <a:pt x="3299409" y="44817"/>
                </a:lnTo>
                <a:lnTo>
                  <a:pt x="3300106" y="44898"/>
                </a:lnTo>
                <a:lnTo>
                  <a:pt x="3300789" y="44993"/>
                </a:lnTo>
                <a:lnTo>
                  <a:pt x="3301459" y="45103"/>
                </a:lnTo>
                <a:lnTo>
                  <a:pt x="3302114" y="45228"/>
                </a:lnTo>
                <a:lnTo>
                  <a:pt x="3302755" y="45367"/>
                </a:lnTo>
                <a:lnTo>
                  <a:pt x="3303382" y="45522"/>
                </a:lnTo>
                <a:lnTo>
                  <a:pt x="3303995" y="45690"/>
                </a:lnTo>
                <a:lnTo>
                  <a:pt x="3304593" y="45874"/>
                </a:lnTo>
                <a:lnTo>
                  <a:pt x="3305178" y="46072"/>
                </a:lnTo>
                <a:lnTo>
                  <a:pt x="3305749" y="46285"/>
                </a:lnTo>
                <a:lnTo>
                  <a:pt x="3306305" y="46512"/>
                </a:lnTo>
                <a:lnTo>
                  <a:pt x="3306848" y="46754"/>
                </a:lnTo>
                <a:lnTo>
                  <a:pt x="3307376" y="47011"/>
                </a:lnTo>
                <a:lnTo>
                  <a:pt x="3307890" y="47283"/>
                </a:lnTo>
                <a:lnTo>
                  <a:pt x="3308390" y="47569"/>
                </a:lnTo>
                <a:lnTo>
                  <a:pt x="3308876" y="47870"/>
                </a:lnTo>
                <a:lnTo>
                  <a:pt x="3309348" y="48185"/>
                </a:lnTo>
                <a:lnTo>
                  <a:pt x="3309806" y="48516"/>
                </a:lnTo>
                <a:lnTo>
                  <a:pt x="3310250" y="48860"/>
                </a:lnTo>
                <a:lnTo>
                  <a:pt x="3310678" y="49219"/>
                </a:lnTo>
                <a:lnTo>
                  <a:pt x="3311087" y="49591"/>
                </a:lnTo>
                <a:lnTo>
                  <a:pt x="3311479" y="49975"/>
                </a:lnTo>
                <a:lnTo>
                  <a:pt x="3311852" y="50373"/>
                </a:lnTo>
                <a:lnTo>
                  <a:pt x="3312207" y="50783"/>
                </a:lnTo>
                <a:lnTo>
                  <a:pt x="3312543" y="51206"/>
                </a:lnTo>
                <a:lnTo>
                  <a:pt x="3312862" y="51642"/>
                </a:lnTo>
                <a:lnTo>
                  <a:pt x="3313162" y="52092"/>
                </a:lnTo>
                <a:lnTo>
                  <a:pt x="3313444" y="52554"/>
                </a:lnTo>
                <a:lnTo>
                  <a:pt x="3313708" y="53028"/>
                </a:lnTo>
                <a:lnTo>
                  <a:pt x="3313954" y="53516"/>
                </a:lnTo>
                <a:lnTo>
                  <a:pt x="3314181" y="54017"/>
                </a:lnTo>
                <a:lnTo>
                  <a:pt x="3314390" y="54531"/>
                </a:lnTo>
                <a:lnTo>
                  <a:pt x="3314581" y="55057"/>
                </a:lnTo>
                <a:lnTo>
                  <a:pt x="3314754" y="55597"/>
                </a:lnTo>
                <a:lnTo>
                  <a:pt x="3314909" y="56149"/>
                </a:lnTo>
                <a:lnTo>
                  <a:pt x="3315045" y="56714"/>
                </a:lnTo>
                <a:lnTo>
                  <a:pt x="3315164" y="57293"/>
                </a:lnTo>
                <a:lnTo>
                  <a:pt x="3315264" y="57884"/>
                </a:lnTo>
                <a:lnTo>
                  <a:pt x="3315346" y="58488"/>
                </a:lnTo>
                <a:lnTo>
                  <a:pt x="3315409" y="59105"/>
                </a:lnTo>
                <a:lnTo>
                  <a:pt x="3315455" y="59735"/>
                </a:lnTo>
                <a:lnTo>
                  <a:pt x="3315482" y="60378"/>
                </a:lnTo>
                <a:lnTo>
                  <a:pt x="3315491" y="61033"/>
                </a:lnTo>
                <a:lnTo>
                  <a:pt x="3315482" y="61675"/>
                </a:lnTo>
                <a:lnTo>
                  <a:pt x="3315455" y="62306"/>
                </a:lnTo>
                <a:lnTo>
                  <a:pt x="3315409" y="62925"/>
                </a:lnTo>
                <a:lnTo>
                  <a:pt x="3315346" y="63532"/>
                </a:lnTo>
                <a:lnTo>
                  <a:pt x="3315264" y="64127"/>
                </a:lnTo>
                <a:lnTo>
                  <a:pt x="3315164" y="64710"/>
                </a:lnTo>
                <a:lnTo>
                  <a:pt x="3315045" y="65282"/>
                </a:lnTo>
                <a:lnTo>
                  <a:pt x="3314909" y="65842"/>
                </a:lnTo>
                <a:lnTo>
                  <a:pt x="3314754" y="66390"/>
                </a:lnTo>
                <a:lnTo>
                  <a:pt x="3314581" y="66927"/>
                </a:lnTo>
                <a:lnTo>
                  <a:pt x="3314390" y="67452"/>
                </a:lnTo>
                <a:lnTo>
                  <a:pt x="3314181" y="67965"/>
                </a:lnTo>
                <a:lnTo>
                  <a:pt x="3313954" y="68466"/>
                </a:lnTo>
                <a:lnTo>
                  <a:pt x="3313708" y="68956"/>
                </a:lnTo>
                <a:lnTo>
                  <a:pt x="3313444" y="69434"/>
                </a:lnTo>
                <a:lnTo>
                  <a:pt x="3313162" y="69900"/>
                </a:lnTo>
                <a:lnTo>
                  <a:pt x="3312862" y="70354"/>
                </a:lnTo>
                <a:lnTo>
                  <a:pt x="3312543" y="70797"/>
                </a:lnTo>
                <a:lnTo>
                  <a:pt x="3312207" y="71228"/>
                </a:lnTo>
                <a:lnTo>
                  <a:pt x="3311852" y="71647"/>
                </a:lnTo>
                <a:lnTo>
                  <a:pt x="3311479" y="72054"/>
                </a:lnTo>
                <a:lnTo>
                  <a:pt x="3311087" y="72450"/>
                </a:lnTo>
                <a:lnTo>
                  <a:pt x="3310678" y="72834"/>
                </a:lnTo>
                <a:lnTo>
                  <a:pt x="3310250" y="73206"/>
                </a:lnTo>
                <a:lnTo>
                  <a:pt x="3309806" y="73551"/>
                </a:lnTo>
                <a:lnTo>
                  <a:pt x="3309348" y="73881"/>
                </a:lnTo>
                <a:lnTo>
                  <a:pt x="3308876" y="74197"/>
                </a:lnTo>
                <a:lnTo>
                  <a:pt x="3308390" y="74498"/>
                </a:lnTo>
                <a:lnTo>
                  <a:pt x="3307890" y="74784"/>
                </a:lnTo>
                <a:lnTo>
                  <a:pt x="3307376" y="75055"/>
                </a:lnTo>
                <a:lnTo>
                  <a:pt x="3306848" y="75312"/>
                </a:lnTo>
                <a:lnTo>
                  <a:pt x="3306305" y="75554"/>
                </a:lnTo>
                <a:lnTo>
                  <a:pt x="3305749" y="75782"/>
                </a:lnTo>
                <a:lnTo>
                  <a:pt x="3305178" y="75995"/>
                </a:lnTo>
                <a:lnTo>
                  <a:pt x="3304593" y="76193"/>
                </a:lnTo>
                <a:lnTo>
                  <a:pt x="3303995" y="76376"/>
                </a:lnTo>
                <a:lnTo>
                  <a:pt x="3303382" y="76545"/>
                </a:lnTo>
                <a:lnTo>
                  <a:pt x="3302755" y="76699"/>
                </a:lnTo>
                <a:lnTo>
                  <a:pt x="3302114" y="76838"/>
                </a:lnTo>
                <a:lnTo>
                  <a:pt x="3301459" y="76963"/>
                </a:lnTo>
                <a:lnTo>
                  <a:pt x="3300789" y="77073"/>
                </a:lnTo>
                <a:lnTo>
                  <a:pt x="3300106" y="77169"/>
                </a:lnTo>
                <a:lnTo>
                  <a:pt x="3299409" y="77249"/>
                </a:lnTo>
                <a:lnTo>
                  <a:pt x="3298697" y="77315"/>
                </a:lnTo>
                <a:lnTo>
                  <a:pt x="3297972" y="77367"/>
                </a:lnTo>
                <a:lnTo>
                  <a:pt x="3297232" y="77403"/>
                </a:lnTo>
                <a:lnTo>
                  <a:pt x="3296478" y="77425"/>
                </a:lnTo>
                <a:lnTo>
                  <a:pt x="3295710" y="77433"/>
                </a:lnTo>
                <a:lnTo>
                  <a:pt x="3294956" y="77425"/>
                </a:lnTo>
                <a:lnTo>
                  <a:pt x="3294215" y="77403"/>
                </a:lnTo>
                <a:lnTo>
                  <a:pt x="3293486" y="77367"/>
                </a:lnTo>
                <a:lnTo>
                  <a:pt x="3292770" y="77315"/>
                </a:lnTo>
                <a:lnTo>
                  <a:pt x="3292068" y="77249"/>
                </a:lnTo>
                <a:lnTo>
                  <a:pt x="3291378" y="77169"/>
                </a:lnTo>
                <a:lnTo>
                  <a:pt x="3290701" y="77073"/>
                </a:lnTo>
                <a:lnTo>
                  <a:pt x="3290037" y="76963"/>
                </a:lnTo>
                <a:lnTo>
                  <a:pt x="3289386" y="76838"/>
                </a:lnTo>
                <a:close/>
                <a:moveTo>
                  <a:pt x="3581254" y="152649"/>
                </a:moveTo>
                <a:lnTo>
                  <a:pt x="3581888" y="152509"/>
                </a:lnTo>
                <a:lnTo>
                  <a:pt x="3582512" y="152353"/>
                </a:lnTo>
                <a:lnTo>
                  <a:pt x="3583126" y="152180"/>
                </a:lnTo>
                <a:lnTo>
                  <a:pt x="3583729" y="151991"/>
                </a:lnTo>
                <a:lnTo>
                  <a:pt x="3584323" y="151786"/>
                </a:lnTo>
                <a:lnTo>
                  <a:pt x="3584907" y="151564"/>
                </a:lnTo>
                <a:lnTo>
                  <a:pt x="3585481" y="151326"/>
                </a:lnTo>
                <a:lnTo>
                  <a:pt x="3586045" y="151071"/>
                </a:lnTo>
                <a:lnTo>
                  <a:pt x="3586599" y="150800"/>
                </a:lnTo>
                <a:lnTo>
                  <a:pt x="3587142" y="150512"/>
                </a:lnTo>
                <a:lnTo>
                  <a:pt x="3587676" y="150208"/>
                </a:lnTo>
                <a:lnTo>
                  <a:pt x="3588200" y="149887"/>
                </a:lnTo>
                <a:lnTo>
                  <a:pt x="3588714" y="149550"/>
                </a:lnTo>
                <a:lnTo>
                  <a:pt x="3589218" y="149197"/>
                </a:lnTo>
                <a:lnTo>
                  <a:pt x="3589712" y="148827"/>
                </a:lnTo>
                <a:lnTo>
                  <a:pt x="3590196" y="148441"/>
                </a:lnTo>
                <a:lnTo>
                  <a:pt x="3590672" y="148041"/>
                </a:lnTo>
                <a:lnTo>
                  <a:pt x="3591143" y="147630"/>
                </a:lnTo>
                <a:lnTo>
                  <a:pt x="3591607" y="147207"/>
                </a:lnTo>
                <a:lnTo>
                  <a:pt x="3592065" y="146774"/>
                </a:lnTo>
                <a:lnTo>
                  <a:pt x="3592518" y="146329"/>
                </a:lnTo>
                <a:lnTo>
                  <a:pt x="3592965" y="145873"/>
                </a:lnTo>
                <a:lnTo>
                  <a:pt x="3593406" y="145406"/>
                </a:lnTo>
                <a:lnTo>
                  <a:pt x="3593841" y="144928"/>
                </a:lnTo>
                <a:lnTo>
                  <a:pt x="3594270" y="144439"/>
                </a:lnTo>
                <a:lnTo>
                  <a:pt x="3594693" y="143938"/>
                </a:lnTo>
                <a:lnTo>
                  <a:pt x="3595111" y="143427"/>
                </a:lnTo>
                <a:lnTo>
                  <a:pt x="3595522" y="142904"/>
                </a:lnTo>
                <a:lnTo>
                  <a:pt x="3595928" y="142370"/>
                </a:lnTo>
                <a:lnTo>
                  <a:pt x="3596327" y="141825"/>
                </a:lnTo>
                <a:lnTo>
                  <a:pt x="3596721" y="141269"/>
                </a:lnTo>
                <a:lnTo>
                  <a:pt x="3597109" y="140701"/>
                </a:lnTo>
                <a:lnTo>
                  <a:pt x="3597492" y="140123"/>
                </a:lnTo>
                <a:lnTo>
                  <a:pt x="3597868" y="139533"/>
                </a:lnTo>
                <a:lnTo>
                  <a:pt x="3598238" y="138932"/>
                </a:lnTo>
                <a:lnTo>
                  <a:pt x="3598603" y="138320"/>
                </a:lnTo>
                <a:lnTo>
                  <a:pt x="3598961" y="137697"/>
                </a:lnTo>
                <a:lnTo>
                  <a:pt x="3599314" y="137063"/>
                </a:lnTo>
                <a:lnTo>
                  <a:pt x="3599661" y="136417"/>
                </a:lnTo>
                <a:lnTo>
                  <a:pt x="3600002" y="135761"/>
                </a:lnTo>
                <a:lnTo>
                  <a:pt x="3600354" y="135096"/>
                </a:lnTo>
                <a:lnTo>
                  <a:pt x="3600703" y="134425"/>
                </a:lnTo>
                <a:lnTo>
                  <a:pt x="3601051" y="133748"/>
                </a:lnTo>
                <a:lnTo>
                  <a:pt x="3601397" y="133065"/>
                </a:lnTo>
                <a:lnTo>
                  <a:pt x="3601741" y="132377"/>
                </a:lnTo>
                <a:lnTo>
                  <a:pt x="3602084" y="131682"/>
                </a:lnTo>
                <a:lnTo>
                  <a:pt x="3602425" y="130982"/>
                </a:lnTo>
                <a:lnTo>
                  <a:pt x="3602764" y="130276"/>
                </a:lnTo>
                <a:lnTo>
                  <a:pt x="3603101" y="129563"/>
                </a:lnTo>
                <a:lnTo>
                  <a:pt x="3603437" y="128846"/>
                </a:lnTo>
                <a:lnTo>
                  <a:pt x="3603770" y="128122"/>
                </a:lnTo>
                <a:lnTo>
                  <a:pt x="3604102" y="127392"/>
                </a:lnTo>
                <a:lnTo>
                  <a:pt x="3604432" y="126656"/>
                </a:lnTo>
                <a:lnTo>
                  <a:pt x="3604761" y="125915"/>
                </a:lnTo>
                <a:lnTo>
                  <a:pt x="3605088" y="125168"/>
                </a:lnTo>
                <a:lnTo>
                  <a:pt x="3605413" y="124415"/>
                </a:lnTo>
                <a:lnTo>
                  <a:pt x="3605736" y="123656"/>
                </a:lnTo>
                <a:lnTo>
                  <a:pt x="3606057" y="122891"/>
                </a:lnTo>
                <a:lnTo>
                  <a:pt x="3606377" y="122120"/>
                </a:lnTo>
                <a:lnTo>
                  <a:pt x="3606695" y="121343"/>
                </a:lnTo>
                <a:lnTo>
                  <a:pt x="3607011" y="120561"/>
                </a:lnTo>
                <a:lnTo>
                  <a:pt x="3607325" y="119772"/>
                </a:lnTo>
                <a:lnTo>
                  <a:pt x="3607638" y="118978"/>
                </a:lnTo>
                <a:lnTo>
                  <a:pt x="3607949" y="118178"/>
                </a:lnTo>
                <a:lnTo>
                  <a:pt x="3640409" y="35335"/>
                </a:lnTo>
                <a:lnTo>
                  <a:pt x="3623841" y="35335"/>
                </a:lnTo>
                <a:lnTo>
                  <a:pt x="3600340" y="99242"/>
                </a:lnTo>
                <a:lnTo>
                  <a:pt x="3599326" y="99242"/>
                </a:lnTo>
                <a:lnTo>
                  <a:pt x="3575318" y="35335"/>
                </a:lnTo>
                <a:lnTo>
                  <a:pt x="3557228" y="35335"/>
                </a:lnTo>
                <a:lnTo>
                  <a:pt x="3590703" y="120038"/>
                </a:lnTo>
                <a:lnTo>
                  <a:pt x="3590465" y="120652"/>
                </a:lnTo>
                <a:lnTo>
                  <a:pt x="3590229" y="121256"/>
                </a:lnTo>
                <a:lnTo>
                  <a:pt x="3589995" y="121850"/>
                </a:lnTo>
                <a:lnTo>
                  <a:pt x="3589764" y="122433"/>
                </a:lnTo>
                <a:lnTo>
                  <a:pt x="3589535" y="123005"/>
                </a:lnTo>
                <a:lnTo>
                  <a:pt x="3589309" y="123567"/>
                </a:lnTo>
                <a:lnTo>
                  <a:pt x="3589084" y="124118"/>
                </a:lnTo>
                <a:lnTo>
                  <a:pt x="3588862" y="124659"/>
                </a:lnTo>
                <a:lnTo>
                  <a:pt x="3588643" y="125189"/>
                </a:lnTo>
                <a:lnTo>
                  <a:pt x="3588426" y="125708"/>
                </a:lnTo>
                <a:lnTo>
                  <a:pt x="3588211" y="126217"/>
                </a:lnTo>
                <a:lnTo>
                  <a:pt x="3587998" y="126716"/>
                </a:lnTo>
                <a:lnTo>
                  <a:pt x="3587788" y="127204"/>
                </a:lnTo>
                <a:lnTo>
                  <a:pt x="3587580" y="127681"/>
                </a:lnTo>
                <a:lnTo>
                  <a:pt x="3587375" y="128148"/>
                </a:lnTo>
                <a:lnTo>
                  <a:pt x="3587172" y="128604"/>
                </a:lnTo>
                <a:lnTo>
                  <a:pt x="3586971" y="129049"/>
                </a:lnTo>
                <a:lnTo>
                  <a:pt x="3586773" y="129484"/>
                </a:lnTo>
                <a:lnTo>
                  <a:pt x="3586577" y="129909"/>
                </a:lnTo>
                <a:lnTo>
                  <a:pt x="3586383" y="130323"/>
                </a:lnTo>
                <a:lnTo>
                  <a:pt x="3586191" y="130726"/>
                </a:lnTo>
                <a:lnTo>
                  <a:pt x="3586002" y="131119"/>
                </a:lnTo>
                <a:lnTo>
                  <a:pt x="3585816" y="131501"/>
                </a:lnTo>
                <a:lnTo>
                  <a:pt x="3585631" y="131872"/>
                </a:lnTo>
                <a:lnTo>
                  <a:pt x="3585461" y="132248"/>
                </a:lnTo>
                <a:lnTo>
                  <a:pt x="3585289" y="132616"/>
                </a:lnTo>
                <a:lnTo>
                  <a:pt x="3585114" y="132974"/>
                </a:lnTo>
                <a:lnTo>
                  <a:pt x="3584936" y="133323"/>
                </a:lnTo>
                <a:lnTo>
                  <a:pt x="3584757" y="133664"/>
                </a:lnTo>
                <a:lnTo>
                  <a:pt x="3584575" y="133996"/>
                </a:lnTo>
                <a:lnTo>
                  <a:pt x="3584390" y="134319"/>
                </a:lnTo>
                <a:lnTo>
                  <a:pt x="3584204" y="134634"/>
                </a:lnTo>
                <a:lnTo>
                  <a:pt x="3584015" y="134939"/>
                </a:lnTo>
                <a:lnTo>
                  <a:pt x="3583823" y="135236"/>
                </a:lnTo>
                <a:lnTo>
                  <a:pt x="3583630" y="135524"/>
                </a:lnTo>
                <a:lnTo>
                  <a:pt x="3583434" y="135803"/>
                </a:lnTo>
                <a:lnTo>
                  <a:pt x="3583235" y="136073"/>
                </a:lnTo>
                <a:lnTo>
                  <a:pt x="3583034" y="136335"/>
                </a:lnTo>
                <a:lnTo>
                  <a:pt x="3582831" y="136588"/>
                </a:lnTo>
                <a:lnTo>
                  <a:pt x="3582626" y="136832"/>
                </a:lnTo>
                <a:lnTo>
                  <a:pt x="3582418" y="137067"/>
                </a:lnTo>
                <a:lnTo>
                  <a:pt x="3582208" y="137293"/>
                </a:lnTo>
                <a:lnTo>
                  <a:pt x="3581995" y="137510"/>
                </a:lnTo>
                <a:lnTo>
                  <a:pt x="3581781" y="137719"/>
                </a:lnTo>
                <a:lnTo>
                  <a:pt x="3581563" y="137919"/>
                </a:lnTo>
                <a:lnTo>
                  <a:pt x="3581344" y="138110"/>
                </a:lnTo>
                <a:lnTo>
                  <a:pt x="3581122" y="138292"/>
                </a:lnTo>
                <a:lnTo>
                  <a:pt x="3580898" y="138466"/>
                </a:lnTo>
                <a:lnTo>
                  <a:pt x="3580669" y="138645"/>
                </a:lnTo>
                <a:lnTo>
                  <a:pt x="3580433" y="138817"/>
                </a:lnTo>
                <a:lnTo>
                  <a:pt x="3580190" y="138981"/>
                </a:lnTo>
                <a:lnTo>
                  <a:pt x="3579940" y="139137"/>
                </a:lnTo>
                <a:lnTo>
                  <a:pt x="3579682" y="139286"/>
                </a:lnTo>
                <a:lnTo>
                  <a:pt x="3579418" y="139427"/>
                </a:lnTo>
                <a:lnTo>
                  <a:pt x="3579147" y="139561"/>
                </a:lnTo>
                <a:lnTo>
                  <a:pt x="3578869" y="139687"/>
                </a:lnTo>
                <a:lnTo>
                  <a:pt x="3578584" y="139805"/>
                </a:lnTo>
                <a:lnTo>
                  <a:pt x="3578291" y="139916"/>
                </a:lnTo>
                <a:lnTo>
                  <a:pt x="3577992" y="140019"/>
                </a:lnTo>
                <a:lnTo>
                  <a:pt x="3577685" y="140114"/>
                </a:lnTo>
                <a:lnTo>
                  <a:pt x="3577372" y="140202"/>
                </a:lnTo>
                <a:lnTo>
                  <a:pt x="3577051" y="140282"/>
                </a:lnTo>
                <a:lnTo>
                  <a:pt x="3576724" y="140355"/>
                </a:lnTo>
                <a:lnTo>
                  <a:pt x="3576389" y="140419"/>
                </a:lnTo>
                <a:lnTo>
                  <a:pt x="3576047" y="140477"/>
                </a:lnTo>
                <a:lnTo>
                  <a:pt x="3575699" y="140526"/>
                </a:lnTo>
                <a:lnTo>
                  <a:pt x="3575343" y="140568"/>
                </a:lnTo>
                <a:lnTo>
                  <a:pt x="3574980" y="140603"/>
                </a:lnTo>
                <a:lnTo>
                  <a:pt x="3574610" y="140629"/>
                </a:lnTo>
                <a:lnTo>
                  <a:pt x="3574234" y="140648"/>
                </a:lnTo>
                <a:lnTo>
                  <a:pt x="3573850" y="140660"/>
                </a:lnTo>
                <a:lnTo>
                  <a:pt x="3573459" y="140664"/>
                </a:lnTo>
                <a:lnTo>
                  <a:pt x="3573233" y="140662"/>
                </a:lnTo>
                <a:lnTo>
                  <a:pt x="3573007" y="140658"/>
                </a:lnTo>
                <a:lnTo>
                  <a:pt x="3572780" y="140650"/>
                </a:lnTo>
                <a:lnTo>
                  <a:pt x="3572552" y="140640"/>
                </a:lnTo>
                <a:lnTo>
                  <a:pt x="3572324" y="140627"/>
                </a:lnTo>
                <a:lnTo>
                  <a:pt x="3572096" y="140611"/>
                </a:lnTo>
                <a:lnTo>
                  <a:pt x="3571866" y="140592"/>
                </a:lnTo>
                <a:lnTo>
                  <a:pt x="3571637" y="140570"/>
                </a:lnTo>
                <a:lnTo>
                  <a:pt x="3571406" y="140545"/>
                </a:lnTo>
                <a:lnTo>
                  <a:pt x="3571175" y="140517"/>
                </a:lnTo>
                <a:lnTo>
                  <a:pt x="3570943" y="140486"/>
                </a:lnTo>
                <a:lnTo>
                  <a:pt x="3570711" y="140452"/>
                </a:lnTo>
                <a:lnTo>
                  <a:pt x="3570479" y="140416"/>
                </a:lnTo>
                <a:lnTo>
                  <a:pt x="3570245" y="140376"/>
                </a:lnTo>
                <a:lnTo>
                  <a:pt x="3570011" y="140333"/>
                </a:lnTo>
                <a:lnTo>
                  <a:pt x="3569777" y="140288"/>
                </a:lnTo>
                <a:lnTo>
                  <a:pt x="3569542" y="140239"/>
                </a:lnTo>
                <a:lnTo>
                  <a:pt x="3569306" y="140188"/>
                </a:lnTo>
                <a:lnTo>
                  <a:pt x="3569070" y="140134"/>
                </a:lnTo>
                <a:lnTo>
                  <a:pt x="3568833" y="140077"/>
                </a:lnTo>
                <a:lnTo>
                  <a:pt x="3568595" y="140016"/>
                </a:lnTo>
                <a:lnTo>
                  <a:pt x="3568357" y="139953"/>
                </a:lnTo>
                <a:lnTo>
                  <a:pt x="3568119" y="139887"/>
                </a:lnTo>
                <a:lnTo>
                  <a:pt x="3567879" y="139818"/>
                </a:lnTo>
                <a:lnTo>
                  <a:pt x="3567642" y="139762"/>
                </a:lnTo>
                <a:lnTo>
                  <a:pt x="3567407" y="139704"/>
                </a:lnTo>
                <a:lnTo>
                  <a:pt x="3567177" y="139647"/>
                </a:lnTo>
                <a:lnTo>
                  <a:pt x="3566949" y="139588"/>
                </a:lnTo>
                <a:lnTo>
                  <a:pt x="3566726" y="139529"/>
                </a:lnTo>
                <a:lnTo>
                  <a:pt x="3566506" y="139470"/>
                </a:lnTo>
                <a:lnTo>
                  <a:pt x="3566289" y="139410"/>
                </a:lnTo>
                <a:lnTo>
                  <a:pt x="3566076" y="139349"/>
                </a:lnTo>
                <a:lnTo>
                  <a:pt x="3565866" y="139287"/>
                </a:lnTo>
                <a:lnTo>
                  <a:pt x="3565660" y="139225"/>
                </a:lnTo>
                <a:lnTo>
                  <a:pt x="3565458" y="139163"/>
                </a:lnTo>
                <a:lnTo>
                  <a:pt x="3565259" y="139100"/>
                </a:lnTo>
                <a:lnTo>
                  <a:pt x="3565063" y="139036"/>
                </a:lnTo>
                <a:lnTo>
                  <a:pt x="3564871" y="138972"/>
                </a:lnTo>
                <a:lnTo>
                  <a:pt x="3564683" y="138907"/>
                </a:lnTo>
                <a:lnTo>
                  <a:pt x="3564498" y="138842"/>
                </a:lnTo>
                <a:lnTo>
                  <a:pt x="3564317" y="138776"/>
                </a:lnTo>
                <a:lnTo>
                  <a:pt x="3564139" y="138709"/>
                </a:lnTo>
                <a:lnTo>
                  <a:pt x="3563964" y="138642"/>
                </a:lnTo>
                <a:lnTo>
                  <a:pt x="3563794" y="138574"/>
                </a:lnTo>
                <a:lnTo>
                  <a:pt x="3563626" y="138506"/>
                </a:lnTo>
                <a:lnTo>
                  <a:pt x="3563463" y="138437"/>
                </a:lnTo>
                <a:lnTo>
                  <a:pt x="3563302" y="138367"/>
                </a:lnTo>
                <a:lnTo>
                  <a:pt x="3563146" y="138297"/>
                </a:lnTo>
                <a:lnTo>
                  <a:pt x="3563146" y="150808"/>
                </a:lnTo>
                <a:lnTo>
                  <a:pt x="3563385" y="150905"/>
                </a:lnTo>
                <a:lnTo>
                  <a:pt x="3563626" y="151000"/>
                </a:lnTo>
                <a:lnTo>
                  <a:pt x="3563867" y="151093"/>
                </a:lnTo>
                <a:lnTo>
                  <a:pt x="3564108" y="151184"/>
                </a:lnTo>
                <a:lnTo>
                  <a:pt x="3564350" y="151272"/>
                </a:lnTo>
                <a:lnTo>
                  <a:pt x="3564593" y="151357"/>
                </a:lnTo>
                <a:lnTo>
                  <a:pt x="3564837" y="151441"/>
                </a:lnTo>
                <a:lnTo>
                  <a:pt x="3565080" y="151522"/>
                </a:lnTo>
                <a:lnTo>
                  <a:pt x="3565325" y="151600"/>
                </a:lnTo>
                <a:lnTo>
                  <a:pt x="3565570" y="151677"/>
                </a:lnTo>
                <a:lnTo>
                  <a:pt x="3565816" y="151751"/>
                </a:lnTo>
                <a:lnTo>
                  <a:pt x="3566062" y="151822"/>
                </a:lnTo>
                <a:lnTo>
                  <a:pt x="3566309" y="151891"/>
                </a:lnTo>
                <a:lnTo>
                  <a:pt x="3566556" y="151958"/>
                </a:lnTo>
                <a:lnTo>
                  <a:pt x="3566804" y="152023"/>
                </a:lnTo>
                <a:lnTo>
                  <a:pt x="3567053" y="152085"/>
                </a:lnTo>
                <a:lnTo>
                  <a:pt x="3567302" y="152145"/>
                </a:lnTo>
                <a:lnTo>
                  <a:pt x="3567552" y="152203"/>
                </a:lnTo>
                <a:lnTo>
                  <a:pt x="3567802" y="152258"/>
                </a:lnTo>
                <a:lnTo>
                  <a:pt x="3568053" y="152311"/>
                </a:lnTo>
                <a:lnTo>
                  <a:pt x="3568305" y="152361"/>
                </a:lnTo>
                <a:lnTo>
                  <a:pt x="3568557" y="152409"/>
                </a:lnTo>
                <a:lnTo>
                  <a:pt x="3568809" y="152455"/>
                </a:lnTo>
                <a:lnTo>
                  <a:pt x="3569063" y="152499"/>
                </a:lnTo>
                <a:lnTo>
                  <a:pt x="3569331" y="152554"/>
                </a:lnTo>
                <a:lnTo>
                  <a:pt x="3569601" y="152607"/>
                </a:lnTo>
                <a:lnTo>
                  <a:pt x="3569871" y="152657"/>
                </a:lnTo>
                <a:lnTo>
                  <a:pt x="3570143" y="152705"/>
                </a:lnTo>
                <a:lnTo>
                  <a:pt x="3570416" y="152751"/>
                </a:lnTo>
                <a:lnTo>
                  <a:pt x="3570690" y="152794"/>
                </a:lnTo>
                <a:lnTo>
                  <a:pt x="3570966" y="152835"/>
                </a:lnTo>
                <a:lnTo>
                  <a:pt x="3571242" y="152874"/>
                </a:lnTo>
                <a:lnTo>
                  <a:pt x="3571520" y="152911"/>
                </a:lnTo>
                <a:lnTo>
                  <a:pt x="3571799" y="152945"/>
                </a:lnTo>
                <a:lnTo>
                  <a:pt x="3572079" y="152976"/>
                </a:lnTo>
                <a:lnTo>
                  <a:pt x="3572360" y="153006"/>
                </a:lnTo>
                <a:lnTo>
                  <a:pt x="3572642" y="153033"/>
                </a:lnTo>
                <a:lnTo>
                  <a:pt x="3572926" y="153057"/>
                </a:lnTo>
                <a:lnTo>
                  <a:pt x="3573210" y="153080"/>
                </a:lnTo>
                <a:lnTo>
                  <a:pt x="3573496" y="153100"/>
                </a:lnTo>
                <a:lnTo>
                  <a:pt x="3573783" y="153117"/>
                </a:lnTo>
                <a:lnTo>
                  <a:pt x="3574071" y="153132"/>
                </a:lnTo>
                <a:lnTo>
                  <a:pt x="3574361" y="153145"/>
                </a:lnTo>
                <a:lnTo>
                  <a:pt x="3574651" y="153156"/>
                </a:lnTo>
                <a:lnTo>
                  <a:pt x="3574943" y="153164"/>
                </a:lnTo>
                <a:lnTo>
                  <a:pt x="3575236" y="153170"/>
                </a:lnTo>
                <a:lnTo>
                  <a:pt x="3575530" y="153173"/>
                </a:lnTo>
                <a:lnTo>
                  <a:pt x="3575825" y="153175"/>
                </a:lnTo>
                <a:lnTo>
                  <a:pt x="3576539" y="153166"/>
                </a:lnTo>
                <a:lnTo>
                  <a:pt x="3577243" y="153142"/>
                </a:lnTo>
                <a:lnTo>
                  <a:pt x="3577936" y="153101"/>
                </a:lnTo>
                <a:lnTo>
                  <a:pt x="3578620" y="153043"/>
                </a:lnTo>
                <a:lnTo>
                  <a:pt x="3579293" y="152969"/>
                </a:lnTo>
                <a:lnTo>
                  <a:pt x="3579957" y="152879"/>
                </a:lnTo>
                <a:lnTo>
                  <a:pt x="3580611" y="152772"/>
                </a:lnTo>
                <a:lnTo>
                  <a:pt x="3581254" y="152649"/>
                </a:lnTo>
                <a:close/>
                <a:moveTo>
                  <a:pt x="4733716" y="254900"/>
                </a:moveTo>
                <a:lnTo>
                  <a:pt x="4719177" y="254900"/>
                </a:lnTo>
                <a:lnTo>
                  <a:pt x="4719177" y="279753"/>
                </a:lnTo>
                <a:lnTo>
                  <a:pt x="4723065" y="301900"/>
                </a:lnTo>
                <a:lnTo>
                  <a:pt x="4729828" y="301900"/>
                </a:lnTo>
                <a:lnTo>
                  <a:pt x="4733716" y="279753"/>
                </a:lnTo>
                <a:lnTo>
                  <a:pt x="4733716" y="254900"/>
                </a:lnTo>
                <a:close/>
                <a:moveTo>
                  <a:pt x="4708525" y="254900"/>
                </a:moveTo>
                <a:lnTo>
                  <a:pt x="4693986" y="254900"/>
                </a:lnTo>
                <a:lnTo>
                  <a:pt x="4693986" y="279753"/>
                </a:lnTo>
                <a:lnTo>
                  <a:pt x="4697874" y="301900"/>
                </a:lnTo>
                <a:lnTo>
                  <a:pt x="4704637" y="301900"/>
                </a:lnTo>
                <a:lnTo>
                  <a:pt x="4708525" y="279753"/>
                </a:lnTo>
                <a:lnTo>
                  <a:pt x="4708525" y="254900"/>
                </a:lnTo>
                <a:close/>
                <a:moveTo>
                  <a:pt x="2893975" y="275407"/>
                </a:moveTo>
                <a:lnTo>
                  <a:pt x="2894008" y="274883"/>
                </a:lnTo>
                <a:lnTo>
                  <a:pt x="2894050" y="274369"/>
                </a:lnTo>
                <a:lnTo>
                  <a:pt x="2894102" y="273867"/>
                </a:lnTo>
                <a:lnTo>
                  <a:pt x="2894163" y="273376"/>
                </a:lnTo>
                <a:lnTo>
                  <a:pt x="2894233" y="272896"/>
                </a:lnTo>
                <a:lnTo>
                  <a:pt x="2894313" y="272427"/>
                </a:lnTo>
                <a:lnTo>
                  <a:pt x="2894403" y="271970"/>
                </a:lnTo>
                <a:lnTo>
                  <a:pt x="2894501" y="271523"/>
                </a:lnTo>
                <a:lnTo>
                  <a:pt x="2894609" y="271088"/>
                </a:lnTo>
                <a:lnTo>
                  <a:pt x="2894727" y="270664"/>
                </a:lnTo>
                <a:lnTo>
                  <a:pt x="2894853" y="270251"/>
                </a:lnTo>
                <a:lnTo>
                  <a:pt x="2894990" y="269849"/>
                </a:lnTo>
                <a:lnTo>
                  <a:pt x="2895135" y="269458"/>
                </a:lnTo>
                <a:lnTo>
                  <a:pt x="2895290" y="269079"/>
                </a:lnTo>
                <a:lnTo>
                  <a:pt x="2895455" y="268710"/>
                </a:lnTo>
                <a:lnTo>
                  <a:pt x="2895628" y="268353"/>
                </a:lnTo>
                <a:lnTo>
                  <a:pt x="2895812" y="268007"/>
                </a:lnTo>
                <a:lnTo>
                  <a:pt x="2896004" y="267672"/>
                </a:lnTo>
                <a:lnTo>
                  <a:pt x="2896206" y="267348"/>
                </a:lnTo>
                <a:lnTo>
                  <a:pt x="2896417" y="267036"/>
                </a:lnTo>
                <a:lnTo>
                  <a:pt x="2896638" y="266734"/>
                </a:lnTo>
                <a:lnTo>
                  <a:pt x="2896881" y="266442"/>
                </a:lnTo>
                <a:lnTo>
                  <a:pt x="2897130" y="266158"/>
                </a:lnTo>
                <a:lnTo>
                  <a:pt x="2897386" y="265881"/>
                </a:lnTo>
                <a:lnTo>
                  <a:pt x="2897648" y="265612"/>
                </a:lnTo>
                <a:lnTo>
                  <a:pt x="2897916" y="265351"/>
                </a:lnTo>
                <a:lnTo>
                  <a:pt x="2898191" y="265097"/>
                </a:lnTo>
                <a:lnTo>
                  <a:pt x="2898473" y="264850"/>
                </a:lnTo>
                <a:lnTo>
                  <a:pt x="2898761" y="264612"/>
                </a:lnTo>
                <a:lnTo>
                  <a:pt x="2899055" y="264381"/>
                </a:lnTo>
                <a:lnTo>
                  <a:pt x="2899356" y="264157"/>
                </a:lnTo>
                <a:lnTo>
                  <a:pt x="2899663" y="263942"/>
                </a:lnTo>
                <a:lnTo>
                  <a:pt x="2899977" y="263734"/>
                </a:lnTo>
                <a:lnTo>
                  <a:pt x="2900297" y="263533"/>
                </a:lnTo>
                <a:lnTo>
                  <a:pt x="2900624" y="263340"/>
                </a:lnTo>
                <a:lnTo>
                  <a:pt x="2900957" y="263155"/>
                </a:lnTo>
                <a:lnTo>
                  <a:pt x="2901297" y="262977"/>
                </a:lnTo>
                <a:lnTo>
                  <a:pt x="2901643" y="262808"/>
                </a:lnTo>
                <a:lnTo>
                  <a:pt x="2901995" y="262645"/>
                </a:lnTo>
                <a:lnTo>
                  <a:pt x="2902354" y="262491"/>
                </a:lnTo>
                <a:lnTo>
                  <a:pt x="2902720" y="262343"/>
                </a:lnTo>
                <a:lnTo>
                  <a:pt x="2903092" y="262204"/>
                </a:lnTo>
                <a:lnTo>
                  <a:pt x="2903470" y="262072"/>
                </a:lnTo>
                <a:lnTo>
                  <a:pt x="2903855" y="261948"/>
                </a:lnTo>
                <a:lnTo>
                  <a:pt x="2904246" y="261831"/>
                </a:lnTo>
                <a:lnTo>
                  <a:pt x="2904642" y="261707"/>
                </a:lnTo>
                <a:lnTo>
                  <a:pt x="2905040" y="261588"/>
                </a:lnTo>
                <a:lnTo>
                  <a:pt x="2905440" y="261475"/>
                </a:lnTo>
                <a:lnTo>
                  <a:pt x="2905843" y="261367"/>
                </a:lnTo>
                <a:lnTo>
                  <a:pt x="2906248" y="261263"/>
                </a:lnTo>
                <a:lnTo>
                  <a:pt x="2906655" y="261166"/>
                </a:lnTo>
                <a:lnTo>
                  <a:pt x="2907065" y="261073"/>
                </a:lnTo>
                <a:lnTo>
                  <a:pt x="2907477" y="260986"/>
                </a:lnTo>
                <a:lnTo>
                  <a:pt x="2907892" y="260904"/>
                </a:lnTo>
                <a:lnTo>
                  <a:pt x="2908308" y="260828"/>
                </a:lnTo>
                <a:lnTo>
                  <a:pt x="2908727" y="260756"/>
                </a:lnTo>
                <a:lnTo>
                  <a:pt x="2909149" y="260690"/>
                </a:lnTo>
                <a:lnTo>
                  <a:pt x="2909573" y="260630"/>
                </a:lnTo>
                <a:lnTo>
                  <a:pt x="2909999" y="260574"/>
                </a:lnTo>
                <a:lnTo>
                  <a:pt x="2910428" y="260524"/>
                </a:lnTo>
                <a:lnTo>
                  <a:pt x="2910858" y="260479"/>
                </a:lnTo>
                <a:lnTo>
                  <a:pt x="2911292" y="260439"/>
                </a:lnTo>
                <a:lnTo>
                  <a:pt x="2911727" y="260405"/>
                </a:lnTo>
                <a:lnTo>
                  <a:pt x="2912165" y="260376"/>
                </a:lnTo>
                <a:lnTo>
                  <a:pt x="2912605" y="260352"/>
                </a:lnTo>
                <a:lnTo>
                  <a:pt x="2913048" y="260334"/>
                </a:lnTo>
                <a:lnTo>
                  <a:pt x="2913493" y="260321"/>
                </a:lnTo>
                <a:lnTo>
                  <a:pt x="2913940" y="260313"/>
                </a:lnTo>
                <a:lnTo>
                  <a:pt x="2914390" y="260310"/>
                </a:lnTo>
                <a:lnTo>
                  <a:pt x="2914770" y="260312"/>
                </a:lnTo>
                <a:lnTo>
                  <a:pt x="2915147" y="260318"/>
                </a:lnTo>
                <a:lnTo>
                  <a:pt x="2915523" y="260329"/>
                </a:lnTo>
                <a:lnTo>
                  <a:pt x="2915898" y="260343"/>
                </a:lnTo>
                <a:lnTo>
                  <a:pt x="2916270" y="260361"/>
                </a:lnTo>
                <a:lnTo>
                  <a:pt x="2916641" y="260384"/>
                </a:lnTo>
                <a:lnTo>
                  <a:pt x="2917010" y="260411"/>
                </a:lnTo>
                <a:lnTo>
                  <a:pt x="2917377" y="260442"/>
                </a:lnTo>
                <a:lnTo>
                  <a:pt x="2917742" y="260476"/>
                </a:lnTo>
                <a:lnTo>
                  <a:pt x="2918106" y="260515"/>
                </a:lnTo>
                <a:lnTo>
                  <a:pt x="2918468" y="260559"/>
                </a:lnTo>
                <a:lnTo>
                  <a:pt x="2918828" y="260606"/>
                </a:lnTo>
                <a:lnTo>
                  <a:pt x="2919187" y="260657"/>
                </a:lnTo>
                <a:lnTo>
                  <a:pt x="2919543" y="260713"/>
                </a:lnTo>
                <a:lnTo>
                  <a:pt x="2919898" y="260772"/>
                </a:lnTo>
                <a:lnTo>
                  <a:pt x="2920251" y="260836"/>
                </a:lnTo>
                <a:lnTo>
                  <a:pt x="2920602" y="260904"/>
                </a:lnTo>
                <a:lnTo>
                  <a:pt x="2920952" y="260976"/>
                </a:lnTo>
                <a:lnTo>
                  <a:pt x="2921300" y="261052"/>
                </a:lnTo>
                <a:lnTo>
                  <a:pt x="2921646" y="261132"/>
                </a:lnTo>
                <a:lnTo>
                  <a:pt x="2921990" y="261216"/>
                </a:lnTo>
                <a:lnTo>
                  <a:pt x="2922333" y="261304"/>
                </a:lnTo>
                <a:lnTo>
                  <a:pt x="2922674" y="261397"/>
                </a:lnTo>
                <a:lnTo>
                  <a:pt x="2923013" y="261493"/>
                </a:lnTo>
                <a:lnTo>
                  <a:pt x="2923349" y="261579"/>
                </a:lnTo>
                <a:lnTo>
                  <a:pt x="2923684" y="261665"/>
                </a:lnTo>
                <a:lnTo>
                  <a:pt x="2924016" y="261752"/>
                </a:lnTo>
                <a:lnTo>
                  <a:pt x="2924346" y="261841"/>
                </a:lnTo>
                <a:lnTo>
                  <a:pt x="2924674" y="261931"/>
                </a:lnTo>
                <a:lnTo>
                  <a:pt x="2924999" y="262022"/>
                </a:lnTo>
                <a:lnTo>
                  <a:pt x="2925322" y="262114"/>
                </a:lnTo>
                <a:lnTo>
                  <a:pt x="2925642" y="262207"/>
                </a:lnTo>
                <a:lnTo>
                  <a:pt x="2925961" y="262302"/>
                </a:lnTo>
                <a:lnTo>
                  <a:pt x="2926276" y="262397"/>
                </a:lnTo>
                <a:lnTo>
                  <a:pt x="2926590" y="262494"/>
                </a:lnTo>
                <a:lnTo>
                  <a:pt x="2926901" y="262592"/>
                </a:lnTo>
                <a:lnTo>
                  <a:pt x="2927210" y="262692"/>
                </a:lnTo>
                <a:lnTo>
                  <a:pt x="2927516" y="262792"/>
                </a:lnTo>
                <a:lnTo>
                  <a:pt x="2927820" y="262893"/>
                </a:lnTo>
                <a:lnTo>
                  <a:pt x="2928122" y="262996"/>
                </a:lnTo>
                <a:lnTo>
                  <a:pt x="2928421" y="263100"/>
                </a:lnTo>
                <a:lnTo>
                  <a:pt x="2928718" y="263205"/>
                </a:lnTo>
                <a:lnTo>
                  <a:pt x="2929013" y="263311"/>
                </a:lnTo>
                <a:lnTo>
                  <a:pt x="2929305" y="263419"/>
                </a:lnTo>
                <a:lnTo>
                  <a:pt x="2929595" y="263527"/>
                </a:lnTo>
                <a:lnTo>
                  <a:pt x="2929883" y="263637"/>
                </a:lnTo>
                <a:lnTo>
                  <a:pt x="2930168" y="263748"/>
                </a:lnTo>
                <a:lnTo>
                  <a:pt x="2930451" y="263860"/>
                </a:lnTo>
                <a:lnTo>
                  <a:pt x="2930451" y="251856"/>
                </a:lnTo>
                <a:lnTo>
                  <a:pt x="2930138" y="251703"/>
                </a:lnTo>
                <a:lnTo>
                  <a:pt x="2929817" y="251552"/>
                </a:lnTo>
                <a:lnTo>
                  <a:pt x="2929490" y="251405"/>
                </a:lnTo>
                <a:lnTo>
                  <a:pt x="2929155" y="251260"/>
                </a:lnTo>
                <a:lnTo>
                  <a:pt x="2928814" y="251118"/>
                </a:lnTo>
                <a:lnTo>
                  <a:pt x="2928465" y="250980"/>
                </a:lnTo>
                <a:lnTo>
                  <a:pt x="2928109" y="250844"/>
                </a:lnTo>
                <a:lnTo>
                  <a:pt x="2927746" y="250711"/>
                </a:lnTo>
                <a:lnTo>
                  <a:pt x="2927377" y="250581"/>
                </a:lnTo>
                <a:lnTo>
                  <a:pt x="2927000" y="250454"/>
                </a:lnTo>
                <a:lnTo>
                  <a:pt x="2926616" y="250329"/>
                </a:lnTo>
                <a:lnTo>
                  <a:pt x="2926225" y="250208"/>
                </a:lnTo>
                <a:lnTo>
                  <a:pt x="2925827" y="250090"/>
                </a:lnTo>
                <a:lnTo>
                  <a:pt x="2925422" y="249975"/>
                </a:lnTo>
                <a:lnTo>
                  <a:pt x="2925010" y="249862"/>
                </a:lnTo>
                <a:lnTo>
                  <a:pt x="2924590" y="249753"/>
                </a:lnTo>
                <a:lnTo>
                  <a:pt x="2924164" y="249646"/>
                </a:lnTo>
                <a:lnTo>
                  <a:pt x="2923731" y="249542"/>
                </a:lnTo>
                <a:lnTo>
                  <a:pt x="2923291" y="249442"/>
                </a:lnTo>
                <a:lnTo>
                  <a:pt x="2922843" y="249344"/>
                </a:lnTo>
                <a:lnTo>
                  <a:pt x="2922389" y="249249"/>
                </a:lnTo>
                <a:lnTo>
                  <a:pt x="2921928" y="249157"/>
                </a:lnTo>
                <a:lnTo>
                  <a:pt x="2921459" y="249068"/>
                </a:lnTo>
                <a:lnTo>
                  <a:pt x="2920984" y="248982"/>
                </a:lnTo>
                <a:lnTo>
                  <a:pt x="2920506" y="248886"/>
                </a:lnTo>
                <a:lnTo>
                  <a:pt x="2920030" y="248793"/>
                </a:lnTo>
                <a:lnTo>
                  <a:pt x="2919557" y="248705"/>
                </a:lnTo>
                <a:lnTo>
                  <a:pt x="2919086" y="248621"/>
                </a:lnTo>
                <a:lnTo>
                  <a:pt x="2918618" y="248541"/>
                </a:lnTo>
                <a:lnTo>
                  <a:pt x="2918152" y="248465"/>
                </a:lnTo>
                <a:lnTo>
                  <a:pt x="2917688" y="248393"/>
                </a:lnTo>
                <a:lnTo>
                  <a:pt x="2917227" y="248325"/>
                </a:lnTo>
                <a:lnTo>
                  <a:pt x="2916768" y="248261"/>
                </a:lnTo>
                <a:lnTo>
                  <a:pt x="2916311" y="248202"/>
                </a:lnTo>
                <a:lnTo>
                  <a:pt x="2915856" y="248146"/>
                </a:lnTo>
                <a:lnTo>
                  <a:pt x="2915404" y="248095"/>
                </a:lnTo>
                <a:lnTo>
                  <a:pt x="2914955" y="248048"/>
                </a:lnTo>
                <a:lnTo>
                  <a:pt x="2914507" y="248005"/>
                </a:lnTo>
                <a:lnTo>
                  <a:pt x="2914063" y="247965"/>
                </a:lnTo>
                <a:lnTo>
                  <a:pt x="2913620" y="247931"/>
                </a:lnTo>
                <a:lnTo>
                  <a:pt x="2913180" y="247900"/>
                </a:lnTo>
                <a:lnTo>
                  <a:pt x="2912742" y="247873"/>
                </a:lnTo>
                <a:lnTo>
                  <a:pt x="2912306" y="247850"/>
                </a:lnTo>
                <a:lnTo>
                  <a:pt x="2911873" y="247832"/>
                </a:lnTo>
                <a:lnTo>
                  <a:pt x="2911442" y="247818"/>
                </a:lnTo>
                <a:lnTo>
                  <a:pt x="2911013" y="247807"/>
                </a:lnTo>
                <a:lnTo>
                  <a:pt x="2910587" y="247801"/>
                </a:lnTo>
                <a:lnTo>
                  <a:pt x="2910163" y="247799"/>
                </a:lnTo>
                <a:lnTo>
                  <a:pt x="2909391" y="247804"/>
                </a:lnTo>
                <a:lnTo>
                  <a:pt x="2908625" y="247820"/>
                </a:lnTo>
                <a:lnTo>
                  <a:pt x="2907865" y="247847"/>
                </a:lnTo>
                <a:lnTo>
                  <a:pt x="2907111" y="247884"/>
                </a:lnTo>
                <a:lnTo>
                  <a:pt x="2906362" y="247931"/>
                </a:lnTo>
                <a:lnTo>
                  <a:pt x="2905620" y="247989"/>
                </a:lnTo>
                <a:lnTo>
                  <a:pt x="2904883" y="248058"/>
                </a:lnTo>
                <a:lnTo>
                  <a:pt x="2904152" y="248137"/>
                </a:lnTo>
                <a:lnTo>
                  <a:pt x="2903427" y="248227"/>
                </a:lnTo>
                <a:lnTo>
                  <a:pt x="2902708" y="248327"/>
                </a:lnTo>
                <a:lnTo>
                  <a:pt x="2901995" y="248438"/>
                </a:lnTo>
                <a:lnTo>
                  <a:pt x="2901287" y="248560"/>
                </a:lnTo>
                <a:lnTo>
                  <a:pt x="2900586" y="248692"/>
                </a:lnTo>
                <a:lnTo>
                  <a:pt x="2899890" y="248835"/>
                </a:lnTo>
                <a:lnTo>
                  <a:pt x="2899200" y="248988"/>
                </a:lnTo>
                <a:lnTo>
                  <a:pt x="2898516" y="249152"/>
                </a:lnTo>
                <a:lnTo>
                  <a:pt x="2897838" y="249326"/>
                </a:lnTo>
                <a:lnTo>
                  <a:pt x="2897166" y="249511"/>
                </a:lnTo>
                <a:lnTo>
                  <a:pt x="2896500" y="249706"/>
                </a:lnTo>
                <a:lnTo>
                  <a:pt x="2895840" y="249912"/>
                </a:lnTo>
                <a:lnTo>
                  <a:pt x="2895185" y="250129"/>
                </a:lnTo>
                <a:lnTo>
                  <a:pt x="2894536" y="250356"/>
                </a:lnTo>
                <a:lnTo>
                  <a:pt x="2893894" y="250594"/>
                </a:lnTo>
                <a:lnTo>
                  <a:pt x="2893257" y="250842"/>
                </a:lnTo>
                <a:lnTo>
                  <a:pt x="2892628" y="251101"/>
                </a:lnTo>
                <a:lnTo>
                  <a:pt x="2892011" y="251371"/>
                </a:lnTo>
                <a:lnTo>
                  <a:pt x="2891405" y="251651"/>
                </a:lnTo>
                <a:lnTo>
                  <a:pt x="2890810" y="251941"/>
                </a:lnTo>
                <a:lnTo>
                  <a:pt x="2890226" y="252242"/>
                </a:lnTo>
                <a:lnTo>
                  <a:pt x="2889653" y="252554"/>
                </a:lnTo>
                <a:lnTo>
                  <a:pt x="2889092" y="252876"/>
                </a:lnTo>
                <a:lnTo>
                  <a:pt x="2888542" y="253209"/>
                </a:lnTo>
                <a:lnTo>
                  <a:pt x="2888002" y="253553"/>
                </a:lnTo>
                <a:lnTo>
                  <a:pt x="2887474" y="253907"/>
                </a:lnTo>
                <a:lnTo>
                  <a:pt x="2886957" y="254271"/>
                </a:lnTo>
                <a:lnTo>
                  <a:pt x="2886452" y="254646"/>
                </a:lnTo>
                <a:lnTo>
                  <a:pt x="2885957" y="255032"/>
                </a:lnTo>
                <a:lnTo>
                  <a:pt x="2885474" y="255428"/>
                </a:lnTo>
                <a:lnTo>
                  <a:pt x="2885001" y="255835"/>
                </a:lnTo>
                <a:lnTo>
                  <a:pt x="2884540" y="256252"/>
                </a:lnTo>
                <a:lnTo>
                  <a:pt x="2884090" y="256680"/>
                </a:lnTo>
                <a:lnTo>
                  <a:pt x="2883652" y="257119"/>
                </a:lnTo>
                <a:lnTo>
                  <a:pt x="2883224" y="257568"/>
                </a:lnTo>
                <a:lnTo>
                  <a:pt x="2882807" y="258028"/>
                </a:lnTo>
                <a:lnTo>
                  <a:pt x="2882402" y="258498"/>
                </a:lnTo>
                <a:lnTo>
                  <a:pt x="2882008" y="258979"/>
                </a:lnTo>
                <a:lnTo>
                  <a:pt x="2881625" y="259470"/>
                </a:lnTo>
                <a:lnTo>
                  <a:pt x="2881253" y="259972"/>
                </a:lnTo>
                <a:lnTo>
                  <a:pt x="2880894" y="260485"/>
                </a:lnTo>
                <a:lnTo>
                  <a:pt x="2880551" y="261010"/>
                </a:lnTo>
                <a:lnTo>
                  <a:pt x="2880223" y="261546"/>
                </a:lnTo>
                <a:lnTo>
                  <a:pt x="2879910" y="262095"/>
                </a:lnTo>
                <a:lnTo>
                  <a:pt x="2879612" y="262655"/>
                </a:lnTo>
                <a:lnTo>
                  <a:pt x="2879330" y="263226"/>
                </a:lnTo>
                <a:lnTo>
                  <a:pt x="2879063" y="263810"/>
                </a:lnTo>
                <a:lnTo>
                  <a:pt x="2878811" y="264405"/>
                </a:lnTo>
                <a:lnTo>
                  <a:pt x="2878574" y="265012"/>
                </a:lnTo>
                <a:lnTo>
                  <a:pt x="2878353" y="265631"/>
                </a:lnTo>
                <a:lnTo>
                  <a:pt x="2878147" y="266261"/>
                </a:lnTo>
                <a:lnTo>
                  <a:pt x="2877956" y="266904"/>
                </a:lnTo>
                <a:lnTo>
                  <a:pt x="2877781" y="267558"/>
                </a:lnTo>
                <a:lnTo>
                  <a:pt x="2877620" y="268223"/>
                </a:lnTo>
                <a:lnTo>
                  <a:pt x="2877475" y="268901"/>
                </a:lnTo>
                <a:lnTo>
                  <a:pt x="2877345" y="269590"/>
                </a:lnTo>
                <a:lnTo>
                  <a:pt x="2877231" y="270291"/>
                </a:lnTo>
                <a:lnTo>
                  <a:pt x="2877132" y="271003"/>
                </a:lnTo>
                <a:lnTo>
                  <a:pt x="2877048" y="271728"/>
                </a:lnTo>
                <a:lnTo>
                  <a:pt x="2876979" y="272464"/>
                </a:lnTo>
                <a:lnTo>
                  <a:pt x="2876926" y="273212"/>
                </a:lnTo>
                <a:lnTo>
                  <a:pt x="2876888" y="273971"/>
                </a:lnTo>
                <a:lnTo>
                  <a:pt x="2876865" y="274743"/>
                </a:lnTo>
                <a:lnTo>
                  <a:pt x="2876857" y="275526"/>
                </a:lnTo>
                <a:lnTo>
                  <a:pt x="2876857" y="284487"/>
                </a:lnTo>
                <a:lnTo>
                  <a:pt x="2852681" y="284487"/>
                </a:lnTo>
                <a:lnTo>
                  <a:pt x="2852681" y="297674"/>
                </a:lnTo>
                <a:lnTo>
                  <a:pt x="2876857" y="297674"/>
                </a:lnTo>
                <a:lnTo>
                  <a:pt x="2876857" y="357862"/>
                </a:lnTo>
                <a:lnTo>
                  <a:pt x="2852511" y="357862"/>
                </a:lnTo>
                <a:lnTo>
                  <a:pt x="2852511" y="370880"/>
                </a:lnTo>
                <a:lnTo>
                  <a:pt x="2876857" y="370880"/>
                </a:lnTo>
                <a:lnTo>
                  <a:pt x="2893933" y="370880"/>
                </a:lnTo>
                <a:lnTo>
                  <a:pt x="2929268" y="370880"/>
                </a:lnTo>
                <a:lnTo>
                  <a:pt x="2929268" y="357862"/>
                </a:lnTo>
                <a:lnTo>
                  <a:pt x="2893933" y="357862"/>
                </a:lnTo>
                <a:lnTo>
                  <a:pt x="2893933" y="297674"/>
                </a:lnTo>
                <a:lnTo>
                  <a:pt x="2928253" y="297674"/>
                </a:lnTo>
                <a:lnTo>
                  <a:pt x="2928253" y="284487"/>
                </a:lnTo>
                <a:lnTo>
                  <a:pt x="2893933" y="284487"/>
                </a:lnTo>
                <a:lnTo>
                  <a:pt x="2893933" y="277048"/>
                </a:lnTo>
                <a:lnTo>
                  <a:pt x="2893938" y="276490"/>
                </a:lnTo>
                <a:lnTo>
                  <a:pt x="2893952" y="275943"/>
                </a:lnTo>
                <a:lnTo>
                  <a:pt x="2893975" y="275407"/>
                </a:lnTo>
                <a:close/>
                <a:moveTo>
                  <a:pt x="4024731" y="372380"/>
                </a:moveTo>
                <a:lnTo>
                  <a:pt x="4025252" y="372336"/>
                </a:lnTo>
                <a:lnTo>
                  <a:pt x="4025773" y="372286"/>
                </a:lnTo>
                <a:lnTo>
                  <a:pt x="4026294" y="372232"/>
                </a:lnTo>
                <a:lnTo>
                  <a:pt x="4026816" y="372174"/>
                </a:lnTo>
                <a:lnTo>
                  <a:pt x="4027337" y="372110"/>
                </a:lnTo>
                <a:lnTo>
                  <a:pt x="4027858" y="372042"/>
                </a:lnTo>
                <a:lnTo>
                  <a:pt x="4028380" y="371969"/>
                </a:lnTo>
                <a:lnTo>
                  <a:pt x="4028901" y="371892"/>
                </a:lnTo>
                <a:lnTo>
                  <a:pt x="4029422" y="371810"/>
                </a:lnTo>
                <a:lnTo>
                  <a:pt x="4029943" y="371723"/>
                </a:lnTo>
                <a:lnTo>
                  <a:pt x="4030465" y="371631"/>
                </a:lnTo>
                <a:lnTo>
                  <a:pt x="4030986" y="371535"/>
                </a:lnTo>
                <a:lnTo>
                  <a:pt x="4031507" y="371434"/>
                </a:lnTo>
                <a:lnTo>
                  <a:pt x="4032029" y="371328"/>
                </a:lnTo>
                <a:lnTo>
                  <a:pt x="4032550" y="371218"/>
                </a:lnTo>
                <a:lnTo>
                  <a:pt x="4033067" y="371117"/>
                </a:lnTo>
                <a:lnTo>
                  <a:pt x="4033577" y="371012"/>
                </a:lnTo>
                <a:lnTo>
                  <a:pt x="4034079" y="370904"/>
                </a:lnTo>
                <a:lnTo>
                  <a:pt x="4034574" y="370791"/>
                </a:lnTo>
                <a:lnTo>
                  <a:pt x="4035061" y="370674"/>
                </a:lnTo>
                <a:lnTo>
                  <a:pt x="4035540" y="370552"/>
                </a:lnTo>
                <a:lnTo>
                  <a:pt x="4036012" y="370427"/>
                </a:lnTo>
                <a:lnTo>
                  <a:pt x="4036476" y="370298"/>
                </a:lnTo>
                <a:lnTo>
                  <a:pt x="4036932" y="370164"/>
                </a:lnTo>
                <a:lnTo>
                  <a:pt x="4037381" y="370026"/>
                </a:lnTo>
                <a:lnTo>
                  <a:pt x="4037822" y="369885"/>
                </a:lnTo>
                <a:lnTo>
                  <a:pt x="4038256" y="369739"/>
                </a:lnTo>
                <a:lnTo>
                  <a:pt x="4038682" y="369589"/>
                </a:lnTo>
                <a:lnTo>
                  <a:pt x="4039100" y="369435"/>
                </a:lnTo>
                <a:lnTo>
                  <a:pt x="4039511" y="369276"/>
                </a:lnTo>
                <a:lnTo>
                  <a:pt x="4039914" y="369114"/>
                </a:lnTo>
                <a:lnTo>
                  <a:pt x="4040309" y="368948"/>
                </a:lnTo>
                <a:lnTo>
                  <a:pt x="4040697" y="368777"/>
                </a:lnTo>
                <a:lnTo>
                  <a:pt x="4041077" y="368603"/>
                </a:lnTo>
                <a:lnTo>
                  <a:pt x="4041449" y="368424"/>
                </a:lnTo>
                <a:lnTo>
                  <a:pt x="4041814" y="368241"/>
                </a:lnTo>
                <a:lnTo>
                  <a:pt x="4042172" y="368054"/>
                </a:lnTo>
                <a:lnTo>
                  <a:pt x="4042521" y="367863"/>
                </a:lnTo>
                <a:lnTo>
                  <a:pt x="4042863" y="367668"/>
                </a:lnTo>
                <a:lnTo>
                  <a:pt x="4042863" y="354649"/>
                </a:lnTo>
                <a:lnTo>
                  <a:pt x="4042565" y="354790"/>
                </a:lnTo>
                <a:lnTo>
                  <a:pt x="4042263" y="354930"/>
                </a:lnTo>
                <a:lnTo>
                  <a:pt x="4041957" y="355069"/>
                </a:lnTo>
                <a:lnTo>
                  <a:pt x="4041647" y="355208"/>
                </a:lnTo>
                <a:lnTo>
                  <a:pt x="4041332" y="355346"/>
                </a:lnTo>
                <a:lnTo>
                  <a:pt x="4041014" y="355484"/>
                </a:lnTo>
                <a:lnTo>
                  <a:pt x="4040691" y="355621"/>
                </a:lnTo>
                <a:lnTo>
                  <a:pt x="4040365" y="355758"/>
                </a:lnTo>
                <a:lnTo>
                  <a:pt x="4040034" y="355894"/>
                </a:lnTo>
                <a:lnTo>
                  <a:pt x="4039699" y="356029"/>
                </a:lnTo>
                <a:lnTo>
                  <a:pt x="4039360" y="356164"/>
                </a:lnTo>
                <a:lnTo>
                  <a:pt x="4039017" y="356298"/>
                </a:lnTo>
                <a:lnTo>
                  <a:pt x="4038669" y="356431"/>
                </a:lnTo>
                <a:lnTo>
                  <a:pt x="4038318" y="356564"/>
                </a:lnTo>
                <a:lnTo>
                  <a:pt x="4037963" y="356697"/>
                </a:lnTo>
                <a:lnTo>
                  <a:pt x="4037603" y="356828"/>
                </a:lnTo>
                <a:lnTo>
                  <a:pt x="4037239" y="356960"/>
                </a:lnTo>
                <a:lnTo>
                  <a:pt x="4036872" y="357090"/>
                </a:lnTo>
                <a:lnTo>
                  <a:pt x="4036500" y="357220"/>
                </a:lnTo>
                <a:lnTo>
                  <a:pt x="4036124" y="357350"/>
                </a:lnTo>
                <a:lnTo>
                  <a:pt x="4035744" y="357479"/>
                </a:lnTo>
                <a:lnTo>
                  <a:pt x="4035360" y="357607"/>
                </a:lnTo>
                <a:lnTo>
                  <a:pt x="4034971" y="357735"/>
                </a:lnTo>
                <a:lnTo>
                  <a:pt x="4034579" y="357862"/>
                </a:lnTo>
                <a:lnTo>
                  <a:pt x="4034197" y="357972"/>
                </a:lnTo>
                <a:lnTo>
                  <a:pt x="4033812" y="358078"/>
                </a:lnTo>
                <a:lnTo>
                  <a:pt x="4033424" y="358179"/>
                </a:lnTo>
                <a:lnTo>
                  <a:pt x="4033034" y="358275"/>
                </a:lnTo>
                <a:lnTo>
                  <a:pt x="4032640" y="358366"/>
                </a:lnTo>
                <a:lnTo>
                  <a:pt x="4032244" y="358453"/>
                </a:lnTo>
                <a:lnTo>
                  <a:pt x="4031844" y="358536"/>
                </a:lnTo>
                <a:lnTo>
                  <a:pt x="4031442" y="358613"/>
                </a:lnTo>
                <a:lnTo>
                  <a:pt x="4031036" y="358686"/>
                </a:lnTo>
                <a:lnTo>
                  <a:pt x="4030628" y="358754"/>
                </a:lnTo>
                <a:lnTo>
                  <a:pt x="4030217" y="358817"/>
                </a:lnTo>
                <a:lnTo>
                  <a:pt x="4029803" y="358876"/>
                </a:lnTo>
                <a:lnTo>
                  <a:pt x="4029386" y="358930"/>
                </a:lnTo>
                <a:lnTo>
                  <a:pt x="4028966" y="358979"/>
                </a:lnTo>
                <a:lnTo>
                  <a:pt x="4028543" y="359024"/>
                </a:lnTo>
                <a:lnTo>
                  <a:pt x="4028117" y="359064"/>
                </a:lnTo>
                <a:lnTo>
                  <a:pt x="4027688" y="359099"/>
                </a:lnTo>
                <a:lnTo>
                  <a:pt x="4027256" y="359130"/>
                </a:lnTo>
                <a:lnTo>
                  <a:pt x="4026821" y="359155"/>
                </a:lnTo>
                <a:lnTo>
                  <a:pt x="4026384" y="359177"/>
                </a:lnTo>
                <a:lnTo>
                  <a:pt x="4025943" y="359193"/>
                </a:lnTo>
                <a:lnTo>
                  <a:pt x="4025500" y="359205"/>
                </a:lnTo>
                <a:lnTo>
                  <a:pt x="4025053" y="359212"/>
                </a:lnTo>
                <a:lnTo>
                  <a:pt x="4024604" y="359214"/>
                </a:lnTo>
                <a:lnTo>
                  <a:pt x="4024030" y="359211"/>
                </a:lnTo>
                <a:lnTo>
                  <a:pt x="4023465" y="359202"/>
                </a:lnTo>
                <a:lnTo>
                  <a:pt x="4022908" y="359188"/>
                </a:lnTo>
                <a:lnTo>
                  <a:pt x="4022359" y="359167"/>
                </a:lnTo>
                <a:lnTo>
                  <a:pt x="4021818" y="359141"/>
                </a:lnTo>
                <a:lnTo>
                  <a:pt x="4021286" y="359108"/>
                </a:lnTo>
                <a:lnTo>
                  <a:pt x="4020762" y="359070"/>
                </a:lnTo>
                <a:lnTo>
                  <a:pt x="4020246" y="359026"/>
                </a:lnTo>
                <a:lnTo>
                  <a:pt x="4019738" y="358976"/>
                </a:lnTo>
                <a:lnTo>
                  <a:pt x="4019238" y="358921"/>
                </a:lnTo>
                <a:lnTo>
                  <a:pt x="4018747" y="358859"/>
                </a:lnTo>
                <a:lnTo>
                  <a:pt x="4018264" y="358791"/>
                </a:lnTo>
                <a:lnTo>
                  <a:pt x="4017789" y="358718"/>
                </a:lnTo>
                <a:lnTo>
                  <a:pt x="4017322" y="358639"/>
                </a:lnTo>
                <a:lnTo>
                  <a:pt x="4016864" y="358554"/>
                </a:lnTo>
                <a:lnTo>
                  <a:pt x="4016413" y="358463"/>
                </a:lnTo>
                <a:lnTo>
                  <a:pt x="4015971" y="358366"/>
                </a:lnTo>
                <a:lnTo>
                  <a:pt x="4015537" y="358263"/>
                </a:lnTo>
                <a:lnTo>
                  <a:pt x="4015112" y="358155"/>
                </a:lnTo>
                <a:lnTo>
                  <a:pt x="4014694" y="358040"/>
                </a:lnTo>
                <a:lnTo>
                  <a:pt x="4014285" y="357920"/>
                </a:lnTo>
                <a:lnTo>
                  <a:pt x="4013884" y="357794"/>
                </a:lnTo>
                <a:lnTo>
                  <a:pt x="4013492" y="357661"/>
                </a:lnTo>
                <a:lnTo>
                  <a:pt x="4013107" y="357523"/>
                </a:lnTo>
                <a:lnTo>
                  <a:pt x="4012731" y="357379"/>
                </a:lnTo>
                <a:lnTo>
                  <a:pt x="4012362" y="357228"/>
                </a:lnTo>
                <a:lnTo>
                  <a:pt x="4012000" y="357069"/>
                </a:lnTo>
                <a:lnTo>
                  <a:pt x="4011647" y="356904"/>
                </a:lnTo>
                <a:lnTo>
                  <a:pt x="4011300" y="356731"/>
                </a:lnTo>
                <a:lnTo>
                  <a:pt x="4010962" y="356551"/>
                </a:lnTo>
                <a:lnTo>
                  <a:pt x="4010631" y="356365"/>
                </a:lnTo>
                <a:lnTo>
                  <a:pt x="4010308" y="356171"/>
                </a:lnTo>
                <a:lnTo>
                  <a:pt x="4009993" y="355970"/>
                </a:lnTo>
                <a:lnTo>
                  <a:pt x="4009685" y="355762"/>
                </a:lnTo>
                <a:lnTo>
                  <a:pt x="4009384" y="355548"/>
                </a:lnTo>
                <a:lnTo>
                  <a:pt x="4009092" y="355326"/>
                </a:lnTo>
                <a:lnTo>
                  <a:pt x="4008807" y="355097"/>
                </a:lnTo>
                <a:lnTo>
                  <a:pt x="4008529" y="354861"/>
                </a:lnTo>
                <a:lnTo>
                  <a:pt x="4008260" y="354618"/>
                </a:lnTo>
                <a:lnTo>
                  <a:pt x="4007998" y="354368"/>
                </a:lnTo>
                <a:lnTo>
                  <a:pt x="4007743" y="354111"/>
                </a:lnTo>
                <a:lnTo>
                  <a:pt x="4007496" y="353846"/>
                </a:lnTo>
                <a:lnTo>
                  <a:pt x="4007257" y="353575"/>
                </a:lnTo>
                <a:lnTo>
                  <a:pt x="4007025" y="353297"/>
                </a:lnTo>
                <a:lnTo>
                  <a:pt x="4006801" y="353012"/>
                </a:lnTo>
                <a:lnTo>
                  <a:pt x="4006585" y="352719"/>
                </a:lnTo>
                <a:lnTo>
                  <a:pt x="4006376" y="352420"/>
                </a:lnTo>
                <a:lnTo>
                  <a:pt x="4006175" y="352113"/>
                </a:lnTo>
                <a:lnTo>
                  <a:pt x="4005982" y="351800"/>
                </a:lnTo>
                <a:lnTo>
                  <a:pt x="4005797" y="351479"/>
                </a:lnTo>
                <a:lnTo>
                  <a:pt x="4005621" y="351152"/>
                </a:lnTo>
                <a:lnTo>
                  <a:pt x="4005452" y="350817"/>
                </a:lnTo>
                <a:lnTo>
                  <a:pt x="4005292" y="350475"/>
                </a:lnTo>
                <a:lnTo>
                  <a:pt x="4005140" y="350127"/>
                </a:lnTo>
                <a:lnTo>
                  <a:pt x="4004996" y="349771"/>
                </a:lnTo>
                <a:lnTo>
                  <a:pt x="4004860" y="349408"/>
                </a:lnTo>
                <a:lnTo>
                  <a:pt x="4004733" y="349038"/>
                </a:lnTo>
                <a:lnTo>
                  <a:pt x="4004614" y="348662"/>
                </a:lnTo>
                <a:lnTo>
                  <a:pt x="4004503" y="348278"/>
                </a:lnTo>
                <a:lnTo>
                  <a:pt x="4004400" y="347887"/>
                </a:lnTo>
                <a:lnTo>
                  <a:pt x="4004306" y="347489"/>
                </a:lnTo>
                <a:lnTo>
                  <a:pt x="4004219" y="347084"/>
                </a:lnTo>
                <a:lnTo>
                  <a:pt x="4004141" y="346672"/>
                </a:lnTo>
                <a:lnTo>
                  <a:pt x="4004072" y="346252"/>
                </a:lnTo>
                <a:lnTo>
                  <a:pt x="4004010" y="345826"/>
                </a:lnTo>
                <a:lnTo>
                  <a:pt x="4003957" y="345393"/>
                </a:lnTo>
                <a:lnTo>
                  <a:pt x="4003911" y="344953"/>
                </a:lnTo>
                <a:lnTo>
                  <a:pt x="4003874" y="344505"/>
                </a:lnTo>
                <a:lnTo>
                  <a:pt x="4003846" y="344051"/>
                </a:lnTo>
                <a:lnTo>
                  <a:pt x="4003825" y="343590"/>
                </a:lnTo>
                <a:lnTo>
                  <a:pt x="4003813" y="343121"/>
                </a:lnTo>
                <a:lnTo>
                  <a:pt x="4003809" y="342646"/>
                </a:lnTo>
                <a:lnTo>
                  <a:pt x="4003809" y="297674"/>
                </a:lnTo>
                <a:lnTo>
                  <a:pt x="4042863" y="297674"/>
                </a:lnTo>
                <a:lnTo>
                  <a:pt x="4042863" y="284487"/>
                </a:lnTo>
                <a:lnTo>
                  <a:pt x="4003809" y="284487"/>
                </a:lnTo>
                <a:lnTo>
                  <a:pt x="4003809" y="256929"/>
                </a:lnTo>
                <a:lnTo>
                  <a:pt x="3993326" y="256929"/>
                </a:lnTo>
                <a:lnTo>
                  <a:pt x="3987409" y="284487"/>
                </a:lnTo>
                <a:lnTo>
                  <a:pt x="3961880" y="284487"/>
                </a:lnTo>
                <a:lnTo>
                  <a:pt x="3961880" y="297674"/>
                </a:lnTo>
                <a:lnTo>
                  <a:pt x="3986902" y="297674"/>
                </a:lnTo>
                <a:lnTo>
                  <a:pt x="3986902" y="343998"/>
                </a:lnTo>
                <a:lnTo>
                  <a:pt x="3986917" y="345252"/>
                </a:lnTo>
                <a:lnTo>
                  <a:pt x="3986964" y="346476"/>
                </a:lnTo>
                <a:lnTo>
                  <a:pt x="3987042" y="347670"/>
                </a:lnTo>
                <a:lnTo>
                  <a:pt x="3987151" y="348836"/>
                </a:lnTo>
                <a:lnTo>
                  <a:pt x="3987291" y="349971"/>
                </a:lnTo>
                <a:lnTo>
                  <a:pt x="3987462" y="351078"/>
                </a:lnTo>
                <a:lnTo>
                  <a:pt x="3987664" y="352155"/>
                </a:lnTo>
                <a:lnTo>
                  <a:pt x="3987897" y="353203"/>
                </a:lnTo>
                <a:lnTo>
                  <a:pt x="3988162" y="354222"/>
                </a:lnTo>
                <a:lnTo>
                  <a:pt x="3988458" y="355211"/>
                </a:lnTo>
                <a:lnTo>
                  <a:pt x="3988784" y="356171"/>
                </a:lnTo>
                <a:lnTo>
                  <a:pt x="3989142" y="357101"/>
                </a:lnTo>
                <a:lnTo>
                  <a:pt x="3989531" y="358002"/>
                </a:lnTo>
                <a:lnTo>
                  <a:pt x="3989951" y="358874"/>
                </a:lnTo>
                <a:lnTo>
                  <a:pt x="3990402" y="359716"/>
                </a:lnTo>
                <a:lnTo>
                  <a:pt x="3990884" y="360529"/>
                </a:lnTo>
                <a:lnTo>
                  <a:pt x="3991398" y="361313"/>
                </a:lnTo>
                <a:lnTo>
                  <a:pt x="3991942" y="362067"/>
                </a:lnTo>
                <a:lnTo>
                  <a:pt x="3992518" y="362792"/>
                </a:lnTo>
                <a:lnTo>
                  <a:pt x="3993124" y="363488"/>
                </a:lnTo>
                <a:lnTo>
                  <a:pt x="3993762" y="364154"/>
                </a:lnTo>
                <a:lnTo>
                  <a:pt x="3994431" y="364791"/>
                </a:lnTo>
                <a:lnTo>
                  <a:pt x="3995131" y="365399"/>
                </a:lnTo>
                <a:lnTo>
                  <a:pt x="3995862" y="365977"/>
                </a:lnTo>
                <a:lnTo>
                  <a:pt x="3996620" y="366515"/>
                </a:lnTo>
                <a:lnTo>
                  <a:pt x="3997399" y="367030"/>
                </a:lnTo>
                <a:lnTo>
                  <a:pt x="3998200" y="367522"/>
                </a:lnTo>
                <a:lnTo>
                  <a:pt x="3999023" y="367992"/>
                </a:lnTo>
                <a:lnTo>
                  <a:pt x="3999867" y="368438"/>
                </a:lnTo>
                <a:lnTo>
                  <a:pt x="4000734" y="368862"/>
                </a:lnTo>
                <a:lnTo>
                  <a:pt x="4001622" y="369262"/>
                </a:lnTo>
                <a:lnTo>
                  <a:pt x="4002531" y="369640"/>
                </a:lnTo>
                <a:lnTo>
                  <a:pt x="4003462" y="369995"/>
                </a:lnTo>
                <a:lnTo>
                  <a:pt x="4004415" y="370327"/>
                </a:lnTo>
                <a:lnTo>
                  <a:pt x="4005390" y="370636"/>
                </a:lnTo>
                <a:lnTo>
                  <a:pt x="4006387" y="370922"/>
                </a:lnTo>
                <a:lnTo>
                  <a:pt x="4007405" y="371185"/>
                </a:lnTo>
                <a:lnTo>
                  <a:pt x="4008445" y="371426"/>
                </a:lnTo>
                <a:lnTo>
                  <a:pt x="4009507" y="371643"/>
                </a:lnTo>
                <a:lnTo>
                  <a:pt x="4010590" y="371838"/>
                </a:lnTo>
                <a:lnTo>
                  <a:pt x="4011695" y="372010"/>
                </a:lnTo>
                <a:lnTo>
                  <a:pt x="4012822" y="372158"/>
                </a:lnTo>
                <a:lnTo>
                  <a:pt x="4013970" y="372284"/>
                </a:lnTo>
                <a:lnTo>
                  <a:pt x="4015141" y="372387"/>
                </a:lnTo>
                <a:lnTo>
                  <a:pt x="4016333" y="372468"/>
                </a:lnTo>
                <a:lnTo>
                  <a:pt x="4017546" y="372525"/>
                </a:lnTo>
                <a:lnTo>
                  <a:pt x="4018782" y="372559"/>
                </a:lnTo>
                <a:lnTo>
                  <a:pt x="4020039" y="372571"/>
                </a:lnTo>
                <a:lnTo>
                  <a:pt x="4020560" y="372568"/>
                </a:lnTo>
                <a:lnTo>
                  <a:pt x="4021082" y="372561"/>
                </a:lnTo>
                <a:lnTo>
                  <a:pt x="4021603" y="372549"/>
                </a:lnTo>
                <a:lnTo>
                  <a:pt x="4022124" y="372533"/>
                </a:lnTo>
                <a:lnTo>
                  <a:pt x="4022645" y="372512"/>
                </a:lnTo>
                <a:lnTo>
                  <a:pt x="4023167" y="372486"/>
                </a:lnTo>
                <a:lnTo>
                  <a:pt x="4023688" y="372456"/>
                </a:lnTo>
                <a:lnTo>
                  <a:pt x="4024209" y="372420"/>
                </a:lnTo>
                <a:lnTo>
                  <a:pt x="4024731" y="372380"/>
                </a:lnTo>
                <a:close/>
                <a:moveTo>
                  <a:pt x="3213737" y="372380"/>
                </a:moveTo>
                <a:lnTo>
                  <a:pt x="3214258" y="372336"/>
                </a:lnTo>
                <a:lnTo>
                  <a:pt x="3214779" y="372286"/>
                </a:lnTo>
                <a:lnTo>
                  <a:pt x="3215301" y="372232"/>
                </a:lnTo>
                <a:lnTo>
                  <a:pt x="3215822" y="372174"/>
                </a:lnTo>
                <a:lnTo>
                  <a:pt x="3216343" y="372110"/>
                </a:lnTo>
                <a:lnTo>
                  <a:pt x="3216864" y="372042"/>
                </a:lnTo>
                <a:lnTo>
                  <a:pt x="3217386" y="371969"/>
                </a:lnTo>
                <a:lnTo>
                  <a:pt x="3217907" y="371892"/>
                </a:lnTo>
                <a:lnTo>
                  <a:pt x="3218428" y="371810"/>
                </a:lnTo>
                <a:lnTo>
                  <a:pt x="3218950" y="371723"/>
                </a:lnTo>
                <a:lnTo>
                  <a:pt x="3219471" y="371631"/>
                </a:lnTo>
                <a:lnTo>
                  <a:pt x="3219992" y="371535"/>
                </a:lnTo>
                <a:lnTo>
                  <a:pt x="3220513" y="371434"/>
                </a:lnTo>
                <a:lnTo>
                  <a:pt x="3221035" y="371328"/>
                </a:lnTo>
                <a:lnTo>
                  <a:pt x="3221556" y="371218"/>
                </a:lnTo>
                <a:lnTo>
                  <a:pt x="3222073" y="371117"/>
                </a:lnTo>
                <a:lnTo>
                  <a:pt x="3222583" y="371012"/>
                </a:lnTo>
                <a:lnTo>
                  <a:pt x="3223085" y="370904"/>
                </a:lnTo>
                <a:lnTo>
                  <a:pt x="3223580" y="370791"/>
                </a:lnTo>
                <a:lnTo>
                  <a:pt x="3224067" y="370674"/>
                </a:lnTo>
                <a:lnTo>
                  <a:pt x="3224546" y="370552"/>
                </a:lnTo>
                <a:lnTo>
                  <a:pt x="3225018" y="370427"/>
                </a:lnTo>
                <a:lnTo>
                  <a:pt x="3225482" y="370298"/>
                </a:lnTo>
                <a:lnTo>
                  <a:pt x="3225938" y="370164"/>
                </a:lnTo>
                <a:lnTo>
                  <a:pt x="3226387" y="370026"/>
                </a:lnTo>
                <a:lnTo>
                  <a:pt x="3226828" y="369885"/>
                </a:lnTo>
                <a:lnTo>
                  <a:pt x="3227262" y="369739"/>
                </a:lnTo>
                <a:lnTo>
                  <a:pt x="3227688" y="369589"/>
                </a:lnTo>
                <a:lnTo>
                  <a:pt x="3228106" y="369435"/>
                </a:lnTo>
                <a:lnTo>
                  <a:pt x="3228517" y="369276"/>
                </a:lnTo>
                <a:lnTo>
                  <a:pt x="3228920" y="369114"/>
                </a:lnTo>
                <a:lnTo>
                  <a:pt x="3229315" y="368948"/>
                </a:lnTo>
                <a:lnTo>
                  <a:pt x="3229703" y="368777"/>
                </a:lnTo>
                <a:lnTo>
                  <a:pt x="3230083" y="368603"/>
                </a:lnTo>
                <a:lnTo>
                  <a:pt x="3230456" y="368424"/>
                </a:lnTo>
                <a:lnTo>
                  <a:pt x="3230820" y="368241"/>
                </a:lnTo>
                <a:lnTo>
                  <a:pt x="3231178" y="368054"/>
                </a:lnTo>
                <a:lnTo>
                  <a:pt x="3231527" y="367863"/>
                </a:lnTo>
                <a:lnTo>
                  <a:pt x="3231869" y="367668"/>
                </a:lnTo>
                <a:lnTo>
                  <a:pt x="3231869" y="354649"/>
                </a:lnTo>
                <a:lnTo>
                  <a:pt x="3231571" y="354790"/>
                </a:lnTo>
                <a:lnTo>
                  <a:pt x="3231269" y="354930"/>
                </a:lnTo>
                <a:lnTo>
                  <a:pt x="3230963" y="355069"/>
                </a:lnTo>
                <a:lnTo>
                  <a:pt x="3230653" y="355208"/>
                </a:lnTo>
                <a:lnTo>
                  <a:pt x="3230338" y="355346"/>
                </a:lnTo>
                <a:lnTo>
                  <a:pt x="3230020" y="355484"/>
                </a:lnTo>
                <a:lnTo>
                  <a:pt x="3229697" y="355621"/>
                </a:lnTo>
                <a:lnTo>
                  <a:pt x="3229371" y="355758"/>
                </a:lnTo>
                <a:lnTo>
                  <a:pt x="3229040" y="355894"/>
                </a:lnTo>
                <a:lnTo>
                  <a:pt x="3228705" y="356029"/>
                </a:lnTo>
                <a:lnTo>
                  <a:pt x="3228366" y="356164"/>
                </a:lnTo>
                <a:lnTo>
                  <a:pt x="3228023" y="356298"/>
                </a:lnTo>
                <a:lnTo>
                  <a:pt x="3227676" y="356431"/>
                </a:lnTo>
                <a:lnTo>
                  <a:pt x="3227324" y="356564"/>
                </a:lnTo>
                <a:lnTo>
                  <a:pt x="3226969" y="356697"/>
                </a:lnTo>
                <a:lnTo>
                  <a:pt x="3226609" y="356828"/>
                </a:lnTo>
                <a:lnTo>
                  <a:pt x="3226246" y="356960"/>
                </a:lnTo>
                <a:lnTo>
                  <a:pt x="3225878" y="357090"/>
                </a:lnTo>
                <a:lnTo>
                  <a:pt x="3225506" y="357220"/>
                </a:lnTo>
                <a:lnTo>
                  <a:pt x="3225130" y="357350"/>
                </a:lnTo>
                <a:lnTo>
                  <a:pt x="3224750" y="357479"/>
                </a:lnTo>
                <a:lnTo>
                  <a:pt x="3224366" y="357607"/>
                </a:lnTo>
                <a:lnTo>
                  <a:pt x="3223977" y="357735"/>
                </a:lnTo>
                <a:lnTo>
                  <a:pt x="3223585" y="357862"/>
                </a:lnTo>
                <a:lnTo>
                  <a:pt x="3223203" y="357972"/>
                </a:lnTo>
                <a:lnTo>
                  <a:pt x="3222818" y="358078"/>
                </a:lnTo>
                <a:lnTo>
                  <a:pt x="3222430" y="358179"/>
                </a:lnTo>
                <a:lnTo>
                  <a:pt x="3222040" y="358275"/>
                </a:lnTo>
                <a:lnTo>
                  <a:pt x="3221646" y="358366"/>
                </a:lnTo>
                <a:lnTo>
                  <a:pt x="3221250" y="358453"/>
                </a:lnTo>
                <a:lnTo>
                  <a:pt x="3220850" y="358536"/>
                </a:lnTo>
                <a:lnTo>
                  <a:pt x="3220448" y="358613"/>
                </a:lnTo>
                <a:lnTo>
                  <a:pt x="3220042" y="358686"/>
                </a:lnTo>
                <a:lnTo>
                  <a:pt x="3219634" y="358754"/>
                </a:lnTo>
                <a:lnTo>
                  <a:pt x="3219223" y="358817"/>
                </a:lnTo>
                <a:lnTo>
                  <a:pt x="3218809" y="358876"/>
                </a:lnTo>
                <a:lnTo>
                  <a:pt x="3218392" y="358930"/>
                </a:lnTo>
                <a:lnTo>
                  <a:pt x="3217972" y="358979"/>
                </a:lnTo>
                <a:lnTo>
                  <a:pt x="3217549" y="359024"/>
                </a:lnTo>
                <a:lnTo>
                  <a:pt x="3217123" y="359064"/>
                </a:lnTo>
                <a:lnTo>
                  <a:pt x="3216694" y="359099"/>
                </a:lnTo>
                <a:lnTo>
                  <a:pt x="3216262" y="359130"/>
                </a:lnTo>
                <a:lnTo>
                  <a:pt x="3215827" y="359155"/>
                </a:lnTo>
                <a:lnTo>
                  <a:pt x="3215390" y="359177"/>
                </a:lnTo>
                <a:lnTo>
                  <a:pt x="3214949" y="359193"/>
                </a:lnTo>
                <a:lnTo>
                  <a:pt x="3214506" y="359205"/>
                </a:lnTo>
                <a:lnTo>
                  <a:pt x="3214059" y="359212"/>
                </a:lnTo>
                <a:lnTo>
                  <a:pt x="3213610" y="359214"/>
                </a:lnTo>
                <a:lnTo>
                  <a:pt x="3213036" y="359211"/>
                </a:lnTo>
                <a:lnTo>
                  <a:pt x="3212471" y="359202"/>
                </a:lnTo>
                <a:lnTo>
                  <a:pt x="3211914" y="359188"/>
                </a:lnTo>
                <a:lnTo>
                  <a:pt x="3211365" y="359167"/>
                </a:lnTo>
                <a:lnTo>
                  <a:pt x="3210824" y="359141"/>
                </a:lnTo>
                <a:lnTo>
                  <a:pt x="3210292" y="359108"/>
                </a:lnTo>
                <a:lnTo>
                  <a:pt x="3209768" y="359070"/>
                </a:lnTo>
                <a:lnTo>
                  <a:pt x="3209252" y="359026"/>
                </a:lnTo>
                <a:lnTo>
                  <a:pt x="3208744" y="358976"/>
                </a:lnTo>
                <a:lnTo>
                  <a:pt x="3208244" y="358921"/>
                </a:lnTo>
                <a:lnTo>
                  <a:pt x="3207753" y="358859"/>
                </a:lnTo>
                <a:lnTo>
                  <a:pt x="3207270" y="358791"/>
                </a:lnTo>
                <a:lnTo>
                  <a:pt x="3206795" y="358718"/>
                </a:lnTo>
                <a:lnTo>
                  <a:pt x="3206328" y="358639"/>
                </a:lnTo>
                <a:lnTo>
                  <a:pt x="3205870" y="358554"/>
                </a:lnTo>
                <a:lnTo>
                  <a:pt x="3205419" y="358463"/>
                </a:lnTo>
                <a:lnTo>
                  <a:pt x="3204977" y="358366"/>
                </a:lnTo>
                <a:lnTo>
                  <a:pt x="3204544" y="358263"/>
                </a:lnTo>
                <a:lnTo>
                  <a:pt x="3204118" y="358155"/>
                </a:lnTo>
                <a:lnTo>
                  <a:pt x="3203701" y="358040"/>
                </a:lnTo>
                <a:lnTo>
                  <a:pt x="3203291" y="357920"/>
                </a:lnTo>
                <a:lnTo>
                  <a:pt x="3202890" y="357794"/>
                </a:lnTo>
                <a:lnTo>
                  <a:pt x="3202498" y="357661"/>
                </a:lnTo>
                <a:lnTo>
                  <a:pt x="3202113" y="357523"/>
                </a:lnTo>
                <a:lnTo>
                  <a:pt x="3201737" y="357379"/>
                </a:lnTo>
                <a:lnTo>
                  <a:pt x="3201368" y="357228"/>
                </a:lnTo>
                <a:lnTo>
                  <a:pt x="3201006" y="357069"/>
                </a:lnTo>
                <a:lnTo>
                  <a:pt x="3200653" y="356904"/>
                </a:lnTo>
                <a:lnTo>
                  <a:pt x="3200307" y="356731"/>
                </a:lnTo>
                <a:lnTo>
                  <a:pt x="3199968" y="356551"/>
                </a:lnTo>
                <a:lnTo>
                  <a:pt x="3199637" y="356365"/>
                </a:lnTo>
                <a:lnTo>
                  <a:pt x="3199314" y="356171"/>
                </a:lnTo>
                <a:lnTo>
                  <a:pt x="3198999" y="355970"/>
                </a:lnTo>
                <a:lnTo>
                  <a:pt x="3198691" y="355762"/>
                </a:lnTo>
                <a:lnTo>
                  <a:pt x="3198390" y="355548"/>
                </a:lnTo>
                <a:lnTo>
                  <a:pt x="3198098" y="355326"/>
                </a:lnTo>
                <a:lnTo>
                  <a:pt x="3197813" y="355097"/>
                </a:lnTo>
                <a:lnTo>
                  <a:pt x="3197535" y="354861"/>
                </a:lnTo>
                <a:lnTo>
                  <a:pt x="3197266" y="354618"/>
                </a:lnTo>
                <a:lnTo>
                  <a:pt x="3197004" y="354368"/>
                </a:lnTo>
                <a:lnTo>
                  <a:pt x="3196749" y="354111"/>
                </a:lnTo>
                <a:lnTo>
                  <a:pt x="3196502" y="353846"/>
                </a:lnTo>
                <a:lnTo>
                  <a:pt x="3196263" y="353575"/>
                </a:lnTo>
                <a:lnTo>
                  <a:pt x="3196031" y="353297"/>
                </a:lnTo>
                <a:lnTo>
                  <a:pt x="3195808" y="353012"/>
                </a:lnTo>
                <a:lnTo>
                  <a:pt x="3195591" y="352719"/>
                </a:lnTo>
                <a:lnTo>
                  <a:pt x="3195383" y="352420"/>
                </a:lnTo>
                <a:lnTo>
                  <a:pt x="3195181" y="352113"/>
                </a:lnTo>
                <a:lnTo>
                  <a:pt x="3194988" y="351800"/>
                </a:lnTo>
                <a:lnTo>
                  <a:pt x="3194803" y="351479"/>
                </a:lnTo>
                <a:lnTo>
                  <a:pt x="3194627" y="351152"/>
                </a:lnTo>
                <a:lnTo>
                  <a:pt x="3194458" y="350817"/>
                </a:lnTo>
                <a:lnTo>
                  <a:pt x="3194298" y="350475"/>
                </a:lnTo>
                <a:lnTo>
                  <a:pt x="3194146" y="350127"/>
                </a:lnTo>
                <a:lnTo>
                  <a:pt x="3194002" y="349771"/>
                </a:lnTo>
                <a:lnTo>
                  <a:pt x="3193867" y="349408"/>
                </a:lnTo>
                <a:lnTo>
                  <a:pt x="3193739" y="349038"/>
                </a:lnTo>
                <a:lnTo>
                  <a:pt x="3193620" y="348662"/>
                </a:lnTo>
                <a:lnTo>
                  <a:pt x="3193509" y="348278"/>
                </a:lnTo>
                <a:lnTo>
                  <a:pt x="3193406" y="347887"/>
                </a:lnTo>
                <a:lnTo>
                  <a:pt x="3193312" y="347489"/>
                </a:lnTo>
                <a:lnTo>
                  <a:pt x="3193226" y="347084"/>
                </a:lnTo>
                <a:lnTo>
                  <a:pt x="3193147" y="346672"/>
                </a:lnTo>
                <a:lnTo>
                  <a:pt x="3193078" y="346252"/>
                </a:lnTo>
                <a:lnTo>
                  <a:pt x="3193016" y="345826"/>
                </a:lnTo>
                <a:lnTo>
                  <a:pt x="3192963" y="345393"/>
                </a:lnTo>
                <a:lnTo>
                  <a:pt x="3192917" y="344953"/>
                </a:lnTo>
                <a:lnTo>
                  <a:pt x="3192880" y="344505"/>
                </a:lnTo>
                <a:lnTo>
                  <a:pt x="3192852" y="344051"/>
                </a:lnTo>
                <a:lnTo>
                  <a:pt x="3192831" y="343590"/>
                </a:lnTo>
                <a:lnTo>
                  <a:pt x="3192819" y="343121"/>
                </a:lnTo>
                <a:lnTo>
                  <a:pt x="3192815" y="342646"/>
                </a:lnTo>
                <a:lnTo>
                  <a:pt x="3192815" y="297674"/>
                </a:lnTo>
                <a:lnTo>
                  <a:pt x="3231869" y="297674"/>
                </a:lnTo>
                <a:lnTo>
                  <a:pt x="3231869" y="284487"/>
                </a:lnTo>
                <a:lnTo>
                  <a:pt x="3192815" y="284487"/>
                </a:lnTo>
                <a:lnTo>
                  <a:pt x="3192815" y="256929"/>
                </a:lnTo>
                <a:lnTo>
                  <a:pt x="3182332" y="256929"/>
                </a:lnTo>
                <a:lnTo>
                  <a:pt x="3176415" y="284487"/>
                </a:lnTo>
                <a:lnTo>
                  <a:pt x="3150886" y="284487"/>
                </a:lnTo>
                <a:lnTo>
                  <a:pt x="3150886" y="297674"/>
                </a:lnTo>
                <a:lnTo>
                  <a:pt x="3175908" y="297674"/>
                </a:lnTo>
                <a:lnTo>
                  <a:pt x="3175908" y="343998"/>
                </a:lnTo>
                <a:lnTo>
                  <a:pt x="3175924" y="345252"/>
                </a:lnTo>
                <a:lnTo>
                  <a:pt x="3175970" y="346476"/>
                </a:lnTo>
                <a:lnTo>
                  <a:pt x="3176048" y="347670"/>
                </a:lnTo>
                <a:lnTo>
                  <a:pt x="3176157" y="348836"/>
                </a:lnTo>
                <a:lnTo>
                  <a:pt x="3176297" y="349971"/>
                </a:lnTo>
                <a:lnTo>
                  <a:pt x="3176468" y="351078"/>
                </a:lnTo>
                <a:lnTo>
                  <a:pt x="3176670" y="352155"/>
                </a:lnTo>
                <a:lnTo>
                  <a:pt x="3176904" y="353203"/>
                </a:lnTo>
                <a:lnTo>
                  <a:pt x="3177168" y="354222"/>
                </a:lnTo>
                <a:lnTo>
                  <a:pt x="3177464" y="355211"/>
                </a:lnTo>
                <a:lnTo>
                  <a:pt x="3177790" y="356171"/>
                </a:lnTo>
                <a:lnTo>
                  <a:pt x="3178148" y="357101"/>
                </a:lnTo>
                <a:lnTo>
                  <a:pt x="3178537" y="358002"/>
                </a:lnTo>
                <a:lnTo>
                  <a:pt x="3178957" y="358874"/>
                </a:lnTo>
                <a:lnTo>
                  <a:pt x="3179408" y="359716"/>
                </a:lnTo>
                <a:lnTo>
                  <a:pt x="3179890" y="360529"/>
                </a:lnTo>
                <a:lnTo>
                  <a:pt x="3180404" y="361313"/>
                </a:lnTo>
                <a:lnTo>
                  <a:pt x="3180948" y="362067"/>
                </a:lnTo>
                <a:lnTo>
                  <a:pt x="3181524" y="362792"/>
                </a:lnTo>
                <a:lnTo>
                  <a:pt x="3182130" y="363488"/>
                </a:lnTo>
                <a:lnTo>
                  <a:pt x="3182768" y="364154"/>
                </a:lnTo>
                <a:lnTo>
                  <a:pt x="3183437" y="364791"/>
                </a:lnTo>
                <a:lnTo>
                  <a:pt x="3184137" y="365399"/>
                </a:lnTo>
                <a:lnTo>
                  <a:pt x="3184868" y="365977"/>
                </a:lnTo>
                <a:lnTo>
                  <a:pt x="3185626" y="366515"/>
                </a:lnTo>
                <a:lnTo>
                  <a:pt x="3186405" y="367030"/>
                </a:lnTo>
                <a:lnTo>
                  <a:pt x="3187206" y="367522"/>
                </a:lnTo>
                <a:lnTo>
                  <a:pt x="3188029" y="367992"/>
                </a:lnTo>
                <a:lnTo>
                  <a:pt x="3188873" y="368438"/>
                </a:lnTo>
                <a:lnTo>
                  <a:pt x="3189740" y="368862"/>
                </a:lnTo>
                <a:lnTo>
                  <a:pt x="3190628" y="369262"/>
                </a:lnTo>
                <a:lnTo>
                  <a:pt x="3191537" y="369640"/>
                </a:lnTo>
                <a:lnTo>
                  <a:pt x="3192468" y="369995"/>
                </a:lnTo>
                <a:lnTo>
                  <a:pt x="3193422" y="370327"/>
                </a:lnTo>
                <a:lnTo>
                  <a:pt x="3194396" y="370636"/>
                </a:lnTo>
                <a:lnTo>
                  <a:pt x="3195393" y="370922"/>
                </a:lnTo>
                <a:lnTo>
                  <a:pt x="3196411" y="371185"/>
                </a:lnTo>
                <a:lnTo>
                  <a:pt x="3197451" y="371426"/>
                </a:lnTo>
                <a:lnTo>
                  <a:pt x="3198513" y="371643"/>
                </a:lnTo>
                <a:lnTo>
                  <a:pt x="3199596" y="371838"/>
                </a:lnTo>
                <a:lnTo>
                  <a:pt x="3200701" y="372010"/>
                </a:lnTo>
                <a:lnTo>
                  <a:pt x="3201828" y="372158"/>
                </a:lnTo>
                <a:lnTo>
                  <a:pt x="3202977" y="372284"/>
                </a:lnTo>
                <a:lnTo>
                  <a:pt x="3204147" y="372387"/>
                </a:lnTo>
                <a:lnTo>
                  <a:pt x="3205339" y="372468"/>
                </a:lnTo>
                <a:lnTo>
                  <a:pt x="3206553" y="372525"/>
                </a:lnTo>
                <a:lnTo>
                  <a:pt x="3207788" y="372559"/>
                </a:lnTo>
                <a:lnTo>
                  <a:pt x="3209045" y="372571"/>
                </a:lnTo>
                <a:lnTo>
                  <a:pt x="3209566" y="372568"/>
                </a:lnTo>
                <a:lnTo>
                  <a:pt x="3210088" y="372561"/>
                </a:lnTo>
                <a:lnTo>
                  <a:pt x="3210609" y="372549"/>
                </a:lnTo>
                <a:lnTo>
                  <a:pt x="3211130" y="372533"/>
                </a:lnTo>
                <a:lnTo>
                  <a:pt x="3211652" y="372512"/>
                </a:lnTo>
                <a:lnTo>
                  <a:pt x="3212173" y="372486"/>
                </a:lnTo>
                <a:lnTo>
                  <a:pt x="3212694" y="372456"/>
                </a:lnTo>
                <a:lnTo>
                  <a:pt x="3213215" y="372420"/>
                </a:lnTo>
                <a:lnTo>
                  <a:pt x="3213737" y="372380"/>
                </a:lnTo>
                <a:close/>
                <a:moveTo>
                  <a:pt x="3517338" y="372420"/>
                </a:moveTo>
                <a:lnTo>
                  <a:pt x="3517859" y="372380"/>
                </a:lnTo>
                <a:lnTo>
                  <a:pt x="3518381" y="372336"/>
                </a:lnTo>
                <a:lnTo>
                  <a:pt x="3518902" y="372286"/>
                </a:lnTo>
                <a:lnTo>
                  <a:pt x="3519423" y="372232"/>
                </a:lnTo>
                <a:lnTo>
                  <a:pt x="3519944" y="372174"/>
                </a:lnTo>
                <a:lnTo>
                  <a:pt x="3520466" y="372110"/>
                </a:lnTo>
                <a:lnTo>
                  <a:pt x="3520987" y="372042"/>
                </a:lnTo>
                <a:lnTo>
                  <a:pt x="3521508" y="371969"/>
                </a:lnTo>
                <a:lnTo>
                  <a:pt x="3522030" y="371892"/>
                </a:lnTo>
                <a:lnTo>
                  <a:pt x="3522551" y="371810"/>
                </a:lnTo>
                <a:lnTo>
                  <a:pt x="3523072" y="371723"/>
                </a:lnTo>
                <a:lnTo>
                  <a:pt x="3523593" y="371631"/>
                </a:lnTo>
                <a:lnTo>
                  <a:pt x="3524115" y="371535"/>
                </a:lnTo>
                <a:lnTo>
                  <a:pt x="3524636" y="371434"/>
                </a:lnTo>
                <a:lnTo>
                  <a:pt x="3525157" y="371328"/>
                </a:lnTo>
                <a:lnTo>
                  <a:pt x="3525679" y="371218"/>
                </a:lnTo>
                <a:lnTo>
                  <a:pt x="3526196" y="371117"/>
                </a:lnTo>
                <a:lnTo>
                  <a:pt x="3526706" y="371012"/>
                </a:lnTo>
                <a:lnTo>
                  <a:pt x="3527208" y="370904"/>
                </a:lnTo>
                <a:lnTo>
                  <a:pt x="3527703" y="370791"/>
                </a:lnTo>
                <a:lnTo>
                  <a:pt x="3528190" y="370674"/>
                </a:lnTo>
                <a:lnTo>
                  <a:pt x="3528669" y="370552"/>
                </a:lnTo>
                <a:lnTo>
                  <a:pt x="3529141" y="370427"/>
                </a:lnTo>
                <a:lnTo>
                  <a:pt x="3529605" y="370298"/>
                </a:lnTo>
                <a:lnTo>
                  <a:pt x="3530061" y="370164"/>
                </a:lnTo>
                <a:lnTo>
                  <a:pt x="3530510" y="370026"/>
                </a:lnTo>
                <a:lnTo>
                  <a:pt x="3530951" y="369885"/>
                </a:lnTo>
                <a:lnTo>
                  <a:pt x="3531385" y="369739"/>
                </a:lnTo>
                <a:lnTo>
                  <a:pt x="3531811" y="369589"/>
                </a:lnTo>
                <a:lnTo>
                  <a:pt x="3532229" y="369435"/>
                </a:lnTo>
                <a:lnTo>
                  <a:pt x="3532639" y="369276"/>
                </a:lnTo>
                <a:lnTo>
                  <a:pt x="3533043" y="369114"/>
                </a:lnTo>
                <a:lnTo>
                  <a:pt x="3533438" y="368948"/>
                </a:lnTo>
                <a:lnTo>
                  <a:pt x="3533826" y="368777"/>
                </a:lnTo>
                <a:lnTo>
                  <a:pt x="3534206" y="368603"/>
                </a:lnTo>
                <a:lnTo>
                  <a:pt x="3534578" y="368424"/>
                </a:lnTo>
                <a:lnTo>
                  <a:pt x="3534943" y="368241"/>
                </a:lnTo>
                <a:lnTo>
                  <a:pt x="3535300" y="368054"/>
                </a:lnTo>
                <a:lnTo>
                  <a:pt x="3535650" y="367863"/>
                </a:lnTo>
                <a:lnTo>
                  <a:pt x="3535992" y="367668"/>
                </a:lnTo>
                <a:lnTo>
                  <a:pt x="3535992" y="354649"/>
                </a:lnTo>
                <a:lnTo>
                  <a:pt x="3535694" y="354790"/>
                </a:lnTo>
                <a:lnTo>
                  <a:pt x="3535392" y="354930"/>
                </a:lnTo>
                <a:lnTo>
                  <a:pt x="3535086" y="355069"/>
                </a:lnTo>
                <a:lnTo>
                  <a:pt x="3534776" y="355208"/>
                </a:lnTo>
                <a:lnTo>
                  <a:pt x="3534461" y="355346"/>
                </a:lnTo>
                <a:lnTo>
                  <a:pt x="3534143" y="355484"/>
                </a:lnTo>
                <a:lnTo>
                  <a:pt x="3533820" y="355621"/>
                </a:lnTo>
                <a:lnTo>
                  <a:pt x="3533493" y="355758"/>
                </a:lnTo>
                <a:lnTo>
                  <a:pt x="3533163" y="355894"/>
                </a:lnTo>
                <a:lnTo>
                  <a:pt x="3532828" y="356029"/>
                </a:lnTo>
                <a:lnTo>
                  <a:pt x="3532489" y="356164"/>
                </a:lnTo>
                <a:lnTo>
                  <a:pt x="3532146" y="356298"/>
                </a:lnTo>
                <a:lnTo>
                  <a:pt x="3531798" y="356431"/>
                </a:lnTo>
                <a:lnTo>
                  <a:pt x="3531447" y="356564"/>
                </a:lnTo>
                <a:lnTo>
                  <a:pt x="3531092" y="356697"/>
                </a:lnTo>
                <a:lnTo>
                  <a:pt x="3530732" y="356828"/>
                </a:lnTo>
                <a:lnTo>
                  <a:pt x="3530368" y="356960"/>
                </a:lnTo>
                <a:lnTo>
                  <a:pt x="3530001" y="357090"/>
                </a:lnTo>
                <a:lnTo>
                  <a:pt x="3529629" y="357220"/>
                </a:lnTo>
                <a:lnTo>
                  <a:pt x="3529253" y="357350"/>
                </a:lnTo>
                <a:lnTo>
                  <a:pt x="3528873" y="357479"/>
                </a:lnTo>
                <a:lnTo>
                  <a:pt x="3528488" y="357607"/>
                </a:lnTo>
                <a:lnTo>
                  <a:pt x="3528100" y="357735"/>
                </a:lnTo>
                <a:lnTo>
                  <a:pt x="3527708" y="357862"/>
                </a:lnTo>
                <a:lnTo>
                  <a:pt x="3527326" y="357972"/>
                </a:lnTo>
                <a:lnTo>
                  <a:pt x="3526941" y="358078"/>
                </a:lnTo>
                <a:lnTo>
                  <a:pt x="3526553" y="358179"/>
                </a:lnTo>
                <a:lnTo>
                  <a:pt x="3526163" y="358275"/>
                </a:lnTo>
                <a:lnTo>
                  <a:pt x="3525769" y="358366"/>
                </a:lnTo>
                <a:lnTo>
                  <a:pt x="3525372" y="358453"/>
                </a:lnTo>
                <a:lnTo>
                  <a:pt x="3524973" y="358536"/>
                </a:lnTo>
                <a:lnTo>
                  <a:pt x="3524570" y="358613"/>
                </a:lnTo>
                <a:lnTo>
                  <a:pt x="3524165" y="358686"/>
                </a:lnTo>
                <a:lnTo>
                  <a:pt x="3523757" y="358754"/>
                </a:lnTo>
                <a:lnTo>
                  <a:pt x="3523346" y="358817"/>
                </a:lnTo>
                <a:lnTo>
                  <a:pt x="3522931" y="358876"/>
                </a:lnTo>
                <a:lnTo>
                  <a:pt x="3522514" y="358930"/>
                </a:lnTo>
                <a:lnTo>
                  <a:pt x="3522094" y="358979"/>
                </a:lnTo>
                <a:lnTo>
                  <a:pt x="3521671" y="359024"/>
                </a:lnTo>
                <a:lnTo>
                  <a:pt x="3521245" y="359064"/>
                </a:lnTo>
                <a:lnTo>
                  <a:pt x="3520817" y="359099"/>
                </a:lnTo>
                <a:lnTo>
                  <a:pt x="3520385" y="359130"/>
                </a:lnTo>
                <a:lnTo>
                  <a:pt x="3519950" y="359155"/>
                </a:lnTo>
                <a:lnTo>
                  <a:pt x="3519513" y="359177"/>
                </a:lnTo>
                <a:lnTo>
                  <a:pt x="3519072" y="359193"/>
                </a:lnTo>
                <a:lnTo>
                  <a:pt x="3518629" y="359205"/>
                </a:lnTo>
                <a:lnTo>
                  <a:pt x="3518182" y="359212"/>
                </a:lnTo>
                <a:lnTo>
                  <a:pt x="3517733" y="359214"/>
                </a:lnTo>
                <a:lnTo>
                  <a:pt x="3517159" y="359211"/>
                </a:lnTo>
                <a:lnTo>
                  <a:pt x="3516594" y="359202"/>
                </a:lnTo>
                <a:lnTo>
                  <a:pt x="3516037" y="359188"/>
                </a:lnTo>
                <a:lnTo>
                  <a:pt x="3515488" y="359167"/>
                </a:lnTo>
                <a:lnTo>
                  <a:pt x="3514947" y="359141"/>
                </a:lnTo>
                <a:lnTo>
                  <a:pt x="3514415" y="359108"/>
                </a:lnTo>
                <a:lnTo>
                  <a:pt x="3513890" y="359070"/>
                </a:lnTo>
                <a:lnTo>
                  <a:pt x="3513374" y="359026"/>
                </a:lnTo>
                <a:lnTo>
                  <a:pt x="3512867" y="358976"/>
                </a:lnTo>
                <a:lnTo>
                  <a:pt x="3512367" y="358921"/>
                </a:lnTo>
                <a:lnTo>
                  <a:pt x="3511876" y="358859"/>
                </a:lnTo>
                <a:lnTo>
                  <a:pt x="3511393" y="358791"/>
                </a:lnTo>
                <a:lnTo>
                  <a:pt x="3510918" y="358718"/>
                </a:lnTo>
                <a:lnTo>
                  <a:pt x="3510451" y="358639"/>
                </a:lnTo>
                <a:lnTo>
                  <a:pt x="3509992" y="358554"/>
                </a:lnTo>
                <a:lnTo>
                  <a:pt x="3509542" y="358463"/>
                </a:lnTo>
                <a:lnTo>
                  <a:pt x="3509100" y="358366"/>
                </a:lnTo>
                <a:lnTo>
                  <a:pt x="3508666" y="358263"/>
                </a:lnTo>
                <a:lnTo>
                  <a:pt x="3508241" y="358155"/>
                </a:lnTo>
                <a:lnTo>
                  <a:pt x="3507823" y="358040"/>
                </a:lnTo>
                <a:lnTo>
                  <a:pt x="3507414" y="357920"/>
                </a:lnTo>
                <a:lnTo>
                  <a:pt x="3507013" y="357794"/>
                </a:lnTo>
                <a:lnTo>
                  <a:pt x="3506620" y="357661"/>
                </a:lnTo>
                <a:lnTo>
                  <a:pt x="3506236" y="357523"/>
                </a:lnTo>
                <a:lnTo>
                  <a:pt x="3505859" y="357379"/>
                </a:lnTo>
                <a:lnTo>
                  <a:pt x="3505490" y="357228"/>
                </a:lnTo>
                <a:lnTo>
                  <a:pt x="3505129" y="357069"/>
                </a:lnTo>
                <a:lnTo>
                  <a:pt x="3504775" y="356904"/>
                </a:lnTo>
                <a:lnTo>
                  <a:pt x="3504429" y="356731"/>
                </a:lnTo>
                <a:lnTo>
                  <a:pt x="3504091" y="356551"/>
                </a:lnTo>
                <a:lnTo>
                  <a:pt x="3503760" y="356365"/>
                </a:lnTo>
                <a:lnTo>
                  <a:pt x="3503437" y="356171"/>
                </a:lnTo>
                <a:lnTo>
                  <a:pt x="3503121" y="355970"/>
                </a:lnTo>
                <a:lnTo>
                  <a:pt x="3502813" y="355762"/>
                </a:lnTo>
                <a:lnTo>
                  <a:pt x="3502513" y="355548"/>
                </a:lnTo>
                <a:lnTo>
                  <a:pt x="3502221" y="355326"/>
                </a:lnTo>
                <a:lnTo>
                  <a:pt x="3501936" y="355097"/>
                </a:lnTo>
                <a:lnTo>
                  <a:pt x="3501658" y="354861"/>
                </a:lnTo>
                <a:lnTo>
                  <a:pt x="3501388" y="354618"/>
                </a:lnTo>
                <a:lnTo>
                  <a:pt x="3501126" y="354368"/>
                </a:lnTo>
                <a:lnTo>
                  <a:pt x="3500872" y="354111"/>
                </a:lnTo>
                <a:lnTo>
                  <a:pt x="3500625" y="353846"/>
                </a:lnTo>
                <a:lnTo>
                  <a:pt x="3500386" y="353575"/>
                </a:lnTo>
                <a:lnTo>
                  <a:pt x="3500154" y="353297"/>
                </a:lnTo>
                <a:lnTo>
                  <a:pt x="3499930" y="353012"/>
                </a:lnTo>
                <a:lnTo>
                  <a:pt x="3499714" y="352719"/>
                </a:lnTo>
                <a:lnTo>
                  <a:pt x="3499505" y="352420"/>
                </a:lnTo>
                <a:lnTo>
                  <a:pt x="3499304" y="352113"/>
                </a:lnTo>
                <a:lnTo>
                  <a:pt x="3499111" y="351800"/>
                </a:lnTo>
                <a:lnTo>
                  <a:pt x="3498926" y="351479"/>
                </a:lnTo>
                <a:lnTo>
                  <a:pt x="3498749" y="351152"/>
                </a:lnTo>
                <a:lnTo>
                  <a:pt x="3498581" y="350817"/>
                </a:lnTo>
                <a:lnTo>
                  <a:pt x="3498421" y="350475"/>
                </a:lnTo>
                <a:lnTo>
                  <a:pt x="3498269" y="350127"/>
                </a:lnTo>
                <a:lnTo>
                  <a:pt x="3498125" y="349771"/>
                </a:lnTo>
                <a:lnTo>
                  <a:pt x="3497989" y="349408"/>
                </a:lnTo>
                <a:lnTo>
                  <a:pt x="3497862" y="349038"/>
                </a:lnTo>
                <a:lnTo>
                  <a:pt x="3497743" y="348662"/>
                </a:lnTo>
                <a:lnTo>
                  <a:pt x="3497632" y="348278"/>
                </a:lnTo>
                <a:lnTo>
                  <a:pt x="3497529" y="347887"/>
                </a:lnTo>
                <a:lnTo>
                  <a:pt x="3497435" y="347489"/>
                </a:lnTo>
                <a:lnTo>
                  <a:pt x="3497348" y="347084"/>
                </a:lnTo>
                <a:lnTo>
                  <a:pt x="3497270" y="346672"/>
                </a:lnTo>
                <a:lnTo>
                  <a:pt x="3497200" y="346252"/>
                </a:lnTo>
                <a:lnTo>
                  <a:pt x="3497139" y="345826"/>
                </a:lnTo>
                <a:lnTo>
                  <a:pt x="3497085" y="345393"/>
                </a:lnTo>
                <a:lnTo>
                  <a:pt x="3497040" y="344953"/>
                </a:lnTo>
                <a:lnTo>
                  <a:pt x="3497003" y="344505"/>
                </a:lnTo>
                <a:lnTo>
                  <a:pt x="3496974" y="344051"/>
                </a:lnTo>
                <a:lnTo>
                  <a:pt x="3496954" y="343590"/>
                </a:lnTo>
                <a:lnTo>
                  <a:pt x="3496941" y="343121"/>
                </a:lnTo>
                <a:lnTo>
                  <a:pt x="3496937" y="342646"/>
                </a:lnTo>
                <a:lnTo>
                  <a:pt x="3496937" y="297674"/>
                </a:lnTo>
                <a:lnTo>
                  <a:pt x="3535992" y="297674"/>
                </a:lnTo>
                <a:lnTo>
                  <a:pt x="3535992" y="284487"/>
                </a:lnTo>
                <a:lnTo>
                  <a:pt x="3496937" y="284487"/>
                </a:lnTo>
                <a:lnTo>
                  <a:pt x="3496937" y="256929"/>
                </a:lnTo>
                <a:lnTo>
                  <a:pt x="3486455" y="256929"/>
                </a:lnTo>
                <a:lnTo>
                  <a:pt x="3480538" y="284487"/>
                </a:lnTo>
                <a:lnTo>
                  <a:pt x="3455009" y="284487"/>
                </a:lnTo>
                <a:lnTo>
                  <a:pt x="3455009" y="297674"/>
                </a:lnTo>
                <a:lnTo>
                  <a:pt x="3480031" y="297674"/>
                </a:lnTo>
                <a:lnTo>
                  <a:pt x="3480031" y="343998"/>
                </a:lnTo>
                <a:lnTo>
                  <a:pt x="3480046" y="345252"/>
                </a:lnTo>
                <a:lnTo>
                  <a:pt x="3480093" y="346476"/>
                </a:lnTo>
                <a:lnTo>
                  <a:pt x="3480171" y="347670"/>
                </a:lnTo>
                <a:lnTo>
                  <a:pt x="3480280" y="348836"/>
                </a:lnTo>
                <a:lnTo>
                  <a:pt x="3480420" y="349971"/>
                </a:lnTo>
                <a:lnTo>
                  <a:pt x="3480591" y="351078"/>
                </a:lnTo>
                <a:lnTo>
                  <a:pt x="3480793" y="352155"/>
                </a:lnTo>
                <a:lnTo>
                  <a:pt x="3481026" y="353203"/>
                </a:lnTo>
                <a:lnTo>
                  <a:pt x="3481291" y="354222"/>
                </a:lnTo>
                <a:lnTo>
                  <a:pt x="3481586" y="355211"/>
                </a:lnTo>
                <a:lnTo>
                  <a:pt x="3481913" y="356171"/>
                </a:lnTo>
                <a:lnTo>
                  <a:pt x="3482271" y="357101"/>
                </a:lnTo>
                <a:lnTo>
                  <a:pt x="3482660" y="358002"/>
                </a:lnTo>
                <a:lnTo>
                  <a:pt x="3483080" y="358874"/>
                </a:lnTo>
                <a:lnTo>
                  <a:pt x="3483531" y="359716"/>
                </a:lnTo>
                <a:lnTo>
                  <a:pt x="3484013" y="360529"/>
                </a:lnTo>
                <a:lnTo>
                  <a:pt x="3484527" y="361313"/>
                </a:lnTo>
                <a:lnTo>
                  <a:pt x="3485071" y="362067"/>
                </a:lnTo>
                <a:lnTo>
                  <a:pt x="3485647" y="362792"/>
                </a:lnTo>
                <a:lnTo>
                  <a:pt x="3486253" y="363488"/>
                </a:lnTo>
                <a:lnTo>
                  <a:pt x="3486891" y="364154"/>
                </a:lnTo>
                <a:lnTo>
                  <a:pt x="3487560" y="364791"/>
                </a:lnTo>
                <a:lnTo>
                  <a:pt x="3488260" y="365399"/>
                </a:lnTo>
                <a:lnTo>
                  <a:pt x="3488991" y="365977"/>
                </a:lnTo>
                <a:lnTo>
                  <a:pt x="3489749" y="366515"/>
                </a:lnTo>
                <a:lnTo>
                  <a:pt x="3490528" y="367030"/>
                </a:lnTo>
                <a:lnTo>
                  <a:pt x="3491329" y="367522"/>
                </a:lnTo>
                <a:lnTo>
                  <a:pt x="3492152" y="367992"/>
                </a:lnTo>
                <a:lnTo>
                  <a:pt x="3492996" y="368438"/>
                </a:lnTo>
                <a:lnTo>
                  <a:pt x="3493862" y="368862"/>
                </a:lnTo>
                <a:lnTo>
                  <a:pt x="3494750" y="369262"/>
                </a:lnTo>
                <a:lnTo>
                  <a:pt x="3495660" y="369640"/>
                </a:lnTo>
                <a:lnTo>
                  <a:pt x="3496591" y="369995"/>
                </a:lnTo>
                <a:lnTo>
                  <a:pt x="3497544" y="370327"/>
                </a:lnTo>
                <a:lnTo>
                  <a:pt x="3498519" y="370636"/>
                </a:lnTo>
                <a:lnTo>
                  <a:pt x="3499516" y="370922"/>
                </a:lnTo>
                <a:lnTo>
                  <a:pt x="3500534" y="371185"/>
                </a:lnTo>
                <a:lnTo>
                  <a:pt x="3501574" y="371426"/>
                </a:lnTo>
                <a:lnTo>
                  <a:pt x="3502635" y="371643"/>
                </a:lnTo>
                <a:lnTo>
                  <a:pt x="3503719" y="371838"/>
                </a:lnTo>
                <a:lnTo>
                  <a:pt x="3504824" y="372010"/>
                </a:lnTo>
                <a:lnTo>
                  <a:pt x="3505951" y="372158"/>
                </a:lnTo>
                <a:lnTo>
                  <a:pt x="3507099" y="372284"/>
                </a:lnTo>
                <a:lnTo>
                  <a:pt x="3508270" y="372387"/>
                </a:lnTo>
                <a:lnTo>
                  <a:pt x="3509462" y="372468"/>
                </a:lnTo>
                <a:lnTo>
                  <a:pt x="3510675" y="372525"/>
                </a:lnTo>
                <a:lnTo>
                  <a:pt x="3511911" y="372559"/>
                </a:lnTo>
                <a:lnTo>
                  <a:pt x="3513168" y="372571"/>
                </a:lnTo>
                <a:lnTo>
                  <a:pt x="3513689" y="372568"/>
                </a:lnTo>
                <a:lnTo>
                  <a:pt x="3514210" y="372561"/>
                </a:lnTo>
                <a:lnTo>
                  <a:pt x="3514732" y="372549"/>
                </a:lnTo>
                <a:lnTo>
                  <a:pt x="3515253" y="372533"/>
                </a:lnTo>
                <a:lnTo>
                  <a:pt x="3515774" y="372512"/>
                </a:lnTo>
                <a:lnTo>
                  <a:pt x="3516296" y="372486"/>
                </a:lnTo>
                <a:lnTo>
                  <a:pt x="3516817" y="372456"/>
                </a:lnTo>
                <a:lnTo>
                  <a:pt x="3517338" y="372420"/>
                </a:lnTo>
                <a:close/>
                <a:moveTo>
                  <a:pt x="3695835" y="314073"/>
                </a:moveTo>
                <a:lnTo>
                  <a:pt x="3695890" y="313638"/>
                </a:lnTo>
                <a:lnTo>
                  <a:pt x="3695951" y="313203"/>
                </a:lnTo>
                <a:lnTo>
                  <a:pt x="3696019" y="312771"/>
                </a:lnTo>
                <a:lnTo>
                  <a:pt x="3696093" y="312340"/>
                </a:lnTo>
                <a:lnTo>
                  <a:pt x="3696174" y="311912"/>
                </a:lnTo>
                <a:lnTo>
                  <a:pt x="3696261" y="311485"/>
                </a:lnTo>
                <a:lnTo>
                  <a:pt x="3696355" y="311059"/>
                </a:lnTo>
                <a:lnTo>
                  <a:pt x="3696455" y="310636"/>
                </a:lnTo>
                <a:lnTo>
                  <a:pt x="3696561" y="310214"/>
                </a:lnTo>
                <a:lnTo>
                  <a:pt x="3696674" y="309794"/>
                </a:lnTo>
                <a:lnTo>
                  <a:pt x="3696794" y="309376"/>
                </a:lnTo>
                <a:lnTo>
                  <a:pt x="3696920" y="308959"/>
                </a:lnTo>
                <a:lnTo>
                  <a:pt x="3697052" y="308544"/>
                </a:lnTo>
                <a:lnTo>
                  <a:pt x="3697191" y="308131"/>
                </a:lnTo>
                <a:lnTo>
                  <a:pt x="3697336" y="307720"/>
                </a:lnTo>
                <a:lnTo>
                  <a:pt x="3697488" y="307311"/>
                </a:lnTo>
                <a:lnTo>
                  <a:pt x="3697646" y="306905"/>
                </a:lnTo>
                <a:lnTo>
                  <a:pt x="3697811" y="306505"/>
                </a:lnTo>
                <a:lnTo>
                  <a:pt x="3697982" y="306112"/>
                </a:lnTo>
                <a:lnTo>
                  <a:pt x="3698160" y="305723"/>
                </a:lnTo>
                <a:lnTo>
                  <a:pt x="3698344" y="305341"/>
                </a:lnTo>
                <a:lnTo>
                  <a:pt x="3698534" y="304965"/>
                </a:lnTo>
                <a:lnTo>
                  <a:pt x="3698731" y="304595"/>
                </a:lnTo>
                <a:lnTo>
                  <a:pt x="3698934" y="304230"/>
                </a:lnTo>
                <a:lnTo>
                  <a:pt x="3699144" y="303871"/>
                </a:lnTo>
                <a:lnTo>
                  <a:pt x="3699361" y="303518"/>
                </a:lnTo>
                <a:lnTo>
                  <a:pt x="3699583" y="303172"/>
                </a:lnTo>
                <a:lnTo>
                  <a:pt x="3699813" y="302830"/>
                </a:lnTo>
                <a:lnTo>
                  <a:pt x="3700048" y="302495"/>
                </a:lnTo>
                <a:lnTo>
                  <a:pt x="3700291" y="302166"/>
                </a:lnTo>
                <a:lnTo>
                  <a:pt x="3700539" y="301842"/>
                </a:lnTo>
                <a:lnTo>
                  <a:pt x="3700794" y="301525"/>
                </a:lnTo>
                <a:lnTo>
                  <a:pt x="3701056" y="301213"/>
                </a:lnTo>
                <a:lnTo>
                  <a:pt x="3701324" y="300907"/>
                </a:lnTo>
                <a:lnTo>
                  <a:pt x="3701598" y="300607"/>
                </a:lnTo>
                <a:lnTo>
                  <a:pt x="3701879" y="300313"/>
                </a:lnTo>
                <a:lnTo>
                  <a:pt x="3702166" y="300025"/>
                </a:lnTo>
                <a:lnTo>
                  <a:pt x="3702460" y="299743"/>
                </a:lnTo>
                <a:lnTo>
                  <a:pt x="3702760" y="299466"/>
                </a:lnTo>
                <a:lnTo>
                  <a:pt x="3703067" y="299195"/>
                </a:lnTo>
                <a:lnTo>
                  <a:pt x="3703394" y="298933"/>
                </a:lnTo>
                <a:lnTo>
                  <a:pt x="3703727" y="298682"/>
                </a:lnTo>
                <a:lnTo>
                  <a:pt x="3704066" y="298443"/>
                </a:lnTo>
                <a:lnTo>
                  <a:pt x="3704410" y="298214"/>
                </a:lnTo>
                <a:lnTo>
                  <a:pt x="3704761" y="297996"/>
                </a:lnTo>
                <a:lnTo>
                  <a:pt x="3705117" y="297790"/>
                </a:lnTo>
                <a:lnTo>
                  <a:pt x="3705479" y="297595"/>
                </a:lnTo>
                <a:lnTo>
                  <a:pt x="3705847" y="297411"/>
                </a:lnTo>
                <a:lnTo>
                  <a:pt x="3706221" y="297238"/>
                </a:lnTo>
                <a:lnTo>
                  <a:pt x="3706601" y="297076"/>
                </a:lnTo>
                <a:lnTo>
                  <a:pt x="3706987" y="296926"/>
                </a:lnTo>
                <a:lnTo>
                  <a:pt x="3707378" y="296786"/>
                </a:lnTo>
                <a:lnTo>
                  <a:pt x="3707776" y="296658"/>
                </a:lnTo>
                <a:lnTo>
                  <a:pt x="3708179" y="296541"/>
                </a:lnTo>
                <a:lnTo>
                  <a:pt x="3708588" y="296435"/>
                </a:lnTo>
                <a:lnTo>
                  <a:pt x="3709003" y="296340"/>
                </a:lnTo>
                <a:lnTo>
                  <a:pt x="3709424" y="296256"/>
                </a:lnTo>
                <a:lnTo>
                  <a:pt x="3709851" y="296184"/>
                </a:lnTo>
                <a:lnTo>
                  <a:pt x="3710284" y="296123"/>
                </a:lnTo>
                <a:lnTo>
                  <a:pt x="3710722" y="296072"/>
                </a:lnTo>
                <a:lnTo>
                  <a:pt x="3711167" y="296033"/>
                </a:lnTo>
                <a:lnTo>
                  <a:pt x="3711617" y="296005"/>
                </a:lnTo>
                <a:lnTo>
                  <a:pt x="3712073" y="295989"/>
                </a:lnTo>
                <a:lnTo>
                  <a:pt x="3712535" y="295983"/>
                </a:lnTo>
                <a:lnTo>
                  <a:pt x="3713010" y="295988"/>
                </a:lnTo>
                <a:lnTo>
                  <a:pt x="3713478" y="296001"/>
                </a:lnTo>
                <a:lnTo>
                  <a:pt x="3713938" y="296023"/>
                </a:lnTo>
                <a:lnTo>
                  <a:pt x="3714390" y="296054"/>
                </a:lnTo>
                <a:lnTo>
                  <a:pt x="3714835" y="296093"/>
                </a:lnTo>
                <a:lnTo>
                  <a:pt x="3715272" y="296142"/>
                </a:lnTo>
                <a:lnTo>
                  <a:pt x="3715701" y="296199"/>
                </a:lnTo>
                <a:lnTo>
                  <a:pt x="3716123" y="296265"/>
                </a:lnTo>
                <a:lnTo>
                  <a:pt x="3716537" y="296340"/>
                </a:lnTo>
                <a:lnTo>
                  <a:pt x="3716944" y="296423"/>
                </a:lnTo>
                <a:lnTo>
                  <a:pt x="3717342" y="296516"/>
                </a:lnTo>
                <a:lnTo>
                  <a:pt x="3717734" y="296617"/>
                </a:lnTo>
                <a:lnTo>
                  <a:pt x="3718117" y="296727"/>
                </a:lnTo>
                <a:lnTo>
                  <a:pt x="3718493" y="296846"/>
                </a:lnTo>
                <a:lnTo>
                  <a:pt x="3718862" y="296974"/>
                </a:lnTo>
                <a:lnTo>
                  <a:pt x="3719222" y="297110"/>
                </a:lnTo>
                <a:lnTo>
                  <a:pt x="3719575" y="297256"/>
                </a:lnTo>
                <a:lnTo>
                  <a:pt x="3719921" y="297410"/>
                </a:lnTo>
                <a:lnTo>
                  <a:pt x="3720259" y="297572"/>
                </a:lnTo>
                <a:lnTo>
                  <a:pt x="3720589" y="297744"/>
                </a:lnTo>
                <a:lnTo>
                  <a:pt x="3720912" y="297925"/>
                </a:lnTo>
                <a:lnTo>
                  <a:pt x="3721226" y="298114"/>
                </a:lnTo>
                <a:lnTo>
                  <a:pt x="3721534" y="298312"/>
                </a:lnTo>
                <a:lnTo>
                  <a:pt x="3721833" y="298519"/>
                </a:lnTo>
                <a:lnTo>
                  <a:pt x="3722140" y="298719"/>
                </a:lnTo>
                <a:lnTo>
                  <a:pt x="3722439" y="298924"/>
                </a:lnTo>
                <a:lnTo>
                  <a:pt x="3722732" y="299135"/>
                </a:lnTo>
                <a:lnTo>
                  <a:pt x="3723017" y="299350"/>
                </a:lnTo>
                <a:lnTo>
                  <a:pt x="3723295" y="299571"/>
                </a:lnTo>
                <a:lnTo>
                  <a:pt x="3723566" y="299798"/>
                </a:lnTo>
                <a:lnTo>
                  <a:pt x="3723830" y="300029"/>
                </a:lnTo>
                <a:lnTo>
                  <a:pt x="3724088" y="300266"/>
                </a:lnTo>
                <a:lnTo>
                  <a:pt x="3724338" y="300508"/>
                </a:lnTo>
                <a:lnTo>
                  <a:pt x="3724581" y="300756"/>
                </a:lnTo>
                <a:lnTo>
                  <a:pt x="3724817" y="301008"/>
                </a:lnTo>
                <a:lnTo>
                  <a:pt x="3725046" y="301266"/>
                </a:lnTo>
                <a:lnTo>
                  <a:pt x="3725268" y="301530"/>
                </a:lnTo>
                <a:lnTo>
                  <a:pt x="3725482" y="301798"/>
                </a:lnTo>
                <a:lnTo>
                  <a:pt x="3725690" y="302072"/>
                </a:lnTo>
                <a:lnTo>
                  <a:pt x="3725891" y="302351"/>
                </a:lnTo>
                <a:lnTo>
                  <a:pt x="3726085" y="302636"/>
                </a:lnTo>
                <a:lnTo>
                  <a:pt x="3726271" y="302925"/>
                </a:lnTo>
                <a:lnTo>
                  <a:pt x="3726451" y="303220"/>
                </a:lnTo>
                <a:lnTo>
                  <a:pt x="3726624" y="303521"/>
                </a:lnTo>
                <a:lnTo>
                  <a:pt x="3726789" y="303826"/>
                </a:lnTo>
                <a:lnTo>
                  <a:pt x="3726948" y="304137"/>
                </a:lnTo>
                <a:lnTo>
                  <a:pt x="3727099" y="304453"/>
                </a:lnTo>
                <a:lnTo>
                  <a:pt x="3727244" y="304774"/>
                </a:lnTo>
                <a:lnTo>
                  <a:pt x="3727395" y="305100"/>
                </a:lnTo>
                <a:lnTo>
                  <a:pt x="3727541" y="305427"/>
                </a:lnTo>
                <a:lnTo>
                  <a:pt x="3727679" y="305757"/>
                </a:lnTo>
                <a:lnTo>
                  <a:pt x="3727812" y="306089"/>
                </a:lnTo>
                <a:lnTo>
                  <a:pt x="3727938" y="306424"/>
                </a:lnTo>
                <a:lnTo>
                  <a:pt x="3728057" y="306761"/>
                </a:lnTo>
                <a:lnTo>
                  <a:pt x="3728170" y="307100"/>
                </a:lnTo>
                <a:lnTo>
                  <a:pt x="3728277" y="307442"/>
                </a:lnTo>
                <a:lnTo>
                  <a:pt x="3728377" y="307786"/>
                </a:lnTo>
                <a:lnTo>
                  <a:pt x="3728471" y="308132"/>
                </a:lnTo>
                <a:lnTo>
                  <a:pt x="3728558" y="308481"/>
                </a:lnTo>
                <a:lnTo>
                  <a:pt x="3728639" y="308832"/>
                </a:lnTo>
                <a:lnTo>
                  <a:pt x="3728713" y="309186"/>
                </a:lnTo>
                <a:lnTo>
                  <a:pt x="3728781" y="309541"/>
                </a:lnTo>
                <a:lnTo>
                  <a:pt x="3728842" y="309899"/>
                </a:lnTo>
                <a:lnTo>
                  <a:pt x="3728897" y="310260"/>
                </a:lnTo>
                <a:lnTo>
                  <a:pt x="3728945" y="310623"/>
                </a:lnTo>
                <a:lnTo>
                  <a:pt x="3728987" y="310988"/>
                </a:lnTo>
                <a:lnTo>
                  <a:pt x="3729023" y="311355"/>
                </a:lnTo>
                <a:lnTo>
                  <a:pt x="3729052" y="311725"/>
                </a:lnTo>
                <a:lnTo>
                  <a:pt x="3729074" y="312097"/>
                </a:lnTo>
                <a:lnTo>
                  <a:pt x="3729091" y="312472"/>
                </a:lnTo>
                <a:lnTo>
                  <a:pt x="3729100" y="312849"/>
                </a:lnTo>
                <a:lnTo>
                  <a:pt x="3729104" y="313228"/>
                </a:lnTo>
                <a:lnTo>
                  <a:pt x="3729104" y="316778"/>
                </a:lnTo>
                <a:lnTo>
                  <a:pt x="3743474" y="316778"/>
                </a:lnTo>
                <a:lnTo>
                  <a:pt x="3743502" y="316596"/>
                </a:lnTo>
                <a:lnTo>
                  <a:pt x="3743528" y="316417"/>
                </a:lnTo>
                <a:lnTo>
                  <a:pt x="3743553" y="316239"/>
                </a:lnTo>
                <a:lnTo>
                  <a:pt x="3743577" y="316065"/>
                </a:lnTo>
                <a:lnTo>
                  <a:pt x="3743600" y="315892"/>
                </a:lnTo>
                <a:lnTo>
                  <a:pt x="3743622" y="315722"/>
                </a:lnTo>
                <a:lnTo>
                  <a:pt x="3743643" y="315554"/>
                </a:lnTo>
                <a:lnTo>
                  <a:pt x="3743662" y="315388"/>
                </a:lnTo>
                <a:lnTo>
                  <a:pt x="3743680" y="315225"/>
                </a:lnTo>
                <a:lnTo>
                  <a:pt x="3743697" y="315064"/>
                </a:lnTo>
                <a:lnTo>
                  <a:pt x="3743713" y="314906"/>
                </a:lnTo>
                <a:lnTo>
                  <a:pt x="3743728" y="314750"/>
                </a:lnTo>
                <a:lnTo>
                  <a:pt x="3743741" y="314596"/>
                </a:lnTo>
                <a:lnTo>
                  <a:pt x="3743753" y="314444"/>
                </a:lnTo>
                <a:lnTo>
                  <a:pt x="3743765" y="314295"/>
                </a:lnTo>
                <a:lnTo>
                  <a:pt x="3743775" y="314149"/>
                </a:lnTo>
                <a:lnTo>
                  <a:pt x="3743783" y="314004"/>
                </a:lnTo>
                <a:lnTo>
                  <a:pt x="3743791" y="313862"/>
                </a:lnTo>
                <a:lnTo>
                  <a:pt x="3743797" y="313722"/>
                </a:lnTo>
                <a:lnTo>
                  <a:pt x="3743803" y="313585"/>
                </a:lnTo>
                <a:lnTo>
                  <a:pt x="3743807" y="313450"/>
                </a:lnTo>
                <a:lnTo>
                  <a:pt x="3743810" y="313317"/>
                </a:lnTo>
                <a:lnTo>
                  <a:pt x="3743812" y="313187"/>
                </a:lnTo>
                <a:lnTo>
                  <a:pt x="3743812" y="313059"/>
                </a:lnTo>
                <a:lnTo>
                  <a:pt x="3743826" y="312918"/>
                </a:lnTo>
                <a:lnTo>
                  <a:pt x="3743839" y="312776"/>
                </a:lnTo>
                <a:lnTo>
                  <a:pt x="3743852" y="312634"/>
                </a:lnTo>
                <a:lnTo>
                  <a:pt x="3743864" y="312491"/>
                </a:lnTo>
                <a:lnTo>
                  <a:pt x="3743875" y="312347"/>
                </a:lnTo>
                <a:lnTo>
                  <a:pt x="3743886" y="312203"/>
                </a:lnTo>
                <a:lnTo>
                  <a:pt x="3743896" y="312058"/>
                </a:lnTo>
                <a:lnTo>
                  <a:pt x="3743906" y="311913"/>
                </a:lnTo>
                <a:lnTo>
                  <a:pt x="3743915" y="311767"/>
                </a:lnTo>
                <a:lnTo>
                  <a:pt x="3743924" y="311621"/>
                </a:lnTo>
                <a:lnTo>
                  <a:pt x="3743932" y="311474"/>
                </a:lnTo>
                <a:lnTo>
                  <a:pt x="3743939" y="311326"/>
                </a:lnTo>
                <a:lnTo>
                  <a:pt x="3743946" y="311178"/>
                </a:lnTo>
                <a:lnTo>
                  <a:pt x="3743952" y="311029"/>
                </a:lnTo>
                <a:lnTo>
                  <a:pt x="3743958" y="310880"/>
                </a:lnTo>
                <a:lnTo>
                  <a:pt x="3743963" y="310730"/>
                </a:lnTo>
                <a:lnTo>
                  <a:pt x="3743967" y="310579"/>
                </a:lnTo>
                <a:lnTo>
                  <a:pt x="3743971" y="310428"/>
                </a:lnTo>
                <a:lnTo>
                  <a:pt x="3743974" y="310276"/>
                </a:lnTo>
                <a:lnTo>
                  <a:pt x="3743977" y="310124"/>
                </a:lnTo>
                <a:lnTo>
                  <a:pt x="3743979" y="309971"/>
                </a:lnTo>
                <a:lnTo>
                  <a:pt x="3743980" y="309817"/>
                </a:lnTo>
                <a:lnTo>
                  <a:pt x="3743981" y="309663"/>
                </a:lnTo>
                <a:lnTo>
                  <a:pt x="3743981" y="309509"/>
                </a:lnTo>
                <a:lnTo>
                  <a:pt x="3743969" y="308544"/>
                </a:lnTo>
                <a:lnTo>
                  <a:pt x="3743933" y="307594"/>
                </a:lnTo>
                <a:lnTo>
                  <a:pt x="3743873" y="306658"/>
                </a:lnTo>
                <a:lnTo>
                  <a:pt x="3743789" y="305737"/>
                </a:lnTo>
                <a:lnTo>
                  <a:pt x="3743681" y="304831"/>
                </a:lnTo>
                <a:lnTo>
                  <a:pt x="3743548" y="303940"/>
                </a:lnTo>
                <a:lnTo>
                  <a:pt x="3743392" y="303063"/>
                </a:lnTo>
                <a:lnTo>
                  <a:pt x="3743211" y="302201"/>
                </a:lnTo>
                <a:lnTo>
                  <a:pt x="3743007" y="301354"/>
                </a:lnTo>
                <a:lnTo>
                  <a:pt x="3742778" y="300521"/>
                </a:lnTo>
                <a:lnTo>
                  <a:pt x="3742525" y="299703"/>
                </a:lnTo>
                <a:lnTo>
                  <a:pt x="3742248" y="298900"/>
                </a:lnTo>
                <a:lnTo>
                  <a:pt x="3741948" y="298111"/>
                </a:lnTo>
                <a:lnTo>
                  <a:pt x="3741623" y="297337"/>
                </a:lnTo>
                <a:lnTo>
                  <a:pt x="3741274" y="296577"/>
                </a:lnTo>
                <a:lnTo>
                  <a:pt x="3740901" y="295833"/>
                </a:lnTo>
                <a:lnTo>
                  <a:pt x="3740503" y="295103"/>
                </a:lnTo>
                <a:lnTo>
                  <a:pt x="3740082" y="294387"/>
                </a:lnTo>
                <a:lnTo>
                  <a:pt x="3739637" y="293687"/>
                </a:lnTo>
                <a:lnTo>
                  <a:pt x="3739168" y="293001"/>
                </a:lnTo>
                <a:lnTo>
                  <a:pt x="3738674" y="292330"/>
                </a:lnTo>
                <a:lnTo>
                  <a:pt x="3738157" y="291673"/>
                </a:lnTo>
                <a:lnTo>
                  <a:pt x="3737615" y="291031"/>
                </a:lnTo>
                <a:lnTo>
                  <a:pt x="3737050" y="290404"/>
                </a:lnTo>
                <a:lnTo>
                  <a:pt x="3736476" y="289783"/>
                </a:lnTo>
                <a:lnTo>
                  <a:pt x="3735881" y="289189"/>
                </a:lnTo>
                <a:lnTo>
                  <a:pt x="3735266" y="288621"/>
                </a:lnTo>
                <a:lnTo>
                  <a:pt x="3734631" y="288079"/>
                </a:lnTo>
                <a:lnTo>
                  <a:pt x="3733975" y="287564"/>
                </a:lnTo>
                <a:lnTo>
                  <a:pt x="3733298" y="287075"/>
                </a:lnTo>
                <a:lnTo>
                  <a:pt x="3732601" y="286613"/>
                </a:lnTo>
                <a:lnTo>
                  <a:pt x="3731884" y="286177"/>
                </a:lnTo>
                <a:lnTo>
                  <a:pt x="3731145" y="285768"/>
                </a:lnTo>
                <a:lnTo>
                  <a:pt x="3730387" y="285385"/>
                </a:lnTo>
                <a:lnTo>
                  <a:pt x="3729607" y="285028"/>
                </a:lnTo>
                <a:lnTo>
                  <a:pt x="3728808" y="284698"/>
                </a:lnTo>
                <a:lnTo>
                  <a:pt x="3727987" y="284394"/>
                </a:lnTo>
                <a:lnTo>
                  <a:pt x="3727146" y="284117"/>
                </a:lnTo>
                <a:lnTo>
                  <a:pt x="3726285" y="283866"/>
                </a:lnTo>
                <a:lnTo>
                  <a:pt x="3725403" y="283641"/>
                </a:lnTo>
                <a:lnTo>
                  <a:pt x="3724500" y="283443"/>
                </a:lnTo>
                <a:lnTo>
                  <a:pt x="3723577" y="283271"/>
                </a:lnTo>
                <a:lnTo>
                  <a:pt x="3722633" y="283126"/>
                </a:lnTo>
                <a:lnTo>
                  <a:pt x="3721669" y="283007"/>
                </a:lnTo>
                <a:lnTo>
                  <a:pt x="3720684" y="282915"/>
                </a:lnTo>
                <a:lnTo>
                  <a:pt x="3719679" y="282849"/>
                </a:lnTo>
                <a:lnTo>
                  <a:pt x="3718653" y="282809"/>
                </a:lnTo>
                <a:lnTo>
                  <a:pt x="3717607" y="282796"/>
                </a:lnTo>
                <a:lnTo>
                  <a:pt x="3716920" y="282803"/>
                </a:lnTo>
                <a:lnTo>
                  <a:pt x="3716239" y="282823"/>
                </a:lnTo>
                <a:lnTo>
                  <a:pt x="3715565" y="282857"/>
                </a:lnTo>
                <a:lnTo>
                  <a:pt x="3714897" y="282904"/>
                </a:lnTo>
                <a:lnTo>
                  <a:pt x="3714236" y="282965"/>
                </a:lnTo>
                <a:lnTo>
                  <a:pt x="3713581" y="283039"/>
                </a:lnTo>
                <a:lnTo>
                  <a:pt x="3712933" y="283127"/>
                </a:lnTo>
                <a:lnTo>
                  <a:pt x="3712291" y="283228"/>
                </a:lnTo>
                <a:lnTo>
                  <a:pt x="3711655" y="283343"/>
                </a:lnTo>
                <a:lnTo>
                  <a:pt x="3711026" y="283471"/>
                </a:lnTo>
                <a:lnTo>
                  <a:pt x="3710404" y="283613"/>
                </a:lnTo>
                <a:lnTo>
                  <a:pt x="3709788" y="283768"/>
                </a:lnTo>
                <a:lnTo>
                  <a:pt x="3709178" y="283937"/>
                </a:lnTo>
                <a:lnTo>
                  <a:pt x="3708575" y="284119"/>
                </a:lnTo>
                <a:lnTo>
                  <a:pt x="3707978" y="284315"/>
                </a:lnTo>
                <a:lnTo>
                  <a:pt x="3707388" y="284524"/>
                </a:lnTo>
                <a:lnTo>
                  <a:pt x="3706804" y="284747"/>
                </a:lnTo>
                <a:lnTo>
                  <a:pt x="3706227" y="284983"/>
                </a:lnTo>
                <a:lnTo>
                  <a:pt x="3705656" y="285233"/>
                </a:lnTo>
                <a:lnTo>
                  <a:pt x="3705091" y="285496"/>
                </a:lnTo>
                <a:lnTo>
                  <a:pt x="3704533" y="285773"/>
                </a:lnTo>
                <a:lnTo>
                  <a:pt x="3703982" y="286063"/>
                </a:lnTo>
                <a:lnTo>
                  <a:pt x="3703437" y="286367"/>
                </a:lnTo>
                <a:lnTo>
                  <a:pt x="3702898" y="286684"/>
                </a:lnTo>
                <a:lnTo>
                  <a:pt x="3702382" y="287000"/>
                </a:lnTo>
                <a:lnTo>
                  <a:pt x="3701878" y="287325"/>
                </a:lnTo>
                <a:lnTo>
                  <a:pt x="3701384" y="287662"/>
                </a:lnTo>
                <a:lnTo>
                  <a:pt x="3700902" y="288009"/>
                </a:lnTo>
                <a:lnTo>
                  <a:pt x="3700431" y="288366"/>
                </a:lnTo>
                <a:lnTo>
                  <a:pt x="3699971" y="288734"/>
                </a:lnTo>
                <a:lnTo>
                  <a:pt x="3699522" y="289113"/>
                </a:lnTo>
                <a:lnTo>
                  <a:pt x="3699085" y="289502"/>
                </a:lnTo>
                <a:lnTo>
                  <a:pt x="3698658" y="289902"/>
                </a:lnTo>
                <a:lnTo>
                  <a:pt x="3698243" y="290312"/>
                </a:lnTo>
                <a:lnTo>
                  <a:pt x="3697839" y="290733"/>
                </a:lnTo>
                <a:lnTo>
                  <a:pt x="3697446" y="291165"/>
                </a:lnTo>
                <a:lnTo>
                  <a:pt x="3697064" y="291607"/>
                </a:lnTo>
                <a:lnTo>
                  <a:pt x="3696693" y="292059"/>
                </a:lnTo>
                <a:lnTo>
                  <a:pt x="3696334" y="292523"/>
                </a:lnTo>
                <a:lnTo>
                  <a:pt x="3695985" y="292996"/>
                </a:lnTo>
                <a:lnTo>
                  <a:pt x="3695648" y="293481"/>
                </a:lnTo>
                <a:lnTo>
                  <a:pt x="3695322" y="293975"/>
                </a:lnTo>
                <a:lnTo>
                  <a:pt x="3695007" y="294481"/>
                </a:lnTo>
                <a:lnTo>
                  <a:pt x="3694703" y="294997"/>
                </a:lnTo>
                <a:lnTo>
                  <a:pt x="3694410" y="295524"/>
                </a:lnTo>
                <a:lnTo>
                  <a:pt x="3694129" y="296061"/>
                </a:lnTo>
                <a:lnTo>
                  <a:pt x="3693859" y="296608"/>
                </a:lnTo>
                <a:lnTo>
                  <a:pt x="3693599" y="297167"/>
                </a:lnTo>
                <a:lnTo>
                  <a:pt x="3692754" y="284487"/>
                </a:lnTo>
                <a:lnTo>
                  <a:pt x="3657250" y="284487"/>
                </a:lnTo>
                <a:lnTo>
                  <a:pt x="3657250" y="297674"/>
                </a:lnTo>
                <a:lnTo>
                  <a:pt x="3679060" y="297674"/>
                </a:lnTo>
                <a:lnTo>
                  <a:pt x="3679060" y="357862"/>
                </a:lnTo>
                <a:lnTo>
                  <a:pt x="3656404" y="357862"/>
                </a:lnTo>
                <a:lnTo>
                  <a:pt x="3656404" y="370880"/>
                </a:lnTo>
                <a:lnTo>
                  <a:pt x="3679060" y="370880"/>
                </a:lnTo>
                <a:lnTo>
                  <a:pt x="3695628" y="370880"/>
                </a:lnTo>
                <a:lnTo>
                  <a:pt x="3734345" y="370880"/>
                </a:lnTo>
                <a:lnTo>
                  <a:pt x="3734345" y="357862"/>
                </a:lnTo>
                <a:lnTo>
                  <a:pt x="3695628" y="357862"/>
                </a:lnTo>
                <a:lnTo>
                  <a:pt x="3695628" y="317624"/>
                </a:lnTo>
                <a:lnTo>
                  <a:pt x="3695631" y="317174"/>
                </a:lnTo>
                <a:lnTo>
                  <a:pt x="3695641" y="316726"/>
                </a:lnTo>
                <a:lnTo>
                  <a:pt x="3695657" y="316279"/>
                </a:lnTo>
                <a:lnTo>
                  <a:pt x="3695680" y="315835"/>
                </a:lnTo>
                <a:lnTo>
                  <a:pt x="3695709" y="315392"/>
                </a:lnTo>
                <a:lnTo>
                  <a:pt x="3695744" y="314950"/>
                </a:lnTo>
                <a:lnTo>
                  <a:pt x="3695786" y="314511"/>
                </a:lnTo>
                <a:lnTo>
                  <a:pt x="3695835" y="314073"/>
                </a:lnTo>
                <a:close/>
                <a:moveTo>
                  <a:pt x="3403517" y="372166"/>
                </a:moveTo>
                <a:lnTo>
                  <a:pt x="3404414" y="372072"/>
                </a:lnTo>
                <a:lnTo>
                  <a:pt x="3405299" y="371967"/>
                </a:lnTo>
                <a:lnTo>
                  <a:pt x="3406172" y="371852"/>
                </a:lnTo>
                <a:lnTo>
                  <a:pt x="3407032" y="371727"/>
                </a:lnTo>
                <a:lnTo>
                  <a:pt x="3407880" y="371593"/>
                </a:lnTo>
                <a:lnTo>
                  <a:pt x="3408716" y="371448"/>
                </a:lnTo>
                <a:lnTo>
                  <a:pt x="3409539" y="371293"/>
                </a:lnTo>
                <a:lnTo>
                  <a:pt x="3410350" y="371128"/>
                </a:lnTo>
                <a:lnTo>
                  <a:pt x="3411149" y="370954"/>
                </a:lnTo>
                <a:lnTo>
                  <a:pt x="3411935" y="370769"/>
                </a:lnTo>
                <a:lnTo>
                  <a:pt x="3412709" y="370575"/>
                </a:lnTo>
                <a:lnTo>
                  <a:pt x="3413471" y="370370"/>
                </a:lnTo>
                <a:lnTo>
                  <a:pt x="3414220" y="370155"/>
                </a:lnTo>
                <a:lnTo>
                  <a:pt x="3414957" y="369931"/>
                </a:lnTo>
                <a:lnTo>
                  <a:pt x="3415682" y="369696"/>
                </a:lnTo>
                <a:lnTo>
                  <a:pt x="3416407" y="369452"/>
                </a:lnTo>
                <a:lnTo>
                  <a:pt x="3417118" y="369196"/>
                </a:lnTo>
                <a:lnTo>
                  <a:pt x="3417814" y="368930"/>
                </a:lnTo>
                <a:lnTo>
                  <a:pt x="3418495" y="368654"/>
                </a:lnTo>
                <a:lnTo>
                  <a:pt x="3419162" y="368367"/>
                </a:lnTo>
                <a:lnTo>
                  <a:pt x="3419814" y="368069"/>
                </a:lnTo>
                <a:lnTo>
                  <a:pt x="3420451" y="367761"/>
                </a:lnTo>
                <a:lnTo>
                  <a:pt x="3421073" y="367442"/>
                </a:lnTo>
                <a:lnTo>
                  <a:pt x="3421681" y="367113"/>
                </a:lnTo>
                <a:lnTo>
                  <a:pt x="3422274" y="366773"/>
                </a:lnTo>
                <a:lnTo>
                  <a:pt x="3422853" y="366422"/>
                </a:lnTo>
                <a:lnTo>
                  <a:pt x="3423417" y="366061"/>
                </a:lnTo>
                <a:lnTo>
                  <a:pt x="3423966" y="365690"/>
                </a:lnTo>
                <a:lnTo>
                  <a:pt x="3424500" y="365308"/>
                </a:lnTo>
                <a:lnTo>
                  <a:pt x="3425020" y="364915"/>
                </a:lnTo>
                <a:lnTo>
                  <a:pt x="3425525" y="364512"/>
                </a:lnTo>
                <a:lnTo>
                  <a:pt x="3426016" y="364098"/>
                </a:lnTo>
                <a:lnTo>
                  <a:pt x="3426492" y="363673"/>
                </a:lnTo>
                <a:lnTo>
                  <a:pt x="3426953" y="363238"/>
                </a:lnTo>
                <a:lnTo>
                  <a:pt x="3427399" y="362793"/>
                </a:lnTo>
                <a:lnTo>
                  <a:pt x="3427831" y="362337"/>
                </a:lnTo>
                <a:lnTo>
                  <a:pt x="3428248" y="361870"/>
                </a:lnTo>
                <a:lnTo>
                  <a:pt x="3428651" y="361393"/>
                </a:lnTo>
                <a:lnTo>
                  <a:pt x="3429038" y="360905"/>
                </a:lnTo>
                <a:lnTo>
                  <a:pt x="3429425" y="360407"/>
                </a:lnTo>
                <a:lnTo>
                  <a:pt x="3429794" y="359898"/>
                </a:lnTo>
                <a:lnTo>
                  <a:pt x="3430148" y="359378"/>
                </a:lnTo>
                <a:lnTo>
                  <a:pt x="3430485" y="358848"/>
                </a:lnTo>
                <a:lnTo>
                  <a:pt x="3430805" y="358307"/>
                </a:lnTo>
                <a:lnTo>
                  <a:pt x="3431109" y="357756"/>
                </a:lnTo>
                <a:lnTo>
                  <a:pt x="3431397" y="357194"/>
                </a:lnTo>
                <a:lnTo>
                  <a:pt x="3431668" y="356622"/>
                </a:lnTo>
                <a:lnTo>
                  <a:pt x="3431923" y="356039"/>
                </a:lnTo>
                <a:lnTo>
                  <a:pt x="3432161" y="355445"/>
                </a:lnTo>
                <a:lnTo>
                  <a:pt x="3432383" y="354841"/>
                </a:lnTo>
                <a:lnTo>
                  <a:pt x="3432589" y="354227"/>
                </a:lnTo>
                <a:lnTo>
                  <a:pt x="3432778" y="353602"/>
                </a:lnTo>
                <a:lnTo>
                  <a:pt x="3432951" y="352966"/>
                </a:lnTo>
                <a:lnTo>
                  <a:pt x="3433107" y="352319"/>
                </a:lnTo>
                <a:lnTo>
                  <a:pt x="3433246" y="351663"/>
                </a:lnTo>
                <a:lnTo>
                  <a:pt x="3433370" y="350995"/>
                </a:lnTo>
                <a:lnTo>
                  <a:pt x="3433477" y="350317"/>
                </a:lnTo>
                <a:lnTo>
                  <a:pt x="3433567" y="349628"/>
                </a:lnTo>
                <a:lnTo>
                  <a:pt x="3433641" y="348929"/>
                </a:lnTo>
                <a:lnTo>
                  <a:pt x="3433698" y="348220"/>
                </a:lnTo>
                <a:lnTo>
                  <a:pt x="3433740" y="347499"/>
                </a:lnTo>
                <a:lnTo>
                  <a:pt x="3433764" y="346768"/>
                </a:lnTo>
                <a:lnTo>
                  <a:pt x="3433772" y="346027"/>
                </a:lnTo>
                <a:lnTo>
                  <a:pt x="3433767" y="345370"/>
                </a:lnTo>
                <a:lnTo>
                  <a:pt x="3433750" y="344724"/>
                </a:lnTo>
                <a:lnTo>
                  <a:pt x="3433722" y="344088"/>
                </a:lnTo>
                <a:lnTo>
                  <a:pt x="3433683" y="343463"/>
                </a:lnTo>
                <a:lnTo>
                  <a:pt x="3433633" y="342848"/>
                </a:lnTo>
                <a:lnTo>
                  <a:pt x="3433572" y="342244"/>
                </a:lnTo>
                <a:lnTo>
                  <a:pt x="3433499" y="341651"/>
                </a:lnTo>
                <a:lnTo>
                  <a:pt x="3433415" y="341068"/>
                </a:lnTo>
                <a:lnTo>
                  <a:pt x="3433321" y="340495"/>
                </a:lnTo>
                <a:lnTo>
                  <a:pt x="3433215" y="339934"/>
                </a:lnTo>
                <a:lnTo>
                  <a:pt x="3433098" y="339382"/>
                </a:lnTo>
                <a:lnTo>
                  <a:pt x="3432969" y="338842"/>
                </a:lnTo>
                <a:lnTo>
                  <a:pt x="3432830" y="338312"/>
                </a:lnTo>
                <a:lnTo>
                  <a:pt x="3432679" y="337792"/>
                </a:lnTo>
                <a:lnTo>
                  <a:pt x="3432518" y="337283"/>
                </a:lnTo>
                <a:lnTo>
                  <a:pt x="3432345" y="336785"/>
                </a:lnTo>
                <a:lnTo>
                  <a:pt x="3432161" y="336297"/>
                </a:lnTo>
                <a:lnTo>
                  <a:pt x="3431965" y="335820"/>
                </a:lnTo>
                <a:lnTo>
                  <a:pt x="3431759" y="335353"/>
                </a:lnTo>
                <a:lnTo>
                  <a:pt x="3431542" y="334897"/>
                </a:lnTo>
                <a:lnTo>
                  <a:pt x="3431313" y="334451"/>
                </a:lnTo>
                <a:lnTo>
                  <a:pt x="3431073" y="334016"/>
                </a:lnTo>
                <a:lnTo>
                  <a:pt x="3430822" y="333592"/>
                </a:lnTo>
                <a:lnTo>
                  <a:pt x="3430560" y="333178"/>
                </a:lnTo>
                <a:lnTo>
                  <a:pt x="3430285" y="332758"/>
                </a:lnTo>
                <a:lnTo>
                  <a:pt x="3429996" y="332345"/>
                </a:lnTo>
                <a:lnTo>
                  <a:pt x="3429693" y="331939"/>
                </a:lnTo>
                <a:lnTo>
                  <a:pt x="3429376" y="331539"/>
                </a:lnTo>
                <a:lnTo>
                  <a:pt x="3429045" y="331145"/>
                </a:lnTo>
                <a:lnTo>
                  <a:pt x="3428700" y="330758"/>
                </a:lnTo>
                <a:lnTo>
                  <a:pt x="3428341" y="330377"/>
                </a:lnTo>
                <a:lnTo>
                  <a:pt x="3427968" y="330003"/>
                </a:lnTo>
                <a:lnTo>
                  <a:pt x="3427580" y="329635"/>
                </a:lnTo>
                <a:lnTo>
                  <a:pt x="3427179" y="329274"/>
                </a:lnTo>
                <a:lnTo>
                  <a:pt x="3426763" y="328919"/>
                </a:lnTo>
                <a:lnTo>
                  <a:pt x="3426333" y="328571"/>
                </a:lnTo>
                <a:lnTo>
                  <a:pt x="3425889" y="328229"/>
                </a:lnTo>
                <a:lnTo>
                  <a:pt x="3425432" y="327893"/>
                </a:lnTo>
                <a:lnTo>
                  <a:pt x="3424960" y="327564"/>
                </a:lnTo>
                <a:lnTo>
                  <a:pt x="3424474" y="327242"/>
                </a:lnTo>
                <a:lnTo>
                  <a:pt x="3423973" y="326926"/>
                </a:lnTo>
                <a:lnTo>
                  <a:pt x="3423459" y="326616"/>
                </a:lnTo>
                <a:lnTo>
                  <a:pt x="3422931" y="326313"/>
                </a:lnTo>
                <a:lnTo>
                  <a:pt x="3422388" y="326016"/>
                </a:lnTo>
                <a:lnTo>
                  <a:pt x="3421832" y="325726"/>
                </a:lnTo>
                <a:lnTo>
                  <a:pt x="3421261" y="325442"/>
                </a:lnTo>
                <a:lnTo>
                  <a:pt x="3420677" y="325165"/>
                </a:lnTo>
                <a:lnTo>
                  <a:pt x="3420078" y="324894"/>
                </a:lnTo>
                <a:lnTo>
                  <a:pt x="3419477" y="324628"/>
                </a:lnTo>
                <a:lnTo>
                  <a:pt x="3418858" y="324365"/>
                </a:lnTo>
                <a:lnTo>
                  <a:pt x="3418221" y="324106"/>
                </a:lnTo>
                <a:lnTo>
                  <a:pt x="3417565" y="323851"/>
                </a:lnTo>
                <a:lnTo>
                  <a:pt x="3416892" y="323599"/>
                </a:lnTo>
                <a:lnTo>
                  <a:pt x="3416200" y="323351"/>
                </a:lnTo>
                <a:lnTo>
                  <a:pt x="3415490" y="323106"/>
                </a:lnTo>
                <a:lnTo>
                  <a:pt x="3414762" y="322865"/>
                </a:lnTo>
                <a:lnTo>
                  <a:pt x="3414015" y="322627"/>
                </a:lnTo>
                <a:lnTo>
                  <a:pt x="3413251" y="322393"/>
                </a:lnTo>
                <a:lnTo>
                  <a:pt x="3412468" y="322162"/>
                </a:lnTo>
                <a:lnTo>
                  <a:pt x="3411667" y="321935"/>
                </a:lnTo>
                <a:lnTo>
                  <a:pt x="3410847" y="321711"/>
                </a:lnTo>
                <a:lnTo>
                  <a:pt x="3410010" y="321491"/>
                </a:lnTo>
                <a:lnTo>
                  <a:pt x="3409154" y="321275"/>
                </a:lnTo>
                <a:lnTo>
                  <a:pt x="3408281" y="321061"/>
                </a:lnTo>
                <a:lnTo>
                  <a:pt x="3407389" y="320852"/>
                </a:lnTo>
                <a:lnTo>
                  <a:pt x="3406478" y="320646"/>
                </a:lnTo>
                <a:lnTo>
                  <a:pt x="3405550" y="320443"/>
                </a:lnTo>
                <a:lnTo>
                  <a:pt x="3404604" y="320244"/>
                </a:lnTo>
                <a:lnTo>
                  <a:pt x="3403639" y="320049"/>
                </a:lnTo>
                <a:lnTo>
                  <a:pt x="3402656" y="319857"/>
                </a:lnTo>
                <a:lnTo>
                  <a:pt x="3401655" y="319668"/>
                </a:lnTo>
                <a:lnTo>
                  <a:pt x="3400635" y="319484"/>
                </a:lnTo>
                <a:lnTo>
                  <a:pt x="3399812" y="319329"/>
                </a:lnTo>
                <a:lnTo>
                  <a:pt x="3399004" y="319175"/>
                </a:lnTo>
                <a:lnTo>
                  <a:pt x="3398213" y="319021"/>
                </a:lnTo>
                <a:lnTo>
                  <a:pt x="3397437" y="318868"/>
                </a:lnTo>
                <a:lnTo>
                  <a:pt x="3396677" y="318716"/>
                </a:lnTo>
                <a:lnTo>
                  <a:pt x="3395933" y="318564"/>
                </a:lnTo>
                <a:lnTo>
                  <a:pt x="3395205" y="318413"/>
                </a:lnTo>
                <a:lnTo>
                  <a:pt x="3394492" y="318262"/>
                </a:lnTo>
                <a:lnTo>
                  <a:pt x="3393796" y="318112"/>
                </a:lnTo>
                <a:lnTo>
                  <a:pt x="3393115" y="317963"/>
                </a:lnTo>
                <a:lnTo>
                  <a:pt x="3392450" y="317814"/>
                </a:lnTo>
                <a:lnTo>
                  <a:pt x="3391801" y="317666"/>
                </a:lnTo>
                <a:lnTo>
                  <a:pt x="3391168" y="317518"/>
                </a:lnTo>
                <a:lnTo>
                  <a:pt x="3390551" y="317371"/>
                </a:lnTo>
                <a:lnTo>
                  <a:pt x="3389950" y="317225"/>
                </a:lnTo>
                <a:lnTo>
                  <a:pt x="3389364" y="317079"/>
                </a:lnTo>
                <a:lnTo>
                  <a:pt x="3388794" y="316934"/>
                </a:lnTo>
                <a:lnTo>
                  <a:pt x="3388240" y="316789"/>
                </a:lnTo>
                <a:lnTo>
                  <a:pt x="3387702" y="316645"/>
                </a:lnTo>
                <a:lnTo>
                  <a:pt x="3387180" y="316501"/>
                </a:lnTo>
                <a:lnTo>
                  <a:pt x="3386674" y="316358"/>
                </a:lnTo>
                <a:lnTo>
                  <a:pt x="3386183" y="316216"/>
                </a:lnTo>
                <a:lnTo>
                  <a:pt x="3385709" y="316074"/>
                </a:lnTo>
                <a:lnTo>
                  <a:pt x="3385250" y="315933"/>
                </a:lnTo>
                <a:lnTo>
                  <a:pt x="3384819" y="315792"/>
                </a:lnTo>
                <a:lnTo>
                  <a:pt x="3384399" y="315649"/>
                </a:lnTo>
                <a:lnTo>
                  <a:pt x="3383990" y="315505"/>
                </a:lnTo>
                <a:lnTo>
                  <a:pt x="3383592" y="315360"/>
                </a:lnTo>
                <a:lnTo>
                  <a:pt x="3383206" y="315214"/>
                </a:lnTo>
                <a:lnTo>
                  <a:pt x="3382830" y="315067"/>
                </a:lnTo>
                <a:lnTo>
                  <a:pt x="3382466" y="314918"/>
                </a:lnTo>
                <a:lnTo>
                  <a:pt x="3382113" y="314768"/>
                </a:lnTo>
                <a:lnTo>
                  <a:pt x="3381771" y="314617"/>
                </a:lnTo>
                <a:lnTo>
                  <a:pt x="3381440" y="314465"/>
                </a:lnTo>
                <a:lnTo>
                  <a:pt x="3381120" y="314312"/>
                </a:lnTo>
                <a:lnTo>
                  <a:pt x="3380812" y="314158"/>
                </a:lnTo>
                <a:lnTo>
                  <a:pt x="3380515" y="314002"/>
                </a:lnTo>
                <a:lnTo>
                  <a:pt x="3380228" y="313845"/>
                </a:lnTo>
                <a:lnTo>
                  <a:pt x="3379953" y="313688"/>
                </a:lnTo>
                <a:lnTo>
                  <a:pt x="3379690" y="313528"/>
                </a:lnTo>
                <a:lnTo>
                  <a:pt x="3379437" y="313368"/>
                </a:lnTo>
                <a:lnTo>
                  <a:pt x="3379195" y="313207"/>
                </a:lnTo>
                <a:lnTo>
                  <a:pt x="3378965" y="313044"/>
                </a:lnTo>
                <a:lnTo>
                  <a:pt x="3378746" y="312880"/>
                </a:lnTo>
                <a:lnTo>
                  <a:pt x="3378537" y="312715"/>
                </a:lnTo>
                <a:lnTo>
                  <a:pt x="3378340" y="312549"/>
                </a:lnTo>
                <a:lnTo>
                  <a:pt x="3378155" y="312382"/>
                </a:lnTo>
                <a:lnTo>
                  <a:pt x="3377980" y="312213"/>
                </a:lnTo>
                <a:lnTo>
                  <a:pt x="3377814" y="312029"/>
                </a:lnTo>
                <a:lnTo>
                  <a:pt x="3377656" y="311840"/>
                </a:lnTo>
                <a:lnTo>
                  <a:pt x="3377505" y="311648"/>
                </a:lnTo>
                <a:lnTo>
                  <a:pt x="3377360" y="311453"/>
                </a:lnTo>
                <a:lnTo>
                  <a:pt x="3377223" y="311254"/>
                </a:lnTo>
                <a:lnTo>
                  <a:pt x="3377092" y="311051"/>
                </a:lnTo>
                <a:lnTo>
                  <a:pt x="3376969" y="310845"/>
                </a:lnTo>
                <a:lnTo>
                  <a:pt x="3376853" y="310636"/>
                </a:lnTo>
                <a:lnTo>
                  <a:pt x="3376744" y="310423"/>
                </a:lnTo>
                <a:lnTo>
                  <a:pt x="3376642" y="310206"/>
                </a:lnTo>
                <a:lnTo>
                  <a:pt x="3376546" y="309986"/>
                </a:lnTo>
                <a:lnTo>
                  <a:pt x="3376458" y="309762"/>
                </a:lnTo>
                <a:lnTo>
                  <a:pt x="3376377" y="309535"/>
                </a:lnTo>
                <a:lnTo>
                  <a:pt x="3376303" y="309304"/>
                </a:lnTo>
                <a:lnTo>
                  <a:pt x="3376237" y="309070"/>
                </a:lnTo>
                <a:lnTo>
                  <a:pt x="3376177" y="308832"/>
                </a:lnTo>
                <a:lnTo>
                  <a:pt x="3376124" y="308591"/>
                </a:lnTo>
                <a:lnTo>
                  <a:pt x="3376078" y="308346"/>
                </a:lnTo>
                <a:lnTo>
                  <a:pt x="3376039" y="308098"/>
                </a:lnTo>
                <a:lnTo>
                  <a:pt x="3376008" y="307846"/>
                </a:lnTo>
                <a:lnTo>
                  <a:pt x="3375983" y="307591"/>
                </a:lnTo>
                <a:lnTo>
                  <a:pt x="3375965" y="307332"/>
                </a:lnTo>
                <a:lnTo>
                  <a:pt x="3375955" y="307069"/>
                </a:lnTo>
                <a:lnTo>
                  <a:pt x="3375951" y="306803"/>
                </a:lnTo>
                <a:lnTo>
                  <a:pt x="3375985" y="305810"/>
                </a:lnTo>
                <a:lnTo>
                  <a:pt x="3376087" y="304859"/>
                </a:lnTo>
                <a:lnTo>
                  <a:pt x="3376258" y="303950"/>
                </a:lnTo>
                <a:lnTo>
                  <a:pt x="3376496" y="303084"/>
                </a:lnTo>
                <a:lnTo>
                  <a:pt x="3376802" y="302260"/>
                </a:lnTo>
                <a:lnTo>
                  <a:pt x="3377177" y="301478"/>
                </a:lnTo>
                <a:lnTo>
                  <a:pt x="3377620" y="300738"/>
                </a:lnTo>
                <a:lnTo>
                  <a:pt x="3378130" y="300041"/>
                </a:lnTo>
                <a:lnTo>
                  <a:pt x="3378709" y="299386"/>
                </a:lnTo>
                <a:lnTo>
                  <a:pt x="3379356" y="298773"/>
                </a:lnTo>
                <a:lnTo>
                  <a:pt x="3380071" y="298202"/>
                </a:lnTo>
                <a:lnTo>
                  <a:pt x="3380854" y="297674"/>
                </a:lnTo>
                <a:lnTo>
                  <a:pt x="3381705" y="297188"/>
                </a:lnTo>
                <a:lnTo>
                  <a:pt x="3382625" y="296744"/>
                </a:lnTo>
                <a:lnTo>
                  <a:pt x="3383612" y="296342"/>
                </a:lnTo>
                <a:lnTo>
                  <a:pt x="3384668" y="295983"/>
                </a:lnTo>
                <a:lnTo>
                  <a:pt x="3385791" y="295666"/>
                </a:lnTo>
                <a:lnTo>
                  <a:pt x="3386983" y="295391"/>
                </a:lnTo>
                <a:lnTo>
                  <a:pt x="3388243" y="295159"/>
                </a:lnTo>
                <a:lnTo>
                  <a:pt x="3389571" y="294969"/>
                </a:lnTo>
                <a:lnTo>
                  <a:pt x="3390967" y="294821"/>
                </a:lnTo>
                <a:lnTo>
                  <a:pt x="3392431" y="294715"/>
                </a:lnTo>
                <a:lnTo>
                  <a:pt x="3393963" y="294652"/>
                </a:lnTo>
                <a:lnTo>
                  <a:pt x="3395563" y="294631"/>
                </a:lnTo>
                <a:lnTo>
                  <a:pt x="3396026" y="294633"/>
                </a:lnTo>
                <a:lnTo>
                  <a:pt x="3396486" y="294639"/>
                </a:lnTo>
                <a:lnTo>
                  <a:pt x="3396942" y="294649"/>
                </a:lnTo>
                <a:lnTo>
                  <a:pt x="3397395" y="294664"/>
                </a:lnTo>
                <a:lnTo>
                  <a:pt x="3397844" y="294682"/>
                </a:lnTo>
                <a:lnTo>
                  <a:pt x="3398289" y="294705"/>
                </a:lnTo>
                <a:lnTo>
                  <a:pt x="3398731" y="294731"/>
                </a:lnTo>
                <a:lnTo>
                  <a:pt x="3399170" y="294762"/>
                </a:lnTo>
                <a:lnTo>
                  <a:pt x="3399605" y="294797"/>
                </a:lnTo>
                <a:lnTo>
                  <a:pt x="3400036" y="294836"/>
                </a:lnTo>
                <a:lnTo>
                  <a:pt x="3400464" y="294879"/>
                </a:lnTo>
                <a:lnTo>
                  <a:pt x="3400889" y="294927"/>
                </a:lnTo>
                <a:lnTo>
                  <a:pt x="3401309" y="294978"/>
                </a:lnTo>
                <a:lnTo>
                  <a:pt x="3401727" y="295033"/>
                </a:lnTo>
                <a:lnTo>
                  <a:pt x="3402141" y="295093"/>
                </a:lnTo>
                <a:lnTo>
                  <a:pt x="3402551" y="295157"/>
                </a:lnTo>
                <a:lnTo>
                  <a:pt x="3402958" y="295224"/>
                </a:lnTo>
                <a:lnTo>
                  <a:pt x="3403361" y="295296"/>
                </a:lnTo>
                <a:lnTo>
                  <a:pt x="3403761" y="295372"/>
                </a:lnTo>
                <a:lnTo>
                  <a:pt x="3404157" y="295452"/>
                </a:lnTo>
                <a:lnTo>
                  <a:pt x="3404550" y="295537"/>
                </a:lnTo>
                <a:lnTo>
                  <a:pt x="3404939" y="295625"/>
                </a:lnTo>
                <a:lnTo>
                  <a:pt x="3405325" y="295717"/>
                </a:lnTo>
                <a:lnTo>
                  <a:pt x="3405707" y="295814"/>
                </a:lnTo>
                <a:lnTo>
                  <a:pt x="3406098" y="295902"/>
                </a:lnTo>
                <a:lnTo>
                  <a:pt x="3406482" y="295998"/>
                </a:lnTo>
                <a:lnTo>
                  <a:pt x="3406859" y="296102"/>
                </a:lnTo>
                <a:lnTo>
                  <a:pt x="3407229" y="296213"/>
                </a:lnTo>
                <a:lnTo>
                  <a:pt x="3407591" y="296332"/>
                </a:lnTo>
                <a:lnTo>
                  <a:pt x="3407947" y="296459"/>
                </a:lnTo>
                <a:lnTo>
                  <a:pt x="3408296" y="296593"/>
                </a:lnTo>
                <a:lnTo>
                  <a:pt x="3408638" y="296735"/>
                </a:lnTo>
                <a:lnTo>
                  <a:pt x="3408972" y="296884"/>
                </a:lnTo>
                <a:lnTo>
                  <a:pt x="3409300" y="297041"/>
                </a:lnTo>
                <a:lnTo>
                  <a:pt x="3409620" y="297206"/>
                </a:lnTo>
                <a:lnTo>
                  <a:pt x="3409934" y="297378"/>
                </a:lnTo>
                <a:lnTo>
                  <a:pt x="3410240" y="297558"/>
                </a:lnTo>
                <a:lnTo>
                  <a:pt x="3410539" y="297745"/>
                </a:lnTo>
                <a:lnTo>
                  <a:pt x="3410832" y="297941"/>
                </a:lnTo>
                <a:lnTo>
                  <a:pt x="3411117" y="298144"/>
                </a:lnTo>
                <a:lnTo>
                  <a:pt x="3411395" y="298354"/>
                </a:lnTo>
                <a:lnTo>
                  <a:pt x="3411667" y="298572"/>
                </a:lnTo>
                <a:lnTo>
                  <a:pt x="3411931" y="298798"/>
                </a:lnTo>
                <a:lnTo>
                  <a:pt x="3412188" y="299031"/>
                </a:lnTo>
                <a:lnTo>
                  <a:pt x="3412438" y="299272"/>
                </a:lnTo>
                <a:lnTo>
                  <a:pt x="3412681" y="299521"/>
                </a:lnTo>
                <a:lnTo>
                  <a:pt x="3412917" y="299777"/>
                </a:lnTo>
                <a:lnTo>
                  <a:pt x="3413146" y="300041"/>
                </a:lnTo>
                <a:lnTo>
                  <a:pt x="3413380" y="300300"/>
                </a:lnTo>
                <a:lnTo>
                  <a:pt x="3413605" y="300569"/>
                </a:lnTo>
                <a:lnTo>
                  <a:pt x="3413819" y="300849"/>
                </a:lnTo>
                <a:lnTo>
                  <a:pt x="3414024" y="301140"/>
                </a:lnTo>
                <a:lnTo>
                  <a:pt x="3414219" y="301441"/>
                </a:lnTo>
                <a:lnTo>
                  <a:pt x="3414403" y="301753"/>
                </a:lnTo>
                <a:lnTo>
                  <a:pt x="3414578" y="302075"/>
                </a:lnTo>
                <a:lnTo>
                  <a:pt x="3414743" y="302408"/>
                </a:lnTo>
                <a:lnTo>
                  <a:pt x="3414897" y="302751"/>
                </a:lnTo>
                <a:lnTo>
                  <a:pt x="3415042" y="303105"/>
                </a:lnTo>
                <a:lnTo>
                  <a:pt x="3415177" y="303470"/>
                </a:lnTo>
                <a:lnTo>
                  <a:pt x="3415301" y="303845"/>
                </a:lnTo>
                <a:lnTo>
                  <a:pt x="3415416" y="304230"/>
                </a:lnTo>
                <a:lnTo>
                  <a:pt x="3415521" y="304627"/>
                </a:lnTo>
                <a:lnTo>
                  <a:pt x="3415616" y="305034"/>
                </a:lnTo>
                <a:lnTo>
                  <a:pt x="3415701" y="305451"/>
                </a:lnTo>
                <a:lnTo>
                  <a:pt x="3415775" y="305879"/>
                </a:lnTo>
                <a:lnTo>
                  <a:pt x="3415840" y="306317"/>
                </a:lnTo>
                <a:lnTo>
                  <a:pt x="3415895" y="306766"/>
                </a:lnTo>
                <a:lnTo>
                  <a:pt x="3415940" y="307226"/>
                </a:lnTo>
                <a:lnTo>
                  <a:pt x="3415975" y="307696"/>
                </a:lnTo>
                <a:lnTo>
                  <a:pt x="3416000" y="308177"/>
                </a:lnTo>
                <a:lnTo>
                  <a:pt x="3416015" y="308668"/>
                </a:lnTo>
                <a:lnTo>
                  <a:pt x="3416020" y="309170"/>
                </a:lnTo>
                <a:lnTo>
                  <a:pt x="3430729" y="309170"/>
                </a:lnTo>
                <a:lnTo>
                  <a:pt x="3430757" y="309073"/>
                </a:lnTo>
                <a:lnTo>
                  <a:pt x="3430783" y="308977"/>
                </a:lnTo>
                <a:lnTo>
                  <a:pt x="3430808" y="308882"/>
                </a:lnTo>
                <a:lnTo>
                  <a:pt x="3430832" y="308790"/>
                </a:lnTo>
                <a:lnTo>
                  <a:pt x="3430855" y="308699"/>
                </a:lnTo>
                <a:lnTo>
                  <a:pt x="3430877" y="308610"/>
                </a:lnTo>
                <a:lnTo>
                  <a:pt x="3430898" y="308523"/>
                </a:lnTo>
                <a:lnTo>
                  <a:pt x="3430917" y="308438"/>
                </a:lnTo>
                <a:lnTo>
                  <a:pt x="3430935" y="308354"/>
                </a:lnTo>
                <a:lnTo>
                  <a:pt x="3430952" y="308272"/>
                </a:lnTo>
                <a:lnTo>
                  <a:pt x="3430968" y="308192"/>
                </a:lnTo>
                <a:lnTo>
                  <a:pt x="3430983" y="308114"/>
                </a:lnTo>
                <a:lnTo>
                  <a:pt x="3430996" y="308037"/>
                </a:lnTo>
                <a:lnTo>
                  <a:pt x="3431008" y="307962"/>
                </a:lnTo>
                <a:lnTo>
                  <a:pt x="3431020" y="307889"/>
                </a:lnTo>
                <a:lnTo>
                  <a:pt x="3431030" y="307818"/>
                </a:lnTo>
                <a:lnTo>
                  <a:pt x="3431038" y="307748"/>
                </a:lnTo>
                <a:lnTo>
                  <a:pt x="3431046" y="307681"/>
                </a:lnTo>
                <a:lnTo>
                  <a:pt x="3431052" y="307615"/>
                </a:lnTo>
                <a:lnTo>
                  <a:pt x="3431058" y="307550"/>
                </a:lnTo>
                <a:lnTo>
                  <a:pt x="3431062" y="307488"/>
                </a:lnTo>
                <a:lnTo>
                  <a:pt x="3431065" y="307427"/>
                </a:lnTo>
                <a:lnTo>
                  <a:pt x="3431067" y="307368"/>
                </a:lnTo>
                <a:lnTo>
                  <a:pt x="3431067" y="307311"/>
                </a:lnTo>
                <a:lnTo>
                  <a:pt x="3431067" y="307255"/>
                </a:lnTo>
                <a:lnTo>
                  <a:pt x="3431067" y="307199"/>
                </a:lnTo>
                <a:lnTo>
                  <a:pt x="3431067" y="307144"/>
                </a:lnTo>
                <a:lnTo>
                  <a:pt x="3431067" y="307090"/>
                </a:lnTo>
                <a:lnTo>
                  <a:pt x="3431067" y="307036"/>
                </a:lnTo>
                <a:lnTo>
                  <a:pt x="3431067" y="306983"/>
                </a:lnTo>
                <a:lnTo>
                  <a:pt x="3431067" y="306931"/>
                </a:lnTo>
                <a:lnTo>
                  <a:pt x="3431067" y="306879"/>
                </a:lnTo>
                <a:lnTo>
                  <a:pt x="3431067" y="306827"/>
                </a:lnTo>
                <a:lnTo>
                  <a:pt x="3431067" y="306776"/>
                </a:lnTo>
                <a:lnTo>
                  <a:pt x="3431067" y="306726"/>
                </a:lnTo>
                <a:lnTo>
                  <a:pt x="3431067" y="306677"/>
                </a:lnTo>
                <a:lnTo>
                  <a:pt x="3431067" y="306628"/>
                </a:lnTo>
                <a:lnTo>
                  <a:pt x="3431067" y="306579"/>
                </a:lnTo>
                <a:lnTo>
                  <a:pt x="3431067" y="306531"/>
                </a:lnTo>
                <a:lnTo>
                  <a:pt x="3431067" y="306484"/>
                </a:lnTo>
                <a:lnTo>
                  <a:pt x="3431067" y="306437"/>
                </a:lnTo>
                <a:lnTo>
                  <a:pt x="3431067" y="306391"/>
                </a:lnTo>
                <a:lnTo>
                  <a:pt x="3431067" y="306346"/>
                </a:lnTo>
                <a:lnTo>
                  <a:pt x="3431067" y="306301"/>
                </a:lnTo>
                <a:lnTo>
                  <a:pt x="3431067" y="306256"/>
                </a:lnTo>
                <a:lnTo>
                  <a:pt x="3431067" y="306213"/>
                </a:lnTo>
                <a:lnTo>
                  <a:pt x="3431067" y="306170"/>
                </a:lnTo>
                <a:lnTo>
                  <a:pt x="3431067" y="306127"/>
                </a:lnTo>
                <a:lnTo>
                  <a:pt x="3431059" y="305525"/>
                </a:lnTo>
                <a:lnTo>
                  <a:pt x="3431035" y="304931"/>
                </a:lnTo>
                <a:lnTo>
                  <a:pt x="3430996" y="304344"/>
                </a:lnTo>
                <a:lnTo>
                  <a:pt x="3430940" y="303765"/>
                </a:lnTo>
                <a:lnTo>
                  <a:pt x="3430869" y="303193"/>
                </a:lnTo>
                <a:lnTo>
                  <a:pt x="3430782" y="302630"/>
                </a:lnTo>
                <a:lnTo>
                  <a:pt x="3430679" y="302073"/>
                </a:lnTo>
                <a:lnTo>
                  <a:pt x="3430560" y="301525"/>
                </a:lnTo>
                <a:lnTo>
                  <a:pt x="3430425" y="300984"/>
                </a:lnTo>
                <a:lnTo>
                  <a:pt x="3430275" y="300451"/>
                </a:lnTo>
                <a:lnTo>
                  <a:pt x="3430108" y="299925"/>
                </a:lnTo>
                <a:lnTo>
                  <a:pt x="3429926" y="299407"/>
                </a:lnTo>
                <a:lnTo>
                  <a:pt x="3429728" y="298896"/>
                </a:lnTo>
                <a:lnTo>
                  <a:pt x="3429514" y="298394"/>
                </a:lnTo>
                <a:lnTo>
                  <a:pt x="3429284" y="297898"/>
                </a:lnTo>
                <a:lnTo>
                  <a:pt x="3429038" y="297411"/>
                </a:lnTo>
                <a:lnTo>
                  <a:pt x="3428777" y="296931"/>
                </a:lnTo>
                <a:lnTo>
                  <a:pt x="3428499" y="296459"/>
                </a:lnTo>
                <a:lnTo>
                  <a:pt x="3428206" y="295994"/>
                </a:lnTo>
                <a:lnTo>
                  <a:pt x="3427897" y="295537"/>
                </a:lnTo>
                <a:lnTo>
                  <a:pt x="3427572" y="295088"/>
                </a:lnTo>
                <a:lnTo>
                  <a:pt x="3427231" y="294646"/>
                </a:lnTo>
                <a:lnTo>
                  <a:pt x="3426875" y="294212"/>
                </a:lnTo>
                <a:lnTo>
                  <a:pt x="3426502" y="293785"/>
                </a:lnTo>
                <a:lnTo>
                  <a:pt x="3426116" y="293353"/>
                </a:lnTo>
                <a:lnTo>
                  <a:pt x="3425719" y="292928"/>
                </a:lnTo>
                <a:lnTo>
                  <a:pt x="3425311" y="292512"/>
                </a:lnTo>
                <a:lnTo>
                  <a:pt x="3424891" y="292104"/>
                </a:lnTo>
                <a:lnTo>
                  <a:pt x="3424461" y="291704"/>
                </a:lnTo>
                <a:lnTo>
                  <a:pt x="3424019" y="291313"/>
                </a:lnTo>
                <a:lnTo>
                  <a:pt x="3423566" y="290929"/>
                </a:lnTo>
                <a:lnTo>
                  <a:pt x="3423102" y="290554"/>
                </a:lnTo>
                <a:lnTo>
                  <a:pt x="3422627" y="290187"/>
                </a:lnTo>
                <a:lnTo>
                  <a:pt x="3422141" y="289829"/>
                </a:lnTo>
                <a:lnTo>
                  <a:pt x="3421643" y="289478"/>
                </a:lnTo>
                <a:lnTo>
                  <a:pt x="3421134" y="289136"/>
                </a:lnTo>
                <a:lnTo>
                  <a:pt x="3420615" y="288802"/>
                </a:lnTo>
                <a:lnTo>
                  <a:pt x="3420084" y="288476"/>
                </a:lnTo>
                <a:lnTo>
                  <a:pt x="3419542" y="288159"/>
                </a:lnTo>
                <a:lnTo>
                  <a:pt x="3418988" y="287849"/>
                </a:lnTo>
                <a:lnTo>
                  <a:pt x="3418424" y="287548"/>
                </a:lnTo>
                <a:lnTo>
                  <a:pt x="3417848" y="287255"/>
                </a:lnTo>
                <a:lnTo>
                  <a:pt x="3417261" y="286970"/>
                </a:lnTo>
                <a:lnTo>
                  <a:pt x="3416664" y="286694"/>
                </a:lnTo>
                <a:lnTo>
                  <a:pt x="3416055" y="286426"/>
                </a:lnTo>
                <a:lnTo>
                  <a:pt x="3415434" y="286166"/>
                </a:lnTo>
                <a:lnTo>
                  <a:pt x="3414803" y="285914"/>
                </a:lnTo>
                <a:lnTo>
                  <a:pt x="3414160" y="285670"/>
                </a:lnTo>
                <a:lnTo>
                  <a:pt x="3413523" y="285436"/>
                </a:lnTo>
                <a:lnTo>
                  <a:pt x="3412878" y="285211"/>
                </a:lnTo>
                <a:lnTo>
                  <a:pt x="3412227" y="284996"/>
                </a:lnTo>
                <a:lnTo>
                  <a:pt x="3411568" y="284792"/>
                </a:lnTo>
                <a:lnTo>
                  <a:pt x="3410902" y="284597"/>
                </a:lnTo>
                <a:lnTo>
                  <a:pt x="3410230" y="284413"/>
                </a:lnTo>
                <a:lnTo>
                  <a:pt x="3409550" y="284238"/>
                </a:lnTo>
                <a:lnTo>
                  <a:pt x="3408863" y="284073"/>
                </a:lnTo>
                <a:lnTo>
                  <a:pt x="3408169" y="283919"/>
                </a:lnTo>
                <a:lnTo>
                  <a:pt x="3407468" y="283774"/>
                </a:lnTo>
                <a:lnTo>
                  <a:pt x="3406760" y="283639"/>
                </a:lnTo>
                <a:lnTo>
                  <a:pt x="3406045" y="283515"/>
                </a:lnTo>
                <a:lnTo>
                  <a:pt x="3405323" y="283400"/>
                </a:lnTo>
                <a:lnTo>
                  <a:pt x="3404594" y="283295"/>
                </a:lnTo>
                <a:lnTo>
                  <a:pt x="3403858" y="283200"/>
                </a:lnTo>
                <a:lnTo>
                  <a:pt x="3403115" y="283115"/>
                </a:lnTo>
                <a:lnTo>
                  <a:pt x="3402365" y="283040"/>
                </a:lnTo>
                <a:lnTo>
                  <a:pt x="3401607" y="282976"/>
                </a:lnTo>
                <a:lnTo>
                  <a:pt x="3400843" y="282921"/>
                </a:lnTo>
                <a:lnTo>
                  <a:pt x="3400072" y="282876"/>
                </a:lnTo>
                <a:lnTo>
                  <a:pt x="3399293" y="282841"/>
                </a:lnTo>
                <a:lnTo>
                  <a:pt x="3398508" y="282816"/>
                </a:lnTo>
                <a:lnTo>
                  <a:pt x="3397715" y="282801"/>
                </a:lnTo>
                <a:lnTo>
                  <a:pt x="3396916" y="282796"/>
                </a:lnTo>
                <a:lnTo>
                  <a:pt x="3396005" y="282801"/>
                </a:lnTo>
                <a:lnTo>
                  <a:pt x="3395103" y="282816"/>
                </a:lnTo>
                <a:lnTo>
                  <a:pt x="3394211" y="282841"/>
                </a:lnTo>
                <a:lnTo>
                  <a:pt x="3393328" y="282876"/>
                </a:lnTo>
                <a:lnTo>
                  <a:pt x="3392454" y="282921"/>
                </a:lnTo>
                <a:lnTo>
                  <a:pt x="3391590" y="282976"/>
                </a:lnTo>
                <a:lnTo>
                  <a:pt x="3390735" y="283040"/>
                </a:lnTo>
                <a:lnTo>
                  <a:pt x="3389890" y="283115"/>
                </a:lnTo>
                <a:lnTo>
                  <a:pt x="3389054" y="283200"/>
                </a:lnTo>
                <a:lnTo>
                  <a:pt x="3388227" y="283295"/>
                </a:lnTo>
                <a:lnTo>
                  <a:pt x="3387410" y="283400"/>
                </a:lnTo>
                <a:lnTo>
                  <a:pt x="3386603" y="283515"/>
                </a:lnTo>
                <a:lnTo>
                  <a:pt x="3385804" y="283639"/>
                </a:lnTo>
                <a:lnTo>
                  <a:pt x="3385015" y="283774"/>
                </a:lnTo>
                <a:lnTo>
                  <a:pt x="3384236" y="283919"/>
                </a:lnTo>
                <a:lnTo>
                  <a:pt x="3383465" y="284073"/>
                </a:lnTo>
                <a:lnTo>
                  <a:pt x="3382705" y="284238"/>
                </a:lnTo>
                <a:lnTo>
                  <a:pt x="3381953" y="284413"/>
                </a:lnTo>
                <a:lnTo>
                  <a:pt x="3381211" y="284597"/>
                </a:lnTo>
                <a:lnTo>
                  <a:pt x="3380478" y="284792"/>
                </a:lnTo>
                <a:lnTo>
                  <a:pt x="3379755" y="284996"/>
                </a:lnTo>
                <a:lnTo>
                  <a:pt x="3379041" y="285211"/>
                </a:lnTo>
                <a:lnTo>
                  <a:pt x="3378337" y="285436"/>
                </a:lnTo>
                <a:lnTo>
                  <a:pt x="3377642" y="285670"/>
                </a:lnTo>
                <a:lnTo>
                  <a:pt x="3376972" y="285914"/>
                </a:lnTo>
                <a:lnTo>
                  <a:pt x="3376314" y="286168"/>
                </a:lnTo>
                <a:lnTo>
                  <a:pt x="3375669" y="286431"/>
                </a:lnTo>
                <a:lnTo>
                  <a:pt x="3375035" y="286703"/>
                </a:lnTo>
                <a:lnTo>
                  <a:pt x="3374415" y="286985"/>
                </a:lnTo>
                <a:lnTo>
                  <a:pt x="3373806" y="287276"/>
                </a:lnTo>
                <a:lnTo>
                  <a:pt x="3373210" y="287577"/>
                </a:lnTo>
                <a:lnTo>
                  <a:pt x="3372626" y="287887"/>
                </a:lnTo>
                <a:lnTo>
                  <a:pt x="3372055" y="288206"/>
                </a:lnTo>
                <a:lnTo>
                  <a:pt x="3371496" y="288535"/>
                </a:lnTo>
                <a:lnTo>
                  <a:pt x="3370949" y="288873"/>
                </a:lnTo>
                <a:lnTo>
                  <a:pt x="3370414" y="289220"/>
                </a:lnTo>
                <a:lnTo>
                  <a:pt x="3369892" y="289577"/>
                </a:lnTo>
                <a:lnTo>
                  <a:pt x="3369382" y="289944"/>
                </a:lnTo>
                <a:lnTo>
                  <a:pt x="3368885" y="290319"/>
                </a:lnTo>
                <a:lnTo>
                  <a:pt x="3368400" y="290704"/>
                </a:lnTo>
                <a:lnTo>
                  <a:pt x="3367927" y="291099"/>
                </a:lnTo>
                <a:lnTo>
                  <a:pt x="3367466" y="291503"/>
                </a:lnTo>
                <a:lnTo>
                  <a:pt x="3367018" y="291916"/>
                </a:lnTo>
                <a:lnTo>
                  <a:pt x="3366582" y="292339"/>
                </a:lnTo>
                <a:lnTo>
                  <a:pt x="3366159" y="292771"/>
                </a:lnTo>
                <a:lnTo>
                  <a:pt x="3365748" y="293212"/>
                </a:lnTo>
                <a:lnTo>
                  <a:pt x="3365349" y="293663"/>
                </a:lnTo>
                <a:lnTo>
                  <a:pt x="3364962" y="294123"/>
                </a:lnTo>
                <a:lnTo>
                  <a:pt x="3364590" y="294593"/>
                </a:lnTo>
                <a:lnTo>
                  <a:pt x="3364233" y="295073"/>
                </a:lnTo>
                <a:lnTo>
                  <a:pt x="3363892" y="295563"/>
                </a:lnTo>
                <a:lnTo>
                  <a:pt x="3363567" y="296063"/>
                </a:lnTo>
                <a:lnTo>
                  <a:pt x="3363258" y="296573"/>
                </a:lnTo>
                <a:lnTo>
                  <a:pt x="3362965" y="297093"/>
                </a:lnTo>
                <a:lnTo>
                  <a:pt x="3362688" y="297622"/>
                </a:lnTo>
                <a:lnTo>
                  <a:pt x="3362426" y="298162"/>
                </a:lnTo>
                <a:lnTo>
                  <a:pt x="3362180" y="298712"/>
                </a:lnTo>
                <a:lnTo>
                  <a:pt x="3361950" y="299272"/>
                </a:lnTo>
                <a:lnTo>
                  <a:pt x="3361737" y="299841"/>
                </a:lnTo>
                <a:lnTo>
                  <a:pt x="3361538" y="300421"/>
                </a:lnTo>
                <a:lnTo>
                  <a:pt x="3361356" y="301011"/>
                </a:lnTo>
                <a:lnTo>
                  <a:pt x="3361190" y="301610"/>
                </a:lnTo>
                <a:lnTo>
                  <a:pt x="3361039" y="302220"/>
                </a:lnTo>
                <a:lnTo>
                  <a:pt x="3360904" y="302840"/>
                </a:lnTo>
                <a:lnTo>
                  <a:pt x="3360786" y="303469"/>
                </a:lnTo>
                <a:lnTo>
                  <a:pt x="3360683" y="304109"/>
                </a:lnTo>
                <a:lnTo>
                  <a:pt x="3360595" y="304758"/>
                </a:lnTo>
                <a:lnTo>
                  <a:pt x="3360524" y="305418"/>
                </a:lnTo>
                <a:lnTo>
                  <a:pt x="3360469" y="306087"/>
                </a:lnTo>
                <a:lnTo>
                  <a:pt x="3360429" y="306767"/>
                </a:lnTo>
                <a:lnTo>
                  <a:pt x="3360405" y="307456"/>
                </a:lnTo>
                <a:lnTo>
                  <a:pt x="3360397" y="308156"/>
                </a:lnTo>
                <a:lnTo>
                  <a:pt x="3360403" y="308758"/>
                </a:lnTo>
                <a:lnTo>
                  <a:pt x="3360418" y="309351"/>
                </a:lnTo>
                <a:lnTo>
                  <a:pt x="3360445" y="309936"/>
                </a:lnTo>
                <a:lnTo>
                  <a:pt x="3360482" y="310513"/>
                </a:lnTo>
                <a:lnTo>
                  <a:pt x="3360529" y="311082"/>
                </a:lnTo>
                <a:lnTo>
                  <a:pt x="3360587" y="311643"/>
                </a:lnTo>
                <a:lnTo>
                  <a:pt x="3360656" y="312195"/>
                </a:lnTo>
                <a:lnTo>
                  <a:pt x="3360735" y="312740"/>
                </a:lnTo>
                <a:lnTo>
                  <a:pt x="3360825" y="313275"/>
                </a:lnTo>
                <a:lnTo>
                  <a:pt x="3360926" y="313803"/>
                </a:lnTo>
                <a:lnTo>
                  <a:pt x="3361036" y="314323"/>
                </a:lnTo>
                <a:lnTo>
                  <a:pt x="3361158" y="314834"/>
                </a:lnTo>
                <a:lnTo>
                  <a:pt x="3361290" y="315337"/>
                </a:lnTo>
                <a:lnTo>
                  <a:pt x="3361433" y="315832"/>
                </a:lnTo>
                <a:lnTo>
                  <a:pt x="3361586" y="316319"/>
                </a:lnTo>
                <a:lnTo>
                  <a:pt x="3361750" y="316797"/>
                </a:lnTo>
                <a:lnTo>
                  <a:pt x="3361924" y="317267"/>
                </a:lnTo>
                <a:lnTo>
                  <a:pt x="3362109" y="317729"/>
                </a:lnTo>
                <a:lnTo>
                  <a:pt x="3362304" y="318183"/>
                </a:lnTo>
                <a:lnTo>
                  <a:pt x="3362510" y="318629"/>
                </a:lnTo>
                <a:lnTo>
                  <a:pt x="3362727" y="319066"/>
                </a:lnTo>
                <a:lnTo>
                  <a:pt x="3362954" y="319495"/>
                </a:lnTo>
                <a:lnTo>
                  <a:pt x="3363192" y="319916"/>
                </a:lnTo>
                <a:lnTo>
                  <a:pt x="3363440" y="320329"/>
                </a:lnTo>
                <a:lnTo>
                  <a:pt x="3363701" y="320720"/>
                </a:lnTo>
                <a:lnTo>
                  <a:pt x="3363974" y="321106"/>
                </a:lnTo>
                <a:lnTo>
                  <a:pt x="3364262" y="321486"/>
                </a:lnTo>
                <a:lnTo>
                  <a:pt x="3364563" y="321860"/>
                </a:lnTo>
                <a:lnTo>
                  <a:pt x="3364877" y="322228"/>
                </a:lnTo>
                <a:lnTo>
                  <a:pt x="3365205" y="322590"/>
                </a:lnTo>
                <a:lnTo>
                  <a:pt x="3365546" y="322946"/>
                </a:lnTo>
                <a:lnTo>
                  <a:pt x="3365901" y="323297"/>
                </a:lnTo>
                <a:lnTo>
                  <a:pt x="3366269" y="323641"/>
                </a:lnTo>
                <a:lnTo>
                  <a:pt x="3366651" y="323980"/>
                </a:lnTo>
                <a:lnTo>
                  <a:pt x="3367047" y="324313"/>
                </a:lnTo>
                <a:lnTo>
                  <a:pt x="3367456" y="324640"/>
                </a:lnTo>
                <a:lnTo>
                  <a:pt x="3367878" y="324961"/>
                </a:lnTo>
                <a:lnTo>
                  <a:pt x="3368314" y="325276"/>
                </a:lnTo>
                <a:lnTo>
                  <a:pt x="3368763" y="325586"/>
                </a:lnTo>
                <a:lnTo>
                  <a:pt x="3369226" y="325889"/>
                </a:lnTo>
                <a:lnTo>
                  <a:pt x="3369703" y="326187"/>
                </a:lnTo>
                <a:lnTo>
                  <a:pt x="3370192" y="326479"/>
                </a:lnTo>
                <a:lnTo>
                  <a:pt x="3370696" y="326764"/>
                </a:lnTo>
                <a:lnTo>
                  <a:pt x="3371213" y="327044"/>
                </a:lnTo>
                <a:lnTo>
                  <a:pt x="3371743" y="327319"/>
                </a:lnTo>
                <a:lnTo>
                  <a:pt x="3372287" y="327587"/>
                </a:lnTo>
                <a:lnTo>
                  <a:pt x="3372844" y="327849"/>
                </a:lnTo>
                <a:lnTo>
                  <a:pt x="3373415" y="328106"/>
                </a:lnTo>
                <a:lnTo>
                  <a:pt x="3374001" y="328344"/>
                </a:lnTo>
                <a:lnTo>
                  <a:pt x="3374601" y="328579"/>
                </a:lnTo>
                <a:lnTo>
                  <a:pt x="3375217" y="328811"/>
                </a:lnTo>
                <a:lnTo>
                  <a:pt x="3375848" y="329040"/>
                </a:lnTo>
                <a:lnTo>
                  <a:pt x="3376494" y="329267"/>
                </a:lnTo>
                <a:lnTo>
                  <a:pt x="3377156" y="329490"/>
                </a:lnTo>
                <a:lnTo>
                  <a:pt x="3377833" y="329710"/>
                </a:lnTo>
                <a:lnTo>
                  <a:pt x="3378525" y="329928"/>
                </a:lnTo>
                <a:lnTo>
                  <a:pt x="3379232" y="330143"/>
                </a:lnTo>
                <a:lnTo>
                  <a:pt x="3379955" y="330354"/>
                </a:lnTo>
                <a:lnTo>
                  <a:pt x="3380693" y="330563"/>
                </a:lnTo>
                <a:lnTo>
                  <a:pt x="3381446" y="330769"/>
                </a:lnTo>
                <a:lnTo>
                  <a:pt x="3382214" y="330972"/>
                </a:lnTo>
                <a:lnTo>
                  <a:pt x="3382998" y="331171"/>
                </a:lnTo>
                <a:lnTo>
                  <a:pt x="3383797" y="331368"/>
                </a:lnTo>
                <a:lnTo>
                  <a:pt x="3384611" y="331562"/>
                </a:lnTo>
                <a:lnTo>
                  <a:pt x="3385441" y="331754"/>
                </a:lnTo>
                <a:lnTo>
                  <a:pt x="3386286" y="331942"/>
                </a:lnTo>
                <a:lnTo>
                  <a:pt x="3387146" y="332127"/>
                </a:lnTo>
                <a:lnTo>
                  <a:pt x="3388021" y="332309"/>
                </a:lnTo>
                <a:lnTo>
                  <a:pt x="3388911" y="332489"/>
                </a:lnTo>
                <a:lnTo>
                  <a:pt x="3389817" y="332665"/>
                </a:lnTo>
                <a:lnTo>
                  <a:pt x="3390738" y="332839"/>
                </a:lnTo>
                <a:lnTo>
                  <a:pt x="3391674" y="333009"/>
                </a:lnTo>
                <a:lnTo>
                  <a:pt x="3392553" y="333150"/>
                </a:lnTo>
                <a:lnTo>
                  <a:pt x="3393414" y="333292"/>
                </a:lnTo>
                <a:lnTo>
                  <a:pt x="3394258" y="333434"/>
                </a:lnTo>
                <a:lnTo>
                  <a:pt x="3395084" y="333577"/>
                </a:lnTo>
                <a:lnTo>
                  <a:pt x="3395892" y="333721"/>
                </a:lnTo>
                <a:lnTo>
                  <a:pt x="3396683" y="333865"/>
                </a:lnTo>
                <a:lnTo>
                  <a:pt x="3397456" y="334010"/>
                </a:lnTo>
                <a:lnTo>
                  <a:pt x="3398212" y="334155"/>
                </a:lnTo>
                <a:lnTo>
                  <a:pt x="3398950" y="334301"/>
                </a:lnTo>
                <a:lnTo>
                  <a:pt x="3399670" y="334447"/>
                </a:lnTo>
                <a:lnTo>
                  <a:pt x="3400373" y="334594"/>
                </a:lnTo>
                <a:lnTo>
                  <a:pt x="3401058" y="334742"/>
                </a:lnTo>
                <a:lnTo>
                  <a:pt x="3401725" y="334890"/>
                </a:lnTo>
                <a:lnTo>
                  <a:pt x="3402375" y="335039"/>
                </a:lnTo>
                <a:lnTo>
                  <a:pt x="3403007" y="335188"/>
                </a:lnTo>
                <a:lnTo>
                  <a:pt x="3403622" y="335338"/>
                </a:lnTo>
                <a:lnTo>
                  <a:pt x="3404219" y="335489"/>
                </a:lnTo>
                <a:lnTo>
                  <a:pt x="3404798" y="335640"/>
                </a:lnTo>
                <a:lnTo>
                  <a:pt x="3405360" y="335792"/>
                </a:lnTo>
                <a:lnTo>
                  <a:pt x="3405904" y="335944"/>
                </a:lnTo>
                <a:lnTo>
                  <a:pt x="3406431" y="336097"/>
                </a:lnTo>
                <a:lnTo>
                  <a:pt x="3406940" y="336250"/>
                </a:lnTo>
                <a:lnTo>
                  <a:pt x="3407431" y="336405"/>
                </a:lnTo>
                <a:lnTo>
                  <a:pt x="3407905" y="336559"/>
                </a:lnTo>
                <a:lnTo>
                  <a:pt x="3408378" y="336715"/>
                </a:lnTo>
                <a:lnTo>
                  <a:pt x="3408838" y="336874"/>
                </a:lnTo>
                <a:lnTo>
                  <a:pt x="3409287" y="337035"/>
                </a:lnTo>
                <a:lnTo>
                  <a:pt x="3409722" y="337198"/>
                </a:lnTo>
                <a:lnTo>
                  <a:pt x="3410146" y="337364"/>
                </a:lnTo>
                <a:lnTo>
                  <a:pt x="3410557" y="337531"/>
                </a:lnTo>
                <a:lnTo>
                  <a:pt x="3410956" y="337702"/>
                </a:lnTo>
                <a:lnTo>
                  <a:pt x="3411343" y="337874"/>
                </a:lnTo>
                <a:lnTo>
                  <a:pt x="3411717" y="338049"/>
                </a:lnTo>
                <a:lnTo>
                  <a:pt x="3412079" y="338226"/>
                </a:lnTo>
                <a:lnTo>
                  <a:pt x="3412428" y="338406"/>
                </a:lnTo>
                <a:lnTo>
                  <a:pt x="3412766" y="338588"/>
                </a:lnTo>
                <a:lnTo>
                  <a:pt x="3413091" y="338772"/>
                </a:lnTo>
                <a:lnTo>
                  <a:pt x="3413403" y="338959"/>
                </a:lnTo>
                <a:lnTo>
                  <a:pt x="3413703" y="339148"/>
                </a:lnTo>
                <a:lnTo>
                  <a:pt x="3413991" y="339339"/>
                </a:lnTo>
                <a:lnTo>
                  <a:pt x="3414267" y="339533"/>
                </a:lnTo>
                <a:lnTo>
                  <a:pt x="3414530" y="339729"/>
                </a:lnTo>
                <a:lnTo>
                  <a:pt x="3414781" y="339928"/>
                </a:lnTo>
                <a:lnTo>
                  <a:pt x="3415020" y="340128"/>
                </a:lnTo>
                <a:lnTo>
                  <a:pt x="3415246" y="340331"/>
                </a:lnTo>
                <a:lnTo>
                  <a:pt x="3415460" y="340537"/>
                </a:lnTo>
                <a:lnTo>
                  <a:pt x="3415662" y="340745"/>
                </a:lnTo>
                <a:lnTo>
                  <a:pt x="3415851" y="340955"/>
                </a:lnTo>
                <a:lnTo>
                  <a:pt x="3416030" y="341169"/>
                </a:lnTo>
                <a:lnTo>
                  <a:pt x="3416202" y="341387"/>
                </a:lnTo>
                <a:lnTo>
                  <a:pt x="3416366" y="341610"/>
                </a:lnTo>
                <a:lnTo>
                  <a:pt x="3416523" y="341838"/>
                </a:lnTo>
                <a:lnTo>
                  <a:pt x="3416672" y="342070"/>
                </a:lnTo>
                <a:lnTo>
                  <a:pt x="3416813" y="342307"/>
                </a:lnTo>
                <a:lnTo>
                  <a:pt x="3416946" y="342549"/>
                </a:lnTo>
                <a:lnTo>
                  <a:pt x="3417072" y="342796"/>
                </a:lnTo>
                <a:lnTo>
                  <a:pt x="3417191" y="343047"/>
                </a:lnTo>
                <a:lnTo>
                  <a:pt x="3417301" y="343303"/>
                </a:lnTo>
                <a:lnTo>
                  <a:pt x="3417404" y="343564"/>
                </a:lnTo>
                <a:lnTo>
                  <a:pt x="3417500" y="343829"/>
                </a:lnTo>
                <a:lnTo>
                  <a:pt x="3417587" y="344099"/>
                </a:lnTo>
                <a:lnTo>
                  <a:pt x="3417668" y="344374"/>
                </a:lnTo>
                <a:lnTo>
                  <a:pt x="3417740" y="344653"/>
                </a:lnTo>
                <a:lnTo>
                  <a:pt x="3417805" y="344937"/>
                </a:lnTo>
                <a:lnTo>
                  <a:pt x="3417862" y="345226"/>
                </a:lnTo>
                <a:lnTo>
                  <a:pt x="3417912" y="345520"/>
                </a:lnTo>
                <a:lnTo>
                  <a:pt x="3417954" y="345818"/>
                </a:lnTo>
                <a:lnTo>
                  <a:pt x="3417988" y="346121"/>
                </a:lnTo>
                <a:lnTo>
                  <a:pt x="3418015" y="346429"/>
                </a:lnTo>
                <a:lnTo>
                  <a:pt x="3418034" y="346741"/>
                </a:lnTo>
                <a:lnTo>
                  <a:pt x="3418045" y="347058"/>
                </a:lnTo>
                <a:lnTo>
                  <a:pt x="3418049" y="347380"/>
                </a:lnTo>
                <a:lnTo>
                  <a:pt x="3418040" y="347869"/>
                </a:lnTo>
                <a:lnTo>
                  <a:pt x="3418012" y="348351"/>
                </a:lnTo>
                <a:lnTo>
                  <a:pt x="3417965" y="348825"/>
                </a:lnTo>
                <a:lnTo>
                  <a:pt x="3417899" y="349291"/>
                </a:lnTo>
                <a:lnTo>
                  <a:pt x="3417814" y="349750"/>
                </a:lnTo>
                <a:lnTo>
                  <a:pt x="3417711" y="350201"/>
                </a:lnTo>
                <a:lnTo>
                  <a:pt x="3417589" y="350644"/>
                </a:lnTo>
                <a:lnTo>
                  <a:pt x="3417448" y="351080"/>
                </a:lnTo>
                <a:lnTo>
                  <a:pt x="3417288" y="351509"/>
                </a:lnTo>
                <a:lnTo>
                  <a:pt x="3417110" y="351929"/>
                </a:lnTo>
                <a:lnTo>
                  <a:pt x="3416913" y="352342"/>
                </a:lnTo>
                <a:lnTo>
                  <a:pt x="3416697" y="352747"/>
                </a:lnTo>
                <a:lnTo>
                  <a:pt x="3416462" y="353145"/>
                </a:lnTo>
                <a:lnTo>
                  <a:pt x="3416208" y="353535"/>
                </a:lnTo>
                <a:lnTo>
                  <a:pt x="3415936" y="353918"/>
                </a:lnTo>
                <a:lnTo>
                  <a:pt x="3415645" y="354293"/>
                </a:lnTo>
                <a:lnTo>
                  <a:pt x="3415335" y="354660"/>
                </a:lnTo>
                <a:lnTo>
                  <a:pt x="3415006" y="355019"/>
                </a:lnTo>
                <a:lnTo>
                  <a:pt x="3414658" y="355371"/>
                </a:lnTo>
                <a:lnTo>
                  <a:pt x="3414292" y="355716"/>
                </a:lnTo>
                <a:lnTo>
                  <a:pt x="3413907" y="356052"/>
                </a:lnTo>
                <a:lnTo>
                  <a:pt x="3413503" y="356381"/>
                </a:lnTo>
                <a:lnTo>
                  <a:pt x="3413080" y="356703"/>
                </a:lnTo>
                <a:lnTo>
                  <a:pt x="3412639" y="357016"/>
                </a:lnTo>
                <a:lnTo>
                  <a:pt x="3412193" y="357306"/>
                </a:lnTo>
                <a:lnTo>
                  <a:pt x="3411730" y="357583"/>
                </a:lnTo>
                <a:lnTo>
                  <a:pt x="3411249" y="357849"/>
                </a:lnTo>
                <a:lnTo>
                  <a:pt x="3410751" y="358101"/>
                </a:lnTo>
                <a:lnTo>
                  <a:pt x="3410235" y="358342"/>
                </a:lnTo>
                <a:lnTo>
                  <a:pt x="3409701" y="358570"/>
                </a:lnTo>
                <a:lnTo>
                  <a:pt x="3409150" y="358785"/>
                </a:lnTo>
                <a:lnTo>
                  <a:pt x="3408581" y="358989"/>
                </a:lnTo>
                <a:lnTo>
                  <a:pt x="3407995" y="359180"/>
                </a:lnTo>
                <a:lnTo>
                  <a:pt x="3407391" y="359359"/>
                </a:lnTo>
                <a:lnTo>
                  <a:pt x="3406769" y="359525"/>
                </a:lnTo>
                <a:lnTo>
                  <a:pt x="3406130" y="359679"/>
                </a:lnTo>
                <a:lnTo>
                  <a:pt x="3405473" y="359821"/>
                </a:lnTo>
                <a:lnTo>
                  <a:pt x="3404798" y="359950"/>
                </a:lnTo>
                <a:lnTo>
                  <a:pt x="3404106" y="360068"/>
                </a:lnTo>
                <a:lnTo>
                  <a:pt x="3403397" y="360172"/>
                </a:lnTo>
                <a:lnTo>
                  <a:pt x="3402669" y="360265"/>
                </a:lnTo>
                <a:lnTo>
                  <a:pt x="3401924" y="360345"/>
                </a:lnTo>
                <a:lnTo>
                  <a:pt x="3401162" y="360413"/>
                </a:lnTo>
                <a:lnTo>
                  <a:pt x="3400381" y="360468"/>
                </a:lnTo>
                <a:lnTo>
                  <a:pt x="3399584" y="360511"/>
                </a:lnTo>
                <a:lnTo>
                  <a:pt x="3398768" y="360542"/>
                </a:lnTo>
                <a:lnTo>
                  <a:pt x="3397935" y="360561"/>
                </a:lnTo>
                <a:lnTo>
                  <a:pt x="3397085" y="360567"/>
                </a:lnTo>
                <a:lnTo>
                  <a:pt x="3396136" y="360560"/>
                </a:lnTo>
                <a:lnTo>
                  <a:pt x="3395205" y="360540"/>
                </a:lnTo>
                <a:lnTo>
                  <a:pt x="3394292" y="360506"/>
                </a:lnTo>
                <a:lnTo>
                  <a:pt x="3393398" y="360459"/>
                </a:lnTo>
                <a:lnTo>
                  <a:pt x="3392522" y="360398"/>
                </a:lnTo>
                <a:lnTo>
                  <a:pt x="3391664" y="360324"/>
                </a:lnTo>
                <a:lnTo>
                  <a:pt x="3390824" y="360236"/>
                </a:lnTo>
                <a:lnTo>
                  <a:pt x="3390003" y="360135"/>
                </a:lnTo>
                <a:lnTo>
                  <a:pt x="3389199" y="360020"/>
                </a:lnTo>
                <a:lnTo>
                  <a:pt x="3388414" y="359892"/>
                </a:lnTo>
                <a:lnTo>
                  <a:pt x="3387647" y="359750"/>
                </a:lnTo>
                <a:lnTo>
                  <a:pt x="3386898" y="359595"/>
                </a:lnTo>
                <a:lnTo>
                  <a:pt x="3386168" y="359426"/>
                </a:lnTo>
                <a:lnTo>
                  <a:pt x="3385455" y="359244"/>
                </a:lnTo>
                <a:lnTo>
                  <a:pt x="3384761" y="359048"/>
                </a:lnTo>
                <a:lnTo>
                  <a:pt x="3384085" y="358839"/>
                </a:lnTo>
                <a:lnTo>
                  <a:pt x="3383427" y="358616"/>
                </a:lnTo>
                <a:lnTo>
                  <a:pt x="3382788" y="358379"/>
                </a:lnTo>
                <a:lnTo>
                  <a:pt x="3382166" y="358130"/>
                </a:lnTo>
                <a:lnTo>
                  <a:pt x="3381563" y="357866"/>
                </a:lnTo>
                <a:lnTo>
                  <a:pt x="3380978" y="357590"/>
                </a:lnTo>
                <a:lnTo>
                  <a:pt x="3380412" y="357299"/>
                </a:lnTo>
                <a:lnTo>
                  <a:pt x="3379863" y="356995"/>
                </a:lnTo>
                <a:lnTo>
                  <a:pt x="3379333" y="356678"/>
                </a:lnTo>
                <a:lnTo>
                  <a:pt x="3378836" y="356335"/>
                </a:lnTo>
                <a:lnTo>
                  <a:pt x="3378360" y="355981"/>
                </a:lnTo>
                <a:lnTo>
                  <a:pt x="3377906" y="355616"/>
                </a:lnTo>
                <a:lnTo>
                  <a:pt x="3377473" y="355241"/>
                </a:lnTo>
                <a:lnTo>
                  <a:pt x="3377061" y="354855"/>
                </a:lnTo>
                <a:lnTo>
                  <a:pt x="3376670" y="354459"/>
                </a:lnTo>
                <a:lnTo>
                  <a:pt x="3376300" y="354052"/>
                </a:lnTo>
                <a:lnTo>
                  <a:pt x="3375951" y="353635"/>
                </a:lnTo>
                <a:lnTo>
                  <a:pt x="3375624" y="353207"/>
                </a:lnTo>
                <a:lnTo>
                  <a:pt x="3375317" y="352769"/>
                </a:lnTo>
                <a:lnTo>
                  <a:pt x="3375032" y="352319"/>
                </a:lnTo>
                <a:lnTo>
                  <a:pt x="3374768" y="351860"/>
                </a:lnTo>
                <a:lnTo>
                  <a:pt x="3374525" y="351390"/>
                </a:lnTo>
                <a:lnTo>
                  <a:pt x="3374303" y="350909"/>
                </a:lnTo>
                <a:lnTo>
                  <a:pt x="3374102" y="350417"/>
                </a:lnTo>
                <a:lnTo>
                  <a:pt x="3373923" y="349916"/>
                </a:lnTo>
                <a:lnTo>
                  <a:pt x="3373764" y="349403"/>
                </a:lnTo>
                <a:lnTo>
                  <a:pt x="3373627" y="348880"/>
                </a:lnTo>
                <a:lnTo>
                  <a:pt x="3373511" y="348346"/>
                </a:lnTo>
                <a:lnTo>
                  <a:pt x="3373415" y="347802"/>
                </a:lnTo>
                <a:lnTo>
                  <a:pt x="3373341" y="347247"/>
                </a:lnTo>
                <a:lnTo>
                  <a:pt x="3373289" y="346682"/>
                </a:lnTo>
                <a:lnTo>
                  <a:pt x="3373257" y="346106"/>
                </a:lnTo>
                <a:lnTo>
                  <a:pt x="3373246" y="345520"/>
                </a:lnTo>
                <a:lnTo>
                  <a:pt x="3373246" y="343829"/>
                </a:lnTo>
                <a:lnTo>
                  <a:pt x="3358706" y="343829"/>
                </a:lnTo>
                <a:lnTo>
                  <a:pt x="3358693" y="343927"/>
                </a:lnTo>
                <a:lnTo>
                  <a:pt x="3358679" y="344025"/>
                </a:lnTo>
                <a:lnTo>
                  <a:pt x="3358667" y="344122"/>
                </a:lnTo>
                <a:lnTo>
                  <a:pt x="3358655" y="344219"/>
                </a:lnTo>
                <a:lnTo>
                  <a:pt x="3358643" y="344315"/>
                </a:lnTo>
                <a:lnTo>
                  <a:pt x="3358632" y="344410"/>
                </a:lnTo>
                <a:lnTo>
                  <a:pt x="3358622" y="344505"/>
                </a:lnTo>
                <a:lnTo>
                  <a:pt x="3358613" y="344599"/>
                </a:lnTo>
                <a:lnTo>
                  <a:pt x="3358603" y="344693"/>
                </a:lnTo>
                <a:lnTo>
                  <a:pt x="3358595" y="344786"/>
                </a:lnTo>
                <a:lnTo>
                  <a:pt x="3358587" y="344878"/>
                </a:lnTo>
                <a:lnTo>
                  <a:pt x="3358580" y="344970"/>
                </a:lnTo>
                <a:lnTo>
                  <a:pt x="3358573" y="345062"/>
                </a:lnTo>
                <a:lnTo>
                  <a:pt x="3358567" y="345152"/>
                </a:lnTo>
                <a:lnTo>
                  <a:pt x="3358561" y="345242"/>
                </a:lnTo>
                <a:lnTo>
                  <a:pt x="3358556" y="345332"/>
                </a:lnTo>
                <a:lnTo>
                  <a:pt x="3358552" y="345421"/>
                </a:lnTo>
                <a:lnTo>
                  <a:pt x="3358548" y="345509"/>
                </a:lnTo>
                <a:lnTo>
                  <a:pt x="3358545" y="345597"/>
                </a:lnTo>
                <a:lnTo>
                  <a:pt x="3358542" y="345684"/>
                </a:lnTo>
                <a:lnTo>
                  <a:pt x="3358540" y="345771"/>
                </a:lnTo>
                <a:lnTo>
                  <a:pt x="3358539" y="345857"/>
                </a:lnTo>
                <a:lnTo>
                  <a:pt x="3358538" y="345942"/>
                </a:lnTo>
                <a:lnTo>
                  <a:pt x="3358537" y="346027"/>
                </a:lnTo>
                <a:lnTo>
                  <a:pt x="3358537" y="346111"/>
                </a:lnTo>
                <a:lnTo>
                  <a:pt x="3358537" y="346193"/>
                </a:lnTo>
                <a:lnTo>
                  <a:pt x="3358537" y="346273"/>
                </a:lnTo>
                <a:lnTo>
                  <a:pt x="3358537" y="346351"/>
                </a:lnTo>
                <a:lnTo>
                  <a:pt x="3358537" y="346428"/>
                </a:lnTo>
                <a:lnTo>
                  <a:pt x="3358537" y="346502"/>
                </a:lnTo>
                <a:lnTo>
                  <a:pt x="3358537" y="346576"/>
                </a:lnTo>
                <a:lnTo>
                  <a:pt x="3358537" y="346647"/>
                </a:lnTo>
                <a:lnTo>
                  <a:pt x="3358537" y="346716"/>
                </a:lnTo>
                <a:lnTo>
                  <a:pt x="3358537" y="346784"/>
                </a:lnTo>
                <a:lnTo>
                  <a:pt x="3358537" y="346850"/>
                </a:lnTo>
                <a:lnTo>
                  <a:pt x="3358537" y="346915"/>
                </a:lnTo>
                <a:lnTo>
                  <a:pt x="3358537" y="346977"/>
                </a:lnTo>
                <a:lnTo>
                  <a:pt x="3358537" y="347038"/>
                </a:lnTo>
                <a:lnTo>
                  <a:pt x="3358537" y="347097"/>
                </a:lnTo>
                <a:lnTo>
                  <a:pt x="3358537" y="347154"/>
                </a:lnTo>
                <a:lnTo>
                  <a:pt x="3358537" y="347209"/>
                </a:lnTo>
                <a:lnTo>
                  <a:pt x="3358537" y="347263"/>
                </a:lnTo>
                <a:lnTo>
                  <a:pt x="3358537" y="347315"/>
                </a:lnTo>
                <a:lnTo>
                  <a:pt x="3358537" y="347365"/>
                </a:lnTo>
                <a:lnTo>
                  <a:pt x="3358537" y="347414"/>
                </a:lnTo>
                <a:lnTo>
                  <a:pt x="3358537" y="347460"/>
                </a:lnTo>
                <a:lnTo>
                  <a:pt x="3358537" y="347505"/>
                </a:lnTo>
                <a:lnTo>
                  <a:pt x="3358537" y="347548"/>
                </a:lnTo>
                <a:lnTo>
                  <a:pt x="3358545" y="348193"/>
                </a:lnTo>
                <a:lnTo>
                  <a:pt x="3358569" y="348831"/>
                </a:lnTo>
                <a:lnTo>
                  <a:pt x="3358609" y="349461"/>
                </a:lnTo>
                <a:lnTo>
                  <a:pt x="3358664" y="350085"/>
                </a:lnTo>
                <a:lnTo>
                  <a:pt x="3358735" y="350701"/>
                </a:lnTo>
                <a:lnTo>
                  <a:pt x="3358823" y="351310"/>
                </a:lnTo>
                <a:lnTo>
                  <a:pt x="3358926" y="351913"/>
                </a:lnTo>
                <a:lnTo>
                  <a:pt x="3359044" y="352508"/>
                </a:lnTo>
                <a:lnTo>
                  <a:pt x="3359179" y="353096"/>
                </a:lnTo>
                <a:lnTo>
                  <a:pt x="3359330" y="353677"/>
                </a:lnTo>
                <a:lnTo>
                  <a:pt x="3359496" y="354251"/>
                </a:lnTo>
                <a:lnTo>
                  <a:pt x="3359678" y="354819"/>
                </a:lnTo>
                <a:lnTo>
                  <a:pt x="3359877" y="355379"/>
                </a:lnTo>
                <a:lnTo>
                  <a:pt x="3360091" y="355932"/>
                </a:lnTo>
                <a:lnTo>
                  <a:pt x="3360320" y="356478"/>
                </a:lnTo>
                <a:lnTo>
                  <a:pt x="3360566" y="357016"/>
                </a:lnTo>
                <a:lnTo>
                  <a:pt x="3360828" y="357548"/>
                </a:lnTo>
                <a:lnTo>
                  <a:pt x="3361105" y="358073"/>
                </a:lnTo>
                <a:lnTo>
                  <a:pt x="3361398" y="358591"/>
                </a:lnTo>
                <a:lnTo>
                  <a:pt x="3361707" y="359102"/>
                </a:lnTo>
                <a:lnTo>
                  <a:pt x="3362032" y="359605"/>
                </a:lnTo>
                <a:lnTo>
                  <a:pt x="3362373" y="360102"/>
                </a:lnTo>
                <a:lnTo>
                  <a:pt x="3362730" y="360591"/>
                </a:lnTo>
                <a:lnTo>
                  <a:pt x="3363102" y="361074"/>
                </a:lnTo>
                <a:lnTo>
                  <a:pt x="3363503" y="361535"/>
                </a:lnTo>
                <a:lnTo>
                  <a:pt x="3363915" y="361986"/>
                </a:lnTo>
                <a:lnTo>
                  <a:pt x="3364338" y="362429"/>
                </a:lnTo>
                <a:lnTo>
                  <a:pt x="3364774" y="362863"/>
                </a:lnTo>
                <a:lnTo>
                  <a:pt x="3365221" y="363289"/>
                </a:lnTo>
                <a:lnTo>
                  <a:pt x="3365680" y="363705"/>
                </a:lnTo>
                <a:lnTo>
                  <a:pt x="3366151" y="364113"/>
                </a:lnTo>
                <a:lnTo>
                  <a:pt x="3366634" y="364512"/>
                </a:lnTo>
                <a:lnTo>
                  <a:pt x="3367128" y="364902"/>
                </a:lnTo>
                <a:lnTo>
                  <a:pt x="3367634" y="365283"/>
                </a:lnTo>
                <a:lnTo>
                  <a:pt x="3368152" y="365656"/>
                </a:lnTo>
                <a:lnTo>
                  <a:pt x="3368681" y="366019"/>
                </a:lnTo>
                <a:lnTo>
                  <a:pt x="3369223" y="366374"/>
                </a:lnTo>
                <a:lnTo>
                  <a:pt x="3369776" y="366720"/>
                </a:lnTo>
                <a:lnTo>
                  <a:pt x="3370340" y="367057"/>
                </a:lnTo>
                <a:lnTo>
                  <a:pt x="3370917" y="367386"/>
                </a:lnTo>
                <a:lnTo>
                  <a:pt x="3371505" y="367706"/>
                </a:lnTo>
                <a:lnTo>
                  <a:pt x="3372105" y="368016"/>
                </a:lnTo>
                <a:lnTo>
                  <a:pt x="3372717" y="368318"/>
                </a:lnTo>
                <a:lnTo>
                  <a:pt x="3373340" y="368612"/>
                </a:lnTo>
                <a:lnTo>
                  <a:pt x="3373975" y="368896"/>
                </a:lnTo>
                <a:lnTo>
                  <a:pt x="3374622" y="369172"/>
                </a:lnTo>
                <a:lnTo>
                  <a:pt x="3375281" y="369438"/>
                </a:lnTo>
                <a:lnTo>
                  <a:pt x="3375951" y="369696"/>
                </a:lnTo>
                <a:lnTo>
                  <a:pt x="3376646" y="369931"/>
                </a:lnTo>
                <a:lnTo>
                  <a:pt x="3377348" y="370155"/>
                </a:lnTo>
                <a:lnTo>
                  <a:pt x="3378059" y="370370"/>
                </a:lnTo>
                <a:lnTo>
                  <a:pt x="3378778" y="370575"/>
                </a:lnTo>
                <a:lnTo>
                  <a:pt x="3379506" y="370769"/>
                </a:lnTo>
                <a:lnTo>
                  <a:pt x="3380241" y="370954"/>
                </a:lnTo>
                <a:lnTo>
                  <a:pt x="3380985" y="371128"/>
                </a:lnTo>
                <a:lnTo>
                  <a:pt x="3381737" y="371293"/>
                </a:lnTo>
                <a:lnTo>
                  <a:pt x="3382497" y="371448"/>
                </a:lnTo>
                <a:lnTo>
                  <a:pt x="3383266" y="371593"/>
                </a:lnTo>
                <a:lnTo>
                  <a:pt x="3384042" y="371727"/>
                </a:lnTo>
                <a:lnTo>
                  <a:pt x="3384827" y="371852"/>
                </a:lnTo>
                <a:lnTo>
                  <a:pt x="3385620" y="371967"/>
                </a:lnTo>
                <a:lnTo>
                  <a:pt x="3386422" y="372072"/>
                </a:lnTo>
                <a:lnTo>
                  <a:pt x="3387231" y="372166"/>
                </a:lnTo>
                <a:lnTo>
                  <a:pt x="3388049" y="372251"/>
                </a:lnTo>
                <a:lnTo>
                  <a:pt x="3388875" y="372326"/>
                </a:lnTo>
                <a:lnTo>
                  <a:pt x="3389709" y="372391"/>
                </a:lnTo>
                <a:lnTo>
                  <a:pt x="3390551" y="372446"/>
                </a:lnTo>
                <a:lnTo>
                  <a:pt x="3391402" y="372491"/>
                </a:lnTo>
                <a:lnTo>
                  <a:pt x="3392261" y="372526"/>
                </a:lnTo>
                <a:lnTo>
                  <a:pt x="3393128" y="372551"/>
                </a:lnTo>
                <a:lnTo>
                  <a:pt x="3394003" y="372566"/>
                </a:lnTo>
                <a:lnTo>
                  <a:pt x="3394887" y="372571"/>
                </a:lnTo>
                <a:lnTo>
                  <a:pt x="3395895" y="372566"/>
                </a:lnTo>
                <a:lnTo>
                  <a:pt x="3396891" y="372551"/>
                </a:lnTo>
                <a:lnTo>
                  <a:pt x="3397874" y="372526"/>
                </a:lnTo>
                <a:lnTo>
                  <a:pt x="3398846" y="372491"/>
                </a:lnTo>
                <a:lnTo>
                  <a:pt x="3399805" y="372446"/>
                </a:lnTo>
                <a:lnTo>
                  <a:pt x="3400751" y="372391"/>
                </a:lnTo>
                <a:lnTo>
                  <a:pt x="3401685" y="372326"/>
                </a:lnTo>
                <a:lnTo>
                  <a:pt x="3402607" y="372251"/>
                </a:lnTo>
                <a:lnTo>
                  <a:pt x="3403517" y="372166"/>
                </a:lnTo>
                <a:close/>
                <a:moveTo>
                  <a:pt x="2953963" y="307744"/>
                </a:moveTo>
                <a:lnTo>
                  <a:pt x="2953981" y="307850"/>
                </a:lnTo>
                <a:lnTo>
                  <a:pt x="2953999" y="307962"/>
                </a:lnTo>
                <a:lnTo>
                  <a:pt x="2954017" y="308081"/>
                </a:lnTo>
                <a:lnTo>
                  <a:pt x="2954036" y="308206"/>
                </a:lnTo>
                <a:lnTo>
                  <a:pt x="2954056" y="308338"/>
                </a:lnTo>
                <a:lnTo>
                  <a:pt x="2954076" y="308476"/>
                </a:lnTo>
                <a:lnTo>
                  <a:pt x="2954097" y="308621"/>
                </a:lnTo>
                <a:lnTo>
                  <a:pt x="2954118" y="308772"/>
                </a:lnTo>
                <a:lnTo>
                  <a:pt x="2954140" y="308930"/>
                </a:lnTo>
                <a:lnTo>
                  <a:pt x="2954163" y="309094"/>
                </a:lnTo>
                <a:lnTo>
                  <a:pt x="2954186" y="309264"/>
                </a:lnTo>
                <a:lnTo>
                  <a:pt x="2954210" y="309441"/>
                </a:lnTo>
                <a:lnTo>
                  <a:pt x="2954234" y="309625"/>
                </a:lnTo>
                <a:lnTo>
                  <a:pt x="2954259" y="309815"/>
                </a:lnTo>
                <a:lnTo>
                  <a:pt x="2954285" y="310011"/>
                </a:lnTo>
                <a:lnTo>
                  <a:pt x="2954311" y="310214"/>
                </a:lnTo>
                <a:lnTo>
                  <a:pt x="2954338" y="310423"/>
                </a:lnTo>
                <a:lnTo>
                  <a:pt x="2954365" y="310639"/>
                </a:lnTo>
                <a:lnTo>
                  <a:pt x="2954393" y="310861"/>
                </a:lnTo>
                <a:lnTo>
                  <a:pt x="2969947" y="310861"/>
                </a:lnTo>
                <a:lnTo>
                  <a:pt x="2969947" y="308832"/>
                </a:lnTo>
                <a:lnTo>
                  <a:pt x="2969956" y="308274"/>
                </a:lnTo>
                <a:lnTo>
                  <a:pt x="2969981" y="307726"/>
                </a:lnTo>
                <a:lnTo>
                  <a:pt x="2970024" y="307189"/>
                </a:lnTo>
                <a:lnTo>
                  <a:pt x="2970083" y="306663"/>
                </a:lnTo>
                <a:lnTo>
                  <a:pt x="2970160" y="306147"/>
                </a:lnTo>
                <a:lnTo>
                  <a:pt x="2970253" y="305641"/>
                </a:lnTo>
                <a:lnTo>
                  <a:pt x="2970364" y="305146"/>
                </a:lnTo>
                <a:lnTo>
                  <a:pt x="2970492" y="304662"/>
                </a:lnTo>
                <a:lnTo>
                  <a:pt x="2970637" y="304188"/>
                </a:lnTo>
                <a:lnTo>
                  <a:pt x="2970798" y="303725"/>
                </a:lnTo>
                <a:lnTo>
                  <a:pt x="2970977" y="303272"/>
                </a:lnTo>
                <a:lnTo>
                  <a:pt x="2971173" y="302830"/>
                </a:lnTo>
                <a:lnTo>
                  <a:pt x="2971386" y="302399"/>
                </a:lnTo>
                <a:lnTo>
                  <a:pt x="2971615" y="301978"/>
                </a:lnTo>
                <a:lnTo>
                  <a:pt x="2971862" y="301568"/>
                </a:lnTo>
                <a:lnTo>
                  <a:pt x="2972126" y="301168"/>
                </a:lnTo>
                <a:lnTo>
                  <a:pt x="2972407" y="300779"/>
                </a:lnTo>
                <a:lnTo>
                  <a:pt x="2972705" y="300400"/>
                </a:lnTo>
                <a:lnTo>
                  <a:pt x="2973020" y="300032"/>
                </a:lnTo>
                <a:lnTo>
                  <a:pt x="2973352" y="299674"/>
                </a:lnTo>
                <a:lnTo>
                  <a:pt x="2973701" y="299327"/>
                </a:lnTo>
                <a:lnTo>
                  <a:pt x="2974067" y="298991"/>
                </a:lnTo>
                <a:lnTo>
                  <a:pt x="2974450" y="298665"/>
                </a:lnTo>
                <a:lnTo>
                  <a:pt x="2974850" y="298350"/>
                </a:lnTo>
                <a:lnTo>
                  <a:pt x="2975266" y="298047"/>
                </a:lnTo>
                <a:lnTo>
                  <a:pt x="2975695" y="297756"/>
                </a:lnTo>
                <a:lnTo>
                  <a:pt x="2976139" y="297478"/>
                </a:lnTo>
                <a:lnTo>
                  <a:pt x="2976597" y="297214"/>
                </a:lnTo>
                <a:lnTo>
                  <a:pt x="2977069" y="296962"/>
                </a:lnTo>
                <a:lnTo>
                  <a:pt x="2977555" y="296723"/>
                </a:lnTo>
                <a:lnTo>
                  <a:pt x="2978055" y="296497"/>
                </a:lnTo>
                <a:lnTo>
                  <a:pt x="2978570" y="296284"/>
                </a:lnTo>
                <a:lnTo>
                  <a:pt x="2979098" y="296084"/>
                </a:lnTo>
                <a:lnTo>
                  <a:pt x="2979640" y="295896"/>
                </a:lnTo>
                <a:lnTo>
                  <a:pt x="2980197" y="295722"/>
                </a:lnTo>
                <a:lnTo>
                  <a:pt x="2980767" y="295561"/>
                </a:lnTo>
                <a:lnTo>
                  <a:pt x="2981352" y="295412"/>
                </a:lnTo>
                <a:lnTo>
                  <a:pt x="2981951" y="295276"/>
                </a:lnTo>
                <a:lnTo>
                  <a:pt x="2982564" y="295154"/>
                </a:lnTo>
                <a:lnTo>
                  <a:pt x="2983191" y="295044"/>
                </a:lnTo>
                <a:lnTo>
                  <a:pt x="2983832" y="294947"/>
                </a:lnTo>
                <a:lnTo>
                  <a:pt x="2984487" y="294863"/>
                </a:lnTo>
                <a:lnTo>
                  <a:pt x="2985156" y="294792"/>
                </a:lnTo>
                <a:lnTo>
                  <a:pt x="2985839" y="294734"/>
                </a:lnTo>
                <a:lnTo>
                  <a:pt x="2986537" y="294689"/>
                </a:lnTo>
                <a:lnTo>
                  <a:pt x="2987248" y="294656"/>
                </a:lnTo>
                <a:lnTo>
                  <a:pt x="2987974" y="294637"/>
                </a:lnTo>
                <a:lnTo>
                  <a:pt x="2988713" y="294631"/>
                </a:lnTo>
                <a:lnTo>
                  <a:pt x="2989521" y="294637"/>
                </a:lnTo>
                <a:lnTo>
                  <a:pt x="2990308" y="294656"/>
                </a:lnTo>
                <a:lnTo>
                  <a:pt x="2991075" y="294689"/>
                </a:lnTo>
                <a:lnTo>
                  <a:pt x="2991822" y="294734"/>
                </a:lnTo>
                <a:lnTo>
                  <a:pt x="2992550" y="294792"/>
                </a:lnTo>
                <a:lnTo>
                  <a:pt x="2993257" y="294863"/>
                </a:lnTo>
                <a:lnTo>
                  <a:pt x="2993945" y="294947"/>
                </a:lnTo>
                <a:lnTo>
                  <a:pt x="2994612" y="295044"/>
                </a:lnTo>
                <a:lnTo>
                  <a:pt x="2995260" y="295154"/>
                </a:lnTo>
                <a:lnTo>
                  <a:pt x="2995887" y="295276"/>
                </a:lnTo>
                <a:lnTo>
                  <a:pt x="2996495" y="295412"/>
                </a:lnTo>
                <a:lnTo>
                  <a:pt x="2997082" y="295561"/>
                </a:lnTo>
                <a:lnTo>
                  <a:pt x="2997650" y="295722"/>
                </a:lnTo>
                <a:lnTo>
                  <a:pt x="2998198" y="295896"/>
                </a:lnTo>
                <a:lnTo>
                  <a:pt x="2998725" y="296084"/>
                </a:lnTo>
                <a:lnTo>
                  <a:pt x="2999233" y="296284"/>
                </a:lnTo>
                <a:lnTo>
                  <a:pt x="2999721" y="296497"/>
                </a:lnTo>
                <a:lnTo>
                  <a:pt x="3000189" y="296723"/>
                </a:lnTo>
                <a:lnTo>
                  <a:pt x="3000637" y="296962"/>
                </a:lnTo>
                <a:lnTo>
                  <a:pt x="3001065" y="297214"/>
                </a:lnTo>
                <a:lnTo>
                  <a:pt x="3001473" y="297478"/>
                </a:lnTo>
                <a:lnTo>
                  <a:pt x="3001861" y="297756"/>
                </a:lnTo>
                <a:lnTo>
                  <a:pt x="3002229" y="298047"/>
                </a:lnTo>
                <a:lnTo>
                  <a:pt x="3002577" y="298350"/>
                </a:lnTo>
                <a:lnTo>
                  <a:pt x="3002922" y="298668"/>
                </a:lnTo>
                <a:lnTo>
                  <a:pt x="3003252" y="299001"/>
                </a:lnTo>
                <a:lnTo>
                  <a:pt x="3003568" y="299349"/>
                </a:lnTo>
                <a:lnTo>
                  <a:pt x="3003869" y="299712"/>
                </a:lnTo>
                <a:lnTo>
                  <a:pt x="3004155" y="300091"/>
                </a:lnTo>
                <a:lnTo>
                  <a:pt x="3004426" y="300484"/>
                </a:lnTo>
                <a:lnTo>
                  <a:pt x="3004683" y="300894"/>
                </a:lnTo>
                <a:lnTo>
                  <a:pt x="3004925" y="301318"/>
                </a:lnTo>
                <a:lnTo>
                  <a:pt x="3005153" y="301758"/>
                </a:lnTo>
                <a:lnTo>
                  <a:pt x="3005365" y="302213"/>
                </a:lnTo>
                <a:lnTo>
                  <a:pt x="3005564" y="302683"/>
                </a:lnTo>
                <a:lnTo>
                  <a:pt x="3005747" y="303168"/>
                </a:lnTo>
                <a:lnTo>
                  <a:pt x="3005916" y="303669"/>
                </a:lnTo>
                <a:lnTo>
                  <a:pt x="3006070" y="304185"/>
                </a:lnTo>
                <a:lnTo>
                  <a:pt x="3006209" y="304716"/>
                </a:lnTo>
                <a:lnTo>
                  <a:pt x="3006334" y="305263"/>
                </a:lnTo>
                <a:lnTo>
                  <a:pt x="3006444" y="305825"/>
                </a:lnTo>
                <a:lnTo>
                  <a:pt x="3006539" y="306402"/>
                </a:lnTo>
                <a:lnTo>
                  <a:pt x="3006620" y="306994"/>
                </a:lnTo>
                <a:lnTo>
                  <a:pt x="3006686" y="307602"/>
                </a:lnTo>
                <a:lnTo>
                  <a:pt x="3006738" y="308225"/>
                </a:lnTo>
                <a:lnTo>
                  <a:pt x="3006774" y="308863"/>
                </a:lnTo>
                <a:lnTo>
                  <a:pt x="3006796" y="309516"/>
                </a:lnTo>
                <a:lnTo>
                  <a:pt x="3006804" y="310185"/>
                </a:lnTo>
                <a:lnTo>
                  <a:pt x="3006804" y="319652"/>
                </a:lnTo>
                <a:lnTo>
                  <a:pt x="3005141" y="319657"/>
                </a:lnTo>
                <a:lnTo>
                  <a:pt x="3003504" y="319672"/>
                </a:lnTo>
                <a:lnTo>
                  <a:pt x="3001895" y="319697"/>
                </a:lnTo>
                <a:lnTo>
                  <a:pt x="3000313" y="319732"/>
                </a:lnTo>
                <a:lnTo>
                  <a:pt x="2998758" y="319777"/>
                </a:lnTo>
                <a:lnTo>
                  <a:pt x="2997230" y="319832"/>
                </a:lnTo>
                <a:lnTo>
                  <a:pt x="2995729" y="319897"/>
                </a:lnTo>
                <a:lnTo>
                  <a:pt x="2994255" y="319972"/>
                </a:lnTo>
                <a:lnTo>
                  <a:pt x="2992808" y="320057"/>
                </a:lnTo>
                <a:lnTo>
                  <a:pt x="2991388" y="320151"/>
                </a:lnTo>
                <a:lnTo>
                  <a:pt x="2989995" y="320256"/>
                </a:lnTo>
                <a:lnTo>
                  <a:pt x="2988629" y="320371"/>
                </a:lnTo>
                <a:lnTo>
                  <a:pt x="2987290" y="320496"/>
                </a:lnTo>
                <a:lnTo>
                  <a:pt x="2985978" y="320630"/>
                </a:lnTo>
                <a:lnTo>
                  <a:pt x="2984693" y="320775"/>
                </a:lnTo>
                <a:lnTo>
                  <a:pt x="2983435" y="320930"/>
                </a:lnTo>
                <a:lnTo>
                  <a:pt x="2982204" y="321094"/>
                </a:lnTo>
                <a:lnTo>
                  <a:pt x="2981000" y="321269"/>
                </a:lnTo>
                <a:lnTo>
                  <a:pt x="2979823" y="321454"/>
                </a:lnTo>
                <a:lnTo>
                  <a:pt x="2978673" y="321648"/>
                </a:lnTo>
                <a:lnTo>
                  <a:pt x="2977550" y="321853"/>
                </a:lnTo>
                <a:lnTo>
                  <a:pt x="2976454" y="322068"/>
                </a:lnTo>
                <a:lnTo>
                  <a:pt x="2975385" y="322292"/>
                </a:lnTo>
                <a:lnTo>
                  <a:pt x="2974343" y="322527"/>
                </a:lnTo>
                <a:lnTo>
                  <a:pt x="2973340" y="322772"/>
                </a:lnTo>
                <a:lnTo>
                  <a:pt x="2972360" y="323029"/>
                </a:lnTo>
                <a:lnTo>
                  <a:pt x="2971403" y="323298"/>
                </a:lnTo>
                <a:lnTo>
                  <a:pt x="2970468" y="323579"/>
                </a:lnTo>
                <a:lnTo>
                  <a:pt x="2969557" y="323871"/>
                </a:lnTo>
                <a:lnTo>
                  <a:pt x="2968669" y="324175"/>
                </a:lnTo>
                <a:lnTo>
                  <a:pt x="2967803" y="324491"/>
                </a:lnTo>
                <a:lnTo>
                  <a:pt x="2966960" y="324819"/>
                </a:lnTo>
                <a:lnTo>
                  <a:pt x="2966140" y="325158"/>
                </a:lnTo>
                <a:lnTo>
                  <a:pt x="2965344" y="325509"/>
                </a:lnTo>
                <a:lnTo>
                  <a:pt x="2964570" y="325872"/>
                </a:lnTo>
                <a:lnTo>
                  <a:pt x="2963818" y="326246"/>
                </a:lnTo>
                <a:lnTo>
                  <a:pt x="2963090" y="326633"/>
                </a:lnTo>
                <a:lnTo>
                  <a:pt x="2962385" y="327031"/>
                </a:lnTo>
                <a:lnTo>
                  <a:pt x="2961702" y="327440"/>
                </a:lnTo>
                <a:lnTo>
                  <a:pt x="2961043" y="327862"/>
                </a:lnTo>
                <a:lnTo>
                  <a:pt x="2960406" y="328295"/>
                </a:lnTo>
                <a:lnTo>
                  <a:pt x="2959793" y="328740"/>
                </a:lnTo>
                <a:lnTo>
                  <a:pt x="2959202" y="329197"/>
                </a:lnTo>
                <a:lnTo>
                  <a:pt x="2958634" y="329665"/>
                </a:lnTo>
                <a:lnTo>
                  <a:pt x="2958089" y="330145"/>
                </a:lnTo>
                <a:lnTo>
                  <a:pt x="2957567" y="330637"/>
                </a:lnTo>
                <a:lnTo>
                  <a:pt x="2957067" y="331141"/>
                </a:lnTo>
                <a:lnTo>
                  <a:pt x="2956591" y="331656"/>
                </a:lnTo>
                <a:lnTo>
                  <a:pt x="2956149" y="332171"/>
                </a:lnTo>
                <a:lnTo>
                  <a:pt x="2955727" y="332699"/>
                </a:lnTo>
                <a:lnTo>
                  <a:pt x="2955323" y="333241"/>
                </a:lnTo>
                <a:lnTo>
                  <a:pt x="2954938" y="333798"/>
                </a:lnTo>
                <a:lnTo>
                  <a:pt x="2954571" y="334368"/>
                </a:lnTo>
                <a:lnTo>
                  <a:pt x="2954224" y="334953"/>
                </a:lnTo>
                <a:lnTo>
                  <a:pt x="2953895" y="335552"/>
                </a:lnTo>
                <a:lnTo>
                  <a:pt x="2953585" y="336165"/>
                </a:lnTo>
                <a:lnTo>
                  <a:pt x="2953294" y="336792"/>
                </a:lnTo>
                <a:lnTo>
                  <a:pt x="2953022" y="337433"/>
                </a:lnTo>
                <a:lnTo>
                  <a:pt x="2952768" y="338088"/>
                </a:lnTo>
                <a:lnTo>
                  <a:pt x="2952533" y="338757"/>
                </a:lnTo>
                <a:lnTo>
                  <a:pt x="2952317" y="339440"/>
                </a:lnTo>
                <a:lnTo>
                  <a:pt x="2952120" y="340138"/>
                </a:lnTo>
                <a:lnTo>
                  <a:pt x="2951942" y="340849"/>
                </a:lnTo>
                <a:lnTo>
                  <a:pt x="2951782" y="341575"/>
                </a:lnTo>
                <a:lnTo>
                  <a:pt x="2951641" y="342315"/>
                </a:lnTo>
                <a:lnTo>
                  <a:pt x="2951519" y="343068"/>
                </a:lnTo>
                <a:lnTo>
                  <a:pt x="2951416" y="343836"/>
                </a:lnTo>
                <a:lnTo>
                  <a:pt x="2951331" y="344618"/>
                </a:lnTo>
                <a:lnTo>
                  <a:pt x="2951265" y="345414"/>
                </a:lnTo>
                <a:lnTo>
                  <a:pt x="2951218" y="346224"/>
                </a:lnTo>
                <a:lnTo>
                  <a:pt x="2951190" y="347049"/>
                </a:lnTo>
                <a:lnTo>
                  <a:pt x="2951181" y="347887"/>
                </a:lnTo>
                <a:lnTo>
                  <a:pt x="2951193" y="348891"/>
                </a:lnTo>
                <a:lnTo>
                  <a:pt x="2951230" y="349875"/>
                </a:lnTo>
                <a:lnTo>
                  <a:pt x="2951292" y="350838"/>
                </a:lnTo>
                <a:lnTo>
                  <a:pt x="2951378" y="351780"/>
                </a:lnTo>
                <a:lnTo>
                  <a:pt x="2951489" y="352702"/>
                </a:lnTo>
                <a:lnTo>
                  <a:pt x="2951625" y="353603"/>
                </a:lnTo>
                <a:lnTo>
                  <a:pt x="2951785" y="354484"/>
                </a:lnTo>
                <a:lnTo>
                  <a:pt x="2951970" y="355345"/>
                </a:lnTo>
                <a:lnTo>
                  <a:pt x="2952179" y="356184"/>
                </a:lnTo>
                <a:lnTo>
                  <a:pt x="2952414" y="357004"/>
                </a:lnTo>
                <a:lnTo>
                  <a:pt x="2952672" y="357802"/>
                </a:lnTo>
                <a:lnTo>
                  <a:pt x="2952956" y="358580"/>
                </a:lnTo>
                <a:lnTo>
                  <a:pt x="2953264" y="359338"/>
                </a:lnTo>
                <a:lnTo>
                  <a:pt x="2953597" y="360075"/>
                </a:lnTo>
                <a:lnTo>
                  <a:pt x="2953954" y="360791"/>
                </a:lnTo>
                <a:lnTo>
                  <a:pt x="2954337" y="361487"/>
                </a:lnTo>
                <a:lnTo>
                  <a:pt x="2954743" y="362163"/>
                </a:lnTo>
                <a:lnTo>
                  <a:pt x="2955175" y="362818"/>
                </a:lnTo>
                <a:lnTo>
                  <a:pt x="2955631" y="363452"/>
                </a:lnTo>
                <a:lnTo>
                  <a:pt x="2956112" y="364066"/>
                </a:lnTo>
                <a:lnTo>
                  <a:pt x="2956617" y="364659"/>
                </a:lnTo>
                <a:lnTo>
                  <a:pt x="2957147" y="365231"/>
                </a:lnTo>
                <a:lnTo>
                  <a:pt x="2957702" y="365784"/>
                </a:lnTo>
                <a:lnTo>
                  <a:pt x="2958282" y="366315"/>
                </a:lnTo>
                <a:lnTo>
                  <a:pt x="2958898" y="366826"/>
                </a:lnTo>
                <a:lnTo>
                  <a:pt x="2959535" y="367314"/>
                </a:lnTo>
                <a:lnTo>
                  <a:pt x="2960194" y="367781"/>
                </a:lnTo>
                <a:lnTo>
                  <a:pt x="2960874" y="368226"/>
                </a:lnTo>
                <a:lnTo>
                  <a:pt x="2961575" y="368650"/>
                </a:lnTo>
                <a:lnTo>
                  <a:pt x="2962297" y="369052"/>
                </a:lnTo>
                <a:lnTo>
                  <a:pt x="2963040" y="369432"/>
                </a:lnTo>
                <a:lnTo>
                  <a:pt x="2963804" y="369790"/>
                </a:lnTo>
                <a:lnTo>
                  <a:pt x="2964590" y="370127"/>
                </a:lnTo>
                <a:lnTo>
                  <a:pt x="2965396" y="370442"/>
                </a:lnTo>
                <a:lnTo>
                  <a:pt x="2966224" y="370735"/>
                </a:lnTo>
                <a:lnTo>
                  <a:pt x="2967073" y="371007"/>
                </a:lnTo>
                <a:lnTo>
                  <a:pt x="2967943" y="371256"/>
                </a:lnTo>
                <a:lnTo>
                  <a:pt x="2968834" y="371485"/>
                </a:lnTo>
                <a:lnTo>
                  <a:pt x="2969746" y="371691"/>
                </a:lnTo>
                <a:lnTo>
                  <a:pt x="2970680" y="371876"/>
                </a:lnTo>
                <a:lnTo>
                  <a:pt x="2971634" y="372038"/>
                </a:lnTo>
                <a:lnTo>
                  <a:pt x="2972610" y="372180"/>
                </a:lnTo>
                <a:lnTo>
                  <a:pt x="2973607" y="372299"/>
                </a:lnTo>
                <a:lnTo>
                  <a:pt x="2974625" y="372397"/>
                </a:lnTo>
                <a:lnTo>
                  <a:pt x="2975664" y="372473"/>
                </a:lnTo>
                <a:lnTo>
                  <a:pt x="2976724" y="372527"/>
                </a:lnTo>
                <a:lnTo>
                  <a:pt x="2977805" y="372560"/>
                </a:lnTo>
                <a:lnTo>
                  <a:pt x="2978908" y="372571"/>
                </a:lnTo>
                <a:lnTo>
                  <a:pt x="2979414" y="372568"/>
                </a:lnTo>
                <a:lnTo>
                  <a:pt x="2979919" y="372561"/>
                </a:lnTo>
                <a:lnTo>
                  <a:pt x="2980421" y="372549"/>
                </a:lnTo>
                <a:lnTo>
                  <a:pt x="2980922" y="372533"/>
                </a:lnTo>
                <a:lnTo>
                  <a:pt x="2981422" y="372512"/>
                </a:lnTo>
                <a:lnTo>
                  <a:pt x="2981919" y="372486"/>
                </a:lnTo>
                <a:lnTo>
                  <a:pt x="2982415" y="372456"/>
                </a:lnTo>
                <a:lnTo>
                  <a:pt x="2982909" y="372420"/>
                </a:lnTo>
                <a:lnTo>
                  <a:pt x="2983401" y="372380"/>
                </a:lnTo>
                <a:lnTo>
                  <a:pt x="2983892" y="372336"/>
                </a:lnTo>
                <a:lnTo>
                  <a:pt x="2984380" y="372286"/>
                </a:lnTo>
                <a:lnTo>
                  <a:pt x="2984867" y="372232"/>
                </a:lnTo>
                <a:lnTo>
                  <a:pt x="2985353" y="372174"/>
                </a:lnTo>
                <a:lnTo>
                  <a:pt x="2985836" y="372110"/>
                </a:lnTo>
                <a:lnTo>
                  <a:pt x="2986318" y="372042"/>
                </a:lnTo>
                <a:lnTo>
                  <a:pt x="2986798" y="371969"/>
                </a:lnTo>
                <a:lnTo>
                  <a:pt x="2987276" y="371892"/>
                </a:lnTo>
                <a:lnTo>
                  <a:pt x="2987752" y="371810"/>
                </a:lnTo>
                <a:lnTo>
                  <a:pt x="2988227" y="371723"/>
                </a:lnTo>
                <a:lnTo>
                  <a:pt x="2988700" y="371631"/>
                </a:lnTo>
                <a:lnTo>
                  <a:pt x="2989171" y="371535"/>
                </a:lnTo>
                <a:lnTo>
                  <a:pt x="2989640" y="371434"/>
                </a:lnTo>
                <a:lnTo>
                  <a:pt x="2990108" y="371328"/>
                </a:lnTo>
                <a:lnTo>
                  <a:pt x="2990573" y="371218"/>
                </a:lnTo>
                <a:lnTo>
                  <a:pt x="2991037" y="371116"/>
                </a:lnTo>
                <a:lnTo>
                  <a:pt x="2991496" y="371008"/>
                </a:lnTo>
                <a:lnTo>
                  <a:pt x="2991952" y="370893"/>
                </a:lnTo>
                <a:lnTo>
                  <a:pt x="2992405" y="370772"/>
                </a:lnTo>
                <a:lnTo>
                  <a:pt x="2992854" y="370644"/>
                </a:lnTo>
                <a:lnTo>
                  <a:pt x="2993300" y="370510"/>
                </a:lnTo>
                <a:lnTo>
                  <a:pt x="2993742" y="370369"/>
                </a:lnTo>
                <a:lnTo>
                  <a:pt x="2994180" y="370222"/>
                </a:lnTo>
                <a:lnTo>
                  <a:pt x="2994615" y="370069"/>
                </a:lnTo>
                <a:lnTo>
                  <a:pt x="2995047" y="369909"/>
                </a:lnTo>
                <a:lnTo>
                  <a:pt x="2995474" y="369743"/>
                </a:lnTo>
                <a:lnTo>
                  <a:pt x="2995899" y="369570"/>
                </a:lnTo>
                <a:lnTo>
                  <a:pt x="2996320" y="369390"/>
                </a:lnTo>
                <a:lnTo>
                  <a:pt x="2996737" y="369204"/>
                </a:lnTo>
                <a:lnTo>
                  <a:pt x="2997151" y="369012"/>
                </a:lnTo>
                <a:lnTo>
                  <a:pt x="2997561" y="368814"/>
                </a:lnTo>
                <a:lnTo>
                  <a:pt x="2997968" y="368608"/>
                </a:lnTo>
                <a:lnTo>
                  <a:pt x="2998371" y="368397"/>
                </a:lnTo>
                <a:lnTo>
                  <a:pt x="2998771" y="368179"/>
                </a:lnTo>
                <a:lnTo>
                  <a:pt x="2999167" y="367954"/>
                </a:lnTo>
                <a:lnTo>
                  <a:pt x="2999560" y="367723"/>
                </a:lnTo>
                <a:lnTo>
                  <a:pt x="2999949" y="367486"/>
                </a:lnTo>
                <a:lnTo>
                  <a:pt x="3000335" y="367242"/>
                </a:lnTo>
                <a:lnTo>
                  <a:pt x="3000717" y="366991"/>
                </a:lnTo>
                <a:lnTo>
                  <a:pt x="3001095" y="366720"/>
                </a:lnTo>
                <a:lnTo>
                  <a:pt x="3001466" y="366442"/>
                </a:lnTo>
                <a:lnTo>
                  <a:pt x="3001832" y="366156"/>
                </a:lnTo>
                <a:lnTo>
                  <a:pt x="3002192" y="365864"/>
                </a:lnTo>
                <a:lnTo>
                  <a:pt x="3002546" y="365565"/>
                </a:lnTo>
                <a:lnTo>
                  <a:pt x="3002894" y="365258"/>
                </a:lnTo>
                <a:lnTo>
                  <a:pt x="3003236" y="364945"/>
                </a:lnTo>
                <a:lnTo>
                  <a:pt x="3003573" y="364624"/>
                </a:lnTo>
                <a:lnTo>
                  <a:pt x="3003903" y="364297"/>
                </a:lnTo>
                <a:lnTo>
                  <a:pt x="3004228" y="363962"/>
                </a:lnTo>
                <a:lnTo>
                  <a:pt x="3004547" y="363621"/>
                </a:lnTo>
                <a:lnTo>
                  <a:pt x="3004859" y="363272"/>
                </a:lnTo>
                <a:lnTo>
                  <a:pt x="3005166" y="362916"/>
                </a:lnTo>
                <a:lnTo>
                  <a:pt x="3005468" y="362553"/>
                </a:lnTo>
                <a:lnTo>
                  <a:pt x="3005763" y="362183"/>
                </a:lnTo>
                <a:lnTo>
                  <a:pt x="3006052" y="361807"/>
                </a:lnTo>
                <a:lnTo>
                  <a:pt x="3006336" y="361423"/>
                </a:lnTo>
                <a:lnTo>
                  <a:pt x="3006613" y="361032"/>
                </a:lnTo>
                <a:lnTo>
                  <a:pt x="3006885" y="360634"/>
                </a:lnTo>
                <a:lnTo>
                  <a:pt x="3007151" y="360229"/>
                </a:lnTo>
                <a:lnTo>
                  <a:pt x="3007411" y="359817"/>
                </a:lnTo>
                <a:lnTo>
                  <a:pt x="3007665" y="359397"/>
                </a:lnTo>
                <a:lnTo>
                  <a:pt x="3007914" y="358971"/>
                </a:lnTo>
                <a:lnTo>
                  <a:pt x="3008156" y="358538"/>
                </a:lnTo>
                <a:lnTo>
                  <a:pt x="3008200" y="358985"/>
                </a:lnTo>
                <a:lnTo>
                  <a:pt x="3008248" y="359423"/>
                </a:lnTo>
                <a:lnTo>
                  <a:pt x="3008299" y="359854"/>
                </a:lnTo>
                <a:lnTo>
                  <a:pt x="3008353" y="360276"/>
                </a:lnTo>
                <a:lnTo>
                  <a:pt x="3008412" y="360690"/>
                </a:lnTo>
                <a:lnTo>
                  <a:pt x="3008473" y="361095"/>
                </a:lnTo>
                <a:lnTo>
                  <a:pt x="3008538" y="361493"/>
                </a:lnTo>
                <a:lnTo>
                  <a:pt x="3008607" y="361882"/>
                </a:lnTo>
                <a:lnTo>
                  <a:pt x="3008679" y="362263"/>
                </a:lnTo>
                <a:lnTo>
                  <a:pt x="3008755" y="362636"/>
                </a:lnTo>
                <a:lnTo>
                  <a:pt x="3008834" y="363000"/>
                </a:lnTo>
                <a:lnTo>
                  <a:pt x="3008917" y="363356"/>
                </a:lnTo>
                <a:lnTo>
                  <a:pt x="3009003" y="363704"/>
                </a:lnTo>
                <a:lnTo>
                  <a:pt x="3009093" y="364044"/>
                </a:lnTo>
                <a:lnTo>
                  <a:pt x="3009187" y="364376"/>
                </a:lnTo>
                <a:lnTo>
                  <a:pt x="3009283" y="364699"/>
                </a:lnTo>
                <a:lnTo>
                  <a:pt x="3009384" y="365015"/>
                </a:lnTo>
                <a:lnTo>
                  <a:pt x="3009488" y="365322"/>
                </a:lnTo>
                <a:lnTo>
                  <a:pt x="3009595" y="365620"/>
                </a:lnTo>
                <a:lnTo>
                  <a:pt x="3009706" y="365911"/>
                </a:lnTo>
                <a:lnTo>
                  <a:pt x="3009820" y="366193"/>
                </a:lnTo>
                <a:lnTo>
                  <a:pt x="3009938" y="366468"/>
                </a:lnTo>
                <a:lnTo>
                  <a:pt x="3010060" y="366733"/>
                </a:lnTo>
                <a:lnTo>
                  <a:pt x="3010185" y="366991"/>
                </a:lnTo>
                <a:lnTo>
                  <a:pt x="3010315" y="367242"/>
                </a:lnTo>
                <a:lnTo>
                  <a:pt x="3010450" y="367486"/>
                </a:lnTo>
                <a:lnTo>
                  <a:pt x="3010592" y="367723"/>
                </a:lnTo>
                <a:lnTo>
                  <a:pt x="3010739" y="367954"/>
                </a:lnTo>
                <a:lnTo>
                  <a:pt x="3010892" y="368179"/>
                </a:lnTo>
                <a:lnTo>
                  <a:pt x="3011052" y="368397"/>
                </a:lnTo>
                <a:lnTo>
                  <a:pt x="3011217" y="368608"/>
                </a:lnTo>
                <a:lnTo>
                  <a:pt x="3011387" y="368814"/>
                </a:lnTo>
                <a:lnTo>
                  <a:pt x="3011564" y="369012"/>
                </a:lnTo>
                <a:lnTo>
                  <a:pt x="3011747" y="369204"/>
                </a:lnTo>
                <a:lnTo>
                  <a:pt x="3011935" y="369390"/>
                </a:lnTo>
                <a:lnTo>
                  <a:pt x="3012129" y="369570"/>
                </a:lnTo>
                <a:lnTo>
                  <a:pt x="3012330" y="369743"/>
                </a:lnTo>
                <a:lnTo>
                  <a:pt x="3012536" y="369909"/>
                </a:lnTo>
                <a:lnTo>
                  <a:pt x="3012748" y="370069"/>
                </a:lnTo>
                <a:lnTo>
                  <a:pt x="3012965" y="370222"/>
                </a:lnTo>
                <a:lnTo>
                  <a:pt x="3013189" y="370369"/>
                </a:lnTo>
                <a:lnTo>
                  <a:pt x="3013419" y="370510"/>
                </a:lnTo>
                <a:lnTo>
                  <a:pt x="3013654" y="370644"/>
                </a:lnTo>
                <a:lnTo>
                  <a:pt x="3013895" y="370772"/>
                </a:lnTo>
                <a:lnTo>
                  <a:pt x="3014142" y="370893"/>
                </a:lnTo>
                <a:lnTo>
                  <a:pt x="3014395" y="371008"/>
                </a:lnTo>
                <a:lnTo>
                  <a:pt x="3014654" y="371116"/>
                </a:lnTo>
                <a:lnTo>
                  <a:pt x="3014919" y="371218"/>
                </a:lnTo>
                <a:lnTo>
                  <a:pt x="3015190" y="371328"/>
                </a:lnTo>
                <a:lnTo>
                  <a:pt x="3015467" y="371434"/>
                </a:lnTo>
                <a:lnTo>
                  <a:pt x="3015751" y="371535"/>
                </a:lnTo>
                <a:lnTo>
                  <a:pt x="3016041" y="371631"/>
                </a:lnTo>
                <a:lnTo>
                  <a:pt x="3016338" y="371723"/>
                </a:lnTo>
                <a:lnTo>
                  <a:pt x="3016641" y="371810"/>
                </a:lnTo>
                <a:lnTo>
                  <a:pt x="3016951" y="371892"/>
                </a:lnTo>
                <a:lnTo>
                  <a:pt x="3017267" y="371969"/>
                </a:lnTo>
                <a:lnTo>
                  <a:pt x="3017590" y="372042"/>
                </a:lnTo>
                <a:lnTo>
                  <a:pt x="3017919" y="372110"/>
                </a:lnTo>
                <a:lnTo>
                  <a:pt x="3018254" y="372174"/>
                </a:lnTo>
                <a:lnTo>
                  <a:pt x="3018596" y="372232"/>
                </a:lnTo>
                <a:lnTo>
                  <a:pt x="3018945" y="372286"/>
                </a:lnTo>
                <a:lnTo>
                  <a:pt x="3019299" y="372336"/>
                </a:lnTo>
                <a:lnTo>
                  <a:pt x="3019661" y="372380"/>
                </a:lnTo>
                <a:lnTo>
                  <a:pt x="3020028" y="372420"/>
                </a:lnTo>
                <a:lnTo>
                  <a:pt x="3020403" y="372456"/>
                </a:lnTo>
                <a:lnTo>
                  <a:pt x="3020783" y="372486"/>
                </a:lnTo>
                <a:lnTo>
                  <a:pt x="3021171" y="372512"/>
                </a:lnTo>
                <a:lnTo>
                  <a:pt x="3021564" y="372533"/>
                </a:lnTo>
                <a:lnTo>
                  <a:pt x="3021964" y="372549"/>
                </a:lnTo>
                <a:lnTo>
                  <a:pt x="3022371" y="372561"/>
                </a:lnTo>
                <a:lnTo>
                  <a:pt x="3022784" y="372568"/>
                </a:lnTo>
                <a:lnTo>
                  <a:pt x="3023203" y="372571"/>
                </a:lnTo>
                <a:lnTo>
                  <a:pt x="3023499" y="372569"/>
                </a:lnTo>
                <a:lnTo>
                  <a:pt x="3023793" y="372565"/>
                </a:lnTo>
                <a:lnTo>
                  <a:pt x="3024086" y="372557"/>
                </a:lnTo>
                <a:lnTo>
                  <a:pt x="3024377" y="372547"/>
                </a:lnTo>
                <a:lnTo>
                  <a:pt x="3024668" y="372534"/>
                </a:lnTo>
                <a:lnTo>
                  <a:pt x="3024957" y="372518"/>
                </a:lnTo>
                <a:lnTo>
                  <a:pt x="3025246" y="372499"/>
                </a:lnTo>
                <a:lnTo>
                  <a:pt x="3025533" y="372477"/>
                </a:lnTo>
                <a:lnTo>
                  <a:pt x="3025818" y="372452"/>
                </a:lnTo>
                <a:lnTo>
                  <a:pt x="3026103" y="372424"/>
                </a:lnTo>
                <a:lnTo>
                  <a:pt x="3026387" y="372393"/>
                </a:lnTo>
                <a:lnTo>
                  <a:pt x="3026669" y="372359"/>
                </a:lnTo>
                <a:lnTo>
                  <a:pt x="3026950" y="372323"/>
                </a:lnTo>
                <a:lnTo>
                  <a:pt x="3027230" y="372283"/>
                </a:lnTo>
                <a:lnTo>
                  <a:pt x="3027509" y="372240"/>
                </a:lnTo>
                <a:lnTo>
                  <a:pt x="3027787" y="372195"/>
                </a:lnTo>
                <a:lnTo>
                  <a:pt x="3028063" y="372146"/>
                </a:lnTo>
                <a:lnTo>
                  <a:pt x="3028339" y="372095"/>
                </a:lnTo>
                <a:lnTo>
                  <a:pt x="3028613" y="372041"/>
                </a:lnTo>
                <a:lnTo>
                  <a:pt x="3028886" y="371984"/>
                </a:lnTo>
                <a:lnTo>
                  <a:pt x="3029158" y="371923"/>
                </a:lnTo>
                <a:lnTo>
                  <a:pt x="3029428" y="371860"/>
                </a:lnTo>
                <a:lnTo>
                  <a:pt x="3029698" y="371794"/>
                </a:lnTo>
                <a:lnTo>
                  <a:pt x="3029966" y="371725"/>
                </a:lnTo>
                <a:lnTo>
                  <a:pt x="3030232" y="371654"/>
                </a:lnTo>
                <a:lnTo>
                  <a:pt x="3030494" y="371580"/>
                </a:lnTo>
                <a:lnTo>
                  <a:pt x="3030753" y="371503"/>
                </a:lnTo>
                <a:lnTo>
                  <a:pt x="3031009" y="371425"/>
                </a:lnTo>
                <a:lnTo>
                  <a:pt x="3031260" y="371344"/>
                </a:lnTo>
                <a:lnTo>
                  <a:pt x="3031509" y="371260"/>
                </a:lnTo>
                <a:lnTo>
                  <a:pt x="3031754" y="371175"/>
                </a:lnTo>
                <a:lnTo>
                  <a:pt x="3031995" y="371087"/>
                </a:lnTo>
                <a:lnTo>
                  <a:pt x="3032233" y="370996"/>
                </a:lnTo>
                <a:lnTo>
                  <a:pt x="3032467" y="370903"/>
                </a:lnTo>
                <a:lnTo>
                  <a:pt x="3032697" y="370808"/>
                </a:lnTo>
                <a:lnTo>
                  <a:pt x="3032925" y="370711"/>
                </a:lnTo>
                <a:lnTo>
                  <a:pt x="3033148" y="370611"/>
                </a:lnTo>
                <a:lnTo>
                  <a:pt x="3033368" y="370509"/>
                </a:lnTo>
                <a:lnTo>
                  <a:pt x="3033585" y="370404"/>
                </a:lnTo>
                <a:lnTo>
                  <a:pt x="3033798" y="370298"/>
                </a:lnTo>
                <a:lnTo>
                  <a:pt x="3034008" y="370188"/>
                </a:lnTo>
                <a:lnTo>
                  <a:pt x="3034214" y="370077"/>
                </a:lnTo>
                <a:lnTo>
                  <a:pt x="3034416" y="369963"/>
                </a:lnTo>
                <a:lnTo>
                  <a:pt x="3034615" y="369847"/>
                </a:lnTo>
                <a:lnTo>
                  <a:pt x="3034811" y="369728"/>
                </a:lnTo>
                <a:lnTo>
                  <a:pt x="3035003" y="369607"/>
                </a:lnTo>
                <a:lnTo>
                  <a:pt x="3035191" y="369484"/>
                </a:lnTo>
                <a:lnTo>
                  <a:pt x="3035376" y="369358"/>
                </a:lnTo>
                <a:lnTo>
                  <a:pt x="3035376" y="358369"/>
                </a:lnTo>
                <a:lnTo>
                  <a:pt x="3035135" y="358534"/>
                </a:lnTo>
                <a:lnTo>
                  <a:pt x="3034890" y="358693"/>
                </a:lnTo>
                <a:lnTo>
                  <a:pt x="3034642" y="358844"/>
                </a:lnTo>
                <a:lnTo>
                  <a:pt x="3034390" y="358989"/>
                </a:lnTo>
                <a:lnTo>
                  <a:pt x="3034134" y="359126"/>
                </a:lnTo>
                <a:lnTo>
                  <a:pt x="3033876" y="359256"/>
                </a:lnTo>
                <a:lnTo>
                  <a:pt x="3033613" y="359380"/>
                </a:lnTo>
                <a:lnTo>
                  <a:pt x="3033347" y="359496"/>
                </a:lnTo>
                <a:lnTo>
                  <a:pt x="3033078" y="359605"/>
                </a:lnTo>
                <a:lnTo>
                  <a:pt x="3032805" y="359707"/>
                </a:lnTo>
                <a:lnTo>
                  <a:pt x="3032528" y="359802"/>
                </a:lnTo>
                <a:lnTo>
                  <a:pt x="3032248" y="359890"/>
                </a:lnTo>
                <a:lnTo>
                  <a:pt x="3031965" y="359971"/>
                </a:lnTo>
                <a:lnTo>
                  <a:pt x="3031678" y="360045"/>
                </a:lnTo>
                <a:lnTo>
                  <a:pt x="3031387" y="360112"/>
                </a:lnTo>
                <a:lnTo>
                  <a:pt x="3031093" y="360172"/>
                </a:lnTo>
                <a:lnTo>
                  <a:pt x="3030795" y="360225"/>
                </a:lnTo>
                <a:lnTo>
                  <a:pt x="3030494" y="360271"/>
                </a:lnTo>
                <a:lnTo>
                  <a:pt x="3030190" y="360310"/>
                </a:lnTo>
                <a:lnTo>
                  <a:pt x="3029881" y="360341"/>
                </a:lnTo>
                <a:lnTo>
                  <a:pt x="3029570" y="360366"/>
                </a:lnTo>
                <a:lnTo>
                  <a:pt x="3029254" y="360383"/>
                </a:lnTo>
                <a:lnTo>
                  <a:pt x="3028936" y="360394"/>
                </a:lnTo>
                <a:lnTo>
                  <a:pt x="3028613" y="360398"/>
                </a:lnTo>
                <a:lnTo>
                  <a:pt x="3028432" y="360396"/>
                </a:lnTo>
                <a:lnTo>
                  <a:pt x="3028253" y="360389"/>
                </a:lnTo>
                <a:lnTo>
                  <a:pt x="3028077" y="360379"/>
                </a:lnTo>
                <a:lnTo>
                  <a:pt x="3027904" y="360365"/>
                </a:lnTo>
                <a:lnTo>
                  <a:pt x="3027734" y="360346"/>
                </a:lnTo>
                <a:lnTo>
                  <a:pt x="3027567" y="360324"/>
                </a:lnTo>
                <a:lnTo>
                  <a:pt x="3027403" y="360297"/>
                </a:lnTo>
                <a:lnTo>
                  <a:pt x="3027242" y="360266"/>
                </a:lnTo>
                <a:lnTo>
                  <a:pt x="3027084" y="360231"/>
                </a:lnTo>
                <a:lnTo>
                  <a:pt x="3026929" y="360192"/>
                </a:lnTo>
                <a:lnTo>
                  <a:pt x="3026776" y="360149"/>
                </a:lnTo>
                <a:lnTo>
                  <a:pt x="3026627" y="360102"/>
                </a:lnTo>
                <a:lnTo>
                  <a:pt x="3026480" y="360050"/>
                </a:lnTo>
                <a:lnTo>
                  <a:pt x="3026337" y="359995"/>
                </a:lnTo>
                <a:lnTo>
                  <a:pt x="3026196" y="359935"/>
                </a:lnTo>
                <a:lnTo>
                  <a:pt x="3026059" y="359872"/>
                </a:lnTo>
                <a:lnTo>
                  <a:pt x="3025924" y="359804"/>
                </a:lnTo>
                <a:lnTo>
                  <a:pt x="3025792" y="359732"/>
                </a:lnTo>
                <a:lnTo>
                  <a:pt x="3025663" y="359656"/>
                </a:lnTo>
                <a:lnTo>
                  <a:pt x="3025537" y="359576"/>
                </a:lnTo>
                <a:lnTo>
                  <a:pt x="3025414" y="359491"/>
                </a:lnTo>
                <a:lnTo>
                  <a:pt x="3025294" y="359403"/>
                </a:lnTo>
                <a:lnTo>
                  <a:pt x="3025177" y="359311"/>
                </a:lnTo>
                <a:lnTo>
                  <a:pt x="3025063" y="359214"/>
                </a:lnTo>
                <a:lnTo>
                  <a:pt x="3024953" y="359113"/>
                </a:lnTo>
                <a:lnTo>
                  <a:pt x="3024847" y="359006"/>
                </a:lnTo>
                <a:lnTo>
                  <a:pt x="3024746" y="358895"/>
                </a:lnTo>
                <a:lnTo>
                  <a:pt x="3024650" y="358777"/>
                </a:lnTo>
                <a:lnTo>
                  <a:pt x="3024558" y="358655"/>
                </a:lnTo>
                <a:lnTo>
                  <a:pt x="3024471" y="358527"/>
                </a:lnTo>
                <a:lnTo>
                  <a:pt x="3024389" y="358394"/>
                </a:lnTo>
                <a:lnTo>
                  <a:pt x="3024312" y="358256"/>
                </a:lnTo>
                <a:lnTo>
                  <a:pt x="3024239" y="358113"/>
                </a:lnTo>
                <a:lnTo>
                  <a:pt x="3024171" y="357964"/>
                </a:lnTo>
                <a:lnTo>
                  <a:pt x="3024107" y="357810"/>
                </a:lnTo>
                <a:lnTo>
                  <a:pt x="3024049" y="357650"/>
                </a:lnTo>
                <a:lnTo>
                  <a:pt x="3023995" y="357486"/>
                </a:lnTo>
                <a:lnTo>
                  <a:pt x="3023945" y="357316"/>
                </a:lnTo>
                <a:lnTo>
                  <a:pt x="3023901" y="357140"/>
                </a:lnTo>
                <a:lnTo>
                  <a:pt x="3023861" y="356960"/>
                </a:lnTo>
                <a:lnTo>
                  <a:pt x="3023826" y="356774"/>
                </a:lnTo>
                <a:lnTo>
                  <a:pt x="3023795" y="356583"/>
                </a:lnTo>
                <a:lnTo>
                  <a:pt x="3023769" y="356387"/>
                </a:lnTo>
                <a:lnTo>
                  <a:pt x="3023748" y="356185"/>
                </a:lnTo>
                <a:lnTo>
                  <a:pt x="3023732" y="355978"/>
                </a:lnTo>
                <a:lnTo>
                  <a:pt x="3023720" y="355766"/>
                </a:lnTo>
                <a:lnTo>
                  <a:pt x="3023713" y="355549"/>
                </a:lnTo>
                <a:lnTo>
                  <a:pt x="3023711" y="355326"/>
                </a:lnTo>
                <a:lnTo>
                  <a:pt x="3023711" y="309509"/>
                </a:lnTo>
                <a:lnTo>
                  <a:pt x="3023695" y="308393"/>
                </a:lnTo>
                <a:lnTo>
                  <a:pt x="3023649" y="307302"/>
                </a:lnTo>
                <a:lnTo>
                  <a:pt x="3023573" y="306235"/>
                </a:lnTo>
                <a:lnTo>
                  <a:pt x="3023466" y="305193"/>
                </a:lnTo>
                <a:lnTo>
                  <a:pt x="3023329" y="304174"/>
                </a:lnTo>
                <a:lnTo>
                  <a:pt x="3023161" y="303179"/>
                </a:lnTo>
                <a:lnTo>
                  <a:pt x="3022963" y="302208"/>
                </a:lnTo>
                <a:lnTo>
                  <a:pt x="3022734" y="301262"/>
                </a:lnTo>
                <a:lnTo>
                  <a:pt x="3022474" y="300339"/>
                </a:lnTo>
                <a:lnTo>
                  <a:pt x="3022184" y="299441"/>
                </a:lnTo>
                <a:lnTo>
                  <a:pt x="3021864" y="298566"/>
                </a:lnTo>
                <a:lnTo>
                  <a:pt x="3021513" y="297716"/>
                </a:lnTo>
                <a:lnTo>
                  <a:pt x="3021131" y="296890"/>
                </a:lnTo>
                <a:lnTo>
                  <a:pt x="3020719" y="296088"/>
                </a:lnTo>
                <a:lnTo>
                  <a:pt x="3020276" y="295310"/>
                </a:lnTo>
                <a:lnTo>
                  <a:pt x="3019803" y="294555"/>
                </a:lnTo>
                <a:lnTo>
                  <a:pt x="3019299" y="293826"/>
                </a:lnTo>
                <a:lnTo>
                  <a:pt x="3018765" y="293120"/>
                </a:lnTo>
                <a:lnTo>
                  <a:pt x="3018200" y="292438"/>
                </a:lnTo>
                <a:lnTo>
                  <a:pt x="3017605" y="291780"/>
                </a:lnTo>
                <a:lnTo>
                  <a:pt x="3016979" y="291146"/>
                </a:lnTo>
                <a:lnTo>
                  <a:pt x="3016323" y="290537"/>
                </a:lnTo>
                <a:lnTo>
                  <a:pt x="3015636" y="289951"/>
                </a:lnTo>
                <a:lnTo>
                  <a:pt x="3014919" y="289390"/>
                </a:lnTo>
                <a:lnTo>
                  <a:pt x="3014186" y="288852"/>
                </a:lnTo>
                <a:lnTo>
                  <a:pt x="3013423" y="288336"/>
                </a:lnTo>
                <a:lnTo>
                  <a:pt x="3012631" y="287844"/>
                </a:lnTo>
                <a:lnTo>
                  <a:pt x="3011810" y="287375"/>
                </a:lnTo>
                <a:lnTo>
                  <a:pt x="3010959" y="286928"/>
                </a:lnTo>
                <a:lnTo>
                  <a:pt x="3010079" y="286505"/>
                </a:lnTo>
                <a:lnTo>
                  <a:pt x="3009170" y="286104"/>
                </a:lnTo>
                <a:lnTo>
                  <a:pt x="3008231" y="285726"/>
                </a:lnTo>
                <a:lnTo>
                  <a:pt x="3007263" y="285371"/>
                </a:lnTo>
                <a:lnTo>
                  <a:pt x="3006266" y="285040"/>
                </a:lnTo>
                <a:lnTo>
                  <a:pt x="3005239" y="284730"/>
                </a:lnTo>
                <a:lnTo>
                  <a:pt x="3004183" y="284444"/>
                </a:lnTo>
                <a:lnTo>
                  <a:pt x="3003098" y="284181"/>
                </a:lnTo>
                <a:lnTo>
                  <a:pt x="3001983" y="283941"/>
                </a:lnTo>
                <a:lnTo>
                  <a:pt x="3000839" y="283723"/>
                </a:lnTo>
                <a:lnTo>
                  <a:pt x="2999665" y="283529"/>
                </a:lnTo>
                <a:lnTo>
                  <a:pt x="2998463" y="283357"/>
                </a:lnTo>
                <a:lnTo>
                  <a:pt x="2997230" y="283208"/>
                </a:lnTo>
                <a:lnTo>
                  <a:pt x="2995969" y="283082"/>
                </a:lnTo>
                <a:lnTo>
                  <a:pt x="2994678" y="282979"/>
                </a:lnTo>
                <a:lnTo>
                  <a:pt x="2993358" y="282899"/>
                </a:lnTo>
                <a:lnTo>
                  <a:pt x="2992008" y="282842"/>
                </a:lnTo>
                <a:lnTo>
                  <a:pt x="2990629" y="282807"/>
                </a:lnTo>
                <a:lnTo>
                  <a:pt x="2989221" y="282796"/>
                </a:lnTo>
                <a:lnTo>
                  <a:pt x="2987894" y="282807"/>
                </a:lnTo>
                <a:lnTo>
                  <a:pt x="2986589" y="282842"/>
                </a:lnTo>
                <a:lnTo>
                  <a:pt x="2985306" y="282899"/>
                </a:lnTo>
                <a:lnTo>
                  <a:pt x="2984045" y="282979"/>
                </a:lnTo>
                <a:lnTo>
                  <a:pt x="2982807" y="283082"/>
                </a:lnTo>
                <a:lnTo>
                  <a:pt x="2981592" y="283208"/>
                </a:lnTo>
                <a:lnTo>
                  <a:pt x="2980398" y="283357"/>
                </a:lnTo>
                <a:lnTo>
                  <a:pt x="2979227" y="283529"/>
                </a:lnTo>
                <a:lnTo>
                  <a:pt x="2978078" y="283723"/>
                </a:lnTo>
                <a:lnTo>
                  <a:pt x="2976952" y="283941"/>
                </a:lnTo>
                <a:lnTo>
                  <a:pt x="2975847" y="284181"/>
                </a:lnTo>
                <a:lnTo>
                  <a:pt x="2974766" y="284444"/>
                </a:lnTo>
                <a:lnTo>
                  <a:pt x="2973706" y="284730"/>
                </a:lnTo>
                <a:lnTo>
                  <a:pt x="2972669" y="285040"/>
                </a:lnTo>
                <a:lnTo>
                  <a:pt x="2971654" y="285371"/>
                </a:lnTo>
                <a:lnTo>
                  <a:pt x="2970661" y="285726"/>
                </a:lnTo>
                <a:lnTo>
                  <a:pt x="2969691" y="286104"/>
                </a:lnTo>
                <a:lnTo>
                  <a:pt x="2968743" y="286505"/>
                </a:lnTo>
                <a:lnTo>
                  <a:pt x="2967817" y="286928"/>
                </a:lnTo>
                <a:lnTo>
                  <a:pt x="2966913" y="287375"/>
                </a:lnTo>
                <a:lnTo>
                  <a:pt x="2966032" y="287844"/>
                </a:lnTo>
                <a:lnTo>
                  <a:pt x="2965173" y="288336"/>
                </a:lnTo>
                <a:lnTo>
                  <a:pt x="2964337" y="288852"/>
                </a:lnTo>
                <a:lnTo>
                  <a:pt x="2963523" y="289390"/>
                </a:lnTo>
                <a:lnTo>
                  <a:pt x="2962750" y="289947"/>
                </a:lnTo>
                <a:lnTo>
                  <a:pt x="2962010" y="290520"/>
                </a:lnTo>
                <a:lnTo>
                  <a:pt x="2961304" y="291109"/>
                </a:lnTo>
                <a:lnTo>
                  <a:pt x="2960630" y="291714"/>
                </a:lnTo>
                <a:lnTo>
                  <a:pt x="2959989" y="292335"/>
                </a:lnTo>
                <a:lnTo>
                  <a:pt x="2959381" y="292972"/>
                </a:lnTo>
                <a:lnTo>
                  <a:pt x="2958805" y="293624"/>
                </a:lnTo>
                <a:lnTo>
                  <a:pt x="2958263" y="294293"/>
                </a:lnTo>
                <a:lnTo>
                  <a:pt x="2957753" y="294977"/>
                </a:lnTo>
                <a:lnTo>
                  <a:pt x="2957277" y="295677"/>
                </a:lnTo>
                <a:lnTo>
                  <a:pt x="2956833" y="296393"/>
                </a:lnTo>
                <a:lnTo>
                  <a:pt x="2956422" y="297124"/>
                </a:lnTo>
                <a:lnTo>
                  <a:pt x="2956044" y="297872"/>
                </a:lnTo>
                <a:lnTo>
                  <a:pt x="2955699" y="298635"/>
                </a:lnTo>
                <a:lnTo>
                  <a:pt x="2955386" y="299415"/>
                </a:lnTo>
                <a:lnTo>
                  <a:pt x="2955107" y="300210"/>
                </a:lnTo>
                <a:lnTo>
                  <a:pt x="2954860" y="301021"/>
                </a:lnTo>
                <a:lnTo>
                  <a:pt x="2954647" y="301848"/>
                </a:lnTo>
                <a:lnTo>
                  <a:pt x="2954466" y="302690"/>
                </a:lnTo>
                <a:lnTo>
                  <a:pt x="2954318" y="303549"/>
                </a:lnTo>
                <a:lnTo>
                  <a:pt x="2954203" y="304423"/>
                </a:lnTo>
                <a:lnTo>
                  <a:pt x="2954121" y="305314"/>
                </a:lnTo>
                <a:lnTo>
                  <a:pt x="2954071" y="306220"/>
                </a:lnTo>
                <a:lnTo>
                  <a:pt x="2954055" y="307142"/>
                </a:lnTo>
                <a:lnTo>
                  <a:pt x="2954055" y="307169"/>
                </a:lnTo>
                <a:lnTo>
                  <a:pt x="2954054" y="307193"/>
                </a:lnTo>
                <a:lnTo>
                  <a:pt x="2954052" y="307216"/>
                </a:lnTo>
                <a:lnTo>
                  <a:pt x="2954050" y="307235"/>
                </a:lnTo>
                <a:lnTo>
                  <a:pt x="2954048" y="307253"/>
                </a:lnTo>
                <a:lnTo>
                  <a:pt x="2954044" y="307268"/>
                </a:lnTo>
                <a:lnTo>
                  <a:pt x="2954040" y="307281"/>
                </a:lnTo>
                <a:lnTo>
                  <a:pt x="2954036" y="307292"/>
                </a:lnTo>
                <a:lnTo>
                  <a:pt x="2954031" y="307300"/>
                </a:lnTo>
                <a:lnTo>
                  <a:pt x="2954025" y="307306"/>
                </a:lnTo>
                <a:lnTo>
                  <a:pt x="2954019" y="307309"/>
                </a:lnTo>
                <a:lnTo>
                  <a:pt x="2954012" y="307311"/>
                </a:lnTo>
                <a:lnTo>
                  <a:pt x="2954005" y="307309"/>
                </a:lnTo>
                <a:lnTo>
                  <a:pt x="2953997" y="307306"/>
                </a:lnTo>
                <a:lnTo>
                  <a:pt x="2953989" y="307300"/>
                </a:lnTo>
                <a:lnTo>
                  <a:pt x="2953980" y="307292"/>
                </a:lnTo>
                <a:lnTo>
                  <a:pt x="2953970" y="307281"/>
                </a:lnTo>
                <a:lnTo>
                  <a:pt x="2953960" y="307268"/>
                </a:lnTo>
                <a:lnTo>
                  <a:pt x="2953949" y="307253"/>
                </a:lnTo>
                <a:lnTo>
                  <a:pt x="2953937" y="307235"/>
                </a:lnTo>
                <a:lnTo>
                  <a:pt x="2953925" y="307216"/>
                </a:lnTo>
                <a:lnTo>
                  <a:pt x="2953913" y="307193"/>
                </a:lnTo>
                <a:lnTo>
                  <a:pt x="2953899" y="307169"/>
                </a:lnTo>
                <a:lnTo>
                  <a:pt x="2953886" y="307142"/>
                </a:lnTo>
                <a:lnTo>
                  <a:pt x="2953886" y="307177"/>
                </a:lnTo>
                <a:lnTo>
                  <a:pt x="2953886" y="307242"/>
                </a:lnTo>
                <a:lnTo>
                  <a:pt x="2953886" y="307311"/>
                </a:lnTo>
                <a:lnTo>
                  <a:pt x="2953900" y="307385"/>
                </a:lnTo>
                <a:lnTo>
                  <a:pt x="2953915" y="307465"/>
                </a:lnTo>
                <a:lnTo>
                  <a:pt x="2953931" y="307551"/>
                </a:lnTo>
                <a:lnTo>
                  <a:pt x="2953947" y="307644"/>
                </a:lnTo>
                <a:lnTo>
                  <a:pt x="2953963" y="307744"/>
                </a:lnTo>
                <a:close/>
                <a:moveTo>
                  <a:pt x="2979095" y="360191"/>
                </a:moveTo>
                <a:lnTo>
                  <a:pt x="2978530" y="360091"/>
                </a:lnTo>
                <a:lnTo>
                  <a:pt x="2977979" y="359980"/>
                </a:lnTo>
                <a:lnTo>
                  <a:pt x="2977443" y="359856"/>
                </a:lnTo>
                <a:lnTo>
                  <a:pt x="2976921" y="359721"/>
                </a:lnTo>
                <a:lnTo>
                  <a:pt x="2976414" y="359575"/>
                </a:lnTo>
                <a:lnTo>
                  <a:pt x="2975922" y="359416"/>
                </a:lnTo>
                <a:lnTo>
                  <a:pt x="2975444" y="359246"/>
                </a:lnTo>
                <a:lnTo>
                  <a:pt x="2974982" y="359064"/>
                </a:lnTo>
                <a:lnTo>
                  <a:pt x="2974533" y="358870"/>
                </a:lnTo>
                <a:lnTo>
                  <a:pt x="2974100" y="358665"/>
                </a:lnTo>
                <a:lnTo>
                  <a:pt x="2973681" y="358448"/>
                </a:lnTo>
                <a:lnTo>
                  <a:pt x="2973277" y="358219"/>
                </a:lnTo>
                <a:lnTo>
                  <a:pt x="2972887" y="357978"/>
                </a:lnTo>
                <a:lnTo>
                  <a:pt x="2972513" y="357726"/>
                </a:lnTo>
                <a:lnTo>
                  <a:pt x="2972152" y="357461"/>
                </a:lnTo>
                <a:lnTo>
                  <a:pt x="2971807" y="357185"/>
                </a:lnTo>
                <a:lnTo>
                  <a:pt x="2971490" y="356898"/>
                </a:lnTo>
                <a:lnTo>
                  <a:pt x="2971186" y="356598"/>
                </a:lnTo>
                <a:lnTo>
                  <a:pt x="2970895" y="356287"/>
                </a:lnTo>
                <a:lnTo>
                  <a:pt x="2970619" y="355964"/>
                </a:lnTo>
                <a:lnTo>
                  <a:pt x="2970355" y="355630"/>
                </a:lnTo>
                <a:lnTo>
                  <a:pt x="2970106" y="355283"/>
                </a:lnTo>
                <a:lnTo>
                  <a:pt x="2969869" y="354925"/>
                </a:lnTo>
                <a:lnTo>
                  <a:pt x="2969646" y="354556"/>
                </a:lnTo>
                <a:lnTo>
                  <a:pt x="2969437" y="354174"/>
                </a:lnTo>
                <a:lnTo>
                  <a:pt x="2969241" y="353781"/>
                </a:lnTo>
                <a:lnTo>
                  <a:pt x="2969059" y="353376"/>
                </a:lnTo>
                <a:lnTo>
                  <a:pt x="2968890" y="352959"/>
                </a:lnTo>
                <a:lnTo>
                  <a:pt x="2968735" y="352530"/>
                </a:lnTo>
                <a:lnTo>
                  <a:pt x="2968593" y="352090"/>
                </a:lnTo>
                <a:lnTo>
                  <a:pt x="2968465" y="351638"/>
                </a:lnTo>
                <a:lnTo>
                  <a:pt x="2968350" y="351174"/>
                </a:lnTo>
                <a:lnTo>
                  <a:pt x="2968249" y="350699"/>
                </a:lnTo>
                <a:lnTo>
                  <a:pt x="2968161" y="350211"/>
                </a:lnTo>
                <a:lnTo>
                  <a:pt x="2968087" y="349712"/>
                </a:lnTo>
                <a:lnTo>
                  <a:pt x="2968026" y="349202"/>
                </a:lnTo>
                <a:lnTo>
                  <a:pt x="2967979" y="348679"/>
                </a:lnTo>
                <a:lnTo>
                  <a:pt x="2967945" y="348145"/>
                </a:lnTo>
                <a:lnTo>
                  <a:pt x="2967925" y="347599"/>
                </a:lnTo>
                <a:lnTo>
                  <a:pt x="2967918" y="347041"/>
                </a:lnTo>
                <a:lnTo>
                  <a:pt x="2967924" y="346497"/>
                </a:lnTo>
                <a:lnTo>
                  <a:pt x="2967943" y="345963"/>
                </a:lnTo>
                <a:lnTo>
                  <a:pt x="2967974" y="345440"/>
                </a:lnTo>
                <a:lnTo>
                  <a:pt x="2968017" y="344928"/>
                </a:lnTo>
                <a:lnTo>
                  <a:pt x="2968072" y="344426"/>
                </a:lnTo>
                <a:lnTo>
                  <a:pt x="2968140" y="343935"/>
                </a:lnTo>
                <a:lnTo>
                  <a:pt x="2968220" y="343454"/>
                </a:lnTo>
                <a:lnTo>
                  <a:pt x="2968313" y="342984"/>
                </a:lnTo>
                <a:lnTo>
                  <a:pt x="2968417" y="342524"/>
                </a:lnTo>
                <a:lnTo>
                  <a:pt x="2968535" y="342075"/>
                </a:lnTo>
                <a:lnTo>
                  <a:pt x="2968664" y="341636"/>
                </a:lnTo>
                <a:lnTo>
                  <a:pt x="2968806" y="341208"/>
                </a:lnTo>
                <a:lnTo>
                  <a:pt x="2968960" y="340791"/>
                </a:lnTo>
                <a:lnTo>
                  <a:pt x="2969126" y="340384"/>
                </a:lnTo>
                <a:lnTo>
                  <a:pt x="2969305" y="339988"/>
                </a:lnTo>
                <a:lnTo>
                  <a:pt x="2969496" y="339602"/>
                </a:lnTo>
                <a:lnTo>
                  <a:pt x="2969700" y="339227"/>
                </a:lnTo>
                <a:lnTo>
                  <a:pt x="2969915" y="338863"/>
                </a:lnTo>
                <a:lnTo>
                  <a:pt x="2970143" y="338509"/>
                </a:lnTo>
                <a:lnTo>
                  <a:pt x="2970384" y="338165"/>
                </a:lnTo>
                <a:lnTo>
                  <a:pt x="2970637" y="337833"/>
                </a:lnTo>
                <a:lnTo>
                  <a:pt x="2970902" y="337510"/>
                </a:lnTo>
                <a:lnTo>
                  <a:pt x="2971179" y="337199"/>
                </a:lnTo>
                <a:lnTo>
                  <a:pt x="2971469" y="336897"/>
                </a:lnTo>
                <a:lnTo>
                  <a:pt x="2971787" y="336591"/>
                </a:lnTo>
                <a:lnTo>
                  <a:pt x="2972122" y="336293"/>
                </a:lnTo>
                <a:lnTo>
                  <a:pt x="2972473" y="336002"/>
                </a:lnTo>
                <a:lnTo>
                  <a:pt x="2972840" y="335719"/>
                </a:lnTo>
                <a:lnTo>
                  <a:pt x="2973224" y="335443"/>
                </a:lnTo>
                <a:lnTo>
                  <a:pt x="2973624" y="335175"/>
                </a:lnTo>
                <a:lnTo>
                  <a:pt x="2974041" y="334915"/>
                </a:lnTo>
                <a:lnTo>
                  <a:pt x="2974474" y="334662"/>
                </a:lnTo>
                <a:lnTo>
                  <a:pt x="2974924" y="334417"/>
                </a:lnTo>
                <a:lnTo>
                  <a:pt x="2975390" y="334179"/>
                </a:lnTo>
                <a:lnTo>
                  <a:pt x="2975873" y="333950"/>
                </a:lnTo>
                <a:lnTo>
                  <a:pt x="2976372" y="333727"/>
                </a:lnTo>
                <a:lnTo>
                  <a:pt x="2976887" y="333513"/>
                </a:lnTo>
                <a:lnTo>
                  <a:pt x="2977419" y="333306"/>
                </a:lnTo>
                <a:lnTo>
                  <a:pt x="2977967" y="333107"/>
                </a:lnTo>
                <a:lnTo>
                  <a:pt x="2978532" y="332915"/>
                </a:lnTo>
                <a:lnTo>
                  <a:pt x="2979113" y="332731"/>
                </a:lnTo>
                <a:lnTo>
                  <a:pt x="2979711" y="332554"/>
                </a:lnTo>
                <a:lnTo>
                  <a:pt x="2980325" y="332386"/>
                </a:lnTo>
                <a:lnTo>
                  <a:pt x="2980955" y="332225"/>
                </a:lnTo>
                <a:lnTo>
                  <a:pt x="2981602" y="332071"/>
                </a:lnTo>
                <a:lnTo>
                  <a:pt x="2982265" y="331925"/>
                </a:lnTo>
                <a:lnTo>
                  <a:pt x="2982945" y="331787"/>
                </a:lnTo>
                <a:lnTo>
                  <a:pt x="2983641" y="331656"/>
                </a:lnTo>
                <a:lnTo>
                  <a:pt x="2984370" y="331518"/>
                </a:lnTo>
                <a:lnTo>
                  <a:pt x="2985120" y="331386"/>
                </a:lnTo>
                <a:lnTo>
                  <a:pt x="2985890" y="331260"/>
                </a:lnTo>
                <a:lnTo>
                  <a:pt x="2986680" y="331140"/>
                </a:lnTo>
                <a:lnTo>
                  <a:pt x="2987491" y="331025"/>
                </a:lnTo>
                <a:lnTo>
                  <a:pt x="2988323" y="330917"/>
                </a:lnTo>
                <a:lnTo>
                  <a:pt x="2989175" y="330814"/>
                </a:lnTo>
                <a:lnTo>
                  <a:pt x="2990047" y="330717"/>
                </a:lnTo>
                <a:lnTo>
                  <a:pt x="2990940" y="330626"/>
                </a:lnTo>
                <a:lnTo>
                  <a:pt x="2991854" y="330541"/>
                </a:lnTo>
                <a:lnTo>
                  <a:pt x="2992788" y="330462"/>
                </a:lnTo>
                <a:lnTo>
                  <a:pt x="2993743" y="330388"/>
                </a:lnTo>
                <a:lnTo>
                  <a:pt x="2994719" y="330321"/>
                </a:lnTo>
                <a:lnTo>
                  <a:pt x="2995715" y="330259"/>
                </a:lnTo>
                <a:lnTo>
                  <a:pt x="2996731" y="330203"/>
                </a:lnTo>
                <a:lnTo>
                  <a:pt x="2997768" y="330154"/>
                </a:lnTo>
                <a:lnTo>
                  <a:pt x="2998825" y="330109"/>
                </a:lnTo>
                <a:lnTo>
                  <a:pt x="2999904" y="330071"/>
                </a:lnTo>
                <a:lnTo>
                  <a:pt x="3001002" y="330039"/>
                </a:lnTo>
                <a:lnTo>
                  <a:pt x="3002121" y="330013"/>
                </a:lnTo>
                <a:lnTo>
                  <a:pt x="3003261" y="329992"/>
                </a:lnTo>
                <a:lnTo>
                  <a:pt x="3004421" y="329977"/>
                </a:lnTo>
                <a:lnTo>
                  <a:pt x="3005602" y="329969"/>
                </a:lnTo>
                <a:lnTo>
                  <a:pt x="3006804" y="329966"/>
                </a:lnTo>
                <a:lnTo>
                  <a:pt x="3006804" y="335207"/>
                </a:lnTo>
                <a:lnTo>
                  <a:pt x="3006799" y="335796"/>
                </a:lnTo>
                <a:lnTo>
                  <a:pt x="3006786" y="336381"/>
                </a:lnTo>
                <a:lnTo>
                  <a:pt x="3006764" y="336961"/>
                </a:lnTo>
                <a:lnTo>
                  <a:pt x="3006733" y="337536"/>
                </a:lnTo>
                <a:lnTo>
                  <a:pt x="3006694" y="338107"/>
                </a:lnTo>
                <a:lnTo>
                  <a:pt x="3006645" y="338673"/>
                </a:lnTo>
                <a:lnTo>
                  <a:pt x="3006588" y="339234"/>
                </a:lnTo>
                <a:lnTo>
                  <a:pt x="3006522" y="339790"/>
                </a:lnTo>
                <a:lnTo>
                  <a:pt x="3006447" y="340342"/>
                </a:lnTo>
                <a:lnTo>
                  <a:pt x="3006363" y="340889"/>
                </a:lnTo>
                <a:lnTo>
                  <a:pt x="3006271" y="341432"/>
                </a:lnTo>
                <a:lnTo>
                  <a:pt x="3006170" y="341969"/>
                </a:lnTo>
                <a:lnTo>
                  <a:pt x="3006060" y="342502"/>
                </a:lnTo>
                <a:lnTo>
                  <a:pt x="3005941" y="343031"/>
                </a:lnTo>
                <a:lnTo>
                  <a:pt x="3005813" y="343554"/>
                </a:lnTo>
                <a:lnTo>
                  <a:pt x="3005677" y="344073"/>
                </a:lnTo>
                <a:lnTo>
                  <a:pt x="3005531" y="344588"/>
                </a:lnTo>
                <a:lnTo>
                  <a:pt x="3005377" y="345097"/>
                </a:lnTo>
                <a:lnTo>
                  <a:pt x="3005214" y="345602"/>
                </a:lnTo>
                <a:lnTo>
                  <a:pt x="3005043" y="346102"/>
                </a:lnTo>
                <a:lnTo>
                  <a:pt x="3004862" y="346598"/>
                </a:lnTo>
                <a:lnTo>
                  <a:pt x="3004673" y="347088"/>
                </a:lnTo>
                <a:lnTo>
                  <a:pt x="3004475" y="347574"/>
                </a:lnTo>
                <a:lnTo>
                  <a:pt x="3004268" y="348056"/>
                </a:lnTo>
                <a:lnTo>
                  <a:pt x="3004066" y="348531"/>
                </a:lnTo>
                <a:lnTo>
                  <a:pt x="3003855" y="348997"/>
                </a:lnTo>
                <a:lnTo>
                  <a:pt x="3003634" y="349456"/>
                </a:lnTo>
                <a:lnTo>
                  <a:pt x="3003404" y="349906"/>
                </a:lnTo>
                <a:lnTo>
                  <a:pt x="3003164" y="350348"/>
                </a:lnTo>
                <a:lnTo>
                  <a:pt x="3002915" y="350782"/>
                </a:lnTo>
                <a:lnTo>
                  <a:pt x="3002657" y="351208"/>
                </a:lnTo>
                <a:lnTo>
                  <a:pt x="3002389" y="351625"/>
                </a:lnTo>
                <a:lnTo>
                  <a:pt x="3002112" y="352034"/>
                </a:lnTo>
                <a:lnTo>
                  <a:pt x="3001826" y="352435"/>
                </a:lnTo>
                <a:lnTo>
                  <a:pt x="3001530" y="352828"/>
                </a:lnTo>
                <a:lnTo>
                  <a:pt x="3001225" y="353212"/>
                </a:lnTo>
                <a:lnTo>
                  <a:pt x="3000910" y="353589"/>
                </a:lnTo>
                <a:lnTo>
                  <a:pt x="3000586" y="353957"/>
                </a:lnTo>
                <a:lnTo>
                  <a:pt x="3000252" y="354317"/>
                </a:lnTo>
                <a:lnTo>
                  <a:pt x="2999910" y="354668"/>
                </a:lnTo>
                <a:lnTo>
                  <a:pt x="2999557" y="355012"/>
                </a:lnTo>
                <a:lnTo>
                  <a:pt x="2999196" y="355347"/>
                </a:lnTo>
                <a:lnTo>
                  <a:pt x="2998825" y="355674"/>
                </a:lnTo>
                <a:lnTo>
                  <a:pt x="2998444" y="355993"/>
                </a:lnTo>
                <a:lnTo>
                  <a:pt x="2998055" y="356303"/>
                </a:lnTo>
                <a:lnTo>
                  <a:pt x="2997655" y="356605"/>
                </a:lnTo>
                <a:lnTo>
                  <a:pt x="2997247" y="356900"/>
                </a:lnTo>
                <a:lnTo>
                  <a:pt x="2996829" y="357185"/>
                </a:lnTo>
                <a:lnTo>
                  <a:pt x="2996415" y="357461"/>
                </a:lnTo>
                <a:lnTo>
                  <a:pt x="2995992" y="357726"/>
                </a:lnTo>
                <a:lnTo>
                  <a:pt x="2995558" y="357978"/>
                </a:lnTo>
                <a:lnTo>
                  <a:pt x="2995115" y="358219"/>
                </a:lnTo>
                <a:lnTo>
                  <a:pt x="2994661" y="358448"/>
                </a:lnTo>
                <a:lnTo>
                  <a:pt x="2994198" y="358665"/>
                </a:lnTo>
                <a:lnTo>
                  <a:pt x="2993724" y="358870"/>
                </a:lnTo>
                <a:lnTo>
                  <a:pt x="2993241" y="359064"/>
                </a:lnTo>
                <a:lnTo>
                  <a:pt x="2992747" y="359246"/>
                </a:lnTo>
                <a:lnTo>
                  <a:pt x="2992244" y="359416"/>
                </a:lnTo>
                <a:lnTo>
                  <a:pt x="2991731" y="359575"/>
                </a:lnTo>
                <a:lnTo>
                  <a:pt x="2991207" y="359721"/>
                </a:lnTo>
                <a:lnTo>
                  <a:pt x="2990674" y="359856"/>
                </a:lnTo>
                <a:lnTo>
                  <a:pt x="2990131" y="359980"/>
                </a:lnTo>
                <a:lnTo>
                  <a:pt x="2989577" y="360091"/>
                </a:lnTo>
                <a:lnTo>
                  <a:pt x="2989014" y="360191"/>
                </a:lnTo>
                <a:lnTo>
                  <a:pt x="2988441" y="360279"/>
                </a:lnTo>
                <a:lnTo>
                  <a:pt x="2987858" y="360355"/>
                </a:lnTo>
                <a:lnTo>
                  <a:pt x="2987264" y="360420"/>
                </a:lnTo>
                <a:lnTo>
                  <a:pt x="2986661" y="360473"/>
                </a:lnTo>
                <a:lnTo>
                  <a:pt x="2986048" y="360514"/>
                </a:lnTo>
                <a:lnTo>
                  <a:pt x="2985425" y="360543"/>
                </a:lnTo>
                <a:lnTo>
                  <a:pt x="2984792" y="360561"/>
                </a:lnTo>
                <a:lnTo>
                  <a:pt x="2984149" y="360567"/>
                </a:lnTo>
                <a:lnTo>
                  <a:pt x="2983466" y="360561"/>
                </a:lnTo>
                <a:lnTo>
                  <a:pt x="2982797" y="360543"/>
                </a:lnTo>
                <a:lnTo>
                  <a:pt x="2982144" y="360514"/>
                </a:lnTo>
                <a:lnTo>
                  <a:pt x="2981505" y="360473"/>
                </a:lnTo>
                <a:lnTo>
                  <a:pt x="2980880" y="360420"/>
                </a:lnTo>
                <a:lnTo>
                  <a:pt x="2980271" y="360355"/>
                </a:lnTo>
                <a:lnTo>
                  <a:pt x="2979676" y="360279"/>
                </a:lnTo>
                <a:lnTo>
                  <a:pt x="2979095" y="360191"/>
                </a:lnTo>
                <a:close/>
                <a:moveTo>
                  <a:pt x="4113988" y="372000"/>
                </a:moveTo>
                <a:lnTo>
                  <a:pt x="4114854" y="371866"/>
                </a:lnTo>
                <a:lnTo>
                  <a:pt x="4115709" y="371718"/>
                </a:lnTo>
                <a:lnTo>
                  <a:pt x="4116553" y="371556"/>
                </a:lnTo>
                <a:lnTo>
                  <a:pt x="4117385" y="371380"/>
                </a:lnTo>
                <a:lnTo>
                  <a:pt x="4118207" y="371190"/>
                </a:lnTo>
                <a:lnTo>
                  <a:pt x="4119017" y="370986"/>
                </a:lnTo>
                <a:lnTo>
                  <a:pt x="4119816" y="370767"/>
                </a:lnTo>
                <a:lnTo>
                  <a:pt x="4120605" y="370535"/>
                </a:lnTo>
                <a:lnTo>
                  <a:pt x="4121382" y="370288"/>
                </a:lnTo>
                <a:lnTo>
                  <a:pt x="4122147" y="370027"/>
                </a:lnTo>
                <a:lnTo>
                  <a:pt x="4122902" y="369753"/>
                </a:lnTo>
                <a:lnTo>
                  <a:pt x="4123645" y="369464"/>
                </a:lnTo>
                <a:lnTo>
                  <a:pt x="4124378" y="369161"/>
                </a:lnTo>
                <a:lnTo>
                  <a:pt x="4125099" y="368844"/>
                </a:lnTo>
                <a:lnTo>
                  <a:pt x="4125809" y="368513"/>
                </a:lnTo>
                <a:lnTo>
                  <a:pt x="4126521" y="368169"/>
                </a:lnTo>
                <a:lnTo>
                  <a:pt x="4127219" y="367813"/>
                </a:lnTo>
                <a:lnTo>
                  <a:pt x="4127904" y="367446"/>
                </a:lnTo>
                <a:lnTo>
                  <a:pt x="4128575" y="367066"/>
                </a:lnTo>
                <a:lnTo>
                  <a:pt x="4129233" y="366675"/>
                </a:lnTo>
                <a:lnTo>
                  <a:pt x="4129877" y="366273"/>
                </a:lnTo>
                <a:lnTo>
                  <a:pt x="4130508" y="365858"/>
                </a:lnTo>
                <a:lnTo>
                  <a:pt x="4131125" y="365432"/>
                </a:lnTo>
                <a:lnTo>
                  <a:pt x="4131729" y="364994"/>
                </a:lnTo>
                <a:lnTo>
                  <a:pt x="4132319" y="364544"/>
                </a:lnTo>
                <a:lnTo>
                  <a:pt x="4132896" y="364083"/>
                </a:lnTo>
                <a:lnTo>
                  <a:pt x="4133459" y="363610"/>
                </a:lnTo>
                <a:lnTo>
                  <a:pt x="4134009" y="363125"/>
                </a:lnTo>
                <a:lnTo>
                  <a:pt x="4134545" y="362628"/>
                </a:lnTo>
                <a:lnTo>
                  <a:pt x="4135068" y="362120"/>
                </a:lnTo>
                <a:lnTo>
                  <a:pt x="4135577" y="361600"/>
                </a:lnTo>
                <a:lnTo>
                  <a:pt x="4136073" y="361068"/>
                </a:lnTo>
                <a:lnTo>
                  <a:pt x="4136555" y="360524"/>
                </a:lnTo>
                <a:lnTo>
                  <a:pt x="4137024" y="359969"/>
                </a:lnTo>
                <a:lnTo>
                  <a:pt x="4137479" y="359402"/>
                </a:lnTo>
                <a:lnTo>
                  <a:pt x="4137921" y="358823"/>
                </a:lnTo>
                <a:lnTo>
                  <a:pt x="4138349" y="358233"/>
                </a:lnTo>
                <a:lnTo>
                  <a:pt x="4138764" y="357630"/>
                </a:lnTo>
                <a:lnTo>
                  <a:pt x="4139165" y="357016"/>
                </a:lnTo>
                <a:lnTo>
                  <a:pt x="4139565" y="356378"/>
                </a:lnTo>
                <a:lnTo>
                  <a:pt x="4139948" y="355730"/>
                </a:lnTo>
                <a:lnTo>
                  <a:pt x="4140314" y="355072"/>
                </a:lnTo>
                <a:lnTo>
                  <a:pt x="4140663" y="354405"/>
                </a:lnTo>
                <a:lnTo>
                  <a:pt x="4140995" y="353729"/>
                </a:lnTo>
                <a:lnTo>
                  <a:pt x="4141310" y="353043"/>
                </a:lnTo>
                <a:lnTo>
                  <a:pt x="4141608" y="352348"/>
                </a:lnTo>
                <a:lnTo>
                  <a:pt x="4141889" y="351644"/>
                </a:lnTo>
                <a:lnTo>
                  <a:pt x="4142153" y="350930"/>
                </a:lnTo>
                <a:lnTo>
                  <a:pt x="4142400" y="350207"/>
                </a:lnTo>
                <a:lnTo>
                  <a:pt x="4142630" y="349474"/>
                </a:lnTo>
                <a:lnTo>
                  <a:pt x="4142843" y="348732"/>
                </a:lnTo>
                <a:lnTo>
                  <a:pt x="4143038" y="347981"/>
                </a:lnTo>
                <a:lnTo>
                  <a:pt x="4143217" y="347220"/>
                </a:lnTo>
                <a:lnTo>
                  <a:pt x="4143379" y="346450"/>
                </a:lnTo>
                <a:lnTo>
                  <a:pt x="4143523" y="345670"/>
                </a:lnTo>
                <a:lnTo>
                  <a:pt x="4143651" y="344881"/>
                </a:lnTo>
                <a:lnTo>
                  <a:pt x="4143762" y="344083"/>
                </a:lnTo>
                <a:lnTo>
                  <a:pt x="4143855" y="343275"/>
                </a:lnTo>
                <a:lnTo>
                  <a:pt x="4143932" y="342458"/>
                </a:lnTo>
                <a:lnTo>
                  <a:pt x="4143992" y="341631"/>
                </a:lnTo>
                <a:lnTo>
                  <a:pt x="4144034" y="340795"/>
                </a:lnTo>
                <a:lnTo>
                  <a:pt x="4144060" y="339950"/>
                </a:lnTo>
                <a:lnTo>
                  <a:pt x="4144068" y="339095"/>
                </a:lnTo>
                <a:lnTo>
                  <a:pt x="4128176" y="339095"/>
                </a:lnTo>
                <a:lnTo>
                  <a:pt x="4128166" y="340001"/>
                </a:lnTo>
                <a:lnTo>
                  <a:pt x="4128136" y="340887"/>
                </a:lnTo>
                <a:lnTo>
                  <a:pt x="4128086" y="341753"/>
                </a:lnTo>
                <a:lnTo>
                  <a:pt x="4128016" y="342599"/>
                </a:lnTo>
                <a:lnTo>
                  <a:pt x="4127926" y="343425"/>
                </a:lnTo>
                <a:lnTo>
                  <a:pt x="4127817" y="344231"/>
                </a:lnTo>
                <a:lnTo>
                  <a:pt x="4127687" y="345017"/>
                </a:lnTo>
                <a:lnTo>
                  <a:pt x="4127537" y="345783"/>
                </a:lnTo>
                <a:lnTo>
                  <a:pt x="4127367" y="346529"/>
                </a:lnTo>
                <a:lnTo>
                  <a:pt x="4127178" y="347255"/>
                </a:lnTo>
                <a:lnTo>
                  <a:pt x="4126968" y="347961"/>
                </a:lnTo>
                <a:lnTo>
                  <a:pt x="4126739" y="348648"/>
                </a:lnTo>
                <a:lnTo>
                  <a:pt x="4126489" y="349314"/>
                </a:lnTo>
                <a:lnTo>
                  <a:pt x="4126220" y="349960"/>
                </a:lnTo>
                <a:lnTo>
                  <a:pt x="4125930" y="350587"/>
                </a:lnTo>
                <a:lnTo>
                  <a:pt x="4125621" y="351193"/>
                </a:lnTo>
                <a:lnTo>
                  <a:pt x="4125292" y="351779"/>
                </a:lnTo>
                <a:lnTo>
                  <a:pt x="4124942" y="352346"/>
                </a:lnTo>
                <a:lnTo>
                  <a:pt x="4124573" y="352893"/>
                </a:lnTo>
                <a:lnTo>
                  <a:pt x="4124184" y="353419"/>
                </a:lnTo>
                <a:lnTo>
                  <a:pt x="4123775" y="353926"/>
                </a:lnTo>
                <a:lnTo>
                  <a:pt x="4123346" y="354412"/>
                </a:lnTo>
                <a:lnTo>
                  <a:pt x="4122897" y="354879"/>
                </a:lnTo>
                <a:lnTo>
                  <a:pt x="4122428" y="355326"/>
                </a:lnTo>
                <a:lnTo>
                  <a:pt x="4121954" y="355753"/>
                </a:lnTo>
                <a:lnTo>
                  <a:pt x="4121461" y="356163"/>
                </a:lnTo>
                <a:lnTo>
                  <a:pt x="4120951" y="356554"/>
                </a:lnTo>
                <a:lnTo>
                  <a:pt x="4120422" y="356927"/>
                </a:lnTo>
                <a:lnTo>
                  <a:pt x="4119875" y="357282"/>
                </a:lnTo>
                <a:lnTo>
                  <a:pt x="4119310" y="357619"/>
                </a:lnTo>
                <a:lnTo>
                  <a:pt x="4118727" y="357937"/>
                </a:lnTo>
                <a:lnTo>
                  <a:pt x="4118126" y="358237"/>
                </a:lnTo>
                <a:lnTo>
                  <a:pt x="4117506" y="358519"/>
                </a:lnTo>
                <a:lnTo>
                  <a:pt x="4116868" y="358783"/>
                </a:lnTo>
                <a:lnTo>
                  <a:pt x="4116212" y="359029"/>
                </a:lnTo>
                <a:lnTo>
                  <a:pt x="4115538" y="359256"/>
                </a:lnTo>
                <a:lnTo>
                  <a:pt x="4114846" y="359466"/>
                </a:lnTo>
                <a:lnTo>
                  <a:pt x="4114135" y="359657"/>
                </a:lnTo>
                <a:lnTo>
                  <a:pt x="4113406" y="359830"/>
                </a:lnTo>
                <a:lnTo>
                  <a:pt x="4112659" y="359984"/>
                </a:lnTo>
                <a:lnTo>
                  <a:pt x="4111894" y="360121"/>
                </a:lnTo>
                <a:lnTo>
                  <a:pt x="4111111" y="360239"/>
                </a:lnTo>
                <a:lnTo>
                  <a:pt x="4110309" y="360339"/>
                </a:lnTo>
                <a:lnTo>
                  <a:pt x="4109489" y="360421"/>
                </a:lnTo>
                <a:lnTo>
                  <a:pt x="4108651" y="360485"/>
                </a:lnTo>
                <a:lnTo>
                  <a:pt x="4107795" y="360530"/>
                </a:lnTo>
                <a:lnTo>
                  <a:pt x="4106921" y="360558"/>
                </a:lnTo>
                <a:lnTo>
                  <a:pt x="4106028" y="360567"/>
                </a:lnTo>
                <a:lnTo>
                  <a:pt x="4105217" y="360555"/>
                </a:lnTo>
                <a:lnTo>
                  <a:pt x="4104417" y="360519"/>
                </a:lnTo>
                <a:lnTo>
                  <a:pt x="4103630" y="360459"/>
                </a:lnTo>
                <a:lnTo>
                  <a:pt x="4102853" y="360374"/>
                </a:lnTo>
                <a:lnTo>
                  <a:pt x="4102089" y="360266"/>
                </a:lnTo>
                <a:lnTo>
                  <a:pt x="4101337" y="360134"/>
                </a:lnTo>
                <a:lnTo>
                  <a:pt x="4100596" y="359977"/>
                </a:lnTo>
                <a:lnTo>
                  <a:pt x="4099867" y="359797"/>
                </a:lnTo>
                <a:lnTo>
                  <a:pt x="4099149" y="359592"/>
                </a:lnTo>
                <a:lnTo>
                  <a:pt x="4098444" y="359363"/>
                </a:lnTo>
                <a:lnTo>
                  <a:pt x="4097750" y="359111"/>
                </a:lnTo>
                <a:lnTo>
                  <a:pt x="4097068" y="358834"/>
                </a:lnTo>
                <a:lnTo>
                  <a:pt x="4096397" y="358533"/>
                </a:lnTo>
                <a:lnTo>
                  <a:pt x="4095738" y="358208"/>
                </a:lnTo>
                <a:lnTo>
                  <a:pt x="4095092" y="357859"/>
                </a:lnTo>
                <a:lnTo>
                  <a:pt x="4094456" y="357486"/>
                </a:lnTo>
                <a:lnTo>
                  <a:pt x="4093833" y="357089"/>
                </a:lnTo>
                <a:lnTo>
                  <a:pt x="4093221" y="356668"/>
                </a:lnTo>
                <a:lnTo>
                  <a:pt x="4092621" y="356222"/>
                </a:lnTo>
                <a:lnTo>
                  <a:pt x="4092033" y="355753"/>
                </a:lnTo>
                <a:lnTo>
                  <a:pt x="4091457" y="355260"/>
                </a:lnTo>
                <a:lnTo>
                  <a:pt x="4090892" y="354742"/>
                </a:lnTo>
                <a:lnTo>
                  <a:pt x="4090339" y="354201"/>
                </a:lnTo>
                <a:lnTo>
                  <a:pt x="4089798" y="353635"/>
                </a:lnTo>
                <a:lnTo>
                  <a:pt x="4089273" y="353046"/>
                </a:lnTo>
                <a:lnTo>
                  <a:pt x="4088771" y="352435"/>
                </a:lnTo>
                <a:lnTo>
                  <a:pt x="4088292" y="351802"/>
                </a:lnTo>
                <a:lnTo>
                  <a:pt x="4087834" y="351146"/>
                </a:lnTo>
                <a:lnTo>
                  <a:pt x="4087400" y="350468"/>
                </a:lnTo>
                <a:lnTo>
                  <a:pt x="4086987" y="349768"/>
                </a:lnTo>
                <a:lnTo>
                  <a:pt x="4086596" y="349045"/>
                </a:lnTo>
                <a:lnTo>
                  <a:pt x="4086228" y="348300"/>
                </a:lnTo>
                <a:lnTo>
                  <a:pt x="4085883" y="347533"/>
                </a:lnTo>
                <a:lnTo>
                  <a:pt x="4085559" y="346743"/>
                </a:lnTo>
                <a:lnTo>
                  <a:pt x="4085258" y="345931"/>
                </a:lnTo>
                <a:lnTo>
                  <a:pt x="4084979" y="345097"/>
                </a:lnTo>
                <a:lnTo>
                  <a:pt x="4084723" y="344241"/>
                </a:lnTo>
                <a:lnTo>
                  <a:pt x="4084488" y="343362"/>
                </a:lnTo>
                <a:lnTo>
                  <a:pt x="4084276" y="342461"/>
                </a:lnTo>
                <a:lnTo>
                  <a:pt x="4084087" y="341537"/>
                </a:lnTo>
                <a:lnTo>
                  <a:pt x="4083920" y="340591"/>
                </a:lnTo>
                <a:lnTo>
                  <a:pt x="4083775" y="339623"/>
                </a:lnTo>
                <a:lnTo>
                  <a:pt x="4083652" y="338633"/>
                </a:lnTo>
                <a:lnTo>
                  <a:pt x="4083551" y="337620"/>
                </a:lnTo>
                <a:lnTo>
                  <a:pt x="4083473" y="336586"/>
                </a:lnTo>
                <a:lnTo>
                  <a:pt x="4083418" y="335528"/>
                </a:lnTo>
                <a:lnTo>
                  <a:pt x="4083384" y="334449"/>
                </a:lnTo>
                <a:lnTo>
                  <a:pt x="4083373" y="333347"/>
                </a:lnTo>
                <a:lnTo>
                  <a:pt x="4083373" y="330473"/>
                </a:lnTo>
                <a:lnTo>
                  <a:pt x="4144068" y="330473"/>
                </a:lnTo>
                <a:lnTo>
                  <a:pt x="4144068" y="318976"/>
                </a:lnTo>
                <a:lnTo>
                  <a:pt x="4144060" y="318107"/>
                </a:lnTo>
                <a:lnTo>
                  <a:pt x="4144035" y="317246"/>
                </a:lnTo>
                <a:lnTo>
                  <a:pt x="4143994" y="316393"/>
                </a:lnTo>
                <a:lnTo>
                  <a:pt x="4143937" y="315548"/>
                </a:lnTo>
                <a:lnTo>
                  <a:pt x="4143863" y="314711"/>
                </a:lnTo>
                <a:lnTo>
                  <a:pt x="4143772" y="313883"/>
                </a:lnTo>
                <a:lnTo>
                  <a:pt x="4143665" y="313063"/>
                </a:lnTo>
                <a:lnTo>
                  <a:pt x="4143542" y="312251"/>
                </a:lnTo>
                <a:lnTo>
                  <a:pt x="4143402" y="311447"/>
                </a:lnTo>
                <a:lnTo>
                  <a:pt x="4143246" y="310652"/>
                </a:lnTo>
                <a:lnTo>
                  <a:pt x="4143074" y="309865"/>
                </a:lnTo>
                <a:lnTo>
                  <a:pt x="4142885" y="309086"/>
                </a:lnTo>
                <a:lnTo>
                  <a:pt x="4142679" y="308315"/>
                </a:lnTo>
                <a:lnTo>
                  <a:pt x="4142457" y="307552"/>
                </a:lnTo>
                <a:lnTo>
                  <a:pt x="4142219" y="306798"/>
                </a:lnTo>
                <a:lnTo>
                  <a:pt x="4141964" y="306052"/>
                </a:lnTo>
                <a:lnTo>
                  <a:pt x="4141693" y="305314"/>
                </a:lnTo>
                <a:lnTo>
                  <a:pt x="4141405" y="304584"/>
                </a:lnTo>
                <a:lnTo>
                  <a:pt x="4141101" y="303863"/>
                </a:lnTo>
                <a:lnTo>
                  <a:pt x="4140781" y="303150"/>
                </a:lnTo>
                <a:lnTo>
                  <a:pt x="4140444" y="302445"/>
                </a:lnTo>
                <a:lnTo>
                  <a:pt x="4140090" y="301748"/>
                </a:lnTo>
                <a:lnTo>
                  <a:pt x="4139721" y="301059"/>
                </a:lnTo>
                <a:lnTo>
                  <a:pt x="4139334" y="300379"/>
                </a:lnTo>
                <a:lnTo>
                  <a:pt x="4138947" y="299708"/>
                </a:lnTo>
                <a:lnTo>
                  <a:pt x="4138546" y="299050"/>
                </a:lnTo>
                <a:lnTo>
                  <a:pt x="4138132" y="298403"/>
                </a:lnTo>
                <a:lnTo>
                  <a:pt x="4137705" y="297768"/>
                </a:lnTo>
                <a:lnTo>
                  <a:pt x="4137263" y="297144"/>
                </a:lnTo>
                <a:lnTo>
                  <a:pt x="4136809" y="296532"/>
                </a:lnTo>
                <a:lnTo>
                  <a:pt x="4136341" y="295933"/>
                </a:lnTo>
                <a:lnTo>
                  <a:pt x="4135859" y="295344"/>
                </a:lnTo>
                <a:lnTo>
                  <a:pt x="4135364" y="294768"/>
                </a:lnTo>
                <a:lnTo>
                  <a:pt x="4134855" y="294203"/>
                </a:lnTo>
                <a:lnTo>
                  <a:pt x="4134333" y="293650"/>
                </a:lnTo>
                <a:lnTo>
                  <a:pt x="4133797" y="293109"/>
                </a:lnTo>
                <a:lnTo>
                  <a:pt x="4133248" y="292579"/>
                </a:lnTo>
                <a:lnTo>
                  <a:pt x="4132685" y="292062"/>
                </a:lnTo>
                <a:lnTo>
                  <a:pt x="4132109" y="291556"/>
                </a:lnTo>
                <a:lnTo>
                  <a:pt x="4131520" y="291061"/>
                </a:lnTo>
                <a:lnTo>
                  <a:pt x="4130916" y="290579"/>
                </a:lnTo>
                <a:lnTo>
                  <a:pt x="4130300" y="290108"/>
                </a:lnTo>
                <a:lnTo>
                  <a:pt x="4129670" y="289649"/>
                </a:lnTo>
                <a:lnTo>
                  <a:pt x="4129026" y="289202"/>
                </a:lnTo>
                <a:lnTo>
                  <a:pt x="4128369" y="288766"/>
                </a:lnTo>
                <a:lnTo>
                  <a:pt x="4127698" y="288342"/>
                </a:lnTo>
                <a:lnTo>
                  <a:pt x="4127014" y="287930"/>
                </a:lnTo>
                <a:lnTo>
                  <a:pt x="4126316" y="287530"/>
                </a:lnTo>
                <a:lnTo>
                  <a:pt x="4125620" y="287143"/>
                </a:lnTo>
                <a:lnTo>
                  <a:pt x="4124912" y="286774"/>
                </a:lnTo>
                <a:lnTo>
                  <a:pt x="4124192" y="286420"/>
                </a:lnTo>
                <a:lnTo>
                  <a:pt x="4123461" y="286083"/>
                </a:lnTo>
                <a:lnTo>
                  <a:pt x="4122718" y="285763"/>
                </a:lnTo>
                <a:lnTo>
                  <a:pt x="4121963" y="285459"/>
                </a:lnTo>
                <a:lnTo>
                  <a:pt x="4121196" y="285171"/>
                </a:lnTo>
                <a:lnTo>
                  <a:pt x="4120418" y="284900"/>
                </a:lnTo>
                <a:lnTo>
                  <a:pt x="4119627" y="284645"/>
                </a:lnTo>
                <a:lnTo>
                  <a:pt x="4118826" y="284407"/>
                </a:lnTo>
                <a:lnTo>
                  <a:pt x="4118012" y="284185"/>
                </a:lnTo>
                <a:lnTo>
                  <a:pt x="4117186" y="283979"/>
                </a:lnTo>
                <a:lnTo>
                  <a:pt x="4116349" y="283790"/>
                </a:lnTo>
                <a:lnTo>
                  <a:pt x="4115501" y="283618"/>
                </a:lnTo>
                <a:lnTo>
                  <a:pt x="4114640" y="283462"/>
                </a:lnTo>
                <a:lnTo>
                  <a:pt x="4113768" y="283322"/>
                </a:lnTo>
                <a:lnTo>
                  <a:pt x="4112883" y="283199"/>
                </a:lnTo>
                <a:lnTo>
                  <a:pt x="4111988" y="283092"/>
                </a:lnTo>
                <a:lnTo>
                  <a:pt x="4111080" y="283001"/>
                </a:lnTo>
                <a:lnTo>
                  <a:pt x="4110161" y="282927"/>
                </a:lnTo>
                <a:lnTo>
                  <a:pt x="4109230" y="282870"/>
                </a:lnTo>
                <a:lnTo>
                  <a:pt x="4108287" y="282829"/>
                </a:lnTo>
                <a:lnTo>
                  <a:pt x="4107332" y="282804"/>
                </a:lnTo>
                <a:lnTo>
                  <a:pt x="4106366" y="282796"/>
                </a:lnTo>
                <a:lnTo>
                  <a:pt x="4105329" y="282805"/>
                </a:lnTo>
                <a:lnTo>
                  <a:pt x="4104304" y="282834"/>
                </a:lnTo>
                <a:lnTo>
                  <a:pt x="4103291" y="282880"/>
                </a:lnTo>
                <a:lnTo>
                  <a:pt x="4102290" y="282946"/>
                </a:lnTo>
                <a:lnTo>
                  <a:pt x="4101300" y="283031"/>
                </a:lnTo>
                <a:lnTo>
                  <a:pt x="4100322" y="283134"/>
                </a:lnTo>
                <a:lnTo>
                  <a:pt x="4099356" y="283256"/>
                </a:lnTo>
                <a:lnTo>
                  <a:pt x="4098401" y="283397"/>
                </a:lnTo>
                <a:lnTo>
                  <a:pt x="4097458" y="283557"/>
                </a:lnTo>
                <a:lnTo>
                  <a:pt x="4096527" y="283735"/>
                </a:lnTo>
                <a:lnTo>
                  <a:pt x="4095608" y="283932"/>
                </a:lnTo>
                <a:lnTo>
                  <a:pt x="4094701" y="284148"/>
                </a:lnTo>
                <a:lnTo>
                  <a:pt x="4093805" y="284383"/>
                </a:lnTo>
                <a:lnTo>
                  <a:pt x="4092921" y="284637"/>
                </a:lnTo>
                <a:lnTo>
                  <a:pt x="4092048" y="284909"/>
                </a:lnTo>
                <a:lnTo>
                  <a:pt x="4091188" y="285200"/>
                </a:lnTo>
                <a:lnTo>
                  <a:pt x="4090339" y="285510"/>
                </a:lnTo>
                <a:lnTo>
                  <a:pt x="4089502" y="285839"/>
                </a:lnTo>
                <a:lnTo>
                  <a:pt x="4088676" y="286186"/>
                </a:lnTo>
                <a:lnTo>
                  <a:pt x="4087863" y="286553"/>
                </a:lnTo>
                <a:lnTo>
                  <a:pt x="4087061" y="286938"/>
                </a:lnTo>
                <a:lnTo>
                  <a:pt x="4086271" y="287342"/>
                </a:lnTo>
                <a:lnTo>
                  <a:pt x="4085492" y="287764"/>
                </a:lnTo>
                <a:lnTo>
                  <a:pt x="4084726" y="288206"/>
                </a:lnTo>
                <a:lnTo>
                  <a:pt x="4083972" y="288650"/>
                </a:lnTo>
                <a:lnTo>
                  <a:pt x="4083233" y="289110"/>
                </a:lnTo>
                <a:lnTo>
                  <a:pt x="4082509" y="289585"/>
                </a:lnTo>
                <a:lnTo>
                  <a:pt x="4081800" y="290075"/>
                </a:lnTo>
                <a:lnTo>
                  <a:pt x="4081105" y="290580"/>
                </a:lnTo>
                <a:lnTo>
                  <a:pt x="4080425" y="291101"/>
                </a:lnTo>
                <a:lnTo>
                  <a:pt x="4079760" y="291637"/>
                </a:lnTo>
                <a:lnTo>
                  <a:pt x="4079109" y="292188"/>
                </a:lnTo>
                <a:lnTo>
                  <a:pt x="4078473" y="292755"/>
                </a:lnTo>
                <a:lnTo>
                  <a:pt x="4077851" y="293337"/>
                </a:lnTo>
                <a:lnTo>
                  <a:pt x="4077245" y="293934"/>
                </a:lnTo>
                <a:lnTo>
                  <a:pt x="4076653" y="294546"/>
                </a:lnTo>
                <a:lnTo>
                  <a:pt x="4076075" y="295173"/>
                </a:lnTo>
                <a:lnTo>
                  <a:pt x="4075513" y="295816"/>
                </a:lnTo>
                <a:lnTo>
                  <a:pt x="4074965" y="296474"/>
                </a:lnTo>
                <a:lnTo>
                  <a:pt x="4074431" y="297148"/>
                </a:lnTo>
                <a:lnTo>
                  <a:pt x="4073913" y="297836"/>
                </a:lnTo>
                <a:lnTo>
                  <a:pt x="4073409" y="298540"/>
                </a:lnTo>
                <a:lnTo>
                  <a:pt x="4072919" y="299259"/>
                </a:lnTo>
                <a:lnTo>
                  <a:pt x="4072445" y="299994"/>
                </a:lnTo>
                <a:lnTo>
                  <a:pt x="4071985" y="300743"/>
                </a:lnTo>
                <a:lnTo>
                  <a:pt x="4071540" y="301508"/>
                </a:lnTo>
                <a:lnTo>
                  <a:pt x="4071109" y="302288"/>
                </a:lnTo>
                <a:lnTo>
                  <a:pt x="4070693" y="303084"/>
                </a:lnTo>
                <a:lnTo>
                  <a:pt x="4070293" y="303893"/>
                </a:lnTo>
                <a:lnTo>
                  <a:pt x="4069910" y="304715"/>
                </a:lnTo>
                <a:lnTo>
                  <a:pt x="4069544" y="305549"/>
                </a:lnTo>
                <a:lnTo>
                  <a:pt x="4069195" y="306395"/>
                </a:lnTo>
                <a:lnTo>
                  <a:pt x="4068863" y="307253"/>
                </a:lnTo>
                <a:lnTo>
                  <a:pt x="4068548" y="308124"/>
                </a:lnTo>
                <a:lnTo>
                  <a:pt x="4068250" y="309007"/>
                </a:lnTo>
                <a:lnTo>
                  <a:pt x="4067969" y="309903"/>
                </a:lnTo>
                <a:lnTo>
                  <a:pt x="4067705" y="310811"/>
                </a:lnTo>
                <a:lnTo>
                  <a:pt x="4067458" y="311731"/>
                </a:lnTo>
                <a:lnTo>
                  <a:pt x="4067229" y="312664"/>
                </a:lnTo>
                <a:lnTo>
                  <a:pt x="4067016" y="313608"/>
                </a:lnTo>
                <a:lnTo>
                  <a:pt x="4066820" y="314566"/>
                </a:lnTo>
                <a:lnTo>
                  <a:pt x="4066641" y="315535"/>
                </a:lnTo>
                <a:lnTo>
                  <a:pt x="4066480" y="316517"/>
                </a:lnTo>
                <a:lnTo>
                  <a:pt x="4066335" y="317511"/>
                </a:lnTo>
                <a:lnTo>
                  <a:pt x="4066207" y="318517"/>
                </a:lnTo>
                <a:lnTo>
                  <a:pt x="4066097" y="319536"/>
                </a:lnTo>
                <a:lnTo>
                  <a:pt x="4066003" y="320567"/>
                </a:lnTo>
                <a:lnTo>
                  <a:pt x="4065926" y="321611"/>
                </a:lnTo>
                <a:lnTo>
                  <a:pt x="4065867" y="322667"/>
                </a:lnTo>
                <a:lnTo>
                  <a:pt x="4065824" y="323735"/>
                </a:lnTo>
                <a:lnTo>
                  <a:pt x="4065799" y="324815"/>
                </a:lnTo>
                <a:lnTo>
                  <a:pt x="4065790" y="325908"/>
                </a:lnTo>
                <a:lnTo>
                  <a:pt x="4065790" y="329458"/>
                </a:lnTo>
                <a:lnTo>
                  <a:pt x="4065798" y="330510"/>
                </a:lnTo>
                <a:lnTo>
                  <a:pt x="4065820" y="331552"/>
                </a:lnTo>
                <a:lnTo>
                  <a:pt x="4065856" y="332584"/>
                </a:lnTo>
                <a:lnTo>
                  <a:pt x="4065908" y="333605"/>
                </a:lnTo>
                <a:lnTo>
                  <a:pt x="4065974" y="334617"/>
                </a:lnTo>
                <a:lnTo>
                  <a:pt x="4066054" y="335619"/>
                </a:lnTo>
                <a:lnTo>
                  <a:pt x="4066150" y="336611"/>
                </a:lnTo>
                <a:lnTo>
                  <a:pt x="4066260" y="337592"/>
                </a:lnTo>
                <a:lnTo>
                  <a:pt x="4066385" y="338564"/>
                </a:lnTo>
                <a:lnTo>
                  <a:pt x="4066524" y="339526"/>
                </a:lnTo>
                <a:lnTo>
                  <a:pt x="4066678" y="340478"/>
                </a:lnTo>
                <a:lnTo>
                  <a:pt x="4066847" y="341420"/>
                </a:lnTo>
                <a:lnTo>
                  <a:pt x="4067030" y="342352"/>
                </a:lnTo>
                <a:lnTo>
                  <a:pt x="4067228" y="343274"/>
                </a:lnTo>
                <a:lnTo>
                  <a:pt x="4067441" y="344186"/>
                </a:lnTo>
                <a:lnTo>
                  <a:pt x="4067669" y="345088"/>
                </a:lnTo>
                <a:lnTo>
                  <a:pt x="4067911" y="345980"/>
                </a:lnTo>
                <a:lnTo>
                  <a:pt x="4068168" y="346862"/>
                </a:lnTo>
                <a:lnTo>
                  <a:pt x="4068439" y="347734"/>
                </a:lnTo>
                <a:lnTo>
                  <a:pt x="4068725" y="348596"/>
                </a:lnTo>
                <a:lnTo>
                  <a:pt x="4069026" y="349448"/>
                </a:lnTo>
                <a:lnTo>
                  <a:pt x="4069342" y="350290"/>
                </a:lnTo>
                <a:lnTo>
                  <a:pt x="4069672" y="351122"/>
                </a:lnTo>
                <a:lnTo>
                  <a:pt x="4070017" y="351944"/>
                </a:lnTo>
                <a:lnTo>
                  <a:pt x="4070391" y="352754"/>
                </a:lnTo>
                <a:lnTo>
                  <a:pt x="4070780" y="353548"/>
                </a:lnTo>
                <a:lnTo>
                  <a:pt x="4071184" y="354327"/>
                </a:lnTo>
                <a:lnTo>
                  <a:pt x="4071604" y="355091"/>
                </a:lnTo>
                <a:lnTo>
                  <a:pt x="4072039" y="355839"/>
                </a:lnTo>
                <a:lnTo>
                  <a:pt x="4072489" y="356573"/>
                </a:lnTo>
                <a:lnTo>
                  <a:pt x="4072955" y="357291"/>
                </a:lnTo>
                <a:lnTo>
                  <a:pt x="4073436" y="357993"/>
                </a:lnTo>
                <a:lnTo>
                  <a:pt x="4073932" y="358681"/>
                </a:lnTo>
                <a:lnTo>
                  <a:pt x="4074443" y="359353"/>
                </a:lnTo>
                <a:lnTo>
                  <a:pt x="4074970" y="360010"/>
                </a:lnTo>
                <a:lnTo>
                  <a:pt x="4075512" y="360651"/>
                </a:lnTo>
                <a:lnTo>
                  <a:pt x="4076069" y="361278"/>
                </a:lnTo>
                <a:lnTo>
                  <a:pt x="4076641" y="361889"/>
                </a:lnTo>
                <a:lnTo>
                  <a:pt x="4077229" y="362485"/>
                </a:lnTo>
                <a:lnTo>
                  <a:pt x="4077832" y="363065"/>
                </a:lnTo>
                <a:lnTo>
                  <a:pt x="4078450" y="363631"/>
                </a:lnTo>
                <a:lnTo>
                  <a:pt x="4079083" y="364181"/>
                </a:lnTo>
                <a:lnTo>
                  <a:pt x="4079732" y="364715"/>
                </a:lnTo>
                <a:lnTo>
                  <a:pt x="4080396" y="365235"/>
                </a:lnTo>
                <a:lnTo>
                  <a:pt x="4081075" y="365739"/>
                </a:lnTo>
                <a:lnTo>
                  <a:pt x="4081769" y="366228"/>
                </a:lnTo>
                <a:lnTo>
                  <a:pt x="4082479" y="366702"/>
                </a:lnTo>
                <a:lnTo>
                  <a:pt x="4083204" y="367160"/>
                </a:lnTo>
                <a:lnTo>
                  <a:pt x="4083959" y="367602"/>
                </a:lnTo>
                <a:lnTo>
                  <a:pt x="4084729" y="368025"/>
                </a:lnTo>
                <a:lnTo>
                  <a:pt x="4085516" y="368428"/>
                </a:lnTo>
                <a:lnTo>
                  <a:pt x="4086318" y="368814"/>
                </a:lnTo>
                <a:lnTo>
                  <a:pt x="4087136" y="369180"/>
                </a:lnTo>
                <a:lnTo>
                  <a:pt x="4087970" y="369527"/>
                </a:lnTo>
                <a:lnTo>
                  <a:pt x="4088819" y="369856"/>
                </a:lnTo>
                <a:lnTo>
                  <a:pt x="4089685" y="370166"/>
                </a:lnTo>
                <a:lnTo>
                  <a:pt x="4090566" y="370457"/>
                </a:lnTo>
                <a:lnTo>
                  <a:pt x="4091464" y="370730"/>
                </a:lnTo>
                <a:lnTo>
                  <a:pt x="4092377" y="370983"/>
                </a:lnTo>
                <a:lnTo>
                  <a:pt x="4093306" y="371218"/>
                </a:lnTo>
                <a:lnTo>
                  <a:pt x="4094251" y="371434"/>
                </a:lnTo>
                <a:lnTo>
                  <a:pt x="4095211" y="371631"/>
                </a:lnTo>
                <a:lnTo>
                  <a:pt x="4096188" y="371810"/>
                </a:lnTo>
                <a:lnTo>
                  <a:pt x="4097180" y="371969"/>
                </a:lnTo>
                <a:lnTo>
                  <a:pt x="4098189" y="372110"/>
                </a:lnTo>
                <a:lnTo>
                  <a:pt x="4099213" y="372232"/>
                </a:lnTo>
                <a:lnTo>
                  <a:pt x="4100253" y="372336"/>
                </a:lnTo>
                <a:lnTo>
                  <a:pt x="4101308" y="372420"/>
                </a:lnTo>
                <a:lnTo>
                  <a:pt x="4102380" y="372486"/>
                </a:lnTo>
                <a:lnTo>
                  <a:pt x="4103468" y="372533"/>
                </a:lnTo>
                <a:lnTo>
                  <a:pt x="4104571" y="372561"/>
                </a:lnTo>
                <a:lnTo>
                  <a:pt x="4105690" y="372571"/>
                </a:lnTo>
                <a:lnTo>
                  <a:pt x="4106657" y="372564"/>
                </a:lnTo>
                <a:lnTo>
                  <a:pt x="4107612" y="372542"/>
                </a:lnTo>
                <a:lnTo>
                  <a:pt x="4108556" y="372507"/>
                </a:lnTo>
                <a:lnTo>
                  <a:pt x="4109489" y="372458"/>
                </a:lnTo>
                <a:lnTo>
                  <a:pt x="4110411" y="372394"/>
                </a:lnTo>
                <a:lnTo>
                  <a:pt x="4111322" y="372317"/>
                </a:lnTo>
                <a:lnTo>
                  <a:pt x="4112222" y="372225"/>
                </a:lnTo>
                <a:lnTo>
                  <a:pt x="4113110" y="372120"/>
                </a:lnTo>
                <a:lnTo>
                  <a:pt x="4113988" y="372000"/>
                </a:lnTo>
                <a:close/>
                <a:moveTo>
                  <a:pt x="4083824" y="314843"/>
                </a:moveTo>
                <a:lnTo>
                  <a:pt x="4083899" y="314374"/>
                </a:lnTo>
                <a:lnTo>
                  <a:pt x="4083982" y="313907"/>
                </a:lnTo>
                <a:lnTo>
                  <a:pt x="4084075" y="313440"/>
                </a:lnTo>
                <a:lnTo>
                  <a:pt x="4084176" y="312974"/>
                </a:lnTo>
                <a:lnTo>
                  <a:pt x="4084286" y="312510"/>
                </a:lnTo>
                <a:lnTo>
                  <a:pt x="4084405" y="312047"/>
                </a:lnTo>
                <a:lnTo>
                  <a:pt x="4084533" y="311585"/>
                </a:lnTo>
                <a:lnTo>
                  <a:pt x="4084669" y="311124"/>
                </a:lnTo>
                <a:lnTo>
                  <a:pt x="4084815" y="310664"/>
                </a:lnTo>
                <a:lnTo>
                  <a:pt x="4084969" y="310206"/>
                </a:lnTo>
                <a:lnTo>
                  <a:pt x="4085132" y="309749"/>
                </a:lnTo>
                <a:lnTo>
                  <a:pt x="4085303" y="309292"/>
                </a:lnTo>
                <a:lnTo>
                  <a:pt x="4085484" y="308838"/>
                </a:lnTo>
                <a:lnTo>
                  <a:pt x="4085673" y="308384"/>
                </a:lnTo>
                <a:lnTo>
                  <a:pt x="4085871" y="307931"/>
                </a:lnTo>
                <a:lnTo>
                  <a:pt x="4086078" y="307480"/>
                </a:lnTo>
                <a:lnTo>
                  <a:pt x="4086308" y="307018"/>
                </a:lnTo>
                <a:lnTo>
                  <a:pt x="4086544" y="306564"/>
                </a:lnTo>
                <a:lnTo>
                  <a:pt x="4086789" y="306117"/>
                </a:lnTo>
                <a:lnTo>
                  <a:pt x="4087041" y="305676"/>
                </a:lnTo>
                <a:lnTo>
                  <a:pt x="4087301" y="305243"/>
                </a:lnTo>
                <a:lnTo>
                  <a:pt x="4087568" y="304817"/>
                </a:lnTo>
                <a:lnTo>
                  <a:pt x="4087843" y="304398"/>
                </a:lnTo>
                <a:lnTo>
                  <a:pt x="4088126" y="303986"/>
                </a:lnTo>
                <a:lnTo>
                  <a:pt x="4088416" y="303581"/>
                </a:lnTo>
                <a:lnTo>
                  <a:pt x="4088714" y="303183"/>
                </a:lnTo>
                <a:lnTo>
                  <a:pt x="4089020" y="302792"/>
                </a:lnTo>
                <a:lnTo>
                  <a:pt x="4089333" y="302408"/>
                </a:lnTo>
                <a:lnTo>
                  <a:pt x="4089654" y="302031"/>
                </a:lnTo>
                <a:lnTo>
                  <a:pt x="4089982" y="301661"/>
                </a:lnTo>
                <a:lnTo>
                  <a:pt x="4090318" y="301298"/>
                </a:lnTo>
                <a:lnTo>
                  <a:pt x="4090662" y="300942"/>
                </a:lnTo>
                <a:lnTo>
                  <a:pt x="4091013" y="300594"/>
                </a:lnTo>
                <a:lnTo>
                  <a:pt x="4091372" y="300252"/>
                </a:lnTo>
                <a:lnTo>
                  <a:pt x="4091739" y="299917"/>
                </a:lnTo>
                <a:lnTo>
                  <a:pt x="4092113" y="299590"/>
                </a:lnTo>
                <a:lnTo>
                  <a:pt x="4092495" y="299269"/>
                </a:lnTo>
                <a:lnTo>
                  <a:pt x="4092884" y="298956"/>
                </a:lnTo>
                <a:lnTo>
                  <a:pt x="4093282" y="298649"/>
                </a:lnTo>
                <a:lnTo>
                  <a:pt x="4093686" y="298350"/>
                </a:lnTo>
                <a:lnTo>
                  <a:pt x="4094113" y="298060"/>
                </a:lnTo>
                <a:lnTo>
                  <a:pt x="4094547" y="297783"/>
                </a:lnTo>
                <a:lnTo>
                  <a:pt x="4094989" y="297518"/>
                </a:lnTo>
                <a:lnTo>
                  <a:pt x="4095438" y="297265"/>
                </a:lnTo>
                <a:lnTo>
                  <a:pt x="4095895" y="297025"/>
                </a:lnTo>
                <a:lnTo>
                  <a:pt x="4096360" y="296797"/>
                </a:lnTo>
                <a:lnTo>
                  <a:pt x="4096832" y="296581"/>
                </a:lnTo>
                <a:lnTo>
                  <a:pt x="4097312" y="296378"/>
                </a:lnTo>
                <a:lnTo>
                  <a:pt x="4097799" y="296187"/>
                </a:lnTo>
                <a:lnTo>
                  <a:pt x="4098294" y="296008"/>
                </a:lnTo>
                <a:lnTo>
                  <a:pt x="4098797" y="295841"/>
                </a:lnTo>
                <a:lnTo>
                  <a:pt x="4099308" y="295687"/>
                </a:lnTo>
                <a:lnTo>
                  <a:pt x="4099826" y="295546"/>
                </a:lnTo>
                <a:lnTo>
                  <a:pt x="4100351" y="295416"/>
                </a:lnTo>
                <a:lnTo>
                  <a:pt x="4100885" y="295299"/>
                </a:lnTo>
                <a:lnTo>
                  <a:pt x="4101426" y="295194"/>
                </a:lnTo>
                <a:lnTo>
                  <a:pt x="4101974" y="295102"/>
                </a:lnTo>
                <a:lnTo>
                  <a:pt x="4102531" y="295022"/>
                </a:lnTo>
                <a:lnTo>
                  <a:pt x="4103094" y="294954"/>
                </a:lnTo>
                <a:lnTo>
                  <a:pt x="4103666" y="294898"/>
                </a:lnTo>
                <a:lnTo>
                  <a:pt x="4104245" y="294855"/>
                </a:lnTo>
                <a:lnTo>
                  <a:pt x="4104832" y="294824"/>
                </a:lnTo>
                <a:lnTo>
                  <a:pt x="4105426" y="294806"/>
                </a:lnTo>
                <a:lnTo>
                  <a:pt x="4106028" y="294800"/>
                </a:lnTo>
                <a:lnTo>
                  <a:pt x="4106561" y="294805"/>
                </a:lnTo>
                <a:lnTo>
                  <a:pt x="4107088" y="294820"/>
                </a:lnTo>
                <a:lnTo>
                  <a:pt x="4107611" y="294845"/>
                </a:lnTo>
                <a:lnTo>
                  <a:pt x="4108127" y="294880"/>
                </a:lnTo>
                <a:lnTo>
                  <a:pt x="4108639" y="294924"/>
                </a:lnTo>
                <a:lnTo>
                  <a:pt x="4109145" y="294979"/>
                </a:lnTo>
                <a:lnTo>
                  <a:pt x="4109646" y="295044"/>
                </a:lnTo>
                <a:lnTo>
                  <a:pt x="4110142" y="295119"/>
                </a:lnTo>
                <a:lnTo>
                  <a:pt x="4110633" y="295204"/>
                </a:lnTo>
                <a:lnTo>
                  <a:pt x="4111118" y="295299"/>
                </a:lnTo>
                <a:lnTo>
                  <a:pt x="4111598" y="295404"/>
                </a:lnTo>
                <a:lnTo>
                  <a:pt x="4112072" y="295518"/>
                </a:lnTo>
                <a:lnTo>
                  <a:pt x="4112542" y="295643"/>
                </a:lnTo>
                <a:lnTo>
                  <a:pt x="4113006" y="295778"/>
                </a:lnTo>
                <a:lnTo>
                  <a:pt x="4113464" y="295922"/>
                </a:lnTo>
                <a:lnTo>
                  <a:pt x="4113918" y="296077"/>
                </a:lnTo>
                <a:lnTo>
                  <a:pt x="4114366" y="296242"/>
                </a:lnTo>
                <a:lnTo>
                  <a:pt x="4114809" y="296416"/>
                </a:lnTo>
                <a:lnTo>
                  <a:pt x="4115247" y="296601"/>
                </a:lnTo>
                <a:lnTo>
                  <a:pt x="4115679" y="296796"/>
                </a:lnTo>
                <a:lnTo>
                  <a:pt x="4116106" y="297000"/>
                </a:lnTo>
                <a:lnTo>
                  <a:pt x="4116528" y="297215"/>
                </a:lnTo>
                <a:lnTo>
                  <a:pt x="4116944" y="297439"/>
                </a:lnTo>
                <a:lnTo>
                  <a:pt x="4117356" y="297674"/>
                </a:lnTo>
                <a:lnTo>
                  <a:pt x="4117760" y="297917"/>
                </a:lnTo>
                <a:lnTo>
                  <a:pt x="4118156" y="298168"/>
                </a:lnTo>
                <a:lnTo>
                  <a:pt x="4118544" y="298427"/>
                </a:lnTo>
                <a:lnTo>
                  <a:pt x="4118924" y="298693"/>
                </a:lnTo>
                <a:lnTo>
                  <a:pt x="4119296" y="298967"/>
                </a:lnTo>
                <a:lnTo>
                  <a:pt x="4119659" y="299248"/>
                </a:lnTo>
                <a:lnTo>
                  <a:pt x="4120014" y="299537"/>
                </a:lnTo>
                <a:lnTo>
                  <a:pt x="4120361" y="299834"/>
                </a:lnTo>
                <a:lnTo>
                  <a:pt x="4120700" y="300139"/>
                </a:lnTo>
                <a:lnTo>
                  <a:pt x="4121030" y="300451"/>
                </a:lnTo>
                <a:lnTo>
                  <a:pt x="4121353" y="300770"/>
                </a:lnTo>
                <a:lnTo>
                  <a:pt x="4121667" y="301097"/>
                </a:lnTo>
                <a:lnTo>
                  <a:pt x="4121973" y="301432"/>
                </a:lnTo>
                <a:lnTo>
                  <a:pt x="4122270" y="301775"/>
                </a:lnTo>
                <a:lnTo>
                  <a:pt x="4122560" y="302125"/>
                </a:lnTo>
                <a:lnTo>
                  <a:pt x="4122841" y="302483"/>
                </a:lnTo>
                <a:lnTo>
                  <a:pt x="4123114" y="302848"/>
                </a:lnTo>
                <a:lnTo>
                  <a:pt x="4123379" y="303221"/>
                </a:lnTo>
                <a:lnTo>
                  <a:pt x="4123635" y="303602"/>
                </a:lnTo>
                <a:lnTo>
                  <a:pt x="4123884" y="303990"/>
                </a:lnTo>
                <a:lnTo>
                  <a:pt x="4124124" y="304386"/>
                </a:lnTo>
                <a:lnTo>
                  <a:pt x="4124356" y="304790"/>
                </a:lnTo>
                <a:lnTo>
                  <a:pt x="4124579" y="305201"/>
                </a:lnTo>
                <a:lnTo>
                  <a:pt x="4124795" y="305620"/>
                </a:lnTo>
                <a:lnTo>
                  <a:pt x="4125015" y="306031"/>
                </a:lnTo>
                <a:lnTo>
                  <a:pt x="4125227" y="306448"/>
                </a:lnTo>
                <a:lnTo>
                  <a:pt x="4125429" y="306869"/>
                </a:lnTo>
                <a:lnTo>
                  <a:pt x="4125621" y="307297"/>
                </a:lnTo>
                <a:lnTo>
                  <a:pt x="4125804" y="307729"/>
                </a:lnTo>
                <a:lnTo>
                  <a:pt x="4125978" y="308167"/>
                </a:lnTo>
                <a:lnTo>
                  <a:pt x="4126143" y="308609"/>
                </a:lnTo>
                <a:lnTo>
                  <a:pt x="4126297" y="309058"/>
                </a:lnTo>
                <a:lnTo>
                  <a:pt x="4126443" y="309511"/>
                </a:lnTo>
                <a:lnTo>
                  <a:pt x="4126579" y="309970"/>
                </a:lnTo>
                <a:lnTo>
                  <a:pt x="4126706" y="310434"/>
                </a:lnTo>
                <a:lnTo>
                  <a:pt x="4126823" y="310903"/>
                </a:lnTo>
                <a:lnTo>
                  <a:pt x="4126931" y="311378"/>
                </a:lnTo>
                <a:lnTo>
                  <a:pt x="4127030" y="311858"/>
                </a:lnTo>
                <a:lnTo>
                  <a:pt x="4127119" y="312343"/>
                </a:lnTo>
                <a:lnTo>
                  <a:pt x="4127199" y="312833"/>
                </a:lnTo>
                <a:lnTo>
                  <a:pt x="4127269" y="313329"/>
                </a:lnTo>
                <a:lnTo>
                  <a:pt x="4127331" y="313830"/>
                </a:lnTo>
                <a:lnTo>
                  <a:pt x="4127382" y="314337"/>
                </a:lnTo>
                <a:lnTo>
                  <a:pt x="4127424" y="314848"/>
                </a:lnTo>
                <a:lnTo>
                  <a:pt x="4127457" y="315365"/>
                </a:lnTo>
                <a:lnTo>
                  <a:pt x="4127481" y="315887"/>
                </a:lnTo>
                <a:lnTo>
                  <a:pt x="4127495" y="316415"/>
                </a:lnTo>
                <a:lnTo>
                  <a:pt x="4127500" y="316947"/>
                </a:lnTo>
                <a:lnTo>
                  <a:pt x="4127500" y="319484"/>
                </a:lnTo>
                <a:lnTo>
                  <a:pt x="4083542" y="319484"/>
                </a:lnTo>
                <a:lnTo>
                  <a:pt x="4083542" y="318638"/>
                </a:lnTo>
                <a:lnTo>
                  <a:pt x="4083546" y="318160"/>
                </a:lnTo>
                <a:lnTo>
                  <a:pt x="4083560" y="317682"/>
                </a:lnTo>
                <a:lnTo>
                  <a:pt x="4083582" y="317206"/>
                </a:lnTo>
                <a:lnTo>
                  <a:pt x="4083613" y="316731"/>
                </a:lnTo>
                <a:lnTo>
                  <a:pt x="4083652" y="316258"/>
                </a:lnTo>
                <a:lnTo>
                  <a:pt x="4083701" y="315785"/>
                </a:lnTo>
                <a:lnTo>
                  <a:pt x="4083758" y="315314"/>
                </a:lnTo>
                <a:lnTo>
                  <a:pt x="4083824" y="314843"/>
                </a:lnTo>
                <a:close/>
                <a:moveTo>
                  <a:pt x="3099394" y="372166"/>
                </a:moveTo>
                <a:lnTo>
                  <a:pt x="3100292" y="372072"/>
                </a:lnTo>
                <a:lnTo>
                  <a:pt x="3101177" y="371967"/>
                </a:lnTo>
                <a:lnTo>
                  <a:pt x="3102049" y="371852"/>
                </a:lnTo>
                <a:lnTo>
                  <a:pt x="3102910" y="371727"/>
                </a:lnTo>
                <a:lnTo>
                  <a:pt x="3103758" y="371593"/>
                </a:lnTo>
                <a:lnTo>
                  <a:pt x="3104593" y="371448"/>
                </a:lnTo>
                <a:lnTo>
                  <a:pt x="3105417" y="371293"/>
                </a:lnTo>
                <a:lnTo>
                  <a:pt x="3106227" y="371128"/>
                </a:lnTo>
                <a:lnTo>
                  <a:pt x="3107026" y="370954"/>
                </a:lnTo>
                <a:lnTo>
                  <a:pt x="3107812" y="370769"/>
                </a:lnTo>
                <a:lnTo>
                  <a:pt x="3108586" y="370575"/>
                </a:lnTo>
                <a:lnTo>
                  <a:pt x="3109348" y="370370"/>
                </a:lnTo>
                <a:lnTo>
                  <a:pt x="3110098" y="370155"/>
                </a:lnTo>
                <a:lnTo>
                  <a:pt x="3110835" y="369931"/>
                </a:lnTo>
                <a:lnTo>
                  <a:pt x="3111559" y="369696"/>
                </a:lnTo>
                <a:lnTo>
                  <a:pt x="3112285" y="369452"/>
                </a:lnTo>
                <a:lnTo>
                  <a:pt x="3112995" y="369196"/>
                </a:lnTo>
                <a:lnTo>
                  <a:pt x="3113691" y="368930"/>
                </a:lnTo>
                <a:lnTo>
                  <a:pt x="3114372" y="368654"/>
                </a:lnTo>
                <a:lnTo>
                  <a:pt x="3115039" y="368367"/>
                </a:lnTo>
                <a:lnTo>
                  <a:pt x="3115691" y="368069"/>
                </a:lnTo>
                <a:lnTo>
                  <a:pt x="3116328" y="367761"/>
                </a:lnTo>
                <a:lnTo>
                  <a:pt x="3116951" y="367442"/>
                </a:lnTo>
                <a:lnTo>
                  <a:pt x="3117558" y="367113"/>
                </a:lnTo>
                <a:lnTo>
                  <a:pt x="3118152" y="366773"/>
                </a:lnTo>
                <a:lnTo>
                  <a:pt x="3118730" y="366422"/>
                </a:lnTo>
                <a:lnTo>
                  <a:pt x="3119294" y="366061"/>
                </a:lnTo>
                <a:lnTo>
                  <a:pt x="3119843" y="365690"/>
                </a:lnTo>
                <a:lnTo>
                  <a:pt x="3120378" y="365308"/>
                </a:lnTo>
                <a:lnTo>
                  <a:pt x="3120898" y="364915"/>
                </a:lnTo>
                <a:lnTo>
                  <a:pt x="3121403" y="364512"/>
                </a:lnTo>
                <a:lnTo>
                  <a:pt x="3121893" y="364098"/>
                </a:lnTo>
                <a:lnTo>
                  <a:pt x="3122369" y="363673"/>
                </a:lnTo>
                <a:lnTo>
                  <a:pt x="3122830" y="363238"/>
                </a:lnTo>
                <a:lnTo>
                  <a:pt x="3123277" y="362793"/>
                </a:lnTo>
                <a:lnTo>
                  <a:pt x="3123708" y="362337"/>
                </a:lnTo>
                <a:lnTo>
                  <a:pt x="3124125" y="361870"/>
                </a:lnTo>
                <a:lnTo>
                  <a:pt x="3124528" y="361393"/>
                </a:lnTo>
                <a:lnTo>
                  <a:pt x="3124916" y="360905"/>
                </a:lnTo>
                <a:lnTo>
                  <a:pt x="3125302" y="360407"/>
                </a:lnTo>
                <a:lnTo>
                  <a:pt x="3125672" y="359898"/>
                </a:lnTo>
                <a:lnTo>
                  <a:pt x="3126025" y="359378"/>
                </a:lnTo>
                <a:lnTo>
                  <a:pt x="3126362" y="358848"/>
                </a:lnTo>
                <a:lnTo>
                  <a:pt x="3126683" y="358307"/>
                </a:lnTo>
                <a:lnTo>
                  <a:pt x="3126987" y="357756"/>
                </a:lnTo>
                <a:lnTo>
                  <a:pt x="3127274" y="357194"/>
                </a:lnTo>
                <a:lnTo>
                  <a:pt x="3127546" y="356622"/>
                </a:lnTo>
                <a:lnTo>
                  <a:pt x="3127800" y="356039"/>
                </a:lnTo>
                <a:lnTo>
                  <a:pt x="3128039" y="355445"/>
                </a:lnTo>
                <a:lnTo>
                  <a:pt x="3128261" y="354841"/>
                </a:lnTo>
                <a:lnTo>
                  <a:pt x="3128466" y="354227"/>
                </a:lnTo>
                <a:lnTo>
                  <a:pt x="3128655" y="353602"/>
                </a:lnTo>
                <a:lnTo>
                  <a:pt x="3128828" y="352966"/>
                </a:lnTo>
                <a:lnTo>
                  <a:pt x="3128984" y="352319"/>
                </a:lnTo>
                <a:lnTo>
                  <a:pt x="3129124" y="351663"/>
                </a:lnTo>
                <a:lnTo>
                  <a:pt x="3129247" y="350995"/>
                </a:lnTo>
                <a:lnTo>
                  <a:pt x="3129354" y="350317"/>
                </a:lnTo>
                <a:lnTo>
                  <a:pt x="3129444" y="349628"/>
                </a:lnTo>
                <a:lnTo>
                  <a:pt x="3129518" y="348929"/>
                </a:lnTo>
                <a:lnTo>
                  <a:pt x="3129576" y="348220"/>
                </a:lnTo>
                <a:lnTo>
                  <a:pt x="3129617" y="347499"/>
                </a:lnTo>
                <a:lnTo>
                  <a:pt x="3129641" y="346768"/>
                </a:lnTo>
                <a:lnTo>
                  <a:pt x="3129650" y="346027"/>
                </a:lnTo>
                <a:lnTo>
                  <a:pt x="3129644" y="345370"/>
                </a:lnTo>
                <a:lnTo>
                  <a:pt x="3129627" y="344724"/>
                </a:lnTo>
                <a:lnTo>
                  <a:pt x="3129599" y="344088"/>
                </a:lnTo>
                <a:lnTo>
                  <a:pt x="3129560" y="343463"/>
                </a:lnTo>
                <a:lnTo>
                  <a:pt x="3129510" y="342848"/>
                </a:lnTo>
                <a:lnTo>
                  <a:pt x="3129449" y="342244"/>
                </a:lnTo>
                <a:lnTo>
                  <a:pt x="3129376" y="341651"/>
                </a:lnTo>
                <a:lnTo>
                  <a:pt x="3129293" y="341068"/>
                </a:lnTo>
                <a:lnTo>
                  <a:pt x="3129198" y="340495"/>
                </a:lnTo>
                <a:lnTo>
                  <a:pt x="3129092" y="339934"/>
                </a:lnTo>
                <a:lnTo>
                  <a:pt x="3128975" y="339382"/>
                </a:lnTo>
                <a:lnTo>
                  <a:pt x="3128846" y="338842"/>
                </a:lnTo>
                <a:lnTo>
                  <a:pt x="3128707" y="338312"/>
                </a:lnTo>
                <a:lnTo>
                  <a:pt x="3128556" y="337792"/>
                </a:lnTo>
                <a:lnTo>
                  <a:pt x="3128395" y="337283"/>
                </a:lnTo>
                <a:lnTo>
                  <a:pt x="3128222" y="336785"/>
                </a:lnTo>
                <a:lnTo>
                  <a:pt x="3128038" y="336297"/>
                </a:lnTo>
                <a:lnTo>
                  <a:pt x="3127843" y="335820"/>
                </a:lnTo>
                <a:lnTo>
                  <a:pt x="3127636" y="335353"/>
                </a:lnTo>
                <a:lnTo>
                  <a:pt x="3127419" y="334897"/>
                </a:lnTo>
                <a:lnTo>
                  <a:pt x="3127190" y="334451"/>
                </a:lnTo>
                <a:lnTo>
                  <a:pt x="3126950" y="334016"/>
                </a:lnTo>
                <a:lnTo>
                  <a:pt x="3126699" y="333592"/>
                </a:lnTo>
                <a:lnTo>
                  <a:pt x="3126437" y="333178"/>
                </a:lnTo>
                <a:lnTo>
                  <a:pt x="3126162" y="332758"/>
                </a:lnTo>
                <a:lnTo>
                  <a:pt x="3125874" y="332345"/>
                </a:lnTo>
                <a:lnTo>
                  <a:pt x="3125571" y="331939"/>
                </a:lnTo>
                <a:lnTo>
                  <a:pt x="3125254" y="331539"/>
                </a:lnTo>
                <a:lnTo>
                  <a:pt x="3124923" y="331145"/>
                </a:lnTo>
                <a:lnTo>
                  <a:pt x="3124577" y="330758"/>
                </a:lnTo>
                <a:lnTo>
                  <a:pt x="3124218" y="330377"/>
                </a:lnTo>
                <a:lnTo>
                  <a:pt x="3123845" y="330003"/>
                </a:lnTo>
                <a:lnTo>
                  <a:pt x="3123457" y="329635"/>
                </a:lnTo>
                <a:lnTo>
                  <a:pt x="3123056" y="329274"/>
                </a:lnTo>
                <a:lnTo>
                  <a:pt x="3122640" y="328919"/>
                </a:lnTo>
                <a:lnTo>
                  <a:pt x="3122210" y="328571"/>
                </a:lnTo>
                <a:lnTo>
                  <a:pt x="3121767" y="328229"/>
                </a:lnTo>
                <a:lnTo>
                  <a:pt x="3121309" y="327893"/>
                </a:lnTo>
                <a:lnTo>
                  <a:pt x="3120837" y="327564"/>
                </a:lnTo>
                <a:lnTo>
                  <a:pt x="3120351" y="327242"/>
                </a:lnTo>
                <a:lnTo>
                  <a:pt x="3119851" y="326926"/>
                </a:lnTo>
                <a:lnTo>
                  <a:pt x="3119336" y="326616"/>
                </a:lnTo>
                <a:lnTo>
                  <a:pt x="3118808" y="326313"/>
                </a:lnTo>
                <a:lnTo>
                  <a:pt x="3118266" y="326016"/>
                </a:lnTo>
                <a:lnTo>
                  <a:pt x="3117709" y="325726"/>
                </a:lnTo>
                <a:lnTo>
                  <a:pt x="3117139" y="325442"/>
                </a:lnTo>
                <a:lnTo>
                  <a:pt x="3116554" y="325165"/>
                </a:lnTo>
                <a:lnTo>
                  <a:pt x="3115955" y="324894"/>
                </a:lnTo>
                <a:lnTo>
                  <a:pt x="3115354" y="324628"/>
                </a:lnTo>
                <a:lnTo>
                  <a:pt x="3114735" y="324365"/>
                </a:lnTo>
                <a:lnTo>
                  <a:pt x="3114098" y="324106"/>
                </a:lnTo>
                <a:lnTo>
                  <a:pt x="3113443" y="323851"/>
                </a:lnTo>
                <a:lnTo>
                  <a:pt x="3112769" y="323599"/>
                </a:lnTo>
                <a:lnTo>
                  <a:pt x="3112077" y="323351"/>
                </a:lnTo>
                <a:lnTo>
                  <a:pt x="3111367" y="323106"/>
                </a:lnTo>
                <a:lnTo>
                  <a:pt x="3110639" y="322865"/>
                </a:lnTo>
                <a:lnTo>
                  <a:pt x="3109892" y="322627"/>
                </a:lnTo>
                <a:lnTo>
                  <a:pt x="3109128" y="322393"/>
                </a:lnTo>
                <a:lnTo>
                  <a:pt x="3108345" y="322162"/>
                </a:lnTo>
                <a:lnTo>
                  <a:pt x="3107544" y="321935"/>
                </a:lnTo>
                <a:lnTo>
                  <a:pt x="3106725" y="321711"/>
                </a:lnTo>
                <a:lnTo>
                  <a:pt x="3105887" y="321491"/>
                </a:lnTo>
                <a:lnTo>
                  <a:pt x="3105032" y="321275"/>
                </a:lnTo>
                <a:lnTo>
                  <a:pt x="3104158" y="321061"/>
                </a:lnTo>
                <a:lnTo>
                  <a:pt x="3103266" y="320852"/>
                </a:lnTo>
                <a:lnTo>
                  <a:pt x="3102356" y="320646"/>
                </a:lnTo>
                <a:lnTo>
                  <a:pt x="3101427" y="320443"/>
                </a:lnTo>
                <a:lnTo>
                  <a:pt x="3100481" y="320244"/>
                </a:lnTo>
                <a:lnTo>
                  <a:pt x="3099516" y="320049"/>
                </a:lnTo>
                <a:lnTo>
                  <a:pt x="3098533" y="319857"/>
                </a:lnTo>
                <a:lnTo>
                  <a:pt x="3097532" y="319668"/>
                </a:lnTo>
                <a:lnTo>
                  <a:pt x="3096512" y="319484"/>
                </a:lnTo>
                <a:lnTo>
                  <a:pt x="3095689" y="319329"/>
                </a:lnTo>
                <a:lnTo>
                  <a:pt x="3094882" y="319175"/>
                </a:lnTo>
                <a:lnTo>
                  <a:pt x="3094090" y="319021"/>
                </a:lnTo>
                <a:lnTo>
                  <a:pt x="3093314" y="318868"/>
                </a:lnTo>
                <a:lnTo>
                  <a:pt x="3092554" y="318716"/>
                </a:lnTo>
                <a:lnTo>
                  <a:pt x="3091810" y="318564"/>
                </a:lnTo>
                <a:lnTo>
                  <a:pt x="3091082" y="318413"/>
                </a:lnTo>
                <a:lnTo>
                  <a:pt x="3090370" y="318262"/>
                </a:lnTo>
                <a:lnTo>
                  <a:pt x="3089673" y="318112"/>
                </a:lnTo>
                <a:lnTo>
                  <a:pt x="3088992" y="317963"/>
                </a:lnTo>
                <a:lnTo>
                  <a:pt x="3088328" y="317814"/>
                </a:lnTo>
                <a:lnTo>
                  <a:pt x="3087679" y="317666"/>
                </a:lnTo>
                <a:lnTo>
                  <a:pt x="3087046" y="317518"/>
                </a:lnTo>
                <a:lnTo>
                  <a:pt x="3086428" y="317371"/>
                </a:lnTo>
                <a:lnTo>
                  <a:pt x="3085827" y="317225"/>
                </a:lnTo>
                <a:lnTo>
                  <a:pt x="3085241" y="317079"/>
                </a:lnTo>
                <a:lnTo>
                  <a:pt x="3084672" y="316934"/>
                </a:lnTo>
                <a:lnTo>
                  <a:pt x="3084118" y="316789"/>
                </a:lnTo>
                <a:lnTo>
                  <a:pt x="3083580" y="316645"/>
                </a:lnTo>
                <a:lnTo>
                  <a:pt x="3083058" y="316501"/>
                </a:lnTo>
                <a:lnTo>
                  <a:pt x="3082551" y="316358"/>
                </a:lnTo>
                <a:lnTo>
                  <a:pt x="3082061" y="316216"/>
                </a:lnTo>
                <a:lnTo>
                  <a:pt x="3081586" y="316074"/>
                </a:lnTo>
                <a:lnTo>
                  <a:pt x="3081127" y="315933"/>
                </a:lnTo>
                <a:lnTo>
                  <a:pt x="3080696" y="315792"/>
                </a:lnTo>
                <a:lnTo>
                  <a:pt x="3080276" y="315649"/>
                </a:lnTo>
                <a:lnTo>
                  <a:pt x="3079867" y="315505"/>
                </a:lnTo>
                <a:lnTo>
                  <a:pt x="3079469" y="315360"/>
                </a:lnTo>
                <a:lnTo>
                  <a:pt x="3079083" y="315214"/>
                </a:lnTo>
                <a:lnTo>
                  <a:pt x="3078707" y="315067"/>
                </a:lnTo>
                <a:lnTo>
                  <a:pt x="3078343" y="314918"/>
                </a:lnTo>
                <a:lnTo>
                  <a:pt x="3077990" y="314768"/>
                </a:lnTo>
                <a:lnTo>
                  <a:pt x="3077648" y="314617"/>
                </a:lnTo>
                <a:lnTo>
                  <a:pt x="3077317" y="314465"/>
                </a:lnTo>
                <a:lnTo>
                  <a:pt x="3076998" y="314312"/>
                </a:lnTo>
                <a:lnTo>
                  <a:pt x="3076689" y="314158"/>
                </a:lnTo>
                <a:lnTo>
                  <a:pt x="3076392" y="314002"/>
                </a:lnTo>
                <a:lnTo>
                  <a:pt x="3076106" y="313845"/>
                </a:lnTo>
                <a:lnTo>
                  <a:pt x="3075831" y="313688"/>
                </a:lnTo>
                <a:lnTo>
                  <a:pt x="3075567" y="313528"/>
                </a:lnTo>
                <a:lnTo>
                  <a:pt x="3075314" y="313368"/>
                </a:lnTo>
                <a:lnTo>
                  <a:pt x="3075072" y="313207"/>
                </a:lnTo>
                <a:lnTo>
                  <a:pt x="3074842" y="313044"/>
                </a:lnTo>
                <a:lnTo>
                  <a:pt x="3074623" y="312880"/>
                </a:lnTo>
                <a:lnTo>
                  <a:pt x="3074415" y="312715"/>
                </a:lnTo>
                <a:lnTo>
                  <a:pt x="3074218" y="312549"/>
                </a:lnTo>
                <a:lnTo>
                  <a:pt x="3074032" y="312382"/>
                </a:lnTo>
                <a:lnTo>
                  <a:pt x="3073857" y="312213"/>
                </a:lnTo>
                <a:lnTo>
                  <a:pt x="3073692" y="312029"/>
                </a:lnTo>
                <a:lnTo>
                  <a:pt x="3073533" y="311840"/>
                </a:lnTo>
                <a:lnTo>
                  <a:pt x="3073382" y="311648"/>
                </a:lnTo>
                <a:lnTo>
                  <a:pt x="3073237" y="311453"/>
                </a:lnTo>
                <a:lnTo>
                  <a:pt x="3073100" y="311254"/>
                </a:lnTo>
                <a:lnTo>
                  <a:pt x="3072970" y="311051"/>
                </a:lnTo>
                <a:lnTo>
                  <a:pt x="3072846" y="310845"/>
                </a:lnTo>
                <a:lnTo>
                  <a:pt x="3072730" y="310636"/>
                </a:lnTo>
                <a:lnTo>
                  <a:pt x="3072621" y="310423"/>
                </a:lnTo>
                <a:lnTo>
                  <a:pt x="3072519" y="310206"/>
                </a:lnTo>
                <a:lnTo>
                  <a:pt x="3072424" y="309986"/>
                </a:lnTo>
                <a:lnTo>
                  <a:pt x="3072336" y="309762"/>
                </a:lnTo>
                <a:lnTo>
                  <a:pt x="3072255" y="309535"/>
                </a:lnTo>
                <a:lnTo>
                  <a:pt x="3072181" y="309304"/>
                </a:lnTo>
                <a:lnTo>
                  <a:pt x="3072114" y="309070"/>
                </a:lnTo>
                <a:lnTo>
                  <a:pt x="3072054" y="308832"/>
                </a:lnTo>
                <a:lnTo>
                  <a:pt x="3072001" y="308591"/>
                </a:lnTo>
                <a:lnTo>
                  <a:pt x="3071955" y="308346"/>
                </a:lnTo>
                <a:lnTo>
                  <a:pt x="3071917" y="308098"/>
                </a:lnTo>
                <a:lnTo>
                  <a:pt x="3071885" y="307846"/>
                </a:lnTo>
                <a:lnTo>
                  <a:pt x="3071860" y="307591"/>
                </a:lnTo>
                <a:lnTo>
                  <a:pt x="3071843" y="307332"/>
                </a:lnTo>
                <a:lnTo>
                  <a:pt x="3071832" y="307069"/>
                </a:lnTo>
                <a:lnTo>
                  <a:pt x="3071828" y="306803"/>
                </a:lnTo>
                <a:lnTo>
                  <a:pt x="3071863" y="305810"/>
                </a:lnTo>
                <a:lnTo>
                  <a:pt x="3071965" y="304859"/>
                </a:lnTo>
                <a:lnTo>
                  <a:pt x="3072135" y="303950"/>
                </a:lnTo>
                <a:lnTo>
                  <a:pt x="3072373" y="303084"/>
                </a:lnTo>
                <a:lnTo>
                  <a:pt x="3072680" y="302260"/>
                </a:lnTo>
                <a:lnTo>
                  <a:pt x="3073054" y="301478"/>
                </a:lnTo>
                <a:lnTo>
                  <a:pt x="3073497" y="300738"/>
                </a:lnTo>
                <a:lnTo>
                  <a:pt x="3074008" y="300041"/>
                </a:lnTo>
                <a:lnTo>
                  <a:pt x="3074586" y="299386"/>
                </a:lnTo>
                <a:lnTo>
                  <a:pt x="3075233" y="298773"/>
                </a:lnTo>
                <a:lnTo>
                  <a:pt x="3075948" y="298202"/>
                </a:lnTo>
                <a:lnTo>
                  <a:pt x="3076731" y="297674"/>
                </a:lnTo>
                <a:lnTo>
                  <a:pt x="3077583" y="297188"/>
                </a:lnTo>
                <a:lnTo>
                  <a:pt x="3078502" y="296744"/>
                </a:lnTo>
                <a:lnTo>
                  <a:pt x="3079489" y="296342"/>
                </a:lnTo>
                <a:lnTo>
                  <a:pt x="3080545" y="295983"/>
                </a:lnTo>
                <a:lnTo>
                  <a:pt x="3081669" y="295666"/>
                </a:lnTo>
                <a:lnTo>
                  <a:pt x="3082860" y="295391"/>
                </a:lnTo>
                <a:lnTo>
                  <a:pt x="3084120" y="295159"/>
                </a:lnTo>
                <a:lnTo>
                  <a:pt x="3085448" y="294969"/>
                </a:lnTo>
                <a:lnTo>
                  <a:pt x="3086844" y="294821"/>
                </a:lnTo>
                <a:lnTo>
                  <a:pt x="3088308" y="294715"/>
                </a:lnTo>
                <a:lnTo>
                  <a:pt x="3089840" y="294652"/>
                </a:lnTo>
                <a:lnTo>
                  <a:pt x="3091440" y="294631"/>
                </a:lnTo>
                <a:lnTo>
                  <a:pt x="3091904" y="294633"/>
                </a:lnTo>
                <a:lnTo>
                  <a:pt x="3092363" y="294639"/>
                </a:lnTo>
                <a:lnTo>
                  <a:pt x="3092819" y="294649"/>
                </a:lnTo>
                <a:lnTo>
                  <a:pt x="3093272" y="294664"/>
                </a:lnTo>
                <a:lnTo>
                  <a:pt x="3093721" y="294682"/>
                </a:lnTo>
                <a:lnTo>
                  <a:pt x="3094167" y="294705"/>
                </a:lnTo>
                <a:lnTo>
                  <a:pt x="3094609" y="294731"/>
                </a:lnTo>
                <a:lnTo>
                  <a:pt x="3095047" y="294762"/>
                </a:lnTo>
                <a:lnTo>
                  <a:pt x="3095482" y="294797"/>
                </a:lnTo>
                <a:lnTo>
                  <a:pt x="3095914" y="294836"/>
                </a:lnTo>
                <a:lnTo>
                  <a:pt x="3096341" y="294879"/>
                </a:lnTo>
                <a:lnTo>
                  <a:pt x="3096766" y="294927"/>
                </a:lnTo>
                <a:lnTo>
                  <a:pt x="3097187" y="294978"/>
                </a:lnTo>
                <a:lnTo>
                  <a:pt x="3097604" y="295033"/>
                </a:lnTo>
                <a:lnTo>
                  <a:pt x="3098018" y="295093"/>
                </a:lnTo>
                <a:lnTo>
                  <a:pt x="3098428" y="295157"/>
                </a:lnTo>
                <a:lnTo>
                  <a:pt x="3098835" y="295224"/>
                </a:lnTo>
                <a:lnTo>
                  <a:pt x="3099238" y="295296"/>
                </a:lnTo>
                <a:lnTo>
                  <a:pt x="3099638" y="295372"/>
                </a:lnTo>
                <a:lnTo>
                  <a:pt x="3100034" y="295452"/>
                </a:lnTo>
                <a:lnTo>
                  <a:pt x="3100427" y="295537"/>
                </a:lnTo>
                <a:lnTo>
                  <a:pt x="3100816" y="295625"/>
                </a:lnTo>
                <a:lnTo>
                  <a:pt x="3101202" y="295717"/>
                </a:lnTo>
                <a:lnTo>
                  <a:pt x="3101584" y="295814"/>
                </a:lnTo>
                <a:lnTo>
                  <a:pt x="3101975" y="295902"/>
                </a:lnTo>
                <a:lnTo>
                  <a:pt x="3102359" y="295998"/>
                </a:lnTo>
                <a:lnTo>
                  <a:pt x="3102736" y="296102"/>
                </a:lnTo>
                <a:lnTo>
                  <a:pt x="3103106" y="296213"/>
                </a:lnTo>
                <a:lnTo>
                  <a:pt x="3103469" y="296332"/>
                </a:lnTo>
                <a:lnTo>
                  <a:pt x="3103824" y="296459"/>
                </a:lnTo>
                <a:lnTo>
                  <a:pt x="3104173" y="296593"/>
                </a:lnTo>
                <a:lnTo>
                  <a:pt x="3104515" y="296735"/>
                </a:lnTo>
                <a:lnTo>
                  <a:pt x="3104849" y="296884"/>
                </a:lnTo>
                <a:lnTo>
                  <a:pt x="3105177" y="297041"/>
                </a:lnTo>
                <a:lnTo>
                  <a:pt x="3105497" y="297206"/>
                </a:lnTo>
                <a:lnTo>
                  <a:pt x="3105811" y="297378"/>
                </a:lnTo>
                <a:lnTo>
                  <a:pt x="3106117" y="297558"/>
                </a:lnTo>
                <a:lnTo>
                  <a:pt x="3106417" y="297745"/>
                </a:lnTo>
                <a:lnTo>
                  <a:pt x="3106709" y="297941"/>
                </a:lnTo>
                <a:lnTo>
                  <a:pt x="3106994" y="298144"/>
                </a:lnTo>
                <a:lnTo>
                  <a:pt x="3107273" y="298354"/>
                </a:lnTo>
                <a:lnTo>
                  <a:pt x="3107544" y="298572"/>
                </a:lnTo>
                <a:lnTo>
                  <a:pt x="3107808" y="298798"/>
                </a:lnTo>
                <a:lnTo>
                  <a:pt x="3108065" y="299031"/>
                </a:lnTo>
                <a:lnTo>
                  <a:pt x="3108315" y="299272"/>
                </a:lnTo>
                <a:lnTo>
                  <a:pt x="3108558" y="299521"/>
                </a:lnTo>
                <a:lnTo>
                  <a:pt x="3108794" y="299777"/>
                </a:lnTo>
                <a:lnTo>
                  <a:pt x="3109023" y="300041"/>
                </a:lnTo>
                <a:lnTo>
                  <a:pt x="3109258" y="300300"/>
                </a:lnTo>
                <a:lnTo>
                  <a:pt x="3109482" y="300569"/>
                </a:lnTo>
                <a:lnTo>
                  <a:pt x="3109697" y="300849"/>
                </a:lnTo>
                <a:lnTo>
                  <a:pt x="3109901" y="301140"/>
                </a:lnTo>
                <a:lnTo>
                  <a:pt x="3110096" y="301441"/>
                </a:lnTo>
                <a:lnTo>
                  <a:pt x="3110281" y="301753"/>
                </a:lnTo>
                <a:lnTo>
                  <a:pt x="3110455" y="302075"/>
                </a:lnTo>
                <a:lnTo>
                  <a:pt x="3110620" y="302408"/>
                </a:lnTo>
                <a:lnTo>
                  <a:pt x="3110775" y="302751"/>
                </a:lnTo>
                <a:lnTo>
                  <a:pt x="3110919" y="303105"/>
                </a:lnTo>
                <a:lnTo>
                  <a:pt x="3111054" y="303470"/>
                </a:lnTo>
                <a:lnTo>
                  <a:pt x="3111179" y="303845"/>
                </a:lnTo>
                <a:lnTo>
                  <a:pt x="3111294" y="304230"/>
                </a:lnTo>
                <a:lnTo>
                  <a:pt x="3111398" y="304627"/>
                </a:lnTo>
                <a:lnTo>
                  <a:pt x="3111493" y="305034"/>
                </a:lnTo>
                <a:lnTo>
                  <a:pt x="3111578" y="305451"/>
                </a:lnTo>
                <a:lnTo>
                  <a:pt x="3111653" y="305879"/>
                </a:lnTo>
                <a:lnTo>
                  <a:pt x="3111718" y="306317"/>
                </a:lnTo>
                <a:lnTo>
                  <a:pt x="3111773" y="306766"/>
                </a:lnTo>
                <a:lnTo>
                  <a:pt x="3111818" y="307226"/>
                </a:lnTo>
                <a:lnTo>
                  <a:pt x="3111852" y="307696"/>
                </a:lnTo>
                <a:lnTo>
                  <a:pt x="3111877" y="308177"/>
                </a:lnTo>
                <a:lnTo>
                  <a:pt x="3111892" y="308668"/>
                </a:lnTo>
                <a:lnTo>
                  <a:pt x="3111897" y="309170"/>
                </a:lnTo>
                <a:lnTo>
                  <a:pt x="3126606" y="309170"/>
                </a:lnTo>
                <a:lnTo>
                  <a:pt x="3126634" y="309073"/>
                </a:lnTo>
                <a:lnTo>
                  <a:pt x="3126660" y="308977"/>
                </a:lnTo>
                <a:lnTo>
                  <a:pt x="3126685" y="308882"/>
                </a:lnTo>
                <a:lnTo>
                  <a:pt x="3126710" y="308790"/>
                </a:lnTo>
                <a:lnTo>
                  <a:pt x="3126732" y="308699"/>
                </a:lnTo>
                <a:lnTo>
                  <a:pt x="3126754" y="308610"/>
                </a:lnTo>
                <a:lnTo>
                  <a:pt x="3126775" y="308523"/>
                </a:lnTo>
                <a:lnTo>
                  <a:pt x="3126794" y="308438"/>
                </a:lnTo>
                <a:lnTo>
                  <a:pt x="3126812" y="308354"/>
                </a:lnTo>
                <a:lnTo>
                  <a:pt x="3126829" y="308272"/>
                </a:lnTo>
                <a:lnTo>
                  <a:pt x="3126845" y="308192"/>
                </a:lnTo>
                <a:lnTo>
                  <a:pt x="3126860" y="308114"/>
                </a:lnTo>
                <a:lnTo>
                  <a:pt x="3126873" y="308037"/>
                </a:lnTo>
                <a:lnTo>
                  <a:pt x="3126886" y="307962"/>
                </a:lnTo>
                <a:lnTo>
                  <a:pt x="3126897" y="307889"/>
                </a:lnTo>
                <a:lnTo>
                  <a:pt x="3126907" y="307818"/>
                </a:lnTo>
                <a:lnTo>
                  <a:pt x="3126916" y="307748"/>
                </a:lnTo>
                <a:lnTo>
                  <a:pt x="3126923" y="307681"/>
                </a:lnTo>
                <a:lnTo>
                  <a:pt x="3126930" y="307615"/>
                </a:lnTo>
                <a:lnTo>
                  <a:pt x="3126935" y="307550"/>
                </a:lnTo>
                <a:lnTo>
                  <a:pt x="3126939" y="307488"/>
                </a:lnTo>
                <a:lnTo>
                  <a:pt x="3126942" y="307427"/>
                </a:lnTo>
                <a:lnTo>
                  <a:pt x="3126944" y="307368"/>
                </a:lnTo>
                <a:lnTo>
                  <a:pt x="3126944" y="307311"/>
                </a:lnTo>
                <a:lnTo>
                  <a:pt x="3126944" y="307255"/>
                </a:lnTo>
                <a:lnTo>
                  <a:pt x="3126944" y="307199"/>
                </a:lnTo>
                <a:lnTo>
                  <a:pt x="3126944" y="307144"/>
                </a:lnTo>
                <a:lnTo>
                  <a:pt x="3126944" y="307090"/>
                </a:lnTo>
                <a:lnTo>
                  <a:pt x="3126944" y="307036"/>
                </a:lnTo>
                <a:lnTo>
                  <a:pt x="3126944" y="306983"/>
                </a:lnTo>
                <a:lnTo>
                  <a:pt x="3126944" y="306931"/>
                </a:lnTo>
                <a:lnTo>
                  <a:pt x="3126944" y="306879"/>
                </a:lnTo>
                <a:lnTo>
                  <a:pt x="3126944" y="306827"/>
                </a:lnTo>
                <a:lnTo>
                  <a:pt x="3126944" y="306776"/>
                </a:lnTo>
                <a:lnTo>
                  <a:pt x="3126944" y="306726"/>
                </a:lnTo>
                <a:lnTo>
                  <a:pt x="3126944" y="306677"/>
                </a:lnTo>
                <a:lnTo>
                  <a:pt x="3126944" y="306628"/>
                </a:lnTo>
                <a:lnTo>
                  <a:pt x="3126944" y="306579"/>
                </a:lnTo>
                <a:lnTo>
                  <a:pt x="3126944" y="306531"/>
                </a:lnTo>
                <a:lnTo>
                  <a:pt x="3126944" y="306484"/>
                </a:lnTo>
                <a:lnTo>
                  <a:pt x="3126944" y="306437"/>
                </a:lnTo>
                <a:lnTo>
                  <a:pt x="3126944" y="306391"/>
                </a:lnTo>
                <a:lnTo>
                  <a:pt x="3126944" y="306346"/>
                </a:lnTo>
                <a:lnTo>
                  <a:pt x="3126944" y="306301"/>
                </a:lnTo>
                <a:lnTo>
                  <a:pt x="3126944" y="306256"/>
                </a:lnTo>
                <a:lnTo>
                  <a:pt x="3126944" y="306213"/>
                </a:lnTo>
                <a:lnTo>
                  <a:pt x="3126944" y="306170"/>
                </a:lnTo>
                <a:lnTo>
                  <a:pt x="3126944" y="306127"/>
                </a:lnTo>
                <a:lnTo>
                  <a:pt x="3126936" y="305525"/>
                </a:lnTo>
                <a:lnTo>
                  <a:pt x="3126913" y="304931"/>
                </a:lnTo>
                <a:lnTo>
                  <a:pt x="3126873" y="304344"/>
                </a:lnTo>
                <a:lnTo>
                  <a:pt x="3126818" y="303765"/>
                </a:lnTo>
                <a:lnTo>
                  <a:pt x="3126746" y="303193"/>
                </a:lnTo>
                <a:lnTo>
                  <a:pt x="3126659" y="302630"/>
                </a:lnTo>
                <a:lnTo>
                  <a:pt x="3126556" y="302073"/>
                </a:lnTo>
                <a:lnTo>
                  <a:pt x="3126437" y="301525"/>
                </a:lnTo>
                <a:lnTo>
                  <a:pt x="3126302" y="300984"/>
                </a:lnTo>
                <a:lnTo>
                  <a:pt x="3126152" y="300451"/>
                </a:lnTo>
                <a:lnTo>
                  <a:pt x="3125985" y="299925"/>
                </a:lnTo>
                <a:lnTo>
                  <a:pt x="3125803" y="299407"/>
                </a:lnTo>
                <a:lnTo>
                  <a:pt x="3125605" y="298896"/>
                </a:lnTo>
                <a:lnTo>
                  <a:pt x="3125391" y="298394"/>
                </a:lnTo>
                <a:lnTo>
                  <a:pt x="3125161" y="297898"/>
                </a:lnTo>
                <a:lnTo>
                  <a:pt x="3124916" y="297411"/>
                </a:lnTo>
                <a:lnTo>
                  <a:pt x="3124654" y="296931"/>
                </a:lnTo>
                <a:lnTo>
                  <a:pt x="3124377" y="296459"/>
                </a:lnTo>
                <a:lnTo>
                  <a:pt x="3124083" y="295994"/>
                </a:lnTo>
                <a:lnTo>
                  <a:pt x="3123774" y="295537"/>
                </a:lnTo>
                <a:lnTo>
                  <a:pt x="3123449" y="295088"/>
                </a:lnTo>
                <a:lnTo>
                  <a:pt x="3123109" y="294646"/>
                </a:lnTo>
                <a:lnTo>
                  <a:pt x="3122752" y="294212"/>
                </a:lnTo>
                <a:lnTo>
                  <a:pt x="3122380" y="293785"/>
                </a:lnTo>
                <a:lnTo>
                  <a:pt x="3121994" y="293353"/>
                </a:lnTo>
                <a:lnTo>
                  <a:pt x="3121596" y="292928"/>
                </a:lnTo>
                <a:lnTo>
                  <a:pt x="3121188" y="292512"/>
                </a:lnTo>
                <a:lnTo>
                  <a:pt x="3120769" y="292104"/>
                </a:lnTo>
                <a:lnTo>
                  <a:pt x="3120338" y="291704"/>
                </a:lnTo>
                <a:lnTo>
                  <a:pt x="3119896" y="291313"/>
                </a:lnTo>
                <a:lnTo>
                  <a:pt x="3119443" y="290929"/>
                </a:lnTo>
                <a:lnTo>
                  <a:pt x="3118979" y="290554"/>
                </a:lnTo>
                <a:lnTo>
                  <a:pt x="3118504" y="290187"/>
                </a:lnTo>
                <a:lnTo>
                  <a:pt x="3118018" y="289829"/>
                </a:lnTo>
                <a:lnTo>
                  <a:pt x="3117520" y="289478"/>
                </a:lnTo>
                <a:lnTo>
                  <a:pt x="3117012" y="289136"/>
                </a:lnTo>
                <a:lnTo>
                  <a:pt x="3116492" y="288802"/>
                </a:lnTo>
                <a:lnTo>
                  <a:pt x="3115961" y="288476"/>
                </a:lnTo>
                <a:lnTo>
                  <a:pt x="3115419" y="288159"/>
                </a:lnTo>
                <a:lnTo>
                  <a:pt x="3114866" y="287849"/>
                </a:lnTo>
                <a:lnTo>
                  <a:pt x="3114301" y="287548"/>
                </a:lnTo>
                <a:lnTo>
                  <a:pt x="3113725" y="287255"/>
                </a:lnTo>
                <a:lnTo>
                  <a:pt x="3113139" y="286970"/>
                </a:lnTo>
                <a:lnTo>
                  <a:pt x="3112541" y="286694"/>
                </a:lnTo>
                <a:lnTo>
                  <a:pt x="3111932" y="286426"/>
                </a:lnTo>
                <a:lnTo>
                  <a:pt x="3111312" y="286166"/>
                </a:lnTo>
                <a:lnTo>
                  <a:pt x="3110680" y="285914"/>
                </a:lnTo>
                <a:lnTo>
                  <a:pt x="3110038" y="285670"/>
                </a:lnTo>
                <a:lnTo>
                  <a:pt x="3109400" y="285436"/>
                </a:lnTo>
                <a:lnTo>
                  <a:pt x="3108756" y="285211"/>
                </a:lnTo>
                <a:lnTo>
                  <a:pt x="3108104" y="284996"/>
                </a:lnTo>
                <a:lnTo>
                  <a:pt x="3107445" y="284792"/>
                </a:lnTo>
                <a:lnTo>
                  <a:pt x="3106780" y="284597"/>
                </a:lnTo>
                <a:lnTo>
                  <a:pt x="3106107" y="284413"/>
                </a:lnTo>
                <a:lnTo>
                  <a:pt x="3105427" y="284238"/>
                </a:lnTo>
                <a:lnTo>
                  <a:pt x="3104740" y="284073"/>
                </a:lnTo>
                <a:lnTo>
                  <a:pt x="3104046" y="283919"/>
                </a:lnTo>
                <a:lnTo>
                  <a:pt x="3103345" y="283774"/>
                </a:lnTo>
                <a:lnTo>
                  <a:pt x="3102637" y="283639"/>
                </a:lnTo>
                <a:lnTo>
                  <a:pt x="3101922" y="283515"/>
                </a:lnTo>
                <a:lnTo>
                  <a:pt x="3101200" y="283400"/>
                </a:lnTo>
                <a:lnTo>
                  <a:pt x="3100471" y="283295"/>
                </a:lnTo>
                <a:lnTo>
                  <a:pt x="3099735" y="283200"/>
                </a:lnTo>
                <a:lnTo>
                  <a:pt x="3098992" y="283115"/>
                </a:lnTo>
                <a:lnTo>
                  <a:pt x="3098242" y="283040"/>
                </a:lnTo>
                <a:lnTo>
                  <a:pt x="3097484" y="282976"/>
                </a:lnTo>
                <a:lnTo>
                  <a:pt x="3096720" y="282921"/>
                </a:lnTo>
                <a:lnTo>
                  <a:pt x="3095949" y="282876"/>
                </a:lnTo>
                <a:lnTo>
                  <a:pt x="3095170" y="282841"/>
                </a:lnTo>
                <a:lnTo>
                  <a:pt x="3094385" y="282816"/>
                </a:lnTo>
                <a:lnTo>
                  <a:pt x="3093592" y="282801"/>
                </a:lnTo>
                <a:lnTo>
                  <a:pt x="3092793" y="282796"/>
                </a:lnTo>
                <a:lnTo>
                  <a:pt x="3091882" y="282801"/>
                </a:lnTo>
                <a:lnTo>
                  <a:pt x="3090980" y="282816"/>
                </a:lnTo>
                <a:lnTo>
                  <a:pt x="3090088" y="282841"/>
                </a:lnTo>
                <a:lnTo>
                  <a:pt x="3089205" y="282876"/>
                </a:lnTo>
                <a:lnTo>
                  <a:pt x="3088331" y="282921"/>
                </a:lnTo>
                <a:lnTo>
                  <a:pt x="3087467" y="282976"/>
                </a:lnTo>
                <a:lnTo>
                  <a:pt x="3086613" y="283040"/>
                </a:lnTo>
                <a:lnTo>
                  <a:pt x="3085767" y="283115"/>
                </a:lnTo>
                <a:lnTo>
                  <a:pt x="3084931" y="283200"/>
                </a:lnTo>
                <a:lnTo>
                  <a:pt x="3084105" y="283295"/>
                </a:lnTo>
                <a:lnTo>
                  <a:pt x="3083288" y="283400"/>
                </a:lnTo>
                <a:lnTo>
                  <a:pt x="3082480" y="283515"/>
                </a:lnTo>
                <a:lnTo>
                  <a:pt x="3081681" y="283639"/>
                </a:lnTo>
                <a:lnTo>
                  <a:pt x="3080892" y="283774"/>
                </a:lnTo>
                <a:lnTo>
                  <a:pt x="3080113" y="283919"/>
                </a:lnTo>
                <a:lnTo>
                  <a:pt x="3079343" y="284073"/>
                </a:lnTo>
                <a:lnTo>
                  <a:pt x="3078582" y="284238"/>
                </a:lnTo>
                <a:lnTo>
                  <a:pt x="3077830" y="284413"/>
                </a:lnTo>
                <a:lnTo>
                  <a:pt x="3077088" y="284597"/>
                </a:lnTo>
                <a:lnTo>
                  <a:pt x="3076356" y="284792"/>
                </a:lnTo>
                <a:lnTo>
                  <a:pt x="3075633" y="284996"/>
                </a:lnTo>
                <a:lnTo>
                  <a:pt x="3074919" y="285211"/>
                </a:lnTo>
                <a:lnTo>
                  <a:pt x="3074214" y="285436"/>
                </a:lnTo>
                <a:lnTo>
                  <a:pt x="3073519" y="285670"/>
                </a:lnTo>
                <a:lnTo>
                  <a:pt x="3072849" y="285914"/>
                </a:lnTo>
                <a:lnTo>
                  <a:pt x="3072191" y="286168"/>
                </a:lnTo>
                <a:lnTo>
                  <a:pt x="3071546" y="286431"/>
                </a:lnTo>
                <a:lnTo>
                  <a:pt x="3070913" y="286703"/>
                </a:lnTo>
                <a:lnTo>
                  <a:pt x="3070292" y="286985"/>
                </a:lnTo>
                <a:lnTo>
                  <a:pt x="3069683" y="287276"/>
                </a:lnTo>
                <a:lnTo>
                  <a:pt x="3069087" y="287577"/>
                </a:lnTo>
                <a:lnTo>
                  <a:pt x="3068504" y="287887"/>
                </a:lnTo>
                <a:lnTo>
                  <a:pt x="3067932" y="288206"/>
                </a:lnTo>
                <a:lnTo>
                  <a:pt x="3067373" y="288535"/>
                </a:lnTo>
                <a:lnTo>
                  <a:pt x="3066826" y="288873"/>
                </a:lnTo>
                <a:lnTo>
                  <a:pt x="3066292" y="289220"/>
                </a:lnTo>
                <a:lnTo>
                  <a:pt x="3065769" y="289577"/>
                </a:lnTo>
                <a:lnTo>
                  <a:pt x="3065260" y="289944"/>
                </a:lnTo>
                <a:lnTo>
                  <a:pt x="3064762" y="290319"/>
                </a:lnTo>
                <a:lnTo>
                  <a:pt x="3064277" y="290704"/>
                </a:lnTo>
                <a:lnTo>
                  <a:pt x="3063804" y="291099"/>
                </a:lnTo>
                <a:lnTo>
                  <a:pt x="3063344" y="291503"/>
                </a:lnTo>
                <a:lnTo>
                  <a:pt x="3062895" y="291916"/>
                </a:lnTo>
                <a:lnTo>
                  <a:pt x="3062459" y="292339"/>
                </a:lnTo>
                <a:lnTo>
                  <a:pt x="3062036" y="292771"/>
                </a:lnTo>
                <a:lnTo>
                  <a:pt x="3061625" y="293212"/>
                </a:lnTo>
                <a:lnTo>
                  <a:pt x="3061226" y="293663"/>
                </a:lnTo>
                <a:lnTo>
                  <a:pt x="3060839" y="294123"/>
                </a:lnTo>
                <a:lnTo>
                  <a:pt x="3060467" y="294593"/>
                </a:lnTo>
                <a:lnTo>
                  <a:pt x="3060110" y="295073"/>
                </a:lnTo>
                <a:lnTo>
                  <a:pt x="3059769" y="295563"/>
                </a:lnTo>
                <a:lnTo>
                  <a:pt x="3059444" y="296063"/>
                </a:lnTo>
                <a:lnTo>
                  <a:pt x="3059135" y="296573"/>
                </a:lnTo>
                <a:lnTo>
                  <a:pt x="3058842" y="297093"/>
                </a:lnTo>
                <a:lnTo>
                  <a:pt x="3058565" y="297622"/>
                </a:lnTo>
                <a:lnTo>
                  <a:pt x="3058303" y="298162"/>
                </a:lnTo>
                <a:lnTo>
                  <a:pt x="3058058" y="298712"/>
                </a:lnTo>
                <a:lnTo>
                  <a:pt x="3057828" y="299272"/>
                </a:lnTo>
                <a:lnTo>
                  <a:pt x="3057614" y="299841"/>
                </a:lnTo>
                <a:lnTo>
                  <a:pt x="3057416" y="300421"/>
                </a:lnTo>
                <a:lnTo>
                  <a:pt x="3057233" y="301011"/>
                </a:lnTo>
                <a:lnTo>
                  <a:pt x="3057067" y="301610"/>
                </a:lnTo>
                <a:lnTo>
                  <a:pt x="3056916" y="302220"/>
                </a:lnTo>
                <a:lnTo>
                  <a:pt x="3056782" y="302840"/>
                </a:lnTo>
                <a:lnTo>
                  <a:pt x="3056663" y="303469"/>
                </a:lnTo>
                <a:lnTo>
                  <a:pt x="3056560" y="304109"/>
                </a:lnTo>
                <a:lnTo>
                  <a:pt x="3056473" y="304758"/>
                </a:lnTo>
                <a:lnTo>
                  <a:pt x="3056401" y="305418"/>
                </a:lnTo>
                <a:lnTo>
                  <a:pt x="3056346" y="306087"/>
                </a:lnTo>
                <a:lnTo>
                  <a:pt x="3056306" y="306767"/>
                </a:lnTo>
                <a:lnTo>
                  <a:pt x="3056282" y="307456"/>
                </a:lnTo>
                <a:lnTo>
                  <a:pt x="3056274" y="308156"/>
                </a:lnTo>
                <a:lnTo>
                  <a:pt x="3056280" y="308758"/>
                </a:lnTo>
                <a:lnTo>
                  <a:pt x="3056296" y="309351"/>
                </a:lnTo>
                <a:lnTo>
                  <a:pt x="3056322" y="309936"/>
                </a:lnTo>
                <a:lnTo>
                  <a:pt x="3056359" y="310513"/>
                </a:lnTo>
                <a:lnTo>
                  <a:pt x="3056407" y="311082"/>
                </a:lnTo>
                <a:lnTo>
                  <a:pt x="3056465" y="311643"/>
                </a:lnTo>
                <a:lnTo>
                  <a:pt x="3056533" y="312195"/>
                </a:lnTo>
                <a:lnTo>
                  <a:pt x="3056613" y="312740"/>
                </a:lnTo>
                <a:lnTo>
                  <a:pt x="3056702" y="313275"/>
                </a:lnTo>
                <a:lnTo>
                  <a:pt x="3056803" y="313803"/>
                </a:lnTo>
                <a:lnTo>
                  <a:pt x="3056914" y="314323"/>
                </a:lnTo>
                <a:lnTo>
                  <a:pt x="3057035" y="314834"/>
                </a:lnTo>
                <a:lnTo>
                  <a:pt x="3057167" y="315337"/>
                </a:lnTo>
                <a:lnTo>
                  <a:pt x="3057310" y="315832"/>
                </a:lnTo>
                <a:lnTo>
                  <a:pt x="3057463" y="316319"/>
                </a:lnTo>
                <a:lnTo>
                  <a:pt x="3057627" y="316797"/>
                </a:lnTo>
                <a:lnTo>
                  <a:pt x="3057801" y="317267"/>
                </a:lnTo>
                <a:lnTo>
                  <a:pt x="3057986" y="317729"/>
                </a:lnTo>
                <a:lnTo>
                  <a:pt x="3058182" y="318183"/>
                </a:lnTo>
                <a:lnTo>
                  <a:pt x="3058388" y="318629"/>
                </a:lnTo>
                <a:lnTo>
                  <a:pt x="3058604" y="319066"/>
                </a:lnTo>
                <a:lnTo>
                  <a:pt x="3058831" y="319495"/>
                </a:lnTo>
                <a:lnTo>
                  <a:pt x="3059069" y="319916"/>
                </a:lnTo>
                <a:lnTo>
                  <a:pt x="3059317" y="320329"/>
                </a:lnTo>
                <a:lnTo>
                  <a:pt x="3059578" y="320720"/>
                </a:lnTo>
                <a:lnTo>
                  <a:pt x="3059852" y="321106"/>
                </a:lnTo>
                <a:lnTo>
                  <a:pt x="3060139" y="321486"/>
                </a:lnTo>
                <a:lnTo>
                  <a:pt x="3060440" y="321860"/>
                </a:lnTo>
                <a:lnTo>
                  <a:pt x="3060754" y="322228"/>
                </a:lnTo>
                <a:lnTo>
                  <a:pt x="3061082" y="322590"/>
                </a:lnTo>
                <a:lnTo>
                  <a:pt x="3061424" y="322946"/>
                </a:lnTo>
                <a:lnTo>
                  <a:pt x="3061778" y="323297"/>
                </a:lnTo>
                <a:lnTo>
                  <a:pt x="3062147" y="323641"/>
                </a:lnTo>
                <a:lnTo>
                  <a:pt x="3062529" y="323980"/>
                </a:lnTo>
                <a:lnTo>
                  <a:pt x="3062924" y="324313"/>
                </a:lnTo>
                <a:lnTo>
                  <a:pt x="3063333" y="324640"/>
                </a:lnTo>
                <a:lnTo>
                  <a:pt x="3063755" y="324961"/>
                </a:lnTo>
                <a:lnTo>
                  <a:pt x="3064191" y="325276"/>
                </a:lnTo>
                <a:lnTo>
                  <a:pt x="3064641" y="325586"/>
                </a:lnTo>
                <a:lnTo>
                  <a:pt x="3065103" y="325889"/>
                </a:lnTo>
                <a:lnTo>
                  <a:pt x="3065580" y="326187"/>
                </a:lnTo>
                <a:lnTo>
                  <a:pt x="3066070" y="326479"/>
                </a:lnTo>
                <a:lnTo>
                  <a:pt x="3066573" y="326764"/>
                </a:lnTo>
                <a:lnTo>
                  <a:pt x="3067090" y="327044"/>
                </a:lnTo>
                <a:lnTo>
                  <a:pt x="3067620" y="327319"/>
                </a:lnTo>
                <a:lnTo>
                  <a:pt x="3068164" y="327587"/>
                </a:lnTo>
                <a:lnTo>
                  <a:pt x="3068722" y="327849"/>
                </a:lnTo>
                <a:lnTo>
                  <a:pt x="3069292" y="328106"/>
                </a:lnTo>
                <a:lnTo>
                  <a:pt x="3069878" y="328344"/>
                </a:lnTo>
                <a:lnTo>
                  <a:pt x="3070478" y="328579"/>
                </a:lnTo>
                <a:lnTo>
                  <a:pt x="3071094" y="328811"/>
                </a:lnTo>
                <a:lnTo>
                  <a:pt x="3071725" y="329040"/>
                </a:lnTo>
                <a:lnTo>
                  <a:pt x="3072372" y="329267"/>
                </a:lnTo>
                <a:lnTo>
                  <a:pt x="3073033" y="329490"/>
                </a:lnTo>
                <a:lnTo>
                  <a:pt x="3073710" y="329710"/>
                </a:lnTo>
                <a:lnTo>
                  <a:pt x="3074402" y="329928"/>
                </a:lnTo>
                <a:lnTo>
                  <a:pt x="3075109" y="330143"/>
                </a:lnTo>
                <a:lnTo>
                  <a:pt x="3075832" y="330354"/>
                </a:lnTo>
                <a:lnTo>
                  <a:pt x="3076570" y="330563"/>
                </a:lnTo>
                <a:lnTo>
                  <a:pt x="3077323" y="330769"/>
                </a:lnTo>
                <a:lnTo>
                  <a:pt x="3078092" y="330972"/>
                </a:lnTo>
                <a:lnTo>
                  <a:pt x="3078875" y="331171"/>
                </a:lnTo>
                <a:lnTo>
                  <a:pt x="3079674" y="331368"/>
                </a:lnTo>
                <a:lnTo>
                  <a:pt x="3080489" y="331562"/>
                </a:lnTo>
                <a:lnTo>
                  <a:pt x="3081318" y="331754"/>
                </a:lnTo>
                <a:lnTo>
                  <a:pt x="3082163" y="331942"/>
                </a:lnTo>
                <a:lnTo>
                  <a:pt x="3083023" y="332127"/>
                </a:lnTo>
                <a:lnTo>
                  <a:pt x="3083898" y="332309"/>
                </a:lnTo>
                <a:lnTo>
                  <a:pt x="3084789" y="332489"/>
                </a:lnTo>
                <a:lnTo>
                  <a:pt x="3085694" y="332665"/>
                </a:lnTo>
                <a:lnTo>
                  <a:pt x="3086615" y="332839"/>
                </a:lnTo>
                <a:lnTo>
                  <a:pt x="3087552" y="333009"/>
                </a:lnTo>
                <a:lnTo>
                  <a:pt x="3088431" y="333150"/>
                </a:lnTo>
                <a:lnTo>
                  <a:pt x="3089292" y="333292"/>
                </a:lnTo>
                <a:lnTo>
                  <a:pt x="3090135" y="333434"/>
                </a:lnTo>
                <a:lnTo>
                  <a:pt x="3090961" y="333577"/>
                </a:lnTo>
                <a:lnTo>
                  <a:pt x="3091770" y="333721"/>
                </a:lnTo>
                <a:lnTo>
                  <a:pt x="3092560" y="333865"/>
                </a:lnTo>
                <a:lnTo>
                  <a:pt x="3093333" y="334010"/>
                </a:lnTo>
                <a:lnTo>
                  <a:pt x="3094089" y="334155"/>
                </a:lnTo>
                <a:lnTo>
                  <a:pt x="3094827" y="334301"/>
                </a:lnTo>
                <a:lnTo>
                  <a:pt x="3095547" y="334447"/>
                </a:lnTo>
                <a:lnTo>
                  <a:pt x="3096250" y="334594"/>
                </a:lnTo>
                <a:lnTo>
                  <a:pt x="3096935" y="334742"/>
                </a:lnTo>
                <a:lnTo>
                  <a:pt x="3097602" y="334890"/>
                </a:lnTo>
                <a:lnTo>
                  <a:pt x="3098252" y="335039"/>
                </a:lnTo>
                <a:lnTo>
                  <a:pt x="3098884" y="335188"/>
                </a:lnTo>
                <a:lnTo>
                  <a:pt x="3099499" y="335338"/>
                </a:lnTo>
                <a:lnTo>
                  <a:pt x="3100096" y="335489"/>
                </a:lnTo>
                <a:lnTo>
                  <a:pt x="3100676" y="335640"/>
                </a:lnTo>
                <a:lnTo>
                  <a:pt x="3101237" y="335792"/>
                </a:lnTo>
                <a:lnTo>
                  <a:pt x="3101782" y="335944"/>
                </a:lnTo>
                <a:lnTo>
                  <a:pt x="3102308" y="336097"/>
                </a:lnTo>
                <a:lnTo>
                  <a:pt x="3102817" y="336250"/>
                </a:lnTo>
                <a:lnTo>
                  <a:pt x="3103308" y="336405"/>
                </a:lnTo>
                <a:lnTo>
                  <a:pt x="3103782" y="336559"/>
                </a:lnTo>
                <a:lnTo>
                  <a:pt x="3104255" y="336715"/>
                </a:lnTo>
                <a:lnTo>
                  <a:pt x="3104716" y="336874"/>
                </a:lnTo>
                <a:lnTo>
                  <a:pt x="3105164" y="337035"/>
                </a:lnTo>
                <a:lnTo>
                  <a:pt x="3105600" y="337198"/>
                </a:lnTo>
                <a:lnTo>
                  <a:pt x="3106023" y="337364"/>
                </a:lnTo>
                <a:lnTo>
                  <a:pt x="3106434" y="337531"/>
                </a:lnTo>
                <a:lnTo>
                  <a:pt x="3106833" y="337702"/>
                </a:lnTo>
                <a:lnTo>
                  <a:pt x="3107220" y="337874"/>
                </a:lnTo>
                <a:lnTo>
                  <a:pt x="3107594" y="338049"/>
                </a:lnTo>
                <a:lnTo>
                  <a:pt x="3107956" y="338226"/>
                </a:lnTo>
                <a:lnTo>
                  <a:pt x="3108306" y="338406"/>
                </a:lnTo>
                <a:lnTo>
                  <a:pt x="3108643" y="338588"/>
                </a:lnTo>
                <a:lnTo>
                  <a:pt x="3108968" y="338772"/>
                </a:lnTo>
                <a:lnTo>
                  <a:pt x="3109280" y="338959"/>
                </a:lnTo>
                <a:lnTo>
                  <a:pt x="3109581" y="339148"/>
                </a:lnTo>
                <a:lnTo>
                  <a:pt x="3109869" y="339339"/>
                </a:lnTo>
                <a:lnTo>
                  <a:pt x="3110144" y="339533"/>
                </a:lnTo>
                <a:lnTo>
                  <a:pt x="3110408" y="339729"/>
                </a:lnTo>
                <a:lnTo>
                  <a:pt x="3110659" y="339928"/>
                </a:lnTo>
                <a:lnTo>
                  <a:pt x="3110897" y="340128"/>
                </a:lnTo>
                <a:lnTo>
                  <a:pt x="3111124" y="340331"/>
                </a:lnTo>
                <a:lnTo>
                  <a:pt x="3111337" y="340537"/>
                </a:lnTo>
                <a:lnTo>
                  <a:pt x="3111539" y="340745"/>
                </a:lnTo>
                <a:lnTo>
                  <a:pt x="3111728" y="340955"/>
                </a:lnTo>
                <a:lnTo>
                  <a:pt x="3111908" y="341169"/>
                </a:lnTo>
                <a:lnTo>
                  <a:pt x="3112080" y="341387"/>
                </a:lnTo>
                <a:lnTo>
                  <a:pt x="3112244" y="341610"/>
                </a:lnTo>
                <a:lnTo>
                  <a:pt x="3112400" y="341838"/>
                </a:lnTo>
                <a:lnTo>
                  <a:pt x="3112549" y="342070"/>
                </a:lnTo>
                <a:lnTo>
                  <a:pt x="3112690" y="342307"/>
                </a:lnTo>
                <a:lnTo>
                  <a:pt x="3112824" y="342549"/>
                </a:lnTo>
                <a:lnTo>
                  <a:pt x="3112950" y="342796"/>
                </a:lnTo>
                <a:lnTo>
                  <a:pt x="3113068" y="343047"/>
                </a:lnTo>
                <a:lnTo>
                  <a:pt x="3113178" y="343303"/>
                </a:lnTo>
                <a:lnTo>
                  <a:pt x="3113281" y="343564"/>
                </a:lnTo>
                <a:lnTo>
                  <a:pt x="3113377" y="343829"/>
                </a:lnTo>
                <a:lnTo>
                  <a:pt x="3113465" y="344099"/>
                </a:lnTo>
                <a:lnTo>
                  <a:pt x="3113545" y="344374"/>
                </a:lnTo>
                <a:lnTo>
                  <a:pt x="3113617" y="344653"/>
                </a:lnTo>
                <a:lnTo>
                  <a:pt x="3113682" y="344937"/>
                </a:lnTo>
                <a:lnTo>
                  <a:pt x="3113739" y="345226"/>
                </a:lnTo>
                <a:lnTo>
                  <a:pt x="3113789" y="345520"/>
                </a:lnTo>
                <a:lnTo>
                  <a:pt x="3113831" y="345818"/>
                </a:lnTo>
                <a:lnTo>
                  <a:pt x="3113865" y="346121"/>
                </a:lnTo>
                <a:lnTo>
                  <a:pt x="3113892" y="346429"/>
                </a:lnTo>
                <a:lnTo>
                  <a:pt x="3113911" y="346741"/>
                </a:lnTo>
                <a:lnTo>
                  <a:pt x="3113923" y="347058"/>
                </a:lnTo>
                <a:lnTo>
                  <a:pt x="3113926" y="347380"/>
                </a:lnTo>
                <a:lnTo>
                  <a:pt x="3113917" y="347869"/>
                </a:lnTo>
                <a:lnTo>
                  <a:pt x="3113889" y="348351"/>
                </a:lnTo>
                <a:lnTo>
                  <a:pt x="3113842" y="348825"/>
                </a:lnTo>
                <a:lnTo>
                  <a:pt x="3113776" y="349291"/>
                </a:lnTo>
                <a:lnTo>
                  <a:pt x="3113692" y="349750"/>
                </a:lnTo>
                <a:lnTo>
                  <a:pt x="3113588" y="350201"/>
                </a:lnTo>
                <a:lnTo>
                  <a:pt x="3113466" y="350644"/>
                </a:lnTo>
                <a:lnTo>
                  <a:pt x="3113325" y="351080"/>
                </a:lnTo>
                <a:lnTo>
                  <a:pt x="3113166" y="351509"/>
                </a:lnTo>
                <a:lnTo>
                  <a:pt x="3112987" y="351929"/>
                </a:lnTo>
                <a:lnTo>
                  <a:pt x="3112790" y="352342"/>
                </a:lnTo>
                <a:lnTo>
                  <a:pt x="3112574" y="352747"/>
                </a:lnTo>
                <a:lnTo>
                  <a:pt x="3112339" y="353145"/>
                </a:lnTo>
                <a:lnTo>
                  <a:pt x="3112085" y="353535"/>
                </a:lnTo>
                <a:lnTo>
                  <a:pt x="3111813" y="353918"/>
                </a:lnTo>
                <a:lnTo>
                  <a:pt x="3111522" y="354293"/>
                </a:lnTo>
                <a:lnTo>
                  <a:pt x="3111212" y="354660"/>
                </a:lnTo>
                <a:lnTo>
                  <a:pt x="3110883" y="355019"/>
                </a:lnTo>
                <a:lnTo>
                  <a:pt x="3110536" y="355371"/>
                </a:lnTo>
                <a:lnTo>
                  <a:pt x="3110169" y="355716"/>
                </a:lnTo>
                <a:lnTo>
                  <a:pt x="3109784" y="356052"/>
                </a:lnTo>
                <a:lnTo>
                  <a:pt x="3109380" y="356381"/>
                </a:lnTo>
                <a:lnTo>
                  <a:pt x="3108958" y="356703"/>
                </a:lnTo>
                <a:lnTo>
                  <a:pt x="3108516" y="357016"/>
                </a:lnTo>
                <a:lnTo>
                  <a:pt x="3108071" y="357306"/>
                </a:lnTo>
                <a:lnTo>
                  <a:pt x="3107607" y="357583"/>
                </a:lnTo>
                <a:lnTo>
                  <a:pt x="3107127" y="357849"/>
                </a:lnTo>
                <a:lnTo>
                  <a:pt x="3106628" y="358101"/>
                </a:lnTo>
                <a:lnTo>
                  <a:pt x="3106112" y="358342"/>
                </a:lnTo>
                <a:lnTo>
                  <a:pt x="3105579" y="358570"/>
                </a:lnTo>
                <a:lnTo>
                  <a:pt x="3105027" y="358785"/>
                </a:lnTo>
                <a:lnTo>
                  <a:pt x="3104459" y="358989"/>
                </a:lnTo>
                <a:lnTo>
                  <a:pt x="3103872" y="359180"/>
                </a:lnTo>
                <a:lnTo>
                  <a:pt x="3103268" y="359359"/>
                </a:lnTo>
                <a:lnTo>
                  <a:pt x="3102646" y="359525"/>
                </a:lnTo>
                <a:lnTo>
                  <a:pt x="3102007" y="359679"/>
                </a:lnTo>
                <a:lnTo>
                  <a:pt x="3101350" y="359821"/>
                </a:lnTo>
                <a:lnTo>
                  <a:pt x="3100676" y="359950"/>
                </a:lnTo>
                <a:lnTo>
                  <a:pt x="3099984" y="360068"/>
                </a:lnTo>
                <a:lnTo>
                  <a:pt x="3099274" y="360172"/>
                </a:lnTo>
                <a:lnTo>
                  <a:pt x="3098546" y="360265"/>
                </a:lnTo>
                <a:lnTo>
                  <a:pt x="3097801" y="360345"/>
                </a:lnTo>
                <a:lnTo>
                  <a:pt x="3097039" y="360413"/>
                </a:lnTo>
                <a:lnTo>
                  <a:pt x="3096259" y="360468"/>
                </a:lnTo>
                <a:lnTo>
                  <a:pt x="3095461" y="360511"/>
                </a:lnTo>
                <a:lnTo>
                  <a:pt x="3094646" y="360542"/>
                </a:lnTo>
                <a:lnTo>
                  <a:pt x="3093812" y="360561"/>
                </a:lnTo>
                <a:lnTo>
                  <a:pt x="3092962" y="360567"/>
                </a:lnTo>
                <a:lnTo>
                  <a:pt x="3092013" y="360560"/>
                </a:lnTo>
                <a:lnTo>
                  <a:pt x="3091082" y="360540"/>
                </a:lnTo>
                <a:lnTo>
                  <a:pt x="3090170" y="360506"/>
                </a:lnTo>
                <a:lnTo>
                  <a:pt x="3089275" y="360459"/>
                </a:lnTo>
                <a:lnTo>
                  <a:pt x="3088399" y="360398"/>
                </a:lnTo>
                <a:lnTo>
                  <a:pt x="3087541" y="360324"/>
                </a:lnTo>
                <a:lnTo>
                  <a:pt x="3086701" y="360236"/>
                </a:lnTo>
                <a:lnTo>
                  <a:pt x="3085880" y="360135"/>
                </a:lnTo>
                <a:lnTo>
                  <a:pt x="3085076" y="360020"/>
                </a:lnTo>
                <a:lnTo>
                  <a:pt x="3084291" y="359892"/>
                </a:lnTo>
                <a:lnTo>
                  <a:pt x="3083524" y="359750"/>
                </a:lnTo>
                <a:lnTo>
                  <a:pt x="3082776" y="359595"/>
                </a:lnTo>
                <a:lnTo>
                  <a:pt x="3082045" y="359426"/>
                </a:lnTo>
                <a:lnTo>
                  <a:pt x="3081333" y="359244"/>
                </a:lnTo>
                <a:lnTo>
                  <a:pt x="3080638" y="359048"/>
                </a:lnTo>
                <a:lnTo>
                  <a:pt x="3079962" y="358839"/>
                </a:lnTo>
                <a:lnTo>
                  <a:pt x="3079305" y="358616"/>
                </a:lnTo>
                <a:lnTo>
                  <a:pt x="3078665" y="358379"/>
                </a:lnTo>
                <a:lnTo>
                  <a:pt x="3078044" y="358130"/>
                </a:lnTo>
                <a:lnTo>
                  <a:pt x="3077441" y="357866"/>
                </a:lnTo>
                <a:lnTo>
                  <a:pt x="3076856" y="357590"/>
                </a:lnTo>
                <a:lnTo>
                  <a:pt x="3076289" y="357299"/>
                </a:lnTo>
                <a:lnTo>
                  <a:pt x="3075740" y="356995"/>
                </a:lnTo>
                <a:lnTo>
                  <a:pt x="3075210" y="356678"/>
                </a:lnTo>
                <a:lnTo>
                  <a:pt x="3074713" y="356335"/>
                </a:lnTo>
                <a:lnTo>
                  <a:pt x="3074238" y="355981"/>
                </a:lnTo>
                <a:lnTo>
                  <a:pt x="3073783" y="355616"/>
                </a:lnTo>
                <a:lnTo>
                  <a:pt x="3073350" y="355241"/>
                </a:lnTo>
                <a:lnTo>
                  <a:pt x="3072938" y="354855"/>
                </a:lnTo>
                <a:lnTo>
                  <a:pt x="3072547" y="354459"/>
                </a:lnTo>
                <a:lnTo>
                  <a:pt x="3072177" y="354052"/>
                </a:lnTo>
                <a:lnTo>
                  <a:pt x="3071829" y="353635"/>
                </a:lnTo>
                <a:lnTo>
                  <a:pt x="3071501" y="353207"/>
                </a:lnTo>
                <a:lnTo>
                  <a:pt x="3071195" y="352769"/>
                </a:lnTo>
                <a:lnTo>
                  <a:pt x="3070909" y="352319"/>
                </a:lnTo>
                <a:lnTo>
                  <a:pt x="3070645" y="351860"/>
                </a:lnTo>
                <a:lnTo>
                  <a:pt x="3070402" y="351390"/>
                </a:lnTo>
                <a:lnTo>
                  <a:pt x="3070180" y="350909"/>
                </a:lnTo>
                <a:lnTo>
                  <a:pt x="3069979" y="350417"/>
                </a:lnTo>
                <a:lnTo>
                  <a:pt x="3069800" y="349916"/>
                </a:lnTo>
                <a:lnTo>
                  <a:pt x="3069641" y="349403"/>
                </a:lnTo>
                <a:lnTo>
                  <a:pt x="3069504" y="348880"/>
                </a:lnTo>
                <a:lnTo>
                  <a:pt x="3069388" y="348346"/>
                </a:lnTo>
                <a:lnTo>
                  <a:pt x="3069293" y="347802"/>
                </a:lnTo>
                <a:lnTo>
                  <a:pt x="3069219" y="347247"/>
                </a:lnTo>
                <a:lnTo>
                  <a:pt x="3069166" y="346682"/>
                </a:lnTo>
                <a:lnTo>
                  <a:pt x="3069134" y="346106"/>
                </a:lnTo>
                <a:lnTo>
                  <a:pt x="3069124" y="345520"/>
                </a:lnTo>
                <a:lnTo>
                  <a:pt x="3069124" y="343829"/>
                </a:lnTo>
                <a:lnTo>
                  <a:pt x="3054584" y="343829"/>
                </a:lnTo>
                <a:lnTo>
                  <a:pt x="3054570" y="343927"/>
                </a:lnTo>
                <a:lnTo>
                  <a:pt x="3054557" y="344025"/>
                </a:lnTo>
                <a:lnTo>
                  <a:pt x="3054544" y="344122"/>
                </a:lnTo>
                <a:lnTo>
                  <a:pt x="3054532" y="344219"/>
                </a:lnTo>
                <a:lnTo>
                  <a:pt x="3054521" y="344315"/>
                </a:lnTo>
                <a:lnTo>
                  <a:pt x="3054510" y="344410"/>
                </a:lnTo>
                <a:lnTo>
                  <a:pt x="3054499" y="344505"/>
                </a:lnTo>
                <a:lnTo>
                  <a:pt x="3054490" y="344599"/>
                </a:lnTo>
                <a:lnTo>
                  <a:pt x="3054481" y="344693"/>
                </a:lnTo>
                <a:lnTo>
                  <a:pt x="3054472" y="344786"/>
                </a:lnTo>
                <a:lnTo>
                  <a:pt x="3054464" y="344878"/>
                </a:lnTo>
                <a:lnTo>
                  <a:pt x="3054457" y="344970"/>
                </a:lnTo>
                <a:lnTo>
                  <a:pt x="3054450" y="345062"/>
                </a:lnTo>
                <a:lnTo>
                  <a:pt x="3054444" y="345152"/>
                </a:lnTo>
                <a:lnTo>
                  <a:pt x="3054438" y="345242"/>
                </a:lnTo>
                <a:lnTo>
                  <a:pt x="3054433" y="345332"/>
                </a:lnTo>
                <a:lnTo>
                  <a:pt x="3054429" y="345421"/>
                </a:lnTo>
                <a:lnTo>
                  <a:pt x="3054425" y="345509"/>
                </a:lnTo>
                <a:lnTo>
                  <a:pt x="3054422" y="345597"/>
                </a:lnTo>
                <a:lnTo>
                  <a:pt x="3054419" y="345684"/>
                </a:lnTo>
                <a:lnTo>
                  <a:pt x="3054417" y="345771"/>
                </a:lnTo>
                <a:lnTo>
                  <a:pt x="3054416" y="345857"/>
                </a:lnTo>
                <a:lnTo>
                  <a:pt x="3054415" y="345942"/>
                </a:lnTo>
                <a:lnTo>
                  <a:pt x="3054415" y="346027"/>
                </a:lnTo>
                <a:lnTo>
                  <a:pt x="3054415" y="346111"/>
                </a:lnTo>
                <a:lnTo>
                  <a:pt x="3054415" y="346193"/>
                </a:lnTo>
                <a:lnTo>
                  <a:pt x="3054415" y="346273"/>
                </a:lnTo>
                <a:lnTo>
                  <a:pt x="3054415" y="346351"/>
                </a:lnTo>
                <a:lnTo>
                  <a:pt x="3054415" y="346428"/>
                </a:lnTo>
                <a:lnTo>
                  <a:pt x="3054415" y="346502"/>
                </a:lnTo>
                <a:lnTo>
                  <a:pt x="3054415" y="346576"/>
                </a:lnTo>
                <a:lnTo>
                  <a:pt x="3054415" y="346647"/>
                </a:lnTo>
                <a:lnTo>
                  <a:pt x="3054415" y="346716"/>
                </a:lnTo>
                <a:lnTo>
                  <a:pt x="3054415" y="346784"/>
                </a:lnTo>
                <a:lnTo>
                  <a:pt x="3054415" y="346850"/>
                </a:lnTo>
                <a:lnTo>
                  <a:pt x="3054415" y="346915"/>
                </a:lnTo>
                <a:lnTo>
                  <a:pt x="3054415" y="346977"/>
                </a:lnTo>
                <a:lnTo>
                  <a:pt x="3054415" y="347038"/>
                </a:lnTo>
                <a:lnTo>
                  <a:pt x="3054415" y="347097"/>
                </a:lnTo>
                <a:lnTo>
                  <a:pt x="3054415" y="347154"/>
                </a:lnTo>
                <a:lnTo>
                  <a:pt x="3054415" y="347209"/>
                </a:lnTo>
                <a:lnTo>
                  <a:pt x="3054415" y="347263"/>
                </a:lnTo>
                <a:lnTo>
                  <a:pt x="3054415" y="347315"/>
                </a:lnTo>
                <a:lnTo>
                  <a:pt x="3054415" y="347365"/>
                </a:lnTo>
                <a:lnTo>
                  <a:pt x="3054415" y="347414"/>
                </a:lnTo>
                <a:lnTo>
                  <a:pt x="3054415" y="347460"/>
                </a:lnTo>
                <a:lnTo>
                  <a:pt x="3054415" y="347505"/>
                </a:lnTo>
                <a:lnTo>
                  <a:pt x="3054415" y="347548"/>
                </a:lnTo>
                <a:lnTo>
                  <a:pt x="3054422" y="348193"/>
                </a:lnTo>
                <a:lnTo>
                  <a:pt x="3054446" y="348831"/>
                </a:lnTo>
                <a:lnTo>
                  <a:pt x="3054486" y="349461"/>
                </a:lnTo>
                <a:lnTo>
                  <a:pt x="3054541" y="350085"/>
                </a:lnTo>
                <a:lnTo>
                  <a:pt x="3054613" y="350701"/>
                </a:lnTo>
                <a:lnTo>
                  <a:pt x="3054700" y="351310"/>
                </a:lnTo>
                <a:lnTo>
                  <a:pt x="3054803" y="351913"/>
                </a:lnTo>
                <a:lnTo>
                  <a:pt x="3054922" y="352508"/>
                </a:lnTo>
                <a:lnTo>
                  <a:pt x="3055056" y="353096"/>
                </a:lnTo>
                <a:lnTo>
                  <a:pt x="3055207" y="353677"/>
                </a:lnTo>
                <a:lnTo>
                  <a:pt x="3055373" y="354251"/>
                </a:lnTo>
                <a:lnTo>
                  <a:pt x="3055556" y="354819"/>
                </a:lnTo>
                <a:lnTo>
                  <a:pt x="3055754" y="355379"/>
                </a:lnTo>
                <a:lnTo>
                  <a:pt x="3055968" y="355932"/>
                </a:lnTo>
                <a:lnTo>
                  <a:pt x="3056198" y="356478"/>
                </a:lnTo>
                <a:lnTo>
                  <a:pt x="3056443" y="357016"/>
                </a:lnTo>
                <a:lnTo>
                  <a:pt x="3056705" y="357548"/>
                </a:lnTo>
                <a:lnTo>
                  <a:pt x="3056982" y="358073"/>
                </a:lnTo>
                <a:lnTo>
                  <a:pt x="3057275" y="358591"/>
                </a:lnTo>
                <a:lnTo>
                  <a:pt x="3057585" y="359102"/>
                </a:lnTo>
                <a:lnTo>
                  <a:pt x="3057909" y="359605"/>
                </a:lnTo>
                <a:lnTo>
                  <a:pt x="3058250" y="360102"/>
                </a:lnTo>
                <a:lnTo>
                  <a:pt x="3058607" y="360591"/>
                </a:lnTo>
                <a:lnTo>
                  <a:pt x="3058979" y="361074"/>
                </a:lnTo>
                <a:lnTo>
                  <a:pt x="3059380" y="361535"/>
                </a:lnTo>
                <a:lnTo>
                  <a:pt x="3059792" y="361986"/>
                </a:lnTo>
                <a:lnTo>
                  <a:pt x="3060216" y="362429"/>
                </a:lnTo>
                <a:lnTo>
                  <a:pt x="3060651" y="362863"/>
                </a:lnTo>
                <a:lnTo>
                  <a:pt x="3061099" y="363289"/>
                </a:lnTo>
                <a:lnTo>
                  <a:pt x="3061558" y="363705"/>
                </a:lnTo>
                <a:lnTo>
                  <a:pt x="3062028" y="364113"/>
                </a:lnTo>
                <a:lnTo>
                  <a:pt x="3062511" y="364512"/>
                </a:lnTo>
                <a:lnTo>
                  <a:pt x="3063005" y="364902"/>
                </a:lnTo>
                <a:lnTo>
                  <a:pt x="3063511" y="365283"/>
                </a:lnTo>
                <a:lnTo>
                  <a:pt x="3064029" y="365656"/>
                </a:lnTo>
                <a:lnTo>
                  <a:pt x="3064559" y="366019"/>
                </a:lnTo>
                <a:lnTo>
                  <a:pt x="3065100" y="366374"/>
                </a:lnTo>
                <a:lnTo>
                  <a:pt x="3065653" y="366720"/>
                </a:lnTo>
                <a:lnTo>
                  <a:pt x="3066218" y="367057"/>
                </a:lnTo>
                <a:lnTo>
                  <a:pt x="3066794" y="367386"/>
                </a:lnTo>
                <a:lnTo>
                  <a:pt x="3067382" y="367706"/>
                </a:lnTo>
                <a:lnTo>
                  <a:pt x="3067982" y="368016"/>
                </a:lnTo>
                <a:lnTo>
                  <a:pt x="3068594" y="368318"/>
                </a:lnTo>
                <a:lnTo>
                  <a:pt x="3069217" y="368612"/>
                </a:lnTo>
                <a:lnTo>
                  <a:pt x="3069852" y="368896"/>
                </a:lnTo>
                <a:lnTo>
                  <a:pt x="3070499" y="369172"/>
                </a:lnTo>
                <a:lnTo>
                  <a:pt x="3071158" y="369438"/>
                </a:lnTo>
                <a:lnTo>
                  <a:pt x="3071828" y="369696"/>
                </a:lnTo>
                <a:lnTo>
                  <a:pt x="3072523" y="369931"/>
                </a:lnTo>
                <a:lnTo>
                  <a:pt x="3073226" y="370155"/>
                </a:lnTo>
                <a:lnTo>
                  <a:pt x="3073936" y="370370"/>
                </a:lnTo>
                <a:lnTo>
                  <a:pt x="3074656" y="370575"/>
                </a:lnTo>
                <a:lnTo>
                  <a:pt x="3075383" y="370769"/>
                </a:lnTo>
                <a:lnTo>
                  <a:pt x="3076118" y="370954"/>
                </a:lnTo>
                <a:lnTo>
                  <a:pt x="3076862" y="371128"/>
                </a:lnTo>
                <a:lnTo>
                  <a:pt x="3077614" y="371293"/>
                </a:lnTo>
                <a:lnTo>
                  <a:pt x="3078374" y="371448"/>
                </a:lnTo>
                <a:lnTo>
                  <a:pt x="3079143" y="371593"/>
                </a:lnTo>
                <a:lnTo>
                  <a:pt x="3079920" y="371727"/>
                </a:lnTo>
                <a:lnTo>
                  <a:pt x="3080704" y="371852"/>
                </a:lnTo>
                <a:lnTo>
                  <a:pt x="3081497" y="371967"/>
                </a:lnTo>
                <a:lnTo>
                  <a:pt x="3082299" y="372072"/>
                </a:lnTo>
                <a:lnTo>
                  <a:pt x="3083108" y="372166"/>
                </a:lnTo>
                <a:lnTo>
                  <a:pt x="3083926" y="372251"/>
                </a:lnTo>
                <a:lnTo>
                  <a:pt x="3084752" y="372326"/>
                </a:lnTo>
                <a:lnTo>
                  <a:pt x="3085586" y="372391"/>
                </a:lnTo>
                <a:lnTo>
                  <a:pt x="3086429" y="372446"/>
                </a:lnTo>
                <a:lnTo>
                  <a:pt x="3087279" y="372491"/>
                </a:lnTo>
                <a:lnTo>
                  <a:pt x="3088138" y="372526"/>
                </a:lnTo>
                <a:lnTo>
                  <a:pt x="3089005" y="372551"/>
                </a:lnTo>
                <a:lnTo>
                  <a:pt x="3089880" y="372566"/>
                </a:lnTo>
                <a:lnTo>
                  <a:pt x="3090764" y="372571"/>
                </a:lnTo>
                <a:lnTo>
                  <a:pt x="3091772" y="372566"/>
                </a:lnTo>
                <a:lnTo>
                  <a:pt x="3092768" y="372551"/>
                </a:lnTo>
                <a:lnTo>
                  <a:pt x="3093752" y="372526"/>
                </a:lnTo>
                <a:lnTo>
                  <a:pt x="3094723" y="372491"/>
                </a:lnTo>
                <a:lnTo>
                  <a:pt x="3095682" y="372446"/>
                </a:lnTo>
                <a:lnTo>
                  <a:pt x="3096629" y="372391"/>
                </a:lnTo>
                <a:lnTo>
                  <a:pt x="3097563" y="372326"/>
                </a:lnTo>
                <a:lnTo>
                  <a:pt x="3098485" y="372251"/>
                </a:lnTo>
                <a:lnTo>
                  <a:pt x="3099394" y="372166"/>
                </a:lnTo>
                <a:close/>
                <a:moveTo>
                  <a:pt x="3809513" y="371969"/>
                </a:moveTo>
                <a:lnTo>
                  <a:pt x="3810451" y="371810"/>
                </a:lnTo>
                <a:lnTo>
                  <a:pt x="3811377" y="371631"/>
                </a:lnTo>
                <a:lnTo>
                  <a:pt x="3812290" y="371434"/>
                </a:lnTo>
                <a:lnTo>
                  <a:pt x="3813191" y="371218"/>
                </a:lnTo>
                <a:lnTo>
                  <a:pt x="3814079" y="370983"/>
                </a:lnTo>
                <a:lnTo>
                  <a:pt x="3814955" y="370730"/>
                </a:lnTo>
                <a:lnTo>
                  <a:pt x="3815819" y="370457"/>
                </a:lnTo>
                <a:lnTo>
                  <a:pt x="3816670" y="370166"/>
                </a:lnTo>
                <a:lnTo>
                  <a:pt x="3817510" y="369856"/>
                </a:lnTo>
                <a:lnTo>
                  <a:pt x="3818337" y="369527"/>
                </a:lnTo>
                <a:lnTo>
                  <a:pt x="3819151" y="369180"/>
                </a:lnTo>
                <a:lnTo>
                  <a:pt x="3819953" y="368814"/>
                </a:lnTo>
                <a:lnTo>
                  <a:pt x="3820743" y="368428"/>
                </a:lnTo>
                <a:lnTo>
                  <a:pt x="3821521" y="368025"/>
                </a:lnTo>
                <a:lnTo>
                  <a:pt x="3822286" y="367602"/>
                </a:lnTo>
                <a:lnTo>
                  <a:pt x="3823039" y="367160"/>
                </a:lnTo>
                <a:lnTo>
                  <a:pt x="3823778" y="366688"/>
                </a:lnTo>
                <a:lnTo>
                  <a:pt x="3824503" y="366201"/>
                </a:lnTo>
                <a:lnTo>
                  <a:pt x="3825213" y="365700"/>
                </a:lnTo>
                <a:lnTo>
                  <a:pt x="3825908" y="365183"/>
                </a:lnTo>
                <a:lnTo>
                  <a:pt x="3826589" y="364652"/>
                </a:lnTo>
                <a:lnTo>
                  <a:pt x="3827255" y="364107"/>
                </a:lnTo>
                <a:lnTo>
                  <a:pt x="3827906" y="363546"/>
                </a:lnTo>
                <a:lnTo>
                  <a:pt x="3828543" y="362971"/>
                </a:lnTo>
                <a:lnTo>
                  <a:pt x="3829165" y="362382"/>
                </a:lnTo>
                <a:lnTo>
                  <a:pt x="3829772" y="361777"/>
                </a:lnTo>
                <a:lnTo>
                  <a:pt x="3830365" y="361158"/>
                </a:lnTo>
                <a:lnTo>
                  <a:pt x="3830943" y="360525"/>
                </a:lnTo>
                <a:lnTo>
                  <a:pt x="3831506" y="359876"/>
                </a:lnTo>
                <a:lnTo>
                  <a:pt x="3832054" y="359213"/>
                </a:lnTo>
                <a:lnTo>
                  <a:pt x="3832588" y="358535"/>
                </a:lnTo>
                <a:lnTo>
                  <a:pt x="3833108" y="357843"/>
                </a:lnTo>
                <a:lnTo>
                  <a:pt x="3833612" y="357136"/>
                </a:lnTo>
                <a:lnTo>
                  <a:pt x="3834102" y="356414"/>
                </a:lnTo>
                <a:lnTo>
                  <a:pt x="3834577" y="355678"/>
                </a:lnTo>
                <a:lnTo>
                  <a:pt x="3835038" y="354927"/>
                </a:lnTo>
                <a:lnTo>
                  <a:pt x="3835484" y="354161"/>
                </a:lnTo>
                <a:lnTo>
                  <a:pt x="3835915" y="353380"/>
                </a:lnTo>
                <a:lnTo>
                  <a:pt x="3836331" y="352585"/>
                </a:lnTo>
                <a:lnTo>
                  <a:pt x="3836733" y="351775"/>
                </a:lnTo>
                <a:lnTo>
                  <a:pt x="3837119" y="350953"/>
                </a:lnTo>
                <a:lnTo>
                  <a:pt x="3837489" y="350120"/>
                </a:lnTo>
                <a:lnTo>
                  <a:pt x="3837843" y="349276"/>
                </a:lnTo>
                <a:lnTo>
                  <a:pt x="3838180" y="348422"/>
                </a:lnTo>
                <a:lnTo>
                  <a:pt x="3838500" y="347557"/>
                </a:lnTo>
                <a:lnTo>
                  <a:pt x="3838804" y="346682"/>
                </a:lnTo>
                <a:lnTo>
                  <a:pt x="3839092" y="345796"/>
                </a:lnTo>
                <a:lnTo>
                  <a:pt x="3839363" y="344900"/>
                </a:lnTo>
                <a:lnTo>
                  <a:pt x="3839618" y="343993"/>
                </a:lnTo>
                <a:lnTo>
                  <a:pt x="3839856" y="343075"/>
                </a:lnTo>
                <a:lnTo>
                  <a:pt x="3840078" y="342147"/>
                </a:lnTo>
                <a:lnTo>
                  <a:pt x="3840283" y="341209"/>
                </a:lnTo>
                <a:lnTo>
                  <a:pt x="3840473" y="340259"/>
                </a:lnTo>
                <a:lnTo>
                  <a:pt x="3840645" y="339300"/>
                </a:lnTo>
                <a:lnTo>
                  <a:pt x="3840801" y="338329"/>
                </a:lnTo>
                <a:lnTo>
                  <a:pt x="3840941" y="337348"/>
                </a:lnTo>
                <a:lnTo>
                  <a:pt x="3841064" y="336357"/>
                </a:lnTo>
                <a:lnTo>
                  <a:pt x="3841171" y="335355"/>
                </a:lnTo>
                <a:lnTo>
                  <a:pt x="3841261" y="334342"/>
                </a:lnTo>
                <a:lnTo>
                  <a:pt x="3841335" y="333319"/>
                </a:lnTo>
                <a:lnTo>
                  <a:pt x="3841393" y="332285"/>
                </a:lnTo>
                <a:lnTo>
                  <a:pt x="3841434" y="331241"/>
                </a:lnTo>
                <a:lnTo>
                  <a:pt x="3841459" y="330186"/>
                </a:lnTo>
                <a:lnTo>
                  <a:pt x="3841467" y="329120"/>
                </a:lnTo>
                <a:lnTo>
                  <a:pt x="3841467" y="326246"/>
                </a:lnTo>
                <a:lnTo>
                  <a:pt x="3841459" y="325194"/>
                </a:lnTo>
                <a:lnTo>
                  <a:pt x="3841434" y="324153"/>
                </a:lnTo>
                <a:lnTo>
                  <a:pt x="3841393" y="323121"/>
                </a:lnTo>
                <a:lnTo>
                  <a:pt x="3841335" y="322099"/>
                </a:lnTo>
                <a:lnTo>
                  <a:pt x="3841261" y="321088"/>
                </a:lnTo>
                <a:lnTo>
                  <a:pt x="3841171" y="320086"/>
                </a:lnTo>
                <a:lnTo>
                  <a:pt x="3841064" y="319094"/>
                </a:lnTo>
                <a:lnTo>
                  <a:pt x="3840941" y="318112"/>
                </a:lnTo>
                <a:lnTo>
                  <a:pt x="3840801" y="317140"/>
                </a:lnTo>
                <a:lnTo>
                  <a:pt x="3840645" y="316178"/>
                </a:lnTo>
                <a:lnTo>
                  <a:pt x="3840473" y="315226"/>
                </a:lnTo>
                <a:lnTo>
                  <a:pt x="3840283" y="314285"/>
                </a:lnTo>
                <a:lnTo>
                  <a:pt x="3840078" y="313353"/>
                </a:lnTo>
                <a:lnTo>
                  <a:pt x="3839856" y="312431"/>
                </a:lnTo>
                <a:lnTo>
                  <a:pt x="3839618" y="311519"/>
                </a:lnTo>
                <a:lnTo>
                  <a:pt x="3839363" y="310617"/>
                </a:lnTo>
                <a:lnTo>
                  <a:pt x="3839092" y="309725"/>
                </a:lnTo>
                <a:lnTo>
                  <a:pt x="3838804" y="308843"/>
                </a:lnTo>
                <a:lnTo>
                  <a:pt x="3838500" y="307971"/>
                </a:lnTo>
                <a:lnTo>
                  <a:pt x="3838180" y="307109"/>
                </a:lnTo>
                <a:lnTo>
                  <a:pt x="3837843" y="306257"/>
                </a:lnTo>
                <a:lnTo>
                  <a:pt x="3837489" y="305414"/>
                </a:lnTo>
                <a:lnTo>
                  <a:pt x="3837119" y="304582"/>
                </a:lnTo>
                <a:lnTo>
                  <a:pt x="3836733" y="303760"/>
                </a:lnTo>
                <a:lnTo>
                  <a:pt x="3836331" y="302950"/>
                </a:lnTo>
                <a:lnTo>
                  <a:pt x="3835915" y="302155"/>
                </a:lnTo>
                <a:lnTo>
                  <a:pt x="3835484" y="301375"/>
                </a:lnTo>
                <a:lnTo>
                  <a:pt x="3835038" y="300609"/>
                </a:lnTo>
                <a:lnTo>
                  <a:pt x="3834577" y="299858"/>
                </a:lnTo>
                <a:lnTo>
                  <a:pt x="3834102" y="299121"/>
                </a:lnTo>
                <a:lnTo>
                  <a:pt x="3833612" y="298400"/>
                </a:lnTo>
                <a:lnTo>
                  <a:pt x="3833108" y="297693"/>
                </a:lnTo>
                <a:lnTo>
                  <a:pt x="3832588" y="297000"/>
                </a:lnTo>
                <a:lnTo>
                  <a:pt x="3832054" y="296322"/>
                </a:lnTo>
                <a:lnTo>
                  <a:pt x="3831506" y="295659"/>
                </a:lnTo>
                <a:lnTo>
                  <a:pt x="3830943" y="295011"/>
                </a:lnTo>
                <a:lnTo>
                  <a:pt x="3830365" y="294377"/>
                </a:lnTo>
                <a:lnTo>
                  <a:pt x="3829772" y="293758"/>
                </a:lnTo>
                <a:lnTo>
                  <a:pt x="3829165" y="293154"/>
                </a:lnTo>
                <a:lnTo>
                  <a:pt x="3828543" y="292564"/>
                </a:lnTo>
                <a:lnTo>
                  <a:pt x="3827906" y="291989"/>
                </a:lnTo>
                <a:lnTo>
                  <a:pt x="3827255" y="291429"/>
                </a:lnTo>
                <a:lnTo>
                  <a:pt x="3826589" y="290883"/>
                </a:lnTo>
                <a:lnTo>
                  <a:pt x="3825908" y="290352"/>
                </a:lnTo>
                <a:lnTo>
                  <a:pt x="3825213" y="289836"/>
                </a:lnTo>
                <a:lnTo>
                  <a:pt x="3824503" y="289334"/>
                </a:lnTo>
                <a:lnTo>
                  <a:pt x="3823778" y="288847"/>
                </a:lnTo>
                <a:lnTo>
                  <a:pt x="3823039" y="288375"/>
                </a:lnTo>
                <a:lnTo>
                  <a:pt x="3822286" y="287920"/>
                </a:lnTo>
                <a:lnTo>
                  <a:pt x="3821520" y="287484"/>
                </a:lnTo>
                <a:lnTo>
                  <a:pt x="3820740" y="287068"/>
                </a:lnTo>
                <a:lnTo>
                  <a:pt x="3819949" y="286670"/>
                </a:lnTo>
                <a:lnTo>
                  <a:pt x="3819144" y="286293"/>
                </a:lnTo>
                <a:lnTo>
                  <a:pt x="3818326" y="285934"/>
                </a:lnTo>
                <a:lnTo>
                  <a:pt x="3817495" y="285595"/>
                </a:lnTo>
                <a:lnTo>
                  <a:pt x="3816652" y="285276"/>
                </a:lnTo>
                <a:lnTo>
                  <a:pt x="3815795" y="284975"/>
                </a:lnTo>
                <a:lnTo>
                  <a:pt x="3814926" y="284694"/>
                </a:lnTo>
                <a:lnTo>
                  <a:pt x="3814043" y="284433"/>
                </a:lnTo>
                <a:lnTo>
                  <a:pt x="3813148" y="284191"/>
                </a:lnTo>
                <a:lnTo>
                  <a:pt x="3812240" y="283968"/>
                </a:lnTo>
                <a:lnTo>
                  <a:pt x="3811319" y="283765"/>
                </a:lnTo>
                <a:lnTo>
                  <a:pt x="3810385" y="283581"/>
                </a:lnTo>
                <a:lnTo>
                  <a:pt x="3809438" y="283416"/>
                </a:lnTo>
                <a:lnTo>
                  <a:pt x="3808478" y="283271"/>
                </a:lnTo>
                <a:lnTo>
                  <a:pt x="3807506" y="283145"/>
                </a:lnTo>
                <a:lnTo>
                  <a:pt x="3806520" y="283038"/>
                </a:lnTo>
                <a:lnTo>
                  <a:pt x="3805521" y="282951"/>
                </a:lnTo>
                <a:lnTo>
                  <a:pt x="3804510" y="282883"/>
                </a:lnTo>
                <a:lnTo>
                  <a:pt x="3803486" y="282835"/>
                </a:lnTo>
                <a:lnTo>
                  <a:pt x="3802448" y="282806"/>
                </a:lnTo>
                <a:lnTo>
                  <a:pt x="3801398" y="282796"/>
                </a:lnTo>
                <a:lnTo>
                  <a:pt x="3800376" y="282806"/>
                </a:lnTo>
                <a:lnTo>
                  <a:pt x="3799365" y="282835"/>
                </a:lnTo>
                <a:lnTo>
                  <a:pt x="3798366" y="282883"/>
                </a:lnTo>
                <a:lnTo>
                  <a:pt x="3797378" y="282951"/>
                </a:lnTo>
                <a:lnTo>
                  <a:pt x="3796403" y="283038"/>
                </a:lnTo>
                <a:lnTo>
                  <a:pt x="3795439" y="283145"/>
                </a:lnTo>
                <a:lnTo>
                  <a:pt x="3794486" y="283271"/>
                </a:lnTo>
                <a:lnTo>
                  <a:pt x="3793546" y="283416"/>
                </a:lnTo>
                <a:lnTo>
                  <a:pt x="3792617" y="283581"/>
                </a:lnTo>
                <a:lnTo>
                  <a:pt x="3791700" y="283765"/>
                </a:lnTo>
                <a:lnTo>
                  <a:pt x="3790795" y="283968"/>
                </a:lnTo>
                <a:lnTo>
                  <a:pt x="3789902" y="284191"/>
                </a:lnTo>
                <a:lnTo>
                  <a:pt x="3789020" y="284433"/>
                </a:lnTo>
                <a:lnTo>
                  <a:pt x="3788150" y="284694"/>
                </a:lnTo>
                <a:lnTo>
                  <a:pt x="3787292" y="284975"/>
                </a:lnTo>
                <a:lnTo>
                  <a:pt x="3786445" y="285276"/>
                </a:lnTo>
                <a:lnTo>
                  <a:pt x="3785610" y="285595"/>
                </a:lnTo>
                <a:lnTo>
                  <a:pt x="3784787" y="285934"/>
                </a:lnTo>
                <a:lnTo>
                  <a:pt x="3783976" y="286293"/>
                </a:lnTo>
                <a:lnTo>
                  <a:pt x="3783176" y="286670"/>
                </a:lnTo>
                <a:lnTo>
                  <a:pt x="3782389" y="287068"/>
                </a:lnTo>
                <a:lnTo>
                  <a:pt x="3781613" y="287484"/>
                </a:lnTo>
                <a:lnTo>
                  <a:pt x="3780848" y="287920"/>
                </a:lnTo>
                <a:lnTo>
                  <a:pt x="3780096" y="288375"/>
                </a:lnTo>
                <a:lnTo>
                  <a:pt x="3779356" y="288834"/>
                </a:lnTo>
                <a:lnTo>
                  <a:pt x="3778632" y="289307"/>
                </a:lnTo>
                <a:lnTo>
                  <a:pt x="3777922" y="289796"/>
                </a:lnTo>
                <a:lnTo>
                  <a:pt x="3777226" y="290301"/>
                </a:lnTo>
                <a:lnTo>
                  <a:pt x="3776546" y="290820"/>
                </a:lnTo>
                <a:lnTo>
                  <a:pt x="3775880" y="291355"/>
                </a:lnTo>
                <a:lnTo>
                  <a:pt x="3775228" y="291905"/>
                </a:lnTo>
                <a:lnTo>
                  <a:pt x="3774592" y="292470"/>
                </a:lnTo>
                <a:lnTo>
                  <a:pt x="3773970" y="293051"/>
                </a:lnTo>
                <a:lnTo>
                  <a:pt x="3773362" y="293647"/>
                </a:lnTo>
                <a:lnTo>
                  <a:pt x="3772770" y="294258"/>
                </a:lnTo>
                <a:lnTo>
                  <a:pt x="3772192" y="294884"/>
                </a:lnTo>
                <a:lnTo>
                  <a:pt x="3771629" y="295526"/>
                </a:lnTo>
                <a:lnTo>
                  <a:pt x="3771080" y="296183"/>
                </a:lnTo>
                <a:lnTo>
                  <a:pt x="3770546" y="296855"/>
                </a:lnTo>
                <a:lnTo>
                  <a:pt x="3770027" y="297542"/>
                </a:lnTo>
                <a:lnTo>
                  <a:pt x="3769522" y="298245"/>
                </a:lnTo>
                <a:lnTo>
                  <a:pt x="3769032" y="298963"/>
                </a:lnTo>
                <a:lnTo>
                  <a:pt x="3768557" y="299696"/>
                </a:lnTo>
                <a:lnTo>
                  <a:pt x="3768097" y="300445"/>
                </a:lnTo>
                <a:lnTo>
                  <a:pt x="3767651" y="301208"/>
                </a:lnTo>
                <a:lnTo>
                  <a:pt x="3767219" y="301987"/>
                </a:lnTo>
                <a:lnTo>
                  <a:pt x="3766803" y="302782"/>
                </a:lnTo>
                <a:lnTo>
                  <a:pt x="3766401" y="303591"/>
                </a:lnTo>
                <a:lnTo>
                  <a:pt x="3766015" y="304413"/>
                </a:lnTo>
                <a:lnTo>
                  <a:pt x="3765645" y="305246"/>
                </a:lnTo>
                <a:lnTo>
                  <a:pt x="3765292" y="306090"/>
                </a:lnTo>
                <a:lnTo>
                  <a:pt x="3764955" y="306944"/>
                </a:lnTo>
                <a:lnTo>
                  <a:pt x="3764634" y="307809"/>
                </a:lnTo>
                <a:lnTo>
                  <a:pt x="3764330" y="308684"/>
                </a:lnTo>
                <a:lnTo>
                  <a:pt x="3764043" y="309570"/>
                </a:lnTo>
                <a:lnTo>
                  <a:pt x="3763771" y="310466"/>
                </a:lnTo>
                <a:lnTo>
                  <a:pt x="3763517" y="311373"/>
                </a:lnTo>
                <a:lnTo>
                  <a:pt x="3763278" y="312291"/>
                </a:lnTo>
                <a:lnTo>
                  <a:pt x="3763056" y="313219"/>
                </a:lnTo>
                <a:lnTo>
                  <a:pt x="3762851" y="314158"/>
                </a:lnTo>
                <a:lnTo>
                  <a:pt x="3762662" y="315107"/>
                </a:lnTo>
                <a:lnTo>
                  <a:pt x="3762489" y="316067"/>
                </a:lnTo>
                <a:lnTo>
                  <a:pt x="3762333" y="317037"/>
                </a:lnTo>
                <a:lnTo>
                  <a:pt x="3762193" y="318018"/>
                </a:lnTo>
                <a:lnTo>
                  <a:pt x="3762070" y="319010"/>
                </a:lnTo>
                <a:lnTo>
                  <a:pt x="3761963" y="320012"/>
                </a:lnTo>
                <a:lnTo>
                  <a:pt x="3761873" y="321024"/>
                </a:lnTo>
                <a:lnTo>
                  <a:pt x="3761799" y="322048"/>
                </a:lnTo>
                <a:lnTo>
                  <a:pt x="3761741" y="323081"/>
                </a:lnTo>
                <a:lnTo>
                  <a:pt x="3761700" y="324126"/>
                </a:lnTo>
                <a:lnTo>
                  <a:pt x="3761676" y="325181"/>
                </a:lnTo>
                <a:lnTo>
                  <a:pt x="3761667" y="326246"/>
                </a:lnTo>
                <a:lnTo>
                  <a:pt x="3761667" y="329120"/>
                </a:lnTo>
                <a:lnTo>
                  <a:pt x="3761676" y="330159"/>
                </a:lnTo>
                <a:lnTo>
                  <a:pt x="3761700" y="331188"/>
                </a:lnTo>
                <a:lnTo>
                  <a:pt x="3761741" y="332208"/>
                </a:lnTo>
                <a:lnTo>
                  <a:pt x="3761799" y="333220"/>
                </a:lnTo>
                <a:lnTo>
                  <a:pt x="3761873" y="334223"/>
                </a:lnTo>
                <a:lnTo>
                  <a:pt x="3761963" y="335217"/>
                </a:lnTo>
                <a:lnTo>
                  <a:pt x="3762070" y="336203"/>
                </a:lnTo>
                <a:lnTo>
                  <a:pt x="3762193" y="337179"/>
                </a:lnTo>
                <a:lnTo>
                  <a:pt x="3762333" y="338147"/>
                </a:lnTo>
                <a:lnTo>
                  <a:pt x="3762489" y="339106"/>
                </a:lnTo>
                <a:lnTo>
                  <a:pt x="3762662" y="340056"/>
                </a:lnTo>
                <a:lnTo>
                  <a:pt x="3762851" y="340997"/>
                </a:lnTo>
                <a:lnTo>
                  <a:pt x="3763056" y="341930"/>
                </a:lnTo>
                <a:lnTo>
                  <a:pt x="3763278" y="342853"/>
                </a:lnTo>
                <a:lnTo>
                  <a:pt x="3763517" y="343768"/>
                </a:lnTo>
                <a:lnTo>
                  <a:pt x="3763771" y="344674"/>
                </a:lnTo>
                <a:lnTo>
                  <a:pt x="3764043" y="345572"/>
                </a:lnTo>
                <a:lnTo>
                  <a:pt x="3764330" y="346460"/>
                </a:lnTo>
                <a:lnTo>
                  <a:pt x="3764634" y="347340"/>
                </a:lnTo>
                <a:lnTo>
                  <a:pt x="3764955" y="348211"/>
                </a:lnTo>
                <a:lnTo>
                  <a:pt x="3765292" y="349073"/>
                </a:lnTo>
                <a:lnTo>
                  <a:pt x="3765645" y="349926"/>
                </a:lnTo>
                <a:lnTo>
                  <a:pt x="3766015" y="350770"/>
                </a:lnTo>
                <a:lnTo>
                  <a:pt x="3766401" y="351606"/>
                </a:lnTo>
                <a:lnTo>
                  <a:pt x="3766803" y="352416"/>
                </a:lnTo>
                <a:lnTo>
                  <a:pt x="3767219" y="353211"/>
                </a:lnTo>
                <a:lnTo>
                  <a:pt x="3767651" y="353992"/>
                </a:lnTo>
                <a:lnTo>
                  <a:pt x="3768097" y="354757"/>
                </a:lnTo>
                <a:lnTo>
                  <a:pt x="3768557" y="355508"/>
                </a:lnTo>
                <a:lnTo>
                  <a:pt x="3769032" y="356245"/>
                </a:lnTo>
                <a:lnTo>
                  <a:pt x="3769522" y="356967"/>
                </a:lnTo>
                <a:lnTo>
                  <a:pt x="3770027" y="357674"/>
                </a:lnTo>
                <a:lnTo>
                  <a:pt x="3770546" y="358366"/>
                </a:lnTo>
                <a:lnTo>
                  <a:pt x="3771080" y="359044"/>
                </a:lnTo>
                <a:lnTo>
                  <a:pt x="3771629" y="359707"/>
                </a:lnTo>
                <a:lnTo>
                  <a:pt x="3772192" y="360355"/>
                </a:lnTo>
                <a:lnTo>
                  <a:pt x="3772770" y="360989"/>
                </a:lnTo>
                <a:lnTo>
                  <a:pt x="3773362" y="361608"/>
                </a:lnTo>
                <a:lnTo>
                  <a:pt x="3773970" y="362212"/>
                </a:lnTo>
                <a:lnTo>
                  <a:pt x="3774592" y="362802"/>
                </a:lnTo>
                <a:lnTo>
                  <a:pt x="3775228" y="363377"/>
                </a:lnTo>
                <a:lnTo>
                  <a:pt x="3775880" y="363937"/>
                </a:lnTo>
                <a:lnTo>
                  <a:pt x="3776546" y="364483"/>
                </a:lnTo>
                <a:lnTo>
                  <a:pt x="3777226" y="365014"/>
                </a:lnTo>
                <a:lnTo>
                  <a:pt x="3777922" y="365530"/>
                </a:lnTo>
                <a:lnTo>
                  <a:pt x="3778632" y="366032"/>
                </a:lnTo>
                <a:lnTo>
                  <a:pt x="3779356" y="366519"/>
                </a:lnTo>
                <a:lnTo>
                  <a:pt x="3780096" y="366991"/>
                </a:lnTo>
                <a:lnTo>
                  <a:pt x="3780848" y="367446"/>
                </a:lnTo>
                <a:lnTo>
                  <a:pt x="3781614" y="367882"/>
                </a:lnTo>
                <a:lnTo>
                  <a:pt x="3782391" y="368299"/>
                </a:lnTo>
                <a:lnTo>
                  <a:pt x="3783181" y="368696"/>
                </a:lnTo>
                <a:lnTo>
                  <a:pt x="3783983" y="369074"/>
                </a:lnTo>
                <a:lnTo>
                  <a:pt x="3784798" y="369432"/>
                </a:lnTo>
                <a:lnTo>
                  <a:pt x="3785625" y="369771"/>
                </a:lnTo>
                <a:lnTo>
                  <a:pt x="3786464" y="370091"/>
                </a:lnTo>
                <a:lnTo>
                  <a:pt x="3787315" y="370391"/>
                </a:lnTo>
                <a:lnTo>
                  <a:pt x="3788179" y="370672"/>
                </a:lnTo>
                <a:lnTo>
                  <a:pt x="3789055" y="370934"/>
                </a:lnTo>
                <a:lnTo>
                  <a:pt x="3789944" y="371176"/>
                </a:lnTo>
                <a:lnTo>
                  <a:pt x="3790845" y="371399"/>
                </a:lnTo>
                <a:lnTo>
                  <a:pt x="3791758" y="371602"/>
                </a:lnTo>
                <a:lnTo>
                  <a:pt x="3792683" y="371786"/>
                </a:lnTo>
                <a:lnTo>
                  <a:pt x="3793621" y="371951"/>
                </a:lnTo>
                <a:lnTo>
                  <a:pt x="3794571" y="372096"/>
                </a:lnTo>
                <a:lnTo>
                  <a:pt x="3795534" y="372222"/>
                </a:lnTo>
                <a:lnTo>
                  <a:pt x="3796508" y="372328"/>
                </a:lnTo>
                <a:lnTo>
                  <a:pt x="3797496" y="372416"/>
                </a:lnTo>
                <a:lnTo>
                  <a:pt x="3798495" y="372483"/>
                </a:lnTo>
                <a:lnTo>
                  <a:pt x="3799507" y="372532"/>
                </a:lnTo>
                <a:lnTo>
                  <a:pt x="3800531" y="372561"/>
                </a:lnTo>
                <a:lnTo>
                  <a:pt x="3801567" y="372571"/>
                </a:lnTo>
                <a:lnTo>
                  <a:pt x="3802604" y="372561"/>
                </a:lnTo>
                <a:lnTo>
                  <a:pt x="3803628" y="372533"/>
                </a:lnTo>
                <a:lnTo>
                  <a:pt x="3804640" y="372486"/>
                </a:lnTo>
                <a:lnTo>
                  <a:pt x="3805639" y="372420"/>
                </a:lnTo>
                <a:lnTo>
                  <a:pt x="3806626" y="372336"/>
                </a:lnTo>
                <a:lnTo>
                  <a:pt x="3807601" y="372232"/>
                </a:lnTo>
                <a:lnTo>
                  <a:pt x="3808563" y="372110"/>
                </a:lnTo>
                <a:lnTo>
                  <a:pt x="3809513" y="371969"/>
                </a:lnTo>
                <a:close/>
                <a:moveTo>
                  <a:pt x="3795500" y="359778"/>
                </a:moveTo>
                <a:lnTo>
                  <a:pt x="3794791" y="359568"/>
                </a:lnTo>
                <a:lnTo>
                  <a:pt x="3794094" y="359334"/>
                </a:lnTo>
                <a:lnTo>
                  <a:pt x="3793408" y="359075"/>
                </a:lnTo>
                <a:lnTo>
                  <a:pt x="3792734" y="358792"/>
                </a:lnTo>
                <a:lnTo>
                  <a:pt x="3792070" y="358483"/>
                </a:lnTo>
                <a:lnTo>
                  <a:pt x="3791417" y="358151"/>
                </a:lnTo>
                <a:lnTo>
                  <a:pt x="3790776" y="357793"/>
                </a:lnTo>
                <a:lnTo>
                  <a:pt x="3790146" y="357411"/>
                </a:lnTo>
                <a:lnTo>
                  <a:pt x="3789527" y="357004"/>
                </a:lnTo>
                <a:lnTo>
                  <a:pt x="3788919" y="356573"/>
                </a:lnTo>
                <a:lnTo>
                  <a:pt x="3788322" y="356116"/>
                </a:lnTo>
                <a:lnTo>
                  <a:pt x="3787737" y="355636"/>
                </a:lnTo>
                <a:lnTo>
                  <a:pt x="3787162" y="355130"/>
                </a:lnTo>
                <a:lnTo>
                  <a:pt x="3786599" y="354600"/>
                </a:lnTo>
                <a:lnTo>
                  <a:pt x="3786047" y="354045"/>
                </a:lnTo>
                <a:lnTo>
                  <a:pt x="3785506" y="353466"/>
                </a:lnTo>
                <a:lnTo>
                  <a:pt x="3784995" y="352850"/>
                </a:lnTo>
                <a:lnTo>
                  <a:pt x="3784507" y="352216"/>
                </a:lnTo>
                <a:lnTo>
                  <a:pt x="3784040" y="351561"/>
                </a:lnTo>
                <a:lnTo>
                  <a:pt x="3783594" y="350888"/>
                </a:lnTo>
                <a:lnTo>
                  <a:pt x="3783171" y="350195"/>
                </a:lnTo>
                <a:lnTo>
                  <a:pt x="3782769" y="349482"/>
                </a:lnTo>
                <a:lnTo>
                  <a:pt x="3782389" y="348751"/>
                </a:lnTo>
                <a:lnTo>
                  <a:pt x="3782030" y="347999"/>
                </a:lnTo>
                <a:lnTo>
                  <a:pt x="3781694" y="347229"/>
                </a:lnTo>
                <a:lnTo>
                  <a:pt x="3781379" y="346439"/>
                </a:lnTo>
                <a:lnTo>
                  <a:pt x="3781086" y="345630"/>
                </a:lnTo>
                <a:lnTo>
                  <a:pt x="3780814" y="344801"/>
                </a:lnTo>
                <a:lnTo>
                  <a:pt x="3780564" y="343953"/>
                </a:lnTo>
                <a:lnTo>
                  <a:pt x="3780336" y="343086"/>
                </a:lnTo>
                <a:lnTo>
                  <a:pt x="3780130" y="342199"/>
                </a:lnTo>
                <a:lnTo>
                  <a:pt x="3779945" y="341293"/>
                </a:lnTo>
                <a:lnTo>
                  <a:pt x="3779782" y="340368"/>
                </a:lnTo>
                <a:lnTo>
                  <a:pt x="3779641" y="339423"/>
                </a:lnTo>
                <a:lnTo>
                  <a:pt x="3779522" y="338459"/>
                </a:lnTo>
                <a:lnTo>
                  <a:pt x="3779424" y="337475"/>
                </a:lnTo>
                <a:lnTo>
                  <a:pt x="3779348" y="336472"/>
                </a:lnTo>
                <a:lnTo>
                  <a:pt x="3779294" y="335450"/>
                </a:lnTo>
                <a:lnTo>
                  <a:pt x="3779261" y="334408"/>
                </a:lnTo>
                <a:lnTo>
                  <a:pt x="3779250" y="333347"/>
                </a:lnTo>
                <a:lnTo>
                  <a:pt x="3779250" y="322020"/>
                </a:lnTo>
                <a:lnTo>
                  <a:pt x="3779261" y="320959"/>
                </a:lnTo>
                <a:lnTo>
                  <a:pt x="3779294" y="319918"/>
                </a:lnTo>
                <a:lnTo>
                  <a:pt x="3779348" y="318897"/>
                </a:lnTo>
                <a:lnTo>
                  <a:pt x="3779424" y="317896"/>
                </a:lnTo>
                <a:lnTo>
                  <a:pt x="3779522" y="316915"/>
                </a:lnTo>
                <a:lnTo>
                  <a:pt x="3779641" y="315954"/>
                </a:lnTo>
                <a:lnTo>
                  <a:pt x="3779782" y="315013"/>
                </a:lnTo>
                <a:lnTo>
                  <a:pt x="3779945" y="314092"/>
                </a:lnTo>
                <a:lnTo>
                  <a:pt x="3780130" y="313191"/>
                </a:lnTo>
                <a:lnTo>
                  <a:pt x="3780336" y="312310"/>
                </a:lnTo>
                <a:lnTo>
                  <a:pt x="3780564" y="311449"/>
                </a:lnTo>
                <a:lnTo>
                  <a:pt x="3780814" y="310607"/>
                </a:lnTo>
                <a:lnTo>
                  <a:pt x="3781086" y="309786"/>
                </a:lnTo>
                <a:lnTo>
                  <a:pt x="3781379" y="308985"/>
                </a:lnTo>
                <a:lnTo>
                  <a:pt x="3781694" y="308204"/>
                </a:lnTo>
                <a:lnTo>
                  <a:pt x="3782030" y="307442"/>
                </a:lnTo>
                <a:lnTo>
                  <a:pt x="3782389" y="306701"/>
                </a:lnTo>
                <a:lnTo>
                  <a:pt x="3782769" y="305979"/>
                </a:lnTo>
                <a:lnTo>
                  <a:pt x="3783171" y="305278"/>
                </a:lnTo>
                <a:lnTo>
                  <a:pt x="3783594" y="304596"/>
                </a:lnTo>
                <a:lnTo>
                  <a:pt x="3784040" y="303935"/>
                </a:lnTo>
                <a:lnTo>
                  <a:pt x="3784507" y="303293"/>
                </a:lnTo>
                <a:lnTo>
                  <a:pt x="3784995" y="302671"/>
                </a:lnTo>
                <a:lnTo>
                  <a:pt x="3785506" y="302070"/>
                </a:lnTo>
                <a:lnTo>
                  <a:pt x="3786047" y="301476"/>
                </a:lnTo>
                <a:lnTo>
                  <a:pt x="3786599" y="300908"/>
                </a:lnTo>
                <a:lnTo>
                  <a:pt x="3787162" y="300366"/>
                </a:lnTo>
                <a:lnTo>
                  <a:pt x="3787737" y="299848"/>
                </a:lnTo>
                <a:lnTo>
                  <a:pt x="3788322" y="299356"/>
                </a:lnTo>
                <a:lnTo>
                  <a:pt x="3788919" y="298889"/>
                </a:lnTo>
                <a:lnTo>
                  <a:pt x="3789527" y="298447"/>
                </a:lnTo>
                <a:lnTo>
                  <a:pt x="3790146" y="298031"/>
                </a:lnTo>
                <a:lnTo>
                  <a:pt x="3790776" y="297639"/>
                </a:lnTo>
                <a:lnTo>
                  <a:pt x="3791417" y="297273"/>
                </a:lnTo>
                <a:lnTo>
                  <a:pt x="3792070" y="296933"/>
                </a:lnTo>
                <a:lnTo>
                  <a:pt x="3792734" y="296617"/>
                </a:lnTo>
                <a:lnTo>
                  <a:pt x="3793408" y="296327"/>
                </a:lnTo>
                <a:lnTo>
                  <a:pt x="3794094" y="296062"/>
                </a:lnTo>
                <a:lnTo>
                  <a:pt x="3794791" y="295822"/>
                </a:lnTo>
                <a:lnTo>
                  <a:pt x="3795500" y="295607"/>
                </a:lnTo>
                <a:lnTo>
                  <a:pt x="3796219" y="295418"/>
                </a:lnTo>
                <a:lnTo>
                  <a:pt x="3796950" y="295254"/>
                </a:lnTo>
                <a:lnTo>
                  <a:pt x="3797691" y="295115"/>
                </a:lnTo>
                <a:lnTo>
                  <a:pt x="3798444" y="295002"/>
                </a:lnTo>
                <a:lnTo>
                  <a:pt x="3799208" y="294913"/>
                </a:lnTo>
                <a:lnTo>
                  <a:pt x="3799983" y="294850"/>
                </a:lnTo>
                <a:lnTo>
                  <a:pt x="3800770" y="294812"/>
                </a:lnTo>
                <a:lnTo>
                  <a:pt x="3801567" y="294800"/>
                </a:lnTo>
                <a:lnTo>
                  <a:pt x="3802378" y="294812"/>
                </a:lnTo>
                <a:lnTo>
                  <a:pt x="3803177" y="294850"/>
                </a:lnTo>
                <a:lnTo>
                  <a:pt x="3803963" y="294913"/>
                </a:lnTo>
                <a:lnTo>
                  <a:pt x="3804737" y="295002"/>
                </a:lnTo>
                <a:lnTo>
                  <a:pt x="3805499" y="295115"/>
                </a:lnTo>
                <a:lnTo>
                  <a:pt x="3806248" y="295254"/>
                </a:lnTo>
                <a:lnTo>
                  <a:pt x="3806985" y="295418"/>
                </a:lnTo>
                <a:lnTo>
                  <a:pt x="3807710" y="295607"/>
                </a:lnTo>
                <a:lnTo>
                  <a:pt x="3808422" y="295822"/>
                </a:lnTo>
                <a:lnTo>
                  <a:pt x="3809122" y="296062"/>
                </a:lnTo>
                <a:lnTo>
                  <a:pt x="3809810" y="296327"/>
                </a:lnTo>
                <a:lnTo>
                  <a:pt x="3810486" y="296617"/>
                </a:lnTo>
                <a:lnTo>
                  <a:pt x="3811149" y="296933"/>
                </a:lnTo>
                <a:lnTo>
                  <a:pt x="3811799" y="297273"/>
                </a:lnTo>
                <a:lnTo>
                  <a:pt x="3812438" y="297639"/>
                </a:lnTo>
                <a:lnTo>
                  <a:pt x="3813064" y="298031"/>
                </a:lnTo>
                <a:lnTo>
                  <a:pt x="3813678" y="298447"/>
                </a:lnTo>
                <a:lnTo>
                  <a:pt x="3814279" y="298889"/>
                </a:lnTo>
                <a:lnTo>
                  <a:pt x="3814868" y="299356"/>
                </a:lnTo>
                <a:lnTo>
                  <a:pt x="3815445" y="299848"/>
                </a:lnTo>
                <a:lnTo>
                  <a:pt x="3816009" y="300366"/>
                </a:lnTo>
                <a:lnTo>
                  <a:pt x="3816561" y="300908"/>
                </a:lnTo>
                <a:lnTo>
                  <a:pt x="3817101" y="301476"/>
                </a:lnTo>
                <a:lnTo>
                  <a:pt x="3817629" y="302070"/>
                </a:lnTo>
                <a:lnTo>
                  <a:pt x="3818139" y="302671"/>
                </a:lnTo>
                <a:lnTo>
                  <a:pt x="3818628" y="303293"/>
                </a:lnTo>
                <a:lnTo>
                  <a:pt x="3819095" y="303935"/>
                </a:lnTo>
                <a:lnTo>
                  <a:pt x="3819540" y="304596"/>
                </a:lnTo>
                <a:lnTo>
                  <a:pt x="3819964" y="305278"/>
                </a:lnTo>
                <a:lnTo>
                  <a:pt x="3820365" y="305979"/>
                </a:lnTo>
                <a:lnTo>
                  <a:pt x="3820746" y="306701"/>
                </a:lnTo>
                <a:lnTo>
                  <a:pt x="3821104" y="307442"/>
                </a:lnTo>
                <a:lnTo>
                  <a:pt x="3821441" y="308204"/>
                </a:lnTo>
                <a:lnTo>
                  <a:pt x="3821756" y="308985"/>
                </a:lnTo>
                <a:lnTo>
                  <a:pt x="3822049" y="309786"/>
                </a:lnTo>
                <a:lnTo>
                  <a:pt x="3822320" y="310607"/>
                </a:lnTo>
                <a:lnTo>
                  <a:pt x="3822570" y="311449"/>
                </a:lnTo>
                <a:lnTo>
                  <a:pt x="3822798" y="312310"/>
                </a:lnTo>
                <a:lnTo>
                  <a:pt x="3823004" y="313191"/>
                </a:lnTo>
                <a:lnTo>
                  <a:pt x="3823189" y="314092"/>
                </a:lnTo>
                <a:lnTo>
                  <a:pt x="3823352" y="315013"/>
                </a:lnTo>
                <a:lnTo>
                  <a:pt x="3823493" y="315954"/>
                </a:lnTo>
                <a:lnTo>
                  <a:pt x="3823613" y="316915"/>
                </a:lnTo>
                <a:lnTo>
                  <a:pt x="3823710" y="317896"/>
                </a:lnTo>
                <a:lnTo>
                  <a:pt x="3823786" y="318897"/>
                </a:lnTo>
                <a:lnTo>
                  <a:pt x="3823841" y="319918"/>
                </a:lnTo>
                <a:lnTo>
                  <a:pt x="3823873" y="320959"/>
                </a:lnTo>
                <a:lnTo>
                  <a:pt x="3823884" y="322020"/>
                </a:lnTo>
                <a:lnTo>
                  <a:pt x="3823884" y="333347"/>
                </a:lnTo>
                <a:lnTo>
                  <a:pt x="3823873" y="334408"/>
                </a:lnTo>
                <a:lnTo>
                  <a:pt x="3823841" y="335450"/>
                </a:lnTo>
                <a:lnTo>
                  <a:pt x="3823786" y="336472"/>
                </a:lnTo>
                <a:lnTo>
                  <a:pt x="3823710" y="337475"/>
                </a:lnTo>
                <a:lnTo>
                  <a:pt x="3823613" y="338459"/>
                </a:lnTo>
                <a:lnTo>
                  <a:pt x="3823493" y="339423"/>
                </a:lnTo>
                <a:lnTo>
                  <a:pt x="3823352" y="340368"/>
                </a:lnTo>
                <a:lnTo>
                  <a:pt x="3823189" y="341293"/>
                </a:lnTo>
                <a:lnTo>
                  <a:pt x="3823004" y="342199"/>
                </a:lnTo>
                <a:lnTo>
                  <a:pt x="3822798" y="343086"/>
                </a:lnTo>
                <a:lnTo>
                  <a:pt x="3822570" y="343953"/>
                </a:lnTo>
                <a:lnTo>
                  <a:pt x="3822320" y="344801"/>
                </a:lnTo>
                <a:lnTo>
                  <a:pt x="3822049" y="345630"/>
                </a:lnTo>
                <a:lnTo>
                  <a:pt x="3821756" y="346439"/>
                </a:lnTo>
                <a:lnTo>
                  <a:pt x="3821441" y="347229"/>
                </a:lnTo>
                <a:lnTo>
                  <a:pt x="3821104" y="347999"/>
                </a:lnTo>
                <a:lnTo>
                  <a:pt x="3820746" y="348751"/>
                </a:lnTo>
                <a:lnTo>
                  <a:pt x="3820365" y="349482"/>
                </a:lnTo>
                <a:lnTo>
                  <a:pt x="3819964" y="350195"/>
                </a:lnTo>
                <a:lnTo>
                  <a:pt x="3819540" y="350888"/>
                </a:lnTo>
                <a:lnTo>
                  <a:pt x="3819095" y="351561"/>
                </a:lnTo>
                <a:lnTo>
                  <a:pt x="3818628" y="352216"/>
                </a:lnTo>
                <a:lnTo>
                  <a:pt x="3818139" y="352850"/>
                </a:lnTo>
                <a:lnTo>
                  <a:pt x="3817629" y="353466"/>
                </a:lnTo>
                <a:lnTo>
                  <a:pt x="3817101" y="354045"/>
                </a:lnTo>
                <a:lnTo>
                  <a:pt x="3816561" y="354600"/>
                </a:lnTo>
                <a:lnTo>
                  <a:pt x="3816009" y="355130"/>
                </a:lnTo>
                <a:lnTo>
                  <a:pt x="3815445" y="355636"/>
                </a:lnTo>
                <a:lnTo>
                  <a:pt x="3814868" y="356116"/>
                </a:lnTo>
                <a:lnTo>
                  <a:pt x="3814279" y="356573"/>
                </a:lnTo>
                <a:lnTo>
                  <a:pt x="3813678" y="357004"/>
                </a:lnTo>
                <a:lnTo>
                  <a:pt x="3813064" y="357411"/>
                </a:lnTo>
                <a:lnTo>
                  <a:pt x="3812438" y="357793"/>
                </a:lnTo>
                <a:lnTo>
                  <a:pt x="3811799" y="358151"/>
                </a:lnTo>
                <a:lnTo>
                  <a:pt x="3811149" y="358483"/>
                </a:lnTo>
                <a:lnTo>
                  <a:pt x="3810486" y="358792"/>
                </a:lnTo>
                <a:lnTo>
                  <a:pt x="3809810" y="359075"/>
                </a:lnTo>
                <a:lnTo>
                  <a:pt x="3809122" y="359334"/>
                </a:lnTo>
                <a:lnTo>
                  <a:pt x="3808422" y="359568"/>
                </a:lnTo>
                <a:lnTo>
                  <a:pt x="3807710" y="359778"/>
                </a:lnTo>
                <a:lnTo>
                  <a:pt x="3806985" y="359963"/>
                </a:lnTo>
                <a:lnTo>
                  <a:pt x="3806248" y="360123"/>
                </a:lnTo>
                <a:lnTo>
                  <a:pt x="3805499" y="360259"/>
                </a:lnTo>
                <a:lnTo>
                  <a:pt x="3804737" y="360370"/>
                </a:lnTo>
                <a:lnTo>
                  <a:pt x="3803963" y="360456"/>
                </a:lnTo>
                <a:lnTo>
                  <a:pt x="3803177" y="360518"/>
                </a:lnTo>
                <a:lnTo>
                  <a:pt x="3802378" y="360554"/>
                </a:lnTo>
                <a:lnTo>
                  <a:pt x="3801567" y="360567"/>
                </a:lnTo>
                <a:lnTo>
                  <a:pt x="3800770" y="360554"/>
                </a:lnTo>
                <a:lnTo>
                  <a:pt x="3799983" y="360518"/>
                </a:lnTo>
                <a:lnTo>
                  <a:pt x="3799208" y="360456"/>
                </a:lnTo>
                <a:lnTo>
                  <a:pt x="3798444" y="360370"/>
                </a:lnTo>
                <a:lnTo>
                  <a:pt x="3797691" y="360259"/>
                </a:lnTo>
                <a:lnTo>
                  <a:pt x="3796950" y="360123"/>
                </a:lnTo>
                <a:lnTo>
                  <a:pt x="3796219" y="359963"/>
                </a:lnTo>
                <a:lnTo>
                  <a:pt x="3795500" y="359778"/>
                </a:lnTo>
                <a:close/>
                <a:moveTo>
                  <a:pt x="3302994" y="372000"/>
                </a:moveTo>
                <a:lnTo>
                  <a:pt x="3303860" y="371866"/>
                </a:lnTo>
                <a:lnTo>
                  <a:pt x="3304715" y="371718"/>
                </a:lnTo>
                <a:lnTo>
                  <a:pt x="3305559" y="371556"/>
                </a:lnTo>
                <a:lnTo>
                  <a:pt x="3306391" y="371380"/>
                </a:lnTo>
                <a:lnTo>
                  <a:pt x="3307213" y="371190"/>
                </a:lnTo>
                <a:lnTo>
                  <a:pt x="3308023" y="370986"/>
                </a:lnTo>
                <a:lnTo>
                  <a:pt x="3308823" y="370767"/>
                </a:lnTo>
                <a:lnTo>
                  <a:pt x="3309611" y="370535"/>
                </a:lnTo>
                <a:lnTo>
                  <a:pt x="3310388" y="370288"/>
                </a:lnTo>
                <a:lnTo>
                  <a:pt x="3311153" y="370027"/>
                </a:lnTo>
                <a:lnTo>
                  <a:pt x="3311908" y="369753"/>
                </a:lnTo>
                <a:lnTo>
                  <a:pt x="3312651" y="369464"/>
                </a:lnTo>
                <a:lnTo>
                  <a:pt x="3313384" y="369161"/>
                </a:lnTo>
                <a:lnTo>
                  <a:pt x="3314105" y="368844"/>
                </a:lnTo>
                <a:lnTo>
                  <a:pt x="3314815" y="368513"/>
                </a:lnTo>
                <a:lnTo>
                  <a:pt x="3315527" y="368169"/>
                </a:lnTo>
                <a:lnTo>
                  <a:pt x="3316225" y="367813"/>
                </a:lnTo>
                <a:lnTo>
                  <a:pt x="3316910" y="367446"/>
                </a:lnTo>
                <a:lnTo>
                  <a:pt x="3317581" y="367066"/>
                </a:lnTo>
                <a:lnTo>
                  <a:pt x="3318239" y="366675"/>
                </a:lnTo>
                <a:lnTo>
                  <a:pt x="3318883" y="366273"/>
                </a:lnTo>
                <a:lnTo>
                  <a:pt x="3319514" y="365858"/>
                </a:lnTo>
                <a:lnTo>
                  <a:pt x="3320131" y="365432"/>
                </a:lnTo>
                <a:lnTo>
                  <a:pt x="3320735" y="364994"/>
                </a:lnTo>
                <a:lnTo>
                  <a:pt x="3321325" y="364544"/>
                </a:lnTo>
                <a:lnTo>
                  <a:pt x="3321902" y="364083"/>
                </a:lnTo>
                <a:lnTo>
                  <a:pt x="3322465" y="363610"/>
                </a:lnTo>
                <a:lnTo>
                  <a:pt x="3323015" y="363125"/>
                </a:lnTo>
                <a:lnTo>
                  <a:pt x="3323551" y="362628"/>
                </a:lnTo>
                <a:lnTo>
                  <a:pt x="3324074" y="362120"/>
                </a:lnTo>
                <a:lnTo>
                  <a:pt x="3324583" y="361600"/>
                </a:lnTo>
                <a:lnTo>
                  <a:pt x="3325079" y="361068"/>
                </a:lnTo>
                <a:lnTo>
                  <a:pt x="3325561" y="360524"/>
                </a:lnTo>
                <a:lnTo>
                  <a:pt x="3326030" y="359969"/>
                </a:lnTo>
                <a:lnTo>
                  <a:pt x="3326485" y="359402"/>
                </a:lnTo>
                <a:lnTo>
                  <a:pt x="3326927" y="358823"/>
                </a:lnTo>
                <a:lnTo>
                  <a:pt x="3327355" y="358233"/>
                </a:lnTo>
                <a:lnTo>
                  <a:pt x="3327770" y="357630"/>
                </a:lnTo>
                <a:lnTo>
                  <a:pt x="3328171" y="357016"/>
                </a:lnTo>
                <a:lnTo>
                  <a:pt x="3328571" y="356378"/>
                </a:lnTo>
                <a:lnTo>
                  <a:pt x="3328954" y="355730"/>
                </a:lnTo>
                <a:lnTo>
                  <a:pt x="3329320" y="355072"/>
                </a:lnTo>
                <a:lnTo>
                  <a:pt x="3329669" y="354405"/>
                </a:lnTo>
                <a:lnTo>
                  <a:pt x="3330001" y="353729"/>
                </a:lnTo>
                <a:lnTo>
                  <a:pt x="3330316" y="353043"/>
                </a:lnTo>
                <a:lnTo>
                  <a:pt x="3330614" y="352348"/>
                </a:lnTo>
                <a:lnTo>
                  <a:pt x="3330895" y="351644"/>
                </a:lnTo>
                <a:lnTo>
                  <a:pt x="3331159" y="350930"/>
                </a:lnTo>
                <a:lnTo>
                  <a:pt x="3331406" y="350207"/>
                </a:lnTo>
                <a:lnTo>
                  <a:pt x="3331636" y="349474"/>
                </a:lnTo>
                <a:lnTo>
                  <a:pt x="3331849" y="348732"/>
                </a:lnTo>
                <a:lnTo>
                  <a:pt x="3332044" y="347981"/>
                </a:lnTo>
                <a:lnTo>
                  <a:pt x="3332223" y="347220"/>
                </a:lnTo>
                <a:lnTo>
                  <a:pt x="3332385" y="346450"/>
                </a:lnTo>
                <a:lnTo>
                  <a:pt x="3332529" y="345670"/>
                </a:lnTo>
                <a:lnTo>
                  <a:pt x="3332657" y="344881"/>
                </a:lnTo>
                <a:lnTo>
                  <a:pt x="3332768" y="344083"/>
                </a:lnTo>
                <a:lnTo>
                  <a:pt x="3332861" y="343275"/>
                </a:lnTo>
                <a:lnTo>
                  <a:pt x="3332938" y="342458"/>
                </a:lnTo>
                <a:lnTo>
                  <a:pt x="3332998" y="341631"/>
                </a:lnTo>
                <a:lnTo>
                  <a:pt x="3333040" y="340795"/>
                </a:lnTo>
                <a:lnTo>
                  <a:pt x="3333066" y="339950"/>
                </a:lnTo>
                <a:lnTo>
                  <a:pt x="3333074" y="339095"/>
                </a:lnTo>
                <a:lnTo>
                  <a:pt x="3317182" y="339095"/>
                </a:lnTo>
                <a:lnTo>
                  <a:pt x="3317172" y="340001"/>
                </a:lnTo>
                <a:lnTo>
                  <a:pt x="3317142" y="340887"/>
                </a:lnTo>
                <a:lnTo>
                  <a:pt x="3317092" y="341753"/>
                </a:lnTo>
                <a:lnTo>
                  <a:pt x="3317022" y="342599"/>
                </a:lnTo>
                <a:lnTo>
                  <a:pt x="3316932" y="343425"/>
                </a:lnTo>
                <a:lnTo>
                  <a:pt x="3316823" y="344231"/>
                </a:lnTo>
                <a:lnTo>
                  <a:pt x="3316693" y="345017"/>
                </a:lnTo>
                <a:lnTo>
                  <a:pt x="3316543" y="345783"/>
                </a:lnTo>
                <a:lnTo>
                  <a:pt x="3316374" y="346529"/>
                </a:lnTo>
                <a:lnTo>
                  <a:pt x="3316184" y="347255"/>
                </a:lnTo>
                <a:lnTo>
                  <a:pt x="3315974" y="347961"/>
                </a:lnTo>
                <a:lnTo>
                  <a:pt x="3315745" y="348648"/>
                </a:lnTo>
                <a:lnTo>
                  <a:pt x="3315495" y="349314"/>
                </a:lnTo>
                <a:lnTo>
                  <a:pt x="3315226" y="349960"/>
                </a:lnTo>
                <a:lnTo>
                  <a:pt x="3314936" y="350587"/>
                </a:lnTo>
                <a:lnTo>
                  <a:pt x="3314627" y="351193"/>
                </a:lnTo>
                <a:lnTo>
                  <a:pt x="3314298" y="351779"/>
                </a:lnTo>
                <a:lnTo>
                  <a:pt x="3313948" y="352346"/>
                </a:lnTo>
                <a:lnTo>
                  <a:pt x="3313579" y="352893"/>
                </a:lnTo>
                <a:lnTo>
                  <a:pt x="3313190" y="353419"/>
                </a:lnTo>
                <a:lnTo>
                  <a:pt x="3312781" y="353926"/>
                </a:lnTo>
                <a:lnTo>
                  <a:pt x="3312352" y="354412"/>
                </a:lnTo>
                <a:lnTo>
                  <a:pt x="3311903" y="354879"/>
                </a:lnTo>
                <a:lnTo>
                  <a:pt x="3311434" y="355326"/>
                </a:lnTo>
                <a:lnTo>
                  <a:pt x="3310960" y="355753"/>
                </a:lnTo>
                <a:lnTo>
                  <a:pt x="3310467" y="356163"/>
                </a:lnTo>
                <a:lnTo>
                  <a:pt x="3309957" y="356554"/>
                </a:lnTo>
                <a:lnTo>
                  <a:pt x="3309428" y="356927"/>
                </a:lnTo>
                <a:lnTo>
                  <a:pt x="3308881" y="357282"/>
                </a:lnTo>
                <a:lnTo>
                  <a:pt x="3308316" y="357619"/>
                </a:lnTo>
                <a:lnTo>
                  <a:pt x="3307733" y="357937"/>
                </a:lnTo>
                <a:lnTo>
                  <a:pt x="3307132" y="358237"/>
                </a:lnTo>
                <a:lnTo>
                  <a:pt x="3306512" y="358519"/>
                </a:lnTo>
                <a:lnTo>
                  <a:pt x="3305874" y="358783"/>
                </a:lnTo>
                <a:lnTo>
                  <a:pt x="3305218" y="359029"/>
                </a:lnTo>
                <a:lnTo>
                  <a:pt x="3304544" y="359256"/>
                </a:lnTo>
                <a:lnTo>
                  <a:pt x="3303852" y="359466"/>
                </a:lnTo>
                <a:lnTo>
                  <a:pt x="3303141" y="359657"/>
                </a:lnTo>
                <a:lnTo>
                  <a:pt x="3302412" y="359830"/>
                </a:lnTo>
                <a:lnTo>
                  <a:pt x="3301665" y="359984"/>
                </a:lnTo>
                <a:lnTo>
                  <a:pt x="3300900" y="360121"/>
                </a:lnTo>
                <a:lnTo>
                  <a:pt x="3300117" y="360239"/>
                </a:lnTo>
                <a:lnTo>
                  <a:pt x="3299315" y="360339"/>
                </a:lnTo>
                <a:lnTo>
                  <a:pt x="3298495" y="360421"/>
                </a:lnTo>
                <a:lnTo>
                  <a:pt x="3297657" y="360485"/>
                </a:lnTo>
                <a:lnTo>
                  <a:pt x="3296801" y="360530"/>
                </a:lnTo>
                <a:lnTo>
                  <a:pt x="3295927" y="360558"/>
                </a:lnTo>
                <a:lnTo>
                  <a:pt x="3295034" y="360567"/>
                </a:lnTo>
                <a:lnTo>
                  <a:pt x="3294223" y="360555"/>
                </a:lnTo>
                <a:lnTo>
                  <a:pt x="3293423" y="360519"/>
                </a:lnTo>
                <a:lnTo>
                  <a:pt x="3292635" y="360459"/>
                </a:lnTo>
                <a:lnTo>
                  <a:pt x="3291859" y="360374"/>
                </a:lnTo>
                <a:lnTo>
                  <a:pt x="3291095" y="360266"/>
                </a:lnTo>
                <a:lnTo>
                  <a:pt x="3290342" y="360134"/>
                </a:lnTo>
                <a:lnTo>
                  <a:pt x="3289602" y="359977"/>
                </a:lnTo>
                <a:lnTo>
                  <a:pt x="3288872" y="359797"/>
                </a:lnTo>
                <a:lnTo>
                  <a:pt x="3288155" y="359592"/>
                </a:lnTo>
                <a:lnTo>
                  <a:pt x="3287449" y="359363"/>
                </a:lnTo>
                <a:lnTo>
                  <a:pt x="3286756" y="359111"/>
                </a:lnTo>
                <a:lnTo>
                  <a:pt x="3286073" y="358834"/>
                </a:lnTo>
                <a:lnTo>
                  <a:pt x="3285403" y="358533"/>
                </a:lnTo>
                <a:lnTo>
                  <a:pt x="3284744" y="358208"/>
                </a:lnTo>
                <a:lnTo>
                  <a:pt x="3284097" y="357859"/>
                </a:lnTo>
                <a:lnTo>
                  <a:pt x="3283462" y="357486"/>
                </a:lnTo>
                <a:lnTo>
                  <a:pt x="3282839" y="357089"/>
                </a:lnTo>
                <a:lnTo>
                  <a:pt x="3282227" y="356668"/>
                </a:lnTo>
                <a:lnTo>
                  <a:pt x="3281627" y="356222"/>
                </a:lnTo>
                <a:lnTo>
                  <a:pt x="3281039" y="355753"/>
                </a:lnTo>
                <a:lnTo>
                  <a:pt x="3280463" y="355260"/>
                </a:lnTo>
                <a:lnTo>
                  <a:pt x="3279898" y="354742"/>
                </a:lnTo>
                <a:lnTo>
                  <a:pt x="3279345" y="354201"/>
                </a:lnTo>
                <a:lnTo>
                  <a:pt x="3278804" y="353635"/>
                </a:lnTo>
                <a:lnTo>
                  <a:pt x="3278279" y="353046"/>
                </a:lnTo>
                <a:lnTo>
                  <a:pt x="3277778" y="352435"/>
                </a:lnTo>
                <a:lnTo>
                  <a:pt x="3277298" y="351802"/>
                </a:lnTo>
                <a:lnTo>
                  <a:pt x="3276841" y="351146"/>
                </a:lnTo>
                <a:lnTo>
                  <a:pt x="3276406" y="350468"/>
                </a:lnTo>
                <a:lnTo>
                  <a:pt x="3275993" y="349768"/>
                </a:lnTo>
                <a:lnTo>
                  <a:pt x="3275602" y="349045"/>
                </a:lnTo>
                <a:lnTo>
                  <a:pt x="3275234" y="348300"/>
                </a:lnTo>
                <a:lnTo>
                  <a:pt x="3274889" y="347533"/>
                </a:lnTo>
                <a:lnTo>
                  <a:pt x="3274565" y="346743"/>
                </a:lnTo>
                <a:lnTo>
                  <a:pt x="3274264" y="345931"/>
                </a:lnTo>
                <a:lnTo>
                  <a:pt x="3273985" y="345097"/>
                </a:lnTo>
                <a:lnTo>
                  <a:pt x="3273729" y="344241"/>
                </a:lnTo>
                <a:lnTo>
                  <a:pt x="3273494" y="343362"/>
                </a:lnTo>
                <a:lnTo>
                  <a:pt x="3273282" y="342461"/>
                </a:lnTo>
                <a:lnTo>
                  <a:pt x="3273093" y="341537"/>
                </a:lnTo>
                <a:lnTo>
                  <a:pt x="3272925" y="340591"/>
                </a:lnTo>
                <a:lnTo>
                  <a:pt x="3272780" y="339623"/>
                </a:lnTo>
                <a:lnTo>
                  <a:pt x="3272658" y="338633"/>
                </a:lnTo>
                <a:lnTo>
                  <a:pt x="3272557" y="337620"/>
                </a:lnTo>
                <a:lnTo>
                  <a:pt x="3272479" y="336586"/>
                </a:lnTo>
                <a:lnTo>
                  <a:pt x="3272424" y="335528"/>
                </a:lnTo>
                <a:lnTo>
                  <a:pt x="3272390" y="334449"/>
                </a:lnTo>
                <a:lnTo>
                  <a:pt x="3272379" y="333347"/>
                </a:lnTo>
                <a:lnTo>
                  <a:pt x="3272379" y="330473"/>
                </a:lnTo>
                <a:lnTo>
                  <a:pt x="3333074" y="330473"/>
                </a:lnTo>
                <a:lnTo>
                  <a:pt x="3333074" y="318976"/>
                </a:lnTo>
                <a:lnTo>
                  <a:pt x="3333066" y="318107"/>
                </a:lnTo>
                <a:lnTo>
                  <a:pt x="3333041" y="317246"/>
                </a:lnTo>
                <a:lnTo>
                  <a:pt x="3333000" y="316393"/>
                </a:lnTo>
                <a:lnTo>
                  <a:pt x="3332943" y="315548"/>
                </a:lnTo>
                <a:lnTo>
                  <a:pt x="3332869" y="314711"/>
                </a:lnTo>
                <a:lnTo>
                  <a:pt x="3332778" y="313883"/>
                </a:lnTo>
                <a:lnTo>
                  <a:pt x="3332672" y="313063"/>
                </a:lnTo>
                <a:lnTo>
                  <a:pt x="3332548" y="312251"/>
                </a:lnTo>
                <a:lnTo>
                  <a:pt x="3332409" y="311447"/>
                </a:lnTo>
                <a:lnTo>
                  <a:pt x="3332252" y="310652"/>
                </a:lnTo>
                <a:lnTo>
                  <a:pt x="3332080" y="309865"/>
                </a:lnTo>
                <a:lnTo>
                  <a:pt x="3331891" y="309086"/>
                </a:lnTo>
                <a:lnTo>
                  <a:pt x="3331685" y="308315"/>
                </a:lnTo>
                <a:lnTo>
                  <a:pt x="3331463" y="307552"/>
                </a:lnTo>
                <a:lnTo>
                  <a:pt x="3331225" y="306798"/>
                </a:lnTo>
                <a:lnTo>
                  <a:pt x="3330970" y="306052"/>
                </a:lnTo>
                <a:lnTo>
                  <a:pt x="3330699" y="305314"/>
                </a:lnTo>
                <a:lnTo>
                  <a:pt x="3330411" y="304584"/>
                </a:lnTo>
                <a:lnTo>
                  <a:pt x="3330107" y="303863"/>
                </a:lnTo>
                <a:lnTo>
                  <a:pt x="3329787" y="303150"/>
                </a:lnTo>
                <a:lnTo>
                  <a:pt x="3329450" y="302445"/>
                </a:lnTo>
                <a:lnTo>
                  <a:pt x="3329096" y="301748"/>
                </a:lnTo>
                <a:lnTo>
                  <a:pt x="3328727" y="301059"/>
                </a:lnTo>
                <a:lnTo>
                  <a:pt x="3328340" y="300379"/>
                </a:lnTo>
                <a:lnTo>
                  <a:pt x="3327953" y="299708"/>
                </a:lnTo>
                <a:lnTo>
                  <a:pt x="3327552" y="299050"/>
                </a:lnTo>
                <a:lnTo>
                  <a:pt x="3327138" y="298403"/>
                </a:lnTo>
                <a:lnTo>
                  <a:pt x="3326711" y="297768"/>
                </a:lnTo>
                <a:lnTo>
                  <a:pt x="3326269" y="297144"/>
                </a:lnTo>
                <a:lnTo>
                  <a:pt x="3325815" y="296532"/>
                </a:lnTo>
                <a:lnTo>
                  <a:pt x="3325347" y="295933"/>
                </a:lnTo>
                <a:lnTo>
                  <a:pt x="3324865" y="295344"/>
                </a:lnTo>
                <a:lnTo>
                  <a:pt x="3324370" y="294768"/>
                </a:lnTo>
                <a:lnTo>
                  <a:pt x="3323861" y="294203"/>
                </a:lnTo>
                <a:lnTo>
                  <a:pt x="3323339" y="293650"/>
                </a:lnTo>
                <a:lnTo>
                  <a:pt x="3322803" y="293109"/>
                </a:lnTo>
                <a:lnTo>
                  <a:pt x="3322254" y="292579"/>
                </a:lnTo>
                <a:lnTo>
                  <a:pt x="3321691" y="292062"/>
                </a:lnTo>
                <a:lnTo>
                  <a:pt x="3321115" y="291556"/>
                </a:lnTo>
                <a:lnTo>
                  <a:pt x="3320526" y="291061"/>
                </a:lnTo>
                <a:lnTo>
                  <a:pt x="3319922" y="290579"/>
                </a:lnTo>
                <a:lnTo>
                  <a:pt x="3319306" y="290108"/>
                </a:lnTo>
                <a:lnTo>
                  <a:pt x="3318676" y="289649"/>
                </a:lnTo>
                <a:lnTo>
                  <a:pt x="3318032" y="289202"/>
                </a:lnTo>
                <a:lnTo>
                  <a:pt x="3317375" y="288766"/>
                </a:lnTo>
                <a:lnTo>
                  <a:pt x="3316704" y="288342"/>
                </a:lnTo>
                <a:lnTo>
                  <a:pt x="3316020" y="287930"/>
                </a:lnTo>
                <a:lnTo>
                  <a:pt x="3315322" y="287530"/>
                </a:lnTo>
                <a:lnTo>
                  <a:pt x="3314626" y="287143"/>
                </a:lnTo>
                <a:lnTo>
                  <a:pt x="3313918" y="286774"/>
                </a:lnTo>
                <a:lnTo>
                  <a:pt x="3313198" y="286420"/>
                </a:lnTo>
                <a:lnTo>
                  <a:pt x="3312467" y="286083"/>
                </a:lnTo>
                <a:lnTo>
                  <a:pt x="3311724" y="285763"/>
                </a:lnTo>
                <a:lnTo>
                  <a:pt x="3310969" y="285459"/>
                </a:lnTo>
                <a:lnTo>
                  <a:pt x="3310202" y="285171"/>
                </a:lnTo>
                <a:lnTo>
                  <a:pt x="3309424" y="284900"/>
                </a:lnTo>
                <a:lnTo>
                  <a:pt x="3308633" y="284645"/>
                </a:lnTo>
                <a:lnTo>
                  <a:pt x="3307832" y="284407"/>
                </a:lnTo>
                <a:lnTo>
                  <a:pt x="3307018" y="284185"/>
                </a:lnTo>
                <a:lnTo>
                  <a:pt x="3306193" y="283979"/>
                </a:lnTo>
                <a:lnTo>
                  <a:pt x="3305355" y="283790"/>
                </a:lnTo>
                <a:lnTo>
                  <a:pt x="3304507" y="283618"/>
                </a:lnTo>
                <a:lnTo>
                  <a:pt x="3303646" y="283462"/>
                </a:lnTo>
                <a:lnTo>
                  <a:pt x="3302774" y="283322"/>
                </a:lnTo>
                <a:lnTo>
                  <a:pt x="3301890" y="283199"/>
                </a:lnTo>
                <a:lnTo>
                  <a:pt x="3300994" y="283092"/>
                </a:lnTo>
                <a:lnTo>
                  <a:pt x="3300086" y="283001"/>
                </a:lnTo>
                <a:lnTo>
                  <a:pt x="3299167" y="282927"/>
                </a:lnTo>
                <a:lnTo>
                  <a:pt x="3298236" y="282870"/>
                </a:lnTo>
                <a:lnTo>
                  <a:pt x="3297293" y="282829"/>
                </a:lnTo>
                <a:lnTo>
                  <a:pt x="3296339" y="282804"/>
                </a:lnTo>
                <a:lnTo>
                  <a:pt x="3295372" y="282796"/>
                </a:lnTo>
                <a:lnTo>
                  <a:pt x="3294336" y="282805"/>
                </a:lnTo>
                <a:lnTo>
                  <a:pt x="3293311" y="282834"/>
                </a:lnTo>
                <a:lnTo>
                  <a:pt x="3292297" y="282880"/>
                </a:lnTo>
                <a:lnTo>
                  <a:pt x="3291296" y="282946"/>
                </a:lnTo>
                <a:lnTo>
                  <a:pt x="3290306" y="283031"/>
                </a:lnTo>
                <a:lnTo>
                  <a:pt x="3289328" y="283134"/>
                </a:lnTo>
                <a:lnTo>
                  <a:pt x="3288362" y="283256"/>
                </a:lnTo>
                <a:lnTo>
                  <a:pt x="3287407" y="283397"/>
                </a:lnTo>
                <a:lnTo>
                  <a:pt x="3286464" y="283557"/>
                </a:lnTo>
                <a:lnTo>
                  <a:pt x="3285533" y="283735"/>
                </a:lnTo>
                <a:lnTo>
                  <a:pt x="3284614" y="283932"/>
                </a:lnTo>
                <a:lnTo>
                  <a:pt x="3283707" y="284148"/>
                </a:lnTo>
                <a:lnTo>
                  <a:pt x="3282811" y="284383"/>
                </a:lnTo>
                <a:lnTo>
                  <a:pt x="3281927" y="284637"/>
                </a:lnTo>
                <a:lnTo>
                  <a:pt x="3281054" y="284909"/>
                </a:lnTo>
                <a:lnTo>
                  <a:pt x="3280194" y="285200"/>
                </a:lnTo>
                <a:lnTo>
                  <a:pt x="3279345" y="285510"/>
                </a:lnTo>
                <a:lnTo>
                  <a:pt x="3278508" y="285839"/>
                </a:lnTo>
                <a:lnTo>
                  <a:pt x="3277682" y="286186"/>
                </a:lnTo>
                <a:lnTo>
                  <a:pt x="3276869" y="286553"/>
                </a:lnTo>
                <a:lnTo>
                  <a:pt x="3276067" y="286938"/>
                </a:lnTo>
                <a:lnTo>
                  <a:pt x="3275277" y="287342"/>
                </a:lnTo>
                <a:lnTo>
                  <a:pt x="3274498" y="287764"/>
                </a:lnTo>
                <a:lnTo>
                  <a:pt x="3273732" y="288206"/>
                </a:lnTo>
                <a:lnTo>
                  <a:pt x="3272978" y="288650"/>
                </a:lnTo>
                <a:lnTo>
                  <a:pt x="3272239" y="289110"/>
                </a:lnTo>
                <a:lnTo>
                  <a:pt x="3271515" y="289585"/>
                </a:lnTo>
                <a:lnTo>
                  <a:pt x="3270806" y="290075"/>
                </a:lnTo>
                <a:lnTo>
                  <a:pt x="3270111" y="290580"/>
                </a:lnTo>
                <a:lnTo>
                  <a:pt x="3269431" y="291101"/>
                </a:lnTo>
                <a:lnTo>
                  <a:pt x="3268766" y="291637"/>
                </a:lnTo>
                <a:lnTo>
                  <a:pt x="3268115" y="292188"/>
                </a:lnTo>
                <a:lnTo>
                  <a:pt x="3267479" y="292755"/>
                </a:lnTo>
                <a:lnTo>
                  <a:pt x="3266857" y="293337"/>
                </a:lnTo>
                <a:lnTo>
                  <a:pt x="3266251" y="293934"/>
                </a:lnTo>
                <a:lnTo>
                  <a:pt x="3265659" y="294546"/>
                </a:lnTo>
                <a:lnTo>
                  <a:pt x="3265081" y="295173"/>
                </a:lnTo>
                <a:lnTo>
                  <a:pt x="3264519" y="295816"/>
                </a:lnTo>
                <a:lnTo>
                  <a:pt x="3263971" y="296474"/>
                </a:lnTo>
                <a:lnTo>
                  <a:pt x="3263437" y="297148"/>
                </a:lnTo>
                <a:lnTo>
                  <a:pt x="3262919" y="297836"/>
                </a:lnTo>
                <a:lnTo>
                  <a:pt x="3262415" y="298540"/>
                </a:lnTo>
                <a:lnTo>
                  <a:pt x="3261925" y="299259"/>
                </a:lnTo>
                <a:lnTo>
                  <a:pt x="3261451" y="299994"/>
                </a:lnTo>
                <a:lnTo>
                  <a:pt x="3260991" y="300743"/>
                </a:lnTo>
                <a:lnTo>
                  <a:pt x="3260546" y="301508"/>
                </a:lnTo>
                <a:lnTo>
                  <a:pt x="3260115" y="302288"/>
                </a:lnTo>
                <a:lnTo>
                  <a:pt x="3259699" y="303084"/>
                </a:lnTo>
                <a:lnTo>
                  <a:pt x="3259299" y="303893"/>
                </a:lnTo>
                <a:lnTo>
                  <a:pt x="3258916" y="304715"/>
                </a:lnTo>
                <a:lnTo>
                  <a:pt x="3258550" y="305549"/>
                </a:lnTo>
                <a:lnTo>
                  <a:pt x="3258201" y="306395"/>
                </a:lnTo>
                <a:lnTo>
                  <a:pt x="3257869" y="307253"/>
                </a:lnTo>
                <a:lnTo>
                  <a:pt x="3257554" y="308124"/>
                </a:lnTo>
                <a:lnTo>
                  <a:pt x="3257256" y="309007"/>
                </a:lnTo>
                <a:lnTo>
                  <a:pt x="3256975" y="309903"/>
                </a:lnTo>
                <a:lnTo>
                  <a:pt x="3256711" y="310811"/>
                </a:lnTo>
                <a:lnTo>
                  <a:pt x="3256464" y="311731"/>
                </a:lnTo>
                <a:lnTo>
                  <a:pt x="3256235" y="312664"/>
                </a:lnTo>
                <a:lnTo>
                  <a:pt x="3256022" y="313608"/>
                </a:lnTo>
                <a:lnTo>
                  <a:pt x="3255826" y="314566"/>
                </a:lnTo>
                <a:lnTo>
                  <a:pt x="3255647" y="315535"/>
                </a:lnTo>
                <a:lnTo>
                  <a:pt x="3255486" y="316517"/>
                </a:lnTo>
                <a:lnTo>
                  <a:pt x="3255341" y="317511"/>
                </a:lnTo>
                <a:lnTo>
                  <a:pt x="3255213" y="318517"/>
                </a:lnTo>
                <a:lnTo>
                  <a:pt x="3255103" y="319536"/>
                </a:lnTo>
                <a:lnTo>
                  <a:pt x="3255009" y="320567"/>
                </a:lnTo>
                <a:lnTo>
                  <a:pt x="3254932" y="321611"/>
                </a:lnTo>
                <a:lnTo>
                  <a:pt x="3254873" y="322667"/>
                </a:lnTo>
                <a:lnTo>
                  <a:pt x="3254830" y="323735"/>
                </a:lnTo>
                <a:lnTo>
                  <a:pt x="3254805" y="324815"/>
                </a:lnTo>
                <a:lnTo>
                  <a:pt x="3254796" y="325908"/>
                </a:lnTo>
                <a:lnTo>
                  <a:pt x="3254796" y="329458"/>
                </a:lnTo>
                <a:lnTo>
                  <a:pt x="3254803" y="330510"/>
                </a:lnTo>
                <a:lnTo>
                  <a:pt x="3254825" y="331552"/>
                </a:lnTo>
                <a:lnTo>
                  <a:pt x="3254862" y="332584"/>
                </a:lnTo>
                <a:lnTo>
                  <a:pt x="3254914" y="333605"/>
                </a:lnTo>
                <a:lnTo>
                  <a:pt x="3254980" y="334617"/>
                </a:lnTo>
                <a:lnTo>
                  <a:pt x="3255060" y="335619"/>
                </a:lnTo>
                <a:lnTo>
                  <a:pt x="3255156" y="336611"/>
                </a:lnTo>
                <a:lnTo>
                  <a:pt x="3255266" y="337592"/>
                </a:lnTo>
                <a:lnTo>
                  <a:pt x="3255390" y="338564"/>
                </a:lnTo>
                <a:lnTo>
                  <a:pt x="3255530" y="339526"/>
                </a:lnTo>
                <a:lnTo>
                  <a:pt x="3255684" y="340478"/>
                </a:lnTo>
                <a:lnTo>
                  <a:pt x="3255853" y="341420"/>
                </a:lnTo>
                <a:lnTo>
                  <a:pt x="3256036" y="342352"/>
                </a:lnTo>
                <a:lnTo>
                  <a:pt x="3256234" y="343274"/>
                </a:lnTo>
                <a:lnTo>
                  <a:pt x="3256447" y="344186"/>
                </a:lnTo>
                <a:lnTo>
                  <a:pt x="3256675" y="345088"/>
                </a:lnTo>
                <a:lnTo>
                  <a:pt x="3256917" y="345980"/>
                </a:lnTo>
                <a:lnTo>
                  <a:pt x="3257174" y="346862"/>
                </a:lnTo>
                <a:lnTo>
                  <a:pt x="3257445" y="347734"/>
                </a:lnTo>
                <a:lnTo>
                  <a:pt x="3257731" y="348596"/>
                </a:lnTo>
                <a:lnTo>
                  <a:pt x="3258032" y="349448"/>
                </a:lnTo>
                <a:lnTo>
                  <a:pt x="3258348" y="350290"/>
                </a:lnTo>
                <a:lnTo>
                  <a:pt x="3258678" y="351122"/>
                </a:lnTo>
                <a:lnTo>
                  <a:pt x="3259023" y="351944"/>
                </a:lnTo>
                <a:lnTo>
                  <a:pt x="3259397" y="352754"/>
                </a:lnTo>
                <a:lnTo>
                  <a:pt x="3259786" y="353548"/>
                </a:lnTo>
                <a:lnTo>
                  <a:pt x="3260191" y="354327"/>
                </a:lnTo>
                <a:lnTo>
                  <a:pt x="3260610" y="355091"/>
                </a:lnTo>
                <a:lnTo>
                  <a:pt x="3261045" y="355839"/>
                </a:lnTo>
                <a:lnTo>
                  <a:pt x="3261495" y="356573"/>
                </a:lnTo>
                <a:lnTo>
                  <a:pt x="3261961" y="357291"/>
                </a:lnTo>
                <a:lnTo>
                  <a:pt x="3262442" y="357993"/>
                </a:lnTo>
                <a:lnTo>
                  <a:pt x="3262938" y="358681"/>
                </a:lnTo>
                <a:lnTo>
                  <a:pt x="3263449" y="359353"/>
                </a:lnTo>
                <a:lnTo>
                  <a:pt x="3263976" y="360010"/>
                </a:lnTo>
                <a:lnTo>
                  <a:pt x="3264517" y="360651"/>
                </a:lnTo>
                <a:lnTo>
                  <a:pt x="3265075" y="361278"/>
                </a:lnTo>
                <a:lnTo>
                  <a:pt x="3265647" y="361889"/>
                </a:lnTo>
                <a:lnTo>
                  <a:pt x="3266235" y="362485"/>
                </a:lnTo>
                <a:lnTo>
                  <a:pt x="3266837" y="363065"/>
                </a:lnTo>
                <a:lnTo>
                  <a:pt x="3267456" y="363631"/>
                </a:lnTo>
                <a:lnTo>
                  <a:pt x="3268089" y="364181"/>
                </a:lnTo>
                <a:lnTo>
                  <a:pt x="3268738" y="364715"/>
                </a:lnTo>
                <a:lnTo>
                  <a:pt x="3269402" y="365235"/>
                </a:lnTo>
                <a:lnTo>
                  <a:pt x="3270081" y="365739"/>
                </a:lnTo>
                <a:lnTo>
                  <a:pt x="3270775" y="366228"/>
                </a:lnTo>
                <a:lnTo>
                  <a:pt x="3271485" y="366702"/>
                </a:lnTo>
                <a:lnTo>
                  <a:pt x="3272210" y="367160"/>
                </a:lnTo>
                <a:lnTo>
                  <a:pt x="3272965" y="367602"/>
                </a:lnTo>
                <a:lnTo>
                  <a:pt x="3273735" y="368025"/>
                </a:lnTo>
                <a:lnTo>
                  <a:pt x="3274521" y="368428"/>
                </a:lnTo>
                <a:lnTo>
                  <a:pt x="3275324" y="368814"/>
                </a:lnTo>
                <a:lnTo>
                  <a:pt x="3276142" y="369180"/>
                </a:lnTo>
                <a:lnTo>
                  <a:pt x="3276976" y="369527"/>
                </a:lnTo>
                <a:lnTo>
                  <a:pt x="3277825" y="369856"/>
                </a:lnTo>
                <a:lnTo>
                  <a:pt x="3278691" y="370166"/>
                </a:lnTo>
                <a:lnTo>
                  <a:pt x="3279572" y="370457"/>
                </a:lnTo>
                <a:lnTo>
                  <a:pt x="3280470" y="370730"/>
                </a:lnTo>
                <a:lnTo>
                  <a:pt x="3281383" y="370983"/>
                </a:lnTo>
                <a:lnTo>
                  <a:pt x="3282312" y="371218"/>
                </a:lnTo>
                <a:lnTo>
                  <a:pt x="3283257" y="371434"/>
                </a:lnTo>
                <a:lnTo>
                  <a:pt x="3284217" y="371631"/>
                </a:lnTo>
                <a:lnTo>
                  <a:pt x="3285194" y="371810"/>
                </a:lnTo>
                <a:lnTo>
                  <a:pt x="3286186" y="371969"/>
                </a:lnTo>
                <a:lnTo>
                  <a:pt x="3287195" y="372110"/>
                </a:lnTo>
                <a:lnTo>
                  <a:pt x="3288219" y="372232"/>
                </a:lnTo>
                <a:lnTo>
                  <a:pt x="3289259" y="372336"/>
                </a:lnTo>
                <a:lnTo>
                  <a:pt x="3290314" y="372420"/>
                </a:lnTo>
                <a:lnTo>
                  <a:pt x="3291386" y="372486"/>
                </a:lnTo>
                <a:lnTo>
                  <a:pt x="3292474" y="372533"/>
                </a:lnTo>
                <a:lnTo>
                  <a:pt x="3293577" y="372561"/>
                </a:lnTo>
                <a:lnTo>
                  <a:pt x="3294696" y="372571"/>
                </a:lnTo>
                <a:lnTo>
                  <a:pt x="3295663" y="372564"/>
                </a:lnTo>
                <a:lnTo>
                  <a:pt x="3296618" y="372542"/>
                </a:lnTo>
                <a:lnTo>
                  <a:pt x="3297562" y="372507"/>
                </a:lnTo>
                <a:lnTo>
                  <a:pt x="3298495" y="372458"/>
                </a:lnTo>
                <a:lnTo>
                  <a:pt x="3299417" y="372394"/>
                </a:lnTo>
                <a:lnTo>
                  <a:pt x="3300328" y="372317"/>
                </a:lnTo>
                <a:lnTo>
                  <a:pt x="3301228" y="372225"/>
                </a:lnTo>
                <a:lnTo>
                  <a:pt x="3302116" y="372120"/>
                </a:lnTo>
                <a:lnTo>
                  <a:pt x="3302994" y="372000"/>
                </a:lnTo>
                <a:close/>
                <a:moveTo>
                  <a:pt x="3272830" y="314843"/>
                </a:moveTo>
                <a:lnTo>
                  <a:pt x="3272905" y="314374"/>
                </a:lnTo>
                <a:lnTo>
                  <a:pt x="3272988" y="313907"/>
                </a:lnTo>
                <a:lnTo>
                  <a:pt x="3273081" y="313440"/>
                </a:lnTo>
                <a:lnTo>
                  <a:pt x="3273182" y="312974"/>
                </a:lnTo>
                <a:lnTo>
                  <a:pt x="3273292" y="312510"/>
                </a:lnTo>
                <a:lnTo>
                  <a:pt x="3273411" y="312047"/>
                </a:lnTo>
                <a:lnTo>
                  <a:pt x="3273539" y="311585"/>
                </a:lnTo>
                <a:lnTo>
                  <a:pt x="3273675" y="311124"/>
                </a:lnTo>
                <a:lnTo>
                  <a:pt x="3273821" y="310664"/>
                </a:lnTo>
                <a:lnTo>
                  <a:pt x="3273975" y="310206"/>
                </a:lnTo>
                <a:lnTo>
                  <a:pt x="3274138" y="309749"/>
                </a:lnTo>
                <a:lnTo>
                  <a:pt x="3274309" y="309292"/>
                </a:lnTo>
                <a:lnTo>
                  <a:pt x="3274490" y="308838"/>
                </a:lnTo>
                <a:lnTo>
                  <a:pt x="3274679" y="308384"/>
                </a:lnTo>
                <a:lnTo>
                  <a:pt x="3274877" y="307931"/>
                </a:lnTo>
                <a:lnTo>
                  <a:pt x="3275084" y="307480"/>
                </a:lnTo>
                <a:lnTo>
                  <a:pt x="3275313" y="307018"/>
                </a:lnTo>
                <a:lnTo>
                  <a:pt x="3275550" y="306564"/>
                </a:lnTo>
                <a:lnTo>
                  <a:pt x="3275795" y="306117"/>
                </a:lnTo>
                <a:lnTo>
                  <a:pt x="3276047" y="305676"/>
                </a:lnTo>
                <a:lnTo>
                  <a:pt x="3276307" y="305243"/>
                </a:lnTo>
                <a:lnTo>
                  <a:pt x="3276574" y="304817"/>
                </a:lnTo>
                <a:lnTo>
                  <a:pt x="3276849" y="304398"/>
                </a:lnTo>
                <a:lnTo>
                  <a:pt x="3277132" y="303986"/>
                </a:lnTo>
                <a:lnTo>
                  <a:pt x="3277422" y="303581"/>
                </a:lnTo>
                <a:lnTo>
                  <a:pt x="3277720" y="303183"/>
                </a:lnTo>
                <a:lnTo>
                  <a:pt x="3278026" y="302792"/>
                </a:lnTo>
                <a:lnTo>
                  <a:pt x="3278339" y="302408"/>
                </a:lnTo>
                <a:lnTo>
                  <a:pt x="3278660" y="302031"/>
                </a:lnTo>
                <a:lnTo>
                  <a:pt x="3278988" y="301661"/>
                </a:lnTo>
                <a:lnTo>
                  <a:pt x="3279324" y="301298"/>
                </a:lnTo>
                <a:lnTo>
                  <a:pt x="3279668" y="300942"/>
                </a:lnTo>
                <a:lnTo>
                  <a:pt x="3280019" y="300594"/>
                </a:lnTo>
                <a:lnTo>
                  <a:pt x="3280378" y="300252"/>
                </a:lnTo>
                <a:lnTo>
                  <a:pt x="3280745" y="299917"/>
                </a:lnTo>
                <a:lnTo>
                  <a:pt x="3281119" y="299590"/>
                </a:lnTo>
                <a:lnTo>
                  <a:pt x="3281501" y="299269"/>
                </a:lnTo>
                <a:lnTo>
                  <a:pt x="3281890" y="298956"/>
                </a:lnTo>
                <a:lnTo>
                  <a:pt x="3282288" y="298649"/>
                </a:lnTo>
                <a:lnTo>
                  <a:pt x="3282692" y="298350"/>
                </a:lnTo>
                <a:lnTo>
                  <a:pt x="3283119" y="298060"/>
                </a:lnTo>
                <a:lnTo>
                  <a:pt x="3283553" y="297783"/>
                </a:lnTo>
                <a:lnTo>
                  <a:pt x="3283995" y="297518"/>
                </a:lnTo>
                <a:lnTo>
                  <a:pt x="3284444" y="297265"/>
                </a:lnTo>
                <a:lnTo>
                  <a:pt x="3284901" y="297025"/>
                </a:lnTo>
                <a:lnTo>
                  <a:pt x="3285366" y="296797"/>
                </a:lnTo>
                <a:lnTo>
                  <a:pt x="3285838" y="296581"/>
                </a:lnTo>
                <a:lnTo>
                  <a:pt x="3286318" y="296378"/>
                </a:lnTo>
                <a:lnTo>
                  <a:pt x="3286805" y="296187"/>
                </a:lnTo>
                <a:lnTo>
                  <a:pt x="3287300" y="296008"/>
                </a:lnTo>
                <a:lnTo>
                  <a:pt x="3287803" y="295841"/>
                </a:lnTo>
                <a:lnTo>
                  <a:pt x="3288314" y="295687"/>
                </a:lnTo>
                <a:lnTo>
                  <a:pt x="3288832" y="295546"/>
                </a:lnTo>
                <a:lnTo>
                  <a:pt x="3289357" y="295416"/>
                </a:lnTo>
                <a:lnTo>
                  <a:pt x="3289891" y="295299"/>
                </a:lnTo>
                <a:lnTo>
                  <a:pt x="3290432" y="295194"/>
                </a:lnTo>
                <a:lnTo>
                  <a:pt x="3290980" y="295102"/>
                </a:lnTo>
                <a:lnTo>
                  <a:pt x="3291536" y="295022"/>
                </a:lnTo>
                <a:lnTo>
                  <a:pt x="3292100" y="294954"/>
                </a:lnTo>
                <a:lnTo>
                  <a:pt x="3292672" y="294898"/>
                </a:lnTo>
                <a:lnTo>
                  <a:pt x="3293251" y="294855"/>
                </a:lnTo>
                <a:lnTo>
                  <a:pt x="3293838" y="294824"/>
                </a:lnTo>
                <a:lnTo>
                  <a:pt x="3294432" y="294806"/>
                </a:lnTo>
                <a:lnTo>
                  <a:pt x="3295034" y="294800"/>
                </a:lnTo>
                <a:lnTo>
                  <a:pt x="3295567" y="294805"/>
                </a:lnTo>
                <a:lnTo>
                  <a:pt x="3296094" y="294820"/>
                </a:lnTo>
                <a:lnTo>
                  <a:pt x="3296616" y="294845"/>
                </a:lnTo>
                <a:lnTo>
                  <a:pt x="3297133" y="294880"/>
                </a:lnTo>
                <a:lnTo>
                  <a:pt x="3297645" y="294924"/>
                </a:lnTo>
                <a:lnTo>
                  <a:pt x="3298151" y="294979"/>
                </a:lnTo>
                <a:lnTo>
                  <a:pt x="3298652" y="295044"/>
                </a:lnTo>
                <a:lnTo>
                  <a:pt x="3299148" y="295119"/>
                </a:lnTo>
                <a:lnTo>
                  <a:pt x="3299638" y="295204"/>
                </a:lnTo>
                <a:lnTo>
                  <a:pt x="3300124" y="295299"/>
                </a:lnTo>
                <a:lnTo>
                  <a:pt x="3300603" y="295404"/>
                </a:lnTo>
                <a:lnTo>
                  <a:pt x="3301078" y="295518"/>
                </a:lnTo>
                <a:lnTo>
                  <a:pt x="3301547" y="295643"/>
                </a:lnTo>
                <a:lnTo>
                  <a:pt x="3302011" y="295778"/>
                </a:lnTo>
                <a:lnTo>
                  <a:pt x="3302470" y="295922"/>
                </a:lnTo>
                <a:lnTo>
                  <a:pt x="3302924" y="296077"/>
                </a:lnTo>
                <a:lnTo>
                  <a:pt x="3303372" y="296242"/>
                </a:lnTo>
                <a:lnTo>
                  <a:pt x="3303815" y="296416"/>
                </a:lnTo>
                <a:lnTo>
                  <a:pt x="3304252" y="296601"/>
                </a:lnTo>
                <a:lnTo>
                  <a:pt x="3304685" y="296796"/>
                </a:lnTo>
                <a:lnTo>
                  <a:pt x="3305112" y="297000"/>
                </a:lnTo>
                <a:lnTo>
                  <a:pt x="3305534" y="297215"/>
                </a:lnTo>
                <a:lnTo>
                  <a:pt x="3305950" y="297439"/>
                </a:lnTo>
                <a:lnTo>
                  <a:pt x="3306361" y="297674"/>
                </a:lnTo>
                <a:lnTo>
                  <a:pt x="3306766" y="297917"/>
                </a:lnTo>
                <a:lnTo>
                  <a:pt x="3307162" y="298168"/>
                </a:lnTo>
                <a:lnTo>
                  <a:pt x="3307550" y="298427"/>
                </a:lnTo>
                <a:lnTo>
                  <a:pt x="3307930" y="298693"/>
                </a:lnTo>
                <a:lnTo>
                  <a:pt x="3308302" y="298967"/>
                </a:lnTo>
                <a:lnTo>
                  <a:pt x="3308665" y="299248"/>
                </a:lnTo>
                <a:lnTo>
                  <a:pt x="3309020" y="299537"/>
                </a:lnTo>
                <a:lnTo>
                  <a:pt x="3309367" y="299834"/>
                </a:lnTo>
                <a:lnTo>
                  <a:pt x="3309706" y="300139"/>
                </a:lnTo>
                <a:lnTo>
                  <a:pt x="3310036" y="300451"/>
                </a:lnTo>
                <a:lnTo>
                  <a:pt x="3310359" y="300770"/>
                </a:lnTo>
                <a:lnTo>
                  <a:pt x="3310673" y="301097"/>
                </a:lnTo>
                <a:lnTo>
                  <a:pt x="3310979" y="301432"/>
                </a:lnTo>
                <a:lnTo>
                  <a:pt x="3311276" y="301775"/>
                </a:lnTo>
                <a:lnTo>
                  <a:pt x="3311566" y="302125"/>
                </a:lnTo>
                <a:lnTo>
                  <a:pt x="3311847" y="302483"/>
                </a:lnTo>
                <a:lnTo>
                  <a:pt x="3312120" y="302848"/>
                </a:lnTo>
                <a:lnTo>
                  <a:pt x="3312385" y="303221"/>
                </a:lnTo>
                <a:lnTo>
                  <a:pt x="3312641" y="303602"/>
                </a:lnTo>
                <a:lnTo>
                  <a:pt x="3312890" y="303990"/>
                </a:lnTo>
                <a:lnTo>
                  <a:pt x="3313130" y="304386"/>
                </a:lnTo>
                <a:lnTo>
                  <a:pt x="3313362" y="304790"/>
                </a:lnTo>
                <a:lnTo>
                  <a:pt x="3313585" y="305201"/>
                </a:lnTo>
                <a:lnTo>
                  <a:pt x="3313801" y="305620"/>
                </a:lnTo>
                <a:lnTo>
                  <a:pt x="3314021" y="306031"/>
                </a:lnTo>
                <a:lnTo>
                  <a:pt x="3314233" y="306448"/>
                </a:lnTo>
                <a:lnTo>
                  <a:pt x="3314435" y="306869"/>
                </a:lnTo>
                <a:lnTo>
                  <a:pt x="3314627" y="307297"/>
                </a:lnTo>
                <a:lnTo>
                  <a:pt x="3314810" y="307729"/>
                </a:lnTo>
                <a:lnTo>
                  <a:pt x="3314984" y="308167"/>
                </a:lnTo>
                <a:lnTo>
                  <a:pt x="3315149" y="308609"/>
                </a:lnTo>
                <a:lnTo>
                  <a:pt x="3315303" y="309058"/>
                </a:lnTo>
                <a:lnTo>
                  <a:pt x="3315449" y="309511"/>
                </a:lnTo>
                <a:lnTo>
                  <a:pt x="3315585" y="309970"/>
                </a:lnTo>
                <a:lnTo>
                  <a:pt x="3315712" y="310434"/>
                </a:lnTo>
                <a:lnTo>
                  <a:pt x="3315829" y="310903"/>
                </a:lnTo>
                <a:lnTo>
                  <a:pt x="3315937" y="311378"/>
                </a:lnTo>
                <a:lnTo>
                  <a:pt x="3316036" y="311858"/>
                </a:lnTo>
                <a:lnTo>
                  <a:pt x="3316125" y="312343"/>
                </a:lnTo>
                <a:lnTo>
                  <a:pt x="3316205" y="312833"/>
                </a:lnTo>
                <a:lnTo>
                  <a:pt x="3316276" y="313329"/>
                </a:lnTo>
                <a:lnTo>
                  <a:pt x="3316337" y="313830"/>
                </a:lnTo>
                <a:lnTo>
                  <a:pt x="3316388" y="314337"/>
                </a:lnTo>
                <a:lnTo>
                  <a:pt x="3316431" y="314848"/>
                </a:lnTo>
                <a:lnTo>
                  <a:pt x="3316463" y="315365"/>
                </a:lnTo>
                <a:lnTo>
                  <a:pt x="3316487" y="315887"/>
                </a:lnTo>
                <a:lnTo>
                  <a:pt x="3316501" y="316415"/>
                </a:lnTo>
                <a:lnTo>
                  <a:pt x="3316506" y="316947"/>
                </a:lnTo>
                <a:lnTo>
                  <a:pt x="3316506" y="319484"/>
                </a:lnTo>
                <a:lnTo>
                  <a:pt x="3272548" y="319484"/>
                </a:lnTo>
                <a:lnTo>
                  <a:pt x="3272548" y="318638"/>
                </a:lnTo>
                <a:lnTo>
                  <a:pt x="3272553" y="318160"/>
                </a:lnTo>
                <a:lnTo>
                  <a:pt x="3272566" y="317682"/>
                </a:lnTo>
                <a:lnTo>
                  <a:pt x="3272588" y="317206"/>
                </a:lnTo>
                <a:lnTo>
                  <a:pt x="3272619" y="316731"/>
                </a:lnTo>
                <a:lnTo>
                  <a:pt x="3272658" y="316258"/>
                </a:lnTo>
                <a:lnTo>
                  <a:pt x="3272707" y="315785"/>
                </a:lnTo>
                <a:lnTo>
                  <a:pt x="3272764" y="315314"/>
                </a:lnTo>
                <a:lnTo>
                  <a:pt x="3272830" y="314843"/>
                </a:lnTo>
                <a:close/>
                <a:moveTo>
                  <a:pt x="3900258" y="372333"/>
                </a:moveTo>
                <a:lnTo>
                  <a:pt x="3900762" y="372277"/>
                </a:lnTo>
                <a:lnTo>
                  <a:pt x="3901263" y="372215"/>
                </a:lnTo>
                <a:lnTo>
                  <a:pt x="3901758" y="372148"/>
                </a:lnTo>
                <a:lnTo>
                  <a:pt x="3902249" y="372075"/>
                </a:lnTo>
                <a:lnTo>
                  <a:pt x="3902735" y="371995"/>
                </a:lnTo>
                <a:lnTo>
                  <a:pt x="3903216" y="371910"/>
                </a:lnTo>
                <a:lnTo>
                  <a:pt x="3903693" y="371819"/>
                </a:lnTo>
                <a:lnTo>
                  <a:pt x="3904165" y="371722"/>
                </a:lnTo>
                <a:lnTo>
                  <a:pt x="3904632" y="371620"/>
                </a:lnTo>
                <a:lnTo>
                  <a:pt x="3905095" y="371511"/>
                </a:lnTo>
                <a:lnTo>
                  <a:pt x="3905553" y="371397"/>
                </a:lnTo>
                <a:lnTo>
                  <a:pt x="3906006" y="371276"/>
                </a:lnTo>
                <a:lnTo>
                  <a:pt x="3906454" y="371150"/>
                </a:lnTo>
                <a:lnTo>
                  <a:pt x="3906898" y="371018"/>
                </a:lnTo>
                <a:lnTo>
                  <a:pt x="3907337" y="370880"/>
                </a:lnTo>
                <a:lnTo>
                  <a:pt x="3907772" y="370750"/>
                </a:lnTo>
                <a:lnTo>
                  <a:pt x="3908201" y="370616"/>
                </a:lnTo>
                <a:lnTo>
                  <a:pt x="3908626" y="370476"/>
                </a:lnTo>
                <a:lnTo>
                  <a:pt x="3909047" y="370330"/>
                </a:lnTo>
                <a:lnTo>
                  <a:pt x="3909462" y="370180"/>
                </a:lnTo>
                <a:lnTo>
                  <a:pt x="3909873" y="370024"/>
                </a:lnTo>
                <a:lnTo>
                  <a:pt x="3910279" y="369863"/>
                </a:lnTo>
                <a:lnTo>
                  <a:pt x="3910681" y="369696"/>
                </a:lnTo>
                <a:lnTo>
                  <a:pt x="3911078" y="369525"/>
                </a:lnTo>
                <a:lnTo>
                  <a:pt x="3911470" y="369348"/>
                </a:lnTo>
                <a:lnTo>
                  <a:pt x="3911857" y="369165"/>
                </a:lnTo>
                <a:lnTo>
                  <a:pt x="3912240" y="368978"/>
                </a:lnTo>
                <a:lnTo>
                  <a:pt x="3912618" y="368785"/>
                </a:lnTo>
                <a:lnTo>
                  <a:pt x="3912992" y="368587"/>
                </a:lnTo>
                <a:lnTo>
                  <a:pt x="3913360" y="368383"/>
                </a:lnTo>
                <a:lnTo>
                  <a:pt x="3913724" y="368175"/>
                </a:lnTo>
                <a:lnTo>
                  <a:pt x="3914083" y="367961"/>
                </a:lnTo>
                <a:lnTo>
                  <a:pt x="3914438" y="367742"/>
                </a:lnTo>
                <a:lnTo>
                  <a:pt x="3914788" y="367517"/>
                </a:lnTo>
                <a:lnTo>
                  <a:pt x="3915133" y="367287"/>
                </a:lnTo>
                <a:lnTo>
                  <a:pt x="3915474" y="367052"/>
                </a:lnTo>
                <a:lnTo>
                  <a:pt x="3915809" y="366812"/>
                </a:lnTo>
                <a:lnTo>
                  <a:pt x="3916140" y="366566"/>
                </a:lnTo>
                <a:lnTo>
                  <a:pt x="3916467" y="366315"/>
                </a:lnTo>
                <a:lnTo>
                  <a:pt x="3916789" y="366045"/>
                </a:lnTo>
                <a:lnTo>
                  <a:pt x="3917106" y="365770"/>
                </a:lnTo>
                <a:lnTo>
                  <a:pt x="3917418" y="365491"/>
                </a:lnTo>
                <a:lnTo>
                  <a:pt x="3917726" y="365207"/>
                </a:lnTo>
                <a:lnTo>
                  <a:pt x="3918028" y="364918"/>
                </a:lnTo>
                <a:lnTo>
                  <a:pt x="3918327" y="364624"/>
                </a:lnTo>
                <a:lnTo>
                  <a:pt x="3918620" y="364326"/>
                </a:lnTo>
                <a:lnTo>
                  <a:pt x="3918909" y="364023"/>
                </a:lnTo>
                <a:lnTo>
                  <a:pt x="3919193" y="363716"/>
                </a:lnTo>
                <a:lnTo>
                  <a:pt x="3919473" y="363403"/>
                </a:lnTo>
                <a:lnTo>
                  <a:pt x="3919747" y="363086"/>
                </a:lnTo>
                <a:lnTo>
                  <a:pt x="3920017" y="362765"/>
                </a:lnTo>
                <a:lnTo>
                  <a:pt x="3920283" y="362438"/>
                </a:lnTo>
                <a:lnTo>
                  <a:pt x="3920543" y="362107"/>
                </a:lnTo>
                <a:lnTo>
                  <a:pt x="3920799" y="361772"/>
                </a:lnTo>
                <a:lnTo>
                  <a:pt x="3921050" y="361431"/>
                </a:lnTo>
                <a:lnTo>
                  <a:pt x="3921297" y="361086"/>
                </a:lnTo>
                <a:lnTo>
                  <a:pt x="3921539" y="360736"/>
                </a:lnTo>
                <a:lnTo>
                  <a:pt x="3921776" y="360381"/>
                </a:lnTo>
                <a:lnTo>
                  <a:pt x="3922008" y="360022"/>
                </a:lnTo>
                <a:lnTo>
                  <a:pt x="3922236" y="359658"/>
                </a:lnTo>
                <a:lnTo>
                  <a:pt x="3922459" y="359289"/>
                </a:lnTo>
                <a:lnTo>
                  <a:pt x="3922678" y="358916"/>
                </a:lnTo>
                <a:lnTo>
                  <a:pt x="3922891" y="358538"/>
                </a:lnTo>
                <a:lnTo>
                  <a:pt x="3922921" y="358875"/>
                </a:lnTo>
                <a:lnTo>
                  <a:pt x="3922952" y="359208"/>
                </a:lnTo>
                <a:lnTo>
                  <a:pt x="3922986" y="359539"/>
                </a:lnTo>
                <a:lnTo>
                  <a:pt x="3923023" y="359867"/>
                </a:lnTo>
                <a:lnTo>
                  <a:pt x="3923062" y="360192"/>
                </a:lnTo>
                <a:lnTo>
                  <a:pt x="3923103" y="360514"/>
                </a:lnTo>
                <a:lnTo>
                  <a:pt x="3923146" y="360833"/>
                </a:lnTo>
                <a:lnTo>
                  <a:pt x="3923192" y="361149"/>
                </a:lnTo>
                <a:lnTo>
                  <a:pt x="3923240" y="361462"/>
                </a:lnTo>
                <a:lnTo>
                  <a:pt x="3923291" y="361772"/>
                </a:lnTo>
                <a:lnTo>
                  <a:pt x="3923343" y="362080"/>
                </a:lnTo>
                <a:lnTo>
                  <a:pt x="3923399" y="362384"/>
                </a:lnTo>
                <a:lnTo>
                  <a:pt x="3923456" y="362686"/>
                </a:lnTo>
                <a:lnTo>
                  <a:pt x="3923516" y="362984"/>
                </a:lnTo>
                <a:lnTo>
                  <a:pt x="3923578" y="363280"/>
                </a:lnTo>
                <a:lnTo>
                  <a:pt x="3923643" y="363572"/>
                </a:lnTo>
                <a:lnTo>
                  <a:pt x="3923710" y="363862"/>
                </a:lnTo>
                <a:lnTo>
                  <a:pt x="3923779" y="364149"/>
                </a:lnTo>
                <a:lnTo>
                  <a:pt x="3923851" y="364433"/>
                </a:lnTo>
                <a:lnTo>
                  <a:pt x="3923925" y="364714"/>
                </a:lnTo>
                <a:lnTo>
                  <a:pt x="3924001" y="364991"/>
                </a:lnTo>
                <a:lnTo>
                  <a:pt x="3924079" y="365266"/>
                </a:lnTo>
                <a:lnTo>
                  <a:pt x="3924160" y="365539"/>
                </a:lnTo>
                <a:lnTo>
                  <a:pt x="3924244" y="365808"/>
                </a:lnTo>
                <a:lnTo>
                  <a:pt x="3924346" y="366073"/>
                </a:lnTo>
                <a:lnTo>
                  <a:pt x="3924454" y="366334"/>
                </a:lnTo>
                <a:lnTo>
                  <a:pt x="3924569" y="366590"/>
                </a:lnTo>
                <a:lnTo>
                  <a:pt x="3924690" y="366841"/>
                </a:lnTo>
                <a:lnTo>
                  <a:pt x="3924818" y="367087"/>
                </a:lnTo>
                <a:lnTo>
                  <a:pt x="3924952" y="367329"/>
                </a:lnTo>
                <a:lnTo>
                  <a:pt x="3925092" y="367566"/>
                </a:lnTo>
                <a:lnTo>
                  <a:pt x="3925239" y="367799"/>
                </a:lnTo>
                <a:lnTo>
                  <a:pt x="3925393" y="368027"/>
                </a:lnTo>
                <a:lnTo>
                  <a:pt x="3925553" y="368250"/>
                </a:lnTo>
                <a:lnTo>
                  <a:pt x="3925719" y="368468"/>
                </a:lnTo>
                <a:lnTo>
                  <a:pt x="3925892" y="368682"/>
                </a:lnTo>
                <a:lnTo>
                  <a:pt x="3926072" y="368891"/>
                </a:lnTo>
                <a:lnTo>
                  <a:pt x="3926257" y="369095"/>
                </a:lnTo>
                <a:lnTo>
                  <a:pt x="3926450" y="369295"/>
                </a:lnTo>
                <a:lnTo>
                  <a:pt x="3926648" y="369490"/>
                </a:lnTo>
                <a:lnTo>
                  <a:pt x="3926854" y="369680"/>
                </a:lnTo>
                <a:lnTo>
                  <a:pt x="3927065" y="369865"/>
                </a:lnTo>
                <a:lnTo>
                  <a:pt x="3927283" y="370046"/>
                </a:lnTo>
                <a:lnTo>
                  <a:pt x="3927508" y="370222"/>
                </a:lnTo>
                <a:lnTo>
                  <a:pt x="3927739" y="370394"/>
                </a:lnTo>
                <a:lnTo>
                  <a:pt x="3927976" y="370561"/>
                </a:lnTo>
                <a:lnTo>
                  <a:pt x="3928220" y="370723"/>
                </a:lnTo>
                <a:lnTo>
                  <a:pt x="3928471" y="370880"/>
                </a:lnTo>
                <a:lnTo>
                  <a:pt x="3928743" y="371018"/>
                </a:lnTo>
                <a:lnTo>
                  <a:pt x="3929026" y="371150"/>
                </a:lnTo>
                <a:lnTo>
                  <a:pt x="3929319" y="371276"/>
                </a:lnTo>
                <a:lnTo>
                  <a:pt x="3929621" y="371397"/>
                </a:lnTo>
                <a:lnTo>
                  <a:pt x="3929934" y="371511"/>
                </a:lnTo>
                <a:lnTo>
                  <a:pt x="3930256" y="371620"/>
                </a:lnTo>
                <a:lnTo>
                  <a:pt x="3930589" y="371722"/>
                </a:lnTo>
                <a:lnTo>
                  <a:pt x="3930931" y="371819"/>
                </a:lnTo>
                <a:lnTo>
                  <a:pt x="3931284" y="371910"/>
                </a:lnTo>
                <a:lnTo>
                  <a:pt x="3931646" y="371995"/>
                </a:lnTo>
                <a:lnTo>
                  <a:pt x="3932019" y="372075"/>
                </a:lnTo>
                <a:lnTo>
                  <a:pt x="3932401" y="372148"/>
                </a:lnTo>
                <a:lnTo>
                  <a:pt x="3932794" y="372215"/>
                </a:lnTo>
                <a:lnTo>
                  <a:pt x="3933196" y="372277"/>
                </a:lnTo>
                <a:lnTo>
                  <a:pt x="3933609" y="372333"/>
                </a:lnTo>
                <a:lnTo>
                  <a:pt x="3934031" y="372383"/>
                </a:lnTo>
                <a:lnTo>
                  <a:pt x="3934463" y="372427"/>
                </a:lnTo>
                <a:lnTo>
                  <a:pt x="3934906" y="372465"/>
                </a:lnTo>
                <a:lnTo>
                  <a:pt x="3935358" y="372497"/>
                </a:lnTo>
                <a:lnTo>
                  <a:pt x="3935820" y="372524"/>
                </a:lnTo>
                <a:lnTo>
                  <a:pt x="3936293" y="372544"/>
                </a:lnTo>
                <a:lnTo>
                  <a:pt x="3936775" y="372559"/>
                </a:lnTo>
                <a:lnTo>
                  <a:pt x="3937267" y="372568"/>
                </a:lnTo>
                <a:lnTo>
                  <a:pt x="3937769" y="372571"/>
                </a:lnTo>
                <a:lnTo>
                  <a:pt x="3938051" y="372569"/>
                </a:lnTo>
                <a:lnTo>
                  <a:pt x="3938332" y="372565"/>
                </a:lnTo>
                <a:lnTo>
                  <a:pt x="3938612" y="372557"/>
                </a:lnTo>
                <a:lnTo>
                  <a:pt x="3938892" y="372547"/>
                </a:lnTo>
                <a:lnTo>
                  <a:pt x="3939171" y="372534"/>
                </a:lnTo>
                <a:lnTo>
                  <a:pt x="3939449" y="372518"/>
                </a:lnTo>
                <a:lnTo>
                  <a:pt x="3939727" y="372499"/>
                </a:lnTo>
                <a:lnTo>
                  <a:pt x="3940005" y="372477"/>
                </a:lnTo>
                <a:lnTo>
                  <a:pt x="3940282" y="372452"/>
                </a:lnTo>
                <a:lnTo>
                  <a:pt x="3940558" y="372424"/>
                </a:lnTo>
                <a:lnTo>
                  <a:pt x="3940833" y="372393"/>
                </a:lnTo>
                <a:lnTo>
                  <a:pt x="3941108" y="372359"/>
                </a:lnTo>
                <a:lnTo>
                  <a:pt x="3941383" y="372323"/>
                </a:lnTo>
                <a:lnTo>
                  <a:pt x="3941657" y="372283"/>
                </a:lnTo>
                <a:lnTo>
                  <a:pt x="3941930" y="372240"/>
                </a:lnTo>
                <a:lnTo>
                  <a:pt x="3942203" y="372195"/>
                </a:lnTo>
                <a:lnTo>
                  <a:pt x="3942475" y="372146"/>
                </a:lnTo>
                <a:lnTo>
                  <a:pt x="3942746" y="372095"/>
                </a:lnTo>
                <a:lnTo>
                  <a:pt x="3943017" y="372041"/>
                </a:lnTo>
                <a:lnTo>
                  <a:pt x="3943288" y="371984"/>
                </a:lnTo>
                <a:lnTo>
                  <a:pt x="3943557" y="371923"/>
                </a:lnTo>
                <a:lnTo>
                  <a:pt x="3943826" y="371860"/>
                </a:lnTo>
                <a:lnTo>
                  <a:pt x="3944095" y="371794"/>
                </a:lnTo>
                <a:lnTo>
                  <a:pt x="3944363" y="371725"/>
                </a:lnTo>
                <a:lnTo>
                  <a:pt x="3944643" y="371654"/>
                </a:lnTo>
                <a:lnTo>
                  <a:pt x="3944918" y="371580"/>
                </a:lnTo>
                <a:lnTo>
                  <a:pt x="3945190" y="371503"/>
                </a:lnTo>
                <a:lnTo>
                  <a:pt x="3945457" y="371425"/>
                </a:lnTo>
                <a:lnTo>
                  <a:pt x="3945720" y="371344"/>
                </a:lnTo>
                <a:lnTo>
                  <a:pt x="3945980" y="371260"/>
                </a:lnTo>
                <a:lnTo>
                  <a:pt x="3946235" y="371175"/>
                </a:lnTo>
                <a:lnTo>
                  <a:pt x="3946486" y="371087"/>
                </a:lnTo>
                <a:lnTo>
                  <a:pt x="3946732" y="370996"/>
                </a:lnTo>
                <a:lnTo>
                  <a:pt x="3946975" y="370903"/>
                </a:lnTo>
                <a:lnTo>
                  <a:pt x="3947214" y="370808"/>
                </a:lnTo>
                <a:lnTo>
                  <a:pt x="3947448" y="370711"/>
                </a:lnTo>
                <a:lnTo>
                  <a:pt x="3947679" y="370611"/>
                </a:lnTo>
                <a:lnTo>
                  <a:pt x="3947905" y="370509"/>
                </a:lnTo>
                <a:lnTo>
                  <a:pt x="3948127" y="370404"/>
                </a:lnTo>
                <a:lnTo>
                  <a:pt x="3948345" y="370298"/>
                </a:lnTo>
                <a:lnTo>
                  <a:pt x="3948559" y="370188"/>
                </a:lnTo>
                <a:lnTo>
                  <a:pt x="3948769" y="370077"/>
                </a:lnTo>
                <a:lnTo>
                  <a:pt x="3948975" y="369963"/>
                </a:lnTo>
                <a:lnTo>
                  <a:pt x="3949177" y="369847"/>
                </a:lnTo>
                <a:lnTo>
                  <a:pt x="3949374" y="369728"/>
                </a:lnTo>
                <a:lnTo>
                  <a:pt x="3949568" y="369607"/>
                </a:lnTo>
                <a:lnTo>
                  <a:pt x="3949757" y="369484"/>
                </a:lnTo>
                <a:lnTo>
                  <a:pt x="3949942" y="369358"/>
                </a:lnTo>
                <a:lnTo>
                  <a:pt x="3949942" y="358369"/>
                </a:lnTo>
                <a:lnTo>
                  <a:pt x="3949787" y="358480"/>
                </a:lnTo>
                <a:lnTo>
                  <a:pt x="3949633" y="358587"/>
                </a:lnTo>
                <a:lnTo>
                  <a:pt x="3949480" y="358691"/>
                </a:lnTo>
                <a:lnTo>
                  <a:pt x="3949327" y="358792"/>
                </a:lnTo>
                <a:lnTo>
                  <a:pt x="3949175" y="358888"/>
                </a:lnTo>
                <a:lnTo>
                  <a:pt x="3949023" y="358982"/>
                </a:lnTo>
                <a:lnTo>
                  <a:pt x="3948872" y="359072"/>
                </a:lnTo>
                <a:lnTo>
                  <a:pt x="3948721" y="359158"/>
                </a:lnTo>
                <a:lnTo>
                  <a:pt x="3948571" y="359241"/>
                </a:lnTo>
                <a:lnTo>
                  <a:pt x="3948422" y="359320"/>
                </a:lnTo>
                <a:lnTo>
                  <a:pt x="3948273" y="359396"/>
                </a:lnTo>
                <a:lnTo>
                  <a:pt x="3948125" y="359468"/>
                </a:lnTo>
                <a:lnTo>
                  <a:pt x="3947977" y="359537"/>
                </a:lnTo>
                <a:lnTo>
                  <a:pt x="3947830" y="359602"/>
                </a:lnTo>
                <a:lnTo>
                  <a:pt x="3947684" y="359663"/>
                </a:lnTo>
                <a:lnTo>
                  <a:pt x="3947538" y="359721"/>
                </a:lnTo>
                <a:lnTo>
                  <a:pt x="3947392" y="359776"/>
                </a:lnTo>
                <a:lnTo>
                  <a:pt x="3947248" y="359827"/>
                </a:lnTo>
                <a:lnTo>
                  <a:pt x="3947104" y="359875"/>
                </a:lnTo>
                <a:lnTo>
                  <a:pt x="3946960" y="359919"/>
                </a:lnTo>
                <a:lnTo>
                  <a:pt x="3946817" y="359959"/>
                </a:lnTo>
                <a:lnTo>
                  <a:pt x="3946675" y="359996"/>
                </a:lnTo>
                <a:lnTo>
                  <a:pt x="3946533" y="360030"/>
                </a:lnTo>
                <a:lnTo>
                  <a:pt x="3946392" y="360059"/>
                </a:lnTo>
                <a:lnTo>
                  <a:pt x="3946251" y="360087"/>
                </a:lnTo>
                <a:lnTo>
                  <a:pt x="3946110" y="360113"/>
                </a:lnTo>
                <a:lnTo>
                  <a:pt x="3945969" y="360139"/>
                </a:lnTo>
                <a:lnTo>
                  <a:pt x="3945828" y="360163"/>
                </a:lnTo>
                <a:lnTo>
                  <a:pt x="3945687" y="360186"/>
                </a:lnTo>
                <a:lnTo>
                  <a:pt x="3945546" y="360207"/>
                </a:lnTo>
                <a:lnTo>
                  <a:pt x="3945406" y="360228"/>
                </a:lnTo>
                <a:lnTo>
                  <a:pt x="3945265" y="360247"/>
                </a:lnTo>
                <a:lnTo>
                  <a:pt x="3945124" y="360266"/>
                </a:lnTo>
                <a:lnTo>
                  <a:pt x="3944983" y="360283"/>
                </a:lnTo>
                <a:lnTo>
                  <a:pt x="3944842" y="360298"/>
                </a:lnTo>
                <a:lnTo>
                  <a:pt x="3944701" y="360313"/>
                </a:lnTo>
                <a:lnTo>
                  <a:pt x="3944560" y="360327"/>
                </a:lnTo>
                <a:lnTo>
                  <a:pt x="3944419" y="360339"/>
                </a:lnTo>
                <a:lnTo>
                  <a:pt x="3944278" y="360350"/>
                </a:lnTo>
                <a:lnTo>
                  <a:pt x="3944138" y="360360"/>
                </a:lnTo>
                <a:lnTo>
                  <a:pt x="3943997" y="360369"/>
                </a:lnTo>
                <a:lnTo>
                  <a:pt x="3943856" y="360376"/>
                </a:lnTo>
                <a:lnTo>
                  <a:pt x="3943715" y="360383"/>
                </a:lnTo>
                <a:lnTo>
                  <a:pt x="3943574" y="360388"/>
                </a:lnTo>
                <a:lnTo>
                  <a:pt x="3943433" y="360392"/>
                </a:lnTo>
                <a:lnTo>
                  <a:pt x="3943292" y="360395"/>
                </a:lnTo>
                <a:lnTo>
                  <a:pt x="3943151" y="360397"/>
                </a:lnTo>
                <a:lnTo>
                  <a:pt x="3943010" y="360398"/>
                </a:lnTo>
                <a:lnTo>
                  <a:pt x="3942815" y="360396"/>
                </a:lnTo>
                <a:lnTo>
                  <a:pt x="3942624" y="360389"/>
                </a:lnTo>
                <a:lnTo>
                  <a:pt x="3942437" y="360379"/>
                </a:lnTo>
                <a:lnTo>
                  <a:pt x="3942254" y="360365"/>
                </a:lnTo>
                <a:lnTo>
                  <a:pt x="3942075" y="360346"/>
                </a:lnTo>
                <a:lnTo>
                  <a:pt x="3941901" y="360324"/>
                </a:lnTo>
                <a:lnTo>
                  <a:pt x="3941730" y="360297"/>
                </a:lnTo>
                <a:lnTo>
                  <a:pt x="3941564" y="360266"/>
                </a:lnTo>
                <a:lnTo>
                  <a:pt x="3941402" y="360231"/>
                </a:lnTo>
                <a:lnTo>
                  <a:pt x="3941243" y="360192"/>
                </a:lnTo>
                <a:lnTo>
                  <a:pt x="3941089" y="360149"/>
                </a:lnTo>
                <a:lnTo>
                  <a:pt x="3940939" y="360102"/>
                </a:lnTo>
                <a:lnTo>
                  <a:pt x="3940793" y="360050"/>
                </a:lnTo>
                <a:lnTo>
                  <a:pt x="3940652" y="359995"/>
                </a:lnTo>
                <a:lnTo>
                  <a:pt x="3940514" y="359935"/>
                </a:lnTo>
                <a:lnTo>
                  <a:pt x="3940380" y="359872"/>
                </a:lnTo>
                <a:lnTo>
                  <a:pt x="3940251" y="359804"/>
                </a:lnTo>
                <a:lnTo>
                  <a:pt x="3940126" y="359732"/>
                </a:lnTo>
                <a:lnTo>
                  <a:pt x="3940004" y="359656"/>
                </a:lnTo>
                <a:lnTo>
                  <a:pt x="3939887" y="359576"/>
                </a:lnTo>
                <a:lnTo>
                  <a:pt x="3939774" y="359491"/>
                </a:lnTo>
                <a:lnTo>
                  <a:pt x="3939665" y="359403"/>
                </a:lnTo>
                <a:lnTo>
                  <a:pt x="3939561" y="359311"/>
                </a:lnTo>
                <a:lnTo>
                  <a:pt x="3939460" y="359214"/>
                </a:lnTo>
                <a:lnTo>
                  <a:pt x="3939363" y="359113"/>
                </a:lnTo>
                <a:lnTo>
                  <a:pt x="3939271" y="359006"/>
                </a:lnTo>
                <a:lnTo>
                  <a:pt x="3939183" y="358895"/>
                </a:lnTo>
                <a:lnTo>
                  <a:pt x="3939098" y="358777"/>
                </a:lnTo>
                <a:lnTo>
                  <a:pt x="3939018" y="358655"/>
                </a:lnTo>
                <a:lnTo>
                  <a:pt x="3938942" y="358527"/>
                </a:lnTo>
                <a:lnTo>
                  <a:pt x="3938870" y="358394"/>
                </a:lnTo>
                <a:lnTo>
                  <a:pt x="3938802" y="358256"/>
                </a:lnTo>
                <a:lnTo>
                  <a:pt x="3938739" y="358113"/>
                </a:lnTo>
                <a:lnTo>
                  <a:pt x="3938679" y="357964"/>
                </a:lnTo>
                <a:lnTo>
                  <a:pt x="3938624" y="357810"/>
                </a:lnTo>
                <a:lnTo>
                  <a:pt x="3938572" y="357650"/>
                </a:lnTo>
                <a:lnTo>
                  <a:pt x="3938525" y="357486"/>
                </a:lnTo>
                <a:lnTo>
                  <a:pt x="3938482" y="357316"/>
                </a:lnTo>
                <a:lnTo>
                  <a:pt x="3938443" y="357140"/>
                </a:lnTo>
                <a:lnTo>
                  <a:pt x="3938408" y="356960"/>
                </a:lnTo>
                <a:lnTo>
                  <a:pt x="3938377" y="356774"/>
                </a:lnTo>
                <a:lnTo>
                  <a:pt x="3938350" y="356583"/>
                </a:lnTo>
                <a:lnTo>
                  <a:pt x="3938328" y="356387"/>
                </a:lnTo>
                <a:lnTo>
                  <a:pt x="3938309" y="356185"/>
                </a:lnTo>
                <a:lnTo>
                  <a:pt x="3938295" y="355978"/>
                </a:lnTo>
                <a:lnTo>
                  <a:pt x="3938285" y="355766"/>
                </a:lnTo>
                <a:lnTo>
                  <a:pt x="3938278" y="355549"/>
                </a:lnTo>
                <a:lnTo>
                  <a:pt x="3938276" y="355326"/>
                </a:lnTo>
                <a:lnTo>
                  <a:pt x="3938276" y="284487"/>
                </a:lnTo>
                <a:lnTo>
                  <a:pt x="3921370" y="284487"/>
                </a:lnTo>
                <a:lnTo>
                  <a:pt x="3921370" y="337066"/>
                </a:lnTo>
                <a:lnTo>
                  <a:pt x="3921365" y="337586"/>
                </a:lnTo>
                <a:lnTo>
                  <a:pt x="3921351" y="338101"/>
                </a:lnTo>
                <a:lnTo>
                  <a:pt x="3921327" y="338612"/>
                </a:lnTo>
                <a:lnTo>
                  <a:pt x="3921295" y="339119"/>
                </a:lnTo>
                <a:lnTo>
                  <a:pt x="3921252" y="339622"/>
                </a:lnTo>
                <a:lnTo>
                  <a:pt x="3921201" y="340120"/>
                </a:lnTo>
                <a:lnTo>
                  <a:pt x="3921140" y="340615"/>
                </a:lnTo>
                <a:lnTo>
                  <a:pt x="3921069" y="341105"/>
                </a:lnTo>
                <a:lnTo>
                  <a:pt x="3920989" y="341592"/>
                </a:lnTo>
                <a:lnTo>
                  <a:pt x="3920900" y="342074"/>
                </a:lnTo>
                <a:lnTo>
                  <a:pt x="3920801" y="342552"/>
                </a:lnTo>
                <a:lnTo>
                  <a:pt x="3920693" y="343026"/>
                </a:lnTo>
                <a:lnTo>
                  <a:pt x="3920576" y="343496"/>
                </a:lnTo>
                <a:lnTo>
                  <a:pt x="3920449" y="343962"/>
                </a:lnTo>
                <a:lnTo>
                  <a:pt x="3920313" y="344424"/>
                </a:lnTo>
                <a:lnTo>
                  <a:pt x="3920168" y="344881"/>
                </a:lnTo>
                <a:lnTo>
                  <a:pt x="3920013" y="345335"/>
                </a:lnTo>
                <a:lnTo>
                  <a:pt x="3919848" y="345784"/>
                </a:lnTo>
                <a:lnTo>
                  <a:pt x="3919674" y="346229"/>
                </a:lnTo>
                <a:lnTo>
                  <a:pt x="3919491" y="346670"/>
                </a:lnTo>
                <a:lnTo>
                  <a:pt x="3919299" y="347107"/>
                </a:lnTo>
                <a:lnTo>
                  <a:pt x="3919097" y="347540"/>
                </a:lnTo>
                <a:lnTo>
                  <a:pt x="3918886" y="347969"/>
                </a:lnTo>
                <a:lnTo>
                  <a:pt x="3918665" y="348394"/>
                </a:lnTo>
                <a:lnTo>
                  <a:pt x="3918450" y="348813"/>
                </a:lnTo>
                <a:lnTo>
                  <a:pt x="3918227" y="349225"/>
                </a:lnTo>
                <a:lnTo>
                  <a:pt x="3917996" y="349630"/>
                </a:lnTo>
                <a:lnTo>
                  <a:pt x="3917758" y="350028"/>
                </a:lnTo>
                <a:lnTo>
                  <a:pt x="3917513" y="350419"/>
                </a:lnTo>
                <a:lnTo>
                  <a:pt x="3917259" y="350803"/>
                </a:lnTo>
                <a:lnTo>
                  <a:pt x="3916998" y="351180"/>
                </a:lnTo>
                <a:lnTo>
                  <a:pt x="3916730" y="351550"/>
                </a:lnTo>
                <a:lnTo>
                  <a:pt x="3916454" y="351913"/>
                </a:lnTo>
                <a:lnTo>
                  <a:pt x="3916170" y="352268"/>
                </a:lnTo>
                <a:lnTo>
                  <a:pt x="3915878" y="352617"/>
                </a:lnTo>
                <a:lnTo>
                  <a:pt x="3915579" y="352959"/>
                </a:lnTo>
                <a:lnTo>
                  <a:pt x="3915273" y="353293"/>
                </a:lnTo>
                <a:lnTo>
                  <a:pt x="3914958" y="353621"/>
                </a:lnTo>
                <a:lnTo>
                  <a:pt x="3914636" y="353941"/>
                </a:lnTo>
                <a:lnTo>
                  <a:pt x="3914307" y="354255"/>
                </a:lnTo>
                <a:lnTo>
                  <a:pt x="3913969" y="354561"/>
                </a:lnTo>
                <a:lnTo>
                  <a:pt x="3913624" y="354861"/>
                </a:lnTo>
                <a:lnTo>
                  <a:pt x="3913272" y="355153"/>
                </a:lnTo>
                <a:lnTo>
                  <a:pt x="3912912" y="355438"/>
                </a:lnTo>
                <a:lnTo>
                  <a:pt x="3912544" y="355717"/>
                </a:lnTo>
                <a:lnTo>
                  <a:pt x="3912168" y="355988"/>
                </a:lnTo>
                <a:lnTo>
                  <a:pt x="3911785" y="356252"/>
                </a:lnTo>
                <a:lnTo>
                  <a:pt x="3911395" y="356509"/>
                </a:lnTo>
                <a:lnTo>
                  <a:pt x="3911012" y="356744"/>
                </a:lnTo>
                <a:lnTo>
                  <a:pt x="3910625" y="356968"/>
                </a:lnTo>
                <a:lnTo>
                  <a:pt x="3910232" y="357183"/>
                </a:lnTo>
                <a:lnTo>
                  <a:pt x="3909836" y="357387"/>
                </a:lnTo>
                <a:lnTo>
                  <a:pt x="3909434" y="357582"/>
                </a:lnTo>
                <a:lnTo>
                  <a:pt x="3909028" y="357767"/>
                </a:lnTo>
                <a:lnTo>
                  <a:pt x="3908617" y="357941"/>
                </a:lnTo>
                <a:lnTo>
                  <a:pt x="3908201" y="358106"/>
                </a:lnTo>
                <a:lnTo>
                  <a:pt x="3907781" y="358261"/>
                </a:lnTo>
                <a:lnTo>
                  <a:pt x="3907356" y="358405"/>
                </a:lnTo>
                <a:lnTo>
                  <a:pt x="3906926" y="358540"/>
                </a:lnTo>
                <a:lnTo>
                  <a:pt x="3906492" y="358665"/>
                </a:lnTo>
                <a:lnTo>
                  <a:pt x="3906053" y="358780"/>
                </a:lnTo>
                <a:lnTo>
                  <a:pt x="3905609" y="358884"/>
                </a:lnTo>
                <a:lnTo>
                  <a:pt x="3905161" y="358979"/>
                </a:lnTo>
                <a:lnTo>
                  <a:pt x="3904707" y="359064"/>
                </a:lnTo>
                <a:lnTo>
                  <a:pt x="3904249" y="359139"/>
                </a:lnTo>
                <a:lnTo>
                  <a:pt x="3903787" y="359204"/>
                </a:lnTo>
                <a:lnTo>
                  <a:pt x="3903320" y="359259"/>
                </a:lnTo>
                <a:lnTo>
                  <a:pt x="3902848" y="359304"/>
                </a:lnTo>
                <a:lnTo>
                  <a:pt x="3902371" y="359338"/>
                </a:lnTo>
                <a:lnTo>
                  <a:pt x="3901890" y="359363"/>
                </a:lnTo>
                <a:lnTo>
                  <a:pt x="3901404" y="359378"/>
                </a:lnTo>
                <a:lnTo>
                  <a:pt x="3900913" y="359383"/>
                </a:lnTo>
                <a:lnTo>
                  <a:pt x="3900173" y="359374"/>
                </a:lnTo>
                <a:lnTo>
                  <a:pt x="3899446" y="359347"/>
                </a:lnTo>
                <a:lnTo>
                  <a:pt x="3898733" y="359301"/>
                </a:lnTo>
                <a:lnTo>
                  <a:pt x="3898034" y="359238"/>
                </a:lnTo>
                <a:lnTo>
                  <a:pt x="3897348" y="359156"/>
                </a:lnTo>
                <a:lnTo>
                  <a:pt x="3896675" y="359056"/>
                </a:lnTo>
                <a:lnTo>
                  <a:pt x="3896016" y="358937"/>
                </a:lnTo>
                <a:lnTo>
                  <a:pt x="3895371" y="358801"/>
                </a:lnTo>
                <a:lnTo>
                  <a:pt x="3894739" y="358646"/>
                </a:lnTo>
                <a:lnTo>
                  <a:pt x="3894121" y="358473"/>
                </a:lnTo>
                <a:lnTo>
                  <a:pt x="3893516" y="358282"/>
                </a:lnTo>
                <a:lnTo>
                  <a:pt x="3892924" y="358073"/>
                </a:lnTo>
                <a:lnTo>
                  <a:pt x="3892346" y="357846"/>
                </a:lnTo>
                <a:lnTo>
                  <a:pt x="3891782" y="357600"/>
                </a:lnTo>
                <a:lnTo>
                  <a:pt x="3891231" y="357336"/>
                </a:lnTo>
                <a:lnTo>
                  <a:pt x="3890693" y="357054"/>
                </a:lnTo>
                <a:lnTo>
                  <a:pt x="3890169" y="356754"/>
                </a:lnTo>
                <a:lnTo>
                  <a:pt x="3889659" y="356435"/>
                </a:lnTo>
                <a:lnTo>
                  <a:pt x="3889162" y="356099"/>
                </a:lnTo>
                <a:lnTo>
                  <a:pt x="3888679" y="355744"/>
                </a:lnTo>
                <a:lnTo>
                  <a:pt x="3888209" y="355371"/>
                </a:lnTo>
                <a:lnTo>
                  <a:pt x="3887752" y="354980"/>
                </a:lnTo>
                <a:lnTo>
                  <a:pt x="3887309" y="354570"/>
                </a:lnTo>
                <a:lnTo>
                  <a:pt x="3886880" y="354142"/>
                </a:lnTo>
                <a:lnTo>
                  <a:pt x="3886480" y="353696"/>
                </a:lnTo>
                <a:lnTo>
                  <a:pt x="3886097" y="353230"/>
                </a:lnTo>
                <a:lnTo>
                  <a:pt x="3885731" y="352745"/>
                </a:lnTo>
                <a:lnTo>
                  <a:pt x="3885382" y="352240"/>
                </a:lnTo>
                <a:lnTo>
                  <a:pt x="3885050" y="351716"/>
                </a:lnTo>
                <a:lnTo>
                  <a:pt x="3884735" y="351173"/>
                </a:lnTo>
                <a:lnTo>
                  <a:pt x="3884437" y="350610"/>
                </a:lnTo>
                <a:lnTo>
                  <a:pt x="3884156" y="350028"/>
                </a:lnTo>
                <a:lnTo>
                  <a:pt x="3883892" y="349427"/>
                </a:lnTo>
                <a:lnTo>
                  <a:pt x="3883645" y="348806"/>
                </a:lnTo>
                <a:lnTo>
                  <a:pt x="3883416" y="348166"/>
                </a:lnTo>
                <a:lnTo>
                  <a:pt x="3883203" y="347506"/>
                </a:lnTo>
                <a:lnTo>
                  <a:pt x="3883007" y="346827"/>
                </a:lnTo>
                <a:lnTo>
                  <a:pt x="3882828" y="346129"/>
                </a:lnTo>
                <a:lnTo>
                  <a:pt x="3882667" y="345411"/>
                </a:lnTo>
                <a:lnTo>
                  <a:pt x="3882522" y="344674"/>
                </a:lnTo>
                <a:lnTo>
                  <a:pt x="3882394" y="343918"/>
                </a:lnTo>
                <a:lnTo>
                  <a:pt x="3882283" y="343142"/>
                </a:lnTo>
                <a:lnTo>
                  <a:pt x="3882190" y="342347"/>
                </a:lnTo>
                <a:lnTo>
                  <a:pt x="3882113" y="341533"/>
                </a:lnTo>
                <a:lnTo>
                  <a:pt x="3882054" y="340699"/>
                </a:lnTo>
                <a:lnTo>
                  <a:pt x="3882011" y="339845"/>
                </a:lnTo>
                <a:lnTo>
                  <a:pt x="3881986" y="338973"/>
                </a:lnTo>
                <a:lnTo>
                  <a:pt x="3881977" y="338081"/>
                </a:lnTo>
                <a:lnTo>
                  <a:pt x="3881977" y="284487"/>
                </a:lnTo>
                <a:lnTo>
                  <a:pt x="3864901" y="284487"/>
                </a:lnTo>
                <a:lnTo>
                  <a:pt x="3864901" y="341293"/>
                </a:lnTo>
                <a:lnTo>
                  <a:pt x="3864916" y="342589"/>
                </a:lnTo>
                <a:lnTo>
                  <a:pt x="3864959" y="343858"/>
                </a:lnTo>
                <a:lnTo>
                  <a:pt x="3865031" y="345100"/>
                </a:lnTo>
                <a:lnTo>
                  <a:pt x="3865131" y="346313"/>
                </a:lnTo>
                <a:lnTo>
                  <a:pt x="3865261" y="347500"/>
                </a:lnTo>
                <a:lnTo>
                  <a:pt x="3865419" y="348658"/>
                </a:lnTo>
                <a:lnTo>
                  <a:pt x="3865606" y="349789"/>
                </a:lnTo>
                <a:lnTo>
                  <a:pt x="3865822" y="350892"/>
                </a:lnTo>
                <a:lnTo>
                  <a:pt x="3866066" y="351968"/>
                </a:lnTo>
                <a:lnTo>
                  <a:pt x="3866340" y="353016"/>
                </a:lnTo>
                <a:lnTo>
                  <a:pt x="3866642" y="354037"/>
                </a:lnTo>
                <a:lnTo>
                  <a:pt x="3866972" y="355030"/>
                </a:lnTo>
                <a:lnTo>
                  <a:pt x="3867332" y="355995"/>
                </a:lnTo>
                <a:lnTo>
                  <a:pt x="3867720" y="356933"/>
                </a:lnTo>
                <a:lnTo>
                  <a:pt x="3868137" y="357843"/>
                </a:lnTo>
                <a:lnTo>
                  <a:pt x="3868583" y="358726"/>
                </a:lnTo>
                <a:lnTo>
                  <a:pt x="3869058" y="359581"/>
                </a:lnTo>
                <a:lnTo>
                  <a:pt x="3869561" y="360408"/>
                </a:lnTo>
                <a:lnTo>
                  <a:pt x="3870093" y="361208"/>
                </a:lnTo>
                <a:lnTo>
                  <a:pt x="3870654" y="361980"/>
                </a:lnTo>
                <a:lnTo>
                  <a:pt x="3871244" y="362725"/>
                </a:lnTo>
                <a:lnTo>
                  <a:pt x="3871862" y="363442"/>
                </a:lnTo>
                <a:lnTo>
                  <a:pt x="3872510" y="364132"/>
                </a:lnTo>
                <a:lnTo>
                  <a:pt x="3873186" y="364794"/>
                </a:lnTo>
                <a:lnTo>
                  <a:pt x="3873899" y="365428"/>
                </a:lnTo>
                <a:lnTo>
                  <a:pt x="3874632" y="366036"/>
                </a:lnTo>
                <a:lnTo>
                  <a:pt x="3875383" y="366616"/>
                </a:lnTo>
                <a:lnTo>
                  <a:pt x="3876154" y="367170"/>
                </a:lnTo>
                <a:lnTo>
                  <a:pt x="3876943" y="367696"/>
                </a:lnTo>
                <a:lnTo>
                  <a:pt x="3877750" y="368196"/>
                </a:lnTo>
                <a:lnTo>
                  <a:pt x="3878577" y="368669"/>
                </a:lnTo>
                <a:lnTo>
                  <a:pt x="3879422" y="369114"/>
                </a:lnTo>
                <a:lnTo>
                  <a:pt x="3880286" y="369533"/>
                </a:lnTo>
                <a:lnTo>
                  <a:pt x="3881169" y="369924"/>
                </a:lnTo>
                <a:lnTo>
                  <a:pt x="3882071" y="370289"/>
                </a:lnTo>
                <a:lnTo>
                  <a:pt x="3882992" y="370626"/>
                </a:lnTo>
                <a:lnTo>
                  <a:pt x="3883931" y="370937"/>
                </a:lnTo>
                <a:lnTo>
                  <a:pt x="3884889" y="371220"/>
                </a:lnTo>
                <a:lnTo>
                  <a:pt x="3885866" y="371477"/>
                </a:lnTo>
                <a:lnTo>
                  <a:pt x="3886861" y="371707"/>
                </a:lnTo>
                <a:lnTo>
                  <a:pt x="3887876" y="371909"/>
                </a:lnTo>
                <a:lnTo>
                  <a:pt x="3888909" y="372085"/>
                </a:lnTo>
                <a:lnTo>
                  <a:pt x="3889961" y="372233"/>
                </a:lnTo>
                <a:lnTo>
                  <a:pt x="3891032" y="372355"/>
                </a:lnTo>
                <a:lnTo>
                  <a:pt x="3892121" y="372449"/>
                </a:lnTo>
                <a:lnTo>
                  <a:pt x="3893230" y="372517"/>
                </a:lnTo>
                <a:lnTo>
                  <a:pt x="3894357" y="372557"/>
                </a:lnTo>
                <a:lnTo>
                  <a:pt x="3895503" y="372571"/>
                </a:lnTo>
                <a:lnTo>
                  <a:pt x="3896050" y="372568"/>
                </a:lnTo>
                <a:lnTo>
                  <a:pt x="3896592" y="372559"/>
                </a:lnTo>
                <a:lnTo>
                  <a:pt x="3897130" y="372544"/>
                </a:lnTo>
                <a:lnTo>
                  <a:pt x="3897663" y="372524"/>
                </a:lnTo>
                <a:lnTo>
                  <a:pt x="3898191" y="372497"/>
                </a:lnTo>
                <a:lnTo>
                  <a:pt x="3898715" y="372465"/>
                </a:lnTo>
                <a:lnTo>
                  <a:pt x="3899234" y="372427"/>
                </a:lnTo>
                <a:lnTo>
                  <a:pt x="3899748" y="372383"/>
                </a:lnTo>
                <a:lnTo>
                  <a:pt x="3900258" y="372333"/>
                </a:lnTo>
                <a:close/>
                <a:moveTo>
                  <a:pt x="4196075" y="370880"/>
                </a:moveTo>
                <a:lnTo>
                  <a:pt x="4218054" y="370880"/>
                </a:lnTo>
                <a:lnTo>
                  <a:pt x="4218054" y="349915"/>
                </a:lnTo>
                <a:lnTo>
                  <a:pt x="4196075" y="349915"/>
                </a:lnTo>
                <a:lnTo>
                  <a:pt x="4196075" y="370880"/>
                </a:lnTo>
                <a:close/>
                <a:moveTo>
                  <a:pt x="2799321" y="3505705"/>
                </a:moveTo>
                <a:lnTo>
                  <a:pt x="2799321" y="3489475"/>
                </a:lnTo>
                <a:lnTo>
                  <a:pt x="2783429" y="3489475"/>
                </a:lnTo>
                <a:lnTo>
                  <a:pt x="2783429" y="3505705"/>
                </a:lnTo>
                <a:lnTo>
                  <a:pt x="2799321" y="3505705"/>
                </a:lnTo>
                <a:close/>
                <a:moveTo>
                  <a:pt x="3010354" y="3493870"/>
                </a:moveTo>
                <a:lnTo>
                  <a:pt x="2995814" y="3493870"/>
                </a:lnTo>
                <a:lnTo>
                  <a:pt x="2995814" y="3518723"/>
                </a:lnTo>
                <a:lnTo>
                  <a:pt x="2999703" y="3540871"/>
                </a:lnTo>
                <a:lnTo>
                  <a:pt x="3006466" y="3540871"/>
                </a:lnTo>
                <a:lnTo>
                  <a:pt x="3010354" y="3518723"/>
                </a:lnTo>
                <a:lnTo>
                  <a:pt x="3010354" y="3493870"/>
                </a:lnTo>
                <a:close/>
                <a:moveTo>
                  <a:pt x="2985163" y="3518723"/>
                </a:moveTo>
                <a:lnTo>
                  <a:pt x="2985163" y="3493870"/>
                </a:lnTo>
                <a:lnTo>
                  <a:pt x="2970623" y="3493870"/>
                </a:lnTo>
                <a:lnTo>
                  <a:pt x="2970623" y="3518723"/>
                </a:lnTo>
                <a:lnTo>
                  <a:pt x="2974512" y="3540871"/>
                </a:lnTo>
                <a:lnTo>
                  <a:pt x="2981275" y="3540871"/>
                </a:lnTo>
                <a:lnTo>
                  <a:pt x="2985163" y="3518723"/>
                </a:lnTo>
                <a:close/>
                <a:moveTo>
                  <a:pt x="2888988" y="3611042"/>
                </a:moveTo>
                <a:lnTo>
                  <a:pt x="2889687" y="3610925"/>
                </a:lnTo>
                <a:lnTo>
                  <a:pt x="2890378" y="3610795"/>
                </a:lnTo>
                <a:lnTo>
                  <a:pt x="2891059" y="3610654"/>
                </a:lnTo>
                <a:lnTo>
                  <a:pt x="2891730" y="3610499"/>
                </a:lnTo>
                <a:lnTo>
                  <a:pt x="2892392" y="3610333"/>
                </a:lnTo>
                <a:lnTo>
                  <a:pt x="2893045" y="3610154"/>
                </a:lnTo>
                <a:lnTo>
                  <a:pt x="2893689" y="3609963"/>
                </a:lnTo>
                <a:lnTo>
                  <a:pt x="2894323" y="3609760"/>
                </a:lnTo>
                <a:lnTo>
                  <a:pt x="2894947" y="3609544"/>
                </a:lnTo>
                <a:lnTo>
                  <a:pt x="2895562" y="3609316"/>
                </a:lnTo>
                <a:lnTo>
                  <a:pt x="2896168" y="3609076"/>
                </a:lnTo>
                <a:lnTo>
                  <a:pt x="2896765" y="3608823"/>
                </a:lnTo>
                <a:lnTo>
                  <a:pt x="2897352" y="3608558"/>
                </a:lnTo>
                <a:lnTo>
                  <a:pt x="2897929" y="3608280"/>
                </a:lnTo>
                <a:lnTo>
                  <a:pt x="2898498" y="3607991"/>
                </a:lnTo>
                <a:lnTo>
                  <a:pt x="2899056" y="3607675"/>
                </a:lnTo>
                <a:lnTo>
                  <a:pt x="2899604" y="3607350"/>
                </a:lnTo>
                <a:lnTo>
                  <a:pt x="2900141" y="3607013"/>
                </a:lnTo>
                <a:lnTo>
                  <a:pt x="2900667" y="3606666"/>
                </a:lnTo>
                <a:lnTo>
                  <a:pt x="2901183" y="3606309"/>
                </a:lnTo>
                <a:lnTo>
                  <a:pt x="2901689" y="3605941"/>
                </a:lnTo>
                <a:lnTo>
                  <a:pt x="2902184" y="3605562"/>
                </a:lnTo>
                <a:lnTo>
                  <a:pt x="2902668" y="3605173"/>
                </a:lnTo>
                <a:lnTo>
                  <a:pt x="2903142" y="3604773"/>
                </a:lnTo>
                <a:lnTo>
                  <a:pt x="2903605" y="3604363"/>
                </a:lnTo>
                <a:lnTo>
                  <a:pt x="2904058" y="3603942"/>
                </a:lnTo>
                <a:lnTo>
                  <a:pt x="2904500" y="3603510"/>
                </a:lnTo>
                <a:lnTo>
                  <a:pt x="2904931" y="3603068"/>
                </a:lnTo>
                <a:lnTo>
                  <a:pt x="2905352" y="3602616"/>
                </a:lnTo>
                <a:lnTo>
                  <a:pt x="2905762" y="3602153"/>
                </a:lnTo>
                <a:lnTo>
                  <a:pt x="2906162" y="3601679"/>
                </a:lnTo>
                <a:lnTo>
                  <a:pt x="2906551" y="3601195"/>
                </a:lnTo>
                <a:lnTo>
                  <a:pt x="2906930" y="3600700"/>
                </a:lnTo>
                <a:lnTo>
                  <a:pt x="2907298" y="3600194"/>
                </a:lnTo>
                <a:lnTo>
                  <a:pt x="2907656" y="3599678"/>
                </a:lnTo>
                <a:lnTo>
                  <a:pt x="2908003" y="3599152"/>
                </a:lnTo>
                <a:lnTo>
                  <a:pt x="2908339" y="3598615"/>
                </a:lnTo>
                <a:lnTo>
                  <a:pt x="2908665" y="3598067"/>
                </a:lnTo>
                <a:lnTo>
                  <a:pt x="2908980" y="3597509"/>
                </a:lnTo>
                <a:lnTo>
                  <a:pt x="2910840" y="3609850"/>
                </a:lnTo>
                <a:lnTo>
                  <a:pt x="2924534" y="3609850"/>
                </a:lnTo>
                <a:lnTo>
                  <a:pt x="2924534" y="3488122"/>
                </a:lnTo>
                <a:lnTo>
                  <a:pt x="2907627" y="3488122"/>
                </a:lnTo>
                <a:lnTo>
                  <a:pt x="2907627" y="3533432"/>
                </a:lnTo>
                <a:lnTo>
                  <a:pt x="2907326" y="3532985"/>
                </a:lnTo>
                <a:lnTo>
                  <a:pt x="2907016" y="3532547"/>
                </a:lnTo>
                <a:lnTo>
                  <a:pt x="2906695" y="3532116"/>
                </a:lnTo>
                <a:lnTo>
                  <a:pt x="2906364" y="3531694"/>
                </a:lnTo>
                <a:lnTo>
                  <a:pt x="2906023" y="3531281"/>
                </a:lnTo>
                <a:lnTo>
                  <a:pt x="2905673" y="3530875"/>
                </a:lnTo>
                <a:lnTo>
                  <a:pt x="2905312" y="3530477"/>
                </a:lnTo>
                <a:lnTo>
                  <a:pt x="2904941" y="3530088"/>
                </a:lnTo>
                <a:lnTo>
                  <a:pt x="2904560" y="3529707"/>
                </a:lnTo>
                <a:lnTo>
                  <a:pt x="2904170" y="3529335"/>
                </a:lnTo>
                <a:lnTo>
                  <a:pt x="2903769" y="3528970"/>
                </a:lnTo>
                <a:lnTo>
                  <a:pt x="2903358" y="3528614"/>
                </a:lnTo>
                <a:lnTo>
                  <a:pt x="2902938" y="3528266"/>
                </a:lnTo>
                <a:lnTo>
                  <a:pt x="2902507" y="3527926"/>
                </a:lnTo>
                <a:lnTo>
                  <a:pt x="2902067" y="3527594"/>
                </a:lnTo>
                <a:lnTo>
                  <a:pt x="2901616" y="3527271"/>
                </a:lnTo>
                <a:lnTo>
                  <a:pt x="2901156" y="3526955"/>
                </a:lnTo>
                <a:lnTo>
                  <a:pt x="2900685" y="3526648"/>
                </a:lnTo>
                <a:lnTo>
                  <a:pt x="2900205" y="3526349"/>
                </a:lnTo>
                <a:lnTo>
                  <a:pt x="2899714" y="3526059"/>
                </a:lnTo>
                <a:lnTo>
                  <a:pt x="2899214" y="3525777"/>
                </a:lnTo>
                <a:lnTo>
                  <a:pt x="2898703" y="3525502"/>
                </a:lnTo>
                <a:lnTo>
                  <a:pt x="2898183" y="3525236"/>
                </a:lnTo>
                <a:lnTo>
                  <a:pt x="2897652" y="3524979"/>
                </a:lnTo>
                <a:lnTo>
                  <a:pt x="2897113" y="3524717"/>
                </a:lnTo>
                <a:lnTo>
                  <a:pt x="2896566" y="3524466"/>
                </a:lnTo>
                <a:lnTo>
                  <a:pt x="2896012" y="3524226"/>
                </a:lnTo>
                <a:lnTo>
                  <a:pt x="2895450" y="3523997"/>
                </a:lnTo>
                <a:lnTo>
                  <a:pt x="2894880" y="3523780"/>
                </a:lnTo>
                <a:lnTo>
                  <a:pt x="2894303" y="3523573"/>
                </a:lnTo>
                <a:lnTo>
                  <a:pt x="2893718" y="3523378"/>
                </a:lnTo>
                <a:lnTo>
                  <a:pt x="2893125" y="3523194"/>
                </a:lnTo>
                <a:lnTo>
                  <a:pt x="2892525" y="3523021"/>
                </a:lnTo>
                <a:lnTo>
                  <a:pt x="2891917" y="3522860"/>
                </a:lnTo>
                <a:lnTo>
                  <a:pt x="2891302" y="3522709"/>
                </a:lnTo>
                <a:lnTo>
                  <a:pt x="2890678" y="3522570"/>
                </a:lnTo>
                <a:lnTo>
                  <a:pt x="2890048" y="3522441"/>
                </a:lnTo>
                <a:lnTo>
                  <a:pt x="2889409" y="3522324"/>
                </a:lnTo>
                <a:lnTo>
                  <a:pt x="2888763" y="3522218"/>
                </a:lnTo>
                <a:lnTo>
                  <a:pt x="2888110" y="3522123"/>
                </a:lnTo>
                <a:lnTo>
                  <a:pt x="2887448" y="3522040"/>
                </a:lnTo>
                <a:lnTo>
                  <a:pt x="2886779" y="3521967"/>
                </a:lnTo>
                <a:lnTo>
                  <a:pt x="2886103" y="3521906"/>
                </a:lnTo>
                <a:lnTo>
                  <a:pt x="2885419" y="3521856"/>
                </a:lnTo>
                <a:lnTo>
                  <a:pt x="2884727" y="3521817"/>
                </a:lnTo>
                <a:lnTo>
                  <a:pt x="2884027" y="3521789"/>
                </a:lnTo>
                <a:lnTo>
                  <a:pt x="2883320" y="3521772"/>
                </a:lnTo>
                <a:lnTo>
                  <a:pt x="2882605" y="3521767"/>
                </a:lnTo>
                <a:lnTo>
                  <a:pt x="2881805" y="3521775"/>
                </a:lnTo>
                <a:lnTo>
                  <a:pt x="2881011" y="3521802"/>
                </a:lnTo>
                <a:lnTo>
                  <a:pt x="2880223" y="3521846"/>
                </a:lnTo>
                <a:lnTo>
                  <a:pt x="2879440" y="3521907"/>
                </a:lnTo>
                <a:lnTo>
                  <a:pt x="2878664" y="3521987"/>
                </a:lnTo>
                <a:lnTo>
                  <a:pt x="2877893" y="3522084"/>
                </a:lnTo>
                <a:lnTo>
                  <a:pt x="2877128" y="3522198"/>
                </a:lnTo>
                <a:lnTo>
                  <a:pt x="2876369" y="3522330"/>
                </a:lnTo>
                <a:lnTo>
                  <a:pt x="2875616" y="3522480"/>
                </a:lnTo>
                <a:lnTo>
                  <a:pt x="2874868" y="3522647"/>
                </a:lnTo>
                <a:lnTo>
                  <a:pt x="2874127" y="3522832"/>
                </a:lnTo>
                <a:lnTo>
                  <a:pt x="2873391" y="3523035"/>
                </a:lnTo>
                <a:lnTo>
                  <a:pt x="2872662" y="3523255"/>
                </a:lnTo>
                <a:lnTo>
                  <a:pt x="2871938" y="3523492"/>
                </a:lnTo>
                <a:lnTo>
                  <a:pt x="2871220" y="3523748"/>
                </a:lnTo>
                <a:lnTo>
                  <a:pt x="2870508" y="3524021"/>
                </a:lnTo>
                <a:lnTo>
                  <a:pt x="2869802" y="3524311"/>
                </a:lnTo>
                <a:lnTo>
                  <a:pt x="2869101" y="3524620"/>
                </a:lnTo>
                <a:lnTo>
                  <a:pt x="2868407" y="3524945"/>
                </a:lnTo>
                <a:lnTo>
                  <a:pt x="2867718" y="3525289"/>
                </a:lnTo>
                <a:lnTo>
                  <a:pt x="2867035" y="3525650"/>
                </a:lnTo>
                <a:lnTo>
                  <a:pt x="2866359" y="3526028"/>
                </a:lnTo>
                <a:lnTo>
                  <a:pt x="2865688" y="3526425"/>
                </a:lnTo>
                <a:lnTo>
                  <a:pt x="2865023" y="3526838"/>
                </a:lnTo>
                <a:lnTo>
                  <a:pt x="2864380" y="3527270"/>
                </a:lnTo>
                <a:lnTo>
                  <a:pt x="2863749" y="3527718"/>
                </a:lnTo>
                <a:lnTo>
                  <a:pt x="2863128" y="3528183"/>
                </a:lnTo>
                <a:lnTo>
                  <a:pt x="2862519" y="3528665"/>
                </a:lnTo>
                <a:lnTo>
                  <a:pt x="2861921" y="3529165"/>
                </a:lnTo>
                <a:lnTo>
                  <a:pt x="2861335" y="3529681"/>
                </a:lnTo>
                <a:lnTo>
                  <a:pt x="2860759" y="3530214"/>
                </a:lnTo>
                <a:lnTo>
                  <a:pt x="2860195" y="3530765"/>
                </a:lnTo>
                <a:lnTo>
                  <a:pt x="2859641" y="3531332"/>
                </a:lnTo>
                <a:lnTo>
                  <a:pt x="2859099" y="3531916"/>
                </a:lnTo>
                <a:lnTo>
                  <a:pt x="2858568" y="3532518"/>
                </a:lnTo>
                <a:lnTo>
                  <a:pt x="2858048" y="3533136"/>
                </a:lnTo>
                <a:lnTo>
                  <a:pt x="2857540" y="3533772"/>
                </a:lnTo>
                <a:lnTo>
                  <a:pt x="2857042" y="3534424"/>
                </a:lnTo>
                <a:lnTo>
                  <a:pt x="2856556" y="3535094"/>
                </a:lnTo>
                <a:lnTo>
                  <a:pt x="2856081" y="3535780"/>
                </a:lnTo>
                <a:lnTo>
                  <a:pt x="2855617" y="3536484"/>
                </a:lnTo>
                <a:lnTo>
                  <a:pt x="2855164" y="3537204"/>
                </a:lnTo>
                <a:lnTo>
                  <a:pt x="2854722" y="3537942"/>
                </a:lnTo>
                <a:lnTo>
                  <a:pt x="2854291" y="3538697"/>
                </a:lnTo>
                <a:lnTo>
                  <a:pt x="2853872" y="3539468"/>
                </a:lnTo>
                <a:lnTo>
                  <a:pt x="2853464" y="3540257"/>
                </a:lnTo>
                <a:lnTo>
                  <a:pt x="2853067" y="3541063"/>
                </a:lnTo>
                <a:lnTo>
                  <a:pt x="2852681" y="3541885"/>
                </a:lnTo>
                <a:lnTo>
                  <a:pt x="2852308" y="3542724"/>
                </a:lnTo>
                <a:lnTo>
                  <a:pt x="2851951" y="3543578"/>
                </a:lnTo>
                <a:lnTo>
                  <a:pt x="2851611" y="3544448"/>
                </a:lnTo>
                <a:lnTo>
                  <a:pt x="2851286" y="3545333"/>
                </a:lnTo>
                <a:lnTo>
                  <a:pt x="2850977" y="3546233"/>
                </a:lnTo>
                <a:lnTo>
                  <a:pt x="2850683" y="3547148"/>
                </a:lnTo>
                <a:lnTo>
                  <a:pt x="2850406" y="3548078"/>
                </a:lnTo>
                <a:lnTo>
                  <a:pt x="2850145" y="3549024"/>
                </a:lnTo>
                <a:lnTo>
                  <a:pt x="2849899" y="3549985"/>
                </a:lnTo>
                <a:lnTo>
                  <a:pt x="2849669" y="3550961"/>
                </a:lnTo>
                <a:lnTo>
                  <a:pt x="2849455" y="3551953"/>
                </a:lnTo>
                <a:lnTo>
                  <a:pt x="2849257" y="3552959"/>
                </a:lnTo>
                <a:lnTo>
                  <a:pt x="2849075" y="3553981"/>
                </a:lnTo>
                <a:lnTo>
                  <a:pt x="2848908" y="3555019"/>
                </a:lnTo>
                <a:lnTo>
                  <a:pt x="2848758" y="3556071"/>
                </a:lnTo>
                <a:lnTo>
                  <a:pt x="2848623" y="3557139"/>
                </a:lnTo>
                <a:lnTo>
                  <a:pt x="2848504" y="3558222"/>
                </a:lnTo>
                <a:lnTo>
                  <a:pt x="2848401" y="3559320"/>
                </a:lnTo>
                <a:lnTo>
                  <a:pt x="2848314" y="3560434"/>
                </a:lnTo>
                <a:lnTo>
                  <a:pt x="2848243" y="3561563"/>
                </a:lnTo>
                <a:lnTo>
                  <a:pt x="2848187" y="3562707"/>
                </a:lnTo>
                <a:lnTo>
                  <a:pt x="2848147" y="3563866"/>
                </a:lnTo>
                <a:lnTo>
                  <a:pt x="2848124" y="3565041"/>
                </a:lnTo>
                <a:lnTo>
                  <a:pt x="2848116" y="3566231"/>
                </a:lnTo>
                <a:lnTo>
                  <a:pt x="2848116" y="3568091"/>
                </a:lnTo>
                <a:lnTo>
                  <a:pt x="2848124" y="3569363"/>
                </a:lnTo>
                <a:lnTo>
                  <a:pt x="2848147" y="3570615"/>
                </a:lnTo>
                <a:lnTo>
                  <a:pt x="2848187" y="3571847"/>
                </a:lnTo>
                <a:lnTo>
                  <a:pt x="2848243" y="3573060"/>
                </a:lnTo>
                <a:lnTo>
                  <a:pt x="2848314" y="3574252"/>
                </a:lnTo>
                <a:lnTo>
                  <a:pt x="2848401" y="3575424"/>
                </a:lnTo>
                <a:lnTo>
                  <a:pt x="2848504" y="3576577"/>
                </a:lnTo>
                <a:lnTo>
                  <a:pt x="2848623" y="3577709"/>
                </a:lnTo>
                <a:lnTo>
                  <a:pt x="2848758" y="3578821"/>
                </a:lnTo>
                <a:lnTo>
                  <a:pt x="2848908" y="3579914"/>
                </a:lnTo>
                <a:lnTo>
                  <a:pt x="2849075" y="3580986"/>
                </a:lnTo>
                <a:lnTo>
                  <a:pt x="2849257" y="3582039"/>
                </a:lnTo>
                <a:lnTo>
                  <a:pt x="2849455" y="3583072"/>
                </a:lnTo>
                <a:lnTo>
                  <a:pt x="2849669" y="3584084"/>
                </a:lnTo>
                <a:lnTo>
                  <a:pt x="2849899" y="3585077"/>
                </a:lnTo>
                <a:lnTo>
                  <a:pt x="2850145" y="3586050"/>
                </a:lnTo>
                <a:lnTo>
                  <a:pt x="2850406" y="3587002"/>
                </a:lnTo>
                <a:lnTo>
                  <a:pt x="2850683" y="3587935"/>
                </a:lnTo>
                <a:lnTo>
                  <a:pt x="2850977" y="3588848"/>
                </a:lnTo>
                <a:lnTo>
                  <a:pt x="2851286" y="3589741"/>
                </a:lnTo>
                <a:lnTo>
                  <a:pt x="2851611" y="3590614"/>
                </a:lnTo>
                <a:lnTo>
                  <a:pt x="2851951" y="3591467"/>
                </a:lnTo>
                <a:lnTo>
                  <a:pt x="2852308" y="3592300"/>
                </a:lnTo>
                <a:lnTo>
                  <a:pt x="2852681" y="3593113"/>
                </a:lnTo>
                <a:lnTo>
                  <a:pt x="2853080" y="3593893"/>
                </a:lnTo>
                <a:lnTo>
                  <a:pt x="2853491" y="3594657"/>
                </a:lnTo>
                <a:lnTo>
                  <a:pt x="2853912" y="3595403"/>
                </a:lnTo>
                <a:lnTo>
                  <a:pt x="2854343" y="3596132"/>
                </a:lnTo>
                <a:lnTo>
                  <a:pt x="2854785" y="3596845"/>
                </a:lnTo>
                <a:lnTo>
                  <a:pt x="2855238" y="3597540"/>
                </a:lnTo>
                <a:lnTo>
                  <a:pt x="2855701" y="3598219"/>
                </a:lnTo>
                <a:lnTo>
                  <a:pt x="2856175" y="3598880"/>
                </a:lnTo>
                <a:lnTo>
                  <a:pt x="2856659" y="3599524"/>
                </a:lnTo>
                <a:lnTo>
                  <a:pt x="2857154" y="3600151"/>
                </a:lnTo>
                <a:lnTo>
                  <a:pt x="2857659" y="3600762"/>
                </a:lnTo>
                <a:lnTo>
                  <a:pt x="2858175" y="3601355"/>
                </a:lnTo>
                <a:lnTo>
                  <a:pt x="2858702" y="3601931"/>
                </a:lnTo>
                <a:lnTo>
                  <a:pt x="2859239" y="3602490"/>
                </a:lnTo>
                <a:lnTo>
                  <a:pt x="2859787" y="3603032"/>
                </a:lnTo>
                <a:lnTo>
                  <a:pt x="2860345" y="3603557"/>
                </a:lnTo>
                <a:lnTo>
                  <a:pt x="2860914" y="3604066"/>
                </a:lnTo>
                <a:lnTo>
                  <a:pt x="2861493" y="3604557"/>
                </a:lnTo>
                <a:lnTo>
                  <a:pt x="2862083" y="3605031"/>
                </a:lnTo>
                <a:lnTo>
                  <a:pt x="2862684" y="3605488"/>
                </a:lnTo>
                <a:lnTo>
                  <a:pt x="2863295" y="3605928"/>
                </a:lnTo>
                <a:lnTo>
                  <a:pt x="2863917" y="3606351"/>
                </a:lnTo>
                <a:lnTo>
                  <a:pt x="2864549" y="3606757"/>
                </a:lnTo>
                <a:lnTo>
                  <a:pt x="2865192" y="3607145"/>
                </a:lnTo>
                <a:lnTo>
                  <a:pt x="2865842" y="3607504"/>
                </a:lnTo>
                <a:lnTo>
                  <a:pt x="2866498" y="3607848"/>
                </a:lnTo>
                <a:lnTo>
                  <a:pt x="2867160" y="3608176"/>
                </a:lnTo>
                <a:lnTo>
                  <a:pt x="2867826" y="3608489"/>
                </a:lnTo>
                <a:lnTo>
                  <a:pt x="2868498" y="3608786"/>
                </a:lnTo>
                <a:lnTo>
                  <a:pt x="2869175" y="3609069"/>
                </a:lnTo>
                <a:lnTo>
                  <a:pt x="2869858" y="3609336"/>
                </a:lnTo>
                <a:lnTo>
                  <a:pt x="2870545" y="3609587"/>
                </a:lnTo>
                <a:lnTo>
                  <a:pt x="2871238" y="3609824"/>
                </a:lnTo>
                <a:lnTo>
                  <a:pt x="2871937" y="3610045"/>
                </a:lnTo>
                <a:lnTo>
                  <a:pt x="2872640" y="3610251"/>
                </a:lnTo>
                <a:lnTo>
                  <a:pt x="2873349" y="3610442"/>
                </a:lnTo>
                <a:lnTo>
                  <a:pt x="2874063" y="3610618"/>
                </a:lnTo>
                <a:lnTo>
                  <a:pt x="2874783" y="3610778"/>
                </a:lnTo>
                <a:lnTo>
                  <a:pt x="2875507" y="3610923"/>
                </a:lnTo>
                <a:lnTo>
                  <a:pt x="2876237" y="3611053"/>
                </a:lnTo>
                <a:lnTo>
                  <a:pt x="2876972" y="3611167"/>
                </a:lnTo>
                <a:lnTo>
                  <a:pt x="2877713" y="3611266"/>
                </a:lnTo>
                <a:lnTo>
                  <a:pt x="2878459" y="3611350"/>
                </a:lnTo>
                <a:lnTo>
                  <a:pt x="2879210" y="3611419"/>
                </a:lnTo>
                <a:lnTo>
                  <a:pt x="2879966" y="3611472"/>
                </a:lnTo>
                <a:lnTo>
                  <a:pt x="2880728" y="3611511"/>
                </a:lnTo>
                <a:lnTo>
                  <a:pt x="2881495" y="3611534"/>
                </a:lnTo>
                <a:lnTo>
                  <a:pt x="2882267" y="3611541"/>
                </a:lnTo>
                <a:lnTo>
                  <a:pt x="2883051" y="3611535"/>
                </a:lnTo>
                <a:lnTo>
                  <a:pt x="2883826" y="3611516"/>
                </a:lnTo>
                <a:lnTo>
                  <a:pt x="2884592" y="3611486"/>
                </a:lnTo>
                <a:lnTo>
                  <a:pt x="2885348" y="3611443"/>
                </a:lnTo>
                <a:lnTo>
                  <a:pt x="2886095" y="3611387"/>
                </a:lnTo>
                <a:lnTo>
                  <a:pt x="2886832" y="3611319"/>
                </a:lnTo>
                <a:lnTo>
                  <a:pt x="2887560" y="3611239"/>
                </a:lnTo>
                <a:lnTo>
                  <a:pt x="2888278" y="3611147"/>
                </a:lnTo>
                <a:lnTo>
                  <a:pt x="2888988" y="3611042"/>
                </a:lnTo>
                <a:close/>
                <a:moveTo>
                  <a:pt x="2879803" y="3598393"/>
                </a:moveTo>
                <a:lnTo>
                  <a:pt x="2879134" y="3598165"/>
                </a:lnTo>
                <a:lnTo>
                  <a:pt x="2878476" y="3597912"/>
                </a:lnTo>
                <a:lnTo>
                  <a:pt x="2877829" y="3597635"/>
                </a:lnTo>
                <a:lnTo>
                  <a:pt x="2877194" y="3597334"/>
                </a:lnTo>
                <a:lnTo>
                  <a:pt x="2876570" y="3597009"/>
                </a:lnTo>
                <a:lnTo>
                  <a:pt x="2875956" y="3596660"/>
                </a:lnTo>
                <a:lnTo>
                  <a:pt x="2875354" y="3596287"/>
                </a:lnTo>
                <a:lnTo>
                  <a:pt x="2874764" y="3595890"/>
                </a:lnTo>
                <a:lnTo>
                  <a:pt x="2874184" y="3595469"/>
                </a:lnTo>
                <a:lnTo>
                  <a:pt x="2873615" y="3595024"/>
                </a:lnTo>
                <a:lnTo>
                  <a:pt x="2873058" y="3594555"/>
                </a:lnTo>
                <a:lnTo>
                  <a:pt x="2872512" y="3594061"/>
                </a:lnTo>
                <a:lnTo>
                  <a:pt x="2871977" y="3593544"/>
                </a:lnTo>
                <a:lnTo>
                  <a:pt x="2871453" y="3593002"/>
                </a:lnTo>
                <a:lnTo>
                  <a:pt x="2870940" y="3592437"/>
                </a:lnTo>
                <a:lnTo>
                  <a:pt x="2870457" y="3591846"/>
                </a:lnTo>
                <a:lnTo>
                  <a:pt x="2869995" y="3591230"/>
                </a:lnTo>
                <a:lnTo>
                  <a:pt x="2869553" y="3590587"/>
                </a:lnTo>
                <a:lnTo>
                  <a:pt x="2869132" y="3589919"/>
                </a:lnTo>
                <a:lnTo>
                  <a:pt x="2868731" y="3589225"/>
                </a:lnTo>
                <a:lnTo>
                  <a:pt x="2868351" y="3588506"/>
                </a:lnTo>
                <a:lnTo>
                  <a:pt x="2867992" y="3587760"/>
                </a:lnTo>
                <a:lnTo>
                  <a:pt x="2867652" y="3586989"/>
                </a:lnTo>
                <a:lnTo>
                  <a:pt x="2867334" y="3586192"/>
                </a:lnTo>
                <a:lnTo>
                  <a:pt x="2867036" y="3585369"/>
                </a:lnTo>
                <a:lnTo>
                  <a:pt x="2866759" y="3584520"/>
                </a:lnTo>
                <a:lnTo>
                  <a:pt x="2866502" y="3583645"/>
                </a:lnTo>
                <a:lnTo>
                  <a:pt x="2866266" y="3582745"/>
                </a:lnTo>
                <a:lnTo>
                  <a:pt x="2866050" y="3581818"/>
                </a:lnTo>
                <a:lnTo>
                  <a:pt x="2865855" y="3580866"/>
                </a:lnTo>
                <a:lnTo>
                  <a:pt x="2865680" y="3579888"/>
                </a:lnTo>
                <a:lnTo>
                  <a:pt x="2865526" y="3578884"/>
                </a:lnTo>
                <a:lnTo>
                  <a:pt x="2865392" y="3577855"/>
                </a:lnTo>
                <a:lnTo>
                  <a:pt x="2865279" y="3576799"/>
                </a:lnTo>
                <a:lnTo>
                  <a:pt x="2865187" y="3575718"/>
                </a:lnTo>
                <a:lnTo>
                  <a:pt x="2865115" y="3574610"/>
                </a:lnTo>
                <a:lnTo>
                  <a:pt x="2865064" y="3573477"/>
                </a:lnTo>
                <a:lnTo>
                  <a:pt x="2865033" y="3572319"/>
                </a:lnTo>
                <a:lnTo>
                  <a:pt x="2865023" y="3571134"/>
                </a:lnTo>
                <a:lnTo>
                  <a:pt x="2865023" y="3561835"/>
                </a:lnTo>
                <a:lnTo>
                  <a:pt x="2865033" y="3560678"/>
                </a:lnTo>
                <a:lnTo>
                  <a:pt x="2865064" y="3559546"/>
                </a:lnTo>
                <a:lnTo>
                  <a:pt x="2865115" y="3558438"/>
                </a:lnTo>
                <a:lnTo>
                  <a:pt x="2865187" y="3557355"/>
                </a:lnTo>
                <a:lnTo>
                  <a:pt x="2865279" y="3556297"/>
                </a:lnTo>
                <a:lnTo>
                  <a:pt x="2865392" y="3555263"/>
                </a:lnTo>
                <a:lnTo>
                  <a:pt x="2865526" y="3554254"/>
                </a:lnTo>
                <a:lnTo>
                  <a:pt x="2865680" y="3553269"/>
                </a:lnTo>
                <a:lnTo>
                  <a:pt x="2865855" y="3552310"/>
                </a:lnTo>
                <a:lnTo>
                  <a:pt x="2866050" y="3551374"/>
                </a:lnTo>
                <a:lnTo>
                  <a:pt x="2866266" y="3550464"/>
                </a:lnTo>
                <a:lnTo>
                  <a:pt x="2866502" y="3549578"/>
                </a:lnTo>
                <a:lnTo>
                  <a:pt x="2866759" y="3548717"/>
                </a:lnTo>
                <a:lnTo>
                  <a:pt x="2867036" y="3547880"/>
                </a:lnTo>
                <a:lnTo>
                  <a:pt x="2867334" y="3547068"/>
                </a:lnTo>
                <a:lnTo>
                  <a:pt x="2867652" y="3546281"/>
                </a:lnTo>
                <a:lnTo>
                  <a:pt x="2867992" y="3545519"/>
                </a:lnTo>
                <a:lnTo>
                  <a:pt x="2868351" y="3544781"/>
                </a:lnTo>
                <a:lnTo>
                  <a:pt x="2868731" y="3544067"/>
                </a:lnTo>
                <a:lnTo>
                  <a:pt x="2869132" y="3543379"/>
                </a:lnTo>
                <a:lnTo>
                  <a:pt x="2869553" y="3542715"/>
                </a:lnTo>
                <a:lnTo>
                  <a:pt x="2869995" y="3542076"/>
                </a:lnTo>
                <a:lnTo>
                  <a:pt x="2870457" y="3541461"/>
                </a:lnTo>
                <a:lnTo>
                  <a:pt x="2870940" y="3540871"/>
                </a:lnTo>
                <a:lnTo>
                  <a:pt x="2871453" y="3540292"/>
                </a:lnTo>
                <a:lnTo>
                  <a:pt x="2871977" y="3539737"/>
                </a:lnTo>
                <a:lnTo>
                  <a:pt x="2872512" y="3539207"/>
                </a:lnTo>
                <a:lnTo>
                  <a:pt x="2873058" y="3538701"/>
                </a:lnTo>
                <a:lnTo>
                  <a:pt x="2873615" y="3538221"/>
                </a:lnTo>
                <a:lnTo>
                  <a:pt x="2874184" y="3537764"/>
                </a:lnTo>
                <a:lnTo>
                  <a:pt x="2874764" y="3537333"/>
                </a:lnTo>
                <a:lnTo>
                  <a:pt x="2875354" y="3536926"/>
                </a:lnTo>
                <a:lnTo>
                  <a:pt x="2875956" y="3536544"/>
                </a:lnTo>
                <a:lnTo>
                  <a:pt x="2876570" y="3536187"/>
                </a:lnTo>
                <a:lnTo>
                  <a:pt x="2877194" y="3535854"/>
                </a:lnTo>
                <a:lnTo>
                  <a:pt x="2877829" y="3535545"/>
                </a:lnTo>
                <a:lnTo>
                  <a:pt x="2878476" y="3535262"/>
                </a:lnTo>
                <a:lnTo>
                  <a:pt x="2879134" y="3535003"/>
                </a:lnTo>
                <a:lnTo>
                  <a:pt x="2879803" y="3534769"/>
                </a:lnTo>
                <a:lnTo>
                  <a:pt x="2880483" y="3534559"/>
                </a:lnTo>
                <a:lnTo>
                  <a:pt x="2881174" y="3534374"/>
                </a:lnTo>
                <a:lnTo>
                  <a:pt x="2881876" y="3534214"/>
                </a:lnTo>
                <a:lnTo>
                  <a:pt x="2882590" y="3534079"/>
                </a:lnTo>
                <a:lnTo>
                  <a:pt x="2883315" y="3533968"/>
                </a:lnTo>
                <a:lnTo>
                  <a:pt x="2884050" y="3533881"/>
                </a:lnTo>
                <a:lnTo>
                  <a:pt x="2884797" y="3533820"/>
                </a:lnTo>
                <a:lnTo>
                  <a:pt x="2885556" y="3533783"/>
                </a:lnTo>
                <a:lnTo>
                  <a:pt x="2886325" y="3533770"/>
                </a:lnTo>
                <a:lnTo>
                  <a:pt x="2887094" y="3533782"/>
                </a:lnTo>
                <a:lnTo>
                  <a:pt x="2887851" y="3533818"/>
                </a:lnTo>
                <a:lnTo>
                  <a:pt x="2888597" y="3533879"/>
                </a:lnTo>
                <a:lnTo>
                  <a:pt x="2889331" y="3533963"/>
                </a:lnTo>
                <a:lnTo>
                  <a:pt x="2890053" y="3534071"/>
                </a:lnTo>
                <a:lnTo>
                  <a:pt x="2890763" y="3534204"/>
                </a:lnTo>
                <a:lnTo>
                  <a:pt x="2891462" y="3534360"/>
                </a:lnTo>
                <a:lnTo>
                  <a:pt x="2892148" y="3534541"/>
                </a:lnTo>
                <a:lnTo>
                  <a:pt x="2892823" y="3534745"/>
                </a:lnTo>
                <a:lnTo>
                  <a:pt x="2893487" y="3534974"/>
                </a:lnTo>
                <a:lnTo>
                  <a:pt x="2894138" y="3535227"/>
                </a:lnTo>
                <a:lnTo>
                  <a:pt x="2894778" y="3535503"/>
                </a:lnTo>
                <a:lnTo>
                  <a:pt x="2895406" y="3535804"/>
                </a:lnTo>
                <a:lnTo>
                  <a:pt x="2896023" y="3536129"/>
                </a:lnTo>
                <a:lnTo>
                  <a:pt x="2896627" y="3536478"/>
                </a:lnTo>
                <a:lnTo>
                  <a:pt x="2897220" y="3536851"/>
                </a:lnTo>
                <a:lnTo>
                  <a:pt x="2897802" y="3537248"/>
                </a:lnTo>
                <a:lnTo>
                  <a:pt x="2898371" y="3537669"/>
                </a:lnTo>
                <a:lnTo>
                  <a:pt x="2898929" y="3538115"/>
                </a:lnTo>
                <a:lnTo>
                  <a:pt x="2899475" y="3538584"/>
                </a:lnTo>
                <a:lnTo>
                  <a:pt x="2900009" y="3539077"/>
                </a:lnTo>
                <a:lnTo>
                  <a:pt x="2900531" y="3539595"/>
                </a:lnTo>
                <a:lnTo>
                  <a:pt x="2901042" y="3540136"/>
                </a:lnTo>
                <a:lnTo>
                  <a:pt x="2901541" y="3540702"/>
                </a:lnTo>
                <a:lnTo>
                  <a:pt x="2902038" y="3541292"/>
                </a:lnTo>
                <a:lnTo>
                  <a:pt x="2902513" y="3541908"/>
                </a:lnTo>
                <a:lnTo>
                  <a:pt x="2902968" y="3542549"/>
                </a:lnTo>
                <a:lnTo>
                  <a:pt x="2903401" y="3543215"/>
                </a:lnTo>
                <a:lnTo>
                  <a:pt x="2903813" y="3543906"/>
                </a:lnTo>
                <a:lnTo>
                  <a:pt x="2904204" y="3544622"/>
                </a:lnTo>
                <a:lnTo>
                  <a:pt x="2904574" y="3545364"/>
                </a:lnTo>
                <a:lnTo>
                  <a:pt x="2904922" y="3546131"/>
                </a:lnTo>
                <a:lnTo>
                  <a:pt x="2905250" y="3546923"/>
                </a:lnTo>
                <a:lnTo>
                  <a:pt x="2905556" y="3547741"/>
                </a:lnTo>
                <a:lnTo>
                  <a:pt x="2905842" y="3548583"/>
                </a:lnTo>
                <a:lnTo>
                  <a:pt x="2906106" y="3549451"/>
                </a:lnTo>
                <a:lnTo>
                  <a:pt x="2906349" y="3550344"/>
                </a:lnTo>
                <a:lnTo>
                  <a:pt x="2906571" y="3551263"/>
                </a:lnTo>
                <a:lnTo>
                  <a:pt x="2906771" y="3552206"/>
                </a:lnTo>
                <a:lnTo>
                  <a:pt x="2906951" y="3553175"/>
                </a:lnTo>
                <a:lnTo>
                  <a:pt x="2907110" y="3554170"/>
                </a:lnTo>
                <a:lnTo>
                  <a:pt x="2907247" y="3555189"/>
                </a:lnTo>
                <a:lnTo>
                  <a:pt x="2907363" y="3556234"/>
                </a:lnTo>
                <a:lnTo>
                  <a:pt x="2907458" y="3557303"/>
                </a:lnTo>
                <a:lnTo>
                  <a:pt x="2907532" y="3558399"/>
                </a:lnTo>
                <a:lnTo>
                  <a:pt x="2907585" y="3559519"/>
                </a:lnTo>
                <a:lnTo>
                  <a:pt x="2907617" y="3560665"/>
                </a:lnTo>
                <a:lnTo>
                  <a:pt x="2907627" y="3561835"/>
                </a:lnTo>
                <a:lnTo>
                  <a:pt x="2907627" y="3571303"/>
                </a:lnTo>
                <a:lnTo>
                  <a:pt x="2907617" y="3572488"/>
                </a:lnTo>
                <a:lnTo>
                  <a:pt x="2907585" y="3573647"/>
                </a:lnTo>
                <a:lnTo>
                  <a:pt x="2907532" y="3574780"/>
                </a:lnTo>
                <a:lnTo>
                  <a:pt x="2907458" y="3575887"/>
                </a:lnTo>
                <a:lnTo>
                  <a:pt x="2907363" y="3576968"/>
                </a:lnTo>
                <a:lnTo>
                  <a:pt x="2907247" y="3578024"/>
                </a:lnTo>
                <a:lnTo>
                  <a:pt x="2907110" y="3579053"/>
                </a:lnTo>
                <a:lnTo>
                  <a:pt x="2906951" y="3580057"/>
                </a:lnTo>
                <a:lnTo>
                  <a:pt x="2906771" y="3581035"/>
                </a:lnTo>
                <a:lnTo>
                  <a:pt x="2906571" y="3581987"/>
                </a:lnTo>
                <a:lnTo>
                  <a:pt x="2906349" y="3582914"/>
                </a:lnTo>
                <a:lnTo>
                  <a:pt x="2906106" y="3583814"/>
                </a:lnTo>
                <a:lnTo>
                  <a:pt x="2905842" y="3584689"/>
                </a:lnTo>
                <a:lnTo>
                  <a:pt x="2905556" y="3585538"/>
                </a:lnTo>
                <a:lnTo>
                  <a:pt x="2905250" y="3586361"/>
                </a:lnTo>
                <a:lnTo>
                  <a:pt x="2904922" y="3587158"/>
                </a:lnTo>
                <a:lnTo>
                  <a:pt x="2904574" y="3587929"/>
                </a:lnTo>
                <a:lnTo>
                  <a:pt x="2904204" y="3588675"/>
                </a:lnTo>
                <a:lnTo>
                  <a:pt x="2903813" y="3589395"/>
                </a:lnTo>
                <a:lnTo>
                  <a:pt x="2903401" y="3590088"/>
                </a:lnTo>
                <a:lnTo>
                  <a:pt x="2902968" y="3590756"/>
                </a:lnTo>
                <a:lnTo>
                  <a:pt x="2902513" y="3591399"/>
                </a:lnTo>
                <a:lnTo>
                  <a:pt x="2902038" y="3592015"/>
                </a:lnTo>
                <a:lnTo>
                  <a:pt x="2901541" y="3592606"/>
                </a:lnTo>
                <a:lnTo>
                  <a:pt x="2901042" y="3593158"/>
                </a:lnTo>
                <a:lnTo>
                  <a:pt x="2900531" y="3593686"/>
                </a:lnTo>
                <a:lnTo>
                  <a:pt x="2900009" y="3594191"/>
                </a:lnTo>
                <a:lnTo>
                  <a:pt x="2899475" y="3594672"/>
                </a:lnTo>
                <a:lnTo>
                  <a:pt x="2898929" y="3595130"/>
                </a:lnTo>
                <a:lnTo>
                  <a:pt x="2898371" y="3595564"/>
                </a:lnTo>
                <a:lnTo>
                  <a:pt x="2897802" y="3595975"/>
                </a:lnTo>
                <a:lnTo>
                  <a:pt x="2897220" y="3596363"/>
                </a:lnTo>
                <a:lnTo>
                  <a:pt x="2896627" y="3596727"/>
                </a:lnTo>
                <a:lnTo>
                  <a:pt x="2896023" y="3597067"/>
                </a:lnTo>
                <a:lnTo>
                  <a:pt x="2895406" y="3597384"/>
                </a:lnTo>
                <a:lnTo>
                  <a:pt x="2894778" y="3597678"/>
                </a:lnTo>
                <a:lnTo>
                  <a:pt x="2894138" y="3597948"/>
                </a:lnTo>
                <a:lnTo>
                  <a:pt x="2893487" y="3598194"/>
                </a:lnTo>
                <a:lnTo>
                  <a:pt x="2892823" y="3598417"/>
                </a:lnTo>
                <a:lnTo>
                  <a:pt x="2892148" y="3598617"/>
                </a:lnTo>
                <a:lnTo>
                  <a:pt x="2891462" y="3598793"/>
                </a:lnTo>
                <a:lnTo>
                  <a:pt x="2890763" y="3598946"/>
                </a:lnTo>
                <a:lnTo>
                  <a:pt x="2890053" y="3599075"/>
                </a:lnTo>
                <a:lnTo>
                  <a:pt x="2889331" y="3599180"/>
                </a:lnTo>
                <a:lnTo>
                  <a:pt x="2888597" y="3599263"/>
                </a:lnTo>
                <a:lnTo>
                  <a:pt x="2887851" y="3599321"/>
                </a:lnTo>
                <a:lnTo>
                  <a:pt x="2887094" y="3599356"/>
                </a:lnTo>
                <a:lnTo>
                  <a:pt x="2886325" y="3599368"/>
                </a:lnTo>
                <a:lnTo>
                  <a:pt x="2885556" y="3599356"/>
                </a:lnTo>
                <a:lnTo>
                  <a:pt x="2884797" y="3599320"/>
                </a:lnTo>
                <a:lnTo>
                  <a:pt x="2884050" y="3599260"/>
                </a:lnTo>
                <a:lnTo>
                  <a:pt x="2883315" y="3599176"/>
                </a:lnTo>
                <a:lnTo>
                  <a:pt x="2882590" y="3599067"/>
                </a:lnTo>
                <a:lnTo>
                  <a:pt x="2881876" y="3598935"/>
                </a:lnTo>
                <a:lnTo>
                  <a:pt x="2881174" y="3598779"/>
                </a:lnTo>
                <a:lnTo>
                  <a:pt x="2880483" y="3598598"/>
                </a:lnTo>
                <a:lnTo>
                  <a:pt x="2879803" y="3598393"/>
                </a:lnTo>
                <a:close/>
                <a:moveTo>
                  <a:pt x="2801012" y="3609850"/>
                </a:moveTo>
                <a:lnTo>
                  <a:pt x="2830261" y="3609850"/>
                </a:lnTo>
                <a:lnTo>
                  <a:pt x="2830261" y="3596832"/>
                </a:lnTo>
                <a:lnTo>
                  <a:pt x="2801012" y="3596832"/>
                </a:lnTo>
                <a:lnTo>
                  <a:pt x="2801012" y="3523457"/>
                </a:lnTo>
                <a:lnTo>
                  <a:pt x="2753166" y="3523457"/>
                </a:lnTo>
                <a:lnTo>
                  <a:pt x="2753166" y="3536644"/>
                </a:lnTo>
                <a:lnTo>
                  <a:pt x="2784105" y="3536644"/>
                </a:lnTo>
                <a:lnTo>
                  <a:pt x="2784105" y="3596832"/>
                </a:lnTo>
                <a:lnTo>
                  <a:pt x="2753166" y="3596832"/>
                </a:lnTo>
                <a:lnTo>
                  <a:pt x="2753166" y="3609850"/>
                </a:lnTo>
                <a:lnTo>
                  <a:pt x="2784105" y="3609850"/>
                </a:lnTo>
                <a:lnTo>
                  <a:pt x="2801012" y="3609850"/>
                </a:lnTo>
                <a:close/>
                <a:moveTo>
                  <a:pt x="3010354" y="3767875"/>
                </a:moveTo>
                <a:lnTo>
                  <a:pt x="3010354" y="3743022"/>
                </a:lnTo>
                <a:lnTo>
                  <a:pt x="2995814" y="3743022"/>
                </a:lnTo>
                <a:lnTo>
                  <a:pt x="2995814" y="3767875"/>
                </a:lnTo>
                <a:lnTo>
                  <a:pt x="2999703" y="3790023"/>
                </a:lnTo>
                <a:lnTo>
                  <a:pt x="3006466" y="3790023"/>
                </a:lnTo>
                <a:lnTo>
                  <a:pt x="3010354" y="3767875"/>
                </a:lnTo>
                <a:close/>
                <a:moveTo>
                  <a:pt x="2985163" y="3743022"/>
                </a:moveTo>
                <a:lnTo>
                  <a:pt x="2970623" y="3743022"/>
                </a:lnTo>
                <a:lnTo>
                  <a:pt x="2970623" y="3767875"/>
                </a:lnTo>
                <a:lnTo>
                  <a:pt x="2974512" y="3790023"/>
                </a:lnTo>
                <a:lnTo>
                  <a:pt x="2981275" y="3790023"/>
                </a:lnTo>
                <a:lnTo>
                  <a:pt x="2985163" y="3767875"/>
                </a:lnTo>
                <a:lnTo>
                  <a:pt x="2985163" y="3743022"/>
                </a:lnTo>
                <a:close/>
                <a:moveTo>
                  <a:pt x="2870141" y="3804284"/>
                </a:moveTo>
                <a:lnTo>
                  <a:pt x="2870207" y="3803736"/>
                </a:lnTo>
                <a:lnTo>
                  <a:pt x="2870282" y="3803194"/>
                </a:lnTo>
                <a:lnTo>
                  <a:pt x="2870366" y="3802658"/>
                </a:lnTo>
                <a:lnTo>
                  <a:pt x="2870458" y="3802128"/>
                </a:lnTo>
                <a:lnTo>
                  <a:pt x="2870559" y="3801604"/>
                </a:lnTo>
                <a:lnTo>
                  <a:pt x="2870669" y="3801085"/>
                </a:lnTo>
                <a:lnTo>
                  <a:pt x="2870788" y="3800573"/>
                </a:lnTo>
                <a:lnTo>
                  <a:pt x="2870916" y="3800066"/>
                </a:lnTo>
                <a:lnTo>
                  <a:pt x="2871052" y="3799566"/>
                </a:lnTo>
                <a:lnTo>
                  <a:pt x="2871198" y="3799071"/>
                </a:lnTo>
                <a:lnTo>
                  <a:pt x="2871352" y="3798582"/>
                </a:lnTo>
                <a:lnTo>
                  <a:pt x="2871515" y="3798099"/>
                </a:lnTo>
                <a:lnTo>
                  <a:pt x="2871686" y="3797621"/>
                </a:lnTo>
                <a:lnTo>
                  <a:pt x="2871867" y="3797150"/>
                </a:lnTo>
                <a:lnTo>
                  <a:pt x="2872056" y="3796684"/>
                </a:lnTo>
                <a:lnTo>
                  <a:pt x="2872255" y="3796225"/>
                </a:lnTo>
                <a:lnTo>
                  <a:pt x="2872461" y="3795771"/>
                </a:lnTo>
                <a:lnTo>
                  <a:pt x="2872676" y="3795311"/>
                </a:lnTo>
                <a:lnTo>
                  <a:pt x="2872898" y="3794859"/>
                </a:lnTo>
                <a:lnTo>
                  <a:pt x="2873127" y="3794416"/>
                </a:lnTo>
                <a:lnTo>
                  <a:pt x="2873363" y="3793982"/>
                </a:lnTo>
                <a:lnTo>
                  <a:pt x="2873606" y="3793556"/>
                </a:lnTo>
                <a:lnTo>
                  <a:pt x="2873856" y="3793140"/>
                </a:lnTo>
                <a:lnTo>
                  <a:pt x="2874113" y="3792732"/>
                </a:lnTo>
                <a:lnTo>
                  <a:pt x="2874378" y="3792333"/>
                </a:lnTo>
                <a:lnTo>
                  <a:pt x="2874649" y="3791943"/>
                </a:lnTo>
                <a:lnTo>
                  <a:pt x="2874927" y="3791562"/>
                </a:lnTo>
                <a:lnTo>
                  <a:pt x="2875212" y="3791189"/>
                </a:lnTo>
                <a:lnTo>
                  <a:pt x="2875505" y="3790826"/>
                </a:lnTo>
                <a:lnTo>
                  <a:pt x="2875804" y="3790471"/>
                </a:lnTo>
                <a:lnTo>
                  <a:pt x="2876110" y="3790125"/>
                </a:lnTo>
                <a:lnTo>
                  <a:pt x="2876424" y="3789787"/>
                </a:lnTo>
                <a:lnTo>
                  <a:pt x="2876744" y="3789459"/>
                </a:lnTo>
                <a:lnTo>
                  <a:pt x="2877072" y="3789139"/>
                </a:lnTo>
                <a:lnTo>
                  <a:pt x="2877407" y="3788829"/>
                </a:lnTo>
                <a:lnTo>
                  <a:pt x="2877748" y="3788526"/>
                </a:lnTo>
                <a:lnTo>
                  <a:pt x="2878097" y="3788233"/>
                </a:lnTo>
                <a:lnTo>
                  <a:pt x="2878453" y="3787949"/>
                </a:lnTo>
                <a:lnTo>
                  <a:pt x="2878816" y="3787673"/>
                </a:lnTo>
                <a:lnTo>
                  <a:pt x="2879185" y="3787406"/>
                </a:lnTo>
                <a:lnTo>
                  <a:pt x="2879562" y="3787148"/>
                </a:lnTo>
                <a:lnTo>
                  <a:pt x="2879946" y="3786886"/>
                </a:lnTo>
                <a:lnTo>
                  <a:pt x="2880335" y="3786635"/>
                </a:lnTo>
                <a:lnTo>
                  <a:pt x="2880730" y="3786396"/>
                </a:lnTo>
                <a:lnTo>
                  <a:pt x="2881131" y="3786167"/>
                </a:lnTo>
                <a:lnTo>
                  <a:pt x="2881538" y="3785949"/>
                </a:lnTo>
                <a:lnTo>
                  <a:pt x="2881950" y="3785743"/>
                </a:lnTo>
                <a:lnTo>
                  <a:pt x="2882369" y="3785548"/>
                </a:lnTo>
                <a:lnTo>
                  <a:pt x="2882793" y="3785364"/>
                </a:lnTo>
                <a:lnTo>
                  <a:pt x="2883224" y="3785191"/>
                </a:lnTo>
                <a:lnTo>
                  <a:pt x="2883660" y="3785029"/>
                </a:lnTo>
                <a:lnTo>
                  <a:pt x="2884102" y="3784879"/>
                </a:lnTo>
                <a:lnTo>
                  <a:pt x="2884550" y="3784739"/>
                </a:lnTo>
                <a:lnTo>
                  <a:pt x="2885004" y="3784611"/>
                </a:lnTo>
                <a:lnTo>
                  <a:pt x="2885463" y="3784494"/>
                </a:lnTo>
                <a:lnTo>
                  <a:pt x="2885929" y="3784388"/>
                </a:lnTo>
                <a:lnTo>
                  <a:pt x="2886400" y="3784293"/>
                </a:lnTo>
                <a:lnTo>
                  <a:pt x="2886877" y="3784209"/>
                </a:lnTo>
                <a:lnTo>
                  <a:pt x="2887361" y="3784137"/>
                </a:lnTo>
                <a:lnTo>
                  <a:pt x="2887850" y="3784076"/>
                </a:lnTo>
                <a:lnTo>
                  <a:pt x="2888344" y="3784025"/>
                </a:lnTo>
                <a:lnTo>
                  <a:pt x="2888845" y="3783986"/>
                </a:lnTo>
                <a:lnTo>
                  <a:pt x="2889352" y="3783958"/>
                </a:lnTo>
                <a:lnTo>
                  <a:pt x="2889864" y="3783942"/>
                </a:lnTo>
                <a:lnTo>
                  <a:pt x="2890383" y="3783936"/>
                </a:lnTo>
                <a:lnTo>
                  <a:pt x="2891122" y="3783946"/>
                </a:lnTo>
                <a:lnTo>
                  <a:pt x="2891848" y="3783975"/>
                </a:lnTo>
                <a:lnTo>
                  <a:pt x="2892559" y="3784023"/>
                </a:lnTo>
                <a:lnTo>
                  <a:pt x="2893257" y="3784091"/>
                </a:lnTo>
                <a:lnTo>
                  <a:pt x="2893940" y="3784178"/>
                </a:lnTo>
                <a:lnTo>
                  <a:pt x="2894609" y="3784285"/>
                </a:lnTo>
                <a:lnTo>
                  <a:pt x="2895264" y="3784411"/>
                </a:lnTo>
                <a:lnTo>
                  <a:pt x="2895905" y="3784556"/>
                </a:lnTo>
                <a:lnTo>
                  <a:pt x="2896532" y="3784721"/>
                </a:lnTo>
                <a:lnTo>
                  <a:pt x="2897145" y="3784905"/>
                </a:lnTo>
                <a:lnTo>
                  <a:pt x="2897744" y="3785108"/>
                </a:lnTo>
                <a:lnTo>
                  <a:pt x="2898329" y="3785331"/>
                </a:lnTo>
                <a:lnTo>
                  <a:pt x="2898899" y="3785573"/>
                </a:lnTo>
                <a:lnTo>
                  <a:pt x="2899456" y="3785835"/>
                </a:lnTo>
                <a:lnTo>
                  <a:pt x="2899998" y="3786116"/>
                </a:lnTo>
                <a:lnTo>
                  <a:pt x="2900526" y="3786416"/>
                </a:lnTo>
                <a:lnTo>
                  <a:pt x="2901041" y="3786736"/>
                </a:lnTo>
                <a:lnTo>
                  <a:pt x="2901541" y="3787075"/>
                </a:lnTo>
                <a:lnTo>
                  <a:pt x="2902027" y="3787433"/>
                </a:lnTo>
                <a:lnTo>
                  <a:pt x="2902499" y="3787811"/>
                </a:lnTo>
                <a:lnTo>
                  <a:pt x="2902957" y="3788208"/>
                </a:lnTo>
                <a:lnTo>
                  <a:pt x="2903401" y="3788624"/>
                </a:lnTo>
                <a:lnTo>
                  <a:pt x="2903830" y="3789060"/>
                </a:lnTo>
                <a:lnTo>
                  <a:pt x="2904246" y="3789516"/>
                </a:lnTo>
                <a:lnTo>
                  <a:pt x="2904660" y="3789992"/>
                </a:lnTo>
                <a:lnTo>
                  <a:pt x="2905056" y="3790491"/>
                </a:lnTo>
                <a:lnTo>
                  <a:pt x="2905435" y="3791013"/>
                </a:lnTo>
                <a:lnTo>
                  <a:pt x="2905796" y="3791558"/>
                </a:lnTo>
                <a:lnTo>
                  <a:pt x="2906139" y="3792126"/>
                </a:lnTo>
                <a:lnTo>
                  <a:pt x="2906465" y="3792717"/>
                </a:lnTo>
                <a:lnTo>
                  <a:pt x="2906773" y="3793331"/>
                </a:lnTo>
                <a:lnTo>
                  <a:pt x="2907064" y="3793968"/>
                </a:lnTo>
                <a:lnTo>
                  <a:pt x="2907337" y="3794627"/>
                </a:lnTo>
                <a:lnTo>
                  <a:pt x="2907592" y="3795310"/>
                </a:lnTo>
                <a:lnTo>
                  <a:pt x="2907830" y="3796015"/>
                </a:lnTo>
                <a:lnTo>
                  <a:pt x="2908050" y="3796743"/>
                </a:lnTo>
                <a:lnTo>
                  <a:pt x="2908252" y="3797494"/>
                </a:lnTo>
                <a:lnTo>
                  <a:pt x="2908437" y="3798268"/>
                </a:lnTo>
                <a:lnTo>
                  <a:pt x="2908605" y="3799065"/>
                </a:lnTo>
                <a:lnTo>
                  <a:pt x="2908754" y="3799885"/>
                </a:lnTo>
                <a:lnTo>
                  <a:pt x="2908886" y="3800728"/>
                </a:lnTo>
                <a:lnTo>
                  <a:pt x="2909001" y="3801593"/>
                </a:lnTo>
                <a:lnTo>
                  <a:pt x="2909098" y="3802482"/>
                </a:lnTo>
                <a:lnTo>
                  <a:pt x="2909177" y="3803393"/>
                </a:lnTo>
                <a:lnTo>
                  <a:pt x="2909239" y="3804327"/>
                </a:lnTo>
                <a:lnTo>
                  <a:pt x="2909283" y="3805284"/>
                </a:lnTo>
                <a:lnTo>
                  <a:pt x="2909309" y="3806265"/>
                </a:lnTo>
                <a:lnTo>
                  <a:pt x="2909318" y="3807268"/>
                </a:lnTo>
                <a:lnTo>
                  <a:pt x="2909318" y="3859002"/>
                </a:lnTo>
                <a:lnTo>
                  <a:pt x="2926225" y="3859002"/>
                </a:lnTo>
                <a:lnTo>
                  <a:pt x="2926225" y="3802365"/>
                </a:lnTo>
                <a:lnTo>
                  <a:pt x="2926210" y="3801082"/>
                </a:lnTo>
                <a:lnTo>
                  <a:pt x="2926166" y="3799825"/>
                </a:lnTo>
                <a:lnTo>
                  <a:pt x="2926093" y="3798595"/>
                </a:lnTo>
                <a:lnTo>
                  <a:pt x="2925990" y="3797391"/>
                </a:lnTo>
                <a:lnTo>
                  <a:pt x="2925858" y="3796214"/>
                </a:lnTo>
                <a:lnTo>
                  <a:pt x="2925696" y="3795063"/>
                </a:lnTo>
                <a:lnTo>
                  <a:pt x="2925506" y="3793938"/>
                </a:lnTo>
                <a:lnTo>
                  <a:pt x="2925285" y="3792840"/>
                </a:lnTo>
                <a:lnTo>
                  <a:pt x="2925036" y="3791769"/>
                </a:lnTo>
                <a:lnTo>
                  <a:pt x="2924757" y="3790724"/>
                </a:lnTo>
                <a:lnTo>
                  <a:pt x="2924449" y="3789705"/>
                </a:lnTo>
                <a:lnTo>
                  <a:pt x="2924111" y="3788712"/>
                </a:lnTo>
                <a:lnTo>
                  <a:pt x="2923745" y="3787746"/>
                </a:lnTo>
                <a:lnTo>
                  <a:pt x="2923348" y="3786807"/>
                </a:lnTo>
                <a:lnTo>
                  <a:pt x="2922923" y="3785894"/>
                </a:lnTo>
                <a:lnTo>
                  <a:pt x="2922468" y="3785007"/>
                </a:lnTo>
                <a:lnTo>
                  <a:pt x="2921983" y="3784147"/>
                </a:lnTo>
                <a:lnTo>
                  <a:pt x="2921470" y="3783313"/>
                </a:lnTo>
                <a:lnTo>
                  <a:pt x="2920927" y="3782505"/>
                </a:lnTo>
                <a:lnTo>
                  <a:pt x="2920354" y="3781724"/>
                </a:lnTo>
                <a:lnTo>
                  <a:pt x="2919753" y="3780970"/>
                </a:lnTo>
                <a:lnTo>
                  <a:pt x="2919122" y="3780241"/>
                </a:lnTo>
                <a:lnTo>
                  <a:pt x="2918461" y="3779540"/>
                </a:lnTo>
                <a:lnTo>
                  <a:pt x="2917771" y="3778864"/>
                </a:lnTo>
                <a:lnTo>
                  <a:pt x="2917057" y="3778216"/>
                </a:lnTo>
                <a:lnTo>
                  <a:pt x="2916323" y="3777595"/>
                </a:lnTo>
                <a:lnTo>
                  <a:pt x="2915568" y="3777002"/>
                </a:lnTo>
                <a:lnTo>
                  <a:pt x="2914794" y="3776436"/>
                </a:lnTo>
                <a:lnTo>
                  <a:pt x="2914000" y="3775898"/>
                </a:lnTo>
                <a:lnTo>
                  <a:pt x="2913186" y="3775388"/>
                </a:lnTo>
                <a:lnTo>
                  <a:pt x="2912351" y="3774905"/>
                </a:lnTo>
                <a:lnTo>
                  <a:pt x="2911497" y="3774450"/>
                </a:lnTo>
                <a:lnTo>
                  <a:pt x="2910623" y="3774022"/>
                </a:lnTo>
                <a:lnTo>
                  <a:pt x="2909729" y="3773622"/>
                </a:lnTo>
                <a:lnTo>
                  <a:pt x="2908815" y="3773250"/>
                </a:lnTo>
                <a:lnTo>
                  <a:pt x="2907881" y="3772905"/>
                </a:lnTo>
                <a:lnTo>
                  <a:pt x="2906927" y="3772587"/>
                </a:lnTo>
                <a:lnTo>
                  <a:pt x="2905953" y="3772298"/>
                </a:lnTo>
                <a:lnTo>
                  <a:pt x="2904959" y="3772036"/>
                </a:lnTo>
                <a:lnTo>
                  <a:pt x="2903945" y="3771801"/>
                </a:lnTo>
                <a:lnTo>
                  <a:pt x="2902912" y="3771594"/>
                </a:lnTo>
                <a:lnTo>
                  <a:pt x="2901858" y="3771415"/>
                </a:lnTo>
                <a:lnTo>
                  <a:pt x="2900784" y="3771263"/>
                </a:lnTo>
                <a:lnTo>
                  <a:pt x="2899691" y="3771139"/>
                </a:lnTo>
                <a:lnTo>
                  <a:pt x="2898577" y="3771042"/>
                </a:lnTo>
                <a:lnTo>
                  <a:pt x="2897443" y="3770973"/>
                </a:lnTo>
                <a:lnTo>
                  <a:pt x="2896290" y="3770932"/>
                </a:lnTo>
                <a:lnTo>
                  <a:pt x="2895116" y="3770918"/>
                </a:lnTo>
                <a:lnTo>
                  <a:pt x="2894400" y="3770924"/>
                </a:lnTo>
                <a:lnTo>
                  <a:pt x="2893690" y="3770942"/>
                </a:lnTo>
                <a:lnTo>
                  <a:pt x="2892984" y="3770971"/>
                </a:lnTo>
                <a:lnTo>
                  <a:pt x="2892284" y="3771012"/>
                </a:lnTo>
                <a:lnTo>
                  <a:pt x="2891590" y="3771065"/>
                </a:lnTo>
                <a:lnTo>
                  <a:pt x="2890900" y="3771129"/>
                </a:lnTo>
                <a:lnTo>
                  <a:pt x="2890216" y="3771206"/>
                </a:lnTo>
                <a:lnTo>
                  <a:pt x="2889537" y="3771294"/>
                </a:lnTo>
                <a:lnTo>
                  <a:pt x="2888863" y="3771394"/>
                </a:lnTo>
                <a:lnTo>
                  <a:pt x="2888195" y="3771505"/>
                </a:lnTo>
                <a:lnTo>
                  <a:pt x="2887532" y="3771628"/>
                </a:lnTo>
                <a:lnTo>
                  <a:pt x="2886874" y="3771763"/>
                </a:lnTo>
                <a:lnTo>
                  <a:pt x="2886222" y="3771910"/>
                </a:lnTo>
                <a:lnTo>
                  <a:pt x="2885575" y="3772069"/>
                </a:lnTo>
                <a:lnTo>
                  <a:pt x="2884933" y="3772239"/>
                </a:lnTo>
                <a:lnTo>
                  <a:pt x="2884296" y="3772421"/>
                </a:lnTo>
                <a:lnTo>
                  <a:pt x="2883665" y="3772615"/>
                </a:lnTo>
                <a:lnTo>
                  <a:pt x="2883039" y="3772820"/>
                </a:lnTo>
                <a:lnTo>
                  <a:pt x="2882418" y="3773037"/>
                </a:lnTo>
                <a:lnTo>
                  <a:pt x="2881802" y="3773266"/>
                </a:lnTo>
                <a:lnTo>
                  <a:pt x="2881192" y="3773507"/>
                </a:lnTo>
                <a:lnTo>
                  <a:pt x="2880587" y="3773759"/>
                </a:lnTo>
                <a:lnTo>
                  <a:pt x="2879987" y="3774023"/>
                </a:lnTo>
                <a:lnTo>
                  <a:pt x="2879393" y="3774299"/>
                </a:lnTo>
                <a:lnTo>
                  <a:pt x="2878807" y="3774588"/>
                </a:lnTo>
                <a:lnTo>
                  <a:pt x="2878232" y="3774890"/>
                </a:lnTo>
                <a:lnTo>
                  <a:pt x="2877668" y="3775205"/>
                </a:lnTo>
                <a:lnTo>
                  <a:pt x="2877115" y="3775534"/>
                </a:lnTo>
                <a:lnTo>
                  <a:pt x="2876574" y="3775877"/>
                </a:lnTo>
                <a:lnTo>
                  <a:pt x="2876043" y="3776233"/>
                </a:lnTo>
                <a:lnTo>
                  <a:pt x="2875524" y="3776603"/>
                </a:lnTo>
                <a:lnTo>
                  <a:pt x="2875016" y="3776986"/>
                </a:lnTo>
                <a:lnTo>
                  <a:pt x="2874519" y="3777382"/>
                </a:lnTo>
                <a:lnTo>
                  <a:pt x="2874033" y="3777792"/>
                </a:lnTo>
                <a:lnTo>
                  <a:pt x="2873559" y="3778216"/>
                </a:lnTo>
                <a:lnTo>
                  <a:pt x="2873095" y="3778653"/>
                </a:lnTo>
                <a:lnTo>
                  <a:pt x="2872643" y="3779103"/>
                </a:lnTo>
                <a:lnTo>
                  <a:pt x="2872202" y="3779567"/>
                </a:lnTo>
                <a:lnTo>
                  <a:pt x="2871772" y="3780045"/>
                </a:lnTo>
                <a:lnTo>
                  <a:pt x="2871353" y="3780536"/>
                </a:lnTo>
                <a:lnTo>
                  <a:pt x="2870945" y="3781041"/>
                </a:lnTo>
                <a:lnTo>
                  <a:pt x="2870549" y="3781559"/>
                </a:lnTo>
                <a:lnTo>
                  <a:pt x="2870163" y="3782090"/>
                </a:lnTo>
                <a:lnTo>
                  <a:pt x="2869789" y="3782635"/>
                </a:lnTo>
                <a:lnTo>
                  <a:pt x="2869426" y="3783194"/>
                </a:lnTo>
                <a:lnTo>
                  <a:pt x="2869074" y="3783766"/>
                </a:lnTo>
                <a:lnTo>
                  <a:pt x="2868733" y="3784352"/>
                </a:lnTo>
                <a:lnTo>
                  <a:pt x="2868404" y="3784951"/>
                </a:lnTo>
                <a:lnTo>
                  <a:pt x="2866713" y="3772609"/>
                </a:lnTo>
                <a:lnTo>
                  <a:pt x="2853019" y="3772609"/>
                </a:lnTo>
                <a:lnTo>
                  <a:pt x="2853019" y="3859002"/>
                </a:lnTo>
                <a:lnTo>
                  <a:pt x="2869925" y="3859002"/>
                </a:lnTo>
                <a:lnTo>
                  <a:pt x="2869925" y="3808282"/>
                </a:lnTo>
                <a:lnTo>
                  <a:pt x="2869930" y="3807693"/>
                </a:lnTo>
                <a:lnTo>
                  <a:pt x="2869943" y="3807110"/>
                </a:lnTo>
                <a:lnTo>
                  <a:pt x="2869965" y="3806533"/>
                </a:lnTo>
                <a:lnTo>
                  <a:pt x="2869996" y="3805962"/>
                </a:lnTo>
                <a:lnTo>
                  <a:pt x="2870035" y="3805397"/>
                </a:lnTo>
                <a:lnTo>
                  <a:pt x="2870084" y="3804837"/>
                </a:lnTo>
                <a:lnTo>
                  <a:pt x="2870141" y="3804284"/>
                </a:lnTo>
                <a:close/>
                <a:moveTo>
                  <a:pt x="2795771" y="3860092"/>
                </a:moveTo>
                <a:lnTo>
                  <a:pt x="2796709" y="3859932"/>
                </a:lnTo>
                <a:lnTo>
                  <a:pt x="2797634" y="3859753"/>
                </a:lnTo>
                <a:lnTo>
                  <a:pt x="2798547" y="3859556"/>
                </a:lnTo>
                <a:lnTo>
                  <a:pt x="2799448" y="3859340"/>
                </a:lnTo>
                <a:lnTo>
                  <a:pt x="2800337" y="3859105"/>
                </a:lnTo>
                <a:lnTo>
                  <a:pt x="2801213" y="3858852"/>
                </a:lnTo>
                <a:lnTo>
                  <a:pt x="2802077" y="3858579"/>
                </a:lnTo>
                <a:lnTo>
                  <a:pt x="2802928" y="3858288"/>
                </a:lnTo>
                <a:lnTo>
                  <a:pt x="2803767" y="3857978"/>
                </a:lnTo>
                <a:lnTo>
                  <a:pt x="2804594" y="3857650"/>
                </a:lnTo>
                <a:lnTo>
                  <a:pt x="2805409" y="3857302"/>
                </a:lnTo>
                <a:lnTo>
                  <a:pt x="2806211" y="3856936"/>
                </a:lnTo>
                <a:lnTo>
                  <a:pt x="2807001" y="3856551"/>
                </a:lnTo>
                <a:lnTo>
                  <a:pt x="2807778" y="3856147"/>
                </a:lnTo>
                <a:lnTo>
                  <a:pt x="2808543" y="3855724"/>
                </a:lnTo>
                <a:lnTo>
                  <a:pt x="2809296" y="3855283"/>
                </a:lnTo>
                <a:lnTo>
                  <a:pt x="2810036" y="3854810"/>
                </a:lnTo>
                <a:lnTo>
                  <a:pt x="2810760" y="3854323"/>
                </a:lnTo>
                <a:lnTo>
                  <a:pt x="2811470" y="3853822"/>
                </a:lnTo>
                <a:lnTo>
                  <a:pt x="2812166" y="3853305"/>
                </a:lnTo>
                <a:lnTo>
                  <a:pt x="2812846" y="3852774"/>
                </a:lnTo>
                <a:lnTo>
                  <a:pt x="2813512" y="3852229"/>
                </a:lnTo>
                <a:lnTo>
                  <a:pt x="2814164" y="3851668"/>
                </a:lnTo>
                <a:lnTo>
                  <a:pt x="2814800" y="3851093"/>
                </a:lnTo>
                <a:lnTo>
                  <a:pt x="2815422" y="3850504"/>
                </a:lnTo>
                <a:lnTo>
                  <a:pt x="2816030" y="3849899"/>
                </a:lnTo>
                <a:lnTo>
                  <a:pt x="2816622" y="3849280"/>
                </a:lnTo>
                <a:lnTo>
                  <a:pt x="2817200" y="3848647"/>
                </a:lnTo>
                <a:lnTo>
                  <a:pt x="2817763" y="3847998"/>
                </a:lnTo>
                <a:lnTo>
                  <a:pt x="2818312" y="3847335"/>
                </a:lnTo>
                <a:lnTo>
                  <a:pt x="2818846" y="3846657"/>
                </a:lnTo>
                <a:lnTo>
                  <a:pt x="2819365" y="3845965"/>
                </a:lnTo>
                <a:lnTo>
                  <a:pt x="2819870" y="3845258"/>
                </a:lnTo>
                <a:lnTo>
                  <a:pt x="2820360" y="3844536"/>
                </a:lnTo>
                <a:lnTo>
                  <a:pt x="2820835" y="3843800"/>
                </a:lnTo>
                <a:lnTo>
                  <a:pt x="2821295" y="3843049"/>
                </a:lnTo>
                <a:lnTo>
                  <a:pt x="2821741" y="3842283"/>
                </a:lnTo>
                <a:lnTo>
                  <a:pt x="2822172" y="3841502"/>
                </a:lnTo>
                <a:lnTo>
                  <a:pt x="2822589" y="3840707"/>
                </a:lnTo>
                <a:lnTo>
                  <a:pt x="2822991" y="3839897"/>
                </a:lnTo>
                <a:lnTo>
                  <a:pt x="2823377" y="3839075"/>
                </a:lnTo>
                <a:lnTo>
                  <a:pt x="2823747" y="3838242"/>
                </a:lnTo>
                <a:lnTo>
                  <a:pt x="2824100" y="3837398"/>
                </a:lnTo>
                <a:lnTo>
                  <a:pt x="2824437" y="3836544"/>
                </a:lnTo>
                <a:lnTo>
                  <a:pt x="2824758" y="3835680"/>
                </a:lnTo>
                <a:lnTo>
                  <a:pt x="2825062" y="3834804"/>
                </a:lnTo>
                <a:lnTo>
                  <a:pt x="2825349" y="3833919"/>
                </a:lnTo>
                <a:lnTo>
                  <a:pt x="2825621" y="3833022"/>
                </a:lnTo>
                <a:lnTo>
                  <a:pt x="2825875" y="3832115"/>
                </a:lnTo>
                <a:lnTo>
                  <a:pt x="2826114" y="3831198"/>
                </a:lnTo>
                <a:lnTo>
                  <a:pt x="2826336" y="3830270"/>
                </a:lnTo>
                <a:lnTo>
                  <a:pt x="2826541" y="3829331"/>
                </a:lnTo>
                <a:lnTo>
                  <a:pt x="2826730" y="3828382"/>
                </a:lnTo>
                <a:lnTo>
                  <a:pt x="2826903" y="3827422"/>
                </a:lnTo>
                <a:lnTo>
                  <a:pt x="2827059" y="3826451"/>
                </a:lnTo>
                <a:lnTo>
                  <a:pt x="2827199" y="3825471"/>
                </a:lnTo>
                <a:lnTo>
                  <a:pt x="2827322" y="3824479"/>
                </a:lnTo>
                <a:lnTo>
                  <a:pt x="2827429" y="3823477"/>
                </a:lnTo>
                <a:lnTo>
                  <a:pt x="2827519" y="3822464"/>
                </a:lnTo>
                <a:lnTo>
                  <a:pt x="2827593" y="3821441"/>
                </a:lnTo>
                <a:lnTo>
                  <a:pt x="2827651" y="3820407"/>
                </a:lnTo>
                <a:lnTo>
                  <a:pt x="2827692" y="3819363"/>
                </a:lnTo>
                <a:lnTo>
                  <a:pt x="2827716" y="3818308"/>
                </a:lnTo>
                <a:lnTo>
                  <a:pt x="2827725" y="3817243"/>
                </a:lnTo>
                <a:lnTo>
                  <a:pt x="2827725" y="3814368"/>
                </a:lnTo>
                <a:lnTo>
                  <a:pt x="2827716" y="3813317"/>
                </a:lnTo>
                <a:lnTo>
                  <a:pt x="2827692" y="3812275"/>
                </a:lnTo>
                <a:lnTo>
                  <a:pt x="2827651" y="3811243"/>
                </a:lnTo>
                <a:lnTo>
                  <a:pt x="2827593" y="3810221"/>
                </a:lnTo>
                <a:lnTo>
                  <a:pt x="2827519" y="3809210"/>
                </a:lnTo>
                <a:lnTo>
                  <a:pt x="2827429" y="3808208"/>
                </a:lnTo>
                <a:lnTo>
                  <a:pt x="2827322" y="3807216"/>
                </a:lnTo>
                <a:lnTo>
                  <a:pt x="2827199" y="3806234"/>
                </a:lnTo>
                <a:lnTo>
                  <a:pt x="2827059" y="3805262"/>
                </a:lnTo>
                <a:lnTo>
                  <a:pt x="2826903" y="3804301"/>
                </a:lnTo>
                <a:lnTo>
                  <a:pt x="2826730" y="3803349"/>
                </a:lnTo>
                <a:lnTo>
                  <a:pt x="2826541" y="3802407"/>
                </a:lnTo>
                <a:lnTo>
                  <a:pt x="2826336" y="3801475"/>
                </a:lnTo>
                <a:lnTo>
                  <a:pt x="2826114" y="3800553"/>
                </a:lnTo>
                <a:lnTo>
                  <a:pt x="2825875" y="3799641"/>
                </a:lnTo>
                <a:lnTo>
                  <a:pt x="2825621" y="3798739"/>
                </a:lnTo>
                <a:lnTo>
                  <a:pt x="2825349" y="3797847"/>
                </a:lnTo>
                <a:lnTo>
                  <a:pt x="2825062" y="3796965"/>
                </a:lnTo>
                <a:lnTo>
                  <a:pt x="2824758" y="3796093"/>
                </a:lnTo>
                <a:lnTo>
                  <a:pt x="2824437" y="3795231"/>
                </a:lnTo>
                <a:lnTo>
                  <a:pt x="2824100" y="3794379"/>
                </a:lnTo>
                <a:lnTo>
                  <a:pt x="2823747" y="3793537"/>
                </a:lnTo>
                <a:lnTo>
                  <a:pt x="2823377" y="3792705"/>
                </a:lnTo>
                <a:lnTo>
                  <a:pt x="2822991" y="3791882"/>
                </a:lnTo>
                <a:lnTo>
                  <a:pt x="2822589" y="3791073"/>
                </a:lnTo>
                <a:lnTo>
                  <a:pt x="2822172" y="3790277"/>
                </a:lnTo>
                <a:lnTo>
                  <a:pt x="2821741" y="3789497"/>
                </a:lnTo>
                <a:lnTo>
                  <a:pt x="2821295" y="3788731"/>
                </a:lnTo>
                <a:lnTo>
                  <a:pt x="2820835" y="3787980"/>
                </a:lnTo>
                <a:lnTo>
                  <a:pt x="2820360" y="3787244"/>
                </a:lnTo>
                <a:lnTo>
                  <a:pt x="2819870" y="3786522"/>
                </a:lnTo>
                <a:lnTo>
                  <a:pt x="2819365" y="3785815"/>
                </a:lnTo>
                <a:lnTo>
                  <a:pt x="2818846" y="3785122"/>
                </a:lnTo>
                <a:lnTo>
                  <a:pt x="2818312" y="3784445"/>
                </a:lnTo>
                <a:lnTo>
                  <a:pt x="2817763" y="3783782"/>
                </a:lnTo>
                <a:lnTo>
                  <a:pt x="2817200" y="3783133"/>
                </a:lnTo>
                <a:lnTo>
                  <a:pt x="2816622" y="3782499"/>
                </a:lnTo>
                <a:lnTo>
                  <a:pt x="2816030" y="3781880"/>
                </a:lnTo>
                <a:lnTo>
                  <a:pt x="2815422" y="3781276"/>
                </a:lnTo>
                <a:lnTo>
                  <a:pt x="2814800" y="3780686"/>
                </a:lnTo>
                <a:lnTo>
                  <a:pt x="2814164" y="3780111"/>
                </a:lnTo>
                <a:lnTo>
                  <a:pt x="2813512" y="3779551"/>
                </a:lnTo>
                <a:lnTo>
                  <a:pt x="2812846" y="3779005"/>
                </a:lnTo>
                <a:lnTo>
                  <a:pt x="2812166" y="3778474"/>
                </a:lnTo>
                <a:lnTo>
                  <a:pt x="2811470" y="3777958"/>
                </a:lnTo>
                <a:lnTo>
                  <a:pt x="2810760" y="3777456"/>
                </a:lnTo>
                <a:lnTo>
                  <a:pt x="2810036" y="3776970"/>
                </a:lnTo>
                <a:lnTo>
                  <a:pt x="2809296" y="3776497"/>
                </a:lnTo>
                <a:lnTo>
                  <a:pt x="2808543" y="3776042"/>
                </a:lnTo>
                <a:lnTo>
                  <a:pt x="2807777" y="3775606"/>
                </a:lnTo>
                <a:lnTo>
                  <a:pt x="2806998" y="3775190"/>
                </a:lnTo>
                <a:lnTo>
                  <a:pt x="2806206" y="3774792"/>
                </a:lnTo>
                <a:lnTo>
                  <a:pt x="2805401" y="3774415"/>
                </a:lnTo>
                <a:lnTo>
                  <a:pt x="2804584" y="3774056"/>
                </a:lnTo>
                <a:lnTo>
                  <a:pt x="2803753" y="3773717"/>
                </a:lnTo>
                <a:lnTo>
                  <a:pt x="2802909" y="3773398"/>
                </a:lnTo>
                <a:lnTo>
                  <a:pt x="2802053" y="3773097"/>
                </a:lnTo>
                <a:lnTo>
                  <a:pt x="2801183" y="3772817"/>
                </a:lnTo>
                <a:lnTo>
                  <a:pt x="2800301" y="3772555"/>
                </a:lnTo>
                <a:lnTo>
                  <a:pt x="2799406" y="3772313"/>
                </a:lnTo>
                <a:lnTo>
                  <a:pt x="2798498" y="3772090"/>
                </a:lnTo>
                <a:lnTo>
                  <a:pt x="2797577" y="3771887"/>
                </a:lnTo>
                <a:lnTo>
                  <a:pt x="2796643" y="3771703"/>
                </a:lnTo>
                <a:lnTo>
                  <a:pt x="2795696" y="3771538"/>
                </a:lnTo>
                <a:lnTo>
                  <a:pt x="2794736" y="3771393"/>
                </a:lnTo>
                <a:lnTo>
                  <a:pt x="2793763" y="3771267"/>
                </a:lnTo>
                <a:lnTo>
                  <a:pt x="2792778" y="3771160"/>
                </a:lnTo>
                <a:lnTo>
                  <a:pt x="2791779" y="3771073"/>
                </a:lnTo>
                <a:lnTo>
                  <a:pt x="2790768" y="3771005"/>
                </a:lnTo>
                <a:lnTo>
                  <a:pt x="2789743" y="3770957"/>
                </a:lnTo>
                <a:lnTo>
                  <a:pt x="2788706" y="3770928"/>
                </a:lnTo>
                <a:lnTo>
                  <a:pt x="2787656" y="3770918"/>
                </a:lnTo>
                <a:lnTo>
                  <a:pt x="2786633" y="3770928"/>
                </a:lnTo>
                <a:lnTo>
                  <a:pt x="2785622" y="3770957"/>
                </a:lnTo>
                <a:lnTo>
                  <a:pt x="2784623" y="3771005"/>
                </a:lnTo>
                <a:lnTo>
                  <a:pt x="2783636" y="3771073"/>
                </a:lnTo>
                <a:lnTo>
                  <a:pt x="2782660" y="3771160"/>
                </a:lnTo>
                <a:lnTo>
                  <a:pt x="2781696" y="3771267"/>
                </a:lnTo>
                <a:lnTo>
                  <a:pt x="2780744" y="3771393"/>
                </a:lnTo>
                <a:lnTo>
                  <a:pt x="2779804" y="3771538"/>
                </a:lnTo>
                <a:lnTo>
                  <a:pt x="2778875" y="3771703"/>
                </a:lnTo>
                <a:lnTo>
                  <a:pt x="2777958" y="3771887"/>
                </a:lnTo>
                <a:lnTo>
                  <a:pt x="2777053" y="3772090"/>
                </a:lnTo>
                <a:lnTo>
                  <a:pt x="2776159" y="3772313"/>
                </a:lnTo>
                <a:lnTo>
                  <a:pt x="2775278" y="3772555"/>
                </a:lnTo>
                <a:lnTo>
                  <a:pt x="2774408" y="3772817"/>
                </a:lnTo>
                <a:lnTo>
                  <a:pt x="2773549" y="3773097"/>
                </a:lnTo>
                <a:lnTo>
                  <a:pt x="2772703" y="3773398"/>
                </a:lnTo>
                <a:lnTo>
                  <a:pt x="2771868" y="3773717"/>
                </a:lnTo>
                <a:lnTo>
                  <a:pt x="2771045" y="3774056"/>
                </a:lnTo>
                <a:lnTo>
                  <a:pt x="2770234" y="3774415"/>
                </a:lnTo>
                <a:lnTo>
                  <a:pt x="2769434" y="3774792"/>
                </a:lnTo>
                <a:lnTo>
                  <a:pt x="2768646" y="3775190"/>
                </a:lnTo>
                <a:lnTo>
                  <a:pt x="2767870" y="3775606"/>
                </a:lnTo>
                <a:lnTo>
                  <a:pt x="2767106" y="3776042"/>
                </a:lnTo>
                <a:lnTo>
                  <a:pt x="2766353" y="3776497"/>
                </a:lnTo>
                <a:lnTo>
                  <a:pt x="2765614" y="3776956"/>
                </a:lnTo>
                <a:lnTo>
                  <a:pt x="2764889" y="3777429"/>
                </a:lnTo>
                <a:lnTo>
                  <a:pt x="2764179" y="3777918"/>
                </a:lnTo>
                <a:lnTo>
                  <a:pt x="2763484" y="3778423"/>
                </a:lnTo>
                <a:lnTo>
                  <a:pt x="2762803" y="3778942"/>
                </a:lnTo>
                <a:lnTo>
                  <a:pt x="2762137" y="3779477"/>
                </a:lnTo>
                <a:lnTo>
                  <a:pt x="2761486" y="3780027"/>
                </a:lnTo>
                <a:lnTo>
                  <a:pt x="2760849" y="3780592"/>
                </a:lnTo>
                <a:lnTo>
                  <a:pt x="2760227" y="3781173"/>
                </a:lnTo>
                <a:lnTo>
                  <a:pt x="2759620" y="3781769"/>
                </a:lnTo>
                <a:lnTo>
                  <a:pt x="2759027" y="3782380"/>
                </a:lnTo>
                <a:lnTo>
                  <a:pt x="2758449" y="3783006"/>
                </a:lnTo>
                <a:lnTo>
                  <a:pt x="2757886" y="3783648"/>
                </a:lnTo>
                <a:lnTo>
                  <a:pt x="2757337" y="3784305"/>
                </a:lnTo>
                <a:lnTo>
                  <a:pt x="2756804" y="3784977"/>
                </a:lnTo>
                <a:lnTo>
                  <a:pt x="2756284" y="3785664"/>
                </a:lnTo>
                <a:lnTo>
                  <a:pt x="2755780" y="3786367"/>
                </a:lnTo>
                <a:lnTo>
                  <a:pt x="2755290" y="3787085"/>
                </a:lnTo>
                <a:lnTo>
                  <a:pt x="2754815" y="3787818"/>
                </a:lnTo>
                <a:lnTo>
                  <a:pt x="2754354" y="3788567"/>
                </a:lnTo>
                <a:lnTo>
                  <a:pt x="2753908" y="3789330"/>
                </a:lnTo>
                <a:lnTo>
                  <a:pt x="2753477" y="3790109"/>
                </a:lnTo>
                <a:lnTo>
                  <a:pt x="2753061" y="3790904"/>
                </a:lnTo>
                <a:lnTo>
                  <a:pt x="2752659" y="3791713"/>
                </a:lnTo>
                <a:lnTo>
                  <a:pt x="2752272" y="3792536"/>
                </a:lnTo>
                <a:lnTo>
                  <a:pt x="2751903" y="3793369"/>
                </a:lnTo>
                <a:lnTo>
                  <a:pt x="2751549" y="3794212"/>
                </a:lnTo>
                <a:lnTo>
                  <a:pt x="2751212" y="3795066"/>
                </a:lnTo>
                <a:lnTo>
                  <a:pt x="2750892" y="3795931"/>
                </a:lnTo>
                <a:lnTo>
                  <a:pt x="2750588" y="3796806"/>
                </a:lnTo>
                <a:lnTo>
                  <a:pt x="2750300" y="3797692"/>
                </a:lnTo>
                <a:lnTo>
                  <a:pt x="2750029" y="3798589"/>
                </a:lnTo>
                <a:lnTo>
                  <a:pt x="2749774" y="3799496"/>
                </a:lnTo>
                <a:lnTo>
                  <a:pt x="2749536" y="3800413"/>
                </a:lnTo>
                <a:lnTo>
                  <a:pt x="2749314" y="3801341"/>
                </a:lnTo>
                <a:lnTo>
                  <a:pt x="2749108" y="3802280"/>
                </a:lnTo>
                <a:lnTo>
                  <a:pt x="2748919" y="3803229"/>
                </a:lnTo>
                <a:lnTo>
                  <a:pt x="2748747" y="3804189"/>
                </a:lnTo>
                <a:lnTo>
                  <a:pt x="2748591" y="3805159"/>
                </a:lnTo>
                <a:lnTo>
                  <a:pt x="2748451" y="3806140"/>
                </a:lnTo>
                <a:lnTo>
                  <a:pt x="2748328" y="3807132"/>
                </a:lnTo>
                <a:lnTo>
                  <a:pt x="2748221" y="3808134"/>
                </a:lnTo>
                <a:lnTo>
                  <a:pt x="2748130" y="3809147"/>
                </a:lnTo>
                <a:lnTo>
                  <a:pt x="2748057" y="3810170"/>
                </a:lnTo>
                <a:lnTo>
                  <a:pt x="2747999" y="3811204"/>
                </a:lnTo>
                <a:lnTo>
                  <a:pt x="2747958" y="3812248"/>
                </a:lnTo>
                <a:lnTo>
                  <a:pt x="2747933" y="3813303"/>
                </a:lnTo>
                <a:lnTo>
                  <a:pt x="2747925" y="3814368"/>
                </a:lnTo>
                <a:lnTo>
                  <a:pt x="2747925" y="3817243"/>
                </a:lnTo>
                <a:lnTo>
                  <a:pt x="2747933" y="3818281"/>
                </a:lnTo>
                <a:lnTo>
                  <a:pt x="2747958" y="3819310"/>
                </a:lnTo>
                <a:lnTo>
                  <a:pt x="2747999" y="3820331"/>
                </a:lnTo>
                <a:lnTo>
                  <a:pt x="2748057" y="3821342"/>
                </a:lnTo>
                <a:lnTo>
                  <a:pt x="2748130" y="3822345"/>
                </a:lnTo>
                <a:lnTo>
                  <a:pt x="2748221" y="3823340"/>
                </a:lnTo>
                <a:lnTo>
                  <a:pt x="2748328" y="3824325"/>
                </a:lnTo>
                <a:lnTo>
                  <a:pt x="2748451" y="3825301"/>
                </a:lnTo>
                <a:lnTo>
                  <a:pt x="2748591" y="3826269"/>
                </a:lnTo>
                <a:lnTo>
                  <a:pt x="2748747" y="3827228"/>
                </a:lnTo>
                <a:lnTo>
                  <a:pt x="2748919" y="3828178"/>
                </a:lnTo>
                <a:lnTo>
                  <a:pt x="2749108" y="3829120"/>
                </a:lnTo>
                <a:lnTo>
                  <a:pt x="2749314" y="3830052"/>
                </a:lnTo>
                <a:lnTo>
                  <a:pt x="2749536" y="3830976"/>
                </a:lnTo>
                <a:lnTo>
                  <a:pt x="2749774" y="3831891"/>
                </a:lnTo>
                <a:lnTo>
                  <a:pt x="2750029" y="3832797"/>
                </a:lnTo>
                <a:lnTo>
                  <a:pt x="2750300" y="3833694"/>
                </a:lnTo>
                <a:lnTo>
                  <a:pt x="2750588" y="3834583"/>
                </a:lnTo>
                <a:lnTo>
                  <a:pt x="2750892" y="3835462"/>
                </a:lnTo>
                <a:lnTo>
                  <a:pt x="2751212" y="3836333"/>
                </a:lnTo>
                <a:lnTo>
                  <a:pt x="2751549" y="3837195"/>
                </a:lnTo>
                <a:lnTo>
                  <a:pt x="2751903" y="3838048"/>
                </a:lnTo>
                <a:lnTo>
                  <a:pt x="2752272" y="3838893"/>
                </a:lnTo>
                <a:lnTo>
                  <a:pt x="2752659" y="3839729"/>
                </a:lnTo>
                <a:lnTo>
                  <a:pt x="2753061" y="3840538"/>
                </a:lnTo>
                <a:lnTo>
                  <a:pt x="2753477" y="3841333"/>
                </a:lnTo>
                <a:lnTo>
                  <a:pt x="2753908" y="3842114"/>
                </a:lnTo>
                <a:lnTo>
                  <a:pt x="2754354" y="3842880"/>
                </a:lnTo>
                <a:lnTo>
                  <a:pt x="2754815" y="3843631"/>
                </a:lnTo>
                <a:lnTo>
                  <a:pt x="2755290" y="3844367"/>
                </a:lnTo>
                <a:lnTo>
                  <a:pt x="2755780" y="3845089"/>
                </a:lnTo>
                <a:lnTo>
                  <a:pt x="2756284" y="3845796"/>
                </a:lnTo>
                <a:lnTo>
                  <a:pt x="2756804" y="3846488"/>
                </a:lnTo>
                <a:lnTo>
                  <a:pt x="2757337" y="3847166"/>
                </a:lnTo>
                <a:lnTo>
                  <a:pt x="2757886" y="3847829"/>
                </a:lnTo>
                <a:lnTo>
                  <a:pt x="2758449" y="3848478"/>
                </a:lnTo>
                <a:lnTo>
                  <a:pt x="2759027" y="3849111"/>
                </a:lnTo>
                <a:lnTo>
                  <a:pt x="2759620" y="3849730"/>
                </a:lnTo>
                <a:lnTo>
                  <a:pt x="2760227" y="3850335"/>
                </a:lnTo>
                <a:lnTo>
                  <a:pt x="2760849" y="3850924"/>
                </a:lnTo>
                <a:lnTo>
                  <a:pt x="2761486" y="3851499"/>
                </a:lnTo>
                <a:lnTo>
                  <a:pt x="2762137" y="3852060"/>
                </a:lnTo>
                <a:lnTo>
                  <a:pt x="2762803" y="3852605"/>
                </a:lnTo>
                <a:lnTo>
                  <a:pt x="2763484" y="3853136"/>
                </a:lnTo>
                <a:lnTo>
                  <a:pt x="2764179" y="3853653"/>
                </a:lnTo>
                <a:lnTo>
                  <a:pt x="2764889" y="3854154"/>
                </a:lnTo>
                <a:lnTo>
                  <a:pt x="2765614" y="3854641"/>
                </a:lnTo>
                <a:lnTo>
                  <a:pt x="2766353" y="3855113"/>
                </a:lnTo>
                <a:lnTo>
                  <a:pt x="2767106" y="3855569"/>
                </a:lnTo>
                <a:lnTo>
                  <a:pt x="2767871" y="3856005"/>
                </a:lnTo>
                <a:lnTo>
                  <a:pt x="2768649" y="3856421"/>
                </a:lnTo>
                <a:lnTo>
                  <a:pt x="2769439" y="3856818"/>
                </a:lnTo>
                <a:lnTo>
                  <a:pt x="2770241" y="3857196"/>
                </a:lnTo>
                <a:lnTo>
                  <a:pt x="2771055" y="3857554"/>
                </a:lnTo>
                <a:lnTo>
                  <a:pt x="2771882" y="3857893"/>
                </a:lnTo>
                <a:lnTo>
                  <a:pt x="2772721" y="3858213"/>
                </a:lnTo>
                <a:lnTo>
                  <a:pt x="2773573" y="3858513"/>
                </a:lnTo>
                <a:lnTo>
                  <a:pt x="2774437" y="3858794"/>
                </a:lnTo>
                <a:lnTo>
                  <a:pt x="2775313" y="3859056"/>
                </a:lnTo>
                <a:lnTo>
                  <a:pt x="2776201" y="3859298"/>
                </a:lnTo>
                <a:lnTo>
                  <a:pt x="2777102" y="3859521"/>
                </a:lnTo>
                <a:lnTo>
                  <a:pt x="2778015" y="3859724"/>
                </a:lnTo>
                <a:lnTo>
                  <a:pt x="2778941" y="3859908"/>
                </a:lnTo>
                <a:lnTo>
                  <a:pt x="2779879" y="3860073"/>
                </a:lnTo>
                <a:lnTo>
                  <a:pt x="2780829" y="3860218"/>
                </a:lnTo>
                <a:lnTo>
                  <a:pt x="2781791" y="3860344"/>
                </a:lnTo>
                <a:lnTo>
                  <a:pt x="2782766" y="3860451"/>
                </a:lnTo>
                <a:lnTo>
                  <a:pt x="2783753" y="3860538"/>
                </a:lnTo>
                <a:lnTo>
                  <a:pt x="2784753" y="3860606"/>
                </a:lnTo>
                <a:lnTo>
                  <a:pt x="2785764" y="3860654"/>
                </a:lnTo>
                <a:lnTo>
                  <a:pt x="2786788" y="3860683"/>
                </a:lnTo>
                <a:lnTo>
                  <a:pt x="2787825" y="3860693"/>
                </a:lnTo>
                <a:lnTo>
                  <a:pt x="2788861" y="3860683"/>
                </a:lnTo>
                <a:lnTo>
                  <a:pt x="2789885" y="3860655"/>
                </a:lnTo>
                <a:lnTo>
                  <a:pt x="2790897" y="3860608"/>
                </a:lnTo>
                <a:lnTo>
                  <a:pt x="2791896" y="3860542"/>
                </a:lnTo>
                <a:lnTo>
                  <a:pt x="2792884" y="3860458"/>
                </a:lnTo>
                <a:lnTo>
                  <a:pt x="2793858" y="3860355"/>
                </a:lnTo>
                <a:lnTo>
                  <a:pt x="2794821" y="3860232"/>
                </a:lnTo>
                <a:lnTo>
                  <a:pt x="2795771" y="3860092"/>
                </a:lnTo>
                <a:close/>
                <a:moveTo>
                  <a:pt x="2781757" y="3847900"/>
                </a:moveTo>
                <a:lnTo>
                  <a:pt x="2781049" y="3847690"/>
                </a:lnTo>
                <a:lnTo>
                  <a:pt x="2780352" y="3847456"/>
                </a:lnTo>
                <a:lnTo>
                  <a:pt x="2779666" y="3847197"/>
                </a:lnTo>
                <a:lnTo>
                  <a:pt x="2778991" y="3846914"/>
                </a:lnTo>
                <a:lnTo>
                  <a:pt x="2778327" y="3846606"/>
                </a:lnTo>
                <a:lnTo>
                  <a:pt x="2777675" y="3846273"/>
                </a:lnTo>
                <a:lnTo>
                  <a:pt x="2777034" y="3845915"/>
                </a:lnTo>
                <a:lnTo>
                  <a:pt x="2776403" y="3845533"/>
                </a:lnTo>
                <a:lnTo>
                  <a:pt x="2775784" y="3845126"/>
                </a:lnTo>
                <a:lnTo>
                  <a:pt x="2775176" y="3844695"/>
                </a:lnTo>
                <a:lnTo>
                  <a:pt x="2774580" y="3844239"/>
                </a:lnTo>
                <a:lnTo>
                  <a:pt x="2773994" y="3843758"/>
                </a:lnTo>
                <a:lnTo>
                  <a:pt x="2773420" y="3843252"/>
                </a:lnTo>
                <a:lnTo>
                  <a:pt x="2772856" y="3842722"/>
                </a:lnTo>
                <a:lnTo>
                  <a:pt x="2772304" y="3842168"/>
                </a:lnTo>
                <a:lnTo>
                  <a:pt x="2771763" y="3841588"/>
                </a:lnTo>
                <a:lnTo>
                  <a:pt x="2771253" y="3840973"/>
                </a:lnTo>
                <a:lnTo>
                  <a:pt x="2770764" y="3840338"/>
                </a:lnTo>
                <a:lnTo>
                  <a:pt x="2770297" y="3839684"/>
                </a:lnTo>
                <a:lnTo>
                  <a:pt x="2769852" y="3839010"/>
                </a:lnTo>
                <a:lnTo>
                  <a:pt x="2769428" y="3838317"/>
                </a:lnTo>
                <a:lnTo>
                  <a:pt x="2769027" y="3837605"/>
                </a:lnTo>
                <a:lnTo>
                  <a:pt x="2768646" y="3836873"/>
                </a:lnTo>
                <a:lnTo>
                  <a:pt x="2768288" y="3836122"/>
                </a:lnTo>
                <a:lnTo>
                  <a:pt x="2767951" y="3835351"/>
                </a:lnTo>
                <a:lnTo>
                  <a:pt x="2767636" y="3834561"/>
                </a:lnTo>
                <a:lnTo>
                  <a:pt x="2767343" y="3833752"/>
                </a:lnTo>
                <a:lnTo>
                  <a:pt x="2767072" y="3832924"/>
                </a:lnTo>
                <a:lnTo>
                  <a:pt x="2766822" y="3832076"/>
                </a:lnTo>
                <a:lnTo>
                  <a:pt x="2766594" y="3831208"/>
                </a:lnTo>
                <a:lnTo>
                  <a:pt x="2766388" y="3830322"/>
                </a:lnTo>
                <a:lnTo>
                  <a:pt x="2766203" y="3829415"/>
                </a:lnTo>
                <a:lnTo>
                  <a:pt x="2766040" y="3828490"/>
                </a:lnTo>
                <a:lnTo>
                  <a:pt x="2765899" y="3827545"/>
                </a:lnTo>
                <a:lnTo>
                  <a:pt x="2765779" y="3826581"/>
                </a:lnTo>
                <a:lnTo>
                  <a:pt x="2765682" y="3825597"/>
                </a:lnTo>
                <a:lnTo>
                  <a:pt x="2765606" y="3824594"/>
                </a:lnTo>
                <a:lnTo>
                  <a:pt x="2765551" y="3823572"/>
                </a:lnTo>
                <a:lnTo>
                  <a:pt x="2765519" y="3822530"/>
                </a:lnTo>
                <a:lnTo>
                  <a:pt x="2765508" y="3821469"/>
                </a:lnTo>
                <a:lnTo>
                  <a:pt x="2765508" y="3810142"/>
                </a:lnTo>
                <a:lnTo>
                  <a:pt x="2765519" y="3809081"/>
                </a:lnTo>
                <a:lnTo>
                  <a:pt x="2765551" y="3808040"/>
                </a:lnTo>
                <a:lnTo>
                  <a:pt x="2765606" y="3807019"/>
                </a:lnTo>
                <a:lnTo>
                  <a:pt x="2765682" y="3806018"/>
                </a:lnTo>
                <a:lnTo>
                  <a:pt x="2765779" y="3805037"/>
                </a:lnTo>
                <a:lnTo>
                  <a:pt x="2765899" y="3804076"/>
                </a:lnTo>
                <a:lnTo>
                  <a:pt x="2766040" y="3803135"/>
                </a:lnTo>
                <a:lnTo>
                  <a:pt x="2766203" y="3802214"/>
                </a:lnTo>
                <a:lnTo>
                  <a:pt x="2766388" y="3801313"/>
                </a:lnTo>
                <a:lnTo>
                  <a:pt x="2766594" y="3800432"/>
                </a:lnTo>
                <a:lnTo>
                  <a:pt x="2766822" y="3799571"/>
                </a:lnTo>
                <a:lnTo>
                  <a:pt x="2767072" y="3798730"/>
                </a:lnTo>
                <a:lnTo>
                  <a:pt x="2767343" y="3797908"/>
                </a:lnTo>
                <a:lnTo>
                  <a:pt x="2767636" y="3797107"/>
                </a:lnTo>
                <a:lnTo>
                  <a:pt x="2767951" y="3796326"/>
                </a:lnTo>
                <a:lnTo>
                  <a:pt x="2768288" y="3795564"/>
                </a:lnTo>
                <a:lnTo>
                  <a:pt x="2768646" y="3794823"/>
                </a:lnTo>
                <a:lnTo>
                  <a:pt x="2769027" y="3794101"/>
                </a:lnTo>
                <a:lnTo>
                  <a:pt x="2769428" y="3793400"/>
                </a:lnTo>
                <a:lnTo>
                  <a:pt x="2769852" y="3792718"/>
                </a:lnTo>
                <a:lnTo>
                  <a:pt x="2770297" y="3792057"/>
                </a:lnTo>
                <a:lnTo>
                  <a:pt x="2770764" y="3791415"/>
                </a:lnTo>
                <a:lnTo>
                  <a:pt x="2771253" y="3790793"/>
                </a:lnTo>
                <a:lnTo>
                  <a:pt x="2771763" y="3790192"/>
                </a:lnTo>
                <a:lnTo>
                  <a:pt x="2772304" y="3789599"/>
                </a:lnTo>
                <a:lnTo>
                  <a:pt x="2772856" y="3789031"/>
                </a:lnTo>
                <a:lnTo>
                  <a:pt x="2773420" y="3788488"/>
                </a:lnTo>
                <a:lnTo>
                  <a:pt x="2773994" y="3787970"/>
                </a:lnTo>
                <a:lnTo>
                  <a:pt x="2774580" y="3787478"/>
                </a:lnTo>
                <a:lnTo>
                  <a:pt x="2775176" y="3787011"/>
                </a:lnTo>
                <a:lnTo>
                  <a:pt x="2775784" y="3786569"/>
                </a:lnTo>
                <a:lnTo>
                  <a:pt x="2776403" y="3786153"/>
                </a:lnTo>
                <a:lnTo>
                  <a:pt x="2777034" y="3785762"/>
                </a:lnTo>
                <a:lnTo>
                  <a:pt x="2777675" y="3785396"/>
                </a:lnTo>
                <a:lnTo>
                  <a:pt x="2778327" y="3785055"/>
                </a:lnTo>
                <a:lnTo>
                  <a:pt x="2778991" y="3784739"/>
                </a:lnTo>
                <a:lnTo>
                  <a:pt x="2779666" y="3784449"/>
                </a:lnTo>
                <a:lnTo>
                  <a:pt x="2780352" y="3784184"/>
                </a:lnTo>
                <a:lnTo>
                  <a:pt x="2781049" y="3783944"/>
                </a:lnTo>
                <a:lnTo>
                  <a:pt x="2781757" y="3783730"/>
                </a:lnTo>
                <a:lnTo>
                  <a:pt x="2782477" y="3783540"/>
                </a:lnTo>
                <a:lnTo>
                  <a:pt x="2783207" y="3783376"/>
                </a:lnTo>
                <a:lnTo>
                  <a:pt x="2783949" y="3783237"/>
                </a:lnTo>
                <a:lnTo>
                  <a:pt x="2784702" y="3783124"/>
                </a:lnTo>
                <a:lnTo>
                  <a:pt x="2785466" y="3783036"/>
                </a:lnTo>
                <a:lnTo>
                  <a:pt x="2786241" y="3782972"/>
                </a:lnTo>
                <a:lnTo>
                  <a:pt x="2787027" y="3782935"/>
                </a:lnTo>
                <a:lnTo>
                  <a:pt x="2787825" y="3782922"/>
                </a:lnTo>
                <a:lnTo>
                  <a:pt x="2788636" y="3782935"/>
                </a:lnTo>
                <a:lnTo>
                  <a:pt x="2789435" y="3782972"/>
                </a:lnTo>
                <a:lnTo>
                  <a:pt x="2790221" y="3783036"/>
                </a:lnTo>
                <a:lnTo>
                  <a:pt x="2790995" y="3783124"/>
                </a:lnTo>
                <a:lnTo>
                  <a:pt x="2791757" y="3783237"/>
                </a:lnTo>
                <a:lnTo>
                  <a:pt x="2792506" y="3783376"/>
                </a:lnTo>
                <a:lnTo>
                  <a:pt x="2793243" y="3783540"/>
                </a:lnTo>
                <a:lnTo>
                  <a:pt x="2793968" y="3783730"/>
                </a:lnTo>
                <a:lnTo>
                  <a:pt x="2794680" y="3783944"/>
                </a:lnTo>
                <a:lnTo>
                  <a:pt x="2795380" y="3784184"/>
                </a:lnTo>
                <a:lnTo>
                  <a:pt x="2796068" y="3784449"/>
                </a:lnTo>
                <a:lnTo>
                  <a:pt x="2796743" y="3784739"/>
                </a:lnTo>
                <a:lnTo>
                  <a:pt x="2797406" y="3785055"/>
                </a:lnTo>
                <a:lnTo>
                  <a:pt x="2798057" y="3785396"/>
                </a:lnTo>
                <a:lnTo>
                  <a:pt x="2798695" y="3785762"/>
                </a:lnTo>
                <a:lnTo>
                  <a:pt x="2799321" y="3786153"/>
                </a:lnTo>
                <a:lnTo>
                  <a:pt x="2799935" y="3786569"/>
                </a:lnTo>
                <a:lnTo>
                  <a:pt x="2800537" y="3787011"/>
                </a:lnTo>
                <a:lnTo>
                  <a:pt x="2801126" y="3787478"/>
                </a:lnTo>
                <a:lnTo>
                  <a:pt x="2801702" y="3787970"/>
                </a:lnTo>
                <a:lnTo>
                  <a:pt x="2802267" y="3788488"/>
                </a:lnTo>
                <a:lnTo>
                  <a:pt x="2802819" y="3789031"/>
                </a:lnTo>
                <a:lnTo>
                  <a:pt x="2803359" y="3789599"/>
                </a:lnTo>
                <a:lnTo>
                  <a:pt x="2803886" y="3790192"/>
                </a:lnTo>
                <a:lnTo>
                  <a:pt x="2804397" y="3790793"/>
                </a:lnTo>
                <a:lnTo>
                  <a:pt x="2804885" y="3791415"/>
                </a:lnTo>
                <a:lnTo>
                  <a:pt x="2805352" y="3792057"/>
                </a:lnTo>
                <a:lnTo>
                  <a:pt x="2805798" y="3792718"/>
                </a:lnTo>
                <a:lnTo>
                  <a:pt x="2806221" y="3793400"/>
                </a:lnTo>
                <a:lnTo>
                  <a:pt x="2806623" y="3794101"/>
                </a:lnTo>
                <a:lnTo>
                  <a:pt x="2807003" y="3794823"/>
                </a:lnTo>
                <a:lnTo>
                  <a:pt x="2807361" y="3795564"/>
                </a:lnTo>
                <a:lnTo>
                  <a:pt x="2807698" y="3796326"/>
                </a:lnTo>
                <a:lnTo>
                  <a:pt x="2808013" y="3797107"/>
                </a:lnTo>
                <a:lnTo>
                  <a:pt x="2808306" y="3797908"/>
                </a:lnTo>
                <a:lnTo>
                  <a:pt x="2808578" y="3798730"/>
                </a:lnTo>
                <a:lnTo>
                  <a:pt x="2808828" y="3799571"/>
                </a:lnTo>
                <a:lnTo>
                  <a:pt x="2809056" y="3800432"/>
                </a:lnTo>
                <a:lnTo>
                  <a:pt x="2809262" y="3801313"/>
                </a:lnTo>
                <a:lnTo>
                  <a:pt x="2809447" y="3802214"/>
                </a:lnTo>
                <a:lnTo>
                  <a:pt x="2809610" y="3803135"/>
                </a:lnTo>
                <a:lnTo>
                  <a:pt x="2809751" y="3804076"/>
                </a:lnTo>
                <a:lnTo>
                  <a:pt x="2809870" y="3805037"/>
                </a:lnTo>
                <a:lnTo>
                  <a:pt x="2809968" y="3806018"/>
                </a:lnTo>
                <a:lnTo>
                  <a:pt x="2810044" y="3807019"/>
                </a:lnTo>
                <a:lnTo>
                  <a:pt x="2810098" y="3808040"/>
                </a:lnTo>
                <a:lnTo>
                  <a:pt x="2810131" y="3809081"/>
                </a:lnTo>
                <a:lnTo>
                  <a:pt x="2810142" y="3810142"/>
                </a:lnTo>
                <a:lnTo>
                  <a:pt x="2810142" y="3821469"/>
                </a:lnTo>
                <a:lnTo>
                  <a:pt x="2810131" y="3822530"/>
                </a:lnTo>
                <a:lnTo>
                  <a:pt x="2810098" y="3823572"/>
                </a:lnTo>
                <a:lnTo>
                  <a:pt x="2810044" y="3824594"/>
                </a:lnTo>
                <a:lnTo>
                  <a:pt x="2809968" y="3825597"/>
                </a:lnTo>
                <a:lnTo>
                  <a:pt x="2809870" y="3826581"/>
                </a:lnTo>
                <a:lnTo>
                  <a:pt x="2809751" y="3827545"/>
                </a:lnTo>
                <a:lnTo>
                  <a:pt x="2809610" y="3828490"/>
                </a:lnTo>
                <a:lnTo>
                  <a:pt x="2809447" y="3829415"/>
                </a:lnTo>
                <a:lnTo>
                  <a:pt x="2809262" y="3830322"/>
                </a:lnTo>
                <a:lnTo>
                  <a:pt x="2809056" y="3831208"/>
                </a:lnTo>
                <a:lnTo>
                  <a:pt x="2808828" y="3832076"/>
                </a:lnTo>
                <a:lnTo>
                  <a:pt x="2808578" y="3832924"/>
                </a:lnTo>
                <a:lnTo>
                  <a:pt x="2808306" y="3833752"/>
                </a:lnTo>
                <a:lnTo>
                  <a:pt x="2808013" y="3834561"/>
                </a:lnTo>
                <a:lnTo>
                  <a:pt x="2807698" y="3835351"/>
                </a:lnTo>
                <a:lnTo>
                  <a:pt x="2807361" y="3836122"/>
                </a:lnTo>
                <a:lnTo>
                  <a:pt x="2807003" y="3836873"/>
                </a:lnTo>
                <a:lnTo>
                  <a:pt x="2806623" y="3837605"/>
                </a:lnTo>
                <a:lnTo>
                  <a:pt x="2806221" y="3838317"/>
                </a:lnTo>
                <a:lnTo>
                  <a:pt x="2805798" y="3839010"/>
                </a:lnTo>
                <a:lnTo>
                  <a:pt x="2805352" y="3839684"/>
                </a:lnTo>
                <a:lnTo>
                  <a:pt x="2804885" y="3840338"/>
                </a:lnTo>
                <a:lnTo>
                  <a:pt x="2804397" y="3840973"/>
                </a:lnTo>
                <a:lnTo>
                  <a:pt x="2803886" y="3841588"/>
                </a:lnTo>
                <a:lnTo>
                  <a:pt x="2803359" y="3842168"/>
                </a:lnTo>
                <a:lnTo>
                  <a:pt x="2802819" y="3842722"/>
                </a:lnTo>
                <a:lnTo>
                  <a:pt x="2802267" y="3843252"/>
                </a:lnTo>
                <a:lnTo>
                  <a:pt x="2801702" y="3843758"/>
                </a:lnTo>
                <a:lnTo>
                  <a:pt x="2801126" y="3844239"/>
                </a:lnTo>
                <a:lnTo>
                  <a:pt x="2800537" y="3844695"/>
                </a:lnTo>
                <a:lnTo>
                  <a:pt x="2799935" y="3845126"/>
                </a:lnTo>
                <a:lnTo>
                  <a:pt x="2799321" y="3845533"/>
                </a:lnTo>
                <a:lnTo>
                  <a:pt x="2798695" y="3845915"/>
                </a:lnTo>
                <a:lnTo>
                  <a:pt x="2798057" y="3846273"/>
                </a:lnTo>
                <a:lnTo>
                  <a:pt x="2797406" y="3846606"/>
                </a:lnTo>
                <a:lnTo>
                  <a:pt x="2796743" y="3846914"/>
                </a:lnTo>
                <a:lnTo>
                  <a:pt x="2796068" y="3847197"/>
                </a:lnTo>
                <a:lnTo>
                  <a:pt x="2795380" y="3847456"/>
                </a:lnTo>
                <a:lnTo>
                  <a:pt x="2794680" y="3847690"/>
                </a:lnTo>
                <a:lnTo>
                  <a:pt x="2793968" y="3847900"/>
                </a:lnTo>
                <a:lnTo>
                  <a:pt x="2793243" y="3848085"/>
                </a:lnTo>
                <a:lnTo>
                  <a:pt x="2792506" y="3848245"/>
                </a:lnTo>
                <a:lnTo>
                  <a:pt x="2791757" y="3848381"/>
                </a:lnTo>
                <a:lnTo>
                  <a:pt x="2790995" y="3848492"/>
                </a:lnTo>
                <a:lnTo>
                  <a:pt x="2790221" y="3848578"/>
                </a:lnTo>
                <a:lnTo>
                  <a:pt x="2789435" y="3848640"/>
                </a:lnTo>
                <a:lnTo>
                  <a:pt x="2788636" y="3848677"/>
                </a:lnTo>
                <a:lnTo>
                  <a:pt x="2787825" y="3848689"/>
                </a:lnTo>
                <a:lnTo>
                  <a:pt x="2787027" y="3848677"/>
                </a:lnTo>
                <a:lnTo>
                  <a:pt x="2786241" y="3848640"/>
                </a:lnTo>
                <a:lnTo>
                  <a:pt x="2785466" y="3848578"/>
                </a:lnTo>
                <a:lnTo>
                  <a:pt x="2784702" y="3848492"/>
                </a:lnTo>
                <a:lnTo>
                  <a:pt x="2783949" y="3848381"/>
                </a:lnTo>
                <a:lnTo>
                  <a:pt x="2783207" y="3848245"/>
                </a:lnTo>
                <a:lnTo>
                  <a:pt x="2782477" y="3848085"/>
                </a:lnTo>
                <a:lnTo>
                  <a:pt x="2781757" y="3847900"/>
                </a:lnTo>
                <a:close/>
              </a:path>
            </a:pathLst>
          </a:custGeom>
          <a:solidFill xmlns:a="http://schemas.openxmlformats.org/drawingml/2006/main">
            <a:srgbClr val="22863A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F118BD-9C1D-4510-AC0F-0FB3E94F23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82579" y="1677063"/>
            <a:ext cx="3517225" cy="3136400"/>
          </a:xfrm>
          <a:custGeom xmlns:a="http://schemas.openxmlformats.org/drawingml/2006/main">
            <a:pathLst>
              <a:path w="3517225" h="3136400">
                <a:moveTo>
                  <a:pt x="573484" y="47001"/>
                </a:moveTo>
                <a:lnTo>
                  <a:pt x="577372" y="24853"/>
                </a:lnTo>
                <a:lnTo>
                  <a:pt x="577372" y="0"/>
                </a:lnTo>
                <a:lnTo>
                  <a:pt x="562833" y="0"/>
                </a:lnTo>
                <a:lnTo>
                  <a:pt x="562833" y="24853"/>
                </a:lnTo>
                <a:lnTo>
                  <a:pt x="566721" y="47001"/>
                </a:lnTo>
                <a:lnTo>
                  <a:pt x="573484" y="47001"/>
                </a:lnTo>
                <a:close/>
                <a:moveTo>
                  <a:pt x="552181" y="24853"/>
                </a:moveTo>
                <a:lnTo>
                  <a:pt x="552181" y="0"/>
                </a:lnTo>
                <a:lnTo>
                  <a:pt x="537642" y="0"/>
                </a:lnTo>
                <a:lnTo>
                  <a:pt x="537642" y="24853"/>
                </a:lnTo>
                <a:lnTo>
                  <a:pt x="541530" y="47001"/>
                </a:lnTo>
                <a:lnTo>
                  <a:pt x="548293" y="47001"/>
                </a:lnTo>
                <a:lnTo>
                  <a:pt x="552181" y="24853"/>
                </a:lnTo>
                <a:close/>
                <a:moveTo>
                  <a:pt x="681621" y="86731"/>
                </a:moveTo>
                <a:lnTo>
                  <a:pt x="680944" y="86731"/>
                </a:lnTo>
                <a:lnTo>
                  <a:pt x="667419" y="0"/>
                </a:lnTo>
                <a:lnTo>
                  <a:pt x="652372" y="0"/>
                </a:lnTo>
                <a:lnTo>
                  <a:pt x="639016" y="86731"/>
                </a:lnTo>
                <a:lnTo>
                  <a:pt x="638339" y="86731"/>
                </a:lnTo>
                <a:lnTo>
                  <a:pt x="624138" y="0"/>
                </a:lnTo>
                <a:lnTo>
                  <a:pt x="608246" y="0"/>
                </a:lnTo>
                <a:lnTo>
                  <a:pt x="626336" y="115980"/>
                </a:lnTo>
                <a:lnTo>
                  <a:pt x="645440" y="115980"/>
                </a:lnTo>
                <a:lnTo>
                  <a:pt x="658628" y="31954"/>
                </a:lnTo>
                <a:lnTo>
                  <a:pt x="659304" y="31954"/>
                </a:lnTo>
                <a:lnTo>
                  <a:pt x="672660" y="115980"/>
                </a:lnTo>
                <a:lnTo>
                  <a:pt x="691596" y="115980"/>
                </a:lnTo>
                <a:lnTo>
                  <a:pt x="709686" y="0"/>
                </a:lnTo>
                <a:lnTo>
                  <a:pt x="695484" y="0"/>
                </a:lnTo>
                <a:lnTo>
                  <a:pt x="681621" y="86731"/>
                </a:lnTo>
                <a:close/>
                <a:moveTo>
                  <a:pt x="66612" y="1292758"/>
                </a:moveTo>
                <a:lnTo>
                  <a:pt x="70501" y="1270611"/>
                </a:lnTo>
                <a:lnTo>
                  <a:pt x="70501" y="1245758"/>
                </a:lnTo>
                <a:lnTo>
                  <a:pt x="55961" y="1245758"/>
                </a:lnTo>
                <a:lnTo>
                  <a:pt x="55961" y="1270611"/>
                </a:lnTo>
                <a:lnTo>
                  <a:pt x="59850" y="1292758"/>
                </a:lnTo>
                <a:lnTo>
                  <a:pt x="66612" y="1292758"/>
                </a:lnTo>
                <a:close/>
                <a:moveTo>
                  <a:pt x="45310" y="1270611"/>
                </a:moveTo>
                <a:lnTo>
                  <a:pt x="45310" y="1245758"/>
                </a:lnTo>
                <a:lnTo>
                  <a:pt x="30770" y="1245758"/>
                </a:lnTo>
                <a:lnTo>
                  <a:pt x="30770" y="1270611"/>
                </a:lnTo>
                <a:lnTo>
                  <a:pt x="34659" y="1292758"/>
                </a:lnTo>
                <a:lnTo>
                  <a:pt x="41421" y="1292758"/>
                </a:lnTo>
                <a:lnTo>
                  <a:pt x="45310" y="1270611"/>
                </a:lnTo>
                <a:close/>
                <a:moveTo>
                  <a:pt x="550490" y="1361738"/>
                </a:moveTo>
                <a:lnTo>
                  <a:pt x="567228" y="1361738"/>
                </a:lnTo>
                <a:lnTo>
                  <a:pt x="596646" y="1361738"/>
                </a:lnTo>
                <a:lnTo>
                  <a:pt x="596646" y="1348720"/>
                </a:lnTo>
                <a:lnTo>
                  <a:pt x="567228" y="1348720"/>
                </a:lnTo>
                <a:lnTo>
                  <a:pt x="567228" y="1239841"/>
                </a:lnTo>
                <a:lnTo>
                  <a:pt x="519382" y="1239841"/>
                </a:lnTo>
                <a:lnTo>
                  <a:pt x="519382" y="1253028"/>
                </a:lnTo>
                <a:lnTo>
                  <a:pt x="550490" y="1253028"/>
                </a:lnTo>
                <a:lnTo>
                  <a:pt x="550490" y="1348720"/>
                </a:lnTo>
                <a:lnTo>
                  <a:pt x="519382" y="1348720"/>
                </a:lnTo>
                <a:lnTo>
                  <a:pt x="519382" y="1361738"/>
                </a:lnTo>
                <a:lnTo>
                  <a:pt x="550490" y="1361738"/>
                </a:lnTo>
                <a:close/>
                <a:moveTo>
                  <a:pt x="374215" y="1363314"/>
                </a:moveTo>
                <a:lnTo>
                  <a:pt x="374736" y="1363278"/>
                </a:lnTo>
                <a:lnTo>
                  <a:pt x="375258" y="1363238"/>
                </a:lnTo>
                <a:lnTo>
                  <a:pt x="375779" y="1363194"/>
                </a:lnTo>
                <a:lnTo>
                  <a:pt x="376300" y="1363145"/>
                </a:lnTo>
                <a:lnTo>
                  <a:pt x="376822" y="1363091"/>
                </a:lnTo>
                <a:lnTo>
                  <a:pt x="377343" y="1363032"/>
                </a:lnTo>
                <a:lnTo>
                  <a:pt x="377864" y="1362968"/>
                </a:lnTo>
                <a:lnTo>
                  <a:pt x="378385" y="1362900"/>
                </a:lnTo>
                <a:lnTo>
                  <a:pt x="378907" y="1362828"/>
                </a:lnTo>
                <a:lnTo>
                  <a:pt x="379428" y="1362750"/>
                </a:lnTo>
                <a:lnTo>
                  <a:pt x="379949" y="1362668"/>
                </a:lnTo>
                <a:lnTo>
                  <a:pt x="380471" y="1362581"/>
                </a:lnTo>
                <a:lnTo>
                  <a:pt x="380992" y="1362489"/>
                </a:lnTo>
                <a:lnTo>
                  <a:pt x="381513" y="1362393"/>
                </a:lnTo>
                <a:lnTo>
                  <a:pt x="382035" y="1362292"/>
                </a:lnTo>
                <a:lnTo>
                  <a:pt x="382556" y="1362186"/>
                </a:lnTo>
                <a:lnTo>
                  <a:pt x="383077" y="1362076"/>
                </a:lnTo>
                <a:lnTo>
                  <a:pt x="383595" y="1361975"/>
                </a:lnTo>
                <a:lnTo>
                  <a:pt x="384104" y="1361871"/>
                </a:lnTo>
                <a:lnTo>
                  <a:pt x="384607" y="1361762"/>
                </a:lnTo>
                <a:lnTo>
                  <a:pt x="385101" y="1361649"/>
                </a:lnTo>
                <a:lnTo>
                  <a:pt x="385588" y="1361532"/>
                </a:lnTo>
                <a:lnTo>
                  <a:pt x="386068" y="1361410"/>
                </a:lnTo>
                <a:lnTo>
                  <a:pt x="386539" y="1361285"/>
                </a:lnTo>
                <a:lnTo>
                  <a:pt x="387003" y="1361156"/>
                </a:lnTo>
                <a:lnTo>
                  <a:pt x="387460" y="1361022"/>
                </a:lnTo>
                <a:lnTo>
                  <a:pt x="387908" y="1360884"/>
                </a:lnTo>
                <a:lnTo>
                  <a:pt x="388350" y="1360743"/>
                </a:lnTo>
                <a:lnTo>
                  <a:pt x="388783" y="1360597"/>
                </a:lnTo>
                <a:lnTo>
                  <a:pt x="389209" y="1360447"/>
                </a:lnTo>
                <a:lnTo>
                  <a:pt x="389627" y="1360293"/>
                </a:lnTo>
                <a:lnTo>
                  <a:pt x="390038" y="1360135"/>
                </a:lnTo>
                <a:lnTo>
                  <a:pt x="390441" y="1359972"/>
                </a:lnTo>
                <a:lnTo>
                  <a:pt x="390836" y="1359806"/>
                </a:lnTo>
                <a:lnTo>
                  <a:pt x="391224" y="1359635"/>
                </a:lnTo>
                <a:lnTo>
                  <a:pt x="391604" y="1359461"/>
                </a:lnTo>
                <a:lnTo>
                  <a:pt x="391977" y="1359282"/>
                </a:lnTo>
                <a:lnTo>
                  <a:pt x="392341" y="1359099"/>
                </a:lnTo>
                <a:lnTo>
                  <a:pt x="392699" y="1358912"/>
                </a:lnTo>
                <a:lnTo>
                  <a:pt x="393048" y="1358721"/>
                </a:lnTo>
                <a:lnTo>
                  <a:pt x="393390" y="1358526"/>
                </a:lnTo>
                <a:lnTo>
                  <a:pt x="393390" y="1345507"/>
                </a:lnTo>
                <a:lnTo>
                  <a:pt x="393092" y="1345648"/>
                </a:lnTo>
                <a:lnTo>
                  <a:pt x="392790" y="1345788"/>
                </a:lnTo>
                <a:lnTo>
                  <a:pt x="392484" y="1345928"/>
                </a:lnTo>
                <a:lnTo>
                  <a:pt x="392174" y="1346066"/>
                </a:lnTo>
                <a:lnTo>
                  <a:pt x="391859" y="1346205"/>
                </a:lnTo>
                <a:lnTo>
                  <a:pt x="391541" y="1346342"/>
                </a:lnTo>
                <a:lnTo>
                  <a:pt x="391218" y="1346479"/>
                </a:lnTo>
                <a:lnTo>
                  <a:pt x="390892" y="1346616"/>
                </a:lnTo>
                <a:lnTo>
                  <a:pt x="390561" y="1346752"/>
                </a:lnTo>
                <a:lnTo>
                  <a:pt x="390226" y="1346887"/>
                </a:lnTo>
                <a:lnTo>
                  <a:pt x="389887" y="1347022"/>
                </a:lnTo>
                <a:lnTo>
                  <a:pt x="389544" y="1347156"/>
                </a:lnTo>
                <a:lnTo>
                  <a:pt x="389197" y="1347290"/>
                </a:lnTo>
                <a:lnTo>
                  <a:pt x="388845" y="1347422"/>
                </a:lnTo>
                <a:lnTo>
                  <a:pt x="388490" y="1347555"/>
                </a:lnTo>
                <a:lnTo>
                  <a:pt x="388130" y="1347687"/>
                </a:lnTo>
                <a:lnTo>
                  <a:pt x="387767" y="1347818"/>
                </a:lnTo>
                <a:lnTo>
                  <a:pt x="387399" y="1347948"/>
                </a:lnTo>
                <a:lnTo>
                  <a:pt x="387027" y="1348078"/>
                </a:lnTo>
                <a:lnTo>
                  <a:pt x="386651" y="1348208"/>
                </a:lnTo>
                <a:lnTo>
                  <a:pt x="386271" y="1348337"/>
                </a:lnTo>
                <a:lnTo>
                  <a:pt x="385887" y="1348465"/>
                </a:lnTo>
                <a:lnTo>
                  <a:pt x="385498" y="1348593"/>
                </a:lnTo>
                <a:lnTo>
                  <a:pt x="385106" y="1348720"/>
                </a:lnTo>
                <a:lnTo>
                  <a:pt x="384724" y="1348830"/>
                </a:lnTo>
                <a:lnTo>
                  <a:pt x="384339" y="1348936"/>
                </a:lnTo>
                <a:lnTo>
                  <a:pt x="383952" y="1349037"/>
                </a:lnTo>
                <a:lnTo>
                  <a:pt x="383561" y="1349133"/>
                </a:lnTo>
                <a:lnTo>
                  <a:pt x="383167" y="1349225"/>
                </a:lnTo>
                <a:lnTo>
                  <a:pt x="382771" y="1349312"/>
                </a:lnTo>
                <a:lnTo>
                  <a:pt x="382371" y="1349394"/>
                </a:lnTo>
                <a:lnTo>
                  <a:pt x="381969" y="1349471"/>
                </a:lnTo>
                <a:lnTo>
                  <a:pt x="381563" y="1349544"/>
                </a:lnTo>
                <a:lnTo>
                  <a:pt x="381155" y="1349612"/>
                </a:lnTo>
                <a:lnTo>
                  <a:pt x="380744" y="1349675"/>
                </a:lnTo>
                <a:lnTo>
                  <a:pt x="380330" y="1349734"/>
                </a:lnTo>
                <a:lnTo>
                  <a:pt x="379913" y="1349788"/>
                </a:lnTo>
                <a:lnTo>
                  <a:pt x="379493" y="1349838"/>
                </a:lnTo>
                <a:lnTo>
                  <a:pt x="379070" y="1349882"/>
                </a:lnTo>
                <a:lnTo>
                  <a:pt x="378644" y="1349922"/>
                </a:lnTo>
                <a:lnTo>
                  <a:pt x="378215" y="1349957"/>
                </a:lnTo>
                <a:lnTo>
                  <a:pt x="377783" y="1349988"/>
                </a:lnTo>
                <a:lnTo>
                  <a:pt x="377348" y="1350014"/>
                </a:lnTo>
                <a:lnTo>
                  <a:pt x="376911" y="1350035"/>
                </a:lnTo>
                <a:lnTo>
                  <a:pt x="376470" y="1350051"/>
                </a:lnTo>
                <a:lnTo>
                  <a:pt x="376027" y="1350063"/>
                </a:lnTo>
                <a:lnTo>
                  <a:pt x="375580" y="1350070"/>
                </a:lnTo>
                <a:lnTo>
                  <a:pt x="375131" y="1350072"/>
                </a:lnTo>
                <a:lnTo>
                  <a:pt x="374557" y="1350069"/>
                </a:lnTo>
                <a:lnTo>
                  <a:pt x="373992" y="1350061"/>
                </a:lnTo>
                <a:lnTo>
                  <a:pt x="373435" y="1350046"/>
                </a:lnTo>
                <a:lnTo>
                  <a:pt x="372886" y="1350025"/>
                </a:lnTo>
                <a:lnTo>
                  <a:pt x="372345" y="1349999"/>
                </a:lnTo>
                <a:lnTo>
                  <a:pt x="371813" y="1349967"/>
                </a:lnTo>
                <a:lnTo>
                  <a:pt x="371289" y="1349929"/>
                </a:lnTo>
                <a:lnTo>
                  <a:pt x="370773" y="1349884"/>
                </a:lnTo>
                <a:lnTo>
                  <a:pt x="370265" y="1349835"/>
                </a:lnTo>
                <a:lnTo>
                  <a:pt x="369765" y="1349779"/>
                </a:lnTo>
                <a:lnTo>
                  <a:pt x="369274" y="1349717"/>
                </a:lnTo>
                <a:lnTo>
                  <a:pt x="368791" y="1349650"/>
                </a:lnTo>
                <a:lnTo>
                  <a:pt x="368316" y="1349576"/>
                </a:lnTo>
                <a:lnTo>
                  <a:pt x="367849" y="1349497"/>
                </a:lnTo>
                <a:lnTo>
                  <a:pt x="367391" y="1349412"/>
                </a:lnTo>
                <a:lnTo>
                  <a:pt x="366941" y="1349321"/>
                </a:lnTo>
                <a:lnTo>
                  <a:pt x="366499" y="1349224"/>
                </a:lnTo>
                <a:lnTo>
                  <a:pt x="366065" y="1349121"/>
                </a:lnTo>
                <a:lnTo>
                  <a:pt x="365639" y="1349013"/>
                </a:lnTo>
                <a:lnTo>
                  <a:pt x="365222" y="1348898"/>
                </a:lnTo>
                <a:lnTo>
                  <a:pt x="364813" y="1348778"/>
                </a:lnTo>
                <a:lnTo>
                  <a:pt x="364412" y="1348652"/>
                </a:lnTo>
                <a:lnTo>
                  <a:pt x="364019" y="1348520"/>
                </a:lnTo>
                <a:lnTo>
                  <a:pt x="363634" y="1348382"/>
                </a:lnTo>
                <a:lnTo>
                  <a:pt x="363258" y="1348237"/>
                </a:lnTo>
                <a:lnTo>
                  <a:pt x="362889" y="1348086"/>
                </a:lnTo>
                <a:lnTo>
                  <a:pt x="362528" y="1347927"/>
                </a:lnTo>
                <a:lnTo>
                  <a:pt x="362174" y="1347762"/>
                </a:lnTo>
                <a:lnTo>
                  <a:pt x="361828" y="1347589"/>
                </a:lnTo>
                <a:lnTo>
                  <a:pt x="361489" y="1347409"/>
                </a:lnTo>
                <a:lnTo>
                  <a:pt x="361159" y="1347223"/>
                </a:lnTo>
                <a:lnTo>
                  <a:pt x="360835" y="1347029"/>
                </a:lnTo>
                <a:lnTo>
                  <a:pt x="360520" y="1346828"/>
                </a:lnTo>
                <a:lnTo>
                  <a:pt x="360212" y="1346620"/>
                </a:lnTo>
                <a:lnTo>
                  <a:pt x="359912" y="1346406"/>
                </a:lnTo>
                <a:lnTo>
                  <a:pt x="359619" y="1346184"/>
                </a:lnTo>
                <a:lnTo>
                  <a:pt x="359334" y="1345955"/>
                </a:lnTo>
                <a:lnTo>
                  <a:pt x="359057" y="1345719"/>
                </a:lnTo>
                <a:lnTo>
                  <a:pt x="358787" y="1345476"/>
                </a:lnTo>
                <a:lnTo>
                  <a:pt x="358525" y="1345226"/>
                </a:lnTo>
                <a:lnTo>
                  <a:pt x="358270" y="1344969"/>
                </a:lnTo>
                <a:lnTo>
                  <a:pt x="358023" y="1344704"/>
                </a:lnTo>
                <a:lnTo>
                  <a:pt x="357784" y="1344433"/>
                </a:lnTo>
                <a:lnTo>
                  <a:pt x="357553" y="1344155"/>
                </a:lnTo>
                <a:lnTo>
                  <a:pt x="357329" y="1343870"/>
                </a:lnTo>
                <a:lnTo>
                  <a:pt x="357112" y="1343577"/>
                </a:lnTo>
                <a:lnTo>
                  <a:pt x="356904" y="1343278"/>
                </a:lnTo>
                <a:lnTo>
                  <a:pt x="356703" y="1342971"/>
                </a:lnTo>
                <a:lnTo>
                  <a:pt x="356510" y="1342658"/>
                </a:lnTo>
                <a:lnTo>
                  <a:pt x="356325" y="1342337"/>
                </a:lnTo>
                <a:lnTo>
                  <a:pt x="356148" y="1342010"/>
                </a:lnTo>
                <a:lnTo>
                  <a:pt x="355979" y="1341675"/>
                </a:lnTo>
                <a:lnTo>
                  <a:pt x="355819" y="1341334"/>
                </a:lnTo>
                <a:lnTo>
                  <a:pt x="355667" y="1340985"/>
                </a:lnTo>
                <a:lnTo>
                  <a:pt x="355523" y="1340629"/>
                </a:lnTo>
                <a:lnTo>
                  <a:pt x="355388" y="1340266"/>
                </a:lnTo>
                <a:lnTo>
                  <a:pt x="355260" y="1339897"/>
                </a:lnTo>
                <a:lnTo>
                  <a:pt x="355141" y="1339520"/>
                </a:lnTo>
                <a:lnTo>
                  <a:pt x="355030" y="1339136"/>
                </a:lnTo>
                <a:lnTo>
                  <a:pt x="354927" y="1338745"/>
                </a:lnTo>
                <a:lnTo>
                  <a:pt x="354833" y="1338347"/>
                </a:lnTo>
                <a:lnTo>
                  <a:pt x="354747" y="1337942"/>
                </a:lnTo>
                <a:lnTo>
                  <a:pt x="354669" y="1337530"/>
                </a:lnTo>
                <a:lnTo>
                  <a:pt x="354599" y="1337111"/>
                </a:lnTo>
                <a:lnTo>
                  <a:pt x="354537" y="1336684"/>
                </a:lnTo>
                <a:lnTo>
                  <a:pt x="354484" y="1336251"/>
                </a:lnTo>
                <a:lnTo>
                  <a:pt x="354438" y="1335811"/>
                </a:lnTo>
                <a:lnTo>
                  <a:pt x="354401" y="1335363"/>
                </a:lnTo>
                <a:lnTo>
                  <a:pt x="354373" y="1334909"/>
                </a:lnTo>
                <a:lnTo>
                  <a:pt x="354352" y="1334448"/>
                </a:lnTo>
                <a:lnTo>
                  <a:pt x="354340" y="1333979"/>
                </a:lnTo>
                <a:lnTo>
                  <a:pt x="354336" y="1333504"/>
                </a:lnTo>
                <a:lnTo>
                  <a:pt x="354336" y="1288532"/>
                </a:lnTo>
                <a:lnTo>
                  <a:pt x="393390" y="1288532"/>
                </a:lnTo>
                <a:lnTo>
                  <a:pt x="393390" y="1275345"/>
                </a:lnTo>
                <a:lnTo>
                  <a:pt x="354336" y="1275345"/>
                </a:lnTo>
                <a:lnTo>
                  <a:pt x="354336" y="1247787"/>
                </a:lnTo>
                <a:lnTo>
                  <a:pt x="343854" y="1247787"/>
                </a:lnTo>
                <a:lnTo>
                  <a:pt x="337936" y="1275345"/>
                </a:lnTo>
                <a:lnTo>
                  <a:pt x="312407" y="1275345"/>
                </a:lnTo>
                <a:lnTo>
                  <a:pt x="312407" y="1288532"/>
                </a:lnTo>
                <a:lnTo>
                  <a:pt x="337429" y="1288532"/>
                </a:lnTo>
                <a:lnTo>
                  <a:pt x="337429" y="1334856"/>
                </a:lnTo>
                <a:lnTo>
                  <a:pt x="337445" y="1336110"/>
                </a:lnTo>
                <a:lnTo>
                  <a:pt x="337491" y="1337334"/>
                </a:lnTo>
                <a:lnTo>
                  <a:pt x="337569" y="1338528"/>
                </a:lnTo>
                <a:lnTo>
                  <a:pt x="337678" y="1339693"/>
                </a:lnTo>
                <a:lnTo>
                  <a:pt x="337818" y="1340829"/>
                </a:lnTo>
                <a:lnTo>
                  <a:pt x="337989" y="1341936"/>
                </a:lnTo>
                <a:lnTo>
                  <a:pt x="338191" y="1343013"/>
                </a:lnTo>
                <a:lnTo>
                  <a:pt x="338425" y="1344061"/>
                </a:lnTo>
                <a:lnTo>
                  <a:pt x="338689" y="1345080"/>
                </a:lnTo>
                <a:lnTo>
                  <a:pt x="338985" y="1346069"/>
                </a:lnTo>
                <a:lnTo>
                  <a:pt x="339311" y="1347028"/>
                </a:lnTo>
                <a:lnTo>
                  <a:pt x="339669" y="1347959"/>
                </a:lnTo>
                <a:lnTo>
                  <a:pt x="340058" y="1348860"/>
                </a:lnTo>
                <a:lnTo>
                  <a:pt x="340478" y="1349732"/>
                </a:lnTo>
                <a:lnTo>
                  <a:pt x="340929" y="1350574"/>
                </a:lnTo>
                <a:lnTo>
                  <a:pt x="341411" y="1351387"/>
                </a:lnTo>
                <a:lnTo>
                  <a:pt x="341925" y="1352171"/>
                </a:lnTo>
                <a:lnTo>
                  <a:pt x="342469" y="1352925"/>
                </a:lnTo>
                <a:lnTo>
                  <a:pt x="343045" y="1353650"/>
                </a:lnTo>
                <a:lnTo>
                  <a:pt x="343652" y="1354346"/>
                </a:lnTo>
                <a:lnTo>
                  <a:pt x="344289" y="1355012"/>
                </a:lnTo>
                <a:lnTo>
                  <a:pt x="344958" y="1355649"/>
                </a:lnTo>
                <a:lnTo>
                  <a:pt x="345658" y="1356257"/>
                </a:lnTo>
                <a:lnTo>
                  <a:pt x="346390" y="1356835"/>
                </a:lnTo>
                <a:lnTo>
                  <a:pt x="347147" y="1357373"/>
                </a:lnTo>
                <a:lnTo>
                  <a:pt x="347926" y="1357888"/>
                </a:lnTo>
                <a:lnTo>
                  <a:pt x="348727" y="1358380"/>
                </a:lnTo>
                <a:lnTo>
                  <a:pt x="349550" y="1358850"/>
                </a:lnTo>
                <a:lnTo>
                  <a:pt x="350395" y="1359296"/>
                </a:lnTo>
                <a:lnTo>
                  <a:pt x="351261" y="1359720"/>
                </a:lnTo>
                <a:lnTo>
                  <a:pt x="352149" y="1360120"/>
                </a:lnTo>
                <a:lnTo>
                  <a:pt x="353058" y="1360498"/>
                </a:lnTo>
                <a:lnTo>
                  <a:pt x="353990" y="1360853"/>
                </a:lnTo>
                <a:lnTo>
                  <a:pt x="354943" y="1361185"/>
                </a:lnTo>
                <a:lnTo>
                  <a:pt x="355918" y="1361494"/>
                </a:lnTo>
                <a:lnTo>
                  <a:pt x="356914" y="1361780"/>
                </a:lnTo>
                <a:lnTo>
                  <a:pt x="357932" y="1362044"/>
                </a:lnTo>
                <a:lnTo>
                  <a:pt x="358972" y="1362284"/>
                </a:lnTo>
                <a:lnTo>
                  <a:pt x="360034" y="1362501"/>
                </a:lnTo>
                <a:lnTo>
                  <a:pt x="361117" y="1362696"/>
                </a:lnTo>
                <a:lnTo>
                  <a:pt x="362222" y="1362868"/>
                </a:lnTo>
                <a:lnTo>
                  <a:pt x="363349" y="1363017"/>
                </a:lnTo>
                <a:lnTo>
                  <a:pt x="364498" y="1363142"/>
                </a:lnTo>
                <a:lnTo>
                  <a:pt x="365668" y="1363246"/>
                </a:lnTo>
                <a:lnTo>
                  <a:pt x="366860" y="1363326"/>
                </a:lnTo>
                <a:lnTo>
                  <a:pt x="368074" y="1363383"/>
                </a:lnTo>
                <a:lnTo>
                  <a:pt x="369309" y="1363417"/>
                </a:lnTo>
                <a:lnTo>
                  <a:pt x="370566" y="1363429"/>
                </a:lnTo>
                <a:lnTo>
                  <a:pt x="371087" y="1363426"/>
                </a:lnTo>
                <a:lnTo>
                  <a:pt x="371609" y="1363419"/>
                </a:lnTo>
                <a:lnTo>
                  <a:pt x="372130" y="1363408"/>
                </a:lnTo>
                <a:lnTo>
                  <a:pt x="372651" y="1363391"/>
                </a:lnTo>
                <a:lnTo>
                  <a:pt x="373173" y="1363370"/>
                </a:lnTo>
                <a:lnTo>
                  <a:pt x="373694" y="1363344"/>
                </a:lnTo>
                <a:lnTo>
                  <a:pt x="374215" y="1363314"/>
                </a:lnTo>
                <a:close/>
                <a:moveTo>
                  <a:pt x="766493" y="1363083"/>
                </a:moveTo>
                <a:lnTo>
                  <a:pt x="767290" y="1362978"/>
                </a:lnTo>
                <a:lnTo>
                  <a:pt x="768080" y="1362858"/>
                </a:lnTo>
                <a:lnTo>
                  <a:pt x="768861" y="1362724"/>
                </a:lnTo>
                <a:lnTo>
                  <a:pt x="769634" y="1362576"/>
                </a:lnTo>
                <a:lnTo>
                  <a:pt x="770399" y="1362414"/>
                </a:lnTo>
                <a:lnTo>
                  <a:pt x="771156" y="1362238"/>
                </a:lnTo>
                <a:lnTo>
                  <a:pt x="771905" y="1362048"/>
                </a:lnTo>
                <a:lnTo>
                  <a:pt x="772645" y="1361844"/>
                </a:lnTo>
                <a:lnTo>
                  <a:pt x="773377" y="1361625"/>
                </a:lnTo>
                <a:lnTo>
                  <a:pt x="774101" y="1361393"/>
                </a:lnTo>
                <a:lnTo>
                  <a:pt x="774816" y="1361146"/>
                </a:lnTo>
                <a:lnTo>
                  <a:pt x="775524" y="1360886"/>
                </a:lnTo>
                <a:lnTo>
                  <a:pt x="776223" y="1360611"/>
                </a:lnTo>
                <a:lnTo>
                  <a:pt x="776914" y="1360322"/>
                </a:lnTo>
                <a:lnTo>
                  <a:pt x="777596" y="1360019"/>
                </a:lnTo>
                <a:lnTo>
                  <a:pt x="778271" y="1359702"/>
                </a:lnTo>
                <a:lnTo>
                  <a:pt x="778937" y="1359371"/>
                </a:lnTo>
                <a:lnTo>
                  <a:pt x="779607" y="1359012"/>
                </a:lnTo>
                <a:lnTo>
                  <a:pt x="780265" y="1358641"/>
                </a:lnTo>
                <a:lnTo>
                  <a:pt x="780911" y="1358256"/>
                </a:lnTo>
                <a:lnTo>
                  <a:pt x="781544" y="1357859"/>
                </a:lnTo>
                <a:lnTo>
                  <a:pt x="782164" y="1357449"/>
                </a:lnTo>
                <a:lnTo>
                  <a:pt x="782773" y="1357025"/>
                </a:lnTo>
                <a:lnTo>
                  <a:pt x="783369" y="1356589"/>
                </a:lnTo>
                <a:lnTo>
                  <a:pt x="783953" y="1356140"/>
                </a:lnTo>
                <a:lnTo>
                  <a:pt x="784524" y="1355678"/>
                </a:lnTo>
                <a:lnTo>
                  <a:pt x="785083" y="1355203"/>
                </a:lnTo>
                <a:lnTo>
                  <a:pt x="785630" y="1354715"/>
                </a:lnTo>
                <a:lnTo>
                  <a:pt x="786165" y="1354214"/>
                </a:lnTo>
                <a:lnTo>
                  <a:pt x="786687" y="1353701"/>
                </a:lnTo>
                <a:lnTo>
                  <a:pt x="787197" y="1353174"/>
                </a:lnTo>
                <a:lnTo>
                  <a:pt x="787694" y="1352635"/>
                </a:lnTo>
                <a:lnTo>
                  <a:pt x="788180" y="1352082"/>
                </a:lnTo>
                <a:lnTo>
                  <a:pt x="788652" y="1351517"/>
                </a:lnTo>
                <a:lnTo>
                  <a:pt x="789113" y="1350939"/>
                </a:lnTo>
                <a:lnTo>
                  <a:pt x="789561" y="1350348"/>
                </a:lnTo>
                <a:lnTo>
                  <a:pt x="789997" y="1349744"/>
                </a:lnTo>
                <a:lnTo>
                  <a:pt x="790421" y="1349127"/>
                </a:lnTo>
                <a:lnTo>
                  <a:pt x="790832" y="1348497"/>
                </a:lnTo>
                <a:lnTo>
                  <a:pt x="791231" y="1347854"/>
                </a:lnTo>
                <a:lnTo>
                  <a:pt x="791617" y="1347198"/>
                </a:lnTo>
                <a:lnTo>
                  <a:pt x="792003" y="1346530"/>
                </a:lnTo>
                <a:lnTo>
                  <a:pt x="792373" y="1345850"/>
                </a:lnTo>
                <a:lnTo>
                  <a:pt x="792727" y="1345159"/>
                </a:lnTo>
                <a:lnTo>
                  <a:pt x="793064" y="1344456"/>
                </a:lnTo>
                <a:lnTo>
                  <a:pt x="793384" y="1343741"/>
                </a:lnTo>
                <a:lnTo>
                  <a:pt x="793688" y="1343014"/>
                </a:lnTo>
                <a:lnTo>
                  <a:pt x="793976" y="1342275"/>
                </a:lnTo>
                <a:lnTo>
                  <a:pt x="794247" y="1341525"/>
                </a:lnTo>
                <a:lnTo>
                  <a:pt x="794502" y="1340763"/>
                </a:lnTo>
                <a:lnTo>
                  <a:pt x="794740" y="1339989"/>
                </a:lnTo>
                <a:lnTo>
                  <a:pt x="794962" y="1339204"/>
                </a:lnTo>
                <a:lnTo>
                  <a:pt x="795168" y="1338407"/>
                </a:lnTo>
                <a:lnTo>
                  <a:pt x="795357" y="1337598"/>
                </a:lnTo>
                <a:lnTo>
                  <a:pt x="795529" y="1336777"/>
                </a:lnTo>
                <a:lnTo>
                  <a:pt x="795685" y="1335945"/>
                </a:lnTo>
                <a:lnTo>
                  <a:pt x="795825" y="1335101"/>
                </a:lnTo>
                <a:lnTo>
                  <a:pt x="795948" y="1334245"/>
                </a:lnTo>
                <a:lnTo>
                  <a:pt x="796055" y="1333377"/>
                </a:lnTo>
                <a:lnTo>
                  <a:pt x="796146" y="1332498"/>
                </a:lnTo>
                <a:lnTo>
                  <a:pt x="796220" y="1331607"/>
                </a:lnTo>
                <a:lnTo>
                  <a:pt x="796277" y="1330704"/>
                </a:lnTo>
                <a:lnTo>
                  <a:pt x="796318" y="1329789"/>
                </a:lnTo>
                <a:lnTo>
                  <a:pt x="796343" y="1328863"/>
                </a:lnTo>
                <a:lnTo>
                  <a:pt x="796351" y="1327925"/>
                </a:lnTo>
                <a:lnTo>
                  <a:pt x="781304" y="1327925"/>
                </a:lnTo>
                <a:lnTo>
                  <a:pt x="781299" y="1328610"/>
                </a:lnTo>
                <a:lnTo>
                  <a:pt x="781285" y="1329284"/>
                </a:lnTo>
                <a:lnTo>
                  <a:pt x="781262" y="1329948"/>
                </a:lnTo>
                <a:lnTo>
                  <a:pt x="781229" y="1330602"/>
                </a:lnTo>
                <a:lnTo>
                  <a:pt x="781187" y="1331244"/>
                </a:lnTo>
                <a:lnTo>
                  <a:pt x="781135" y="1331877"/>
                </a:lnTo>
                <a:lnTo>
                  <a:pt x="781074" y="1332498"/>
                </a:lnTo>
                <a:lnTo>
                  <a:pt x="781004" y="1333109"/>
                </a:lnTo>
                <a:lnTo>
                  <a:pt x="780924" y="1333710"/>
                </a:lnTo>
                <a:lnTo>
                  <a:pt x="780835" y="1334300"/>
                </a:lnTo>
                <a:lnTo>
                  <a:pt x="780736" y="1334879"/>
                </a:lnTo>
                <a:lnTo>
                  <a:pt x="780628" y="1335448"/>
                </a:lnTo>
                <a:lnTo>
                  <a:pt x="780510" y="1336006"/>
                </a:lnTo>
                <a:lnTo>
                  <a:pt x="780384" y="1336554"/>
                </a:lnTo>
                <a:lnTo>
                  <a:pt x="780248" y="1337091"/>
                </a:lnTo>
                <a:lnTo>
                  <a:pt x="780102" y="1337618"/>
                </a:lnTo>
                <a:lnTo>
                  <a:pt x="779947" y="1338134"/>
                </a:lnTo>
                <a:lnTo>
                  <a:pt x="779783" y="1338639"/>
                </a:lnTo>
                <a:lnTo>
                  <a:pt x="779609" y="1339134"/>
                </a:lnTo>
                <a:lnTo>
                  <a:pt x="779426" y="1339618"/>
                </a:lnTo>
                <a:lnTo>
                  <a:pt x="779233" y="1340092"/>
                </a:lnTo>
                <a:lnTo>
                  <a:pt x="779031" y="1340555"/>
                </a:lnTo>
                <a:lnTo>
                  <a:pt x="778820" y="1341008"/>
                </a:lnTo>
                <a:lnTo>
                  <a:pt x="778599" y="1341450"/>
                </a:lnTo>
                <a:lnTo>
                  <a:pt x="778384" y="1341868"/>
                </a:lnTo>
                <a:lnTo>
                  <a:pt x="778161" y="1342278"/>
                </a:lnTo>
                <a:lnTo>
                  <a:pt x="777931" y="1342678"/>
                </a:lnTo>
                <a:lnTo>
                  <a:pt x="777693" y="1343070"/>
                </a:lnTo>
                <a:lnTo>
                  <a:pt x="777447" y="1343453"/>
                </a:lnTo>
                <a:lnTo>
                  <a:pt x="777194" y="1343827"/>
                </a:lnTo>
                <a:lnTo>
                  <a:pt x="776933" y="1344193"/>
                </a:lnTo>
                <a:lnTo>
                  <a:pt x="776664" y="1344550"/>
                </a:lnTo>
                <a:lnTo>
                  <a:pt x="776388" y="1344897"/>
                </a:lnTo>
                <a:lnTo>
                  <a:pt x="776104" y="1345236"/>
                </a:lnTo>
                <a:lnTo>
                  <a:pt x="775813" y="1345567"/>
                </a:lnTo>
                <a:lnTo>
                  <a:pt x="775514" y="1345888"/>
                </a:lnTo>
                <a:lnTo>
                  <a:pt x="775207" y="1346201"/>
                </a:lnTo>
                <a:lnTo>
                  <a:pt x="774892" y="1346504"/>
                </a:lnTo>
                <a:lnTo>
                  <a:pt x="774570" y="1346799"/>
                </a:lnTo>
                <a:lnTo>
                  <a:pt x="774241" y="1347086"/>
                </a:lnTo>
                <a:lnTo>
                  <a:pt x="773904" y="1347363"/>
                </a:lnTo>
                <a:lnTo>
                  <a:pt x="773559" y="1347632"/>
                </a:lnTo>
                <a:lnTo>
                  <a:pt x="773206" y="1347891"/>
                </a:lnTo>
                <a:lnTo>
                  <a:pt x="772846" y="1348142"/>
                </a:lnTo>
                <a:lnTo>
                  <a:pt x="772478" y="1348384"/>
                </a:lnTo>
                <a:lnTo>
                  <a:pt x="772103" y="1348618"/>
                </a:lnTo>
                <a:lnTo>
                  <a:pt x="771720" y="1348842"/>
                </a:lnTo>
                <a:lnTo>
                  <a:pt x="771329" y="1349058"/>
                </a:lnTo>
                <a:lnTo>
                  <a:pt x="770946" y="1349251"/>
                </a:lnTo>
                <a:lnTo>
                  <a:pt x="770558" y="1349436"/>
                </a:lnTo>
                <a:lnTo>
                  <a:pt x="770164" y="1349613"/>
                </a:lnTo>
                <a:lnTo>
                  <a:pt x="769765" y="1349781"/>
                </a:lnTo>
                <a:lnTo>
                  <a:pt x="769361" y="1349942"/>
                </a:lnTo>
                <a:lnTo>
                  <a:pt x="768952" y="1350094"/>
                </a:lnTo>
                <a:lnTo>
                  <a:pt x="768537" y="1350237"/>
                </a:lnTo>
                <a:lnTo>
                  <a:pt x="768117" y="1350373"/>
                </a:lnTo>
                <a:lnTo>
                  <a:pt x="767692" y="1350500"/>
                </a:lnTo>
                <a:lnTo>
                  <a:pt x="767261" y="1350620"/>
                </a:lnTo>
                <a:lnTo>
                  <a:pt x="766825" y="1350731"/>
                </a:lnTo>
                <a:lnTo>
                  <a:pt x="766384" y="1350833"/>
                </a:lnTo>
                <a:lnTo>
                  <a:pt x="765938" y="1350928"/>
                </a:lnTo>
                <a:lnTo>
                  <a:pt x="765486" y="1351014"/>
                </a:lnTo>
                <a:lnTo>
                  <a:pt x="765029" y="1351092"/>
                </a:lnTo>
                <a:lnTo>
                  <a:pt x="764567" y="1351162"/>
                </a:lnTo>
                <a:lnTo>
                  <a:pt x="764099" y="1351224"/>
                </a:lnTo>
                <a:lnTo>
                  <a:pt x="763626" y="1351277"/>
                </a:lnTo>
                <a:lnTo>
                  <a:pt x="763148" y="1351322"/>
                </a:lnTo>
                <a:lnTo>
                  <a:pt x="762665" y="1351359"/>
                </a:lnTo>
                <a:lnTo>
                  <a:pt x="762176" y="1351388"/>
                </a:lnTo>
                <a:lnTo>
                  <a:pt x="761682" y="1351408"/>
                </a:lnTo>
                <a:lnTo>
                  <a:pt x="761183" y="1351421"/>
                </a:lnTo>
                <a:lnTo>
                  <a:pt x="760678" y="1351425"/>
                </a:lnTo>
                <a:lnTo>
                  <a:pt x="759853" y="1351413"/>
                </a:lnTo>
                <a:lnTo>
                  <a:pt x="759041" y="1351377"/>
                </a:lnTo>
                <a:lnTo>
                  <a:pt x="758242" y="1351317"/>
                </a:lnTo>
                <a:lnTo>
                  <a:pt x="757456" y="1351232"/>
                </a:lnTo>
                <a:lnTo>
                  <a:pt x="756683" y="1351124"/>
                </a:lnTo>
                <a:lnTo>
                  <a:pt x="755923" y="1350992"/>
                </a:lnTo>
                <a:lnTo>
                  <a:pt x="755176" y="1350835"/>
                </a:lnTo>
                <a:lnTo>
                  <a:pt x="754441" y="1350655"/>
                </a:lnTo>
                <a:lnTo>
                  <a:pt x="753720" y="1350450"/>
                </a:lnTo>
                <a:lnTo>
                  <a:pt x="753011" y="1350221"/>
                </a:lnTo>
                <a:lnTo>
                  <a:pt x="752316" y="1349969"/>
                </a:lnTo>
                <a:lnTo>
                  <a:pt x="751633" y="1349692"/>
                </a:lnTo>
                <a:lnTo>
                  <a:pt x="750963" y="1349391"/>
                </a:lnTo>
                <a:lnTo>
                  <a:pt x="750306" y="1349066"/>
                </a:lnTo>
                <a:lnTo>
                  <a:pt x="749662" y="1348717"/>
                </a:lnTo>
                <a:lnTo>
                  <a:pt x="749031" y="1348344"/>
                </a:lnTo>
                <a:lnTo>
                  <a:pt x="748413" y="1347947"/>
                </a:lnTo>
                <a:lnTo>
                  <a:pt x="747808" y="1347526"/>
                </a:lnTo>
                <a:lnTo>
                  <a:pt x="747215" y="1347081"/>
                </a:lnTo>
                <a:lnTo>
                  <a:pt x="746636" y="1346611"/>
                </a:lnTo>
                <a:lnTo>
                  <a:pt x="746070" y="1346118"/>
                </a:lnTo>
                <a:lnTo>
                  <a:pt x="745516" y="1345600"/>
                </a:lnTo>
                <a:lnTo>
                  <a:pt x="744975" y="1345059"/>
                </a:lnTo>
                <a:lnTo>
                  <a:pt x="744448" y="1344493"/>
                </a:lnTo>
                <a:lnTo>
                  <a:pt x="743951" y="1343904"/>
                </a:lnTo>
                <a:lnTo>
                  <a:pt x="743475" y="1343293"/>
                </a:lnTo>
                <a:lnTo>
                  <a:pt x="743021" y="1342660"/>
                </a:lnTo>
                <a:lnTo>
                  <a:pt x="742588" y="1342004"/>
                </a:lnTo>
                <a:lnTo>
                  <a:pt x="742176" y="1341326"/>
                </a:lnTo>
                <a:lnTo>
                  <a:pt x="741785" y="1340626"/>
                </a:lnTo>
                <a:lnTo>
                  <a:pt x="741415" y="1339903"/>
                </a:lnTo>
                <a:lnTo>
                  <a:pt x="741066" y="1339158"/>
                </a:lnTo>
                <a:lnTo>
                  <a:pt x="740739" y="1338391"/>
                </a:lnTo>
                <a:lnTo>
                  <a:pt x="740432" y="1337601"/>
                </a:lnTo>
                <a:lnTo>
                  <a:pt x="740147" y="1336789"/>
                </a:lnTo>
                <a:lnTo>
                  <a:pt x="739883" y="1335955"/>
                </a:lnTo>
                <a:lnTo>
                  <a:pt x="739640" y="1335099"/>
                </a:lnTo>
                <a:lnTo>
                  <a:pt x="739418" y="1334220"/>
                </a:lnTo>
                <a:lnTo>
                  <a:pt x="739217" y="1333319"/>
                </a:lnTo>
                <a:lnTo>
                  <a:pt x="739037" y="1332395"/>
                </a:lnTo>
                <a:lnTo>
                  <a:pt x="738879" y="1331450"/>
                </a:lnTo>
                <a:lnTo>
                  <a:pt x="738741" y="1330482"/>
                </a:lnTo>
                <a:lnTo>
                  <a:pt x="738625" y="1329491"/>
                </a:lnTo>
                <a:lnTo>
                  <a:pt x="738530" y="1328479"/>
                </a:lnTo>
                <a:lnTo>
                  <a:pt x="738456" y="1327444"/>
                </a:lnTo>
                <a:lnTo>
                  <a:pt x="738403" y="1326387"/>
                </a:lnTo>
                <a:lnTo>
                  <a:pt x="738372" y="1325307"/>
                </a:lnTo>
                <a:lnTo>
                  <a:pt x="738361" y="1324205"/>
                </a:lnTo>
                <a:lnTo>
                  <a:pt x="738361" y="1312878"/>
                </a:lnTo>
                <a:lnTo>
                  <a:pt x="738372" y="1311735"/>
                </a:lnTo>
                <a:lnTo>
                  <a:pt x="738405" y="1310618"/>
                </a:lnTo>
                <a:lnTo>
                  <a:pt x="738459" y="1309525"/>
                </a:lnTo>
                <a:lnTo>
                  <a:pt x="738535" y="1308458"/>
                </a:lnTo>
                <a:lnTo>
                  <a:pt x="738633" y="1307417"/>
                </a:lnTo>
                <a:lnTo>
                  <a:pt x="738752" y="1306400"/>
                </a:lnTo>
                <a:lnTo>
                  <a:pt x="738893" y="1305409"/>
                </a:lnTo>
                <a:lnTo>
                  <a:pt x="739056" y="1304443"/>
                </a:lnTo>
                <a:lnTo>
                  <a:pt x="739241" y="1303502"/>
                </a:lnTo>
                <a:lnTo>
                  <a:pt x="739447" y="1302587"/>
                </a:lnTo>
                <a:lnTo>
                  <a:pt x="739675" y="1301696"/>
                </a:lnTo>
                <a:lnTo>
                  <a:pt x="739925" y="1300831"/>
                </a:lnTo>
                <a:lnTo>
                  <a:pt x="740196" y="1299992"/>
                </a:lnTo>
                <a:lnTo>
                  <a:pt x="740490" y="1299177"/>
                </a:lnTo>
                <a:lnTo>
                  <a:pt x="740805" y="1298388"/>
                </a:lnTo>
                <a:lnTo>
                  <a:pt x="741141" y="1297624"/>
                </a:lnTo>
                <a:lnTo>
                  <a:pt x="741500" y="1296885"/>
                </a:lnTo>
                <a:lnTo>
                  <a:pt x="741880" y="1296172"/>
                </a:lnTo>
                <a:lnTo>
                  <a:pt x="742282" y="1295483"/>
                </a:lnTo>
                <a:lnTo>
                  <a:pt x="742705" y="1294820"/>
                </a:lnTo>
                <a:lnTo>
                  <a:pt x="743150" y="1294182"/>
                </a:lnTo>
                <a:lnTo>
                  <a:pt x="743617" y="1293570"/>
                </a:lnTo>
                <a:lnTo>
                  <a:pt x="744106" y="1292982"/>
                </a:lnTo>
                <a:lnTo>
                  <a:pt x="744617" y="1292420"/>
                </a:lnTo>
                <a:lnTo>
                  <a:pt x="745157" y="1291869"/>
                </a:lnTo>
                <a:lnTo>
                  <a:pt x="745706" y="1291340"/>
                </a:lnTo>
                <a:lnTo>
                  <a:pt x="746265" y="1290835"/>
                </a:lnTo>
                <a:lnTo>
                  <a:pt x="746833" y="1290354"/>
                </a:lnTo>
                <a:lnTo>
                  <a:pt x="747411" y="1289896"/>
                </a:lnTo>
                <a:lnTo>
                  <a:pt x="747998" y="1289462"/>
                </a:lnTo>
                <a:lnTo>
                  <a:pt x="748594" y="1289051"/>
                </a:lnTo>
                <a:lnTo>
                  <a:pt x="749200" y="1288663"/>
                </a:lnTo>
                <a:lnTo>
                  <a:pt x="749815" y="1288299"/>
                </a:lnTo>
                <a:lnTo>
                  <a:pt x="750440" y="1287959"/>
                </a:lnTo>
                <a:lnTo>
                  <a:pt x="751074" y="1287642"/>
                </a:lnTo>
                <a:lnTo>
                  <a:pt x="751717" y="1287349"/>
                </a:lnTo>
                <a:lnTo>
                  <a:pt x="752370" y="1287078"/>
                </a:lnTo>
                <a:lnTo>
                  <a:pt x="753032" y="1286832"/>
                </a:lnTo>
                <a:lnTo>
                  <a:pt x="753704" y="1286609"/>
                </a:lnTo>
                <a:lnTo>
                  <a:pt x="754385" y="1286409"/>
                </a:lnTo>
                <a:lnTo>
                  <a:pt x="755075" y="1286233"/>
                </a:lnTo>
                <a:lnTo>
                  <a:pt x="755775" y="1286081"/>
                </a:lnTo>
                <a:lnTo>
                  <a:pt x="756484" y="1285951"/>
                </a:lnTo>
                <a:lnTo>
                  <a:pt x="757203" y="1285846"/>
                </a:lnTo>
                <a:lnTo>
                  <a:pt x="757931" y="1285764"/>
                </a:lnTo>
                <a:lnTo>
                  <a:pt x="758668" y="1285705"/>
                </a:lnTo>
                <a:lnTo>
                  <a:pt x="759415" y="1285670"/>
                </a:lnTo>
                <a:lnTo>
                  <a:pt x="760171" y="1285658"/>
                </a:lnTo>
                <a:lnTo>
                  <a:pt x="760689" y="1285662"/>
                </a:lnTo>
                <a:lnTo>
                  <a:pt x="761202" y="1285675"/>
                </a:lnTo>
                <a:lnTo>
                  <a:pt x="761708" y="1285698"/>
                </a:lnTo>
                <a:lnTo>
                  <a:pt x="762209" y="1285728"/>
                </a:lnTo>
                <a:lnTo>
                  <a:pt x="762704" y="1285768"/>
                </a:lnTo>
                <a:lnTo>
                  <a:pt x="763193" y="1285816"/>
                </a:lnTo>
                <a:lnTo>
                  <a:pt x="763676" y="1285874"/>
                </a:lnTo>
                <a:lnTo>
                  <a:pt x="764153" y="1285940"/>
                </a:lnTo>
                <a:lnTo>
                  <a:pt x="764625" y="1286015"/>
                </a:lnTo>
                <a:lnTo>
                  <a:pt x="765090" y="1286098"/>
                </a:lnTo>
                <a:lnTo>
                  <a:pt x="765550" y="1286191"/>
                </a:lnTo>
                <a:lnTo>
                  <a:pt x="766004" y="1286292"/>
                </a:lnTo>
                <a:lnTo>
                  <a:pt x="766452" y="1286402"/>
                </a:lnTo>
                <a:lnTo>
                  <a:pt x="766894" y="1286521"/>
                </a:lnTo>
                <a:lnTo>
                  <a:pt x="767330" y="1286648"/>
                </a:lnTo>
                <a:lnTo>
                  <a:pt x="767760" y="1286785"/>
                </a:lnTo>
                <a:lnTo>
                  <a:pt x="768185" y="1286930"/>
                </a:lnTo>
                <a:lnTo>
                  <a:pt x="768603" y="1287084"/>
                </a:lnTo>
                <a:lnTo>
                  <a:pt x="769016" y="1287247"/>
                </a:lnTo>
                <a:lnTo>
                  <a:pt x="769423" y="1287419"/>
                </a:lnTo>
                <a:lnTo>
                  <a:pt x="769824" y="1287599"/>
                </a:lnTo>
                <a:lnTo>
                  <a:pt x="770219" y="1287789"/>
                </a:lnTo>
                <a:lnTo>
                  <a:pt x="770608" y="1287987"/>
                </a:lnTo>
                <a:lnTo>
                  <a:pt x="770991" y="1288194"/>
                </a:lnTo>
                <a:lnTo>
                  <a:pt x="771382" y="1288396"/>
                </a:lnTo>
                <a:lnTo>
                  <a:pt x="771766" y="1288608"/>
                </a:lnTo>
                <a:lnTo>
                  <a:pt x="772143" y="1288830"/>
                </a:lnTo>
                <a:lnTo>
                  <a:pt x="772513" y="1289062"/>
                </a:lnTo>
                <a:lnTo>
                  <a:pt x="772876" y="1289305"/>
                </a:lnTo>
                <a:lnTo>
                  <a:pt x="773231" y="1289557"/>
                </a:lnTo>
                <a:lnTo>
                  <a:pt x="773580" y="1289819"/>
                </a:lnTo>
                <a:lnTo>
                  <a:pt x="773922" y="1290091"/>
                </a:lnTo>
                <a:lnTo>
                  <a:pt x="774256" y="1290373"/>
                </a:lnTo>
                <a:lnTo>
                  <a:pt x="774584" y="1290665"/>
                </a:lnTo>
                <a:lnTo>
                  <a:pt x="774904" y="1290967"/>
                </a:lnTo>
                <a:lnTo>
                  <a:pt x="775218" y="1291279"/>
                </a:lnTo>
                <a:lnTo>
                  <a:pt x="775524" y="1291601"/>
                </a:lnTo>
                <a:lnTo>
                  <a:pt x="775824" y="1291933"/>
                </a:lnTo>
                <a:lnTo>
                  <a:pt x="776116" y="1292275"/>
                </a:lnTo>
                <a:lnTo>
                  <a:pt x="776401" y="1292627"/>
                </a:lnTo>
                <a:lnTo>
                  <a:pt x="776680" y="1292989"/>
                </a:lnTo>
                <a:lnTo>
                  <a:pt x="776951" y="1293361"/>
                </a:lnTo>
                <a:lnTo>
                  <a:pt x="777215" y="1293743"/>
                </a:lnTo>
                <a:lnTo>
                  <a:pt x="777472" y="1294135"/>
                </a:lnTo>
                <a:lnTo>
                  <a:pt x="777722" y="1294536"/>
                </a:lnTo>
                <a:lnTo>
                  <a:pt x="777965" y="1294948"/>
                </a:lnTo>
                <a:lnTo>
                  <a:pt x="778201" y="1295370"/>
                </a:lnTo>
                <a:lnTo>
                  <a:pt x="778430" y="1295802"/>
                </a:lnTo>
                <a:lnTo>
                  <a:pt x="778651" y="1296230"/>
                </a:lnTo>
                <a:lnTo>
                  <a:pt x="778862" y="1296669"/>
                </a:lnTo>
                <a:lnTo>
                  <a:pt x="779064" y="1297120"/>
                </a:lnTo>
                <a:lnTo>
                  <a:pt x="779257" y="1297582"/>
                </a:lnTo>
                <a:lnTo>
                  <a:pt x="779440" y="1298055"/>
                </a:lnTo>
                <a:lnTo>
                  <a:pt x="779614" y="1298539"/>
                </a:lnTo>
                <a:lnTo>
                  <a:pt x="779778" y="1299034"/>
                </a:lnTo>
                <a:lnTo>
                  <a:pt x="779933" y="1299540"/>
                </a:lnTo>
                <a:lnTo>
                  <a:pt x="780079" y="1300058"/>
                </a:lnTo>
                <a:lnTo>
                  <a:pt x="780215" y="1300586"/>
                </a:lnTo>
                <a:lnTo>
                  <a:pt x="780342" y="1301126"/>
                </a:lnTo>
                <a:lnTo>
                  <a:pt x="780459" y="1301677"/>
                </a:lnTo>
                <a:lnTo>
                  <a:pt x="780567" y="1302239"/>
                </a:lnTo>
                <a:lnTo>
                  <a:pt x="780666" y="1302812"/>
                </a:lnTo>
                <a:lnTo>
                  <a:pt x="780755" y="1303397"/>
                </a:lnTo>
                <a:lnTo>
                  <a:pt x="780835" y="1303992"/>
                </a:lnTo>
                <a:lnTo>
                  <a:pt x="780905" y="1304599"/>
                </a:lnTo>
                <a:lnTo>
                  <a:pt x="780966" y="1305217"/>
                </a:lnTo>
                <a:lnTo>
                  <a:pt x="781018" y="1305846"/>
                </a:lnTo>
                <a:lnTo>
                  <a:pt x="781060" y="1306486"/>
                </a:lnTo>
                <a:lnTo>
                  <a:pt x="781093" y="1307137"/>
                </a:lnTo>
                <a:lnTo>
                  <a:pt x="781116" y="1307800"/>
                </a:lnTo>
                <a:lnTo>
                  <a:pt x="781130" y="1308473"/>
                </a:lnTo>
                <a:lnTo>
                  <a:pt x="781135" y="1309158"/>
                </a:lnTo>
                <a:lnTo>
                  <a:pt x="796351" y="1309158"/>
                </a:lnTo>
                <a:lnTo>
                  <a:pt x="796343" y="1308234"/>
                </a:lnTo>
                <a:lnTo>
                  <a:pt x="796319" y="1307322"/>
                </a:lnTo>
                <a:lnTo>
                  <a:pt x="796280" y="1306421"/>
                </a:lnTo>
                <a:lnTo>
                  <a:pt x="796224" y="1305533"/>
                </a:lnTo>
                <a:lnTo>
                  <a:pt x="796153" y="1304656"/>
                </a:lnTo>
                <a:lnTo>
                  <a:pt x="796066" y="1303790"/>
                </a:lnTo>
                <a:lnTo>
                  <a:pt x="795963" y="1302937"/>
                </a:lnTo>
                <a:lnTo>
                  <a:pt x="795844" y="1302095"/>
                </a:lnTo>
                <a:lnTo>
                  <a:pt x="795709" y="1301265"/>
                </a:lnTo>
                <a:lnTo>
                  <a:pt x="795559" y="1300447"/>
                </a:lnTo>
                <a:lnTo>
                  <a:pt x="795392" y="1299640"/>
                </a:lnTo>
                <a:lnTo>
                  <a:pt x="795210" y="1298845"/>
                </a:lnTo>
                <a:lnTo>
                  <a:pt x="795012" y="1298062"/>
                </a:lnTo>
                <a:lnTo>
                  <a:pt x="794798" y="1297291"/>
                </a:lnTo>
                <a:lnTo>
                  <a:pt x="794568" y="1296531"/>
                </a:lnTo>
                <a:lnTo>
                  <a:pt x="794322" y="1295783"/>
                </a:lnTo>
                <a:lnTo>
                  <a:pt x="794061" y="1295047"/>
                </a:lnTo>
                <a:lnTo>
                  <a:pt x="793783" y="1294323"/>
                </a:lnTo>
                <a:lnTo>
                  <a:pt x="793490" y="1293610"/>
                </a:lnTo>
                <a:lnTo>
                  <a:pt x="793181" y="1292909"/>
                </a:lnTo>
                <a:lnTo>
                  <a:pt x="792856" y="1292220"/>
                </a:lnTo>
                <a:lnTo>
                  <a:pt x="792515" y="1291542"/>
                </a:lnTo>
                <a:lnTo>
                  <a:pt x="792159" y="1290877"/>
                </a:lnTo>
                <a:lnTo>
                  <a:pt x="791786" y="1290223"/>
                </a:lnTo>
                <a:lnTo>
                  <a:pt x="791400" y="1289567"/>
                </a:lnTo>
                <a:lnTo>
                  <a:pt x="791002" y="1288924"/>
                </a:lnTo>
                <a:lnTo>
                  <a:pt x="790592" y="1288294"/>
                </a:lnTo>
                <a:lnTo>
                  <a:pt x="790171" y="1287677"/>
                </a:lnTo>
                <a:lnTo>
                  <a:pt x="789738" y="1287073"/>
                </a:lnTo>
                <a:lnTo>
                  <a:pt x="789293" y="1286482"/>
                </a:lnTo>
                <a:lnTo>
                  <a:pt x="788836" y="1285904"/>
                </a:lnTo>
                <a:lnTo>
                  <a:pt x="788367" y="1285339"/>
                </a:lnTo>
                <a:lnTo>
                  <a:pt x="787887" y="1284786"/>
                </a:lnTo>
                <a:lnTo>
                  <a:pt x="787395" y="1284247"/>
                </a:lnTo>
                <a:lnTo>
                  <a:pt x="786892" y="1283720"/>
                </a:lnTo>
                <a:lnTo>
                  <a:pt x="786376" y="1283206"/>
                </a:lnTo>
                <a:lnTo>
                  <a:pt x="785849" y="1282706"/>
                </a:lnTo>
                <a:lnTo>
                  <a:pt x="785310" y="1282218"/>
                </a:lnTo>
                <a:lnTo>
                  <a:pt x="784759" y="1281743"/>
                </a:lnTo>
                <a:lnTo>
                  <a:pt x="784197" y="1281281"/>
                </a:lnTo>
                <a:lnTo>
                  <a:pt x="783623" y="1280832"/>
                </a:lnTo>
                <a:lnTo>
                  <a:pt x="783037" y="1280396"/>
                </a:lnTo>
                <a:lnTo>
                  <a:pt x="782440" y="1279972"/>
                </a:lnTo>
                <a:lnTo>
                  <a:pt x="781830" y="1279562"/>
                </a:lnTo>
                <a:lnTo>
                  <a:pt x="781209" y="1279165"/>
                </a:lnTo>
                <a:lnTo>
                  <a:pt x="780576" y="1278780"/>
                </a:lnTo>
                <a:lnTo>
                  <a:pt x="779932" y="1278408"/>
                </a:lnTo>
                <a:lnTo>
                  <a:pt x="779275" y="1278050"/>
                </a:lnTo>
                <a:lnTo>
                  <a:pt x="778609" y="1277691"/>
                </a:lnTo>
                <a:lnTo>
                  <a:pt x="777933" y="1277348"/>
                </a:lnTo>
                <a:lnTo>
                  <a:pt x="777249" y="1277020"/>
                </a:lnTo>
                <a:lnTo>
                  <a:pt x="776556" y="1276707"/>
                </a:lnTo>
                <a:lnTo>
                  <a:pt x="775854" y="1276409"/>
                </a:lnTo>
                <a:lnTo>
                  <a:pt x="775144" y="1276127"/>
                </a:lnTo>
                <a:lnTo>
                  <a:pt x="774424" y="1275860"/>
                </a:lnTo>
                <a:lnTo>
                  <a:pt x="773696" y="1275608"/>
                </a:lnTo>
                <a:lnTo>
                  <a:pt x="772959" y="1275371"/>
                </a:lnTo>
                <a:lnTo>
                  <a:pt x="772213" y="1275150"/>
                </a:lnTo>
                <a:lnTo>
                  <a:pt x="771459" y="1274944"/>
                </a:lnTo>
                <a:lnTo>
                  <a:pt x="770695" y="1274753"/>
                </a:lnTo>
                <a:lnTo>
                  <a:pt x="769923" y="1274578"/>
                </a:lnTo>
                <a:lnTo>
                  <a:pt x="769142" y="1274417"/>
                </a:lnTo>
                <a:lnTo>
                  <a:pt x="768352" y="1274272"/>
                </a:lnTo>
                <a:lnTo>
                  <a:pt x="767553" y="1274143"/>
                </a:lnTo>
                <a:lnTo>
                  <a:pt x="766746" y="1274028"/>
                </a:lnTo>
                <a:lnTo>
                  <a:pt x="765930" y="1273929"/>
                </a:lnTo>
                <a:lnTo>
                  <a:pt x="765105" y="1273845"/>
                </a:lnTo>
                <a:lnTo>
                  <a:pt x="764271" y="1273776"/>
                </a:lnTo>
                <a:lnTo>
                  <a:pt x="763428" y="1273723"/>
                </a:lnTo>
                <a:lnTo>
                  <a:pt x="762577" y="1273685"/>
                </a:lnTo>
                <a:lnTo>
                  <a:pt x="761716" y="1273662"/>
                </a:lnTo>
                <a:lnTo>
                  <a:pt x="760847" y="1273654"/>
                </a:lnTo>
                <a:lnTo>
                  <a:pt x="758818" y="1273654"/>
                </a:lnTo>
                <a:lnTo>
                  <a:pt x="758130" y="1273659"/>
                </a:lnTo>
                <a:lnTo>
                  <a:pt x="757447" y="1273675"/>
                </a:lnTo>
                <a:lnTo>
                  <a:pt x="756768" y="1273702"/>
                </a:lnTo>
                <a:lnTo>
                  <a:pt x="756094" y="1273739"/>
                </a:lnTo>
                <a:lnTo>
                  <a:pt x="755425" y="1273786"/>
                </a:lnTo>
                <a:lnTo>
                  <a:pt x="754761" y="1273844"/>
                </a:lnTo>
                <a:lnTo>
                  <a:pt x="754101" y="1273913"/>
                </a:lnTo>
                <a:lnTo>
                  <a:pt x="753446" y="1273992"/>
                </a:lnTo>
                <a:lnTo>
                  <a:pt x="752795" y="1274082"/>
                </a:lnTo>
                <a:lnTo>
                  <a:pt x="752150" y="1274182"/>
                </a:lnTo>
                <a:lnTo>
                  <a:pt x="751508" y="1274293"/>
                </a:lnTo>
                <a:lnTo>
                  <a:pt x="750872" y="1274415"/>
                </a:lnTo>
                <a:lnTo>
                  <a:pt x="750240" y="1274547"/>
                </a:lnTo>
                <a:lnTo>
                  <a:pt x="749613" y="1274690"/>
                </a:lnTo>
                <a:lnTo>
                  <a:pt x="748991" y="1274843"/>
                </a:lnTo>
                <a:lnTo>
                  <a:pt x="748374" y="1275007"/>
                </a:lnTo>
                <a:lnTo>
                  <a:pt x="747761" y="1275181"/>
                </a:lnTo>
                <a:lnTo>
                  <a:pt x="747153" y="1275366"/>
                </a:lnTo>
                <a:lnTo>
                  <a:pt x="746549" y="1275561"/>
                </a:lnTo>
                <a:lnTo>
                  <a:pt x="745950" y="1275767"/>
                </a:lnTo>
                <a:lnTo>
                  <a:pt x="745356" y="1275984"/>
                </a:lnTo>
                <a:lnTo>
                  <a:pt x="744767" y="1276211"/>
                </a:lnTo>
                <a:lnTo>
                  <a:pt x="744182" y="1276449"/>
                </a:lnTo>
                <a:lnTo>
                  <a:pt x="743602" y="1276697"/>
                </a:lnTo>
                <a:lnTo>
                  <a:pt x="743027" y="1276942"/>
                </a:lnTo>
                <a:lnTo>
                  <a:pt x="742459" y="1277196"/>
                </a:lnTo>
                <a:lnTo>
                  <a:pt x="741896" y="1277461"/>
                </a:lnTo>
                <a:lnTo>
                  <a:pt x="741339" y="1277735"/>
                </a:lnTo>
                <a:lnTo>
                  <a:pt x="740787" y="1278019"/>
                </a:lnTo>
                <a:lnTo>
                  <a:pt x="740242" y="1278314"/>
                </a:lnTo>
                <a:lnTo>
                  <a:pt x="739702" y="1278618"/>
                </a:lnTo>
                <a:lnTo>
                  <a:pt x="739169" y="1278933"/>
                </a:lnTo>
                <a:lnTo>
                  <a:pt x="738641" y="1279257"/>
                </a:lnTo>
                <a:lnTo>
                  <a:pt x="738119" y="1279591"/>
                </a:lnTo>
                <a:lnTo>
                  <a:pt x="737603" y="1279936"/>
                </a:lnTo>
                <a:lnTo>
                  <a:pt x="737093" y="1280290"/>
                </a:lnTo>
                <a:lnTo>
                  <a:pt x="736589" y="1280654"/>
                </a:lnTo>
                <a:lnTo>
                  <a:pt x="736090" y="1281028"/>
                </a:lnTo>
                <a:lnTo>
                  <a:pt x="735598" y="1281413"/>
                </a:lnTo>
                <a:lnTo>
                  <a:pt x="735111" y="1281807"/>
                </a:lnTo>
                <a:lnTo>
                  <a:pt x="734630" y="1282211"/>
                </a:lnTo>
                <a:lnTo>
                  <a:pt x="734156" y="1282625"/>
                </a:lnTo>
                <a:lnTo>
                  <a:pt x="733687" y="1283049"/>
                </a:lnTo>
                <a:lnTo>
                  <a:pt x="733223" y="1283483"/>
                </a:lnTo>
                <a:lnTo>
                  <a:pt x="732766" y="1283927"/>
                </a:lnTo>
                <a:lnTo>
                  <a:pt x="732315" y="1284381"/>
                </a:lnTo>
                <a:lnTo>
                  <a:pt x="731869" y="1284845"/>
                </a:lnTo>
                <a:lnTo>
                  <a:pt x="731429" y="1285320"/>
                </a:lnTo>
                <a:lnTo>
                  <a:pt x="731011" y="1285789"/>
                </a:lnTo>
                <a:lnTo>
                  <a:pt x="730599" y="1286266"/>
                </a:lnTo>
                <a:lnTo>
                  <a:pt x="730196" y="1286751"/>
                </a:lnTo>
                <a:lnTo>
                  <a:pt x="729800" y="1287245"/>
                </a:lnTo>
                <a:lnTo>
                  <a:pt x="729411" y="1287747"/>
                </a:lnTo>
                <a:lnTo>
                  <a:pt x="729031" y="1288257"/>
                </a:lnTo>
                <a:lnTo>
                  <a:pt x="728658" y="1288775"/>
                </a:lnTo>
                <a:lnTo>
                  <a:pt x="728292" y="1289302"/>
                </a:lnTo>
                <a:lnTo>
                  <a:pt x="727934" y="1289837"/>
                </a:lnTo>
                <a:lnTo>
                  <a:pt x="727584" y="1290380"/>
                </a:lnTo>
                <a:lnTo>
                  <a:pt x="727242" y="1290931"/>
                </a:lnTo>
                <a:lnTo>
                  <a:pt x="726907" y="1291491"/>
                </a:lnTo>
                <a:lnTo>
                  <a:pt x="726580" y="1292058"/>
                </a:lnTo>
                <a:lnTo>
                  <a:pt x="726260" y="1292634"/>
                </a:lnTo>
                <a:lnTo>
                  <a:pt x="725948" y="1293218"/>
                </a:lnTo>
                <a:lnTo>
                  <a:pt x="725643" y="1293811"/>
                </a:lnTo>
                <a:lnTo>
                  <a:pt x="725347" y="1294411"/>
                </a:lnTo>
                <a:lnTo>
                  <a:pt x="725058" y="1295020"/>
                </a:lnTo>
                <a:lnTo>
                  <a:pt x="724776" y="1295637"/>
                </a:lnTo>
                <a:lnTo>
                  <a:pt x="724502" y="1296262"/>
                </a:lnTo>
                <a:lnTo>
                  <a:pt x="724236" y="1296896"/>
                </a:lnTo>
                <a:lnTo>
                  <a:pt x="723977" y="1297537"/>
                </a:lnTo>
                <a:lnTo>
                  <a:pt x="723726" y="1298187"/>
                </a:lnTo>
                <a:lnTo>
                  <a:pt x="723483" y="1298845"/>
                </a:lnTo>
                <a:lnTo>
                  <a:pt x="723249" y="1299497"/>
                </a:lnTo>
                <a:lnTo>
                  <a:pt x="723024" y="1300155"/>
                </a:lnTo>
                <a:lnTo>
                  <a:pt x="722810" y="1300821"/>
                </a:lnTo>
                <a:lnTo>
                  <a:pt x="722605" y="1301494"/>
                </a:lnTo>
                <a:lnTo>
                  <a:pt x="722410" y="1302174"/>
                </a:lnTo>
                <a:lnTo>
                  <a:pt x="722226" y="1302860"/>
                </a:lnTo>
                <a:lnTo>
                  <a:pt x="722051" y="1303554"/>
                </a:lnTo>
                <a:lnTo>
                  <a:pt x="721886" y="1304255"/>
                </a:lnTo>
                <a:lnTo>
                  <a:pt x="721732" y="1304963"/>
                </a:lnTo>
                <a:lnTo>
                  <a:pt x="721587" y="1305678"/>
                </a:lnTo>
                <a:lnTo>
                  <a:pt x="721452" y="1306400"/>
                </a:lnTo>
                <a:lnTo>
                  <a:pt x="721328" y="1307129"/>
                </a:lnTo>
                <a:lnTo>
                  <a:pt x="721213" y="1307865"/>
                </a:lnTo>
                <a:lnTo>
                  <a:pt x="721108" y="1308609"/>
                </a:lnTo>
                <a:lnTo>
                  <a:pt x="721013" y="1309359"/>
                </a:lnTo>
                <a:lnTo>
                  <a:pt x="720928" y="1310116"/>
                </a:lnTo>
                <a:lnTo>
                  <a:pt x="720854" y="1310880"/>
                </a:lnTo>
                <a:lnTo>
                  <a:pt x="720789" y="1311652"/>
                </a:lnTo>
                <a:lnTo>
                  <a:pt x="720734" y="1312430"/>
                </a:lnTo>
                <a:lnTo>
                  <a:pt x="720689" y="1313216"/>
                </a:lnTo>
                <a:lnTo>
                  <a:pt x="720654" y="1314008"/>
                </a:lnTo>
                <a:lnTo>
                  <a:pt x="720629" y="1314808"/>
                </a:lnTo>
                <a:lnTo>
                  <a:pt x="720614" y="1315614"/>
                </a:lnTo>
                <a:lnTo>
                  <a:pt x="720609" y="1316428"/>
                </a:lnTo>
                <a:lnTo>
                  <a:pt x="720609" y="1320486"/>
                </a:lnTo>
                <a:lnTo>
                  <a:pt x="720614" y="1321300"/>
                </a:lnTo>
                <a:lnTo>
                  <a:pt x="720629" y="1322107"/>
                </a:lnTo>
                <a:lnTo>
                  <a:pt x="720654" y="1322908"/>
                </a:lnTo>
                <a:lnTo>
                  <a:pt x="720689" y="1323703"/>
                </a:lnTo>
                <a:lnTo>
                  <a:pt x="720734" y="1324491"/>
                </a:lnTo>
                <a:lnTo>
                  <a:pt x="720789" y="1325272"/>
                </a:lnTo>
                <a:lnTo>
                  <a:pt x="720854" y="1326048"/>
                </a:lnTo>
                <a:lnTo>
                  <a:pt x="720928" y="1326816"/>
                </a:lnTo>
                <a:lnTo>
                  <a:pt x="721013" y="1327579"/>
                </a:lnTo>
                <a:lnTo>
                  <a:pt x="721108" y="1328334"/>
                </a:lnTo>
                <a:lnTo>
                  <a:pt x="721213" y="1329084"/>
                </a:lnTo>
                <a:lnTo>
                  <a:pt x="721328" y="1329827"/>
                </a:lnTo>
                <a:lnTo>
                  <a:pt x="721452" y="1330563"/>
                </a:lnTo>
                <a:lnTo>
                  <a:pt x="721587" y="1331293"/>
                </a:lnTo>
                <a:lnTo>
                  <a:pt x="721732" y="1332017"/>
                </a:lnTo>
                <a:lnTo>
                  <a:pt x="721886" y="1332734"/>
                </a:lnTo>
                <a:lnTo>
                  <a:pt x="722051" y="1333444"/>
                </a:lnTo>
                <a:lnTo>
                  <a:pt x="722226" y="1334148"/>
                </a:lnTo>
                <a:lnTo>
                  <a:pt x="722410" y="1334846"/>
                </a:lnTo>
                <a:lnTo>
                  <a:pt x="722605" y="1335537"/>
                </a:lnTo>
                <a:lnTo>
                  <a:pt x="722810" y="1336222"/>
                </a:lnTo>
                <a:lnTo>
                  <a:pt x="723024" y="1336900"/>
                </a:lnTo>
                <a:lnTo>
                  <a:pt x="723249" y="1337572"/>
                </a:lnTo>
                <a:lnTo>
                  <a:pt x="723483" y="1338238"/>
                </a:lnTo>
                <a:lnTo>
                  <a:pt x="723726" y="1338882"/>
                </a:lnTo>
                <a:lnTo>
                  <a:pt x="723977" y="1339520"/>
                </a:lnTo>
                <a:lnTo>
                  <a:pt x="724236" y="1340150"/>
                </a:lnTo>
                <a:lnTo>
                  <a:pt x="724502" y="1340774"/>
                </a:lnTo>
                <a:lnTo>
                  <a:pt x="724776" y="1341390"/>
                </a:lnTo>
                <a:lnTo>
                  <a:pt x="725058" y="1341999"/>
                </a:lnTo>
                <a:lnTo>
                  <a:pt x="725347" y="1342602"/>
                </a:lnTo>
                <a:lnTo>
                  <a:pt x="725643" y="1343197"/>
                </a:lnTo>
                <a:lnTo>
                  <a:pt x="725948" y="1343785"/>
                </a:lnTo>
                <a:lnTo>
                  <a:pt x="726260" y="1344366"/>
                </a:lnTo>
                <a:lnTo>
                  <a:pt x="726580" y="1344941"/>
                </a:lnTo>
                <a:lnTo>
                  <a:pt x="726907" y="1345508"/>
                </a:lnTo>
                <a:lnTo>
                  <a:pt x="727242" y="1346068"/>
                </a:lnTo>
                <a:lnTo>
                  <a:pt x="727584" y="1346621"/>
                </a:lnTo>
                <a:lnTo>
                  <a:pt x="727934" y="1347167"/>
                </a:lnTo>
                <a:lnTo>
                  <a:pt x="728292" y="1347705"/>
                </a:lnTo>
                <a:lnTo>
                  <a:pt x="728658" y="1348237"/>
                </a:lnTo>
                <a:lnTo>
                  <a:pt x="729031" y="1348762"/>
                </a:lnTo>
                <a:lnTo>
                  <a:pt x="729411" y="1349280"/>
                </a:lnTo>
                <a:lnTo>
                  <a:pt x="729800" y="1349791"/>
                </a:lnTo>
                <a:lnTo>
                  <a:pt x="730196" y="1350294"/>
                </a:lnTo>
                <a:lnTo>
                  <a:pt x="730599" y="1350791"/>
                </a:lnTo>
                <a:lnTo>
                  <a:pt x="731011" y="1351280"/>
                </a:lnTo>
                <a:lnTo>
                  <a:pt x="731429" y="1351763"/>
                </a:lnTo>
                <a:lnTo>
                  <a:pt x="731869" y="1352224"/>
                </a:lnTo>
                <a:lnTo>
                  <a:pt x="732315" y="1352675"/>
                </a:lnTo>
                <a:lnTo>
                  <a:pt x="732766" y="1353118"/>
                </a:lnTo>
                <a:lnTo>
                  <a:pt x="733223" y="1353552"/>
                </a:lnTo>
                <a:lnTo>
                  <a:pt x="733687" y="1353978"/>
                </a:lnTo>
                <a:lnTo>
                  <a:pt x="734156" y="1354394"/>
                </a:lnTo>
                <a:lnTo>
                  <a:pt x="734630" y="1354802"/>
                </a:lnTo>
                <a:lnTo>
                  <a:pt x="735111" y="1355201"/>
                </a:lnTo>
                <a:lnTo>
                  <a:pt x="735598" y="1355591"/>
                </a:lnTo>
                <a:lnTo>
                  <a:pt x="736090" y="1355972"/>
                </a:lnTo>
                <a:lnTo>
                  <a:pt x="736589" y="1356345"/>
                </a:lnTo>
                <a:lnTo>
                  <a:pt x="737093" y="1356708"/>
                </a:lnTo>
                <a:lnTo>
                  <a:pt x="737603" y="1357063"/>
                </a:lnTo>
                <a:lnTo>
                  <a:pt x="738119" y="1357409"/>
                </a:lnTo>
                <a:lnTo>
                  <a:pt x="738641" y="1357746"/>
                </a:lnTo>
                <a:lnTo>
                  <a:pt x="739169" y="1358075"/>
                </a:lnTo>
                <a:lnTo>
                  <a:pt x="739702" y="1358394"/>
                </a:lnTo>
                <a:lnTo>
                  <a:pt x="740242" y="1358705"/>
                </a:lnTo>
                <a:lnTo>
                  <a:pt x="740787" y="1359007"/>
                </a:lnTo>
                <a:lnTo>
                  <a:pt x="741339" y="1359301"/>
                </a:lnTo>
                <a:lnTo>
                  <a:pt x="741896" y="1359585"/>
                </a:lnTo>
                <a:lnTo>
                  <a:pt x="742459" y="1359861"/>
                </a:lnTo>
                <a:lnTo>
                  <a:pt x="743027" y="1360127"/>
                </a:lnTo>
                <a:lnTo>
                  <a:pt x="743602" y="1360385"/>
                </a:lnTo>
                <a:lnTo>
                  <a:pt x="744195" y="1360634"/>
                </a:lnTo>
                <a:lnTo>
                  <a:pt x="744791" y="1360871"/>
                </a:lnTo>
                <a:lnTo>
                  <a:pt x="745391" y="1361099"/>
                </a:lnTo>
                <a:lnTo>
                  <a:pt x="745993" y="1361315"/>
                </a:lnTo>
                <a:lnTo>
                  <a:pt x="746598" y="1361521"/>
                </a:lnTo>
                <a:lnTo>
                  <a:pt x="747205" y="1361717"/>
                </a:lnTo>
                <a:lnTo>
                  <a:pt x="747816" y="1361902"/>
                </a:lnTo>
                <a:lnTo>
                  <a:pt x="748430" y="1362076"/>
                </a:lnTo>
                <a:lnTo>
                  <a:pt x="749047" y="1362240"/>
                </a:lnTo>
                <a:lnTo>
                  <a:pt x="749666" y="1362393"/>
                </a:lnTo>
                <a:lnTo>
                  <a:pt x="750289" y="1362536"/>
                </a:lnTo>
                <a:lnTo>
                  <a:pt x="750914" y="1362668"/>
                </a:lnTo>
                <a:lnTo>
                  <a:pt x="751543" y="1362789"/>
                </a:lnTo>
                <a:lnTo>
                  <a:pt x="752174" y="1362900"/>
                </a:lnTo>
                <a:lnTo>
                  <a:pt x="752808" y="1363001"/>
                </a:lnTo>
                <a:lnTo>
                  <a:pt x="753446" y="1363091"/>
                </a:lnTo>
                <a:lnTo>
                  <a:pt x="754086" y="1363170"/>
                </a:lnTo>
                <a:lnTo>
                  <a:pt x="754729" y="1363238"/>
                </a:lnTo>
                <a:lnTo>
                  <a:pt x="755375" y="1363297"/>
                </a:lnTo>
                <a:lnTo>
                  <a:pt x="756024" y="1363344"/>
                </a:lnTo>
                <a:lnTo>
                  <a:pt x="756676" y="1363381"/>
                </a:lnTo>
                <a:lnTo>
                  <a:pt x="757331" y="1363408"/>
                </a:lnTo>
                <a:lnTo>
                  <a:pt x="757988" y="1363423"/>
                </a:lnTo>
                <a:lnTo>
                  <a:pt x="758649" y="1363429"/>
                </a:lnTo>
                <a:lnTo>
                  <a:pt x="760678" y="1363429"/>
                </a:lnTo>
                <a:lnTo>
                  <a:pt x="761533" y="1363422"/>
                </a:lnTo>
                <a:lnTo>
                  <a:pt x="762380" y="1363401"/>
                </a:lnTo>
                <a:lnTo>
                  <a:pt x="763219" y="1363365"/>
                </a:lnTo>
                <a:lnTo>
                  <a:pt x="764050" y="1363316"/>
                </a:lnTo>
                <a:lnTo>
                  <a:pt x="764872" y="1363253"/>
                </a:lnTo>
                <a:lnTo>
                  <a:pt x="765687" y="1363175"/>
                </a:lnTo>
                <a:lnTo>
                  <a:pt x="766493" y="1363083"/>
                </a:lnTo>
                <a:close/>
                <a:moveTo>
                  <a:pt x="666912" y="1362828"/>
                </a:moveTo>
                <a:lnTo>
                  <a:pt x="667850" y="1362668"/>
                </a:lnTo>
                <a:lnTo>
                  <a:pt x="668775" y="1362489"/>
                </a:lnTo>
                <a:lnTo>
                  <a:pt x="669688" y="1362292"/>
                </a:lnTo>
                <a:lnTo>
                  <a:pt x="670589" y="1362076"/>
                </a:lnTo>
                <a:lnTo>
                  <a:pt x="671477" y="1361841"/>
                </a:lnTo>
                <a:lnTo>
                  <a:pt x="672354" y="1361588"/>
                </a:lnTo>
                <a:lnTo>
                  <a:pt x="673217" y="1361315"/>
                </a:lnTo>
                <a:lnTo>
                  <a:pt x="674069" y="1361024"/>
                </a:lnTo>
                <a:lnTo>
                  <a:pt x="674908" y="1360714"/>
                </a:lnTo>
                <a:lnTo>
                  <a:pt x="675735" y="1360385"/>
                </a:lnTo>
                <a:lnTo>
                  <a:pt x="676550" y="1360038"/>
                </a:lnTo>
                <a:lnTo>
                  <a:pt x="677352" y="1359672"/>
                </a:lnTo>
                <a:lnTo>
                  <a:pt x="678142" y="1359287"/>
                </a:lnTo>
                <a:lnTo>
                  <a:pt x="678919" y="1358883"/>
                </a:lnTo>
                <a:lnTo>
                  <a:pt x="679684" y="1358460"/>
                </a:lnTo>
                <a:lnTo>
                  <a:pt x="680437" y="1358019"/>
                </a:lnTo>
                <a:lnTo>
                  <a:pt x="681177" y="1357546"/>
                </a:lnTo>
                <a:lnTo>
                  <a:pt x="681901" y="1357059"/>
                </a:lnTo>
                <a:lnTo>
                  <a:pt x="682611" y="1356558"/>
                </a:lnTo>
                <a:lnTo>
                  <a:pt x="683307" y="1356041"/>
                </a:lnTo>
                <a:lnTo>
                  <a:pt x="683987" y="1355510"/>
                </a:lnTo>
                <a:lnTo>
                  <a:pt x="684653" y="1354965"/>
                </a:lnTo>
                <a:lnTo>
                  <a:pt x="685305" y="1354404"/>
                </a:lnTo>
                <a:lnTo>
                  <a:pt x="685941" y="1353829"/>
                </a:lnTo>
                <a:lnTo>
                  <a:pt x="686563" y="1353240"/>
                </a:lnTo>
                <a:lnTo>
                  <a:pt x="687170" y="1352635"/>
                </a:lnTo>
                <a:lnTo>
                  <a:pt x="687763" y="1352016"/>
                </a:lnTo>
                <a:lnTo>
                  <a:pt x="688341" y="1351383"/>
                </a:lnTo>
                <a:lnTo>
                  <a:pt x="688904" y="1350734"/>
                </a:lnTo>
                <a:lnTo>
                  <a:pt x="689453" y="1350071"/>
                </a:lnTo>
                <a:lnTo>
                  <a:pt x="689987" y="1349393"/>
                </a:lnTo>
                <a:lnTo>
                  <a:pt x="690506" y="1348701"/>
                </a:lnTo>
                <a:lnTo>
                  <a:pt x="691011" y="1347994"/>
                </a:lnTo>
                <a:lnTo>
                  <a:pt x="691500" y="1347272"/>
                </a:lnTo>
                <a:lnTo>
                  <a:pt x="691976" y="1346536"/>
                </a:lnTo>
                <a:lnTo>
                  <a:pt x="692436" y="1345785"/>
                </a:lnTo>
                <a:lnTo>
                  <a:pt x="692882" y="1345019"/>
                </a:lnTo>
                <a:lnTo>
                  <a:pt x="693313" y="1344238"/>
                </a:lnTo>
                <a:lnTo>
                  <a:pt x="693730" y="1343443"/>
                </a:lnTo>
                <a:lnTo>
                  <a:pt x="694131" y="1342633"/>
                </a:lnTo>
                <a:lnTo>
                  <a:pt x="694518" y="1341811"/>
                </a:lnTo>
                <a:lnTo>
                  <a:pt x="694888" y="1340978"/>
                </a:lnTo>
                <a:lnTo>
                  <a:pt x="695241" y="1340134"/>
                </a:lnTo>
                <a:lnTo>
                  <a:pt x="695578" y="1339280"/>
                </a:lnTo>
                <a:lnTo>
                  <a:pt x="695899" y="1338416"/>
                </a:lnTo>
                <a:lnTo>
                  <a:pt x="696203" y="1337540"/>
                </a:lnTo>
                <a:lnTo>
                  <a:pt x="696490" y="1336654"/>
                </a:lnTo>
                <a:lnTo>
                  <a:pt x="696762" y="1335758"/>
                </a:lnTo>
                <a:lnTo>
                  <a:pt x="697016" y="1334851"/>
                </a:lnTo>
                <a:lnTo>
                  <a:pt x="697255" y="1333934"/>
                </a:lnTo>
                <a:lnTo>
                  <a:pt x="697477" y="1333005"/>
                </a:lnTo>
                <a:lnTo>
                  <a:pt x="697682" y="1332067"/>
                </a:lnTo>
                <a:lnTo>
                  <a:pt x="697871" y="1331118"/>
                </a:lnTo>
                <a:lnTo>
                  <a:pt x="698044" y="1330158"/>
                </a:lnTo>
                <a:lnTo>
                  <a:pt x="698200" y="1329187"/>
                </a:lnTo>
                <a:lnTo>
                  <a:pt x="698340" y="1328206"/>
                </a:lnTo>
                <a:lnTo>
                  <a:pt x="698463" y="1327215"/>
                </a:lnTo>
                <a:lnTo>
                  <a:pt x="698570" y="1326213"/>
                </a:lnTo>
                <a:lnTo>
                  <a:pt x="698660" y="1325200"/>
                </a:lnTo>
                <a:lnTo>
                  <a:pt x="698734" y="1324177"/>
                </a:lnTo>
                <a:lnTo>
                  <a:pt x="698792" y="1323143"/>
                </a:lnTo>
                <a:lnTo>
                  <a:pt x="698833" y="1322099"/>
                </a:lnTo>
                <a:lnTo>
                  <a:pt x="698857" y="1321044"/>
                </a:lnTo>
                <a:lnTo>
                  <a:pt x="698866" y="1319978"/>
                </a:lnTo>
                <a:lnTo>
                  <a:pt x="698866" y="1317104"/>
                </a:lnTo>
                <a:lnTo>
                  <a:pt x="698857" y="1316053"/>
                </a:lnTo>
                <a:lnTo>
                  <a:pt x="698833" y="1315011"/>
                </a:lnTo>
                <a:lnTo>
                  <a:pt x="698792" y="1313979"/>
                </a:lnTo>
                <a:lnTo>
                  <a:pt x="698734" y="1312957"/>
                </a:lnTo>
                <a:lnTo>
                  <a:pt x="698660" y="1311946"/>
                </a:lnTo>
                <a:lnTo>
                  <a:pt x="698570" y="1310944"/>
                </a:lnTo>
                <a:lnTo>
                  <a:pt x="698463" y="1309952"/>
                </a:lnTo>
                <a:lnTo>
                  <a:pt x="698340" y="1308970"/>
                </a:lnTo>
                <a:lnTo>
                  <a:pt x="698200" y="1307998"/>
                </a:lnTo>
                <a:lnTo>
                  <a:pt x="698044" y="1307037"/>
                </a:lnTo>
                <a:lnTo>
                  <a:pt x="697871" y="1306085"/>
                </a:lnTo>
                <a:lnTo>
                  <a:pt x="697682" y="1305143"/>
                </a:lnTo>
                <a:lnTo>
                  <a:pt x="697477" y="1304211"/>
                </a:lnTo>
                <a:lnTo>
                  <a:pt x="697255" y="1303289"/>
                </a:lnTo>
                <a:lnTo>
                  <a:pt x="697016" y="1302377"/>
                </a:lnTo>
                <a:lnTo>
                  <a:pt x="696762" y="1301475"/>
                </a:lnTo>
                <a:lnTo>
                  <a:pt x="696490" y="1300583"/>
                </a:lnTo>
                <a:lnTo>
                  <a:pt x="696203" y="1299701"/>
                </a:lnTo>
                <a:lnTo>
                  <a:pt x="695899" y="1298829"/>
                </a:lnTo>
                <a:lnTo>
                  <a:pt x="695578" y="1297967"/>
                </a:lnTo>
                <a:lnTo>
                  <a:pt x="695241" y="1297115"/>
                </a:lnTo>
                <a:lnTo>
                  <a:pt x="694888" y="1296273"/>
                </a:lnTo>
                <a:lnTo>
                  <a:pt x="694518" y="1295440"/>
                </a:lnTo>
                <a:lnTo>
                  <a:pt x="694131" y="1294618"/>
                </a:lnTo>
                <a:lnTo>
                  <a:pt x="693730" y="1293809"/>
                </a:lnTo>
                <a:lnTo>
                  <a:pt x="693313" y="1293013"/>
                </a:lnTo>
                <a:lnTo>
                  <a:pt x="692882" y="1292233"/>
                </a:lnTo>
                <a:lnTo>
                  <a:pt x="692436" y="1291467"/>
                </a:lnTo>
                <a:lnTo>
                  <a:pt x="691976" y="1290716"/>
                </a:lnTo>
                <a:lnTo>
                  <a:pt x="691500" y="1289980"/>
                </a:lnTo>
                <a:lnTo>
                  <a:pt x="691011" y="1289258"/>
                </a:lnTo>
                <a:lnTo>
                  <a:pt x="690506" y="1288551"/>
                </a:lnTo>
                <a:lnTo>
                  <a:pt x="689987" y="1287858"/>
                </a:lnTo>
                <a:lnTo>
                  <a:pt x="689453" y="1287181"/>
                </a:lnTo>
                <a:lnTo>
                  <a:pt x="688904" y="1286518"/>
                </a:lnTo>
                <a:lnTo>
                  <a:pt x="688341" y="1285869"/>
                </a:lnTo>
                <a:lnTo>
                  <a:pt x="687763" y="1285235"/>
                </a:lnTo>
                <a:lnTo>
                  <a:pt x="687170" y="1284616"/>
                </a:lnTo>
                <a:lnTo>
                  <a:pt x="686563" y="1284012"/>
                </a:lnTo>
                <a:lnTo>
                  <a:pt x="685941" y="1283422"/>
                </a:lnTo>
                <a:lnTo>
                  <a:pt x="685305" y="1282847"/>
                </a:lnTo>
                <a:lnTo>
                  <a:pt x="684653" y="1282287"/>
                </a:lnTo>
                <a:lnTo>
                  <a:pt x="683987" y="1281741"/>
                </a:lnTo>
                <a:lnTo>
                  <a:pt x="683307" y="1281210"/>
                </a:lnTo>
                <a:lnTo>
                  <a:pt x="682611" y="1280694"/>
                </a:lnTo>
                <a:lnTo>
                  <a:pt x="681901" y="1280192"/>
                </a:lnTo>
                <a:lnTo>
                  <a:pt x="681177" y="1279705"/>
                </a:lnTo>
                <a:lnTo>
                  <a:pt x="680437" y="1279233"/>
                </a:lnTo>
                <a:lnTo>
                  <a:pt x="679684" y="1278778"/>
                </a:lnTo>
                <a:lnTo>
                  <a:pt x="678918" y="1278342"/>
                </a:lnTo>
                <a:lnTo>
                  <a:pt x="678139" y="1277926"/>
                </a:lnTo>
                <a:lnTo>
                  <a:pt x="677347" y="1277528"/>
                </a:lnTo>
                <a:lnTo>
                  <a:pt x="676542" y="1277151"/>
                </a:lnTo>
                <a:lnTo>
                  <a:pt x="675724" y="1276792"/>
                </a:lnTo>
                <a:lnTo>
                  <a:pt x="674894" y="1276453"/>
                </a:lnTo>
                <a:lnTo>
                  <a:pt x="674050" y="1276134"/>
                </a:lnTo>
                <a:lnTo>
                  <a:pt x="673194" y="1275833"/>
                </a:lnTo>
                <a:lnTo>
                  <a:pt x="672324" y="1275553"/>
                </a:lnTo>
                <a:lnTo>
                  <a:pt x="671442" y="1275291"/>
                </a:lnTo>
                <a:lnTo>
                  <a:pt x="670547" y="1275049"/>
                </a:lnTo>
                <a:lnTo>
                  <a:pt x="669639" y="1274826"/>
                </a:lnTo>
                <a:lnTo>
                  <a:pt x="668717" y="1274623"/>
                </a:lnTo>
                <a:lnTo>
                  <a:pt x="667784" y="1274439"/>
                </a:lnTo>
                <a:lnTo>
                  <a:pt x="666837" y="1274274"/>
                </a:lnTo>
                <a:lnTo>
                  <a:pt x="665877" y="1274129"/>
                </a:lnTo>
                <a:lnTo>
                  <a:pt x="664904" y="1274003"/>
                </a:lnTo>
                <a:lnTo>
                  <a:pt x="663918" y="1273896"/>
                </a:lnTo>
                <a:lnTo>
                  <a:pt x="662920" y="1273809"/>
                </a:lnTo>
                <a:lnTo>
                  <a:pt x="661908" y="1273741"/>
                </a:lnTo>
                <a:lnTo>
                  <a:pt x="660884" y="1273693"/>
                </a:lnTo>
                <a:lnTo>
                  <a:pt x="659847" y="1273664"/>
                </a:lnTo>
                <a:lnTo>
                  <a:pt x="658797" y="1273654"/>
                </a:lnTo>
                <a:lnTo>
                  <a:pt x="657774" y="1273664"/>
                </a:lnTo>
                <a:lnTo>
                  <a:pt x="656763" y="1273693"/>
                </a:lnTo>
                <a:lnTo>
                  <a:pt x="655764" y="1273741"/>
                </a:lnTo>
                <a:lnTo>
                  <a:pt x="654777" y="1273809"/>
                </a:lnTo>
                <a:lnTo>
                  <a:pt x="653801" y="1273896"/>
                </a:lnTo>
                <a:lnTo>
                  <a:pt x="652837" y="1274003"/>
                </a:lnTo>
                <a:lnTo>
                  <a:pt x="651885" y="1274129"/>
                </a:lnTo>
                <a:lnTo>
                  <a:pt x="650944" y="1274274"/>
                </a:lnTo>
                <a:lnTo>
                  <a:pt x="650016" y="1274439"/>
                </a:lnTo>
                <a:lnTo>
                  <a:pt x="649099" y="1274623"/>
                </a:lnTo>
                <a:lnTo>
                  <a:pt x="648194" y="1274826"/>
                </a:lnTo>
                <a:lnTo>
                  <a:pt x="647300" y="1275049"/>
                </a:lnTo>
                <a:lnTo>
                  <a:pt x="646418" y="1275291"/>
                </a:lnTo>
                <a:lnTo>
                  <a:pt x="645548" y="1275553"/>
                </a:lnTo>
                <a:lnTo>
                  <a:pt x="644690" y="1275833"/>
                </a:lnTo>
                <a:lnTo>
                  <a:pt x="643844" y="1276134"/>
                </a:lnTo>
                <a:lnTo>
                  <a:pt x="643009" y="1276453"/>
                </a:lnTo>
                <a:lnTo>
                  <a:pt x="642186" y="1276792"/>
                </a:lnTo>
                <a:lnTo>
                  <a:pt x="641375" y="1277151"/>
                </a:lnTo>
                <a:lnTo>
                  <a:pt x="640575" y="1277528"/>
                </a:lnTo>
                <a:lnTo>
                  <a:pt x="639787" y="1277926"/>
                </a:lnTo>
                <a:lnTo>
                  <a:pt x="639011" y="1278342"/>
                </a:lnTo>
                <a:lnTo>
                  <a:pt x="638247" y="1278778"/>
                </a:lnTo>
                <a:lnTo>
                  <a:pt x="637494" y="1279233"/>
                </a:lnTo>
                <a:lnTo>
                  <a:pt x="636755" y="1279692"/>
                </a:lnTo>
                <a:lnTo>
                  <a:pt x="636030" y="1280165"/>
                </a:lnTo>
                <a:lnTo>
                  <a:pt x="635320" y="1280654"/>
                </a:lnTo>
                <a:lnTo>
                  <a:pt x="634625" y="1281159"/>
                </a:lnTo>
                <a:lnTo>
                  <a:pt x="633944" y="1281678"/>
                </a:lnTo>
                <a:lnTo>
                  <a:pt x="633278" y="1282213"/>
                </a:lnTo>
                <a:lnTo>
                  <a:pt x="632627" y="1282763"/>
                </a:lnTo>
                <a:lnTo>
                  <a:pt x="631990" y="1283328"/>
                </a:lnTo>
                <a:lnTo>
                  <a:pt x="631368" y="1283909"/>
                </a:lnTo>
                <a:lnTo>
                  <a:pt x="630761" y="1284505"/>
                </a:lnTo>
                <a:lnTo>
                  <a:pt x="630168" y="1285116"/>
                </a:lnTo>
                <a:lnTo>
                  <a:pt x="629590" y="1285742"/>
                </a:lnTo>
                <a:lnTo>
                  <a:pt x="629027" y="1286384"/>
                </a:lnTo>
                <a:lnTo>
                  <a:pt x="628478" y="1287041"/>
                </a:lnTo>
                <a:lnTo>
                  <a:pt x="627944" y="1287713"/>
                </a:lnTo>
                <a:lnTo>
                  <a:pt x="627425" y="1288400"/>
                </a:lnTo>
                <a:lnTo>
                  <a:pt x="626921" y="1289103"/>
                </a:lnTo>
                <a:lnTo>
                  <a:pt x="626431" y="1289821"/>
                </a:lnTo>
                <a:lnTo>
                  <a:pt x="625956" y="1290554"/>
                </a:lnTo>
                <a:lnTo>
                  <a:pt x="625495" y="1291303"/>
                </a:lnTo>
                <a:lnTo>
                  <a:pt x="625049" y="1292066"/>
                </a:lnTo>
                <a:lnTo>
                  <a:pt x="624618" y="1292845"/>
                </a:lnTo>
                <a:lnTo>
                  <a:pt x="624202" y="1293640"/>
                </a:lnTo>
                <a:lnTo>
                  <a:pt x="623800" y="1294449"/>
                </a:lnTo>
                <a:lnTo>
                  <a:pt x="623413" y="1295272"/>
                </a:lnTo>
                <a:lnTo>
                  <a:pt x="623044" y="1296105"/>
                </a:lnTo>
                <a:lnTo>
                  <a:pt x="622690" y="1296948"/>
                </a:lnTo>
                <a:lnTo>
                  <a:pt x="622353" y="1297802"/>
                </a:lnTo>
                <a:lnTo>
                  <a:pt x="622033" y="1298667"/>
                </a:lnTo>
                <a:lnTo>
                  <a:pt x="621729" y="1299542"/>
                </a:lnTo>
                <a:lnTo>
                  <a:pt x="621441" y="1300428"/>
                </a:lnTo>
                <a:lnTo>
                  <a:pt x="621170" y="1301325"/>
                </a:lnTo>
                <a:lnTo>
                  <a:pt x="620915" y="1302232"/>
                </a:lnTo>
                <a:lnTo>
                  <a:pt x="620677" y="1303149"/>
                </a:lnTo>
                <a:lnTo>
                  <a:pt x="620455" y="1304077"/>
                </a:lnTo>
                <a:lnTo>
                  <a:pt x="620249" y="1305016"/>
                </a:lnTo>
                <a:lnTo>
                  <a:pt x="620060" y="1305965"/>
                </a:lnTo>
                <a:lnTo>
                  <a:pt x="619888" y="1306925"/>
                </a:lnTo>
                <a:lnTo>
                  <a:pt x="619732" y="1307895"/>
                </a:lnTo>
                <a:lnTo>
                  <a:pt x="619592" y="1308876"/>
                </a:lnTo>
                <a:lnTo>
                  <a:pt x="619469" y="1309868"/>
                </a:lnTo>
                <a:lnTo>
                  <a:pt x="619362" y="1310870"/>
                </a:lnTo>
                <a:lnTo>
                  <a:pt x="619271" y="1311883"/>
                </a:lnTo>
                <a:lnTo>
                  <a:pt x="619197" y="1312906"/>
                </a:lnTo>
                <a:lnTo>
                  <a:pt x="619140" y="1313940"/>
                </a:lnTo>
                <a:lnTo>
                  <a:pt x="619099" y="1314984"/>
                </a:lnTo>
                <a:lnTo>
                  <a:pt x="619074" y="1316039"/>
                </a:lnTo>
                <a:lnTo>
                  <a:pt x="619066" y="1317104"/>
                </a:lnTo>
                <a:lnTo>
                  <a:pt x="619066" y="1319978"/>
                </a:lnTo>
                <a:lnTo>
                  <a:pt x="619074" y="1321017"/>
                </a:lnTo>
                <a:lnTo>
                  <a:pt x="619099" y="1322046"/>
                </a:lnTo>
                <a:lnTo>
                  <a:pt x="619140" y="1323067"/>
                </a:lnTo>
                <a:lnTo>
                  <a:pt x="619197" y="1324078"/>
                </a:lnTo>
                <a:lnTo>
                  <a:pt x="619271" y="1325081"/>
                </a:lnTo>
                <a:lnTo>
                  <a:pt x="619362" y="1326076"/>
                </a:lnTo>
                <a:lnTo>
                  <a:pt x="619469" y="1327061"/>
                </a:lnTo>
                <a:lnTo>
                  <a:pt x="619592" y="1328037"/>
                </a:lnTo>
                <a:lnTo>
                  <a:pt x="619732" y="1329005"/>
                </a:lnTo>
                <a:lnTo>
                  <a:pt x="619888" y="1329964"/>
                </a:lnTo>
                <a:lnTo>
                  <a:pt x="620060" y="1330914"/>
                </a:lnTo>
                <a:lnTo>
                  <a:pt x="620249" y="1331855"/>
                </a:lnTo>
                <a:lnTo>
                  <a:pt x="620455" y="1332788"/>
                </a:lnTo>
                <a:lnTo>
                  <a:pt x="620677" y="1333712"/>
                </a:lnTo>
                <a:lnTo>
                  <a:pt x="620915" y="1334627"/>
                </a:lnTo>
                <a:lnTo>
                  <a:pt x="621170" y="1335533"/>
                </a:lnTo>
                <a:lnTo>
                  <a:pt x="621441" y="1336430"/>
                </a:lnTo>
                <a:lnTo>
                  <a:pt x="621729" y="1337318"/>
                </a:lnTo>
                <a:lnTo>
                  <a:pt x="622033" y="1338198"/>
                </a:lnTo>
                <a:lnTo>
                  <a:pt x="622353" y="1339069"/>
                </a:lnTo>
                <a:lnTo>
                  <a:pt x="622690" y="1339931"/>
                </a:lnTo>
                <a:lnTo>
                  <a:pt x="623044" y="1340784"/>
                </a:lnTo>
                <a:lnTo>
                  <a:pt x="623413" y="1341629"/>
                </a:lnTo>
                <a:lnTo>
                  <a:pt x="623800" y="1342464"/>
                </a:lnTo>
                <a:lnTo>
                  <a:pt x="624202" y="1343274"/>
                </a:lnTo>
                <a:lnTo>
                  <a:pt x="624618" y="1344069"/>
                </a:lnTo>
                <a:lnTo>
                  <a:pt x="625049" y="1344850"/>
                </a:lnTo>
                <a:lnTo>
                  <a:pt x="625495" y="1345616"/>
                </a:lnTo>
                <a:lnTo>
                  <a:pt x="625956" y="1346367"/>
                </a:lnTo>
                <a:lnTo>
                  <a:pt x="626431" y="1347103"/>
                </a:lnTo>
                <a:lnTo>
                  <a:pt x="626921" y="1347825"/>
                </a:lnTo>
                <a:lnTo>
                  <a:pt x="627425" y="1348532"/>
                </a:lnTo>
                <a:lnTo>
                  <a:pt x="627944" y="1349224"/>
                </a:lnTo>
                <a:lnTo>
                  <a:pt x="628478" y="1349902"/>
                </a:lnTo>
                <a:lnTo>
                  <a:pt x="629027" y="1350565"/>
                </a:lnTo>
                <a:lnTo>
                  <a:pt x="629590" y="1351214"/>
                </a:lnTo>
                <a:lnTo>
                  <a:pt x="630168" y="1351847"/>
                </a:lnTo>
                <a:lnTo>
                  <a:pt x="630761" y="1352466"/>
                </a:lnTo>
                <a:lnTo>
                  <a:pt x="631368" y="1353071"/>
                </a:lnTo>
                <a:lnTo>
                  <a:pt x="631990" y="1353660"/>
                </a:lnTo>
                <a:lnTo>
                  <a:pt x="632627" y="1354235"/>
                </a:lnTo>
                <a:lnTo>
                  <a:pt x="633278" y="1354796"/>
                </a:lnTo>
                <a:lnTo>
                  <a:pt x="633944" y="1355341"/>
                </a:lnTo>
                <a:lnTo>
                  <a:pt x="634625" y="1355872"/>
                </a:lnTo>
                <a:lnTo>
                  <a:pt x="635320" y="1356389"/>
                </a:lnTo>
                <a:lnTo>
                  <a:pt x="636030" y="1356890"/>
                </a:lnTo>
                <a:lnTo>
                  <a:pt x="636755" y="1357377"/>
                </a:lnTo>
                <a:lnTo>
                  <a:pt x="637494" y="1357849"/>
                </a:lnTo>
                <a:lnTo>
                  <a:pt x="638247" y="1358305"/>
                </a:lnTo>
                <a:lnTo>
                  <a:pt x="639012" y="1358740"/>
                </a:lnTo>
                <a:lnTo>
                  <a:pt x="639790" y="1359157"/>
                </a:lnTo>
                <a:lnTo>
                  <a:pt x="640580" y="1359554"/>
                </a:lnTo>
                <a:lnTo>
                  <a:pt x="641382" y="1359932"/>
                </a:lnTo>
                <a:lnTo>
                  <a:pt x="642196" y="1360290"/>
                </a:lnTo>
                <a:lnTo>
                  <a:pt x="643023" y="1360629"/>
                </a:lnTo>
                <a:lnTo>
                  <a:pt x="643862" y="1360949"/>
                </a:lnTo>
                <a:lnTo>
                  <a:pt x="644714" y="1361249"/>
                </a:lnTo>
                <a:lnTo>
                  <a:pt x="645578" y="1361530"/>
                </a:lnTo>
                <a:lnTo>
                  <a:pt x="646454" y="1361792"/>
                </a:lnTo>
                <a:lnTo>
                  <a:pt x="647342" y="1362034"/>
                </a:lnTo>
                <a:lnTo>
                  <a:pt x="648243" y="1362257"/>
                </a:lnTo>
                <a:lnTo>
                  <a:pt x="649156" y="1362460"/>
                </a:lnTo>
                <a:lnTo>
                  <a:pt x="650082" y="1362644"/>
                </a:lnTo>
                <a:lnTo>
                  <a:pt x="651019" y="1362809"/>
                </a:lnTo>
                <a:lnTo>
                  <a:pt x="651970" y="1362954"/>
                </a:lnTo>
                <a:lnTo>
                  <a:pt x="652932" y="1363080"/>
                </a:lnTo>
                <a:lnTo>
                  <a:pt x="653907" y="1363187"/>
                </a:lnTo>
                <a:lnTo>
                  <a:pt x="654894" y="1363274"/>
                </a:lnTo>
                <a:lnTo>
                  <a:pt x="655893" y="1363342"/>
                </a:lnTo>
                <a:lnTo>
                  <a:pt x="656905" y="1363390"/>
                </a:lnTo>
                <a:lnTo>
                  <a:pt x="657929" y="1363419"/>
                </a:lnTo>
                <a:lnTo>
                  <a:pt x="658966" y="1363429"/>
                </a:lnTo>
                <a:lnTo>
                  <a:pt x="660002" y="1363419"/>
                </a:lnTo>
                <a:lnTo>
                  <a:pt x="661026" y="1363391"/>
                </a:lnTo>
                <a:lnTo>
                  <a:pt x="662038" y="1363344"/>
                </a:lnTo>
                <a:lnTo>
                  <a:pt x="663037" y="1363278"/>
                </a:lnTo>
                <a:lnTo>
                  <a:pt x="664024" y="1363194"/>
                </a:lnTo>
                <a:lnTo>
                  <a:pt x="664999" y="1363091"/>
                </a:lnTo>
                <a:lnTo>
                  <a:pt x="665962" y="1362968"/>
                </a:lnTo>
                <a:lnTo>
                  <a:pt x="666912" y="1362828"/>
                </a:lnTo>
                <a:close/>
                <a:moveTo>
                  <a:pt x="652898" y="1350636"/>
                </a:moveTo>
                <a:lnTo>
                  <a:pt x="652190" y="1350426"/>
                </a:lnTo>
                <a:lnTo>
                  <a:pt x="651493" y="1350192"/>
                </a:lnTo>
                <a:lnTo>
                  <a:pt x="650807" y="1349933"/>
                </a:lnTo>
                <a:lnTo>
                  <a:pt x="650132" y="1349650"/>
                </a:lnTo>
                <a:lnTo>
                  <a:pt x="649468" y="1349342"/>
                </a:lnTo>
                <a:lnTo>
                  <a:pt x="648816" y="1349009"/>
                </a:lnTo>
                <a:lnTo>
                  <a:pt x="648174" y="1348651"/>
                </a:lnTo>
                <a:lnTo>
                  <a:pt x="647544" y="1348269"/>
                </a:lnTo>
                <a:lnTo>
                  <a:pt x="646925" y="1347862"/>
                </a:lnTo>
                <a:lnTo>
                  <a:pt x="646317" y="1347431"/>
                </a:lnTo>
                <a:lnTo>
                  <a:pt x="645721" y="1346975"/>
                </a:lnTo>
                <a:lnTo>
                  <a:pt x="645135" y="1346494"/>
                </a:lnTo>
                <a:lnTo>
                  <a:pt x="644561" y="1345988"/>
                </a:lnTo>
                <a:lnTo>
                  <a:pt x="643997" y="1345458"/>
                </a:lnTo>
                <a:lnTo>
                  <a:pt x="643445" y="1344903"/>
                </a:lnTo>
                <a:lnTo>
                  <a:pt x="642904" y="1344324"/>
                </a:lnTo>
                <a:lnTo>
                  <a:pt x="642394" y="1343709"/>
                </a:lnTo>
                <a:lnTo>
                  <a:pt x="641905" y="1343074"/>
                </a:lnTo>
                <a:lnTo>
                  <a:pt x="641438" y="1342419"/>
                </a:lnTo>
                <a:lnTo>
                  <a:pt x="640993" y="1341746"/>
                </a:lnTo>
                <a:lnTo>
                  <a:pt x="640569" y="1341053"/>
                </a:lnTo>
                <a:lnTo>
                  <a:pt x="640168" y="1340341"/>
                </a:lnTo>
                <a:lnTo>
                  <a:pt x="639787" y="1339609"/>
                </a:lnTo>
                <a:lnTo>
                  <a:pt x="639429" y="1338858"/>
                </a:lnTo>
                <a:lnTo>
                  <a:pt x="639092" y="1338087"/>
                </a:lnTo>
                <a:lnTo>
                  <a:pt x="638777" y="1337297"/>
                </a:lnTo>
                <a:lnTo>
                  <a:pt x="638484" y="1336488"/>
                </a:lnTo>
                <a:lnTo>
                  <a:pt x="638213" y="1335660"/>
                </a:lnTo>
                <a:lnTo>
                  <a:pt x="637963" y="1334812"/>
                </a:lnTo>
                <a:lnTo>
                  <a:pt x="637735" y="1333944"/>
                </a:lnTo>
                <a:lnTo>
                  <a:pt x="637528" y="1333058"/>
                </a:lnTo>
                <a:lnTo>
                  <a:pt x="637344" y="1332151"/>
                </a:lnTo>
                <a:lnTo>
                  <a:pt x="637181" y="1331226"/>
                </a:lnTo>
                <a:lnTo>
                  <a:pt x="637040" y="1330281"/>
                </a:lnTo>
                <a:lnTo>
                  <a:pt x="636920" y="1329317"/>
                </a:lnTo>
                <a:lnTo>
                  <a:pt x="636823" y="1328333"/>
                </a:lnTo>
                <a:lnTo>
                  <a:pt x="636747" y="1327330"/>
                </a:lnTo>
                <a:lnTo>
                  <a:pt x="636692" y="1326308"/>
                </a:lnTo>
                <a:lnTo>
                  <a:pt x="636660" y="1325266"/>
                </a:lnTo>
                <a:lnTo>
                  <a:pt x="636649" y="1324205"/>
                </a:lnTo>
                <a:lnTo>
                  <a:pt x="636649" y="1312878"/>
                </a:lnTo>
                <a:lnTo>
                  <a:pt x="636660" y="1311817"/>
                </a:lnTo>
                <a:lnTo>
                  <a:pt x="636692" y="1310776"/>
                </a:lnTo>
                <a:lnTo>
                  <a:pt x="636747" y="1309755"/>
                </a:lnTo>
                <a:lnTo>
                  <a:pt x="636823" y="1308754"/>
                </a:lnTo>
                <a:lnTo>
                  <a:pt x="636920" y="1307773"/>
                </a:lnTo>
                <a:lnTo>
                  <a:pt x="637040" y="1306812"/>
                </a:lnTo>
                <a:lnTo>
                  <a:pt x="637181" y="1305871"/>
                </a:lnTo>
                <a:lnTo>
                  <a:pt x="637344" y="1304950"/>
                </a:lnTo>
                <a:lnTo>
                  <a:pt x="637528" y="1304049"/>
                </a:lnTo>
                <a:lnTo>
                  <a:pt x="637735" y="1303168"/>
                </a:lnTo>
                <a:lnTo>
                  <a:pt x="637963" y="1302307"/>
                </a:lnTo>
                <a:lnTo>
                  <a:pt x="638213" y="1301466"/>
                </a:lnTo>
                <a:lnTo>
                  <a:pt x="638484" y="1300644"/>
                </a:lnTo>
                <a:lnTo>
                  <a:pt x="638777" y="1299843"/>
                </a:lnTo>
                <a:lnTo>
                  <a:pt x="639092" y="1299062"/>
                </a:lnTo>
                <a:lnTo>
                  <a:pt x="639429" y="1298300"/>
                </a:lnTo>
                <a:lnTo>
                  <a:pt x="639787" y="1297559"/>
                </a:lnTo>
                <a:lnTo>
                  <a:pt x="640168" y="1296837"/>
                </a:lnTo>
                <a:lnTo>
                  <a:pt x="640569" y="1296136"/>
                </a:lnTo>
                <a:lnTo>
                  <a:pt x="640993" y="1295454"/>
                </a:lnTo>
                <a:lnTo>
                  <a:pt x="641438" y="1294793"/>
                </a:lnTo>
                <a:lnTo>
                  <a:pt x="641905" y="1294151"/>
                </a:lnTo>
                <a:lnTo>
                  <a:pt x="642394" y="1293529"/>
                </a:lnTo>
                <a:lnTo>
                  <a:pt x="642904" y="1292928"/>
                </a:lnTo>
                <a:lnTo>
                  <a:pt x="643445" y="1292334"/>
                </a:lnTo>
                <a:lnTo>
                  <a:pt x="643997" y="1291767"/>
                </a:lnTo>
                <a:lnTo>
                  <a:pt x="644561" y="1291224"/>
                </a:lnTo>
                <a:lnTo>
                  <a:pt x="645135" y="1290706"/>
                </a:lnTo>
                <a:lnTo>
                  <a:pt x="645721" y="1290214"/>
                </a:lnTo>
                <a:lnTo>
                  <a:pt x="646317" y="1289747"/>
                </a:lnTo>
                <a:lnTo>
                  <a:pt x="646925" y="1289305"/>
                </a:lnTo>
                <a:lnTo>
                  <a:pt x="647544" y="1288889"/>
                </a:lnTo>
                <a:lnTo>
                  <a:pt x="648174" y="1288498"/>
                </a:lnTo>
                <a:lnTo>
                  <a:pt x="648816" y="1288132"/>
                </a:lnTo>
                <a:lnTo>
                  <a:pt x="649468" y="1287791"/>
                </a:lnTo>
                <a:lnTo>
                  <a:pt x="650132" y="1287475"/>
                </a:lnTo>
                <a:lnTo>
                  <a:pt x="650807" y="1287185"/>
                </a:lnTo>
                <a:lnTo>
                  <a:pt x="651493" y="1286920"/>
                </a:lnTo>
                <a:lnTo>
                  <a:pt x="652190" y="1286680"/>
                </a:lnTo>
                <a:lnTo>
                  <a:pt x="652898" y="1286466"/>
                </a:lnTo>
                <a:lnTo>
                  <a:pt x="653617" y="1286276"/>
                </a:lnTo>
                <a:lnTo>
                  <a:pt x="654348" y="1286112"/>
                </a:lnTo>
                <a:lnTo>
                  <a:pt x="655090" y="1285973"/>
                </a:lnTo>
                <a:lnTo>
                  <a:pt x="655843" y="1285860"/>
                </a:lnTo>
                <a:lnTo>
                  <a:pt x="656607" y="1285771"/>
                </a:lnTo>
                <a:lnTo>
                  <a:pt x="657382" y="1285708"/>
                </a:lnTo>
                <a:lnTo>
                  <a:pt x="658168" y="1285671"/>
                </a:lnTo>
                <a:lnTo>
                  <a:pt x="658966" y="1285658"/>
                </a:lnTo>
                <a:lnTo>
                  <a:pt x="659777" y="1285671"/>
                </a:lnTo>
                <a:lnTo>
                  <a:pt x="660575" y="1285708"/>
                </a:lnTo>
                <a:lnTo>
                  <a:pt x="661362" y="1285771"/>
                </a:lnTo>
                <a:lnTo>
                  <a:pt x="662136" y="1285860"/>
                </a:lnTo>
                <a:lnTo>
                  <a:pt x="662897" y="1285973"/>
                </a:lnTo>
                <a:lnTo>
                  <a:pt x="663647" y="1286112"/>
                </a:lnTo>
                <a:lnTo>
                  <a:pt x="664384" y="1286276"/>
                </a:lnTo>
                <a:lnTo>
                  <a:pt x="665108" y="1286466"/>
                </a:lnTo>
                <a:lnTo>
                  <a:pt x="665821" y="1286680"/>
                </a:lnTo>
                <a:lnTo>
                  <a:pt x="666521" y="1286920"/>
                </a:lnTo>
                <a:lnTo>
                  <a:pt x="667209" y="1287185"/>
                </a:lnTo>
                <a:lnTo>
                  <a:pt x="667884" y="1287475"/>
                </a:lnTo>
                <a:lnTo>
                  <a:pt x="668547" y="1287791"/>
                </a:lnTo>
                <a:lnTo>
                  <a:pt x="669198" y="1288132"/>
                </a:lnTo>
                <a:lnTo>
                  <a:pt x="669836" y="1288498"/>
                </a:lnTo>
                <a:lnTo>
                  <a:pt x="670462" y="1288889"/>
                </a:lnTo>
                <a:lnTo>
                  <a:pt x="671076" y="1289305"/>
                </a:lnTo>
                <a:lnTo>
                  <a:pt x="671677" y="1289747"/>
                </a:lnTo>
                <a:lnTo>
                  <a:pt x="672266" y="1290214"/>
                </a:lnTo>
                <a:lnTo>
                  <a:pt x="672843" y="1290706"/>
                </a:lnTo>
                <a:lnTo>
                  <a:pt x="673408" y="1291224"/>
                </a:lnTo>
                <a:lnTo>
                  <a:pt x="673960" y="1291767"/>
                </a:lnTo>
                <a:lnTo>
                  <a:pt x="674500" y="1292334"/>
                </a:lnTo>
                <a:lnTo>
                  <a:pt x="675027" y="1292928"/>
                </a:lnTo>
                <a:lnTo>
                  <a:pt x="675538" y="1293529"/>
                </a:lnTo>
                <a:lnTo>
                  <a:pt x="676026" y="1294151"/>
                </a:lnTo>
                <a:lnTo>
                  <a:pt x="676493" y="1294793"/>
                </a:lnTo>
                <a:lnTo>
                  <a:pt x="676938" y="1295454"/>
                </a:lnTo>
                <a:lnTo>
                  <a:pt x="677362" y="1296136"/>
                </a:lnTo>
                <a:lnTo>
                  <a:pt x="677764" y="1296837"/>
                </a:lnTo>
                <a:lnTo>
                  <a:pt x="678144" y="1297559"/>
                </a:lnTo>
                <a:lnTo>
                  <a:pt x="678502" y="1298300"/>
                </a:lnTo>
                <a:lnTo>
                  <a:pt x="678839" y="1299062"/>
                </a:lnTo>
                <a:lnTo>
                  <a:pt x="679154" y="1299843"/>
                </a:lnTo>
                <a:lnTo>
                  <a:pt x="679447" y="1300644"/>
                </a:lnTo>
                <a:lnTo>
                  <a:pt x="679719" y="1301466"/>
                </a:lnTo>
                <a:lnTo>
                  <a:pt x="679968" y="1302307"/>
                </a:lnTo>
                <a:lnTo>
                  <a:pt x="680197" y="1303168"/>
                </a:lnTo>
                <a:lnTo>
                  <a:pt x="680403" y="1304049"/>
                </a:lnTo>
                <a:lnTo>
                  <a:pt x="680588" y="1304950"/>
                </a:lnTo>
                <a:lnTo>
                  <a:pt x="680750" y="1305871"/>
                </a:lnTo>
                <a:lnTo>
                  <a:pt x="680892" y="1306812"/>
                </a:lnTo>
                <a:lnTo>
                  <a:pt x="681011" y="1307773"/>
                </a:lnTo>
                <a:lnTo>
                  <a:pt x="681109" y="1308754"/>
                </a:lnTo>
                <a:lnTo>
                  <a:pt x="681185" y="1309755"/>
                </a:lnTo>
                <a:lnTo>
                  <a:pt x="681239" y="1310776"/>
                </a:lnTo>
                <a:lnTo>
                  <a:pt x="681272" y="1311817"/>
                </a:lnTo>
                <a:lnTo>
                  <a:pt x="681283" y="1312878"/>
                </a:lnTo>
                <a:lnTo>
                  <a:pt x="681283" y="1324205"/>
                </a:lnTo>
                <a:lnTo>
                  <a:pt x="681272" y="1325266"/>
                </a:lnTo>
                <a:lnTo>
                  <a:pt x="681239" y="1326308"/>
                </a:lnTo>
                <a:lnTo>
                  <a:pt x="681185" y="1327330"/>
                </a:lnTo>
                <a:lnTo>
                  <a:pt x="681109" y="1328333"/>
                </a:lnTo>
                <a:lnTo>
                  <a:pt x="681011" y="1329317"/>
                </a:lnTo>
                <a:lnTo>
                  <a:pt x="680892" y="1330281"/>
                </a:lnTo>
                <a:lnTo>
                  <a:pt x="680750" y="1331226"/>
                </a:lnTo>
                <a:lnTo>
                  <a:pt x="680588" y="1332151"/>
                </a:lnTo>
                <a:lnTo>
                  <a:pt x="680403" y="1333058"/>
                </a:lnTo>
                <a:lnTo>
                  <a:pt x="680197" y="1333944"/>
                </a:lnTo>
                <a:lnTo>
                  <a:pt x="679968" y="1334812"/>
                </a:lnTo>
                <a:lnTo>
                  <a:pt x="679719" y="1335660"/>
                </a:lnTo>
                <a:lnTo>
                  <a:pt x="679447" y="1336488"/>
                </a:lnTo>
                <a:lnTo>
                  <a:pt x="679154" y="1337297"/>
                </a:lnTo>
                <a:lnTo>
                  <a:pt x="678839" y="1338087"/>
                </a:lnTo>
                <a:lnTo>
                  <a:pt x="678502" y="1338858"/>
                </a:lnTo>
                <a:lnTo>
                  <a:pt x="678144" y="1339609"/>
                </a:lnTo>
                <a:lnTo>
                  <a:pt x="677764" y="1340341"/>
                </a:lnTo>
                <a:lnTo>
                  <a:pt x="677362" y="1341053"/>
                </a:lnTo>
                <a:lnTo>
                  <a:pt x="676938" y="1341746"/>
                </a:lnTo>
                <a:lnTo>
                  <a:pt x="676493" y="1342419"/>
                </a:lnTo>
                <a:lnTo>
                  <a:pt x="676026" y="1343074"/>
                </a:lnTo>
                <a:lnTo>
                  <a:pt x="675538" y="1343709"/>
                </a:lnTo>
                <a:lnTo>
                  <a:pt x="675027" y="1344324"/>
                </a:lnTo>
                <a:lnTo>
                  <a:pt x="674500" y="1344903"/>
                </a:lnTo>
                <a:lnTo>
                  <a:pt x="673960" y="1345458"/>
                </a:lnTo>
                <a:lnTo>
                  <a:pt x="673408" y="1345988"/>
                </a:lnTo>
                <a:lnTo>
                  <a:pt x="672843" y="1346494"/>
                </a:lnTo>
                <a:lnTo>
                  <a:pt x="672266" y="1346975"/>
                </a:lnTo>
                <a:lnTo>
                  <a:pt x="671677" y="1347431"/>
                </a:lnTo>
                <a:lnTo>
                  <a:pt x="671076" y="1347862"/>
                </a:lnTo>
                <a:lnTo>
                  <a:pt x="670462" y="1348269"/>
                </a:lnTo>
                <a:lnTo>
                  <a:pt x="669836" y="1348651"/>
                </a:lnTo>
                <a:lnTo>
                  <a:pt x="669198" y="1349009"/>
                </a:lnTo>
                <a:lnTo>
                  <a:pt x="668547" y="1349342"/>
                </a:lnTo>
                <a:lnTo>
                  <a:pt x="667884" y="1349650"/>
                </a:lnTo>
                <a:lnTo>
                  <a:pt x="667209" y="1349933"/>
                </a:lnTo>
                <a:lnTo>
                  <a:pt x="666521" y="1350192"/>
                </a:lnTo>
                <a:lnTo>
                  <a:pt x="665821" y="1350426"/>
                </a:lnTo>
                <a:lnTo>
                  <a:pt x="665108" y="1350636"/>
                </a:lnTo>
                <a:lnTo>
                  <a:pt x="664384" y="1350821"/>
                </a:lnTo>
                <a:lnTo>
                  <a:pt x="663647" y="1350981"/>
                </a:lnTo>
                <a:lnTo>
                  <a:pt x="662897" y="1351117"/>
                </a:lnTo>
                <a:lnTo>
                  <a:pt x="662136" y="1351228"/>
                </a:lnTo>
                <a:lnTo>
                  <a:pt x="661362" y="1351314"/>
                </a:lnTo>
                <a:lnTo>
                  <a:pt x="660575" y="1351376"/>
                </a:lnTo>
                <a:lnTo>
                  <a:pt x="659777" y="1351413"/>
                </a:lnTo>
                <a:lnTo>
                  <a:pt x="658966" y="1351425"/>
                </a:lnTo>
                <a:lnTo>
                  <a:pt x="658168" y="1351413"/>
                </a:lnTo>
                <a:lnTo>
                  <a:pt x="657382" y="1351376"/>
                </a:lnTo>
                <a:lnTo>
                  <a:pt x="656607" y="1351314"/>
                </a:lnTo>
                <a:lnTo>
                  <a:pt x="655843" y="1351228"/>
                </a:lnTo>
                <a:lnTo>
                  <a:pt x="655090" y="1351117"/>
                </a:lnTo>
                <a:lnTo>
                  <a:pt x="654348" y="1350981"/>
                </a:lnTo>
                <a:lnTo>
                  <a:pt x="653617" y="1350821"/>
                </a:lnTo>
                <a:lnTo>
                  <a:pt x="652898" y="1350636"/>
                </a:lnTo>
                <a:close/>
                <a:moveTo>
                  <a:pt x="260889" y="1362978"/>
                </a:moveTo>
                <a:lnTo>
                  <a:pt x="261766" y="1362858"/>
                </a:lnTo>
                <a:lnTo>
                  <a:pt x="262632" y="1362724"/>
                </a:lnTo>
                <a:lnTo>
                  <a:pt x="263487" y="1362576"/>
                </a:lnTo>
                <a:lnTo>
                  <a:pt x="264331" y="1362414"/>
                </a:lnTo>
                <a:lnTo>
                  <a:pt x="265164" y="1362238"/>
                </a:lnTo>
                <a:lnTo>
                  <a:pt x="265985" y="1362048"/>
                </a:lnTo>
                <a:lnTo>
                  <a:pt x="266796" y="1361844"/>
                </a:lnTo>
                <a:lnTo>
                  <a:pt x="267595" y="1361625"/>
                </a:lnTo>
                <a:lnTo>
                  <a:pt x="268383" y="1361393"/>
                </a:lnTo>
                <a:lnTo>
                  <a:pt x="269160" y="1361146"/>
                </a:lnTo>
                <a:lnTo>
                  <a:pt x="269926" y="1360886"/>
                </a:lnTo>
                <a:lnTo>
                  <a:pt x="270681" y="1360611"/>
                </a:lnTo>
                <a:lnTo>
                  <a:pt x="271424" y="1360322"/>
                </a:lnTo>
                <a:lnTo>
                  <a:pt x="272156" y="1360019"/>
                </a:lnTo>
                <a:lnTo>
                  <a:pt x="272878" y="1359702"/>
                </a:lnTo>
                <a:lnTo>
                  <a:pt x="273588" y="1359371"/>
                </a:lnTo>
                <a:lnTo>
                  <a:pt x="274299" y="1359027"/>
                </a:lnTo>
                <a:lnTo>
                  <a:pt x="274998" y="1358671"/>
                </a:lnTo>
                <a:lnTo>
                  <a:pt x="275683" y="1358304"/>
                </a:lnTo>
                <a:lnTo>
                  <a:pt x="276354" y="1357925"/>
                </a:lnTo>
                <a:lnTo>
                  <a:pt x="277012" y="1357534"/>
                </a:lnTo>
                <a:lnTo>
                  <a:pt x="277656" y="1357131"/>
                </a:lnTo>
                <a:lnTo>
                  <a:pt x="278287" y="1356717"/>
                </a:lnTo>
                <a:lnTo>
                  <a:pt x="278904" y="1356290"/>
                </a:lnTo>
                <a:lnTo>
                  <a:pt x="279508" y="1355852"/>
                </a:lnTo>
                <a:lnTo>
                  <a:pt x="280098" y="1355403"/>
                </a:lnTo>
                <a:lnTo>
                  <a:pt x="280675" y="1354941"/>
                </a:lnTo>
                <a:lnTo>
                  <a:pt x="281238" y="1354468"/>
                </a:lnTo>
                <a:lnTo>
                  <a:pt x="281788" y="1353983"/>
                </a:lnTo>
                <a:lnTo>
                  <a:pt x="282324" y="1353487"/>
                </a:lnTo>
                <a:lnTo>
                  <a:pt x="282847" y="1352978"/>
                </a:lnTo>
                <a:lnTo>
                  <a:pt x="283356" y="1352458"/>
                </a:lnTo>
                <a:lnTo>
                  <a:pt x="283852" y="1351926"/>
                </a:lnTo>
                <a:lnTo>
                  <a:pt x="284334" y="1351383"/>
                </a:lnTo>
                <a:lnTo>
                  <a:pt x="284803" y="1350827"/>
                </a:lnTo>
                <a:lnTo>
                  <a:pt x="285258" y="1350260"/>
                </a:lnTo>
                <a:lnTo>
                  <a:pt x="285700" y="1349681"/>
                </a:lnTo>
                <a:lnTo>
                  <a:pt x="286128" y="1349091"/>
                </a:lnTo>
                <a:lnTo>
                  <a:pt x="286543" y="1348488"/>
                </a:lnTo>
                <a:lnTo>
                  <a:pt x="286944" y="1347874"/>
                </a:lnTo>
                <a:lnTo>
                  <a:pt x="287344" y="1347236"/>
                </a:lnTo>
                <a:lnTo>
                  <a:pt x="287727" y="1346588"/>
                </a:lnTo>
                <a:lnTo>
                  <a:pt x="288093" y="1345930"/>
                </a:lnTo>
                <a:lnTo>
                  <a:pt x="288442" y="1345263"/>
                </a:lnTo>
                <a:lnTo>
                  <a:pt x="288774" y="1344587"/>
                </a:lnTo>
                <a:lnTo>
                  <a:pt x="289089" y="1343901"/>
                </a:lnTo>
                <a:lnTo>
                  <a:pt x="289387" y="1343206"/>
                </a:lnTo>
                <a:lnTo>
                  <a:pt x="289668" y="1342502"/>
                </a:lnTo>
                <a:lnTo>
                  <a:pt x="289932" y="1341788"/>
                </a:lnTo>
                <a:lnTo>
                  <a:pt x="290178" y="1341065"/>
                </a:lnTo>
                <a:lnTo>
                  <a:pt x="290408" y="1340332"/>
                </a:lnTo>
                <a:lnTo>
                  <a:pt x="290621" y="1339590"/>
                </a:lnTo>
                <a:lnTo>
                  <a:pt x="290817" y="1338839"/>
                </a:lnTo>
                <a:lnTo>
                  <a:pt x="290996" y="1338078"/>
                </a:lnTo>
                <a:lnTo>
                  <a:pt x="291157" y="1337308"/>
                </a:lnTo>
                <a:lnTo>
                  <a:pt x="291302" y="1336528"/>
                </a:lnTo>
                <a:lnTo>
                  <a:pt x="291430" y="1335739"/>
                </a:lnTo>
                <a:lnTo>
                  <a:pt x="291540" y="1334941"/>
                </a:lnTo>
                <a:lnTo>
                  <a:pt x="291634" y="1334133"/>
                </a:lnTo>
                <a:lnTo>
                  <a:pt x="291711" y="1333316"/>
                </a:lnTo>
                <a:lnTo>
                  <a:pt x="291770" y="1332489"/>
                </a:lnTo>
                <a:lnTo>
                  <a:pt x="291813" y="1331654"/>
                </a:lnTo>
                <a:lnTo>
                  <a:pt x="291838" y="1330808"/>
                </a:lnTo>
                <a:lnTo>
                  <a:pt x="291847" y="1329953"/>
                </a:lnTo>
                <a:lnTo>
                  <a:pt x="275955" y="1329953"/>
                </a:lnTo>
                <a:lnTo>
                  <a:pt x="275945" y="1330859"/>
                </a:lnTo>
                <a:lnTo>
                  <a:pt x="275915" y="1331745"/>
                </a:lnTo>
                <a:lnTo>
                  <a:pt x="275865" y="1332611"/>
                </a:lnTo>
                <a:lnTo>
                  <a:pt x="275795" y="1333457"/>
                </a:lnTo>
                <a:lnTo>
                  <a:pt x="275705" y="1334283"/>
                </a:lnTo>
                <a:lnTo>
                  <a:pt x="275595" y="1335089"/>
                </a:lnTo>
                <a:lnTo>
                  <a:pt x="275466" y="1335875"/>
                </a:lnTo>
                <a:lnTo>
                  <a:pt x="275316" y="1336641"/>
                </a:lnTo>
                <a:lnTo>
                  <a:pt x="275146" y="1337387"/>
                </a:lnTo>
                <a:lnTo>
                  <a:pt x="274957" y="1338113"/>
                </a:lnTo>
                <a:lnTo>
                  <a:pt x="274747" y="1338820"/>
                </a:lnTo>
                <a:lnTo>
                  <a:pt x="274518" y="1339506"/>
                </a:lnTo>
                <a:lnTo>
                  <a:pt x="274268" y="1340172"/>
                </a:lnTo>
                <a:lnTo>
                  <a:pt x="273999" y="1340818"/>
                </a:lnTo>
                <a:lnTo>
                  <a:pt x="273709" y="1341445"/>
                </a:lnTo>
                <a:lnTo>
                  <a:pt x="273400" y="1342051"/>
                </a:lnTo>
                <a:lnTo>
                  <a:pt x="273070" y="1342638"/>
                </a:lnTo>
                <a:lnTo>
                  <a:pt x="272721" y="1343204"/>
                </a:lnTo>
                <a:lnTo>
                  <a:pt x="272352" y="1343751"/>
                </a:lnTo>
                <a:lnTo>
                  <a:pt x="271963" y="1344277"/>
                </a:lnTo>
                <a:lnTo>
                  <a:pt x="271554" y="1344784"/>
                </a:lnTo>
                <a:lnTo>
                  <a:pt x="271124" y="1345271"/>
                </a:lnTo>
                <a:lnTo>
                  <a:pt x="270675" y="1345737"/>
                </a:lnTo>
                <a:lnTo>
                  <a:pt x="270206" y="1346184"/>
                </a:lnTo>
                <a:lnTo>
                  <a:pt x="269732" y="1346612"/>
                </a:lnTo>
                <a:lnTo>
                  <a:pt x="269240" y="1347021"/>
                </a:lnTo>
                <a:lnTo>
                  <a:pt x="268730" y="1347412"/>
                </a:lnTo>
                <a:lnTo>
                  <a:pt x="268201" y="1347785"/>
                </a:lnTo>
                <a:lnTo>
                  <a:pt x="267654" y="1348140"/>
                </a:lnTo>
                <a:lnTo>
                  <a:pt x="267089" y="1348477"/>
                </a:lnTo>
                <a:lnTo>
                  <a:pt x="266506" y="1348795"/>
                </a:lnTo>
                <a:lnTo>
                  <a:pt x="265904" y="1349096"/>
                </a:lnTo>
                <a:lnTo>
                  <a:pt x="265285" y="1349378"/>
                </a:lnTo>
                <a:lnTo>
                  <a:pt x="264647" y="1349642"/>
                </a:lnTo>
                <a:lnTo>
                  <a:pt x="263991" y="1349887"/>
                </a:lnTo>
                <a:lnTo>
                  <a:pt x="263317" y="1350115"/>
                </a:lnTo>
                <a:lnTo>
                  <a:pt x="262624" y="1350324"/>
                </a:lnTo>
                <a:lnTo>
                  <a:pt x="261914" y="1350515"/>
                </a:lnTo>
                <a:lnTo>
                  <a:pt x="261185" y="1350688"/>
                </a:lnTo>
                <a:lnTo>
                  <a:pt x="260438" y="1350843"/>
                </a:lnTo>
                <a:lnTo>
                  <a:pt x="259673" y="1350979"/>
                </a:lnTo>
                <a:lnTo>
                  <a:pt x="258889" y="1351097"/>
                </a:lnTo>
                <a:lnTo>
                  <a:pt x="258088" y="1351197"/>
                </a:lnTo>
                <a:lnTo>
                  <a:pt x="257268" y="1351279"/>
                </a:lnTo>
                <a:lnTo>
                  <a:pt x="256430" y="1351343"/>
                </a:lnTo>
                <a:lnTo>
                  <a:pt x="255574" y="1351389"/>
                </a:lnTo>
                <a:lnTo>
                  <a:pt x="254699" y="1351416"/>
                </a:lnTo>
                <a:lnTo>
                  <a:pt x="253807" y="1351425"/>
                </a:lnTo>
                <a:lnTo>
                  <a:pt x="252996" y="1351413"/>
                </a:lnTo>
                <a:lnTo>
                  <a:pt x="252196" y="1351377"/>
                </a:lnTo>
                <a:lnTo>
                  <a:pt x="251408" y="1351317"/>
                </a:lnTo>
                <a:lnTo>
                  <a:pt x="250632" y="1351232"/>
                </a:lnTo>
                <a:lnTo>
                  <a:pt x="249868" y="1351124"/>
                </a:lnTo>
                <a:lnTo>
                  <a:pt x="249115" y="1350992"/>
                </a:lnTo>
                <a:lnTo>
                  <a:pt x="248374" y="1350835"/>
                </a:lnTo>
                <a:lnTo>
                  <a:pt x="247645" y="1350655"/>
                </a:lnTo>
                <a:lnTo>
                  <a:pt x="246928" y="1350450"/>
                </a:lnTo>
                <a:lnTo>
                  <a:pt x="246222" y="1350221"/>
                </a:lnTo>
                <a:lnTo>
                  <a:pt x="245528" y="1349969"/>
                </a:lnTo>
                <a:lnTo>
                  <a:pt x="244846" y="1349692"/>
                </a:lnTo>
                <a:lnTo>
                  <a:pt x="244176" y="1349391"/>
                </a:lnTo>
                <a:lnTo>
                  <a:pt x="243517" y="1349066"/>
                </a:lnTo>
                <a:lnTo>
                  <a:pt x="242870" y="1348717"/>
                </a:lnTo>
                <a:lnTo>
                  <a:pt x="242235" y="1348344"/>
                </a:lnTo>
                <a:lnTo>
                  <a:pt x="241612" y="1347947"/>
                </a:lnTo>
                <a:lnTo>
                  <a:pt x="241000" y="1347526"/>
                </a:lnTo>
                <a:lnTo>
                  <a:pt x="240400" y="1347081"/>
                </a:lnTo>
                <a:lnTo>
                  <a:pt x="239812" y="1346611"/>
                </a:lnTo>
                <a:lnTo>
                  <a:pt x="239235" y="1346118"/>
                </a:lnTo>
                <a:lnTo>
                  <a:pt x="238671" y="1345600"/>
                </a:lnTo>
                <a:lnTo>
                  <a:pt x="238118" y="1345059"/>
                </a:lnTo>
                <a:lnTo>
                  <a:pt x="237576" y="1344493"/>
                </a:lnTo>
                <a:lnTo>
                  <a:pt x="237052" y="1343904"/>
                </a:lnTo>
                <a:lnTo>
                  <a:pt x="236550" y="1343293"/>
                </a:lnTo>
                <a:lnTo>
                  <a:pt x="236071" y="1342660"/>
                </a:lnTo>
                <a:lnTo>
                  <a:pt x="235613" y="1342004"/>
                </a:lnTo>
                <a:lnTo>
                  <a:pt x="235178" y="1341326"/>
                </a:lnTo>
                <a:lnTo>
                  <a:pt x="234766" y="1340626"/>
                </a:lnTo>
                <a:lnTo>
                  <a:pt x="234375" y="1339903"/>
                </a:lnTo>
                <a:lnTo>
                  <a:pt x="234007" y="1339158"/>
                </a:lnTo>
                <a:lnTo>
                  <a:pt x="233661" y="1338391"/>
                </a:lnTo>
                <a:lnTo>
                  <a:pt x="233338" y="1337601"/>
                </a:lnTo>
                <a:lnTo>
                  <a:pt x="233037" y="1336789"/>
                </a:lnTo>
                <a:lnTo>
                  <a:pt x="232758" y="1335955"/>
                </a:lnTo>
                <a:lnTo>
                  <a:pt x="232501" y="1335099"/>
                </a:lnTo>
                <a:lnTo>
                  <a:pt x="232267" y="1334220"/>
                </a:lnTo>
                <a:lnTo>
                  <a:pt x="232055" y="1333319"/>
                </a:lnTo>
                <a:lnTo>
                  <a:pt x="231866" y="1332395"/>
                </a:lnTo>
                <a:lnTo>
                  <a:pt x="231698" y="1331450"/>
                </a:lnTo>
                <a:lnTo>
                  <a:pt x="231553" y="1330482"/>
                </a:lnTo>
                <a:lnTo>
                  <a:pt x="231431" y="1329491"/>
                </a:lnTo>
                <a:lnTo>
                  <a:pt x="231330" y="1328479"/>
                </a:lnTo>
                <a:lnTo>
                  <a:pt x="231252" y="1327444"/>
                </a:lnTo>
                <a:lnTo>
                  <a:pt x="231196" y="1326387"/>
                </a:lnTo>
                <a:lnTo>
                  <a:pt x="231163" y="1325307"/>
                </a:lnTo>
                <a:lnTo>
                  <a:pt x="231152" y="1324205"/>
                </a:lnTo>
                <a:lnTo>
                  <a:pt x="231152" y="1321331"/>
                </a:lnTo>
                <a:lnTo>
                  <a:pt x="291847" y="1321331"/>
                </a:lnTo>
                <a:lnTo>
                  <a:pt x="291847" y="1309834"/>
                </a:lnTo>
                <a:lnTo>
                  <a:pt x="291839" y="1308965"/>
                </a:lnTo>
                <a:lnTo>
                  <a:pt x="291814" y="1308104"/>
                </a:lnTo>
                <a:lnTo>
                  <a:pt x="291773" y="1307251"/>
                </a:lnTo>
                <a:lnTo>
                  <a:pt x="291715" y="1306406"/>
                </a:lnTo>
                <a:lnTo>
                  <a:pt x="291641" y="1305570"/>
                </a:lnTo>
                <a:lnTo>
                  <a:pt x="291551" y="1304741"/>
                </a:lnTo>
                <a:lnTo>
                  <a:pt x="291444" y="1303921"/>
                </a:lnTo>
                <a:lnTo>
                  <a:pt x="291321" y="1303109"/>
                </a:lnTo>
                <a:lnTo>
                  <a:pt x="291181" y="1302306"/>
                </a:lnTo>
                <a:lnTo>
                  <a:pt x="291025" y="1301510"/>
                </a:lnTo>
                <a:lnTo>
                  <a:pt x="290852" y="1300723"/>
                </a:lnTo>
                <a:lnTo>
                  <a:pt x="290663" y="1299944"/>
                </a:lnTo>
                <a:lnTo>
                  <a:pt x="290458" y="1299173"/>
                </a:lnTo>
                <a:lnTo>
                  <a:pt x="290236" y="1298411"/>
                </a:lnTo>
                <a:lnTo>
                  <a:pt x="289998" y="1297656"/>
                </a:lnTo>
                <a:lnTo>
                  <a:pt x="289743" y="1296910"/>
                </a:lnTo>
                <a:lnTo>
                  <a:pt x="289472" y="1296172"/>
                </a:lnTo>
                <a:lnTo>
                  <a:pt x="289184" y="1295443"/>
                </a:lnTo>
                <a:lnTo>
                  <a:pt x="288880" y="1294721"/>
                </a:lnTo>
                <a:lnTo>
                  <a:pt x="288559" y="1294008"/>
                </a:lnTo>
                <a:lnTo>
                  <a:pt x="288223" y="1293303"/>
                </a:lnTo>
                <a:lnTo>
                  <a:pt x="287869" y="1292606"/>
                </a:lnTo>
                <a:lnTo>
                  <a:pt x="287499" y="1291917"/>
                </a:lnTo>
                <a:lnTo>
                  <a:pt x="287113" y="1291237"/>
                </a:lnTo>
                <a:lnTo>
                  <a:pt x="286726" y="1290567"/>
                </a:lnTo>
                <a:lnTo>
                  <a:pt x="286325" y="1289908"/>
                </a:lnTo>
                <a:lnTo>
                  <a:pt x="285911" y="1289261"/>
                </a:lnTo>
                <a:lnTo>
                  <a:pt x="285483" y="1288626"/>
                </a:lnTo>
                <a:lnTo>
                  <a:pt x="285042" y="1288002"/>
                </a:lnTo>
                <a:lnTo>
                  <a:pt x="284588" y="1287391"/>
                </a:lnTo>
                <a:lnTo>
                  <a:pt x="284119" y="1286791"/>
                </a:lnTo>
                <a:lnTo>
                  <a:pt x="283638" y="1286203"/>
                </a:lnTo>
                <a:lnTo>
                  <a:pt x="283143" y="1285626"/>
                </a:lnTo>
                <a:lnTo>
                  <a:pt x="282634" y="1285061"/>
                </a:lnTo>
                <a:lnTo>
                  <a:pt x="282112" y="1284508"/>
                </a:lnTo>
                <a:lnTo>
                  <a:pt x="281576" y="1283967"/>
                </a:lnTo>
                <a:lnTo>
                  <a:pt x="281027" y="1283438"/>
                </a:lnTo>
                <a:lnTo>
                  <a:pt x="280464" y="1282920"/>
                </a:lnTo>
                <a:lnTo>
                  <a:pt x="279888" y="1282414"/>
                </a:lnTo>
                <a:lnTo>
                  <a:pt x="279298" y="1281920"/>
                </a:lnTo>
                <a:lnTo>
                  <a:pt x="278695" y="1281437"/>
                </a:lnTo>
                <a:lnTo>
                  <a:pt x="278079" y="1280966"/>
                </a:lnTo>
                <a:lnTo>
                  <a:pt x="277448" y="1280507"/>
                </a:lnTo>
                <a:lnTo>
                  <a:pt x="276805" y="1280060"/>
                </a:lnTo>
                <a:lnTo>
                  <a:pt x="276147" y="1279624"/>
                </a:lnTo>
                <a:lnTo>
                  <a:pt x="275477" y="1279200"/>
                </a:lnTo>
                <a:lnTo>
                  <a:pt x="274793" y="1278788"/>
                </a:lnTo>
                <a:lnTo>
                  <a:pt x="274095" y="1278388"/>
                </a:lnTo>
                <a:lnTo>
                  <a:pt x="273399" y="1278002"/>
                </a:lnTo>
                <a:lnTo>
                  <a:pt x="272691" y="1277632"/>
                </a:lnTo>
                <a:lnTo>
                  <a:pt x="271971" y="1277278"/>
                </a:lnTo>
                <a:lnTo>
                  <a:pt x="271240" y="1276941"/>
                </a:lnTo>
                <a:lnTo>
                  <a:pt x="270496" y="1276621"/>
                </a:lnTo>
                <a:lnTo>
                  <a:pt x="269741" y="1276317"/>
                </a:lnTo>
                <a:lnTo>
                  <a:pt x="268975" y="1276029"/>
                </a:lnTo>
                <a:lnTo>
                  <a:pt x="268196" y="1275758"/>
                </a:lnTo>
                <a:lnTo>
                  <a:pt x="267406" y="1275503"/>
                </a:lnTo>
                <a:lnTo>
                  <a:pt x="266604" y="1275265"/>
                </a:lnTo>
                <a:lnTo>
                  <a:pt x="265791" y="1275043"/>
                </a:lnTo>
                <a:lnTo>
                  <a:pt x="264965" y="1274838"/>
                </a:lnTo>
                <a:lnTo>
                  <a:pt x="264128" y="1274649"/>
                </a:lnTo>
                <a:lnTo>
                  <a:pt x="263279" y="1274476"/>
                </a:lnTo>
                <a:lnTo>
                  <a:pt x="262419" y="1274320"/>
                </a:lnTo>
                <a:lnTo>
                  <a:pt x="261546" y="1274180"/>
                </a:lnTo>
                <a:lnTo>
                  <a:pt x="260662" y="1274057"/>
                </a:lnTo>
                <a:lnTo>
                  <a:pt x="259766" y="1273950"/>
                </a:lnTo>
                <a:lnTo>
                  <a:pt x="258859" y="1273860"/>
                </a:lnTo>
                <a:lnTo>
                  <a:pt x="257940" y="1273786"/>
                </a:lnTo>
                <a:lnTo>
                  <a:pt x="257009" y="1273728"/>
                </a:lnTo>
                <a:lnTo>
                  <a:pt x="256066" y="1273687"/>
                </a:lnTo>
                <a:lnTo>
                  <a:pt x="255111" y="1273662"/>
                </a:lnTo>
                <a:lnTo>
                  <a:pt x="254145" y="1273654"/>
                </a:lnTo>
                <a:lnTo>
                  <a:pt x="253108" y="1273664"/>
                </a:lnTo>
                <a:lnTo>
                  <a:pt x="252083" y="1273692"/>
                </a:lnTo>
                <a:lnTo>
                  <a:pt x="251070" y="1273739"/>
                </a:lnTo>
                <a:lnTo>
                  <a:pt x="250069" y="1273804"/>
                </a:lnTo>
                <a:lnTo>
                  <a:pt x="249079" y="1273889"/>
                </a:lnTo>
                <a:lnTo>
                  <a:pt x="248101" y="1273992"/>
                </a:lnTo>
                <a:lnTo>
                  <a:pt x="247134" y="1274114"/>
                </a:lnTo>
                <a:lnTo>
                  <a:pt x="246180" y="1274255"/>
                </a:lnTo>
                <a:lnTo>
                  <a:pt x="245237" y="1274415"/>
                </a:lnTo>
                <a:lnTo>
                  <a:pt x="244306" y="1274593"/>
                </a:lnTo>
                <a:lnTo>
                  <a:pt x="243387" y="1274791"/>
                </a:lnTo>
                <a:lnTo>
                  <a:pt x="242479" y="1275007"/>
                </a:lnTo>
                <a:lnTo>
                  <a:pt x="241583" y="1275241"/>
                </a:lnTo>
                <a:lnTo>
                  <a:pt x="240699" y="1275495"/>
                </a:lnTo>
                <a:lnTo>
                  <a:pt x="239827" y="1275767"/>
                </a:lnTo>
                <a:lnTo>
                  <a:pt x="238966" y="1276059"/>
                </a:lnTo>
                <a:lnTo>
                  <a:pt x="238118" y="1276369"/>
                </a:lnTo>
                <a:lnTo>
                  <a:pt x="237280" y="1276697"/>
                </a:lnTo>
                <a:lnTo>
                  <a:pt x="236455" y="1277045"/>
                </a:lnTo>
                <a:lnTo>
                  <a:pt x="235641" y="1277411"/>
                </a:lnTo>
                <a:lnTo>
                  <a:pt x="234840" y="1277796"/>
                </a:lnTo>
                <a:lnTo>
                  <a:pt x="234049" y="1278200"/>
                </a:lnTo>
                <a:lnTo>
                  <a:pt x="233271" y="1278623"/>
                </a:lnTo>
                <a:lnTo>
                  <a:pt x="232504" y="1279064"/>
                </a:lnTo>
                <a:lnTo>
                  <a:pt x="231751" y="1279508"/>
                </a:lnTo>
                <a:lnTo>
                  <a:pt x="231012" y="1279968"/>
                </a:lnTo>
                <a:lnTo>
                  <a:pt x="230288" y="1280443"/>
                </a:lnTo>
                <a:lnTo>
                  <a:pt x="229578" y="1280933"/>
                </a:lnTo>
                <a:lnTo>
                  <a:pt x="228884" y="1281439"/>
                </a:lnTo>
                <a:lnTo>
                  <a:pt x="228204" y="1281959"/>
                </a:lnTo>
                <a:lnTo>
                  <a:pt x="227538" y="1282495"/>
                </a:lnTo>
                <a:lnTo>
                  <a:pt x="226887" y="1283047"/>
                </a:lnTo>
                <a:lnTo>
                  <a:pt x="226251" y="1283613"/>
                </a:lnTo>
                <a:lnTo>
                  <a:pt x="225630" y="1284195"/>
                </a:lnTo>
                <a:lnTo>
                  <a:pt x="225023" y="1284792"/>
                </a:lnTo>
                <a:lnTo>
                  <a:pt x="224431" y="1285404"/>
                </a:lnTo>
                <a:lnTo>
                  <a:pt x="223854" y="1286032"/>
                </a:lnTo>
                <a:lnTo>
                  <a:pt x="223291" y="1286674"/>
                </a:lnTo>
                <a:lnTo>
                  <a:pt x="222743" y="1287333"/>
                </a:lnTo>
                <a:lnTo>
                  <a:pt x="222210" y="1288006"/>
                </a:lnTo>
                <a:lnTo>
                  <a:pt x="221691" y="1288695"/>
                </a:lnTo>
                <a:lnTo>
                  <a:pt x="221187" y="1289398"/>
                </a:lnTo>
                <a:lnTo>
                  <a:pt x="220698" y="1290118"/>
                </a:lnTo>
                <a:lnTo>
                  <a:pt x="220223" y="1290852"/>
                </a:lnTo>
                <a:lnTo>
                  <a:pt x="219764" y="1291602"/>
                </a:lnTo>
                <a:lnTo>
                  <a:pt x="219318" y="1292367"/>
                </a:lnTo>
                <a:lnTo>
                  <a:pt x="218888" y="1293147"/>
                </a:lnTo>
                <a:lnTo>
                  <a:pt x="218472" y="1293942"/>
                </a:lnTo>
                <a:lnTo>
                  <a:pt x="218072" y="1294751"/>
                </a:lnTo>
                <a:lnTo>
                  <a:pt x="217689" y="1295573"/>
                </a:lnTo>
                <a:lnTo>
                  <a:pt x="217323" y="1296407"/>
                </a:lnTo>
                <a:lnTo>
                  <a:pt x="216974" y="1297253"/>
                </a:lnTo>
                <a:lnTo>
                  <a:pt x="216642" y="1298112"/>
                </a:lnTo>
                <a:lnTo>
                  <a:pt x="216327" y="1298982"/>
                </a:lnTo>
                <a:lnTo>
                  <a:pt x="216029" y="1299866"/>
                </a:lnTo>
                <a:lnTo>
                  <a:pt x="215748" y="1300761"/>
                </a:lnTo>
                <a:lnTo>
                  <a:pt x="215484" y="1301669"/>
                </a:lnTo>
                <a:lnTo>
                  <a:pt x="215237" y="1302589"/>
                </a:lnTo>
                <a:lnTo>
                  <a:pt x="215007" y="1303522"/>
                </a:lnTo>
                <a:lnTo>
                  <a:pt x="214795" y="1304467"/>
                </a:lnTo>
                <a:lnTo>
                  <a:pt x="214599" y="1305424"/>
                </a:lnTo>
                <a:lnTo>
                  <a:pt x="214420" y="1306393"/>
                </a:lnTo>
                <a:lnTo>
                  <a:pt x="214258" y="1307375"/>
                </a:lnTo>
                <a:lnTo>
                  <a:pt x="214114" y="1308369"/>
                </a:lnTo>
                <a:lnTo>
                  <a:pt x="213986" y="1309376"/>
                </a:lnTo>
                <a:lnTo>
                  <a:pt x="213875" y="1310394"/>
                </a:lnTo>
                <a:lnTo>
                  <a:pt x="213782" y="1311426"/>
                </a:lnTo>
                <a:lnTo>
                  <a:pt x="213705" y="1312469"/>
                </a:lnTo>
                <a:lnTo>
                  <a:pt x="213645" y="1313525"/>
                </a:lnTo>
                <a:lnTo>
                  <a:pt x="213603" y="1314593"/>
                </a:lnTo>
                <a:lnTo>
                  <a:pt x="213577" y="1315673"/>
                </a:lnTo>
                <a:lnTo>
                  <a:pt x="213569" y="1316766"/>
                </a:lnTo>
                <a:lnTo>
                  <a:pt x="213569" y="1320317"/>
                </a:lnTo>
                <a:lnTo>
                  <a:pt x="213576" y="1321368"/>
                </a:lnTo>
                <a:lnTo>
                  <a:pt x="213598" y="1322410"/>
                </a:lnTo>
                <a:lnTo>
                  <a:pt x="213635" y="1323442"/>
                </a:lnTo>
                <a:lnTo>
                  <a:pt x="213686" y="1324463"/>
                </a:lnTo>
                <a:lnTo>
                  <a:pt x="213752" y="1325475"/>
                </a:lnTo>
                <a:lnTo>
                  <a:pt x="213833" y="1326477"/>
                </a:lnTo>
                <a:lnTo>
                  <a:pt x="213928" y="1327469"/>
                </a:lnTo>
                <a:lnTo>
                  <a:pt x="214038" y="1328450"/>
                </a:lnTo>
                <a:lnTo>
                  <a:pt x="214163" y="1329422"/>
                </a:lnTo>
                <a:lnTo>
                  <a:pt x="214303" y="1330384"/>
                </a:lnTo>
                <a:lnTo>
                  <a:pt x="214457" y="1331336"/>
                </a:lnTo>
                <a:lnTo>
                  <a:pt x="214625" y="1332278"/>
                </a:lnTo>
                <a:lnTo>
                  <a:pt x="214809" y="1333210"/>
                </a:lnTo>
                <a:lnTo>
                  <a:pt x="215007" y="1334132"/>
                </a:lnTo>
                <a:lnTo>
                  <a:pt x="215220" y="1335044"/>
                </a:lnTo>
                <a:lnTo>
                  <a:pt x="215447" y="1335946"/>
                </a:lnTo>
                <a:lnTo>
                  <a:pt x="215689" y="1336838"/>
                </a:lnTo>
                <a:lnTo>
                  <a:pt x="215946" y="1337720"/>
                </a:lnTo>
                <a:lnTo>
                  <a:pt x="216218" y="1338592"/>
                </a:lnTo>
                <a:lnTo>
                  <a:pt x="216504" y="1339454"/>
                </a:lnTo>
                <a:lnTo>
                  <a:pt x="216805" y="1340306"/>
                </a:lnTo>
                <a:lnTo>
                  <a:pt x="217120" y="1341148"/>
                </a:lnTo>
                <a:lnTo>
                  <a:pt x="217451" y="1341980"/>
                </a:lnTo>
                <a:lnTo>
                  <a:pt x="217795" y="1342803"/>
                </a:lnTo>
                <a:lnTo>
                  <a:pt x="218169" y="1343612"/>
                </a:lnTo>
                <a:lnTo>
                  <a:pt x="218559" y="1344406"/>
                </a:lnTo>
                <a:lnTo>
                  <a:pt x="218963" y="1345185"/>
                </a:lnTo>
                <a:lnTo>
                  <a:pt x="219383" y="1345949"/>
                </a:lnTo>
                <a:lnTo>
                  <a:pt x="219818" y="1346697"/>
                </a:lnTo>
                <a:lnTo>
                  <a:pt x="220268" y="1347431"/>
                </a:lnTo>
                <a:lnTo>
                  <a:pt x="220734" y="1348149"/>
                </a:lnTo>
                <a:lnTo>
                  <a:pt x="221214" y="1348851"/>
                </a:lnTo>
                <a:lnTo>
                  <a:pt x="221710" y="1349539"/>
                </a:lnTo>
                <a:lnTo>
                  <a:pt x="222222" y="1350211"/>
                </a:lnTo>
                <a:lnTo>
                  <a:pt x="222748" y="1350868"/>
                </a:lnTo>
                <a:lnTo>
                  <a:pt x="223290" y="1351509"/>
                </a:lnTo>
                <a:lnTo>
                  <a:pt x="223847" y="1352136"/>
                </a:lnTo>
                <a:lnTo>
                  <a:pt x="224420" y="1352747"/>
                </a:lnTo>
                <a:lnTo>
                  <a:pt x="225007" y="1353343"/>
                </a:lnTo>
                <a:lnTo>
                  <a:pt x="225610" y="1353923"/>
                </a:lnTo>
                <a:lnTo>
                  <a:pt x="226228" y="1354489"/>
                </a:lnTo>
                <a:lnTo>
                  <a:pt x="226862" y="1355039"/>
                </a:lnTo>
                <a:lnTo>
                  <a:pt x="227510" y="1355573"/>
                </a:lnTo>
                <a:lnTo>
                  <a:pt x="228174" y="1356093"/>
                </a:lnTo>
                <a:lnTo>
                  <a:pt x="228854" y="1356597"/>
                </a:lnTo>
                <a:lnTo>
                  <a:pt x="229548" y="1357086"/>
                </a:lnTo>
                <a:lnTo>
                  <a:pt x="230258" y="1357560"/>
                </a:lnTo>
                <a:lnTo>
                  <a:pt x="230983" y="1358019"/>
                </a:lnTo>
                <a:lnTo>
                  <a:pt x="231737" y="1358460"/>
                </a:lnTo>
                <a:lnTo>
                  <a:pt x="232508" y="1358883"/>
                </a:lnTo>
                <a:lnTo>
                  <a:pt x="233294" y="1359287"/>
                </a:lnTo>
                <a:lnTo>
                  <a:pt x="234096" y="1359672"/>
                </a:lnTo>
                <a:lnTo>
                  <a:pt x="234914" y="1360038"/>
                </a:lnTo>
                <a:lnTo>
                  <a:pt x="235748" y="1360385"/>
                </a:lnTo>
                <a:lnTo>
                  <a:pt x="236598" y="1360714"/>
                </a:lnTo>
                <a:lnTo>
                  <a:pt x="237464" y="1361024"/>
                </a:lnTo>
                <a:lnTo>
                  <a:pt x="238345" y="1361315"/>
                </a:lnTo>
                <a:lnTo>
                  <a:pt x="239242" y="1361588"/>
                </a:lnTo>
                <a:lnTo>
                  <a:pt x="240155" y="1361841"/>
                </a:lnTo>
                <a:lnTo>
                  <a:pt x="241084" y="1362076"/>
                </a:lnTo>
                <a:lnTo>
                  <a:pt x="242029" y="1362292"/>
                </a:lnTo>
                <a:lnTo>
                  <a:pt x="242990" y="1362489"/>
                </a:lnTo>
                <a:lnTo>
                  <a:pt x="243967" y="1362668"/>
                </a:lnTo>
                <a:lnTo>
                  <a:pt x="244959" y="1362828"/>
                </a:lnTo>
                <a:lnTo>
                  <a:pt x="245967" y="1362968"/>
                </a:lnTo>
                <a:lnTo>
                  <a:pt x="246991" y="1363091"/>
                </a:lnTo>
                <a:lnTo>
                  <a:pt x="248031" y="1363194"/>
                </a:lnTo>
                <a:lnTo>
                  <a:pt x="249087" y="1363278"/>
                </a:lnTo>
                <a:lnTo>
                  <a:pt x="250159" y="1363344"/>
                </a:lnTo>
                <a:lnTo>
                  <a:pt x="251246" y="1363391"/>
                </a:lnTo>
                <a:lnTo>
                  <a:pt x="252349" y="1363419"/>
                </a:lnTo>
                <a:lnTo>
                  <a:pt x="253469" y="1363429"/>
                </a:lnTo>
                <a:lnTo>
                  <a:pt x="254435" y="1363422"/>
                </a:lnTo>
                <a:lnTo>
                  <a:pt x="255391" y="1363401"/>
                </a:lnTo>
                <a:lnTo>
                  <a:pt x="256335" y="1363365"/>
                </a:lnTo>
                <a:lnTo>
                  <a:pt x="257268" y="1363316"/>
                </a:lnTo>
                <a:lnTo>
                  <a:pt x="258190" y="1363253"/>
                </a:lnTo>
                <a:lnTo>
                  <a:pt x="259101" y="1363175"/>
                </a:lnTo>
                <a:lnTo>
                  <a:pt x="260000" y="1363083"/>
                </a:lnTo>
                <a:lnTo>
                  <a:pt x="260889" y="1362978"/>
                </a:lnTo>
                <a:close/>
                <a:moveTo>
                  <a:pt x="231537" y="1306172"/>
                </a:moveTo>
                <a:lnTo>
                  <a:pt x="231603" y="1305702"/>
                </a:lnTo>
                <a:lnTo>
                  <a:pt x="231677" y="1305233"/>
                </a:lnTo>
                <a:lnTo>
                  <a:pt x="231761" y="1304765"/>
                </a:lnTo>
                <a:lnTo>
                  <a:pt x="231854" y="1304298"/>
                </a:lnTo>
                <a:lnTo>
                  <a:pt x="231955" y="1303832"/>
                </a:lnTo>
                <a:lnTo>
                  <a:pt x="232065" y="1303368"/>
                </a:lnTo>
                <a:lnTo>
                  <a:pt x="232184" y="1302905"/>
                </a:lnTo>
                <a:lnTo>
                  <a:pt x="232311" y="1302443"/>
                </a:lnTo>
                <a:lnTo>
                  <a:pt x="232448" y="1301982"/>
                </a:lnTo>
                <a:lnTo>
                  <a:pt x="232593" y="1301523"/>
                </a:lnTo>
                <a:lnTo>
                  <a:pt x="232747" y="1301064"/>
                </a:lnTo>
                <a:lnTo>
                  <a:pt x="232910" y="1300607"/>
                </a:lnTo>
                <a:lnTo>
                  <a:pt x="233082" y="1300151"/>
                </a:lnTo>
                <a:lnTo>
                  <a:pt x="233262" y="1299696"/>
                </a:lnTo>
                <a:lnTo>
                  <a:pt x="233452" y="1299242"/>
                </a:lnTo>
                <a:lnTo>
                  <a:pt x="233650" y="1298789"/>
                </a:lnTo>
                <a:lnTo>
                  <a:pt x="233857" y="1298338"/>
                </a:lnTo>
                <a:lnTo>
                  <a:pt x="234086" y="1297876"/>
                </a:lnTo>
                <a:lnTo>
                  <a:pt x="234323" y="1297422"/>
                </a:lnTo>
                <a:lnTo>
                  <a:pt x="234567" y="1296975"/>
                </a:lnTo>
                <a:lnTo>
                  <a:pt x="234820" y="1296534"/>
                </a:lnTo>
                <a:lnTo>
                  <a:pt x="235079" y="1296101"/>
                </a:lnTo>
                <a:lnTo>
                  <a:pt x="235347" y="1295675"/>
                </a:lnTo>
                <a:lnTo>
                  <a:pt x="235622" y="1295256"/>
                </a:lnTo>
                <a:lnTo>
                  <a:pt x="235904" y="1294844"/>
                </a:lnTo>
                <a:lnTo>
                  <a:pt x="236195" y="1294439"/>
                </a:lnTo>
                <a:lnTo>
                  <a:pt x="236493" y="1294041"/>
                </a:lnTo>
                <a:lnTo>
                  <a:pt x="236798" y="1293650"/>
                </a:lnTo>
                <a:lnTo>
                  <a:pt x="237111" y="1293266"/>
                </a:lnTo>
                <a:lnTo>
                  <a:pt x="237432" y="1292889"/>
                </a:lnTo>
                <a:lnTo>
                  <a:pt x="237761" y="1292519"/>
                </a:lnTo>
                <a:lnTo>
                  <a:pt x="238097" y="1292156"/>
                </a:lnTo>
                <a:lnTo>
                  <a:pt x="238440" y="1291801"/>
                </a:lnTo>
                <a:lnTo>
                  <a:pt x="238792" y="1291452"/>
                </a:lnTo>
                <a:lnTo>
                  <a:pt x="239151" y="1291110"/>
                </a:lnTo>
                <a:lnTo>
                  <a:pt x="239517" y="1290776"/>
                </a:lnTo>
                <a:lnTo>
                  <a:pt x="239892" y="1290448"/>
                </a:lnTo>
                <a:lnTo>
                  <a:pt x="240274" y="1290127"/>
                </a:lnTo>
                <a:lnTo>
                  <a:pt x="240663" y="1289814"/>
                </a:lnTo>
                <a:lnTo>
                  <a:pt x="241060" y="1289508"/>
                </a:lnTo>
                <a:lnTo>
                  <a:pt x="241465" y="1289208"/>
                </a:lnTo>
                <a:lnTo>
                  <a:pt x="241891" y="1288918"/>
                </a:lnTo>
                <a:lnTo>
                  <a:pt x="242325" y="1288641"/>
                </a:lnTo>
                <a:lnTo>
                  <a:pt x="242767" y="1288376"/>
                </a:lnTo>
                <a:lnTo>
                  <a:pt x="243217" y="1288123"/>
                </a:lnTo>
                <a:lnTo>
                  <a:pt x="243674" y="1287883"/>
                </a:lnTo>
                <a:lnTo>
                  <a:pt x="244138" y="1287655"/>
                </a:lnTo>
                <a:lnTo>
                  <a:pt x="244611" y="1287439"/>
                </a:lnTo>
                <a:lnTo>
                  <a:pt x="245090" y="1287236"/>
                </a:lnTo>
                <a:lnTo>
                  <a:pt x="245578" y="1287045"/>
                </a:lnTo>
                <a:lnTo>
                  <a:pt x="246073" y="1286866"/>
                </a:lnTo>
                <a:lnTo>
                  <a:pt x="246576" y="1286700"/>
                </a:lnTo>
                <a:lnTo>
                  <a:pt x="247086" y="1286545"/>
                </a:lnTo>
                <a:lnTo>
                  <a:pt x="247604" y="1286404"/>
                </a:lnTo>
                <a:lnTo>
                  <a:pt x="248130" y="1286274"/>
                </a:lnTo>
                <a:lnTo>
                  <a:pt x="248663" y="1286157"/>
                </a:lnTo>
                <a:lnTo>
                  <a:pt x="249204" y="1286052"/>
                </a:lnTo>
                <a:lnTo>
                  <a:pt x="249753" y="1285960"/>
                </a:lnTo>
                <a:lnTo>
                  <a:pt x="250309" y="1285880"/>
                </a:lnTo>
                <a:lnTo>
                  <a:pt x="250873" y="1285812"/>
                </a:lnTo>
                <a:lnTo>
                  <a:pt x="251445" y="1285757"/>
                </a:lnTo>
                <a:lnTo>
                  <a:pt x="252024" y="1285713"/>
                </a:lnTo>
                <a:lnTo>
                  <a:pt x="252610" y="1285683"/>
                </a:lnTo>
                <a:lnTo>
                  <a:pt x="253205" y="1285664"/>
                </a:lnTo>
                <a:lnTo>
                  <a:pt x="253807" y="1285658"/>
                </a:lnTo>
                <a:lnTo>
                  <a:pt x="254340" y="1285663"/>
                </a:lnTo>
                <a:lnTo>
                  <a:pt x="254867" y="1285678"/>
                </a:lnTo>
                <a:lnTo>
                  <a:pt x="255389" y="1285703"/>
                </a:lnTo>
                <a:lnTo>
                  <a:pt x="255906" y="1285738"/>
                </a:lnTo>
                <a:lnTo>
                  <a:pt x="256418" y="1285783"/>
                </a:lnTo>
                <a:lnTo>
                  <a:pt x="256924" y="1285838"/>
                </a:lnTo>
                <a:lnTo>
                  <a:pt x="257425" y="1285902"/>
                </a:lnTo>
                <a:lnTo>
                  <a:pt x="257921" y="1285977"/>
                </a:lnTo>
                <a:lnTo>
                  <a:pt x="258411" y="1286062"/>
                </a:lnTo>
                <a:lnTo>
                  <a:pt x="258896" y="1286157"/>
                </a:lnTo>
                <a:lnTo>
                  <a:pt x="259376" y="1286262"/>
                </a:lnTo>
                <a:lnTo>
                  <a:pt x="259851" y="1286376"/>
                </a:lnTo>
                <a:lnTo>
                  <a:pt x="260320" y="1286501"/>
                </a:lnTo>
                <a:lnTo>
                  <a:pt x="260784" y="1286636"/>
                </a:lnTo>
                <a:lnTo>
                  <a:pt x="261243" y="1286781"/>
                </a:lnTo>
                <a:lnTo>
                  <a:pt x="261697" y="1286935"/>
                </a:lnTo>
                <a:lnTo>
                  <a:pt x="262145" y="1287100"/>
                </a:lnTo>
                <a:lnTo>
                  <a:pt x="262588" y="1287275"/>
                </a:lnTo>
                <a:lnTo>
                  <a:pt x="263025" y="1287459"/>
                </a:lnTo>
                <a:lnTo>
                  <a:pt x="263458" y="1287654"/>
                </a:lnTo>
                <a:lnTo>
                  <a:pt x="263885" y="1287858"/>
                </a:lnTo>
                <a:lnTo>
                  <a:pt x="264307" y="1288073"/>
                </a:lnTo>
                <a:lnTo>
                  <a:pt x="264723" y="1288298"/>
                </a:lnTo>
                <a:lnTo>
                  <a:pt x="265134" y="1288532"/>
                </a:lnTo>
                <a:lnTo>
                  <a:pt x="265539" y="1288775"/>
                </a:lnTo>
                <a:lnTo>
                  <a:pt x="265935" y="1289026"/>
                </a:lnTo>
                <a:lnTo>
                  <a:pt x="266323" y="1289285"/>
                </a:lnTo>
                <a:lnTo>
                  <a:pt x="266703" y="1289551"/>
                </a:lnTo>
                <a:lnTo>
                  <a:pt x="267074" y="1289825"/>
                </a:lnTo>
                <a:lnTo>
                  <a:pt x="267438" y="1290106"/>
                </a:lnTo>
                <a:lnTo>
                  <a:pt x="267793" y="1290396"/>
                </a:lnTo>
                <a:lnTo>
                  <a:pt x="268140" y="1290692"/>
                </a:lnTo>
                <a:lnTo>
                  <a:pt x="268479" y="1290997"/>
                </a:lnTo>
                <a:lnTo>
                  <a:pt x="268809" y="1291309"/>
                </a:lnTo>
                <a:lnTo>
                  <a:pt x="269131" y="1291628"/>
                </a:lnTo>
                <a:lnTo>
                  <a:pt x="269445" y="1291956"/>
                </a:lnTo>
                <a:lnTo>
                  <a:pt x="269751" y="1292290"/>
                </a:lnTo>
                <a:lnTo>
                  <a:pt x="270049" y="1292633"/>
                </a:lnTo>
                <a:lnTo>
                  <a:pt x="270338" y="1292983"/>
                </a:lnTo>
                <a:lnTo>
                  <a:pt x="270620" y="1293341"/>
                </a:lnTo>
                <a:lnTo>
                  <a:pt x="270893" y="1293706"/>
                </a:lnTo>
                <a:lnTo>
                  <a:pt x="271157" y="1294079"/>
                </a:lnTo>
                <a:lnTo>
                  <a:pt x="271414" y="1294460"/>
                </a:lnTo>
                <a:lnTo>
                  <a:pt x="271662" y="1294848"/>
                </a:lnTo>
                <a:lnTo>
                  <a:pt x="271902" y="1295244"/>
                </a:lnTo>
                <a:lnTo>
                  <a:pt x="272134" y="1295648"/>
                </a:lnTo>
                <a:lnTo>
                  <a:pt x="272358" y="1296059"/>
                </a:lnTo>
                <a:lnTo>
                  <a:pt x="272573" y="1296478"/>
                </a:lnTo>
                <a:lnTo>
                  <a:pt x="272794" y="1296889"/>
                </a:lnTo>
                <a:lnTo>
                  <a:pt x="273005" y="1297306"/>
                </a:lnTo>
                <a:lnTo>
                  <a:pt x="273207" y="1297727"/>
                </a:lnTo>
                <a:lnTo>
                  <a:pt x="273400" y="1298155"/>
                </a:lnTo>
                <a:lnTo>
                  <a:pt x="273583" y="1298587"/>
                </a:lnTo>
                <a:lnTo>
                  <a:pt x="273757" y="1299025"/>
                </a:lnTo>
                <a:lnTo>
                  <a:pt x="273921" y="1299467"/>
                </a:lnTo>
                <a:lnTo>
                  <a:pt x="274076" y="1299916"/>
                </a:lnTo>
                <a:lnTo>
                  <a:pt x="274222" y="1300369"/>
                </a:lnTo>
                <a:lnTo>
                  <a:pt x="274358" y="1300828"/>
                </a:lnTo>
                <a:lnTo>
                  <a:pt x="274485" y="1301292"/>
                </a:lnTo>
                <a:lnTo>
                  <a:pt x="274602" y="1301761"/>
                </a:lnTo>
                <a:lnTo>
                  <a:pt x="274710" y="1302236"/>
                </a:lnTo>
                <a:lnTo>
                  <a:pt x="274809" y="1302716"/>
                </a:lnTo>
                <a:lnTo>
                  <a:pt x="274898" y="1303201"/>
                </a:lnTo>
                <a:lnTo>
                  <a:pt x="274978" y="1303692"/>
                </a:lnTo>
                <a:lnTo>
                  <a:pt x="275048" y="1304187"/>
                </a:lnTo>
                <a:lnTo>
                  <a:pt x="275109" y="1304688"/>
                </a:lnTo>
                <a:lnTo>
                  <a:pt x="275161" y="1305195"/>
                </a:lnTo>
                <a:lnTo>
                  <a:pt x="275203" y="1305706"/>
                </a:lnTo>
                <a:lnTo>
                  <a:pt x="275236" y="1306223"/>
                </a:lnTo>
                <a:lnTo>
                  <a:pt x="275260" y="1306745"/>
                </a:lnTo>
                <a:lnTo>
                  <a:pt x="275274" y="1307273"/>
                </a:lnTo>
                <a:lnTo>
                  <a:pt x="275278" y="1307806"/>
                </a:lnTo>
                <a:lnTo>
                  <a:pt x="275278" y="1310342"/>
                </a:lnTo>
                <a:lnTo>
                  <a:pt x="231321" y="1310342"/>
                </a:lnTo>
                <a:lnTo>
                  <a:pt x="231321" y="1309496"/>
                </a:lnTo>
                <a:lnTo>
                  <a:pt x="231325" y="1309018"/>
                </a:lnTo>
                <a:lnTo>
                  <a:pt x="231338" y="1308541"/>
                </a:lnTo>
                <a:lnTo>
                  <a:pt x="231360" y="1308064"/>
                </a:lnTo>
                <a:lnTo>
                  <a:pt x="231391" y="1307590"/>
                </a:lnTo>
                <a:lnTo>
                  <a:pt x="231431" y="1307116"/>
                </a:lnTo>
                <a:lnTo>
                  <a:pt x="231479" y="1306643"/>
                </a:lnTo>
                <a:lnTo>
                  <a:pt x="231537" y="1306172"/>
                </a:lnTo>
                <a:close/>
                <a:moveTo>
                  <a:pt x="178346" y="1392918"/>
                </a:moveTo>
                <a:lnTo>
                  <a:pt x="179239" y="1392734"/>
                </a:lnTo>
                <a:lnTo>
                  <a:pt x="180112" y="1392524"/>
                </a:lnTo>
                <a:lnTo>
                  <a:pt x="180965" y="1392290"/>
                </a:lnTo>
                <a:lnTo>
                  <a:pt x="181798" y="1392031"/>
                </a:lnTo>
                <a:lnTo>
                  <a:pt x="182611" y="1391747"/>
                </a:lnTo>
                <a:lnTo>
                  <a:pt x="183404" y="1391439"/>
                </a:lnTo>
                <a:lnTo>
                  <a:pt x="184177" y="1391106"/>
                </a:lnTo>
                <a:lnTo>
                  <a:pt x="184930" y="1390749"/>
                </a:lnTo>
                <a:lnTo>
                  <a:pt x="185664" y="1390367"/>
                </a:lnTo>
                <a:lnTo>
                  <a:pt x="186377" y="1389960"/>
                </a:lnTo>
                <a:lnTo>
                  <a:pt x="187070" y="1389528"/>
                </a:lnTo>
                <a:lnTo>
                  <a:pt x="187743" y="1389072"/>
                </a:lnTo>
                <a:lnTo>
                  <a:pt x="188397" y="1388591"/>
                </a:lnTo>
                <a:lnTo>
                  <a:pt x="189030" y="1388086"/>
                </a:lnTo>
                <a:lnTo>
                  <a:pt x="189644" y="1387556"/>
                </a:lnTo>
                <a:lnTo>
                  <a:pt x="190237" y="1387001"/>
                </a:lnTo>
                <a:lnTo>
                  <a:pt x="190811" y="1386422"/>
                </a:lnTo>
                <a:lnTo>
                  <a:pt x="191376" y="1385837"/>
                </a:lnTo>
                <a:lnTo>
                  <a:pt x="191918" y="1385238"/>
                </a:lnTo>
                <a:lnTo>
                  <a:pt x="192435" y="1384625"/>
                </a:lnTo>
                <a:lnTo>
                  <a:pt x="192929" y="1383998"/>
                </a:lnTo>
                <a:lnTo>
                  <a:pt x="193398" y="1383357"/>
                </a:lnTo>
                <a:lnTo>
                  <a:pt x="193843" y="1382702"/>
                </a:lnTo>
                <a:lnTo>
                  <a:pt x="194265" y="1382033"/>
                </a:lnTo>
                <a:lnTo>
                  <a:pt x="194662" y="1381350"/>
                </a:lnTo>
                <a:lnTo>
                  <a:pt x="195035" y="1380652"/>
                </a:lnTo>
                <a:lnTo>
                  <a:pt x="195384" y="1379941"/>
                </a:lnTo>
                <a:lnTo>
                  <a:pt x="195709" y="1379215"/>
                </a:lnTo>
                <a:lnTo>
                  <a:pt x="196010" y="1378476"/>
                </a:lnTo>
                <a:lnTo>
                  <a:pt x="196286" y="1377722"/>
                </a:lnTo>
                <a:lnTo>
                  <a:pt x="196539" y="1376954"/>
                </a:lnTo>
                <a:lnTo>
                  <a:pt x="196768" y="1376172"/>
                </a:lnTo>
                <a:lnTo>
                  <a:pt x="196972" y="1375376"/>
                </a:lnTo>
                <a:lnTo>
                  <a:pt x="197153" y="1374566"/>
                </a:lnTo>
                <a:lnTo>
                  <a:pt x="197309" y="1373742"/>
                </a:lnTo>
                <a:lnTo>
                  <a:pt x="197442" y="1372904"/>
                </a:lnTo>
                <a:lnTo>
                  <a:pt x="197550" y="1372051"/>
                </a:lnTo>
                <a:lnTo>
                  <a:pt x="197634" y="1371185"/>
                </a:lnTo>
                <a:lnTo>
                  <a:pt x="197694" y="1370304"/>
                </a:lnTo>
                <a:lnTo>
                  <a:pt x="197730" y="1369409"/>
                </a:lnTo>
                <a:lnTo>
                  <a:pt x="197743" y="1368501"/>
                </a:lnTo>
                <a:lnTo>
                  <a:pt x="197730" y="1367662"/>
                </a:lnTo>
                <a:lnTo>
                  <a:pt x="197694" y="1366838"/>
                </a:lnTo>
                <a:lnTo>
                  <a:pt x="197634" y="1366028"/>
                </a:lnTo>
                <a:lnTo>
                  <a:pt x="197550" y="1365232"/>
                </a:lnTo>
                <a:lnTo>
                  <a:pt x="197442" y="1364450"/>
                </a:lnTo>
                <a:lnTo>
                  <a:pt x="197309" y="1363682"/>
                </a:lnTo>
                <a:lnTo>
                  <a:pt x="197153" y="1362929"/>
                </a:lnTo>
                <a:lnTo>
                  <a:pt x="196972" y="1362189"/>
                </a:lnTo>
                <a:lnTo>
                  <a:pt x="196768" y="1361463"/>
                </a:lnTo>
                <a:lnTo>
                  <a:pt x="196539" y="1360752"/>
                </a:lnTo>
                <a:lnTo>
                  <a:pt x="196286" y="1360054"/>
                </a:lnTo>
                <a:lnTo>
                  <a:pt x="196010" y="1359371"/>
                </a:lnTo>
                <a:lnTo>
                  <a:pt x="195709" y="1358702"/>
                </a:lnTo>
                <a:lnTo>
                  <a:pt x="195384" y="1358047"/>
                </a:lnTo>
                <a:lnTo>
                  <a:pt x="195035" y="1357406"/>
                </a:lnTo>
                <a:lnTo>
                  <a:pt x="194662" y="1356779"/>
                </a:lnTo>
                <a:lnTo>
                  <a:pt x="194265" y="1356166"/>
                </a:lnTo>
                <a:lnTo>
                  <a:pt x="193843" y="1355567"/>
                </a:lnTo>
                <a:lnTo>
                  <a:pt x="193398" y="1354982"/>
                </a:lnTo>
                <a:lnTo>
                  <a:pt x="192929" y="1354412"/>
                </a:lnTo>
                <a:lnTo>
                  <a:pt x="192435" y="1353855"/>
                </a:lnTo>
                <a:lnTo>
                  <a:pt x="191918" y="1353313"/>
                </a:lnTo>
                <a:lnTo>
                  <a:pt x="191376" y="1352785"/>
                </a:lnTo>
                <a:lnTo>
                  <a:pt x="190811" y="1352270"/>
                </a:lnTo>
                <a:lnTo>
                  <a:pt x="190238" y="1351760"/>
                </a:lnTo>
                <a:lnTo>
                  <a:pt x="189647" y="1351271"/>
                </a:lnTo>
                <a:lnTo>
                  <a:pt x="189038" y="1350804"/>
                </a:lnTo>
                <a:lnTo>
                  <a:pt x="188411" y="1350359"/>
                </a:lnTo>
                <a:lnTo>
                  <a:pt x="187765" y="1349935"/>
                </a:lnTo>
                <a:lnTo>
                  <a:pt x="187102" y="1349534"/>
                </a:lnTo>
                <a:lnTo>
                  <a:pt x="186420" y="1349153"/>
                </a:lnTo>
                <a:lnTo>
                  <a:pt x="185720" y="1348795"/>
                </a:lnTo>
                <a:lnTo>
                  <a:pt x="185002" y="1348458"/>
                </a:lnTo>
                <a:lnTo>
                  <a:pt x="184265" y="1348143"/>
                </a:lnTo>
                <a:lnTo>
                  <a:pt x="183511" y="1347850"/>
                </a:lnTo>
                <a:lnTo>
                  <a:pt x="182738" y="1347579"/>
                </a:lnTo>
                <a:lnTo>
                  <a:pt x="181947" y="1347329"/>
                </a:lnTo>
                <a:lnTo>
                  <a:pt x="181138" y="1347101"/>
                </a:lnTo>
                <a:lnTo>
                  <a:pt x="180310" y="1346894"/>
                </a:lnTo>
                <a:lnTo>
                  <a:pt x="179464" y="1346710"/>
                </a:lnTo>
                <a:lnTo>
                  <a:pt x="178601" y="1346547"/>
                </a:lnTo>
                <a:lnTo>
                  <a:pt x="177719" y="1346406"/>
                </a:lnTo>
                <a:lnTo>
                  <a:pt x="176818" y="1346286"/>
                </a:lnTo>
                <a:lnTo>
                  <a:pt x="175900" y="1346189"/>
                </a:lnTo>
                <a:lnTo>
                  <a:pt x="174963" y="1346112"/>
                </a:lnTo>
                <a:lnTo>
                  <a:pt x="174009" y="1346058"/>
                </a:lnTo>
                <a:lnTo>
                  <a:pt x="173036" y="1346026"/>
                </a:lnTo>
                <a:lnTo>
                  <a:pt x="172044" y="1346015"/>
                </a:lnTo>
                <a:lnTo>
                  <a:pt x="141443" y="1346015"/>
                </a:lnTo>
                <a:lnTo>
                  <a:pt x="141024" y="1346011"/>
                </a:lnTo>
                <a:lnTo>
                  <a:pt x="140613" y="1345999"/>
                </a:lnTo>
                <a:lnTo>
                  <a:pt x="140210" y="1345980"/>
                </a:lnTo>
                <a:lnTo>
                  <a:pt x="139814" y="1345954"/>
                </a:lnTo>
                <a:lnTo>
                  <a:pt x="139425" y="1345919"/>
                </a:lnTo>
                <a:lnTo>
                  <a:pt x="139045" y="1345877"/>
                </a:lnTo>
                <a:lnTo>
                  <a:pt x="138671" y="1345828"/>
                </a:lnTo>
                <a:lnTo>
                  <a:pt x="138306" y="1345771"/>
                </a:lnTo>
                <a:lnTo>
                  <a:pt x="137948" y="1345706"/>
                </a:lnTo>
                <a:lnTo>
                  <a:pt x="137598" y="1345633"/>
                </a:lnTo>
                <a:lnTo>
                  <a:pt x="137256" y="1345553"/>
                </a:lnTo>
                <a:lnTo>
                  <a:pt x="136921" y="1345465"/>
                </a:lnTo>
                <a:lnTo>
                  <a:pt x="136593" y="1345370"/>
                </a:lnTo>
                <a:lnTo>
                  <a:pt x="136274" y="1345267"/>
                </a:lnTo>
                <a:lnTo>
                  <a:pt x="135962" y="1345156"/>
                </a:lnTo>
                <a:lnTo>
                  <a:pt x="135657" y="1345038"/>
                </a:lnTo>
                <a:lnTo>
                  <a:pt x="135361" y="1344912"/>
                </a:lnTo>
                <a:lnTo>
                  <a:pt x="135071" y="1344778"/>
                </a:lnTo>
                <a:lnTo>
                  <a:pt x="134790" y="1344637"/>
                </a:lnTo>
                <a:lnTo>
                  <a:pt x="134516" y="1344488"/>
                </a:lnTo>
                <a:lnTo>
                  <a:pt x="134250" y="1344332"/>
                </a:lnTo>
                <a:lnTo>
                  <a:pt x="133991" y="1344168"/>
                </a:lnTo>
                <a:lnTo>
                  <a:pt x="133740" y="1343996"/>
                </a:lnTo>
                <a:lnTo>
                  <a:pt x="133497" y="1343817"/>
                </a:lnTo>
                <a:lnTo>
                  <a:pt x="133262" y="1343616"/>
                </a:lnTo>
                <a:lnTo>
                  <a:pt x="133038" y="1343409"/>
                </a:lnTo>
                <a:lnTo>
                  <a:pt x="132823" y="1343196"/>
                </a:lnTo>
                <a:lnTo>
                  <a:pt x="132619" y="1342976"/>
                </a:lnTo>
                <a:lnTo>
                  <a:pt x="132424" y="1342750"/>
                </a:lnTo>
                <a:lnTo>
                  <a:pt x="132240" y="1342517"/>
                </a:lnTo>
                <a:lnTo>
                  <a:pt x="132065" y="1342278"/>
                </a:lnTo>
                <a:lnTo>
                  <a:pt x="131900" y="1342032"/>
                </a:lnTo>
                <a:lnTo>
                  <a:pt x="131746" y="1341780"/>
                </a:lnTo>
                <a:lnTo>
                  <a:pt x="131601" y="1341522"/>
                </a:lnTo>
                <a:lnTo>
                  <a:pt x="131466" y="1341256"/>
                </a:lnTo>
                <a:lnTo>
                  <a:pt x="131341" y="1340985"/>
                </a:lnTo>
                <a:lnTo>
                  <a:pt x="131227" y="1340707"/>
                </a:lnTo>
                <a:lnTo>
                  <a:pt x="131122" y="1340423"/>
                </a:lnTo>
                <a:lnTo>
                  <a:pt x="131027" y="1340132"/>
                </a:lnTo>
                <a:lnTo>
                  <a:pt x="130942" y="1339834"/>
                </a:lnTo>
                <a:lnTo>
                  <a:pt x="130867" y="1339531"/>
                </a:lnTo>
                <a:lnTo>
                  <a:pt x="130803" y="1339220"/>
                </a:lnTo>
                <a:lnTo>
                  <a:pt x="130748" y="1338904"/>
                </a:lnTo>
                <a:lnTo>
                  <a:pt x="130703" y="1338580"/>
                </a:lnTo>
                <a:lnTo>
                  <a:pt x="130668" y="1338251"/>
                </a:lnTo>
                <a:lnTo>
                  <a:pt x="130643" y="1337915"/>
                </a:lnTo>
                <a:lnTo>
                  <a:pt x="130628" y="1337572"/>
                </a:lnTo>
                <a:lnTo>
                  <a:pt x="130623" y="1337223"/>
                </a:lnTo>
                <a:lnTo>
                  <a:pt x="130628" y="1336874"/>
                </a:lnTo>
                <a:lnTo>
                  <a:pt x="130643" y="1336532"/>
                </a:lnTo>
                <a:lnTo>
                  <a:pt x="130668" y="1336196"/>
                </a:lnTo>
                <a:lnTo>
                  <a:pt x="130703" y="1335866"/>
                </a:lnTo>
                <a:lnTo>
                  <a:pt x="130748" y="1335543"/>
                </a:lnTo>
                <a:lnTo>
                  <a:pt x="130803" y="1335226"/>
                </a:lnTo>
                <a:lnTo>
                  <a:pt x="130867" y="1334916"/>
                </a:lnTo>
                <a:lnTo>
                  <a:pt x="130942" y="1334612"/>
                </a:lnTo>
                <a:lnTo>
                  <a:pt x="131027" y="1334315"/>
                </a:lnTo>
                <a:lnTo>
                  <a:pt x="131122" y="1334024"/>
                </a:lnTo>
                <a:lnTo>
                  <a:pt x="131227" y="1333739"/>
                </a:lnTo>
                <a:lnTo>
                  <a:pt x="131341" y="1333461"/>
                </a:lnTo>
                <a:lnTo>
                  <a:pt x="131466" y="1333190"/>
                </a:lnTo>
                <a:lnTo>
                  <a:pt x="131601" y="1332925"/>
                </a:lnTo>
                <a:lnTo>
                  <a:pt x="131746" y="1332666"/>
                </a:lnTo>
                <a:lnTo>
                  <a:pt x="131900" y="1332414"/>
                </a:lnTo>
                <a:lnTo>
                  <a:pt x="132065" y="1332169"/>
                </a:lnTo>
                <a:lnTo>
                  <a:pt x="132240" y="1331929"/>
                </a:lnTo>
                <a:lnTo>
                  <a:pt x="132424" y="1331697"/>
                </a:lnTo>
                <a:lnTo>
                  <a:pt x="132619" y="1331470"/>
                </a:lnTo>
                <a:lnTo>
                  <a:pt x="132823" y="1331250"/>
                </a:lnTo>
                <a:lnTo>
                  <a:pt x="133038" y="1331037"/>
                </a:lnTo>
                <a:lnTo>
                  <a:pt x="133262" y="1330830"/>
                </a:lnTo>
                <a:lnTo>
                  <a:pt x="133497" y="1330630"/>
                </a:lnTo>
                <a:lnTo>
                  <a:pt x="133754" y="1330436"/>
                </a:lnTo>
                <a:lnTo>
                  <a:pt x="134018" y="1330252"/>
                </a:lnTo>
                <a:lnTo>
                  <a:pt x="134290" y="1330075"/>
                </a:lnTo>
                <a:lnTo>
                  <a:pt x="134568" y="1329906"/>
                </a:lnTo>
                <a:lnTo>
                  <a:pt x="134853" y="1329746"/>
                </a:lnTo>
                <a:lnTo>
                  <a:pt x="135145" y="1329594"/>
                </a:lnTo>
                <a:lnTo>
                  <a:pt x="135445" y="1329450"/>
                </a:lnTo>
                <a:lnTo>
                  <a:pt x="135751" y="1329315"/>
                </a:lnTo>
                <a:lnTo>
                  <a:pt x="136065" y="1329187"/>
                </a:lnTo>
                <a:lnTo>
                  <a:pt x="136385" y="1329068"/>
                </a:lnTo>
                <a:lnTo>
                  <a:pt x="136713" y="1328957"/>
                </a:lnTo>
                <a:lnTo>
                  <a:pt x="137047" y="1328854"/>
                </a:lnTo>
                <a:lnTo>
                  <a:pt x="137389" y="1328760"/>
                </a:lnTo>
                <a:lnTo>
                  <a:pt x="137738" y="1328674"/>
                </a:lnTo>
                <a:lnTo>
                  <a:pt x="138094" y="1328596"/>
                </a:lnTo>
                <a:lnTo>
                  <a:pt x="138456" y="1328526"/>
                </a:lnTo>
                <a:lnTo>
                  <a:pt x="138826" y="1328464"/>
                </a:lnTo>
                <a:lnTo>
                  <a:pt x="139203" y="1328411"/>
                </a:lnTo>
                <a:lnTo>
                  <a:pt x="139587" y="1328365"/>
                </a:lnTo>
                <a:lnTo>
                  <a:pt x="139978" y="1328328"/>
                </a:lnTo>
                <a:lnTo>
                  <a:pt x="140376" y="1328300"/>
                </a:lnTo>
                <a:lnTo>
                  <a:pt x="140781" y="1328279"/>
                </a:lnTo>
                <a:lnTo>
                  <a:pt x="141193" y="1328267"/>
                </a:lnTo>
                <a:lnTo>
                  <a:pt x="141612" y="1328263"/>
                </a:lnTo>
                <a:lnTo>
                  <a:pt x="155476" y="1328263"/>
                </a:lnTo>
                <a:lnTo>
                  <a:pt x="156801" y="1328250"/>
                </a:lnTo>
                <a:lnTo>
                  <a:pt x="158100" y="1328211"/>
                </a:lnTo>
                <a:lnTo>
                  <a:pt x="159372" y="1328147"/>
                </a:lnTo>
                <a:lnTo>
                  <a:pt x="160618" y="1328056"/>
                </a:lnTo>
                <a:lnTo>
                  <a:pt x="161838" y="1327940"/>
                </a:lnTo>
                <a:lnTo>
                  <a:pt x="163031" y="1327798"/>
                </a:lnTo>
                <a:lnTo>
                  <a:pt x="164198" y="1327630"/>
                </a:lnTo>
                <a:lnTo>
                  <a:pt x="165338" y="1327436"/>
                </a:lnTo>
                <a:lnTo>
                  <a:pt x="166452" y="1327217"/>
                </a:lnTo>
                <a:lnTo>
                  <a:pt x="167539" y="1326971"/>
                </a:lnTo>
                <a:lnTo>
                  <a:pt x="168600" y="1326700"/>
                </a:lnTo>
                <a:lnTo>
                  <a:pt x="169635" y="1326403"/>
                </a:lnTo>
                <a:lnTo>
                  <a:pt x="170643" y="1326080"/>
                </a:lnTo>
                <a:lnTo>
                  <a:pt x="171625" y="1325731"/>
                </a:lnTo>
                <a:lnTo>
                  <a:pt x="172581" y="1325357"/>
                </a:lnTo>
                <a:lnTo>
                  <a:pt x="173510" y="1324957"/>
                </a:lnTo>
                <a:lnTo>
                  <a:pt x="174412" y="1324530"/>
                </a:lnTo>
                <a:lnTo>
                  <a:pt x="175288" y="1324078"/>
                </a:lnTo>
                <a:lnTo>
                  <a:pt x="176138" y="1323601"/>
                </a:lnTo>
                <a:lnTo>
                  <a:pt x="176961" y="1323097"/>
                </a:lnTo>
                <a:lnTo>
                  <a:pt x="177758" y="1322567"/>
                </a:lnTo>
                <a:lnTo>
                  <a:pt x="178529" y="1322012"/>
                </a:lnTo>
                <a:lnTo>
                  <a:pt x="179273" y="1321431"/>
                </a:lnTo>
                <a:lnTo>
                  <a:pt x="179990" y="1320824"/>
                </a:lnTo>
                <a:lnTo>
                  <a:pt x="180694" y="1320195"/>
                </a:lnTo>
                <a:lnTo>
                  <a:pt x="181368" y="1319549"/>
                </a:lnTo>
                <a:lnTo>
                  <a:pt x="182011" y="1318885"/>
                </a:lnTo>
                <a:lnTo>
                  <a:pt x="182625" y="1318203"/>
                </a:lnTo>
                <a:lnTo>
                  <a:pt x="183209" y="1317504"/>
                </a:lnTo>
                <a:lnTo>
                  <a:pt x="183763" y="1316787"/>
                </a:lnTo>
                <a:lnTo>
                  <a:pt x="184287" y="1316053"/>
                </a:lnTo>
                <a:lnTo>
                  <a:pt x="184781" y="1315301"/>
                </a:lnTo>
                <a:lnTo>
                  <a:pt x="185245" y="1314531"/>
                </a:lnTo>
                <a:lnTo>
                  <a:pt x="185679" y="1313744"/>
                </a:lnTo>
                <a:lnTo>
                  <a:pt x="186083" y="1312939"/>
                </a:lnTo>
                <a:lnTo>
                  <a:pt x="186457" y="1312117"/>
                </a:lnTo>
                <a:lnTo>
                  <a:pt x="186802" y="1311277"/>
                </a:lnTo>
                <a:lnTo>
                  <a:pt x="187116" y="1310419"/>
                </a:lnTo>
                <a:lnTo>
                  <a:pt x="187400" y="1309544"/>
                </a:lnTo>
                <a:lnTo>
                  <a:pt x="187655" y="1308651"/>
                </a:lnTo>
                <a:lnTo>
                  <a:pt x="187879" y="1307740"/>
                </a:lnTo>
                <a:lnTo>
                  <a:pt x="188074" y="1306812"/>
                </a:lnTo>
                <a:lnTo>
                  <a:pt x="188239" y="1305867"/>
                </a:lnTo>
                <a:lnTo>
                  <a:pt x="188373" y="1304903"/>
                </a:lnTo>
                <a:lnTo>
                  <a:pt x="188478" y="1303922"/>
                </a:lnTo>
                <a:lnTo>
                  <a:pt x="188553" y="1302924"/>
                </a:lnTo>
                <a:lnTo>
                  <a:pt x="188598" y="1301908"/>
                </a:lnTo>
                <a:lnTo>
                  <a:pt x="188613" y="1300874"/>
                </a:lnTo>
                <a:lnTo>
                  <a:pt x="188609" y="1300396"/>
                </a:lnTo>
                <a:lnTo>
                  <a:pt x="188598" y="1299922"/>
                </a:lnTo>
                <a:lnTo>
                  <a:pt x="188579" y="1299450"/>
                </a:lnTo>
                <a:lnTo>
                  <a:pt x="188552" y="1298981"/>
                </a:lnTo>
                <a:lnTo>
                  <a:pt x="188518" y="1298515"/>
                </a:lnTo>
                <a:lnTo>
                  <a:pt x="188476" y="1298053"/>
                </a:lnTo>
                <a:lnTo>
                  <a:pt x="188426" y="1297593"/>
                </a:lnTo>
                <a:lnTo>
                  <a:pt x="188369" y="1297136"/>
                </a:lnTo>
                <a:lnTo>
                  <a:pt x="188304" y="1296682"/>
                </a:lnTo>
                <a:lnTo>
                  <a:pt x="188231" y="1296230"/>
                </a:lnTo>
                <a:lnTo>
                  <a:pt x="188151" y="1295782"/>
                </a:lnTo>
                <a:lnTo>
                  <a:pt x="188063" y="1295337"/>
                </a:lnTo>
                <a:lnTo>
                  <a:pt x="187968" y="1294895"/>
                </a:lnTo>
                <a:lnTo>
                  <a:pt x="187865" y="1294455"/>
                </a:lnTo>
                <a:lnTo>
                  <a:pt x="187754" y="1294019"/>
                </a:lnTo>
                <a:lnTo>
                  <a:pt x="187636" y="1293585"/>
                </a:lnTo>
                <a:lnTo>
                  <a:pt x="187510" y="1293155"/>
                </a:lnTo>
                <a:lnTo>
                  <a:pt x="187377" y="1292727"/>
                </a:lnTo>
                <a:lnTo>
                  <a:pt x="187235" y="1292302"/>
                </a:lnTo>
                <a:lnTo>
                  <a:pt x="187087" y="1291881"/>
                </a:lnTo>
                <a:lnTo>
                  <a:pt x="186930" y="1291462"/>
                </a:lnTo>
                <a:lnTo>
                  <a:pt x="186766" y="1291046"/>
                </a:lnTo>
                <a:lnTo>
                  <a:pt x="186594" y="1290633"/>
                </a:lnTo>
                <a:lnTo>
                  <a:pt x="186415" y="1290223"/>
                </a:lnTo>
                <a:lnTo>
                  <a:pt x="186242" y="1289803"/>
                </a:lnTo>
                <a:lnTo>
                  <a:pt x="186063" y="1289390"/>
                </a:lnTo>
                <a:lnTo>
                  <a:pt x="185876" y="1288984"/>
                </a:lnTo>
                <a:lnTo>
                  <a:pt x="185682" y="1288584"/>
                </a:lnTo>
                <a:lnTo>
                  <a:pt x="185482" y="1288190"/>
                </a:lnTo>
                <a:lnTo>
                  <a:pt x="185274" y="1287803"/>
                </a:lnTo>
                <a:lnTo>
                  <a:pt x="185059" y="1287422"/>
                </a:lnTo>
                <a:lnTo>
                  <a:pt x="184837" y="1287048"/>
                </a:lnTo>
                <a:lnTo>
                  <a:pt x="184608" y="1286680"/>
                </a:lnTo>
                <a:lnTo>
                  <a:pt x="184372" y="1286319"/>
                </a:lnTo>
                <a:lnTo>
                  <a:pt x="184129" y="1285964"/>
                </a:lnTo>
                <a:lnTo>
                  <a:pt x="183879" y="1285616"/>
                </a:lnTo>
                <a:lnTo>
                  <a:pt x="183622" y="1285274"/>
                </a:lnTo>
                <a:lnTo>
                  <a:pt x="183358" y="1284938"/>
                </a:lnTo>
                <a:lnTo>
                  <a:pt x="183087" y="1284609"/>
                </a:lnTo>
                <a:lnTo>
                  <a:pt x="182808" y="1284287"/>
                </a:lnTo>
                <a:lnTo>
                  <a:pt x="182523" y="1283970"/>
                </a:lnTo>
                <a:lnTo>
                  <a:pt x="182231" y="1283661"/>
                </a:lnTo>
                <a:lnTo>
                  <a:pt x="181931" y="1283358"/>
                </a:lnTo>
                <a:lnTo>
                  <a:pt x="181625" y="1283061"/>
                </a:lnTo>
                <a:lnTo>
                  <a:pt x="181311" y="1282771"/>
                </a:lnTo>
                <a:lnTo>
                  <a:pt x="180991" y="1282487"/>
                </a:lnTo>
                <a:lnTo>
                  <a:pt x="180663" y="1282209"/>
                </a:lnTo>
                <a:lnTo>
                  <a:pt x="180329" y="1281938"/>
                </a:lnTo>
                <a:lnTo>
                  <a:pt x="180329" y="1281600"/>
                </a:lnTo>
                <a:lnTo>
                  <a:pt x="180971" y="1281452"/>
                </a:lnTo>
                <a:lnTo>
                  <a:pt x="181604" y="1281290"/>
                </a:lnTo>
                <a:lnTo>
                  <a:pt x="182225" y="1281114"/>
                </a:lnTo>
                <a:lnTo>
                  <a:pt x="182836" y="1280924"/>
                </a:lnTo>
                <a:lnTo>
                  <a:pt x="183437" y="1280719"/>
                </a:lnTo>
                <a:lnTo>
                  <a:pt x="184027" y="1280501"/>
                </a:lnTo>
                <a:lnTo>
                  <a:pt x="184606" y="1280269"/>
                </a:lnTo>
                <a:lnTo>
                  <a:pt x="185175" y="1280022"/>
                </a:lnTo>
                <a:lnTo>
                  <a:pt x="185733" y="1279761"/>
                </a:lnTo>
                <a:lnTo>
                  <a:pt x="186281" y="1279487"/>
                </a:lnTo>
                <a:lnTo>
                  <a:pt x="186818" y="1279198"/>
                </a:lnTo>
                <a:lnTo>
                  <a:pt x="187345" y="1278895"/>
                </a:lnTo>
                <a:lnTo>
                  <a:pt x="187861" y="1278578"/>
                </a:lnTo>
                <a:lnTo>
                  <a:pt x="188366" y="1278247"/>
                </a:lnTo>
                <a:lnTo>
                  <a:pt x="188861" y="1277902"/>
                </a:lnTo>
                <a:lnTo>
                  <a:pt x="189346" y="1277542"/>
                </a:lnTo>
                <a:lnTo>
                  <a:pt x="189819" y="1277169"/>
                </a:lnTo>
                <a:lnTo>
                  <a:pt x="190282" y="1276782"/>
                </a:lnTo>
                <a:lnTo>
                  <a:pt x="190735" y="1276380"/>
                </a:lnTo>
                <a:lnTo>
                  <a:pt x="191177" y="1275964"/>
                </a:lnTo>
                <a:lnTo>
                  <a:pt x="191609" y="1275535"/>
                </a:lnTo>
                <a:lnTo>
                  <a:pt x="192029" y="1275091"/>
                </a:lnTo>
                <a:lnTo>
                  <a:pt x="192440" y="1274633"/>
                </a:lnTo>
                <a:lnTo>
                  <a:pt x="192840" y="1274161"/>
                </a:lnTo>
                <a:lnTo>
                  <a:pt x="193240" y="1273664"/>
                </a:lnTo>
                <a:lnTo>
                  <a:pt x="193623" y="1273157"/>
                </a:lnTo>
                <a:lnTo>
                  <a:pt x="193989" y="1272642"/>
                </a:lnTo>
                <a:lnTo>
                  <a:pt x="194338" y="1272118"/>
                </a:lnTo>
                <a:lnTo>
                  <a:pt x="194670" y="1271586"/>
                </a:lnTo>
                <a:lnTo>
                  <a:pt x="194985" y="1271044"/>
                </a:lnTo>
                <a:lnTo>
                  <a:pt x="195283" y="1270494"/>
                </a:lnTo>
                <a:lnTo>
                  <a:pt x="195563" y="1269934"/>
                </a:lnTo>
                <a:lnTo>
                  <a:pt x="195827" y="1269367"/>
                </a:lnTo>
                <a:lnTo>
                  <a:pt x="196074" y="1268790"/>
                </a:lnTo>
                <a:lnTo>
                  <a:pt x="196304" y="1268204"/>
                </a:lnTo>
                <a:lnTo>
                  <a:pt x="196517" y="1267610"/>
                </a:lnTo>
                <a:lnTo>
                  <a:pt x="196713" y="1267007"/>
                </a:lnTo>
                <a:lnTo>
                  <a:pt x="196891" y="1266395"/>
                </a:lnTo>
                <a:lnTo>
                  <a:pt x="197053" y="1265774"/>
                </a:lnTo>
                <a:lnTo>
                  <a:pt x="197198" y="1265144"/>
                </a:lnTo>
                <a:lnTo>
                  <a:pt x="197325" y="1264506"/>
                </a:lnTo>
                <a:lnTo>
                  <a:pt x="197436" y="1263859"/>
                </a:lnTo>
                <a:lnTo>
                  <a:pt x="197530" y="1263203"/>
                </a:lnTo>
                <a:lnTo>
                  <a:pt x="197606" y="1262538"/>
                </a:lnTo>
                <a:lnTo>
                  <a:pt x="197666" y="1261864"/>
                </a:lnTo>
                <a:lnTo>
                  <a:pt x="197708" y="1261182"/>
                </a:lnTo>
                <a:lnTo>
                  <a:pt x="197734" y="1260491"/>
                </a:lnTo>
                <a:lnTo>
                  <a:pt x="197743" y="1259790"/>
                </a:lnTo>
                <a:lnTo>
                  <a:pt x="184048" y="1259790"/>
                </a:lnTo>
                <a:lnTo>
                  <a:pt x="184001" y="1260281"/>
                </a:lnTo>
                <a:lnTo>
                  <a:pt x="183942" y="1260767"/>
                </a:lnTo>
                <a:lnTo>
                  <a:pt x="183874" y="1261249"/>
                </a:lnTo>
                <a:lnTo>
                  <a:pt x="183794" y="1261725"/>
                </a:lnTo>
                <a:lnTo>
                  <a:pt x="183705" y="1262197"/>
                </a:lnTo>
                <a:lnTo>
                  <a:pt x="183604" y="1262665"/>
                </a:lnTo>
                <a:lnTo>
                  <a:pt x="183493" y="1263127"/>
                </a:lnTo>
                <a:lnTo>
                  <a:pt x="183372" y="1263585"/>
                </a:lnTo>
                <a:lnTo>
                  <a:pt x="183240" y="1264038"/>
                </a:lnTo>
                <a:lnTo>
                  <a:pt x="183097" y="1264487"/>
                </a:lnTo>
                <a:lnTo>
                  <a:pt x="182944" y="1264931"/>
                </a:lnTo>
                <a:lnTo>
                  <a:pt x="182780" y="1265370"/>
                </a:lnTo>
                <a:lnTo>
                  <a:pt x="182606" y="1265804"/>
                </a:lnTo>
                <a:lnTo>
                  <a:pt x="182421" y="1266234"/>
                </a:lnTo>
                <a:lnTo>
                  <a:pt x="182225" y="1266659"/>
                </a:lnTo>
                <a:lnTo>
                  <a:pt x="182019" y="1267079"/>
                </a:lnTo>
                <a:lnTo>
                  <a:pt x="181803" y="1267495"/>
                </a:lnTo>
                <a:lnTo>
                  <a:pt x="181575" y="1267906"/>
                </a:lnTo>
                <a:lnTo>
                  <a:pt x="181338" y="1268312"/>
                </a:lnTo>
                <a:lnTo>
                  <a:pt x="181089" y="1268714"/>
                </a:lnTo>
                <a:lnTo>
                  <a:pt x="180831" y="1269110"/>
                </a:lnTo>
                <a:lnTo>
                  <a:pt x="180561" y="1269503"/>
                </a:lnTo>
                <a:lnTo>
                  <a:pt x="180281" y="1269890"/>
                </a:lnTo>
                <a:lnTo>
                  <a:pt x="179990" y="1270273"/>
                </a:lnTo>
                <a:lnTo>
                  <a:pt x="179703" y="1270635"/>
                </a:lnTo>
                <a:lnTo>
                  <a:pt x="179403" y="1270988"/>
                </a:lnTo>
                <a:lnTo>
                  <a:pt x="179092" y="1271332"/>
                </a:lnTo>
                <a:lnTo>
                  <a:pt x="178769" y="1271667"/>
                </a:lnTo>
                <a:lnTo>
                  <a:pt x="178435" y="1271994"/>
                </a:lnTo>
                <a:lnTo>
                  <a:pt x="178088" y="1272312"/>
                </a:lnTo>
                <a:lnTo>
                  <a:pt x="177730" y="1272621"/>
                </a:lnTo>
                <a:lnTo>
                  <a:pt x="177361" y="1272921"/>
                </a:lnTo>
                <a:lnTo>
                  <a:pt x="176979" y="1273213"/>
                </a:lnTo>
                <a:lnTo>
                  <a:pt x="176586" y="1273495"/>
                </a:lnTo>
                <a:lnTo>
                  <a:pt x="176181" y="1273769"/>
                </a:lnTo>
                <a:lnTo>
                  <a:pt x="175764" y="1274034"/>
                </a:lnTo>
                <a:lnTo>
                  <a:pt x="175335" y="1274291"/>
                </a:lnTo>
                <a:lnTo>
                  <a:pt x="174895" y="1274538"/>
                </a:lnTo>
                <a:lnTo>
                  <a:pt x="174443" y="1274777"/>
                </a:lnTo>
                <a:lnTo>
                  <a:pt x="173979" y="1275007"/>
                </a:lnTo>
                <a:lnTo>
                  <a:pt x="173504" y="1275228"/>
                </a:lnTo>
                <a:lnTo>
                  <a:pt x="173017" y="1275440"/>
                </a:lnTo>
                <a:lnTo>
                  <a:pt x="172518" y="1275643"/>
                </a:lnTo>
                <a:lnTo>
                  <a:pt x="172007" y="1275838"/>
                </a:lnTo>
                <a:lnTo>
                  <a:pt x="171484" y="1276024"/>
                </a:lnTo>
                <a:lnTo>
                  <a:pt x="170950" y="1276201"/>
                </a:lnTo>
                <a:lnTo>
                  <a:pt x="170404" y="1276369"/>
                </a:lnTo>
                <a:lnTo>
                  <a:pt x="169846" y="1276528"/>
                </a:lnTo>
                <a:lnTo>
                  <a:pt x="169304" y="1276294"/>
                </a:lnTo>
                <a:lnTo>
                  <a:pt x="168748" y="1276069"/>
                </a:lnTo>
                <a:lnTo>
                  <a:pt x="168177" y="1275855"/>
                </a:lnTo>
                <a:lnTo>
                  <a:pt x="167592" y="1275650"/>
                </a:lnTo>
                <a:lnTo>
                  <a:pt x="166993" y="1275455"/>
                </a:lnTo>
                <a:lnTo>
                  <a:pt x="166381" y="1275271"/>
                </a:lnTo>
                <a:lnTo>
                  <a:pt x="165754" y="1275096"/>
                </a:lnTo>
                <a:lnTo>
                  <a:pt x="165113" y="1274932"/>
                </a:lnTo>
                <a:lnTo>
                  <a:pt x="164457" y="1274777"/>
                </a:lnTo>
                <a:lnTo>
                  <a:pt x="163788" y="1274632"/>
                </a:lnTo>
                <a:lnTo>
                  <a:pt x="163105" y="1274497"/>
                </a:lnTo>
                <a:lnTo>
                  <a:pt x="162407" y="1274373"/>
                </a:lnTo>
                <a:lnTo>
                  <a:pt x="161696" y="1274258"/>
                </a:lnTo>
                <a:lnTo>
                  <a:pt x="160970" y="1274153"/>
                </a:lnTo>
                <a:lnTo>
                  <a:pt x="160231" y="1274058"/>
                </a:lnTo>
                <a:lnTo>
                  <a:pt x="159477" y="1273973"/>
                </a:lnTo>
                <a:lnTo>
                  <a:pt x="158709" y="1273899"/>
                </a:lnTo>
                <a:lnTo>
                  <a:pt x="157927" y="1273834"/>
                </a:lnTo>
                <a:lnTo>
                  <a:pt x="157131" y="1273779"/>
                </a:lnTo>
                <a:lnTo>
                  <a:pt x="156321" y="1273734"/>
                </a:lnTo>
                <a:lnTo>
                  <a:pt x="155497" y="1273699"/>
                </a:lnTo>
                <a:lnTo>
                  <a:pt x="154659" y="1273674"/>
                </a:lnTo>
                <a:lnTo>
                  <a:pt x="153806" y="1273659"/>
                </a:lnTo>
                <a:lnTo>
                  <a:pt x="152940" y="1273654"/>
                </a:lnTo>
                <a:lnTo>
                  <a:pt x="151475" y="1273667"/>
                </a:lnTo>
                <a:lnTo>
                  <a:pt x="150041" y="1273705"/>
                </a:lnTo>
                <a:lnTo>
                  <a:pt x="148636" y="1273768"/>
                </a:lnTo>
                <a:lnTo>
                  <a:pt x="147262" y="1273856"/>
                </a:lnTo>
                <a:lnTo>
                  <a:pt x="145917" y="1273970"/>
                </a:lnTo>
                <a:lnTo>
                  <a:pt x="144603" y="1274108"/>
                </a:lnTo>
                <a:lnTo>
                  <a:pt x="143318" y="1274273"/>
                </a:lnTo>
                <a:lnTo>
                  <a:pt x="142063" y="1274462"/>
                </a:lnTo>
                <a:lnTo>
                  <a:pt x="140838" y="1274676"/>
                </a:lnTo>
                <a:lnTo>
                  <a:pt x="139643" y="1274916"/>
                </a:lnTo>
                <a:lnTo>
                  <a:pt x="138478" y="1275181"/>
                </a:lnTo>
                <a:lnTo>
                  <a:pt x="137343" y="1275472"/>
                </a:lnTo>
                <a:lnTo>
                  <a:pt x="136238" y="1275787"/>
                </a:lnTo>
                <a:lnTo>
                  <a:pt x="135163" y="1276128"/>
                </a:lnTo>
                <a:lnTo>
                  <a:pt x="134118" y="1276494"/>
                </a:lnTo>
                <a:lnTo>
                  <a:pt x="133103" y="1276885"/>
                </a:lnTo>
                <a:lnTo>
                  <a:pt x="132117" y="1277302"/>
                </a:lnTo>
                <a:lnTo>
                  <a:pt x="131162" y="1277743"/>
                </a:lnTo>
                <a:lnTo>
                  <a:pt x="130236" y="1278210"/>
                </a:lnTo>
                <a:lnTo>
                  <a:pt x="129341" y="1278703"/>
                </a:lnTo>
                <a:lnTo>
                  <a:pt x="128475" y="1279220"/>
                </a:lnTo>
                <a:lnTo>
                  <a:pt x="127640" y="1279763"/>
                </a:lnTo>
                <a:lnTo>
                  <a:pt x="126834" y="1280331"/>
                </a:lnTo>
                <a:lnTo>
                  <a:pt x="126058" y="1280924"/>
                </a:lnTo>
                <a:lnTo>
                  <a:pt x="125327" y="1281539"/>
                </a:lnTo>
                <a:lnTo>
                  <a:pt x="124627" y="1282173"/>
                </a:lnTo>
                <a:lnTo>
                  <a:pt x="123958" y="1282826"/>
                </a:lnTo>
                <a:lnTo>
                  <a:pt x="123320" y="1283497"/>
                </a:lnTo>
                <a:lnTo>
                  <a:pt x="122713" y="1284188"/>
                </a:lnTo>
                <a:lnTo>
                  <a:pt x="122138" y="1284897"/>
                </a:lnTo>
                <a:lnTo>
                  <a:pt x="121593" y="1285625"/>
                </a:lnTo>
                <a:lnTo>
                  <a:pt x="121080" y="1286372"/>
                </a:lnTo>
                <a:lnTo>
                  <a:pt x="120598" y="1287137"/>
                </a:lnTo>
                <a:lnTo>
                  <a:pt x="120147" y="1287921"/>
                </a:lnTo>
                <a:lnTo>
                  <a:pt x="119727" y="1288724"/>
                </a:lnTo>
                <a:lnTo>
                  <a:pt x="119338" y="1289546"/>
                </a:lnTo>
                <a:lnTo>
                  <a:pt x="118980" y="1290387"/>
                </a:lnTo>
                <a:lnTo>
                  <a:pt x="118653" y="1291246"/>
                </a:lnTo>
                <a:lnTo>
                  <a:pt x="118358" y="1292125"/>
                </a:lnTo>
                <a:lnTo>
                  <a:pt x="118093" y="1293022"/>
                </a:lnTo>
                <a:lnTo>
                  <a:pt x="117860" y="1293937"/>
                </a:lnTo>
                <a:lnTo>
                  <a:pt x="117658" y="1294872"/>
                </a:lnTo>
                <a:lnTo>
                  <a:pt x="117486" y="1295825"/>
                </a:lnTo>
                <a:lnTo>
                  <a:pt x="117346" y="1296797"/>
                </a:lnTo>
                <a:lnTo>
                  <a:pt x="117238" y="1297788"/>
                </a:lnTo>
                <a:lnTo>
                  <a:pt x="117160" y="1298798"/>
                </a:lnTo>
                <a:lnTo>
                  <a:pt x="117113" y="1299827"/>
                </a:lnTo>
                <a:lnTo>
                  <a:pt x="117098" y="1300874"/>
                </a:lnTo>
                <a:lnTo>
                  <a:pt x="117103" y="1301477"/>
                </a:lnTo>
                <a:lnTo>
                  <a:pt x="117119" y="1302074"/>
                </a:lnTo>
                <a:lnTo>
                  <a:pt x="117145" y="1302665"/>
                </a:lnTo>
                <a:lnTo>
                  <a:pt x="117182" y="1303250"/>
                </a:lnTo>
                <a:lnTo>
                  <a:pt x="117230" y="1303830"/>
                </a:lnTo>
                <a:lnTo>
                  <a:pt x="117288" y="1304403"/>
                </a:lnTo>
                <a:lnTo>
                  <a:pt x="117356" y="1304971"/>
                </a:lnTo>
                <a:lnTo>
                  <a:pt x="117436" y="1305533"/>
                </a:lnTo>
                <a:lnTo>
                  <a:pt x="117525" y="1306088"/>
                </a:lnTo>
                <a:lnTo>
                  <a:pt x="117626" y="1306639"/>
                </a:lnTo>
                <a:lnTo>
                  <a:pt x="117737" y="1307183"/>
                </a:lnTo>
                <a:lnTo>
                  <a:pt x="117858" y="1307721"/>
                </a:lnTo>
                <a:lnTo>
                  <a:pt x="117990" y="1308253"/>
                </a:lnTo>
                <a:lnTo>
                  <a:pt x="118133" y="1308780"/>
                </a:lnTo>
                <a:lnTo>
                  <a:pt x="118286" y="1309301"/>
                </a:lnTo>
                <a:lnTo>
                  <a:pt x="118450" y="1309816"/>
                </a:lnTo>
                <a:lnTo>
                  <a:pt x="118624" y="1310325"/>
                </a:lnTo>
                <a:lnTo>
                  <a:pt x="118809" y="1310828"/>
                </a:lnTo>
                <a:lnTo>
                  <a:pt x="119005" y="1311325"/>
                </a:lnTo>
                <a:lnTo>
                  <a:pt x="119211" y="1311816"/>
                </a:lnTo>
                <a:lnTo>
                  <a:pt x="119427" y="1312302"/>
                </a:lnTo>
                <a:lnTo>
                  <a:pt x="119655" y="1312781"/>
                </a:lnTo>
                <a:lnTo>
                  <a:pt x="119892" y="1313255"/>
                </a:lnTo>
                <a:lnTo>
                  <a:pt x="120141" y="1313723"/>
                </a:lnTo>
                <a:lnTo>
                  <a:pt x="120400" y="1314184"/>
                </a:lnTo>
                <a:lnTo>
                  <a:pt x="120669" y="1314639"/>
                </a:lnTo>
                <a:lnTo>
                  <a:pt x="120949" y="1315086"/>
                </a:lnTo>
                <a:lnTo>
                  <a:pt x="121240" y="1315526"/>
                </a:lnTo>
                <a:lnTo>
                  <a:pt x="121541" y="1315960"/>
                </a:lnTo>
                <a:lnTo>
                  <a:pt x="121853" y="1316386"/>
                </a:lnTo>
                <a:lnTo>
                  <a:pt x="122175" y="1316805"/>
                </a:lnTo>
                <a:lnTo>
                  <a:pt x="122508" y="1317217"/>
                </a:lnTo>
                <a:lnTo>
                  <a:pt x="122851" y="1317622"/>
                </a:lnTo>
                <a:lnTo>
                  <a:pt x="123205" y="1318020"/>
                </a:lnTo>
                <a:lnTo>
                  <a:pt x="123570" y="1318411"/>
                </a:lnTo>
                <a:lnTo>
                  <a:pt x="123945" y="1318795"/>
                </a:lnTo>
                <a:lnTo>
                  <a:pt x="124330" y="1319172"/>
                </a:lnTo>
                <a:lnTo>
                  <a:pt x="124727" y="1319542"/>
                </a:lnTo>
                <a:lnTo>
                  <a:pt x="125133" y="1319904"/>
                </a:lnTo>
                <a:lnTo>
                  <a:pt x="125551" y="1320260"/>
                </a:lnTo>
                <a:lnTo>
                  <a:pt x="125979" y="1320609"/>
                </a:lnTo>
                <a:lnTo>
                  <a:pt x="126417" y="1320950"/>
                </a:lnTo>
                <a:lnTo>
                  <a:pt x="126866" y="1321285"/>
                </a:lnTo>
                <a:lnTo>
                  <a:pt x="127326" y="1321613"/>
                </a:lnTo>
                <a:lnTo>
                  <a:pt x="127796" y="1321933"/>
                </a:lnTo>
                <a:lnTo>
                  <a:pt x="128277" y="1322247"/>
                </a:lnTo>
                <a:lnTo>
                  <a:pt x="128768" y="1322553"/>
                </a:lnTo>
                <a:lnTo>
                  <a:pt x="129270" y="1322853"/>
                </a:lnTo>
                <a:lnTo>
                  <a:pt x="128712" y="1322971"/>
                </a:lnTo>
                <a:lnTo>
                  <a:pt x="128163" y="1323102"/>
                </a:lnTo>
                <a:lnTo>
                  <a:pt x="127625" y="1323244"/>
                </a:lnTo>
                <a:lnTo>
                  <a:pt x="127096" y="1323397"/>
                </a:lnTo>
                <a:lnTo>
                  <a:pt x="126577" y="1323563"/>
                </a:lnTo>
                <a:lnTo>
                  <a:pt x="126069" y="1323740"/>
                </a:lnTo>
                <a:lnTo>
                  <a:pt x="125570" y="1323929"/>
                </a:lnTo>
                <a:lnTo>
                  <a:pt x="125081" y="1324130"/>
                </a:lnTo>
                <a:lnTo>
                  <a:pt x="124602" y="1324343"/>
                </a:lnTo>
                <a:lnTo>
                  <a:pt x="124134" y="1324567"/>
                </a:lnTo>
                <a:lnTo>
                  <a:pt x="123675" y="1324803"/>
                </a:lnTo>
                <a:lnTo>
                  <a:pt x="123226" y="1325051"/>
                </a:lnTo>
                <a:lnTo>
                  <a:pt x="122787" y="1325310"/>
                </a:lnTo>
                <a:lnTo>
                  <a:pt x="122359" y="1325581"/>
                </a:lnTo>
                <a:lnTo>
                  <a:pt x="121940" y="1325864"/>
                </a:lnTo>
                <a:lnTo>
                  <a:pt x="121531" y="1326159"/>
                </a:lnTo>
                <a:lnTo>
                  <a:pt x="121132" y="1326465"/>
                </a:lnTo>
                <a:lnTo>
                  <a:pt x="120743" y="1326783"/>
                </a:lnTo>
                <a:lnTo>
                  <a:pt x="120364" y="1327113"/>
                </a:lnTo>
                <a:lnTo>
                  <a:pt x="119995" y="1327455"/>
                </a:lnTo>
                <a:lnTo>
                  <a:pt x="119636" y="1327808"/>
                </a:lnTo>
                <a:lnTo>
                  <a:pt x="119287" y="1328173"/>
                </a:lnTo>
                <a:lnTo>
                  <a:pt x="118948" y="1328550"/>
                </a:lnTo>
                <a:lnTo>
                  <a:pt x="118619" y="1328939"/>
                </a:lnTo>
                <a:lnTo>
                  <a:pt x="118302" y="1329335"/>
                </a:lnTo>
                <a:lnTo>
                  <a:pt x="117998" y="1329736"/>
                </a:lnTo>
                <a:lnTo>
                  <a:pt x="117708" y="1330141"/>
                </a:lnTo>
                <a:lnTo>
                  <a:pt x="117431" y="1330550"/>
                </a:lnTo>
                <a:lnTo>
                  <a:pt x="117168" y="1330963"/>
                </a:lnTo>
                <a:lnTo>
                  <a:pt x="116918" y="1331380"/>
                </a:lnTo>
                <a:lnTo>
                  <a:pt x="116682" y="1331801"/>
                </a:lnTo>
                <a:lnTo>
                  <a:pt x="116459" y="1332226"/>
                </a:lnTo>
                <a:lnTo>
                  <a:pt x="116250" y="1332656"/>
                </a:lnTo>
                <a:lnTo>
                  <a:pt x="116054" y="1333089"/>
                </a:lnTo>
                <a:lnTo>
                  <a:pt x="115871" y="1333527"/>
                </a:lnTo>
                <a:lnTo>
                  <a:pt x="115703" y="1333969"/>
                </a:lnTo>
                <a:lnTo>
                  <a:pt x="115547" y="1334415"/>
                </a:lnTo>
                <a:lnTo>
                  <a:pt x="115406" y="1334864"/>
                </a:lnTo>
                <a:lnTo>
                  <a:pt x="115277" y="1335319"/>
                </a:lnTo>
                <a:lnTo>
                  <a:pt x="115163" y="1335777"/>
                </a:lnTo>
                <a:lnTo>
                  <a:pt x="115061" y="1336239"/>
                </a:lnTo>
                <a:lnTo>
                  <a:pt x="114974" y="1336705"/>
                </a:lnTo>
                <a:lnTo>
                  <a:pt x="114899" y="1337176"/>
                </a:lnTo>
                <a:lnTo>
                  <a:pt x="114839" y="1337651"/>
                </a:lnTo>
                <a:lnTo>
                  <a:pt x="114791" y="1338129"/>
                </a:lnTo>
                <a:lnTo>
                  <a:pt x="114758" y="1338612"/>
                </a:lnTo>
                <a:lnTo>
                  <a:pt x="114737" y="1339099"/>
                </a:lnTo>
                <a:lnTo>
                  <a:pt x="114731" y="1339590"/>
                </a:lnTo>
                <a:lnTo>
                  <a:pt x="114734" y="1339956"/>
                </a:lnTo>
                <a:lnTo>
                  <a:pt x="114745" y="1340319"/>
                </a:lnTo>
                <a:lnTo>
                  <a:pt x="114762" y="1340681"/>
                </a:lnTo>
                <a:lnTo>
                  <a:pt x="114787" y="1341041"/>
                </a:lnTo>
                <a:lnTo>
                  <a:pt x="114819" y="1341400"/>
                </a:lnTo>
                <a:lnTo>
                  <a:pt x="114857" y="1341756"/>
                </a:lnTo>
                <a:lnTo>
                  <a:pt x="114903" y="1342111"/>
                </a:lnTo>
                <a:lnTo>
                  <a:pt x="114956" y="1342464"/>
                </a:lnTo>
                <a:lnTo>
                  <a:pt x="115016" y="1342816"/>
                </a:lnTo>
                <a:lnTo>
                  <a:pt x="115083" y="1343165"/>
                </a:lnTo>
                <a:lnTo>
                  <a:pt x="115157" y="1343513"/>
                </a:lnTo>
                <a:lnTo>
                  <a:pt x="115238" y="1343859"/>
                </a:lnTo>
                <a:lnTo>
                  <a:pt x="115326" y="1344203"/>
                </a:lnTo>
                <a:lnTo>
                  <a:pt x="115421" y="1344546"/>
                </a:lnTo>
                <a:lnTo>
                  <a:pt x="115523" y="1344887"/>
                </a:lnTo>
                <a:lnTo>
                  <a:pt x="115632" y="1345226"/>
                </a:lnTo>
                <a:lnTo>
                  <a:pt x="115749" y="1345563"/>
                </a:lnTo>
                <a:lnTo>
                  <a:pt x="115872" y="1345898"/>
                </a:lnTo>
                <a:lnTo>
                  <a:pt x="116002" y="1346232"/>
                </a:lnTo>
                <a:lnTo>
                  <a:pt x="116140" y="1346564"/>
                </a:lnTo>
                <a:lnTo>
                  <a:pt x="116284" y="1346894"/>
                </a:lnTo>
                <a:lnTo>
                  <a:pt x="116435" y="1347223"/>
                </a:lnTo>
                <a:lnTo>
                  <a:pt x="116594" y="1347549"/>
                </a:lnTo>
                <a:lnTo>
                  <a:pt x="116759" y="1347874"/>
                </a:lnTo>
                <a:lnTo>
                  <a:pt x="116945" y="1348196"/>
                </a:lnTo>
                <a:lnTo>
                  <a:pt x="117136" y="1348512"/>
                </a:lnTo>
                <a:lnTo>
                  <a:pt x="117333" y="1348823"/>
                </a:lnTo>
                <a:lnTo>
                  <a:pt x="117534" y="1349128"/>
                </a:lnTo>
                <a:lnTo>
                  <a:pt x="117741" y="1349429"/>
                </a:lnTo>
                <a:lnTo>
                  <a:pt x="117953" y="1349724"/>
                </a:lnTo>
                <a:lnTo>
                  <a:pt x="118171" y="1350013"/>
                </a:lnTo>
                <a:lnTo>
                  <a:pt x="118394" y="1350298"/>
                </a:lnTo>
                <a:lnTo>
                  <a:pt x="118622" y="1350577"/>
                </a:lnTo>
                <a:lnTo>
                  <a:pt x="118855" y="1350851"/>
                </a:lnTo>
                <a:lnTo>
                  <a:pt x="119094" y="1351119"/>
                </a:lnTo>
                <a:lnTo>
                  <a:pt x="119338" y="1351383"/>
                </a:lnTo>
                <a:lnTo>
                  <a:pt x="119587" y="1351641"/>
                </a:lnTo>
                <a:lnTo>
                  <a:pt x="119841" y="1351893"/>
                </a:lnTo>
                <a:lnTo>
                  <a:pt x="120101" y="1352141"/>
                </a:lnTo>
                <a:lnTo>
                  <a:pt x="120366" y="1352383"/>
                </a:lnTo>
                <a:lnTo>
                  <a:pt x="120636" y="1352620"/>
                </a:lnTo>
                <a:lnTo>
                  <a:pt x="120912" y="1352851"/>
                </a:lnTo>
                <a:lnTo>
                  <a:pt x="121193" y="1353078"/>
                </a:lnTo>
                <a:lnTo>
                  <a:pt x="121479" y="1353299"/>
                </a:lnTo>
                <a:lnTo>
                  <a:pt x="121771" y="1353514"/>
                </a:lnTo>
                <a:lnTo>
                  <a:pt x="122067" y="1353725"/>
                </a:lnTo>
                <a:lnTo>
                  <a:pt x="122369" y="1353930"/>
                </a:lnTo>
                <a:lnTo>
                  <a:pt x="122677" y="1354130"/>
                </a:lnTo>
                <a:lnTo>
                  <a:pt x="122215" y="1354332"/>
                </a:lnTo>
                <a:lnTo>
                  <a:pt x="121761" y="1354543"/>
                </a:lnTo>
                <a:lnTo>
                  <a:pt x="121314" y="1354764"/>
                </a:lnTo>
                <a:lnTo>
                  <a:pt x="120873" y="1354994"/>
                </a:lnTo>
                <a:lnTo>
                  <a:pt x="120440" y="1355234"/>
                </a:lnTo>
                <a:lnTo>
                  <a:pt x="120014" y="1355482"/>
                </a:lnTo>
                <a:lnTo>
                  <a:pt x="119595" y="1355741"/>
                </a:lnTo>
                <a:lnTo>
                  <a:pt x="119183" y="1356008"/>
                </a:lnTo>
                <a:lnTo>
                  <a:pt x="118778" y="1356286"/>
                </a:lnTo>
                <a:lnTo>
                  <a:pt x="118380" y="1356572"/>
                </a:lnTo>
                <a:lnTo>
                  <a:pt x="117989" y="1356868"/>
                </a:lnTo>
                <a:lnTo>
                  <a:pt x="117605" y="1357173"/>
                </a:lnTo>
                <a:lnTo>
                  <a:pt x="117228" y="1357488"/>
                </a:lnTo>
                <a:lnTo>
                  <a:pt x="116858" y="1357812"/>
                </a:lnTo>
                <a:lnTo>
                  <a:pt x="116495" y="1358145"/>
                </a:lnTo>
                <a:lnTo>
                  <a:pt x="116139" y="1358488"/>
                </a:lnTo>
                <a:lnTo>
                  <a:pt x="115791" y="1358840"/>
                </a:lnTo>
                <a:lnTo>
                  <a:pt x="115449" y="1359202"/>
                </a:lnTo>
                <a:lnTo>
                  <a:pt x="115114" y="1359573"/>
                </a:lnTo>
                <a:lnTo>
                  <a:pt x="114787" y="1359953"/>
                </a:lnTo>
                <a:lnTo>
                  <a:pt x="114466" y="1360343"/>
                </a:lnTo>
                <a:lnTo>
                  <a:pt x="114153" y="1360742"/>
                </a:lnTo>
                <a:lnTo>
                  <a:pt x="113846" y="1361151"/>
                </a:lnTo>
                <a:lnTo>
                  <a:pt x="113547" y="1361569"/>
                </a:lnTo>
                <a:lnTo>
                  <a:pt x="113257" y="1361994"/>
                </a:lnTo>
                <a:lnTo>
                  <a:pt x="112980" y="1362424"/>
                </a:lnTo>
                <a:lnTo>
                  <a:pt x="112715" y="1362858"/>
                </a:lnTo>
                <a:lnTo>
                  <a:pt x="112462" y="1363297"/>
                </a:lnTo>
                <a:lnTo>
                  <a:pt x="112222" y="1363741"/>
                </a:lnTo>
                <a:lnTo>
                  <a:pt x="111994" y="1364189"/>
                </a:lnTo>
                <a:lnTo>
                  <a:pt x="111778" y="1364643"/>
                </a:lnTo>
                <a:lnTo>
                  <a:pt x="111575" y="1365100"/>
                </a:lnTo>
                <a:lnTo>
                  <a:pt x="111383" y="1365563"/>
                </a:lnTo>
                <a:lnTo>
                  <a:pt x="111205" y="1366030"/>
                </a:lnTo>
                <a:lnTo>
                  <a:pt x="111038" y="1366502"/>
                </a:lnTo>
                <a:lnTo>
                  <a:pt x="110884" y="1366979"/>
                </a:lnTo>
                <a:lnTo>
                  <a:pt x="110742" y="1367460"/>
                </a:lnTo>
                <a:lnTo>
                  <a:pt x="110613" y="1367946"/>
                </a:lnTo>
                <a:lnTo>
                  <a:pt x="110496" y="1368437"/>
                </a:lnTo>
                <a:lnTo>
                  <a:pt x="110391" y="1368933"/>
                </a:lnTo>
                <a:lnTo>
                  <a:pt x="110299" y="1369433"/>
                </a:lnTo>
                <a:lnTo>
                  <a:pt x="110219" y="1369938"/>
                </a:lnTo>
                <a:lnTo>
                  <a:pt x="110151" y="1370447"/>
                </a:lnTo>
                <a:lnTo>
                  <a:pt x="110095" y="1370962"/>
                </a:lnTo>
                <a:lnTo>
                  <a:pt x="110052" y="1371481"/>
                </a:lnTo>
                <a:lnTo>
                  <a:pt x="110021" y="1372004"/>
                </a:lnTo>
                <a:lnTo>
                  <a:pt x="110003" y="1372533"/>
                </a:lnTo>
                <a:lnTo>
                  <a:pt x="109997" y="1373066"/>
                </a:lnTo>
                <a:lnTo>
                  <a:pt x="110007" y="1373779"/>
                </a:lnTo>
                <a:lnTo>
                  <a:pt x="110038" y="1374484"/>
                </a:lnTo>
                <a:lnTo>
                  <a:pt x="110089" y="1375179"/>
                </a:lnTo>
                <a:lnTo>
                  <a:pt x="110161" y="1375865"/>
                </a:lnTo>
                <a:lnTo>
                  <a:pt x="110253" y="1376541"/>
                </a:lnTo>
                <a:lnTo>
                  <a:pt x="110366" y="1377208"/>
                </a:lnTo>
                <a:lnTo>
                  <a:pt x="110500" y="1377865"/>
                </a:lnTo>
                <a:lnTo>
                  <a:pt x="110654" y="1378513"/>
                </a:lnTo>
                <a:lnTo>
                  <a:pt x="110829" y="1379152"/>
                </a:lnTo>
                <a:lnTo>
                  <a:pt x="111024" y="1379781"/>
                </a:lnTo>
                <a:lnTo>
                  <a:pt x="111240" y="1380401"/>
                </a:lnTo>
                <a:lnTo>
                  <a:pt x="111476" y="1381012"/>
                </a:lnTo>
                <a:lnTo>
                  <a:pt x="111733" y="1381613"/>
                </a:lnTo>
                <a:lnTo>
                  <a:pt x="112010" y="1382205"/>
                </a:lnTo>
                <a:lnTo>
                  <a:pt x="112308" y="1382787"/>
                </a:lnTo>
                <a:lnTo>
                  <a:pt x="112627" y="1383360"/>
                </a:lnTo>
                <a:lnTo>
                  <a:pt x="112966" y="1383923"/>
                </a:lnTo>
                <a:lnTo>
                  <a:pt x="113325" y="1384478"/>
                </a:lnTo>
                <a:lnTo>
                  <a:pt x="113705" y="1385022"/>
                </a:lnTo>
                <a:lnTo>
                  <a:pt x="114106" y="1385558"/>
                </a:lnTo>
                <a:lnTo>
                  <a:pt x="114527" y="1386084"/>
                </a:lnTo>
                <a:lnTo>
                  <a:pt x="114969" y="1386600"/>
                </a:lnTo>
                <a:lnTo>
                  <a:pt x="115431" y="1387108"/>
                </a:lnTo>
                <a:lnTo>
                  <a:pt x="115914" y="1387605"/>
                </a:lnTo>
                <a:lnTo>
                  <a:pt x="116416" y="1388088"/>
                </a:lnTo>
                <a:lnTo>
                  <a:pt x="116934" y="1388550"/>
                </a:lnTo>
                <a:lnTo>
                  <a:pt x="117470" y="1388992"/>
                </a:lnTo>
                <a:lnTo>
                  <a:pt x="118023" y="1389413"/>
                </a:lnTo>
                <a:lnTo>
                  <a:pt x="118592" y="1389814"/>
                </a:lnTo>
                <a:lnTo>
                  <a:pt x="119179" y="1390194"/>
                </a:lnTo>
                <a:lnTo>
                  <a:pt x="119783" y="1390554"/>
                </a:lnTo>
                <a:lnTo>
                  <a:pt x="120404" y="1390893"/>
                </a:lnTo>
                <a:lnTo>
                  <a:pt x="121042" y="1391211"/>
                </a:lnTo>
                <a:lnTo>
                  <a:pt x="121696" y="1391509"/>
                </a:lnTo>
                <a:lnTo>
                  <a:pt x="122368" y="1391786"/>
                </a:lnTo>
                <a:lnTo>
                  <a:pt x="123057" y="1392043"/>
                </a:lnTo>
                <a:lnTo>
                  <a:pt x="123763" y="1392280"/>
                </a:lnTo>
                <a:lnTo>
                  <a:pt x="124486" y="1392495"/>
                </a:lnTo>
                <a:lnTo>
                  <a:pt x="125226" y="1392690"/>
                </a:lnTo>
                <a:lnTo>
                  <a:pt x="125983" y="1392865"/>
                </a:lnTo>
                <a:lnTo>
                  <a:pt x="126757" y="1393019"/>
                </a:lnTo>
                <a:lnTo>
                  <a:pt x="127548" y="1393153"/>
                </a:lnTo>
                <a:lnTo>
                  <a:pt x="128356" y="1393266"/>
                </a:lnTo>
                <a:lnTo>
                  <a:pt x="129181" y="1393358"/>
                </a:lnTo>
                <a:lnTo>
                  <a:pt x="130023" y="1393430"/>
                </a:lnTo>
                <a:lnTo>
                  <a:pt x="130882" y="1393481"/>
                </a:lnTo>
                <a:lnTo>
                  <a:pt x="131759" y="1393512"/>
                </a:lnTo>
                <a:lnTo>
                  <a:pt x="132652" y="1393523"/>
                </a:lnTo>
                <a:lnTo>
                  <a:pt x="171537" y="1393523"/>
                </a:lnTo>
                <a:lnTo>
                  <a:pt x="172570" y="1393510"/>
                </a:lnTo>
                <a:lnTo>
                  <a:pt x="173582" y="1393473"/>
                </a:lnTo>
                <a:lnTo>
                  <a:pt x="174575" y="1393412"/>
                </a:lnTo>
                <a:lnTo>
                  <a:pt x="175548" y="1393325"/>
                </a:lnTo>
                <a:lnTo>
                  <a:pt x="176500" y="1393214"/>
                </a:lnTo>
                <a:lnTo>
                  <a:pt x="177433" y="1393079"/>
                </a:lnTo>
                <a:lnTo>
                  <a:pt x="178346" y="1392918"/>
                </a:lnTo>
                <a:close/>
                <a:moveTo>
                  <a:pt x="133647" y="1381988"/>
                </a:moveTo>
                <a:lnTo>
                  <a:pt x="133225" y="1381889"/>
                </a:lnTo>
                <a:lnTo>
                  <a:pt x="132813" y="1381777"/>
                </a:lnTo>
                <a:lnTo>
                  <a:pt x="132410" y="1381654"/>
                </a:lnTo>
                <a:lnTo>
                  <a:pt x="132018" y="1381519"/>
                </a:lnTo>
                <a:lnTo>
                  <a:pt x="131635" y="1381372"/>
                </a:lnTo>
                <a:lnTo>
                  <a:pt x="131263" y="1381213"/>
                </a:lnTo>
                <a:lnTo>
                  <a:pt x="130900" y="1381043"/>
                </a:lnTo>
                <a:lnTo>
                  <a:pt x="130548" y="1380861"/>
                </a:lnTo>
                <a:lnTo>
                  <a:pt x="130205" y="1380668"/>
                </a:lnTo>
                <a:lnTo>
                  <a:pt x="129873" y="1380462"/>
                </a:lnTo>
                <a:lnTo>
                  <a:pt x="129550" y="1380245"/>
                </a:lnTo>
                <a:lnTo>
                  <a:pt x="129238" y="1380016"/>
                </a:lnTo>
                <a:lnTo>
                  <a:pt x="128935" y="1379775"/>
                </a:lnTo>
                <a:lnTo>
                  <a:pt x="128642" y="1379523"/>
                </a:lnTo>
                <a:lnTo>
                  <a:pt x="128360" y="1379259"/>
                </a:lnTo>
                <a:lnTo>
                  <a:pt x="128087" y="1378983"/>
                </a:lnTo>
                <a:lnTo>
                  <a:pt x="127825" y="1378699"/>
                </a:lnTo>
                <a:lnTo>
                  <a:pt x="127574" y="1378411"/>
                </a:lnTo>
                <a:lnTo>
                  <a:pt x="127334" y="1378119"/>
                </a:lnTo>
                <a:lnTo>
                  <a:pt x="127105" y="1377823"/>
                </a:lnTo>
                <a:lnTo>
                  <a:pt x="126888" y="1377523"/>
                </a:lnTo>
                <a:lnTo>
                  <a:pt x="126682" y="1377218"/>
                </a:lnTo>
                <a:lnTo>
                  <a:pt x="126486" y="1376910"/>
                </a:lnTo>
                <a:lnTo>
                  <a:pt x="126302" y="1376597"/>
                </a:lnTo>
                <a:lnTo>
                  <a:pt x="126129" y="1376280"/>
                </a:lnTo>
                <a:lnTo>
                  <a:pt x="125968" y="1375960"/>
                </a:lnTo>
                <a:lnTo>
                  <a:pt x="125817" y="1375635"/>
                </a:lnTo>
                <a:lnTo>
                  <a:pt x="125678" y="1375306"/>
                </a:lnTo>
                <a:lnTo>
                  <a:pt x="125549" y="1374973"/>
                </a:lnTo>
                <a:lnTo>
                  <a:pt x="125432" y="1374635"/>
                </a:lnTo>
                <a:lnTo>
                  <a:pt x="125326" y="1374294"/>
                </a:lnTo>
                <a:lnTo>
                  <a:pt x="125232" y="1373949"/>
                </a:lnTo>
                <a:lnTo>
                  <a:pt x="125148" y="1373599"/>
                </a:lnTo>
                <a:lnTo>
                  <a:pt x="125075" y="1373245"/>
                </a:lnTo>
                <a:lnTo>
                  <a:pt x="125014" y="1372887"/>
                </a:lnTo>
                <a:lnTo>
                  <a:pt x="124964" y="1372526"/>
                </a:lnTo>
                <a:lnTo>
                  <a:pt x="124925" y="1372160"/>
                </a:lnTo>
                <a:lnTo>
                  <a:pt x="124897" y="1371789"/>
                </a:lnTo>
                <a:lnTo>
                  <a:pt x="124880" y="1371415"/>
                </a:lnTo>
                <a:lnTo>
                  <a:pt x="124875" y="1371037"/>
                </a:lnTo>
                <a:lnTo>
                  <a:pt x="124880" y="1370645"/>
                </a:lnTo>
                <a:lnTo>
                  <a:pt x="124897" y="1370257"/>
                </a:lnTo>
                <a:lnTo>
                  <a:pt x="124925" y="1369874"/>
                </a:lnTo>
                <a:lnTo>
                  <a:pt x="124964" y="1369496"/>
                </a:lnTo>
                <a:lnTo>
                  <a:pt x="125014" y="1369123"/>
                </a:lnTo>
                <a:lnTo>
                  <a:pt x="125075" y="1368754"/>
                </a:lnTo>
                <a:lnTo>
                  <a:pt x="125148" y="1368390"/>
                </a:lnTo>
                <a:lnTo>
                  <a:pt x="125232" y="1368031"/>
                </a:lnTo>
                <a:lnTo>
                  <a:pt x="125326" y="1367676"/>
                </a:lnTo>
                <a:lnTo>
                  <a:pt x="125432" y="1367327"/>
                </a:lnTo>
                <a:lnTo>
                  <a:pt x="125549" y="1366981"/>
                </a:lnTo>
                <a:lnTo>
                  <a:pt x="125678" y="1366641"/>
                </a:lnTo>
                <a:lnTo>
                  <a:pt x="125817" y="1366305"/>
                </a:lnTo>
                <a:lnTo>
                  <a:pt x="125968" y="1365974"/>
                </a:lnTo>
                <a:lnTo>
                  <a:pt x="126129" y="1365648"/>
                </a:lnTo>
                <a:lnTo>
                  <a:pt x="126302" y="1365326"/>
                </a:lnTo>
                <a:lnTo>
                  <a:pt x="126486" y="1365009"/>
                </a:lnTo>
                <a:lnTo>
                  <a:pt x="126682" y="1364697"/>
                </a:lnTo>
                <a:lnTo>
                  <a:pt x="126888" y="1364389"/>
                </a:lnTo>
                <a:lnTo>
                  <a:pt x="127105" y="1364086"/>
                </a:lnTo>
                <a:lnTo>
                  <a:pt x="127334" y="1363788"/>
                </a:lnTo>
                <a:lnTo>
                  <a:pt x="127574" y="1363494"/>
                </a:lnTo>
                <a:lnTo>
                  <a:pt x="127825" y="1363206"/>
                </a:lnTo>
                <a:lnTo>
                  <a:pt x="128087" y="1362921"/>
                </a:lnTo>
                <a:lnTo>
                  <a:pt x="128360" y="1362659"/>
                </a:lnTo>
                <a:lnTo>
                  <a:pt x="128642" y="1362408"/>
                </a:lnTo>
                <a:lnTo>
                  <a:pt x="128935" y="1362169"/>
                </a:lnTo>
                <a:lnTo>
                  <a:pt x="129238" y="1361940"/>
                </a:lnTo>
                <a:lnTo>
                  <a:pt x="129550" y="1361722"/>
                </a:lnTo>
                <a:lnTo>
                  <a:pt x="129873" y="1361516"/>
                </a:lnTo>
                <a:lnTo>
                  <a:pt x="130205" y="1361321"/>
                </a:lnTo>
                <a:lnTo>
                  <a:pt x="130548" y="1361137"/>
                </a:lnTo>
                <a:lnTo>
                  <a:pt x="130900" y="1360964"/>
                </a:lnTo>
                <a:lnTo>
                  <a:pt x="131263" y="1360802"/>
                </a:lnTo>
                <a:lnTo>
                  <a:pt x="131635" y="1360652"/>
                </a:lnTo>
                <a:lnTo>
                  <a:pt x="132018" y="1360512"/>
                </a:lnTo>
                <a:lnTo>
                  <a:pt x="132410" y="1360384"/>
                </a:lnTo>
                <a:lnTo>
                  <a:pt x="132813" y="1360267"/>
                </a:lnTo>
                <a:lnTo>
                  <a:pt x="133225" y="1360161"/>
                </a:lnTo>
                <a:lnTo>
                  <a:pt x="133647" y="1360066"/>
                </a:lnTo>
                <a:lnTo>
                  <a:pt x="134080" y="1359982"/>
                </a:lnTo>
                <a:lnTo>
                  <a:pt x="134522" y="1359910"/>
                </a:lnTo>
                <a:lnTo>
                  <a:pt x="134974" y="1359849"/>
                </a:lnTo>
                <a:lnTo>
                  <a:pt x="135437" y="1359798"/>
                </a:lnTo>
                <a:lnTo>
                  <a:pt x="135909" y="1359759"/>
                </a:lnTo>
                <a:lnTo>
                  <a:pt x="136391" y="1359732"/>
                </a:lnTo>
                <a:lnTo>
                  <a:pt x="136883" y="1359715"/>
                </a:lnTo>
                <a:lnTo>
                  <a:pt x="137386" y="1359709"/>
                </a:lnTo>
                <a:lnTo>
                  <a:pt x="169339" y="1359709"/>
                </a:lnTo>
                <a:lnTo>
                  <a:pt x="169869" y="1359715"/>
                </a:lnTo>
                <a:lnTo>
                  <a:pt x="170387" y="1359732"/>
                </a:lnTo>
                <a:lnTo>
                  <a:pt x="170893" y="1359759"/>
                </a:lnTo>
                <a:lnTo>
                  <a:pt x="171387" y="1359798"/>
                </a:lnTo>
                <a:lnTo>
                  <a:pt x="171869" y="1359849"/>
                </a:lnTo>
                <a:lnTo>
                  <a:pt x="172340" y="1359910"/>
                </a:lnTo>
                <a:lnTo>
                  <a:pt x="172799" y="1359982"/>
                </a:lnTo>
                <a:lnTo>
                  <a:pt x="173247" y="1360066"/>
                </a:lnTo>
                <a:lnTo>
                  <a:pt x="173682" y="1360161"/>
                </a:lnTo>
                <a:lnTo>
                  <a:pt x="174106" y="1360267"/>
                </a:lnTo>
                <a:lnTo>
                  <a:pt x="174518" y="1360384"/>
                </a:lnTo>
                <a:lnTo>
                  <a:pt x="174918" y="1360512"/>
                </a:lnTo>
                <a:lnTo>
                  <a:pt x="175307" y="1360652"/>
                </a:lnTo>
                <a:lnTo>
                  <a:pt x="175684" y="1360802"/>
                </a:lnTo>
                <a:lnTo>
                  <a:pt x="176049" y="1360964"/>
                </a:lnTo>
                <a:lnTo>
                  <a:pt x="176403" y="1361137"/>
                </a:lnTo>
                <a:lnTo>
                  <a:pt x="176744" y="1361321"/>
                </a:lnTo>
                <a:lnTo>
                  <a:pt x="177074" y="1361516"/>
                </a:lnTo>
                <a:lnTo>
                  <a:pt x="177392" y="1361722"/>
                </a:lnTo>
                <a:lnTo>
                  <a:pt x="177699" y="1361940"/>
                </a:lnTo>
                <a:lnTo>
                  <a:pt x="177993" y="1362169"/>
                </a:lnTo>
                <a:lnTo>
                  <a:pt x="178276" y="1362408"/>
                </a:lnTo>
                <a:lnTo>
                  <a:pt x="178548" y="1362659"/>
                </a:lnTo>
                <a:lnTo>
                  <a:pt x="178807" y="1362921"/>
                </a:lnTo>
                <a:lnTo>
                  <a:pt x="179069" y="1363192"/>
                </a:lnTo>
                <a:lnTo>
                  <a:pt x="179320" y="1363467"/>
                </a:lnTo>
                <a:lnTo>
                  <a:pt x="179560" y="1363748"/>
                </a:lnTo>
                <a:lnTo>
                  <a:pt x="179789" y="1364034"/>
                </a:lnTo>
                <a:lnTo>
                  <a:pt x="180006" y="1364326"/>
                </a:lnTo>
                <a:lnTo>
                  <a:pt x="180212" y="1364623"/>
                </a:lnTo>
                <a:lnTo>
                  <a:pt x="180408" y="1364925"/>
                </a:lnTo>
                <a:lnTo>
                  <a:pt x="180592" y="1365232"/>
                </a:lnTo>
                <a:lnTo>
                  <a:pt x="180765" y="1365545"/>
                </a:lnTo>
                <a:lnTo>
                  <a:pt x="180926" y="1365862"/>
                </a:lnTo>
                <a:lnTo>
                  <a:pt x="181077" y="1366186"/>
                </a:lnTo>
                <a:lnTo>
                  <a:pt x="181216" y="1366514"/>
                </a:lnTo>
                <a:lnTo>
                  <a:pt x="181345" y="1366848"/>
                </a:lnTo>
                <a:lnTo>
                  <a:pt x="181462" y="1367187"/>
                </a:lnTo>
                <a:lnTo>
                  <a:pt x="181568" y="1367531"/>
                </a:lnTo>
                <a:lnTo>
                  <a:pt x="181662" y="1367881"/>
                </a:lnTo>
                <a:lnTo>
                  <a:pt x="181746" y="1368236"/>
                </a:lnTo>
                <a:lnTo>
                  <a:pt x="181819" y="1368596"/>
                </a:lnTo>
                <a:lnTo>
                  <a:pt x="181880" y="1368961"/>
                </a:lnTo>
                <a:lnTo>
                  <a:pt x="181930" y="1369332"/>
                </a:lnTo>
                <a:lnTo>
                  <a:pt x="181969" y="1369708"/>
                </a:lnTo>
                <a:lnTo>
                  <a:pt x="181997" y="1370089"/>
                </a:lnTo>
                <a:lnTo>
                  <a:pt x="182014" y="1370476"/>
                </a:lnTo>
                <a:lnTo>
                  <a:pt x="182019" y="1370868"/>
                </a:lnTo>
                <a:lnTo>
                  <a:pt x="182014" y="1371273"/>
                </a:lnTo>
                <a:lnTo>
                  <a:pt x="181997" y="1371673"/>
                </a:lnTo>
                <a:lnTo>
                  <a:pt x="181969" y="1372067"/>
                </a:lnTo>
                <a:lnTo>
                  <a:pt x="181930" y="1372455"/>
                </a:lnTo>
                <a:lnTo>
                  <a:pt x="181880" y="1372837"/>
                </a:lnTo>
                <a:lnTo>
                  <a:pt x="181819" y="1373213"/>
                </a:lnTo>
                <a:lnTo>
                  <a:pt x="181746" y="1373584"/>
                </a:lnTo>
                <a:lnTo>
                  <a:pt x="181662" y="1373948"/>
                </a:lnTo>
                <a:lnTo>
                  <a:pt x="181568" y="1374307"/>
                </a:lnTo>
                <a:lnTo>
                  <a:pt x="181462" y="1374660"/>
                </a:lnTo>
                <a:lnTo>
                  <a:pt x="181345" y="1375007"/>
                </a:lnTo>
                <a:lnTo>
                  <a:pt x="181216" y="1375348"/>
                </a:lnTo>
                <a:lnTo>
                  <a:pt x="181077" y="1375683"/>
                </a:lnTo>
                <a:lnTo>
                  <a:pt x="180926" y="1376012"/>
                </a:lnTo>
                <a:lnTo>
                  <a:pt x="180765" y="1376336"/>
                </a:lnTo>
                <a:lnTo>
                  <a:pt x="180592" y="1376653"/>
                </a:lnTo>
                <a:lnTo>
                  <a:pt x="180408" y="1376965"/>
                </a:lnTo>
                <a:lnTo>
                  <a:pt x="180212" y="1377271"/>
                </a:lnTo>
                <a:lnTo>
                  <a:pt x="180006" y="1377571"/>
                </a:lnTo>
                <a:lnTo>
                  <a:pt x="179789" y="1377865"/>
                </a:lnTo>
                <a:lnTo>
                  <a:pt x="179560" y="1378153"/>
                </a:lnTo>
                <a:lnTo>
                  <a:pt x="179320" y="1378436"/>
                </a:lnTo>
                <a:lnTo>
                  <a:pt x="179069" y="1378712"/>
                </a:lnTo>
                <a:lnTo>
                  <a:pt x="178807" y="1378983"/>
                </a:lnTo>
                <a:lnTo>
                  <a:pt x="178534" y="1379259"/>
                </a:lnTo>
                <a:lnTo>
                  <a:pt x="178251" y="1379523"/>
                </a:lnTo>
                <a:lnTo>
                  <a:pt x="177956" y="1379775"/>
                </a:lnTo>
                <a:lnTo>
                  <a:pt x="177652" y="1380016"/>
                </a:lnTo>
                <a:lnTo>
                  <a:pt x="177337" y="1380245"/>
                </a:lnTo>
                <a:lnTo>
                  <a:pt x="177011" y="1380462"/>
                </a:lnTo>
                <a:lnTo>
                  <a:pt x="176674" y="1380668"/>
                </a:lnTo>
                <a:lnTo>
                  <a:pt x="176327" y="1380861"/>
                </a:lnTo>
                <a:lnTo>
                  <a:pt x="175970" y="1381043"/>
                </a:lnTo>
                <a:lnTo>
                  <a:pt x="175602" y="1381213"/>
                </a:lnTo>
                <a:lnTo>
                  <a:pt x="175223" y="1381372"/>
                </a:lnTo>
                <a:lnTo>
                  <a:pt x="174834" y="1381519"/>
                </a:lnTo>
                <a:lnTo>
                  <a:pt x="174434" y="1381654"/>
                </a:lnTo>
                <a:lnTo>
                  <a:pt x="174024" y="1381777"/>
                </a:lnTo>
                <a:lnTo>
                  <a:pt x="173603" y="1381889"/>
                </a:lnTo>
                <a:lnTo>
                  <a:pt x="173171" y="1381988"/>
                </a:lnTo>
                <a:lnTo>
                  <a:pt x="172729" y="1382076"/>
                </a:lnTo>
                <a:lnTo>
                  <a:pt x="172277" y="1382153"/>
                </a:lnTo>
                <a:lnTo>
                  <a:pt x="171814" y="1382217"/>
                </a:lnTo>
                <a:lnTo>
                  <a:pt x="171340" y="1382270"/>
                </a:lnTo>
                <a:lnTo>
                  <a:pt x="170856" y="1382311"/>
                </a:lnTo>
                <a:lnTo>
                  <a:pt x="170361" y="1382341"/>
                </a:lnTo>
                <a:lnTo>
                  <a:pt x="169855" y="1382358"/>
                </a:lnTo>
                <a:lnTo>
                  <a:pt x="169339" y="1382364"/>
                </a:lnTo>
                <a:lnTo>
                  <a:pt x="137386" y="1382364"/>
                </a:lnTo>
                <a:lnTo>
                  <a:pt x="136883" y="1382358"/>
                </a:lnTo>
                <a:lnTo>
                  <a:pt x="136391" y="1382341"/>
                </a:lnTo>
                <a:lnTo>
                  <a:pt x="135909" y="1382311"/>
                </a:lnTo>
                <a:lnTo>
                  <a:pt x="135437" y="1382270"/>
                </a:lnTo>
                <a:lnTo>
                  <a:pt x="134974" y="1382217"/>
                </a:lnTo>
                <a:lnTo>
                  <a:pt x="134522" y="1382153"/>
                </a:lnTo>
                <a:lnTo>
                  <a:pt x="134080" y="1382076"/>
                </a:lnTo>
                <a:lnTo>
                  <a:pt x="133647" y="1381988"/>
                </a:lnTo>
                <a:close/>
                <a:moveTo>
                  <a:pt x="147436" y="1316973"/>
                </a:moveTo>
                <a:lnTo>
                  <a:pt x="146785" y="1316848"/>
                </a:lnTo>
                <a:lnTo>
                  <a:pt x="146146" y="1316709"/>
                </a:lnTo>
                <a:lnTo>
                  <a:pt x="145521" y="1316555"/>
                </a:lnTo>
                <a:lnTo>
                  <a:pt x="144909" y="1316386"/>
                </a:lnTo>
                <a:lnTo>
                  <a:pt x="144310" y="1316202"/>
                </a:lnTo>
                <a:lnTo>
                  <a:pt x="143723" y="1316004"/>
                </a:lnTo>
                <a:lnTo>
                  <a:pt x="143150" y="1315791"/>
                </a:lnTo>
                <a:lnTo>
                  <a:pt x="142589" y="1315564"/>
                </a:lnTo>
                <a:lnTo>
                  <a:pt x="142041" y="1315322"/>
                </a:lnTo>
                <a:lnTo>
                  <a:pt x="141506" y="1315065"/>
                </a:lnTo>
                <a:lnTo>
                  <a:pt x="140985" y="1314793"/>
                </a:lnTo>
                <a:lnTo>
                  <a:pt x="140476" y="1314507"/>
                </a:lnTo>
                <a:lnTo>
                  <a:pt x="139980" y="1314206"/>
                </a:lnTo>
                <a:lnTo>
                  <a:pt x="139496" y="1313891"/>
                </a:lnTo>
                <a:lnTo>
                  <a:pt x="139026" y="1313561"/>
                </a:lnTo>
                <a:lnTo>
                  <a:pt x="138569" y="1313216"/>
                </a:lnTo>
                <a:lnTo>
                  <a:pt x="138141" y="1312844"/>
                </a:lnTo>
                <a:lnTo>
                  <a:pt x="137732" y="1312460"/>
                </a:lnTo>
                <a:lnTo>
                  <a:pt x="137341" y="1312064"/>
                </a:lnTo>
                <a:lnTo>
                  <a:pt x="136968" y="1311657"/>
                </a:lnTo>
                <a:lnTo>
                  <a:pt x="136613" y="1311237"/>
                </a:lnTo>
                <a:lnTo>
                  <a:pt x="136276" y="1310807"/>
                </a:lnTo>
                <a:lnTo>
                  <a:pt x="135958" y="1310364"/>
                </a:lnTo>
                <a:lnTo>
                  <a:pt x="135657" y="1309910"/>
                </a:lnTo>
                <a:lnTo>
                  <a:pt x="135375" y="1309443"/>
                </a:lnTo>
                <a:lnTo>
                  <a:pt x="135111" y="1308966"/>
                </a:lnTo>
                <a:lnTo>
                  <a:pt x="134866" y="1308476"/>
                </a:lnTo>
                <a:lnTo>
                  <a:pt x="134638" y="1307975"/>
                </a:lnTo>
                <a:lnTo>
                  <a:pt x="134429" y="1307462"/>
                </a:lnTo>
                <a:lnTo>
                  <a:pt x="134238" y="1306937"/>
                </a:lnTo>
                <a:lnTo>
                  <a:pt x="134065" y="1306400"/>
                </a:lnTo>
                <a:lnTo>
                  <a:pt x="133910" y="1305852"/>
                </a:lnTo>
                <a:lnTo>
                  <a:pt x="133774" y="1305292"/>
                </a:lnTo>
                <a:lnTo>
                  <a:pt x="133656" y="1304720"/>
                </a:lnTo>
                <a:lnTo>
                  <a:pt x="133555" y="1304136"/>
                </a:lnTo>
                <a:lnTo>
                  <a:pt x="133474" y="1303541"/>
                </a:lnTo>
                <a:lnTo>
                  <a:pt x="133410" y="1302934"/>
                </a:lnTo>
                <a:lnTo>
                  <a:pt x="133364" y="1302315"/>
                </a:lnTo>
                <a:lnTo>
                  <a:pt x="133337" y="1301685"/>
                </a:lnTo>
                <a:lnTo>
                  <a:pt x="133328" y="1301043"/>
                </a:lnTo>
                <a:lnTo>
                  <a:pt x="133337" y="1300387"/>
                </a:lnTo>
                <a:lnTo>
                  <a:pt x="133364" y="1299744"/>
                </a:lnTo>
                <a:lnTo>
                  <a:pt x="133410" y="1299114"/>
                </a:lnTo>
                <a:lnTo>
                  <a:pt x="133474" y="1298497"/>
                </a:lnTo>
                <a:lnTo>
                  <a:pt x="133555" y="1297893"/>
                </a:lnTo>
                <a:lnTo>
                  <a:pt x="133656" y="1297302"/>
                </a:lnTo>
                <a:lnTo>
                  <a:pt x="133774" y="1296724"/>
                </a:lnTo>
                <a:lnTo>
                  <a:pt x="133910" y="1296159"/>
                </a:lnTo>
                <a:lnTo>
                  <a:pt x="134065" y="1295606"/>
                </a:lnTo>
                <a:lnTo>
                  <a:pt x="134238" y="1295067"/>
                </a:lnTo>
                <a:lnTo>
                  <a:pt x="134429" y="1294540"/>
                </a:lnTo>
                <a:lnTo>
                  <a:pt x="134638" y="1294027"/>
                </a:lnTo>
                <a:lnTo>
                  <a:pt x="134866" y="1293526"/>
                </a:lnTo>
                <a:lnTo>
                  <a:pt x="135111" y="1293038"/>
                </a:lnTo>
                <a:lnTo>
                  <a:pt x="135375" y="1292563"/>
                </a:lnTo>
                <a:lnTo>
                  <a:pt x="135657" y="1292101"/>
                </a:lnTo>
                <a:lnTo>
                  <a:pt x="135958" y="1291652"/>
                </a:lnTo>
                <a:lnTo>
                  <a:pt x="136276" y="1291216"/>
                </a:lnTo>
                <a:lnTo>
                  <a:pt x="136613" y="1290793"/>
                </a:lnTo>
                <a:lnTo>
                  <a:pt x="136968" y="1290382"/>
                </a:lnTo>
                <a:lnTo>
                  <a:pt x="137341" y="1289985"/>
                </a:lnTo>
                <a:lnTo>
                  <a:pt x="137732" y="1289600"/>
                </a:lnTo>
                <a:lnTo>
                  <a:pt x="138141" y="1289229"/>
                </a:lnTo>
                <a:lnTo>
                  <a:pt x="138569" y="1288870"/>
                </a:lnTo>
                <a:lnTo>
                  <a:pt x="139026" y="1288525"/>
                </a:lnTo>
                <a:lnTo>
                  <a:pt x="139496" y="1288195"/>
                </a:lnTo>
                <a:lnTo>
                  <a:pt x="139980" y="1287879"/>
                </a:lnTo>
                <a:lnTo>
                  <a:pt x="140476" y="1287579"/>
                </a:lnTo>
                <a:lnTo>
                  <a:pt x="140985" y="1287292"/>
                </a:lnTo>
                <a:lnTo>
                  <a:pt x="141506" y="1287021"/>
                </a:lnTo>
                <a:lnTo>
                  <a:pt x="142041" y="1286764"/>
                </a:lnTo>
                <a:lnTo>
                  <a:pt x="142589" y="1286522"/>
                </a:lnTo>
                <a:lnTo>
                  <a:pt x="143150" y="1286294"/>
                </a:lnTo>
                <a:lnTo>
                  <a:pt x="143723" y="1286082"/>
                </a:lnTo>
                <a:lnTo>
                  <a:pt x="144310" y="1285883"/>
                </a:lnTo>
                <a:lnTo>
                  <a:pt x="144909" y="1285700"/>
                </a:lnTo>
                <a:lnTo>
                  <a:pt x="145521" y="1285531"/>
                </a:lnTo>
                <a:lnTo>
                  <a:pt x="146146" y="1285377"/>
                </a:lnTo>
                <a:lnTo>
                  <a:pt x="146785" y="1285238"/>
                </a:lnTo>
                <a:lnTo>
                  <a:pt x="147436" y="1285113"/>
                </a:lnTo>
                <a:lnTo>
                  <a:pt x="148100" y="1285003"/>
                </a:lnTo>
                <a:lnTo>
                  <a:pt x="148776" y="1284908"/>
                </a:lnTo>
                <a:lnTo>
                  <a:pt x="149466" y="1284827"/>
                </a:lnTo>
                <a:lnTo>
                  <a:pt x="150169" y="1284761"/>
                </a:lnTo>
                <a:lnTo>
                  <a:pt x="150884" y="1284709"/>
                </a:lnTo>
                <a:lnTo>
                  <a:pt x="151613" y="1284673"/>
                </a:lnTo>
                <a:lnTo>
                  <a:pt x="152354" y="1284651"/>
                </a:lnTo>
                <a:lnTo>
                  <a:pt x="153109" y="1284643"/>
                </a:lnTo>
                <a:lnTo>
                  <a:pt x="153877" y="1284651"/>
                </a:lnTo>
                <a:lnTo>
                  <a:pt x="154630" y="1284673"/>
                </a:lnTo>
                <a:lnTo>
                  <a:pt x="155370" y="1284709"/>
                </a:lnTo>
                <a:lnTo>
                  <a:pt x="156096" y="1284761"/>
                </a:lnTo>
                <a:lnTo>
                  <a:pt x="156807" y="1284827"/>
                </a:lnTo>
                <a:lnTo>
                  <a:pt x="157505" y="1284908"/>
                </a:lnTo>
                <a:lnTo>
                  <a:pt x="158188" y="1285003"/>
                </a:lnTo>
                <a:lnTo>
                  <a:pt x="158857" y="1285113"/>
                </a:lnTo>
                <a:lnTo>
                  <a:pt x="159512" y="1285238"/>
                </a:lnTo>
                <a:lnTo>
                  <a:pt x="160153" y="1285377"/>
                </a:lnTo>
                <a:lnTo>
                  <a:pt x="160780" y="1285531"/>
                </a:lnTo>
                <a:lnTo>
                  <a:pt x="161393" y="1285700"/>
                </a:lnTo>
                <a:lnTo>
                  <a:pt x="161992" y="1285883"/>
                </a:lnTo>
                <a:lnTo>
                  <a:pt x="162576" y="1286082"/>
                </a:lnTo>
                <a:lnTo>
                  <a:pt x="163147" y="1286294"/>
                </a:lnTo>
                <a:lnTo>
                  <a:pt x="163704" y="1286522"/>
                </a:lnTo>
                <a:lnTo>
                  <a:pt x="164246" y="1286764"/>
                </a:lnTo>
                <a:lnTo>
                  <a:pt x="164774" y="1287021"/>
                </a:lnTo>
                <a:lnTo>
                  <a:pt x="165289" y="1287292"/>
                </a:lnTo>
                <a:lnTo>
                  <a:pt x="165789" y="1287579"/>
                </a:lnTo>
                <a:lnTo>
                  <a:pt x="166275" y="1287879"/>
                </a:lnTo>
                <a:lnTo>
                  <a:pt x="166747" y="1288195"/>
                </a:lnTo>
                <a:lnTo>
                  <a:pt x="167205" y="1288525"/>
                </a:lnTo>
                <a:lnTo>
                  <a:pt x="167649" y="1288870"/>
                </a:lnTo>
                <a:lnTo>
                  <a:pt x="168076" y="1289229"/>
                </a:lnTo>
                <a:lnTo>
                  <a:pt x="168486" y="1289600"/>
                </a:lnTo>
                <a:lnTo>
                  <a:pt x="168877" y="1289985"/>
                </a:lnTo>
                <a:lnTo>
                  <a:pt x="169250" y="1290382"/>
                </a:lnTo>
                <a:lnTo>
                  <a:pt x="169605" y="1290793"/>
                </a:lnTo>
                <a:lnTo>
                  <a:pt x="169942" y="1291216"/>
                </a:lnTo>
                <a:lnTo>
                  <a:pt x="170260" y="1291652"/>
                </a:lnTo>
                <a:lnTo>
                  <a:pt x="170560" y="1292101"/>
                </a:lnTo>
                <a:lnTo>
                  <a:pt x="170842" y="1292563"/>
                </a:lnTo>
                <a:lnTo>
                  <a:pt x="171106" y="1293038"/>
                </a:lnTo>
                <a:lnTo>
                  <a:pt x="171352" y="1293526"/>
                </a:lnTo>
                <a:lnTo>
                  <a:pt x="171579" y="1294027"/>
                </a:lnTo>
                <a:lnTo>
                  <a:pt x="171789" y="1294540"/>
                </a:lnTo>
                <a:lnTo>
                  <a:pt x="171980" y="1295067"/>
                </a:lnTo>
                <a:lnTo>
                  <a:pt x="172153" y="1295606"/>
                </a:lnTo>
                <a:lnTo>
                  <a:pt x="172307" y="1296159"/>
                </a:lnTo>
                <a:lnTo>
                  <a:pt x="172444" y="1296724"/>
                </a:lnTo>
                <a:lnTo>
                  <a:pt x="172562" y="1297302"/>
                </a:lnTo>
                <a:lnTo>
                  <a:pt x="172662" y="1297893"/>
                </a:lnTo>
                <a:lnTo>
                  <a:pt x="172744" y="1298497"/>
                </a:lnTo>
                <a:lnTo>
                  <a:pt x="172808" y="1299114"/>
                </a:lnTo>
                <a:lnTo>
                  <a:pt x="172853" y="1299744"/>
                </a:lnTo>
                <a:lnTo>
                  <a:pt x="172881" y="1300387"/>
                </a:lnTo>
                <a:lnTo>
                  <a:pt x="172890" y="1301043"/>
                </a:lnTo>
                <a:lnTo>
                  <a:pt x="172881" y="1301685"/>
                </a:lnTo>
                <a:lnTo>
                  <a:pt x="172853" y="1302315"/>
                </a:lnTo>
                <a:lnTo>
                  <a:pt x="172808" y="1302934"/>
                </a:lnTo>
                <a:lnTo>
                  <a:pt x="172744" y="1303541"/>
                </a:lnTo>
                <a:lnTo>
                  <a:pt x="172662" y="1304136"/>
                </a:lnTo>
                <a:lnTo>
                  <a:pt x="172562" y="1304720"/>
                </a:lnTo>
                <a:lnTo>
                  <a:pt x="172444" y="1305292"/>
                </a:lnTo>
                <a:lnTo>
                  <a:pt x="172307" y="1305852"/>
                </a:lnTo>
                <a:lnTo>
                  <a:pt x="172153" y="1306400"/>
                </a:lnTo>
                <a:lnTo>
                  <a:pt x="171980" y="1306937"/>
                </a:lnTo>
                <a:lnTo>
                  <a:pt x="171789" y="1307462"/>
                </a:lnTo>
                <a:lnTo>
                  <a:pt x="171579" y="1307975"/>
                </a:lnTo>
                <a:lnTo>
                  <a:pt x="171352" y="1308476"/>
                </a:lnTo>
                <a:lnTo>
                  <a:pt x="171106" y="1308966"/>
                </a:lnTo>
                <a:lnTo>
                  <a:pt x="170842" y="1309443"/>
                </a:lnTo>
                <a:lnTo>
                  <a:pt x="170560" y="1309910"/>
                </a:lnTo>
                <a:lnTo>
                  <a:pt x="170260" y="1310364"/>
                </a:lnTo>
                <a:lnTo>
                  <a:pt x="169942" y="1310807"/>
                </a:lnTo>
                <a:lnTo>
                  <a:pt x="169605" y="1311237"/>
                </a:lnTo>
                <a:lnTo>
                  <a:pt x="169250" y="1311657"/>
                </a:lnTo>
                <a:lnTo>
                  <a:pt x="168877" y="1312064"/>
                </a:lnTo>
                <a:lnTo>
                  <a:pt x="168486" y="1312460"/>
                </a:lnTo>
                <a:lnTo>
                  <a:pt x="168076" y="1312844"/>
                </a:lnTo>
                <a:lnTo>
                  <a:pt x="167649" y="1313216"/>
                </a:lnTo>
                <a:lnTo>
                  <a:pt x="167205" y="1313561"/>
                </a:lnTo>
                <a:lnTo>
                  <a:pt x="166747" y="1313891"/>
                </a:lnTo>
                <a:lnTo>
                  <a:pt x="166275" y="1314206"/>
                </a:lnTo>
                <a:lnTo>
                  <a:pt x="165789" y="1314507"/>
                </a:lnTo>
                <a:lnTo>
                  <a:pt x="165289" y="1314793"/>
                </a:lnTo>
                <a:lnTo>
                  <a:pt x="164774" y="1315065"/>
                </a:lnTo>
                <a:lnTo>
                  <a:pt x="164246" y="1315322"/>
                </a:lnTo>
                <a:lnTo>
                  <a:pt x="163704" y="1315564"/>
                </a:lnTo>
                <a:lnTo>
                  <a:pt x="163147" y="1315791"/>
                </a:lnTo>
                <a:lnTo>
                  <a:pt x="162576" y="1316004"/>
                </a:lnTo>
                <a:lnTo>
                  <a:pt x="161992" y="1316202"/>
                </a:lnTo>
                <a:lnTo>
                  <a:pt x="161393" y="1316386"/>
                </a:lnTo>
                <a:lnTo>
                  <a:pt x="160780" y="1316555"/>
                </a:lnTo>
                <a:lnTo>
                  <a:pt x="160153" y="1316709"/>
                </a:lnTo>
                <a:lnTo>
                  <a:pt x="159512" y="1316848"/>
                </a:lnTo>
                <a:lnTo>
                  <a:pt x="158857" y="1316973"/>
                </a:lnTo>
                <a:lnTo>
                  <a:pt x="158188" y="1317083"/>
                </a:lnTo>
                <a:lnTo>
                  <a:pt x="157505" y="1317178"/>
                </a:lnTo>
                <a:lnTo>
                  <a:pt x="156807" y="1317259"/>
                </a:lnTo>
                <a:lnTo>
                  <a:pt x="156096" y="1317325"/>
                </a:lnTo>
                <a:lnTo>
                  <a:pt x="155370" y="1317376"/>
                </a:lnTo>
                <a:lnTo>
                  <a:pt x="154630" y="1317413"/>
                </a:lnTo>
                <a:lnTo>
                  <a:pt x="153877" y="1317435"/>
                </a:lnTo>
                <a:lnTo>
                  <a:pt x="153109" y="1317442"/>
                </a:lnTo>
                <a:lnTo>
                  <a:pt x="152354" y="1317435"/>
                </a:lnTo>
                <a:lnTo>
                  <a:pt x="151613" y="1317413"/>
                </a:lnTo>
                <a:lnTo>
                  <a:pt x="150884" y="1317376"/>
                </a:lnTo>
                <a:lnTo>
                  <a:pt x="150169" y="1317325"/>
                </a:lnTo>
                <a:lnTo>
                  <a:pt x="149466" y="1317259"/>
                </a:lnTo>
                <a:lnTo>
                  <a:pt x="148776" y="1317178"/>
                </a:lnTo>
                <a:lnTo>
                  <a:pt x="148100" y="1317083"/>
                </a:lnTo>
                <a:lnTo>
                  <a:pt x="147436" y="1316973"/>
                </a:lnTo>
                <a:close/>
                <a:moveTo>
                  <a:pt x="413950" y="1383548"/>
                </a:moveTo>
                <a:lnTo>
                  <a:pt x="498484" y="1383548"/>
                </a:lnTo>
                <a:lnTo>
                  <a:pt x="498484" y="1371375"/>
                </a:lnTo>
                <a:lnTo>
                  <a:pt x="413950" y="1371375"/>
                </a:lnTo>
                <a:lnTo>
                  <a:pt x="413950" y="1383548"/>
                </a:lnTo>
                <a:close/>
                <a:moveTo>
                  <a:pt x="45310" y="1768914"/>
                </a:moveTo>
                <a:lnTo>
                  <a:pt x="45310" y="1744061"/>
                </a:lnTo>
                <a:lnTo>
                  <a:pt x="30770" y="1744061"/>
                </a:lnTo>
                <a:lnTo>
                  <a:pt x="30770" y="1768914"/>
                </a:lnTo>
                <a:lnTo>
                  <a:pt x="34659" y="1791062"/>
                </a:lnTo>
                <a:lnTo>
                  <a:pt x="41421" y="1791062"/>
                </a:lnTo>
                <a:lnTo>
                  <a:pt x="45310" y="1768914"/>
                </a:lnTo>
                <a:close/>
                <a:moveTo>
                  <a:pt x="66612" y="1791062"/>
                </a:moveTo>
                <a:lnTo>
                  <a:pt x="70501" y="1768914"/>
                </a:lnTo>
                <a:lnTo>
                  <a:pt x="70501" y="1744061"/>
                </a:lnTo>
                <a:lnTo>
                  <a:pt x="55961" y="1744061"/>
                </a:lnTo>
                <a:lnTo>
                  <a:pt x="55961" y="1768914"/>
                </a:lnTo>
                <a:lnTo>
                  <a:pt x="59850" y="1791062"/>
                </a:lnTo>
                <a:lnTo>
                  <a:pt x="66612" y="1791062"/>
                </a:lnTo>
                <a:close/>
                <a:moveTo>
                  <a:pt x="374736" y="1861582"/>
                </a:moveTo>
                <a:lnTo>
                  <a:pt x="375258" y="1861542"/>
                </a:lnTo>
                <a:lnTo>
                  <a:pt x="375779" y="1861497"/>
                </a:lnTo>
                <a:lnTo>
                  <a:pt x="376300" y="1861448"/>
                </a:lnTo>
                <a:lnTo>
                  <a:pt x="376822" y="1861394"/>
                </a:lnTo>
                <a:lnTo>
                  <a:pt x="377343" y="1861335"/>
                </a:lnTo>
                <a:lnTo>
                  <a:pt x="377864" y="1861272"/>
                </a:lnTo>
                <a:lnTo>
                  <a:pt x="378385" y="1861204"/>
                </a:lnTo>
                <a:lnTo>
                  <a:pt x="378907" y="1861131"/>
                </a:lnTo>
                <a:lnTo>
                  <a:pt x="379428" y="1861053"/>
                </a:lnTo>
                <a:lnTo>
                  <a:pt x="379949" y="1860971"/>
                </a:lnTo>
                <a:lnTo>
                  <a:pt x="380471" y="1860884"/>
                </a:lnTo>
                <a:lnTo>
                  <a:pt x="380992" y="1860793"/>
                </a:lnTo>
                <a:lnTo>
                  <a:pt x="381513" y="1860696"/>
                </a:lnTo>
                <a:lnTo>
                  <a:pt x="382035" y="1860595"/>
                </a:lnTo>
                <a:lnTo>
                  <a:pt x="382556" y="1860490"/>
                </a:lnTo>
                <a:lnTo>
                  <a:pt x="383077" y="1860379"/>
                </a:lnTo>
                <a:lnTo>
                  <a:pt x="383595" y="1860279"/>
                </a:lnTo>
                <a:lnTo>
                  <a:pt x="384104" y="1860174"/>
                </a:lnTo>
                <a:lnTo>
                  <a:pt x="384607" y="1860065"/>
                </a:lnTo>
                <a:lnTo>
                  <a:pt x="385101" y="1859952"/>
                </a:lnTo>
                <a:lnTo>
                  <a:pt x="385588" y="1859835"/>
                </a:lnTo>
                <a:lnTo>
                  <a:pt x="386068" y="1859714"/>
                </a:lnTo>
                <a:lnTo>
                  <a:pt x="386539" y="1859588"/>
                </a:lnTo>
                <a:lnTo>
                  <a:pt x="387003" y="1859459"/>
                </a:lnTo>
                <a:lnTo>
                  <a:pt x="387460" y="1859325"/>
                </a:lnTo>
                <a:lnTo>
                  <a:pt x="387908" y="1859188"/>
                </a:lnTo>
                <a:lnTo>
                  <a:pt x="388350" y="1859046"/>
                </a:lnTo>
                <a:lnTo>
                  <a:pt x="388783" y="1858900"/>
                </a:lnTo>
                <a:lnTo>
                  <a:pt x="389209" y="1858750"/>
                </a:lnTo>
                <a:lnTo>
                  <a:pt x="389627" y="1858596"/>
                </a:lnTo>
                <a:lnTo>
                  <a:pt x="390038" y="1858438"/>
                </a:lnTo>
                <a:lnTo>
                  <a:pt x="390441" y="1858275"/>
                </a:lnTo>
                <a:lnTo>
                  <a:pt x="390836" y="1858109"/>
                </a:lnTo>
                <a:lnTo>
                  <a:pt x="391224" y="1857938"/>
                </a:lnTo>
                <a:lnTo>
                  <a:pt x="391604" y="1857764"/>
                </a:lnTo>
                <a:lnTo>
                  <a:pt x="391977" y="1857585"/>
                </a:lnTo>
                <a:lnTo>
                  <a:pt x="392341" y="1857402"/>
                </a:lnTo>
                <a:lnTo>
                  <a:pt x="392699" y="1857215"/>
                </a:lnTo>
                <a:lnTo>
                  <a:pt x="393048" y="1857024"/>
                </a:lnTo>
                <a:lnTo>
                  <a:pt x="393390" y="1856829"/>
                </a:lnTo>
                <a:lnTo>
                  <a:pt x="393390" y="1843811"/>
                </a:lnTo>
                <a:lnTo>
                  <a:pt x="393092" y="1843951"/>
                </a:lnTo>
                <a:lnTo>
                  <a:pt x="392790" y="1844091"/>
                </a:lnTo>
                <a:lnTo>
                  <a:pt x="392484" y="1844231"/>
                </a:lnTo>
                <a:lnTo>
                  <a:pt x="392174" y="1844370"/>
                </a:lnTo>
                <a:lnTo>
                  <a:pt x="391859" y="1844508"/>
                </a:lnTo>
                <a:lnTo>
                  <a:pt x="391541" y="1844645"/>
                </a:lnTo>
                <a:lnTo>
                  <a:pt x="391218" y="1844783"/>
                </a:lnTo>
                <a:lnTo>
                  <a:pt x="390892" y="1844919"/>
                </a:lnTo>
                <a:lnTo>
                  <a:pt x="390561" y="1845055"/>
                </a:lnTo>
                <a:lnTo>
                  <a:pt x="390226" y="1845190"/>
                </a:lnTo>
                <a:lnTo>
                  <a:pt x="389887" y="1845325"/>
                </a:lnTo>
                <a:lnTo>
                  <a:pt x="389544" y="1845459"/>
                </a:lnTo>
                <a:lnTo>
                  <a:pt x="389197" y="1845593"/>
                </a:lnTo>
                <a:lnTo>
                  <a:pt x="388845" y="1845726"/>
                </a:lnTo>
                <a:lnTo>
                  <a:pt x="388490" y="1845858"/>
                </a:lnTo>
                <a:lnTo>
                  <a:pt x="388130" y="1845990"/>
                </a:lnTo>
                <a:lnTo>
                  <a:pt x="387767" y="1846121"/>
                </a:lnTo>
                <a:lnTo>
                  <a:pt x="387399" y="1846252"/>
                </a:lnTo>
                <a:lnTo>
                  <a:pt x="387027" y="1846382"/>
                </a:lnTo>
                <a:lnTo>
                  <a:pt x="386651" y="1846511"/>
                </a:lnTo>
                <a:lnTo>
                  <a:pt x="386271" y="1846640"/>
                </a:lnTo>
                <a:lnTo>
                  <a:pt x="385887" y="1846768"/>
                </a:lnTo>
                <a:lnTo>
                  <a:pt x="385498" y="1846896"/>
                </a:lnTo>
                <a:lnTo>
                  <a:pt x="385106" y="1847023"/>
                </a:lnTo>
                <a:lnTo>
                  <a:pt x="384724" y="1847133"/>
                </a:lnTo>
                <a:lnTo>
                  <a:pt x="384339" y="1847239"/>
                </a:lnTo>
                <a:lnTo>
                  <a:pt x="383952" y="1847340"/>
                </a:lnTo>
                <a:lnTo>
                  <a:pt x="383561" y="1847436"/>
                </a:lnTo>
                <a:lnTo>
                  <a:pt x="383167" y="1847528"/>
                </a:lnTo>
                <a:lnTo>
                  <a:pt x="382771" y="1847615"/>
                </a:lnTo>
                <a:lnTo>
                  <a:pt x="382371" y="1847697"/>
                </a:lnTo>
                <a:lnTo>
                  <a:pt x="381969" y="1847774"/>
                </a:lnTo>
                <a:lnTo>
                  <a:pt x="381563" y="1847847"/>
                </a:lnTo>
                <a:lnTo>
                  <a:pt x="381155" y="1847915"/>
                </a:lnTo>
                <a:lnTo>
                  <a:pt x="380744" y="1847979"/>
                </a:lnTo>
                <a:lnTo>
                  <a:pt x="380330" y="1848037"/>
                </a:lnTo>
                <a:lnTo>
                  <a:pt x="379913" y="1848091"/>
                </a:lnTo>
                <a:lnTo>
                  <a:pt x="379493" y="1848141"/>
                </a:lnTo>
                <a:lnTo>
                  <a:pt x="379070" y="1848185"/>
                </a:lnTo>
                <a:lnTo>
                  <a:pt x="378644" y="1848225"/>
                </a:lnTo>
                <a:lnTo>
                  <a:pt x="378215" y="1848260"/>
                </a:lnTo>
                <a:lnTo>
                  <a:pt x="377783" y="1848291"/>
                </a:lnTo>
                <a:lnTo>
                  <a:pt x="377348" y="1848317"/>
                </a:lnTo>
                <a:lnTo>
                  <a:pt x="376911" y="1848338"/>
                </a:lnTo>
                <a:lnTo>
                  <a:pt x="376470" y="1848354"/>
                </a:lnTo>
                <a:lnTo>
                  <a:pt x="376027" y="1848366"/>
                </a:lnTo>
                <a:lnTo>
                  <a:pt x="375580" y="1848373"/>
                </a:lnTo>
                <a:lnTo>
                  <a:pt x="375131" y="1848375"/>
                </a:lnTo>
                <a:lnTo>
                  <a:pt x="374557" y="1848373"/>
                </a:lnTo>
                <a:lnTo>
                  <a:pt x="373992" y="1848364"/>
                </a:lnTo>
                <a:lnTo>
                  <a:pt x="373435" y="1848349"/>
                </a:lnTo>
                <a:lnTo>
                  <a:pt x="372886" y="1848329"/>
                </a:lnTo>
                <a:lnTo>
                  <a:pt x="372345" y="1848302"/>
                </a:lnTo>
                <a:lnTo>
                  <a:pt x="371813" y="1848270"/>
                </a:lnTo>
                <a:lnTo>
                  <a:pt x="371289" y="1848232"/>
                </a:lnTo>
                <a:lnTo>
                  <a:pt x="370773" y="1848188"/>
                </a:lnTo>
                <a:lnTo>
                  <a:pt x="370265" y="1848138"/>
                </a:lnTo>
                <a:lnTo>
                  <a:pt x="369765" y="1848082"/>
                </a:lnTo>
                <a:lnTo>
                  <a:pt x="369274" y="1848020"/>
                </a:lnTo>
                <a:lnTo>
                  <a:pt x="368791" y="1847953"/>
                </a:lnTo>
                <a:lnTo>
                  <a:pt x="368316" y="1847879"/>
                </a:lnTo>
                <a:lnTo>
                  <a:pt x="367849" y="1847800"/>
                </a:lnTo>
                <a:lnTo>
                  <a:pt x="367391" y="1847715"/>
                </a:lnTo>
                <a:lnTo>
                  <a:pt x="366941" y="1847624"/>
                </a:lnTo>
                <a:lnTo>
                  <a:pt x="366499" y="1847527"/>
                </a:lnTo>
                <a:lnTo>
                  <a:pt x="366065" y="1847425"/>
                </a:lnTo>
                <a:lnTo>
                  <a:pt x="365639" y="1847316"/>
                </a:lnTo>
                <a:lnTo>
                  <a:pt x="365222" y="1847201"/>
                </a:lnTo>
                <a:lnTo>
                  <a:pt x="364813" y="1847081"/>
                </a:lnTo>
                <a:lnTo>
                  <a:pt x="364412" y="1846955"/>
                </a:lnTo>
                <a:lnTo>
                  <a:pt x="364019" y="1846823"/>
                </a:lnTo>
                <a:lnTo>
                  <a:pt x="363634" y="1846685"/>
                </a:lnTo>
                <a:lnTo>
                  <a:pt x="363258" y="1846540"/>
                </a:lnTo>
                <a:lnTo>
                  <a:pt x="362889" y="1846389"/>
                </a:lnTo>
                <a:lnTo>
                  <a:pt x="362528" y="1846230"/>
                </a:lnTo>
                <a:lnTo>
                  <a:pt x="362174" y="1846065"/>
                </a:lnTo>
                <a:lnTo>
                  <a:pt x="361828" y="1845892"/>
                </a:lnTo>
                <a:lnTo>
                  <a:pt x="361489" y="1845713"/>
                </a:lnTo>
                <a:lnTo>
                  <a:pt x="361159" y="1845526"/>
                </a:lnTo>
                <a:lnTo>
                  <a:pt x="360835" y="1845332"/>
                </a:lnTo>
                <a:lnTo>
                  <a:pt x="360520" y="1845131"/>
                </a:lnTo>
                <a:lnTo>
                  <a:pt x="360212" y="1844924"/>
                </a:lnTo>
                <a:lnTo>
                  <a:pt x="359912" y="1844709"/>
                </a:lnTo>
                <a:lnTo>
                  <a:pt x="359619" y="1844487"/>
                </a:lnTo>
                <a:lnTo>
                  <a:pt x="359334" y="1844258"/>
                </a:lnTo>
                <a:lnTo>
                  <a:pt x="359057" y="1844022"/>
                </a:lnTo>
                <a:lnTo>
                  <a:pt x="358787" y="1843779"/>
                </a:lnTo>
                <a:lnTo>
                  <a:pt x="358525" y="1843529"/>
                </a:lnTo>
                <a:lnTo>
                  <a:pt x="358270" y="1843272"/>
                </a:lnTo>
                <a:lnTo>
                  <a:pt x="358023" y="1843008"/>
                </a:lnTo>
                <a:lnTo>
                  <a:pt x="357784" y="1842736"/>
                </a:lnTo>
                <a:lnTo>
                  <a:pt x="357553" y="1842458"/>
                </a:lnTo>
                <a:lnTo>
                  <a:pt x="357329" y="1842173"/>
                </a:lnTo>
                <a:lnTo>
                  <a:pt x="357112" y="1841880"/>
                </a:lnTo>
                <a:lnTo>
                  <a:pt x="356904" y="1841581"/>
                </a:lnTo>
                <a:lnTo>
                  <a:pt x="356703" y="1841275"/>
                </a:lnTo>
                <a:lnTo>
                  <a:pt x="356510" y="1840961"/>
                </a:lnTo>
                <a:lnTo>
                  <a:pt x="356325" y="1840641"/>
                </a:lnTo>
                <a:lnTo>
                  <a:pt x="356148" y="1840313"/>
                </a:lnTo>
                <a:lnTo>
                  <a:pt x="355979" y="1839978"/>
                </a:lnTo>
                <a:lnTo>
                  <a:pt x="355819" y="1839637"/>
                </a:lnTo>
                <a:lnTo>
                  <a:pt x="355667" y="1839288"/>
                </a:lnTo>
                <a:lnTo>
                  <a:pt x="355523" y="1838932"/>
                </a:lnTo>
                <a:lnTo>
                  <a:pt x="355388" y="1838570"/>
                </a:lnTo>
                <a:lnTo>
                  <a:pt x="355260" y="1838200"/>
                </a:lnTo>
                <a:lnTo>
                  <a:pt x="355141" y="1837823"/>
                </a:lnTo>
                <a:lnTo>
                  <a:pt x="355030" y="1837439"/>
                </a:lnTo>
                <a:lnTo>
                  <a:pt x="354927" y="1837048"/>
                </a:lnTo>
                <a:lnTo>
                  <a:pt x="354833" y="1836650"/>
                </a:lnTo>
                <a:lnTo>
                  <a:pt x="354747" y="1836245"/>
                </a:lnTo>
                <a:lnTo>
                  <a:pt x="354669" y="1835833"/>
                </a:lnTo>
                <a:lnTo>
                  <a:pt x="354599" y="1835414"/>
                </a:lnTo>
                <a:lnTo>
                  <a:pt x="354537" y="1834987"/>
                </a:lnTo>
                <a:lnTo>
                  <a:pt x="354484" y="1834554"/>
                </a:lnTo>
                <a:lnTo>
                  <a:pt x="354438" y="1834114"/>
                </a:lnTo>
                <a:lnTo>
                  <a:pt x="354401" y="1833667"/>
                </a:lnTo>
                <a:lnTo>
                  <a:pt x="354373" y="1833212"/>
                </a:lnTo>
                <a:lnTo>
                  <a:pt x="354352" y="1832751"/>
                </a:lnTo>
                <a:lnTo>
                  <a:pt x="354340" y="1832282"/>
                </a:lnTo>
                <a:lnTo>
                  <a:pt x="354336" y="1831807"/>
                </a:lnTo>
                <a:lnTo>
                  <a:pt x="354336" y="1786835"/>
                </a:lnTo>
                <a:lnTo>
                  <a:pt x="393390" y="1786835"/>
                </a:lnTo>
                <a:lnTo>
                  <a:pt x="393390" y="1773648"/>
                </a:lnTo>
                <a:lnTo>
                  <a:pt x="354336" y="1773648"/>
                </a:lnTo>
                <a:lnTo>
                  <a:pt x="354336" y="1746090"/>
                </a:lnTo>
                <a:lnTo>
                  <a:pt x="343854" y="1746090"/>
                </a:lnTo>
                <a:lnTo>
                  <a:pt x="337936" y="1773648"/>
                </a:lnTo>
                <a:lnTo>
                  <a:pt x="312407" y="1773648"/>
                </a:lnTo>
                <a:lnTo>
                  <a:pt x="312407" y="1786835"/>
                </a:lnTo>
                <a:lnTo>
                  <a:pt x="337429" y="1786835"/>
                </a:lnTo>
                <a:lnTo>
                  <a:pt x="337429" y="1833160"/>
                </a:lnTo>
                <a:lnTo>
                  <a:pt x="337445" y="1834413"/>
                </a:lnTo>
                <a:lnTo>
                  <a:pt x="337491" y="1835637"/>
                </a:lnTo>
                <a:lnTo>
                  <a:pt x="337569" y="1836831"/>
                </a:lnTo>
                <a:lnTo>
                  <a:pt x="337678" y="1837997"/>
                </a:lnTo>
                <a:lnTo>
                  <a:pt x="337818" y="1839133"/>
                </a:lnTo>
                <a:lnTo>
                  <a:pt x="337989" y="1840239"/>
                </a:lnTo>
                <a:lnTo>
                  <a:pt x="338191" y="1841316"/>
                </a:lnTo>
                <a:lnTo>
                  <a:pt x="338425" y="1842364"/>
                </a:lnTo>
                <a:lnTo>
                  <a:pt x="338689" y="1843383"/>
                </a:lnTo>
                <a:lnTo>
                  <a:pt x="338985" y="1844372"/>
                </a:lnTo>
                <a:lnTo>
                  <a:pt x="339311" y="1845332"/>
                </a:lnTo>
                <a:lnTo>
                  <a:pt x="339669" y="1846262"/>
                </a:lnTo>
                <a:lnTo>
                  <a:pt x="340058" y="1847163"/>
                </a:lnTo>
                <a:lnTo>
                  <a:pt x="340478" y="1848035"/>
                </a:lnTo>
                <a:lnTo>
                  <a:pt x="340929" y="1848877"/>
                </a:lnTo>
                <a:lnTo>
                  <a:pt x="341411" y="1849690"/>
                </a:lnTo>
                <a:lnTo>
                  <a:pt x="341925" y="1850474"/>
                </a:lnTo>
                <a:lnTo>
                  <a:pt x="342469" y="1851228"/>
                </a:lnTo>
                <a:lnTo>
                  <a:pt x="343045" y="1851954"/>
                </a:lnTo>
                <a:lnTo>
                  <a:pt x="343652" y="1852649"/>
                </a:lnTo>
                <a:lnTo>
                  <a:pt x="344289" y="1853315"/>
                </a:lnTo>
                <a:lnTo>
                  <a:pt x="344958" y="1853952"/>
                </a:lnTo>
                <a:lnTo>
                  <a:pt x="345658" y="1854560"/>
                </a:lnTo>
                <a:lnTo>
                  <a:pt x="346390" y="1855138"/>
                </a:lnTo>
                <a:lnTo>
                  <a:pt x="347147" y="1855676"/>
                </a:lnTo>
                <a:lnTo>
                  <a:pt x="347926" y="1856191"/>
                </a:lnTo>
                <a:lnTo>
                  <a:pt x="348727" y="1856684"/>
                </a:lnTo>
                <a:lnTo>
                  <a:pt x="349550" y="1857153"/>
                </a:lnTo>
                <a:lnTo>
                  <a:pt x="350395" y="1857599"/>
                </a:lnTo>
                <a:lnTo>
                  <a:pt x="351261" y="1858023"/>
                </a:lnTo>
                <a:lnTo>
                  <a:pt x="352149" y="1858424"/>
                </a:lnTo>
                <a:lnTo>
                  <a:pt x="353058" y="1858801"/>
                </a:lnTo>
                <a:lnTo>
                  <a:pt x="353990" y="1859156"/>
                </a:lnTo>
                <a:lnTo>
                  <a:pt x="354943" y="1859488"/>
                </a:lnTo>
                <a:lnTo>
                  <a:pt x="355918" y="1859797"/>
                </a:lnTo>
                <a:lnTo>
                  <a:pt x="356914" y="1860083"/>
                </a:lnTo>
                <a:lnTo>
                  <a:pt x="357932" y="1860347"/>
                </a:lnTo>
                <a:lnTo>
                  <a:pt x="358972" y="1860587"/>
                </a:lnTo>
                <a:lnTo>
                  <a:pt x="360034" y="1860805"/>
                </a:lnTo>
                <a:lnTo>
                  <a:pt x="361117" y="1860999"/>
                </a:lnTo>
                <a:lnTo>
                  <a:pt x="362222" y="1861171"/>
                </a:lnTo>
                <a:lnTo>
                  <a:pt x="363349" y="1861320"/>
                </a:lnTo>
                <a:lnTo>
                  <a:pt x="364498" y="1861446"/>
                </a:lnTo>
                <a:lnTo>
                  <a:pt x="365668" y="1861549"/>
                </a:lnTo>
                <a:lnTo>
                  <a:pt x="366860" y="1861629"/>
                </a:lnTo>
                <a:lnTo>
                  <a:pt x="368074" y="1861686"/>
                </a:lnTo>
                <a:lnTo>
                  <a:pt x="369309" y="1861720"/>
                </a:lnTo>
                <a:lnTo>
                  <a:pt x="370566" y="1861732"/>
                </a:lnTo>
                <a:lnTo>
                  <a:pt x="371087" y="1861729"/>
                </a:lnTo>
                <a:lnTo>
                  <a:pt x="371609" y="1861722"/>
                </a:lnTo>
                <a:lnTo>
                  <a:pt x="372130" y="1861711"/>
                </a:lnTo>
                <a:lnTo>
                  <a:pt x="372651" y="1861694"/>
                </a:lnTo>
                <a:lnTo>
                  <a:pt x="373173" y="1861673"/>
                </a:lnTo>
                <a:lnTo>
                  <a:pt x="373694" y="1861647"/>
                </a:lnTo>
                <a:lnTo>
                  <a:pt x="374215" y="1861617"/>
                </a:lnTo>
                <a:lnTo>
                  <a:pt x="374736" y="1861582"/>
                </a:lnTo>
                <a:close/>
                <a:moveTo>
                  <a:pt x="553185" y="1803672"/>
                </a:moveTo>
                <a:lnTo>
                  <a:pt x="553233" y="1803235"/>
                </a:lnTo>
                <a:lnTo>
                  <a:pt x="553288" y="1802799"/>
                </a:lnTo>
                <a:lnTo>
                  <a:pt x="553349" y="1802365"/>
                </a:lnTo>
                <a:lnTo>
                  <a:pt x="553417" y="1801932"/>
                </a:lnTo>
                <a:lnTo>
                  <a:pt x="553491" y="1801502"/>
                </a:lnTo>
                <a:lnTo>
                  <a:pt x="553572" y="1801073"/>
                </a:lnTo>
                <a:lnTo>
                  <a:pt x="553659" y="1800646"/>
                </a:lnTo>
                <a:lnTo>
                  <a:pt x="553753" y="1800220"/>
                </a:lnTo>
                <a:lnTo>
                  <a:pt x="553853" y="1799797"/>
                </a:lnTo>
                <a:lnTo>
                  <a:pt x="553960" y="1799375"/>
                </a:lnTo>
                <a:lnTo>
                  <a:pt x="554073" y="1798955"/>
                </a:lnTo>
                <a:lnTo>
                  <a:pt x="554192" y="1798537"/>
                </a:lnTo>
                <a:lnTo>
                  <a:pt x="554318" y="1798120"/>
                </a:lnTo>
                <a:lnTo>
                  <a:pt x="554450" y="1797705"/>
                </a:lnTo>
                <a:lnTo>
                  <a:pt x="554589" y="1797293"/>
                </a:lnTo>
                <a:lnTo>
                  <a:pt x="554734" y="1796881"/>
                </a:lnTo>
                <a:lnTo>
                  <a:pt x="554886" y="1796472"/>
                </a:lnTo>
                <a:lnTo>
                  <a:pt x="555044" y="1796066"/>
                </a:lnTo>
                <a:lnTo>
                  <a:pt x="555209" y="1795666"/>
                </a:lnTo>
                <a:lnTo>
                  <a:pt x="555380" y="1795272"/>
                </a:lnTo>
                <a:lnTo>
                  <a:pt x="555558" y="1794884"/>
                </a:lnTo>
                <a:lnTo>
                  <a:pt x="555742" y="1794502"/>
                </a:lnTo>
                <a:lnTo>
                  <a:pt x="555932" y="1794126"/>
                </a:lnTo>
                <a:lnTo>
                  <a:pt x="556129" y="1793756"/>
                </a:lnTo>
                <a:lnTo>
                  <a:pt x="556333" y="1793391"/>
                </a:lnTo>
                <a:lnTo>
                  <a:pt x="556543" y="1793032"/>
                </a:lnTo>
                <a:lnTo>
                  <a:pt x="556759" y="1792680"/>
                </a:lnTo>
                <a:lnTo>
                  <a:pt x="556982" y="1792333"/>
                </a:lnTo>
                <a:lnTo>
                  <a:pt x="557211" y="1791992"/>
                </a:lnTo>
                <a:lnTo>
                  <a:pt x="557447" y="1791656"/>
                </a:lnTo>
                <a:lnTo>
                  <a:pt x="557689" y="1791327"/>
                </a:lnTo>
                <a:lnTo>
                  <a:pt x="557937" y="1791004"/>
                </a:lnTo>
                <a:lnTo>
                  <a:pt x="558192" y="1790686"/>
                </a:lnTo>
                <a:lnTo>
                  <a:pt x="558454" y="1790374"/>
                </a:lnTo>
                <a:lnTo>
                  <a:pt x="558722" y="1790068"/>
                </a:lnTo>
                <a:lnTo>
                  <a:pt x="558996" y="1789768"/>
                </a:lnTo>
                <a:lnTo>
                  <a:pt x="559277" y="1789474"/>
                </a:lnTo>
                <a:lnTo>
                  <a:pt x="559565" y="1789186"/>
                </a:lnTo>
                <a:lnTo>
                  <a:pt x="559858" y="1788904"/>
                </a:lnTo>
                <a:lnTo>
                  <a:pt x="560159" y="1788627"/>
                </a:lnTo>
                <a:lnTo>
                  <a:pt x="560465" y="1788357"/>
                </a:lnTo>
                <a:lnTo>
                  <a:pt x="560792" y="1788095"/>
                </a:lnTo>
                <a:lnTo>
                  <a:pt x="561125" y="1787844"/>
                </a:lnTo>
                <a:lnTo>
                  <a:pt x="561464" y="1787604"/>
                </a:lnTo>
                <a:lnTo>
                  <a:pt x="561809" y="1787375"/>
                </a:lnTo>
                <a:lnTo>
                  <a:pt x="562159" y="1787158"/>
                </a:lnTo>
                <a:lnTo>
                  <a:pt x="562515" y="1786951"/>
                </a:lnTo>
                <a:lnTo>
                  <a:pt x="562878" y="1786756"/>
                </a:lnTo>
                <a:lnTo>
                  <a:pt x="563246" y="1786572"/>
                </a:lnTo>
                <a:lnTo>
                  <a:pt x="563620" y="1786399"/>
                </a:lnTo>
                <a:lnTo>
                  <a:pt x="563999" y="1786238"/>
                </a:lnTo>
                <a:lnTo>
                  <a:pt x="564385" y="1786087"/>
                </a:lnTo>
                <a:lnTo>
                  <a:pt x="564777" y="1785948"/>
                </a:lnTo>
                <a:lnTo>
                  <a:pt x="565174" y="1785819"/>
                </a:lnTo>
                <a:lnTo>
                  <a:pt x="565577" y="1785702"/>
                </a:lnTo>
                <a:lnTo>
                  <a:pt x="565987" y="1785596"/>
                </a:lnTo>
                <a:lnTo>
                  <a:pt x="566402" y="1785501"/>
                </a:lnTo>
                <a:lnTo>
                  <a:pt x="566823" y="1785418"/>
                </a:lnTo>
                <a:lnTo>
                  <a:pt x="567249" y="1785345"/>
                </a:lnTo>
                <a:lnTo>
                  <a:pt x="567682" y="1785284"/>
                </a:lnTo>
                <a:lnTo>
                  <a:pt x="568121" y="1785234"/>
                </a:lnTo>
                <a:lnTo>
                  <a:pt x="568565" y="1785195"/>
                </a:lnTo>
                <a:lnTo>
                  <a:pt x="569015" y="1785167"/>
                </a:lnTo>
                <a:lnTo>
                  <a:pt x="569471" y="1785150"/>
                </a:lnTo>
                <a:lnTo>
                  <a:pt x="569933" y="1785144"/>
                </a:lnTo>
                <a:lnTo>
                  <a:pt x="570409" y="1785149"/>
                </a:lnTo>
                <a:lnTo>
                  <a:pt x="570876" y="1785162"/>
                </a:lnTo>
                <a:lnTo>
                  <a:pt x="571336" y="1785184"/>
                </a:lnTo>
                <a:lnTo>
                  <a:pt x="571788" y="1785215"/>
                </a:lnTo>
                <a:lnTo>
                  <a:pt x="572233" y="1785255"/>
                </a:lnTo>
                <a:lnTo>
                  <a:pt x="572670" y="1785303"/>
                </a:lnTo>
                <a:lnTo>
                  <a:pt x="573099" y="1785360"/>
                </a:lnTo>
                <a:lnTo>
                  <a:pt x="573521" y="1785426"/>
                </a:lnTo>
                <a:lnTo>
                  <a:pt x="573935" y="1785501"/>
                </a:lnTo>
                <a:lnTo>
                  <a:pt x="574342" y="1785585"/>
                </a:lnTo>
                <a:lnTo>
                  <a:pt x="574741" y="1785677"/>
                </a:lnTo>
                <a:lnTo>
                  <a:pt x="575132" y="1785778"/>
                </a:lnTo>
                <a:lnTo>
                  <a:pt x="575516" y="1785889"/>
                </a:lnTo>
                <a:lnTo>
                  <a:pt x="575892" y="1786007"/>
                </a:lnTo>
                <a:lnTo>
                  <a:pt x="576260" y="1786135"/>
                </a:lnTo>
                <a:lnTo>
                  <a:pt x="576621" y="1786272"/>
                </a:lnTo>
                <a:lnTo>
                  <a:pt x="576974" y="1786417"/>
                </a:lnTo>
                <a:lnTo>
                  <a:pt x="577319" y="1786571"/>
                </a:lnTo>
                <a:lnTo>
                  <a:pt x="577657" y="1786734"/>
                </a:lnTo>
                <a:lnTo>
                  <a:pt x="577987" y="1786906"/>
                </a:lnTo>
                <a:lnTo>
                  <a:pt x="578310" y="1787086"/>
                </a:lnTo>
                <a:lnTo>
                  <a:pt x="578625" y="1787275"/>
                </a:lnTo>
                <a:lnTo>
                  <a:pt x="578932" y="1787474"/>
                </a:lnTo>
                <a:lnTo>
                  <a:pt x="579232" y="1787681"/>
                </a:lnTo>
                <a:lnTo>
                  <a:pt x="579538" y="1787880"/>
                </a:lnTo>
                <a:lnTo>
                  <a:pt x="579838" y="1788086"/>
                </a:lnTo>
                <a:lnTo>
                  <a:pt x="580130" y="1788296"/>
                </a:lnTo>
                <a:lnTo>
                  <a:pt x="580415" y="1788512"/>
                </a:lnTo>
                <a:lnTo>
                  <a:pt x="580694" y="1788733"/>
                </a:lnTo>
                <a:lnTo>
                  <a:pt x="580965" y="1788959"/>
                </a:lnTo>
                <a:lnTo>
                  <a:pt x="581229" y="1789191"/>
                </a:lnTo>
                <a:lnTo>
                  <a:pt x="581486" y="1789428"/>
                </a:lnTo>
                <a:lnTo>
                  <a:pt x="581736" y="1789670"/>
                </a:lnTo>
                <a:lnTo>
                  <a:pt x="581979" y="1789917"/>
                </a:lnTo>
                <a:lnTo>
                  <a:pt x="582215" y="1790170"/>
                </a:lnTo>
                <a:lnTo>
                  <a:pt x="582444" y="1790428"/>
                </a:lnTo>
                <a:lnTo>
                  <a:pt x="582666" y="1790691"/>
                </a:lnTo>
                <a:lnTo>
                  <a:pt x="582881" y="1790960"/>
                </a:lnTo>
                <a:lnTo>
                  <a:pt x="583089" y="1791234"/>
                </a:lnTo>
                <a:lnTo>
                  <a:pt x="583290" y="1791513"/>
                </a:lnTo>
                <a:lnTo>
                  <a:pt x="583483" y="1791797"/>
                </a:lnTo>
                <a:lnTo>
                  <a:pt x="583670" y="1792087"/>
                </a:lnTo>
                <a:lnTo>
                  <a:pt x="583850" y="1792382"/>
                </a:lnTo>
                <a:lnTo>
                  <a:pt x="584022" y="1792682"/>
                </a:lnTo>
                <a:lnTo>
                  <a:pt x="584188" y="1792988"/>
                </a:lnTo>
                <a:lnTo>
                  <a:pt x="584346" y="1793298"/>
                </a:lnTo>
                <a:lnTo>
                  <a:pt x="584498" y="1793615"/>
                </a:lnTo>
                <a:lnTo>
                  <a:pt x="584642" y="1793936"/>
                </a:lnTo>
                <a:lnTo>
                  <a:pt x="584794" y="1794261"/>
                </a:lnTo>
                <a:lnTo>
                  <a:pt x="584939" y="1794589"/>
                </a:lnTo>
                <a:lnTo>
                  <a:pt x="585078" y="1794919"/>
                </a:lnTo>
                <a:lnTo>
                  <a:pt x="585210" y="1795251"/>
                </a:lnTo>
                <a:lnTo>
                  <a:pt x="585336" y="1795586"/>
                </a:lnTo>
                <a:lnTo>
                  <a:pt x="585456" y="1795922"/>
                </a:lnTo>
                <a:lnTo>
                  <a:pt x="585569" y="1796262"/>
                </a:lnTo>
                <a:lnTo>
                  <a:pt x="585675" y="1796603"/>
                </a:lnTo>
                <a:lnTo>
                  <a:pt x="585775" y="1796947"/>
                </a:lnTo>
                <a:lnTo>
                  <a:pt x="585869" y="1797294"/>
                </a:lnTo>
                <a:lnTo>
                  <a:pt x="585956" y="1797642"/>
                </a:lnTo>
                <a:lnTo>
                  <a:pt x="586037" y="1797993"/>
                </a:lnTo>
                <a:lnTo>
                  <a:pt x="586111" y="1798347"/>
                </a:lnTo>
                <a:lnTo>
                  <a:pt x="586179" y="1798703"/>
                </a:lnTo>
                <a:lnTo>
                  <a:pt x="586240" y="1799061"/>
                </a:lnTo>
                <a:lnTo>
                  <a:pt x="586295" y="1799421"/>
                </a:lnTo>
                <a:lnTo>
                  <a:pt x="586344" y="1799784"/>
                </a:lnTo>
                <a:lnTo>
                  <a:pt x="586386" y="1800149"/>
                </a:lnTo>
                <a:lnTo>
                  <a:pt x="586421" y="1800517"/>
                </a:lnTo>
                <a:lnTo>
                  <a:pt x="586450" y="1800886"/>
                </a:lnTo>
                <a:lnTo>
                  <a:pt x="586473" y="1801259"/>
                </a:lnTo>
                <a:lnTo>
                  <a:pt x="586489" y="1801633"/>
                </a:lnTo>
                <a:lnTo>
                  <a:pt x="586499" y="1802010"/>
                </a:lnTo>
                <a:lnTo>
                  <a:pt x="586502" y="1802389"/>
                </a:lnTo>
                <a:lnTo>
                  <a:pt x="586502" y="1805940"/>
                </a:lnTo>
                <a:lnTo>
                  <a:pt x="600872" y="1805940"/>
                </a:lnTo>
                <a:lnTo>
                  <a:pt x="600900" y="1805758"/>
                </a:lnTo>
                <a:lnTo>
                  <a:pt x="600927" y="1805578"/>
                </a:lnTo>
                <a:lnTo>
                  <a:pt x="600952" y="1805401"/>
                </a:lnTo>
                <a:lnTo>
                  <a:pt x="600976" y="1805226"/>
                </a:lnTo>
                <a:lnTo>
                  <a:pt x="600999" y="1805053"/>
                </a:lnTo>
                <a:lnTo>
                  <a:pt x="601021" y="1804883"/>
                </a:lnTo>
                <a:lnTo>
                  <a:pt x="601041" y="1804715"/>
                </a:lnTo>
                <a:lnTo>
                  <a:pt x="601060" y="1804550"/>
                </a:lnTo>
                <a:lnTo>
                  <a:pt x="601079" y="1804386"/>
                </a:lnTo>
                <a:lnTo>
                  <a:pt x="601096" y="1804226"/>
                </a:lnTo>
                <a:lnTo>
                  <a:pt x="601112" y="1804067"/>
                </a:lnTo>
                <a:lnTo>
                  <a:pt x="601126" y="1803911"/>
                </a:lnTo>
                <a:lnTo>
                  <a:pt x="601140" y="1803757"/>
                </a:lnTo>
                <a:lnTo>
                  <a:pt x="601152" y="1803606"/>
                </a:lnTo>
                <a:lnTo>
                  <a:pt x="601163" y="1803457"/>
                </a:lnTo>
                <a:lnTo>
                  <a:pt x="601173" y="1803310"/>
                </a:lnTo>
                <a:lnTo>
                  <a:pt x="601182" y="1803165"/>
                </a:lnTo>
                <a:lnTo>
                  <a:pt x="601190" y="1803023"/>
                </a:lnTo>
                <a:lnTo>
                  <a:pt x="601196" y="1802884"/>
                </a:lnTo>
                <a:lnTo>
                  <a:pt x="601201" y="1802746"/>
                </a:lnTo>
                <a:lnTo>
                  <a:pt x="601205" y="1802611"/>
                </a:lnTo>
                <a:lnTo>
                  <a:pt x="601208" y="1802479"/>
                </a:lnTo>
                <a:lnTo>
                  <a:pt x="601210" y="1802348"/>
                </a:lnTo>
                <a:lnTo>
                  <a:pt x="601211" y="1802220"/>
                </a:lnTo>
                <a:lnTo>
                  <a:pt x="601225" y="1802079"/>
                </a:lnTo>
                <a:lnTo>
                  <a:pt x="601238" y="1801937"/>
                </a:lnTo>
                <a:lnTo>
                  <a:pt x="601250" y="1801795"/>
                </a:lnTo>
                <a:lnTo>
                  <a:pt x="601262" y="1801652"/>
                </a:lnTo>
                <a:lnTo>
                  <a:pt x="601274" y="1801508"/>
                </a:lnTo>
                <a:lnTo>
                  <a:pt x="601285" y="1801364"/>
                </a:lnTo>
                <a:lnTo>
                  <a:pt x="601295" y="1801220"/>
                </a:lnTo>
                <a:lnTo>
                  <a:pt x="601305" y="1801074"/>
                </a:lnTo>
                <a:lnTo>
                  <a:pt x="601314" y="1800928"/>
                </a:lnTo>
                <a:lnTo>
                  <a:pt x="601322" y="1800782"/>
                </a:lnTo>
                <a:lnTo>
                  <a:pt x="601330" y="1800635"/>
                </a:lnTo>
                <a:lnTo>
                  <a:pt x="601338" y="1800487"/>
                </a:lnTo>
                <a:lnTo>
                  <a:pt x="601344" y="1800339"/>
                </a:lnTo>
                <a:lnTo>
                  <a:pt x="601350" y="1800190"/>
                </a:lnTo>
                <a:lnTo>
                  <a:pt x="601356" y="1800041"/>
                </a:lnTo>
                <a:lnTo>
                  <a:pt x="601361" y="1799891"/>
                </a:lnTo>
                <a:lnTo>
                  <a:pt x="601365" y="1799740"/>
                </a:lnTo>
                <a:lnTo>
                  <a:pt x="601369" y="1799589"/>
                </a:lnTo>
                <a:lnTo>
                  <a:pt x="601372" y="1799437"/>
                </a:lnTo>
                <a:lnTo>
                  <a:pt x="601375" y="1799285"/>
                </a:lnTo>
                <a:lnTo>
                  <a:pt x="601377" y="1799132"/>
                </a:lnTo>
                <a:lnTo>
                  <a:pt x="601379" y="1798979"/>
                </a:lnTo>
                <a:lnTo>
                  <a:pt x="601380" y="1798824"/>
                </a:lnTo>
                <a:lnTo>
                  <a:pt x="601380" y="1798670"/>
                </a:lnTo>
                <a:lnTo>
                  <a:pt x="601368" y="1797705"/>
                </a:lnTo>
                <a:lnTo>
                  <a:pt x="601332" y="1796755"/>
                </a:lnTo>
                <a:lnTo>
                  <a:pt x="601272" y="1795819"/>
                </a:lnTo>
                <a:lnTo>
                  <a:pt x="601187" y="1794899"/>
                </a:lnTo>
                <a:lnTo>
                  <a:pt x="601079" y="1793993"/>
                </a:lnTo>
                <a:lnTo>
                  <a:pt x="600947" y="1793101"/>
                </a:lnTo>
                <a:lnTo>
                  <a:pt x="600790" y="1792224"/>
                </a:lnTo>
                <a:lnTo>
                  <a:pt x="600610" y="1791362"/>
                </a:lnTo>
                <a:lnTo>
                  <a:pt x="600405" y="1790515"/>
                </a:lnTo>
                <a:lnTo>
                  <a:pt x="600176" y="1789682"/>
                </a:lnTo>
                <a:lnTo>
                  <a:pt x="599924" y="1788864"/>
                </a:lnTo>
                <a:lnTo>
                  <a:pt x="599647" y="1788061"/>
                </a:lnTo>
                <a:lnTo>
                  <a:pt x="599346" y="1787272"/>
                </a:lnTo>
                <a:lnTo>
                  <a:pt x="599021" y="1786498"/>
                </a:lnTo>
                <a:lnTo>
                  <a:pt x="598672" y="1785739"/>
                </a:lnTo>
                <a:lnTo>
                  <a:pt x="598299" y="1784994"/>
                </a:lnTo>
                <a:lnTo>
                  <a:pt x="597902" y="1784264"/>
                </a:lnTo>
                <a:lnTo>
                  <a:pt x="597481" y="1783549"/>
                </a:lnTo>
                <a:lnTo>
                  <a:pt x="597035" y="1782848"/>
                </a:lnTo>
                <a:lnTo>
                  <a:pt x="596566" y="1782162"/>
                </a:lnTo>
                <a:lnTo>
                  <a:pt x="596073" y="1781491"/>
                </a:lnTo>
                <a:lnTo>
                  <a:pt x="595555" y="1780834"/>
                </a:lnTo>
                <a:lnTo>
                  <a:pt x="595014" y="1780192"/>
                </a:lnTo>
                <a:lnTo>
                  <a:pt x="594448" y="1779565"/>
                </a:lnTo>
                <a:lnTo>
                  <a:pt x="593874" y="1778944"/>
                </a:lnTo>
                <a:lnTo>
                  <a:pt x="593280" y="1778350"/>
                </a:lnTo>
                <a:lnTo>
                  <a:pt x="592665" y="1777782"/>
                </a:lnTo>
                <a:lnTo>
                  <a:pt x="592029" y="1777241"/>
                </a:lnTo>
                <a:lnTo>
                  <a:pt x="591373" y="1776725"/>
                </a:lnTo>
                <a:lnTo>
                  <a:pt x="590697" y="1776237"/>
                </a:lnTo>
                <a:lnTo>
                  <a:pt x="590000" y="1775774"/>
                </a:lnTo>
                <a:lnTo>
                  <a:pt x="589282" y="1775339"/>
                </a:lnTo>
                <a:lnTo>
                  <a:pt x="588544" y="1774929"/>
                </a:lnTo>
                <a:lnTo>
                  <a:pt x="587785" y="1774546"/>
                </a:lnTo>
                <a:lnTo>
                  <a:pt x="587006" y="1774189"/>
                </a:lnTo>
                <a:lnTo>
                  <a:pt x="586206" y="1773859"/>
                </a:lnTo>
                <a:lnTo>
                  <a:pt x="585386" y="1773556"/>
                </a:lnTo>
                <a:lnTo>
                  <a:pt x="584545" y="1773278"/>
                </a:lnTo>
                <a:lnTo>
                  <a:pt x="583683" y="1773027"/>
                </a:lnTo>
                <a:lnTo>
                  <a:pt x="582801" y="1772803"/>
                </a:lnTo>
                <a:lnTo>
                  <a:pt x="581899" y="1772605"/>
                </a:lnTo>
                <a:lnTo>
                  <a:pt x="580975" y="1772433"/>
                </a:lnTo>
                <a:lnTo>
                  <a:pt x="580032" y="1772288"/>
                </a:lnTo>
                <a:lnTo>
                  <a:pt x="579068" y="1772169"/>
                </a:lnTo>
                <a:lnTo>
                  <a:pt x="578083" y="1772076"/>
                </a:lnTo>
                <a:lnTo>
                  <a:pt x="577078" y="1772010"/>
                </a:lnTo>
                <a:lnTo>
                  <a:pt x="576052" y="1771971"/>
                </a:lnTo>
                <a:lnTo>
                  <a:pt x="575005" y="1771957"/>
                </a:lnTo>
                <a:lnTo>
                  <a:pt x="574318" y="1771964"/>
                </a:lnTo>
                <a:lnTo>
                  <a:pt x="573637" y="1771984"/>
                </a:lnTo>
                <a:lnTo>
                  <a:pt x="572963" y="1772018"/>
                </a:lnTo>
                <a:lnTo>
                  <a:pt x="572296" y="1772065"/>
                </a:lnTo>
                <a:lnTo>
                  <a:pt x="571634" y="1772126"/>
                </a:lnTo>
                <a:lnTo>
                  <a:pt x="570979" y="1772200"/>
                </a:lnTo>
                <a:lnTo>
                  <a:pt x="570331" y="1772288"/>
                </a:lnTo>
                <a:lnTo>
                  <a:pt x="569689" y="1772389"/>
                </a:lnTo>
                <a:lnTo>
                  <a:pt x="569054" y="1772504"/>
                </a:lnTo>
                <a:lnTo>
                  <a:pt x="568425" y="1772632"/>
                </a:lnTo>
                <a:lnTo>
                  <a:pt x="567802" y="1772774"/>
                </a:lnTo>
                <a:lnTo>
                  <a:pt x="567186" y="1772929"/>
                </a:lnTo>
                <a:lnTo>
                  <a:pt x="566576" y="1773098"/>
                </a:lnTo>
                <a:lnTo>
                  <a:pt x="565973" y="1773280"/>
                </a:lnTo>
                <a:lnTo>
                  <a:pt x="565376" y="1773476"/>
                </a:lnTo>
                <a:lnTo>
                  <a:pt x="564786" y="1773685"/>
                </a:lnTo>
                <a:lnTo>
                  <a:pt x="564202" y="1773908"/>
                </a:lnTo>
                <a:lnTo>
                  <a:pt x="563625" y="1774145"/>
                </a:lnTo>
                <a:lnTo>
                  <a:pt x="563054" y="1774394"/>
                </a:lnTo>
                <a:lnTo>
                  <a:pt x="562490" y="1774658"/>
                </a:lnTo>
                <a:lnTo>
                  <a:pt x="561932" y="1774934"/>
                </a:lnTo>
                <a:lnTo>
                  <a:pt x="561380" y="1775225"/>
                </a:lnTo>
                <a:lnTo>
                  <a:pt x="560835" y="1775528"/>
                </a:lnTo>
                <a:lnTo>
                  <a:pt x="560296" y="1775846"/>
                </a:lnTo>
                <a:lnTo>
                  <a:pt x="559781" y="1776161"/>
                </a:lnTo>
                <a:lnTo>
                  <a:pt x="559276" y="1776487"/>
                </a:lnTo>
                <a:lnTo>
                  <a:pt x="558783" y="1776823"/>
                </a:lnTo>
                <a:lnTo>
                  <a:pt x="558301" y="1777170"/>
                </a:lnTo>
                <a:lnTo>
                  <a:pt x="557829" y="1777527"/>
                </a:lnTo>
                <a:lnTo>
                  <a:pt x="557369" y="1777896"/>
                </a:lnTo>
                <a:lnTo>
                  <a:pt x="556921" y="1778274"/>
                </a:lnTo>
                <a:lnTo>
                  <a:pt x="556483" y="1778663"/>
                </a:lnTo>
                <a:lnTo>
                  <a:pt x="556057" y="1779063"/>
                </a:lnTo>
                <a:lnTo>
                  <a:pt x="555641" y="1779474"/>
                </a:lnTo>
                <a:lnTo>
                  <a:pt x="555237" y="1779894"/>
                </a:lnTo>
                <a:lnTo>
                  <a:pt x="554844" y="1780326"/>
                </a:lnTo>
                <a:lnTo>
                  <a:pt x="554462" y="1780768"/>
                </a:lnTo>
                <a:lnTo>
                  <a:pt x="554091" y="1781221"/>
                </a:lnTo>
                <a:lnTo>
                  <a:pt x="553732" y="1781684"/>
                </a:lnTo>
                <a:lnTo>
                  <a:pt x="553383" y="1782157"/>
                </a:lnTo>
                <a:lnTo>
                  <a:pt x="553046" y="1782642"/>
                </a:lnTo>
                <a:lnTo>
                  <a:pt x="552720" y="1783137"/>
                </a:lnTo>
                <a:lnTo>
                  <a:pt x="552405" y="1783642"/>
                </a:lnTo>
                <a:lnTo>
                  <a:pt x="552101" y="1784158"/>
                </a:lnTo>
                <a:lnTo>
                  <a:pt x="551809" y="1784685"/>
                </a:lnTo>
                <a:lnTo>
                  <a:pt x="551527" y="1785222"/>
                </a:lnTo>
                <a:lnTo>
                  <a:pt x="551257" y="1785770"/>
                </a:lnTo>
                <a:lnTo>
                  <a:pt x="550998" y="1786328"/>
                </a:lnTo>
                <a:lnTo>
                  <a:pt x="550152" y="1773648"/>
                </a:lnTo>
                <a:lnTo>
                  <a:pt x="514648" y="1773648"/>
                </a:lnTo>
                <a:lnTo>
                  <a:pt x="514648" y="1786835"/>
                </a:lnTo>
                <a:lnTo>
                  <a:pt x="536458" y="1786835"/>
                </a:lnTo>
                <a:lnTo>
                  <a:pt x="536458" y="1847023"/>
                </a:lnTo>
                <a:lnTo>
                  <a:pt x="513803" y="1847023"/>
                </a:lnTo>
                <a:lnTo>
                  <a:pt x="513803" y="1860041"/>
                </a:lnTo>
                <a:lnTo>
                  <a:pt x="536458" y="1860041"/>
                </a:lnTo>
                <a:lnTo>
                  <a:pt x="553026" y="1860041"/>
                </a:lnTo>
                <a:lnTo>
                  <a:pt x="591743" y="1860041"/>
                </a:lnTo>
                <a:lnTo>
                  <a:pt x="591743" y="1847023"/>
                </a:lnTo>
                <a:lnTo>
                  <a:pt x="553026" y="1847023"/>
                </a:lnTo>
                <a:lnTo>
                  <a:pt x="553026" y="1806785"/>
                </a:lnTo>
                <a:lnTo>
                  <a:pt x="553030" y="1806335"/>
                </a:lnTo>
                <a:lnTo>
                  <a:pt x="553039" y="1805887"/>
                </a:lnTo>
                <a:lnTo>
                  <a:pt x="553056" y="1805441"/>
                </a:lnTo>
                <a:lnTo>
                  <a:pt x="553078" y="1804996"/>
                </a:lnTo>
                <a:lnTo>
                  <a:pt x="553107" y="1804553"/>
                </a:lnTo>
                <a:lnTo>
                  <a:pt x="553143" y="1804112"/>
                </a:lnTo>
                <a:lnTo>
                  <a:pt x="553185" y="1803672"/>
                </a:lnTo>
                <a:close/>
                <a:moveTo>
                  <a:pt x="665962" y="1861272"/>
                </a:moveTo>
                <a:lnTo>
                  <a:pt x="666912" y="1861131"/>
                </a:lnTo>
                <a:lnTo>
                  <a:pt x="667850" y="1860971"/>
                </a:lnTo>
                <a:lnTo>
                  <a:pt x="668775" y="1860793"/>
                </a:lnTo>
                <a:lnTo>
                  <a:pt x="669688" y="1860595"/>
                </a:lnTo>
                <a:lnTo>
                  <a:pt x="670589" y="1860379"/>
                </a:lnTo>
                <a:lnTo>
                  <a:pt x="671477" y="1860144"/>
                </a:lnTo>
                <a:lnTo>
                  <a:pt x="672354" y="1859891"/>
                </a:lnTo>
                <a:lnTo>
                  <a:pt x="673217" y="1859619"/>
                </a:lnTo>
                <a:lnTo>
                  <a:pt x="674069" y="1859327"/>
                </a:lnTo>
                <a:lnTo>
                  <a:pt x="674908" y="1859017"/>
                </a:lnTo>
                <a:lnTo>
                  <a:pt x="675735" y="1858689"/>
                </a:lnTo>
                <a:lnTo>
                  <a:pt x="676550" y="1858341"/>
                </a:lnTo>
                <a:lnTo>
                  <a:pt x="677352" y="1857975"/>
                </a:lnTo>
                <a:lnTo>
                  <a:pt x="678142" y="1857590"/>
                </a:lnTo>
                <a:lnTo>
                  <a:pt x="678919" y="1857186"/>
                </a:lnTo>
                <a:lnTo>
                  <a:pt x="679684" y="1856763"/>
                </a:lnTo>
                <a:lnTo>
                  <a:pt x="680437" y="1856322"/>
                </a:lnTo>
                <a:lnTo>
                  <a:pt x="681177" y="1855849"/>
                </a:lnTo>
                <a:lnTo>
                  <a:pt x="681901" y="1855362"/>
                </a:lnTo>
                <a:lnTo>
                  <a:pt x="682611" y="1854861"/>
                </a:lnTo>
                <a:lnTo>
                  <a:pt x="683307" y="1854345"/>
                </a:lnTo>
                <a:lnTo>
                  <a:pt x="683987" y="1853814"/>
                </a:lnTo>
                <a:lnTo>
                  <a:pt x="684653" y="1853268"/>
                </a:lnTo>
                <a:lnTo>
                  <a:pt x="685305" y="1852708"/>
                </a:lnTo>
                <a:lnTo>
                  <a:pt x="685941" y="1852133"/>
                </a:lnTo>
                <a:lnTo>
                  <a:pt x="686563" y="1851543"/>
                </a:lnTo>
                <a:lnTo>
                  <a:pt x="687170" y="1850938"/>
                </a:lnTo>
                <a:lnTo>
                  <a:pt x="687763" y="1850319"/>
                </a:lnTo>
                <a:lnTo>
                  <a:pt x="688341" y="1849686"/>
                </a:lnTo>
                <a:lnTo>
                  <a:pt x="688904" y="1849037"/>
                </a:lnTo>
                <a:lnTo>
                  <a:pt x="689453" y="1848374"/>
                </a:lnTo>
                <a:lnTo>
                  <a:pt x="689987" y="1847697"/>
                </a:lnTo>
                <a:lnTo>
                  <a:pt x="690506" y="1847004"/>
                </a:lnTo>
                <a:lnTo>
                  <a:pt x="691011" y="1846297"/>
                </a:lnTo>
                <a:lnTo>
                  <a:pt x="691500" y="1845575"/>
                </a:lnTo>
                <a:lnTo>
                  <a:pt x="691976" y="1844839"/>
                </a:lnTo>
                <a:lnTo>
                  <a:pt x="692436" y="1844088"/>
                </a:lnTo>
                <a:lnTo>
                  <a:pt x="692882" y="1843322"/>
                </a:lnTo>
                <a:lnTo>
                  <a:pt x="693313" y="1842541"/>
                </a:lnTo>
                <a:lnTo>
                  <a:pt x="693730" y="1841746"/>
                </a:lnTo>
                <a:lnTo>
                  <a:pt x="694131" y="1840937"/>
                </a:lnTo>
                <a:lnTo>
                  <a:pt x="694518" y="1840114"/>
                </a:lnTo>
                <a:lnTo>
                  <a:pt x="694888" y="1839281"/>
                </a:lnTo>
                <a:lnTo>
                  <a:pt x="695241" y="1838438"/>
                </a:lnTo>
                <a:lnTo>
                  <a:pt x="695578" y="1837583"/>
                </a:lnTo>
                <a:lnTo>
                  <a:pt x="695899" y="1836719"/>
                </a:lnTo>
                <a:lnTo>
                  <a:pt x="696203" y="1835843"/>
                </a:lnTo>
                <a:lnTo>
                  <a:pt x="696490" y="1834958"/>
                </a:lnTo>
                <a:lnTo>
                  <a:pt x="696762" y="1834061"/>
                </a:lnTo>
                <a:lnTo>
                  <a:pt x="697016" y="1833154"/>
                </a:lnTo>
                <a:lnTo>
                  <a:pt x="697255" y="1832237"/>
                </a:lnTo>
                <a:lnTo>
                  <a:pt x="697477" y="1831309"/>
                </a:lnTo>
                <a:lnTo>
                  <a:pt x="697682" y="1830370"/>
                </a:lnTo>
                <a:lnTo>
                  <a:pt x="697871" y="1829421"/>
                </a:lnTo>
                <a:lnTo>
                  <a:pt x="698044" y="1828461"/>
                </a:lnTo>
                <a:lnTo>
                  <a:pt x="698200" y="1827491"/>
                </a:lnTo>
                <a:lnTo>
                  <a:pt x="698340" y="1826510"/>
                </a:lnTo>
                <a:lnTo>
                  <a:pt x="698463" y="1825518"/>
                </a:lnTo>
                <a:lnTo>
                  <a:pt x="698570" y="1824516"/>
                </a:lnTo>
                <a:lnTo>
                  <a:pt x="698660" y="1823503"/>
                </a:lnTo>
                <a:lnTo>
                  <a:pt x="698734" y="1822480"/>
                </a:lnTo>
                <a:lnTo>
                  <a:pt x="698792" y="1821446"/>
                </a:lnTo>
                <a:lnTo>
                  <a:pt x="698833" y="1820402"/>
                </a:lnTo>
                <a:lnTo>
                  <a:pt x="698857" y="1819347"/>
                </a:lnTo>
                <a:lnTo>
                  <a:pt x="698866" y="1818282"/>
                </a:lnTo>
                <a:lnTo>
                  <a:pt x="698866" y="1815408"/>
                </a:lnTo>
                <a:lnTo>
                  <a:pt x="698857" y="1814356"/>
                </a:lnTo>
                <a:lnTo>
                  <a:pt x="698833" y="1813314"/>
                </a:lnTo>
                <a:lnTo>
                  <a:pt x="698792" y="1812282"/>
                </a:lnTo>
                <a:lnTo>
                  <a:pt x="698734" y="1811261"/>
                </a:lnTo>
                <a:lnTo>
                  <a:pt x="698660" y="1810249"/>
                </a:lnTo>
                <a:lnTo>
                  <a:pt x="698570" y="1809247"/>
                </a:lnTo>
                <a:lnTo>
                  <a:pt x="698463" y="1808255"/>
                </a:lnTo>
                <a:lnTo>
                  <a:pt x="698340" y="1807273"/>
                </a:lnTo>
                <a:lnTo>
                  <a:pt x="698200" y="1806302"/>
                </a:lnTo>
                <a:lnTo>
                  <a:pt x="698044" y="1805340"/>
                </a:lnTo>
                <a:lnTo>
                  <a:pt x="697871" y="1804388"/>
                </a:lnTo>
                <a:lnTo>
                  <a:pt x="697682" y="1803446"/>
                </a:lnTo>
                <a:lnTo>
                  <a:pt x="697477" y="1802514"/>
                </a:lnTo>
                <a:lnTo>
                  <a:pt x="697255" y="1801592"/>
                </a:lnTo>
                <a:lnTo>
                  <a:pt x="697016" y="1800680"/>
                </a:lnTo>
                <a:lnTo>
                  <a:pt x="696762" y="1799778"/>
                </a:lnTo>
                <a:lnTo>
                  <a:pt x="696490" y="1798886"/>
                </a:lnTo>
                <a:lnTo>
                  <a:pt x="696203" y="1798004"/>
                </a:lnTo>
                <a:lnTo>
                  <a:pt x="695899" y="1797132"/>
                </a:lnTo>
                <a:lnTo>
                  <a:pt x="695578" y="1796270"/>
                </a:lnTo>
                <a:lnTo>
                  <a:pt x="695241" y="1795418"/>
                </a:lnTo>
                <a:lnTo>
                  <a:pt x="694888" y="1794576"/>
                </a:lnTo>
                <a:lnTo>
                  <a:pt x="694518" y="1793744"/>
                </a:lnTo>
                <a:lnTo>
                  <a:pt x="694131" y="1792922"/>
                </a:lnTo>
                <a:lnTo>
                  <a:pt x="693730" y="1792112"/>
                </a:lnTo>
                <a:lnTo>
                  <a:pt x="693313" y="1791317"/>
                </a:lnTo>
                <a:lnTo>
                  <a:pt x="692882" y="1790536"/>
                </a:lnTo>
                <a:lnTo>
                  <a:pt x="692436" y="1789770"/>
                </a:lnTo>
                <a:lnTo>
                  <a:pt x="691976" y="1789019"/>
                </a:lnTo>
                <a:lnTo>
                  <a:pt x="691500" y="1788283"/>
                </a:lnTo>
                <a:lnTo>
                  <a:pt x="691011" y="1787561"/>
                </a:lnTo>
                <a:lnTo>
                  <a:pt x="690506" y="1786854"/>
                </a:lnTo>
                <a:lnTo>
                  <a:pt x="689987" y="1786162"/>
                </a:lnTo>
                <a:lnTo>
                  <a:pt x="689453" y="1785484"/>
                </a:lnTo>
                <a:lnTo>
                  <a:pt x="688904" y="1784821"/>
                </a:lnTo>
                <a:lnTo>
                  <a:pt x="688341" y="1784172"/>
                </a:lnTo>
                <a:lnTo>
                  <a:pt x="687763" y="1783539"/>
                </a:lnTo>
                <a:lnTo>
                  <a:pt x="687170" y="1782920"/>
                </a:lnTo>
                <a:lnTo>
                  <a:pt x="686563" y="1782315"/>
                </a:lnTo>
                <a:lnTo>
                  <a:pt x="685941" y="1781726"/>
                </a:lnTo>
                <a:lnTo>
                  <a:pt x="685305" y="1781150"/>
                </a:lnTo>
                <a:lnTo>
                  <a:pt x="684653" y="1780590"/>
                </a:lnTo>
                <a:lnTo>
                  <a:pt x="683987" y="1780044"/>
                </a:lnTo>
                <a:lnTo>
                  <a:pt x="683307" y="1779514"/>
                </a:lnTo>
                <a:lnTo>
                  <a:pt x="682611" y="1778997"/>
                </a:lnTo>
                <a:lnTo>
                  <a:pt x="681901" y="1778496"/>
                </a:lnTo>
                <a:lnTo>
                  <a:pt x="681177" y="1778009"/>
                </a:lnTo>
                <a:lnTo>
                  <a:pt x="680437" y="1777536"/>
                </a:lnTo>
                <a:lnTo>
                  <a:pt x="679684" y="1777081"/>
                </a:lnTo>
                <a:lnTo>
                  <a:pt x="678918" y="1776645"/>
                </a:lnTo>
                <a:lnTo>
                  <a:pt x="678139" y="1776229"/>
                </a:lnTo>
                <a:lnTo>
                  <a:pt x="677347" y="1775832"/>
                </a:lnTo>
                <a:lnTo>
                  <a:pt x="676542" y="1775454"/>
                </a:lnTo>
                <a:lnTo>
                  <a:pt x="675724" y="1775095"/>
                </a:lnTo>
                <a:lnTo>
                  <a:pt x="674894" y="1774756"/>
                </a:lnTo>
                <a:lnTo>
                  <a:pt x="674050" y="1774437"/>
                </a:lnTo>
                <a:lnTo>
                  <a:pt x="673194" y="1774137"/>
                </a:lnTo>
                <a:lnTo>
                  <a:pt x="672324" y="1773856"/>
                </a:lnTo>
                <a:lnTo>
                  <a:pt x="671442" y="1773594"/>
                </a:lnTo>
                <a:lnTo>
                  <a:pt x="670547" y="1773352"/>
                </a:lnTo>
                <a:lnTo>
                  <a:pt x="669639" y="1773129"/>
                </a:lnTo>
                <a:lnTo>
                  <a:pt x="668717" y="1772926"/>
                </a:lnTo>
                <a:lnTo>
                  <a:pt x="667784" y="1772742"/>
                </a:lnTo>
                <a:lnTo>
                  <a:pt x="666837" y="1772577"/>
                </a:lnTo>
                <a:lnTo>
                  <a:pt x="665877" y="1772432"/>
                </a:lnTo>
                <a:lnTo>
                  <a:pt x="664904" y="1772306"/>
                </a:lnTo>
                <a:lnTo>
                  <a:pt x="663918" y="1772199"/>
                </a:lnTo>
                <a:lnTo>
                  <a:pt x="662920" y="1772112"/>
                </a:lnTo>
                <a:lnTo>
                  <a:pt x="661908" y="1772044"/>
                </a:lnTo>
                <a:lnTo>
                  <a:pt x="660884" y="1771996"/>
                </a:lnTo>
                <a:lnTo>
                  <a:pt x="659847" y="1771967"/>
                </a:lnTo>
                <a:lnTo>
                  <a:pt x="658797" y="1771957"/>
                </a:lnTo>
                <a:lnTo>
                  <a:pt x="657774" y="1771967"/>
                </a:lnTo>
                <a:lnTo>
                  <a:pt x="656763" y="1771996"/>
                </a:lnTo>
                <a:lnTo>
                  <a:pt x="655764" y="1772044"/>
                </a:lnTo>
                <a:lnTo>
                  <a:pt x="654777" y="1772112"/>
                </a:lnTo>
                <a:lnTo>
                  <a:pt x="653801" y="1772199"/>
                </a:lnTo>
                <a:lnTo>
                  <a:pt x="652837" y="1772306"/>
                </a:lnTo>
                <a:lnTo>
                  <a:pt x="651885" y="1772432"/>
                </a:lnTo>
                <a:lnTo>
                  <a:pt x="650944" y="1772577"/>
                </a:lnTo>
                <a:lnTo>
                  <a:pt x="650016" y="1772742"/>
                </a:lnTo>
                <a:lnTo>
                  <a:pt x="649099" y="1772926"/>
                </a:lnTo>
                <a:lnTo>
                  <a:pt x="648194" y="1773129"/>
                </a:lnTo>
                <a:lnTo>
                  <a:pt x="647300" y="1773352"/>
                </a:lnTo>
                <a:lnTo>
                  <a:pt x="646418" y="1773594"/>
                </a:lnTo>
                <a:lnTo>
                  <a:pt x="645548" y="1773856"/>
                </a:lnTo>
                <a:lnTo>
                  <a:pt x="644690" y="1774137"/>
                </a:lnTo>
                <a:lnTo>
                  <a:pt x="643844" y="1774437"/>
                </a:lnTo>
                <a:lnTo>
                  <a:pt x="643009" y="1774756"/>
                </a:lnTo>
                <a:lnTo>
                  <a:pt x="642186" y="1775095"/>
                </a:lnTo>
                <a:lnTo>
                  <a:pt x="641375" y="1775454"/>
                </a:lnTo>
                <a:lnTo>
                  <a:pt x="640575" y="1775832"/>
                </a:lnTo>
                <a:lnTo>
                  <a:pt x="639787" y="1776229"/>
                </a:lnTo>
                <a:lnTo>
                  <a:pt x="639011" y="1776645"/>
                </a:lnTo>
                <a:lnTo>
                  <a:pt x="638247" y="1777081"/>
                </a:lnTo>
                <a:lnTo>
                  <a:pt x="637494" y="1777536"/>
                </a:lnTo>
                <a:lnTo>
                  <a:pt x="636755" y="1777995"/>
                </a:lnTo>
                <a:lnTo>
                  <a:pt x="636030" y="1778469"/>
                </a:lnTo>
                <a:lnTo>
                  <a:pt x="635320" y="1778958"/>
                </a:lnTo>
                <a:lnTo>
                  <a:pt x="634625" y="1779462"/>
                </a:lnTo>
                <a:lnTo>
                  <a:pt x="633944" y="1779981"/>
                </a:lnTo>
                <a:lnTo>
                  <a:pt x="633278" y="1780516"/>
                </a:lnTo>
                <a:lnTo>
                  <a:pt x="632627" y="1781066"/>
                </a:lnTo>
                <a:lnTo>
                  <a:pt x="631990" y="1781632"/>
                </a:lnTo>
                <a:lnTo>
                  <a:pt x="631368" y="1782212"/>
                </a:lnTo>
                <a:lnTo>
                  <a:pt x="630761" y="1782808"/>
                </a:lnTo>
                <a:lnTo>
                  <a:pt x="630168" y="1783419"/>
                </a:lnTo>
                <a:lnTo>
                  <a:pt x="629590" y="1784045"/>
                </a:lnTo>
                <a:lnTo>
                  <a:pt x="629027" y="1784687"/>
                </a:lnTo>
                <a:lnTo>
                  <a:pt x="628478" y="1785344"/>
                </a:lnTo>
                <a:lnTo>
                  <a:pt x="627944" y="1786016"/>
                </a:lnTo>
                <a:lnTo>
                  <a:pt x="627425" y="1786704"/>
                </a:lnTo>
                <a:lnTo>
                  <a:pt x="626921" y="1787406"/>
                </a:lnTo>
                <a:lnTo>
                  <a:pt x="626431" y="1788124"/>
                </a:lnTo>
                <a:lnTo>
                  <a:pt x="625956" y="1788857"/>
                </a:lnTo>
                <a:lnTo>
                  <a:pt x="625495" y="1789606"/>
                </a:lnTo>
                <a:lnTo>
                  <a:pt x="625049" y="1790370"/>
                </a:lnTo>
                <a:lnTo>
                  <a:pt x="624618" y="1791149"/>
                </a:lnTo>
                <a:lnTo>
                  <a:pt x="624202" y="1791943"/>
                </a:lnTo>
                <a:lnTo>
                  <a:pt x="623800" y="1792752"/>
                </a:lnTo>
                <a:lnTo>
                  <a:pt x="623413" y="1793575"/>
                </a:lnTo>
                <a:lnTo>
                  <a:pt x="623044" y="1794408"/>
                </a:lnTo>
                <a:lnTo>
                  <a:pt x="622690" y="1795251"/>
                </a:lnTo>
                <a:lnTo>
                  <a:pt x="622353" y="1796106"/>
                </a:lnTo>
                <a:lnTo>
                  <a:pt x="622033" y="1796970"/>
                </a:lnTo>
                <a:lnTo>
                  <a:pt x="621729" y="1797846"/>
                </a:lnTo>
                <a:lnTo>
                  <a:pt x="621441" y="1798731"/>
                </a:lnTo>
                <a:lnTo>
                  <a:pt x="621170" y="1799628"/>
                </a:lnTo>
                <a:lnTo>
                  <a:pt x="620915" y="1800535"/>
                </a:lnTo>
                <a:lnTo>
                  <a:pt x="620677" y="1801452"/>
                </a:lnTo>
                <a:lnTo>
                  <a:pt x="620455" y="1802380"/>
                </a:lnTo>
                <a:lnTo>
                  <a:pt x="620249" y="1803319"/>
                </a:lnTo>
                <a:lnTo>
                  <a:pt x="620060" y="1804268"/>
                </a:lnTo>
                <a:lnTo>
                  <a:pt x="619888" y="1805228"/>
                </a:lnTo>
                <a:lnTo>
                  <a:pt x="619732" y="1806199"/>
                </a:lnTo>
                <a:lnTo>
                  <a:pt x="619592" y="1807180"/>
                </a:lnTo>
                <a:lnTo>
                  <a:pt x="619469" y="1808171"/>
                </a:lnTo>
                <a:lnTo>
                  <a:pt x="619362" y="1809173"/>
                </a:lnTo>
                <a:lnTo>
                  <a:pt x="619271" y="1810186"/>
                </a:lnTo>
                <a:lnTo>
                  <a:pt x="619197" y="1811209"/>
                </a:lnTo>
                <a:lnTo>
                  <a:pt x="619140" y="1812243"/>
                </a:lnTo>
                <a:lnTo>
                  <a:pt x="619099" y="1813287"/>
                </a:lnTo>
                <a:lnTo>
                  <a:pt x="619074" y="1814342"/>
                </a:lnTo>
                <a:lnTo>
                  <a:pt x="619066" y="1815408"/>
                </a:lnTo>
                <a:lnTo>
                  <a:pt x="619066" y="1818282"/>
                </a:lnTo>
                <a:lnTo>
                  <a:pt x="619074" y="1819320"/>
                </a:lnTo>
                <a:lnTo>
                  <a:pt x="619099" y="1820349"/>
                </a:lnTo>
                <a:lnTo>
                  <a:pt x="619140" y="1821370"/>
                </a:lnTo>
                <a:lnTo>
                  <a:pt x="619197" y="1822382"/>
                </a:lnTo>
                <a:lnTo>
                  <a:pt x="619271" y="1823385"/>
                </a:lnTo>
                <a:lnTo>
                  <a:pt x="619362" y="1824379"/>
                </a:lnTo>
                <a:lnTo>
                  <a:pt x="619469" y="1825364"/>
                </a:lnTo>
                <a:lnTo>
                  <a:pt x="619592" y="1826341"/>
                </a:lnTo>
                <a:lnTo>
                  <a:pt x="619732" y="1827308"/>
                </a:lnTo>
                <a:lnTo>
                  <a:pt x="619888" y="1828267"/>
                </a:lnTo>
                <a:lnTo>
                  <a:pt x="620060" y="1829217"/>
                </a:lnTo>
                <a:lnTo>
                  <a:pt x="620249" y="1830159"/>
                </a:lnTo>
                <a:lnTo>
                  <a:pt x="620455" y="1831091"/>
                </a:lnTo>
                <a:lnTo>
                  <a:pt x="620677" y="1832015"/>
                </a:lnTo>
                <a:lnTo>
                  <a:pt x="620915" y="1832930"/>
                </a:lnTo>
                <a:lnTo>
                  <a:pt x="621170" y="1833836"/>
                </a:lnTo>
                <a:lnTo>
                  <a:pt x="621441" y="1834733"/>
                </a:lnTo>
                <a:lnTo>
                  <a:pt x="621729" y="1835622"/>
                </a:lnTo>
                <a:lnTo>
                  <a:pt x="622033" y="1836501"/>
                </a:lnTo>
                <a:lnTo>
                  <a:pt x="622353" y="1837372"/>
                </a:lnTo>
                <a:lnTo>
                  <a:pt x="622690" y="1838234"/>
                </a:lnTo>
                <a:lnTo>
                  <a:pt x="623044" y="1839088"/>
                </a:lnTo>
                <a:lnTo>
                  <a:pt x="623413" y="1839932"/>
                </a:lnTo>
                <a:lnTo>
                  <a:pt x="623800" y="1840768"/>
                </a:lnTo>
                <a:lnTo>
                  <a:pt x="624202" y="1841577"/>
                </a:lnTo>
                <a:lnTo>
                  <a:pt x="624618" y="1842373"/>
                </a:lnTo>
                <a:lnTo>
                  <a:pt x="625049" y="1843153"/>
                </a:lnTo>
                <a:lnTo>
                  <a:pt x="625495" y="1843919"/>
                </a:lnTo>
                <a:lnTo>
                  <a:pt x="625956" y="1844670"/>
                </a:lnTo>
                <a:lnTo>
                  <a:pt x="626431" y="1845406"/>
                </a:lnTo>
                <a:lnTo>
                  <a:pt x="626921" y="1846128"/>
                </a:lnTo>
                <a:lnTo>
                  <a:pt x="627425" y="1846835"/>
                </a:lnTo>
                <a:lnTo>
                  <a:pt x="627944" y="1847528"/>
                </a:lnTo>
                <a:lnTo>
                  <a:pt x="628478" y="1848205"/>
                </a:lnTo>
                <a:lnTo>
                  <a:pt x="629027" y="1848868"/>
                </a:lnTo>
                <a:lnTo>
                  <a:pt x="629590" y="1849517"/>
                </a:lnTo>
                <a:lnTo>
                  <a:pt x="630168" y="1850150"/>
                </a:lnTo>
                <a:lnTo>
                  <a:pt x="630761" y="1850769"/>
                </a:lnTo>
                <a:lnTo>
                  <a:pt x="631368" y="1851374"/>
                </a:lnTo>
                <a:lnTo>
                  <a:pt x="631990" y="1851963"/>
                </a:lnTo>
                <a:lnTo>
                  <a:pt x="632627" y="1852538"/>
                </a:lnTo>
                <a:lnTo>
                  <a:pt x="633278" y="1853099"/>
                </a:lnTo>
                <a:lnTo>
                  <a:pt x="633944" y="1853644"/>
                </a:lnTo>
                <a:lnTo>
                  <a:pt x="634625" y="1854175"/>
                </a:lnTo>
                <a:lnTo>
                  <a:pt x="635320" y="1854692"/>
                </a:lnTo>
                <a:lnTo>
                  <a:pt x="636030" y="1855193"/>
                </a:lnTo>
                <a:lnTo>
                  <a:pt x="636755" y="1855680"/>
                </a:lnTo>
                <a:lnTo>
                  <a:pt x="637494" y="1856153"/>
                </a:lnTo>
                <a:lnTo>
                  <a:pt x="638247" y="1856608"/>
                </a:lnTo>
                <a:lnTo>
                  <a:pt x="639012" y="1857044"/>
                </a:lnTo>
                <a:lnTo>
                  <a:pt x="639790" y="1857460"/>
                </a:lnTo>
                <a:lnTo>
                  <a:pt x="640580" y="1857857"/>
                </a:lnTo>
                <a:lnTo>
                  <a:pt x="641382" y="1858235"/>
                </a:lnTo>
                <a:lnTo>
                  <a:pt x="642196" y="1858593"/>
                </a:lnTo>
                <a:lnTo>
                  <a:pt x="643023" y="1858932"/>
                </a:lnTo>
                <a:lnTo>
                  <a:pt x="643862" y="1859252"/>
                </a:lnTo>
                <a:lnTo>
                  <a:pt x="644714" y="1859552"/>
                </a:lnTo>
                <a:lnTo>
                  <a:pt x="645578" y="1859833"/>
                </a:lnTo>
                <a:lnTo>
                  <a:pt x="646454" y="1860095"/>
                </a:lnTo>
                <a:lnTo>
                  <a:pt x="647342" y="1860337"/>
                </a:lnTo>
                <a:lnTo>
                  <a:pt x="648243" y="1860560"/>
                </a:lnTo>
                <a:lnTo>
                  <a:pt x="649156" y="1860763"/>
                </a:lnTo>
                <a:lnTo>
                  <a:pt x="650082" y="1860947"/>
                </a:lnTo>
                <a:lnTo>
                  <a:pt x="651019" y="1861112"/>
                </a:lnTo>
                <a:lnTo>
                  <a:pt x="651970" y="1861257"/>
                </a:lnTo>
                <a:lnTo>
                  <a:pt x="652932" y="1861383"/>
                </a:lnTo>
                <a:lnTo>
                  <a:pt x="653907" y="1861490"/>
                </a:lnTo>
                <a:lnTo>
                  <a:pt x="654894" y="1861577"/>
                </a:lnTo>
                <a:lnTo>
                  <a:pt x="655893" y="1861645"/>
                </a:lnTo>
                <a:lnTo>
                  <a:pt x="656905" y="1861693"/>
                </a:lnTo>
                <a:lnTo>
                  <a:pt x="657929" y="1861722"/>
                </a:lnTo>
                <a:lnTo>
                  <a:pt x="658966" y="1861732"/>
                </a:lnTo>
                <a:lnTo>
                  <a:pt x="660002" y="1861722"/>
                </a:lnTo>
                <a:lnTo>
                  <a:pt x="661026" y="1861694"/>
                </a:lnTo>
                <a:lnTo>
                  <a:pt x="662038" y="1861647"/>
                </a:lnTo>
                <a:lnTo>
                  <a:pt x="663037" y="1861582"/>
                </a:lnTo>
                <a:lnTo>
                  <a:pt x="664024" y="1861497"/>
                </a:lnTo>
                <a:lnTo>
                  <a:pt x="664999" y="1861394"/>
                </a:lnTo>
                <a:lnTo>
                  <a:pt x="665962" y="1861272"/>
                </a:lnTo>
                <a:close/>
                <a:moveTo>
                  <a:pt x="653617" y="1849124"/>
                </a:moveTo>
                <a:lnTo>
                  <a:pt x="652898" y="1848939"/>
                </a:lnTo>
                <a:lnTo>
                  <a:pt x="652190" y="1848730"/>
                </a:lnTo>
                <a:lnTo>
                  <a:pt x="651493" y="1848495"/>
                </a:lnTo>
                <a:lnTo>
                  <a:pt x="650807" y="1848236"/>
                </a:lnTo>
                <a:lnTo>
                  <a:pt x="650132" y="1847953"/>
                </a:lnTo>
                <a:lnTo>
                  <a:pt x="649468" y="1847645"/>
                </a:lnTo>
                <a:lnTo>
                  <a:pt x="648816" y="1847312"/>
                </a:lnTo>
                <a:lnTo>
                  <a:pt x="648174" y="1846954"/>
                </a:lnTo>
                <a:lnTo>
                  <a:pt x="647544" y="1846572"/>
                </a:lnTo>
                <a:lnTo>
                  <a:pt x="646925" y="1846165"/>
                </a:lnTo>
                <a:lnTo>
                  <a:pt x="646317" y="1845734"/>
                </a:lnTo>
                <a:lnTo>
                  <a:pt x="645721" y="1845278"/>
                </a:lnTo>
                <a:lnTo>
                  <a:pt x="645135" y="1844797"/>
                </a:lnTo>
                <a:lnTo>
                  <a:pt x="644561" y="1844292"/>
                </a:lnTo>
                <a:lnTo>
                  <a:pt x="643997" y="1843761"/>
                </a:lnTo>
                <a:lnTo>
                  <a:pt x="643445" y="1843207"/>
                </a:lnTo>
                <a:lnTo>
                  <a:pt x="642904" y="1842627"/>
                </a:lnTo>
                <a:lnTo>
                  <a:pt x="642394" y="1842012"/>
                </a:lnTo>
                <a:lnTo>
                  <a:pt x="641905" y="1841377"/>
                </a:lnTo>
                <a:lnTo>
                  <a:pt x="641438" y="1840723"/>
                </a:lnTo>
                <a:lnTo>
                  <a:pt x="640993" y="1840049"/>
                </a:lnTo>
                <a:lnTo>
                  <a:pt x="640569" y="1839356"/>
                </a:lnTo>
                <a:lnTo>
                  <a:pt x="640168" y="1838644"/>
                </a:lnTo>
                <a:lnTo>
                  <a:pt x="639787" y="1837912"/>
                </a:lnTo>
                <a:lnTo>
                  <a:pt x="639429" y="1837161"/>
                </a:lnTo>
                <a:lnTo>
                  <a:pt x="639092" y="1836390"/>
                </a:lnTo>
                <a:lnTo>
                  <a:pt x="638777" y="1835601"/>
                </a:lnTo>
                <a:lnTo>
                  <a:pt x="638484" y="1834791"/>
                </a:lnTo>
                <a:lnTo>
                  <a:pt x="638213" y="1833963"/>
                </a:lnTo>
                <a:lnTo>
                  <a:pt x="637963" y="1833115"/>
                </a:lnTo>
                <a:lnTo>
                  <a:pt x="637735" y="1832247"/>
                </a:lnTo>
                <a:lnTo>
                  <a:pt x="637528" y="1831361"/>
                </a:lnTo>
                <a:lnTo>
                  <a:pt x="637344" y="1830455"/>
                </a:lnTo>
                <a:lnTo>
                  <a:pt x="637181" y="1829529"/>
                </a:lnTo>
                <a:lnTo>
                  <a:pt x="637040" y="1828584"/>
                </a:lnTo>
                <a:lnTo>
                  <a:pt x="636920" y="1827620"/>
                </a:lnTo>
                <a:lnTo>
                  <a:pt x="636823" y="1826636"/>
                </a:lnTo>
                <a:lnTo>
                  <a:pt x="636747" y="1825633"/>
                </a:lnTo>
                <a:lnTo>
                  <a:pt x="636692" y="1824611"/>
                </a:lnTo>
                <a:lnTo>
                  <a:pt x="636660" y="1823569"/>
                </a:lnTo>
                <a:lnTo>
                  <a:pt x="636649" y="1822508"/>
                </a:lnTo>
                <a:lnTo>
                  <a:pt x="636649" y="1811181"/>
                </a:lnTo>
                <a:lnTo>
                  <a:pt x="636660" y="1810120"/>
                </a:lnTo>
                <a:lnTo>
                  <a:pt x="636692" y="1809079"/>
                </a:lnTo>
                <a:lnTo>
                  <a:pt x="636747" y="1808058"/>
                </a:lnTo>
                <a:lnTo>
                  <a:pt x="636823" y="1807057"/>
                </a:lnTo>
                <a:lnTo>
                  <a:pt x="636920" y="1806076"/>
                </a:lnTo>
                <a:lnTo>
                  <a:pt x="637040" y="1805115"/>
                </a:lnTo>
                <a:lnTo>
                  <a:pt x="637181" y="1804174"/>
                </a:lnTo>
                <a:lnTo>
                  <a:pt x="637344" y="1803253"/>
                </a:lnTo>
                <a:lnTo>
                  <a:pt x="637528" y="1802352"/>
                </a:lnTo>
                <a:lnTo>
                  <a:pt x="637735" y="1801471"/>
                </a:lnTo>
                <a:lnTo>
                  <a:pt x="637963" y="1800610"/>
                </a:lnTo>
                <a:lnTo>
                  <a:pt x="638213" y="1799769"/>
                </a:lnTo>
                <a:lnTo>
                  <a:pt x="638484" y="1798947"/>
                </a:lnTo>
                <a:lnTo>
                  <a:pt x="638777" y="1798146"/>
                </a:lnTo>
                <a:lnTo>
                  <a:pt x="639092" y="1797365"/>
                </a:lnTo>
                <a:lnTo>
                  <a:pt x="639429" y="1796603"/>
                </a:lnTo>
                <a:lnTo>
                  <a:pt x="639787" y="1795862"/>
                </a:lnTo>
                <a:lnTo>
                  <a:pt x="640168" y="1795141"/>
                </a:lnTo>
                <a:lnTo>
                  <a:pt x="640569" y="1794439"/>
                </a:lnTo>
                <a:lnTo>
                  <a:pt x="640993" y="1793757"/>
                </a:lnTo>
                <a:lnTo>
                  <a:pt x="641438" y="1793096"/>
                </a:lnTo>
                <a:lnTo>
                  <a:pt x="641905" y="1792454"/>
                </a:lnTo>
                <a:lnTo>
                  <a:pt x="642394" y="1791833"/>
                </a:lnTo>
                <a:lnTo>
                  <a:pt x="642904" y="1791231"/>
                </a:lnTo>
                <a:lnTo>
                  <a:pt x="643445" y="1790638"/>
                </a:lnTo>
                <a:lnTo>
                  <a:pt x="643997" y="1790070"/>
                </a:lnTo>
                <a:lnTo>
                  <a:pt x="644561" y="1789527"/>
                </a:lnTo>
                <a:lnTo>
                  <a:pt x="645135" y="1789010"/>
                </a:lnTo>
                <a:lnTo>
                  <a:pt x="645721" y="1788517"/>
                </a:lnTo>
                <a:lnTo>
                  <a:pt x="646317" y="1788050"/>
                </a:lnTo>
                <a:lnTo>
                  <a:pt x="646925" y="1787609"/>
                </a:lnTo>
                <a:lnTo>
                  <a:pt x="647544" y="1787192"/>
                </a:lnTo>
                <a:lnTo>
                  <a:pt x="648174" y="1786801"/>
                </a:lnTo>
                <a:lnTo>
                  <a:pt x="648816" y="1786435"/>
                </a:lnTo>
                <a:lnTo>
                  <a:pt x="649468" y="1786094"/>
                </a:lnTo>
                <a:lnTo>
                  <a:pt x="650132" y="1785779"/>
                </a:lnTo>
                <a:lnTo>
                  <a:pt x="650807" y="1785488"/>
                </a:lnTo>
                <a:lnTo>
                  <a:pt x="651493" y="1785223"/>
                </a:lnTo>
                <a:lnTo>
                  <a:pt x="652190" y="1784983"/>
                </a:lnTo>
                <a:lnTo>
                  <a:pt x="652898" y="1784769"/>
                </a:lnTo>
                <a:lnTo>
                  <a:pt x="653617" y="1784580"/>
                </a:lnTo>
                <a:lnTo>
                  <a:pt x="654348" y="1784415"/>
                </a:lnTo>
                <a:lnTo>
                  <a:pt x="655090" y="1784277"/>
                </a:lnTo>
                <a:lnTo>
                  <a:pt x="655843" y="1784163"/>
                </a:lnTo>
                <a:lnTo>
                  <a:pt x="656607" y="1784075"/>
                </a:lnTo>
                <a:lnTo>
                  <a:pt x="657382" y="1784012"/>
                </a:lnTo>
                <a:lnTo>
                  <a:pt x="658168" y="1783974"/>
                </a:lnTo>
                <a:lnTo>
                  <a:pt x="658966" y="1783961"/>
                </a:lnTo>
                <a:lnTo>
                  <a:pt x="659777" y="1783974"/>
                </a:lnTo>
                <a:lnTo>
                  <a:pt x="660575" y="1784012"/>
                </a:lnTo>
                <a:lnTo>
                  <a:pt x="661362" y="1784075"/>
                </a:lnTo>
                <a:lnTo>
                  <a:pt x="662136" y="1784163"/>
                </a:lnTo>
                <a:lnTo>
                  <a:pt x="662897" y="1784277"/>
                </a:lnTo>
                <a:lnTo>
                  <a:pt x="663647" y="1784415"/>
                </a:lnTo>
                <a:lnTo>
                  <a:pt x="664384" y="1784580"/>
                </a:lnTo>
                <a:lnTo>
                  <a:pt x="665108" y="1784769"/>
                </a:lnTo>
                <a:lnTo>
                  <a:pt x="665821" y="1784983"/>
                </a:lnTo>
                <a:lnTo>
                  <a:pt x="666521" y="1785223"/>
                </a:lnTo>
                <a:lnTo>
                  <a:pt x="667209" y="1785488"/>
                </a:lnTo>
                <a:lnTo>
                  <a:pt x="667884" y="1785779"/>
                </a:lnTo>
                <a:lnTo>
                  <a:pt x="668547" y="1786094"/>
                </a:lnTo>
                <a:lnTo>
                  <a:pt x="669198" y="1786435"/>
                </a:lnTo>
                <a:lnTo>
                  <a:pt x="669836" y="1786801"/>
                </a:lnTo>
                <a:lnTo>
                  <a:pt x="670462" y="1787192"/>
                </a:lnTo>
                <a:lnTo>
                  <a:pt x="671076" y="1787609"/>
                </a:lnTo>
                <a:lnTo>
                  <a:pt x="671677" y="1788050"/>
                </a:lnTo>
                <a:lnTo>
                  <a:pt x="672266" y="1788517"/>
                </a:lnTo>
                <a:lnTo>
                  <a:pt x="672843" y="1789010"/>
                </a:lnTo>
                <a:lnTo>
                  <a:pt x="673408" y="1789527"/>
                </a:lnTo>
                <a:lnTo>
                  <a:pt x="673960" y="1790070"/>
                </a:lnTo>
                <a:lnTo>
                  <a:pt x="674500" y="1790638"/>
                </a:lnTo>
                <a:lnTo>
                  <a:pt x="675027" y="1791231"/>
                </a:lnTo>
                <a:lnTo>
                  <a:pt x="675538" y="1791833"/>
                </a:lnTo>
                <a:lnTo>
                  <a:pt x="676026" y="1792454"/>
                </a:lnTo>
                <a:lnTo>
                  <a:pt x="676493" y="1793096"/>
                </a:lnTo>
                <a:lnTo>
                  <a:pt x="676938" y="1793757"/>
                </a:lnTo>
                <a:lnTo>
                  <a:pt x="677362" y="1794439"/>
                </a:lnTo>
                <a:lnTo>
                  <a:pt x="677764" y="1795141"/>
                </a:lnTo>
                <a:lnTo>
                  <a:pt x="678144" y="1795862"/>
                </a:lnTo>
                <a:lnTo>
                  <a:pt x="678502" y="1796603"/>
                </a:lnTo>
                <a:lnTo>
                  <a:pt x="678839" y="1797365"/>
                </a:lnTo>
                <a:lnTo>
                  <a:pt x="679154" y="1798146"/>
                </a:lnTo>
                <a:lnTo>
                  <a:pt x="679447" y="1798947"/>
                </a:lnTo>
                <a:lnTo>
                  <a:pt x="679719" y="1799769"/>
                </a:lnTo>
                <a:lnTo>
                  <a:pt x="679968" y="1800610"/>
                </a:lnTo>
                <a:lnTo>
                  <a:pt x="680197" y="1801471"/>
                </a:lnTo>
                <a:lnTo>
                  <a:pt x="680403" y="1802352"/>
                </a:lnTo>
                <a:lnTo>
                  <a:pt x="680588" y="1803253"/>
                </a:lnTo>
                <a:lnTo>
                  <a:pt x="680750" y="1804174"/>
                </a:lnTo>
                <a:lnTo>
                  <a:pt x="680892" y="1805115"/>
                </a:lnTo>
                <a:lnTo>
                  <a:pt x="681011" y="1806076"/>
                </a:lnTo>
                <a:lnTo>
                  <a:pt x="681109" y="1807057"/>
                </a:lnTo>
                <a:lnTo>
                  <a:pt x="681185" y="1808058"/>
                </a:lnTo>
                <a:lnTo>
                  <a:pt x="681239" y="1809079"/>
                </a:lnTo>
                <a:lnTo>
                  <a:pt x="681272" y="1810120"/>
                </a:lnTo>
                <a:lnTo>
                  <a:pt x="681283" y="1811181"/>
                </a:lnTo>
                <a:lnTo>
                  <a:pt x="681283" y="1822508"/>
                </a:lnTo>
                <a:lnTo>
                  <a:pt x="681272" y="1823569"/>
                </a:lnTo>
                <a:lnTo>
                  <a:pt x="681239" y="1824611"/>
                </a:lnTo>
                <a:lnTo>
                  <a:pt x="681185" y="1825633"/>
                </a:lnTo>
                <a:lnTo>
                  <a:pt x="681109" y="1826636"/>
                </a:lnTo>
                <a:lnTo>
                  <a:pt x="681011" y="1827620"/>
                </a:lnTo>
                <a:lnTo>
                  <a:pt x="680892" y="1828584"/>
                </a:lnTo>
                <a:lnTo>
                  <a:pt x="680750" y="1829529"/>
                </a:lnTo>
                <a:lnTo>
                  <a:pt x="680588" y="1830455"/>
                </a:lnTo>
                <a:lnTo>
                  <a:pt x="680403" y="1831361"/>
                </a:lnTo>
                <a:lnTo>
                  <a:pt x="680197" y="1832247"/>
                </a:lnTo>
                <a:lnTo>
                  <a:pt x="679968" y="1833115"/>
                </a:lnTo>
                <a:lnTo>
                  <a:pt x="679719" y="1833963"/>
                </a:lnTo>
                <a:lnTo>
                  <a:pt x="679447" y="1834791"/>
                </a:lnTo>
                <a:lnTo>
                  <a:pt x="679154" y="1835601"/>
                </a:lnTo>
                <a:lnTo>
                  <a:pt x="678839" y="1836390"/>
                </a:lnTo>
                <a:lnTo>
                  <a:pt x="678502" y="1837161"/>
                </a:lnTo>
                <a:lnTo>
                  <a:pt x="678144" y="1837912"/>
                </a:lnTo>
                <a:lnTo>
                  <a:pt x="677764" y="1838644"/>
                </a:lnTo>
                <a:lnTo>
                  <a:pt x="677362" y="1839356"/>
                </a:lnTo>
                <a:lnTo>
                  <a:pt x="676938" y="1840049"/>
                </a:lnTo>
                <a:lnTo>
                  <a:pt x="676493" y="1840723"/>
                </a:lnTo>
                <a:lnTo>
                  <a:pt x="676026" y="1841377"/>
                </a:lnTo>
                <a:lnTo>
                  <a:pt x="675538" y="1842012"/>
                </a:lnTo>
                <a:lnTo>
                  <a:pt x="675027" y="1842627"/>
                </a:lnTo>
                <a:lnTo>
                  <a:pt x="674500" y="1843207"/>
                </a:lnTo>
                <a:lnTo>
                  <a:pt x="673960" y="1843761"/>
                </a:lnTo>
                <a:lnTo>
                  <a:pt x="673408" y="1844292"/>
                </a:lnTo>
                <a:lnTo>
                  <a:pt x="672843" y="1844797"/>
                </a:lnTo>
                <a:lnTo>
                  <a:pt x="672266" y="1845278"/>
                </a:lnTo>
                <a:lnTo>
                  <a:pt x="671677" y="1845734"/>
                </a:lnTo>
                <a:lnTo>
                  <a:pt x="671076" y="1846165"/>
                </a:lnTo>
                <a:lnTo>
                  <a:pt x="670462" y="1846572"/>
                </a:lnTo>
                <a:lnTo>
                  <a:pt x="669836" y="1846954"/>
                </a:lnTo>
                <a:lnTo>
                  <a:pt x="669198" y="1847312"/>
                </a:lnTo>
                <a:lnTo>
                  <a:pt x="668547" y="1847645"/>
                </a:lnTo>
                <a:lnTo>
                  <a:pt x="667884" y="1847953"/>
                </a:lnTo>
                <a:lnTo>
                  <a:pt x="667209" y="1848236"/>
                </a:lnTo>
                <a:lnTo>
                  <a:pt x="666521" y="1848495"/>
                </a:lnTo>
                <a:lnTo>
                  <a:pt x="665821" y="1848730"/>
                </a:lnTo>
                <a:lnTo>
                  <a:pt x="665108" y="1848939"/>
                </a:lnTo>
                <a:lnTo>
                  <a:pt x="664384" y="1849124"/>
                </a:lnTo>
                <a:lnTo>
                  <a:pt x="663647" y="1849284"/>
                </a:lnTo>
                <a:lnTo>
                  <a:pt x="662897" y="1849420"/>
                </a:lnTo>
                <a:lnTo>
                  <a:pt x="662136" y="1849531"/>
                </a:lnTo>
                <a:lnTo>
                  <a:pt x="661362" y="1849617"/>
                </a:lnTo>
                <a:lnTo>
                  <a:pt x="660575" y="1849679"/>
                </a:lnTo>
                <a:lnTo>
                  <a:pt x="659777" y="1849716"/>
                </a:lnTo>
                <a:lnTo>
                  <a:pt x="658966" y="1849728"/>
                </a:lnTo>
                <a:lnTo>
                  <a:pt x="658168" y="1849716"/>
                </a:lnTo>
                <a:lnTo>
                  <a:pt x="657382" y="1849679"/>
                </a:lnTo>
                <a:lnTo>
                  <a:pt x="656607" y="1849617"/>
                </a:lnTo>
                <a:lnTo>
                  <a:pt x="655843" y="1849531"/>
                </a:lnTo>
                <a:lnTo>
                  <a:pt x="655090" y="1849420"/>
                </a:lnTo>
                <a:lnTo>
                  <a:pt x="654348" y="1849284"/>
                </a:lnTo>
                <a:lnTo>
                  <a:pt x="653617" y="1849124"/>
                </a:lnTo>
                <a:close/>
                <a:moveTo>
                  <a:pt x="260889" y="1861281"/>
                </a:moveTo>
                <a:lnTo>
                  <a:pt x="261766" y="1861161"/>
                </a:lnTo>
                <a:lnTo>
                  <a:pt x="262632" y="1861027"/>
                </a:lnTo>
                <a:lnTo>
                  <a:pt x="263487" y="1860879"/>
                </a:lnTo>
                <a:lnTo>
                  <a:pt x="264331" y="1860717"/>
                </a:lnTo>
                <a:lnTo>
                  <a:pt x="265164" y="1860541"/>
                </a:lnTo>
                <a:lnTo>
                  <a:pt x="265985" y="1860351"/>
                </a:lnTo>
                <a:lnTo>
                  <a:pt x="266796" y="1860147"/>
                </a:lnTo>
                <a:lnTo>
                  <a:pt x="267595" y="1859928"/>
                </a:lnTo>
                <a:lnTo>
                  <a:pt x="268383" y="1859696"/>
                </a:lnTo>
                <a:lnTo>
                  <a:pt x="269160" y="1859449"/>
                </a:lnTo>
                <a:lnTo>
                  <a:pt x="269926" y="1859189"/>
                </a:lnTo>
                <a:lnTo>
                  <a:pt x="270681" y="1858914"/>
                </a:lnTo>
                <a:lnTo>
                  <a:pt x="271424" y="1858625"/>
                </a:lnTo>
                <a:lnTo>
                  <a:pt x="272156" y="1858322"/>
                </a:lnTo>
                <a:lnTo>
                  <a:pt x="272878" y="1858005"/>
                </a:lnTo>
                <a:lnTo>
                  <a:pt x="273588" y="1857674"/>
                </a:lnTo>
                <a:lnTo>
                  <a:pt x="274299" y="1857330"/>
                </a:lnTo>
                <a:lnTo>
                  <a:pt x="274998" y="1856975"/>
                </a:lnTo>
                <a:lnTo>
                  <a:pt x="275683" y="1856607"/>
                </a:lnTo>
                <a:lnTo>
                  <a:pt x="276354" y="1856228"/>
                </a:lnTo>
                <a:lnTo>
                  <a:pt x="277012" y="1855837"/>
                </a:lnTo>
                <a:lnTo>
                  <a:pt x="277656" y="1855434"/>
                </a:lnTo>
                <a:lnTo>
                  <a:pt x="278287" y="1855020"/>
                </a:lnTo>
                <a:lnTo>
                  <a:pt x="278904" y="1854594"/>
                </a:lnTo>
                <a:lnTo>
                  <a:pt x="279508" y="1854156"/>
                </a:lnTo>
                <a:lnTo>
                  <a:pt x="280098" y="1853706"/>
                </a:lnTo>
                <a:lnTo>
                  <a:pt x="280675" y="1853244"/>
                </a:lnTo>
                <a:lnTo>
                  <a:pt x="281238" y="1852771"/>
                </a:lnTo>
                <a:lnTo>
                  <a:pt x="281788" y="1852286"/>
                </a:lnTo>
                <a:lnTo>
                  <a:pt x="282324" y="1851790"/>
                </a:lnTo>
                <a:lnTo>
                  <a:pt x="282847" y="1851281"/>
                </a:lnTo>
                <a:lnTo>
                  <a:pt x="283356" y="1850761"/>
                </a:lnTo>
                <a:lnTo>
                  <a:pt x="283852" y="1850229"/>
                </a:lnTo>
                <a:lnTo>
                  <a:pt x="284334" y="1849686"/>
                </a:lnTo>
                <a:lnTo>
                  <a:pt x="284803" y="1849130"/>
                </a:lnTo>
                <a:lnTo>
                  <a:pt x="285258" y="1848563"/>
                </a:lnTo>
                <a:lnTo>
                  <a:pt x="285700" y="1847984"/>
                </a:lnTo>
                <a:lnTo>
                  <a:pt x="286128" y="1847394"/>
                </a:lnTo>
                <a:lnTo>
                  <a:pt x="286543" y="1846792"/>
                </a:lnTo>
                <a:lnTo>
                  <a:pt x="286944" y="1846178"/>
                </a:lnTo>
                <a:lnTo>
                  <a:pt x="287344" y="1845539"/>
                </a:lnTo>
                <a:lnTo>
                  <a:pt x="287727" y="1844891"/>
                </a:lnTo>
                <a:lnTo>
                  <a:pt x="288093" y="1844233"/>
                </a:lnTo>
                <a:lnTo>
                  <a:pt x="288442" y="1843566"/>
                </a:lnTo>
                <a:lnTo>
                  <a:pt x="288774" y="1842890"/>
                </a:lnTo>
                <a:lnTo>
                  <a:pt x="289089" y="1842205"/>
                </a:lnTo>
                <a:lnTo>
                  <a:pt x="289387" y="1841510"/>
                </a:lnTo>
                <a:lnTo>
                  <a:pt x="289668" y="1840805"/>
                </a:lnTo>
                <a:lnTo>
                  <a:pt x="289932" y="1840091"/>
                </a:lnTo>
                <a:lnTo>
                  <a:pt x="290178" y="1839368"/>
                </a:lnTo>
                <a:lnTo>
                  <a:pt x="290408" y="1838635"/>
                </a:lnTo>
                <a:lnTo>
                  <a:pt x="290621" y="1837893"/>
                </a:lnTo>
                <a:lnTo>
                  <a:pt x="290817" y="1837142"/>
                </a:lnTo>
                <a:lnTo>
                  <a:pt x="290996" y="1836381"/>
                </a:lnTo>
                <a:lnTo>
                  <a:pt x="291157" y="1835611"/>
                </a:lnTo>
                <a:lnTo>
                  <a:pt x="291302" y="1834831"/>
                </a:lnTo>
                <a:lnTo>
                  <a:pt x="291430" y="1834042"/>
                </a:lnTo>
                <a:lnTo>
                  <a:pt x="291540" y="1833244"/>
                </a:lnTo>
                <a:lnTo>
                  <a:pt x="291634" y="1832436"/>
                </a:lnTo>
                <a:lnTo>
                  <a:pt x="291711" y="1831619"/>
                </a:lnTo>
                <a:lnTo>
                  <a:pt x="291770" y="1830793"/>
                </a:lnTo>
                <a:lnTo>
                  <a:pt x="291813" y="1829957"/>
                </a:lnTo>
                <a:lnTo>
                  <a:pt x="291838" y="1829111"/>
                </a:lnTo>
                <a:lnTo>
                  <a:pt x="291847" y="1828257"/>
                </a:lnTo>
                <a:lnTo>
                  <a:pt x="275955" y="1828257"/>
                </a:lnTo>
                <a:lnTo>
                  <a:pt x="275945" y="1829162"/>
                </a:lnTo>
                <a:lnTo>
                  <a:pt x="275915" y="1830048"/>
                </a:lnTo>
                <a:lnTo>
                  <a:pt x="275865" y="1830914"/>
                </a:lnTo>
                <a:lnTo>
                  <a:pt x="275795" y="1831760"/>
                </a:lnTo>
                <a:lnTo>
                  <a:pt x="275705" y="1832586"/>
                </a:lnTo>
                <a:lnTo>
                  <a:pt x="275595" y="1833392"/>
                </a:lnTo>
                <a:lnTo>
                  <a:pt x="275466" y="1834178"/>
                </a:lnTo>
                <a:lnTo>
                  <a:pt x="275316" y="1834944"/>
                </a:lnTo>
                <a:lnTo>
                  <a:pt x="275146" y="1835690"/>
                </a:lnTo>
                <a:lnTo>
                  <a:pt x="274957" y="1836416"/>
                </a:lnTo>
                <a:lnTo>
                  <a:pt x="274747" y="1837123"/>
                </a:lnTo>
                <a:lnTo>
                  <a:pt x="274518" y="1837809"/>
                </a:lnTo>
                <a:lnTo>
                  <a:pt x="274268" y="1838475"/>
                </a:lnTo>
                <a:lnTo>
                  <a:pt x="273999" y="1839122"/>
                </a:lnTo>
                <a:lnTo>
                  <a:pt x="273709" y="1839748"/>
                </a:lnTo>
                <a:lnTo>
                  <a:pt x="273400" y="1840354"/>
                </a:lnTo>
                <a:lnTo>
                  <a:pt x="273070" y="1840941"/>
                </a:lnTo>
                <a:lnTo>
                  <a:pt x="272721" y="1841507"/>
                </a:lnTo>
                <a:lnTo>
                  <a:pt x="272352" y="1842054"/>
                </a:lnTo>
                <a:lnTo>
                  <a:pt x="271963" y="1842580"/>
                </a:lnTo>
                <a:lnTo>
                  <a:pt x="271554" y="1843087"/>
                </a:lnTo>
                <a:lnTo>
                  <a:pt x="271124" y="1843574"/>
                </a:lnTo>
                <a:lnTo>
                  <a:pt x="270675" y="1844040"/>
                </a:lnTo>
                <a:lnTo>
                  <a:pt x="270206" y="1844487"/>
                </a:lnTo>
                <a:lnTo>
                  <a:pt x="269732" y="1844915"/>
                </a:lnTo>
                <a:lnTo>
                  <a:pt x="269240" y="1845324"/>
                </a:lnTo>
                <a:lnTo>
                  <a:pt x="268730" y="1845715"/>
                </a:lnTo>
                <a:lnTo>
                  <a:pt x="268201" y="1846089"/>
                </a:lnTo>
                <a:lnTo>
                  <a:pt x="267654" y="1846443"/>
                </a:lnTo>
                <a:lnTo>
                  <a:pt x="267089" y="1846780"/>
                </a:lnTo>
                <a:lnTo>
                  <a:pt x="266506" y="1847099"/>
                </a:lnTo>
                <a:lnTo>
                  <a:pt x="265904" y="1847399"/>
                </a:lnTo>
                <a:lnTo>
                  <a:pt x="265285" y="1847681"/>
                </a:lnTo>
                <a:lnTo>
                  <a:pt x="264647" y="1847945"/>
                </a:lnTo>
                <a:lnTo>
                  <a:pt x="263991" y="1848190"/>
                </a:lnTo>
                <a:lnTo>
                  <a:pt x="263317" y="1848418"/>
                </a:lnTo>
                <a:lnTo>
                  <a:pt x="262624" y="1848627"/>
                </a:lnTo>
                <a:lnTo>
                  <a:pt x="261914" y="1848818"/>
                </a:lnTo>
                <a:lnTo>
                  <a:pt x="261185" y="1848991"/>
                </a:lnTo>
                <a:lnTo>
                  <a:pt x="260438" y="1849146"/>
                </a:lnTo>
                <a:lnTo>
                  <a:pt x="259673" y="1849282"/>
                </a:lnTo>
                <a:lnTo>
                  <a:pt x="258889" y="1849401"/>
                </a:lnTo>
                <a:lnTo>
                  <a:pt x="258088" y="1849501"/>
                </a:lnTo>
                <a:lnTo>
                  <a:pt x="257268" y="1849583"/>
                </a:lnTo>
                <a:lnTo>
                  <a:pt x="256430" y="1849646"/>
                </a:lnTo>
                <a:lnTo>
                  <a:pt x="255574" y="1849692"/>
                </a:lnTo>
                <a:lnTo>
                  <a:pt x="254699" y="1849719"/>
                </a:lnTo>
                <a:lnTo>
                  <a:pt x="253807" y="1849728"/>
                </a:lnTo>
                <a:lnTo>
                  <a:pt x="252996" y="1849716"/>
                </a:lnTo>
                <a:lnTo>
                  <a:pt x="252196" y="1849680"/>
                </a:lnTo>
                <a:lnTo>
                  <a:pt x="251408" y="1849620"/>
                </a:lnTo>
                <a:lnTo>
                  <a:pt x="250632" y="1849536"/>
                </a:lnTo>
                <a:lnTo>
                  <a:pt x="249868" y="1849427"/>
                </a:lnTo>
                <a:lnTo>
                  <a:pt x="249115" y="1849295"/>
                </a:lnTo>
                <a:lnTo>
                  <a:pt x="248374" y="1849138"/>
                </a:lnTo>
                <a:lnTo>
                  <a:pt x="247645" y="1848958"/>
                </a:lnTo>
                <a:lnTo>
                  <a:pt x="246928" y="1848753"/>
                </a:lnTo>
                <a:lnTo>
                  <a:pt x="246222" y="1848525"/>
                </a:lnTo>
                <a:lnTo>
                  <a:pt x="245528" y="1848272"/>
                </a:lnTo>
                <a:lnTo>
                  <a:pt x="244846" y="1847995"/>
                </a:lnTo>
                <a:lnTo>
                  <a:pt x="244176" y="1847694"/>
                </a:lnTo>
                <a:lnTo>
                  <a:pt x="243517" y="1847369"/>
                </a:lnTo>
                <a:lnTo>
                  <a:pt x="242870" y="1847020"/>
                </a:lnTo>
                <a:lnTo>
                  <a:pt x="242235" y="1846647"/>
                </a:lnTo>
                <a:lnTo>
                  <a:pt x="241612" y="1846250"/>
                </a:lnTo>
                <a:lnTo>
                  <a:pt x="241000" y="1845829"/>
                </a:lnTo>
                <a:lnTo>
                  <a:pt x="240400" y="1845384"/>
                </a:lnTo>
                <a:lnTo>
                  <a:pt x="239812" y="1844914"/>
                </a:lnTo>
                <a:lnTo>
                  <a:pt x="239235" y="1844421"/>
                </a:lnTo>
                <a:lnTo>
                  <a:pt x="238671" y="1843904"/>
                </a:lnTo>
                <a:lnTo>
                  <a:pt x="238118" y="1843362"/>
                </a:lnTo>
                <a:lnTo>
                  <a:pt x="237576" y="1842796"/>
                </a:lnTo>
                <a:lnTo>
                  <a:pt x="237052" y="1842208"/>
                </a:lnTo>
                <a:lnTo>
                  <a:pt x="236550" y="1841596"/>
                </a:lnTo>
                <a:lnTo>
                  <a:pt x="236071" y="1840963"/>
                </a:lnTo>
                <a:lnTo>
                  <a:pt x="235613" y="1840307"/>
                </a:lnTo>
                <a:lnTo>
                  <a:pt x="235178" y="1839629"/>
                </a:lnTo>
                <a:lnTo>
                  <a:pt x="234766" y="1838929"/>
                </a:lnTo>
                <a:lnTo>
                  <a:pt x="234375" y="1838206"/>
                </a:lnTo>
                <a:lnTo>
                  <a:pt x="234007" y="1837461"/>
                </a:lnTo>
                <a:lnTo>
                  <a:pt x="233661" y="1836694"/>
                </a:lnTo>
                <a:lnTo>
                  <a:pt x="233338" y="1835904"/>
                </a:lnTo>
                <a:lnTo>
                  <a:pt x="233037" y="1835093"/>
                </a:lnTo>
                <a:lnTo>
                  <a:pt x="232758" y="1834258"/>
                </a:lnTo>
                <a:lnTo>
                  <a:pt x="232501" y="1833402"/>
                </a:lnTo>
                <a:lnTo>
                  <a:pt x="232267" y="1832523"/>
                </a:lnTo>
                <a:lnTo>
                  <a:pt x="232055" y="1831622"/>
                </a:lnTo>
                <a:lnTo>
                  <a:pt x="231866" y="1830699"/>
                </a:lnTo>
                <a:lnTo>
                  <a:pt x="231698" y="1829753"/>
                </a:lnTo>
                <a:lnTo>
                  <a:pt x="231553" y="1828785"/>
                </a:lnTo>
                <a:lnTo>
                  <a:pt x="231431" y="1827795"/>
                </a:lnTo>
                <a:lnTo>
                  <a:pt x="231330" y="1826782"/>
                </a:lnTo>
                <a:lnTo>
                  <a:pt x="231252" y="1825747"/>
                </a:lnTo>
                <a:lnTo>
                  <a:pt x="231196" y="1824690"/>
                </a:lnTo>
                <a:lnTo>
                  <a:pt x="231163" y="1823610"/>
                </a:lnTo>
                <a:lnTo>
                  <a:pt x="231152" y="1822508"/>
                </a:lnTo>
                <a:lnTo>
                  <a:pt x="231152" y="1819634"/>
                </a:lnTo>
                <a:lnTo>
                  <a:pt x="291847" y="1819634"/>
                </a:lnTo>
                <a:lnTo>
                  <a:pt x="291847" y="1808137"/>
                </a:lnTo>
                <a:lnTo>
                  <a:pt x="291839" y="1807268"/>
                </a:lnTo>
                <a:lnTo>
                  <a:pt x="291814" y="1806407"/>
                </a:lnTo>
                <a:lnTo>
                  <a:pt x="291773" y="1805554"/>
                </a:lnTo>
                <a:lnTo>
                  <a:pt x="291715" y="1804709"/>
                </a:lnTo>
                <a:lnTo>
                  <a:pt x="291641" y="1803873"/>
                </a:lnTo>
                <a:lnTo>
                  <a:pt x="291551" y="1803044"/>
                </a:lnTo>
                <a:lnTo>
                  <a:pt x="291444" y="1802224"/>
                </a:lnTo>
                <a:lnTo>
                  <a:pt x="291321" y="1801412"/>
                </a:lnTo>
                <a:lnTo>
                  <a:pt x="291181" y="1800609"/>
                </a:lnTo>
                <a:lnTo>
                  <a:pt x="291025" y="1799813"/>
                </a:lnTo>
                <a:lnTo>
                  <a:pt x="290852" y="1799026"/>
                </a:lnTo>
                <a:lnTo>
                  <a:pt x="290663" y="1798247"/>
                </a:lnTo>
                <a:lnTo>
                  <a:pt x="290458" y="1797476"/>
                </a:lnTo>
                <a:lnTo>
                  <a:pt x="290236" y="1796714"/>
                </a:lnTo>
                <a:lnTo>
                  <a:pt x="289998" y="1795959"/>
                </a:lnTo>
                <a:lnTo>
                  <a:pt x="289743" y="1795213"/>
                </a:lnTo>
                <a:lnTo>
                  <a:pt x="289472" y="1794475"/>
                </a:lnTo>
                <a:lnTo>
                  <a:pt x="289184" y="1793746"/>
                </a:lnTo>
                <a:lnTo>
                  <a:pt x="288880" y="1793024"/>
                </a:lnTo>
                <a:lnTo>
                  <a:pt x="288559" y="1792311"/>
                </a:lnTo>
                <a:lnTo>
                  <a:pt x="288223" y="1791606"/>
                </a:lnTo>
                <a:lnTo>
                  <a:pt x="287869" y="1790909"/>
                </a:lnTo>
                <a:lnTo>
                  <a:pt x="287499" y="1790221"/>
                </a:lnTo>
                <a:lnTo>
                  <a:pt x="287113" y="1789540"/>
                </a:lnTo>
                <a:lnTo>
                  <a:pt x="286726" y="1788870"/>
                </a:lnTo>
                <a:lnTo>
                  <a:pt x="286325" y="1788211"/>
                </a:lnTo>
                <a:lnTo>
                  <a:pt x="285911" y="1787564"/>
                </a:lnTo>
                <a:lnTo>
                  <a:pt x="285483" y="1786929"/>
                </a:lnTo>
                <a:lnTo>
                  <a:pt x="285042" y="1786306"/>
                </a:lnTo>
                <a:lnTo>
                  <a:pt x="284588" y="1785694"/>
                </a:lnTo>
                <a:lnTo>
                  <a:pt x="284119" y="1785094"/>
                </a:lnTo>
                <a:lnTo>
                  <a:pt x="283638" y="1784506"/>
                </a:lnTo>
                <a:lnTo>
                  <a:pt x="283143" y="1783929"/>
                </a:lnTo>
                <a:lnTo>
                  <a:pt x="282634" y="1783364"/>
                </a:lnTo>
                <a:lnTo>
                  <a:pt x="282112" y="1782811"/>
                </a:lnTo>
                <a:lnTo>
                  <a:pt x="281576" y="1782270"/>
                </a:lnTo>
                <a:lnTo>
                  <a:pt x="281027" y="1781741"/>
                </a:lnTo>
                <a:lnTo>
                  <a:pt x="280464" y="1781223"/>
                </a:lnTo>
                <a:lnTo>
                  <a:pt x="279888" y="1780717"/>
                </a:lnTo>
                <a:lnTo>
                  <a:pt x="279298" y="1780223"/>
                </a:lnTo>
                <a:lnTo>
                  <a:pt x="278695" y="1779740"/>
                </a:lnTo>
                <a:lnTo>
                  <a:pt x="278079" y="1779269"/>
                </a:lnTo>
                <a:lnTo>
                  <a:pt x="277448" y="1778810"/>
                </a:lnTo>
                <a:lnTo>
                  <a:pt x="276805" y="1778363"/>
                </a:lnTo>
                <a:lnTo>
                  <a:pt x="276147" y="1777927"/>
                </a:lnTo>
                <a:lnTo>
                  <a:pt x="275477" y="1777503"/>
                </a:lnTo>
                <a:lnTo>
                  <a:pt x="274793" y="1777091"/>
                </a:lnTo>
                <a:lnTo>
                  <a:pt x="274095" y="1776691"/>
                </a:lnTo>
                <a:lnTo>
                  <a:pt x="273399" y="1776305"/>
                </a:lnTo>
                <a:lnTo>
                  <a:pt x="272691" y="1775935"/>
                </a:lnTo>
                <a:lnTo>
                  <a:pt x="271971" y="1775582"/>
                </a:lnTo>
                <a:lnTo>
                  <a:pt x="271240" y="1775245"/>
                </a:lnTo>
                <a:lnTo>
                  <a:pt x="270496" y="1774924"/>
                </a:lnTo>
                <a:lnTo>
                  <a:pt x="269741" y="1774620"/>
                </a:lnTo>
                <a:lnTo>
                  <a:pt x="268975" y="1774332"/>
                </a:lnTo>
                <a:lnTo>
                  <a:pt x="268196" y="1774061"/>
                </a:lnTo>
                <a:lnTo>
                  <a:pt x="267406" y="1773806"/>
                </a:lnTo>
                <a:lnTo>
                  <a:pt x="266604" y="1773568"/>
                </a:lnTo>
                <a:lnTo>
                  <a:pt x="265791" y="1773346"/>
                </a:lnTo>
                <a:lnTo>
                  <a:pt x="264965" y="1773141"/>
                </a:lnTo>
                <a:lnTo>
                  <a:pt x="264128" y="1772952"/>
                </a:lnTo>
                <a:lnTo>
                  <a:pt x="263279" y="1772779"/>
                </a:lnTo>
                <a:lnTo>
                  <a:pt x="262419" y="1772623"/>
                </a:lnTo>
                <a:lnTo>
                  <a:pt x="261546" y="1772483"/>
                </a:lnTo>
                <a:lnTo>
                  <a:pt x="260662" y="1772360"/>
                </a:lnTo>
                <a:lnTo>
                  <a:pt x="259766" y="1772253"/>
                </a:lnTo>
                <a:lnTo>
                  <a:pt x="258859" y="1772163"/>
                </a:lnTo>
                <a:lnTo>
                  <a:pt x="257940" y="1772089"/>
                </a:lnTo>
                <a:lnTo>
                  <a:pt x="257009" y="1772031"/>
                </a:lnTo>
                <a:lnTo>
                  <a:pt x="256066" y="1771990"/>
                </a:lnTo>
                <a:lnTo>
                  <a:pt x="255111" y="1771966"/>
                </a:lnTo>
                <a:lnTo>
                  <a:pt x="254145" y="1771957"/>
                </a:lnTo>
                <a:lnTo>
                  <a:pt x="253108" y="1771967"/>
                </a:lnTo>
                <a:lnTo>
                  <a:pt x="252083" y="1771995"/>
                </a:lnTo>
                <a:lnTo>
                  <a:pt x="251070" y="1772042"/>
                </a:lnTo>
                <a:lnTo>
                  <a:pt x="250069" y="1772108"/>
                </a:lnTo>
                <a:lnTo>
                  <a:pt x="249079" y="1772192"/>
                </a:lnTo>
                <a:lnTo>
                  <a:pt x="248101" y="1772295"/>
                </a:lnTo>
                <a:lnTo>
                  <a:pt x="247134" y="1772418"/>
                </a:lnTo>
                <a:lnTo>
                  <a:pt x="246180" y="1772558"/>
                </a:lnTo>
                <a:lnTo>
                  <a:pt x="245237" y="1772718"/>
                </a:lnTo>
                <a:lnTo>
                  <a:pt x="244306" y="1772897"/>
                </a:lnTo>
                <a:lnTo>
                  <a:pt x="243387" y="1773094"/>
                </a:lnTo>
                <a:lnTo>
                  <a:pt x="242479" y="1773310"/>
                </a:lnTo>
                <a:lnTo>
                  <a:pt x="241583" y="1773545"/>
                </a:lnTo>
                <a:lnTo>
                  <a:pt x="240699" y="1773798"/>
                </a:lnTo>
                <a:lnTo>
                  <a:pt x="239827" y="1774071"/>
                </a:lnTo>
                <a:lnTo>
                  <a:pt x="238966" y="1774362"/>
                </a:lnTo>
                <a:lnTo>
                  <a:pt x="238118" y="1774672"/>
                </a:lnTo>
                <a:lnTo>
                  <a:pt x="237280" y="1775000"/>
                </a:lnTo>
                <a:lnTo>
                  <a:pt x="236455" y="1775348"/>
                </a:lnTo>
                <a:lnTo>
                  <a:pt x="235641" y="1775714"/>
                </a:lnTo>
                <a:lnTo>
                  <a:pt x="234840" y="1776099"/>
                </a:lnTo>
                <a:lnTo>
                  <a:pt x="234049" y="1776503"/>
                </a:lnTo>
                <a:lnTo>
                  <a:pt x="233271" y="1776926"/>
                </a:lnTo>
                <a:lnTo>
                  <a:pt x="232504" y="1777367"/>
                </a:lnTo>
                <a:lnTo>
                  <a:pt x="231751" y="1777812"/>
                </a:lnTo>
                <a:lnTo>
                  <a:pt x="231012" y="1778271"/>
                </a:lnTo>
                <a:lnTo>
                  <a:pt x="230288" y="1778746"/>
                </a:lnTo>
                <a:lnTo>
                  <a:pt x="229578" y="1779236"/>
                </a:lnTo>
                <a:lnTo>
                  <a:pt x="228884" y="1779742"/>
                </a:lnTo>
                <a:lnTo>
                  <a:pt x="228204" y="1780262"/>
                </a:lnTo>
                <a:lnTo>
                  <a:pt x="227538" y="1780798"/>
                </a:lnTo>
                <a:lnTo>
                  <a:pt x="226887" y="1781350"/>
                </a:lnTo>
                <a:lnTo>
                  <a:pt x="226251" y="1781916"/>
                </a:lnTo>
                <a:lnTo>
                  <a:pt x="225630" y="1782498"/>
                </a:lnTo>
                <a:lnTo>
                  <a:pt x="225023" y="1783095"/>
                </a:lnTo>
                <a:lnTo>
                  <a:pt x="224431" y="1783707"/>
                </a:lnTo>
                <a:lnTo>
                  <a:pt x="223854" y="1784335"/>
                </a:lnTo>
                <a:lnTo>
                  <a:pt x="223291" y="1784978"/>
                </a:lnTo>
                <a:lnTo>
                  <a:pt x="222743" y="1785636"/>
                </a:lnTo>
                <a:lnTo>
                  <a:pt x="222210" y="1786309"/>
                </a:lnTo>
                <a:lnTo>
                  <a:pt x="221691" y="1786998"/>
                </a:lnTo>
                <a:lnTo>
                  <a:pt x="221187" y="1787702"/>
                </a:lnTo>
                <a:lnTo>
                  <a:pt x="220698" y="1788421"/>
                </a:lnTo>
                <a:lnTo>
                  <a:pt x="220223" y="1789155"/>
                </a:lnTo>
                <a:lnTo>
                  <a:pt x="219764" y="1789905"/>
                </a:lnTo>
                <a:lnTo>
                  <a:pt x="219318" y="1790670"/>
                </a:lnTo>
                <a:lnTo>
                  <a:pt x="218888" y="1791450"/>
                </a:lnTo>
                <a:lnTo>
                  <a:pt x="218472" y="1792245"/>
                </a:lnTo>
                <a:lnTo>
                  <a:pt x="218072" y="1793055"/>
                </a:lnTo>
                <a:lnTo>
                  <a:pt x="217689" y="1793876"/>
                </a:lnTo>
                <a:lnTo>
                  <a:pt x="217323" y="1794710"/>
                </a:lnTo>
                <a:lnTo>
                  <a:pt x="216974" y="1795556"/>
                </a:lnTo>
                <a:lnTo>
                  <a:pt x="216642" y="1796415"/>
                </a:lnTo>
                <a:lnTo>
                  <a:pt x="216327" y="1797286"/>
                </a:lnTo>
                <a:lnTo>
                  <a:pt x="216029" y="1798169"/>
                </a:lnTo>
                <a:lnTo>
                  <a:pt x="215748" y="1799064"/>
                </a:lnTo>
                <a:lnTo>
                  <a:pt x="215484" y="1799972"/>
                </a:lnTo>
                <a:lnTo>
                  <a:pt x="215237" y="1800892"/>
                </a:lnTo>
                <a:lnTo>
                  <a:pt x="215007" y="1801825"/>
                </a:lnTo>
                <a:lnTo>
                  <a:pt x="214795" y="1802770"/>
                </a:lnTo>
                <a:lnTo>
                  <a:pt x="214599" y="1803727"/>
                </a:lnTo>
                <a:lnTo>
                  <a:pt x="214420" y="1804696"/>
                </a:lnTo>
                <a:lnTo>
                  <a:pt x="214258" y="1805678"/>
                </a:lnTo>
                <a:lnTo>
                  <a:pt x="214114" y="1806672"/>
                </a:lnTo>
                <a:lnTo>
                  <a:pt x="213986" y="1807679"/>
                </a:lnTo>
                <a:lnTo>
                  <a:pt x="213875" y="1808698"/>
                </a:lnTo>
                <a:lnTo>
                  <a:pt x="213782" y="1809729"/>
                </a:lnTo>
                <a:lnTo>
                  <a:pt x="213705" y="1810772"/>
                </a:lnTo>
                <a:lnTo>
                  <a:pt x="213645" y="1811828"/>
                </a:lnTo>
                <a:lnTo>
                  <a:pt x="213603" y="1812896"/>
                </a:lnTo>
                <a:lnTo>
                  <a:pt x="213577" y="1813977"/>
                </a:lnTo>
                <a:lnTo>
                  <a:pt x="213569" y="1815069"/>
                </a:lnTo>
                <a:lnTo>
                  <a:pt x="213569" y="1818620"/>
                </a:lnTo>
                <a:lnTo>
                  <a:pt x="213576" y="1819671"/>
                </a:lnTo>
                <a:lnTo>
                  <a:pt x="213598" y="1820713"/>
                </a:lnTo>
                <a:lnTo>
                  <a:pt x="213635" y="1821745"/>
                </a:lnTo>
                <a:lnTo>
                  <a:pt x="213686" y="1822767"/>
                </a:lnTo>
                <a:lnTo>
                  <a:pt x="213752" y="1823778"/>
                </a:lnTo>
                <a:lnTo>
                  <a:pt x="213833" y="1824780"/>
                </a:lnTo>
                <a:lnTo>
                  <a:pt x="213928" y="1825772"/>
                </a:lnTo>
                <a:lnTo>
                  <a:pt x="214038" y="1826754"/>
                </a:lnTo>
                <a:lnTo>
                  <a:pt x="214163" y="1827725"/>
                </a:lnTo>
                <a:lnTo>
                  <a:pt x="214303" y="1828687"/>
                </a:lnTo>
                <a:lnTo>
                  <a:pt x="214457" y="1829639"/>
                </a:lnTo>
                <a:lnTo>
                  <a:pt x="214625" y="1830581"/>
                </a:lnTo>
                <a:lnTo>
                  <a:pt x="214809" y="1831513"/>
                </a:lnTo>
                <a:lnTo>
                  <a:pt x="215007" y="1832435"/>
                </a:lnTo>
                <a:lnTo>
                  <a:pt x="215220" y="1833347"/>
                </a:lnTo>
                <a:lnTo>
                  <a:pt x="215447" y="1834249"/>
                </a:lnTo>
                <a:lnTo>
                  <a:pt x="215689" y="1835141"/>
                </a:lnTo>
                <a:lnTo>
                  <a:pt x="215946" y="1836023"/>
                </a:lnTo>
                <a:lnTo>
                  <a:pt x="216218" y="1836895"/>
                </a:lnTo>
                <a:lnTo>
                  <a:pt x="216504" y="1837757"/>
                </a:lnTo>
                <a:lnTo>
                  <a:pt x="216805" y="1838609"/>
                </a:lnTo>
                <a:lnTo>
                  <a:pt x="217120" y="1839451"/>
                </a:lnTo>
                <a:lnTo>
                  <a:pt x="217451" y="1840284"/>
                </a:lnTo>
                <a:lnTo>
                  <a:pt x="217795" y="1841106"/>
                </a:lnTo>
                <a:lnTo>
                  <a:pt x="218169" y="1841915"/>
                </a:lnTo>
                <a:lnTo>
                  <a:pt x="218559" y="1842709"/>
                </a:lnTo>
                <a:lnTo>
                  <a:pt x="218963" y="1843488"/>
                </a:lnTo>
                <a:lnTo>
                  <a:pt x="219383" y="1844252"/>
                </a:lnTo>
                <a:lnTo>
                  <a:pt x="219818" y="1845001"/>
                </a:lnTo>
                <a:lnTo>
                  <a:pt x="220268" y="1845734"/>
                </a:lnTo>
                <a:lnTo>
                  <a:pt x="220734" y="1846452"/>
                </a:lnTo>
                <a:lnTo>
                  <a:pt x="221214" y="1847154"/>
                </a:lnTo>
                <a:lnTo>
                  <a:pt x="221710" y="1847842"/>
                </a:lnTo>
                <a:lnTo>
                  <a:pt x="222222" y="1848514"/>
                </a:lnTo>
                <a:lnTo>
                  <a:pt x="222748" y="1849171"/>
                </a:lnTo>
                <a:lnTo>
                  <a:pt x="223290" y="1849813"/>
                </a:lnTo>
                <a:lnTo>
                  <a:pt x="223847" y="1850439"/>
                </a:lnTo>
                <a:lnTo>
                  <a:pt x="224420" y="1851050"/>
                </a:lnTo>
                <a:lnTo>
                  <a:pt x="225007" y="1851646"/>
                </a:lnTo>
                <a:lnTo>
                  <a:pt x="225610" y="1852226"/>
                </a:lnTo>
                <a:lnTo>
                  <a:pt x="226228" y="1852792"/>
                </a:lnTo>
                <a:lnTo>
                  <a:pt x="226862" y="1853342"/>
                </a:lnTo>
                <a:lnTo>
                  <a:pt x="227510" y="1853877"/>
                </a:lnTo>
                <a:lnTo>
                  <a:pt x="228174" y="1854396"/>
                </a:lnTo>
                <a:lnTo>
                  <a:pt x="228854" y="1854900"/>
                </a:lnTo>
                <a:lnTo>
                  <a:pt x="229548" y="1855389"/>
                </a:lnTo>
                <a:lnTo>
                  <a:pt x="230258" y="1855863"/>
                </a:lnTo>
                <a:lnTo>
                  <a:pt x="230983" y="1856322"/>
                </a:lnTo>
                <a:lnTo>
                  <a:pt x="231737" y="1856763"/>
                </a:lnTo>
                <a:lnTo>
                  <a:pt x="232508" y="1857186"/>
                </a:lnTo>
                <a:lnTo>
                  <a:pt x="233294" y="1857590"/>
                </a:lnTo>
                <a:lnTo>
                  <a:pt x="234096" y="1857975"/>
                </a:lnTo>
                <a:lnTo>
                  <a:pt x="234914" y="1858341"/>
                </a:lnTo>
                <a:lnTo>
                  <a:pt x="235748" y="1858689"/>
                </a:lnTo>
                <a:lnTo>
                  <a:pt x="236598" y="1859017"/>
                </a:lnTo>
                <a:lnTo>
                  <a:pt x="237464" y="1859327"/>
                </a:lnTo>
                <a:lnTo>
                  <a:pt x="238345" y="1859619"/>
                </a:lnTo>
                <a:lnTo>
                  <a:pt x="239242" y="1859891"/>
                </a:lnTo>
                <a:lnTo>
                  <a:pt x="240155" y="1860144"/>
                </a:lnTo>
                <a:lnTo>
                  <a:pt x="241084" y="1860379"/>
                </a:lnTo>
                <a:lnTo>
                  <a:pt x="242029" y="1860595"/>
                </a:lnTo>
                <a:lnTo>
                  <a:pt x="242990" y="1860793"/>
                </a:lnTo>
                <a:lnTo>
                  <a:pt x="243967" y="1860971"/>
                </a:lnTo>
                <a:lnTo>
                  <a:pt x="244959" y="1861131"/>
                </a:lnTo>
                <a:lnTo>
                  <a:pt x="245967" y="1861272"/>
                </a:lnTo>
                <a:lnTo>
                  <a:pt x="246991" y="1861394"/>
                </a:lnTo>
                <a:lnTo>
                  <a:pt x="248031" y="1861497"/>
                </a:lnTo>
                <a:lnTo>
                  <a:pt x="249087" y="1861582"/>
                </a:lnTo>
                <a:lnTo>
                  <a:pt x="250159" y="1861647"/>
                </a:lnTo>
                <a:lnTo>
                  <a:pt x="251246" y="1861694"/>
                </a:lnTo>
                <a:lnTo>
                  <a:pt x="252349" y="1861722"/>
                </a:lnTo>
                <a:lnTo>
                  <a:pt x="253469" y="1861732"/>
                </a:lnTo>
                <a:lnTo>
                  <a:pt x="254435" y="1861725"/>
                </a:lnTo>
                <a:lnTo>
                  <a:pt x="255391" y="1861704"/>
                </a:lnTo>
                <a:lnTo>
                  <a:pt x="256335" y="1861668"/>
                </a:lnTo>
                <a:lnTo>
                  <a:pt x="257268" y="1861619"/>
                </a:lnTo>
                <a:lnTo>
                  <a:pt x="258190" y="1861556"/>
                </a:lnTo>
                <a:lnTo>
                  <a:pt x="259101" y="1861478"/>
                </a:lnTo>
                <a:lnTo>
                  <a:pt x="260000" y="1861387"/>
                </a:lnTo>
                <a:lnTo>
                  <a:pt x="260889" y="1861281"/>
                </a:lnTo>
                <a:close/>
                <a:moveTo>
                  <a:pt x="231537" y="1804475"/>
                </a:moveTo>
                <a:lnTo>
                  <a:pt x="231603" y="1804005"/>
                </a:lnTo>
                <a:lnTo>
                  <a:pt x="231677" y="1803536"/>
                </a:lnTo>
                <a:lnTo>
                  <a:pt x="231761" y="1803068"/>
                </a:lnTo>
                <a:lnTo>
                  <a:pt x="231854" y="1802601"/>
                </a:lnTo>
                <a:lnTo>
                  <a:pt x="231955" y="1802136"/>
                </a:lnTo>
                <a:lnTo>
                  <a:pt x="232065" y="1801671"/>
                </a:lnTo>
                <a:lnTo>
                  <a:pt x="232184" y="1801208"/>
                </a:lnTo>
                <a:lnTo>
                  <a:pt x="232311" y="1800746"/>
                </a:lnTo>
                <a:lnTo>
                  <a:pt x="232448" y="1800285"/>
                </a:lnTo>
                <a:lnTo>
                  <a:pt x="232593" y="1799826"/>
                </a:lnTo>
                <a:lnTo>
                  <a:pt x="232747" y="1799367"/>
                </a:lnTo>
                <a:lnTo>
                  <a:pt x="232910" y="1798910"/>
                </a:lnTo>
                <a:lnTo>
                  <a:pt x="233082" y="1798454"/>
                </a:lnTo>
                <a:lnTo>
                  <a:pt x="233262" y="1797999"/>
                </a:lnTo>
                <a:lnTo>
                  <a:pt x="233452" y="1797545"/>
                </a:lnTo>
                <a:lnTo>
                  <a:pt x="233650" y="1797092"/>
                </a:lnTo>
                <a:lnTo>
                  <a:pt x="233857" y="1796641"/>
                </a:lnTo>
                <a:lnTo>
                  <a:pt x="234086" y="1796180"/>
                </a:lnTo>
                <a:lnTo>
                  <a:pt x="234323" y="1795725"/>
                </a:lnTo>
                <a:lnTo>
                  <a:pt x="234567" y="1795278"/>
                </a:lnTo>
                <a:lnTo>
                  <a:pt x="234820" y="1794838"/>
                </a:lnTo>
                <a:lnTo>
                  <a:pt x="235079" y="1794404"/>
                </a:lnTo>
                <a:lnTo>
                  <a:pt x="235347" y="1793978"/>
                </a:lnTo>
                <a:lnTo>
                  <a:pt x="235622" y="1793559"/>
                </a:lnTo>
                <a:lnTo>
                  <a:pt x="235904" y="1793147"/>
                </a:lnTo>
                <a:lnTo>
                  <a:pt x="236195" y="1792742"/>
                </a:lnTo>
                <a:lnTo>
                  <a:pt x="236493" y="1792344"/>
                </a:lnTo>
                <a:lnTo>
                  <a:pt x="236798" y="1791953"/>
                </a:lnTo>
                <a:lnTo>
                  <a:pt x="237111" y="1791569"/>
                </a:lnTo>
                <a:lnTo>
                  <a:pt x="237432" y="1791192"/>
                </a:lnTo>
                <a:lnTo>
                  <a:pt x="237761" y="1790822"/>
                </a:lnTo>
                <a:lnTo>
                  <a:pt x="238097" y="1790459"/>
                </a:lnTo>
                <a:lnTo>
                  <a:pt x="238440" y="1790104"/>
                </a:lnTo>
                <a:lnTo>
                  <a:pt x="238792" y="1789755"/>
                </a:lnTo>
                <a:lnTo>
                  <a:pt x="239151" y="1789413"/>
                </a:lnTo>
                <a:lnTo>
                  <a:pt x="239517" y="1789079"/>
                </a:lnTo>
                <a:lnTo>
                  <a:pt x="239892" y="1788751"/>
                </a:lnTo>
                <a:lnTo>
                  <a:pt x="240274" y="1788431"/>
                </a:lnTo>
                <a:lnTo>
                  <a:pt x="240663" y="1788117"/>
                </a:lnTo>
                <a:lnTo>
                  <a:pt x="241060" y="1787811"/>
                </a:lnTo>
                <a:lnTo>
                  <a:pt x="241465" y="1787511"/>
                </a:lnTo>
                <a:lnTo>
                  <a:pt x="241891" y="1787222"/>
                </a:lnTo>
                <a:lnTo>
                  <a:pt x="242325" y="1786944"/>
                </a:lnTo>
                <a:lnTo>
                  <a:pt x="242767" y="1786679"/>
                </a:lnTo>
                <a:lnTo>
                  <a:pt x="243217" y="1786427"/>
                </a:lnTo>
                <a:lnTo>
                  <a:pt x="243674" y="1786186"/>
                </a:lnTo>
                <a:lnTo>
                  <a:pt x="244138" y="1785958"/>
                </a:lnTo>
                <a:lnTo>
                  <a:pt x="244611" y="1785742"/>
                </a:lnTo>
                <a:lnTo>
                  <a:pt x="245090" y="1785539"/>
                </a:lnTo>
                <a:lnTo>
                  <a:pt x="245578" y="1785348"/>
                </a:lnTo>
                <a:lnTo>
                  <a:pt x="246073" y="1785169"/>
                </a:lnTo>
                <a:lnTo>
                  <a:pt x="246576" y="1785003"/>
                </a:lnTo>
                <a:lnTo>
                  <a:pt x="247086" y="1784849"/>
                </a:lnTo>
                <a:lnTo>
                  <a:pt x="247604" y="1784707"/>
                </a:lnTo>
                <a:lnTo>
                  <a:pt x="248130" y="1784577"/>
                </a:lnTo>
                <a:lnTo>
                  <a:pt x="248663" y="1784460"/>
                </a:lnTo>
                <a:lnTo>
                  <a:pt x="249204" y="1784356"/>
                </a:lnTo>
                <a:lnTo>
                  <a:pt x="249753" y="1784263"/>
                </a:lnTo>
                <a:lnTo>
                  <a:pt x="250309" y="1784183"/>
                </a:lnTo>
                <a:lnTo>
                  <a:pt x="250873" y="1784115"/>
                </a:lnTo>
                <a:lnTo>
                  <a:pt x="251445" y="1784060"/>
                </a:lnTo>
                <a:lnTo>
                  <a:pt x="252024" y="1784017"/>
                </a:lnTo>
                <a:lnTo>
                  <a:pt x="252610" y="1783986"/>
                </a:lnTo>
                <a:lnTo>
                  <a:pt x="253205" y="1783967"/>
                </a:lnTo>
                <a:lnTo>
                  <a:pt x="253807" y="1783961"/>
                </a:lnTo>
                <a:lnTo>
                  <a:pt x="254340" y="1783966"/>
                </a:lnTo>
                <a:lnTo>
                  <a:pt x="254867" y="1783981"/>
                </a:lnTo>
                <a:lnTo>
                  <a:pt x="255389" y="1784006"/>
                </a:lnTo>
                <a:lnTo>
                  <a:pt x="255906" y="1784041"/>
                </a:lnTo>
                <a:lnTo>
                  <a:pt x="256418" y="1784086"/>
                </a:lnTo>
                <a:lnTo>
                  <a:pt x="256924" y="1784141"/>
                </a:lnTo>
                <a:lnTo>
                  <a:pt x="257425" y="1784206"/>
                </a:lnTo>
                <a:lnTo>
                  <a:pt x="257921" y="1784280"/>
                </a:lnTo>
                <a:lnTo>
                  <a:pt x="258411" y="1784365"/>
                </a:lnTo>
                <a:lnTo>
                  <a:pt x="258896" y="1784460"/>
                </a:lnTo>
                <a:lnTo>
                  <a:pt x="259376" y="1784565"/>
                </a:lnTo>
                <a:lnTo>
                  <a:pt x="259851" y="1784680"/>
                </a:lnTo>
                <a:lnTo>
                  <a:pt x="260320" y="1784804"/>
                </a:lnTo>
                <a:lnTo>
                  <a:pt x="260784" y="1784939"/>
                </a:lnTo>
                <a:lnTo>
                  <a:pt x="261243" y="1785084"/>
                </a:lnTo>
                <a:lnTo>
                  <a:pt x="261697" y="1785238"/>
                </a:lnTo>
                <a:lnTo>
                  <a:pt x="262145" y="1785403"/>
                </a:lnTo>
                <a:lnTo>
                  <a:pt x="262588" y="1785578"/>
                </a:lnTo>
                <a:lnTo>
                  <a:pt x="263025" y="1785762"/>
                </a:lnTo>
                <a:lnTo>
                  <a:pt x="263458" y="1785957"/>
                </a:lnTo>
                <a:lnTo>
                  <a:pt x="263885" y="1786162"/>
                </a:lnTo>
                <a:lnTo>
                  <a:pt x="264307" y="1786376"/>
                </a:lnTo>
                <a:lnTo>
                  <a:pt x="264723" y="1786601"/>
                </a:lnTo>
                <a:lnTo>
                  <a:pt x="265134" y="1786835"/>
                </a:lnTo>
                <a:lnTo>
                  <a:pt x="265539" y="1787078"/>
                </a:lnTo>
                <a:lnTo>
                  <a:pt x="265935" y="1787329"/>
                </a:lnTo>
                <a:lnTo>
                  <a:pt x="266323" y="1787588"/>
                </a:lnTo>
                <a:lnTo>
                  <a:pt x="266703" y="1787854"/>
                </a:lnTo>
                <a:lnTo>
                  <a:pt x="267074" y="1788128"/>
                </a:lnTo>
                <a:lnTo>
                  <a:pt x="267438" y="1788410"/>
                </a:lnTo>
                <a:lnTo>
                  <a:pt x="267793" y="1788699"/>
                </a:lnTo>
                <a:lnTo>
                  <a:pt x="268140" y="1788995"/>
                </a:lnTo>
                <a:lnTo>
                  <a:pt x="268479" y="1789300"/>
                </a:lnTo>
                <a:lnTo>
                  <a:pt x="268809" y="1789612"/>
                </a:lnTo>
                <a:lnTo>
                  <a:pt x="269131" y="1789931"/>
                </a:lnTo>
                <a:lnTo>
                  <a:pt x="269445" y="1790259"/>
                </a:lnTo>
                <a:lnTo>
                  <a:pt x="269751" y="1790594"/>
                </a:lnTo>
                <a:lnTo>
                  <a:pt x="270049" y="1790936"/>
                </a:lnTo>
                <a:lnTo>
                  <a:pt x="270338" y="1791286"/>
                </a:lnTo>
                <a:lnTo>
                  <a:pt x="270620" y="1791644"/>
                </a:lnTo>
                <a:lnTo>
                  <a:pt x="270893" y="1792010"/>
                </a:lnTo>
                <a:lnTo>
                  <a:pt x="271157" y="1792383"/>
                </a:lnTo>
                <a:lnTo>
                  <a:pt x="271414" y="1792763"/>
                </a:lnTo>
                <a:lnTo>
                  <a:pt x="271662" y="1793152"/>
                </a:lnTo>
                <a:lnTo>
                  <a:pt x="271902" y="1793548"/>
                </a:lnTo>
                <a:lnTo>
                  <a:pt x="272134" y="1793951"/>
                </a:lnTo>
                <a:lnTo>
                  <a:pt x="272358" y="1794362"/>
                </a:lnTo>
                <a:lnTo>
                  <a:pt x="272573" y="1794781"/>
                </a:lnTo>
                <a:lnTo>
                  <a:pt x="272794" y="1795192"/>
                </a:lnTo>
                <a:lnTo>
                  <a:pt x="273005" y="1795609"/>
                </a:lnTo>
                <a:lnTo>
                  <a:pt x="273207" y="1796031"/>
                </a:lnTo>
                <a:lnTo>
                  <a:pt x="273400" y="1796458"/>
                </a:lnTo>
                <a:lnTo>
                  <a:pt x="273583" y="1796890"/>
                </a:lnTo>
                <a:lnTo>
                  <a:pt x="273757" y="1797328"/>
                </a:lnTo>
                <a:lnTo>
                  <a:pt x="273921" y="1797771"/>
                </a:lnTo>
                <a:lnTo>
                  <a:pt x="274076" y="1798219"/>
                </a:lnTo>
                <a:lnTo>
                  <a:pt x="274222" y="1798672"/>
                </a:lnTo>
                <a:lnTo>
                  <a:pt x="274358" y="1799131"/>
                </a:lnTo>
                <a:lnTo>
                  <a:pt x="274485" y="1799595"/>
                </a:lnTo>
                <a:lnTo>
                  <a:pt x="274602" y="1800065"/>
                </a:lnTo>
                <a:lnTo>
                  <a:pt x="274710" y="1800539"/>
                </a:lnTo>
                <a:lnTo>
                  <a:pt x="274809" y="1801019"/>
                </a:lnTo>
                <a:lnTo>
                  <a:pt x="274898" y="1801504"/>
                </a:lnTo>
                <a:lnTo>
                  <a:pt x="274978" y="1801995"/>
                </a:lnTo>
                <a:lnTo>
                  <a:pt x="275048" y="1802491"/>
                </a:lnTo>
                <a:lnTo>
                  <a:pt x="275109" y="1802992"/>
                </a:lnTo>
                <a:lnTo>
                  <a:pt x="275161" y="1803498"/>
                </a:lnTo>
                <a:lnTo>
                  <a:pt x="275203" y="1804009"/>
                </a:lnTo>
                <a:lnTo>
                  <a:pt x="275236" y="1804526"/>
                </a:lnTo>
                <a:lnTo>
                  <a:pt x="275260" y="1805049"/>
                </a:lnTo>
                <a:lnTo>
                  <a:pt x="275274" y="1805576"/>
                </a:lnTo>
                <a:lnTo>
                  <a:pt x="275278" y="1806109"/>
                </a:lnTo>
                <a:lnTo>
                  <a:pt x="275278" y="1808645"/>
                </a:lnTo>
                <a:lnTo>
                  <a:pt x="231321" y="1808645"/>
                </a:lnTo>
                <a:lnTo>
                  <a:pt x="231321" y="1807799"/>
                </a:lnTo>
                <a:lnTo>
                  <a:pt x="231325" y="1807321"/>
                </a:lnTo>
                <a:lnTo>
                  <a:pt x="231338" y="1806844"/>
                </a:lnTo>
                <a:lnTo>
                  <a:pt x="231360" y="1806368"/>
                </a:lnTo>
                <a:lnTo>
                  <a:pt x="231391" y="1805893"/>
                </a:lnTo>
                <a:lnTo>
                  <a:pt x="231431" y="1805419"/>
                </a:lnTo>
                <a:lnTo>
                  <a:pt x="231479" y="1804946"/>
                </a:lnTo>
                <a:lnTo>
                  <a:pt x="231537" y="1804475"/>
                </a:lnTo>
                <a:close/>
                <a:moveTo>
                  <a:pt x="178346" y="1891222"/>
                </a:moveTo>
                <a:lnTo>
                  <a:pt x="179239" y="1891037"/>
                </a:lnTo>
                <a:lnTo>
                  <a:pt x="180112" y="1890827"/>
                </a:lnTo>
                <a:lnTo>
                  <a:pt x="180965" y="1890593"/>
                </a:lnTo>
                <a:lnTo>
                  <a:pt x="181798" y="1890334"/>
                </a:lnTo>
                <a:lnTo>
                  <a:pt x="182611" y="1890051"/>
                </a:lnTo>
                <a:lnTo>
                  <a:pt x="183404" y="1889742"/>
                </a:lnTo>
                <a:lnTo>
                  <a:pt x="184177" y="1889409"/>
                </a:lnTo>
                <a:lnTo>
                  <a:pt x="184930" y="1889052"/>
                </a:lnTo>
                <a:lnTo>
                  <a:pt x="185664" y="1888670"/>
                </a:lnTo>
                <a:lnTo>
                  <a:pt x="186377" y="1888263"/>
                </a:lnTo>
                <a:lnTo>
                  <a:pt x="187070" y="1887832"/>
                </a:lnTo>
                <a:lnTo>
                  <a:pt x="187743" y="1887375"/>
                </a:lnTo>
                <a:lnTo>
                  <a:pt x="188397" y="1886895"/>
                </a:lnTo>
                <a:lnTo>
                  <a:pt x="189030" y="1886389"/>
                </a:lnTo>
                <a:lnTo>
                  <a:pt x="189644" y="1885859"/>
                </a:lnTo>
                <a:lnTo>
                  <a:pt x="190237" y="1885304"/>
                </a:lnTo>
                <a:lnTo>
                  <a:pt x="190811" y="1884725"/>
                </a:lnTo>
                <a:lnTo>
                  <a:pt x="191376" y="1884140"/>
                </a:lnTo>
                <a:lnTo>
                  <a:pt x="191918" y="1883541"/>
                </a:lnTo>
                <a:lnTo>
                  <a:pt x="192435" y="1882929"/>
                </a:lnTo>
                <a:lnTo>
                  <a:pt x="192929" y="1882302"/>
                </a:lnTo>
                <a:lnTo>
                  <a:pt x="193398" y="1881661"/>
                </a:lnTo>
                <a:lnTo>
                  <a:pt x="193843" y="1881005"/>
                </a:lnTo>
                <a:lnTo>
                  <a:pt x="194265" y="1880336"/>
                </a:lnTo>
                <a:lnTo>
                  <a:pt x="194662" y="1879653"/>
                </a:lnTo>
                <a:lnTo>
                  <a:pt x="195035" y="1878956"/>
                </a:lnTo>
                <a:lnTo>
                  <a:pt x="195384" y="1878244"/>
                </a:lnTo>
                <a:lnTo>
                  <a:pt x="195709" y="1877519"/>
                </a:lnTo>
                <a:lnTo>
                  <a:pt x="196010" y="1876779"/>
                </a:lnTo>
                <a:lnTo>
                  <a:pt x="196286" y="1876025"/>
                </a:lnTo>
                <a:lnTo>
                  <a:pt x="196539" y="1875257"/>
                </a:lnTo>
                <a:lnTo>
                  <a:pt x="196768" y="1874475"/>
                </a:lnTo>
                <a:lnTo>
                  <a:pt x="196972" y="1873679"/>
                </a:lnTo>
                <a:lnTo>
                  <a:pt x="197153" y="1872869"/>
                </a:lnTo>
                <a:lnTo>
                  <a:pt x="197309" y="1872045"/>
                </a:lnTo>
                <a:lnTo>
                  <a:pt x="197442" y="1871207"/>
                </a:lnTo>
                <a:lnTo>
                  <a:pt x="197550" y="1870354"/>
                </a:lnTo>
                <a:lnTo>
                  <a:pt x="197634" y="1869488"/>
                </a:lnTo>
                <a:lnTo>
                  <a:pt x="197694" y="1868607"/>
                </a:lnTo>
                <a:lnTo>
                  <a:pt x="197730" y="1867713"/>
                </a:lnTo>
                <a:lnTo>
                  <a:pt x="197743" y="1866804"/>
                </a:lnTo>
                <a:lnTo>
                  <a:pt x="197730" y="1865966"/>
                </a:lnTo>
                <a:lnTo>
                  <a:pt x="197694" y="1865141"/>
                </a:lnTo>
                <a:lnTo>
                  <a:pt x="197634" y="1864331"/>
                </a:lnTo>
                <a:lnTo>
                  <a:pt x="197550" y="1863535"/>
                </a:lnTo>
                <a:lnTo>
                  <a:pt x="197442" y="1862753"/>
                </a:lnTo>
                <a:lnTo>
                  <a:pt x="197309" y="1861985"/>
                </a:lnTo>
                <a:lnTo>
                  <a:pt x="197153" y="1861232"/>
                </a:lnTo>
                <a:lnTo>
                  <a:pt x="196972" y="1860492"/>
                </a:lnTo>
                <a:lnTo>
                  <a:pt x="196768" y="1859766"/>
                </a:lnTo>
                <a:lnTo>
                  <a:pt x="196539" y="1859055"/>
                </a:lnTo>
                <a:lnTo>
                  <a:pt x="196286" y="1858358"/>
                </a:lnTo>
                <a:lnTo>
                  <a:pt x="196010" y="1857674"/>
                </a:lnTo>
                <a:lnTo>
                  <a:pt x="195709" y="1857005"/>
                </a:lnTo>
                <a:lnTo>
                  <a:pt x="195384" y="1856350"/>
                </a:lnTo>
                <a:lnTo>
                  <a:pt x="195035" y="1855709"/>
                </a:lnTo>
                <a:lnTo>
                  <a:pt x="194662" y="1855082"/>
                </a:lnTo>
                <a:lnTo>
                  <a:pt x="194265" y="1854469"/>
                </a:lnTo>
                <a:lnTo>
                  <a:pt x="193843" y="1853870"/>
                </a:lnTo>
                <a:lnTo>
                  <a:pt x="193398" y="1853286"/>
                </a:lnTo>
                <a:lnTo>
                  <a:pt x="192929" y="1852715"/>
                </a:lnTo>
                <a:lnTo>
                  <a:pt x="192435" y="1852158"/>
                </a:lnTo>
                <a:lnTo>
                  <a:pt x="191918" y="1851616"/>
                </a:lnTo>
                <a:lnTo>
                  <a:pt x="191376" y="1851088"/>
                </a:lnTo>
                <a:lnTo>
                  <a:pt x="190811" y="1850573"/>
                </a:lnTo>
                <a:lnTo>
                  <a:pt x="190238" y="1850063"/>
                </a:lnTo>
                <a:lnTo>
                  <a:pt x="189647" y="1849574"/>
                </a:lnTo>
                <a:lnTo>
                  <a:pt x="189038" y="1849107"/>
                </a:lnTo>
                <a:lnTo>
                  <a:pt x="188411" y="1848662"/>
                </a:lnTo>
                <a:lnTo>
                  <a:pt x="187765" y="1848239"/>
                </a:lnTo>
                <a:lnTo>
                  <a:pt x="187102" y="1847837"/>
                </a:lnTo>
                <a:lnTo>
                  <a:pt x="186420" y="1847457"/>
                </a:lnTo>
                <a:lnTo>
                  <a:pt x="185720" y="1847098"/>
                </a:lnTo>
                <a:lnTo>
                  <a:pt x="185002" y="1846762"/>
                </a:lnTo>
                <a:lnTo>
                  <a:pt x="184265" y="1846447"/>
                </a:lnTo>
                <a:lnTo>
                  <a:pt x="183511" y="1846153"/>
                </a:lnTo>
                <a:lnTo>
                  <a:pt x="182738" y="1845882"/>
                </a:lnTo>
                <a:lnTo>
                  <a:pt x="181947" y="1845632"/>
                </a:lnTo>
                <a:lnTo>
                  <a:pt x="181138" y="1845404"/>
                </a:lnTo>
                <a:lnTo>
                  <a:pt x="180310" y="1845198"/>
                </a:lnTo>
                <a:lnTo>
                  <a:pt x="179464" y="1845013"/>
                </a:lnTo>
                <a:lnTo>
                  <a:pt x="178601" y="1844850"/>
                </a:lnTo>
                <a:lnTo>
                  <a:pt x="177719" y="1844709"/>
                </a:lnTo>
                <a:lnTo>
                  <a:pt x="176818" y="1844589"/>
                </a:lnTo>
                <a:lnTo>
                  <a:pt x="175900" y="1844492"/>
                </a:lnTo>
                <a:lnTo>
                  <a:pt x="174963" y="1844416"/>
                </a:lnTo>
                <a:lnTo>
                  <a:pt x="174009" y="1844361"/>
                </a:lnTo>
                <a:lnTo>
                  <a:pt x="173036" y="1844329"/>
                </a:lnTo>
                <a:lnTo>
                  <a:pt x="172044" y="1844318"/>
                </a:lnTo>
                <a:lnTo>
                  <a:pt x="141443" y="1844318"/>
                </a:lnTo>
                <a:lnTo>
                  <a:pt x="141024" y="1844314"/>
                </a:lnTo>
                <a:lnTo>
                  <a:pt x="140613" y="1844303"/>
                </a:lnTo>
                <a:lnTo>
                  <a:pt x="140210" y="1844284"/>
                </a:lnTo>
                <a:lnTo>
                  <a:pt x="139814" y="1844257"/>
                </a:lnTo>
                <a:lnTo>
                  <a:pt x="139425" y="1844223"/>
                </a:lnTo>
                <a:lnTo>
                  <a:pt x="139045" y="1844181"/>
                </a:lnTo>
                <a:lnTo>
                  <a:pt x="138671" y="1844131"/>
                </a:lnTo>
                <a:lnTo>
                  <a:pt x="138306" y="1844074"/>
                </a:lnTo>
                <a:lnTo>
                  <a:pt x="137948" y="1844009"/>
                </a:lnTo>
                <a:lnTo>
                  <a:pt x="137598" y="1843936"/>
                </a:lnTo>
                <a:lnTo>
                  <a:pt x="137256" y="1843856"/>
                </a:lnTo>
                <a:lnTo>
                  <a:pt x="136921" y="1843768"/>
                </a:lnTo>
                <a:lnTo>
                  <a:pt x="136593" y="1843673"/>
                </a:lnTo>
                <a:lnTo>
                  <a:pt x="136274" y="1843570"/>
                </a:lnTo>
                <a:lnTo>
                  <a:pt x="135962" y="1843459"/>
                </a:lnTo>
                <a:lnTo>
                  <a:pt x="135657" y="1843341"/>
                </a:lnTo>
                <a:lnTo>
                  <a:pt x="135361" y="1843215"/>
                </a:lnTo>
                <a:lnTo>
                  <a:pt x="135071" y="1843082"/>
                </a:lnTo>
                <a:lnTo>
                  <a:pt x="134790" y="1842940"/>
                </a:lnTo>
                <a:lnTo>
                  <a:pt x="134516" y="1842792"/>
                </a:lnTo>
                <a:lnTo>
                  <a:pt x="134250" y="1842635"/>
                </a:lnTo>
                <a:lnTo>
                  <a:pt x="133991" y="1842471"/>
                </a:lnTo>
                <a:lnTo>
                  <a:pt x="133740" y="1842299"/>
                </a:lnTo>
                <a:lnTo>
                  <a:pt x="133497" y="1842120"/>
                </a:lnTo>
                <a:lnTo>
                  <a:pt x="133262" y="1841919"/>
                </a:lnTo>
                <a:lnTo>
                  <a:pt x="133038" y="1841713"/>
                </a:lnTo>
                <a:lnTo>
                  <a:pt x="132823" y="1841499"/>
                </a:lnTo>
                <a:lnTo>
                  <a:pt x="132619" y="1841279"/>
                </a:lnTo>
                <a:lnTo>
                  <a:pt x="132424" y="1841053"/>
                </a:lnTo>
                <a:lnTo>
                  <a:pt x="132240" y="1840820"/>
                </a:lnTo>
                <a:lnTo>
                  <a:pt x="132065" y="1840581"/>
                </a:lnTo>
                <a:lnTo>
                  <a:pt x="131900" y="1840335"/>
                </a:lnTo>
                <a:lnTo>
                  <a:pt x="131746" y="1840083"/>
                </a:lnTo>
                <a:lnTo>
                  <a:pt x="131601" y="1839825"/>
                </a:lnTo>
                <a:lnTo>
                  <a:pt x="131466" y="1839560"/>
                </a:lnTo>
                <a:lnTo>
                  <a:pt x="131341" y="1839288"/>
                </a:lnTo>
                <a:lnTo>
                  <a:pt x="131227" y="1839010"/>
                </a:lnTo>
                <a:lnTo>
                  <a:pt x="131122" y="1838726"/>
                </a:lnTo>
                <a:lnTo>
                  <a:pt x="131027" y="1838435"/>
                </a:lnTo>
                <a:lnTo>
                  <a:pt x="130942" y="1838138"/>
                </a:lnTo>
                <a:lnTo>
                  <a:pt x="130867" y="1837834"/>
                </a:lnTo>
                <a:lnTo>
                  <a:pt x="130803" y="1837524"/>
                </a:lnTo>
                <a:lnTo>
                  <a:pt x="130748" y="1837207"/>
                </a:lnTo>
                <a:lnTo>
                  <a:pt x="130703" y="1836884"/>
                </a:lnTo>
                <a:lnTo>
                  <a:pt x="130668" y="1836554"/>
                </a:lnTo>
                <a:lnTo>
                  <a:pt x="130643" y="1836218"/>
                </a:lnTo>
                <a:lnTo>
                  <a:pt x="130628" y="1835875"/>
                </a:lnTo>
                <a:lnTo>
                  <a:pt x="130623" y="1835526"/>
                </a:lnTo>
                <a:lnTo>
                  <a:pt x="130628" y="1835177"/>
                </a:lnTo>
                <a:lnTo>
                  <a:pt x="130643" y="1834835"/>
                </a:lnTo>
                <a:lnTo>
                  <a:pt x="130668" y="1834499"/>
                </a:lnTo>
                <a:lnTo>
                  <a:pt x="130703" y="1834169"/>
                </a:lnTo>
                <a:lnTo>
                  <a:pt x="130748" y="1833846"/>
                </a:lnTo>
                <a:lnTo>
                  <a:pt x="130803" y="1833529"/>
                </a:lnTo>
                <a:lnTo>
                  <a:pt x="130867" y="1833219"/>
                </a:lnTo>
                <a:lnTo>
                  <a:pt x="130942" y="1832915"/>
                </a:lnTo>
                <a:lnTo>
                  <a:pt x="131027" y="1832618"/>
                </a:lnTo>
                <a:lnTo>
                  <a:pt x="131122" y="1832327"/>
                </a:lnTo>
                <a:lnTo>
                  <a:pt x="131227" y="1832043"/>
                </a:lnTo>
                <a:lnTo>
                  <a:pt x="131341" y="1831765"/>
                </a:lnTo>
                <a:lnTo>
                  <a:pt x="131466" y="1831493"/>
                </a:lnTo>
                <a:lnTo>
                  <a:pt x="131601" y="1831228"/>
                </a:lnTo>
                <a:lnTo>
                  <a:pt x="131746" y="1830969"/>
                </a:lnTo>
                <a:lnTo>
                  <a:pt x="131900" y="1830717"/>
                </a:lnTo>
                <a:lnTo>
                  <a:pt x="132065" y="1830472"/>
                </a:lnTo>
                <a:lnTo>
                  <a:pt x="132240" y="1830232"/>
                </a:lnTo>
                <a:lnTo>
                  <a:pt x="132424" y="1830000"/>
                </a:lnTo>
                <a:lnTo>
                  <a:pt x="132619" y="1829773"/>
                </a:lnTo>
                <a:lnTo>
                  <a:pt x="132823" y="1829554"/>
                </a:lnTo>
                <a:lnTo>
                  <a:pt x="133038" y="1829340"/>
                </a:lnTo>
                <a:lnTo>
                  <a:pt x="133262" y="1829133"/>
                </a:lnTo>
                <a:lnTo>
                  <a:pt x="133497" y="1828933"/>
                </a:lnTo>
                <a:lnTo>
                  <a:pt x="133754" y="1828740"/>
                </a:lnTo>
                <a:lnTo>
                  <a:pt x="134018" y="1828555"/>
                </a:lnTo>
                <a:lnTo>
                  <a:pt x="134290" y="1828378"/>
                </a:lnTo>
                <a:lnTo>
                  <a:pt x="134568" y="1828210"/>
                </a:lnTo>
                <a:lnTo>
                  <a:pt x="134853" y="1828049"/>
                </a:lnTo>
                <a:lnTo>
                  <a:pt x="135145" y="1827897"/>
                </a:lnTo>
                <a:lnTo>
                  <a:pt x="135445" y="1827753"/>
                </a:lnTo>
                <a:lnTo>
                  <a:pt x="135751" y="1827618"/>
                </a:lnTo>
                <a:lnTo>
                  <a:pt x="136065" y="1827490"/>
                </a:lnTo>
                <a:lnTo>
                  <a:pt x="136385" y="1827371"/>
                </a:lnTo>
                <a:lnTo>
                  <a:pt x="136713" y="1827260"/>
                </a:lnTo>
                <a:lnTo>
                  <a:pt x="137047" y="1827158"/>
                </a:lnTo>
                <a:lnTo>
                  <a:pt x="137389" y="1827063"/>
                </a:lnTo>
                <a:lnTo>
                  <a:pt x="137738" y="1826977"/>
                </a:lnTo>
                <a:lnTo>
                  <a:pt x="138094" y="1826899"/>
                </a:lnTo>
                <a:lnTo>
                  <a:pt x="138456" y="1826829"/>
                </a:lnTo>
                <a:lnTo>
                  <a:pt x="138826" y="1826767"/>
                </a:lnTo>
                <a:lnTo>
                  <a:pt x="139203" y="1826714"/>
                </a:lnTo>
                <a:lnTo>
                  <a:pt x="139587" y="1826669"/>
                </a:lnTo>
                <a:lnTo>
                  <a:pt x="139978" y="1826632"/>
                </a:lnTo>
                <a:lnTo>
                  <a:pt x="140376" y="1826603"/>
                </a:lnTo>
                <a:lnTo>
                  <a:pt x="140781" y="1826582"/>
                </a:lnTo>
                <a:lnTo>
                  <a:pt x="141193" y="1826570"/>
                </a:lnTo>
                <a:lnTo>
                  <a:pt x="141612" y="1826566"/>
                </a:lnTo>
                <a:lnTo>
                  <a:pt x="155476" y="1826566"/>
                </a:lnTo>
                <a:lnTo>
                  <a:pt x="156801" y="1826553"/>
                </a:lnTo>
                <a:lnTo>
                  <a:pt x="158100" y="1826514"/>
                </a:lnTo>
                <a:lnTo>
                  <a:pt x="159372" y="1826450"/>
                </a:lnTo>
                <a:lnTo>
                  <a:pt x="160618" y="1826359"/>
                </a:lnTo>
                <a:lnTo>
                  <a:pt x="161838" y="1826243"/>
                </a:lnTo>
                <a:lnTo>
                  <a:pt x="163031" y="1826101"/>
                </a:lnTo>
                <a:lnTo>
                  <a:pt x="164198" y="1825933"/>
                </a:lnTo>
                <a:lnTo>
                  <a:pt x="165338" y="1825739"/>
                </a:lnTo>
                <a:lnTo>
                  <a:pt x="166452" y="1825520"/>
                </a:lnTo>
                <a:lnTo>
                  <a:pt x="167539" y="1825274"/>
                </a:lnTo>
                <a:lnTo>
                  <a:pt x="168600" y="1825003"/>
                </a:lnTo>
                <a:lnTo>
                  <a:pt x="169635" y="1824706"/>
                </a:lnTo>
                <a:lnTo>
                  <a:pt x="170643" y="1824383"/>
                </a:lnTo>
                <a:lnTo>
                  <a:pt x="171625" y="1824035"/>
                </a:lnTo>
                <a:lnTo>
                  <a:pt x="172581" y="1823660"/>
                </a:lnTo>
                <a:lnTo>
                  <a:pt x="173510" y="1823260"/>
                </a:lnTo>
                <a:lnTo>
                  <a:pt x="174412" y="1822834"/>
                </a:lnTo>
                <a:lnTo>
                  <a:pt x="175288" y="1822382"/>
                </a:lnTo>
                <a:lnTo>
                  <a:pt x="176138" y="1821904"/>
                </a:lnTo>
                <a:lnTo>
                  <a:pt x="176961" y="1821400"/>
                </a:lnTo>
                <a:lnTo>
                  <a:pt x="177758" y="1820871"/>
                </a:lnTo>
                <a:lnTo>
                  <a:pt x="178529" y="1820315"/>
                </a:lnTo>
                <a:lnTo>
                  <a:pt x="179273" y="1819734"/>
                </a:lnTo>
                <a:lnTo>
                  <a:pt x="179990" y="1819127"/>
                </a:lnTo>
                <a:lnTo>
                  <a:pt x="180694" y="1818498"/>
                </a:lnTo>
                <a:lnTo>
                  <a:pt x="181368" y="1817852"/>
                </a:lnTo>
                <a:lnTo>
                  <a:pt x="182011" y="1817188"/>
                </a:lnTo>
                <a:lnTo>
                  <a:pt x="182625" y="1816506"/>
                </a:lnTo>
                <a:lnTo>
                  <a:pt x="183209" y="1815807"/>
                </a:lnTo>
                <a:lnTo>
                  <a:pt x="183763" y="1815090"/>
                </a:lnTo>
                <a:lnTo>
                  <a:pt x="184287" y="1814356"/>
                </a:lnTo>
                <a:lnTo>
                  <a:pt x="184781" y="1813604"/>
                </a:lnTo>
                <a:lnTo>
                  <a:pt x="185245" y="1812835"/>
                </a:lnTo>
                <a:lnTo>
                  <a:pt x="185679" y="1812047"/>
                </a:lnTo>
                <a:lnTo>
                  <a:pt x="186083" y="1811242"/>
                </a:lnTo>
                <a:lnTo>
                  <a:pt x="186457" y="1810420"/>
                </a:lnTo>
                <a:lnTo>
                  <a:pt x="186802" y="1809580"/>
                </a:lnTo>
                <a:lnTo>
                  <a:pt x="187116" y="1808722"/>
                </a:lnTo>
                <a:lnTo>
                  <a:pt x="187400" y="1807847"/>
                </a:lnTo>
                <a:lnTo>
                  <a:pt x="187655" y="1806954"/>
                </a:lnTo>
                <a:lnTo>
                  <a:pt x="187879" y="1806044"/>
                </a:lnTo>
                <a:lnTo>
                  <a:pt x="188074" y="1805116"/>
                </a:lnTo>
                <a:lnTo>
                  <a:pt x="188239" y="1804170"/>
                </a:lnTo>
                <a:lnTo>
                  <a:pt x="188373" y="1803206"/>
                </a:lnTo>
                <a:lnTo>
                  <a:pt x="188478" y="1802226"/>
                </a:lnTo>
                <a:lnTo>
                  <a:pt x="188553" y="1801227"/>
                </a:lnTo>
                <a:lnTo>
                  <a:pt x="188598" y="1800211"/>
                </a:lnTo>
                <a:lnTo>
                  <a:pt x="188613" y="1799177"/>
                </a:lnTo>
                <a:lnTo>
                  <a:pt x="188609" y="1798699"/>
                </a:lnTo>
                <a:lnTo>
                  <a:pt x="188598" y="1798225"/>
                </a:lnTo>
                <a:lnTo>
                  <a:pt x="188579" y="1797753"/>
                </a:lnTo>
                <a:lnTo>
                  <a:pt x="188552" y="1797284"/>
                </a:lnTo>
                <a:lnTo>
                  <a:pt x="188518" y="1796819"/>
                </a:lnTo>
                <a:lnTo>
                  <a:pt x="188476" y="1796356"/>
                </a:lnTo>
                <a:lnTo>
                  <a:pt x="188426" y="1795896"/>
                </a:lnTo>
                <a:lnTo>
                  <a:pt x="188369" y="1795439"/>
                </a:lnTo>
                <a:lnTo>
                  <a:pt x="188304" y="1794985"/>
                </a:lnTo>
                <a:lnTo>
                  <a:pt x="188231" y="1794534"/>
                </a:lnTo>
                <a:lnTo>
                  <a:pt x="188151" y="1794085"/>
                </a:lnTo>
                <a:lnTo>
                  <a:pt x="188063" y="1793640"/>
                </a:lnTo>
                <a:lnTo>
                  <a:pt x="187968" y="1793198"/>
                </a:lnTo>
                <a:lnTo>
                  <a:pt x="187865" y="1792758"/>
                </a:lnTo>
                <a:lnTo>
                  <a:pt x="187754" y="1792322"/>
                </a:lnTo>
                <a:lnTo>
                  <a:pt x="187636" y="1791888"/>
                </a:lnTo>
                <a:lnTo>
                  <a:pt x="187510" y="1791458"/>
                </a:lnTo>
                <a:lnTo>
                  <a:pt x="187377" y="1791030"/>
                </a:lnTo>
                <a:lnTo>
                  <a:pt x="187235" y="1790605"/>
                </a:lnTo>
                <a:lnTo>
                  <a:pt x="187087" y="1790184"/>
                </a:lnTo>
                <a:lnTo>
                  <a:pt x="186930" y="1789765"/>
                </a:lnTo>
                <a:lnTo>
                  <a:pt x="186766" y="1789349"/>
                </a:lnTo>
                <a:lnTo>
                  <a:pt x="186594" y="1788936"/>
                </a:lnTo>
                <a:lnTo>
                  <a:pt x="186415" y="1788526"/>
                </a:lnTo>
                <a:lnTo>
                  <a:pt x="186242" y="1788106"/>
                </a:lnTo>
                <a:lnTo>
                  <a:pt x="186063" y="1787693"/>
                </a:lnTo>
                <a:lnTo>
                  <a:pt x="185876" y="1787287"/>
                </a:lnTo>
                <a:lnTo>
                  <a:pt x="185682" y="1786887"/>
                </a:lnTo>
                <a:lnTo>
                  <a:pt x="185482" y="1786493"/>
                </a:lnTo>
                <a:lnTo>
                  <a:pt x="185274" y="1786106"/>
                </a:lnTo>
                <a:lnTo>
                  <a:pt x="185059" y="1785725"/>
                </a:lnTo>
                <a:lnTo>
                  <a:pt x="184837" y="1785351"/>
                </a:lnTo>
                <a:lnTo>
                  <a:pt x="184608" y="1784983"/>
                </a:lnTo>
                <a:lnTo>
                  <a:pt x="184372" y="1784622"/>
                </a:lnTo>
                <a:lnTo>
                  <a:pt x="184129" y="1784267"/>
                </a:lnTo>
                <a:lnTo>
                  <a:pt x="183879" y="1783919"/>
                </a:lnTo>
                <a:lnTo>
                  <a:pt x="183622" y="1783577"/>
                </a:lnTo>
                <a:lnTo>
                  <a:pt x="183358" y="1783241"/>
                </a:lnTo>
                <a:lnTo>
                  <a:pt x="183087" y="1782912"/>
                </a:lnTo>
                <a:lnTo>
                  <a:pt x="182808" y="1782590"/>
                </a:lnTo>
                <a:lnTo>
                  <a:pt x="182523" y="1782274"/>
                </a:lnTo>
                <a:lnTo>
                  <a:pt x="182231" y="1781964"/>
                </a:lnTo>
                <a:lnTo>
                  <a:pt x="181931" y="1781661"/>
                </a:lnTo>
                <a:lnTo>
                  <a:pt x="181625" y="1781364"/>
                </a:lnTo>
                <a:lnTo>
                  <a:pt x="181311" y="1781074"/>
                </a:lnTo>
                <a:lnTo>
                  <a:pt x="180991" y="1780790"/>
                </a:lnTo>
                <a:lnTo>
                  <a:pt x="180663" y="1780512"/>
                </a:lnTo>
                <a:lnTo>
                  <a:pt x="180329" y="1780242"/>
                </a:lnTo>
                <a:lnTo>
                  <a:pt x="180329" y="1779903"/>
                </a:lnTo>
                <a:lnTo>
                  <a:pt x="180971" y="1779755"/>
                </a:lnTo>
                <a:lnTo>
                  <a:pt x="181604" y="1779593"/>
                </a:lnTo>
                <a:lnTo>
                  <a:pt x="182225" y="1779417"/>
                </a:lnTo>
                <a:lnTo>
                  <a:pt x="182836" y="1779227"/>
                </a:lnTo>
                <a:lnTo>
                  <a:pt x="183437" y="1779023"/>
                </a:lnTo>
                <a:lnTo>
                  <a:pt x="184027" y="1778804"/>
                </a:lnTo>
                <a:lnTo>
                  <a:pt x="184606" y="1778572"/>
                </a:lnTo>
                <a:lnTo>
                  <a:pt x="185175" y="1778325"/>
                </a:lnTo>
                <a:lnTo>
                  <a:pt x="185733" y="1778065"/>
                </a:lnTo>
                <a:lnTo>
                  <a:pt x="186281" y="1777790"/>
                </a:lnTo>
                <a:lnTo>
                  <a:pt x="186818" y="1777501"/>
                </a:lnTo>
                <a:lnTo>
                  <a:pt x="187345" y="1777198"/>
                </a:lnTo>
                <a:lnTo>
                  <a:pt x="187861" y="1776881"/>
                </a:lnTo>
                <a:lnTo>
                  <a:pt x="188366" y="1776550"/>
                </a:lnTo>
                <a:lnTo>
                  <a:pt x="188861" y="1776205"/>
                </a:lnTo>
                <a:lnTo>
                  <a:pt x="189346" y="1775846"/>
                </a:lnTo>
                <a:lnTo>
                  <a:pt x="189819" y="1775472"/>
                </a:lnTo>
                <a:lnTo>
                  <a:pt x="190282" y="1775085"/>
                </a:lnTo>
                <a:lnTo>
                  <a:pt x="190735" y="1774683"/>
                </a:lnTo>
                <a:lnTo>
                  <a:pt x="191177" y="1774268"/>
                </a:lnTo>
                <a:lnTo>
                  <a:pt x="191609" y="1773838"/>
                </a:lnTo>
                <a:lnTo>
                  <a:pt x="192029" y="1773394"/>
                </a:lnTo>
                <a:lnTo>
                  <a:pt x="192440" y="1772936"/>
                </a:lnTo>
                <a:lnTo>
                  <a:pt x="192840" y="1772464"/>
                </a:lnTo>
                <a:lnTo>
                  <a:pt x="193240" y="1771967"/>
                </a:lnTo>
                <a:lnTo>
                  <a:pt x="193623" y="1771460"/>
                </a:lnTo>
                <a:lnTo>
                  <a:pt x="193989" y="1770945"/>
                </a:lnTo>
                <a:lnTo>
                  <a:pt x="194338" y="1770421"/>
                </a:lnTo>
                <a:lnTo>
                  <a:pt x="194670" y="1769889"/>
                </a:lnTo>
                <a:lnTo>
                  <a:pt x="194985" y="1769347"/>
                </a:lnTo>
                <a:lnTo>
                  <a:pt x="195283" y="1768797"/>
                </a:lnTo>
                <a:lnTo>
                  <a:pt x="195563" y="1768238"/>
                </a:lnTo>
                <a:lnTo>
                  <a:pt x="195827" y="1767670"/>
                </a:lnTo>
                <a:lnTo>
                  <a:pt x="196074" y="1767093"/>
                </a:lnTo>
                <a:lnTo>
                  <a:pt x="196304" y="1766507"/>
                </a:lnTo>
                <a:lnTo>
                  <a:pt x="196517" y="1765913"/>
                </a:lnTo>
                <a:lnTo>
                  <a:pt x="196713" y="1765310"/>
                </a:lnTo>
                <a:lnTo>
                  <a:pt x="196891" y="1764698"/>
                </a:lnTo>
                <a:lnTo>
                  <a:pt x="197053" y="1764077"/>
                </a:lnTo>
                <a:lnTo>
                  <a:pt x="197198" y="1763447"/>
                </a:lnTo>
                <a:lnTo>
                  <a:pt x="197325" y="1762809"/>
                </a:lnTo>
                <a:lnTo>
                  <a:pt x="197436" y="1762162"/>
                </a:lnTo>
                <a:lnTo>
                  <a:pt x="197530" y="1761506"/>
                </a:lnTo>
                <a:lnTo>
                  <a:pt x="197606" y="1760841"/>
                </a:lnTo>
                <a:lnTo>
                  <a:pt x="197666" y="1760167"/>
                </a:lnTo>
                <a:lnTo>
                  <a:pt x="197708" y="1759485"/>
                </a:lnTo>
                <a:lnTo>
                  <a:pt x="197734" y="1758794"/>
                </a:lnTo>
                <a:lnTo>
                  <a:pt x="197743" y="1758094"/>
                </a:lnTo>
                <a:lnTo>
                  <a:pt x="184048" y="1758094"/>
                </a:lnTo>
                <a:lnTo>
                  <a:pt x="184001" y="1758584"/>
                </a:lnTo>
                <a:lnTo>
                  <a:pt x="183942" y="1759070"/>
                </a:lnTo>
                <a:lnTo>
                  <a:pt x="183874" y="1759552"/>
                </a:lnTo>
                <a:lnTo>
                  <a:pt x="183794" y="1760029"/>
                </a:lnTo>
                <a:lnTo>
                  <a:pt x="183705" y="1760501"/>
                </a:lnTo>
                <a:lnTo>
                  <a:pt x="183604" y="1760968"/>
                </a:lnTo>
                <a:lnTo>
                  <a:pt x="183493" y="1761430"/>
                </a:lnTo>
                <a:lnTo>
                  <a:pt x="183372" y="1761888"/>
                </a:lnTo>
                <a:lnTo>
                  <a:pt x="183240" y="1762341"/>
                </a:lnTo>
                <a:lnTo>
                  <a:pt x="183097" y="1762790"/>
                </a:lnTo>
                <a:lnTo>
                  <a:pt x="182944" y="1763234"/>
                </a:lnTo>
                <a:lnTo>
                  <a:pt x="182780" y="1763673"/>
                </a:lnTo>
                <a:lnTo>
                  <a:pt x="182606" y="1764107"/>
                </a:lnTo>
                <a:lnTo>
                  <a:pt x="182421" y="1764537"/>
                </a:lnTo>
                <a:lnTo>
                  <a:pt x="182225" y="1764962"/>
                </a:lnTo>
                <a:lnTo>
                  <a:pt x="182019" y="1765382"/>
                </a:lnTo>
                <a:lnTo>
                  <a:pt x="181803" y="1765798"/>
                </a:lnTo>
                <a:lnTo>
                  <a:pt x="181575" y="1766209"/>
                </a:lnTo>
                <a:lnTo>
                  <a:pt x="181338" y="1766615"/>
                </a:lnTo>
                <a:lnTo>
                  <a:pt x="181089" y="1767017"/>
                </a:lnTo>
                <a:lnTo>
                  <a:pt x="180831" y="1767414"/>
                </a:lnTo>
                <a:lnTo>
                  <a:pt x="180561" y="1767806"/>
                </a:lnTo>
                <a:lnTo>
                  <a:pt x="180281" y="1768193"/>
                </a:lnTo>
                <a:lnTo>
                  <a:pt x="179990" y="1768576"/>
                </a:lnTo>
                <a:lnTo>
                  <a:pt x="179703" y="1768938"/>
                </a:lnTo>
                <a:lnTo>
                  <a:pt x="179403" y="1769291"/>
                </a:lnTo>
                <a:lnTo>
                  <a:pt x="179092" y="1769635"/>
                </a:lnTo>
                <a:lnTo>
                  <a:pt x="178769" y="1769971"/>
                </a:lnTo>
                <a:lnTo>
                  <a:pt x="178435" y="1770297"/>
                </a:lnTo>
                <a:lnTo>
                  <a:pt x="178088" y="1770615"/>
                </a:lnTo>
                <a:lnTo>
                  <a:pt x="177730" y="1770924"/>
                </a:lnTo>
                <a:lnTo>
                  <a:pt x="177361" y="1771225"/>
                </a:lnTo>
                <a:lnTo>
                  <a:pt x="176979" y="1771516"/>
                </a:lnTo>
                <a:lnTo>
                  <a:pt x="176586" y="1771799"/>
                </a:lnTo>
                <a:lnTo>
                  <a:pt x="176181" y="1772073"/>
                </a:lnTo>
                <a:lnTo>
                  <a:pt x="175764" y="1772338"/>
                </a:lnTo>
                <a:lnTo>
                  <a:pt x="175335" y="1772594"/>
                </a:lnTo>
                <a:lnTo>
                  <a:pt x="174895" y="1772841"/>
                </a:lnTo>
                <a:lnTo>
                  <a:pt x="174443" y="1773080"/>
                </a:lnTo>
                <a:lnTo>
                  <a:pt x="173979" y="1773310"/>
                </a:lnTo>
                <a:lnTo>
                  <a:pt x="173504" y="1773531"/>
                </a:lnTo>
                <a:lnTo>
                  <a:pt x="173017" y="1773743"/>
                </a:lnTo>
                <a:lnTo>
                  <a:pt x="172518" y="1773946"/>
                </a:lnTo>
                <a:lnTo>
                  <a:pt x="172007" y="1774141"/>
                </a:lnTo>
                <a:lnTo>
                  <a:pt x="171484" y="1774327"/>
                </a:lnTo>
                <a:lnTo>
                  <a:pt x="170950" y="1774504"/>
                </a:lnTo>
                <a:lnTo>
                  <a:pt x="170404" y="1774672"/>
                </a:lnTo>
                <a:lnTo>
                  <a:pt x="169846" y="1774831"/>
                </a:lnTo>
                <a:lnTo>
                  <a:pt x="169304" y="1774597"/>
                </a:lnTo>
                <a:lnTo>
                  <a:pt x="168748" y="1774372"/>
                </a:lnTo>
                <a:lnTo>
                  <a:pt x="168177" y="1774158"/>
                </a:lnTo>
                <a:lnTo>
                  <a:pt x="167592" y="1773953"/>
                </a:lnTo>
                <a:lnTo>
                  <a:pt x="166993" y="1773759"/>
                </a:lnTo>
                <a:lnTo>
                  <a:pt x="166381" y="1773574"/>
                </a:lnTo>
                <a:lnTo>
                  <a:pt x="165754" y="1773399"/>
                </a:lnTo>
                <a:lnTo>
                  <a:pt x="165113" y="1773235"/>
                </a:lnTo>
                <a:lnTo>
                  <a:pt x="164457" y="1773080"/>
                </a:lnTo>
                <a:lnTo>
                  <a:pt x="163788" y="1772935"/>
                </a:lnTo>
                <a:lnTo>
                  <a:pt x="163105" y="1772801"/>
                </a:lnTo>
                <a:lnTo>
                  <a:pt x="162407" y="1772676"/>
                </a:lnTo>
                <a:lnTo>
                  <a:pt x="161696" y="1772561"/>
                </a:lnTo>
                <a:lnTo>
                  <a:pt x="160970" y="1772456"/>
                </a:lnTo>
                <a:lnTo>
                  <a:pt x="160231" y="1772361"/>
                </a:lnTo>
                <a:lnTo>
                  <a:pt x="159477" y="1772277"/>
                </a:lnTo>
                <a:lnTo>
                  <a:pt x="158709" y="1772202"/>
                </a:lnTo>
                <a:lnTo>
                  <a:pt x="157927" y="1772137"/>
                </a:lnTo>
                <a:lnTo>
                  <a:pt x="157131" y="1772082"/>
                </a:lnTo>
                <a:lnTo>
                  <a:pt x="156321" y="1772037"/>
                </a:lnTo>
                <a:lnTo>
                  <a:pt x="155497" y="1772002"/>
                </a:lnTo>
                <a:lnTo>
                  <a:pt x="154659" y="1771977"/>
                </a:lnTo>
                <a:lnTo>
                  <a:pt x="153806" y="1771962"/>
                </a:lnTo>
                <a:lnTo>
                  <a:pt x="152940" y="1771957"/>
                </a:lnTo>
                <a:lnTo>
                  <a:pt x="151475" y="1771970"/>
                </a:lnTo>
                <a:lnTo>
                  <a:pt x="150041" y="1772008"/>
                </a:lnTo>
                <a:lnTo>
                  <a:pt x="148636" y="1772071"/>
                </a:lnTo>
                <a:lnTo>
                  <a:pt x="147262" y="1772159"/>
                </a:lnTo>
                <a:lnTo>
                  <a:pt x="145917" y="1772273"/>
                </a:lnTo>
                <a:lnTo>
                  <a:pt x="144603" y="1772412"/>
                </a:lnTo>
                <a:lnTo>
                  <a:pt x="143318" y="1772576"/>
                </a:lnTo>
                <a:lnTo>
                  <a:pt x="142063" y="1772765"/>
                </a:lnTo>
                <a:lnTo>
                  <a:pt x="140838" y="1772980"/>
                </a:lnTo>
                <a:lnTo>
                  <a:pt x="139643" y="1773219"/>
                </a:lnTo>
                <a:lnTo>
                  <a:pt x="138478" y="1773484"/>
                </a:lnTo>
                <a:lnTo>
                  <a:pt x="137343" y="1773775"/>
                </a:lnTo>
                <a:lnTo>
                  <a:pt x="136238" y="1774090"/>
                </a:lnTo>
                <a:lnTo>
                  <a:pt x="135163" y="1774431"/>
                </a:lnTo>
                <a:lnTo>
                  <a:pt x="134118" y="1774797"/>
                </a:lnTo>
                <a:lnTo>
                  <a:pt x="133103" y="1775188"/>
                </a:lnTo>
                <a:lnTo>
                  <a:pt x="132117" y="1775605"/>
                </a:lnTo>
                <a:lnTo>
                  <a:pt x="131162" y="1776047"/>
                </a:lnTo>
                <a:lnTo>
                  <a:pt x="130236" y="1776514"/>
                </a:lnTo>
                <a:lnTo>
                  <a:pt x="129341" y="1777006"/>
                </a:lnTo>
                <a:lnTo>
                  <a:pt x="128475" y="1777523"/>
                </a:lnTo>
                <a:lnTo>
                  <a:pt x="127640" y="1778066"/>
                </a:lnTo>
                <a:lnTo>
                  <a:pt x="126834" y="1778634"/>
                </a:lnTo>
                <a:lnTo>
                  <a:pt x="126058" y="1779227"/>
                </a:lnTo>
                <a:lnTo>
                  <a:pt x="125327" y="1779842"/>
                </a:lnTo>
                <a:lnTo>
                  <a:pt x="124627" y="1780476"/>
                </a:lnTo>
                <a:lnTo>
                  <a:pt x="123958" y="1781129"/>
                </a:lnTo>
                <a:lnTo>
                  <a:pt x="123320" y="1781801"/>
                </a:lnTo>
                <a:lnTo>
                  <a:pt x="122713" y="1782491"/>
                </a:lnTo>
                <a:lnTo>
                  <a:pt x="122138" y="1783200"/>
                </a:lnTo>
                <a:lnTo>
                  <a:pt x="121593" y="1783928"/>
                </a:lnTo>
                <a:lnTo>
                  <a:pt x="121080" y="1784675"/>
                </a:lnTo>
                <a:lnTo>
                  <a:pt x="120598" y="1785440"/>
                </a:lnTo>
                <a:lnTo>
                  <a:pt x="120147" y="1786224"/>
                </a:lnTo>
                <a:lnTo>
                  <a:pt x="119727" y="1787028"/>
                </a:lnTo>
                <a:lnTo>
                  <a:pt x="119338" y="1787849"/>
                </a:lnTo>
                <a:lnTo>
                  <a:pt x="118980" y="1788690"/>
                </a:lnTo>
                <a:lnTo>
                  <a:pt x="118653" y="1789549"/>
                </a:lnTo>
                <a:lnTo>
                  <a:pt x="118358" y="1790428"/>
                </a:lnTo>
                <a:lnTo>
                  <a:pt x="118093" y="1791325"/>
                </a:lnTo>
                <a:lnTo>
                  <a:pt x="117860" y="1792240"/>
                </a:lnTo>
                <a:lnTo>
                  <a:pt x="117658" y="1793175"/>
                </a:lnTo>
                <a:lnTo>
                  <a:pt x="117486" y="1794128"/>
                </a:lnTo>
                <a:lnTo>
                  <a:pt x="117346" y="1795101"/>
                </a:lnTo>
                <a:lnTo>
                  <a:pt x="117238" y="1796092"/>
                </a:lnTo>
                <a:lnTo>
                  <a:pt x="117160" y="1797101"/>
                </a:lnTo>
                <a:lnTo>
                  <a:pt x="117113" y="1798130"/>
                </a:lnTo>
                <a:lnTo>
                  <a:pt x="117098" y="1799177"/>
                </a:lnTo>
                <a:lnTo>
                  <a:pt x="117103" y="1799780"/>
                </a:lnTo>
                <a:lnTo>
                  <a:pt x="117119" y="1800377"/>
                </a:lnTo>
                <a:lnTo>
                  <a:pt x="117145" y="1800968"/>
                </a:lnTo>
                <a:lnTo>
                  <a:pt x="117182" y="1801553"/>
                </a:lnTo>
                <a:lnTo>
                  <a:pt x="117230" y="1802133"/>
                </a:lnTo>
                <a:lnTo>
                  <a:pt x="117288" y="1802706"/>
                </a:lnTo>
                <a:lnTo>
                  <a:pt x="117356" y="1803274"/>
                </a:lnTo>
                <a:lnTo>
                  <a:pt x="117436" y="1803836"/>
                </a:lnTo>
                <a:lnTo>
                  <a:pt x="117525" y="1804392"/>
                </a:lnTo>
                <a:lnTo>
                  <a:pt x="117626" y="1804942"/>
                </a:lnTo>
                <a:lnTo>
                  <a:pt x="117737" y="1805486"/>
                </a:lnTo>
                <a:lnTo>
                  <a:pt x="117858" y="1806024"/>
                </a:lnTo>
                <a:lnTo>
                  <a:pt x="117990" y="1806557"/>
                </a:lnTo>
                <a:lnTo>
                  <a:pt x="118133" y="1807083"/>
                </a:lnTo>
                <a:lnTo>
                  <a:pt x="118286" y="1807604"/>
                </a:lnTo>
                <a:lnTo>
                  <a:pt x="118450" y="1808119"/>
                </a:lnTo>
                <a:lnTo>
                  <a:pt x="118624" y="1808628"/>
                </a:lnTo>
                <a:lnTo>
                  <a:pt x="118809" y="1809131"/>
                </a:lnTo>
                <a:lnTo>
                  <a:pt x="119005" y="1809628"/>
                </a:lnTo>
                <a:lnTo>
                  <a:pt x="119211" y="1810119"/>
                </a:lnTo>
                <a:lnTo>
                  <a:pt x="119427" y="1810605"/>
                </a:lnTo>
                <a:lnTo>
                  <a:pt x="119655" y="1811085"/>
                </a:lnTo>
                <a:lnTo>
                  <a:pt x="119892" y="1811558"/>
                </a:lnTo>
                <a:lnTo>
                  <a:pt x="120141" y="1812026"/>
                </a:lnTo>
                <a:lnTo>
                  <a:pt x="120400" y="1812488"/>
                </a:lnTo>
                <a:lnTo>
                  <a:pt x="120669" y="1812942"/>
                </a:lnTo>
                <a:lnTo>
                  <a:pt x="120949" y="1813389"/>
                </a:lnTo>
                <a:lnTo>
                  <a:pt x="121240" y="1813829"/>
                </a:lnTo>
                <a:lnTo>
                  <a:pt x="121541" y="1814263"/>
                </a:lnTo>
                <a:lnTo>
                  <a:pt x="121853" y="1814689"/>
                </a:lnTo>
                <a:lnTo>
                  <a:pt x="122175" y="1815108"/>
                </a:lnTo>
                <a:lnTo>
                  <a:pt x="122508" y="1815520"/>
                </a:lnTo>
                <a:lnTo>
                  <a:pt x="122851" y="1815925"/>
                </a:lnTo>
                <a:lnTo>
                  <a:pt x="123205" y="1816323"/>
                </a:lnTo>
                <a:lnTo>
                  <a:pt x="123570" y="1816714"/>
                </a:lnTo>
                <a:lnTo>
                  <a:pt x="123945" y="1817098"/>
                </a:lnTo>
                <a:lnTo>
                  <a:pt x="124330" y="1817475"/>
                </a:lnTo>
                <a:lnTo>
                  <a:pt x="124727" y="1817845"/>
                </a:lnTo>
                <a:lnTo>
                  <a:pt x="125133" y="1818208"/>
                </a:lnTo>
                <a:lnTo>
                  <a:pt x="125551" y="1818563"/>
                </a:lnTo>
                <a:lnTo>
                  <a:pt x="125979" y="1818912"/>
                </a:lnTo>
                <a:lnTo>
                  <a:pt x="126417" y="1819254"/>
                </a:lnTo>
                <a:lnTo>
                  <a:pt x="126866" y="1819588"/>
                </a:lnTo>
                <a:lnTo>
                  <a:pt x="127326" y="1819916"/>
                </a:lnTo>
                <a:lnTo>
                  <a:pt x="127796" y="1820236"/>
                </a:lnTo>
                <a:lnTo>
                  <a:pt x="128277" y="1820550"/>
                </a:lnTo>
                <a:lnTo>
                  <a:pt x="128768" y="1820856"/>
                </a:lnTo>
                <a:lnTo>
                  <a:pt x="129270" y="1821156"/>
                </a:lnTo>
                <a:lnTo>
                  <a:pt x="128712" y="1821274"/>
                </a:lnTo>
                <a:lnTo>
                  <a:pt x="128163" y="1821405"/>
                </a:lnTo>
                <a:lnTo>
                  <a:pt x="127625" y="1821547"/>
                </a:lnTo>
                <a:lnTo>
                  <a:pt x="127096" y="1821701"/>
                </a:lnTo>
                <a:lnTo>
                  <a:pt x="126577" y="1821866"/>
                </a:lnTo>
                <a:lnTo>
                  <a:pt x="126069" y="1822043"/>
                </a:lnTo>
                <a:lnTo>
                  <a:pt x="125570" y="1822232"/>
                </a:lnTo>
                <a:lnTo>
                  <a:pt x="125081" y="1822433"/>
                </a:lnTo>
                <a:lnTo>
                  <a:pt x="124602" y="1822646"/>
                </a:lnTo>
                <a:lnTo>
                  <a:pt x="124134" y="1822870"/>
                </a:lnTo>
                <a:lnTo>
                  <a:pt x="123675" y="1823106"/>
                </a:lnTo>
                <a:lnTo>
                  <a:pt x="123226" y="1823354"/>
                </a:lnTo>
                <a:lnTo>
                  <a:pt x="122787" y="1823613"/>
                </a:lnTo>
                <a:lnTo>
                  <a:pt x="122359" y="1823884"/>
                </a:lnTo>
                <a:lnTo>
                  <a:pt x="121940" y="1824167"/>
                </a:lnTo>
                <a:lnTo>
                  <a:pt x="121531" y="1824462"/>
                </a:lnTo>
                <a:lnTo>
                  <a:pt x="121132" y="1824768"/>
                </a:lnTo>
                <a:lnTo>
                  <a:pt x="120743" y="1825087"/>
                </a:lnTo>
                <a:lnTo>
                  <a:pt x="120364" y="1825417"/>
                </a:lnTo>
                <a:lnTo>
                  <a:pt x="119995" y="1825758"/>
                </a:lnTo>
                <a:lnTo>
                  <a:pt x="119636" y="1826112"/>
                </a:lnTo>
                <a:lnTo>
                  <a:pt x="119287" y="1826477"/>
                </a:lnTo>
                <a:lnTo>
                  <a:pt x="118948" y="1826853"/>
                </a:lnTo>
                <a:lnTo>
                  <a:pt x="118619" y="1827242"/>
                </a:lnTo>
                <a:lnTo>
                  <a:pt x="118302" y="1827639"/>
                </a:lnTo>
                <a:lnTo>
                  <a:pt x="117998" y="1828039"/>
                </a:lnTo>
                <a:lnTo>
                  <a:pt x="117708" y="1828444"/>
                </a:lnTo>
                <a:lnTo>
                  <a:pt x="117431" y="1828853"/>
                </a:lnTo>
                <a:lnTo>
                  <a:pt x="117168" y="1829266"/>
                </a:lnTo>
                <a:lnTo>
                  <a:pt x="116918" y="1829683"/>
                </a:lnTo>
                <a:lnTo>
                  <a:pt x="116682" y="1830104"/>
                </a:lnTo>
                <a:lnTo>
                  <a:pt x="116459" y="1830530"/>
                </a:lnTo>
                <a:lnTo>
                  <a:pt x="116250" y="1830959"/>
                </a:lnTo>
                <a:lnTo>
                  <a:pt x="116054" y="1831392"/>
                </a:lnTo>
                <a:lnTo>
                  <a:pt x="115871" y="1831830"/>
                </a:lnTo>
                <a:lnTo>
                  <a:pt x="115703" y="1832272"/>
                </a:lnTo>
                <a:lnTo>
                  <a:pt x="115547" y="1832718"/>
                </a:lnTo>
                <a:lnTo>
                  <a:pt x="115406" y="1833168"/>
                </a:lnTo>
                <a:lnTo>
                  <a:pt x="115277" y="1833622"/>
                </a:lnTo>
                <a:lnTo>
                  <a:pt x="115163" y="1834080"/>
                </a:lnTo>
                <a:lnTo>
                  <a:pt x="115061" y="1834542"/>
                </a:lnTo>
                <a:lnTo>
                  <a:pt x="114974" y="1835009"/>
                </a:lnTo>
                <a:lnTo>
                  <a:pt x="114899" y="1835479"/>
                </a:lnTo>
                <a:lnTo>
                  <a:pt x="114839" y="1835954"/>
                </a:lnTo>
                <a:lnTo>
                  <a:pt x="114791" y="1836432"/>
                </a:lnTo>
                <a:lnTo>
                  <a:pt x="114758" y="1836915"/>
                </a:lnTo>
                <a:lnTo>
                  <a:pt x="114737" y="1837402"/>
                </a:lnTo>
                <a:lnTo>
                  <a:pt x="114731" y="1837893"/>
                </a:lnTo>
                <a:lnTo>
                  <a:pt x="114734" y="1838259"/>
                </a:lnTo>
                <a:lnTo>
                  <a:pt x="114745" y="1838622"/>
                </a:lnTo>
                <a:lnTo>
                  <a:pt x="114762" y="1838984"/>
                </a:lnTo>
                <a:lnTo>
                  <a:pt x="114787" y="1839344"/>
                </a:lnTo>
                <a:lnTo>
                  <a:pt x="114819" y="1839703"/>
                </a:lnTo>
                <a:lnTo>
                  <a:pt x="114857" y="1840059"/>
                </a:lnTo>
                <a:lnTo>
                  <a:pt x="114903" y="1840414"/>
                </a:lnTo>
                <a:lnTo>
                  <a:pt x="114956" y="1840767"/>
                </a:lnTo>
                <a:lnTo>
                  <a:pt x="115016" y="1841119"/>
                </a:lnTo>
                <a:lnTo>
                  <a:pt x="115083" y="1841468"/>
                </a:lnTo>
                <a:lnTo>
                  <a:pt x="115157" y="1841816"/>
                </a:lnTo>
                <a:lnTo>
                  <a:pt x="115238" y="1842162"/>
                </a:lnTo>
                <a:lnTo>
                  <a:pt x="115326" y="1842507"/>
                </a:lnTo>
                <a:lnTo>
                  <a:pt x="115421" y="1842849"/>
                </a:lnTo>
                <a:lnTo>
                  <a:pt x="115523" y="1843190"/>
                </a:lnTo>
                <a:lnTo>
                  <a:pt x="115632" y="1843529"/>
                </a:lnTo>
                <a:lnTo>
                  <a:pt x="115749" y="1843866"/>
                </a:lnTo>
                <a:lnTo>
                  <a:pt x="115872" y="1844202"/>
                </a:lnTo>
                <a:lnTo>
                  <a:pt x="116002" y="1844535"/>
                </a:lnTo>
                <a:lnTo>
                  <a:pt x="116140" y="1844867"/>
                </a:lnTo>
                <a:lnTo>
                  <a:pt x="116284" y="1845198"/>
                </a:lnTo>
                <a:lnTo>
                  <a:pt x="116435" y="1845526"/>
                </a:lnTo>
                <a:lnTo>
                  <a:pt x="116594" y="1845853"/>
                </a:lnTo>
                <a:lnTo>
                  <a:pt x="116759" y="1846178"/>
                </a:lnTo>
                <a:lnTo>
                  <a:pt x="116945" y="1846499"/>
                </a:lnTo>
                <a:lnTo>
                  <a:pt x="117136" y="1846815"/>
                </a:lnTo>
                <a:lnTo>
                  <a:pt x="117333" y="1847126"/>
                </a:lnTo>
                <a:lnTo>
                  <a:pt x="117534" y="1847431"/>
                </a:lnTo>
                <a:lnTo>
                  <a:pt x="117741" y="1847732"/>
                </a:lnTo>
                <a:lnTo>
                  <a:pt x="117953" y="1848027"/>
                </a:lnTo>
                <a:lnTo>
                  <a:pt x="118171" y="1848316"/>
                </a:lnTo>
                <a:lnTo>
                  <a:pt x="118394" y="1848601"/>
                </a:lnTo>
                <a:lnTo>
                  <a:pt x="118622" y="1848880"/>
                </a:lnTo>
                <a:lnTo>
                  <a:pt x="118855" y="1849154"/>
                </a:lnTo>
                <a:lnTo>
                  <a:pt x="119094" y="1849422"/>
                </a:lnTo>
                <a:lnTo>
                  <a:pt x="119338" y="1849686"/>
                </a:lnTo>
                <a:lnTo>
                  <a:pt x="119587" y="1849944"/>
                </a:lnTo>
                <a:lnTo>
                  <a:pt x="119841" y="1850196"/>
                </a:lnTo>
                <a:lnTo>
                  <a:pt x="120101" y="1850444"/>
                </a:lnTo>
                <a:lnTo>
                  <a:pt x="120366" y="1850686"/>
                </a:lnTo>
                <a:lnTo>
                  <a:pt x="120636" y="1850923"/>
                </a:lnTo>
                <a:lnTo>
                  <a:pt x="120912" y="1851154"/>
                </a:lnTo>
                <a:lnTo>
                  <a:pt x="121193" y="1851381"/>
                </a:lnTo>
                <a:lnTo>
                  <a:pt x="121479" y="1851602"/>
                </a:lnTo>
                <a:lnTo>
                  <a:pt x="121771" y="1851818"/>
                </a:lnTo>
                <a:lnTo>
                  <a:pt x="122067" y="1852028"/>
                </a:lnTo>
                <a:lnTo>
                  <a:pt x="122369" y="1852233"/>
                </a:lnTo>
                <a:lnTo>
                  <a:pt x="122677" y="1852433"/>
                </a:lnTo>
                <a:lnTo>
                  <a:pt x="122215" y="1852635"/>
                </a:lnTo>
                <a:lnTo>
                  <a:pt x="121761" y="1852846"/>
                </a:lnTo>
                <a:lnTo>
                  <a:pt x="121314" y="1853067"/>
                </a:lnTo>
                <a:lnTo>
                  <a:pt x="120873" y="1853297"/>
                </a:lnTo>
                <a:lnTo>
                  <a:pt x="120440" y="1853537"/>
                </a:lnTo>
                <a:lnTo>
                  <a:pt x="120014" y="1853786"/>
                </a:lnTo>
                <a:lnTo>
                  <a:pt x="119595" y="1854044"/>
                </a:lnTo>
                <a:lnTo>
                  <a:pt x="119183" y="1854312"/>
                </a:lnTo>
                <a:lnTo>
                  <a:pt x="118778" y="1854589"/>
                </a:lnTo>
                <a:lnTo>
                  <a:pt x="118380" y="1854875"/>
                </a:lnTo>
                <a:lnTo>
                  <a:pt x="117989" y="1855171"/>
                </a:lnTo>
                <a:lnTo>
                  <a:pt x="117605" y="1855476"/>
                </a:lnTo>
                <a:lnTo>
                  <a:pt x="117228" y="1855791"/>
                </a:lnTo>
                <a:lnTo>
                  <a:pt x="116858" y="1856115"/>
                </a:lnTo>
                <a:lnTo>
                  <a:pt x="116495" y="1856448"/>
                </a:lnTo>
                <a:lnTo>
                  <a:pt x="116139" y="1856791"/>
                </a:lnTo>
                <a:lnTo>
                  <a:pt x="115791" y="1857144"/>
                </a:lnTo>
                <a:lnTo>
                  <a:pt x="115449" y="1857505"/>
                </a:lnTo>
                <a:lnTo>
                  <a:pt x="115114" y="1857876"/>
                </a:lnTo>
                <a:lnTo>
                  <a:pt x="114787" y="1858257"/>
                </a:lnTo>
                <a:lnTo>
                  <a:pt x="114466" y="1858646"/>
                </a:lnTo>
                <a:lnTo>
                  <a:pt x="114153" y="1859045"/>
                </a:lnTo>
                <a:lnTo>
                  <a:pt x="113846" y="1859454"/>
                </a:lnTo>
                <a:lnTo>
                  <a:pt x="113547" y="1859872"/>
                </a:lnTo>
                <a:lnTo>
                  <a:pt x="113257" y="1860297"/>
                </a:lnTo>
                <a:lnTo>
                  <a:pt x="112980" y="1860727"/>
                </a:lnTo>
                <a:lnTo>
                  <a:pt x="112715" y="1861161"/>
                </a:lnTo>
                <a:lnTo>
                  <a:pt x="112462" y="1861600"/>
                </a:lnTo>
                <a:lnTo>
                  <a:pt x="112222" y="1862044"/>
                </a:lnTo>
                <a:lnTo>
                  <a:pt x="111994" y="1862493"/>
                </a:lnTo>
                <a:lnTo>
                  <a:pt x="111778" y="1862946"/>
                </a:lnTo>
                <a:lnTo>
                  <a:pt x="111575" y="1863404"/>
                </a:lnTo>
                <a:lnTo>
                  <a:pt x="111383" y="1863866"/>
                </a:lnTo>
                <a:lnTo>
                  <a:pt x="111205" y="1864334"/>
                </a:lnTo>
                <a:lnTo>
                  <a:pt x="111038" y="1864805"/>
                </a:lnTo>
                <a:lnTo>
                  <a:pt x="110884" y="1865282"/>
                </a:lnTo>
                <a:lnTo>
                  <a:pt x="110742" y="1865764"/>
                </a:lnTo>
                <a:lnTo>
                  <a:pt x="110613" y="1866250"/>
                </a:lnTo>
                <a:lnTo>
                  <a:pt x="110496" y="1866740"/>
                </a:lnTo>
                <a:lnTo>
                  <a:pt x="110391" y="1867236"/>
                </a:lnTo>
                <a:lnTo>
                  <a:pt x="110299" y="1867736"/>
                </a:lnTo>
                <a:lnTo>
                  <a:pt x="110219" y="1868241"/>
                </a:lnTo>
                <a:lnTo>
                  <a:pt x="110151" y="1868750"/>
                </a:lnTo>
                <a:lnTo>
                  <a:pt x="110095" y="1869265"/>
                </a:lnTo>
                <a:lnTo>
                  <a:pt x="110052" y="1869784"/>
                </a:lnTo>
                <a:lnTo>
                  <a:pt x="110021" y="1870307"/>
                </a:lnTo>
                <a:lnTo>
                  <a:pt x="110003" y="1870836"/>
                </a:lnTo>
                <a:lnTo>
                  <a:pt x="109997" y="1871369"/>
                </a:lnTo>
                <a:lnTo>
                  <a:pt x="110007" y="1872083"/>
                </a:lnTo>
                <a:lnTo>
                  <a:pt x="110038" y="1872787"/>
                </a:lnTo>
                <a:lnTo>
                  <a:pt x="110089" y="1873482"/>
                </a:lnTo>
                <a:lnTo>
                  <a:pt x="110161" y="1874168"/>
                </a:lnTo>
                <a:lnTo>
                  <a:pt x="110253" y="1874844"/>
                </a:lnTo>
                <a:lnTo>
                  <a:pt x="110366" y="1875511"/>
                </a:lnTo>
                <a:lnTo>
                  <a:pt x="110500" y="1876168"/>
                </a:lnTo>
                <a:lnTo>
                  <a:pt x="110654" y="1876816"/>
                </a:lnTo>
                <a:lnTo>
                  <a:pt x="110829" y="1877455"/>
                </a:lnTo>
                <a:lnTo>
                  <a:pt x="111024" y="1878084"/>
                </a:lnTo>
                <a:lnTo>
                  <a:pt x="111240" y="1878704"/>
                </a:lnTo>
                <a:lnTo>
                  <a:pt x="111476" y="1879315"/>
                </a:lnTo>
                <a:lnTo>
                  <a:pt x="111733" y="1879916"/>
                </a:lnTo>
                <a:lnTo>
                  <a:pt x="112010" y="1880508"/>
                </a:lnTo>
                <a:lnTo>
                  <a:pt x="112308" y="1881090"/>
                </a:lnTo>
                <a:lnTo>
                  <a:pt x="112627" y="1881663"/>
                </a:lnTo>
                <a:lnTo>
                  <a:pt x="112966" y="1882227"/>
                </a:lnTo>
                <a:lnTo>
                  <a:pt x="113325" y="1882781"/>
                </a:lnTo>
                <a:lnTo>
                  <a:pt x="113705" y="1883326"/>
                </a:lnTo>
                <a:lnTo>
                  <a:pt x="114106" y="1883861"/>
                </a:lnTo>
                <a:lnTo>
                  <a:pt x="114527" y="1884387"/>
                </a:lnTo>
                <a:lnTo>
                  <a:pt x="114969" y="1884904"/>
                </a:lnTo>
                <a:lnTo>
                  <a:pt x="115431" y="1885411"/>
                </a:lnTo>
                <a:lnTo>
                  <a:pt x="115914" y="1885909"/>
                </a:lnTo>
                <a:lnTo>
                  <a:pt x="116416" y="1886391"/>
                </a:lnTo>
                <a:lnTo>
                  <a:pt x="116934" y="1886854"/>
                </a:lnTo>
                <a:lnTo>
                  <a:pt x="117470" y="1887295"/>
                </a:lnTo>
                <a:lnTo>
                  <a:pt x="118023" y="1887717"/>
                </a:lnTo>
                <a:lnTo>
                  <a:pt x="118592" y="1888117"/>
                </a:lnTo>
                <a:lnTo>
                  <a:pt x="119179" y="1888497"/>
                </a:lnTo>
                <a:lnTo>
                  <a:pt x="119783" y="1888857"/>
                </a:lnTo>
                <a:lnTo>
                  <a:pt x="120404" y="1889196"/>
                </a:lnTo>
                <a:lnTo>
                  <a:pt x="121042" y="1889514"/>
                </a:lnTo>
                <a:lnTo>
                  <a:pt x="121696" y="1889812"/>
                </a:lnTo>
                <a:lnTo>
                  <a:pt x="122368" y="1890090"/>
                </a:lnTo>
                <a:lnTo>
                  <a:pt x="123057" y="1890346"/>
                </a:lnTo>
                <a:lnTo>
                  <a:pt x="123763" y="1890583"/>
                </a:lnTo>
                <a:lnTo>
                  <a:pt x="124486" y="1890798"/>
                </a:lnTo>
                <a:lnTo>
                  <a:pt x="125226" y="1890994"/>
                </a:lnTo>
                <a:lnTo>
                  <a:pt x="125983" y="1891168"/>
                </a:lnTo>
                <a:lnTo>
                  <a:pt x="126757" y="1891322"/>
                </a:lnTo>
                <a:lnTo>
                  <a:pt x="127548" y="1891456"/>
                </a:lnTo>
                <a:lnTo>
                  <a:pt x="128356" y="1891569"/>
                </a:lnTo>
                <a:lnTo>
                  <a:pt x="129181" y="1891661"/>
                </a:lnTo>
                <a:lnTo>
                  <a:pt x="130023" y="1891733"/>
                </a:lnTo>
                <a:lnTo>
                  <a:pt x="130882" y="1891785"/>
                </a:lnTo>
                <a:lnTo>
                  <a:pt x="131759" y="1891815"/>
                </a:lnTo>
                <a:lnTo>
                  <a:pt x="132652" y="1891826"/>
                </a:lnTo>
                <a:lnTo>
                  <a:pt x="171537" y="1891826"/>
                </a:lnTo>
                <a:lnTo>
                  <a:pt x="172570" y="1891813"/>
                </a:lnTo>
                <a:lnTo>
                  <a:pt x="173582" y="1891776"/>
                </a:lnTo>
                <a:lnTo>
                  <a:pt x="174575" y="1891715"/>
                </a:lnTo>
                <a:lnTo>
                  <a:pt x="175548" y="1891628"/>
                </a:lnTo>
                <a:lnTo>
                  <a:pt x="176500" y="1891518"/>
                </a:lnTo>
                <a:lnTo>
                  <a:pt x="177433" y="1891382"/>
                </a:lnTo>
                <a:lnTo>
                  <a:pt x="178346" y="1891222"/>
                </a:lnTo>
                <a:close/>
                <a:moveTo>
                  <a:pt x="133647" y="1880292"/>
                </a:moveTo>
                <a:lnTo>
                  <a:pt x="133225" y="1880192"/>
                </a:lnTo>
                <a:lnTo>
                  <a:pt x="132813" y="1880080"/>
                </a:lnTo>
                <a:lnTo>
                  <a:pt x="132410" y="1879957"/>
                </a:lnTo>
                <a:lnTo>
                  <a:pt x="132018" y="1879822"/>
                </a:lnTo>
                <a:lnTo>
                  <a:pt x="131635" y="1879675"/>
                </a:lnTo>
                <a:lnTo>
                  <a:pt x="131263" y="1879517"/>
                </a:lnTo>
                <a:lnTo>
                  <a:pt x="130900" y="1879346"/>
                </a:lnTo>
                <a:lnTo>
                  <a:pt x="130548" y="1879164"/>
                </a:lnTo>
                <a:lnTo>
                  <a:pt x="130205" y="1878971"/>
                </a:lnTo>
                <a:lnTo>
                  <a:pt x="129873" y="1878765"/>
                </a:lnTo>
                <a:lnTo>
                  <a:pt x="129550" y="1878548"/>
                </a:lnTo>
                <a:lnTo>
                  <a:pt x="129238" y="1878319"/>
                </a:lnTo>
                <a:lnTo>
                  <a:pt x="128935" y="1878078"/>
                </a:lnTo>
                <a:lnTo>
                  <a:pt x="128642" y="1877826"/>
                </a:lnTo>
                <a:lnTo>
                  <a:pt x="128360" y="1877562"/>
                </a:lnTo>
                <a:lnTo>
                  <a:pt x="128087" y="1877286"/>
                </a:lnTo>
                <a:lnTo>
                  <a:pt x="127825" y="1877002"/>
                </a:lnTo>
                <a:lnTo>
                  <a:pt x="127574" y="1876714"/>
                </a:lnTo>
                <a:lnTo>
                  <a:pt x="127334" y="1876422"/>
                </a:lnTo>
                <a:lnTo>
                  <a:pt x="127105" y="1876126"/>
                </a:lnTo>
                <a:lnTo>
                  <a:pt x="126888" y="1875826"/>
                </a:lnTo>
                <a:lnTo>
                  <a:pt x="126682" y="1875521"/>
                </a:lnTo>
                <a:lnTo>
                  <a:pt x="126486" y="1875213"/>
                </a:lnTo>
                <a:lnTo>
                  <a:pt x="126302" y="1874900"/>
                </a:lnTo>
                <a:lnTo>
                  <a:pt x="126129" y="1874584"/>
                </a:lnTo>
                <a:lnTo>
                  <a:pt x="125968" y="1874263"/>
                </a:lnTo>
                <a:lnTo>
                  <a:pt x="125817" y="1873938"/>
                </a:lnTo>
                <a:lnTo>
                  <a:pt x="125678" y="1873609"/>
                </a:lnTo>
                <a:lnTo>
                  <a:pt x="125549" y="1873276"/>
                </a:lnTo>
                <a:lnTo>
                  <a:pt x="125432" y="1872938"/>
                </a:lnTo>
                <a:lnTo>
                  <a:pt x="125326" y="1872597"/>
                </a:lnTo>
                <a:lnTo>
                  <a:pt x="125232" y="1872252"/>
                </a:lnTo>
                <a:lnTo>
                  <a:pt x="125148" y="1871902"/>
                </a:lnTo>
                <a:lnTo>
                  <a:pt x="125075" y="1871548"/>
                </a:lnTo>
                <a:lnTo>
                  <a:pt x="125014" y="1871191"/>
                </a:lnTo>
                <a:lnTo>
                  <a:pt x="124964" y="1870829"/>
                </a:lnTo>
                <a:lnTo>
                  <a:pt x="124925" y="1870463"/>
                </a:lnTo>
                <a:lnTo>
                  <a:pt x="124897" y="1870093"/>
                </a:lnTo>
                <a:lnTo>
                  <a:pt x="124880" y="1869718"/>
                </a:lnTo>
                <a:lnTo>
                  <a:pt x="124875" y="1869340"/>
                </a:lnTo>
                <a:lnTo>
                  <a:pt x="124880" y="1868948"/>
                </a:lnTo>
                <a:lnTo>
                  <a:pt x="124897" y="1868560"/>
                </a:lnTo>
                <a:lnTo>
                  <a:pt x="124925" y="1868178"/>
                </a:lnTo>
                <a:lnTo>
                  <a:pt x="124964" y="1867800"/>
                </a:lnTo>
                <a:lnTo>
                  <a:pt x="125014" y="1867426"/>
                </a:lnTo>
                <a:lnTo>
                  <a:pt x="125075" y="1867057"/>
                </a:lnTo>
                <a:lnTo>
                  <a:pt x="125148" y="1866694"/>
                </a:lnTo>
                <a:lnTo>
                  <a:pt x="125232" y="1866334"/>
                </a:lnTo>
                <a:lnTo>
                  <a:pt x="125326" y="1865980"/>
                </a:lnTo>
                <a:lnTo>
                  <a:pt x="125432" y="1865630"/>
                </a:lnTo>
                <a:lnTo>
                  <a:pt x="125549" y="1865285"/>
                </a:lnTo>
                <a:lnTo>
                  <a:pt x="125678" y="1864944"/>
                </a:lnTo>
                <a:lnTo>
                  <a:pt x="125817" y="1864608"/>
                </a:lnTo>
                <a:lnTo>
                  <a:pt x="125968" y="1864277"/>
                </a:lnTo>
                <a:lnTo>
                  <a:pt x="126129" y="1863951"/>
                </a:lnTo>
                <a:lnTo>
                  <a:pt x="126302" y="1863629"/>
                </a:lnTo>
                <a:lnTo>
                  <a:pt x="126486" y="1863312"/>
                </a:lnTo>
                <a:lnTo>
                  <a:pt x="126682" y="1863000"/>
                </a:lnTo>
                <a:lnTo>
                  <a:pt x="126888" y="1862692"/>
                </a:lnTo>
                <a:lnTo>
                  <a:pt x="127105" y="1862389"/>
                </a:lnTo>
                <a:lnTo>
                  <a:pt x="127334" y="1862091"/>
                </a:lnTo>
                <a:lnTo>
                  <a:pt x="127574" y="1861798"/>
                </a:lnTo>
                <a:lnTo>
                  <a:pt x="127825" y="1861509"/>
                </a:lnTo>
                <a:lnTo>
                  <a:pt x="128087" y="1861225"/>
                </a:lnTo>
                <a:lnTo>
                  <a:pt x="128360" y="1860962"/>
                </a:lnTo>
                <a:lnTo>
                  <a:pt x="128642" y="1860712"/>
                </a:lnTo>
                <a:lnTo>
                  <a:pt x="128935" y="1860472"/>
                </a:lnTo>
                <a:lnTo>
                  <a:pt x="129238" y="1860243"/>
                </a:lnTo>
                <a:lnTo>
                  <a:pt x="129550" y="1860026"/>
                </a:lnTo>
                <a:lnTo>
                  <a:pt x="129873" y="1859819"/>
                </a:lnTo>
                <a:lnTo>
                  <a:pt x="130205" y="1859624"/>
                </a:lnTo>
                <a:lnTo>
                  <a:pt x="130548" y="1859440"/>
                </a:lnTo>
                <a:lnTo>
                  <a:pt x="130900" y="1859267"/>
                </a:lnTo>
                <a:lnTo>
                  <a:pt x="131263" y="1859105"/>
                </a:lnTo>
                <a:lnTo>
                  <a:pt x="131635" y="1858955"/>
                </a:lnTo>
                <a:lnTo>
                  <a:pt x="132018" y="1858815"/>
                </a:lnTo>
                <a:lnTo>
                  <a:pt x="132410" y="1858687"/>
                </a:lnTo>
                <a:lnTo>
                  <a:pt x="132813" y="1858570"/>
                </a:lnTo>
                <a:lnTo>
                  <a:pt x="133225" y="1858464"/>
                </a:lnTo>
                <a:lnTo>
                  <a:pt x="133647" y="1858369"/>
                </a:lnTo>
                <a:lnTo>
                  <a:pt x="134080" y="1858286"/>
                </a:lnTo>
                <a:lnTo>
                  <a:pt x="134522" y="1858213"/>
                </a:lnTo>
                <a:lnTo>
                  <a:pt x="134974" y="1858152"/>
                </a:lnTo>
                <a:lnTo>
                  <a:pt x="135437" y="1858102"/>
                </a:lnTo>
                <a:lnTo>
                  <a:pt x="135909" y="1858063"/>
                </a:lnTo>
                <a:lnTo>
                  <a:pt x="136391" y="1858035"/>
                </a:lnTo>
                <a:lnTo>
                  <a:pt x="136883" y="1858018"/>
                </a:lnTo>
                <a:lnTo>
                  <a:pt x="137386" y="1858012"/>
                </a:lnTo>
                <a:lnTo>
                  <a:pt x="169339" y="1858012"/>
                </a:lnTo>
                <a:lnTo>
                  <a:pt x="169869" y="1858018"/>
                </a:lnTo>
                <a:lnTo>
                  <a:pt x="170387" y="1858035"/>
                </a:lnTo>
                <a:lnTo>
                  <a:pt x="170893" y="1858063"/>
                </a:lnTo>
                <a:lnTo>
                  <a:pt x="171387" y="1858102"/>
                </a:lnTo>
                <a:lnTo>
                  <a:pt x="171869" y="1858152"/>
                </a:lnTo>
                <a:lnTo>
                  <a:pt x="172340" y="1858213"/>
                </a:lnTo>
                <a:lnTo>
                  <a:pt x="172799" y="1858286"/>
                </a:lnTo>
                <a:lnTo>
                  <a:pt x="173247" y="1858369"/>
                </a:lnTo>
                <a:lnTo>
                  <a:pt x="173682" y="1858464"/>
                </a:lnTo>
                <a:lnTo>
                  <a:pt x="174106" y="1858570"/>
                </a:lnTo>
                <a:lnTo>
                  <a:pt x="174518" y="1858687"/>
                </a:lnTo>
                <a:lnTo>
                  <a:pt x="174918" y="1858815"/>
                </a:lnTo>
                <a:lnTo>
                  <a:pt x="175307" y="1858955"/>
                </a:lnTo>
                <a:lnTo>
                  <a:pt x="175684" y="1859105"/>
                </a:lnTo>
                <a:lnTo>
                  <a:pt x="176049" y="1859267"/>
                </a:lnTo>
                <a:lnTo>
                  <a:pt x="176403" y="1859440"/>
                </a:lnTo>
                <a:lnTo>
                  <a:pt x="176744" y="1859624"/>
                </a:lnTo>
                <a:lnTo>
                  <a:pt x="177074" y="1859819"/>
                </a:lnTo>
                <a:lnTo>
                  <a:pt x="177392" y="1860026"/>
                </a:lnTo>
                <a:lnTo>
                  <a:pt x="177699" y="1860243"/>
                </a:lnTo>
                <a:lnTo>
                  <a:pt x="177993" y="1860472"/>
                </a:lnTo>
                <a:lnTo>
                  <a:pt x="178276" y="1860712"/>
                </a:lnTo>
                <a:lnTo>
                  <a:pt x="178548" y="1860962"/>
                </a:lnTo>
                <a:lnTo>
                  <a:pt x="178807" y="1861225"/>
                </a:lnTo>
                <a:lnTo>
                  <a:pt x="179069" y="1861495"/>
                </a:lnTo>
                <a:lnTo>
                  <a:pt x="179320" y="1861771"/>
                </a:lnTo>
                <a:lnTo>
                  <a:pt x="179560" y="1862051"/>
                </a:lnTo>
                <a:lnTo>
                  <a:pt x="179789" y="1862338"/>
                </a:lnTo>
                <a:lnTo>
                  <a:pt x="180006" y="1862629"/>
                </a:lnTo>
                <a:lnTo>
                  <a:pt x="180212" y="1862926"/>
                </a:lnTo>
                <a:lnTo>
                  <a:pt x="180408" y="1863228"/>
                </a:lnTo>
                <a:lnTo>
                  <a:pt x="180592" y="1863535"/>
                </a:lnTo>
                <a:lnTo>
                  <a:pt x="180765" y="1863848"/>
                </a:lnTo>
                <a:lnTo>
                  <a:pt x="180926" y="1864166"/>
                </a:lnTo>
                <a:lnTo>
                  <a:pt x="181077" y="1864489"/>
                </a:lnTo>
                <a:lnTo>
                  <a:pt x="181216" y="1864817"/>
                </a:lnTo>
                <a:lnTo>
                  <a:pt x="181345" y="1865151"/>
                </a:lnTo>
                <a:lnTo>
                  <a:pt x="181462" y="1865490"/>
                </a:lnTo>
                <a:lnTo>
                  <a:pt x="181568" y="1865834"/>
                </a:lnTo>
                <a:lnTo>
                  <a:pt x="181662" y="1866184"/>
                </a:lnTo>
                <a:lnTo>
                  <a:pt x="181746" y="1866539"/>
                </a:lnTo>
                <a:lnTo>
                  <a:pt x="181819" y="1866899"/>
                </a:lnTo>
                <a:lnTo>
                  <a:pt x="181880" y="1867264"/>
                </a:lnTo>
                <a:lnTo>
                  <a:pt x="181930" y="1867635"/>
                </a:lnTo>
                <a:lnTo>
                  <a:pt x="181969" y="1868011"/>
                </a:lnTo>
                <a:lnTo>
                  <a:pt x="181997" y="1868392"/>
                </a:lnTo>
                <a:lnTo>
                  <a:pt x="182014" y="1868779"/>
                </a:lnTo>
                <a:lnTo>
                  <a:pt x="182019" y="1869171"/>
                </a:lnTo>
                <a:lnTo>
                  <a:pt x="182014" y="1869576"/>
                </a:lnTo>
                <a:lnTo>
                  <a:pt x="181997" y="1869976"/>
                </a:lnTo>
                <a:lnTo>
                  <a:pt x="181969" y="1870370"/>
                </a:lnTo>
                <a:lnTo>
                  <a:pt x="181930" y="1870758"/>
                </a:lnTo>
                <a:lnTo>
                  <a:pt x="181880" y="1871140"/>
                </a:lnTo>
                <a:lnTo>
                  <a:pt x="181819" y="1871517"/>
                </a:lnTo>
                <a:lnTo>
                  <a:pt x="181746" y="1871887"/>
                </a:lnTo>
                <a:lnTo>
                  <a:pt x="181662" y="1872252"/>
                </a:lnTo>
                <a:lnTo>
                  <a:pt x="181568" y="1872610"/>
                </a:lnTo>
                <a:lnTo>
                  <a:pt x="181462" y="1872963"/>
                </a:lnTo>
                <a:lnTo>
                  <a:pt x="181345" y="1873310"/>
                </a:lnTo>
                <a:lnTo>
                  <a:pt x="181216" y="1873651"/>
                </a:lnTo>
                <a:lnTo>
                  <a:pt x="181077" y="1873986"/>
                </a:lnTo>
                <a:lnTo>
                  <a:pt x="180926" y="1874316"/>
                </a:lnTo>
                <a:lnTo>
                  <a:pt x="180765" y="1874639"/>
                </a:lnTo>
                <a:lnTo>
                  <a:pt x="180592" y="1874957"/>
                </a:lnTo>
                <a:lnTo>
                  <a:pt x="180408" y="1875268"/>
                </a:lnTo>
                <a:lnTo>
                  <a:pt x="180212" y="1875574"/>
                </a:lnTo>
                <a:lnTo>
                  <a:pt x="180006" y="1875874"/>
                </a:lnTo>
                <a:lnTo>
                  <a:pt x="179789" y="1876168"/>
                </a:lnTo>
                <a:lnTo>
                  <a:pt x="179560" y="1876456"/>
                </a:lnTo>
                <a:lnTo>
                  <a:pt x="179320" y="1876739"/>
                </a:lnTo>
                <a:lnTo>
                  <a:pt x="179069" y="1877015"/>
                </a:lnTo>
                <a:lnTo>
                  <a:pt x="178807" y="1877286"/>
                </a:lnTo>
                <a:lnTo>
                  <a:pt x="178534" y="1877562"/>
                </a:lnTo>
                <a:lnTo>
                  <a:pt x="178251" y="1877826"/>
                </a:lnTo>
                <a:lnTo>
                  <a:pt x="177956" y="1878078"/>
                </a:lnTo>
                <a:lnTo>
                  <a:pt x="177652" y="1878319"/>
                </a:lnTo>
                <a:lnTo>
                  <a:pt x="177337" y="1878548"/>
                </a:lnTo>
                <a:lnTo>
                  <a:pt x="177011" y="1878765"/>
                </a:lnTo>
                <a:lnTo>
                  <a:pt x="176674" y="1878971"/>
                </a:lnTo>
                <a:lnTo>
                  <a:pt x="176327" y="1879164"/>
                </a:lnTo>
                <a:lnTo>
                  <a:pt x="175970" y="1879346"/>
                </a:lnTo>
                <a:lnTo>
                  <a:pt x="175602" y="1879517"/>
                </a:lnTo>
                <a:lnTo>
                  <a:pt x="175223" y="1879675"/>
                </a:lnTo>
                <a:lnTo>
                  <a:pt x="174834" y="1879822"/>
                </a:lnTo>
                <a:lnTo>
                  <a:pt x="174434" y="1879957"/>
                </a:lnTo>
                <a:lnTo>
                  <a:pt x="174024" y="1880080"/>
                </a:lnTo>
                <a:lnTo>
                  <a:pt x="173603" y="1880192"/>
                </a:lnTo>
                <a:lnTo>
                  <a:pt x="173171" y="1880292"/>
                </a:lnTo>
                <a:lnTo>
                  <a:pt x="172729" y="1880380"/>
                </a:lnTo>
                <a:lnTo>
                  <a:pt x="172277" y="1880456"/>
                </a:lnTo>
                <a:lnTo>
                  <a:pt x="171814" y="1880521"/>
                </a:lnTo>
                <a:lnTo>
                  <a:pt x="171340" y="1880573"/>
                </a:lnTo>
                <a:lnTo>
                  <a:pt x="170856" y="1880614"/>
                </a:lnTo>
                <a:lnTo>
                  <a:pt x="170361" y="1880644"/>
                </a:lnTo>
                <a:lnTo>
                  <a:pt x="169855" y="1880661"/>
                </a:lnTo>
                <a:lnTo>
                  <a:pt x="169339" y="1880667"/>
                </a:lnTo>
                <a:lnTo>
                  <a:pt x="137386" y="1880667"/>
                </a:lnTo>
                <a:lnTo>
                  <a:pt x="136883" y="1880661"/>
                </a:lnTo>
                <a:lnTo>
                  <a:pt x="136391" y="1880644"/>
                </a:lnTo>
                <a:lnTo>
                  <a:pt x="135909" y="1880614"/>
                </a:lnTo>
                <a:lnTo>
                  <a:pt x="135437" y="1880573"/>
                </a:lnTo>
                <a:lnTo>
                  <a:pt x="134974" y="1880521"/>
                </a:lnTo>
                <a:lnTo>
                  <a:pt x="134522" y="1880456"/>
                </a:lnTo>
                <a:lnTo>
                  <a:pt x="134080" y="1880380"/>
                </a:lnTo>
                <a:lnTo>
                  <a:pt x="133647" y="1880292"/>
                </a:lnTo>
                <a:close/>
                <a:moveTo>
                  <a:pt x="147436" y="1815276"/>
                </a:moveTo>
                <a:lnTo>
                  <a:pt x="146785" y="1815151"/>
                </a:lnTo>
                <a:lnTo>
                  <a:pt x="146146" y="1815012"/>
                </a:lnTo>
                <a:lnTo>
                  <a:pt x="145521" y="1814858"/>
                </a:lnTo>
                <a:lnTo>
                  <a:pt x="144909" y="1814689"/>
                </a:lnTo>
                <a:lnTo>
                  <a:pt x="144310" y="1814505"/>
                </a:lnTo>
                <a:lnTo>
                  <a:pt x="143723" y="1814307"/>
                </a:lnTo>
                <a:lnTo>
                  <a:pt x="143150" y="1814095"/>
                </a:lnTo>
                <a:lnTo>
                  <a:pt x="142589" y="1813867"/>
                </a:lnTo>
                <a:lnTo>
                  <a:pt x="142041" y="1813625"/>
                </a:lnTo>
                <a:lnTo>
                  <a:pt x="141506" y="1813368"/>
                </a:lnTo>
                <a:lnTo>
                  <a:pt x="140985" y="1813097"/>
                </a:lnTo>
                <a:lnTo>
                  <a:pt x="140476" y="1812810"/>
                </a:lnTo>
                <a:lnTo>
                  <a:pt x="139980" y="1812510"/>
                </a:lnTo>
                <a:lnTo>
                  <a:pt x="139496" y="1812194"/>
                </a:lnTo>
                <a:lnTo>
                  <a:pt x="139026" y="1811864"/>
                </a:lnTo>
                <a:lnTo>
                  <a:pt x="138569" y="1811519"/>
                </a:lnTo>
                <a:lnTo>
                  <a:pt x="138141" y="1811147"/>
                </a:lnTo>
                <a:lnTo>
                  <a:pt x="137732" y="1810763"/>
                </a:lnTo>
                <a:lnTo>
                  <a:pt x="137341" y="1810367"/>
                </a:lnTo>
                <a:lnTo>
                  <a:pt x="136968" y="1809960"/>
                </a:lnTo>
                <a:lnTo>
                  <a:pt x="136613" y="1809541"/>
                </a:lnTo>
                <a:lnTo>
                  <a:pt x="136276" y="1809110"/>
                </a:lnTo>
                <a:lnTo>
                  <a:pt x="135958" y="1808667"/>
                </a:lnTo>
                <a:lnTo>
                  <a:pt x="135657" y="1808213"/>
                </a:lnTo>
                <a:lnTo>
                  <a:pt x="135375" y="1807747"/>
                </a:lnTo>
                <a:lnTo>
                  <a:pt x="135111" y="1807269"/>
                </a:lnTo>
                <a:lnTo>
                  <a:pt x="134866" y="1806779"/>
                </a:lnTo>
                <a:lnTo>
                  <a:pt x="134638" y="1806278"/>
                </a:lnTo>
                <a:lnTo>
                  <a:pt x="134429" y="1805765"/>
                </a:lnTo>
                <a:lnTo>
                  <a:pt x="134238" y="1805240"/>
                </a:lnTo>
                <a:lnTo>
                  <a:pt x="134065" y="1804703"/>
                </a:lnTo>
                <a:lnTo>
                  <a:pt x="133910" y="1804155"/>
                </a:lnTo>
                <a:lnTo>
                  <a:pt x="133774" y="1803595"/>
                </a:lnTo>
                <a:lnTo>
                  <a:pt x="133656" y="1803023"/>
                </a:lnTo>
                <a:lnTo>
                  <a:pt x="133555" y="1802440"/>
                </a:lnTo>
                <a:lnTo>
                  <a:pt x="133474" y="1801844"/>
                </a:lnTo>
                <a:lnTo>
                  <a:pt x="133410" y="1801237"/>
                </a:lnTo>
                <a:lnTo>
                  <a:pt x="133364" y="1800619"/>
                </a:lnTo>
                <a:lnTo>
                  <a:pt x="133337" y="1799988"/>
                </a:lnTo>
                <a:lnTo>
                  <a:pt x="133328" y="1799346"/>
                </a:lnTo>
                <a:lnTo>
                  <a:pt x="133337" y="1798690"/>
                </a:lnTo>
                <a:lnTo>
                  <a:pt x="133364" y="1798047"/>
                </a:lnTo>
                <a:lnTo>
                  <a:pt x="133410" y="1797418"/>
                </a:lnTo>
                <a:lnTo>
                  <a:pt x="133474" y="1796801"/>
                </a:lnTo>
                <a:lnTo>
                  <a:pt x="133555" y="1796197"/>
                </a:lnTo>
                <a:lnTo>
                  <a:pt x="133656" y="1795605"/>
                </a:lnTo>
                <a:lnTo>
                  <a:pt x="133774" y="1795027"/>
                </a:lnTo>
                <a:lnTo>
                  <a:pt x="133910" y="1794462"/>
                </a:lnTo>
                <a:lnTo>
                  <a:pt x="134065" y="1793910"/>
                </a:lnTo>
                <a:lnTo>
                  <a:pt x="134238" y="1793370"/>
                </a:lnTo>
                <a:lnTo>
                  <a:pt x="134429" y="1792844"/>
                </a:lnTo>
                <a:lnTo>
                  <a:pt x="134638" y="1792330"/>
                </a:lnTo>
                <a:lnTo>
                  <a:pt x="134866" y="1791829"/>
                </a:lnTo>
                <a:lnTo>
                  <a:pt x="135111" y="1791341"/>
                </a:lnTo>
                <a:lnTo>
                  <a:pt x="135375" y="1790866"/>
                </a:lnTo>
                <a:lnTo>
                  <a:pt x="135657" y="1790404"/>
                </a:lnTo>
                <a:lnTo>
                  <a:pt x="135958" y="1789955"/>
                </a:lnTo>
                <a:lnTo>
                  <a:pt x="136276" y="1789519"/>
                </a:lnTo>
                <a:lnTo>
                  <a:pt x="136613" y="1789096"/>
                </a:lnTo>
                <a:lnTo>
                  <a:pt x="136968" y="1788686"/>
                </a:lnTo>
                <a:lnTo>
                  <a:pt x="137341" y="1788288"/>
                </a:lnTo>
                <a:lnTo>
                  <a:pt x="137732" y="1787904"/>
                </a:lnTo>
                <a:lnTo>
                  <a:pt x="138141" y="1787532"/>
                </a:lnTo>
                <a:lnTo>
                  <a:pt x="138569" y="1787173"/>
                </a:lnTo>
                <a:lnTo>
                  <a:pt x="139026" y="1786828"/>
                </a:lnTo>
                <a:lnTo>
                  <a:pt x="139496" y="1786498"/>
                </a:lnTo>
                <a:lnTo>
                  <a:pt x="139980" y="1786183"/>
                </a:lnTo>
                <a:lnTo>
                  <a:pt x="140476" y="1785882"/>
                </a:lnTo>
                <a:lnTo>
                  <a:pt x="140985" y="1785596"/>
                </a:lnTo>
                <a:lnTo>
                  <a:pt x="141506" y="1785324"/>
                </a:lnTo>
                <a:lnTo>
                  <a:pt x="142041" y="1785067"/>
                </a:lnTo>
                <a:lnTo>
                  <a:pt x="142589" y="1784825"/>
                </a:lnTo>
                <a:lnTo>
                  <a:pt x="143150" y="1784598"/>
                </a:lnTo>
                <a:lnTo>
                  <a:pt x="143723" y="1784385"/>
                </a:lnTo>
                <a:lnTo>
                  <a:pt x="144310" y="1784187"/>
                </a:lnTo>
                <a:lnTo>
                  <a:pt x="144909" y="1784003"/>
                </a:lnTo>
                <a:lnTo>
                  <a:pt x="145521" y="1783834"/>
                </a:lnTo>
                <a:lnTo>
                  <a:pt x="146146" y="1783680"/>
                </a:lnTo>
                <a:lnTo>
                  <a:pt x="146785" y="1783541"/>
                </a:lnTo>
                <a:lnTo>
                  <a:pt x="147436" y="1783416"/>
                </a:lnTo>
                <a:lnTo>
                  <a:pt x="148100" y="1783306"/>
                </a:lnTo>
                <a:lnTo>
                  <a:pt x="148776" y="1783211"/>
                </a:lnTo>
                <a:lnTo>
                  <a:pt x="149466" y="1783130"/>
                </a:lnTo>
                <a:lnTo>
                  <a:pt x="150169" y="1783064"/>
                </a:lnTo>
                <a:lnTo>
                  <a:pt x="150884" y="1783013"/>
                </a:lnTo>
                <a:lnTo>
                  <a:pt x="151613" y="1782976"/>
                </a:lnTo>
                <a:lnTo>
                  <a:pt x="152354" y="1782954"/>
                </a:lnTo>
                <a:lnTo>
                  <a:pt x="153109" y="1782947"/>
                </a:lnTo>
                <a:lnTo>
                  <a:pt x="153877" y="1782954"/>
                </a:lnTo>
                <a:lnTo>
                  <a:pt x="154630" y="1782976"/>
                </a:lnTo>
                <a:lnTo>
                  <a:pt x="155370" y="1783013"/>
                </a:lnTo>
                <a:lnTo>
                  <a:pt x="156096" y="1783064"/>
                </a:lnTo>
                <a:lnTo>
                  <a:pt x="156807" y="1783130"/>
                </a:lnTo>
                <a:lnTo>
                  <a:pt x="157505" y="1783211"/>
                </a:lnTo>
                <a:lnTo>
                  <a:pt x="158188" y="1783306"/>
                </a:lnTo>
                <a:lnTo>
                  <a:pt x="158857" y="1783416"/>
                </a:lnTo>
                <a:lnTo>
                  <a:pt x="159512" y="1783541"/>
                </a:lnTo>
                <a:lnTo>
                  <a:pt x="160153" y="1783680"/>
                </a:lnTo>
                <a:lnTo>
                  <a:pt x="160780" y="1783834"/>
                </a:lnTo>
                <a:lnTo>
                  <a:pt x="161393" y="1784003"/>
                </a:lnTo>
                <a:lnTo>
                  <a:pt x="161992" y="1784187"/>
                </a:lnTo>
                <a:lnTo>
                  <a:pt x="162576" y="1784385"/>
                </a:lnTo>
                <a:lnTo>
                  <a:pt x="163147" y="1784598"/>
                </a:lnTo>
                <a:lnTo>
                  <a:pt x="163704" y="1784825"/>
                </a:lnTo>
                <a:lnTo>
                  <a:pt x="164246" y="1785067"/>
                </a:lnTo>
                <a:lnTo>
                  <a:pt x="164774" y="1785324"/>
                </a:lnTo>
                <a:lnTo>
                  <a:pt x="165289" y="1785596"/>
                </a:lnTo>
                <a:lnTo>
                  <a:pt x="165789" y="1785882"/>
                </a:lnTo>
                <a:lnTo>
                  <a:pt x="166275" y="1786183"/>
                </a:lnTo>
                <a:lnTo>
                  <a:pt x="166747" y="1786498"/>
                </a:lnTo>
                <a:lnTo>
                  <a:pt x="167205" y="1786828"/>
                </a:lnTo>
                <a:lnTo>
                  <a:pt x="167649" y="1787173"/>
                </a:lnTo>
                <a:lnTo>
                  <a:pt x="168076" y="1787532"/>
                </a:lnTo>
                <a:lnTo>
                  <a:pt x="168486" y="1787904"/>
                </a:lnTo>
                <a:lnTo>
                  <a:pt x="168877" y="1788288"/>
                </a:lnTo>
                <a:lnTo>
                  <a:pt x="169250" y="1788686"/>
                </a:lnTo>
                <a:lnTo>
                  <a:pt x="169605" y="1789096"/>
                </a:lnTo>
                <a:lnTo>
                  <a:pt x="169942" y="1789519"/>
                </a:lnTo>
                <a:lnTo>
                  <a:pt x="170260" y="1789955"/>
                </a:lnTo>
                <a:lnTo>
                  <a:pt x="170560" y="1790404"/>
                </a:lnTo>
                <a:lnTo>
                  <a:pt x="170842" y="1790866"/>
                </a:lnTo>
                <a:lnTo>
                  <a:pt x="171106" y="1791341"/>
                </a:lnTo>
                <a:lnTo>
                  <a:pt x="171352" y="1791829"/>
                </a:lnTo>
                <a:lnTo>
                  <a:pt x="171579" y="1792330"/>
                </a:lnTo>
                <a:lnTo>
                  <a:pt x="171789" y="1792844"/>
                </a:lnTo>
                <a:lnTo>
                  <a:pt x="171980" y="1793370"/>
                </a:lnTo>
                <a:lnTo>
                  <a:pt x="172153" y="1793910"/>
                </a:lnTo>
                <a:lnTo>
                  <a:pt x="172307" y="1794462"/>
                </a:lnTo>
                <a:lnTo>
                  <a:pt x="172444" y="1795027"/>
                </a:lnTo>
                <a:lnTo>
                  <a:pt x="172562" y="1795605"/>
                </a:lnTo>
                <a:lnTo>
                  <a:pt x="172662" y="1796197"/>
                </a:lnTo>
                <a:lnTo>
                  <a:pt x="172744" y="1796801"/>
                </a:lnTo>
                <a:lnTo>
                  <a:pt x="172808" y="1797418"/>
                </a:lnTo>
                <a:lnTo>
                  <a:pt x="172853" y="1798047"/>
                </a:lnTo>
                <a:lnTo>
                  <a:pt x="172881" y="1798690"/>
                </a:lnTo>
                <a:lnTo>
                  <a:pt x="172890" y="1799346"/>
                </a:lnTo>
                <a:lnTo>
                  <a:pt x="172881" y="1799988"/>
                </a:lnTo>
                <a:lnTo>
                  <a:pt x="172853" y="1800619"/>
                </a:lnTo>
                <a:lnTo>
                  <a:pt x="172808" y="1801237"/>
                </a:lnTo>
                <a:lnTo>
                  <a:pt x="172744" y="1801844"/>
                </a:lnTo>
                <a:lnTo>
                  <a:pt x="172662" y="1802440"/>
                </a:lnTo>
                <a:lnTo>
                  <a:pt x="172562" y="1803023"/>
                </a:lnTo>
                <a:lnTo>
                  <a:pt x="172444" y="1803595"/>
                </a:lnTo>
                <a:lnTo>
                  <a:pt x="172307" y="1804155"/>
                </a:lnTo>
                <a:lnTo>
                  <a:pt x="172153" y="1804703"/>
                </a:lnTo>
                <a:lnTo>
                  <a:pt x="171980" y="1805240"/>
                </a:lnTo>
                <a:lnTo>
                  <a:pt x="171789" y="1805765"/>
                </a:lnTo>
                <a:lnTo>
                  <a:pt x="171579" y="1806278"/>
                </a:lnTo>
                <a:lnTo>
                  <a:pt x="171352" y="1806779"/>
                </a:lnTo>
                <a:lnTo>
                  <a:pt x="171106" y="1807269"/>
                </a:lnTo>
                <a:lnTo>
                  <a:pt x="170842" y="1807747"/>
                </a:lnTo>
                <a:lnTo>
                  <a:pt x="170560" y="1808213"/>
                </a:lnTo>
                <a:lnTo>
                  <a:pt x="170260" y="1808667"/>
                </a:lnTo>
                <a:lnTo>
                  <a:pt x="169942" y="1809110"/>
                </a:lnTo>
                <a:lnTo>
                  <a:pt x="169605" y="1809541"/>
                </a:lnTo>
                <a:lnTo>
                  <a:pt x="169250" y="1809960"/>
                </a:lnTo>
                <a:lnTo>
                  <a:pt x="168877" y="1810367"/>
                </a:lnTo>
                <a:lnTo>
                  <a:pt x="168486" y="1810763"/>
                </a:lnTo>
                <a:lnTo>
                  <a:pt x="168076" y="1811147"/>
                </a:lnTo>
                <a:lnTo>
                  <a:pt x="167649" y="1811519"/>
                </a:lnTo>
                <a:lnTo>
                  <a:pt x="167205" y="1811864"/>
                </a:lnTo>
                <a:lnTo>
                  <a:pt x="166747" y="1812194"/>
                </a:lnTo>
                <a:lnTo>
                  <a:pt x="166275" y="1812510"/>
                </a:lnTo>
                <a:lnTo>
                  <a:pt x="165789" y="1812810"/>
                </a:lnTo>
                <a:lnTo>
                  <a:pt x="165289" y="1813097"/>
                </a:lnTo>
                <a:lnTo>
                  <a:pt x="164774" y="1813368"/>
                </a:lnTo>
                <a:lnTo>
                  <a:pt x="164246" y="1813625"/>
                </a:lnTo>
                <a:lnTo>
                  <a:pt x="163704" y="1813867"/>
                </a:lnTo>
                <a:lnTo>
                  <a:pt x="163147" y="1814095"/>
                </a:lnTo>
                <a:lnTo>
                  <a:pt x="162576" y="1814307"/>
                </a:lnTo>
                <a:lnTo>
                  <a:pt x="161992" y="1814505"/>
                </a:lnTo>
                <a:lnTo>
                  <a:pt x="161393" y="1814689"/>
                </a:lnTo>
                <a:lnTo>
                  <a:pt x="160780" y="1814858"/>
                </a:lnTo>
                <a:lnTo>
                  <a:pt x="160153" y="1815012"/>
                </a:lnTo>
                <a:lnTo>
                  <a:pt x="159512" y="1815151"/>
                </a:lnTo>
                <a:lnTo>
                  <a:pt x="158857" y="1815276"/>
                </a:lnTo>
                <a:lnTo>
                  <a:pt x="158188" y="1815386"/>
                </a:lnTo>
                <a:lnTo>
                  <a:pt x="157505" y="1815481"/>
                </a:lnTo>
                <a:lnTo>
                  <a:pt x="156807" y="1815562"/>
                </a:lnTo>
                <a:lnTo>
                  <a:pt x="156096" y="1815628"/>
                </a:lnTo>
                <a:lnTo>
                  <a:pt x="155370" y="1815680"/>
                </a:lnTo>
                <a:lnTo>
                  <a:pt x="154630" y="1815716"/>
                </a:lnTo>
                <a:lnTo>
                  <a:pt x="153877" y="1815738"/>
                </a:lnTo>
                <a:lnTo>
                  <a:pt x="153109" y="1815746"/>
                </a:lnTo>
                <a:lnTo>
                  <a:pt x="152354" y="1815738"/>
                </a:lnTo>
                <a:lnTo>
                  <a:pt x="151613" y="1815716"/>
                </a:lnTo>
                <a:lnTo>
                  <a:pt x="150884" y="1815680"/>
                </a:lnTo>
                <a:lnTo>
                  <a:pt x="150169" y="1815628"/>
                </a:lnTo>
                <a:lnTo>
                  <a:pt x="149466" y="1815562"/>
                </a:lnTo>
                <a:lnTo>
                  <a:pt x="148776" y="1815481"/>
                </a:lnTo>
                <a:lnTo>
                  <a:pt x="148100" y="1815386"/>
                </a:lnTo>
                <a:lnTo>
                  <a:pt x="147436" y="1815276"/>
                </a:lnTo>
                <a:close/>
                <a:moveTo>
                  <a:pt x="413950" y="1881851"/>
                </a:moveTo>
                <a:lnTo>
                  <a:pt x="498484" y="1881851"/>
                </a:lnTo>
                <a:lnTo>
                  <a:pt x="498484" y="1869678"/>
                </a:lnTo>
                <a:lnTo>
                  <a:pt x="413950" y="1869678"/>
                </a:lnTo>
                <a:lnTo>
                  <a:pt x="413950" y="1881851"/>
                </a:lnTo>
                <a:close/>
                <a:moveTo>
                  <a:pt x="66612" y="2538516"/>
                </a:moveTo>
                <a:lnTo>
                  <a:pt x="70501" y="2516369"/>
                </a:lnTo>
                <a:lnTo>
                  <a:pt x="70501" y="2491516"/>
                </a:lnTo>
                <a:lnTo>
                  <a:pt x="55961" y="2491516"/>
                </a:lnTo>
                <a:lnTo>
                  <a:pt x="55961" y="2516369"/>
                </a:lnTo>
                <a:lnTo>
                  <a:pt x="59850" y="2538516"/>
                </a:lnTo>
                <a:lnTo>
                  <a:pt x="66612" y="2538516"/>
                </a:lnTo>
                <a:close/>
                <a:moveTo>
                  <a:pt x="45310" y="2516369"/>
                </a:moveTo>
                <a:lnTo>
                  <a:pt x="45310" y="2491516"/>
                </a:lnTo>
                <a:lnTo>
                  <a:pt x="30770" y="2491516"/>
                </a:lnTo>
                <a:lnTo>
                  <a:pt x="30770" y="2516369"/>
                </a:lnTo>
                <a:lnTo>
                  <a:pt x="34659" y="2538516"/>
                </a:lnTo>
                <a:lnTo>
                  <a:pt x="41421" y="2538516"/>
                </a:lnTo>
                <a:lnTo>
                  <a:pt x="45310" y="2516369"/>
                </a:lnTo>
                <a:close/>
                <a:moveTo>
                  <a:pt x="449116" y="2607496"/>
                </a:moveTo>
                <a:lnTo>
                  <a:pt x="465854" y="2607496"/>
                </a:lnTo>
                <a:lnTo>
                  <a:pt x="495272" y="2607496"/>
                </a:lnTo>
                <a:lnTo>
                  <a:pt x="495272" y="2594478"/>
                </a:lnTo>
                <a:lnTo>
                  <a:pt x="465854" y="2594478"/>
                </a:lnTo>
                <a:lnTo>
                  <a:pt x="465854" y="2485598"/>
                </a:lnTo>
                <a:lnTo>
                  <a:pt x="418008" y="2485598"/>
                </a:lnTo>
                <a:lnTo>
                  <a:pt x="418008" y="2498786"/>
                </a:lnTo>
                <a:lnTo>
                  <a:pt x="449116" y="2498786"/>
                </a:lnTo>
                <a:lnTo>
                  <a:pt x="449116" y="2594478"/>
                </a:lnTo>
                <a:lnTo>
                  <a:pt x="418008" y="2594478"/>
                </a:lnTo>
                <a:lnTo>
                  <a:pt x="418008" y="2607496"/>
                </a:lnTo>
                <a:lnTo>
                  <a:pt x="449116" y="2607496"/>
                </a:lnTo>
                <a:close/>
                <a:moveTo>
                  <a:pt x="520904" y="2543372"/>
                </a:moveTo>
                <a:lnTo>
                  <a:pt x="520904" y="2543365"/>
                </a:lnTo>
                <a:lnTo>
                  <a:pt x="520904" y="2543335"/>
                </a:lnTo>
                <a:lnTo>
                  <a:pt x="520904" y="2543320"/>
                </a:lnTo>
                <a:lnTo>
                  <a:pt x="520904" y="2543328"/>
                </a:lnTo>
                <a:lnTo>
                  <a:pt x="520904" y="2543346"/>
                </a:lnTo>
                <a:lnTo>
                  <a:pt x="520904" y="2543363"/>
                </a:lnTo>
                <a:lnTo>
                  <a:pt x="520904" y="2543372"/>
                </a:lnTo>
                <a:close/>
                <a:moveTo>
                  <a:pt x="520904" y="2543401"/>
                </a:moveTo>
                <a:lnTo>
                  <a:pt x="520904" y="2543382"/>
                </a:lnTo>
                <a:lnTo>
                  <a:pt x="520904" y="2543372"/>
                </a:lnTo>
                <a:lnTo>
                  <a:pt x="520904" y="2543398"/>
                </a:lnTo>
                <a:lnTo>
                  <a:pt x="520904" y="2543413"/>
                </a:lnTo>
                <a:lnTo>
                  <a:pt x="520904" y="2543401"/>
                </a:lnTo>
                <a:close/>
                <a:moveTo>
                  <a:pt x="520904" y="2543453"/>
                </a:moveTo>
                <a:lnTo>
                  <a:pt x="520904" y="2543462"/>
                </a:lnTo>
                <a:lnTo>
                  <a:pt x="520904" y="2543483"/>
                </a:lnTo>
                <a:lnTo>
                  <a:pt x="520904" y="2543505"/>
                </a:lnTo>
                <a:lnTo>
                  <a:pt x="520904" y="2543520"/>
                </a:lnTo>
                <a:lnTo>
                  <a:pt x="520904" y="2543476"/>
                </a:lnTo>
                <a:lnTo>
                  <a:pt x="520904" y="2543453"/>
                </a:lnTo>
                <a:close/>
                <a:moveTo>
                  <a:pt x="147646" y="2551566"/>
                </a:moveTo>
                <a:lnTo>
                  <a:pt x="147688" y="2551127"/>
                </a:lnTo>
                <a:lnTo>
                  <a:pt x="147736" y="2550689"/>
                </a:lnTo>
                <a:lnTo>
                  <a:pt x="147791" y="2550254"/>
                </a:lnTo>
                <a:lnTo>
                  <a:pt x="147852" y="2549819"/>
                </a:lnTo>
                <a:lnTo>
                  <a:pt x="147920" y="2549387"/>
                </a:lnTo>
                <a:lnTo>
                  <a:pt x="147995" y="2548956"/>
                </a:lnTo>
                <a:lnTo>
                  <a:pt x="148075" y="2548528"/>
                </a:lnTo>
                <a:lnTo>
                  <a:pt x="148162" y="2548101"/>
                </a:lnTo>
                <a:lnTo>
                  <a:pt x="148256" y="2547675"/>
                </a:lnTo>
                <a:lnTo>
                  <a:pt x="148356" y="2547252"/>
                </a:lnTo>
                <a:lnTo>
                  <a:pt x="148463" y="2546830"/>
                </a:lnTo>
                <a:lnTo>
                  <a:pt x="148576" y="2546410"/>
                </a:lnTo>
                <a:lnTo>
                  <a:pt x="148695" y="2545992"/>
                </a:lnTo>
                <a:lnTo>
                  <a:pt x="148821" y="2545575"/>
                </a:lnTo>
                <a:lnTo>
                  <a:pt x="148953" y="2545160"/>
                </a:lnTo>
                <a:lnTo>
                  <a:pt x="149092" y="2544747"/>
                </a:lnTo>
                <a:lnTo>
                  <a:pt x="149238" y="2544336"/>
                </a:lnTo>
                <a:lnTo>
                  <a:pt x="149389" y="2543927"/>
                </a:lnTo>
                <a:lnTo>
                  <a:pt x="149548" y="2543521"/>
                </a:lnTo>
                <a:lnTo>
                  <a:pt x="149712" y="2543121"/>
                </a:lnTo>
                <a:lnTo>
                  <a:pt x="149883" y="2542727"/>
                </a:lnTo>
                <a:lnTo>
                  <a:pt x="150061" y="2542339"/>
                </a:lnTo>
                <a:lnTo>
                  <a:pt x="150245" y="2541957"/>
                </a:lnTo>
                <a:lnTo>
                  <a:pt x="150435" y="2541581"/>
                </a:lnTo>
                <a:lnTo>
                  <a:pt x="150632" y="2541210"/>
                </a:lnTo>
                <a:lnTo>
                  <a:pt x="150836" y="2540846"/>
                </a:lnTo>
                <a:lnTo>
                  <a:pt x="151046" y="2540487"/>
                </a:lnTo>
                <a:lnTo>
                  <a:pt x="151262" y="2540134"/>
                </a:lnTo>
                <a:lnTo>
                  <a:pt x="151485" y="2539787"/>
                </a:lnTo>
                <a:lnTo>
                  <a:pt x="151714" y="2539446"/>
                </a:lnTo>
                <a:lnTo>
                  <a:pt x="151950" y="2539111"/>
                </a:lnTo>
                <a:lnTo>
                  <a:pt x="152192" y="2538782"/>
                </a:lnTo>
                <a:lnTo>
                  <a:pt x="152440" y="2538458"/>
                </a:lnTo>
                <a:lnTo>
                  <a:pt x="152695" y="2538141"/>
                </a:lnTo>
                <a:lnTo>
                  <a:pt x="152957" y="2537829"/>
                </a:lnTo>
                <a:lnTo>
                  <a:pt x="153225" y="2537523"/>
                </a:lnTo>
                <a:lnTo>
                  <a:pt x="153499" y="2537223"/>
                </a:lnTo>
                <a:lnTo>
                  <a:pt x="153780" y="2536929"/>
                </a:lnTo>
                <a:lnTo>
                  <a:pt x="154068" y="2536641"/>
                </a:lnTo>
                <a:lnTo>
                  <a:pt x="154362" y="2536359"/>
                </a:lnTo>
                <a:lnTo>
                  <a:pt x="154662" y="2536082"/>
                </a:lnTo>
                <a:lnTo>
                  <a:pt x="154969" y="2535811"/>
                </a:lnTo>
                <a:lnTo>
                  <a:pt x="155296" y="2535549"/>
                </a:lnTo>
                <a:lnTo>
                  <a:pt x="155628" y="2535298"/>
                </a:lnTo>
                <a:lnTo>
                  <a:pt x="155967" y="2535059"/>
                </a:lnTo>
                <a:lnTo>
                  <a:pt x="156312" y="2534830"/>
                </a:lnTo>
                <a:lnTo>
                  <a:pt x="156662" y="2534612"/>
                </a:lnTo>
                <a:lnTo>
                  <a:pt x="157018" y="2534406"/>
                </a:lnTo>
                <a:lnTo>
                  <a:pt x="157381" y="2534211"/>
                </a:lnTo>
                <a:lnTo>
                  <a:pt x="157749" y="2534027"/>
                </a:lnTo>
                <a:lnTo>
                  <a:pt x="158123" y="2533854"/>
                </a:lnTo>
                <a:lnTo>
                  <a:pt x="158503" y="2533692"/>
                </a:lnTo>
                <a:lnTo>
                  <a:pt x="158888" y="2533542"/>
                </a:lnTo>
                <a:lnTo>
                  <a:pt x="159280" y="2533402"/>
                </a:lnTo>
                <a:lnTo>
                  <a:pt x="159677" y="2533274"/>
                </a:lnTo>
                <a:lnTo>
                  <a:pt x="160080" y="2533157"/>
                </a:lnTo>
                <a:lnTo>
                  <a:pt x="160490" y="2533051"/>
                </a:lnTo>
                <a:lnTo>
                  <a:pt x="160905" y="2532956"/>
                </a:lnTo>
                <a:lnTo>
                  <a:pt x="161326" y="2532873"/>
                </a:lnTo>
                <a:lnTo>
                  <a:pt x="161752" y="2532800"/>
                </a:lnTo>
                <a:lnTo>
                  <a:pt x="162185" y="2532739"/>
                </a:lnTo>
                <a:lnTo>
                  <a:pt x="162624" y="2532688"/>
                </a:lnTo>
                <a:lnTo>
                  <a:pt x="163068" y="2532649"/>
                </a:lnTo>
                <a:lnTo>
                  <a:pt x="163518" y="2532622"/>
                </a:lnTo>
                <a:lnTo>
                  <a:pt x="163974" y="2532605"/>
                </a:lnTo>
                <a:lnTo>
                  <a:pt x="164436" y="2532599"/>
                </a:lnTo>
                <a:lnTo>
                  <a:pt x="164912" y="2532604"/>
                </a:lnTo>
                <a:lnTo>
                  <a:pt x="165379" y="2532617"/>
                </a:lnTo>
                <a:lnTo>
                  <a:pt x="165839" y="2532639"/>
                </a:lnTo>
                <a:lnTo>
                  <a:pt x="166291" y="2532670"/>
                </a:lnTo>
                <a:lnTo>
                  <a:pt x="166736" y="2532709"/>
                </a:lnTo>
                <a:lnTo>
                  <a:pt x="167173" y="2532758"/>
                </a:lnTo>
                <a:lnTo>
                  <a:pt x="167602" y="2532815"/>
                </a:lnTo>
                <a:lnTo>
                  <a:pt x="168024" y="2532881"/>
                </a:lnTo>
                <a:lnTo>
                  <a:pt x="168438" y="2532956"/>
                </a:lnTo>
                <a:lnTo>
                  <a:pt x="168845" y="2533040"/>
                </a:lnTo>
                <a:lnTo>
                  <a:pt x="169244" y="2533132"/>
                </a:lnTo>
                <a:lnTo>
                  <a:pt x="169635" y="2533233"/>
                </a:lnTo>
                <a:lnTo>
                  <a:pt x="170019" y="2533343"/>
                </a:lnTo>
                <a:lnTo>
                  <a:pt x="170395" y="2533462"/>
                </a:lnTo>
                <a:lnTo>
                  <a:pt x="170763" y="2533590"/>
                </a:lnTo>
                <a:lnTo>
                  <a:pt x="171124" y="2533726"/>
                </a:lnTo>
                <a:lnTo>
                  <a:pt x="171477" y="2533872"/>
                </a:lnTo>
                <a:lnTo>
                  <a:pt x="171822" y="2534026"/>
                </a:lnTo>
                <a:lnTo>
                  <a:pt x="172160" y="2534189"/>
                </a:lnTo>
                <a:lnTo>
                  <a:pt x="172490" y="2534360"/>
                </a:lnTo>
                <a:lnTo>
                  <a:pt x="172813" y="2534541"/>
                </a:lnTo>
                <a:lnTo>
                  <a:pt x="173128" y="2534730"/>
                </a:lnTo>
                <a:lnTo>
                  <a:pt x="173435" y="2534928"/>
                </a:lnTo>
                <a:lnTo>
                  <a:pt x="173735" y="2535135"/>
                </a:lnTo>
                <a:lnTo>
                  <a:pt x="174041" y="2535335"/>
                </a:lnTo>
                <a:lnTo>
                  <a:pt x="174341" y="2535540"/>
                </a:lnTo>
                <a:lnTo>
                  <a:pt x="174633" y="2535751"/>
                </a:lnTo>
                <a:lnTo>
                  <a:pt x="174919" y="2535967"/>
                </a:lnTo>
                <a:lnTo>
                  <a:pt x="175197" y="2536188"/>
                </a:lnTo>
                <a:lnTo>
                  <a:pt x="175468" y="2536414"/>
                </a:lnTo>
                <a:lnTo>
                  <a:pt x="175732" y="2536645"/>
                </a:lnTo>
                <a:lnTo>
                  <a:pt x="175989" y="2536882"/>
                </a:lnTo>
                <a:lnTo>
                  <a:pt x="176239" y="2537124"/>
                </a:lnTo>
                <a:lnTo>
                  <a:pt x="176482" y="2537372"/>
                </a:lnTo>
                <a:lnTo>
                  <a:pt x="176718" y="2537625"/>
                </a:lnTo>
                <a:lnTo>
                  <a:pt x="176947" y="2537883"/>
                </a:lnTo>
                <a:lnTo>
                  <a:pt x="177169" y="2538146"/>
                </a:lnTo>
                <a:lnTo>
                  <a:pt x="177384" y="2538414"/>
                </a:lnTo>
                <a:lnTo>
                  <a:pt x="177592" y="2538688"/>
                </a:lnTo>
                <a:lnTo>
                  <a:pt x="177793" y="2538967"/>
                </a:lnTo>
                <a:lnTo>
                  <a:pt x="177986" y="2539252"/>
                </a:lnTo>
                <a:lnTo>
                  <a:pt x="178173" y="2539542"/>
                </a:lnTo>
                <a:lnTo>
                  <a:pt x="178353" y="2539837"/>
                </a:lnTo>
                <a:lnTo>
                  <a:pt x="178525" y="2540137"/>
                </a:lnTo>
                <a:lnTo>
                  <a:pt x="178691" y="2540442"/>
                </a:lnTo>
                <a:lnTo>
                  <a:pt x="178849" y="2540753"/>
                </a:lnTo>
                <a:lnTo>
                  <a:pt x="179001" y="2541069"/>
                </a:lnTo>
                <a:lnTo>
                  <a:pt x="179145" y="2541391"/>
                </a:lnTo>
                <a:lnTo>
                  <a:pt x="179297" y="2541716"/>
                </a:lnTo>
                <a:lnTo>
                  <a:pt x="179442" y="2542044"/>
                </a:lnTo>
                <a:lnTo>
                  <a:pt x="179581" y="2542373"/>
                </a:lnTo>
                <a:lnTo>
                  <a:pt x="179713" y="2542706"/>
                </a:lnTo>
                <a:lnTo>
                  <a:pt x="179839" y="2543040"/>
                </a:lnTo>
                <a:lnTo>
                  <a:pt x="179959" y="2543377"/>
                </a:lnTo>
                <a:lnTo>
                  <a:pt x="180072" y="2543717"/>
                </a:lnTo>
                <a:lnTo>
                  <a:pt x="180178" y="2544058"/>
                </a:lnTo>
                <a:lnTo>
                  <a:pt x="180278" y="2544402"/>
                </a:lnTo>
                <a:lnTo>
                  <a:pt x="180372" y="2544748"/>
                </a:lnTo>
                <a:lnTo>
                  <a:pt x="180459" y="2545097"/>
                </a:lnTo>
                <a:lnTo>
                  <a:pt x="180540" y="2545448"/>
                </a:lnTo>
                <a:lnTo>
                  <a:pt x="180614" y="2545802"/>
                </a:lnTo>
                <a:lnTo>
                  <a:pt x="180682" y="2546157"/>
                </a:lnTo>
                <a:lnTo>
                  <a:pt x="180743" y="2546515"/>
                </a:lnTo>
                <a:lnTo>
                  <a:pt x="180798" y="2546876"/>
                </a:lnTo>
                <a:lnTo>
                  <a:pt x="180847" y="2547239"/>
                </a:lnTo>
                <a:lnTo>
                  <a:pt x="180889" y="2547604"/>
                </a:lnTo>
                <a:lnTo>
                  <a:pt x="180924" y="2547971"/>
                </a:lnTo>
                <a:lnTo>
                  <a:pt x="180953" y="2548341"/>
                </a:lnTo>
                <a:lnTo>
                  <a:pt x="180976" y="2548713"/>
                </a:lnTo>
                <a:lnTo>
                  <a:pt x="180992" y="2549088"/>
                </a:lnTo>
                <a:lnTo>
                  <a:pt x="181002" y="2549465"/>
                </a:lnTo>
                <a:lnTo>
                  <a:pt x="181005" y="2549844"/>
                </a:lnTo>
                <a:lnTo>
                  <a:pt x="181005" y="2553395"/>
                </a:lnTo>
                <a:lnTo>
                  <a:pt x="195376" y="2553395"/>
                </a:lnTo>
                <a:lnTo>
                  <a:pt x="195403" y="2553213"/>
                </a:lnTo>
                <a:lnTo>
                  <a:pt x="195430" y="2553033"/>
                </a:lnTo>
                <a:lnTo>
                  <a:pt x="195455" y="2552856"/>
                </a:lnTo>
                <a:lnTo>
                  <a:pt x="195479" y="2552681"/>
                </a:lnTo>
                <a:lnTo>
                  <a:pt x="195502" y="2552508"/>
                </a:lnTo>
                <a:lnTo>
                  <a:pt x="195524" y="2552338"/>
                </a:lnTo>
                <a:lnTo>
                  <a:pt x="195544" y="2552170"/>
                </a:lnTo>
                <a:lnTo>
                  <a:pt x="195563" y="2552004"/>
                </a:lnTo>
                <a:lnTo>
                  <a:pt x="195582" y="2551841"/>
                </a:lnTo>
                <a:lnTo>
                  <a:pt x="195599" y="2551680"/>
                </a:lnTo>
                <a:lnTo>
                  <a:pt x="195615" y="2551522"/>
                </a:lnTo>
                <a:lnTo>
                  <a:pt x="195629" y="2551366"/>
                </a:lnTo>
                <a:lnTo>
                  <a:pt x="195643" y="2551212"/>
                </a:lnTo>
                <a:lnTo>
                  <a:pt x="195655" y="2551060"/>
                </a:lnTo>
                <a:lnTo>
                  <a:pt x="195666" y="2550911"/>
                </a:lnTo>
                <a:lnTo>
                  <a:pt x="195676" y="2550765"/>
                </a:lnTo>
                <a:lnTo>
                  <a:pt x="195685" y="2550620"/>
                </a:lnTo>
                <a:lnTo>
                  <a:pt x="195693" y="2550478"/>
                </a:lnTo>
                <a:lnTo>
                  <a:pt x="195699" y="2550338"/>
                </a:lnTo>
                <a:lnTo>
                  <a:pt x="195704" y="2550201"/>
                </a:lnTo>
                <a:lnTo>
                  <a:pt x="195708" y="2550066"/>
                </a:lnTo>
                <a:lnTo>
                  <a:pt x="195711" y="2549933"/>
                </a:lnTo>
                <a:lnTo>
                  <a:pt x="195713" y="2549803"/>
                </a:lnTo>
                <a:lnTo>
                  <a:pt x="195714" y="2549675"/>
                </a:lnTo>
                <a:lnTo>
                  <a:pt x="195728" y="2549534"/>
                </a:lnTo>
                <a:lnTo>
                  <a:pt x="195741" y="2549392"/>
                </a:lnTo>
                <a:lnTo>
                  <a:pt x="195753" y="2549250"/>
                </a:lnTo>
                <a:lnTo>
                  <a:pt x="195765" y="2549107"/>
                </a:lnTo>
                <a:lnTo>
                  <a:pt x="195777" y="2548963"/>
                </a:lnTo>
                <a:lnTo>
                  <a:pt x="195788" y="2548819"/>
                </a:lnTo>
                <a:lnTo>
                  <a:pt x="195798" y="2548674"/>
                </a:lnTo>
                <a:lnTo>
                  <a:pt x="195808" y="2548529"/>
                </a:lnTo>
                <a:lnTo>
                  <a:pt x="195817" y="2548383"/>
                </a:lnTo>
                <a:lnTo>
                  <a:pt x="195825" y="2548237"/>
                </a:lnTo>
                <a:lnTo>
                  <a:pt x="195833" y="2548090"/>
                </a:lnTo>
                <a:lnTo>
                  <a:pt x="195841" y="2547942"/>
                </a:lnTo>
                <a:lnTo>
                  <a:pt x="195847" y="2547794"/>
                </a:lnTo>
                <a:lnTo>
                  <a:pt x="195853" y="2547645"/>
                </a:lnTo>
                <a:lnTo>
                  <a:pt x="195859" y="2547496"/>
                </a:lnTo>
                <a:lnTo>
                  <a:pt x="195864" y="2547346"/>
                </a:lnTo>
                <a:lnTo>
                  <a:pt x="195868" y="2547195"/>
                </a:lnTo>
                <a:lnTo>
                  <a:pt x="195872" y="2547044"/>
                </a:lnTo>
                <a:lnTo>
                  <a:pt x="195875" y="2546892"/>
                </a:lnTo>
                <a:lnTo>
                  <a:pt x="195878" y="2546740"/>
                </a:lnTo>
                <a:lnTo>
                  <a:pt x="195880" y="2546587"/>
                </a:lnTo>
                <a:lnTo>
                  <a:pt x="195882" y="2546433"/>
                </a:lnTo>
                <a:lnTo>
                  <a:pt x="195883" y="2546279"/>
                </a:lnTo>
                <a:lnTo>
                  <a:pt x="195883" y="2546125"/>
                </a:lnTo>
                <a:lnTo>
                  <a:pt x="195871" y="2545160"/>
                </a:lnTo>
                <a:lnTo>
                  <a:pt x="195835" y="2544210"/>
                </a:lnTo>
                <a:lnTo>
                  <a:pt x="195774" y="2543274"/>
                </a:lnTo>
                <a:lnTo>
                  <a:pt x="195690" y="2542353"/>
                </a:lnTo>
                <a:lnTo>
                  <a:pt x="195582" y="2541447"/>
                </a:lnTo>
                <a:lnTo>
                  <a:pt x="195450" y="2540556"/>
                </a:lnTo>
                <a:lnTo>
                  <a:pt x="195293" y="2539679"/>
                </a:lnTo>
                <a:lnTo>
                  <a:pt x="195113" y="2538817"/>
                </a:lnTo>
                <a:lnTo>
                  <a:pt x="194908" y="2537970"/>
                </a:lnTo>
                <a:lnTo>
                  <a:pt x="194679" y="2537137"/>
                </a:lnTo>
                <a:lnTo>
                  <a:pt x="194427" y="2536319"/>
                </a:lnTo>
                <a:lnTo>
                  <a:pt x="194150" y="2535516"/>
                </a:lnTo>
                <a:lnTo>
                  <a:pt x="193849" y="2534727"/>
                </a:lnTo>
                <a:lnTo>
                  <a:pt x="193524" y="2533953"/>
                </a:lnTo>
                <a:lnTo>
                  <a:pt x="193175" y="2533194"/>
                </a:lnTo>
                <a:lnTo>
                  <a:pt x="192802" y="2532449"/>
                </a:lnTo>
                <a:lnTo>
                  <a:pt x="192405" y="2531719"/>
                </a:lnTo>
                <a:lnTo>
                  <a:pt x="191984" y="2531004"/>
                </a:lnTo>
                <a:lnTo>
                  <a:pt x="191538" y="2530303"/>
                </a:lnTo>
                <a:lnTo>
                  <a:pt x="191069" y="2529617"/>
                </a:lnTo>
                <a:lnTo>
                  <a:pt x="190576" y="2528946"/>
                </a:lnTo>
                <a:lnTo>
                  <a:pt x="190058" y="2528289"/>
                </a:lnTo>
                <a:lnTo>
                  <a:pt x="189517" y="2527647"/>
                </a:lnTo>
                <a:lnTo>
                  <a:pt x="188951" y="2527020"/>
                </a:lnTo>
                <a:lnTo>
                  <a:pt x="188377" y="2526399"/>
                </a:lnTo>
                <a:lnTo>
                  <a:pt x="187783" y="2525805"/>
                </a:lnTo>
                <a:lnTo>
                  <a:pt x="187168" y="2525237"/>
                </a:lnTo>
                <a:lnTo>
                  <a:pt x="186532" y="2524695"/>
                </a:lnTo>
                <a:lnTo>
                  <a:pt x="185876" y="2524180"/>
                </a:lnTo>
                <a:lnTo>
                  <a:pt x="185200" y="2523691"/>
                </a:lnTo>
                <a:lnTo>
                  <a:pt x="184503" y="2523229"/>
                </a:lnTo>
                <a:lnTo>
                  <a:pt x="183785" y="2522793"/>
                </a:lnTo>
                <a:lnTo>
                  <a:pt x="183047" y="2522384"/>
                </a:lnTo>
                <a:lnTo>
                  <a:pt x="182288" y="2522001"/>
                </a:lnTo>
                <a:lnTo>
                  <a:pt x="181509" y="2521644"/>
                </a:lnTo>
                <a:lnTo>
                  <a:pt x="180709" y="2521314"/>
                </a:lnTo>
                <a:lnTo>
                  <a:pt x="179889" y="2521010"/>
                </a:lnTo>
                <a:lnTo>
                  <a:pt x="179048" y="2520733"/>
                </a:lnTo>
                <a:lnTo>
                  <a:pt x="178186" y="2520482"/>
                </a:lnTo>
                <a:lnTo>
                  <a:pt x="177304" y="2520257"/>
                </a:lnTo>
                <a:lnTo>
                  <a:pt x="176402" y="2520059"/>
                </a:lnTo>
                <a:lnTo>
                  <a:pt x="175478" y="2519888"/>
                </a:lnTo>
                <a:lnTo>
                  <a:pt x="174535" y="2519742"/>
                </a:lnTo>
                <a:lnTo>
                  <a:pt x="173571" y="2519623"/>
                </a:lnTo>
                <a:lnTo>
                  <a:pt x="172586" y="2519531"/>
                </a:lnTo>
                <a:lnTo>
                  <a:pt x="171581" y="2519465"/>
                </a:lnTo>
                <a:lnTo>
                  <a:pt x="170555" y="2519425"/>
                </a:lnTo>
                <a:lnTo>
                  <a:pt x="169508" y="2519412"/>
                </a:lnTo>
                <a:lnTo>
                  <a:pt x="168821" y="2519419"/>
                </a:lnTo>
                <a:lnTo>
                  <a:pt x="168141" y="2519439"/>
                </a:lnTo>
                <a:lnTo>
                  <a:pt x="167466" y="2519473"/>
                </a:lnTo>
                <a:lnTo>
                  <a:pt x="166799" y="2519520"/>
                </a:lnTo>
                <a:lnTo>
                  <a:pt x="166137" y="2519581"/>
                </a:lnTo>
                <a:lnTo>
                  <a:pt x="165482" y="2519655"/>
                </a:lnTo>
                <a:lnTo>
                  <a:pt x="164834" y="2519743"/>
                </a:lnTo>
                <a:lnTo>
                  <a:pt x="164192" y="2519844"/>
                </a:lnTo>
                <a:lnTo>
                  <a:pt x="163557" y="2519959"/>
                </a:lnTo>
                <a:lnTo>
                  <a:pt x="162928" y="2520087"/>
                </a:lnTo>
                <a:lnTo>
                  <a:pt x="162305" y="2520229"/>
                </a:lnTo>
                <a:lnTo>
                  <a:pt x="161689" y="2520384"/>
                </a:lnTo>
                <a:lnTo>
                  <a:pt x="161079" y="2520553"/>
                </a:lnTo>
                <a:lnTo>
                  <a:pt x="160476" y="2520735"/>
                </a:lnTo>
                <a:lnTo>
                  <a:pt x="159879" y="2520931"/>
                </a:lnTo>
                <a:lnTo>
                  <a:pt x="159289" y="2521140"/>
                </a:lnTo>
                <a:lnTo>
                  <a:pt x="158705" y="2521363"/>
                </a:lnTo>
                <a:lnTo>
                  <a:pt x="158128" y="2521599"/>
                </a:lnTo>
                <a:lnTo>
                  <a:pt x="157557" y="2521849"/>
                </a:lnTo>
                <a:lnTo>
                  <a:pt x="156993" y="2522112"/>
                </a:lnTo>
                <a:lnTo>
                  <a:pt x="156435" y="2522389"/>
                </a:lnTo>
                <a:lnTo>
                  <a:pt x="155883" y="2522679"/>
                </a:lnTo>
                <a:lnTo>
                  <a:pt x="155338" y="2522983"/>
                </a:lnTo>
                <a:lnTo>
                  <a:pt x="154799" y="2523300"/>
                </a:lnTo>
                <a:lnTo>
                  <a:pt x="154284" y="2523616"/>
                </a:lnTo>
                <a:lnTo>
                  <a:pt x="153779" y="2523941"/>
                </a:lnTo>
                <a:lnTo>
                  <a:pt x="153286" y="2524278"/>
                </a:lnTo>
                <a:lnTo>
                  <a:pt x="152804" y="2524625"/>
                </a:lnTo>
                <a:lnTo>
                  <a:pt x="152332" y="2524982"/>
                </a:lnTo>
                <a:lnTo>
                  <a:pt x="151872" y="2525350"/>
                </a:lnTo>
                <a:lnTo>
                  <a:pt x="151424" y="2525729"/>
                </a:lnTo>
                <a:lnTo>
                  <a:pt x="150986" y="2526118"/>
                </a:lnTo>
                <a:lnTo>
                  <a:pt x="150560" y="2526518"/>
                </a:lnTo>
                <a:lnTo>
                  <a:pt x="150144" y="2526928"/>
                </a:lnTo>
                <a:lnTo>
                  <a:pt x="149740" y="2527349"/>
                </a:lnTo>
                <a:lnTo>
                  <a:pt x="149347" y="2527781"/>
                </a:lnTo>
                <a:lnTo>
                  <a:pt x="148965" y="2528223"/>
                </a:lnTo>
                <a:lnTo>
                  <a:pt x="148594" y="2528675"/>
                </a:lnTo>
                <a:lnTo>
                  <a:pt x="148235" y="2529138"/>
                </a:lnTo>
                <a:lnTo>
                  <a:pt x="147886" y="2529612"/>
                </a:lnTo>
                <a:lnTo>
                  <a:pt x="147549" y="2530097"/>
                </a:lnTo>
                <a:lnTo>
                  <a:pt x="147223" y="2530591"/>
                </a:lnTo>
                <a:lnTo>
                  <a:pt x="146908" y="2531097"/>
                </a:lnTo>
                <a:lnTo>
                  <a:pt x="146604" y="2531613"/>
                </a:lnTo>
                <a:lnTo>
                  <a:pt x="146312" y="2532140"/>
                </a:lnTo>
                <a:lnTo>
                  <a:pt x="146030" y="2532677"/>
                </a:lnTo>
                <a:lnTo>
                  <a:pt x="145760" y="2533224"/>
                </a:lnTo>
                <a:lnTo>
                  <a:pt x="145501" y="2533783"/>
                </a:lnTo>
                <a:lnTo>
                  <a:pt x="144655" y="2521102"/>
                </a:lnTo>
                <a:lnTo>
                  <a:pt x="109151" y="2521102"/>
                </a:lnTo>
                <a:lnTo>
                  <a:pt x="109151" y="2534290"/>
                </a:lnTo>
                <a:lnTo>
                  <a:pt x="130961" y="2534290"/>
                </a:lnTo>
                <a:lnTo>
                  <a:pt x="130961" y="2594478"/>
                </a:lnTo>
                <a:lnTo>
                  <a:pt x="108306" y="2594478"/>
                </a:lnTo>
                <a:lnTo>
                  <a:pt x="108306" y="2607496"/>
                </a:lnTo>
                <a:lnTo>
                  <a:pt x="130961" y="2607496"/>
                </a:lnTo>
                <a:lnTo>
                  <a:pt x="147530" y="2607496"/>
                </a:lnTo>
                <a:lnTo>
                  <a:pt x="186246" y="2607496"/>
                </a:lnTo>
                <a:lnTo>
                  <a:pt x="186246" y="2594478"/>
                </a:lnTo>
                <a:lnTo>
                  <a:pt x="147530" y="2594478"/>
                </a:lnTo>
                <a:lnTo>
                  <a:pt x="147530" y="2554240"/>
                </a:lnTo>
                <a:lnTo>
                  <a:pt x="147533" y="2553790"/>
                </a:lnTo>
                <a:lnTo>
                  <a:pt x="147543" y="2553342"/>
                </a:lnTo>
                <a:lnTo>
                  <a:pt x="147559" y="2552895"/>
                </a:lnTo>
                <a:lnTo>
                  <a:pt x="147581" y="2552451"/>
                </a:lnTo>
                <a:lnTo>
                  <a:pt x="147610" y="2552008"/>
                </a:lnTo>
                <a:lnTo>
                  <a:pt x="147646" y="2551566"/>
                </a:lnTo>
                <a:close/>
                <a:moveTo>
                  <a:pt x="520965" y="2544260"/>
                </a:moveTo>
                <a:lnTo>
                  <a:pt x="520982" y="2544359"/>
                </a:lnTo>
                <a:lnTo>
                  <a:pt x="520999" y="2544465"/>
                </a:lnTo>
                <a:lnTo>
                  <a:pt x="521017" y="2544578"/>
                </a:lnTo>
                <a:lnTo>
                  <a:pt x="521035" y="2544697"/>
                </a:lnTo>
                <a:lnTo>
                  <a:pt x="521054" y="2544822"/>
                </a:lnTo>
                <a:lnTo>
                  <a:pt x="521074" y="2544954"/>
                </a:lnTo>
                <a:lnTo>
                  <a:pt x="521094" y="2545092"/>
                </a:lnTo>
                <a:lnTo>
                  <a:pt x="521115" y="2545237"/>
                </a:lnTo>
                <a:lnTo>
                  <a:pt x="521137" y="2545388"/>
                </a:lnTo>
                <a:lnTo>
                  <a:pt x="521159" y="2545546"/>
                </a:lnTo>
                <a:lnTo>
                  <a:pt x="521181" y="2545710"/>
                </a:lnTo>
                <a:lnTo>
                  <a:pt x="521204" y="2545880"/>
                </a:lnTo>
                <a:lnTo>
                  <a:pt x="521228" y="2546057"/>
                </a:lnTo>
                <a:lnTo>
                  <a:pt x="521253" y="2546241"/>
                </a:lnTo>
                <a:lnTo>
                  <a:pt x="521277" y="2546431"/>
                </a:lnTo>
                <a:lnTo>
                  <a:pt x="521303" y="2546627"/>
                </a:lnTo>
                <a:lnTo>
                  <a:pt x="521329" y="2546830"/>
                </a:lnTo>
                <a:lnTo>
                  <a:pt x="521356" y="2547039"/>
                </a:lnTo>
                <a:lnTo>
                  <a:pt x="521383" y="2547255"/>
                </a:lnTo>
                <a:lnTo>
                  <a:pt x="521411" y="2547477"/>
                </a:lnTo>
                <a:lnTo>
                  <a:pt x="536965" y="2547477"/>
                </a:lnTo>
                <a:lnTo>
                  <a:pt x="536965" y="2545448"/>
                </a:lnTo>
                <a:lnTo>
                  <a:pt x="536974" y="2544890"/>
                </a:lnTo>
                <a:lnTo>
                  <a:pt x="536999" y="2544342"/>
                </a:lnTo>
                <a:lnTo>
                  <a:pt x="537042" y="2543805"/>
                </a:lnTo>
                <a:lnTo>
                  <a:pt x="537101" y="2543279"/>
                </a:lnTo>
                <a:lnTo>
                  <a:pt x="537178" y="2542763"/>
                </a:lnTo>
                <a:lnTo>
                  <a:pt x="537272" y="2542257"/>
                </a:lnTo>
                <a:lnTo>
                  <a:pt x="537382" y="2541762"/>
                </a:lnTo>
                <a:lnTo>
                  <a:pt x="537510" y="2541278"/>
                </a:lnTo>
                <a:lnTo>
                  <a:pt x="537655" y="2540804"/>
                </a:lnTo>
                <a:lnTo>
                  <a:pt x="537816" y="2540341"/>
                </a:lnTo>
                <a:lnTo>
                  <a:pt x="537995" y="2539888"/>
                </a:lnTo>
                <a:lnTo>
                  <a:pt x="538191" y="2539446"/>
                </a:lnTo>
                <a:lnTo>
                  <a:pt x="538404" y="2539015"/>
                </a:lnTo>
                <a:lnTo>
                  <a:pt x="538634" y="2538594"/>
                </a:lnTo>
                <a:lnTo>
                  <a:pt x="538880" y="2538184"/>
                </a:lnTo>
                <a:lnTo>
                  <a:pt x="539144" y="2537784"/>
                </a:lnTo>
                <a:lnTo>
                  <a:pt x="539425" y="2537395"/>
                </a:lnTo>
                <a:lnTo>
                  <a:pt x="539723" y="2537016"/>
                </a:lnTo>
                <a:lnTo>
                  <a:pt x="540038" y="2536648"/>
                </a:lnTo>
                <a:lnTo>
                  <a:pt x="540370" y="2536290"/>
                </a:lnTo>
                <a:lnTo>
                  <a:pt x="540719" y="2535943"/>
                </a:lnTo>
                <a:lnTo>
                  <a:pt x="541085" y="2535607"/>
                </a:lnTo>
                <a:lnTo>
                  <a:pt x="541468" y="2535281"/>
                </a:lnTo>
                <a:lnTo>
                  <a:pt x="541868" y="2534966"/>
                </a:lnTo>
                <a:lnTo>
                  <a:pt x="542284" y="2534663"/>
                </a:lnTo>
                <a:lnTo>
                  <a:pt x="542713" y="2534372"/>
                </a:lnTo>
                <a:lnTo>
                  <a:pt x="543157" y="2534094"/>
                </a:lnTo>
                <a:lnTo>
                  <a:pt x="543615" y="2533830"/>
                </a:lnTo>
                <a:lnTo>
                  <a:pt x="544087" y="2533578"/>
                </a:lnTo>
                <a:lnTo>
                  <a:pt x="544573" y="2533339"/>
                </a:lnTo>
                <a:lnTo>
                  <a:pt x="545073" y="2533113"/>
                </a:lnTo>
                <a:lnTo>
                  <a:pt x="545588" y="2532900"/>
                </a:lnTo>
                <a:lnTo>
                  <a:pt x="546116" y="2532700"/>
                </a:lnTo>
                <a:lnTo>
                  <a:pt x="546658" y="2532512"/>
                </a:lnTo>
                <a:lnTo>
                  <a:pt x="547215" y="2532338"/>
                </a:lnTo>
                <a:lnTo>
                  <a:pt x="547785" y="2532177"/>
                </a:lnTo>
                <a:lnTo>
                  <a:pt x="548370" y="2532028"/>
                </a:lnTo>
                <a:lnTo>
                  <a:pt x="548969" y="2531892"/>
                </a:lnTo>
                <a:lnTo>
                  <a:pt x="549582" y="2531770"/>
                </a:lnTo>
                <a:lnTo>
                  <a:pt x="550209" y="2531660"/>
                </a:lnTo>
                <a:lnTo>
                  <a:pt x="550850" y="2531563"/>
                </a:lnTo>
                <a:lnTo>
                  <a:pt x="551505" y="2531479"/>
                </a:lnTo>
                <a:lnTo>
                  <a:pt x="552174" y="2531408"/>
                </a:lnTo>
                <a:lnTo>
                  <a:pt x="552857" y="2531350"/>
                </a:lnTo>
                <a:lnTo>
                  <a:pt x="553555" y="2531305"/>
                </a:lnTo>
                <a:lnTo>
                  <a:pt x="554266" y="2531272"/>
                </a:lnTo>
                <a:lnTo>
                  <a:pt x="554992" y="2531253"/>
                </a:lnTo>
                <a:lnTo>
                  <a:pt x="555732" y="2531247"/>
                </a:lnTo>
                <a:lnTo>
                  <a:pt x="556539" y="2531253"/>
                </a:lnTo>
                <a:lnTo>
                  <a:pt x="557326" y="2531272"/>
                </a:lnTo>
                <a:lnTo>
                  <a:pt x="558093" y="2531305"/>
                </a:lnTo>
                <a:lnTo>
                  <a:pt x="558841" y="2531350"/>
                </a:lnTo>
                <a:lnTo>
                  <a:pt x="559568" y="2531408"/>
                </a:lnTo>
                <a:lnTo>
                  <a:pt x="560275" y="2531479"/>
                </a:lnTo>
                <a:lnTo>
                  <a:pt x="560963" y="2531563"/>
                </a:lnTo>
                <a:lnTo>
                  <a:pt x="561630" y="2531660"/>
                </a:lnTo>
                <a:lnTo>
                  <a:pt x="562278" y="2531770"/>
                </a:lnTo>
                <a:lnTo>
                  <a:pt x="562905" y="2531892"/>
                </a:lnTo>
                <a:lnTo>
                  <a:pt x="563513" y="2532028"/>
                </a:lnTo>
                <a:lnTo>
                  <a:pt x="564100" y="2532177"/>
                </a:lnTo>
                <a:lnTo>
                  <a:pt x="564668" y="2532338"/>
                </a:lnTo>
                <a:lnTo>
                  <a:pt x="565216" y="2532512"/>
                </a:lnTo>
                <a:lnTo>
                  <a:pt x="565744" y="2532700"/>
                </a:lnTo>
                <a:lnTo>
                  <a:pt x="566251" y="2532900"/>
                </a:lnTo>
                <a:lnTo>
                  <a:pt x="566739" y="2533113"/>
                </a:lnTo>
                <a:lnTo>
                  <a:pt x="567207" y="2533339"/>
                </a:lnTo>
                <a:lnTo>
                  <a:pt x="567655" y="2533578"/>
                </a:lnTo>
                <a:lnTo>
                  <a:pt x="568083" y="2533830"/>
                </a:lnTo>
                <a:lnTo>
                  <a:pt x="568491" y="2534094"/>
                </a:lnTo>
                <a:lnTo>
                  <a:pt x="568879" y="2534372"/>
                </a:lnTo>
                <a:lnTo>
                  <a:pt x="569247" y="2534663"/>
                </a:lnTo>
                <a:lnTo>
                  <a:pt x="569595" y="2534966"/>
                </a:lnTo>
                <a:lnTo>
                  <a:pt x="569940" y="2535284"/>
                </a:lnTo>
                <a:lnTo>
                  <a:pt x="570270" y="2535617"/>
                </a:lnTo>
                <a:lnTo>
                  <a:pt x="570586" y="2535965"/>
                </a:lnTo>
                <a:lnTo>
                  <a:pt x="570887" y="2536328"/>
                </a:lnTo>
                <a:lnTo>
                  <a:pt x="571173" y="2536707"/>
                </a:lnTo>
                <a:lnTo>
                  <a:pt x="571444" y="2537100"/>
                </a:lnTo>
                <a:lnTo>
                  <a:pt x="571701" y="2537510"/>
                </a:lnTo>
                <a:lnTo>
                  <a:pt x="571943" y="2537934"/>
                </a:lnTo>
                <a:lnTo>
                  <a:pt x="572171" y="2538374"/>
                </a:lnTo>
                <a:lnTo>
                  <a:pt x="572384" y="2538829"/>
                </a:lnTo>
                <a:lnTo>
                  <a:pt x="572582" y="2539299"/>
                </a:lnTo>
                <a:lnTo>
                  <a:pt x="572765" y="2539784"/>
                </a:lnTo>
                <a:lnTo>
                  <a:pt x="572934" y="2540285"/>
                </a:lnTo>
                <a:lnTo>
                  <a:pt x="573088" y="2540801"/>
                </a:lnTo>
                <a:lnTo>
                  <a:pt x="573227" y="2541332"/>
                </a:lnTo>
                <a:lnTo>
                  <a:pt x="573352" y="2541879"/>
                </a:lnTo>
                <a:lnTo>
                  <a:pt x="573462" y="2542441"/>
                </a:lnTo>
                <a:lnTo>
                  <a:pt x="573558" y="2543018"/>
                </a:lnTo>
                <a:lnTo>
                  <a:pt x="573638" y="2543610"/>
                </a:lnTo>
                <a:lnTo>
                  <a:pt x="573704" y="2544218"/>
                </a:lnTo>
                <a:lnTo>
                  <a:pt x="573756" y="2544841"/>
                </a:lnTo>
                <a:lnTo>
                  <a:pt x="573793" y="2545479"/>
                </a:lnTo>
                <a:lnTo>
                  <a:pt x="573815" y="2546132"/>
                </a:lnTo>
                <a:lnTo>
                  <a:pt x="573822" y="2546801"/>
                </a:lnTo>
                <a:lnTo>
                  <a:pt x="573822" y="2556269"/>
                </a:lnTo>
                <a:lnTo>
                  <a:pt x="572159" y="2556274"/>
                </a:lnTo>
                <a:lnTo>
                  <a:pt x="570523" y="2556289"/>
                </a:lnTo>
                <a:lnTo>
                  <a:pt x="568914" y="2556314"/>
                </a:lnTo>
                <a:lnTo>
                  <a:pt x="567332" y="2556348"/>
                </a:lnTo>
                <a:lnTo>
                  <a:pt x="565776" y="2556393"/>
                </a:lnTo>
                <a:lnTo>
                  <a:pt x="564248" y="2556448"/>
                </a:lnTo>
                <a:lnTo>
                  <a:pt x="562747" y="2556513"/>
                </a:lnTo>
                <a:lnTo>
                  <a:pt x="561273" y="2556588"/>
                </a:lnTo>
                <a:lnTo>
                  <a:pt x="559826" y="2556673"/>
                </a:lnTo>
                <a:lnTo>
                  <a:pt x="558406" y="2556768"/>
                </a:lnTo>
                <a:lnTo>
                  <a:pt x="557013" y="2556872"/>
                </a:lnTo>
                <a:lnTo>
                  <a:pt x="555647" y="2556987"/>
                </a:lnTo>
                <a:lnTo>
                  <a:pt x="554308" y="2557112"/>
                </a:lnTo>
                <a:lnTo>
                  <a:pt x="552996" y="2557247"/>
                </a:lnTo>
                <a:lnTo>
                  <a:pt x="551711" y="2557391"/>
                </a:lnTo>
                <a:lnTo>
                  <a:pt x="550453" y="2557546"/>
                </a:lnTo>
                <a:lnTo>
                  <a:pt x="549222" y="2557711"/>
                </a:lnTo>
                <a:lnTo>
                  <a:pt x="548018" y="2557885"/>
                </a:lnTo>
                <a:lnTo>
                  <a:pt x="546841" y="2558070"/>
                </a:lnTo>
                <a:lnTo>
                  <a:pt x="545691" y="2558265"/>
                </a:lnTo>
                <a:lnTo>
                  <a:pt x="544568" y="2558469"/>
                </a:lnTo>
                <a:lnTo>
                  <a:pt x="543472" y="2558684"/>
                </a:lnTo>
                <a:lnTo>
                  <a:pt x="542403" y="2558908"/>
                </a:lnTo>
                <a:lnTo>
                  <a:pt x="541361" y="2559143"/>
                </a:lnTo>
                <a:lnTo>
                  <a:pt x="540358" y="2559388"/>
                </a:lnTo>
                <a:lnTo>
                  <a:pt x="539378" y="2559645"/>
                </a:lnTo>
                <a:lnTo>
                  <a:pt x="538421" y="2559914"/>
                </a:lnTo>
                <a:lnTo>
                  <a:pt x="537487" y="2560195"/>
                </a:lnTo>
                <a:lnTo>
                  <a:pt x="536575" y="2560487"/>
                </a:lnTo>
                <a:lnTo>
                  <a:pt x="535687" y="2560791"/>
                </a:lnTo>
                <a:lnTo>
                  <a:pt x="534821" y="2561107"/>
                </a:lnTo>
                <a:lnTo>
                  <a:pt x="533978" y="2561435"/>
                </a:lnTo>
                <a:lnTo>
                  <a:pt x="533159" y="2561774"/>
                </a:lnTo>
                <a:lnTo>
                  <a:pt x="532362" y="2562125"/>
                </a:lnTo>
                <a:lnTo>
                  <a:pt x="531588" y="2562488"/>
                </a:lnTo>
                <a:lnTo>
                  <a:pt x="530836" y="2562862"/>
                </a:lnTo>
                <a:lnTo>
                  <a:pt x="530108" y="2563249"/>
                </a:lnTo>
                <a:lnTo>
                  <a:pt x="529403" y="2563647"/>
                </a:lnTo>
                <a:lnTo>
                  <a:pt x="528720" y="2564056"/>
                </a:lnTo>
                <a:lnTo>
                  <a:pt x="528061" y="2564478"/>
                </a:lnTo>
                <a:lnTo>
                  <a:pt x="527424" y="2564911"/>
                </a:lnTo>
                <a:lnTo>
                  <a:pt x="526811" y="2565356"/>
                </a:lnTo>
                <a:lnTo>
                  <a:pt x="526220" y="2565813"/>
                </a:lnTo>
                <a:lnTo>
                  <a:pt x="525652" y="2566281"/>
                </a:lnTo>
                <a:lnTo>
                  <a:pt x="525107" y="2566761"/>
                </a:lnTo>
                <a:lnTo>
                  <a:pt x="524584" y="2567253"/>
                </a:lnTo>
                <a:lnTo>
                  <a:pt x="524085" y="2567757"/>
                </a:lnTo>
                <a:lnTo>
                  <a:pt x="523609" y="2568272"/>
                </a:lnTo>
                <a:lnTo>
                  <a:pt x="523167" y="2568787"/>
                </a:lnTo>
                <a:lnTo>
                  <a:pt x="522745" y="2569315"/>
                </a:lnTo>
                <a:lnTo>
                  <a:pt x="522341" y="2569857"/>
                </a:lnTo>
                <a:lnTo>
                  <a:pt x="521956" y="2570414"/>
                </a:lnTo>
                <a:lnTo>
                  <a:pt x="521589" y="2570985"/>
                </a:lnTo>
                <a:lnTo>
                  <a:pt x="521242" y="2571569"/>
                </a:lnTo>
                <a:lnTo>
                  <a:pt x="520913" y="2572168"/>
                </a:lnTo>
                <a:lnTo>
                  <a:pt x="520603" y="2572781"/>
                </a:lnTo>
                <a:lnTo>
                  <a:pt x="520312" y="2573408"/>
                </a:lnTo>
                <a:lnTo>
                  <a:pt x="520040" y="2574049"/>
                </a:lnTo>
                <a:lnTo>
                  <a:pt x="519786" y="2574704"/>
                </a:lnTo>
                <a:lnTo>
                  <a:pt x="519551" y="2575373"/>
                </a:lnTo>
                <a:lnTo>
                  <a:pt x="519335" y="2576056"/>
                </a:lnTo>
                <a:lnTo>
                  <a:pt x="519138" y="2576754"/>
                </a:lnTo>
                <a:lnTo>
                  <a:pt x="518959" y="2577465"/>
                </a:lnTo>
                <a:lnTo>
                  <a:pt x="518800" y="2578191"/>
                </a:lnTo>
                <a:lnTo>
                  <a:pt x="518659" y="2578931"/>
                </a:lnTo>
                <a:lnTo>
                  <a:pt x="518537" y="2579684"/>
                </a:lnTo>
                <a:lnTo>
                  <a:pt x="518433" y="2580452"/>
                </a:lnTo>
                <a:lnTo>
                  <a:pt x="518349" y="2581234"/>
                </a:lnTo>
                <a:lnTo>
                  <a:pt x="518283" y="2582030"/>
                </a:lnTo>
                <a:lnTo>
                  <a:pt x="518236" y="2582840"/>
                </a:lnTo>
                <a:lnTo>
                  <a:pt x="518208" y="2583664"/>
                </a:lnTo>
                <a:lnTo>
                  <a:pt x="518199" y="2584503"/>
                </a:lnTo>
                <a:lnTo>
                  <a:pt x="518211" y="2585507"/>
                </a:lnTo>
                <a:lnTo>
                  <a:pt x="518248" y="2586490"/>
                </a:lnTo>
                <a:lnTo>
                  <a:pt x="518310" y="2587453"/>
                </a:lnTo>
                <a:lnTo>
                  <a:pt x="518396" y="2588396"/>
                </a:lnTo>
                <a:lnTo>
                  <a:pt x="518507" y="2589318"/>
                </a:lnTo>
                <a:lnTo>
                  <a:pt x="518642" y="2590219"/>
                </a:lnTo>
                <a:lnTo>
                  <a:pt x="518803" y="2591100"/>
                </a:lnTo>
                <a:lnTo>
                  <a:pt x="518988" y="2591961"/>
                </a:lnTo>
                <a:lnTo>
                  <a:pt x="519197" y="2592800"/>
                </a:lnTo>
                <a:lnTo>
                  <a:pt x="519431" y="2593620"/>
                </a:lnTo>
                <a:lnTo>
                  <a:pt x="519690" y="2594418"/>
                </a:lnTo>
                <a:lnTo>
                  <a:pt x="519974" y="2595196"/>
                </a:lnTo>
                <a:lnTo>
                  <a:pt x="520282" y="2595954"/>
                </a:lnTo>
                <a:lnTo>
                  <a:pt x="520615" y="2596691"/>
                </a:lnTo>
                <a:lnTo>
                  <a:pt x="520972" y="2597407"/>
                </a:lnTo>
                <a:lnTo>
                  <a:pt x="521355" y="2598103"/>
                </a:lnTo>
                <a:lnTo>
                  <a:pt x="521761" y="2598779"/>
                </a:lnTo>
                <a:lnTo>
                  <a:pt x="522193" y="2599434"/>
                </a:lnTo>
                <a:lnTo>
                  <a:pt x="522649" y="2600068"/>
                </a:lnTo>
                <a:lnTo>
                  <a:pt x="523130" y="2600682"/>
                </a:lnTo>
                <a:lnTo>
                  <a:pt x="523635" y="2601275"/>
                </a:lnTo>
                <a:lnTo>
                  <a:pt x="524165" y="2601847"/>
                </a:lnTo>
                <a:lnTo>
                  <a:pt x="524720" y="2602400"/>
                </a:lnTo>
                <a:lnTo>
                  <a:pt x="525300" y="2602931"/>
                </a:lnTo>
                <a:lnTo>
                  <a:pt x="525916" y="2603442"/>
                </a:lnTo>
                <a:lnTo>
                  <a:pt x="526553" y="2603930"/>
                </a:lnTo>
                <a:lnTo>
                  <a:pt x="527212" y="2604397"/>
                </a:lnTo>
                <a:lnTo>
                  <a:pt x="527892" y="2604842"/>
                </a:lnTo>
                <a:lnTo>
                  <a:pt x="528593" y="2605266"/>
                </a:lnTo>
                <a:lnTo>
                  <a:pt x="529315" y="2605668"/>
                </a:lnTo>
                <a:lnTo>
                  <a:pt x="530058" y="2606048"/>
                </a:lnTo>
                <a:lnTo>
                  <a:pt x="530822" y="2606406"/>
                </a:lnTo>
                <a:lnTo>
                  <a:pt x="531608" y="2606743"/>
                </a:lnTo>
                <a:lnTo>
                  <a:pt x="532414" y="2607058"/>
                </a:lnTo>
                <a:lnTo>
                  <a:pt x="533242" y="2607351"/>
                </a:lnTo>
                <a:lnTo>
                  <a:pt x="534091" y="2607623"/>
                </a:lnTo>
                <a:lnTo>
                  <a:pt x="534961" y="2607872"/>
                </a:lnTo>
                <a:lnTo>
                  <a:pt x="535852" y="2608101"/>
                </a:lnTo>
                <a:lnTo>
                  <a:pt x="536764" y="2608307"/>
                </a:lnTo>
                <a:lnTo>
                  <a:pt x="537698" y="2608492"/>
                </a:lnTo>
                <a:lnTo>
                  <a:pt x="538652" y="2608654"/>
                </a:lnTo>
                <a:lnTo>
                  <a:pt x="539628" y="2608796"/>
                </a:lnTo>
                <a:lnTo>
                  <a:pt x="540625" y="2608915"/>
                </a:lnTo>
                <a:lnTo>
                  <a:pt x="541643" y="2609013"/>
                </a:lnTo>
                <a:lnTo>
                  <a:pt x="542682" y="2609089"/>
                </a:lnTo>
                <a:lnTo>
                  <a:pt x="543742" y="2609143"/>
                </a:lnTo>
                <a:lnTo>
                  <a:pt x="544823" y="2609176"/>
                </a:lnTo>
                <a:lnTo>
                  <a:pt x="545926" y="2609187"/>
                </a:lnTo>
                <a:lnTo>
                  <a:pt x="546432" y="2609184"/>
                </a:lnTo>
                <a:lnTo>
                  <a:pt x="546937" y="2609177"/>
                </a:lnTo>
                <a:lnTo>
                  <a:pt x="547439" y="2609165"/>
                </a:lnTo>
                <a:lnTo>
                  <a:pt x="547941" y="2609149"/>
                </a:lnTo>
                <a:lnTo>
                  <a:pt x="548440" y="2609128"/>
                </a:lnTo>
                <a:lnTo>
                  <a:pt x="548937" y="2609102"/>
                </a:lnTo>
                <a:lnTo>
                  <a:pt x="549433" y="2609072"/>
                </a:lnTo>
                <a:lnTo>
                  <a:pt x="549927" y="2609036"/>
                </a:lnTo>
                <a:lnTo>
                  <a:pt x="550419" y="2608996"/>
                </a:lnTo>
                <a:lnTo>
                  <a:pt x="550910" y="2608952"/>
                </a:lnTo>
                <a:lnTo>
                  <a:pt x="551398" y="2608903"/>
                </a:lnTo>
                <a:lnTo>
                  <a:pt x="551885" y="2608848"/>
                </a:lnTo>
                <a:lnTo>
                  <a:pt x="552371" y="2608790"/>
                </a:lnTo>
                <a:lnTo>
                  <a:pt x="552854" y="2608726"/>
                </a:lnTo>
                <a:lnTo>
                  <a:pt x="553336" y="2608658"/>
                </a:lnTo>
                <a:lnTo>
                  <a:pt x="553816" y="2608585"/>
                </a:lnTo>
                <a:lnTo>
                  <a:pt x="554294" y="2608508"/>
                </a:lnTo>
                <a:lnTo>
                  <a:pt x="554770" y="2608426"/>
                </a:lnTo>
                <a:lnTo>
                  <a:pt x="555245" y="2608339"/>
                </a:lnTo>
                <a:lnTo>
                  <a:pt x="555717" y="2608247"/>
                </a:lnTo>
                <a:lnTo>
                  <a:pt x="556189" y="2608151"/>
                </a:lnTo>
                <a:lnTo>
                  <a:pt x="556658" y="2608050"/>
                </a:lnTo>
                <a:lnTo>
                  <a:pt x="557125" y="2607944"/>
                </a:lnTo>
                <a:lnTo>
                  <a:pt x="557591" y="2607834"/>
                </a:lnTo>
                <a:lnTo>
                  <a:pt x="558054" y="2607732"/>
                </a:lnTo>
                <a:lnTo>
                  <a:pt x="558514" y="2607624"/>
                </a:lnTo>
                <a:lnTo>
                  <a:pt x="558970" y="2607509"/>
                </a:lnTo>
                <a:lnTo>
                  <a:pt x="559423" y="2607388"/>
                </a:lnTo>
                <a:lnTo>
                  <a:pt x="559872" y="2607260"/>
                </a:lnTo>
                <a:lnTo>
                  <a:pt x="560318" y="2607126"/>
                </a:lnTo>
                <a:lnTo>
                  <a:pt x="560760" y="2606985"/>
                </a:lnTo>
                <a:lnTo>
                  <a:pt x="561198" y="2606838"/>
                </a:lnTo>
                <a:lnTo>
                  <a:pt x="561633" y="2606685"/>
                </a:lnTo>
                <a:lnTo>
                  <a:pt x="562065" y="2606525"/>
                </a:lnTo>
                <a:lnTo>
                  <a:pt x="562493" y="2606358"/>
                </a:lnTo>
                <a:lnTo>
                  <a:pt x="562917" y="2606186"/>
                </a:lnTo>
                <a:lnTo>
                  <a:pt x="563338" y="2606006"/>
                </a:lnTo>
                <a:lnTo>
                  <a:pt x="563755" y="2605820"/>
                </a:lnTo>
                <a:lnTo>
                  <a:pt x="564169" y="2605628"/>
                </a:lnTo>
                <a:lnTo>
                  <a:pt x="564579" y="2605429"/>
                </a:lnTo>
                <a:lnTo>
                  <a:pt x="564986" y="2605224"/>
                </a:lnTo>
                <a:lnTo>
                  <a:pt x="565390" y="2605013"/>
                </a:lnTo>
                <a:lnTo>
                  <a:pt x="565789" y="2604795"/>
                </a:lnTo>
                <a:lnTo>
                  <a:pt x="566186" y="2604570"/>
                </a:lnTo>
                <a:lnTo>
                  <a:pt x="566578" y="2604339"/>
                </a:lnTo>
                <a:lnTo>
                  <a:pt x="566967" y="2604102"/>
                </a:lnTo>
                <a:lnTo>
                  <a:pt x="567353" y="2603858"/>
                </a:lnTo>
                <a:lnTo>
                  <a:pt x="567735" y="2603607"/>
                </a:lnTo>
                <a:lnTo>
                  <a:pt x="568113" y="2603336"/>
                </a:lnTo>
                <a:lnTo>
                  <a:pt x="568484" y="2603058"/>
                </a:lnTo>
                <a:lnTo>
                  <a:pt x="568850" y="2602773"/>
                </a:lnTo>
                <a:lnTo>
                  <a:pt x="569210" y="2602480"/>
                </a:lnTo>
                <a:lnTo>
                  <a:pt x="569564" y="2602181"/>
                </a:lnTo>
                <a:lnTo>
                  <a:pt x="569912" y="2601874"/>
                </a:lnTo>
                <a:lnTo>
                  <a:pt x="570254" y="2601561"/>
                </a:lnTo>
                <a:lnTo>
                  <a:pt x="570591" y="2601240"/>
                </a:lnTo>
                <a:lnTo>
                  <a:pt x="570921" y="2600913"/>
                </a:lnTo>
                <a:lnTo>
                  <a:pt x="571246" y="2600578"/>
                </a:lnTo>
                <a:lnTo>
                  <a:pt x="571565" y="2600237"/>
                </a:lnTo>
                <a:lnTo>
                  <a:pt x="571877" y="2599888"/>
                </a:lnTo>
                <a:lnTo>
                  <a:pt x="572185" y="2599532"/>
                </a:lnTo>
                <a:lnTo>
                  <a:pt x="572486" y="2599169"/>
                </a:lnTo>
                <a:lnTo>
                  <a:pt x="572781" y="2598800"/>
                </a:lnTo>
                <a:lnTo>
                  <a:pt x="573070" y="2598423"/>
                </a:lnTo>
                <a:lnTo>
                  <a:pt x="573354" y="2598039"/>
                </a:lnTo>
                <a:lnTo>
                  <a:pt x="573632" y="2597648"/>
                </a:lnTo>
                <a:lnTo>
                  <a:pt x="573903" y="2597250"/>
                </a:lnTo>
                <a:lnTo>
                  <a:pt x="574169" y="2596845"/>
                </a:lnTo>
                <a:lnTo>
                  <a:pt x="574429" y="2596433"/>
                </a:lnTo>
                <a:lnTo>
                  <a:pt x="574684" y="2596014"/>
                </a:lnTo>
                <a:lnTo>
                  <a:pt x="574932" y="2595587"/>
                </a:lnTo>
                <a:lnTo>
                  <a:pt x="575174" y="2595154"/>
                </a:lnTo>
                <a:lnTo>
                  <a:pt x="575218" y="2595601"/>
                </a:lnTo>
                <a:lnTo>
                  <a:pt x="575266" y="2596039"/>
                </a:lnTo>
                <a:lnTo>
                  <a:pt x="575317" y="2596470"/>
                </a:lnTo>
                <a:lnTo>
                  <a:pt x="575372" y="2596892"/>
                </a:lnTo>
                <a:lnTo>
                  <a:pt x="575430" y="2597306"/>
                </a:lnTo>
                <a:lnTo>
                  <a:pt x="575491" y="2597711"/>
                </a:lnTo>
                <a:lnTo>
                  <a:pt x="575557" y="2598109"/>
                </a:lnTo>
                <a:lnTo>
                  <a:pt x="575625" y="2598498"/>
                </a:lnTo>
                <a:lnTo>
                  <a:pt x="575697" y="2598879"/>
                </a:lnTo>
                <a:lnTo>
                  <a:pt x="575773" y="2599252"/>
                </a:lnTo>
                <a:lnTo>
                  <a:pt x="575852" y="2599616"/>
                </a:lnTo>
                <a:lnTo>
                  <a:pt x="575935" y="2599972"/>
                </a:lnTo>
                <a:lnTo>
                  <a:pt x="576022" y="2600321"/>
                </a:lnTo>
                <a:lnTo>
                  <a:pt x="576111" y="2600660"/>
                </a:lnTo>
                <a:lnTo>
                  <a:pt x="576205" y="2600992"/>
                </a:lnTo>
                <a:lnTo>
                  <a:pt x="576302" y="2601316"/>
                </a:lnTo>
                <a:lnTo>
                  <a:pt x="576402" y="2601631"/>
                </a:lnTo>
                <a:lnTo>
                  <a:pt x="576506" y="2601938"/>
                </a:lnTo>
                <a:lnTo>
                  <a:pt x="576613" y="2602237"/>
                </a:lnTo>
                <a:lnTo>
                  <a:pt x="576724" y="2602527"/>
                </a:lnTo>
                <a:lnTo>
                  <a:pt x="576839" y="2602810"/>
                </a:lnTo>
                <a:lnTo>
                  <a:pt x="576957" y="2603084"/>
                </a:lnTo>
                <a:lnTo>
                  <a:pt x="577078" y="2603350"/>
                </a:lnTo>
                <a:lnTo>
                  <a:pt x="577203" y="2603607"/>
                </a:lnTo>
                <a:lnTo>
                  <a:pt x="577333" y="2603858"/>
                </a:lnTo>
                <a:lnTo>
                  <a:pt x="577469" y="2604102"/>
                </a:lnTo>
                <a:lnTo>
                  <a:pt x="577610" y="2604339"/>
                </a:lnTo>
                <a:lnTo>
                  <a:pt x="577757" y="2604570"/>
                </a:lnTo>
                <a:lnTo>
                  <a:pt x="577911" y="2604795"/>
                </a:lnTo>
                <a:lnTo>
                  <a:pt x="578070" y="2605013"/>
                </a:lnTo>
                <a:lnTo>
                  <a:pt x="578235" y="2605224"/>
                </a:lnTo>
                <a:lnTo>
                  <a:pt x="578405" y="2605429"/>
                </a:lnTo>
                <a:lnTo>
                  <a:pt x="578582" y="2605628"/>
                </a:lnTo>
                <a:lnTo>
                  <a:pt x="578765" y="2605820"/>
                </a:lnTo>
                <a:lnTo>
                  <a:pt x="578953" y="2606006"/>
                </a:lnTo>
                <a:lnTo>
                  <a:pt x="579147" y="2606186"/>
                </a:lnTo>
                <a:lnTo>
                  <a:pt x="579348" y="2606358"/>
                </a:lnTo>
                <a:lnTo>
                  <a:pt x="579554" y="2606525"/>
                </a:lnTo>
                <a:lnTo>
                  <a:pt x="579766" y="2606685"/>
                </a:lnTo>
                <a:lnTo>
                  <a:pt x="579983" y="2606838"/>
                </a:lnTo>
                <a:lnTo>
                  <a:pt x="580207" y="2606985"/>
                </a:lnTo>
                <a:lnTo>
                  <a:pt x="580437" y="2607126"/>
                </a:lnTo>
                <a:lnTo>
                  <a:pt x="580672" y="2607260"/>
                </a:lnTo>
                <a:lnTo>
                  <a:pt x="580913" y="2607388"/>
                </a:lnTo>
                <a:lnTo>
                  <a:pt x="581160" y="2607509"/>
                </a:lnTo>
                <a:lnTo>
                  <a:pt x="581413" y="2607624"/>
                </a:lnTo>
                <a:lnTo>
                  <a:pt x="581672" y="2607732"/>
                </a:lnTo>
                <a:lnTo>
                  <a:pt x="581937" y="2607834"/>
                </a:lnTo>
                <a:lnTo>
                  <a:pt x="582208" y="2607944"/>
                </a:lnTo>
                <a:lnTo>
                  <a:pt x="582485" y="2608050"/>
                </a:lnTo>
                <a:lnTo>
                  <a:pt x="582769" y="2608151"/>
                </a:lnTo>
                <a:lnTo>
                  <a:pt x="583060" y="2608247"/>
                </a:lnTo>
                <a:lnTo>
                  <a:pt x="583356" y="2608339"/>
                </a:lnTo>
                <a:lnTo>
                  <a:pt x="583659" y="2608426"/>
                </a:lnTo>
                <a:lnTo>
                  <a:pt x="583969" y="2608508"/>
                </a:lnTo>
                <a:lnTo>
                  <a:pt x="584285" y="2608585"/>
                </a:lnTo>
                <a:lnTo>
                  <a:pt x="584608" y="2608658"/>
                </a:lnTo>
                <a:lnTo>
                  <a:pt x="584937" y="2608726"/>
                </a:lnTo>
                <a:lnTo>
                  <a:pt x="585272" y="2608790"/>
                </a:lnTo>
                <a:lnTo>
                  <a:pt x="585614" y="2608848"/>
                </a:lnTo>
                <a:lnTo>
                  <a:pt x="585963" y="2608903"/>
                </a:lnTo>
                <a:lnTo>
                  <a:pt x="586318" y="2608952"/>
                </a:lnTo>
                <a:lnTo>
                  <a:pt x="586679" y="2608996"/>
                </a:lnTo>
                <a:lnTo>
                  <a:pt x="587047" y="2609036"/>
                </a:lnTo>
                <a:lnTo>
                  <a:pt x="587421" y="2609072"/>
                </a:lnTo>
                <a:lnTo>
                  <a:pt x="587802" y="2609102"/>
                </a:lnTo>
                <a:lnTo>
                  <a:pt x="588189" y="2609128"/>
                </a:lnTo>
                <a:lnTo>
                  <a:pt x="588582" y="2609149"/>
                </a:lnTo>
                <a:lnTo>
                  <a:pt x="588982" y="2609165"/>
                </a:lnTo>
                <a:lnTo>
                  <a:pt x="589389" y="2609177"/>
                </a:lnTo>
                <a:lnTo>
                  <a:pt x="589802" y="2609184"/>
                </a:lnTo>
                <a:lnTo>
                  <a:pt x="590221" y="2609187"/>
                </a:lnTo>
                <a:lnTo>
                  <a:pt x="590517" y="2609185"/>
                </a:lnTo>
                <a:lnTo>
                  <a:pt x="590811" y="2609181"/>
                </a:lnTo>
                <a:lnTo>
                  <a:pt x="591104" y="2609173"/>
                </a:lnTo>
                <a:lnTo>
                  <a:pt x="591395" y="2609163"/>
                </a:lnTo>
                <a:lnTo>
                  <a:pt x="591686" y="2609150"/>
                </a:lnTo>
                <a:lnTo>
                  <a:pt x="591975" y="2609134"/>
                </a:lnTo>
                <a:lnTo>
                  <a:pt x="592264" y="2609115"/>
                </a:lnTo>
                <a:lnTo>
                  <a:pt x="592551" y="2609093"/>
                </a:lnTo>
                <a:lnTo>
                  <a:pt x="592837" y="2609068"/>
                </a:lnTo>
                <a:lnTo>
                  <a:pt x="593121" y="2609040"/>
                </a:lnTo>
                <a:lnTo>
                  <a:pt x="593405" y="2609009"/>
                </a:lnTo>
                <a:lnTo>
                  <a:pt x="593687" y="2608975"/>
                </a:lnTo>
                <a:lnTo>
                  <a:pt x="593968" y="2608939"/>
                </a:lnTo>
                <a:lnTo>
                  <a:pt x="594248" y="2608899"/>
                </a:lnTo>
                <a:lnTo>
                  <a:pt x="594527" y="2608856"/>
                </a:lnTo>
                <a:lnTo>
                  <a:pt x="594805" y="2608811"/>
                </a:lnTo>
                <a:lnTo>
                  <a:pt x="595081" y="2608762"/>
                </a:lnTo>
                <a:lnTo>
                  <a:pt x="595357" y="2608711"/>
                </a:lnTo>
                <a:lnTo>
                  <a:pt x="595631" y="2608657"/>
                </a:lnTo>
                <a:lnTo>
                  <a:pt x="595904" y="2608600"/>
                </a:lnTo>
                <a:lnTo>
                  <a:pt x="596176" y="2608539"/>
                </a:lnTo>
                <a:lnTo>
                  <a:pt x="596446" y="2608476"/>
                </a:lnTo>
                <a:lnTo>
                  <a:pt x="596716" y="2608410"/>
                </a:lnTo>
                <a:lnTo>
                  <a:pt x="596984" y="2608341"/>
                </a:lnTo>
                <a:lnTo>
                  <a:pt x="597250" y="2608270"/>
                </a:lnTo>
                <a:lnTo>
                  <a:pt x="597512" y="2608196"/>
                </a:lnTo>
                <a:lnTo>
                  <a:pt x="597771" y="2608119"/>
                </a:lnTo>
                <a:lnTo>
                  <a:pt x="598027" y="2608041"/>
                </a:lnTo>
                <a:lnTo>
                  <a:pt x="598278" y="2607960"/>
                </a:lnTo>
                <a:lnTo>
                  <a:pt x="598527" y="2607876"/>
                </a:lnTo>
                <a:lnTo>
                  <a:pt x="598772" y="2607791"/>
                </a:lnTo>
                <a:lnTo>
                  <a:pt x="599013" y="2607703"/>
                </a:lnTo>
                <a:lnTo>
                  <a:pt x="599251" y="2607612"/>
                </a:lnTo>
                <a:lnTo>
                  <a:pt x="599485" y="2607519"/>
                </a:lnTo>
                <a:lnTo>
                  <a:pt x="599716" y="2607424"/>
                </a:lnTo>
                <a:lnTo>
                  <a:pt x="599943" y="2607327"/>
                </a:lnTo>
                <a:lnTo>
                  <a:pt x="600166" y="2607227"/>
                </a:lnTo>
                <a:lnTo>
                  <a:pt x="600387" y="2607125"/>
                </a:lnTo>
                <a:lnTo>
                  <a:pt x="600603" y="2607020"/>
                </a:lnTo>
                <a:lnTo>
                  <a:pt x="600816" y="2606914"/>
                </a:lnTo>
                <a:lnTo>
                  <a:pt x="601026" y="2606804"/>
                </a:lnTo>
                <a:lnTo>
                  <a:pt x="601232" y="2606693"/>
                </a:lnTo>
                <a:lnTo>
                  <a:pt x="601434" y="2606579"/>
                </a:lnTo>
                <a:lnTo>
                  <a:pt x="601633" y="2606463"/>
                </a:lnTo>
                <a:lnTo>
                  <a:pt x="601829" y="2606344"/>
                </a:lnTo>
                <a:lnTo>
                  <a:pt x="602021" y="2606223"/>
                </a:lnTo>
                <a:lnTo>
                  <a:pt x="602209" y="2606100"/>
                </a:lnTo>
                <a:lnTo>
                  <a:pt x="602394" y="2605974"/>
                </a:lnTo>
                <a:lnTo>
                  <a:pt x="602394" y="2594985"/>
                </a:lnTo>
                <a:lnTo>
                  <a:pt x="602153" y="2595150"/>
                </a:lnTo>
                <a:lnTo>
                  <a:pt x="601908" y="2595309"/>
                </a:lnTo>
                <a:lnTo>
                  <a:pt x="601660" y="2595460"/>
                </a:lnTo>
                <a:lnTo>
                  <a:pt x="601408" y="2595605"/>
                </a:lnTo>
                <a:lnTo>
                  <a:pt x="601153" y="2595742"/>
                </a:lnTo>
                <a:lnTo>
                  <a:pt x="600894" y="2595873"/>
                </a:lnTo>
                <a:lnTo>
                  <a:pt x="600631" y="2595996"/>
                </a:lnTo>
                <a:lnTo>
                  <a:pt x="600365" y="2596112"/>
                </a:lnTo>
                <a:lnTo>
                  <a:pt x="600096" y="2596221"/>
                </a:lnTo>
                <a:lnTo>
                  <a:pt x="599823" y="2596323"/>
                </a:lnTo>
                <a:lnTo>
                  <a:pt x="599547" y="2596418"/>
                </a:lnTo>
                <a:lnTo>
                  <a:pt x="599266" y="2596507"/>
                </a:lnTo>
                <a:lnTo>
                  <a:pt x="598983" y="2596588"/>
                </a:lnTo>
                <a:lnTo>
                  <a:pt x="598696" y="2596661"/>
                </a:lnTo>
                <a:lnTo>
                  <a:pt x="598405" y="2596728"/>
                </a:lnTo>
                <a:lnTo>
                  <a:pt x="598111" y="2596788"/>
                </a:lnTo>
                <a:lnTo>
                  <a:pt x="597814" y="2596841"/>
                </a:lnTo>
                <a:lnTo>
                  <a:pt x="597512" y="2596887"/>
                </a:lnTo>
                <a:lnTo>
                  <a:pt x="597208" y="2596926"/>
                </a:lnTo>
                <a:lnTo>
                  <a:pt x="596900" y="2596957"/>
                </a:lnTo>
                <a:lnTo>
                  <a:pt x="596588" y="2596982"/>
                </a:lnTo>
                <a:lnTo>
                  <a:pt x="596273" y="2597000"/>
                </a:lnTo>
                <a:lnTo>
                  <a:pt x="595954" y="2597010"/>
                </a:lnTo>
                <a:lnTo>
                  <a:pt x="595632" y="2597014"/>
                </a:lnTo>
                <a:lnTo>
                  <a:pt x="595450" y="2597012"/>
                </a:lnTo>
                <a:lnTo>
                  <a:pt x="595271" y="2597005"/>
                </a:lnTo>
                <a:lnTo>
                  <a:pt x="595095" y="2596995"/>
                </a:lnTo>
                <a:lnTo>
                  <a:pt x="594922" y="2596981"/>
                </a:lnTo>
                <a:lnTo>
                  <a:pt x="594752" y="2596962"/>
                </a:lnTo>
                <a:lnTo>
                  <a:pt x="594585" y="2596940"/>
                </a:lnTo>
                <a:lnTo>
                  <a:pt x="594421" y="2596913"/>
                </a:lnTo>
                <a:lnTo>
                  <a:pt x="594260" y="2596882"/>
                </a:lnTo>
                <a:lnTo>
                  <a:pt x="594102" y="2596847"/>
                </a:lnTo>
                <a:lnTo>
                  <a:pt x="593947" y="2596808"/>
                </a:lnTo>
                <a:lnTo>
                  <a:pt x="593794" y="2596765"/>
                </a:lnTo>
                <a:lnTo>
                  <a:pt x="593645" y="2596718"/>
                </a:lnTo>
                <a:lnTo>
                  <a:pt x="593499" y="2596666"/>
                </a:lnTo>
                <a:lnTo>
                  <a:pt x="593355" y="2596611"/>
                </a:lnTo>
                <a:lnTo>
                  <a:pt x="593214" y="2596551"/>
                </a:lnTo>
                <a:lnTo>
                  <a:pt x="593077" y="2596488"/>
                </a:lnTo>
                <a:lnTo>
                  <a:pt x="592942" y="2596420"/>
                </a:lnTo>
                <a:lnTo>
                  <a:pt x="592810" y="2596348"/>
                </a:lnTo>
                <a:lnTo>
                  <a:pt x="592681" y="2596272"/>
                </a:lnTo>
                <a:lnTo>
                  <a:pt x="592555" y="2596192"/>
                </a:lnTo>
                <a:lnTo>
                  <a:pt x="592432" y="2596108"/>
                </a:lnTo>
                <a:lnTo>
                  <a:pt x="592312" y="2596019"/>
                </a:lnTo>
                <a:lnTo>
                  <a:pt x="592195" y="2595927"/>
                </a:lnTo>
                <a:lnTo>
                  <a:pt x="592081" y="2595830"/>
                </a:lnTo>
                <a:lnTo>
                  <a:pt x="591971" y="2595729"/>
                </a:lnTo>
                <a:lnTo>
                  <a:pt x="591865" y="2595622"/>
                </a:lnTo>
                <a:lnTo>
                  <a:pt x="591764" y="2595511"/>
                </a:lnTo>
                <a:lnTo>
                  <a:pt x="591668" y="2595394"/>
                </a:lnTo>
                <a:lnTo>
                  <a:pt x="591576" y="2595271"/>
                </a:lnTo>
                <a:lnTo>
                  <a:pt x="591489" y="2595143"/>
                </a:lnTo>
                <a:lnTo>
                  <a:pt x="591407" y="2595011"/>
                </a:lnTo>
                <a:lnTo>
                  <a:pt x="591330" y="2594872"/>
                </a:lnTo>
                <a:lnTo>
                  <a:pt x="591257" y="2594729"/>
                </a:lnTo>
                <a:lnTo>
                  <a:pt x="591189" y="2594580"/>
                </a:lnTo>
                <a:lnTo>
                  <a:pt x="591125" y="2594426"/>
                </a:lnTo>
                <a:lnTo>
                  <a:pt x="591067" y="2594266"/>
                </a:lnTo>
                <a:lnTo>
                  <a:pt x="591013" y="2594102"/>
                </a:lnTo>
                <a:lnTo>
                  <a:pt x="590963" y="2593932"/>
                </a:lnTo>
                <a:lnTo>
                  <a:pt x="590919" y="2593757"/>
                </a:lnTo>
                <a:lnTo>
                  <a:pt x="590879" y="2593576"/>
                </a:lnTo>
                <a:lnTo>
                  <a:pt x="590844" y="2593390"/>
                </a:lnTo>
                <a:lnTo>
                  <a:pt x="590813" y="2593199"/>
                </a:lnTo>
                <a:lnTo>
                  <a:pt x="590787" y="2593003"/>
                </a:lnTo>
                <a:lnTo>
                  <a:pt x="590766" y="2592801"/>
                </a:lnTo>
                <a:lnTo>
                  <a:pt x="590750" y="2592594"/>
                </a:lnTo>
                <a:lnTo>
                  <a:pt x="590738" y="2592382"/>
                </a:lnTo>
                <a:lnTo>
                  <a:pt x="590731" y="2592165"/>
                </a:lnTo>
                <a:lnTo>
                  <a:pt x="590728" y="2591942"/>
                </a:lnTo>
                <a:lnTo>
                  <a:pt x="590728" y="2546125"/>
                </a:lnTo>
                <a:lnTo>
                  <a:pt x="590713" y="2545009"/>
                </a:lnTo>
                <a:lnTo>
                  <a:pt x="590667" y="2543918"/>
                </a:lnTo>
                <a:lnTo>
                  <a:pt x="590591" y="2542851"/>
                </a:lnTo>
                <a:lnTo>
                  <a:pt x="590484" y="2541809"/>
                </a:lnTo>
                <a:lnTo>
                  <a:pt x="590347" y="2540790"/>
                </a:lnTo>
                <a:lnTo>
                  <a:pt x="590179" y="2539795"/>
                </a:lnTo>
                <a:lnTo>
                  <a:pt x="589981" y="2538824"/>
                </a:lnTo>
                <a:lnTo>
                  <a:pt x="589752" y="2537878"/>
                </a:lnTo>
                <a:lnTo>
                  <a:pt x="589492" y="2536955"/>
                </a:lnTo>
                <a:lnTo>
                  <a:pt x="589202" y="2536057"/>
                </a:lnTo>
                <a:lnTo>
                  <a:pt x="588882" y="2535182"/>
                </a:lnTo>
                <a:lnTo>
                  <a:pt x="588531" y="2534332"/>
                </a:lnTo>
                <a:lnTo>
                  <a:pt x="588149" y="2533506"/>
                </a:lnTo>
                <a:lnTo>
                  <a:pt x="587737" y="2532704"/>
                </a:lnTo>
                <a:lnTo>
                  <a:pt x="587294" y="2531926"/>
                </a:lnTo>
                <a:lnTo>
                  <a:pt x="586821" y="2531172"/>
                </a:lnTo>
                <a:lnTo>
                  <a:pt x="586318" y="2530442"/>
                </a:lnTo>
                <a:lnTo>
                  <a:pt x="585783" y="2529736"/>
                </a:lnTo>
                <a:lnTo>
                  <a:pt x="585219" y="2529054"/>
                </a:lnTo>
                <a:lnTo>
                  <a:pt x="584623" y="2528396"/>
                </a:lnTo>
                <a:lnTo>
                  <a:pt x="583998" y="2527762"/>
                </a:lnTo>
                <a:lnTo>
                  <a:pt x="583341" y="2527153"/>
                </a:lnTo>
                <a:lnTo>
                  <a:pt x="582654" y="2526567"/>
                </a:lnTo>
                <a:lnTo>
                  <a:pt x="581937" y="2526006"/>
                </a:lnTo>
                <a:lnTo>
                  <a:pt x="581204" y="2525468"/>
                </a:lnTo>
                <a:lnTo>
                  <a:pt x="580441" y="2524953"/>
                </a:lnTo>
                <a:lnTo>
                  <a:pt x="579649" y="2524460"/>
                </a:lnTo>
                <a:lnTo>
                  <a:pt x="578828" y="2523991"/>
                </a:lnTo>
                <a:lnTo>
                  <a:pt x="577977" y="2523545"/>
                </a:lnTo>
                <a:lnTo>
                  <a:pt x="577097" y="2523121"/>
                </a:lnTo>
                <a:lnTo>
                  <a:pt x="576188" y="2522720"/>
                </a:lnTo>
                <a:lnTo>
                  <a:pt x="575249" y="2522343"/>
                </a:lnTo>
                <a:lnTo>
                  <a:pt x="574281" y="2521988"/>
                </a:lnTo>
                <a:lnTo>
                  <a:pt x="573284" y="2521656"/>
                </a:lnTo>
                <a:lnTo>
                  <a:pt x="572257" y="2521347"/>
                </a:lnTo>
                <a:lnTo>
                  <a:pt x="571201" y="2521060"/>
                </a:lnTo>
                <a:lnTo>
                  <a:pt x="570116" y="2520797"/>
                </a:lnTo>
                <a:lnTo>
                  <a:pt x="569001" y="2520557"/>
                </a:lnTo>
                <a:lnTo>
                  <a:pt x="567857" y="2520339"/>
                </a:lnTo>
                <a:lnTo>
                  <a:pt x="566683" y="2520145"/>
                </a:lnTo>
                <a:lnTo>
                  <a:pt x="565481" y="2519973"/>
                </a:lnTo>
                <a:lnTo>
                  <a:pt x="564248" y="2519824"/>
                </a:lnTo>
                <a:lnTo>
                  <a:pt x="562987" y="2519698"/>
                </a:lnTo>
                <a:lnTo>
                  <a:pt x="561696" y="2519595"/>
                </a:lnTo>
                <a:lnTo>
                  <a:pt x="560376" y="2519515"/>
                </a:lnTo>
                <a:lnTo>
                  <a:pt x="559026" y="2519458"/>
                </a:lnTo>
                <a:lnTo>
                  <a:pt x="557647" y="2519423"/>
                </a:lnTo>
                <a:lnTo>
                  <a:pt x="556239" y="2519412"/>
                </a:lnTo>
                <a:lnTo>
                  <a:pt x="554912" y="2519423"/>
                </a:lnTo>
                <a:lnTo>
                  <a:pt x="553607" y="2519458"/>
                </a:lnTo>
                <a:lnTo>
                  <a:pt x="552324" y="2519515"/>
                </a:lnTo>
                <a:lnTo>
                  <a:pt x="551064" y="2519595"/>
                </a:lnTo>
                <a:lnTo>
                  <a:pt x="549825" y="2519698"/>
                </a:lnTo>
                <a:lnTo>
                  <a:pt x="548610" y="2519824"/>
                </a:lnTo>
                <a:lnTo>
                  <a:pt x="547416" y="2519973"/>
                </a:lnTo>
                <a:lnTo>
                  <a:pt x="546245" y="2520145"/>
                </a:lnTo>
                <a:lnTo>
                  <a:pt x="545096" y="2520339"/>
                </a:lnTo>
                <a:lnTo>
                  <a:pt x="543970" y="2520557"/>
                </a:lnTo>
                <a:lnTo>
                  <a:pt x="542866" y="2520797"/>
                </a:lnTo>
                <a:lnTo>
                  <a:pt x="541784" y="2521060"/>
                </a:lnTo>
                <a:lnTo>
                  <a:pt x="540724" y="2521347"/>
                </a:lnTo>
                <a:lnTo>
                  <a:pt x="539687" y="2521656"/>
                </a:lnTo>
                <a:lnTo>
                  <a:pt x="538672" y="2521988"/>
                </a:lnTo>
                <a:lnTo>
                  <a:pt x="537679" y="2522343"/>
                </a:lnTo>
                <a:lnTo>
                  <a:pt x="536709" y="2522720"/>
                </a:lnTo>
                <a:lnTo>
                  <a:pt x="535761" y="2523121"/>
                </a:lnTo>
                <a:lnTo>
                  <a:pt x="534835" y="2523545"/>
                </a:lnTo>
                <a:lnTo>
                  <a:pt x="533931" y="2523991"/>
                </a:lnTo>
                <a:lnTo>
                  <a:pt x="533050" y="2524460"/>
                </a:lnTo>
                <a:lnTo>
                  <a:pt x="532191" y="2524953"/>
                </a:lnTo>
                <a:lnTo>
                  <a:pt x="531355" y="2525468"/>
                </a:lnTo>
                <a:lnTo>
                  <a:pt x="530541" y="2526006"/>
                </a:lnTo>
                <a:lnTo>
                  <a:pt x="529768" y="2526563"/>
                </a:lnTo>
                <a:lnTo>
                  <a:pt x="529028" y="2527136"/>
                </a:lnTo>
                <a:lnTo>
                  <a:pt x="528322" y="2527725"/>
                </a:lnTo>
                <a:lnTo>
                  <a:pt x="527648" y="2528330"/>
                </a:lnTo>
                <a:lnTo>
                  <a:pt x="527007" y="2528951"/>
                </a:lnTo>
                <a:lnTo>
                  <a:pt x="526399" y="2529588"/>
                </a:lnTo>
                <a:lnTo>
                  <a:pt x="525823" y="2530240"/>
                </a:lnTo>
                <a:lnTo>
                  <a:pt x="525281" y="2530909"/>
                </a:lnTo>
                <a:lnTo>
                  <a:pt x="524771" y="2531593"/>
                </a:lnTo>
                <a:lnTo>
                  <a:pt x="524295" y="2532293"/>
                </a:lnTo>
                <a:lnTo>
                  <a:pt x="523851" y="2533009"/>
                </a:lnTo>
                <a:lnTo>
                  <a:pt x="523440" y="2533740"/>
                </a:lnTo>
                <a:lnTo>
                  <a:pt x="523062" y="2534488"/>
                </a:lnTo>
                <a:lnTo>
                  <a:pt x="522717" y="2535251"/>
                </a:lnTo>
                <a:lnTo>
                  <a:pt x="522404" y="2536031"/>
                </a:lnTo>
                <a:lnTo>
                  <a:pt x="522125" y="2536826"/>
                </a:lnTo>
                <a:lnTo>
                  <a:pt x="521878" y="2537637"/>
                </a:lnTo>
                <a:lnTo>
                  <a:pt x="521665" y="2538464"/>
                </a:lnTo>
                <a:lnTo>
                  <a:pt x="521484" y="2539306"/>
                </a:lnTo>
                <a:lnTo>
                  <a:pt x="521336" y="2540165"/>
                </a:lnTo>
                <a:lnTo>
                  <a:pt x="521221" y="2541039"/>
                </a:lnTo>
                <a:lnTo>
                  <a:pt x="521139" y="2541930"/>
                </a:lnTo>
                <a:lnTo>
                  <a:pt x="521089" y="2542836"/>
                </a:lnTo>
                <a:lnTo>
                  <a:pt x="521073" y="2543758"/>
                </a:lnTo>
                <a:lnTo>
                  <a:pt x="521072" y="2543785"/>
                </a:lnTo>
                <a:lnTo>
                  <a:pt x="521072" y="2543809"/>
                </a:lnTo>
                <a:lnTo>
                  <a:pt x="521070" y="2543832"/>
                </a:lnTo>
                <a:lnTo>
                  <a:pt x="521068" y="2543852"/>
                </a:lnTo>
                <a:lnTo>
                  <a:pt x="521065" y="2543869"/>
                </a:lnTo>
                <a:lnTo>
                  <a:pt x="521062" y="2543884"/>
                </a:lnTo>
                <a:lnTo>
                  <a:pt x="521058" y="2543897"/>
                </a:lnTo>
                <a:lnTo>
                  <a:pt x="521054" y="2543908"/>
                </a:lnTo>
                <a:lnTo>
                  <a:pt x="521049" y="2543916"/>
                </a:lnTo>
                <a:lnTo>
                  <a:pt x="521043" y="2543922"/>
                </a:lnTo>
                <a:lnTo>
                  <a:pt x="521037" y="2543925"/>
                </a:lnTo>
                <a:lnTo>
                  <a:pt x="521031" y="2543927"/>
                </a:lnTo>
                <a:lnTo>
                  <a:pt x="521023" y="2543925"/>
                </a:lnTo>
                <a:lnTo>
                  <a:pt x="521015" y="2543922"/>
                </a:lnTo>
                <a:lnTo>
                  <a:pt x="521007" y="2543916"/>
                </a:lnTo>
                <a:lnTo>
                  <a:pt x="520998" y="2543908"/>
                </a:lnTo>
                <a:lnTo>
                  <a:pt x="520988" y="2543897"/>
                </a:lnTo>
                <a:lnTo>
                  <a:pt x="520978" y="2543884"/>
                </a:lnTo>
                <a:lnTo>
                  <a:pt x="520967" y="2543869"/>
                </a:lnTo>
                <a:lnTo>
                  <a:pt x="520955" y="2543852"/>
                </a:lnTo>
                <a:lnTo>
                  <a:pt x="520943" y="2543832"/>
                </a:lnTo>
                <a:lnTo>
                  <a:pt x="520931" y="2543809"/>
                </a:lnTo>
                <a:lnTo>
                  <a:pt x="520918" y="2543785"/>
                </a:lnTo>
                <a:lnTo>
                  <a:pt x="520904" y="2543758"/>
                </a:lnTo>
                <a:lnTo>
                  <a:pt x="520904" y="2543730"/>
                </a:lnTo>
                <a:lnTo>
                  <a:pt x="520904" y="2543702"/>
                </a:lnTo>
                <a:lnTo>
                  <a:pt x="520904" y="2543702"/>
                </a:lnTo>
                <a:lnTo>
                  <a:pt x="520904" y="2543731"/>
                </a:lnTo>
                <a:lnTo>
                  <a:pt x="520904" y="2543793"/>
                </a:lnTo>
                <a:lnTo>
                  <a:pt x="520904" y="2543858"/>
                </a:lnTo>
                <a:lnTo>
                  <a:pt x="520904" y="2543927"/>
                </a:lnTo>
                <a:lnTo>
                  <a:pt x="520918" y="2544000"/>
                </a:lnTo>
                <a:lnTo>
                  <a:pt x="520933" y="2544080"/>
                </a:lnTo>
                <a:lnTo>
                  <a:pt x="520949" y="2544167"/>
                </a:lnTo>
                <a:lnTo>
                  <a:pt x="520965" y="2544260"/>
                </a:lnTo>
                <a:close/>
                <a:moveTo>
                  <a:pt x="546114" y="2596807"/>
                </a:moveTo>
                <a:lnTo>
                  <a:pt x="545548" y="2596707"/>
                </a:lnTo>
                <a:lnTo>
                  <a:pt x="544997" y="2596596"/>
                </a:lnTo>
                <a:lnTo>
                  <a:pt x="544461" y="2596472"/>
                </a:lnTo>
                <a:lnTo>
                  <a:pt x="543939" y="2596337"/>
                </a:lnTo>
                <a:lnTo>
                  <a:pt x="543432" y="2596191"/>
                </a:lnTo>
                <a:lnTo>
                  <a:pt x="542940" y="2596032"/>
                </a:lnTo>
                <a:lnTo>
                  <a:pt x="542463" y="2595862"/>
                </a:lnTo>
                <a:lnTo>
                  <a:pt x="542000" y="2595680"/>
                </a:lnTo>
                <a:lnTo>
                  <a:pt x="541551" y="2595486"/>
                </a:lnTo>
                <a:lnTo>
                  <a:pt x="541118" y="2595281"/>
                </a:lnTo>
                <a:lnTo>
                  <a:pt x="540699" y="2595064"/>
                </a:lnTo>
                <a:lnTo>
                  <a:pt x="540295" y="2594835"/>
                </a:lnTo>
                <a:lnTo>
                  <a:pt x="539905" y="2594594"/>
                </a:lnTo>
                <a:lnTo>
                  <a:pt x="539531" y="2594342"/>
                </a:lnTo>
                <a:lnTo>
                  <a:pt x="539170" y="2594077"/>
                </a:lnTo>
                <a:lnTo>
                  <a:pt x="538825" y="2593801"/>
                </a:lnTo>
                <a:lnTo>
                  <a:pt x="538508" y="2593514"/>
                </a:lnTo>
                <a:lnTo>
                  <a:pt x="538204" y="2593214"/>
                </a:lnTo>
                <a:lnTo>
                  <a:pt x="537914" y="2592903"/>
                </a:lnTo>
                <a:lnTo>
                  <a:pt x="537637" y="2592580"/>
                </a:lnTo>
                <a:lnTo>
                  <a:pt x="537374" y="2592246"/>
                </a:lnTo>
                <a:lnTo>
                  <a:pt x="537124" y="2591899"/>
                </a:lnTo>
                <a:lnTo>
                  <a:pt x="536887" y="2591541"/>
                </a:lnTo>
                <a:lnTo>
                  <a:pt x="536665" y="2591172"/>
                </a:lnTo>
                <a:lnTo>
                  <a:pt x="536455" y="2590790"/>
                </a:lnTo>
                <a:lnTo>
                  <a:pt x="536260" y="2590397"/>
                </a:lnTo>
                <a:lnTo>
                  <a:pt x="536077" y="2589992"/>
                </a:lnTo>
                <a:lnTo>
                  <a:pt x="535909" y="2589575"/>
                </a:lnTo>
                <a:lnTo>
                  <a:pt x="535753" y="2589146"/>
                </a:lnTo>
                <a:lnTo>
                  <a:pt x="535612" y="2588706"/>
                </a:lnTo>
                <a:lnTo>
                  <a:pt x="535483" y="2588254"/>
                </a:lnTo>
                <a:lnTo>
                  <a:pt x="535368" y="2587790"/>
                </a:lnTo>
                <a:lnTo>
                  <a:pt x="535267" y="2587315"/>
                </a:lnTo>
                <a:lnTo>
                  <a:pt x="535179" y="2586828"/>
                </a:lnTo>
                <a:lnTo>
                  <a:pt x="535105" y="2586329"/>
                </a:lnTo>
                <a:lnTo>
                  <a:pt x="535044" y="2585818"/>
                </a:lnTo>
                <a:lnTo>
                  <a:pt x="534997" y="2585295"/>
                </a:lnTo>
                <a:lnTo>
                  <a:pt x="534963" y="2584761"/>
                </a:lnTo>
                <a:lnTo>
                  <a:pt x="534943" y="2584215"/>
                </a:lnTo>
                <a:lnTo>
                  <a:pt x="534936" y="2583658"/>
                </a:lnTo>
                <a:lnTo>
                  <a:pt x="534943" y="2583113"/>
                </a:lnTo>
                <a:lnTo>
                  <a:pt x="534961" y="2582580"/>
                </a:lnTo>
                <a:lnTo>
                  <a:pt x="534992" y="2582057"/>
                </a:lnTo>
                <a:lnTo>
                  <a:pt x="535035" y="2581544"/>
                </a:lnTo>
                <a:lnTo>
                  <a:pt x="535091" y="2581042"/>
                </a:lnTo>
                <a:lnTo>
                  <a:pt x="535158" y="2580551"/>
                </a:lnTo>
                <a:lnTo>
                  <a:pt x="535238" y="2580070"/>
                </a:lnTo>
                <a:lnTo>
                  <a:pt x="535331" y="2579600"/>
                </a:lnTo>
                <a:lnTo>
                  <a:pt x="535436" y="2579140"/>
                </a:lnTo>
                <a:lnTo>
                  <a:pt x="535553" y="2578691"/>
                </a:lnTo>
                <a:lnTo>
                  <a:pt x="535682" y="2578253"/>
                </a:lnTo>
                <a:lnTo>
                  <a:pt x="535824" y="2577825"/>
                </a:lnTo>
                <a:lnTo>
                  <a:pt x="535978" y="2577407"/>
                </a:lnTo>
                <a:lnTo>
                  <a:pt x="536145" y="2577000"/>
                </a:lnTo>
                <a:lnTo>
                  <a:pt x="536323" y="2576604"/>
                </a:lnTo>
                <a:lnTo>
                  <a:pt x="536514" y="2576218"/>
                </a:lnTo>
                <a:lnTo>
                  <a:pt x="536718" y="2575843"/>
                </a:lnTo>
                <a:lnTo>
                  <a:pt x="536933" y="2575479"/>
                </a:lnTo>
                <a:lnTo>
                  <a:pt x="537162" y="2575125"/>
                </a:lnTo>
                <a:lnTo>
                  <a:pt x="537402" y="2574781"/>
                </a:lnTo>
                <a:lnTo>
                  <a:pt x="537655" y="2574449"/>
                </a:lnTo>
                <a:lnTo>
                  <a:pt x="537920" y="2574126"/>
                </a:lnTo>
                <a:lnTo>
                  <a:pt x="538197" y="2573815"/>
                </a:lnTo>
                <a:lnTo>
                  <a:pt x="538487" y="2573513"/>
                </a:lnTo>
                <a:lnTo>
                  <a:pt x="538805" y="2573207"/>
                </a:lnTo>
                <a:lnTo>
                  <a:pt x="539139" y="2572909"/>
                </a:lnTo>
                <a:lnTo>
                  <a:pt x="539491" y="2572618"/>
                </a:lnTo>
                <a:lnTo>
                  <a:pt x="539858" y="2572335"/>
                </a:lnTo>
                <a:lnTo>
                  <a:pt x="540242" y="2572059"/>
                </a:lnTo>
                <a:lnTo>
                  <a:pt x="540642" y="2571791"/>
                </a:lnTo>
                <a:lnTo>
                  <a:pt x="541059" y="2571531"/>
                </a:lnTo>
                <a:lnTo>
                  <a:pt x="541492" y="2571278"/>
                </a:lnTo>
                <a:lnTo>
                  <a:pt x="541942" y="2571033"/>
                </a:lnTo>
                <a:lnTo>
                  <a:pt x="542408" y="2570795"/>
                </a:lnTo>
                <a:lnTo>
                  <a:pt x="542891" y="2570566"/>
                </a:lnTo>
                <a:lnTo>
                  <a:pt x="543390" y="2570343"/>
                </a:lnTo>
                <a:lnTo>
                  <a:pt x="543905" y="2570129"/>
                </a:lnTo>
                <a:lnTo>
                  <a:pt x="544437" y="2569922"/>
                </a:lnTo>
                <a:lnTo>
                  <a:pt x="544985" y="2569723"/>
                </a:lnTo>
                <a:lnTo>
                  <a:pt x="545550" y="2569531"/>
                </a:lnTo>
                <a:lnTo>
                  <a:pt x="546131" y="2569347"/>
                </a:lnTo>
                <a:lnTo>
                  <a:pt x="546729" y="2569171"/>
                </a:lnTo>
                <a:lnTo>
                  <a:pt x="547343" y="2569002"/>
                </a:lnTo>
                <a:lnTo>
                  <a:pt x="547973" y="2568841"/>
                </a:lnTo>
                <a:lnTo>
                  <a:pt x="548620" y="2568687"/>
                </a:lnTo>
                <a:lnTo>
                  <a:pt x="549284" y="2568541"/>
                </a:lnTo>
                <a:lnTo>
                  <a:pt x="549963" y="2568403"/>
                </a:lnTo>
                <a:lnTo>
                  <a:pt x="550660" y="2568272"/>
                </a:lnTo>
                <a:lnTo>
                  <a:pt x="551389" y="2568134"/>
                </a:lnTo>
                <a:lnTo>
                  <a:pt x="552138" y="2568002"/>
                </a:lnTo>
                <a:lnTo>
                  <a:pt x="552908" y="2567876"/>
                </a:lnTo>
                <a:lnTo>
                  <a:pt x="553698" y="2567756"/>
                </a:lnTo>
                <a:lnTo>
                  <a:pt x="554509" y="2567641"/>
                </a:lnTo>
                <a:lnTo>
                  <a:pt x="555341" y="2567533"/>
                </a:lnTo>
                <a:lnTo>
                  <a:pt x="556193" y="2567430"/>
                </a:lnTo>
                <a:lnTo>
                  <a:pt x="557065" y="2567333"/>
                </a:lnTo>
                <a:lnTo>
                  <a:pt x="557959" y="2567242"/>
                </a:lnTo>
                <a:lnTo>
                  <a:pt x="558872" y="2567157"/>
                </a:lnTo>
                <a:lnTo>
                  <a:pt x="559807" y="2567078"/>
                </a:lnTo>
                <a:lnTo>
                  <a:pt x="560761" y="2567004"/>
                </a:lnTo>
                <a:lnTo>
                  <a:pt x="561737" y="2566937"/>
                </a:lnTo>
                <a:lnTo>
                  <a:pt x="562733" y="2566875"/>
                </a:lnTo>
                <a:lnTo>
                  <a:pt x="563749" y="2566819"/>
                </a:lnTo>
                <a:lnTo>
                  <a:pt x="564786" y="2566770"/>
                </a:lnTo>
                <a:lnTo>
                  <a:pt x="565844" y="2566726"/>
                </a:lnTo>
                <a:lnTo>
                  <a:pt x="566922" y="2566687"/>
                </a:lnTo>
                <a:lnTo>
                  <a:pt x="568020" y="2566655"/>
                </a:lnTo>
                <a:lnTo>
                  <a:pt x="569140" y="2566629"/>
                </a:lnTo>
                <a:lnTo>
                  <a:pt x="570279" y="2566608"/>
                </a:lnTo>
                <a:lnTo>
                  <a:pt x="571440" y="2566593"/>
                </a:lnTo>
                <a:lnTo>
                  <a:pt x="572620" y="2566585"/>
                </a:lnTo>
                <a:lnTo>
                  <a:pt x="573822" y="2566582"/>
                </a:lnTo>
                <a:lnTo>
                  <a:pt x="573822" y="2571823"/>
                </a:lnTo>
                <a:lnTo>
                  <a:pt x="573817" y="2572412"/>
                </a:lnTo>
                <a:lnTo>
                  <a:pt x="573804" y="2572997"/>
                </a:lnTo>
                <a:lnTo>
                  <a:pt x="573782" y="2573577"/>
                </a:lnTo>
                <a:lnTo>
                  <a:pt x="573751" y="2574152"/>
                </a:lnTo>
                <a:lnTo>
                  <a:pt x="573712" y="2574723"/>
                </a:lnTo>
                <a:lnTo>
                  <a:pt x="573663" y="2575289"/>
                </a:lnTo>
                <a:lnTo>
                  <a:pt x="573606" y="2575850"/>
                </a:lnTo>
                <a:lnTo>
                  <a:pt x="573540" y="2576406"/>
                </a:lnTo>
                <a:lnTo>
                  <a:pt x="573465" y="2576958"/>
                </a:lnTo>
                <a:lnTo>
                  <a:pt x="573382" y="2577505"/>
                </a:lnTo>
                <a:lnTo>
                  <a:pt x="573289" y="2578048"/>
                </a:lnTo>
                <a:lnTo>
                  <a:pt x="573188" y="2578585"/>
                </a:lnTo>
                <a:lnTo>
                  <a:pt x="573078" y="2579118"/>
                </a:lnTo>
                <a:lnTo>
                  <a:pt x="572959" y="2579647"/>
                </a:lnTo>
                <a:lnTo>
                  <a:pt x="572831" y="2580170"/>
                </a:lnTo>
                <a:lnTo>
                  <a:pt x="572695" y="2580689"/>
                </a:lnTo>
                <a:lnTo>
                  <a:pt x="572549" y="2581204"/>
                </a:lnTo>
                <a:lnTo>
                  <a:pt x="572395" y="2581713"/>
                </a:lnTo>
                <a:lnTo>
                  <a:pt x="572232" y="2582218"/>
                </a:lnTo>
                <a:lnTo>
                  <a:pt x="572061" y="2582718"/>
                </a:lnTo>
                <a:lnTo>
                  <a:pt x="571880" y="2583214"/>
                </a:lnTo>
                <a:lnTo>
                  <a:pt x="571691" y="2583704"/>
                </a:lnTo>
                <a:lnTo>
                  <a:pt x="571493" y="2584190"/>
                </a:lnTo>
                <a:lnTo>
                  <a:pt x="571286" y="2584672"/>
                </a:lnTo>
                <a:lnTo>
                  <a:pt x="571084" y="2585147"/>
                </a:lnTo>
                <a:lnTo>
                  <a:pt x="570873" y="2585613"/>
                </a:lnTo>
                <a:lnTo>
                  <a:pt x="570652" y="2586072"/>
                </a:lnTo>
                <a:lnTo>
                  <a:pt x="570422" y="2586522"/>
                </a:lnTo>
                <a:lnTo>
                  <a:pt x="570182" y="2586964"/>
                </a:lnTo>
                <a:lnTo>
                  <a:pt x="569933" y="2587398"/>
                </a:lnTo>
                <a:lnTo>
                  <a:pt x="569675" y="2587824"/>
                </a:lnTo>
                <a:lnTo>
                  <a:pt x="569407" y="2588241"/>
                </a:lnTo>
                <a:lnTo>
                  <a:pt x="569130" y="2588650"/>
                </a:lnTo>
                <a:lnTo>
                  <a:pt x="568844" y="2589051"/>
                </a:lnTo>
                <a:lnTo>
                  <a:pt x="568548" y="2589444"/>
                </a:lnTo>
                <a:lnTo>
                  <a:pt x="568243" y="2589828"/>
                </a:lnTo>
                <a:lnTo>
                  <a:pt x="567928" y="2590205"/>
                </a:lnTo>
                <a:lnTo>
                  <a:pt x="567604" y="2590573"/>
                </a:lnTo>
                <a:lnTo>
                  <a:pt x="567271" y="2590933"/>
                </a:lnTo>
                <a:lnTo>
                  <a:pt x="566928" y="2591284"/>
                </a:lnTo>
                <a:lnTo>
                  <a:pt x="566575" y="2591628"/>
                </a:lnTo>
                <a:lnTo>
                  <a:pt x="566214" y="2591963"/>
                </a:lnTo>
                <a:lnTo>
                  <a:pt x="565843" y="2592290"/>
                </a:lnTo>
                <a:lnTo>
                  <a:pt x="565462" y="2592609"/>
                </a:lnTo>
                <a:lnTo>
                  <a:pt x="565073" y="2592919"/>
                </a:lnTo>
                <a:lnTo>
                  <a:pt x="564673" y="2593221"/>
                </a:lnTo>
                <a:lnTo>
                  <a:pt x="564265" y="2593516"/>
                </a:lnTo>
                <a:lnTo>
                  <a:pt x="563847" y="2593801"/>
                </a:lnTo>
                <a:lnTo>
                  <a:pt x="563433" y="2594077"/>
                </a:lnTo>
                <a:lnTo>
                  <a:pt x="563010" y="2594342"/>
                </a:lnTo>
                <a:lnTo>
                  <a:pt x="562576" y="2594594"/>
                </a:lnTo>
                <a:lnTo>
                  <a:pt x="562133" y="2594835"/>
                </a:lnTo>
                <a:lnTo>
                  <a:pt x="561679" y="2595064"/>
                </a:lnTo>
                <a:lnTo>
                  <a:pt x="561216" y="2595281"/>
                </a:lnTo>
                <a:lnTo>
                  <a:pt x="560742" y="2595486"/>
                </a:lnTo>
                <a:lnTo>
                  <a:pt x="560259" y="2595680"/>
                </a:lnTo>
                <a:lnTo>
                  <a:pt x="559765" y="2595862"/>
                </a:lnTo>
                <a:lnTo>
                  <a:pt x="559262" y="2596032"/>
                </a:lnTo>
                <a:lnTo>
                  <a:pt x="558749" y="2596191"/>
                </a:lnTo>
                <a:lnTo>
                  <a:pt x="558225" y="2596337"/>
                </a:lnTo>
                <a:lnTo>
                  <a:pt x="557692" y="2596472"/>
                </a:lnTo>
                <a:lnTo>
                  <a:pt x="557149" y="2596596"/>
                </a:lnTo>
                <a:lnTo>
                  <a:pt x="556595" y="2596707"/>
                </a:lnTo>
                <a:lnTo>
                  <a:pt x="556032" y="2596807"/>
                </a:lnTo>
                <a:lnTo>
                  <a:pt x="555459" y="2596895"/>
                </a:lnTo>
                <a:lnTo>
                  <a:pt x="554876" y="2596972"/>
                </a:lnTo>
                <a:lnTo>
                  <a:pt x="554282" y="2597036"/>
                </a:lnTo>
                <a:lnTo>
                  <a:pt x="553679" y="2597089"/>
                </a:lnTo>
                <a:lnTo>
                  <a:pt x="553066" y="2597130"/>
                </a:lnTo>
                <a:lnTo>
                  <a:pt x="552443" y="2597159"/>
                </a:lnTo>
                <a:lnTo>
                  <a:pt x="551810" y="2597177"/>
                </a:lnTo>
                <a:lnTo>
                  <a:pt x="551167" y="2597183"/>
                </a:lnTo>
                <a:lnTo>
                  <a:pt x="550484" y="2597177"/>
                </a:lnTo>
                <a:lnTo>
                  <a:pt x="549815" y="2597159"/>
                </a:lnTo>
                <a:lnTo>
                  <a:pt x="549162" y="2597130"/>
                </a:lnTo>
                <a:lnTo>
                  <a:pt x="548523" y="2597089"/>
                </a:lnTo>
                <a:lnTo>
                  <a:pt x="547898" y="2597036"/>
                </a:lnTo>
                <a:lnTo>
                  <a:pt x="547289" y="2596972"/>
                </a:lnTo>
                <a:lnTo>
                  <a:pt x="546694" y="2596895"/>
                </a:lnTo>
                <a:lnTo>
                  <a:pt x="546114" y="2596807"/>
                </a:lnTo>
                <a:close/>
                <a:moveTo>
                  <a:pt x="665118" y="2608841"/>
                </a:moveTo>
                <a:lnTo>
                  <a:pt x="665916" y="2608736"/>
                </a:lnTo>
                <a:lnTo>
                  <a:pt x="666706" y="2608616"/>
                </a:lnTo>
                <a:lnTo>
                  <a:pt x="667487" y="2608482"/>
                </a:lnTo>
                <a:lnTo>
                  <a:pt x="668260" y="2608334"/>
                </a:lnTo>
                <a:lnTo>
                  <a:pt x="669025" y="2608172"/>
                </a:lnTo>
                <a:lnTo>
                  <a:pt x="669782" y="2607996"/>
                </a:lnTo>
                <a:lnTo>
                  <a:pt x="670530" y="2607806"/>
                </a:lnTo>
                <a:lnTo>
                  <a:pt x="671271" y="2607602"/>
                </a:lnTo>
                <a:lnTo>
                  <a:pt x="672003" y="2607383"/>
                </a:lnTo>
                <a:lnTo>
                  <a:pt x="672726" y="2607151"/>
                </a:lnTo>
                <a:lnTo>
                  <a:pt x="673442" y="2606904"/>
                </a:lnTo>
                <a:lnTo>
                  <a:pt x="674149" y="2606644"/>
                </a:lnTo>
                <a:lnTo>
                  <a:pt x="674849" y="2606369"/>
                </a:lnTo>
                <a:lnTo>
                  <a:pt x="675539" y="2606080"/>
                </a:lnTo>
                <a:lnTo>
                  <a:pt x="676222" y="2605777"/>
                </a:lnTo>
                <a:lnTo>
                  <a:pt x="676897" y="2605460"/>
                </a:lnTo>
                <a:lnTo>
                  <a:pt x="677563" y="2605129"/>
                </a:lnTo>
                <a:lnTo>
                  <a:pt x="678233" y="2604770"/>
                </a:lnTo>
                <a:lnTo>
                  <a:pt x="678891" y="2604399"/>
                </a:lnTo>
                <a:lnTo>
                  <a:pt x="679536" y="2604014"/>
                </a:lnTo>
                <a:lnTo>
                  <a:pt x="680169" y="2603617"/>
                </a:lnTo>
                <a:lnTo>
                  <a:pt x="680790" y="2603206"/>
                </a:lnTo>
                <a:lnTo>
                  <a:pt x="681399" y="2602783"/>
                </a:lnTo>
                <a:lnTo>
                  <a:pt x="681995" y="2602347"/>
                </a:lnTo>
                <a:lnTo>
                  <a:pt x="682579" y="2601898"/>
                </a:lnTo>
                <a:lnTo>
                  <a:pt x="683150" y="2601436"/>
                </a:lnTo>
                <a:lnTo>
                  <a:pt x="683709" y="2600961"/>
                </a:lnTo>
                <a:lnTo>
                  <a:pt x="684256" y="2600473"/>
                </a:lnTo>
                <a:lnTo>
                  <a:pt x="684791" y="2599972"/>
                </a:lnTo>
                <a:lnTo>
                  <a:pt x="685313" y="2599459"/>
                </a:lnTo>
                <a:lnTo>
                  <a:pt x="685823" y="2598932"/>
                </a:lnTo>
                <a:lnTo>
                  <a:pt x="686320" y="2598393"/>
                </a:lnTo>
                <a:lnTo>
                  <a:pt x="686805" y="2597840"/>
                </a:lnTo>
                <a:lnTo>
                  <a:pt x="687278" y="2597275"/>
                </a:lnTo>
                <a:lnTo>
                  <a:pt x="687739" y="2596697"/>
                </a:lnTo>
                <a:lnTo>
                  <a:pt x="688187" y="2596106"/>
                </a:lnTo>
                <a:lnTo>
                  <a:pt x="688623" y="2595502"/>
                </a:lnTo>
                <a:lnTo>
                  <a:pt x="689046" y="2594885"/>
                </a:lnTo>
                <a:lnTo>
                  <a:pt x="689458" y="2594255"/>
                </a:lnTo>
                <a:lnTo>
                  <a:pt x="689856" y="2593612"/>
                </a:lnTo>
                <a:lnTo>
                  <a:pt x="690243" y="2592956"/>
                </a:lnTo>
                <a:lnTo>
                  <a:pt x="690629" y="2592288"/>
                </a:lnTo>
                <a:lnTo>
                  <a:pt x="690999" y="2591608"/>
                </a:lnTo>
                <a:lnTo>
                  <a:pt x="691352" y="2590917"/>
                </a:lnTo>
                <a:lnTo>
                  <a:pt x="691689" y="2590213"/>
                </a:lnTo>
                <a:lnTo>
                  <a:pt x="692010" y="2589498"/>
                </a:lnTo>
                <a:lnTo>
                  <a:pt x="692314" y="2588772"/>
                </a:lnTo>
                <a:lnTo>
                  <a:pt x="692602" y="2588033"/>
                </a:lnTo>
                <a:lnTo>
                  <a:pt x="692873" y="2587283"/>
                </a:lnTo>
                <a:lnTo>
                  <a:pt x="693128" y="2586521"/>
                </a:lnTo>
                <a:lnTo>
                  <a:pt x="693366" y="2585747"/>
                </a:lnTo>
                <a:lnTo>
                  <a:pt x="693588" y="2584962"/>
                </a:lnTo>
                <a:lnTo>
                  <a:pt x="693793" y="2584165"/>
                </a:lnTo>
                <a:lnTo>
                  <a:pt x="693982" y="2583356"/>
                </a:lnTo>
                <a:lnTo>
                  <a:pt x="694155" y="2582535"/>
                </a:lnTo>
                <a:lnTo>
                  <a:pt x="694311" y="2581703"/>
                </a:lnTo>
                <a:lnTo>
                  <a:pt x="694451" y="2580858"/>
                </a:lnTo>
                <a:lnTo>
                  <a:pt x="694574" y="2580003"/>
                </a:lnTo>
                <a:lnTo>
                  <a:pt x="694681" y="2579135"/>
                </a:lnTo>
                <a:lnTo>
                  <a:pt x="694771" y="2578256"/>
                </a:lnTo>
                <a:lnTo>
                  <a:pt x="694845" y="2577364"/>
                </a:lnTo>
                <a:lnTo>
                  <a:pt x="694903" y="2576462"/>
                </a:lnTo>
                <a:lnTo>
                  <a:pt x="694944" y="2575547"/>
                </a:lnTo>
                <a:lnTo>
                  <a:pt x="694969" y="2574621"/>
                </a:lnTo>
                <a:lnTo>
                  <a:pt x="694977" y="2573683"/>
                </a:lnTo>
                <a:lnTo>
                  <a:pt x="679930" y="2573683"/>
                </a:lnTo>
                <a:lnTo>
                  <a:pt x="679925" y="2574368"/>
                </a:lnTo>
                <a:lnTo>
                  <a:pt x="679911" y="2575042"/>
                </a:lnTo>
                <a:lnTo>
                  <a:pt x="679888" y="2575706"/>
                </a:lnTo>
                <a:lnTo>
                  <a:pt x="679855" y="2576359"/>
                </a:lnTo>
                <a:lnTo>
                  <a:pt x="679813" y="2577002"/>
                </a:lnTo>
                <a:lnTo>
                  <a:pt x="679761" y="2577635"/>
                </a:lnTo>
                <a:lnTo>
                  <a:pt x="679700" y="2578256"/>
                </a:lnTo>
                <a:lnTo>
                  <a:pt x="679629" y="2578867"/>
                </a:lnTo>
                <a:lnTo>
                  <a:pt x="679550" y="2579468"/>
                </a:lnTo>
                <a:lnTo>
                  <a:pt x="679460" y="2580058"/>
                </a:lnTo>
                <a:lnTo>
                  <a:pt x="679362" y="2580637"/>
                </a:lnTo>
                <a:lnTo>
                  <a:pt x="679254" y="2581206"/>
                </a:lnTo>
                <a:lnTo>
                  <a:pt x="679136" y="2581764"/>
                </a:lnTo>
                <a:lnTo>
                  <a:pt x="679009" y="2582312"/>
                </a:lnTo>
                <a:lnTo>
                  <a:pt x="678873" y="2582849"/>
                </a:lnTo>
                <a:lnTo>
                  <a:pt x="678728" y="2583376"/>
                </a:lnTo>
                <a:lnTo>
                  <a:pt x="678573" y="2583892"/>
                </a:lnTo>
                <a:lnTo>
                  <a:pt x="678408" y="2584397"/>
                </a:lnTo>
                <a:lnTo>
                  <a:pt x="678235" y="2584892"/>
                </a:lnTo>
                <a:lnTo>
                  <a:pt x="678051" y="2585376"/>
                </a:lnTo>
                <a:lnTo>
                  <a:pt x="677859" y="2585850"/>
                </a:lnTo>
                <a:lnTo>
                  <a:pt x="677657" y="2586313"/>
                </a:lnTo>
                <a:lnTo>
                  <a:pt x="677446" y="2586766"/>
                </a:lnTo>
                <a:lnTo>
                  <a:pt x="677225" y="2587208"/>
                </a:lnTo>
                <a:lnTo>
                  <a:pt x="677010" y="2587626"/>
                </a:lnTo>
                <a:lnTo>
                  <a:pt x="676787" y="2588036"/>
                </a:lnTo>
                <a:lnTo>
                  <a:pt x="676556" y="2588436"/>
                </a:lnTo>
                <a:lnTo>
                  <a:pt x="676318" y="2588828"/>
                </a:lnTo>
                <a:lnTo>
                  <a:pt x="676073" y="2589211"/>
                </a:lnTo>
                <a:lnTo>
                  <a:pt x="675819" y="2589585"/>
                </a:lnTo>
                <a:lnTo>
                  <a:pt x="675558" y="2589951"/>
                </a:lnTo>
                <a:lnTo>
                  <a:pt x="675290" y="2590307"/>
                </a:lnTo>
                <a:lnTo>
                  <a:pt x="675014" y="2590655"/>
                </a:lnTo>
                <a:lnTo>
                  <a:pt x="674730" y="2590994"/>
                </a:lnTo>
                <a:lnTo>
                  <a:pt x="674438" y="2591325"/>
                </a:lnTo>
                <a:lnTo>
                  <a:pt x="674139" y="2591646"/>
                </a:lnTo>
                <a:lnTo>
                  <a:pt x="673833" y="2591959"/>
                </a:lnTo>
                <a:lnTo>
                  <a:pt x="673518" y="2592262"/>
                </a:lnTo>
                <a:lnTo>
                  <a:pt x="673196" y="2592557"/>
                </a:lnTo>
                <a:lnTo>
                  <a:pt x="672867" y="2592844"/>
                </a:lnTo>
                <a:lnTo>
                  <a:pt x="672529" y="2593121"/>
                </a:lnTo>
                <a:lnTo>
                  <a:pt x="672184" y="2593389"/>
                </a:lnTo>
                <a:lnTo>
                  <a:pt x="671832" y="2593649"/>
                </a:lnTo>
                <a:lnTo>
                  <a:pt x="671472" y="2593900"/>
                </a:lnTo>
                <a:lnTo>
                  <a:pt x="671104" y="2594142"/>
                </a:lnTo>
                <a:lnTo>
                  <a:pt x="670729" y="2594376"/>
                </a:lnTo>
                <a:lnTo>
                  <a:pt x="670346" y="2594600"/>
                </a:lnTo>
                <a:lnTo>
                  <a:pt x="669955" y="2594816"/>
                </a:lnTo>
                <a:lnTo>
                  <a:pt x="669572" y="2595009"/>
                </a:lnTo>
                <a:lnTo>
                  <a:pt x="669184" y="2595194"/>
                </a:lnTo>
                <a:lnTo>
                  <a:pt x="668790" y="2595371"/>
                </a:lnTo>
                <a:lnTo>
                  <a:pt x="668391" y="2595539"/>
                </a:lnTo>
                <a:lnTo>
                  <a:pt x="667987" y="2595699"/>
                </a:lnTo>
                <a:lnTo>
                  <a:pt x="667577" y="2595852"/>
                </a:lnTo>
                <a:lnTo>
                  <a:pt x="667163" y="2595995"/>
                </a:lnTo>
                <a:lnTo>
                  <a:pt x="666743" y="2596131"/>
                </a:lnTo>
                <a:lnTo>
                  <a:pt x="666317" y="2596258"/>
                </a:lnTo>
                <a:lnTo>
                  <a:pt x="665887" y="2596377"/>
                </a:lnTo>
                <a:lnTo>
                  <a:pt x="665451" y="2596488"/>
                </a:lnTo>
                <a:lnTo>
                  <a:pt x="665010" y="2596591"/>
                </a:lnTo>
                <a:lnTo>
                  <a:pt x="664563" y="2596686"/>
                </a:lnTo>
                <a:lnTo>
                  <a:pt x="664112" y="2596772"/>
                </a:lnTo>
                <a:lnTo>
                  <a:pt x="663655" y="2596850"/>
                </a:lnTo>
                <a:lnTo>
                  <a:pt x="663192" y="2596920"/>
                </a:lnTo>
                <a:lnTo>
                  <a:pt x="662725" y="2596982"/>
                </a:lnTo>
                <a:lnTo>
                  <a:pt x="662252" y="2597035"/>
                </a:lnTo>
                <a:lnTo>
                  <a:pt x="661774" y="2597080"/>
                </a:lnTo>
                <a:lnTo>
                  <a:pt x="661290" y="2597117"/>
                </a:lnTo>
                <a:lnTo>
                  <a:pt x="660802" y="2597146"/>
                </a:lnTo>
                <a:lnTo>
                  <a:pt x="660308" y="2597166"/>
                </a:lnTo>
                <a:lnTo>
                  <a:pt x="659808" y="2597179"/>
                </a:lnTo>
                <a:lnTo>
                  <a:pt x="659304" y="2597183"/>
                </a:lnTo>
                <a:lnTo>
                  <a:pt x="658479" y="2597171"/>
                </a:lnTo>
                <a:lnTo>
                  <a:pt x="657667" y="2597135"/>
                </a:lnTo>
                <a:lnTo>
                  <a:pt x="656868" y="2597075"/>
                </a:lnTo>
                <a:lnTo>
                  <a:pt x="656082" y="2596990"/>
                </a:lnTo>
                <a:lnTo>
                  <a:pt x="655309" y="2596882"/>
                </a:lnTo>
                <a:lnTo>
                  <a:pt x="654549" y="2596750"/>
                </a:lnTo>
                <a:lnTo>
                  <a:pt x="653801" y="2596593"/>
                </a:lnTo>
                <a:lnTo>
                  <a:pt x="653067" y="2596413"/>
                </a:lnTo>
                <a:lnTo>
                  <a:pt x="652346" y="2596208"/>
                </a:lnTo>
                <a:lnTo>
                  <a:pt x="651637" y="2595979"/>
                </a:lnTo>
                <a:lnTo>
                  <a:pt x="650941" y="2595727"/>
                </a:lnTo>
                <a:lnTo>
                  <a:pt x="650259" y="2595450"/>
                </a:lnTo>
                <a:lnTo>
                  <a:pt x="649589" y="2595149"/>
                </a:lnTo>
                <a:lnTo>
                  <a:pt x="648932" y="2594824"/>
                </a:lnTo>
                <a:lnTo>
                  <a:pt x="648288" y="2594475"/>
                </a:lnTo>
                <a:lnTo>
                  <a:pt x="647657" y="2594102"/>
                </a:lnTo>
                <a:lnTo>
                  <a:pt x="647039" y="2593705"/>
                </a:lnTo>
                <a:lnTo>
                  <a:pt x="646434" y="2593284"/>
                </a:lnTo>
                <a:lnTo>
                  <a:pt x="645841" y="2592838"/>
                </a:lnTo>
                <a:lnTo>
                  <a:pt x="645262" y="2592369"/>
                </a:lnTo>
                <a:lnTo>
                  <a:pt x="644695" y="2591876"/>
                </a:lnTo>
                <a:lnTo>
                  <a:pt x="644142" y="2591358"/>
                </a:lnTo>
                <a:lnTo>
                  <a:pt x="643601" y="2590817"/>
                </a:lnTo>
                <a:lnTo>
                  <a:pt x="643073" y="2590251"/>
                </a:lnTo>
                <a:lnTo>
                  <a:pt x="642577" y="2589662"/>
                </a:lnTo>
                <a:lnTo>
                  <a:pt x="642101" y="2589051"/>
                </a:lnTo>
                <a:lnTo>
                  <a:pt x="641647" y="2588418"/>
                </a:lnTo>
                <a:lnTo>
                  <a:pt x="641214" y="2587762"/>
                </a:lnTo>
                <a:lnTo>
                  <a:pt x="640801" y="2587084"/>
                </a:lnTo>
                <a:lnTo>
                  <a:pt x="640410" y="2586384"/>
                </a:lnTo>
                <a:lnTo>
                  <a:pt x="640041" y="2585661"/>
                </a:lnTo>
                <a:lnTo>
                  <a:pt x="639692" y="2584916"/>
                </a:lnTo>
                <a:lnTo>
                  <a:pt x="639364" y="2584149"/>
                </a:lnTo>
                <a:lnTo>
                  <a:pt x="639058" y="2583359"/>
                </a:lnTo>
                <a:lnTo>
                  <a:pt x="638773" y="2582547"/>
                </a:lnTo>
                <a:lnTo>
                  <a:pt x="638508" y="2581713"/>
                </a:lnTo>
                <a:lnTo>
                  <a:pt x="638265" y="2580857"/>
                </a:lnTo>
                <a:lnTo>
                  <a:pt x="638043" y="2579978"/>
                </a:lnTo>
                <a:lnTo>
                  <a:pt x="637843" y="2579077"/>
                </a:lnTo>
                <a:lnTo>
                  <a:pt x="637663" y="2578153"/>
                </a:lnTo>
                <a:lnTo>
                  <a:pt x="637505" y="2577208"/>
                </a:lnTo>
                <a:lnTo>
                  <a:pt x="637367" y="2576240"/>
                </a:lnTo>
                <a:lnTo>
                  <a:pt x="637251" y="2575249"/>
                </a:lnTo>
                <a:lnTo>
                  <a:pt x="637156" y="2574237"/>
                </a:lnTo>
                <a:lnTo>
                  <a:pt x="637082" y="2573202"/>
                </a:lnTo>
                <a:lnTo>
                  <a:pt x="637029" y="2572144"/>
                </a:lnTo>
                <a:lnTo>
                  <a:pt x="636997" y="2571065"/>
                </a:lnTo>
                <a:lnTo>
                  <a:pt x="636987" y="2569963"/>
                </a:lnTo>
                <a:lnTo>
                  <a:pt x="636987" y="2558636"/>
                </a:lnTo>
                <a:lnTo>
                  <a:pt x="636998" y="2557493"/>
                </a:lnTo>
                <a:lnTo>
                  <a:pt x="637030" y="2556375"/>
                </a:lnTo>
                <a:lnTo>
                  <a:pt x="637085" y="2555283"/>
                </a:lnTo>
                <a:lnTo>
                  <a:pt x="637161" y="2554216"/>
                </a:lnTo>
                <a:lnTo>
                  <a:pt x="637258" y="2553175"/>
                </a:lnTo>
                <a:lnTo>
                  <a:pt x="637378" y="2552158"/>
                </a:lnTo>
                <a:lnTo>
                  <a:pt x="637519" y="2551167"/>
                </a:lnTo>
                <a:lnTo>
                  <a:pt x="637682" y="2550201"/>
                </a:lnTo>
                <a:lnTo>
                  <a:pt x="637866" y="2549260"/>
                </a:lnTo>
                <a:lnTo>
                  <a:pt x="638073" y="2548345"/>
                </a:lnTo>
                <a:lnTo>
                  <a:pt x="638301" y="2547454"/>
                </a:lnTo>
                <a:lnTo>
                  <a:pt x="638551" y="2546589"/>
                </a:lnTo>
                <a:lnTo>
                  <a:pt x="638822" y="2545750"/>
                </a:lnTo>
                <a:lnTo>
                  <a:pt x="639115" y="2544935"/>
                </a:lnTo>
                <a:lnTo>
                  <a:pt x="639430" y="2544146"/>
                </a:lnTo>
                <a:lnTo>
                  <a:pt x="639767" y="2543382"/>
                </a:lnTo>
                <a:lnTo>
                  <a:pt x="640125" y="2542643"/>
                </a:lnTo>
                <a:lnTo>
                  <a:pt x="640506" y="2541929"/>
                </a:lnTo>
                <a:lnTo>
                  <a:pt x="640907" y="2541241"/>
                </a:lnTo>
                <a:lnTo>
                  <a:pt x="641331" y="2540578"/>
                </a:lnTo>
                <a:lnTo>
                  <a:pt x="641776" y="2539940"/>
                </a:lnTo>
                <a:lnTo>
                  <a:pt x="642243" y="2539328"/>
                </a:lnTo>
                <a:lnTo>
                  <a:pt x="642732" y="2538740"/>
                </a:lnTo>
                <a:lnTo>
                  <a:pt x="643242" y="2538178"/>
                </a:lnTo>
                <a:lnTo>
                  <a:pt x="643782" y="2537626"/>
                </a:lnTo>
                <a:lnTo>
                  <a:pt x="644332" y="2537098"/>
                </a:lnTo>
                <a:lnTo>
                  <a:pt x="644891" y="2536593"/>
                </a:lnTo>
                <a:lnTo>
                  <a:pt x="645459" y="2536112"/>
                </a:lnTo>
                <a:lnTo>
                  <a:pt x="646037" y="2535654"/>
                </a:lnTo>
                <a:lnTo>
                  <a:pt x="646624" y="2535220"/>
                </a:lnTo>
                <a:lnTo>
                  <a:pt x="647220" y="2534809"/>
                </a:lnTo>
                <a:lnTo>
                  <a:pt x="647826" y="2534421"/>
                </a:lnTo>
                <a:lnTo>
                  <a:pt x="648441" y="2534057"/>
                </a:lnTo>
                <a:lnTo>
                  <a:pt x="649066" y="2533717"/>
                </a:lnTo>
                <a:lnTo>
                  <a:pt x="649700" y="2533400"/>
                </a:lnTo>
                <a:lnTo>
                  <a:pt x="650343" y="2533106"/>
                </a:lnTo>
                <a:lnTo>
                  <a:pt x="650996" y="2532836"/>
                </a:lnTo>
                <a:lnTo>
                  <a:pt x="651658" y="2532590"/>
                </a:lnTo>
                <a:lnTo>
                  <a:pt x="652330" y="2532367"/>
                </a:lnTo>
                <a:lnTo>
                  <a:pt x="653011" y="2532167"/>
                </a:lnTo>
                <a:lnTo>
                  <a:pt x="653701" y="2531991"/>
                </a:lnTo>
                <a:lnTo>
                  <a:pt x="654401" y="2531838"/>
                </a:lnTo>
                <a:lnTo>
                  <a:pt x="655110" y="2531709"/>
                </a:lnTo>
                <a:lnTo>
                  <a:pt x="655828" y="2531604"/>
                </a:lnTo>
                <a:lnTo>
                  <a:pt x="656556" y="2531521"/>
                </a:lnTo>
                <a:lnTo>
                  <a:pt x="657294" y="2531463"/>
                </a:lnTo>
                <a:lnTo>
                  <a:pt x="658040" y="2531428"/>
                </a:lnTo>
                <a:lnTo>
                  <a:pt x="658797" y="2531416"/>
                </a:lnTo>
                <a:lnTo>
                  <a:pt x="659315" y="2531420"/>
                </a:lnTo>
                <a:lnTo>
                  <a:pt x="659827" y="2531433"/>
                </a:lnTo>
                <a:lnTo>
                  <a:pt x="660334" y="2531455"/>
                </a:lnTo>
                <a:lnTo>
                  <a:pt x="660835" y="2531486"/>
                </a:lnTo>
                <a:lnTo>
                  <a:pt x="661330" y="2531526"/>
                </a:lnTo>
                <a:lnTo>
                  <a:pt x="661819" y="2531574"/>
                </a:lnTo>
                <a:lnTo>
                  <a:pt x="662302" y="2531632"/>
                </a:lnTo>
                <a:lnTo>
                  <a:pt x="662779" y="2531698"/>
                </a:lnTo>
                <a:lnTo>
                  <a:pt x="663250" y="2531772"/>
                </a:lnTo>
                <a:lnTo>
                  <a:pt x="663716" y="2531856"/>
                </a:lnTo>
                <a:lnTo>
                  <a:pt x="664176" y="2531949"/>
                </a:lnTo>
                <a:lnTo>
                  <a:pt x="664629" y="2532050"/>
                </a:lnTo>
                <a:lnTo>
                  <a:pt x="665077" y="2532160"/>
                </a:lnTo>
                <a:lnTo>
                  <a:pt x="665519" y="2532279"/>
                </a:lnTo>
                <a:lnTo>
                  <a:pt x="665956" y="2532406"/>
                </a:lnTo>
                <a:lnTo>
                  <a:pt x="666386" y="2532543"/>
                </a:lnTo>
                <a:lnTo>
                  <a:pt x="666810" y="2532688"/>
                </a:lnTo>
                <a:lnTo>
                  <a:pt x="667229" y="2532842"/>
                </a:lnTo>
                <a:lnTo>
                  <a:pt x="667642" y="2533005"/>
                </a:lnTo>
                <a:lnTo>
                  <a:pt x="668048" y="2533177"/>
                </a:lnTo>
                <a:lnTo>
                  <a:pt x="668449" y="2533357"/>
                </a:lnTo>
                <a:lnTo>
                  <a:pt x="668844" y="2533547"/>
                </a:lnTo>
                <a:lnTo>
                  <a:pt x="669234" y="2533745"/>
                </a:lnTo>
                <a:lnTo>
                  <a:pt x="669617" y="2533952"/>
                </a:lnTo>
                <a:lnTo>
                  <a:pt x="670008" y="2534154"/>
                </a:lnTo>
                <a:lnTo>
                  <a:pt x="670392" y="2534366"/>
                </a:lnTo>
                <a:lnTo>
                  <a:pt x="670769" y="2534588"/>
                </a:lnTo>
                <a:lnTo>
                  <a:pt x="671138" y="2534820"/>
                </a:lnTo>
                <a:lnTo>
                  <a:pt x="671501" y="2535063"/>
                </a:lnTo>
                <a:lnTo>
                  <a:pt x="671857" y="2535315"/>
                </a:lnTo>
                <a:lnTo>
                  <a:pt x="672206" y="2535577"/>
                </a:lnTo>
                <a:lnTo>
                  <a:pt x="672547" y="2535849"/>
                </a:lnTo>
                <a:lnTo>
                  <a:pt x="672882" y="2536131"/>
                </a:lnTo>
                <a:lnTo>
                  <a:pt x="673210" y="2536423"/>
                </a:lnTo>
                <a:lnTo>
                  <a:pt x="673530" y="2536725"/>
                </a:lnTo>
                <a:lnTo>
                  <a:pt x="673844" y="2537037"/>
                </a:lnTo>
                <a:lnTo>
                  <a:pt x="674150" y="2537359"/>
                </a:lnTo>
                <a:lnTo>
                  <a:pt x="674449" y="2537691"/>
                </a:lnTo>
                <a:lnTo>
                  <a:pt x="674742" y="2538033"/>
                </a:lnTo>
                <a:lnTo>
                  <a:pt x="675027" y="2538385"/>
                </a:lnTo>
                <a:lnTo>
                  <a:pt x="675305" y="2538747"/>
                </a:lnTo>
                <a:lnTo>
                  <a:pt x="675576" y="2539119"/>
                </a:lnTo>
                <a:lnTo>
                  <a:pt x="675841" y="2539501"/>
                </a:lnTo>
                <a:lnTo>
                  <a:pt x="676098" y="2539893"/>
                </a:lnTo>
                <a:lnTo>
                  <a:pt x="676348" y="2540294"/>
                </a:lnTo>
                <a:lnTo>
                  <a:pt x="676591" y="2540706"/>
                </a:lnTo>
                <a:lnTo>
                  <a:pt x="676827" y="2541128"/>
                </a:lnTo>
                <a:lnTo>
                  <a:pt x="677056" y="2541560"/>
                </a:lnTo>
                <a:lnTo>
                  <a:pt x="677277" y="2541988"/>
                </a:lnTo>
                <a:lnTo>
                  <a:pt x="677488" y="2542427"/>
                </a:lnTo>
                <a:lnTo>
                  <a:pt x="677690" y="2542878"/>
                </a:lnTo>
                <a:lnTo>
                  <a:pt x="677882" y="2543340"/>
                </a:lnTo>
                <a:lnTo>
                  <a:pt x="678066" y="2543812"/>
                </a:lnTo>
                <a:lnTo>
                  <a:pt x="678239" y="2544297"/>
                </a:lnTo>
                <a:lnTo>
                  <a:pt x="678404" y="2544792"/>
                </a:lnTo>
                <a:lnTo>
                  <a:pt x="678559" y="2545298"/>
                </a:lnTo>
                <a:lnTo>
                  <a:pt x="678704" y="2545815"/>
                </a:lnTo>
                <a:lnTo>
                  <a:pt x="678840" y="2546344"/>
                </a:lnTo>
                <a:lnTo>
                  <a:pt x="678967" y="2546884"/>
                </a:lnTo>
                <a:lnTo>
                  <a:pt x="679085" y="2547435"/>
                </a:lnTo>
                <a:lnTo>
                  <a:pt x="679193" y="2547997"/>
                </a:lnTo>
                <a:lnTo>
                  <a:pt x="679291" y="2548570"/>
                </a:lnTo>
                <a:lnTo>
                  <a:pt x="679381" y="2549155"/>
                </a:lnTo>
                <a:lnTo>
                  <a:pt x="679460" y="2549750"/>
                </a:lnTo>
                <a:lnTo>
                  <a:pt x="679531" y="2550357"/>
                </a:lnTo>
                <a:lnTo>
                  <a:pt x="679592" y="2550975"/>
                </a:lnTo>
                <a:lnTo>
                  <a:pt x="679644" y="2551604"/>
                </a:lnTo>
                <a:lnTo>
                  <a:pt x="679686" y="2552244"/>
                </a:lnTo>
                <a:lnTo>
                  <a:pt x="679719" y="2552895"/>
                </a:lnTo>
                <a:lnTo>
                  <a:pt x="679742" y="2553558"/>
                </a:lnTo>
                <a:lnTo>
                  <a:pt x="679756" y="2554231"/>
                </a:lnTo>
                <a:lnTo>
                  <a:pt x="679761" y="2554916"/>
                </a:lnTo>
                <a:lnTo>
                  <a:pt x="694977" y="2554916"/>
                </a:lnTo>
                <a:lnTo>
                  <a:pt x="694969" y="2553992"/>
                </a:lnTo>
                <a:lnTo>
                  <a:pt x="694945" y="2553080"/>
                </a:lnTo>
                <a:lnTo>
                  <a:pt x="694906" y="2552179"/>
                </a:lnTo>
                <a:lnTo>
                  <a:pt x="694850" y="2551291"/>
                </a:lnTo>
                <a:lnTo>
                  <a:pt x="694779" y="2550414"/>
                </a:lnTo>
                <a:lnTo>
                  <a:pt x="694692" y="2549548"/>
                </a:lnTo>
                <a:lnTo>
                  <a:pt x="694589" y="2548695"/>
                </a:lnTo>
                <a:lnTo>
                  <a:pt x="694470" y="2547853"/>
                </a:lnTo>
                <a:lnTo>
                  <a:pt x="694335" y="2547023"/>
                </a:lnTo>
                <a:lnTo>
                  <a:pt x="694184" y="2546204"/>
                </a:lnTo>
                <a:lnTo>
                  <a:pt x="694018" y="2545398"/>
                </a:lnTo>
                <a:lnTo>
                  <a:pt x="693836" y="2544603"/>
                </a:lnTo>
                <a:lnTo>
                  <a:pt x="693638" y="2543820"/>
                </a:lnTo>
                <a:lnTo>
                  <a:pt x="693424" y="2543049"/>
                </a:lnTo>
                <a:lnTo>
                  <a:pt x="693194" y="2542289"/>
                </a:lnTo>
                <a:lnTo>
                  <a:pt x="692948" y="2541541"/>
                </a:lnTo>
                <a:lnTo>
                  <a:pt x="692687" y="2540805"/>
                </a:lnTo>
                <a:lnTo>
                  <a:pt x="692409" y="2540081"/>
                </a:lnTo>
                <a:lnTo>
                  <a:pt x="692116" y="2539368"/>
                </a:lnTo>
                <a:lnTo>
                  <a:pt x="691807" y="2538667"/>
                </a:lnTo>
                <a:lnTo>
                  <a:pt x="691482" y="2537978"/>
                </a:lnTo>
                <a:lnTo>
                  <a:pt x="691141" y="2537300"/>
                </a:lnTo>
                <a:lnTo>
                  <a:pt x="690784" y="2536635"/>
                </a:lnTo>
                <a:lnTo>
                  <a:pt x="690412" y="2535981"/>
                </a:lnTo>
                <a:lnTo>
                  <a:pt x="690026" y="2535325"/>
                </a:lnTo>
                <a:lnTo>
                  <a:pt x="689628" y="2534682"/>
                </a:lnTo>
                <a:lnTo>
                  <a:pt x="689218" y="2534052"/>
                </a:lnTo>
                <a:lnTo>
                  <a:pt x="688796" y="2533435"/>
                </a:lnTo>
                <a:lnTo>
                  <a:pt x="688363" y="2532831"/>
                </a:lnTo>
                <a:lnTo>
                  <a:pt x="687918" y="2532240"/>
                </a:lnTo>
                <a:lnTo>
                  <a:pt x="687462" y="2531662"/>
                </a:lnTo>
                <a:lnTo>
                  <a:pt x="686993" y="2531096"/>
                </a:lnTo>
                <a:lnTo>
                  <a:pt x="686513" y="2530544"/>
                </a:lnTo>
                <a:lnTo>
                  <a:pt x="686021" y="2530005"/>
                </a:lnTo>
                <a:lnTo>
                  <a:pt x="685517" y="2529478"/>
                </a:lnTo>
                <a:lnTo>
                  <a:pt x="685002" y="2528964"/>
                </a:lnTo>
                <a:lnTo>
                  <a:pt x="684475" y="2528464"/>
                </a:lnTo>
                <a:lnTo>
                  <a:pt x="683936" y="2527976"/>
                </a:lnTo>
                <a:lnTo>
                  <a:pt x="683385" y="2527501"/>
                </a:lnTo>
                <a:lnTo>
                  <a:pt x="682823" y="2527039"/>
                </a:lnTo>
                <a:lnTo>
                  <a:pt x="682249" y="2526590"/>
                </a:lnTo>
                <a:lnTo>
                  <a:pt x="681663" y="2526154"/>
                </a:lnTo>
                <a:lnTo>
                  <a:pt x="681065" y="2525730"/>
                </a:lnTo>
                <a:lnTo>
                  <a:pt x="680456" y="2525320"/>
                </a:lnTo>
                <a:lnTo>
                  <a:pt x="679835" y="2524923"/>
                </a:lnTo>
                <a:lnTo>
                  <a:pt x="679202" y="2524538"/>
                </a:lnTo>
                <a:lnTo>
                  <a:pt x="678558" y="2524166"/>
                </a:lnTo>
                <a:lnTo>
                  <a:pt x="677901" y="2523808"/>
                </a:lnTo>
                <a:lnTo>
                  <a:pt x="677235" y="2523449"/>
                </a:lnTo>
                <a:lnTo>
                  <a:pt x="676559" y="2523106"/>
                </a:lnTo>
                <a:lnTo>
                  <a:pt x="675875" y="2522777"/>
                </a:lnTo>
                <a:lnTo>
                  <a:pt x="675182" y="2522465"/>
                </a:lnTo>
                <a:lnTo>
                  <a:pt x="674480" y="2522167"/>
                </a:lnTo>
                <a:lnTo>
                  <a:pt x="673770" y="2521885"/>
                </a:lnTo>
                <a:lnTo>
                  <a:pt x="673050" y="2521618"/>
                </a:lnTo>
                <a:lnTo>
                  <a:pt x="672322" y="2521366"/>
                </a:lnTo>
                <a:lnTo>
                  <a:pt x="671585" y="2521129"/>
                </a:lnTo>
                <a:lnTo>
                  <a:pt x="670839" y="2520908"/>
                </a:lnTo>
                <a:lnTo>
                  <a:pt x="670084" y="2520702"/>
                </a:lnTo>
                <a:lnTo>
                  <a:pt x="669321" y="2520511"/>
                </a:lnTo>
                <a:lnTo>
                  <a:pt x="668549" y="2520335"/>
                </a:lnTo>
                <a:lnTo>
                  <a:pt x="667768" y="2520175"/>
                </a:lnTo>
                <a:lnTo>
                  <a:pt x="666978" y="2520030"/>
                </a:lnTo>
                <a:lnTo>
                  <a:pt x="666179" y="2519900"/>
                </a:lnTo>
                <a:lnTo>
                  <a:pt x="665372" y="2519786"/>
                </a:lnTo>
                <a:lnTo>
                  <a:pt x="664555" y="2519687"/>
                </a:lnTo>
                <a:lnTo>
                  <a:pt x="663730" y="2519603"/>
                </a:lnTo>
                <a:lnTo>
                  <a:pt x="662896" y="2519534"/>
                </a:lnTo>
                <a:lnTo>
                  <a:pt x="662054" y="2519481"/>
                </a:lnTo>
                <a:lnTo>
                  <a:pt x="661202" y="2519443"/>
                </a:lnTo>
                <a:lnTo>
                  <a:pt x="660342" y="2519420"/>
                </a:lnTo>
                <a:lnTo>
                  <a:pt x="659473" y="2519412"/>
                </a:lnTo>
                <a:lnTo>
                  <a:pt x="657444" y="2519412"/>
                </a:lnTo>
                <a:lnTo>
                  <a:pt x="656756" y="2519417"/>
                </a:lnTo>
                <a:lnTo>
                  <a:pt x="656073" y="2519433"/>
                </a:lnTo>
                <a:lnTo>
                  <a:pt x="655394" y="2519460"/>
                </a:lnTo>
                <a:lnTo>
                  <a:pt x="654720" y="2519497"/>
                </a:lnTo>
                <a:lnTo>
                  <a:pt x="654051" y="2519544"/>
                </a:lnTo>
                <a:lnTo>
                  <a:pt x="653386" y="2519602"/>
                </a:lnTo>
                <a:lnTo>
                  <a:pt x="652727" y="2519671"/>
                </a:lnTo>
                <a:lnTo>
                  <a:pt x="652072" y="2519750"/>
                </a:lnTo>
                <a:lnTo>
                  <a:pt x="651421" y="2519840"/>
                </a:lnTo>
                <a:lnTo>
                  <a:pt x="650775" y="2519940"/>
                </a:lnTo>
                <a:lnTo>
                  <a:pt x="650134" y="2520051"/>
                </a:lnTo>
                <a:lnTo>
                  <a:pt x="649498" y="2520173"/>
                </a:lnTo>
                <a:lnTo>
                  <a:pt x="648866" y="2520305"/>
                </a:lnTo>
                <a:lnTo>
                  <a:pt x="648239" y="2520447"/>
                </a:lnTo>
                <a:lnTo>
                  <a:pt x="647617" y="2520601"/>
                </a:lnTo>
                <a:lnTo>
                  <a:pt x="646999" y="2520764"/>
                </a:lnTo>
                <a:lnTo>
                  <a:pt x="646387" y="2520939"/>
                </a:lnTo>
                <a:lnTo>
                  <a:pt x="645778" y="2521124"/>
                </a:lnTo>
                <a:lnTo>
                  <a:pt x="645175" y="2521319"/>
                </a:lnTo>
                <a:lnTo>
                  <a:pt x="644576" y="2521525"/>
                </a:lnTo>
                <a:lnTo>
                  <a:pt x="643982" y="2521742"/>
                </a:lnTo>
                <a:lnTo>
                  <a:pt x="643393" y="2521969"/>
                </a:lnTo>
                <a:lnTo>
                  <a:pt x="642808" y="2522207"/>
                </a:lnTo>
                <a:lnTo>
                  <a:pt x="642228" y="2522455"/>
                </a:lnTo>
                <a:lnTo>
                  <a:pt x="641653" y="2522700"/>
                </a:lnTo>
                <a:lnTo>
                  <a:pt x="641084" y="2522954"/>
                </a:lnTo>
                <a:lnTo>
                  <a:pt x="640521" y="2523219"/>
                </a:lnTo>
                <a:lnTo>
                  <a:pt x="639964" y="2523493"/>
                </a:lnTo>
                <a:lnTo>
                  <a:pt x="639413" y="2523777"/>
                </a:lnTo>
                <a:lnTo>
                  <a:pt x="638868" y="2524072"/>
                </a:lnTo>
                <a:lnTo>
                  <a:pt x="638328" y="2524376"/>
                </a:lnTo>
                <a:lnTo>
                  <a:pt x="637795" y="2524691"/>
                </a:lnTo>
                <a:lnTo>
                  <a:pt x="637267" y="2525015"/>
                </a:lnTo>
                <a:lnTo>
                  <a:pt x="636745" y="2525349"/>
                </a:lnTo>
                <a:lnTo>
                  <a:pt x="636229" y="2525693"/>
                </a:lnTo>
                <a:lnTo>
                  <a:pt x="635719" y="2526048"/>
                </a:lnTo>
                <a:lnTo>
                  <a:pt x="635215" y="2526412"/>
                </a:lnTo>
                <a:lnTo>
                  <a:pt x="634716" y="2526786"/>
                </a:lnTo>
                <a:lnTo>
                  <a:pt x="634224" y="2527170"/>
                </a:lnTo>
                <a:lnTo>
                  <a:pt x="633737" y="2527565"/>
                </a:lnTo>
                <a:lnTo>
                  <a:pt x="633256" y="2527969"/>
                </a:lnTo>
                <a:lnTo>
                  <a:pt x="632781" y="2528383"/>
                </a:lnTo>
                <a:lnTo>
                  <a:pt x="632312" y="2528807"/>
                </a:lnTo>
                <a:lnTo>
                  <a:pt x="631849" y="2529241"/>
                </a:lnTo>
                <a:lnTo>
                  <a:pt x="631392" y="2529685"/>
                </a:lnTo>
                <a:lnTo>
                  <a:pt x="630940" y="2530139"/>
                </a:lnTo>
                <a:lnTo>
                  <a:pt x="630495" y="2530603"/>
                </a:lnTo>
                <a:lnTo>
                  <a:pt x="630055" y="2531077"/>
                </a:lnTo>
                <a:lnTo>
                  <a:pt x="629636" y="2531547"/>
                </a:lnTo>
                <a:lnTo>
                  <a:pt x="629225" y="2532024"/>
                </a:lnTo>
                <a:lnTo>
                  <a:pt x="628821" y="2532509"/>
                </a:lnTo>
                <a:lnTo>
                  <a:pt x="628426" y="2533003"/>
                </a:lnTo>
                <a:lnTo>
                  <a:pt x="628037" y="2533505"/>
                </a:lnTo>
                <a:lnTo>
                  <a:pt x="627656" y="2534015"/>
                </a:lnTo>
                <a:lnTo>
                  <a:pt x="627283" y="2534533"/>
                </a:lnTo>
                <a:lnTo>
                  <a:pt x="626918" y="2535060"/>
                </a:lnTo>
                <a:lnTo>
                  <a:pt x="626560" y="2535595"/>
                </a:lnTo>
                <a:lnTo>
                  <a:pt x="626210" y="2536138"/>
                </a:lnTo>
                <a:lnTo>
                  <a:pt x="625867" y="2536689"/>
                </a:lnTo>
                <a:lnTo>
                  <a:pt x="625533" y="2537248"/>
                </a:lnTo>
                <a:lnTo>
                  <a:pt x="625205" y="2537816"/>
                </a:lnTo>
                <a:lnTo>
                  <a:pt x="624886" y="2538392"/>
                </a:lnTo>
                <a:lnTo>
                  <a:pt x="624574" y="2538976"/>
                </a:lnTo>
                <a:lnTo>
                  <a:pt x="624269" y="2539568"/>
                </a:lnTo>
                <a:lnTo>
                  <a:pt x="623972" y="2540169"/>
                </a:lnTo>
                <a:lnTo>
                  <a:pt x="623683" y="2540778"/>
                </a:lnTo>
                <a:lnTo>
                  <a:pt x="623402" y="2541395"/>
                </a:lnTo>
                <a:lnTo>
                  <a:pt x="623128" y="2542020"/>
                </a:lnTo>
                <a:lnTo>
                  <a:pt x="622862" y="2542653"/>
                </a:lnTo>
                <a:lnTo>
                  <a:pt x="622603" y="2543295"/>
                </a:lnTo>
                <a:lnTo>
                  <a:pt x="622352" y="2543945"/>
                </a:lnTo>
                <a:lnTo>
                  <a:pt x="622109" y="2544603"/>
                </a:lnTo>
                <a:lnTo>
                  <a:pt x="621874" y="2545255"/>
                </a:lnTo>
                <a:lnTo>
                  <a:pt x="621650" y="2545913"/>
                </a:lnTo>
                <a:lnTo>
                  <a:pt x="621435" y="2546579"/>
                </a:lnTo>
                <a:lnTo>
                  <a:pt x="621231" y="2547252"/>
                </a:lnTo>
                <a:lnTo>
                  <a:pt x="621036" y="2547932"/>
                </a:lnTo>
                <a:lnTo>
                  <a:pt x="620852" y="2548618"/>
                </a:lnTo>
                <a:lnTo>
                  <a:pt x="620677" y="2549312"/>
                </a:lnTo>
                <a:lnTo>
                  <a:pt x="620512" y="2550013"/>
                </a:lnTo>
                <a:lnTo>
                  <a:pt x="620358" y="2550721"/>
                </a:lnTo>
                <a:lnTo>
                  <a:pt x="620213" y="2551436"/>
                </a:lnTo>
                <a:lnTo>
                  <a:pt x="620078" y="2552158"/>
                </a:lnTo>
                <a:lnTo>
                  <a:pt x="619953" y="2552887"/>
                </a:lnTo>
                <a:lnTo>
                  <a:pt x="619839" y="2553623"/>
                </a:lnTo>
                <a:lnTo>
                  <a:pt x="619734" y="2554367"/>
                </a:lnTo>
                <a:lnTo>
                  <a:pt x="619639" y="2555117"/>
                </a:lnTo>
                <a:lnTo>
                  <a:pt x="619554" y="2555874"/>
                </a:lnTo>
                <a:lnTo>
                  <a:pt x="619479" y="2556638"/>
                </a:lnTo>
                <a:lnTo>
                  <a:pt x="619415" y="2557410"/>
                </a:lnTo>
                <a:lnTo>
                  <a:pt x="619360" y="2558188"/>
                </a:lnTo>
                <a:lnTo>
                  <a:pt x="619315" y="2558974"/>
                </a:lnTo>
                <a:lnTo>
                  <a:pt x="619280" y="2559766"/>
                </a:lnTo>
                <a:lnTo>
                  <a:pt x="619255" y="2560566"/>
                </a:lnTo>
                <a:lnTo>
                  <a:pt x="619240" y="2561372"/>
                </a:lnTo>
                <a:lnTo>
                  <a:pt x="619235" y="2562186"/>
                </a:lnTo>
                <a:lnTo>
                  <a:pt x="619235" y="2566244"/>
                </a:lnTo>
                <a:lnTo>
                  <a:pt x="619240" y="2567058"/>
                </a:lnTo>
                <a:lnTo>
                  <a:pt x="619255" y="2567865"/>
                </a:lnTo>
                <a:lnTo>
                  <a:pt x="619280" y="2568666"/>
                </a:lnTo>
                <a:lnTo>
                  <a:pt x="619315" y="2569461"/>
                </a:lnTo>
                <a:lnTo>
                  <a:pt x="619360" y="2570249"/>
                </a:lnTo>
                <a:lnTo>
                  <a:pt x="619415" y="2571030"/>
                </a:lnTo>
                <a:lnTo>
                  <a:pt x="619479" y="2571805"/>
                </a:lnTo>
                <a:lnTo>
                  <a:pt x="619554" y="2572574"/>
                </a:lnTo>
                <a:lnTo>
                  <a:pt x="619639" y="2573336"/>
                </a:lnTo>
                <a:lnTo>
                  <a:pt x="619734" y="2574092"/>
                </a:lnTo>
                <a:lnTo>
                  <a:pt x="619839" y="2574842"/>
                </a:lnTo>
                <a:lnTo>
                  <a:pt x="619953" y="2575585"/>
                </a:lnTo>
                <a:lnTo>
                  <a:pt x="620078" y="2576321"/>
                </a:lnTo>
                <a:lnTo>
                  <a:pt x="620213" y="2577051"/>
                </a:lnTo>
                <a:lnTo>
                  <a:pt x="620358" y="2577774"/>
                </a:lnTo>
                <a:lnTo>
                  <a:pt x="620512" y="2578492"/>
                </a:lnTo>
                <a:lnTo>
                  <a:pt x="620677" y="2579202"/>
                </a:lnTo>
                <a:lnTo>
                  <a:pt x="620852" y="2579906"/>
                </a:lnTo>
                <a:lnTo>
                  <a:pt x="621036" y="2580604"/>
                </a:lnTo>
                <a:lnTo>
                  <a:pt x="621231" y="2581295"/>
                </a:lnTo>
                <a:lnTo>
                  <a:pt x="621435" y="2581980"/>
                </a:lnTo>
                <a:lnTo>
                  <a:pt x="621650" y="2582658"/>
                </a:lnTo>
                <a:lnTo>
                  <a:pt x="621874" y="2583330"/>
                </a:lnTo>
                <a:lnTo>
                  <a:pt x="622109" y="2583996"/>
                </a:lnTo>
                <a:lnTo>
                  <a:pt x="622352" y="2584640"/>
                </a:lnTo>
                <a:lnTo>
                  <a:pt x="622603" y="2585278"/>
                </a:lnTo>
                <a:lnTo>
                  <a:pt x="622862" y="2585908"/>
                </a:lnTo>
                <a:lnTo>
                  <a:pt x="623128" y="2586532"/>
                </a:lnTo>
                <a:lnTo>
                  <a:pt x="623402" y="2587148"/>
                </a:lnTo>
                <a:lnTo>
                  <a:pt x="623683" y="2587757"/>
                </a:lnTo>
                <a:lnTo>
                  <a:pt x="623972" y="2588360"/>
                </a:lnTo>
                <a:lnTo>
                  <a:pt x="624269" y="2588955"/>
                </a:lnTo>
                <a:lnTo>
                  <a:pt x="624574" y="2589543"/>
                </a:lnTo>
                <a:lnTo>
                  <a:pt x="624886" y="2590124"/>
                </a:lnTo>
                <a:lnTo>
                  <a:pt x="625205" y="2590698"/>
                </a:lnTo>
                <a:lnTo>
                  <a:pt x="625533" y="2591266"/>
                </a:lnTo>
                <a:lnTo>
                  <a:pt x="625867" y="2591826"/>
                </a:lnTo>
                <a:lnTo>
                  <a:pt x="626210" y="2592379"/>
                </a:lnTo>
                <a:lnTo>
                  <a:pt x="626560" y="2592924"/>
                </a:lnTo>
                <a:lnTo>
                  <a:pt x="626918" y="2593463"/>
                </a:lnTo>
                <a:lnTo>
                  <a:pt x="627283" y="2593995"/>
                </a:lnTo>
                <a:lnTo>
                  <a:pt x="627656" y="2594520"/>
                </a:lnTo>
                <a:lnTo>
                  <a:pt x="628037" y="2595038"/>
                </a:lnTo>
                <a:lnTo>
                  <a:pt x="628426" y="2595548"/>
                </a:lnTo>
                <a:lnTo>
                  <a:pt x="628821" y="2596052"/>
                </a:lnTo>
                <a:lnTo>
                  <a:pt x="629225" y="2596549"/>
                </a:lnTo>
                <a:lnTo>
                  <a:pt x="629636" y="2597038"/>
                </a:lnTo>
                <a:lnTo>
                  <a:pt x="630055" y="2597521"/>
                </a:lnTo>
                <a:lnTo>
                  <a:pt x="630495" y="2597981"/>
                </a:lnTo>
                <a:lnTo>
                  <a:pt x="630940" y="2598433"/>
                </a:lnTo>
                <a:lnTo>
                  <a:pt x="631392" y="2598876"/>
                </a:lnTo>
                <a:lnTo>
                  <a:pt x="631849" y="2599310"/>
                </a:lnTo>
                <a:lnTo>
                  <a:pt x="632312" y="2599736"/>
                </a:lnTo>
                <a:lnTo>
                  <a:pt x="632781" y="2600152"/>
                </a:lnTo>
                <a:lnTo>
                  <a:pt x="633256" y="2600560"/>
                </a:lnTo>
                <a:lnTo>
                  <a:pt x="633737" y="2600959"/>
                </a:lnTo>
                <a:lnTo>
                  <a:pt x="634224" y="2601349"/>
                </a:lnTo>
                <a:lnTo>
                  <a:pt x="634716" y="2601730"/>
                </a:lnTo>
                <a:lnTo>
                  <a:pt x="635215" y="2602102"/>
                </a:lnTo>
                <a:lnTo>
                  <a:pt x="635719" y="2602466"/>
                </a:lnTo>
                <a:lnTo>
                  <a:pt x="636229" y="2602821"/>
                </a:lnTo>
                <a:lnTo>
                  <a:pt x="636745" y="2603167"/>
                </a:lnTo>
                <a:lnTo>
                  <a:pt x="637267" y="2603504"/>
                </a:lnTo>
                <a:lnTo>
                  <a:pt x="637795" y="2603833"/>
                </a:lnTo>
                <a:lnTo>
                  <a:pt x="638328" y="2604152"/>
                </a:lnTo>
                <a:lnTo>
                  <a:pt x="638868" y="2604463"/>
                </a:lnTo>
                <a:lnTo>
                  <a:pt x="639413" y="2604765"/>
                </a:lnTo>
                <a:lnTo>
                  <a:pt x="639964" y="2605058"/>
                </a:lnTo>
                <a:lnTo>
                  <a:pt x="640521" y="2605343"/>
                </a:lnTo>
                <a:lnTo>
                  <a:pt x="641084" y="2605618"/>
                </a:lnTo>
                <a:lnTo>
                  <a:pt x="641653" y="2605885"/>
                </a:lnTo>
                <a:lnTo>
                  <a:pt x="642228" y="2606143"/>
                </a:lnTo>
                <a:lnTo>
                  <a:pt x="642821" y="2606392"/>
                </a:lnTo>
                <a:lnTo>
                  <a:pt x="643417" y="2606629"/>
                </a:lnTo>
                <a:lnTo>
                  <a:pt x="644016" y="2606857"/>
                </a:lnTo>
                <a:lnTo>
                  <a:pt x="644618" y="2607073"/>
                </a:lnTo>
                <a:lnTo>
                  <a:pt x="645223" y="2607279"/>
                </a:lnTo>
                <a:lnTo>
                  <a:pt x="645831" y="2607475"/>
                </a:lnTo>
                <a:lnTo>
                  <a:pt x="646442" y="2607660"/>
                </a:lnTo>
                <a:lnTo>
                  <a:pt x="647056" y="2607834"/>
                </a:lnTo>
                <a:lnTo>
                  <a:pt x="647672" y="2607998"/>
                </a:lnTo>
                <a:lnTo>
                  <a:pt x="648292" y="2608151"/>
                </a:lnTo>
                <a:lnTo>
                  <a:pt x="648915" y="2608294"/>
                </a:lnTo>
                <a:lnTo>
                  <a:pt x="649540" y="2608426"/>
                </a:lnTo>
                <a:lnTo>
                  <a:pt x="650169" y="2608547"/>
                </a:lnTo>
                <a:lnTo>
                  <a:pt x="650800" y="2608658"/>
                </a:lnTo>
                <a:lnTo>
                  <a:pt x="651434" y="2608759"/>
                </a:lnTo>
                <a:lnTo>
                  <a:pt x="652071" y="2608848"/>
                </a:lnTo>
                <a:lnTo>
                  <a:pt x="652712" y="2608928"/>
                </a:lnTo>
                <a:lnTo>
                  <a:pt x="653355" y="2608996"/>
                </a:lnTo>
                <a:lnTo>
                  <a:pt x="654001" y="2609055"/>
                </a:lnTo>
                <a:lnTo>
                  <a:pt x="654650" y="2609102"/>
                </a:lnTo>
                <a:lnTo>
                  <a:pt x="655302" y="2609139"/>
                </a:lnTo>
                <a:lnTo>
                  <a:pt x="655956" y="2609165"/>
                </a:lnTo>
                <a:lnTo>
                  <a:pt x="656614" y="2609181"/>
                </a:lnTo>
                <a:lnTo>
                  <a:pt x="657275" y="2609187"/>
                </a:lnTo>
                <a:lnTo>
                  <a:pt x="659304" y="2609187"/>
                </a:lnTo>
                <a:lnTo>
                  <a:pt x="660159" y="2609180"/>
                </a:lnTo>
                <a:lnTo>
                  <a:pt x="661006" y="2609158"/>
                </a:lnTo>
                <a:lnTo>
                  <a:pt x="661845" y="2609123"/>
                </a:lnTo>
                <a:lnTo>
                  <a:pt x="662676" y="2609074"/>
                </a:lnTo>
                <a:lnTo>
                  <a:pt x="663498" y="2609010"/>
                </a:lnTo>
                <a:lnTo>
                  <a:pt x="664312" y="2608933"/>
                </a:lnTo>
                <a:lnTo>
                  <a:pt x="665118" y="2608841"/>
                </a:lnTo>
                <a:close/>
                <a:moveTo>
                  <a:pt x="260889" y="2608736"/>
                </a:moveTo>
                <a:lnTo>
                  <a:pt x="261766" y="2608616"/>
                </a:lnTo>
                <a:lnTo>
                  <a:pt x="262632" y="2608482"/>
                </a:lnTo>
                <a:lnTo>
                  <a:pt x="263487" y="2608334"/>
                </a:lnTo>
                <a:lnTo>
                  <a:pt x="264331" y="2608172"/>
                </a:lnTo>
                <a:lnTo>
                  <a:pt x="265164" y="2607996"/>
                </a:lnTo>
                <a:lnTo>
                  <a:pt x="265985" y="2607806"/>
                </a:lnTo>
                <a:lnTo>
                  <a:pt x="266796" y="2607602"/>
                </a:lnTo>
                <a:lnTo>
                  <a:pt x="267595" y="2607383"/>
                </a:lnTo>
                <a:lnTo>
                  <a:pt x="268383" y="2607151"/>
                </a:lnTo>
                <a:lnTo>
                  <a:pt x="269160" y="2606904"/>
                </a:lnTo>
                <a:lnTo>
                  <a:pt x="269926" y="2606644"/>
                </a:lnTo>
                <a:lnTo>
                  <a:pt x="270681" y="2606369"/>
                </a:lnTo>
                <a:lnTo>
                  <a:pt x="271424" y="2606080"/>
                </a:lnTo>
                <a:lnTo>
                  <a:pt x="272156" y="2605777"/>
                </a:lnTo>
                <a:lnTo>
                  <a:pt x="272878" y="2605460"/>
                </a:lnTo>
                <a:lnTo>
                  <a:pt x="273588" y="2605129"/>
                </a:lnTo>
                <a:lnTo>
                  <a:pt x="274299" y="2604785"/>
                </a:lnTo>
                <a:lnTo>
                  <a:pt x="274998" y="2604429"/>
                </a:lnTo>
                <a:lnTo>
                  <a:pt x="275683" y="2604062"/>
                </a:lnTo>
                <a:lnTo>
                  <a:pt x="276354" y="2603683"/>
                </a:lnTo>
                <a:lnTo>
                  <a:pt x="277012" y="2603292"/>
                </a:lnTo>
                <a:lnTo>
                  <a:pt x="277656" y="2602889"/>
                </a:lnTo>
                <a:lnTo>
                  <a:pt x="278287" y="2602475"/>
                </a:lnTo>
                <a:lnTo>
                  <a:pt x="278904" y="2602048"/>
                </a:lnTo>
                <a:lnTo>
                  <a:pt x="279508" y="2601610"/>
                </a:lnTo>
                <a:lnTo>
                  <a:pt x="280098" y="2601161"/>
                </a:lnTo>
                <a:lnTo>
                  <a:pt x="280675" y="2600699"/>
                </a:lnTo>
                <a:lnTo>
                  <a:pt x="281238" y="2600226"/>
                </a:lnTo>
                <a:lnTo>
                  <a:pt x="281788" y="2599741"/>
                </a:lnTo>
                <a:lnTo>
                  <a:pt x="282324" y="2599245"/>
                </a:lnTo>
                <a:lnTo>
                  <a:pt x="282847" y="2598736"/>
                </a:lnTo>
                <a:lnTo>
                  <a:pt x="283356" y="2598216"/>
                </a:lnTo>
                <a:lnTo>
                  <a:pt x="283852" y="2597684"/>
                </a:lnTo>
                <a:lnTo>
                  <a:pt x="284334" y="2597141"/>
                </a:lnTo>
                <a:lnTo>
                  <a:pt x="284803" y="2596585"/>
                </a:lnTo>
                <a:lnTo>
                  <a:pt x="285258" y="2596018"/>
                </a:lnTo>
                <a:lnTo>
                  <a:pt x="285700" y="2595439"/>
                </a:lnTo>
                <a:lnTo>
                  <a:pt x="286128" y="2594849"/>
                </a:lnTo>
                <a:lnTo>
                  <a:pt x="286543" y="2594246"/>
                </a:lnTo>
                <a:lnTo>
                  <a:pt x="286944" y="2593632"/>
                </a:lnTo>
                <a:lnTo>
                  <a:pt x="287344" y="2592994"/>
                </a:lnTo>
                <a:lnTo>
                  <a:pt x="287727" y="2592346"/>
                </a:lnTo>
                <a:lnTo>
                  <a:pt x="288093" y="2591688"/>
                </a:lnTo>
                <a:lnTo>
                  <a:pt x="288442" y="2591021"/>
                </a:lnTo>
                <a:lnTo>
                  <a:pt x="288774" y="2590345"/>
                </a:lnTo>
                <a:lnTo>
                  <a:pt x="289089" y="2589659"/>
                </a:lnTo>
                <a:lnTo>
                  <a:pt x="289387" y="2588964"/>
                </a:lnTo>
                <a:lnTo>
                  <a:pt x="289668" y="2588260"/>
                </a:lnTo>
                <a:lnTo>
                  <a:pt x="289932" y="2587546"/>
                </a:lnTo>
                <a:lnTo>
                  <a:pt x="290178" y="2586823"/>
                </a:lnTo>
                <a:lnTo>
                  <a:pt x="290408" y="2586090"/>
                </a:lnTo>
                <a:lnTo>
                  <a:pt x="290621" y="2585348"/>
                </a:lnTo>
                <a:lnTo>
                  <a:pt x="290817" y="2584597"/>
                </a:lnTo>
                <a:lnTo>
                  <a:pt x="290996" y="2583836"/>
                </a:lnTo>
                <a:lnTo>
                  <a:pt x="291157" y="2583066"/>
                </a:lnTo>
                <a:lnTo>
                  <a:pt x="291302" y="2582286"/>
                </a:lnTo>
                <a:lnTo>
                  <a:pt x="291430" y="2581497"/>
                </a:lnTo>
                <a:lnTo>
                  <a:pt x="291540" y="2580699"/>
                </a:lnTo>
                <a:lnTo>
                  <a:pt x="291634" y="2579891"/>
                </a:lnTo>
                <a:lnTo>
                  <a:pt x="291711" y="2579074"/>
                </a:lnTo>
                <a:lnTo>
                  <a:pt x="291770" y="2578247"/>
                </a:lnTo>
                <a:lnTo>
                  <a:pt x="291813" y="2577411"/>
                </a:lnTo>
                <a:lnTo>
                  <a:pt x="291838" y="2576566"/>
                </a:lnTo>
                <a:lnTo>
                  <a:pt x="291847" y="2575711"/>
                </a:lnTo>
                <a:lnTo>
                  <a:pt x="275955" y="2575711"/>
                </a:lnTo>
                <a:lnTo>
                  <a:pt x="275945" y="2576617"/>
                </a:lnTo>
                <a:lnTo>
                  <a:pt x="275915" y="2577503"/>
                </a:lnTo>
                <a:lnTo>
                  <a:pt x="275865" y="2578369"/>
                </a:lnTo>
                <a:lnTo>
                  <a:pt x="275795" y="2579215"/>
                </a:lnTo>
                <a:lnTo>
                  <a:pt x="275705" y="2580041"/>
                </a:lnTo>
                <a:lnTo>
                  <a:pt x="275595" y="2580847"/>
                </a:lnTo>
                <a:lnTo>
                  <a:pt x="275466" y="2581633"/>
                </a:lnTo>
                <a:lnTo>
                  <a:pt x="275316" y="2582399"/>
                </a:lnTo>
                <a:lnTo>
                  <a:pt x="275146" y="2583145"/>
                </a:lnTo>
                <a:lnTo>
                  <a:pt x="274957" y="2583871"/>
                </a:lnTo>
                <a:lnTo>
                  <a:pt x="274747" y="2584577"/>
                </a:lnTo>
                <a:lnTo>
                  <a:pt x="274518" y="2585264"/>
                </a:lnTo>
                <a:lnTo>
                  <a:pt x="274268" y="2585930"/>
                </a:lnTo>
                <a:lnTo>
                  <a:pt x="273999" y="2586576"/>
                </a:lnTo>
                <a:lnTo>
                  <a:pt x="273709" y="2587203"/>
                </a:lnTo>
                <a:lnTo>
                  <a:pt x="273400" y="2587809"/>
                </a:lnTo>
                <a:lnTo>
                  <a:pt x="273070" y="2588396"/>
                </a:lnTo>
                <a:lnTo>
                  <a:pt x="272721" y="2588962"/>
                </a:lnTo>
                <a:lnTo>
                  <a:pt x="272352" y="2589509"/>
                </a:lnTo>
                <a:lnTo>
                  <a:pt x="271963" y="2590035"/>
                </a:lnTo>
                <a:lnTo>
                  <a:pt x="271554" y="2590542"/>
                </a:lnTo>
                <a:lnTo>
                  <a:pt x="271124" y="2591028"/>
                </a:lnTo>
                <a:lnTo>
                  <a:pt x="270675" y="2591495"/>
                </a:lnTo>
                <a:lnTo>
                  <a:pt x="270206" y="2591942"/>
                </a:lnTo>
                <a:lnTo>
                  <a:pt x="269732" y="2592369"/>
                </a:lnTo>
                <a:lnTo>
                  <a:pt x="269240" y="2592779"/>
                </a:lnTo>
                <a:lnTo>
                  <a:pt x="268730" y="2593170"/>
                </a:lnTo>
                <a:lnTo>
                  <a:pt x="268201" y="2593543"/>
                </a:lnTo>
                <a:lnTo>
                  <a:pt x="267654" y="2593898"/>
                </a:lnTo>
                <a:lnTo>
                  <a:pt x="267089" y="2594235"/>
                </a:lnTo>
                <a:lnTo>
                  <a:pt x="266506" y="2594553"/>
                </a:lnTo>
                <a:lnTo>
                  <a:pt x="265904" y="2594854"/>
                </a:lnTo>
                <a:lnTo>
                  <a:pt x="265285" y="2595136"/>
                </a:lnTo>
                <a:lnTo>
                  <a:pt x="264647" y="2595399"/>
                </a:lnTo>
                <a:lnTo>
                  <a:pt x="263991" y="2595645"/>
                </a:lnTo>
                <a:lnTo>
                  <a:pt x="263317" y="2595873"/>
                </a:lnTo>
                <a:lnTo>
                  <a:pt x="262624" y="2596082"/>
                </a:lnTo>
                <a:lnTo>
                  <a:pt x="261914" y="2596273"/>
                </a:lnTo>
                <a:lnTo>
                  <a:pt x="261185" y="2596446"/>
                </a:lnTo>
                <a:lnTo>
                  <a:pt x="260438" y="2596601"/>
                </a:lnTo>
                <a:lnTo>
                  <a:pt x="259673" y="2596737"/>
                </a:lnTo>
                <a:lnTo>
                  <a:pt x="258889" y="2596855"/>
                </a:lnTo>
                <a:lnTo>
                  <a:pt x="258088" y="2596955"/>
                </a:lnTo>
                <a:lnTo>
                  <a:pt x="257268" y="2597037"/>
                </a:lnTo>
                <a:lnTo>
                  <a:pt x="256430" y="2597101"/>
                </a:lnTo>
                <a:lnTo>
                  <a:pt x="255574" y="2597146"/>
                </a:lnTo>
                <a:lnTo>
                  <a:pt x="254699" y="2597174"/>
                </a:lnTo>
                <a:lnTo>
                  <a:pt x="253807" y="2597183"/>
                </a:lnTo>
                <a:lnTo>
                  <a:pt x="252996" y="2597171"/>
                </a:lnTo>
                <a:lnTo>
                  <a:pt x="252196" y="2597135"/>
                </a:lnTo>
                <a:lnTo>
                  <a:pt x="251408" y="2597075"/>
                </a:lnTo>
                <a:lnTo>
                  <a:pt x="250632" y="2596990"/>
                </a:lnTo>
                <a:lnTo>
                  <a:pt x="249868" y="2596882"/>
                </a:lnTo>
                <a:lnTo>
                  <a:pt x="249115" y="2596750"/>
                </a:lnTo>
                <a:lnTo>
                  <a:pt x="248374" y="2596593"/>
                </a:lnTo>
                <a:lnTo>
                  <a:pt x="247645" y="2596413"/>
                </a:lnTo>
                <a:lnTo>
                  <a:pt x="246928" y="2596208"/>
                </a:lnTo>
                <a:lnTo>
                  <a:pt x="246222" y="2595979"/>
                </a:lnTo>
                <a:lnTo>
                  <a:pt x="245528" y="2595727"/>
                </a:lnTo>
                <a:lnTo>
                  <a:pt x="244846" y="2595450"/>
                </a:lnTo>
                <a:lnTo>
                  <a:pt x="244176" y="2595149"/>
                </a:lnTo>
                <a:lnTo>
                  <a:pt x="243517" y="2594824"/>
                </a:lnTo>
                <a:lnTo>
                  <a:pt x="242870" y="2594475"/>
                </a:lnTo>
                <a:lnTo>
                  <a:pt x="242235" y="2594102"/>
                </a:lnTo>
                <a:lnTo>
                  <a:pt x="241612" y="2593705"/>
                </a:lnTo>
                <a:lnTo>
                  <a:pt x="241000" y="2593284"/>
                </a:lnTo>
                <a:lnTo>
                  <a:pt x="240400" y="2592838"/>
                </a:lnTo>
                <a:lnTo>
                  <a:pt x="239812" y="2592369"/>
                </a:lnTo>
                <a:lnTo>
                  <a:pt x="239235" y="2591876"/>
                </a:lnTo>
                <a:lnTo>
                  <a:pt x="238671" y="2591358"/>
                </a:lnTo>
                <a:lnTo>
                  <a:pt x="238118" y="2590817"/>
                </a:lnTo>
                <a:lnTo>
                  <a:pt x="237576" y="2590251"/>
                </a:lnTo>
                <a:lnTo>
                  <a:pt x="237052" y="2589662"/>
                </a:lnTo>
                <a:lnTo>
                  <a:pt x="236550" y="2589051"/>
                </a:lnTo>
                <a:lnTo>
                  <a:pt x="236071" y="2588418"/>
                </a:lnTo>
                <a:lnTo>
                  <a:pt x="235613" y="2587762"/>
                </a:lnTo>
                <a:lnTo>
                  <a:pt x="235178" y="2587084"/>
                </a:lnTo>
                <a:lnTo>
                  <a:pt x="234766" y="2586384"/>
                </a:lnTo>
                <a:lnTo>
                  <a:pt x="234375" y="2585661"/>
                </a:lnTo>
                <a:lnTo>
                  <a:pt x="234007" y="2584916"/>
                </a:lnTo>
                <a:lnTo>
                  <a:pt x="233661" y="2584149"/>
                </a:lnTo>
                <a:lnTo>
                  <a:pt x="233338" y="2583359"/>
                </a:lnTo>
                <a:lnTo>
                  <a:pt x="233037" y="2582547"/>
                </a:lnTo>
                <a:lnTo>
                  <a:pt x="232758" y="2581713"/>
                </a:lnTo>
                <a:lnTo>
                  <a:pt x="232501" y="2580857"/>
                </a:lnTo>
                <a:lnTo>
                  <a:pt x="232267" y="2579978"/>
                </a:lnTo>
                <a:lnTo>
                  <a:pt x="232055" y="2579077"/>
                </a:lnTo>
                <a:lnTo>
                  <a:pt x="231866" y="2578153"/>
                </a:lnTo>
                <a:lnTo>
                  <a:pt x="231698" y="2577208"/>
                </a:lnTo>
                <a:lnTo>
                  <a:pt x="231553" y="2576240"/>
                </a:lnTo>
                <a:lnTo>
                  <a:pt x="231431" y="2575249"/>
                </a:lnTo>
                <a:lnTo>
                  <a:pt x="231330" y="2574237"/>
                </a:lnTo>
                <a:lnTo>
                  <a:pt x="231252" y="2573202"/>
                </a:lnTo>
                <a:lnTo>
                  <a:pt x="231196" y="2572144"/>
                </a:lnTo>
                <a:lnTo>
                  <a:pt x="231163" y="2571065"/>
                </a:lnTo>
                <a:lnTo>
                  <a:pt x="231152" y="2569963"/>
                </a:lnTo>
                <a:lnTo>
                  <a:pt x="231152" y="2567089"/>
                </a:lnTo>
                <a:lnTo>
                  <a:pt x="291847" y="2567089"/>
                </a:lnTo>
                <a:lnTo>
                  <a:pt x="291847" y="2555592"/>
                </a:lnTo>
                <a:lnTo>
                  <a:pt x="291839" y="2554723"/>
                </a:lnTo>
                <a:lnTo>
                  <a:pt x="291814" y="2553862"/>
                </a:lnTo>
                <a:lnTo>
                  <a:pt x="291773" y="2553009"/>
                </a:lnTo>
                <a:lnTo>
                  <a:pt x="291715" y="2552164"/>
                </a:lnTo>
                <a:lnTo>
                  <a:pt x="291641" y="2551327"/>
                </a:lnTo>
                <a:lnTo>
                  <a:pt x="291551" y="2550499"/>
                </a:lnTo>
                <a:lnTo>
                  <a:pt x="291444" y="2549679"/>
                </a:lnTo>
                <a:lnTo>
                  <a:pt x="291321" y="2548867"/>
                </a:lnTo>
                <a:lnTo>
                  <a:pt x="291181" y="2548064"/>
                </a:lnTo>
                <a:lnTo>
                  <a:pt x="291025" y="2547268"/>
                </a:lnTo>
                <a:lnTo>
                  <a:pt x="290852" y="2546481"/>
                </a:lnTo>
                <a:lnTo>
                  <a:pt x="290663" y="2545702"/>
                </a:lnTo>
                <a:lnTo>
                  <a:pt x="290458" y="2544931"/>
                </a:lnTo>
                <a:lnTo>
                  <a:pt x="290236" y="2544169"/>
                </a:lnTo>
                <a:lnTo>
                  <a:pt x="289998" y="2543414"/>
                </a:lnTo>
                <a:lnTo>
                  <a:pt x="289743" y="2542668"/>
                </a:lnTo>
                <a:lnTo>
                  <a:pt x="289472" y="2541930"/>
                </a:lnTo>
                <a:lnTo>
                  <a:pt x="289184" y="2541200"/>
                </a:lnTo>
                <a:lnTo>
                  <a:pt x="288880" y="2540479"/>
                </a:lnTo>
                <a:lnTo>
                  <a:pt x="288559" y="2539766"/>
                </a:lnTo>
                <a:lnTo>
                  <a:pt x="288223" y="2539061"/>
                </a:lnTo>
                <a:lnTo>
                  <a:pt x="287869" y="2538364"/>
                </a:lnTo>
                <a:lnTo>
                  <a:pt x="287499" y="2537675"/>
                </a:lnTo>
                <a:lnTo>
                  <a:pt x="287113" y="2536995"/>
                </a:lnTo>
                <a:lnTo>
                  <a:pt x="286726" y="2536324"/>
                </a:lnTo>
                <a:lnTo>
                  <a:pt x="286325" y="2535666"/>
                </a:lnTo>
                <a:lnTo>
                  <a:pt x="285911" y="2535019"/>
                </a:lnTo>
                <a:lnTo>
                  <a:pt x="285483" y="2534384"/>
                </a:lnTo>
                <a:lnTo>
                  <a:pt x="285042" y="2533760"/>
                </a:lnTo>
                <a:lnTo>
                  <a:pt x="284588" y="2533149"/>
                </a:lnTo>
                <a:lnTo>
                  <a:pt x="284119" y="2532549"/>
                </a:lnTo>
                <a:lnTo>
                  <a:pt x="283638" y="2531960"/>
                </a:lnTo>
                <a:lnTo>
                  <a:pt x="283143" y="2531384"/>
                </a:lnTo>
                <a:lnTo>
                  <a:pt x="282634" y="2530819"/>
                </a:lnTo>
                <a:lnTo>
                  <a:pt x="282112" y="2530266"/>
                </a:lnTo>
                <a:lnTo>
                  <a:pt x="281576" y="2529725"/>
                </a:lnTo>
                <a:lnTo>
                  <a:pt x="281027" y="2529195"/>
                </a:lnTo>
                <a:lnTo>
                  <a:pt x="280464" y="2528678"/>
                </a:lnTo>
                <a:lnTo>
                  <a:pt x="279888" y="2528172"/>
                </a:lnTo>
                <a:lnTo>
                  <a:pt x="279298" y="2527677"/>
                </a:lnTo>
                <a:lnTo>
                  <a:pt x="278695" y="2527195"/>
                </a:lnTo>
                <a:lnTo>
                  <a:pt x="278079" y="2526724"/>
                </a:lnTo>
                <a:lnTo>
                  <a:pt x="277448" y="2526265"/>
                </a:lnTo>
                <a:lnTo>
                  <a:pt x="276805" y="2525818"/>
                </a:lnTo>
                <a:lnTo>
                  <a:pt x="276147" y="2525382"/>
                </a:lnTo>
                <a:lnTo>
                  <a:pt x="275477" y="2524958"/>
                </a:lnTo>
                <a:lnTo>
                  <a:pt x="274793" y="2524546"/>
                </a:lnTo>
                <a:lnTo>
                  <a:pt x="274095" y="2524146"/>
                </a:lnTo>
                <a:lnTo>
                  <a:pt x="273399" y="2523759"/>
                </a:lnTo>
                <a:lnTo>
                  <a:pt x="272691" y="2523390"/>
                </a:lnTo>
                <a:lnTo>
                  <a:pt x="271971" y="2523036"/>
                </a:lnTo>
                <a:lnTo>
                  <a:pt x="271240" y="2522699"/>
                </a:lnTo>
                <a:lnTo>
                  <a:pt x="270496" y="2522379"/>
                </a:lnTo>
                <a:lnTo>
                  <a:pt x="269741" y="2522075"/>
                </a:lnTo>
                <a:lnTo>
                  <a:pt x="268975" y="2521787"/>
                </a:lnTo>
                <a:lnTo>
                  <a:pt x="268196" y="2521516"/>
                </a:lnTo>
                <a:lnTo>
                  <a:pt x="267406" y="2521261"/>
                </a:lnTo>
                <a:lnTo>
                  <a:pt x="266604" y="2521023"/>
                </a:lnTo>
                <a:lnTo>
                  <a:pt x="265791" y="2520801"/>
                </a:lnTo>
                <a:lnTo>
                  <a:pt x="264965" y="2520595"/>
                </a:lnTo>
                <a:lnTo>
                  <a:pt x="264128" y="2520406"/>
                </a:lnTo>
                <a:lnTo>
                  <a:pt x="263279" y="2520234"/>
                </a:lnTo>
                <a:lnTo>
                  <a:pt x="262419" y="2520078"/>
                </a:lnTo>
                <a:lnTo>
                  <a:pt x="261546" y="2519938"/>
                </a:lnTo>
                <a:lnTo>
                  <a:pt x="260662" y="2519815"/>
                </a:lnTo>
                <a:lnTo>
                  <a:pt x="259766" y="2519708"/>
                </a:lnTo>
                <a:lnTo>
                  <a:pt x="258859" y="2519617"/>
                </a:lnTo>
                <a:lnTo>
                  <a:pt x="257940" y="2519544"/>
                </a:lnTo>
                <a:lnTo>
                  <a:pt x="257009" y="2519486"/>
                </a:lnTo>
                <a:lnTo>
                  <a:pt x="256066" y="2519445"/>
                </a:lnTo>
                <a:lnTo>
                  <a:pt x="255111" y="2519420"/>
                </a:lnTo>
                <a:lnTo>
                  <a:pt x="254145" y="2519412"/>
                </a:lnTo>
                <a:lnTo>
                  <a:pt x="253108" y="2519421"/>
                </a:lnTo>
                <a:lnTo>
                  <a:pt x="252083" y="2519450"/>
                </a:lnTo>
                <a:lnTo>
                  <a:pt x="251070" y="2519497"/>
                </a:lnTo>
                <a:lnTo>
                  <a:pt x="250069" y="2519562"/>
                </a:lnTo>
                <a:lnTo>
                  <a:pt x="249079" y="2519647"/>
                </a:lnTo>
                <a:lnTo>
                  <a:pt x="248101" y="2519750"/>
                </a:lnTo>
                <a:lnTo>
                  <a:pt x="247134" y="2519872"/>
                </a:lnTo>
                <a:lnTo>
                  <a:pt x="246180" y="2520013"/>
                </a:lnTo>
                <a:lnTo>
                  <a:pt x="245237" y="2520173"/>
                </a:lnTo>
                <a:lnTo>
                  <a:pt x="244306" y="2520351"/>
                </a:lnTo>
                <a:lnTo>
                  <a:pt x="243387" y="2520549"/>
                </a:lnTo>
                <a:lnTo>
                  <a:pt x="242479" y="2520765"/>
                </a:lnTo>
                <a:lnTo>
                  <a:pt x="241583" y="2520999"/>
                </a:lnTo>
                <a:lnTo>
                  <a:pt x="240699" y="2521253"/>
                </a:lnTo>
                <a:lnTo>
                  <a:pt x="239827" y="2521525"/>
                </a:lnTo>
                <a:lnTo>
                  <a:pt x="238966" y="2521816"/>
                </a:lnTo>
                <a:lnTo>
                  <a:pt x="238118" y="2522126"/>
                </a:lnTo>
                <a:lnTo>
                  <a:pt x="237280" y="2522455"/>
                </a:lnTo>
                <a:lnTo>
                  <a:pt x="236455" y="2522803"/>
                </a:lnTo>
                <a:lnTo>
                  <a:pt x="235641" y="2523169"/>
                </a:lnTo>
                <a:lnTo>
                  <a:pt x="234840" y="2523554"/>
                </a:lnTo>
                <a:lnTo>
                  <a:pt x="234049" y="2523958"/>
                </a:lnTo>
                <a:lnTo>
                  <a:pt x="233271" y="2524381"/>
                </a:lnTo>
                <a:lnTo>
                  <a:pt x="232504" y="2524822"/>
                </a:lnTo>
                <a:lnTo>
                  <a:pt x="231751" y="2525266"/>
                </a:lnTo>
                <a:lnTo>
                  <a:pt x="231012" y="2525726"/>
                </a:lnTo>
                <a:lnTo>
                  <a:pt x="230288" y="2526201"/>
                </a:lnTo>
                <a:lnTo>
                  <a:pt x="229578" y="2526691"/>
                </a:lnTo>
                <a:lnTo>
                  <a:pt x="228884" y="2527197"/>
                </a:lnTo>
                <a:lnTo>
                  <a:pt x="228204" y="2527717"/>
                </a:lnTo>
                <a:lnTo>
                  <a:pt x="227538" y="2528253"/>
                </a:lnTo>
                <a:lnTo>
                  <a:pt x="226887" y="2528804"/>
                </a:lnTo>
                <a:lnTo>
                  <a:pt x="226251" y="2529371"/>
                </a:lnTo>
                <a:lnTo>
                  <a:pt x="225630" y="2529953"/>
                </a:lnTo>
                <a:lnTo>
                  <a:pt x="225023" y="2530550"/>
                </a:lnTo>
                <a:lnTo>
                  <a:pt x="224431" y="2531162"/>
                </a:lnTo>
                <a:lnTo>
                  <a:pt x="223854" y="2531790"/>
                </a:lnTo>
                <a:lnTo>
                  <a:pt x="223291" y="2532432"/>
                </a:lnTo>
                <a:lnTo>
                  <a:pt x="222743" y="2533090"/>
                </a:lnTo>
                <a:lnTo>
                  <a:pt x="222210" y="2533764"/>
                </a:lnTo>
                <a:lnTo>
                  <a:pt x="221691" y="2534452"/>
                </a:lnTo>
                <a:lnTo>
                  <a:pt x="221187" y="2535156"/>
                </a:lnTo>
                <a:lnTo>
                  <a:pt x="220698" y="2535875"/>
                </a:lnTo>
                <a:lnTo>
                  <a:pt x="220223" y="2536610"/>
                </a:lnTo>
                <a:lnTo>
                  <a:pt x="219764" y="2537360"/>
                </a:lnTo>
                <a:lnTo>
                  <a:pt x="219318" y="2538124"/>
                </a:lnTo>
                <a:lnTo>
                  <a:pt x="218888" y="2538905"/>
                </a:lnTo>
                <a:lnTo>
                  <a:pt x="218472" y="2539700"/>
                </a:lnTo>
                <a:lnTo>
                  <a:pt x="218072" y="2540509"/>
                </a:lnTo>
                <a:lnTo>
                  <a:pt x="217689" y="2541331"/>
                </a:lnTo>
                <a:lnTo>
                  <a:pt x="217323" y="2542165"/>
                </a:lnTo>
                <a:lnTo>
                  <a:pt x="216974" y="2543011"/>
                </a:lnTo>
                <a:lnTo>
                  <a:pt x="216642" y="2543869"/>
                </a:lnTo>
                <a:lnTo>
                  <a:pt x="216327" y="2544740"/>
                </a:lnTo>
                <a:lnTo>
                  <a:pt x="216029" y="2545624"/>
                </a:lnTo>
                <a:lnTo>
                  <a:pt x="215748" y="2546519"/>
                </a:lnTo>
                <a:lnTo>
                  <a:pt x="215484" y="2547427"/>
                </a:lnTo>
                <a:lnTo>
                  <a:pt x="215237" y="2548347"/>
                </a:lnTo>
                <a:lnTo>
                  <a:pt x="215007" y="2549280"/>
                </a:lnTo>
                <a:lnTo>
                  <a:pt x="214795" y="2550224"/>
                </a:lnTo>
                <a:lnTo>
                  <a:pt x="214599" y="2551182"/>
                </a:lnTo>
                <a:lnTo>
                  <a:pt x="214420" y="2552151"/>
                </a:lnTo>
                <a:lnTo>
                  <a:pt x="214258" y="2553133"/>
                </a:lnTo>
                <a:lnTo>
                  <a:pt x="214114" y="2554127"/>
                </a:lnTo>
                <a:lnTo>
                  <a:pt x="213986" y="2555134"/>
                </a:lnTo>
                <a:lnTo>
                  <a:pt x="213875" y="2556152"/>
                </a:lnTo>
                <a:lnTo>
                  <a:pt x="213782" y="2557184"/>
                </a:lnTo>
                <a:lnTo>
                  <a:pt x="213705" y="2558227"/>
                </a:lnTo>
                <a:lnTo>
                  <a:pt x="213645" y="2559283"/>
                </a:lnTo>
                <a:lnTo>
                  <a:pt x="213603" y="2560351"/>
                </a:lnTo>
                <a:lnTo>
                  <a:pt x="213577" y="2561431"/>
                </a:lnTo>
                <a:lnTo>
                  <a:pt x="213569" y="2562524"/>
                </a:lnTo>
                <a:lnTo>
                  <a:pt x="213569" y="2566074"/>
                </a:lnTo>
                <a:lnTo>
                  <a:pt x="213576" y="2567126"/>
                </a:lnTo>
                <a:lnTo>
                  <a:pt x="213598" y="2568168"/>
                </a:lnTo>
                <a:lnTo>
                  <a:pt x="213635" y="2569200"/>
                </a:lnTo>
                <a:lnTo>
                  <a:pt x="213686" y="2570221"/>
                </a:lnTo>
                <a:lnTo>
                  <a:pt x="213752" y="2571233"/>
                </a:lnTo>
                <a:lnTo>
                  <a:pt x="213833" y="2572235"/>
                </a:lnTo>
                <a:lnTo>
                  <a:pt x="213928" y="2573227"/>
                </a:lnTo>
                <a:lnTo>
                  <a:pt x="214038" y="2574208"/>
                </a:lnTo>
                <a:lnTo>
                  <a:pt x="214163" y="2575180"/>
                </a:lnTo>
                <a:lnTo>
                  <a:pt x="214303" y="2576142"/>
                </a:lnTo>
                <a:lnTo>
                  <a:pt x="214457" y="2577094"/>
                </a:lnTo>
                <a:lnTo>
                  <a:pt x="214625" y="2578036"/>
                </a:lnTo>
                <a:lnTo>
                  <a:pt x="214809" y="2578968"/>
                </a:lnTo>
                <a:lnTo>
                  <a:pt x="215007" y="2579890"/>
                </a:lnTo>
                <a:lnTo>
                  <a:pt x="215220" y="2580802"/>
                </a:lnTo>
                <a:lnTo>
                  <a:pt x="215447" y="2581704"/>
                </a:lnTo>
                <a:lnTo>
                  <a:pt x="215689" y="2582596"/>
                </a:lnTo>
                <a:lnTo>
                  <a:pt x="215946" y="2583478"/>
                </a:lnTo>
                <a:lnTo>
                  <a:pt x="216218" y="2584350"/>
                </a:lnTo>
                <a:lnTo>
                  <a:pt x="216504" y="2585212"/>
                </a:lnTo>
                <a:lnTo>
                  <a:pt x="216805" y="2586064"/>
                </a:lnTo>
                <a:lnTo>
                  <a:pt x="217120" y="2586906"/>
                </a:lnTo>
                <a:lnTo>
                  <a:pt x="217451" y="2587738"/>
                </a:lnTo>
                <a:lnTo>
                  <a:pt x="217795" y="2588560"/>
                </a:lnTo>
                <a:lnTo>
                  <a:pt x="218169" y="2589370"/>
                </a:lnTo>
                <a:lnTo>
                  <a:pt x="218559" y="2590164"/>
                </a:lnTo>
                <a:lnTo>
                  <a:pt x="218963" y="2590943"/>
                </a:lnTo>
                <a:lnTo>
                  <a:pt x="219383" y="2591707"/>
                </a:lnTo>
                <a:lnTo>
                  <a:pt x="219818" y="2592455"/>
                </a:lnTo>
                <a:lnTo>
                  <a:pt x="220268" y="2593189"/>
                </a:lnTo>
                <a:lnTo>
                  <a:pt x="220734" y="2593907"/>
                </a:lnTo>
                <a:lnTo>
                  <a:pt x="221214" y="2594609"/>
                </a:lnTo>
                <a:lnTo>
                  <a:pt x="221710" y="2595297"/>
                </a:lnTo>
                <a:lnTo>
                  <a:pt x="222222" y="2595969"/>
                </a:lnTo>
                <a:lnTo>
                  <a:pt x="222748" y="2596626"/>
                </a:lnTo>
                <a:lnTo>
                  <a:pt x="223290" y="2597267"/>
                </a:lnTo>
                <a:lnTo>
                  <a:pt x="223847" y="2597894"/>
                </a:lnTo>
                <a:lnTo>
                  <a:pt x="224420" y="2598505"/>
                </a:lnTo>
                <a:lnTo>
                  <a:pt x="225007" y="2599101"/>
                </a:lnTo>
                <a:lnTo>
                  <a:pt x="225610" y="2599681"/>
                </a:lnTo>
                <a:lnTo>
                  <a:pt x="226228" y="2600247"/>
                </a:lnTo>
                <a:lnTo>
                  <a:pt x="226862" y="2600797"/>
                </a:lnTo>
                <a:lnTo>
                  <a:pt x="227510" y="2601331"/>
                </a:lnTo>
                <a:lnTo>
                  <a:pt x="228174" y="2601851"/>
                </a:lnTo>
                <a:lnTo>
                  <a:pt x="228854" y="2602355"/>
                </a:lnTo>
                <a:lnTo>
                  <a:pt x="229548" y="2602844"/>
                </a:lnTo>
                <a:lnTo>
                  <a:pt x="230258" y="2603318"/>
                </a:lnTo>
                <a:lnTo>
                  <a:pt x="230983" y="2603776"/>
                </a:lnTo>
                <a:lnTo>
                  <a:pt x="231737" y="2604218"/>
                </a:lnTo>
                <a:lnTo>
                  <a:pt x="232508" y="2604641"/>
                </a:lnTo>
                <a:lnTo>
                  <a:pt x="233294" y="2605044"/>
                </a:lnTo>
                <a:lnTo>
                  <a:pt x="234096" y="2605430"/>
                </a:lnTo>
                <a:lnTo>
                  <a:pt x="234914" y="2605796"/>
                </a:lnTo>
                <a:lnTo>
                  <a:pt x="235748" y="2606143"/>
                </a:lnTo>
                <a:lnTo>
                  <a:pt x="236598" y="2606472"/>
                </a:lnTo>
                <a:lnTo>
                  <a:pt x="237464" y="2606782"/>
                </a:lnTo>
                <a:lnTo>
                  <a:pt x="238345" y="2607073"/>
                </a:lnTo>
                <a:lnTo>
                  <a:pt x="239242" y="2607346"/>
                </a:lnTo>
                <a:lnTo>
                  <a:pt x="240155" y="2607599"/>
                </a:lnTo>
                <a:lnTo>
                  <a:pt x="241084" y="2607834"/>
                </a:lnTo>
                <a:lnTo>
                  <a:pt x="242029" y="2608050"/>
                </a:lnTo>
                <a:lnTo>
                  <a:pt x="242990" y="2608247"/>
                </a:lnTo>
                <a:lnTo>
                  <a:pt x="243967" y="2608426"/>
                </a:lnTo>
                <a:lnTo>
                  <a:pt x="244959" y="2608585"/>
                </a:lnTo>
                <a:lnTo>
                  <a:pt x="245967" y="2608726"/>
                </a:lnTo>
                <a:lnTo>
                  <a:pt x="246991" y="2608848"/>
                </a:lnTo>
                <a:lnTo>
                  <a:pt x="248031" y="2608952"/>
                </a:lnTo>
                <a:lnTo>
                  <a:pt x="249087" y="2609036"/>
                </a:lnTo>
                <a:lnTo>
                  <a:pt x="250159" y="2609102"/>
                </a:lnTo>
                <a:lnTo>
                  <a:pt x="251246" y="2609149"/>
                </a:lnTo>
                <a:lnTo>
                  <a:pt x="252349" y="2609177"/>
                </a:lnTo>
                <a:lnTo>
                  <a:pt x="253469" y="2609187"/>
                </a:lnTo>
                <a:lnTo>
                  <a:pt x="254435" y="2609180"/>
                </a:lnTo>
                <a:lnTo>
                  <a:pt x="255391" y="2609158"/>
                </a:lnTo>
                <a:lnTo>
                  <a:pt x="256335" y="2609123"/>
                </a:lnTo>
                <a:lnTo>
                  <a:pt x="257268" y="2609074"/>
                </a:lnTo>
                <a:lnTo>
                  <a:pt x="258190" y="2609010"/>
                </a:lnTo>
                <a:lnTo>
                  <a:pt x="259101" y="2608933"/>
                </a:lnTo>
                <a:lnTo>
                  <a:pt x="260000" y="2608841"/>
                </a:lnTo>
                <a:lnTo>
                  <a:pt x="260889" y="2608736"/>
                </a:lnTo>
                <a:close/>
                <a:moveTo>
                  <a:pt x="231537" y="2551930"/>
                </a:moveTo>
                <a:lnTo>
                  <a:pt x="231603" y="2551460"/>
                </a:lnTo>
                <a:lnTo>
                  <a:pt x="231677" y="2550990"/>
                </a:lnTo>
                <a:lnTo>
                  <a:pt x="231761" y="2550523"/>
                </a:lnTo>
                <a:lnTo>
                  <a:pt x="231854" y="2550056"/>
                </a:lnTo>
                <a:lnTo>
                  <a:pt x="231955" y="2549590"/>
                </a:lnTo>
                <a:lnTo>
                  <a:pt x="232065" y="2549126"/>
                </a:lnTo>
                <a:lnTo>
                  <a:pt x="232184" y="2548663"/>
                </a:lnTo>
                <a:lnTo>
                  <a:pt x="232311" y="2548201"/>
                </a:lnTo>
                <a:lnTo>
                  <a:pt x="232448" y="2547740"/>
                </a:lnTo>
                <a:lnTo>
                  <a:pt x="232593" y="2547280"/>
                </a:lnTo>
                <a:lnTo>
                  <a:pt x="232747" y="2546822"/>
                </a:lnTo>
                <a:lnTo>
                  <a:pt x="232910" y="2546365"/>
                </a:lnTo>
                <a:lnTo>
                  <a:pt x="233082" y="2545908"/>
                </a:lnTo>
                <a:lnTo>
                  <a:pt x="233262" y="2545454"/>
                </a:lnTo>
                <a:lnTo>
                  <a:pt x="233452" y="2545000"/>
                </a:lnTo>
                <a:lnTo>
                  <a:pt x="233650" y="2544547"/>
                </a:lnTo>
                <a:lnTo>
                  <a:pt x="233857" y="2544096"/>
                </a:lnTo>
                <a:lnTo>
                  <a:pt x="234086" y="2543634"/>
                </a:lnTo>
                <a:lnTo>
                  <a:pt x="234323" y="2543180"/>
                </a:lnTo>
                <a:lnTo>
                  <a:pt x="234567" y="2542733"/>
                </a:lnTo>
                <a:lnTo>
                  <a:pt x="234820" y="2542292"/>
                </a:lnTo>
                <a:lnTo>
                  <a:pt x="235079" y="2541859"/>
                </a:lnTo>
                <a:lnTo>
                  <a:pt x="235347" y="2541433"/>
                </a:lnTo>
                <a:lnTo>
                  <a:pt x="235622" y="2541014"/>
                </a:lnTo>
                <a:lnTo>
                  <a:pt x="235904" y="2540602"/>
                </a:lnTo>
                <a:lnTo>
                  <a:pt x="236195" y="2540197"/>
                </a:lnTo>
                <a:lnTo>
                  <a:pt x="236493" y="2539799"/>
                </a:lnTo>
                <a:lnTo>
                  <a:pt x="236798" y="2539408"/>
                </a:lnTo>
                <a:lnTo>
                  <a:pt x="237111" y="2539024"/>
                </a:lnTo>
                <a:lnTo>
                  <a:pt x="237432" y="2538647"/>
                </a:lnTo>
                <a:lnTo>
                  <a:pt x="237761" y="2538277"/>
                </a:lnTo>
                <a:lnTo>
                  <a:pt x="238097" y="2537914"/>
                </a:lnTo>
                <a:lnTo>
                  <a:pt x="238440" y="2537558"/>
                </a:lnTo>
                <a:lnTo>
                  <a:pt x="238792" y="2537210"/>
                </a:lnTo>
                <a:lnTo>
                  <a:pt x="239151" y="2536868"/>
                </a:lnTo>
                <a:lnTo>
                  <a:pt x="239517" y="2536533"/>
                </a:lnTo>
                <a:lnTo>
                  <a:pt x="239892" y="2536206"/>
                </a:lnTo>
                <a:lnTo>
                  <a:pt x="240274" y="2535885"/>
                </a:lnTo>
                <a:lnTo>
                  <a:pt x="240663" y="2535572"/>
                </a:lnTo>
                <a:lnTo>
                  <a:pt x="241060" y="2535265"/>
                </a:lnTo>
                <a:lnTo>
                  <a:pt x="241465" y="2534966"/>
                </a:lnTo>
                <a:lnTo>
                  <a:pt x="241891" y="2534676"/>
                </a:lnTo>
                <a:lnTo>
                  <a:pt x="242325" y="2534399"/>
                </a:lnTo>
                <a:lnTo>
                  <a:pt x="242767" y="2534134"/>
                </a:lnTo>
                <a:lnTo>
                  <a:pt x="243217" y="2533881"/>
                </a:lnTo>
                <a:lnTo>
                  <a:pt x="243674" y="2533641"/>
                </a:lnTo>
                <a:lnTo>
                  <a:pt x="244138" y="2533413"/>
                </a:lnTo>
                <a:lnTo>
                  <a:pt x="244611" y="2533197"/>
                </a:lnTo>
                <a:lnTo>
                  <a:pt x="245090" y="2532994"/>
                </a:lnTo>
                <a:lnTo>
                  <a:pt x="245578" y="2532803"/>
                </a:lnTo>
                <a:lnTo>
                  <a:pt x="246073" y="2532624"/>
                </a:lnTo>
                <a:lnTo>
                  <a:pt x="246576" y="2532457"/>
                </a:lnTo>
                <a:lnTo>
                  <a:pt x="247086" y="2532303"/>
                </a:lnTo>
                <a:lnTo>
                  <a:pt x="247604" y="2532162"/>
                </a:lnTo>
                <a:lnTo>
                  <a:pt x="248130" y="2532032"/>
                </a:lnTo>
                <a:lnTo>
                  <a:pt x="248663" y="2531915"/>
                </a:lnTo>
                <a:lnTo>
                  <a:pt x="249204" y="2531810"/>
                </a:lnTo>
                <a:lnTo>
                  <a:pt x="249753" y="2531718"/>
                </a:lnTo>
                <a:lnTo>
                  <a:pt x="250309" y="2531638"/>
                </a:lnTo>
                <a:lnTo>
                  <a:pt x="250873" y="2531570"/>
                </a:lnTo>
                <a:lnTo>
                  <a:pt x="251445" y="2531514"/>
                </a:lnTo>
                <a:lnTo>
                  <a:pt x="252024" y="2531471"/>
                </a:lnTo>
                <a:lnTo>
                  <a:pt x="252610" y="2531440"/>
                </a:lnTo>
                <a:lnTo>
                  <a:pt x="253205" y="2531422"/>
                </a:lnTo>
                <a:lnTo>
                  <a:pt x="253807" y="2531416"/>
                </a:lnTo>
                <a:lnTo>
                  <a:pt x="254340" y="2531421"/>
                </a:lnTo>
                <a:lnTo>
                  <a:pt x="254867" y="2531436"/>
                </a:lnTo>
                <a:lnTo>
                  <a:pt x="255389" y="2531461"/>
                </a:lnTo>
                <a:lnTo>
                  <a:pt x="255906" y="2531496"/>
                </a:lnTo>
                <a:lnTo>
                  <a:pt x="256418" y="2531541"/>
                </a:lnTo>
                <a:lnTo>
                  <a:pt x="256924" y="2531595"/>
                </a:lnTo>
                <a:lnTo>
                  <a:pt x="257425" y="2531660"/>
                </a:lnTo>
                <a:lnTo>
                  <a:pt x="257921" y="2531735"/>
                </a:lnTo>
                <a:lnTo>
                  <a:pt x="258411" y="2531820"/>
                </a:lnTo>
                <a:lnTo>
                  <a:pt x="258896" y="2531915"/>
                </a:lnTo>
                <a:lnTo>
                  <a:pt x="259376" y="2532020"/>
                </a:lnTo>
                <a:lnTo>
                  <a:pt x="259851" y="2532134"/>
                </a:lnTo>
                <a:lnTo>
                  <a:pt x="260320" y="2532259"/>
                </a:lnTo>
                <a:lnTo>
                  <a:pt x="260784" y="2532394"/>
                </a:lnTo>
                <a:lnTo>
                  <a:pt x="261243" y="2532539"/>
                </a:lnTo>
                <a:lnTo>
                  <a:pt x="261697" y="2532693"/>
                </a:lnTo>
                <a:lnTo>
                  <a:pt x="262145" y="2532858"/>
                </a:lnTo>
                <a:lnTo>
                  <a:pt x="262588" y="2533033"/>
                </a:lnTo>
                <a:lnTo>
                  <a:pt x="263025" y="2533217"/>
                </a:lnTo>
                <a:lnTo>
                  <a:pt x="263458" y="2533412"/>
                </a:lnTo>
                <a:lnTo>
                  <a:pt x="263885" y="2533616"/>
                </a:lnTo>
                <a:lnTo>
                  <a:pt x="264307" y="2533831"/>
                </a:lnTo>
                <a:lnTo>
                  <a:pt x="264723" y="2534055"/>
                </a:lnTo>
                <a:lnTo>
                  <a:pt x="265134" y="2534290"/>
                </a:lnTo>
                <a:lnTo>
                  <a:pt x="265539" y="2534533"/>
                </a:lnTo>
                <a:lnTo>
                  <a:pt x="265935" y="2534784"/>
                </a:lnTo>
                <a:lnTo>
                  <a:pt x="266323" y="2535043"/>
                </a:lnTo>
                <a:lnTo>
                  <a:pt x="266703" y="2535309"/>
                </a:lnTo>
                <a:lnTo>
                  <a:pt x="267074" y="2535583"/>
                </a:lnTo>
                <a:lnTo>
                  <a:pt x="267438" y="2535864"/>
                </a:lnTo>
                <a:lnTo>
                  <a:pt x="267793" y="2536153"/>
                </a:lnTo>
                <a:lnTo>
                  <a:pt x="268140" y="2536450"/>
                </a:lnTo>
                <a:lnTo>
                  <a:pt x="268479" y="2536755"/>
                </a:lnTo>
                <a:lnTo>
                  <a:pt x="268809" y="2537067"/>
                </a:lnTo>
                <a:lnTo>
                  <a:pt x="269131" y="2537386"/>
                </a:lnTo>
                <a:lnTo>
                  <a:pt x="269445" y="2537714"/>
                </a:lnTo>
                <a:lnTo>
                  <a:pt x="269751" y="2538048"/>
                </a:lnTo>
                <a:lnTo>
                  <a:pt x="270049" y="2538391"/>
                </a:lnTo>
                <a:lnTo>
                  <a:pt x="270338" y="2538741"/>
                </a:lnTo>
                <a:lnTo>
                  <a:pt x="270620" y="2539099"/>
                </a:lnTo>
                <a:lnTo>
                  <a:pt x="270893" y="2539464"/>
                </a:lnTo>
                <a:lnTo>
                  <a:pt x="271157" y="2539837"/>
                </a:lnTo>
                <a:lnTo>
                  <a:pt x="271414" y="2540218"/>
                </a:lnTo>
                <a:lnTo>
                  <a:pt x="271662" y="2540606"/>
                </a:lnTo>
                <a:lnTo>
                  <a:pt x="271902" y="2541002"/>
                </a:lnTo>
                <a:lnTo>
                  <a:pt x="272134" y="2541406"/>
                </a:lnTo>
                <a:lnTo>
                  <a:pt x="272358" y="2541817"/>
                </a:lnTo>
                <a:lnTo>
                  <a:pt x="272573" y="2542236"/>
                </a:lnTo>
                <a:lnTo>
                  <a:pt x="272794" y="2542647"/>
                </a:lnTo>
                <a:lnTo>
                  <a:pt x="273005" y="2543064"/>
                </a:lnTo>
                <a:lnTo>
                  <a:pt x="273207" y="2543485"/>
                </a:lnTo>
                <a:lnTo>
                  <a:pt x="273400" y="2543912"/>
                </a:lnTo>
                <a:lnTo>
                  <a:pt x="273583" y="2544345"/>
                </a:lnTo>
                <a:lnTo>
                  <a:pt x="273757" y="2544782"/>
                </a:lnTo>
                <a:lnTo>
                  <a:pt x="273921" y="2545225"/>
                </a:lnTo>
                <a:lnTo>
                  <a:pt x="274076" y="2545674"/>
                </a:lnTo>
                <a:lnTo>
                  <a:pt x="274222" y="2546127"/>
                </a:lnTo>
                <a:lnTo>
                  <a:pt x="274358" y="2546586"/>
                </a:lnTo>
                <a:lnTo>
                  <a:pt x="274485" y="2547050"/>
                </a:lnTo>
                <a:lnTo>
                  <a:pt x="274602" y="2547519"/>
                </a:lnTo>
                <a:lnTo>
                  <a:pt x="274710" y="2547994"/>
                </a:lnTo>
                <a:lnTo>
                  <a:pt x="274809" y="2548474"/>
                </a:lnTo>
                <a:lnTo>
                  <a:pt x="274898" y="2548959"/>
                </a:lnTo>
                <a:lnTo>
                  <a:pt x="274978" y="2549449"/>
                </a:lnTo>
                <a:lnTo>
                  <a:pt x="275048" y="2549945"/>
                </a:lnTo>
                <a:lnTo>
                  <a:pt x="275109" y="2550446"/>
                </a:lnTo>
                <a:lnTo>
                  <a:pt x="275161" y="2550953"/>
                </a:lnTo>
                <a:lnTo>
                  <a:pt x="275203" y="2551464"/>
                </a:lnTo>
                <a:lnTo>
                  <a:pt x="275236" y="2551981"/>
                </a:lnTo>
                <a:lnTo>
                  <a:pt x="275260" y="2552503"/>
                </a:lnTo>
                <a:lnTo>
                  <a:pt x="275274" y="2553031"/>
                </a:lnTo>
                <a:lnTo>
                  <a:pt x="275278" y="2553563"/>
                </a:lnTo>
                <a:lnTo>
                  <a:pt x="275278" y="2556100"/>
                </a:lnTo>
                <a:lnTo>
                  <a:pt x="231321" y="2556100"/>
                </a:lnTo>
                <a:lnTo>
                  <a:pt x="231321" y="2555254"/>
                </a:lnTo>
                <a:lnTo>
                  <a:pt x="231325" y="2554776"/>
                </a:lnTo>
                <a:lnTo>
                  <a:pt x="231338" y="2554298"/>
                </a:lnTo>
                <a:lnTo>
                  <a:pt x="231360" y="2553822"/>
                </a:lnTo>
                <a:lnTo>
                  <a:pt x="231391" y="2553347"/>
                </a:lnTo>
                <a:lnTo>
                  <a:pt x="231431" y="2552874"/>
                </a:lnTo>
                <a:lnTo>
                  <a:pt x="231479" y="2552401"/>
                </a:lnTo>
                <a:lnTo>
                  <a:pt x="231537" y="2551930"/>
                </a:lnTo>
                <a:close/>
                <a:moveTo>
                  <a:pt x="338359" y="2600300"/>
                </a:moveTo>
                <a:lnTo>
                  <a:pt x="338716" y="2600660"/>
                </a:lnTo>
                <a:lnTo>
                  <a:pt x="339082" y="2601015"/>
                </a:lnTo>
                <a:lnTo>
                  <a:pt x="339458" y="2601365"/>
                </a:lnTo>
                <a:lnTo>
                  <a:pt x="339843" y="2601709"/>
                </a:lnTo>
                <a:lnTo>
                  <a:pt x="340237" y="2602048"/>
                </a:lnTo>
                <a:lnTo>
                  <a:pt x="340641" y="2602382"/>
                </a:lnTo>
                <a:lnTo>
                  <a:pt x="341055" y="2602710"/>
                </a:lnTo>
                <a:lnTo>
                  <a:pt x="341477" y="2603033"/>
                </a:lnTo>
                <a:lnTo>
                  <a:pt x="341909" y="2603351"/>
                </a:lnTo>
                <a:lnTo>
                  <a:pt x="342351" y="2603664"/>
                </a:lnTo>
                <a:lnTo>
                  <a:pt x="342802" y="2603971"/>
                </a:lnTo>
                <a:lnTo>
                  <a:pt x="343262" y="2604273"/>
                </a:lnTo>
                <a:lnTo>
                  <a:pt x="343731" y="2604570"/>
                </a:lnTo>
                <a:lnTo>
                  <a:pt x="344210" y="2604861"/>
                </a:lnTo>
                <a:lnTo>
                  <a:pt x="344699" y="2605147"/>
                </a:lnTo>
                <a:lnTo>
                  <a:pt x="345197" y="2605428"/>
                </a:lnTo>
                <a:lnTo>
                  <a:pt x="345704" y="2605704"/>
                </a:lnTo>
                <a:lnTo>
                  <a:pt x="346221" y="2605974"/>
                </a:lnTo>
                <a:lnTo>
                  <a:pt x="346760" y="2606237"/>
                </a:lnTo>
                <a:lnTo>
                  <a:pt x="347307" y="2606487"/>
                </a:lnTo>
                <a:lnTo>
                  <a:pt x="347861" y="2606727"/>
                </a:lnTo>
                <a:lnTo>
                  <a:pt x="348423" y="2606956"/>
                </a:lnTo>
                <a:lnTo>
                  <a:pt x="348993" y="2607173"/>
                </a:lnTo>
                <a:lnTo>
                  <a:pt x="349570" y="2607380"/>
                </a:lnTo>
                <a:lnTo>
                  <a:pt x="350155" y="2607575"/>
                </a:lnTo>
                <a:lnTo>
                  <a:pt x="350748" y="2607759"/>
                </a:lnTo>
                <a:lnTo>
                  <a:pt x="351348" y="2607932"/>
                </a:lnTo>
                <a:lnTo>
                  <a:pt x="351956" y="2608094"/>
                </a:lnTo>
                <a:lnTo>
                  <a:pt x="352571" y="2608244"/>
                </a:lnTo>
                <a:lnTo>
                  <a:pt x="353195" y="2608384"/>
                </a:lnTo>
                <a:lnTo>
                  <a:pt x="353825" y="2608512"/>
                </a:lnTo>
                <a:lnTo>
                  <a:pt x="354464" y="2608629"/>
                </a:lnTo>
                <a:lnTo>
                  <a:pt x="355110" y="2608735"/>
                </a:lnTo>
                <a:lnTo>
                  <a:pt x="355763" y="2608830"/>
                </a:lnTo>
                <a:lnTo>
                  <a:pt x="356425" y="2608913"/>
                </a:lnTo>
                <a:lnTo>
                  <a:pt x="357094" y="2608986"/>
                </a:lnTo>
                <a:lnTo>
                  <a:pt x="357770" y="2609047"/>
                </a:lnTo>
                <a:lnTo>
                  <a:pt x="358454" y="2609097"/>
                </a:lnTo>
                <a:lnTo>
                  <a:pt x="359146" y="2609136"/>
                </a:lnTo>
                <a:lnTo>
                  <a:pt x="359846" y="2609164"/>
                </a:lnTo>
                <a:lnTo>
                  <a:pt x="360553" y="2609181"/>
                </a:lnTo>
                <a:lnTo>
                  <a:pt x="361267" y="2609187"/>
                </a:lnTo>
                <a:lnTo>
                  <a:pt x="362067" y="2609178"/>
                </a:lnTo>
                <a:lnTo>
                  <a:pt x="362861" y="2609153"/>
                </a:lnTo>
                <a:lnTo>
                  <a:pt x="363648" y="2609110"/>
                </a:lnTo>
                <a:lnTo>
                  <a:pt x="364428" y="2609050"/>
                </a:lnTo>
                <a:lnTo>
                  <a:pt x="365202" y="2608974"/>
                </a:lnTo>
                <a:lnTo>
                  <a:pt x="365970" y="2608880"/>
                </a:lnTo>
                <a:lnTo>
                  <a:pt x="366731" y="2608770"/>
                </a:lnTo>
                <a:lnTo>
                  <a:pt x="367485" y="2608642"/>
                </a:lnTo>
                <a:lnTo>
                  <a:pt x="368234" y="2608497"/>
                </a:lnTo>
                <a:lnTo>
                  <a:pt x="368975" y="2608335"/>
                </a:lnTo>
                <a:lnTo>
                  <a:pt x="369711" y="2608157"/>
                </a:lnTo>
                <a:lnTo>
                  <a:pt x="370439" y="2607961"/>
                </a:lnTo>
                <a:lnTo>
                  <a:pt x="371162" y="2607748"/>
                </a:lnTo>
                <a:lnTo>
                  <a:pt x="371878" y="2607518"/>
                </a:lnTo>
                <a:lnTo>
                  <a:pt x="372587" y="2607271"/>
                </a:lnTo>
                <a:lnTo>
                  <a:pt x="373290" y="2607008"/>
                </a:lnTo>
                <a:lnTo>
                  <a:pt x="373987" y="2606727"/>
                </a:lnTo>
                <a:lnTo>
                  <a:pt x="374677" y="2606429"/>
                </a:lnTo>
                <a:lnTo>
                  <a:pt x="375360" y="2606114"/>
                </a:lnTo>
                <a:lnTo>
                  <a:pt x="376037" y="2605782"/>
                </a:lnTo>
                <a:lnTo>
                  <a:pt x="376708" y="2605433"/>
                </a:lnTo>
                <a:lnTo>
                  <a:pt x="377372" y="2605067"/>
                </a:lnTo>
                <a:lnTo>
                  <a:pt x="378030" y="2604684"/>
                </a:lnTo>
                <a:lnTo>
                  <a:pt x="378681" y="2604284"/>
                </a:lnTo>
                <a:lnTo>
                  <a:pt x="379338" y="2603853"/>
                </a:lnTo>
                <a:lnTo>
                  <a:pt x="379983" y="2603407"/>
                </a:lnTo>
                <a:lnTo>
                  <a:pt x="380618" y="2602944"/>
                </a:lnTo>
                <a:lnTo>
                  <a:pt x="381241" y="2602466"/>
                </a:lnTo>
                <a:lnTo>
                  <a:pt x="381853" y="2601972"/>
                </a:lnTo>
                <a:lnTo>
                  <a:pt x="382454" y="2601462"/>
                </a:lnTo>
                <a:lnTo>
                  <a:pt x="383043" y="2600937"/>
                </a:lnTo>
                <a:lnTo>
                  <a:pt x="383622" y="2600395"/>
                </a:lnTo>
                <a:lnTo>
                  <a:pt x="384189" y="2599838"/>
                </a:lnTo>
                <a:lnTo>
                  <a:pt x="384746" y="2599265"/>
                </a:lnTo>
                <a:lnTo>
                  <a:pt x="385291" y="2598675"/>
                </a:lnTo>
                <a:lnTo>
                  <a:pt x="385825" y="2598070"/>
                </a:lnTo>
                <a:lnTo>
                  <a:pt x="386347" y="2597450"/>
                </a:lnTo>
                <a:lnTo>
                  <a:pt x="386859" y="2596813"/>
                </a:lnTo>
                <a:lnTo>
                  <a:pt x="387359" y="2596161"/>
                </a:lnTo>
                <a:lnTo>
                  <a:pt x="387849" y="2595492"/>
                </a:lnTo>
                <a:lnTo>
                  <a:pt x="388327" y="2594808"/>
                </a:lnTo>
                <a:lnTo>
                  <a:pt x="388794" y="2594108"/>
                </a:lnTo>
                <a:lnTo>
                  <a:pt x="389250" y="2593392"/>
                </a:lnTo>
                <a:lnTo>
                  <a:pt x="389694" y="2592660"/>
                </a:lnTo>
                <a:lnTo>
                  <a:pt x="390128" y="2591913"/>
                </a:lnTo>
                <a:lnTo>
                  <a:pt x="390550" y="2591149"/>
                </a:lnTo>
                <a:lnTo>
                  <a:pt x="390961" y="2590370"/>
                </a:lnTo>
                <a:lnTo>
                  <a:pt x="391361" y="2589575"/>
                </a:lnTo>
                <a:lnTo>
                  <a:pt x="391748" y="2588750"/>
                </a:lnTo>
                <a:lnTo>
                  <a:pt x="392118" y="2587910"/>
                </a:lnTo>
                <a:lnTo>
                  <a:pt x="392471" y="2587055"/>
                </a:lnTo>
                <a:lnTo>
                  <a:pt x="392808" y="2586184"/>
                </a:lnTo>
                <a:lnTo>
                  <a:pt x="393128" y="2585298"/>
                </a:lnTo>
                <a:lnTo>
                  <a:pt x="393432" y="2584397"/>
                </a:lnTo>
                <a:lnTo>
                  <a:pt x="393720" y="2583481"/>
                </a:lnTo>
                <a:lnTo>
                  <a:pt x="393991" y="2582549"/>
                </a:lnTo>
                <a:lnTo>
                  <a:pt x="394246" y="2581602"/>
                </a:lnTo>
                <a:lnTo>
                  <a:pt x="394484" y="2580640"/>
                </a:lnTo>
                <a:lnTo>
                  <a:pt x="394706" y="2579663"/>
                </a:lnTo>
                <a:lnTo>
                  <a:pt x="394912" y="2578670"/>
                </a:lnTo>
                <a:lnTo>
                  <a:pt x="395101" y="2577662"/>
                </a:lnTo>
                <a:lnTo>
                  <a:pt x="395273" y="2576639"/>
                </a:lnTo>
                <a:lnTo>
                  <a:pt x="395430" y="2575600"/>
                </a:lnTo>
                <a:lnTo>
                  <a:pt x="395569" y="2574547"/>
                </a:lnTo>
                <a:lnTo>
                  <a:pt x="395693" y="2573478"/>
                </a:lnTo>
                <a:lnTo>
                  <a:pt x="395799" y="2572393"/>
                </a:lnTo>
                <a:lnTo>
                  <a:pt x="395890" y="2571294"/>
                </a:lnTo>
                <a:lnTo>
                  <a:pt x="395964" y="2570179"/>
                </a:lnTo>
                <a:lnTo>
                  <a:pt x="396021" y="2569049"/>
                </a:lnTo>
                <a:lnTo>
                  <a:pt x="396062" y="2567904"/>
                </a:lnTo>
                <a:lnTo>
                  <a:pt x="396087" y="2566743"/>
                </a:lnTo>
                <a:lnTo>
                  <a:pt x="396095" y="2565567"/>
                </a:lnTo>
                <a:lnTo>
                  <a:pt x="396095" y="2563369"/>
                </a:lnTo>
                <a:lnTo>
                  <a:pt x="396087" y="2562097"/>
                </a:lnTo>
                <a:lnTo>
                  <a:pt x="396064" y="2560845"/>
                </a:lnTo>
                <a:lnTo>
                  <a:pt x="396024" y="2559613"/>
                </a:lnTo>
                <a:lnTo>
                  <a:pt x="395968" y="2558401"/>
                </a:lnTo>
                <a:lnTo>
                  <a:pt x="395897" y="2557208"/>
                </a:lnTo>
                <a:lnTo>
                  <a:pt x="395810" y="2556036"/>
                </a:lnTo>
                <a:lnTo>
                  <a:pt x="395707" y="2554884"/>
                </a:lnTo>
                <a:lnTo>
                  <a:pt x="395588" y="2553751"/>
                </a:lnTo>
                <a:lnTo>
                  <a:pt x="395453" y="2552639"/>
                </a:lnTo>
                <a:lnTo>
                  <a:pt x="395303" y="2551546"/>
                </a:lnTo>
                <a:lnTo>
                  <a:pt x="395136" y="2550474"/>
                </a:lnTo>
                <a:lnTo>
                  <a:pt x="394954" y="2549421"/>
                </a:lnTo>
                <a:lnTo>
                  <a:pt x="394756" y="2548389"/>
                </a:lnTo>
                <a:lnTo>
                  <a:pt x="394542" y="2547376"/>
                </a:lnTo>
                <a:lnTo>
                  <a:pt x="394312" y="2546384"/>
                </a:lnTo>
                <a:lnTo>
                  <a:pt x="394066" y="2545411"/>
                </a:lnTo>
                <a:lnTo>
                  <a:pt x="393805" y="2544458"/>
                </a:lnTo>
                <a:lnTo>
                  <a:pt x="393528" y="2543525"/>
                </a:lnTo>
                <a:lnTo>
                  <a:pt x="393234" y="2542612"/>
                </a:lnTo>
                <a:lnTo>
                  <a:pt x="392925" y="2541719"/>
                </a:lnTo>
                <a:lnTo>
                  <a:pt x="392600" y="2540847"/>
                </a:lnTo>
                <a:lnTo>
                  <a:pt x="392260" y="2539994"/>
                </a:lnTo>
                <a:lnTo>
                  <a:pt x="391903" y="2539161"/>
                </a:lnTo>
                <a:lnTo>
                  <a:pt x="391530" y="2538347"/>
                </a:lnTo>
                <a:lnTo>
                  <a:pt x="391158" y="2537553"/>
                </a:lnTo>
                <a:lnTo>
                  <a:pt x="390774" y="2536777"/>
                </a:lnTo>
                <a:lnTo>
                  <a:pt x="390379" y="2536017"/>
                </a:lnTo>
                <a:lnTo>
                  <a:pt x="389971" y="2535276"/>
                </a:lnTo>
                <a:lnTo>
                  <a:pt x="389552" y="2534552"/>
                </a:lnTo>
                <a:lnTo>
                  <a:pt x="389121" y="2533846"/>
                </a:lnTo>
                <a:lnTo>
                  <a:pt x="388679" y="2533157"/>
                </a:lnTo>
                <a:lnTo>
                  <a:pt x="388224" y="2532486"/>
                </a:lnTo>
                <a:lnTo>
                  <a:pt x="387758" y="2531833"/>
                </a:lnTo>
                <a:lnTo>
                  <a:pt x="387280" y="2531197"/>
                </a:lnTo>
                <a:lnTo>
                  <a:pt x="386791" y="2530579"/>
                </a:lnTo>
                <a:lnTo>
                  <a:pt x="386289" y="2529979"/>
                </a:lnTo>
                <a:lnTo>
                  <a:pt x="385776" y="2529396"/>
                </a:lnTo>
                <a:lnTo>
                  <a:pt x="385251" y="2528830"/>
                </a:lnTo>
                <a:lnTo>
                  <a:pt x="384715" y="2528283"/>
                </a:lnTo>
                <a:lnTo>
                  <a:pt x="384167" y="2527753"/>
                </a:lnTo>
                <a:lnTo>
                  <a:pt x="383607" y="2527240"/>
                </a:lnTo>
                <a:lnTo>
                  <a:pt x="383035" y="2526745"/>
                </a:lnTo>
                <a:lnTo>
                  <a:pt x="382451" y="2526268"/>
                </a:lnTo>
                <a:lnTo>
                  <a:pt x="381856" y="2525808"/>
                </a:lnTo>
                <a:lnTo>
                  <a:pt x="381249" y="2525366"/>
                </a:lnTo>
                <a:lnTo>
                  <a:pt x="380630" y="2524942"/>
                </a:lnTo>
                <a:lnTo>
                  <a:pt x="380000" y="2524535"/>
                </a:lnTo>
                <a:lnTo>
                  <a:pt x="379358" y="2524146"/>
                </a:lnTo>
                <a:lnTo>
                  <a:pt x="378720" y="2523759"/>
                </a:lnTo>
                <a:lnTo>
                  <a:pt x="378074" y="2523390"/>
                </a:lnTo>
                <a:lnTo>
                  <a:pt x="377421" y="2523036"/>
                </a:lnTo>
                <a:lnTo>
                  <a:pt x="376761" y="2522699"/>
                </a:lnTo>
                <a:lnTo>
                  <a:pt x="376092" y="2522379"/>
                </a:lnTo>
                <a:lnTo>
                  <a:pt x="375416" y="2522075"/>
                </a:lnTo>
                <a:lnTo>
                  <a:pt x="374733" y="2521787"/>
                </a:lnTo>
                <a:lnTo>
                  <a:pt x="374041" y="2521516"/>
                </a:lnTo>
                <a:lnTo>
                  <a:pt x="373343" y="2521261"/>
                </a:lnTo>
                <a:lnTo>
                  <a:pt x="372636" y="2521023"/>
                </a:lnTo>
                <a:lnTo>
                  <a:pt x="371922" y="2520801"/>
                </a:lnTo>
                <a:lnTo>
                  <a:pt x="371200" y="2520595"/>
                </a:lnTo>
                <a:lnTo>
                  <a:pt x="370471" y="2520406"/>
                </a:lnTo>
                <a:lnTo>
                  <a:pt x="369734" y="2520234"/>
                </a:lnTo>
                <a:lnTo>
                  <a:pt x="368989" y="2520078"/>
                </a:lnTo>
                <a:lnTo>
                  <a:pt x="368237" y="2519938"/>
                </a:lnTo>
                <a:lnTo>
                  <a:pt x="367477" y="2519815"/>
                </a:lnTo>
                <a:lnTo>
                  <a:pt x="366709" y="2519708"/>
                </a:lnTo>
                <a:lnTo>
                  <a:pt x="365934" y="2519617"/>
                </a:lnTo>
                <a:lnTo>
                  <a:pt x="365151" y="2519544"/>
                </a:lnTo>
                <a:lnTo>
                  <a:pt x="364361" y="2519486"/>
                </a:lnTo>
                <a:lnTo>
                  <a:pt x="363563" y="2519445"/>
                </a:lnTo>
                <a:lnTo>
                  <a:pt x="362757" y="2519420"/>
                </a:lnTo>
                <a:lnTo>
                  <a:pt x="361944" y="2519412"/>
                </a:lnTo>
                <a:lnTo>
                  <a:pt x="361159" y="2519418"/>
                </a:lnTo>
                <a:lnTo>
                  <a:pt x="360383" y="2519437"/>
                </a:lnTo>
                <a:lnTo>
                  <a:pt x="359616" y="2519467"/>
                </a:lnTo>
                <a:lnTo>
                  <a:pt x="358858" y="2519511"/>
                </a:lnTo>
                <a:lnTo>
                  <a:pt x="358109" y="2519566"/>
                </a:lnTo>
                <a:lnTo>
                  <a:pt x="357368" y="2519634"/>
                </a:lnTo>
                <a:lnTo>
                  <a:pt x="356637" y="2519714"/>
                </a:lnTo>
                <a:lnTo>
                  <a:pt x="355914" y="2519807"/>
                </a:lnTo>
                <a:lnTo>
                  <a:pt x="355199" y="2519911"/>
                </a:lnTo>
                <a:lnTo>
                  <a:pt x="354494" y="2520028"/>
                </a:lnTo>
                <a:lnTo>
                  <a:pt x="353798" y="2520158"/>
                </a:lnTo>
                <a:lnTo>
                  <a:pt x="353110" y="2520300"/>
                </a:lnTo>
                <a:lnTo>
                  <a:pt x="352431" y="2520454"/>
                </a:lnTo>
                <a:lnTo>
                  <a:pt x="351761" y="2520620"/>
                </a:lnTo>
                <a:lnTo>
                  <a:pt x="351100" y="2520799"/>
                </a:lnTo>
                <a:lnTo>
                  <a:pt x="350447" y="2520990"/>
                </a:lnTo>
                <a:lnTo>
                  <a:pt x="349803" y="2521193"/>
                </a:lnTo>
                <a:lnTo>
                  <a:pt x="349169" y="2521409"/>
                </a:lnTo>
                <a:lnTo>
                  <a:pt x="348542" y="2521637"/>
                </a:lnTo>
                <a:lnTo>
                  <a:pt x="347925" y="2521878"/>
                </a:lnTo>
                <a:lnTo>
                  <a:pt x="347317" y="2522130"/>
                </a:lnTo>
                <a:lnTo>
                  <a:pt x="346717" y="2522395"/>
                </a:lnTo>
                <a:lnTo>
                  <a:pt x="346126" y="2522673"/>
                </a:lnTo>
                <a:lnTo>
                  <a:pt x="345544" y="2522962"/>
                </a:lnTo>
                <a:lnTo>
                  <a:pt x="344986" y="2523264"/>
                </a:lnTo>
                <a:lnTo>
                  <a:pt x="344438" y="2523578"/>
                </a:lnTo>
                <a:lnTo>
                  <a:pt x="343901" y="2523903"/>
                </a:lnTo>
                <a:lnTo>
                  <a:pt x="343375" y="2524240"/>
                </a:lnTo>
                <a:lnTo>
                  <a:pt x="342858" y="2524588"/>
                </a:lnTo>
                <a:lnTo>
                  <a:pt x="342353" y="2524949"/>
                </a:lnTo>
                <a:lnTo>
                  <a:pt x="341858" y="2525321"/>
                </a:lnTo>
                <a:lnTo>
                  <a:pt x="341374" y="2525705"/>
                </a:lnTo>
                <a:lnTo>
                  <a:pt x="340900" y="2526101"/>
                </a:lnTo>
                <a:lnTo>
                  <a:pt x="340437" y="2526508"/>
                </a:lnTo>
                <a:lnTo>
                  <a:pt x="339984" y="2526927"/>
                </a:lnTo>
                <a:lnTo>
                  <a:pt x="339542" y="2527358"/>
                </a:lnTo>
                <a:lnTo>
                  <a:pt x="339111" y="2527801"/>
                </a:lnTo>
                <a:lnTo>
                  <a:pt x="338690" y="2528255"/>
                </a:lnTo>
                <a:lnTo>
                  <a:pt x="338280" y="2528721"/>
                </a:lnTo>
                <a:lnTo>
                  <a:pt x="337880" y="2529199"/>
                </a:lnTo>
                <a:lnTo>
                  <a:pt x="337491" y="2529689"/>
                </a:lnTo>
                <a:lnTo>
                  <a:pt x="337112" y="2530190"/>
                </a:lnTo>
                <a:lnTo>
                  <a:pt x="336744" y="2530703"/>
                </a:lnTo>
                <a:lnTo>
                  <a:pt x="336386" y="2531228"/>
                </a:lnTo>
                <a:lnTo>
                  <a:pt x="336040" y="2531764"/>
                </a:lnTo>
                <a:lnTo>
                  <a:pt x="335703" y="2532313"/>
                </a:lnTo>
                <a:lnTo>
                  <a:pt x="335377" y="2532873"/>
                </a:lnTo>
                <a:lnTo>
                  <a:pt x="335062" y="2533445"/>
                </a:lnTo>
                <a:lnTo>
                  <a:pt x="333202" y="2521102"/>
                </a:lnTo>
                <a:lnTo>
                  <a:pt x="319508" y="2521102"/>
                </a:lnTo>
                <a:lnTo>
                  <a:pt x="319508" y="2638097"/>
                </a:lnTo>
                <a:lnTo>
                  <a:pt x="336415" y="2638097"/>
                </a:lnTo>
                <a:lnTo>
                  <a:pt x="336415" y="2598028"/>
                </a:lnTo>
                <a:lnTo>
                  <a:pt x="336715" y="2598420"/>
                </a:lnTo>
                <a:lnTo>
                  <a:pt x="337025" y="2598807"/>
                </a:lnTo>
                <a:lnTo>
                  <a:pt x="337344" y="2599188"/>
                </a:lnTo>
                <a:lnTo>
                  <a:pt x="337673" y="2599564"/>
                </a:lnTo>
                <a:lnTo>
                  <a:pt x="338011" y="2599935"/>
                </a:lnTo>
                <a:lnTo>
                  <a:pt x="338359" y="2600300"/>
                </a:lnTo>
                <a:close/>
                <a:moveTo>
                  <a:pt x="352044" y="2596262"/>
                </a:moveTo>
                <a:lnTo>
                  <a:pt x="351364" y="2596063"/>
                </a:lnTo>
                <a:lnTo>
                  <a:pt x="350695" y="2595840"/>
                </a:lnTo>
                <a:lnTo>
                  <a:pt x="350037" y="2595593"/>
                </a:lnTo>
                <a:lnTo>
                  <a:pt x="349391" y="2595323"/>
                </a:lnTo>
                <a:lnTo>
                  <a:pt x="348755" y="2595030"/>
                </a:lnTo>
                <a:lnTo>
                  <a:pt x="348131" y="2594713"/>
                </a:lnTo>
                <a:lnTo>
                  <a:pt x="347518" y="2594372"/>
                </a:lnTo>
                <a:lnTo>
                  <a:pt x="346916" y="2594008"/>
                </a:lnTo>
                <a:lnTo>
                  <a:pt x="346325" y="2593621"/>
                </a:lnTo>
                <a:lnTo>
                  <a:pt x="345745" y="2593210"/>
                </a:lnTo>
                <a:lnTo>
                  <a:pt x="345176" y="2592775"/>
                </a:lnTo>
                <a:lnTo>
                  <a:pt x="344619" y="2592317"/>
                </a:lnTo>
                <a:lnTo>
                  <a:pt x="344073" y="2591836"/>
                </a:lnTo>
                <a:lnTo>
                  <a:pt x="343538" y="2591331"/>
                </a:lnTo>
                <a:lnTo>
                  <a:pt x="343014" y="2590803"/>
                </a:lnTo>
                <a:lnTo>
                  <a:pt x="342501" y="2590251"/>
                </a:lnTo>
                <a:lnTo>
                  <a:pt x="342004" y="2589675"/>
                </a:lnTo>
                <a:lnTo>
                  <a:pt x="341529" y="2589072"/>
                </a:lnTo>
                <a:lnTo>
                  <a:pt x="341075" y="2588444"/>
                </a:lnTo>
                <a:lnTo>
                  <a:pt x="340641" y="2587790"/>
                </a:lnTo>
                <a:lnTo>
                  <a:pt x="340229" y="2587110"/>
                </a:lnTo>
                <a:lnTo>
                  <a:pt x="339838" y="2586405"/>
                </a:lnTo>
                <a:lnTo>
                  <a:pt x="339468" y="2585673"/>
                </a:lnTo>
                <a:lnTo>
                  <a:pt x="339120" y="2584916"/>
                </a:lnTo>
                <a:lnTo>
                  <a:pt x="338792" y="2584133"/>
                </a:lnTo>
                <a:lnTo>
                  <a:pt x="338486" y="2583324"/>
                </a:lnTo>
                <a:lnTo>
                  <a:pt x="338200" y="2582489"/>
                </a:lnTo>
                <a:lnTo>
                  <a:pt x="337936" y="2581629"/>
                </a:lnTo>
                <a:lnTo>
                  <a:pt x="337693" y="2580742"/>
                </a:lnTo>
                <a:lnTo>
                  <a:pt x="337471" y="2579830"/>
                </a:lnTo>
                <a:lnTo>
                  <a:pt x="337270" y="2578892"/>
                </a:lnTo>
                <a:lnTo>
                  <a:pt x="337091" y="2577928"/>
                </a:lnTo>
                <a:lnTo>
                  <a:pt x="336932" y="2576938"/>
                </a:lnTo>
                <a:lnTo>
                  <a:pt x="336795" y="2575923"/>
                </a:lnTo>
                <a:lnTo>
                  <a:pt x="336679" y="2574881"/>
                </a:lnTo>
                <a:lnTo>
                  <a:pt x="336584" y="2573814"/>
                </a:lnTo>
                <a:lnTo>
                  <a:pt x="336510" y="2572721"/>
                </a:lnTo>
                <a:lnTo>
                  <a:pt x="336457" y="2571602"/>
                </a:lnTo>
                <a:lnTo>
                  <a:pt x="336425" y="2570457"/>
                </a:lnTo>
                <a:lnTo>
                  <a:pt x="336415" y="2569287"/>
                </a:lnTo>
                <a:lnTo>
                  <a:pt x="336415" y="2559481"/>
                </a:lnTo>
                <a:lnTo>
                  <a:pt x="336420" y="2558615"/>
                </a:lnTo>
                <a:lnTo>
                  <a:pt x="336436" y="2557764"/>
                </a:lnTo>
                <a:lnTo>
                  <a:pt x="336462" y="2556929"/>
                </a:lnTo>
                <a:lnTo>
                  <a:pt x="336499" y="2556109"/>
                </a:lnTo>
                <a:lnTo>
                  <a:pt x="336547" y="2555304"/>
                </a:lnTo>
                <a:lnTo>
                  <a:pt x="336605" y="2554515"/>
                </a:lnTo>
                <a:lnTo>
                  <a:pt x="336673" y="2553740"/>
                </a:lnTo>
                <a:lnTo>
                  <a:pt x="336753" y="2552981"/>
                </a:lnTo>
                <a:lnTo>
                  <a:pt x="336843" y="2552237"/>
                </a:lnTo>
                <a:lnTo>
                  <a:pt x="336943" y="2551509"/>
                </a:lnTo>
                <a:lnTo>
                  <a:pt x="337054" y="2550796"/>
                </a:lnTo>
                <a:lnTo>
                  <a:pt x="337175" y="2550098"/>
                </a:lnTo>
                <a:lnTo>
                  <a:pt x="337307" y="2549415"/>
                </a:lnTo>
                <a:lnTo>
                  <a:pt x="337450" y="2548747"/>
                </a:lnTo>
                <a:lnTo>
                  <a:pt x="337603" y="2548095"/>
                </a:lnTo>
                <a:lnTo>
                  <a:pt x="337767" y="2547458"/>
                </a:lnTo>
                <a:lnTo>
                  <a:pt x="337941" y="2546837"/>
                </a:lnTo>
                <a:lnTo>
                  <a:pt x="338126" y="2546230"/>
                </a:lnTo>
                <a:lnTo>
                  <a:pt x="338322" y="2545639"/>
                </a:lnTo>
                <a:lnTo>
                  <a:pt x="338528" y="2545063"/>
                </a:lnTo>
                <a:lnTo>
                  <a:pt x="338744" y="2544503"/>
                </a:lnTo>
                <a:lnTo>
                  <a:pt x="338972" y="2543957"/>
                </a:lnTo>
                <a:lnTo>
                  <a:pt x="339209" y="2543427"/>
                </a:lnTo>
                <a:lnTo>
                  <a:pt x="339458" y="2542912"/>
                </a:lnTo>
                <a:lnTo>
                  <a:pt x="339714" y="2542397"/>
                </a:lnTo>
                <a:lnTo>
                  <a:pt x="339978" y="2541896"/>
                </a:lnTo>
                <a:lnTo>
                  <a:pt x="340248" y="2541407"/>
                </a:lnTo>
                <a:lnTo>
                  <a:pt x="340524" y="2540930"/>
                </a:lnTo>
                <a:lnTo>
                  <a:pt x="340806" y="2540467"/>
                </a:lnTo>
                <a:lnTo>
                  <a:pt x="341096" y="2540017"/>
                </a:lnTo>
                <a:lnTo>
                  <a:pt x="341391" y="2539580"/>
                </a:lnTo>
                <a:lnTo>
                  <a:pt x="341693" y="2539155"/>
                </a:lnTo>
                <a:lnTo>
                  <a:pt x="342002" y="2538744"/>
                </a:lnTo>
                <a:lnTo>
                  <a:pt x="342317" y="2538345"/>
                </a:lnTo>
                <a:lnTo>
                  <a:pt x="342638" y="2537959"/>
                </a:lnTo>
                <a:lnTo>
                  <a:pt x="342966" y="2537587"/>
                </a:lnTo>
                <a:lnTo>
                  <a:pt x="343300" y="2537227"/>
                </a:lnTo>
                <a:lnTo>
                  <a:pt x="343641" y="2536880"/>
                </a:lnTo>
                <a:lnTo>
                  <a:pt x="343988" y="2536546"/>
                </a:lnTo>
                <a:lnTo>
                  <a:pt x="344342" y="2536225"/>
                </a:lnTo>
                <a:lnTo>
                  <a:pt x="344702" y="2535917"/>
                </a:lnTo>
                <a:lnTo>
                  <a:pt x="345069" y="2535621"/>
                </a:lnTo>
                <a:lnTo>
                  <a:pt x="345442" y="2535339"/>
                </a:lnTo>
                <a:lnTo>
                  <a:pt x="345821" y="2535069"/>
                </a:lnTo>
                <a:lnTo>
                  <a:pt x="346207" y="2534813"/>
                </a:lnTo>
                <a:lnTo>
                  <a:pt x="346600" y="2534569"/>
                </a:lnTo>
                <a:lnTo>
                  <a:pt x="346999" y="2534339"/>
                </a:lnTo>
                <a:lnTo>
                  <a:pt x="347404" y="2534121"/>
                </a:lnTo>
                <a:lnTo>
                  <a:pt x="347814" y="2533900"/>
                </a:lnTo>
                <a:lnTo>
                  <a:pt x="348226" y="2533689"/>
                </a:lnTo>
                <a:lnTo>
                  <a:pt x="348640" y="2533487"/>
                </a:lnTo>
                <a:lnTo>
                  <a:pt x="349057" y="2533294"/>
                </a:lnTo>
                <a:lnTo>
                  <a:pt x="349476" y="2533111"/>
                </a:lnTo>
                <a:lnTo>
                  <a:pt x="349898" y="2532937"/>
                </a:lnTo>
                <a:lnTo>
                  <a:pt x="350321" y="2532773"/>
                </a:lnTo>
                <a:lnTo>
                  <a:pt x="350748" y="2532618"/>
                </a:lnTo>
                <a:lnTo>
                  <a:pt x="351176" y="2532472"/>
                </a:lnTo>
                <a:lnTo>
                  <a:pt x="351607" y="2532336"/>
                </a:lnTo>
                <a:lnTo>
                  <a:pt x="352040" y="2532209"/>
                </a:lnTo>
                <a:lnTo>
                  <a:pt x="352476" y="2532092"/>
                </a:lnTo>
                <a:lnTo>
                  <a:pt x="352914" y="2531984"/>
                </a:lnTo>
                <a:lnTo>
                  <a:pt x="353354" y="2531885"/>
                </a:lnTo>
                <a:lnTo>
                  <a:pt x="353797" y="2531796"/>
                </a:lnTo>
                <a:lnTo>
                  <a:pt x="354242" y="2531716"/>
                </a:lnTo>
                <a:lnTo>
                  <a:pt x="354689" y="2531646"/>
                </a:lnTo>
                <a:lnTo>
                  <a:pt x="355139" y="2531585"/>
                </a:lnTo>
                <a:lnTo>
                  <a:pt x="355591" y="2531533"/>
                </a:lnTo>
                <a:lnTo>
                  <a:pt x="356045" y="2531491"/>
                </a:lnTo>
                <a:lnTo>
                  <a:pt x="356502" y="2531458"/>
                </a:lnTo>
                <a:lnTo>
                  <a:pt x="356961" y="2531435"/>
                </a:lnTo>
                <a:lnTo>
                  <a:pt x="357422" y="2531420"/>
                </a:lnTo>
                <a:lnTo>
                  <a:pt x="357886" y="2531416"/>
                </a:lnTo>
                <a:lnTo>
                  <a:pt x="358363" y="2531421"/>
                </a:lnTo>
                <a:lnTo>
                  <a:pt x="358837" y="2531436"/>
                </a:lnTo>
                <a:lnTo>
                  <a:pt x="359307" y="2531461"/>
                </a:lnTo>
                <a:lnTo>
                  <a:pt x="359774" y="2531496"/>
                </a:lnTo>
                <a:lnTo>
                  <a:pt x="360237" y="2531541"/>
                </a:lnTo>
                <a:lnTo>
                  <a:pt x="360697" y="2531595"/>
                </a:lnTo>
                <a:lnTo>
                  <a:pt x="361153" y="2531660"/>
                </a:lnTo>
                <a:lnTo>
                  <a:pt x="361606" y="2531735"/>
                </a:lnTo>
                <a:lnTo>
                  <a:pt x="362055" y="2531820"/>
                </a:lnTo>
                <a:lnTo>
                  <a:pt x="362500" y="2531915"/>
                </a:lnTo>
                <a:lnTo>
                  <a:pt x="362942" y="2532020"/>
                </a:lnTo>
                <a:lnTo>
                  <a:pt x="363381" y="2532134"/>
                </a:lnTo>
                <a:lnTo>
                  <a:pt x="363816" y="2532259"/>
                </a:lnTo>
                <a:lnTo>
                  <a:pt x="364247" y="2532394"/>
                </a:lnTo>
                <a:lnTo>
                  <a:pt x="364675" y="2532539"/>
                </a:lnTo>
                <a:lnTo>
                  <a:pt x="365100" y="2532693"/>
                </a:lnTo>
                <a:lnTo>
                  <a:pt x="365521" y="2532858"/>
                </a:lnTo>
                <a:lnTo>
                  <a:pt x="365938" y="2533033"/>
                </a:lnTo>
                <a:lnTo>
                  <a:pt x="366352" y="2533217"/>
                </a:lnTo>
                <a:lnTo>
                  <a:pt x="366762" y="2533412"/>
                </a:lnTo>
                <a:lnTo>
                  <a:pt x="367169" y="2533616"/>
                </a:lnTo>
                <a:lnTo>
                  <a:pt x="367572" y="2533831"/>
                </a:lnTo>
                <a:lnTo>
                  <a:pt x="367972" y="2534055"/>
                </a:lnTo>
                <a:lnTo>
                  <a:pt x="368368" y="2534290"/>
                </a:lnTo>
                <a:lnTo>
                  <a:pt x="368773" y="2534521"/>
                </a:lnTo>
                <a:lnTo>
                  <a:pt x="369171" y="2534764"/>
                </a:lnTo>
                <a:lnTo>
                  <a:pt x="369562" y="2535019"/>
                </a:lnTo>
                <a:lnTo>
                  <a:pt x="369946" y="2535286"/>
                </a:lnTo>
                <a:lnTo>
                  <a:pt x="370323" y="2535564"/>
                </a:lnTo>
                <a:lnTo>
                  <a:pt x="370693" y="2535854"/>
                </a:lnTo>
                <a:lnTo>
                  <a:pt x="371056" y="2536156"/>
                </a:lnTo>
                <a:lnTo>
                  <a:pt x="371411" y="2536469"/>
                </a:lnTo>
                <a:lnTo>
                  <a:pt x="371760" y="2536794"/>
                </a:lnTo>
                <a:lnTo>
                  <a:pt x="372102" y="2537131"/>
                </a:lnTo>
                <a:lnTo>
                  <a:pt x="372436" y="2537480"/>
                </a:lnTo>
                <a:lnTo>
                  <a:pt x="372764" y="2537840"/>
                </a:lnTo>
                <a:lnTo>
                  <a:pt x="373084" y="2538212"/>
                </a:lnTo>
                <a:lnTo>
                  <a:pt x="373398" y="2538596"/>
                </a:lnTo>
                <a:lnTo>
                  <a:pt x="373704" y="2538992"/>
                </a:lnTo>
                <a:lnTo>
                  <a:pt x="374004" y="2539399"/>
                </a:lnTo>
                <a:lnTo>
                  <a:pt x="374296" y="2539819"/>
                </a:lnTo>
                <a:lnTo>
                  <a:pt x="374581" y="2540249"/>
                </a:lnTo>
                <a:lnTo>
                  <a:pt x="374860" y="2540692"/>
                </a:lnTo>
                <a:lnTo>
                  <a:pt x="375131" y="2541146"/>
                </a:lnTo>
                <a:lnTo>
                  <a:pt x="375395" y="2541612"/>
                </a:lnTo>
                <a:lnTo>
                  <a:pt x="375652" y="2542090"/>
                </a:lnTo>
                <a:lnTo>
                  <a:pt x="375902" y="2542580"/>
                </a:lnTo>
                <a:lnTo>
                  <a:pt x="376145" y="2543081"/>
                </a:lnTo>
                <a:lnTo>
                  <a:pt x="376380" y="2543596"/>
                </a:lnTo>
                <a:lnTo>
                  <a:pt x="376604" y="2544125"/>
                </a:lnTo>
                <a:lnTo>
                  <a:pt x="376819" y="2544669"/>
                </a:lnTo>
                <a:lnTo>
                  <a:pt x="377024" y="2545228"/>
                </a:lnTo>
                <a:lnTo>
                  <a:pt x="377218" y="2545801"/>
                </a:lnTo>
                <a:lnTo>
                  <a:pt x="377403" y="2546389"/>
                </a:lnTo>
                <a:lnTo>
                  <a:pt x="377577" y="2546991"/>
                </a:lnTo>
                <a:lnTo>
                  <a:pt x="377742" y="2547609"/>
                </a:lnTo>
                <a:lnTo>
                  <a:pt x="377897" y="2548241"/>
                </a:lnTo>
                <a:lnTo>
                  <a:pt x="378042" y="2548887"/>
                </a:lnTo>
                <a:lnTo>
                  <a:pt x="378176" y="2549548"/>
                </a:lnTo>
                <a:lnTo>
                  <a:pt x="378301" y="2550224"/>
                </a:lnTo>
                <a:lnTo>
                  <a:pt x="378416" y="2550915"/>
                </a:lnTo>
                <a:lnTo>
                  <a:pt x="378521" y="2551620"/>
                </a:lnTo>
                <a:lnTo>
                  <a:pt x="378615" y="2552340"/>
                </a:lnTo>
                <a:lnTo>
                  <a:pt x="378700" y="2553075"/>
                </a:lnTo>
                <a:lnTo>
                  <a:pt x="378775" y="2553824"/>
                </a:lnTo>
                <a:lnTo>
                  <a:pt x="378840" y="2554588"/>
                </a:lnTo>
                <a:lnTo>
                  <a:pt x="378895" y="2555367"/>
                </a:lnTo>
                <a:lnTo>
                  <a:pt x="378940" y="2556161"/>
                </a:lnTo>
                <a:lnTo>
                  <a:pt x="378975" y="2556969"/>
                </a:lnTo>
                <a:lnTo>
                  <a:pt x="379000" y="2557791"/>
                </a:lnTo>
                <a:lnTo>
                  <a:pt x="379015" y="2558629"/>
                </a:lnTo>
                <a:lnTo>
                  <a:pt x="379020" y="2559481"/>
                </a:lnTo>
                <a:lnTo>
                  <a:pt x="379020" y="2569287"/>
                </a:lnTo>
                <a:lnTo>
                  <a:pt x="379009" y="2570457"/>
                </a:lnTo>
                <a:lnTo>
                  <a:pt x="378978" y="2571602"/>
                </a:lnTo>
                <a:lnTo>
                  <a:pt x="378927" y="2572721"/>
                </a:lnTo>
                <a:lnTo>
                  <a:pt x="378855" y="2573814"/>
                </a:lnTo>
                <a:lnTo>
                  <a:pt x="378763" y="2574881"/>
                </a:lnTo>
                <a:lnTo>
                  <a:pt x="378650" y="2575923"/>
                </a:lnTo>
                <a:lnTo>
                  <a:pt x="378516" y="2576938"/>
                </a:lnTo>
                <a:lnTo>
                  <a:pt x="378362" y="2577928"/>
                </a:lnTo>
                <a:lnTo>
                  <a:pt x="378187" y="2578892"/>
                </a:lnTo>
                <a:lnTo>
                  <a:pt x="377992" y="2579830"/>
                </a:lnTo>
                <a:lnTo>
                  <a:pt x="377776" y="2580742"/>
                </a:lnTo>
                <a:lnTo>
                  <a:pt x="377540" y="2581629"/>
                </a:lnTo>
                <a:lnTo>
                  <a:pt x="377283" y="2582489"/>
                </a:lnTo>
                <a:lnTo>
                  <a:pt x="377006" y="2583324"/>
                </a:lnTo>
                <a:lnTo>
                  <a:pt x="376708" y="2584133"/>
                </a:lnTo>
                <a:lnTo>
                  <a:pt x="376390" y="2584916"/>
                </a:lnTo>
                <a:lnTo>
                  <a:pt x="376051" y="2585673"/>
                </a:lnTo>
                <a:lnTo>
                  <a:pt x="375691" y="2586405"/>
                </a:lnTo>
                <a:lnTo>
                  <a:pt x="375311" y="2587110"/>
                </a:lnTo>
                <a:lnTo>
                  <a:pt x="374910" y="2587790"/>
                </a:lnTo>
                <a:lnTo>
                  <a:pt x="374489" y="2588444"/>
                </a:lnTo>
                <a:lnTo>
                  <a:pt x="374047" y="2589072"/>
                </a:lnTo>
                <a:lnTo>
                  <a:pt x="373585" y="2589675"/>
                </a:lnTo>
                <a:lnTo>
                  <a:pt x="373102" y="2590251"/>
                </a:lnTo>
                <a:lnTo>
                  <a:pt x="372603" y="2590803"/>
                </a:lnTo>
                <a:lnTo>
                  <a:pt x="372092" y="2591331"/>
                </a:lnTo>
                <a:lnTo>
                  <a:pt x="371570" y="2591836"/>
                </a:lnTo>
                <a:lnTo>
                  <a:pt x="371036" y="2592317"/>
                </a:lnTo>
                <a:lnTo>
                  <a:pt x="370490" y="2592775"/>
                </a:lnTo>
                <a:lnTo>
                  <a:pt x="369932" y="2593210"/>
                </a:lnTo>
                <a:lnTo>
                  <a:pt x="369363" y="2593621"/>
                </a:lnTo>
                <a:lnTo>
                  <a:pt x="368782" y="2594008"/>
                </a:lnTo>
                <a:lnTo>
                  <a:pt x="368189" y="2594372"/>
                </a:lnTo>
                <a:lnTo>
                  <a:pt x="367584" y="2594713"/>
                </a:lnTo>
                <a:lnTo>
                  <a:pt x="366968" y="2595030"/>
                </a:lnTo>
                <a:lnTo>
                  <a:pt x="366340" y="2595323"/>
                </a:lnTo>
                <a:lnTo>
                  <a:pt x="365700" y="2595593"/>
                </a:lnTo>
                <a:lnTo>
                  <a:pt x="365048" y="2595840"/>
                </a:lnTo>
                <a:lnTo>
                  <a:pt x="364385" y="2596063"/>
                </a:lnTo>
                <a:lnTo>
                  <a:pt x="363710" y="2596262"/>
                </a:lnTo>
                <a:lnTo>
                  <a:pt x="363023" y="2596438"/>
                </a:lnTo>
                <a:lnTo>
                  <a:pt x="362324" y="2596591"/>
                </a:lnTo>
                <a:lnTo>
                  <a:pt x="361614" y="2596720"/>
                </a:lnTo>
                <a:lnTo>
                  <a:pt x="360892" y="2596826"/>
                </a:lnTo>
                <a:lnTo>
                  <a:pt x="360158" y="2596908"/>
                </a:lnTo>
                <a:lnTo>
                  <a:pt x="359412" y="2596967"/>
                </a:lnTo>
                <a:lnTo>
                  <a:pt x="358655" y="2597002"/>
                </a:lnTo>
                <a:lnTo>
                  <a:pt x="357886" y="2597014"/>
                </a:lnTo>
                <a:lnTo>
                  <a:pt x="357117" y="2597002"/>
                </a:lnTo>
                <a:lnTo>
                  <a:pt x="356359" y="2596967"/>
                </a:lnTo>
                <a:lnTo>
                  <a:pt x="355612" y="2596908"/>
                </a:lnTo>
                <a:lnTo>
                  <a:pt x="354876" y="2596826"/>
                </a:lnTo>
                <a:lnTo>
                  <a:pt x="354151" y="2596720"/>
                </a:lnTo>
                <a:lnTo>
                  <a:pt x="353438" y="2596591"/>
                </a:lnTo>
                <a:lnTo>
                  <a:pt x="352735" y="2596438"/>
                </a:lnTo>
                <a:lnTo>
                  <a:pt x="352044" y="2596262"/>
                </a:lnTo>
                <a:close/>
                <a:moveTo>
                  <a:pt x="1185618" y="24853"/>
                </a:moveTo>
                <a:lnTo>
                  <a:pt x="1185618" y="0"/>
                </a:lnTo>
                <a:lnTo>
                  <a:pt x="1171078" y="0"/>
                </a:lnTo>
                <a:lnTo>
                  <a:pt x="1171078" y="24853"/>
                </a:lnTo>
                <a:lnTo>
                  <a:pt x="1174967" y="47001"/>
                </a:lnTo>
                <a:lnTo>
                  <a:pt x="1181729" y="47001"/>
                </a:lnTo>
                <a:lnTo>
                  <a:pt x="1185618" y="24853"/>
                </a:lnTo>
                <a:close/>
                <a:moveTo>
                  <a:pt x="1160427" y="24853"/>
                </a:moveTo>
                <a:lnTo>
                  <a:pt x="1160427" y="0"/>
                </a:lnTo>
                <a:lnTo>
                  <a:pt x="1145887" y="0"/>
                </a:lnTo>
                <a:lnTo>
                  <a:pt x="1145887" y="24853"/>
                </a:lnTo>
                <a:lnTo>
                  <a:pt x="1149775" y="47001"/>
                </a:lnTo>
                <a:lnTo>
                  <a:pt x="1156538" y="47001"/>
                </a:lnTo>
                <a:lnTo>
                  <a:pt x="1160427" y="24853"/>
                </a:lnTo>
                <a:close/>
                <a:moveTo>
                  <a:pt x="781304" y="49368"/>
                </a:moveTo>
                <a:lnTo>
                  <a:pt x="739375" y="49368"/>
                </a:lnTo>
                <a:lnTo>
                  <a:pt x="739375" y="0"/>
                </a:lnTo>
                <a:lnTo>
                  <a:pt x="722131" y="0"/>
                </a:lnTo>
                <a:lnTo>
                  <a:pt x="722131" y="115980"/>
                </a:lnTo>
                <a:lnTo>
                  <a:pt x="739375" y="115980"/>
                </a:lnTo>
                <a:lnTo>
                  <a:pt x="739375" y="64076"/>
                </a:lnTo>
                <a:lnTo>
                  <a:pt x="781304" y="64076"/>
                </a:lnTo>
                <a:lnTo>
                  <a:pt x="781304" y="115980"/>
                </a:lnTo>
                <a:lnTo>
                  <a:pt x="798718" y="115980"/>
                </a:lnTo>
                <a:lnTo>
                  <a:pt x="798718" y="0"/>
                </a:lnTo>
                <a:lnTo>
                  <a:pt x="781304" y="0"/>
                </a:lnTo>
                <a:lnTo>
                  <a:pt x="781304" y="49368"/>
                </a:lnTo>
                <a:close/>
                <a:moveTo>
                  <a:pt x="829084" y="0"/>
                </a:moveTo>
                <a:lnTo>
                  <a:pt x="829084" y="13864"/>
                </a:lnTo>
                <a:lnTo>
                  <a:pt x="852753" y="13864"/>
                </a:lnTo>
                <a:lnTo>
                  <a:pt x="852753" y="102117"/>
                </a:lnTo>
                <a:lnTo>
                  <a:pt x="829084" y="102117"/>
                </a:lnTo>
                <a:lnTo>
                  <a:pt x="829084" y="115980"/>
                </a:lnTo>
                <a:lnTo>
                  <a:pt x="894344" y="115980"/>
                </a:lnTo>
                <a:lnTo>
                  <a:pt x="894344" y="102117"/>
                </a:lnTo>
                <a:lnTo>
                  <a:pt x="870675" y="102117"/>
                </a:lnTo>
                <a:lnTo>
                  <a:pt x="870675" y="13864"/>
                </a:lnTo>
                <a:lnTo>
                  <a:pt x="894344" y="13864"/>
                </a:lnTo>
                <a:lnTo>
                  <a:pt x="894344" y="0"/>
                </a:lnTo>
                <a:lnTo>
                  <a:pt x="829084" y="0"/>
                </a:lnTo>
                <a:close/>
                <a:moveTo>
                  <a:pt x="954297" y="115980"/>
                </a:moveTo>
                <a:lnTo>
                  <a:pt x="971880" y="115980"/>
                </a:lnTo>
                <a:lnTo>
                  <a:pt x="971880" y="14709"/>
                </a:lnTo>
                <a:lnTo>
                  <a:pt x="1007891" y="14709"/>
                </a:lnTo>
                <a:lnTo>
                  <a:pt x="1007891" y="0"/>
                </a:lnTo>
                <a:lnTo>
                  <a:pt x="918286" y="0"/>
                </a:lnTo>
                <a:lnTo>
                  <a:pt x="918286" y="14709"/>
                </a:lnTo>
                <a:lnTo>
                  <a:pt x="954297" y="14709"/>
                </a:lnTo>
                <a:lnTo>
                  <a:pt x="954297" y="115980"/>
                </a:lnTo>
                <a:close/>
                <a:moveTo>
                  <a:pt x="1046203" y="14371"/>
                </a:moveTo>
                <a:lnTo>
                  <a:pt x="1101826" y="14371"/>
                </a:lnTo>
                <a:lnTo>
                  <a:pt x="1104193" y="0"/>
                </a:lnTo>
                <a:lnTo>
                  <a:pt x="1028451" y="0"/>
                </a:lnTo>
                <a:lnTo>
                  <a:pt x="1028451" y="115980"/>
                </a:lnTo>
                <a:lnTo>
                  <a:pt x="1105208" y="115980"/>
                </a:lnTo>
                <a:lnTo>
                  <a:pt x="1102841" y="101271"/>
                </a:lnTo>
                <a:lnTo>
                  <a:pt x="1046203" y="101271"/>
                </a:lnTo>
                <a:lnTo>
                  <a:pt x="1046203" y="63738"/>
                </a:lnTo>
                <a:lnTo>
                  <a:pt x="1096585" y="63738"/>
                </a:lnTo>
                <a:lnTo>
                  <a:pt x="1096585" y="49706"/>
                </a:lnTo>
                <a:lnTo>
                  <a:pt x="1046203" y="49706"/>
                </a:lnTo>
                <a:lnTo>
                  <a:pt x="1046203" y="14371"/>
                </a:lnTo>
                <a:close/>
                <a:moveTo>
                  <a:pt x="1274956" y="366405"/>
                </a:moveTo>
                <a:lnTo>
                  <a:pt x="1275815" y="366278"/>
                </a:lnTo>
                <a:lnTo>
                  <a:pt x="1276666" y="366133"/>
                </a:lnTo>
                <a:lnTo>
                  <a:pt x="1277509" y="365971"/>
                </a:lnTo>
                <a:lnTo>
                  <a:pt x="1278345" y="365792"/>
                </a:lnTo>
                <a:lnTo>
                  <a:pt x="1279173" y="365597"/>
                </a:lnTo>
                <a:lnTo>
                  <a:pt x="1279993" y="365384"/>
                </a:lnTo>
                <a:lnTo>
                  <a:pt x="1280806" y="365154"/>
                </a:lnTo>
                <a:lnTo>
                  <a:pt x="1281611" y="364907"/>
                </a:lnTo>
                <a:lnTo>
                  <a:pt x="1282408" y="364643"/>
                </a:lnTo>
                <a:lnTo>
                  <a:pt x="1283198" y="364362"/>
                </a:lnTo>
                <a:lnTo>
                  <a:pt x="1283980" y="364064"/>
                </a:lnTo>
                <a:lnTo>
                  <a:pt x="1284755" y="363750"/>
                </a:lnTo>
                <a:lnTo>
                  <a:pt x="1285522" y="363418"/>
                </a:lnTo>
                <a:lnTo>
                  <a:pt x="1286281" y="363069"/>
                </a:lnTo>
                <a:lnTo>
                  <a:pt x="1287033" y="362703"/>
                </a:lnTo>
                <a:lnTo>
                  <a:pt x="1287777" y="362320"/>
                </a:lnTo>
                <a:lnTo>
                  <a:pt x="1288514" y="361920"/>
                </a:lnTo>
                <a:lnTo>
                  <a:pt x="1289240" y="361490"/>
                </a:lnTo>
                <a:lnTo>
                  <a:pt x="1289953" y="361048"/>
                </a:lnTo>
                <a:lnTo>
                  <a:pt x="1290653" y="360593"/>
                </a:lnTo>
                <a:lnTo>
                  <a:pt x="1291341" y="360125"/>
                </a:lnTo>
                <a:lnTo>
                  <a:pt x="1292015" y="359645"/>
                </a:lnTo>
                <a:lnTo>
                  <a:pt x="1292677" y="359151"/>
                </a:lnTo>
                <a:lnTo>
                  <a:pt x="1293325" y="358644"/>
                </a:lnTo>
                <a:lnTo>
                  <a:pt x="1293961" y="358125"/>
                </a:lnTo>
                <a:lnTo>
                  <a:pt x="1294584" y="357592"/>
                </a:lnTo>
                <a:lnTo>
                  <a:pt x="1295194" y="357047"/>
                </a:lnTo>
                <a:lnTo>
                  <a:pt x="1295791" y="356489"/>
                </a:lnTo>
                <a:lnTo>
                  <a:pt x="1296375" y="355918"/>
                </a:lnTo>
                <a:lnTo>
                  <a:pt x="1296946" y="355333"/>
                </a:lnTo>
                <a:lnTo>
                  <a:pt x="1297505" y="354736"/>
                </a:lnTo>
                <a:lnTo>
                  <a:pt x="1298050" y="354126"/>
                </a:lnTo>
                <a:lnTo>
                  <a:pt x="1298582" y="353504"/>
                </a:lnTo>
                <a:lnTo>
                  <a:pt x="1299102" y="352868"/>
                </a:lnTo>
                <a:lnTo>
                  <a:pt x="1299609" y="352219"/>
                </a:lnTo>
                <a:lnTo>
                  <a:pt x="1300102" y="351558"/>
                </a:lnTo>
                <a:lnTo>
                  <a:pt x="1300583" y="350883"/>
                </a:lnTo>
                <a:lnTo>
                  <a:pt x="1301051" y="350196"/>
                </a:lnTo>
                <a:lnTo>
                  <a:pt x="1301506" y="349495"/>
                </a:lnTo>
                <a:lnTo>
                  <a:pt x="1301948" y="348782"/>
                </a:lnTo>
                <a:lnTo>
                  <a:pt x="1302377" y="348056"/>
                </a:lnTo>
                <a:lnTo>
                  <a:pt x="1302791" y="347319"/>
                </a:lnTo>
                <a:lnTo>
                  <a:pt x="1303187" y="346572"/>
                </a:lnTo>
                <a:lnTo>
                  <a:pt x="1303566" y="345816"/>
                </a:lnTo>
                <a:lnTo>
                  <a:pt x="1303927" y="345050"/>
                </a:lnTo>
                <a:lnTo>
                  <a:pt x="1304270" y="344275"/>
                </a:lnTo>
                <a:lnTo>
                  <a:pt x="1304596" y="343491"/>
                </a:lnTo>
                <a:lnTo>
                  <a:pt x="1304904" y="342697"/>
                </a:lnTo>
                <a:lnTo>
                  <a:pt x="1305195" y="341894"/>
                </a:lnTo>
                <a:lnTo>
                  <a:pt x="1305468" y="341082"/>
                </a:lnTo>
                <a:lnTo>
                  <a:pt x="1305723" y="340260"/>
                </a:lnTo>
                <a:lnTo>
                  <a:pt x="1305961" y="339429"/>
                </a:lnTo>
                <a:lnTo>
                  <a:pt x="1306181" y="338588"/>
                </a:lnTo>
                <a:lnTo>
                  <a:pt x="1306384" y="337738"/>
                </a:lnTo>
                <a:lnTo>
                  <a:pt x="1306569" y="336879"/>
                </a:lnTo>
                <a:lnTo>
                  <a:pt x="1306736" y="336010"/>
                </a:lnTo>
                <a:lnTo>
                  <a:pt x="1306886" y="335132"/>
                </a:lnTo>
                <a:lnTo>
                  <a:pt x="1307018" y="334244"/>
                </a:lnTo>
                <a:lnTo>
                  <a:pt x="1307132" y="333347"/>
                </a:lnTo>
                <a:lnTo>
                  <a:pt x="1307229" y="332441"/>
                </a:lnTo>
                <a:lnTo>
                  <a:pt x="1307308" y="331525"/>
                </a:lnTo>
                <a:lnTo>
                  <a:pt x="1307370" y="330600"/>
                </a:lnTo>
                <a:lnTo>
                  <a:pt x="1307414" y="329665"/>
                </a:lnTo>
                <a:lnTo>
                  <a:pt x="1307440" y="328721"/>
                </a:lnTo>
                <a:lnTo>
                  <a:pt x="1307449" y="327768"/>
                </a:lnTo>
                <a:lnTo>
                  <a:pt x="1307449" y="286515"/>
                </a:lnTo>
                <a:lnTo>
                  <a:pt x="1307440" y="285562"/>
                </a:lnTo>
                <a:lnTo>
                  <a:pt x="1307414" y="284618"/>
                </a:lnTo>
                <a:lnTo>
                  <a:pt x="1307370" y="283684"/>
                </a:lnTo>
                <a:lnTo>
                  <a:pt x="1307308" y="282758"/>
                </a:lnTo>
                <a:lnTo>
                  <a:pt x="1307229" y="281843"/>
                </a:lnTo>
                <a:lnTo>
                  <a:pt x="1307132" y="280936"/>
                </a:lnTo>
                <a:lnTo>
                  <a:pt x="1307018" y="280039"/>
                </a:lnTo>
                <a:lnTo>
                  <a:pt x="1306886" y="279152"/>
                </a:lnTo>
                <a:lnTo>
                  <a:pt x="1306736" y="278273"/>
                </a:lnTo>
                <a:lnTo>
                  <a:pt x="1306569" y="277405"/>
                </a:lnTo>
                <a:lnTo>
                  <a:pt x="1306384" y="276545"/>
                </a:lnTo>
                <a:lnTo>
                  <a:pt x="1306181" y="275695"/>
                </a:lnTo>
                <a:lnTo>
                  <a:pt x="1305961" y="274855"/>
                </a:lnTo>
                <a:lnTo>
                  <a:pt x="1305723" y="274023"/>
                </a:lnTo>
                <a:lnTo>
                  <a:pt x="1305468" y="273201"/>
                </a:lnTo>
                <a:lnTo>
                  <a:pt x="1305195" y="272389"/>
                </a:lnTo>
                <a:lnTo>
                  <a:pt x="1304904" y="271586"/>
                </a:lnTo>
                <a:lnTo>
                  <a:pt x="1304596" y="270792"/>
                </a:lnTo>
                <a:lnTo>
                  <a:pt x="1304270" y="270008"/>
                </a:lnTo>
                <a:lnTo>
                  <a:pt x="1303927" y="269233"/>
                </a:lnTo>
                <a:lnTo>
                  <a:pt x="1303566" y="268468"/>
                </a:lnTo>
                <a:lnTo>
                  <a:pt x="1303187" y="267711"/>
                </a:lnTo>
                <a:lnTo>
                  <a:pt x="1302791" y="266965"/>
                </a:lnTo>
                <a:lnTo>
                  <a:pt x="1302377" y="266227"/>
                </a:lnTo>
                <a:lnTo>
                  <a:pt x="1301962" y="265501"/>
                </a:lnTo>
                <a:lnTo>
                  <a:pt x="1301534" y="264789"/>
                </a:lnTo>
                <a:lnTo>
                  <a:pt x="1301093" y="264090"/>
                </a:lnTo>
                <a:lnTo>
                  <a:pt x="1300640" y="263405"/>
                </a:lnTo>
                <a:lnTo>
                  <a:pt x="1300173" y="262733"/>
                </a:lnTo>
                <a:lnTo>
                  <a:pt x="1299693" y="262075"/>
                </a:lnTo>
                <a:lnTo>
                  <a:pt x="1299201" y="261430"/>
                </a:lnTo>
                <a:lnTo>
                  <a:pt x="1298695" y="260798"/>
                </a:lnTo>
                <a:lnTo>
                  <a:pt x="1298177" y="260181"/>
                </a:lnTo>
                <a:lnTo>
                  <a:pt x="1297646" y="259576"/>
                </a:lnTo>
                <a:lnTo>
                  <a:pt x="1297101" y="258985"/>
                </a:lnTo>
                <a:lnTo>
                  <a:pt x="1296544" y="258408"/>
                </a:lnTo>
                <a:lnTo>
                  <a:pt x="1295974" y="257844"/>
                </a:lnTo>
                <a:lnTo>
                  <a:pt x="1295391" y="257294"/>
                </a:lnTo>
                <a:lnTo>
                  <a:pt x="1294796" y="256757"/>
                </a:lnTo>
                <a:lnTo>
                  <a:pt x="1294187" y="256234"/>
                </a:lnTo>
                <a:lnTo>
                  <a:pt x="1293565" y="255724"/>
                </a:lnTo>
                <a:lnTo>
                  <a:pt x="1292931" y="255227"/>
                </a:lnTo>
                <a:lnTo>
                  <a:pt x="1292283" y="254745"/>
                </a:lnTo>
                <a:lnTo>
                  <a:pt x="1291623" y="254275"/>
                </a:lnTo>
                <a:lnTo>
                  <a:pt x="1290949" y="253819"/>
                </a:lnTo>
                <a:lnTo>
                  <a:pt x="1290263" y="253377"/>
                </a:lnTo>
                <a:lnTo>
                  <a:pt x="1289564" y="252948"/>
                </a:lnTo>
                <a:lnTo>
                  <a:pt x="1288852" y="252533"/>
                </a:lnTo>
                <a:lnTo>
                  <a:pt x="1288129" y="252119"/>
                </a:lnTo>
                <a:lnTo>
                  <a:pt x="1287397" y="251723"/>
                </a:lnTo>
                <a:lnTo>
                  <a:pt x="1286656" y="251344"/>
                </a:lnTo>
                <a:lnTo>
                  <a:pt x="1285907" y="250983"/>
                </a:lnTo>
                <a:lnTo>
                  <a:pt x="1285149" y="250640"/>
                </a:lnTo>
                <a:lnTo>
                  <a:pt x="1284382" y="250314"/>
                </a:lnTo>
                <a:lnTo>
                  <a:pt x="1283606" y="250006"/>
                </a:lnTo>
                <a:lnTo>
                  <a:pt x="1282822" y="249715"/>
                </a:lnTo>
                <a:lnTo>
                  <a:pt x="1282028" y="249442"/>
                </a:lnTo>
                <a:lnTo>
                  <a:pt x="1281226" y="249187"/>
                </a:lnTo>
                <a:lnTo>
                  <a:pt x="1280415" y="248949"/>
                </a:lnTo>
                <a:lnTo>
                  <a:pt x="1279595" y="248729"/>
                </a:lnTo>
                <a:lnTo>
                  <a:pt x="1278767" y="248526"/>
                </a:lnTo>
                <a:lnTo>
                  <a:pt x="1277929" y="248341"/>
                </a:lnTo>
                <a:lnTo>
                  <a:pt x="1277083" y="248174"/>
                </a:lnTo>
                <a:lnTo>
                  <a:pt x="1276228" y="248024"/>
                </a:lnTo>
                <a:lnTo>
                  <a:pt x="1275364" y="247892"/>
                </a:lnTo>
                <a:lnTo>
                  <a:pt x="1274492" y="247778"/>
                </a:lnTo>
                <a:lnTo>
                  <a:pt x="1273610" y="247681"/>
                </a:lnTo>
                <a:lnTo>
                  <a:pt x="1272720" y="247602"/>
                </a:lnTo>
                <a:lnTo>
                  <a:pt x="1271821" y="247540"/>
                </a:lnTo>
                <a:lnTo>
                  <a:pt x="1270913" y="247496"/>
                </a:lnTo>
                <a:lnTo>
                  <a:pt x="1269996" y="247470"/>
                </a:lnTo>
                <a:lnTo>
                  <a:pt x="1269071" y="247461"/>
                </a:lnTo>
                <a:lnTo>
                  <a:pt x="1266027" y="247461"/>
                </a:lnTo>
                <a:lnTo>
                  <a:pt x="1265115" y="247470"/>
                </a:lnTo>
                <a:lnTo>
                  <a:pt x="1264210" y="247496"/>
                </a:lnTo>
                <a:lnTo>
                  <a:pt x="1263312" y="247540"/>
                </a:lnTo>
                <a:lnTo>
                  <a:pt x="1262421" y="247602"/>
                </a:lnTo>
                <a:lnTo>
                  <a:pt x="1261537" y="247681"/>
                </a:lnTo>
                <a:lnTo>
                  <a:pt x="1260660" y="247778"/>
                </a:lnTo>
                <a:lnTo>
                  <a:pt x="1259790" y="247892"/>
                </a:lnTo>
                <a:lnTo>
                  <a:pt x="1258927" y="248024"/>
                </a:lnTo>
                <a:lnTo>
                  <a:pt x="1258071" y="248174"/>
                </a:lnTo>
                <a:lnTo>
                  <a:pt x="1257222" y="248341"/>
                </a:lnTo>
                <a:lnTo>
                  <a:pt x="1256380" y="248526"/>
                </a:lnTo>
                <a:lnTo>
                  <a:pt x="1255545" y="248729"/>
                </a:lnTo>
                <a:lnTo>
                  <a:pt x="1254718" y="248949"/>
                </a:lnTo>
                <a:lnTo>
                  <a:pt x="1253897" y="249187"/>
                </a:lnTo>
                <a:lnTo>
                  <a:pt x="1253083" y="249442"/>
                </a:lnTo>
                <a:lnTo>
                  <a:pt x="1252277" y="249715"/>
                </a:lnTo>
                <a:lnTo>
                  <a:pt x="1251477" y="250006"/>
                </a:lnTo>
                <a:lnTo>
                  <a:pt x="1250685" y="250314"/>
                </a:lnTo>
                <a:lnTo>
                  <a:pt x="1249899" y="250640"/>
                </a:lnTo>
                <a:lnTo>
                  <a:pt x="1249121" y="250983"/>
                </a:lnTo>
                <a:lnTo>
                  <a:pt x="1248350" y="251344"/>
                </a:lnTo>
                <a:lnTo>
                  <a:pt x="1247585" y="251723"/>
                </a:lnTo>
                <a:lnTo>
                  <a:pt x="1246828" y="252119"/>
                </a:lnTo>
                <a:lnTo>
                  <a:pt x="1246078" y="252533"/>
                </a:lnTo>
                <a:lnTo>
                  <a:pt x="1245351" y="252948"/>
                </a:lnTo>
                <a:lnTo>
                  <a:pt x="1244637" y="253377"/>
                </a:lnTo>
                <a:lnTo>
                  <a:pt x="1243935" y="253819"/>
                </a:lnTo>
                <a:lnTo>
                  <a:pt x="1243246" y="254275"/>
                </a:lnTo>
                <a:lnTo>
                  <a:pt x="1242569" y="254745"/>
                </a:lnTo>
                <a:lnTo>
                  <a:pt x="1241904" y="255227"/>
                </a:lnTo>
                <a:lnTo>
                  <a:pt x="1241252" y="255724"/>
                </a:lnTo>
                <a:lnTo>
                  <a:pt x="1240611" y="256234"/>
                </a:lnTo>
                <a:lnTo>
                  <a:pt x="1239983" y="256757"/>
                </a:lnTo>
                <a:lnTo>
                  <a:pt x="1239368" y="257294"/>
                </a:lnTo>
                <a:lnTo>
                  <a:pt x="1238765" y="257844"/>
                </a:lnTo>
                <a:lnTo>
                  <a:pt x="1238174" y="258408"/>
                </a:lnTo>
                <a:lnTo>
                  <a:pt x="1237595" y="258985"/>
                </a:lnTo>
                <a:lnTo>
                  <a:pt x="1237029" y="259576"/>
                </a:lnTo>
                <a:lnTo>
                  <a:pt x="1236475" y="260181"/>
                </a:lnTo>
                <a:lnTo>
                  <a:pt x="1235934" y="260798"/>
                </a:lnTo>
                <a:lnTo>
                  <a:pt x="1235404" y="261430"/>
                </a:lnTo>
                <a:lnTo>
                  <a:pt x="1234888" y="262075"/>
                </a:lnTo>
                <a:lnTo>
                  <a:pt x="1234383" y="262733"/>
                </a:lnTo>
                <a:lnTo>
                  <a:pt x="1233891" y="263405"/>
                </a:lnTo>
                <a:lnTo>
                  <a:pt x="1233411" y="264090"/>
                </a:lnTo>
                <a:lnTo>
                  <a:pt x="1232943" y="264789"/>
                </a:lnTo>
                <a:lnTo>
                  <a:pt x="1232488" y="265501"/>
                </a:lnTo>
                <a:lnTo>
                  <a:pt x="1232045" y="266227"/>
                </a:lnTo>
                <a:lnTo>
                  <a:pt x="1231631" y="266965"/>
                </a:lnTo>
                <a:lnTo>
                  <a:pt x="1231235" y="267711"/>
                </a:lnTo>
                <a:lnTo>
                  <a:pt x="1230856" y="268468"/>
                </a:lnTo>
                <a:lnTo>
                  <a:pt x="1230495" y="269233"/>
                </a:lnTo>
                <a:lnTo>
                  <a:pt x="1230152" y="270008"/>
                </a:lnTo>
                <a:lnTo>
                  <a:pt x="1229826" y="270792"/>
                </a:lnTo>
                <a:lnTo>
                  <a:pt x="1229518" y="271586"/>
                </a:lnTo>
                <a:lnTo>
                  <a:pt x="1229227" y="272389"/>
                </a:lnTo>
                <a:lnTo>
                  <a:pt x="1228954" y="273201"/>
                </a:lnTo>
                <a:lnTo>
                  <a:pt x="1228699" y="274023"/>
                </a:lnTo>
                <a:lnTo>
                  <a:pt x="1228461" y="274855"/>
                </a:lnTo>
                <a:lnTo>
                  <a:pt x="1228241" y="275695"/>
                </a:lnTo>
                <a:lnTo>
                  <a:pt x="1228039" y="276545"/>
                </a:lnTo>
                <a:lnTo>
                  <a:pt x="1227854" y="277405"/>
                </a:lnTo>
                <a:lnTo>
                  <a:pt x="1227687" y="278273"/>
                </a:lnTo>
                <a:lnTo>
                  <a:pt x="1227537" y="279152"/>
                </a:lnTo>
                <a:lnTo>
                  <a:pt x="1227405" y="280039"/>
                </a:lnTo>
                <a:lnTo>
                  <a:pt x="1227290" y="280936"/>
                </a:lnTo>
                <a:lnTo>
                  <a:pt x="1227193" y="281843"/>
                </a:lnTo>
                <a:lnTo>
                  <a:pt x="1227114" y="282758"/>
                </a:lnTo>
                <a:lnTo>
                  <a:pt x="1227053" y="283684"/>
                </a:lnTo>
                <a:lnTo>
                  <a:pt x="1227009" y="284618"/>
                </a:lnTo>
                <a:lnTo>
                  <a:pt x="1226982" y="285562"/>
                </a:lnTo>
                <a:lnTo>
                  <a:pt x="1226973" y="286515"/>
                </a:lnTo>
                <a:lnTo>
                  <a:pt x="1226973" y="327768"/>
                </a:lnTo>
                <a:lnTo>
                  <a:pt x="1226982" y="328721"/>
                </a:lnTo>
                <a:lnTo>
                  <a:pt x="1227009" y="329665"/>
                </a:lnTo>
                <a:lnTo>
                  <a:pt x="1227053" y="330600"/>
                </a:lnTo>
                <a:lnTo>
                  <a:pt x="1227114" y="331525"/>
                </a:lnTo>
                <a:lnTo>
                  <a:pt x="1227193" y="332441"/>
                </a:lnTo>
                <a:lnTo>
                  <a:pt x="1227290" y="333347"/>
                </a:lnTo>
                <a:lnTo>
                  <a:pt x="1227405" y="334244"/>
                </a:lnTo>
                <a:lnTo>
                  <a:pt x="1227537" y="335132"/>
                </a:lnTo>
                <a:lnTo>
                  <a:pt x="1227687" y="336010"/>
                </a:lnTo>
                <a:lnTo>
                  <a:pt x="1227854" y="336879"/>
                </a:lnTo>
                <a:lnTo>
                  <a:pt x="1228039" y="337738"/>
                </a:lnTo>
                <a:lnTo>
                  <a:pt x="1228241" y="338588"/>
                </a:lnTo>
                <a:lnTo>
                  <a:pt x="1228461" y="339429"/>
                </a:lnTo>
                <a:lnTo>
                  <a:pt x="1228699" y="340260"/>
                </a:lnTo>
                <a:lnTo>
                  <a:pt x="1228954" y="341082"/>
                </a:lnTo>
                <a:lnTo>
                  <a:pt x="1229227" y="341894"/>
                </a:lnTo>
                <a:lnTo>
                  <a:pt x="1229518" y="342697"/>
                </a:lnTo>
                <a:lnTo>
                  <a:pt x="1229826" y="343491"/>
                </a:lnTo>
                <a:lnTo>
                  <a:pt x="1230152" y="344275"/>
                </a:lnTo>
                <a:lnTo>
                  <a:pt x="1230495" y="345050"/>
                </a:lnTo>
                <a:lnTo>
                  <a:pt x="1230856" y="345816"/>
                </a:lnTo>
                <a:lnTo>
                  <a:pt x="1231235" y="346572"/>
                </a:lnTo>
                <a:lnTo>
                  <a:pt x="1231631" y="347319"/>
                </a:lnTo>
                <a:lnTo>
                  <a:pt x="1232045" y="348056"/>
                </a:lnTo>
                <a:lnTo>
                  <a:pt x="1232474" y="348782"/>
                </a:lnTo>
                <a:lnTo>
                  <a:pt x="1232916" y="349495"/>
                </a:lnTo>
                <a:lnTo>
                  <a:pt x="1233371" y="350196"/>
                </a:lnTo>
                <a:lnTo>
                  <a:pt x="1233839" y="350883"/>
                </a:lnTo>
                <a:lnTo>
                  <a:pt x="1234320" y="351558"/>
                </a:lnTo>
                <a:lnTo>
                  <a:pt x="1234814" y="352219"/>
                </a:lnTo>
                <a:lnTo>
                  <a:pt x="1235320" y="352868"/>
                </a:lnTo>
                <a:lnTo>
                  <a:pt x="1235840" y="353504"/>
                </a:lnTo>
                <a:lnTo>
                  <a:pt x="1236372" y="354126"/>
                </a:lnTo>
                <a:lnTo>
                  <a:pt x="1236918" y="354736"/>
                </a:lnTo>
                <a:lnTo>
                  <a:pt x="1237476" y="355333"/>
                </a:lnTo>
                <a:lnTo>
                  <a:pt x="1238047" y="355918"/>
                </a:lnTo>
                <a:lnTo>
                  <a:pt x="1238631" y="356489"/>
                </a:lnTo>
                <a:lnTo>
                  <a:pt x="1239228" y="357047"/>
                </a:lnTo>
                <a:lnTo>
                  <a:pt x="1239838" y="357592"/>
                </a:lnTo>
                <a:lnTo>
                  <a:pt x="1240461" y="358125"/>
                </a:lnTo>
                <a:lnTo>
                  <a:pt x="1241097" y="358644"/>
                </a:lnTo>
                <a:lnTo>
                  <a:pt x="1241745" y="359151"/>
                </a:lnTo>
                <a:lnTo>
                  <a:pt x="1242407" y="359645"/>
                </a:lnTo>
                <a:lnTo>
                  <a:pt x="1243081" y="360125"/>
                </a:lnTo>
                <a:lnTo>
                  <a:pt x="1243769" y="360593"/>
                </a:lnTo>
                <a:lnTo>
                  <a:pt x="1244469" y="361048"/>
                </a:lnTo>
                <a:lnTo>
                  <a:pt x="1245182" y="361490"/>
                </a:lnTo>
                <a:lnTo>
                  <a:pt x="1245909" y="361920"/>
                </a:lnTo>
                <a:lnTo>
                  <a:pt x="1246645" y="362320"/>
                </a:lnTo>
                <a:lnTo>
                  <a:pt x="1247388" y="362703"/>
                </a:lnTo>
                <a:lnTo>
                  <a:pt x="1248138" y="363069"/>
                </a:lnTo>
                <a:lnTo>
                  <a:pt x="1248895" y="363418"/>
                </a:lnTo>
                <a:lnTo>
                  <a:pt x="1249660" y="363750"/>
                </a:lnTo>
                <a:lnTo>
                  <a:pt x="1250431" y="364064"/>
                </a:lnTo>
                <a:lnTo>
                  <a:pt x="1251210" y="364362"/>
                </a:lnTo>
                <a:lnTo>
                  <a:pt x="1251995" y="364643"/>
                </a:lnTo>
                <a:lnTo>
                  <a:pt x="1252788" y="364907"/>
                </a:lnTo>
                <a:lnTo>
                  <a:pt x="1253587" y="365154"/>
                </a:lnTo>
                <a:lnTo>
                  <a:pt x="1254394" y="365384"/>
                </a:lnTo>
                <a:lnTo>
                  <a:pt x="1255207" y="365597"/>
                </a:lnTo>
                <a:lnTo>
                  <a:pt x="1256028" y="365792"/>
                </a:lnTo>
                <a:lnTo>
                  <a:pt x="1256856" y="365971"/>
                </a:lnTo>
                <a:lnTo>
                  <a:pt x="1257691" y="366133"/>
                </a:lnTo>
                <a:lnTo>
                  <a:pt x="1258532" y="366278"/>
                </a:lnTo>
                <a:lnTo>
                  <a:pt x="1259381" y="366405"/>
                </a:lnTo>
                <a:lnTo>
                  <a:pt x="1260237" y="366516"/>
                </a:lnTo>
                <a:lnTo>
                  <a:pt x="1261100" y="366610"/>
                </a:lnTo>
                <a:lnTo>
                  <a:pt x="1261970" y="366686"/>
                </a:lnTo>
                <a:lnTo>
                  <a:pt x="1262847" y="366746"/>
                </a:lnTo>
                <a:lnTo>
                  <a:pt x="1263731" y="366788"/>
                </a:lnTo>
                <a:lnTo>
                  <a:pt x="1264622" y="366814"/>
                </a:lnTo>
                <a:lnTo>
                  <a:pt x="1265521" y="366822"/>
                </a:lnTo>
                <a:lnTo>
                  <a:pt x="1268733" y="366822"/>
                </a:lnTo>
                <a:lnTo>
                  <a:pt x="1269645" y="366814"/>
                </a:lnTo>
                <a:lnTo>
                  <a:pt x="1270549" y="366788"/>
                </a:lnTo>
                <a:lnTo>
                  <a:pt x="1271446" y="366746"/>
                </a:lnTo>
                <a:lnTo>
                  <a:pt x="1272335" y="366686"/>
                </a:lnTo>
                <a:lnTo>
                  <a:pt x="1273216" y="366610"/>
                </a:lnTo>
                <a:lnTo>
                  <a:pt x="1274090" y="366516"/>
                </a:lnTo>
                <a:lnTo>
                  <a:pt x="1274956" y="366405"/>
                </a:lnTo>
                <a:close/>
                <a:moveTo>
                  <a:pt x="1262966" y="352959"/>
                </a:moveTo>
                <a:lnTo>
                  <a:pt x="1262456" y="352869"/>
                </a:lnTo>
                <a:lnTo>
                  <a:pt x="1261951" y="352769"/>
                </a:lnTo>
                <a:lnTo>
                  <a:pt x="1261451" y="352658"/>
                </a:lnTo>
                <a:lnTo>
                  <a:pt x="1260956" y="352536"/>
                </a:lnTo>
                <a:lnTo>
                  <a:pt x="1260465" y="352404"/>
                </a:lnTo>
                <a:lnTo>
                  <a:pt x="1259979" y="352261"/>
                </a:lnTo>
                <a:lnTo>
                  <a:pt x="1259497" y="352108"/>
                </a:lnTo>
                <a:lnTo>
                  <a:pt x="1259021" y="351944"/>
                </a:lnTo>
                <a:lnTo>
                  <a:pt x="1258549" y="351770"/>
                </a:lnTo>
                <a:lnTo>
                  <a:pt x="1258081" y="351585"/>
                </a:lnTo>
                <a:lnTo>
                  <a:pt x="1257619" y="351390"/>
                </a:lnTo>
                <a:lnTo>
                  <a:pt x="1257161" y="351184"/>
                </a:lnTo>
                <a:lnTo>
                  <a:pt x="1256708" y="350967"/>
                </a:lnTo>
                <a:lnTo>
                  <a:pt x="1256259" y="350740"/>
                </a:lnTo>
                <a:lnTo>
                  <a:pt x="1255815" y="350502"/>
                </a:lnTo>
                <a:lnTo>
                  <a:pt x="1255376" y="350254"/>
                </a:lnTo>
                <a:lnTo>
                  <a:pt x="1254957" y="349983"/>
                </a:lnTo>
                <a:lnTo>
                  <a:pt x="1254545" y="349704"/>
                </a:lnTo>
                <a:lnTo>
                  <a:pt x="1254140" y="349419"/>
                </a:lnTo>
                <a:lnTo>
                  <a:pt x="1253742" y="349127"/>
                </a:lnTo>
                <a:lnTo>
                  <a:pt x="1253351" y="348827"/>
                </a:lnTo>
                <a:lnTo>
                  <a:pt x="1252967" y="348521"/>
                </a:lnTo>
                <a:lnTo>
                  <a:pt x="1252590" y="348207"/>
                </a:lnTo>
                <a:lnTo>
                  <a:pt x="1252220" y="347887"/>
                </a:lnTo>
                <a:lnTo>
                  <a:pt x="1251858" y="347559"/>
                </a:lnTo>
                <a:lnTo>
                  <a:pt x="1251502" y="347225"/>
                </a:lnTo>
                <a:lnTo>
                  <a:pt x="1251153" y="346883"/>
                </a:lnTo>
                <a:lnTo>
                  <a:pt x="1250812" y="346534"/>
                </a:lnTo>
                <a:lnTo>
                  <a:pt x="1250477" y="346179"/>
                </a:lnTo>
                <a:lnTo>
                  <a:pt x="1250149" y="345816"/>
                </a:lnTo>
                <a:lnTo>
                  <a:pt x="1249829" y="345446"/>
                </a:lnTo>
                <a:lnTo>
                  <a:pt x="1249515" y="345069"/>
                </a:lnTo>
                <a:lnTo>
                  <a:pt x="1249209" y="344685"/>
                </a:lnTo>
                <a:lnTo>
                  <a:pt x="1248910" y="344294"/>
                </a:lnTo>
                <a:lnTo>
                  <a:pt x="1248617" y="343896"/>
                </a:lnTo>
                <a:lnTo>
                  <a:pt x="1248332" y="343491"/>
                </a:lnTo>
                <a:lnTo>
                  <a:pt x="1248054" y="343079"/>
                </a:lnTo>
                <a:lnTo>
                  <a:pt x="1247782" y="342660"/>
                </a:lnTo>
                <a:lnTo>
                  <a:pt x="1247518" y="342234"/>
                </a:lnTo>
                <a:lnTo>
                  <a:pt x="1247261" y="341801"/>
                </a:lnTo>
                <a:lnTo>
                  <a:pt x="1247013" y="341361"/>
                </a:lnTo>
                <a:lnTo>
                  <a:pt x="1246775" y="340918"/>
                </a:lnTo>
                <a:lnTo>
                  <a:pt x="1246548" y="340469"/>
                </a:lnTo>
                <a:lnTo>
                  <a:pt x="1246331" y="340016"/>
                </a:lnTo>
                <a:lnTo>
                  <a:pt x="1246125" y="339558"/>
                </a:lnTo>
                <a:lnTo>
                  <a:pt x="1245930" y="339095"/>
                </a:lnTo>
                <a:lnTo>
                  <a:pt x="1245745" y="338628"/>
                </a:lnTo>
                <a:lnTo>
                  <a:pt x="1245571" y="338156"/>
                </a:lnTo>
                <a:lnTo>
                  <a:pt x="1245407" y="337679"/>
                </a:lnTo>
                <a:lnTo>
                  <a:pt x="1245254" y="337198"/>
                </a:lnTo>
                <a:lnTo>
                  <a:pt x="1245111" y="336712"/>
                </a:lnTo>
                <a:lnTo>
                  <a:pt x="1244979" y="336221"/>
                </a:lnTo>
                <a:lnTo>
                  <a:pt x="1244857" y="335726"/>
                </a:lnTo>
                <a:lnTo>
                  <a:pt x="1244746" y="335226"/>
                </a:lnTo>
                <a:lnTo>
                  <a:pt x="1244646" y="334721"/>
                </a:lnTo>
                <a:lnTo>
                  <a:pt x="1244556" y="334211"/>
                </a:lnTo>
                <a:lnTo>
                  <a:pt x="1244477" y="333697"/>
                </a:lnTo>
                <a:lnTo>
                  <a:pt x="1244408" y="333178"/>
                </a:lnTo>
                <a:lnTo>
                  <a:pt x="1244350" y="332654"/>
                </a:lnTo>
                <a:lnTo>
                  <a:pt x="1244303" y="332126"/>
                </a:lnTo>
                <a:lnTo>
                  <a:pt x="1244266" y="331593"/>
                </a:lnTo>
                <a:lnTo>
                  <a:pt x="1244239" y="331055"/>
                </a:lnTo>
                <a:lnTo>
                  <a:pt x="1244223" y="330513"/>
                </a:lnTo>
                <a:lnTo>
                  <a:pt x="1244218" y="329966"/>
                </a:lnTo>
                <a:lnTo>
                  <a:pt x="1244218" y="284318"/>
                </a:lnTo>
                <a:lnTo>
                  <a:pt x="1244223" y="283757"/>
                </a:lnTo>
                <a:lnTo>
                  <a:pt x="1244239" y="283201"/>
                </a:lnTo>
                <a:lnTo>
                  <a:pt x="1244266" y="282651"/>
                </a:lnTo>
                <a:lnTo>
                  <a:pt x="1244303" y="282106"/>
                </a:lnTo>
                <a:lnTo>
                  <a:pt x="1244350" y="281566"/>
                </a:lnTo>
                <a:lnTo>
                  <a:pt x="1244408" y="281031"/>
                </a:lnTo>
                <a:lnTo>
                  <a:pt x="1244477" y="280502"/>
                </a:lnTo>
                <a:lnTo>
                  <a:pt x="1244556" y="279978"/>
                </a:lnTo>
                <a:lnTo>
                  <a:pt x="1244646" y="279460"/>
                </a:lnTo>
                <a:lnTo>
                  <a:pt x="1244746" y="278946"/>
                </a:lnTo>
                <a:lnTo>
                  <a:pt x="1244857" y="278438"/>
                </a:lnTo>
                <a:lnTo>
                  <a:pt x="1244979" y="277935"/>
                </a:lnTo>
                <a:lnTo>
                  <a:pt x="1245111" y="277438"/>
                </a:lnTo>
                <a:lnTo>
                  <a:pt x="1245254" y="276946"/>
                </a:lnTo>
                <a:lnTo>
                  <a:pt x="1245407" y="276459"/>
                </a:lnTo>
                <a:lnTo>
                  <a:pt x="1245571" y="275977"/>
                </a:lnTo>
                <a:lnTo>
                  <a:pt x="1245745" y="275501"/>
                </a:lnTo>
                <a:lnTo>
                  <a:pt x="1245930" y="275029"/>
                </a:lnTo>
                <a:lnTo>
                  <a:pt x="1246125" y="274564"/>
                </a:lnTo>
                <a:lnTo>
                  <a:pt x="1246331" y="274103"/>
                </a:lnTo>
                <a:lnTo>
                  <a:pt x="1246548" y="273648"/>
                </a:lnTo>
                <a:lnTo>
                  <a:pt x="1246775" y="273198"/>
                </a:lnTo>
                <a:lnTo>
                  <a:pt x="1247013" y="272753"/>
                </a:lnTo>
                <a:lnTo>
                  <a:pt x="1247261" y="272314"/>
                </a:lnTo>
                <a:lnTo>
                  <a:pt x="1247518" y="271881"/>
                </a:lnTo>
                <a:lnTo>
                  <a:pt x="1247782" y="271456"/>
                </a:lnTo>
                <a:lnTo>
                  <a:pt x="1248054" y="271038"/>
                </a:lnTo>
                <a:lnTo>
                  <a:pt x="1248332" y="270628"/>
                </a:lnTo>
                <a:lnTo>
                  <a:pt x="1248617" y="270225"/>
                </a:lnTo>
                <a:lnTo>
                  <a:pt x="1248910" y="269831"/>
                </a:lnTo>
                <a:lnTo>
                  <a:pt x="1249209" y="269443"/>
                </a:lnTo>
                <a:lnTo>
                  <a:pt x="1249515" y="269064"/>
                </a:lnTo>
                <a:lnTo>
                  <a:pt x="1249829" y="268692"/>
                </a:lnTo>
                <a:lnTo>
                  <a:pt x="1250149" y="268328"/>
                </a:lnTo>
                <a:lnTo>
                  <a:pt x="1250477" y="267971"/>
                </a:lnTo>
                <a:lnTo>
                  <a:pt x="1250812" y="267622"/>
                </a:lnTo>
                <a:lnTo>
                  <a:pt x="1251153" y="267281"/>
                </a:lnTo>
                <a:lnTo>
                  <a:pt x="1251502" y="266947"/>
                </a:lnTo>
                <a:lnTo>
                  <a:pt x="1251858" y="266621"/>
                </a:lnTo>
                <a:lnTo>
                  <a:pt x="1252220" y="266302"/>
                </a:lnTo>
                <a:lnTo>
                  <a:pt x="1252590" y="265992"/>
                </a:lnTo>
                <a:lnTo>
                  <a:pt x="1252967" y="265688"/>
                </a:lnTo>
                <a:lnTo>
                  <a:pt x="1253351" y="265393"/>
                </a:lnTo>
                <a:lnTo>
                  <a:pt x="1253742" y="265105"/>
                </a:lnTo>
                <a:lnTo>
                  <a:pt x="1254140" y="264825"/>
                </a:lnTo>
                <a:lnTo>
                  <a:pt x="1254545" y="264552"/>
                </a:lnTo>
                <a:lnTo>
                  <a:pt x="1254957" y="264287"/>
                </a:lnTo>
                <a:lnTo>
                  <a:pt x="1255376" y="264029"/>
                </a:lnTo>
                <a:lnTo>
                  <a:pt x="1255815" y="263781"/>
                </a:lnTo>
                <a:lnTo>
                  <a:pt x="1256259" y="263543"/>
                </a:lnTo>
                <a:lnTo>
                  <a:pt x="1256708" y="263316"/>
                </a:lnTo>
                <a:lnTo>
                  <a:pt x="1257161" y="263100"/>
                </a:lnTo>
                <a:lnTo>
                  <a:pt x="1257619" y="262894"/>
                </a:lnTo>
                <a:lnTo>
                  <a:pt x="1258081" y="262698"/>
                </a:lnTo>
                <a:lnTo>
                  <a:pt x="1258549" y="262513"/>
                </a:lnTo>
                <a:lnTo>
                  <a:pt x="1259021" y="262339"/>
                </a:lnTo>
                <a:lnTo>
                  <a:pt x="1259497" y="262175"/>
                </a:lnTo>
                <a:lnTo>
                  <a:pt x="1259979" y="262022"/>
                </a:lnTo>
                <a:lnTo>
                  <a:pt x="1260465" y="261879"/>
                </a:lnTo>
                <a:lnTo>
                  <a:pt x="1260956" y="261747"/>
                </a:lnTo>
                <a:lnTo>
                  <a:pt x="1261451" y="261626"/>
                </a:lnTo>
                <a:lnTo>
                  <a:pt x="1261951" y="261515"/>
                </a:lnTo>
                <a:lnTo>
                  <a:pt x="1262456" y="261414"/>
                </a:lnTo>
                <a:lnTo>
                  <a:pt x="1262966" y="261325"/>
                </a:lnTo>
                <a:lnTo>
                  <a:pt x="1263480" y="261245"/>
                </a:lnTo>
                <a:lnTo>
                  <a:pt x="1263999" y="261177"/>
                </a:lnTo>
                <a:lnTo>
                  <a:pt x="1264523" y="261118"/>
                </a:lnTo>
                <a:lnTo>
                  <a:pt x="1265051" y="261071"/>
                </a:lnTo>
                <a:lnTo>
                  <a:pt x="1265584" y="261034"/>
                </a:lnTo>
                <a:lnTo>
                  <a:pt x="1266122" y="261008"/>
                </a:lnTo>
                <a:lnTo>
                  <a:pt x="1266664" y="260992"/>
                </a:lnTo>
                <a:lnTo>
                  <a:pt x="1267211" y="260986"/>
                </a:lnTo>
                <a:lnTo>
                  <a:pt x="1267758" y="260992"/>
                </a:lnTo>
                <a:lnTo>
                  <a:pt x="1268301" y="261008"/>
                </a:lnTo>
                <a:lnTo>
                  <a:pt x="1268838" y="261034"/>
                </a:lnTo>
                <a:lnTo>
                  <a:pt x="1269372" y="261071"/>
                </a:lnTo>
                <a:lnTo>
                  <a:pt x="1269900" y="261118"/>
                </a:lnTo>
                <a:lnTo>
                  <a:pt x="1270423" y="261177"/>
                </a:lnTo>
                <a:lnTo>
                  <a:pt x="1270942" y="261245"/>
                </a:lnTo>
                <a:lnTo>
                  <a:pt x="1271457" y="261325"/>
                </a:lnTo>
                <a:lnTo>
                  <a:pt x="1271966" y="261414"/>
                </a:lnTo>
                <a:lnTo>
                  <a:pt x="1272471" y="261515"/>
                </a:lnTo>
                <a:lnTo>
                  <a:pt x="1272971" y="261626"/>
                </a:lnTo>
                <a:lnTo>
                  <a:pt x="1273467" y="261747"/>
                </a:lnTo>
                <a:lnTo>
                  <a:pt x="1273957" y="261879"/>
                </a:lnTo>
                <a:lnTo>
                  <a:pt x="1274443" y="262022"/>
                </a:lnTo>
                <a:lnTo>
                  <a:pt x="1274925" y="262175"/>
                </a:lnTo>
                <a:lnTo>
                  <a:pt x="1275401" y="262339"/>
                </a:lnTo>
                <a:lnTo>
                  <a:pt x="1275873" y="262513"/>
                </a:lnTo>
                <a:lnTo>
                  <a:pt x="1276341" y="262698"/>
                </a:lnTo>
                <a:lnTo>
                  <a:pt x="1276803" y="262894"/>
                </a:lnTo>
                <a:lnTo>
                  <a:pt x="1277261" y="263100"/>
                </a:lnTo>
                <a:lnTo>
                  <a:pt x="1277714" y="263316"/>
                </a:lnTo>
                <a:lnTo>
                  <a:pt x="1278163" y="263543"/>
                </a:lnTo>
                <a:lnTo>
                  <a:pt x="1278607" y="263781"/>
                </a:lnTo>
                <a:lnTo>
                  <a:pt x="1279046" y="264029"/>
                </a:lnTo>
                <a:lnTo>
                  <a:pt x="1279478" y="264287"/>
                </a:lnTo>
                <a:lnTo>
                  <a:pt x="1279903" y="264552"/>
                </a:lnTo>
                <a:lnTo>
                  <a:pt x="1280319" y="264825"/>
                </a:lnTo>
                <a:lnTo>
                  <a:pt x="1280727" y="265105"/>
                </a:lnTo>
                <a:lnTo>
                  <a:pt x="1281127" y="265393"/>
                </a:lnTo>
                <a:lnTo>
                  <a:pt x="1281518" y="265688"/>
                </a:lnTo>
                <a:lnTo>
                  <a:pt x="1281902" y="265992"/>
                </a:lnTo>
                <a:lnTo>
                  <a:pt x="1282277" y="266302"/>
                </a:lnTo>
                <a:lnTo>
                  <a:pt x="1282644" y="266621"/>
                </a:lnTo>
                <a:lnTo>
                  <a:pt x="1283002" y="266947"/>
                </a:lnTo>
                <a:lnTo>
                  <a:pt x="1283353" y="267281"/>
                </a:lnTo>
                <a:lnTo>
                  <a:pt x="1283695" y="267622"/>
                </a:lnTo>
                <a:lnTo>
                  <a:pt x="1284029" y="267971"/>
                </a:lnTo>
                <a:lnTo>
                  <a:pt x="1284355" y="268328"/>
                </a:lnTo>
                <a:lnTo>
                  <a:pt x="1284673" y="268692"/>
                </a:lnTo>
                <a:lnTo>
                  <a:pt x="1284982" y="269064"/>
                </a:lnTo>
                <a:lnTo>
                  <a:pt x="1285283" y="269443"/>
                </a:lnTo>
                <a:lnTo>
                  <a:pt x="1285576" y="269831"/>
                </a:lnTo>
                <a:lnTo>
                  <a:pt x="1285861" y="270225"/>
                </a:lnTo>
                <a:lnTo>
                  <a:pt x="1286137" y="270628"/>
                </a:lnTo>
                <a:lnTo>
                  <a:pt x="1286405" y="271038"/>
                </a:lnTo>
                <a:lnTo>
                  <a:pt x="1286665" y="271456"/>
                </a:lnTo>
                <a:lnTo>
                  <a:pt x="1286917" y="271881"/>
                </a:lnTo>
                <a:lnTo>
                  <a:pt x="1287161" y="272314"/>
                </a:lnTo>
                <a:lnTo>
                  <a:pt x="1287409" y="272753"/>
                </a:lnTo>
                <a:lnTo>
                  <a:pt x="1287647" y="273198"/>
                </a:lnTo>
                <a:lnTo>
                  <a:pt x="1287874" y="273648"/>
                </a:lnTo>
                <a:lnTo>
                  <a:pt x="1288091" y="274103"/>
                </a:lnTo>
                <a:lnTo>
                  <a:pt x="1288297" y="274564"/>
                </a:lnTo>
                <a:lnTo>
                  <a:pt x="1288492" y="275029"/>
                </a:lnTo>
                <a:lnTo>
                  <a:pt x="1288677" y="275501"/>
                </a:lnTo>
                <a:lnTo>
                  <a:pt x="1288852" y="275977"/>
                </a:lnTo>
                <a:lnTo>
                  <a:pt x="1289015" y="276459"/>
                </a:lnTo>
                <a:lnTo>
                  <a:pt x="1289169" y="276946"/>
                </a:lnTo>
                <a:lnTo>
                  <a:pt x="1289311" y="277438"/>
                </a:lnTo>
                <a:lnTo>
                  <a:pt x="1289443" y="277935"/>
                </a:lnTo>
                <a:lnTo>
                  <a:pt x="1289565" y="278438"/>
                </a:lnTo>
                <a:lnTo>
                  <a:pt x="1289676" y="278946"/>
                </a:lnTo>
                <a:lnTo>
                  <a:pt x="1289776" y="279460"/>
                </a:lnTo>
                <a:lnTo>
                  <a:pt x="1289866" y="279978"/>
                </a:lnTo>
                <a:lnTo>
                  <a:pt x="1289945" y="280502"/>
                </a:lnTo>
                <a:lnTo>
                  <a:pt x="1290014" y="281031"/>
                </a:lnTo>
                <a:lnTo>
                  <a:pt x="1290072" y="281566"/>
                </a:lnTo>
                <a:lnTo>
                  <a:pt x="1290120" y="282106"/>
                </a:lnTo>
                <a:lnTo>
                  <a:pt x="1290157" y="282651"/>
                </a:lnTo>
                <a:lnTo>
                  <a:pt x="1290183" y="283201"/>
                </a:lnTo>
                <a:lnTo>
                  <a:pt x="1290199" y="283757"/>
                </a:lnTo>
                <a:lnTo>
                  <a:pt x="1290204" y="284318"/>
                </a:lnTo>
                <a:lnTo>
                  <a:pt x="1290204" y="329966"/>
                </a:lnTo>
                <a:lnTo>
                  <a:pt x="1290199" y="330513"/>
                </a:lnTo>
                <a:lnTo>
                  <a:pt x="1290183" y="331055"/>
                </a:lnTo>
                <a:lnTo>
                  <a:pt x="1290157" y="331593"/>
                </a:lnTo>
                <a:lnTo>
                  <a:pt x="1290120" y="332126"/>
                </a:lnTo>
                <a:lnTo>
                  <a:pt x="1290072" y="332654"/>
                </a:lnTo>
                <a:lnTo>
                  <a:pt x="1290014" y="333178"/>
                </a:lnTo>
                <a:lnTo>
                  <a:pt x="1289945" y="333697"/>
                </a:lnTo>
                <a:lnTo>
                  <a:pt x="1289866" y="334211"/>
                </a:lnTo>
                <a:lnTo>
                  <a:pt x="1289776" y="334721"/>
                </a:lnTo>
                <a:lnTo>
                  <a:pt x="1289676" y="335226"/>
                </a:lnTo>
                <a:lnTo>
                  <a:pt x="1289565" y="335726"/>
                </a:lnTo>
                <a:lnTo>
                  <a:pt x="1289443" y="336221"/>
                </a:lnTo>
                <a:lnTo>
                  <a:pt x="1289311" y="336712"/>
                </a:lnTo>
                <a:lnTo>
                  <a:pt x="1289169" y="337198"/>
                </a:lnTo>
                <a:lnTo>
                  <a:pt x="1289015" y="337679"/>
                </a:lnTo>
                <a:lnTo>
                  <a:pt x="1288852" y="338156"/>
                </a:lnTo>
                <a:lnTo>
                  <a:pt x="1288677" y="338628"/>
                </a:lnTo>
                <a:lnTo>
                  <a:pt x="1288492" y="339095"/>
                </a:lnTo>
                <a:lnTo>
                  <a:pt x="1288297" y="339558"/>
                </a:lnTo>
                <a:lnTo>
                  <a:pt x="1288091" y="340016"/>
                </a:lnTo>
                <a:lnTo>
                  <a:pt x="1287874" y="340469"/>
                </a:lnTo>
                <a:lnTo>
                  <a:pt x="1287647" y="340918"/>
                </a:lnTo>
                <a:lnTo>
                  <a:pt x="1287409" y="341361"/>
                </a:lnTo>
                <a:lnTo>
                  <a:pt x="1287161" y="341801"/>
                </a:lnTo>
                <a:lnTo>
                  <a:pt x="1286917" y="342234"/>
                </a:lnTo>
                <a:lnTo>
                  <a:pt x="1286665" y="342660"/>
                </a:lnTo>
                <a:lnTo>
                  <a:pt x="1286405" y="343079"/>
                </a:lnTo>
                <a:lnTo>
                  <a:pt x="1286137" y="343491"/>
                </a:lnTo>
                <a:lnTo>
                  <a:pt x="1285861" y="343896"/>
                </a:lnTo>
                <a:lnTo>
                  <a:pt x="1285576" y="344294"/>
                </a:lnTo>
                <a:lnTo>
                  <a:pt x="1285283" y="344685"/>
                </a:lnTo>
                <a:lnTo>
                  <a:pt x="1284982" y="345069"/>
                </a:lnTo>
                <a:lnTo>
                  <a:pt x="1284673" y="345446"/>
                </a:lnTo>
                <a:lnTo>
                  <a:pt x="1284355" y="345816"/>
                </a:lnTo>
                <a:lnTo>
                  <a:pt x="1284029" y="346179"/>
                </a:lnTo>
                <a:lnTo>
                  <a:pt x="1283695" y="346534"/>
                </a:lnTo>
                <a:lnTo>
                  <a:pt x="1283353" y="346883"/>
                </a:lnTo>
                <a:lnTo>
                  <a:pt x="1283002" y="347225"/>
                </a:lnTo>
                <a:lnTo>
                  <a:pt x="1282644" y="347559"/>
                </a:lnTo>
                <a:lnTo>
                  <a:pt x="1282277" y="347887"/>
                </a:lnTo>
                <a:lnTo>
                  <a:pt x="1281902" y="348207"/>
                </a:lnTo>
                <a:lnTo>
                  <a:pt x="1281518" y="348521"/>
                </a:lnTo>
                <a:lnTo>
                  <a:pt x="1281127" y="348827"/>
                </a:lnTo>
                <a:lnTo>
                  <a:pt x="1280727" y="349127"/>
                </a:lnTo>
                <a:lnTo>
                  <a:pt x="1280319" y="349419"/>
                </a:lnTo>
                <a:lnTo>
                  <a:pt x="1279903" y="349704"/>
                </a:lnTo>
                <a:lnTo>
                  <a:pt x="1279478" y="349983"/>
                </a:lnTo>
                <a:lnTo>
                  <a:pt x="1279046" y="350254"/>
                </a:lnTo>
                <a:lnTo>
                  <a:pt x="1278607" y="350502"/>
                </a:lnTo>
                <a:lnTo>
                  <a:pt x="1278163" y="350740"/>
                </a:lnTo>
                <a:lnTo>
                  <a:pt x="1277714" y="350967"/>
                </a:lnTo>
                <a:lnTo>
                  <a:pt x="1277261" y="351184"/>
                </a:lnTo>
                <a:lnTo>
                  <a:pt x="1276803" y="351390"/>
                </a:lnTo>
                <a:lnTo>
                  <a:pt x="1276341" y="351585"/>
                </a:lnTo>
                <a:lnTo>
                  <a:pt x="1275873" y="351770"/>
                </a:lnTo>
                <a:lnTo>
                  <a:pt x="1275401" y="351944"/>
                </a:lnTo>
                <a:lnTo>
                  <a:pt x="1274925" y="352108"/>
                </a:lnTo>
                <a:lnTo>
                  <a:pt x="1274443" y="352261"/>
                </a:lnTo>
                <a:lnTo>
                  <a:pt x="1273957" y="352404"/>
                </a:lnTo>
                <a:lnTo>
                  <a:pt x="1273467" y="352536"/>
                </a:lnTo>
                <a:lnTo>
                  <a:pt x="1272971" y="352658"/>
                </a:lnTo>
                <a:lnTo>
                  <a:pt x="1272471" y="352769"/>
                </a:lnTo>
                <a:lnTo>
                  <a:pt x="1271966" y="352869"/>
                </a:lnTo>
                <a:lnTo>
                  <a:pt x="1271457" y="352959"/>
                </a:lnTo>
                <a:lnTo>
                  <a:pt x="1270942" y="353038"/>
                </a:lnTo>
                <a:lnTo>
                  <a:pt x="1270423" y="353107"/>
                </a:lnTo>
                <a:lnTo>
                  <a:pt x="1269900" y="353165"/>
                </a:lnTo>
                <a:lnTo>
                  <a:pt x="1269372" y="353212"/>
                </a:lnTo>
                <a:lnTo>
                  <a:pt x="1268838" y="353249"/>
                </a:lnTo>
                <a:lnTo>
                  <a:pt x="1268301" y="353276"/>
                </a:lnTo>
                <a:lnTo>
                  <a:pt x="1267758" y="353292"/>
                </a:lnTo>
                <a:lnTo>
                  <a:pt x="1267211" y="353297"/>
                </a:lnTo>
                <a:lnTo>
                  <a:pt x="1266664" y="353292"/>
                </a:lnTo>
                <a:lnTo>
                  <a:pt x="1266122" y="353276"/>
                </a:lnTo>
                <a:lnTo>
                  <a:pt x="1265584" y="353249"/>
                </a:lnTo>
                <a:lnTo>
                  <a:pt x="1265051" y="353212"/>
                </a:lnTo>
                <a:lnTo>
                  <a:pt x="1264523" y="353165"/>
                </a:lnTo>
                <a:lnTo>
                  <a:pt x="1263999" y="353107"/>
                </a:lnTo>
                <a:lnTo>
                  <a:pt x="1263480" y="353038"/>
                </a:lnTo>
                <a:lnTo>
                  <a:pt x="1262966" y="352959"/>
                </a:lnTo>
                <a:close/>
                <a:moveTo>
                  <a:pt x="1177916" y="365845"/>
                </a:moveTo>
                <a:lnTo>
                  <a:pt x="1179286" y="365586"/>
                </a:lnTo>
                <a:lnTo>
                  <a:pt x="1180624" y="365296"/>
                </a:lnTo>
                <a:lnTo>
                  <a:pt x="1181932" y="364976"/>
                </a:lnTo>
                <a:lnTo>
                  <a:pt x="1183209" y="364624"/>
                </a:lnTo>
                <a:lnTo>
                  <a:pt x="1184454" y="364243"/>
                </a:lnTo>
                <a:lnTo>
                  <a:pt x="1185668" y="363831"/>
                </a:lnTo>
                <a:lnTo>
                  <a:pt x="1186852" y="363388"/>
                </a:lnTo>
                <a:lnTo>
                  <a:pt x="1188004" y="362915"/>
                </a:lnTo>
                <a:lnTo>
                  <a:pt x="1189125" y="362411"/>
                </a:lnTo>
                <a:lnTo>
                  <a:pt x="1190214" y="361877"/>
                </a:lnTo>
                <a:lnTo>
                  <a:pt x="1191273" y="361312"/>
                </a:lnTo>
                <a:lnTo>
                  <a:pt x="1192301" y="360717"/>
                </a:lnTo>
                <a:lnTo>
                  <a:pt x="1193297" y="360091"/>
                </a:lnTo>
                <a:lnTo>
                  <a:pt x="1194263" y="359435"/>
                </a:lnTo>
                <a:lnTo>
                  <a:pt x="1195197" y="358748"/>
                </a:lnTo>
                <a:lnTo>
                  <a:pt x="1196100" y="358031"/>
                </a:lnTo>
                <a:lnTo>
                  <a:pt x="1196969" y="357273"/>
                </a:lnTo>
                <a:lnTo>
                  <a:pt x="1197801" y="356494"/>
                </a:lnTo>
                <a:lnTo>
                  <a:pt x="1198596" y="355693"/>
                </a:lnTo>
                <a:lnTo>
                  <a:pt x="1199355" y="354870"/>
                </a:lnTo>
                <a:lnTo>
                  <a:pt x="1200076" y="354026"/>
                </a:lnTo>
                <a:lnTo>
                  <a:pt x="1200760" y="353160"/>
                </a:lnTo>
                <a:lnTo>
                  <a:pt x="1201407" y="352272"/>
                </a:lnTo>
                <a:lnTo>
                  <a:pt x="1202017" y="351362"/>
                </a:lnTo>
                <a:lnTo>
                  <a:pt x="1202591" y="350431"/>
                </a:lnTo>
                <a:lnTo>
                  <a:pt x="1203127" y="349478"/>
                </a:lnTo>
                <a:lnTo>
                  <a:pt x="1203626" y="348503"/>
                </a:lnTo>
                <a:lnTo>
                  <a:pt x="1204088" y="347506"/>
                </a:lnTo>
                <a:lnTo>
                  <a:pt x="1204514" y="346488"/>
                </a:lnTo>
                <a:lnTo>
                  <a:pt x="1204902" y="345448"/>
                </a:lnTo>
                <a:lnTo>
                  <a:pt x="1205253" y="344387"/>
                </a:lnTo>
                <a:lnTo>
                  <a:pt x="1205568" y="343303"/>
                </a:lnTo>
                <a:lnTo>
                  <a:pt x="1205845" y="342198"/>
                </a:lnTo>
                <a:lnTo>
                  <a:pt x="1206085" y="341071"/>
                </a:lnTo>
                <a:lnTo>
                  <a:pt x="1206289" y="339923"/>
                </a:lnTo>
                <a:lnTo>
                  <a:pt x="1206455" y="338752"/>
                </a:lnTo>
                <a:lnTo>
                  <a:pt x="1206585" y="337560"/>
                </a:lnTo>
                <a:lnTo>
                  <a:pt x="1206677" y="336347"/>
                </a:lnTo>
                <a:lnTo>
                  <a:pt x="1206733" y="335111"/>
                </a:lnTo>
                <a:lnTo>
                  <a:pt x="1206751" y="333854"/>
                </a:lnTo>
                <a:lnTo>
                  <a:pt x="1206742" y="332906"/>
                </a:lnTo>
                <a:lnTo>
                  <a:pt x="1206714" y="331976"/>
                </a:lnTo>
                <a:lnTo>
                  <a:pt x="1206667" y="331065"/>
                </a:lnTo>
                <a:lnTo>
                  <a:pt x="1206601" y="330172"/>
                </a:lnTo>
                <a:lnTo>
                  <a:pt x="1206516" y="329299"/>
                </a:lnTo>
                <a:lnTo>
                  <a:pt x="1206413" y="328444"/>
                </a:lnTo>
                <a:lnTo>
                  <a:pt x="1206291" y="327608"/>
                </a:lnTo>
                <a:lnTo>
                  <a:pt x="1206150" y="326791"/>
                </a:lnTo>
                <a:lnTo>
                  <a:pt x="1205990" y="325993"/>
                </a:lnTo>
                <a:lnTo>
                  <a:pt x="1205812" y="325213"/>
                </a:lnTo>
                <a:lnTo>
                  <a:pt x="1205615" y="324452"/>
                </a:lnTo>
                <a:lnTo>
                  <a:pt x="1205399" y="323710"/>
                </a:lnTo>
                <a:lnTo>
                  <a:pt x="1205164" y="322987"/>
                </a:lnTo>
                <a:lnTo>
                  <a:pt x="1204910" y="322282"/>
                </a:lnTo>
                <a:lnTo>
                  <a:pt x="1204638" y="321597"/>
                </a:lnTo>
                <a:lnTo>
                  <a:pt x="1204347" y="320930"/>
                </a:lnTo>
                <a:lnTo>
                  <a:pt x="1204037" y="320282"/>
                </a:lnTo>
                <a:lnTo>
                  <a:pt x="1203708" y="319653"/>
                </a:lnTo>
                <a:lnTo>
                  <a:pt x="1203360" y="319042"/>
                </a:lnTo>
                <a:lnTo>
                  <a:pt x="1202994" y="318450"/>
                </a:lnTo>
                <a:lnTo>
                  <a:pt x="1202609" y="317877"/>
                </a:lnTo>
                <a:lnTo>
                  <a:pt x="1202205" y="317323"/>
                </a:lnTo>
                <a:lnTo>
                  <a:pt x="1201782" y="316788"/>
                </a:lnTo>
                <a:lnTo>
                  <a:pt x="1201341" y="316271"/>
                </a:lnTo>
                <a:lnTo>
                  <a:pt x="1200884" y="315753"/>
                </a:lnTo>
                <a:lnTo>
                  <a:pt x="1200416" y="315243"/>
                </a:lnTo>
                <a:lnTo>
                  <a:pt x="1199936" y="314739"/>
                </a:lnTo>
                <a:lnTo>
                  <a:pt x="1199444" y="314242"/>
                </a:lnTo>
                <a:lnTo>
                  <a:pt x="1198940" y="313753"/>
                </a:lnTo>
                <a:lnTo>
                  <a:pt x="1198425" y="313270"/>
                </a:lnTo>
                <a:lnTo>
                  <a:pt x="1197897" y="312795"/>
                </a:lnTo>
                <a:lnTo>
                  <a:pt x="1197359" y="312326"/>
                </a:lnTo>
                <a:lnTo>
                  <a:pt x="1196808" y="311865"/>
                </a:lnTo>
                <a:lnTo>
                  <a:pt x="1196245" y="311411"/>
                </a:lnTo>
                <a:lnTo>
                  <a:pt x="1195671" y="310963"/>
                </a:lnTo>
                <a:lnTo>
                  <a:pt x="1195085" y="310523"/>
                </a:lnTo>
                <a:lnTo>
                  <a:pt x="1194488" y="310090"/>
                </a:lnTo>
                <a:lnTo>
                  <a:pt x="1193879" y="309663"/>
                </a:lnTo>
                <a:lnTo>
                  <a:pt x="1193257" y="309244"/>
                </a:lnTo>
                <a:lnTo>
                  <a:pt x="1192625" y="308832"/>
                </a:lnTo>
                <a:lnTo>
                  <a:pt x="1191980" y="308427"/>
                </a:lnTo>
                <a:lnTo>
                  <a:pt x="1191324" y="308029"/>
                </a:lnTo>
                <a:lnTo>
                  <a:pt x="1190656" y="307638"/>
                </a:lnTo>
                <a:lnTo>
                  <a:pt x="1189976" y="307254"/>
                </a:lnTo>
                <a:lnTo>
                  <a:pt x="1189284" y="306877"/>
                </a:lnTo>
                <a:lnTo>
                  <a:pt x="1188581" y="306508"/>
                </a:lnTo>
                <a:lnTo>
                  <a:pt x="1187866" y="306145"/>
                </a:lnTo>
                <a:lnTo>
                  <a:pt x="1187139" y="305789"/>
                </a:lnTo>
                <a:lnTo>
                  <a:pt x="1187139" y="305113"/>
                </a:lnTo>
                <a:lnTo>
                  <a:pt x="1187518" y="304900"/>
                </a:lnTo>
                <a:lnTo>
                  <a:pt x="1187893" y="304686"/>
                </a:lnTo>
                <a:lnTo>
                  <a:pt x="1188265" y="304468"/>
                </a:lnTo>
                <a:lnTo>
                  <a:pt x="1188633" y="304249"/>
                </a:lnTo>
                <a:lnTo>
                  <a:pt x="1188997" y="304027"/>
                </a:lnTo>
                <a:lnTo>
                  <a:pt x="1189358" y="303803"/>
                </a:lnTo>
                <a:lnTo>
                  <a:pt x="1189716" y="303576"/>
                </a:lnTo>
                <a:lnTo>
                  <a:pt x="1190070" y="303347"/>
                </a:lnTo>
                <a:lnTo>
                  <a:pt x="1190420" y="303116"/>
                </a:lnTo>
                <a:lnTo>
                  <a:pt x="1190767" y="302882"/>
                </a:lnTo>
                <a:lnTo>
                  <a:pt x="1191111" y="302646"/>
                </a:lnTo>
                <a:lnTo>
                  <a:pt x="1191451" y="302408"/>
                </a:lnTo>
                <a:lnTo>
                  <a:pt x="1191787" y="302167"/>
                </a:lnTo>
                <a:lnTo>
                  <a:pt x="1192120" y="301924"/>
                </a:lnTo>
                <a:lnTo>
                  <a:pt x="1192449" y="301679"/>
                </a:lnTo>
                <a:lnTo>
                  <a:pt x="1192775" y="301431"/>
                </a:lnTo>
                <a:lnTo>
                  <a:pt x="1193097" y="301181"/>
                </a:lnTo>
                <a:lnTo>
                  <a:pt x="1193416" y="300928"/>
                </a:lnTo>
                <a:lnTo>
                  <a:pt x="1193731" y="300674"/>
                </a:lnTo>
                <a:lnTo>
                  <a:pt x="1194043" y="300417"/>
                </a:lnTo>
                <a:lnTo>
                  <a:pt x="1194351" y="300157"/>
                </a:lnTo>
                <a:lnTo>
                  <a:pt x="1194656" y="299895"/>
                </a:lnTo>
                <a:lnTo>
                  <a:pt x="1194957" y="299631"/>
                </a:lnTo>
                <a:lnTo>
                  <a:pt x="1195255" y="299364"/>
                </a:lnTo>
                <a:lnTo>
                  <a:pt x="1195548" y="299094"/>
                </a:lnTo>
                <a:lnTo>
                  <a:pt x="1195836" y="298819"/>
                </a:lnTo>
                <a:lnTo>
                  <a:pt x="1196118" y="298538"/>
                </a:lnTo>
                <a:lnTo>
                  <a:pt x="1196396" y="298251"/>
                </a:lnTo>
                <a:lnTo>
                  <a:pt x="1196668" y="297960"/>
                </a:lnTo>
                <a:lnTo>
                  <a:pt x="1196935" y="297663"/>
                </a:lnTo>
                <a:lnTo>
                  <a:pt x="1197196" y="297361"/>
                </a:lnTo>
                <a:lnTo>
                  <a:pt x="1197452" y="297054"/>
                </a:lnTo>
                <a:lnTo>
                  <a:pt x="1197703" y="296741"/>
                </a:lnTo>
                <a:lnTo>
                  <a:pt x="1197949" y="296423"/>
                </a:lnTo>
                <a:lnTo>
                  <a:pt x="1198189" y="296100"/>
                </a:lnTo>
                <a:lnTo>
                  <a:pt x="1198425" y="295772"/>
                </a:lnTo>
                <a:lnTo>
                  <a:pt x="1198654" y="295438"/>
                </a:lnTo>
                <a:lnTo>
                  <a:pt x="1198879" y="295099"/>
                </a:lnTo>
                <a:lnTo>
                  <a:pt x="1199098" y="294755"/>
                </a:lnTo>
                <a:lnTo>
                  <a:pt x="1199312" y="294405"/>
                </a:lnTo>
                <a:lnTo>
                  <a:pt x="1199521" y="294050"/>
                </a:lnTo>
                <a:lnTo>
                  <a:pt x="1199724" y="293690"/>
                </a:lnTo>
                <a:lnTo>
                  <a:pt x="1199922" y="293325"/>
                </a:lnTo>
                <a:lnTo>
                  <a:pt x="1200115" y="292954"/>
                </a:lnTo>
                <a:lnTo>
                  <a:pt x="1200303" y="292578"/>
                </a:lnTo>
                <a:lnTo>
                  <a:pt x="1200485" y="292197"/>
                </a:lnTo>
                <a:lnTo>
                  <a:pt x="1200662" y="291810"/>
                </a:lnTo>
                <a:lnTo>
                  <a:pt x="1200834" y="291418"/>
                </a:lnTo>
                <a:lnTo>
                  <a:pt x="1200999" y="291006"/>
                </a:lnTo>
                <a:lnTo>
                  <a:pt x="1201158" y="290587"/>
                </a:lnTo>
                <a:lnTo>
                  <a:pt x="1201309" y="290161"/>
                </a:lnTo>
                <a:lnTo>
                  <a:pt x="1201454" y="289728"/>
                </a:lnTo>
                <a:lnTo>
                  <a:pt x="1201591" y="289287"/>
                </a:lnTo>
                <a:lnTo>
                  <a:pt x="1201721" y="288840"/>
                </a:lnTo>
                <a:lnTo>
                  <a:pt x="1201845" y="288386"/>
                </a:lnTo>
                <a:lnTo>
                  <a:pt x="1201961" y="287924"/>
                </a:lnTo>
                <a:lnTo>
                  <a:pt x="1202070" y="287456"/>
                </a:lnTo>
                <a:lnTo>
                  <a:pt x="1202172" y="286980"/>
                </a:lnTo>
                <a:lnTo>
                  <a:pt x="1202267" y="286498"/>
                </a:lnTo>
                <a:lnTo>
                  <a:pt x="1202355" y="286008"/>
                </a:lnTo>
                <a:lnTo>
                  <a:pt x="1202436" y="285512"/>
                </a:lnTo>
                <a:lnTo>
                  <a:pt x="1202510" y="285008"/>
                </a:lnTo>
                <a:lnTo>
                  <a:pt x="1202577" y="284497"/>
                </a:lnTo>
                <a:lnTo>
                  <a:pt x="1202637" y="283979"/>
                </a:lnTo>
                <a:lnTo>
                  <a:pt x="1202690" y="283455"/>
                </a:lnTo>
                <a:lnTo>
                  <a:pt x="1202736" y="282923"/>
                </a:lnTo>
                <a:lnTo>
                  <a:pt x="1202774" y="282384"/>
                </a:lnTo>
                <a:lnTo>
                  <a:pt x="1202806" y="281838"/>
                </a:lnTo>
                <a:lnTo>
                  <a:pt x="1202831" y="281285"/>
                </a:lnTo>
                <a:lnTo>
                  <a:pt x="1202848" y="280725"/>
                </a:lnTo>
                <a:lnTo>
                  <a:pt x="1202859" y="280158"/>
                </a:lnTo>
                <a:lnTo>
                  <a:pt x="1202863" y="279584"/>
                </a:lnTo>
                <a:lnTo>
                  <a:pt x="1202854" y="278730"/>
                </a:lnTo>
                <a:lnTo>
                  <a:pt x="1202830" y="277887"/>
                </a:lnTo>
                <a:lnTo>
                  <a:pt x="1202789" y="277056"/>
                </a:lnTo>
                <a:lnTo>
                  <a:pt x="1202731" y="276235"/>
                </a:lnTo>
                <a:lnTo>
                  <a:pt x="1202657" y="275426"/>
                </a:lnTo>
                <a:lnTo>
                  <a:pt x="1202567" y="274628"/>
                </a:lnTo>
                <a:lnTo>
                  <a:pt x="1202460" y="273841"/>
                </a:lnTo>
                <a:lnTo>
                  <a:pt x="1202337" y="273065"/>
                </a:lnTo>
                <a:lnTo>
                  <a:pt x="1202197" y="272301"/>
                </a:lnTo>
                <a:lnTo>
                  <a:pt x="1202041" y="271547"/>
                </a:lnTo>
                <a:lnTo>
                  <a:pt x="1201868" y="270805"/>
                </a:lnTo>
                <a:lnTo>
                  <a:pt x="1201679" y="270074"/>
                </a:lnTo>
                <a:lnTo>
                  <a:pt x="1201474" y="269354"/>
                </a:lnTo>
                <a:lnTo>
                  <a:pt x="1201252" y="268645"/>
                </a:lnTo>
                <a:lnTo>
                  <a:pt x="1201013" y="267947"/>
                </a:lnTo>
                <a:lnTo>
                  <a:pt x="1200759" y="267261"/>
                </a:lnTo>
                <a:lnTo>
                  <a:pt x="1200487" y="266585"/>
                </a:lnTo>
                <a:lnTo>
                  <a:pt x="1200200" y="265921"/>
                </a:lnTo>
                <a:lnTo>
                  <a:pt x="1199896" y="265268"/>
                </a:lnTo>
                <a:lnTo>
                  <a:pt x="1199575" y="264626"/>
                </a:lnTo>
                <a:lnTo>
                  <a:pt x="1199238" y="263995"/>
                </a:lnTo>
                <a:lnTo>
                  <a:pt x="1198885" y="263376"/>
                </a:lnTo>
                <a:lnTo>
                  <a:pt x="1198515" y="262767"/>
                </a:lnTo>
                <a:lnTo>
                  <a:pt x="1198129" y="262170"/>
                </a:lnTo>
                <a:lnTo>
                  <a:pt x="1197728" y="261584"/>
                </a:lnTo>
                <a:lnTo>
                  <a:pt x="1197314" y="261010"/>
                </a:lnTo>
                <a:lnTo>
                  <a:pt x="1196887" y="260447"/>
                </a:lnTo>
                <a:lnTo>
                  <a:pt x="1196448" y="259897"/>
                </a:lnTo>
                <a:lnTo>
                  <a:pt x="1195995" y="259358"/>
                </a:lnTo>
                <a:lnTo>
                  <a:pt x="1195529" y="258831"/>
                </a:lnTo>
                <a:lnTo>
                  <a:pt x="1195051" y="258315"/>
                </a:lnTo>
                <a:lnTo>
                  <a:pt x="1194560" y="257812"/>
                </a:lnTo>
                <a:lnTo>
                  <a:pt x="1194055" y="257320"/>
                </a:lnTo>
                <a:lnTo>
                  <a:pt x="1193538" y="256839"/>
                </a:lnTo>
                <a:lnTo>
                  <a:pt x="1193008" y="256371"/>
                </a:lnTo>
                <a:lnTo>
                  <a:pt x="1192465" y="255914"/>
                </a:lnTo>
                <a:lnTo>
                  <a:pt x="1191909" y="255469"/>
                </a:lnTo>
                <a:lnTo>
                  <a:pt x="1191340" y="255036"/>
                </a:lnTo>
                <a:lnTo>
                  <a:pt x="1190759" y="254615"/>
                </a:lnTo>
                <a:lnTo>
                  <a:pt x="1190164" y="254205"/>
                </a:lnTo>
                <a:lnTo>
                  <a:pt x="1189556" y="253807"/>
                </a:lnTo>
                <a:lnTo>
                  <a:pt x="1188936" y="253421"/>
                </a:lnTo>
                <a:lnTo>
                  <a:pt x="1188302" y="253046"/>
                </a:lnTo>
                <a:lnTo>
                  <a:pt x="1187656" y="252683"/>
                </a:lnTo>
                <a:lnTo>
                  <a:pt x="1186997" y="252332"/>
                </a:lnTo>
                <a:lnTo>
                  <a:pt x="1186325" y="251993"/>
                </a:lnTo>
                <a:lnTo>
                  <a:pt x="1185640" y="251665"/>
                </a:lnTo>
                <a:lnTo>
                  <a:pt x="1184942" y="251349"/>
                </a:lnTo>
                <a:lnTo>
                  <a:pt x="1184247" y="251032"/>
                </a:lnTo>
                <a:lnTo>
                  <a:pt x="1183543" y="250728"/>
                </a:lnTo>
                <a:lnTo>
                  <a:pt x="1182831" y="250438"/>
                </a:lnTo>
                <a:lnTo>
                  <a:pt x="1182110" y="250161"/>
                </a:lnTo>
                <a:lnTo>
                  <a:pt x="1181380" y="249898"/>
                </a:lnTo>
                <a:lnTo>
                  <a:pt x="1180641" y="249648"/>
                </a:lnTo>
                <a:lnTo>
                  <a:pt x="1179893" y="249412"/>
                </a:lnTo>
                <a:lnTo>
                  <a:pt x="1179137" y="249189"/>
                </a:lnTo>
                <a:lnTo>
                  <a:pt x="1178372" y="248980"/>
                </a:lnTo>
                <a:lnTo>
                  <a:pt x="1177598" y="248784"/>
                </a:lnTo>
                <a:lnTo>
                  <a:pt x="1176815" y="248602"/>
                </a:lnTo>
                <a:lnTo>
                  <a:pt x="1176023" y="248433"/>
                </a:lnTo>
                <a:lnTo>
                  <a:pt x="1175223" y="248278"/>
                </a:lnTo>
                <a:lnTo>
                  <a:pt x="1174414" y="248136"/>
                </a:lnTo>
                <a:lnTo>
                  <a:pt x="1173596" y="248008"/>
                </a:lnTo>
                <a:lnTo>
                  <a:pt x="1172769" y="247893"/>
                </a:lnTo>
                <a:lnTo>
                  <a:pt x="1171933" y="247792"/>
                </a:lnTo>
                <a:lnTo>
                  <a:pt x="1171089" y="247704"/>
                </a:lnTo>
                <a:lnTo>
                  <a:pt x="1170235" y="247630"/>
                </a:lnTo>
                <a:lnTo>
                  <a:pt x="1169373" y="247569"/>
                </a:lnTo>
                <a:lnTo>
                  <a:pt x="1168502" y="247522"/>
                </a:lnTo>
                <a:lnTo>
                  <a:pt x="1167623" y="247488"/>
                </a:lnTo>
                <a:lnTo>
                  <a:pt x="1166734" y="247468"/>
                </a:lnTo>
                <a:lnTo>
                  <a:pt x="1165837" y="247461"/>
                </a:lnTo>
                <a:lnTo>
                  <a:pt x="1164953" y="247468"/>
                </a:lnTo>
                <a:lnTo>
                  <a:pt x="1164077" y="247488"/>
                </a:lnTo>
                <a:lnTo>
                  <a:pt x="1163208" y="247522"/>
                </a:lnTo>
                <a:lnTo>
                  <a:pt x="1162348" y="247569"/>
                </a:lnTo>
                <a:lnTo>
                  <a:pt x="1161494" y="247630"/>
                </a:lnTo>
                <a:lnTo>
                  <a:pt x="1160649" y="247704"/>
                </a:lnTo>
                <a:lnTo>
                  <a:pt x="1159811" y="247792"/>
                </a:lnTo>
                <a:lnTo>
                  <a:pt x="1158980" y="247893"/>
                </a:lnTo>
                <a:lnTo>
                  <a:pt x="1158158" y="248008"/>
                </a:lnTo>
                <a:lnTo>
                  <a:pt x="1157342" y="248136"/>
                </a:lnTo>
                <a:lnTo>
                  <a:pt x="1156535" y="248278"/>
                </a:lnTo>
                <a:lnTo>
                  <a:pt x="1155735" y="248433"/>
                </a:lnTo>
                <a:lnTo>
                  <a:pt x="1154943" y="248602"/>
                </a:lnTo>
                <a:lnTo>
                  <a:pt x="1154158" y="248784"/>
                </a:lnTo>
                <a:lnTo>
                  <a:pt x="1153381" y="248980"/>
                </a:lnTo>
                <a:lnTo>
                  <a:pt x="1152612" y="249189"/>
                </a:lnTo>
                <a:lnTo>
                  <a:pt x="1151850" y="249412"/>
                </a:lnTo>
                <a:lnTo>
                  <a:pt x="1151096" y="249648"/>
                </a:lnTo>
                <a:lnTo>
                  <a:pt x="1150350" y="249898"/>
                </a:lnTo>
                <a:lnTo>
                  <a:pt x="1149611" y="250161"/>
                </a:lnTo>
                <a:lnTo>
                  <a:pt x="1148880" y="250438"/>
                </a:lnTo>
                <a:lnTo>
                  <a:pt x="1148156" y="250728"/>
                </a:lnTo>
                <a:lnTo>
                  <a:pt x="1147441" y="251032"/>
                </a:lnTo>
                <a:lnTo>
                  <a:pt x="1146732" y="251349"/>
                </a:lnTo>
                <a:lnTo>
                  <a:pt x="1146048" y="251665"/>
                </a:lnTo>
                <a:lnTo>
                  <a:pt x="1145376" y="251993"/>
                </a:lnTo>
                <a:lnTo>
                  <a:pt x="1144717" y="252332"/>
                </a:lnTo>
                <a:lnTo>
                  <a:pt x="1144069" y="252683"/>
                </a:lnTo>
                <a:lnTo>
                  <a:pt x="1143435" y="253046"/>
                </a:lnTo>
                <a:lnTo>
                  <a:pt x="1142812" y="253421"/>
                </a:lnTo>
                <a:lnTo>
                  <a:pt x="1142202" y="253807"/>
                </a:lnTo>
                <a:lnTo>
                  <a:pt x="1141604" y="254205"/>
                </a:lnTo>
                <a:lnTo>
                  <a:pt x="1141018" y="254615"/>
                </a:lnTo>
                <a:lnTo>
                  <a:pt x="1140445" y="255036"/>
                </a:lnTo>
                <a:lnTo>
                  <a:pt x="1139884" y="255469"/>
                </a:lnTo>
                <a:lnTo>
                  <a:pt x="1139335" y="255914"/>
                </a:lnTo>
                <a:lnTo>
                  <a:pt x="1138799" y="256371"/>
                </a:lnTo>
                <a:lnTo>
                  <a:pt x="1138275" y="256839"/>
                </a:lnTo>
                <a:lnTo>
                  <a:pt x="1137764" y="257320"/>
                </a:lnTo>
                <a:lnTo>
                  <a:pt x="1137264" y="257812"/>
                </a:lnTo>
                <a:lnTo>
                  <a:pt x="1136777" y="258315"/>
                </a:lnTo>
                <a:lnTo>
                  <a:pt x="1136303" y="258831"/>
                </a:lnTo>
                <a:lnTo>
                  <a:pt x="1135841" y="259358"/>
                </a:lnTo>
                <a:lnTo>
                  <a:pt x="1135391" y="259897"/>
                </a:lnTo>
                <a:lnTo>
                  <a:pt x="1134953" y="260447"/>
                </a:lnTo>
                <a:lnTo>
                  <a:pt x="1134528" y="261010"/>
                </a:lnTo>
                <a:lnTo>
                  <a:pt x="1134115" y="261584"/>
                </a:lnTo>
                <a:lnTo>
                  <a:pt x="1133714" y="262170"/>
                </a:lnTo>
                <a:lnTo>
                  <a:pt x="1133328" y="262767"/>
                </a:lnTo>
                <a:lnTo>
                  <a:pt x="1132958" y="263376"/>
                </a:lnTo>
                <a:lnTo>
                  <a:pt x="1132605" y="263995"/>
                </a:lnTo>
                <a:lnTo>
                  <a:pt x="1132268" y="264626"/>
                </a:lnTo>
                <a:lnTo>
                  <a:pt x="1131947" y="265268"/>
                </a:lnTo>
                <a:lnTo>
                  <a:pt x="1131643" y="265921"/>
                </a:lnTo>
                <a:lnTo>
                  <a:pt x="1131355" y="266585"/>
                </a:lnTo>
                <a:lnTo>
                  <a:pt x="1131084" y="267261"/>
                </a:lnTo>
                <a:lnTo>
                  <a:pt x="1130829" y="267947"/>
                </a:lnTo>
                <a:lnTo>
                  <a:pt x="1130591" y="268645"/>
                </a:lnTo>
                <a:lnTo>
                  <a:pt x="1130369" y="269354"/>
                </a:lnTo>
                <a:lnTo>
                  <a:pt x="1130164" y="270074"/>
                </a:lnTo>
                <a:lnTo>
                  <a:pt x="1129975" y="270805"/>
                </a:lnTo>
                <a:lnTo>
                  <a:pt x="1129802" y="271547"/>
                </a:lnTo>
                <a:lnTo>
                  <a:pt x="1129646" y="272301"/>
                </a:lnTo>
                <a:lnTo>
                  <a:pt x="1129506" y="273065"/>
                </a:lnTo>
                <a:lnTo>
                  <a:pt x="1129383" y="273841"/>
                </a:lnTo>
                <a:lnTo>
                  <a:pt x="1129276" y="274628"/>
                </a:lnTo>
                <a:lnTo>
                  <a:pt x="1129186" y="275426"/>
                </a:lnTo>
                <a:lnTo>
                  <a:pt x="1129112" y="276235"/>
                </a:lnTo>
                <a:lnTo>
                  <a:pt x="1129054" y="277056"/>
                </a:lnTo>
                <a:lnTo>
                  <a:pt x="1129013" y="277887"/>
                </a:lnTo>
                <a:lnTo>
                  <a:pt x="1128988" y="278730"/>
                </a:lnTo>
                <a:lnTo>
                  <a:pt x="1128980" y="279584"/>
                </a:lnTo>
                <a:lnTo>
                  <a:pt x="1128988" y="280462"/>
                </a:lnTo>
                <a:lnTo>
                  <a:pt x="1129011" y="281324"/>
                </a:lnTo>
                <a:lnTo>
                  <a:pt x="1129049" y="282167"/>
                </a:lnTo>
                <a:lnTo>
                  <a:pt x="1129102" y="282993"/>
                </a:lnTo>
                <a:lnTo>
                  <a:pt x="1129171" y="283802"/>
                </a:lnTo>
                <a:lnTo>
                  <a:pt x="1129255" y="284592"/>
                </a:lnTo>
                <a:lnTo>
                  <a:pt x="1129354" y="285365"/>
                </a:lnTo>
                <a:lnTo>
                  <a:pt x="1129469" y="286121"/>
                </a:lnTo>
                <a:lnTo>
                  <a:pt x="1129598" y="286859"/>
                </a:lnTo>
                <a:lnTo>
                  <a:pt x="1129743" y="287579"/>
                </a:lnTo>
                <a:lnTo>
                  <a:pt x="1129904" y="288282"/>
                </a:lnTo>
                <a:lnTo>
                  <a:pt x="1130079" y="288967"/>
                </a:lnTo>
                <a:lnTo>
                  <a:pt x="1130270" y="289634"/>
                </a:lnTo>
                <a:lnTo>
                  <a:pt x="1130476" y="290284"/>
                </a:lnTo>
                <a:lnTo>
                  <a:pt x="1130697" y="290916"/>
                </a:lnTo>
                <a:lnTo>
                  <a:pt x="1130934" y="291531"/>
                </a:lnTo>
                <a:lnTo>
                  <a:pt x="1131186" y="292128"/>
                </a:lnTo>
                <a:lnTo>
                  <a:pt x="1131453" y="292708"/>
                </a:lnTo>
                <a:lnTo>
                  <a:pt x="1131735" y="293269"/>
                </a:lnTo>
                <a:lnTo>
                  <a:pt x="1132033" y="293814"/>
                </a:lnTo>
                <a:lnTo>
                  <a:pt x="1132346" y="294340"/>
                </a:lnTo>
                <a:lnTo>
                  <a:pt x="1132674" y="294849"/>
                </a:lnTo>
                <a:lnTo>
                  <a:pt x="1133017" y="295340"/>
                </a:lnTo>
                <a:lnTo>
                  <a:pt x="1133376" y="295814"/>
                </a:lnTo>
                <a:lnTo>
                  <a:pt x="1133746" y="296276"/>
                </a:lnTo>
                <a:lnTo>
                  <a:pt x="1134124" y="296731"/>
                </a:lnTo>
                <a:lnTo>
                  <a:pt x="1134509" y="297180"/>
                </a:lnTo>
                <a:lnTo>
                  <a:pt x="1134902" y="297622"/>
                </a:lnTo>
                <a:lnTo>
                  <a:pt x="1135303" y="298058"/>
                </a:lnTo>
                <a:lnTo>
                  <a:pt x="1135711" y="298488"/>
                </a:lnTo>
                <a:lnTo>
                  <a:pt x="1136127" y="298911"/>
                </a:lnTo>
                <a:lnTo>
                  <a:pt x="1136551" y="299327"/>
                </a:lnTo>
                <a:lnTo>
                  <a:pt x="1136982" y="299737"/>
                </a:lnTo>
                <a:lnTo>
                  <a:pt x="1137421" y="300141"/>
                </a:lnTo>
                <a:lnTo>
                  <a:pt x="1137867" y="300538"/>
                </a:lnTo>
                <a:lnTo>
                  <a:pt x="1138321" y="300928"/>
                </a:lnTo>
                <a:lnTo>
                  <a:pt x="1138783" y="301313"/>
                </a:lnTo>
                <a:lnTo>
                  <a:pt x="1139252" y="301690"/>
                </a:lnTo>
                <a:lnTo>
                  <a:pt x="1139729" y="302062"/>
                </a:lnTo>
                <a:lnTo>
                  <a:pt x="1140214" y="302427"/>
                </a:lnTo>
                <a:lnTo>
                  <a:pt x="1140706" y="302785"/>
                </a:lnTo>
                <a:lnTo>
                  <a:pt x="1141206" y="303137"/>
                </a:lnTo>
                <a:lnTo>
                  <a:pt x="1141713" y="303482"/>
                </a:lnTo>
                <a:lnTo>
                  <a:pt x="1142228" y="303821"/>
                </a:lnTo>
                <a:lnTo>
                  <a:pt x="1142751" y="304154"/>
                </a:lnTo>
                <a:lnTo>
                  <a:pt x="1143282" y="304480"/>
                </a:lnTo>
                <a:lnTo>
                  <a:pt x="1143820" y="304800"/>
                </a:lnTo>
                <a:lnTo>
                  <a:pt x="1144365" y="305113"/>
                </a:lnTo>
                <a:lnTo>
                  <a:pt x="1144365" y="305789"/>
                </a:lnTo>
                <a:lnTo>
                  <a:pt x="1143652" y="306090"/>
                </a:lnTo>
                <a:lnTo>
                  <a:pt x="1142951" y="306403"/>
                </a:lnTo>
                <a:lnTo>
                  <a:pt x="1142260" y="306727"/>
                </a:lnTo>
                <a:lnTo>
                  <a:pt x="1141580" y="307062"/>
                </a:lnTo>
                <a:lnTo>
                  <a:pt x="1140912" y="307408"/>
                </a:lnTo>
                <a:lnTo>
                  <a:pt x="1140255" y="307765"/>
                </a:lnTo>
                <a:lnTo>
                  <a:pt x="1139609" y="308133"/>
                </a:lnTo>
                <a:lnTo>
                  <a:pt x="1138974" y="308513"/>
                </a:lnTo>
                <a:lnTo>
                  <a:pt x="1138350" y="308904"/>
                </a:lnTo>
                <a:lnTo>
                  <a:pt x="1137738" y="309305"/>
                </a:lnTo>
                <a:lnTo>
                  <a:pt x="1137136" y="309718"/>
                </a:lnTo>
                <a:lnTo>
                  <a:pt x="1136546" y="310143"/>
                </a:lnTo>
                <a:lnTo>
                  <a:pt x="1135967" y="310578"/>
                </a:lnTo>
                <a:lnTo>
                  <a:pt x="1135399" y="311024"/>
                </a:lnTo>
                <a:lnTo>
                  <a:pt x="1134842" y="311482"/>
                </a:lnTo>
                <a:lnTo>
                  <a:pt x="1134296" y="311951"/>
                </a:lnTo>
                <a:lnTo>
                  <a:pt x="1133762" y="312431"/>
                </a:lnTo>
                <a:lnTo>
                  <a:pt x="1133239" y="312922"/>
                </a:lnTo>
                <a:lnTo>
                  <a:pt x="1132726" y="313424"/>
                </a:lnTo>
                <a:lnTo>
                  <a:pt x="1132225" y="313937"/>
                </a:lnTo>
                <a:lnTo>
                  <a:pt x="1131735" y="314462"/>
                </a:lnTo>
                <a:lnTo>
                  <a:pt x="1131257" y="314997"/>
                </a:lnTo>
                <a:lnTo>
                  <a:pt x="1130789" y="315544"/>
                </a:lnTo>
                <a:lnTo>
                  <a:pt x="1130333" y="316102"/>
                </a:lnTo>
                <a:lnTo>
                  <a:pt x="1129905" y="316660"/>
                </a:lnTo>
                <a:lnTo>
                  <a:pt x="1129496" y="317233"/>
                </a:lnTo>
                <a:lnTo>
                  <a:pt x="1129104" y="317822"/>
                </a:lnTo>
                <a:lnTo>
                  <a:pt x="1128731" y="318427"/>
                </a:lnTo>
                <a:lnTo>
                  <a:pt x="1128376" y="319048"/>
                </a:lnTo>
                <a:lnTo>
                  <a:pt x="1128040" y="319684"/>
                </a:lnTo>
                <a:lnTo>
                  <a:pt x="1127721" y="320337"/>
                </a:lnTo>
                <a:lnTo>
                  <a:pt x="1127421" y="321005"/>
                </a:lnTo>
                <a:lnTo>
                  <a:pt x="1127139" y="321689"/>
                </a:lnTo>
                <a:lnTo>
                  <a:pt x="1126875" y="322389"/>
                </a:lnTo>
                <a:lnTo>
                  <a:pt x="1126629" y="323105"/>
                </a:lnTo>
                <a:lnTo>
                  <a:pt x="1126402" y="323837"/>
                </a:lnTo>
                <a:lnTo>
                  <a:pt x="1126193" y="324585"/>
                </a:lnTo>
                <a:lnTo>
                  <a:pt x="1126002" y="325348"/>
                </a:lnTo>
                <a:lnTo>
                  <a:pt x="1125829" y="326127"/>
                </a:lnTo>
                <a:lnTo>
                  <a:pt x="1125674" y="326922"/>
                </a:lnTo>
                <a:lnTo>
                  <a:pt x="1125538" y="327733"/>
                </a:lnTo>
                <a:lnTo>
                  <a:pt x="1125419" y="328560"/>
                </a:lnTo>
                <a:lnTo>
                  <a:pt x="1125319" y="329403"/>
                </a:lnTo>
                <a:lnTo>
                  <a:pt x="1125237" y="330262"/>
                </a:lnTo>
                <a:lnTo>
                  <a:pt x="1125174" y="331136"/>
                </a:lnTo>
                <a:lnTo>
                  <a:pt x="1125128" y="332026"/>
                </a:lnTo>
                <a:lnTo>
                  <a:pt x="1125101" y="332932"/>
                </a:lnTo>
                <a:lnTo>
                  <a:pt x="1125092" y="333854"/>
                </a:lnTo>
                <a:lnTo>
                  <a:pt x="1125100" y="334750"/>
                </a:lnTo>
                <a:lnTo>
                  <a:pt x="1125127" y="335634"/>
                </a:lnTo>
                <a:lnTo>
                  <a:pt x="1125171" y="336506"/>
                </a:lnTo>
                <a:lnTo>
                  <a:pt x="1125233" y="337367"/>
                </a:lnTo>
                <a:lnTo>
                  <a:pt x="1125312" y="338216"/>
                </a:lnTo>
                <a:lnTo>
                  <a:pt x="1125409" y="339053"/>
                </a:lnTo>
                <a:lnTo>
                  <a:pt x="1125523" y="339878"/>
                </a:lnTo>
                <a:lnTo>
                  <a:pt x="1125655" y="340692"/>
                </a:lnTo>
                <a:lnTo>
                  <a:pt x="1125805" y="341494"/>
                </a:lnTo>
                <a:lnTo>
                  <a:pt x="1125972" y="342284"/>
                </a:lnTo>
                <a:lnTo>
                  <a:pt x="1126157" y="343063"/>
                </a:lnTo>
                <a:lnTo>
                  <a:pt x="1126360" y="343829"/>
                </a:lnTo>
                <a:lnTo>
                  <a:pt x="1126580" y="344584"/>
                </a:lnTo>
                <a:lnTo>
                  <a:pt x="1126818" y="345327"/>
                </a:lnTo>
                <a:lnTo>
                  <a:pt x="1127073" y="346059"/>
                </a:lnTo>
                <a:lnTo>
                  <a:pt x="1127346" y="346779"/>
                </a:lnTo>
                <a:lnTo>
                  <a:pt x="1127636" y="347486"/>
                </a:lnTo>
                <a:lnTo>
                  <a:pt x="1127945" y="348183"/>
                </a:lnTo>
                <a:lnTo>
                  <a:pt x="1128270" y="348867"/>
                </a:lnTo>
                <a:lnTo>
                  <a:pt x="1128614" y="349540"/>
                </a:lnTo>
                <a:lnTo>
                  <a:pt x="1128975" y="350201"/>
                </a:lnTo>
                <a:lnTo>
                  <a:pt x="1129354" y="350850"/>
                </a:lnTo>
                <a:lnTo>
                  <a:pt x="1129750" y="351488"/>
                </a:lnTo>
                <a:lnTo>
                  <a:pt x="1130164" y="352113"/>
                </a:lnTo>
                <a:lnTo>
                  <a:pt x="1130607" y="352713"/>
                </a:lnTo>
                <a:lnTo>
                  <a:pt x="1131064" y="353300"/>
                </a:lnTo>
                <a:lnTo>
                  <a:pt x="1131535" y="353875"/>
                </a:lnTo>
                <a:lnTo>
                  <a:pt x="1132019" y="354438"/>
                </a:lnTo>
                <a:lnTo>
                  <a:pt x="1132516" y="354989"/>
                </a:lnTo>
                <a:lnTo>
                  <a:pt x="1133027" y="355527"/>
                </a:lnTo>
                <a:lnTo>
                  <a:pt x="1133552" y="356052"/>
                </a:lnTo>
                <a:lnTo>
                  <a:pt x="1134090" y="356566"/>
                </a:lnTo>
                <a:lnTo>
                  <a:pt x="1134641" y="357067"/>
                </a:lnTo>
                <a:lnTo>
                  <a:pt x="1135206" y="357555"/>
                </a:lnTo>
                <a:lnTo>
                  <a:pt x="1135785" y="358032"/>
                </a:lnTo>
                <a:lnTo>
                  <a:pt x="1136377" y="358496"/>
                </a:lnTo>
                <a:lnTo>
                  <a:pt x="1136982" y="358948"/>
                </a:lnTo>
                <a:lnTo>
                  <a:pt x="1137601" y="359387"/>
                </a:lnTo>
                <a:lnTo>
                  <a:pt x="1138234" y="359814"/>
                </a:lnTo>
                <a:lnTo>
                  <a:pt x="1138880" y="360229"/>
                </a:lnTo>
                <a:lnTo>
                  <a:pt x="1139540" y="360631"/>
                </a:lnTo>
                <a:lnTo>
                  <a:pt x="1140213" y="361021"/>
                </a:lnTo>
                <a:lnTo>
                  <a:pt x="1140899" y="361399"/>
                </a:lnTo>
                <a:lnTo>
                  <a:pt x="1141599" y="361764"/>
                </a:lnTo>
                <a:lnTo>
                  <a:pt x="1142313" y="362118"/>
                </a:lnTo>
                <a:lnTo>
                  <a:pt x="1143040" y="362458"/>
                </a:lnTo>
                <a:lnTo>
                  <a:pt x="1143780" y="362787"/>
                </a:lnTo>
                <a:lnTo>
                  <a:pt x="1144534" y="363103"/>
                </a:lnTo>
                <a:lnTo>
                  <a:pt x="1145314" y="363406"/>
                </a:lnTo>
                <a:lnTo>
                  <a:pt x="1146103" y="363697"/>
                </a:lnTo>
                <a:lnTo>
                  <a:pt x="1146901" y="363975"/>
                </a:lnTo>
                <a:lnTo>
                  <a:pt x="1147709" y="364239"/>
                </a:lnTo>
                <a:lnTo>
                  <a:pt x="1148526" y="364491"/>
                </a:lnTo>
                <a:lnTo>
                  <a:pt x="1149353" y="364730"/>
                </a:lnTo>
                <a:lnTo>
                  <a:pt x="1150189" y="364956"/>
                </a:lnTo>
                <a:lnTo>
                  <a:pt x="1151034" y="365169"/>
                </a:lnTo>
                <a:lnTo>
                  <a:pt x="1151889" y="365369"/>
                </a:lnTo>
                <a:lnTo>
                  <a:pt x="1152753" y="365557"/>
                </a:lnTo>
                <a:lnTo>
                  <a:pt x="1153627" y="365731"/>
                </a:lnTo>
                <a:lnTo>
                  <a:pt x="1154509" y="365892"/>
                </a:lnTo>
                <a:lnTo>
                  <a:pt x="1155402" y="366041"/>
                </a:lnTo>
                <a:lnTo>
                  <a:pt x="1156303" y="366177"/>
                </a:lnTo>
                <a:lnTo>
                  <a:pt x="1157215" y="366299"/>
                </a:lnTo>
                <a:lnTo>
                  <a:pt x="1158135" y="366409"/>
                </a:lnTo>
                <a:lnTo>
                  <a:pt x="1159065" y="366506"/>
                </a:lnTo>
                <a:lnTo>
                  <a:pt x="1160004" y="366590"/>
                </a:lnTo>
                <a:lnTo>
                  <a:pt x="1160953" y="366661"/>
                </a:lnTo>
                <a:lnTo>
                  <a:pt x="1161911" y="366719"/>
                </a:lnTo>
                <a:lnTo>
                  <a:pt x="1162878" y="366764"/>
                </a:lnTo>
                <a:lnTo>
                  <a:pt x="1163855" y="366796"/>
                </a:lnTo>
                <a:lnTo>
                  <a:pt x="1164841" y="366816"/>
                </a:lnTo>
                <a:lnTo>
                  <a:pt x="1165837" y="366822"/>
                </a:lnTo>
                <a:lnTo>
                  <a:pt x="1167456" y="366807"/>
                </a:lnTo>
                <a:lnTo>
                  <a:pt x="1169043" y="366761"/>
                </a:lnTo>
                <a:lnTo>
                  <a:pt x="1170600" y="366685"/>
                </a:lnTo>
                <a:lnTo>
                  <a:pt x="1172125" y="366578"/>
                </a:lnTo>
                <a:lnTo>
                  <a:pt x="1173620" y="366441"/>
                </a:lnTo>
                <a:lnTo>
                  <a:pt x="1175083" y="366273"/>
                </a:lnTo>
                <a:lnTo>
                  <a:pt x="1176515" y="366074"/>
                </a:lnTo>
                <a:lnTo>
                  <a:pt x="1177916" y="365845"/>
                </a:lnTo>
                <a:close/>
                <a:moveTo>
                  <a:pt x="1158529" y="353335"/>
                </a:moveTo>
                <a:lnTo>
                  <a:pt x="1157714" y="353165"/>
                </a:lnTo>
                <a:lnTo>
                  <a:pt x="1156920" y="352975"/>
                </a:lnTo>
                <a:lnTo>
                  <a:pt x="1156148" y="352766"/>
                </a:lnTo>
                <a:lnTo>
                  <a:pt x="1155397" y="352536"/>
                </a:lnTo>
                <a:lnTo>
                  <a:pt x="1154668" y="352287"/>
                </a:lnTo>
                <a:lnTo>
                  <a:pt x="1153961" y="352017"/>
                </a:lnTo>
                <a:lnTo>
                  <a:pt x="1153276" y="351728"/>
                </a:lnTo>
                <a:lnTo>
                  <a:pt x="1152612" y="351418"/>
                </a:lnTo>
                <a:lnTo>
                  <a:pt x="1151970" y="351089"/>
                </a:lnTo>
                <a:lnTo>
                  <a:pt x="1151350" y="350740"/>
                </a:lnTo>
                <a:lnTo>
                  <a:pt x="1150751" y="350371"/>
                </a:lnTo>
                <a:lnTo>
                  <a:pt x="1150175" y="349981"/>
                </a:lnTo>
                <a:lnTo>
                  <a:pt x="1149620" y="349572"/>
                </a:lnTo>
                <a:lnTo>
                  <a:pt x="1149086" y="349143"/>
                </a:lnTo>
                <a:lnTo>
                  <a:pt x="1148575" y="348694"/>
                </a:lnTo>
                <a:lnTo>
                  <a:pt x="1148085" y="348225"/>
                </a:lnTo>
                <a:lnTo>
                  <a:pt x="1147616" y="347739"/>
                </a:lnTo>
                <a:lnTo>
                  <a:pt x="1147167" y="347239"/>
                </a:lnTo>
                <a:lnTo>
                  <a:pt x="1146738" y="346725"/>
                </a:lnTo>
                <a:lnTo>
                  <a:pt x="1146328" y="346196"/>
                </a:lnTo>
                <a:lnTo>
                  <a:pt x="1145939" y="345654"/>
                </a:lnTo>
                <a:lnTo>
                  <a:pt x="1145570" y="345097"/>
                </a:lnTo>
                <a:lnTo>
                  <a:pt x="1145221" y="344527"/>
                </a:lnTo>
                <a:lnTo>
                  <a:pt x="1144891" y="343942"/>
                </a:lnTo>
                <a:lnTo>
                  <a:pt x="1144582" y="343343"/>
                </a:lnTo>
                <a:lnTo>
                  <a:pt x="1144293" y="342730"/>
                </a:lnTo>
                <a:lnTo>
                  <a:pt x="1144023" y="342103"/>
                </a:lnTo>
                <a:lnTo>
                  <a:pt x="1143774" y="341462"/>
                </a:lnTo>
                <a:lnTo>
                  <a:pt x="1143544" y="340807"/>
                </a:lnTo>
                <a:lnTo>
                  <a:pt x="1143334" y="340138"/>
                </a:lnTo>
                <a:lnTo>
                  <a:pt x="1143145" y="339455"/>
                </a:lnTo>
                <a:lnTo>
                  <a:pt x="1142975" y="338757"/>
                </a:lnTo>
                <a:lnTo>
                  <a:pt x="1142826" y="338046"/>
                </a:lnTo>
                <a:lnTo>
                  <a:pt x="1142696" y="337320"/>
                </a:lnTo>
                <a:lnTo>
                  <a:pt x="1142586" y="336581"/>
                </a:lnTo>
                <a:lnTo>
                  <a:pt x="1142496" y="335827"/>
                </a:lnTo>
                <a:lnTo>
                  <a:pt x="1142426" y="335059"/>
                </a:lnTo>
                <a:lnTo>
                  <a:pt x="1142376" y="334277"/>
                </a:lnTo>
                <a:lnTo>
                  <a:pt x="1142346" y="333481"/>
                </a:lnTo>
                <a:lnTo>
                  <a:pt x="1142337" y="332671"/>
                </a:lnTo>
                <a:lnTo>
                  <a:pt x="1142347" y="331875"/>
                </a:lnTo>
                <a:lnTo>
                  <a:pt x="1142379" y="331092"/>
                </a:lnTo>
                <a:lnTo>
                  <a:pt x="1142432" y="330322"/>
                </a:lnTo>
                <a:lnTo>
                  <a:pt x="1142506" y="329567"/>
                </a:lnTo>
                <a:lnTo>
                  <a:pt x="1142601" y="328824"/>
                </a:lnTo>
                <a:lnTo>
                  <a:pt x="1142717" y="328096"/>
                </a:lnTo>
                <a:lnTo>
                  <a:pt x="1142854" y="327380"/>
                </a:lnTo>
                <a:lnTo>
                  <a:pt x="1143013" y="326678"/>
                </a:lnTo>
                <a:lnTo>
                  <a:pt x="1143192" y="325990"/>
                </a:lnTo>
                <a:lnTo>
                  <a:pt x="1143393" y="325315"/>
                </a:lnTo>
                <a:lnTo>
                  <a:pt x="1143615" y="324654"/>
                </a:lnTo>
                <a:lnTo>
                  <a:pt x="1143858" y="324006"/>
                </a:lnTo>
                <a:lnTo>
                  <a:pt x="1144122" y="323372"/>
                </a:lnTo>
                <a:lnTo>
                  <a:pt x="1144408" y="322751"/>
                </a:lnTo>
                <a:lnTo>
                  <a:pt x="1144714" y="322144"/>
                </a:lnTo>
                <a:lnTo>
                  <a:pt x="1145042" y="321550"/>
                </a:lnTo>
                <a:lnTo>
                  <a:pt x="1145390" y="320970"/>
                </a:lnTo>
                <a:lnTo>
                  <a:pt x="1145760" y="320403"/>
                </a:lnTo>
                <a:lnTo>
                  <a:pt x="1146151" y="319850"/>
                </a:lnTo>
                <a:lnTo>
                  <a:pt x="1146563" y="319310"/>
                </a:lnTo>
                <a:lnTo>
                  <a:pt x="1146996" y="318783"/>
                </a:lnTo>
                <a:lnTo>
                  <a:pt x="1147451" y="318271"/>
                </a:lnTo>
                <a:lnTo>
                  <a:pt x="1147926" y="317771"/>
                </a:lnTo>
                <a:lnTo>
                  <a:pt x="1148423" y="317286"/>
                </a:lnTo>
                <a:lnTo>
                  <a:pt x="1148953" y="316817"/>
                </a:lnTo>
                <a:lnTo>
                  <a:pt x="1149500" y="316368"/>
                </a:lnTo>
                <a:lnTo>
                  <a:pt x="1150063" y="315938"/>
                </a:lnTo>
                <a:lnTo>
                  <a:pt x="1150644" y="315529"/>
                </a:lnTo>
                <a:lnTo>
                  <a:pt x="1151242" y="315140"/>
                </a:lnTo>
                <a:lnTo>
                  <a:pt x="1151857" y="314771"/>
                </a:lnTo>
                <a:lnTo>
                  <a:pt x="1152489" y="314422"/>
                </a:lnTo>
                <a:lnTo>
                  <a:pt x="1153138" y="314092"/>
                </a:lnTo>
                <a:lnTo>
                  <a:pt x="1153804" y="313783"/>
                </a:lnTo>
                <a:lnTo>
                  <a:pt x="1154487" y="313493"/>
                </a:lnTo>
                <a:lnTo>
                  <a:pt x="1155187" y="313224"/>
                </a:lnTo>
                <a:lnTo>
                  <a:pt x="1155904" y="312975"/>
                </a:lnTo>
                <a:lnTo>
                  <a:pt x="1156638" y="312745"/>
                </a:lnTo>
                <a:lnTo>
                  <a:pt x="1157389" y="312535"/>
                </a:lnTo>
                <a:lnTo>
                  <a:pt x="1158158" y="312346"/>
                </a:lnTo>
                <a:lnTo>
                  <a:pt x="1158943" y="312176"/>
                </a:lnTo>
                <a:lnTo>
                  <a:pt x="1159745" y="312026"/>
                </a:lnTo>
                <a:lnTo>
                  <a:pt x="1160564" y="311897"/>
                </a:lnTo>
                <a:lnTo>
                  <a:pt x="1161400" y="311787"/>
                </a:lnTo>
                <a:lnTo>
                  <a:pt x="1162254" y="311697"/>
                </a:lnTo>
                <a:lnTo>
                  <a:pt x="1163124" y="311627"/>
                </a:lnTo>
                <a:lnTo>
                  <a:pt x="1164011" y="311577"/>
                </a:lnTo>
                <a:lnTo>
                  <a:pt x="1164916" y="311547"/>
                </a:lnTo>
                <a:lnTo>
                  <a:pt x="1165837" y="311537"/>
                </a:lnTo>
                <a:lnTo>
                  <a:pt x="1166758" y="311547"/>
                </a:lnTo>
                <a:lnTo>
                  <a:pt x="1167663" y="311576"/>
                </a:lnTo>
                <a:lnTo>
                  <a:pt x="1168550" y="311625"/>
                </a:lnTo>
                <a:lnTo>
                  <a:pt x="1169420" y="311692"/>
                </a:lnTo>
                <a:lnTo>
                  <a:pt x="1170274" y="311780"/>
                </a:lnTo>
                <a:lnTo>
                  <a:pt x="1171110" y="311886"/>
                </a:lnTo>
                <a:lnTo>
                  <a:pt x="1171929" y="312012"/>
                </a:lnTo>
                <a:lnTo>
                  <a:pt x="1172731" y="312157"/>
                </a:lnTo>
                <a:lnTo>
                  <a:pt x="1173516" y="312322"/>
                </a:lnTo>
                <a:lnTo>
                  <a:pt x="1174285" y="312506"/>
                </a:lnTo>
                <a:lnTo>
                  <a:pt x="1175036" y="312710"/>
                </a:lnTo>
                <a:lnTo>
                  <a:pt x="1175770" y="312932"/>
                </a:lnTo>
                <a:lnTo>
                  <a:pt x="1176487" y="313174"/>
                </a:lnTo>
                <a:lnTo>
                  <a:pt x="1177187" y="313436"/>
                </a:lnTo>
                <a:lnTo>
                  <a:pt x="1177870" y="313717"/>
                </a:lnTo>
                <a:lnTo>
                  <a:pt x="1178536" y="314017"/>
                </a:lnTo>
                <a:lnTo>
                  <a:pt x="1179185" y="314337"/>
                </a:lnTo>
                <a:lnTo>
                  <a:pt x="1179817" y="314676"/>
                </a:lnTo>
                <a:lnTo>
                  <a:pt x="1180432" y="315034"/>
                </a:lnTo>
                <a:lnTo>
                  <a:pt x="1181030" y="315412"/>
                </a:lnTo>
                <a:lnTo>
                  <a:pt x="1181610" y="315809"/>
                </a:lnTo>
                <a:lnTo>
                  <a:pt x="1182174" y="316225"/>
                </a:lnTo>
                <a:lnTo>
                  <a:pt x="1182721" y="316661"/>
                </a:lnTo>
                <a:lnTo>
                  <a:pt x="1183251" y="317117"/>
                </a:lnTo>
                <a:lnTo>
                  <a:pt x="1183761" y="317589"/>
                </a:lnTo>
                <a:lnTo>
                  <a:pt x="1184250" y="318077"/>
                </a:lnTo>
                <a:lnTo>
                  <a:pt x="1184717" y="318580"/>
                </a:lnTo>
                <a:lnTo>
                  <a:pt x="1185162" y="319098"/>
                </a:lnTo>
                <a:lnTo>
                  <a:pt x="1185586" y="319632"/>
                </a:lnTo>
                <a:lnTo>
                  <a:pt x="1185988" y="320181"/>
                </a:lnTo>
                <a:lnTo>
                  <a:pt x="1186368" y="320745"/>
                </a:lnTo>
                <a:lnTo>
                  <a:pt x="1186726" y="321324"/>
                </a:lnTo>
                <a:lnTo>
                  <a:pt x="1187063" y="321919"/>
                </a:lnTo>
                <a:lnTo>
                  <a:pt x="1187378" y="322529"/>
                </a:lnTo>
                <a:lnTo>
                  <a:pt x="1187671" y="323154"/>
                </a:lnTo>
                <a:lnTo>
                  <a:pt x="1187942" y="323795"/>
                </a:lnTo>
                <a:lnTo>
                  <a:pt x="1188192" y="324451"/>
                </a:lnTo>
                <a:lnTo>
                  <a:pt x="1188420" y="325121"/>
                </a:lnTo>
                <a:lnTo>
                  <a:pt x="1188626" y="325808"/>
                </a:lnTo>
                <a:lnTo>
                  <a:pt x="1188811" y="326509"/>
                </a:lnTo>
                <a:lnTo>
                  <a:pt x="1188974" y="327226"/>
                </a:lnTo>
                <a:lnTo>
                  <a:pt x="1189115" y="327958"/>
                </a:lnTo>
                <a:lnTo>
                  <a:pt x="1189235" y="328705"/>
                </a:lnTo>
                <a:lnTo>
                  <a:pt x="1189332" y="329468"/>
                </a:lnTo>
                <a:lnTo>
                  <a:pt x="1189408" y="330246"/>
                </a:lnTo>
                <a:lnTo>
                  <a:pt x="1189463" y="331039"/>
                </a:lnTo>
                <a:lnTo>
                  <a:pt x="1189495" y="331847"/>
                </a:lnTo>
                <a:lnTo>
                  <a:pt x="1189506" y="332671"/>
                </a:lnTo>
                <a:lnTo>
                  <a:pt x="1189496" y="333481"/>
                </a:lnTo>
                <a:lnTo>
                  <a:pt x="1189465" y="334277"/>
                </a:lnTo>
                <a:lnTo>
                  <a:pt x="1189414" y="335059"/>
                </a:lnTo>
                <a:lnTo>
                  <a:pt x="1189342" y="335827"/>
                </a:lnTo>
                <a:lnTo>
                  <a:pt x="1189249" y="336581"/>
                </a:lnTo>
                <a:lnTo>
                  <a:pt x="1189136" y="337320"/>
                </a:lnTo>
                <a:lnTo>
                  <a:pt x="1189003" y="338046"/>
                </a:lnTo>
                <a:lnTo>
                  <a:pt x="1188849" y="338757"/>
                </a:lnTo>
                <a:lnTo>
                  <a:pt x="1188674" y="339455"/>
                </a:lnTo>
                <a:lnTo>
                  <a:pt x="1188479" y="340138"/>
                </a:lnTo>
                <a:lnTo>
                  <a:pt x="1188263" y="340807"/>
                </a:lnTo>
                <a:lnTo>
                  <a:pt x="1188027" y="341462"/>
                </a:lnTo>
                <a:lnTo>
                  <a:pt x="1187770" y="342103"/>
                </a:lnTo>
                <a:lnTo>
                  <a:pt x="1187493" y="342730"/>
                </a:lnTo>
                <a:lnTo>
                  <a:pt x="1187195" y="343343"/>
                </a:lnTo>
                <a:lnTo>
                  <a:pt x="1186876" y="343942"/>
                </a:lnTo>
                <a:lnTo>
                  <a:pt x="1186537" y="344527"/>
                </a:lnTo>
                <a:lnTo>
                  <a:pt x="1186178" y="345097"/>
                </a:lnTo>
                <a:lnTo>
                  <a:pt x="1185798" y="345654"/>
                </a:lnTo>
                <a:lnTo>
                  <a:pt x="1185397" y="346196"/>
                </a:lnTo>
                <a:lnTo>
                  <a:pt x="1184976" y="346725"/>
                </a:lnTo>
                <a:lnTo>
                  <a:pt x="1184534" y="347239"/>
                </a:lnTo>
                <a:lnTo>
                  <a:pt x="1184072" y="347739"/>
                </a:lnTo>
                <a:lnTo>
                  <a:pt x="1183589" y="348225"/>
                </a:lnTo>
                <a:lnTo>
                  <a:pt x="1183099" y="348694"/>
                </a:lnTo>
                <a:lnTo>
                  <a:pt x="1182588" y="349143"/>
                </a:lnTo>
                <a:lnTo>
                  <a:pt x="1182054" y="349572"/>
                </a:lnTo>
                <a:lnTo>
                  <a:pt x="1181499" y="349981"/>
                </a:lnTo>
                <a:lnTo>
                  <a:pt x="1180922" y="350371"/>
                </a:lnTo>
                <a:lnTo>
                  <a:pt x="1180324" y="350740"/>
                </a:lnTo>
                <a:lnTo>
                  <a:pt x="1179704" y="351089"/>
                </a:lnTo>
                <a:lnTo>
                  <a:pt x="1179062" y="351418"/>
                </a:lnTo>
                <a:lnTo>
                  <a:pt x="1178398" y="351728"/>
                </a:lnTo>
                <a:lnTo>
                  <a:pt x="1177713" y="352017"/>
                </a:lnTo>
                <a:lnTo>
                  <a:pt x="1177006" y="352287"/>
                </a:lnTo>
                <a:lnTo>
                  <a:pt x="1176277" y="352536"/>
                </a:lnTo>
                <a:lnTo>
                  <a:pt x="1175526" y="352766"/>
                </a:lnTo>
                <a:lnTo>
                  <a:pt x="1174754" y="352975"/>
                </a:lnTo>
                <a:lnTo>
                  <a:pt x="1173960" y="353165"/>
                </a:lnTo>
                <a:lnTo>
                  <a:pt x="1173144" y="353335"/>
                </a:lnTo>
                <a:lnTo>
                  <a:pt x="1172307" y="353484"/>
                </a:lnTo>
                <a:lnTo>
                  <a:pt x="1171448" y="353614"/>
                </a:lnTo>
                <a:lnTo>
                  <a:pt x="1170567" y="353724"/>
                </a:lnTo>
                <a:lnTo>
                  <a:pt x="1169664" y="353814"/>
                </a:lnTo>
                <a:lnTo>
                  <a:pt x="1168740" y="353883"/>
                </a:lnTo>
                <a:lnTo>
                  <a:pt x="1167794" y="353933"/>
                </a:lnTo>
                <a:lnTo>
                  <a:pt x="1166826" y="353963"/>
                </a:lnTo>
                <a:lnTo>
                  <a:pt x="1165837" y="353973"/>
                </a:lnTo>
                <a:lnTo>
                  <a:pt x="1164848" y="353963"/>
                </a:lnTo>
                <a:lnTo>
                  <a:pt x="1163880" y="353933"/>
                </a:lnTo>
                <a:lnTo>
                  <a:pt x="1162934" y="353883"/>
                </a:lnTo>
                <a:lnTo>
                  <a:pt x="1162009" y="353814"/>
                </a:lnTo>
                <a:lnTo>
                  <a:pt x="1161107" y="353724"/>
                </a:lnTo>
                <a:lnTo>
                  <a:pt x="1160226" y="353614"/>
                </a:lnTo>
                <a:lnTo>
                  <a:pt x="1159367" y="353484"/>
                </a:lnTo>
                <a:lnTo>
                  <a:pt x="1158529" y="353335"/>
                </a:lnTo>
                <a:close/>
                <a:moveTo>
                  <a:pt x="1160276" y="299477"/>
                </a:moveTo>
                <a:lnTo>
                  <a:pt x="1159624" y="299328"/>
                </a:lnTo>
                <a:lnTo>
                  <a:pt x="1158980" y="299160"/>
                </a:lnTo>
                <a:lnTo>
                  <a:pt x="1158346" y="298975"/>
                </a:lnTo>
                <a:lnTo>
                  <a:pt x="1157722" y="298773"/>
                </a:lnTo>
                <a:lnTo>
                  <a:pt x="1157106" y="298553"/>
                </a:lnTo>
                <a:lnTo>
                  <a:pt x="1156501" y="298315"/>
                </a:lnTo>
                <a:lnTo>
                  <a:pt x="1155904" y="298060"/>
                </a:lnTo>
                <a:lnTo>
                  <a:pt x="1155317" y="297787"/>
                </a:lnTo>
                <a:lnTo>
                  <a:pt x="1154739" y="297496"/>
                </a:lnTo>
                <a:lnTo>
                  <a:pt x="1154171" y="297188"/>
                </a:lnTo>
                <a:lnTo>
                  <a:pt x="1153612" y="296862"/>
                </a:lnTo>
                <a:lnTo>
                  <a:pt x="1153063" y="296519"/>
                </a:lnTo>
                <a:lnTo>
                  <a:pt x="1152523" y="296158"/>
                </a:lnTo>
                <a:lnTo>
                  <a:pt x="1151992" y="295779"/>
                </a:lnTo>
                <a:lnTo>
                  <a:pt x="1151471" y="295383"/>
                </a:lnTo>
                <a:lnTo>
                  <a:pt x="1150959" y="294969"/>
                </a:lnTo>
                <a:lnTo>
                  <a:pt x="1150462" y="294525"/>
                </a:lnTo>
                <a:lnTo>
                  <a:pt x="1149987" y="294065"/>
                </a:lnTo>
                <a:lnTo>
                  <a:pt x="1149532" y="293590"/>
                </a:lnTo>
                <a:lnTo>
                  <a:pt x="1149099" y="293100"/>
                </a:lnTo>
                <a:lnTo>
                  <a:pt x="1148687" y="292594"/>
                </a:lnTo>
                <a:lnTo>
                  <a:pt x="1148296" y="292074"/>
                </a:lnTo>
                <a:lnTo>
                  <a:pt x="1147926" y="291538"/>
                </a:lnTo>
                <a:lnTo>
                  <a:pt x="1147578" y="290986"/>
                </a:lnTo>
                <a:lnTo>
                  <a:pt x="1147250" y="290420"/>
                </a:lnTo>
                <a:lnTo>
                  <a:pt x="1146944" y="289838"/>
                </a:lnTo>
                <a:lnTo>
                  <a:pt x="1146658" y="289241"/>
                </a:lnTo>
                <a:lnTo>
                  <a:pt x="1146394" y="288629"/>
                </a:lnTo>
                <a:lnTo>
                  <a:pt x="1146151" y="288001"/>
                </a:lnTo>
                <a:lnTo>
                  <a:pt x="1145929" y="287358"/>
                </a:lnTo>
                <a:lnTo>
                  <a:pt x="1145728" y="286700"/>
                </a:lnTo>
                <a:lnTo>
                  <a:pt x="1145549" y="286027"/>
                </a:lnTo>
                <a:lnTo>
                  <a:pt x="1145390" y="285338"/>
                </a:lnTo>
                <a:lnTo>
                  <a:pt x="1145253" y="284635"/>
                </a:lnTo>
                <a:lnTo>
                  <a:pt x="1145137" y="283915"/>
                </a:lnTo>
                <a:lnTo>
                  <a:pt x="1145042" y="283181"/>
                </a:lnTo>
                <a:lnTo>
                  <a:pt x="1144968" y="282431"/>
                </a:lnTo>
                <a:lnTo>
                  <a:pt x="1144915" y="281666"/>
                </a:lnTo>
                <a:lnTo>
                  <a:pt x="1144883" y="280886"/>
                </a:lnTo>
                <a:lnTo>
                  <a:pt x="1144873" y="280091"/>
                </a:lnTo>
                <a:lnTo>
                  <a:pt x="1144882" y="279309"/>
                </a:lnTo>
                <a:lnTo>
                  <a:pt x="1144911" y="278542"/>
                </a:lnTo>
                <a:lnTo>
                  <a:pt x="1144960" y="277790"/>
                </a:lnTo>
                <a:lnTo>
                  <a:pt x="1145027" y="277052"/>
                </a:lnTo>
                <a:lnTo>
                  <a:pt x="1145115" y="276329"/>
                </a:lnTo>
                <a:lnTo>
                  <a:pt x="1145221" y="275621"/>
                </a:lnTo>
                <a:lnTo>
                  <a:pt x="1145347" y="274928"/>
                </a:lnTo>
                <a:lnTo>
                  <a:pt x="1145492" y="274249"/>
                </a:lnTo>
                <a:lnTo>
                  <a:pt x="1145657" y="273584"/>
                </a:lnTo>
                <a:lnTo>
                  <a:pt x="1145841" y="272935"/>
                </a:lnTo>
                <a:lnTo>
                  <a:pt x="1146045" y="272300"/>
                </a:lnTo>
                <a:lnTo>
                  <a:pt x="1146267" y="271680"/>
                </a:lnTo>
                <a:lnTo>
                  <a:pt x="1146509" y="271074"/>
                </a:lnTo>
                <a:lnTo>
                  <a:pt x="1146771" y="270483"/>
                </a:lnTo>
                <a:lnTo>
                  <a:pt x="1147052" y="269907"/>
                </a:lnTo>
                <a:lnTo>
                  <a:pt x="1147352" y="269346"/>
                </a:lnTo>
                <a:lnTo>
                  <a:pt x="1147672" y="268799"/>
                </a:lnTo>
                <a:lnTo>
                  <a:pt x="1148011" y="268267"/>
                </a:lnTo>
                <a:lnTo>
                  <a:pt x="1148369" y="267749"/>
                </a:lnTo>
                <a:lnTo>
                  <a:pt x="1148747" y="267246"/>
                </a:lnTo>
                <a:lnTo>
                  <a:pt x="1149144" y="266758"/>
                </a:lnTo>
                <a:lnTo>
                  <a:pt x="1149561" y="266285"/>
                </a:lnTo>
                <a:lnTo>
                  <a:pt x="1149996" y="265826"/>
                </a:lnTo>
                <a:lnTo>
                  <a:pt x="1150452" y="265382"/>
                </a:lnTo>
                <a:lnTo>
                  <a:pt x="1150937" y="264954"/>
                </a:lnTo>
                <a:lnTo>
                  <a:pt x="1151436" y="264545"/>
                </a:lnTo>
                <a:lnTo>
                  <a:pt x="1151947" y="264154"/>
                </a:lnTo>
                <a:lnTo>
                  <a:pt x="1152471" y="263781"/>
                </a:lnTo>
                <a:lnTo>
                  <a:pt x="1153008" y="263426"/>
                </a:lnTo>
                <a:lnTo>
                  <a:pt x="1153558" y="263089"/>
                </a:lnTo>
                <a:lnTo>
                  <a:pt x="1154121" y="262771"/>
                </a:lnTo>
                <a:lnTo>
                  <a:pt x="1154697" y="262470"/>
                </a:lnTo>
                <a:lnTo>
                  <a:pt x="1155286" y="262188"/>
                </a:lnTo>
                <a:lnTo>
                  <a:pt x="1155888" y="261924"/>
                </a:lnTo>
                <a:lnTo>
                  <a:pt x="1156502" y="261679"/>
                </a:lnTo>
                <a:lnTo>
                  <a:pt x="1157130" y="261451"/>
                </a:lnTo>
                <a:lnTo>
                  <a:pt x="1157770" y="261242"/>
                </a:lnTo>
                <a:lnTo>
                  <a:pt x="1158424" y="261051"/>
                </a:lnTo>
                <a:lnTo>
                  <a:pt x="1159090" y="260878"/>
                </a:lnTo>
                <a:lnTo>
                  <a:pt x="1159769" y="260723"/>
                </a:lnTo>
                <a:lnTo>
                  <a:pt x="1160461" y="260587"/>
                </a:lnTo>
                <a:lnTo>
                  <a:pt x="1161166" y="260469"/>
                </a:lnTo>
                <a:lnTo>
                  <a:pt x="1161884" y="260368"/>
                </a:lnTo>
                <a:lnTo>
                  <a:pt x="1162615" y="260287"/>
                </a:lnTo>
                <a:lnTo>
                  <a:pt x="1163359" y="260223"/>
                </a:lnTo>
                <a:lnTo>
                  <a:pt x="1164116" y="260177"/>
                </a:lnTo>
                <a:lnTo>
                  <a:pt x="1164885" y="260150"/>
                </a:lnTo>
                <a:lnTo>
                  <a:pt x="1165668" y="260141"/>
                </a:lnTo>
                <a:lnTo>
                  <a:pt x="1166464" y="260150"/>
                </a:lnTo>
                <a:lnTo>
                  <a:pt x="1167247" y="260177"/>
                </a:lnTo>
                <a:lnTo>
                  <a:pt x="1168016" y="260223"/>
                </a:lnTo>
                <a:lnTo>
                  <a:pt x="1168772" y="260287"/>
                </a:lnTo>
                <a:lnTo>
                  <a:pt x="1169514" y="260368"/>
                </a:lnTo>
                <a:lnTo>
                  <a:pt x="1170243" y="260469"/>
                </a:lnTo>
                <a:lnTo>
                  <a:pt x="1170959" y="260587"/>
                </a:lnTo>
                <a:lnTo>
                  <a:pt x="1171660" y="260723"/>
                </a:lnTo>
                <a:lnTo>
                  <a:pt x="1172349" y="260878"/>
                </a:lnTo>
                <a:lnTo>
                  <a:pt x="1173023" y="261051"/>
                </a:lnTo>
                <a:lnTo>
                  <a:pt x="1173685" y="261242"/>
                </a:lnTo>
                <a:lnTo>
                  <a:pt x="1174333" y="261451"/>
                </a:lnTo>
                <a:lnTo>
                  <a:pt x="1174967" y="261679"/>
                </a:lnTo>
                <a:lnTo>
                  <a:pt x="1175588" y="261924"/>
                </a:lnTo>
                <a:lnTo>
                  <a:pt x="1176195" y="262188"/>
                </a:lnTo>
                <a:lnTo>
                  <a:pt x="1176789" y="262470"/>
                </a:lnTo>
                <a:lnTo>
                  <a:pt x="1177369" y="262771"/>
                </a:lnTo>
                <a:lnTo>
                  <a:pt x="1177936" y="263089"/>
                </a:lnTo>
                <a:lnTo>
                  <a:pt x="1178489" y="263426"/>
                </a:lnTo>
                <a:lnTo>
                  <a:pt x="1179029" y="263781"/>
                </a:lnTo>
                <a:lnTo>
                  <a:pt x="1179555" y="264154"/>
                </a:lnTo>
                <a:lnTo>
                  <a:pt x="1180068" y="264545"/>
                </a:lnTo>
                <a:lnTo>
                  <a:pt x="1180567" y="264954"/>
                </a:lnTo>
                <a:lnTo>
                  <a:pt x="1181053" y="265382"/>
                </a:lnTo>
                <a:lnTo>
                  <a:pt x="1181522" y="265813"/>
                </a:lnTo>
                <a:lnTo>
                  <a:pt x="1181971" y="266259"/>
                </a:lnTo>
                <a:lnTo>
                  <a:pt x="1182400" y="266721"/>
                </a:lnTo>
                <a:lnTo>
                  <a:pt x="1182809" y="267199"/>
                </a:lnTo>
                <a:lnTo>
                  <a:pt x="1183199" y="267693"/>
                </a:lnTo>
                <a:lnTo>
                  <a:pt x="1183568" y="268203"/>
                </a:lnTo>
                <a:lnTo>
                  <a:pt x="1183917" y="268729"/>
                </a:lnTo>
                <a:lnTo>
                  <a:pt x="1184246" y="269271"/>
                </a:lnTo>
                <a:lnTo>
                  <a:pt x="1184556" y="269828"/>
                </a:lnTo>
                <a:lnTo>
                  <a:pt x="1184845" y="270401"/>
                </a:lnTo>
                <a:lnTo>
                  <a:pt x="1185115" y="270990"/>
                </a:lnTo>
                <a:lnTo>
                  <a:pt x="1185364" y="271595"/>
                </a:lnTo>
                <a:lnTo>
                  <a:pt x="1185594" y="272216"/>
                </a:lnTo>
                <a:lnTo>
                  <a:pt x="1185803" y="272853"/>
                </a:lnTo>
                <a:lnTo>
                  <a:pt x="1185993" y="273505"/>
                </a:lnTo>
                <a:lnTo>
                  <a:pt x="1186162" y="274173"/>
                </a:lnTo>
                <a:lnTo>
                  <a:pt x="1186312" y="274858"/>
                </a:lnTo>
                <a:lnTo>
                  <a:pt x="1186442" y="275558"/>
                </a:lnTo>
                <a:lnTo>
                  <a:pt x="1186552" y="276274"/>
                </a:lnTo>
                <a:lnTo>
                  <a:pt x="1186641" y="277005"/>
                </a:lnTo>
                <a:lnTo>
                  <a:pt x="1186711" y="277753"/>
                </a:lnTo>
                <a:lnTo>
                  <a:pt x="1186761" y="278516"/>
                </a:lnTo>
                <a:lnTo>
                  <a:pt x="1186791" y="279296"/>
                </a:lnTo>
                <a:lnTo>
                  <a:pt x="1186801" y="280091"/>
                </a:lnTo>
                <a:lnTo>
                  <a:pt x="1186791" y="280886"/>
                </a:lnTo>
                <a:lnTo>
                  <a:pt x="1186759" y="281666"/>
                </a:lnTo>
                <a:lnTo>
                  <a:pt x="1186706" y="282431"/>
                </a:lnTo>
                <a:lnTo>
                  <a:pt x="1186632" y="283181"/>
                </a:lnTo>
                <a:lnTo>
                  <a:pt x="1186537" y="283915"/>
                </a:lnTo>
                <a:lnTo>
                  <a:pt x="1186421" y="284635"/>
                </a:lnTo>
                <a:lnTo>
                  <a:pt x="1186283" y="285338"/>
                </a:lnTo>
                <a:lnTo>
                  <a:pt x="1186125" y="286027"/>
                </a:lnTo>
                <a:lnTo>
                  <a:pt x="1185945" y="286700"/>
                </a:lnTo>
                <a:lnTo>
                  <a:pt x="1185745" y="287358"/>
                </a:lnTo>
                <a:lnTo>
                  <a:pt x="1185523" y="288001"/>
                </a:lnTo>
                <a:lnTo>
                  <a:pt x="1185280" y="288629"/>
                </a:lnTo>
                <a:lnTo>
                  <a:pt x="1185015" y="289241"/>
                </a:lnTo>
                <a:lnTo>
                  <a:pt x="1184730" y="289838"/>
                </a:lnTo>
                <a:lnTo>
                  <a:pt x="1184424" y="290420"/>
                </a:lnTo>
                <a:lnTo>
                  <a:pt x="1184096" y="290986"/>
                </a:lnTo>
                <a:lnTo>
                  <a:pt x="1183747" y="291538"/>
                </a:lnTo>
                <a:lnTo>
                  <a:pt x="1183378" y="292074"/>
                </a:lnTo>
                <a:lnTo>
                  <a:pt x="1182987" y="292594"/>
                </a:lnTo>
                <a:lnTo>
                  <a:pt x="1182575" y="293100"/>
                </a:lnTo>
                <a:lnTo>
                  <a:pt x="1182141" y="293590"/>
                </a:lnTo>
                <a:lnTo>
                  <a:pt x="1181687" y="294065"/>
                </a:lnTo>
                <a:lnTo>
                  <a:pt x="1181212" y="294525"/>
                </a:lnTo>
                <a:lnTo>
                  <a:pt x="1180715" y="294969"/>
                </a:lnTo>
                <a:lnTo>
                  <a:pt x="1180217" y="295383"/>
                </a:lnTo>
                <a:lnTo>
                  <a:pt x="1179708" y="295779"/>
                </a:lnTo>
                <a:lnTo>
                  <a:pt x="1179188" y="296158"/>
                </a:lnTo>
                <a:lnTo>
                  <a:pt x="1178658" y="296519"/>
                </a:lnTo>
                <a:lnTo>
                  <a:pt x="1178117" y="296862"/>
                </a:lnTo>
                <a:lnTo>
                  <a:pt x="1177566" y="297188"/>
                </a:lnTo>
                <a:lnTo>
                  <a:pt x="1177004" y="297496"/>
                </a:lnTo>
                <a:lnTo>
                  <a:pt x="1176432" y="297787"/>
                </a:lnTo>
                <a:lnTo>
                  <a:pt x="1175849" y="298060"/>
                </a:lnTo>
                <a:lnTo>
                  <a:pt x="1175255" y="298315"/>
                </a:lnTo>
                <a:lnTo>
                  <a:pt x="1174651" y="298553"/>
                </a:lnTo>
                <a:lnTo>
                  <a:pt x="1174037" y="298773"/>
                </a:lnTo>
                <a:lnTo>
                  <a:pt x="1173412" y="298975"/>
                </a:lnTo>
                <a:lnTo>
                  <a:pt x="1172776" y="299160"/>
                </a:lnTo>
                <a:lnTo>
                  <a:pt x="1172129" y="299328"/>
                </a:lnTo>
                <a:lnTo>
                  <a:pt x="1171473" y="299477"/>
                </a:lnTo>
                <a:lnTo>
                  <a:pt x="1170805" y="299609"/>
                </a:lnTo>
                <a:lnTo>
                  <a:pt x="1170127" y="299724"/>
                </a:lnTo>
                <a:lnTo>
                  <a:pt x="1169438" y="299821"/>
                </a:lnTo>
                <a:lnTo>
                  <a:pt x="1168739" y="299900"/>
                </a:lnTo>
                <a:lnTo>
                  <a:pt x="1168030" y="299962"/>
                </a:lnTo>
                <a:lnTo>
                  <a:pt x="1167309" y="300006"/>
                </a:lnTo>
                <a:lnTo>
                  <a:pt x="1166578" y="300032"/>
                </a:lnTo>
                <a:lnTo>
                  <a:pt x="1165837" y="300041"/>
                </a:lnTo>
                <a:lnTo>
                  <a:pt x="1165109" y="300032"/>
                </a:lnTo>
                <a:lnTo>
                  <a:pt x="1164391" y="300006"/>
                </a:lnTo>
                <a:lnTo>
                  <a:pt x="1163681" y="299962"/>
                </a:lnTo>
                <a:lnTo>
                  <a:pt x="1162982" y="299900"/>
                </a:lnTo>
                <a:lnTo>
                  <a:pt x="1162291" y="299821"/>
                </a:lnTo>
                <a:lnTo>
                  <a:pt x="1161610" y="299724"/>
                </a:lnTo>
                <a:lnTo>
                  <a:pt x="1160939" y="299609"/>
                </a:lnTo>
                <a:lnTo>
                  <a:pt x="1160276" y="299477"/>
                </a:lnTo>
                <a:close/>
                <a:moveTo>
                  <a:pt x="1388479" y="615824"/>
                </a:moveTo>
                <a:lnTo>
                  <a:pt x="1389000" y="615784"/>
                </a:lnTo>
                <a:lnTo>
                  <a:pt x="1389521" y="615739"/>
                </a:lnTo>
                <a:lnTo>
                  <a:pt x="1390043" y="615690"/>
                </a:lnTo>
                <a:lnTo>
                  <a:pt x="1390564" y="615636"/>
                </a:lnTo>
                <a:lnTo>
                  <a:pt x="1391085" y="615577"/>
                </a:lnTo>
                <a:lnTo>
                  <a:pt x="1391607" y="615514"/>
                </a:lnTo>
                <a:lnTo>
                  <a:pt x="1392128" y="615446"/>
                </a:lnTo>
                <a:lnTo>
                  <a:pt x="1392649" y="615373"/>
                </a:lnTo>
                <a:lnTo>
                  <a:pt x="1393170" y="615295"/>
                </a:lnTo>
                <a:lnTo>
                  <a:pt x="1393692" y="615213"/>
                </a:lnTo>
                <a:lnTo>
                  <a:pt x="1394213" y="615126"/>
                </a:lnTo>
                <a:lnTo>
                  <a:pt x="1394734" y="615035"/>
                </a:lnTo>
                <a:lnTo>
                  <a:pt x="1395256" y="614938"/>
                </a:lnTo>
                <a:lnTo>
                  <a:pt x="1395777" y="614837"/>
                </a:lnTo>
                <a:lnTo>
                  <a:pt x="1396298" y="614732"/>
                </a:lnTo>
                <a:lnTo>
                  <a:pt x="1396819" y="614621"/>
                </a:lnTo>
                <a:lnTo>
                  <a:pt x="1397337" y="614521"/>
                </a:lnTo>
                <a:lnTo>
                  <a:pt x="1397847" y="614416"/>
                </a:lnTo>
                <a:lnTo>
                  <a:pt x="1398349" y="614307"/>
                </a:lnTo>
                <a:lnTo>
                  <a:pt x="1398843" y="614194"/>
                </a:lnTo>
                <a:lnTo>
                  <a:pt x="1399330" y="614077"/>
                </a:lnTo>
                <a:lnTo>
                  <a:pt x="1399810" y="613956"/>
                </a:lnTo>
                <a:lnTo>
                  <a:pt x="1400281" y="613830"/>
                </a:lnTo>
                <a:lnTo>
                  <a:pt x="1400746" y="613701"/>
                </a:lnTo>
                <a:lnTo>
                  <a:pt x="1401202" y="613567"/>
                </a:lnTo>
                <a:lnTo>
                  <a:pt x="1401651" y="613430"/>
                </a:lnTo>
                <a:lnTo>
                  <a:pt x="1402092" y="613288"/>
                </a:lnTo>
                <a:lnTo>
                  <a:pt x="1402525" y="613142"/>
                </a:lnTo>
                <a:lnTo>
                  <a:pt x="1402951" y="612992"/>
                </a:lnTo>
                <a:lnTo>
                  <a:pt x="1403370" y="612838"/>
                </a:lnTo>
                <a:lnTo>
                  <a:pt x="1403780" y="612680"/>
                </a:lnTo>
                <a:lnTo>
                  <a:pt x="1404183" y="612517"/>
                </a:lnTo>
                <a:lnTo>
                  <a:pt x="1404579" y="612351"/>
                </a:lnTo>
                <a:lnTo>
                  <a:pt x="1404967" y="612181"/>
                </a:lnTo>
                <a:lnTo>
                  <a:pt x="1405347" y="612006"/>
                </a:lnTo>
                <a:lnTo>
                  <a:pt x="1405719" y="611827"/>
                </a:lnTo>
                <a:lnTo>
                  <a:pt x="1406084" y="611644"/>
                </a:lnTo>
                <a:lnTo>
                  <a:pt x="1406441" y="611457"/>
                </a:lnTo>
                <a:lnTo>
                  <a:pt x="1406791" y="611266"/>
                </a:lnTo>
                <a:lnTo>
                  <a:pt x="1407133" y="611071"/>
                </a:lnTo>
                <a:lnTo>
                  <a:pt x="1407133" y="598053"/>
                </a:lnTo>
                <a:lnTo>
                  <a:pt x="1406835" y="598193"/>
                </a:lnTo>
                <a:lnTo>
                  <a:pt x="1406533" y="598333"/>
                </a:lnTo>
                <a:lnTo>
                  <a:pt x="1406227" y="598473"/>
                </a:lnTo>
                <a:lnTo>
                  <a:pt x="1405916" y="598612"/>
                </a:lnTo>
                <a:lnTo>
                  <a:pt x="1405602" y="598750"/>
                </a:lnTo>
                <a:lnTo>
                  <a:pt x="1405284" y="598887"/>
                </a:lnTo>
                <a:lnTo>
                  <a:pt x="1404961" y="599025"/>
                </a:lnTo>
                <a:lnTo>
                  <a:pt x="1404634" y="599161"/>
                </a:lnTo>
                <a:lnTo>
                  <a:pt x="1404303" y="599297"/>
                </a:lnTo>
                <a:lnTo>
                  <a:pt x="1403969" y="599432"/>
                </a:lnTo>
                <a:lnTo>
                  <a:pt x="1403630" y="599567"/>
                </a:lnTo>
                <a:lnTo>
                  <a:pt x="1403286" y="599701"/>
                </a:lnTo>
                <a:lnTo>
                  <a:pt x="1402939" y="599835"/>
                </a:lnTo>
                <a:lnTo>
                  <a:pt x="1402588" y="599968"/>
                </a:lnTo>
                <a:lnTo>
                  <a:pt x="1402232" y="600100"/>
                </a:lnTo>
                <a:lnTo>
                  <a:pt x="1401873" y="600232"/>
                </a:lnTo>
                <a:lnTo>
                  <a:pt x="1401509" y="600363"/>
                </a:lnTo>
                <a:lnTo>
                  <a:pt x="1401141" y="600494"/>
                </a:lnTo>
                <a:lnTo>
                  <a:pt x="1400770" y="600624"/>
                </a:lnTo>
                <a:lnTo>
                  <a:pt x="1400394" y="600753"/>
                </a:lnTo>
                <a:lnTo>
                  <a:pt x="1400013" y="600882"/>
                </a:lnTo>
                <a:lnTo>
                  <a:pt x="1399629" y="601010"/>
                </a:lnTo>
                <a:lnTo>
                  <a:pt x="1399241" y="601138"/>
                </a:lnTo>
                <a:lnTo>
                  <a:pt x="1398849" y="601265"/>
                </a:lnTo>
                <a:lnTo>
                  <a:pt x="1398467" y="601375"/>
                </a:lnTo>
                <a:lnTo>
                  <a:pt x="1398082" y="601481"/>
                </a:lnTo>
                <a:lnTo>
                  <a:pt x="1397694" y="601582"/>
                </a:lnTo>
                <a:lnTo>
                  <a:pt x="1397303" y="601678"/>
                </a:lnTo>
                <a:lnTo>
                  <a:pt x="1396910" y="601770"/>
                </a:lnTo>
                <a:lnTo>
                  <a:pt x="1396513" y="601857"/>
                </a:lnTo>
                <a:lnTo>
                  <a:pt x="1396114" y="601939"/>
                </a:lnTo>
                <a:lnTo>
                  <a:pt x="1395711" y="602016"/>
                </a:lnTo>
                <a:lnTo>
                  <a:pt x="1395306" y="602089"/>
                </a:lnTo>
                <a:lnTo>
                  <a:pt x="1394898" y="602157"/>
                </a:lnTo>
                <a:lnTo>
                  <a:pt x="1394486" y="602221"/>
                </a:lnTo>
                <a:lnTo>
                  <a:pt x="1394072" y="602279"/>
                </a:lnTo>
                <a:lnTo>
                  <a:pt x="1393655" y="602333"/>
                </a:lnTo>
                <a:lnTo>
                  <a:pt x="1393235" y="602383"/>
                </a:lnTo>
                <a:lnTo>
                  <a:pt x="1392812" y="602427"/>
                </a:lnTo>
                <a:lnTo>
                  <a:pt x="1392386" y="602467"/>
                </a:lnTo>
                <a:lnTo>
                  <a:pt x="1391958" y="602503"/>
                </a:lnTo>
                <a:lnTo>
                  <a:pt x="1391526" y="602533"/>
                </a:lnTo>
                <a:lnTo>
                  <a:pt x="1391091" y="602559"/>
                </a:lnTo>
                <a:lnTo>
                  <a:pt x="1390653" y="602580"/>
                </a:lnTo>
                <a:lnTo>
                  <a:pt x="1390213" y="602596"/>
                </a:lnTo>
                <a:lnTo>
                  <a:pt x="1389769" y="602608"/>
                </a:lnTo>
                <a:lnTo>
                  <a:pt x="1389323" y="602615"/>
                </a:lnTo>
                <a:lnTo>
                  <a:pt x="1388874" y="602618"/>
                </a:lnTo>
                <a:lnTo>
                  <a:pt x="1388300" y="602615"/>
                </a:lnTo>
                <a:lnTo>
                  <a:pt x="1387735" y="602606"/>
                </a:lnTo>
                <a:lnTo>
                  <a:pt x="1387178" y="602591"/>
                </a:lnTo>
                <a:lnTo>
                  <a:pt x="1386629" y="602571"/>
                </a:lnTo>
                <a:lnTo>
                  <a:pt x="1386088" y="602544"/>
                </a:lnTo>
                <a:lnTo>
                  <a:pt x="1385556" y="602512"/>
                </a:lnTo>
                <a:lnTo>
                  <a:pt x="1385031" y="602474"/>
                </a:lnTo>
                <a:lnTo>
                  <a:pt x="1384515" y="602430"/>
                </a:lnTo>
                <a:lnTo>
                  <a:pt x="1384007" y="602380"/>
                </a:lnTo>
                <a:lnTo>
                  <a:pt x="1383508" y="602324"/>
                </a:lnTo>
                <a:lnTo>
                  <a:pt x="1383017" y="602262"/>
                </a:lnTo>
                <a:lnTo>
                  <a:pt x="1382533" y="602195"/>
                </a:lnTo>
                <a:lnTo>
                  <a:pt x="1382058" y="602121"/>
                </a:lnTo>
                <a:lnTo>
                  <a:pt x="1381592" y="602042"/>
                </a:lnTo>
                <a:lnTo>
                  <a:pt x="1381133" y="601957"/>
                </a:lnTo>
                <a:lnTo>
                  <a:pt x="1380683" y="601866"/>
                </a:lnTo>
                <a:lnTo>
                  <a:pt x="1380241" y="601769"/>
                </a:lnTo>
                <a:lnTo>
                  <a:pt x="1379807" y="601667"/>
                </a:lnTo>
                <a:lnTo>
                  <a:pt x="1379381" y="601558"/>
                </a:lnTo>
                <a:lnTo>
                  <a:pt x="1378964" y="601443"/>
                </a:lnTo>
                <a:lnTo>
                  <a:pt x="1378555" y="601323"/>
                </a:lnTo>
                <a:lnTo>
                  <a:pt x="1378154" y="601197"/>
                </a:lnTo>
                <a:lnTo>
                  <a:pt x="1377761" y="601065"/>
                </a:lnTo>
                <a:lnTo>
                  <a:pt x="1377377" y="600927"/>
                </a:lnTo>
                <a:lnTo>
                  <a:pt x="1377000" y="600782"/>
                </a:lnTo>
                <a:lnTo>
                  <a:pt x="1376631" y="600631"/>
                </a:lnTo>
                <a:lnTo>
                  <a:pt x="1376270" y="600473"/>
                </a:lnTo>
                <a:lnTo>
                  <a:pt x="1375916" y="600307"/>
                </a:lnTo>
                <a:lnTo>
                  <a:pt x="1375570" y="600134"/>
                </a:lnTo>
                <a:lnTo>
                  <a:pt x="1375232" y="599955"/>
                </a:lnTo>
                <a:lnTo>
                  <a:pt x="1374901" y="599768"/>
                </a:lnTo>
                <a:lnTo>
                  <a:pt x="1374578" y="599574"/>
                </a:lnTo>
                <a:lnTo>
                  <a:pt x="1374262" y="599374"/>
                </a:lnTo>
                <a:lnTo>
                  <a:pt x="1373954" y="599166"/>
                </a:lnTo>
                <a:lnTo>
                  <a:pt x="1373654" y="598951"/>
                </a:lnTo>
                <a:lnTo>
                  <a:pt x="1373361" y="598729"/>
                </a:lnTo>
                <a:lnTo>
                  <a:pt x="1373076" y="598500"/>
                </a:lnTo>
                <a:lnTo>
                  <a:pt x="1372799" y="598264"/>
                </a:lnTo>
                <a:lnTo>
                  <a:pt x="1372529" y="598021"/>
                </a:lnTo>
                <a:lnTo>
                  <a:pt x="1372267" y="597771"/>
                </a:lnTo>
                <a:lnTo>
                  <a:pt x="1372013" y="597514"/>
                </a:lnTo>
                <a:lnTo>
                  <a:pt x="1371766" y="597250"/>
                </a:lnTo>
                <a:lnTo>
                  <a:pt x="1371527" y="596979"/>
                </a:lnTo>
                <a:lnTo>
                  <a:pt x="1371295" y="596700"/>
                </a:lnTo>
                <a:lnTo>
                  <a:pt x="1371071" y="596415"/>
                </a:lnTo>
                <a:lnTo>
                  <a:pt x="1370855" y="596123"/>
                </a:lnTo>
                <a:lnTo>
                  <a:pt x="1370646" y="595823"/>
                </a:lnTo>
                <a:lnTo>
                  <a:pt x="1370445" y="595517"/>
                </a:lnTo>
                <a:lnTo>
                  <a:pt x="1370252" y="595203"/>
                </a:lnTo>
                <a:lnTo>
                  <a:pt x="1370067" y="594883"/>
                </a:lnTo>
                <a:lnTo>
                  <a:pt x="1369890" y="594555"/>
                </a:lnTo>
                <a:lnTo>
                  <a:pt x="1369722" y="594221"/>
                </a:lnTo>
                <a:lnTo>
                  <a:pt x="1369562" y="593879"/>
                </a:lnTo>
                <a:lnTo>
                  <a:pt x="1369410" y="593530"/>
                </a:lnTo>
                <a:lnTo>
                  <a:pt x="1369266" y="593175"/>
                </a:lnTo>
                <a:lnTo>
                  <a:pt x="1369130" y="592812"/>
                </a:lnTo>
                <a:lnTo>
                  <a:pt x="1369003" y="592442"/>
                </a:lnTo>
                <a:lnTo>
                  <a:pt x="1368884" y="592065"/>
                </a:lnTo>
                <a:lnTo>
                  <a:pt x="1368773" y="591681"/>
                </a:lnTo>
                <a:lnTo>
                  <a:pt x="1368670" y="591290"/>
                </a:lnTo>
                <a:lnTo>
                  <a:pt x="1368575" y="590892"/>
                </a:lnTo>
                <a:lnTo>
                  <a:pt x="1368489" y="590487"/>
                </a:lnTo>
                <a:lnTo>
                  <a:pt x="1368411" y="590075"/>
                </a:lnTo>
                <a:lnTo>
                  <a:pt x="1368341" y="589656"/>
                </a:lnTo>
                <a:lnTo>
                  <a:pt x="1368280" y="589230"/>
                </a:lnTo>
                <a:lnTo>
                  <a:pt x="1368226" y="588796"/>
                </a:lnTo>
                <a:lnTo>
                  <a:pt x="1368181" y="588356"/>
                </a:lnTo>
                <a:lnTo>
                  <a:pt x="1368144" y="587909"/>
                </a:lnTo>
                <a:lnTo>
                  <a:pt x="1368115" y="587454"/>
                </a:lnTo>
                <a:lnTo>
                  <a:pt x="1368095" y="586993"/>
                </a:lnTo>
                <a:lnTo>
                  <a:pt x="1368082" y="586524"/>
                </a:lnTo>
                <a:lnTo>
                  <a:pt x="1368078" y="586049"/>
                </a:lnTo>
                <a:lnTo>
                  <a:pt x="1368078" y="541077"/>
                </a:lnTo>
                <a:lnTo>
                  <a:pt x="1407133" y="541077"/>
                </a:lnTo>
                <a:lnTo>
                  <a:pt x="1407133" y="527890"/>
                </a:lnTo>
                <a:lnTo>
                  <a:pt x="1368078" y="527890"/>
                </a:lnTo>
                <a:lnTo>
                  <a:pt x="1368078" y="500332"/>
                </a:lnTo>
                <a:lnTo>
                  <a:pt x="1357596" y="500332"/>
                </a:lnTo>
                <a:lnTo>
                  <a:pt x="1351678" y="527890"/>
                </a:lnTo>
                <a:lnTo>
                  <a:pt x="1326150" y="527890"/>
                </a:lnTo>
                <a:lnTo>
                  <a:pt x="1326150" y="541077"/>
                </a:lnTo>
                <a:lnTo>
                  <a:pt x="1351172" y="541077"/>
                </a:lnTo>
                <a:lnTo>
                  <a:pt x="1351172" y="587402"/>
                </a:lnTo>
                <a:lnTo>
                  <a:pt x="1351187" y="588655"/>
                </a:lnTo>
                <a:lnTo>
                  <a:pt x="1351234" y="589879"/>
                </a:lnTo>
                <a:lnTo>
                  <a:pt x="1351312" y="591073"/>
                </a:lnTo>
                <a:lnTo>
                  <a:pt x="1351421" y="592239"/>
                </a:lnTo>
                <a:lnTo>
                  <a:pt x="1351561" y="593375"/>
                </a:lnTo>
                <a:lnTo>
                  <a:pt x="1351732" y="594481"/>
                </a:lnTo>
                <a:lnTo>
                  <a:pt x="1351934" y="595558"/>
                </a:lnTo>
                <a:lnTo>
                  <a:pt x="1352167" y="596606"/>
                </a:lnTo>
                <a:lnTo>
                  <a:pt x="1352432" y="597625"/>
                </a:lnTo>
                <a:lnTo>
                  <a:pt x="1352727" y="598614"/>
                </a:lnTo>
                <a:lnTo>
                  <a:pt x="1353054" y="599574"/>
                </a:lnTo>
                <a:lnTo>
                  <a:pt x="1353412" y="600504"/>
                </a:lnTo>
                <a:lnTo>
                  <a:pt x="1353801" y="601405"/>
                </a:lnTo>
                <a:lnTo>
                  <a:pt x="1354221" y="602277"/>
                </a:lnTo>
                <a:lnTo>
                  <a:pt x="1354672" y="603120"/>
                </a:lnTo>
                <a:lnTo>
                  <a:pt x="1355154" y="603933"/>
                </a:lnTo>
                <a:lnTo>
                  <a:pt x="1355667" y="604716"/>
                </a:lnTo>
                <a:lnTo>
                  <a:pt x="1356212" y="605471"/>
                </a:lnTo>
                <a:lnTo>
                  <a:pt x="1356787" y="606196"/>
                </a:lnTo>
                <a:lnTo>
                  <a:pt x="1357394" y="606891"/>
                </a:lnTo>
                <a:lnTo>
                  <a:pt x="1358032" y="607558"/>
                </a:lnTo>
                <a:lnTo>
                  <a:pt x="1358701" y="608195"/>
                </a:lnTo>
                <a:lnTo>
                  <a:pt x="1359401" y="608802"/>
                </a:lnTo>
                <a:lnTo>
                  <a:pt x="1360132" y="609380"/>
                </a:lnTo>
                <a:lnTo>
                  <a:pt x="1360890" y="609918"/>
                </a:lnTo>
                <a:lnTo>
                  <a:pt x="1361669" y="610434"/>
                </a:lnTo>
                <a:lnTo>
                  <a:pt x="1362470" y="610926"/>
                </a:lnTo>
                <a:lnTo>
                  <a:pt x="1363293" y="611395"/>
                </a:lnTo>
                <a:lnTo>
                  <a:pt x="1364137" y="611842"/>
                </a:lnTo>
                <a:lnTo>
                  <a:pt x="1365003" y="612265"/>
                </a:lnTo>
                <a:lnTo>
                  <a:pt x="1365891" y="612666"/>
                </a:lnTo>
                <a:lnTo>
                  <a:pt x="1366801" y="613044"/>
                </a:lnTo>
                <a:lnTo>
                  <a:pt x="1367732" y="613398"/>
                </a:lnTo>
                <a:lnTo>
                  <a:pt x="1368685" y="613730"/>
                </a:lnTo>
                <a:lnTo>
                  <a:pt x="1369660" y="614039"/>
                </a:lnTo>
                <a:lnTo>
                  <a:pt x="1370656" y="614326"/>
                </a:lnTo>
                <a:lnTo>
                  <a:pt x="1371675" y="614589"/>
                </a:lnTo>
                <a:lnTo>
                  <a:pt x="1372715" y="614829"/>
                </a:lnTo>
                <a:lnTo>
                  <a:pt x="1373776" y="615047"/>
                </a:lnTo>
                <a:lnTo>
                  <a:pt x="1374860" y="615241"/>
                </a:lnTo>
                <a:lnTo>
                  <a:pt x="1375965" y="615413"/>
                </a:lnTo>
                <a:lnTo>
                  <a:pt x="1377092" y="615562"/>
                </a:lnTo>
                <a:lnTo>
                  <a:pt x="1378240" y="615688"/>
                </a:lnTo>
                <a:lnTo>
                  <a:pt x="1379410" y="615791"/>
                </a:lnTo>
                <a:lnTo>
                  <a:pt x="1380602" y="615871"/>
                </a:lnTo>
                <a:lnTo>
                  <a:pt x="1381816" y="615928"/>
                </a:lnTo>
                <a:lnTo>
                  <a:pt x="1383052" y="615962"/>
                </a:lnTo>
                <a:lnTo>
                  <a:pt x="1384309" y="615974"/>
                </a:lnTo>
                <a:lnTo>
                  <a:pt x="1384830" y="615972"/>
                </a:lnTo>
                <a:lnTo>
                  <a:pt x="1385351" y="615964"/>
                </a:lnTo>
                <a:lnTo>
                  <a:pt x="1385873" y="615953"/>
                </a:lnTo>
                <a:lnTo>
                  <a:pt x="1386394" y="615936"/>
                </a:lnTo>
                <a:lnTo>
                  <a:pt x="1386915" y="615915"/>
                </a:lnTo>
                <a:lnTo>
                  <a:pt x="1387436" y="615889"/>
                </a:lnTo>
                <a:lnTo>
                  <a:pt x="1387958" y="615859"/>
                </a:lnTo>
                <a:lnTo>
                  <a:pt x="1388479" y="615824"/>
                </a:lnTo>
                <a:close/>
                <a:moveTo>
                  <a:pt x="1448826" y="614283"/>
                </a:moveTo>
                <a:lnTo>
                  <a:pt x="1465395" y="614283"/>
                </a:lnTo>
                <a:lnTo>
                  <a:pt x="1504111" y="614283"/>
                </a:lnTo>
                <a:lnTo>
                  <a:pt x="1504111" y="601265"/>
                </a:lnTo>
                <a:lnTo>
                  <a:pt x="1465395" y="601265"/>
                </a:lnTo>
                <a:lnTo>
                  <a:pt x="1465395" y="561027"/>
                </a:lnTo>
                <a:lnTo>
                  <a:pt x="1465398" y="560577"/>
                </a:lnTo>
                <a:lnTo>
                  <a:pt x="1465408" y="560129"/>
                </a:lnTo>
                <a:lnTo>
                  <a:pt x="1465424" y="559682"/>
                </a:lnTo>
                <a:lnTo>
                  <a:pt x="1465447" y="559238"/>
                </a:lnTo>
                <a:lnTo>
                  <a:pt x="1465476" y="558795"/>
                </a:lnTo>
                <a:lnTo>
                  <a:pt x="1465511" y="558354"/>
                </a:lnTo>
                <a:lnTo>
                  <a:pt x="1465553" y="557914"/>
                </a:lnTo>
                <a:lnTo>
                  <a:pt x="1465602" y="557477"/>
                </a:lnTo>
                <a:lnTo>
                  <a:pt x="1465656" y="557041"/>
                </a:lnTo>
                <a:lnTo>
                  <a:pt x="1465718" y="556607"/>
                </a:lnTo>
                <a:lnTo>
                  <a:pt x="1465786" y="556174"/>
                </a:lnTo>
                <a:lnTo>
                  <a:pt x="1465860" y="555744"/>
                </a:lnTo>
                <a:lnTo>
                  <a:pt x="1465941" y="555315"/>
                </a:lnTo>
                <a:lnTo>
                  <a:pt x="1466028" y="554888"/>
                </a:lnTo>
                <a:lnTo>
                  <a:pt x="1466121" y="554463"/>
                </a:lnTo>
                <a:lnTo>
                  <a:pt x="1466221" y="554039"/>
                </a:lnTo>
                <a:lnTo>
                  <a:pt x="1466328" y="553617"/>
                </a:lnTo>
                <a:lnTo>
                  <a:pt x="1466441" y="553197"/>
                </a:lnTo>
                <a:lnTo>
                  <a:pt x="1466560" y="552779"/>
                </a:lnTo>
                <a:lnTo>
                  <a:pt x="1466686" y="552362"/>
                </a:lnTo>
                <a:lnTo>
                  <a:pt x="1466819" y="551948"/>
                </a:lnTo>
                <a:lnTo>
                  <a:pt x="1466958" y="551535"/>
                </a:lnTo>
                <a:lnTo>
                  <a:pt x="1467103" y="551123"/>
                </a:lnTo>
                <a:lnTo>
                  <a:pt x="1467255" y="550714"/>
                </a:lnTo>
                <a:lnTo>
                  <a:pt x="1467413" y="550308"/>
                </a:lnTo>
                <a:lnTo>
                  <a:pt x="1467577" y="549909"/>
                </a:lnTo>
                <a:lnTo>
                  <a:pt x="1467749" y="549515"/>
                </a:lnTo>
                <a:lnTo>
                  <a:pt x="1467926" y="549127"/>
                </a:lnTo>
                <a:lnTo>
                  <a:pt x="1468110" y="548744"/>
                </a:lnTo>
                <a:lnTo>
                  <a:pt x="1468301" y="548368"/>
                </a:lnTo>
                <a:lnTo>
                  <a:pt x="1468498" y="547998"/>
                </a:lnTo>
                <a:lnTo>
                  <a:pt x="1468701" y="547633"/>
                </a:lnTo>
                <a:lnTo>
                  <a:pt x="1468911" y="547274"/>
                </a:lnTo>
                <a:lnTo>
                  <a:pt x="1469127" y="546922"/>
                </a:lnTo>
                <a:lnTo>
                  <a:pt x="1469350" y="546575"/>
                </a:lnTo>
                <a:lnTo>
                  <a:pt x="1469579" y="546234"/>
                </a:lnTo>
                <a:lnTo>
                  <a:pt x="1469815" y="545898"/>
                </a:lnTo>
                <a:lnTo>
                  <a:pt x="1470057" y="545569"/>
                </a:lnTo>
                <a:lnTo>
                  <a:pt x="1470306" y="545246"/>
                </a:lnTo>
                <a:lnTo>
                  <a:pt x="1470561" y="544928"/>
                </a:lnTo>
                <a:lnTo>
                  <a:pt x="1470822" y="544616"/>
                </a:lnTo>
                <a:lnTo>
                  <a:pt x="1471090" y="544311"/>
                </a:lnTo>
                <a:lnTo>
                  <a:pt x="1471365" y="544011"/>
                </a:lnTo>
                <a:lnTo>
                  <a:pt x="1471646" y="543716"/>
                </a:lnTo>
                <a:lnTo>
                  <a:pt x="1471933" y="543428"/>
                </a:lnTo>
                <a:lnTo>
                  <a:pt x="1472227" y="543146"/>
                </a:lnTo>
                <a:lnTo>
                  <a:pt x="1472527" y="542869"/>
                </a:lnTo>
                <a:lnTo>
                  <a:pt x="1472834" y="542599"/>
                </a:lnTo>
                <a:lnTo>
                  <a:pt x="1473161" y="542337"/>
                </a:lnTo>
                <a:lnTo>
                  <a:pt x="1473494" y="542086"/>
                </a:lnTo>
                <a:lnTo>
                  <a:pt x="1473832" y="541846"/>
                </a:lnTo>
                <a:lnTo>
                  <a:pt x="1474177" y="541617"/>
                </a:lnTo>
                <a:lnTo>
                  <a:pt x="1474527" y="541400"/>
                </a:lnTo>
                <a:lnTo>
                  <a:pt x="1474884" y="541193"/>
                </a:lnTo>
                <a:lnTo>
                  <a:pt x="1475246" y="540998"/>
                </a:lnTo>
                <a:lnTo>
                  <a:pt x="1475614" y="540814"/>
                </a:lnTo>
                <a:lnTo>
                  <a:pt x="1475988" y="540641"/>
                </a:lnTo>
                <a:lnTo>
                  <a:pt x="1476368" y="540479"/>
                </a:lnTo>
                <a:lnTo>
                  <a:pt x="1476753" y="540329"/>
                </a:lnTo>
                <a:lnTo>
                  <a:pt x="1477145" y="540189"/>
                </a:lnTo>
                <a:lnTo>
                  <a:pt x="1477542" y="540061"/>
                </a:lnTo>
                <a:lnTo>
                  <a:pt x="1477946" y="539944"/>
                </a:lnTo>
                <a:lnTo>
                  <a:pt x="1478355" y="539838"/>
                </a:lnTo>
                <a:lnTo>
                  <a:pt x="1478770" y="539743"/>
                </a:lnTo>
                <a:lnTo>
                  <a:pt x="1479191" y="539660"/>
                </a:lnTo>
                <a:lnTo>
                  <a:pt x="1479618" y="539587"/>
                </a:lnTo>
                <a:lnTo>
                  <a:pt x="1480050" y="539526"/>
                </a:lnTo>
                <a:lnTo>
                  <a:pt x="1480489" y="539476"/>
                </a:lnTo>
                <a:lnTo>
                  <a:pt x="1480933" y="539437"/>
                </a:lnTo>
                <a:lnTo>
                  <a:pt x="1481383" y="539409"/>
                </a:lnTo>
                <a:lnTo>
                  <a:pt x="1481840" y="539392"/>
                </a:lnTo>
                <a:lnTo>
                  <a:pt x="1482302" y="539386"/>
                </a:lnTo>
                <a:lnTo>
                  <a:pt x="1482777" y="539391"/>
                </a:lnTo>
                <a:lnTo>
                  <a:pt x="1483244" y="539404"/>
                </a:lnTo>
                <a:lnTo>
                  <a:pt x="1483704" y="539426"/>
                </a:lnTo>
                <a:lnTo>
                  <a:pt x="1484157" y="539457"/>
                </a:lnTo>
                <a:lnTo>
                  <a:pt x="1484601" y="539497"/>
                </a:lnTo>
                <a:lnTo>
                  <a:pt x="1485038" y="539545"/>
                </a:lnTo>
                <a:lnTo>
                  <a:pt x="1485468" y="539602"/>
                </a:lnTo>
                <a:lnTo>
                  <a:pt x="1485889" y="539668"/>
                </a:lnTo>
                <a:lnTo>
                  <a:pt x="1486304" y="539743"/>
                </a:lnTo>
                <a:lnTo>
                  <a:pt x="1486710" y="539827"/>
                </a:lnTo>
                <a:lnTo>
                  <a:pt x="1487109" y="539919"/>
                </a:lnTo>
                <a:lnTo>
                  <a:pt x="1487500" y="540020"/>
                </a:lnTo>
                <a:lnTo>
                  <a:pt x="1487884" y="540131"/>
                </a:lnTo>
                <a:lnTo>
                  <a:pt x="1488260" y="540249"/>
                </a:lnTo>
                <a:lnTo>
                  <a:pt x="1488628" y="540377"/>
                </a:lnTo>
                <a:lnTo>
                  <a:pt x="1488989" y="540514"/>
                </a:lnTo>
                <a:lnTo>
                  <a:pt x="1489342" y="540659"/>
                </a:lnTo>
                <a:lnTo>
                  <a:pt x="1489688" y="540813"/>
                </a:lnTo>
                <a:lnTo>
                  <a:pt x="1490025" y="540976"/>
                </a:lnTo>
                <a:lnTo>
                  <a:pt x="1490356" y="541148"/>
                </a:lnTo>
                <a:lnTo>
                  <a:pt x="1490678" y="541328"/>
                </a:lnTo>
                <a:lnTo>
                  <a:pt x="1490993" y="541517"/>
                </a:lnTo>
                <a:lnTo>
                  <a:pt x="1491300" y="541716"/>
                </a:lnTo>
                <a:lnTo>
                  <a:pt x="1491600" y="541922"/>
                </a:lnTo>
                <a:lnTo>
                  <a:pt x="1491906" y="542122"/>
                </a:lnTo>
                <a:lnTo>
                  <a:pt x="1492206" y="542328"/>
                </a:lnTo>
                <a:lnTo>
                  <a:pt x="1492498" y="542538"/>
                </a:lnTo>
                <a:lnTo>
                  <a:pt x="1492783" y="542754"/>
                </a:lnTo>
                <a:lnTo>
                  <a:pt x="1493062" y="542975"/>
                </a:lnTo>
                <a:lnTo>
                  <a:pt x="1493333" y="543201"/>
                </a:lnTo>
                <a:lnTo>
                  <a:pt x="1493597" y="543433"/>
                </a:lnTo>
                <a:lnTo>
                  <a:pt x="1493854" y="543669"/>
                </a:lnTo>
                <a:lnTo>
                  <a:pt x="1494104" y="543912"/>
                </a:lnTo>
                <a:lnTo>
                  <a:pt x="1494347" y="544159"/>
                </a:lnTo>
                <a:lnTo>
                  <a:pt x="1494583" y="544412"/>
                </a:lnTo>
                <a:lnTo>
                  <a:pt x="1494812" y="544670"/>
                </a:lnTo>
                <a:lnTo>
                  <a:pt x="1495034" y="544933"/>
                </a:lnTo>
                <a:lnTo>
                  <a:pt x="1495249" y="545202"/>
                </a:lnTo>
                <a:lnTo>
                  <a:pt x="1495457" y="545476"/>
                </a:lnTo>
                <a:lnTo>
                  <a:pt x="1495658" y="545755"/>
                </a:lnTo>
                <a:lnTo>
                  <a:pt x="1495851" y="546039"/>
                </a:lnTo>
                <a:lnTo>
                  <a:pt x="1496038" y="546329"/>
                </a:lnTo>
                <a:lnTo>
                  <a:pt x="1496218" y="546624"/>
                </a:lnTo>
                <a:lnTo>
                  <a:pt x="1496390" y="546924"/>
                </a:lnTo>
                <a:lnTo>
                  <a:pt x="1496556" y="547230"/>
                </a:lnTo>
                <a:lnTo>
                  <a:pt x="1496714" y="547540"/>
                </a:lnTo>
                <a:lnTo>
                  <a:pt x="1496866" y="547857"/>
                </a:lnTo>
                <a:lnTo>
                  <a:pt x="1497010" y="548178"/>
                </a:lnTo>
                <a:lnTo>
                  <a:pt x="1497162" y="548503"/>
                </a:lnTo>
                <a:lnTo>
                  <a:pt x="1497307" y="548831"/>
                </a:lnTo>
                <a:lnTo>
                  <a:pt x="1497446" y="549161"/>
                </a:lnTo>
                <a:lnTo>
                  <a:pt x="1497579" y="549493"/>
                </a:lnTo>
                <a:lnTo>
                  <a:pt x="1497704" y="549828"/>
                </a:lnTo>
                <a:lnTo>
                  <a:pt x="1497824" y="550164"/>
                </a:lnTo>
                <a:lnTo>
                  <a:pt x="1497937" y="550504"/>
                </a:lnTo>
                <a:lnTo>
                  <a:pt x="1498044" y="550845"/>
                </a:lnTo>
                <a:lnTo>
                  <a:pt x="1498144" y="551189"/>
                </a:lnTo>
                <a:lnTo>
                  <a:pt x="1498237" y="551536"/>
                </a:lnTo>
                <a:lnTo>
                  <a:pt x="1498324" y="551885"/>
                </a:lnTo>
                <a:lnTo>
                  <a:pt x="1498405" y="552236"/>
                </a:lnTo>
                <a:lnTo>
                  <a:pt x="1498479" y="552589"/>
                </a:lnTo>
                <a:lnTo>
                  <a:pt x="1498547" y="552945"/>
                </a:lnTo>
                <a:lnTo>
                  <a:pt x="1498609" y="553303"/>
                </a:lnTo>
                <a:lnTo>
                  <a:pt x="1498663" y="553663"/>
                </a:lnTo>
                <a:lnTo>
                  <a:pt x="1498712" y="554026"/>
                </a:lnTo>
                <a:lnTo>
                  <a:pt x="1498754" y="554391"/>
                </a:lnTo>
                <a:lnTo>
                  <a:pt x="1498789" y="554759"/>
                </a:lnTo>
                <a:lnTo>
                  <a:pt x="1498818" y="555128"/>
                </a:lnTo>
                <a:lnTo>
                  <a:pt x="1498841" y="555501"/>
                </a:lnTo>
                <a:lnTo>
                  <a:pt x="1498857" y="555875"/>
                </a:lnTo>
                <a:lnTo>
                  <a:pt x="1498867" y="556252"/>
                </a:lnTo>
                <a:lnTo>
                  <a:pt x="1498870" y="556631"/>
                </a:lnTo>
                <a:lnTo>
                  <a:pt x="1498870" y="560182"/>
                </a:lnTo>
                <a:lnTo>
                  <a:pt x="1513241" y="560182"/>
                </a:lnTo>
                <a:lnTo>
                  <a:pt x="1513268" y="560000"/>
                </a:lnTo>
                <a:lnTo>
                  <a:pt x="1513295" y="559820"/>
                </a:lnTo>
                <a:lnTo>
                  <a:pt x="1513320" y="559643"/>
                </a:lnTo>
                <a:lnTo>
                  <a:pt x="1513344" y="559468"/>
                </a:lnTo>
                <a:lnTo>
                  <a:pt x="1513367" y="559295"/>
                </a:lnTo>
                <a:lnTo>
                  <a:pt x="1513389" y="559125"/>
                </a:lnTo>
                <a:lnTo>
                  <a:pt x="1513409" y="558957"/>
                </a:lnTo>
                <a:lnTo>
                  <a:pt x="1513429" y="558792"/>
                </a:lnTo>
                <a:lnTo>
                  <a:pt x="1513447" y="558628"/>
                </a:lnTo>
                <a:lnTo>
                  <a:pt x="1513464" y="558468"/>
                </a:lnTo>
                <a:lnTo>
                  <a:pt x="1513480" y="558309"/>
                </a:lnTo>
                <a:lnTo>
                  <a:pt x="1513494" y="558153"/>
                </a:lnTo>
                <a:lnTo>
                  <a:pt x="1513508" y="557999"/>
                </a:lnTo>
                <a:lnTo>
                  <a:pt x="1513520" y="557848"/>
                </a:lnTo>
                <a:lnTo>
                  <a:pt x="1513531" y="557699"/>
                </a:lnTo>
                <a:lnTo>
                  <a:pt x="1513541" y="557552"/>
                </a:lnTo>
                <a:lnTo>
                  <a:pt x="1513550" y="557407"/>
                </a:lnTo>
                <a:lnTo>
                  <a:pt x="1513558" y="557265"/>
                </a:lnTo>
                <a:lnTo>
                  <a:pt x="1513564" y="557126"/>
                </a:lnTo>
                <a:lnTo>
                  <a:pt x="1513569" y="556988"/>
                </a:lnTo>
                <a:lnTo>
                  <a:pt x="1513573" y="556853"/>
                </a:lnTo>
                <a:lnTo>
                  <a:pt x="1513576" y="556721"/>
                </a:lnTo>
                <a:lnTo>
                  <a:pt x="1513578" y="556590"/>
                </a:lnTo>
                <a:lnTo>
                  <a:pt x="1513579" y="556462"/>
                </a:lnTo>
                <a:lnTo>
                  <a:pt x="1513593" y="556321"/>
                </a:lnTo>
                <a:lnTo>
                  <a:pt x="1513606" y="556179"/>
                </a:lnTo>
                <a:lnTo>
                  <a:pt x="1513618" y="556037"/>
                </a:lnTo>
                <a:lnTo>
                  <a:pt x="1513630" y="555894"/>
                </a:lnTo>
                <a:lnTo>
                  <a:pt x="1513642" y="555750"/>
                </a:lnTo>
                <a:lnTo>
                  <a:pt x="1513653" y="555606"/>
                </a:lnTo>
                <a:lnTo>
                  <a:pt x="1513663" y="555462"/>
                </a:lnTo>
                <a:lnTo>
                  <a:pt x="1513673" y="555316"/>
                </a:lnTo>
                <a:lnTo>
                  <a:pt x="1513682" y="555170"/>
                </a:lnTo>
                <a:lnTo>
                  <a:pt x="1513690" y="555024"/>
                </a:lnTo>
                <a:lnTo>
                  <a:pt x="1513698" y="554877"/>
                </a:lnTo>
                <a:lnTo>
                  <a:pt x="1513706" y="554729"/>
                </a:lnTo>
                <a:lnTo>
                  <a:pt x="1513712" y="554581"/>
                </a:lnTo>
                <a:lnTo>
                  <a:pt x="1513719" y="554432"/>
                </a:lnTo>
                <a:lnTo>
                  <a:pt x="1513724" y="554283"/>
                </a:lnTo>
                <a:lnTo>
                  <a:pt x="1513729" y="554133"/>
                </a:lnTo>
                <a:lnTo>
                  <a:pt x="1513734" y="553982"/>
                </a:lnTo>
                <a:lnTo>
                  <a:pt x="1513737" y="553831"/>
                </a:lnTo>
                <a:lnTo>
                  <a:pt x="1513741" y="553679"/>
                </a:lnTo>
                <a:lnTo>
                  <a:pt x="1513743" y="553527"/>
                </a:lnTo>
                <a:lnTo>
                  <a:pt x="1513745" y="553374"/>
                </a:lnTo>
                <a:lnTo>
                  <a:pt x="1513747" y="553221"/>
                </a:lnTo>
                <a:lnTo>
                  <a:pt x="1513748" y="553067"/>
                </a:lnTo>
                <a:lnTo>
                  <a:pt x="1513748" y="552912"/>
                </a:lnTo>
                <a:lnTo>
                  <a:pt x="1513736" y="551947"/>
                </a:lnTo>
                <a:lnTo>
                  <a:pt x="1513700" y="550997"/>
                </a:lnTo>
                <a:lnTo>
                  <a:pt x="1513640" y="550061"/>
                </a:lnTo>
                <a:lnTo>
                  <a:pt x="1513555" y="549141"/>
                </a:lnTo>
                <a:lnTo>
                  <a:pt x="1513447" y="548235"/>
                </a:lnTo>
                <a:lnTo>
                  <a:pt x="1513315" y="547343"/>
                </a:lnTo>
                <a:lnTo>
                  <a:pt x="1513158" y="546466"/>
                </a:lnTo>
                <a:lnTo>
                  <a:pt x="1512978" y="545604"/>
                </a:lnTo>
                <a:lnTo>
                  <a:pt x="1512773" y="544757"/>
                </a:lnTo>
                <a:lnTo>
                  <a:pt x="1512545" y="543924"/>
                </a:lnTo>
                <a:lnTo>
                  <a:pt x="1512292" y="543106"/>
                </a:lnTo>
                <a:lnTo>
                  <a:pt x="1512015" y="542303"/>
                </a:lnTo>
                <a:lnTo>
                  <a:pt x="1511714" y="541514"/>
                </a:lnTo>
                <a:lnTo>
                  <a:pt x="1511389" y="540740"/>
                </a:lnTo>
                <a:lnTo>
                  <a:pt x="1511040" y="539981"/>
                </a:lnTo>
                <a:lnTo>
                  <a:pt x="1510667" y="539236"/>
                </a:lnTo>
                <a:lnTo>
                  <a:pt x="1510270" y="538506"/>
                </a:lnTo>
                <a:lnTo>
                  <a:pt x="1509849" y="537791"/>
                </a:lnTo>
                <a:lnTo>
                  <a:pt x="1509404" y="537090"/>
                </a:lnTo>
                <a:lnTo>
                  <a:pt x="1508934" y="536404"/>
                </a:lnTo>
                <a:lnTo>
                  <a:pt x="1508441" y="535733"/>
                </a:lnTo>
                <a:lnTo>
                  <a:pt x="1507923" y="535076"/>
                </a:lnTo>
                <a:lnTo>
                  <a:pt x="1507382" y="534434"/>
                </a:lnTo>
                <a:lnTo>
                  <a:pt x="1506816" y="533807"/>
                </a:lnTo>
                <a:lnTo>
                  <a:pt x="1506242" y="533186"/>
                </a:lnTo>
                <a:lnTo>
                  <a:pt x="1505648" y="532592"/>
                </a:lnTo>
                <a:lnTo>
                  <a:pt x="1505033" y="532024"/>
                </a:lnTo>
                <a:lnTo>
                  <a:pt x="1504398" y="531483"/>
                </a:lnTo>
                <a:lnTo>
                  <a:pt x="1503742" y="530967"/>
                </a:lnTo>
                <a:lnTo>
                  <a:pt x="1503065" y="530479"/>
                </a:lnTo>
                <a:lnTo>
                  <a:pt x="1502368" y="530016"/>
                </a:lnTo>
                <a:lnTo>
                  <a:pt x="1501650" y="529581"/>
                </a:lnTo>
                <a:lnTo>
                  <a:pt x="1500912" y="529171"/>
                </a:lnTo>
                <a:lnTo>
                  <a:pt x="1500153" y="528788"/>
                </a:lnTo>
                <a:lnTo>
                  <a:pt x="1499374" y="528431"/>
                </a:lnTo>
                <a:lnTo>
                  <a:pt x="1498574" y="528101"/>
                </a:lnTo>
                <a:lnTo>
                  <a:pt x="1497754" y="527797"/>
                </a:lnTo>
                <a:lnTo>
                  <a:pt x="1496913" y="527520"/>
                </a:lnTo>
                <a:lnTo>
                  <a:pt x="1496051" y="527269"/>
                </a:lnTo>
                <a:lnTo>
                  <a:pt x="1495169" y="527045"/>
                </a:lnTo>
                <a:lnTo>
                  <a:pt x="1494267" y="526846"/>
                </a:lnTo>
                <a:lnTo>
                  <a:pt x="1493344" y="526675"/>
                </a:lnTo>
                <a:lnTo>
                  <a:pt x="1492400" y="526529"/>
                </a:lnTo>
                <a:lnTo>
                  <a:pt x="1491436" y="526411"/>
                </a:lnTo>
                <a:lnTo>
                  <a:pt x="1490451" y="526318"/>
                </a:lnTo>
                <a:lnTo>
                  <a:pt x="1489446" y="526252"/>
                </a:lnTo>
                <a:lnTo>
                  <a:pt x="1488420" y="526212"/>
                </a:lnTo>
                <a:lnTo>
                  <a:pt x="1487374" y="526199"/>
                </a:lnTo>
                <a:lnTo>
                  <a:pt x="1486687" y="526206"/>
                </a:lnTo>
                <a:lnTo>
                  <a:pt x="1486006" y="526226"/>
                </a:lnTo>
                <a:lnTo>
                  <a:pt x="1485332" y="526260"/>
                </a:lnTo>
                <a:lnTo>
                  <a:pt x="1484664" y="526307"/>
                </a:lnTo>
                <a:lnTo>
                  <a:pt x="1484003" y="526368"/>
                </a:lnTo>
                <a:lnTo>
                  <a:pt x="1483348" y="526442"/>
                </a:lnTo>
                <a:lnTo>
                  <a:pt x="1482699" y="526530"/>
                </a:lnTo>
                <a:lnTo>
                  <a:pt x="1482057" y="526631"/>
                </a:lnTo>
                <a:lnTo>
                  <a:pt x="1481422" y="526746"/>
                </a:lnTo>
                <a:lnTo>
                  <a:pt x="1480793" y="526874"/>
                </a:lnTo>
                <a:lnTo>
                  <a:pt x="1480170" y="527016"/>
                </a:lnTo>
                <a:lnTo>
                  <a:pt x="1479554" y="527171"/>
                </a:lnTo>
                <a:lnTo>
                  <a:pt x="1478945" y="527340"/>
                </a:lnTo>
                <a:lnTo>
                  <a:pt x="1478341" y="527522"/>
                </a:lnTo>
                <a:lnTo>
                  <a:pt x="1477745" y="527718"/>
                </a:lnTo>
                <a:lnTo>
                  <a:pt x="1477154" y="527927"/>
                </a:lnTo>
                <a:lnTo>
                  <a:pt x="1476571" y="528150"/>
                </a:lnTo>
                <a:lnTo>
                  <a:pt x="1475993" y="528386"/>
                </a:lnTo>
                <a:lnTo>
                  <a:pt x="1475422" y="528636"/>
                </a:lnTo>
                <a:lnTo>
                  <a:pt x="1474858" y="528900"/>
                </a:lnTo>
                <a:lnTo>
                  <a:pt x="1474300" y="529176"/>
                </a:lnTo>
                <a:lnTo>
                  <a:pt x="1473748" y="529467"/>
                </a:lnTo>
                <a:lnTo>
                  <a:pt x="1473203" y="529770"/>
                </a:lnTo>
                <a:lnTo>
                  <a:pt x="1472665" y="530088"/>
                </a:lnTo>
                <a:lnTo>
                  <a:pt x="1472149" y="530403"/>
                </a:lnTo>
                <a:lnTo>
                  <a:pt x="1471644" y="530729"/>
                </a:lnTo>
                <a:lnTo>
                  <a:pt x="1471151" y="531065"/>
                </a:lnTo>
                <a:lnTo>
                  <a:pt x="1470669" y="531412"/>
                </a:lnTo>
                <a:lnTo>
                  <a:pt x="1470198" y="531770"/>
                </a:lnTo>
                <a:lnTo>
                  <a:pt x="1469738" y="532138"/>
                </a:lnTo>
                <a:lnTo>
                  <a:pt x="1469289" y="532516"/>
                </a:lnTo>
                <a:lnTo>
                  <a:pt x="1468851" y="532906"/>
                </a:lnTo>
                <a:lnTo>
                  <a:pt x="1468425" y="533305"/>
                </a:lnTo>
                <a:lnTo>
                  <a:pt x="1468010" y="533716"/>
                </a:lnTo>
                <a:lnTo>
                  <a:pt x="1467605" y="534137"/>
                </a:lnTo>
                <a:lnTo>
                  <a:pt x="1467212" y="534568"/>
                </a:lnTo>
                <a:lnTo>
                  <a:pt x="1466831" y="535010"/>
                </a:lnTo>
                <a:lnTo>
                  <a:pt x="1466460" y="535463"/>
                </a:lnTo>
                <a:lnTo>
                  <a:pt x="1466100" y="535926"/>
                </a:lnTo>
                <a:lnTo>
                  <a:pt x="1465752" y="536400"/>
                </a:lnTo>
                <a:lnTo>
                  <a:pt x="1465415" y="536884"/>
                </a:lnTo>
                <a:lnTo>
                  <a:pt x="1465089" y="537379"/>
                </a:lnTo>
                <a:lnTo>
                  <a:pt x="1464774" y="537884"/>
                </a:lnTo>
                <a:lnTo>
                  <a:pt x="1464470" y="538400"/>
                </a:lnTo>
                <a:lnTo>
                  <a:pt x="1464177" y="538927"/>
                </a:lnTo>
                <a:lnTo>
                  <a:pt x="1463896" y="539464"/>
                </a:lnTo>
                <a:lnTo>
                  <a:pt x="1463625" y="540012"/>
                </a:lnTo>
                <a:lnTo>
                  <a:pt x="1463366" y="540570"/>
                </a:lnTo>
                <a:lnTo>
                  <a:pt x="1462521" y="527890"/>
                </a:lnTo>
                <a:lnTo>
                  <a:pt x="1427017" y="527890"/>
                </a:lnTo>
                <a:lnTo>
                  <a:pt x="1427017" y="541077"/>
                </a:lnTo>
                <a:lnTo>
                  <a:pt x="1448826" y="541077"/>
                </a:lnTo>
                <a:lnTo>
                  <a:pt x="1448826" y="601265"/>
                </a:lnTo>
                <a:lnTo>
                  <a:pt x="1426171" y="601265"/>
                </a:lnTo>
                <a:lnTo>
                  <a:pt x="1426171" y="614283"/>
                </a:lnTo>
                <a:lnTo>
                  <a:pt x="1448826" y="614283"/>
                </a:lnTo>
                <a:close/>
                <a:moveTo>
                  <a:pt x="1060067" y="1241362"/>
                </a:moveTo>
                <a:lnTo>
                  <a:pt x="1060067" y="1257593"/>
                </a:lnTo>
                <a:lnTo>
                  <a:pt x="1075959" y="1257593"/>
                </a:lnTo>
                <a:lnTo>
                  <a:pt x="1075959" y="1241362"/>
                </a:lnTo>
                <a:lnTo>
                  <a:pt x="1060067" y="1241362"/>
                </a:lnTo>
                <a:close/>
                <a:moveTo>
                  <a:pt x="825026" y="1297522"/>
                </a:moveTo>
                <a:lnTo>
                  <a:pt x="825026" y="1297507"/>
                </a:lnTo>
                <a:lnTo>
                  <a:pt x="825026" y="1297492"/>
                </a:lnTo>
                <a:lnTo>
                  <a:pt x="825026" y="1297492"/>
                </a:lnTo>
                <a:lnTo>
                  <a:pt x="825026" y="1297508"/>
                </a:lnTo>
                <a:lnTo>
                  <a:pt x="825026" y="1297522"/>
                </a:lnTo>
                <a:close/>
                <a:moveTo>
                  <a:pt x="825026" y="1297643"/>
                </a:moveTo>
                <a:lnTo>
                  <a:pt x="825026" y="1297624"/>
                </a:lnTo>
                <a:lnTo>
                  <a:pt x="825026" y="1297618"/>
                </a:lnTo>
                <a:lnTo>
                  <a:pt x="825026" y="1297640"/>
                </a:lnTo>
                <a:lnTo>
                  <a:pt x="825026" y="1297655"/>
                </a:lnTo>
                <a:lnTo>
                  <a:pt x="825026" y="1297643"/>
                </a:lnTo>
                <a:close/>
                <a:moveTo>
                  <a:pt x="825026" y="1297695"/>
                </a:moveTo>
                <a:lnTo>
                  <a:pt x="825026" y="1297704"/>
                </a:lnTo>
                <a:lnTo>
                  <a:pt x="825026" y="1297725"/>
                </a:lnTo>
                <a:lnTo>
                  <a:pt x="825026" y="1297740"/>
                </a:lnTo>
                <a:lnTo>
                  <a:pt x="825026" y="1297718"/>
                </a:lnTo>
                <a:lnTo>
                  <a:pt x="825026" y="1297695"/>
                </a:lnTo>
                <a:close/>
                <a:moveTo>
                  <a:pt x="982982" y="1363278"/>
                </a:moveTo>
                <a:lnTo>
                  <a:pt x="983503" y="1363238"/>
                </a:lnTo>
                <a:lnTo>
                  <a:pt x="984025" y="1363194"/>
                </a:lnTo>
                <a:lnTo>
                  <a:pt x="984546" y="1363145"/>
                </a:lnTo>
                <a:lnTo>
                  <a:pt x="985067" y="1363091"/>
                </a:lnTo>
                <a:lnTo>
                  <a:pt x="985588" y="1363032"/>
                </a:lnTo>
                <a:lnTo>
                  <a:pt x="986110" y="1362968"/>
                </a:lnTo>
                <a:lnTo>
                  <a:pt x="986631" y="1362900"/>
                </a:lnTo>
                <a:lnTo>
                  <a:pt x="987152" y="1362828"/>
                </a:lnTo>
                <a:lnTo>
                  <a:pt x="987674" y="1362750"/>
                </a:lnTo>
                <a:lnTo>
                  <a:pt x="988195" y="1362668"/>
                </a:lnTo>
                <a:lnTo>
                  <a:pt x="988716" y="1362581"/>
                </a:lnTo>
                <a:lnTo>
                  <a:pt x="989237" y="1362489"/>
                </a:lnTo>
                <a:lnTo>
                  <a:pt x="989759" y="1362393"/>
                </a:lnTo>
                <a:lnTo>
                  <a:pt x="990280" y="1362292"/>
                </a:lnTo>
                <a:lnTo>
                  <a:pt x="990801" y="1362186"/>
                </a:lnTo>
                <a:lnTo>
                  <a:pt x="991323" y="1362076"/>
                </a:lnTo>
                <a:lnTo>
                  <a:pt x="991840" y="1361975"/>
                </a:lnTo>
                <a:lnTo>
                  <a:pt x="992350" y="1361871"/>
                </a:lnTo>
                <a:lnTo>
                  <a:pt x="992852" y="1361762"/>
                </a:lnTo>
                <a:lnTo>
                  <a:pt x="993347" y="1361649"/>
                </a:lnTo>
                <a:lnTo>
                  <a:pt x="993834" y="1361532"/>
                </a:lnTo>
                <a:lnTo>
                  <a:pt x="994313" y="1361410"/>
                </a:lnTo>
                <a:lnTo>
                  <a:pt x="994785" y="1361285"/>
                </a:lnTo>
                <a:lnTo>
                  <a:pt x="995249" y="1361156"/>
                </a:lnTo>
                <a:lnTo>
                  <a:pt x="995705" y="1361022"/>
                </a:lnTo>
                <a:lnTo>
                  <a:pt x="996154" y="1360884"/>
                </a:lnTo>
                <a:lnTo>
                  <a:pt x="996595" y="1360743"/>
                </a:lnTo>
                <a:lnTo>
                  <a:pt x="997029" y="1360597"/>
                </a:lnTo>
                <a:lnTo>
                  <a:pt x="997454" y="1360447"/>
                </a:lnTo>
                <a:lnTo>
                  <a:pt x="997873" y="1360293"/>
                </a:lnTo>
                <a:lnTo>
                  <a:pt x="998283" y="1360135"/>
                </a:lnTo>
                <a:lnTo>
                  <a:pt x="998686" y="1359972"/>
                </a:lnTo>
                <a:lnTo>
                  <a:pt x="999082" y="1359806"/>
                </a:lnTo>
                <a:lnTo>
                  <a:pt x="999469" y="1359635"/>
                </a:lnTo>
                <a:lnTo>
                  <a:pt x="999850" y="1359461"/>
                </a:lnTo>
                <a:lnTo>
                  <a:pt x="1000222" y="1359282"/>
                </a:lnTo>
                <a:lnTo>
                  <a:pt x="1000587" y="1359099"/>
                </a:lnTo>
                <a:lnTo>
                  <a:pt x="1000944" y="1358912"/>
                </a:lnTo>
                <a:lnTo>
                  <a:pt x="1001294" y="1358721"/>
                </a:lnTo>
                <a:lnTo>
                  <a:pt x="1001636" y="1358526"/>
                </a:lnTo>
                <a:lnTo>
                  <a:pt x="1001636" y="1345507"/>
                </a:lnTo>
                <a:lnTo>
                  <a:pt x="1001338" y="1345648"/>
                </a:lnTo>
                <a:lnTo>
                  <a:pt x="1001036" y="1345788"/>
                </a:lnTo>
                <a:lnTo>
                  <a:pt x="1000730" y="1345928"/>
                </a:lnTo>
                <a:lnTo>
                  <a:pt x="1000419" y="1346066"/>
                </a:lnTo>
                <a:lnTo>
                  <a:pt x="1000105" y="1346205"/>
                </a:lnTo>
                <a:lnTo>
                  <a:pt x="999786" y="1346342"/>
                </a:lnTo>
                <a:lnTo>
                  <a:pt x="999464" y="1346479"/>
                </a:lnTo>
                <a:lnTo>
                  <a:pt x="999137" y="1346616"/>
                </a:lnTo>
                <a:lnTo>
                  <a:pt x="998806" y="1346752"/>
                </a:lnTo>
                <a:lnTo>
                  <a:pt x="998471" y="1346887"/>
                </a:lnTo>
                <a:lnTo>
                  <a:pt x="998132" y="1347022"/>
                </a:lnTo>
                <a:lnTo>
                  <a:pt x="997789" y="1347156"/>
                </a:lnTo>
                <a:lnTo>
                  <a:pt x="997442" y="1347290"/>
                </a:lnTo>
                <a:lnTo>
                  <a:pt x="997091" y="1347422"/>
                </a:lnTo>
                <a:lnTo>
                  <a:pt x="996735" y="1347555"/>
                </a:lnTo>
                <a:lnTo>
                  <a:pt x="996376" y="1347687"/>
                </a:lnTo>
                <a:lnTo>
                  <a:pt x="996012" y="1347818"/>
                </a:lnTo>
                <a:lnTo>
                  <a:pt x="995644" y="1347948"/>
                </a:lnTo>
                <a:lnTo>
                  <a:pt x="995272" y="1348078"/>
                </a:lnTo>
                <a:lnTo>
                  <a:pt x="994896" y="1348208"/>
                </a:lnTo>
                <a:lnTo>
                  <a:pt x="994516" y="1348337"/>
                </a:lnTo>
                <a:lnTo>
                  <a:pt x="994132" y="1348465"/>
                </a:lnTo>
                <a:lnTo>
                  <a:pt x="993744" y="1348593"/>
                </a:lnTo>
                <a:lnTo>
                  <a:pt x="993351" y="1348720"/>
                </a:lnTo>
                <a:lnTo>
                  <a:pt x="992969" y="1348830"/>
                </a:lnTo>
                <a:lnTo>
                  <a:pt x="992585" y="1348936"/>
                </a:lnTo>
                <a:lnTo>
                  <a:pt x="992197" y="1349037"/>
                </a:lnTo>
                <a:lnTo>
                  <a:pt x="991806" y="1349133"/>
                </a:lnTo>
                <a:lnTo>
                  <a:pt x="991413" y="1349225"/>
                </a:lnTo>
                <a:lnTo>
                  <a:pt x="991016" y="1349312"/>
                </a:lnTo>
                <a:lnTo>
                  <a:pt x="990617" y="1349394"/>
                </a:lnTo>
                <a:lnTo>
                  <a:pt x="990214" y="1349471"/>
                </a:lnTo>
                <a:lnTo>
                  <a:pt x="989809" y="1349544"/>
                </a:lnTo>
                <a:lnTo>
                  <a:pt x="989401" y="1349612"/>
                </a:lnTo>
                <a:lnTo>
                  <a:pt x="988989" y="1349675"/>
                </a:lnTo>
                <a:lnTo>
                  <a:pt x="988575" y="1349734"/>
                </a:lnTo>
                <a:lnTo>
                  <a:pt x="988158" y="1349788"/>
                </a:lnTo>
                <a:lnTo>
                  <a:pt x="987738" y="1349838"/>
                </a:lnTo>
                <a:lnTo>
                  <a:pt x="987315" y="1349882"/>
                </a:lnTo>
                <a:lnTo>
                  <a:pt x="986889" y="1349922"/>
                </a:lnTo>
                <a:lnTo>
                  <a:pt x="986460" y="1349957"/>
                </a:lnTo>
                <a:lnTo>
                  <a:pt x="986029" y="1349988"/>
                </a:lnTo>
                <a:lnTo>
                  <a:pt x="985594" y="1350014"/>
                </a:lnTo>
                <a:lnTo>
                  <a:pt x="985156" y="1350035"/>
                </a:lnTo>
                <a:lnTo>
                  <a:pt x="984716" y="1350051"/>
                </a:lnTo>
                <a:lnTo>
                  <a:pt x="984272" y="1350063"/>
                </a:lnTo>
                <a:lnTo>
                  <a:pt x="983826" y="1350070"/>
                </a:lnTo>
                <a:lnTo>
                  <a:pt x="983376" y="1350072"/>
                </a:lnTo>
                <a:lnTo>
                  <a:pt x="982803" y="1350069"/>
                </a:lnTo>
                <a:lnTo>
                  <a:pt x="982238" y="1350061"/>
                </a:lnTo>
                <a:lnTo>
                  <a:pt x="981680" y="1350046"/>
                </a:lnTo>
                <a:lnTo>
                  <a:pt x="981132" y="1350025"/>
                </a:lnTo>
                <a:lnTo>
                  <a:pt x="980591" y="1349999"/>
                </a:lnTo>
                <a:lnTo>
                  <a:pt x="980058" y="1349967"/>
                </a:lnTo>
                <a:lnTo>
                  <a:pt x="979534" y="1349929"/>
                </a:lnTo>
                <a:lnTo>
                  <a:pt x="979018" y="1349884"/>
                </a:lnTo>
                <a:lnTo>
                  <a:pt x="978510" y="1349835"/>
                </a:lnTo>
                <a:lnTo>
                  <a:pt x="978011" y="1349779"/>
                </a:lnTo>
                <a:lnTo>
                  <a:pt x="977519" y="1349717"/>
                </a:lnTo>
                <a:lnTo>
                  <a:pt x="977036" y="1349650"/>
                </a:lnTo>
                <a:lnTo>
                  <a:pt x="976561" y="1349576"/>
                </a:lnTo>
                <a:lnTo>
                  <a:pt x="976095" y="1349497"/>
                </a:lnTo>
                <a:lnTo>
                  <a:pt x="975636" y="1349412"/>
                </a:lnTo>
                <a:lnTo>
                  <a:pt x="975186" y="1349321"/>
                </a:lnTo>
                <a:lnTo>
                  <a:pt x="974744" y="1349224"/>
                </a:lnTo>
                <a:lnTo>
                  <a:pt x="974310" y="1349121"/>
                </a:lnTo>
                <a:lnTo>
                  <a:pt x="973885" y="1349013"/>
                </a:lnTo>
                <a:lnTo>
                  <a:pt x="973467" y="1348898"/>
                </a:lnTo>
                <a:lnTo>
                  <a:pt x="973058" y="1348778"/>
                </a:lnTo>
                <a:lnTo>
                  <a:pt x="972657" y="1348652"/>
                </a:lnTo>
                <a:lnTo>
                  <a:pt x="972264" y="1348520"/>
                </a:lnTo>
                <a:lnTo>
                  <a:pt x="971880" y="1348382"/>
                </a:lnTo>
                <a:lnTo>
                  <a:pt x="971503" y="1348237"/>
                </a:lnTo>
                <a:lnTo>
                  <a:pt x="971134" y="1348086"/>
                </a:lnTo>
                <a:lnTo>
                  <a:pt x="970773" y="1347927"/>
                </a:lnTo>
                <a:lnTo>
                  <a:pt x="970419" y="1347762"/>
                </a:lnTo>
                <a:lnTo>
                  <a:pt x="970073" y="1347589"/>
                </a:lnTo>
                <a:lnTo>
                  <a:pt x="969735" y="1347409"/>
                </a:lnTo>
                <a:lnTo>
                  <a:pt x="969404" y="1347223"/>
                </a:lnTo>
                <a:lnTo>
                  <a:pt x="969081" y="1347029"/>
                </a:lnTo>
                <a:lnTo>
                  <a:pt x="968765" y="1346828"/>
                </a:lnTo>
                <a:lnTo>
                  <a:pt x="968457" y="1346620"/>
                </a:lnTo>
                <a:lnTo>
                  <a:pt x="968157" y="1346406"/>
                </a:lnTo>
                <a:lnTo>
                  <a:pt x="967865" y="1346184"/>
                </a:lnTo>
                <a:lnTo>
                  <a:pt x="967580" y="1345955"/>
                </a:lnTo>
                <a:lnTo>
                  <a:pt x="967302" y="1345719"/>
                </a:lnTo>
                <a:lnTo>
                  <a:pt x="967032" y="1345476"/>
                </a:lnTo>
                <a:lnTo>
                  <a:pt x="966770" y="1345226"/>
                </a:lnTo>
                <a:lnTo>
                  <a:pt x="966516" y="1344969"/>
                </a:lnTo>
                <a:lnTo>
                  <a:pt x="966269" y="1344704"/>
                </a:lnTo>
                <a:lnTo>
                  <a:pt x="966030" y="1344433"/>
                </a:lnTo>
                <a:lnTo>
                  <a:pt x="965798" y="1344155"/>
                </a:lnTo>
                <a:lnTo>
                  <a:pt x="965574" y="1343870"/>
                </a:lnTo>
                <a:lnTo>
                  <a:pt x="965358" y="1343577"/>
                </a:lnTo>
                <a:lnTo>
                  <a:pt x="965149" y="1343278"/>
                </a:lnTo>
                <a:lnTo>
                  <a:pt x="964948" y="1342971"/>
                </a:lnTo>
                <a:lnTo>
                  <a:pt x="964755" y="1342658"/>
                </a:lnTo>
                <a:lnTo>
                  <a:pt x="964570" y="1342337"/>
                </a:lnTo>
                <a:lnTo>
                  <a:pt x="964393" y="1342010"/>
                </a:lnTo>
                <a:lnTo>
                  <a:pt x="964225" y="1341675"/>
                </a:lnTo>
                <a:lnTo>
                  <a:pt x="964065" y="1341334"/>
                </a:lnTo>
                <a:lnTo>
                  <a:pt x="963913" y="1340985"/>
                </a:lnTo>
                <a:lnTo>
                  <a:pt x="963769" y="1340629"/>
                </a:lnTo>
                <a:lnTo>
                  <a:pt x="963633" y="1340266"/>
                </a:lnTo>
                <a:lnTo>
                  <a:pt x="963506" y="1339897"/>
                </a:lnTo>
                <a:lnTo>
                  <a:pt x="963387" y="1339520"/>
                </a:lnTo>
                <a:lnTo>
                  <a:pt x="963276" y="1339136"/>
                </a:lnTo>
                <a:lnTo>
                  <a:pt x="963173" y="1338745"/>
                </a:lnTo>
                <a:lnTo>
                  <a:pt x="963078" y="1338347"/>
                </a:lnTo>
                <a:lnTo>
                  <a:pt x="962992" y="1337942"/>
                </a:lnTo>
                <a:lnTo>
                  <a:pt x="962914" y="1337530"/>
                </a:lnTo>
                <a:lnTo>
                  <a:pt x="962844" y="1337111"/>
                </a:lnTo>
                <a:lnTo>
                  <a:pt x="962783" y="1336684"/>
                </a:lnTo>
                <a:lnTo>
                  <a:pt x="962729" y="1336251"/>
                </a:lnTo>
                <a:lnTo>
                  <a:pt x="962684" y="1335811"/>
                </a:lnTo>
                <a:lnTo>
                  <a:pt x="962647" y="1335363"/>
                </a:lnTo>
                <a:lnTo>
                  <a:pt x="962618" y="1334909"/>
                </a:lnTo>
                <a:lnTo>
                  <a:pt x="962598" y="1334448"/>
                </a:lnTo>
                <a:lnTo>
                  <a:pt x="962585" y="1333979"/>
                </a:lnTo>
                <a:lnTo>
                  <a:pt x="962581" y="1333504"/>
                </a:lnTo>
                <a:lnTo>
                  <a:pt x="962581" y="1288532"/>
                </a:lnTo>
                <a:lnTo>
                  <a:pt x="1001636" y="1288532"/>
                </a:lnTo>
                <a:lnTo>
                  <a:pt x="1001636" y="1275345"/>
                </a:lnTo>
                <a:lnTo>
                  <a:pt x="962581" y="1275345"/>
                </a:lnTo>
                <a:lnTo>
                  <a:pt x="962581" y="1247787"/>
                </a:lnTo>
                <a:lnTo>
                  <a:pt x="952099" y="1247787"/>
                </a:lnTo>
                <a:lnTo>
                  <a:pt x="946182" y="1275345"/>
                </a:lnTo>
                <a:lnTo>
                  <a:pt x="920652" y="1275345"/>
                </a:lnTo>
                <a:lnTo>
                  <a:pt x="920652" y="1288532"/>
                </a:lnTo>
                <a:lnTo>
                  <a:pt x="945674" y="1288532"/>
                </a:lnTo>
                <a:lnTo>
                  <a:pt x="945674" y="1334856"/>
                </a:lnTo>
                <a:lnTo>
                  <a:pt x="945690" y="1336110"/>
                </a:lnTo>
                <a:lnTo>
                  <a:pt x="945737" y="1337334"/>
                </a:lnTo>
                <a:lnTo>
                  <a:pt x="945814" y="1338528"/>
                </a:lnTo>
                <a:lnTo>
                  <a:pt x="945923" y="1339693"/>
                </a:lnTo>
                <a:lnTo>
                  <a:pt x="946063" y="1340829"/>
                </a:lnTo>
                <a:lnTo>
                  <a:pt x="946234" y="1341936"/>
                </a:lnTo>
                <a:lnTo>
                  <a:pt x="946437" y="1343013"/>
                </a:lnTo>
                <a:lnTo>
                  <a:pt x="946670" y="1344061"/>
                </a:lnTo>
                <a:lnTo>
                  <a:pt x="946934" y="1345080"/>
                </a:lnTo>
                <a:lnTo>
                  <a:pt x="947230" y="1346069"/>
                </a:lnTo>
                <a:lnTo>
                  <a:pt x="947557" y="1347028"/>
                </a:lnTo>
                <a:lnTo>
                  <a:pt x="947915" y="1347959"/>
                </a:lnTo>
                <a:lnTo>
                  <a:pt x="948303" y="1348860"/>
                </a:lnTo>
                <a:lnTo>
                  <a:pt x="948723" y="1349732"/>
                </a:lnTo>
                <a:lnTo>
                  <a:pt x="949175" y="1350574"/>
                </a:lnTo>
                <a:lnTo>
                  <a:pt x="949657" y="1351387"/>
                </a:lnTo>
                <a:lnTo>
                  <a:pt x="950170" y="1352171"/>
                </a:lnTo>
                <a:lnTo>
                  <a:pt x="950715" y="1352925"/>
                </a:lnTo>
                <a:lnTo>
                  <a:pt x="951290" y="1353650"/>
                </a:lnTo>
                <a:lnTo>
                  <a:pt x="951897" y="1354346"/>
                </a:lnTo>
                <a:lnTo>
                  <a:pt x="952535" y="1355012"/>
                </a:lnTo>
                <a:lnTo>
                  <a:pt x="953204" y="1355649"/>
                </a:lnTo>
                <a:lnTo>
                  <a:pt x="953904" y="1356257"/>
                </a:lnTo>
                <a:lnTo>
                  <a:pt x="954635" y="1356835"/>
                </a:lnTo>
                <a:lnTo>
                  <a:pt x="955393" y="1357373"/>
                </a:lnTo>
                <a:lnTo>
                  <a:pt x="956172" y="1357888"/>
                </a:lnTo>
                <a:lnTo>
                  <a:pt x="956973" y="1358380"/>
                </a:lnTo>
                <a:lnTo>
                  <a:pt x="957796" y="1358850"/>
                </a:lnTo>
                <a:lnTo>
                  <a:pt x="958640" y="1359296"/>
                </a:lnTo>
                <a:lnTo>
                  <a:pt x="959506" y="1359720"/>
                </a:lnTo>
                <a:lnTo>
                  <a:pt x="960394" y="1360120"/>
                </a:lnTo>
                <a:lnTo>
                  <a:pt x="961304" y="1360498"/>
                </a:lnTo>
                <a:lnTo>
                  <a:pt x="962235" y="1360853"/>
                </a:lnTo>
                <a:lnTo>
                  <a:pt x="963188" y="1361185"/>
                </a:lnTo>
                <a:lnTo>
                  <a:pt x="964163" y="1361494"/>
                </a:lnTo>
                <a:lnTo>
                  <a:pt x="965159" y="1361780"/>
                </a:lnTo>
                <a:lnTo>
                  <a:pt x="966178" y="1362044"/>
                </a:lnTo>
                <a:lnTo>
                  <a:pt x="967218" y="1362284"/>
                </a:lnTo>
                <a:lnTo>
                  <a:pt x="968279" y="1362501"/>
                </a:lnTo>
                <a:lnTo>
                  <a:pt x="969363" y="1362696"/>
                </a:lnTo>
                <a:lnTo>
                  <a:pt x="970468" y="1362868"/>
                </a:lnTo>
                <a:lnTo>
                  <a:pt x="971595" y="1363017"/>
                </a:lnTo>
                <a:lnTo>
                  <a:pt x="972743" y="1363142"/>
                </a:lnTo>
                <a:lnTo>
                  <a:pt x="973913" y="1363246"/>
                </a:lnTo>
                <a:lnTo>
                  <a:pt x="975105" y="1363326"/>
                </a:lnTo>
                <a:lnTo>
                  <a:pt x="976319" y="1363383"/>
                </a:lnTo>
                <a:lnTo>
                  <a:pt x="977554" y="1363417"/>
                </a:lnTo>
                <a:lnTo>
                  <a:pt x="978812" y="1363429"/>
                </a:lnTo>
                <a:lnTo>
                  <a:pt x="979333" y="1363426"/>
                </a:lnTo>
                <a:lnTo>
                  <a:pt x="979854" y="1363419"/>
                </a:lnTo>
                <a:lnTo>
                  <a:pt x="980375" y="1363408"/>
                </a:lnTo>
                <a:lnTo>
                  <a:pt x="980897" y="1363391"/>
                </a:lnTo>
                <a:lnTo>
                  <a:pt x="981418" y="1363370"/>
                </a:lnTo>
                <a:lnTo>
                  <a:pt x="981939" y="1363344"/>
                </a:lnTo>
                <a:lnTo>
                  <a:pt x="982461" y="1363314"/>
                </a:lnTo>
                <a:lnTo>
                  <a:pt x="982982" y="1363278"/>
                </a:lnTo>
                <a:close/>
                <a:moveTo>
                  <a:pt x="1060743" y="1361738"/>
                </a:moveTo>
                <a:lnTo>
                  <a:pt x="1077650" y="1361738"/>
                </a:lnTo>
                <a:lnTo>
                  <a:pt x="1106898" y="1361738"/>
                </a:lnTo>
                <a:lnTo>
                  <a:pt x="1106898" y="1348720"/>
                </a:lnTo>
                <a:lnTo>
                  <a:pt x="1077650" y="1348720"/>
                </a:lnTo>
                <a:lnTo>
                  <a:pt x="1077650" y="1275345"/>
                </a:lnTo>
                <a:lnTo>
                  <a:pt x="1029804" y="1275345"/>
                </a:lnTo>
                <a:lnTo>
                  <a:pt x="1029804" y="1288532"/>
                </a:lnTo>
                <a:lnTo>
                  <a:pt x="1060743" y="1288532"/>
                </a:lnTo>
                <a:lnTo>
                  <a:pt x="1060743" y="1348720"/>
                </a:lnTo>
                <a:lnTo>
                  <a:pt x="1029804" y="1348720"/>
                </a:lnTo>
                <a:lnTo>
                  <a:pt x="1029804" y="1361738"/>
                </a:lnTo>
                <a:lnTo>
                  <a:pt x="1060743" y="1361738"/>
                </a:lnTo>
                <a:close/>
                <a:moveTo>
                  <a:pt x="1248048" y="1308133"/>
                </a:moveTo>
                <a:lnTo>
                  <a:pt x="1248096" y="1307573"/>
                </a:lnTo>
                <a:lnTo>
                  <a:pt x="1248153" y="1307020"/>
                </a:lnTo>
                <a:lnTo>
                  <a:pt x="1248219" y="1306472"/>
                </a:lnTo>
                <a:lnTo>
                  <a:pt x="1248294" y="1305930"/>
                </a:lnTo>
                <a:lnTo>
                  <a:pt x="1248378" y="1305394"/>
                </a:lnTo>
                <a:lnTo>
                  <a:pt x="1248470" y="1304864"/>
                </a:lnTo>
                <a:lnTo>
                  <a:pt x="1248571" y="1304340"/>
                </a:lnTo>
                <a:lnTo>
                  <a:pt x="1248682" y="1303821"/>
                </a:lnTo>
                <a:lnTo>
                  <a:pt x="1248800" y="1303309"/>
                </a:lnTo>
                <a:lnTo>
                  <a:pt x="1248928" y="1302802"/>
                </a:lnTo>
                <a:lnTo>
                  <a:pt x="1249065" y="1302302"/>
                </a:lnTo>
                <a:lnTo>
                  <a:pt x="1249210" y="1301807"/>
                </a:lnTo>
                <a:lnTo>
                  <a:pt x="1249364" y="1301318"/>
                </a:lnTo>
                <a:lnTo>
                  <a:pt x="1249527" y="1300835"/>
                </a:lnTo>
                <a:lnTo>
                  <a:pt x="1249699" y="1300357"/>
                </a:lnTo>
                <a:lnTo>
                  <a:pt x="1249879" y="1299886"/>
                </a:lnTo>
                <a:lnTo>
                  <a:pt x="1250068" y="1299420"/>
                </a:lnTo>
                <a:lnTo>
                  <a:pt x="1250267" y="1298961"/>
                </a:lnTo>
                <a:lnTo>
                  <a:pt x="1250473" y="1298507"/>
                </a:lnTo>
                <a:lnTo>
                  <a:pt x="1250688" y="1298046"/>
                </a:lnTo>
                <a:lnTo>
                  <a:pt x="1250910" y="1297595"/>
                </a:lnTo>
                <a:lnTo>
                  <a:pt x="1251139" y="1297152"/>
                </a:lnTo>
                <a:lnTo>
                  <a:pt x="1251375" y="1296718"/>
                </a:lnTo>
                <a:lnTo>
                  <a:pt x="1251618" y="1296292"/>
                </a:lnTo>
                <a:lnTo>
                  <a:pt x="1251868" y="1295876"/>
                </a:lnTo>
                <a:lnTo>
                  <a:pt x="1252125" y="1295468"/>
                </a:lnTo>
                <a:lnTo>
                  <a:pt x="1252390" y="1295069"/>
                </a:lnTo>
                <a:lnTo>
                  <a:pt x="1252661" y="1294679"/>
                </a:lnTo>
                <a:lnTo>
                  <a:pt x="1252939" y="1294298"/>
                </a:lnTo>
                <a:lnTo>
                  <a:pt x="1253224" y="1293925"/>
                </a:lnTo>
                <a:lnTo>
                  <a:pt x="1253517" y="1293562"/>
                </a:lnTo>
                <a:lnTo>
                  <a:pt x="1253816" y="1293207"/>
                </a:lnTo>
                <a:lnTo>
                  <a:pt x="1254122" y="1292861"/>
                </a:lnTo>
                <a:lnTo>
                  <a:pt x="1254436" y="1292523"/>
                </a:lnTo>
                <a:lnTo>
                  <a:pt x="1254756" y="1292195"/>
                </a:lnTo>
                <a:lnTo>
                  <a:pt x="1255084" y="1291875"/>
                </a:lnTo>
                <a:lnTo>
                  <a:pt x="1255419" y="1291564"/>
                </a:lnTo>
                <a:lnTo>
                  <a:pt x="1255760" y="1291262"/>
                </a:lnTo>
                <a:lnTo>
                  <a:pt x="1256109" y="1290969"/>
                </a:lnTo>
                <a:lnTo>
                  <a:pt x="1256465" y="1290685"/>
                </a:lnTo>
                <a:lnTo>
                  <a:pt x="1256828" y="1290409"/>
                </a:lnTo>
                <a:lnTo>
                  <a:pt x="1257197" y="1290142"/>
                </a:lnTo>
                <a:lnTo>
                  <a:pt x="1257574" y="1289884"/>
                </a:lnTo>
                <a:lnTo>
                  <a:pt x="1257958" y="1289622"/>
                </a:lnTo>
                <a:lnTo>
                  <a:pt x="1258347" y="1289371"/>
                </a:lnTo>
                <a:lnTo>
                  <a:pt x="1258742" y="1289131"/>
                </a:lnTo>
                <a:lnTo>
                  <a:pt x="1259143" y="1288903"/>
                </a:lnTo>
                <a:lnTo>
                  <a:pt x="1259550" y="1288685"/>
                </a:lnTo>
                <a:lnTo>
                  <a:pt x="1259962" y="1288479"/>
                </a:lnTo>
                <a:lnTo>
                  <a:pt x="1260381" y="1288284"/>
                </a:lnTo>
                <a:lnTo>
                  <a:pt x="1260805" y="1288100"/>
                </a:lnTo>
                <a:lnTo>
                  <a:pt x="1261236" y="1287927"/>
                </a:lnTo>
                <a:lnTo>
                  <a:pt x="1261672" y="1287765"/>
                </a:lnTo>
                <a:lnTo>
                  <a:pt x="1262114" y="1287615"/>
                </a:lnTo>
                <a:lnTo>
                  <a:pt x="1262562" y="1287475"/>
                </a:lnTo>
                <a:lnTo>
                  <a:pt x="1263016" y="1287347"/>
                </a:lnTo>
                <a:lnTo>
                  <a:pt x="1263475" y="1287230"/>
                </a:lnTo>
                <a:lnTo>
                  <a:pt x="1263941" y="1287124"/>
                </a:lnTo>
                <a:lnTo>
                  <a:pt x="1264412" y="1287029"/>
                </a:lnTo>
                <a:lnTo>
                  <a:pt x="1264889" y="1286945"/>
                </a:lnTo>
                <a:lnTo>
                  <a:pt x="1265373" y="1286873"/>
                </a:lnTo>
                <a:lnTo>
                  <a:pt x="1265862" y="1286812"/>
                </a:lnTo>
                <a:lnTo>
                  <a:pt x="1266356" y="1286761"/>
                </a:lnTo>
                <a:lnTo>
                  <a:pt x="1266857" y="1286722"/>
                </a:lnTo>
                <a:lnTo>
                  <a:pt x="1267364" y="1286694"/>
                </a:lnTo>
                <a:lnTo>
                  <a:pt x="1267876" y="1286678"/>
                </a:lnTo>
                <a:lnTo>
                  <a:pt x="1268395" y="1286672"/>
                </a:lnTo>
                <a:lnTo>
                  <a:pt x="1269134" y="1286682"/>
                </a:lnTo>
                <a:lnTo>
                  <a:pt x="1269860" y="1286711"/>
                </a:lnTo>
                <a:lnTo>
                  <a:pt x="1270571" y="1286759"/>
                </a:lnTo>
                <a:lnTo>
                  <a:pt x="1271269" y="1286827"/>
                </a:lnTo>
                <a:lnTo>
                  <a:pt x="1271952" y="1286914"/>
                </a:lnTo>
                <a:lnTo>
                  <a:pt x="1272621" y="1287021"/>
                </a:lnTo>
                <a:lnTo>
                  <a:pt x="1273276" y="1287147"/>
                </a:lnTo>
                <a:lnTo>
                  <a:pt x="1273917" y="1287292"/>
                </a:lnTo>
                <a:lnTo>
                  <a:pt x="1274544" y="1287457"/>
                </a:lnTo>
                <a:lnTo>
                  <a:pt x="1275157" y="1287641"/>
                </a:lnTo>
                <a:lnTo>
                  <a:pt x="1275756" y="1287844"/>
                </a:lnTo>
                <a:lnTo>
                  <a:pt x="1276341" y="1288067"/>
                </a:lnTo>
                <a:lnTo>
                  <a:pt x="1276911" y="1288309"/>
                </a:lnTo>
                <a:lnTo>
                  <a:pt x="1277468" y="1288571"/>
                </a:lnTo>
                <a:lnTo>
                  <a:pt x="1278010" y="1288852"/>
                </a:lnTo>
                <a:lnTo>
                  <a:pt x="1278539" y="1289152"/>
                </a:lnTo>
                <a:lnTo>
                  <a:pt x="1279053" y="1289472"/>
                </a:lnTo>
                <a:lnTo>
                  <a:pt x="1279553" y="1289811"/>
                </a:lnTo>
                <a:lnTo>
                  <a:pt x="1280039" y="1290169"/>
                </a:lnTo>
                <a:lnTo>
                  <a:pt x="1280511" y="1290547"/>
                </a:lnTo>
                <a:lnTo>
                  <a:pt x="1280969" y="1290944"/>
                </a:lnTo>
                <a:lnTo>
                  <a:pt x="1281413" y="1291360"/>
                </a:lnTo>
                <a:lnTo>
                  <a:pt x="1281842" y="1291796"/>
                </a:lnTo>
                <a:lnTo>
                  <a:pt x="1282258" y="1292251"/>
                </a:lnTo>
                <a:lnTo>
                  <a:pt x="1282672" y="1292728"/>
                </a:lnTo>
                <a:lnTo>
                  <a:pt x="1283068" y="1293227"/>
                </a:lnTo>
                <a:lnTo>
                  <a:pt x="1283447" y="1293749"/>
                </a:lnTo>
                <a:lnTo>
                  <a:pt x="1283808" y="1294294"/>
                </a:lnTo>
                <a:lnTo>
                  <a:pt x="1284151" y="1294862"/>
                </a:lnTo>
                <a:lnTo>
                  <a:pt x="1284477" y="1295453"/>
                </a:lnTo>
                <a:lnTo>
                  <a:pt x="1284785" y="1296067"/>
                </a:lnTo>
                <a:lnTo>
                  <a:pt x="1285076" y="1296704"/>
                </a:lnTo>
                <a:lnTo>
                  <a:pt x="1285349" y="1297363"/>
                </a:lnTo>
                <a:lnTo>
                  <a:pt x="1285604" y="1298045"/>
                </a:lnTo>
                <a:lnTo>
                  <a:pt x="1285842" y="1298751"/>
                </a:lnTo>
                <a:lnTo>
                  <a:pt x="1286062" y="1299479"/>
                </a:lnTo>
                <a:lnTo>
                  <a:pt x="1286265" y="1300230"/>
                </a:lnTo>
                <a:lnTo>
                  <a:pt x="1286450" y="1301004"/>
                </a:lnTo>
                <a:lnTo>
                  <a:pt x="1286617" y="1301801"/>
                </a:lnTo>
                <a:lnTo>
                  <a:pt x="1286767" y="1302621"/>
                </a:lnTo>
                <a:lnTo>
                  <a:pt x="1286899" y="1303464"/>
                </a:lnTo>
                <a:lnTo>
                  <a:pt x="1287013" y="1304329"/>
                </a:lnTo>
                <a:lnTo>
                  <a:pt x="1287110" y="1305218"/>
                </a:lnTo>
                <a:lnTo>
                  <a:pt x="1287189" y="1306129"/>
                </a:lnTo>
                <a:lnTo>
                  <a:pt x="1287251" y="1307063"/>
                </a:lnTo>
                <a:lnTo>
                  <a:pt x="1287295" y="1308020"/>
                </a:lnTo>
                <a:lnTo>
                  <a:pt x="1287321" y="1309001"/>
                </a:lnTo>
                <a:lnTo>
                  <a:pt x="1287330" y="1310003"/>
                </a:lnTo>
                <a:lnTo>
                  <a:pt x="1287330" y="1361738"/>
                </a:lnTo>
                <a:lnTo>
                  <a:pt x="1304237" y="1361738"/>
                </a:lnTo>
                <a:lnTo>
                  <a:pt x="1304237" y="1305101"/>
                </a:lnTo>
                <a:lnTo>
                  <a:pt x="1304222" y="1303818"/>
                </a:lnTo>
                <a:lnTo>
                  <a:pt x="1304178" y="1302561"/>
                </a:lnTo>
                <a:lnTo>
                  <a:pt x="1304105" y="1301331"/>
                </a:lnTo>
                <a:lnTo>
                  <a:pt x="1304002" y="1300127"/>
                </a:lnTo>
                <a:lnTo>
                  <a:pt x="1303870" y="1298950"/>
                </a:lnTo>
                <a:lnTo>
                  <a:pt x="1303708" y="1297799"/>
                </a:lnTo>
                <a:lnTo>
                  <a:pt x="1303518" y="1296674"/>
                </a:lnTo>
                <a:lnTo>
                  <a:pt x="1303298" y="1295576"/>
                </a:lnTo>
                <a:lnTo>
                  <a:pt x="1303048" y="1294505"/>
                </a:lnTo>
                <a:lnTo>
                  <a:pt x="1302769" y="1293459"/>
                </a:lnTo>
                <a:lnTo>
                  <a:pt x="1302461" y="1292441"/>
                </a:lnTo>
                <a:lnTo>
                  <a:pt x="1302124" y="1291448"/>
                </a:lnTo>
                <a:lnTo>
                  <a:pt x="1301757" y="1290482"/>
                </a:lnTo>
                <a:lnTo>
                  <a:pt x="1301360" y="1289543"/>
                </a:lnTo>
                <a:lnTo>
                  <a:pt x="1300935" y="1288630"/>
                </a:lnTo>
                <a:lnTo>
                  <a:pt x="1300480" y="1287743"/>
                </a:lnTo>
                <a:lnTo>
                  <a:pt x="1299996" y="1286883"/>
                </a:lnTo>
                <a:lnTo>
                  <a:pt x="1299482" y="1286049"/>
                </a:lnTo>
                <a:lnTo>
                  <a:pt x="1298939" y="1285241"/>
                </a:lnTo>
                <a:lnTo>
                  <a:pt x="1298367" y="1284460"/>
                </a:lnTo>
                <a:lnTo>
                  <a:pt x="1297765" y="1283705"/>
                </a:lnTo>
                <a:lnTo>
                  <a:pt x="1297134" y="1282977"/>
                </a:lnTo>
                <a:lnTo>
                  <a:pt x="1296473" y="1282275"/>
                </a:lnTo>
                <a:lnTo>
                  <a:pt x="1295784" y="1281600"/>
                </a:lnTo>
                <a:lnTo>
                  <a:pt x="1295069" y="1280952"/>
                </a:lnTo>
                <a:lnTo>
                  <a:pt x="1294335" y="1280331"/>
                </a:lnTo>
                <a:lnTo>
                  <a:pt x="1293580" y="1279738"/>
                </a:lnTo>
                <a:lnTo>
                  <a:pt x="1292806" y="1279172"/>
                </a:lnTo>
                <a:lnTo>
                  <a:pt x="1292012" y="1278634"/>
                </a:lnTo>
                <a:lnTo>
                  <a:pt x="1291198" y="1278124"/>
                </a:lnTo>
                <a:lnTo>
                  <a:pt x="1290363" y="1277641"/>
                </a:lnTo>
                <a:lnTo>
                  <a:pt x="1289509" y="1277186"/>
                </a:lnTo>
                <a:lnTo>
                  <a:pt x="1288635" y="1276758"/>
                </a:lnTo>
                <a:lnTo>
                  <a:pt x="1287741" y="1276358"/>
                </a:lnTo>
                <a:lnTo>
                  <a:pt x="1286827" y="1275986"/>
                </a:lnTo>
                <a:lnTo>
                  <a:pt x="1285893" y="1275641"/>
                </a:lnTo>
                <a:lnTo>
                  <a:pt x="1284939" y="1275323"/>
                </a:lnTo>
                <a:lnTo>
                  <a:pt x="1283965" y="1275034"/>
                </a:lnTo>
                <a:lnTo>
                  <a:pt x="1282971" y="1274772"/>
                </a:lnTo>
                <a:lnTo>
                  <a:pt x="1281957" y="1274537"/>
                </a:lnTo>
                <a:lnTo>
                  <a:pt x="1280924" y="1274330"/>
                </a:lnTo>
                <a:lnTo>
                  <a:pt x="1279870" y="1274151"/>
                </a:lnTo>
                <a:lnTo>
                  <a:pt x="1278796" y="1273999"/>
                </a:lnTo>
                <a:lnTo>
                  <a:pt x="1277703" y="1273875"/>
                </a:lnTo>
                <a:lnTo>
                  <a:pt x="1276589" y="1273778"/>
                </a:lnTo>
                <a:lnTo>
                  <a:pt x="1275455" y="1273709"/>
                </a:lnTo>
                <a:lnTo>
                  <a:pt x="1274302" y="1273668"/>
                </a:lnTo>
                <a:lnTo>
                  <a:pt x="1273128" y="1273654"/>
                </a:lnTo>
                <a:lnTo>
                  <a:pt x="1272413" y="1273660"/>
                </a:lnTo>
                <a:lnTo>
                  <a:pt x="1271702" y="1273678"/>
                </a:lnTo>
                <a:lnTo>
                  <a:pt x="1270997" y="1273707"/>
                </a:lnTo>
                <a:lnTo>
                  <a:pt x="1270297" y="1273748"/>
                </a:lnTo>
                <a:lnTo>
                  <a:pt x="1269602" y="1273801"/>
                </a:lnTo>
                <a:lnTo>
                  <a:pt x="1268912" y="1273865"/>
                </a:lnTo>
                <a:lnTo>
                  <a:pt x="1268228" y="1273942"/>
                </a:lnTo>
                <a:lnTo>
                  <a:pt x="1267549" y="1274030"/>
                </a:lnTo>
                <a:lnTo>
                  <a:pt x="1266876" y="1274130"/>
                </a:lnTo>
                <a:lnTo>
                  <a:pt x="1266207" y="1274241"/>
                </a:lnTo>
                <a:lnTo>
                  <a:pt x="1265544" y="1274364"/>
                </a:lnTo>
                <a:lnTo>
                  <a:pt x="1264886" y="1274499"/>
                </a:lnTo>
                <a:lnTo>
                  <a:pt x="1264234" y="1274646"/>
                </a:lnTo>
                <a:lnTo>
                  <a:pt x="1263587" y="1274805"/>
                </a:lnTo>
                <a:lnTo>
                  <a:pt x="1262945" y="1274975"/>
                </a:lnTo>
                <a:lnTo>
                  <a:pt x="1262308" y="1275157"/>
                </a:lnTo>
                <a:lnTo>
                  <a:pt x="1261677" y="1275351"/>
                </a:lnTo>
                <a:lnTo>
                  <a:pt x="1261051" y="1275556"/>
                </a:lnTo>
                <a:lnTo>
                  <a:pt x="1260430" y="1275773"/>
                </a:lnTo>
                <a:lnTo>
                  <a:pt x="1259814" y="1276002"/>
                </a:lnTo>
                <a:lnTo>
                  <a:pt x="1259204" y="1276243"/>
                </a:lnTo>
                <a:lnTo>
                  <a:pt x="1258599" y="1276495"/>
                </a:lnTo>
                <a:lnTo>
                  <a:pt x="1258000" y="1276759"/>
                </a:lnTo>
                <a:lnTo>
                  <a:pt x="1257405" y="1277035"/>
                </a:lnTo>
                <a:lnTo>
                  <a:pt x="1256819" y="1277324"/>
                </a:lnTo>
                <a:lnTo>
                  <a:pt x="1256244" y="1277626"/>
                </a:lnTo>
                <a:lnTo>
                  <a:pt x="1255680" y="1277941"/>
                </a:lnTo>
                <a:lnTo>
                  <a:pt x="1255127" y="1278270"/>
                </a:lnTo>
                <a:lnTo>
                  <a:pt x="1254586" y="1278613"/>
                </a:lnTo>
                <a:lnTo>
                  <a:pt x="1254055" y="1278969"/>
                </a:lnTo>
                <a:lnTo>
                  <a:pt x="1253536" y="1279338"/>
                </a:lnTo>
                <a:lnTo>
                  <a:pt x="1253028" y="1279722"/>
                </a:lnTo>
                <a:lnTo>
                  <a:pt x="1252531" y="1280118"/>
                </a:lnTo>
                <a:lnTo>
                  <a:pt x="1252045" y="1280528"/>
                </a:lnTo>
                <a:lnTo>
                  <a:pt x="1251571" y="1280952"/>
                </a:lnTo>
                <a:lnTo>
                  <a:pt x="1251107" y="1281389"/>
                </a:lnTo>
                <a:lnTo>
                  <a:pt x="1250655" y="1281839"/>
                </a:lnTo>
                <a:lnTo>
                  <a:pt x="1250214" y="1282303"/>
                </a:lnTo>
                <a:lnTo>
                  <a:pt x="1249784" y="1282781"/>
                </a:lnTo>
                <a:lnTo>
                  <a:pt x="1249365" y="1283272"/>
                </a:lnTo>
                <a:lnTo>
                  <a:pt x="1248957" y="1283777"/>
                </a:lnTo>
                <a:lnTo>
                  <a:pt x="1248561" y="1284295"/>
                </a:lnTo>
                <a:lnTo>
                  <a:pt x="1248175" y="1284826"/>
                </a:lnTo>
                <a:lnTo>
                  <a:pt x="1247801" y="1285371"/>
                </a:lnTo>
                <a:lnTo>
                  <a:pt x="1247438" y="1285930"/>
                </a:lnTo>
                <a:lnTo>
                  <a:pt x="1247086" y="1286502"/>
                </a:lnTo>
                <a:lnTo>
                  <a:pt x="1246745" y="1287088"/>
                </a:lnTo>
                <a:lnTo>
                  <a:pt x="1246416" y="1287687"/>
                </a:lnTo>
                <a:lnTo>
                  <a:pt x="1244725" y="1275345"/>
                </a:lnTo>
                <a:lnTo>
                  <a:pt x="1231031" y="1275345"/>
                </a:lnTo>
                <a:lnTo>
                  <a:pt x="1231031" y="1361738"/>
                </a:lnTo>
                <a:lnTo>
                  <a:pt x="1247937" y="1361738"/>
                </a:lnTo>
                <a:lnTo>
                  <a:pt x="1247937" y="1311018"/>
                </a:lnTo>
                <a:lnTo>
                  <a:pt x="1247942" y="1310429"/>
                </a:lnTo>
                <a:lnTo>
                  <a:pt x="1247955" y="1309846"/>
                </a:lnTo>
                <a:lnTo>
                  <a:pt x="1247977" y="1309269"/>
                </a:lnTo>
                <a:lnTo>
                  <a:pt x="1248008" y="1308698"/>
                </a:lnTo>
                <a:lnTo>
                  <a:pt x="1248048" y="1308133"/>
                </a:lnTo>
                <a:close/>
                <a:moveTo>
                  <a:pt x="825104" y="1298602"/>
                </a:moveTo>
                <a:lnTo>
                  <a:pt x="825122" y="1298708"/>
                </a:lnTo>
                <a:lnTo>
                  <a:pt x="825139" y="1298820"/>
                </a:lnTo>
                <a:lnTo>
                  <a:pt x="825158" y="1298939"/>
                </a:lnTo>
                <a:lnTo>
                  <a:pt x="825177" y="1299064"/>
                </a:lnTo>
                <a:lnTo>
                  <a:pt x="825197" y="1299196"/>
                </a:lnTo>
                <a:lnTo>
                  <a:pt x="825217" y="1299334"/>
                </a:lnTo>
                <a:lnTo>
                  <a:pt x="825238" y="1299479"/>
                </a:lnTo>
                <a:lnTo>
                  <a:pt x="825259" y="1299630"/>
                </a:lnTo>
                <a:lnTo>
                  <a:pt x="825281" y="1299788"/>
                </a:lnTo>
                <a:lnTo>
                  <a:pt x="825304" y="1299952"/>
                </a:lnTo>
                <a:lnTo>
                  <a:pt x="825327" y="1300122"/>
                </a:lnTo>
                <a:lnTo>
                  <a:pt x="825351" y="1300299"/>
                </a:lnTo>
                <a:lnTo>
                  <a:pt x="825375" y="1300483"/>
                </a:lnTo>
                <a:lnTo>
                  <a:pt x="825400" y="1300673"/>
                </a:lnTo>
                <a:lnTo>
                  <a:pt x="825426" y="1300869"/>
                </a:lnTo>
                <a:lnTo>
                  <a:pt x="825452" y="1301072"/>
                </a:lnTo>
                <a:lnTo>
                  <a:pt x="825478" y="1301281"/>
                </a:lnTo>
                <a:lnTo>
                  <a:pt x="825506" y="1301497"/>
                </a:lnTo>
                <a:lnTo>
                  <a:pt x="825534" y="1301719"/>
                </a:lnTo>
                <a:lnTo>
                  <a:pt x="841088" y="1301719"/>
                </a:lnTo>
                <a:lnTo>
                  <a:pt x="841088" y="1299690"/>
                </a:lnTo>
                <a:lnTo>
                  <a:pt x="841096" y="1299132"/>
                </a:lnTo>
                <a:lnTo>
                  <a:pt x="841122" y="1298584"/>
                </a:lnTo>
                <a:lnTo>
                  <a:pt x="841165" y="1298047"/>
                </a:lnTo>
                <a:lnTo>
                  <a:pt x="841224" y="1297521"/>
                </a:lnTo>
                <a:lnTo>
                  <a:pt x="841301" y="1297005"/>
                </a:lnTo>
                <a:lnTo>
                  <a:pt x="841394" y="1296499"/>
                </a:lnTo>
                <a:lnTo>
                  <a:pt x="841505" y="1296004"/>
                </a:lnTo>
                <a:lnTo>
                  <a:pt x="841633" y="1295520"/>
                </a:lnTo>
                <a:lnTo>
                  <a:pt x="841777" y="1295046"/>
                </a:lnTo>
                <a:lnTo>
                  <a:pt x="841939" y="1294583"/>
                </a:lnTo>
                <a:lnTo>
                  <a:pt x="842118" y="1294130"/>
                </a:lnTo>
                <a:lnTo>
                  <a:pt x="842314" y="1293688"/>
                </a:lnTo>
                <a:lnTo>
                  <a:pt x="842527" y="1293257"/>
                </a:lnTo>
                <a:lnTo>
                  <a:pt x="842756" y="1292836"/>
                </a:lnTo>
                <a:lnTo>
                  <a:pt x="843003" y="1292426"/>
                </a:lnTo>
                <a:lnTo>
                  <a:pt x="843267" y="1292026"/>
                </a:lnTo>
                <a:lnTo>
                  <a:pt x="843548" y="1291637"/>
                </a:lnTo>
                <a:lnTo>
                  <a:pt x="843846" y="1291258"/>
                </a:lnTo>
                <a:lnTo>
                  <a:pt x="844161" y="1290890"/>
                </a:lnTo>
                <a:lnTo>
                  <a:pt x="844493" y="1290532"/>
                </a:lnTo>
                <a:lnTo>
                  <a:pt x="844842" y="1290186"/>
                </a:lnTo>
                <a:lnTo>
                  <a:pt x="845208" y="1289849"/>
                </a:lnTo>
                <a:lnTo>
                  <a:pt x="845591" y="1289523"/>
                </a:lnTo>
                <a:lnTo>
                  <a:pt x="845991" y="1289208"/>
                </a:lnTo>
                <a:lnTo>
                  <a:pt x="846406" y="1288905"/>
                </a:lnTo>
                <a:lnTo>
                  <a:pt x="846836" y="1288614"/>
                </a:lnTo>
                <a:lnTo>
                  <a:pt x="847280" y="1288336"/>
                </a:lnTo>
                <a:lnTo>
                  <a:pt x="847738" y="1288072"/>
                </a:lnTo>
                <a:lnTo>
                  <a:pt x="848210" y="1287820"/>
                </a:lnTo>
                <a:lnTo>
                  <a:pt x="848696" y="1287581"/>
                </a:lnTo>
                <a:lnTo>
                  <a:pt x="849196" y="1287355"/>
                </a:lnTo>
                <a:lnTo>
                  <a:pt x="849710" y="1287142"/>
                </a:lnTo>
                <a:lnTo>
                  <a:pt x="850239" y="1286942"/>
                </a:lnTo>
                <a:lnTo>
                  <a:pt x="850781" y="1286754"/>
                </a:lnTo>
                <a:lnTo>
                  <a:pt x="851338" y="1286580"/>
                </a:lnTo>
                <a:lnTo>
                  <a:pt x="851908" y="1286419"/>
                </a:lnTo>
                <a:lnTo>
                  <a:pt x="852493" y="1286270"/>
                </a:lnTo>
                <a:lnTo>
                  <a:pt x="853092" y="1286134"/>
                </a:lnTo>
                <a:lnTo>
                  <a:pt x="853704" y="1286012"/>
                </a:lnTo>
                <a:lnTo>
                  <a:pt x="854331" y="1285902"/>
                </a:lnTo>
                <a:lnTo>
                  <a:pt x="854972" y="1285805"/>
                </a:lnTo>
                <a:lnTo>
                  <a:pt x="855628" y="1285721"/>
                </a:lnTo>
                <a:lnTo>
                  <a:pt x="856297" y="1285650"/>
                </a:lnTo>
                <a:lnTo>
                  <a:pt x="856980" y="1285592"/>
                </a:lnTo>
                <a:lnTo>
                  <a:pt x="857678" y="1285547"/>
                </a:lnTo>
                <a:lnTo>
                  <a:pt x="858389" y="1285515"/>
                </a:lnTo>
                <a:lnTo>
                  <a:pt x="859115" y="1285495"/>
                </a:lnTo>
                <a:lnTo>
                  <a:pt x="859854" y="1285489"/>
                </a:lnTo>
                <a:lnTo>
                  <a:pt x="860661" y="1285495"/>
                </a:lnTo>
                <a:lnTo>
                  <a:pt x="861449" y="1285515"/>
                </a:lnTo>
                <a:lnTo>
                  <a:pt x="862216" y="1285547"/>
                </a:lnTo>
                <a:lnTo>
                  <a:pt x="862963" y="1285592"/>
                </a:lnTo>
                <a:lnTo>
                  <a:pt x="863691" y="1285650"/>
                </a:lnTo>
                <a:lnTo>
                  <a:pt x="864398" y="1285721"/>
                </a:lnTo>
                <a:lnTo>
                  <a:pt x="865085" y="1285805"/>
                </a:lnTo>
                <a:lnTo>
                  <a:pt x="865753" y="1285902"/>
                </a:lnTo>
                <a:lnTo>
                  <a:pt x="866400" y="1286012"/>
                </a:lnTo>
                <a:lnTo>
                  <a:pt x="867028" y="1286134"/>
                </a:lnTo>
                <a:lnTo>
                  <a:pt x="867635" y="1286270"/>
                </a:lnTo>
                <a:lnTo>
                  <a:pt x="868223" y="1286419"/>
                </a:lnTo>
                <a:lnTo>
                  <a:pt x="868791" y="1286580"/>
                </a:lnTo>
                <a:lnTo>
                  <a:pt x="869338" y="1286754"/>
                </a:lnTo>
                <a:lnTo>
                  <a:pt x="869866" y="1286942"/>
                </a:lnTo>
                <a:lnTo>
                  <a:pt x="870374" y="1287142"/>
                </a:lnTo>
                <a:lnTo>
                  <a:pt x="870862" y="1287355"/>
                </a:lnTo>
                <a:lnTo>
                  <a:pt x="871330" y="1287581"/>
                </a:lnTo>
                <a:lnTo>
                  <a:pt x="871778" y="1287820"/>
                </a:lnTo>
                <a:lnTo>
                  <a:pt x="872206" y="1288072"/>
                </a:lnTo>
                <a:lnTo>
                  <a:pt x="872614" y="1288336"/>
                </a:lnTo>
                <a:lnTo>
                  <a:pt x="873002" y="1288614"/>
                </a:lnTo>
                <a:lnTo>
                  <a:pt x="873370" y="1288905"/>
                </a:lnTo>
                <a:lnTo>
                  <a:pt x="873718" y="1289208"/>
                </a:lnTo>
                <a:lnTo>
                  <a:pt x="874063" y="1289526"/>
                </a:lnTo>
                <a:lnTo>
                  <a:pt x="874393" y="1289859"/>
                </a:lnTo>
                <a:lnTo>
                  <a:pt x="874708" y="1290207"/>
                </a:lnTo>
                <a:lnTo>
                  <a:pt x="875009" y="1290570"/>
                </a:lnTo>
                <a:lnTo>
                  <a:pt x="875295" y="1290949"/>
                </a:lnTo>
                <a:lnTo>
                  <a:pt x="875567" y="1291343"/>
                </a:lnTo>
                <a:lnTo>
                  <a:pt x="875824" y="1291752"/>
                </a:lnTo>
                <a:lnTo>
                  <a:pt x="876066" y="1292176"/>
                </a:lnTo>
                <a:lnTo>
                  <a:pt x="876293" y="1292616"/>
                </a:lnTo>
                <a:lnTo>
                  <a:pt x="876506" y="1293071"/>
                </a:lnTo>
                <a:lnTo>
                  <a:pt x="876704" y="1293541"/>
                </a:lnTo>
                <a:lnTo>
                  <a:pt x="876888" y="1294026"/>
                </a:lnTo>
                <a:lnTo>
                  <a:pt x="877057" y="1294527"/>
                </a:lnTo>
                <a:lnTo>
                  <a:pt x="877211" y="1295043"/>
                </a:lnTo>
                <a:lnTo>
                  <a:pt x="877350" y="1295574"/>
                </a:lnTo>
                <a:lnTo>
                  <a:pt x="877475" y="1296121"/>
                </a:lnTo>
                <a:lnTo>
                  <a:pt x="877585" y="1296683"/>
                </a:lnTo>
                <a:lnTo>
                  <a:pt x="877680" y="1297260"/>
                </a:lnTo>
                <a:lnTo>
                  <a:pt x="877761" y="1297852"/>
                </a:lnTo>
                <a:lnTo>
                  <a:pt x="877827" y="1298460"/>
                </a:lnTo>
                <a:lnTo>
                  <a:pt x="877878" y="1299083"/>
                </a:lnTo>
                <a:lnTo>
                  <a:pt x="877915" y="1299721"/>
                </a:lnTo>
                <a:lnTo>
                  <a:pt x="877937" y="1300374"/>
                </a:lnTo>
                <a:lnTo>
                  <a:pt x="877944" y="1301043"/>
                </a:lnTo>
                <a:lnTo>
                  <a:pt x="877944" y="1310511"/>
                </a:lnTo>
                <a:lnTo>
                  <a:pt x="876281" y="1310516"/>
                </a:lnTo>
                <a:lnTo>
                  <a:pt x="874645" y="1310531"/>
                </a:lnTo>
                <a:lnTo>
                  <a:pt x="873036" y="1310556"/>
                </a:lnTo>
                <a:lnTo>
                  <a:pt x="871454" y="1310591"/>
                </a:lnTo>
                <a:lnTo>
                  <a:pt x="869899" y="1310636"/>
                </a:lnTo>
                <a:lnTo>
                  <a:pt x="868371" y="1310690"/>
                </a:lnTo>
                <a:lnTo>
                  <a:pt x="866870" y="1310755"/>
                </a:lnTo>
                <a:lnTo>
                  <a:pt x="865396" y="1310830"/>
                </a:lnTo>
                <a:lnTo>
                  <a:pt x="863949" y="1310915"/>
                </a:lnTo>
                <a:lnTo>
                  <a:pt x="862529" y="1311010"/>
                </a:lnTo>
                <a:lnTo>
                  <a:pt x="861136" y="1311115"/>
                </a:lnTo>
                <a:lnTo>
                  <a:pt x="859770" y="1311229"/>
                </a:lnTo>
                <a:lnTo>
                  <a:pt x="858431" y="1311354"/>
                </a:lnTo>
                <a:lnTo>
                  <a:pt x="857119" y="1311489"/>
                </a:lnTo>
                <a:lnTo>
                  <a:pt x="855834" y="1311633"/>
                </a:lnTo>
                <a:lnTo>
                  <a:pt x="854576" y="1311788"/>
                </a:lnTo>
                <a:lnTo>
                  <a:pt x="853345" y="1311953"/>
                </a:lnTo>
                <a:lnTo>
                  <a:pt x="852141" y="1312127"/>
                </a:lnTo>
                <a:lnTo>
                  <a:pt x="850964" y="1312312"/>
                </a:lnTo>
                <a:lnTo>
                  <a:pt x="849814" y="1312507"/>
                </a:lnTo>
                <a:lnTo>
                  <a:pt x="848691" y="1312711"/>
                </a:lnTo>
                <a:lnTo>
                  <a:pt x="847595" y="1312926"/>
                </a:lnTo>
                <a:lnTo>
                  <a:pt x="846526" y="1313150"/>
                </a:lnTo>
                <a:lnTo>
                  <a:pt x="845484" y="1313385"/>
                </a:lnTo>
                <a:lnTo>
                  <a:pt x="844481" y="1313630"/>
                </a:lnTo>
                <a:lnTo>
                  <a:pt x="843501" y="1313887"/>
                </a:lnTo>
                <a:lnTo>
                  <a:pt x="842544" y="1314156"/>
                </a:lnTo>
                <a:lnTo>
                  <a:pt x="841609" y="1314437"/>
                </a:lnTo>
                <a:lnTo>
                  <a:pt x="840698" y="1314729"/>
                </a:lnTo>
                <a:lnTo>
                  <a:pt x="839809" y="1315033"/>
                </a:lnTo>
                <a:lnTo>
                  <a:pt x="838944" y="1315349"/>
                </a:lnTo>
                <a:lnTo>
                  <a:pt x="838101" y="1315677"/>
                </a:lnTo>
                <a:lnTo>
                  <a:pt x="837281" y="1316016"/>
                </a:lnTo>
                <a:lnTo>
                  <a:pt x="836484" y="1316367"/>
                </a:lnTo>
                <a:lnTo>
                  <a:pt x="835710" y="1316730"/>
                </a:lnTo>
                <a:lnTo>
                  <a:pt x="834959" y="1317104"/>
                </a:lnTo>
                <a:lnTo>
                  <a:pt x="834231" y="1317491"/>
                </a:lnTo>
                <a:lnTo>
                  <a:pt x="833526" y="1317889"/>
                </a:lnTo>
                <a:lnTo>
                  <a:pt x="832843" y="1318298"/>
                </a:lnTo>
                <a:lnTo>
                  <a:pt x="832184" y="1318720"/>
                </a:lnTo>
                <a:lnTo>
                  <a:pt x="831547" y="1319153"/>
                </a:lnTo>
                <a:lnTo>
                  <a:pt x="830933" y="1319598"/>
                </a:lnTo>
                <a:lnTo>
                  <a:pt x="830342" y="1320055"/>
                </a:lnTo>
                <a:lnTo>
                  <a:pt x="829774" y="1320523"/>
                </a:lnTo>
                <a:lnTo>
                  <a:pt x="829229" y="1321004"/>
                </a:lnTo>
                <a:lnTo>
                  <a:pt x="828707" y="1321495"/>
                </a:lnTo>
                <a:lnTo>
                  <a:pt x="828208" y="1321999"/>
                </a:lnTo>
                <a:lnTo>
                  <a:pt x="827732" y="1322515"/>
                </a:lnTo>
                <a:lnTo>
                  <a:pt x="827290" y="1323029"/>
                </a:lnTo>
                <a:lnTo>
                  <a:pt x="826867" y="1323557"/>
                </a:lnTo>
                <a:lnTo>
                  <a:pt x="826464" y="1324100"/>
                </a:lnTo>
                <a:lnTo>
                  <a:pt x="826078" y="1324656"/>
                </a:lnTo>
                <a:lnTo>
                  <a:pt x="825712" y="1325227"/>
                </a:lnTo>
                <a:lnTo>
                  <a:pt x="825365" y="1325811"/>
                </a:lnTo>
                <a:lnTo>
                  <a:pt x="825036" y="1326410"/>
                </a:lnTo>
                <a:lnTo>
                  <a:pt x="824726" y="1327023"/>
                </a:lnTo>
                <a:lnTo>
                  <a:pt x="824435" y="1327650"/>
                </a:lnTo>
                <a:lnTo>
                  <a:pt x="824162" y="1328291"/>
                </a:lnTo>
                <a:lnTo>
                  <a:pt x="823909" y="1328946"/>
                </a:lnTo>
                <a:lnTo>
                  <a:pt x="823674" y="1329615"/>
                </a:lnTo>
                <a:lnTo>
                  <a:pt x="823458" y="1330299"/>
                </a:lnTo>
                <a:lnTo>
                  <a:pt x="823261" y="1330996"/>
                </a:lnTo>
                <a:lnTo>
                  <a:pt x="823082" y="1331707"/>
                </a:lnTo>
                <a:lnTo>
                  <a:pt x="822923" y="1332433"/>
                </a:lnTo>
                <a:lnTo>
                  <a:pt x="822782" y="1333173"/>
                </a:lnTo>
                <a:lnTo>
                  <a:pt x="822660" y="1333926"/>
                </a:lnTo>
                <a:lnTo>
                  <a:pt x="822556" y="1334694"/>
                </a:lnTo>
                <a:lnTo>
                  <a:pt x="822472" y="1335476"/>
                </a:lnTo>
                <a:lnTo>
                  <a:pt x="822406" y="1336272"/>
                </a:lnTo>
                <a:lnTo>
                  <a:pt x="822359" y="1337082"/>
                </a:lnTo>
                <a:lnTo>
                  <a:pt x="822331" y="1337906"/>
                </a:lnTo>
                <a:lnTo>
                  <a:pt x="822321" y="1338745"/>
                </a:lnTo>
                <a:lnTo>
                  <a:pt x="822334" y="1339749"/>
                </a:lnTo>
                <a:lnTo>
                  <a:pt x="822371" y="1340732"/>
                </a:lnTo>
                <a:lnTo>
                  <a:pt x="822432" y="1341696"/>
                </a:lnTo>
                <a:lnTo>
                  <a:pt x="822519" y="1342638"/>
                </a:lnTo>
                <a:lnTo>
                  <a:pt x="822630" y="1343560"/>
                </a:lnTo>
                <a:lnTo>
                  <a:pt x="822765" y="1344461"/>
                </a:lnTo>
                <a:lnTo>
                  <a:pt x="822925" y="1345342"/>
                </a:lnTo>
                <a:lnTo>
                  <a:pt x="823110" y="1346203"/>
                </a:lnTo>
                <a:lnTo>
                  <a:pt x="823320" y="1347042"/>
                </a:lnTo>
                <a:lnTo>
                  <a:pt x="823554" y="1347862"/>
                </a:lnTo>
                <a:lnTo>
                  <a:pt x="823813" y="1348660"/>
                </a:lnTo>
                <a:lnTo>
                  <a:pt x="824097" y="1349438"/>
                </a:lnTo>
                <a:lnTo>
                  <a:pt x="824405" y="1350196"/>
                </a:lnTo>
                <a:lnTo>
                  <a:pt x="824738" y="1350933"/>
                </a:lnTo>
                <a:lnTo>
                  <a:pt x="825095" y="1351649"/>
                </a:lnTo>
                <a:lnTo>
                  <a:pt x="825477" y="1352345"/>
                </a:lnTo>
                <a:lnTo>
                  <a:pt x="825884" y="1353021"/>
                </a:lnTo>
                <a:lnTo>
                  <a:pt x="826316" y="1353676"/>
                </a:lnTo>
                <a:lnTo>
                  <a:pt x="826772" y="1354310"/>
                </a:lnTo>
                <a:lnTo>
                  <a:pt x="827253" y="1354924"/>
                </a:lnTo>
                <a:lnTo>
                  <a:pt x="827758" y="1355517"/>
                </a:lnTo>
                <a:lnTo>
                  <a:pt x="828288" y="1356090"/>
                </a:lnTo>
                <a:lnTo>
                  <a:pt x="828843" y="1356642"/>
                </a:lnTo>
                <a:lnTo>
                  <a:pt x="829422" y="1357173"/>
                </a:lnTo>
                <a:lnTo>
                  <a:pt x="830039" y="1357684"/>
                </a:lnTo>
                <a:lnTo>
                  <a:pt x="830676" y="1358172"/>
                </a:lnTo>
                <a:lnTo>
                  <a:pt x="831335" y="1358639"/>
                </a:lnTo>
                <a:lnTo>
                  <a:pt x="832015" y="1359085"/>
                </a:lnTo>
                <a:lnTo>
                  <a:pt x="832716" y="1359508"/>
                </a:lnTo>
                <a:lnTo>
                  <a:pt x="833438" y="1359910"/>
                </a:lnTo>
                <a:lnTo>
                  <a:pt x="834181" y="1360290"/>
                </a:lnTo>
                <a:lnTo>
                  <a:pt x="834945" y="1360648"/>
                </a:lnTo>
                <a:lnTo>
                  <a:pt x="835731" y="1360985"/>
                </a:lnTo>
                <a:lnTo>
                  <a:pt x="836537" y="1361300"/>
                </a:lnTo>
                <a:lnTo>
                  <a:pt x="837365" y="1361593"/>
                </a:lnTo>
                <a:lnTo>
                  <a:pt x="838214" y="1361865"/>
                </a:lnTo>
                <a:lnTo>
                  <a:pt x="839084" y="1362115"/>
                </a:lnTo>
                <a:lnTo>
                  <a:pt x="839975" y="1362343"/>
                </a:lnTo>
                <a:lnTo>
                  <a:pt x="840887" y="1362549"/>
                </a:lnTo>
                <a:lnTo>
                  <a:pt x="841821" y="1362734"/>
                </a:lnTo>
                <a:lnTo>
                  <a:pt x="842775" y="1362897"/>
                </a:lnTo>
                <a:lnTo>
                  <a:pt x="843751" y="1363038"/>
                </a:lnTo>
                <a:lnTo>
                  <a:pt x="844748" y="1363157"/>
                </a:lnTo>
                <a:lnTo>
                  <a:pt x="845765" y="1363255"/>
                </a:lnTo>
                <a:lnTo>
                  <a:pt x="846805" y="1363331"/>
                </a:lnTo>
                <a:lnTo>
                  <a:pt x="847865" y="1363385"/>
                </a:lnTo>
                <a:lnTo>
                  <a:pt x="848946" y="1363418"/>
                </a:lnTo>
                <a:lnTo>
                  <a:pt x="850049" y="1363429"/>
                </a:lnTo>
                <a:lnTo>
                  <a:pt x="850555" y="1363426"/>
                </a:lnTo>
                <a:lnTo>
                  <a:pt x="851059" y="1363419"/>
                </a:lnTo>
                <a:lnTo>
                  <a:pt x="851562" y="1363408"/>
                </a:lnTo>
                <a:lnTo>
                  <a:pt x="852063" y="1363391"/>
                </a:lnTo>
                <a:lnTo>
                  <a:pt x="852562" y="1363370"/>
                </a:lnTo>
                <a:lnTo>
                  <a:pt x="853060" y="1363344"/>
                </a:lnTo>
                <a:lnTo>
                  <a:pt x="853556" y="1363314"/>
                </a:lnTo>
                <a:lnTo>
                  <a:pt x="854050" y="1363278"/>
                </a:lnTo>
                <a:lnTo>
                  <a:pt x="854542" y="1363238"/>
                </a:lnTo>
                <a:lnTo>
                  <a:pt x="855032" y="1363194"/>
                </a:lnTo>
                <a:lnTo>
                  <a:pt x="855521" y="1363145"/>
                </a:lnTo>
                <a:lnTo>
                  <a:pt x="856008" y="1363091"/>
                </a:lnTo>
                <a:lnTo>
                  <a:pt x="856493" y="1363032"/>
                </a:lnTo>
                <a:lnTo>
                  <a:pt x="856977" y="1362968"/>
                </a:lnTo>
                <a:lnTo>
                  <a:pt x="857458" y="1362900"/>
                </a:lnTo>
                <a:lnTo>
                  <a:pt x="857938" y="1362828"/>
                </a:lnTo>
                <a:lnTo>
                  <a:pt x="858416" y="1362750"/>
                </a:lnTo>
                <a:lnTo>
                  <a:pt x="858893" y="1362668"/>
                </a:lnTo>
                <a:lnTo>
                  <a:pt x="859367" y="1362581"/>
                </a:lnTo>
                <a:lnTo>
                  <a:pt x="859840" y="1362489"/>
                </a:lnTo>
                <a:lnTo>
                  <a:pt x="860311" y="1362393"/>
                </a:lnTo>
                <a:lnTo>
                  <a:pt x="860781" y="1362292"/>
                </a:lnTo>
                <a:lnTo>
                  <a:pt x="861248" y="1362186"/>
                </a:lnTo>
                <a:lnTo>
                  <a:pt x="861714" y="1362076"/>
                </a:lnTo>
                <a:lnTo>
                  <a:pt x="862177" y="1361974"/>
                </a:lnTo>
                <a:lnTo>
                  <a:pt x="862637" y="1361866"/>
                </a:lnTo>
                <a:lnTo>
                  <a:pt x="863093" y="1361751"/>
                </a:lnTo>
                <a:lnTo>
                  <a:pt x="863546" y="1361630"/>
                </a:lnTo>
                <a:lnTo>
                  <a:pt x="863995" y="1361502"/>
                </a:lnTo>
                <a:lnTo>
                  <a:pt x="864440" y="1361368"/>
                </a:lnTo>
                <a:lnTo>
                  <a:pt x="864882" y="1361228"/>
                </a:lnTo>
                <a:lnTo>
                  <a:pt x="865321" y="1361080"/>
                </a:lnTo>
                <a:lnTo>
                  <a:pt x="865756" y="1360927"/>
                </a:lnTo>
                <a:lnTo>
                  <a:pt x="866187" y="1360767"/>
                </a:lnTo>
                <a:lnTo>
                  <a:pt x="866615" y="1360601"/>
                </a:lnTo>
                <a:lnTo>
                  <a:pt x="867040" y="1360428"/>
                </a:lnTo>
                <a:lnTo>
                  <a:pt x="867461" y="1360248"/>
                </a:lnTo>
                <a:lnTo>
                  <a:pt x="867878" y="1360063"/>
                </a:lnTo>
                <a:lnTo>
                  <a:pt x="868292" y="1359870"/>
                </a:lnTo>
                <a:lnTo>
                  <a:pt x="868702" y="1359672"/>
                </a:lnTo>
                <a:lnTo>
                  <a:pt x="869109" y="1359466"/>
                </a:lnTo>
                <a:lnTo>
                  <a:pt x="869512" y="1359255"/>
                </a:lnTo>
                <a:lnTo>
                  <a:pt x="869912" y="1359037"/>
                </a:lnTo>
                <a:lnTo>
                  <a:pt x="870308" y="1358812"/>
                </a:lnTo>
                <a:lnTo>
                  <a:pt x="870701" y="1358581"/>
                </a:lnTo>
                <a:lnTo>
                  <a:pt x="871090" y="1358344"/>
                </a:lnTo>
                <a:lnTo>
                  <a:pt x="871476" y="1358100"/>
                </a:lnTo>
                <a:lnTo>
                  <a:pt x="871858" y="1357849"/>
                </a:lnTo>
                <a:lnTo>
                  <a:pt x="872236" y="1357578"/>
                </a:lnTo>
                <a:lnTo>
                  <a:pt x="872607" y="1357300"/>
                </a:lnTo>
                <a:lnTo>
                  <a:pt x="872973" y="1357015"/>
                </a:lnTo>
                <a:lnTo>
                  <a:pt x="873333" y="1356722"/>
                </a:lnTo>
                <a:lnTo>
                  <a:pt x="873687" y="1356423"/>
                </a:lnTo>
                <a:lnTo>
                  <a:pt x="874035" y="1356116"/>
                </a:lnTo>
                <a:lnTo>
                  <a:pt x="874377" y="1355803"/>
                </a:lnTo>
                <a:lnTo>
                  <a:pt x="874713" y="1355482"/>
                </a:lnTo>
                <a:lnTo>
                  <a:pt x="875044" y="1355155"/>
                </a:lnTo>
                <a:lnTo>
                  <a:pt x="875369" y="1354820"/>
                </a:lnTo>
                <a:lnTo>
                  <a:pt x="875687" y="1354479"/>
                </a:lnTo>
                <a:lnTo>
                  <a:pt x="876000" y="1354130"/>
                </a:lnTo>
                <a:lnTo>
                  <a:pt x="876307" y="1353774"/>
                </a:lnTo>
                <a:lnTo>
                  <a:pt x="876608" y="1353411"/>
                </a:lnTo>
                <a:lnTo>
                  <a:pt x="876904" y="1353042"/>
                </a:lnTo>
                <a:lnTo>
                  <a:pt x="877193" y="1352665"/>
                </a:lnTo>
                <a:lnTo>
                  <a:pt x="877477" y="1352281"/>
                </a:lnTo>
                <a:lnTo>
                  <a:pt x="877754" y="1351890"/>
                </a:lnTo>
                <a:lnTo>
                  <a:pt x="878026" y="1351492"/>
                </a:lnTo>
                <a:lnTo>
                  <a:pt x="878292" y="1351087"/>
                </a:lnTo>
                <a:lnTo>
                  <a:pt x="878552" y="1350675"/>
                </a:lnTo>
                <a:lnTo>
                  <a:pt x="878806" y="1350256"/>
                </a:lnTo>
                <a:lnTo>
                  <a:pt x="879055" y="1349829"/>
                </a:lnTo>
                <a:lnTo>
                  <a:pt x="879297" y="1349396"/>
                </a:lnTo>
                <a:lnTo>
                  <a:pt x="879341" y="1349843"/>
                </a:lnTo>
                <a:lnTo>
                  <a:pt x="879389" y="1350281"/>
                </a:lnTo>
                <a:lnTo>
                  <a:pt x="879440" y="1350712"/>
                </a:lnTo>
                <a:lnTo>
                  <a:pt x="879494" y="1351134"/>
                </a:lnTo>
                <a:lnTo>
                  <a:pt x="879552" y="1351548"/>
                </a:lnTo>
                <a:lnTo>
                  <a:pt x="879614" y="1351953"/>
                </a:lnTo>
                <a:lnTo>
                  <a:pt x="879679" y="1352351"/>
                </a:lnTo>
                <a:lnTo>
                  <a:pt x="879748" y="1352740"/>
                </a:lnTo>
                <a:lnTo>
                  <a:pt x="879820" y="1353121"/>
                </a:lnTo>
                <a:lnTo>
                  <a:pt x="879896" y="1353494"/>
                </a:lnTo>
                <a:lnTo>
                  <a:pt x="879975" y="1353858"/>
                </a:lnTo>
                <a:lnTo>
                  <a:pt x="880058" y="1354214"/>
                </a:lnTo>
                <a:lnTo>
                  <a:pt x="880144" y="1354563"/>
                </a:lnTo>
                <a:lnTo>
                  <a:pt x="880234" y="1354902"/>
                </a:lnTo>
                <a:lnTo>
                  <a:pt x="880327" y="1355234"/>
                </a:lnTo>
                <a:lnTo>
                  <a:pt x="880424" y="1355558"/>
                </a:lnTo>
                <a:lnTo>
                  <a:pt x="880525" y="1355873"/>
                </a:lnTo>
                <a:lnTo>
                  <a:pt x="880629" y="1356180"/>
                </a:lnTo>
                <a:lnTo>
                  <a:pt x="880736" y="1356479"/>
                </a:lnTo>
                <a:lnTo>
                  <a:pt x="880847" y="1356769"/>
                </a:lnTo>
                <a:lnTo>
                  <a:pt x="880961" y="1357052"/>
                </a:lnTo>
                <a:lnTo>
                  <a:pt x="881079" y="1357326"/>
                </a:lnTo>
                <a:lnTo>
                  <a:pt x="881201" y="1357592"/>
                </a:lnTo>
                <a:lnTo>
                  <a:pt x="881326" y="1357849"/>
                </a:lnTo>
                <a:lnTo>
                  <a:pt x="881456" y="1358100"/>
                </a:lnTo>
                <a:lnTo>
                  <a:pt x="881591" y="1358344"/>
                </a:lnTo>
                <a:lnTo>
                  <a:pt x="881733" y="1358581"/>
                </a:lnTo>
                <a:lnTo>
                  <a:pt x="881880" y="1358812"/>
                </a:lnTo>
                <a:lnTo>
                  <a:pt x="882033" y="1359037"/>
                </a:lnTo>
                <a:lnTo>
                  <a:pt x="882192" y="1359255"/>
                </a:lnTo>
                <a:lnTo>
                  <a:pt x="882357" y="1359466"/>
                </a:lnTo>
                <a:lnTo>
                  <a:pt x="882528" y="1359672"/>
                </a:lnTo>
                <a:lnTo>
                  <a:pt x="882705" y="1359870"/>
                </a:lnTo>
                <a:lnTo>
                  <a:pt x="882887" y="1360063"/>
                </a:lnTo>
                <a:lnTo>
                  <a:pt x="883076" y="1360248"/>
                </a:lnTo>
                <a:lnTo>
                  <a:pt x="883270" y="1360428"/>
                </a:lnTo>
                <a:lnTo>
                  <a:pt x="883470" y="1360601"/>
                </a:lnTo>
                <a:lnTo>
                  <a:pt x="883676" y="1360767"/>
                </a:lnTo>
                <a:lnTo>
                  <a:pt x="883888" y="1360927"/>
                </a:lnTo>
                <a:lnTo>
                  <a:pt x="884106" y="1361080"/>
                </a:lnTo>
                <a:lnTo>
                  <a:pt x="884330" y="1361228"/>
                </a:lnTo>
                <a:lnTo>
                  <a:pt x="884559" y="1361368"/>
                </a:lnTo>
                <a:lnTo>
                  <a:pt x="884795" y="1361502"/>
                </a:lnTo>
                <a:lnTo>
                  <a:pt x="885036" y="1361630"/>
                </a:lnTo>
                <a:lnTo>
                  <a:pt x="885283" y="1361751"/>
                </a:lnTo>
                <a:lnTo>
                  <a:pt x="885536" y="1361866"/>
                </a:lnTo>
                <a:lnTo>
                  <a:pt x="885795" y="1361974"/>
                </a:lnTo>
                <a:lnTo>
                  <a:pt x="886060" y="1362076"/>
                </a:lnTo>
                <a:lnTo>
                  <a:pt x="886331" y="1362186"/>
                </a:lnTo>
                <a:lnTo>
                  <a:pt x="886608" y="1362292"/>
                </a:lnTo>
                <a:lnTo>
                  <a:pt x="886892" y="1362393"/>
                </a:lnTo>
                <a:lnTo>
                  <a:pt x="887182" y="1362489"/>
                </a:lnTo>
                <a:lnTo>
                  <a:pt x="887479" y="1362581"/>
                </a:lnTo>
                <a:lnTo>
                  <a:pt x="887782" y="1362668"/>
                </a:lnTo>
                <a:lnTo>
                  <a:pt x="888092" y="1362750"/>
                </a:lnTo>
                <a:lnTo>
                  <a:pt x="888408" y="1362828"/>
                </a:lnTo>
                <a:lnTo>
                  <a:pt x="888731" y="1362900"/>
                </a:lnTo>
                <a:lnTo>
                  <a:pt x="889060" y="1362968"/>
                </a:lnTo>
                <a:lnTo>
                  <a:pt x="889395" y="1363032"/>
                </a:lnTo>
                <a:lnTo>
                  <a:pt x="889737" y="1363091"/>
                </a:lnTo>
                <a:lnTo>
                  <a:pt x="890085" y="1363145"/>
                </a:lnTo>
                <a:lnTo>
                  <a:pt x="890440" y="1363194"/>
                </a:lnTo>
                <a:lnTo>
                  <a:pt x="890802" y="1363238"/>
                </a:lnTo>
                <a:lnTo>
                  <a:pt x="891169" y="1363278"/>
                </a:lnTo>
                <a:lnTo>
                  <a:pt x="891544" y="1363314"/>
                </a:lnTo>
                <a:lnTo>
                  <a:pt x="891924" y="1363344"/>
                </a:lnTo>
                <a:lnTo>
                  <a:pt x="892311" y="1363370"/>
                </a:lnTo>
                <a:lnTo>
                  <a:pt x="892705" y="1363391"/>
                </a:lnTo>
                <a:lnTo>
                  <a:pt x="893105" y="1363408"/>
                </a:lnTo>
                <a:lnTo>
                  <a:pt x="893512" y="1363419"/>
                </a:lnTo>
                <a:lnTo>
                  <a:pt x="893925" y="1363426"/>
                </a:lnTo>
                <a:lnTo>
                  <a:pt x="894344" y="1363429"/>
                </a:lnTo>
                <a:lnTo>
                  <a:pt x="894639" y="1363427"/>
                </a:lnTo>
                <a:lnTo>
                  <a:pt x="894934" y="1363423"/>
                </a:lnTo>
                <a:lnTo>
                  <a:pt x="895226" y="1363415"/>
                </a:lnTo>
                <a:lnTo>
                  <a:pt x="895518" y="1363405"/>
                </a:lnTo>
                <a:lnTo>
                  <a:pt x="895809" y="1363392"/>
                </a:lnTo>
                <a:lnTo>
                  <a:pt x="896098" y="1363376"/>
                </a:lnTo>
                <a:lnTo>
                  <a:pt x="896386" y="1363357"/>
                </a:lnTo>
                <a:lnTo>
                  <a:pt x="896674" y="1363335"/>
                </a:lnTo>
                <a:lnTo>
                  <a:pt x="896959" y="1363310"/>
                </a:lnTo>
                <a:lnTo>
                  <a:pt x="897244" y="1363282"/>
                </a:lnTo>
                <a:lnTo>
                  <a:pt x="897528" y="1363251"/>
                </a:lnTo>
                <a:lnTo>
                  <a:pt x="897810" y="1363217"/>
                </a:lnTo>
                <a:lnTo>
                  <a:pt x="898091" y="1363181"/>
                </a:lnTo>
                <a:lnTo>
                  <a:pt x="898371" y="1363141"/>
                </a:lnTo>
                <a:lnTo>
                  <a:pt x="898650" y="1363098"/>
                </a:lnTo>
                <a:lnTo>
                  <a:pt x="898928" y="1363053"/>
                </a:lnTo>
                <a:lnTo>
                  <a:pt x="899204" y="1363004"/>
                </a:lnTo>
                <a:lnTo>
                  <a:pt x="899479" y="1362953"/>
                </a:lnTo>
                <a:lnTo>
                  <a:pt x="899754" y="1362899"/>
                </a:lnTo>
                <a:lnTo>
                  <a:pt x="900027" y="1362842"/>
                </a:lnTo>
                <a:lnTo>
                  <a:pt x="900298" y="1362781"/>
                </a:lnTo>
                <a:lnTo>
                  <a:pt x="900569" y="1362718"/>
                </a:lnTo>
                <a:lnTo>
                  <a:pt x="900838" y="1362652"/>
                </a:lnTo>
                <a:lnTo>
                  <a:pt x="901107" y="1362583"/>
                </a:lnTo>
                <a:lnTo>
                  <a:pt x="901373" y="1362512"/>
                </a:lnTo>
                <a:lnTo>
                  <a:pt x="901635" y="1362438"/>
                </a:lnTo>
                <a:lnTo>
                  <a:pt x="901894" y="1362361"/>
                </a:lnTo>
                <a:lnTo>
                  <a:pt x="902149" y="1362283"/>
                </a:lnTo>
                <a:lnTo>
                  <a:pt x="902401" y="1362202"/>
                </a:lnTo>
                <a:lnTo>
                  <a:pt x="902649" y="1362118"/>
                </a:lnTo>
                <a:lnTo>
                  <a:pt x="902894" y="1362033"/>
                </a:lnTo>
                <a:lnTo>
                  <a:pt x="903136" y="1361945"/>
                </a:lnTo>
                <a:lnTo>
                  <a:pt x="903373" y="1361854"/>
                </a:lnTo>
                <a:lnTo>
                  <a:pt x="903608" y="1361761"/>
                </a:lnTo>
                <a:lnTo>
                  <a:pt x="903838" y="1361666"/>
                </a:lnTo>
                <a:lnTo>
                  <a:pt x="904065" y="1361569"/>
                </a:lnTo>
                <a:lnTo>
                  <a:pt x="904289" y="1361469"/>
                </a:lnTo>
                <a:lnTo>
                  <a:pt x="904509" y="1361367"/>
                </a:lnTo>
                <a:lnTo>
                  <a:pt x="904726" y="1361263"/>
                </a:lnTo>
                <a:lnTo>
                  <a:pt x="904939" y="1361156"/>
                </a:lnTo>
                <a:lnTo>
                  <a:pt x="905149" y="1361046"/>
                </a:lnTo>
                <a:lnTo>
                  <a:pt x="905355" y="1360935"/>
                </a:lnTo>
                <a:lnTo>
                  <a:pt x="905557" y="1360821"/>
                </a:lnTo>
                <a:lnTo>
                  <a:pt x="905756" y="1360705"/>
                </a:lnTo>
                <a:lnTo>
                  <a:pt x="905952" y="1360586"/>
                </a:lnTo>
                <a:lnTo>
                  <a:pt x="906144" y="1360465"/>
                </a:lnTo>
                <a:lnTo>
                  <a:pt x="906332" y="1360342"/>
                </a:lnTo>
                <a:lnTo>
                  <a:pt x="906517" y="1360216"/>
                </a:lnTo>
                <a:lnTo>
                  <a:pt x="906517" y="1349227"/>
                </a:lnTo>
                <a:lnTo>
                  <a:pt x="906276" y="1349393"/>
                </a:lnTo>
                <a:lnTo>
                  <a:pt x="906031" y="1349551"/>
                </a:lnTo>
                <a:lnTo>
                  <a:pt x="905782" y="1349702"/>
                </a:lnTo>
                <a:lnTo>
                  <a:pt x="905531" y="1349847"/>
                </a:lnTo>
                <a:lnTo>
                  <a:pt x="905275" y="1349984"/>
                </a:lnTo>
                <a:lnTo>
                  <a:pt x="905016" y="1350115"/>
                </a:lnTo>
                <a:lnTo>
                  <a:pt x="904754" y="1350238"/>
                </a:lnTo>
                <a:lnTo>
                  <a:pt x="904488" y="1350354"/>
                </a:lnTo>
                <a:lnTo>
                  <a:pt x="904219" y="1350463"/>
                </a:lnTo>
                <a:lnTo>
                  <a:pt x="903946" y="1350565"/>
                </a:lnTo>
                <a:lnTo>
                  <a:pt x="903669" y="1350661"/>
                </a:lnTo>
                <a:lnTo>
                  <a:pt x="903389" y="1350749"/>
                </a:lnTo>
                <a:lnTo>
                  <a:pt x="903106" y="1350830"/>
                </a:lnTo>
                <a:lnTo>
                  <a:pt x="902819" y="1350904"/>
                </a:lnTo>
                <a:lnTo>
                  <a:pt x="902528" y="1350970"/>
                </a:lnTo>
                <a:lnTo>
                  <a:pt x="902234" y="1351030"/>
                </a:lnTo>
                <a:lnTo>
                  <a:pt x="901936" y="1351083"/>
                </a:lnTo>
                <a:lnTo>
                  <a:pt x="901635" y="1351129"/>
                </a:lnTo>
                <a:lnTo>
                  <a:pt x="901330" y="1351168"/>
                </a:lnTo>
                <a:lnTo>
                  <a:pt x="901022" y="1351199"/>
                </a:lnTo>
                <a:lnTo>
                  <a:pt x="900711" y="1351224"/>
                </a:lnTo>
                <a:lnTo>
                  <a:pt x="900395" y="1351242"/>
                </a:lnTo>
                <a:lnTo>
                  <a:pt x="900077" y="1351252"/>
                </a:lnTo>
                <a:lnTo>
                  <a:pt x="899754" y="1351256"/>
                </a:lnTo>
                <a:lnTo>
                  <a:pt x="899573" y="1351254"/>
                </a:lnTo>
                <a:lnTo>
                  <a:pt x="899394" y="1351248"/>
                </a:lnTo>
                <a:lnTo>
                  <a:pt x="899218" y="1351237"/>
                </a:lnTo>
                <a:lnTo>
                  <a:pt x="899045" y="1351223"/>
                </a:lnTo>
                <a:lnTo>
                  <a:pt x="898875" y="1351204"/>
                </a:lnTo>
                <a:lnTo>
                  <a:pt x="898708" y="1351182"/>
                </a:lnTo>
                <a:lnTo>
                  <a:pt x="898544" y="1351155"/>
                </a:lnTo>
                <a:lnTo>
                  <a:pt x="898383" y="1351124"/>
                </a:lnTo>
                <a:lnTo>
                  <a:pt x="898225" y="1351089"/>
                </a:lnTo>
                <a:lnTo>
                  <a:pt x="898069" y="1351050"/>
                </a:lnTo>
                <a:lnTo>
                  <a:pt x="897917" y="1351007"/>
                </a:lnTo>
                <a:lnTo>
                  <a:pt x="897768" y="1350960"/>
                </a:lnTo>
                <a:lnTo>
                  <a:pt x="897621" y="1350908"/>
                </a:lnTo>
                <a:lnTo>
                  <a:pt x="897478" y="1350853"/>
                </a:lnTo>
                <a:lnTo>
                  <a:pt x="897337" y="1350793"/>
                </a:lnTo>
                <a:lnTo>
                  <a:pt x="897199" y="1350730"/>
                </a:lnTo>
                <a:lnTo>
                  <a:pt x="897065" y="1350662"/>
                </a:lnTo>
                <a:lnTo>
                  <a:pt x="896933" y="1350590"/>
                </a:lnTo>
                <a:lnTo>
                  <a:pt x="896804" y="1350514"/>
                </a:lnTo>
                <a:lnTo>
                  <a:pt x="896678" y="1350434"/>
                </a:lnTo>
                <a:lnTo>
                  <a:pt x="896555" y="1350350"/>
                </a:lnTo>
                <a:lnTo>
                  <a:pt x="896435" y="1350261"/>
                </a:lnTo>
                <a:lnTo>
                  <a:pt x="896318" y="1350169"/>
                </a:lnTo>
                <a:lnTo>
                  <a:pt x="896204" y="1350072"/>
                </a:lnTo>
                <a:lnTo>
                  <a:pt x="896094" y="1349971"/>
                </a:lnTo>
                <a:lnTo>
                  <a:pt x="895988" y="1349865"/>
                </a:lnTo>
                <a:lnTo>
                  <a:pt x="895887" y="1349753"/>
                </a:lnTo>
                <a:lnTo>
                  <a:pt x="895791" y="1349636"/>
                </a:lnTo>
                <a:lnTo>
                  <a:pt x="895699" y="1349513"/>
                </a:lnTo>
                <a:lnTo>
                  <a:pt x="895612" y="1349386"/>
                </a:lnTo>
                <a:lnTo>
                  <a:pt x="895530" y="1349253"/>
                </a:lnTo>
                <a:lnTo>
                  <a:pt x="895452" y="1349114"/>
                </a:lnTo>
                <a:lnTo>
                  <a:pt x="895380" y="1348971"/>
                </a:lnTo>
                <a:lnTo>
                  <a:pt x="895312" y="1348822"/>
                </a:lnTo>
                <a:lnTo>
                  <a:pt x="895248" y="1348668"/>
                </a:lnTo>
                <a:lnTo>
                  <a:pt x="895189" y="1348509"/>
                </a:lnTo>
                <a:lnTo>
                  <a:pt x="895135" y="1348344"/>
                </a:lnTo>
                <a:lnTo>
                  <a:pt x="895086" y="1348174"/>
                </a:lnTo>
                <a:lnTo>
                  <a:pt x="895041" y="1347999"/>
                </a:lnTo>
                <a:lnTo>
                  <a:pt x="895002" y="1347818"/>
                </a:lnTo>
                <a:lnTo>
                  <a:pt x="894966" y="1347632"/>
                </a:lnTo>
                <a:lnTo>
                  <a:pt x="894936" y="1347441"/>
                </a:lnTo>
                <a:lnTo>
                  <a:pt x="894910" y="1347245"/>
                </a:lnTo>
                <a:lnTo>
                  <a:pt x="894889" y="1347043"/>
                </a:lnTo>
                <a:lnTo>
                  <a:pt x="894872" y="1346836"/>
                </a:lnTo>
                <a:lnTo>
                  <a:pt x="894861" y="1346624"/>
                </a:lnTo>
                <a:lnTo>
                  <a:pt x="894854" y="1346407"/>
                </a:lnTo>
                <a:lnTo>
                  <a:pt x="894851" y="1346184"/>
                </a:lnTo>
                <a:lnTo>
                  <a:pt x="894851" y="1300367"/>
                </a:lnTo>
                <a:lnTo>
                  <a:pt x="894836" y="1299252"/>
                </a:lnTo>
                <a:lnTo>
                  <a:pt x="894790" y="1298160"/>
                </a:lnTo>
                <a:lnTo>
                  <a:pt x="894714" y="1297094"/>
                </a:lnTo>
                <a:lnTo>
                  <a:pt x="894607" y="1296051"/>
                </a:lnTo>
                <a:lnTo>
                  <a:pt x="894470" y="1295032"/>
                </a:lnTo>
                <a:lnTo>
                  <a:pt x="894302" y="1294037"/>
                </a:lnTo>
                <a:lnTo>
                  <a:pt x="894103" y="1293066"/>
                </a:lnTo>
                <a:lnTo>
                  <a:pt x="893874" y="1292120"/>
                </a:lnTo>
                <a:lnTo>
                  <a:pt x="893615" y="1291197"/>
                </a:lnTo>
                <a:lnTo>
                  <a:pt x="893325" y="1290299"/>
                </a:lnTo>
                <a:lnTo>
                  <a:pt x="893004" y="1289424"/>
                </a:lnTo>
                <a:lnTo>
                  <a:pt x="892653" y="1288574"/>
                </a:lnTo>
                <a:lnTo>
                  <a:pt x="892272" y="1287748"/>
                </a:lnTo>
                <a:lnTo>
                  <a:pt x="891860" y="1286946"/>
                </a:lnTo>
                <a:lnTo>
                  <a:pt x="891417" y="1286168"/>
                </a:lnTo>
                <a:lnTo>
                  <a:pt x="890944" y="1285414"/>
                </a:lnTo>
                <a:lnTo>
                  <a:pt x="890440" y="1284684"/>
                </a:lnTo>
                <a:lnTo>
                  <a:pt x="889906" y="1283978"/>
                </a:lnTo>
                <a:lnTo>
                  <a:pt x="889341" y="1283296"/>
                </a:lnTo>
                <a:lnTo>
                  <a:pt x="888746" y="1282638"/>
                </a:lnTo>
                <a:lnTo>
                  <a:pt x="888120" y="1282004"/>
                </a:lnTo>
                <a:lnTo>
                  <a:pt x="887464" y="1281395"/>
                </a:lnTo>
                <a:lnTo>
                  <a:pt x="886777" y="1280809"/>
                </a:lnTo>
                <a:lnTo>
                  <a:pt x="886060" y="1280248"/>
                </a:lnTo>
                <a:lnTo>
                  <a:pt x="885327" y="1279710"/>
                </a:lnTo>
                <a:lnTo>
                  <a:pt x="884564" y="1279195"/>
                </a:lnTo>
                <a:lnTo>
                  <a:pt x="883772" y="1278702"/>
                </a:lnTo>
                <a:lnTo>
                  <a:pt x="882951" y="1278233"/>
                </a:lnTo>
                <a:lnTo>
                  <a:pt x="882100" y="1277787"/>
                </a:lnTo>
                <a:lnTo>
                  <a:pt x="881220" y="1277363"/>
                </a:lnTo>
                <a:lnTo>
                  <a:pt x="880311" y="1276962"/>
                </a:lnTo>
                <a:lnTo>
                  <a:pt x="879372" y="1276585"/>
                </a:lnTo>
                <a:lnTo>
                  <a:pt x="878404" y="1276230"/>
                </a:lnTo>
                <a:lnTo>
                  <a:pt x="877407" y="1275898"/>
                </a:lnTo>
                <a:lnTo>
                  <a:pt x="876380" y="1275589"/>
                </a:lnTo>
                <a:lnTo>
                  <a:pt x="875324" y="1275303"/>
                </a:lnTo>
                <a:lnTo>
                  <a:pt x="874239" y="1275039"/>
                </a:lnTo>
                <a:lnTo>
                  <a:pt x="873124" y="1274799"/>
                </a:lnTo>
                <a:lnTo>
                  <a:pt x="871980" y="1274581"/>
                </a:lnTo>
                <a:lnTo>
                  <a:pt x="870806" y="1274387"/>
                </a:lnTo>
                <a:lnTo>
                  <a:pt x="869603" y="1274215"/>
                </a:lnTo>
                <a:lnTo>
                  <a:pt x="868371" y="1274066"/>
                </a:lnTo>
                <a:lnTo>
                  <a:pt x="867110" y="1273940"/>
                </a:lnTo>
                <a:lnTo>
                  <a:pt x="865819" y="1273837"/>
                </a:lnTo>
                <a:lnTo>
                  <a:pt x="864498" y="1273757"/>
                </a:lnTo>
                <a:lnTo>
                  <a:pt x="863149" y="1273700"/>
                </a:lnTo>
                <a:lnTo>
                  <a:pt x="861770" y="1273666"/>
                </a:lnTo>
                <a:lnTo>
                  <a:pt x="860362" y="1273654"/>
                </a:lnTo>
                <a:lnTo>
                  <a:pt x="859034" y="1273666"/>
                </a:lnTo>
                <a:lnTo>
                  <a:pt x="857729" y="1273700"/>
                </a:lnTo>
                <a:lnTo>
                  <a:pt x="856447" y="1273757"/>
                </a:lnTo>
                <a:lnTo>
                  <a:pt x="855186" y="1273837"/>
                </a:lnTo>
                <a:lnTo>
                  <a:pt x="853948" y="1273940"/>
                </a:lnTo>
                <a:lnTo>
                  <a:pt x="852732" y="1274066"/>
                </a:lnTo>
                <a:lnTo>
                  <a:pt x="851539" y="1274215"/>
                </a:lnTo>
                <a:lnTo>
                  <a:pt x="850368" y="1274387"/>
                </a:lnTo>
                <a:lnTo>
                  <a:pt x="849219" y="1274581"/>
                </a:lnTo>
                <a:lnTo>
                  <a:pt x="848093" y="1274799"/>
                </a:lnTo>
                <a:lnTo>
                  <a:pt x="846988" y="1275039"/>
                </a:lnTo>
                <a:lnTo>
                  <a:pt x="845906" y="1275303"/>
                </a:lnTo>
                <a:lnTo>
                  <a:pt x="844847" y="1275589"/>
                </a:lnTo>
                <a:lnTo>
                  <a:pt x="843809" y="1275898"/>
                </a:lnTo>
                <a:lnTo>
                  <a:pt x="842794" y="1276230"/>
                </a:lnTo>
                <a:lnTo>
                  <a:pt x="841802" y="1276585"/>
                </a:lnTo>
                <a:lnTo>
                  <a:pt x="840831" y="1276962"/>
                </a:lnTo>
                <a:lnTo>
                  <a:pt x="839883" y="1277363"/>
                </a:lnTo>
                <a:lnTo>
                  <a:pt x="838958" y="1277787"/>
                </a:lnTo>
                <a:lnTo>
                  <a:pt x="838054" y="1278233"/>
                </a:lnTo>
                <a:lnTo>
                  <a:pt x="837173" y="1278702"/>
                </a:lnTo>
                <a:lnTo>
                  <a:pt x="836314" y="1279195"/>
                </a:lnTo>
                <a:lnTo>
                  <a:pt x="835478" y="1279710"/>
                </a:lnTo>
                <a:lnTo>
                  <a:pt x="834663" y="1280248"/>
                </a:lnTo>
                <a:lnTo>
                  <a:pt x="833891" y="1280805"/>
                </a:lnTo>
                <a:lnTo>
                  <a:pt x="833151" y="1281378"/>
                </a:lnTo>
                <a:lnTo>
                  <a:pt x="832444" y="1281967"/>
                </a:lnTo>
                <a:lnTo>
                  <a:pt x="831770" y="1282572"/>
                </a:lnTo>
                <a:lnTo>
                  <a:pt x="831129" y="1283193"/>
                </a:lnTo>
                <a:lnTo>
                  <a:pt x="830521" y="1283830"/>
                </a:lnTo>
                <a:lnTo>
                  <a:pt x="829946" y="1284482"/>
                </a:lnTo>
                <a:lnTo>
                  <a:pt x="829404" y="1285151"/>
                </a:lnTo>
                <a:lnTo>
                  <a:pt x="828894" y="1285835"/>
                </a:lnTo>
                <a:lnTo>
                  <a:pt x="828417" y="1286535"/>
                </a:lnTo>
                <a:lnTo>
                  <a:pt x="827973" y="1287251"/>
                </a:lnTo>
                <a:lnTo>
                  <a:pt x="827563" y="1287982"/>
                </a:lnTo>
                <a:lnTo>
                  <a:pt x="827184" y="1288730"/>
                </a:lnTo>
                <a:lnTo>
                  <a:pt x="826839" y="1289494"/>
                </a:lnTo>
                <a:lnTo>
                  <a:pt x="826527" y="1290273"/>
                </a:lnTo>
                <a:lnTo>
                  <a:pt x="826248" y="1291068"/>
                </a:lnTo>
                <a:lnTo>
                  <a:pt x="826001" y="1291879"/>
                </a:lnTo>
                <a:lnTo>
                  <a:pt x="825787" y="1292706"/>
                </a:lnTo>
                <a:lnTo>
                  <a:pt x="825606" y="1293549"/>
                </a:lnTo>
                <a:lnTo>
                  <a:pt x="825459" y="1294407"/>
                </a:lnTo>
                <a:lnTo>
                  <a:pt x="825343" y="1295281"/>
                </a:lnTo>
                <a:lnTo>
                  <a:pt x="825261" y="1296172"/>
                </a:lnTo>
                <a:lnTo>
                  <a:pt x="825212" y="1297078"/>
                </a:lnTo>
                <a:lnTo>
                  <a:pt x="825196" y="1298000"/>
                </a:lnTo>
                <a:lnTo>
                  <a:pt x="825195" y="1298027"/>
                </a:lnTo>
                <a:lnTo>
                  <a:pt x="825194" y="1298051"/>
                </a:lnTo>
                <a:lnTo>
                  <a:pt x="825193" y="1298074"/>
                </a:lnTo>
                <a:lnTo>
                  <a:pt x="825191" y="1298094"/>
                </a:lnTo>
                <a:lnTo>
                  <a:pt x="825188" y="1298111"/>
                </a:lnTo>
                <a:lnTo>
                  <a:pt x="825185" y="1298127"/>
                </a:lnTo>
                <a:lnTo>
                  <a:pt x="825181" y="1298139"/>
                </a:lnTo>
                <a:lnTo>
                  <a:pt x="825177" y="1298150"/>
                </a:lnTo>
                <a:lnTo>
                  <a:pt x="825172" y="1298158"/>
                </a:lnTo>
                <a:lnTo>
                  <a:pt x="825166" y="1298164"/>
                </a:lnTo>
                <a:lnTo>
                  <a:pt x="825160" y="1298168"/>
                </a:lnTo>
                <a:lnTo>
                  <a:pt x="825153" y="1298169"/>
                </a:lnTo>
                <a:lnTo>
                  <a:pt x="825146" y="1298168"/>
                </a:lnTo>
                <a:lnTo>
                  <a:pt x="825138" y="1298164"/>
                </a:lnTo>
                <a:lnTo>
                  <a:pt x="825129" y="1298158"/>
                </a:lnTo>
                <a:lnTo>
                  <a:pt x="825120" y="1298150"/>
                </a:lnTo>
                <a:lnTo>
                  <a:pt x="825111" y="1298139"/>
                </a:lnTo>
                <a:lnTo>
                  <a:pt x="825100" y="1298127"/>
                </a:lnTo>
                <a:lnTo>
                  <a:pt x="825090" y="1298111"/>
                </a:lnTo>
                <a:lnTo>
                  <a:pt x="825078" y="1298094"/>
                </a:lnTo>
                <a:lnTo>
                  <a:pt x="825066" y="1298074"/>
                </a:lnTo>
                <a:lnTo>
                  <a:pt x="825053" y="1298051"/>
                </a:lnTo>
                <a:lnTo>
                  <a:pt x="825040" y="1298027"/>
                </a:lnTo>
                <a:lnTo>
                  <a:pt x="825026" y="1298000"/>
                </a:lnTo>
                <a:lnTo>
                  <a:pt x="825026" y="1298035"/>
                </a:lnTo>
                <a:lnTo>
                  <a:pt x="825026" y="1298100"/>
                </a:lnTo>
                <a:lnTo>
                  <a:pt x="825026" y="1298169"/>
                </a:lnTo>
                <a:lnTo>
                  <a:pt x="825041" y="1298242"/>
                </a:lnTo>
                <a:lnTo>
                  <a:pt x="825056" y="1298322"/>
                </a:lnTo>
                <a:lnTo>
                  <a:pt x="825071" y="1298409"/>
                </a:lnTo>
                <a:lnTo>
                  <a:pt x="825088" y="1298502"/>
                </a:lnTo>
                <a:lnTo>
                  <a:pt x="825104" y="1298602"/>
                </a:lnTo>
                <a:close/>
                <a:moveTo>
                  <a:pt x="850236" y="1351049"/>
                </a:moveTo>
                <a:lnTo>
                  <a:pt x="849671" y="1350949"/>
                </a:lnTo>
                <a:lnTo>
                  <a:pt x="849120" y="1350838"/>
                </a:lnTo>
                <a:lnTo>
                  <a:pt x="848584" y="1350715"/>
                </a:lnTo>
                <a:lnTo>
                  <a:pt x="848062" y="1350580"/>
                </a:lnTo>
                <a:lnTo>
                  <a:pt x="847555" y="1350433"/>
                </a:lnTo>
                <a:lnTo>
                  <a:pt x="847063" y="1350274"/>
                </a:lnTo>
                <a:lnTo>
                  <a:pt x="846585" y="1350104"/>
                </a:lnTo>
                <a:lnTo>
                  <a:pt x="846122" y="1349922"/>
                </a:lnTo>
                <a:lnTo>
                  <a:pt x="845674" y="1349728"/>
                </a:lnTo>
                <a:lnTo>
                  <a:pt x="845241" y="1349523"/>
                </a:lnTo>
                <a:lnTo>
                  <a:pt x="844822" y="1349306"/>
                </a:lnTo>
                <a:lnTo>
                  <a:pt x="844418" y="1349077"/>
                </a:lnTo>
                <a:lnTo>
                  <a:pt x="844028" y="1348836"/>
                </a:lnTo>
                <a:lnTo>
                  <a:pt x="843653" y="1348584"/>
                </a:lnTo>
                <a:lnTo>
                  <a:pt x="843293" y="1348319"/>
                </a:lnTo>
                <a:lnTo>
                  <a:pt x="842948" y="1348044"/>
                </a:lnTo>
                <a:lnTo>
                  <a:pt x="842630" y="1347756"/>
                </a:lnTo>
                <a:lnTo>
                  <a:pt x="842327" y="1347457"/>
                </a:lnTo>
                <a:lnTo>
                  <a:pt x="842036" y="1347145"/>
                </a:lnTo>
                <a:lnTo>
                  <a:pt x="841760" y="1346823"/>
                </a:lnTo>
                <a:lnTo>
                  <a:pt x="841496" y="1346488"/>
                </a:lnTo>
                <a:lnTo>
                  <a:pt x="841246" y="1346142"/>
                </a:lnTo>
                <a:lnTo>
                  <a:pt x="841010" y="1345783"/>
                </a:lnTo>
                <a:lnTo>
                  <a:pt x="840787" y="1345414"/>
                </a:lnTo>
                <a:lnTo>
                  <a:pt x="840578" y="1345032"/>
                </a:lnTo>
                <a:lnTo>
                  <a:pt x="840382" y="1344639"/>
                </a:lnTo>
                <a:lnTo>
                  <a:pt x="840200" y="1344234"/>
                </a:lnTo>
                <a:lnTo>
                  <a:pt x="840031" y="1343817"/>
                </a:lnTo>
                <a:lnTo>
                  <a:pt x="839876" y="1343388"/>
                </a:lnTo>
                <a:lnTo>
                  <a:pt x="839734" y="1342948"/>
                </a:lnTo>
                <a:lnTo>
                  <a:pt x="839606" y="1342496"/>
                </a:lnTo>
                <a:lnTo>
                  <a:pt x="839491" y="1342032"/>
                </a:lnTo>
                <a:lnTo>
                  <a:pt x="839390" y="1341557"/>
                </a:lnTo>
                <a:lnTo>
                  <a:pt x="839302" y="1341070"/>
                </a:lnTo>
                <a:lnTo>
                  <a:pt x="839228" y="1340571"/>
                </a:lnTo>
                <a:lnTo>
                  <a:pt x="839167" y="1340060"/>
                </a:lnTo>
                <a:lnTo>
                  <a:pt x="839120" y="1339537"/>
                </a:lnTo>
                <a:lnTo>
                  <a:pt x="839086" y="1339003"/>
                </a:lnTo>
                <a:lnTo>
                  <a:pt x="839066" y="1338457"/>
                </a:lnTo>
                <a:lnTo>
                  <a:pt x="839059" y="1337900"/>
                </a:lnTo>
                <a:lnTo>
                  <a:pt x="839065" y="1337355"/>
                </a:lnTo>
                <a:lnTo>
                  <a:pt x="839084" y="1336822"/>
                </a:lnTo>
                <a:lnTo>
                  <a:pt x="839115" y="1336299"/>
                </a:lnTo>
                <a:lnTo>
                  <a:pt x="839158" y="1335786"/>
                </a:lnTo>
                <a:lnTo>
                  <a:pt x="839213" y="1335284"/>
                </a:lnTo>
                <a:lnTo>
                  <a:pt x="839281" y="1334793"/>
                </a:lnTo>
                <a:lnTo>
                  <a:pt x="839361" y="1334312"/>
                </a:lnTo>
                <a:lnTo>
                  <a:pt x="839454" y="1333842"/>
                </a:lnTo>
                <a:lnTo>
                  <a:pt x="839558" y="1333382"/>
                </a:lnTo>
                <a:lnTo>
                  <a:pt x="839676" y="1332933"/>
                </a:lnTo>
                <a:lnTo>
                  <a:pt x="839805" y="1332495"/>
                </a:lnTo>
                <a:lnTo>
                  <a:pt x="839947" y="1332067"/>
                </a:lnTo>
                <a:lnTo>
                  <a:pt x="840101" y="1331649"/>
                </a:lnTo>
                <a:lnTo>
                  <a:pt x="840267" y="1331242"/>
                </a:lnTo>
                <a:lnTo>
                  <a:pt x="840446" y="1330846"/>
                </a:lnTo>
                <a:lnTo>
                  <a:pt x="840637" y="1330461"/>
                </a:lnTo>
                <a:lnTo>
                  <a:pt x="840840" y="1330085"/>
                </a:lnTo>
                <a:lnTo>
                  <a:pt x="841056" y="1329721"/>
                </a:lnTo>
                <a:lnTo>
                  <a:pt x="841284" y="1329367"/>
                </a:lnTo>
                <a:lnTo>
                  <a:pt x="841525" y="1329023"/>
                </a:lnTo>
                <a:lnTo>
                  <a:pt x="841777" y="1328691"/>
                </a:lnTo>
                <a:lnTo>
                  <a:pt x="842042" y="1328368"/>
                </a:lnTo>
                <a:lnTo>
                  <a:pt x="842320" y="1328057"/>
                </a:lnTo>
                <a:lnTo>
                  <a:pt x="842609" y="1327755"/>
                </a:lnTo>
                <a:lnTo>
                  <a:pt x="842928" y="1327449"/>
                </a:lnTo>
                <a:lnTo>
                  <a:pt x="843262" y="1327151"/>
                </a:lnTo>
                <a:lnTo>
                  <a:pt x="843613" y="1326860"/>
                </a:lnTo>
                <a:lnTo>
                  <a:pt x="843981" y="1326577"/>
                </a:lnTo>
                <a:lnTo>
                  <a:pt x="844365" y="1326301"/>
                </a:lnTo>
                <a:lnTo>
                  <a:pt x="844765" y="1326033"/>
                </a:lnTo>
                <a:lnTo>
                  <a:pt x="845182" y="1325773"/>
                </a:lnTo>
                <a:lnTo>
                  <a:pt x="845615" y="1325520"/>
                </a:lnTo>
                <a:lnTo>
                  <a:pt x="846065" y="1325275"/>
                </a:lnTo>
                <a:lnTo>
                  <a:pt x="846531" y="1325038"/>
                </a:lnTo>
                <a:lnTo>
                  <a:pt x="847013" y="1324808"/>
                </a:lnTo>
                <a:lnTo>
                  <a:pt x="847512" y="1324586"/>
                </a:lnTo>
                <a:lnTo>
                  <a:pt x="848028" y="1324371"/>
                </a:lnTo>
                <a:lnTo>
                  <a:pt x="848560" y="1324164"/>
                </a:lnTo>
                <a:lnTo>
                  <a:pt x="849108" y="1323965"/>
                </a:lnTo>
                <a:lnTo>
                  <a:pt x="849673" y="1323773"/>
                </a:lnTo>
                <a:lnTo>
                  <a:pt x="850254" y="1323589"/>
                </a:lnTo>
                <a:lnTo>
                  <a:pt x="850852" y="1323413"/>
                </a:lnTo>
                <a:lnTo>
                  <a:pt x="851466" y="1323244"/>
                </a:lnTo>
                <a:lnTo>
                  <a:pt x="852096" y="1323083"/>
                </a:lnTo>
                <a:lnTo>
                  <a:pt x="852743" y="1322929"/>
                </a:lnTo>
                <a:lnTo>
                  <a:pt x="853406" y="1322783"/>
                </a:lnTo>
                <a:lnTo>
                  <a:pt x="854086" y="1322645"/>
                </a:lnTo>
                <a:lnTo>
                  <a:pt x="854782" y="1322515"/>
                </a:lnTo>
                <a:lnTo>
                  <a:pt x="855511" y="1322377"/>
                </a:lnTo>
                <a:lnTo>
                  <a:pt x="856261" y="1322244"/>
                </a:lnTo>
                <a:lnTo>
                  <a:pt x="857030" y="1322118"/>
                </a:lnTo>
                <a:lnTo>
                  <a:pt x="857821" y="1321998"/>
                </a:lnTo>
                <a:lnTo>
                  <a:pt x="858632" y="1321883"/>
                </a:lnTo>
                <a:lnTo>
                  <a:pt x="859463" y="1321775"/>
                </a:lnTo>
                <a:lnTo>
                  <a:pt x="860315" y="1321672"/>
                </a:lnTo>
                <a:lnTo>
                  <a:pt x="861188" y="1321575"/>
                </a:lnTo>
                <a:lnTo>
                  <a:pt x="862081" y="1321484"/>
                </a:lnTo>
                <a:lnTo>
                  <a:pt x="862995" y="1321399"/>
                </a:lnTo>
                <a:lnTo>
                  <a:pt x="863929" y="1321320"/>
                </a:lnTo>
                <a:lnTo>
                  <a:pt x="864884" y="1321246"/>
                </a:lnTo>
                <a:lnTo>
                  <a:pt x="865859" y="1321179"/>
                </a:lnTo>
                <a:lnTo>
                  <a:pt x="866855" y="1321117"/>
                </a:lnTo>
                <a:lnTo>
                  <a:pt x="867872" y="1321062"/>
                </a:lnTo>
                <a:lnTo>
                  <a:pt x="868909" y="1321012"/>
                </a:lnTo>
                <a:lnTo>
                  <a:pt x="869966" y="1320968"/>
                </a:lnTo>
                <a:lnTo>
                  <a:pt x="871044" y="1320929"/>
                </a:lnTo>
                <a:lnTo>
                  <a:pt x="872143" y="1320897"/>
                </a:lnTo>
                <a:lnTo>
                  <a:pt x="873262" y="1320871"/>
                </a:lnTo>
                <a:lnTo>
                  <a:pt x="874402" y="1320850"/>
                </a:lnTo>
                <a:lnTo>
                  <a:pt x="875562" y="1320836"/>
                </a:lnTo>
                <a:lnTo>
                  <a:pt x="876743" y="1320827"/>
                </a:lnTo>
                <a:lnTo>
                  <a:pt x="877944" y="1320824"/>
                </a:lnTo>
                <a:lnTo>
                  <a:pt x="877944" y="1326065"/>
                </a:lnTo>
                <a:lnTo>
                  <a:pt x="877940" y="1326654"/>
                </a:lnTo>
                <a:lnTo>
                  <a:pt x="877927" y="1327239"/>
                </a:lnTo>
                <a:lnTo>
                  <a:pt x="877905" y="1327819"/>
                </a:lnTo>
                <a:lnTo>
                  <a:pt x="877874" y="1328394"/>
                </a:lnTo>
                <a:lnTo>
                  <a:pt x="877834" y="1328965"/>
                </a:lnTo>
                <a:lnTo>
                  <a:pt x="877786" y="1329531"/>
                </a:lnTo>
                <a:lnTo>
                  <a:pt x="877729" y="1330092"/>
                </a:lnTo>
                <a:lnTo>
                  <a:pt x="877663" y="1330648"/>
                </a:lnTo>
                <a:lnTo>
                  <a:pt x="877588" y="1331200"/>
                </a:lnTo>
                <a:lnTo>
                  <a:pt x="877504" y="1331747"/>
                </a:lnTo>
                <a:lnTo>
                  <a:pt x="877412" y="1332290"/>
                </a:lnTo>
                <a:lnTo>
                  <a:pt x="877310" y="1332828"/>
                </a:lnTo>
                <a:lnTo>
                  <a:pt x="877200" y="1333361"/>
                </a:lnTo>
                <a:lnTo>
                  <a:pt x="877082" y="1333889"/>
                </a:lnTo>
                <a:lnTo>
                  <a:pt x="876954" y="1334413"/>
                </a:lnTo>
                <a:lnTo>
                  <a:pt x="876817" y="1334931"/>
                </a:lnTo>
                <a:lnTo>
                  <a:pt x="876672" y="1335446"/>
                </a:lnTo>
                <a:lnTo>
                  <a:pt x="876518" y="1335955"/>
                </a:lnTo>
                <a:lnTo>
                  <a:pt x="876355" y="1336460"/>
                </a:lnTo>
                <a:lnTo>
                  <a:pt x="876183" y="1336960"/>
                </a:lnTo>
                <a:lnTo>
                  <a:pt x="876003" y="1337456"/>
                </a:lnTo>
                <a:lnTo>
                  <a:pt x="875814" y="1337946"/>
                </a:lnTo>
                <a:lnTo>
                  <a:pt x="875615" y="1338433"/>
                </a:lnTo>
                <a:lnTo>
                  <a:pt x="875408" y="1338914"/>
                </a:lnTo>
                <a:lnTo>
                  <a:pt x="875207" y="1339389"/>
                </a:lnTo>
                <a:lnTo>
                  <a:pt x="874995" y="1339856"/>
                </a:lnTo>
                <a:lnTo>
                  <a:pt x="874775" y="1340314"/>
                </a:lnTo>
                <a:lnTo>
                  <a:pt x="874544" y="1340764"/>
                </a:lnTo>
                <a:lnTo>
                  <a:pt x="874305" y="1341206"/>
                </a:lnTo>
                <a:lnTo>
                  <a:pt x="874056" y="1341640"/>
                </a:lnTo>
                <a:lnTo>
                  <a:pt x="873798" y="1342066"/>
                </a:lnTo>
                <a:lnTo>
                  <a:pt x="873530" y="1342483"/>
                </a:lnTo>
                <a:lnTo>
                  <a:pt x="873253" y="1342892"/>
                </a:lnTo>
                <a:lnTo>
                  <a:pt x="872967" y="1343293"/>
                </a:lnTo>
                <a:lnTo>
                  <a:pt x="872671" y="1343686"/>
                </a:lnTo>
                <a:lnTo>
                  <a:pt x="872365" y="1344070"/>
                </a:lnTo>
                <a:lnTo>
                  <a:pt x="872051" y="1344447"/>
                </a:lnTo>
                <a:lnTo>
                  <a:pt x="871727" y="1344815"/>
                </a:lnTo>
                <a:lnTo>
                  <a:pt x="871393" y="1345175"/>
                </a:lnTo>
                <a:lnTo>
                  <a:pt x="871050" y="1345526"/>
                </a:lnTo>
                <a:lnTo>
                  <a:pt x="870698" y="1345870"/>
                </a:lnTo>
                <a:lnTo>
                  <a:pt x="870337" y="1346205"/>
                </a:lnTo>
                <a:lnTo>
                  <a:pt x="869966" y="1346532"/>
                </a:lnTo>
                <a:lnTo>
                  <a:pt x="869585" y="1346851"/>
                </a:lnTo>
                <a:lnTo>
                  <a:pt x="869195" y="1347161"/>
                </a:lnTo>
                <a:lnTo>
                  <a:pt x="868796" y="1347464"/>
                </a:lnTo>
                <a:lnTo>
                  <a:pt x="868388" y="1347758"/>
                </a:lnTo>
                <a:lnTo>
                  <a:pt x="867970" y="1348044"/>
                </a:lnTo>
                <a:lnTo>
                  <a:pt x="867556" y="1348319"/>
                </a:lnTo>
                <a:lnTo>
                  <a:pt x="867132" y="1348584"/>
                </a:lnTo>
                <a:lnTo>
                  <a:pt x="866699" y="1348836"/>
                </a:lnTo>
                <a:lnTo>
                  <a:pt x="866255" y="1349077"/>
                </a:lnTo>
                <a:lnTo>
                  <a:pt x="865802" y="1349306"/>
                </a:lnTo>
                <a:lnTo>
                  <a:pt x="865338" y="1349523"/>
                </a:lnTo>
                <a:lnTo>
                  <a:pt x="864865" y="1349728"/>
                </a:lnTo>
                <a:lnTo>
                  <a:pt x="864382" y="1349922"/>
                </a:lnTo>
                <a:lnTo>
                  <a:pt x="863888" y="1350104"/>
                </a:lnTo>
                <a:lnTo>
                  <a:pt x="863385" y="1350274"/>
                </a:lnTo>
                <a:lnTo>
                  <a:pt x="862871" y="1350433"/>
                </a:lnTo>
                <a:lnTo>
                  <a:pt x="862348" y="1350580"/>
                </a:lnTo>
                <a:lnTo>
                  <a:pt x="861815" y="1350715"/>
                </a:lnTo>
                <a:lnTo>
                  <a:pt x="861272" y="1350838"/>
                </a:lnTo>
                <a:lnTo>
                  <a:pt x="860718" y="1350949"/>
                </a:lnTo>
                <a:lnTo>
                  <a:pt x="860155" y="1351049"/>
                </a:lnTo>
                <a:lnTo>
                  <a:pt x="859582" y="1351137"/>
                </a:lnTo>
                <a:lnTo>
                  <a:pt x="858998" y="1351214"/>
                </a:lnTo>
                <a:lnTo>
                  <a:pt x="858405" y="1351278"/>
                </a:lnTo>
                <a:lnTo>
                  <a:pt x="857802" y="1351331"/>
                </a:lnTo>
                <a:lnTo>
                  <a:pt x="857189" y="1351372"/>
                </a:lnTo>
                <a:lnTo>
                  <a:pt x="856566" y="1351401"/>
                </a:lnTo>
                <a:lnTo>
                  <a:pt x="855933" y="1351419"/>
                </a:lnTo>
                <a:lnTo>
                  <a:pt x="855290" y="1351425"/>
                </a:lnTo>
                <a:lnTo>
                  <a:pt x="854606" y="1351419"/>
                </a:lnTo>
                <a:lnTo>
                  <a:pt x="853938" y="1351401"/>
                </a:lnTo>
                <a:lnTo>
                  <a:pt x="853284" y="1351372"/>
                </a:lnTo>
                <a:lnTo>
                  <a:pt x="852646" y="1351331"/>
                </a:lnTo>
                <a:lnTo>
                  <a:pt x="852021" y="1351278"/>
                </a:lnTo>
                <a:lnTo>
                  <a:pt x="851412" y="1351214"/>
                </a:lnTo>
                <a:lnTo>
                  <a:pt x="850817" y="1351137"/>
                </a:lnTo>
                <a:lnTo>
                  <a:pt x="850236" y="1351049"/>
                </a:lnTo>
                <a:close/>
                <a:moveTo>
                  <a:pt x="1173783" y="1362828"/>
                </a:moveTo>
                <a:lnTo>
                  <a:pt x="1174721" y="1362668"/>
                </a:lnTo>
                <a:lnTo>
                  <a:pt x="1175646" y="1362489"/>
                </a:lnTo>
                <a:lnTo>
                  <a:pt x="1176559" y="1362292"/>
                </a:lnTo>
                <a:lnTo>
                  <a:pt x="1177460" y="1362076"/>
                </a:lnTo>
                <a:lnTo>
                  <a:pt x="1178349" y="1361841"/>
                </a:lnTo>
                <a:lnTo>
                  <a:pt x="1179225" y="1361588"/>
                </a:lnTo>
                <a:lnTo>
                  <a:pt x="1180089" y="1361315"/>
                </a:lnTo>
                <a:lnTo>
                  <a:pt x="1180940" y="1361024"/>
                </a:lnTo>
                <a:lnTo>
                  <a:pt x="1181779" y="1360714"/>
                </a:lnTo>
                <a:lnTo>
                  <a:pt x="1182606" y="1360385"/>
                </a:lnTo>
                <a:lnTo>
                  <a:pt x="1183421" y="1360038"/>
                </a:lnTo>
                <a:lnTo>
                  <a:pt x="1184223" y="1359672"/>
                </a:lnTo>
                <a:lnTo>
                  <a:pt x="1185013" y="1359287"/>
                </a:lnTo>
                <a:lnTo>
                  <a:pt x="1185790" y="1358883"/>
                </a:lnTo>
                <a:lnTo>
                  <a:pt x="1186556" y="1358460"/>
                </a:lnTo>
                <a:lnTo>
                  <a:pt x="1187309" y="1358019"/>
                </a:lnTo>
                <a:lnTo>
                  <a:pt x="1188048" y="1357546"/>
                </a:lnTo>
                <a:lnTo>
                  <a:pt x="1188773" y="1357059"/>
                </a:lnTo>
                <a:lnTo>
                  <a:pt x="1189483" y="1356558"/>
                </a:lnTo>
                <a:lnTo>
                  <a:pt x="1190178" y="1356041"/>
                </a:lnTo>
                <a:lnTo>
                  <a:pt x="1190859" y="1355510"/>
                </a:lnTo>
                <a:lnTo>
                  <a:pt x="1191525" y="1354965"/>
                </a:lnTo>
                <a:lnTo>
                  <a:pt x="1192176" y="1354404"/>
                </a:lnTo>
                <a:lnTo>
                  <a:pt x="1192813" y="1353829"/>
                </a:lnTo>
                <a:lnTo>
                  <a:pt x="1193435" y="1353240"/>
                </a:lnTo>
                <a:lnTo>
                  <a:pt x="1194042" y="1352635"/>
                </a:lnTo>
                <a:lnTo>
                  <a:pt x="1194634" y="1352016"/>
                </a:lnTo>
                <a:lnTo>
                  <a:pt x="1195212" y="1351383"/>
                </a:lnTo>
                <a:lnTo>
                  <a:pt x="1195776" y="1350734"/>
                </a:lnTo>
                <a:lnTo>
                  <a:pt x="1196324" y="1350071"/>
                </a:lnTo>
                <a:lnTo>
                  <a:pt x="1196858" y="1349393"/>
                </a:lnTo>
                <a:lnTo>
                  <a:pt x="1197377" y="1348701"/>
                </a:lnTo>
                <a:lnTo>
                  <a:pt x="1197882" y="1347994"/>
                </a:lnTo>
                <a:lnTo>
                  <a:pt x="1198372" y="1347272"/>
                </a:lnTo>
                <a:lnTo>
                  <a:pt x="1198847" y="1346536"/>
                </a:lnTo>
                <a:lnTo>
                  <a:pt x="1199308" y="1345785"/>
                </a:lnTo>
                <a:lnTo>
                  <a:pt x="1199753" y="1345019"/>
                </a:lnTo>
                <a:lnTo>
                  <a:pt x="1200185" y="1344238"/>
                </a:lnTo>
                <a:lnTo>
                  <a:pt x="1200601" y="1343443"/>
                </a:lnTo>
                <a:lnTo>
                  <a:pt x="1201003" y="1342633"/>
                </a:lnTo>
                <a:lnTo>
                  <a:pt x="1201389" y="1341811"/>
                </a:lnTo>
                <a:lnTo>
                  <a:pt x="1201759" y="1340978"/>
                </a:lnTo>
                <a:lnTo>
                  <a:pt x="1202112" y="1340134"/>
                </a:lnTo>
                <a:lnTo>
                  <a:pt x="1202449" y="1339280"/>
                </a:lnTo>
                <a:lnTo>
                  <a:pt x="1202770" y="1338416"/>
                </a:lnTo>
                <a:lnTo>
                  <a:pt x="1203074" y="1337540"/>
                </a:lnTo>
                <a:lnTo>
                  <a:pt x="1203362" y="1336654"/>
                </a:lnTo>
                <a:lnTo>
                  <a:pt x="1203633" y="1335758"/>
                </a:lnTo>
                <a:lnTo>
                  <a:pt x="1203888" y="1334851"/>
                </a:lnTo>
                <a:lnTo>
                  <a:pt x="1204126" y="1333934"/>
                </a:lnTo>
                <a:lnTo>
                  <a:pt x="1204348" y="1333005"/>
                </a:lnTo>
                <a:lnTo>
                  <a:pt x="1204553" y="1332067"/>
                </a:lnTo>
                <a:lnTo>
                  <a:pt x="1204742" y="1331118"/>
                </a:lnTo>
                <a:lnTo>
                  <a:pt x="1204915" y="1330158"/>
                </a:lnTo>
                <a:lnTo>
                  <a:pt x="1205071" y="1329187"/>
                </a:lnTo>
                <a:lnTo>
                  <a:pt x="1205211" y="1328206"/>
                </a:lnTo>
                <a:lnTo>
                  <a:pt x="1205334" y="1327215"/>
                </a:lnTo>
                <a:lnTo>
                  <a:pt x="1205441" y="1326213"/>
                </a:lnTo>
                <a:lnTo>
                  <a:pt x="1205531" y="1325200"/>
                </a:lnTo>
                <a:lnTo>
                  <a:pt x="1205605" y="1324177"/>
                </a:lnTo>
                <a:lnTo>
                  <a:pt x="1205663" y="1323143"/>
                </a:lnTo>
                <a:lnTo>
                  <a:pt x="1205704" y="1322099"/>
                </a:lnTo>
                <a:lnTo>
                  <a:pt x="1205728" y="1321044"/>
                </a:lnTo>
                <a:lnTo>
                  <a:pt x="1205737" y="1319978"/>
                </a:lnTo>
                <a:lnTo>
                  <a:pt x="1205737" y="1317104"/>
                </a:lnTo>
                <a:lnTo>
                  <a:pt x="1205728" y="1316053"/>
                </a:lnTo>
                <a:lnTo>
                  <a:pt x="1205704" y="1315011"/>
                </a:lnTo>
                <a:lnTo>
                  <a:pt x="1205663" y="1313979"/>
                </a:lnTo>
                <a:lnTo>
                  <a:pt x="1205605" y="1312957"/>
                </a:lnTo>
                <a:lnTo>
                  <a:pt x="1205531" y="1311946"/>
                </a:lnTo>
                <a:lnTo>
                  <a:pt x="1205441" y="1310944"/>
                </a:lnTo>
                <a:lnTo>
                  <a:pt x="1205334" y="1309952"/>
                </a:lnTo>
                <a:lnTo>
                  <a:pt x="1205211" y="1308970"/>
                </a:lnTo>
                <a:lnTo>
                  <a:pt x="1205071" y="1307998"/>
                </a:lnTo>
                <a:lnTo>
                  <a:pt x="1204915" y="1307037"/>
                </a:lnTo>
                <a:lnTo>
                  <a:pt x="1204742" y="1306085"/>
                </a:lnTo>
                <a:lnTo>
                  <a:pt x="1204553" y="1305143"/>
                </a:lnTo>
                <a:lnTo>
                  <a:pt x="1204348" y="1304211"/>
                </a:lnTo>
                <a:lnTo>
                  <a:pt x="1204126" y="1303289"/>
                </a:lnTo>
                <a:lnTo>
                  <a:pt x="1203888" y="1302377"/>
                </a:lnTo>
                <a:lnTo>
                  <a:pt x="1203633" y="1301475"/>
                </a:lnTo>
                <a:lnTo>
                  <a:pt x="1203362" y="1300583"/>
                </a:lnTo>
                <a:lnTo>
                  <a:pt x="1203074" y="1299701"/>
                </a:lnTo>
                <a:lnTo>
                  <a:pt x="1202770" y="1298829"/>
                </a:lnTo>
                <a:lnTo>
                  <a:pt x="1202449" y="1297967"/>
                </a:lnTo>
                <a:lnTo>
                  <a:pt x="1202112" y="1297115"/>
                </a:lnTo>
                <a:lnTo>
                  <a:pt x="1201759" y="1296273"/>
                </a:lnTo>
                <a:lnTo>
                  <a:pt x="1201389" y="1295440"/>
                </a:lnTo>
                <a:lnTo>
                  <a:pt x="1201003" y="1294618"/>
                </a:lnTo>
                <a:lnTo>
                  <a:pt x="1200601" y="1293809"/>
                </a:lnTo>
                <a:lnTo>
                  <a:pt x="1200185" y="1293013"/>
                </a:lnTo>
                <a:lnTo>
                  <a:pt x="1199753" y="1292233"/>
                </a:lnTo>
                <a:lnTo>
                  <a:pt x="1199308" y="1291467"/>
                </a:lnTo>
                <a:lnTo>
                  <a:pt x="1198847" y="1290716"/>
                </a:lnTo>
                <a:lnTo>
                  <a:pt x="1198372" y="1289980"/>
                </a:lnTo>
                <a:lnTo>
                  <a:pt x="1197882" y="1289258"/>
                </a:lnTo>
                <a:lnTo>
                  <a:pt x="1197377" y="1288551"/>
                </a:lnTo>
                <a:lnTo>
                  <a:pt x="1196858" y="1287858"/>
                </a:lnTo>
                <a:lnTo>
                  <a:pt x="1196324" y="1287181"/>
                </a:lnTo>
                <a:lnTo>
                  <a:pt x="1195776" y="1286518"/>
                </a:lnTo>
                <a:lnTo>
                  <a:pt x="1195212" y="1285869"/>
                </a:lnTo>
                <a:lnTo>
                  <a:pt x="1194634" y="1285235"/>
                </a:lnTo>
                <a:lnTo>
                  <a:pt x="1194042" y="1284616"/>
                </a:lnTo>
                <a:lnTo>
                  <a:pt x="1193435" y="1284012"/>
                </a:lnTo>
                <a:lnTo>
                  <a:pt x="1192813" y="1283422"/>
                </a:lnTo>
                <a:lnTo>
                  <a:pt x="1192176" y="1282847"/>
                </a:lnTo>
                <a:lnTo>
                  <a:pt x="1191525" y="1282287"/>
                </a:lnTo>
                <a:lnTo>
                  <a:pt x="1190859" y="1281741"/>
                </a:lnTo>
                <a:lnTo>
                  <a:pt x="1190178" y="1281210"/>
                </a:lnTo>
                <a:lnTo>
                  <a:pt x="1189483" y="1280694"/>
                </a:lnTo>
                <a:lnTo>
                  <a:pt x="1188773" y="1280192"/>
                </a:lnTo>
                <a:lnTo>
                  <a:pt x="1188048" y="1279705"/>
                </a:lnTo>
                <a:lnTo>
                  <a:pt x="1187309" y="1279233"/>
                </a:lnTo>
                <a:lnTo>
                  <a:pt x="1186555" y="1278778"/>
                </a:lnTo>
                <a:lnTo>
                  <a:pt x="1185789" y="1278342"/>
                </a:lnTo>
                <a:lnTo>
                  <a:pt x="1185010" y="1277926"/>
                </a:lnTo>
                <a:lnTo>
                  <a:pt x="1184218" y="1277528"/>
                </a:lnTo>
                <a:lnTo>
                  <a:pt x="1183413" y="1277151"/>
                </a:lnTo>
                <a:lnTo>
                  <a:pt x="1182596" y="1276792"/>
                </a:lnTo>
                <a:lnTo>
                  <a:pt x="1181765" y="1276453"/>
                </a:lnTo>
                <a:lnTo>
                  <a:pt x="1180921" y="1276134"/>
                </a:lnTo>
                <a:lnTo>
                  <a:pt x="1180065" y="1275833"/>
                </a:lnTo>
                <a:lnTo>
                  <a:pt x="1179195" y="1275553"/>
                </a:lnTo>
                <a:lnTo>
                  <a:pt x="1178313" y="1275291"/>
                </a:lnTo>
                <a:lnTo>
                  <a:pt x="1177418" y="1275049"/>
                </a:lnTo>
                <a:lnTo>
                  <a:pt x="1176510" y="1274826"/>
                </a:lnTo>
                <a:lnTo>
                  <a:pt x="1175589" y="1274623"/>
                </a:lnTo>
                <a:lnTo>
                  <a:pt x="1174655" y="1274439"/>
                </a:lnTo>
                <a:lnTo>
                  <a:pt x="1173708" y="1274274"/>
                </a:lnTo>
                <a:lnTo>
                  <a:pt x="1172748" y="1274129"/>
                </a:lnTo>
                <a:lnTo>
                  <a:pt x="1171775" y="1274003"/>
                </a:lnTo>
                <a:lnTo>
                  <a:pt x="1170790" y="1273896"/>
                </a:lnTo>
                <a:lnTo>
                  <a:pt x="1169791" y="1273809"/>
                </a:lnTo>
                <a:lnTo>
                  <a:pt x="1168780" y="1273741"/>
                </a:lnTo>
                <a:lnTo>
                  <a:pt x="1167755" y="1273693"/>
                </a:lnTo>
                <a:lnTo>
                  <a:pt x="1166718" y="1273664"/>
                </a:lnTo>
                <a:lnTo>
                  <a:pt x="1165668" y="1273654"/>
                </a:lnTo>
                <a:lnTo>
                  <a:pt x="1164645" y="1273664"/>
                </a:lnTo>
                <a:lnTo>
                  <a:pt x="1163634" y="1273693"/>
                </a:lnTo>
                <a:lnTo>
                  <a:pt x="1162635" y="1273741"/>
                </a:lnTo>
                <a:lnTo>
                  <a:pt x="1161648" y="1273809"/>
                </a:lnTo>
                <a:lnTo>
                  <a:pt x="1160672" y="1273896"/>
                </a:lnTo>
                <a:lnTo>
                  <a:pt x="1159708" y="1274003"/>
                </a:lnTo>
                <a:lnTo>
                  <a:pt x="1158756" y="1274129"/>
                </a:lnTo>
                <a:lnTo>
                  <a:pt x="1157816" y="1274274"/>
                </a:lnTo>
                <a:lnTo>
                  <a:pt x="1156887" y="1274439"/>
                </a:lnTo>
                <a:lnTo>
                  <a:pt x="1155970" y="1274623"/>
                </a:lnTo>
                <a:lnTo>
                  <a:pt x="1155065" y="1274826"/>
                </a:lnTo>
                <a:lnTo>
                  <a:pt x="1154171" y="1275049"/>
                </a:lnTo>
                <a:lnTo>
                  <a:pt x="1153290" y="1275291"/>
                </a:lnTo>
                <a:lnTo>
                  <a:pt x="1152420" y="1275553"/>
                </a:lnTo>
                <a:lnTo>
                  <a:pt x="1151561" y="1275833"/>
                </a:lnTo>
                <a:lnTo>
                  <a:pt x="1150715" y="1276134"/>
                </a:lnTo>
                <a:lnTo>
                  <a:pt x="1149880" y="1276453"/>
                </a:lnTo>
                <a:lnTo>
                  <a:pt x="1149057" y="1276792"/>
                </a:lnTo>
                <a:lnTo>
                  <a:pt x="1148246" y="1277151"/>
                </a:lnTo>
                <a:lnTo>
                  <a:pt x="1147446" y="1277528"/>
                </a:lnTo>
                <a:lnTo>
                  <a:pt x="1146658" y="1277926"/>
                </a:lnTo>
                <a:lnTo>
                  <a:pt x="1145882" y="1278342"/>
                </a:lnTo>
                <a:lnTo>
                  <a:pt x="1145118" y="1278778"/>
                </a:lnTo>
                <a:lnTo>
                  <a:pt x="1144365" y="1279233"/>
                </a:lnTo>
                <a:lnTo>
                  <a:pt x="1143626" y="1279692"/>
                </a:lnTo>
                <a:lnTo>
                  <a:pt x="1142901" y="1280165"/>
                </a:lnTo>
                <a:lnTo>
                  <a:pt x="1142191" y="1280654"/>
                </a:lnTo>
                <a:lnTo>
                  <a:pt x="1141496" y="1281159"/>
                </a:lnTo>
                <a:lnTo>
                  <a:pt x="1140815" y="1281678"/>
                </a:lnTo>
                <a:lnTo>
                  <a:pt x="1140149" y="1282213"/>
                </a:lnTo>
                <a:lnTo>
                  <a:pt x="1139498" y="1282763"/>
                </a:lnTo>
                <a:lnTo>
                  <a:pt x="1138861" y="1283328"/>
                </a:lnTo>
                <a:lnTo>
                  <a:pt x="1138239" y="1283909"/>
                </a:lnTo>
                <a:lnTo>
                  <a:pt x="1137632" y="1284505"/>
                </a:lnTo>
                <a:lnTo>
                  <a:pt x="1137039" y="1285116"/>
                </a:lnTo>
                <a:lnTo>
                  <a:pt x="1136461" y="1285742"/>
                </a:lnTo>
                <a:lnTo>
                  <a:pt x="1135898" y="1286384"/>
                </a:lnTo>
                <a:lnTo>
                  <a:pt x="1135350" y="1287041"/>
                </a:lnTo>
                <a:lnTo>
                  <a:pt x="1134816" y="1287713"/>
                </a:lnTo>
                <a:lnTo>
                  <a:pt x="1134296" y="1288400"/>
                </a:lnTo>
                <a:lnTo>
                  <a:pt x="1133792" y="1289103"/>
                </a:lnTo>
                <a:lnTo>
                  <a:pt x="1133302" y="1289821"/>
                </a:lnTo>
                <a:lnTo>
                  <a:pt x="1132827" y="1290554"/>
                </a:lnTo>
                <a:lnTo>
                  <a:pt x="1132366" y="1291303"/>
                </a:lnTo>
                <a:lnTo>
                  <a:pt x="1131920" y="1292066"/>
                </a:lnTo>
                <a:lnTo>
                  <a:pt x="1131489" y="1292845"/>
                </a:lnTo>
                <a:lnTo>
                  <a:pt x="1131073" y="1293640"/>
                </a:lnTo>
                <a:lnTo>
                  <a:pt x="1130671" y="1294449"/>
                </a:lnTo>
                <a:lnTo>
                  <a:pt x="1130285" y="1295272"/>
                </a:lnTo>
                <a:lnTo>
                  <a:pt x="1129915" y="1296105"/>
                </a:lnTo>
                <a:lnTo>
                  <a:pt x="1129561" y="1296948"/>
                </a:lnTo>
                <a:lnTo>
                  <a:pt x="1129224" y="1297802"/>
                </a:lnTo>
                <a:lnTo>
                  <a:pt x="1128904" y="1298667"/>
                </a:lnTo>
                <a:lnTo>
                  <a:pt x="1128600" y="1299542"/>
                </a:lnTo>
                <a:lnTo>
                  <a:pt x="1128312" y="1300428"/>
                </a:lnTo>
                <a:lnTo>
                  <a:pt x="1128041" y="1301325"/>
                </a:lnTo>
                <a:lnTo>
                  <a:pt x="1127786" y="1302232"/>
                </a:lnTo>
                <a:lnTo>
                  <a:pt x="1127548" y="1303149"/>
                </a:lnTo>
                <a:lnTo>
                  <a:pt x="1127326" y="1304077"/>
                </a:lnTo>
                <a:lnTo>
                  <a:pt x="1127120" y="1305016"/>
                </a:lnTo>
                <a:lnTo>
                  <a:pt x="1126931" y="1305965"/>
                </a:lnTo>
                <a:lnTo>
                  <a:pt x="1126759" y="1306925"/>
                </a:lnTo>
                <a:lnTo>
                  <a:pt x="1126603" y="1307895"/>
                </a:lnTo>
                <a:lnTo>
                  <a:pt x="1126463" y="1308876"/>
                </a:lnTo>
                <a:lnTo>
                  <a:pt x="1126340" y="1309868"/>
                </a:lnTo>
                <a:lnTo>
                  <a:pt x="1126233" y="1310870"/>
                </a:lnTo>
                <a:lnTo>
                  <a:pt x="1126142" y="1311883"/>
                </a:lnTo>
                <a:lnTo>
                  <a:pt x="1126068" y="1312906"/>
                </a:lnTo>
                <a:lnTo>
                  <a:pt x="1126011" y="1313940"/>
                </a:lnTo>
                <a:lnTo>
                  <a:pt x="1125970" y="1314984"/>
                </a:lnTo>
                <a:lnTo>
                  <a:pt x="1125945" y="1316039"/>
                </a:lnTo>
                <a:lnTo>
                  <a:pt x="1125937" y="1317104"/>
                </a:lnTo>
                <a:lnTo>
                  <a:pt x="1125937" y="1319978"/>
                </a:lnTo>
                <a:lnTo>
                  <a:pt x="1125945" y="1321017"/>
                </a:lnTo>
                <a:lnTo>
                  <a:pt x="1125970" y="1322046"/>
                </a:lnTo>
                <a:lnTo>
                  <a:pt x="1126011" y="1323067"/>
                </a:lnTo>
                <a:lnTo>
                  <a:pt x="1126068" y="1324078"/>
                </a:lnTo>
                <a:lnTo>
                  <a:pt x="1126142" y="1325081"/>
                </a:lnTo>
                <a:lnTo>
                  <a:pt x="1126233" y="1326076"/>
                </a:lnTo>
                <a:lnTo>
                  <a:pt x="1126340" y="1327061"/>
                </a:lnTo>
                <a:lnTo>
                  <a:pt x="1126463" y="1328037"/>
                </a:lnTo>
                <a:lnTo>
                  <a:pt x="1126603" y="1329005"/>
                </a:lnTo>
                <a:lnTo>
                  <a:pt x="1126759" y="1329964"/>
                </a:lnTo>
                <a:lnTo>
                  <a:pt x="1126931" y="1330914"/>
                </a:lnTo>
                <a:lnTo>
                  <a:pt x="1127120" y="1331855"/>
                </a:lnTo>
                <a:lnTo>
                  <a:pt x="1127326" y="1332788"/>
                </a:lnTo>
                <a:lnTo>
                  <a:pt x="1127548" y="1333712"/>
                </a:lnTo>
                <a:lnTo>
                  <a:pt x="1127786" y="1334627"/>
                </a:lnTo>
                <a:lnTo>
                  <a:pt x="1128041" y="1335533"/>
                </a:lnTo>
                <a:lnTo>
                  <a:pt x="1128312" y="1336430"/>
                </a:lnTo>
                <a:lnTo>
                  <a:pt x="1128600" y="1337318"/>
                </a:lnTo>
                <a:lnTo>
                  <a:pt x="1128904" y="1338198"/>
                </a:lnTo>
                <a:lnTo>
                  <a:pt x="1129224" y="1339069"/>
                </a:lnTo>
                <a:lnTo>
                  <a:pt x="1129561" y="1339931"/>
                </a:lnTo>
                <a:lnTo>
                  <a:pt x="1129915" y="1340784"/>
                </a:lnTo>
                <a:lnTo>
                  <a:pt x="1130285" y="1341629"/>
                </a:lnTo>
                <a:lnTo>
                  <a:pt x="1130671" y="1342464"/>
                </a:lnTo>
                <a:lnTo>
                  <a:pt x="1131073" y="1343274"/>
                </a:lnTo>
                <a:lnTo>
                  <a:pt x="1131489" y="1344069"/>
                </a:lnTo>
                <a:lnTo>
                  <a:pt x="1131920" y="1344850"/>
                </a:lnTo>
                <a:lnTo>
                  <a:pt x="1132366" y="1345616"/>
                </a:lnTo>
                <a:lnTo>
                  <a:pt x="1132827" y="1346367"/>
                </a:lnTo>
                <a:lnTo>
                  <a:pt x="1133302" y="1347103"/>
                </a:lnTo>
                <a:lnTo>
                  <a:pt x="1133792" y="1347825"/>
                </a:lnTo>
                <a:lnTo>
                  <a:pt x="1134296" y="1348532"/>
                </a:lnTo>
                <a:lnTo>
                  <a:pt x="1134816" y="1349224"/>
                </a:lnTo>
                <a:lnTo>
                  <a:pt x="1135350" y="1349902"/>
                </a:lnTo>
                <a:lnTo>
                  <a:pt x="1135898" y="1350565"/>
                </a:lnTo>
                <a:lnTo>
                  <a:pt x="1136461" y="1351214"/>
                </a:lnTo>
                <a:lnTo>
                  <a:pt x="1137039" y="1351847"/>
                </a:lnTo>
                <a:lnTo>
                  <a:pt x="1137632" y="1352466"/>
                </a:lnTo>
                <a:lnTo>
                  <a:pt x="1138239" y="1353071"/>
                </a:lnTo>
                <a:lnTo>
                  <a:pt x="1138861" y="1353660"/>
                </a:lnTo>
                <a:lnTo>
                  <a:pt x="1139498" y="1354235"/>
                </a:lnTo>
                <a:lnTo>
                  <a:pt x="1140149" y="1354796"/>
                </a:lnTo>
                <a:lnTo>
                  <a:pt x="1140815" y="1355341"/>
                </a:lnTo>
                <a:lnTo>
                  <a:pt x="1141496" y="1355872"/>
                </a:lnTo>
                <a:lnTo>
                  <a:pt x="1142191" y="1356389"/>
                </a:lnTo>
                <a:lnTo>
                  <a:pt x="1142901" y="1356890"/>
                </a:lnTo>
                <a:lnTo>
                  <a:pt x="1143626" y="1357377"/>
                </a:lnTo>
                <a:lnTo>
                  <a:pt x="1144365" y="1357849"/>
                </a:lnTo>
                <a:lnTo>
                  <a:pt x="1145118" y="1358305"/>
                </a:lnTo>
                <a:lnTo>
                  <a:pt x="1145883" y="1358740"/>
                </a:lnTo>
                <a:lnTo>
                  <a:pt x="1146661" y="1359157"/>
                </a:lnTo>
                <a:lnTo>
                  <a:pt x="1147451" y="1359554"/>
                </a:lnTo>
                <a:lnTo>
                  <a:pt x="1148253" y="1359932"/>
                </a:lnTo>
                <a:lnTo>
                  <a:pt x="1149068" y="1360290"/>
                </a:lnTo>
                <a:lnTo>
                  <a:pt x="1149894" y="1360629"/>
                </a:lnTo>
                <a:lnTo>
                  <a:pt x="1150734" y="1360949"/>
                </a:lnTo>
                <a:lnTo>
                  <a:pt x="1151585" y="1361249"/>
                </a:lnTo>
                <a:lnTo>
                  <a:pt x="1152449" y="1361530"/>
                </a:lnTo>
                <a:lnTo>
                  <a:pt x="1153325" y="1361792"/>
                </a:lnTo>
                <a:lnTo>
                  <a:pt x="1154214" y="1362034"/>
                </a:lnTo>
                <a:lnTo>
                  <a:pt x="1155114" y="1362257"/>
                </a:lnTo>
                <a:lnTo>
                  <a:pt x="1156028" y="1362460"/>
                </a:lnTo>
                <a:lnTo>
                  <a:pt x="1156953" y="1362644"/>
                </a:lnTo>
                <a:lnTo>
                  <a:pt x="1157891" y="1362809"/>
                </a:lnTo>
                <a:lnTo>
                  <a:pt x="1158841" y="1362954"/>
                </a:lnTo>
                <a:lnTo>
                  <a:pt x="1159803" y="1363080"/>
                </a:lnTo>
                <a:lnTo>
                  <a:pt x="1160778" y="1363187"/>
                </a:lnTo>
                <a:lnTo>
                  <a:pt x="1161765" y="1363274"/>
                </a:lnTo>
                <a:lnTo>
                  <a:pt x="1162765" y="1363342"/>
                </a:lnTo>
                <a:lnTo>
                  <a:pt x="1163776" y="1363390"/>
                </a:lnTo>
                <a:lnTo>
                  <a:pt x="1164801" y="1363419"/>
                </a:lnTo>
                <a:lnTo>
                  <a:pt x="1165837" y="1363429"/>
                </a:lnTo>
                <a:lnTo>
                  <a:pt x="1166873" y="1363419"/>
                </a:lnTo>
                <a:lnTo>
                  <a:pt x="1167897" y="1363391"/>
                </a:lnTo>
                <a:lnTo>
                  <a:pt x="1168909" y="1363344"/>
                </a:lnTo>
                <a:lnTo>
                  <a:pt x="1169909" y="1363278"/>
                </a:lnTo>
                <a:lnTo>
                  <a:pt x="1170896" y="1363194"/>
                </a:lnTo>
                <a:lnTo>
                  <a:pt x="1171871" y="1363091"/>
                </a:lnTo>
                <a:lnTo>
                  <a:pt x="1172833" y="1362968"/>
                </a:lnTo>
                <a:lnTo>
                  <a:pt x="1173783" y="1362828"/>
                </a:lnTo>
                <a:close/>
                <a:moveTo>
                  <a:pt x="1159769" y="1350636"/>
                </a:moveTo>
                <a:lnTo>
                  <a:pt x="1159061" y="1350426"/>
                </a:lnTo>
                <a:lnTo>
                  <a:pt x="1158364" y="1350192"/>
                </a:lnTo>
                <a:lnTo>
                  <a:pt x="1157678" y="1349933"/>
                </a:lnTo>
                <a:lnTo>
                  <a:pt x="1157003" y="1349650"/>
                </a:lnTo>
                <a:lnTo>
                  <a:pt x="1156340" y="1349342"/>
                </a:lnTo>
                <a:lnTo>
                  <a:pt x="1155687" y="1349009"/>
                </a:lnTo>
                <a:lnTo>
                  <a:pt x="1155046" y="1348651"/>
                </a:lnTo>
                <a:lnTo>
                  <a:pt x="1154415" y="1348269"/>
                </a:lnTo>
                <a:lnTo>
                  <a:pt x="1153796" y="1347862"/>
                </a:lnTo>
                <a:lnTo>
                  <a:pt x="1153189" y="1347431"/>
                </a:lnTo>
                <a:lnTo>
                  <a:pt x="1152592" y="1346975"/>
                </a:lnTo>
                <a:lnTo>
                  <a:pt x="1152006" y="1346494"/>
                </a:lnTo>
                <a:lnTo>
                  <a:pt x="1151432" y="1345988"/>
                </a:lnTo>
                <a:lnTo>
                  <a:pt x="1150869" y="1345458"/>
                </a:lnTo>
                <a:lnTo>
                  <a:pt x="1150316" y="1344903"/>
                </a:lnTo>
                <a:lnTo>
                  <a:pt x="1149775" y="1344324"/>
                </a:lnTo>
                <a:lnTo>
                  <a:pt x="1149265" y="1343709"/>
                </a:lnTo>
                <a:lnTo>
                  <a:pt x="1148776" y="1343074"/>
                </a:lnTo>
                <a:lnTo>
                  <a:pt x="1148309" y="1342419"/>
                </a:lnTo>
                <a:lnTo>
                  <a:pt x="1147864" y="1341746"/>
                </a:lnTo>
                <a:lnTo>
                  <a:pt x="1147441" y="1341053"/>
                </a:lnTo>
                <a:lnTo>
                  <a:pt x="1147039" y="1340341"/>
                </a:lnTo>
                <a:lnTo>
                  <a:pt x="1146659" y="1339609"/>
                </a:lnTo>
                <a:lnTo>
                  <a:pt x="1146300" y="1338858"/>
                </a:lnTo>
                <a:lnTo>
                  <a:pt x="1145964" y="1338087"/>
                </a:lnTo>
                <a:lnTo>
                  <a:pt x="1145649" y="1337297"/>
                </a:lnTo>
                <a:lnTo>
                  <a:pt x="1145355" y="1336488"/>
                </a:lnTo>
                <a:lnTo>
                  <a:pt x="1145084" y="1335660"/>
                </a:lnTo>
                <a:lnTo>
                  <a:pt x="1144834" y="1334812"/>
                </a:lnTo>
                <a:lnTo>
                  <a:pt x="1144606" y="1333944"/>
                </a:lnTo>
                <a:lnTo>
                  <a:pt x="1144400" y="1333058"/>
                </a:lnTo>
                <a:lnTo>
                  <a:pt x="1144215" y="1332151"/>
                </a:lnTo>
                <a:lnTo>
                  <a:pt x="1144052" y="1331226"/>
                </a:lnTo>
                <a:lnTo>
                  <a:pt x="1143911" y="1330281"/>
                </a:lnTo>
                <a:lnTo>
                  <a:pt x="1143791" y="1329317"/>
                </a:lnTo>
                <a:lnTo>
                  <a:pt x="1143694" y="1328333"/>
                </a:lnTo>
                <a:lnTo>
                  <a:pt x="1143618" y="1327330"/>
                </a:lnTo>
                <a:lnTo>
                  <a:pt x="1143563" y="1326308"/>
                </a:lnTo>
                <a:lnTo>
                  <a:pt x="1143531" y="1325266"/>
                </a:lnTo>
                <a:lnTo>
                  <a:pt x="1143520" y="1324205"/>
                </a:lnTo>
                <a:lnTo>
                  <a:pt x="1143520" y="1312878"/>
                </a:lnTo>
                <a:lnTo>
                  <a:pt x="1143531" y="1311817"/>
                </a:lnTo>
                <a:lnTo>
                  <a:pt x="1143563" y="1310776"/>
                </a:lnTo>
                <a:lnTo>
                  <a:pt x="1143618" y="1309755"/>
                </a:lnTo>
                <a:lnTo>
                  <a:pt x="1143694" y="1308754"/>
                </a:lnTo>
                <a:lnTo>
                  <a:pt x="1143791" y="1307773"/>
                </a:lnTo>
                <a:lnTo>
                  <a:pt x="1143911" y="1306812"/>
                </a:lnTo>
                <a:lnTo>
                  <a:pt x="1144052" y="1305871"/>
                </a:lnTo>
                <a:lnTo>
                  <a:pt x="1144215" y="1304950"/>
                </a:lnTo>
                <a:lnTo>
                  <a:pt x="1144400" y="1304049"/>
                </a:lnTo>
                <a:lnTo>
                  <a:pt x="1144606" y="1303168"/>
                </a:lnTo>
                <a:lnTo>
                  <a:pt x="1144834" y="1302307"/>
                </a:lnTo>
                <a:lnTo>
                  <a:pt x="1145084" y="1301466"/>
                </a:lnTo>
                <a:lnTo>
                  <a:pt x="1145355" y="1300644"/>
                </a:lnTo>
                <a:lnTo>
                  <a:pt x="1145649" y="1299843"/>
                </a:lnTo>
                <a:lnTo>
                  <a:pt x="1145964" y="1299062"/>
                </a:lnTo>
                <a:lnTo>
                  <a:pt x="1146300" y="1298300"/>
                </a:lnTo>
                <a:lnTo>
                  <a:pt x="1146659" y="1297559"/>
                </a:lnTo>
                <a:lnTo>
                  <a:pt x="1147039" y="1296837"/>
                </a:lnTo>
                <a:lnTo>
                  <a:pt x="1147441" y="1296136"/>
                </a:lnTo>
                <a:lnTo>
                  <a:pt x="1147864" y="1295454"/>
                </a:lnTo>
                <a:lnTo>
                  <a:pt x="1148309" y="1294793"/>
                </a:lnTo>
                <a:lnTo>
                  <a:pt x="1148776" y="1294151"/>
                </a:lnTo>
                <a:lnTo>
                  <a:pt x="1149265" y="1293529"/>
                </a:lnTo>
                <a:lnTo>
                  <a:pt x="1149775" y="1292928"/>
                </a:lnTo>
                <a:lnTo>
                  <a:pt x="1150316" y="1292334"/>
                </a:lnTo>
                <a:lnTo>
                  <a:pt x="1150869" y="1291767"/>
                </a:lnTo>
                <a:lnTo>
                  <a:pt x="1151432" y="1291224"/>
                </a:lnTo>
                <a:lnTo>
                  <a:pt x="1152006" y="1290706"/>
                </a:lnTo>
                <a:lnTo>
                  <a:pt x="1152592" y="1290214"/>
                </a:lnTo>
                <a:lnTo>
                  <a:pt x="1153189" y="1289747"/>
                </a:lnTo>
                <a:lnTo>
                  <a:pt x="1153796" y="1289305"/>
                </a:lnTo>
                <a:lnTo>
                  <a:pt x="1154415" y="1288889"/>
                </a:lnTo>
                <a:lnTo>
                  <a:pt x="1155046" y="1288498"/>
                </a:lnTo>
                <a:lnTo>
                  <a:pt x="1155687" y="1288132"/>
                </a:lnTo>
                <a:lnTo>
                  <a:pt x="1156340" y="1287791"/>
                </a:lnTo>
                <a:lnTo>
                  <a:pt x="1157003" y="1287475"/>
                </a:lnTo>
                <a:lnTo>
                  <a:pt x="1157678" y="1287185"/>
                </a:lnTo>
                <a:lnTo>
                  <a:pt x="1158364" y="1286920"/>
                </a:lnTo>
                <a:lnTo>
                  <a:pt x="1159061" y="1286680"/>
                </a:lnTo>
                <a:lnTo>
                  <a:pt x="1159769" y="1286466"/>
                </a:lnTo>
                <a:lnTo>
                  <a:pt x="1160489" y="1286276"/>
                </a:lnTo>
                <a:lnTo>
                  <a:pt x="1161219" y="1286112"/>
                </a:lnTo>
                <a:lnTo>
                  <a:pt x="1161961" y="1285973"/>
                </a:lnTo>
                <a:lnTo>
                  <a:pt x="1162714" y="1285860"/>
                </a:lnTo>
                <a:lnTo>
                  <a:pt x="1163478" y="1285771"/>
                </a:lnTo>
                <a:lnTo>
                  <a:pt x="1164253" y="1285708"/>
                </a:lnTo>
                <a:lnTo>
                  <a:pt x="1165040" y="1285671"/>
                </a:lnTo>
                <a:lnTo>
                  <a:pt x="1165837" y="1285658"/>
                </a:lnTo>
                <a:lnTo>
                  <a:pt x="1166648" y="1285671"/>
                </a:lnTo>
                <a:lnTo>
                  <a:pt x="1167447" y="1285708"/>
                </a:lnTo>
                <a:lnTo>
                  <a:pt x="1168233" y="1285771"/>
                </a:lnTo>
                <a:lnTo>
                  <a:pt x="1169007" y="1285860"/>
                </a:lnTo>
                <a:lnTo>
                  <a:pt x="1169769" y="1285973"/>
                </a:lnTo>
                <a:lnTo>
                  <a:pt x="1170518" y="1286112"/>
                </a:lnTo>
                <a:lnTo>
                  <a:pt x="1171255" y="1286276"/>
                </a:lnTo>
                <a:lnTo>
                  <a:pt x="1171980" y="1286466"/>
                </a:lnTo>
                <a:lnTo>
                  <a:pt x="1172692" y="1286680"/>
                </a:lnTo>
                <a:lnTo>
                  <a:pt x="1173392" y="1286920"/>
                </a:lnTo>
                <a:lnTo>
                  <a:pt x="1174080" y="1287185"/>
                </a:lnTo>
                <a:lnTo>
                  <a:pt x="1174755" y="1287475"/>
                </a:lnTo>
                <a:lnTo>
                  <a:pt x="1175418" y="1287791"/>
                </a:lnTo>
                <a:lnTo>
                  <a:pt x="1176069" y="1288132"/>
                </a:lnTo>
                <a:lnTo>
                  <a:pt x="1176707" y="1288498"/>
                </a:lnTo>
                <a:lnTo>
                  <a:pt x="1177334" y="1288889"/>
                </a:lnTo>
                <a:lnTo>
                  <a:pt x="1177947" y="1289305"/>
                </a:lnTo>
                <a:lnTo>
                  <a:pt x="1178549" y="1289747"/>
                </a:lnTo>
                <a:lnTo>
                  <a:pt x="1179138" y="1290214"/>
                </a:lnTo>
                <a:lnTo>
                  <a:pt x="1179715" y="1290706"/>
                </a:lnTo>
                <a:lnTo>
                  <a:pt x="1180279" y="1291224"/>
                </a:lnTo>
                <a:lnTo>
                  <a:pt x="1180831" y="1291767"/>
                </a:lnTo>
                <a:lnTo>
                  <a:pt x="1181371" y="1292334"/>
                </a:lnTo>
                <a:lnTo>
                  <a:pt x="1181898" y="1292928"/>
                </a:lnTo>
                <a:lnTo>
                  <a:pt x="1182409" y="1293529"/>
                </a:lnTo>
                <a:lnTo>
                  <a:pt x="1182897" y="1294151"/>
                </a:lnTo>
                <a:lnTo>
                  <a:pt x="1183364" y="1294793"/>
                </a:lnTo>
                <a:lnTo>
                  <a:pt x="1183810" y="1295454"/>
                </a:lnTo>
                <a:lnTo>
                  <a:pt x="1184233" y="1296136"/>
                </a:lnTo>
                <a:lnTo>
                  <a:pt x="1184635" y="1296837"/>
                </a:lnTo>
                <a:lnTo>
                  <a:pt x="1185015" y="1297559"/>
                </a:lnTo>
                <a:lnTo>
                  <a:pt x="1185374" y="1298300"/>
                </a:lnTo>
                <a:lnTo>
                  <a:pt x="1185710" y="1299062"/>
                </a:lnTo>
                <a:lnTo>
                  <a:pt x="1186025" y="1299843"/>
                </a:lnTo>
                <a:lnTo>
                  <a:pt x="1186318" y="1300644"/>
                </a:lnTo>
                <a:lnTo>
                  <a:pt x="1186590" y="1301466"/>
                </a:lnTo>
                <a:lnTo>
                  <a:pt x="1186840" y="1302307"/>
                </a:lnTo>
                <a:lnTo>
                  <a:pt x="1187068" y="1303168"/>
                </a:lnTo>
                <a:lnTo>
                  <a:pt x="1187274" y="1304049"/>
                </a:lnTo>
                <a:lnTo>
                  <a:pt x="1187459" y="1304950"/>
                </a:lnTo>
                <a:lnTo>
                  <a:pt x="1187622" y="1305871"/>
                </a:lnTo>
                <a:lnTo>
                  <a:pt x="1187763" y="1306812"/>
                </a:lnTo>
                <a:lnTo>
                  <a:pt x="1187882" y="1307773"/>
                </a:lnTo>
                <a:lnTo>
                  <a:pt x="1187980" y="1308754"/>
                </a:lnTo>
                <a:lnTo>
                  <a:pt x="1188056" y="1309755"/>
                </a:lnTo>
                <a:lnTo>
                  <a:pt x="1188110" y="1310776"/>
                </a:lnTo>
                <a:lnTo>
                  <a:pt x="1188143" y="1311817"/>
                </a:lnTo>
                <a:lnTo>
                  <a:pt x="1188154" y="1312878"/>
                </a:lnTo>
                <a:lnTo>
                  <a:pt x="1188154" y="1324205"/>
                </a:lnTo>
                <a:lnTo>
                  <a:pt x="1188143" y="1325266"/>
                </a:lnTo>
                <a:lnTo>
                  <a:pt x="1188110" y="1326308"/>
                </a:lnTo>
                <a:lnTo>
                  <a:pt x="1188056" y="1327330"/>
                </a:lnTo>
                <a:lnTo>
                  <a:pt x="1187980" y="1328333"/>
                </a:lnTo>
                <a:lnTo>
                  <a:pt x="1187882" y="1329317"/>
                </a:lnTo>
                <a:lnTo>
                  <a:pt x="1187763" y="1330281"/>
                </a:lnTo>
                <a:lnTo>
                  <a:pt x="1187622" y="1331226"/>
                </a:lnTo>
                <a:lnTo>
                  <a:pt x="1187459" y="1332151"/>
                </a:lnTo>
                <a:lnTo>
                  <a:pt x="1187274" y="1333058"/>
                </a:lnTo>
                <a:lnTo>
                  <a:pt x="1187068" y="1333944"/>
                </a:lnTo>
                <a:lnTo>
                  <a:pt x="1186840" y="1334812"/>
                </a:lnTo>
                <a:lnTo>
                  <a:pt x="1186590" y="1335660"/>
                </a:lnTo>
                <a:lnTo>
                  <a:pt x="1186318" y="1336488"/>
                </a:lnTo>
                <a:lnTo>
                  <a:pt x="1186025" y="1337297"/>
                </a:lnTo>
                <a:lnTo>
                  <a:pt x="1185710" y="1338087"/>
                </a:lnTo>
                <a:lnTo>
                  <a:pt x="1185374" y="1338858"/>
                </a:lnTo>
                <a:lnTo>
                  <a:pt x="1185015" y="1339609"/>
                </a:lnTo>
                <a:lnTo>
                  <a:pt x="1184635" y="1340341"/>
                </a:lnTo>
                <a:lnTo>
                  <a:pt x="1184233" y="1341053"/>
                </a:lnTo>
                <a:lnTo>
                  <a:pt x="1183810" y="1341746"/>
                </a:lnTo>
                <a:lnTo>
                  <a:pt x="1183364" y="1342419"/>
                </a:lnTo>
                <a:lnTo>
                  <a:pt x="1182897" y="1343074"/>
                </a:lnTo>
                <a:lnTo>
                  <a:pt x="1182409" y="1343709"/>
                </a:lnTo>
                <a:lnTo>
                  <a:pt x="1181898" y="1344324"/>
                </a:lnTo>
                <a:lnTo>
                  <a:pt x="1181371" y="1344903"/>
                </a:lnTo>
                <a:lnTo>
                  <a:pt x="1180831" y="1345458"/>
                </a:lnTo>
                <a:lnTo>
                  <a:pt x="1180279" y="1345988"/>
                </a:lnTo>
                <a:lnTo>
                  <a:pt x="1179715" y="1346494"/>
                </a:lnTo>
                <a:lnTo>
                  <a:pt x="1179138" y="1346975"/>
                </a:lnTo>
                <a:lnTo>
                  <a:pt x="1178549" y="1347431"/>
                </a:lnTo>
                <a:lnTo>
                  <a:pt x="1177947" y="1347862"/>
                </a:lnTo>
                <a:lnTo>
                  <a:pt x="1177334" y="1348269"/>
                </a:lnTo>
                <a:lnTo>
                  <a:pt x="1176707" y="1348651"/>
                </a:lnTo>
                <a:lnTo>
                  <a:pt x="1176069" y="1349009"/>
                </a:lnTo>
                <a:lnTo>
                  <a:pt x="1175418" y="1349342"/>
                </a:lnTo>
                <a:lnTo>
                  <a:pt x="1174755" y="1349650"/>
                </a:lnTo>
                <a:lnTo>
                  <a:pt x="1174080" y="1349933"/>
                </a:lnTo>
                <a:lnTo>
                  <a:pt x="1173392" y="1350192"/>
                </a:lnTo>
                <a:lnTo>
                  <a:pt x="1172692" y="1350426"/>
                </a:lnTo>
                <a:lnTo>
                  <a:pt x="1171980" y="1350636"/>
                </a:lnTo>
                <a:lnTo>
                  <a:pt x="1171255" y="1350821"/>
                </a:lnTo>
                <a:lnTo>
                  <a:pt x="1170518" y="1350981"/>
                </a:lnTo>
                <a:lnTo>
                  <a:pt x="1169769" y="1351117"/>
                </a:lnTo>
                <a:lnTo>
                  <a:pt x="1169007" y="1351228"/>
                </a:lnTo>
                <a:lnTo>
                  <a:pt x="1168233" y="1351314"/>
                </a:lnTo>
                <a:lnTo>
                  <a:pt x="1167447" y="1351376"/>
                </a:lnTo>
                <a:lnTo>
                  <a:pt x="1166648" y="1351413"/>
                </a:lnTo>
                <a:lnTo>
                  <a:pt x="1165837" y="1351425"/>
                </a:lnTo>
                <a:lnTo>
                  <a:pt x="1165040" y="1351413"/>
                </a:lnTo>
                <a:lnTo>
                  <a:pt x="1164253" y="1351376"/>
                </a:lnTo>
                <a:lnTo>
                  <a:pt x="1163478" y="1351314"/>
                </a:lnTo>
                <a:lnTo>
                  <a:pt x="1162714" y="1351228"/>
                </a:lnTo>
                <a:lnTo>
                  <a:pt x="1161961" y="1351117"/>
                </a:lnTo>
                <a:lnTo>
                  <a:pt x="1161219" y="1350981"/>
                </a:lnTo>
                <a:lnTo>
                  <a:pt x="1160489" y="1350821"/>
                </a:lnTo>
                <a:lnTo>
                  <a:pt x="1159769" y="1350636"/>
                </a:lnTo>
                <a:close/>
                <a:moveTo>
                  <a:pt x="1466240" y="1361738"/>
                </a:moveTo>
                <a:lnTo>
                  <a:pt x="1483147" y="1361738"/>
                </a:lnTo>
                <a:lnTo>
                  <a:pt x="1512395" y="1361738"/>
                </a:lnTo>
                <a:lnTo>
                  <a:pt x="1512395" y="1348720"/>
                </a:lnTo>
                <a:lnTo>
                  <a:pt x="1483147" y="1348720"/>
                </a:lnTo>
                <a:lnTo>
                  <a:pt x="1483147" y="1275345"/>
                </a:lnTo>
                <a:lnTo>
                  <a:pt x="1435301" y="1275345"/>
                </a:lnTo>
                <a:lnTo>
                  <a:pt x="1435301" y="1288532"/>
                </a:lnTo>
                <a:lnTo>
                  <a:pt x="1466240" y="1288532"/>
                </a:lnTo>
                <a:lnTo>
                  <a:pt x="1466240" y="1348720"/>
                </a:lnTo>
                <a:lnTo>
                  <a:pt x="1435301" y="1348720"/>
                </a:lnTo>
                <a:lnTo>
                  <a:pt x="1435301" y="1361738"/>
                </a:lnTo>
                <a:lnTo>
                  <a:pt x="1466240" y="1361738"/>
                </a:lnTo>
                <a:close/>
                <a:moveTo>
                  <a:pt x="1326319" y="1371375"/>
                </a:moveTo>
                <a:lnTo>
                  <a:pt x="1326319" y="1383548"/>
                </a:lnTo>
                <a:lnTo>
                  <a:pt x="1410852" y="1383548"/>
                </a:lnTo>
                <a:lnTo>
                  <a:pt x="1410852" y="1371375"/>
                </a:lnTo>
                <a:lnTo>
                  <a:pt x="1326319" y="1371375"/>
                </a:lnTo>
                <a:close/>
                <a:moveTo>
                  <a:pt x="1160427" y="1768914"/>
                </a:moveTo>
                <a:lnTo>
                  <a:pt x="1160427" y="1744061"/>
                </a:lnTo>
                <a:lnTo>
                  <a:pt x="1145887" y="1744061"/>
                </a:lnTo>
                <a:lnTo>
                  <a:pt x="1145887" y="1768914"/>
                </a:lnTo>
                <a:lnTo>
                  <a:pt x="1149775" y="1791062"/>
                </a:lnTo>
                <a:lnTo>
                  <a:pt x="1156538" y="1791062"/>
                </a:lnTo>
                <a:lnTo>
                  <a:pt x="1160427" y="1768914"/>
                </a:lnTo>
                <a:close/>
                <a:moveTo>
                  <a:pt x="1185618" y="1768914"/>
                </a:moveTo>
                <a:lnTo>
                  <a:pt x="1185618" y="1744061"/>
                </a:lnTo>
                <a:lnTo>
                  <a:pt x="1171078" y="1744061"/>
                </a:lnTo>
                <a:lnTo>
                  <a:pt x="1171078" y="1768914"/>
                </a:lnTo>
                <a:lnTo>
                  <a:pt x="1174967" y="1791062"/>
                </a:lnTo>
                <a:lnTo>
                  <a:pt x="1181729" y="1791062"/>
                </a:lnTo>
                <a:lnTo>
                  <a:pt x="1185618" y="1768914"/>
                </a:lnTo>
                <a:close/>
                <a:moveTo>
                  <a:pt x="881608" y="1861582"/>
                </a:moveTo>
                <a:lnTo>
                  <a:pt x="882129" y="1861542"/>
                </a:lnTo>
                <a:lnTo>
                  <a:pt x="882650" y="1861497"/>
                </a:lnTo>
                <a:lnTo>
                  <a:pt x="883172" y="1861448"/>
                </a:lnTo>
                <a:lnTo>
                  <a:pt x="883693" y="1861394"/>
                </a:lnTo>
                <a:lnTo>
                  <a:pt x="884214" y="1861335"/>
                </a:lnTo>
                <a:lnTo>
                  <a:pt x="884735" y="1861272"/>
                </a:lnTo>
                <a:lnTo>
                  <a:pt x="885257" y="1861204"/>
                </a:lnTo>
                <a:lnTo>
                  <a:pt x="885778" y="1861131"/>
                </a:lnTo>
                <a:lnTo>
                  <a:pt x="886299" y="1861053"/>
                </a:lnTo>
                <a:lnTo>
                  <a:pt x="886821" y="1860971"/>
                </a:lnTo>
                <a:lnTo>
                  <a:pt x="887342" y="1860884"/>
                </a:lnTo>
                <a:lnTo>
                  <a:pt x="887863" y="1860793"/>
                </a:lnTo>
                <a:lnTo>
                  <a:pt x="888384" y="1860696"/>
                </a:lnTo>
                <a:lnTo>
                  <a:pt x="888906" y="1860595"/>
                </a:lnTo>
                <a:lnTo>
                  <a:pt x="889427" y="1860490"/>
                </a:lnTo>
                <a:lnTo>
                  <a:pt x="889948" y="1860379"/>
                </a:lnTo>
                <a:lnTo>
                  <a:pt x="890466" y="1860279"/>
                </a:lnTo>
                <a:lnTo>
                  <a:pt x="890976" y="1860174"/>
                </a:lnTo>
                <a:lnTo>
                  <a:pt x="891478" y="1860065"/>
                </a:lnTo>
                <a:lnTo>
                  <a:pt x="891972" y="1859952"/>
                </a:lnTo>
                <a:lnTo>
                  <a:pt x="892459" y="1859835"/>
                </a:lnTo>
                <a:lnTo>
                  <a:pt x="892939" y="1859714"/>
                </a:lnTo>
                <a:lnTo>
                  <a:pt x="893410" y="1859588"/>
                </a:lnTo>
                <a:lnTo>
                  <a:pt x="893874" y="1859459"/>
                </a:lnTo>
                <a:lnTo>
                  <a:pt x="894331" y="1859325"/>
                </a:lnTo>
                <a:lnTo>
                  <a:pt x="894780" y="1859188"/>
                </a:lnTo>
                <a:lnTo>
                  <a:pt x="895221" y="1859046"/>
                </a:lnTo>
                <a:lnTo>
                  <a:pt x="895654" y="1858900"/>
                </a:lnTo>
                <a:lnTo>
                  <a:pt x="896080" y="1858750"/>
                </a:lnTo>
                <a:lnTo>
                  <a:pt x="896498" y="1858596"/>
                </a:lnTo>
                <a:lnTo>
                  <a:pt x="896909" y="1858438"/>
                </a:lnTo>
                <a:lnTo>
                  <a:pt x="897312" y="1858275"/>
                </a:lnTo>
                <a:lnTo>
                  <a:pt x="897707" y="1858109"/>
                </a:lnTo>
                <a:lnTo>
                  <a:pt x="898095" y="1857938"/>
                </a:lnTo>
                <a:lnTo>
                  <a:pt x="898475" y="1857764"/>
                </a:lnTo>
                <a:lnTo>
                  <a:pt x="898848" y="1857585"/>
                </a:lnTo>
                <a:lnTo>
                  <a:pt x="899213" y="1857402"/>
                </a:lnTo>
                <a:lnTo>
                  <a:pt x="899570" y="1857215"/>
                </a:lnTo>
                <a:lnTo>
                  <a:pt x="899919" y="1857024"/>
                </a:lnTo>
                <a:lnTo>
                  <a:pt x="900261" y="1856829"/>
                </a:lnTo>
                <a:lnTo>
                  <a:pt x="900261" y="1843811"/>
                </a:lnTo>
                <a:lnTo>
                  <a:pt x="899963" y="1843951"/>
                </a:lnTo>
                <a:lnTo>
                  <a:pt x="899661" y="1844091"/>
                </a:lnTo>
                <a:lnTo>
                  <a:pt x="899355" y="1844231"/>
                </a:lnTo>
                <a:lnTo>
                  <a:pt x="899045" y="1844370"/>
                </a:lnTo>
                <a:lnTo>
                  <a:pt x="898731" y="1844508"/>
                </a:lnTo>
                <a:lnTo>
                  <a:pt x="898412" y="1844645"/>
                </a:lnTo>
                <a:lnTo>
                  <a:pt x="898090" y="1844783"/>
                </a:lnTo>
                <a:lnTo>
                  <a:pt x="897763" y="1844919"/>
                </a:lnTo>
                <a:lnTo>
                  <a:pt x="897432" y="1845055"/>
                </a:lnTo>
                <a:lnTo>
                  <a:pt x="897097" y="1845190"/>
                </a:lnTo>
                <a:lnTo>
                  <a:pt x="896758" y="1845325"/>
                </a:lnTo>
                <a:lnTo>
                  <a:pt x="896415" y="1845459"/>
                </a:lnTo>
                <a:lnTo>
                  <a:pt x="896068" y="1845593"/>
                </a:lnTo>
                <a:lnTo>
                  <a:pt x="895716" y="1845726"/>
                </a:lnTo>
                <a:lnTo>
                  <a:pt x="895361" y="1845858"/>
                </a:lnTo>
                <a:lnTo>
                  <a:pt x="895001" y="1845990"/>
                </a:lnTo>
                <a:lnTo>
                  <a:pt x="894638" y="1846121"/>
                </a:lnTo>
                <a:lnTo>
                  <a:pt x="894270" y="1846252"/>
                </a:lnTo>
                <a:lnTo>
                  <a:pt x="893898" y="1846382"/>
                </a:lnTo>
                <a:lnTo>
                  <a:pt x="893522" y="1846511"/>
                </a:lnTo>
                <a:lnTo>
                  <a:pt x="893142" y="1846640"/>
                </a:lnTo>
                <a:lnTo>
                  <a:pt x="892758" y="1846768"/>
                </a:lnTo>
                <a:lnTo>
                  <a:pt x="892370" y="1846896"/>
                </a:lnTo>
                <a:lnTo>
                  <a:pt x="891977" y="1847023"/>
                </a:lnTo>
                <a:lnTo>
                  <a:pt x="891595" y="1847133"/>
                </a:lnTo>
                <a:lnTo>
                  <a:pt x="891210" y="1847239"/>
                </a:lnTo>
                <a:lnTo>
                  <a:pt x="890823" y="1847340"/>
                </a:lnTo>
                <a:lnTo>
                  <a:pt x="890432" y="1847436"/>
                </a:lnTo>
                <a:lnTo>
                  <a:pt x="890038" y="1847528"/>
                </a:lnTo>
                <a:lnTo>
                  <a:pt x="889642" y="1847615"/>
                </a:lnTo>
                <a:lnTo>
                  <a:pt x="889242" y="1847697"/>
                </a:lnTo>
                <a:lnTo>
                  <a:pt x="888840" y="1847774"/>
                </a:lnTo>
                <a:lnTo>
                  <a:pt x="888435" y="1847847"/>
                </a:lnTo>
                <a:lnTo>
                  <a:pt x="888026" y="1847915"/>
                </a:lnTo>
                <a:lnTo>
                  <a:pt x="887615" y="1847979"/>
                </a:lnTo>
                <a:lnTo>
                  <a:pt x="887201" y="1848037"/>
                </a:lnTo>
                <a:lnTo>
                  <a:pt x="886784" y="1848091"/>
                </a:lnTo>
                <a:lnTo>
                  <a:pt x="886364" y="1848141"/>
                </a:lnTo>
                <a:lnTo>
                  <a:pt x="885941" y="1848185"/>
                </a:lnTo>
                <a:lnTo>
                  <a:pt x="885515" y="1848225"/>
                </a:lnTo>
                <a:lnTo>
                  <a:pt x="885086" y="1848260"/>
                </a:lnTo>
                <a:lnTo>
                  <a:pt x="884654" y="1848291"/>
                </a:lnTo>
                <a:lnTo>
                  <a:pt x="884220" y="1848317"/>
                </a:lnTo>
                <a:lnTo>
                  <a:pt x="883782" y="1848338"/>
                </a:lnTo>
                <a:lnTo>
                  <a:pt x="883341" y="1848354"/>
                </a:lnTo>
                <a:lnTo>
                  <a:pt x="882898" y="1848366"/>
                </a:lnTo>
                <a:lnTo>
                  <a:pt x="882451" y="1848373"/>
                </a:lnTo>
                <a:lnTo>
                  <a:pt x="882002" y="1848375"/>
                </a:lnTo>
                <a:lnTo>
                  <a:pt x="881429" y="1848373"/>
                </a:lnTo>
                <a:lnTo>
                  <a:pt x="880863" y="1848364"/>
                </a:lnTo>
                <a:lnTo>
                  <a:pt x="880306" y="1848349"/>
                </a:lnTo>
                <a:lnTo>
                  <a:pt x="879757" y="1848329"/>
                </a:lnTo>
                <a:lnTo>
                  <a:pt x="879217" y="1848302"/>
                </a:lnTo>
                <a:lnTo>
                  <a:pt x="878684" y="1848270"/>
                </a:lnTo>
                <a:lnTo>
                  <a:pt x="878160" y="1848232"/>
                </a:lnTo>
                <a:lnTo>
                  <a:pt x="877644" y="1848188"/>
                </a:lnTo>
                <a:lnTo>
                  <a:pt x="877136" y="1848138"/>
                </a:lnTo>
                <a:lnTo>
                  <a:pt x="876637" y="1848082"/>
                </a:lnTo>
                <a:lnTo>
                  <a:pt x="876145" y="1848020"/>
                </a:lnTo>
                <a:lnTo>
                  <a:pt x="875662" y="1847953"/>
                </a:lnTo>
                <a:lnTo>
                  <a:pt x="875187" y="1847879"/>
                </a:lnTo>
                <a:lnTo>
                  <a:pt x="874720" y="1847800"/>
                </a:lnTo>
                <a:lnTo>
                  <a:pt x="874262" y="1847715"/>
                </a:lnTo>
                <a:lnTo>
                  <a:pt x="873812" y="1847624"/>
                </a:lnTo>
                <a:lnTo>
                  <a:pt x="873370" y="1847527"/>
                </a:lnTo>
                <a:lnTo>
                  <a:pt x="872936" y="1847425"/>
                </a:lnTo>
                <a:lnTo>
                  <a:pt x="872510" y="1847316"/>
                </a:lnTo>
                <a:lnTo>
                  <a:pt x="872093" y="1847201"/>
                </a:lnTo>
                <a:lnTo>
                  <a:pt x="871684" y="1847081"/>
                </a:lnTo>
                <a:lnTo>
                  <a:pt x="871283" y="1846955"/>
                </a:lnTo>
                <a:lnTo>
                  <a:pt x="870890" y="1846823"/>
                </a:lnTo>
                <a:lnTo>
                  <a:pt x="870506" y="1846685"/>
                </a:lnTo>
                <a:lnTo>
                  <a:pt x="870129" y="1846540"/>
                </a:lnTo>
                <a:lnTo>
                  <a:pt x="869760" y="1846389"/>
                </a:lnTo>
                <a:lnTo>
                  <a:pt x="869399" y="1846230"/>
                </a:lnTo>
                <a:lnTo>
                  <a:pt x="869045" y="1846065"/>
                </a:lnTo>
                <a:lnTo>
                  <a:pt x="868699" y="1845892"/>
                </a:lnTo>
                <a:lnTo>
                  <a:pt x="868361" y="1845713"/>
                </a:lnTo>
                <a:lnTo>
                  <a:pt x="868030" y="1845526"/>
                </a:lnTo>
                <a:lnTo>
                  <a:pt x="867707" y="1845332"/>
                </a:lnTo>
                <a:lnTo>
                  <a:pt x="867391" y="1845131"/>
                </a:lnTo>
                <a:lnTo>
                  <a:pt x="867083" y="1844924"/>
                </a:lnTo>
                <a:lnTo>
                  <a:pt x="866783" y="1844709"/>
                </a:lnTo>
                <a:lnTo>
                  <a:pt x="866490" y="1844487"/>
                </a:lnTo>
                <a:lnTo>
                  <a:pt x="866205" y="1844258"/>
                </a:lnTo>
                <a:lnTo>
                  <a:pt x="865928" y="1844022"/>
                </a:lnTo>
                <a:lnTo>
                  <a:pt x="865658" y="1843779"/>
                </a:lnTo>
                <a:lnTo>
                  <a:pt x="865396" y="1843529"/>
                </a:lnTo>
                <a:lnTo>
                  <a:pt x="865142" y="1843272"/>
                </a:lnTo>
                <a:lnTo>
                  <a:pt x="864895" y="1843008"/>
                </a:lnTo>
                <a:lnTo>
                  <a:pt x="864655" y="1842736"/>
                </a:lnTo>
                <a:lnTo>
                  <a:pt x="864424" y="1842458"/>
                </a:lnTo>
                <a:lnTo>
                  <a:pt x="864200" y="1842173"/>
                </a:lnTo>
                <a:lnTo>
                  <a:pt x="863984" y="1841880"/>
                </a:lnTo>
                <a:lnTo>
                  <a:pt x="863775" y="1841581"/>
                </a:lnTo>
                <a:lnTo>
                  <a:pt x="863574" y="1841275"/>
                </a:lnTo>
                <a:lnTo>
                  <a:pt x="863381" y="1840961"/>
                </a:lnTo>
                <a:lnTo>
                  <a:pt x="863196" y="1840641"/>
                </a:lnTo>
                <a:lnTo>
                  <a:pt x="863019" y="1840313"/>
                </a:lnTo>
                <a:lnTo>
                  <a:pt x="862851" y="1839978"/>
                </a:lnTo>
                <a:lnTo>
                  <a:pt x="862690" y="1839637"/>
                </a:lnTo>
                <a:lnTo>
                  <a:pt x="862538" y="1839288"/>
                </a:lnTo>
                <a:lnTo>
                  <a:pt x="862395" y="1838932"/>
                </a:lnTo>
                <a:lnTo>
                  <a:pt x="862259" y="1838570"/>
                </a:lnTo>
                <a:lnTo>
                  <a:pt x="862132" y="1838200"/>
                </a:lnTo>
                <a:lnTo>
                  <a:pt x="862012" y="1837823"/>
                </a:lnTo>
                <a:lnTo>
                  <a:pt x="861901" y="1837439"/>
                </a:lnTo>
                <a:lnTo>
                  <a:pt x="861799" y="1837048"/>
                </a:lnTo>
                <a:lnTo>
                  <a:pt x="861704" y="1836650"/>
                </a:lnTo>
                <a:lnTo>
                  <a:pt x="861618" y="1836245"/>
                </a:lnTo>
                <a:lnTo>
                  <a:pt x="861540" y="1835833"/>
                </a:lnTo>
                <a:lnTo>
                  <a:pt x="861470" y="1835414"/>
                </a:lnTo>
                <a:lnTo>
                  <a:pt x="861408" y="1834987"/>
                </a:lnTo>
                <a:lnTo>
                  <a:pt x="861355" y="1834554"/>
                </a:lnTo>
                <a:lnTo>
                  <a:pt x="861310" y="1834114"/>
                </a:lnTo>
                <a:lnTo>
                  <a:pt x="861273" y="1833667"/>
                </a:lnTo>
                <a:lnTo>
                  <a:pt x="861244" y="1833212"/>
                </a:lnTo>
                <a:lnTo>
                  <a:pt x="861223" y="1832751"/>
                </a:lnTo>
                <a:lnTo>
                  <a:pt x="861211" y="1832282"/>
                </a:lnTo>
                <a:lnTo>
                  <a:pt x="861207" y="1831807"/>
                </a:lnTo>
                <a:lnTo>
                  <a:pt x="861207" y="1786835"/>
                </a:lnTo>
                <a:lnTo>
                  <a:pt x="900261" y="1786835"/>
                </a:lnTo>
                <a:lnTo>
                  <a:pt x="900261" y="1773648"/>
                </a:lnTo>
                <a:lnTo>
                  <a:pt x="861207" y="1773648"/>
                </a:lnTo>
                <a:lnTo>
                  <a:pt x="861207" y="1746090"/>
                </a:lnTo>
                <a:lnTo>
                  <a:pt x="850725" y="1746090"/>
                </a:lnTo>
                <a:lnTo>
                  <a:pt x="844807" y="1773648"/>
                </a:lnTo>
                <a:lnTo>
                  <a:pt x="819278" y="1773648"/>
                </a:lnTo>
                <a:lnTo>
                  <a:pt x="819278" y="1786835"/>
                </a:lnTo>
                <a:lnTo>
                  <a:pt x="844300" y="1786835"/>
                </a:lnTo>
                <a:lnTo>
                  <a:pt x="844300" y="1833160"/>
                </a:lnTo>
                <a:lnTo>
                  <a:pt x="844316" y="1834413"/>
                </a:lnTo>
                <a:lnTo>
                  <a:pt x="844362" y="1835637"/>
                </a:lnTo>
                <a:lnTo>
                  <a:pt x="844440" y="1836831"/>
                </a:lnTo>
                <a:lnTo>
                  <a:pt x="844549" y="1837997"/>
                </a:lnTo>
                <a:lnTo>
                  <a:pt x="844689" y="1839133"/>
                </a:lnTo>
                <a:lnTo>
                  <a:pt x="844860" y="1840239"/>
                </a:lnTo>
                <a:lnTo>
                  <a:pt x="845062" y="1841316"/>
                </a:lnTo>
                <a:lnTo>
                  <a:pt x="845296" y="1842364"/>
                </a:lnTo>
                <a:lnTo>
                  <a:pt x="845560" y="1843383"/>
                </a:lnTo>
                <a:lnTo>
                  <a:pt x="845856" y="1844372"/>
                </a:lnTo>
                <a:lnTo>
                  <a:pt x="846182" y="1845332"/>
                </a:lnTo>
                <a:lnTo>
                  <a:pt x="846540" y="1846262"/>
                </a:lnTo>
                <a:lnTo>
                  <a:pt x="846929" y="1847163"/>
                </a:lnTo>
                <a:lnTo>
                  <a:pt x="847349" y="1848035"/>
                </a:lnTo>
                <a:lnTo>
                  <a:pt x="847800" y="1848877"/>
                </a:lnTo>
                <a:lnTo>
                  <a:pt x="848283" y="1849690"/>
                </a:lnTo>
                <a:lnTo>
                  <a:pt x="848796" y="1850474"/>
                </a:lnTo>
                <a:lnTo>
                  <a:pt x="849340" y="1851228"/>
                </a:lnTo>
                <a:lnTo>
                  <a:pt x="849916" y="1851954"/>
                </a:lnTo>
                <a:lnTo>
                  <a:pt x="850523" y="1852649"/>
                </a:lnTo>
                <a:lnTo>
                  <a:pt x="851161" y="1853315"/>
                </a:lnTo>
                <a:lnTo>
                  <a:pt x="851829" y="1853952"/>
                </a:lnTo>
                <a:lnTo>
                  <a:pt x="852530" y="1854560"/>
                </a:lnTo>
                <a:lnTo>
                  <a:pt x="853261" y="1855138"/>
                </a:lnTo>
                <a:lnTo>
                  <a:pt x="854018" y="1855676"/>
                </a:lnTo>
                <a:lnTo>
                  <a:pt x="854798" y="1856191"/>
                </a:lnTo>
                <a:lnTo>
                  <a:pt x="855599" y="1856684"/>
                </a:lnTo>
                <a:lnTo>
                  <a:pt x="856421" y="1857153"/>
                </a:lnTo>
                <a:lnTo>
                  <a:pt x="857266" y="1857599"/>
                </a:lnTo>
                <a:lnTo>
                  <a:pt x="858132" y="1858023"/>
                </a:lnTo>
                <a:lnTo>
                  <a:pt x="859020" y="1858424"/>
                </a:lnTo>
                <a:lnTo>
                  <a:pt x="859929" y="1858801"/>
                </a:lnTo>
                <a:lnTo>
                  <a:pt x="860861" y="1859156"/>
                </a:lnTo>
                <a:lnTo>
                  <a:pt x="861814" y="1859488"/>
                </a:lnTo>
                <a:lnTo>
                  <a:pt x="862789" y="1859797"/>
                </a:lnTo>
                <a:lnTo>
                  <a:pt x="863785" y="1860083"/>
                </a:lnTo>
                <a:lnTo>
                  <a:pt x="864803" y="1860347"/>
                </a:lnTo>
                <a:lnTo>
                  <a:pt x="865843" y="1860587"/>
                </a:lnTo>
                <a:lnTo>
                  <a:pt x="866905" y="1860805"/>
                </a:lnTo>
                <a:lnTo>
                  <a:pt x="867988" y="1860999"/>
                </a:lnTo>
                <a:lnTo>
                  <a:pt x="869093" y="1861171"/>
                </a:lnTo>
                <a:lnTo>
                  <a:pt x="870220" y="1861320"/>
                </a:lnTo>
                <a:lnTo>
                  <a:pt x="871369" y="1861446"/>
                </a:lnTo>
                <a:lnTo>
                  <a:pt x="872539" y="1861549"/>
                </a:lnTo>
                <a:lnTo>
                  <a:pt x="873731" y="1861629"/>
                </a:lnTo>
                <a:lnTo>
                  <a:pt x="874945" y="1861686"/>
                </a:lnTo>
                <a:lnTo>
                  <a:pt x="876180" y="1861720"/>
                </a:lnTo>
                <a:lnTo>
                  <a:pt x="877437" y="1861732"/>
                </a:lnTo>
                <a:lnTo>
                  <a:pt x="877959" y="1861729"/>
                </a:lnTo>
                <a:lnTo>
                  <a:pt x="878480" y="1861722"/>
                </a:lnTo>
                <a:lnTo>
                  <a:pt x="879001" y="1861711"/>
                </a:lnTo>
                <a:lnTo>
                  <a:pt x="879523" y="1861694"/>
                </a:lnTo>
                <a:lnTo>
                  <a:pt x="880044" y="1861673"/>
                </a:lnTo>
                <a:lnTo>
                  <a:pt x="880565" y="1861647"/>
                </a:lnTo>
                <a:lnTo>
                  <a:pt x="881086" y="1861617"/>
                </a:lnTo>
                <a:lnTo>
                  <a:pt x="881608" y="1861582"/>
                </a:lnTo>
                <a:close/>
                <a:moveTo>
                  <a:pt x="1071000" y="1861412"/>
                </a:moveTo>
                <a:lnTo>
                  <a:pt x="1071909" y="1861328"/>
                </a:lnTo>
                <a:lnTo>
                  <a:pt x="1072807" y="1861233"/>
                </a:lnTo>
                <a:lnTo>
                  <a:pt x="1073692" y="1861128"/>
                </a:lnTo>
                <a:lnTo>
                  <a:pt x="1074564" y="1861013"/>
                </a:lnTo>
                <a:lnTo>
                  <a:pt x="1075425" y="1860889"/>
                </a:lnTo>
                <a:lnTo>
                  <a:pt x="1076273" y="1860754"/>
                </a:lnTo>
                <a:lnTo>
                  <a:pt x="1077108" y="1860609"/>
                </a:lnTo>
                <a:lnTo>
                  <a:pt x="1077932" y="1860454"/>
                </a:lnTo>
                <a:lnTo>
                  <a:pt x="1078743" y="1860290"/>
                </a:lnTo>
                <a:lnTo>
                  <a:pt x="1079541" y="1860115"/>
                </a:lnTo>
                <a:lnTo>
                  <a:pt x="1080328" y="1859931"/>
                </a:lnTo>
                <a:lnTo>
                  <a:pt x="1081102" y="1859736"/>
                </a:lnTo>
                <a:lnTo>
                  <a:pt x="1081863" y="1859531"/>
                </a:lnTo>
                <a:lnTo>
                  <a:pt x="1082613" y="1859317"/>
                </a:lnTo>
                <a:lnTo>
                  <a:pt x="1083350" y="1859092"/>
                </a:lnTo>
                <a:lnTo>
                  <a:pt x="1084074" y="1858858"/>
                </a:lnTo>
                <a:lnTo>
                  <a:pt x="1084800" y="1858613"/>
                </a:lnTo>
                <a:lnTo>
                  <a:pt x="1085510" y="1858358"/>
                </a:lnTo>
                <a:lnTo>
                  <a:pt x="1086206" y="1858092"/>
                </a:lnTo>
                <a:lnTo>
                  <a:pt x="1086887" y="1857815"/>
                </a:lnTo>
                <a:lnTo>
                  <a:pt x="1087554" y="1857528"/>
                </a:lnTo>
                <a:lnTo>
                  <a:pt x="1088206" y="1857230"/>
                </a:lnTo>
                <a:lnTo>
                  <a:pt x="1088843" y="1856922"/>
                </a:lnTo>
                <a:lnTo>
                  <a:pt x="1089466" y="1856603"/>
                </a:lnTo>
                <a:lnTo>
                  <a:pt x="1090074" y="1856274"/>
                </a:lnTo>
                <a:lnTo>
                  <a:pt x="1090667" y="1855934"/>
                </a:lnTo>
                <a:lnTo>
                  <a:pt x="1091245" y="1855584"/>
                </a:lnTo>
                <a:lnTo>
                  <a:pt x="1091809" y="1855223"/>
                </a:lnTo>
                <a:lnTo>
                  <a:pt x="1092358" y="1854851"/>
                </a:lnTo>
                <a:lnTo>
                  <a:pt x="1092893" y="1854469"/>
                </a:lnTo>
                <a:lnTo>
                  <a:pt x="1093413" y="1854076"/>
                </a:lnTo>
                <a:lnTo>
                  <a:pt x="1093918" y="1853673"/>
                </a:lnTo>
                <a:lnTo>
                  <a:pt x="1094408" y="1853259"/>
                </a:lnTo>
                <a:lnTo>
                  <a:pt x="1094884" y="1852835"/>
                </a:lnTo>
                <a:lnTo>
                  <a:pt x="1095345" y="1852400"/>
                </a:lnTo>
                <a:lnTo>
                  <a:pt x="1095792" y="1851954"/>
                </a:lnTo>
                <a:lnTo>
                  <a:pt x="1096223" y="1851498"/>
                </a:lnTo>
                <a:lnTo>
                  <a:pt x="1096641" y="1851031"/>
                </a:lnTo>
                <a:lnTo>
                  <a:pt x="1097043" y="1850554"/>
                </a:lnTo>
                <a:lnTo>
                  <a:pt x="1097431" y="1850066"/>
                </a:lnTo>
                <a:lnTo>
                  <a:pt x="1097817" y="1849568"/>
                </a:lnTo>
                <a:lnTo>
                  <a:pt x="1098187" y="1849059"/>
                </a:lnTo>
                <a:lnTo>
                  <a:pt x="1098540" y="1848539"/>
                </a:lnTo>
                <a:lnTo>
                  <a:pt x="1098877" y="1848009"/>
                </a:lnTo>
                <a:lnTo>
                  <a:pt x="1099198" y="1847469"/>
                </a:lnTo>
                <a:lnTo>
                  <a:pt x="1099502" y="1846917"/>
                </a:lnTo>
                <a:lnTo>
                  <a:pt x="1099789" y="1846356"/>
                </a:lnTo>
                <a:lnTo>
                  <a:pt x="1100061" y="1845783"/>
                </a:lnTo>
                <a:lnTo>
                  <a:pt x="1100315" y="1845200"/>
                </a:lnTo>
                <a:lnTo>
                  <a:pt x="1100554" y="1844607"/>
                </a:lnTo>
                <a:lnTo>
                  <a:pt x="1100776" y="1844003"/>
                </a:lnTo>
                <a:lnTo>
                  <a:pt x="1100981" y="1843388"/>
                </a:lnTo>
                <a:lnTo>
                  <a:pt x="1101170" y="1842763"/>
                </a:lnTo>
                <a:lnTo>
                  <a:pt x="1101343" y="1842127"/>
                </a:lnTo>
                <a:lnTo>
                  <a:pt x="1101499" y="1841481"/>
                </a:lnTo>
                <a:lnTo>
                  <a:pt x="1101639" y="1840824"/>
                </a:lnTo>
                <a:lnTo>
                  <a:pt x="1101762" y="1840156"/>
                </a:lnTo>
                <a:lnTo>
                  <a:pt x="1101869" y="1839478"/>
                </a:lnTo>
                <a:lnTo>
                  <a:pt x="1101959" y="1838790"/>
                </a:lnTo>
                <a:lnTo>
                  <a:pt x="1102033" y="1838091"/>
                </a:lnTo>
                <a:lnTo>
                  <a:pt x="1102091" y="1837381"/>
                </a:lnTo>
                <a:lnTo>
                  <a:pt x="1102132" y="1836661"/>
                </a:lnTo>
                <a:lnTo>
                  <a:pt x="1102156" y="1835930"/>
                </a:lnTo>
                <a:lnTo>
                  <a:pt x="1102165" y="1835188"/>
                </a:lnTo>
                <a:lnTo>
                  <a:pt x="1102159" y="1834531"/>
                </a:lnTo>
                <a:lnTo>
                  <a:pt x="1102142" y="1833885"/>
                </a:lnTo>
                <a:lnTo>
                  <a:pt x="1102114" y="1833249"/>
                </a:lnTo>
                <a:lnTo>
                  <a:pt x="1102075" y="1832624"/>
                </a:lnTo>
                <a:lnTo>
                  <a:pt x="1102025" y="1832009"/>
                </a:lnTo>
                <a:lnTo>
                  <a:pt x="1101964" y="1831405"/>
                </a:lnTo>
                <a:lnTo>
                  <a:pt x="1101891" y="1830812"/>
                </a:lnTo>
                <a:lnTo>
                  <a:pt x="1101808" y="1830229"/>
                </a:lnTo>
                <a:lnTo>
                  <a:pt x="1101713" y="1829657"/>
                </a:lnTo>
                <a:lnTo>
                  <a:pt x="1101607" y="1829095"/>
                </a:lnTo>
                <a:lnTo>
                  <a:pt x="1101490" y="1828544"/>
                </a:lnTo>
                <a:lnTo>
                  <a:pt x="1101361" y="1828003"/>
                </a:lnTo>
                <a:lnTo>
                  <a:pt x="1101222" y="1827473"/>
                </a:lnTo>
                <a:lnTo>
                  <a:pt x="1101071" y="1826953"/>
                </a:lnTo>
                <a:lnTo>
                  <a:pt x="1100910" y="1826444"/>
                </a:lnTo>
                <a:lnTo>
                  <a:pt x="1100737" y="1825946"/>
                </a:lnTo>
                <a:lnTo>
                  <a:pt x="1100553" y="1825458"/>
                </a:lnTo>
                <a:lnTo>
                  <a:pt x="1100358" y="1824981"/>
                </a:lnTo>
                <a:lnTo>
                  <a:pt x="1100151" y="1824514"/>
                </a:lnTo>
                <a:lnTo>
                  <a:pt x="1099934" y="1824058"/>
                </a:lnTo>
                <a:lnTo>
                  <a:pt x="1099705" y="1823612"/>
                </a:lnTo>
                <a:lnTo>
                  <a:pt x="1099465" y="1823177"/>
                </a:lnTo>
                <a:lnTo>
                  <a:pt x="1099214" y="1822753"/>
                </a:lnTo>
                <a:lnTo>
                  <a:pt x="1098952" y="1822339"/>
                </a:lnTo>
                <a:lnTo>
                  <a:pt x="1098678" y="1821920"/>
                </a:lnTo>
                <a:lnTo>
                  <a:pt x="1098389" y="1821507"/>
                </a:lnTo>
                <a:lnTo>
                  <a:pt x="1098086" y="1821100"/>
                </a:lnTo>
                <a:lnTo>
                  <a:pt x="1097769" y="1820700"/>
                </a:lnTo>
                <a:lnTo>
                  <a:pt x="1097438" y="1820307"/>
                </a:lnTo>
                <a:lnTo>
                  <a:pt x="1097093" y="1819919"/>
                </a:lnTo>
                <a:lnTo>
                  <a:pt x="1096733" y="1819539"/>
                </a:lnTo>
                <a:lnTo>
                  <a:pt x="1096360" y="1819164"/>
                </a:lnTo>
                <a:lnTo>
                  <a:pt x="1095972" y="1818797"/>
                </a:lnTo>
                <a:lnTo>
                  <a:pt x="1095571" y="1818435"/>
                </a:lnTo>
                <a:lnTo>
                  <a:pt x="1095155" y="1818080"/>
                </a:lnTo>
                <a:lnTo>
                  <a:pt x="1094726" y="1817732"/>
                </a:lnTo>
                <a:lnTo>
                  <a:pt x="1094282" y="1817390"/>
                </a:lnTo>
                <a:lnTo>
                  <a:pt x="1093824" y="1817055"/>
                </a:lnTo>
                <a:lnTo>
                  <a:pt x="1093352" y="1816726"/>
                </a:lnTo>
                <a:lnTo>
                  <a:pt x="1092866" y="1816403"/>
                </a:lnTo>
                <a:lnTo>
                  <a:pt x="1092366" y="1816087"/>
                </a:lnTo>
                <a:lnTo>
                  <a:pt x="1091851" y="1815777"/>
                </a:lnTo>
                <a:lnTo>
                  <a:pt x="1091323" y="1815474"/>
                </a:lnTo>
                <a:lnTo>
                  <a:pt x="1090781" y="1815177"/>
                </a:lnTo>
                <a:lnTo>
                  <a:pt x="1090224" y="1814887"/>
                </a:lnTo>
                <a:lnTo>
                  <a:pt x="1089654" y="1814603"/>
                </a:lnTo>
                <a:lnTo>
                  <a:pt x="1089069" y="1814326"/>
                </a:lnTo>
                <a:lnTo>
                  <a:pt x="1088470" y="1814055"/>
                </a:lnTo>
                <a:lnTo>
                  <a:pt x="1087869" y="1813789"/>
                </a:lnTo>
                <a:lnTo>
                  <a:pt x="1087250" y="1813527"/>
                </a:lnTo>
                <a:lnTo>
                  <a:pt x="1086613" y="1813268"/>
                </a:lnTo>
                <a:lnTo>
                  <a:pt x="1085958" y="1813012"/>
                </a:lnTo>
                <a:lnTo>
                  <a:pt x="1085284" y="1812761"/>
                </a:lnTo>
                <a:lnTo>
                  <a:pt x="1084592" y="1812512"/>
                </a:lnTo>
                <a:lnTo>
                  <a:pt x="1083882" y="1812267"/>
                </a:lnTo>
                <a:lnTo>
                  <a:pt x="1083154" y="1812026"/>
                </a:lnTo>
                <a:lnTo>
                  <a:pt x="1082407" y="1811788"/>
                </a:lnTo>
                <a:lnTo>
                  <a:pt x="1081643" y="1811554"/>
                </a:lnTo>
                <a:lnTo>
                  <a:pt x="1080860" y="1811323"/>
                </a:lnTo>
                <a:lnTo>
                  <a:pt x="1080059" y="1811096"/>
                </a:lnTo>
                <a:lnTo>
                  <a:pt x="1079240" y="1810873"/>
                </a:lnTo>
                <a:lnTo>
                  <a:pt x="1078402" y="1810652"/>
                </a:lnTo>
                <a:lnTo>
                  <a:pt x="1077547" y="1810436"/>
                </a:lnTo>
                <a:lnTo>
                  <a:pt x="1076673" y="1810223"/>
                </a:lnTo>
                <a:lnTo>
                  <a:pt x="1075781" y="1810013"/>
                </a:lnTo>
                <a:lnTo>
                  <a:pt x="1074871" y="1809807"/>
                </a:lnTo>
                <a:lnTo>
                  <a:pt x="1073942" y="1809605"/>
                </a:lnTo>
                <a:lnTo>
                  <a:pt x="1072996" y="1809406"/>
                </a:lnTo>
                <a:lnTo>
                  <a:pt x="1072031" y="1809210"/>
                </a:lnTo>
                <a:lnTo>
                  <a:pt x="1071048" y="1809018"/>
                </a:lnTo>
                <a:lnTo>
                  <a:pt x="1070047" y="1808830"/>
                </a:lnTo>
                <a:lnTo>
                  <a:pt x="1069027" y="1808645"/>
                </a:lnTo>
                <a:lnTo>
                  <a:pt x="1068204" y="1808490"/>
                </a:lnTo>
                <a:lnTo>
                  <a:pt x="1067397" y="1808336"/>
                </a:lnTo>
                <a:lnTo>
                  <a:pt x="1066605" y="1808183"/>
                </a:lnTo>
                <a:lnTo>
                  <a:pt x="1065829" y="1808030"/>
                </a:lnTo>
                <a:lnTo>
                  <a:pt x="1065069" y="1807877"/>
                </a:lnTo>
                <a:lnTo>
                  <a:pt x="1064325" y="1807726"/>
                </a:lnTo>
                <a:lnTo>
                  <a:pt x="1063597" y="1807574"/>
                </a:lnTo>
                <a:lnTo>
                  <a:pt x="1062885" y="1807424"/>
                </a:lnTo>
                <a:lnTo>
                  <a:pt x="1062188" y="1807274"/>
                </a:lnTo>
                <a:lnTo>
                  <a:pt x="1061507" y="1807124"/>
                </a:lnTo>
                <a:lnTo>
                  <a:pt x="1060843" y="1806976"/>
                </a:lnTo>
                <a:lnTo>
                  <a:pt x="1060194" y="1806827"/>
                </a:lnTo>
                <a:lnTo>
                  <a:pt x="1059561" y="1806680"/>
                </a:lnTo>
                <a:lnTo>
                  <a:pt x="1058943" y="1806533"/>
                </a:lnTo>
                <a:lnTo>
                  <a:pt x="1058342" y="1806386"/>
                </a:lnTo>
                <a:lnTo>
                  <a:pt x="1057756" y="1806240"/>
                </a:lnTo>
                <a:lnTo>
                  <a:pt x="1057187" y="1806095"/>
                </a:lnTo>
                <a:lnTo>
                  <a:pt x="1056633" y="1805950"/>
                </a:lnTo>
                <a:lnTo>
                  <a:pt x="1056095" y="1805806"/>
                </a:lnTo>
                <a:lnTo>
                  <a:pt x="1055572" y="1805663"/>
                </a:lnTo>
                <a:lnTo>
                  <a:pt x="1055066" y="1805520"/>
                </a:lnTo>
                <a:lnTo>
                  <a:pt x="1054576" y="1805377"/>
                </a:lnTo>
                <a:lnTo>
                  <a:pt x="1054101" y="1805236"/>
                </a:lnTo>
                <a:lnTo>
                  <a:pt x="1053642" y="1805094"/>
                </a:lnTo>
                <a:lnTo>
                  <a:pt x="1053211" y="1804953"/>
                </a:lnTo>
                <a:lnTo>
                  <a:pt x="1052791" y="1804810"/>
                </a:lnTo>
                <a:lnTo>
                  <a:pt x="1052382" y="1804666"/>
                </a:lnTo>
                <a:lnTo>
                  <a:pt x="1051985" y="1804521"/>
                </a:lnTo>
                <a:lnTo>
                  <a:pt x="1051598" y="1804375"/>
                </a:lnTo>
                <a:lnTo>
                  <a:pt x="1051223" y="1804228"/>
                </a:lnTo>
                <a:lnTo>
                  <a:pt x="1050858" y="1804079"/>
                </a:lnTo>
                <a:lnTo>
                  <a:pt x="1050505" y="1803930"/>
                </a:lnTo>
                <a:lnTo>
                  <a:pt x="1050163" y="1803779"/>
                </a:lnTo>
                <a:lnTo>
                  <a:pt x="1049832" y="1803627"/>
                </a:lnTo>
                <a:lnTo>
                  <a:pt x="1049513" y="1803474"/>
                </a:lnTo>
                <a:lnTo>
                  <a:pt x="1049204" y="1803319"/>
                </a:lnTo>
                <a:lnTo>
                  <a:pt x="1048907" y="1803164"/>
                </a:lnTo>
                <a:lnTo>
                  <a:pt x="1048621" y="1803007"/>
                </a:lnTo>
                <a:lnTo>
                  <a:pt x="1048346" y="1802849"/>
                </a:lnTo>
                <a:lnTo>
                  <a:pt x="1048082" y="1802690"/>
                </a:lnTo>
                <a:lnTo>
                  <a:pt x="1047829" y="1802530"/>
                </a:lnTo>
                <a:lnTo>
                  <a:pt x="1047588" y="1802368"/>
                </a:lnTo>
                <a:lnTo>
                  <a:pt x="1047357" y="1802206"/>
                </a:lnTo>
                <a:lnTo>
                  <a:pt x="1047138" y="1802042"/>
                </a:lnTo>
                <a:lnTo>
                  <a:pt x="1046930" y="1801877"/>
                </a:lnTo>
                <a:lnTo>
                  <a:pt x="1046733" y="1801711"/>
                </a:lnTo>
                <a:lnTo>
                  <a:pt x="1046547" y="1801543"/>
                </a:lnTo>
                <a:lnTo>
                  <a:pt x="1046373" y="1801375"/>
                </a:lnTo>
                <a:lnTo>
                  <a:pt x="1046207" y="1801190"/>
                </a:lnTo>
                <a:lnTo>
                  <a:pt x="1046048" y="1801002"/>
                </a:lnTo>
                <a:lnTo>
                  <a:pt x="1045897" y="1800810"/>
                </a:lnTo>
                <a:lnTo>
                  <a:pt x="1045753" y="1800614"/>
                </a:lnTo>
                <a:lnTo>
                  <a:pt x="1045615" y="1800415"/>
                </a:lnTo>
                <a:lnTo>
                  <a:pt x="1045485" y="1800213"/>
                </a:lnTo>
                <a:lnTo>
                  <a:pt x="1045362" y="1800007"/>
                </a:lnTo>
                <a:lnTo>
                  <a:pt x="1045245" y="1799797"/>
                </a:lnTo>
                <a:lnTo>
                  <a:pt x="1045136" y="1799584"/>
                </a:lnTo>
                <a:lnTo>
                  <a:pt x="1045034" y="1799367"/>
                </a:lnTo>
                <a:lnTo>
                  <a:pt x="1044939" y="1799147"/>
                </a:lnTo>
                <a:lnTo>
                  <a:pt x="1044851" y="1798923"/>
                </a:lnTo>
                <a:lnTo>
                  <a:pt x="1044770" y="1798696"/>
                </a:lnTo>
                <a:lnTo>
                  <a:pt x="1044696" y="1798466"/>
                </a:lnTo>
                <a:lnTo>
                  <a:pt x="1044629" y="1798231"/>
                </a:lnTo>
                <a:lnTo>
                  <a:pt x="1044569" y="1797994"/>
                </a:lnTo>
                <a:lnTo>
                  <a:pt x="1044516" y="1797752"/>
                </a:lnTo>
                <a:lnTo>
                  <a:pt x="1044470" y="1797508"/>
                </a:lnTo>
                <a:lnTo>
                  <a:pt x="1044432" y="1797259"/>
                </a:lnTo>
                <a:lnTo>
                  <a:pt x="1044400" y="1797007"/>
                </a:lnTo>
                <a:lnTo>
                  <a:pt x="1044375" y="1796752"/>
                </a:lnTo>
                <a:lnTo>
                  <a:pt x="1044358" y="1796493"/>
                </a:lnTo>
                <a:lnTo>
                  <a:pt x="1044347" y="1796231"/>
                </a:lnTo>
                <a:lnTo>
                  <a:pt x="1044344" y="1795965"/>
                </a:lnTo>
                <a:lnTo>
                  <a:pt x="1044378" y="1794972"/>
                </a:lnTo>
                <a:lnTo>
                  <a:pt x="1044480" y="1794021"/>
                </a:lnTo>
                <a:lnTo>
                  <a:pt x="1044650" y="1793112"/>
                </a:lnTo>
                <a:lnTo>
                  <a:pt x="1044888" y="1792245"/>
                </a:lnTo>
                <a:lnTo>
                  <a:pt x="1045195" y="1791421"/>
                </a:lnTo>
                <a:lnTo>
                  <a:pt x="1045569" y="1790639"/>
                </a:lnTo>
                <a:lnTo>
                  <a:pt x="1046012" y="1789899"/>
                </a:lnTo>
                <a:lnTo>
                  <a:pt x="1046523" y="1789202"/>
                </a:lnTo>
                <a:lnTo>
                  <a:pt x="1047101" y="1788547"/>
                </a:lnTo>
                <a:lnTo>
                  <a:pt x="1047748" y="1787934"/>
                </a:lnTo>
                <a:lnTo>
                  <a:pt x="1048463" y="1787363"/>
                </a:lnTo>
                <a:lnTo>
                  <a:pt x="1049247" y="1786835"/>
                </a:lnTo>
                <a:lnTo>
                  <a:pt x="1050098" y="1786349"/>
                </a:lnTo>
                <a:lnTo>
                  <a:pt x="1051017" y="1785905"/>
                </a:lnTo>
                <a:lnTo>
                  <a:pt x="1052004" y="1785504"/>
                </a:lnTo>
                <a:lnTo>
                  <a:pt x="1053060" y="1785144"/>
                </a:lnTo>
                <a:lnTo>
                  <a:pt x="1054184" y="1784827"/>
                </a:lnTo>
                <a:lnTo>
                  <a:pt x="1055375" y="1784553"/>
                </a:lnTo>
                <a:lnTo>
                  <a:pt x="1056635" y="1784320"/>
                </a:lnTo>
                <a:lnTo>
                  <a:pt x="1057963" y="1784130"/>
                </a:lnTo>
                <a:lnTo>
                  <a:pt x="1059359" y="1783982"/>
                </a:lnTo>
                <a:lnTo>
                  <a:pt x="1060823" y="1783876"/>
                </a:lnTo>
                <a:lnTo>
                  <a:pt x="1062355" y="1783813"/>
                </a:lnTo>
                <a:lnTo>
                  <a:pt x="1063955" y="1783792"/>
                </a:lnTo>
                <a:lnTo>
                  <a:pt x="1064419" y="1783794"/>
                </a:lnTo>
                <a:lnTo>
                  <a:pt x="1064878" y="1783800"/>
                </a:lnTo>
                <a:lnTo>
                  <a:pt x="1065334" y="1783810"/>
                </a:lnTo>
                <a:lnTo>
                  <a:pt x="1065787" y="1783825"/>
                </a:lnTo>
                <a:lnTo>
                  <a:pt x="1066236" y="1783843"/>
                </a:lnTo>
                <a:lnTo>
                  <a:pt x="1066682" y="1783866"/>
                </a:lnTo>
                <a:lnTo>
                  <a:pt x="1067124" y="1783893"/>
                </a:lnTo>
                <a:lnTo>
                  <a:pt x="1067562" y="1783923"/>
                </a:lnTo>
                <a:lnTo>
                  <a:pt x="1067997" y="1783958"/>
                </a:lnTo>
                <a:lnTo>
                  <a:pt x="1068429" y="1783997"/>
                </a:lnTo>
                <a:lnTo>
                  <a:pt x="1068857" y="1784041"/>
                </a:lnTo>
                <a:lnTo>
                  <a:pt x="1069281" y="1784088"/>
                </a:lnTo>
                <a:lnTo>
                  <a:pt x="1069702" y="1784139"/>
                </a:lnTo>
                <a:lnTo>
                  <a:pt x="1070119" y="1784195"/>
                </a:lnTo>
                <a:lnTo>
                  <a:pt x="1070533" y="1784254"/>
                </a:lnTo>
                <a:lnTo>
                  <a:pt x="1070944" y="1784318"/>
                </a:lnTo>
                <a:lnTo>
                  <a:pt x="1071350" y="1784386"/>
                </a:lnTo>
                <a:lnTo>
                  <a:pt x="1071754" y="1784458"/>
                </a:lnTo>
                <a:lnTo>
                  <a:pt x="1072153" y="1784534"/>
                </a:lnTo>
                <a:lnTo>
                  <a:pt x="1072550" y="1784614"/>
                </a:lnTo>
                <a:lnTo>
                  <a:pt x="1072942" y="1784698"/>
                </a:lnTo>
                <a:lnTo>
                  <a:pt x="1073332" y="1784786"/>
                </a:lnTo>
                <a:lnTo>
                  <a:pt x="1073717" y="1784879"/>
                </a:lnTo>
                <a:lnTo>
                  <a:pt x="1074099" y="1784975"/>
                </a:lnTo>
                <a:lnTo>
                  <a:pt x="1074490" y="1785064"/>
                </a:lnTo>
                <a:lnTo>
                  <a:pt x="1074874" y="1785160"/>
                </a:lnTo>
                <a:lnTo>
                  <a:pt x="1075251" y="1785263"/>
                </a:lnTo>
                <a:lnTo>
                  <a:pt x="1075621" y="1785375"/>
                </a:lnTo>
                <a:lnTo>
                  <a:pt x="1075984" y="1785493"/>
                </a:lnTo>
                <a:lnTo>
                  <a:pt x="1076340" y="1785620"/>
                </a:lnTo>
                <a:lnTo>
                  <a:pt x="1076688" y="1785754"/>
                </a:lnTo>
                <a:lnTo>
                  <a:pt x="1077030" y="1785896"/>
                </a:lnTo>
                <a:lnTo>
                  <a:pt x="1077365" y="1786045"/>
                </a:lnTo>
                <a:lnTo>
                  <a:pt x="1077692" y="1786202"/>
                </a:lnTo>
                <a:lnTo>
                  <a:pt x="1078013" y="1786367"/>
                </a:lnTo>
                <a:lnTo>
                  <a:pt x="1078326" y="1786539"/>
                </a:lnTo>
                <a:lnTo>
                  <a:pt x="1078633" y="1786719"/>
                </a:lnTo>
                <a:lnTo>
                  <a:pt x="1078932" y="1786907"/>
                </a:lnTo>
                <a:lnTo>
                  <a:pt x="1079224" y="1787102"/>
                </a:lnTo>
                <a:lnTo>
                  <a:pt x="1079510" y="1787305"/>
                </a:lnTo>
                <a:lnTo>
                  <a:pt x="1079788" y="1787515"/>
                </a:lnTo>
                <a:lnTo>
                  <a:pt x="1080059" y="1787733"/>
                </a:lnTo>
                <a:lnTo>
                  <a:pt x="1080323" y="1787959"/>
                </a:lnTo>
                <a:lnTo>
                  <a:pt x="1080580" y="1788192"/>
                </a:lnTo>
                <a:lnTo>
                  <a:pt x="1080830" y="1788433"/>
                </a:lnTo>
                <a:lnTo>
                  <a:pt x="1081073" y="1788682"/>
                </a:lnTo>
                <a:lnTo>
                  <a:pt x="1081309" y="1788938"/>
                </a:lnTo>
                <a:lnTo>
                  <a:pt x="1081538" y="1789202"/>
                </a:lnTo>
                <a:lnTo>
                  <a:pt x="1081773" y="1789461"/>
                </a:lnTo>
                <a:lnTo>
                  <a:pt x="1081997" y="1789730"/>
                </a:lnTo>
                <a:lnTo>
                  <a:pt x="1082212" y="1790010"/>
                </a:lnTo>
                <a:lnTo>
                  <a:pt x="1082417" y="1790301"/>
                </a:lnTo>
                <a:lnTo>
                  <a:pt x="1082611" y="1790602"/>
                </a:lnTo>
                <a:lnTo>
                  <a:pt x="1082796" y="1790914"/>
                </a:lnTo>
                <a:lnTo>
                  <a:pt x="1082970" y="1791236"/>
                </a:lnTo>
                <a:lnTo>
                  <a:pt x="1083135" y="1791569"/>
                </a:lnTo>
                <a:lnTo>
                  <a:pt x="1083290" y="1791912"/>
                </a:lnTo>
                <a:lnTo>
                  <a:pt x="1083435" y="1792266"/>
                </a:lnTo>
                <a:lnTo>
                  <a:pt x="1083569" y="1792631"/>
                </a:lnTo>
                <a:lnTo>
                  <a:pt x="1083694" y="1793006"/>
                </a:lnTo>
                <a:lnTo>
                  <a:pt x="1083809" y="1793392"/>
                </a:lnTo>
                <a:lnTo>
                  <a:pt x="1083914" y="1793788"/>
                </a:lnTo>
                <a:lnTo>
                  <a:pt x="1084008" y="1794195"/>
                </a:lnTo>
                <a:lnTo>
                  <a:pt x="1084093" y="1794612"/>
                </a:lnTo>
                <a:lnTo>
                  <a:pt x="1084168" y="1795040"/>
                </a:lnTo>
                <a:lnTo>
                  <a:pt x="1084233" y="1795479"/>
                </a:lnTo>
                <a:lnTo>
                  <a:pt x="1084288" y="1795928"/>
                </a:lnTo>
                <a:lnTo>
                  <a:pt x="1084333" y="1796387"/>
                </a:lnTo>
                <a:lnTo>
                  <a:pt x="1084368" y="1796858"/>
                </a:lnTo>
                <a:lnTo>
                  <a:pt x="1084393" y="1797338"/>
                </a:lnTo>
                <a:lnTo>
                  <a:pt x="1084408" y="1797830"/>
                </a:lnTo>
                <a:lnTo>
                  <a:pt x="1084412" y="1798332"/>
                </a:lnTo>
                <a:lnTo>
                  <a:pt x="1099121" y="1798332"/>
                </a:lnTo>
                <a:lnTo>
                  <a:pt x="1099149" y="1798234"/>
                </a:lnTo>
                <a:lnTo>
                  <a:pt x="1099175" y="1798138"/>
                </a:lnTo>
                <a:lnTo>
                  <a:pt x="1099201" y="1798044"/>
                </a:lnTo>
                <a:lnTo>
                  <a:pt x="1099225" y="1797951"/>
                </a:lnTo>
                <a:lnTo>
                  <a:pt x="1099248" y="1797861"/>
                </a:lnTo>
                <a:lnTo>
                  <a:pt x="1099269" y="1797772"/>
                </a:lnTo>
                <a:lnTo>
                  <a:pt x="1099290" y="1797685"/>
                </a:lnTo>
                <a:lnTo>
                  <a:pt x="1099309" y="1797599"/>
                </a:lnTo>
                <a:lnTo>
                  <a:pt x="1099327" y="1797515"/>
                </a:lnTo>
                <a:lnTo>
                  <a:pt x="1099344" y="1797434"/>
                </a:lnTo>
                <a:lnTo>
                  <a:pt x="1099360" y="1797353"/>
                </a:lnTo>
                <a:lnTo>
                  <a:pt x="1099375" y="1797275"/>
                </a:lnTo>
                <a:lnTo>
                  <a:pt x="1099388" y="1797198"/>
                </a:lnTo>
                <a:lnTo>
                  <a:pt x="1099401" y="1797124"/>
                </a:lnTo>
                <a:lnTo>
                  <a:pt x="1099412" y="1797050"/>
                </a:lnTo>
                <a:lnTo>
                  <a:pt x="1099422" y="1796979"/>
                </a:lnTo>
                <a:lnTo>
                  <a:pt x="1099431" y="1796910"/>
                </a:lnTo>
                <a:lnTo>
                  <a:pt x="1099438" y="1796842"/>
                </a:lnTo>
                <a:lnTo>
                  <a:pt x="1099445" y="1796776"/>
                </a:lnTo>
                <a:lnTo>
                  <a:pt x="1099450" y="1796711"/>
                </a:lnTo>
                <a:lnTo>
                  <a:pt x="1099454" y="1796649"/>
                </a:lnTo>
                <a:lnTo>
                  <a:pt x="1099457" y="1796588"/>
                </a:lnTo>
                <a:lnTo>
                  <a:pt x="1099459" y="1796529"/>
                </a:lnTo>
                <a:lnTo>
                  <a:pt x="1099459" y="1796472"/>
                </a:lnTo>
                <a:lnTo>
                  <a:pt x="1099459" y="1796416"/>
                </a:lnTo>
                <a:lnTo>
                  <a:pt x="1099459" y="1796360"/>
                </a:lnTo>
                <a:lnTo>
                  <a:pt x="1099459" y="1796305"/>
                </a:lnTo>
                <a:lnTo>
                  <a:pt x="1099459" y="1796251"/>
                </a:lnTo>
                <a:lnTo>
                  <a:pt x="1099459" y="1796197"/>
                </a:lnTo>
                <a:lnTo>
                  <a:pt x="1099459" y="1796144"/>
                </a:lnTo>
                <a:lnTo>
                  <a:pt x="1099459" y="1796092"/>
                </a:lnTo>
                <a:lnTo>
                  <a:pt x="1099459" y="1796040"/>
                </a:lnTo>
                <a:lnTo>
                  <a:pt x="1099459" y="1795988"/>
                </a:lnTo>
                <a:lnTo>
                  <a:pt x="1099459" y="1795938"/>
                </a:lnTo>
                <a:lnTo>
                  <a:pt x="1099459" y="1795887"/>
                </a:lnTo>
                <a:lnTo>
                  <a:pt x="1099459" y="1795838"/>
                </a:lnTo>
                <a:lnTo>
                  <a:pt x="1099459" y="1795789"/>
                </a:lnTo>
                <a:lnTo>
                  <a:pt x="1099459" y="1795740"/>
                </a:lnTo>
                <a:lnTo>
                  <a:pt x="1099459" y="1795693"/>
                </a:lnTo>
                <a:lnTo>
                  <a:pt x="1099459" y="1795645"/>
                </a:lnTo>
                <a:lnTo>
                  <a:pt x="1099459" y="1795599"/>
                </a:lnTo>
                <a:lnTo>
                  <a:pt x="1099459" y="1795553"/>
                </a:lnTo>
                <a:lnTo>
                  <a:pt x="1099459" y="1795507"/>
                </a:lnTo>
                <a:lnTo>
                  <a:pt x="1099459" y="1795462"/>
                </a:lnTo>
                <a:lnTo>
                  <a:pt x="1099459" y="1795418"/>
                </a:lnTo>
                <a:lnTo>
                  <a:pt x="1099459" y="1795374"/>
                </a:lnTo>
                <a:lnTo>
                  <a:pt x="1099459" y="1795331"/>
                </a:lnTo>
                <a:lnTo>
                  <a:pt x="1099459" y="1795288"/>
                </a:lnTo>
                <a:lnTo>
                  <a:pt x="1099452" y="1794686"/>
                </a:lnTo>
                <a:lnTo>
                  <a:pt x="1099428" y="1794092"/>
                </a:lnTo>
                <a:lnTo>
                  <a:pt x="1099388" y="1793505"/>
                </a:lnTo>
                <a:lnTo>
                  <a:pt x="1099333" y="1792926"/>
                </a:lnTo>
                <a:lnTo>
                  <a:pt x="1099261" y="1792355"/>
                </a:lnTo>
                <a:lnTo>
                  <a:pt x="1099174" y="1791791"/>
                </a:lnTo>
                <a:lnTo>
                  <a:pt x="1099071" y="1791235"/>
                </a:lnTo>
                <a:lnTo>
                  <a:pt x="1098952" y="1790686"/>
                </a:lnTo>
                <a:lnTo>
                  <a:pt x="1098818" y="1790145"/>
                </a:lnTo>
                <a:lnTo>
                  <a:pt x="1098667" y="1789612"/>
                </a:lnTo>
                <a:lnTo>
                  <a:pt x="1098501" y="1789086"/>
                </a:lnTo>
                <a:lnTo>
                  <a:pt x="1098318" y="1788568"/>
                </a:lnTo>
                <a:lnTo>
                  <a:pt x="1098120" y="1788058"/>
                </a:lnTo>
                <a:lnTo>
                  <a:pt x="1097906" y="1787555"/>
                </a:lnTo>
                <a:lnTo>
                  <a:pt x="1097676" y="1787060"/>
                </a:lnTo>
                <a:lnTo>
                  <a:pt x="1097431" y="1786572"/>
                </a:lnTo>
                <a:lnTo>
                  <a:pt x="1097169" y="1786092"/>
                </a:lnTo>
                <a:lnTo>
                  <a:pt x="1096892" y="1785620"/>
                </a:lnTo>
                <a:lnTo>
                  <a:pt x="1096599" y="1785155"/>
                </a:lnTo>
                <a:lnTo>
                  <a:pt x="1096289" y="1784698"/>
                </a:lnTo>
                <a:lnTo>
                  <a:pt x="1095965" y="1784249"/>
                </a:lnTo>
                <a:lnTo>
                  <a:pt x="1095624" y="1783807"/>
                </a:lnTo>
                <a:lnTo>
                  <a:pt x="1095267" y="1783373"/>
                </a:lnTo>
                <a:lnTo>
                  <a:pt x="1094895" y="1782947"/>
                </a:lnTo>
                <a:lnTo>
                  <a:pt x="1094509" y="1782514"/>
                </a:lnTo>
                <a:lnTo>
                  <a:pt x="1094112" y="1782089"/>
                </a:lnTo>
                <a:lnTo>
                  <a:pt x="1093703" y="1781673"/>
                </a:lnTo>
                <a:lnTo>
                  <a:pt x="1093284" y="1781265"/>
                </a:lnTo>
                <a:lnTo>
                  <a:pt x="1092853" y="1780865"/>
                </a:lnTo>
                <a:lnTo>
                  <a:pt x="1092411" y="1780474"/>
                </a:lnTo>
                <a:lnTo>
                  <a:pt x="1091959" y="1780091"/>
                </a:lnTo>
                <a:lnTo>
                  <a:pt x="1091495" y="1779715"/>
                </a:lnTo>
                <a:lnTo>
                  <a:pt x="1091019" y="1779349"/>
                </a:lnTo>
                <a:lnTo>
                  <a:pt x="1090533" y="1778990"/>
                </a:lnTo>
                <a:lnTo>
                  <a:pt x="1090035" y="1778639"/>
                </a:lnTo>
                <a:lnTo>
                  <a:pt x="1089527" y="1778297"/>
                </a:lnTo>
                <a:lnTo>
                  <a:pt x="1089007" y="1777963"/>
                </a:lnTo>
                <a:lnTo>
                  <a:pt x="1088476" y="1777637"/>
                </a:lnTo>
                <a:lnTo>
                  <a:pt x="1087934" y="1777320"/>
                </a:lnTo>
                <a:lnTo>
                  <a:pt x="1087381" y="1777010"/>
                </a:lnTo>
                <a:lnTo>
                  <a:pt x="1086816" y="1776709"/>
                </a:lnTo>
                <a:lnTo>
                  <a:pt x="1086241" y="1776416"/>
                </a:lnTo>
                <a:lnTo>
                  <a:pt x="1085654" y="1776132"/>
                </a:lnTo>
                <a:lnTo>
                  <a:pt x="1085056" y="1775855"/>
                </a:lnTo>
                <a:lnTo>
                  <a:pt x="1084447" y="1775587"/>
                </a:lnTo>
                <a:lnTo>
                  <a:pt x="1083827" y="1775327"/>
                </a:lnTo>
                <a:lnTo>
                  <a:pt x="1083195" y="1775075"/>
                </a:lnTo>
                <a:lnTo>
                  <a:pt x="1082553" y="1774831"/>
                </a:lnTo>
                <a:lnTo>
                  <a:pt x="1081915" y="1774597"/>
                </a:lnTo>
                <a:lnTo>
                  <a:pt x="1081271" y="1774372"/>
                </a:lnTo>
                <a:lnTo>
                  <a:pt x="1080619" y="1774158"/>
                </a:lnTo>
                <a:lnTo>
                  <a:pt x="1079960" y="1773953"/>
                </a:lnTo>
                <a:lnTo>
                  <a:pt x="1079295" y="1773759"/>
                </a:lnTo>
                <a:lnTo>
                  <a:pt x="1078622" y="1773574"/>
                </a:lnTo>
                <a:lnTo>
                  <a:pt x="1077942" y="1773399"/>
                </a:lnTo>
                <a:lnTo>
                  <a:pt x="1077255" y="1773235"/>
                </a:lnTo>
                <a:lnTo>
                  <a:pt x="1076562" y="1773080"/>
                </a:lnTo>
                <a:lnTo>
                  <a:pt x="1075861" y="1772935"/>
                </a:lnTo>
                <a:lnTo>
                  <a:pt x="1075153" y="1772801"/>
                </a:lnTo>
                <a:lnTo>
                  <a:pt x="1074438" y="1772676"/>
                </a:lnTo>
                <a:lnTo>
                  <a:pt x="1073716" y="1772561"/>
                </a:lnTo>
                <a:lnTo>
                  <a:pt x="1072986" y="1772456"/>
                </a:lnTo>
                <a:lnTo>
                  <a:pt x="1072250" y="1772361"/>
                </a:lnTo>
                <a:lnTo>
                  <a:pt x="1071507" y="1772277"/>
                </a:lnTo>
                <a:lnTo>
                  <a:pt x="1070757" y="1772202"/>
                </a:lnTo>
                <a:lnTo>
                  <a:pt x="1070000" y="1772137"/>
                </a:lnTo>
                <a:lnTo>
                  <a:pt x="1069235" y="1772082"/>
                </a:lnTo>
                <a:lnTo>
                  <a:pt x="1068464" y="1772037"/>
                </a:lnTo>
                <a:lnTo>
                  <a:pt x="1067685" y="1772002"/>
                </a:lnTo>
                <a:lnTo>
                  <a:pt x="1066900" y="1771977"/>
                </a:lnTo>
                <a:lnTo>
                  <a:pt x="1066107" y="1771962"/>
                </a:lnTo>
                <a:lnTo>
                  <a:pt x="1065308" y="1771957"/>
                </a:lnTo>
                <a:lnTo>
                  <a:pt x="1064397" y="1771962"/>
                </a:lnTo>
                <a:lnTo>
                  <a:pt x="1063495" y="1771977"/>
                </a:lnTo>
                <a:lnTo>
                  <a:pt x="1062603" y="1772002"/>
                </a:lnTo>
                <a:lnTo>
                  <a:pt x="1061720" y="1772037"/>
                </a:lnTo>
                <a:lnTo>
                  <a:pt x="1060846" y="1772082"/>
                </a:lnTo>
                <a:lnTo>
                  <a:pt x="1059982" y="1772137"/>
                </a:lnTo>
                <a:lnTo>
                  <a:pt x="1059128" y="1772202"/>
                </a:lnTo>
                <a:lnTo>
                  <a:pt x="1058282" y="1772277"/>
                </a:lnTo>
                <a:lnTo>
                  <a:pt x="1057446" y="1772361"/>
                </a:lnTo>
                <a:lnTo>
                  <a:pt x="1056620" y="1772456"/>
                </a:lnTo>
                <a:lnTo>
                  <a:pt x="1055803" y="1772561"/>
                </a:lnTo>
                <a:lnTo>
                  <a:pt x="1054995" y="1772676"/>
                </a:lnTo>
                <a:lnTo>
                  <a:pt x="1054196" y="1772801"/>
                </a:lnTo>
                <a:lnTo>
                  <a:pt x="1053407" y="1772935"/>
                </a:lnTo>
                <a:lnTo>
                  <a:pt x="1052628" y="1773080"/>
                </a:lnTo>
                <a:lnTo>
                  <a:pt x="1051858" y="1773235"/>
                </a:lnTo>
                <a:lnTo>
                  <a:pt x="1051097" y="1773399"/>
                </a:lnTo>
                <a:lnTo>
                  <a:pt x="1050345" y="1773574"/>
                </a:lnTo>
                <a:lnTo>
                  <a:pt x="1049603" y="1773759"/>
                </a:lnTo>
                <a:lnTo>
                  <a:pt x="1048871" y="1773953"/>
                </a:lnTo>
                <a:lnTo>
                  <a:pt x="1048148" y="1774158"/>
                </a:lnTo>
                <a:lnTo>
                  <a:pt x="1047434" y="1774372"/>
                </a:lnTo>
                <a:lnTo>
                  <a:pt x="1046729" y="1774597"/>
                </a:lnTo>
                <a:lnTo>
                  <a:pt x="1046034" y="1774831"/>
                </a:lnTo>
                <a:lnTo>
                  <a:pt x="1045364" y="1775076"/>
                </a:lnTo>
                <a:lnTo>
                  <a:pt x="1044706" y="1775329"/>
                </a:lnTo>
                <a:lnTo>
                  <a:pt x="1044061" y="1775592"/>
                </a:lnTo>
                <a:lnTo>
                  <a:pt x="1043428" y="1775865"/>
                </a:lnTo>
                <a:lnTo>
                  <a:pt x="1042807" y="1776146"/>
                </a:lnTo>
                <a:lnTo>
                  <a:pt x="1042199" y="1776438"/>
                </a:lnTo>
                <a:lnTo>
                  <a:pt x="1041602" y="1776738"/>
                </a:lnTo>
                <a:lnTo>
                  <a:pt x="1041019" y="1777048"/>
                </a:lnTo>
                <a:lnTo>
                  <a:pt x="1040447" y="1777367"/>
                </a:lnTo>
                <a:lnTo>
                  <a:pt x="1039888" y="1777696"/>
                </a:lnTo>
                <a:lnTo>
                  <a:pt x="1039341" y="1778034"/>
                </a:lnTo>
                <a:lnTo>
                  <a:pt x="1038807" y="1778382"/>
                </a:lnTo>
                <a:lnTo>
                  <a:pt x="1038284" y="1778739"/>
                </a:lnTo>
                <a:lnTo>
                  <a:pt x="1037775" y="1779105"/>
                </a:lnTo>
                <a:lnTo>
                  <a:pt x="1037277" y="1779481"/>
                </a:lnTo>
                <a:lnTo>
                  <a:pt x="1036792" y="1779866"/>
                </a:lnTo>
                <a:lnTo>
                  <a:pt x="1036319" y="1780260"/>
                </a:lnTo>
                <a:lnTo>
                  <a:pt x="1035859" y="1780664"/>
                </a:lnTo>
                <a:lnTo>
                  <a:pt x="1035410" y="1781077"/>
                </a:lnTo>
                <a:lnTo>
                  <a:pt x="1034974" y="1781500"/>
                </a:lnTo>
                <a:lnTo>
                  <a:pt x="1034551" y="1781932"/>
                </a:lnTo>
                <a:lnTo>
                  <a:pt x="1034140" y="1782374"/>
                </a:lnTo>
                <a:lnTo>
                  <a:pt x="1033741" y="1782824"/>
                </a:lnTo>
                <a:lnTo>
                  <a:pt x="1033354" y="1783285"/>
                </a:lnTo>
                <a:lnTo>
                  <a:pt x="1032982" y="1783755"/>
                </a:lnTo>
                <a:lnTo>
                  <a:pt x="1032625" y="1784234"/>
                </a:lnTo>
                <a:lnTo>
                  <a:pt x="1032284" y="1784724"/>
                </a:lnTo>
                <a:lnTo>
                  <a:pt x="1031959" y="1785224"/>
                </a:lnTo>
                <a:lnTo>
                  <a:pt x="1031650" y="1785734"/>
                </a:lnTo>
                <a:lnTo>
                  <a:pt x="1031357" y="1786254"/>
                </a:lnTo>
                <a:lnTo>
                  <a:pt x="1031080" y="1786784"/>
                </a:lnTo>
                <a:lnTo>
                  <a:pt x="1030818" y="1787323"/>
                </a:lnTo>
                <a:lnTo>
                  <a:pt x="1030573" y="1787873"/>
                </a:lnTo>
                <a:lnTo>
                  <a:pt x="1030343" y="1788433"/>
                </a:lnTo>
                <a:lnTo>
                  <a:pt x="1030129" y="1789003"/>
                </a:lnTo>
                <a:lnTo>
                  <a:pt x="1029931" y="1789582"/>
                </a:lnTo>
                <a:lnTo>
                  <a:pt x="1029748" y="1790172"/>
                </a:lnTo>
                <a:lnTo>
                  <a:pt x="1029582" y="1790772"/>
                </a:lnTo>
                <a:lnTo>
                  <a:pt x="1029431" y="1791381"/>
                </a:lnTo>
                <a:lnTo>
                  <a:pt x="1029297" y="1792001"/>
                </a:lnTo>
                <a:lnTo>
                  <a:pt x="1029178" y="1792631"/>
                </a:lnTo>
                <a:lnTo>
                  <a:pt x="1029075" y="1793270"/>
                </a:lnTo>
                <a:lnTo>
                  <a:pt x="1028988" y="1793920"/>
                </a:lnTo>
                <a:lnTo>
                  <a:pt x="1028916" y="1794579"/>
                </a:lnTo>
                <a:lnTo>
                  <a:pt x="1028861" y="1795249"/>
                </a:lnTo>
                <a:lnTo>
                  <a:pt x="1028821" y="1795928"/>
                </a:lnTo>
                <a:lnTo>
                  <a:pt x="1028797" y="1796618"/>
                </a:lnTo>
                <a:lnTo>
                  <a:pt x="1028789" y="1797317"/>
                </a:lnTo>
                <a:lnTo>
                  <a:pt x="1028795" y="1797919"/>
                </a:lnTo>
                <a:lnTo>
                  <a:pt x="1028811" y="1798512"/>
                </a:lnTo>
                <a:lnTo>
                  <a:pt x="1028837" y="1799098"/>
                </a:lnTo>
                <a:lnTo>
                  <a:pt x="1028874" y="1799675"/>
                </a:lnTo>
                <a:lnTo>
                  <a:pt x="1028921" y="1800244"/>
                </a:lnTo>
                <a:lnTo>
                  <a:pt x="1028980" y="1800804"/>
                </a:lnTo>
                <a:lnTo>
                  <a:pt x="1029048" y="1801357"/>
                </a:lnTo>
                <a:lnTo>
                  <a:pt x="1029128" y="1801901"/>
                </a:lnTo>
                <a:lnTo>
                  <a:pt x="1029217" y="1802437"/>
                </a:lnTo>
                <a:lnTo>
                  <a:pt x="1029318" y="1802965"/>
                </a:lnTo>
                <a:lnTo>
                  <a:pt x="1029429" y="1803484"/>
                </a:lnTo>
                <a:lnTo>
                  <a:pt x="1029550" y="1803995"/>
                </a:lnTo>
                <a:lnTo>
                  <a:pt x="1029682" y="1804498"/>
                </a:lnTo>
                <a:lnTo>
                  <a:pt x="1029825" y="1804993"/>
                </a:lnTo>
                <a:lnTo>
                  <a:pt x="1029978" y="1805480"/>
                </a:lnTo>
                <a:lnTo>
                  <a:pt x="1030142" y="1805958"/>
                </a:lnTo>
                <a:lnTo>
                  <a:pt x="1030316" y="1806429"/>
                </a:lnTo>
                <a:lnTo>
                  <a:pt x="1030501" y="1806891"/>
                </a:lnTo>
                <a:lnTo>
                  <a:pt x="1030697" y="1807344"/>
                </a:lnTo>
                <a:lnTo>
                  <a:pt x="1030903" y="1807790"/>
                </a:lnTo>
                <a:lnTo>
                  <a:pt x="1031119" y="1808227"/>
                </a:lnTo>
                <a:lnTo>
                  <a:pt x="1031347" y="1808656"/>
                </a:lnTo>
                <a:lnTo>
                  <a:pt x="1031584" y="1809077"/>
                </a:lnTo>
                <a:lnTo>
                  <a:pt x="1031833" y="1809490"/>
                </a:lnTo>
                <a:lnTo>
                  <a:pt x="1032093" y="1809882"/>
                </a:lnTo>
                <a:lnTo>
                  <a:pt x="1032367" y="1810267"/>
                </a:lnTo>
                <a:lnTo>
                  <a:pt x="1032654" y="1810647"/>
                </a:lnTo>
                <a:lnTo>
                  <a:pt x="1032955" y="1811021"/>
                </a:lnTo>
                <a:lnTo>
                  <a:pt x="1033269" y="1811389"/>
                </a:lnTo>
                <a:lnTo>
                  <a:pt x="1033597" y="1811751"/>
                </a:lnTo>
                <a:lnTo>
                  <a:pt x="1033939" y="1812108"/>
                </a:lnTo>
                <a:lnTo>
                  <a:pt x="1034294" y="1812458"/>
                </a:lnTo>
                <a:lnTo>
                  <a:pt x="1034662" y="1812803"/>
                </a:lnTo>
                <a:lnTo>
                  <a:pt x="1035044" y="1813141"/>
                </a:lnTo>
                <a:lnTo>
                  <a:pt x="1035439" y="1813474"/>
                </a:lnTo>
                <a:lnTo>
                  <a:pt x="1035848" y="1813801"/>
                </a:lnTo>
                <a:lnTo>
                  <a:pt x="1036270" y="1814122"/>
                </a:lnTo>
                <a:lnTo>
                  <a:pt x="1036706" y="1814438"/>
                </a:lnTo>
                <a:lnTo>
                  <a:pt x="1037156" y="1814747"/>
                </a:lnTo>
                <a:lnTo>
                  <a:pt x="1037619" y="1815050"/>
                </a:lnTo>
                <a:lnTo>
                  <a:pt x="1038095" y="1815348"/>
                </a:lnTo>
                <a:lnTo>
                  <a:pt x="1038585" y="1815640"/>
                </a:lnTo>
                <a:lnTo>
                  <a:pt x="1039088" y="1815926"/>
                </a:lnTo>
                <a:lnTo>
                  <a:pt x="1039605" y="1816206"/>
                </a:lnTo>
                <a:lnTo>
                  <a:pt x="1040135" y="1816480"/>
                </a:lnTo>
                <a:lnTo>
                  <a:pt x="1040679" y="1816748"/>
                </a:lnTo>
                <a:lnTo>
                  <a:pt x="1041237" y="1817011"/>
                </a:lnTo>
                <a:lnTo>
                  <a:pt x="1041808" y="1817267"/>
                </a:lnTo>
                <a:lnTo>
                  <a:pt x="1042393" y="1817505"/>
                </a:lnTo>
                <a:lnTo>
                  <a:pt x="1042993" y="1817740"/>
                </a:lnTo>
                <a:lnTo>
                  <a:pt x="1043609" y="1817972"/>
                </a:lnTo>
                <a:lnTo>
                  <a:pt x="1044240" y="1818202"/>
                </a:lnTo>
                <a:lnTo>
                  <a:pt x="1044887" y="1818428"/>
                </a:lnTo>
                <a:lnTo>
                  <a:pt x="1045548" y="1818651"/>
                </a:lnTo>
                <a:lnTo>
                  <a:pt x="1046225" y="1818872"/>
                </a:lnTo>
                <a:lnTo>
                  <a:pt x="1046917" y="1819089"/>
                </a:lnTo>
                <a:lnTo>
                  <a:pt x="1047625" y="1819304"/>
                </a:lnTo>
                <a:lnTo>
                  <a:pt x="1048347" y="1819515"/>
                </a:lnTo>
                <a:lnTo>
                  <a:pt x="1049085" y="1819724"/>
                </a:lnTo>
                <a:lnTo>
                  <a:pt x="1049838" y="1819930"/>
                </a:lnTo>
                <a:lnTo>
                  <a:pt x="1050607" y="1820133"/>
                </a:lnTo>
                <a:lnTo>
                  <a:pt x="1051390" y="1820333"/>
                </a:lnTo>
                <a:lnTo>
                  <a:pt x="1052189" y="1820530"/>
                </a:lnTo>
                <a:lnTo>
                  <a:pt x="1053004" y="1820724"/>
                </a:lnTo>
                <a:lnTo>
                  <a:pt x="1053833" y="1820915"/>
                </a:lnTo>
                <a:lnTo>
                  <a:pt x="1054678" y="1821103"/>
                </a:lnTo>
                <a:lnTo>
                  <a:pt x="1055538" y="1821288"/>
                </a:lnTo>
                <a:lnTo>
                  <a:pt x="1056413" y="1821470"/>
                </a:lnTo>
                <a:lnTo>
                  <a:pt x="1057304" y="1821650"/>
                </a:lnTo>
                <a:lnTo>
                  <a:pt x="1058209" y="1821826"/>
                </a:lnTo>
                <a:lnTo>
                  <a:pt x="1059131" y="1821999"/>
                </a:lnTo>
                <a:lnTo>
                  <a:pt x="1060067" y="1822170"/>
                </a:lnTo>
                <a:lnTo>
                  <a:pt x="1060946" y="1822311"/>
                </a:lnTo>
                <a:lnTo>
                  <a:pt x="1061807" y="1822453"/>
                </a:lnTo>
                <a:lnTo>
                  <a:pt x="1062650" y="1822595"/>
                </a:lnTo>
                <a:lnTo>
                  <a:pt x="1063476" y="1822738"/>
                </a:lnTo>
                <a:lnTo>
                  <a:pt x="1064285" y="1822882"/>
                </a:lnTo>
                <a:lnTo>
                  <a:pt x="1065075" y="1823026"/>
                </a:lnTo>
                <a:lnTo>
                  <a:pt x="1065849" y="1823171"/>
                </a:lnTo>
                <a:lnTo>
                  <a:pt x="1066604" y="1823316"/>
                </a:lnTo>
                <a:lnTo>
                  <a:pt x="1067342" y="1823462"/>
                </a:lnTo>
                <a:lnTo>
                  <a:pt x="1068062" y="1823608"/>
                </a:lnTo>
                <a:lnTo>
                  <a:pt x="1068765" y="1823755"/>
                </a:lnTo>
                <a:lnTo>
                  <a:pt x="1069450" y="1823903"/>
                </a:lnTo>
                <a:lnTo>
                  <a:pt x="1070118" y="1824051"/>
                </a:lnTo>
                <a:lnTo>
                  <a:pt x="1070767" y="1824200"/>
                </a:lnTo>
                <a:lnTo>
                  <a:pt x="1071400" y="1824349"/>
                </a:lnTo>
                <a:lnTo>
                  <a:pt x="1072014" y="1824499"/>
                </a:lnTo>
                <a:lnTo>
                  <a:pt x="1072611" y="1824650"/>
                </a:lnTo>
                <a:lnTo>
                  <a:pt x="1073191" y="1824801"/>
                </a:lnTo>
                <a:lnTo>
                  <a:pt x="1073752" y="1824953"/>
                </a:lnTo>
                <a:lnTo>
                  <a:pt x="1074297" y="1825105"/>
                </a:lnTo>
                <a:lnTo>
                  <a:pt x="1074823" y="1825258"/>
                </a:lnTo>
                <a:lnTo>
                  <a:pt x="1075332" y="1825412"/>
                </a:lnTo>
                <a:lnTo>
                  <a:pt x="1075824" y="1825566"/>
                </a:lnTo>
                <a:lnTo>
                  <a:pt x="1076297" y="1825721"/>
                </a:lnTo>
                <a:lnTo>
                  <a:pt x="1076770" y="1825877"/>
                </a:lnTo>
                <a:lnTo>
                  <a:pt x="1077231" y="1826035"/>
                </a:lnTo>
                <a:lnTo>
                  <a:pt x="1077679" y="1826196"/>
                </a:lnTo>
                <a:lnTo>
                  <a:pt x="1078115" y="1826359"/>
                </a:lnTo>
                <a:lnTo>
                  <a:pt x="1078538" y="1826525"/>
                </a:lnTo>
                <a:lnTo>
                  <a:pt x="1078949" y="1826693"/>
                </a:lnTo>
                <a:lnTo>
                  <a:pt x="1079348" y="1826863"/>
                </a:lnTo>
                <a:lnTo>
                  <a:pt x="1079735" y="1827035"/>
                </a:lnTo>
                <a:lnTo>
                  <a:pt x="1080109" y="1827210"/>
                </a:lnTo>
                <a:lnTo>
                  <a:pt x="1080471" y="1827388"/>
                </a:lnTo>
                <a:lnTo>
                  <a:pt x="1080821" y="1827567"/>
                </a:lnTo>
                <a:lnTo>
                  <a:pt x="1081158" y="1827749"/>
                </a:lnTo>
                <a:lnTo>
                  <a:pt x="1081483" y="1827934"/>
                </a:lnTo>
                <a:lnTo>
                  <a:pt x="1081795" y="1828120"/>
                </a:lnTo>
                <a:lnTo>
                  <a:pt x="1082096" y="1828309"/>
                </a:lnTo>
                <a:lnTo>
                  <a:pt x="1082384" y="1828501"/>
                </a:lnTo>
                <a:lnTo>
                  <a:pt x="1082659" y="1828694"/>
                </a:lnTo>
                <a:lnTo>
                  <a:pt x="1082923" y="1828890"/>
                </a:lnTo>
                <a:lnTo>
                  <a:pt x="1083174" y="1829089"/>
                </a:lnTo>
                <a:lnTo>
                  <a:pt x="1083412" y="1829290"/>
                </a:lnTo>
                <a:lnTo>
                  <a:pt x="1083638" y="1829493"/>
                </a:lnTo>
                <a:lnTo>
                  <a:pt x="1083852" y="1829698"/>
                </a:lnTo>
                <a:lnTo>
                  <a:pt x="1084054" y="1829906"/>
                </a:lnTo>
                <a:lnTo>
                  <a:pt x="1084243" y="1830116"/>
                </a:lnTo>
                <a:lnTo>
                  <a:pt x="1084423" y="1830330"/>
                </a:lnTo>
                <a:lnTo>
                  <a:pt x="1084594" y="1830548"/>
                </a:lnTo>
                <a:lnTo>
                  <a:pt x="1084759" y="1830771"/>
                </a:lnTo>
                <a:lnTo>
                  <a:pt x="1084915" y="1830999"/>
                </a:lnTo>
                <a:lnTo>
                  <a:pt x="1085064" y="1831232"/>
                </a:lnTo>
                <a:lnTo>
                  <a:pt x="1085205" y="1831469"/>
                </a:lnTo>
                <a:lnTo>
                  <a:pt x="1085339" y="1831711"/>
                </a:lnTo>
                <a:lnTo>
                  <a:pt x="1085464" y="1831957"/>
                </a:lnTo>
                <a:lnTo>
                  <a:pt x="1085583" y="1832208"/>
                </a:lnTo>
                <a:lnTo>
                  <a:pt x="1085693" y="1832464"/>
                </a:lnTo>
                <a:lnTo>
                  <a:pt x="1085796" y="1832725"/>
                </a:lnTo>
                <a:lnTo>
                  <a:pt x="1085892" y="1832990"/>
                </a:lnTo>
                <a:lnTo>
                  <a:pt x="1085980" y="1833260"/>
                </a:lnTo>
                <a:lnTo>
                  <a:pt x="1086060" y="1833535"/>
                </a:lnTo>
                <a:lnTo>
                  <a:pt x="1086132" y="1833815"/>
                </a:lnTo>
                <a:lnTo>
                  <a:pt x="1086197" y="1834099"/>
                </a:lnTo>
                <a:lnTo>
                  <a:pt x="1086254" y="1834388"/>
                </a:lnTo>
                <a:lnTo>
                  <a:pt x="1086304" y="1834681"/>
                </a:lnTo>
                <a:lnTo>
                  <a:pt x="1086346" y="1834979"/>
                </a:lnTo>
                <a:lnTo>
                  <a:pt x="1086380" y="1835282"/>
                </a:lnTo>
                <a:lnTo>
                  <a:pt x="1086407" y="1835590"/>
                </a:lnTo>
                <a:lnTo>
                  <a:pt x="1086426" y="1835902"/>
                </a:lnTo>
                <a:lnTo>
                  <a:pt x="1086437" y="1836219"/>
                </a:lnTo>
                <a:lnTo>
                  <a:pt x="1086441" y="1836541"/>
                </a:lnTo>
                <a:lnTo>
                  <a:pt x="1086432" y="1837030"/>
                </a:lnTo>
                <a:lnTo>
                  <a:pt x="1086404" y="1837512"/>
                </a:lnTo>
                <a:lnTo>
                  <a:pt x="1086357" y="1837986"/>
                </a:lnTo>
                <a:lnTo>
                  <a:pt x="1086291" y="1838452"/>
                </a:lnTo>
                <a:lnTo>
                  <a:pt x="1086206" y="1838911"/>
                </a:lnTo>
                <a:lnTo>
                  <a:pt x="1086103" y="1839362"/>
                </a:lnTo>
                <a:lnTo>
                  <a:pt x="1085981" y="1839806"/>
                </a:lnTo>
                <a:lnTo>
                  <a:pt x="1085840" y="1840242"/>
                </a:lnTo>
                <a:lnTo>
                  <a:pt x="1085681" y="1840670"/>
                </a:lnTo>
                <a:lnTo>
                  <a:pt x="1085502" y="1841090"/>
                </a:lnTo>
                <a:lnTo>
                  <a:pt x="1085305" y="1841503"/>
                </a:lnTo>
                <a:lnTo>
                  <a:pt x="1085089" y="1841909"/>
                </a:lnTo>
                <a:lnTo>
                  <a:pt x="1084854" y="1842306"/>
                </a:lnTo>
                <a:lnTo>
                  <a:pt x="1084600" y="1842696"/>
                </a:lnTo>
                <a:lnTo>
                  <a:pt x="1084328" y="1843079"/>
                </a:lnTo>
                <a:lnTo>
                  <a:pt x="1084037" y="1843454"/>
                </a:lnTo>
                <a:lnTo>
                  <a:pt x="1083727" y="1843821"/>
                </a:lnTo>
                <a:lnTo>
                  <a:pt x="1083398" y="1844180"/>
                </a:lnTo>
                <a:lnTo>
                  <a:pt x="1083051" y="1844532"/>
                </a:lnTo>
                <a:lnTo>
                  <a:pt x="1082684" y="1844877"/>
                </a:lnTo>
                <a:lnTo>
                  <a:pt x="1082299" y="1845213"/>
                </a:lnTo>
                <a:lnTo>
                  <a:pt x="1081895" y="1845542"/>
                </a:lnTo>
                <a:lnTo>
                  <a:pt x="1081473" y="1845864"/>
                </a:lnTo>
                <a:lnTo>
                  <a:pt x="1081031" y="1846178"/>
                </a:lnTo>
                <a:lnTo>
                  <a:pt x="1080586" y="1846467"/>
                </a:lnTo>
                <a:lnTo>
                  <a:pt x="1080122" y="1846745"/>
                </a:lnTo>
                <a:lnTo>
                  <a:pt x="1079642" y="1847010"/>
                </a:lnTo>
                <a:lnTo>
                  <a:pt x="1079143" y="1847262"/>
                </a:lnTo>
                <a:lnTo>
                  <a:pt x="1078627" y="1847503"/>
                </a:lnTo>
                <a:lnTo>
                  <a:pt x="1078094" y="1847731"/>
                </a:lnTo>
                <a:lnTo>
                  <a:pt x="1077542" y="1847947"/>
                </a:lnTo>
                <a:lnTo>
                  <a:pt x="1076974" y="1848150"/>
                </a:lnTo>
                <a:lnTo>
                  <a:pt x="1076387" y="1848341"/>
                </a:lnTo>
                <a:lnTo>
                  <a:pt x="1075783" y="1848520"/>
                </a:lnTo>
                <a:lnTo>
                  <a:pt x="1075161" y="1848686"/>
                </a:lnTo>
                <a:lnTo>
                  <a:pt x="1074522" y="1848840"/>
                </a:lnTo>
                <a:lnTo>
                  <a:pt x="1073865" y="1848982"/>
                </a:lnTo>
                <a:lnTo>
                  <a:pt x="1073191" y="1849112"/>
                </a:lnTo>
                <a:lnTo>
                  <a:pt x="1072499" y="1849229"/>
                </a:lnTo>
                <a:lnTo>
                  <a:pt x="1071789" y="1849334"/>
                </a:lnTo>
                <a:lnTo>
                  <a:pt x="1071062" y="1849426"/>
                </a:lnTo>
                <a:lnTo>
                  <a:pt x="1070317" y="1849506"/>
                </a:lnTo>
                <a:lnTo>
                  <a:pt x="1069554" y="1849574"/>
                </a:lnTo>
                <a:lnTo>
                  <a:pt x="1068774" y="1849629"/>
                </a:lnTo>
                <a:lnTo>
                  <a:pt x="1067976" y="1849673"/>
                </a:lnTo>
                <a:lnTo>
                  <a:pt x="1067161" y="1849703"/>
                </a:lnTo>
                <a:lnTo>
                  <a:pt x="1066328" y="1849722"/>
                </a:lnTo>
                <a:lnTo>
                  <a:pt x="1065477" y="1849728"/>
                </a:lnTo>
                <a:lnTo>
                  <a:pt x="1064528" y="1849721"/>
                </a:lnTo>
                <a:lnTo>
                  <a:pt x="1063597" y="1849701"/>
                </a:lnTo>
                <a:lnTo>
                  <a:pt x="1062685" y="1849667"/>
                </a:lnTo>
                <a:lnTo>
                  <a:pt x="1061790" y="1849620"/>
                </a:lnTo>
                <a:lnTo>
                  <a:pt x="1060914" y="1849559"/>
                </a:lnTo>
                <a:lnTo>
                  <a:pt x="1060056" y="1849485"/>
                </a:lnTo>
                <a:lnTo>
                  <a:pt x="1059217" y="1849397"/>
                </a:lnTo>
                <a:lnTo>
                  <a:pt x="1058395" y="1849296"/>
                </a:lnTo>
                <a:lnTo>
                  <a:pt x="1057592" y="1849181"/>
                </a:lnTo>
                <a:lnTo>
                  <a:pt x="1056806" y="1849053"/>
                </a:lnTo>
                <a:lnTo>
                  <a:pt x="1056040" y="1848911"/>
                </a:lnTo>
                <a:lnTo>
                  <a:pt x="1055291" y="1848756"/>
                </a:lnTo>
                <a:lnTo>
                  <a:pt x="1054560" y="1848587"/>
                </a:lnTo>
                <a:lnTo>
                  <a:pt x="1053848" y="1848405"/>
                </a:lnTo>
                <a:lnTo>
                  <a:pt x="1053154" y="1848209"/>
                </a:lnTo>
                <a:lnTo>
                  <a:pt x="1052478" y="1848000"/>
                </a:lnTo>
                <a:lnTo>
                  <a:pt x="1051820" y="1847777"/>
                </a:lnTo>
                <a:lnTo>
                  <a:pt x="1051180" y="1847541"/>
                </a:lnTo>
                <a:lnTo>
                  <a:pt x="1050559" y="1847291"/>
                </a:lnTo>
                <a:lnTo>
                  <a:pt x="1049956" y="1847028"/>
                </a:lnTo>
                <a:lnTo>
                  <a:pt x="1049371" y="1846751"/>
                </a:lnTo>
                <a:lnTo>
                  <a:pt x="1048804" y="1846461"/>
                </a:lnTo>
                <a:lnTo>
                  <a:pt x="1048255" y="1846157"/>
                </a:lnTo>
                <a:lnTo>
                  <a:pt x="1047725" y="1845839"/>
                </a:lnTo>
                <a:lnTo>
                  <a:pt x="1047228" y="1845496"/>
                </a:lnTo>
                <a:lnTo>
                  <a:pt x="1046753" y="1845142"/>
                </a:lnTo>
                <a:lnTo>
                  <a:pt x="1046298" y="1844778"/>
                </a:lnTo>
                <a:lnTo>
                  <a:pt x="1045865" y="1844402"/>
                </a:lnTo>
                <a:lnTo>
                  <a:pt x="1045453" y="1844017"/>
                </a:lnTo>
                <a:lnTo>
                  <a:pt x="1045062" y="1843621"/>
                </a:lnTo>
                <a:lnTo>
                  <a:pt x="1044692" y="1843214"/>
                </a:lnTo>
                <a:lnTo>
                  <a:pt x="1044344" y="1842796"/>
                </a:lnTo>
                <a:lnTo>
                  <a:pt x="1044016" y="1842368"/>
                </a:lnTo>
                <a:lnTo>
                  <a:pt x="1043710" y="1841930"/>
                </a:lnTo>
                <a:lnTo>
                  <a:pt x="1043424" y="1841481"/>
                </a:lnTo>
                <a:lnTo>
                  <a:pt x="1043160" y="1841021"/>
                </a:lnTo>
                <a:lnTo>
                  <a:pt x="1042917" y="1840551"/>
                </a:lnTo>
                <a:lnTo>
                  <a:pt x="1042695" y="1840070"/>
                </a:lnTo>
                <a:lnTo>
                  <a:pt x="1042494" y="1839579"/>
                </a:lnTo>
                <a:lnTo>
                  <a:pt x="1042315" y="1839077"/>
                </a:lnTo>
                <a:lnTo>
                  <a:pt x="1042156" y="1838564"/>
                </a:lnTo>
                <a:lnTo>
                  <a:pt x="1042019" y="1838041"/>
                </a:lnTo>
                <a:lnTo>
                  <a:pt x="1041903" y="1837508"/>
                </a:lnTo>
                <a:lnTo>
                  <a:pt x="1041808" y="1836963"/>
                </a:lnTo>
                <a:lnTo>
                  <a:pt x="1041734" y="1836409"/>
                </a:lnTo>
                <a:lnTo>
                  <a:pt x="1041681" y="1835843"/>
                </a:lnTo>
                <a:lnTo>
                  <a:pt x="1041649" y="1835267"/>
                </a:lnTo>
                <a:lnTo>
                  <a:pt x="1041639" y="1834681"/>
                </a:lnTo>
                <a:lnTo>
                  <a:pt x="1041639" y="1832990"/>
                </a:lnTo>
                <a:lnTo>
                  <a:pt x="1027099" y="1832990"/>
                </a:lnTo>
                <a:lnTo>
                  <a:pt x="1027085" y="1833089"/>
                </a:lnTo>
                <a:lnTo>
                  <a:pt x="1027072" y="1833186"/>
                </a:lnTo>
                <a:lnTo>
                  <a:pt x="1027059" y="1833284"/>
                </a:lnTo>
                <a:lnTo>
                  <a:pt x="1027047" y="1833380"/>
                </a:lnTo>
                <a:lnTo>
                  <a:pt x="1027036" y="1833476"/>
                </a:lnTo>
                <a:lnTo>
                  <a:pt x="1027025" y="1833571"/>
                </a:lnTo>
                <a:lnTo>
                  <a:pt x="1027015" y="1833666"/>
                </a:lnTo>
                <a:lnTo>
                  <a:pt x="1027005" y="1833760"/>
                </a:lnTo>
                <a:lnTo>
                  <a:pt x="1026996" y="1833854"/>
                </a:lnTo>
                <a:lnTo>
                  <a:pt x="1026987" y="1833947"/>
                </a:lnTo>
                <a:lnTo>
                  <a:pt x="1026979" y="1834040"/>
                </a:lnTo>
                <a:lnTo>
                  <a:pt x="1026972" y="1834131"/>
                </a:lnTo>
                <a:lnTo>
                  <a:pt x="1026965" y="1834223"/>
                </a:lnTo>
                <a:lnTo>
                  <a:pt x="1026959" y="1834313"/>
                </a:lnTo>
                <a:lnTo>
                  <a:pt x="1026953" y="1834404"/>
                </a:lnTo>
                <a:lnTo>
                  <a:pt x="1026948" y="1834493"/>
                </a:lnTo>
                <a:lnTo>
                  <a:pt x="1026944" y="1834582"/>
                </a:lnTo>
                <a:lnTo>
                  <a:pt x="1026940" y="1834670"/>
                </a:lnTo>
                <a:lnTo>
                  <a:pt x="1026937" y="1834758"/>
                </a:lnTo>
                <a:lnTo>
                  <a:pt x="1026934" y="1834845"/>
                </a:lnTo>
                <a:lnTo>
                  <a:pt x="1026932" y="1834932"/>
                </a:lnTo>
                <a:lnTo>
                  <a:pt x="1026931" y="1835018"/>
                </a:lnTo>
                <a:lnTo>
                  <a:pt x="1026930" y="1835103"/>
                </a:lnTo>
                <a:lnTo>
                  <a:pt x="1026930" y="1835188"/>
                </a:lnTo>
                <a:lnTo>
                  <a:pt x="1026930" y="1835272"/>
                </a:lnTo>
                <a:lnTo>
                  <a:pt x="1026930" y="1835354"/>
                </a:lnTo>
                <a:lnTo>
                  <a:pt x="1026930" y="1835434"/>
                </a:lnTo>
                <a:lnTo>
                  <a:pt x="1026930" y="1835512"/>
                </a:lnTo>
                <a:lnTo>
                  <a:pt x="1026930" y="1835589"/>
                </a:lnTo>
                <a:lnTo>
                  <a:pt x="1026930" y="1835664"/>
                </a:lnTo>
                <a:lnTo>
                  <a:pt x="1026930" y="1835737"/>
                </a:lnTo>
                <a:lnTo>
                  <a:pt x="1026930" y="1835808"/>
                </a:lnTo>
                <a:lnTo>
                  <a:pt x="1026930" y="1835878"/>
                </a:lnTo>
                <a:lnTo>
                  <a:pt x="1026930" y="1835946"/>
                </a:lnTo>
                <a:lnTo>
                  <a:pt x="1026930" y="1836012"/>
                </a:lnTo>
                <a:lnTo>
                  <a:pt x="1026930" y="1836076"/>
                </a:lnTo>
                <a:lnTo>
                  <a:pt x="1026930" y="1836138"/>
                </a:lnTo>
                <a:lnTo>
                  <a:pt x="1026930" y="1836199"/>
                </a:lnTo>
                <a:lnTo>
                  <a:pt x="1026930" y="1836258"/>
                </a:lnTo>
                <a:lnTo>
                  <a:pt x="1026930" y="1836315"/>
                </a:lnTo>
                <a:lnTo>
                  <a:pt x="1026930" y="1836371"/>
                </a:lnTo>
                <a:lnTo>
                  <a:pt x="1026930" y="1836425"/>
                </a:lnTo>
                <a:lnTo>
                  <a:pt x="1026930" y="1836477"/>
                </a:lnTo>
                <a:lnTo>
                  <a:pt x="1026930" y="1836527"/>
                </a:lnTo>
                <a:lnTo>
                  <a:pt x="1026930" y="1836575"/>
                </a:lnTo>
                <a:lnTo>
                  <a:pt x="1026930" y="1836622"/>
                </a:lnTo>
                <a:lnTo>
                  <a:pt x="1026930" y="1836667"/>
                </a:lnTo>
                <a:lnTo>
                  <a:pt x="1026930" y="1836710"/>
                </a:lnTo>
                <a:lnTo>
                  <a:pt x="1026938" y="1837354"/>
                </a:lnTo>
                <a:lnTo>
                  <a:pt x="1026961" y="1837992"/>
                </a:lnTo>
                <a:lnTo>
                  <a:pt x="1027001" y="1838622"/>
                </a:lnTo>
                <a:lnTo>
                  <a:pt x="1027056" y="1839246"/>
                </a:lnTo>
                <a:lnTo>
                  <a:pt x="1027128" y="1839862"/>
                </a:lnTo>
                <a:lnTo>
                  <a:pt x="1027215" y="1840472"/>
                </a:lnTo>
                <a:lnTo>
                  <a:pt x="1027318" y="1841074"/>
                </a:lnTo>
                <a:lnTo>
                  <a:pt x="1027437" y="1841669"/>
                </a:lnTo>
                <a:lnTo>
                  <a:pt x="1027572" y="1842257"/>
                </a:lnTo>
                <a:lnTo>
                  <a:pt x="1027722" y="1842839"/>
                </a:lnTo>
                <a:lnTo>
                  <a:pt x="1027889" y="1843413"/>
                </a:lnTo>
                <a:lnTo>
                  <a:pt x="1028071" y="1843980"/>
                </a:lnTo>
                <a:lnTo>
                  <a:pt x="1028269" y="1844540"/>
                </a:lnTo>
                <a:lnTo>
                  <a:pt x="1028483" y="1845093"/>
                </a:lnTo>
                <a:lnTo>
                  <a:pt x="1028713" y="1845639"/>
                </a:lnTo>
                <a:lnTo>
                  <a:pt x="1028958" y="1846178"/>
                </a:lnTo>
                <a:lnTo>
                  <a:pt x="1029220" y="1846710"/>
                </a:lnTo>
                <a:lnTo>
                  <a:pt x="1029497" y="1847234"/>
                </a:lnTo>
                <a:lnTo>
                  <a:pt x="1029791" y="1847752"/>
                </a:lnTo>
                <a:lnTo>
                  <a:pt x="1030100" y="1848263"/>
                </a:lnTo>
                <a:lnTo>
                  <a:pt x="1030425" y="1848767"/>
                </a:lnTo>
                <a:lnTo>
                  <a:pt x="1030765" y="1849263"/>
                </a:lnTo>
                <a:lnTo>
                  <a:pt x="1031122" y="1849753"/>
                </a:lnTo>
                <a:lnTo>
                  <a:pt x="1031494" y="1850235"/>
                </a:lnTo>
                <a:lnTo>
                  <a:pt x="1031895" y="1850696"/>
                </a:lnTo>
                <a:lnTo>
                  <a:pt x="1032307" y="1851148"/>
                </a:lnTo>
                <a:lnTo>
                  <a:pt x="1032731" y="1851591"/>
                </a:lnTo>
                <a:lnTo>
                  <a:pt x="1033166" y="1852025"/>
                </a:lnTo>
                <a:lnTo>
                  <a:pt x="1033614" y="1852450"/>
                </a:lnTo>
                <a:lnTo>
                  <a:pt x="1034073" y="1852866"/>
                </a:lnTo>
                <a:lnTo>
                  <a:pt x="1034544" y="1853274"/>
                </a:lnTo>
                <a:lnTo>
                  <a:pt x="1035026" y="1853673"/>
                </a:lnTo>
                <a:lnTo>
                  <a:pt x="1035520" y="1854063"/>
                </a:lnTo>
                <a:lnTo>
                  <a:pt x="1036026" y="1854444"/>
                </a:lnTo>
                <a:lnTo>
                  <a:pt x="1036544" y="1854817"/>
                </a:lnTo>
                <a:lnTo>
                  <a:pt x="1037074" y="1855181"/>
                </a:lnTo>
                <a:lnTo>
                  <a:pt x="1037615" y="1855535"/>
                </a:lnTo>
                <a:lnTo>
                  <a:pt x="1038168" y="1855881"/>
                </a:lnTo>
                <a:lnTo>
                  <a:pt x="1038733" y="1856219"/>
                </a:lnTo>
                <a:lnTo>
                  <a:pt x="1039309" y="1856547"/>
                </a:lnTo>
                <a:lnTo>
                  <a:pt x="1039897" y="1856867"/>
                </a:lnTo>
                <a:lnTo>
                  <a:pt x="1040497" y="1857178"/>
                </a:lnTo>
                <a:lnTo>
                  <a:pt x="1041109" y="1857480"/>
                </a:lnTo>
                <a:lnTo>
                  <a:pt x="1041732" y="1857773"/>
                </a:lnTo>
                <a:lnTo>
                  <a:pt x="1042368" y="1858057"/>
                </a:lnTo>
                <a:lnTo>
                  <a:pt x="1043015" y="1858333"/>
                </a:lnTo>
                <a:lnTo>
                  <a:pt x="1043673" y="1858600"/>
                </a:lnTo>
                <a:lnTo>
                  <a:pt x="1044344" y="1858858"/>
                </a:lnTo>
                <a:lnTo>
                  <a:pt x="1045038" y="1859092"/>
                </a:lnTo>
                <a:lnTo>
                  <a:pt x="1045741" y="1859317"/>
                </a:lnTo>
                <a:lnTo>
                  <a:pt x="1046452" y="1859531"/>
                </a:lnTo>
                <a:lnTo>
                  <a:pt x="1047171" y="1859736"/>
                </a:lnTo>
                <a:lnTo>
                  <a:pt x="1047898" y="1859931"/>
                </a:lnTo>
                <a:lnTo>
                  <a:pt x="1048634" y="1860115"/>
                </a:lnTo>
                <a:lnTo>
                  <a:pt x="1049377" y="1860290"/>
                </a:lnTo>
                <a:lnTo>
                  <a:pt x="1050129" y="1860454"/>
                </a:lnTo>
                <a:lnTo>
                  <a:pt x="1050890" y="1860609"/>
                </a:lnTo>
                <a:lnTo>
                  <a:pt x="1051658" y="1860754"/>
                </a:lnTo>
                <a:lnTo>
                  <a:pt x="1052435" y="1860889"/>
                </a:lnTo>
                <a:lnTo>
                  <a:pt x="1053220" y="1861013"/>
                </a:lnTo>
                <a:lnTo>
                  <a:pt x="1054013" y="1861128"/>
                </a:lnTo>
                <a:lnTo>
                  <a:pt x="1054814" y="1861233"/>
                </a:lnTo>
                <a:lnTo>
                  <a:pt x="1055624" y="1861328"/>
                </a:lnTo>
                <a:lnTo>
                  <a:pt x="1056441" y="1861412"/>
                </a:lnTo>
                <a:lnTo>
                  <a:pt x="1057267" y="1861487"/>
                </a:lnTo>
                <a:lnTo>
                  <a:pt x="1058101" y="1861552"/>
                </a:lnTo>
                <a:lnTo>
                  <a:pt x="1058944" y="1861607"/>
                </a:lnTo>
                <a:lnTo>
                  <a:pt x="1059794" y="1861652"/>
                </a:lnTo>
                <a:lnTo>
                  <a:pt x="1060653" y="1861687"/>
                </a:lnTo>
                <a:lnTo>
                  <a:pt x="1061520" y="1861712"/>
                </a:lnTo>
                <a:lnTo>
                  <a:pt x="1062396" y="1861727"/>
                </a:lnTo>
                <a:lnTo>
                  <a:pt x="1063279" y="1861732"/>
                </a:lnTo>
                <a:lnTo>
                  <a:pt x="1064287" y="1861727"/>
                </a:lnTo>
                <a:lnTo>
                  <a:pt x="1065283" y="1861712"/>
                </a:lnTo>
                <a:lnTo>
                  <a:pt x="1066267" y="1861687"/>
                </a:lnTo>
                <a:lnTo>
                  <a:pt x="1067238" y="1861652"/>
                </a:lnTo>
                <a:lnTo>
                  <a:pt x="1068197" y="1861607"/>
                </a:lnTo>
                <a:lnTo>
                  <a:pt x="1069144" y="1861552"/>
                </a:lnTo>
                <a:lnTo>
                  <a:pt x="1070078" y="1861487"/>
                </a:lnTo>
                <a:lnTo>
                  <a:pt x="1071000" y="1861412"/>
                </a:lnTo>
                <a:close/>
                <a:moveTo>
                  <a:pt x="970509" y="1861281"/>
                </a:moveTo>
                <a:lnTo>
                  <a:pt x="971386" y="1861161"/>
                </a:lnTo>
                <a:lnTo>
                  <a:pt x="972252" y="1861027"/>
                </a:lnTo>
                <a:lnTo>
                  <a:pt x="973107" y="1860879"/>
                </a:lnTo>
                <a:lnTo>
                  <a:pt x="973951" y="1860717"/>
                </a:lnTo>
                <a:lnTo>
                  <a:pt x="974784" y="1860541"/>
                </a:lnTo>
                <a:lnTo>
                  <a:pt x="975605" y="1860351"/>
                </a:lnTo>
                <a:lnTo>
                  <a:pt x="976416" y="1860147"/>
                </a:lnTo>
                <a:lnTo>
                  <a:pt x="977215" y="1859928"/>
                </a:lnTo>
                <a:lnTo>
                  <a:pt x="978003" y="1859696"/>
                </a:lnTo>
                <a:lnTo>
                  <a:pt x="978780" y="1859449"/>
                </a:lnTo>
                <a:lnTo>
                  <a:pt x="979546" y="1859189"/>
                </a:lnTo>
                <a:lnTo>
                  <a:pt x="980300" y="1858914"/>
                </a:lnTo>
                <a:lnTo>
                  <a:pt x="981044" y="1858625"/>
                </a:lnTo>
                <a:lnTo>
                  <a:pt x="981776" y="1858322"/>
                </a:lnTo>
                <a:lnTo>
                  <a:pt x="982497" y="1858005"/>
                </a:lnTo>
                <a:lnTo>
                  <a:pt x="983207" y="1857674"/>
                </a:lnTo>
                <a:lnTo>
                  <a:pt x="983919" y="1857330"/>
                </a:lnTo>
                <a:lnTo>
                  <a:pt x="984617" y="1856975"/>
                </a:lnTo>
                <a:lnTo>
                  <a:pt x="985302" y="1856607"/>
                </a:lnTo>
                <a:lnTo>
                  <a:pt x="985974" y="1856228"/>
                </a:lnTo>
                <a:lnTo>
                  <a:pt x="986631" y="1855837"/>
                </a:lnTo>
                <a:lnTo>
                  <a:pt x="987276" y="1855434"/>
                </a:lnTo>
                <a:lnTo>
                  <a:pt x="987906" y="1855020"/>
                </a:lnTo>
                <a:lnTo>
                  <a:pt x="988524" y="1854594"/>
                </a:lnTo>
                <a:lnTo>
                  <a:pt x="989127" y="1854156"/>
                </a:lnTo>
                <a:lnTo>
                  <a:pt x="989718" y="1853706"/>
                </a:lnTo>
                <a:lnTo>
                  <a:pt x="990294" y="1853244"/>
                </a:lnTo>
                <a:lnTo>
                  <a:pt x="990858" y="1852771"/>
                </a:lnTo>
                <a:lnTo>
                  <a:pt x="991408" y="1852286"/>
                </a:lnTo>
                <a:lnTo>
                  <a:pt x="991944" y="1851790"/>
                </a:lnTo>
                <a:lnTo>
                  <a:pt x="992467" y="1851281"/>
                </a:lnTo>
                <a:lnTo>
                  <a:pt x="992976" y="1850761"/>
                </a:lnTo>
                <a:lnTo>
                  <a:pt x="993472" y="1850229"/>
                </a:lnTo>
                <a:lnTo>
                  <a:pt x="993954" y="1849686"/>
                </a:lnTo>
                <a:lnTo>
                  <a:pt x="994423" y="1849130"/>
                </a:lnTo>
                <a:lnTo>
                  <a:pt x="994878" y="1848563"/>
                </a:lnTo>
                <a:lnTo>
                  <a:pt x="995320" y="1847984"/>
                </a:lnTo>
                <a:lnTo>
                  <a:pt x="995748" y="1847394"/>
                </a:lnTo>
                <a:lnTo>
                  <a:pt x="996162" y="1846792"/>
                </a:lnTo>
                <a:lnTo>
                  <a:pt x="996564" y="1846178"/>
                </a:lnTo>
                <a:lnTo>
                  <a:pt x="996964" y="1845539"/>
                </a:lnTo>
                <a:lnTo>
                  <a:pt x="997347" y="1844891"/>
                </a:lnTo>
                <a:lnTo>
                  <a:pt x="997713" y="1844233"/>
                </a:lnTo>
                <a:lnTo>
                  <a:pt x="998062" y="1843566"/>
                </a:lnTo>
                <a:lnTo>
                  <a:pt x="998394" y="1842890"/>
                </a:lnTo>
                <a:lnTo>
                  <a:pt x="998709" y="1842205"/>
                </a:lnTo>
                <a:lnTo>
                  <a:pt x="999007" y="1841510"/>
                </a:lnTo>
                <a:lnTo>
                  <a:pt x="999288" y="1840805"/>
                </a:lnTo>
                <a:lnTo>
                  <a:pt x="999551" y="1840091"/>
                </a:lnTo>
                <a:lnTo>
                  <a:pt x="999798" y="1839368"/>
                </a:lnTo>
                <a:lnTo>
                  <a:pt x="1000028" y="1838635"/>
                </a:lnTo>
                <a:lnTo>
                  <a:pt x="1000241" y="1837893"/>
                </a:lnTo>
                <a:lnTo>
                  <a:pt x="1000437" y="1837142"/>
                </a:lnTo>
                <a:lnTo>
                  <a:pt x="1000615" y="1836381"/>
                </a:lnTo>
                <a:lnTo>
                  <a:pt x="1000777" y="1835611"/>
                </a:lnTo>
                <a:lnTo>
                  <a:pt x="1000922" y="1834831"/>
                </a:lnTo>
                <a:lnTo>
                  <a:pt x="1001049" y="1834042"/>
                </a:lnTo>
                <a:lnTo>
                  <a:pt x="1001160" y="1833244"/>
                </a:lnTo>
                <a:lnTo>
                  <a:pt x="1001254" y="1832436"/>
                </a:lnTo>
                <a:lnTo>
                  <a:pt x="1001330" y="1831619"/>
                </a:lnTo>
                <a:lnTo>
                  <a:pt x="1001390" y="1830793"/>
                </a:lnTo>
                <a:lnTo>
                  <a:pt x="1001433" y="1829957"/>
                </a:lnTo>
                <a:lnTo>
                  <a:pt x="1001458" y="1829111"/>
                </a:lnTo>
                <a:lnTo>
                  <a:pt x="1001467" y="1828257"/>
                </a:lnTo>
                <a:lnTo>
                  <a:pt x="985574" y="1828257"/>
                </a:lnTo>
                <a:lnTo>
                  <a:pt x="985564" y="1829162"/>
                </a:lnTo>
                <a:lnTo>
                  <a:pt x="985534" y="1830048"/>
                </a:lnTo>
                <a:lnTo>
                  <a:pt x="985484" y="1830914"/>
                </a:lnTo>
                <a:lnTo>
                  <a:pt x="985415" y="1831760"/>
                </a:lnTo>
                <a:lnTo>
                  <a:pt x="985325" y="1832586"/>
                </a:lnTo>
                <a:lnTo>
                  <a:pt x="985215" y="1833392"/>
                </a:lnTo>
                <a:lnTo>
                  <a:pt x="985085" y="1834178"/>
                </a:lnTo>
                <a:lnTo>
                  <a:pt x="984936" y="1834944"/>
                </a:lnTo>
                <a:lnTo>
                  <a:pt x="984766" y="1835690"/>
                </a:lnTo>
                <a:lnTo>
                  <a:pt x="984576" y="1836416"/>
                </a:lnTo>
                <a:lnTo>
                  <a:pt x="984367" y="1837123"/>
                </a:lnTo>
                <a:lnTo>
                  <a:pt x="984137" y="1837809"/>
                </a:lnTo>
                <a:lnTo>
                  <a:pt x="983888" y="1838475"/>
                </a:lnTo>
                <a:lnTo>
                  <a:pt x="983618" y="1839122"/>
                </a:lnTo>
                <a:lnTo>
                  <a:pt x="983329" y="1839748"/>
                </a:lnTo>
                <a:lnTo>
                  <a:pt x="983020" y="1840354"/>
                </a:lnTo>
                <a:lnTo>
                  <a:pt x="982690" y="1840941"/>
                </a:lnTo>
                <a:lnTo>
                  <a:pt x="982341" y="1841507"/>
                </a:lnTo>
                <a:lnTo>
                  <a:pt x="981972" y="1842054"/>
                </a:lnTo>
                <a:lnTo>
                  <a:pt x="981582" y="1842580"/>
                </a:lnTo>
                <a:lnTo>
                  <a:pt x="981173" y="1843087"/>
                </a:lnTo>
                <a:lnTo>
                  <a:pt x="980744" y="1843574"/>
                </a:lnTo>
                <a:lnTo>
                  <a:pt x="980295" y="1844040"/>
                </a:lnTo>
                <a:lnTo>
                  <a:pt x="979826" y="1844487"/>
                </a:lnTo>
                <a:lnTo>
                  <a:pt x="979352" y="1844915"/>
                </a:lnTo>
                <a:lnTo>
                  <a:pt x="978860" y="1845324"/>
                </a:lnTo>
                <a:lnTo>
                  <a:pt x="978349" y="1845715"/>
                </a:lnTo>
                <a:lnTo>
                  <a:pt x="977821" y="1846089"/>
                </a:lnTo>
                <a:lnTo>
                  <a:pt x="977274" y="1846443"/>
                </a:lnTo>
                <a:lnTo>
                  <a:pt x="976709" y="1846780"/>
                </a:lnTo>
                <a:lnTo>
                  <a:pt x="976126" y="1847099"/>
                </a:lnTo>
                <a:lnTo>
                  <a:pt x="975524" y="1847399"/>
                </a:lnTo>
                <a:lnTo>
                  <a:pt x="974905" y="1847681"/>
                </a:lnTo>
                <a:lnTo>
                  <a:pt x="974267" y="1847945"/>
                </a:lnTo>
                <a:lnTo>
                  <a:pt x="973611" y="1848190"/>
                </a:lnTo>
                <a:lnTo>
                  <a:pt x="972936" y="1848418"/>
                </a:lnTo>
                <a:lnTo>
                  <a:pt x="972244" y="1848627"/>
                </a:lnTo>
                <a:lnTo>
                  <a:pt x="971533" y="1848818"/>
                </a:lnTo>
                <a:lnTo>
                  <a:pt x="970805" y="1848991"/>
                </a:lnTo>
                <a:lnTo>
                  <a:pt x="970058" y="1849146"/>
                </a:lnTo>
                <a:lnTo>
                  <a:pt x="969292" y="1849282"/>
                </a:lnTo>
                <a:lnTo>
                  <a:pt x="968509" y="1849401"/>
                </a:lnTo>
                <a:lnTo>
                  <a:pt x="967707" y="1849501"/>
                </a:lnTo>
                <a:lnTo>
                  <a:pt x="966888" y="1849583"/>
                </a:lnTo>
                <a:lnTo>
                  <a:pt x="966050" y="1849646"/>
                </a:lnTo>
                <a:lnTo>
                  <a:pt x="965194" y="1849692"/>
                </a:lnTo>
                <a:lnTo>
                  <a:pt x="964319" y="1849719"/>
                </a:lnTo>
                <a:lnTo>
                  <a:pt x="963427" y="1849728"/>
                </a:lnTo>
                <a:lnTo>
                  <a:pt x="962615" y="1849716"/>
                </a:lnTo>
                <a:lnTo>
                  <a:pt x="961816" y="1849680"/>
                </a:lnTo>
                <a:lnTo>
                  <a:pt x="961028" y="1849620"/>
                </a:lnTo>
                <a:lnTo>
                  <a:pt x="960252" y="1849536"/>
                </a:lnTo>
                <a:lnTo>
                  <a:pt x="959488" y="1849427"/>
                </a:lnTo>
                <a:lnTo>
                  <a:pt x="958735" y="1849295"/>
                </a:lnTo>
                <a:lnTo>
                  <a:pt x="957994" y="1849138"/>
                </a:lnTo>
                <a:lnTo>
                  <a:pt x="957265" y="1848958"/>
                </a:lnTo>
                <a:lnTo>
                  <a:pt x="956548" y="1848753"/>
                </a:lnTo>
                <a:lnTo>
                  <a:pt x="955842" y="1848525"/>
                </a:lnTo>
                <a:lnTo>
                  <a:pt x="955148" y="1848272"/>
                </a:lnTo>
                <a:lnTo>
                  <a:pt x="954466" y="1847995"/>
                </a:lnTo>
                <a:lnTo>
                  <a:pt x="953796" y="1847694"/>
                </a:lnTo>
                <a:lnTo>
                  <a:pt x="953137" y="1847369"/>
                </a:lnTo>
                <a:lnTo>
                  <a:pt x="952490" y="1847020"/>
                </a:lnTo>
                <a:lnTo>
                  <a:pt x="951855" y="1846647"/>
                </a:lnTo>
                <a:lnTo>
                  <a:pt x="951231" y="1846250"/>
                </a:lnTo>
                <a:lnTo>
                  <a:pt x="950620" y="1845829"/>
                </a:lnTo>
                <a:lnTo>
                  <a:pt x="950020" y="1845384"/>
                </a:lnTo>
                <a:lnTo>
                  <a:pt x="949431" y="1844914"/>
                </a:lnTo>
                <a:lnTo>
                  <a:pt x="948855" y="1844421"/>
                </a:lnTo>
                <a:lnTo>
                  <a:pt x="948290" y="1843904"/>
                </a:lnTo>
                <a:lnTo>
                  <a:pt x="947737" y="1843362"/>
                </a:lnTo>
                <a:lnTo>
                  <a:pt x="947196" y="1842796"/>
                </a:lnTo>
                <a:lnTo>
                  <a:pt x="946672" y="1842208"/>
                </a:lnTo>
                <a:lnTo>
                  <a:pt x="946170" y="1841596"/>
                </a:lnTo>
                <a:lnTo>
                  <a:pt x="945690" y="1840963"/>
                </a:lnTo>
                <a:lnTo>
                  <a:pt x="945233" y="1840307"/>
                </a:lnTo>
                <a:lnTo>
                  <a:pt x="944798" y="1839629"/>
                </a:lnTo>
                <a:lnTo>
                  <a:pt x="944385" y="1838929"/>
                </a:lnTo>
                <a:lnTo>
                  <a:pt x="943995" y="1838206"/>
                </a:lnTo>
                <a:lnTo>
                  <a:pt x="943627" y="1837461"/>
                </a:lnTo>
                <a:lnTo>
                  <a:pt x="943281" y="1836694"/>
                </a:lnTo>
                <a:lnTo>
                  <a:pt x="942958" y="1835904"/>
                </a:lnTo>
                <a:lnTo>
                  <a:pt x="942656" y="1835093"/>
                </a:lnTo>
                <a:lnTo>
                  <a:pt x="942378" y="1834258"/>
                </a:lnTo>
                <a:lnTo>
                  <a:pt x="942121" y="1833402"/>
                </a:lnTo>
                <a:lnTo>
                  <a:pt x="941887" y="1832523"/>
                </a:lnTo>
                <a:lnTo>
                  <a:pt x="941675" y="1831622"/>
                </a:lnTo>
                <a:lnTo>
                  <a:pt x="941485" y="1830699"/>
                </a:lnTo>
                <a:lnTo>
                  <a:pt x="941318" y="1829753"/>
                </a:lnTo>
                <a:lnTo>
                  <a:pt x="941173" y="1828785"/>
                </a:lnTo>
                <a:lnTo>
                  <a:pt x="941050" y="1827795"/>
                </a:lnTo>
                <a:lnTo>
                  <a:pt x="940950" y="1826782"/>
                </a:lnTo>
                <a:lnTo>
                  <a:pt x="940872" y="1825747"/>
                </a:lnTo>
                <a:lnTo>
                  <a:pt x="940816" y="1824690"/>
                </a:lnTo>
                <a:lnTo>
                  <a:pt x="940783" y="1823610"/>
                </a:lnTo>
                <a:lnTo>
                  <a:pt x="940771" y="1822508"/>
                </a:lnTo>
                <a:lnTo>
                  <a:pt x="940771" y="1819634"/>
                </a:lnTo>
                <a:lnTo>
                  <a:pt x="1001467" y="1819634"/>
                </a:lnTo>
                <a:lnTo>
                  <a:pt x="1001467" y="1808137"/>
                </a:lnTo>
                <a:lnTo>
                  <a:pt x="1001458" y="1807268"/>
                </a:lnTo>
                <a:lnTo>
                  <a:pt x="1001434" y="1806407"/>
                </a:lnTo>
                <a:lnTo>
                  <a:pt x="1001393" y="1805554"/>
                </a:lnTo>
                <a:lnTo>
                  <a:pt x="1001335" y="1804709"/>
                </a:lnTo>
                <a:lnTo>
                  <a:pt x="1001261" y="1803873"/>
                </a:lnTo>
                <a:lnTo>
                  <a:pt x="1001171" y="1803044"/>
                </a:lnTo>
                <a:lnTo>
                  <a:pt x="1001064" y="1802224"/>
                </a:lnTo>
                <a:lnTo>
                  <a:pt x="1000941" y="1801412"/>
                </a:lnTo>
                <a:lnTo>
                  <a:pt x="1000801" y="1800609"/>
                </a:lnTo>
                <a:lnTo>
                  <a:pt x="1000645" y="1799813"/>
                </a:lnTo>
                <a:lnTo>
                  <a:pt x="1000472" y="1799026"/>
                </a:lnTo>
                <a:lnTo>
                  <a:pt x="1000283" y="1798247"/>
                </a:lnTo>
                <a:lnTo>
                  <a:pt x="1000078" y="1797476"/>
                </a:lnTo>
                <a:lnTo>
                  <a:pt x="999856" y="1796714"/>
                </a:lnTo>
                <a:lnTo>
                  <a:pt x="999617" y="1795959"/>
                </a:lnTo>
                <a:lnTo>
                  <a:pt x="999363" y="1795213"/>
                </a:lnTo>
                <a:lnTo>
                  <a:pt x="999091" y="1794475"/>
                </a:lnTo>
                <a:lnTo>
                  <a:pt x="998804" y="1793746"/>
                </a:lnTo>
                <a:lnTo>
                  <a:pt x="998500" y="1793024"/>
                </a:lnTo>
                <a:lnTo>
                  <a:pt x="998179" y="1792311"/>
                </a:lnTo>
                <a:lnTo>
                  <a:pt x="997842" y="1791606"/>
                </a:lnTo>
                <a:lnTo>
                  <a:pt x="997489" y="1790909"/>
                </a:lnTo>
                <a:lnTo>
                  <a:pt x="997119" y="1790221"/>
                </a:lnTo>
                <a:lnTo>
                  <a:pt x="996733" y="1789540"/>
                </a:lnTo>
                <a:lnTo>
                  <a:pt x="996346" y="1788870"/>
                </a:lnTo>
                <a:lnTo>
                  <a:pt x="995945" y="1788211"/>
                </a:lnTo>
                <a:lnTo>
                  <a:pt x="995531" y="1787564"/>
                </a:lnTo>
                <a:lnTo>
                  <a:pt x="995103" y="1786929"/>
                </a:lnTo>
                <a:lnTo>
                  <a:pt x="994662" y="1786306"/>
                </a:lnTo>
                <a:lnTo>
                  <a:pt x="994207" y="1785694"/>
                </a:lnTo>
                <a:lnTo>
                  <a:pt x="993739" y="1785094"/>
                </a:lnTo>
                <a:lnTo>
                  <a:pt x="993257" y="1784506"/>
                </a:lnTo>
                <a:lnTo>
                  <a:pt x="992762" y="1783929"/>
                </a:lnTo>
                <a:lnTo>
                  <a:pt x="992254" y="1783364"/>
                </a:lnTo>
                <a:lnTo>
                  <a:pt x="991731" y="1782811"/>
                </a:lnTo>
                <a:lnTo>
                  <a:pt x="991196" y="1782270"/>
                </a:lnTo>
                <a:lnTo>
                  <a:pt x="990647" y="1781741"/>
                </a:lnTo>
                <a:lnTo>
                  <a:pt x="990084" y="1781223"/>
                </a:lnTo>
                <a:lnTo>
                  <a:pt x="989508" y="1780717"/>
                </a:lnTo>
                <a:lnTo>
                  <a:pt x="988918" y="1780223"/>
                </a:lnTo>
                <a:lnTo>
                  <a:pt x="988315" y="1779740"/>
                </a:lnTo>
                <a:lnTo>
                  <a:pt x="987698" y="1779269"/>
                </a:lnTo>
                <a:lnTo>
                  <a:pt x="987068" y="1778810"/>
                </a:lnTo>
                <a:lnTo>
                  <a:pt x="986424" y="1778363"/>
                </a:lnTo>
                <a:lnTo>
                  <a:pt x="985767" y="1777927"/>
                </a:lnTo>
                <a:lnTo>
                  <a:pt x="985097" y="1777503"/>
                </a:lnTo>
                <a:lnTo>
                  <a:pt x="984412" y="1777091"/>
                </a:lnTo>
                <a:lnTo>
                  <a:pt x="983715" y="1776691"/>
                </a:lnTo>
                <a:lnTo>
                  <a:pt x="983018" y="1776305"/>
                </a:lnTo>
                <a:lnTo>
                  <a:pt x="982310" y="1775935"/>
                </a:lnTo>
                <a:lnTo>
                  <a:pt x="981591" y="1775582"/>
                </a:lnTo>
                <a:lnTo>
                  <a:pt x="980859" y="1775245"/>
                </a:lnTo>
                <a:lnTo>
                  <a:pt x="980116" y="1774924"/>
                </a:lnTo>
                <a:lnTo>
                  <a:pt x="979361" y="1774620"/>
                </a:lnTo>
                <a:lnTo>
                  <a:pt x="978594" y="1774332"/>
                </a:lnTo>
                <a:lnTo>
                  <a:pt x="977816" y="1774061"/>
                </a:lnTo>
                <a:lnTo>
                  <a:pt x="977026" y="1773806"/>
                </a:lnTo>
                <a:lnTo>
                  <a:pt x="976224" y="1773568"/>
                </a:lnTo>
                <a:lnTo>
                  <a:pt x="975410" y="1773346"/>
                </a:lnTo>
                <a:lnTo>
                  <a:pt x="974585" y="1773141"/>
                </a:lnTo>
                <a:lnTo>
                  <a:pt x="973748" y="1772952"/>
                </a:lnTo>
                <a:lnTo>
                  <a:pt x="972899" y="1772779"/>
                </a:lnTo>
                <a:lnTo>
                  <a:pt x="972038" y="1772623"/>
                </a:lnTo>
                <a:lnTo>
                  <a:pt x="971166" y="1772483"/>
                </a:lnTo>
                <a:lnTo>
                  <a:pt x="970282" y="1772360"/>
                </a:lnTo>
                <a:lnTo>
                  <a:pt x="969386" y="1772253"/>
                </a:lnTo>
                <a:lnTo>
                  <a:pt x="968479" y="1772163"/>
                </a:lnTo>
                <a:lnTo>
                  <a:pt x="967559" y="1772089"/>
                </a:lnTo>
                <a:lnTo>
                  <a:pt x="966628" y="1772031"/>
                </a:lnTo>
                <a:lnTo>
                  <a:pt x="965685" y="1771990"/>
                </a:lnTo>
                <a:lnTo>
                  <a:pt x="964731" y="1771966"/>
                </a:lnTo>
                <a:lnTo>
                  <a:pt x="963765" y="1771957"/>
                </a:lnTo>
                <a:lnTo>
                  <a:pt x="962728" y="1771967"/>
                </a:lnTo>
                <a:lnTo>
                  <a:pt x="961703" y="1771995"/>
                </a:lnTo>
                <a:lnTo>
                  <a:pt x="960690" y="1772042"/>
                </a:lnTo>
                <a:lnTo>
                  <a:pt x="959688" y="1772108"/>
                </a:lnTo>
                <a:lnTo>
                  <a:pt x="958698" y="1772192"/>
                </a:lnTo>
                <a:lnTo>
                  <a:pt x="957720" y="1772295"/>
                </a:lnTo>
                <a:lnTo>
                  <a:pt x="956754" y="1772418"/>
                </a:lnTo>
                <a:lnTo>
                  <a:pt x="955800" y="1772558"/>
                </a:lnTo>
                <a:lnTo>
                  <a:pt x="954857" y="1772718"/>
                </a:lnTo>
                <a:lnTo>
                  <a:pt x="953926" y="1772897"/>
                </a:lnTo>
                <a:lnTo>
                  <a:pt x="953007" y="1773094"/>
                </a:lnTo>
                <a:lnTo>
                  <a:pt x="952099" y="1773310"/>
                </a:lnTo>
                <a:lnTo>
                  <a:pt x="951203" y="1773545"/>
                </a:lnTo>
                <a:lnTo>
                  <a:pt x="950319" y="1773798"/>
                </a:lnTo>
                <a:lnTo>
                  <a:pt x="949447" y="1774071"/>
                </a:lnTo>
                <a:lnTo>
                  <a:pt x="948586" y="1774362"/>
                </a:lnTo>
                <a:lnTo>
                  <a:pt x="947737" y="1774672"/>
                </a:lnTo>
                <a:lnTo>
                  <a:pt x="946900" y="1775000"/>
                </a:lnTo>
                <a:lnTo>
                  <a:pt x="946075" y="1775348"/>
                </a:lnTo>
                <a:lnTo>
                  <a:pt x="945261" y="1775714"/>
                </a:lnTo>
                <a:lnTo>
                  <a:pt x="944459" y="1776099"/>
                </a:lnTo>
                <a:lnTo>
                  <a:pt x="943669" y="1776503"/>
                </a:lnTo>
                <a:lnTo>
                  <a:pt x="942891" y="1776926"/>
                </a:lnTo>
                <a:lnTo>
                  <a:pt x="942124" y="1777367"/>
                </a:lnTo>
                <a:lnTo>
                  <a:pt x="941371" y="1777812"/>
                </a:lnTo>
                <a:lnTo>
                  <a:pt x="940632" y="1778271"/>
                </a:lnTo>
                <a:lnTo>
                  <a:pt x="939908" y="1778746"/>
                </a:lnTo>
                <a:lnTo>
                  <a:pt x="939198" y="1779236"/>
                </a:lnTo>
                <a:lnTo>
                  <a:pt x="938503" y="1779742"/>
                </a:lnTo>
                <a:lnTo>
                  <a:pt x="937823" y="1780262"/>
                </a:lnTo>
                <a:lnTo>
                  <a:pt x="937158" y="1780798"/>
                </a:lnTo>
                <a:lnTo>
                  <a:pt x="936507" y="1781350"/>
                </a:lnTo>
                <a:lnTo>
                  <a:pt x="935871" y="1781916"/>
                </a:lnTo>
                <a:lnTo>
                  <a:pt x="935250" y="1782498"/>
                </a:lnTo>
                <a:lnTo>
                  <a:pt x="934643" y="1783095"/>
                </a:lnTo>
                <a:lnTo>
                  <a:pt x="934051" y="1783707"/>
                </a:lnTo>
                <a:lnTo>
                  <a:pt x="933474" y="1784335"/>
                </a:lnTo>
                <a:lnTo>
                  <a:pt x="932911" y="1784978"/>
                </a:lnTo>
                <a:lnTo>
                  <a:pt x="932363" y="1785636"/>
                </a:lnTo>
                <a:lnTo>
                  <a:pt x="931830" y="1786309"/>
                </a:lnTo>
                <a:lnTo>
                  <a:pt x="931311" y="1786998"/>
                </a:lnTo>
                <a:lnTo>
                  <a:pt x="930807" y="1787702"/>
                </a:lnTo>
                <a:lnTo>
                  <a:pt x="930318" y="1788421"/>
                </a:lnTo>
                <a:lnTo>
                  <a:pt x="929843" y="1789155"/>
                </a:lnTo>
                <a:lnTo>
                  <a:pt x="929383" y="1789905"/>
                </a:lnTo>
                <a:lnTo>
                  <a:pt x="928938" y="1790670"/>
                </a:lnTo>
                <a:lnTo>
                  <a:pt x="928507" y="1791450"/>
                </a:lnTo>
                <a:lnTo>
                  <a:pt x="928091" y="1792245"/>
                </a:lnTo>
                <a:lnTo>
                  <a:pt x="927691" y="1793055"/>
                </a:lnTo>
                <a:lnTo>
                  <a:pt x="927308" y="1793876"/>
                </a:lnTo>
                <a:lnTo>
                  <a:pt x="926942" y="1794710"/>
                </a:lnTo>
                <a:lnTo>
                  <a:pt x="926593" y="1795556"/>
                </a:lnTo>
                <a:lnTo>
                  <a:pt x="926261" y="1796415"/>
                </a:lnTo>
                <a:lnTo>
                  <a:pt x="925946" y="1797286"/>
                </a:lnTo>
                <a:lnTo>
                  <a:pt x="925649" y="1798169"/>
                </a:lnTo>
                <a:lnTo>
                  <a:pt x="925368" y="1799064"/>
                </a:lnTo>
                <a:lnTo>
                  <a:pt x="925104" y="1799972"/>
                </a:lnTo>
                <a:lnTo>
                  <a:pt x="924857" y="1800892"/>
                </a:lnTo>
                <a:lnTo>
                  <a:pt x="924627" y="1801825"/>
                </a:lnTo>
                <a:lnTo>
                  <a:pt x="924414" y="1802770"/>
                </a:lnTo>
                <a:lnTo>
                  <a:pt x="924218" y="1803727"/>
                </a:lnTo>
                <a:lnTo>
                  <a:pt x="924040" y="1804696"/>
                </a:lnTo>
                <a:lnTo>
                  <a:pt x="923878" y="1805678"/>
                </a:lnTo>
                <a:lnTo>
                  <a:pt x="923733" y="1806672"/>
                </a:lnTo>
                <a:lnTo>
                  <a:pt x="923606" y="1807679"/>
                </a:lnTo>
                <a:lnTo>
                  <a:pt x="923495" y="1808698"/>
                </a:lnTo>
                <a:lnTo>
                  <a:pt x="923401" y="1809729"/>
                </a:lnTo>
                <a:lnTo>
                  <a:pt x="923325" y="1810772"/>
                </a:lnTo>
                <a:lnTo>
                  <a:pt x="923265" y="1811828"/>
                </a:lnTo>
                <a:lnTo>
                  <a:pt x="923223" y="1812896"/>
                </a:lnTo>
                <a:lnTo>
                  <a:pt x="923197" y="1813977"/>
                </a:lnTo>
                <a:lnTo>
                  <a:pt x="923188" y="1815069"/>
                </a:lnTo>
                <a:lnTo>
                  <a:pt x="923188" y="1818620"/>
                </a:lnTo>
                <a:lnTo>
                  <a:pt x="923196" y="1819671"/>
                </a:lnTo>
                <a:lnTo>
                  <a:pt x="923218" y="1820713"/>
                </a:lnTo>
                <a:lnTo>
                  <a:pt x="923255" y="1821745"/>
                </a:lnTo>
                <a:lnTo>
                  <a:pt x="923306" y="1822767"/>
                </a:lnTo>
                <a:lnTo>
                  <a:pt x="923372" y="1823778"/>
                </a:lnTo>
                <a:lnTo>
                  <a:pt x="923453" y="1824780"/>
                </a:lnTo>
                <a:lnTo>
                  <a:pt x="923548" y="1825772"/>
                </a:lnTo>
                <a:lnTo>
                  <a:pt x="923658" y="1826754"/>
                </a:lnTo>
                <a:lnTo>
                  <a:pt x="923783" y="1827725"/>
                </a:lnTo>
                <a:lnTo>
                  <a:pt x="923922" y="1828687"/>
                </a:lnTo>
                <a:lnTo>
                  <a:pt x="924076" y="1829639"/>
                </a:lnTo>
                <a:lnTo>
                  <a:pt x="924245" y="1830581"/>
                </a:lnTo>
                <a:lnTo>
                  <a:pt x="924429" y="1831513"/>
                </a:lnTo>
                <a:lnTo>
                  <a:pt x="924627" y="1832435"/>
                </a:lnTo>
                <a:lnTo>
                  <a:pt x="924840" y="1833347"/>
                </a:lnTo>
                <a:lnTo>
                  <a:pt x="925067" y="1834249"/>
                </a:lnTo>
                <a:lnTo>
                  <a:pt x="925309" y="1835141"/>
                </a:lnTo>
                <a:lnTo>
                  <a:pt x="925566" y="1836023"/>
                </a:lnTo>
                <a:lnTo>
                  <a:pt x="925837" y="1836895"/>
                </a:lnTo>
                <a:lnTo>
                  <a:pt x="926124" y="1837757"/>
                </a:lnTo>
                <a:lnTo>
                  <a:pt x="926425" y="1838609"/>
                </a:lnTo>
                <a:lnTo>
                  <a:pt x="926740" y="1839451"/>
                </a:lnTo>
                <a:lnTo>
                  <a:pt x="927070" y="1840284"/>
                </a:lnTo>
                <a:lnTo>
                  <a:pt x="927415" y="1841106"/>
                </a:lnTo>
                <a:lnTo>
                  <a:pt x="927789" y="1841915"/>
                </a:lnTo>
                <a:lnTo>
                  <a:pt x="928178" y="1842709"/>
                </a:lnTo>
                <a:lnTo>
                  <a:pt x="928583" y="1843488"/>
                </a:lnTo>
                <a:lnTo>
                  <a:pt x="929002" y="1844252"/>
                </a:lnTo>
                <a:lnTo>
                  <a:pt x="929437" y="1845001"/>
                </a:lnTo>
                <a:lnTo>
                  <a:pt x="929888" y="1845734"/>
                </a:lnTo>
                <a:lnTo>
                  <a:pt x="930353" y="1846452"/>
                </a:lnTo>
                <a:lnTo>
                  <a:pt x="930834" y="1847154"/>
                </a:lnTo>
                <a:lnTo>
                  <a:pt x="931330" y="1847842"/>
                </a:lnTo>
                <a:lnTo>
                  <a:pt x="931841" y="1848514"/>
                </a:lnTo>
                <a:lnTo>
                  <a:pt x="932368" y="1849171"/>
                </a:lnTo>
                <a:lnTo>
                  <a:pt x="932910" y="1849813"/>
                </a:lnTo>
                <a:lnTo>
                  <a:pt x="933467" y="1850439"/>
                </a:lnTo>
                <a:lnTo>
                  <a:pt x="934039" y="1851050"/>
                </a:lnTo>
                <a:lnTo>
                  <a:pt x="934627" y="1851646"/>
                </a:lnTo>
                <a:lnTo>
                  <a:pt x="935230" y="1852226"/>
                </a:lnTo>
                <a:lnTo>
                  <a:pt x="935848" y="1852792"/>
                </a:lnTo>
                <a:lnTo>
                  <a:pt x="936481" y="1853342"/>
                </a:lnTo>
                <a:lnTo>
                  <a:pt x="937130" y="1853877"/>
                </a:lnTo>
                <a:lnTo>
                  <a:pt x="937794" y="1854396"/>
                </a:lnTo>
                <a:lnTo>
                  <a:pt x="938473" y="1854900"/>
                </a:lnTo>
                <a:lnTo>
                  <a:pt x="939168" y="1855389"/>
                </a:lnTo>
                <a:lnTo>
                  <a:pt x="939877" y="1855863"/>
                </a:lnTo>
                <a:lnTo>
                  <a:pt x="940602" y="1856322"/>
                </a:lnTo>
                <a:lnTo>
                  <a:pt x="941357" y="1856763"/>
                </a:lnTo>
                <a:lnTo>
                  <a:pt x="942128" y="1857186"/>
                </a:lnTo>
                <a:lnTo>
                  <a:pt x="942914" y="1857590"/>
                </a:lnTo>
                <a:lnTo>
                  <a:pt x="943716" y="1857975"/>
                </a:lnTo>
                <a:lnTo>
                  <a:pt x="944534" y="1858341"/>
                </a:lnTo>
                <a:lnTo>
                  <a:pt x="945368" y="1858689"/>
                </a:lnTo>
                <a:lnTo>
                  <a:pt x="946218" y="1859017"/>
                </a:lnTo>
                <a:lnTo>
                  <a:pt x="947083" y="1859327"/>
                </a:lnTo>
                <a:lnTo>
                  <a:pt x="947965" y="1859619"/>
                </a:lnTo>
                <a:lnTo>
                  <a:pt x="948862" y="1859891"/>
                </a:lnTo>
                <a:lnTo>
                  <a:pt x="949775" y="1860144"/>
                </a:lnTo>
                <a:lnTo>
                  <a:pt x="950704" y="1860379"/>
                </a:lnTo>
                <a:lnTo>
                  <a:pt x="951649" y="1860595"/>
                </a:lnTo>
                <a:lnTo>
                  <a:pt x="952610" y="1860793"/>
                </a:lnTo>
                <a:lnTo>
                  <a:pt x="953586" y="1860971"/>
                </a:lnTo>
                <a:lnTo>
                  <a:pt x="954579" y="1861131"/>
                </a:lnTo>
                <a:lnTo>
                  <a:pt x="955587" y="1861272"/>
                </a:lnTo>
                <a:lnTo>
                  <a:pt x="956611" y="1861394"/>
                </a:lnTo>
                <a:lnTo>
                  <a:pt x="957651" y="1861497"/>
                </a:lnTo>
                <a:lnTo>
                  <a:pt x="958707" y="1861582"/>
                </a:lnTo>
                <a:lnTo>
                  <a:pt x="959778" y="1861647"/>
                </a:lnTo>
                <a:lnTo>
                  <a:pt x="960866" y="1861694"/>
                </a:lnTo>
                <a:lnTo>
                  <a:pt x="961969" y="1861722"/>
                </a:lnTo>
                <a:lnTo>
                  <a:pt x="963088" y="1861732"/>
                </a:lnTo>
                <a:lnTo>
                  <a:pt x="964055" y="1861725"/>
                </a:lnTo>
                <a:lnTo>
                  <a:pt x="965010" y="1861704"/>
                </a:lnTo>
                <a:lnTo>
                  <a:pt x="965955" y="1861668"/>
                </a:lnTo>
                <a:lnTo>
                  <a:pt x="966888" y="1861619"/>
                </a:lnTo>
                <a:lnTo>
                  <a:pt x="967810" y="1861556"/>
                </a:lnTo>
                <a:lnTo>
                  <a:pt x="968720" y="1861478"/>
                </a:lnTo>
                <a:lnTo>
                  <a:pt x="969620" y="1861387"/>
                </a:lnTo>
                <a:lnTo>
                  <a:pt x="970509" y="1861281"/>
                </a:lnTo>
                <a:close/>
                <a:moveTo>
                  <a:pt x="941156" y="1804475"/>
                </a:moveTo>
                <a:lnTo>
                  <a:pt x="941222" y="1804005"/>
                </a:lnTo>
                <a:lnTo>
                  <a:pt x="941297" y="1803536"/>
                </a:lnTo>
                <a:lnTo>
                  <a:pt x="941381" y="1803068"/>
                </a:lnTo>
                <a:lnTo>
                  <a:pt x="941473" y="1802601"/>
                </a:lnTo>
                <a:lnTo>
                  <a:pt x="941575" y="1802136"/>
                </a:lnTo>
                <a:lnTo>
                  <a:pt x="941685" y="1801671"/>
                </a:lnTo>
                <a:lnTo>
                  <a:pt x="941803" y="1801208"/>
                </a:lnTo>
                <a:lnTo>
                  <a:pt x="941931" y="1800746"/>
                </a:lnTo>
                <a:lnTo>
                  <a:pt x="942068" y="1800285"/>
                </a:lnTo>
                <a:lnTo>
                  <a:pt x="942213" y="1799826"/>
                </a:lnTo>
                <a:lnTo>
                  <a:pt x="942367" y="1799367"/>
                </a:lnTo>
                <a:lnTo>
                  <a:pt x="942530" y="1798910"/>
                </a:lnTo>
                <a:lnTo>
                  <a:pt x="942702" y="1798454"/>
                </a:lnTo>
                <a:lnTo>
                  <a:pt x="942882" y="1797999"/>
                </a:lnTo>
                <a:lnTo>
                  <a:pt x="943071" y="1797545"/>
                </a:lnTo>
                <a:lnTo>
                  <a:pt x="943270" y="1797092"/>
                </a:lnTo>
                <a:lnTo>
                  <a:pt x="943477" y="1796641"/>
                </a:lnTo>
                <a:lnTo>
                  <a:pt x="943706" y="1796180"/>
                </a:lnTo>
                <a:lnTo>
                  <a:pt x="943943" y="1795725"/>
                </a:lnTo>
                <a:lnTo>
                  <a:pt x="944187" y="1795278"/>
                </a:lnTo>
                <a:lnTo>
                  <a:pt x="944439" y="1794838"/>
                </a:lnTo>
                <a:lnTo>
                  <a:pt x="944699" y="1794404"/>
                </a:lnTo>
                <a:lnTo>
                  <a:pt x="944966" y="1793978"/>
                </a:lnTo>
                <a:lnTo>
                  <a:pt x="945242" y="1793559"/>
                </a:lnTo>
                <a:lnTo>
                  <a:pt x="945524" y="1793147"/>
                </a:lnTo>
                <a:lnTo>
                  <a:pt x="945814" y="1792742"/>
                </a:lnTo>
                <a:lnTo>
                  <a:pt x="946112" y="1792344"/>
                </a:lnTo>
                <a:lnTo>
                  <a:pt x="946418" y="1791953"/>
                </a:lnTo>
                <a:lnTo>
                  <a:pt x="946731" y="1791569"/>
                </a:lnTo>
                <a:lnTo>
                  <a:pt x="947052" y="1791192"/>
                </a:lnTo>
                <a:lnTo>
                  <a:pt x="947380" y="1790822"/>
                </a:lnTo>
                <a:lnTo>
                  <a:pt x="947716" y="1790459"/>
                </a:lnTo>
                <a:lnTo>
                  <a:pt x="948060" y="1790104"/>
                </a:lnTo>
                <a:lnTo>
                  <a:pt x="948412" y="1789755"/>
                </a:lnTo>
                <a:lnTo>
                  <a:pt x="948771" y="1789413"/>
                </a:lnTo>
                <a:lnTo>
                  <a:pt x="949137" y="1789079"/>
                </a:lnTo>
                <a:lnTo>
                  <a:pt x="949511" y="1788751"/>
                </a:lnTo>
                <a:lnTo>
                  <a:pt x="949893" y="1788431"/>
                </a:lnTo>
                <a:lnTo>
                  <a:pt x="950283" y="1788117"/>
                </a:lnTo>
                <a:lnTo>
                  <a:pt x="950680" y="1787811"/>
                </a:lnTo>
                <a:lnTo>
                  <a:pt x="951085" y="1787511"/>
                </a:lnTo>
                <a:lnTo>
                  <a:pt x="951511" y="1787222"/>
                </a:lnTo>
                <a:lnTo>
                  <a:pt x="951945" y="1786944"/>
                </a:lnTo>
                <a:lnTo>
                  <a:pt x="952387" y="1786679"/>
                </a:lnTo>
                <a:lnTo>
                  <a:pt x="952836" y="1786427"/>
                </a:lnTo>
                <a:lnTo>
                  <a:pt x="953293" y="1786186"/>
                </a:lnTo>
                <a:lnTo>
                  <a:pt x="953758" y="1785958"/>
                </a:lnTo>
                <a:lnTo>
                  <a:pt x="954230" y="1785742"/>
                </a:lnTo>
                <a:lnTo>
                  <a:pt x="954710" y="1785539"/>
                </a:lnTo>
                <a:lnTo>
                  <a:pt x="955198" y="1785348"/>
                </a:lnTo>
                <a:lnTo>
                  <a:pt x="955693" y="1785169"/>
                </a:lnTo>
                <a:lnTo>
                  <a:pt x="956196" y="1785003"/>
                </a:lnTo>
                <a:lnTo>
                  <a:pt x="956706" y="1784849"/>
                </a:lnTo>
                <a:lnTo>
                  <a:pt x="957224" y="1784707"/>
                </a:lnTo>
                <a:lnTo>
                  <a:pt x="957750" y="1784577"/>
                </a:lnTo>
                <a:lnTo>
                  <a:pt x="958283" y="1784460"/>
                </a:lnTo>
                <a:lnTo>
                  <a:pt x="958824" y="1784356"/>
                </a:lnTo>
                <a:lnTo>
                  <a:pt x="959373" y="1784263"/>
                </a:lnTo>
                <a:lnTo>
                  <a:pt x="959929" y="1784183"/>
                </a:lnTo>
                <a:lnTo>
                  <a:pt x="960493" y="1784115"/>
                </a:lnTo>
                <a:lnTo>
                  <a:pt x="961064" y="1784060"/>
                </a:lnTo>
                <a:lnTo>
                  <a:pt x="961643" y="1784017"/>
                </a:lnTo>
                <a:lnTo>
                  <a:pt x="962230" y="1783986"/>
                </a:lnTo>
                <a:lnTo>
                  <a:pt x="962825" y="1783967"/>
                </a:lnTo>
                <a:lnTo>
                  <a:pt x="963427" y="1783961"/>
                </a:lnTo>
                <a:lnTo>
                  <a:pt x="963959" y="1783966"/>
                </a:lnTo>
                <a:lnTo>
                  <a:pt x="964487" y="1783981"/>
                </a:lnTo>
                <a:lnTo>
                  <a:pt x="965009" y="1784006"/>
                </a:lnTo>
                <a:lnTo>
                  <a:pt x="965526" y="1784041"/>
                </a:lnTo>
                <a:lnTo>
                  <a:pt x="966037" y="1784086"/>
                </a:lnTo>
                <a:lnTo>
                  <a:pt x="966544" y="1784141"/>
                </a:lnTo>
                <a:lnTo>
                  <a:pt x="967045" y="1784206"/>
                </a:lnTo>
                <a:lnTo>
                  <a:pt x="967541" y="1784280"/>
                </a:lnTo>
                <a:lnTo>
                  <a:pt x="968031" y="1784365"/>
                </a:lnTo>
                <a:lnTo>
                  <a:pt x="968516" y="1784460"/>
                </a:lnTo>
                <a:lnTo>
                  <a:pt x="968996" y="1784565"/>
                </a:lnTo>
                <a:lnTo>
                  <a:pt x="969471" y="1784680"/>
                </a:lnTo>
                <a:lnTo>
                  <a:pt x="969940" y="1784804"/>
                </a:lnTo>
                <a:lnTo>
                  <a:pt x="970404" y="1784939"/>
                </a:lnTo>
                <a:lnTo>
                  <a:pt x="970863" y="1785084"/>
                </a:lnTo>
                <a:lnTo>
                  <a:pt x="971316" y="1785238"/>
                </a:lnTo>
                <a:lnTo>
                  <a:pt x="971765" y="1785403"/>
                </a:lnTo>
                <a:lnTo>
                  <a:pt x="972207" y="1785578"/>
                </a:lnTo>
                <a:lnTo>
                  <a:pt x="972645" y="1785762"/>
                </a:lnTo>
                <a:lnTo>
                  <a:pt x="973077" y="1785957"/>
                </a:lnTo>
                <a:lnTo>
                  <a:pt x="973504" y="1786162"/>
                </a:lnTo>
                <a:lnTo>
                  <a:pt x="973926" y="1786376"/>
                </a:lnTo>
                <a:lnTo>
                  <a:pt x="974343" y="1786601"/>
                </a:lnTo>
                <a:lnTo>
                  <a:pt x="974754" y="1786835"/>
                </a:lnTo>
                <a:lnTo>
                  <a:pt x="975158" y="1787078"/>
                </a:lnTo>
                <a:lnTo>
                  <a:pt x="975555" y="1787329"/>
                </a:lnTo>
                <a:lnTo>
                  <a:pt x="975943" y="1787588"/>
                </a:lnTo>
                <a:lnTo>
                  <a:pt x="976323" y="1787854"/>
                </a:lnTo>
                <a:lnTo>
                  <a:pt x="976694" y="1788128"/>
                </a:lnTo>
                <a:lnTo>
                  <a:pt x="977057" y="1788410"/>
                </a:lnTo>
                <a:lnTo>
                  <a:pt x="977413" y="1788699"/>
                </a:lnTo>
                <a:lnTo>
                  <a:pt x="977760" y="1788995"/>
                </a:lnTo>
                <a:lnTo>
                  <a:pt x="978098" y="1789300"/>
                </a:lnTo>
                <a:lnTo>
                  <a:pt x="978429" y="1789612"/>
                </a:lnTo>
                <a:lnTo>
                  <a:pt x="978751" y="1789931"/>
                </a:lnTo>
                <a:lnTo>
                  <a:pt x="979065" y="1790259"/>
                </a:lnTo>
                <a:lnTo>
                  <a:pt x="979371" y="1790594"/>
                </a:lnTo>
                <a:lnTo>
                  <a:pt x="979669" y="1790936"/>
                </a:lnTo>
                <a:lnTo>
                  <a:pt x="979958" y="1791286"/>
                </a:lnTo>
                <a:lnTo>
                  <a:pt x="980239" y="1791644"/>
                </a:lnTo>
                <a:lnTo>
                  <a:pt x="980512" y="1792010"/>
                </a:lnTo>
                <a:lnTo>
                  <a:pt x="980777" y="1792383"/>
                </a:lnTo>
                <a:lnTo>
                  <a:pt x="981034" y="1792763"/>
                </a:lnTo>
                <a:lnTo>
                  <a:pt x="981282" y="1793152"/>
                </a:lnTo>
                <a:lnTo>
                  <a:pt x="981522" y="1793548"/>
                </a:lnTo>
                <a:lnTo>
                  <a:pt x="981754" y="1793951"/>
                </a:lnTo>
                <a:lnTo>
                  <a:pt x="981977" y="1794362"/>
                </a:lnTo>
                <a:lnTo>
                  <a:pt x="982193" y="1794781"/>
                </a:lnTo>
                <a:lnTo>
                  <a:pt x="982414" y="1795192"/>
                </a:lnTo>
                <a:lnTo>
                  <a:pt x="982625" y="1795609"/>
                </a:lnTo>
                <a:lnTo>
                  <a:pt x="982827" y="1796031"/>
                </a:lnTo>
                <a:lnTo>
                  <a:pt x="983019" y="1796458"/>
                </a:lnTo>
                <a:lnTo>
                  <a:pt x="983203" y="1796890"/>
                </a:lnTo>
                <a:lnTo>
                  <a:pt x="983376" y="1797328"/>
                </a:lnTo>
                <a:lnTo>
                  <a:pt x="983541" y="1797771"/>
                </a:lnTo>
                <a:lnTo>
                  <a:pt x="983696" y="1798219"/>
                </a:lnTo>
                <a:lnTo>
                  <a:pt x="983841" y="1798672"/>
                </a:lnTo>
                <a:lnTo>
                  <a:pt x="983978" y="1799131"/>
                </a:lnTo>
                <a:lnTo>
                  <a:pt x="984104" y="1799595"/>
                </a:lnTo>
                <a:lnTo>
                  <a:pt x="984222" y="1800065"/>
                </a:lnTo>
                <a:lnTo>
                  <a:pt x="984330" y="1800539"/>
                </a:lnTo>
                <a:lnTo>
                  <a:pt x="984428" y="1801019"/>
                </a:lnTo>
                <a:lnTo>
                  <a:pt x="984518" y="1801504"/>
                </a:lnTo>
                <a:lnTo>
                  <a:pt x="984597" y="1801995"/>
                </a:lnTo>
                <a:lnTo>
                  <a:pt x="984668" y="1802491"/>
                </a:lnTo>
                <a:lnTo>
                  <a:pt x="984729" y="1802992"/>
                </a:lnTo>
                <a:lnTo>
                  <a:pt x="984781" y="1803498"/>
                </a:lnTo>
                <a:lnTo>
                  <a:pt x="984823" y="1804009"/>
                </a:lnTo>
                <a:lnTo>
                  <a:pt x="984856" y="1804526"/>
                </a:lnTo>
                <a:lnTo>
                  <a:pt x="984879" y="1805049"/>
                </a:lnTo>
                <a:lnTo>
                  <a:pt x="984893" y="1805576"/>
                </a:lnTo>
                <a:lnTo>
                  <a:pt x="984898" y="1806109"/>
                </a:lnTo>
                <a:lnTo>
                  <a:pt x="984898" y="1808645"/>
                </a:lnTo>
                <a:lnTo>
                  <a:pt x="940941" y="1808645"/>
                </a:lnTo>
                <a:lnTo>
                  <a:pt x="940941" y="1807799"/>
                </a:lnTo>
                <a:lnTo>
                  <a:pt x="940945" y="1807321"/>
                </a:lnTo>
                <a:lnTo>
                  <a:pt x="940958" y="1806844"/>
                </a:lnTo>
                <a:lnTo>
                  <a:pt x="940980" y="1806368"/>
                </a:lnTo>
                <a:lnTo>
                  <a:pt x="941011" y="1805893"/>
                </a:lnTo>
                <a:lnTo>
                  <a:pt x="941051" y="1805419"/>
                </a:lnTo>
                <a:lnTo>
                  <a:pt x="941099" y="1804946"/>
                </a:lnTo>
                <a:lnTo>
                  <a:pt x="941156" y="1804475"/>
                </a:lnTo>
                <a:close/>
                <a:moveTo>
                  <a:pt x="757146" y="1861544"/>
                </a:moveTo>
                <a:lnTo>
                  <a:pt x="757656" y="1861494"/>
                </a:lnTo>
                <a:lnTo>
                  <a:pt x="758161" y="1861438"/>
                </a:lnTo>
                <a:lnTo>
                  <a:pt x="758661" y="1861377"/>
                </a:lnTo>
                <a:lnTo>
                  <a:pt x="759156" y="1861309"/>
                </a:lnTo>
                <a:lnTo>
                  <a:pt x="759647" y="1861236"/>
                </a:lnTo>
                <a:lnTo>
                  <a:pt x="760133" y="1861157"/>
                </a:lnTo>
                <a:lnTo>
                  <a:pt x="760615" y="1861071"/>
                </a:lnTo>
                <a:lnTo>
                  <a:pt x="761091" y="1860980"/>
                </a:lnTo>
                <a:lnTo>
                  <a:pt x="761563" y="1860884"/>
                </a:lnTo>
                <a:lnTo>
                  <a:pt x="762031" y="1860781"/>
                </a:lnTo>
                <a:lnTo>
                  <a:pt x="762493" y="1860672"/>
                </a:lnTo>
                <a:lnTo>
                  <a:pt x="762951" y="1860558"/>
                </a:lnTo>
                <a:lnTo>
                  <a:pt x="763404" y="1860437"/>
                </a:lnTo>
                <a:lnTo>
                  <a:pt x="763853" y="1860311"/>
                </a:lnTo>
                <a:lnTo>
                  <a:pt x="764296" y="1860179"/>
                </a:lnTo>
                <a:lnTo>
                  <a:pt x="764736" y="1860041"/>
                </a:lnTo>
                <a:lnTo>
                  <a:pt x="765170" y="1859912"/>
                </a:lnTo>
                <a:lnTo>
                  <a:pt x="765600" y="1859777"/>
                </a:lnTo>
                <a:lnTo>
                  <a:pt x="766025" y="1859637"/>
                </a:lnTo>
                <a:lnTo>
                  <a:pt x="766445" y="1859492"/>
                </a:lnTo>
                <a:lnTo>
                  <a:pt x="766861" y="1859341"/>
                </a:lnTo>
                <a:lnTo>
                  <a:pt x="767272" y="1859185"/>
                </a:lnTo>
                <a:lnTo>
                  <a:pt x="767678" y="1859024"/>
                </a:lnTo>
                <a:lnTo>
                  <a:pt x="768079" y="1858858"/>
                </a:lnTo>
                <a:lnTo>
                  <a:pt x="768476" y="1858686"/>
                </a:lnTo>
                <a:lnTo>
                  <a:pt x="768868" y="1858509"/>
                </a:lnTo>
                <a:lnTo>
                  <a:pt x="769256" y="1858327"/>
                </a:lnTo>
                <a:lnTo>
                  <a:pt x="769639" y="1858139"/>
                </a:lnTo>
                <a:lnTo>
                  <a:pt x="770017" y="1857946"/>
                </a:lnTo>
                <a:lnTo>
                  <a:pt x="770390" y="1857748"/>
                </a:lnTo>
                <a:lnTo>
                  <a:pt x="770759" y="1857545"/>
                </a:lnTo>
                <a:lnTo>
                  <a:pt x="771123" y="1857336"/>
                </a:lnTo>
                <a:lnTo>
                  <a:pt x="771482" y="1857122"/>
                </a:lnTo>
                <a:lnTo>
                  <a:pt x="771836" y="1856903"/>
                </a:lnTo>
                <a:lnTo>
                  <a:pt x="772186" y="1856678"/>
                </a:lnTo>
                <a:lnTo>
                  <a:pt x="772531" y="1856448"/>
                </a:lnTo>
                <a:lnTo>
                  <a:pt x="772872" y="1856213"/>
                </a:lnTo>
                <a:lnTo>
                  <a:pt x="773208" y="1855973"/>
                </a:lnTo>
                <a:lnTo>
                  <a:pt x="773539" y="1855727"/>
                </a:lnTo>
                <a:lnTo>
                  <a:pt x="773865" y="1855476"/>
                </a:lnTo>
                <a:lnTo>
                  <a:pt x="774187" y="1855206"/>
                </a:lnTo>
                <a:lnTo>
                  <a:pt x="774504" y="1854932"/>
                </a:lnTo>
                <a:lnTo>
                  <a:pt x="774816" y="1854652"/>
                </a:lnTo>
                <a:lnTo>
                  <a:pt x="775124" y="1854368"/>
                </a:lnTo>
                <a:lnTo>
                  <a:pt x="775427" y="1854079"/>
                </a:lnTo>
                <a:lnTo>
                  <a:pt x="775725" y="1853786"/>
                </a:lnTo>
                <a:lnTo>
                  <a:pt x="776018" y="1853488"/>
                </a:lnTo>
                <a:lnTo>
                  <a:pt x="776307" y="1853185"/>
                </a:lnTo>
                <a:lnTo>
                  <a:pt x="776591" y="1852877"/>
                </a:lnTo>
                <a:lnTo>
                  <a:pt x="776871" y="1852565"/>
                </a:lnTo>
                <a:lnTo>
                  <a:pt x="777146" y="1852248"/>
                </a:lnTo>
                <a:lnTo>
                  <a:pt x="777416" y="1851926"/>
                </a:lnTo>
                <a:lnTo>
                  <a:pt x="777681" y="1851600"/>
                </a:lnTo>
                <a:lnTo>
                  <a:pt x="777942" y="1851269"/>
                </a:lnTo>
                <a:lnTo>
                  <a:pt x="778198" y="1850933"/>
                </a:lnTo>
                <a:lnTo>
                  <a:pt x="778449" y="1850592"/>
                </a:lnTo>
                <a:lnTo>
                  <a:pt x="778695" y="1850247"/>
                </a:lnTo>
                <a:lnTo>
                  <a:pt x="778937" y="1849897"/>
                </a:lnTo>
                <a:lnTo>
                  <a:pt x="779174" y="1849543"/>
                </a:lnTo>
                <a:lnTo>
                  <a:pt x="779407" y="1849183"/>
                </a:lnTo>
                <a:lnTo>
                  <a:pt x="779635" y="1848819"/>
                </a:lnTo>
                <a:lnTo>
                  <a:pt x="779858" y="1848451"/>
                </a:lnTo>
                <a:lnTo>
                  <a:pt x="780076" y="1848077"/>
                </a:lnTo>
                <a:lnTo>
                  <a:pt x="780290" y="1847699"/>
                </a:lnTo>
                <a:lnTo>
                  <a:pt x="780319" y="1848036"/>
                </a:lnTo>
                <a:lnTo>
                  <a:pt x="780351" y="1848370"/>
                </a:lnTo>
                <a:lnTo>
                  <a:pt x="780385" y="1848700"/>
                </a:lnTo>
                <a:lnTo>
                  <a:pt x="780421" y="1849028"/>
                </a:lnTo>
                <a:lnTo>
                  <a:pt x="780460" y="1849353"/>
                </a:lnTo>
                <a:lnTo>
                  <a:pt x="780501" y="1849675"/>
                </a:lnTo>
                <a:lnTo>
                  <a:pt x="780545" y="1849994"/>
                </a:lnTo>
                <a:lnTo>
                  <a:pt x="780590" y="1850310"/>
                </a:lnTo>
                <a:lnTo>
                  <a:pt x="780638" y="1850624"/>
                </a:lnTo>
                <a:lnTo>
                  <a:pt x="780689" y="1850934"/>
                </a:lnTo>
                <a:lnTo>
                  <a:pt x="780742" y="1851241"/>
                </a:lnTo>
                <a:lnTo>
                  <a:pt x="780797" y="1851545"/>
                </a:lnTo>
                <a:lnTo>
                  <a:pt x="780854" y="1851847"/>
                </a:lnTo>
                <a:lnTo>
                  <a:pt x="780914" y="1852145"/>
                </a:lnTo>
                <a:lnTo>
                  <a:pt x="780977" y="1852441"/>
                </a:lnTo>
                <a:lnTo>
                  <a:pt x="781041" y="1852734"/>
                </a:lnTo>
                <a:lnTo>
                  <a:pt x="781108" y="1853023"/>
                </a:lnTo>
                <a:lnTo>
                  <a:pt x="781177" y="1853310"/>
                </a:lnTo>
                <a:lnTo>
                  <a:pt x="781249" y="1853594"/>
                </a:lnTo>
                <a:lnTo>
                  <a:pt x="781323" y="1853875"/>
                </a:lnTo>
                <a:lnTo>
                  <a:pt x="781399" y="1854153"/>
                </a:lnTo>
                <a:lnTo>
                  <a:pt x="781478" y="1854428"/>
                </a:lnTo>
                <a:lnTo>
                  <a:pt x="781559" y="1854700"/>
                </a:lnTo>
                <a:lnTo>
                  <a:pt x="781642" y="1854969"/>
                </a:lnTo>
                <a:lnTo>
                  <a:pt x="781744" y="1855234"/>
                </a:lnTo>
                <a:lnTo>
                  <a:pt x="781852" y="1855495"/>
                </a:lnTo>
                <a:lnTo>
                  <a:pt x="781967" y="1855751"/>
                </a:lnTo>
                <a:lnTo>
                  <a:pt x="782088" y="1856002"/>
                </a:lnTo>
                <a:lnTo>
                  <a:pt x="782216" y="1856249"/>
                </a:lnTo>
                <a:lnTo>
                  <a:pt x="782350" y="1856491"/>
                </a:lnTo>
                <a:lnTo>
                  <a:pt x="782491" y="1856728"/>
                </a:lnTo>
                <a:lnTo>
                  <a:pt x="782638" y="1856960"/>
                </a:lnTo>
                <a:lnTo>
                  <a:pt x="782791" y="1857188"/>
                </a:lnTo>
                <a:lnTo>
                  <a:pt x="782951" y="1857411"/>
                </a:lnTo>
                <a:lnTo>
                  <a:pt x="783118" y="1857630"/>
                </a:lnTo>
                <a:lnTo>
                  <a:pt x="783291" y="1857843"/>
                </a:lnTo>
                <a:lnTo>
                  <a:pt x="783470" y="1858052"/>
                </a:lnTo>
                <a:lnTo>
                  <a:pt x="783656" y="1858256"/>
                </a:lnTo>
                <a:lnTo>
                  <a:pt x="783848" y="1858456"/>
                </a:lnTo>
                <a:lnTo>
                  <a:pt x="784047" y="1858651"/>
                </a:lnTo>
                <a:lnTo>
                  <a:pt x="784252" y="1858841"/>
                </a:lnTo>
                <a:lnTo>
                  <a:pt x="784464" y="1859027"/>
                </a:lnTo>
                <a:lnTo>
                  <a:pt x="784682" y="1859208"/>
                </a:lnTo>
                <a:lnTo>
                  <a:pt x="784906" y="1859384"/>
                </a:lnTo>
                <a:lnTo>
                  <a:pt x="785137" y="1859555"/>
                </a:lnTo>
                <a:lnTo>
                  <a:pt x="785375" y="1859722"/>
                </a:lnTo>
                <a:lnTo>
                  <a:pt x="785619" y="1859884"/>
                </a:lnTo>
                <a:lnTo>
                  <a:pt x="785869" y="1860041"/>
                </a:lnTo>
                <a:lnTo>
                  <a:pt x="786142" y="1860179"/>
                </a:lnTo>
                <a:lnTo>
                  <a:pt x="786424" y="1860311"/>
                </a:lnTo>
                <a:lnTo>
                  <a:pt x="786717" y="1860437"/>
                </a:lnTo>
                <a:lnTo>
                  <a:pt x="787020" y="1860558"/>
                </a:lnTo>
                <a:lnTo>
                  <a:pt x="787332" y="1860672"/>
                </a:lnTo>
                <a:lnTo>
                  <a:pt x="787655" y="1860781"/>
                </a:lnTo>
                <a:lnTo>
                  <a:pt x="787987" y="1860884"/>
                </a:lnTo>
                <a:lnTo>
                  <a:pt x="788330" y="1860980"/>
                </a:lnTo>
                <a:lnTo>
                  <a:pt x="788682" y="1861071"/>
                </a:lnTo>
                <a:lnTo>
                  <a:pt x="789045" y="1861157"/>
                </a:lnTo>
                <a:lnTo>
                  <a:pt x="789417" y="1861236"/>
                </a:lnTo>
                <a:lnTo>
                  <a:pt x="789800" y="1861309"/>
                </a:lnTo>
                <a:lnTo>
                  <a:pt x="790192" y="1861377"/>
                </a:lnTo>
                <a:lnTo>
                  <a:pt x="790595" y="1861438"/>
                </a:lnTo>
                <a:lnTo>
                  <a:pt x="791007" y="1861494"/>
                </a:lnTo>
                <a:lnTo>
                  <a:pt x="791429" y="1861544"/>
                </a:lnTo>
                <a:lnTo>
                  <a:pt x="791862" y="1861588"/>
                </a:lnTo>
                <a:lnTo>
                  <a:pt x="792304" y="1861626"/>
                </a:lnTo>
                <a:lnTo>
                  <a:pt x="792756" y="1861658"/>
                </a:lnTo>
                <a:lnTo>
                  <a:pt x="793219" y="1861685"/>
                </a:lnTo>
                <a:lnTo>
                  <a:pt x="793691" y="1861705"/>
                </a:lnTo>
                <a:lnTo>
                  <a:pt x="794173" y="1861720"/>
                </a:lnTo>
                <a:lnTo>
                  <a:pt x="794665" y="1861729"/>
                </a:lnTo>
                <a:lnTo>
                  <a:pt x="795168" y="1861732"/>
                </a:lnTo>
                <a:lnTo>
                  <a:pt x="795449" y="1861730"/>
                </a:lnTo>
                <a:lnTo>
                  <a:pt x="795730" y="1861726"/>
                </a:lnTo>
                <a:lnTo>
                  <a:pt x="796010" y="1861719"/>
                </a:lnTo>
                <a:lnTo>
                  <a:pt x="796290" y="1861708"/>
                </a:lnTo>
                <a:lnTo>
                  <a:pt x="796569" y="1861695"/>
                </a:lnTo>
                <a:lnTo>
                  <a:pt x="796848" y="1861679"/>
                </a:lnTo>
                <a:lnTo>
                  <a:pt x="797126" y="1861660"/>
                </a:lnTo>
                <a:lnTo>
                  <a:pt x="797403" y="1861638"/>
                </a:lnTo>
                <a:lnTo>
                  <a:pt x="797680" y="1861613"/>
                </a:lnTo>
                <a:lnTo>
                  <a:pt x="797956" y="1861585"/>
                </a:lnTo>
                <a:lnTo>
                  <a:pt x="798232" y="1861554"/>
                </a:lnTo>
                <a:lnTo>
                  <a:pt x="798507" y="1861520"/>
                </a:lnTo>
                <a:lnTo>
                  <a:pt x="798781" y="1861484"/>
                </a:lnTo>
                <a:lnTo>
                  <a:pt x="799055" y="1861444"/>
                </a:lnTo>
                <a:lnTo>
                  <a:pt x="799328" y="1861402"/>
                </a:lnTo>
                <a:lnTo>
                  <a:pt x="799601" y="1861356"/>
                </a:lnTo>
                <a:lnTo>
                  <a:pt x="799873" y="1861308"/>
                </a:lnTo>
                <a:lnTo>
                  <a:pt x="800145" y="1861256"/>
                </a:lnTo>
                <a:lnTo>
                  <a:pt x="800415" y="1861202"/>
                </a:lnTo>
                <a:lnTo>
                  <a:pt x="800686" y="1861145"/>
                </a:lnTo>
                <a:lnTo>
                  <a:pt x="800956" y="1861085"/>
                </a:lnTo>
                <a:lnTo>
                  <a:pt x="801225" y="1861022"/>
                </a:lnTo>
                <a:lnTo>
                  <a:pt x="801493" y="1860955"/>
                </a:lnTo>
                <a:lnTo>
                  <a:pt x="801761" y="1860887"/>
                </a:lnTo>
                <a:lnTo>
                  <a:pt x="802041" y="1860815"/>
                </a:lnTo>
                <a:lnTo>
                  <a:pt x="802317" y="1860741"/>
                </a:lnTo>
                <a:lnTo>
                  <a:pt x="802588" y="1860665"/>
                </a:lnTo>
                <a:lnTo>
                  <a:pt x="802856" y="1860586"/>
                </a:lnTo>
                <a:lnTo>
                  <a:pt x="803119" y="1860505"/>
                </a:lnTo>
                <a:lnTo>
                  <a:pt x="803378" y="1860422"/>
                </a:lnTo>
                <a:lnTo>
                  <a:pt x="803633" y="1860336"/>
                </a:lnTo>
                <a:lnTo>
                  <a:pt x="803884" y="1860248"/>
                </a:lnTo>
                <a:lnTo>
                  <a:pt x="804131" y="1860157"/>
                </a:lnTo>
                <a:lnTo>
                  <a:pt x="804374" y="1860065"/>
                </a:lnTo>
                <a:lnTo>
                  <a:pt x="804612" y="1859970"/>
                </a:lnTo>
                <a:lnTo>
                  <a:pt x="804847" y="1859872"/>
                </a:lnTo>
                <a:lnTo>
                  <a:pt x="805077" y="1859772"/>
                </a:lnTo>
                <a:lnTo>
                  <a:pt x="805303" y="1859670"/>
                </a:lnTo>
                <a:lnTo>
                  <a:pt x="805526" y="1859566"/>
                </a:lnTo>
                <a:lnTo>
                  <a:pt x="805744" y="1859459"/>
                </a:lnTo>
                <a:lnTo>
                  <a:pt x="805958" y="1859350"/>
                </a:lnTo>
                <a:lnTo>
                  <a:pt x="806168" y="1859238"/>
                </a:lnTo>
                <a:lnTo>
                  <a:pt x="806373" y="1859124"/>
                </a:lnTo>
                <a:lnTo>
                  <a:pt x="806575" y="1859008"/>
                </a:lnTo>
                <a:lnTo>
                  <a:pt x="806773" y="1858889"/>
                </a:lnTo>
                <a:lnTo>
                  <a:pt x="806966" y="1858769"/>
                </a:lnTo>
                <a:lnTo>
                  <a:pt x="807155" y="1858645"/>
                </a:lnTo>
                <a:lnTo>
                  <a:pt x="807340" y="1858520"/>
                </a:lnTo>
                <a:lnTo>
                  <a:pt x="807340" y="1847530"/>
                </a:lnTo>
                <a:lnTo>
                  <a:pt x="807186" y="1847641"/>
                </a:lnTo>
                <a:lnTo>
                  <a:pt x="807032" y="1847749"/>
                </a:lnTo>
                <a:lnTo>
                  <a:pt x="806878" y="1847852"/>
                </a:lnTo>
                <a:lnTo>
                  <a:pt x="806725" y="1847953"/>
                </a:lnTo>
                <a:lnTo>
                  <a:pt x="806573" y="1848050"/>
                </a:lnTo>
                <a:lnTo>
                  <a:pt x="806421" y="1848143"/>
                </a:lnTo>
                <a:lnTo>
                  <a:pt x="806270" y="1848233"/>
                </a:lnTo>
                <a:lnTo>
                  <a:pt x="806120" y="1848319"/>
                </a:lnTo>
                <a:lnTo>
                  <a:pt x="805970" y="1848402"/>
                </a:lnTo>
                <a:lnTo>
                  <a:pt x="805820" y="1848481"/>
                </a:lnTo>
                <a:lnTo>
                  <a:pt x="805671" y="1848557"/>
                </a:lnTo>
                <a:lnTo>
                  <a:pt x="805523" y="1848629"/>
                </a:lnTo>
                <a:lnTo>
                  <a:pt x="805375" y="1848698"/>
                </a:lnTo>
                <a:lnTo>
                  <a:pt x="805228" y="1848763"/>
                </a:lnTo>
                <a:lnTo>
                  <a:pt x="805082" y="1848825"/>
                </a:lnTo>
                <a:lnTo>
                  <a:pt x="804936" y="1848883"/>
                </a:lnTo>
                <a:lnTo>
                  <a:pt x="804791" y="1848937"/>
                </a:lnTo>
                <a:lnTo>
                  <a:pt x="804646" y="1848988"/>
                </a:lnTo>
                <a:lnTo>
                  <a:pt x="804502" y="1849036"/>
                </a:lnTo>
                <a:lnTo>
                  <a:pt x="804358" y="1849080"/>
                </a:lnTo>
                <a:lnTo>
                  <a:pt x="804216" y="1849120"/>
                </a:lnTo>
                <a:lnTo>
                  <a:pt x="804073" y="1849157"/>
                </a:lnTo>
                <a:lnTo>
                  <a:pt x="803931" y="1849191"/>
                </a:lnTo>
                <a:lnTo>
                  <a:pt x="803790" y="1849221"/>
                </a:lnTo>
                <a:lnTo>
                  <a:pt x="803649" y="1849248"/>
                </a:lnTo>
                <a:lnTo>
                  <a:pt x="803508" y="1849275"/>
                </a:lnTo>
                <a:lnTo>
                  <a:pt x="803368" y="1849300"/>
                </a:lnTo>
                <a:lnTo>
                  <a:pt x="803227" y="1849324"/>
                </a:lnTo>
                <a:lnTo>
                  <a:pt x="803086" y="1849347"/>
                </a:lnTo>
                <a:lnTo>
                  <a:pt x="802945" y="1849369"/>
                </a:lnTo>
                <a:lnTo>
                  <a:pt x="802804" y="1849389"/>
                </a:lnTo>
                <a:lnTo>
                  <a:pt x="802663" y="1849409"/>
                </a:lnTo>
                <a:lnTo>
                  <a:pt x="802522" y="1849427"/>
                </a:lnTo>
                <a:lnTo>
                  <a:pt x="802381" y="1849444"/>
                </a:lnTo>
                <a:lnTo>
                  <a:pt x="802240" y="1849460"/>
                </a:lnTo>
                <a:lnTo>
                  <a:pt x="802100" y="1849474"/>
                </a:lnTo>
                <a:lnTo>
                  <a:pt x="801959" y="1849488"/>
                </a:lnTo>
                <a:lnTo>
                  <a:pt x="801818" y="1849500"/>
                </a:lnTo>
                <a:lnTo>
                  <a:pt x="801677" y="1849511"/>
                </a:lnTo>
                <a:lnTo>
                  <a:pt x="801536" y="1849521"/>
                </a:lnTo>
                <a:lnTo>
                  <a:pt x="801395" y="1849530"/>
                </a:lnTo>
                <a:lnTo>
                  <a:pt x="801254" y="1849538"/>
                </a:lnTo>
                <a:lnTo>
                  <a:pt x="801113" y="1849544"/>
                </a:lnTo>
                <a:lnTo>
                  <a:pt x="800972" y="1849550"/>
                </a:lnTo>
                <a:lnTo>
                  <a:pt x="800832" y="1849554"/>
                </a:lnTo>
                <a:lnTo>
                  <a:pt x="800691" y="1849557"/>
                </a:lnTo>
                <a:lnTo>
                  <a:pt x="800550" y="1849558"/>
                </a:lnTo>
                <a:lnTo>
                  <a:pt x="800409" y="1849559"/>
                </a:lnTo>
                <a:lnTo>
                  <a:pt x="800214" y="1849557"/>
                </a:lnTo>
                <a:lnTo>
                  <a:pt x="800023" y="1849551"/>
                </a:lnTo>
                <a:lnTo>
                  <a:pt x="799836" y="1849540"/>
                </a:lnTo>
                <a:lnTo>
                  <a:pt x="799653" y="1849526"/>
                </a:lnTo>
                <a:lnTo>
                  <a:pt x="799474" y="1849508"/>
                </a:lnTo>
                <a:lnTo>
                  <a:pt x="799299" y="1849485"/>
                </a:lnTo>
                <a:lnTo>
                  <a:pt x="799129" y="1849458"/>
                </a:lnTo>
                <a:lnTo>
                  <a:pt x="798962" y="1849427"/>
                </a:lnTo>
                <a:lnTo>
                  <a:pt x="798800" y="1849392"/>
                </a:lnTo>
                <a:lnTo>
                  <a:pt x="798642" y="1849353"/>
                </a:lnTo>
                <a:lnTo>
                  <a:pt x="798488" y="1849310"/>
                </a:lnTo>
                <a:lnTo>
                  <a:pt x="798338" y="1849263"/>
                </a:lnTo>
                <a:lnTo>
                  <a:pt x="798192" y="1849212"/>
                </a:lnTo>
                <a:lnTo>
                  <a:pt x="798050" y="1849156"/>
                </a:lnTo>
                <a:lnTo>
                  <a:pt x="797912" y="1849097"/>
                </a:lnTo>
                <a:lnTo>
                  <a:pt x="797779" y="1849033"/>
                </a:lnTo>
                <a:lnTo>
                  <a:pt x="797649" y="1848965"/>
                </a:lnTo>
                <a:lnTo>
                  <a:pt x="797524" y="1848893"/>
                </a:lnTo>
                <a:lnTo>
                  <a:pt x="797403" y="1848817"/>
                </a:lnTo>
                <a:lnTo>
                  <a:pt x="797286" y="1848737"/>
                </a:lnTo>
                <a:lnTo>
                  <a:pt x="797173" y="1848653"/>
                </a:lnTo>
                <a:lnTo>
                  <a:pt x="797064" y="1848564"/>
                </a:lnTo>
                <a:lnTo>
                  <a:pt x="796959" y="1848472"/>
                </a:lnTo>
                <a:lnTo>
                  <a:pt x="796858" y="1848375"/>
                </a:lnTo>
                <a:lnTo>
                  <a:pt x="796762" y="1848274"/>
                </a:lnTo>
                <a:lnTo>
                  <a:pt x="796669" y="1848168"/>
                </a:lnTo>
                <a:lnTo>
                  <a:pt x="796581" y="1848056"/>
                </a:lnTo>
                <a:lnTo>
                  <a:pt x="796497" y="1847939"/>
                </a:lnTo>
                <a:lnTo>
                  <a:pt x="796417" y="1847816"/>
                </a:lnTo>
                <a:lnTo>
                  <a:pt x="796341" y="1847689"/>
                </a:lnTo>
                <a:lnTo>
                  <a:pt x="796269" y="1847556"/>
                </a:lnTo>
                <a:lnTo>
                  <a:pt x="796201" y="1847418"/>
                </a:lnTo>
                <a:lnTo>
                  <a:pt x="796137" y="1847274"/>
                </a:lnTo>
                <a:lnTo>
                  <a:pt x="796078" y="1847125"/>
                </a:lnTo>
                <a:lnTo>
                  <a:pt x="796022" y="1846971"/>
                </a:lnTo>
                <a:lnTo>
                  <a:pt x="795971" y="1846812"/>
                </a:lnTo>
                <a:lnTo>
                  <a:pt x="795924" y="1846647"/>
                </a:lnTo>
                <a:lnTo>
                  <a:pt x="795880" y="1846477"/>
                </a:lnTo>
                <a:lnTo>
                  <a:pt x="795841" y="1846302"/>
                </a:lnTo>
                <a:lnTo>
                  <a:pt x="795806" y="1846121"/>
                </a:lnTo>
                <a:lnTo>
                  <a:pt x="795776" y="1845936"/>
                </a:lnTo>
                <a:lnTo>
                  <a:pt x="795749" y="1845745"/>
                </a:lnTo>
                <a:lnTo>
                  <a:pt x="795726" y="1845548"/>
                </a:lnTo>
                <a:lnTo>
                  <a:pt x="795708" y="1845347"/>
                </a:lnTo>
                <a:lnTo>
                  <a:pt x="795693" y="1845140"/>
                </a:lnTo>
                <a:lnTo>
                  <a:pt x="795683" y="1844927"/>
                </a:lnTo>
                <a:lnTo>
                  <a:pt x="795677" y="1844710"/>
                </a:lnTo>
                <a:lnTo>
                  <a:pt x="795675" y="1844487"/>
                </a:lnTo>
                <a:lnTo>
                  <a:pt x="795675" y="1773648"/>
                </a:lnTo>
                <a:lnTo>
                  <a:pt x="778768" y="1773648"/>
                </a:lnTo>
                <a:lnTo>
                  <a:pt x="778768" y="1826228"/>
                </a:lnTo>
                <a:lnTo>
                  <a:pt x="778763" y="1826747"/>
                </a:lnTo>
                <a:lnTo>
                  <a:pt x="778749" y="1827262"/>
                </a:lnTo>
                <a:lnTo>
                  <a:pt x="778726" y="1827773"/>
                </a:lnTo>
                <a:lnTo>
                  <a:pt x="778693" y="1828280"/>
                </a:lnTo>
                <a:lnTo>
                  <a:pt x="778651" y="1828783"/>
                </a:lnTo>
                <a:lnTo>
                  <a:pt x="778599" y="1829282"/>
                </a:lnTo>
                <a:lnTo>
                  <a:pt x="778538" y="1829776"/>
                </a:lnTo>
                <a:lnTo>
                  <a:pt x="778468" y="1830267"/>
                </a:lnTo>
                <a:lnTo>
                  <a:pt x="778388" y="1830753"/>
                </a:lnTo>
                <a:lnTo>
                  <a:pt x="778299" y="1831235"/>
                </a:lnTo>
                <a:lnTo>
                  <a:pt x="778200" y="1831713"/>
                </a:lnTo>
                <a:lnTo>
                  <a:pt x="778092" y="1832187"/>
                </a:lnTo>
                <a:lnTo>
                  <a:pt x="777974" y="1832657"/>
                </a:lnTo>
                <a:lnTo>
                  <a:pt x="777848" y="1833123"/>
                </a:lnTo>
                <a:lnTo>
                  <a:pt x="777711" y="1833585"/>
                </a:lnTo>
                <a:lnTo>
                  <a:pt x="777566" y="1834042"/>
                </a:lnTo>
                <a:lnTo>
                  <a:pt x="777411" y="1834496"/>
                </a:lnTo>
                <a:lnTo>
                  <a:pt x="777247" y="1834945"/>
                </a:lnTo>
                <a:lnTo>
                  <a:pt x="777073" y="1835391"/>
                </a:lnTo>
                <a:lnTo>
                  <a:pt x="776890" y="1835832"/>
                </a:lnTo>
                <a:lnTo>
                  <a:pt x="776697" y="1836269"/>
                </a:lnTo>
                <a:lnTo>
                  <a:pt x="776495" y="1836702"/>
                </a:lnTo>
                <a:lnTo>
                  <a:pt x="776284" y="1837130"/>
                </a:lnTo>
                <a:lnTo>
                  <a:pt x="776063" y="1837555"/>
                </a:lnTo>
                <a:lnTo>
                  <a:pt x="775848" y="1837974"/>
                </a:lnTo>
                <a:lnTo>
                  <a:pt x="775625" y="1838386"/>
                </a:lnTo>
                <a:lnTo>
                  <a:pt x="775395" y="1838791"/>
                </a:lnTo>
                <a:lnTo>
                  <a:pt x="775157" y="1839189"/>
                </a:lnTo>
                <a:lnTo>
                  <a:pt x="774911" y="1839580"/>
                </a:lnTo>
                <a:lnTo>
                  <a:pt x="774658" y="1839964"/>
                </a:lnTo>
                <a:lnTo>
                  <a:pt x="774397" y="1840341"/>
                </a:lnTo>
                <a:lnTo>
                  <a:pt x="774128" y="1840711"/>
                </a:lnTo>
                <a:lnTo>
                  <a:pt x="773852" y="1841074"/>
                </a:lnTo>
                <a:lnTo>
                  <a:pt x="773568" y="1841430"/>
                </a:lnTo>
                <a:lnTo>
                  <a:pt x="773277" y="1841778"/>
                </a:lnTo>
                <a:lnTo>
                  <a:pt x="772978" y="1842120"/>
                </a:lnTo>
                <a:lnTo>
                  <a:pt x="772671" y="1842455"/>
                </a:lnTo>
                <a:lnTo>
                  <a:pt x="772357" y="1842782"/>
                </a:lnTo>
                <a:lnTo>
                  <a:pt x="772035" y="1843103"/>
                </a:lnTo>
                <a:lnTo>
                  <a:pt x="771705" y="1843416"/>
                </a:lnTo>
                <a:lnTo>
                  <a:pt x="771368" y="1843723"/>
                </a:lnTo>
                <a:lnTo>
                  <a:pt x="771023" y="1844022"/>
                </a:lnTo>
                <a:lnTo>
                  <a:pt x="770670" y="1844314"/>
                </a:lnTo>
                <a:lnTo>
                  <a:pt x="770310" y="1844600"/>
                </a:lnTo>
                <a:lnTo>
                  <a:pt x="769942" y="1844878"/>
                </a:lnTo>
                <a:lnTo>
                  <a:pt x="769567" y="1845149"/>
                </a:lnTo>
                <a:lnTo>
                  <a:pt x="769184" y="1845413"/>
                </a:lnTo>
                <a:lnTo>
                  <a:pt x="768793" y="1845671"/>
                </a:lnTo>
                <a:lnTo>
                  <a:pt x="768410" y="1845905"/>
                </a:lnTo>
                <a:lnTo>
                  <a:pt x="768023" y="1846130"/>
                </a:lnTo>
                <a:lnTo>
                  <a:pt x="767631" y="1846344"/>
                </a:lnTo>
                <a:lnTo>
                  <a:pt x="767234" y="1846549"/>
                </a:lnTo>
                <a:lnTo>
                  <a:pt x="766832" y="1846743"/>
                </a:lnTo>
                <a:lnTo>
                  <a:pt x="766426" y="1846928"/>
                </a:lnTo>
                <a:lnTo>
                  <a:pt x="766015" y="1847103"/>
                </a:lnTo>
                <a:lnTo>
                  <a:pt x="765600" y="1847267"/>
                </a:lnTo>
                <a:lnTo>
                  <a:pt x="765179" y="1847422"/>
                </a:lnTo>
                <a:lnTo>
                  <a:pt x="764754" y="1847567"/>
                </a:lnTo>
                <a:lnTo>
                  <a:pt x="764325" y="1847701"/>
                </a:lnTo>
                <a:lnTo>
                  <a:pt x="763890" y="1847826"/>
                </a:lnTo>
                <a:lnTo>
                  <a:pt x="763451" y="1847941"/>
                </a:lnTo>
                <a:lnTo>
                  <a:pt x="763007" y="1848046"/>
                </a:lnTo>
                <a:lnTo>
                  <a:pt x="762559" y="1848140"/>
                </a:lnTo>
                <a:lnTo>
                  <a:pt x="762106" y="1848225"/>
                </a:lnTo>
                <a:lnTo>
                  <a:pt x="761648" y="1848300"/>
                </a:lnTo>
                <a:lnTo>
                  <a:pt x="761185" y="1848365"/>
                </a:lnTo>
                <a:lnTo>
                  <a:pt x="760718" y="1848420"/>
                </a:lnTo>
                <a:lnTo>
                  <a:pt x="760246" y="1848465"/>
                </a:lnTo>
                <a:lnTo>
                  <a:pt x="759769" y="1848500"/>
                </a:lnTo>
                <a:lnTo>
                  <a:pt x="759288" y="1848525"/>
                </a:lnTo>
                <a:lnTo>
                  <a:pt x="758802" y="1848540"/>
                </a:lnTo>
                <a:lnTo>
                  <a:pt x="758311" y="1848545"/>
                </a:lnTo>
                <a:lnTo>
                  <a:pt x="757571" y="1848536"/>
                </a:lnTo>
                <a:lnTo>
                  <a:pt x="756845" y="1848508"/>
                </a:lnTo>
                <a:lnTo>
                  <a:pt x="756132" y="1848463"/>
                </a:lnTo>
                <a:lnTo>
                  <a:pt x="755432" y="1848399"/>
                </a:lnTo>
                <a:lnTo>
                  <a:pt x="754746" y="1848317"/>
                </a:lnTo>
                <a:lnTo>
                  <a:pt x="754074" y="1848217"/>
                </a:lnTo>
                <a:lnTo>
                  <a:pt x="753415" y="1848099"/>
                </a:lnTo>
                <a:lnTo>
                  <a:pt x="752769" y="1847962"/>
                </a:lnTo>
                <a:lnTo>
                  <a:pt x="752137" y="1847808"/>
                </a:lnTo>
                <a:lnTo>
                  <a:pt x="751519" y="1847635"/>
                </a:lnTo>
                <a:lnTo>
                  <a:pt x="750914" y="1847444"/>
                </a:lnTo>
                <a:lnTo>
                  <a:pt x="750323" y="1847234"/>
                </a:lnTo>
                <a:lnTo>
                  <a:pt x="749745" y="1847007"/>
                </a:lnTo>
                <a:lnTo>
                  <a:pt x="749180" y="1846761"/>
                </a:lnTo>
                <a:lnTo>
                  <a:pt x="748629" y="1846497"/>
                </a:lnTo>
                <a:lnTo>
                  <a:pt x="748092" y="1846215"/>
                </a:lnTo>
                <a:lnTo>
                  <a:pt x="747568" y="1845915"/>
                </a:lnTo>
                <a:lnTo>
                  <a:pt x="747058" y="1845596"/>
                </a:lnTo>
                <a:lnTo>
                  <a:pt x="746561" y="1845260"/>
                </a:lnTo>
                <a:lnTo>
                  <a:pt x="746077" y="1844905"/>
                </a:lnTo>
                <a:lnTo>
                  <a:pt x="745607" y="1844532"/>
                </a:lnTo>
                <a:lnTo>
                  <a:pt x="745151" y="1844141"/>
                </a:lnTo>
                <a:lnTo>
                  <a:pt x="744708" y="1843731"/>
                </a:lnTo>
                <a:lnTo>
                  <a:pt x="744279" y="1843303"/>
                </a:lnTo>
                <a:lnTo>
                  <a:pt x="743878" y="1842857"/>
                </a:lnTo>
                <a:lnTo>
                  <a:pt x="743495" y="1842391"/>
                </a:lnTo>
                <a:lnTo>
                  <a:pt x="743129" y="1841906"/>
                </a:lnTo>
                <a:lnTo>
                  <a:pt x="742780" y="1841401"/>
                </a:lnTo>
                <a:lnTo>
                  <a:pt x="742448" y="1840877"/>
                </a:lnTo>
                <a:lnTo>
                  <a:pt x="742133" y="1840334"/>
                </a:lnTo>
                <a:lnTo>
                  <a:pt x="741836" y="1839771"/>
                </a:lnTo>
                <a:lnTo>
                  <a:pt x="741555" y="1839189"/>
                </a:lnTo>
                <a:lnTo>
                  <a:pt x="741291" y="1838588"/>
                </a:lnTo>
                <a:lnTo>
                  <a:pt x="741044" y="1837967"/>
                </a:lnTo>
                <a:lnTo>
                  <a:pt x="740814" y="1837327"/>
                </a:lnTo>
                <a:lnTo>
                  <a:pt x="740601" y="1836668"/>
                </a:lnTo>
                <a:lnTo>
                  <a:pt x="740405" y="1835989"/>
                </a:lnTo>
                <a:lnTo>
                  <a:pt x="740227" y="1835290"/>
                </a:lnTo>
                <a:lnTo>
                  <a:pt x="740065" y="1834573"/>
                </a:lnTo>
                <a:lnTo>
                  <a:pt x="739920" y="1833836"/>
                </a:lnTo>
                <a:lnTo>
                  <a:pt x="739793" y="1833079"/>
                </a:lnTo>
                <a:lnTo>
                  <a:pt x="739682" y="1832304"/>
                </a:lnTo>
                <a:lnTo>
                  <a:pt x="739588" y="1831508"/>
                </a:lnTo>
                <a:lnTo>
                  <a:pt x="739512" y="1830694"/>
                </a:lnTo>
                <a:lnTo>
                  <a:pt x="739452" y="1829860"/>
                </a:lnTo>
                <a:lnTo>
                  <a:pt x="739410" y="1829007"/>
                </a:lnTo>
                <a:lnTo>
                  <a:pt x="739384" y="1828134"/>
                </a:lnTo>
                <a:lnTo>
                  <a:pt x="739375" y="1827242"/>
                </a:lnTo>
                <a:lnTo>
                  <a:pt x="739375" y="1773648"/>
                </a:lnTo>
                <a:lnTo>
                  <a:pt x="722300" y="1773648"/>
                </a:lnTo>
                <a:lnTo>
                  <a:pt x="722300" y="1830454"/>
                </a:lnTo>
                <a:lnTo>
                  <a:pt x="722314" y="1831751"/>
                </a:lnTo>
                <a:lnTo>
                  <a:pt x="722357" y="1833020"/>
                </a:lnTo>
                <a:lnTo>
                  <a:pt x="722429" y="1834261"/>
                </a:lnTo>
                <a:lnTo>
                  <a:pt x="722530" y="1835475"/>
                </a:lnTo>
                <a:lnTo>
                  <a:pt x="722659" y="1836661"/>
                </a:lnTo>
                <a:lnTo>
                  <a:pt x="722818" y="1837819"/>
                </a:lnTo>
                <a:lnTo>
                  <a:pt x="723005" y="1838950"/>
                </a:lnTo>
                <a:lnTo>
                  <a:pt x="723220" y="1840054"/>
                </a:lnTo>
                <a:lnTo>
                  <a:pt x="723465" y="1841129"/>
                </a:lnTo>
                <a:lnTo>
                  <a:pt x="723738" y="1842178"/>
                </a:lnTo>
                <a:lnTo>
                  <a:pt x="724040" y="1843198"/>
                </a:lnTo>
                <a:lnTo>
                  <a:pt x="724371" y="1844191"/>
                </a:lnTo>
                <a:lnTo>
                  <a:pt x="724730" y="1845157"/>
                </a:lnTo>
                <a:lnTo>
                  <a:pt x="725119" y="1846094"/>
                </a:lnTo>
                <a:lnTo>
                  <a:pt x="725536" y="1847005"/>
                </a:lnTo>
                <a:lnTo>
                  <a:pt x="725982" y="1847887"/>
                </a:lnTo>
                <a:lnTo>
                  <a:pt x="726456" y="1848742"/>
                </a:lnTo>
                <a:lnTo>
                  <a:pt x="726960" y="1849570"/>
                </a:lnTo>
                <a:lnTo>
                  <a:pt x="727492" y="1850369"/>
                </a:lnTo>
                <a:lnTo>
                  <a:pt x="728053" y="1851142"/>
                </a:lnTo>
                <a:lnTo>
                  <a:pt x="728642" y="1851886"/>
                </a:lnTo>
                <a:lnTo>
                  <a:pt x="729261" y="1852603"/>
                </a:lnTo>
                <a:lnTo>
                  <a:pt x="729908" y="1853293"/>
                </a:lnTo>
                <a:lnTo>
                  <a:pt x="730584" y="1853955"/>
                </a:lnTo>
                <a:lnTo>
                  <a:pt x="731298" y="1854589"/>
                </a:lnTo>
                <a:lnTo>
                  <a:pt x="732031" y="1855197"/>
                </a:lnTo>
                <a:lnTo>
                  <a:pt x="732782" y="1855778"/>
                </a:lnTo>
                <a:lnTo>
                  <a:pt x="733552" y="1856331"/>
                </a:lnTo>
                <a:lnTo>
                  <a:pt x="734341" y="1856858"/>
                </a:lnTo>
                <a:lnTo>
                  <a:pt x="735149" y="1857357"/>
                </a:lnTo>
                <a:lnTo>
                  <a:pt x="735975" y="1857830"/>
                </a:lnTo>
                <a:lnTo>
                  <a:pt x="736821" y="1858275"/>
                </a:lnTo>
                <a:lnTo>
                  <a:pt x="737685" y="1858694"/>
                </a:lnTo>
                <a:lnTo>
                  <a:pt x="738568" y="1859086"/>
                </a:lnTo>
                <a:lnTo>
                  <a:pt x="739469" y="1859450"/>
                </a:lnTo>
                <a:lnTo>
                  <a:pt x="740390" y="1859788"/>
                </a:lnTo>
                <a:lnTo>
                  <a:pt x="741329" y="1860098"/>
                </a:lnTo>
                <a:lnTo>
                  <a:pt x="742287" y="1860382"/>
                </a:lnTo>
                <a:lnTo>
                  <a:pt x="743264" y="1860638"/>
                </a:lnTo>
                <a:lnTo>
                  <a:pt x="744260" y="1860868"/>
                </a:lnTo>
                <a:lnTo>
                  <a:pt x="745274" y="1861070"/>
                </a:lnTo>
                <a:lnTo>
                  <a:pt x="746307" y="1861246"/>
                </a:lnTo>
                <a:lnTo>
                  <a:pt x="747359" y="1861394"/>
                </a:lnTo>
                <a:lnTo>
                  <a:pt x="748430" y="1861516"/>
                </a:lnTo>
                <a:lnTo>
                  <a:pt x="749520" y="1861610"/>
                </a:lnTo>
                <a:lnTo>
                  <a:pt x="750628" y="1861678"/>
                </a:lnTo>
                <a:lnTo>
                  <a:pt x="751755" y="1861718"/>
                </a:lnTo>
                <a:lnTo>
                  <a:pt x="752901" y="1861732"/>
                </a:lnTo>
                <a:lnTo>
                  <a:pt x="753448" y="1861729"/>
                </a:lnTo>
                <a:lnTo>
                  <a:pt x="753990" y="1861720"/>
                </a:lnTo>
                <a:lnTo>
                  <a:pt x="754528" y="1861705"/>
                </a:lnTo>
                <a:lnTo>
                  <a:pt x="755061" y="1861685"/>
                </a:lnTo>
                <a:lnTo>
                  <a:pt x="755590" y="1861658"/>
                </a:lnTo>
                <a:lnTo>
                  <a:pt x="756113" y="1861626"/>
                </a:lnTo>
                <a:lnTo>
                  <a:pt x="756632" y="1861588"/>
                </a:lnTo>
                <a:lnTo>
                  <a:pt x="757146" y="1861544"/>
                </a:lnTo>
                <a:close/>
                <a:moveTo>
                  <a:pt x="1359287" y="2289365"/>
                </a:moveTo>
                <a:lnTo>
                  <a:pt x="1363175" y="2267217"/>
                </a:lnTo>
                <a:lnTo>
                  <a:pt x="1363175" y="2242364"/>
                </a:lnTo>
                <a:lnTo>
                  <a:pt x="1348635" y="2242364"/>
                </a:lnTo>
                <a:lnTo>
                  <a:pt x="1348635" y="2267217"/>
                </a:lnTo>
                <a:lnTo>
                  <a:pt x="1352524" y="2289365"/>
                </a:lnTo>
                <a:lnTo>
                  <a:pt x="1359287" y="2289365"/>
                </a:lnTo>
                <a:close/>
                <a:moveTo>
                  <a:pt x="1388366" y="2267217"/>
                </a:moveTo>
                <a:lnTo>
                  <a:pt x="1388366" y="2242364"/>
                </a:lnTo>
                <a:lnTo>
                  <a:pt x="1373826" y="2242364"/>
                </a:lnTo>
                <a:lnTo>
                  <a:pt x="1373826" y="2267217"/>
                </a:lnTo>
                <a:lnTo>
                  <a:pt x="1377715" y="2289365"/>
                </a:lnTo>
                <a:lnTo>
                  <a:pt x="1384478" y="2289365"/>
                </a:lnTo>
                <a:lnTo>
                  <a:pt x="1388366" y="2267217"/>
                </a:lnTo>
                <a:close/>
                <a:moveTo>
                  <a:pt x="1364190" y="2503350"/>
                </a:moveTo>
                <a:lnTo>
                  <a:pt x="1380082" y="2503350"/>
                </a:lnTo>
                <a:lnTo>
                  <a:pt x="1380082" y="2487120"/>
                </a:lnTo>
                <a:lnTo>
                  <a:pt x="1364190" y="2487120"/>
                </a:lnTo>
                <a:lnTo>
                  <a:pt x="1364190" y="2503350"/>
                </a:lnTo>
                <a:close/>
                <a:moveTo>
                  <a:pt x="962168" y="2608792"/>
                </a:moveTo>
                <a:lnTo>
                  <a:pt x="962877" y="2608687"/>
                </a:lnTo>
                <a:lnTo>
                  <a:pt x="963577" y="2608570"/>
                </a:lnTo>
                <a:lnTo>
                  <a:pt x="964267" y="2608441"/>
                </a:lnTo>
                <a:lnTo>
                  <a:pt x="964948" y="2608299"/>
                </a:lnTo>
                <a:lnTo>
                  <a:pt x="965620" y="2608145"/>
                </a:lnTo>
                <a:lnTo>
                  <a:pt x="966282" y="2607978"/>
                </a:lnTo>
                <a:lnTo>
                  <a:pt x="966935" y="2607800"/>
                </a:lnTo>
                <a:lnTo>
                  <a:pt x="967578" y="2607609"/>
                </a:lnTo>
                <a:lnTo>
                  <a:pt x="968212" y="2607405"/>
                </a:lnTo>
                <a:lnTo>
                  <a:pt x="968837" y="2607189"/>
                </a:lnTo>
                <a:lnTo>
                  <a:pt x="969452" y="2606961"/>
                </a:lnTo>
                <a:lnTo>
                  <a:pt x="970058" y="2606721"/>
                </a:lnTo>
                <a:lnTo>
                  <a:pt x="970654" y="2606468"/>
                </a:lnTo>
                <a:lnTo>
                  <a:pt x="971241" y="2606203"/>
                </a:lnTo>
                <a:lnTo>
                  <a:pt x="971819" y="2605926"/>
                </a:lnTo>
                <a:lnTo>
                  <a:pt x="972387" y="2605636"/>
                </a:lnTo>
                <a:lnTo>
                  <a:pt x="972945" y="2605321"/>
                </a:lnTo>
                <a:lnTo>
                  <a:pt x="973493" y="2604995"/>
                </a:lnTo>
                <a:lnTo>
                  <a:pt x="974030" y="2604659"/>
                </a:lnTo>
                <a:lnTo>
                  <a:pt x="974557" y="2604312"/>
                </a:lnTo>
                <a:lnTo>
                  <a:pt x="975073" y="2603954"/>
                </a:lnTo>
                <a:lnTo>
                  <a:pt x="975578" y="2603586"/>
                </a:lnTo>
                <a:lnTo>
                  <a:pt x="976073" y="2603208"/>
                </a:lnTo>
                <a:lnTo>
                  <a:pt x="976557" y="2602818"/>
                </a:lnTo>
                <a:lnTo>
                  <a:pt x="977031" y="2602419"/>
                </a:lnTo>
                <a:lnTo>
                  <a:pt x="977494" y="2602008"/>
                </a:lnTo>
                <a:lnTo>
                  <a:pt x="977947" y="2601587"/>
                </a:lnTo>
                <a:lnTo>
                  <a:pt x="978389" y="2601156"/>
                </a:lnTo>
                <a:lnTo>
                  <a:pt x="978820" y="2600714"/>
                </a:lnTo>
                <a:lnTo>
                  <a:pt x="979241" y="2600261"/>
                </a:lnTo>
                <a:lnTo>
                  <a:pt x="979652" y="2599798"/>
                </a:lnTo>
                <a:lnTo>
                  <a:pt x="980051" y="2599324"/>
                </a:lnTo>
                <a:lnTo>
                  <a:pt x="980441" y="2598840"/>
                </a:lnTo>
                <a:lnTo>
                  <a:pt x="980819" y="2598345"/>
                </a:lnTo>
                <a:lnTo>
                  <a:pt x="981187" y="2597840"/>
                </a:lnTo>
                <a:lnTo>
                  <a:pt x="981545" y="2597324"/>
                </a:lnTo>
                <a:lnTo>
                  <a:pt x="981892" y="2596797"/>
                </a:lnTo>
                <a:lnTo>
                  <a:pt x="982228" y="2596260"/>
                </a:lnTo>
                <a:lnTo>
                  <a:pt x="982554" y="2595712"/>
                </a:lnTo>
                <a:lnTo>
                  <a:pt x="982869" y="2595154"/>
                </a:lnTo>
                <a:lnTo>
                  <a:pt x="984729" y="2607496"/>
                </a:lnTo>
                <a:lnTo>
                  <a:pt x="998423" y="2607496"/>
                </a:lnTo>
                <a:lnTo>
                  <a:pt x="998423" y="2485768"/>
                </a:lnTo>
                <a:lnTo>
                  <a:pt x="981517" y="2485768"/>
                </a:lnTo>
                <a:lnTo>
                  <a:pt x="981517" y="2531077"/>
                </a:lnTo>
                <a:lnTo>
                  <a:pt x="981216" y="2530631"/>
                </a:lnTo>
                <a:lnTo>
                  <a:pt x="980905" y="2530192"/>
                </a:lnTo>
                <a:lnTo>
                  <a:pt x="980584" y="2529762"/>
                </a:lnTo>
                <a:lnTo>
                  <a:pt x="980253" y="2529340"/>
                </a:lnTo>
                <a:lnTo>
                  <a:pt x="979913" y="2528926"/>
                </a:lnTo>
                <a:lnTo>
                  <a:pt x="979562" y="2528520"/>
                </a:lnTo>
                <a:lnTo>
                  <a:pt x="979201" y="2528123"/>
                </a:lnTo>
                <a:lnTo>
                  <a:pt x="978830" y="2527734"/>
                </a:lnTo>
                <a:lnTo>
                  <a:pt x="978450" y="2527353"/>
                </a:lnTo>
                <a:lnTo>
                  <a:pt x="978059" y="2526980"/>
                </a:lnTo>
                <a:lnTo>
                  <a:pt x="977658" y="2526615"/>
                </a:lnTo>
                <a:lnTo>
                  <a:pt x="977248" y="2526259"/>
                </a:lnTo>
                <a:lnTo>
                  <a:pt x="976827" y="2525911"/>
                </a:lnTo>
                <a:lnTo>
                  <a:pt x="976397" y="2525571"/>
                </a:lnTo>
                <a:lnTo>
                  <a:pt x="975956" y="2525239"/>
                </a:lnTo>
                <a:lnTo>
                  <a:pt x="975505" y="2524916"/>
                </a:lnTo>
                <a:lnTo>
                  <a:pt x="975045" y="2524601"/>
                </a:lnTo>
                <a:lnTo>
                  <a:pt x="974574" y="2524294"/>
                </a:lnTo>
                <a:lnTo>
                  <a:pt x="974094" y="2523995"/>
                </a:lnTo>
                <a:lnTo>
                  <a:pt x="973603" y="2523704"/>
                </a:lnTo>
                <a:lnTo>
                  <a:pt x="973103" y="2523422"/>
                </a:lnTo>
                <a:lnTo>
                  <a:pt x="972592" y="2523148"/>
                </a:lnTo>
                <a:lnTo>
                  <a:pt x="972072" y="2522882"/>
                </a:lnTo>
                <a:lnTo>
                  <a:pt x="971542" y="2522624"/>
                </a:lnTo>
                <a:lnTo>
                  <a:pt x="971002" y="2522362"/>
                </a:lnTo>
                <a:lnTo>
                  <a:pt x="970456" y="2522111"/>
                </a:lnTo>
                <a:lnTo>
                  <a:pt x="969901" y="2521871"/>
                </a:lnTo>
                <a:lnTo>
                  <a:pt x="969339" y="2521643"/>
                </a:lnTo>
                <a:lnTo>
                  <a:pt x="968769" y="2521425"/>
                </a:lnTo>
                <a:lnTo>
                  <a:pt x="968192" y="2521219"/>
                </a:lnTo>
                <a:lnTo>
                  <a:pt x="967607" y="2521024"/>
                </a:lnTo>
                <a:lnTo>
                  <a:pt x="967014" y="2520840"/>
                </a:lnTo>
                <a:lnTo>
                  <a:pt x="966414" y="2520667"/>
                </a:lnTo>
                <a:lnTo>
                  <a:pt x="965806" y="2520505"/>
                </a:lnTo>
                <a:lnTo>
                  <a:pt x="965191" y="2520355"/>
                </a:lnTo>
                <a:lnTo>
                  <a:pt x="964568" y="2520215"/>
                </a:lnTo>
                <a:lnTo>
                  <a:pt x="963937" y="2520087"/>
                </a:lnTo>
                <a:lnTo>
                  <a:pt x="963298" y="2519970"/>
                </a:lnTo>
                <a:lnTo>
                  <a:pt x="962652" y="2519864"/>
                </a:lnTo>
                <a:lnTo>
                  <a:pt x="961999" y="2519769"/>
                </a:lnTo>
                <a:lnTo>
                  <a:pt x="961337" y="2519685"/>
                </a:lnTo>
                <a:lnTo>
                  <a:pt x="960669" y="2519613"/>
                </a:lnTo>
                <a:lnTo>
                  <a:pt x="959992" y="2519551"/>
                </a:lnTo>
                <a:lnTo>
                  <a:pt x="959308" y="2519501"/>
                </a:lnTo>
                <a:lnTo>
                  <a:pt x="958616" y="2519462"/>
                </a:lnTo>
                <a:lnTo>
                  <a:pt x="957917" y="2519434"/>
                </a:lnTo>
                <a:lnTo>
                  <a:pt x="957209" y="2519418"/>
                </a:lnTo>
                <a:lnTo>
                  <a:pt x="956495" y="2519412"/>
                </a:lnTo>
                <a:lnTo>
                  <a:pt x="955695" y="2519421"/>
                </a:lnTo>
                <a:lnTo>
                  <a:pt x="954900" y="2519447"/>
                </a:lnTo>
                <a:lnTo>
                  <a:pt x="954112" y="2519491"/>
                </a:lnTo>
                <a:lnTo>
                  <a:pt x="953329" y="2519553"/>
                </a:lnTo>
                <a:lnTo>
                  <a:pt x="952553" y="2519632"/>
                </a:lnTo>
                <a:lnTo>
                  <a:pt x="951782" y="2519729"/>
                </a:lnTo>
                <a:lnTo>
                  <a:pt x="951017" y="2519843"/>
                </a:lnTo>
                <a:lnTo>
                  <a:pt x="950258" y="2519976"/>
                </a:lnTo>
                <a:lnTo>
                  <a:pt x="949505" y="2520125"/>
                </a:lnTo>
                <a:lnTo>
                  <a:pt x="948758" y="2520293"/>
                </a:lnTo>
                <a:lnTo>
                  <a:pt x="948016" y="2520477"/>
                </a:lnTo>
                <a:lnTo>
                  <a:pt x="947281" y="2520680"/>
                </a:lnTo>
                <a:lnTo>
                  <a:pt x="946551" y="2520900"/>
                </a:lnTo>
                <a:lnTo>
                  <a:pt x="945827" y="2521138"/>
                </a:lnTo>
                <a:lnTo>
                  <a:pt x="945109" y="2521393"/>
                </a:lnTo>
                <a:lnTo>
                  <a:pt x="944397" y="2521666"/>
                </a:lnTo>
                <a:lnTo>
                  <a:pt x="943691" y="2521957"/>
                </a:lnTo>
                <a:lnTo>
                  <a:pt x="942990" y="2522265"/>
                </a:lnTo>
                <a:lnTo>
                  <a:pt x="942296" y="2522591"/>
                </a:lnTo>
                <a:lnTo>
                  <a:pt x="941607" y="2522934"/>
                </a:lnTo>
                <a:lnTo>
                  <a:pt x="940925" y="2523295"/>
                </a:lnTo>
                <a:lnTo>
                  <a:pt x="940248" y="2523674"/>
                </a:lnTo>
                <a:lnTo>
                  <a:pt x="939577" y="2524070"/>
                </a:lnTo>
                <a:lnTo>
                  <a:pt x="938912" y="2524484"/>
                </a:lnTo>
                <a:lnTo>
                  <a:pt x="938269" y="2524915"/>
                </a:lnTo>
                <a:lnTo>
                  <a:pt x="937638" y="2525363"/>
                </a:lnTo>
                <a:lnTo>
                  <a:pt x="937018" y="2525828"/>
                </a:lnTo>
                <a:lnTo>
                  <a:pt x="936409" y="2526311"/>
                </a:lnTo>
                <a:lnTo>
                  <a:pt x="935811" y="2526810"/>
                </a:lnTo>
                <a:lnTo>
                  <a:pt x="935224" y="2527326"/>
                </a:lnTo>
                <a:lnTo>
                  <a:pt x="934648" y="2527860"/>
                </a:lnTo>
                <a:lnTo>
                  <a:pt x="934084" y="2528410"/>
                </a:lnTo>
                <a:lnTo>
                  <a:pt x="933531" y="2528977"/>
                </a:lnTo>
                <a:lnTo>
                  <a:pt x="932989" y="2529562"/>
                </a:lnTo>
                <a:lnTo>
                  <a:pt x="932458" y="2530163"/>
                </a:lnTo>
                <a:lnTo>
                  <a:pt x="931938" y="2530782"/>
                </a:lnTo>
                <a:lnTo>
                  <a:pt x="931429" y="2531417"/>
                </a:lnTo>
                <a:lnTo>
                  <a:pt x="930932" y="2532070"/>
                </a:lnTo>
                <a:lnTo>
                  <a:pt x="930445" y="2532739"/>
                </a:lnTo>
                <a:lnTo>
                  <a:pt x="929970" y="2533426"/>
                </a:lnTo>
                <a:lnTo>
                  <a:pt x="929506" y="2534129"/>
                </a:lnTo>
                <a:lnTo>
                  <a:pt x="929053" y="2534850"/>
                </a:lnTo>
                <a:lnTo>
                  <a:pt x="928611" y="2535587"/>
                </a:lnTo>
                <a:lnTo>
                  <a:pt x="928181" y="2536342"/>
                </a:lnTo>
                <a:lnTo>
                  <a:pt x="927761" y="2537114"/>
                </a:lnTo>
                <a:lnTo>
                  <a:pt x="927353" y="2537902"/>
                </a:lnTo>
                <a:lnTo>
                  <a:pt x="926956" y="2538708"/>
                </a:lnTo>
                <a:lnTo>
                  <a:pt x="926570" y="2539531"/>
                </a:lnTo>
                <a:lnTo>
                  <a:pt x="926197" y="2540370"/>
                </a:lnTo>
                <a:lnTo>
                  <a:pt x="925841" y="2541224"/>
                </a:lnTo>
                <a:lnTo>
                  <a:pt x="925500" y="2542093"/>
                </a:lnTo>
                <a:lnTo>
                  <a:pt x="925175" y="2542978"/>
                </a:lnTo>
                <a:lnTo>
                  <a:pt x="924866" y="2543878"/>
                </a:lnTo>
                <a:lnTo>
                  <a:pt x="924573" y="2544793"/>
                </a:lnTo>
                <a:lnTo>
                  <a:pt x="924295" y="2545724"/>
                </a:lnTo>
                <a:lnTo>
                  <a:pt x="924034" y="2546669"/>
                </a:lnTo>
                <a:lnTo>
                  <a:pt x="923788" y="2547630"/>
                </a:lnTo>
                <a:lnTo>
                  <a:pt x="923558" y="2548607"/>
                </a:lnTo>
                <a:lnTo>
                  <a:pt x="923344" y="2549598"/>
                </a:lnTo>
                <a:lnTo>
                  <a:pt x="923146" y="2550605"/>
                </a:lnTo>
                <a:lnTo>
                  <a:pt x="922964" y="2551627"/>
                </a:lnTo>
                <a:lnTo>
                  <a:pt x="922798" y="2552664"/>
                </a:lnTo>
                <a:lnTo>
                  <a:pt x="922647" y="2553717"/>
                </a:lnTo>
                <a:lnTo>
                  <a:pt x="922512" y="2554785"/>
                </a:lnTo>
                <a:lnTo>
                  <a:pt x="922393" y="2555868"/>
                </a:lnTo>
                <a:lnTo>
                  <a:pt x="922290" y="2556966"/>
                </a:lnTo>
                <a:lnTo>
                  <a:pt x="922203" y="2558080"/>
                </a:lnTo>
                <a:lnTo>
                  <a:pt x="922132" y="2559208"/>
                </a:lnTo>
                <a:lnTo>
                  <a:pt x="922076" y="2560353"/>
                </a:lnTo>
                <a:lnTo>
                  <a:pt x="922037" y="2561512"/>
                </a:lnTo>
                <a:lnTo>
                  <a:pt x="922013" y="2562687"/>
                </a:lnTo>
                <a:lnTo>
                  <a:pt x="922005" y="2563877"/>
                </a:lnTo>
                <a:lnTo>
                  <a:pt x="922005" y="2565736"/>
                </a:lnTo>
                <a:lnTo>
                  <a:pt x="922013" y="2567009"/>
                </a:lnTo>
                <a:lnTo>
                  <a:pt x="922037" y="2568261"/>
                </a:lnTo>
                <a:lnTo>
                  <a:pt x="922076" y="2569493"/>
                </a:lnTo>
                <a:lnTo>
                  <a:pt x="922132" y="2570705"/>
                </a:lnTo>
                <a:lnTo>
                  <a:pt x="922203" y="2571897"/>
                </a:lnTo>
                <a:lnTo>
                  <a:pt x="922290" y="2573070"/>
                </a:lnTo>
                <a:lnTo>
                  <a:pt x="922393" y="2574222"/>
                </a:lnTo>
                <a:lnTo>
                  <a:pt x="922512" y="2575354"/>
                </a:lnTo>
                <a:lnTo>
                  <a:pt x="922647" y="2576467"/>
                </a:lnTo>
                <a:lnTo>
                  <a:pt x="922798" y="2577559"/>
                </a:lnTo>
                <a:lnTo>
                  <a:pt x="922964" y="2578632"/>
                </a:lnTo>
                <a:lnTo>
                  <a:pt x="923146" y="2579684"/>
                </a:lnTo>
                <a:lnTo>
                  <a:pt x="923344" y="2580717"/>
                </a:lnTo>
                <a:lnTo>
                  <a:pt x="923558" y="2581730"/>
                </a:lnTo>
                <a:lnTo>
                  <a:pt x="923788" y="2582722"/>
                </a:lnTo>
                <a:lnTo>
                  <a:pt x="924034" y="2583695"/>
                </a:lnTo>
                <a:lnTo>
                  <a:pt x="924295" y="2584648"/>
                </a:lnTo>
                <a:lnTo>
                  <a:pt x="924573" y="2585581"/>
                </a:lnTo>
                <a:lnTo>
                  <a:pt x="924866" y="2586493"/>
                </a:lnTo>
                <a:lnTo>
                  <a:pt x="925175" y="2587386"/>
                </a:lnTo>
                <a:lnTo>
                  <a:pt x="925500" y="2588259"/>
                </a:lnTo>
                <a:lnTo>
                  <a:pt x="925841" y="2589112"/>
                </a:lnTo>
                <a:lnTo>
                  <a:pt x="926197" y="2589945"/>
                </a:lnTo>
                <a:lnTo>
                  <a:pt x="926570" y="2590758"/>
                </a:lnTo>
                <a:lnTo>
                  <a:pt x="926970" y="2591539"/>
                </a:lnTo>
                <a:lnTo>
                  <a:pt x="927380" y="2592302"/>
                </a:lnTo>
                <a:lnTo>
                  <a:pt x="927801" y="2593049"/>
                </a:lnTo>
                <a:lnTo>
                  <a:pt x="928232" y="2593778"/>
                </a:lnTo>
                <a:lnTo>
                  <a:pt x="928674" y="2594490"/>
                </a:lnTo>
                <a:lnTo>
                  <a:pt x="929127" y="2595186"/>
                </a:lnTo>
                <a:lnTo>
                  <a:pt x="929590" y="2595864"/>
                </a:lnTo>
                <a:lnTo>
                  <a:pt x="930064" y="2596525"/>
                </a:lnTo>
                <a:lnTo>
                  <a:pt x="930548" y="2597170"/>
                </a:lnTo>
                <a:lnTo>
                  <a:pt x="931043" y="2597797"/>
                </a:lnTo>
                <a:lnTo>
                  <a:pt x="931549" y="2598407"/>
                </a:lnTo>
                <a:lnTo>
                  <a:pt x="932065" y="2599000"/>
                </a:lnTo>
                <a:lnTo>
                  <a:pt x="932591" y="2599577"/>
                </a:lnTo>
                <a:lnTo>
                  <a:pt x="933128" y="2600136"/>
                </a:lnTo>
                <a:lnTo>
                  <a:pt x="933676" y="2600678"/>
                </a:lnTo>
                <a:lnTo>
                  <a:pt x="934234" y="2601203"/>
                </a:lnTo>
                <a:lnTo>
                  <a:pt x="934803" y="2601711"/>
                </a:lnTo>
                <a:lnTo>
                  <a:pt x="935382" y="2602202"/>
                </a:lnTo>
                <a:lnTo>
                  <a:pt x="935972" y="2602676"/>
                </a:lnTo>
                <a:lnTo>
                  <a:pt x="936573" y="2603133"/>
                </a:lnTo>
                <a:lnTo>
                  <a:pt x="937184" y="2603573"/>
                </a:lnTo>
                <a:lnTo>
                  <a:pt x="937806" y="2603996"/>
                </a:lnTo>
                <a:lnTo>
                  <a:pt x="938438" y="2604402"/>
                </a:lnTo>
                <a:lnTo>
                  <a:pt x="939081" y="2604791"/>
                </a:lnTo>
                <a:lnTo>
                  <a:pt x="939732" y="2605150"/>
                </a:lnTo>
                <a:lnTo>
                  <a:pt x="940388" y="2605493"/>
                </a:lnTo>
                <a:lnTo>
                  <a:pt x="941049" y="2605821"/>
                </a:lnTo>
                <a:lnTo>
                  <a:pt x="941715" y="2606134"/>
                </a:lnTo>
                <a:lnTo>
                  <a:pt x="942387" y="2606432"/>
                </a:lnTo>
                <a:lnTo>
                  <a:pt x="943064" y="2606714"/>
                </a:lnTo>
                <a:lnTo>
                  <a:pt x="943747" y="2606981"/>
                </a:lnTo>
                <a:lnTo>
                  <a:pt x="944435" y="2607233"/>
                </a:lnTo>
                <a:lnTo>
                  <a:pt x="945128" y="2607470"/>
                </a:lnTo>
                <a:lnTo>
                  <a:pt x="945826" y="2607691"/>
                </a:lnTo>
                <a:lnTo>
                  <a:pt x="946530" y="2607897"/>
                </a:lnTo>
                <a:lnTo>
                  <a:pt x="947238" y="2608088"/>
                </a:lnTo>
                <a:lnTo>
                  <a:pt x="947952" y="2608263"/>
                </a:lnTo>
                <a:lnTo>
                  <a:pt x="948672" y="2608423"/>
                </a:lnTo>
                <a:lnTo>
                  <a:pt x="949397" y="2608568"/>
                </a:lnTo>
                <a:lnTo>
                  <a:pt x="950127" y="2608698"/>
                </a:lnTo>
                <a:lnTo>
                  <a:pt x="950862" y="2608813"/>
                </a:lnTo>
                <a:lnTo>
                  <a:pt x="951602" y="2608912"/>
                </a:lnTo>
                <a:lnTo>
                  <a:pt x="952348" y="2608996"/>
                </a:lnTo>
                <a:lnTo>
                  <a:pt x="953099" y="2609065"/>
                </a:lnTo>
                <a:lnTo>
                  <a:pt x="953856" y="2609118"/>
                </a:lnTo>
                <a:lnTo>
                  <a:pt x="954617" y="2609156"/>
                </a:lnTo>
                <a:lnTo>
                  <a:pt x="955384" y="2609179"/>
                </a:lnTo>
                <a:lnTo>
                  <a:pt x="956157" y="2609187"/>
                </a:lnTo>
                <a:lnTo>
                  <a:pt x="956941" y="2609180"/>
                </a:lnTo>
                <a:lnTo>
                  <a:pt x="957716" y="2609162"/>
                </a:lnTo>
                <a:lnTo>
                  <a:pt x="958481" y="2609131"/>
                </a:lnTo>
                <a:lnTo>
                  <a:pt x="959237" y="2609088"/>
                </a:lnTo>
                <a:lnTo>
                  <a:pt x="959984" y="2609033"/>
                </a:lnTo>
                <a:lnTo>
                  <a:pt x="960721" y="2608965"/>
                </a:lnTo>
                <a:lnTo>
                  <a:pt x="961449" y="2608885"/>
                </a:lnTo>
                <a:lnTo>
                  <a:pt x="962168" y="2608792"/>
                </a:lnTo>
                <a:close/>
                <a:moveTo>
                  <a:pt x="954372" y="2596243"/>
                </a:moveTo>
                <a:lnTo>
                  <a:pt x="953692" y="2596039"/>
                </a:lnTo>
                <a:lnTo>
                  <a:pt x="953023" y="2595810"/>
                </a:lnTo>
                <a:lnTo>
                  <a:pt x="952365" y="2595558"/>
                </a:lnTo>
                <a:lnTo>
                  <a:pt x="951719" y="2595281"/>
                </a:lnTo>
                <a:lnTo>
                  <a:pt x="951083" y="2594980"/>
                </a:lnTo>
                <a:lnTo>
                  <a:pt x="950459" y="2594655"/>
                </a:lnTo>
                <a:lnTo>
                  <a:pt x="949846" y="2594306"/>
                </a:lnTo>
                <a:lnTo>
                  <a:pt x="949244" y="2593933"/>
                </a:lnTo>
                <a:lnTo>
                  <a:pt x="948653" y="2593536"/>
                </a:lnTo>
                <a:lnTo>
                  <a:pt x="948073" y="2593115"/>
                </a:lnTo>
                <a:lnTo>
                  <a:pt x="947504" y="2592669"/>
                </a:lnTo>
                <a:lnTo>
                  <a:pt x="946947" y="2592200"/>
                </a:lnTo>
                <a:lnTo>
                  <a:pt x="946401" y="2591707"/>
                </a:lnTo>
                <a:lnTo>
                  <a:pt x="945866" y="2591189"/>
                </a:lnTo>
                <a:lnTo>
                  <a:pt x="945342" y="2590648"/>
                </a:lnTo>
                <a:lnTo>
                  <a:pt x="944829" y="2590082"/>
                </a:lnTo>
                <a:lnTo>
                  <a:pt x="944346" y="2589491"/>
                </a:lnTo>
                <a:lnTo>
                  <a:pt x="943884" y="2588875"/>
                </a:lnTo>
                <a:lnTo>
                  <a:pt x="943442" y="2588233"/>
                </a:lnTo>
                <a:lnTo>
                  <a:pt x="943021" y="2587565"/>
                </a:lnTo>
                <a:lnTo>
                  <a:pt x="942620" y="2586871"/>
                </a:lnTo>
                <a:lnTo>
                  <a:pt x="942240" y="2586151"/>
                </a:lnTo>
                <a:lnTo>
                  <a:pt x="941881" y="2585406"/>
                </a:lnTo>
                <a:lnTo>
                  <a:pt x="941542" y="2584634"/>
                </a:lnTo>
                <a:lnTo>
                  <a:pt x="941223" y="2583837"/>
                </a:lnTo>
                <a:lnTo>
                  <a:pt x="940925" y="2583014"/>
                </a:lnTo>
                <a:lnTo>
                  <a:pt x="940648" y="2582165"/>
                </a:lnTo>
                <a:lnTo>
                  <a:pt x="940391" y="2581291"/>
                </a:lnTo>
                <a:lnTo>
                  <a:pt x="940155" y="2580390"/>
                </a:lnTo>
                <a:lnTo>
                  <a:pt x="939939" y="2579464"/>
                </a:lnTo>
                <a:lnTo>
                  <a:pt x="939744" y="2578512"/>
                </a:lnTo>
                <a:lnTo>
                  <a:pt x="939569" y="2577534"/>
                </a:lnTo>
                <a:lnTo>
                  <a:pt x="939415" y="2576530"/>
                </a:lnTo>
                <a:lnTo>
                  <a:pt x="939282" y="2575500"/>
                </a:lnTo>
                <a:lnTo>
                  <a:pt x="939169" y="2574444"/>
                </a:lnTo>
                <a:lnTo>
                  <a:pt x="939076" y="2573363"/>
                </a:lnTo>
                <a:lnTo>
                  <a:pt x="939004" y="2572256"/>
                </a:lnTo>
                <a:lnTo>
                  <a:pt x="938953" y="2571123"/>
                </a:lnTo>
                <a:lnTo>
                  <a:pt x="938922" y="2569964"/>
                </a:lnTo>
                <a:lnTo>
                  <a:pt x="938912" y="2568779"/>
                </a:lnTo>
                <a:lnTo>
                  <a:pt x="938912" y="2559481"/>
                </a:lnTo>
                <a:lnTo>
                  <a:pt x="938922" y="2558324"/>
                </a:lnTo>
                <a:lnTo>
                  <a:pt x="938953" y="2557191"/>
                </a:lnTo>
                <a:lnTo>
                  <a:pt x="939004" y="2556084"/>
                </a:lnTo>
                <a:lnTo>
                  <a:pt x="939076" y="2555001"/>
                </a:lnTo>
                <a:lnTo>
                  <a:pt x="939169" y="2553942"/>
                </a:lnTo>
                <a:lnTo>
                  <a:pt x="939282" y="2552908"/>
                </a:lnTo>
                <a:lnTo>
                  <a:pt x="939415" y="2551899"/>
                </a:lnTo>
                <a:lnTo>
                  <a:pt x="939569" y="2550915"/>
                </a:lnTo>
                <a:lnTo>
                  <a:pt x="939744" y="2549955"/>
                </a:lnTo>
                <a:lnTo>
                  <a:pt x="939939" y="2549020"/>
                </a:lnTo>
                <a:lnTo>
                  <a:pt x="940155" y="2548109"/>
                </a:lnTo>
                <a:lnTo>
                  <a:pt x="940391" y="2547223"/>
                </a:lnTo>
                <a:lnTo>
                  <a:pt x="940648" y="2546362"/>
                </a:lnTo>
                <a:lnTo>
                  <a:pt x="940925" y="2545526"/>
                </a:lnTo>
                <a:lnTo>
                  <a:pt x="941223" y="2544714"/>
                </a:lnTo>
                <a:lnTo>
                  <a:pt x="941542" y="2543927"/>
                </a:lnTo>
                <a:lnTo>
                  <a:pt x="941881" y="2543164"/>
                </a:lnTo>
                <a:lnTo>
                  <a:pt x="942240" y="2542426"/>
                </a:lnTo>
                <a:lnTo>
                  <a:pt x="942620" y="2541713"/>
                </a:lnTo>
                <a:lnTo>
                  <a:pt x="943021" y="2541024"/>
                </a:lnTo>
                <a:lnTo>
                  <a:pt x="943442" y="2540360"/>
                </a:lnTo>
                <a:lnTo>
                  <a:pt x="943884" y="2539721"/>
                </a:lnTo>
                <a:lnTo>
                  <a:pt x="944346" y="2539106"/>
                </a:lnTo>
                <a:lnTo>
                  <a:pt x="944829" y="2538516"/>
                </a:lnTo>
                <a:lnTo>
                  <a:pt x="945342" y="2537937"/>
                </a:lnTo>
                <a:lnTo>
                  <a:pt x="945866" y="2537382"/>
                </a:lnTo>
                <a:lnTo>
                  <a:pt x="946401" y="2536852"/>
                </a:lnTo>
                <a:lnTo>
                  <a:pt x="946947" y="2536347"/>
                </a:lnTo>
                <a:lnTo>
                  <a:pt x="947504" y="2535866"/>
                </a:lnTo>
                <a:lnTo>
                  <a:pt x="948073" y="2535410"/>
                </a:lnTo>
                <a:lnTo>
                  <a:pt x="948653" y="2534978"/>
                </a:lnTo>
                <a:lnTo>
                  <a:pt x="949244" y="2534572"/>
                </a:lnTo>
                <a:lnTo>
                  <a:pt x="949846" y="2534189"/>
                </a:lnTo>
                <a:lnTo>
                  <a:pt x="950459" y="2533832"/>
                </a:lnTo>
                <a:lnTo>
                  <a:pt x="951083" y="2533499"/>
                </a:lnTo>
                <a:lnTo>
                  <a:pt x="951719" y="2533191"/>
                </a:lnTo>
                <a:lnTo>
                  <a:pt x="952365" y="2532907"/>
                </a:lnTo>
                <a:lnTo>
                  <a:pt x="953023" y="2532649"/>
                </a:lnTo>
                <a:lnTo>
                  <a:pt x="953692" y="2532414"/>
                </a:lnTo>
                <a:lnTo>
                  <a:pt x="954372" y="2532205"/>
                </a:lnTo>
                <a:lnTo>
                  <a:pt x="955063" y="2532020"/>
                </a:lnTo>
                <a:lnTo>
                  <a:pt x="955766" y="2531860"/>
                </a:lnTo>
                <a:lnTo>
                  <a:pt x="956479" y="2531724"/>
                </a:lnTo>
                <a:lnTo>
                  <a:pt x="957204" y="2531613"/>
                </a:lnTo>
                <a:lnTo>
                  <a:pt x="957940" y="2531527"/>
                </a:lnTo>
                <a:lnTo>
                  <a:pt x="958687" y="2531465"/>
                </a:lnTo>
                <a:lnTo>
                  <a:pt x="959445" y="2531428"/>
                </a:lnTo>
                <a:lnTo>
                  <a:pt x="960214" y="2531416"/>
                </a:lnTo>
                <a:lnTo>
                  <a:pt x="960983" y="2531428"/>
                </a:lnTo>
                <a:lnTo>
                  <a:pt x="961740" y="2531464"/>
                </a:lnTo>
                <a:lnTo>
                  <a:pt x="962486" y="2531524"/>
                </a:lnTo>
                <a:lnTo>
                  <a:pt x="963220" y="2531608"/>
                </a:lnTo>
                <a:lnTo>
                  <a:pt x="963942" y="2531717"/>
                </a:lnTo>
                <a:lnTo>
                  <a:pt x="964652" y="2531849"/>
                </a:lnTo>
                <a:lnTo>
                  <a:pt x="965351" y="2532005"/>
                </a:lnTo>
                <a:lnTo>
                  <a:pt x="966038" y="2532186"/>
                </a:lnTo>
                <a:lnTo>
                  <a:pt x="966713" y="2532391"/>
                </a:lnTo>
                <a:lnTo>
                  <a:pt x="967376" y="2532619"/>
                </a:lnTo>
                <a:lnTo>
                  <a:pt x="968028" y="2532872"/>
                </a:lnTo>
                <a:lnTo>
                  <a:pt x="968668" y="2533149"/>
                </a:lnTo>
                <a:lnTo>
                  <a:pt x="969296" y="2533450"/>
                </a:lnTo>
                <a:lnTo>
                  <a:pt x="969912" y="2533775"/>
                </a:lnTo>
                <a:lnTo>
                  <a:pt x="970517" y="2534124"/>
                </a:lnTo>
                <a:lnTo>
                  <a:pt x="971110" y="2534497"/>
                </a:lnTo>
                <a:lnTo>
                  <a:pt x="971691" y="2534894"/>
                </a:lnTo>
                <a:lnTo>
                  <a:pt x="972260" y="2535315"/>
                </a:lnTo>
                <a:lnTo>
                  <a:pt x="972818" y="2535760"/>
                </a:lnTo>
                <a:lnTo>
                  <a:pt x="973364" y="2536230"/>
                </a:lnTo>
                <a:lnTo>
                  <a:pt x="973898" y="2536723"/>
                </a:lnTo>
                <a:lnTo>
                  <a:pt x="974421" y="2537240"/>
                </a:lnTo>
                <a:lnTo>
                  <a:pt x="974931" y="2537782"/>
                </a:lnTo>
                <a:lnTo>
                  <a:pt x="975430" y="2538347"/>
                </a:lnTo>
                <a:lnTo>
                  <a:pt x="975927" y="2538938"/>
                </a:lnTo>
                <a:lnTo>
                  <a:pt x="976402" y="2539553"/>
                </a:lnTo>
                <a:lnTo>
                  <a:pt x="976857" y="2540194"/>
                </a:lnTo>
                <a:lnTo>
                  <a:pt x="977290" y="2540860"/>
                </a:lnTo>
                <a:lnTo>
                  <a:pt x="977702" y="2541551"/>
                </a:lnTo>
                <a:lnTo>
                  <a:pt x="978093" y="2542268"/>
                </a:lnTo>
                <a:lnTo>
                  <a:pt x="978463" y="2543009"/>
                </a:lnTo>
                <a:lnTo>
                  <a:pt x="978812" y="2543776"/>
                </a:lnTo>
                <a:lnTo>
                  <a:pt x="979139" y="2544569"/>
                </a:lnTo>
                <a:lnTo>
                  <a:pt x="979446" y="2545386"/>
                </a:lnTo>
                <a:lnTo>
                  <a:pt x="979731" y="2546229"/>
                </a:lnTo>
                <a:lnTo>
                  <a:pt x="979995" y="2547097"/>
                </a:lnTo>
                <a:lnTo>
                  <a:pt x="980238" y="2547990"/>
                </a:lnTo>
                <a:lnTo>
                  <a:pt x="980460" y="2548908"/>
                </a:lnTo>
                <a:lnTo>
                  <a:pt x="980661" y="2549852"/>
                </a:lnTo>
                <a:lnTo>
                  <a:pt x="980840" y="2550821"/>
                </a:lnTo>
                <a:lnTo>
                  <a:pt x="980999" y="2551815"/>
                </a:lnTo>
                <a:lnTo>
                  <a:pt x="981136" y="2552834"/>
                </a:lnTo>
                <a:lnTo>
                  <a:pt x="981252" y="2553879"/>
                </a:lnTo>
                <a:lnTo>
                  <a:pt x="981348" y="2554949"/>
                </a:lnTo>
                <a:lnTo>
                  <a:pt x="981422" y="2556044"/>
                </a:lnTo>
                <a:lnTo>
                  <a:pt x="981474" y="2557164"/>
                </a:lnTo>
                <a:lnTo>
                  <a:pt x="981506" y="2558310"/>
                </a:lnTo>
                <a:lnTo>
                  <a:pt x="981517" y="2559481"/>
                </a:lnTo>
                <a:lnTo>
                  <a:pt x="981517" y="2568949"/>
                </a:lnTo>
                <a:lnTo>
                  <a:pt x="981506" y="2570133"/>
                </a:lnTo>
                <a:lnTo>
                  <a:pt x="981474" y="2571292"/>
                </a:lnTo>
                <a:lnTo>
                  <a:pt x="981422" y="2572425"/>
                </a:lnTo>
                <a:lnTo>
                  <a:pt x="981348" y="2573532"/>
                </a:lnTo>
                <a:lnTo>
                  <a:pt x="981252" y="2574614"/>
                </a:lnTo>
                <a:lnTo>
                  <a:pt x="981136" y="2575669"/>
                </a:lnTo>
                <a:lnTo>
                  <a:pt x="980999" y="2576699"/>
                </a:lnTo>
                <a:lnTo>
                  <a:pt x="980840" y="2577702"/>
                </a:lnTo>
                <a:lnTo>
                  <a:pt x="980661" y="2578681"/>
                </a:lnTo>
                <a:lnTo>
                  <a:pt x="980460" y="2579633"/>
                </a:lnTo>
                <a:lnTo>
                  <a:pt x="980238" y="2580559"/>
                </a:lnTo>
                <a:lnTo>
                  <a:pt x="979995" y="2581460"/>
                </a:lnTo>
                <a:lnTo>
                  <a:pt x="979731" y="2582334"/>
                </a:lnTo>
                <a:lnTo>
                  <a:pt x="979446" y="2583183"/>
                </a:lnTo>
                <a:lnTo>
                  <a:pt x="979139" y="2584006"/>
                </a:lnTo>
                <a:lnTo>
                  <a:pt x="978812" y="2584803"/>
                </a:lnTo>
                <a:lnTo>
                  <a:pt x="978463" y="2585575"/>
                </a:lnTo>
                <a:lnTo>
                  <a:pt x="978093" y="2586320"/>
                </a:lnTo>
                <a:lnTo>
                  <a:pt x="977702" y="2587040"/>
                </a:lnTo>
                <a:lnTo>
                  <a:pt x="977290" y="2587734"/>
                </a:lnTo>
                <a:lnTo>
                  <a:pt x="976857" y="2588402"/>
                </a:lnTo>
                <a:lnTo>
                  <a:pt x="976402" y="2589044"/>
                </a:lnTo>
                <a:lnTo>
                  <a:pt x="975927" y="2589661"/>
                </a:lnTo>
                <a:lnTo>
                  <a:pt x="975430" y="2590251"/>
                </a:lnTo>
                <a:lnTo>
                  <a:pt x="974931" y="2590803"/>
                </a:lnTo>
                <a:lnTo>
                  <a:pt x="974421" y="2591331"/>
                </a:lnTo>
                <a:lnTo>
                  <a:pt x="973898" y="2591836"/>
                </a:lnTo>
                <a:lnTo>
                  <a:pt x="973364" y="2592317"/>
                </a:lnTo>
                <a:lnTo>
                  <a:pt x="972818" y="2592775"/>
                </a:lnTo>
                <a:lnTo>
                  <a:pt x="972260" y="2593210"/>
                </a:lnTo>
                <a:lnTo>
                  <a:pt x="971691" y="2593621"/>
                </a:lnTo>
                <a:lnTo>
                  <a:pt x="971110" y="2594008"/>
                </a:lnTo>
                <a:lnTo>
                  <a:pt x="970517" y="2594372"/>
                </a:lnTo>
                <a:lnTo>
                  <a:pt x="969912" y="2594713"/>
                </a:lnTo>
                <a:lnTo>
                  <a:pt x="969296" y="2595030"/>
                </a:lnTo>
                <a:lnTo>
                  <a:pt x="968668" y="2595323"/>
                </a:lnTo>
                <a:lnTo>
                  <a:pt x="968028" y="2595593"/>
                </a:lnTo>
                <a:lnTo>
                  <a:pt x="967376" y="2595840"/>
                </a:lnTo>
                <a:lnTo>
                  <a:pt x="966713" y="2596063"/>
                </a:lnTo>
                <a:lnTo>
                  <a:pt x="966038" y="2596262"/>
                </a:lnTo>
                <a:lnTo>
                  <a:pt x="965351" y="2596438"/>
                </a:lnTo>
                <a:lnTo>
                  <a:pt x="964652" y="2596591"/>
                </a:lnTo>
                <a:lnTo>
                  <a:pt x="963942" y="2596720"/>
                </a:lnTo>
                <a:lnTo>
                  <a:pt x="963220" y="2596826"/>
                </a:lnTo>
                <a:lnTo>
                  <a:pt x="962486" y="2596908"/>
                </a:lnTo>
                <a:lnTo>
                  <a:pt x="961740" y="2596967"/>
                </a:lnTo>
                <a:lnTo>
                  <a:pt x="960983" y="2597002"/>
                </a:lnTo>
                <a:lnTo>
                  <a:pt x="960214" y="2597014"/>
                </a:lnTo>
                <a:lnTo>
                  <a:pt x="959445" y="2597002"/>
                </a:lnTo>
                <a:lnTo>
                  <a:pt x="958687" y="2596966"/>
                </a:lnTo>
                <a:lnTo>
                  <a:pt x="957940" y="2596905"/>
                </a:lnTo>
                <a:lnTo>
                  <a:pt x="957204" y="2596821"/>
                </a:lnTo>
                <a:lnTo>
                  <a:pt x="956479" y="2596713"/>
                </a:lnTo>
                <a:lnTo>
                  <a:pt x="955766" y="2596580"/>
                </a:lnTo>
                <a:lnTo>
                  <a:pt x="955063" y="2596424"/>
                </a:lnTo>
                <a:lnTo>
                  <a:pt x="954372" y="2596243"/>
                </a:lnTo>
                <a:close/>
                <a:moveTo>
                  <a:pt x="1287105" y="2609036"/>
                </a:moveTo>
                <a:lnTo>
                  <a:pt x="1287626" y="2608996"/>
                </a:lnTo>
                <a:lnTo>
                  <a:pt x="1288147" y="2608952"/>
                </a:lnTo>
                <a:lnTo>
                  <a:pt x="1288669" y="2608903"/>
                </a:lnTo>
                <a:lnTo>
                  <a:pt x="1289190" y="2608848"/>
                </a:lnTo>
                <a:lnTo>
                  <a:pt x="1289711" y="2608790"/>
                </a:lnTo>
                <a:lnTo>
                  <a:pt x="1290232" y="2608726"/>
                </a:lnTo>
                <a:lnTo>
                  <a:pt x="1290754" y="2608658"/>
                </a:lnTo>
                <a:lnTo>
                  <a:pt x="1291275" y="2608585"/>
                </a:lnTo>
                <a:lnTo>
                  <a:pt x="1291796" y="2608508"/>
                </a:lnTo>
                <a:lnTo>
                  <a:pt x="1292317" y="2608426"/>
                </a:lnTo>
                <a:lnTo>
                  <a:pt x="1292839" y="2608339"/>
                </a:lnTo>
                <a:lnTo>
                  <a:pt x="1293360" y="2608247"/>
                </a:lnTo>
                <a:lnTo>
                  <a:pt x="1293881" y="2608151"/>
                </a:lnTo>
                <a:lnTo>
                  <a:pt x="1294403" y="2608050"/>
                </a:lnTo>
                <a:lnTo>
                  <a:pt x="1294924" y="2607944"/>
                </a:lnTo>
                <a:lnTo>
                  <a:pt x="1295445" y="2607834"/>
                </a:lnTo>
                <a:lnTo>
                  <a:pt x="1295963" y="2607733"/>
                </a:lnTo>
                <a:lnTo>
                  <a:pt x="1296472" y="2607629"/>
                </a:lnTo>
                <a:lnTo>
                  <a:pt x="1296975" y="2607520"/>
                </a:lnTo>
                <a:lnTo>
                  <a:pt x="1297469" y="2607407"/>
                </a:lnTo>
                <a:lnTo>
                  <a:pt x="1297956" y="2607290"/>
                </a:lnTo>
                <a:lnTo>
                  <a:pt x="1298436" y="2607168"/>
                </a:lnTo>
                <a:lnTo>
                  <a:pt x="1298907" y="2607043"/>
                </a:lnTo>
                <a:lnTo>
                  <a:pt x="1299371" y="2606914"/>
                </a:lnTo>
                <a:lnTo>
                  <a:pt x="1299828" y="2606780"/>
                </a:lnTo>
                <a:lnTo>
                  <a:pt x="1300277" y="2606642"/>
                </a:lnTo>
                <a:lnTo>
                  <a:pt x="1300718" y="2606501"/>
                </a:lnTo>
                <a:lnTo>
                  <a:pt x="1301151" y="2606355"/>
                </a:lnTo>
                <a:lnTo>
                  <a:pt x="1301577" y="2606205"/>
                </a:lnTo>
                <a:lnTo>
                  <a:pt x="1301995" y="2606051"/>
                </a:lnTo>
                <a:lnTo>
                  <a:pt x="1302406" y="2605893"/>
                </a:lnTo>
                <a:lnTo>
                  <a:pt x="1302809" y="2605730"/>
                </a:lnTo>
                <a:lnTo>
                  <a:pt x="1303205" y="2605564"/>
                </a:lnTo>
                <a:lnTo>
                  <a:pt x="1303592" y="2605393"/>
                </a:lnTo>
                <a:lnTo>
                  <a:pt x="1303972" y="2605219"/>
                </a:lnTo>
                <a:lnTo>
                  <a:pt x="1304345" y="2605040"/>
                </a:lnTo>
                <a:lnTo>
                  <a:pt x="1304710" y="2604857"/>
                </a:lnTo>
                <a:lnTo>
                  <a:pt x="1305067" y="2604670"/>
                </a:lnTo>
                <a:lnTo>
                  <a:pt x="1305417" y="2604479"/>
                </a:lnTo>
                <a:lnTo>
                  <a:pt x="1305759" y="2604284"/>
                </a:lnTo>
                <a:lnTo>
                  <a:pt x="1305759" y="2591265"/>
                </a:lnTo>
                <a:lnTo>
                  <a:pt x="1305461" y="2591406"/>
                </a:lnTo>
                <a:lnTo>
                  <a:pt x="1305159" y="2591546"/>
                </a:lnTo>
                <a:lnTo>
                  <a:pt x="1304852" y="2591685"/>
                </a:lnTo>
                <a:lnTo>
                  <a:pt x="1304542" y="2591824"/>
                </a:lnTo>
                <a:lnTo>
                  <a:pt x="1304228" y="2591963"/>
                </a:lnTo>
                <a:lnTo>
                  <a:pt x="1303909" y="2592100"/>
                </a:lnTo>
                <a:lnTo>
                  <a:pt x="1303587" y="2592237"/>
                </a:lnTo>
                <a:lnTo>
                  <a:pt x="1303260" y="2592374"/>
                </a:lnTo>
                <a:lnTo>
                  <a:pt x="1302929" y="2592510"/>
                </a:lnTo>
                <a:lnTo>
                  <a:pt x="1302594" y="2592645"/>
                </a:lnTo>
                <a:lnTo>
                  <a:pt x="1302255" y="2592780"/>
                </a:lnTo>
                <a:lnTo>
                  <a:pt x="1301912" y="2592914"/>
                </a:lnTo>
                <a:lnTo>
                  <a:pt x="1301565" y="2593047"/>
                </a:lnTo>
                <a:lnTo>
                  <a:pt x="1301214" y="2593180"/>
                </a:lnTo>
                <a:lnTo>
                  <a:pt x="1300858" y="2593313"/>
                </a:lnTo>
                <a:lnTo>
                  <a:pt x="1300499" y="2593445"/>
                </a:lnTo>
                <a:lnTo>
                  <a:pt x="1300135" y="2593576"/>
                </a:lnTo>
                <a:lnTo>
                  <a:pt x="1299767" y="2593706"/>
                </a:lnTo>
                <a:lnTo>
                  <a:pt x="1299395" y="2593836"/>
                </a:lnTo>
                <a:lnTo>
                  <a:pt x="1299019" y="2593966"/>
                </a:lnTo>
                <a:lnTo>
                  <a:pt x="1298639" y="2594095"/>
                </a:lnTo>
                <a:lnTo>
                  <a:pt x="1298255" y="2594223"/>
                </a:lnTo>
                <a:lnTo>
                  <a:pt x="1297867" y="2594351"/>
                </a:lnTo>
                <a:lnTo>
                  <a:pt x="1297474" y="2594478"/>
                </a:lnTo>
                <a:lnTo>
                  <a:pt x="1297092" y="2594588"/>
                </a:lnTo>
                <a:lnTo>
                  <a:pt x="1296708" y="2594694"/>
                </a:lnTo>
                <a:lnTo>
                  <a:pt x="1296320" y="2594795"/>
                </a:lnTo>
                <a:lnTo>
                  <a:pt x="1295929" y="2594891"/>
                </a:lnTo>
                <a:lnTo>
                  <a:pt x="1295536" y="2594983"/>
                </a:lnTo>
                <a:lnTo>
                  <a:pt x="1295139" y="2595069"/>
                </a:lnTo>
                <a:lnTo>
                  <a:pt x="1294739" y="2595152"/>
                </a:lnTo>
                <a:lnTo>
                  <a:pt x="1294337" y="2595229"/>
                </a:lnTo>
                <a:lnTo>
                  <a:pt x="1293932" y="2595302"/>
                </a:lnTo>
                <a:lnTo>
                  <a:pt x="1293523" y="2595370"/>
                </a:lnTo>
                <a:lnTo>
                  <a:pt x="1293112" y="2595433"/>
                </a:lnTo>
                <a:lnTo>
                  <a:pt x="1292698" y="2595492"/>
                </a:lnTo>
                <a:lnTo>
                  <a:pt x="1292281" y="2595546"/>
                </a:lnTo>
                <a:lnTo>
                  <a:pt x="1291861" y="2595595"/>
                </a:lnTo>
                <a:lnTo>
                  <a:pt x="1291438" y="2595640"/>
                </a:lnTo>
                <a:lnTo>
                  <a:pt x="1291012" y="2595680"/>
                </a:lnTo>
                <a:lnTo>
                  <a:pt x="1290583" y="2595715"/>
                </a:lnTo>
                <a:lnTo>
                  <a:pt x="1290151" y="2595746"/>
                </a:lnTo>
                <a:lnTo>
                  <a:pt x="1289717" y="2595772"/>
                </a:lnTo>
                <a:lnTo>
                  <a:pt x="1289279" y="2595793"/>
                </a:lnTo>
                <a:lnTo>
                  <a:pt x="1288839" y="2595809"/>
                </a:lnTo>
                <a:lnTo>
                  <a:pt x="1288395" y="2595821"/>
                </a:lnTo>
                <a:lnTo>
                  <a:pt x="1287949" y="2595828"/>
                </a:lnTo>
                <a:lnTo>
                  <a:pt x="1287499" y="2595830"/>
                </a:lnTo>
                <a:lnTo>
                  <a:pt x="1286926" y="2595827"/>
                </a:lnTo>
                <a:lnTo>
                  <a:pt x="1286360" y="2595818"/>
                </a:lnTo>
                <a:lnTo>
                  <a:pt x="1285803" y="2595804"/>
                </a:lnTo>
                <a:lnTo>
                  <a:pt x="1285254" y="2595783"/>
                </a:lnTo>
                <a:lnTo>
                  <a:pt x="1284714" y="2595757"/>
                </a:lnTo>
                <a:lnTo>
                  <a:pt x="1284181" y="2595725"/>
                </a:lnTo>
                <a:lnTo>
                  <a:pt x="1283657" y="2595686"/>
                </a:lnTo>
                <a:lnTo>
                  <a:pt x="1283141" y="2595642"/>
                </a:lnTo>
                <a:lnTo>
                  <a:pt x="1282633" y="2595592"/>
                </a:lnTo>
                <a:lnTo>
                  <a:pt x="1282134" y="2595537"/>
                </a:lnTo>
                <a:lnTo>
                  <a:pt x="1281642" y="2595475"/>
                </a:lnTo>
                <a:lnTo>
                  <a:pt x="1281159" y="2595408"/>
                </a:lnTo>
                <a:lnTo>
                  <a:pt x="1280684" y="2595334"/>
                </a:lnTo>
                <a:lnTo>
                  <a:pt x="1280218" y="2595255"/>
                </a:lnTo>
                <a:lnTo>
                  <a:pt x="1279759" y="2595170"/>
                </a:lnTo>
                <a:lnTo>
                  <a:pt x="1279309" y="2595079"/>
                </a:lnTo>
                <a:lnTo>
                  <a:pt x="1278867" y="2594982"/>
                </a:lnTo>
                <a:lnTo>
                  <a:pt x="1278433" y="2594879"/>
                </a:lnTo>
                <a:lnTo>
                  <a:pt x="1278007" y="2594771"/>
                </a:lnTo>
                <a:lnTo>
                  <a:pt x="1277590" y="2594656"/>
                </a:lnTo>
                <a:lnTo>
                  <a:pt x="1277181" y="2594536"/>
                </a:lnTo>
                <a:lnTo>
                  <a:pt x="1276780" y="2594410"/>
                </a:lnTo>
                <a:lnTo>
                  <a:pt x="1276387" y="2594277"/>
                </a:lnTo>
                <a:lnTo>
                  <a:pt x="1276003" y="2594140"/>
                </a:lnTo>
                <a:lnTo>
                  <a:pt x="1275626" y="2593995"/>
                </a:lnTo>
                <a:lnTo>
                  <a:pt x="1275257" y="2593844"/>
                </a:lnTo>
                <a:lnTo>
                  <a:pt x="1274896" y="2593685"/>
                </a:lnTo>
                <a:lnTo>
                  <a:pt x="1274542" y="2593520"/>
                </a:lnTo>
                <a:lnTo>
                  <a:pt x="1274196" y="2593347"/>
                </a:lnTo>
                <a:lnTo>
                  <a:pt x="1273857" y="2593167"/>
                </a:lnTo>
                <a:lnTo>
                  <a:pt x="1273527" y="2592981"/>
                </a:lnTo>
                <a:lnTo>
                  <a:pt x="1273204" y="2592787"/>
                </a:lnTo>
                <a:lnTo>
                  <a:pt x="1272888" y="2592586"/>
                </a:lnTo>
                <a:lnTo>
                  <a:pt x="1272580" y="2592378"/>
                </a:lnTo>
                <a:lnTo>
                  <a:pt x="1272280" y="2592163"/>
                </a:lnTo>
                <a:lnTo>
                  <a:pt x="1271987" y="2591942"/>
                </a:lnTo>
                <a:lnTo>
                  <a:pt x="1271702" y="2591713"/>
                </a:lnTo>
                <a:lnTo>
                  <a:pt x="1271425" y="2591477"/>
                </a:lnTo>
                <a:lnTo>
                  <a:pt x="1271155" y="2591234"/>
                </a:lnTo>
                <a:lnTo>
                  <a:pt x="1270893" y="2590984"/>
                </a:lnTo>
                <a:lnTo>
                  <a:pt x="1270639" y="2590726"/>
                </a:lnTo>
                <a:lnTo>
                  <a:pt x="1270392" y="2590462"/>
                </a:lnTo>
                <a:lnTo>
                  <a:pt x="1270152" y="2590191"/>
                </a:lnTo>
                <a:lnTo>
                  <a:pt x="1269921" y="2589913"/>
                </a:lnTo>
                <a:lnTo>
                  <a:pt x="1269697" y="2589628"/>
                </a:lnTo>
                <a:lnTo>
                  <a:pt x="1269481" y="2589335"/>
                </a:lnTo>
                <a:lnTo>
                  <a:pt x="1269272" y="2589036"/>
                </a:lnTo>
                <a:lnTo>
                  <a:pt x="1269071" y="2588729"/>
                </a:lnTo>
                <a:lnTo>
                  <a:pt x="1268878" y="2588416"/>
                </a:lnTo>
                <a:lnTo>
                  <a:pt x="1268693" y="2588095"/>
                </a:lnTo>
                <a:lnTo>
                  <a:pt x="1268516" y="2587768"/>
                </a:lnTo>
                <a:lnTo>
                  <a:pt x="1268348" y="2587433"/>
                </a:lnTo>
                <a:lnTo>
                  <a:pt x="1268187" y="2587092"/>
                </a:lnTo>
                <a:lnTo>
                  <a:pt x="1268035" y="2586743"/>
                </a:lnTo>
                <a:lnTo>
                  <a:pt x="1267891" y="2586387"/>
                </a:lnTo>
                <a:lnTo>
                  <a:pt x="1267756" y="2586024"/>
                </a:lnTo>
                <a:lnTo>
                  <a:pt x="1267628" y="2585655"/>
                </a:lnTo>
                <a:lnTo>
                  <a:pt x="1267509" y="2585278"/>
                </a:lnTo>
                <a:lnTo>
                  <a:pt x="1267398" y="2584894"/>
                </a:lnTo>
                <a:lnTo>
                  <a:pt x="1267296" y="2584503"/>
                </a:lnTo>
                <a:lnTo>
                  <a:pt x="1267201" y="2584105"/>
                </a:lnTo>
                <a:lnTo>
                  <a:pt x="1267115" y="2583700"/>
                </a:lnTo>
                <a:lnTo>
                  <a:pt x="1267037" y="2583288"/>
                </a:lnTo>
                <a:lnTo>
                  <a:pt x="1266967" y="2582868"/>
                </a:lnTo>
                <a:lnTo>
                  <a:pt x="1266905" y="2582442"/>
                </a:lnTo>
                <a:lnTo>
                  <a:pt x="1266852" y="2582009"/>
                </a:lnTo>
                <a:lnTo>
                  <a:pt x="1266807" y="2581569"/>
                </a:lnTo>
                <a:lnTo>
                  <a:pt x="1266770" y="2581121"/>
                </a:lnTo>
                <a:lnTo>
                  <a:pt x="1266741" y="2580667"/>
                </a:lnTo>
                <a:lnTo>
                  <a:pt x="1266720" y="2580206"/>
                </a:lnTo>
                <a:lnTo>
                  <a:pt x="1266708" y="2579737"/>
                </a:lnTo>
                <a:lnTo>
                  <a:pt x="1266704" y="2579262"/>
                </a:lnTo>
                <a:lnTo>
                  <a:pt x="1266704" y="2534290"/>
                </a:lnTo>
                <a:lnTo>
                  <a:pt x="1305759" y="2534290"/>
                </a:lnTo>
                <a:lnTo>
                  <a:pt x="1305759" y="2521102"/>
                </a:lnTo>
                <a:lnTo>
                  <a:pt x="1266704" y="2521102"/>
                </a:lnTo>
                <a:lnTo>
                  <a:pt x="1266704" y="2493545"/>
                </a:lnTo>
                <a:lnTo>
                  <a:pt x="1256222" y="2493545"/>
                </a:lnTo>
                <a:lnTo>
                  <a:pt x="1250304" y="2521102"/>
                </a:lnTo>
                <a:lnTo>
                  <a:pt x="1224775" y="2521102"/>
                </a:lnTo>
                <a:lnTo>
                  <a:pt x="1224775" y="2534290"/>
                </a:lnTo>
                <a:lnTo>
                  <a:pt x="1249797" y="2534290"/>
                </a:lnTo>
                <a:lnTo>
                  <a:pt x="1249797" y="2580614"/>
                </a:lnTo>
                <a:lnTo>
                  <a:pt x="1249813" y="2581868"/>
                </a:lnTo>
                <a:lnTo>
                  <a:pt x="1249860" y="2583092"/>
                </a:lnTo>
                <a:lnTo>
                  <a:pt x="1249937" y="2584286"/>
                </a:lnTo>
                <a:lnTo>
                  <a:pt x="1250046" y="2585451"/>
                </a:lnTo>
                <a:lnTo>
                  <a:pt x="1250186" y="2586587"/>
                </a:lnTo>
                <a:lnTo>
                  <a:pt x="1250357" y="2587694"/>
                </a:lnTo>
                <a:lnTo>
                  <a:pt x="1250560" y="2588771"/>
                </a:lnTo>
                <a:lnTo>
                  <a:pt x="1250793" y="2589819"/>
                </a:lnTo>
                <a:lnTo>
                  <a:pt x="1251057" y="2590837"/>
                </a:lnTo>
                <a:lnTo>
                  <a:pt x="1251353" y="2591827"/>
                </a:lnTo>
                <a:lnTo>
                  <a:pt x="1251680" y="2592786"/>
                </a:lnTo>
                <a:lnTo>
                  <a:pt x="1252037" y="2593717"/>
                </a:lnTo>
                <a:lnTo>
                  <a:pt x="1252426" y="2594618"/>
                </a:lnTo>
                <a:lnTo>
                  <a:pt x="1252846" y="2595490"/>
                </a:lnTo>
                <a:lnTo>
                  <a:pt x="1253298" y="2596332"/>
                </a:lnTo>
                <a:lnTo>
                  <a:pt x="1253780" y="2597145"/>
                </a:lnTo>
                <a:lnTo>
                  <a:pt x="1254293" y="2597929"/>
                </a:lnTo>
                <a:lnTo>
                  <a:pt x="1254838" y="2598683"/>
                </a:lnTo>
                <a:lnTo>
                  <a:pt x="1255413" y="2599408"/>
                </a:lnTo>
                <a:lnTo>
                  <a:pt x="1256020" y="2600104"/>
                </a:lnTo>
                <a:lnTo>
                  <a:pt x="1256658" y="2600770"/>
                </a:lnTo>
                <a:lnTo>
                  <a:pt x="1257327" y="2601407"/>
                </a:lnTo>
                <a:lnTo>
                  <a:pt x="1258027" y="2602015"/>
                </a:lnTo>
                <a:lnTo>
                  <a:pt x="1258758" y="2602593"/>
                </a:lnTo>
                <a:lnTo>
                  <a:pt x="1259515" y="2603131"/>
                </a:lnTo>
                <a:lnTo>
                  <a:pt x="1260295" y="2603646"/>
                </a:lnTo>
                <a:lnTo>
                  <a:pt x="1261096" y="2604138"/>
                </a:lnTo>
                <a:lnTo>
                  <a:pt x="1261918" y="2604608"/>
                </a:lnTo>
                <a:lnTo>
                  <a:pt x="1262763" y="2605054"/>
                </a:lnTo>
                <a:lnTo>
                  <a:pt x="1263629" y="2605478"/>
                </a:lnTo>
                <a:lnTo>
                  <a:pt x="1264517" y="2605878"/>
                </a:lnTo>
                <a:lnTo>
                  <a:pt x="1265426" y="2606256"/>
                </a:lnTo>
                <a:lnTo>
                  <a:pt x="1266358" y="2606611"/>
                </a:lnTo>
                <a:lnTo>
                  <a:pt x="1267311" y="2606943"/>
                </a:lnTo>
                <a:lnTo>
                  <a:pt x="1268286" y="2607252"/>
                </a:lnTo>
                <a:lnTo>
                  <a:pt x="1269282" y="2607538"/>
                </a:lnTo>
                <a:lnTo>
                  <a:pt x="1270300" y="2607801"/>
                </a:lnTo>
                <a:lnTo>
                  <a:pt x="1271340" y="2608042"/>
                </a:lnTo>
                <a:lnTo>
                  <a:pt x="1272402" y="2608259"/>
                </a:lnTo>
                <a:lnTo>
                  <a:pt x="1273485" y="2608454"/>
                </a:lnTo>
                <a:lnTo>
                  <a:pt x="1274591" y="2608626"/>
                </a:lnTo>
                <a:lnTo>
                  <a:pt x="1275717" y="2608775"/>
                </a:lnTo>
                <a:lnTo>
                  <a:pt x="1276866" y="2608900"/>
                </a:lnTo>
                <a:lnTo>
                  <a:pt x="1278036" y="2609003"/>
                </a:lnTo>
                <a:lnTo>
                  <a:pt x="1279228" y="2609084"/>
                </a:lnTo>
                <a:lnTo>
                  <a:pt x="1280442" y="2609141"/>
                </a:lnTo>
                <a:lnTo>
                  <a:pt x="1281677" y="2609175"/>
                </a:lnTo>
                <a:lnTo>
                  <a:pt x="1282935" y="2609187"/>
                </a:lnTo>
                <a:lnTo>
                  <a:pt x="1283456" y="2609184"/>
                </a:lnTo>
                <a:lnTo>
                  <a:pt x="1283977" y="2609177"/>
                </a:lnTo>
                <a:lnTo>
                  <a:pt x="1284498" y="2609165"/>
                </a:lnTo>
                <a:lnTo>
                  <a:pt x="1285020" y="2609149"/>
                </a:lnTo>
                <a:lnTo>
                  <a:pt x="1285541" y="2609128"/>
                </a:lnTo>
                <a:lnTo>
                  <a:pt x="1286062" y="2609102"/>
                </a:lnTo>
                <a:lnTo>
                  <a:pt x="1286583" y="2609072"/>
                </a:lnTo>
                <a:lnTo>
                  <a:pt x="1287105" y="2609036"/>
                </a:lnTo>
                <a:close/>
                <a:moveTo>
                  <a:pt x="1333927" y="2534290"/>
                </a:moveTo>
                <a:lnTo>
                  <a:pt x="1364866" y="2534290"/>
                </a:lnTo>
                <a:lnTo>
                  <a:pt x="1364866" y="2594478"/>
                </a:lnTo>
                <a:lnTo>
                  <a:pt x="1333927" y="2594478"/>
                </a:lnTo>
                <a:lnTo>
                  <a:pt x="1333927" y="2607496"/>
                </a:lnTo>
                <a:lnTo>
                  <a:pt x="1364866" y="2607496"/>
                </a:lnTo>
                <a:lnTo>
                  <a:pt x="1381773" y="2607496"/>
                </a:lnTo>
                <a:lnTo>
                  <a:pt x="1411021" y="2607496"/>
                </a:lnTo>
                <a:lnTo>
                  <a:pt x="1411021" y="2594478"/>
                </a:lnTo>
                <a:lnTo>
                  <a:pt x="1381773" y="2594478"/>
                </a:lnTo>
                <a:lnTo>
                  <a:pt x="1381773" y="2521102"/>
                </a:lnTo>
                <a:lnTo>
                  <a:pt x="1333927" y="2521102"/>
                </a:lnTo>
                <a:lnTo>
                  <a:pt x="1333927" y="2534290"/>
                </a:lnTo>
                <a:close/>
                <a:moveTo>
                  <a:pt x="1071883" y="2608736"/>
                </a:moveTo>
                <a:lnTo>
                  <a:pt x="1072760" y="2608616"/>
                </a:lnTo>
                <a:lnTo>
                  <a:pt x="1073626" y="2608482"/>
                </a:lnTo>
                <a:lnTo>
                  <a:pt x="1074481" y="2608334"/>
                </a:lnTo>
                <a:lnTo>
                  <a:pt x="1075325" y="2608172"/>
                </a:lnTo>
                <a:lnTo>
                  <a:pt x="1076158" y="2607996"/>
                </a:lnTo>
                <a:lnTo>
                  <a:pt x="1076979" y="2607806"/>
                </a:lnTo>
                <a:lnTo>
                  <a:pt x="1077790" y="2607602"/>
                </a:lnTo>
                <a:lnTo>
                  <a:pt x="1078589" y="2607383"/>
                </a:lnTo>
                <a:lnTo>
                  <a:pt x="1079377" y="2607151"/>
                </a:lnTo>
                <a:lnTo>
                  <a:pt x="1080154" y="2606904"/>
                </a:lnTo>
                <a:lnTo>
                  <a:pt x="1080920" y="2606644"/>
                </a:lnTo>
                <a:lnTo>
                  <a:pt x="1081675" y="2606369"/>
                </a:lnTo>
                <a:lnTo>
                  <a:pt x="1082418" y="2606080"/>
                </a:lnTo>
                <a:lnTo>
                  <a:pt x="1083150" y="2605777"/>
                </a:lnTo>
                <a:lnTo>
                  <a:pt x="1083872" y="2605460"/>
                </a:lnTo>
                <a:lnTo>
                  <a:pt x="1084582" y="2605129"/>
                </a:lnTo>
                <a:lnTo>
                  <a:pt x="1085293" y="2604785"/>
                </a:lnTo>
                <a:lnTo>
                  <a:pt x="1085992" y="2604429"/>
                </a:lnTo>
                <a:lnTo>
                  <a:pt x="1086676" y="2604062"/>
                </a:lnTo>
                <a:lnTo>
                  <a:pt x="1087348" y="2603683"/>
                </a:lnTo>
                <a:lnTo>
                  <a:pt x="1088006" y="2603292"/>
                </a:lnTo>
                <a:lnTo>
                  <a:pt x="1088650" y="2602889"/>
                </a:lnTo>
                <a:lnTo>
                  <a:pt x="1089281" y="2602475"/>
                </a:lnTo>
                <a:lnTo>
                  <a:pt x="1089898" y="2602048"/>
                </a:lnTo>
                <a:lnTo>
                  <a:pt x="1090502" y="2601610"/>
                </a:lnTo>
                <a:lnTo>
                  <a:pt x="1091092" y="2601161"/>
                </a:lnTo>
                <a:lnTo>
                  <a:pt x="1091669" y="2600699"/>
                </a:lnTo>
                <a:lnTo>
                  <a:pt x="1092232" y="2600226"/>
                </a:lnTo>
                <a:lnTo>
                  <a:pt x="1092782" y="2599741"/>
                </a:lnTo>
                <a:lnTo>
                  <a:pt x="1093318" y="2599245"/>
                </a:lnTo>
                <a:lnTo>
                  <a:pt x="1093841" y="2598736"/>
                </a:lnTo>
                <a:lnTo>
                  <a:pt x="1094350" y="2598216"/>
                </a:lnTo>
                <a:lnTo>
                  <a:pt x="1094846" y="2597684"/>
                </a:lnTo>
                <a:lnTo>
                  <a:pt x="1095328" y="2597141"/>
                </a:lnTo>
                <a:lnTo>
                  <a:pt x="1095797" y="2596585"/>
                </a:lnTo>
                <a:lnTo>
                  <a:pt x="1096252" y="2596018"/>
                </a:lnTo>
                <a:lnTo>
                  <a:pt x="1096694" y="2595439"/>
                </a:lnTo>
                <a:lnTo>
                  <a:pt x="1097122" y="2594849"/>
                </a:lnTo>
                <a:lnTo>
                  <a:pt x="1097537" y="2594246"/>
                </a:lnTo>
                <a:lnTo>
                  <a:pt x="1097938" y="2593632"/>
                </a:lnTo>
                <a:lnTo>
                  <a:pt x="1098338" y="2592994"/>
                </a:lnTo>
                <a:lnTo>
                  <a:pt x="1098721" y="2592346"/>
                </a:lnTo>
                <a:lnTo>
                  <a:pt x="1099087" y="2591688"/>
                </a:lnTo>
                <a:lnTo>
                  <a:pt x="1099436" y="2591021"/>
                </a:lnTo>
                <a:lnTo>
                  <a:pt x="1099768" y="2590345"/>
                </a:lnTo>
                <a:lnTo>
                  <a:pt x="1100083" y="2589659"/>
                </a:lnTo>
                <a:lnTo>
                  <a:pt x="1100381" y="2588964"/>
                </a:lnTo>
                <a:lnTo>
                  <a:pt x="1100662" y="2588260"/>
                </a:lnTo>
                <a:lnTo>
                  <a:pt x="1100926" y="2587546"/>
                </a:lnTo>
                <a:lnTo>
                  <a:pt x="1101172" y="2586823"/>
                </a:lnTo>
                <a:lnTo>
                  <a:pt x="1101402" y="2586090"/>
                </a:lnTo>
                <a:lnTo>
                  <a:pt x="1101615" y="2585348"/>
                </a:lnTo>
                <a:lnTo>
                  <a:pt x="1101811" y="2584597"/>
                </a:lnTo>
                <a:lnTo>
                  <a:pt x="1101990" y="2583836"/>
                </a:lnTo>
                <a:lnTo>
                  <a:pt x="1102151" y="2583066"/>
                </a:lnTo>
                <a:lnTo>
                  <a:pt x="1102296" y="2582286"/>
                </a:lnTo>
                <a:lnTo>
                  <a:pt x="1102424" y="2581497"/>
                </a:lnTo>
                <a:lnTo>
                  <a:pt x="1102534" y="2580699"/>
                </a:lnTo>
                <a:lnTo>
                  <a:pt x="1102628" y="2579891"/>
                </a:lnTo>
                <a:lnTo>
                  <a:pt x="1102705" y="2579074"/>
                </a:lnTo>
                <a:lnTo>
                  <a:pt x="1102764" y="2578247"/>
                </a:lnTo>
                <a:lnTo>
                  <a:pt x="1102807" y="2577411"/>
                </a:lnTo>
                <a:lnTo>
                  <a:pt x="1102832" y="2576566"/>
                </a:lnTo>
                <a:lnTo>
                  <a:pt x="1102841" y="2575711"/>
                </a:lnTo>
                <a:lnTo>
                  <a:pt x="1086949" y="2575711"/>
                </a:lnTo>
                <a:lnTo>
                  <a:pt x="1086939" y="2576617"/>
                </a:lnTo>
                <a:lnTo>
                  <a:pt x="1086909" y="2577503"/>
                </a:lnTo>
                <a:lnTo>
                  <a:pt x="1086859" y="2578369"/>
                </a:lnTo>
                <a:lnTo>
                  <a:pt x="1086789" y="2579215"/>
                </a:lnTo>
                <a:lnTo>
                  <a:pt x="1086699" y="2580041"/>
                </a:lnTo>
                <a:lnTo>
                  <a:pt x="1086589" y="2580847"/>
                </a:lnTo>
                <a:lnTo>
                  <a:pt x="1086460" y="2581633"/>
                </a:lnTo>
                <a:lnTo>
                  <a:pt x="1086310" y="2582399"/>
                </a:lnTo>
                <a:lnTo>
                  <a:pt x="1086140" y="2583145"/>
                </a:lnTo>
                <a:lnTo>
                  <a:pt x="1085951" y="2583871"/>
                </a:lnTo>
                <a:lnTo>
                  <a:pt x="1085741" y="2584577"/>
                </a:lnTo>
                <a:lnTo>
                  <a:pt x="1085511" y="2585264"/>
                </a:lnTo>
                <a:lnTo>
                  <a:pt x="1085262" y="2585930"/>
                </a:lnTo>
                <a:lnTo>
                  <a:pt x="1084993" y="2586576"/>
                </a:lnTo>
                <a:lnTo>
                  <a:pt x="1084703" y="2587203"/>
                </a:lnTo>
                <a:lnTo>
                  <a:pt x="1084394" y="2587809"/>
                </a:lnTo>
                <a:lnTo>
                  <a:pt x="1084064" y="2588396"/>
                </a:lnTo>
                <a:lnTo>
                  <a:pt x="1083715" y="2588962"/>
                </a:lnTo>
                <a:lnTo>
                  <a:pt x="1083346" y="2589509"/>
                </a:lnTo>
                <a:lnTo>
                  <a:pt x="1082957" y="2590035"/>
                </a:lnTo>
                <a:lnTo>
                  <a:pt x="1082548" y="2590542"/>
                </a:lnTo>
                <a:lnTo>
                  <a:pt x="1082118" y="2591028"/>
                </a:lnTo>
                <a:lnTo>
                  <a:pt x="1081669" y="2591495"/>
                </a:lnTo>
                <a:lnTo>
                  <a:pt x="1081200" y="2591942"/>
                </a:lnTo>
                <a:lnTo>
                  <a:pt x="1080726" y="2592369"/>
                </a:lnTo>
                <a:lnTo>
                  <a:pt x="1080234" y="2592779"/>
                </a:lnTo>
                <a:lnTo>
                  <a:pt x="1079724" y="2593170"/>
                </a:lnTo>
                <a:lnTo>
                  <a:pt x="1079195" y="2593543"/>
                </a:lnTo>
                <a:lnTo>
                  <a:pt x="1078648" y="2593898"/>
                </a:lnTo>
                <a:lnTo>
                  <a:pt x="1078083" y="2594235"/>
                </a:lnTo>
                <a:lnTo>
                  <a:pt x="1077500" y="2594553"/>
                </a:lnTo>
                <a:lnTo>
                  <a:pt x="1076898" y="2594854"/>
                </a:lnTo>
                <a:lnTo>
                  <a:pt x="1076279" y="2595136"/>
                </a:lnTo>
                <a:lnTo>
                  <a:pt x="1075641" y="2595399"/>
                </a:lnTo>
                <a:lnTo>
                  <a:pt x="1074985" y="2595645"/>
                </a:lnTo>
                <a:lnTo>
                  <a:pt x="1074311" y="2595873"/>
                </a:lnTo>
                <a:lnTo>
                  <a:pt x="1073618" y="2596082"/>
                </a:lnTo>
                <a:lnTo>
                  <a:pt x="1072908" y="2596273"/>
                </a:lnTo>
                <a:lnTo>
                  <a:pt x="1072179" y="2596446"/>
                </a:lnTo>
                <a:lnTo>
                  <a:pt x="1071432" y="2596601"/>
                </a:lnTo>
                <a:lnTo>
                  <a:pt x="1070667" y="2596737"/>
                </a:lnTo>
                <a:lnTo>
                  <a:pt x="1069883" y="2596855"/>
                </a:lnTo>
                <a:lnTo>
                  <a:pt x="1069082" y="2596955"/>
                </a:lnTo>
                <a:lnTo>
                  <a:pt x="1068262" y="2597037"/>
                </a:lnTo>
                <a:lnTo>
                  <a:pt x="1067424" y="2597101"/>
                </a:lnTo>
                <a:lnTo>
                  <a:pt x="1066568" y="2597146"/>
                </a:lnTo>
                <a:lnTo>
                  <a:pt x="1065693" y="2597174"/>
                </a:lnTo>
                <a:lnTo>
                  <a:pt x="1064801" y="2597183"/>
                </a:lnTo>
                <a:lnTo>
                  <a:pt x="1063989" y="2597171"/>
                </a:lnTo>
                <a:lnTo>
                  <a:pt x="1063190" y="2597135"/>
                </a:lnTo>
                <a:lnTo>
                  <a:pt x="1062402" y="2597075"/>
                </a:lnTo>
                <a:lnTo>
                  <a:pt x="1061626" y="2596990"/>
                </a:lnTo>
                <a:lnTo>
                  <a:pt x="1060862" y="2596882"/>
                </a:lnTo>
                <a:lnTo>
                  <a:pt x="1060109" y="2596750"/>
                </a:lnTo>
                <a:lnTo>
                  <a:pt x="1059368" y="2596593"/>
                </a:lnTo>
                <a:lnTo>
                  <a:pt x="1058639" y="2596413"/>
                </a:lnTo>
                <a:lnTo>
                  <a:pt x="1057922" y="2596208"/>
                </a:lnTo>
                <a:lnTo>
                  <a:pt x="1057216" y="2595979"/>
                </a:lnTo>
                <a:lnTo>
                  <a:pt x="1056522" y="2595727"/>
                </a:lnTo>
                <a:lnTo>
                  <a:pt x="1055840" y="2595450"/>
                </a:lnTo>
                <a:lnTo>
                  <a:pt x="1055170" y="2595149"/>
                </a:lnTo>
                <a:lnTo>
                  <a:pt x="1054511" y="2594824"/>
                </a:lnTo>
                <a:lnTo>
                  <a:pt x="1053864" y="2594475"/>
                </a:lnTo>
                <a:lnTo>
                  <a:pt x="1053229" y="2594102"/>
                </a:lnTo>
                <a:lnTo>
                  <a:pt x="1052606" y="2593705"/>
                </a:lnTo>
                <a:lnTo>
                  <a:pt x="1051994" y="2593284"/>
                </a:lnTo>
                <a:lnTo>
                  <a:pt x="1051394" y="2592838"/>
                </a:lnTo>
                <a:lnTo>
                  <a:pt x="1050806" y="2592369"/>
                </a:lnTo>
                <a:lnTo>
                  <a:pt x="1050229" y="2591876"/>
                </a:lnTo>
                <a:lnTo>
                  <a:pt x="1049665" y="2591358"/>
                </a:lnTo>
                <a:lnTo>
                  <a:pt x="1049112" y="2590817"/>
                </a:lnTo>
                <a:lnTo>
                  <a:pt x="1048570" y="2590251"/>
                </a:lnTo>
                <a:lnTo>
                  <a:pt x="1048046" y="2589662"/>
                </a:lnTo>
                <a:lnTo>
                  <a:pt x="1047544" y="2589051"/>
                </a:lnTo>
                <a:lnTo>
                  <a:pt x="1047064" y="2588418"/>
                </a:lnTo>
                <a:lnTo>
                  <a:pt x="1046607" y="2587762"/>
                </a:lnTo>
                <a:lnTo>
                  <a:pt x="1046172" y="2587084"/>
                </a:lnTo>
                <a:lnTo>
                  <a:pt x="1045759" y="2586384"/>
                </a:lnTo>
                <a:lnTo>
                  <a:pt x="1045369" y="2585661"/>
                </a:lnTo>
                <a:lnTo>
                  <a:pt x="1045001" y="2584916"/>
                </a:lnTo>
                <a:lnTo>
                  <a:pt x="1044655" y="2584149"/>
                </a:lnTo>
                <a:lnTo>
                  <a:pt x="1044332" y="2583359"/>
                </a:lnTo>
                <a:lnTo>
                  <a:pt x="1044031" y="2582547"/>
                </a:lnTo>
                <a:lnTo>
                  <a:pt x="1043752" y="2581713"/>
                </a:lnTo>
                <a:lnTo>
                  <a:pt x="1043495" y="2580857"/>
                </a:lnTo>
                <a:lnTo>
                  <a:pt x="1043261" y="2579978"/>
                </a:lnTo>
                <a:lnTo>
                  <a:pt x="1043049" y="2579077"/>
                </a:lnTo>
                <a:lnTo>
                  <a:pt x="1042860" y="2578153"/>
                </a:lnTo>
                <a:lnTo>
                  <a:pt x="1042692" y="2577208"/>
                </a:lnTo>
                <a:lnTo>
                  <a:pt x="1042547" y="2576240"/>
                </a:lnTo>
                <a:lnTo>
                  <a:pt x="1042425" y="2575249"/>
                </a:lnTo>
                <a:lnTo>
                  <a:pt x="1042324" y="2574237"/>
                </a:lnTo>
                <a:lnTo>
                  <a:pt x="1042246" y="2573202"/>
                </a:lnTo>
                <a:lnTo>
                  <a:pt x="1042190" y="2572144"/>
                </a:lnTo>
                <a:lnTo>
                  <a:pt x="1042157" y="2571065"/>
                </a:lnTo>
                <a:lnTo>
                  <a:pt x="1042146" y="2569963"/>
                </a:lnTo>
                <a:lnTo>
                  <a:pt x="1042146" y="2567089"/>
                </a:lnTo>
                <a:lnTo>
                  <a:pt x="1102841" y="2567089"/>
                </a:lnTo>
                <a:lnTo>
                  <a:pt x="1102841" y="2555592"/>
                </a:lnTo>
                <a:lnTo>
                  <a:pt x="1102833" y="2554723"/>
                </a:lnTo>
                <a:lnTo>
                  <a:pt x="1102808" y="2553862"/>
                </a:lnTo>
                <a:lnTo>
                  <a:pt x="1102767" y="2553009"/>
                </a:lnTo>
                <a:lnTo>
                  <a:pt x="1102709" y="2552164"/>
                </a:lnTo>
                <a:lnTo>
                  <a:pt x="1102635" y="2551327"/>
                </a:lnTo>
                <a:lnTo>
                  <a:pt x="1102545" y="2550499"/>
                </a:lnTo>
                <a:lnTo>
                  <a:pt x="1102438" y="2549679"/>
                </a:lnTo>
                <a:lnTo>
                  <a:pt x="1102315" y="2548867"/>
                </a:lnTo>
                <a:lnTo>
                  <a:pt x="1102175" y="2548064"/>
                </a:lnTo>
                <a:lnTo>
                  <a:pt x="1102019" y="2547268"/>
                </a:lnTo>
                <a:lnTo>
                  <a:pt x="1101846" y="2546481"/>
                </a:lnTo>
                <a:lnTo>
                  <a:pt x="1101657" y="2545702"/>
                </a:lnTo>
                <a:lnTo>
                  <a:pt x="1101452" y="2544931"/>
                </a:lnTo>
                <a:lnTo>
                  <a:pt x="1101230" y="2544169"/>
                </a:lnTo>
                <a:lnTo>
                  <a:pt x="1100992" y="2543414"/>
                </a:lnTo>
                <a:lnTo>
                  <a:pt x="1100737" y="2542668"/>
                </a:lnTo>
                <a:lnTo>
                  <a:pt x="1100466" y="2541930"/>
                </a:lnTo>
                <a:lnTo>
                  <a:pt x="1100178" y="2541200"/>
                </a:lnTo>
                <a:lnTo>
                  <a:pt x="1099874" y="2540479"/>
                </a:lnTo>
                <a:lnTo>
                  <a:pt x="1099553" y="2539766"/>
                </a:lnTo>
                <a:lnTo>
                  <a:pt x="1099216" y="2539061"/>
                </a:lnTo>
                <a:lnTo>
                  <a:pt x="1098863" y="2538364"/>
                </a:lnTo>
                <a:lnTo>
                  <a:pt x="1098493" y="2537675"/>
                </a:lnTo>
                <a:lnTo>
                  <a:pt x="1098107" y="2536995"/>
                </a:lnTo>
                <a:lnTo>
                  <a:pt x="1097720" y="2536324"/>
                </a:lnTo>
                <a:lnTo>
                  <a:pt x="1097319" y="2535666"/>
                </a:lnTo>
                <a:lnTo>
                  <a:pt x="1096905" y="2535019"/>
                </a:lnTo>
                <a:lnTo>
                  <a:pt x="1096477" y="2534384"/>
                </a:lnTo>
                <a:lnTo>
                  <a:pt x="1096036" y="2533760"/>
                </a:lnTo>
                <a:lnTo>
                  <a:pt x="1095582" y="2533149"/>
                </a:lnTo>
                <a:lnTo>
                  <a:pt x="1095113" y="2532549"/>
                </a:lnTo>
                <a:lnTo>
                  <a:pt x="1094632" y="2531960"/>
                </a:lnTo>
                <a:lnTo>
                  <a:pt x="1094137" y="2531384"/>
                </a:lnTo>
                <a:lnTo>
                  <a:pt x="1093628" y="2530819"/>
                </a:lnTo>
                <a:lnTo>
                  <a:pt x="1093106" y="2530266"/>
                </a:lnTo>
                <a:lnTo>
                  <a:pt x="1092570" y="2529725"/>
                </a:lnTo>
                <a:lnTo>
                  <a:pt x="1092021" y="2529195"/>
                </a:lnTo>
                <a:lnTo>
                  <a:pt x="1091458" y="2528678"/>
                </a:lnTo>
                <a:lnTo>
                  <a:pt x="1090882" y="2528172"/>
                </a:lnTo>
                <a:lnTo>
                  <a:pt x="1090292" y="2527677"/>
                </a:lnTo>
                <a:lnTo>
                  <a:pt x="1089689" y="2527195"/>
                </a:lnTo>
                <a:lnTo>
                  <a:pt x="1089072" y="2526724"/>
                </a:lnTo>
                <a:lnTo>
                  <a:pt x="1088442" y="2526265"/>
                </a:lnTo>
                <a:lnTo>
                  <a:pt x="1087799" y="2525818"/>
                </a:lnTo>
                <a:lnTo>
                  <a:pt x="1087141" y="2525382"/>
                </a:lnTo>
                <a:lnTo>
                  <a:pt x="1086471" y="2524958"/>
                </a:lnTo>
                <a:lnTo>
                  <a:pt x="1085786" y="2524546"/>
                </a:lnTo>
                <a:lnTo>
                  <a:pt x="1085089" y="2524146"/>
                </a:lnTo>
                <a:lnTo>
                  <a:pt x="1084393" y="2523759"/>
                </a:lnTo>
                <a:lnTo>
                  <a:pt x="1083685" y="2523390"/>
                </a:lnTo>
                <a:lnTo>
                  <a:pt x="1082965" y="2523036"/>
                </a:lnTo>
                <a:lnTo>
                  <a:pt x="1082233" y="2522699"/>
                </a:lnTo>
                <a:lnTo>
                  <a:pt x="1081490" y="2522379"/>
                </a:lnTo>
                <a:lnTo>
                  <a:pt x="1080735" y="2522075"/>
                </a:lnTo>
                <a:lnTo>
                  <a:pt x="1079969" y="2521787"/>
                </a:lnTo>
                <a:lnTo>
                  <a:pt x="1079190" y="2521516"/>
                </a:lnTo>
                <a:lnTo>
                  <a:pt x="1078400" y="2521261"/>
                </a:lnTo>
                <a:lnTo>
                  <a:pt x="1077598" y="2521023"/>
                </a:lnTo>
                <a:lnTo>
                  <a:pt x="1076785" y="2520801"/>
                </a:lnTo>
                <a:lnTo>
                  <a:pt x="1075959" y="2520595"/>
                </a:lnTo>
                <a:lnTo>
                  <a:pt x="1075122" y="2520406"/>
                </a:lnTo>
                <a:lnTo>
                  <a:pt x="1074273" y="2520234"/>
                </a:lnTo>
                <a:lnTo>
                  <a:pt x="1073413" y="2520078"/>
                </a:lnTo>
                <a:lnTo>
                  <a:pt x="1072540" y="2519938"/>
                </a:lnTo>
                <a:lnTo>
                  <a:pt x="1071656" y="2519815"/>
                </a:lnTo>
                <a:lnTo>
                  <a:pt x="1070760" y="2519708"/>
                </a:lnTo>
                <a:lnTo>
                  <a:pt x="1069853" y="2519617"/>
                </a:lnTo>
                <a:lnTo>
                  <a:pt x="1068934" y="2519544"/>
                </a:lnTo>
                <a:lnTo>
                  <a:pt x="1068002" y="2519486"/>
                </a:lnTo>
                <a:lnTo>
                  <a:pt x="1067060" y="2519445"/>
                </a:lnTo>
                <a:lnTo>
                  <a:pt x="1066105" y="2519420"/>
                </a:lnTo>
                <a:lnTo>
                  <a:pt x="1065139" y="2519412"/>
                </a:lnTo>
                <a:lnTo>
                  <a:pt x="1064102" y="2519421"/>
                </a:lnTo>
                <a:lnTo>
                  <a:pt x="1063077" y="2519450"/>
                </a:lnTo>
                <a:lnTo>
                  <a:pt x="1062064" y="2519497"/>
                </a:lnTo>
                <a:lnTo>
                  <a:pt x="1061062" y="2519562"/>
                </a:lnTo>
                <a:lnTo>
                  <a:pt x="1060073" y="2519647"/>
                </a:lnTo>
                <a:lnTo>
                  <a:pt x="1059095" y="2519750"/>
                </a:lnTo>
                <a:lnTo>
                  <a:pt x="1058128" y="2519872"/>
                </a:lnTo>
                <a:lnTo>
                  <a:pt x="1057174" y="2520013"/>
                </a:lnTo>
                <a:lnTo>
                  <a:pt x="1056231" y="2520173"/>
                </a:lnTo>
                <a:lnTo>
                  <a:pt x="1055300" y="2520351"/>
                </a:lnTo>
                <a:lnTo>
                  <a:pt x="1054381" y="2520549"/>
                </a:lnTo>
                <a:lnTo>
                  <a:pt x="1053473" y="2520765"/>
                </a:lnTo>
                <a:lnTo>
                  <a:pt x="1052577" y="2520999"/>
                </a:lnTo>
                <a:lnTo>
                  <a:pt x="1051693" y="2521253"/>
                </a:lnTo>
                <a:lnTo>
                  <a:pt x="1050821" y="2521525"/>
                </a:lnTo>
                <a:lnTo>
                  <a:pt x="1049960" y="2521816"/>
                </a:lnTo>
                <a:lnTo>
                  <a:pt x="1049112" y="2522126"/>
                </a:lnTo>
                <a:lnTo>
                  <a:pt x="1048274" y="2522455"/>
                </a:lnTo>
                <a:lnTo>
                  <a:pt x="1047449" y="2522803"/>
                </a:lnTo>
                <a:lnTo>
                  <a:pt x="1046635" y="2523169"/>
                </a:lnTo>
                <a:lnTo>
                  <a:pt x="1045833" y="2523554"/>
                </a:lnTo>
                <a:lnTo>
                  <a:pt x="1045043" y="2523958"/>
                </a:lnTo>
                <a:lnTo>
                  <a:pt x="1044265" y="2524381"/>
                </a:lnTo>
                <a:lnTo>
                  <a:pt x="1043498" y="2524822"/>
                </a:lnTo>
                <a:lnTo>
                  <a:pt x="1042745" y="2525266"/>
                </a:lnTo>
                <a:lnTo>
                  <a:pt x="1042006" y="2525726"/>
                </a:lnTo>
                <a:lnTo>
                  <a:pt x="1041282" y="2526201"/>
                </a:lnTo>
                <a:lnTo>
                  <a:pt x="1040572" y="2526691"/>
                </a:lnTo>
                <a:lnTo>
                  <a:pt x="1039878" y="2527197"/>
                </a:lnTo>
                <a:lnTo>
                  <a:pt x="1039198" y="2527717"/>
                </a:lnTo>
                <a:lnTo>
                  <a:pt x="1038532" y="2528253"/>
                </a:lnTo>
                <a:lnTo>
                  <a:pt x="1037881" y="2528804"/>
                </a:lnTo>
                <a:lnTo>
                  <a:pt x="1037245" y="2529371"/>
                </a:lnTo>
                <a:lnTo>
                  <a:pt x="1036624" y="2529953"/>
                </a:lnTo>
                <a:lnTo>
                  <a:pt x="1036017" y="2530550"/>
                </a:lnTo>
                <a:lnTo>
                  <a:pt x="1035425" y="2531162"/>
                </a:lnTo>
                <a:lnTo>
                  <a:pt x="1034848" y="2531790"/>
                </a:lnTo>
                <a:lnTo>
                  <a:pt x="1034285" y="2532432"/>
                </a:lnTo>
                <a:lnTo>
                  <a:pt x="1033737" y="2533090"/>
                </a:lnTo>
                <a:lnTo>
                  <a:pt x="1033204" y="2533764"/>
                </a:lnTo>
                <a:lnTo>
                  <a:pt x="1032685" y="2534452"/>
                </a:lnTo>
                <a:lnTo>
                  <a:pt x="1032181" y="2535156"/>
                </a:lnTo>
                <a:lnTo>
                  <a:pt x="1031692" y="2535875"/>
                </a:lnTo>
                <a:lnTo>
                  <a:pt x="1031217" y="2536610"/>
                </a:lnTo>
                <a:lnTo>
                  <a:pt x="1030757" y="2537360"/>
                </a:lnTo>
                <a:lnTo>
                  <a:pt x="1030312" y="2538124"/>
                </a:lnTo>
                <a:lnTo>
                  <a:pt x="1029882" y="2538905"/>
                </a:lnTo>
                <a:lnTo>
                  <a:pt x="1029466" y="2539700"/>
                </a:lnTo>
                <a:lnTo>
                  <a:pt x="1029066" y="2540509"/>
                </a:lnTo>
                <a:lnTo>
                  <a:pt x="1028683" y="2541331"/>
                </a:lnTo>
                <a:lnTo>
                  <a:pt x="1028317" y="2542165"/>
                </a:lnTo>
                <a:lnTo>
                  <a:pt x="1027968" y="2543011"/>
                </a:lnTo>
                <a:lnTo>
                  <a:pt x="1027636" y="2543869"/>
                </a:lnTo>
                <a:lnTo>
                  <a:pt x="1027321" y="2544740"/>
                </a:lnTo>
                <a:lnTo>
                  <a:pt x="1027023" y="2545624"/>
                </a:lnTo>
                <a:lnTo>
                  <a:pt x="1026742" y="2546519"/>
                </a:lnTo>
                <a:lnTo>
                  <a:pt x="1026478" y="2547427"/>
                </a:lnTo>
                <a:lnTo>
                  <a:pt x="1026231" y="2548347"/>
                </a:lnTo>
                <a:lnTo>
                  <a:pt x="1026001" y="2549280"/>
                </a:lnTo>
                <a:lnTo>
                  <a:pt x="1025789" y="2550224"/>
                </a:lnTo>
                <a:lnTo>
                  <a:pt x="1025593" y="2551182"/>
                </a:lnTo>
                <a:lnTo>
                  <a:pt x="1025414" y="2552151"/>
                </a:lnTo>
                <a:lnTo>
                  <a:pt x="1025252" y="2553133"/>
                </a:lnTo>
                <a:lnTo>
                  <a:pt x="1025108" y="2554127"/>
                </a:lnTo>
                <a:lnTo>
                  <a:pt x="1024980" y="2555134"/>
                </a:lnTo>
                <a:lnTo>
                  <a:pt x="1024869" y="2556152"/>
                </a:lnTo>
                <a:lnTo>
                  <a:pt x="1024776" y="2557184"/>
                </a:lnTo>
                <a:lnTo>
                  <a:pt x="1024699" y="2558227"/>
                </a:lnTo>
                <a:lnTo>
                  <a:pt x="1024639" y="2559283"/>
                </a:lnTo>
                <a:lnTo>
                  <a:pt x="1024597" y="2560351"/>
                </a:lnTo>
                <a:lnTo>
                  <a:pt x="1024571" y="2561431"/>
                </a:lnTo>
                <a:lnTo>
                  <a:pt x="1024563" y="2562524"/>
                </a:lnTo>
                <a:lnTo>
                  <a:pt x="1024563" y="2566074"/>
                </a:lnTo>
                <a:lnTo>
                  <a:pt x="1024570" y="2567126"/>
                </a:lnTo>
                <a:lnTo>
                  <a:pt x="1024592" y="2568168"/>
                </a:lnTo>
                <a:lnTo>
                  <a:pt x="1024629" y="2569200"/>
                </a:lnTo>
                <a:lnTo>
                  <a:pt x="1024680" y="2570221"/>
                </a:lnTo>
                <a:lnTo>
                  <a:pt x="1024746" y="2571233"/>
                </a:lnTo>
                <a:lnTo>
                  <a:pt x="1024827" y="2572235"/>
                </a:lnTo>
                <a:lnTo>
                  <a:pt x="1024922" y="2573227"/>
                </a:lnTo>
                <a:lnTo>
                  <a:pt x="1025032" y="2574208"/>
                </a:lnTo>
                <a:lnTo>
                  <a:pt x="1025157" y="2575180"/>
                </a:lnTo>
                <a:lnTo>
                  <a:pt x="1025297" y="2576142"/>
                </a:lnTo>
                <a:lnTo>
                  <a:pt x="1025451" y="2577094"/>
                </a:lnTo>
                <a:lnTo>
                  <a:pt x="1025619" y="2578036"/>
                </a:lnTo>
                <a:lnTo>
                  <a:pt x="1025803" y="2578968"/>
                </a:lnTo>
                <a:lnTo>
                  <a:pt x="1026001" y="2579890"/>
                </a:lnTo>
                <a:lnTo>
                  <a:pt x="1026214" y="2580802"/>
                </a:lnTo>
                <a:lnTo>
                  <a:pt x="1026441" y="2581704"/>
                </a:lnTo>
                <a:lnTo>
                  <a:pt x="1026683" y="2582596"/>
                </a:lnTo>
                <a:lnTo>
                  <a:pt x="1026940" y="2583478"/>
                </a:lnTo>
                <a:lnTo>
                  <a:pt x="1027212" y="2584350"/>
                </a:lnTo>
                <a:lnTo>
                  <a:pt x="1027498" y="2585212"/>
                </a:lnTo>
                <a:lnTo>
                  <a:pt x="1027799" y="2586064"/>
                </a:lnTo>
                <a:lnTo>
                  <a:pt x="1028114" y="2586906"/>
                </a:lnTo>
                <a:lnTo>
                  <a:pt x="1028445" y="2587738"/>
                </a:lnTo>
                <a:lnTo>
                  <a:pt x="1028789" y="2588560"/>
                </a:lnTo>
                <a:lnTo>
                  <a:pt x="1029163" y="2589370"/>
                </a:lnTo>
                <a:lnTo>
                  <a:pt x="1029553" y="2590164"/>
                </a:lnTo>
                <a:lnTo>
                  <a:pt x="1029957" y="2590943"/>
                </a:lnTo>
                <a:lnTo>
                  <a:pt x="1030377" y="2591707"/>
                </a:lnTo>
                <a:lnTo>
                  <a:pt x="1030812" y="2592455"/>
                </a:lnTo>
                <a:lnTo>
                  <a:pt x="1031262" y="2593189"/>
                </a:lnTo>
                <a:lnTo>
                  <a:pt x="1031727" y="2593907"/>
                </a:lnTo>
                <a:lnTo>
                  <a:pt x="1032208" y="2594609"/>
                </a:lnTo>
                <a:lnTo>
                  <a:pt x="1032704" y="2595297"/>
                </a:lnTo>
                <a:lnTo>
                  <a:pt x="1033216" y="2595969"/>
                </a:lnTo>
                <a:lnTo>
                  <a:pt x="1033742" y="2596626"/>
                </a:lnTo>
                <a:lnTo>
                  <a:pt x="1034284" y="2597267"/>
                </a:lnTo>
                <a:lnTo>
                  <a:pt x="1034841" y="2597894"/>
                </a:lnTo>
                <a:lnTo>
                  <a:pt x="1035414" y="2598505"/>
                </a:lnTo>
                <a:lnTo>
                  <a:pt x="1036001" y="2599101"/>
                </a:lnTo>
                <a:lnTo>
                  <a:pt x="1036604" y="2599681"/>
                </a:lnTo>
                <a:lnTo>
                  <a:pt x="1037222" y="2600247"/>
                </a:lnTo>
                <a:lnTo>
                  <a:pt x="1037856" y="2600797"/>
                </a:lnTo>
                <a:lnTo>
                  <a:pt x="1038504" y="2601331"/>
                </a:lnTo>
                <a:lnTo>
                  <a:pt x="1039168" y="2601851"/>
                </a:lnTo>
                <a:lnTo>
                  <a:pt x="1039847" y="2602355"/>
                </a:lnTo>
                <a:lnTo>
                  <a:pt x="1040542" y="2602844"/>
                </a:lnTo>
                <a:lnTo>
                  <a:pt x="1041252" y="2603318"/>
                </a:lnTo>
                <a:lnTo>
                  <a:pt x="1041977" y="2603776"/>
                </a:lnTo>
                <a:lnTo>
                  <a:pt x="1042731" y="2604218"/>
                </a:lnTo>
                <a:lnTo>
                  <a:pt x="1043502" y="2604641"/>
                </a:lnTo>
                <a:lnTo>
                  <a:pt x="1044288" y="2605044"/>
                </a:lnTo>
                <a:lnTo>
                  <a:pt x="1045090" y="2605430"/>
                </a:lnTo>
                <a:lnTo>
                  <a:pt x="1045908" y="2605796"/>
                </a:lnTo>
                <a:lnTo>
                  <a:pt x="1046742" y="2606143"/>
                </a:lnTo>
                <a:lnTo>
                  <a:pt x="1047592" y="2606472"/>
                </a:lnTo>
                <a:lnTo>
                  <a:pt x="1048458" y="2606782"/>
                </a:lnTo>
                <a:lnTo>
                  <a:pt x="1049339" y="2607073"/>
                </a:lnTo>
                <a:lnTo>
                  <a:pt x="1050236" y="2607346"/>
                </a:lnTo>
                <a:lnTo>
                  <a:pt x="1051149" y="2607599"/>
                </a:lnTo>
                <a:lnTo>
                  <a:pt x="1052078" y="2607834"/>
                </a:lnTo>
                <a:lnTo>
                  <a:pt x="1053023" y="2608050"/>
                </a:lnTo>
                <a:lnTo>
                  <a:pt x="1053984" y="2608247"/>
                </a:lnTo>
                <a:lnTo>
                  <a:pt x="1054960" y="2608426"/>
                </a:lnTo>
                <a:lnTo>
                  <a:pt x="1055953" y="2608585"/>
                </a:lnTo>
                <a:lnTo>
                  <a:pt x="1056961" y="2608726"/>
                </a:lnTo>
                <a:lnTo>
                  <a:pt x="1057985" y="2608848"/>
                </a:lnTo>
                <a:lnTo>
                  <a:pt x="1059025" y="2608952"/>
                </a:lnTo>
                <a:lnTo>
                  <a:pt x="1060081" y="2609036"/>
                </a:lnTo>
                <a:lnTo>
                  <a:pt x="1061153" y="2609102"/>
                </a:lnTo>
                <a:lnTo>
                  <a:pt x="1062240" y="2609149"/>
                </a:lnTo>
                <a:lnTo>
                  <a:pt x="1063343" y="2609177"/>
                </a:lnTo>
                <a:lnTo>
                  <a:pt x="1064463" y="2609187"/>
                </a:lnTo>
                <a:lnTo>
                  <a:pt x="1065429" y="2609180"/>
                </a:lnTo>
                <a:lnTo>
                  <a:pt x="1066385" y="2609158"/>
                </a:lnTo>
                <a:lnTo>
                  <a:pt x="1067329" y="2609123"/>
                </a:lnTo>
                <a:lnTo>
                  <a:pt x="1068262" y="2609074"/>
                </a:lnTo>
                <a:lnTo>
                  <a:pt x="1069184" y="2609010"/>
                </a:lnTo>
                <a:lnTo>
                  <a:pt x="1070095" y="2608933"/>
                </a:lnTo>
                <a:lnTo>
                  <a:pt x="1070994" y="2608841"/>
                </a:lnTo>
                <a:lnTo>
                  <a:pt x="1071883" y="2608736"/>
                </a:lnTo>
                <a:close/>
                <a:moveTo>
                  <a:pt x="1042531" y="2551930"/>
                </a:moveTo>
                <a:lnTo>
                  <a:pt x="1042597" y="2551460"/>
                </a:lnTo>
                <a:lnTo>
                  <a:pt x="1042671" y="2550990"/>
                </a:lnTo>
                <a:lnTo>
                  <a:pt x="1042755" y="2550523"/>
                </a:lnTo>
                <a:lnTo>
                  <a:pt x="1042848" y="2550056"/>
                </a:lnTo>
                <a:lnTo>
                  <a:pt x="1042949" y="2549590"/>
                </a:lnTo>
                <a:lnTo>
                  <a:pt x="1043059" y="2549126"/>
                </a:lnTo>
                <a:lnTo>
                  <a:pt x="1043178" y="2548663"/>
                </a:lnTo>
                <a:lnTo>
                  <a:pt x="1043305" y="2548201"/>
                </a:lnTo>
                <a:lnTo>
                  <a:pt x="1043442" y="2547740"/>
                </a:lnTo>
                <a:lnTo>
                  <a:pt x="1043587" y="2547280"/>
                </a:lnTo>
                <a:lnTo>
                  <a:pt x="1043741" y="2546822"/>
                </a:lnTo>
                <a:lnTo>
                  <a:pt x="1043904" y="2546365"/>
                </a:lnTo>
                <a:lnTo>
                  <a:pt x="1044076" y="2545908"/>
                </a:lnTo>
                <a:lnTo>
                  <a:pt x="1044256" y="2545454"/>
                </a:lnTo>
                <a:lnTo>
                  <a:pt x="1044446" y="2545000"/>
                </a:lnTo>
                <a:lnTo>
                  <a:pt x="1044644" y="2544547"/>
                </a:lnTo>
                <a:lnTo>
                  <a:pt x="1044851" y="2544096"/>
                </a:lnTo>
                <a:lnTo>
                  <a:pt x="1045080" y="2543634"/>
                </a:lnTo>
                <a:lnTo>
                  <a:pt x="1045317" y="2543180"/>
                </a:lnTo>
                <a:lnTo>
                  <a:pt x="1045561" y="2542733"/>
                </a:lnTo>
                <a:lnTo>
                  <a:pt x="1045814" y="2542292"/>
                </a:lnTo>
                <a:lnTo>
                  <a:pt x="1046073" y="2541859"/>
                </a:lnTo>
                <a:lnTo>
                  <a:pt x="1046341" y="2541433"/>
                </a:lnTo>
                <a:lnTo>
                  <a:pt x="1046616" y="2541014"/>
                </a:lnTo>
                <a:lnTo>
                  <a:pt x="1046898" y="2540602"/>
                </a:lnTo>
                <a:lnTo>
                  <a:pt x="1047189" y="2540197"/>
                </a:lnTo>
                <a:lnTo>
                  <a:pt x="1047487" y="2539799"/>
                </a:lnTo>
                <a:lnTo>
                  <a:pt x="1047792" y="2539408"/>
                </a:lnTo>
                <a:lnTo>
                  <a:pt x="1048105" y="2539024"/>
                </a:lnTo>
                <a:lnTo>
                  <a:pt x="1048426" y="2538647"/>
                </a:lnTo>
                <a:lnTo>
                  <a:pt x="1048755" y="2538277"/>
                </a:lnTo>
                <a:lnTo>
                  <a:pt x="1049091" y="2537914"/>
                </a:lnTo>
                <a:lnTo>
                  <a:pt x="1049434" y="2537558"/>
                </a:lnTo>
                <a:lnTo>
                  <a:pt x="1049786" y="2537210"/>
                </a:lnTo>
                <a:lnTo>
                  <a:pt x="1050145" y="2536868"/>
                </a:lnTo>
                <a:lnTo>
                  <a:pt x="1050511" y="2536533"/>
                </a:lnTo>
                <a:lnTo>
                  <a:pt x="1050886" y="2536206"/>
                </a:lnTo>
                <a:lnTo>
                  <a:pt x="1051267" y="2535885"/>
                </a:lnTo>
                <a:lnTo>
                  <a:pt x="1051657" y="2535572"/>
                </a:lnTo>
                <a:lnTo>
                  <a:pt x="1052054" y="2535265"/>
                </a:lnTo>
                <a:lnTo>
                  <a:pt x="1052459" y="2534966"/>
                </a:lnTo>
                <a:lnTo>
                  <a:pt x="1052885" y="2534676"/>
                </a:lnTo>
                <a:lnTo>
                  <a:pt x="1053319" y="2534399"/>
                </a:lnTo>
                <a:lnTo>
                  <a:pt x="1053761" y="2534134"/>
                </a:lnTo>
                <a:lnTo>
                  <a:pt x="1054211" y="2533881"/>
                </a:lnTo>
                <a:lnTo>
                  <a:pt x="1054668" y="2533641"/>
                </a:lnTo>
                <a:lnTo>
                  <a:pt x="1055132" y="2533413"/>
                </a:lnTo>
                <a:lnTo>
                  <a:pt x="1055604" y="2533197"/>
                </a:lnTo>
                <a:lnTo>
                  <a:pt x="1056084" y="2532994"/>
                </a:lnTo>
                <a:lnTo>
                  <a:pt x="1056572" y="2532803"/>
                </a:lnTo>
                <a:lnTo>
                  <a:pt x="1057067" y="2532624"/>
                </a:lnTo>
                <a:lnTo>
                  <a:pt x="1057570" y="2532457"/>
                </a:lnTo>
                <a:lnTo>
                  <a:pt x="1058080" y="2532303"/>
                </a:lnTo>
                <a:lnTo>
                  <a:pt x="1058598" y="2532162"/>
                </a:lnTo>
                <a:lnTo>
                  <a:pt x="1059124" y="2532032"/>
                </a:lnTo>
                <a:lnTo>
                  <a:pt x="1059657" y="2531915"/>
                </a:lnTo>
                <a:lnTo>
                  <a:pt x="1060198" y="2531810"/>
                </a:lnTo>
                <a:lnTo>
                  <a:pt x="1060747" y="2531718"/>
                </a:lnTo>
                <a:lnTo>
                  <a:pt x="1061303" y="2531638"/>
                </a:lnTo>
                <a:lnTo>
                  <a:pt x="1061867" y="2531570"/>
                </a:lnTo>
                <a:lnTo>
                  <a:pt x="1062438" y="2531514"/>
                </a:lnTo>
                <a:lnTo>
                  <a:pt x="1063018" y="2531471"/>
                </a:lnTo>
                <a:lnTo>
                  <a:pt x="1063604" y="2531440"/>
                </a:lnTo>
                <a:lnTo>
                  <a:pt x="1064199" y="2531422"/>
                </a:lnTo>
                <a:lnTo>
                  <a:pt x="1064801" y="2531416"/>
                </a:lnTo>
                <a:lnTo>
                  <a:pt x="1065333" y="2531421"/>
                </a:lnTo>
                <a:lnTo>
                  <a:pt x="1065861" y="2531436"/>
                </a:lnTo>
                <a:lnTo>
                  <a:pt x="1066383" y="2531461"/>
                </a:lnTo>
                <a:lnTo>
                  <a:pt x="1066900" y="2531496"/>
                </a:lnTo>
                <a:lnTo>
                  <a:pt x="1067412" y="2531541"/>
                </a:lnTo>
                <a:lnTo>
                  <a:pt x="1067918" y="2531595"/>
                </a:lnTo>
                <a:lnTo>
                  <a:pt x="1068419" y="2531660"/>
                </a:lnTo>
                <a:lnTo>
                  <a:pt x="1068915" y="2531735"/>
                </a:lnTo>
                <a:lnTo>
                  <a:pt x="1069405" y="2531820"/>
                </a:lnTo>
                <a:lnTo>
                  <a:pt x="1069890" y="2531915"/>
                </a:lnTo>
                <a:lnTo>
                  <a:pt x="1070370" y="2532020"/>
                </a:lnTo>
                <a:lnTo>
                  <a:pt x="1070845" y="2532134"/>
                </a:lnTo>
                <a:lnTo>
                  <a:pt x="1071314" y="2532259"/>
                </a:lnTo>
                <a:lnTo>
                  <a:pt x="1071778" y="2532394"/>
                </a:lnTo>
                <a:lnTo>
                  <a:pt x="1072237" y="2532539"/>
                </a:lnTo>
                <a:lnTo>
                  <a:pt x="1072691" y="2532693"/>
                </a:lnTo>
                <a:lnTo>
                  <a:pt x="1073139" y="2532858"/>
                </a:lnTo>
                <a:lnTo>
                  <a:pt x="1073582" y="2533033"/>
                </a:lnTo>
                <a:lnTo>
                  <a:pt x="1074019" y="2533217"/>
                </a:lnTo>
                <a:lnTo>
                  <a:pt x="1074452" y="2533412"/>
                </a:lnTo>
                <a:lnTo>
                  <a:pt x="1074879" y="2533616"/>
                </a:lnTo>
                <a:lnTo>
                  <a:pt x="1075301" y="2533831"/>
                </a:lnTo>
                <a:lnTo>
                  <a:pt x="1075717" y="2534055"/>
                </a:lnTo>
                <a:lnTo>
                  <a:pt x="1076128" y="2534290"/>
                </a:lnTo>
                <a:lnTo>
                  <a:pt x="1076533" y="2534533"/>
                </a:lnTo>
                <a:lnTo>
                  <a:pt x="1076929" y="2534784"/>
                </a:lnTo>
                <a:lnTo>
                  <a:pt x="1077317" y="2535043"/>
                </a:lnTo>
                <a:lnTo>
                  <a:pt x="1077697" y="2535309"/>
                </a:lnTo>
                <a:lnTo>
                  <a:pt x="1078068" y="2535583"/>
                </a:lnTo>
                <a:lnTo>
                  <a:pt x="1078432" y="2535864"/>
                </a:lnTo>
                <a:lnTo>
                  <a:pt x="1078787" y="2536153"/>
                </a:lnTo>
                <a:lnTo>
                  <a:pt x="1079134" y="2536450"/>
                </a:lnTo>
                <a:lnTo>
                  <a:pt x="1079473" y="2536755"/>
                </a:lnTo>
                <a:lnTo>
                  <a:pt x="1079803" y="2537067"/>
                </a:lnTo>
                <a:lnTo>
                  <a:pt x="1080125" y="2537386"/>
                </a:lnTo>
                <a:lnTo>
                  <a:pt x="1080439" y="2537714"/>
                </a:lnTo>
                <a:lnTo>
                  <a:pt x="1080745" y="2538048"/>
                </a:lnTo>
                <a:lnTo>
                  <a:pt x="1081043" y="2538391"/>
                </a:lnTo>
                <a:lnTo>
                  <a:pt x="1081332" y="2538741"/>
                </a:lnTo>
                <a:lnTo>
                  <a:pt x="1081613" y="2539099"/>
                </a:lnTo>
                <a:lnTo>
                  <a:pt x="1081886" y="2539464"/>
                </a:lnTo>
                <a:lnTo>
                  <a:pt x="1082151" y="2539837"/>
                </a:lnTo>
                <a:lnTo>
                  <a:pt x="1082408" y="2540218"/>
                </a:lnTo>
                <a:lnTo>
                  <a:pt x="1082656" y="2540606"/>
                </a:lnTo>
                <a:lnTo>
                  <a:pt x="1082896" y="2541002"/>
                </a:lnTo>
                <a:lnTo>
                  <a:pt x="1083128" y="2541406"/>
                </a:lnTo>
                <a:lnTo>
                  <a:pt x="1083352" y="2541817"/>
                </a:lnTo>
                <a:lnTo>
                  <a:pt x="1083567" y="2542236"/>
                </a:lnTo>
                <a:lnTo>
                  <a:pt x="1083788" y="2542647"/>
                </a:lnTo>
                <a:lnTo>
                  <a:pt x="1083999" y="2543064"/>
                </a:lnTo>
                <a:lnTo>
                  <a:pt x="1084201" y="2543485"/>
                </a:lnTo>
                <a:lnTo>
                  <a:pt x="1084394" y="2543912"/>
                </a:lnTo>
                <a:lnTo>
                  <a:pt x="1084577" y="2544345"/>
                </a:lnTo>
                <a:lnTo>
                  <a:pt x="1084751" y="2544782"/>
                </a:lnTo>
                <a:lnTo>
                  <a:pt x="1084915" y="2545225"/>
                </a:lnTo>
                <a:lnTo>
                  <a:pt x="1085070" y="2545674"/>
                </a:lnTo>
                <a:lnTo>
                  <a:pt x="1085216" y="2546127"/>
                </a:lnTo>
                <a:lnTo>
                  <a:pt x="1085352" y="2546586"/>
                </a:lnTo>
                <a:lnTo>
                  <a:pt x="1085479" y="2547050"/>
                </a:lnTo>
                <a:lnTo>
                  <a:pt x="1085596" y="2547519"/>
                </a:lnTo>
                <a:lnTo>
                  <a:pt x="1085704" y="2547994"/>
                </a:lnTo>
                <a:lnTo>
                  <a:pt x="1085803" y="2548474"/>
                </a:lnTo>
                <a:lnTo>
                  <a:pt x="1085892" y="2548959"/>
                </a:lnTo>
                <a:lnTo>
                  <a:pt x="1085972" y="2549449"/>
                </a:lnTo>
                <a:lnTo>
                  <a:pt x="1086042" y="2549945"/>
                </a:lnTo>
                <a:lnTo>
                  <a:pt x="1086103" y="2550446"/>
                </a:lnTo>
                <a:lnTo>
                  <a:pt x="1086155" y="2550953"/>
                </a:lnTo>
                <a:lnTo>
                  <a:pt x="1086197" y="2551464"/>
                </a:lnTo>
                <a:lnTo>
                  <a:pt x="1086230" y="2551981"/>
                </a:lnTo>
                <a:lnTo>
                  <a:pt x="1086253" y="2552503"/>
                </a:lnTo>
                <a:lnTo>
                  <a:pt x="1086268" y="2553031"/>
                </a:lnTo>
                <a:lnTo>
                  <a:pt x="1086272" y="2553563"/>
                </a:lnTo>
                <a:lnTo>
                  <a:pt x="1086272" y="2556100"/>
                </a:lnTo>
                <a:lnTo>
                  <a:pt x="1042315" y="2556100"/>
                </a:lnTo>
                <a:lnTo>
                  <a:pt x="1042315" y="2555254"/>
                </a:lnTo>
                <a:lnTo>
                  <a:pt x="1042319" y="2554776"/>
                </a:lnTo>
                <a:lnTo>
                  <a:pt x="1042332" y="2554298"/>
                </a:lnTo>
                <a:lnTo>
                  <a:pt x="1042354" y="2553822"/>
                </a:lnTo>
                <a:lnTo>
                  <a:pt x="1042385" y="2553347"/>
                </a:lnTo>
                <a:lnTo>
                  <a:pt x="1042425" y="2552874"/>
                </a:lnTo>
                <a:lnTo>
                  <a:pt x="1042473" y="2552401"/>
                </a:lnTo>
                <a:lnTo>
                  <a:pt x="1042531" y="2551930"/>
                </a:lnTo>
                <a:close/>
                <a:moveTo>
                  <a:pt x="1171452" y="2608942"/>
                </a:moveTo>
                <a:lnTo>
                  <a:pt x="1172374" y="2608867"/>
                </a:lnTo>
                <a:lnTo>
                  <a:pt x="1173284" y="2608782"/>
                </a:lnTo>
                <a:lnTo>
                  <a:pt x="1174181" y="2608688"/>
                </a:lnTo>
                <a:lnTo>
                  <a:pt x="1175066" y="2608583"/>
                </a:lnTo>
                <a:lnTo>
                  <a:pt x="1175939" y="2608468"/>
                </a:lnTo>
                <a:lnTo>
                  <a:pt x="1176799" y="2608343"/>
                </a:lnTo>
                <a:lnTo>
                  <a:pt x="1177647" y="2608209"/>
                </a:lnTo>
                <a:lnTo>
                  <a:pt x="1178483" y="2608064"/>
                </a:lnTo>
                <a:lnTo>
                  <a:pt x="1179306" y="2607909"/>
                </a:lnTo>
                <a:lnTo>
                  <a:pt x="1180117" y="2607745"/>
                </a:lnTo>
                <a:lnTo>
                  <a:pt x="1180916" y="2607570"/>
                </a:lnTo>
                <a:lnTo>
                  <a:pt x="1181702" y="2607385"/>
                </a:lnTo>
                <a:lnTo>
                  <a:pt x="1182476" y="2607191"/>
                </a:lnTo>
                <a:lnTo>
                  <a:pt x="1183238" y="2606986"/>
                </a:lnTo>
                <a:lnTo>
                  <a:pt x="1183987" y="2606772"/>
                </a:lnTo>
                <a:lnTo>
                  <a:pt x="1184724" y="2606547"/>
                </a:lnTo>
                <a:lnTo>
                  <a:pt x="1185449" y="2606312"/>
                </a:lnTo>
                <a:lnTo>
                  <a:pt x="1186174" y="2606068"/>
                </a:lnTo>
                <a:lnTo>
                  <a:pt x="1186885" y="2605812"/>
                </a:lnTo>
                <a:lnTo>
                  <a:pt x="1187580" y="2605546"/>
                </a:lnTo>
                <a:lnTo>
                  <a:pt x="1188262" y="2605270"/>
                </a:lnTo>
                <a:lnTo>
                  <a:pt x="1188928" y="2604983"/>
                </a:lnTo>
                <a:lnTo>
                  <a:pt x="1189580" y="2604685"/>
                </a:lnTo>
                <a:lnTo>
                  <a:pt x="1190217" y="2604377"/>
                </a:lnTo>
                <a:lnTo>
                  <a:pt x="1190840" y="2604058"/>
                </a:lnTo>
                <a:lnTo>
                  <a:pt x="1191448" y="2603729"/>
                </a:lnTo>
                <a:lnTo>
                  <a:pt x="1192041" y="2603389"/>
                </a:lnTo>
                <a:lnTo>
                  <a:pt x="1192620" y="2603039"/>
                </a:lnTo>
                <a:lnTo>
                  <a:pt x="1193183" y="2602677"/>
                </a:lnTo>
                <a:lnTo>
                  <a:pt x="1193733" y="2602306"/>
                </a:lnTo>
                <a:lnTo>
                  <a:pt x="1194267" y="2601924"/>
                </a:lnTo>
                <a:lnTo>
                  <a:pt x="1194787" y="2601531"/>
                </a:lnTo>
                <a:lnTo>
                  <a:pt x="1195292" y="2601128"/>
                </a:lnTo>
                <a:lnTo>
                  <a:pt x="1195783" y="2600714"/>
                </a:lnTo>
                <a:lnTo>
                  <a:pt x="1196258" y="2600289"/>
                </a:lnTo>
                <a:lnTo>
                  <a:pt x="1196719" y="2599854"/>
                </a:lnTo>
                <a:lnTo>
                  <a:pt x="1197166" y="2599409"/>
                </a:lnTo>
                <a:lnTo>
                  <a:pt x="1197598" y="2598953"/>
                </a:lnTo>
                <a:lnTo>
                  <a:pt x="1198015" y="2598486"/>
                </a:lnTo>
                <a:lnTo>
                  <a:pt x="1198417" y="2598009"/>
                </a:lnTo>
                <a:lnTo>
                  <a:pt x="1198805" y="2597521"/>
                </a:lnTo>
                <a:lnTo>
                  <a:pt x="1199191" y="2597023"/>
                </a:lnTo>
                <a:lnTo>
                  <a:pt x="1199561" y="2596514"/>
                </a:lnTo>
                <a:lnTo>
                  <a:pt x="1199914" y="2595994"/>
                </a:lnTo>
                <a:lnTo>
                  <a:pt x="1200251" y="2595464"/>
                </a:lnTo>
                <a:lnTo>
                  <a:pt x="1200572" y="2594923"/>
                </a:lnTo>
                <a:lnTo>
                  <a:pt x="1200876" y="2594372"/>
                </a:lnTo>
                <a:lnTo>
                  <a:pt x="1201164" y="2593810"/>
                </a:lnTo>
                <a:lnTo>
                  <a:pt x="1201435" y="2593238"/>
                </a:lnTo>
                <a:lnTo>
                  <a:pt x="1201690" y="2592655"/>
                </a:lnTo>
                <a:lnTo>
                  <a:pt x="1201928" y="2592061"/>
                </a:lnTo>
                <a:lnTo>
                  <a:pt x="1202150" y="2591457"/>
                </a:lnTo>
                <a:lnTo>
                  <a:pt x="1202355" y="2590843"/>
                </a:lnTo>
                <a:lnTo>
                  <a:pt x="1202545" y="2590218"/>
                </a:lnTo>
                <a:lnTo>
                  <a:pt x="1202717" y="2589582"/>
                </a:lnTo>
                <a:lnTo>
                  <a:pt x="1202873" y="2588936"/>
                </a:lnTo>
                <a:lnTo>
                  <a:pt x="1203013" y="2588279"/>
                </a:lnTo>
                <a:lnTo>
                  <a:pt x="1203136" y="2587611"/>
                </a:lnTo>
                <a:lnTo>
                  <a:pt x="1203243" y="2586933"/>
                </a:lnTo>
                <a:lnTo>
                  <a:pt x="1203334" y="2586245"/>
                </a:lnTo>
                <a:lnTo>
                  <a:pt x="1203407" y="2585545"/>
                </a:lnTo>
                <a:lnTo>
                  <a:pt x="1203465" y="2584836"/>
                </a:lnTo>
                <a:lnTo>
                  <a:pt x="1203506" y="2584115"/>
                </a:lnTo>
                <a:lnTo>
                  <a:pt x="1203531" y="2583384"/>
                </a:lnTo>
                <a:lnTo>
                  <a:pt x="1203539" y="2582643"/>
                </a:lnTo>
                <a:lnTo>
                  <a:pt x="1203533" y="2581986"/>
                </a:lnTo>
                <a:lnTo>
                  <a:pt x="1203517" y="2581340"/>
                </a:lnTo>
                <a:lnTo>
                  <a:pt x="1203489" y="2580704"/>
                </a:lnTo>
                <a:lnTo>
                  <a:pt x="1203450" y="2580079"/>
                </a:lnTo>
                <a:lnTo>
                  <a:pt x="1203400" y="2579464"/>
                </a:lnTo>
                <a:lnTo>
                  <a:pt x="1203338" y="2578860"/>
                </a:lnTo>
                <a:lnTo>
                  <a:pt x="1203266" y="2578267"/>
                </a:lnTo>
                <a:lnTo>
                  <a:pt x="1203182" y="2577684"/>
                </a:lnTo>
                <a:lnTo>
                  <a:pt x="1203087" y="2577111"/>
                </a:lnTo>
                <a:lnTo>
                  <a:pt x="1202981" y="2576550"/>
                </a:lnTo>
                <a:lnTo>
                  <a:pt x="1202864" y="2575998"/>
                </a:lnTo>
                <a:lnTo>
                  <a:pt x="1202736" y="2575458"/>
                </a:lnTo>
                <a:lnTo>
                  <a:pt x="1202596" y="2574928"/>
                </a:lnTo>
                <a:lnTo>
                  <a:pt x="1202446" y="2574408"/>
                </a:lnTo>
                <a:lnTo>
                  <a:pt x="1202284" y="2573899"/>
                </a:lnTo>
                <a:lnTo>
                  <a:pt x="1202111" y="2573401"/>
                </a:lnTo>
                <a:lnTo>
                  <a:pt x="1201927" y="2572913"/>
                </a:lnTo>
                <a:lnTo>
                  <a:pt x="1201732" y="2572436"/>
                </a:lnTo>
                <a:lnTo>
                  <a:pt x="1201526" y="2571969"/>
                </a:lnTo>
                <a:lnTo>
                  <a:pt x="1201308" y="2571513"/>
                </a:lnTo>
                <a:lnTo>
                  <a:pt x="1201079" y="2571067"/>
                </a:lnTo>
                <a:lnTo>
                  <a:pt x="1200840" y="2570632"/>
                </a:lnTo>
                <a:lnTo>
                  <a:pt x="1200589" y="2570208"/>
                </a:lnTo>
                <a:lnTo>
                  <a:pt x="1200327" y="2569794"/>
                </a:lnTo>
                <a:lnTo>
                  <a:pt x="1200052" y="2569375"/>
                </a:lnTo>
                <a:lnTo>
                  <a:pt x="1199763" y="2568962"/>
                </a:lnTo>
                <a:lnTo>
                  <a:pt x="1199460" y="2568555"/>
                </a:lnTo>
                <a:lnTo>
                  <a:pt x="1199143" y="2568155"/>
                </a:lnTo>
                <a:lnTo>
                  <a:pt x="1198812" y="2567761"/>
                </a:lnTo>
                <a:lnTo>
                  <a:pt x="1198467" y="2567374"/>
                </a:lnTo>
                <a:lnTo>
                  <a:pt x="1198108" y="2566993"/>
                </a:lnTo>
                <a:lnTo>
                  <a:pt x="1197734" y="2566619"/>
                </a:lnTo>
                <a:lnTo>
                  <a:pt x="1197347" y="2566251"/>
                </a:lnTo>
                <a:lnTo>
                  <a:pt x="1196945" y="2565890"/>
                </a:lnTo>
                <a:lnTo>
                  <a:pt x="1196530" y="2565535"/>
                </a:lnTo>
                <a:lnTo>
                  <a:pt x="1196100" y="2565187"/>
                </a:lnTo>
                <a:lnTo>
                  <a:pt x="1195656" y="2564845"/>
                </a:lnTo>
                <a:lnTo>
                  <a:pt x="1195198" y="2564509"/>
                </a:lnTo>
                <a:lnTo>
                  <a:pt x="1194726" y="2564180"/>
                </a:lnTo>
                <a:lnTo>
                  <a:pt x="1194240" y="2563858"/>
                </a:lnTo>
                <a:lnTo>
                  <a:pt x="1193740" y="2563542"/>
                </a:lnTo>
                <a:lnTo>
                  <a:pt x="1193226" y="2563232"/>
                </a:lnTo>
                <a:lnTo>
                  <a:pt x="1192697" y="2562929"/>
                </a:lnTo>
                <a:lnTo>
                  <a:pt x="1192155" y="2562632"/>
                </a:lnTo>
                <a:lnTo>
                  <a:pt x="1191599" y="2562342"/>
                </a:lnTo>
                <a:lnTo>
                  <a:pt x="1191028" y="2562058"/>
                </a:lnTo>
                <a:lnTo>
                  <a:pt x="1190443" y="2561781"/>
                </a:lnTo>
                <a:lnTo>
                  <a:pt x="1189845" y="2561510"/>
                </a:lnTo>
                <a:lnTo>
                  <a:pt x="1189244" y="2561244"/>
                </a:lnTo>
                <a:lnTo>
                  <a:pt x="1188625" y="2560981"/>
                </a:lnTo>
                <a:lnTo>
                  <a:pt x="1187987" y="2560722"/>
                </a:lnTo>
                <a:lnTo>
                  <a:pt x="1187332" y="2560467"/>
                </a:lnTo>
                <a:lnTo>
                  <a:pt x="1186658" y="2560215"/>
                </a:lnTo>
                <a:lnTo>
                  <a:pt x="1185966" y="2559967"/>
                </a:lnTo>
                <a:lnTo>
                  <a:pt x="1185256" y="2559722"/>
                </a:lnTo>
                <a:lnTo>
                  <a:pt x="1184528" y="2559481"/>
                </a:lnTo>
                <a:lnTo>
                  <a:pt x="1183782" y="2559243"/>
                </a:lnTo>
                <a:lnTo>
                  <a:pt x="1183017" y="2559009"/>
                </a:lnTo>
                <a:lnTo>
                  <a:pt x="1182234" y="2558778"/>
                </a:lnTo>
                <a:lnTo>
                  <a:pt x="1181433" y="2558551"/>
                </a:lnTo>
                <a:lnTo>
                  <a:pt x="1180614" y="2558327"/>
                </a:lnTo>
                <a:lnTo>
                  <a:pt x="1179777" y="2558107"/>
                </a:lnTo>
                <a:lnTo>
                  <a:pt x="1178921" y="2557891"/>
                </a:lnTo>
                <a:lnTo>
                  <a:pt x="1178047" y="2557677"/>
                </a:lnTo>
                <a:lnTo>
                  <a:pt x="1177155" y="2557468"/>
                </a:lnTo>
                <a:lnTo>
                  <a:pt x="1176245" y="2557262"/>
                </a:lnTo>
                <a:lnTo>
                  <a:pt x="1175317" y="2557059"/>
                </a:lnTo>
                <a:lnTo>
                  <a:pt x="1174370" y="2556860"/>
                </a:lnTo>
                <a:lnTo>
                  <a:pt x="1173405" y="2556665"/>
                </a:lnTo>
                <a:lnTo>
                  <a:pt x="1172422" y="2556473"/>
                </a:lnTo>
                <a:lnTo>
                  <a:pt x="1171421" y="2556284"/>
                </a:lnTo>
                <a:lnTo>
                  <a:pt x="1170402" y="2556100"/>
                </a:lnTo>
                <a:lnTo>
                  <a:pt x="1169578" y="2555945"/>
                </a:lnTo>
                <a:lnTo>
                  <a:pt x="1168771" y="2555791"/>
                </a:lnTo>
                <a:lnTo>
                  <a:pt x="1167979" y="2555637"/>
                </a:lnTo>
                <a:lnTo>
                  <a:pt x="1167204" y="2555484"/>
                </a:lnTo>
                <a:lnTo>
                  <a:pt x="1166444" y="2555332"/>
                </a:lnTo>
                <a:lnTo>
                  <a:pt x="1165700" y="2555180"/>
                </a:lnTo>
                <a:lnTo>
                  <a:pt x="1164971" y="2555029"/>
                </a:lnTo>
                <a:lnTo>
                  <a:pt x="1164259" y="2554879"/>
                </a:lnTo>
                <a:lnTo>
                  <a:pt x="1163562" y="2554729"/>
                </a:lnTo>
                <a:lnTo>
                  <a:pt x="1162882" y="2554579"/>
                </a:lnTo>
                <a:lnTo>
                  <a:pt x="1162217" y="2554430"/>
                </a:lnTo>
                <a:lnTo>
                  <a:pt x="1161568" y="2554282"/>
                </a:lnTo>
                <a:lnTo>
                  <a:pt x="1160935" y="2554135"/>
                </a:lnTo>
                <a:lnTo>
                  <a:pt x="1160317" y="2553988"/>
                </a:lnTo>
                <a:lnTo>
                  <a:pt x="1159716" y="2553841"/>
                </a:lnTo>
                <a:lnTo>
                  <a:pt x="1159130" y="2553695"/>
                </a:lnTo>
                <a:lnTo>
                  <a:pt x="1158561" y="2553550"/>
                </a:lnTo>
                <a:lnTo>
                  <a:pt x="1158007" y="2553405"/>
                </a:lnTo>
                <a:lnTo>
                  <a:pt x="1157469" y="2553261"/>
                </a:lnTo>
                <a:lnTo>
                  <a:pt x="1156947" y="2553117"/>
                </a:lnTo>
                <a:lnTo>
                  <a:pt x="1156440" y="2552975"/>
                </a:lnTo>
                <a:lnTo>
                  <a:pt x="1155950" y="2552832"/>
                </a:lnTo>
                <a:lnTo>
                  <a:pt x="1155475" y="2552690"/>
                </a:lnTo>
                <a:lnTo>
                  <a:pt x="1155017" y="2552549"/>
                </a:lnTo>
                <a:lnTo>
                  <a:pt x="1154585" y="2552408"/>
                </a:lnTo>
                <a:lnTo>
                  <a:pt x="1154165" y="2552265"/>
                </a:lnTo>
                <a:lnTo>
                  <a:pt x="1153756" y="2552121"/>
                </a:lnTo>
                <a:lnTo>
                  <a:pt x="1153359" y="2551976"/>
                </a:lnTo>
                <a:lnTo>
                  <a:pt x="1152972" y="2551830"/>
                </a:lnTo>
                <a:lnTo>
                  <a:pt x="1152597" y="2551683"/>
                </a:lnTo>
                <a:lnTo>
                  <a:pt x="1152233" y="2551534"/>
                </a:lnTo>
                <a:lnTo>
                  <a:pt x="1151879" y="2551384"/>
                </a:lnTo>
                <a:lnTo>
                  <a:pt x="1151537" y="2551234"/>
                </a:lnTo>
                <a:lnTo>
                  <a:pt x="1151207" y="2551082"/>
                </a:lnTo>
                <a:lnTo>
                  <a:pt x="1150887" y="2550928"/>
                </a:lnTo>
                <a:lnTo>
                  <a:pt x="1150579" y="2550774"/>
                </a:lnTo>
                <a:lnTo>
                  <a:pt x="1150281" y="2550618"/>
                </a:lnTo>
                <a:lnTo>
                  <a:pt x="1149995" y="2550462"/>
                </a:lnTo>
                <a:lnTo>
                  <a:pt x="1149720" y="2550304"/>
                </a:lnTo>
                <a:lnTo>
                  <a:pt x="1149456" y="2550145"/>
                </a:lnTo>
                <a:lnTo>
                  <a:pt x="1149203" y="2549984"/>
                </a:lnTo>
                <a:lnTo>
                  <a:pt x="1148962" y="2549823"/>
                </a:lnTo>
                <a:lnTo>
                  <a:pt x="1148731" y="2549660"/>
                </a:lnTo>
                <a:lnTo>
                  <a:pt x="1148512" y="2549497"/>
                </a:lnTo>
                <a:lnTo>
                  <a:pt x="1148304" y="2549332"/>
                </a:lnTo>
                <a:lnTo>
                  <a:pt x="1148107" y="2549166"/>
                </a:lnTo>
                <a:lnTo>
                  <a:pt x="1147921" y="2548998"/>
                </a:lnTo>
                <a:lnTo>
                  <a:pt x="1147747" y="2548830"/>
                </a:lnTo>
                <a:lnTo>
                  <a:pt x="1147581" y="2548645"/>
                </a:lnTo>
                <a:lnTo>
                  <a:pt x="1147423" y="2548456"/>
                </a:lnTo>
                <a:lnTo>
                  <a:pt x="1147271" y="2548264"/>
                </a:lnTo>
                <a:lnTo>
                  <a:pt x="1147127" y="2548069"/>
                </a:lnTo>
                <a:lnTo>
                  <a:pt x="1146989" y="2547870"/>
                </a:lnTo>
                <a:lnTo>
                  <a:pt x="1146859" y="2547667"/>
                </a:lnTo>
                <a:lnTo>
                  <a:pt x="1146736" y="2547461"/>
                </a:lnTo>
                <a:lnTo>
                  <a:pt x="1146620" y="2547252"/>
                </a:lnTo>
                <a:lnTo>
                  <a:pt x="1146510" y="2547039"/>
                </a:lnTo>
                <a:lnTo>
                  <a:pt x="1146408" y="2546822"/>
                </a:lnTo>
                <a:lnTo>
                  <a:pt x="1146313" y="2546602"/>
                </a:lnTo>
                <a:lnTo>
                  <a:pt x="1146225" y="2546378"/>
                </a:lnTo>
                <a:lnTo>
                  <a:pt x="1146144" y="2546151"/>
                </a:lnTo>
                <a:lnTo>
                  <a:pt x="1146070" y="2545920"/>
                </a:lnTo>
                <a:lnTo>
                  <a:pt x="1146003" y="2545686"/>
                </a:lnTo>
                <a:lnTo>
                  <a:pt x="1145943" y="2545448"/>
                </a:lnTo>
                <a:lnTo>
                  <a:pt x="1145890" y="2545207"/>
                </a:lnTo>
                <a:lnTo>
                  <a:pt x="1145845" y="2544962"/>
                </a:lnTo>
                <a:lnTo>
                  <a:pt x="1145806" y="2544714"/>
                </a:lnTo>
                <a:lnTo>
                  <a:pt x="1145774" y="2544462"/>
                </a:lnTo>
                <a:lnTo>
                  <a:pt x="1145750" y="2544207"/>
                </a:lnTo>
                <a:lnTo>
                  <a:pt x="1145732" y="2543948"/>
                </a:lnTo>
                <a:lnTo>
                  <a:pt x="1145721" y="2543685"/>
                </a:lnTo>
                <a:lnTo>
                  <a:pt x="1145718" y="2543420"/>
                </a:lnTo>
                <a:lnTo>
                  <a:pt x="1145752" y="2542426"/>
                </a:lnTo>
                <a:lnTo>
                  <a:pt x="1145854" y="2541475"/>
                </a:lnTo>
                <a:lnTo>
                  <a:pt x="1146024" y="2540566"/>
                </a:lnTo>
                <a:lnTo>
                  <a:pt x="1146263" y="2539700"/>
                </a:lnTo>
                <a:lnTo>
                  <a:pt x="1146569" y="2538876"/>
                </a:lnTo>
                <a:lnTo>
                  <a:pt x="1146944" y="2538094"/>
                </a:lnTo>
                <a:lnTo>
                  <a:pt x="1147386" y="2537354"/>
                </a:lnTo>
                <a:lnTo>
                  <a:pt x="1147897" y="2536657"/>
                </a:lnTo>
                <a:lnTo>
                  <a:pt x="1148476" y="2536002"/>
                </a:lnTo>
                <a:lnTo>
                  <a:pt x="1149123" y="2535389"/>
                </a:lnTo>
                <a:lnTo>
                  <a:pt x="1149838" y="2534818"/>
                </a:lnTo>
                <a:lnTo>
                  <a:pt x="1150621" y="2534290"/>
                </a:lnTo>
                <a:lnTo>
                  <a:pt x="1151472" y="2533804"/>
                </a:lnTo>
                <a:lnTo>
                  <a:pt x="1152391" y="2533360"/>
                </a:lnTo>
                <a:lnTo>
                  <a:pt x="1153379" y="2532958"/>
                </a:lnTo>
                <a:lnTo>
                  <a:pt x="1154434" y="2532599"/>
                </a:lnTo>
                <a:lnTo>
                  <a:pt x="1155558" y="2532282"/>
                </a:lnTo>
                <a:lnTo>
                  <a:pt x="1156749" y="2532007"/>
                </a:lnTo>
                <a:lnTo>
                  <a:pt x="1158009" y="2531775"/>
                </a:lnTo>
                <a:lnTo>
                  <a:pt x="1159337" y="2531585"/>
                </a:lnTo>
                <a:lnTo>
                  <a:pt x="1160733" y="2531437"/>
                </a:lnTo>
                <a:lnTo>
                  <a:pt x="1162197" y="2531331"/>
                </a:lnTo>
                <a:lnTo>
                  <a:pt x="1163729" y="2531268"/>
                </a:lnTo>
                <a:lnTo>
                  <a:pt x="1165330" y="2531247"/>
                </a:lnTo>
                <a:lnTo>
                  <a:pt x="1165793" y="2531249"/>
                </a:lnTo>
                <a:lnTo>
                  <a:pt x="1166252" y="2531255"/>
                </a:lnTo>
                <a:lnTo>
                  <a:pt x="1166709" y="2531265"/>
                </a:lnTo>
                <a:lnTo>
                  <a:pt x="1167161" y="2531280"/>
                </a:lnTo>
                <a:lnTo>
                  <a:pt x="1167610" y="2531298"/>
                </a:lnTo>
                <a:lnTo>
                  <a:pt x="1168056" y="2531321"/>
                </a:lnTo>
                <a:lnTo>
                  <a:pt x="1168498" y="2531347"/>
                </a:lnTo>
                <a:lnTo>
                  <a:pt x="1168936" y="2531378"/>
                </a:lnTo>
                <a:lnTo>
                  <a:pt x="1169371" y="2531413"/>
                </a:lnTo>
                <a:lnTo>
                  <a:pt x="1169803" y="2531452"/>
                </a:lnTo>
                <a:lnTo>
                  <a:pt x="1170231" y="2531495"/>
                </a:lnTo>
                <a:lnTo>
                  <a:pt x="1170655" y="2531543"/>
                </a:lnTo>
                <a:lnTo>
                  <a:pt x="1171076" y="2531594"/>
                </a:lnTo>
                <a:lnTo>
                  <a:pt x="1171493" y="2531649"/>
                </a:lnTo>
                <a:lnTo>
                  <a:pt x="1171907" y="2531709"/>
                </a:lnTo>
                <a:lnTo>
                  <a:pt x="1172318" y="2531773"/>
                </a:lnTo>
                <a:lnTo>
                  <a:pt x="1172724" y="2531840"/>
                </a:lnTo>
                <a:lnTo>
                  <a:pt x="1173128" y="2531912"/>
                </a:lnTo>
                <a:lnTo>
                  <a:pt x="1173528" y="2531988"/>
                </a:lnTo>
                <a:lnTo>
                  <a:pt x="1173924" y="2532068"/>
                </a:lnTo>
                <a:lnTo>
                  <a:pt x="1174317" y="2532153"/>
                </a:lnTo>
                <a:lnTo>
                  <a:pt x="1174706" y="2532241"/>
                </a:lnTo>
                <a:lnTo>
                  <a:pt x="1175091" y="2532333"/>
                </a:lnTo>
                <a:lnTo>
                  <a:pt x="1175474" y="2532430"/>
                </a:lnTo>
                <a:lnTo>
                  <a:pt x="1175865" y="2532518"/>
                </a:lnTo>
                <a:lnTo>
                  <a:pt x="1176249" y="2532614"/>
                </a:lnTo>
                <a:lnTo>
                  <a:pt x="1176625" y="2532718"/>
                </a:lnTo>
                <a:lnTo>
                  <a:pt x="1176995" y="2532829"/>
                </a:lnTo>
                <a:lnTo>
                  <a:pt x="1177358" y="2532948"/>
                </a:lnTo>
                <a:lnTo>
                  <a:pt x="1177714" y="2533075"/>
                </a:lnTo>
                <a:lnTo>
                  <a:pt x="1178062" y="2533209"/>
                </a:lnTo>
                <a:lnTo>
                  <a:pt x="1178404" y="2533351"/>
                </a:lnTo>
                <a:lnTo>
                  <a:pt x="1178739" y="2533500"/>
                </a:lnTo>
                <a:lnTo>
                  <a:pt x="1179066" y="2533657"/>
                </a:lnTo>
                <a:lnTo>
                  <a:pt x="1179387" y="2533822"/>
                </a:lnTo>
                <a:lnTo>
                  <a:pt x="1179700" y="2533994"/>
                </a:lnTo>
                <a:lnTo>
                  <a:pt x="1180007" y="2534174"/>
                </a:lnTo>
                <a:lnTo>
                  <a:pt x="1180306" y="2534362"/>
                </a:lnTo>
                <a:lnTo>
                  <a:pt x="1180598" y="2534557"/>
                </a:lnTo>
                <a:lnTo>
                  <a:pt x="1180884" y="2534760"/>
                </a:lnTo>
                <a:lnTo>
                  <a:pt x="1181162" y="2534970"/>
                </a:lnTo>
                <a:lnTo>
                  <a:pt x="1181433" y="2535188"/>
                </a:lnTo>
                <a:lnTo>
                  <a:pt x="1181697" y="2535414"/>
                </a:lnTo>
                <a:lnTo>
                  <a:pt x="1181955" y="2535647"/>
                </a:lnTo>
                <a:lnTo>
                  <a:pt x="1182205" y="2535888"/>
                </a:lnTo>
                <a:lnTo>
                  <a:pt x="1182448" y="2536137"/>
                </a:lnTo>
                <a:lnTo>
                  <a:pt x="1182684" y="2536393"/>
                </a:lnTo>
                <a:lnTo>
                  <a:pt x="1182913" y="2536657"/>
                </a:lnTo>
                <a:lnTo>
                  <a:pt x="1183147" y="2536916"/>
                </a:lnTo>
                <a:lnTo>
                  <a:pt x="1183372" y="2537185"/>
                </a:lnTo>
                <a:lnTo>
                  <a:pt x="1183586" y="2537465"/>
                </a:lnTo>
                <a:lnTo>
                  <a:pt x="1183791" y="2537756"/>
                </a:lnTo>
                <a:lnTo>
                  <a:pt x="1183985" y="2538057"/>
                </a:lnTo>
                <a:lnTo>
                  <a:pt x="1184170" y="2538369"/>
                </a:lnTo>
                <a:lnTo>
                  <a:pt x="1184345" y="2538691"/>
                </a:lnTo>
                <a:lnTo>
                  <a:pt x="1184509" y="2539024"/>
                </a:lnTo>
                <a:lnTo>
                  <a:pt x="1184664" y="2539367"/>
                </a:lnTo>
                <a:lnTo>
                  <a:pt x="1184809" y="2539721"/>
                </a:lnTo>
                <a:lnTo>
                  <a:pt x="1184943" y="2540086"/>
                </a:lnTo>
                <a:lnTo>
                  <a:pt x="1185068" y="2540461"/>
                </a:lnTo>
                <a:lnTo>
                  <a:pt x="1185183" y="2540847"/>
                </a:lnTo>
                <a:lnTo>
                  <a:pt x="1185288" y="2541243"/>
                </a:lnTo>
                <a:lnTo>
                  <a:pt x="1185383" y="2541650"/>
                </a:lnTo>
                <a:lnTo>
                  <a:pt x="1185467" y="2542067"/>
                </a:lnTo>
                <a:lnTo>
                  <a:pt x="1185542" y="2542495"/>
                </a:lnTo>
                <a:lnTo>
                  <a:pt x="1185607" y="2542933"/>
                </a:lnTo>
                <a:lnTo>
                  <a:pt x="1185662" y="2543383"/>
                </a:lnTo>
                <a:lnTo>
                  <a:pt x="1185707" y="2543842"/>
                </a:lnTo>
                <a:lnTo>
                  <a:pt x="1185742" y="2544312"/>
                </a:lnTo>
                <a:lnTo>
                  <a:pt x="1185767" y="2544793"/>
                </a:lnTo>
                <a:lnTo>
                  <a:pt x="1185782" y="2545285"/>
                </a:lnTo>
                <a:lnTo>
                  <a:pt x="1185787" y="2545786"/>
                </a:lnTo>
                <a:lnTo>
                  <a:pt x="1200496" y="2545786"/>
                </a:lnTo>
                <a:lnTo>
                  <a:pt x="1200523" y="2545689"/>
                </a:lnTo>
                <a:lnTo>
                  <a:pt x="1200550" y="2545593"/>
                </a:lnTo>
                <a:lnTo>
                  <a:pt x="1200575" y="2545499"/>
                </a:lnTo>
                <a:lnTo>
                  <a:pt x="1200599" y="2545406"/>
                </a:lnTo>
                <a:lnTo>
                  <a:pt x="1200622" y="2545315"/>
                </a:lnTo>
                <a:lnTo>
                  <a:pt x="1200644" y="2545226"/>
                </a:lnTo>
                <a:lnTo>
                  <a:pt x="1200664" y="2545139"/>
                </a:lnTo>
                <a:lnTo>
                  <a:pt x="1200683" y="2545054"/>
                </a:lnTo>
                <a:lnTo>
                  <a:pt x="1200702" y="2544970"/>
                </a:lnTo>
                <a:lnTo>
                  <a:pt x="1200719" y="2544888"/>
                </a:lnTo>
                <a:lnTo>
                  <a:pt x="1200735" y="2544808"/>
                </a:lnTo>
                <a:lnTo>
                  <a:pt x="1200749" y="2544730"/>
                </a:lnTo>
                <a:lnTo>
                  <a:pt x="1200763" y="2544653"/>
                </a:lnTo>
                <a:lnTo>
                  <a:pt x="1200775" y="2544578"/>
                </a:lnTo>
                <a:lnTo>
                  <a:pt x="1200786" y="2544505"/>
                </a:lnTo>
                <a:lnTo>
                  <a:pt x="1200796" y="2544434"/>
                </a:lnTo>
                <a:lnTo>
                  <a:pt x="1200805" y="2544364"/>
                </a:lnTo>
                <a:lnTo>
                  <a:pt x="1200813" y="2544297"/>
                </a:lnTo>
                <a:lnTo>
                  <a:pt x="1200819" y="2544230"/>
                </a:lnTo>
                <a:lnTo>
                  <a:pt x="1200824" y="2544166"/>
                </a:lnTo>
                <a:lnTo>
                  <a:pt x="1200828" y="2544104"/>
                </a:lnTo>
                <a:lnTo>
                  <a:pt x="1200831" y="2544043"/>
                </a:lnTo>
                <a:lnTo>
                  <a:pt x="1200833" y="2543984"/>
                </a:lnTo>
                <a:lnTo>
                  <a:pt x="1200834" y="2543927"/>
                </a:lnTo>
                <a:lnTo>
                  <a:pt x="1200834" y="2543871"/>
                </a:lnTo>
                <a:lnTo>
                  <a:pt x="1200834" y="2543815"/>
                </a:lnTo>
                <a:lnTo>
                  <a:pt x="1200834" y="2543760"/>
                </a:lnTo>
                <a:lnTo>
                  <a:pt x="1200834" y="2543706"/>
                </a:lnTo>
                <a:lnTo>
                  <a:pt x="1200834" y="2543652"/>
                </a:lnTo>
                <a:lnTo>
                  <a:pt x="1200834" y="2543599"/>
                </a:lnTo>
                <a:lnTo>
                  <a:pt x="1200834" y="2543546"/>
                </a:lnTo>
                <a:lnTo>
                  <a:pt x="1200834" y="2543495"/>
                </a:lnTo>
                <a:lnTo>
                  <a:pt x="1200834" y="2543443"/>
                </a:lnTo>
                <a:lnTo>
                  <a:pt x="1200834" y="2543392"/>
                </a:lnTo>
                <a:lnTo>
                  <a:pt x="1200834" y="2543342"/>
                </a:lnTo>
                <a:lnTo>
                  <a:pt x="1200834" y="2543293"/>
                </a:lnTo>
                <a:lnTo>
                  <a:pt x="1200834" y="2543244"/>
                </a:lnTo>
                <a:lnTo>
                  <a:pt x="1200834" y="2543195"/>
                </a:lnTo>
                <a:lnTo>
                  <a:pt x="1200834" y="2543147"/>
                </a:lnTo>
                <a:lnTo>
                  <a:pt x="1200834" y="2543100"/>
                </a:lnTo>
                <a:lnTo>
                  <a:pt x="1200834" y="2543053"/>
                </a:lnTo>
                <a:lnTo>
                  <a:pt x="1200834" y="2543007"/>
                </a:lnTo>
                <a:lnTo>
                  <a:pt x="1200834" y="2542962"/>
                </a:lnTo>
                <a:lnTo>
                  <a:pt x="1200834" y="2542917"/>
                </a:lnTo>
                <a:lnTo>
                  <a:pt x="1200834" y="2542873"/>
                </a:lnTo>
                <a:lnTo>
                  <a:pt x="1200834" y="2542829"/>
                </a:lnTo>
                <a:lnTo>
                  <a:pt x="1200834" y="2542786"/>
                </a:lnTo>
                <a:lnTo>
                  <a:pt x="1200834" y="2542743"/>
                </a:lnTo>
                <a:lnTo>
                  <a:pt x="1200826" y="2542141"/>
                </a:lnTo>
                <a:lnTo>
                  <a:pt x="1200802" y="2541547"/>
                </a:lnTo>
                <a:lnTo>
                  <a:pt x="1200762" y="2540960"/>
                </a:lnTo>
                <a:lnTo>
                  <a:pt x="1200707" y="2540381"/>
                </a:lnTo>
                <a:lnTo>
                  <a:pt x="1200636" y="2539809"/>
                </a:lnTo>
                <a:lnTo>
                  <a:pt x="1200548" y="2539246"/>
                </a:lnTo>
                <a:lnTo>
                  <a:pt x="1200445" y="2538689"/>
                </a:lnTo>
                <a:lnTo>
                  <a:pt x="1200327" y="2538141"/>
                </a:lnTo>
                <a:lnTo>
                  <a:pt x="1200192" y="2537600"/>
                </a:lnTo>
                <a:lnTo>
                  <a:pt x="1200041" y="2537067"/>
                </a:lnTo>
                <a:lnTo>
                  <a:pt x="1199875" y="2536541"/>
                </a:lnTo>
                <a:lnTo>
                  <a:pt x="1199693" y="2536023"/>
                </a:lnTo>
                <a:lnTo>
                  <a:pt x="1199494" y="2535512"/>
                </a:lnTo>
                <a:lnTo>
                  <a:pt x="1199280" y="2535010"/>
                </a:lnTo>
                <a:lnTo>
                  <a:pt x="1199051" y="2534514"/>
                </a:lnTo>
                <a:lnTo>
                  <a:pt x="1198805" y="2534027"/>
                </a:lnTo>
                <a:lnTo>
                  <a:pt x="1198543" y="2533547"/>
                </a:lnTo>
                <a:lnTo>
                  <a:pt x="1198266" y="2533075"/>
                </a:lnTo>
                <a:lnTo>
                  <a:pt x="1197973" y="2532610"/>
                </a:lnTo>
                <a:lnTo>
                  <a:pt x="1197664" y="2532153"/>
                </a:lnTo>
                <a:lnTo>
                  <a:pt x="1197339" y="2531704"/>
                </a:lnTo>
                <a:lnTo>
                  <a:pt x="1196998" y="2531262"/>
                </a:lnTo>
                <a:lnTo>
                  <a:pt x="1196641" y="2530828"/>
                </a:lnTo>
                <a:lnTo>
                  <a:pt x="1196269" y="2530401"/>
                </a:lnTo>
                <a:lnTo>
                  <a:pt x="1195883" y="2529969"/>
                </a:lnTo>
                <a:lnTo>
                  <a:pt x="1195486" y="2529544"/>
                </a:lnTo>
                <a:lnTo>
                  <a:pt x="1195077" y="2529128"/>
                </a:lnTo>
                <a:lnTo>
                  <a:pt x="1194658" y="2528720"/>
                </a:lnTo>
                <a:lnTo>
                  <a:pt x="1194227" y="2528320"/>
                </a:lnTo>
                <a:lnTo>
                  <a:pt x="1193786" y="2527929"/>
                </a:lnTo>
                <a:lnTo>
                  <a:pt x="1193333" y="2527545"/>
                </a:lnTo>
                <a:lnTo>
                  <a:pt x="1192869" y="2527170"/>
                </a:lnTo>
                <a:lnTo>
                  <a:pt x="1192394" y="2526803"/>
                </a:lnTo>
                <a:lnTo>
                  <a:pt x="1191907" y="2526445"/>
                </a:lnTo>
                <a:lnTo>
                  <a:pt x="1191410" y="2526094"/>
                </a:lnTo>
                <a:lnTo>
                  <a:pt x="1190901" y="2525752"/>
                </a:lnTo>
                <a:lnTo>
                  <a:pt x="1190381" y="2525418"/>
                </a:lnTo>
                <a:lnTo>
                  <a:pt x="1189850" y="2525092"/>
                </a:lnTo>
                <a:lnTo>
                  <a:pt x="1189308" y="2524775"/>
                </a:lnTo>
                <a:lnTo>
                  <a:pt x="1188755" y="2524465"/>
                </a:lnTo>
                <a:lnTo>
                  <a:pt x="1188190" y="2524164"/>
                </a:lnTo>
                <a:lnTo>
                  <a:pt x="1187615" y="2523871"/>
                </a:lnTo>
                <a:lnTo>
                  <a:pt x="1187028" y="2523586"/>
                </a:lnTo>
                <a:lnTo>
                  <a:pt x="1186430" y="2523310"/>
                </a:lnTo>
                <a:lnTo>
                  <a:pt x="1185821" y="2523042"/>
                </a:lnTo>
                <a:lnTo>
                  <a:pt x="1185201" y="2522782"/>
                </a:lnTo>
                <a:lnTo>
                  <a:pt x="1184570" y="2522530"/>
                </a:lnTo>
                <a:lnTo>
                  <a:pt x="1183927" y="2522286"/>
                </a:lnTo>
                <a:lnTo>
                  <a:pt x="1183289" y="2522052"/>
                </a:lnTo>
                <a:lnTo>
                  <a:pt x="1182645" y="2521827"/>
                </a:lnTo>
                <a:lnTo>
                  <a:pt x="1181993" y="2521613"/>
                </a:lnTo>
                <a:lnTo>
                  <a:pt x="1181335" y="2521408"/>
                </a:lnTo>
                <a:lnTo>
                  <a:pt x="1180669" y="2521213"/>
                </a:lnTo>
                <a:lnTo>
                  <a:pt x="1179996" y="2521029"/>
                </a:lnTo>
                <a:lnTo>
                  <a:pt x="1179316" y="2520854"/>
                </a:lnTo>
                <a:lnTo>
                  <a:pt x="1178630" y="2520689"/>
                </a:lnTo>
                <a:lnTo>
                  <a:pt x="1177936" y="2520535"/>
                </a:lnTo>
                <a:lnTo>
                  <a:pt x="1177235" y="2520390"/>
                </a:lnTo>
                <a:lnTo>
                  <a:pt x="1176527" y="2520255"/>
                </a:lnTo>
                <a:lnTo>
                  <a:pt x="1175812" y="2520131"/>
                </a:lnTo>
                <a:lnTo>
                  <a:pt x="1175090" y="2520016"/>
                </a:lnTo>
                <a:lnTo>
                  <a:pt x="1174361" y="2519911"/>
                </a:lnTo>
                <a:lnTo>
                  <a:pt x="1173625" y="2519816"/>
                </a:lnTo>
                <a:lnTo>
                  <a:pt x="1172881" y="2519731"/>
                </a:lnTo>
                <a:lnTo>
                  <a:pt x="1172131" y="2519657"/>
                </a:lnTo>
                <a:lnTo>
                  <a:pt x="1171374" y="2519592"/>
                </a:lnTo>
                <a:lnTo>
                  <a:pt x="1170610" y="2519537"/>
                </a:lnTo>
                <a:lnTo>
                  <a:pt x="1169838" y="2519492"/>
                </a:lnTo>
                <a:lnTo>
                  <a:pt x="1169060" y="2519457"/>
                </a:lnTo>
                <a:lnTo>
                  <a:pt x="1168274" y="2519432"/>
                </a:lnTo>
                <a:lnTo>
                  <a:pt x="1167482" y="2519417"/>
                </a:lnTo>
                <a:lnTo>
                  <a:pt x="1166682" y="2519412"/>
                </a:lnTo>
                <a:lnTo>
                  <a:pt x="1165771" y="2519417"/>
                </a:lnTo>
                <a:lnTo>
                  <a:pt x="1164870" y="2519432"/>
                </a:lnTo>
                <a:lnTo>
                  <a:pt x="1163977" y="2519457"/>
                </a:lnTo>
                <a:lnTo>
                  <a:pt x="1163094" y="2519492"/>
                </a:lnTo>
                <a:lnTo>
                  <a:pt x="1162221" y="2519537"/>
                </a:lnTo>
                <a:lnTo>
                  <a:pt x="1161357" y="2519592"/>
                </a:lnTo>
                <a:lnTo>
                  <a:pt x="1160502" y="2519657"/>
                </a:lnTo>
                <a:lnTo>
                  <a:pt x="1159657" y="2519731"/>
                </a:lnTo>
                <a:lnTo>
                  <a:pt x="1158821" y="2519816"/>
                </a:lnTo>
                <a:lnTo>
                  <a:pt x="1157994" y="2519911"/>
                </a:lnTo>
                <a:lnTo>
                  <a:pt x="1157177" y="2520016"/>
                </a:lnTo>
                <a:lnTo>
                  <a:pt x="1156369" y="2520131"/>
                </a:lnTo>
                <a:lnTo>
                  <a:pt x="1155571" y="2520255"/>
                </a:lnTo>
                <a:lnTo>
                  <a:pt x="1154782" y="2520390"/>
                </a:lnTo>
                <a:lnTo>
                  <a:pt x="1154002" y="2520535"/>
                </a:lnTo>
                <a:lnTo>
                  <a:pt x="1153232" y="2520689"/>
                </a:lnTo>
                <a:lnTo>
                  <a:pt x="1152471" y="2520854"/>
                </a:lnTo>
                <a:lnTo>
                  <a:pt x="1151720" y="2521029"/>
                </a:lnTo>
                <a:lnTo>
                  <a:pt x="1150978" y="2521213"/>
                </a:lnTo>
                <a:lnTo>
                  <a:pt x="1150245" y="2521408"/>
                </a:lnTo>
                <a:lnTo>
                  <a:pt x="1149522" y="2521613"/>
                </a:lnTo>
                <a:lnTo>
                  <a:pt x="1148808" y="2521827"/>
                </a:lnTo>
                <a:lnTo>
                  <a:pt x="1148104" y="2522052"/>
                </a:lnTo>
                <a:lnTo>
                  <a:pt x="1147409" y="2522286"/>
                </a:lnTo>
                <a:lnTo>
                  <a:pt x="1146738" y="2522530"/>
                </a:lnTo>
                <a:lnTo>
                  <a:pt x="1146081" y="2522784"/>
                </a:lnTo>
                <a:lnTo>
                  <a:pt x="1145435" y="2523047"/>
                </a:lnTo>
                <a:lnTo>
                  <a:pt x="1144802" y="2523319"/>
                </a:lnTo>
                <a:lnTo>
                  <a:pt x="1144181" y="2523601"/>
                </a:lnTo>
                <a:lnTo>
                  <a:pt x="1143573" y="2523892"/>
                </a:lnTo>
                <a:lnTo>
                  <a:pt x="1142977" y="2524193"/>
                </a:lnTo>
                <a:lnTo>
                  <a:pt x="1142393" y="2524503"/>
                </a:lnTo>
                <a:lnTo>
                  <a:pt x="1141821" y="2524822"/>
                </a:lnTo>
                <a:lnTo>
                  <a:pt x="1141262" y="2525151"/>
                </a:lnTo>
                <a:lnTo>
                  <a:pt x="1140715" y="2525489"/>
                </a:lnTo>
                <a:lnTo>
                  <a:pt x="1140181" y="2525836"/>
                </a:lnTo>
                <a:lnTo>
                  <a:pt x="1139659" y="2526193"/>
                </a:lnTo>
                <a:lnTo>
                  <a:pt x="1139149" y="2526560"/>
                </a:lnTo>
                <a:lnTo>
                  <a:pt x="1138651" y="2526935"/>
                </a:lnTo>
                <a:lnTo>
                  <a:pt x="1138166" y="2527320"/>
                </a:lnTo>
                <a:lnTo>
                  <a:pt x="1137693" y="2527715"/>
                </a:lnTo>
                <a:lnTo>
                  <a:pt x="1137233" y="2528119"/>
                </a:lnTo>
                <a:lnTo>
                  <a:pt x="1136785" y="2528532"/>
                </a:lnTo>
                <a:lnTo>
                  <a:pt x="1136349" y="2528955"/>
                </a:lnTo>
                <a:lnTo>
                  <a:pt x="1135925" y="2529387"/>
                </a:lnTo>
                <a:lnTo>
                  <a:pt x="1135514" y="2529828"/>
                </a:lnTo>
                <a:lnTo>
                  <a:pt x="1135115" y="2530279"/>
                </a:lnTo>
                <a:lnTo>
                  <a:pt x="1134728" y="2530739"/>
                </a:lnTo>
                <a:lnTo>
                  <a:pt x="1134356" y="2531209"/>
                </a:lnTo>
                <a:lnTo>
                  <a:pt x="1133999" y="2531689"/>
                </a:lnTo>
                <a:lnTo>
                  <a:pt x="1133659" y="2532179"/>
                </a:lnTo>
                <a:lnTo>
                  <a:pt x="1133334" y="2532679"/>
                </a:lnTo>
                <a:lnTo>
                  <a:pt x="1133025" y="2533189"/>
                </a:lnTo>
                <a:lnTo>
                  <a:pt x="1132731" y="2533709"/>
                </a:lnTo>
                <a:lnTo>
                  <a:pt x="1132454" y="2534238"/>
                </a:lnTo>
                <a:lnTo>
                  <a:pt x="1132192" y="2534778"/>
                </a:lnTo>
                <a:lnTo>
                  <a:pt x="1131947" y="2535328"/>
                </a:lnTo>
                <a:lnTo>
                  <a:pt x="1131717" y="2535888"/>
                </a:lnTo>
                <a:lnTo>
                  <a:pt x="1131503" y="2536457"/>
                </a:lnTo>
                <a:lnTo>
                  <a:pt x="1131305" y="2537037"/>
                </a:lnTo>
                <a:lnTo>
                  <a:pt x="1131123" y="2537627"/>
                </a:lnTo>
                <a:lnTo>
                  <a:pt x="1130956" y="2538226"/>
                </a:lnTo>
                <a:lnTo>
                  <a:pt x="1130806" y="2538836"/>
                </a:lnTo>
                <a:lnTo>
                  <a:pt x="1130671" y="2539456"/>
                </a:lnTo>
                <a:lnTo>
                  <a:pt x="1130552" y="2540085"/>
                </a:lnTo>
                <a:lnTo>
                  <a:pt x="1130449" y="2540725"/>
                </a:lnTo>
                <a:lnTo>
                  <a:pt x="1130362" y="2541374"/>
                </a:lnTo>
                <a:lnTo>
                  <a:pt x="1130290" y="2542034"/>
                </a:lnTo>
                <a:lnTo>
                  <a:pt x="1130235" y="2542703"/>
                </a:lnTo>
                <a:lnTo>
                  <a:pt x="1130195" y="2543383"/>
                </a:lnTo>
                <a:lnTo>
                  <a:pt x="1130172" y="2544072"/>
                </a:lnTo>
                <a:lnTo>
                  <a:pt x="1130164" y="2544772"/>
                </a:lnTo>
                <a:lnTo>
                  <a:pt x="1130169" y="2545374"/>
                </a:lnTo>
                <a:lnTo>
                  <a:pt x="1130185" y="2545967"/>
                </a:lnTo>
                <a:lnTo>
                  <a:pt x="1130211" y="2546552"/>
                </a:lnTo>
                <a:lnTo>
                  <a:pt x="1130248" y="2547130"/>
                </a:lnTo>
                <a:lnTo>
                  <a:pt x="1130296" y="2547698"/>
                </a:lnTo>
                <a:lnTo>
                  <a:pt x="1130354" y="2548259"/>
                </a:lnTo>
                <a:lnTo>
                  <a:pt x="1130423" y="2548811"/>
                </a:lnTo>
                <a:lnTo>
                  <a:pt x="1130502" y="2549356"/>
                </a:lnTo>
                <a:lnTo>
                  <a:pt x="1130592" y="2549892"/>
                </a:lnTo>
                <a:lnTo>
                  <a:pt x="1130692" y="2550419"/>
                </a:lnTo>
                <a:lnTo>
                  <a:pt x="1130803" y="2550939"/>
                </a:lnTo>
                <a:lnTo>
                  <a:pt x="1130924" y="2551450"/>
                </a:lnTo>
                <a:lnTo>
                  <a:pt x="1131057" y="2551953"/>
                </a:lnTo>
                <a:lnTo>
                  <a:pt x="1131199" y="2552448"/>
                </a:lnTo>
                <a:lnTo>
                  <a:pt x="1131352" y="2552935"/>
                </a:lnTo>
                <a:lnTo>
                  <a:pt x="1131516" y="2553413"/>
                </a:lnTo>
                <a:lnTo>
                  <a:pt x="1131691" y="2553883"/>
                </a:lnTo>
                <a:lnTo>
                  <a:pt x="1131875" y="2554345"/>
                </a:lnTo>
                <a:lnTo>
                  <a:pt x="1132071" y="2554799"/>
                </a:lnTo>
                <a:lnTo>
                  <a:pt x="1132277" y="2555245"/>
                </a:lnTo>
                <a:lnTo>
                  <a:pt x="1132494" y="2555682"/>
                </a:lnTo>
                <a:lnTo>
                  <a:pt x="1132721" y="2556111"/>
                </a:lnTo>
                <a:lnTo>
                  <a:pt x="1132959" y="2556532"/>
                </a:lnTo>
                <a:lnTo>
                  <a:pt x="1133207" y="2556945"/>
                </a:lnTo>
                <a:lnTo>
                  <a:pt x="1133467" y="2557336"/>
                </a:lnTo>
                <a:lnTo>
                  <a:pt x="1133741" y="2557722"/>
                </a:lnTo>
                <a:lnTo>
                  <a:pt x="1134028" y="2558102"/>
                </a:lnTo>
                <a:lnTo>
                  <a:pt x="1134329" y="2558476"/>
                </a:lnTo>
                <a:lnTo>
                  <a:pt x="1134644" y="2558844"/>
                </a:lnTo>
                <a:lnTo>
                  <a:pt x="1134972" y="2559206"/>
                </a:lnTo>
                <a:lnTo>
                  <a:pt x="1135313" y="2559562"/>
                </a:lnTo>
                <a:lnTo>
                  <a:pt x="1135668" y="2559913"/>
                </a:lnTo>
                <a:lnTo>
                  <a:pt x="1136036" y="2560258"/>
                </a:lnTo>
                <a:lnTo>
                  <a:pt x="1136418" y="2560596"/>
                </a:lnTo>
                <a:lnTo>
                  <a:pt x="1136813" y="2560929"/>
                </a:lnTo>
                <a:lnTo>
                  <a:pt x="1137222" y="2561256"/>
                </a:lnTo>
                <a:lnTo>
                  <a:pt x="1137645" y="2561577"/>
                </a:lnTo>
                <a:lnTo>
                  <a:pt x="1138081" y="2561892"/>
                </a:lnTo>
                <a:lnTo>
                  <a:pt x="1138530" y="2562202"/>
                </a:lnTo>
                <a:lnTo>
                  <a:pt x="1138993" y="2562505"/>
                </a:lnTo>
                <a:lnTo>
                  <a:pt x="1139469" y="2562803"/>
                </a:lnTo>
                <a:lnTo>
                  <a:pt x="1139959" y="2563095"/>
                </a:lnTo>
                <a:lnTo>
                  <a:pt x="1140462" y="2563380"/>
                </a:lnTo>
                <a:lnTo>
                  <a:pt x="1140979" y="2563661"/>
                </a:lnTo>
                <a:lnTo>
                  <a:pt x="1141510" y="2563935"/>
                </a:lnTo>
                <a:lnTo>
                  <a:pt x="1142054" y="2564203"/>
                </a:lnTo>
                <a:lnTo>
                  <a:pt x="1142611" y="2564465"/>
                </a:lnTo>
                <a:lnTo>
                  <a:pt x="1143182" y="2564722"/>
                </a:lnTo>
                <a:lnTo>
                  <a:pt x="1143767" y="2564960"/>
                </a:lnTo>
                <a:lnTo>
                  <a:pt x="1144368" y="2565195"/>
                </a:lnTo>
                <a:lnTo>
                  <a:pt x="1144983" y="2565427"/>
                </a:lnTo>
                <a:lnTo>
                  <a:pt x="1145615" y="2565656"/>
                </a:lnTo>
                <a:lnTo>
                  <a:pt x="1146261" y="2565883"/>
                </a:lnTo>
                <a:lnTo>
                  <a:pt x="1146922" y="2566106"/>
                </a:lnTo>
                <a:lnTo>
                  <a:pt x="1147599" y="2566327"/>
                </a:lnTo>
                <a:lnTo>
                  <a:pt x="1148291" y="2566544"/>
                </a:lnTo>
                <a:lnTo>
                  <a:pt x="1148999" y="2566759"/>
                </a:lnTo>
                <a:lnTo>
                  <a:pt x="1149721" y="2566970"/>
                </a:lnTo>
                <a:lnTo>
                  <a:pt x="1150459" y="2567179"/>
                </a:lnTo>
                <a:lnTo>
                  <a:pt x="1151213" y="2567385"/>
                </a:lnTo>
                <a:lnTo>
                  <a:pt x="1151981" y="2567587"/>
                </a:lnTo>
                <a:lnTo>
                  <a:pt x="1152765" y="2567787"/>
                </a:lnTo>
                <a:lnTo>
                  <a:pt x="1153564" y="2567984"/>
                </a:lnTo>
                <a:lnTo>
                  <a:pt x="1154378" y="2568178"/>
                </a:lnTo>
                <a:lnTo>
                  <a:pt x="1155207" y="2568369"/>
                </a:lnTo>
                <a:lnTo>
                  <a:pt x="1156052" y="2568558"/>
                </a:lnTo>
                <a:lnTo>
                  <a:pt x="1156912" y="2568743"/>
                </a:lnTo>
                <a:lnTo>
                  <a:pt x="1157787" y="2568925"/>
                </a:lnTo>
                <a:lnTo>
                  <a:pt x="1158678" y="2569104"/>
                </a:lnTo>
                <a:lnTo>
                  <a:pt x="1159584" y="2569281"/>
                </a:lnTo>
                <a:lnTo>
                  <a:pt x="1160505" y="2569454"/>
                </a:lnTo>
                <a:lnTo>
                  <a:pt x="1161441" y="2569625"/>
                </a:lnTo>
                <a:lnTo>
                  <a:pt x="1162320" y="2569766"/>
                </a:lnTo>
                <a:lnTo>
                  <a:pt x="1163181" y="2569908"/>
                </a:lnTo>
                <a:lnTo>
                  <a:pt x="1164025" y="2570050"/>
                </a:lnTo>
                <a:lnTo>
                  <a:pt x="1164851" y="2570193"/>
                </a:lnTo>
                <a:lnTo>
                  <a:pt x="1165659" y="2570337"/>
                </a:lnTo>
                <a:lnTo>
                  <a:pt x="1166450" y="2570481"/>
                </a:lnTo>
                <a:lnTo>
                  <a:pt x="1167223" y="2570625"/>
                </a:lnTo>
                <a:lnTo>
                  <a:pt x="1167978" y="2570771"/>
                </a:lnTo>
                <a:lnTo>
                  <a:pt x="1168716" y="2570917"/>
                </a:lnTo>
                <a:lnTo>
                  <a:pt x="1169437" y="2571063"/>
                </a:lnTo>
                <a:lnTo>
                  <a:pt x="1170139" y="2571210"/>
                </a:lnTo>
                <a:lnTo>
                  <a:pt x="1170824" y="2571358"/>
                </a:lnTo>
                <a:lnTo>
                  <a:pt x="1171492" y="2571506"/>
                </a:lnTo>
                <a:lnTo>
                  <a:pt x="1172142" y="2571655"/>
                </a:lnTo>
                <a:lnTo>
                  <a:pt x="1172774" y="2571804"/>
                </a:lnTo>
                <a:lnTo>
                  <a:pt x="1173389" y="2571954"/>
                </a:lnTo>
                <a:lnTo>
                  <a:pt x="1173986" y="2572105"/>
                </a:lnTo>
                <a:lnTo>
                  <a:pt x="1174565" y="2572256"/>
                </a:lnTo>
                <a:lnTo>
                  <a:pt x="1175127" y="2572408"/>
                </a:lnTo>
                <a:lnTo>
                  <a:pt x="1175671" y="2572560"/>
                </a:lnTo>
                <a:lnTo>
                  <a:pt x="1176197" y="2572713"/>
                </a:lnTo>
                <a:lnTo>
                  <a:pt x="1176706" y="2572867"/>
                </a:lnTo>
                <a:lnTo>
                  <a:pt x="1177198" y="2573021"/>
                </a:lnTo>
                <a:lnTo>
                  <a:pt x="1177672" y="2573175"/>
                </a:lnTo>
                <a:lnTo>
                  <a:pt x="1178144" y="2573331"/>
                </a:lnTo>
                <a:lnTo>
                  <a:pt x="1178605" y="2573490"/>
                </a:lnTo>
                <a:lnTo>
                  <a:pt x="1179053" y="2573651"/>
                </a:lnTo>
                <a:lnTo>
                  <a:pt x="1179489" y="2573814"/>
                </a:lnTo>
                <a:lnTo>
                  <a:pt x="1179913" y="2573979"/>
                </a:lnTo>
                <a:lnTo>
                  <a:pt x="1180324" y="2574147"/>
                </a:lnTo>
                <a:lnTo>
                  <a:pt x="1180723" y="2574318"/>
                </a:lnTo>
                <a:lnTo>
                  <a:pt x="1181109" y="2574490"/>
                </a:lnTo>
                <a:lnTo>
                  <a:pt x="1181483" y="2574665"/>
                </a:lnTo>
                <a:lnTo>
                  <a:pt x="1181845" y="2574842"/>
                </a:lnTo>
                <a:lnTo>
                  <a:pt x="1182195" y="2575022"/>
                </a:lnTo>
                <a:lnTo>
                  <a:pt x="1182532" y="2575204"/>
                </a:lnTo>
                <a:lnTo>
                  <a:pt x="1182857" y="2575388"/>
                </a:lnTo>
                <a:lnTo>
                  <a:pt x="1183170" y="2575575"/>
                </a:lnTo>
                <a:lnTo>
                  <a:pt x="1183470" y="2575764"/>
                </a:lnTo>
                <a:lnTo>
                  <a:pt x="1183758" y="2575955"/>
                </a:lnTo>
                <a:lnTo>
                  <a:pt x="1184034" y="2576149"/>
                </a:lnTo>
                <a:lnTo>
                  <a:pt x="1184297" y="2576345"/>
                </a:lnTo>
                <a:lnTo>
                  <a:pt x="1184548" y="2576544"/>
                </a:lnTo>
                <a:lnTo>
                  <a:pt x="1184786" y="2576744"/>
                </a:lnTo>
                <a:lnTo>
                  <a:pt x="1185013" y="2576948"/>
                </a:lnTo>
                <a:lnTo>
                  <a:pt x="1185227" y="2577153"/>
                </a:lnTo>
                <a:lnTo>
                  <a:pt x="1185428" y="2577361"/>
                </a:lnTo>
                <a:lnTo>
                  <a:pt x="1185618" y="2577571"/>
                </a:lnTo>
                <a:lnTo>
                  <a:pt x="1185797" y="2577785"/>
                </a:lnTo>
                <a:lnTo>
                  <a:pt x="1185969" y="2578003"/>
                </a:lnTo>
                <a:lnTo>
                  <a:pt x="1186133" y="2578226"/>
                </a:lnTo>
                <a:lnTo>
                  <a:pt x="1186289" y="2578454"/>
                </a:lnTo>
                <a:lnTo>
                  <a:pt x="1186438" y="2578686"/>
                </a:lnTo>
                <a:lnTo>
                  <a:pt x="1186579" y="2578924"/>
                </a:lnTo>
                <a:lnTo>
                  <a:pt x="1186713" y="2579165"/>
                </a:lnTo>
                <a:lnTo>
                  <a:pt x="1186839" y="2579412"/>
                </a:lnTo>
                <a:lnTo>
                  <a:pt x="1186957" y="2579663"/>
                </a:lnTo>
                <a:lnTo>
                  <a:pt x="1187068" y="2579919"/>
                </a:lnTo>
                <a:lnTo>
                  <a:pt x="1187171" y="2580180"/>
                </a:lnTo>
                <a:lnTo>
                  <a:pt x="1187266" y="2580445"/>
                </a:lnTo>
                <a:lnTo>
                  <a:pt x="1187354" y="2580715"/>
                </a:lnTo>
                <a:lnTo>
                  <a:pt x="1187434" y="2580990"/>
                </a:lnTo>
                <a:lnTo>
                  <a:pt x="1187507" y="2581269"/>
                </a:lnTo>
                <a:lnTo>
                  <a:pt x="1187572" y="2581553"/>
                </a:lnTo>
                <a:lnTo>
                  <a:pt x="1187629" y="2581842"/>
                </a:lnTo>
                <a:lnTo>
                  <a:pt x="1187678" y="2582136"/>
                </a:lnTo>
                <a:lnTo>
                  <a:pt x="1187720" y="2582434"/>
                </a:lnTo>
                <a:lnTo>
                  <a:pt x="1187755" y="2582737"/>
                </a:lnTo>
                <a:lnTo>
                  <a:pt x="1187781" y="2583045"/>
                </a:lnTo>
                <a:lnTo>
                  <a:pt x="1187800" y="2583357"/>
                </a:lnTo>
                <a:lnTo>
                  <a:pt x="1187812" y="2583674"/>
                </a:lnTo>
                <a:lnTo>
                  <a:pt x="1187816" y="2583996"/>
                </a:lnTo>
                <a:lnTo>
                  <a:pt x="1187806" y="2584485"/>
                </a:lnTo>
                <a:lnTo>
                  <a:pt x="1187778" y="2584967"/>
                </a:lnTo>
                <a:lnTo>
                  <a:pt x="1187731" y="2585441"/>
                </a:lnTo>
                <a:lnTo>
                  <a:pt x="1187665" y="2585907"/>
                </a:lnTo>
                <a:lnTo>
                  <a:pt x="1187581" y="2586366"/>
                </a:lnTo>
                <a:lnTo>
                  <a:pt x="1187478" y="2586817"/>
                </a:lnTo>
                <a:lnTo>
                  <a:pt x="1187356" y="2587260"/>
                </a:lnTo>
                <a:lnTo>
                  <a:pt x="1187215" y="2587696"/>
                </a:lnTo>
                <a:lnTo>
                  <a:pt x="1187055" y="2588125"/>
                </a:lnTo>
                <a:lnTo>
                  <a:pt x="1186876" y="2588545"/>
                </a:lnTo>
                <a:lnTo>
                  <a:pt x="1186679" y="2588958"/>
                </a:lnTo>
                <a:lnTo>
                  <a:pt x="1186463" y="2589363"/>
                </a:lnTo>
                <a:lnTo>
                  <a:pt x="1186228" y="2589761"/>
                </a:lnTo>
                <a:lnTo>
                  <a:pt x="1185975" y="2590151"/>
                </a:lnTo>
                <a:lnTo>
                  <a:pt x="1185702" y="2590534"/>
                </a:lnTo>
                <a:lnTo>
                  <a:pt x="1185411" y="2590909"/>
                </a:lnTo>
                <a:lnTo>
                  <a:pt x="1185101" y="2591276"/>
                </a:lnTo>
                <a:lnTo>
                  <a:pt x="1184773" y="2591635"/>
                </a:lnTo>
                <a:lnTo>
                  <a:pt x="1184425" y="2591987"/>
                </a:lnTo>
                <a:lnTo>
                  <a:pt x="1184059" y="2592331"/>
                </a:lnTo>
                <a:lnTo>
                  <a:pt x="1183674" y="2592668"/>
                </a:lnTo>
                <a:lnTo>
                  <a:pt x="1183270" y="2592997"/>
                </a:lnTo>
                <a:lnTo>
                  <a:pt x="1182847" y="2593319"/>
                </a:lnTo>
                <a:lnTo>
                  <a:pt x="1182406" y="2593632"/>
                </a:lnTo>
                <a:lnTo>
                  <a:pt x="1181960" y="2593922"/>
                </a:lnTo>
                <a:lnTo>
                  <a:pt x="1181497" y="2594199"/>
                </a:lnTo>
                <a:lnTo>
                  <a:pt x="1181016" y="2594464"/>
                </a:lnTo>
                <a:lnTo>
                  <a:pt x="1180518" y="2594717"/>
                </a:lnTo>
                <a:lnTo>
                  <a:pt x="1180002" y="2594958"/>
                </a:lnTo>
                <a:lnTo>
                  <a:pt x="1179468" y="2595186"/>
                </a:lnTo>
                <a:lnTo>
                  <a:pt x="1178917" y="2595401"/>
                </a:lnTo>
                <a:lnTo>
                  <a:pt x="1178348" y="2595605"/>
                </a:lnTo>
                <a:lnTo>
                  <a:pt x="1177761" y="2595796"/>
                </a:lnTo>
                <a:lnTo>
                  <a:pt x="1177157" y="2595975"/>
                </a:lnTo>
                <a:lnTo>
                  <a:pt x="1176536" y="2596141"/>
                </a:lnTo>
                <a:lnTo>
                  <a:pt x="1175896" y="2596295"/>
                </a:lnTo>
                <a:lnTo>
                  <a:pt x="1175240" y="2596437"/>
                </a:lnTo>
                <a:lnTo>
                  <a:pt x="1174565" y="2596566"/>
                </a:lnTo>
                <a:lnTo>
                  <a:pt x="1173873" y="2596684"/>
                </a:lnTo>
                <a:lnTo>
                  <a:pt x="1173163" y="2596788"/>
                </a:lnTo>
                <a:lnTo>
                  <a:pt x="1172436" y="2596881"/>
                </a:lnTo>
                <a:lnTo>
                  <a:pt x="1171691" y="2596961"/>
                </a:lnTo>
                <a:lnTo>
                  <a:pt x="1170928" y="2597029"/>
                </a:lnTo>
                <a:lnTo>
                  <a:pt x="1170148" y="2597084"/>
                </a:lnTo>
                <a:lnTo>
                  <a:pt x="1169350" y="2597127"/>
                </a:lnTo>
                <a:lnTo>
                  <a:pt x="1168535" y="2597158"/>
                </a:lnTo>
                <a:lnTo>
                  <a:pt x="1167702" y="2597177"/>
                </a:lnTo>
                <a:lnTo>
                  <a:pt x="1166851" y="2597183"/>
                </a:lnTo>
                <a:lnTo>
                  <a:pt x="1165902" y="2597176"/>
                </a:lnTo>
                <a:lnTo>
                  <a:pt x="1164972" y="2597156"/>
                </a:lnTo>
                <a:lnTo>
                  <a:pt x="1164059" y="2597122"/>
                </a:lnTo>
                <a:lnTo>
                  <a:pt x="1163165" y="2597075"/>
                </a:lnTo>
                <a:lnTo>
                  <a:pt x="1162288" y="2597014"/>
                </a:lnTo>
                <a:lnTo>
                  <a:pt x="1161431" y="2596940"/>
                </a:lnTo>
                <a:lnTo>
                  <a:pt x="1160591" y="2596852"/>
                </a:lnTo>
                <a:lnTo>
                  <a:pt x="1159769" y="2596751"/>
                </a:lnTo>
                <a:lnTo>
                  <a:pt x="1158966" y="2596636"/>
                </a:lnTo>
                <a:lnTo>
                  <a:pt x="1158181" y="2596508"/>
                </a:lnTo>
                <a:lnTo>
                  <a:pt x="1157414" y="2596366"/>
                </a:lnTo>
                <a:lnTo>
                  <a:pt x="1156665" y="2596211"/>
                </a:lnTo>
                <a:lnTo>
                  <a:pt x="1155934" y="2596042"/>
                </a:lnTo>
                <a:lnTo>
                  <a:pt x="1155222" y="2595860"/>
                </a:lnTo>
                <a:lnTo>
                  <a:pt x="1154528" y="2595664"/>
                </a:lnTo>
                <a:lnTo>
                  <a:pt x="1153852" y="2595455"/>
                </a:lnTo>
                <a:lnTo>
                  <a:pt x="1153194" y="2595232"/>
                </a:lnTo>
                <a:lnTo>
                  <a:pt x="1152555" y="2594996"/>
                </a:lnTo>
                <a:lnTo>
                  <a:pt x="1151933" y="2594746"/>
                </a:lnTo>
                <a:lnTo>
                  <a:pt x="1151330" y="2594482"/>
                </a:lnTo>
                <a:lnTo>
                  <a:pt x="1150745" y="2594206"/>
                </a:lnTo>
                <a:lnTo>
                  <a:pt x="1150178" y="2593915"/>
                </a:lnTo>
                <a:lnTo>
                  <a:pt x="1149630" y="2593612"/>
                </a:lnTo>
                <a:lnTo>
                  <a:pt x="1149099" y="2593294"/>
                </a:lnTo>
                <a:lnTo>
                  <a:pt x="1148603" y="2592951"/>
                </a:lnTo>
                <a:lnTo>
                  <a:pt x="1148127" y="2592597"/>
                </a:lnTo>
                <a:lnTo>
                  <a:pt x="1147673" y="2592232"/>
                </a:lnTo>
                <a:lnTo>
                  <a:pt x="1147239" y="2591857"/>
                </a:lnTo>
                <a:lnTo>
                  <a:pt x="1146827" y="2591472"/>
                </a:lnTo>
                <a:lnTo>
                  <a:pt x="1146436" y="2591075"/>
                </a:lnTo>
                <a:lnTo>
                  <a:pt x="1146067" y="2590668"/>
                </a:lnTo>
                <a:lnTo>
                  <a:pt x="1145718" y="2590251"/>
                </a:lnTo>
                <a:lnTo>
                  <a:pt x="1145390" y="2589823"/>
                </a:lnTo>
                <a:lnTo>
                  <a:pt x="1145084" y="2589385"/>
                </a:lnTo>
                <a:lnTo>
                  <a:pt x="1144799" y="2588936"/>
                </a:lnTo>
                <a:lnTo>
                  <a:pt x="1144534" y="2588476"/>
                </a:lnTo>
                <a:lnTo>
                  <a:pt x="1144291" y="2588006"/>
                </a:lnTo>
                <a:lnTo>
                  <a:pt x="1144069" y="2587525"/>
                </a:lnTo>
                <a:lnTo>
                  <a:pt x="1143869" y="2587034"/>
                </a:lnTo>
                <a:lnTo>
                  <a:pt x="1143689" y="2586532"/>
                </a:lnTo>
                <a:lnTo>
                  <a:pt x="1143531" y="2586019"/>
                </a:lnTo>
                <a:lnTo>
                  <a:pt x="1143393" y="2585496"/>
                </a:lnTo>
                <a:lnTo>
                  <a:pt x="1143277" y="2584962"/>
                </a:lnTo>
                <a:lnTo>
                  <a:pt x="1143182" y="2584418"/>
                </a:lnTo>
                <a:lnTo>
                  <a:pt x="1143108" y="2583863"/>
                </a:lnTo>
                <a:lnTo>
                  <a:pt x="1143055" y="2583298"/>
                </a:lnTo>
                <a:lnTo>
                  <a:pt x="1143023" y="2582722"/>
                </a:lnTo>
                <a:lnTo>
                  <a:pt x="1143013" y="2582136"/>
                </a:lnTo>
                <a:lnTo>
                  <a:pt x="1143013" y="2580445"/>
                </a:lnTo>
                <a:lnTo>
                  <a:pt x="1128473" y="2580445"/>
                </a:lnTo>
                <a:lnTo>
                  <a:pt x="1128459" y="2580543"/>
                </a:lnTo>
                <a:lnTo>
                  <a:pt x="1128446" y="2580641"/>
                </a:lnTo>
                <a:lnTo>
                  <a:pt x="1128433" y="2580738"/>
                </a:lnTo>
                <a:lnTo>
                  <a:pt x="1128421" y="2580835"/>
                </a:lnTo>
                <a:lnTo>
                  <a:pt x="1128410" y="2580931"/>
                </a:lnTo>
                <a:lnTo>
                  <a:pt x="1128399" y="2581026"/>
                </a:lnTo>
                <a:lnTo>
                  <a:pt x="1128389" y="2581121"/>
                </a:lnTo>
                <a:lnTo>
                  <a:pt x="1128379" y="2581215"/>
                </a:lnTo>
                <a:lnTo>
                  <a:pt x="1128370" y="2581309"/>
                </a:lnTo>
                <a:lnTo>
                  <a:pt x="1128361" y="2581402"/>
                </a:lnTo>
                <a:lnTo>
                  <a:pt x="1128353" y="2581494"/>
                </a:lnTo>
                <a:lnTo>
                  <a:pt x="1128346" y="2581586"/>
                </a:lnTo>
                <a:lnTo>
                  <a:pt x="1128339" y="2581678"/>
                </a:lnTo>
                <a:lnTo>
                  <a:pt x="1128333" y="2581768"/>
                </a:lnTo>
                <a:lnTo>
                  <a:pt x="1128328" y="2581858"/>
                </a:lnTo>
                <a:lnTo>
                  <a:pt x="1128323" y="2581948"/>
                </a:lnTo>
                <a:lnTo>
                  <a:pt x="1128318" y="2582037"/>
                </a:lnTo>
                <a:lnTo>
                  <a:pt x="1128314" y="2582125"/>
                </a:lnTo>
                <a:lnTo>
                  <a:pt x="1128311" y="2582213"/>
                </a:lnTo>
                <a:lnTo>
                  <a:pt x="1128309" y="2582300"/>
                </a:lnTo>
                <a:lnTo>
                  <a:pt x="1128307" y="2582387"/>
                </a:lnTo>
                <a:lnTo>
                  <a:pt x="1128305" y="2582473"/>
                </a:lnTo>
                <a:lnTo>
                  <a:pt x="1128304" y="2582558"/>
                </a:lnTo>
                <a:lnTo>
                  <a:pt x="1128304" y="2582643"/>
                </a:lnTo>
                <a:lnTo>
                  <a:pt x="1128304" y="2582727"/>
                </a:lnTo>
                <a:lnTo>
                  <a:pt x="1128304" y="2582809"/>
                </a:lnTo>
                <a:lnTo>
                  <a:pt x="1128304" y="2582889"/>
                </a:lnTo>
                <a:lnTo>
                  <a:pt x="1128304" y="2582967"/>
                </a:lnTo>
                <a:lnTo>
                  <a:pt x="1128304" y="2583044"/>
                </a:lnTo>
                <a:lnTo>
                  <a:pt x="1128304" y="2583119"/>
                </a:lnTo>
                <a:lnTo>
                  <a:pt x="1128304" y="2583192"/>
                </a:lnTo>
                <a:lnTo>
                  <a:pt x="1128304" y="2583263"/>
                </a:lnTo>
                <a:lnTo>
                  <a:pt x="1128304" y="2583333"/>
                </a:lnTo>
                <a:lnTo>
                  <a:pt x="1128304" y="2583400"/>
                </a:lnTo>
                <a:lnTo>
                  <a:pt x="1128304" y="2583466"/>
                </a:lnTo>
                <a:lnTo>
                  <a:pt x="1128304" y="2583531"/>
                </a:lnTo>
                <a:lnTo>
                  <a:pt x="1128304" y="2583593"/>
                </a:lnTo>
                <a:lnTo>
                  <a:pt x="1128304" y="2583654"/>
                </a:lnTo>
                <a:lnTo>
                  <a:pt x="1128304" y="2583713"/>
                </a:lnTo>
                <a:lnTo>
                  <a:pt x="1128304" y="2583770"/>
                </a:lnTo>
                <a:lnTo>
                  <a:pt x="1128304" y="2583826"/>
                </a:lnTo>
                <a:lnTo>
                  <a:pt x="1128304" y="2583879"/>
                </a:lnTo>
                <a:lnTo>
                  <a:pt x="1128304" y="2583931"/>
                </a:lnTo>
                <a:lnTo>
                  <a:pt x="1128304" y="2583981"/>
                </a:lnTo>
                <a:lnTo>
                  <a:pt x="1128304" y="2584030"/>
                </a:lnTo>
                <a:lnTo>
                  <a:pt x="1128304" y="2584077"/>
                </a:lnTo>
                <a:lnTo>
                  <a:pt x="1128304" y="2584121"/>
                </a:lnTo>
                <a:lnTo>
                  <a:pt x="1128304" y="2584165"/>
                </a:lnTo>
                <a:lnTo>
                  <a:pt x="1128312" y="2584809"/>
                </a:lnTo>
                <a:lnTo>
                  <a:pt x="1128336" y="2585447"/>
                </a:lnTo>
                <a:lnTo>
                  <a:pt x="1128375" y="2586077"/>
                </a:lnTo>
                <a:lnTo>
                  <a:pt x="1128431" y="2586701"/>
                </a:lnTo>
                <a:lnTo>
                  <a:pt x="1128502" y="2587317"/>
                </a:lnTo>
                <a:lnTo>
                  <a:pt x="1128589" y="2587926"/>
                </a:lnTo>
                <a:lnTo>
                  <a:pt x="1128692" y="2588529"/>
                </a:lnTo>
                <a:lnTo>
                  <a:pt x="1128811" y="2589124"/>
                </a:lnTo>
                <a:lnTo>
                  <a:pt x="1128946" y="2589712"/>
                </a:lnTo>
                <a:lnTo>
                  <a:pt x="1129096" y="2590293"/>
                </a:lnTo>
                <a:lnTo>
                  <a:pt x="1129263" y="2590867"/>
                </a:lnTo>
                <a:lnTo>
                  <a:pt x="1129445" y="2591435"/>
                </a:lnTo>
                <a:lnTo>
                  <a:pt x="1129643" y="2591995"/>
                </a:lnTo>
                <a:lnTo>
                  <a:pt x="1129857" y="2592548"/>
                </a:lnTo>
                <a:lnTo>
                  <a:pt x="1130087" y="2593094"/>
                </a:lnTo>
                <a:lnTo>
                  <a:pt x="1130333" y="2593632"/>
                </a:lnTo>
                <a:lnTo>
                  <a:pt x="1130594" y="2594164"/>
                </a:lnTo>
                <a:lnTo>
                  <a:pt x="1130872" y="2594689"/>
                </a:lnTo>
                <a:lnTo>
                  <a:pt x="1131165" y="2595207"/>
                </a:lnTo>
                <a:lnTo>
                  <a:pt x="1131474" y="2595718"/>
                </a:lnTo>
                <a:lnTo>
                  <a:pt x="1131799" y="2596221"/>
                </a:lnTo>
                <a:lnTo>
                  <a:pt x="1132140" y="2596718"/>
                </a:lnTo>
                <a:lnTo>
                  <a:pt x="1132496" y="2597208"/>
                </a:lnTo>
                <a:lnTo>
                  <a:pt x="1132869" y="2597690"/>
                </a:lnTo>
                <a:lnTo>
                  <a:pt x="1133269" y="2598151"/>
                </a:lnTo>
                <a:lnTo>
                  <a:pt x="1133681" y="2598602"/>
                </a:lnTo>
                <a:lnTo>
                  <a:pt x="1134105" y="2599045"/>
                </a:lnTo>
                <a:lnTo>
                  <a:pt x="1134541" y="2599479"/>
                </a:lnTo>
                <a:lnTo>
                  <a:pt x="1134988" y="2599905"/>
                </a:lnTo>
                <a:lnTo>
                  <a:pt x="1135447" y="2600321"/>
                </a:lnTo>
                <a:lnTo>
                  <a:pt x="1135918" y="2600729"/>
                </a:lnTo>
                <a:lnTo>
                  <a:pt x="1136400" y="2601128"/>
                </a:lnTo>
                <a:lnTo>
                  <a:pt x="1136895" y="2601518"/>
                </a:lnTo>
                <a:lnTo>
                  <a:pt x="1137401" y="2601899"/>
                </a:lnTo>
                <a:lnTo>
                  <a:pt x="1137918" y="2602272"/>
                </a:lnTo>
                <a:lnTo>
                  <a:pt x="1138448" y="2602635"/>
                </a:lnTo>
                <a:lnTo>
                  <a:pt x="1138989" y="2602990"/>
                </a:lnTo>
                <a:lnTo>
                  <a:pt x="1139542" y="2603336"/>
                </a:lnTo>
                <a:lnTo>
                  <a:pt x="1140107" y="2603673"/>
                </a:lnTo>
                <a:lnTo>
                  <a:pt x="1140683" y="2604002"/>
                </a:lnTo>
                <a:lnTo>
                  <a:pt x="1141272" y="2604322"/>
                </a:lnTo>
                <a:lnTo>
                  <a:pt x="1141872" y="2604632"/>
                </a:lnTo>
                <a:lnTo>
                  <a:pt x="1142483" y="2604934"/>
                </a:lnTo>
                <a:lnTo>
                  <a:pt x="1143107" y="2605228"/>
                </a:lnTo>
                <a:lnTo>
                  <a:pt x="1143742" y="2605512"/>
                </a:lnTo>
                <a:lnTo>
                  <a:pt x="1144389" y="2605788"/>
                </a:lnTo>
                <a:lnTo>
                  <a:pt x="1145047" y="2606054"/>
                </a:lnTo>
                <a:lnTo>
                  <a:pt x="1145718" y="2606312"/>
                </a:lnTo>
                <a:lnTo>
                  <a:pt x="1146412" y="2606547"/>
                </a:lnTo>
                <a:lnTo>
                  <a:pt x="1147115" y="2606772"/>
                </a:lnTo>
                <a:lnTo>
                  <a:pt x="1147826" y="2606986"/>
                </a:lnTo>
                <a:lnTo>
                  <a:pt x="1148545" y="2607191"/>
                </a:lnTo>
                <a:lnTo>
                  <a:pt x="1149272" y="2607385"/>
                </a:lnTo>
                <a:lnTo>
                  <a:pt x="1150008" y="2607570"/>
                </a:lnTo>
                <a:lnTo>
                  <a:pt x="1150752" y="2607745"/>
                </a:lnTo>
                <a:lnTo>
                  <a:pt x="1151504" y="2607909"/>
                </a:lnTo>
                <a:lnTo>
                  <a:pt x="1152264" y="2608064"/>
                </a:lnTo>
                <a:lnTo>
                  <a:pt x="1153032" y="2608209"/>
                </a:lnTo>
                <a:lnTo>
                  <a:pt x="1153809" y="2608343"/>
                </a:lnTo>
                <a:lnTo>
                  <a:pt x="1154594" y="2608468"/>
                </a:lnTo>
                <a:lnTo>
                  <a:pt x="1155387" y="2608583"/>
                </a:lnTo>
                <a:lnTo>
                  <a:pt x="1156188" y="2608688"/>
                </a:lnTo>
                <a:lnTo>
                  <a:pt x="1156998" y="2608782"/>
                </a:lnTo>
                <a:lnTo>
                  <a:pt x="1157816" y="2608867"/>
                </a:lnTo>
                <a:lnTo>
                  <a:pt x="1158641" y="2608942"/>
                </a:lnTo>
                <a:lnTo>
                  <a:pt x="1159476" y="2609007"/>
                </a:lnTo>
                <a:lnTo>
                  <a:pt x="1160318" y="2609062"/>
                </a:lnTo>
                <a:lnTo>
                  <a:pt x="1161169" y="2609107"/>
                </a:lnTo>
                <a:lnTo>
                  <a:pt x="1162028" y="2609142"/>
                </a:lnTo>
                <a:lnTo>
                  <a:pt x="1162895" y="2609167"/>
                </a:lnTo>
                <a:lnTo>
                  <a:pt x="1163770" y="2609182"/>
                </a:lnTo>
                <a:lnTo>
                  <a:pt x="1164653" y="2609187"/>
                </a:lnTo>
                <a:lnTo>
                  <a:pt x="1165662" y="2609182"/>
                </a:lnTo>
                <a:lnTo>
                  <a:pt x="1166658" y="2609167"/>
                </a:lnTo>
                <a:lnTo>
                  <a:pt x="1167641" y="2609142"/>
                </a:lnTo>
                <a:lnTo>
                  <a:pt x="1168612" y="2609107"/>
                </a:lnTo>
                <a:lnTo>
                  <a:pt x="1169571" y="2609062"/>
                </a:lnTo>
                <a:lnTo>
                  <a:pt x="1170518" y="2609007"/>
                </a:lnTo>
                <a:lnTo>
                  <a:pt x="1171452" y="2608942"/>
                </a:lnTo>
                <a:close/>
                <a:moveTo>
                  <a:pt x="767760" y="2608736"/>
                </a:moveTo>
                <a:lnTo>
                  <a:pt x="768637" y="2608616"/>
                </a:lnTo>
                <a:lnTo>
                  <a:pt x="769504" y="2608482"/>
                </a:lnTo>
                <a:lnTo>
                  <a:pt x="770359" y="2608334"/>
                </a:lnTo>
                <a:lnTo>
                  <a:pt x="771202" y="2608172"/>
                </a:lnTo>
                <a:lnTo>
                  <a:pt x="772035" y="2607996"/>
                </a:lnTo>
                <a:lnTo>
                  <a:pt x="772857" y="2607806"/>
                </a:lnTo>
                <a:lnTo>
                  <a:pt x="773667" y="2607602"/>
                </a:lnTo>
                <a:lnTo>
                  <a:pt x="774466" y="2607383"/>
                </a:lnTo>
                <a:lnTo>
                  <a:pt x="775254" y="2607151"/>
                </a:lnTo>
                <a:lnTo>
                  <a:pt x="776031" y="2606904"/>
                </a:lnTo>
                <a:lnTo>
                  <a:pt x="776797" y="2606644"/>
                </a:lnTo>
                <a:lnTo>
                  <a:pt x="777552" y="2606369"/>
                </a:lnTo>
                <a:lnTo>
                  <a:pt x="778295" y="2606080"/>
                </a:lnTo>
                <a:lnTo>
                  <a:pt x="779028" y="2605777"/>
                </a:lnTo>
                <a:lnTo>
                  <a:pt x="779749" y="2605460"/>
                </a:lnTo>
                <a:lnTo>
                  <a:pt x="780459" y="2605129"/>
                </a:lnTo>
                <a:lnTo>
                  <a:pt x="781171" y="2604785"/>
                </a:lnTo>
                <a:lnTo>
                  <a:pt x="781869" y="2604429"/>
                </a:lnTo>
                <a:lnTo>
                  <a:pt x="782554" y="2604062"/>
                </a:lnTo>
                <a:lnTo>
                  <a:pt x="783225" y="2603683"/>
                </a:lnTo>
                <a:lnTo>
                  <a:pt x="783883" y="2603292"/>
                </a:lnTo>
                <a:lnTo>
                  <a:pt x="784527" y="2602889"/>
                </a:lnTo>
                <a:lnTo>
                  <a:pt x="785158" y="2602475"/>
                </a:lnTo>
                <a:lnTo>
                  <a:pt x="785775" y="2602048"/>
                </a:lnTo>
                <a:lnTo>
                  <a:pt x="786379" y="2601610"/>
                </a:lnTo>
                <a:lnTo>
                  <a:pt x="786969" y="2601161"/>
                </a:lnTo>
                <a:lnTo>
                  <a:pt x="787546" y="2600699"/>
                </a:lnTo>
                <a:lnTo>
                  <a:pt x="788109" y="2600226"/>
                </a:lnTo>
                <a:lnTo>
                  <a:pt x="788659" y="2599741"/>
                </a:lnTo>
                <a:lnTo>
                  <a:pt x="789195" y="2599245"/>
                </a:lnTo>
                <a:lnTo>
                  <a:pt x="789718" y="2598736"/>
                </a:lnTo>
                <a:lnTo>
                  <a:pt x="790227" y="2598216"/>
                </a:lnTo>
                <a:lnTo>
                  <a:pt x="790723" y="2597684"/>
                </a:lnTo>
                <a:lnTo>
                  <a:pt x="791205" y="2597141"/>
                </a:lnTo>
                <a:lnTo>
                  <a:pt x="791674" y="2596585"/>
                </a:lnTo>
                <a:lnTo>
                  <a:pt x="792129" y="2596018"/>
                </a:lnTo>
                <a:lnTo>
                  <a:pt x="792571" y="2595439"/>
                </a:lnTo>
                <a:lnTo>
                  <a:pt x="792999" y="2594849"/>
                </a:lnTo>
                <a:lnTo>
                  <a:pt x="793414" y="2594246"/>
                </a:lnTo>
                <a:lnTo>
                  <a:pt x="793815" y="2593632"/>
                </a:lnTo>
                <a:lnTo>
                  <a:pt x="794215" y="2592994"/>
                </a:lnTo>
                <a:lnTo>
                  <a:pt x="794598" y="2592346"/>
                </a:lnTo>
                <a:lnTo>
                  <a:pt x="794964" y="2591688"/>
                </a:lnTo>
                <a:lnTo>
                  <a:pt x="795313" y="2591021"/>
                </a:lnTo>
                <a:lnTo>
                  <a:pt x="795645" y="2590345"/>
                </a:lnTo>
                <a:lnTo>
                  <a:pt x="795960" y="2589659"/>
                </a:lnTo>
                <a:lnTo>
                  <a:pt x="796258" y="2588964"/>
                </a:lnTo>
                <a:lnTo>
                  <a:pt x="796539" y="2588260"/>
                </a:lnTo>
                <a:lnTo>
                  <a:pt x="796803" y="2587546"/>
                </a:lnTo>
                <a:lnTo>
                  <a:pt x="797050" y="2586823"/>
                </a:lnTo>
                <a:lnTo>
                  <a:pt x="797280" y="2586090"/>
                </a:lnTo>
                <a:lnTo>
                  <a:pt x="797492" y="2585348"/>
                </a:lnTo>
                <a:lnTo>
                  <a:pt x="797688" y="2584597"/>
                </a:lnTo>
                <a:lnTo>
                  <a:pt x="797867" y="2583836"/>
                </a:lnTo>
                <a:lnTo>
                  <a:pt x="798029" y="2583066"/>
                </a:lnTo>
                <a:lnTo>
                  <a:pt x="798173" y="2582286"/>
                </a:lnTo>
                <a:lnTo>
                  <a:pt x="798301" y="2581497"/>
                </a:lnTo>
                <a:lnTo>
                  <a:pt x="798412" y="2580699"/>
                </a:lnTo>
                <a:lnTo>
                  <a:pt x="798505" y="2579891"/>
                </a:lnTo>
                <a:lnTo>
                  <a:pt x="798582" y="2579074"/>
                </a:lnTo>
                <a:lnTo>
                  <a:pt x="798641" y="2578247"/>
                </a:lnTo>
                <a:lnTo>
                  <a:pt x="798684" y="2577411"/>
                </a:lnTo>
                <a:lnTo>
                  <a:pt x="798710" y="2576566"/>
                </a:lnTo>
                <a:lnTo>
                  <a:pt x="798718" y="2575711"/>
                </a:lnTo>
                <a:lnTo>
                  <a:pt x="782826" y="2575711"/>
                </a:lnTo>
                <a:lnTo>
                  <a:pt x="782816" y="2576617"/>
                </a:lnTo>
                <a:lnTo>
                  <a:pt x="782786" y="2577503"/>
                </a:lnTo>
                <a:lnTo>
                  <a:pt x="782736" y="2578369"/>
                </a:lnTo>
                <a:lnTo>
                  <a:pt x="782666" y="2579215"/>
                </a:lnTo>
                <a:lnTo>
                  <a:pt x="782576" y="2580041"/>
                </a:lnTo>
                <a:lnTo>
                  <a:pt x="782467" y="2580847"/>
                </a:lnTo>
                <a:lnTo>
                  <a:pt x="782337" y="2581633"/>
                </a:lnTo>
                <a:lnTo>
                  <a:pt x="782187" y="2582399"/>
                </a:lnTo>
                <a:lnTo>
                  <a:pt x="782018" y="2583145"/>
                </a:lnTo>
                <a:lnTo>
                  <a:pt x="781828" y="2583871"/>
                </a:lnTo>
                <a:lnTo>
                  <a:pt x="781618" y="2584577"/>
                </a:lnTo>
                <a:lnTo>
                  <a:pt x="781389" y="2585264"/>
                </a:lnTo>
                <a:lnTo>
                  <a:pt x="781139" y="2585930"/>
                </a:lnTo>
                <a:lnTo>
                  <a:pt x="780870" y="2586576"/>
                </a:lnTo>
                <a:lnTo>
                  <a:pt x="780580" y="2587203"/>
                </a:lnTo>
                <a:lnTo>
                  <a:pt x="780271" y="2587809"/>
                </a:lnTo>
                <a:lnTo>
                  <a:pt x="779942" y="2588396"/>
                </a:lnTo>
                <a:lnTo>
                  <a:pt x="779592" y="2588962"/>
                </a:lnTo>
                <a:lnTo>
                  <a:pt x="779223" y="2589509"/>
                </a:lnTo>
                <a:lnTo>
                  <a:pt x="778834" y="2590035"/>
                </a:lnTo>
                <a:lnTo>
                  <a:pt x="778425" y="2590542"/>
                </a:lnTo>
                <a:lnTo>
                  <a:pt x="777996" y="2591028"/>
                </a:lnTo>
                <a:lnTo>
                  <a:pt x="777546" y="2591495"/>
                </a:lnTo>
                <a:lnTo>
                  <a:pt x="777077" y="2591942"/>
                </a:lnTo>
                <a:lnTo>
                  <a:pt x="776603" y="2592369"/>
                </a:lnTo>
                <a:lnTo>
                  <a:pt x="776111" y="2592779"/>
                </a:lnTo>
                <a:lnTo>
                  <a:pt x="775601" y="2593170"/>
                </a:lnTo>
                <a:lnTo>
                  <a:pt x="775072" y="2593543"/>
                </a:lnTo>
                <a:lnTo>
                  <a:pt x="774525" y="2593898"/>
                </a:lnTo>
                <a:lnTo>
                  <a:pt x="773960" y="2594235"/>
                </a:lnTo>
                <a:lnTo>
                  <a:pt x="773377" y="2594553"/>
                </a:lnTo>
                <a:lnTo>
                  <a:pt x="772776" y="2594854"/>
                </a:lnTo>
                <a:lnTo>
                  <a:pt x="772156" y="2595136"/>
                </a:lnTo>
                <a:lnTo>
                  <a:pt x="771518" y="2595399"/>
                </a:lnTo>
                <a:lnTo>
                  <a:pt x="770862" y="2595645"/>
                </a:lnTo>
                <a:lnTo>
                  <a:pt x="770188" y="2595873"/>
                </a:lnTo>
                <a:lnTo>
                  <a:pt x="769496" y="2596082"/>
                </a:lnTo>
                <a:lnTo>
                  <a:pt x="768785" y="2596273"/>
                </a:lnTo>
                <a:lnTo>
                  <a:pt x="768056" y="2596446"/>
                </a:lnTo>
                <a:lnTo>
                  <a:pt x="767309" y="2596601"/>
                </a:lnTo>
                <a:lnTo>
                  <a:pt x="766544" y="2596737"/>
                </a:lnTo>
                <a:lnTo>
                  <a:pt x="765761" y="2596855"/>
                </a:lnTo>
                <a:lnTo>
                  <a:pt x="764959" y="2596955"/>
                </a:lnTo>
                <a:lnTo>
                  <a:pt x="764139" y="2597037"/>
                </a:lnTo>
                <a:lnTo>
                  <a:pt x="763301" y="2597101"/>
                </a:lnTo>
                <a:lnTo>
                  <a:pt x="762445" y="2597146"/>
                </a:lnTo>
                <a:lnTo>
                  <a:pt x="761571" y="2597174"/>
                </a:lnTo>
                <a:lnTo>
                  <a:pt x="760678" y="2597183"/>
                </a:lnTo>
                <a:lnTo>
                  <a:pt x="759867" y="2597171"/>
                </a:lnTo>
                <a:lnTo>
                  <a:pt x="759067" y="2597135"/>
                </a:lnTo>
                <a:lnTo>
                  <a:pt x="758279" y="2597075"/>
                </a:lnTo>
                <a:lnTo>
                  <a:pt x="757503" y="2596990"/>
                </a:lnTo>
                <a:lnTo>
                  <a:pt x="756739" y="2596882"/>
                </a:lnTo>
                <a:lnTo>
                  <a:pt x="755986" y="2596750"/>
                </a:lnTo>
                <a:lnTo>
                  <a:pt x="755246" y="2596593"/>
                </a:lnTo>
                <a:lnTo>
                  <a:pt x="754517" y="2596413"/>
                </a:lnTo>
                <a:lnTo>
                  <a:pt x="753799" y="2596208"/>
                </a:lnTo>
                <a:lnTo>
                  <a:pt x="753094" y="2595979"/>
                </a:lnTo>
                <a:lnTo>
                  <a:pt x="752400" y="2595727"/>
                </a:lnTo>
                <a:lnTo>
                  <a:pt x="751717" y="2595450"/>
                </a:lnTo>
                <a:lnTo>
                  <a:pt x="751047" y="2595149"/>
                </a:lnTo>
                <a:lnTo>
                  <a:pt x="750388" y="2594824"/>
                </a:lnTo>
                <a:lnTo>
                  <a:pt x="749742" y="2594475"/>
                </a:lnTo>
                <a:lnTo>
                  <a:pt x="749106" y="2594102"/>
                </a:lnTo>
                <a:lnTo>
                  <a:pt x="748483" y="2593705"/>
                </a:lnTo>
                <a:lnTo>
                  <a:pt x="747871" y="2593284"/>
                </a:lnTo>
                <a:lnTo>
                  <a:pt x="747271" y="2592838"/>
                </a:lnTo>
                <a:lnTo>
                  <a:pt x="746683" y="2592369"/>
                </a:lnTo>
                <a:lnTo>
                  <a:pt x="746107" y="2591876"/>
                </a:lnTo>
                <a:lnTo>
                  <a:pt x="745542" y="2591358"/>
                </a:lnTo>
                <a:lnTo>
                  <a:pt x="744989" y="2590817"/>
                </a:lnTo>
                <a:lnTo>
                  <a:pt x="744448" y="2590251"/>
                </a:lnTo>
                <a:lnTo>
                  <a:pt x="743923" y="2589662"/>
                </a:lnTo>
                <a:lnTo>
                  <a:pt x="743421" y="2589051"/>
                </a:lnTo>
                <a:lnTo>
                  <a:pt x="742942" y="2588418"/>
                </a:lnTo>
                <a:lnTo>
                  <a:pt x="742485" y="2587762"/>
                </a:lnTo>
                <a:lnTo>
                  <a:pt x="742050" y="2587084"/>
                </a:lnTo>
                <a:lnTo>
                  <a:pt x="741637" y="2586384"/>
                </a:lnTo>
                <a:lnTo>
                  <a:pt x="741246" y="2585661"/>
                </a:lnTo>
                <a:lnTo>
                  <a:pt x="740878" y="2584916"/>
                </a:lnTo>
                <a:lnTo>
                  <a:pt x="740533" y="2584149"/>
                </a:lnTo>
                <a:lnTo>
                  <a:pt x="740209" y="2583359"/>
                </a:lnTo>
                <a:lnTo>
                  <a:pt x="739908" y="2582547"/>
                </a:lnTo>
                <a:lnTo>
                  <a:pt x="739629" y="2581713"/>
                </a:lnTo>
                <a:lnTo>
                  <a:pt x="739373" y="2580857"/>
                </a:lnTo>
                <a:lnTo>
                  <a:pt x="739138" y="2579978"/>
                </a:lnTo>
                <a:lnTo>
                  <a:pt x="738926" y="2579077"/>
                </a:lnTo>
                <a:lnTo>
                  <a:pt x="738737" y="2578153"/>
                </a:lnTo>
                <a:lnTo>
                  <a:pt x="738569" y="2577208"/>
                </a:lnTo>
                <a:lnTo>
                  <a:pt x="738424" y="2576240"/>
                </a:lnTo>
                <a:lnTo>
                  <a:pt x="738302" y="2575249"/>
                </a:lnTo>
                <a:lnTo>
                  <a:pt x="738201" y="2574237"/>
                </a:lnTo>
                <a:lnTo>
                  <a:pt x="738123" y="2573202"/>
                </a:lnTo>
                <a:lnTo>
                  <a:pt x="738068" y="2572144"/>
                </a:lnTo>
                <a:lnTo>
                  <a:pt x="738034" y="2571065"/>
                </a:lnTo>
                <a:lnTo>
                  <a:pt x="738023" y="2569963"/>
                </a:lnTo>
                <a:lnTo>
                  <a:pt x="738023" y="2567089"/>
                </a:lnTo>
                <a:lnTo>
                  <a:pt x="798718" y="2567089"/>
                </a:lnTo>
                <a:lnTo>
                  <a:pt x="798718" y="2555592"/>
                </a:lnTo>
                <a:lnTo>
                  <a:pt x="798710" y="2554723"/>
                </a:lnTo>
                <a:lnTo>
                  <a:pt x="798685" y="2553862"/>
                </a:lnTo>
                <a:lnTo>
                  <a:pt x="798644" y="2553009"/>
                </a:lnTo>
                <a:lnTo>
                  <a:pt x="798587" y="2552164"/>
                </a:lnTo>
                <a:lnTo>
                  <a:pt x="798513" y="2551327"/>
                </a:lnTo>
                <a:lnTo>
                  <a:pt x="798422" y="2550499"/>
                </a:lnTo>
                <a:lnTo>
                  <a:pt x="798315" y="2549679"/>
                </a:lnTo>
                <a:lnTo>
                  <a:pt x="798192" y="2548867"/>
                </a:lnTo>
                <a:lnTo>
                  <a:pt x="798052" y="2548064"/>
                </a:lnTo>
                <a:lnTo>
                  <a:pt x="797896" y="2547268"/>
                </a:lnTo>
                <a:lnTo>
                  <a:pt x="797724" y="2546481"/>
                </a:lnTo>
                <a:lnTo>
                  <a:pt x="797535" y="2545702"/>
                </a:lnTo>
                <a:lnTo>
                  <a:pt x="797329" y="2544931"/>
                </a:lnTo>
                <a:lnTo>
                  <a:pt x="797107" y="2544169"/>
                </a:lnTo>
                <a:lnTo>
                  <a:pt x="796869" y="2543414"/>
                </a:lnTo>
                <a:lnTo>
                  <a:pt x="796614" y="2542668"/>
                </a:lnTo>
                <a:lnTo>
                  <a:pt x="796343" y="2541930"/>
                </a:lnTo>
                <a:lnTo>
                  <a:pt x="796055" y="2541200"/>
                </a:lnTo>
                <a:lnTo>
                  <a:pt x="795751" y="2540479"/>
                </a:lnTo>
                <a:lnTo>
                  <a:pt x="795431" y="2539766"/>
                </a:lnTo>
                <a:lnTo>
                  <a:pt x="795094" y="2539061"/>
                </a:lnTo>
                <a:lnTo>
                  <a:pt x="794740" y="2538364"/>
                </a:lnTo>
                <a:lnTo>
                  <a:pt x="794371" y="2537675"/>
                </a:lnTo>
                <a:lnTo>
                  <a:pt x="793984" y="2536995"/>
                </a:lnTo>
                <a:lnTo>
                  <a:pt x="793597" y="2536324"/>
                </a:lnTo>
                <a:lnTo>
                  <a:pt x="793196" y="2535666"/>
                </a:lnTo>
                <a:lnTo>
                  <a:pt x="792782" y="2535019"/>
                </a:lnTo>
                <a:lnTo>
                  <a:pt x="792355" y="2534384"/>
                </a:lnTo>
                <a:lnTo>
                  <a:pt x="791914" y="2533760"/>
                </a:lnTo>
                <a:lnTo>
                  <a:pt x="791459" y="2533149"/>
                </a:lnTo>
                <a:lnTo>
                  <a:pt x="790991" y="2532549"/>
                </a:lnTo>
                <a:lnTo>
                  <a:pt x="790509" y="2531960"/>
                </a:lnTo>
                <a:lnTo>
                  <a:pt x="790014" y="2531384"/>
                </a:lnTo>
                <a:lnTo>
                  <a:pt x="789505" y="2530819"/>
                </a:lnTo>
                <a:lnTo>
                  <a:pt x="788983" y="2530266"/>
                </a:lnTo>
                <a:lnTo>
                  <a:pt x="788447" y="2529725"/>
                </a:lnTo>
                <a:lnTo>
                  <a:pt x="787898" y="2529195"/>
                </a:lnTo>
                <a:lnTo>
                  <a:pt x="787335" y="2528678"/>
                </a:lnTo>
                <a:lnTo>
                  <a:pt x="786759" y="2528172"/>
                </a:lnTo>
                <a:lnTo>
                  <a:pt x="786170" y="2527677"/>
                </a:lnTo>
                <a:lnTo>
                  <a:pt x="785566" y="2527195"/>
                </a:lnTo>
                <a:lnTo>
                  <a:pt x="784950" y="2526724"/>
                </a:lnTo>
                <a:lnTo>
                  <a:pt x="784320" y="2526265"/>
                </a:lnTo>
                <a:lnTo>
                  <a:pt x="783676" y="2525818"/>
                </a:lnTo>
                <a:lnTo>
                  <a:pt x="783019" y="2525382"/>
                </a:lnTo>
                <a:lnTo>
                  <a:pt x="782348" y="2524958"/>
                </a:lnTo>
                <a:lnTo>
                  <a:pt x="781664" y="2524546"/>
                </a:lnTo>
                <a:lnTo>
                  <a:pt x="780966" y="2524146"/>
                </a:lnTo>
                <a:lnTo>
                  <a:pt x="780270" y="2523759"/>
                </a:lnTo>
                <a:lnTo>
                  <a:pt x="779562" y="2523390"/>
                </a:lnTo>
                <a:lnTo>
                  <a:pt x="778842" y="2523036"/>
                </a:lnTo>
                <a:lnTo>
                  <a:pt x="778111" y="2522699"/>
                </a:lnTo>
                <a:lnTo>
                  <a:pt x="777368" y="2522379"/>
                </a:lnTo>
                <a:lnTo>
                  <a:pt x="776613" y="2522075"/>
                </a:lnTo>
                <a:lnTo>
                  <a:pt x="775846" y="2521787"/>
                </a:lnTo>
                <a:lnTo>
                  <a:pt x="775068" y="2521516"/>
                </a:lnTo>
                <a:lnTo>
                  <a:pt x="774277" y="2521261"/>
                </a:lnTo>
                <a:lnTo>
                  <a:pt x="773475" y="2521023"/>
                </a:lnTo>
                <a:lnTo>
                  <a:pt x="772662" y="2520801"/>
                </a:lnTo>
                <a:lnTo>
                  <a:pt x="771836" y="2520595"/>
                </a:lnTo>
                <a:lnTo>
                  <a:pt x="770999" y="2520406"/>
                </a:lnTo>
                <a:lnTo>
                  <a:pt x="770150" y="2520234"/>
                </a:lnTo>
                <a:lnTo>
                  <a:pt x="769290" y="2520078"/>
                </a:lnTo>
                <a:lnTo>
                  <a:pt x="768418" y="2519938"/>
                </a:lnTo>
                <a:lnTo>
                  <a:pt x="767533" y="2519815"/>
                </a:lnTo>
                <a:lnTo>
                  <a:pt x="766638" y="2519708"/>
                </a:lnTo>
                <a:lnTo>
                  <a:pt x="765730" y="2519617"/>
                </a:lnTo>
                <a:lnTo>
                  <a:pt x="764811" y="2519544"/>
                </a:lnTo>
                <a:lnTo>
                  <a:pt x="763880" y="2519486"/>
                </a:lnTo>
                <a:lnTo>
                  <a:pt x="762937" y="2519445"/>
                </a:lnTo>
                <a:lnTo>
                  <a:pt x="761982" y="2519420"/>
                </a:lnTo>
                <a:lnTo>
                  <a:pt x="761016" y="2519412"/>
                </a:lnTo>
                <a:lnTo>
                  <a:pt x="759979" y="2519421"/>
                </a:lnTo>
                <a:lnTo>
                  <a:pt x="758954" y="2519450"/>
                </a:lnTo>
                <a:lnTo>
                  <a:pt x="757941" y="2519497"/>
                </a:lnTo>
                <a:lnTo>
                  <a:pt x="756940" y="2519562"/>
                </a:lnTo>
                <a:lnTo>
                  <a:pt x="755950" y="2519647"/>
                </a:lnTo>
                <a:lnTo>
                  <a:pt x="754972" y="2519750"/>
                </a:lnTo>
                <a:lnTo>
                  <a:pt x="754006" y="2519872"/>
                </a:lnTo>
                <a:lnTo>
                  <a:pt x="753051" y="2520013"/>
                </a:lnTo>
                <a:lnTo>
                  <a:pt x="752108" y="2520173"/>
                </a:lnTo>
                <a:lnTo>
                  <a:pt x="751177" y="2520351"/>
                </a:lnTo>
                <a:lnTo>
                  <a:pt x="750258" y="2520549"/>
                </a:lnTo>
                <a:lnTo>
                  <a:pt x="749350" y="2520765"/>
                </a:lnTo>
                <a:lnTo>
                  <a:pt x="748455" y="2520999"/>
                </a:lnTo>
                <a:lnTo>
                  <a:pt x="747571" y="2521253"/>
                </a:lnTo>
                <a:lnTo>
                  <a:pt x="746698" y="2521525"/>
                </a:lnTo>
                <a:lnTo>
                  <a:pt x="745838" y="2521816"/>
                </a:lnTo>
                <a:lnTo>
                  <a:pt x="744989" y="2522126"/>
                </a:lnTo>
                <a:lnTo>
                  <a:pt x="744152" y="2522455"/>
                </a:lnTo>
                <a:lnTo>
                  <a:pt x="743326" y="2522803"/>
                </a:lnTo>
                <a:lnTo>
                  <a:pt x="742513" y="2523169"/>
                </a:lnTo>
                <a:lnTo>
                  <a:pt x="741711" y="2523554"/>
                </a:lnTo>
                <a:lnTo>
                  <a:pt x="740921" y="2523958"/>
                </a:lnTo>
                <a:lnTo>
                  <a:pt x="740142" y="2524381"/>
                </a:lnTo>
                <a:lnTo>
                  <a:pt x="739375" y="2524822"/>
                </a:lnTo>
                <a:lnTo>
                  <a:pt x="738622" y="2525266"/>
                </a:lnTo>
                <a:lnTo>
                  <a:pt x="737883" y="2525726"/>
                </a:lnTo>
                <a:lnTo>
                  <a:pt x="737159" y="2526201"/>
                </a:lnTo>
                <a:lnTo>
                  <a:pt x="736450" y="2526691"/>
                </a:lnTo>
                <a:lnTo>
                  <a:pt x="735755" y="2527197"/>
                </a:lnTo>
                <a:lnTo>
                  <a:pt x="735075" y="2527717"/>
                </a:lnTo>
                <a:lnTo>
                  <a:pt x="734409" y="2528253"/>
                </a:lnTo>
                <a:lnTo>
                  <a:pt x="733759" y="2528804"/>
                </a:lnTo>
                <a:lnTo>
                  <a:pt x="733123" y="2529371"/>
                </a:lnTo>
                <a:lnTo>
                  <a:pt x="732501" y="2529953"/>
                </a:lnTo>
                <a:lnTo>
                  <a:pt x="731895" y="2530550"/>
                </a:lnTo>
                <a:lnTo>
                  <a:pt x="731303" y="2531162"/>
                </a:lnTo>
                <a:lnTo>
                  <a:pt x="730725" y="2531790"/>
                </a:lnTo>
                <a:lnTo>
                  <a:pt x="730162" y="2532432"/>
                </a:lnTo>
                <a:lnTo>
                  <a:pt x="729614" y="2533090"/>
                </a:lnTo>
                <a:lnTo>
                  <a:pt x="729081" y="2533764"/>
                </a:lnTo>
                <a:lnTo>
                  <a:pt x="728563" y="2534452"/>
                </a:lnTo>
                <a:lnTo>
                  <a:pt x="728059" y="2535156"/>
                </a:lnTo>
                <a:lnTo>
                  <a:pt x="727569" y="2535875"/>
                </a:lnTo>
                <a:lnTo>
                  <a:pt x="727095" y="2536610"/>
                </a:lnTo>
                <a:lnTo>
                  <a:pt x="726635" y="2537360"/>
                </a:lnTo>
                <a:lnTo>
                  <a:pt x="726189" y="2538124"/>
                </a:lnTo>
                <a:lnTo>
                  <a:pt x="725759" y="2538905"/>
                </a:lnTo>
                <a:lnTo>
                  <a:pt x="725343" y="2539700"/>
                </a:lnTo>
                <a:lnTo>
                  <a:pt x="724943" y="2540509"/>
                </a:lnTo>
                <a:lnTo>
                  <a:pt x="724560" y="2541331"/>
                </a:lnTo>
                <a:lnTo>
                  <a:pt x="724194" y="2542165"/>
                </a:lnTo>
                <a:lnTo>
                  <a:pt x="723845" y="2543011"/>
                </a:lnTo>
                <a:lnTo>
                  <a:pt x="723513" y="2543869"/>
                </a:lnTo>
                <a:lnTo>
                  <a:pt x="723198" y="2544740"/>
                </a:lnTo>
                <a:lnTo>
                  <a:pt x="722900" y="2545624"/>
                </a:lnTo>
                <a:lnTo>
                  <a:pt x="722619" y="2546519"/>
                </a:lnTo>
                <a:lnTo>
                  <a:pt x="722355" y="2547427"/>
                </a:lnTo>
                <a:lnTo>
                  <a:pt x="722108" y="2548347"/>
                </a:lnTo>
                <a:lnTo>
                  <a:pt x="721879" y="2549280"/>
                </a:lnTo>
                <a:lnTo>
                  <a:pt x="721666" y="2550224"/>
                </a:lnTo>
                <a:lnTo>
                  <a:pt x="721470" y="2551182"/>
                </a:lnTo>
                <a:lnTo>
                  <a:pt x="721291" y="2552151"/>
                </a:lnTo>
                <a:lnTo>
                  <a:pt x="721130" y="2553133"/>
                </a:lnTo>
                <a:lnTo>
                  <a:pt x="720985" y="2554127"/>
                </a:lnTo>
                <a:lnTo>
                  <a:pt x="720857" y="2555134"/>
                </a:lnTo>
                <a:lnTo>
                  <a:pt x="720747" y="2556152"/>
                </a:lnTo>
                <a:lnTo>
                  <a:pt x="720653" y="2557184"/>
                </a:lnTo>
                <a:lnTo>
                  <a:pt x="720576" y="2558227"/>
                </a:lnTo>
                <a:lnTo>
                  <a:pt x="720517" y="2559283"/>
                </a:lnTo>
                <a:lnTo>
                  <a:pt x="720474" y="2560351"/>
                </a:lnTo>
                <a:lnTo>
                  <a:pt x="720449" y="2561431"/>
                </a:lnTo>
                <a:lnTo>
                  <a:pt x="720440" y="2562524"/>
                </a:lnTo>
                <a:lnTo>
                  <a:pt x="720440" y="2566074"/>
                </a:lnTo>
                <a:lnTo>
                  <a:pt x="720447" y="2567126"/>
                </a:lnTo>
                <a:lnTo>
                  <a:pt x="720469" y="2568168"/>
                </a:lnTo>
                <a:lnTo>
                  <a:pt x="720506" y="2569200"/>
                </a:lnTo>
                <a:lnTo>
                  <a:pt x="720557" y="2570221"/>
                </a:lnTo>
                <a:lnTo>
                  <a:pt x="720624" y="2571233"/>
                </a:lnTo>
                <a:lnTo>
                  <a:pt x="720704" y="2572235"/>
                </a:lnTo>
                <a:lnTo>
                  <a:pt x="720800" y="2573227"/>
                </a:lnTo>
                <a:lnTo>
                  <a:pt x="720910" y="2574208"/>
                </a:lnTo>
                <a:lnTo>
                  <a:pt x="721034" y="2575180"/>
                </a:lnTo>
                <a:lnTo>
                  <a:pt x="721174" y="2576142"/>
                </a:lnTo>
                <a:lnTo>
                  <a:pt x="721328" y="2577094"/>
                </a:lnTo>
                <a:lnTo>
                  <a:pt x="721497" y="2578036"/>
                </a:lnTo>
                <a:lnTo>
                  <a:pt x="721680" y="2578968"/>
                </a:lnTo>
                <a:lnTo>
                  <a:pt x="721878" y="2579890"/>
                </a:lnTo>
                <a:lnTo>
                  <a:pt x="722091" y="2580802"/>
                </a:lnTo>
                <a:lnTo>
                  <a:pt x="722319" y="2581704"/>
                </a:lnTo>
                <a:lnTo>
                  <a:pt x="722561" y="2582596"/>
                </a:lnTo>
                <a:lnTo>
                  <a:pt x="722818" y="2583478"/>
                </a:lnTo>
                <a:lnTo>
                  <a:pt x="723089" y="2584350"/>
                </a:lnTo>
                <a:lnTo>
                  <a:pt x="723375" y="2585212"/>
                </a:lnTo>
                <a:lnTo>
                  <a:pt x="723676" y="2586064"/>
                </a:lnTo>
                <a:lnTo>
                  <a:pt x="723992" y="2586906"/>
                </a:lnTo>
                <a:lnTo>
                  <a:pt x="724322" y="2587738"/>
                </a:lnTo>
                <a:lnTo>
                  <a:pt x="724667" y="2588560"/>
                </a:lnTo>
                <a:lnTo>
                  <a:pt x="725041" y="2589370"/>
                </a:lnTo>
                <a:lnTo>
                  <a:pt x="725430" y="2590164"/>
                </a:lnTo>
                <a:lnTo>
                  <a:pt x="725834" y="2590943"/>
                </a:lnTo>
                <a:lnTo>
                  <a:pt x="726254" y="2591707"/>
                </a:lnTo>
                <a:lnTo>
                  <a:pt x="726689" y="2592455"/>
                </a:lnTo>
                <a:lnTo>
                  <a:pt x="727139" y="2593189"/>
                </a:lnTo>
                <a:lnTo>
                  <a:pt x="727605" y="2593907"/>
                </a:lnTo>
                <a:lnTo>
                  <a:pt x="728086" y="2594609"/>
                </a:lnTo>
                <a:lnTo>
                  <a:pt x="728582" y="2595297"/>
                </a:lnTo>
                <a:lnTo>
                  <a:pt x="729093" y="2595969"/>
                </a:lnTo>
                <a:lnTo>
                  <a:pt x="729620" y="2596626"/>
                </a:lnTo>
                <a:lnTo>
                  <a:pt x="730161" y="2597267"/>
                </a:lnTo>
                <a:lnTo>
                  <a:pt x="730718" y="2597894"/>
                </a:lnTo>
                <a:lnTo>
                  <a:pt x="731291" y="2598505"/>
                </a:lnTo>
                <a:lnTo>
                  <a:pt x="731878" y="2599101"/>
                </a:lnTo>
                <a:lnTo>
                  <a:pt x="732481" y="2599681"/>
                </a:lnTo>
                <a:lnTo>
                  <a:pt x="733100" y="2600247"/>
                </a:lnTo>
                <a:lnTo>
                  <a:pt x="733733" y="2600797"/>
                </a:lnTo>
                <a:lnTo>
                  <a:pt x="734382" y="2601331"/>
                </a:lnTo>
                <a:lnTo>
                  <a:pt x="735046" y="2601851"/>
                </a:lnTo>
                <a:lnTo>
                  <a:pt x="735725" y="2602355"/>
                </a:lnTo>
                <a:lnTo>
                  <a:pt x="736419" y="2602844"/>
                </a:lnTo>
                <a:lnTo>
                  <a:pt x="737129" y="2603318"/>
                </a:lnTo>
                <a:lnTo>
                  <a:pt x="737854" y="2603776"/>
                </a:lnTo>
                <a:lnTo>
                  <a:pt x="738609" y="2604218"/>
                </a:lnTo>
                <a:lnTo>
                  <a:pt x="739379" y="2604641"/>
                </a:lnTo>
                <a:lnTo>
                  <a:pt x="740165" y="2605044"/>
                </a:lnTo>
                <a:lnTo>
                  <a:pt x="740968" y="2605430"/>
                </a:lnTo>
                <a:lnTo>
                  <a:pt x="741786" y="2605796"/>
                </a:lnTo>
                <a:lnTo>
                  <a:pt x="742620" y="2606143"/>
                </a:lnTo>
                <a:lnTo>
                  <a:pt x="743469" y="2606472"/>
                </a:lnTo>
                <a:lnTo>
                  <a:pt x="744335" y="2606782"/>
                </a:lnTo>
                <a:lnTo>
                  <a:pt x="745216" y="2607073"/>
                </a:lnTo>
                <a:lnTo>
                  <a:pt x="746114" y="2607346"/>
                </a:lnTo>
                <a:lnTo>
                  <a:pt x="747027" y="2607599"/>
                </a:lnTo>
                <a:lnTo>
                  <a:pt x="747956" y="2607834"/>
                </a:lnTo>
                <a:lnTo>
                  <a:pt x="748900" y="2608050"/>
                </a:lnTo>
                <a:lnTo>
                  <a:pt x="749861" y="2608247"/>
                </a:lnTo>
                <a:lnTo>
                  <a:pt x="750838" y="2608426"/>
                </a:lnTo>
                <a:lnTo>
                  <a:pt x="751830" y="2608585"/>
                </a:lnTo>
                <a:lnTo>
                  <a:pt x="752838" y="2608726"/>
                </a:lnTo>
                <a:lnTo>
                  <a:pt x="753862" y="2608848"/>
                </a:lnTo>
                <a:lnTo>
                  <a:pt x="754902" y="2608952"/>
                </a:lnTo>
                <a:lnTo>
                  <a:pt x="755958" y="2609036"/>
                </a:lnTo>
                <a:lnTo>
                  <a:pt x="757030" y="2609102"/>
                </a:lnTo>
                <a:lnTo>
                  <a:pt x="758117" y="2609149"/>
                </a:lnTo>
                <a:lnTo>
                  <a:pt x="759221" y="2609177"/>
                </a:lnTo>
                <a:lnTo>
                  <a:pt x="760340" y="2609187"/>
                </a:lnTo>
                <a:lnTo>
                  <a:pt x="761306" y="2609180"/>
                </a:lnTo>
                <a:lnTo>
                  <a:pt x="762262" y="2609158"/>
                </a:lnTo>
                <a:lnTo>
                  <a:pt x="763206" y="2609123"/>
                </a:lnTo>
                <a:lnTo>
                  <a:pt x="764139" y="2609074"/>
                </a:lnTo>
                <a:lnTo>
                  <a:pt x="765061" y="2609010"/>
                </a:lnTo>
                <a:lnTo>
                  <a:pt x="765972" y="2608933"/>
                </a:lnTo>
                <a:lnTo>
                  <a:pt x="766872" y="2608841"/>
                </a:lnTo>
                <a:lnTo>
                  <a:pt x="767760" y="2608736"/>
                </a:lnTo>
                <a:close/>
                <a:moveTo>
                  <a:pt x="738408" y="2551930"/>
                </a:moveTo>
                <a:lnTo>
                  <a:pt x="738474" y="2551460"/>
                </a:lnTo>
                <a:lnTo>
                  <a:pt x="738549" y="2550990"/>
                </a:lnTo>
                <a:lnTo>
                  <a:pt x="738632" y="2550523"/>
                </a:lnTo>
                <a:lnTo>
                  <a:pt x="738725" y="2550056"/>
                </a:lnTo>
                <a:lnTo>
                  <a:pt x="738826" y="2549590"/>
                </a:lnTo>
                <a:lnTo>
                  <a:pt x="738936" y="2549126"/>
                </a:lnTo>
                <a:lnTo>
                  <a:pt x="739055" y="2548663"/>
                </a:lnTo>
                <a:lnTo>
                  <a:pt x="739183" y="2548201"/>
                </a:lnTo>
                <a:lnTo>
                  <a:pt x="739319" y="2547740"/>
                </a:lnTo>
                <a:lnTo>
                  <a:pt x="739464" y="2547280"/>
                </a:lnTo>
                <a:lnTo>
                  <a:pt x="739619" y="2546822"/>
                </a:lnTo>
                <a:lnTo>
                  <a:pt x="739781" y="2546365"/>
                </a:lnTo>
                <a:lnTo>
                  <a:pt x="739953" y="2545908"/>
                </a:lnTo>
                <a:lnTo>
                  <a:pt x="740134" y="2545454"/>
                </a:lnTo>
                <a:lnTo>
                  <a:pt x="740323" y="2545000"/>
                </a:lnTo>
                <a:lnTo>
                  <a:pt x="740521" y="2544547"/>
                </a:lnTo>
                <a:lnTo>
                  <a:pt x="740728" y="2544096"/>
                </a:lnTo>
                <a:lnTo>
                  <a:pt x="740957" y="2543634"/>
                </a:lnTo>
                <a:lnTo>
                  <a:pt x="741194" y="2543180"/>
                </a:lnTo>
                <a:lnTo>
                  <a:pt x="741439" y="2542733"/>
                </a:lnTo>
                <a:lnTo>
                  <a:pt x="741691" y="2542292"/>
                </a:lnTo>
                <a:lnTo>
                  <a:pt x="741951" y="2541859"/>
                </a:lnTo>
                <a:lnTo>
                  <a:pt x="742218" y="2541433"/>
                </a:lnTo>
                <a:lnTo>
                  <a:pt x="742493" y="2541014"/>
                </a:lnTo>
                <a:lnTo>
                  <a:pt x="742776" y="2540602"/>
                </a:lnTo>
                <a:lnTo>
                  <a:pt x="743066" y="2540197"/>
                </a:lnTo>
                <a:lnTo>
                  <a:pt x="743364" y="2539799"/>
                </a:lnTo>
                <a:lnTo>
                  <a:pt x="743669" y="2539408"/>
                </a:lnTo>
                <a:lnTo>
                  <a:pt x="743983" y="2539024"/>
                </a:lnTo>
                <a:lnTo>
                  <a:pt x="744303" y="2538647"/>
                </a:lnTo>
                <a:lnTo>
                  <a:pt x="744632" y="2538277"/>
                </a:lnTo>
                <a:lnTo>
                  <a:pt x="744968" y="2537914"/>
                </a:lnTo>
                <a:lnTo>
                  <a:pt x="745312" y="2537558"/>
                </a:lnTo>
                <a:lnTo>
                  <a:pt x="745663" y="2537210"/>
                </a:lnTo>
                <a:lnTo>
                  <a:pt x="746022" y="2536868"/>
                </a:lnTo>
                <a:lnTo>
                  <a:pt x="746389" y="2536533"/>
                </a:lnTo>
                <a:lnTo>
                  <a:pt x="746763" y="2536206"/>
                </a:lnTo>
                <a:lnTo>
                  <a:pt x="747145" y="2535885"/>
                </a:lnTo>
                <a:lnTo>
                  <a:pt x="747534" y="2535572"/>
                </a:lnTo>
                <a:lnTo>
                  <a:pt x="747931" y="2535265"/>
                </a:lnTo>
                <a:lnTo>
                  <a:pt x="748336" y="2534966"/>
                </a:lnTo>
                <a:lnTo>
                  <a:pt x="748763" y="2534676"/>
                </a:lnTo>
                <a:lnTo>
                  <a:pt x="749197" y="2534399"/>
                </a:lnTo>
                <a:lnTo>
                  <a:pt x="749638" y="2534134"/>
                </a:lnTo>
                <a:lnTo>
                  <a:pt x="750088" y="2533881"/>
                </a:lnTo>
                <a:lnTo>
                  <a:pt x="750545" y="2533641"/>
                </a:lnTo>
                <a:lnTo>
                  <a:pt x="751009" y="2533413"/>
                </a:lnTo>
                <a:lnTo>
                  <a:pt x="751482" y="2533197"/>
                </a:lnTo>
                <a:lnTo>
                  <a:pt x="751962" y="2532994"/>
                </a:lnTo>
                <a:lnTo>
                  <a:pt x="752449" y="2532803"/>
                </a:lnTo>
                <a:lnTo>
                  <a:pt x="752944" y="2532624"/>
                </a:lnTo>
                <a:lnTo>
                  <a:pt x="753447" y="2532457"/>
                </a:lnTo>
                <a:lnTo>
                  <a:pt x="753958" y="2532303"/>
                </a:lnTo>
                <a:lnTo>
                  <a:pt x="754476" y="2532162"/>
                </a:lnTo>
                <a:lnTo>
                  <a:pt x="755001" y="2532032"/>
                </a:lnTo>
                <a:lnTo>
                  <a:pt x="755535" y="2531915"/>
                </a:lnTo>
                <a:lnTo>
                  <a:pt x="756076" y="2531810"/>
                </a:lnTo>
                <a:lnTo>
                  <a:pt x="756624" y="2531718"/>
                </a:lnTo>
                <a:lnTo>
                  <a:pt x="757181" y="2531638"/>
                </a:lnTo>
                <a:lnTo>
                  <a:pt x="757744" y="2531570"/>
                </a:lnTo>
                <a:lnTo>
                  <a:pt x="758316" y="2531514"/>
                </a:lnTo>
                <a:lnTo>
                  <a:pt x="758895" y="2531471"/>
                </a:lnTo>
                <a:lnTo>
                  <a:pt x="759482" y="2531440"/>
                </a:lnTo>
                <a:lnTo>
                  <a:pt x="760076" y="2531422"/>
                </a:lnTo>
                <a:lnTo>
                  <a:pt x="760678" y="2531416"/>
                </a:lnTo>
                <a:lnTo>
                  <a:pt x="761211" y="2531421"/>
                </a:lnTo>
                <a:lnTo>
                  <a:pt x="761738" y="2531436"/>
                </a:lnTo>
                <a:lnTo>
                  <a:pt x="762260" y="2531461"/>
                </a:lnTo>
                <a:lnTo>
                  <a:pt x="762777" y="2531496"/>
                </a:lnTo>
                <a:lnTo>
                  <a:pt x="763289" y="2531541"/>
                </a:lnTo>
                <a:lnTo>
                  <a:pt x="763795" y="2531595"/>
                </a:lnTo>
                <a:lnTo>
                  <a:pt x="764296" y="2531660"/>
                </a:lnTo>
                <a:lnTo>
                  <a:pt x="764792" y="2531735"/>
                </a:lnTo>
                <a:lnTo>
                  <a:pt x="765283" y="2531820"/>
                </a:lnTo>
                <a:lnTo>
                  <a:pt x="765768" y="2531915"/>
                </a:lnTo>
                <a:lnTo>
                  <a:pt x="766248" y="2532020"/>
                </a:lnTo>
                <a:lnTo>
                  <a:pt x="766722" y="2532134"/>
                </a:lnTo>
                <a:lnTo>
                  <a:pt x="767192" y="2532259"/>
                </a:lnTo>
                <a:lnTo>
                  <a:pt x="767656" y="2532394"/>
                </a:lnTo>
                <a:lnTo>
                  <a:pt x="768114" y="2532539"/>
                </a:lnTo>
                <a:lnTo>
                  <a:pt x="768568" y="2532693"/>
                </a:lnTo>
                <a:lnTo>
                  <a:pt x="769016" y="2532858"/>
                </a:lnTo>
                <a:lnTo>
                  <a:pt x="769459" y="2533033"/>
                </a:lnTo>
                <a:lnTo>
                  <a:pt x="769897" y="2533217"/>
                </a:lnTo>
                <a:lnTo>
                  <a:pt x="770329" y="2533412"/>
                </a:lnTo>
                <a:lnTo>
                  <a:pt x="770756" y="2533616"/>
                </a:lnTo>
                <a:lnTo>
                  <a:pt x="771178" y="2533831"/>
                </a:lnTo>
                <a:lnTo>
                  <a:pt x="771594" y="2534055"/>
                </a:lnTo>
                <a:lnTo>
                  <a:pt x="772006" y="2534290"/>
                </a:lnTo>
                <a:lnTo>
                  <a:pt x="772410" y="2534533"/>
                </a:lnTo>
                <a:lnTo>
                  <a:pt x="772806" y="2534784"/>
                </a:lnTo>
                <a:lnTo>
                  <a:pt x="773194" y="2535043"/>
                </a:lnTo>
                <a:lnTo>
                  <a:pt x="773574" y="2535309"/>
                </a:lnTo>
                <a:lnTo>
                  <a:pt x="773946" y="2535583"/>
                </a:lnTo>
                <a:lnTo>
                  <a:pt x="774309" y="2535864"/>
                </a:lnTo>
                <a:lnTo>
                  <a:pt x="774664" y="2536153"/>
                </a:lnTo>
                <a:lnTo>
                  <a:pt x="775011" y="2536450"/>
                </a:lnTo>
                <a:lnTo>
                  <a:pt x="775350" y="2536755"/>
                </a:lnTo>
                <a:lnTo>
                  <a:pt x="775680" y="2537067"/>
                </a:lnTo>
                <a:lnTo>
                  <a:pt x="776003" y="2537386"/>
                </a:lnTo>
                <a:lnTo>
                  <a:pt x="776317" y="2537714"/>
                </a:lnTo>
                <a:lnTo>
                  <a:pt x="776623" y="2538048"/>
                </a:lnTo>
                <a:lnTo>
                  <a:pt x="776920" y="2538391"/>
                </a:lnTo>
                <a:lnTo>
                  <a:pt x="777210" y="2538741"/>
                </a:lnTo>
                <a:lnTo>
                  <a:pt x="777491" y="2539099"/>
                </a:lnTo>
                <a:lnTo>
                  <a:pt x="777764" y="2539464"/>
                </a:lnTo>
                <a:lnTo>
                  <a:pt x="778028" y="2539837"/>
                </a:lnTo>
                <a:lnTo>
                  <a:pt x="778285" y="2540218"/>
                </a:lnTo>
                <a:lnTo>
                  <a:pt x="778533" y="2540606"/>
                </a:lnTo>
                <a:lnTo>
                  <a:pt x="778773" y="2541002"/>
                </a:lnTo>
                <a:lnTo>
                  <a:pt x="779005" y="2541406"/>
                </a:lnTo>
                <a:lnTo>
                  <a:pt x="779229" y="2541817"/>
                </a:lnTo>
                <a:lnTo>
                  <a:pt x="779444" y="2542236"/>
                </a:lnTo>
                <a:lnTo>
                  <a:pt x="779665" y="2542647"/>
                </a:lnTo>
                <a:lnTo>
                  <a:pt x="779876" y="2543064"/>
                </a:lnTo>
                <a:lnTo>
                  <a:pt x="780078" y="2543485"/>
                </a:lnTo>
                <a:lnTo>
                  <a:pt x="780271" y="2543912"/>
                </a:lnTo>
                <a:lnTo>
                  <a:pt x="780454" y="2544345"/>
                </a:lnTo>
                <a:lnTo>
                  <a:pt x="780628" y="2544782"/>
                </a:lnTo>
                <a:lnTo>
                  <a:pt x="780792" y="2545225"/>
                </a:lnTo>
                <a:lnTo>
                  <a:pt x="780947" y="2545674"/>
                </a:lnTo>
                <a:lnTo>
                  <a:pt x="781093" y="2546127"/>
                </a:lnTo>
                <a:lnTo>
                  <a:pt x="781229" y="2546586"/>
                </a:lnTo>
                <a:lnTo>
                  <a:pt x="781356" y="2547050"/>
                </a:lnTo>
                <a:lnTo>
                  <a:pt x="781473" y="2547519"/>
                </a:lnTo>
                <a:lnTo>
                  <a:pt x="781581" y="2547994"/>
                </a:lnTo>
                <a:lnTo>
                  <a:pt x="781680" y="2548474"/>
                </a:lnTo>
                <a:lnTo>
                  <a:pt x="781769" y="2548959"/>
                </a:lnTo>
                <a:lnTo>
                  <a:pt x="781849" y="2549449"/>
                </a:lnTo>
                <a:lnTo>
                  <a:pt x="781919" y="2549945"/>
                </a:lnTo>
                <a:lnTo>
                  <a:pt x="781980" y="2550446"/>
                </a:lnTo>
                <a:lnTo>
                  <a:pt x="782032" y="2550953"/>
                </a:lnTo>
                <a:lnTo>
                  <a:pt x="782074" y="2551464"/>
                </a:lnTo>
                <a:lnTo>
                  <a:pt x="782107" y="2551981"/>
                </a:lnTo>
                <a:lnTo>
                  <a:pt x="782131" y="2552503"/>
                </a:lnTo>
                <a:lnTo>
                  <a:pt x="782145" y="2553031"/>
                </a:lnTo>
                <a:lnTo>
                  <a:pt x="782149" y="2553563"/>
                </a:lnTo>
                <a:lnTo>
                  <a:pt x="782149" y="2556100"/>
                </a:lnTo>
                <a:lnTo>
                  <a:pt x="738192" y="2556100"/>
                </a:lnTo>
                <a:lnTo>
                  <a:pt x="738192" y="2555254"/>
                </a:lnTo>
                <a:lnTo>
                  <a:pt x="738196" y="2554776"/>
                </a:lnTo>
                <a:lnTo>
                  <a:pt x="738210" y="2554298"/>
                </a:lnTo>
                <a:lnTo>
                  <a:pt x="738232" y="2553822"/>
                </a:lnTo>
                <a:lnTo>
                  <a:pt x="738262" y="2553347"/>
                </a:lnTo>
                <a:lnTo>
                  <a:pt x="738302" y="2552874"/>
                </a:lnTo>
                <a:lnTo>
                  <a:pt x="738350" y="2552401"/>
                </a:lnTo>
                <a:lnTo>
                  <a:pt x="738408" y="2551930"/>
                </a:lnTo>
                <a:close/>
                <a:moveTo>
                  <a:pt x="819447" y="2629305"/>
                </a:moveTo>
                <a:lnTo>
                  <a:pt x="903981" y="2629305"/>
                </a:lnTo>
                <a:lnTo>
                  <a:pt x="903981" y="2617133"/>
                </a:lnTo>
                <a:lnTo>
                  <a:pt x="819447" y="2617133"/>
                </a:lnTo>
                <a:lnTo>
                  <a:pt x="819447" y="2629305"/>
                </a:lnTo>
                <a:close/>
                <a:moveTo>
                  <a:pt x="1680128" y="615523"/>
                </a:moveTo>
                <a:lnTo>
                  <a:pt x="1681006" y="615403"/>
                </a:lnTo>
                <a:lnTo>
                  <a:pt x="1681872" y="615269"/>
                </a:lnTo>
                <a:lnTo>
                  <a:pt x="1682727" y="615121"/>
                </a:lnTo>
                <a:lnTo>
                  <a:pt x="1683571" y="614959"/>
                </a:lnTo>
                <a:lnTo>
                  <a:pt x="1684403" y="614783"/>
                </a:lnTo>
                <a:lnTo>
                  <a:pt x="1685225" y="614593"/>
                </a:lnTo>
                <a:lnTo>
                  <a:pt x="1686035" y="614389"/>
                </a:lnTo>
                <a:lnTo>
                  <a:pt x="1686835" y="614170"/>
                </a:lnTo>
                <a:lnTo>
                  <a:pt x="1687623" y="613938"/>
                </a:lnTo>
                <a:lnTo>
                  <a:pt x="1688400" y="613691"/>
                </a:lnTo>
                <a:lnTo>
                  <a:pt x="1689165" y="613431"/>
                </a:lnTo>
                <a:lnTo>
                  <a:pt x="1689920" y="613156"/>
                </a:lnTo>
                <a:lnTo>
                  <a:pt x="1690663" y="612867"/>
                </a:lnTo>
                <a:lnTo>
                  <a:pt x="1691396" y="612564"/>
                </a:lnTo>
                <a:lnTo>
                  <a:pt x="1692117" y="612247"/>
                </a:lnTo>
                <a:lnTo>
                  <a:pt x="1692827" y="611916"/>
                </a:lnTo>
                <a:lnTo>
                  <a:pt x="1693539" y="611572"/>
                </a:lnTo>
                <a:lnTo>
                  <a:pt x="1694237" y="611216"/>
                </a:lnTo>
                <a:lnTo>
                  <a:pt x="1694922" y="610849"/>
                </a:lnTo>
                <a:lnTo>
                  <a:pt x="1695593" y="610470"/>
                </a:lnTo>
                <a:lnTo>
                  <a:pt x="1696251" y="610079"/>
                </a:lnTo>
                <a:lnTo>
                  <a:pt x="1696895" y="609676"/>
                </a:lnTo>
                <a:lnTo>
                  <a:pt x="1697526" y="609262"/>
                </a:lnTo>
                <a:lnTo>
                  <a:pt x="1698143" y="608835"/>
                </a:lnTo>
                <a:lnTo>
                  <a:pt x="1698747" y="608398"/>
                </a:lnTo>
                <a:lnTo>
                  <a:pt x="1699337" y="607948"/>
                </a:lnTo>
                <a:lnTo>
                  <a:pt x="1699914" y="607486"/>
                </a:lnTo>
                <a:lnTo>
                  <a:pt x="1700477" y="607013"/>
                </a:lnTo>
                <a:lnTo>
                  <a:pt x="1701027" y="606528"/>
                </a:lnTo>
                <a:lnTo>
                  <a:pt x="1701563" y="606032"/>
                </a:lnTo>
                <a:lnTo>
                  <a:pt x="1702086" y="605523"/>
                </a:lnTo>
                <a:lnTo>
                  <a:pt x="1702595" y="605003"/>
                </a:lnTo>
                <a:lnTo>
                  <a:pt x="1703091" y="604471"/>
                </a:lnTo>
                <a:lnTo>
                  <a:pt x="1703573" y="603928"/>
                </a:lnTo>
                <a:lnTo>
                  <a:pt x="1704042" y="603373"/>
                </a:lnTo>
                <a:lnTo>
                  <a:pt x="1704497" y="602805"/>
                </a:lnTo>
                <a:lnTo>
                  <a:pt x="1704939" y="602227"/>
                </a:lnTo>
                <a:lnTo>
                  <a:pt x="1705367" y="601636"/>
                </a:lnTo>
                <a:lnTo>
                  <a:pt x="1705782" y="601034"/>
                </a:lnTo>
                <a:lnTo>
                  <a:pt x="1706183" y="600420"/>
                </a:lnTo>
                <a:lnTo>
                  <a:pt x="1706583" y="599781"/>
                </a:lnTo>
                <a:lnTo>
                  <a:pt x="1706966" y="599133"/>
                </a:lnTo>
                <a:lnTo>
                  <a:pt x="1707332" y="598475"/>
                </a:lnTo>
                <a:lnTo>
                  <a:pt x="1707681" y="597809"/>
                </a:lnTo>
                <a:lnTo>
                  <a:pt x="1708013" y="597132"/>
                </a:lnTo>
                <a:lnTo>
                  <a:pt x="1708328" y="596447"/>
                </a:lnTo>
                <a:lnTo>
                  <a:pt x="1708626" y="595752"/>
                </a:lnTo>
                <a:lnTo>
                  <a:pt x="1708907" y="595047"/>
                </a:lnTo>
                <a:lnTo>
                  <a:pt x="1709171" y="594333"/>
                </a:lnTo>
                <a:lnTo>
                  <a:pt x="1709418" y="593610"/>
                </a:lnTo>
                <a:lnTo>
                  <a:pt x="1709648" y="592878"/>
                </a:lnTo>
                <a:lnTo>
                  <a:pt x="1709861" y="592136"/>
                </a:lnTo>
                <a:lnTo>
                  <a:pt x="1710056" y="591384"/>
                </a:lnTo>
                <a:lnTo>
                  <a:pt x="1710235" y="590623"/>
                </a:lnTo>
                <a:lnTo>
                  <a:pt x="1710397" y="589853"/>
                </a:lnTo>
                <a:lnTo>
                  <a:pt x="1710541" y="589073"/>
                </a:lnTo>
                <a:lnTo>
                  <a:pt x="1710669" y="588285"/>
                </a:lnTo>
                <a:lnTo>
                  <a:pt x="1710780" y="587486"/>
                </a:lnTo>
                <a:lnTo>
                  <a:pt x="1710873" y="586678"/>
                </a:lnTo>
                <a:lnTo>
                  <a:pt x="1710950" y="585861"/>
                </a:lnTo>
                <a:lnTo>
                  <a:pt x="1711010" y="585035"/>
                </a:lnTo>
                <a:lnTo>
                  <a:pt x="1711052" y="584199"/>
                </a:lnTo>
                <a:lnTo>
                  <a:pt x="1711078" y="583353"/>
                </a:lnTo>
                <a:lnTo>
                  <a:pt x="1711086" y="582499"/>
                </a:lnTo>
                <a:lnTo>
                  <a:pt x="1695194" y="582499"/>
                </a:lnTo>
                <a:lnTo>
                  <a:pt x="1695184" y="583404"/>
                </a:lnTo>
                <a:lnTo>
                  <a:pt x="1695154" y="584290"/>
                </a:lnTo>
                <a:lnTo>
                  <a:pt x="1695104" y="585156"/>
                </a:lnTo>
                <a:lnTo>
                  <a:pt x="1695034" y="586002"/>
                </a:lnTo>
                <a:lnTo>
                  <a:pt x="1694944" y="586828"/>
                </a:lnTo>
                <a:lnTo>
                  <a:pt x="1694835" y="587634"/>
                </a:lnTo>
                <a:lnTo>
                  <a:pt x="1694705" y="588420"/>
                </a:lnTo>
                <a:lnTo>
                  <a:pt x="1694555" y="589186"/>
                </a:lnTo>
                <a:lnTo>
                  <a:pt x="1694386" y="589932"/>
                </a:lnTo>
                <a:lnTo>
                  <a:pt x="1694196" y="590658"/>
                </a:lnTo>
                <a:lnTo>
                  <a:pt x="1693986" y="591365"/>
                </a:lnTo>
                <a:lnTo>
                  <a:pt x="1693757" y="592051"/>
                </a:lnTo>
                <a:lnTo>
                  <a:pt x="1693507" y="592717"/>
                </a:lnTo>
                <a:lnTo>
                  <a:pt x="1693238" y="593364"/>
                </a:lnTo>
                <a:lnTo>
                  <a:pt x="1692949" y="593990"/>
                </a:lnTo>
                <a:lnTo>
                  <a:pt x="1692639" y="594596"/>
                </a:lnTo>
                <a:lnTo>
                  <a:pt x="1692310" y="595183"/>
                </a:lnTo>
                <a:lnTo>
                  <a:pt x="1691961" y="595749"/>
                </a:lnTo>
                <a:lnTo>
                  <a:pt x="1691591" y="596296"/>
                </a:lnTo>
                <a:lnTo>
                  <a:pt x="1691202" y="596822"/>
                </a:lnTo>
                <a:lnTo>
                  <a:pt x="1690793" y="597329"/>
                </a:lnTo>
                <a:lnTo>
                  <a:pt x="1690364" y="597816"/>
                </a:lnTo>
                <a:lnTo>
                  <a:pt x="1689915" y="598282"/>
                </a:lnTo>
                <a:lnTo>
                  <a:pt x="1689446" y="598729"/>
                </a:lnTo>
                <a:lnTo>
                  <a:pt x="1688972" y="599157"/>
                </a:lnTo>
                <a:lnTo>
                  <a:pt x="1688479" y="599566"/>
                </a:lnTo>
                <a:lnTo>
                  <a:pt x="1687969" y="599957"/>
                </a:lnTo>
                <a:lnTo>
                  <a:pt x="1687440" y="600330"/>
                </a:lnTo>
                <a:lnTo>
                  <a:pt x="1686893" y="600685"/>
                </a:lnTo>
                <a:lnTo>
                  <a:pt x="1686328" y="601022"/>
                </a:lnTo>
                <a:lnTo>
                  <a:pt x="1685745" y="601341"/>
                </a:lnTo>
                <a:lnTo>
                  <a:pt x="1685144" y="601641"/>
                </a:lnTo>
                <a:lnTo>
                  <a:pt x="1684524" y="601923"/>
                </a:lnTo>
                <a:lnTo>
                  <a:pt x="1683886" y="602187"/>
                </a:lnTo>
                <a:lnTo>
                  <a:pt x="1683230" y="602432"/>
                </a:lnTo>
                <a:lnTo>
                  <a:pt x="1682556" y="602660"/>
                </a:lnTo>
                <a:lnTo>
                  <a:pt x="1681864" y="602869"/>
                </a:lnTo>
                <a:lnTo>
                  <a:pt x="1681153" y="603060"/>
                </a:lnTo>
                <a:lnTo>
                  <a:pt x="1680424" y="603233"/>
                </a:lnTo>
                <a:lnTo>
                  <a:pt x="1679677" y="603388"/>
                </a:lnTo>
                <a:lnTo>
                  <a:pt x="1678912" y="603524"/>
                </a:lnTo>
                <a:lnTo>
                  <a:pt x="1678129" y="603643"/>
                </a:lnTo>
                <a:lnTo>
                  <a:pt x="1677327" y="603743"/>
                </a:lnTo>
                <a:lnTo>
                  <a:pt x="1676507" y="603825"/>
                </a:lnTo>
                <a:lnTo>
                  <a:pt x="1675669" y="603888"/>
                </a:lnTo>
                <a:lnTo>
                  <a:pt x="1674813" y="603934"/>
                </a:lnTo>
                <a:lnTo>
                  <a:pt x="1673939" y="603961"/>
                </a:lnTo>
                <a:lnTo>
                  <a:pt x="1673046" y="603970"/>
                </a:lnTo>
                <a:lnTo>
                  <a:pt x="1672235" y="603958"/>
                </a:lnTo>
                <a:lnTo>
                  <a:pt x="1671435" y="603922"/>
                </a:lnTo>
                <a:lnTo>
                  <a:pt x="1670648" y="603862"/>
                </a:lnTo>
                <a:lnTo>
                  <a:pt x="1669872" y="603778"/>
                </a:lnTo>
                <a:lnTo>
                  <a:pt x="1669107" y="603669"/>
                </a:lnTo>
                <a:lnTo>
                  <a:pt x="1668355" y="603537"/>
                </a:lnTo>
                <a:lnTo>
                  <a:pt x="1667614" y="603380"/>
                </a:lnTo>
                <a:lnTo>
                  <a:pt x="1666885" y="603200"/>
                </a:lnTo>
                <a:lnTo>
                  <a:pt x="1666167" y="602995"/>
                </a:lnTo>
                <a:lnTo>
                  <a:pt x="1665462" y="602767"/>
                </a:lnTo>
                <a:lnTo>
                  <a:pt x="1664768" y="602514"/>
                </a:lnTo>
                <a:lnTo>
                  <a:pt x="1664086" y="602237"/>
                </a:lnTo>
                <a:lnTo>
                  <a:pt x="1663415" y="601936"/>
                </a:lnTo>
                <a:lnTo>
                  <a:pt x="1662757" y="601611"/>
                </a:lnTo>
                <a:lnTo>
                  <a:pt x="1662110" y="601262"/>
                </a:lnTo>
                <a:lnTo>
                  <a:pt x="1661474" y="600889"/>
                </a:lnTo>
                <a:lnTo>
                  <a:pt x="1660851" y="600492"/>
                </a:lnTo>
                <a:lnTo>
                  <a:pt x="1660239" y="600071"/>
                </a:lnTo>
                <a:lnTo>
                  <a:pt x="1659639" y="599626"/>
                </a:lnTo>
                <a:lnTo>
                  <a:pt x="1659051" y="599156"/>
                </a:lnTo>
                <a:lnTo>
                  <a:pt x="1658475" y="598663"/>
                </a:lnTo>
                <a:lnTo>
                  <a:pt x="1657910" y="598146"/>
                </a:lnTo>
                <a:lnTo>
                  <a:pt x="1657357" y="597604"/>
                </a:lnTo>
                <a:lnTo>
                  <a:pt x="1656816" y="597038"/>
                </a:lnTo>
                <a:lnTo>
                  <a:pt x="1656291" y="596450"/>
                </a:lnTo>
                <a:lnTo>
                  <a:pt x="1655789" y="595838"/>
                </a:lnTo>
                <a:lnTo>
                  <a:pt x="1655310" y="595205"/>
                </a:lnTo>
                <a:lnTo>
                  <a:pt x="1654853" y="594549"/>
                </a:lnTo>
                <a:lnTo>
                  <a:pt x="1654418" y="593871"/>
                </a:lnTo>
                <a:lnTo>
                  <a:pt x="1654005" y="593171"/>
                </a:lnTo>
                <a:lnTo>
                  <a:pt x="1653615" y="592448"/>
                </a:lnTo>
                <a:lnTo>
                  <a:pt x="1653246" y="591703"/>
                </a:lnTo>
                <a:lnTo>
                  <a:pt x="1652901" y="590936"/>
                </a:lnTo>
                <a:lnTo>
                  <a:pt x="1652577" y="590147"/>
                </a:lnTo>
                <a:lnTo>
                  <a:pt x="1652276" y="589335"/>
                </a:lnTo>
                <a:lnTo>
                  <a:pt x="1651997" y="588500"/>
                </a:lnTo>
                <a:lnTo>
                  <a:pt x="1651741" y="587644"/>
                </a:lnTo>
                <a:lnTo>
                  <a:pt x="1651506" y="586765"/>
                </a:lnTo>
                <a:lnTo>
                  <a:pt x="1651295" y="585864"/>
                </a:lnTo>
                <a:lnTo>
                  <a:pt x="1651105" y="584941"/>
                </a:lnTo>
                <a:lnTo>
                  <a:pt x="1650938" y="583995"/>
                </a:lnTo>
                <a:lnTo>
                  <a:pt x="1650793" y="583027"/>
                </a:lnTo>
                <a:lnTo>
                  <a:pt x="1650670" y="582037"/>
                </a:lnTo>
                <a:lnTo>
                  <a:pt x="1650570" y="581024"/>
                </a:lnTo>
                <a:lnTo>
                  <a:pt x="1650491" y="579989"/>
                </a:lnTo>
                <a:lnTo>
                  <a:pt x="1650436" y="578932"/>
                </a:lnTo>
                <a:lnTo>
                  <a:pt x="1650402" y="577852"/>
                </a:lnTo>
                <a:lnTo>
                  <a:pt x="1650391" y="576750"/>
                </a:lnTo>
                <a:lnTo>
                  <a:pt x="1650391" y="573876"/>
                </a:lnTo>
                <a:lnTo>
                  <a:pt x="1711086" y="573876"/>
                </a:lnTo>
                <a:lnTo>
                  <a:pt x="1711086" y="562380"/>
                </a:lnTo>
                <a:lnTo>
                  <a:pt x="1711078" y="561510"/>
                </a:lnTo>
                <a:lnTo>
                  <a:pt x="1711053" y="560649"/>
                </a:lnTo>
                <a:lnTo>
                  <a:pt x="1711012" y="559796"/>
                </a:lnTo>
                <a:lnTo>
                  <a:pt x="1710955" y="558951"/>
                </a:lnTo>
                <a:lnTo>
                  <a:pt x="1710881" y="558115"/>
                </a:lnTo>
                <a:lnTo>
                  <a:pt x="1710790" y="557286"/>
                </a:lnTo>
                <a:lnTo>
                  <a:pt x="1710684" y="556466"/>
                </a:lnTo>
                <a:lnTo>
                  <a:pt x="1710560" y="555655"/>
                </a:lnTo>
                <a:lnTo>
                  <a:pt x="1710421" y="554851"/>
                </a:lnTo>
                <a:lnTo>
                  <a:pt x="1710264" y="554055"/>
                </a:lnTo>
                <a:lnTo>
                  <a:pt x="1710092" y="553268"/>
                </a:lnTo>
                <a:lnTo>
                  <a:pt x="1709903" y="552489"/>
                </a:lnTo>
                <a:lnTo>
                  <a:pt x="1709697" y="551718"/>
                </a:lnTo>
                <a:lnTo>
                  <a:pt x="1709475" y="550956"/>
                </a:lnTo>
                <a:lnTo>
                  <a:pt x="1709237" y="550201"/>
                </a:lnTo>
                <a:lnTo>
                  <a:pt x="1708982" y="549455"/>
                </a:lnTo>
                <a:lnTo>
                  <a:pt x="1708711" y="548717"/>
                </a:lnTo>
                <a:lnTo>
                  <a:pt x="1708423" y="547988"/>
                </a:lnTo>
                <a:lnTo>
                  <a:pt x="1708119" y="547266"/>
                </a:lnTo>
                <a:lnTo>
                  <a:pt x="1707799" y="546553"/>
                </a:lnTo>
                <a:lnTo>
                  <a:pt x="1707462" y="545848"/>
                </a:lnTo>
                <a:lnTo>
                  <a:pt x="1707108" y="545151"/>
                </a:lnTo>
                <a:lnTo>
                  <a:pt x="1706739" y="544463"/>
                </a:lnTo>
                <a:lnTo>
                  <a:pt x="1706352" y="543782"/>
                </a:lnTo>
                <a:lnTo>
                  <a:pt x="1705965" y="543112"/>
                </a:lnTo>
                <a:lnTo>
                  <a:pt x="1705565" y="542453"/>
                </a:lnTo>
                <a:lnTo>
                  <a:pt x="1705150" y="541806"/>
                </a:lnTo>
                <a:lnTo>
                  <a:pt x="1704723" y="541171"/>
                </a:lnTo>
                <a:lnTo>
                  <a:pt x="1704282" y="540548"/>
                </a:lnTo>
                <a:lnTo>
                  <a:pt x="1703827" y="539936"/>
                </a:lnTo>
                <a:lnTo>
                  <a:pt x="1703359" y="539336"/>
                </a:lnTo>
                <a:lnTo>
                  <a:pt x="1702877" y="538748"/>
                </a:lnTo>
                <a:lnTo>
                  <a:pt x="1702382" y="538171"/>
                </a:lnTo>
                <a:lnTo>
                  <a:pt x="1701873" y="537607"/>
                </a:lnTo>
                <a:lnTo>
                  <a:pt x="1701351" y="537054"/>
                </a:lnTo>
                <a:lnTo>
                  <a:pt x="1700815" y="536512"/>
                </a:lnTo>
                <a:lnTo>
                  <a:pt x="1700266" y="535983"/>
                </a:lnTo>
                <a:lnTo>
                  <a:pt x="1699704" y="535465"/>
                </a:lnTo>
                <a:lnTo>
                  <a:pt x="1699127" y="534959"/>
                </a:lnTo>
                <a:lnTo>
                  <a:pt x="1698538" y="534465"/>
                </a:lnTo>
                <a:lnTo>
                  <a:pt x="1697935" y="533982"/>
                </a:lnTo>
                <a:lnTo>
                  <a:pt x="1697318" y="533511"/>
                </a:lnTo>
                <a:lnTo>
                  <a:pt x="1696688" y="533052"/>
                </a:lnTo>
                <a:lnTo>
                  <a:pt x="1696044" y="532605"/>
                </a:lnTo>
                <a:lnTo>
                  <a:pt x="1695387" y="532169"/>
                </a:lnTo>
                <a:lnTo>
                  <a:pt x="1694716" y="531746"/>
                </a:lnTo>
                <a:lnTo>
                  <a:pt x="1694032" y="531333"/>
                </a:lnTo>
                <a:lnTo>
                  <a:pt x="1693334" y="530933"/>
                </a:lnTo>
                <a:lnTo>
                  <a:pt x="1692638" y="530547"/>
                </a:lnTo>
                <a:lnTo>
                  <a:pt x="1691930" y="530177"/>
                </a:lnTo>
                <a:lnTo>
                  <a:pt x="1691210" y="529824"/>
                </a:lnTo>
                <a:lnTo>
                  <a:pt x="1690479" y="529487"/>
                </a:lnTo>
                <a:lnTo>
                  <a:pt x="1689736" y="529166"/>
                </a:lnTo>
                <a:lnTo>
                  <a:pt x="1688981" y="528862"/>
                </a:lnTo>
                <a:lnTo>
                  <a:pt x="1688214" y="528574"/>
                </a:lnTo>
                <a:lnTo>
                  <a:pt x="1687436" y="528303"/>
                </a:lnTo>
                <a:lnTo>
                  <a:pt x="1686646" y="528048"/>
                </a:lnTo>
                <a:lnTo>
                  <a:pt x="1685844" y="527810"/>
                </a:lnTo>
                <a:lnTo>
                  <a:pt x="1685030" y="527588"/>
                </a:lnTo>
                <a:lnTo>
                  <a:pt x="1684205" y="527383"/>
                </a:lnTo>
                <a:lnTo>
                  <a:pt x="1683367" y="527194"/>
                </a:lnTo>
                <a:lnTo>
                  <a:pt x="1682519" y="527021"/>
                </a:lnTo>
                <a:lnTo>
                  <a:pt x="1681658" y="526865"/>
                </a:lnTo>
                <a:lnTo>
                  <a:pt x="1680786" y="526725"/>
                </a:lnTo>
                <a:lnTo>
                  <a:pt x="1679902" y="526602"/>
                </a:lnTo>
                <a:lnTo>
                  <a:pt x="1679006" y="526495"/>
                </a:lnTo>
                <a:lnTo>
                  <a:pt x="1678098" y="526405"/>
                </a:lnTo>
                <a:lnTo>
                  <a:pt x="1677179" y="526331"/>
                </a:lnTo>
                <a:lnTo>
                  <a:pt x="1676248" y="526273"/>
                </a:lnTo>
                <a:lnTo>
                  <a:pt x="1675305" y="526232"/>
                </a:lnTo>
                <a:lnTo>
                  <a:pt x="1674350" y="526207"/>
                </a:lnTo>
                <a:lnTo>
                  <a:pt x="1673384" y="526199"/>
                </a:lnTo>
                <a:lnTo>
                  <a:pt x="1672348" y="526209"/>
                </a:lnTo>
                <a:lnTo>
                  <a:pt x="1671323" y="526237"/>
                </a:lnTo>
                <a:lnTo>
                  <a:pt x="1670309" y="526284"/>
                </a:lnTo>
                <a:lnTo>
                  <a:pt x="1669308" y="526349"/>
                </a:lnTo>
                <a:lnTo>
                  <a:pt x="1668318" y="526434"/>
                </a:lnTo>
                <a:lnTo>
                  <a:pt x="1667340" y="526537"/>
                </a:lnTo>
                <a:lnTo>
                  <a:pt x="1666374" y="526659"/>
                </a:lnTo>
                <a:lnTo>
                  <a:pt x="1665419" y="526800"/>
                </a:lnTo>
                <a:lnTo>
                  <a:pt x="1664476" y="526960"/>
                </a:lnTo>
                <a:lnTo>
                  <a:pt x="1663545" y="527139"/>
                </a:lnTo>
                <a:lnTo>
                  <a:pt x="1662626" y="527336"/>
                </a:lnTo>
                <a:lnTo>
                  <a:pt x="1661719" y="527552"/>
                </a:lnTo>
                <a:lnTo>
                  <a:pt x="1660823" y="527787"/>
                </a:lnTo>
                <a:lnTo>
                  <a:pt x="1659939" y="528040"/>
                </a:lnTo>
                <a:lnTo>
                  <a:pt x="1659066" y="528313"/>
                </a:lnTo>
                <a:lnTo>
                  <a:pt x="1658206" y="528604"/>
                </a:lnTo>
                <a:lnTo>
                  <a:pt x="1657357" y="528914"/>
                </a:lnTo>
                <a:lnTo>
                  <a:pt x="1656520" y="529242"/>
                </a:lnTo>
                <a:lnTo>
                  <a:pt x="1655694" y="529590"/>
                </a:lnTo>
                <a:lnTo>
                  <a:pt x="1654881" y="529956"/>
                </a:lnTo>
                <a:lnTo>
                  <a:pt x="1654079" y="530341"/>
                </a:lnTo>
                <a:lnTo>
                  <a:pt x="1653289" y="530745"/>
                </a:lnTo>
                <a:lnTo>
                  <a:pt x="1652510" y="531168"/>
                </a:lnTo>
                <a:lnTo>
                  <a:pt x="1651744" y="531609"/>
                </a:lnTo>
                <a:lnTo>
                  <a:pt x="1650990" y="532054"/>
                </a:lnTo>
                <a:lnTo>
                  <a:pt x="1650251" y="532513"/>
                </a:lnTo>
                <a:lnTo>
                  <a:pt x="1649527" y="532988"/>
                </a:lnTo>
                <a:lnTo>
                  <a:pt x="1648818" y="533479"/>
                </a:lnTo>
                <a:lnTo>
                  <a:pt x="1648123" y="533984"/>
                </a:lnTo>
                <a:lnTo>
                  <a:pt x="1647443" y="534505"/>
                </a:lnTo>
                <a:lnTo>
                  <a:pt x="1646778" y="535041"/>
                </a:lnTo>
                <a:lnTo>
                  <a:pt x="1646127" y="535592"/>
                </a:lnTo>
                <a:lnTo>
                  <a:pt x="1645491" y="536158"/>
                </a:lnTo>
                <a:lnTo>
                  <a:pt x="1644869" y="536740"/>
                </a:lnTo>
                <a:lnTo>
                  <a:pt x="1644263" y="537337"/>
                </a:lnTo>
                <a:lnTo>
                  <a:pt x="1643671" y="537949"/>
                </a:lnTo>
                <a:lnTo>
                  <a:pt x="1643093" y="538577"/>
                </a:lnTo>
                <a:lnTo>
                  <a:pt x="1642531" y="539220"/>
                </a:lnTo>
                <a:lnTo>
                  <a:pt x="1641983" y="539878"/>
                </a:lnTo>
                <a:lnTo>
                  <a:pt x="1641449" y="540551"/>
                </a:lnTo>
                <a:lnTo>
                  <a:pt x="1640931" y="541240"/>
                </a:lnTo>
                <a:lnTo>
                  <a:pt x="1640427" y="541944"/>
                </a:lnTo>
                <a:lnTo>
                  <a:pt x="1639938" y="542663"/>
                </a:lnTo>
                <a:lnTo>
                  <a:pt x="1639463" y="543397"/>
                </a:lnTo>
                <a:lnTo>
                  <a:pt x="1639003" y="544147"/>
                </a:lnTo>
                <a:lnTo>
                  <a:pt x="1638558" y="544912"/>
                </a:lnTo>
                <a:lnTo>
                  <a:pt x="1638127" y="545692"/>
                </a:lnTo>
                <a:lnTo>
                  <a:pt x="1637711" y="546487"/>
                </a:lnTo>
                <a:lnTo>
                  <a:pt x="1637311" y="547296"/>
                </a:lnTo>
                <a:lnTo>
                  <a:pt x="1636928" y="548118"/>
                </a:lnTo>
                <a:lnTo>
                  <a:pt x="1636562" y="548952"/>
                </a:lnTo>
                <a:lnTo>
                  <a:pt x="1636213" y="549798"/>
                </a:lnTo>
                <a:lnTo>
                  <a:pt x="1635881" y="550657"/>
                </a:lnTo>
                <a:lnTo>
                  <a:pt x="1635566" y="551528"/>
                </a:lnTo>
                <a:lnTo>
                  <a:pt x="1635268" y="552411"/>
                </a:lnTo>
                <a:lnTo>
                  <a:pt x="1634987" y="553306"/>
                </a:lnTo>
                <a:lnTo>
                  <a:pt x="1634723" y="554214"/>
                </a:lnTo>
                <a:lnTo>
                  <a:pt x="1634477" y="555134"/>
                </a:lnTo>
                <a:lnTo>
                  <a:pt x="1634247" y="556067"/>
                </a:lnTo>
                <a:lnTo>
                  <a:pt x="1634034" y="557012"/>
                </a:lnTo>
                <a:lnTo>
                  <a:pt x="1633838" y="557969"/>
                </a:lnTo>
                <a:lnTo>
                  <a:pt x="1633659" y="558938"/>
                </a:lnTo>
                <a:lnTo>
                  <a:pt x="1633498" y="559920"/>
                </a:lnTo>
                <a:lnTo>
                  <a:pt x="1633353" y="560914"/>
                </a:lnTo>
                <a:lnTo>
                  <a:pt x="1633225" y="561921"/>
                </a:lnTo>
                <a:lnTo>
                  <a:pt x="1633115" y="562940"/>
                </a:lnTo>
                <a:lnTo>
                  <a:pt x="1633021" y="563971"/>
                </a:lnTo>
                <a:lnTo>
                  <a:pt x="1632944" y="565014"/>
                </a:lnTo>
                <a:lnTo>
                  <a:pt x="1632885" y="566070"/>
                </a:lnTo>
                <a:lnTo>
                  <a:pt x="1632842" y="567138"/>
                </a:lnTo>
                <a:lnTo>
                  <a:pt x="1632817" y="568219"/>
                </a:lnTo>
                <a:lnTo>
                  <a:pt x="1632808" y="569311"/>
                </a:lnTo>
                <a:lnTo>
                  <a:pt x="1632808" y="572862"/>
                </a:lnTo>
                <a:lnTo>
                  <a:pt x="1632815" y="573913"/>
                </a:lnTo>
                <a:lnTo>
                  <a:pt x="1632837" y="574955"/>
                </a:lnTo>
                <a:lnTo>
                  <a:pt x="1632874" y="575987"/>
                </a:lnTo>
                <a:lnTo>
                  <a:pt x="1632926" y="577009"/>
                </a:lnTo>
                <a:lnTo>
                  <a:pt x="1632992" y="578020"/>
                </a:lnTo>
                <a:lnTo>
                  <a:pt x="1633072" y="579022"/>
                </a:lnTo>
                <a:lnTo>
                  <a:pt x="1633168" y="580014"/>
                </a:lnTo>
                <a:lnTo>
                  <a:pt x="1633278" y="580996"/>
                </a:lnTo>
                <a:lnTo>
                  <a:pt x="1633403" y="581968"/>
                </a:lnTo>
                <a:lnTo>
                  <a:pt x="1633542" y="582929"/>
                </a:lnTo>
                <a:lnTo>
                  <a:pt x="1633696" y="583881"/>
                </a:lnTo>
                <a:lnTo>
                  <a:pt x="1633865" y="584823"/>
                </a:lnTo>
                <a:lnTo>
                  <a:pt x="1634048" y="585755"/>
                </a:lnTo>
                <a:lnTo>
                  <a:pt x="1634246" y="586677"/>
                </a:lnTo>
                <a:lnTo>
                  <a:pt x="1634459" y="587589"/>
                </a:lnTo>
                <a:lnTo>
                  <a:pt x="1634687" y="588491"/>
                </a:lnTo>
                <a:lnTo>
                  <a:pt x="1634929" y="589383"/>
                </a:lnTo>
                <a:lnTo>
                  <a:pt x="1635186" y="590265"/>
                </a:lnTo>
                <a:lnTo>
                  <a:pt x="1635457" y="591137"/>
                </a:lnTo>
                <a:lnTo>
                  <a:pt x="1635743" y="591999"/>
                </a:lnTo>
                <a:lnTo>
                  <a:pt x="1636044" y="592851"/>
                </a:lnTo>
                <a:lnTo>
                  <a:pt x="1636360" y="593693"/>
                </a:lnTo>
                <a:lnTo>
                  <a:pt x="1636690" y="594526"/>
                </a:lnTo>
                <a:lnTo>
                  <a:pt x="1637035" y="595348"/>
                </a:lnTo>
                <a:lnTo>
                  <a:pt x="1637409" y="596157"/>
                </a:lnTo>
                <a:lnTo>
                  <a:pt x="1637798" y="596951"/>
                </a:lnTo>
                <a:lnTo>
                  <a:pt x="1638203" y="597730"/>
                </a:lnTo>
                <a:lnTo>
                  <a:pt x="1638622" y="598494"/>
                </a:lnTo>
                <a:lnTo>
                  <a:pt x="1639057" y="599243"/>
                </a:lnTo>
                <a:lnTo>
                  <a:pt x="1639508" y="599976"/>
                </a:lnTo>
                <a:lnTo>
                  <a:pt x="1639973" y="600694"/>
                </a:lnTo>
                <a:lnTo>
                  <a:pt x="1640454" y="601397"/>
                </a:lnTo>
                <a:lnTo>
                  <a:pt x="1640950" y="602084"/>
                </a:lnTo>
                <a:lnTo>
                  <a:pt x="1641461" y="602756"/>
                </a:lnTo>
                <a:lnTo>
                  <a:pt x="1641988" y="603413"/>
                </a:lnTo>
                <a:lnTo>
                  <a:pt x="1642530" y="604055"/>
                </a:lnTo>
                <a:lnTo>
                  <a:pt x="1643087" y="604681"/>
                </a:lnTo>
                <a:lnTo>
                  <a:pt x="1643659" y="605292"/>
                </a:lnTo>
                <a:lnTo>
                  <a:pt x="1644247" y="605888"/>
                </a:lnTo>
                <a:lnTo>
                  <a:pt x="1644850" y="606469"/>
                </a:lnTo>
                <a:lnTo>
                  <a:pt x="1645468" y="607034"/>
                </a:lnTo>
                <a:lnTo>
                  <a:pt x="1646101" y="607584"/>
                </a:lnTo>
                <a:lnTo>
                  <a:pt x="1646750" y="608119"/>
                </a:lnTo>
                <a:lnTo>
                  <a:pt x="1647414" y="608638"/>
                </a:lnTo>
                <a:lnTo>
                  <a:pt x="1648093" y="609143"/>
                </a:lnTo>
                <a:lnTo>
                  <a:pt x="1648787" y="609632"/>
                </a:lnTo>
                <a:lnTo>
                  <a:pt x="1649497" y="610105"/>
                </a:lnTo>
                <a:lnTo>
                  <a:pt x="1650222" y="610564"/>
                </a:lnTo>
                <a:lnTo>
                  <a:pt x="1650977" y="611005"/>
                </a:lnTo>
                <a:lnTo>
                  <a:pt x="1651747" y="611428"/>
                </a:lnTo>
                <a:lnTo>
                  <a:pt x="1652534" y="611832"/>
                </a:lnTo>
                <a:lnTo>
                  <a:pt x="1653336" y="612217"/>
                </a:lnTo>
                <a:lnTo>
                  <a:pt x="1654154" y="612583"/>
                </a:lnTo>
                <a:lnTo>
                  <a:pt x="1654988" y="612931"/>
                </a:lnTo>
                <a:lnTo>
                  <a:pt x="1655837" y="613259"/>
                </a:lnTo>
                <a:lnTo>
                  <a:pt x="1656703" y="613569"/>
                </a:lnTo>
                <a:lnTo>
                  <a:pt x="1657584" y="613861"/>
                </a:lnTo>
                <a:lnTo>
                  <a:pt x="1658482" y="614133"/>
                </a:lnTo>
                <a:lnTo>
                  <a:pt x="1659395" y="614387"/>
                </a:lnTo>
                <a:lnTo>
                  <a:pt x="1660324" y="614621"/>
                </a:lnTo>
                <a:lnTo>
                  <a:pt x="1661269" y="614837"/>
                </a:lnTo>
                <a:lnTo>
                  <a:pt x="1662230" y="615035"/>
                </a:lnTo>
                <a:lnTo>
                  <a:pt x="1663206" y="615213"/>
                </a:lnTo>
                <a:lnTo>
                  <a:pt x="1664198" y="615373"/>
                </a:lnTo>
                <a:lnTo>
                  <a:pt x="1665207" y="615514"/>
                </a:lnTo>
                <a:lnTo>
                  <a:pt x="1666231" y="615636"/>
                </a:lnTo>
                <a:lnTo>
                  <a:pt x="1667271" y="615739"/>
                </a:lnTo>
                <a:lnTo>
                  <a:pt x="1668327" y="615824"/>
                </a:lnTo>
                <a:lnTo>
                  <a:pt x="1669398" y="615889"/>
                </a:lnTo>
                <a:lnTo>
                  <a:pt x="1670486" y="615936"/>
                </a:lnTo>
                <a:lnTo>
                  <a:pt x="1671589" y="615964"/>
                </a:lnTo>
                <a:lnTo>
                  <a:pt x="1672708" y="615974"/>
                </a:lnTo>
                <a:lnTo>
                  <a:pt x="1673675" y="615967"/>
                </a:lnTo>
                <a:lnTo>
                  <a:pt x="1674630" y="615946"/>
                </a:lnTo>
                <a:lnTo>
                  <a:pt x="1675574" y="615910"/>
                </a:lnTo>
                <a:lnTo>
                  <a:pt x="1676507" y="615861"/>
                </a:lnTo>
                <a:lnTo>
                  <a:pt x="1677429" y="615798"/>
                </a:lnTo>
                <a:lnTo>
                  <a:pt x="1678340" y="615720"/>
                </a:lnTo>
                <a:lnTo>
                  <a:pt x="1679240" y="615629"/>
                </a:lnTo>
                <a:lnTo>
                  <a:pt x="1680128" y="615523"/>
                </a:lnTo>
                <a:close/>
                <a:moveTo>
                  <a:pt x="1650776" y="558717"/>
                </a:moveTo>
                <a:lnTo>
                  <a:pt x="1650842" y="558247"/>
                </a:lnTo>
                <a:lnTo>
                  <a:pt x="1650917" y="557778"/>
                </a:lnTo>
                <a:lnTo>
                  <a:pt x="1651000" y="557310"/>
                </a:lnTo>
                <a:lnTo>
                  <a:pt x="1651093" y="556843"/>
                </a:lnTo>
                <a:lnTo>
                  <a:pt x="1651194" y="556378"/>
                </a:lnTo>
                <a:lnTo>
                  <a:pt x="1651304" y="555913"/>
                </a:lnTo>
                <a:lnTo>
                  <a:pt x="1651423" y="555450"/>
                </a:lnTo>
                <a:lnTo>
                  <a:pt x="1651551" y="554988"/>
                </a:lnTo>
                <a:lnTo>
                  <a:pt x="1651687" y="554527"/>
                </a:lnTo>
                <a:lnTo>
                  <a:pt x="1651833" y="554068"/>
                </a:lnTo>
                <a:lnTo>
                  <a:pt x="1651987" y="553609"/>
                </a:lnTo>
                <a:lnTo>
                  <a:pt x="1652150" y="553152"/>
                </a:lnTo>
                <a:lnTo>
                  <a:pt x="1652321" y="552696"/>
                </a:lnTo>
                <a:lnTo>
                  <a:pt x="1652502" y="552241"/>
                </a:lnTo>
                <a:lnTo>
                  <a:pt x="1652691" y="551787"/>
                </a:lnTo>
                <a:lnTo>
                  <a:pt x="1652889" y="551334"/>
                </a:lnTo>
                <a:lnTo>
                  <a:pt x="1653096" y="550883"/>
                </a:lnTo>
                <a:lnTo>
                  <a:pt x="1653325" y="550422"/>
                </a:lnTo>
                <a:lnTo>
                  <a:pt x="1653562" y="549967"/>
                </a:lnTo>
                <a:lnTo>
                  <a:pt x="1653807" y="549520"/>
                </a:lnTo>
                <a:lnTo>
                  <a:pt x="1654059" y="549080"/>
                </a:lnTo>
                <a:lnTo>
                  <a:pt x="1654319" y="548646"/>
                </a:lnTo>
                <a:lnTo>
                  <a:pt x="1654586" y="548220"/>
                </a:lnTo>
                <a:lnTo>
                  <a:pt x="1654861" y="547801"/>
                </a:lnTo>
                <a:lnTo>
                  <a:pt x="1655144" y="547389"/>
                </a:lnTo>
                <a:lnTo>
                  <a:pt x="1655434" y="546984"/>
                </a:lnTo>
                <a:lnTo>
                  <a:pt x="1655732" y="546586"/>
                </a:lnTo>
                <a:lnTo>
                  <a:pt x="1656038" y="546195"/>
                </a:lnTo>
                <a:lnTo>
                  <a:pt x="1656351" y="545811"/>
                </a:lnTo>
                <a:lnTo>
                  <a:pt x="1656672" y="545434"/>
                </a:lnTo>
                <a:lnTo>
                  <a:pt x="1657000" y="545064"/>
                </a:lnTo>
                <a:lnTo>
                  <a:pt x="1657336" y="544702"/>
                </a:lnTo>
                <a:lnTo>
                  <a:pt x="1657680" y="544346"/>
                </a:lnTo>
                <a:lnTo>
                  <a:pt x="1658031" y="543997"/>
                </a:lnTo>
                <a:lnTo>
                  <a:pt x="1658390" y="543655"/>
                </a:lnTo>
                <a:lnTo>
                  <a:pt x="1658757" y="543321"/>
                </a:lnTo>
                <a:lnTo>
                  <a:pt x="1659131" y="542993"/>
                </a:lnTo>
                <a:lnTo>
                  <a:pt x="1659513" y="542673"/>
                </a:lnTo>
                <a:lnTo>
                  <a:pt x="1659902" y="542359"/>
                </a:lnTo>
                <a:lnTo>
                  <a:pt x="1660300" y="542053"/>
                </a:lnTo>
                <a:lnTo>
                  <a:pt x="1660704" y="541753"/>
                </a:lnTo>
                <a:lnTo>
                  <a:pt x="1661131" y="541464"/>
                </a:lnTo>
                <a:lnTo>
                  <a:pt x="1661565" y="541186"/>
                </a:lnTo>
                <a:lnTo>
                  <a:pt x="1662007" y="540921"/>
                </a:lnTo>
                <a:lnTo>
                  <a:pt x="1662456" y="540669"/>
                </a:lnTo>
                <a:lnTo>
                  <a:pt x="1662913" y="540428"/>
                </a:lnTo>
                <a:lnTo>
                  <a:pt x="1663378" y="540200"/>
                </a:lnTo>
                <a:lnTo>
                  <a:pt x="1663850" y="539984"/>
                </a:lnTo>
                <a:lnTo>
                  <a:pt x="1664330" y="539781"/>
                </a:lnTo>
                <a:lnTo>
                  <a:pt x="1664817" y="539590"/>
                </a:lnTo>
                <a:lnTo>
                  <a:pt x="1665313" y="539411"/>
                </a:lnTo>
                <a:lnTo>
                  <a:pt x="1665815" y="539245"/>
                </a:lnTo>
                <a:lnTo>
                  <a:pt x="1666326" y="539091"/>
                </a:lnTo>
                <a:lnTo>
                  <a:pt x="1666844" y="538949"/>
                </a:lnTo>
                <a:lnTo>
                  <a:pt x="1667370" y="538819"/>
                </a:lnTo>
                <a:lnTo>
                  <a:pt x="1667903" y="538702"/>
                </a:lnTo>
                <a:lnTo>
                  <a:pt x="1668444" y="538597"/>
                </a:lnTo>
                <a:lnTo>
                  <a:pt x="1668992" y="538505"/>
                </a:lnTo>
                <a:lnTo>
                  <a:pt x="1669549" y="538425"/>
                </a:lnTo>
                <a:lnTo>
                  <a:pt x="1670112" y="538357"/>
                </a:lnTo>
                <a:lnTo>
                  <a:pt x="1670684" y="538302"/>
                </a:lnTo>
                <a:lnTo>
                  <a:pt x="1671263" y="538258"/>
                </a:lnTo>
                <a:lnTo>
                  <a:pt x="1671850" y="538228"/>
                </a:lnTo>
                <a:lnTo>
                  <a:pt x="1672444" y="538209"/>
                </a:lnTo>
                <a:lnTo>
                  <a:pt x="1673046" y="538203"/>
                </a:lnTo>
                <a:lnTo>
                  <a:pt x="1673579" y="538208"/>
                </a:lnTo>
                <a:lnTo>
                  <a:pt x="1674106" y="538223"/>
                </a:lnTo>
                <a:lnTo>
                  <a:pt x="1674629" y="538248"/>
                </a:lnTo>
                <a:lnTo>
                  <a:pt x="1675145" y="538283"/>
                </a:lnTo>
                <a:lnTo>
                  <a:pt x="1675657" y="538328"/>
                </a:lnTo>
                <a:lnTo>
                  <a:pt x="1676163" y="538383"/>
                </a:lnTo>
                <a:lnTo>
                  <a:pt x="1676664" y="538447"/>
                </a:lnTo>
                <a:lnTo>
                  <a:pt x="1677160" y="538522"/>
                </a:lnTo>
                <a:lnTo>
                  <a:pt x="1677651" y="538607"/>
                </a:lnTo>
                <a:lnTo>
                  <a:pt x="1678136" y="538702"/>
                </a:lnTo>
                <a:lnTo>
                  <a:pt x="1678616" y="538807"/>
                </a:lnTo>
                <a:lnTo>
                  <a:pt x="1679090" y="538921"/>
                </a:lnTo>
                <a:lnTo>
                  <a:pt x="1679560" y="539046"/>
                </a:lnTo>
                <a:lnTo>
                  <a:pt x="1680024" y="539181"/>
                </a:lnTo>
                <a:lnTo>
                  <a:pt x="1680482" y="539326"/>
                </a:lnTo>
                <a:lnTo>
                  <a:pt x="1680936" y="539480"/>
                </a:lnTo>
                <a:lnTo>
                  <a:pt x="1681384" y="539645"/>
                </a:lnTo>
                <a:lnTo>
                  <a:pt x="1681827" y="539820"/>
                </a:lnTo>
                <a:lnTo>
                  <a:pt x="1682265" y="540004"/>
                </a:lnTo>
                <a:lnTo>
                  <a:pt x="1682697" y="540199"/>
                </a:lnTo>
                <a:lnTo>
                  <a:pt x="1683124" y="540403"/>
                </a:lnTo>
                <a:lnTo>
                  <a:pt x="1683546" y="540618"/>
                </a:lnTo>
                <a:lnTo>
                  <a:pt x="1683962" y="540843"/>
                </a:lnTo>
                <a:lnTo>
                  <a:pt x="1684374" y="541077"/>
                </a:lnTo>
                <a:lnTo>
                  <a:pt x="1684778" y="541320"/>
                </a:lnTo>
                <a:lnTo>
                  <a:pt x="1685174" y="541571"/>
                </a:lnTo>
                <a:lnTo>
                  <a:pt x="1685562" y="541830"/>
                </a:lnTo>
                <a:lnTo>
                  <a:pt x="1685942" y="542096"/>
                </a:lnTo>
                <a:lnTo>
                  <a:pt x="1686314" y="542370"/>
                </a:lnTo>
                <a:lnTo>
                  <a:pt x="1686677" y="542652"/>
                </a:lnTo>
                <a:lnTo>
                  <a:pt x="1687032" y="542941"/>
                </a:lnTo>
                <a:lnTo>
                  <a:pt x="1687379" y="543237"/>
                </a:lnTo>
                <a:lnTo>
                  <a:pt x="1687718" y="543542"/>
                </a:lnTo>
                <a:lnTo>
                  <a:pt x="1688049" y="543854"/>
                </a:lnTo>
                <a:lnTo>
                  <a:pt x="1688371" y="544173"/>
                </a:lnTo>
                <a:lnTo>
                  <a:pt x="1688685" y="544501"/>
                </a:lnTo>
                <a:lnTo>
                  <a:pt x="1688991" y="544836"/>
                </a:lnTo>
                <a:lnTo>
                  <a:pt x="1689288" y="545178"/>
                </a:lnTo>
                <a:lnTo>
                  <a:pt x="1689578" y="545528"/>
                </a:lnTo>
                <a:lnTo>
                  <a:pt x="1689859" y="545886"/>
                </a:lnTo>
                <a:lnTo>
                  <a:pt x="1690132" y="546252"/>
                </a:lnTo>
                <a:lnTo>
                  <a:pt x="1690397" y="546625"/>
                </a:lnTo>
                <a:lnTo>
                  <a:pt x="1690653" y="547005"/>
                </a:lnTo>
                <a:lnTo>
                  <a:pt x="1690902" y="547394"/>
                </a:lnTo>
                <a:lnTo>
                  <a:pt x="1691142" y="547790"/>
                </a:lnTo>
                <a:lnTo>
                  <a:pt x="1691374" y="548193"/>
                </a:lnTo>
                <a:lnTo>
                  <a:pt x="1691597" y="548604"/>
                </a:lnTo>
                <a:lnTo>
                  <a:pt x="1691813" y="549023"/>
                </a:lnTo>
                <a:lnTo>
                  <a:pt x="1692034" y="549435"/>
                </a:lnTo>
                <a:lnTo>
                  <a:pt x="1692245" y="549851"/>
                </a:lnTo>
                <a:lnTo>
                  <a:pt x="1692447" y="550273"/>
                </a:lnTo>
                <a:lnTo>
                  <a:pt x="1692639" y="550700"/>
                </a:lnTo>
                <a:lnTo>
                  <a:pt x="1692823" y="551132"/>
                </a:lnTo>
                <a:lnTo>
                  <a:pt x="1692996" y="551570"/>
                </a:lnTo>
                <a:lnTo>
                  <a:pt x="1693161" y="552013"/>
                </a:lnTo>
                <a:lnTo>
                  <a:pt x="1693316" y="552461"/>
                </a:lnTo>
                <a:lnTo>
                  <a:pt x="1693461" y="552914"/>
                </a:lnTo>
                <a:lnTo>
                  <a:pt x="1693597" y="553373"/>
                </a:lnTo>
                <a:lnTo>
                  <a:pt x="1693724" y="553837"/>
                </a:lnTo>
                <a:lnTo>
                  <a:pt x="1693842" y="554307"/>
                </a:lnTo>
                <a:lnTo>
                  <a:pt x="1693950" y="554781"/>
                </a:lnTo>
                <a:lnTo>
                  <a:pt x="1694048" y="555261"/>
                </a:lnTo>
                <a:lnTo>
                  <a:pt x="1694137" y="555746"/>
                </a:lnTo>
                <a:lnTo>
                  <a:pt x="1694217" y="556237"/>
                </a:lnTo>
                <a:lnTo>
                  <a:pt x="1694288" y="556733"/>
                </a:lnTo>
                <a:lnTo>
                  <a:pt x="1694349" y="557234"/>
                </a:lnTo>
                <a:lnTo>
                  <a:pt x="1694400" y="557740"/>
                </a:lnTo>
                <a:lnTo>
                  <a:pt x="1694443" y="558251"/>
                </a:lnTo>
                <a:lnTo>
                  <a:pt x="1694475" y="558768"/>
                </a:lnTo>
                <a:lnTo>
                  <a:pt x="1694499" y="559291"/>
                </a:lnTo>
                <a:lnTo>
                  <a:pt x="1694513" y="559818"/>
                </a:lnTo>
                <a:lnTo>
                  <a:pt x="1694518" y="560351"/>
                </a:lnTo>
                <a:lnTo>
                  <a:pt x="1694518" y="562887"/>
                </a:lnTo>
                <a:lnTo>
                  <a:pt x="1650560" y="562887"/>
                </a:lnTo>
                <a:lnTo>
                  <a:pt x="1650560" y="562041"/>
                </a:lnTo>
                <a:lnTo>
                  <a:pt x="1650565" y="561563"/>
                </a:lnTo>
                <a:lnTo>
                  <a:pt x="1650578" y="561086"/>
                </a:lnTo>
                <a:lnTo>
                  <a:pt x="1650600" y="560610"/>
                </a:lnTo>
                <a:lnTo>
                  <a:pt x="1650631" y="560135"/>
                </a:lnTo>
                <a:lnTo>
                  <a:pt x="1650670" y="559661"/>
                </a:lnTo>
                <a:lnTo>
                  <a:pt x="1650719" y="559188"/>
                </a:lnTo>
                <a:lnTo>
                  <a:pt x="1650776" y="558717"/>
                </a:lnTo>
                <a:close/>
                <a:moveTo>
                  <a:pt x="1568140" y="615786"/>
                </a:moveTo>
                <a:lnTo>
                  <a:pt x="1568650" y="615736"/>
                </a:lnTo>
                <a:lnTo>
                  <a:pt x="1569155" y="615680"/>
                </a:lnTo>
                <a:lnTo>
                  <a:pt x="1569655" y="615619"/>
                </a:lnTo>
                <a:lnTo>
                  <a:pt x="1570150" y="615551"/>
                </a:lnTo>
                <a:lnTo>
                  <a:pt x="1570641" y="615478"/>
                </a:lnTo>
                <a:lnTo>
                  <a:pt x="1571127" y="615399"/>
                </a:lnTo>
                <a:lnTo>
                  <a:pt x="1571609" y="615313"/>
                </a:lnTo>
                <a:lnTo>
                  <a:pt x="1572085" y="615222"/>
                </a:lnTo>
                <a:lnTo>
                  <a:pt x="1572557" y="615126"/>
                </a:lnTo>
                <a:lnTo>
                  <a:pt x="1573025" y="615023"/>
                </a:lnTo>
                <a:lnTo>
                  <a:pt x="1573487" y="614914"/>
                </a:lnTo>
                <a:lnTo>
                  <a:pt x="1573945" y="614800"/>
                </a:lnTo>
                <a:lnTo>
                  <a:pt x="1574398" y="614679"/>
                </a:lnTo>
                <a:lnTo>
                  <a:pt x="1574847" y="614553"/>
                </a:lnTo>
                <a:lnTo>
                  <a:pt x="1575291" y="614421"/>
                </a:lnTo>
                <a:lnTo>
                  <a:pt x="1575730" y="614283"/>
                </a:lnTo>
                <a:lnTo>
                  <a:pt x="1576164" y="614154"/>
                </a:lnTo>
                <a:lnTo>
                  <a:pt x="1576594" y="614019"/>
                </a:lnTo>
                <a:lnTo>
                  <a:pt x="1577019" y="613879"/>
                </a:lnTo>
                <a:lnTo>
                  <a:pt x="1577439" y="613734"/>
                </a:lnTo>
                <a:lnTo>
                  <a:pt x="1577855" y="613583"/>
                </a:lnTo>
                <a:lnTo>
                  <a:pt x="1578266" y="613427"/>
                </a:lnTo>
                <a:lnTo>
                  <a:pt x="1578672" y="613266"/>
                </a:lnTo>
                <a:lnTo>
                  <a:pt x="1579073" y="613100"/>
                </a:lnTo>
                <a:lnTo>
                  <a:pt x="1579470" y="612928"/>
                </a:lnTo>
                <a:lnTo>
                  <a:pt x="1579862" y="612751"/>
                </a:lnTo>
                <a:lnTo>
                  <a:pt x="1580250" y="612569"/>
                </a:lnTo>
                <a:lnTo>
                  <a:pt x="1580632" y="612381"/>
                </a:lnTo>
                <a:lnTo>
                  <a:pt x="1581011" y="612188"/>
                </a:lnTo>
                <a:lnTo>
                  <a:pt x="1581384" y="611990"/>
                </a:lnTo>
                <a:lnTo>
                  <a:pt x="1581753" y="611787"/>
                </a:lnTo>
                <a:lnTo>
                  <a:pt x="1582116" y="611578"/>
                </a:lnTo>
                <a:lnTo>
                  <a:pt x="1582476" y="611364"/>
                </a:lnTo>
                <a:lnTo>
                  <a:pt x="1582830" y="611145"/>
                </a:lnTo>
                <a:lnTo>
                  <a:pt x="1583180" y="610920"/>
                </a:lnTo>
                <a:lnTo>
                  <a:pt x="1583525" y="610691"/>
                </a:lnTo>
                <a:lnTo>
                  <a:pt x="1583866" y="610455"/>
                </a:lnTo>
                <a:lnTo>
                  <a:pt x="1584202" y="610215"/>
                </a:lnTo>
                <a:lnTo>
                  <a:pt x="1584533" y="609969"/>
                </a:lnTo>
                <a:lnTo>
                  <a:pt x="1584859" y="609718"/>
                </a:lnTo>
                <a:lnTo>
                  <a:pt x="1585181" y="609448"/>
                </a:lnTo>
                <a:lnTo>
                  <a:pt x="1585498" y="609174"/>
                </a:lnTo>
                <a:lnTo>
                  <a:pt x="1585810" y="608894"/>
                </a:lnTo>
                <a:lnTo>
                  <a:pt x="1586118" y="608610"/>
                </a:lnTo>
                <a:lnTo>
                  <a:pt x="1586421" y="608321"/>
                </a:lnTo>
                <a:lnTo>
                  <a:pt x="1586719" y="608028"/>
                </a:lnTo>
                <a:lnTo>
                  <a:pt x="1587013" y="607730"/>
                </a:lnTo>
                <a:lnTo>
                  <a:pt x="1587301" y="607427"/>
                </a:lnTo>
                <a:lnTo>
                  <a:pt x="1587586" y="607119"/>
                </a:lnTo>
                <a:lnTo>
                  <a:pt x="1587865" y="606807"/>
                </a:lnTo>
                <a:lnTo>
                  <a:pt x="1588140" y="606490"/>
                </a:lnTo>
                <a:lnTo>
                  <a:pt x="1588410" y="606168"/>
                </a:lnTo>
                <a:lnTo>
                  <a:pt x="1588675" y="605842"/>
                </a:lnTo>
                <a:lnTo>
                  <a:pt x="1588936" y="605511"/>
                </a:lnTo>
                <a:lnTo>
                  <a:pt x="1589192" y="605175"/>
                </a:lnTo>
                <a:lnTo>
                  <a:pt x="1589443" y="604834"/>
                </a:lnTo>
                <a:lnTo>
                  <a:pt x="1589689" y="604489"/>
                </a:lnTo>
                <a:lnTo>
                  <a:pt x="1589931" y="604139"/>
                </a:lnTo>
                <a:lnTo>
                  <a:pt x="1590168" y="603785"/>
                </a:lnTo>
                <a:lnTo>
                  <a:pt x="1590401" y="603425"/>
                </a:lnTo>
                <a:lnTo>
                  <a:pt x="1590629" y="603061"/>
                </a:lnTo>
                <a:lnTo>
                  <a:pt x="1590852" y="602693"/>
                </a:lnTo>
                <a:lnTo>
                  <a:pt x="1591070" y="602319"/>
                </a:lnTo>
                <a:lnTo>
                  <a:pt x="1591284" y="601941"/>
                </a:lnTo>
                <a:lnTo>
                  <a:pt x="1591313" y="602278"/>
                </a:lnTo>
                <a:lnTo>
                  <a:pt x="1591345" y="602612"/>
                </a:lnTo>
                <a:lnTo>
                  <a:pt x="1591379" y="602943"/>
                </a:lnTo>
                <a:lnTo>
                  <a:pt x="1591415" y="603271"/>
                </a:lnTo>
                <a:lnTo>
                  <a:pt x="1591454" y="603595"/>
                </a:lnTo>
                <a:lnTo>
                  <a:pt x="1591495" y="603917"/>
                </a:lnTo>
                <a:lnTo>
                  <a:pt x="1591539" y="604236"/>
                </a:lnTo>
                <a:lnTo>
                  <a:pt x="1591584" y="604553"/>
                </a:lnTo>
                <a:lnTo>
                  <a:pt x="1591632" y="604866"/>
                </a:lnTo>
                <a:lnTo>
                  <a:pt x="1591683" y="605176"/>
                </a:lnTo>
                <a:lnTo>
                  <a:pt x="1591736" y="605483"/>
                </a:lnTo>
                <a:lnTo>
                  <a:pt x="1591791" y="605788"/>
                </a:lnTo>
                <a:lnTo>
                  <a:pt x="1591849" y="606089"/>
                </a:lnTo>
                <a:lnTo>
                  <a:pt x="1591908" y="606388"/>
                </a:lnTo>
                <a:lnTo>
                  <a:pt x="1591971" y="606683"/>
                </a:lnTo>
                <a:lnTo>
                  <a:pt x="1592035" y="606976"/>
                </a:lnTo>
                <a:lnTo>
                  <a:pt x="1592102" y="607265"/>
                </a:lnTo>
                <a:lnTo>
                  <a:pt x="1592171" y="607552"/>
                </a:lnTo>
                <a:lnTo>
                  <a:pt x="1592243" y="607836"/>
                </a:lnTo>
                <a:lnTo>
                  <a:pt x="1592317" y="608117"/>
                </a:lnTo>
                <a:lnTo>
                  <a:pt x="1592393" y="608395"/>
                </a:lnTo>
                <a:lnTo>
                  <a:pt x="1592472" y="608670"/>
                </a:lnTo>
                <a:lnTo>
                  <a:pt x="1592553" y="608942"/>
                </a:lnTo>
                <a:lnTo>
                  <a:pt x="1592636" y="609211"/>
                </a:lnTo>
                <a:lnTo>
                  <a:pt x="1592738" y="609477"/>
                </a:lnTo>
                <a:lnTo>
                  <a:pt x="1592846" y="609737"/>
                </a:lnTo>
                <a:lnTo>
                  <a:pt x="1592961" y="609993"/>
                </a:lnTo>
                <a:lnTo>
                  <a:pt x="1593082" y="610244"/>
                </a:lnTo>
                <a:lnTo>
                  <a:pt x="1593210" y="610491"/>
                </a:lnTo>
                <a:lnTo>
                  <a:pt x="1593344" y="610733"/>
                </a:lnTo>
                <a:lnTo>
                  <a:pt x="1593485" y="610970"/>
                </a:lnTo>
                <a:lnTo>
                  <a:pt x="1593632" y="611202"/>
                </a:lnTo>
                <a:lnTo>
                  <a:pt x="1593785" y="611430"/>
                </a:lnTo>
                <a:lnTo>
                  <a:pt x="1593945" y="611653"/>
                </a:lnTo>
                <a:lnTo>
                  <a:pt x="1594112" y="611872"/>
                </a:lnTo>
                <a:lnTo>
                  <a:pt x="1594285" y="612085"/>
                </a:lnTo>
                <a:lnTo>
                  <a:pt x="1594464" y="612294"/>
                </a:lnTo>
                <a:lnTo>
                  <a:pt x="1594650" y="612499"/>
                </a:lnTo>
                <a:lnTo>
                  <a:pt x="1594842" y="612698"/>
                </a:lnTo>
                <a:lnTo>
                  <a:pt x="1595041" y="612893"/>
                </a:lnTo>
                <a:lnTo>
                  <a:pt x="1595246" y="613083"/>
                </a:lnTo>
                <a:lnTo>
                  <a:pt x="1595458" y="613269"/>
                </a:lnTo>
                <a:lnTo>
                  <a:pt x="1595676" y="613450"/>
                </a:lnTo>
                <a:lnTo>
                  <a:pt x="1595900" y="613626"/>
                </a:lnTo>
                <a:lnTo>
                  <a:pt x="1596131" y="613797"/>
                </a:lnTo>
                <a:lnTo>
                  <a:pt x="1596369" y="613964"/>
                </a:lnTo>
                <a:lnTo>
                  <a:pt x="1596613" y="614126"/>
                </a:lnTo>
                <a:lnTo>
                  <a:pt x="1596863" y="614283"/>
                </a:lnTo>
                <a:lnTo>
                  <a:pt x="1597136" y="614421"/>
                </a:lnTo>
                <a:lnTo>
                  <a:pt x="1597418" y="614553"/>
                </a:lnTo>
                <a:lnTo>
                  <a:pt x="1597711" y="614679"/>
                </a:lnTo>
                <a:lnTo>
                  <a:pt x="1598014" y="614800"/>
                </a:lnTo>
                <a:lnTo>
                  <a:pt x="1598326" y="614914"/>
                </a:lnTo>
                <a:lnTo>
                  <a:pt x="1598649" y="615023"/>
                </a:lnTo>
                <a:lnTo>
                  <a:pt x="1598981" y="615126"/>
                </a:lnTo>
                <a:lnTo>
                  <a:pt x="1599324" y="615222"/>
                </a:lnTo>
                <a:lnTo>
                  <a:pt x="1599676" y="615313"/>
                </a:lnTo>
                <a:lnTo>
                  <a:pt x="1600039" y="615399"/>
                </a:lnTo>
                <a:lnTo>
                  <a:pt x="1600411" y="615478"/>
                </a:lnTo>
                <a:lnTo>
                  <a:pt x="1600794" y="615551"/>
                </a:lnTo>
                <a:lnTo>
                  <a:pt x="1601186" y="615619"/>
                </a:lnTo>
                <a:lnTo>
                  <a:pt x="1601589" y="615680"/>
                </a:lnTo>
                <a:lnTo>
                  <a:pt x="1602001" y="615736"/>
                </a:lnTo>
                <a:lnTo>
                  <a:pt x="1602423" y="615786"/>
                </a:lnTo>
                <a:lnTo>
                  <a:pt x="1602856" y="615830"/>
                </a:lnTo>
                <a:lnTo>
                  <a:pt x="1603298" y="615868"/>
                </a:lnTo>
                <a:lnTo>
                  <a:pt x="1603750" y="615901"/>
                </a:lnTo>
                <a:lnTo>
                  <a:pt x="1604213" y="615927"/>
                </a:lnTo>
                <a:lnTo>
                  <a:pt x="1604685" y="615947"/>
                </a:lnTo>
                <a:lnTo>
                  <a:pt x="1605167" y="615962"/>
                </a:lnTo>
                <a:lnTo>
                  <a:pt x="1605660" y="615971"/>
                </a:lnTo>
                <a:lnTo>
                  <a:pt x="1606162" y="615974"/>
                </a:lnTo>
                <a:lnTo>
                  <a:pt x="1606443" y="615972"/>
                </a:lnTo>
                <a:lnTo>
                  <a:pt x="1606724" y="615968"/>
                </a:lnTo>
                <a:lnTo>
                  <a:pt x="1607005" y="615961"/>
                </a:lnTo>
                <a:lnTo>
                  <a:pt x="1607284" y="615950"/>
                </a:lnTo>
                <a:lnTo>
                  <a:pt x="1607563" y="615937"/>
                </a:lnTo>
                <a:lnTo>
                  <a:pt x="1607842" y="615921"/>
                </a:lnTo>
                <a:lnTo>
                  <a:pt x="1608120" y="615902"/>
                </a:lnTo>
                <a:lnTo>
                  <a:pt x="1608397" y="615880"/>
                </a:lnTo>
                <a:lnTo>
                  <a:pt x="1608674" y="615855"/>
                </a:lnTo>
                <a:lnTo>
                  <a:pt x="1608950" y="615827"/>
                </a:lnTo>
                <a:lnTo>
                  <a:pt x="1609226" y="615796"/>
                </a:lnTo>
                <a:lnTo>
                  <a:pt x="1609501" y="615763"/>
                </a:lnTo>
                <a:lnTo>
                  <a:pt x="1609775" y="615726"/>
                </a:lnTo>
                <a:lnTo>
                  <a:pt x="1610049" y="615686"/>
                </a:lnTo>
                <a:lnTo>
                  <a:pt x="1610322" y="615644"/>
                </a:lnTo>
                <a:lnTo>
                  <a:pt x="1610595" y="615598"/>
                </a:lnTo>
                <a:lnTo>
                  <a:pt x="1610867" y="615550"/>
                </a:lnTo>
                <a:lnTo>
                  <a:pt x="1611139" y="615498"/>
                </a:lnTo>
                <a:lnTo>
                  <a:pt x="1611410" y="615444"/>
                </a:lnTo>
                <a:lnTo>
                  <a:pt x="1611680" y="615387"/>
                </a:lnTo>
                <a:lnTo>
                  <a:pt x="1611950" y="615327"/>
                </a:lnTo>
                <a:lnTo>
                  <a:pt x="1612219" y="615264"/>
                </a:lnTo>
                <a:lnTo>
                  <a:pt x="1612487" y="615198"/>
                </a:lnTo>
                <a:lnTo>
                  <a:pt x="1612755" y="615129"/>
                </a:lnTo>
                <a:lnTo>
                  <a:pt x="1613035" y="615057"/>
                </a:lnTo>
                <a:lnTo>
                  <a:pt x="1613311" y="614983"/>
                </a:lnTo>
                <a:lnTo>
                  <a:pt x="1613582" y="614907"/>
                </a:lnTo>
                <a:lnTo>
                  <a:pt x="1613850" y="614828"/>
                </a:lnTo>
                <a:lnTo>
                  <a:pt x="1614113" y="614747"/>
                </a:lnTo>
                <a:lnTo>
                  <a:pt x="1614372" y="614664"/>
                </a:lnTo>
                <a:lnTo>
                  <a:pt x="1614627" y="614578"/>
                </a:lnTo>
                <a:lnTo>
                  <a:pt x="1614878" y="614490"/>
                </a:lnTo>
                <a:lnTo>
                  <a:pt x="1615125" y="614399"/>
                </a:lnTo>
                <a:lnTo>
                  <a:pt x="1615368" y="614307"/>
                </a:lnTo>
                <a:lnTo>
                  <a:pt x="1615606" y="614212"/>
                </a:lnTo>
                <a:lnTo>
                  <a:pt x="1615841" y="614114"/>
                </a:lnTo>
                <a:lnTo>
                  <a:pt x="1616071" y="614014"/>
                </a:lnTo>
                <a:lnTo>
                  <a:pt x="1616297" y="613912"/>
                </a:lnTo>
                <a:lnTo>
                  <a:pt x="1616520" y="613808"/>
                </a:lnTo>
                <a:lnTo>
                  <a:pt x="1616738" y="613701"/>
                </a:lnTo>
                <a:lnTo>
                  <a:pt x="1616952" y="613592"/>
                </a:lnTo>
                <a:lnTo>
                  <a:pt x="1617162" y="613480"/>
                </a:lnTo>
                <a:lnTo>
                  <a:pt x="1617367" y="613366"/>
                </a:lnTo>
                <a:lnTo>
                  <a:pt x="1617569" y="613250"/>
                </a:lnTo>
                <a:lnTo>
                  <a:pt x="1617767" y="613131"/>
                </a:lnTo>
                <a:lnTo>
                  <a:pt x="1617960" y="613010"/>
                </a:lnTo>
                <a:lnTo>
                  <a:pt x="1618149" y="612887"/>
                </a:lnTo>
                <a:lnTo>
                  <a:pt x="1618335" y="612762"/>
                </a:lnTo>
                <a:lnTo>
                  <a:pt x="1618335" y="601772"/>
                </a:lnTo>
                <a:lnTo>
                  <a:pt x="1618180" y="601883"/>
                </a:lnTo>
                <a:lnTo>
                  <a:pt x="1618026" y="601991"/>
                </a:lnTo>
                <a:lnTo>
                  <a:pt x="1617872" y="602095"/>
                </a:lnTo>
                <a:lnTo>
                  <a:pt x="1617719" y="602195"/>
                </a:lnTo>
                <a:lnTo>
                  <a:pt x="1617567" y="602292"/>
                </a:lnTo>
                <a:lnTo>
                  <a:pt x="1617415" y="602385"/>
                </a:lnTo>
                <a:lnTo>
                  <a:pt x="1617264" y="602475"/>
                </a:lnTo>
                <a:lnTo>
                  <a:pt x="1617114" y="602561"/>
                </a:lnTo>
                <a:lnTo>
                  <a:pt x="1616964" y="602644"/>
                </a:lnTo>
                <a:lnTo>
                  <a:pt x="1616814" y="602723"/>
                </a:lnTo>
                <a:lnTo>
                  <a:pt x="1616665" y="602799"/>
                </a:lnTo>
                <a:lnTo>
                  <a:pt x="1616517" y="602871"/>
                </a:lnTo>
                <a:lnTo>
                  <a:pt x="1616370" y="602940"/>
                </a:lnTo>
                <a:lnTo>
                  <a:pt x="1616222" y="603005"/>
                </a:lnTo>
                <a:lnTo>
                  <a:pt x="1616076" y="603067"/>
                </a:lnTo>
                <a:lnTo>
                  <a:pt x="1615930" y="603125"/>
                </a:lnTo>
                <a:lnTo>
                  <a:pt x="1615785" y="603179"/>
                </a:lnTo>
                <a:lnTo>
                  <a:pt x="1615640" y="603230"/>
                </a:lnTo>
                <a:lnTo>
                  <a:pt x="1615496" y="603278"/>
                </a:lnTo>
                <a:lnTo>
                  <a:pt x="1615352" y="603322"/>
                </a:lnTo>
                <a:lnTo>
                  <a:pt x="1615209" y="603363"/>
                </a:lnTo>
                <a:lnTo>
                  <a:pt x="1615067" y="603400"/>
                </a:lnTo>
                <a:lnTo>
                  <a:pt x="1614925" y="603433"/>
                </a:lnTo>
                <a:lnTo>
                  <a:pt x="1614784" y="603463"/>
                </a:lnTo>
                <a:lnTo>
                  <a:pt x="1614643" y="603490"/>
                </a:lnTo>
                <a:lnTo>
                  <a:pt x="1614502" y="603517"/>
                </a:lnTo>
                <a:lnTo>
                  <a:pt x="1614361" y="603542"/>
                </a:lnTo>
                <a:lnTo>
                  <a:pt x="1614221" y="603566"/>
                </a:lnTo>
                <a:lnTo>
                  <a:pt x="1614080" y="603589"/>
                </a:lnTo>
                <a:lnTo>
                  <a:pt x="1613939" y="603611"/>
                </a:lnTo>
                <a:lnTo>
                  <a:pt x="1613798" y="603631"/>
                </a:lnTo>
                <a:lnTo>
                  <a:pt x="1613657" y="603651"/>
                </a:lnTo>
                <a:lnTo>
                  <a:pt x="1613516" y="603669"/>
                </a:lnTo>
                <a:lnTo>
                  <a:pt x="1613375" y="603686"/>
                </a:lnTo>
                <a:lnTo>
                  <a:pt x="1613234" y="603702"/>
                </a:lnTo>
                <a:lnTo>
                  <a:pt x="1613093" y="603717"/>
                </a:lnTo>
                <a:lnTo>
                  <a:pt x="1612953" y="603730"/>
                </a:lnTo>
                <a:lnTo>
                  <a:pt x="1612812" y="603742"/>
                </a:lnTo>
                <a:lnTo>
                  <a:pt x="1612671" y="603754"/>
                </a:lnTo>
                <a:lnTo>
                  <a:pt x="1612530" y="603764"/>
                </a:lnTo>
                <a:lnTo>
                  <a:pt x="1612389" y="603772"/>
                </a:lnTo>
                <a:lnTo>
                  <a:pt x="1612248" y="603780"/>
                </a:lnTo>
                <a:lnTo>
                  <a:pt x="1612107" y="603787"/>
                </a:lnTo>
                <a:lnTo>
                  <a:pt x="1611966" y="603792"/>
                </a:lnTo>
                <a:lnTo>
                  <a:pt x="1611825" y="603796"/>
                </a:lnTo>
                <a:lnTo>
                  <a:pt x="1611685" y="603799"/>
                </a:lnTo>
                <a:lnTo>
                  <a:pt x="1611544" y="603801"/>
                </a:lnTo>
                <a:lnTo>
                  <a:pt x="1611403" y="603801"/>
                </a:lnTo>
                <a:lnTo>
                  <a:pt x="1611208" y="603799"/>
                </a:lnTo>
                <a:lnTo>
                  <a:pt x="1611017" y="603793"/>
                </a:lnTo>
                <a:lnTo>
                  <a:pt x="1610830" y="603783"/>
                </a:lnTo>
                <a:lnTo>
                  <a:pt x="1610647" y="603768"/>
                </a:lnTo>
                <a:lnTo>
                  <a:pt x="1610468" y="603750"/>
                </a:lnTo>
                <a:lnTo>
                  <a:pt x="1610293" y="603727"/>
                </a:lnTo>
                <a:lnTo>
                  <a:pt x="1610123" y="603700"/>
                </a:lnTo>
                <a:lnTo>
                  <a:pt x="1609956" y="603670"/>
                </a:lnTo>
                <a:lnTo>
                  <a:pt x="1609794" y="603635"/>
                </a:lnTo>
                <a:lnTo>
                  <a:pt x="1609636" y="603596"/>
                </a:lnTo>
                <a:lnTo>
                  <a:pt x="1609482" y="603553"/>
                </a:lnTo>
                <a:lnTo>
                  <a:pt x="1609332" y="603505"/>
                </a:lnTo>
                <a:lnTo>
                  <a:pt x="1609186" y="603454"/>
                </a:lnTo>
                <a:lnTo>
                  <a:pt x="1609044" y="603398"/>
                </a:lnTo>
                <a:lnTo>
                  <a:pt x="1608906" y="603339"/>
                </a:lnTo>
                <a:lnTo>
                  <a:pt x="1608773" y="603275"/>
                </a:lnTo>
                <a:lnTo>
                  <a:pt x="1608643" y="603207"/>
                </a:lnTo>
                <a:lnTo>
                  <a:pt x="1608518" y="603135"/>
                </a:lnTo>
                <a:lnTo>
                  <a:pt x="1608397" y="603059"/>
                </a:lnTo>
                <a:lnTo>
                  <a:pt x="1608280" y="602979"/>
                </a:lnTo>
                <a:lnTo>
                  <a:pt x="1608167" y="602895"/>
                </a:lnTo>
                <a:lnTo>
                  <a:pt x="1608058" y="602807"/>
                </a:lnTo>
                <a:lnTo>
                  <a:pt x="1607953" y="602714"/>
                </a:lnTo>
                <a:lnTo>
                  <a:pt x="1607852" y="602618"/>
                </a:lnTo>
                <a:lnTo>
                  <a:pt x="1607756" y="602516"/>
                </a:lnTo>
                <a:lnTo>
                  <a:pt x="1607663" y="602410"/>
                </a:lnTo>
                <a:lnTo>
                  <a:pt x="1607575" y="602298"/>
                </a:lnTo>
                <a:lnTo>
                  <a:pt x="1607491" y="602181"/>
                </a:lnTo>
                <a:lnTo>
                  <a:pt x="1607410" y="602058"/>
                </a:lnTo>
                <a:lnTo>
                  <a:pt x="1607334" y="601931"/>
                </a:lnTo>
                <a:lnTo>
                  <a:pt x="1607263" y="601798"/>
                </a:lnTo>
                <a:lnTo>
                  <a:pt x="1607195" y="601660"/>
                </a:lnTo>
                <a:lnTo>
                  <a:pt x="1607131" y="601516"/>
                </a:lnTo>
                <a:lnTo>
                  <a:pt x="1607071" y="601367"/>
                </a:lnTo>
                <a:lnTo>
                  <a:pt x="1607016" y="601213"/>
                </a:lnTo>
                <a:lnTo>
                  <a:pt x="1606965" y="601054"/>
                </a:lnTo>
                <a:lnTo>
                  <a:pt x="1606917" y="600889"/>
                </a:lnTo>
                <a:lnTo>
                  <a:pt x="1606874" y="600719"/>
                </a:lnTo>
                <a:lnTo>
                  <a:pt x="1606835" y="600544"/>
                </a:lnTo>
                <a:lnTo>
                  <a:pt x="1606800" y="600363"/>
                </a:lnTo>
                <a:lnTo>
                  <a:pt x="1606769" y="600178"/>
                </a:lnTo>
                <a:lnTo>
                  <a:pt x="1606743" y="599987"/>
                </a:lnTo>
                <a:lnTo>
                  <a:pt x="1606720" y="599790"/>
                </a:lnTo>
                <a:lnTo>
                  <a:pt x="1606702" y="599588"/>
                </a:lnTo>
                <a:lnTo>
                  <a:pt x="1606687" y="599382"/>
                </a:lnTo>
                <a:lnTo>
                  <a:pt x="1606677" y="599169"/>
                </a:lnTo>
                <a:lnTo>
                  <a:pt x="1606671" y="598952"/>
                </a:lnTo>
                <a:lnTo>
                  <a:pt x="1606669" y="598729"/>
                </a:lnTo>
                <a:lnTo>
                  <a:pt x="1606669" y="527890"/>
                </a:lnTo>
                <a:lnTo>
                  <a:pt x="1589762" y="527890"/>
                </a:lnTo>
                <a:lnTo>
                  <a:pt x="1589762" y="580470"/>
                </a:lnTo>
                <a:lnTo>
                  <a:pt x="1589758" y="580989"/>
                </a:lnTo>
                <a:lnTo>
                  <a:pt x="1589743" y="581504"/>
                </a:lnTo>
                <a:lnTo>
                  <a:pt x="1589720" y="582015"/>
                </a:lnTo>
                <a:lnTo>
                  <a:pt x="1589687" y="582522"/>
                </a:lnTo>
                <a:lnTo>
                  <a:pt x="1589645" y="583025"/>
                </a:lnTo>
                <a:lnTo>
                  <a:pt x="1589593" y="583524"/>
                </a:lnTo>
                <a:lnTo>
                  <a:pt x="1589532" y="584018"/>
                </a:lnTo>
                <a:lnTo>
                  <a:pt x="1589462" y="584509"/>
                </a:lnTo>
                <a:lnTo>
                  <a:pt x="1589382" y="584995"/>
                </a:lnTo>
                <a:lnTo>
                  <a:pt x="1589293" y="585477"/>
                </a:lnTo>
                <a:lnTo>
                  <a:pt x="1589194" y="585955"/>
                </a:lnTo>
                <a:lnTo>
                  <a:pt x="1589086" y="586429"/>
                </a:lnTo>
                <a:lnTo>
                  <a:pt x="1588969" y="586899"/>
                </a:lnTo>
                <a:lnTo>
                  <a:pt x="1588842" y="587365"/>
                </a:lnTo>
                <a:lnTo>
                  <a:pt x="1588706" y="587827"/>
                </a:lnTo>
                <a:lnTo>
                  <a:pt x="1588560" y="588285"/>
                </a:lnTo>
                <a:lnTo>
                  <a:pt x="1588405" y="588738"/>
                </a:lnTo>
                <a:lnTo>
                  <a:pt x="1588241" y="589187"/>
                </a:lnTo>
                <a:lnTo>
                  <a:pt x="1588067" y="589633"/>
                </a:lnTo>
                <a:lnTo>
                  <a:pt x="1587884" y="590074"/>
                </a:lnTo>
                <a:lnTo>
                  <a:pt x="1587691" y="590511"/>
                </a:lnTo>
                <a:lnTo>
                  <a:pt x="1587489" y="590944"/>
                </a:lnTo>
                <a:lnTo>
                  <a:pt x="1587278" y="591373"/>
                </a:lnTo>
                <a:lnTo>
                  <a:pt x="1587057" y="591797"/>
                </a:lnTo>
                <a:lnTo>
                  <a:pt x="1586842" y="592217"/>
                </a:lnTo>
                <a:lnTo>
                  <a:pt x="1586619" y="592629"/>
                </a:lnTo>
                <a:lnTo>
                  <a:pt x="1586389" y="593034"/>
                </a:lnTo>
                <a:lnTo>
                  <a:pt x="1586151" y="593432"/>
                </a:lnTo>
                <a:lnTo>
                  <a:pt x="1585905" y="593823"/>
                </a:lnTo>
                <a:lnTo>
                  <a:pt x="1585652" y="594207"/>
                </a:lnTo>
                <a:lnTo>
                  <a:pt x="1585391" y="594583"/>
                </a:lnTo>
                <a:lnTo>
                  <a:pt x="1585122" y="594953"/>
                </a:lnTo>
                <a:lnTo>
                  <a:pt x="1584846" y="595316"/>
                </a:lnTo>
                <a:lnTo>
                  <a:pt x="1584562" y="595672"/>
                </a:lnTo>
                <a:lnTo>
                  <a:pt x="1584271" y="596020"/>
                </a:lnTo>
                <a:lnTo>
                  <a:pt x="1583972" y="596362"/>
                </a:lnTo>
                <a:lnTo>
                  <a:pt x="1583665" y="596697"/>
                </a:lnTo>
                <a:lnTo>
                  <a:pt x="1583351" y="597024"/>
                </a:lnTo>
                <a:lnTo>
                  <a:pt x="1583029" y="597345"/>
                </a:lnTo>
                <a:lnTo>
                  <a:pt x="1582699" y="597658"/>
                </a:lnTo>
                <a:lnTo>
                  <a:pt x="1582362" y="597965"/>
                </a:lnTo>
                <a:lnTo>
                  <a:pt x="1582017" y="598264"/>
                </a:lnTo>
                <a:lnTo>
                  <a:pt x="1581664" y="598556"/>
                </a:lnTo>
                <a:lnTo>
                  <a:pt x="1581304" y="598842"/>
                </a:lnTo>
                <a:lnTo>
                  <a:pt x="1580936" y="599120"/>
                </a:lnTo>
                <a:lnTo>
                  <a:pt x="1580561" y="599391"/>
                </a:lnTo>
                <a:lnTo>
                  <a:pt x="1580178" y="599655"/>
                </a:lnTo>
                <a:lnTo>
                  <a:pt x="1579787" y="599912"/>
                </a:lnTo>
                <a:lnTo>
                  <a:pt x="1579404" y="600147"/>
                </a:lnTo>
                <a:lnTo>
                  <a:pt x="1579017" y="600372"/>
                </a:lnTo>
                <a:lnTo>
                  <a:pt x="1578625" y="600586"/>
                </a:lnTo>
                <a:lnTo>
                  <a:pt x="1578228" y="600791"/>
                </a:lnTo>
                <a:lnTo>
                  <a:pt x="1577826" y="600985"/>
                </a:lnTo>
                <a:lnTo>
                  <a:pt x="1577420" y="601170"/>
                </a:lnTo>
                <a:lnTo>
                  <a:pt x="1577009" y="601345"/>
                </a:lnTo>
                <a:lnTo>
                  <a:pt x="1576594" y="601509"/>
                </a:lnTo>
                <a:lnTo>
                  <a:pt x="1576173" y="601664"/>
                </a:lnTo>
                <a:lnTo>
                  <a:pt x="1575748" y="601809"/>
                </a:lnTo>
                <a:lnTo>
                  <a:pt x="1575319" y="601943"/>
                </a:lnTo>
                <a:lnTo>
                  <a:pt x="1574884" y="602068"/>
                </a:lnTo>
                <a:lnTo>
                  <a:pt x="1574445" y="602183"/>
                </a:lnTo>
                <a:lnTo>
                  <a:pt x="1574001" y="602288"/>
                </a:lnTo>
                <a:lnTo>
                  <a:pt x="1573553" y="602382"/>
                </a:lnTo>
                <a:lnTo>
                  <a:pt x="1573100" y="602467"/>
                </a:lnTo>
                <a:lnTo>
                  <a:pt x="1572642" y="602542"/>
                </a:lnTo>
                <a:lnTo>
                  <a:pt x="1572179" y="602607"/>
                </a:lnTo>
                <a:lnTo>
                  <a:pt x="1571712" y="602662"/>
                </a:lnTo>
                <a:lnTo>
                  <a:pt x="1571240" y="602707"/>
                </a:lnTo>
                <a:lnTo>
                  <a:pt x="1570763" y="602742"/>
                </a:lnTo>
                <a:lnTo>
                  <a:pt x="1570282" y="602767"/>
                </a:lnTo>
                <a:lnTo>
                  <a:pt x="1569796" y="602782"/>
                </a:lnTo>
                <a:lnTo>
                  <a:pt x="1569305" y="602787"/>
                </a:lnTo>
                <a:lnTo>
                  <a:pt x="1568565" y="602778"/>
                </a:lnTo>
                <a:lnTo>
                  <a:pt x="1567839" y="602750"/>
                </a:lnTo>
                <a:lnTo>
                  <a:pt x="1567126" y="602705"/>
                </a:lnTo>
                <a:lnTo>
                  <a:pt x="1566426" y="602641"/>
                </a:lnTo>
                <a:lnTo>
                  <a:pt x="1565740" y="602559"/>
                </a:lnTo>
                <a:lnTo>
                  <a:pt x="1565068" y="602459"/>
                </a:lnTo>
                <a:lnTo>
                  <a:pt x="1564409" y="602341"/>
                </a:lnTo>
                <a:lnTo>
                  <a:pt x="1563763" y="602204"/>
                </a:lnTo>
                <a:lnTo>
                  <a:pt x="1563131" y="602050"/>
                </a:lnTo>
                <a:lnTo>
                  <a:pt x="1562513" y="601877"/>
                </a:lnTo>
                <a:lnTo>
                  <a:pt x="1561908" y="601686"/>
                </a:lnTo>
                <a:lnTo>
                  <a:pt x="1561317" y="601476"/>
                </a:lnTo>
                <a:lnTo>
                  <a:pt x="1560739" y="601249"/>
                </a:lnTo>
                <a:lnTo>
                  <a:pt x="1560174" y="601003"/>
                </a:lnTo>
                <a:lnTo>
                  <a:pt x="1559623" y="600739"/>
                </a:lnTo>
                <a:lnTo>
                  <a:pt x="1559086" y="600457"/>
                </a:lnTo>
                <a:lnTo>
                  <a:pt x="1558562" y="600157"/>
                </a:lnTo>
                <a:lnTo>
                  <a:pt x="1558051" y="599839"/>
                </a:lnTo>
                <a:lnTo>
                  <a:pt x="1557555" y="599502"/>
                </a:lnTo>
                <a:lnTo>
                  <a:pt x="1557071" y="599147"/>
                </a:lnTo>
                <a:lnTo>
                  <a:pt x="1556601" y="598774"/>
                </a:lnTo>
                <a:lnTo>
                  <a:pt x="1556145" y="598383"/>
                </a:lnTo>
                <a:lnTo>
                  <a:pt x="1555702" y="597973"/>
                </a:lnTo>
                <a:lnTo>
                  <a:pt x="1555272" y="597546"/>
                </a:lnTo>
                <a:lnTo>
                  <a:pt x="1554872" y="597099"/>
                </a:lnTo>
                <a:lnTo>
                  <a:pt x="1554489" y="596633"/>
                </a:lnTo>
                <a:lnTo>
                  <a:pt x="1554123" y="596148"/>
                </a:lnTo>
                <a:lnTo>
                  <a:pt x="1553774" y="595644"/>
                </a:lnTo>
                <a:lnTo>
                  <a:pt x="1553442" y="595120"/>
                </a:lnTo>
                <a:lnTo>
                  <a:pt x="1553127" y="594576"/>
                </a:lnTo>
                <a:lnTo>
                  <a:pt x="1552829" y="594014"/>
                </a:lnTo>
                <a:lnTo>
                  <a:pt x="1552548" y="593432"/>
                </a:lnTo>
                <a:lnTo>
                  <a:pt x="1552285" y="592830"/>
                </a:lnTo>
                <a:lnTo>
                  <a:pt x="1552038" y="592209"/>
                </a:lnTo>
                <a:lnTo>
                  <a:pt x="1551808" y="591569"/>
                </a:lnTo>
                <a:lnTo>
                  <a:pt x="1551595" y="590910"/>
                </a:lnTo>
                <a:lnTo>
                  <a:pt x="1551399" y="590231"/>
                </a:lnTo>
                <a:lnTo>
                  <a:pt x="1551221" y="589532"/>
                </a:lnTo>
                <a:lnTo>
                  <a:pt x="1551059" y="588815"/>
                </a:lnTo>
                <a:lnTo>
                  <a:pt x="1550914" y="588078"/>
                </a:lnTo>
                <a:lnTo>
                  <a:pt x="1550787" y="587321"/>
                </a:lnTo>
                <a:lnTo>
                  <a:pt x="1550676" y="586546"/>
                </a:lnTo>
                <a:lnTo>
                  <a:pt x="1550582" y="585750"/>
                </a:lnTo>
                <a:lnTo>
                  <a:pt x="1550506" y="584936"/>
                </a:lnTo>
                <a:lnTo>
                  <a:pt x="1550446" y="584102"/>
                </a:lnTo>
                <a:lnTo>
                  <a:pt x="1550404" y="583249"/>
                </a:lnTo>
                <a:lnTo>
                  <a:pt x="1550378" y="582376"/>
                </a:lnTo>
                <a:lnTo>
                  <a:pt x="1550370" y="581484"/>
                </a:lnTo>
                <a:lnTo>
                  <a:pt x="1550370" y="527890"/>
                </a:lnTo>
                <a:lnTo>
                  <a:pt x="1533294" y="527890"/>
                </a:lnTo>
                <a:lnTo>
                  <a:pt x="1533294" y="584696"/>
                </a:lnTo>
                <a:lnTo>
                  <a:pt x="1533308" y="585993"/>
                </a:lnTo>
                <a:lnTo>
                  <a:pt x="1533351" y="587262"/>
                </a:lnTo>
                <a:lnTo>
                  <a:pt x="1533423" y="588503"/>
                </a:lnTo>
                <a:lnTo>
                  <a:pt x="1533524" y="589717"/>
                </a:lnTo>
                <a:lnTo>
                  <a:pt x="1533653" y="590903"/>
                </a:lnTo>
                <a:lnTo>
                  <a:pt x="1533811" y="592061"/>
                </a:lnTo>
                <a:lnTo>
                  <a:pt x="1533998" y="593192"/>
                </a:lnTo>
                <a:lnTo>
                  <a:pt x="1534214" y="594296"/>
                </a:lnTo>
                <a:lnTo>
                  <a:pt x="1534459" y="595371"/>
                </a:lnTo>
                <a:lnTo>
                  <a:pt x="1534732" y="596420"/>
                </a:lnTo>
                <a:lnTo>
                  <a:pt x="1535034" y="597440"/>
                </a:lnTo>
                <a:lnTo>
                  <a:pt x="1535365" y="598433"/>
                </a:lnTo>
                <a:lnTo>
                  <a:pt x="1535724" y="599399"/>
                </a:lnTo>
                <a:lnTo>
                  <a:pt x="1536113" y="600336"/>
                </a:lnTo>
                <a:lnTo>
                  <a:pt x="1536530" y="601247"/>
                </a:lnTo>
                <a:lnTo>
                  <a:pt x="1536976" y="602129"/>
                </a:lnTo>
                <a:lnTo>
                  <a:pt x="1537450" y="602984"/>
                </a:lnTo>
                <a:lnTo>
                  <a:pt x="1537954" y="603812"/>
                </a:lnTo>
                <a:lnTo>
                  <a:pt x="1538486" y="604611"/>
                </a:lnTo>
                <a:lnTo>
                  <a:pt x="1539047" y="605384"/>
                </a:lnTo>
                <a:lnTo>
                  <a:pt x="1539636" y="606128"/>
                </a:lnTo>
                <a:lnTo>
                  <a:pt x="1540255" y="606845"/>
                </a:lnTo>
                <a:lnTo>
                  <a:pt x="1540902" y="607535"/>
                </a:lnTo>
                <a:lnTo>
                  <a:pt x="1541578" y="608197"/>
                </a:lnTo>
                <a:lnTo>
                  <a:pt x="1542292" y="608831"/>
                </a:lnTo>
                <a:lnTo>
                  <a:pt x="1543024" y="609439"/>
                </a:lnTo>
                <a:lnTo>
                  <a:pt x="1543776" y="610020"/>
                </a:lnTo>
                <a:lnTo>
                  <a:pt x="1544546" y="610573"/>
                </a:lnTo>
                <a:lnTo>
                  <a:pt x="1545335" y="611100"/>
                </a:lnTo>
                <a:lnTo>
                  <a:pt x="1546143" y="611599"/>
                </a:lnTo>
                <a:lnTo>
                  <a:pt x="1546969" y="612072"/>
                </a:lnTo>
                <a:lnTo>
                  <a:pt x="1547815" y="612517"/>
                </a:lnTo>
                <a:lnTo>
                  <a:pt x="1548679" y="612936"/>
                </a:lnTo>
                <a:lnTo>
                  <a:pt x="1549562" y="613328"/>
                </a:lnTo>
                <a:lnTo>
                  <a:pt x="1550463" y="613692"/>
                </a:lnTo>
                <a:lnTo>
                  <a:pt x="1551384" y="614030"/>
                </a:lnTo>
                <a:lnTo>
                  <a:pt x="1552323" y="614340"/>
                </a:lnTo>
                <a:lnTo>
                  <a:pt x="1553281" y="614624"/>
                </a:lnTo>
                <a:lnTo>
                  <a:pt x="1554258" y="614880"/>
                </a:lnTo>
                <a:lnTo>
                  <a:pt x="1555254" y="615110"/>
                </a:lnTo>
                <a:lnTo>
                  <a:pt x="1556268" y="615312"/>
                </a:lnTo>
                <a:lnTo>
                  <a:pt x="1557301" y="615488"/>
                </a:lnTo>
                <a:lnTo>
                  <a:pt x="1558353" y="615636"/>
                </a:lnTo>
                <a:lnTo>
                  <a:pt x="1559424" y="615758"/>
                </a:lnTo>
                <a:lnTo>
                  <a:pt x="1560514" y="615852"/>
                </a:lnTo>
                <a:lnTo>
                  <a:pt x="1561622" y="615920"/>
                </a:lnTo>
                <a:lnTo>
                  <a:pt x="1562749" y="615960"/>
                </a:lnTo>
                <a:lnTo>
                  <a:pt x="1563895" y="615974"/>
                </a:lnTo>
                <a:lnTo>
                  <a:pt x="1564442" y="615971"/>
                </a:lnTo>
                <a:lnTo>
                  <a:pt x="1564985" y="615962"/>
                </a:lnTo>
                <a:lnTo>
                  <a:pt x="1565522" y="615947"/>
                </a:lnTo>
                <a:lnTo>
                  <a:pt x="1566055" y="615927"/>
                </a:lnTo>
                <a:lnTo>
                  <a:pt x="1566584" y="615901"/>
                </a:lnTo>
                <a:lnTo>
                  <a:pt x="1567107" y="615868"/>
                </a:lnTo>
                <a:lnTo>
                  <a:pt x="1567626" y="615830"/>
                </a:lnTo>
                <a:lnTo>
                  <a:pt x="1568140" y="615786"/>
                </a:lnTo>
                <a:close/>
                <a:moveTo>
                  <a:pt x="1465564" y="1257593"/>
                </a:moveTo>
                <a:lnTo>
                  <a:pt x="1481456" y="1257593"/>
                </a:lnTo>
                <a:lnTo>
                  <a:pt x="1481456" y="1241362"/>
                </a:lnTo>
                <a:lnTo>
                  <a:pt x="1465564" y="1241362"/>
                </a:lnTo>
                <a:lnTo>
                  <a:pt x="1465564" y="1257593"/>
                </a:lnTo>
                <a:close/>
                <a:moveTo>
                  <a:pt x="1667298" y="1270611"/>
                </a:moveTo>
                <a:lnTo>
                  <a:pt x="1667298" y="1245758"/>
                </a:lnTo>
                <a:lnTo>
                  <a:pt x="1652758" y="1245758"/>
                </a:lnTo>
                <a:lnTo>
                  <a:pt x="1652758" y="1270611"/>
                </a:lnTo>
                <a:lnTo>
                  <a:pt x="1656647" y="1292758"/>
                </a:lnTo>
                <a:lnTo>
                  <a:pt x="1663409" y="1292758"/>
                </a:lnTo>
                <a:lnTo>
                  <a:pt x="1667298" y="1270611"/>
                </a:lnTo>
                <a:close/>
                <a:moveTo>
                  <a:pt x="1688600" y="1292758"/>
                </a:moveTo>
                <a:lnTo>
                  <a:pt x="1692489" y="1270611"/>
                </a:lnTo>
                <a:lnTo>
                  <a:pt x="1692489" y="1245758"/>
                </a:lnTo>
                <a:lnTo>
                  <a:pt x="1677949" y="1245758"/>
                </a:lnTo>
                <a:lnTo>
                  <a:pt x="1677949" y="1270611"/>
                </a:lnTo>
                <a:lnTo>
                  <a:pt x="1681838" y="1292758"/>
                </a:lnTo>
                <a:lnTo>
                  <a:pt x="1688600" y="1292758"/>
                </a:lnTo>
                <a:close/>
                <a:moveTo>
                  <a:pt x="1570413" y="1363034"/>
                </a:moveTo>
                <a:lnTo>
                  <a:pt x="1571122" y="1362929"/>
                </a:lnTo>
                <a:lnTo>
                  <a:pt x="1571822" y="1362812"/>
                </a:lnTo>
                <a:lnTo>
                  <a:pt x="1572512" y="1362683"/>
                </a:lnTo>
                <a:lnTo>
                  <a:pt x="1573193" y="1362541"/>
                </a:lnTo>
                <a:lnTo>
                  <a:pt x="1573865" y="1362387"/>
                </a:lnTo>
                <a:lnTo>
                  <a:pt x="1574527" y="1362221"/>
                </a:lnTo>
                <a:lnTo>
                  <a:pt x="1575180" y="1362042"/>
                </a:lnTo>
                <a:lnTo>
                  <a:pt x="1575823" y="1361851"/>
                </a:lnTo>
                <a:lnTo>
                  <a:pt x="1576457" y="1361647"/>
                </a:lnTo>
                <a:lnTo>
                  <a:pt x="1577082" y="1361432"/>
                </a:lnTo>
                <a:lnTo>
                  <a:pt x="1577697" y="1361203"/>
                </a:lnTo>
                <a:lnTo>
                  <a:pt x="1578303" y="1360963"/>
                </a:lnTo>
                <a:lnTo>
                  <a:pt x="1578900" y="1360710"/>
                </a:lnTo>
                <a:lnTo>
                  <a:pt x="1579487" y="1360445"/>
                </a:lnTo>
                <a:lnTo>
                  <a:pt x="1580064" y="1360168"/>
                </a:lnTo>
                <a:lnTo>
                  <a:pt x="1580633" y="1359878"/>
                </a:lnTo>
                <a:lnTo>
                  <a:pt x="1581191" y="1359563"/>
                </a:lnTo>
                <a:lnTo>
                  <a:pt x="1581739" y="1359237"/>
                </a:lnTo>
                <a:lnTo>
                  <a:pt x="1582276" y="1358901"/>
                </a:lnTo>
                <a:lnTo>
                  <a:pt x="1582802" y="1358554"/>
                </a:lnTo>
                <a:lnTo>
                  <a:pt x="1583318" y="1358196"/>
                </a:lnTo>
                <a:lnTo>
                  <a:pt x="1583824" y="1357828"/>
                </a:lnTo>
                <a:lnTo>
                  <a:pt x="1584319" y="1357450"/>
                </a:lnTo>
                <a:lnTo>
                  <a:pt x="1584803" y="1357060"/>
                </a:lnTo>
                <a:lnTo>
                  <a:pt x="1585277" y="1356661"/>
                </a:lnTo>
                <a:lnTo>
                  <a:pt x="1585740" y="1356250"/>
                </a:lnTo>
                <a:lnTo>
                  <a:pt x="1586192" y="1355829"/>
                </a:lnTo>
                <a:lnTo>
                  <a:pt x="1586635" y="1355398"/>
                </a:lnTo>
                <a:lnTo>
                  <a:pt x="1587066" y="1354956"/>
                </a:lnTo>
                <a:lnTo>
                  <a:pt x="1587487" y="1354503"/>
                </a:lnTo>
                <a:lnTo>
                  <a:pt x="1587897" y="1354040"/>
                </a:lnTo>
                <a:lnTo>
                  <a:pt x="1588297" y="1353566"/>
                </a:lnTo>
                <a:lnTo>
                  <a:pt x="1588686" y="1353082"/>
                </a:lnTo>
                <a:lnTo>
                  <a:pt x="1589065" y="1352587"/>
                </a:lnTo>
                <a:lnTo>
                  <a:pt x="1589433" y="1352082"/>
                </a:lnTo>
                <a:lnTo>
                  <a:pt x="1589790" y="1351566"/>
                </a:lnTo>
                <a:lnTo>
                  <a:pt x="1590137" y="1351039"/>
                </a:lnTo>
                <a:lnTo>
                  <a:pt x="1590474" y="1350502"/>
                </a:lnTo>
                <a:lnTo>
                  <a:pt x="1590800" y="1349954"/>
                </a:lnTo>
                <a:lnTo>
                  <a:pt x="1591115" y="1349396"/>
                </a:lnTo>
                <a:lnTo>
                  <a:pt x="1592974" y="1361738"/>
                </a:lnTo>
                <a:lnTo>
                  <a:pt x="1606669" y="1361738"/>
                </a:lnTo>
                <a:lnTo>
                  <a:pt x="1606669" y="1240010"/>
                </a:lnTo>
                <a:lnTo>
                  <a:pt x="1589762" y="1240010"/>
                </a:lnTo>
                <a:lnTo>
                  <a:pt x="1589762" y="1285320"/>
                </a:lnTo>
                <a:lnTo>
                  <a:pt x="1589461" y="1284873"/>
                </a:lnTo>
                <a:lnTo>
                  <a:pt x="1589151" y="1284434"/>
                </a:lnTo>
                <a:lnTo>
                  <a:pt x="1588830" y="1284004"/>
                </a:lnTo>
                <a:lnTo>
                  <a:pt x="1588499" y="1283582"/>
                </a:lnTo>
                <a:lnTo>
                  <a:pt x="1588158" y="1283168"/>
                </a:lnTo>
                <a:lnTo>
                  <a:pt x="1587807" y="1282762"/>
                </a:lnTo>
                <a:lnTo>
                  <a:pt x="1587447" y="1282365"/>
                </a:lnTo>
                <a:lnTo>
                  <a:pt x="1587076" y="1281976"/>
                </a:lnTo>
                <a:lnTo>
                  <a:pt x="1586695" y="1281595"/>
                </a:lnTo>
                <a:lnTo>
                  <a:pt x="1586305" y="1281222"/>
                </a:lnTo>
                <a:lnTo>
                  <a:pt x="1585904" y="1280858"/>
                </a:lnTo>
                <a:lnTo>
                  <a:pt x="1585493" y="1280501"/>
                </a:lnTo>
                <a:lnTo>
                  <a:pt x="1585073" y="1280153"/>
                </a:lnTo>
                <a:lnTo>
                  <a:pt x="1584642" y="1279813"/>
                </a:lnTo>
                <a:lnTo>
                  <a:pt x="1584202" y="1279482"/>
                </a:lnTo>
                <a:lnTo>
                  <a:pt x="1583751" y="1279158"/>
                </a:lnTo>
                <a:lnTo>
                  <a:pt x="1583290" y="1278843"/>
                </a:lnTo>
                <a:lnTo>
                  <a:pt x="1582820" y="1278536"/>
                </a:lnTo>
                <a:lnTo>
                  <a:pt x="1582339" y="1278237"/>
                </a:lnTo>
                <a:lnTo>
                  <a:pt x="1581849" y="1277946"/>
                </a:lnTo>
                <a:lnTo>
                  <a:pt x="1581348" y="1277664"/>
                </a:lnTo>
                <a:lnTo>
                  <a:pt x="1580838" y="1277390"/>
                </a:lnTo>
                <a:lnTo>
                  <a:pt x="1580318" y="1277124"/>
                </a:lnTo>
                <a:lnTo>
                  <a:pt x="1579787" y="1276866"/>
                </a:lnTo>
                <a:lnTo>
                  <a:pt x="1579248" y="1276604"/>
                </a:lnTo>
                <a:lnTo>
                  <a:pt x="1578701" y="1276353"/>
                </a:lnTo>
                <a:lnTo>
                  <a:pt x="1578147" y="1276113"/>
                </a:lnTo>
                <a:lnTo>
                  <a:pt x="1577585" y="1275885"/>
                </a:lnTo>
                <a:lnTo>
                  <a:pt x="1577015" y="1275667"/>
                </a:lnTo>
                <a:lnTo>
                  <a:pt x="1576438" y="1275461"/>
                </a:lnTo>
                <a:lnTo>
                  <a:pt x="1575853" y="1275266"/>
                </a:lnTo>
                <a:lnTo>
                  <a:pt x="1575260" y="1275082"/>
                </a:lnTo>
                <a:lnTo>
                  <a:pt x="1574660" y="1274909"/>
                </a:lnTo>
                <a:lnTo>
                  <a:pt x="1574052" y="1274747"/>
                </a:lnTo>
                <a:lnTo>
                  <a:pt x="1573436" y="1274597"/>
                </a:lnTo>
                <a:lnTo>
                  <a:pt x="1572813" y="1274457"/>
                </a:lnTo>
                <a:lnTo>
                  <a:pt x="1572182" y="1274329"/>
                </a:lnTo>
                <a:lnTo>
                  <a:pt x="1571544" y="1274212"/>
                </a:lnTo>
                <a:lnTo>
                  <a:pt x="1570898" y="1274106"/>
                </a:lnTo>
                <a:lnTo>
                  <a:pt x="1570244" y="1274011"/>
                </a:lnTo>
                <a:lnTo>
                  <a:pt x="1569583" y="1273927"/>
                </a:lnTo>
                <a:lnTo>
                  <a:pt x="1568914" y="1273855"/>
                </a:lnTo>
                <a:lnTo>
                  <a:pt x="1568238" y="1273794"/>
                </a:lnTo>
                <a:lnTo>
                  <a:pt x="1567553" y="1273743"/>
                </a:lnTo>
                <a:lnTo>
                  <a:pt x="1566862" y="1273704"/>
                </a:lnTo>
                <a:lnTo>
                  <a:pt x="1566162" y="1273676"/>
                </a:lnTo>
                <a:lnTo>
                  <a:pt x="1565455" y="1273660"/>
                </a:lnTo>
                <a:lnTo>
                  <a:pt x="1564740" y="1273654"/>
                </a:lnTo>
                <a:lnTo>
                  <a:pt x="1563940" y="1273663"/>
                </a:lnTo>
                <a:lnTo>
                  <a:pt x="1563146" y="1273689"/>
                </a:lnTo>
                <a:lnTo>
                  <a:pt x="1562358" y="1273733"/>
                </a:lnTo>
                <a:lnTo>
                  <a:pt x="1561575" y="1273795"/>
                </a:lnTo>
                <a:lnTo>
                  <a:pt x="1560798" y="1273874"/>
                </a:lnTo>
                <a:lnTo>
                  <a:pt x="1560028" y="1273971"/>
                </a:lnTo>
                <a:lnTo>
                  <a:pt x="1559263" y="1274086"/>
                </a:lnTo>
                <a:lnTo>
                  <a:pt x="1558504" y="1274218"/>
                </a:lnTo>
                <a:lnTo>
                  <a:pt x="1557750" y="1274367"/>
                </a:lnTo>
                <a:lnTo>
                  <a:pt x="1557003" y="1274535"/>
                </a:lnTo>
                <a:lnTo>
                  <a:pt x="1556262" y="1274720"/>
                </a:lnTo>
                <a:lnTo>
                  <a:pt x="1555526" y="1274922"/>
                </a:lnTo>
                <a:lnTo>
                  <a:pt x="1554796" y="1275142"/>
                </a:lnTo>
                <a:lnTo>
                  <a:pt x="1554073" y="1275380"/>
                </a:lnTo>
                <a:lnTo>
                  <a:pt x="1553355" y="1275635"/>
                </a:lnTo>
                <a:lnTo>
                  <a:pt x="1552643" y="1275908"/>
                </a:lnTo>
                <a:lnTo>
                  <a:pt x="1551936" y="1276199"/>
                </a:lnTo>
                <a:lnTo>
                  <a:pt x="1551236" y="1276507"/>
                </a:lnTo>
                <a:lnTo>
                  <a:pt x="1550542" y="1276833"/>
                </a:lnTo>
                <a:lnTo>
                  <a:pt x="1549853" y="1277176"/>
                </a:lnTo>
                <a:lnTo>
                  <a:pt x="1549170" y="1277537"/>
                </a:lnTo>
                <a:lnTo>
                  <a:pt x="1548493" y="1277916"/>
                </a:lnTo>
                <a:lnTo>
                  <a:pt x="1547822" y="1278312"/>
                </a:lnTo>
                <a:lnTo>
                  <a:pt x="1547157" y="1278726"/>
                </a:lnTo>
                <a:lnTo>
                  <a:pt x="1546515" y="1279157"/>
                </a:lnTo>
                <a:lnTo>
                  <a:pt x="1545883" y="1279605"/>
                </a:lnTo>
                <a:lnTo>
                  <a:pt x="1545263" y="1280071"/>
                </a:lnTo>
                <a:lnTo>
                  <a:pt x="1544654" y="1280553"/>
                </a:lnTo>
                <a:lnTo>
                  <a:pt x="1544056" y="1281052"/>
                </a:lnTo>
                <a:lnTo>
                  <a:pt x="1543469" y="1281568"/>
                </a:lnTo>
                <a:lnTo>
                  <a:pt x="1542894" y="1282102"/>
                </a:lnTo>
                <a:lnTo>
                  <a:pt x="1542329" y="1282652"/>
                </a:lnTo>
                <a:lnTo>
                  <a:pt x="1541776" y="1283219"/>
                </a:lnTo>
                <a:lnTo>
                  <a:pt x="1541234" y="1283804"/>
                </a:lnTo>
                <a:lnTo>
                  <a:pt x="1540703" y="1284405"/>
                </a:lnTo>
                <a:lnTo>
                  <a:pt x="1540183" y="1285024"/>
                </a:lnTo>
                <a:lnTo>
                  <a:pt x="1539675" y="1285659"/>
                </a:lnTo>
                <a:lnTo>
                  <a:pt x="1539177" y="1286312"/>
                </a:lnTo>
                <a:lnTo>
                  <a:pt x="1538691" y="1286981"/>
                </a:lnTo>
                <a:lnTo>
                  <a:pt x="1538216" y="1287668"/>
                </a:lnTo>
                <a:lnTo>
                  <a:pt x="1537752" y="1288371"/>
                </a:lnTo>
                <a:lnTo>
                  <a:pt x="1537299" y="1289092"/>
                </a:lnTo>
                <a:lnTo>
                  <a:pt x="1536857" y="1289830"/>
                </a:lnTo>
                <a:lnTo>
                  <a:pt x="1536426" y="1290584"/>
                </a:lnTo>
                <a:lnTo>
                  <a:pt x="1536007" y="1291356"/>
                </a:lnTo>
                <a:lnTo>
                  <a:pt x="1535599" y="1292145"/>
                </a:lnTo>
                <a:lnTo>
                  <a:pt x="1535201" y="1292950"/>
                </a:lnTo>
                <a:lnTo>
                  <a:pt x="1534815" y="1293773"/>
                </a:lnTo>
                <a:lnTo>
                  <a:pt x="1534443" y="1294612"/>
                </a:lnTo>
                <a:lnTo>
                  <a:pt x="1534086" y="1295466"/>
                </a:lnTo>
                <a:lnTo>
                  <a:pt x="1533745" y="1296335"/>
                </a:lnTo>
                <a:lnTo>
                  <a:pt x="1533421" y="1297220"/>
                </a:lnTo>
                <a:lnTo>
                  <a:pt x="1533111" y="1298120"/>
                </a:lnTo>
                <a:lnTo>
                  <a:pt x="1532818" y="1299035"/>
                </a:lnTo>
                <a:lnTo>
                  <a:pt x="1532541" y="1299966"/>
                </a:lnTo>
                <a:lnTo>
                  <a:pt x="1532279" y="1300911"/>
                </a:lnTo>
                <a:lnTo>
                  <a:pt x="1532034" y="1301872"/>
                </a:lnTo>
                <a:lnTo>
                  <a:pt x="1531804" y="1302849"/>
                </a:lnTo>
                <a:lnTo>
                  <a:pt x="1531590" y="1303840"/>
                </a:lnTo>
                <a:lnTo>
                  <a:pt x="1531392" y="1304847"/>
                </a:lnTo>
                <a:lnTo>
                  <a:pt x="1531209" y="1305869"/>
                </a:lnTo>
                <a:lnTo>
                  <a:pt x="1531043" y="1306906"/>
                </a:lnTo>
                <a:lnTo>
                  <a:pt x="1530892" y="1307959"/>
                </a:lnTo>
                <a:lnTo>
                  <a:pt x="1530758" y="1309027"/>
                </a:lnTo>
                <a:lnTo>
                  <a:pt x="1530639" y="1310110"/>
                </a:lnTo>
                <a:lnTo>
                  <a:pt x="1530536" y="1311208"/>
                </a:lnTo>
                <a:lnTo>
                  <a:pt x="1530449" y="1312322"/>
                </a:lnTo>
                <a:lnTo>
                  <a:pt x="1530377" y="1313451"/>
                </a:lnTo>
                <a:lnTo>
                  <a:pt x="1530322" y="1314595"/>
                </a:lnTo>
                <a:lnTo>
                  <a:pt x="1530282" y="1315754"/>
                </a:lnTo>
                <a:lnTo>
                  <a:pt x="1530258" y="1316929"/>
                </a:lnTo>
                <a:lnTo>
                  <a:pt x="1530251" y="1318119"/>
                </a:lnTo>
                <a:lnTo>
                  <a:pt x="1530251" y="1319978"/>
                </a:lnTo>
                <a:lnTo>
                  <a:pt x="1530258" y="1321251"/>
                </a:lnTo>
                <a:lnTo>
                  <a:pt x="1530282" y="1322503"/>
                </a:lnTo>
                <a:lnTo>
                  <a:pt x="1530322" y="1323735"/>
                </a:lnTo>
                <a:lnTo>
                  <a:pt x="1530377" y="1324947"/>
                </a:lnTo>
                <a:lnTo>
                  <a:pt x="1530449" y="1326139"/>
                </a:lnTo>
                <a:lnTo>
                  <a:pt x="1530536" y="1327312"/>
                </a:lnTo>
                <a:lnTo>
                  <a:pt x="1530639" y="1328464"/>
                </a:lnTo>
                <a:lnTo>
                  <a:pt x="1530758" y="1329597"/>
                </a:lnTo>
                <a:lnTo>
                  <a:pt x="1530892" y="1330709"/>
                </a:lnTo>
                <a:lnTo>
                  <a:pt x="1531043" y="1331801"/>
                </a:lnTo>
                <a:lnTo>
                  <a:pt x="1531209" y="1332874"/>
                </a:lnTo>
                <a:lnTo>
                  <a:pt x="1531392" y="1333927"/>
                </a:lnTo>
                <a:lnTo>
                  <a:pt x="1531590" y="1334959"/>
                </a:lnTo>
                <a:lnTo>
                  <a:pt x="1531804" y="1335972"/>
                </a:lnTo>
                <a:lnTo>
                  <a:pt x="1532034" y="1336964"/>
                </a:lnTo>
                <a:lnTo>
                  <a:pt x="1532279" y="1337937"/>
                </a:lnTo>
                <a:lnTo>
                  <a:pt x="1532541" y="1338890"/>
                </a:lnTo>
                <a:lnTo>
                  <a:pt x="1532818" y="1339823"/>
                </a:lnTo>
                <a:lnTo>
                  <a:pt x="1533111" y="1340735"/>
                </a:lnTo>
                <a:lnTo>
                  <a:pt x="1533421" y="1341628"/>
                </a:lnTo>
                <a:lnTo>
                  <a:pt x="1533745" y="1342501"/>
                </a:lnTo>
                <a:lnTo>
                  <a:pt x="1534086" y="1343354"/>
                </a:lnTo>
                <a:lnTo>
                  <a:pt x="1534443" y="1344187"/>
                </a:lnTo>
                <a:lnTo>
                  <a:pt x="1534815" y="1345000"/>
                </a:lnTo>
                <a:lnTo>
                  <a:pt x="1535215" y="1345781"/>
                </a:lnTo>
                <a:lnTo>
                  <a:pt x="1535625" y="1346544"/>
                </a:lnTo>
                <a:lnTo>
                  <a:pt x="1536046" y="1347291"/>
                </a:lnTo>
                <a:lnTo>
                  <a:pt x="1536478" y="1348020"/>
                </a:lnTo>
                <a:lnTo>
                  <a:pt x="1536920" y="1348732"/>
                </a:lnTo>
                <a:lnTo>
                  <a:pt x="1537372" y="1349428"/>
                </a:lnTo>
                <a:lnTo>
                  <a:pt x="1537836" y="1350106"/>
                </a:lnTo>
                <a:lnTo>
                  <a:pt x="1538309" y="1350767"/>
                </a:lnTo>
                <a:lnTo>
                  <a:pt x="1538794" y="1351412"/>
                </a:lnTo>
                <a:lnTo>
                  <a:pt x="1539289" y="1352039"/>
                </a:lnTo>
                <a:lnTo>
                  <a:pt x="1539794" y="1352649"/>
                </a:lnTo>
                <a:lnTo>
                  <a:pt x="1540310" y="1353242"/>
                </a:lnTo>
                <a:lnTo>
                  <a:pt x="1540837" y="1353819"/>
                </a:lnTo>
                <a:lnTo>
                  <a:pt x="1541374" y="1354378"/>
                </a:lnTo>
                <a:lnTo>
                  <a:pt x="1541921" y="1354920"/>
                </a:lnTo>
                <a:lnTo>
                  <a:pt x="1542480" y="1355445"/>
                </a:lnTo>
                <a:lnTo>
                  <a:pt x="1543049" y="1355953"/>
                </a:lnTo>
                <a:lnTo>
                  <a:pt x="1543628" y="1356444"/>
                </a:lnTo>
                <a:lnTo>
                  <a:pt x="1544218" y="1356918"/>
                </a:lnTo>
                <a:lnTo>
                  <a:pt x="1544819" y="1357375"/>
                </a:lnTo>
                <a:lnTo>
                  <a:pt x="1545430" y="1357815"/>
                </a:lnTo>
                <a:lnTo>
                  <a:pt x="1546051" y="1358238"/>
                </a:lnTo>
                <a:lnTo>
                  <a:pt x="1546684" y="1358644"/>
                </a:lnTo>
                <a:lnTo>
                  <a:pt x="1547327" y="1359033"/>
                </a:lnTo>
                <a:lnTo>
                  <a:pt x="1547977" y="1359392"/>
                </a:lnTo>
                <a:lnTo>
                  <a:pt x="1548633" y="1359735"/>
                </a:lnTo>
                <a:lnTo>
                  <a:pt x="1549295" y="1360063"/>
                </a:lnTo>
                <a:lnTo>
                  <a:pt x="1549961" y="1360376"/>
                </a:lnTo>
                <a:lnTo>
                  <a:pt x="1550633" y="1360674"/>
                </a:lnTo>
                <a:lnTo>
                  <a:pt x="1551310" y="1360956"/>
                </a:lnTo>
                <a:lnTo>
                  <a:pt x="1551993" y="1361223"/>
                </a:lnTo>
                <a:lnTo>
                  <a:pt x="1552680" y="1361475"/>
                </a:lnTo>
                <a:lnTo>
                  <a:pt x="1553373" y="1361712"/>
                </a:lnTo>
                <a:lnTo>
                  <a:pt x="1554072" y="1361933"/>
                </a:lnTo>
                <a:lnTo>
                  <a:pt x="1554775" y="1362139"/>
                </a:lnTo>
                <a:lnTo>
                  <a:pt x="1555484" y="1362330"/>
                </a:lnTo>
                <a:lnTo>
                  <a:pt x="1556198" y="1362505"/>
                </a:lnTo>
                <a:lnTo>
                  <a:pt x="1556917" y="1362666"/>
                </a:lnTo>
                <a:lnTo>
                  <a:pt x="1557642" y="1362811"/>
                </a:lnTo>
                <a:lnTo>
                  <a:pt x="1558372" y="1362940"/>
                </a:lnTo>
                <a:lnTo>
                  <a:pt x="1559107" y="1363055"/>
                </a:lnTo>
                <a:lnTo>
                  <a:pt x="1559848" y="1363154"/>
                </a:lnTo>
                <a:lnTo>
                  <a:pt x="1560594" y="1363238"/>
                </a:lnTo>
                <a:lnTo>
                  <a:pt x="1561345" y="1363307"/>
                </a:lnTo>
                <a:lnTo>
                  <a:pt x="1562101" y="1363360"/>
                </a:lnTo>
                <a:lnTo>
                  <a:pt x="1562863" y="1363398"/>
                </a:lnTo>
                <a:lnTo>
                  <a:pt x="1563630" y="1363421"/>
                </a:lnTo>
                <a:lnTo>
                  <a:pt x="1564402" y="1363429"/>
                </a:lnTo>
                <a:lnTo>
                  <a:pt x="1565186" y="1363423"/>
                </a:lnTo>
                <a:lnTo>
                  <a:pt x="1565961" y="1363404"/>
                </a:lnTo>
                <a:lnTo>
                  <a:pt x="1566727" y="1363373"/>
                </a:lnTo>
                <a:lnTo>
                  <a:pt x="1567483" y="1363330"/>
                </a:lnTo>
                <a:lnTo>
                  <a:pt x="1568229" y="1363275"/>
                </a:lnTo>
                <a:lnTo>
                  <a:pt x="1568967" y="1363207"/>
                </a:lnTo>
                <a:lnTo>
                  <a:pt x="1569695" y="1363127"/>
                </a:lnTo>
                <a:lnTo>
                  <a:pt x="1570413" y="1363034"/>
                </a:lnTo>
                <a:close/>
                <a:moveTo>
                  <a:pt x="1562618" y="1350486"/>
                </a:moveTo>
                <a:lnTo>
                  <a:pt x="1561937" y="1350281"/>
                </a:lnTo>
                <a:lnTo>
                  <a:pt x="1561268" y="1350052"/>
                </a:lnTo>
                <a:lnTo>
                  <a:pt x="1560611" y="1349800"/>
                </a:lnTo>
                <a:lnTo>
                  <a:pt x="1559964" y="1349523"/>
                </a:lnTo>
                <a:lnTo>
                  <a:pt x="1559329" y="1349222"/>
                </a:lnTo>
                <a:lnTo>
                  <a:pt x="1558704" y="1348897"/>
                </a:lnTo>
                <a:lnTo>
                  <a:pt x="1558091" y="1348548"/>
                </a:lnTo>
                <a:lnTo>
                  <a:pt x="1557489" y="1348175"/>
                </a:lnTo>
                <a:lnTo>
                  <a:pt x="1556898" y="1347778"/>
                </a:lnTo>
                <a:lnTo>
                  <a:pt x="1556319" y="1347357"/>
                </a:lnTo>
                <a:lnTo>
                  <a:pt x="1555750" y="1346911"/>
                </a:lnTo>
                <a:lnTo>
                  <a:pt x="1555193" y="1346442"/>
                </a:lnTo>
                <a:lnTo>
                  <a:pt x="1554646" y="1345949"/>
                </a:lnTo>
                <a:lnTo>
                  <a:pt x="1554111" y="1345431"/>
                </a:lnTo>
                <a:lnTo>
                  <a:pt x="1553587" y="1344890"/>
                </a:lnTo>
                <a:lnTo>
                  <a:pt x="1553075" y="1344324"/>
                </a:lnTo>
                <a:lnTo>
                  <a:pt x="1552592" y="1343734"/>
                </a:lnTo>
                <a:lnTo>
                  <a:pt x="1552130" y="1343117"/>
                </a:lnTo>
                <a:lnTo>
                  <a:pt x="1551688" y="1342475"/>
                </a:lnTo>
                <a:lnTo>
                  <a:pt x="1551267" y="1341807"/>
                </a:lnTo>
                <a:lnTo>
                  <a:pt x="1550866" y="1341113"/>
                </a:lnTo>
                <a:lnTo>
                  <a:pt x="1550486" y="1340393"/>
                </a:lnTo>
                <a:lnTo>
                  <a:pt x="1550126" y="1339648"/>
                </a:lnTo>
                <a:lnTo>
                  <a:pt x="1549787" y="1338876"/>
                </a:lnTo>
                <a:lnTo>
                  <a:pt x="1549469" y="1338079"/>
                </a:lnTo>
                <a:lnTo>
                  <a:pt x="1549171" y="1337256"/>
                </a:lnTo>
                <a:lnTo>
                  <a:pt x="1548893" y="1336407"/>
                </a:lnTo>
                <a:lnTo>
                  <a:pt x="1548637" y="1335533"/>
                </a:lnTo>
                <a:lnTo>
                  <a:pt x="1548400" y="1334632"/>
                </a:lnTo>
                <a:lnTo>
                  <a:pt x="1548185" y="1333706"/>
                </a:lnTo>
                <a:lnTo>
                  <a:pt x="1547989" y="1332754"/>
                </a:lnTo>
                <a:lnTo>
                  <a:pt x="1547815" y="1331776"/>
                </a:lnTo>
                <a:lnTo>
                  <a:pt x="1547661" y="1330772"/>
                </a:lnTo>
                <a:lnTo>
                  <a:pt x="1547527" y="1329742"/>
                </a:lnTo>
                <a:lnTo>
                  <a:pt x="1547414" y="1328687"/>
                </a:lnTo>
                <a:lnTo>
                  <a:pt x="1547322" y="1327605"/>
                </a:lnTo>
                <a:lnTo>
                  <a:pt x="1547250" y="1326498"/>
                </a:lnTo>
                <a:lnTo>
                  <a:pt x="1547198" y="1325365"/>
                </a:lnTo>
                <a:lnTo>
                  <a:pt x="1547168" y="1324206"/>
                </a:lnTo>
                <a:lnTo>
                  <a:pt x="1547157" y="1323021"/>
                </a:lnTo>
                <a:lnTo>
                  <a:pt x="1547157" y="1313723"/>
                </a:lnTo>
                <a:lnTo>
                  <a:pt x="1547168" y="1312566"/>
                </a:lnTo>
                <a:lnTo>
                  <a:pt x="1547198" y="1311434"/>
                </a:lnTo>
                <a:lnTo>
                  <a:pt x="1547250" y="1310326"/>
                </a:lnTo>
                <a:lnTo>
                  <a:pt x="1547322" y="1309243"/>
                </a:lnTo>
                <a:lnTo>
                  <a:pt x="1547414" y="1308184"/>
                </a:lnTo>
                <a:lnTo>
                  <a:pt x="1547527" y="1307150"/>
                </a:lnTo>
                <a:lnTo>
                  <a:pt x="1547661" y="1306141"/>
                </a:lnTo>
                <a:lnTo>
                  <a:pt x="1547815" y="1305157"/>
                </a:lnTo>
                <a:lnTo>
                  <a:pt x="1547989" y="1304197"/>
                </a:lnTo>
                <a:lnTo>
                  <a:pt x="1548185" y="1303262"/>
                </a:lnTo>
                <a:lnTo>
                  <a:pt x="1548400" y="1302351"/>
                </a:lnTo>
                <a:lnTo>
                  <a:pt x="1548637" y="1301466"/>
                </a:lnTo>
                <a:lnTo>
                  <a:pt x="1548893" y="1300604"/>
                </a:lnTo>
                <a:lnTo>
                  <a:pt x="1549171" y="1299768"/>
                </a:lnTo>
                <a:lnTo>
                  <a:pt x="1549469" y="1298956"/>
                </a:lnTo>
                <a:lnTo>
                  <a:pt x="1549787" y="1298169"/>
                </a:lnTo>
                <a:lnTo>
                  <a:pt x="1550126" y="1297406"/>
                </a:lnTo>
                <a:lnTo>
                  <a:pt x="1550486" y="1296668"/>
                </a:lnTo>
                <a:lnTo>
                  <a:pt x="1550866" y="1295955"/>
                </a:lnTo>
                <a:lnTo>
                  <a:pt x="1551267" y="1295266"/>
                </a:lnTo>
                <a:lnTo>
                  <a:pt x="1551688" y="1294602"/>
                </a:lnTo>
                <a:lnTo>
                  <a:pt x="1552130" y="1293963"/>
                </a:lnTo>
                <a:lnTo>
                  <a:pt x="1552592" y="1293348"/>
                </a:lnTo>
                <a:lnTo>
                  <a:pt x="1553075" y="1292758"/>
                </a:lnTo>
                <a:lnTo>
                  <a:pt x="1553587" y="1292179"/>
                </a:lnTo>
                <a:lnTo>
                  <a:pt x="1554111" y="1291624"/>
                </a:lnTo>
                <a:lnTo>
                  <a:pt x="1554646" y="1291094"/>
                </a:lnTo>
                <a:lnTo>
                  <a:pt x="1555193" y="1290589"/>
                </a:lnTo>
                <a:lnTo>
                  <a:pt x="1555750" y="1290108"/>
                </a:lnTo>
                <a:lnTo>
                  <a:pt x="1556319" y="1289652"/>
                </a:lnTo>
                <a:lnTo>
                  <a:pt x="1556898" y="1289220"/>
                </a:lnTo>
                <a:lnTo>
                  <a:pt x="1557489" y="1288814"/>
                </a:lnTo>
                <a:lnTo>
                  <a:pt x="1558091" y="1288432"/>
                </a:lnTo>
                <a:lnTo>
                  <a:pt x="1558704" y="1288074"/>
                </a:lnTo>
                <a:lnTo>
                  <a:pt x="1559329" y="1287741"/>
                </a:lnTo>
                <a:lnTo>
                  <a:pt x="1559964" y="1287433"/>
                </a:lnTo>
                <a:lnTo>
                  <a:pt x="1560611" y="1287149"/>
                </a:lnTo>
                <a:lnTo>
                  <a:pt x="1561268" y="1286891"/>
                </a:lnTo>
                <a:lnTo>
                  <a:pt x="1561937" y="1286656"/>
                </a:lnTo>
                <a:lnTo>
                  <a:pt x="1562618" y="1286447"/>
                </a:lnTo>
                <a:lnTo>
                  <a:pt x="1563309" y="1286262"/>
                </a:lnTo>
                <a:lnTo>
                  <a:pt x="1564011" y="1286102"/>
                </a:lnTo>
                <a:lnTo>
                  <a:pt x="1564725" y="1285966"/>
                </a:lnTo>
                <a:lnTo>
                  <a:pt x="1565449" y="1285855"/>
                </a:lnTo>
                <a:lnTo>
                  <a:pt x="1566185" y="1285769"/>
                </a:lnTo>
                <a:lnTo>
                  <a:pt x="1566932" y="1285707"/>
                </a:lnTo>
                <a:lnTo>
                  <a:pt x="1567691" y="1285670"/>
                </a:lnTo>
                <a:lnTo>
                  <a:pt x="1568460" y="1285658"/>
                </a:lnTo>
                <a:lnTo>
                  <a:pt x="1569229" y="1285670"/>
                </a:lnTo>
                <a:lnTo>
                  <a:pt x="1569986" y="1285706"/>
                </a:lnTo>
                <a:lnTo>
                  <a:pt x="1570732" y="1285766"/>
                </a:lnTo>
                <a:lnTo>
                  <a:pt x="1571465" y="1285850"/>
                </a:lnTo>
                <a:lnTo>
                  <a:pt x="1572188" y="1285959"/>
                </a:lnTo>
                <a:lnTo>
                  <a:pt x="1572898" y="1286091"/>
                </a:lnTo>
                <a:lnTo>
                  <a:pt x="1573596" y="1286248"/>
                </a:lnTo>
                <a:lnTo>
                  <a:pt x="1574283" y="1286428"/>
                </a:lnTo>
                <a:lnTo>
                  <a:pt x="1574958" y="1286633"/>
                </a:lnTo>
                <a:lnTo>
                  <a:pt x="1575622" y="1286861"/>
                </a:lnTo>
                <a:lnTo>
                  <a:pt x="1576273" y="1287114"/>
                </a:lnTo>
                <a:lnTo>
                  <a:pt x="1576913" y="1287391"/>
                </a:lnTo>
                <a:lnTo>
                  <a:pt x="1577541" y="1287692"/>
                </a:lnTo>
                <a:lnTo>
                  <a:pt x="1578158" y="1288017"/>
                </a:lnTo>
                <a:lnTo>
                  <a:pt x="1578762" y="1288366"/>
                </a:lnTo>
                <a:lnTo>
                  <a:pt x="1579355" y="1288739"/>
                </a:lnTo>
                <a:lnTo>
                  <a:pt x="1579936" y="1289136"/>
                </a:lnTo>
                <a:lnTo>
                  <a:pt x="1580506" y="1289557"/>
                </a:lnTo>
                <a:lnTo>
                  <a:pt x="1581064" y="1290002"/>
                </a:lnTo>
                <a:lnTo>
                  <a:pt x="1581609" y="1290472"/>
                </a:lnTo>
                <a:lnTo>
                  <a:pt x="1582144" y="1290965"/>
                </a:lnTo>
                <a:lnTo>
                  <a:pt x="1582666" y="1291482"/>
                </a:lnTo>
                <a:lnTo>
                  <a:pt x="1583177" y="1292024"/>
                </a:lnTo>
                <a:lnTo>
                  <a:pt x="1583676" y="1292590"/>
                </a:lnTo>
                <a:lnTo>
                  <a:pt x="1584172" y="1293180"/>
                </a:lnTo>
                <a:lnTo>
                  <a:pt x="1584648" y="1293795"/>
                </a:lnTo>
                <a:lnTo>
                  <a:pt x="1585102" y="1294436"/>
                </a:lnTo>
                <a:lnTo>
                  <a:pt x="1585536" y="1295102"/>
                </a:lnTo>
                <a:lnTo>
                  <a:pt x="1585948" y="1295793"/>
                </a:lnTo>
                <a:lnTo>
                  <a:pt x="1586339" y="1296510"/>
                </a:lnTo>
                <a:lnTo>
                  <a:pt x="1586708" y="1297251"/>
                </a:lnTo>
                <a:lnTo>
                  <a:pt x="1587057" y="1298018"/>
                </a:lnTo>
                <a:lnTo>
                  <a:pt x="1587385" y="1298811"/>
                </a:lnTo>
                <a:lnTo>
                  <a:pt x="1587691" y="1299628"/>
                </a:lnTo>
                <a:lnTo>
                  <a:pt x="1587976" y="1300471"/>
                </a:lnTo>
                <a:lnTo>
                  <a:pt x="1588241" y="1301339"/>
                </a:lnTo>
                <a:lnTo>
                  <a:pt x="1588484" y="1302232"/>
                </a:lnTo>
                <a:lnTo>
                  <a:pt x="1588706" y="1303150"/>
                </a:lnTo>
                <a:lnTo>
                  <a:pt x="1588906" y="1304094"/>
                </a:lnTo>
                <a:lnTo>
                  <a:pt x="1589086" y="1305063"/>
                </a:lnTo>
                <a:lnTo>
                  <a:pt x="1589244" y="1306057"/>
                </a:lnTo>
                <a:lnTo>
                  <a:pt x="1589382" y="1307077"/>
                </a:lnTo>
                <a:lnTo>
                  <a:pt x="1589498" y="1308121"/>
                </a:lnTo>
                <a:lnTo>
                  <a:pt x="1589593" y="1309191"/>
                </a:lnTo>
                <a:lnTo>
                  <a:pt x="1589667" y="1310286"/>
                </a:lnTo>
                <a:lnTo>
                  <a:pt x="1589720" y="1311407"/>
                </a:lnTo>
                <a:lnTo>
                  <a:pt x="1589752" y="1312552"/>
                </a:lnTo>
                <a:lnTo>
                  <a:pt x="1589762" y="1313723"/>
                </a:lnTo>
                <a:lnTo>
                  <a:pt x="1589762" y="1323191"/>
                </a:lnTo>
                <a:lnTo>
                  <a:pt x="1589752" y="1324375"/>
                </a:lnTo>
                <a:lnTo>
                  <a:pt x="1589720" y="1325534"/>
                </a:lnTo>
                <a:lnTo>
                  <a:pt x="1589667" y="1326667"/>
                </a:lnTo>
                <a:lnTo>
                  <a:pt x="1589593" y="1327774"/>
                </a:lnTo>
                <a:lnTo>
                  <a:pt x="1589498" y="1328856"/>
                </a:lnTo>
                <a:lnTo>
                  <a:pt x="1589382" y="1329911"/>
                </a:lnTo>
                <a:lnTo>
                  <a:pt x="1589244" y="1330941"/>
                </a:lnTo>
                <a:lnTo>
                  <a:pt x="1589086" y="1331945"/>
                </a:lnTo>
                <a:lnTo>
                  <a:pt x="1588906" y="1332923"/>
                </a:lnTo>
                <a:lnTo>
                  <a:pt x="1588706" y="1333875"/>
                </a:lnTo>
                <a:lnTo>
                  <a:pt x="1588484" y="1334801"/>
                </a:lnTo>
                <a:lnTo>
                  <a:pt x="1588241" y="1335702"/>
                </a:lnTo>
                <a:lnTo>
                  <a:pt x="1587976" y="1336576"/>
                </a:lnTo>
                <a:lnTo>
                  <a:pt x="1587691" y="1337425"/>
                </a:lnTo>
                <a:lnTo>
                  <a:pt x="1587385" y="1338248"/>
                </a:lnTo>
                <a:lnTo>
                  <a:pt x="1587057" y="1339045"/>
                </a:lnTo>
                <a:lnTo>
                  <a:pt x="1586708" y="1339817"/>
                </a:lnTo>
                <a:lnTo>
                  <a:pt x="1586339" y="1340562"/>
                </a:lnTo>
                <a:lnTo>
                  <a:pt x="1585948" y="1341282"/>
                </a:lnTo>
                <a:lnTo>
                  <a:pt x="1585536" y="1341976"/>
                </a:lnTo>
                <a:lnTo>
                  <a:pt x="1585102" y="1342644"/>
                </a:lnTo>
                <a:lnTo>
                  <a:pt x="1584648" y="1343286"/>
                </a:lnTo>
                <a:lnTo>
                  <a:pt x="1584172" y="1343903"/>
                </a:lnTo>
                <a:lnTo>
                  <a:pt x="1583676" y="1344493"/>
                </a:lnTo>
                <a:lnTo>
                  <a:pt x="1583177" y="1345045"/>
                </a:lnTo>
                <a:lnTo>
                  <a:pt x="1582666" y="1345573"/>
                </a:lnTo>
                <a:lnTo>
                  <a:pt x="1582144" y="1346078"/>
                </a:lnTo>
                <a:lnTo>
                  <a:pt x="1581609" y="1346560"/>
                </a:lnTo>
                <a:lnTo>
                  <a:pt x="1581064" y="1347017"/>
                </a:lnTo>
                <a:lnTo>
                  <a:pt x="1580506" y="1347452"/>
                </a:lnTo>
                <a:lnTo>
                  <a:pt x="1579936" y="1347863"/>
                </a:lnTo>
                <a:lnTo>
                  <a:pt x="1579355" y="1348250"/>
                </a:lnTo>
                <a:lnTo>
                  <a:pt x="1578762" y="1348614"/>
                </a:lnTo>
                <a:lnTo>
                  <a:pt x="1578158" y="1348955"/>
                </a:lnTo>
                <a:lnTo>
                  <a:pt x="1577541" y="1349272"/>
                </a:lnTo>
                <a:lnTo>
                  <a:pt x="1576913" y="1349565"/>
                </a:lnTo>
                <a:lnTo>
                  <a:pt x="1576273" y="1349835"/>
                </a:lnTo>
                <a:lnTo>
                  <a:pt x="1575622" y="1350082"/>
                </a:lnTo>
                <a:lnTo>
                  <a:pt x="1574958" y="1350305"/>
                </a:lnTo>
                <a:lnTo>
                  <a:pt x="1574283" y="1350504"/>
                </a:lnTo>
                <a:lnTo>
                  <a:pt x="1573596" y="1350680"/>
                </a:lnTo>
                <a:lnTo>
                  <a:pt x="1572898" y="1350833"/>
                </a:lnTo>
                <a:lnTo>
                  <a:pt x="1572188" y="1350962"/>
                </a:lnTo>
                <a:lnTo>
                  <a:pt x="1571465" y="1351068"/>
                </a:lnTo>
                <a:lnTo>
                  <a:pt x="1570732" y="1351150"/>
                </a:lnTo>
                <a:lnTo>
                  <a:pt x="1569986" y="1351209"/>
                </a:lnTo>
                <a:lnTo>
                  <a:pt x="1569229" y="1351244"/>
                </a:lnTo>
                <a:lnTo>
                  <a:pt x="1568460" y="1351256"/>
                </a:lnTo>
                <a:lnTo>
                  <a:pt x="1567691" y="1351244"/>
                </a:lnTo>
                <a:lnTo>
                  <a:pt x="1566932" y="1351208"/>
                </a:lnTo>
                <a:lnTo>
                  <a:pt x="1566185" y="1351147"/>
                </a:lnTo>
                <a:lnTo>
                  <a:pt x="1565449" y="1351063"/>
                </a:lnTo>
                <a:lnTo>
                  <a:pt x="1564725" y="1350955"/>
                </a:lnTo>
                <a:lnTo>
                  <a:pt x="1564011" y="1350823"/>
                </a:lnTo>
                <a:lnTo>
                  <a:pt x="1563309" y="1350666"/>
                </a:lnTo>
                <a:lnTo>
                  <a:pt x="1562618" y="1350486"/>
                </a:lnTo>
                <a:close/>
                <a:moveTo>
                  <a:pt x="1667298" y="1519762"/>
                </a:moveTo>
                <a:lnTo>
                  <a:pt x="1667298" y="1494910"/>
                </a:lnTo>
                <a:lnTo>
                  <a:pt x="1652758" y="1494910"/>
                </a:lnTo>
                <a:lnTo>
                  <a:pt x="1652758" y="1519762"/>
                </a:lnTo>
                <a:lnTo>
                  <a:pt x="1656647" y="1541910"/>
                </a:lnTo>
                <a:lnTo>
                  <a:pt x="1663409" y="1541910"/>
                </a:lnTo>
                <a:lnTo>
                  <a:pt x="1667298" y="1519762"/>
                </a:lnTo>
                <a:close/>
                <a:moveTo>
                  <a:pt x="1692489" y="1519762"/>
                </a:moveTo>
                <a:lnTo>
                  <a:pt x="1692489" y="1494910"/>
                </a:lnTo>
                <a:lnTo>
                  <a:pt x="1677949" y="1494910"/>
                </a:lnTo>
                <a:lnTo>
                  <a:pt x="1677949" y="1519762"/>
                </a:lnTo>
                <a:lnTo>
                  <a:pt x="1681838" y="1541910"/>
                </a:lnTo>
                <a:lnTo>
                  <a:pt x="1688600" y="1541910"/>
                </a:lnTo>
                <a:lnTo>
                  <a:pt x="1692489" y="1519762"/>
                </a:lnTo>
                <a:close/>
                <a:moveTo>
                  <a:pt x="1790097" y="1562245"/>
                </a:moveTo>
                <a:lnTo>
                  <a:pt x="1790831" y="1562176"/>
                </a:lnTo>
                <a:lnTo>
                  <a:pt x="1791560" y="1562093"/>
                </a:lnTo>
                <a:lnTo>
                  <a:pt x="1792282" y="1561993"/>
                </a:lnTo>
                <a:lnTo>
                  <a:pt x="1792999" y="1561879"/>
                </a:lnTo>
                <a:lnTo>
                  <a:pt x="1793710" y="1561749"/>
                </a:lnTo>
                <a:lnTo>
                  <a:pt x="1794415" y="1561604"/>
                </a:lnTo>
                <a:lnTo>
                  <a:pt x="1795114" y="1561444"/>
                </a:lnTo>
                <a:lnTo>
                  <a:pt x="1795807" y="1561268"/>
                </a:lnTo>
                <a:lnTo>
                  <a:pt x="1796495" y="1561078"/>
                </a:lnTo>
                <a:lnTo>
                  <a:pt x="1797176" y="1560872"/>
                </a:lnTo>
                <a:lnTo>
                  <a:pt x="1797852" y="1560650"/>
                </a:lnTo>
                <a:lnTo>
                  <a:pt x="1798522" y="1560414"/>
                </a:lnTo>
                <a:lnTo>
                  <a:pt x="1799186" y="1560162"/>
                </a:lnTo>
                <a:lnTo>
                  <a:pt x="1799844" y="1559895"/>
                </a:lnTo>
                <a:lnTo>
                  <a:pt x="1800496" y="1559612"/>
                </a:lnTo>
                <a:lnTo>
                  <a:pt x="1801142" y="1559315"/>
                </a:lnTo>
                <a:lnTo>
                  <a:pt x="1801783" y="1559002"/>
                </a:lnTo>
                <a:lnTo>
                  <a:pt x="1802417" y="1558674"/>
                </a:lnTo>
                <a:lnTo>
                  <a:pt x="1803046" y="1558330"/>
                </a:lnTo>
                <a:lnTo>
                  <a:pt x="1803669" y="1557972"/>
                </a:lnTo>
                <a:lnTo>
                  <a:pt x="1804284" y="1557586"/>
                </a:lnTo>
                <a:lnTo>
                  <a:pt x="1804888" y="1557190"/>
                </a:lnTo>
                <a:lnTo>
                  <a:pt x="1805481" y="1556783"/>
                </a:lnTo>
                <a:lnTo>
                  <a:pt x="1806064" y="1556365"/>
                </a:lnTo>
                <a:lnTo>
                  <a:pt x="1806636" y="1555938"/>
                </a:lnTo>
                <a:lnTo>
                  <a:pt x="1807198" y="1555499"/>
                </a:lnTo>
                <a:lnTo>
                  <a:pt x="1807750" y="1555050"/>
                </a:lnTo>
                <a:lnTo>
                  <a:pt x="1808290" y="1554590"/>
                </a:lnTo>
                <a:lnTo>
                  <a:pt x="1808820" y="1554120"/>
                </a:lnTo>
                <a:lnTo>
                  <a:pt x="1809340" y="1553639"/>
                </a:lnTo>
                <a:lnTo>
                  <a:pt x="1809849" y="1553148"/>
                </a:lnTo>
                <a:lnTo>
                  <a:pt x="1810347" y="1552646"/>
                </a:lnTo>
                <a:lnTo>
                  <a:pt x="1810835" y="1552133"/>
                </a:lnTo>
                <a:lnTo>
                  <a:pt x="1811312" y="1551610"/>
                </a:lnTo>
                <a:lnTo>
                  <a:pt x="1811779" y="1551077"/>
                </a:lnTo>
                <a:lnTo>
                  <a:pt x="1812235" y="1550533"/>
                </a:lnTo>
                <a:lnTo>
                  <a:pt x="1812681" y="1549978"/>
                </a:lnTo>
                <a:lnTo>
                  <a:pt x="1813116" y="1549413"/>
                </a:lnTo>
                <a:lnTo>
                  <a:pt x="1813540" y="1548837"/>
                </a:lnTo>
                <a:lnTo>
                  <a:pt x="1813954" y="1548250"/>
                </a:lnTo>
                <a:lnTo>
                  <a:pt x="1814357" y="1547653"/>
                </a:lnTo>
                <a:lnTo>
                  <a:pt x="1814750" y="1547046"/>
                </a:lnTo>
                <a:lnTo>
                  <a:pt x="1815132" y="1546427"/>
                </a:lnTo>
                <a:lnTo>
                  <a:pt x="1815504" y="1545799"/>
                </a:lnTo>
                <a:lnTo>
                  <a:pt x="1815876" y="1545162"/>
                </a:lnTo>
                <a:lnTo>
                  <a:pt x="1816233" y="1544521"/>
                </a:lnTo>
                <a:lnTo>
                  <a:pt x="1816574" y="1543876"/>
                </a:lnTo>
                <a:lnTo>
                  <a:pt x="1816899" y="1543225"/>
                </a:lnTo>
                <a:lnTo>
                  <a:pt x="1817208" y="1542570"/>
                </a:lnTo>
                <a:lnTo>
                  <a:pt x="1817501" y="1541910"/>
                </a:lnTo>
                <a:lnTo>
                  <a:pt x="1817778" y="1541246"/>
                </a:lnTo>
                <a:lnTo>
                  <a:pt x="1818040" y="1540576"/>
                </a:lnTo>
                <a:lnTo>
                  <a:pt x="1818286" y="1539902"/>
                </a:lnTo>
                <a:lnTo>
                  <a:pt x="1818515" y="1539224"/>
                </a:lnTo>
                <a:lnTo>
                  <a:pt x="1818729" y="1538541"/>
                </a:lnTo>
                <a:lnTo>
                  <a:pt x="1818927" y="1537853"/>
                </a:lnTo>
                <a:lnTo>
                  <a:pt x="1819110" y="1537160"/>
                </a:lnTo>
                <a:lnTo>
                  <a:pt x="1819276" y="1536462"/>
                </a:lnTo>
                <a:lnTo>
                  <a:pt x="1819427" y="1535760"/>
                </a:lnTo>
                <a:lnTo>
                  <a:pt x="1819561" y="1535054"/>
                </a:lnTo>
                <a:lnTo>
                  <a:pt x="1819680" y="1534342"/>
                </a:lnTo>
                <a:lnTo>
                  <a:pt x="1819783" y="1533626"/>
                </a:lnTo>
                <a:lnTo>
                  <a:pt x="1819871" y="1532905"/>
                </a:lnTo>
                <a:lnTo>
                  <a:pt x="1819942" y="1532179"/>
                </a:lnTo>
                <a:lnTo>
                  <a:pt x="1819997" y="1531449"/>
                </a:lnTo>
                <a:lnTo>
                  <a:pt x="1820037" y="1530714"/>
                </a:lnTo>
                <a:lnTo>
                  <a:pt x="1820061" y="1529974"/>
                </a:lnTo>
                <a:lnTo>
                  <a:pt x="1820069" y="1529230"/>
                </a:lnTo>
                <a:lnTo>
                  <a:pt x="1820069" y="1527539"/>
                </a:lnTo>
                <a:lnTo>
                  <a:pt x="1820061" y="1526795"/>
                </a:lnTo>
                <a:lnTo>
                  <a:pt x="1820037" y="1526057"/>
                </a:lnTo>
                <a:lnTo>
                  <a:pt x="1819997" y="1525323"/>
                </a:lnTo>
                <a:lnTo>
                  <a:pt x="1819942" y="1524595"/>
                </a:lnTo>
                <a:lnTo>
                  <a:pt x="1819871" y="1523872"/>
                </a:lnTo>
                <a:lnTo>
                  <a:pt x="1819783" y="1523154"/>
                </a:lnTo>
                <a:lnTo>
                  <a:pt x="1819680" y="1522442"/>
                </a:lnTo>
                <a:lnTo>
                  <a:pt x="1819561" y="1521735"/>
                </a:lnTo>
                <a:lnTo>
                  <a:pt x="1819427" y="1521033"/>
                </a:lnTo>
                <a:lnTo>
                  <a:pt x="1819276" y="1520337"/>
                </a:lnTo>
                <a:lnTo>
                  <a:pt x="1819110" y="1519645"/>
                </a:lnTo>
                <a:lnTo>
                  <a:pt x="1818927" y="1518959"/>
                </a:lnTo>
                <a:lnTo>
                  <a:pt x="1818729" y="1518279"/>
                </a:lnTo>
                <a:lnTo>
                  <a:pt x="1818515" y="1517603"/>
                </a:lnTo>
                <a:lnTo>
                  <a:pt x="1818286" y="1516933"/>
                </a:lnTo>
                <a:lnTo>
                  <a:pt x="1818040" y="1516268"/>
                </a:lnTo>
                <a:lnTo>
                  <a:pt x="1817778" y="1515609"/>
                </a:lnTo>
                <a:lnTo>
                  <a:pt x="1817501" y="1514955"/>
                </a:lnTo>
                <a:lnTo>
                  <a:pt x="1817208" y="1514306"/>
                </a:lnTo>
                <a:lnTo>
                  <a:pt x="1816899" y="1513662"/>
                </a:lnTo>
                <a:lnTo>
                  <a:pt x="1816574" y="1513024"/>
                </a:lnTo>
                <a:lnTo>
                  <a:pt x="1816233" y="1512390"/>
                </a:lnTo>
                <a:lnTo>
                  <a:pt x="1815876" y="1511763"/>
                </a:lnTo>
                <a:lnTo>
                  <a:pt x="1815504" y="1511140"/>
                </a:lnTo>
                <a:lnTo>
                  <a:pt x="1815132" y="1510525"/>
                </a:lnTo>
                <a:lnTo>
                  <a:pt x="1814750" y="1509921"/>
                </a:lnTo>
                <a:lnTo>
                  <a:pt x="1814357" y="1509328"/>
                </a:lnTo>
                <a:lnTo>
                  <a:pt x="1813954" y="1508745"/>
                </a:lnTo>
                <a:lnTo>
                  <a:pt x="1813540" y="1508173"/>
                </a:lnTo>
                <a:lnTo>
                  <a:pt x="1813116" y="1507611"/>
                </a:lnTo>
                <a:lnTo>
                  <a:pt x="1812681" y="1507059"/>
                </a:lnTo>
                <a:lnTo>
                  <a:pt x="1812235" y="1506519"/>
                </a:lnTo>
                <a:lnTo>
                  <a:pt x="1811779" y="1505989"/>
                </a:lnTo>
                <a:lnTo>
                  <a:pt x="1811312" y="1505469"/>
                </a:lnTo>
                <a:lnTo>
                  <a:pt x="1810835" y="1504960"/>
                </a:lnTo>
                <a:lnTo>
                  <a:pt x="1810347" y="1504462"/>
                </a:lnTo>
                <a:lnTo>
                  <a:pt x="1809849" y="1503974"/>
                </a:lnTo>
                <a:lnTo>
                  <a:pt x="1809340" y="1503497"/>
                </a:lnTo>
                <a:lnTo>
                  <a:pt x="1808820" y="1503030"/>
                </a:lnTo>
                <a:lnTo>
                  <a:pt x="1808290" y="1502574"/>
                </a:lnTo>
                <a:lnTo>
                  <a:pt x="1807750" y="1502128"/>
                </a:lnTo>
                <a:lnTo>
                  <a:pt x="1807198" y="1501693"/>
                </a:lnTo>
                <a:lnTo>
                  <a:pt x="1806636" y="1501269"/>
                </a:lnTo>
                <a:lnTo>
                  <a:pt x="1806064" y="1500855"/>
                </a:lnTo>
                <a:lnTo>
                  <a:pt x="1805481" y="1500452"/>
                </a:lnTo>
                <a:lnTo>
                  <a:pt x="1804888" y="1500059"/>
                </a:lnTo>
                <a:lnTo>
                  <a:pt x="1804284" y="1499677"/>
                </a:lnTo>
                <a:lnTo>
                  <a:pt x="1803669" y="1499305"/>
                </a:lnTo>
                <a:lnTo>
                  <a:pt x="1803046" y="1498947"/>
                </a:lnTo>
                <a:lnTo>
                  <a:pt x="1802417" y="1498603"/>
                </a:lnTo>
                <a:lnTo>
                  <a:pt x="1801783" y="1498275"/>
                </a:lnTo>
                <a:lnTo>
                  <a:pt x="1801142" y="1497962"/>
                </a:lnTo>
                <a:lnTo>
                  <a:pt x="1800496" y="1497664"/>
                </a:lnTo>
                <a:lnTo>
                  <a:pt x="1799844" y="1497382"/>
                </a:lnTo>
                <a:lnTo>
                  <a:pt x="1799186" y="1497115"/>
                </a:lnTo>
                <a:lnTo>
                  <a:pt x="1798522" y="1496863"/>
                </a:lnTo>
                <a:lnTo>
                  <a:pt x="1797852" y="1496627"/>
                </a:lnTo>
                <a:lnTo>
                  <a:pt x="1797176" y="1496405"/>
                </a:lnTo>
                <a:lnTo>
                  <a:pt x="1796495" y="1496199"/>
                </a:lnTo>
                <a:lnTo>
                  <a:pt x="1795807" y="1496008"/>
                </a:lnTo>
                <a:lnTo>
                  <a:pt x="1795114" y="1495833"/>
                </a:lnTo>
                <a:lnTo>
                  <a:pt x="1794415" y="1495673"/>
                </a:lnTo>
                <a:lnTo>
                  <a:pt x="1793710" y="1495528"/>
                </a:lnTo>
                <a:lnTo>
                  <a:pt x="1792999" y="1495398"/>
                </a:lnTo>
                <a:lnTo>
                  <a:pt x="1792282" y="1495283"/>
                </a:lnTo>
                <a:lnTo>
                  <a:pt x="1791560" y="1495184"/>
                </a:lnTo>
                <a:lnTo>
                  <a:pt x="1790831" y="1495100"/>
                </a:lnTo>
                <a:lnTo>
                  <a:pt x="1790097" y="1495032"/>
                </a:lnTo>
                <a:lnTo>
                  <a:pt x="1789356" y="1494978"/>
                </a:lnTo>
                <a:lnTo>
                  <a:pt x="1788610" y="1494940"/>
                </a:lnTo>
                <a:lnTo>
                  <a:pt x="1787858" y="1494917"/>
                </a:lnTo>
                <a:lnTo>
                  <a:pt x="1787100" y="1494910"/>
                </a:lnTo>
                <a:lnTo>
                  <a:pt x="1735873" y="1494910"/>
                </a:lnTo>
                <a:lnTo>
                  <a:pt x="1735873" y="1610890"/>
                </a:lnTo>
                <a:lnTo>
                  <a:pt x="1753456" y="1610890"/>
                </a:lnTo>
                <a:lnTo>
                  <a:pt x="1753456" y="1562367"/>
                </a:lnTo>
                <a:lnTo>
                  <a:pt x="1787100" y="1562367"/>
                </a:lnTo>
                <a:lnTo>
                  <a:pt x="1787858" y="1562360"/>
                </a:lnTo>
                <a:lnTo>
                  <a:pt x="1788610" y="1562337"/>
                </a:lnTo>
                <a:lnTo>
                  <a:pt x="1789356" y="1562299"/>
                </a:lnTo>
                <a:lnTo>
                  <a:pt x="1790097" y="1562245"/>
                </a:lnTo>
                <a:close/>
                <a:moveTo>
                  <a:pt x="1785140" y="1509229"/>
                </a:moveTo>
                <a:lnTo>
                  <a:pt x="1785579" y="1509280"/>
                </a:lnTo>
                <a:lnTo>
                  <a:pt x="1786013" y="1509341"/>
                </a:lnTo>
                <a:lnTo>
                  <a:pt x="1786443" y="1509412"/>
                </a:lnTo>
                <a:lnTo>
                  <a:pt x="1786868" y="1509492"/>
                </a:lnTo>
                <a:lnTo>
                  <a:pt x="1787288" y="1509581"/>
                </a:lnTo>
                <a:lnTo>
                  <a:pt x="1787704" y="1509679"/>
                </a:lnTo>
                <a:lnTo>
                  <a:pt x="1788115" y="1509787"/>
                </a:lnTo>
                <a:lnTo>
                  <a:pt x="1788521" y="1509905"/>
                </a:lnTo>
                <a:lnTo>
                  <a:pt x="1788923" y="1510032"/>
                </a:lnTo>
                <a:lnTo>
                  <a:pt x="1789319" y="1510168"/>
                </a:lnTo>
                <a:lnTo>
                  <a:pt x="1789712" y="1510313"/>
                </a:lnTo>
                <a:lnTo>
                  <a:pt x="1790099" y="1510468"/>
                </a:lnTo>
                <a:lnTo>
                  <a:pt x="1790482" y="1510633"/>
                </a:lnTo>
                <a:lnTo>
                  <a:pt x="1790860" y="1510807"/>
                </a:lnTo>
                <a:lnTo>
                  <a:pt x="1791233" y="1510990"/>
                </a:lnTo>
                <a:lnTo>
                  <a:pt x="1791602" y="1511182"/>
                </a:lnTo>
                <a:lnTo>
                  <a:pt x="1791966" y="1511384"/>
                </a:lnTo>
                <a:lnTo>
                  <a:pt x="1792325" y="1511595"/>
                </a:lnTo>
                <a:lnTo>
                  <a:pt x="1792680" y="1511816"/>
                </a:lnTo>
                <a:lnTo>
                  <a:pt x="1793043" y="1512031"/>
                </a:lnTo>
                <a:lnTo>
                  <a:pt x="1793399" y="1512252"/>
                </a:lnTo>
                <a:lnTo>
                  <a:pt x="1793750" y="1512479"/>
                </a:lnTo>
                <a:lnTo>
                  <a:pt x="1794093" y="1512713"/>
                </a:lnTo>
                <a:lnTo>
                  <a:pt x="1794431" y="1512954"/>
                </a:lnTo>
                <a:lnTo>
                  <a:pt x="1794761" y="1513200"/>
                </a:lnTo>
                <a:lnTo>
                  <a:pt x="1795086" y="1513454"/>
                </a:lnTo>
                <a:lnTo>
                  <a:pt x="1795404" y="1513714"/>
                </a:lnTo>
                <a:lnTo>
                  <a:pt x="1795715" y="1513980"/>
                </a:lnTo>
                <a:lnTo>
                  <a:pt x="1796020" y="1514252"/>
                </a:lnTo>
                <a:lnTo>
                  <a:pt x="1796318" y="1514532"/>
                </a:lnTo>
                <a:lnTo>
                  <a:pt x="1796611" y="1514817"/>
                </a:lnTo>
                <a:lnTo>
                  <a:pt x="1796896" y="1515109"/>
                </a:lnTo>
                <a:lnTo>
                  <a:pt x="1797175" y="1515408"/>
                </a:lnTo>
                <a:lnTo>
                  <a:pt x="1797448" y="1515713"/>
                </a:lnTo>
                <a:lnTo>
                  <a:pt x="1797714" y="1516024"/>
                </a:lnTo>
                <a:lnTo>
                  <a:pt x="1797974" y="1516342"/>
                </a:lnTo>
                <a:lnTo>
                  <a:pt x="1798227" y="1516666"/>
                </a:lnTo>
                <a:lnTo>
                  <a:pt x="1798474" y="1516997"/>
                </a:lnTo>
                <a:lnTo>
                  <a:pt x="1798715" y="1517334"/>
                </a:lnTo>
                <a:lnTo>
                  <a:pt x="1798948" y="1517678"/>
                </a:lnTo>
                <a:lnTo>
                  <a:pt x="1799176" y="1518028"/>
                </a:lnTo>
                <a:lnTo>
                  <a:pt x="1799397" y="1518385"/>
                </a:lnTo>
                <a:lnTo>
                  <a:pt x="1799612" y="1518748"/>
                </a:lnTo>
                <a:lnTo>
                  <a:pt x="1799818" y="1519116"/>
                </a:lnTo>
                <a:lnTo>
                  <a:pt x="1800017" y="1519488"/>
                </a:lnTo>
                <a:lnTo>
                  <a:pt x="1800206" y="1519863"/>
                </a:lnTo>
                <a:lnTo>
                  <a:pt x="1800386" y="1520241"/>
                </a:lnTo>
                <a:lnTo>
                  <a:pt x="1800558" y="1520624"/>
                </a:lnTo>
                <a:lnTo>
                  <a:pt x="1800721" y="1521009"/>
                </a:lnTo>
                <a:lnTo>
                  <a:pt x="1800875" y="1521398"/>
                </a:lnTo>
                <a:lnTo>
                  <a:pt x="1801020" y="1521791"/>
                </a:lnTo>
                <a:lnTo>
                  <a:pt x="1801157" y="1522187"/>
                </a:lnTo>
                <a:lnTo>
                  <a:pt x="1801285" y="1522587"/>
                </a:lnTo>
                <a:lnTo>
                  <a:pt x="1801403" y="1522991"/>
                </a:lnTo>
                <a:lnTo>
                  <a:pt x="1801514" y="1523397"/>
                </a:lnTo>
                <a:lnTo>
                  <a:pt x="1801615" y="1523808"/>
                </a:lnTo>
                <a:lnTo>
                  <a:pt x="1801707" y="1524222"/>
                </a:lnTo>
                <a:lnTo>
                  <a:pt x="1801791" y="1524639"/>
                </a:lnTo>
                <a:lnTo>
                  <a:pt x="1801866" y="1525060"/>
                </a:lnTo>
                <a:lnTo>
                  <a:pt x="1801932" y="1525484"/>
                </a:lnTo>
                <a:lnTo>
                  <a:pt x="1801989" y="1525912"/>
                </a:lnTo>
                <a:lnTo>
                  <a:pt x="1802037" y="1526344"/>
                </a:lnTo>
                <a:lnTo>
                  <a:pt x="1802077" y="1526779"/>
                </a:lnTo>
                <a:lnTo>
                  <a:pt x="1802108" y="1527217"/>
                </a:lnTo>
                <a:lnTo>
                  <a:pt x="1802130" y="1527659"/>
                </a:lnTo>
                <a:lnTo>
                  <a:pt x="1802143" y="1528105"/>
                </a:lnTo>
                <a:lnTo>
                  <a:pt x="1802148" y="1528554"/>
                </a:lnTo>
                <a:lnTo>
                  <a:pt x="1802143" y="1529017"/>
                </a:lnTo>
                <a:lnTo>
                  <a:pt x="1802130" y="1529476"/>
                </a:lnTo>
                <a:lnTo>
                  <a:pt x="1802108" y="1529930"/>
                </a:lnTo>
                <a:lnTo>
                  <a:pt x="1802077" y="1530381"/>
                </a:lnTo>
                <a:lnTo>
                  <a:pt x="1802037" y="1530827"/>
                </a:lnTo>
                <a:lnTo>
                  <a:pt x="1801989" y="1531270"/>
                </a:lnTo>
                <a:lnTo>
                  <a:pt x="1801932" y="1531708"/>
                </a:lnTo>
                <a:lnTo>
                  <a:pt x="1801866" y="1532142"/>
                </a:lnTo>
                <a:lnTo>
                  <a:pt x="1801791" y="1532572"/>
                </a:lnTo>
                <a:lnTo>
                  <a:pt x="1801707" y="1532998"/>
                </a:lnTo>
                <a:lnTo>
                  <a:pt x="1801615" y="1533420"/>
                </a:lnTo>
                <a:lnTo>
                  <a:pt x="1801514" y="1533837"/>
                </a:lnTo>
                <a:lnTo>
                  <a:pt x="1801403" y="1534251"/>
                </a:lnTo>
                <a:lnTo>
                  <a:pt x="1801285" y="1534660"/>
                </a:lnTo>
                <a:lnTo>
                  <a:pt x="1801157" y="1535066"/>
                </a:lnTo>
                <a:lnTo>
                  <a:pt x="1801020" y="1535467"/>
                </a:lnTo>
                <a:lnTo>
                  <a:pt x="1800875" y="1535864"/>
                </a:lnTo>
                <a:lnTo>
                  <a:pt x="1800721" y="1536257"/>
                </a:lnTo>
                <a:lnTo>
                  <a:pt x="1800558" y="1536646"/>
                </a:lnTo>
                <a:lnTo>
                  <a:pt x="1800386" y="1537031"/>
                </a:lnTo>
                <a:lnTo>
                  <a:pt x="1800206" y="1537411"/>
                </a:lnTo>
                <a:lnTo>
                  <a:pt x="1800017" y="1537788"/>
                </a:lnTo>
                <a:lnTo>
                  <a:pt x="1799818" y="1538161"/>
                </a:lnTo>
                <a:lnTo>
                  <a:pt x="1799612" y="1538529"/>
                </a:lnTo>
                <a:lnTo>
                  <a:pt x="1799397" y="1538892"/>
                </a:lnTo>
                <a:lnTo>
                  <a:pt x="1799176" y="1539249"/>
                </a:lnTo>
                <a:lnTo>
                  <a:pt x="1798948" y="1539599"/>
                </a:lnTo>
                <a:lnTo>
                  <a:pt x="1798715" y="1539942"/>
                </a:lnTo>
                <a:lnTo>
                  <a:pt x="1798474" y="1540280"/>
                </a:lnTo>
                <a:lnTo>
                  <a:pt x="1798227" y="1540610"/>
                </a:lnTo>
                <a:lnTo>
                  <a:pt x="1797974" y="1540935"/>
                </a:lnTo>
                <a:lnTo>
                  <a:pt x="1797714" y="1541253"/>
                </a:lnTo>
                <a:lnTo>
                  <a:pt x="1797448" y="1541564"/>
                </a:lnTo>
                <a:lnTo>
                  <a:pt x="1797175" y="1541869"/>
                </a:lnTo>
                <a:lnTo>
                  <a:pt x="1796896" y="1542168"/>
                </a:lnTo>
                <a:lnTo>
                  <a:pt x="1796611" y="1542460"/>
                </a:lnTo>
                <a:lnTo>
                  <a:pt x="1796318" y="1542745"/>
                </a:lnTo>
                <a:lnTo>
                  <a:pt x="1796020" y="1543024"/>
                </a:lnTo>
                <a:lnTo>
                  <a:pt x="1795715" y="1543297"/>
                </a:lnTo>
                <a:lnTo>
                  <a:pt x="1795404" y="1543563"/>
                </a:lnTo>
                <a:lnTo>
                  <a:pt x="1795086" y="1543823"/>
                </a:lnTo>
                <a:lnTo>
                  <a:pt x="1794761" y="1544076"/>
                </a:lnTo>
                <a:lnTo>
                  <a:pt x="1794431" y="1544323"/>
                </a:lnTo>
                <a:lnTo>
                  <a:pt x="1794093" y="1544564"/>
                </a:lnTo>
                <a:lnTo>
                  <a:pt x="1793750" y="1544798"/>
                </a:lnTo>
                <a:lnTo>
                  <a:pt x="1793399" y="1545025"/>
                </a:lnTo>
                <a:lnTo>
                  <a:pt x="1793043" y="1545246"/>
                </a:lnTo>
                <a:lnTo>
                  <a:pt x="1792680" y="1545461"/>
                </a:lnTo>
                <a:lnTo>
                  <a:pt x="1792312" y="1545668"/>
                </a:lnTo>
                <a:lnTo>
                  <a:pt x="1791940" y="1545866"/>
                </a:lnTo>
                <a:lnTo>
                  <a:pt x="1791565" y="1546055"/>
                </a:lnTo>
                <a:lnTo>
                  <a:pt x="1791186" y="1546236"/>
                </a:lnTo>
                <a:lnTo>
                  <a:pt x="1790804" y="1546407"/>
                </a:lnTo>
                <a:lnTo>
                  <a:pt x="1790418" y="1546570"/>
                </a:lnTo>
                <a:lnTo>
                  <a:pt x="1790029" y="1546724"/>
                </a:lnTo>
                <a:lnTo>
                  <a:pt x="1789637" y="1546870"/>
                </a:lnTo>
                <a:lnTo>
                  <a:pt x="1789240" y="1547006"/>
                </a:lnTo>
                <a:lnTo>
                  <a:pt x="1788840" y="1547134"/>
                </a:lnTo>
                <a:lnTo>
                  <a:pt x="1788437" y="1547253"/>
                </a:lnTo>
                <a:lnTo>
                  <a:pt x="1788030" y="1547363"/>
                </a:lnTo>
                <a:lnTo>
                  <a:pt x="1787620" y="1547464"/>
                </a:lnTo>
                <a:lnTo>
                  <a:pt x="1787206" y="1547556"/>
                </a:lnTo>
                <a:lnTo>
                  <a:pt x="1786789" y="1547640"/>
                </a:lnTo>
                <a:lnTo>
                  <a:pt x="1786368" y="1547715"/>
                </a:lnTo>
                <a:lnTo>
                  <a:pt x="1785943" y="1547781"/>
                </a:lnTo>
                <a:lnTo>
                  <a:pt x="1785515" y="1547838"/>
                </a:lnTo>
                <a:lnTo>
                  <a:pt x="1785084" y="1547887"/>
                </a:lnTo>
                <a:lnTo>
                  <a:pt x="1784649" y="1547926"/>
                </a:lnTo>
                <a:lnTo>
                  <a:pt x="1784210" y="1547957"/>
                </a:lnTo>
                <a:lnTo>
                  <a:pt x="1783768" y="1547979"/>
                </a:lnTo>
                <a:lnTo>
                  <a:pt x="1783323" y="1547992"/>
                </a:lnTo>
                <a:lnTo>
                  <a:pt x="1782874" y="1547997"/>
                </a:lnTo>
                <a:lnTo>
                  <a:pt x="1753456" y="1547997"/>
                </a:lnTo>
                <a:lnTo>
                  <a:pt x="1753456" y="1509111"/>
                </a:lnTo>
                <a:lnTo>
                  <a:pt x="1782874" y="1509111"/>
                </a:lnTo>
                <a:lnTo>
                  <a:pt x="1783336" y="1509116"/>
                </a:lnTo>
                <a:lnTo>
                  <a:pt x="1783794" y="1509130"/>
                </a:lnTo>
                <a:lnTo>
                  <a:pt x="1784247" y="1509154"/>
                </a:lnTo>
                <a:lnTo>
                  <a:pt x="1784696" y="1509186"/>
                </a:lnTo>
                <a:lnTo>
                  <a:pt x="1785140" y="1509229"/>
                </a:lnTo>
                <a:close/>
                <a:moveTo>
                  <a:pt x="1667298" y="2018066"/>
                </a:moveTo>
                <a:lnTo>
                  <a:pt x="1667298" y="1993213"/>
                </a:lnTo>
                <a:lnTo>
                  <a:pt x="1652758" y="1993213"/>
                </a:lnTo>
                <a:lnTo>
                  <a:pt x="1652758" y="2018066"/>
                </a:lnTo>
                <a:lnTo>
                  <a:pt x="1656647" y="2040213"/>
                </a:lnTo>
                <a:lnTo>
                  <a:pt x="1663409" y="2040213"/>
                </a:lnTo>
                <a:lnTo>
                  <a:pt x="1667298" y="2018066"/>
                </a:lnTo>
                <a:close/>
                <a:moveTo>
                  <a:pt x="1692489" y="2018066"/>
                </a:moveTo>
                <a:lnTo>
                  <a:pt x="1692489" y="1993213"/>
                </a:lnTo>
                <a:lnTo>
                  <a:pt x="1677949" y="1993213"/>
                </a:lnTo>
                <a:lnTo>
                  <a:pt x="1677949" y="2018066"/>
                </a:lnTo>
                <a:lnTo>
                  <a:pt x="1681838" y="2040213"/>
                </a:lnTo>
                <a:lnTo>
                  <a:pt x="1688600" y="2040213"/>
                </a:lnTo>
                <a:lnTo>
                  <a:pt x="1692489" y="2018066"/>
                </a:lnTo>
                <a:close/>
                <a:moveTo>
                  <a:pt x="1746873" y="2044313"/>
                </a:moveTo>
                <a:lnTo>
                  <a:pt x="1746938" y="2043894"/>
                </a:lnTo>
                <a:lnTo>
                  <a:pt x="1747013" y="2043482"/>
                </a:lnTo>
                <a:lnTo>
                  <a:pt x="1747098" y="2043077"/>
                </a:lnTo>
                <a:lnTo>
                  <a:pt x="1747192" y="2042679"/>
                </a:lnTo>
                <a:lnTo>
                  <a:pt x="1747297" y="2042288"/>
                </a:lnTo>
                <a:lnTo>
                  <a:pt x="1747412" y="2041904"/>
                </a:lnTo>
                <a:lnTo>
                  <a:pt x="1747537" y="2041527"/>
                </a:lnTo>
                <a:lnTo>
                  <a:pt x="1747672" y="2041157"/>
                </a:lnTo>
                <a:lnTo>
                  <a:pt x="1747816" y="2040795"/>
                </a:lnTo>
                <a:lnTo>
                  <a:pt x="1747971" y="2040439"/>
                </a:lnTo>
                <a:lnTo>
                  <a:pt x="1748136" y="2040090"/>
                </a:lnTo>
                <a:lnTo>
                  <a:pt x="1748310" y="2039748"/>
                </a:lnTo>
                <a:lnTo>
                  <a:pt x="1748495" y="2039414"/>
                </a:lnTo>
                <a:lnTo>
                  <a:pt x="1748689" y="2039086"/>
                </a:lnTo>
                <a:lnTo>
                  <a:pt x="1748894" y="2038766"/>
                </a:lnTo>
                <a:lnTo>
                  <a:pt x="1749109" y="2038452"/>
                </a:lnTo>
                <a:lnTo>
                  <a:pt x="1749333" y="2038146"/>
                </a:lnTo>
                <a:lnTo>
                  <a:pt x="1749568" y="2037846"/>
                </a:lnTo>
                <a:lnTo>
                  <a:pt x="1749824" y="2037557"/>
                </a:lnTo>
                <a:lnTo>
                  <a:pt x="1750085" y="2037279"/>
                </a:lnTo>
                <a:lnTo>
                  <a:pt x="1750352" y="2037014"/>
                </a:lnTo>
                <a:lnTo>
                  <a:pt x="1750624" y="2036762"/>
                </a:lnTo>
                <a:lnTo>
                  <a:pt x="1750902" y="2036521"/>
                </a:lnTo>
                <a:lnTo>
                  <a:pt x="1751184" y="2036293"/>
                </a:lnTo>
                <a:lnTo>
                  <a:pt x="1751472" y="2036077"/>
                </a:lnTo>
                <a:lnTo>
                  <a:pt x="1751765" y="2035874"/>
                </a:lnTo>
                <a:lnTo>
                  <a:pt x="1752064" y="2035683"/>
                </a:lnTo>
                <a:lnTo>
                  <a:pt x="1752368" y="2035504"/>
                </a:lnTo>
                <a:lnTo>
                  <a:pt x="1752677" y="2035338"/>
                </a:lnTo>
                <a:lnTo>
                  <a:pt x="1752991" y="2035184"/>
                </a:lnTo>
                <a:lnTo>
                  <a:pt x="1753311" y="2035042"/>
                </a:lnTo>
                <a:lnTo>
                  <a:pt x="1753636" y="2034912"/>
                </a:lnTo>
                <a:lnTo>
                  <a:pt x="1753966" y="2034795"/>
                </a:lnTo>
                <a:lnTo>
                  <a:pt x="1754301" y="2034691"/>
                </a:lnTo>
                <a:lnTo>
                  <a:pt x="1754642" y="2034598"/>
                </a:lnTo>
                <a:lnTo>
                  <a:pt x="1754988" y="2034518"/>
                </a:lnTo>
                <a:lnTo>
                  <a:pt x="1755340" y="2034450"/>
                </a:lnTo>
                <a:lnTo>
                  <a:pt x="1755696" y="2034395"/>
                </a:lnTo>
                <a:lnTo>
                  <a:pt x="1756058" y="2034352"/>
                </a:lnTo>
                <a:lnTo>
                  <a:pt x="1756425" y="2034321"/>
                </a:lnTo>
                <a:lnTo>
                  <a:pt x="1756798" y="2034302"/>
                </a:lnTo>
                <a:lnTo>
                  <a:pt x="1757176" y="2034296"/>
                </a:lnTo>
                <a:lnTo>
                  <a:pt x="1757976" y="2034318"/>
                </a:lnTo>
                <a:lnTo>
                  <a:pt x="1758742" y="2034384"/>
                </a:lnTo>
                <a:lnTo>
                  <a:pt x="1759474" y="2034494"/>
                </a:lnTo>
                <a:lnTo>
                  <a:pt x="1760172" y="2034648"/>
                </a:lnTo>
                <a:lnTo>
                  <a:pt x="1760836" y="2034846"/>
                </a:lnTo>
                <a:lnTo>
                  <a:pt x="1761466" y="2035089"/>
                </a:lnTo>
                <a:lnTo>
                  <a:pt x="1762062" y="2035375"/>
                </a:lnTo>
                <a:lnTo>
                  <a:pt x="1762623" y="2035705"/>
                </a:lnTo>
                <a:lnTo>
                  <a:pt x="1763151" y="2036079"/>
                </a:lnTo>
                <a:lnTo>
                  <a:pt x="1763645" y="2036497"/>
                </a:lnTo>
                <a:lnTo>
                  <a:pt x="1764104" y="2036960"/>
                </a:lnTo>
                <a:lnTo>
                  <a:pt x="1764530" y="2037466"/>
                </a:lnTo>
                <a:lnTo>
                  <a:pt x="1764922" y="2038016"/>
                </a:lnTo>
                <a:lnTo>
                  <a:pt x="1765279" y="2038611"/>
                </a:lnTo>
                <a:lnTo>
                  <a:pt x="1765603" y="2039249"/>
                </a:lnTo>
                <a:lnTo>
                  <a:pt x="1765892" y="2039932"/>
                </a:lnTo>
                <a:lnTo>
                  <a:pt x="1766147" y="2040658"/>
                </a:lnTo>
                <a:lnTo>
                  <a:pt x="1766369" y="2041429"/>
                </a:lnTo>
                <a:lnTo>
                  <a:pt x="1766556" y="2042243"/>
                </a:lnTo>
                <a:lnTo>
                  <a:pt x="1766709" y="2043102"/>
                </a:lnTo>
                <a:lnTo>
                  <a:pt x="1766828" y="2044004"/>
                </a:lnTo>
                <a:lnTo>
                  <a:pt x="1766913" y="2044951"/>
                </a:lnTo>
                <a:lnTo>
                  <a:pt x="1766965" y="2045941"/>
                </a:lnTo>
                <a:lnTo>
                  <a:pt x="1766982" y="2046976"/>
                </a:lnTo>
                <a:lnTo>
                  <a:pt x="1766982" y="2109193"/>
                </a:lnTo>
                <a:lnTo>
                  <a:pt x="1781352" y="2109193"/>
                </a:lnTo>
                <a:lnTo>
                  <a:pt x="1781352" y="2046976"/>
                </a:lnTo>
                <a:lnTo>
                  <a:pt x="1781358" y="2046515"/>
                </a:lnTo>
                <a:lnTo>
                  <a:pt x="1781373" y="2046060"/>
                </a:lnTo>
                <a:lnTo>
                  <a:pt x="1781400" y="2045613"/>
                </a:lnTo>
                <a:lnTo>
                  <a:pt x="1781437" y="2045173"/>
                </a:lnTo>
                <a:lnTo>
                  <a:pt x="1781484" y="2044739"/>
                </a:lnTo>
                <a:lnTo>
                  <a:pt x="1781542" y="2044313"/>
                </a:lnTo>
                <a:lnTo>
                  <a:pt x="1781611" y="2043894"/>
                </a:lnTo>
                <a:lnTo>
                  <a:pt x="1781690" y="2043482"/>
                </a:lnTo>
                <a:lnTo>
                  <a:pt x="1781780" y="2043077"/>
                </a:lnTo>
                <a:lnTo>
                  <a:pt x="1781881" y="2042679"/>
                </a:lnTo>
                <a:lnTo>
                  <a:pt x="1781992" y="2042288"/>
                </a:lnTo>
                <a:lnTo>
                  <a:pt x="1782113" y="2041904"/>
                </a:lnTo>
                <a:lnTo>
                  <a:pt x="1782245" y="2041527"/>
                </a:lnTo>
                <a:lnTo>
                  <a:pt x="1782388" y="2041157"/>
                </a:lnTo>
                <a:lnTo>
                  <a:pt x="1782541" y="2040795"/>
                </a:lnTo>
                <a:lnTo>
                  <a:pt x="1782705" y="2040439"/>
                </a:lnTo>
                <a:lnTo>
                  <a:pt x="1782879" y="2040090"/>
                </a:lnTo>
                <a:lnTo>
                  <a:pt x="1783064" y="2039748"/>
                </a:lnTo>
                <a:lnTo>
                  <a:pt x="1783260" y="2039414"/>
                </a:lnTo>
                <a:lnTo>
                  <a:pt x="1783466" y="2039086"/>
                </a:lnTo>
                <a:lnTo>
                  <a:pt x="1783682" y="2038766"/>
                </a:lnTo>
                <a:lnTo>
                  <a:pt x="1783909" y="2038452"/>
                </a:lnTo>
                <a:lnTo>
                  <a:pt x="1784147" y="2038146"/>
                </a:lnTo>
                <a:lnTo>
                  <a:pt x="1784395" y="2037846"/>
                </a:lnTo>
                <a:lnTo>
                  <a:pt x="1784652" y="2037557"/>
                </a:lnTo>
                <a:lnTo>
                  <a:pt x="1784913" y="2037279"/>
                </a:lnTo>
                <a:lnTo>
                  <a:pt x="1785180" y="2037014"/>
                </a:lnTo>
                <a:lnTo>
                  <a:pt x="1785452" y="2036762"/>
                </a:lnTo>
                <a:lnTo>
                  <a:pt x="1785730" y="2036521"/>
                </a:lnTo>
                <a:lnTo>
                  <a:pt x="1786012" y="2036293"/>
                </a:lnTo>
                <a:lnTo>
                  <a:pt x="1786300" y="2036077"/>
                </a:lnTo>
                <a:lnTo>
                  <a:pt x="1786593" y="2035874"/>
                </a:lnTo>
                <a:lnTo>
                  <a:pt x="1786892" y="2035683"/>
                </a:lnTo>
                <a:lnTo>
                  <a:pt x="1787196" y="2035504"/>
                </a:lnTo>
                <a:lnTo>
                  <a:pt x="1787505" y="2035338"/>
                </a:lnTo>
                <a:lnTo>
                  <a:pt x="1787819" y="2035184"/>
                </a:lnTo>
                <a:lnTo>
                  <a:pt x="1788139" y="2035042"/>
                </a:lnTo>
                <a:lnTo>
                  <a:pt x="1788464" y="2034912"/>
                </a:lnTo>
                <a:lnTo>
                  <a:pt x="1788794" y="2034795"/>
                </a:lnTo>
                <a:lnTo>
                  <a:pt x="1789129" y="2034691"/>
                </a:lnTo>
                <a:lnTo>
                  <a:pt x="1789470" y="2034598"/>
                </a:lnTo>
                <a:lnTo>
                  <a:pt x="1789816" y="2034518"/>
                </a:lnTo>
                <a:lnTo>
                  <a:pt x="1790167" y="2034450"/>
                </a:lnTo>
                <a:lnTo>
                  <a:pt x="1790524" y="2034395"/>
                </a:lnTo>
                <a:lnTo>
                  <a:pt x="1790886" y="2034352"/>
                </a:lnTo>
                <a:lnTo>
                  <a:pt x="1791253" y="2034321"/>
                </a:lnTo>
                <a:lnTo>
                  <a:pt x="1791626" y="2034302"/>
                </a:lnTo>
                <a:lnTo>
                  <a:pt x="1792003" y="2034296"/>
                </a:lnTo>
                <a:lnTo>
                  <a:pt x="1792776" y="2034318"/>
                </a:lnTo>
                <a:lnTo>
                  <a:pt x="1793516" y="2034384"/>
                </a:lnTo>
                <a:lnTo>
                  <a:pt x="1794222" y="2034494"/>
                </a:lnTo>
                <a:lnTo>
                  <a:pt x="1794896" y="2034648"/>
                </a:lnTo>
                <a:lnTo>
                  <a:pt x="1795537" y="2034846"/>
                </a:lnTo>
                <a:lnTo>
                  <a:pt x="1796146" y="2035089"/>
                </a:lnTo>
                <a:lnTo>
                  <a:pt x="1796721" y="2035375"/>
                </a:lnTo>
                <a:lnTo>
                  <a:pt x="1797263" y="2035705"/>
                </a:lnTo>
                <a:lnTo>
                  <a:pt x="1797773" y="2036079"/>
                </a:lnTo>
                <a:lnTo>
                  <a:pt x="1798250" y="2036497"/>
                </a:lnTo>
                <a:lnTo>
                  <a:pt x="1798693" y="2036960"/>
                </a:lnTo>
                <a:lnTo>
                  <a:pt x="1799104" y="2037466"/>
                </a:lnTo>
                <a:lnTo>
                  <a:pt x="1799482" y="2038016"/>
                </a:lnTo>
                <a:lnTo>
                  <a:pt x="1799828" y="2038611"/>
                </a:lnTo>
                <a:lnTo>
                  <a:pt x="1800140" y="2039249"/>
                </a:lnTo>
                <a:lnTo>
                  <a:pt x="1800419" y="2039932"/>
                </a:lnTo>
                <a:lnTo>
                  <a:pt x="1800666" y="2040658"/>
                </a:lnTo>
                <a:lnTo>
                  <a:pt x="1800880" y="2041429"/>
                </a:lnTo>
                <a:lnTo>
                  <a:pt x="1801060" y="2042243"/>
                </a:lnTo>
                <a:lnTo>
                  <a:pt x="1801208" y="2043102"/>
                </a:lnTo>
                <a:lnTo>
                  <a:pt x="1801323" y="2044004"/>
                </a:lnTo>
                <a:lnTo>
                  <a:pt x="1801406" y="2044951"/>
                </a:lnTo>
                <a:lnTo>
                  <a:pt x="1801455" y="2045941"/>
                </a:lnTo>
                <a:lnTo>
                  <a:pt x="1801471" y="2046976"/>
                </a:lnTo>
                <a:lnTo>
                  <a:pt x="1801471" y="2109193"/>
                </a:lnTo>
                <a:lnTo>
                  <a:pt x="1816011" y="2109193"/>
                </a:lnTo>
                <a:lnTo>
                  <a:pt x="1816011" y="2043933"/>
                </a:lnTo>
                <a:lnTo>
                  <a:pt x="1816002" y="2043026"/>
                </a:lnTo>
                <a:lnTo>
                  <a:pt x="1815976" y="2042136"/>
                </a:lnTo>
                <a:lnTo>
                  <a:pt x="1815932" y="2041265"/>
                </a:lnTo>
                <a:lnTo>
                  <a:pt x="1815870" y="2040410"/>
                </a:lnTo>
                <a:lnTo>
                  <a:pt x="1815791" y="2039574"/>
                </a:lnTo>
                <a:lnTo>
                  <a:pt x="1815694" y="2038755"/>
                </a:lnTo>
                <a:lnTo>
                  <a:pt x="1815579" y="2037954"/>
                </a:lnTo>
                <a:lnTo>
                  <a:pt x="1815447" y="2037170"/>
                </a:lnTo>
                <a:lnTo>
                  <a:pt x="1815298" y="2036404"/>
                </a:lnTo>
                <a:lnTo>
                  <a:pt x="1815130" y="2035655"/>
                </a:lnTo>
                <a:lnTo>
                  <a:pt x="1814945" y="2034925"/>
                </a:lnTo>
                <a:lnTo>
                  <a:pt x="1814743" y="2034211"/>
                </a:lnTo>
                <a:lnTo>
                  <a:pt x="1814523" y="2033516"/>
                </a:lnTo>
                <a:lnTo>
                  <a:pt x="1814285" y="2032838"/>
                </a:lnTo>
                <a:lnTo>
                  <a:pt x="1814030" y="2032177"/>
                </a:lnTo>
                <a:lnTo>
                  <a:pt x="1813757" y="2031534"/>
                </a:lnTo>
                <a:lnTo>
                  <a:pt x="1813466" y="2030909"/>
                </a:lnTo>
                <a:lnTo>
                  <a:pt x="1813158" y="2030302"/>
                </a:lnTo>
                <a:lnTo>
                  <a:pt x="1812832" y="2029712"/>
                </a:lnTo>
                <a:lnTo>
                  <a:pt x="1812489" y="2029139"/>
                </a:lnTo>
                <a:lnTo>
                  <a:pt x="1812128" y="2028585"/>
                </a:lnTo>
                <a:lnTo>
                  <a:pt x="1811749" y="2028047"/>
                </a:lnTo>
                <a:lnTo>
                  <a:pt x="1811353" y="2027528"/>
                </a:lnTo>
                <a:lnTo>
                  <a:pt x="1810939" y="2027026"/>
                </a:lnTo>
                <a:lnTo>
                  <a:pt x="1810523" y="2026543"/>
                </a:lnTo>
                <a:lnTo>
                  <a:pt x="1810091" y="2026081"/>
                </a:lnTo>
                <a:lnTo>
                  <a:pt x="1809645" y="2025639"/>
                </a:lnTo>
                <a:lnTo>
                  <a:pt x="1809183" y="2025218"/>
                </a:lnTo>
                <a:lnTo>
                  <a:pt x="1808705" y="2024817"/>
                </a:lnTo>
                <a:lnTo>
                  <a:pt x="1808213" y="2024437"/>
                </a:lnTo>
                <a:lnTo>
                  <a:pt x="1807705" y="2024078"/>
                </a:lnTo>
                <a:lnTo>
                  <a:pt x="1807182" y="2023739"/>
                </a:lnTo>
                <a:lnTo>
                  <a:pt x="1806644" y="2023420"/>
                </a:lnTo>
                <a:lnTo>
                  <a:pt x="1806090" y="2023122"/>
                </a:lnTo>
                <a:lnTo>
                  <a:pt x="1805521" y="2022845"/>
                </a:lnTo>
                <a:lnTo>
                  <a:pt x="1804937" y="2022588"/>
                </a:lnTo>
                <a:lnTo>
                  <a:pt x="1804338" y="2022352"/>
                </a:lnTo>
                <a:lnTo>
                  <a:pt x="1803723" y="2022136"/>
                </a:lnTo>
                <a:lnTo>
                  <a:pt x="1803093" y="2021941"/>
                </a:lnTo>
                <a:lnTo>
                  <a:pt x="1802448" y="2021766"/>
                </a:lnTo>
                <a:lnTo>
                  <a:pt x="1801788" y="2021612"/>
                </a:lnTo>
                <a:lnTo>
                  <a:pt x="1801112" y="2021479"/>
                </a:lnTo>
                <a:lnTo>
                  <a:pt x="1800421" y="2021366"/>
                </a:lnTo>
                <a:lnTo>
                  <a:pt x="1799715" y="2021273"/>
                </a:lnTo>
                <a:lnTo>
                  <a:pt x="1798993" y="2021201"/>
                </a:lnTo>
                <a:lnTo>
                  <a:pt x="1798257" y="2021150"/>
                </a:lnTo>
                <a:lnTo>
                  <a:pt x="1797505" y="2021119"/>
                </a:lnTo>
                <a:lnTo>
                  <a:pt x="1796737" y="2021109"/>
                </a:lnTo>
                <a:lnTo>
                  <a:pt x="1796191" y="2021114"/>
                </a:lnTo>
                <a:lnTo>
                  <a:pt x="1795653" y="2021130"/>
                </a:lnTo>
                <a:lnTo>
                  <a:pt x="1795121" y="2021156"/>
                </a:lnTo>
                <a:lnTo>
                  <a:pt x="1794596" y="2021193"/>
                </a:lnTo>
                <a:lnTo>
                  <a:pt x="1794078" y="2021241"/>
                </a:lnTo>
                <a:lnTo>
                  <a:pt x="1793567" y="2021299"/>
                </a:lnTo>
                <a:lnTo>
                  <a:pt x="1793064" y="2021368"/>
                </a:lnTo>
                <a:lnTo>
                  <a:pt x="1792567" y="2021447"/>
                </a:lnTo>
                <a:lnTo>
                  <a:pt x="1792077" y="2021537"/>
                </a:lnTo>
                <a:lnTo>
                  <a:pt x="1791595" y="2021637"/>
                </a:lnTo>
                <a:lnTo>
                  <a:pt x="1791119" y="2021748"/>
                </a:lnTo>
                <a:lnTo>
                  <a:pt x="1790651" y="2021870"/>
                </a:lnTo>
                <a:lnTo>
                  <a:pt x="1790190" y="2022002"/>
                </a:lnTo>
                <a:lnTo>
                  <a:pt x="1789735" y="2022144"/>
                </a:lnTo>
                <a:lnTo>
                  <a:pt x="1789288" y="2022298"/>
                </a:lnTo>
                <a:lnTo>
                  <a:pt x="1788848" y="2022461"/>
                </a:lnTo>
                <a:lnTo>
                  <a:pt x="1788414" y="2022636"/>
                </a:lnTo>
                <a:lnTo>
                  <a:pt x="1787988" y="2022821"/>
                </a:lnTo>
                <a:lnTo>
                  <a:pt x="1787569" y="2023016"/>
                </a:lnTo>
                <a:lnTo>
                  <a:pt x="1787157" y="2023222"/>
                </a:lnTo>
                <a:lnTo>
                  <a:pt x="1786752" y="2023439"/>
                </a:lnTo>
                <a:lnTo>
                  <a:pt x="1786354" y="2023666"/>
                </a:lnTo>
                <a:lnTo>
                  <a:pt x="1785963" y="2023904"/>
                </a:lnTo>
                <a:lnTo>
                  <a:pt x="1785579" y="2024152"/>
                </a:lnTo>
                <a:lnTo>
                  <a:pt x="1785215" y="2024410"/>
                </a:lnTo>
                <a:lnTo>
                  <a:pt x="1784856" y="2024679"/>
                </a:lnTo>
                <a:lnTo>
                  <a:pt x="1784501" y="2024958"/>
                </a:lnTo>
                <a:lnTo>
                  <a:pt x="1784151" y="2025246"/>
                </a:lnTo>
                <a:lnTo>
                  <a:pt x="1783806" y="2025545"/>
                </a:lnTo>
                <a:lnTo>
                  <a:pt x="1783466" y="2025853"/>
                </a:lnTo>
                <a:lnTo>
                  <a:pt x="1783130" y="2026172"/>
                </a:lnTo>
                <a:lnTo>
                  <a:pt x="1782799" y="2026500"/>
                </a:lnTo>
                <a:lnTo>
                  <a:pt x="1782472" y="2026839"/>
                </a:lnTo>
                <a:lnTo>
                  <a:pt x="1782151" y="2027187"/>
                </a:lnTo>
                <a:lnTo>
                  <a:pt x="1781834" y="2027545"/>
                </a:lnTo>
                <a:lnTo>
                  <a:pt x="1781521" y="2027914"/>
                </a:lnTo>
                <a:lnTo>
                  <a:pt x="1781214" y="2028292"/>
                </a:lnTo>
                <a:lnTo>
                  <a:pt x="1780911" y="2028680"/>
                </a:lnTo>
                <a:lnTo>
                  <a:pt x="1780613" y="2029079"/>
                </a:lnTo>
                <a:lnTo>
                  <a:pt x="1780319" y="2029487"/>
                </a:lnTo>
                <a:lnTo>
                  <a:pt x="1780030" y="2029905"/>
                </a:lnTo>
                <a:lnTo>
                  <a:pt x="1779746" y="2030334"/>
                </a:lnTo>
                <a:lnTo>
                  <a:pt x="1779467" y="2030772"/>
                </a:lnTo>
                <a:lnTo>
                  <a:pt x="1779192" y="2031220"/>
                </a:lnTo>
                <a:lnTo>
                  <a:pt x="1778922" y="2031678"/>
                </a:lnTo>
                <a:lnTo>
                  <a:pt x="1778657" y="2032146"/>
                </a:lnTo>
                <a:lnTo>
                  <a:pt x="1778396" y="2032625"/>
                </a:lnTo>
                <a:lnTo>
                  <a:pt x="1778140" y="2033113"/>
                </a:lnTo>
                <a:lnTo>
                  <a:pt x="1777953" y="2032625"/>
                </a:lnTo>
                <a:lnTo>
                  <a:pt x="1777757" y="2032146"/>
                </a:lnTo>
                <a:lnTo>
                  <a:pt x="1777554" y="2031678"/>
                </a:lnTo>
                <a:lnTo>
                  <a:pt x="1777342" y="2031220"/>
                </a:lnTo>
                <a:lnTo>
                  <a:pt x="1777121" y="2030772"/>
                </a:lnTo>
                <a:lnTo>
                  <a:pt x="1776893" y="2030334"/>
                </a:lnTo>
                <a:lnTo>
                  <a:pt x="1776657" y="2029905"/>
                </a:lnTo>
                <a:lnTo>
                  <a:pt x="1776412" y="2029487"/>
                </a:lnTo>
                <a:lnTo>
                  <a:pt x="1776159" y="2029079"/>
                </a:lnTo>
                <a:lnTo>
                  <a:pt x="1775897" y="2028680"/>
                </a:lnTo>
                <a:lnTo>
                  <a:pt x="1775628" y="2028292"/>
                </a:lnTo>
                <a:lnTo>
                  <a:pt x="1775350" y="2027914"/>
                </a:lnTo>
                <a:lnTo>
                  <a:pt x="1775064" y="2027545"/>
                </a:lnTo>
                <a:lnTo>
                  <a:pt x="1774770" y="2027187"/>
                </a:lnTo>
                <a:lnTo>
                  <a:pt x="1774468" y="2026839"/>
                </a:lnTo>
                <a:lnTo>
                  <a:pt x="1774157" y="2026500"/>
                </a:lnTo>
                <a:lnTo>
                  <a:pt x="1773839" y="2026172"/>
                </a:lnTo>
                <a:lnTo>
                  <a:pt x="1773512" y="2025853"/>
                </a:lnTo>
                <a:lnTo>
                  <a:pt x="1773177" y="2025545"/>
                </a:lnTo>
                <a:lnTo>
                  <a:pt x="1772833" y="2025246"/>
                </a:lnTo>
                <a:lnTo>
                  <a:pt x="1772481" y="2024958"/>
                </a:lnTo>
                <a:lnTo>
                  <a:pt x="1772122" y="2024679"/>
                </a:lnTo>
                <a:lnTo>
                  <a:pt x="1771753" y="2024410"/>
                </a:lnTo>
                <a:lnTo>
                  <a:pt x="1771377" y="2024152"/>
                </a:lnTo>
                <a:lnTo>
                  <a:pt x="1771009" y="2023904"/>
                </a:lnTo>
                <a:lnTo>
                  <a:pt x="1770635" y="2023666"/>
                </a:lnTo>
                <a:lnTo>
                  <a:pt x="1770257" y="2023439"/>
                </a:lnTo>
                <a:lnTo>
                  <a:pt x="1769874" y="2023222"/>
                </a:lnTo>
                <a:lnTo>
                  <a:pt x="1769487" y="2023016"/>
                </a:lnTo>
                <a:lnTo>
                  <a:pt x="1769095" y="2022821"/>
                </a:lnTo>
                <a:lnTo>
                  <a:pt x="1768698" y="2022636"/>
                </a:lnTo>
                <a:lnTo>
                  <a:pt x="1768297" y="2022461"/>
                </a:lnTo>
                <a:lnTo>
                  <a:pt x="1767890" y="2022298"/>
                </a:lnTo>
                <a:lnTo>
                  <a:pt x="1767479" y="2022144"/>
                </a:lnTo>
                <a:lnTo>
                  <a:pt x="1767064" y="2022002"/>
                </a:lnTo>
                <a:lnTo>
                  <a:pt x="1766643" y="2021870"/>
                </a:lnTo>
                <a:lnTo>
                  <a:pt x="1766218" y="2021748"/>
                </a:lnTo>
                <a:lnTo>
                  <a:pt x="1765789" y="2021637"/>
                </a:lnTo>
                <a:lnTo>
                  <a:pt x="1765354" y="2021537"/>
                </a:lnTo>
                <a:lnTo>
                  <a:pt x="1764915" y="2021447"/>
                </a:lnTo>
                <a:lnTo>
                  <a:pt x="1764471" y="2021368"/>
                </a:lnTo>
                <a:lnTo>
                  <a:pt x="1764023" y="2021299"/>
                </a:lnTo>
                <a:lnTo>
                  <a:pt x="1763570" y="2021241"/>
                </a:lnTo>
                <a:lnTo>
                  <a:pt x="1763112" y="2021193"/>
                </a:lnTo>
                <a:lnTo>
                  <a:pt x="1762649" y="2021156"/>
                </a:lnTo>
                <a:lnTo>
                  <a:pt x="1762182" y="2021130"/>
                </a:lnTo>
                <a:lnTo>
                  <a:pt x="1761710" y="2021114"/>
                </a:lnTo>
                <a:lnTo>
                  <a:pt x="1761233" y="2021109"/>
                </a:lnTo>
                <a:lnTo>
                  <a:pt x="1760784" y="2021114"/>
                </a:lnTo>
                <a:lnTo>
                  <a:pt x="1760336" y="2021129"/>
                </a:lnTo>
                <a:lnTo>
                  <a:pt x="1759891" y="2021154"/>
                </a:lnTo>
                <a:lnTo>
                  <a:pt x="1759449" y="2021189"/>
                </a:lnTo>
                <a:lnTo>
                  <a:pt x="1759008" y="2021234"/>
                </a:lnTo>
                <a:lnTo>
                  <a:pt x="1758571" y="2021289"/>
                </a:lnTo>
                <a:lnTo>
                  <a:pt x="1758135" y="2021353"/>
                </a:lnTo>
                <a:lnTo>
                  <a:pt x="1757702" y="2021428"/>
                </a:lnTo>
                <a:lnTo>
                  <a:pt x="1757271" y="2021513"/>
                </a:lnTo>
                <a:lnTo>
                  <a:pt x="1756842" y="2021608"/>
                </a:lnTo>
                <a:lnTo>
                  <a:pt x="1756416" y="2021713"/>
                </a:lnTo>
                <a:lnTo>
                  <a:pt x="1755992" y="2021827"/>
                </a:lnTo>
                <a:lnTo>
                  <a:pt x="1755571" y="2021952"/>
                </a:lnTo>
                <a:lnTo>
                  <a:pt x="1755152" y="2022087"/>
                </a:lnTo>
                <a:lnTo>
                  <a:pt x="1754735" y="2022232"/>
                </a:lnTo>
                <a:lnTo>
                  <a:pt x="1754320" y="2022386"/>
                </a:lnTo>
                <a:lnTo>
                  <a:pt x="1753908" y="2022551"/>
                </a:lnTo>
                <a:lnTo>
                  <a:pt x="1753498" y="2022726"/>
                </a:lnTo>
                <a:lnTo>
                  <a:pt x="1753091" y="2022910"/>
                </a:lnTo>
                <a:lnTo>
                  <a:pt x="1752686" y="2023105"/>
                </a:lnTo>
                <a:lnTo>
                  <a:pt x="1752283" y="2023309"/>
                </a:lnTo>
                <a:lnTo>
                  <a:pt x="1751883" y="2023524"/>
                </a:lnTo>
                <a:lnTo>
                  <a:pt x="1751485" y="2023748"/>
                </a:lnTo>
                <a:lnTo>
                  <a:pt x="1751089" y="2023983"/>
                </a:lnTo>
                <a:lnTo>
                  <a:pt x="1750712" y="2024227"/>
                </a:lnTo>
                <a:lnTo>
                  <a:pt x="1750343" y="2024481"/>
                </a:lnTo>
                <a:lnTo>
                  <a:pt x="1749980" y="2024744"/>
                </a:lnTo>
                <a:lnTo>
                  <a:pt x="1749624" y="2025016"/>
                </a:lnTo>
                <a:lnTo>
                  <a:pt x="1749275" y="2025298"/>
                </a:lnTo>
                <a:lnTo>
                  <a:pt x="1748934" y="2025589"/>
                </a:lnTo>
                <a:lnTo>
                  <a:pt x="1748599" y="2025890"/>
                </a:lnTo>
                <a:lnTo>
                  <a:pt x="1748271" y="2026200"/>
                </a:lnTo>
                <a:lnTo>
                  <a:pt x="1747951" y="2026519"/>
                </a:lnTo>
                <a:lnTo>
                  <a:pt x="1747637" y="2026848"/>
                </a:lnTo>
                <a:lnTo>
                  <a:pt x="1747331" y="2027186"/>
                </a:lnTo>
                <a:lnTo>
                  <a:pt x="1747032" y="2027533"/>
                </a:lnTo>
                <a:lnTo>
                  <a:pt x="1746739" y="2027890"/>
                </a:lnTo>
                <a:lnTo>
                  <a:pt x="1746454" y="2028257"/>
                </a:lnTo>
                <a:lnTo>
                  <a:pt x="1746176" y="2028632"/>
                </a:lnTo>
                <a:lnTo>
                  <a:pt x="1745904" y="2029017"/>
                </a:lnTo>
                <a:lnTo>
                  <a:pt x="1745640" y="2029412"/>
                </a:lnTo>
                <a:lnTo>
                  <a:pt x="1745383" y="2029816"/>
                </a:lnTo>
                <a:lnTo>
                  <a:pt x="1745133" y="2030229"/>
                </a:lnTo>
                <a:lnTo>
                  <a:pt x="1744890" y="2030652"/>
                </a:lnTo>
                <a:lnTo>
                  <a:pt x="1744654" y="2031084"/>
                </a:lnTo>
                <a:lnTo>
                  <a:pt x="1744425" y="2031525"/>
                </a:lnTo>
                <a:lnTo>
                  <a:pt x="1744203" y="2031976"/>
                </a:lnTo>
                <a:lnTo>
                  <a:pt x="1743988" y="2032436"/>
                </a:lnTo>
                <a:lnTo>
                  <a:pt x="1742298" y="2022799"/>
                </a:lnTo>
                <a:lnTo>
                  <a:pt x="1732323" y="2022799"/>
                </a:lnTo>
                <a:lnTo>
                  <a:pt x="1732323" y="2109193"/>
                </a:lnTo>
                <a:lnTo>
                  <a:pt x="1746694" y="2109193"/>
                </a:lnTo>
                <a:lnTo>
                  <a:pt x="1746694" y="2046976"/>
                </a:lnTo>
                <a:lnTo>
                  <a:pt x="1746699" y="2046515"/>
                </a:lnTo>
                <a:lnTo>
                  <a:pt x="1746713" y="2046060"/>
                </a:lnTo>
                <a:lnTo>
                  <a:pt x="1746738" y="2045613"/>
                </a:lnTo>
                <a:lnTo>
                  <a:pt x="1746773" y="2045173"/>
                </a:lnTo>
                <a:lnTo>
                  <a:pt x="1746818" y="2044739"/>
                </a:lnTo>
                <a:lnTo>
                  <a:pt x="1746873" y="2044313"/>
                </a:lnTo>
                <a:close/>
                <a:moveTo>
                  <a:pt x="1769686" y="2254199"/>
                </a:moveTo>
                <a:lnTo>
                  <a:pt x="1785579" y="2254199"/>
                </a:lnTo>
                <a:lnTo>
                  <a:pt x="1785579" y="2237968"/>
                </a:lnTo>
                <a:lnTo>
                  <a:pt x="1769686" y="2237968"/>
                </a:lnTo>
                <a:lnTo>
                  <a:pt x="1769686" y="2254199"/>
                </a:lnTo>
                <a:close/>
                <a:moveTo>
                  <a:pt x="1534646" y="2294136"/>
                </a:moveTo>
                <a:lnTo>
                  <a:pt x="1534646" y="2294157"/>
                </a:lnTo>
                <a:lnTo>
                  <a:pt x="1534646" y="2294160"/>
                </a:lnTo>
                <a:lnTo>
                  <a:pt x="1534646" y="2294144"/>
                </a:lnTo>
                <a:lnTo>
                  <a:pt x="1534646" y="2294136"/>
                </a:lnTo>
                <a:close/>
                <a:moveTo>
                  <a:pt x="1534646" y="2294249"/>
                </a:moveTo>
                <a:lnTo>
                  <a:pt x="1534646" y="2294230"/>
                </a:lnTo>
                <a:lnTo>
                  <a:pt x="1534646" y="2294226"/>
                </a:lnTo>
                <a:lnTo>
                  <a:pt x="1534646" y="2294247"/>
                </a:lnTo>
                <a:lnTo>
                  <a:pt x="1534646" y="2294261"/>
                </a:lnTo>
                <a:lnTo>
                  <a:pt x="1534646" y="2294249"/>
                </a:lnTo>
                <a:close/>
                <a:moveTo>
                  <a:pt x="1534646" y="2294305"/>
                </a:moveTo>
                <a:lnTo>
                  <a:pt x="1534646" y="2294310"/>
                </a:lnTo>
                <a:lnTo>
                  <a:pt x="1534646" y="2294332"/>
                </a:lnTo>
                <a:lnTo>
                  <a:pt x="1534646" y="2294346"/>
                </a:lnTo>
                <a:lnTo>
                  <a:pt x="1534646" y="2294324"/>
                </a:lnTo>
                <a:lnTo>
                  <a:pt x="1534646" y="2294305"/>
                </a:lnTo>
                <a:close/>
                <a:moveTo>
                  <a:pt x="1534646" y="2294521"/>
                </a:moveTo>
                <a:lnTo>
                  <a:pt x="1534646" y="2294524"/>
                </a:lnTo>
                <a:lnTo>
                  <a:pt x="1534646" y="2294551"/>
                </a:lnTo>
                <a:lnTo>
                  <a:pt x="1534646" y="2294578"/>
                </a:lnTo>
                <a:lnTo>
                  <a:pt x="1534646" y="2294606"/>
                </a:lnTo>
                <a:lnTo>
                  <a:pt x="1534646" y="2294580"/>
                </a:lnTo>
                <a:lnTo>
                  <a:pt x="1534646" y="2294521"/>
                </a:lnTo>
                <a:close/>
                <a:moveTo>
                  <a:pt x="1668302" y="2301975"/>
                </a:moveTo>
                <a:lnTo>
                  <a:pt x="1668350" y="2301538"/>
                </a:lnTo>
                <a:lnTo>
                  <a:pt x="1668405" y="2301102"/>
                </a:lnTo>
                <a:lnTo>
                  <a:pt x="1668466" y="2300668"/>
                </a:lnTo>
                <a:lnTo>
                  <a:pt x="1668534" y="2300235"/>
                </a:lnTo>
                <a:lnTo>
                  <a:pt x="1668608" y="2299805"/>
                </a:lnTo>
                <a:lnTo>
                  <a:pt x="1668689" y="2299376"/>
                </a:lnTo>
                <a:lnTo>
                  <a:pt x="1668776" y="2298949"/>
                </a:lnTo>
                <a:lnTo>
                  <a:pt x="1668870" y="2298524"/>
                </a:lnTo>
                <a:lnTo>
                  <a:pt x="1668970" y="2298100"/>
                </a:lnTo>
                <a:lnTo>
                  <a:pt x="1669076" y="2297678"/>
                </a:lnTo>
                <a:lnTo>
                  <a:pt x="1669189" y="2297258"/>
                </a:lnTo>
                <a:lnTo>
                  <a:pt x="1669309" y="2296840"/>
                </a:lnTo>
                <a:lnTo>
                  <a:pt x="1669435" y="2296423"/>
                </a:lnTo>
                <a:lnTo>
                  <a:pt x="1669567" y="2296009"/>
                </a:lnTo>
                <a:lnTo>
                  <a:pt x="1669706" y="2295596"/>
                </a:lnTo>
                <a:lnTo>
                  <a:pt x="1669851" y="2295184"/>
                </a:lnTo>
                <a:lnTo>
                  <a:pt x="1670003" y="2294775"/>
                </a:lnTo>
                <a:lnTo>
                  <a:pt x="1670161" y="2294369"/>
                </a:lnTo>
                <a:lnTo>
                  <a:pt x="1670326" y="2293970"/>
                </a:lnTo>
                <a:lnTo>
                  <a:pt x="1670497" y="2293576"/>
                </a:lnTo>
                <a:lnTo>
                  <a:pt x="1670675" y="2293188"/>
                </a:lnTo>
                <a:lnTo>
                  <a:pt x="1670859" y="2292805"/>
                </a:lnTo>
                <a:lnTo>
                  <a:pt x="1671049" y="2292429"/>
                </a:lnTo>
                <a:lnTo>
                  <a:pt x="1671246" y="2292059"/>
                </a:lnTo>
                <a:lnTo>
                  <a:pt x="1671450" y="2291694"/>
                </a:lnTo>
                <a:lnTo>
                  <a:pt x="1671659" y="2291336"/>
                </a:lnTo>
                <a:lnTo>
                  <a:pt x="1671876" y="2290983"/>
                </a:lnTo>
                <a:lnTo>
                  <a:pt x="1672099" y="2290636"/>
                </a:lnTo>
                <a:lnTo>
                  <a:pt x="1672328" y="2290295"/>
                </a:lnTo>
                <a:lnTo>
                  <a:pt x="1672563" y="2289960"/>
                </a:lnTo>
                <a:lnTo>
                  <a:pt x="1672806" y="2289630"/>
                </a:lnTo>
                <a:lnTo>
                  <a:pt x="1673054" y="2289307"/>
                </a:lnTo>
                <a:lnTo>
                  <a:pt x="1673309" y="2288989"/>
                </a:lnTo>
                <a:lnTo>
                  <a:pt x="1673571" y="2288677"/>
                </a:lnTo>
                <a:lnTo>
                  <a:pt x="1673839" y="2288372"/>
                </a:lnTo>
                <a:lnTo>
                  <a:pt x="1674113" y="2288072"/>
                </a:lnTo>
                <a:lnTo>
                  <a:pt x="1674394" y="2287778"/>
                </a:lnTo>
                <a:lnTo>
                  <a:pt x="1674681" y="2287489"/>
                </a:lnTo>
                <a:lnTo>
                  <a:pt x="1674975" y="2287207"/>
                </a:lnTo>
                <a:lnTo>
                  <a:pt x="1675276" y="2286930"/>
                </a:lnTo>
                <a:lnTo>
                  <a:pt x="1675582" y="2286660"/>
                </a:lnTo>
                <a:lnTo>
                  <a:pt x="1675909" y="2286398"/>
                </a:lnTo>
                <a:lnTo>
                  <a:pt x="1676242" y="2286147"/>
                </a:lnTo>
                <a:lnTo>
                  <a:pt x="1676581" y="2285907"/>
                </a:lnTo>
                <a:lnTo>
                  <a:pt x="1676925" y="2285678"/>
                </a:lnTo>
                <a:lnTo>
                  <a:pt x="1677276" y="2285461"/>
                </a:lnTo>
                <a:lnTo>
                  <a:pt x="1677632" y="2285255"/>
                </a:lnTo>
                <a:lnTo>
                  <a:pt x="1677994" y="2285059"/>
                </a:lnTo>
                <a:lnTo>
                  <a:pt x="1678362" y="2284875"/>
                </a:lnTo>
                <a:lnTo>
                  <a:pt x="1678736" y="2284702"/>
                </a:lnTo>
                <a:lnTo>
                  <a:pt x="1679116" y="2284541"/>
                </a:lnTo>
                <a:lnTo>
                  <a:pt x="1679502" y="2284390"/>
                </a:lnTo>
                <a:lnTo>
                  <a:pt x="1679893" y="2284251"/>
                </a:lnTo>
                <a:lnTo>
                  <a:pt x="1680291" y="2284122"/>
                </a:lnTo>
                <a:lnTo>
                  <a:pt x="1680694" y="2284005"/>
                </a:lnTo>
                <a:lnTo>
                  <a:pt x="1681103" y="2283899"/>
                </a:lnTo>
                <a:lnTo>
                  <a:pt x="1681518" y="2283805"/>
                </a:lnTo>
                <a:lnTo>
                  <a:pt x="1681939" y="2283721"/>
                </a:lnTo>
                <a:lnTo>
                  <a:pt x="1682366" y="2283648"/>
                </a:lnTo>
                <a:lnTo>
                  <a:pt x="1682799" y="2283587"/>
                </a:lnTo>
                <a:lnTo>
                  <a:pt x="1683237" y="2283537"/>
                </a:lnTo>
                <a:lnTo>
                  <a:pt x="1683682" y="2283498"/>
                </a:lnTo>
                <a:lnTo>
                  <a:pt x="1684132" y="2283470"/>
                </a:lnTo>
                <a:lnTo>
                  <a:pt x="1684588" y="2283453"/>
                </a:lnTo>
                <a:lnTo>
                  <a:pt x="1685050" y="2283448"/>
                </a:lnTo>
                <a:lnTo>
                  <a:pt x="1685525" y="2283452"/>
                </a:lnTo>
                <a:lnTo>
                  <a:pt x="1685993" y="2283465"/>
                </a:lnTo>
                <a:lnTo>
                  <a:pt x="1686453" y="2283487"/>
                </a:lnTo>
                <a:lnTo>
                  <a:pt x="1686905" y="2283518"/>
                </a:lnTo>
                <a:lnTo>
                  <a:pt x="1687350" y="2283558"/>
                </a:lnTo>
                <a:lnTo>
                  <a:pt x="1687787" y="2283606"/>
                </a:lnTo>
                <a:lnTo>
                  <a:pt x="1688216" y="2283663"/>
                </a:lnTo>
                <a:lnTo>
                  <a:pt x="1688638" y="2283729"/>
                </a:lnTo>
                <a:lnTo>
                  <a:pt x="1689052" y="2283804"/>
                </a:lnTo>
                <a:lnTo>
                  <a:pt x="1689459" y="2283888"/>
                </a:lnTo>
                <a:lnTo>
                  <a:pt x="1689857" y="2283980"/>
                </a:lnTo>
                <a:lnTo>
                  <a:pt x="1690249" y="2284082"/>
                </a:lnTo>
                <a:lnTo>
                  <a:pt x="1690632" y="2284192"/>
                </a:lnTo>
                <a:lnTo>
                  <a:pt x="1691008" y="2284311"/>
                </a:lnTo>
                <a:lnTo>
                  <a:pt x="1691377" y="2284438"/>
                </a:lnTo>
                <a:lnTo>
                  <a:pt x="1691737" y="2284575"/>
                </a:lnTo>
                <a:lnTo>
                  <a:pt x="1692091" y="2284720"/>
                </a:lnTo>
                <a:lnTo>
                  <a:pt x="1692436" y="2284874"/>
                </a:lnTo>
                <a:lnTo>
                  <a:pt x="1692774" y="2285037"/>
                </a:lnTo>
                <a:lnTo>
                  <a:pt x="1693104" y="2285209"/>
                </a:lnTo>
                <a:lnTo>
                  <a:pt x="1693427" y="2285389"/>
                </a:lnTo>
                <a:lnTo>
                  <a:pt x="1693742" y="2285579"/>
                </a:lnTo>
                <a:lnTo>
                  <a:pt x="1694049" y="2285777"/>
                </a:lnTo>
                <a:lnTo>
                  <a:pt x="1694349" y="2285984"/>
                </a:lnTo>
                <a:lnTo>
                  <a:pt x="1694655" y="2286184"/>
                </a:lnTo>
                <a:lnTo>
                  <a:pt x="1694954" y="2286389"/>
                </a:lnTo>
                <a:lnTo>
                  <a:pt x="1695247" y="2286599"/>
                </a:lnTo>
                <a:lnTo>
                  <a:pt x="1695532" y="2286815"/>
                </a:lnTo>
                <a:lnTo>
                  <a:pt x="1695810" y="2287036"/>
                </a:lnTo>
                <a:lnTo>
                  <a:pt x="1696081" y="2287262"/>
                </a:lnTo>
                <a:lnTo>
                  <a:pt x="1696346" y="2287494"/>
                </a:lnTo>
                <a:lnTo>
                  <a:pt x="1696603" y="2287731"/>
                </a:lnTo>
                <a:lnTo>
                  <a:pt x="1696853" y="2287973"/>
                </a:lnTo>
                <a:lnTo>
                  <a:pt x="1697096" y="2288220"/>
                </a:lnTo>
                <a:lnTo>
                  <a:pt x="1697332" y="2288473"/>
                </a:lnTo>
                <a:lnTo>
                  <a:pt x="1697561" y="2288731"/>
                </a:lnTo>
                <a:lnTo>
                  <a:pt x="1697783" y="2288994"/>
                </a:lnTo>
                <a:lnTo>
                  <a:pt x="1697998" y="2289263"/>
                </a:lnTo>
                <a:lnTo>
                  <a:pt x="1698205" y="2289537"/>
                </a:lnTo>
                <a:lnTo>
                  <a:pt x="1698406" y="2289816"/>
                </a:lnTo>
                <a:lnTo>
                  <a:pt x="1698600" y="2290100"/>
                </a:lnTo>
                <a:lnTo>
                  <a:pt x="1698787" y="2290390"/>
                </a:lnTo>
                <a:lnTo>
                  <a:pt x="1698966" y="2290685"/>
                </a:lnTo>
                <a:lnTo>
                  <a:pt x="1699139" y="2290985"/>
                </a:lnTo>
                <a:lnTo>
                  <a:pt x="1699304" y="2291291"/>
                </a:lnTo>
                <a:lnTo>
                  <a:pt x="1699463" y="2291602"/>
                </a:lnTo>
                <a:lnTo>
                  <a:pt x="1699614" y="2291918"/>
                </a:lnTo>
                <a:lnTo>
                  <a:pt x="1699759" y="2292239"/>
                </a:lnTo>
                <a:lnTo>
                  <a:pt x="1699910" y="2292564"/>
                </a:lnTo>
                <a:lnTo>
                  <a:pt x="1700056" y="2292892"/>
                </a:lnTo>
                <a:lnTo>
                  <a:pt x="1700195" y="2293222"/>
                </a:lnTo>
                <a:lnTo>
                  <a:pt x="1700327" y="2293554"/>
                </a:lnTo>
                <a:lnTo>
                  <a:pt x="1700453" y="2293889"/>
                </a:lnTo>
                <a:lnTo>
                  <a:pt x="1700572" y="2294226"/>
                </a:lnTo>
                <a:lnTo>
                  <a:pt x="1700685" y="2294565"/>
                </a:lnTo>
                <a:lnTo>
                  <a:pt x="1700792" y="2294907"/>
                </a:lnTo>
                <a:lnTo>
                  <a:pt x="1700892" y="2295251"/>
                </a:lnTo>
                <a:lnTo>
                  <a:pt x="1700986" y="2295597"/>
                </a:lnTo>
                <a:lnTo>
                  <a:pt x="1701073" y="2295946"/>
                </a:lnTo>
                <a:lnTo>
                  <a:pt x="1701154" y="2296297"/>
                </a:lnTo>
                <a:lnTo>
                  <a:pt x="1701228" y="2296650"/>
                </a:lnTo>
                <a:lnTo>
                  <a:pt x="1701296" y="2297006"/>
                </a:lnTo>
                <a:lnTo>
                  <a:pt x="1701357" y="2297364"/>
                </a:lnTo>
                <a:lnTo>
                  <a:pt x="1701412" y="2297724"/>
                </a:lnTo>
                <a:lnTo>
                  <a:pt x="1701460" y="2298087"/>
                </a:lnTo>
                <a:lnTo>
                  <a:pt x="1701502" y="2298452"/>
                </a:lnTo>
                <a:lnTo>
                  <a:pt x="1701538" y="2298820"/>
                </a:lnTo>
                <a:lnTo>
                  <a:pt x="1701567" y="2299190"/>
                </a:lnTo>
                <a:lnTo>
                  <a:pt x="1701589" y="2299562"/>
                </a:lnTo>
                <a:lnTo>
                  <a:pt x="1701606" y="2299936"/>
                </a:lnTo>
                <a:lnTo>
                  <a:pt x="1701615" y="2300313"/>
                </a:lnTo>
                <a:lnTo>
                  <a:pt x="1701618" y="2300692"/>
                </a:lnTo>
                <a:lnTo>
                  <a:pt x="1701618" y="2304243"/>
                </a:lnTo>
                <a:lnTo>
                  <a:pt x="1715989" y="2304243"/>
                </a:lnTo>
                <a:lnTo>
                  <a:pt x="1716017" y="2304061"/>
                </a:lnTo>
                <a:lnTo>
                  <a:pt x="1716043" y="2303881"/>
                </a:lnTo>
                <a:lnTo>
                  <a:pt x="1716068" y="2303704"/>
                </a:lnTo>
                <a:lnTo>
                  <a:pt x="1716092" y="2303529"/>
                </a:lnTo>
                <a:lnTo>
                  <a:pt x="1716115" y="2303356"/>
                </a:lnTo>
                <a:lnTo>
                  <a:pt x="1716137" y="2303186"/>
                </a:lnTo>
                <a:lnTo>
                  <a:pt x="1716158" y="2303018"/>
                </a:lnTo>
                <a:lnTo>
                  <a:pt x="1716177" y="2302853"/>
                </a:lnTo>
                <a:lnTo>
                  <a:pt x="1716195" y="2302690"/>
                </a:lnTo>
                <a:lnTo>
                  <a:pt x="1716212" y="2302529"/>
                </a:lnTo>
                <a:lnTo>
                  <a:pt x="1716228" y="2302370"/>
                </a:lnTo>
                <a:lnTo>
                  <a:pt x="1716243" y="2302214"/>
                </a:lnTo>
                <a:lnTo>
                  <a:pt x="1716256" y="2302060"/>
                </a:lnTo>
                <a:lnTo>
                  <a:pt x="1716269" y="2301909"/>
                </a:lnTo>
                <a:lnTo>
                  <a:pt x="1716280" y="2301760"/>
                </a:lnTo>
                <a:lnTo>
                  <a:pt x="1716290" y="2301613"/>
                </a:lnTo>
                <a:lnTo>
                  <a:pt x="1716299" y="2301469"/>
                </a:lnTo>
                <a:lnTo>
                  <a:pt x="1716306" y="2301326"/>
                </a:lnTo>
                <a:lnTo>
                  <a:pt x="1716313" y="2301187"/>
                </a:lnTo>
                <a:lnTo>
                  <a:pt x="1716318" y="2301049"/>
                </a:lnTo>
                <a:lnTo>
                  <a:pt x="1716322" y="2300914"/>
                </a:lnTo>
                <a:lnTo>
                  <a:pt x="1716325" y="2300782"/>
                </a:lnTo>
                <a:lnTo>
                  <a:pt x="1716327" y="2300651"/>
                </a:lnTo>
                <a:lnTo>
                  <a:pt x="1716327" y="2300523"/>
                </a:lnTo>
                <a:lnTo>
                  <a:pt x="1716341" y="2300382"/>
                </a:lnTo>
                <a:lnTo>
                  <a:pt x="1716354" y="2300241"/>
                </a:lnTo>
                <a:lnTo>
                  <a:pt x="1716367" y="2300098"/>
                </a:lnTo>
                <a:lnTo>
                  <a:pt x="1716379" y="2299955"/>
                </a:lnTo>
                <a:lnTo>
                  <a:pt x="1716390" y="2299812"/>
                </a:lnTo>
                <a:lnTo>
                  <a:pt x="1716401" y="2299668"/>
                </a:lnTo>
                <a:lnTo>
                  <a:pt x="1716412" y="2299523"/>
                </a:lnTo>
                <a:lnTo>
                  <a:pt x="1716421" y="2299378"/>
                </a:lnTo>
                <a:lnTo>
                  <a:pt x="1716430" y="2299232"/>
                </a:lnTo>
                <a:lnTo>
                  <a:pt x="1716439" y="2299085"/>
                </a:lnTo>
                <a:lnTo>
                  <a:pt x="1716447" y="2298938"/>
                </a:lnTo>
                <a:lnTo>
                  <a:pt x="1716454" y="2298790"/>
                </a:lnTo>
                <a:lnTo>
                  <a:pt x="1716461" y="2298642"/>
                </a:lnTo>
                <a:lnTo>
                  <a:pt x="1716467" y="2298493"/>
                </a:lnTo>
                <a:lnTo>
                  <a:pt x="1716473" y="2298344"/>
                </a:lnTo>
                <a:lnTo>
                  <a:pt x="1716478" y="2298194"/>
                </a:lnTo>
                <a:lnTo>
                  <a:pt x="1716482" y="2298043"/>
                </a:lnTo>
                <a:lnTo>
                  <a:pt x="1716486" y="2297892"/>
                </a:lnTo>
                <a:lnTo>
                  <a:pt x="1716489" y="2297741"/>
                </a:lnTo>
                <a:lnTo>
                  <a:pt x="1716492" y="2297588"/>
                </a:lnTo>
                <a:lnTo>
                  <a:pt x="1716494" y="2297435"/>
                </a:lnTo>
                <a:lnTo>
                  <a:pt x="1716495" y="2297282"/>
                </a:lnTo>
                <a:lnTo>
                  <a:pt x="1716496" y="2297128"/>
                </a:lnTo>
                <a:lnTo>
                  <a:pt x="1716496" y="2296973"/>
                </a:lnTo>
                <a:lnTo>
                  <a:pt x="1716484" y="2296008"/>
                </a:lnTo>
                <a:lnTo>
                  <a:pt x="1716448" y="2295058"/>
                </a:lnTo>
                <a:lnTo>
                  <a:pt x="1716388" y="2294123"/>
                </a:lnTo>
                <a:lnTo>
                  <a:pt x="1716304" y="2293202"/>
                </a:lnTo>
                <a:lnTo>
                  <a:pt x="1716196" y="2292296"/>
                </a:lnTo>
                <a:lnTo>
                  <a:pt x="1716063" y="2291404"/>
                </a:lnTo>
                <a:lnTo>
                  <a:pt x="1715907" y="2290528"/>
                </a:lnTo>
                <a:lnTo>
                  <a:pt x="1715726" y="2289666"/>
                </a:lnTo>
                <a:lnTo>
                  <a:pt x="1715522" y="2288818"/>
                </a:lnTo>
                <a:lnTo>
                  <a:pt x="1715293" y="2287985"/>
                </a:lnTo>
                <a:lnTo>
                  <a:pt x="1715040" y="2287167"/>
                </a:lnTo>
                <a:lnTo>
                  <a:pt x="1714763" y="2286364"/>
                </a:lnTo>
                <a:lnTo>
                  <a:pt x="1714463" y="2285575"/>
                </a:lnTo>
                <a:lnTo>
                  <a:pt x="1714138" y="2284801"/>
                </a:lnTo>
                <a:lnTo>
                  <a:pt x="1713789" y="2284042"/>
                </a:lnTo>
                <a:lnTo>
                  <a:pt x="1713416" y="2283297"/>
                </a:lnTo>
                <a:lnTo>
                  <a:pt x="1713019" y="2282567"/>
                </a:lnTo>
                <a:lnTo>
                  <a:pt x="1712597" y="2281852"/>
                </a:lnTo>
                <a:lnTo>
                  <a:pt x="1712152" y="2281151"/>
                </a:lnTo>
                <a:lnTo>
                  <a:pt x="1711683" y="2280465"/>
                </a:lnTo>
                <a:lnTo>
                  <a:pt x="1711189" y="2279794"/>
                </a:lnTo>
                <a:lnTo>
                  <a:pt x="1710672" y="2279137"/>
                </a:lnTo>
                <a:lnTo>
                  <a:pt x="1710130" y="2278496"/>
                </a:lnTo>
                <a:lnTo>
                  <a:pt x="1709565" y="2277868"/>
                </a:lnTo>
                <a:lnTo>
                  <a:pt x="1708991" y="2277248"/>
                </a:lnTo>
                <a:lnTo>
                  <a:pt x="1708397" y="2276653"/>
                </a:lnTo>
                <a:lnTo>
                  <a:pt x="1707782" y="2276085"/>
                </a:lnTo>
                <a:lnTo>
                  <a:pt x="1707146" y="2275544"/>
                </a:lnTo>
                <a:lnTo>
                  <a:pt x="1706490" y="2275029"/>
                </a:lnTo>
                <a:lnTo>
                  <a:pt x="1705814" y="2274540"/>
                </a:lnTo>
                <a:lnTo>
                  <a:pt x="1705116" y="2274078"/>
                </a:lnTo>
                <a:lnTo>
                  <a:pt x="1704399" y="2273642"/>
                </a:lnTo>
                <a:lnTo>
                  <a:pt x="1703661" y="2273232"/>
                </a:lnTo>
                <a:lnTo>
                  <a:pt x="1702902" y="2272849"/>
                </a:lnTo>
                <a:lnTo>
                  <a:pt x="1702122" y="2272493"/>
                </a:lnTo>
                <a:lnTo>
                  <a:pt x="1701323" y="2272162"/>
                </a:lnTo>
                <a:lnTo>
                  <a:pt x="1700502" y="2271859"/>
                </a:lnTo>
                <a:lnTo>
                  <a:pt x="1699661" y="2271581"/>
                </a:lnTo>
                <a:lnTo>
                  <a:pt x="1698800" y="2271330"/>
                </a:lnTo>
                <a:lnTo>
                  <a:pt x="1697918" y="2271106"/>
                </a:lnTo>
                <a:lnTo>
                  <a:pt x="1697015" y="2270908"/>
                </a:lnTo>
                <a:lnTo>
                  <a:pt x="1696092" y="2270736"/>
                </a:lnTo>
                <a:lnTo>
                  <a:pt x="1695148" y="2270591"/>
                </a:lnTo>
                <a:lnTo>
                  <a:pt x="1694184" y="2270472"/>
                </a:lnTo>
                <a:lnTo>
                  <a:pt x="1693200" y="2270379"/>
                </a:lnTo>
                <a:lnTo>
                  <a:pt x="1692194" y="2270313"/>
                </a:lnTo>
                <a:lnTo>
                  <a:pt x="1691168" y="2270274"/>
                </a:lnTo>
                <a:lnTo>
                  <a:pt x="1690122" y="2270260"/>
                </a:lnTo>
                <a:lnTo>
                  <a:pt x="1689435" y="2270267"/>
                </a:lnTo>
                <a:lnTo>
                  <a:pt x="1688754" y="2270287"/>
                </a:lnTo>
                <a:lnTo>
                  <a:pt x="1688080" y="2270321"/>
                </a:lnTo>
                <a:lnTo>
                  <a:pt x="1687412" y="2270368"/>
                </a:lnTo>
                <a:lnTo>
                  <a:pt x="1686751" y="2270429"/>
                </a:lnTo>
                <a:lnTo>
                  <a:pt x="1686096" y="2270503"/>
                </a:lnTo>
                <a:lnTo>
                  <a:pt x="1685448" y="2270591"/>
                </a:lnTo>
                <a:lnTo>
                  <a:pt x="1684806" y="2270692"/>
                </a:lnTo>
                <a:lnTo>
                  <a:pt x="1684170" y="2270807"/>
                </a:lnTo>
                <a:lnTo>
                  <a:pt x="1683541" y="2270936"/>
                </a:lnTo>
                <a:lnTo>
                  <a:pt x="1682919" y="2271077"/>
                </a:lnTo>
                <a:lnTo>
                  <a:pt x="1682303" y="2271233"/>
                </a:lnTo>
                <a:lnTo>
                  <a:pt x="1681693" y="2271401"/>
                </a:lnTo>
                <a:lnTo>
                  <a:pt x="1681090" y="2271584"/>
                </a:lnTo>
                <a:lnTo>
                  <a:pt x="1680493" y="2271779"/>
                </a:lnTo>
                <a:lnTo>
                  <a:pt x="1679903" y="2271989"/>
                </a:lnTo>
                <a:lnTo>
                  <a:pt x="1679319" y="2272211"/>
                </a:lnTo>
                <a:lnTo>
                  <a:pt x="1678742" y="2272448"/>
                </a:lnTo>
                <a:lnTo>
                  <a:pt x="1678171" y="2272697"/>
                </a:lnTo>
                <a:lnTo>
                  <a:pt x="1677606" y="2272961"/>
                </a:lnTo>
                <a:lnTo>
                  <a:pt x="1677048" y="2273237"/>
                </a:lnTo>
                <a:lnTo>
                  <a:pt x="1676497" y="2273528"/>
                </a:lnTo>
                <a:lnTo>
                  <a:pt x="1675952" y="2273832"/>
                </a:lnTo>
                <a:lnTo>
                  <a:pt x="1675413" y="2274149"/>
                </a:lnTo>
                <a:lnTo>
                  <a:pt x="1674897" y="2274464"/>
                </a:lnTo>
                <a:lnTo>
                  <a:pt x="1674393" y="2274790"/>
                </a:lnTo>
                <a:lnTo>
                  <a:pt x="1673899" y="2275126"/>
                </a:lnTo>
                <a:lnTo>
                  <a:pt x="1673417" y="2275473"/>
                </a:lnTo>
                <a:lnTo>
                  <a:pt x="1672946" y="2275831"/>
                </a:lnTo>
                <a:lnTo>
                  <a:pt x="1672486" y="2276199"/>
                </a:lnTo>
                <a:lnTo>
                  <a:pt x="1672037" y="2276577"/>
                </a:lnTo>
                <a:lnTo>
                  <a:pt x="1671600" y="2276967"/>
                </a:lnTo>
                <a:lnTo>
                  <a:pt x="1671173" y="2277366"/>
                </a:lnTo>
                <a:lnTo>
                  <a:pt x="1670758" y="2277777"/>
                </a:lnTo>
                <a:lnTo>
                  <a:pt x="1670354" y="2278198"/>
                </a:lnTo>
                <a:lnTo>
                  <a:pt x="1669961" y="2278629"/>
                </a:lnTo>
                <a:lnTo>
                  <a:pt x="1669579" y="2279071"/>
                </a:lnTo>
                <a:lnTo>
                  <a:pt x="1669208" y="2279524"/>
                </a:lnTo>
                <a:lnTo>
                  <a:pt x="1668849" y="2279987"/>
                </a:lnTo>
                <a:lnTo>
                  <a:pt x="1668500" y="2280461"/>
                </a:lnTo>
                <a:lnTo>
                  <a:pt x="1668163" y="2280945"/>
                </a:lnTo>
                <a:lnTo>
                  <a:pt x="1667837" y="2281440"/>
                </a:lnTo>
                <a:lnTo>
                  <a:pt x="1667522" y="2281945"/>
                </a:lnTo>
                <a:lnTo>
                  <a:pt x="1667218" y="2282461"/>
                </a:lnTo>
                <a:lnTo>
                  <a:pt x="1666926" y="2282988"/>
                </a:lnTo>
                <a:lnTo>
                  <a:pt x="1666644" y="2283525"/>
                </a:lnTo>
                <a:lnTo>
                  <a:pt x="1666374" y="2284073"/>
                </a:lnTo>
                <a:lnTo>
                  <a:pt x="1666115" y="2284631"/>
                </a:lnTo>
                <a:lnTo>
                  <a:pt x="1665269" y="2271951"/>
                </a:lnTo>
                <a:lnTo>
                  <a:pt x="1629765" y="2271951"/>
                </a:lnTo>
                <a:lnTo>
                  <a:pt x="1629765" y="2285138"/>
                </a:lnTo>
                <a:lnTo>
                  <a:pt x="1651575" y="2285138"/>
                </a:lnTo>
                <a:lnTo>
                  <a:pt x="1651575" y="2345326"/>
                </a:lnTo>
                <a:lnTo>
                  <a:pt x="1628920" y="2345326"/>
                </a:lnTo>
                <a:lnTo>
                  <a:pt x="1628920" y="2358344"/>
                </a:lnTo>
                <a:lnTo>
                  <a:pt x="1651575" y="2358344"/>
                </a:lnTo>
                <a:lnTo>
                  <a:pt x="1668143" y="2358344"/>
                </a:lnTo>
                <a:lnTo>
                  <a:pt x="1706860" y="2358344"/>
                </a:lnTo>
                <a:lnTo>
                  <a:pt x="1706860" y="2345326"/>
                </a:lnTo>
                <a:lnTo>
                  <a:pt x="1668143" y="2345326"/>
                </a:lnTo>
                <a:lnTo>
                  <a:pt x="1668143" y="2305088"/>
                </a:lnTo>
                <a:lnTo>
                  <a:pt x="1668147" y="2304638"/>
                </a:lnTo>
                <a:lnTo>
                  <a:pt x="1668156" y="2304190"/>
                </a:lnTo>
                <a:lnTo>
                  <a:pt x="1668172" y="2303744"/>
                </a:lnTo>
                <a:lnTo>
                  <a:pt x="1668195" y="2303299"/>
                </a:lnTo>
                <a:lnTo>
                  <a:pt x="1668224" y="2302856"/>
                </a:lnTo>
                <a:lnTo>
                  <a:pt x="1668260" y="2302415"/>
                </a:lnTo>
                <a:lnTo>
                  <a:pt x="1668302" y="2301975"/>
                </a:lnTo>
                <a:close/>
                <a:moveTo>
                  <a:pt x="1739423" y="2358344"/>
                </a:moveTo>
                <a:lnTo>
                  <a:pt x="1770363" y="2358344"/>
                </a:lnTo>
                <a:lnTo>
                  <a:pt x="1787270" y="2358344"/>
                </a:lnTo>
                <a:lnTo>
                  <a:pt x="1816518" y="2358344"/>
                </a:lnTo>
                <a:lnTo>
                  <a:pt x="1816518" y="2345326"/>
                </a:lnTo>
                <a:lnTo>
                  <a:pt x="1787270" y="2345326"/>
                </a:lnTo>
                <a:lnTo>
                  <a:pt x="1787270" y="2271951"/>
                </a:lnTo>
                <a:lnTo>
                  <a:pt x="1739423" y="2271951"/>
                </a:lnTo>
                <a:lnTo>
                  <a:pt x="1739423" y="2285138"/>
                </a:lnTo>
                <a:lnTo>
                  <a:pt x="1770363" y="2285138"/>
                </a:lnTo>
                <a:lnTo>
                  <a:pt x="1770363" y="2345326"/>
                </a:lnTo>
                <a:lnTo>
                  <a:pt x="1739423" y="2345326"/>
                </a:lnTo>
                <a:lnTo>
                  <a:pt x="1739423" y="2358344"/>
                </a:lnTo>
                <a:close/>
                <a:moveTo>
                  <a:pt x="1534724" y="2295208"/>
                </a:moveTo>
                <a:lnTo>
                  <a:pt x="1534741" y="2295314"/>
                </a:lnTo>
                <a:lnTo>
                  <a:pt x="1534759" y="2295426"/>
                </a:lnTo>
                <a:lnTo>
                  <a:pt x="1534778" y="2295545"/>
                </a:lnTo>
                <a:lnTo>
                  <a:pt x="1534797" y="2295671"/>
                </a:lnTo>
                <a:lnTo>
                  <a:pt x="1534817" y="2295802"/>
                </a:lnTo>
                <a:lnTo>
                  <a:pt x="1534837" y="2295941"/>
                </a:lnTo>
                <a:lnTo>
                  <a:pt x="1534858" y="2296085"/>
                </a:lnTo>
                <a:lnTo>
                  <a:pt x="1534879" y="2296236"/>
                </a:lnTo>
                <a:lnTo>
                  <a:pt x="1534901" y="2296394"/>
                </a:lnTo>
                <a:lnTo>
                  <a:pt x="1534924" y="2296558"/>
                </a:lnTo>
                <a:lnTo>
                  <a:pt x="1534947" y="2296729"/>
                </a:lnTo>
                <a:lnTo>
                  <a:pt x="1534971" y="2296906"/>
                </a:lnTo>
                <a:lnTo>
                  <a:pt x="1534995" y="2297089"/>
                </a:lnTo>
                <a:lnTo>
                  <a:pt x="1535020" y="2297279"/>
                </a:lnTo>
                <a:lnTo>
                  <a:pt x="1535045" y="2297475"/>
                </a:lnTo>
                <a:lnTo>
                  <a:pt x="1535072" y="2297678"/>
                </a:lnTo>
                <a:lnTo>
                  <a:pt x="1535098" y="2297888"/>
                </a:lnTo>
                <a:lnTo>
                  <a:pt x="1535126" y="2298103"/>
                </a:lnTo>
                <a:lnTo>
                  <a:pt x="1535154" y="2298326"/>
                </a:lnTo>
                <a:lnTo>
                  <a:pt x="1550708" y="2298326"/>
                </a:lnTo>
                <a:lnTo>
                  <a:pt x="1550708" y="2296297"/>
                </a:lnTo>
                <a:lnTo>
                  <a:pt x="1550716" y="2295738"/>
                </a:lnTo>
                <a:lnTo>
                  <a:pt x="1550742" y="2295191"/>
                </a:lnTo>
                <a:lnTo>
                  <a:pt x="1550784" y="2294654"/>
                </a:lnTo>
                <a:lnTo>
                  <a:pt x="1550844" y="2294127"/>
                </a:lnTo>
                <a:lnTo>
                  <a:pt x="1550920" y="2293611"/>
                </a:lnTo>
                <a:lnTo>
                  <a:pt x="1551014" y="2293106"/>
                </a:lnTo>
                <a:lnTo>
                  <a:pt x="1551125" y="2292611"/>
                </a:lnTo>
                <a:lnTo>
                  <a:pt x="1551252" y="2292126"/>
                </a:lnTo>
                <a:lnTo>
                  <a:pt x="1551397" y="2291653"/>
                </a:lnTo>
                <a:lnTo>
                  <a:pt x="1551559" y="2291189"/>
                </a:lnTo>
                <a:lnTo>
                  <a:pt x="1551738" y="2290737"/>
                </a:lnTo>
                <a:lnTo>
                  <a:pt x="1551933" y="2290295"/>
                </a:lnTo>
                <a:lnTo>
                  <a:pt x="1552146" y="2289863"/>
                </a:lnTo>
                <a:lnTo>
                  <a:pt x="1552376" y="2289442"/>
                </a:lnTo>
                <a:lnTo>
                  <a:pt x="1552623" y="2289032"/>
                </a:lnTo>
                <a:lnTo>
                  <a:pt x="1552887" y="2288632"/>
                </a:lnTo>
                <a:lnTo>
                  <a:pt x="1553168" y="2288243"/>
                </a:lnTo>
                <a:lnTo>
                  <a:pt x="1553466" y="2287864"/>
                </a:lnTo>
                <a:lnTo>
                  <a:pt x="1553781" y="2287496"/>
                </a:lnTo>
                <a:lnTo>
                  <a:pt x="1554113" y="2287139"/>
                </a:lnTo>
                <a:lnTo>
                  <a:pt x="1554462" y="2286792"/>
                </a:lnTo>
                <a:lnTo>
                  <a:pt x="1554828" y="2286456"/>
                </a:lnTo>
                <a:lnTo>
                  <a:pt x="1555211" y="2286130"/>
                </a:lnTo>
                <a:lnTo>
                  <a:pt x="1555611" y="2285815"/>
                </a:lnTo>
                <a:lnTo>
                  <a:pt x="1556026" y="2285511"/>
                </a:lnTo>
                <a:lnTo>
                  <a:pt x="1556456" y="2285220"/>
                </a:lnTo>
                <a:lnTo>
                  <a:pt x="1556900" y="2284943"/>
                </a:lnTo>
                <a:lnTo>
                  <a:pt x="1557358" y="2284678"/>
                </a:lnTo>
                <a:lnTo>
                  <a:pt x="1557830" y="2284426"/>
                </a:lnTo>
                <a:lnTo>
                  <a:pt x="1558316" y="2284187"/>
                </a:lnTo>
                <a:lnTo>
                  <a:pt x="1558816" y="2283961"/>
                </a:lnTo>
                <a:lnTo>
                  <a:pt x="1559330" y="2283748"/>
                </a:lnTo>
                <a:lnTo>
                  <a:pt x="1559859" y="2283548"/>
                </a:lnTo>
                <a:lnTo>
                  <a:pt x="1560401" y="2283361"/>
                </a:lnTo>
                <a:lnTo>
                  <a:pt x="1560957" y="2283186"/>
                </a:lnTo>
                <a:lnTo>
                  <a:pt x="1561528" y="2283025"/>
                </a:lnTo>
                <a:lnTo>
                  <a:pt x="1562113" y="2282876"/>
                </a:lnTo>
                <a:lnTo>
                  <a:pt x="1562712" y="2282741"/>
                </a:lnTo>
                <a:lnTo>
                  <a:pt x="1563324" y="2282618"/>
                </a:lnTo>
                <a:lnTo>
                  <a:pt x="1563951" y="2282508"/>
                </a:lnTo>
                <a:lnTo>
                  <a:pt x="1564592" y="2282411"/>
                </a:lnTo>
                <a:lnTo>
                  <a:pt x="1565247" y="2282328"/>
                </a:lnTo>
                <a:lnTo>
                  <a:pt x="1565917" y="2282256"/>
                </a:lnTo>
                <a:lnTo>
                  <a:pt x="1566600" y="2282198"/>
                </a:lnTo>
                <a:lnTo>
                  <a:pt x="1567297" y="2282153"/>
                </a:lnTo>
                <a:lnTo>
                  <a:pt x="1568009" y="2282121"/>
                </a:lnTo>
                <a:lnTo>
                  <a:pt x="1568734" y="2282101"/>
                </a:lnTo>
                <a:lnTo>
                  <a:pt x="1569474" y="2282095"/>
                </a:lnTo>
                <a:lnTo>
                  <a:pt x="1570281" y="2282101"/>
                </a:lnTo>
                <a:lnTo>
                  <a:pt x="1571068" y="2282121"/>
                </a:lnTo>
                <a:lnTo>
                  <a:pt x="1571836" y="2282153"/>
                </a:lnTo>
                <a:lnTo>
                  <a:pt x="1572583" y="2282198"/>
                </a:lnTo>
                <a:lnTo>
                  <a:pt x="1573310" y="2282256"/>
                </a:lnTo>
                <a:lnTo>
                  <a:pt x="1574018" y="2282328"/>
                </a:lnTo>
                <a:lnTo>
                  <a:pt x="1574705" y="2282411"/>
                </a:lnTo>
                <a:lnTo>
                  <a:pt x="1575373" y="2282508"/>
                </a:lnTo>
                <a:lnTo>
                  <a:pt x="1576020" y="2282618"/>
                </a:lnTo>
                <a:lnTo>
                  <a:pt x="1576648" y="2282741"/>
                </a:lnTo>
                <a:lnTo>
                  <a:pt x="1577255" y="2282876"/>
                </a:lnTo>
                <a:lnTo>
                  <a:pt x="1577843" y="2283025"/>
                </a:lnTo>
                <a:lnTo>
                  <a:pt x="1578411" y="2283186"/>
                </a:lnTo>
                <a:lnTo>
                  <a:pt x="1578958" y="2283361"/>
                </a:lnTo>
                <a:lnTo>
                  <a:pt x="1579486" y="2283548"/>
                </a:lnTo>
                <a:lnTo>
                  <a:pt x="1579994" y="2283748"/>
                </a:lnTo>
                <a:lnTo>
                  <a:pt x="1580482" y="2283961"/>
                </a:lnTo>
                <a:lnTo>
                  <a:pt x="1580950" y="2284187"/>
                </a:lnTo>
                <a:lnTo>
                  <a:pt x="1581397" y="2284426"/>
                </a:lnTo>
                <a:lnTo>
                  <a:pt x="1581825" y="2284678"/>
                </a:lnTo>
                <a:lnTo>
                  <a:pt x="1582233" y="2284943"/>
                </a:lnTo>
                <a:lnTo>
                  <a:pt x="1582621" y="2285220"/>
                </a:lnTo>
                <a:lnTo>
                  <a:pt x="1582990" y="2285511"/>
                </a:lnTo>
                <a:lnTo>
                  <a:pt x="1583338" y="2285815"/>
                </a:lnTo>
                <a:lnTo>
                  <a:pt x="1583683" y="2286132"/>
                </a:lnTo>
                <a:lnTo>
                  <a:pt x="1584013" y="2286465"/>
                </a:lnTo>
                <a:lnTo>
                  <a:pt x="1584328" y="2286813"/>
                </a:lnTo>
                <a:lnTo>
                  <a:pt x="1584629" y="2287176"/>
                </a:lnTo>
                <a:lnTo>
                  <a:pt x="1584915" y="2287555"/>
                </a:lnTo>
                <a:lnTo>
                  <a:pt x="1585187" y="2287949"/>
                </a:lnTo>
                <a:lnTo>
                  <a:pt x="1585444" y="2288358"/>
                </a:lnTo>
                <a:lnTo>
                  <a:pt x="1585686" y="2288783"/>
                </a:lnTo>
                <a:lnTo>
                  <a:pt x="1585913" y="2289222"/>
                </a:lnTo>
                <a:lnTo>
                  <a:pt x="1586126" y="2289677"/>
                </a:lnTo>
                <a:lnTo>
                  <a:pt x="1586324" y="2290147"/>
                </a:lnTo>
                <a:lnTo>
                  <a:pt x="1586508" y="2290633"/>
                </a:lnTo>
                <a:lnTo>
                  <a:pt x="1586676" y="2291134"/>
                </a:lnTo>
                <a:lnTo>
                  <a:pt x="1586830" y="2291650"/>
                </a:lnTo>
                <a:lnTo>
                  <a:pt x="1586970" y="2292181"/>
                </a:lnTo>
                <a:lnTo>
                  <a:pt x="1587095" y="2292727"/>
                </a:lnTo>
                <a:lnTo>
                  <a:pt x="1587205" y="2293289"/>
                </a:lnTo>
                <a:lnTo>
                  <a:pt x="1587300" y="2293866"/>
                </a:lnTo>
                <a:lnTo>
                  <a:pt x="1587381" y="2294459"/>
                </a:lnTo>
                <a:lnTo>
                  <a:pt x="1587447" y="2295066"/>
                </a:lnTo>
                <a:lnTo>
                  <a:pt x="1587498" y="2295689"/>
                </a:lnTo>
                <a:lnTo>
                  <a:pt x="1587535" y="2296327"/>
                </a:lnTo>
                <a:lnTo>
                  <a:pt x="1587557" y="2296980"/>
                </a:lnTo>
                <a:lnTo>
                  <a:pt x="1587564" y="2297649"/>
                </a:lnTo>
                <a:lnTo>
                  <a:pt x="1587564" y="2307117"/>
                </a:lnTo>
                <a:lnTo>
                  <a:pt x="1585901" y="2307122"/>
                </a:lnTo>
                <a:lnTo>
                  <a:pt x="1584265" y="2307137"/>
                </a:lnTo>
                <a:lnTo>
                  <a:pt x="1582656" y="2307162"/>
                </a:lnTo>
                <a:lnTo>
                  <a:pt x="1581074" y="2307197"/>
                </a:lnTo>
                <a:lnTo>
                  <a:pt x="1579519" y="2307242"/>
                </a:lnTo>
                <a:lnTo>
                  <a:pt x="1577991" y="2307297"/>
                </a:lnTo>
                <a:lnTo>
                  <a:pt x="1576490" y="2307362"/>
                </a:lnTo>
                <a:lnTo>
                  <a:pt x="1575016" y="2307436"/>
                </a:lnTo>
                <a:lnTo>
                  <a:pt x="1573569" y="2307521"/>
                </a:lnTo>
                <a:lnTo>
                  <a:pt x="1572149" y="2307616"/>
                </a:lnTo>
                <a:lnTo>
                  <a:pt x="1570756" y="2307721"/>
                </a:lnTo>
                <a:lnTo>
                  <a:pt x="1569390" y="2307836"/>
                </a:lnTo>
                <a:lnTo>
                  <a:pt x="1568051" y="2307960"/>
                </a:lnTo>
                <a:lnTo>
                  <a:pt x="1566738" y="2308095"/>
                </a:lnTo>
                <a:lnTo>
                  <a:pt x="1565453" y="2308240"/>
                </a:lnTo>
                <a:lnTo>
                  <a:pt x="1564195" y="2308394"/>
                </a:lnTo>
                <a:lnTo>
                  <a:pt x="1562964" y="2308559"/>
                </a:lnTo>
                <a:lnTo>
                  <a:pt x="1561760" y="2308734"/>
                </a:lnTo>
                <a:lnTo>
                  <a:pt x="1560583" y="2308918"/>
                </a:lnTo>
                <a:lnTo>
                  <a:pt x="1559433" y="2309113"/>
                </a:lnTo>
                <a:lnTo>
                  <a:pt x="1558310" y="2309318"/>
                </a:lnTo>
                <a:lnTo>
                  <a:pt x="1557214" y="2309532"/>
                </a:lnTo>
                <a:lnTo>
                  <a:pt x="1556145" y="2309757"/>
                </a:lnTo>
                <a:lnTo>
                  <a:pt x="1555103" y="2309991"/>
                </a:lnTo>
                <a:lnTo>
                  <a:pt x="1554100" y="2310237"/>
                </a:lnTo>
                <a:lnTo>
                  <a:pt x="1553120" y="2310494"/>
                </a:lnTo>
                <a:lnTo>
                  <a:pt x="1552163" y="2310763"/>
                </a:lnTo>
                <a:lnTo>
                  <a:pt x="1551229" y="2311043"/>
                </a:lnTo>
                <a:lnTo>
                  <a:pt x="1550318" y="2311336"/>
                </a:lnTo>
                <a:lnTo>
                  <a:pt x="1549429" y="2311640"/>
                </a:lnTo>
                <a:lnTo>
                  <a:pt x="1548563" y="2311955"/>
                </a:lnTo>
                <a:lnTo>
                  <a:pt x="1547721" y="2312283"/>
                </a:lnTo>
                <a:lnTo>
                  <a:pt x="1546901" y="2312622"/>
                </a:lnTo>
                <a:lnTo>
                  <a:pt x="1546104" y="2312973"/>
                </a:lnTo>
                <a:lnTo>
                  <a:pt x="1545330" y="2313336"/>
                </a:lnTo>
                <a:lnTo>
                  <a:pt x="1544579" y="2313711"/>
                </a:lnTo>
                <a:lnTo>
                  <a:pt x="1543851" y="2314097"/>
                </a:lnTo>
                <a:lnTo>
                  <a:pt x="1543145" y="2314495"/>
                </a:lnTo>
                <a:lnTo>
                  <a:pt x="1542463" y="2314905"/>
                </a:lnTo>
                <a:lnTo>
                  <a:pt x="1541803" y="2315326"/>
                </a:lnTo>
                <a:lnTo>
                  <a:pt x="1541167" y="2315759"/>
                </a:lnTo>
                <a:lnTo>
                  <a:pt x="1540553" y="2316204"/>
                </a:lnTo>
                <a:lnTo>
                  <a:pt x="1539962" y="2316661"/>
                </a:lnTo>
                <a:lnTo>
                  <a:pt x="1539394" y="2317130"/>
                </a:lnTo>
                <a:lnTo>
                  <a:pt x="1538849" y="2317610"/>
                </a:lnTo>
                <a:lnTo>
                  <a:pt x="1538327" y="2318102"/>
                </a:lnTo>
                <a:lnTo>
                  <a:pt x="1537828" y="2318605"/>
                </a:lnTo>
                <a:lnTo>
                  <a:pt x="1537351" y="2319121"/>
                </a:lnTo>
                <a:lnTo>
                  <a:pt x="1536910" y="2319635"/>
                </a:lnTo>
                <a:lnTo>
                  <a:pt x="1536487" y="2320163"/>
                </a:lnTo>
                <a:lnTo>
                  <a:pt x="1536083" y="2320706"/>
                </a:lnTo>
                <a:lnTo>
                  <a:pt x="1535698" y="2321262"/>
                </a:lnTo>
                <a:lnTo>
                  <a:pt x="1535332" y="2321833"/>
                </a:lnTo>
                <a:lnTo>
                  <a:pt x="1534984" y="2322418"/>
                </a:lnTo>
                <a:lnTo>
                  <a:pt x="1534656" y="2323016"/>
                </a:lnTo>
                <a:lnTo>
                  <a:pt x="1534346" y="2323629"/>
                </a:lnTo>
                <a:lnTo>
                  <a:pt x="1534055" y="2324256"/>
                </a:lnTo>
                <a:lnTo>
                  <a:pt x="1533782" y="2324897"/>
                </a:lnTo>
                <a:lnTo>
                  <a:pt x="1533529" y="2325552"/>
                </a:lnTo>
                <a:lnTo>
                  <a:pt x="1533294" y="2326222"/>
                </a:lnTo>
                <a:lnTo>
                  <a:pt x="1533078" y="2326905"/>
                </a:lnTo>
                <a:lnTo>
                  <a:pt x="1532881" y="2327602"/>
                </a:lnTo>
                <a:lnTo>
                  <a:pt x="1532702" y="2328314"/>
                </a:lnTo>
                <a:lnTo>
                  <a:pt x="1532542" y="2329039"/>
                </a:lnTo>
                <a:lnTo>
                  <a:pt x="1532401" y="2329779"/>
                </a:lnTo>
                <a:lnTo>
                  <a:pt x="1532279" y="2330533"/>
                </a:lnTo>
                <a:lnTo>
                  <a:pt x="1532176" y="2331301"/>
                </a:lnTo>
                <a:lnTo>
                  <a:pt x="1532092" y="2332083"/>
                </a:lnTo>
                <a:lnTo>
                  <a:pt x="1532026" y="2332879"/>
                </a:lnTo>
                <a:lnTo>
                  <a:pt x="1531979" y="2333689"/>
                </a:lnTo>
                <a:lnTo>
                  <a:pt x="1531951" y="2334513"/>
                </a:lnTo>
                <a:lnTo>
                  <a:pt x="1531941" y="2335351"/>
                </a:lnTo>
                <a:lnTo>
                  <a:pt x="1531954" y="2336355"/>
                </a:lnTo>
                <a:lnTo>
                  <a:pt x="1531991" y="2337339"/>
                </a:lnTo>
                <a:lnTo>
                  <a:pt x="1532052" y="2338302"/>
                </a:lnTo>
                <a:lnTo>
                  <a:pt x="1532138" y="2339244"/>
                </a:lnTo>
                <a:lnTo>
                  <a:pt x="1532249" y="2340166"/>
                </a:lnTo>
                <a:lnTo>
                  <a:pt x="1532385" y="2341068"/>
                </a:lnTo>
                <a:lnTo>
                  <a:pt x="1532545" y="2341949"/>
                </a:lnTo>
                <a:lnTo>
                  <a:pt x="1532730" y="2342809"/>
                </a:lnTo>
                <a:lnTo>
                  <a:pt x="1532940" y="2343649"/>
                </a:lnTo>
                <a:lnTo>
                  <a:pt x="1533174" y="2344468"/>
                </a:lnTo>
                <a:lnTo>
                  <a:pt x="1533433" y="2345267"/>
                </a:lnTo>
                <a:lnTo>
                  <a:pt x="1533716" y="2346045"/>
                </a:lnTo>
                <a:lnTo>
                  <a:pt x="1534025" y="2346802"/>
                </a:lnTo>
                <a:lnTo>
                  <a:pt x="1534358" y="2347539"/>
                </a:lnTo>
                <a:lnTo>
                  <a:pt x="1534715" y="2348256"/>
                </a:lnTo>
                <a:lnTo>
                  <a:pt x="1535097" y="2348952"/>
                </a:lnTo>
                <a:lnTo>
                  <a:pt x="1535504" y="2349627"/>
                </a:lnTo>
                <a:lnTo>
                  <a:pt x="1535936" y="2350282"/>
                </a:lnTo>
                <a:lnTo>
                  <a:pt x="1536392" y="2350916"/>
                </a:lnTo>
                <a:lnTo>
                  <a:pt x="1536872" y="2351530"/>
                </a:lnTo>
                <a:lnTo>
                  <a:pt x="1537378" y="2352123"/>
                </a:lnTo>
                <a:lnTo>
                  <a:pt x="1537908" y="2352696"/>
                </a:lnTo>
                <a:lnTo>
                  <a:pt x="1538463" y="2353248"/>
                </a:lnTo>
                <a:lnTo>
                  <a:pt x="1539042" y="2353780"/>
                </a:lnTo>
                <a:lnTo>
                  <a:pt x="1539659" y="2354290"/>
                </a:lnTo>
                <a:lnTo>
                  <a:pt x="1540296" y="2354779"/>
                </a:lnTo>
                <a:lnTo>
                  <a:pt x="1540955" y="2355246"/>
                </a:lnTo>
                <a:lnTo>
                  <a:pt x="1541635" y="2355691"/>
                </a:lnTo>
                <a:lnTo>
                  <a:pt x="1542335" y="2356114"/>
                </a:lnTo>
                <a:lnTo>
                  <a:pt x="1543057" y="2356516"/>
                </a:lnTo>
                <a:lnTo>
                  <a:pt x="1543801" y="2356896"/>
                </a:lnTo>
                <a:lnTo>
                  <a:pt x="1544565" y="2357255"/>
                </a:lnTo>
                <a:lnTo>
                  <a:pt x="1545350" y="2357591"/>
                </a:lnTo>
                <a:lnTo>
                  <a:pt x="1546157" y="2357906"/>
                </a:lnTo>
                <a:lnTo>
                  <a:pt x="1546985" y="2358200"/>
                </a:lnTo>
                <a:lnTo>
                  <a:pt x="1547834" y="2358471"/>
                </a:lnTo>
                <a:lnTo>
                  <a:pt x="1548704" y="2358721"/>
                </a:lnTo>
                <a:lnTo>
                  <a:pt x="1549595" y="2358949"/>
                </a:lnTo>
                <a:lnTo>
                  <a:pt x="1550507" y="2359155"/>
                </a:lnTo>
                <a:lnTo>
                  <a:pt x="1551440" y="2359340"/>
                </a:lnTo>
                <a:lnTo>
                  <a:pt x="1552395" y="2359503"/>
                </a:lnTo>
                <a:lnTo>
                  <a:pt x="1553371" y="2359644"/>
                </a:lnTo>
                <a:lnTo>
                  <a:pt x="1554367" y="2359764"/>
                </a:lnTo>
                <a:lnTo>
                  <a:pt x="1555385" y="2359861"/>
                </a:lnTo>
                <a:lnTo>
                  <a:pt x="1556424" y="2359937"/>
                </a:lnTo>
                <a:lnTo>
                  <a:pt x="1557484" y="2359992"/>
                </a:lnTo>
                <a:lnTo>
                  <a:pt x="1558566" y="2360024"/>
                </a:lnTo>
                <a:lnTo>
                  <a:pt x="1559668" y="2360035"/>
                </a:lnTo>
                <a:lnTo>
                  <a:pt x="1560175" y="2360033"/>
                </a:lnTo>
                <a:lnTo>
                  <a:pt x="1560679" y="2360026"/>
                </a:lnTo>
                <a:lnTo>
                  <a:pt x="1561182" y="2360014"/>
                </a:lnTo>
                <a:lnTo>
                  <a:pt x="1561683" y="2359997"/>
                </a:lnTo>
                <a:lnTo>
                  <a:pt x="1562182" y="2359976"/>
                </a:lnTo>
                <a:lnTo>
                  <a:pt x="1562680" y="2359950"/>
                </a:lnTo>
                <a:lnTo>
                  <a:pt x="1563176" y="2359920"/>
                </a:lnTo>
                <a:lnTo>
                  <a:pt x="1563670" y="2359885"/>
                </a:lnTo>
                <a:lnTo>
                  <a:pt x="1564162" y="2359845"/>
                </a:lnTo>
                <a:lnTo>
                  <a:pt x="1564652" y="2359800"/>
                </a:lnTo>
                <a:lnTo>
                  <a:pt x="1565141" y="2359751"/>
                </a:lnTo>
                <a:lnTo>
                  <a:pt x="1565628" y="2359697"/>
                </a:lnTo>
                <a:lnTo>
                  <a:pt x="1566113" y="2359638"/>
                </a:lnTo>
                <a:lnTo>
                  <a:pt x="1566596" y="2359575"/>
                </a:lnTo>
                <a:lnTo>
                  <a:pt x="1567078" y="2359507"/>
                </a:lnTo>
                <a:lnTo>
                  <a:pt x="1567558" y="2359434"/>
                </a:lnTo>
                <a:lnTo>
                  <a:pt x="1568036" y="2359356"/>
                </a:lnTo>
                <a:lnTo>
                  <a:pt x="1568513" y="2359274"/>
                </a:lnTo>
                <a:lnTo>
                  <a:pt x="1568987" y="2359187"/>
                </a:lnTo>
                <a:lnTo>
                  <a:pt x="1569460" y="2359096"/>
                </a:lnTo>
                <a:lnTo>
                  <a:pt x="1569931" y="2358999"/>
                </a:lnTo>
                <a:lnTo>
                  <a:pt x="1570400" y="2358898"/>
                </a:lnTo>
                <a:lnTo>
                  <a:pt x="1570868" y="2358793"/>
                </a:lnTo>
                <a:lnTo>
                  <a:pt x="1571334" y="2358682"/>
                </a:lnTo>
                <a:lnTo>
                  <a:pt x="1571797" y="2358581"/>
                </a:lnTo>
                <a:lnTo>
                  <a:pt x="1572257" y="2358472"/>
                </a:lnTo>
                <a:lnTo>
                  <a:pt x="1572713" y="2358358"/>
                </a:lnTo>
                <a:lnTo>
                  <a:pt x="1573165" y="2358236"/>
                </a:lnTo>
                <a:lnTo>
                  <a:pt x="1573615" y="2358109"/>
                </a:lnTo>
                <a:lnTo>
                  <a:pt x="1574060" y="2357974"/>
                </a:lnTo>
                <a:lnTo>
                  <a:pt x="1574502" y="2357834"/>
                </a:lnTo>
                <a:lnTo>
                  <a:pt x="1574941" y="2357687"/>
                </a:lnTo>
                <a:lnTo>
                  <a:pt x="1575376" y="2357533"/>
                </a:lnTo>
                <a:lnTo>
                  <a:pt x="1575807" y="2357373"/>
                </a:lnTo>
                <a:lnTo>
                  <a:pt x="1576235" y="2357207"/>
                </a:lnTo>
                <a:lnTo>
                  <a:pt x="1576659" y="2357034"/>
                </a:lnTo>
                <a:lnTo>
                  <a:pt x="1577080" y="2356855"/>
                </a:lnTo>
                <a:lnTo>
                  <a:pt x="1577498" y="2356669"/>
                </a:lnTo>
                <a:lnTo>
                  <a:pt x="1577912" y="2356477"/>
                </a:lnTo>
                <a:lnTo>
                  <a:pt x="1578322" y="2356278"/>
                </a:lnTo>
                <a:lnTo>
                  <a:pt x="1578729" y="2356073"/>
                </a:lnTo>
                <a:lnTo>
                  <a:pt x="1579132" y="2355861"/>
                </a:lnTo>
                <a:lnTo>
                  <a:pt x="1579532" y="2355643"/>
                </a:lnTo>
                <a:lnTo>
                  <a:pt x="1579928" y="2355418"/>
                </a:lnTo>
                <a:lnTo>
                  <a:pt x="1580321" y="2355187"/>
                </a:lnTo>
                <a:lnTo>
                  <a:pt x="1580710" y="2354950"/>
                </a:lnTo>
                <a:lnTo>
                  <a:pt x="1581096" y="2354706"/>
                </a:lnTo>
                <a:lnTo>
                  <a:pt x="1581478" y="2354456"/>
                </a:lnTo>
                <a:lnTo>
                  <a:pt x="1581855" y="2354184"/>
                </a:lnTo>
                <a:lnTo>
                  <a:pt x="1582227" y="2353906"/>
                </a:lnTo>
                <a:lnTo>
                  <a:pt x="1582593" y="2353621"/>
                </a:lnTo>
                <a:lnTo>
                  <a:pt x="1582953" y="2353329"/>
                </a:lnTo>
                <a:lnTo>
                  <a:pt x="1583307" y="2353029"/>
                </a:lnTo>
                <a:lnTo>
                  <a:pt x="1583655" y="2352723"/>
                </a:lnTo>
                <a:lnTo>
                  <a:pt x="1583997" y="2352409"/>
                </a:lnTo>
                <a:lnTo>
                  <a:pt x="1584333" y="2352089"/>
                </a:lnTo>
                <a:lnTo>
                  <a:pt x="1584664" y="2351761"/>
                </a:lnTo>
                <a:lnTo>
                  <a:pt x="1584988" y="2351427"/>
                </a:lnTo>
                <a:lnTo>
                  <a:pt x="1585307" y="2351085"/>
                </a:lnTo>
                <a:lnTo>
                  <a:pt x="1585620" y="2350736"/>
                </a:lnTo>
                <a:lnTo>
                  <a:pt x="1585927" y="2350381"/>
                </a:lnTo>
                <a:lnTo>
                  <a:pt x="1586228" y="2350018"/>
                </a:lnTo>
                <a:lnTo>
                  <a:pt x="1586523" y="2349648"/>
                </a:lnTo>
                <a:lnTo>
                  <a:pt x="1586813" y="2349271"/>
                </a:lnTo>
                <a:lnTo>
                  <a:pt x="1587096" y="2348887"/>
                </a:lnTo>
                <a:lnTo>
                  <a:pt x="1587374" y="2348496"/>
                </a:lnTo>
                <a:lnTo>
                  <a:pt x="1587646" y="2348098"/>
                </a:lnTo>
                <a:lnTo>
                  <a:pt x="1587912" y="2347693"/>
                </a:lnTo>
                <a:lnTo>
                  <a:pt x="1588172" y="2347281"/>
                </a:lnTo>
                <a:lnTo>
                  <a:pt x="1588426" y="2346862"/>
                </a:lnTo>
                <a:lnTo>
                  <a:pt x="1588674" y="2346436"/>
                </a:lnTo>
                <a:lnTo>
                  <a:pt x="1588917" y="2346002"/>
                </a:lnTo>
                <a:lnTo>
                  <a:pt x="1588961" y="2346449"/>
                </a:lnTo>
                <a:lnTo>
                  <a:pt x="1589008" y="2346888"/>
                </a:lnTo>
                <a:lnTo>
                  <a:pt x="1589059" y="2347318"/>
                </a:lnTo>
                <a:lnTo>
                  <a:pt x="1589114" y="2347740"/>
                </a:lnTo>
                <a:lnTo>
                  <a:pt x="1589172" y="2348154"/>
                </a:lnTo>
                <a:lnTo>
                  <a:pt x="1589234" y="2348560"/>
                </a:lnTo>
                <a:lnTo>
                  <a:pt x="1589299" y="2348957"/>
                </a:lnTo>
                <a:lnTo>
                  <a:pt x="1589368" y="2349346"/>
                </a:lnTo>
                <a:lnTo>
                  <a:pt x="1589440" y="2349727"/>
                </a:lnTo>
                <a:lnTo>
                  <a:pt x="1589516" y="2350100"/>
                </a:lnTo>
                <a:lnTo>
                  <a:pt x="1589595" y="2350465"/>
                </a:lnTo>
                <a:lnTo>
                  <a:pt x="1589678" y="2350821"/>
                </a:lnTo>
                <a:lnTo>
                  <a:pt x="1589764" y="2351169"/>
                </a:lnTo>
                <a:lnTo>
                  <a:pt x="1589854" y="2351509"/>
                </a:lnTo>
                <a:lnTo>
                  <a:pt x="1589947" y="2351840"/>
                </a:lnTo>
                <a:lnTo>
                  <a:pt x="1590044" y="2352164"/>
                </a:lnTo>
                <a:lnTo>
                  <a:pt x="1590144" y="2352479"/>
                </a:lnTo>
                <a:lnTo>
                  <a:pt x="1590248" y="2352786"/>
                </a:lnTo>
                <a:lnTo>
                  <a:pt x="1590356" y="2353085"/>
                </a:lnTo>
                <a:lnTo>
                  <a:pt x="1590467" y="2353376"/>
                </a:lnTo>
                <a:lnTo>
                  <a:pt x="1590581" y="2353658"/>
                </a:lnTo>
                <a:lnTo>
                  <a:pt x="1590699" y="2353932"/>
                </a:lnTo>
                <a:lnTo>
                  <a:pt x="1590820" y="2354198"/>
                </a:lnTo>
                <a:lnTo>
                  <a:pt x="1590945" y="2354456"/>
                </a:lnTo>
                <a:lnTo>
                  <a:pt x="1591075" y="2354706"/>
                </a:lnTo>
                <a:lnTo>
                  <a:pt x="1591211" y="2354950"/>
                </a:lnTo>
                <a:lnTo>
                  <a:pt x="1591352" y="2355187"/>
                </a:lnTo>
                <a:lnTo>
                  <a:pt x="1591500" y="2355418"/>
                </a:lnTo>
                <a:lnTo>
                  <a:pt x="1591653" y="2355643"/>
                </a:lnTo>
                <a:lnTo>
                  <a:pt x="1591812" y="2355861"/>
                </a:lnTo>
                <a:lnTo>
                  <a:pt x="1591977" y="2356073"/>
                </a:lnTo>
                <a:lnTo>
                  <a:pt x="1592148" y="2356278"/>
                </a:lnTo>
                <a:lnTo>
                  <a:pt x="1592325" y="2356477"/>
                </a:lnTo>
                <a:lnTo>
                  <a:pt x="1592507" y="2356669"/>
                </a:lnTo>
                <a:lnTo>
                  <a:pt x="1592696" y="2356855"/>
                </a:lnTo>
                <a:lnTo>
                  <a:pt x="1592890" y="2357034"/>
                </a:lnTo>
                <a:lnTo>
                  <a:pt x="1593090" y="2357207"/>
                </a:lnTo>
                <a:lnTo>
                  <a:pt x="1593296" y="2357373"/>
                </a:lnTo>
                <a:lnTo>
                  <a:pt x="1593508" y="2357533"/>
                </a:lnTo>
                <a:lnTo>
                  <a:pt x="1593726" y="2357687"/>
                </a:lnTo>
                <a:lnTo>
                  <a:pt x="1593950" y="2357834"/>
                </a:lnTo>
                <a:lnTo>
                  <a:pt x="1594179" y="2357974"/>
                </a:lnTo>
                <a:lnTo>
                  <a:pt x="1594415" y="2358109"/>
                </a:lnTo>
                <a:lnTo>
                  <a:pt x="1594656" y="2358236"/>
                </a:lnTo>
                <a:lnTo>
                  <a:pt x="1594903" y="2358358"/>
                </a:lnTo>
                <a:lnTo>
                  <a:pt x="1595156" y="2358472"/>
                </a:lnTo>
                <a:lnTo>
                  <a:pt x="1595415" y="2358581"/>
                </a:lnTo>
                <a:lnTo>
                  <a:pt x="1595680" y="2358682"/>
                </a:lnTo>
                <a:lnTo>
                  <a:pt x="1595950" y="2358793"/>
                </a:lnTo>
                <a:lnTo>
                  <a:pt x="1596228" y="2358898"/>
                </a:lnTo>
                <a:lnTo>
                  <a:pt x="1596512" y="2358999"/>
                </a:lnTo>
                <a:lnTo>
                  <a:pt x="1596802" y="2359096"/>
                </a:lnTo>
                <a:lnTo>
                  <a:pt x="1597099" y="2359187"/>
                </a:lnTo>
                <a:lnTo>
                  <a:pt x="1597402" y="2359274"/>
                </a:lnTo>
                <a:lnTo>
                  <a:pt x="1597712" y="2359356"/>
                </a:lnTo>
                <a:lnTo>
                  <a:pt x="1598028" y="2359434"/>
                </a:lnTo>
                <a:lnTo>
                  <a:pt x="1598350" y="2359507"/>
                </a:lnTo>
                <a:lnTo>
                  <a:pt x="1598679" y="2359575"/>
                </a:lnTo>
                <a:lnTo>
                  <a:pt x="1599015" y="2359638"/>
                </a:lnTo>
                <a:lnTo>
                  <a:pt x="1599357" y="2359697"/>
                </a:lnTo>
                <a:lnTo>
                  <a:pt x="1599705" y="2359751"/>
                </a:lnTo>
                <a:lnTo>
                  <a:pt x="1600060" y="2359800"/>
                </a:lnTo>
                <a:lnTo>
                  <a:pt x="1600421" y="2359845"/>
                </a:lnTo>
                <a:lnTo>
                  <a:pt x="1600789" y="2359885"/>
                </a:lnTo>
                <a:lnTo>
                  <a:pt x="1601163" y="2359920"/>
                </a:lnTo>
                <a:lnTo>
                  <a:pt x="1601544" y="2359950"/>
                </a:lnTo>
                <a:lnTo>
                  <a:pt x="1601931" y="2359976"/>
                </a:lnTo>
                <a:lnTo>
                  <a:pt x="1602325" y="2359997"/>
                </a:lnTo>
                <a:lnTo>
                  <a:pt x="1602725" y="2360014"/>
                </a:lnTo>
                <a:lnTo>
                  <a:pt x="1603131" y="2360026"/>
                </a:lnTo>
                <a:lnTo>
                  <a:pt x="1603544" y="2360033"/>
                </a:lnTo>
                <a:lnTo>
                  <a:pt x="1603964" y="2360035"/>
                </a:lnTo>
                <a:lnTo>
                  <a:pt x="1604259" y="2360034"/>
                </a:lnTo>
                <a:lnTo>
                  <a:pt x="1604553" y="2360029"/>
                </a:lnTo>
                <a:lnTo>
                  <a:pt x="1604846" y="2360022"/>
                </a:lnTo>
                <a:lnTo>
                  <a:pt x="1605138" y="2360012"/>
                </a:lnTo>
                <a:lnTo>
                  <a:pt x="1605428" y="2359998"/>
                </a:lnTo>
                <a:lnTo>
                  <a:pt x="1605718" y="2359982"/>
                </a:lnTo>
                <a:lnTo>
                  <a:pt x="1606006" y="2359963"/>
                </a:lnTo>
                <a:lnTo>
                  <a:pt x="1606293" y="2359941"/>
                </a:lnTo>
                <a:lnTo>
                  <a:pt x="1606579" y="2359916"/>
                </a:lnTo>
                <a:lnTo>
                  <a:pt x="1606864" y="2359888"/>
                </a:lnTo>
                <a:lnTo>
                  <a:pt x="1607147" y="2359857"/>
                </a:lnTo>
                <a:lnTo>
                  <a:pt x="1607430" y="2359824"/>
                </a:lnTo>
                <a:lnTo>
                  <a:pt x="1607711" y="2359787"/>
                </a:lnTo>
                <a:lnTo>
                  <a:pt x="1607991" y="2359747"/>
                </a:lnTo>
                <a:lnTo>
                  <a:pt x="1608270" y="2359705"/>
                </a:lnTo>
                <a:lnTo>
                  <a:pt x="1608547" y="2359659"/>
                </a:lnTo>
                <a:lnTo>
                  <a:pt x="1608824" y="2359611"/>
                </a:lnTo>
                <a:lnTo>
                  <a:pt x="1609099" y="2359559"/>
                </a:lnTo>
                <a:lnTo>
                  <a:pt x="1609373" y="2359505"/>
                </a:lnTo>
                <a:lnTo>
                  <a:pt x="1609646" y="2359448"/>
                </a:lnTo>
                <a:lnTo>
                  <a:pt x="1609918" y="2359388"/>
                </a:lnTo>
                <a:lnTo>
                  <a:pt x="1610189" y="2359325"/>
                </a:lnTo>
                <a:lnTo>
                  <a:pt x="1610458" y="2359259"/>
                </a:lnTo>
                <a:lnTo>
                  <a:pt x="1610727" y="2359190"/>
                </a:lnTo>
                <a:lnTo>
                  <a:pt x="1610993" y="2359118"/>
                </a:lnTo>
                <a:lnTo>
                  <a:pt x="1611255" y="2359044"/>
                </a:lnTo>
                <a:lnTo>
                  <a:pt x="1611514" y="2358968"/>
                </a:lnTo>
                <a:lnTo>
                  <a:pt x="1611769" y="2358889"/>
                </a:lnTo>
                <a:lnTo>
                  <a:pt x="1612021" y="2358808"/>
                </a:lnTo>
                <a:lnTo>
                  <a:pt x="1612269" y="2358725"/>
                </a:lnTo>
                <a:lnTo>
                  <a:pt x="1612514" y="2358639"/>
                </a:lnTo>
                <a:lnTo>
                  <a:pt x="1612755" y="2358551"/>
                </a:lnTo>
                <a:lnTo>
                  <a:pt x="1612993" y="2358461"/>
                </a:lnTo>
                <a:lnTo>
                  <a:pt x="1613227" y="2358368"/>
                </a:lnTo>
                <a:lnTo>
                  <a:pt x="1613458" y="2358273"/>
                </a:lnTo>
                <a:lnTo>
                  <a:pt x="1613685" y="2358175"/>
                </a:lnTo>
                <a:lnTo>
                  <a:pt x="1613909" y="2358075"/>
                </a:lnTo>
                <a:lnTo>
                  <a:pt x="1614129" y="2357973"/>
                </a:lnTo>
                <a:lnTo>
                  <a:pt x="1614346" y="2357869"/>
                </a:lnTo>
                <a:lnTo>
                  <a:pt x="1614559" y="2357762"/>
                </a:lnTo>
                <a:lnTo>
                  <a:pt x="1614768" y="2357653"/>
                </a:lnTo>
                <a:lnTo>
                  <a:pt x="1614974" y="2357541"/>
                </a:lnTo>
                <a:lnTo>
                  <a:pt x="1615177" y="2357427"/>
                </a:lnTo>
                <a:lnTo>
                  <a:pt x="1615376" y="2357311"/>
                </a:lnTo>
                <a:lnTo>
                  <a:pt x="1615571" y="2357193"/>
                </a:lnTo>
                <a:lnTo>
                  <a:pt x="1615763" y="2357072"/>
                </a:lnTo>
                <a:lnTo>
                  <a:pt x="1615952" y="2356948"/>
                </a:lnTo>
                <a:lnTo>
                  <a:pt x="1616136" y="2356823"/>
                </a:lnTo>
                <a:lnTo>
                  <a:pt x="1616136" y="2345833"/>
                </a:lnTo>
                <a:lnTo>
                  <a:pt x="1615895" y="2345999"/>
                </a:lnTo>
                <a:lnTo>
                  <a:pt x="1615650" y="2346157"/>
                </a:lnTo>
                <a:lnTo>
                  <a:pt x="1615402" y="2346309"/>
                </a:lnTo>
                <a:lnTo>
                  <a:pt x="1615150" y="2346453"/>
                </a:lnTo>
                <a:lnTo>
                  <a:pt x="1614895" y="2346591"/>
                </a:lnTo>
                <a:lnTo>
                  <a:pt x="1614636" y="2346721"/>
                </a:lnTo>
                <a:lnTo>
                  <a:pt x="1614374" y="2346844"/>
                </a:lnTo>
                <a:lnTo>
                  <a:pt x="1614108" y="2346960"/>
                </a:lnTo>
                <a:lnTo>
                  <a:pt x="1613838" y="2347070"/>
                </a:lnTo>
                <a:lnTo>
                  <a:pt x="1613565" y="2347172"/>
                </a:lnTo>
                <a:lnTo>
                  <a:pt x="1613289" y="2347267"/>
                </a:lnTo>
                <a:lnTo>
                  <a:pt x="1613009" y="2347355"/>
                </a:lnTo>
                <a:lnTo>
                  <a:pt x="1612725" y="2347436"/>
                </a:lnTo>
                <a:lnTo>
                  <a:pt x="1612438" y="2347510"/>
                </a:lnTo>
                <a:lnTo>
                  <a:pt x="1612148" y="2347577"/>
                </a:lnTo>
                <a:lnTo>
                  <a:pt x="1611854" y="2347637"/>
                </a:lnTo>
                <a:lnTo>
                  <a:pt x="1611556" y="2347690"/>
                </a:lnTo>
                <a:lnTo>
                  <a:pt x="1611255" y="2347735"/>
                </a:lnTo>
                <a:lnTo>
                  <a:pt x="1610950" y="2347774"/>
                </a:lnTo>
                <a:lnTo>
                  <a:pt x="1610642" y="2347806"/>
                </a:lnTo>
                <a:lnTo>
                  <a:pt x="1610330" y="2347830"/>
                </a:lnTo>
                <a:lnTo>
                  <a:pt x="1610015" y="2347848"/>
                </a:lnTo>
                <a:lnTo>
                  <a:pt x="1609696" y="2347859"/>
                </a:lnTo>
                <a:lnTo>
                  <a:pt x="1609374" y="2347862"/>
                </a:lnTo>
                <a:lnTo>
                  <a:pt x="1609192" y="2347860"/>
                </a:lnTo>
                <a:lnTo>
                  <a:pt x="1609014" y="2347854"/>
                </a:lnTo>
                <a:lnTo>
                  <a:pt x="1608838" y="2347844"/>
                </a:lnTo>
                <a:lnTo>
                  <a:pt x="1608665" y="2347829"/>
                </a:lnTo>
                <a:lnTo>
                  <a:pt x="1608495" y="2347811"/>
                </a:lnTo>
                <a:lnTo>
                  <a:pt x="1608328" y="2347788"/>
                </a:lnTo>
                <a:lnTo>
                  <a:pt x="1608164" y="2347761"/>
                </a:lnTo>
                <a:lnTo>
                  <a:pt x="1608003" y="2347731"/>
                </a:lnTo>
                <a:lnTo>
                  <a:pt x="1607844" y="2347696"/>
                </a:lnTo>
                <a:lnTo>
                  <a:pt x="1607689" y="2347657"/>
                </a:lnTo>
                <a:lnTo>
                  <a:pt x="1607537" y="2347613"/>
                </a:lnTo>
                <a:lnTo>
                  <a:pt x="1607387" y="2347566"/>
                </a:lnTo>
                <a:lnTo>
                  <a:pt x="1607241" y="2347515"/>
                </a:lnTo>
                <a:lnTo>
                  <a:pt x="1607097" y="2347459"/>
                </a:lnTo>
                <a:lnTo>
                  <a:pt x="1606957" y="2347400"/>
                </a:lnTo>
                <a:lnTo>
                  <a:pt x="1606819" y="2347336"/>
                </a:lnTo>
                <a:lnTo>
                  <a:pt x="1606684" y="2347268"/>
                </a:lnTo>
                <a:lnTo>
                  <a:pt x="1606553" y="2347196"/>
                </a:lnTo>
                <a:lnTo>
                  <a:pt x="1606424" y="2347120"/>
                </a:lnTo>
                <a:lnTo>
                  <a:pt x="1606298" y="2347040"/>
                </a:lnTo>
                <a:lnTo>
                  <a:pt x="1606175" y="2346956"/>
                </a:lnTo>
                <a:lnTo>
                  <a:pt x="1606055" y="2346868"/>
                </a:lnTo>
                <a:lnTo>
                  <a:pt x="1605938" y="2346775"/>
                </a:lnTo>
                <a:lnTo>
                  <a:pt x="1605823" y="2346679"/>
                </a:lnTo>
                <a:lnTo>
                  <a:pt x="1605713" y="2346577"/>
                </a:lnTo>
                <a:lnTo>
                  <a:pt x="1605607" y="2346471"/>
                </a:lnTo>
                <a:lnTo>
                  <a:pt x="1605506" y="2346359"/>
                </a:lnTo>
                <a:lnTo>
                  <a:pt x="1605410" y="2346242"/>
                </a:lnTo>
                <a:lnTo>
                  <a:pt x="1605319" y="2346120"/>
                </a:lnTo>
                <a:lnTo>
                  <a:pt x="1605232" y="2345992"/>
                </a:lnTo>
                <a:lnTo>
                  <a:pt x="1605150" y="2345859"/>
                </a:lnTo>
                <a:lnTo>
                  <a:pt x="1605072" y="2345721"/>
                </a:lnTo>
                <a:lnTo>
                  <a:pt x="1604999" y="2345577"/>
                </a:lnTo>
                <a:lnTo>
                  <a:pt x="1604931" y="2345428"/>
                </a:lnTo>
                <a:lnTo>
                  <a:pt x="1604868" y="2345274"/>
                </a:lnTo>
                <a:lnTo>
                  <a:pt x="1604809" y="2345115"/>
                </a:lnTo>
                <a:lnTo>
                  <a:pt x="1604755" y="2344950"/>
                </a:lnTo>
                <a:lnTo>
                  <a:pt x="1604706" y="2344780"/>
                </a:lnTo>
                <a:lnTo>
                  <a:pt x="1604661" y="2344605"/>
                </a:lnTo>
                <a:lnTo>
                  <a:pt x="1604621" y="2344425"/>
                </a:lnTo>
                <a:lnTo>
                  <a:pt x="1604586" y="2344239"/>
                </a:lnTo>
                <a:lnTo>
                  <a:pt x="1604556" y="2344048"/>
                </a:lnTo>
                <a:lnTo>
                  <a:pt x="1604530" y="2343851"/>
                </a:lnTo>
                <a:lnTo>
                  <a:pt x="1604509" y="2343650"/>
                </a:lnTo>
                <a:lnTo>
                  <a:pt x="1604492" y="2343443"/>
                </a:lnTo>
                <a:lnTo>
                  <a:pt x="1604480" y="2343231"/>
                </a:lnTo>
                <a:lnTo>
                  <a:pt x="1604473" y="2343013"/>
                </a:lnTo>
                <a:lnTo>
                  <a:pt x="1604471" y="2342790"/>
                </a:lnTo>
                <a:lnTo>
                  <a:pt x="1604471" y="2296973"/>
                </a:lnTo>
                <a:lnTo>
                  <a:pt x="1604456" y="2295858"/>
                </a:lnTo>
                <a:lnTo>
                  <a:pt x="1604410" y="2294767"/>
                </a:lnTo>
                <a:lnTo>
                  <a:pt x="1604334" y="2293700"/>
                </a:lnTo>
                <a:lnTo>
                  <a:pt x="1604227" y="2292657"/>
                </a:lnTo>
                <a:lnTo>
                  <a:pt x="1604089" y="2291638"/>
                </a:lnTo>
                <a:lnTo>
                  <a:pt x="1603922" y="2290643"/>
                </a:lnTo>
                <a:lnTo>
                  <a:pt x="1603723" y="2289673"/>
                </a:lnTo>
                <a:lnTo>
                  <a:pt x="1603494" y="2288726"/>
                </a:lnTo>
                <a:lnTo>
                  <a:pt x="1603235" y="2287804"/>
                </a:lnTo>
                <a:lnTo>
                  <a:pt x="1602945" y="2286905"/>
                </a:lnTo>
                <a:lnTo>
                  <a:pt x="1602624" y="2286031"/>
                </a:lnTo>
                <a:lnTo>
                  <a:pt x="1602273" y="2285181"/>
                </a:lnTo>
                <a:lnTo>
                  <a:pt x="1601892" y="2284354"/>
                </a:lnTo>
                <a:lnTo>
                  <a:pt x="1601479" y="2283552"/>
                </a:lnTo>
                <a:lnTo>
                  <a:pt x="1601037" y="2282774"/>
                </a:lnTo>
                <a:lnTo>
                  <a:pt x="1600564" y="2282020"/>
                </a:lnTo>
                <a:lnTo>
                  <a:pt x="1600060" y="2281290"/>
                </a:lnTo>
                <a:lnTo>
                  <a:pt x="1599526" y="2280584"/>
                </a:lnTo>
                <a:lnTo>
                  <a:pt x="1598961" y="2279902"/>
                </a:lnTo>
                <a:lnTo>
                  <a:pt x="1598366" y="2279244"/>
                </a:lnTo>
                <a:lnTo>
                  <a:pt x="1597740" y="2278611"/>
                </a:lnTo>
                <a:lnTo>
                  <a:pt x="1597084" y="2278001"/>
                </a:lnTo>
                <a:lnTo>
                  <a:pt x="1596397" y="2277416"/>
                </a:lnTo>
                <a:lnTo>
                  <a:pt x="1595680" y="2276854"/>
                </a:lnTo>
                <a:lnTo>
                  <a:pt x="1594946" y="2276316"/>
                </a:lnTo>
                <a:lnTo>
                  <a:pt x="1594184" y="2275801"/>
                </a:lnTo>
                <a:lnTo>
                  <a:pt x="1593392" y="2275309"/>
                </a:lnTo>
                <a:lnTo>
                  <a:pt x="1592571" y="2274839"/>
                </a:lnTo>
                <a:lnTo>
                  <a:pt x="1591720" y="2274393"/>
                </a:lnTo>
                <a:lnTo>
                  <a:pt x="1590840" y="2273969"/>
                </a:lnTo>
                <a:lnTo>
                  <a:pt x="1589931" y="2273569"/>
                </a:lnTo>
                <a:lnTo>
                  <a:pt x="1588992" y="2273191"/>
                </a:lnTo>
                <a:lnTo>
                  <a:pt x="1588024" y="2272836"/>
                </a:lnTo>
                <a:lnTo>
                  <a:pt x="1587027" y="2272504"/>
                </a:lnTo>
                <a:lnTo>
                  <a:pt x="1586000" y="2272195"/>
                </a:lnTo>
                <a:lnTo>
                  <a:pt x="1584944" y="2271909"/>
                </a:lnTo>
                <a:lnTo>
                  <a:pt x="1583858" y="2271646"/>
                </a:lnTo>
                <a:lnTo>
                  <a:pt x="1582744" y="2271405"/>
                </a:lnTo>
                <a:lnTo>
                  <a:pt x="1581599" y="2271188"/>
                </a:lnTo>
                <a:lnTo>
                  <a:pt x="1580426" y="2270993"/>
                </a:lnTo>
                <a:lnTo>
                  <a:pt x="1579223" y="2270821"/>
                </a:lnTo>
                <a:lnTo>
                  <a:pt x="1577991" y="2270673"/>
                </a:lnTo>
                <a:lnTo>
                  <a:pt x="1576729" y="2270547"/>
                </a:lnTo>
                <a:lnTo>
                  <a:pt x="1575438" y="2270444"/>
                </a:lnTo>
                <a:lnTo>
                  <a:pt x="1574118" y="2270363"/>
                </a:lnTo>
                <a:lnTo>
                  <a:pt x="1572769" y="2270306"/>
                </a:lnTo>
                <a:lnTo>
                  <a:pt x="1571390" y="2270272"/>
                </a:lnTo>
                <a:lnTo>
                  <a:pt x="1569981" y="2270260"/>
                </a:lnTo>
                <a:lnTo>
                  <a:pt x="1568654" y="2270272"/>
                </a:lnTo>
                <a:lnTo>
                  <a:pt x="1567349" y="2270306"/>
                </a:lnTo>
                <a:lnTo>
                  <a:pt x="1566066" y="2270363"/>
                </a:lnTo>
                <a:lnTo>
                  <a:pt x="1564806" y="2270444"/>
                </a:lnTo>
                <a:lnTo>
                  <a:pt x="1563568" y="2270547"/>
                </a:lnTo>
                <a:lnTo>
                  <a:pt x="1562352" y="2270673"/>
                </a:lnTo>
                <a:lnTo>
                  <a:pt x="1561159" y="2270821"/>
                </a:lnTo>
                <a:lnTo>
                  <a:pt x="1559988" y="2270993"/>
                </a:lnTo>
                <a:lnTo>
                  <a:pt x="1558839" y="2271188"/>
                </a:lnTo>
                <a:lnTo>
                  <a:pt x="1557712" y="2271405"/>
                </a:lnTo>
                <a:lnTo>
                  <a:pt x="1556608" y="2271646"/>
                </a:lnTo>
                <a:lnTo>
                  <a:pt x="1555526" y="2271909"/>
                </a:lnTo>
                <a:lnTo>
                  <a:pt x="1554467" y="2272195"/>
                </a:lnTo>
                <a:lnTo>
                  <a:pt x="1553429" y="2272504"/>
                </a:lnTo>
                <a:lnTo>
                  <a:pt x="1552414" y="2272836"/>
                </a:lnTo>
                <a:lnTo>
                  <a:pt x="1551422" y="2273191"/>
                </a:lnTo>
                <a:lnTo>
                  <a:pt x="1550451" y="2273569"/>
                </a:lnTo>
                <a:lnTo>
                  <a:pt x="1549503" y="2273969"/>
                </a:lnTo>
                <a:lnTo>
                  <a:pt x="1548577" y="2274393"/>
                </a:lnTo>
                <a:lnTo>
                  <a:pt x="1547674" y="2274839"/>
                </a:lnTo>
                <a:lnTo>
                  <a:pt x="1546793" y="2275309"/>
                </a:lnTo>
                <a:lnTo>
                  <a:pt x="1545934" y="2275801"/>
                </a:lnTo>
                <a:lnTo>
                  <a:pt x="1545097" y="2276316"/>
                </a:lnTo>
                <a:lnTo>
                  <a:pt x="1544283" y="2276854"/>
                </a:lnTo>
                <a:lnTo>
                  <a:pt x="1543511" y="2277411"/>
                </a:lnTo>
                <a:lnTo>
                  <a:pt x="1542771" y="2277985"/>
                </a:lnTo>
                <a:lnTo>
                  <a:pt x="1542064" y="2278574"/>
                </a:lnTo>
                <a:lnTo>
                  <a:pt x="1541390" y="2279179"/>
                </a:lnTo>
                <a:lnTo>
                  <a:pt x="1540749" y="2279799"/>
                </a:lnTo>
                <a:lnTo>
                  <a:pt x="1540141" y="2280436"/>
                </a:lnTo>
                <a:lnTo>
                  <a:pt x="1539566" y="2281089"/>
                </a:lnTo>
                <a:lnTo>
                  <a:pt x="1539023" y="2281757"/>
                </a:lnTo>
                <a:lnTo>
                  <a:pt x="1538514" y="2282441"/>
                </a:lnTo>
                <a:lnTo>
                  <a:pt x="1538037" y="2283141"/>
                </a:lnTo>
                <a:lnTo>
                  <a:pt x="1537593" y="2283857"/>
                </a:lnTo>
                <a:lnTo>
                  <a:pt x="1537182" y="2284589"/>
                </a:lnTo>
                <a:lnTo>
                  <a:pt x="1536804" y="2285336"/>
                </a:lnTo>
                <a:lnTo>
                  <a:pt x="1536459" y="2286100"/>
                </a:lnTo>
                <a:lnTo>
                  <a:pt x="1536147" y="2286879"/>
                </a:lnTo>
                <a:lnTo>
                  <a:pt x="1535867" y="2287674"/>
                </a:lnTo>
                <a:lnTo>
                  <a:pt x="1535621" y="2288485"/>
                </a:lnTo>
                <a:lnTo>
                  <a:pt x="1535407" y="2289312"/>
                </a:lnTo>
                <a:lnTo>
                  <a:pt x="1535226" y="2290155"/>
                </a:lnTo>
                <a:lnTo>
                  <a:pt x="1535078" y="2291013"/>
                </a:lnTo>
                <a:lnTo>
                  <a:pt x="1534963" y="2291888"/>
                </a:lnTo>
                <a:lnTo>
                  <a:pt x="1534881" y="2292778"/>
                </a:lnTo>
                <a:lnTo>
                  <a:pt x="1534832" y="2293684"/>
                </a:lnTo>
                <a:lnTo>
                  <a:pt x="1534815" y="2294606"/>
                </a:lnTo>
                <a:lnTo>
                  <a:pt x="1534815" y="2294633"/>
                </a:lnTo>
                <a:lnTo>
                  <a:pt x="1534814" y="2294658"/>
                </a:lnTo>
                <a:lnTo>
                  <a:pt x="1534813" y="2294680"/>
                </a:lnTo>
                <a:lnTo>
                  <a:pt x="1534811" y="2294700"/>
                </a:lnTo>
                <a:lnTo>
                  <a:pt x="1534808" y="2294718"/>
                </a:lnTo>
                <a:lnTo>
                  <a:pt x="1534805" y="2294733"/>
                </a:lnTo>
                <a:lnTo>
                  <a:pt x="1534801" y="2294746"/>
                </a:lnTo>
                <a:lnTo>
                  <a:pt x="1534797" y="2294756"/>
                </a:lnTo>
                <a:lnTo>
                  <a:pt x="1534792" y="2294765"/>
                </a:lnTo>
                <a:lnTo>
                  <a:pt x="1534786" y="2294770"/>
                </a:lnTo>
                <a:lnTo>
                  <a:pt x="1534780" y="2294774"/>
                </a:lnTo>
                <a:lnTo>
                  <a:pt x="1534773" y="2294775"/>
                </a:lnTo>
                <a:lnTo>
                  <a:pt x="1534766" y="2294774"/>
                </a:lnTo>
                <a:lnTo>
                  <a:pt x="1534758" y="2294770"/>
                </a:lnTo>
                <a:lnTo>
                  <a:pt x="1534749" y="2294765"/>
                </a:lnTo>
                <a:lnTo>
                  <a:pt x="1534740" y="2294756"/>
                </a:lnTo>
                <a:lnTo>
                  <a:pt x="1534731" y="2294746"/>
                </a:lnTo>
                <a:lnTo>
                  <a:pt x="1534720" y="2294733"/>
                </a:lnTo>
                <a:lnTo>
                  <a:pt x="1534709" y="2294718"/>
                </a:lnTo>
                <a:lnTo>
                  <a:pt x="1534698" y="2294700"/>
                </a:lnTo>
                <a:lnTo>
                  <a:pt x="1534686" y="2294680"/>
                </a:lnTo>
                <a:lnTo>
                  <a:pt x="1534673" y="2294658"/>
                </a:lnTo>
                <a:lnTo>
                  <a:pt x="1534660" y="2294633"/>
                </a:lnTo>
                <a:lnTo>
                  <a:pt x="1534646" y="2294606"/>
                </a:lnTo>
                <a:lnTo>
                  <a:pt x="1534646" y="2294641"/>
                </a:lnTo>
                <a:lnTo>
                  <a:pt x="1534646" y="2294706"/>
                </a:lnTo>
                <a:lnTo>
                  <a:pt x="1534646" y="2294775"/>
                </a:lnTo>
                <a:lnTo>
                  <a:pt x="1534661" y="2294849"/>
                </a:lnTo>
                <a:lnTo>
                  <a:pt x="1534676" y="2294929"/>
                </a:lnTo>
                <a:lnTo>
                  <a:pt x="1534691" y="2295015"/>
                </a:lnTo>
                <a:lnTo>
                  <a:pt x="1534707" y="2295108"/>
                </a:lnTo>
                <a:lnTo>
                  <a:pt x="1534724" y="2295208"/>
                </a:lnTo>
                <a:close/>
                <a:moveTo>
                  <a:pt x="1559856" y="2347656"/>
                </a:moveTo>
                <a:lnTo>
                  <a:pt x="1559290" y="2347556"/>
                </a:lnTo>
                <a:lnTo>
                  <a:pt x="1558739" y="2347444"/>
                </a:lnTo>
                <a:lnTo>
                  <a:pt x="1558203" y="2347321"/>
                </a:lnTo>
                <a:lnTo>
                  <a:pt x="1557682" y="2347186"/>
                </a:lnTo>
                <a:lnTo>
                  <a:pt x="1557175" y="2347039"/>
                </a:lnTo>
                <a:lnTo>
                  <a:pt x="1556682" y="2346881"/>
                </a:lnTo>
                <a:lnTo>
                  <a:pt x="1556205" y="2346710"/>
                </a:lnTo>
                <a:lnTo>
                  <a:pt x="1555742" y="2346528"/>
                </a:lnTo>
                <a:lnTo>
                  <a:pt x="1555294" y="2346335"/>
                </a:lnTo>
                <a:lnTo>
                  <a:pt x="1554860" y="2346129"/>
                </a:lnTo>
                <a:lnTo>
                  <a:pt x="1554441" y="2345912"/>
                </a:lnTo>
                <a:lnTo>
                  <a:pt x="1554037" y="2345683"/>
                </a:lnTo>
                <a:lnTo>
                  <a:pt x="1553648" y="2345442"/>
                </a:lnTo>
                <a:lnTo>
                  <a:pt x="1553273" y="2345190"/>
                </a:lnTo>
                <a:lnTo>
                  <a:pt x="1552913" y="2344926"/>
                </a:lnTo>
                <a:lnTo>
                  <a:pt x="1552567" y="2344650"/>
                </a:lnTo>
                <a:lnTo>
                  <a:pt x="1552250" y="2344362"/>
                </a:lnTo>
                <a:lnTo>
                  <a:pt x="1551946" y="2344063"/>
                </a:lnTo>
                <a:lnTo>
                  <a:pt x="1551656" y="2343752"/>
                </a:lnTo>
                <a:lnTo>
                  <a:pt x="1551379" y="2343429"/>
                </a:lnTo>
                <a:lnTo>
                  <a:pt x="1551116" y="2343094"/>
                </a:lnTo>
                <a:lnTo>
                  <a:pt x="1550866" y="2342748"/>
                </a:lnTo>
                <a:lnTo>
                  <a:pt x="1550630" y="2342390"/>
                </a:lnTo>
                <a:lnTo>
                  <a:pt x="1550407" y="2342020"/>
                </a:lnTo>
                <a:lnTo>
                  <a:pt x="1550198" y="2341638"/>
                </a:lnTo>
                <a:lnTo>
                  <a:pt x="1550002" y="2341245"/>
                </a:lnTo>
                <a:lnTo>
                  <a:pt x="1549820" y="2340840"/>
                </a:lnTo>
                <a:lnTo>
                  <a:pt x="1549651" y="2340423"/>
                </a:lnTo>
                <a:lnTo>
                  <a:pt x="1549496" y="2339995"/>
                </a:lnTo>
                <a:lnTo>
                  <a:pt x="1549354" y="2339554"/>
                </a:lnTo>
                <a:lnTo>
                  <a:pt x="1549226" y="2339102"/>
                </a:lnTo>
                <a:lnTo>
                  <a:pt x="1549111" y="2338639"/>
                </a:lnTo>
                <a:lnTo>
                  <a:pt x="1549009" y="2338163"/>
                </a:lnTo>
                <a:lnTo>
                  <a:pt x="1548922" y="2337676"/>
                </a:lnTo>
                <a:lnTo>
                  <a:pt x="1548847" y="2337177"/>
                </a:lnTo>
                <a:lnTo>
                  <a:pt x="1548787" y="2336666"/>
                </a:lnTo>
                <a:lnTo>
                  <a:pt x="1548739" y="2336144"/>
                </a:lnTo>
                <a:lnTo>
                  <a:pt x="1548706" y="2335610"/>
                </a:lnTo>
                <a:lnTo>
                  <a:pt x="1548685" y="2335064"/>
                </a:lnTo>
                <a:lnTo>
                  <a:pt x="1548679" y="2334506"/>
                </a:lnTo>
                <a:lnTo>
                  <a:pt x="1548685" y="2333962"/>
                </a:lnTo>
                <a:lnTo>
                  <a:pt x="1548703" y="2333428"/>
                </a:lnTo>
                <a:lnTo>
                  <a:pt x="1548734" y="2332905"/>
                </a:lnTo>
                <a:lnTo>
                  <a:pt x="1548777" y="2332393"/>
                </a:lnTo>
                <a:lnTo>
                  <a:pt x="1548833" y="2331891"/>
                </a:lnTo>
                <a:lnTo>
                  <a:pt x="1548901" y="2331399"/>
                </a:lnTo>
                <a:lnTo>
                  <a:pt x="1548981" y="2330918"/>
                </a:lnTo>
                <a:lnTo>
                  <a:pt x="1549073" y="2330448"/>
                </a:lnTo>
                <a:lnTo>
                  <a:pt x="1549178" y="2329989"/>
                </a:lnTo>
                <a:lnTo>
                  <a:pt x="1549295" y="2329539"/>
                </a:lnTo>
                <a:lnTo>
                  <a:pt x="1549425" y="2329101"/>
                </a:lnTo>
                <a:lnTo>
                  <a:pt x="1549566" y="2328673"/>
                </a:lnTo>
                <a:lnTo>
                  <a:pt x="1549720" y="2328256"/>
                </a:lnTo>
                <a:lnTo>
                  <a:pt x="1549887" y="2327849"/>
                </a:lnTo>
                <a:lnTo>
                  <a:pt x="1550066" y="2327453"/>
                </a:lnTo>
                <a:lnTo>
                  <a:pt x="1550257" y="2327067"/>
                </a:lnTo>
                <a:lnTo>
                  <a:pt x="1550460" y="2326692"/>
                </a:lnTo>
                <a:lnTo>
                  <a:pt x="1550676" y="2326327"/>
                </a:lnTo>
                <a:lnTo>
                  <a:pt x="1550904" y="2325973"/>
                </a:lnTo>
                <a:lnTo>
                  <a:pt x="1551144" y="2325630"/>
                </a:lnTo>
                <a:lnTo>
                  <a:pt x="1551397" y="2325297"/>
                </a:lnTo>
                <a:lnTo>
                  <a:pt x="1551662" y="2324975"/>
                </a:lnTo>
                <a:lnTo>
                  <a:pt x="1551940" y="2324663"/>
                </a:lnTo>
                <a:lnTo>
                  <a:pt x="1552229" y="2324362"/>
                </a:lnTo>
                <a:lnTo>
                  <a:pt x="1552547" y="2324056"/>
                </a:lnTo>
                <a:lnTo>
                  <a:pt x="1552882" y="2323757"/>
                </a:lnTo>
                <a:lnTo>
                  <a:pt x="1553233" y="2323466"/>
                </a:lnTo>
                <a:lnTo>
                  <a:pt x="1553601" y="2323183"/>
                </a:lnTo>
                <a:lnTo>
                  <a:pt x="1553985" y="2322907"/>
                </a:lnTo>
                <a:lnTo>
                  <a:pt x="1554385" y="2322639"/>
                </a:lnTo>
                <a:lnTo>
                  <a:pt x="1554802" y="2322379"/>
                </a:lnTo>
                <a:lnTo>
                  <a:pt x="1555235" y="2322126"/>
                </a:lnTo>
                <a:lnTo>
                  <a:pt x="1555685" y="2321881"/>
                </a:lnTo>
                <a:lnTo>
                  <a:pt x="1556151" y="2321644"/>
                </a:lnTo>
                <a:lnTo>
                  <a:pt x="1556633" y="2321414"/>
                </a:lnTo>
                <a:lnTo>
                  <a:pt x="1557132" y="2321192"/>
                </a:lnTo>
                <a:lnTo>
                  <a:pt x="1557648" y="2320977"/>
                </a:lnTo>
                <a:lnTo>
                  <a:pt x="1558179" y="2320770"/>
                </a:lnTo>
                <a:lnTo>
                  <a:pt x="1558728" y="2320571"/>
                </a:lnTo>
                <a:lnTo>
                  <a:pt x="1559292" y="2320379"/>
                </a:lnTo>
                <a:lnTo>
                  <a:pt x="1559874" y="2320195"/>
                </a:lnTo>
                <a:lnTo>
                  <a:pt x="1560471" y="2320019"/>
                </a:lnTo>
                <a:lnTo>
                  <a:pt x="1561085" y="2319850"/>
                </a:lnTo>
                <a:lnTo>
                  <a:pt x="1561716" y="2319689"/>
                </a:lnTo>
                <a:lnTo>
                  <a:pt x="1562363" y="2319536"/>
                </a:lnTo>
                <a:lnTo>
                  <a:pt x="1563026" y="2319390"/>
                </a:lnTo>
                <a:lnTo>
                  <a:pt x="1563706" y="2319251"/>
                </a:lnTo>
                <a:lnTo>
                  <a:pt x="1564402" y="2319121"/>
                </a:lnTo>
                <a:lnTo>
                  <a:pt x="1565131" y="2318983"/>
                </a:lnTo>
                <a:lnTo>
                  <a:pt x="1565880" y="2318851"/>
                </a:lnTo>
                <a:lnTo>
                  <a:pt x="1566650" y="2318725"/>
                </a:lnTo>
                <a:lnTo>
                  <a:pt x="1567441" y="2318604"/>
                </a:lnTo>
                <a:lnTo>
                  <a:pt x="1568252" y="2318490"/>
                </a:lnTo>
                <a:lnTo>
                  <a:pt x="1569083" y="2318381"/>
                </a:lnTo>
                <a:lnTo>
                  <a:pt x="1569935" y="2318278"/>
                </a:lnTo>
                <a:lnTo>
                  <a:pt x="1570808" y="2318182"/>
                </a:lnTo>
                <a:lnTo>
                  <a:pt x="1571701" y="2318091"/>
                </a:lnTo>
                <a:lnTo>
                  <a:pt x="1572615" y="2318005"/>
                </a:lnTo>
                <a:lnTo>
                  <a:pt x="1573549" y="2317926"/>
                </a:lnTo>
                <a:lnTo>
                  <a:pt x="1574504" y="2317853"/>
                </a:lnTo>
                <a:lnTo>
                  <a:pt x="1575479" y="2317785"/>
                </a:lnTo>
                <a:lnTo>
                  <a:pt x="1576475" y="2317724"/>
                </a:lnTo>
                <a:lnTo>
                  <a:pt x="1577492" y="2317668"/>
                </a:lnTo>
                <a:lnTo>
                  <a:pt x="1578529" y="2317618"/>
                </a:lnTo>
                <a:lnTo>
                  <a:pt x="1579586" y="2317574"/>
                </a:lnTo>
                <a:lnTo>
                  <a:pt x="1580664" y="2317536"/>
                </a:lnTo>
                <a:lnTo>
                  <a:pt x="1581763" y="2317504"/>
                </a:lnTo>
                <a:lnTo>
                  <a:pt x="1582882" y="2317477"/>
                </a:lnTo>
                <a:lnTo>
                  <a:pt x="1584022" y="2317457"/>
                </a:lnTo>
                <a:lnTo>
                  <a:pt x="1585182" y="2317442"/>
                </a:lnTo>
                <a:lnTo>
                  <a:pt x="1586363" y="2317433"/>
                </a:lnTo>
                <a:lnTo>
                  <a:pt x="1587564" y="2317430"/>
                </a:lnTo>
                <a:lnTo>
                  <a:pt x="1587564" y="2322671"/>
                </a:lnTo>
                <a:lnTo>
                  <a:pt x="1587560" y="2323261"/>
                </a:lnTo>
                <a:lnTo>
                  <a:pt x="1587547" y="2323845"/>
                </a:lnTo>
                <a:lnTo>
                  <a:pt x="1587525" y="2324425"/>
                </a:lnTo>
                <a:lnTo>
                  <a:pt x="1587494" y="2325001"/>
                </a:lnTo>
                <a:lnTo>
                  <a:pt x="1587454" y="2325571"/>
                </a:lnTo>
                <a:lnTo>
                  <a:pt x="1587406" y="2326137"/>
                </a:lnTo>
                <a:lnTo>
                  <a:pt x="1587348" y="2326698"/>
                </a:lnTo>
                <a:lnTo>
                  <a:pt x="1587282" y="2327255"/>
                </a:lnTo>
                <a:lnTo>
                  <a:pt x="1587208" y="2327807"/>
                </a:lnTo>
                <a:lnTo>
                  <a:pt x="1587124" y="2328354"/>
                </a:lnTo>
                <a:lnTo>
                  <a:pt x="1587031" y="2328896"/>
                </a:lnTo>
                <a:lnTo>
                  <a:pt x="1586930" y="2329434"/>
                </a:lnTo>
                <a:lnTo>
                  <a:pt x="1586820" y="2329967"/>
                </a:lnTo>
                <a:lnTo>
                  <a:pt x="1586701" y="2330495"/>
                </a:lnTo>
                <a:lnTo>
                  <a:pt x="1586574" y="2331019"/>
                </a:lnTo>
                <a:lnTo>
                  <a:pt x="1586437" y="2331538"/>
                </a:lnTo>
                <a:lnTo>
                  <a:pt x="1586292" y="2332052"/>
                </a:lnTo>
                <a:lnTo>
                  <a:pt x="1586138" y="2332562"/>
                </a:lnTo>
                <a:lnTo>
                  <a:pt x="1585975" y="2333066"/>
                </a:lnTo>
                <a:lnTo>
                  <a:pt x="1585803" y="2333567"/>
                </a:lnTo>
                <a:lnTo>
                  <a:pt x="1585623" y="2334062"/>
                </a:lnTo>
                <a:lnTo>
                  <a:pt x="1585433" y="2334553"/>
                </a:lnTo>
                <a:lnTo>
                  <a:pt x="1585235" y="2335039"/>
                </a:lnTo>
                <a:lnTo>
                  <a:pt x="1585028" y="2335520"/>
                </a:lnTo>
                <a:lnTo>
                  <a:pt x="1584827" y="2335995"/>
                </a:lnTo>
                <a:lnTo>
                  <a:pt x="1584615" y="2336462"/>
                </a:lnTo>
                <a:lnTo>
                  <a:pt x="1584394" y="2336920"/>
                </a:lnTo>
                <a:lnTo>
                  <a:pt x="1584164" y="2337371"/>
                </a:lnTo>
                <a:lnTo>
                  <a:pt x="1583925" y="2337813"/>
                </a:lnTo>
                <a:lnTo>
                  <a:pt x="1583676" y="2338246"/>
                </a:lnTo>
                <a:lnTo>
                  <a:pt x="1583418" y="2338672"/>
                </a:lnTo>
                <a:lnTo>
                  <a:pt x="1583150" y="2339089"/>
                </a:lnTo>
                <a:lnTo>
                  <a:pt x="1582873" y="2339499"/>
                </a:lnTo>
                <a:lnTo>
                  <a:pt x="1582586" y="2339900"/>
                </a:lnTo>
                <a:lnTo>
                  <a:pt x="1582290" y="2340292"/>
                </a:lnTo>
                <a:lnTo>
                  <a:pt x="1581985" y="2340677"/>
                </a:lnTo>
                <a:lnTo>
                  <a:pt x="1581670" y="2341053"/>
                </a:lnTo>
                <a:lnTo>
                  <a:pt x="1581346" y="2341421"/>
                </a:lnTo>
                <a:lnTo>
                  <a:pt x="1581013" y="2341781"/>
                </a:lnTo>
                <a:lnTo>
                  <a:pt x="1580670" y="2342133"/>
                </a:lnTo>
                <a:lnTo>
                  <a:pt x="1580318" y="2342476"/>
                </a:lnTo>
                <a:lnTo>
                  <a:pt x="1579956" y="2342811"/>
                </a:lnTo>
                <a:lnTo>
                  <a:pt x="1579585" y="2343138"/>
                </a:lnTo>
                <a:lnTo>
                  <a:pt x="1579205" y="2343457"/>
                </a:lnTo>
                <a:lnTo>
                  <a:pt x="1578815" y="2343768"/>
                </a:lnTo>
                <a:lnTo>
                  <a:pt x="1578416" y="2344070"/>
                </a:lnTo>
                <a:lnTo>
                  <a:pt x="1578007" y="2344364"/>
                </a:lnTo>
                <a:lnTo>
                  <a:pt x="1577590" y="2344650"/>
                </a:lnTo>
                <a:lnTo>
                  <a:pt x="1577176" y="2344926"/>
                </a:lnTo>
                <a:lnTo>
                  <a:pt x="1576752" y="2345190"/>
                </a:lnTo>
                <a:lnTo>
                  <a:pt x="1576319" y="2345442"/>
                </a:lnTo>
                <a:lnTo>
                  <a:pt x="1575875" y="2345683"/>
                </a:lnTo>
                <a:lnTo>
                  <a:pt x="1575422" y="2345912"/>
                </a:lnTo>
                <a:lnTo>
                  <a:pt x="1574958" y="2346129"/>
                </a:lnTo>
                <a:lnTo>
                  <a:pt x="1574485" y="2346335"/>
                </a:lnTo>
                <a:lnTo>
                  <a:pt x="1574001" y="2346528"/>
                </a:lnTo>
                <a:lnTo>
                  <a:pt x="1573508" y="2346710"/>
                </a:lnTo>
                <a:lnTo>
                  <a:pt x="1573005" y="2346881"/>
                </a:lnTo>
                <a:lnTo>
                  <a:pt x="1572491" y="2347039"/>
                </a:lnTo>
                <a:lnTo>
                  <a:pt x="1571968" y="2347186"/>
                </a:lnTo>
                <a:lnTo>
                  <a:pt x="1571435" y="2347321"/>
                </a:lnTo>
                <a:lnTo>
                  <a:pt x="1570891" y="2347444"/>
                </a:lnTo>
                <a:lnTo>
                  <a:pt x="1570338" y="2347556"/>
                </a:lnTo>
                <a:lnTo>
                  <a:pt x="1569775" y="2347656"/>
                </a:lnTo>
                <a:lnTo>
                  <a:pt x="1569201" y="2347744"/>
                </a:lnTo>
                <a:lnTo>
                  <a:pt x="1568618" y="2347820"/>
                </a:lnTo>
                <a:lnTo>
                  <a:pt x="1568025" y="2347884"/>
                </a:lnTo>
                <a:lnTo>
                  <a:pt x="1567422" y="2347937"/>
                </a:lnTo>
                <a:lnTo>
                  <a:pt x="1566809" y="2347978"/>
                </a:lnTo>
                <a:lnTo>
                  <a:pt x="1566186" y="2348008"/>
                </a:lnTo>
                <a:lnTo>
                  <a:pt x="1565552" y="2348025"/>
                </a:lnTo>
                <a:lnTo>
                  <a:pt x="1564909" y="2348031"/>
                </a:lnTo>
                <a:lnTo>
                  <a:pt x="1564226" y="2348025"/>
                </a:lnTo>
                <a:lnTo>
                  <a:pt x="1563558" y="2348008"/>
                </a:lnTo>
                <a:lnTo>
                  <a:pt x="1562904" y="2347978"/>
                </a:lnTo>
                <a:lnTo>
                  <a:pt x="1562265" y="2347937"/>
                </a:lnTo>
                <a:lnTo>
                  <a:pt x="1561641" y="2347884"/>
                </a:lnTo>
                <a:lnTo>
                  <a:pt x="1561031" y="2347820"/>
                </a:lnTo>
                <a:lnTo>
                  <a:pt x="1560436" y="2347744"/>
                </a:lnTo>
                <a:lnTo>
                  <a:pt x="1559856" y="2347656"/>
                </a:lnTo>
                <a:close/>
                <a:moveTo>
                  <a:pt x="1453476" y="2351148"/>
                </a:moveTo>
                <a:lnTo>
                  <a:pt x="1453833" y="2351508"/>
                </a:lnTo>
                <a:lnTo>
                  <a:pt x="1454199" y="2351863"/>
                </a:lnTo>
                <a:lnTo>
                  <a:pt x="1454575" y="2352213"/>
                </a:lnTo>
                <a:lnTo>
                  <a:pt x="1454960" y="2352557"/>
                </a:lnTo>
                <a:lnTo>
                  <a:pt x="1455354" y="2352896"/>
                </a:lnTo>
                <a:lnTo>
                  <a:pt x="1455758" y="2353230"/>
                </a:lnTo>
                <a:lnTo>
                  <a:pt x="1456171" y="2353558"/>
                </a:lnTo>
                <a:lnTo>
                  <a:pt x="1456594" y="2353882"/>
                </a:lnTo>
                <a:lnTo>
                  <a:pt x="1457026" y="2354199"/>
                </a:lnTo>
                <a:lnTo>
                  <a:pt x="1457467" y="2354512"/>
                </a:lnTo>
                <a:lnTo>
                  <a:pt x="1457918" y="2354819"/>
                </a:lnTo>
                <a:lnTo>
                  <a:pt x="1458378" y="2355121"/>
                </a:lnTo>
                <a:lnTo>
                  <a:pt x="1458848" y="2355418"/>
                </a:lnTo>
                <a:lnTo>
                  <a:pt x="1459327" y="2355710"/>
                </a:lnTo>
                <a:lnTo>
                  <a:pt x="1459815" y="2355996"/>
                </a:lnTo>
                <a:lnTo>
                  <a:pt x="1460313" y="2356277"/>
                </a:lnTo>
                <a:lnTo>
                  <a:pt x="1460820" y="2356552"/>
                </a:lnTo>
                <a:lnTo>
                  <a:pt x="1461337" y="2356823"/>
                </a:lnTo>
                <a:lnTo>
                  <a:pt x="1461876" y="2357085"/>
                </a:lnTo>
                <a:lnTo>
                  <a:pt x="1462423" y="2357336"/>
                </a:lnTo>
                <a:lnTo>
                  <a:pt x="1462978" y="2357576"/>
                </a:lnTo>
                <a:lnTo>
                  <a:pt x="1463540" y="2357804"/>
                </a:lnTo>
                <a:lnTo>
                  <a:pt x="1464109" y="2358022"/>
                </a:lnTo>
                <a:lnTo>
                  <a:pt x="1464687" y="2358228"/>
                </a:lnTo>
                <a:lnTo>
                  <a:pt x="1465272" y="2358423"/>
                </a:lnTo>
                <a:lnTo>
                  <a:pt x="1465864" y="2358607"/>
                </a:lnTo>
                <a:lnTo>
                  <a:pt x="1466465" y="2358780"/>
                </a:lnTo>
                <a:lnTo>
                  <a:pt x="1467073" y="2358942"/>
                </a:lnTo>
                <a:lnTo>
                  <a:pt x="1467688" y="2359093"/>
                </a:lnTo>
                <a:lnTo>
                  <a:pt x="1468311" y="2359232"/>
                </a:lnTo>
                <a:lnTo>
                  <a:pt x="1468942" y="2359360"/>
                </a:lnTo>
                <a:lnTo>
                  <a:pt x="1469580" y="2359477"/>
                </a:lnTo>
                <a:lnTo>
                  <a:pt x="1470226" y="2359583"/>
                </a:lnTo>
                <a:lnTo>
                  <a:pt x="1470880" y="2359678"/>
                </a:lnTo>
                <a:lnTo>
                  <a:pt x="1471541" y="2359762"/>
                </a:lnTo>
                <a:lnTo>
                  <a:pt x="1472210" y="2359834"/>
                </a:lnTo>
                <a:lnTo>
                  <a:pt x="1472887" y="2359896"/>
                </a:lnTo>
                <a:lnTo>
                  <a:pt x="1473571" y="2359946"/>
                </a:lnTo>
                <a:lnTo>
                  <a:pt x="1474263" y="2359985"/>
                </a:lnTo>
                <a:lnTo>
                  <a:pt x="1474962" y="2360013"/>
                </a:lnTo>
                <a:lnTo>
                  <a:pt x="1475669" y="2360029"/>
                </a:lnTo>
                <a:lnTo>
                  <a:pt x="1476384" y="2360035"/>
                </a:lnTo>
                <a:lnTo>
                  <a:pt x="1477184" y="2360027"/>
                </a:lnTo>
                <a:lnTo>
                  <a:pt x="1477977" y="2360001"/>
                </a:lnTo>
                <a:lnTo>
                  <a:pt x="1478764" y="2359958"/>
                </a:lnTo>
                <a:lnTo>
                  <a:pt x="1479545" y="2359899"/>
                </a:lnTo>
                <a:lnTo>
                  <a:pt x="1480319" y="2359822"/>
                </a:lnTo>
                <a:lnTo>
                  <a:pt x="1481086" y="2359729"/>
                </a:lnTo>
                <a:lnTo>
                  <a:pt x="1481848" y="2359618"/>
                </a:lnTo>
                <a:lnTo>
                  <a:pt x="1482602" y="2359490"/>
                </a:lnTo>
                <a:lnTo>
                  <a:pt x="1483350" y="2359346"/>
                </a:lnTo>
                <a:lnTo>
                  <a:pt x="1484092" y="2359184"/>
                </a:lnTo>
                <a:lnTo>
                  <a:pt x="1484827" y="2359005"/>
                </a:lnTo>
                <a:lnTo>
                  <a:pt x="1485556" y="2358809"/>
                </a:lnTo>
                <a:lnTo>
                  <a:pt x="1486278" y="2358597"/>
                </a:lnTo>
                <a:lnTo>
                  <a:pt x="1486994" y="2358367"/>
                </a:lnTo>
                <a:lnTo>
                  <a:pt x="1487704" y="2358120"/>
                </a:lnTo>
                <a:lnTo>
                  <a:pt x="1488407" y="2357856"/>
                </a:lnTo>
                <a:lnTo>
                  <a:pt x="1489103" y="2357575"/>
                </a:lnTo>
                <a:lnTo>
                  <a:pt x="1489793" y="2357277"/>
                </a:lnTo>
                <a:lnTo>
                  <a:pt x="1490477" y="2356962"/>
                </a:lnTo>
                <a:lnTo>
                  <a:pt x="1491154" y="2356630"/>
                </a:lnTo>
                <a:lnTo>
                  <a:pt x="1491825" y="2356281"/>
                </a:lnTo>
                <a:lnTo>
                  <a:pt x="1492489" y="2355915"/>
                </a:lnTo>
                <a:lnTo>
                  <a:pt x="1493147" y="2355532"/>
                </a:lnTo>
                <a:lnTo>
                  <a:pt x="1493798" y="2355132"/>
                </a:lnTo>
                <a:lnTo>
                  <a:pt x="1494455" y="2354702"/>
                </a:lnTo>
                <a:lnTo>
                  <a:pt x="1495100" y="2354255"/>
                </a:lnTo>
                <a:lnTo>
                  <a:pt x="1495734" y="2353793"/>
                </a:lnTo>
                <a:lnTo>
                  <a:pt x="1496358" y="2353315"/>
                </a:lnTo>
                <a:lnTo>
                  <a:pt x="1496970" y="2352821"/>
                </a:lnTo>
                <a:lnTo>
                  <a:pt x="1497570" y="2352311"/>
                </a:lnTo>
                <a:lnTo>
                  <a:pt x="1498160" y="2351785"/>
                </a:lnTo>
                <a:lnTo>
                  <a:pt x="1498739" y="2351244"/>
                </a:lnTo>
                <a:lnTo>
                  <a:pt x="1499306" y="2350686"/>
                </a:lnTo>
                <a:lnTo>
                  <a:pt x="1499862" y="2350113"/>
                </a:lnTo>
                <a:lnTo>
                  <a:pt x="1500407" y="2349524"/>
                </a:lnTo>
                <a:lnTo>
                  <a:pt x="1500941" y="2348919"/>
                </a:lnTo>
                <a:lnTo>
                  <a:pt x="1501464" y="2348298"/>
                </a:lnTo>
                <a:lnTo>
                  <a:pt x="1501976" y="2347661"/>
                </a:lnTo>
                <a:lnTo>
                  <a:pt x="1502476" y="2347009"/>
                </a:lnTo>
                <a:lnTo>
                  <a:pt x="1502965" y="2346341"/>
                </a:lnTo>
                <a:lnTo>
                  <a:pt x="1503443" y="2345656"/>
                </a:lnTo>
                <a:lnTo>
                  <a:pt x="1503910" y="2344956"/>
                </a:lnTo>
                <a:lnTo>
                  <a:pt x="1504366" y="2344240"/>
                </a:lnTo>
                <a:lnTo>
                  <a:pt x="1504811" y="2343509"/>
                </a:lnTo>
                <a:lnTo>
                  <a:pt x="1505244" y="2342761"/>
                </a:lnTo>
                <a:lnTo>
                  <a:pt x="1505667" y="2341998"/>
                </a:lnTo>
                <a:lnTo>
                  <a:pt x="1506078" y="2341218"/>
                </a:lnTo>
                <a:lnTo>
                  <a:pt x="1506478" y="2340423"/>
                </a:lnTo>
                <a:lnTo>
                  <a:pt x="1506864" y="2339598"/>
                </a:lnTo>
                <a:lnTo>
                  <a:pt x="1507234" y="2338758"/>
                </a:lnTo>
                <a:lnTo>
                  <a:pt x="1507587" y="2337903"/>
                </a:lnTo>
                <a:lnTo>
                  <a:pt x="1507924" y="2337032"/>
                </a:lnTo>
                <a:lnTo>
                  <a:pt x="1508245" y="2336147"/>
                </a:lnTo>
                <a:lnTo>
                  <a:pt x="1508549" y="2335246"/>
                </a:lnTo>
                <a:lnTo>
                  <a:pt x="1508837" y="2334329"/>
                </a:lnTo>
                <a:lnTo>
                  <a:pt x="1509108" y="2333398"/>
                </a:lnTo>
                <a:lnTo>
                  <a:pt x="1509363" y="2332451"/>
                </a:lnTo>
                <a:lnTo>
                  <a:pt x="1509601" y="2331488"/>
                </a:lnTo>
                <a:lnTo>
                  <a:pt x="1509823" y="2330511"/>
                </a:lnTo>
                <a:lnTo>
                  <a:pt x="1510028" y="2329518"/>
                </a:lnTo>
                <a:lnTo>
                  <a:pt x="1510218" y="2328510"/>
                </a:lnTo>
                <a:lnTo>
                  <a:pt x="1510390" y="2327487"/>
                </a:lnTo>
                <a:lnTo>
                  <a:pt x="1510546" y="2326449"/>
                </a:lnTo>
                <a:lnTo>
                  <a:pt x="1510686" y="2325395"/>
                </a:lnTo>
                <a:lnTo>
                  <a:pt x="1510809" y="2324326"/>
                </a:lnTo>
                <a:lnTo>
                  <a:pt x="1510916" y="2323242"/>
                </a:lnTo>
                <a:lnTo>
                  <a:pt x="1511007" y="2322142"/>
                </a:lnTo>
                <a:lnTo>
                  <a:pt x="1511081" y="2321027"/>
                </a:lnTo>
                <a:lnTo>
                  <a:pt x="1511138" y="2319897"/>
                </a:lnTo>
                <a:lnTo>
                  <a:pt x="1511179" y="2318752"/>
                </a:lnTo>
                <a:lnTo>
                  <a:pt x="1511204" y="2317591"/>
                </a:lnTo>
                <a:lnTo>
                  <a:pt x="1511212" y="2316416"/>
                </a:lnTo>
                <a:lnTo>
                  <a:pt x="1511212" y="2314218"/>
                </a:lnTo>
                <a:lnTo>
                  <a:pt x="1511204" y="2312946"/>
                </a:lnTo>
                <a:lnTo>
                  <a:pt x="1511180" y="2311693"/>
                </a:lnTo>
                <a:lnTo>
                  <a:pt x="1511141" y="2310461"/>
                </a:lnTo>
                <a:lnTo>
                  <a:pt x="1511085" y="2309249"/>
                </a:lnTo>
                <a:lnTo>
                  <a:pt x="1511014" y="2308057"/>
                </a:lnTo>
                <a:lnTo>
                  <a:pt x="1510927" y="2306884"/>
                </a:lnTo>
                <a:lnTo>
                  <a:pt x="1510824" y="2305732"/>
                </a:lnTo>
                <a:lnTo>
                  <a:pt x="1510705" y="2304600"/>
                </a:lnTo>
                <a:lnTo>
                  <a:pt x="1510570" y="2303487"/>
                </a:lnTo>
                <a:lnTo>
                  <a:pt x="1510419" y="2302395"/>
                </a:lnTo>
                <a:lnTo>
                  <a:pt x="1510253" y="2301322"/>
                </a:lnTo>
                <a:lnTo>
                  <a:pt x="1510071" y="2300270"/>
                </a:lnTo>
                <a:lnTo>
                  <a:pt x="1509873" y="2299237"/>
                </a:lnTo>
                <a:lnTo>
                  <a:pt x="1509659" y="2298225"/>
                </a:lnTo>
                <a:lnTo>
                  <a:pt x="1509429" y="2297232"/>
                </a:lnTo>
                <a:lnTo>
                  <a:pt x="1509183" y="2296259"/>
                </a:lnTo>
                <a:lnTo>
                  <a:pt x="1508922" y="2295306"/>
                </a:lnTo>
                <a:lnTo>
                  <a:pt x="1508644" y="2294374"/>
                </a:lnTo>
                <a:lnTo>
                  <a:pt x="1508351" y="2293461"/>
                </a:lnTo>
                <a:lnTo>
                  <a:pt x="1508042" y="2292568"/>
                </a:lnTo>
                <a:lnTo>
                  <a:pt x="1507717" y="2291695"/>
                </a:lnTo>
                <a:lnTo>
                  <a:pt x="1507376" y="2290842"/>
                </a:lnTo>
                <a:lnTo>
                  <a:pt x="1507020" y="2290009"/>
                </a:lnTo>
                <a:lnTo>
                  <a:pt x="1506647" y="2289196"/>
                </a:lnTo>
                <a:lnTo>
                  <a:pt x="1506275" y="2288402"/>
                </a:lnTo>
                <a:lnTo>
                  <a:pt x="1505891" y="2287625"/>
                </a:lnTo>
                <a:lnTo>
                  <a:pt x="1505495" y="2286866"/>
                </a:lnTo>
                <a:lnTo>
                  <a:pt x="1505088" y="2286124"/>
                </a:lnTo>
                <a:lnTo>
                  <a:pt x="1504669" y="2285401"/>
                </a:lnTo>
                <a:lnTo>
                  <a:pt x="1504238" y="2284694"/>
                </a:lnTo>
                <a:lnTo>
                  <a:pt x="1503795" y="2284006"/>
                </a:lnTo>
                <a:lnTo>
                  <a:pt x="1503341" y="2283335"/>
                </a:lnTo>
                <a:lnTo>
                  <a:pt x="1502875" y="2282681"/>
                </a:lnTo>
                <a:lnTo>
                  <a:pt x="1502397" y="2282046"/>
                </a:lnTo>
                <a:lnTo>
                  <a:pt x="1501907" y="2281428"/>
                </a:lnTo>
                <a:lnTo>
                  <a:pt x="1501406" y="2280827"/>
                </a:lnTo>
                <a:lnTo>
                  <a:pt x="1500893" y="2280244"/>
                </a:lnTo>
                <a:lnTo>
                  <a:pt x="1500368" y="2279679"/>
                </a:lnTo>
                <a:lnTo>
                  <a:pt x="1499832" y="2279131"/>
                </a:lnTo>
                <a:lnTo>
                  <a:pt x="1499283" y="2278601"/>
                </a:lnTo>
                <a:lnTo>
                  <a:pt x="1498723" y="2278088"/>
                </a:lnTo>
                <a:lnTo>
                  <a:pt x="1498151" y="2277594"/>
                </a:lnTo>
                <a:lnTo>
                  <a:pt x="1497568" y="2277116"/>
                </a:lnTo>
                <a:lnTo>
                  <a:pt x="1496973" y="2276657"/>
                </a:lnTo>
                <a:lnTo>
                  <a:pt x="1496366" y="2276215"/>
                </a:lnTo>
                <a:lnTo>
                  <a:pt x="1495747" y="2275790"/>
                </a:lnTo>
                <a:lnTo>
                  <a:pt x="1495116" y="2275383"/>
                </a:lnTo>
                <a:lnTo>
                  <a:pt x="1494474" y="2274994"/>
                </a:lnTo>
                <a:lnTo>
                  <a:pt x="1493836" y="2274608"/>
                </a:lnTo>
                <a:lnTo>
                  <a:pt x="1493191" y="2274238"/>
                </a:lnTo>
                <a:lnTo>
                  <a:pt x="1492538" y="2273885"/>
                </a:lnTo>
                <a:lnTo>
                  <a:pt x="1491877" y="2273548"/>
                </a:lnTo>
                <a:lnTo>
                  <a:pt x="1491209" y="2273227"/>
                </a:lnTo>
                <a:lnTo>
                  <a:pt x="1490533" y="2272923"/>
                </a:lnTo>
                <a:lnTo>
                  <a:pt x="1489849" y="2272636"/>
                </a:lnTo>
                <a:lnTo>
                  <a:pt x="1489158" y="2272364"/>
                </a:lnTo>
                <a:lnTo>
                  <a:pt x="1488459" y="2272110"/>
                </a:lnTo>
                <a:lnTo>
                  <a:pt x="1487753" y="2271871"/>
                </a:lnTo>
                <a:lnTo>
                  <a:pt x="1487039" y="2271649"/>
                </a:lnTo>
                <a:lnTo>
                  <a:pt x="1486317" y="2271444"/>
                </a:lnTo>
                <a:lnTo>
                  <a:pt x="1485587" y="2271255"/>
                </a:lnTo>
                <a:lnTo>
                  <a:pt x="1484850" y="2271082"/>
                </a:lnTo>
                <a:lnTo>
                  <a:pt x="1484106" y="2270926"/>
                </a:lnTo>
                <a:lnTo>
                  <a:pt x="1483353" y="2270786"/>
                </a:lnTo>
                <a:lnTo>
                  <a:pt x="1482593" y="2270663"/>
                </a:lnTo>
                <a:lnTo>
                  <a:pt x="1481826" y="2270556"/>
                </a:lnTo>
                <a:lnTo>
                  <a:pt x="1481051" y="2270466"/>
                </a:lnTo>
                <a:lnTo>
                  <a:pt x="1480268" y="2270392"/>
                </a:lnTo>
                <a:lnTo>
                  <a:pt x="1479477" y="2270334"/>
                </a:lnTo>
                <a:lnTo>
                  <a:pt x="1478679" y="2270293"/>
                </a:lnTo>
                <a:lnTo>
                  <a:pt x="1477874" y="2270269"/>
                </a:lnTo>
                <a:lnTo>
                  <a:pt x="1477060" y="2270260"/>
                </a:lnTo>
                <a:lnTo>
                  <a:pt x="1476276" y="2270267"/>
                </a:lnTo>
                <a:lnTo>
                  <a:pt x="1475500" y="2270285"/>
                </a:lnTo>
                <a:lnTo>
                  <a:pt x="1474733" y="2270316"/>
                </a:lnTo>
                <a:lnTo>
                  <a:pt x="1473975" y="2270359"/>
                </a:lnTo>
                <a:lnTo>
                  <a:pt x="1473225" y="2270415"/>
                </a:lnTo>
                <a:lnTo>
                  <a:pt x="1472485" y="2270482"/>
                </a:lnTo>
                <a:lnTo>
                  <a:pt x="1471753" y="2270562"/>
                </a:lnTo>
                <a:lnTo>
                  <a:pt x="1471030" y="2270655"/>
                </a:lnTo>
                <a:lnTo>
                  <a:pt x="1470316" y="2270760"/>
                </a:lnTo>
                <a:lnTo>
                  <a:pt x="1469611" y="2270877"/>
                </a:lnTo>
                <a:lnTo>
                  <a:pt x="1468914" y="2271006"/>
                </a:lnTo>
                <a:lnTo>
                  <a:pt x="1468227" y="2271148"/>
                </a:lnTo>
                <a:lnTo>
                  <a:pt x="1467548" y="2271302"/>
                </a:lnTo>
                <a:lnTo>
                  <a:pt x="1466878" y="2271469"/>
                </a:lnTo>
                <a:lnTo>
                  <a:pt x="1466216" y="2271647"/>
                </a:lnTo>
                <a:lnTo>
                  <a:pt x="1465564" y="2271838"/>
                </a:lnTo>
                <a:lnTo>
                  <a:pt x="1464920" y="2272042"/>
                </a:lnTo>
                <a:lnTo>
                  <a:pt x="1464285" y="2272257"/>
                </a:lnTo>
                <a:lnTo>
                  <a:pt x="1463659" y="2272486"/>
                </a:lnTo>
                <a:lnTo>
                  <a:pt x="1463042" y="2272726"/>
                </a:lnTo>
                <a:lnTo>
                  <a:pt x="1462433" y="2272979"/>
                </a:lnTo>
                <a:lnTo>
                  <a:pt x="1461834" y="2273244"/>
                </a:lnTo>
                <a:lnTo>
                  <a:pt x="1461243" y="2273521"/>
                </a:lnTo>
                <a:lnTo>
                  <a:pt x="1460661" y="2273811"/>
                </a:lnTo>
                <a:lnTo>
                  <a:pt x="1460103" y="2274112"/>
                </a:lnTo>
                <a:lnTo>
                  <a:pt x="1459555" y="2274426"/>
                </a:lnTo>
                <a:lnTo>
                  <a:pt x="1459018" y="2274751"/>
                </a:lnTo>
                <a:lnTo>
                  <a:pt x="1458491" y="2275088"/>
                </a:lnTo>
                <a:lnTo>
                  <a:pt x="1457975" y="2275437"/>
                </a:lnTo>
                <a:lnTo>
                  <a:pt x="1457470" y="2275797"/>
                </a:lnTo>
                <a:lnTo>
                  <a:pt x="1456975" y="2276169"/>
                </a:lnTo>
                <a:lnTo>
                  <a:pt x="1456490" y="2276553"/>
                </a:lnTo>
                <a:lnTo>
                  <a:pt x="1456017" y="2276949"/>
                </a:lnTo>
                <a:lnTo>
                  <a:pt x="1455554" y="2277356"/>
                </a:lnTo>
                <a:lnTo>
                  <a:pt x="1455101" y="2277776"/>
                </a:lnTo>
                <a:lnTo>
                  <a:pt x="1454659" y="2278206"/>
                </a:lnTo>
                <a:lnTo>
                  <a:pt x="1454227" y="2278649"/>
                </a:lnTo>
                <a:lnTo>
                  <a:pt x="1453806" y="2279103"/>
                </a:lnTo>
                <a:lnTo>
                  <a:pt x="1453396" y="2279570"/>
                </a:lnTo>
                <a:lnTo>
                  <a:pt x="1452996" y="2280047"/>
                </a:lnTo>
                <a:lnTo>
                  <a:pt x="1452607" y="2280537"/>
                </a:lnTo>
                <a:lnTo>
                  <a:pt x="1452229" y="2281038"/>
                </a:lnTo>
                <a:lnTo>
                  <a:pt x="1451860" y="2281551"/>
                </a:lnTo>
                <a:lnTo>
                  <a:pt x="1451503" y="2282076"/>
                </a:lnTo>
                <a:lnTo>
                  <a:pt x="1451156" y="2282613"/>
                </a:lnTo>
                <a:lnTo>
                  <a:pt x="1450820" y="2283161"/>
                </a:lnTo>
                <a:lnTo>
                  <a:pt x="1450494" y="2283721"/>
                </a:lnTo>
                <a:lnTo>
                  <a:pt x="1450179" y="2284293"/>
                </a:lnTo>
                <a:lnTo>
                  <a:pt x="1448319" y="2271951"/>
                </a:lnTo>
                <a:lnTo>
                  <a:pt x="1434625" y="2271951"/>
                </a:lnTo>
                <a:lnTo>
                  <a:pt x="1434625" y="2388945"/>
                </a:lnTo>
                <a:lnTo>
                  <a:pt x="1451531" y="2388945"/>
                </a:lnTo>
                <a:lnTo>
                  <a:pt x="1451531" y="2348877"/>
                </a:lnTo>
                <a:lnTo>
                  <a:pt x="1451832" y="2349268"/>
                </a:lnTo>
                <a:lnTo>
                  <a:pt x="1452142" y="2349655"/>
                </a:lnTo>
                <a:lnTo>
                  <a:pt x="1452461" y="2350036"/>
                </a:lnTo>
                <a:lnTo>
                  <a:pt x="1452790" y="2350412"/>
                </a:lnTo>
                <a:lnTo>
                  <a:pt x="1453128" y="2350783"/>
                </a:lnTo>
                <a:lnTo>
                  <a:pt x="1453476" y="2351148"/>
                </a:lnTo>
                <a:close/>
                <a:moveTo>
                  <a:pt x="1467161" y="2347111"/>
                </a:moveTo>
                <a:lnTo>
                  <a:pt x="1466481" y="2346911"/>
                </a:lnTo>
                <a:lnTo>
                  <a:pt x="1465812" y="2346688"/>
                </a:lnTo>
                <a:lnTo>
                  <a:pt x="1465154" y="2346441"/>
                </a:lnTo>
                <a:lnTo>
                  <a:pt x="1464507" y="2346171"/>
                </a:lnTo>
                <a:lnTo>
                  <a:pt x="1463872" y="2345878"/>
                </a:lnTo>
                <a:lnTo>
                  <a:pt x="1463247" y="2345561"/>
                </a:lnTo>
                <a:lnTo>
                  <a:pt x="1462634" y="2345220"/>
                </a:lnTo>
                <a:lnTo>
                  <a:pt x="1462032" y="2344857"/>
                </a:lnTo>
                <a:lnTo>
                  <a:pt x="1461441" y="2344469"/>
                </a:lnTo>
                <a:lnTo>
                  <a:pt x="1460862" y="2344058"/>
                </a:lnTo>
                <a:lnTo>
                  <a:pt x="1460293" y="2343624"/>
                </a:lnTo>
                <a:lnTo>
                  <a:pt x="1459736" y="2343166"/>
                </a:lnTo>
                <a:lnTo>
                  <a:pt x="1459189" y="2342685"/>
                </a:lnTo>
                <a:lnTo>
                  <a:pt x="1458654" y="2342180"/>
                </a:lnTo>
                <a:lnTo>
                  <a:pt x="1458130" y="2341651"/>
                </a:lnTo>
                <a:lnTo>
                  <a:pt x="1457618" y="2341100"/>
                </a:lnTo>
                <a:lnTo>
                  <a:pt x="1457121" y="2340523"/>
                </a:lnTo>
                <a:lnTo>
                  <a:pt x="1456645" y="2339921"/>
                </a:lnTo>
                <a:lnTo>
                  <a:pt x="1456191" y="2339293"/>
                </a:lnTo>
                <a:lnTo>
                  <a:pt x="1455758" y="2338639"/>
                </a:lnTo>
                <a:lnTo>
                  <a:pt x="1455346" y="2337959"/>
                </a:lnTo>
                <a:lnTo>
                  <a:pt x="1454955" y="2337253"/>
                </a:lnTo>
                <a:lnTo>
                  <a:pt x="1454585" y="2336522"/>
                </a:lnTo>
                <a:lnTo>
                  <a:pt x="1454236" y="2335764"/>
                </a:lnTo>
                <a:lnTo>
                  <a:pt x="1453909" y="2334981"/>
                </a:lnTo>
                <a:lnTo>
                  <a:pt x="1453602" y="2334172"/>
                </a:lnTo>
                <a:lnTo>
                  <a:pt x="1453317" y="2333338"/>
                </a:lnTo>
                <a:lnTo>
                  <a:pt x="1453053" y="2332477"/>
                </a:lnTo>
                <a:lnTo>
                  <a:pt x="1452810" y="2331591"/>
                </a:lnTo>
                <a:lnTo>
                  <a:pt x="1452588" y="2330678"/>
                </a:lnTo>
                <a:lnTo>
                  <a:pt x="1452387" y="2329740"/>
                </a:lnTo>
                <a:lnTo>
                  <a:pt x="1452208" y="2328776"/>
                </a:lnTo>
                <a:lnTo>
                  <a:pt x="1452049" y="2327787"/>
                </a:lnTo>
                <a:lnTo>
                  <a:pt x="1451912" y="2326771"/>
                </a:lnTo>
                <a:lnTo>
                  <a:pt x="1451795" y="2325730"/>
                </a:lnTo>
                <a:lnTo>
                  <a:pt x="1451700" y="2324662"/>
                </a:lnTo>
                <a:lnTo>
                  <a:pt x="1451626" y="2323569"/>
                </a:lnTo>
                <a:lnTo>
                  <a:pt x="1451574" y="2322450"/>
                </a:lnTo>
                <a:lnTo>
                  <a:pt x="1451542" y="2321306"/>
                </a:lnTo>
                <a:lnTo>
                  <a:pt x="1451531" y="2320135"/>
                </a:lnTo>
                <a:lnTo>
                  <a:pt x="1451531" y="2310329"/>
                </a:lnTo>
                <a:lnTo>
                  <a:pt x="1451537" y="2309463"/>
                </a:lnTo>
                <a:lnTo>
                  <a:pt x="1451552" y="2308613"/>
                </a:lnTo>
                <a:lnTo>
                  <a:pt x="1451579" y="2307777"/>
                </a:lnTo>
                <a:lnTo>
                  <a:pt x="1451616" y="2306957"/>
                </a:lnTo>
                <a:lnTo>
                  <a:pt x="1451663" y="2306152"/>
                </a:lnTo>
                <a:lnTo>
                  <a:pt x="1451722" y="2305363"/>
                </a:lnTo>
                <a:lnTo>
                  <a:pt x="1451790" y="2304589"/>
                </a:lnTo>
                <a:lnTo>
                  <a:pt x="1451869" y="2303830"/>
                </a:lnTo>
                <a:lnTo>
                  <a:pt x="1451959" y="2303086"/>
                </a:lnTo>
                <a:lnTo>
                  <a:pt x="1452060" y="2302357"/>
                </a:lnTo>
                <a:lnTo>
                  <a:pt x="1452171" y="2301644"/>
                </a:lnTo>
                <a:lnTo>
                  <a:pt x="1452292" y="2300946"/>
                </a:lnTo>
                <a:lnTo>
                  <a:pt x="1452424" y="2300263"/>
                </a:lnTo>
                <a:lnTo>
                  <a:pt x="1452567" y="2299596"/>
                </a:lnTo>
                <a:lnTo>
                  <a:pt x="1452720" y="2298944"/>
                </a:lnTo>
                <a:lnTo>
                  <a:pt x="1452884" y="2298307"/>
                </a:lnTo>
                <a:lnTo>
                  <a:pt x="1453058" y="2297685"/>
                </a:lnTo>
                <a:lnTo>
                  <a:pt x="1453243" y="2297079"/>
                </a:lnTo>
                <a:lnTo>
                  <a:pt x="1453439" y="2296487"/>
                </a:lnTo>
                <a:lnTo>
                  <a:pt x="1453645" y="2295912"/>
                </a:lnTo>
                <a:lnTo>
                  <a:pt x="1453861" y="2295351"/>
                </a:lnTo>
                <a:lnTo>
                  <a:pt x="1454088" y="2294806"/>
                </a:lnTo>
                <a:lnTo>
                  <a:pt x="1454326" y="2294276"/>
                </a:lnTo>
                <a:lnTo>
                  <a:pt x="1454575" y="2293761"/>
                </a:lnTo>
                <a:lnTo>
                  <a:pt x="1454831" y="2293246"/>
                </a:lnTo>
                <a:lnTo>
                  <a:pt x="1455095" y="2292744"/>
                </a:lnTo>
                <a:lnTo>
                  <a:pt x="1455364" y="2292255"/>
                </a:lnTo>
                <a:lnTo>
                  <a:pt x="1455641" y="2291779"/>
                </a:lnTo>
                <a:lnTo>
                  <a:pt x="1455923" y="2291316"/>
                </a:lnTo>
                <a:lnTo>
                  <a:pt x="1456212" y="2290865"/>
                </a:lnTo>
                <a:lnTo>
                  <a:pt x="1456508" y="2290428"/>
                </a:lnTo>
                <a:lnTo>
                  <a:pt x="1456810" y="2290004"/>
                </a:lnTo>
                <a:lnTo>
                  <a:pt x="1457118" y="2289592"/>
                </a:lnTo>
                <a:lnTo>
                  <a:pt x="1457433" y="2289194"/>
                </a:lnTo>
                <a:lnTo>
                  <a:pt x="1457755" y="2288808"/>
                </a:lnTo>
                <a:lnTo>
                  <a:pt x="1458083" y="2288435"/>
                </a:lnTo>
                <a:lnTo>
                  <a:pt x="1458417" y="2288075"/>
                </a:lnTo>
                <a:lnTo>
                  <a:pt x="1458758" y="2287728"/>
                </a:lnTo>
                <a:lnTo>
                  <a:pt x="1459105" y="2287394"/>
                </a:lnTo>
                <a:lnTo>
                  <a:pt x="1459459" y="2287073"/>
                </a:lnTo>
                <a:lnTo>
                  <a:pt x="1459819" y="2286765"/>
                </a:lnTo>
                <a:lnTo>
                  <a:pt x="1460186" y="2286470"/>
                </a:lnTo>
                <a:lnTo>
                  <a:pt x="1460559" y="2286187"/>
                </a:lnTo>
                <a:lnTo>
                  <a:pt x="1460938" y="2285918"/>
                </a:lnTo>
                <a:lnTo>
                  <a:pt x="1461324" y="2285661"/>
                </a:lnTo>
                <a:lnTo>
                  <a:pt x="1461717" y="2285418"/>
                </a:lnTo>
                <a:lnTo>
                  <a:pt x="1462115" y="2285187"/>
                </a:lnTo>
                <a:lnTo>
                  <a:pt x="1462521" y="2284969"/>
                </a:lnTo>
                <a:lnTo>
                  <a:pt x="1462931" y="2284748"/>
                </a:lnTo>
                <a:lnTo>
                  <a:pt x="1463343" y="2284537"/>
                </a:lnTo>
                <a:lnTo>
                  <a:pt x="1463757" y="2284335"/>
                </a:lnTo>
                <a:lnTo>
                  <a:pt x="1464174" y="2284143"/>
                </a:lnTo>
                <a:lnTo>
                  <a:pt x="1464593" y="2283959"/>
                </a:lnTo>
                <a:lnTo>
                  <a:pt x="1465015" y="2283786"/>
                </a:lnTo>
                <a:lnTo>
                  <a:pt x="1465438" y="2283621"/>
                </a:lnTo>
                <a:lnTo>
                  <a:pt x="1465865" y="2283466"/>
                </a:lnTo>
                <a:lnTo>
                  <a:pt x="1466293" y="2283321"/>
                </a:lnTo>
                <a:lnTo>
                  <a:pt x="1466724" y="2283185"/>
                </a:lnTo>
                <a:lnTo>
                  <a:pt x="1467157" y="2283058"/>
                </a:lnTo>
                <a:lnTo>
                  <a:pt x="1467593" y="2282940"/>
                </a:lnTo>
                <a:lnTo>
                  <a:pt x="1468031" y="2282832"/>
                </a:lnTo>
                <a:lnTo>
                  <a:pt x="1468471" y="2282734"/>
                </a:lnTo>
                <a:lnTo>
                  <a:pt x="1468914" y="2282645"/>
                </a:lnTo>
                <a:lnTo>
                  <a:pt x="1469359" y="2282565"/>
                </a:lnTo>
                <a:lnTo>
                  <a:pt x="1469806" y="2282494"/>
                </a:lnTo>
                <a:lnTo>
                  <a:pt x="1470255" y="2282433"/>
                </a:lnTo>
                <a:lnTo>
                  <a:pt x="1470708" y="2282382"/>
                </a:lnTo>
                <a:lnTo>
                  <a:pt x="1471162" y="2282339"/>
                </a:lnTo>
                <a:lnTo>
                  <a:pt x="1471619" y="2282306"/>
                </a:lnTo>
                <a:lnTo>
                  <a:pt x="1472078" y="2282283"/>
                </a:lnTo>
                <a:lnTo>
                  <a:pt x="1472539" y="2282269"/>
                </a:lnTo>
                <a:lnTo>
                  <a:pt x="1473003" y="2282264"/>
                </a:lnTo>
                <a:lnTo>
                  <a:pt x="1473480" y="2282269"/>
                </a:lnTo>
                <a:lnTo>
                  <a:pt x="1473954" y="2282284"/>
                </a:lnTo>
                <a:lnTo>
                  <a:pt x="1474424" y="2282309"/>
                </a:lnTo>
                <a:lnTo>
                  <a:pt x="1474891" y="2282344"/>
                </a:lnTo>
                <a:lnTo>
                  <a:pt x="1475354" y="2282389"/>
                </a:lnTo>
                <a:lnTo>
                  <a:pt x="1475814" y="2282444"/>
                </a:lnTo>
                <a:lnTo>
                  <a:pt x="1476270" y="2282509"/>
                </a:lnTo>
                <a:lnTo>
                  <a:pt x="1476722" y="2282584"/>
                </a:lnTo>
                <a:lnTo>
                  <a:pt x="1477171" y="2282668"/>
                </a:lnTo>
                <a:lnTo>
                  <a:pt x="1477617" y="2282763"/>
                </a:lnTo>
                <a:lnTo>
                  <a:pt x="1478059" y="2282868"/>
                </a:lnTo>
                <a:lnTo>
                  <a:pt x="1478497" y="2282983"/>
                </a:lnTo>
                <a:lnTo>
                  <a:pt x="1478932" y="2283107"/>
                </a:lnTo>
                <a:lnTo>
                  <a:pt x="1479364" y="2283242"/>
                </a:lnTo>
                <a:lnTo>
                  <a:pt x="1479792" y="2283387"/>
                </a:lnTo>
                <a:lnTo>
                  <a:pt x="1480216" y="2283542"/>
                </a:lnTo>
                <a:lnTo>
                  <a:pt x="1480637" y="2283706"/>
                </a:lnTo>
                <a:lnTo>
                  <a:pt x="1481055" y="2283881"/>
                </a:lnTo>
                <a:lnTo>
                  <a:pt x="1481468" y="2284066"/>
                </a:lnTo>
                <a:lnTo>
                  <a:pt x="1481879" y="2284260"/>
                </a:lnTo>
                <a:lnTo>
                  <a:pt x="1482286" y="2284465"/>
                </a:lnTo>
                <a:lnTo>
                  <a:pt x="1482689" y="2284679"/>
                </a:lnTo>
                <a:lnTo>
                  <a:pt x="1483089" y="2284904"/>
                </a:lnTo>
                <a:lnTo>
                  <a:pt x="1483485" y="2285138"/>
                </a:lnTo>
                <a:lnTo>
                  <a:pt x="1483890" y="2285370"/>
                </a:lnTo>
                <a:lnTo>
                  <a:pt x="1484288" y="2285613"/>
                </a:lnTo>
                <a:lnTo>
                  <a:pt x="1484679" y="2285867"/>
                </a:lnTo>
                <a:lnTo>
                  <a:pt x="1485063" y="2286134"/>
                </a:lnTo>
                <a:lnTo>
                  <a:pt x="1485440" y="2286412"/>
                </a:lnTo>
                <a:lnTo>
                  <a:pt x="1485810" y="2286702"/>
                </a:lnTo>
                <a:lnTo>
                  <a:pt x="1486172" y="2287004"/>
                </a:lnTo>
                <a:lnTo>
                  <a:pt x="1486528" y="2287317"/>
                </a:lnTo>
                <a:lnTo>
                  <a:pt x="1486877" y="2287643"/>
                </a:lnTo>
                <a:lnTo>
                  <a:pt x="1487219" y="2287980"/>
                </a:lnTo>
                <a:lnTo>
                  <a:pt x="1487553" y="2288328"/>
                </a:lnTo>
                <a:lnTo>
                  <a:pt x="1487881" y="2288689"/>
                </a:lnTo>
                <a:lnTo>
                  <a:pt x="1488201" y="2289061"/>
                </a:lnTo>
                <a:lnTo>
                  <a:pt x="1488515" y="2289445"/>
                </a:lnTo>
                <a:lnTo>
                  <a:pt x="1488821" y="2289840"/>
                </a:lnTo>
                <a:lnTo>
                  <a:pt x="1489121" y="2290248"/>
                </a:lnTo>
                <a:lnTo>
                  <a:pt x="1489413" y="2290667"/>
                </a:lnTo>
                <a:lnTo>
                  <a:pt x="1489698" y="2291098"/>
                </a:lnTo>
                <a:lnTo>
                  <a:pt x="1489976" y="2291540"/>
                </a:lnTo>
                <a:lnTo>
                  <a:pt x="1490248" y="2291995"/>
                </a:lnTo>
                <a:lnTo>
                  <a:pt x="1490512" y="2292461"/>
                </a:lnTo>
                <a:lnTo>
                  <a:pt x="1490769" y="2292939"/>
                </a:lnTo>
                <a:lnTo>
                  <a:pt x="1491019" y="2293428"/>
                </a:lnTo>
                <a:lnTo>
                  <a:pt x="1491262" y="2293930"/>
                </a:lnTo>
                <a:lnTo>
                  <a:pt x="1491497" y="2294444"/>
                </a:lnTo>
                <a:lnTo>
                  <a:pt x="1491721" y="2294973"/>
                </a:lnTo>
                <a:lnTo>
                  <a:pt x="1491936" y="2295517"/>
                </a:lnTo>
                <a:lnTo>
                  <a:pt x="1492140" y="2296076"/>
                </a:lnTo>
                <a:lnTo>
                  <a:pt x="1492335" y="2296649"/>
                </a:lnTo>
                <a:lnTo>
                  <a:pt x="1492519" y="2297237"/>
                </a:lnTo>
                <a:lnTo>
                  <a:pt x="1492694" y="2297840"/>
                </a:lnTo>
                <a:lnTo>
                  <a:pt x="1492859" y="2298457"/>
                </a:lnTo>
                <a:lnTo>
                  <a:pt x="1493013" y="2299089"/>
                </a:lnTo>
                <a:lnTo>
                  <a:pt x="1493158" y="2299736"/>
                </a:lnTo>
                <a:lnTo>
                  <a:pt x="1493293" y="2300397"/>
                </a:lnTo>
                <a:lnTo>
                  <a:pt x="1493418" y="2301073"/>
                </a:lnTo>
                <a:lnTo>
                  <a:pt x="1493532" y="2301763"/>
                </a:lnTo>
                <a:lnTo>
                  <a:pt x="1493637" y="2302469"/>
                </a:lnTo>
                <a:lnTo>
                  <a:pt x="1493732" y="2303189"/>
                </a:lnTo>
                <a:lnTo>
                  <a:pt x="1493817" y="2303923"/>
                </a:lnTo>
                <a:lnTo>
                  <a:pt x="1493892" y="2304673"/>
                </a:lnTo>
                <a:lnTo>
                  <a:pt x="1493957" y="2305437"/>
                </a:lnTo>
                <a:lnTo>
                  <a:pt x="1494011" y="2306216"/>
                </a:lnTo>
                <a:lnTo>
                  <a:pt x="1494056" y="2307009"/>
                </a:lnTo>
                <a:lnTo>
                  <a:pt x="1494091" y="2307817"/>
                </a:lnTo>
                <a:lnTo>
                  <a:pt x="1494116" y="2308640"/>
                </a:lnTo>
                <a:lnTo>
                  <a:pt x="1494131" y="2309477"/>
                </a:lnTo>
                <a:lnTo>
                  <a:pt x="1494136" y="2310329"/>
                </a:lnTo>
                <a:lnTo>
                  <a:pt x="1494136" y="2320135"/>
                </a:lnTo>
                <a:lnTo>
                  <a:pt x="1494126" y="2321306"/>
                </a:lnTo>
                <a:lnTo>
                  <a:pt x="1494095" y="2322450"/>
                </a:lnTo>
                <a:lnTo>
                  <a:pt x="1494044" y="2323569"/>
                </a:lnTo>
                <a:lnTo>
                  <a:pt x="1493972" y="2324662"/>
                </a:lnTo>
                <a:lnTo>
                  <a:pt x="1493879" y="2325730"/>
                </a:lnTo>
                <a:lnTo>
                  <a:pt x="1493766" y="2326771"/>
                </a:lnTo>
                <a:lnTo>
                  <a:pt x="1493633" y="2327787"/>
                </a:lnTo>
                <a:lnTo>
                  <a:pt x="1493479" y="2328776"/>
                </a:lnTo>
                <a:lnTo>
                  <a:pt x="1493304" y="2329740"/>
                </a:lnTo>
                <a:lnTo>
                  <a:pt x="1493109" y="2330678"/>
                </a:lnTo>
                <a:lnTo>
                  <a:pt x="1492893" y="2331591"/>
                </a:lnTo>
                <a:lnTo>
                  <a:pt x="1492657" y="2332477"/>
                </a:lnTo>
                <a:lnTo>
                  <a:pt x="1492400" y="2333338"/>
                </a:lnTo>
                <a:lnTo>
                  <a:pt x="1492123" y="2334172"/>
                </a:lnTo>
                <a:lnTo>
                  <a:pt x="1491825" y="2334981"/>
                </a:lnTo>
                <a:lnTo>
                  <a:pt x="1491506" y="2335764"/>
                </a:lnTo>
                <a:lnTo>
                  <a:pt x="1491167" y="2336522"/>
                </a:lnTo>
                <a:lnTo>
                  <a:pt x="1490808" y="2337253"/>
                </a:lnTo>
                <a:lnTo>
                  <a:pt x="1490428" y="2337959"/>
                </a:lnTo>
                <a:lnTo>
                  <a:pt x="1490027" y="2338639"/>
                </a:lnTo>
                <a:lnTo>
                  <a:pt x="1489606" y="2339293"/>
                </a:lnTo>
                <a:lnTo>
                  <a:pt x="1489164" y="2339921"/>
                </a:lnTo>
                <a:lnTo>
                  <a:pt x="1488702" y="2340523"/>
                </a:lnTo>
                <a:lnTo>
                  <a:pt x="1488219" y="2341100"/>
                </a:lnTo>
                <a:lnTo>
                  <a:pt x="1487720" y="2341651"/>
                </a:lnTo>
                <a:lnTo>
                  <a:pt x="1487209" y="2342180"/>
                </a:lnTo>
                <a:lnTo>
                  <a:pt x="1486687" y="2342685"/>
                </a:lnTo>
                <a:lnTo>
                  <a:pt x="1486153" y="2343166"/>
                </a:lnTo>
                <a:lnTo>
                  <a:pt x="1485607" y="2343624"/>
                </a:lnTo>
                <a:lnTo>
                  <a:pt x="1485049" y="2344058"/>
                </a:lnTo>
                <a:lnTo>
                  <a:pt x="1484480" y="2344469"/>
                </a:lnTo>
                <a:lnTo>
                  <a:pt x="1483898" y="2344857"/>
                </a:lnTo>
                <a:lnTo>
                  <a:pt x="1483305" y="2345220"/>
                </a:lnTo>
                <a:lnTo>
                  <a:pt x="1482701" y="2345561"/>
                </a:lnTo>
                <a:lnTo>
                  <a:pt x="1482084" y="2345878"/>
                </a:lnTo>
                <a:lnTo>
                  <a:pt x="1481456" y="2346171"/>
                </a:lnTo>
                <a:lnTo>
                  <a:pt x="1480816" y="2346441"/>
                </a:lnTo>
                <a:lnTo>
                  <a:pt x="1480165" y="2346688"/>
                </a:lnTo>
                <a:lnTo>
                  <a:pt x="1479501" y="2346911"/>
                </a:lnTo>
                <a:lnTo>
                  <a:pt x="1478826" y="2347111"/>
                </a:lnTo>
                <a:lnTo>
                  <a:pt x="1478139" y="2347287"/>
                </a:lnTo>
                <a:lnTo>
                  <a:pt x="1477441" y="2347439"/>
                </a:lnTo>
                <a:lnTo>
                  <a:pt x="1476731" y="2347569"/>
                </a:lnTo>
                <a:lnTo>
                  <a:pt x="1476009" y="2347674"/>
                </a:lnTo>
                <a:lnTo>
                  <a:pt x="1475275" y="2347756"/>
                </a:lnTo>
                <a:lnTo>
                  <a:pt x="1474529" y="2347815"/>
                </a:lnTo>
                <a:lnTo>
                  <a:pt x="1473772" y="2347850"/>
                </a:lnTo>
                <a:lnTo>
                  <a:pt x="1473003" y="2347862"/>
                </a:lnTo>
                <a:lnTo>
                  <a:pt x="1472234" y="2347850"/>
                </a:lnTo>
                <a:lnTo>
                  <a:pt x="1471475" y="2347815"/>
                </a:lnTo>
                <a:lnTo>
                  <a:pt x="1470728" y="2347756"/>
                </a:lnTo>
                <a:lnTo>
                  <a:pt x="1469993" y="2347674"/>
                </a:lnTo>
                <a:lnTo>
                  <a:pt x="1469268" y="2347569"/>
                </a:lnTo>
                <a:lnTo>
                  <a:pt x="1468554" y="2347439"/>
                </a:lnTo>
                <a:lnTo>
                  <a:pt x="1467852" y="2347287"/>
                </a:lnTo>
                <a:lnTo>
                  <a:pt x="1467161" y="2347111"/>
                </a:lnTo>
                <a:close/>
                <a:moveTo>
                  <a:pt x="1769686" y="2503350"/>
                </a:moveTo>
                <a:lnTo>
                  <a:pt x="1785579" y="2503350"/>
                </a:lnTo>
                <a:lnTo>
                  <a:pt x="1785579" y="2487120"/>
                </a:lnTo>
                <a:lnTo>
                  <a:pt x="1769686" y="2487120"/>
                </a:lnTo>
                <a:lnTo>
                  <a:pt x="1769686" y="2503350"/>
                </a:lnTo>
                <a:close/>
                <a:moveTo>
                  <a:pt x="1534646" y="2543288"/>
                </a:moveTo>
                <a:lnTo>
                  <a:pt x="1534646" y="2543308"/>
                </a:lnTo>
                <a:lnTo>
                  <a:pt x="1534646" y="2543311"/>
                </a:lnTo>
                <a:lnTo>
                  <a:pt x="1534646" y="2543295"/>
                </a:lnTo>
                <a:lnTo>
                  <a:pt x="1534646" y="2543288"/>
                </a:lnTo>
                <a:close/>
                <a:moveTo>
                  <a:pt x="1534646" y="2543413"/>
                </a:moveTo>
                <a:lnTo>
                  <a:pt x="1534646" y="2543401"/>
                </a:lnTo>
                <a:lnTo>
                  <a:pt x="1534646" y="2543382"/>
                </a:lnTo>
                <a:lnTo>
                  <a:pt x="1534646" y="2543377"/>
                </a:lnTo>
                <a:lnTo>
                  <a:pt x="1534646" y="2543398"/>
                </a:lnTo>
                <a:lnTo>
                  <a:pt x="1534646" y="2543413"/>
                </a:lnTo>
                <a:close/>
                <a:moveTo>
                  <a:pt x="1534646" y="2543462"/>
                </a:moveTo>
                <a:lnTo>
                  <a:pt x="1534646" y="2543483"/>
                </a:lnTo>
                <a:lnTo>
                  <a:pt x="1534646" y="2543498"/>
                </a:lnTo>
                <a:lnTo>
                  <a:pt x="1534646" y="2543476"/>
                </a:lnTo>
                <a:lnTo>
                  <a:pt x="1534646" y="2543456"/>
                </a:lnTo>
                <a:lnTo>
                  <a:pt x="1534646" y="2543462"/>
                </a:lnTo>
                <a:close/>
                <a:moveTo>
                  <a:pt x="1534646" y="2543673"/>
                </a:moveTo>
                <a:lnTo>
                  <a:pt x="1534646" y="2543676"/>
                </a:lnTo>
                <a:lnTo>
                  <a:pt x="1534646" y="2543702"/>
                </a:lnTo>
                <a:lnTo>
                  <a:pt x="1534646" y="2543730"/>
                </a:lnTo>
                <a:lnTo>
                  <a:pt x="1534646" y="2543758"/>
                </a:lnTo>
                <a:lnTo>
                  <a:pt x="1534646" y="2543731"/>
                </a:lnTo>
                <a:lnTo>
                  <a:pt x="1534646" y="2543673"/>
                </a:lnTo>
                <a:close/>
                <a:moveTo>
                  <a:pt x="1692080" y="2609072"/>
                </a:moveTo>
                <a:lnTo>
                  <a:pt x="1692602" y="2609036"/>
                </a:lnTo>
                <a:lnTo>
                  <a:pt x="1693123" y="2608996"/>
                </a:lnTo>
                <a:lnTo>
                  <a:pt x="1693644" y="2608952"/>
                </a:lnTo>
                <a:lnTo>
                  <a:pt x="1694165" y="2608903"/>
                </a:lnTo>
                <a:lnTo>
                  <a:pt x="1694687" y="2608848"/>
                </a:lnTo>
                <a:lnTo>
                  <a:pt x="1695208" y="2608790"/>
                </a:lnTo>
                <a:lnTo>
                  <a:pt x="1695729" y="2608726"/>
                </a:lnTo>
                <a:lnTo>
                  <a:pt x="1696251" y="2608658"/>
                </a:lnTo>
                <a:lnTo>
                  <a:pt x="1696772" y="2608585"/>
                </a:lnTo>
                <a:lnTo>
                  <a:pt x="1697293" y="2608508"/>
                </a:lnTo>
                <a:lnTo>
                  <a:pt x="1697814" y="2608426"/>
                </a:lnTo>
                <a:lnTo>
                  <a:pt x="1698336" y="2608339"/>
                </a:lnTo>
                <a:lnTo>
                  <a:pt x="1698857" y="2608247"/>
                </a:lnTo>
                <a:lnTo>
                  <a:pt x="1699378" y="2608151"/>
                </a:lnTo>
                <a:lnTo>
                  <a:pt x="1699900" y="2608050"/>
                </a:lnTo>
                <a:lnTo>
                  <a:pt x="1700421" y="2607944"/>
                </a:lnTo>
                <a:lnTo>
                  <a:pt x="1700942" y="2607834"/>
                </a:lnTo>
                <a:lnTo>
                  <a:pt x="1701460" y="2607733"/>
                </a:lnTo>
                <a:lnTo>
                  <a:pt x="1701969" y="2607629"/>
                </a:lnTo>
                <a:lnTo>
                  <a:pt x="1702472" y="2607520"/>
                </a:lnTo>
                <a:lnTo>
                  <a:pt x="1702966" y="2607407"/>
                </a:lnTo>
                <a:lnTo>
                  <a:pt x="1703453" y="2607290"/>
                </a:lnTo>
                <a:lnTo>
                  <a:pt x="1703933" y="2607168"/>
                </a:lnTo>
                <a:lnTo>
                  <a:pt x="1704404" y="2607043"/>
                </a:lnTo>
                <a:lnTo>
                  <a:pt x="1704868" y="2606914"/>
                </a:lnTo>
                <a:lnTo>
                  <a:pt x="1705325" y="2606780"/>
                </a:lnTo>
                <a:lnTo>
                  <a:pt x="1705773" y="2606642"/>
                </a:lnTo>
                <a:lnTo>
                  <a:pt x="1706215" y="2606501"/>
                </a:lnTo>
                <a:lnTo>
                  <a:pt x="1706648" y="2606355"/>
                </a:lnTo>
                <a:lnTo>
                  <a:pt x="1707074" y="2606205"/>
                </a:lnTo>
                <a:lnTo>
                  <a:pt x="1707492" y="2606051"/>
                </a:lnTo>
                <a:lnTo>
                  <a:pt x="1707903" y="2605893"/>
                </a:lnTo>
                <a:lnTo>
                  <a:pt x="1708306" y="2605730"/>
                </a:lnTo>
                <a:lnTo>
                  <a:pt x="1708701" y="2605564"/>
                </a:lnTo>
                <a:lnTo>
                  <a:pt x="1709089" y="2605393"/>
                </a:lnTo>
                <a:lnTo>
                  <a:pt x="1709469" y="2605219"/>
                </a:lnTo>
                <a:lnTo>
                  <a:pt x="1709842" y="2605040"/>
                </a:lnTo>
                <a:lnTo>
                  <a:pt x="1710207" y="2604857"/>
                </a:lnTo>
                <a:lnTo>
                  <a:pt x="1710564" y="2604670"/>
                </a:lnTo>
                <a:lnTo>
                  <a:pt x="1710913" y="2604479"/>
                </a:lnTo>
                <a:lnTo>
                  <a:pt x="1711255" y="2604284"/>
                </a:lnTo>
                <a:lnTo>
                  <a:pt x="1711255" y="2591265"/>
                </a:lnTo>
                <a:lnTo>
                  <a:pt x="1710958" y="2591406"/>
                </a:lnTo>
                <a:lnTo>
                  <a:pt x="1710655" y="2591546"/>
                </a:lnTo>
                <a:lnTo>
                  <a:pt x="1710349" y="2591685"/>
                </a:lnTo>
                <a:lnTo>
                  <a:pt x="1710039" y="2591824"/>
                </a:lnTo>
                <a:lnTo>
                  <a:pt x="1709725" y="2591963"/>
                </a:lnTo>
                <a:lnTo>
                  <a:pt x="1709406" y="2592100"/>
                </a:lnTo>
                <a:lnTo>
                  <a:pt x="1709084" y="2592237"/>
                </a:lnTo>
                <a:lnTo>
                  <a:pt x="1708757" y="2592374"/>
                </a:lnTo>
                <a:lnTo>
                  <a:pt x="1708426" y="2592510"/>
                </a:lnTo>
                <a:lnTo>
                  <a:pt x="1708091" y="2592645"/>
                </a:lnTo>
                <a:lnTo>
                  <a:pt x="1707752" y="2592780"/>
                </a:lnTo>
                <a:lnTo>
                  <a:pt x="1707409" y="2592914"/>
                </a:lnTo>
                <a:lnTo>
                  <a:pt x="1707062" y="2593047"/>
                </a:lnTo>
                <a:lnTo>
                  <a:pt x="1706711" y="2593180"/>
                </a:lnTo>
                <a:lnTo>
                  <a:pt x="1706355" y="2593313"/>
                </a:lnTo>
                <a:lnTo>
                  <a:pt x="1705996" y="2593445"/>
                </a:lnTo>
                <a:lnTo>
                  <a:pt x="1705632" y="2593576"/>
                </a:lnTo>
                <a:lnTo>
                  <a:pt x="1705264" y="2593706"/>
                </a:lnTo>
                <a:lnTo>
                  <a:pt x="1704892" y="2593836"/>
                </a:lnTo>
                <a:lnTo>
                  <a:pt x="1704516" y="2593966"/>
                </a:lnTo>
                <a:lnTo>
                  <a:pt x="1704136" y="2594095"/>
                </a:lnTo>
                <a:lnTo>
                  <a:pt x="1703752" y="2594223"/>
                </a:lnTo>
                <a:lnTo>
                  <a:pt x="1703364" y="2594351"/>
                </a:lnTo>
                <a:lnTo>
                  <a:pt x="1702971" y="2594478"/>
                </a:lnTo>
                <a:lnTo>
                  <a:pt x="1702589" y="2594588"/>
                </a:lnTo>
                <a:lnTo>
                  <a:pt x="1702204" y="2594694"/>
                </a:lnTo>
                <a:lnTo>
                  <a:pt x="1701817" y="2594795"/>
                </a:lnTo>
                <a:lnTo>
                  <a:pt x="1701426" y="2594891"/>
                </a:lnTo>
                <a:lnTo>
                  <a:pt x="1701032" y="2594983"/>
                </a:lnTo>
                <a:lnTo>
                  <a:pt x="1700636" y="2595069"/>
                </a:lnTo>
                <a:lnTo>
                  <a:pt x="1700236" y="2595152"/>
                </a:lnTo>
                <a:lnTo>
                  <a:pt x="1699834" y="2595229"/>
                </a:lnTo>
                <a:lnTo>
                  <a:pt x="1699429" y="2595302"/>
                </a:lnTo>
                <a:lnTo>
                  <a:pt x="1699020" y="2595370"/>
                </a:lnTo>
                <a:lnTo>
                  <a:pt x="1698609" y="2595433"/>
                </a:lnTo>
                <a:lnTo>
                  <a:pt x="1698195" y="2595492"/>
                </a:lnTo>
                <a:lnTo>
                  <a:pt x="1697778" y="2595546"/>
                </a:lnTo>
                <a:lnTo>
                  <a:pt x="1697358" y="2595595"/>
                </a:lnTo>
                <a:lnTo>
                  <a:pt x="1696935" y="2595640"/>
                </a:lnTo>
                <a:lnTo>
                  <a:pt x="1696509" y="2595680"/>
                </a:lnTo>
                <a:lnTo>
                  <a:pt x="1696080" y="2595715"/>
                </a:lnTo>
                <a:lnTo>
                  <a:pt x="1695648" y="2595746"/>
                </a:lnTo>
                <a:lnTo>
                  <a:pt x="1695214" y="2595772"/>
                </a:lnTo>
                <a:lnTo>
                  <a:pt x="1694776" y="2595793"/>
                </a:lnTo>
                <a:lnTo>
                  <a:pt x="1694336" y="2595809"/>
                </a:lnTo>
                <a:lnTo>
                  <a:pt x="1693892" y="2595821"/>
                </a:lnTo>
                <a:lnTo>
                  <a:pt x="1693446" y="2595828"/>
                </a:lnTo>
                <a:lnTo>
                  <a:pt x="1692996" y="2595830"/>
                </a:lnTo>
                <a:lnTo>
                  <a:pt x="1692423" y="2595827"/>
                </a:lnTo>
                <a:lnTo>
                  <a:pt x="1691857" y="2595818"/>
                </a:lnTo>
                <a:lnTo>
                  <a:pt x="1691300" y="2595804"/>
                </a:lnTo>
                <a:lnTo>
                  <a:pt x="1690751" y="2595783"/>
                </a:lnTo>
                <a:lnTo>
                  <a:pt x="1690211" y="2595757"/>
                </a:lnTo>
                <a:lnTo>
                  <a:pt x="1689678" y="2595725"/>
                </a:lnTo>
                <a:lnTo>
                  <a:pt x="1689154" y="2595686"/>
                </a:lnTo>
                <a:lnTo>
                  <a:pt x="1688638" y="2595642"/>
                </a:lnTo>
                <a:lnTo>
                  <a:pt x="1688130" y="2595592"/>
                </a:lnTo>
                <a:lnTo>
                  <a:pt x="1687631" y="2595537"/>
                </a:lnTo>
                <a:lnTo>
                  <a:pt x="1687139" y="2595475"/>
                </a:lnTo>
                <a:lnTo>
                  <a:pt x="1686656" y="2595408"/>
                </a:lnTo>
                <a:lnTo>
                  <a:pt x="1686181" y="2595334"/>
                </a:lnTo>
                <a:lnTo>
                  <a:pt x="1685714" y="2595255"/>
                </a:lnTo>
                <a:lnTo>
                  <a:pt x="1685256" y="2595170"/>
                </a:lnTo>
                <a:lnTo>
                  <a:pt x="1684806" y="2595079"/>
                </a:lnTo>
                <a:lnTo>
                  <a:pt x="1684364" y="2594982"/>
                </a:lnTo>
                <a:lnTo>
                  <a:pt x="1683930" y="2594879"/>
                </a:lnTo>
                <a:lnTo>
                  <a:pt x="1683504" y="2594771"/>
                </a:lnTo>
                <a:lnTo>
                  <a:pt x="1683087" y="2594656"/>
                </a:lnTo>
                <a:lnTo>
                  <a:pt x="1682678" y="2594536"/>
                </a:lnTo>
                <a:lnTo>
                  <a:pt x="1682277" y="2594410"/>
                </a:lnTo>
                <a:lnTo>
                  <a:pt x="1681884" y="2594277"/>
                </a:lnTo>
                <a:lnTo>
                  <a:pt x="1681499" y="2594140"/>
                </a:lnTo>
                <a:lnTo>
                  <a:pt x="1681123" y="2593995"/>
                </a:lnTo>
                <a:lnTo>
                  <a:pt x="1680754" y="2593844"/>
                </a:lnTo>
                <a:lnTo>
                  <a:pt x="1680393" y="2593685"/>
                </a:lnTo>
                <a:lnTo>
                  <a:pt x="1680039" y="2593520"/>
                </a:lnTo>
                <a:lnTo>
                  <a:pt x="1679693" y="2593347"/>
                </a:lnTo>
                <a:lnTo>
                  <a:pt x="1679354" y="2593167"/>
                </a:lnTo>
                <a:lnTo>
                  <a:pt x="1679024" y="2592981"/>
                </a:lnTo>
                <a:lnTo>
                  <a:pt x="1678700" y="2592787"/>
                </a:lnTo>
                <a:lnTo>
                  <a:pt x="1678385" y="2592586"/>
                </a:lnTo>
                <a:lnTo>
                  <a:pt x="1678077" y="2592378"/>
                </a:lnTo>
                <a:lnTo>
                  <a:pt x="1677777" y="2592163"/>
                </a:lnTo>
                <a:lnTo>
                  <a:pt x="1677484" y="2591942"/>
                </a:lnTo>
                <a:lnTo>
                  <a:pt x="1677199" y="2591713"/>
                </a:lnTo>
                <a:lnTo>
                  <a:pt x="1676922" y="2591477"/>
                </a:lnTo>
                <a:lnTo>
                  <a:pt x="1676652" y="2591234"/>
                </a:lnTo>
                <a:lnTo>
                  <a:pt x="1676390" y="2590984"/>
                </a:lnTo>
                <a:lnTo>
                  <a:pt x="1676135" y="2590726"/>
                </a:lnTo>
                <a:lnTo>
                  <a:pt x="1675889" y="2590462"/>
                </a:lnTo>
                <a:lnTo>
                  <a:pt x="1675649" y="2590191"/>
                </a:lnTo>
                <a:lnTo>
                  <a:pt x="1675418" y="2589913"/>
                </a:lnTo>
                <a:lnTo>
                  <a:pt x="1675194" y="2589628"/>
                </a:lnTo>
                <a:lnTo>
                  <a:pt x="1674977" y="2589335"/>
                </a:lnTo>
                <a:lnTo>
                  <a:pt x="1674769" y="2589036"/>
                </a:lnTo>
                <a:lnTo>
                  <a:pt x="1674568" y="2588729"/>
                </a:lnTo>
                <a:lnTo>
                  <a:pt x="1674375" y="2588416"/>
                </a:lnTo>
                <a:lnTo>
                  <a:pt x="1674190" y="2588095"/>
                </a:lnTo>
                <a:lnTo>
                  <a:pt x="1674013" y="2587768"/>
                </a:lnTo>
                <a:lnTo>
                  <a:pt x="1673845" y="2587433"/>
                </a:lnTo>
                <a:lnTo>
                  <a:pt x="1673684" y="2587092"/>
                </a:lnTo>
                <a:lnTo>
                  <a:pt x="1673532" y="2586743"/>
                </a:lnTo>
                <a:lnTo>
                  <a:pt x="1673388" y="2586387"/>
                </a:lnTo>
                <a:lnTo>
                  <a:pt x="1673253" y="2586024"/>
                </a:lnTo>
                <a:lnTo>
                  <a:pt x="1673125" y="2585655"/>
                </a:lnTo>
                <a:lnTo>
                  <a:pt x="1673006" y="2585278"/>
                </a:lnTo>
                <a:lnTo>
                  <a:pt x="1672895" y="2584894"/>
                </a:lnTo>
                <a:lnTo>
                  <a:pt x="1672793" y="2584503"/>
                </a:lnTo>
                <a:lnTo>
                  <a:pt x="1672698" y="2584105"/>
                </a:lnTo>
                <a:lnTo>
                  <a:pt x="1672612" y="2583700"/>
                </a:lnTo>
                <a:lnTo>
                  <a:pt x="1672534" y="2583288"/>
                </a:lnTo>
                <a:lnTo>
                  <a:pt x="1672464" y="2582868"/>
                </a:lnTo>
                <a:lnTo>
                  <a:pt x="1672402" y="2582442"/>
                </a:lnTo>
                <a:lnTo>
                  <a:pt x="1672349" y="2582009"/>
                </a:lnTo>
                <a:lnTo>
                  <a:pt x="1672304" y="2581569"/>
                </a:lnTo>
                <a:lnTo>
                  <a:pt x="1672267" y="2581121"/>
                </a:lnTo>
                <a:lnTo>
                  <a:pt x="1672238" y="2580667"/>
                </a:lnTo>
                <a:lnTo>
                  <a:pt x="1672217" y="2580206"/>
                </a:lnTo>
                <a:lnTo>
                  <a:pt x="1672205" y="2579737"/>
                </a:lnTo>
                <a:lnTo>
                  <a:pt x="1672201" y="2579262"/>
                </a:lnTo>
                <a:lnTo>
                  <a:pt x="1672201" y="2534290"/>
                </a:lnTo>
                <a:lnTo>
                  <a:pt x="1711255" y="2534290"/>
                </a:lnTo>
                <a:lnTo>
                  <a:pt x="1711255" y="2521102"/>
                </a:lnTo>
                <a:lnTo>
                  <a:pt x="1672201" y="2521102"/>
                </a:lnTo>
                <a:lnTo>
                  <a:pt x="1672201" y="2493545"/>
                </a:lnTo>
                <a:lnTo>
                  <a:pt x="1661719" y="2493545"/>
                </a:lnTo>
                <a:lnTo>
                  <a:pt x="1655801" y="2521102"/>
                </a:lnTo>
                <a:lnTo>
                  <a:pt x="1630272" y="2521102"/>
                </a:lnTo>
                <a:lnTo>
                  <a:pt x="1630272" y="2534290"/>
                </a:lnTo>
                <a:lnTo>
                  <a:pt x="1655294" y="2534290"/>
                </a:lnTo>
                <a:lnTo>
                  <a:pt x="1655294" y="2580614"/>
                </a:lnTo>
                <a:lnTo>
                  <a:pt x="1655310" y="2581868"/>
                </a:lnTo>
                <a:lnTo>
                  <a:pt x="1655356" y="2583092"/>
                </a:lnTo>
                <a:lnTo>
                  <a:pt x="1655434" y="2584286"/>
                </a:lnTo>
                <a:lnTo>
                  <a:pt x="1655543" y="2585451"/>
                </a:lnTo>
                <a:lnTo>
                  <a:pt x="1655683" y="2586587"/>
                </a:lnTo>
                <a:lnTo>
                  <a:pt x="1655854" y="2587694"/>
                </a:lnTo>
                <a:lnTo>
                  <a:pt x="1656056" y="2588771"/>
                </a:lnTo>
                <a:lnTo>
                  <a:pt x="1656290" y="2589819"/>
                </a:lnTo>
                <a:lnTo>
                  <a:pt x="1656554" y="2590837"/>
                </a:lnTo>
                <a:lnTo>
                  <a:pt x="1656850" y="2591827"/>
                </a:lnTo>
                <a:lnTo>
                  <a:pt x="1657177" y="2592786"/>
                </a:lnTo>
                <a:lnTo>
                  <a:pt x="1657534" y="2593717"/>
                </a:lnTo>
                <a:lnTo>
                  <a:pt x="1657923" y="2594618"/>
                </a:lnTo>
                <a:lnTo>
                  <a:pt x="1658343" y="2595490"/>
                </a:lnTo>
                <a:lnTo>
                  <a:pt x="1658794" y="2596332"/>
                </a:lnTo>
                <a:lnTo>
                  <a:pt x="1659277" y="2597145"/>
                </a:lnTo>
                <a:lnTo>
                  <a:pt x="1659790" y="2597929"/>
                </a:lnTo>
                <a:lnTo>
                  <a:pt x="1660334" y="2598683"/>
                </a:lnTo>
                <a:lnTo>
                  <a:pt x="1660910" y="2599408"/>
                </a:lnTo>
                <a:lnTo>
                  <a:pt x="1661517" y="2600104"/>
                </a:lnTo>
                <a:lnTo>
                  <a:pt x="1662155" y="2600770"/>
                </a:lnTo>
                <a:lnTo>
                  <a:pt x="1662823" y="2601407"/>
                </a:lnTo>
                <a:lnTo>
                  <a:pt x="1663523" y="2602015"/>
                </a:lnTo>
                <a:lnTo>
                  <a:pt x="1664255" y="2602593"/>
                </a:lnTo>
                <a:lnTo>
                  <a:pt x="1665012" y="2603131"/>
                </a:lnTo>
                <a:lnTo>
                  <a:pt x="1665791" y="2603646"/>
                </a:lnTo>
                <a:lnTo>
                  <a:pt x="1666593" y="2604138"/>
                </a:lnTo>
                <a:lnTo>
                  <a:pt x="1667415" y="2604608"/>
                </a:lnTo>
                <a:lnTo>
                  <a:pt x="1668260" y="2605054"/>
                </a:lnTo>
                <a:lnTo>
                  <a:pt x="1669126" y="2605478"/>
                </a:lnTo>
                <a:lnTo>
                  <a:pt x="1670014" y="2605878"/>
                </a:lnTo>
                <a:lnTo>
                  <a:pt x="1670923" y="2606256"/>
                </a:lnTo>
                <a:lnTo>
                  <a:pt x="1671855" y="2606611"/>
                </a:lnTo>
                <a:lnTo>
                  <a:pt x="1672808" y="2606943"/>
                </a:lnTo>
                <a:lnTo>
                  <a:pt x="1673783" y="2607252"/>
                </a:lnTo>
                <a:lnTo>
                  <a:pt x="1674779" y="2607538"/>
                </a:lnTo>
                <a:lnTo>
                  <a:pt x="1675797" y="2607801"/>
                </a:lnTo>
                <a:lnTo>
                  <a:pt x="1676837" y="2608042"/>
                </a:lnTo>
                <a:lnTo>
                  <a:pt x="1677899" y="2608259"/>
                </a:lnTo>
                <a:lnTo>
                  <a:pt x="1678982" y="2608454"/>
                </a:lnTo>
                <a:lnTo>
                  <a:pt x="1680087" y="2608626"/>
                </a:lnTo>
                <a:lnTo>
                  <a:pt x="1681214" y="2608775"/>
                </a:lnTo>
                <a:lnTo>
                  <a:pt x="1682363" y="2608900"/>
                </a:lnTo>
                <a:lnTo>
                  <a:pt x="1683533" y="2609003"/>
                </a:lnTo>
                <a:lnTo>
                  <a:pt x="1684725" y="2609084"/>
                </a:lnTo>
                <a:lnTo>
                  <a:pt x="1685939" y="2609141"/>
                </a:lnTo>
                <a:lnTo>
                  <a:pt x="1687174" y="2609175"/>
                </a:lnTo>
                <a:lnTo>
                  <a:pt x="1688431" y="2609187"/>
                </a:lnTo>
                <a:lnTo>
                  <a:pt x="1688953" y="2609184"/>
                </a:lnTo>
                <a:lnTo>
                  <a:pt x="1689474" y="2609177"/>
                </a:lnTo>
                <a:lnTo>
                  <a:pt x="1689995" y="2609165"/>
                </a:lnTo>
                <a:lnTo>
                  <a:pt x="1690517" y="2609149"/>
                </a:lnTo>
                <a:lnTo>
                  <a:pt x="1691038" y="2609128"/>
                </a:lnTo>
                <a:lnTo>
                  <a:pt x="1691559" y="2609102"/>
                </a:lnTo>
                <a:lnTo>
                  <a:pt x="1692080" y="2609072"/>
                </a:lnTo>
                <a:close/>
                <a:moveTo>
                  <a:pt x="1770363" y="2607496"/>
                </a:moveTo>
                <a:lnTo>
                  <a:pt x="1787270" y="2607496"/>
                </a:lnTo>
                <a:lnTo>
                  <a:pt x="1816518" y="2607496"/>
                </a:lnTo>
                <a:lnTo>
                  <a:pt x="1816518" y="2594478"/>
                </a:lnTo>
                <a:lnTo>
                  <a:pt x="1787270" y="2594478"/>
                </a:lnTo>
                <a:lnTo>
                  <a:pt x="1787270" y="2521102"/>
                </a:lnTo>
                <a:lnTo>
                  <a:pt x="1739423" y="2521102"/>
                </a:lnTo>
                <a:lnTo>
                  <a:pt x="1739423" y="2534290"/>
                </a:lnTo>
                <a:lnTo>
                  <a:pt x="1770363" y="2534290"/>
                </a:lnTo>
                <a:lnTo>
                  <a:pt x="1770363" y="2594478"/>
                </a:lnTo>
                <a:lnTo>
                  <a:pt x="1739423" y="2594478"/>
                </a:lnTo>
                <a:lnTo>
                  <a:pt x="1739423" y="2607496"/>
                </a:lnTo>
                <a:lnTo>
                  <a:pt x="1770363" y="2607496"/>
                </a:lnTo>
                <a:close/>
                <a:moveTo>
                  <a:pt x="1450844" y="2553331"/>
                </a:moveTo>
                <a:lnTo>
                  <a:pt x="1450902" y="2552777"/>
                </a:lnTo>
                <a:lnTo>
                  <a:pt x="1450968" y="2552230"/>
                </a:lnTo>
                <a:lnTo>
                  <a:pt x="1451043" y="2551688"/>
                </a:lnTo>
                <a:lnTo>
                  <a:pt x="1451126" y="2551152"/>
                </a:lnTo>
                <a:lnTo>
                  <a:pt x="1451219" y="2550622"/>
                </a:lnTo>
                <a:lnTo>
                  <a:pt x="1451320" y="2550098"/>
                </a:lnTo>
                <a:lnTo>
                  <a:pt x="1451430" y="2549579"/>
                </a:lnTo>
                <a:lnTo>
                  <a:pt x="1451549" y="2549067"/>
                </a:lnTo>
                <a:lnTo>
                  <a:pt x="1451677" y="2548560"/>
                </a:lnTo>
                <a:lnTo>
                  <a:pt x="1451813" y="2548060"/>
                </a:lnTo>
                <a:lnTo>
                  <a:pt x="1451958" y="2547565"/>
                </a:lnTo>
                <a:lnTo>
                  <a:pt x="1452112" y="2547076"/>
                </a:lnTo>
                <a:lnTo>
                  <a:pt x="1452275" y="2546593"/>
                </a:lnTo>
                <a:lnTo>
                  <a:pt x="1452447" y="2546115"/>
                </a:lnTo>
                <a:lnTo>
                  <a:pt x="1452628" y="2545644"/>
                </a:lnTo>
                <a:lnTo>
                  <a:pt x="1452817" y="2545178"/>
                </a:lnTo>
                <a:lnTo>
                  <a:pt x="1453015" y="2544719"/>
                </a:lnTo>
                <a:lnTo>
                  <a:pt x="1453222" y="2544265"/>
                </a:lnTo>
                <a:lnTo>
                  <a:pt x="1453437" y="2543804"/>
                </a:lnTo>
                <a:lnTo>
                  <a:pt x="1453659" y="2543353"/>
                </a:lnTo>
                <a:lnTo>
                  <a:pt x="1453888" y="2542910"/>
                </a:lnTo>
                <a:lnTo>
                  <a:pt x="1454124" y="2542476"/>
                </a:lnTo>
                <a:lnTo>
                  <a:pt x="1454367" y="2542050"/>
                </a:lnTo>
                <a:lnTo>
                  <a:pt x="1454617" y="2541634"/>
                </a:lnTo>
                <a:lnTo>
                  <a:pt x="1454874" y="2541226"/>
                </a:lnTo>
                <a:lnTo>
                  <a:pt x="1455138" y="2540827"/>
                </a:lnTo>
                <a:lnTo>
                  <a:pt x="1455409" y="2540437"/>
                </a:lnTo>
                <a:lnTo>
                  <a:pt x="1455688" y="2540056"/>
                </a:lnTo>
                <a:lnTo>
                  <a:pt x="1455973" y="2539683"/>
                </a:lnTo>
                <a:lnTo>
                  <a:pt x="1456265" y="2539320"/>
                </a:lnTo>
                <a:lnTo>
                  <a:pt x="1456565" y="2538965"/>
                </a:lnTo>
                <a:lnTo>
                  <a:pt x="1456871" y="2538619"/>
                </a:lnTo>
                <a:lnTo>
                  <a:pt x="1457184" y="2538281"/>
                </a:lnTo>
                <a:lnTo>
                  <a:pt x="1457505" y="2537953"/>
                </a:lnTo>
                <a:lnTo>
                  <a:pt x="1457833" y="2537633"/>
                </a:lnTo>
                <a:lnTo>
                  <a:pt x="1458167" y="2537322"/>
                </a:lnTo>
                <a:lnTo>
                  <a:pt x="1458509" y="2537020"/>
                </a:lnTo>
                <a:lnTo>
                  <a:pt x="1458858" y="2536727"/>
                </a:lnTo>
                <a:lnTo>
                  <a:pt x="1459213" y="2536443"/>
                </a:lnTo>
                <a:lnTo>
                  <a:pt x="1459576" y="2536167"/>
                </a:lnTo>
                <a:lnTo>
                  <a:pt x="1459946" y="2535900"/>
                </a:lnTo>
                <a:lnTo>
                  <a:pt x="1460323" y="2535642"/>
                </a:lnTo>
                <a:lnTo>
                  <a:pt x="1460706" y="2535380"/>
                </a:lnTo>
                <a:lnTo>
                  <a:pt x="1461095" y="2535129"/>
                </a:lnTo>
                <a:lnTo>
                  <a:pt x="1461490" y="2534889"/>
                </a:lnTo>
                <a:lnTo>
                  <a:pt x="1461891" y="2534661"/>
                </a:lnTo>
                <a:lnTo>
                  <a:pt x="1462298" y="2534443"/>
                </a:lnTo>
                <a:lnTo>
                  <a:pt x="1462711" y="2534237"/>
                </a:lnTo>
                <a:lnTo>
                  <a:pt x="1463130" y="2534042"/>
                </a:lnTo>
                <a:lnTo>
                  <a:pt x="1463554" y="2533858"/>
                </a:lnTo>
                <a:lnTo>
                  <a:pt x="1463984" y="2533685"/>
                </a:lnTo>
                <a:lnTo>
                  <a:pt x="1464420" y="2533523"/>
                </a:lnTo>
                <a:lnTo>
                  <a:pt x="1464862" y="2533373"/>
                </a:lnTo>
                <a:lnTo>
                  <a:pt x="1465310" y="2533233"/>
                </a:lnTo>
                <a:lnTo>
                  <a:pt x="1465764" y="2533105"/>
                </a:lnTo>
                <a:lnTo>
                  <a:pt x="1466224" y="2532988"/>
                </a:lnTo>
                <a:lnTo>
                  <a:pt x="1466689" y="2532882"/>
                </a:lnTo>
                <a:lnTo>
                  <a:pt x="1467161" y="2532787"/>
                </a:lnTo>
                <a:lnTo>
                  <a:pt x="1467638" y="2532703"/>
                </a:lnTo>
                <a:lnTo>
                  <a:pt x="1468121" y="2532631"/>
                </a:lnTo>
                <a:lnTo>
                  <a:pt x="1468610" y="2532569"/>
                </a:lnTo>
                <a:lnTo>
                  <a:pt x="1469105" y="2532519"/>
                </a:lnTo>
                <a:lnTo>
                  <a:pt x="1469606" y="2532480"/>
                </a:lnTo>
                <a:lnTo>
                  <a:pt x="1470112" y="2532452"/>
                </a:lnTo>
                <a:lnTo>
                  <a:pt x="1470625" y="2532436"/>
                </a:lnTo>
                <a:lnTo>
                  <a:pt x="1471143" y="2532430"/>
                </a:lnTo>
                <a:lnTo>
                  <a:pt x="1471883" y="2532440"/>
                </a:lnTo>
                <a:lnTo>
                  <a:pt x="1472608" y="2532469"/>
                </a:lnTo>
                <a:lnTo>
                  <a:pt x="1473320" y="2532517"/>
                </a:lnTo>
                <a:lnTo>
                  <a:pt x="1474017" y="2532585"/>
                </a:lnTo>
                <a:lnTo>
                  <a:pt x="1474701" y="2532672"/>
                </a:lnTo>
                <a:lnTo>
                  <a:pt x="1475370" y="2532779"/>
                </a:lnTo>
                <a:lnTo>
                  <a:pt x="1476025" y="2532905"/>
                </a:lnTo>
                <a:lnTo>
                  <a:pt x="1476666" y="2533050"/>
                </a:lnTo>
                <a:lnTo>
                  <a:pt x="1477293" y="2533215"/>
                </a:lnTo>
                <a:lnTo>
                  <a:pt x="1477906" y="2533399"/>
                </a:lnTo>
                <a:lnTo>
                  <a:pt x="1478504" y="2533602"/>
                </a:lnTo>
                <a:lnTo>
                  <a:pt x="1479089" y="2533825"/>
                </a:lnTo>
                <a:lnTo>
                  <a:pt x="1479660" y="2534067"/>
                </a:lnTo>
                <a:lnTo>
                  <a:pt x="1480216" y="2534329"/>
                </a:lnTo>
                <a:lnTo>
                  <a:pt x="1480759" y="2534610"/>
                </a:lnTo>
                <a:lnTo>
                  <a:pt x="1481287" y="2534910"/>
                </a:lnTo>
                <a:lnTo>
                  <a:pt x="1481801" y="2535229"/>
                </a:lnTo>
                <a:lnTo>
                  <a:pt x="1482301" y="2535568"/>
                </a:lnTo>
                <a:lnTo>
                  <a:pt x="1482787" y="2535927"/>
                </a:lnTo>
                <a:lnTo>
                  <a:pt x="1483259" y="2536305"/>
                </a:lnTo>
                <a:lnTo>
                  <a:pt x="1483717" y="2536702"/>
                </a:lnTo>
                <a:lnTo>
                  <a:pt x="1484161" y="2537118"/>
                </a:lnTo>
                <a:lnTo>
                  <a:pt x="1484591" y="2537554"/>
                </a:lnTo>
                <a:lnTo>
                  <a:pt x="1485006" y="2538009"/>
                </a:lnTo>
                <a:lnTo>
                  <a:pt x="1485420" y="2538486"/>
                </a:lnTo>
                <a:lnTo>
                  <a:pt x="1485817" y="2538985"/>
                </a:lnTo>
                <a:lnTo>
                  <a:pt x="1486195" y="2539507"/>
                </a:lnTo>
                <a:lnTo>
                  <a:pt x="1486556" y="2540052"/>
                </a:lnTo>
                <a:lnTo>
                  <a:pt x="1486900" y="2540620"/>
                </a:lnTo>
                <a:lnTo>
                  <a:pt x="1487226" y="2541211"/>
                </a:lnTo>
                <a:lnTo>
                  <a:pt x="1487534" y="2541825"/>
                </a:lnTo>
                <a:lnTo>
                  <a:pt x="1487824" y="2542461"/>
                </a:lnTo>
                <a:lnTo>
                  <a:pt x="1488097" y="2543121"/>
                </a:lnTo>
                <a:lnTo>
                  <a:pt x="1488353" y="2543803"/>
                </a:lnTo>
                <a:lnTo>
                  <a:pt x="1488590" y="2544509"/>
                </a:lnTo>
                <a:lnTo>
                  <a:pt x="1488811" y="2545237"/>
                </a:lnTo>
                <a:lnTo>
                  <a:pt x="1489013" y="2545988"/>
                </a:lnTo>
                <a:lnTo>
                  <a:pt x="1489198" y="2546762"/>
                </a:lnTo>
                <a:lnTo>
                  <a:pt x="1489365" y="2547559"/>
                </a:lnTo>
                <a:lnTo>
                  <a:pt x="1489515" y="2548379"/>
                </a:lnTo>
                <a:lnTo>
                  <a:pt x="1489647" y="2549221"/>
                </a:lnTo>
                <a:lnTo>
                  <a:pt x="1489762" y="2550087"/>
                </a:lnTo>
                <a:lnTo>
                  <a:pt x="1489858" y="2550976"/>
                </a:lnTo>
                <a:lnTo>
                  <a:pt x="1489938" y="2551887"/>
                </a:lnTo>
                <a:lnTo>
                  <a:pt x="1489999" y="2552821"/>
                </a:lnTo>
                <a:lnTo>
                  <a:pt x="1490043" y="2553778"/>
                </a:lnTo>
                <a:lnTo>
                  <a:pt x="1490070" y="2554758"/>
                </a:lnTo>
                <a:lnTo>
                  <a:pt x="1490079" y="2555761"/>
                </a:lnTo>
                <a:lnTo>
                  <a:pt x="1490079" y="2607496"/>
                </a:lnTo>
                <a:lnTo>
                  <a:pt x="1506985" y="2607496"/>
                </a:lnTo>
                <a:lnTo>
                  <a:pt x="1506985" y="2550859"/>
                </a:lnTo>
                <a:lnTo>
                  <a:pt x="1506971" y="2549576"/>
                </a:lnTo>
                <a:lnTo>
                  <a:pt x="1506927" y="2548319"/>
                </a:lnTo>
                <a:lnTo>
                  <a:pt x="1506853" y="2547089"/>
                </a:lnTo>
                <a:lnTo>
                  <a:pt x="1506751" y="2545885"/>
                </a:lnTo>
                <a:lnTo>
                  <a:pt x="1506618" y="2544708"/>
                </a:lnTo>
                <a:lnTo>
                  <a:pt x="1506457" y="2543557"/>
                </a:lnTo>
                <a:lnTo>
                  <a:pt x="1506266" y="2542432"/>
                </a:lnTo>
                <a:lnTo>
                  <a:pt x="1506046" y="2541334"/>
                </a:lnTo>
                <a:lnTo>
                  <a:pt x="1505797" y="2540263"/>
                </a:lnTo>
                <a:lnTo>
                  <a:pt x="1505518" y="2539217"/>
                </a:lnTo>
                <a:lnTo>
                  <a:pt x="1505210" y="2538199"/>
                </a:lnTo>
                <a:lnTo>
                  <a:pt x="1504872" y="2537206"/>
                </a:lnTo>
                <a:lnTo>
                  <a:pt x="1504505" y="2536240"/>
                </a:lnTo>
                <a:lnTo>
                  <a:pt x="1504109" y="2535301"/>
                </a:lnTo>
                <a:lnTo>
                  <a:pt x="1503683" y="2534388"/>
                </a:lnTo>
                <a:lnTo>
                  <a:pt x="1503228" y="2533501"/>
                </a:lnTo>
                <a:lnTo>
                  <a:pt x="1502744" y="2532640"/>
                </a:lnTo>
                <a:lnTo>
                  <a:pt x="1502230" y="2531807"/>
                </a:lnTo>
                <a:lnTo>
                  <a:pt x="1501687" y="2530999"/>
                </a:lnTo>
                <a:lnTo>
                  <a:pt x="1501115" y="2530218"/>
                </a:lnTo>
                <a:lnTo>
                  <a:pt x="1500513" y="2529463"/>
                </a:lnTo>
                <a:lnTo>
                  <a:pt x="1499882" y="2528735"/>
                </a:lnTo>
                <a:lnTo>
                  <a:pt x="1499222" y="2528033"/>
                </a:lnTo>
                <a:lnTo>
                  <a:pt x="1498532" y="2527358"/>
                </a:lnTo>
                <a:lnTo>
                  <a:pt x="1497818" y="2526710"/>
                </a:lnTo>
                <a:lnTo>
                  <a:pt x="1497083" y="2526089"/>
                </a:lnTo>
                <a:lnTo>
                  <a:pt x="1496329" y="2525496"/>
                </a:lnTo>
                <a:lnTo>
                  <a:pt x="1495555" y="2524930"/>
                </a:lnTo>
                <a:lnTo>
                  <a:pt x="1494760" y="2524392"/>
                </a:lnTo>
                <a:lnTo>
                  <a:pt x="1493946" y="2523882"/>
                </a:lnTo>
                <a:lnTo>
                  <a:pt x="1493112" y="2523399"/>
                </a:lnTo>
                <a:lnTo>
                  <a:pt x="1492258" y="2522944"/>
                </a:lnTo>
                <a:lnTo>
                  <a:pt x="1491384" y="2522516"/>
                </a:lnTo>
                <a:lnTo>
                  <a:pt x="1490490" y="2522116"/>
                </a:lnTo>
                <a:lnTo>
                  <a:pt x="1489575" y="2521743"/>
                </a:lnTo>
                <a:lnTo>
                  <a:pt x="1488641" y="2521399"/>
                </a:lnTo>
                <a:lnTo>
                  <a:pt x="1487688" y="2521081"/>
                </a:lnTo>
                <a:lnTo>
                  <a:pt x="1486714" y="2520792"/>
                </a:lnTo>
                <a:lnTo>
                  <a:pt x="1485720" y="2520529"/>
                </a:lnTo>
                <a:lnTo>
                  <a:pt x="1484706" y="2520295"/>
                </a:lnTo>
                <a:lnTo>
                  <a:pt x="1483672" y="2520088"/>
                </a:lnTo>
                <a:lnTo>
                  <a:pt x="1482618" y="2519909"/>
                </a:lnTo>
                <a:lnTo>
                  <a:pt x="1481545" y="2519757"/>
                </a:lnTo>
                <a:lnTo>
                  <a:pt x="1480451" y="2519633"/>
                </a:lnTo>
                <a:lnTo>
                  <a:pt x="1479337" y="2519536"/>
                </a:lnTo>
                <a:lnTo>
                  <a:pt x="1478204" y="2519467"/>
                </a:lnTo>
                <a:lnTo>
                  <a:pt x="1477050" y="2519426"/>
                </a:lnTo>
                <a:lnTo>
                  <a:pt x="1475877" y="2519412"/>
                </a:lnTo>
                <a:lnTo>
                  <a:pt x="1475161" y="2519418"/>
                </a:lnTo>
                <a:lnTo>
                  <a:pt x="1474450" y="2519436"/>
                </a:lnTo>
                <a:lnTo>
                  <a:pt x="1473745" y="2519465"/>
                </a:lnTo>
                <a:lnTo>
                  <a:pt x="1473045" y="2519506"/>
                </a:lnTo>
                <a:lnTo>
                  <a:pt x="1472350" y="2519559"/>
                </a:lnTo>
                <a:lnTo>
                  <a:pt x="1471661" y="2519623"/>
                </a:lnTo>
                <a:lnTo>
                  <a:pt x="1470977" y="2519700"/>
                </a:lnTo>
                <a:lnTo>
                  <a:pt x="1470298" y="2519788"/>
                </a:lnTo>
                <a:lnTo>
                  <a:pt x="1469624" y="2519887"/>
                </a:lnTo>
                <a:lnTo>
                  <a:pt x="1468956" y="2519999"/>
                </a:lnTo>
                <a:lnTo>
                  <a:pt x="1468293" y="2520122"/>
                </a:lnTo>
                <a:lnTo>
                  <a:pt x="1467635" y="2520257"/>
                </a:lnTo>
                <a:lnTo>
                  <a:pt x="1466982" y="2520404"/>
                </a:lnTo>
                <a:lnTo>
                  <a:pt x="1466335" y="2520563"/>
                </a:lnTo>
                <a:lnTo>
                  <a:pt x="1465693" y="2520733"/>
                </a:lnTo>
                <a:lnTo>
                  <a:pt x="1465057" y="2520915"/>
                </a:lnTo>
                <a:lnTo>
                  <a:pt x="1464425" y="2521108"/>
                </a:lnTo>
                <a:lnTo>
                  <a:pt x="1463799" y="2521314"/>
                </a:lnTo>
                <a:lnTo>
                  <a:pt x="1463178" y="2521531"/>
                </a:lnTo>
                <a:lnTo>
                  <a:pt x="1462563" y="2521760"/>
                </a:lnTo>
                <a:lnTo>
                  <a:pt x="1461953" y="2522001"/>
                </a:lnTo>
                <a:lnTo>
                  <a:pt x="1461348" y="2522253"/>
                </a:lnTo>
                <a:lnTo>
                  <a:pt x="1460748" y="2522517"/>
                </a:lnTo>
                <a:lnTo>
                  <a:pt x="1460154" y="2522793"/>
                </a:lnTo>
                <a:lnTo>
                  <a:pt x="1459568" y="2523082"/>
                </a:lnTo>
                <a:lnTo>
                  <a:pt x="1458993" y="2523384"/>
                </a:lnTo>
                <a:lnTo>
                  <a:pt x="1458429" y="2523699"/>
                </a:lnTo>
                <a:lnTo>
                  <a:pt x="1457876" y="2524028"/>
                </a:lnTo>
                <a:lnTo>
                  <a:pt x="1457334" y="2524371"/>
                </a:lnTo>
                <a:lnTo>
                  <a:pt x="1456804" y="2524727"/>
                </a:lnTo>
                <a:lnTo>
                  <a:pt x="1456285" y="2525096"/>
                </a:lnTo>
                <a:lnTo>
                  <a:pt x="1455777" y="2525479"/>
                </a:lnTo>
                <a:lnTo>
                  <a:pt x="1455280" y="2525876"/>
                </a:lnTo>
                <a:lnTo>
                  <a:pt x="1454794" y="2526286"/>
                </a:lnTo>
                <a:lnTo>
                  <a:pt x="1454319" y="2526710"/>
                </a:lnTo>
                <a:lnTo>
                  <a:pt x="1453856" y="2527147"/>
                </a:lnTo>
                <a:lnTo>
                  <a:pt x="1453404" y="2527597"/>
                </a:lnTo>
                <a:lnTo>
                  <a:pt x="1452962" y="2528061"/>
                </a:lnTo>
                <a:lnTo>
                  <a:pt x="1452532" y="2528539"/>
                </a:lnTo>
                <a:lnTo>
                  <a:pt x="1452114" y="2529030"/>
                </a:lnTo>
                <a:lnTo>
                  <a:pt x="1451706" y="2529535"/>
                </a:lnTo>
                <a:lnTo>
                  <a:pt x="1451309" y="2530053"/>
                </a:lnTo>
                <a:lnTo>
                  <a:pt x="1450924" y="2530584"/>
                </a:lnTo>
                <a:lnTo>
                  <a:pt x="1450550" y="2531129"/>
                </a:lnTo>
                <a:lnTo>
                  <a:pt x="1450187" y="2531688"/>
                </a:lnTo>
                <a:lnTo>
                  <a:pt x="1449835" y="2532260"/>
                </a:lnTo>
                <a:lnTo>
                  <a:pt x="1449494" y="2532846"/>
                </a:lnTo>
                <a:lnTo>
                  <a:pt x="1449164" y="2533445"/>
                </a:lnTo>
                <a:lnTo>
                  <a:pt x="1447474" y="2521102"/>
                </a:lnTo>
                <a:lnTo>
                  <a:pt x="1433779" y="2521102"/>
                </a:lnTo>
                <a:lnTo>
                  <a:pt x="1433779" y="2607496"/>
                </a:lnTo>
                <a:lnTo>
                  <a:pt x="1450686" y="2607496"/>
                </a:lnTo>
                <a:lnTo>
                  <a:pt x="1450686" y="2556776"/>
                </a:lnTo>
                <a:lnTo>
                  <a:pt x="1450690" y="2556187"/>
                </a:lnTo>
                <a:lnTo>
                  <a:pt x="1450704" y="2555604"/>
                </a:lnTo>
                <a:lnTo>
                  <a:pt x="1450726" y="2555027"/>
                </a:lnTo>
                <a:lnTo>
                  <a:pt x="1450756" y="2554456"/>
                </a:lnTo>
                <a:lnTo>
                  <a:pt x="1450796" y="2553890"/>
                </a:lnTo>
                <a:lnTo>
                  <a:pt x="1450844" y="2553331"/>
                </a:lnTo>
                <a:close/>
                <a:moveTo>
                  <a:pt x="1534707" y="2544260"/>
                </a:moveTo>
                <a:lnTo>
                  <a:pt x="1534724" y="2544359"/>
                </a:lnTo>
                <a:lnTo>
                  <a:pt x="1534741" y="2544465"/>
                </a:lnTo>
                <a:lnTo>
                  <a:pt x="1534759" y="2544578"/>
                </a:lnTo>
                <a:lnTo>
                  <a:pt x="1534778" y="2544697"/>
                </a:lnTo>
                <a:lnTo>
                  <a:pt x="1534797" y="2544822"/>
                </a:lnTo>
                <a:lnTo>
                  <a:pt x="1534817" y="2544954"/>
                </a:lnTo>
                <a:lnTo>
                  <a:pt x="1534837" y="2545092"/>
                </a:lnTo>
                <a:lnTo>
                  <a:pt x="1534858" y="2545237"/>
                </a:lnTo>
                <a:lnTo>
                  <a:pt x="1534879" y="2545388"/>
                </a:lnTo>
                <a:lnTo>
                  <a:pt x="1534901" y="2545546"/>
                </a:lnTo>
                <a:lnTo>
                  <a:pt x="1534924" y="2545710"/>
                </a:lnTo>
                <a:lnTo>
                  <a:pt x="1534947" y="2545880"/>
                </a:lnTo>
                <a:lnTo>
                  <a:pt x="1534971" y="2546057"/>
                </a:lnTo>
                <a:lnTo>
                  <a:pt x="1534995" y="2546241"/>
                </a:lnTo>
                <a:lnTo>
                  <a:pt x="1535020" y="2546431"/>
                </a:lnTo>
                <a:lnTo>
                  <a:pt x="1535045" y="2546627"/>
                </a:lnTo>
                <a:lnTo>
                  <a:pt x="1535072" y="2546830"/>
                </a:lnTo>
                <a:lnTo>
                  <a:pt x="1535098" y="2547039"/>
                </a:lnTo>
                <a:lnTo>
                  <a:pt x="1535126" y="2547255"/>
                </a:lnTo>
                <a:lnTo>
                  <a:pt x="1535154" y="2547477"/>
                </a:lnTo>
                <a:lnTo>
                  <a:pt x="1550708" y="2547477"/>
                </a:lnTo>
                <a:lnTo>
                  <a:pt x="1550708" y="2545448"/>
                </a:lnTo>
                <a:lnTo>
                  <a:pt x="1550716" y="2544890"/>
                </a:lnTo>
                <a:lnTo>
                  <a:pt x="1550742" y="2544342"/>
                </a:lnTo>
                <a:lnTo>
                  <a:pt x="1550784" y="2543805"/>
                </a:lnTo>
                <a:lnTo>
                  <a:pt x="1550844" y="2543279"/>
                </a:lnTo>
                <a:lnTo>
                  <a:pt x="1550920" y="2542763"/>
                </a:lnTo>
                <a:lnTo>
                  <a:pt x="1551014" y="2542257"/>
                </a:lnTo>
                <a:lnTo>
                  <a:pt x="1551125" y="2541762"/>
                </a:lnTo>
                <a:lnTo>
                  <a:pt x="1551252" y="2541278"/>
                </a:lnTo>
                <a:lnTo>
                  <a:pt x="1551397" y="2540804"/>
                </a:lnTo>
                <a:lnTo>
                  <a:pt x="1551559" y="2540341"/>
                </a:lnTo>
                <a:lnTo>
                  <a:pt x="1551738" y="2539888"/>
                </a:lnTo>
                <a:lnTo>
                  <a:pt x="1551933" y="2539446"/>
                </a:lnTo>
                <a:lnTo>
                  <a:pt x="1552146" y="2539015"/>
                </a:lnTo>
                <a:lnTo>
                  <a:pt x="1552376" y="2538594"/>
                </a:lnTo>
                <a:lnTo>
                  <a:pt x="1552623" y="2538184"/>
                </a:lnTo>
                <a:lnTo>
                  <a:pt x="1552887" y="2537784"/>
                </a:lnTo>
                <a:lnTo>
                  <a:pt x="1553168" y="2537395"/>
                </a:lnTo>
                <a:lnTo>
                  <a:pt x="1553466" y="2537016"/>
                </a:lnTo>
                <a:lnTo>
                  <a:pt x="1553781" y="2536648"/>
                </a:lnTo>
                <a:lnTo>
                  <a:pt x="1554113" y="2536290"/>
                </a:lnTo>
                <a:lnTo>
                  <a:pt x="1554462" y="2535943"/>
                </a:lnTo>
                <a:lnTo>
                  <a:pt x="1554828" y="2535607"/>
                </a:lnTo>
                <a:lnTo>
                  <a:pt x="1555211" y="2535281"/>
                </a:lnTo>
                <a:lnTo>
                  <a:pt x="1555611" y="2534966"/>
                </a:lnTo>
                <a:lnTo>
                  <a:pt x="1556026" y="2534663"/>
                </a:lnTo>
                <a:lnTo>
                  <a:pt x="1556456" y="2534372"/>
                </a:lnTo>
                <a:lnTo>
                  <a:pt x="1556900" y="2534094"/>
                </a:lnTo>
                <a:lnTo>
                  <a:pt x="1557358" y="2533830"/>
                </a:lnTo>
                <a:lnTo>
                  <a:pt x="1557830" y="2533578"/>
                </a:lnTo>
                <a:lnTo>
                  <a:pt x="1558316" y="2533339"/>
                </a:lnTo>
                <a:lnTo>
                  <a:pt x="1558816" y="2533113"/>
                </a:lnTo>
                <a:lnTo>
                  <a:pt x="1559330" y="2532900"/>
                </a:lnTo>
                <a:lnTo>
                  <a:pt x="1559859" y="2532700"/>
                </a:lnTo>
                <a:lnTo>
                  <a:pt x="1560401" y="2532512"/>
                </a:lnTo>
                <a:lnTo>
                  <a:pt x="1560957" y="2532338"/>
                </a:lnTo>
                <a:lnTo>
                  <a:pt x="1561528" y="2532177"/>
                </a:lnTo>
                <a:lnTo>
                  <a:pt x="1562113" y="2532028"/>
                </a:lnTo>
                <a:lnTo>
                  <a:pt x="1562712" y="2531892"/>
                </a:lnTo>
                <a:lnTo>
                  <a:pt x="1563324" y="2531770"/>
                </a:lnTo>
                <a:lnTo>
                  <a:pt x="1563951" y="2531660"/>
                </a:lnTo>
                <a:lnTo>
                  <a:pt x="1564592" y="2531563"/>
                </a:lnTo>
                <a:lnTo>
                  <a:pt x="1565247" y="2531479"/>
                </a:lnTo>
                <a:lnTo>
                  <a:pt x="1565917" y="2531408"/>
                </a:lnTo>
                <a:lnTo>
                  <a:pt x="1566600" y="2531350"/>
                </a:lnTo>
                <a:lnTo>
                  <a:pt x="1567297" y="2531305"/>
                </a:lnTo>
                <a:lnTo>
                  <a:pt x="1568009" y="2531272"/>
                </a:lnTo>
                <a:lnTo>
                  <a:pt x="1568734" y="2531253"/>
                </a:lnTo>
                <a:lnTo>
                  <a:pt x="1569474" y="2531247"/>
                </a:lnTo>
                <a:lnTo>
                  <a:pt x="1570281" y="2531253"/>
                </a:lnTo>
                <a:lnTo>
                  <a:pt x="1571068" y="2531272"/>
                </a:lnTo>
                <a:lnTo>
                  <a:pt x="1571836" y="2531305"/>
                </a:lnTo>
                <a:lnTo>
                  <a:pt x="1572583" y="2531350"/>
                </a:lnTo>
                <a:lnTo>
                  <a:pt x="1573310" y="2531408"/>
                </a:lnTo>
                <a:lnTo>
                  <a:pt x="1574018" y="2531479"/>
                </a:lnTo>
                <a:lnTo>
                  <a:pt x="1574705" y="2531563"/>
                </a:lnTo>
                <a:lnTo>
                  <a:pt x="1575373" y="2531660"/>
                </a:lnTo>
                <a:lnTo>
                  <a:pt x="1576020" y="2531770"/>
                </a:lnTo>
                <a:lnTo>
                  <a:pt x="1576648" y="2531892"/>
                </a:lnTo>
                <a:lnTo>
                  <a:pt x="1577255" y="2532028"/>
                </a:lnTo>
                <a:lnTo>
                  <a:pt x="1577843" y="2532177"/>
                </a:lnTo>
                <a:lnTo>
                  <a:pt x="1578411" y="2532338"/>
                </a:lnTo>
                <a:lnTo>
                  <a:pt x="1578958" y="2532512"/>
                </a:lnTo>
                <a:lnTo>
                  <a:pt x="1579486" y="2532700"/>
                </a:lnTo>
                <a:lnTo>
                  <a:pt x="1579994" y="2532900"/>
                </a:lnTo>
                <a:lnTo>
                  <a:pt x="1580482" y="2533113"/>
                </a:lnTo>
                <a:lnTo>
                  <a:pt x="1580950" y="2533339"/>
                </a:lnTo>
                <a:lnTo>
                  <a:pt x="1581397" y="2533578"/>
                </a:lnTo>
                <a:lnTo>
                  <a:pt x="1581825" y="2533830"/>
                </a:lnTo>
                <a:lnTo>
                  <a:pt x="1582233" y="2534094"/>
                </a:lnTo>
                <a:lnTo>
                  <a:pt x="1582621" y="2534372"/>
                </a:lnTo>
                <a:lnTo>
                  <a:pt x="1582990" y="2534663"/>
                </a:lnTo>
                <a:lnTo>
                  <a:pt x="1583338" y="2534966"/>
                </a:lnTo>
                <a:lnTo>
                  <a:pt x="1583683" y="2535284"/>
                </a:lnTo>
                <a:lnTo>
                  <a:pt x="1584013" y="2535617"/>
                </a:lnTo>
                <a:lnTo>
                  <a:pt x="1584328" y="2535965"/>
                </a:lnTo>
                <a:lnTo>
                  <a:pt x="1584629" y="2536328"/>
                </a:lnTo>
                <a:lnTo>
                  <a:pt x="1584915" y="2536707"/>
                </a:lnTo>
                <a:lnTo>
                  <a:pt x="1585187" y="2537100"/>
                </a:lnTo>
                <a:lnTo>
                  <a:pt x="1585444" y="2537510"/>
                </a:lnTo>
                <a:lnTo>
                  <a:pt x="1585686" y="2537934"/>
                </a:lnTo>
                <a:lnTo>
                  <a:pt x="1585913" y="2538374"/>
                </a:lnTo>
                <a:lnTo>
                  <a:pt x="1586126" y="2538829"/>
                </a:lnTo>
                <a:lnTo>
                  <a:pt x="1586324" y="2539299"/>
                </a:lnTo>
                <a:lnTo>
                  <a:pt x="1586508" y="2539784"/>
                </a:lnTo>
                <a:lnTo>
                  <a:pt x="1586676" y="2540285"/>
                </a:lnTo>
                <a:lnTo>
                  <a:pt x="1586830" y="2540801"/>
                </a:lnTo>
                <a:lnTo>
                  <a:pt x="1586970" y="2541332"/>
                </a:lnTo>
                <a:lnTo>
                  <a:pt x="1587095" y="2541879"/>
                </a:lnTo>
                <a:lnTo>
                  <a:pt x="1587205" y="2542441"/>
                </a:lnTo>
                <a:lnTo>
                  <a:pt x="1587300" y="2543018"/>
                </a:lnTo>
                <a:lnTo>
                  <a:pt x="1587381" y="2543610"/>
                </a:lnTo>
                <a:lnTo>
                  <a:pt x="1587447" y="2544218"/>
                </a:lnTo>
                <a:lnTo>
                  <a:pt x="1587498" y="2544841"/>
                </a:lnTo>
                <a:lnTo>
                  <a:pt x="1587535" y="2545479"/>
                </a:lnTo>
                <a:lnTo>
                  <a:pt x="1587557" y="2546132"/>
                </a:lnTo>
                <a:lnTo>
                  <a:pt x="1587564" y="2546801"/>
                </a:lnTo>
                <a:lnTo>
                  <a:pt x="1587564" y="2556269"/>
                </a:lnTo>
                <a:lnTo>
                  <a:pt x="1585901" y="2556274"/>
                </a:lnTo>
                <a:lnTo>
                  <a:pt x="1584265" y="2556289"/>
                </a:lnTo>
                <a:lnTo>
                  <a:pt x="1582656" y="2556314"/>
                </a:lnTo>
                <a:lnTo>
                  <a:pt x="1581074" y="2556348"/>
                </a:lnTo>
                <a:lnTo>
                  <a:pt x="1579519" y="2556393"/>
                </a:lnTo>
                <a:lnTo>
                  <a:pt x="1577991" y="2556448"/>
                </a:lnTo>
                <a:lnTo>
                  <a:pt x="1576490" y="2556513"/>
                </a:lnTo>
                <a:lnTo>
                  <a:pt x="1575016" y="2556588"/>
                </a:lnTo>
                <a:lnTo>
                  <a:pt x="1573569" y="2556673"/>
                </a:lnTo>
                <a:lnTo>
                  <a:pt x="1572149" y="2556768"/>
                </a:lnTo>
                <a:lnTo>
                  <a:pt x="1570756" y="2556872"/>
                </a:lnTo>
                <a:lnTo>
                  <a:pt x="1569390" y="2556987"/>
                </a:lnTo>
                <a:lnTo>
                  <a:pt x="1568051" y="2557112"/>
                </a:lnTo>
                <a:lnTo>
                  <a:pt x="1566738" y="2557247"/>
                </a:lnTo>
                <a:lnTo>
                  <a:pt x="1565453" y="2557391"/>
                </a:lnTo>
                <a:lnTo>
                  <a:pt x="1564195" y="2557546"/>
                </a:lnTo>
                <a:lnTo>
                  <a:pt x="1562964" y="2557711"/>
                </a:lnTo>
                <a:lnTo>
                  <a:pt x="1561760" y="2557885"/>
                </a:lnTo>
                <a:lnTo>
                  <a:pt x="1560583" y="2558070"/>
                </a:lnTo>
                <a:lnTo>
                  <a:pt x="1559433" y="2558265"/>
                </a:lnTo>
                <a:lnTo>
                  <a:pt x="1558310" y="2558469"/>
                </a:lnTo>
                <a:lnTo>
                  <a:pt x="1557214" y="2558684"/>
                </a:lnTo>
                <a:lnTo>
                  <a:pt x="1556145" y="2558908"/>
                </a:lnTo>
                <a:lnTo>
                  <a:pt x="1555103" y="2559143"/>
                </a:lnTo>
                <a:lnTo>
                  <a:pt x="1554100" y="2559388"/>
                </a:lnTo>
                <a:lnTo>
                  <a:pt x="1553120" y="2559645"/>
                </a:lnTo>
                <a:lnTo>
                  <a:pt x="1552163" y="2559914"/>
                </a:lnTo>
                <a:lnTo>
                  <a:pt x="1551229" y="2560195"/>
                </a:lnTo>
                <a:lnTo>
                  <a:pt x="1550318" y="2560487"/>
                </a:lnTo>
                <a:lnTo>
                  <a:pt x="1549429" y="2560791"/>
                </a:lnTo>
                <a:lnTo>
                  <a:pt x="1548563" y="2561107"/>
                </a:lnTo>
                <a:lnTo>
                  <a:pt x="1547721" y="2561435"/>
                </a:lnTo>
                <a:lnTo>
                  <a:pt x="1546901" y="2561774"/>
                </a:lnTo>
                <a:lnTo>
                  <a:pt x="1546104" y="2562125"/>
                </a:lnTo>
                <a:lnTo>
                  <a:pt x="1545330" y="2562488"/>
                </a:lnTo>
                <a:lnTo>
                  <a:pt x="1544579" y="2562862"/>
                </a:lnTo>
                <a:lnTo>
                  <a:pt x="1543851" y="2563249"/>
                </a:lnTo>
                <a:lnTo>
                  <a:pt x="1543145" y="2563647"/>
                </a:lnTo>
                <a:lnTo>
                  <a:pt x="1542463" y="2564056"/>
                </a:lnTo>
                <a:lnTo>
                  <a:pt x="1541803" y="2564478"/>
                </a:lnTo>
                <a:lnTo>
                  <a:pt x="1541167" y="2564911"/>
                </a:lnTo>
                <a:lnTo>
                  <a:pt x="1540553" y="2565356"/>
                </a:lnTo>
                <a:lnTo>
                  <a:pt x="1539962" y="2565813"/>
                </a:lnTo>
                <a:lnTo>
                  <a:pt x="1539394" y="2566281"/>
                </a:lnTo>
                <a:lnTo>
                  <a:pt x="1538849" y="2566761"/>
                </a:lnTo>
                <a:lnTo>
                  <a:pt x="1538327" y="2567253"/>
                </a:lnTo>
                <a:lnTo>
                  <a:pt x="1537828" y="2567757"/>
                </a:lnTo>
                <a:lnTo>
                  <a:pt x="1537351" y="2568272"/>
                </a:lnTo>
                <a:lnTo>
                  <a:pt x="1536910" y="2568787"/>
                </a:lnTo>
                <a:lnTo>
                  <a:pt x="1536487" y="2569315"/>
                </a:lnTo>
                <a:lnTo>
                  <a:pt x="1536083" y="2569857"/>
                </a:lnTo>
                <a:lnTo>
                  <a:pt x="1535698" y="2570414"/>
                </a:lnTo>
                <a:lnTo>
                  <a:pt x="1535332" y="2570985"/>
                </a:lnTo>
                <a:lnTo>
                  <a:pt x="1534984" y="2571569"/>
                </a:lnTo>
                <a:lnTo>
                  <a:pt x="1534656" y="2572168"/>
                </a:lnTo>
                <a:lnTo>
                  <a:pt x="1534346" y="2572781"/>
                </a:lnTo>
                <a:lnTo>
                  <a:pt x="1534055" y="2573408"/>
                </a:lnTo>
                <a:lnTo>
                  <a:pt x="1533782" y="2574049"/>
                </a:lnTo>
                <a:lnTo>
                  <a:pt x="1533529" y="2574704"/>
                </a:lnTo>
                <a:lnTo>
                  <a:pt x="1533294" y="2575373"/>
                </a:lnTo>
                <a:lnTo>
                  <a:pt x="1533078" y="2576056"/>
                </a:lnTo>
                <a:lnTo>
                  <a:pt x="1532881" y="2576754"/>
                </a:lnTo>
                <a:lnTo>
                  <a:pt x="1532702" y="2577465"/>
                </a:lnTo>
                <a:lnTo>
                  <a:pt x="1532542" y="2578191"/>
                </a:lnTo>
                <a:lnTo>
                  <a:pt x="1532401" y="2578931"/>
                </a:lnTo>
                <a:lnTo>
                  <a:pt x="1532279" y="2579684"/>
                </a:lnTo>
                <a:lnTo>
                  <a:pt x="1532176" y="2580452"/>
                </a:lnTo>
                <a:lnTo>
                  <a:pt x="1532092" y="2581234"/>
                </a:lnTo>
                <a:lnTo>
                  <a:pt x="1532026" y="2582030"/>
                </a:lnTo>
                <a:lnTo>
                  <a:pt x="1531979" y="2582840"/>
                </a:lnTo>
                <a:lnTo>
                  <a:pt x="1531951" y="2583664"/>
                </a:lnTo>
                <a:lnTo>
                  <a:pt x="1531941" y="2584503"/>
                </a:lnTo>
                <a:lnTo>
                  <a:pt x="1531954" y="2585507"/>
                </a:lnTo>
                <a:lnTo>
                  <a:pt x="1531991" y="2586490"/>
                </a:lnTo>
                <a:lnTo>
                  <a:pt x="1532052" y="2587453"/>
                </a:lnTo>
                <a:lnTo>
                  <a:pt x="1532138" y="2588396"/>
                </a:lnTo>
                <a:lnTo>
                  <a:pt x="1532249" y="2589318"/>
                </a:lnTo>
                <a:lnTo>
                  <a:pt x="1532385" y="2590219"/>
                </a:lnTo>
                <a:lnTo>
                  <a:pt x="1532545" y="2591100"/>
                </a:lnTo>
                <a:lnTo>
                  <a:pt x="1532730" y="2591961"/>
                </a:lnTo>
                <a:lnTo>
                  <a:pt x="1532940" y="2592800"/>
                </a:lnTo>
                <a:lnTo>
                  <a:pt x="1533174" y="2593620"/>
                </a:lnTo>
                <a:lnTo>
                  <a:pt x="1533433" y="2594418"/>
                </a:lnTo>
                <a:lnTo>
                  <a:pt x="1533716" y="2595196"/>
                </a:lnTo>
                <a:lnTo>
                  <a:pt x="1534025" y="2595954"/>
                </a:lnTo>
                <a:lnTo>
                  <a:pt x="1534358" y="2596691"/>
                </a:lnTo>
                <a:lnTo>
                  <a:pt x="1534715" y="2597407"/>
                </a:lnTo>
                <a:lnTo>
                  <a:pt x="1535097" y="2598103"/>
                </a:lnTo>
                <a:lnTo>
                  <a:pt x="1535504" y="2598779"/>
                </a:lnTo>
                <a:lnTo>
                  <a:pt x="1535936" y="2599434"/>
                </a:lnTo>
                <a:lnTo>
                  <a:pt x="1536392" y="2600068"/>
                </a:lnTo>
                <a:lnTo>
                  <a:pt x="1536872" y="2600682"/>
                </a:lnTo>
                <a:lnTo>
                  <a:pt x="1537378" y="2601275"/>
                </a:lnTo>
                <a:lnTo>
                  <a:pt x="1537908" y="2601847"/>
                </a:lnTo>
                <a:lnTo>
                  <a:pt x="1538463" y="2602400"/>
                </a:lnTo>
                <a:lnTo>
                  <a:pt x="1539042" y="2602931"/>
                </a:lnTo>
                <a:lnTo>
                  <a:pt x="1539659" y="2603442"/>
                </a:lnTo>
                <a:lnTo>
                  <a:pt x="1540296" y="2603930"/>
                </a:lnTo>
                <a:lnTo>
                  <a:pt x="1540955" y="2604397"/>
                </a:lnTo>
                <a:lnTo>
                  <a:pt x="1541635" y="2604842"/>
                </a:lnTo>
                <a:lnTo>
                  <a:pt x="1542335" y="2605266"/>
                </a:lnTo>
                <a:lnTo>
                  <a:pt x="1543057" y="2605668"/>
                </a:lnTo>
                <a:lnTo>
                  <a:pt x="1543801" y="2606048"/>
                </a:lnTo>
                <a:lnTo>
                  <a:pt x="1544565" y="2606406"/>
                </a:lnTo>
                <a:lnTo>
                  <a:pt x="1545350" y="2606743"/>
                </a:lnTo>
                <a:lnTo>
                  <a:pt x="1546157" y="2607058"/>
                </a:lnTo>
                <a:lnTo>
                  <a:pt x="1546985" y="2607351"/>
                </a:lnTo>
                <a:lnTo>
                  <a:pt x="1547834" y="2607623"/>
                </a:lnTo>
                <a:lnTo>
                  <a:pt x="1548704" y="2607872"/>
                </a:lnTo>
                <a:lnTo>
                  <a:pt x="1549595" y="2608101"/>
                </a:lnTo>
                <a:lnTo>
                  <a:pt x="1550507" y="2608307"/>
                </a:lnTo>
                <a:lnTo>
                  <a:pt x="1551440" y="2608492"/>
                </a:lnTo>
                <a:lnTo>
                  <a:pt x="1552395" y="2608654"/>
                </a:lnTo>
                <a:lnTo>
                  <a:pt x="1553371" y="2608796"/>
                </a:lnTo>
                <a:lnTo>
                  <a:pt x="1554367" y="2608915"/>
                </a:lnTo>
                <a:lnTo>
                  <a:pt x="1555385" y="2609013"/>
                </a:lnTo>
                <a:lnTo>
                  <a:pt x="1556424" y="2609089"/>
                </a:lnTo>
                <a:lnTo>
                  <a:pt x="1557484" y="2609143"/>
                </a:lnTo>
                <a:lnTo>
                  <a:pt x="1558566" y="2609176"/>
                </a:lnTo>
                <a:lnTo>
                  <a:pt x="1559668" y="2609187"/>
                </a:lnTo>
                <a:lnTo>
                  <a:pt x="1560175" y="2609184"/>
                </a:lnTo>
                <a:lnTo>
                  <a:pt x="1560679" y="2609177"/>
                </a:lnTo>
                <a:lnTo>
                  <a:pt x="1561182" y="2609165"/>
                </a:lnTo>
                <a:lnTo>
                  <a:pt x="1561683" y="2609149"/>
                </a:lnTo>
                <a:lnTo>
                  <a:pt x="1562182" y="2609128"/>
                </a:lnTo>
                <a:lnTo>
                  <a:pt x="1562680" y="2609102"/>
                </a:lnTo>
                <a:lnTo>
                  <a:pt x="1563176" y="2609072"/>
                </a:lnTo>
                <a:lnTo>
                  <a:pt x="1563670" y="2609036"/>
                </a:lnTo>
                <a:lnTo>
                  <a:pt x="1564162" y="2608996"/>
                </a:lnTo>
                <a:lnTo>
                  <a:pt x="1564652" y="2608952"/>
                </a:lnTo>
                <a:lnTo>
                  <a:pt x="1565141" y="2608903"/>
                </a:lnTo>
                <a:lnTo>
                  <a:pt x="1565628" y="2608848"/>
                </a:lnTo>
                <a:lnTo>
                  <a:pt x="1566113" y="2608790"/>
                </a:lnTo>
                <a:lnTo>
                  <a:pt x="1566596" y="2608726"/>
                </a:lnTo>
                <a:lnTo>
                  <a:pt x="1567078" y="2608658"/>
                </a:lnTo>
                <a:lnTo>
                  <a:pt x="1567558" y="2608585"/>
                </a:lnTo>
                <a:lnTo>
                  <a:pt x="1568036" y="2608508"/>
                </a:lnTo>
                <a:lnTo>
                  <a:pt x="1568513" y="2608426"/>
                </a:lnTo>
                <a:lnTo>
                  <a:pt x="1568987" y="2608339"/>
                </a:lnTo>
                <a:lnTo>
                  <a:pt x="1569460" y="2608247"/>
                </a:lnTo>
                <a:lnTo>
                  <a:pt x="1569931" y="2608151"/>
                </a:lnTo>
                <a:lnTo>
                  <a:pt x="1570400" y="2608050"/>
                </a:lnTo>
                <a:lnTo>
                  <a:pt x="1570868" y="2607944"/>
                </a:lnTo>
                <a:lnTo>
                  <a:pt x="1571334" y="2607834"/>
                </a:lnTo>
                <a:lnTo>
                  <a:pt x="1571797" y="2607732"/>
                </a:lnTo>
                <a:lnTo>
                  <a:pt x="1572257" y="2607624"/>
                </a:lnTo>
                <a:lnTo>
                  <a:pt x="1572713" y="2607509"/>
                </a:lnTo>
                <a:lnTo>
                  <a:pt x="1573165" y="2607388"/>
                </a:lnTo>
                <a:lnTo>
                  <a:pt x="1573615" y="2607260"/>
                </a:lnTo>
                <a:lnTo>
                  <a:pt x="1574060" y="2607126"/>
                </a:lnTo>
                <a:lnTo>
                  <a:pt x="1574502" y="2606985"/>
                </a:lnTo>
                <a:lnTo>
                  <a:pt x="1574941" y="2606838"/>
                </a:lnTo>
                <a:lnTo>
                  <a:pt x="1575376" y="2606685"/>
                </a:lnTo>
                <a:lnTo>
                  <a:pt x="1575807" y="2606525"/>
                </a:lnTo>
                <a:lnTo>
                  <a:pt x="1576235" y="2606358"/>
                </a:lnTo>
                <a:lnTo>
                  <a:pt x="1576659" y="2606186"/>
                </a:lnTo>
                <a:lnTo>
                  <a:pt x="1577080" y="2606006"/>
                </a:lnTo>
                <a:lnTo>
                  <a:pt x="1577498" y="2605820"/>
                </a:lnTo>
                <a:lnTo>
                  <a:pt x="1577912" y="2605628"/>
                </a:lnTo>
                <a:lnTo>
                  <a:pt x="1578322" y="2605429"/>
                </a:lnTo>
                <a:lnTo>
                  <a:pt x="1578729" y="2605224"/>
                </a:lnTo>
                <a:lnTo>
                  <a:pt x="1579132" y="2605013"/>
                </a:lnTo>
                <a:lnTo>
                  <a:pt x="1579532" y="2604795"/>
                </a:lnTo>
                <a:lnTo>
                  <a:pt x="1579928" y="2604570"/>
                </a:lnTo>
                <a:lnTo>
                  <a:pt x="1580321" y="2604339"/>
                </a:lnTo>
                <a:lnTo>
                  <a:pt x="1580710" y="2604102"/>
                </a:lnTo>
                <a:lnTo>
                  <a:pt x="1581096" y="2603858"/>
                </a:lnTo>
                <a:lnTo>
                  <a:pt x="1581478" y="2603607"/>
                </a:lnTo>
                <a:lnTo>
                  <a:pt x="1581855" y="2603336"/>
                </a:lnTo>
                <a:lnTo>
                  <a:pt x="1582227" y="2603058"/>
                </a:lnTo>
                <a:lnTo>
                  <a:pt x="1582593" y="2602773"/>
                </a:lnTo>
                <a:lnTo>
                  <a:pt x="1582953" y="2602480"/>
                </a:lnTo>
                <a:lnTo>
                  <a:pt x="1583307" y="2602181"/>
                </a:lnTo>
                <a:lnTo>
                  <a:pt x="1583655" y="2601874"/>
                </a:lnTo>
                <a:lnTo>
                  <a:pt x="1583997" y="2601561"/>
                </a:lnTo>
                <a:lnTo>
                  <a:pt x="1584333" y="2601240"/>
                </a:lnTo>
                <a:lnTo>
                  <a:pt x="1584664" y="2600913"/>
                </a:lnTo>
                <a:lnTo>
                  <a:pt x="1584988" y="2600578"/>
                </a:lnTo>
                <a:lnTo>
                  <a:pt x="1585307" y="2600237"/>
                </a:lnTo>
                <a:lnTo>
                  <a:pt x="1585620" y="2599888"/>
                </a:lnTo>
                <a:lnTo>
                  <a:pt x="1585927" y="2599532"/>
                </a:lnTo>
                <a:lnTo>
                  <a:pt x="1586228" y="2599169"/>
                </a:lnTo>
                <a:lnTo>
                  <a:pt x="1586523" y="2598800"/>
                </a:lnTo>
                <a:lnTo>
                  <a:pt x="1586813" y="2598423"/>
                </a:lnTo>
                <a:lnTo>
                  <a:pt x="1587096" y="2598039"/>
                </a:lnTo>
                <a:lnTo>
                  <a:pt x="1587374" y="2597648"/>
                </a:lnTo>
                <a:lnTo>
                  <a:pt x="1587646" y="2597250"/>
                </a:lnTo>
                <a:lnTo>
                  <a:pt x="1587912" y="2596845"/>
                </a:lnTo>
                <a:lnTo>
                  <a:pt x="1588172" y="2596433"/>
                </a:lnTo>
                <a:lnTo>
                  <a:pt x="1588426" y="2596014"/>
                </a:lnTo>
                <a:lnTo>
                  <a:pt x="1588674" y="2595587"/>
                </a:lnTo>
                <a:lnTo>
                  <a:pt x="1588917" y="2595154"/>
                </a:lnTo>
                <a:lnTo>
                  <a:pt x="1588961" y="2595601"/>
                </a:lnTo>
                <a:lnTo>
                  <a:pt x="1589008" y="2596039"/>
                </a:lnTo>
                <a:lnTo>
                  <a:pt x="1589059" y="2596470"/>
                </a:lnTo>
                <a:lnTo>
                  <a:pt x="1589114" y="2596892"/>
                </a:lnTo>
                <a:lnTo>
                  <a:pt x="1589172" y="2597306"/>
                </a:lnTo>
                <a:lnTo>
                  <a:pt x="1589234" y="2597711"/>
                </a:lnTo>
                <a:lnTo>
                  <a:pt x="1589299" y="2598109"/>
                </a:lnTo>
                <a:lnTo>
                  <a:pt x="1589368" y="2598498"/>
                </a:lnTo>
                <a:lnTo>
                  <a:pt x="1589440" y="2598879"/>
                </a:lnTo>
                <a:lnTo>
                  <a:pt x="1589516" y="2599252"/>
                </a:lnTo>
                <a:lnTo>
                  <a:pt x="1589595" y="2599616"/>
                </a:lnTo>
                <a:lnTo>
                  <a:pt x="1589678" y="2599972"/>
                </a:lnTo>
                <a:lnTo>
                  <a:pt x="1589764" y="2600321"/>
                </a:lnTo>
                <a:lnTo>
                  <a:pt x="1589854" y="2600660"/>
                </a:lnTo>
                <a:lnTo>
                  <a:pt x="1589947" y="2600992"/>
                </a:lnTo>
                <a:lnTo>
                  <a:pt x="1590044" y="2601316"/>
                </a:lnTo>
                <a:lnTo>
                  <a:pt x="1590144" y="2601631"/>
                </a:lnTo>
                <a:lnTo>
                  <a:pt x="1590248" y="2601938"/>
                </a:lnTo>
                <a:lnTo>
                  <a:pt x="1590356" y="2602237"/>
                </a:lnTo>
                <a:lnTo>
                  <a:pt x="1590467" y="2602527"/>
                </a:lnTo>
                <a:lnTo>
                  <a:pt x="1590581" y="2602810"/>
                </a:lnTo>
                <a:lnTo>
                  <a:pt x="1590699" y="2603084"/>
                </a:lnTo>
                <a:lnTo>
                  <a:pt x="1590820" y="2603350"/>
                </a:lnTo>
                <a:lnTo>
                  <a:pt x="1590945" y="2603607"/>
                </a:lnTo>
                <a:lnTo>
                  <a:pt x="1591075" y="2603858"/>
                </a:lnTo>
                <a:lnTo>
                  <a:pt x="1591211" y="2604102"/>
                </a:lnTo>
                <a:lnTo>
                  <a:pt x="1591352" y="2604339"/>
                </a:lnTo>
                <a:lnTo>
                  <a:pt x="1591500" y="2604570"/>
                </a:lnTo>
                <a:lnTo>
                  <a:pt x="1591653" y="2604795"/>
                </a:lnTo>
                <a:lnTo>
                  <a:pt x="1591812" y="2605013"/>
                </a:lnTo>
                <a:lnTo>
                  <a:pt x="1591977" y="2605224"/>
                </a:lnTo>
                <a:lnTo>
                  <a:pt x="1592148" y="2605429"/>
                </a:lnTo>
                <a:lnTo>
                  <a:pt x="1592325" y="2605628"/>
                </a:lnTo>
                <a:lnTo>
                  <a:pt x="1592507" y="2605820"/>
                </a:lnTo>
                <a:lnTo>
                  <a:pt x="1592696" y="2606006"/>
                </a:lnTo>
                <a:lnTo>
                  <a:pt x="1592890" y="2606186"/>
                </a:lnTo>
                <a:lnTo>
                  <a:pt x="1593090" y="2606358"/>
                </a:lnTo>
                <a:lnTo>
                  <a:pt x="1593296" y="2606525"/>
                </a:lnTo>
                <a:lnTo>
                  <a:pt x="1593508" y="2606685"/>
                </a:lnTo>
                <a:lnTo>
                  <a:pt x="1593726" y="2606838"/>
                </a:lnTo>
                <a:lnTo>
                  <a:pt x="1593950" y="2606985"/>
                </a:lnTo>
                <a:lnTo>
                  <a:pt x="1594179" y="2607126"/>
                </a:lnTo>
                <a:lnTo>
                  <a:pt x="1594415" y="2607260"/>
                </a:lnTo>
                <a:lnTo>
                  <a:pt x="1594656" y="2607388"/>
                </a:lnTo>
                <a:lnTo>
                  <a:pt x="1594903" y="2607509"/>
                </a:lnTo>
                <a:lnTo>
                  <a:pt x="1595156" y="2607624"/>
                </a:lnTo>
                <a:lnTo>
                  <a:pt x="1595415" y="2607732"/>
                </a:lnTo>
                <a:lnTo>
                  <a:pt x="1595680" y="2607834"/>
                </a:lnTo>
                <a:lnTo>
                  <a:pt x="1595950" y="2607944"/>
                </a:lnTo>
                <a:lnTo>
                  <a:pt x="1596228" y="2608050"/>
                </a:lnTo>
                <a:lnTo>
                  <a:pt x="1596512" y="2608151"/>
                </a:lnTo>
                <a:lnTo>
                  <a:pt x="1596802" y="2608247"/>
                </a:lnTo>
                <a:lnTo>
                  <a:pt x="1597099" y="2608339"/>
                </a:lnTo>
                <a:lnTo>
                  <a:pt x="1597402" y="2608426"/>
                </a:lnTo>
                <a:lnTo>
                  <a:pt x="1597712" y="2608508"/>
                </a:lnTo>
                <a:lnTo>
                  <a:pt x="1598028" y="2608585"/>
                </a:lnTo>
                <a:lnTo>
                  <a:pt x="1598350" y="2608658"/>
                </a:lnTo>
                <a:lnTo>
                  <a:pt x="1598679" y="2608726"/>
                </a:lnTo>
                <a:lnTo>
                  <a:pt x="1599015" y="2608790"/>
                </a:lnTo>
                <a:lnTo>
                  <a:pt x="1599357" y="2608848"/>
                </a:lnTo>
                <a:lnTo>
                  <a:pt x="1599705" y="2608903"/>
                </a:lnTo>
                <a:lnTo>
                  <a:pt x="1600060" y="2608952"/>
                </a:lnTo>
                <a:lnTo>
                  <a:pt x="1600421" y="2608996"/>
                </a:lnTo>
                <a:lnTo>
                  <a:pt x="1600789" y="2609036"/>
                </a:lnTo>
                <a:lnTo>
                  <a:pt x="1601163" y="2609072"/>
                </a:lnTo>
                <a:lnTo>
                  <a:pt x="1601544" y="2609102"/>
                </a:lnTo>
                <a:lnTo>
                  <a:pt x="1601931" y="2609128"/>
                </a:lnTo>
                <a:lnTo>
                  <a:pt x="1602325" y="2609149"/>
                </a:lnTo>
                <a:lnTo>
                  <a:pt x="1602725" y="2609165"/>
                </a:lnTo>
                <a:lnTo>
                  <a:pt x="1603131" y="2609177"/>
                </a:lnTo>
                <a:lnTo>
                  <a:pt x="1603544" y="2609184"/>
                </a:lnTo>
                <a:lnTo>
                  <a:pt x="1603964" y="2609187"/>
                </a:lnTo>
                <a:lnTo>
                  <a:pt x="1604259" y="2609185"/>
                </a:lnTo>
                <a:lnTo>
                  <a:pt x="1604553" y="2609181"/>
                </a:lnTo>
                <a:lnTo>
                  <a:pt x="1604846" y="2609173"/>
                </a:lnTo>
                <a:lnTo>
                  <a:pt x="1605138" y="2609163"/>
                </a:lnTo>
                <a:lnTo>
                  <a:pt x="1605428" y="2609150"/>
                </a:lnTo>
                <a:lnTo>
                  <a:pt x="1605718" y="2609134"/>
                </a:lnTo>
                <a:lnTo>
                  <a:pt x="1606006" y="2609115"/>
                </a:lnTo>
                <a:lnTo>
                  <a:pt x="1606293" y="2609093"/>
                </a:lnTo>
                <a:lnTo>
                  <a:pt x="1606579" y="2609068"/>
                </a:lnTo>
                <a:lnTo>
                  <a:pt x="1606864" y="2609040"/>
                </a:lnTo>
                <a:lnTo>
                  <a:pt x="1607147" y="2609009"/>
                </a:lnTo>
                <a:lnTo>
                  <a:pt x="1607430" y="2608975"/>
                </a:lnTo>
                <a:lnTo>
                  <a:pt x="1607711" y="2608939"/>
                </a:lnTo>
                <a:lnTo>
                  <a:pt x="1607991" y="2608899"/>
                </a:lnTo>
                <a:lnTo>
                  <a:pt x="1608270" y="2608856"/>
                </a:lnTo>
                <a:lnTo>
                  <a:pt x="1608547" y="2608811"/>
                </a:lnTo>
                <a:lnTo>
                  <a:pt x="1608824" y="2608762"/>
                </a:lnTo>
                <a:lnTo>
                  <a:pt x="1609099" y="2608711"/>
                </a:lnTo>
                <a:lnTo>
                  <a:pt x="1609373" y="2608657"/>
                </a:lnTo>
                <a:lnTo>
                  <a:pt x="1609646" y="2608600"/>
                </a:lnTo>
                <a:lnTo>
                  <a:pt x="1609918" y="2608539"/>
                </a:lnTo>
                <a:lnTo>
                  <a:pt x="1610189" y="2608476"/>
                </a:lnTo>
                <a:lnTo>
                  <a:pt x="1610458" y="2608410"/>
                </a:lnTo>
                <a:lnTo>
                  <a:pt x="1610727" y="2608341"/>
                </a:lnTo>
                <a:lnTo>
                  <a:pt x="1610993" y="2608270"/>
                </a:lnTo>
                <a:lnTo>
                  <a:pt x="1611255" y="2608196"/>
                </a:lnTo>
                <a:lnTo>
                  <a:pt x="1611514" y="2608119"/>
                </a:lnTo>
                <a:lnTo>
                  <a:pt x="1611769" y="2608041"/>
                </a:lnTo>
                <a:lnTo>
                  <a:pt x="1612021" y="2607960"/>
                </a:lnTo>
                <a:lnTo>
                  <a:pt x="1612269" y="2607876"/>
                </a:lnTo>
                <a:lnTo>
                  <a:pt x="1612514" y="2607791"/>
                </a:lnTo>
                <a:lnTo>
                  <a:pt x="1612755" y="2607703"/>
                </a:lnTo>
                <a:lnTo>
                  <a:pt x="1612993" y="2607612"/>
                </a:lnTo>
                <a:lnTo>
                  <a:pt x="1613227" y="2607519"/>
                </a:lnTo>
                <a:lnTo>
                  <a:pt x="1613458" y="2607424"/>
                </a:lnTo>
                <a:lnTo>
                  <a:pt x="1613685" y="2607327"/>
                </a:lnTo>
                <a:lnTo>
                  <a:pt x="1613909" y="2607227"/>
                </a:lnTo>
                <a:lnTo>
                  <a:pt x="1614129" y="2607125"/>
                </a:lnTo>
                <a:lnTo>
                  <a:pt x="1614346" y="2607020"/>
                </a:lnTo>
                <a:lnTo>
                  <a:pt x="1614559" y="2606914"/>
                </a:lnTo>
                <a:lnTo>
                  <a:pt x="1614768" y="2606804"/>
                </a:lnTo>
                <a:lnTo>
                  <a:pt x="1614974" y="2606693"/>
                </a:lnTo>
                <a:lnTo>
                  <a:pt x="1615177" y="2606579"/>
                </a:lnTo>
                <a:lnTo>
                  <a:pt x="1615376" y="2606463"/>
                </a:lnTo>
                <a:lnTo>
                  <a:pt x="1615571" y="2606344"/>
                </a:lnTo>
                <a:lnTo>
                  <a:pt x="1615763" y="2606223"/>
                </a:lnTo>
                <a:lnTo>
                  <a:pt x="1615952" y="2606100"/>
                </a:lnTo>
                <a:lnTo>
                  <a:pt x="1616136" y="2605974"/>
                </a:lnTo>
                <a:lnTo>
                  <a:pt x="1616136" y="2594985"/>
                </a:lnTo>
                <a:lnTo>
                  <a:pt x="1615895" y="2595150"/>
                </a:lnTo>
                <a:lnTo>
                  <a:pt x="1615650" y="2595309"/>
                </a:lnTo>
                <a:lnTo>
                  <a:pt x="1615402" y="2595460"/>
                </a:lnTo>
                <a:lnTo>
                  <a:pt x="1615150" y="2595605"/>
                </a:lnTo>
                <a:lnTo>
                  <a:pt x="1614895" y="2595742"/>
                </a:lnTo>
                <a:lnTo>
                  <a:pt x="1614636" y="2595873"/>
                </a:lnTo>
                <a:lnTo>
                  <a:pt x="1614374" y="2595996"/>
                </a:lnTo>
                <a:lnTo>
                  <a:pt x="1614108" y="2596112"/>
                </a:lnTo>
                <a:lnTo>
                  <a:pt x="1613838" y="2596221"/>
                </a:lnTo>
                <a:lnTo>
                  <a:pt x="1613565" y="2596323"/>
                </a:lnTo>
                <a:lnTo>
                  <a:pt x="1613289" y="2596418"/>
                </a:lnTo>
                <a:lnTo>
                  <a:pt x="1613009" y="2596507"/>
                </a:lnTo>
                <a:lnTo>
                  <a:pt x="1612725" y="2596588"/>
                </a:lnTo>
                <a:lnTo>
                  <a:pt x="1612438" y="2596661"/>
                </a:lnTo>
                <a:lnTo>
                  <a:pt x="1612148" y="2596728"/>
                </a:lnTo>
                <a:lnTo>
                  <a:pt x="1611854" y="2596788"/>
                </a:lnTo>
                <a:lnTo>
                  <a:pt x="1611556" y="2596841"/>
                </a:lnTo>
                <a:lnTo>
                  <a:pt x="1611255" y="2596887"/>
                </a:lnTo>
                <a:lnTo>
                  <a:pt x="1610950" y="2596926"/>
                </a:lnTo>
                <a:lnTo>
                  <a:pt x="1610642" y="2596957"/>
                </a:lnTo>
                <a:lnTo>
                  <a:pt x="1610330" y="2596982"/>
                </a:lnTo>
                <a:lnTo>
                  <a:pt x="1610015" y="2597000"/>
                </a:lnTo>
                <a:lnTo>
                  <a:pt x="1609696" y="2597010"/>
                </a:lnTo>
                <a:lnTo>
                  <a:pt x="1609374" y="2597014"/>
                </a:lnTo>
                <a:lnTo>
                  <a:pt x="1609192" y="2597012"/>
                </a:lnTo>
                <a:lnTo>
                  <a:pt x="1609014" y="2597005"/>
                </a:lnTo>
                <a:lnTo>
                  <a:pt x="1608838" y="2596995"/>
                </a:lnTo>
                <a:lnTo>
                  <a:pt x="1608665" y="2596981"/>
                </a:lnTo>
                <a:lnTo>
                  <a:pt x="1608495" y="2596962"/>
                </a:lnTo>
                <a:lnTo>
                  <a:pt x="1608328" y="2596940"/>
                </a:lnTo>
                <a:lnTo>
                  <a:pt x="1608164" y="2596913"/>
                </a:lnTo>
                <a:lnTo>
                  <a:pt x="1608003" y="2596882"/>
                </a:lnTo>
                <a:lnTo>
                  <a:pt x="1607844" y="2596847"/>
                </a:lnTo>
                <a:lnTo>
                  <a:pt x="1607689" y="2596808"/>
                </a:lnTo>
                <a:lnTo>
                  <a:pt x="1607537" y="2596765"/>
                </a:lnTo>
                <a:lnTo>
                  <a:pt x="1607387" y="2596718"/>
                </a:lnTo>
                <a:lnTo>
                  <a:pt x="1607241" y="2596666"/>
                </a:lnTo>
                <a:lnTo>
                  <a:pt x="1607097" y="2596611"/>
                </a:lnTo>
                <a:lnTo>
                  <a:pt x="1606957" y="2596551"/>
                </a:lnTo>
                <a:lnTo>
                  <a:pt x="1606819" y="2596488"/>
                </a:lnTo>
                <a:lnTo>
                  <a:pt x="1606684" y="2596420"/>
                </a:lnTo>
                <a:lnTo>
                  <a:pt x="1606553" y="2596348"/>
                </a:lnTo>
                <a:lnTo>
                  <a:pt x="1606424" y="2596272"/>
                </a:lnTo>
                <a:lnTo>
                  <a:pt x="1606298" y="2596192"/>
                </a:lnTo>
                <a:lnTo>
                  <a:pt x="1606175" y="2596108"/>
                </a:lnTo>
                <a:lnTo>
                  <a:pt x="1606055" y="2596019"/>
                </a:lnTo>
                <a:lnTo>
                  <a:pt x="1605938" y="2595927"/>
                </a:lnTo>
                <a:lnTo>
                  <a:pt x="1605823" y="2595830"/>
                </a:lnTo>
                <a:lnTo>
                  <a:pt x="1605713" y="2595729"/>
                </a:lnTo>
                <a:lnTo>
                  <a:pt x="1605607" y="2595622"/>
                </a:lnTo>
                <a:lnTo>
                  <a:pt x="1605506" y="2595511"/>
                </a:lnTo>
                <a:lnTo>
                  <a:pt x="1605410" y="2595394"/>
                </a:lnTo>
                <a:lnTo>
                  <a:pt x="1605319" y="2595271"/>
                </a:lnTo>
                <a:lnTo>
                  <a:pt x="1605232" y="2595143"/>
                </a:lnTo>
                <a:lnTo>
                  <a:pt x="1605150" y="2595011"/>
                </a:lnTo>
                <a:lnTo>
                  <a:pt x="1605072" y="2594872"/>
                </a:lnTo>
                <a:lnTo>
                  <a:pt x="1604999" y="2594729"/>
                </a:lnTo>
                <a:lnTo>
                  <a:pt x="1604931" y="2594580"/>
                </a:lnTo>
                <a:lnTo>
                  <a:pt x="1604868" y="2594426"/>
                </a:lnTo>
                <a:lnTo>
                  <a:pt x="1604809" y="2594266"/>
                </a:lnTo>
                <a:lnTo>
                  <a:pt x="1604755" y="2594102"/>
                </a:lnTo>
                <a:lnTo>
                  <a:pt x="1604706" y="2593932"/>
                </a:lnTo>
                <a:lnTo>
                  <a:pt x="1604661" y="2593757"/>
                </a:lnTo>
                <a:lnTo>
                  <a:pt x="1604621" y="2593576"/>
                </a:lnTo>
                <a:lnTo>
                  <a:pt x="1604586" y="2593390"/>
                </a:lnTo>
                <a:lnTo>
                  <a:pt x="1604556" y="2593199"/>
                </a:lnTo>
                <a:lnTo>
                  <a:pt x="1604530" y="2593003"/>
                </a:lnTo>
                <a:lnTo>
                  <a:pt x="1604509" y="2592801"/>
                </a:lnTo>
                <a:lnTo>
                  <a:pt x="1604492" y="2592594"/>
                </a:lnTo>
                <a:lnTo>
                  <a:pt x="1604480" y="2592382"/>
                </a:lnTo>
                <a:lnTo>
                  <a:pt x="1604473" y="2592165"/>
                </a:lnTo>
                <a:lnTo>
                  <a:pt x="1604471" y="2591942"/>
                </a:lnTo>
                <a:lnTo>
                  <a:pt x="1604471" y="2546125"/>
                </a:lnTo>
                <a:lnTo>
                  <a:pt x="1604456" y="2545009"/>
                </a:lnTo>
                <a:lnTo>
                  <a:pt x="1604410" y="2543918"/>
                </a:lnTo>
                <a:lnTo>
                  <a:pt x="1604334" y="2542851"/>
                </a:lnTo>
                <a:lnTo>
                  <a:pt x="1604227" y="2541809"/>
                </a:lnTo>
                <a:lnTo>
                  <a:pt x="1604089" y="2540790"/>
                </a:lnTo>
                <a:lnTo>
                  <a:pt x="1603922" y="2539795"/>
                </a:lnTo>
                <a:lnTo>
                  <a:pt x="1603723" y="2538824"/>
                </a:lnTo>
                <a:lnTo>
                  <a:pt x="1603494" y="2537878"/>
                </a:lnTo>
                <a:lnTo>
                  <a:pt x="1603235" y="2536955"/>
                </a:lnTo>
                <a:lnTo>
                  <a:pt x="1602945" y="2536057"/>
                </a:lnTo>
                <a:lnTo>
                  <a:pt x="1602624" y="2535182"/>
                </a:lnTo>
                <a:lnTo>
                  <a:pt x="1602273" y="2534332"/>
                </a:lnTo>
                <a:lnTo>
                  <a:pt x="1601892" y="2533506"/>
                </a:lnTo>
                <a:lnTo>
                  <a:pt x="1601479" y="2532704"/>
                </a:lnTo>
                <a:lnTo>
                  <a:pt x="1601037" y="2531926"/>
                </a:lnTo>
                <a:lnTo>
                  <a:pt x="1600564" y="2531172"/>
                </a:lnTo>
                <a:lnTo>
                  <a:pt x="1600060" y="2530442"/>
                </a:lnTo>
                <a:lnTo>
                  <a:pt x="1599526" y="2529736"/>
                </a:lnTo>
                <a:lnTo>
                  <a:pt x="1598961" y="2529054"/>
                </a:lnTo>
                <a:lnTo>
                  <a:pt x="1598366" y="2528396"/>
                </a:lnTo>
                <a:lnTo>
                  <a:pt x="1597740" y="2527762"/>
                </a:lnTo>
                <a:lnTo>
                  <a:pt x="1597084" y="2527153"/>
                </a:lnTo>
                <a:lnTo>
                  <a:pt x="1596397" y="2526567"/>
                </a:lnTo>
                <a:lnTo>
                  <a:pt x="1595680" y="2526006"/>
                </a:lnTo>
                <a:lnTo>
                  <a:pt x="1594946" y="2525468"/>
                </a:lnTo>
                <a:lnTo>
                  <a:pt x="1594184" y="2524953"/>
                </a:lnTo>
                <a:lnTo>
                  <a:pt x="1593392" y="2524460"/>
                </a:lnTo>
                <a:lnTo>
                  <a:pt x="1592571" y="2523991"/>
                </a:lnTo>
                <a:lnTo>
                  <a:pt x="1591720" y="2523545"/>
                </a:lnTo>
                <a:lnTo>
                  <a:pt x="1590840" y="2523121"/>
                </a:lnTo>
                <a:lnTo>
                  <a:pt x="1589931" y="2522720"/>
                </a:lnTo>
                <a:lnTo>
                  <a:pt x="1588992" y="2522343"/>
                </a:lnTo>
                <a:lnTo>
                  <a:pt x="1588024" y="2521988"/>
                </a:lnTo>
                <a:lnTo>
                  <a:pt x="1587027" y="2521656"/>
                </a:lnTo>
                <a:lnTo>
                  <a:pt x="1586000" y="2521347"/>
                </a:lnTo>
                <a:lnTo>
                  <a:pt x="1584944" y="2521060"/>
                </a:lnTo>
                <a:lnTo>
                  <a:pt x="1583858" y="2520797"/>
                </a:lnTo>
                <a:lnTo>
                  <a:pt x="1582744" y="2520557"/>
                </a:lnTo>
                <a:lnTo>
                  <a:pt x="1581599" y="2520339"/>
                </a:lnTo>
                <a:lnTo>
                  <a:pt x="1580426" y="2520145"/>
                </a:lnTo>
                <a:lnTo>
                  <a:pt x="1579223" y="2519973"/>
                </a:lnTo>
                <a:lnTo>
                  <a:pt x="1577991" y="2519824"/>
                </a:lnTo>
                <a:lnTo>
                  <a:pt x="1576729" y="2519698"/>
                </a:lnTo>
                <a:lnTo>
                  <a:pt x="1575438" y="2519595"/>
                </a:lnTo>
                <a:lnTo>
                  <a:pt x="1574118" y="2519515"/>
                </a:lnTo>
                <a:lnTo>
                  <a:pt x="1572769" y="2519458"/>
                </a:lnTo>
                <a:lnTo>
                  <a:pt x="1571390" y="2519423"/>
                </a:lnTo>
                <a:lnTo>
                  <a:pt x="1569981" y="2519412"/>
                </a:lnTo>
                <a:lnTo>
                  <a:pt x="1568654" y="2519423"/>
                </a:lnTo>
                <a:lnTo>
                  <a:pt x="1567349" y="2519458"/>
                </a:lnTo>
                <a:lnTo>
                  <a:pt x="1566066" y="2519515"/>
                </a:lnTo>
                <a:lnTo>
                  <a:pt x="1564806" y="2519595"/>
                </a:lnTo>
                <a:lnTo>
                  <a:pt x="1563568" y="2519698"/>
                </a:lnTo>
                <a:lnTo>
                  <a:pt x="1562352" y="2519824"/>
                </a:lnTo>
                <a:lnTo>
                  <a:pt x="1561159" y="2519973"/>
                </a:lnTo>
                <a:lnTo>
                  <a:pt x="1559988" y="2520145"/>
                </a:lnTo>
                <a:lnTo>
                  <a:pt x="1558839" y="2520339"/>
                </a:lnTo>
                <a:lnTo>
                  <a:pt x="1557712" y="2520557"/>
                </a:lnTo>
                <a:lnTo>
                  <a:pt x="1556608" y="2520797"/>
                </a:lnTo>
                <a:lnTo>
                  <a:pt x="1555526" y="2521060"/>
                </a:lnTo>
                <a:lnTo>
                  <a:pt x="1554467" y="2521347"/>
                </a:lnTo>
                <a:lnTo>
                  <a:pt x="1553429" y="2521656"/>
                </a:lnTo>
                <a:lnTo>
                  <a:pt x="1552414" y="2521988"/>
                </a:lnTo>
                <a:lnTo>
                  <a:pt x="1551422" y="2522343"/>
                </a:lnTo>
                <a:lnTo>
                  <a:pt x="1550451" y="2522720"/>
                </a:lnTo>
                <a:lnTo>
                  <a:pt x="1549503" y="2523121"/>
                </a:lnTo>
                <a:lnTo>
                  <a:pt x="1548577" y="2523545"/>
                </a:lnTo>
                <a:lnTo>
                  <a:pt x="1547674" y="2523991"/>
                </a:lnTo>
                <a:lnTo>
                  <a:pt x="1546793" y="2524460"/>
                </a:lnTo>
                <a:lnTo>
                  <a:pt x="1545934" y="2524953"/>
                </a:lnTo>
                <a:lnTo>
                  <a:pt x="1545097" y="2525468"/>
                </a:lnTo>
                <a:lnTo>
                  <a:pt x="1544283" y="2526006"/>
                </a:lnTo>
                <a:lnTo>
                  <a:pt x="1543511" y="2526563"/>
                </a:lnTo>
                <a:lnTo>
                  <a:pt x="1542771" y="2527136"/>
                </a:lnTo>
                <a:lnTo>
                  <a:pt x="1542064" y="2527725"/>
                </a:lnTo>
                <a:lnTo>
                  <a:pt x="1541390" y="2528330"/>
                </a:lnTo>
                <a:lnTo>
                  <a:pt x="1540749" y="2528951"/>
                </a:lnTo>
                <a:lnTo>
                  <a:pt x="1540141" y="2529588"/>
                </a:lnTo>
                <a:lnTo>
                  <a:pt x="1539566" y="2530240"/>
                </a:lnTo>
                <a:lnTo>
                  <a:pt x="1539023" y="2530909"/>
                </a:lnTo>
                <a:lnTo>
                  <a:pt x="1538514" y="2531593"/>
                </a:lnTo>
                <a:lnTo>
                  <a:pt x="1538037" y="2532293"/>
                </a:lnTo>
                <a:lnTo>
                  <a:pt x="1537593" y="2533009"/>
                </a:lnTo>
                <a:lnTo>
                  <a:pt x="1537182" y="2533740"/>
                </a:lnTo>
                <a:lnTo>
                  <a:pt x="1536804" y="2534488"/>
                </a:lnTo>
                <a:lnTo>
                  <a:pt x="1536459" y="2535251"/>
                </a:lnTo>
                <a:lnTo>
                  <a:pt x="1536147" y="2536031"/>
                </a:lnTo>
                <a:lnTo>
                  <a:pt x="1535867" y="2536826"/>
                </a:lnTo>
                <a:lnTo>
                  <a:pt x="1535621" y="2537637"/>
                </a:lnTo>
                <a:lnTo>
                  <a:pt x="1535407" y="2538464"/>
                </a:lnTo>
                <a:lnTo>
                  <a:pt x="1535226" y="2539306"/>
                </a:lnTo>
                <a:lnTo>
                  <a:pt x="1535078" y="2540165"/>
                </a:lnTo>
                <a:lnTo>
                  <a:pt x="1534963" y="2541039"/>
                </a:lnTo>
                <a:lnTo>
                  <a:pt x="1534881" y="2541930"/>
                </a:lnTo>
                <a:lnTo>
                  <a:pt x="1534832" y="2542836"/>
                </a:lnTo>
                <a:lnTo>
                  <a:pt x="1534815" y="2543758"/>
                </a:lnTo>
                <a:lnTo>
                  <a:pt x="1534815" y="2543785"/>
                </a:lnTo>
                <a:lnTo>
                  <a:pt x="1534814" y="2543809"/>
                </a:lnTo>
                <a:lnTo>
                  <a:pt x="1534813" y="2543832"/>
                </a:lnTo>
                <a:lnTo>
                  <a:pt x="1534811" y="2543852"/>
                </a:lnTo>
                <a:lnTo>
                  <a:pt x="1534808" y="2543869"/>
                </a:lnTo>
                <a:lnTo>
                  <a:pt x="1534805" y="2543884"/>
                </a:lnTo>
                <a:lnTo>
                  <a:pt x="1534801" y="2543897"/>
                </a:lnTo>
                <a:lnTo>
                  <a:pt x="1534797" y="2543908"/>
                </a:lnTo>
                <a:lnTo>
                  <a:pt x="1534792" y="2543916"/>
                </a:lnTo>
                <a:lnTo>
                  <a:pt x="1534786" y="2543922"/>
                </a:lnTo>
                <a:lnTo>
                  <a:pt x="1534780" y="2543925"/>
                </a:lnTo>
                <a:lnTo>
                  <a:pt x="1534773" y="2543927"/>
                </a:lnTo>
                <a:lnTo>
                  <a:pt x="1534766" y="2543925"/>
                </a:lnTo>
                <a:lnTo>
                  <a:pt x="1534758" y="2543922"/>
                </a:lnTo>
                <a:lnTo>
                  <a:pt x="1534749" y="2543916"/>
                </a:lnTo>
                <a:lnTo>
                  <a:pt x="1534740" y="2543908"/>
                </a:lnTo>
                <a:lnTo>
                  <a:pt x="1534731" y="2543897"/>
                </a:lnTo>
                <a:lnTo>
                  <a:pt x="1534720" y="2543884"/>
                </a:lnTo>
                <a:lnTo>
                  <a:pt x="1534709" y="2543869"/>
                </a:lnTo>
                <a:lnTo>
                  <a:pt x="1534698" y="2543852"/>
                </a:lnTo>
                <a:lnTo>
                  <a:pt x="1534686" y="2543832"/>
                </a:lnTo>
                <a:lnTo>
                  <a:pt x="1534673" y="2543809"/>
                </a:lnTo>
                <a:lnTo>
                  <a:pt x="1534660" y="2543785"/>
                </a:lnTo>
                <a:lnTo>
                  <a:pt x="1534646" y="2543758"/>
                </a:lnTo>
                <a:lnTo>
                  <a:pt x="1534646" y="2543793"/>
                </a:lnTo>
                <a:lnTo>
                  <a:pt x="1534646" y="2543858"/>
                </a:lnTo>
                <a:lnTo>
                  <a:pt x="1534646" y="2543927"/>
                </a:lnTo>
                <a:lnTo>
                  <a:pt x="1534661" y="2544000"/>
                </a:lnTo>
                <a:lnTo>
                  <a:pt x="1534676" y="2544080"/>
                </a:lnTo>
                <a:lnTo>
                  <a:pt x="1534691" y="2544167"/>
                </a:lnTo>
                <a:lnTo>
                  <a:pt x="1534707" y="2544260"/>
                </a:lnTo>
                <a:close/>
                <a:moveTo>
                  <a:pt x="1560436" y="2596895"/>
                </a:moveTo>
                <a:lnTo>
                  <a:pt x="1559856" y="2596807"/>
                </a:lnTo>
                <a:lnTo>
                  <a:pt x="1559290" y="2596707"/>
                </a:lnTo>
                <a:lnTo>
                  <a:pt x="1558739" y="2596596"/>
                </a:lnTo>
                <a:lnTo>
                  <a:pt x="1558203" y="2596472"/>
                </a:lnTo>
                <a:lnTo>
                  <a:pt x="1557682" y="2596337"/>
                </a:lnTo>
                <a:lnTo>
                  <a:pt x="1557175" y="2596191"/>
                </a:lnTo>
                <a:lnTo>
                  <a:pt x="1556682" y="2596032"/>
                </a:lnTo>
                <a:lnTo>
                  <a:pt x="1556205" y="2595862"/>
                </a:lnTo>
                <a:lnTo>
                  <a:pt x="1555742" y="2595680"/>
                </a:lnTo>
                <a:lnTo>
                  <a:pt x="1555294" y="2595486"/>
                </a:lnTo>
                <a:lnTo>
                  <a:pt x="1554860" y="2595281"/>
                </a:lnTo>
                <a:lnTo>
                  <a:pt x="1554441" y="2595064"/>
                </a:lnTo>
                <a:lnTo>
                  <a:pt x="1554037" y="2594835"/>
                </a:lnTo>
                <a:lnTo>
                  <a:pt x="1553648" y="2594594"/>
                </a:lnTo>
                <a:lnTo>
                  <a:pt x="1553273" y="2594342"/>
                </a:lnTo>
                <a:lnTo>
                  <a:pt x="1552913" y="2594077"/>
                </a:lnTo>
                <a:lnTo>
                  <a:pt x="1552567" y="2593801"/>
                </a:lnTo>
                <a:lnTo>
                  <a:pt x="1552250" y="2593514"/>
                </a:lnTo>
                <a:lnTo>
                  <a:pt x="1551946" y="2593214"/>
                </a:lnTo>
                <a:lnTo>
                  <a:pt x="1551656" y="2592903"/>
                </a:lnTo>
                <a:lnTo>
                  <a:pt x="1551379" y="2592580"/>
                </a:lnTo>
                <a:lnTo>
                  <a:pt x="1551116" y="2592246"/>
                </a:lnTo>
                <a:lnTo>
                  <a:pt x="1550866" y="2591899"/>
                </a:lnTo>
                <a:lnTo>
                  <a:pt x="1550630" y="2591541"/>
                </a:lnTo>
                <a:lnTo>
                  <a:pt x="1550407" y="2591172"/>
                </a:lnTo>
                <a:lnTo>
                  <a:pt x="1550198" y="2590790"/>
                </a:lnTo>
                <a:lnTo>
                  <a:pt x="1550002" y="2590397"/>
                </a:lnTo>
                <a:lnTo>
                  <a:pt x="1549820" y="2589992"/>
                </a:lnTo>
                <a:lnTo>
                  <a:pt x="1549651" y="2589575"/>
                </a:lnTo>
                <a:lnTo>
                  <a:pt x="1549496" y="2589146"/>
                </a:lnTo>
                <a:lnTo>
                  <a:pt x="1549354" y="2588706"/>
                </a:lnTo>
                <a:lnTo>
                  <a:pt x="1549226" y="2588254"/>
                </a:lnTo>
                <a:lnTo>
                  <a:pt x="1549111" y="2587790"/>
                </a:lnTo>
                <a:lnTo>
                  <a:pt x="1549009" y="2587315"/>
                </a:lnTo>
                <a:lnTo>
                  <a:pt x="1548922" y="2586828"/>
                </a:lnTo>
                <a:lnTo>
                  <a:pt x="1548847" y="2586329"/>
                </a:lnTo>
                <a:lnTo>
                  <a:pt x="1548787" y="2585818"/>
                </a:lnTo>
                <a:lnTo>
                  <a:pt x="1548739" y="2585295"/>
                </a:lnTo>
                <a:lnTo>
                  <a:pt x="1548706" y="2584761"/>
                </a:lnTo>
                <a:lnTo>
                  <a:pt x="1548685" y="2584215"/>
                </a:lnTo>
                <a:lnTo>
                  <a:pt x="1548679" y="2583658"/>
                </a:lnTo>
                <a:lnTo>
                  <a:pt x="1548685" y="2583113"/>
                </a:lnTo>
                <a:lnTo>
                  <a:pt x="1548703" y="2582580"/>
                </a:lnTo>
                <a:lnTo>
                  <a:pt x="1548734" y="2582057"/>
                </a:lnTo>
                <a:lnTo>
                  <a:pt x="1548777" y="2581544"/>
                </a:lnTo>
                <a:lnTo>
                  <a:pt x="1548833" y="2581042"/>
                </a:lnTo>
                <a:lnTo>
                  <a:pt x="1548901" y="2580551"/>
                </a:lnTo>
                <a:lnTo>
                  <a:pt x="1548981" y="2580070"/>
                </a:lnTo>
                <a:lnTo>
                  <a:pt x="1549073" y="2579600"/>
                </a:lnTo>
                <a:lnTo>
                  <a:pt x="1549178" y="2579140"/>
                </a:lnTo>
                <a:lnTo>
                  <a:pt x="1549295" y="2578691"/>
                </a:lnTo>
                <a:lnTo>
                  <a:pt x="1549425" y="2578253"/>
                </a:lnTo>
                <a:lnTo>
                  <a:pt x="1549566" y="2577825"/>
                </a:lnTo>
                <a:lnTo>
                  <a:pt x="1549720" y="2577407"/>
                </a:lnTo>
                <a:lnTo>
                  <a:pt x="1549887" y="2577000"/>
                </a:lnTo>
                <a:lnTo>
                  <a:pt x="1550066" y="2576604"/>
                </a:lnTo>
                <a:lnTo>
                  <a:pt x="1550257" y="2576218"/>
                </a:lnTo>
                <a:lnTo>
                  <a:pt x="1550460" y="2575843"/>
                </a:lnTo>
                <a:lnTo>
                  <a:pt x="1550676" y="2575479"/>
                </a:lnTo>
                <a:lnTo>
                  <a:pt x="1550904" y="2575125"/>
                </a:lnTo>
                <a:lnTo>
                  <a:pt x="1551144" y="2574781"/>
                </a:lnTo>
                <a:lnTo>
                  <a:pt x="1551397" y="2574449"/>
                </a:lnTo>
                <a:lnTo>
                  <a:pt x="1551662" y="2574126"/>
                </a:lnTo>
                <a:lnTo>
                  <a:pt x="1551940" y="2573815"/>
                </a:lnTo>
                <a:lnTo>
                  <a:pt x="1552229" y="2573513"/>
                </a:lnTo>
                <a:lnTo>
                  <a:pt x="1552547" y="2573207"/>
                </a:lnTo>
                <a:lnTo>
                  <a:pt x="1552882" y="2572909"/>
                </a:lnTo>
                <a:lnTo>
                  <a:pt x="1553233" y="2572618"/>
                </a:lnTo>
                <a:lnTo>
                  <a:pt x="1553601" y="2572335"/>
                </a:lnTo>
                <a:lnTo>
                  <a:pt x="1553985" y="2572059"/>
                </a:lnTo>
                <a:lnTo>
                  <a:pt x="1554385" y="2571791"/>
                </a:lnTo>
                <a:lnTo>
                  <a:pt x="1554802" y="2571531"/>
                </a:lnTo>
                <a:lnTo>
                  <a:pt x="1555235" y="2571278"/>
                </a:lnTo>
                <a:lnTo>
                  <a:pt x="1555685" y="2571033"/>
                </a:lnTo>
                <a:lnTo>
                  <a:pt x="1556151" y="2570795"/>
                </a:lnTo>
                <a:lnTo>
                  <a:pt x="1556633" y="2570566"/>
                </a:lnTo>
                <a:lnTo>
                  <a:pt x="1557132" y="2570343"/>
                </a:lnTo>
                <a:lnTo>
                  <a:pt x="1557648" y="2570129"/>
                </a:lnTo>
                <a:lnTo>
                  <a:pt x="1558179" y="2569922"/>
                </a:lnTo>
                <a:lnTo>
                  <a:pt x="1558728" y="2569723"/>
                </a:lnTo>
                <a:lnTo>
                  <a:pt x="1559292" y="2569531"/>
                </a:lnTo>
                <a:lnTo>
                  <a:pt x="1559874" y="2569347"/>
                </a:lnTo>
                <a:lnTo>
                  <a:pt x="1560471" y="2569171"/>
                </a:lnTo>
                <a:lnTo>
                  <a:pt x="1561085" y="2569002"/>
                </a:lnTo>
                <a:lnTo>
                  <a:pt x="1561716" y="2568841"/>
                </a:lnTo>
                <a:lnTo>
                  <a:pt x="1562363" y="2568687"/>
                </a:lnTo>
                <a:lnTo>
                  <a:pt x="1563026" y="2568541"/>
                </a:lnTo>
                <a:lnTo>
                  <a:pt x="1563706" y="2568403"/>
                </a:lnTo>
                <a:lnTo>
                  <a:pt x="1564402" y="2568272"/>
                </a:lnTo>
                <a:lnTo>
                  <a:pt x="1565131" y="2568134"/>
                </a:lnTo>
                <a:lnTo>
                  <a:pt x="1565880" y="2568002"/>
                </a:lnTo>
                <a:lnTo>
                  <a:pt x="1566650" y="2567876"/>
                </a:lnTo>
                <a:lnTo>
                  <a:pt x="1567441" y="2567756"/>
                </a:lnTo>
                <a:lnTo>
                  <a:pt x="1568252" y="2567641"/>
                </a:lnTo>
                <a:lnTo>
                  <a:pt x="1569083" y="2567533"/>
                </a:lnTo>
                <a:lnTo>
                  <a:pt x="1569935" y="2567430"/>
                </a:lnTo>
                <a:lnTo>
                  <a:pt x="1570808" y="2567333"/>
                </a:lnTo>
                <a:lnTo>
                  <a:pt x="1571701" y="2567242"/>
                </a:lnTo>
                <a:lnTo>
                  <a:pt x="1572615" y="2567157"/>
                </a:lnTo>
                <a:lnTo>
                  <a:pt x="1573549" y="2567078"/>
                </a:lnTo>
                <a:lnTo>
                  <a:pt x="1574504" y="2567004"/>
                </a:lnTo>
                <a:lnTo>
                  <a:pt x="1575479" y="2566937"/>
                </a:lnTo>
                <a:lnTo>
                  <a:pt x="1576475" y="2566875"/>
                </a:lnTo>
                <a:lnTo>
                  <a:pt x="1577492" y="2566819"/>
                </a:lnTo>
                <a:lnTo>
                  <a:pt x="1578529" y="2566770"/>
                </a:lnTo>
                <a:lnTo>
                  <a:pt x="1579586" y="2566726"/>
                </a:lnTo>
                <a:lnTo>
                  <a:pt x="1580664" y="2566687"/>
                </a:lnTo>
                <a:lnTo>
                  <a:pt x="1581763" y="2566655"/>
                </a:lnTo>
                <a:lnTo>
                  <a:pt x="1582882" y="2566629"/>
                </a:lnTo>
                <a:lnTo>
                  <a:pt x="1584022" y="2566608"/>
                </a:lnTo>
                <a:lnTo>
                  <a:pt x="1585182" y="2566593"/>
                </a:lnTo>
                <a:lnTo>
                  <a:pt x="1586363" y="2566585"/>
                </a:lnTo>
                <a:lnTo>
                  <a:pt x="1587564" y="2566582"/>
                </a:lnTo>
                <a:lnTo>
                  <a:pt x="1587564" y="2571823"/>
                </a:lnTo>
                <a:lnTo>
                  <a:pt x="1587560" y="2572412"/>
                </a:lnTo>
                <a:lnTo>
                  <a:pt x="1587547" y="2572997"/>
                </a:lnTo>
                <a:lnTo>
                  <a:pt x="1587525" y="2573577"/>
                </a:lnTo>
                <a:lnTo>
                  <a:pt x="1587494" y="2574152"/>
                </a:lnTo>
                <a:lnTo>
                  <a:pt x="1587454" y="2574723"/>
                </a:lnTo>
                <a:lnTo>
                  <a:pt x="1587406" y="2575289"/>
                </a:lnTo>
                <a:lnTo>
                  <a:pt x="1587348" y="2575850"/>
                </a:lnTo>
                <a:lnTo>
                  <a:pt x="1587282" y="2576406"/>
                </a:lnTo>
                <a:lnTo>
                  <a:pt x="1587208" y="2576958"/>
                </a:lnTo>
                <a:lnTo>
                  <a:pt x="1587124" y="2577505"/>
                </a:lnTo>
                <a:lnTo>
                  <a:pt x="1587031" y="2578048"/>
                </a:lnTo>
                <a:lnTo>
                  <a:pt x="1586930" y="2578585"/>
                </a:lnTo>
                <a:lnTo>
                  <a:pt x="1586820" y="2579118"/>
                </a:lnTo>
                <a:lnTo>
                  <a:pt x="1586701" y="2579647"/>
                </a:lnTo>
                <a:lnTo>
                  <a:pt x="1586574" y="2580170"/>
                </a:lnTo>
                <a:lnTo>
                  <a:pt x="1586437" y="2580689"/>
                </a:lnTo>
                <a:lnTo>
                  <a:pt x="1586292" y="2581204"/>
                </a:lnTo>
                <a:lnTo>
                  <a:pt x="1586138" y="2581713"/>
                </a:lnTo>
                <a:lnTo>
                  <a:pt x="1585975" y="2582218"/>
                </a:lnTo>
                <a:lnTo>
                  <a:pt x="1585803" y="2582718"/>
                </a:lnTo>
                <a:lnTo>
                  <a:pt x="1585623" y="2583214"/>
                </a:lnTo>
                <a:lnTo>
                  <a:pt x="1585433" y="2583704"/>
                </a:lnTo>
                <a:lnTo>
                  <a:pt x="1585235" y="2584190"/>
                </a:lnTo>
                <a:lnTo>
                  <a:pt x="1585028" y="2584672"/>
                </a:lnTo>
                <a:lnTo>
                  <a:pt x="1584827" y="2585147"/>
                </a:lnTo>
                <a:lnTo>
                  <a:pt x="1584615" y="2585613"/>
                </a:lnTo>
                <a:lnTo>
                  <a:pt x="1584394" y="2586072"/>
                </a:lnTo>
                <a:lnTo>
                  <a:pt x="1584164" y="2586522"/>
                </a:lnTo>
                <a:lnTo>
                  <a:pt x="1583925" y="2586964"/>
                </a:lnTo>
                <a:lnTo>
                  <a:pt x="1583676" y="2587398"/>
                </a:lnTo>
                <a:lnTo>
                  <a:pt x="1583418" y="2587824"/>
                </a:lnTo>
                <a:lnTo>
                  <a:pt x="1583150" y="2588241"/>
                </a:lnTo>
                <a:lnTo>
                  <a:pt x="1582873" y="2588650"/>
                </a:lnTo>
                <a:lnTo>
                  <a:pt x="1582586" y="2589051"/>
                </a:lnTo>
                <a:lnTo>
                  <a:pt x="1582290" y="2589444"/>
                </a:lnTo>
                <a:lnTo>
                  <a:pt x="1581985" y="2589828"/>
                </a:lnTo>
                <a:lnTo>
                  <a:pt x="1581670" y="2590205"/>
                </a:lnTo>
                <a:lnTo>
                  <a:pt x="1581346" y="2590573"/>
                </a:lnTo>
                <a:lnTo>
                  <a:pt x="1581013" y="2590933"/>
                </a:lnTo>
                <a:lnTo>
                  <a:pt x="1580670" y="2591284"/>
                </a:lnTo>
                <a:lnTo>
                  <a:pt x="1580318" y="2591628"/>
                </a:lnTo>
                <a:lnTo>
                  <a:pt x="1579956" y="2591963"/>
                </a:lnTo>
                <a:lnTo>
                  <a:pt x="1579585" y="2592290"/>
                </a:lnTo>
                <a:lnTo>
                  <a:pt x="1579205" y="2592609"/>
                </a:lnTo>
                <a:lnTo>
                  <a:pt x="1578815" y="2592919"/>
                </a:lnTo>
                <a:lnTo>
                  <a:pt x="1578416" y="2593221"/>
                </a:lnTo>
                <a:lnTo>
                  <a:pt x="1578007" y="2593516"/>
                </a:lnTo>
                <a:lnTo>
                  <a:pt x="1577590" y="2593801"/>
                </a:lnTo>
                <a:lnTo>
                  <a:pt x="1577176" y="2594077"/>
                </a:lnTo>
                <a:lnTo>
                  <a:pt x="1576752" y="2594342"/>
                </a:lnTo>
                <a:lnTo>
                  <a:pt x="1576319" y="2594594"/>
                </a:lnTo>
                <a:lnTo>
                  <a:pt x="1575875" y="2594835"/>
                </a:lnTo>
                <a:lnTo>
                  <a:pt x="1575422" y="2595064"/>
                </a:lnTo>
                <a:lnTo>
                  <a:pt x="1574958" y="2595281"/>
                </a:lnTo>
                <a:lnTo>
                  <a:pt x="1574485" y="2595486"/>
                </a:lnTo>
                <a:lnTo>
                  <a:pt x="1574001" y="2595680"/>
                </a:lnTo>
                <a:lnTo>
                  <a:pt x="1573508" y="2595862"/>
                </a:lnTo>
                <a:lnTo>
                  <a:pt x="1573005" y="2596032"/>
                </a:lnTo>
                <a:lnTo>
                  <a:pt x="1572491" y="2596191"/>
                </a:lnTo>
                <a:lnTo>
                  <a:pt x="1571968" y="2596337"/>
                </a:lnTo>
                <a:lnTo>
                  <a:pt x="1571435" y="2596472"/>
                </a:lnTo>
                <a:lnTo>
                  <a:pt x="1570891" y="2596596"/>
                </a:lnTo>
                <a:lnTo>
                  <a:pt x="1570338" y="2596707"/>
                </a:lnTo>
                <a:lnTo>
                  <a:pt x="1569775" y="2596807"/>
                </a:lnTo>
                <a:lnTo>
                  <a:pt x="1569201" y="2596895"/>
                </a:lnTo>
                <a:lnTo>
                  <a:pt x="1568618" y="2596972"/>
                </a:lnTo>
                <a:lnTo>
                  <a:pt x="1568025" y="2597036"/>
                </a:lnTo>
                <a:lnTo>
                  <a:pt x="1567422" y="2597089"/>
                </a:lnTo>
                <a:lnTo>
                  <a:pt x="1566809" y="2597130"/>
                </a:lnTo>
                <a:lnTo>
                  <a:pt x="1566186" y="2597159"/>
                </a:lnTo>
                <a:lnTo>
                  <a:pt x="1565552" y="2597177"/>
                </a:lnTo>
                <a:lnTo>
                  <a:pt x="1564909" y="2597183"/>
                </a:lnTo>
                <a:lnTo>
                  <a:pt x="1564226" y="2597177"/>
                </a:lnTo>
                <a:lnTo>
                  <a:pt x="1563558" y="2597159"/>
                </a:lnTo>
                <a:lnTo>
                  <a:pt x="1562904" y="2597130"/>
                </a:lnTo>
                <a:lnTo>
                  <a:pt x="1562265" y="2597089"/>
                </a:lnTo>
                <a:lnTo>
                  <a:pt x="1561641" y="2597036"/>
                </a:lnTo>
                <a:lnTo>
                  <a:pt x="1561031" y="2596972"/>
                </a:lnTo>
                <a:lnTo>
                  <a:pt x="1560436" y="2596895"/>
                </a:lnTo>
                <a:close/>
                <a:moveTo>
                  <a:pt x="2073809" y="1506744"/>
                </a:moveTo>
                <a:lnTo>
                  <a:pt x="2089702" y="1506744"/>
                </a:lnTo>
                <a:lnTo>
                  <a:pt x="2089702" y="1490514"/>
                </a:lnTo>
                <a:lnTo>
                  <a:pt x="2073809" y="1490514"/>
                </a:lnTo>
                <a:lnTo>
                  <a:pt x="2073809" y="1506744"/>
                </a:lnTo>
                <a:close/>
                <a:moveTo>
                  <a:pt x="2300734" y="1519762"/>
                </a:moveTo>
                <a:lnTo>
                  <a:pt x="2300734" y="1494910"/>
                </a:lnTo>
                <a:lnTo>
                  <a:pt x="2286195" y="1494910"/>
                </a:lnTo>
                <a:lnTo>
                  <a:pt x="2286195" y="1519762"/>
                </a:lnTo>
                <a:lnTo>
                  <a:pt x="2290083" y="1541910"/>
                </a:lnTo>
                <a:lnTo>
                  <a:pt x="2296846" y="1541910"/>
                </a:lnTo>
                <a:lnTo>
                  <a:pt x="2300734" y="1519762"/>
                </a:lnTo>
                <a:close/>
                <a:moveTo>
                  <a:pt x="2275544" y="1519762"/>
                </a:moveTo>
                <a:lnTo>
                  <a:pt x="2275544" y="1494910"/>
                </a:lnTo>
                <a:lnTo>
                  <a:pt x="2261004" y="1494910"/>
                </a:lnTo>
                <a:lnTo>
                  <a:pt x="2261004" y="1519762"/>
                </a:lnTo>
                <a:lnTo>
                  <a:pt x="2264892" y="1541910"/>
                </a:lnTo>
                <a:lnTo>
                  <a:pt x="2271655" y="1541910"/>
                </a:lnTo>
                <a:lnTo>
                  <a:pt x="2275544" y="1519762"/>
                </a:lnTo>
                <a:close/>
                <a:moveTo>
                  <a:pt x="1838769" y="1546666"/>
                </a:moveTo>
                <a:lnTo>
                  <a:pt x="1838769" y="1546658"/>
                </a:lnTo>
                <a:lnTo>
                  <a:pt x="1838769" y="1546644"/>
                </a:lnTo>
                <a:lnTo>
                  <a:pt x="1838769" y="1546644"/>
                </a:lnTo>
                <a:lnTo>
                  <a:pt x="1838769" y="1546660"/>
                </a:lnTo>
                <a:lnTo>
                  <a:pt x="1838769" y="1546666"/>
                </a:lnTo>
                <a:close/>
                <a:moveTo>
                  <a:pt x="1838769" y="1546729"/>
                </a:moveTo>
                <a:lnTo>
                  <a:pt x="1838769" y="1546739"/>
                </a:lnTo>
                <a:lnTo>
                  <a:pt x="1838769" y="1546757"/>
                </a:lnTo>
                <a:lnTo>
                  <a:pt x="1838769" y="1546765"/>
                </a:lnTo>
                <a:lnTo>
                  <a:pt x="1838769" y="1546759"/>
                </a:lnTo>
                <a:lnTo>
                  <a:pt x="1838769" y="1546729"/>
                </a:lnTo>
                <a:close/>
                <a:moveTo>
                  <a:pt x="1838769" y="1546795"/>
                </a:moveTo>
                <a:lnTo>
                  <a:pt x="1838769" y="1546776"/>
                </a:lnTo>
                <a:lnTo>
                  <a:pt x="1838769" y="1546765"/>
                </a:lnTo>
                <a:lnTo>
                  <a:pt x="1838769" y="1546792"/>
                </a:lnTo>
                <a:lnTo>
                  <a:pt x="1838769" y="1546807"/>
                </a:lnTo>
                <a:lnTo>
                  <a:pt x="1838769" y="1546795"/>
                </a:lnTo>
                <a:close/>
                <a:moveTo>
                  <a:pt x="1838769" y="1546846"/>
                </a:moveTo>
                <a:lnTo>
                  <a:pt x="1838769" y="1546855"/>
                </a:lnTo>
                <a:lnTo>
                  <a:pt x="1838769" y="1546877"/>
                </a:lnTo>
                <a:lnTo>
                  <a:pt x="1838769" y="1546899"/>
                </a:lnTo>
                <a:lnTo>
                  <a:pt x="1838769" y="1546913"/>
                </a:lnTo>
                <a:lnTo>
                  <a:pt x="1838769" y="1546869"/>
                </a:lnTo>
                <a:lnTo>
                  <a:pt x="1838769" y="1546846"/>
                </a:lnTo>
                <a:close/>
                <a:moveTo>
                  <a:pt x="1838769" y="1547123"/>
                </a:moveTo>
                <a:lnTo>
                  <a:pt x="1838769" y="1547125"/>
                </a:lnTo>
                <a:lnTo>
                  <a:pt x="1838769" y="1547067"/>
                </a:lnTo>
                <a:lnTo>
                  <a:pt x="1838769" y="1547012"/>
                </a:lnTo>
                <a:lnTo>
                  <a:pt x="1838769" y="1547018"/>
                </a:lnTo>
                <a:lnTo>
                  <a:pt x="1838769" y="1547043"/>
                </a:lnTo>
                <a:lnTo>
                  <a:pt x="1838769" y="1547069"/>
                </a:lnTo>
                <a:lnTo>
                  <a:pt x="1838769" y="1547096"/>
                </a:lnTo>
                <a:lnTo>
                  <a:pt x="1838769" y="1547123"/>
                </a:lnTo>
                <a:close/>
                <a:moveTo>
                  <a:pt x="1972424" y="1554521"/>
                </a:moveTo>
                <a:lnTo>
                  <a:pt x="1972473" y="1554083"/>
                </a:lnTo>
                <a:lnTo>
                  <a:pt x="1972528" y="1553647"/>
                </a:lnTo>
                <a:lnTo>
                  <a:pt x="1972589" y="1553213"/>
                </a:lnTo>
                <a:lnTo>
                  <a:pt x="1972657" y="1552781"/>
                </a:lnTo>
                <a:lnTo>
                  <a:pt x="1972731" y="1552350"/>
                </a:lnTo>
                <a:lnTo>
                  <a:pt x="1972812" y="1551921"/>
                </a:lnTo>
                <a:lnTo>
                  <a:pt x="1972899" y="1551494"/>
                </a:lnTo>
                <a:lnTo>
                  <a:pt x="1972993" y="1551069"/>
                </a:lnTo>
                <a:lnTo>
                  <a:pt x="1973093" y="1550645"/>
                </a:lnTo>
                <a:lnTo>
                  <a:pt x="1973199" y="1550223"/>
                </a:lnTo>
                <a:lnTo>
                  <a:pt x="1973312" y="1549803"/>
                </a:lnTo>
                <a:lnTo>
                  <a:pt x="1973432" y="1549385"/>
                </a:lnTo>
                <a:lnTo>
                  <a:pt x="1973558" y="1548969"/>
                </a:lnTo>
                <a:lnTo>
                  <a:pt x="1973690" y="1548554"/>
                </a:lnTo>
                <a:lnTo>
                  <a:pt x="1973829" y="1548141"/>
                </a:lnTo>
                <a:lnTo>
                  <a:pt x="1973974" y="1547730"/>
                </a:lnTo>
                <a:lnTo>
                  <a:pt x="1974126" y="1547320"/>
                </a:lnTo>
                <a:lnTo>
                  <a:pt x="1974284" y="1546915"/>
                </a:lnTo>
                <a:lnTo>
                  <a:pt x="1974449" y="1546515"/>
                </a:lnTo>
                <a:lnTo>
                  <a:pt x="1974620" y="1546121"/>
                </a:lnTo>
                <a:lnTo>
                  <a:pt x="1974797" y="1545733"/>
                </a:lnTo>
                <a:lnTo>
                  <a:pt x="1974981" y="1545351"/>
                </a:lnTo>
                <a:lnTo>
                  <a:pt x="1975172" y="1544974"/>
                </a:lnTo>
                <a:lnTo>
                  <a:pt x="1975369" y="1544604"/>
                </a:lnTo>
                <a:lnTo>
                  <a:pt x="1975572" y="1544239"/>
                </a:lnTo>
                <a:lnTo>
                  <a:pt x="1975782" y="1543881"/>
                </a:lnTo>
                <a:lnTo>
                  <a:pt x="1975998" y="1543528"/>
                </a:lnTo>
                <a:lnTo>
                  <a:pt x="1976221" y="1543181"/>
                </a:lnTo>
                <a:lnTo>
                  <a:pt x="1976450" y="1542840"/>
                </a:lnTo>
                <a:lnTo>
                  <a:pt x="1976686" y="1542505"/>
                </a:lnTo>
                <a:lnTo>
                  <a:pt x="1976928" y="1542175"/>
                </a:lnTo>
                <a:lnTo>
                  <a:pt x="1977177" y="1541852"/>
                </a:lnTo>
                <a:lnTo>
                  <a:pt x="1977432" y="1541534"/>
                </a:lnTo>
                <a:lnTo>
                  <a:pt x="1977694" y="1541223"/>
                </a:lnTo>
                <a:lnTo>
                  <a:pt x="1977962" y="1540917"/>
                </a:lnTo>
                <a:lnTo>
                  <a:pt x="1978236" y="1540617"/>
                </a:lnTo>
                <a:lnTo>
                  <a:pt x="1978517" y="1540323"/>
                </a:lnTo>
                <a:lnTo>
                  <a:pt x="1978804" y="1540035"/>
                </a:lnTo>
                <a:lnTo>
                  <a:pt x="1979098" y="1539752"/>
                </a:lnTo>
                <a:lnTo>
                  <a:pt x="1979398" y="1539476"/>
                </a:lnTo>
                <a:lnTo>
                  <a:pt x="1979705" y="1539205"/>
                </a:lnTo>
                <a:lnTo>
                  <a:pt x="1980032" y="1538943"/>
                </a:lnTo>
                <a:lnTo>
                  <a:pt x="1980365" y="1538692"/>
                </a:lnTo>
                <a:lnTo>
                  <a:pt x="1980704" y="1538452"/>
                </a:lnTo>
                <a:lnTo>
                  <a:pt x="1981048" y="1538224"/>
                </a:lnTo>
                <a:lnTo>
                  <a:pt x="1981399" y="1538006"/>
                </a:lnTo>
                <a:lnTo>
                  <a:pt x="1981755" y="1537800"/>
                </a:lnTo>
                <a:lnTo>
                  <a:pt x="1982117" y="1537605"/>
                </a:lnTo>
                <a:lnTo>
                  <a:pt x="1982485" y="1537421"/>
                </a:lnTo>
                <a:lnTo>
                  <a:pt x="1982859" y="1537248"/>
                </a:lnTo>
                <a:lnTo>
                  <a:pt x="1983239" y="1537086"/>
                </a:lnTo>
                <a:lnTo>
                  <a:pt x="1983625" y="1536935"/>
                </a:lnTo>
                <a:lnTo>
                  <a:pt x="1984016" y="1536796"/>
                </a:lnTo>
                <a:lnTo>
                  <a:pt x="1984414" y="1536668"/>
                </a:lnTo>
                <a:lnTo>
                  <a:pt x="1984817" y="1536551"/>
                </a:lnTo>
                <a:lnTo>
                  <a:pt x="1985226" y="1536445"/>
                </a:lnTo>
                <a:lnTo>
                  <a:pt x="1985641" y="1536350"/>
                </a:lnTo>
                <a:lnTo>
                  <a:pt x="1986062" y="1536266"/>
                </a:lnTo>
                <a:lnTo>
                  <a:pt x="1986489" y="1536194"/>
                </a:lnTo>
                <a:lnTo>
                  <a:pt x="1986922" y="1536132"/>
                </a:lnTo>
                <a:lnTo>
                  <a:pt x="1987360" y="1536082"/>
                </a:lnTo>
                <a:lnTo>
                  <a:pt x="1987804" y="1536043"/>
                </a:lnTo>
                <a:lnTo>
                  <a:pt x="1988255" y="1536015"/>
                </a:lnTo>
                <a:lnTo>
                  <a:pt x="1988711" y="1535998"/>
                </a:lnTo>
                <a:lnTo>
                  <a:pt x="1989173" y="1535993"/>
                </a:lnTo>
                <a:lnTo>
                  <a:pt x="1989648" y="1535997"/>
                </a:lnTo>
                <a:lnTo>
                  <a:pt x="1990116" y="1536010"/>
                </a:lnTo>
                <a:lnTo>
                  <a:pt x="1990575" y="1536033"/>
                </a:lnTo>
                <a:lnTo>
                  <a:pt x="1991028" y="1536063"/>
                </a:lnTo>
                <a:lnTo>
                  <a:pt x="1991472" y="1536103"/>
                </a:lnTo>
                <a:lnTo>
                  <a:pt x="1991909" y="1536151"/>
                </a:lnTo>
                <a:lnTo>
                  <a:pt x="1992339" y="1536209"/>
                </a:lnTo>
                <a:lnTo>
                  <a:pt x="1992761" y="1536275"/>
                </a:lnTo>
                <a:lnTo>
                  <a:pt x="1993175" y="1536350"/>
                </a:lnTo>
                <a:lnTo>
                  <a:pt x="1993581" y="1536433"/>
                </a:lnTo>
                <a:lnTo>
                  <a:pt x="1993980" y="1536526"/>
                </a:lnTo>
                <a:lnTo>
                  <a:pt x="1994371" y="1536627"/>
                </a:lnTo>
                <a:lnTo>
                  <a:pt x="1994755" y="1536737"/>
                </a:lnTo>
                <a:lnTo>
                  <a:pt x="1995131" y="1536856"/>
                </a:lnTo>
                <a:lnTo>
                  <a:pt x="1995499" y="1536984"/>
                </a:lnTo>
                <a:lnTo>
                  <a:pt x="1995860" y="1537120"/>
                </a:lnTo>
                <a:lnTo>
                  <a:pt x="1996213" y="1537265"/>
                </a:lnTo>
                <a:lnTo>
                  <a:pt x="1996559" y="1537419"/>
                </a:lnTo>
                <a:lnTo>
                  <a:pt x="1996897" y="1537582"/>
                </a:lnTo>
                <a:lnTo>
                  <a:pt x="1997227" y="1537754"/>
                </a:lnTo>
                <a:lnTo>
                  <a:pt x="1997549" y="1537935"/>
                </a:lnTo>
                <a:lnTo>
                  <a:pt x="1997864" y="1538124"/>
                </a:lnTo>
                <a:lnTo>
                  <a:pt x="1998172" y="1538322"/>
                </a:lnTo>
                <a:lnTo>
                  <a:pt x="1998471" y="1538529"/>
                </a:lnTo>
                <a:lnTo>
                  <a:pt x="1998778" y="1538729"/>
                </a:lnTo>
                <a:lnTo>
                  <a:pt x="1999077" y="1538934"/>
                </a:lnTo>
                <a:lnTo>
                  <a:pt x="1999369" y="1539144"/>
                </a:lnTo>
                <a:lnTo>
                  <a:pt x="1999655" y="1539360"/>
                </a:lnTo>
                <a:lnTo>
                  <a:pt x="1999933" y="1539581"/>
                </a:lnTo>
                <a:lnTo>
                  <a:pt x="2000204" y="1539808"/>
                </a:lnTo>
                <a:lnTo>
                  <a:pt x="2000468" y="1540039"/>
                </a:lnTo>
                <a:lnTo>
                  <a:pt x="2000726" y="1540276"/>
                </a:lnTo>
                <a:lnTo>
                  <a:pt x="2000976" y="1540518"/>
                </a:lnTo>
                <a:lnTo>
                  <a:pt x="2001219" y="1540766"/>
                </a:lnTo>
                <a:lnTo>
                  <a:pt x="2001455" y="1541018"/>
                </a:lnTo>
                <a:lnTo>
                  <a:pt x="2001684" y="1541276"/>
                </a:lnTo>
                <a:lnTo>
                  <a:pt x="2001905" y="1541540"/>
                </a:lnTo>
                <a:lnTo>
                  <a:pt x="2002120" y="1541808"/>
                </a:lnTo>
                <a:lnTo>
                  <a:pt x="2002328" y="1542082"/>
                </a:lnTo>
                <a:lnTo>
                  <a:pt x="2002529" y="1542361"/>
                </a:lnTo>
                <a:lnTo>
                  <a:pt x="2002723" y="1542646"/>
                </a:lnTo>
                <a:lnTo>
                  <a:pt x="2002909" y="1542935"/>
                </a:lnTo>
                <a:lnTo>
                  <a:pt x="2003089" y="1543230"/>
                </a:lnTo>
                <a:lnTo>
                  <a:pt x="2003262" y="1543530"/>
                </a:lnTo>
                <a:lnTo>
                  <a:pt x="2003427" y="1543836"/>
                </a:lnTo>
                <a:lnTo>
                  <a:pt x="2003586" y="1544147"/>
                </a:lnTo>
                <a:lnTo>
                  <a:pt x="2003737" y="1544463"/>
                </a:lnTo>
                <a:lnTo>
                  <a:pt x="2003881" y="1544784"/>
                </a:lnTo>
                <a:lnTo>
                  <a:pt x="2004033" y="1545110"/>
                </a:lnTo>
                <a:lnTo>
                  <a:pt x="2004179" y="1545437"/>
                </a:lnTo>
                <a:lnTo>
                  <a:pt x="2004317" y="1545767"/>
                </a:lnTo>
                <a:lnTo>
                  <a:pt x="2004450" y="1546099"/>
                </a:lnTo>
                <a:lnTo>
                  <a:pt x="2004576" y="1546434"/>
                </a:lnTo>
                <a:lnTo>
                  <a:pt x="2004695" y="1546771"/>
                </a:lnTo>
                <a:lnTo>
                  <a:pt x="2004808" y="1547110"/>
                </a:lnTo>
                <a:lnTo>
                  <a:pt x="2004915" y="1547452"/>
                </a:lnTo>
                <a:lnTo>
                  <a:pt x="2005015" y="1547796"/>
                </a:lnTo>
                <a:lnTo>
                  <a:pt x="2005108" y="1548142"/>
                </a:lnTo>
                <a:lnTo>
                  <a:pt x="2005196" y="1548491"/>
                </a:lnTo>
                <a:lnTo>
                  <a:pt x="2005276" y="1548842"/>
                </a:lnTo>
                <a:lnTo>
                  <a:pt x="2005351" y="1549195"/>
                </a:lnTo>
                <a:lnTo>
                  <a:pt x="2005418" y="1549551"/>
                </a:lnTo>
                <a:lnTo>
                  <a:pt x="2005480" y="1549909"/>
                </a:lnTo>
                <a:lnTo>
                  <a:pt x="2005535" y="1550270"/>
                </a:lnTo>
                <a:lnTo>
                  <a:pt x="2005583" y="1550632"/>
                </a:lnTo>
                <a:lnTo>
                  <a:pt x="2005625" y="1550997"/>
                </a:lnTo>
                <a:lnTo>
                  <a:pt x="2005661" y="1551365"/>
                </a:lnTo>
                <a:lnTo>
                  <a:pt x="2005690" y="1551735"/>
                </a:lnTo>
                <a:lnTo>
                  <a:pt x="2005712" y="1552107"/>
                </a:lnTo>
                <a:lnTo>
                  <a:pt x="2005728" y="1552482"/>
                </a:lnTo>
                <a:lnTo>
                  <a:pt x="2005738" y="1552858"/>
                </a:lnTo>
                <a:lnTo>
                  <a:pt x="2005741" y="1553238"/>
                </a:lnTo>
                <a:lnTo>
                  <a:pt x="2005741" y="1556788"/>
                </a:lnTo>
                <a:lnTo>
                  <a:pt x="2020112" y="1556788"/>
                </a:lnTo>
                <a:lnTo>
                  <a:pt x="2020140" y="1556606"/>
                </a:lnTo>
                <a:lnTo>
                  <a:pt x="2020166" y="1556427"/>
                </a:lnTo>
                <a:lnTo>
                  <a:pt x="2020191" y="1556249"/>
                </a:lnTo>
                <a:lnTo>
                  <a:pt x="2020215" y="1556074"/>
                </a:lnTo>
                <a:lnTo>
                  <a:pt x="2020238" y="1555902"/>
                </a:lnTo>
                <a:lnTo>
                  <a:pt x="2020260" y="1555731"/>
                </a:lnTo>
                <a:lnTo>
                  <a:pt x="2020280" y="1555564"/>
                </a:lnTo>
                <a:lnTo>
                  <a:pt x="2020300" y="1555398"/>
                </a:lnTo>
                <a:lnTo>
                  <a:pt x="2020318" y="1555235"/>
                </a:lnTo>
                <a:lnTo>
                  <a:pt x="2020335" y="1555074"/>
                </a:lnTo>
                <a:lnTo>
                  <a:pt x="2020351" y="1554915"/>
                </a:lnTo>
                <a:lnTo>
                  <a:pt x="2020366" y="1554759"/>
                </a:lnTo>
                <a:lnTo>
                  <a:pt x="2020379" y="1554606"/>
                </a:lnTo>
                <a:lnTo>
                  <a:pt x="2020391" y="1554454"/>
                </a:lnTo>
                <a:lnTo>
                  <a:pt x="2020403" y="1554305"/>
                </a:lnTo>
                <a:lnTo>
                  <a:pt x="2020413" y="1554158"/>
                </a:lnTo>
                <a:lnTo>
                  <a:pt x="2020421" y="1554014"/>
                </a:lnTo>
                <a:lnTo>
                  <a:pt x="2020429" y="1553872"/>
                </a:lnTo>
                <a:lnTo>
                  <a:pt x="2020435" y="1553732"/>
                </a:lnTo>
                <a:lnTo>
                  <a:pt x="2020441" y="1553595"/>
                </a:lnTo>
                <a:lnTo>
                  <a:pt x="2020445" y="1553460"/>
                </a:lnTo>
                <a:lnTo>
                  <a:pt x="2020448" y="1553327"/>
                </a:lnTo>
                <a:lnTo>
                  <a:pt x="2020449" y="1553197"/>
                </a:lnTo>
                <a:lnTo>
                  <a:pt x="2020450" y="1553069"/>
                </a:lnTo>
                <a:lnTo>
                  <a:pt x="2020464" y="1552928"/>
                </a:lnTo>
                <a:lnTo>
                  <a:pt x="2020477" y="1552786"/>
                </a:lnTo>
                <a:lnTo>
                  <a:pt x="2020490" y="1552643"/>
                </a:lnTo>
                <a:lnTo>
                  <a:pt x="2020502" y="1552500"/>
                </a:lnTo>
                <a:lnTo>
                  <a:pt x="2020513" y="1552357"/>
                </a:lnTo>
                <a:lnTo>
                  <a:pt x="2020524" y="1552213"/>
                </a:lnTo>
                <a:lnTo>
                  <a:pt x="2020534" y="1552068"/>
                </a:lnTo>
                <a:lnTo>
                  <a:pt x="2020544" y="1551923"/>
                </a:lnTo>
                <a:lnTo>
                  <a:pt x="2020553" y="1551777"/>
                </a:lnTo>
                <a:lnTo>
                  <a:pt x="2020562" y="1551630"/>
                </a:lnTo>
                <a:lnTo>
                  <a:pt x="2020570" y="1551483"/>
                </a:lnTo>
                <a:lnTo>
                  <a:pt x="2020577" y="1551336"/>
                </a:lnTo>
                <a:lnTo>
                  <a:pt x="2020584" y="1551187"/>
                </a:lnTo>
                <a:lnTo>
                  <a:pt x="2020590" y="1551039"/>
                </a:lnTo>
                <a:lnTo>
                  <a:pt x="2020595" y="1550889"/>
                </a:lnTo>
                <a:lnTo>
                  <a:pt x="2020600" y="1550739"/>
                </a:lnTo>
                <a:lnTo>
                  <a:pt x="2020605" y="1550589"/>
                </a:lnTo>
                <a:lnTo>
                  <a:pt x="2020609" y="1550438"/>
                </a:lnTo>
                <a:lnTo>
                  <a:pt x="2020612" y="1550286"/>
                </a:lnTo>
                <a:lnTo>
                  <a:pt x="2020615" y="1550133"/>
                </a:lnTo>
                <a:lnTo>
                  <a:pt x="2020617" y="1549980"/>
                </a:lnTo>
                <a:lnTo>
                  <a:pt x="2020618" y="1549827"/>
                </a:lnTo>
                <a:lnTo>
                  <a:pt x="2020619" y="1549673"/>
                </a:lnTo>
                <a:lnTo>
                  <a:pt x="2020619" y="1549518"/>
                </a:lnTo>
                <a:lnTo>
                  <a:pt x="2020607" y="1548553"/>
                </a:lnTo>
                <a:lnTo>
                  <a:pt x="2020571" y="1547603"/>
                </a:lnTo>
                <a:lnTo>
                  <a:pt x="2020511" y="1546668"/>
                </a:lnTo>
                <a:lnTo>
                  <a:pt x="2020427" y="1545747"/>
                </a:lnTo>
                <a:lnTo>
                  <a:pt x="2020318" y="1544841"/>
                </a:lnTo>
                <a:lnTo>
                  <a:pt x="2020186" y="1543950"/>
                </a:lnTo>
                <a:lnTo>
                  <a:pt x="2020030" y="1543073"/>
                </a:lnTo>
                <a:lnTo>
                  <a:pt x="2019849" y="1542211"/>
                </a:lnTo>
                <a:lnTo>
                  <a:pt x="2019645" y="1541363"/>
                </a:lnTo>
                <a:lnTo>
                  <a:pt x="2019416" y="1540531"/>
                </a:lnTo>
                <a:lnTo>
                  <a:pt x="2019163" y="1539713"/>
                </a:lnTo>
                <a:lnTo>
                  <a:pt x="2018886" y="1538909"/>
                </a:lnTo>
                <a:lnTo>
                  <a:pt x="2018585" y="1538121"/>
                </a:lnTo>
                <a:lnTo>
                  <a:pt x="2018261" y="1537347"/>
                </a:lnTo>
                <a:lnTo>
                  <a:pt x="2017912" y="1536587"/>
                </a:lnTo>
                <a:lnTo>
                  <a:pt x="2017538" y="1535843"/>
                </a:lnTo>
                <a:lnTo>
                  <a:pt x="2017141" y="1535113"/>
                </a:lnTo>
                <a:lnTo>
                  <a:pt x="2016720" y="1534397"/>
                </a:lnTo>
                <a:lnTo>
                  <a:pt x="2016275" y="1533697"/>
                </a:lnTo>
                <a:lnTo>
                  <a:pt x="2015806" y="1533011"/>
                </a:lnTo>
                <a:lnTo>
                  <a:pt x="2015312" y="1532339"/>
                </a:lnTo>
                <a:lnTo>
                  <a:pt x="2014795" y="1531683"/>
                </a:lnTo>
                <a:lnTo>
                  <a:pt x="2014253" y="1531041"/>
                </a:lnTo>
                <a:lnTo>
                  <a:pt x="2013688" y="1530414"/>
                </a:lnTo>
                <a:lnTo>
                  <a:pt x="2013114" y="1529793"/>
                </a:lnTo>
                <a:lnTo>
                  <a:pt x="2012519" y="1529198"/>
                </a:lnTo>
                <a:lnTo>
                  <a:pt x="2011904" y="1528630"/>
                </a:lnTo>
                <a:lnTo>
                  <a:pt x="2011269" y="1528089"/>
                </a:lnTo>
                <a:lnTo>
                  <a:pt x="2010613" y="1527574"/>
                </a:lnTo>
                <a:lnTo>
                  <a:pt x="2009936" y="1527085"/>
                </a:lnTo>
                <a:lnTo>
                  <a:pt x="2009239" y="1526623"/>
                </a:lnTo>
                <a:lnTo>
                  <a:pt x="2008522" y="1526187"/>
                </a:lnTo>
                <a:lnTo>
                  <a:pt x="2007783" y="1525778"/>
                </a:lnTo>
                <a:lnTo>
                  <a:pt x="2007025" y="1525395"/>
                </a:lnTo>
                <a:lnTo>
                  <a:pt x="2006245" y="1525038"/>
                </a:lnTo>
                <a:lnTo>
                  <a:pt x="2005445" y="1524708"/>
                </a:lnTo>
                <a:lnTo>
                  <a:pt x="2004625" y="1524404"/>
                </a:lnTo>
                <a:lnTo>
                  <a:pt x="2003784" y="1524127"/>
                </a:lnTo>
                <a:lnTo>
                  <a:pt x="2002923" y="1523876"/>
                </a:lnTo>
                <a:lnTo>
                  <a:pt x="2002041" y="1523651"/>
                </a:lnTo>
                <a:lnTo>
                  <a:pt x="2001138" y="1523453"/>
                </a:lnTo>
                <a:lnTo>
                  <a:pt x="2000215" y="1523281"/>
                </a:lnTo>
                <a:lnTo>
                  <a:pt x="1999271" y="1523136"/>
                </a:lnTo>
                <a:lnTo>
                  <a:pt x="1998307" y="1523017"/>
                </a:lnTo>
                <a:lnTo>
                  <a:pt x="1997322" y="1522925"/>
                </a:lnTo>
                <a:lnTo>
                  <a:pt x="1996317" y="1522859"/>
                </a:lnTo>
                <a:lnTo>
                  <a:pt x="1995291" y="1522819"/>
                </a:lnTo>
                <a:lnTo>
                  <a:pt x="1994245" y="1522806"/>
                </a:lnTo>
                <a:lnTo>
                  <a:pt x="1993558" y="1522812"/>
                </a:lnTo>
                <a:lnTo>
                  <a:pt x="1992877" y="1522833"/>
                </a:lnTo>
                <a:lnTo>
                  <a:pt x="1992203" y="1522866"/>
                </a:lnTo>
                <a:lnTo>
                  <a:pt x="1991535" y="1522914"/>
                </a:lnTo>
                <a:lnTo>
                  <a:pt x="1990874" y="1522974"/>
                </a:lnTo>
                <a:lnTo>
                  <a:pt x="1990219" y="1523049"/>
                </a:lnTo>
                <a:lnTo>
                  <a:pt x="1989571" y="1523136"/>
                </a:lnTo>
                <a:lnTo>
                  <a:pt x="1988929" y="1523238"/>
                </a:lnTo>
                <a:lnTo>
                  <a:pt x="1988293" y="1523353"/>
                </a:lnTo>
                <a:lnTo>
                  <a:pt x="1987664" y="1523481"/>
                </a:lnTo>
                <a:lnTo>
                  <a:pt x="1987042" y="1523623"/>
                </a:lnTo>
                <a:lnTo>
                  <a:pt x="1986426" y="1523778"/>
                </a:lnTo>
                <a:lnTo>
                  <a:pt x="1985816" y="1523947"/>
                </a:lnTo>
                <a:lnTo>
                  <a:pt x="1985213" y="1524129"/>
                </a:lnTo>
                <a:lnTo>
                  <a:pt x="1984616" y="1524325"/>
                </a:lnTo>
                <a:lnTo>
                  <a:pt x="1984026" y="1524534"/>
                </a:lnTo>
                <a:lnTo>
                  <a:pt x="1983442" y="1524757"/>
                </a:lnTo>
                <a:lnTo>
                  <a:pt x="1982864" y="1524993"/>
                </a:lnTo>
                <a:lnTo>
                  <a:pt x="1982294" y="1525243"/>
                </a:lnTo>
                <a:lnTo>
                  <a:pt x="1981729" y="1525506"/>
                </a:lnTo>
                <a:lnTo>
                  <a:pt x="1981171" y="1525783"/>
                </a:lnTo>
                <a:lnTo>
                  <a:pt x="1980620" y="1526073"/>
                </a:lnTo>
                <a:lnTo>
                  <a:pt x="1980074" y="1526377"/>
                </a:lnTo>
                <a:lnTo>
                  <a:pt x="1979536" y="1526694"/>
                </a:lnTo>
                <a:lnTo>
                  <a:pt x="1979020" y="1527009"/>
                </a:lnTo>
                <a:lnTo>
                  <a:pt x="1978516" y="1527335"/>
                </a:lnTo>
                <a:lnTo>
                  <a:pt x="1978022" y="1527671"/>
                </a:lnTo>
                <a:lnTo>
                  <a:pt x="1977540" y="1528018"/>
                </a:lnTo>
                <a:lnTo>
                  <a:pt x="1977069" y="1528376"/>
                </a:lnTo>
                <a:lnTo>
                  <a:pt x="1976609" y="1528744"/>
                </a:lnTo>
                <a:lnTo>
                  <a:pt x="1976160" y="1529123"/>
                </a:lnTo>
                <a:lnTo>
                  <a:pt x="1975722" y="1529512"/>
                </a:lnTo>
                <a:lnTo>
                  <a:pt x="1975296" y="1529912"/>
                </a:lnTo>
                <a:lnTo>
                  <a:pt x="1974881" y="1530322"/>
                </a:lnTo>
                <a:lnTo>
                  <a:pt x="1974477" y="1530743"/>
                </a:lnTo>
                <a:lnTo>
                  <a:pt x="1974084" y="1531174"/>
                </a:lnTo>
                <a:lnTo>
                  <a:pt x="1973702" y="1531616"/>
                </a:lnTo>
                <a:lnTo>
                  <a:pt x="1973331" y="1532069"/>
                </a:lnTo>
                <a:lnTo>
                  <a:pt x="1972971" y="1532532"/>
                </a:lnTo>
                <a:lnTo>
                  <a:pt x="1972623" y="1533006"/>
                </a:lnTo>
                <a:lnTo>
                  <a:pt x="1972286" y="1533490"/>
                </a:lnTo>
                <a:lnTo>
                  <a:pt x="1971960" y="1533985"/>
                </a:lnTo>
                <a:lnTo>
                  <a:pt x="1971645" y="1534491"/>
                </a:lnTo>
                <a:lnTo>
                  <a:pt x="1971341" y="1535007"/>
                </a:lnTo>
                <a:lnTo>
                  <a:pt x="1971048" y="1535533"/>
                </a:lnTo>
                <a:lnTo>
                  <a:pt x="1970767" y="1536070"/>
                </a:lnTo>
                <a:lnTo>
                  <a:pt x="1970496" y="1536618"/>
                </a:lnTo>
                <a:lnTo>
                  <a:pt x="1970237" y="1537176"/>
                </a:lnTo>
                <a:lnTo>
                  <a:pt x="1969392" y="1524496"/>
                </a:lnTo>
                <a:lnTo>
                  <a:pt x="1933888" y="1524496"/>
                </a:lnTo>
                <a:lnTo>
                  <a:pt x="1933888" y="1537684"/>
                </a:lnTo>
                <a:lnTo>
                  <a:pt x="1955698" y="1537684"/>
                </a:lnTo>
                <a:lnTo>
                  <a:pt x="1955698" y="1597871"/>
                </a:lnTo>
                <a:lnTo>
                  <a:pt x="1933042" y="1597871"/>
                </a:lnTo>
                <a:lnTo>
                  <a:pt x="1933042" y="1610890"/>
                </a:lnTo>
                <a:lnTo>
                  <a:pt x="1955698" y="1610890"/>
                </a:lnTo>
                <a:lnTo>
                  <a:pt x="1972266" y="1610890"/>
                </a:lnTo>
                <a:lnTo>
                  <a:pt x="2010982" y="1610890"/>
                </a:lnTo>
                <a:lnTo>
                  <a:pt x="2010982" y="1597871"/>
                </a:lnTo>
                <a:lnTo>
                  <a:pt x="1972266" y="1597871"/>
                </a:lnTo>
                <a:lnTo>
                  <a:pt x="1972266" y="1557634"/>
                </a:lnTo>
                <a:lnTo>
                  <a:pt x="1972269" y="1557184"/>
                </a:lnTo>
                <a:lnTo>
                  <a:pt x="1972279" y="1556735"/>
                </a:lnTo>
                <a:lnTo>
                  <a:pt x="1972295" y="1556289"/>
                </a:lnTo>
                <a:lnTo>
                  <a:pt x="1972318" y="1555844"/>
                </a:lnTo>
                <a:lnTo>
                  <a:pt x="1972347" y="1555401"/>
                </a:lnTo>
                <a:lnTo>
                  <a:pt x="1972382" y="1554960"/>
                </a:lnTo>
                <a:lnTo>
                  <a:pt x="1972424" y="1554521"/>
                </a:lnTo>
                <a:close/>
                <a:moveTo>
                  <a:pt x="2074486" y="1610890"/>
                </a:moveTo>
                <a:lnTo>
                  <a:pt x="2091392" y="1610890"/>
                </a:lnTo>
                <a:lnTo>
                  <a:pt x="2120641" y="1610890"/>
                </a:lnTo>
                <a:lnTo>
                  <a:pt x="2120641" y="1597871"/>
                </a:lnTo>
                <a:lnTo>
                  <a:pt x="2091392" y="1597871"/>
                </a:lnTo>
                <a:lnTo>
                  <a:pt x="2091392" y="1524496"/>
                </a:lnTo>
                <a:lnTo>
                  <a:pt x="2043546" y="1524496"/>
                </a:lnTo>
                <a:lnTo>
                  <a:pt x="2043546" y="1537684"/>
                </a:lnTo>
                <a:lnTo>
                  <a:pt x="2074486" y="1537684"/>
                </a:lnTo>
                <a:lnTo>
                  <a:pt x="2074486" y="1597871"/>
                </a:lnTo>
                <a:lnTo>
                  <a:pt x="2043546" y="1597871"/>
                </a:lnTo>
                <a:lnTo>
                  <a:pt x="2043546" y="1610890"/>
                </a:lnTo>
                <a:lnTo>
                  <a:pt x="2074486" y="1610890"/>
                </a:lnTo>
                <a:close/>
                <a:moveTo>
                  <a:pt x="2185195" y="1612336"/>
                </a:moveTo>
                <a:lnTo>
                  <a:pt x="2186117" y="1612261"/>
                </a:lnTo>
                <a:lnTo>
                  <a:pt x="2187026" y="1612176"/>
                </a:lnTo>
                <a:lnTo>
                  <a:pt x="2187923" y="1612081"/>
                </a:lnTo>
                <a:lnTo>
                  <a:pt x="2188808" y="1611977"/>
                </a:lnTo>
                <a:lnTo>
                  <a:pt x="2189681" y="1611862"/>
                </a:lnTo>
                <a:lnTo>
                  <a:pt x="2190541" y="1611737"/>
                </a:lnTo>
                <a:lnTo>
                  <a:pt x="2191389" y="1611602"/>
                </a:lnTo>
                <a:lnTo>
                  <a:pt x="2192225" y="1611458"/>
                </a:lnTo>
                <a:lnTo>
                  <a:pt x="2193048" y="1611303"/>
                </a:lnTo>
                <a:lnTo>
                  <a:pt x="2193859" y="1611138"/>
                </a:lnTo>
                <a:lnTo>
                  <a:pt x="2194658" y="1610964"/>
                </a:lnTo>
                <a:lnTo>
                  <a:pt x="2195444" y="1610779"/>
                </a:lnTo>
                <a:lnTo>
                  <a:pt x="2196218" y="1610584"/>
                </a:lnTo>
                <a:lnTo>
                  <a:pt x="2196980" y="1610380"/>
                </a:lnTo>
                <a:lnTo>
                  <a:pt x="2197729" y="1610165"/>
                </a:lnTo>
                <a:lnTo>
                  <a:pt x="2198466" y="1609941"/>
                </a:lnTo>
                <a:lnTo>
                  <a:pt x="2199191" y="1609706"/>
                </a:lnTo>
                <a:lnTo>
                  <a:pt x="2199916" y="1609461"/>
                </a:lnTo>
                <a:lnTo>
                  <a:pt x="2200627" y="1609206"/>
                </a:lnTo>
                <a:lnTo>
                  <a:pt x="2201323" y="1608940"/>
                </a:lnTo>
                <a:lnTo>
                  <a:pt x="2202004" y="1608664"/>
                </a:lnTo>
                <a:lnTo>
                  <a:pt x="2202671" y="1608376"/>
                </a:lnTo>
                <a:lnTo>
                  <a:pt x="2203323" y="1608079"/>
                </a:lnTo>
                <a:lnTo>
                  <a:pt x="2203960" y="1607771"/>
                </a:lnTo>
                <a:lnTo>
                  <a:pt x="2204582" y="1607452"/>
                </a:lnTo>
                <a:lnTo>
                  <a:pt x="2205190" y="1607123"/>
                </a:lnTo>
                <a:lnTo>
                  <a:pt x="2205783" y="1606783"/>
                </a:lnTo>
                <a:lnTo>
                  <a:pt x="2206362" y="1606432"/>
                </a:lnTo>
                <a:lnTo>
                  <a:pt x="2206926" y="1606071"/>
                </a:lnTo>
                <a:lnTo>
                  <a:pt x="2207475" y="1605700"/>
                </a:lnTo>
                <a:lnTo>
                  <a:pt x="2208010" y="1605317"/>
                </a:lnTo>
                <a:lnTo>
                  <a:pt x="2208529" y="1604925"/>
                </a:lnTo>
                <a:lnTo>
                  <a:pt x="2209035" y="1604521"/>
                </a:lnTo>
                <a:lnTo>
                  <a:pt x="2209525" y="1604107"/>
                </a:lnTo>
                <a:lnTo>
                  <a:pt x="2210001" y="1603683"/>
                </a:lnTo>
                <a:lnTo>
                  <a:pt x="2210462" y="1603248"/>
                </a:lnTo>
                <a:lnTo>
                  <a:pt x="2210908" y="1602803"/>
                </a:lnTo>
                <a:lnTo>
                  <a:pt x="2211340" y="1602346"/>
                </a:lnTo>
                <a:lnTo>
                  <a:pt x="2211757" y="1601880"/>
                </a:lnTo>
                <a:lnTo>
                  <a:pt x="2212160" y="1601402"/>
                </a:lnTo>
                <a:lnTo>
                  <a:pt x="2212547" y="1600915"/>
                </a:lnTo>
                <a:lnTo>
                  <a:pt x="2212934" y="1600416"/>
                </a:lnTo>
                <a:lnTo>
                  <a:pt x="2213303" y="1599907"/>
                </a:lnTo>
                <a:lnTo>
                  <a:pt x="2213657" y="1599388"/>
                </a:lnTo>
                <a:lnTo>
                  <a:pt x="2213994" y="1598858"/>
                </a:lnTo>
                <a:lnTo>
                  <a:pt x="2214314" y="1598317"/>
                </a:lnTo>
                <a:lnTo>
                  <a:pt x="2214619" y="1597766"/>
                </a:lnTo>
                <a:lnTo>
                  <a:pt x="2214906" y="1597204"/>
                </a:lnTo>
                <a:lnTo>
                  <a:pt x="2215177" y="1596632"/>
                </a:lnTo>
                <a:lnTo>
                  <a:pt x="2215432" y="1596049"/>
                </a:lnTo>
                <a:lnTo>
                  <a:pt x="2215671" y="1595455"/>
                </a:lnTo>
                <a:lnTo>
                  <a:pt x="2215892" y="1594851"/>
                </a:lnTo>
                <a:lnTo>
                  <a:pt x="2216098" y="1594236"/>
                </a:lnTo>
                <a:lnTo>
                  <a:pt x="2216287" y="1593611"/>
                </a:lnTo>
                <a:lnTo>
                  <a:pt x="2216460" y="1592975"/>
                </a:lnTo>
                <a:lnTo>
                  <a:pt x="2216616" y="1592329"/>
                </a:lnTo>
                <a:lnTo>
                  <a:pt x="2216755" y="1591672"/>
                </a:lnTo>
                <a:lnTo>
                  <a:pt x="2216879" y="1591005"/>
                </a:lnTo>
                <a:lnTo>
                  <a:pt x="2216986" y="1590327"/>
                </a:lnTo>
                <a:lnTo>
                  <a:pt x="2217076" y="1589638"/>
                </a:lnTo>
                <a:lnTo>
                  <a:pt x="2217150" y="1588939"/>
                </a:lnTo>
                <a:lnTo>
                  <a:pt x="2217207" y="1588229"/>
                </a:lnTo>
                <a:lnTo>
                  <a:pt x="2217249" y="1587509"/>
                </a:lnTo>
                <a:lnTo>
                  <a:pt x="2217273" y="1586778"/>
                </a:lnTo>
                <a:lnTo>
                  <a:pt x="2217281" y="1586037"/>
                </a:lnTo>
                <a:lnTo>
                  <a:pt x="2217276" y="1585380"/>
                </a:lnTo>
                <a:lnTo>
                  <a:pt x="2217259" y="1584733"/>
                </a:lnTo>
                <a:lnTo>
                  <a:pt x="2217231" y="1584098"/>
                </a:lnTo>
                <a:lnTo>
                  <a:pt x="2217192" y="1583473"/>
                </a:lnTo>
                <a:lnTo>
                  <a:pt x="2217142" y="1582858"/>
                </a:lnTo>
                <a:lnTo>
                  <a:pt x="2217081" y="1582254"/>
                </a:lnTo>
                <a:lnTo>
                  <a:pt x="2217008" y="1581660"/>
                </a:lnTo>
                <a:lnTo>
                  <a:pt x="2216924" y="1581077"/>
                </a:lnTo>
                <a:lnTo>
                  <a:pt x="2216830" y="1580505"/>
                </a:lnTo>
                <a:lnTo>
                  <a:pt x="2216724" y="1579943"/>
                </a:lnTo>
                <a:lnTo>
                  <a:pt x="2216607" y="1579392"/>
                </a:lnTo>
                <a:lnTo>
                  <a:pt x="2216478" y="1578851"/>
                </a:lnTo>
                <a:lnTo>
                  <a:pt x="2216339" y="1578321"/>
                </a:lnTo>
                <a:lnTo>
                  <a:pt x="2216188" y="1577802"/>
                </a:lnTo>
                <a:lnTo>
                  <a:pt x="2216027" y="1577293"/>
                </a:lnTo>
                <a:lnTo>
                  <a:pt x="2215854" y="1576794"/>
                </a:lnTo>
                <a:lnTo>
                  <a:pt x="2215670" y="1576307"/>
                </a:lnTo>
                <a:lnTo>
                  <a:pt x="2215474" y="1575829"/>
                </a:lnTo>
                <a:lnTo>
                  <a:pt x="2215268" y="1575363"/>
                </a:lnTo>
                <a:lnTo>
                  <a:pt x="2215051" y="1574906"/>
                </a:lnTo>
                <a:lnTo>
                  <a:pt x="2214822" y="1574461"/>
                </a:lnTo>
                <a:lnTo>
                  <a:pt x="2214582" y="1574026"/>
                </a:lnTo>
                <a:lnTo>
                  <a:pt x="2214331" y="1573601"/>
                </a:lnTo>
                <a:lnTo>
                  <a:pt x="2214069" y="1573188"/>
                </a:lnTo>
                <a:lnTo>
                  <a:pt x="2213794" y="1572768"/>
                </a:lnTo>
                <a:lnTo>
                  <a:pt x="2213505" y="1572355"/>
                </a:lnTo>
                <a:lnTo>
                  <a:pt x="2213203" y="1571949"/>
                </a:lnTo>
                <a:lnTo>
                  <a:pt x="2212886" y="1571549"/>
                </a:lnTo>
                <a:lnTo>
                  <a:pt x="2212554" y="1571155"/>
                </a:lnTo>
                <a:lnTo>
                  <a:pt x="2212209" y="1570768"/>
                </a:lnTo>
                <a:lnTo>
                  <a:pt x="2211850" y="1570387"/>
                </a:lnTo>
                <a:lnTo>
                  <a:pt x="2211477" y="1570013"/>
                </a:lnTo>
                <a:lnTo>
                  <a:pt x="2211089" y="1569645"/>
                </a:lnTo>
                <a:lnTo>
                  <a:pt x="2210688" y="1569284"/>
                </a:lnTo>
                <a:lnTo>
                  <a:pt x="2210272" y="1568929"/>
                </a:lnTo>
                <a:lnTo>
                  <a:pt x="2209842" y="1568580"/>
                </a:lnTo>
                <a:lnTo>
                  <a:pt x="2209399" y="1568239"/>
                </a:lnTo>
                <a:lnTo>
                  <a:pt x="2208941" y="1567903"/>
                </a:lnTo>
                <a:lnTo>
                  <a:pt x="2208469" y="1567574"/>
                </a:lnTo>
                <a:lnTo>
                  <a:pt x="2207983" y="1567251"/>
                </a:lnTo>
                <a:lnTo>
                  <a:pt x="2207482" y="1566935"/>
                </a:lnTo>
                <a:lnTo>
                  <a:pt x="2206968" y="1566626"/>
                </a:lnTo>
                <a:lnTo>
                  <a:pt x="2206440" y="1566322"/>
                </a:lnTo>
                <a:lnTo>
                  <a:pt x="2205897" y="1566026"/>
                </a:lnTo>
                <a:lnTo>
                  <a:pt x="2205341" y="1565735"/>
                </a:lnTo>
                <a:lnTo>
                  <a:pt x="2204770" y="1565452"/>
                </a:lnTo>
                <a:lnTo>
                  <a:pt x="2204186" y="1565174"/>
                </a:lnTo>
                <a:lnTo>
                  <a:pt x="2203587" y="1564903"/>
                </a:lnTo>
                <a:lnTo>
                  <a:pt x="2202986" y="1564637"/>
                </a:lnTo>
                <a:lnTo>
                  <a:pt x="2202367" y="1564375"/>
                </a:lnTo>
                <a:lnTo>
                  <a:pt x="2201730" y="1564116"/>
                </a:lnTo>
                <a:lnTo>
                  <a:pt x="2201074" y="1563861"/>
                </a:lnTo>
                <a:lnTo>
                  <a:pt x="2200401" y="1563609"/>
                </a:lnTo>
                <a:lnTo>
                  <a:pt x="2199709" y="1563361"/>
                </a:lnTo>
                <a:lnTo>
                  <a:pt x="2198999" y="1563116"/>
                </a:lnTo>
                <a:lnTo>
                  <a:pt x="2198271" y="1562875"/>
                </a:lnTo>
                <a:lnTo>
                  <a:pt x="2197524" y="1562637"/>
                </a:lnTo>
                <a:lnTo>
                  <a:pt x="2196760" y="1562403"/>
                </a:lnTo>
                <a:lnTo>
                  <a:pt x="2195977" y="1562172"/>
                </a:lnTo>
                <a:lnTo>
                  <a:pt x="2195176" y="1561945"/>
                </a:lnTo>
                <a:lnTo>
                  <a:pt x="2194357" y="1561721"/>
                </a:lnTo>
                <a:lnTo>
                  <a:pt x="2193519" y="1561501"/>
                </a:lnTo>
                <a:lnTo>
                  <a:pt x="2192664" y="1561284"/>
                </a:lnTo>
                <a:lnTo>
                  <a:pt x="2191790" y="1561071"/>
                </a:lnTo>
                <a:lnTo>
                  <a:pt x="2190898" y="1560862"/>
                </a:lnTo>
                <a:lnTo>
                  <a:pt x="2189988" y="1560656"/>
                </a:lnTo>
                <a:lnTo>
                  <a:pt x="2189059" y="1560453"/>
                </a:lnTo>
                <a:lnTo>
                  <a:pt x="2188113" y="1560254"/>
                </a:lnTo>
                <a:lnTo>
                  <a:pt x="2187148" y="1560058"/>
                </a:lnTo>
                <a:lnTo>
                  <a:pt x="2186165" y="1559867"/>
                </a:lnTo>
                <a:lnTo>
                  <a:pt x="2185164" y="1559678"/>
                </a:lnTo>
                <a:lnTo>
                  <a:pt x="2184144" y="1559493"/>
                </a:lnTo>
                <a:lnTo>
                  <a:pt x="2183321" y="1559339"/>
                </a:lnTo>
                <a:lnTo>
                  <a:pt x="2182513" y="1559184"/>
                </a:lnTo>
                <a:lnTo>
                  <a:pt x="2181722" y="1559031"/>
                </a:lnTo>
                <a:lnTo>
                  <a:pt x="2180946" y="1558878"/>
                </a:lnTo>
                <a:lnTo>
                  <a:pt x="2180186" y="1558726"/>
                </a:lnTo>
                <a:lnTo>
                  <a:pt x="2179442" y="1558574"/>
                </a:lnTo>
                <a:lnTo>
                  <a:pt x="2178714" y="1558423"/>
                </a:lnTo>
                <a:lnTo>
                  <a:pt x="2178001" y="1558272"/>
                </a:lnTo>
                <a:lnTo>
                  <a:pt x="2177305" y="1558122"/>
                </a:lnTo>
                <a:lnTo>
                  <a:pt x="2176624" y="1557973"/>
                </a:lnTo>
                <a:lnTo>
                  <a:pt x="2175959" y="1557824"/>
                </a:lnTo>
                <a:lnTo>
                  <a:pt x="2175310" y="1557676"/>
                </a:lnTo>
                <a:lnTo>
                  <a:pt x="2174677" y="1557528"/>
                </a:lnTo>
                <a:lnTo>
                  <a:pt x="2174060" y="1557381"/>
                </a:lnTo>
                <a:lnTo>
                  <a:pt x="2173459" y="1557235"/>
                </a:lnTo>
                <a:lnTo>
                  <a:pt x="2172873" y="1557089"/>
                </a:lnTo>
                <a:lnTo>
                  <a:pt x="2172303" y="1556944"/>
                </a:lnTo>
                <a:lnTo>
                  <a:pt x="2171749" y="1556799"/>
                </a:lnTo>
                <a:lnTo>
                  <a:pt x="2171211" y="1556655"/>
                </a:lnTo>
                <a:lnTo>
                  <a:pt x="2170689" y="1556511"/>
                </a:lnTo>
                <a:lnTo>
                  <a:pt x="2170183" y="1556368"/>
                </a:lnTo>
                <a:lnTo>
                  <a:pt x="2169693" y="1556226"/>
                </a:lnTo>
                <a:lnTo>
                  <a:pt x="2169218" y="1556084"/>
                </a:lnTo>
                <a:lnTo>
                  <a:pt x="2168759" y="1555943"/>
                </a:lnTo>
                <a:lnTo>
                  <a:pt x="2168328" y="1555801"/>
                </a:lnTo>
                <a:lnTo>
                  <a:pt x="2167908" y="1555659"/>
                </a:lnTo>
                <a:lnTo>
                  <a:pt x="2167499" y="1555515"/>
                </a:lnTo>
                <a:lnTo>
                  <a:pt x="2167101" y="1555370"/>
                </a:lnTo>
                <a:lnTo>
                  <a:pt x="2166715" y="1555224"/>
                </a:lnTo>
                <a:lnTo>
                  <a:pt x="2166339" y="1555076"/>
                </a:lnTo>
                <a:lnTo>
                  <a:pt x="2165975" y="1554928"/>
                </a:lnTo>
                <a:lnTo>
                  <a:pt x="2165622" y="1554778"/>
                </a:lnTo>
                <a:lnTo>
                  <a:pt x="2165280" y="1554627"/>
                </a:lnTo>
                <a:lnTo>
                  <a:pt x="2164949" y="1554475"/>
                </a:lnTo>
                <a:lnTo>
                  <a:pt x="2164629" y="1554322"/>
                </a:lnTo>
                <a:lnTo>
                  <a:pt x="2164321" y="1554168"/>
                </a:lnTo>
                <a:lnTo>
                  <a:pt x="2164024" y="1554012"/>
                </a:lnTo>
                <a:lnTo>
                  <a:pt x="2163737" y="1553855"/>
                </a:lnTo>
                <a:lnTo>
                  <a:pt x="2163462" y="1553697"/>
                </a:lnTo>
                <a:lnTo>
                  <a:pt x="2163199" y="1553538"/>
                </a:lnTo>
                <a:lnTo>
                  <a:pt x="2162946" y="1553378"/>
                </a:lnTo>
                <a:lnTo>
                  <a:pt x="2162704" y="1553217"/>
                </a:lnTo>
                <a:lnTo>
                  <a:pt x="2162474" y="1553054"/>
                </a:lnTo>
                <a:lnTo>
                  <a:pt x="2162255" y="1552890"/>
                </a:lnTo>
                <a:lnTo>
                  <a:pt x="2162046" y="1552725"/>
                </a:lnTo>
                <a:lnTo>
                  <a:pt x="2161850" y="1552559"/>
                </a:lnTo>
                <a:lnTo>
                  <a:pt x="2161664" y="1552392"/>
                </a:lnTo>
                <a:lnTo>
                  <a:pt x="2161489" y="1552223"/>
                </a:lnTo>
                <a:lnTo>
                  <a:pt x="2161324" y="1552038"/>
                </a:lnTo>
                <a:lnTo>
                  <a:pt x="2161165" y="1551850"/>
                </a:lnTo>
                <a:lnTo>
                  <a:pt x="2161014" y="1551658"/>
                </a:lnTo>
                <a:lnTo>
                  <a:pt x="2160869" y="1551463"/>
                </a:lnTo>
                <a:lnTo>
                  <a:pt x="2160732" y="1551264"/>
                </a:lnTo>
                <a:lnTo>
                  <a:pt x="2160601" y="1551061"/>
                </a:lnTo>
                <a:lnTo>
                  <a:pt x="2160478" y="1550855"/>
                </a:lnTo>
                <a:lnTo>
                  <a:pt x="2160362" y="1550645"/>
                </a:lnTo>
                <a:lnTo>
                  <a:pt x="2160253" y="1550432"/>
                </a:lnTo>
                <a:lnTo>
                  <a:pt x="2160151" y="1550216"/>
                </a:lnTo>
                <a:lnTo>
                  <a:pt x="2160055" y="1549996"/>
                </a:lnTo>
                <a:lnTo>
                  <a:pt x="2159967" y="1549772"/>
                </a:lnTo>
                <a:lnTo>
                  <a:pt x="2159886" y="1549545"/>
                </a:lnTo>
                <a:lnTo>
                  <a:pt x="2159812" y="1549314"/>
                </a:lnTo>
                <a:lnTo>
                  <a:pt x="2159746" y="1549080"/>
                </a:lnTo>
                <a:lnTo>
                  <a:pt x="2159686" y="1548842"/>
                </a:lnTo>
                <a:lnTo>
                  <a:pt x="2159633" y="1548601"/>
                </a:lnTo>
                <a:lnTo>
                  <a:pt x="2159587" y="1548356"/>
                </a:lnTo>
                <a:lnTo>
                  <a:pt x="2159548" y="1548108"/>
                </a:lnTo>
                <a:lnTo>
                  <a:pt x="2159517" y="1547856"/>
                </a:lnTo>
                <a:lnTo>
                  <a:pt x="2159492" y="1547600"/>
                </a:lnTo>
                <a:lnTo>
                  <a:pt x="2159474" y="1547342"/>
                </a:lnTo>
                <a:lnTo>
                  <a:pt x="2159464" y="1547079"/>
                </a:lnTo>
                <a:lnTo>
                  <a:pt x="2159460" y="1546813"/>
                </a:lnTo>
                <a:lnTo>
                  <a:pt x="2159494" y="1545820"/>
                </a:lnTo>
                <a:lnTo>
                  <a:pt x="2159596" y="1544869"/>
                </a:lnTo>
                <a:lnTo>
                  <a:pt x="2159767" y="1543960"/>
                </a:lnTo>
                <a:lnTo>
                  <a:pt x="2160005" y="1543094"/>
                </a:lnTo>
                <a:lnTo>
                  <a:pt x="2160311" y="1542269"/>
                </a:lnTo>
                <a:lnTo>
                  <a:pt x="2160686" y="1541488"/>
                </a:lnTo>
                <a:lnTo>
                  <a:pt x="2161129" y="1540748"/>
                </a:lnTo>
                <a:lnTo>
                  <a:pt x="2161639" y="1540050"/>
                </a:lnTo>
                <a:lnTo>
                  <a:pt x="2162218" y="1539395"/>
                </a:lnTo>
                <a:lnTo>
                  <a:pt x="2162865" y="1538782"/>
                </a:lnTo>
                <a:lnTo>
                  <a:pt x="2163580" y="1538212"/>
                </a:lnTo>
                <a:lnTo>
                  <a:pt x="2164363" y="1537683"/>
                </a:lnTo>
                <a:lnTo>
                  <a:pt x="2165215" y="1537197"/>
                </a:lnTo>
                <a:lnTo>
                  <a:pt x="2166134" y="1536754"/>
                </a:lnTo>
                <a:lnTo>
                  <a:pt x="2167121" y="1536352"/>
                </a:lnTo>
                <a:lnTo>
                  <a:pt x="2168177" y="1535993"/>
                </a:lnTo>
                <a:lnTo>
                  <a:pt x="2169300" y="1535676"/>
                </a:lnTo>
                <a:lnTo>
                  <a:pt x="2170492" y="1535401"/>
                </a:lnTo>
                <a:lnTo>
                  <a:pt x="2171752" y="1535169"/>
                </a:lnTo>
                <a:lnTo>
                  <a:pt x="2173080" y="1534978"/>
                </a:lnTo>
                <a:lnTo>
                  <a:pt x="2174476" y="1534830"/>
                </a:lnTo>
                <a:lnTo>
                  <a:pt x="2175940" y="1534725"/>
                </a:lnTo>
                <a:lnTo>
                  <a:pt x="2177472" y="1534661"/>
                </a:lnTo>
                <a:lnTo>
                  <a:pt x="2179072" y="1534640"/>
                </a:lnTo>
                <a:lnTo>
                  <a:pt x="2179535" y="1534642"/>
                </a:lnTo>
                <a:lnTo>
                  <a:pt x="2179995" y="1534648"/>
                </a:lnTo>
                <a:lnTo>
                  <a:pt x="2180451" y="1534659"/>
                </a:lnTo>
                <a:lnTo>
                  <a:pt x="2180904" y="1534673"/>
                </a:lnTo>
                <a:lnTo>
                  <a:pt x="2181353" y="1534692"/>
                </a:lnTo>
                <a:lnTo>
                  <a:pt x="2181798" y="1534714"/>
                </a:lnTo>
                <a:lnTo>
                  <a:pt x="2182240" y="1534741"/>
                </a:lnTo>
                <a:lnTo>
                  <a:pt x="2182679" y="1534772"/>
                </a:lnTo>
                <a:lnTo>
                  <a:pt x="2183114" y="1534807"/>
                </a:lnTo>
                <a:lnTo>
                  <a:pt x="2183545" y="1534846"/>
                </a:lnTo>
                <a:lnTo>
                  <a:pt x="2183973" y="1534889"/>
                </a:lnTo>
                <a:lnTo>
                  <a:pt x="2184398" y="1534936"/>
                </a:lnTo>
                <a:lnTo>
                  <a:pt x="2184819" y="1534988"/>
                </a:lnTo>
                <a:lnTo>
                  <a:pt x="2185236" y="1535043"/>
                </a:lnTo>
                <a:lnTo>
                  <a:pt x="2185650" y="1535103"/>
                </a:lnTo>
                <a:lnTo>
                  <a:pt x="2186060" y="1535166"/>
                </a:lnTo>
                <a:lnTo>
                  <a:pt x="2186467" y="1535234"/>
                </a:lnTo>
                <a:lnTo>
                  <a:pt x="2186870" y="1535306"/>
                </a:lnTo>
                <a:lnTo>
                  <a:pt x="2187270" y="1535382"/>
                </a:lnTo>
                <a:lnTo>
                  <a:pt x="2187666" y="1535462"/>
                </a:lnTo>
                <a:lnTo>
                  <a:pt x="2188059" y="1535546"/>
                </a:lnTo>
                <a:lnTo>
                  <a:pt x="2188448" y="1535635"/>
                </a:lnTo>
                <a:lnTo>
                  <a:pt x="2188834" y="1535727"/>
                </a:lnTo>
                <a:lnTo>
                  <a:pt x="2189216" y="1535824"/>
                </a:lnTo>
                <a:lnTo>
                  <a:pt x="2189607" y="1535912"/>
                </a:lnTo>
                <a:lnTo>
                  <a:pt x="2189991" y="1536008"/>
                </a:lnTo>
                <a:lnTo>
                  <a:pt x="2190368" y="1536112"/>
                </a:lnTo>
                <a:lnTo>
                  <a:pt x="2190738" y="1536223"/>
                </a:lnTo>
                <a:lnTo>
                  <a:pt x="2191101" y="1536342"/>
                </a:lnTo>
                <a:lnTo>
                  <a:pt x="2191456" y="1536468"/>
                </a:lnTo>
                <a:lnTo>
                  <a:pt x="2191805" y="1536603"/>
                </a:lnTo>
                <a:lnTo>
                  <a:pt x="2192147" y="1536744"/>
                </a:lnTo>
                <a:lnTo>
                  <a:pt x="2192481" y="1536894"/>
                </a:lnTo>
                <a:lnTo>
                  <a:pt x="2192809" y="1537051"/>
                </a:lnTo>
                <a:lnTo>
                  <a:pt x="2193129" y="1537215"/>
                </a:lnTo>
                <a:lnTo>
                  <a:pt x="2193443" y="1537388"/>
                </a:lnTo>
                <a:lnTo>
                  <a:pt x="2193749" y="1537568"/>
                </a:lnTo>
                <a:lnTo>
                  <a:pt x="2194049" y="1537755"/>
                </a:lnTo>
                <a:lnTo>
                  <a:pt x="2194341" y="1537950"/>
                </a:lnTo>
                <a:lnTo>
                  <a:pt x="2194626" y="1538153"/>
                </a:lnTo>
                <a:lnTo>
                  <a:pt x="2194904" y="1538364"/>
                </a:lnTo>
                <a:lnTo>
                  <a:pt x="2195176" y="1538582"/>
                </a:lnTo>
                <a:lnTo>
                  <a:pt x="2195440" y="1538807"/>
                </a:lnTo>
                <a:lnTo>
                  <a:pt x="2195697" y="1539041"/>
                </a:lnTo>
                <a:lnTo>
                  <a:pt x="2195947" y="1539282"/>
                </a:lnTo>
                <a:lnTo>
                  <a:pt x="2196190" y="1539530"/>
                </a:lnTo>
                <a:lnTo>
                  <a:pt x="2196426" y="1539787"/>
                </a:lnTo>
                <a:lnTo>
                  <a:pt x="2196655" y="1540050"/>
                </a:lnTo>
                <a:lnTo>
                  <a:pt x="2196890" y="1540309"/>
                </a:lnTo>
                <a:lnTo>
                  <a:pt x="2197114" y="1540579"/>
                </a:lnTo>
                <a:lnTo>
                  <a:pt x="2197329" y="1540859"/>
                </a:lnTo>
                <a:lnTo>
                  <a:pt x="2197533" y="1541149"/>
                </a:lnTo>
                <a:lnTo>
                  <a:pt x="2197728" y="1541451"/>
                </a:lnTo>
                <a:lnTo>
                  <a:pt x="2197912" y="1541762"/>
                </a:lnTo>
                <a:lnTo>
                  <a:pt x="2198087" y="1542085"/>
                </a:lnTo>
                <a:lnTo>
                  <a:pt x="2198252" y="1542417"/>
                </a:lnTo>
                <a:lnTo>
                  <a:pt x="2198406" y="1542761"/>
                </a:lnTo>
                <a:lnTo>
                  <a:pt x="2198551" y="1543115"/>
                </a:lnTo>
                <a:lnTo>
                  <a:pt x="2198686" y="1543479"/>
                </a:lnTo>
                <a:lnTo>
                  <a:pt x="2198811" y="1543854"/>
                </a:lnTo>
                <a:lnTo>
                  <a:pt x="2198925" y="1544240"/>
                </a:lnTo>
                <a:lnTo>
                  <a:pt x="2199030" y="1544636"/>
                </a:lnTo>
                <a:lnTo>
                  <a:pt x="2199125" y="1545043"/>
                </a:lnTo>
                <a:lnTo>
                  <a:pt x="2199210" y="1545461"/>
                </a:lnTo>
                <a:lnTo>
                  <a:pt x="2199285" y="1545889"/>
                </a:lnTo>
                <a:lnTo>
                  <a:pt x="2199350" y="1546327"/>
                </a:lnTo>
                <a:lnTo>
                  <a:pt x="2199404" y="1546776"/>
                </a:lnTo>
                <a:lnTo>
                  <a:pt x="2199449" y="1547236"/>
                </a:lnTo>
                <a:lnTo>
                  <a:pt x="2199484" y="1547706"/>
                </a:lnTo>
                <a:lnTo>
                  <a:pt x="2199509" y="1548187"/>
                </a:lnTo>
                <a:lnTo>
                  <a:pt x="2199524" y="1548678"/>
                </a:lnTo>
                <a:lnTo>
                  <a:pt x="2199529" y="1549180"/>
                </a:lnTo>
                <a:lnTo>
                  <a:pt x="2214238" y="1549180"/>
                </a:lnTo>
                <a:lnTo>
                  <a:pt x="2214266" y="1549082"/>
                </a:lnTo>
                <a:lnTo>
                  <a:pt x="2214292" y="1548986"/>
                </a:lnTo>
                <a:lnTo>
                  <a:pt x="2214317" y="1548892"/>
                </a:lnTo>
                <a:lnTo>
                  <a:pt x="2214341" y="1548800"/>
                </a:lnTo>
                <a:lnTo>
                  <a:pt x="2214364" y="1548709"/>
                </a:lnTo>
                <a:lnTo>
                  <a:pt x="2214386" y="1548620"/>
                </a:lnTo>
                <a:lnTo>
                  <a:pt x="2214407" y="1548533"/>
                </a:lnTo>
                <a:lnTo>
                  <a:pt x="2214426" y="1548448"/>
                </a:lnTo>
                <a:lnTo>
                  <a:pt x="2214444" y="1548364"/>
                </a:lnTo>
                <a:lnTo>
                  <a:pt x="2214461" y="1548282"/>
                </a:lnTo>
                <a:lnTo>
                  <a:pt x="2214477" y="1548202"/>
                </a:lnTo>
                <a:lnTo>
                  <a:pt x="2214492" y="1548123"/>
                </a:lnTo>
                <a:lnTo>
                  <a:pt x="2214505" y="1548047"/>
                </a:lnTo>
                <a:lnTo>
                  <a:pt x="2214517" y="1547972"/>
                </a:lnTo>
                <a:lnTo>
                  <a:pt x="2214529" y="1547899"/>
                </a:lnTo>
                <a:lnTo>
                  <a:pt x="2214539" y="1547828"/>
                </a:lnTo>
                <a:lnTo>
                  <a:pt x="2214547" y="1547758"/>
                </a:lnTo>
                <a:lnTo>
                  <a:pt x="2214555" y="1547690"/>
                </a:lnTo>
                <a:lnTo>
                  <a:pt x="2214561" y="1547624"/>
                </a:lnTo>
                <a:lnTo>
                  <a:pt x="2214567" y="1547560"/>
                </a:lnTo>
                <a:lnTo>
                  <a:pt x="2214571" y="1547497"/>
                </a:lnTo>
                <a:lnTo>
                  <a:pt x="2214574" y="1547437"/>
                </a:lnTo>
                <a:lnTo>
                  <a:pt x="2214576" y="1547377"/>
                </a:lnTo>
                <a:lnTo>
                  <a:pt x="2214576" y="1547320"/>
                </a:lnTo>
                <a:lnTo>
                  <a:pt x="2214576" y="1547264"/>
                </a:lnTo>
                <a:lnTo>
                  <a:pt x="2214576" y="1547209"/>
                </a:lnTo>
                <a:lnTo>
                  <a:pt x="2214576" y="1547154"/>
                </a:lnTo>
                <a:lnTo>
                  <a:pt x="2214576" y="1547100"/>
                </a:lnTo>
                <a:lnTo>
                  <a:pt x="2214576" y="1547046"/>
                </a:lnTo>
                <a:lnTo>
                  <a:pt x="2214576" y="1546993"/>
                </a:lnTo>
                <a:lnTo>
                  <a:pt x="2214576" y="1546940"/>
                </a:lnTo>
                <a:lnTo>
                  <a:pt x="2214576" y="1546888"/>
                </a:lnTo>
                <a:lnTo>
                  <a:pt x="2214576" y="1546837"/>
                </a:lnTo>
                <a:lnTo>
                  <a:pt x="2214576" y="1546786"/>
                </a:lnTo>
                <a:lnTo>
                  <a:pt x="2214576" y="1546736"/>
                </a:lnTo>
                <a:lnTo>
                  <a:pt x="2214576" y="1546686"/>
                </a:lnTo>
                <a:lnTo>
                  <a:pt x="2214576" y="1546637"/>
                </a:lnTo>
                <a:lnTo>
                  <a:pt x="2214576" y="1546589"/>
                </a:lnTo>
                <a:lnTo>
                  <a:pt x="2214576" y="1546541"/>
                </a:lnTo>
                <a:lnTo>
                  <a:pt x="2214576" y="1546494"/>
                </a:lnTo>
                <a:lnTo>
                  <a:pt x="2214576" y="1546447"/>
                </a:lnTo>
                <a:lnTo>
                  <a:pt x="2214576" y="1546401"/>
                </a:lnTo>
                <a:lnTo>
                  <a:pt x="2214576" y="1546355"/>
                </a:lnTo>
                <a:lnTo>
                  <a:pt x="2214576" y="1546311"/>
                </a:lnTo>
                <a:lnTo>
                  <a:pt x="2214576" y="1546266"/>
                </a:lnTo>
                <a:lnTo>
                  <a:pt x="2214576" y="1546222"/>
                </a:lnTo>
                <a:lnTo>
                  <a:pt x="2214576" y="1546179"/>
                </a:lnTo>
                <a:lnTo>
                  <a:pt x="2214576" y="1546137"/>
                </a:lnTo>
                <a:lnTo>
                  <a:pt x="2214568" y="1545535"/>
                </a:lnTo>
                <a:lnTo>
                  <a:pt x="2214544" y="1544940"/>
                </a:lnTo>
                <a:lnTo>
                  <a:pt x="2214505" y="1544354"/>
                </a:lnTo>
                <a:lnTo>
                  <a:pt x="2214449" y="1543775"/>
                </a:lnTo>
                <a:lnTo>
                  <a:pt x="2214378" y="1543203"/>
                </a:lnTo>
                <a:lnTo>
                  <a:pt x="2214291" y="1542639"/>
                </a:lnTo>
                <a:lnTo>
                  <a:pt x="2214188" y="1542083"/>
                </a:lnTo>
                <a:lnTo>
                  <a:pt x="2214069" y="1541535"/>
                </a:lnTo>
                <a:lnTo>
                  <a:pt x="2213934" y="1540994"/>
                </a:lnTo>
                <a:lnTo>
                  <a:pt x="2213784" y="1540460"/>
                </a:lnTo>
                <a:lnTo>
                  <a:pt x="2213617" y="1539935"/>
                </a:lnTo>
                <a:lnTo>
                  <a:pt x="2213435" y="1539416"/>
                </a:lnTo>
                <a:lnTo>
                  <a:pt x="2213237" y="1538906"/>
                </a:lnTo>
                <a:lnTo>
                  <a:pt x="2213023" y="1538403"/>
                </a:lnTo>
                <a:lnTo>
                  <a:pt x="2212793" y="1537908"/>
                </a:lnTo>
                <a:lnTo>
                  <a:pt x="2212547" y="1537421"/>
                </a:lnTo>
                <a:lnTo>
                  <a:pt x="2212286" y="1536941"/>
                </a:lnTo>
                <a:lnTo>
                  <a:pt x="2212009" y="1536468"/>
                </a:lnTo>
                <a:lnTo>
                  <a:pt x="2211715" y="1536004"/>
                </a:lnTo>
                <a:lnTo>
                  <a:pt x="2211406" y="1535547"/>
                </a:lnTo>
                <a:lnTo>
                  <a:pt x="2211081" y="1535097"/>
                </a:lnTo>
                <a:lnTo>
                  <a:pt x="2210740" y="1534656"/>
                </a:lnTo>
                <a:lnTo>
                  <a:pt x="2210384" y="1534221"/>
                </a:lnTo>
                <a:lnTo>
                  <a:pt x="2210011" y="1533795"/>
                </a:lnTo>
                <a:lnTo>
                  <a:pt x="2209625" y="1533362"/>
                </a:lnTo>
                <a:lnTo>
                  <a:pt x="2209228" y="1532938"/>
                </a:lnTo>
                <a:lnTo>
                  <a:pt x="2208820" y="1532522"/>
                </a:lnTo>
                <a:lnTo>
                  <a:pt x="2208400" y="1532114"/>
                </a:lnTo>
                <a:lnTo>
                  <a:pt x="2207970" y="1531714"/>
                </a:lnTo>
                <a:lnTo>
                  <a:pt x="2207528" y="1531322"/>
                </a:lnTo>
                <a:lnTo>
                  <a:pt x="2207075" y="1530939"/>
                </a:lnTo>
                <a:lnTo>
                  <a:pt x="2206611" y="1530564"/>
                </a:lnTo>
                <a:lnTo>
                  <a:pt x="2206136" y="1530197"/>
                </a:lnTo>
                <a:lnTo>
                  <a:pt x="2205650" y="1529838"/>
                </a:lnTo>
                <a:lnTo>
                  <a:pt x="2205152" y="1529488"/>
                </a:lnTo>
                <a:lnTo>
                  <a:pt x="2204643" y="1529146"/>
                </a:lnTo>
                <a:lnTo>
                  <a:pt x="2204124" y="1528812"/>
                </a:lnTo>
                <a:lnTo>
                  <a:pt x="2203593" y="1528486"/>
                </a:lnTo>
                <a:lnTo>
                  <a:pt x="2203051" y="1528168"/>
                </a:lnTo>
                <a:lnTo>
                  <a:pt x="2202497" y="1527859"/>
                </a:lnTo>
                <a:lnTo>
                  <a:pt x="2201933" y="1527558"/>
                </a:lnTo>
                <a:lnTo>
                  <a:pt x="2201357" y="1527265"/>
                </a:lnTo>
                <a:lnTo>
                  <a:pt x="2200771" y="1526980"/>
                </a:lnTo>
                <a:lnTo>
                  <a:pt x="2200173" y="1526704"/>
                </a:lnTo>
                <a:lnTo>
                  <a:pt x="2199564" y="1526435"/>
                </a:lnTo>
                <a:lnTo>
                  <a:pt x="2198943" y="1526175"/>
                </a:lnTo>
                <a:lnTo>
                  <a:pt x="2198312" y="1525923"/>
                </a:lnTo>
                <a:lnTo>
                  <a:pt x="2197669" y="1525680"/>
                </a:lnTo>
                <a:lnTo>
                  <a:pt x="2197032" y="1525445"/>
                </a:lnTo>
                <a:lnTo>
                  <a:pt x="2196387" y="1525221"/>
                </a:lnTo>
                <a:lnTo>
                  <a:pt x="2195736" y="1525006"/>
                </a:lnTo>
                <a:lnTo>
                  <a:pt x="2195077" y="1524802"/>
                </a:lnTo>
                <a:lnTo>
                  <a:pt x="2194411" y="1524607"/>
                </a:lnTo>
                <a:lnTo>
                  <a:pt x="2193739" y="1524422"/>
                </a:lnTo>
                <a:lnTo>
                  <a:pt x="2193059" y="1524248"/>
                </a:lnTo>
                <a:lnTo>
                  <a:pt x="2192372" y="1524083"/>
                </a:lnTo>
                <a:lnTo>
                  <a:pt x="2191678" y="1523928"/>
                </a:lnTo>
                <a:lnTo>
                  <a:pt x="2190977" y="1523784"/>
                </a:lnTo>
                <a:lnTo>
                  <a:pt x="2190269" y="1523649"/>
                </a:lnTo>
                <a:lnTo>
                  <a:pt x="2189554" y="1523524"/>
                </a:lnTo>
                <a:lnTo>
                  <a:pt x="2188832" y="1523409"/>
                </a:lnTo>
                <a:lnTo>
                  <a:pt x="2188103" y="1523305"/>
                </a:lnTo>
                <a:lnTo>
                  <a:pt x="2187367" y="1523210"/>
                </a:lnTo>
                <a:lnTo>
                  <a:pt x="2186624" y="1523125"/>
                </a:lnTo>
                <a:lnTo>
                  <a:pt x="2185874" y="1523050"/>
                </a:lnTo>
                <a:lnTo>
                  <a:pt x="2185116" y="1522985"/>
                </a:lnTo>
                <a:lnTo>
                  <a:pt x="2184352" y="1522930"/>
                </a:lnTo>
                <a:lnTo>
                  <a:pt x="2183581" y="1522886"/>
                </a:lnTo>
                <a:lnTo>
                  <a:pt x="2182802" y="1522851"/>
                </a:lnTo>
                <a:lnTo>
                  <a:pt x="2182017" y="1522826"/>
                </a:lnTo>
                <a:lnTo>
                  <a:pt x="2181224" y="1522811"/>
                </a:lnTo>
                <a:lnTo>
                  <a:pt x="2180425" y="1522806"/>
                </a:lnTo>
                <a:lnTo>
                  <a:pt x="2179514" y="1522811"/>
                </a:lnTo>
                <a:lnTo>
                  <a:pt x="2178612" y="1522826"/>
                </a:lnTo>
                <a:lnTo>
                  <a:pt x="2177720" y="1522851"/>
                </a:lnTo>
                <a:lnTo>
                  <a:pt x="2176837" y="1522886"/>
                </a:lnTo>
                <a:lnTo>
                  <a:pt x="2175963" y="1522930"/>
                </a:lnTo>
                <a:lnTo>
                  <a:pt x="2175099" y="1522985"/>
                </a:lnTo>
                <a:lnTo>
                  <a:pt x="2174244" y="1523050"/>
                </a:lnTo>
                <a:lnTo>
                  <a:pt x="2173399" y="1523125"/>
                </a:lnTo>
                <a:lnTo>
                  <a:pt x="2172563" y="1523210"/>
                </a:lnTo>
                <a:lnTo>
                  <a:pt x="2171736" y="1523305"/>
                </a:lnTo>
                <a:lnTo>
                  <a:pt x="2170919" y="1523409"/>
                </a:lnTo>
                <a:lnTo>
                  <a:pt x="2170112" y="1523524"/>
                </a:lnTo>
                <a:lnTo>
                  <a:pt x="2169313" y="1523649"/>
                </a:lnTo>
                <a:lnTo>
                  <a:pt x="2168524" y="1523784"/>
                </a:lnTo>
                <a:lnTo>
                  <a:pt x="2167745" y="1523928"/>
                </a:lnTo>
                <a:lnTo>
                  <a:pt x="2166974" y="1524083"/>
                </a:lnTo>
                <a:lnTo>
                  <a:pt x="2166214" y="1524248"/>
                </a:lnTo>
                <a:lnTo>
                  <a:pt x="2165462" y="1524422"/>
                </a:lnTo>
                <a:lnTo>
                  <a:pt x="2164720" y="1524607"/>
                </a:lnTo>
                <a:lnTo>
                  <a:pt x="2163988" y="1524802"/>
                </a:lnTo>
                <a:lnTo>
                  <a:pt x="2163264" y="1525006"/>
                </a:lnTo>
                <a:lnTo>
                  <a:pt x="2162550" y="1525221"/>
                </a:lnTo>
                <a:lnTo>
                  <a:pt x="2161846" y="1525445"/>
                </a:lnTo>
                <a:lnTo>
                  <a:pt x="2161151" y="1525680"/>
                </a:lnTo>
                <a:lnTo>
                  <a:pt x="2160481" y="1525924"/>
                </a:lnTo>
                <a:lnTo>
                  <a:pt x="2159823" y="1526178"/>
                </a:lnTo>
                <a:lnTo>
                  <a:pt x="2159178" y="1526441"/>
                </a:lnTo>
                <a:lnTo>
                  <a:pt x="2158545" y="1526713"/>
                </a:lnTo>
                <a:lnTo>
                  <a:pt x="2157924" y="1526995"/>
                </a:lnTo>
                <a:lnTo>
                  <a:pt x="2157315" y="1527286"/>
                </a:lnTo>
                <a:lnTo>
                  <a:pt x="2156719" y="1527586"/>
                </a:lnTo>
                <a:lnTo>
                  <a:pt x="2156135" y="1527896"/>
                </a:lnTo>
                <a:lnTo>
                  <a:pt x="2155564" y="1528216"/>
                </a:lnTo>
                <a:lnTo>
                  <a:pt x="2155005" y="1528545"/>
                </a:lnTo>
                <a:lnTo>
                  <a:pt x="2154458" y="1528883"/>
                </a:lnTo>
                <a:lnTo>
                  <a:pt x="2153923" y="1529230"/>
                </a:lnTo>
                <a:lnTo>
                  <a:pt x="2153401" y="1529587"/>
                </a:lnTo>
                <a:lnTo>
                  <a:pt x="2152891" y="1529953"/>
                </a:lnTo>
                <a:lnTo>
                  <a:pt x="2152394" y="1530329"/>
                </a:lnTo>
                <a:lnTo>
                  <a:pt x="2151909" y="1530714"/>
                </a:lnTo>
                <a:lnTo>
                  <a:pt x="2151436" y="1531109"/>
                </a:lnTo>
                <a:lnTo>
                  <a:pt x="2150975" y="1531513"/>
                </a:lnTo>
                <a:lnTo>
                  <a:pt x="2150527" y="1531926"/>
                </a:lnTo>
                <a:lnTo>
                  <a:pt x="2150091" y="1532348"/>
                </a:lnTo>
                <a:lnTo>
                  <a:pt x="2149668" y="1532780"/>
                </a:lnTo>
                <a:lnTo>
                  <a:pt x="2149257" y="1533222"/>
                </a:lnTo>
                <a:lnTo>
                  <a:pt x="2148858" y="1533673"/>
                </a:lnTo>
                <a:lnTo>
                  <a:pt x="2148471" y="1534133"/>
                </a:lnTo>
                <a:lnTo>
                  <a:pt x="2148099" y="1534603"/>
                </a:lnTo>
                <a:lnTo>
                  <a:pt x="2147742" y="1535083"/>
                </a:lnTo>
                <a:lnTo>
                  <a:pt x="2147401" y="1535573"/>
                </a:lnTo>
                <a:lnTo>
                  <a:pt x="2147076" y="1536073"/>
                </a:lnTo>
                <a:lnTo>
                  <a:pt x="2146767" y="1536582"/>
                </a:lnTo>
                <a:lnTo>
                  <a:pt x="2146474" y="1537102"/>
                </a:lnTo>
                <a:lnTo>
                  <a:pt x="2146197" y="1537632"/>
                </a:lnTo>
                <a:lnTo>
                  <a:pt x="2145935" y="1538172"/>
                </a:lnTo>
                <a:lnTo>
                  <a:pt x="2145689" y="1538722"/>
                </a:lnTo>
                <a:lnTo>
                  <a:pt x="2145460" y="1539281"/>
                </a:lnTo>
                <a:lnTo>
                  <a:pt x="2145246" y="1539851"/>
                </a:lnTo>
                <a:lnTo>
                  <a:pt x="2145047" y="1540431"/>
                </a:lnTo>
                <a:lnTo>
                  <a:pt x="2144865" y="1541020"/>
                </a:lnTo>
                <a:lnTo>
                  <a:pt x="2144699" y="1541620"/>
                </a:lnTo>
                <a:lnTo>
                  <a:pt x="2144548" y="1542230"/>
                </a:lnTo>
                <a:lnTo>
                  <a:pt x="2144413" y="1542849"/>
                </a:lnTo>
                <a:lnTo>
                  <a:pt x="2144295" y="1543479"/>
                </a:lnTo>
                <a:lnTo>
                  <a:pt x="2144192" y="1544119"/>
                </a:lnTo>
                <a:lnTo>
                  <a:pt x="2144104" y="1544768"/>
                </a:lnTo>
                <a:lnTo>
                  <a:pt x="2144033" y="1545428"/>
                </a:lnTo>
                <a:lnTo>
                  <a:pt x="2143978" y="1546097"/>
                </a:lnTo>
                <a:lnTo>
                  <a:pt x="2143938" y="1546777"/>
                </a:lnTo>
                <a:lnTo>
                  <a:pt x="2143914" y="1547466"/>
                </a:lnTo>
                <a:lnTo>
                  <a:pt x="2143906" y="1548166"/>
                </a:lnTo>
                <a:lnTo>
                  <a:pt x="2143912" y="1548767"/>
                </a:lnTo>
                <a:lnTo>
                  <a:pt x="2143927" y="1549361"/>
                </a:lnTo>
                <a:lnTo>
                  <a:pt x="2143954" y="1549946"/>
                </a:lnTo>
                <a:lnTo>
                  <a:pt x="2143991" y="1550523"/>
                </a:lnTo>
                <a:lnTo>
                  <a:pt x="2144038" y="1551092"/>
                </a:lnTo>
                <a:lnTo>
                  <a:pt x="2144096" y="1551653"/>
                </a:lnTo>
                <a:lnTo>
                  <a:pt x="2144165" y="1552205"/>
                </a:lnTo>
                <a:lnTo>
                  <a:pt x="2144244" y="1552749"/>
                </a:lnTo>
                <a:lnTo>
                  <a:pt x="2144334" y="1553285"/>
                </a:lnTo>
                <a:lnTo>
                  <a:pt x="2144435" y="1553813"/>
                </a:lnTo>
                <a:lnTo>
                  <a:pt x="2144545" y="1554332"/>
                </a:lnTo>
                <a:lnTo>
                  <a:pt x="2144667" y="1554844"/>
                </a:lnTo>
                <a:lnTo>
                  <a:pt x="2144799" y="1555347"/>
                </a:lnTo>
                <a:lnTo>
                  <a:pt x="2144942" y="1555842"/>
                </a:lnTo>
                <a:lnTo>
                  <a:pt x="2145095" y="1556328"/>
                </a:lnTo>
                <a:lnTo>
                  <a:pt x="2145259" y="1556807"/>
                </a:lnTo>
                <a:lnTo>
                  <a:pt x="2145433" y="1557277"/>
                </a:lnTo>
                <a:lnTo>
                  <a:pt x="2145618" y="1557739"/>
                </a:lnTo>
                <a:lnTo>
                  <a:pt x="2145813" y="1558193"/>
                </a:lnTo>
                <a:lnTo>
                  <a:pt x="2146019" y="1558638"/>
                </a:lnTo>
                <a:lnTo>
                  <a:pt x="2146236" y="1559076"/>
                </a:lnTo>
                <a:lnTo>
                  <a:pt x="2146463" y="1559505"/>
                </a:lnTo>
                <a:lnTo>
                  <a:pt x="2146701" y="1559926"/>
                </a:lnTo>
                <a:lnTo>
                  <a:pt x="2146949" y="1560339"/>
                </a:lnTo>
                <a:lnTo>
                  <a:pt x="2147210" y="1560730"/>
                </a:lnTo>
                <a:lnTo>
                  <a:pt x="2147484" y="1561116"/>
                </a:lnTo>
                <a:lnTo>
                  <a:pt x="2147771" y="1561496"/>
                </a:lnTo>
                <a:lnTo>
                  <a:pt x="2148072" y="1561870"/>
                </a:lnTo>
                <a:lnTo>
                  <a:pt x="2148386" y="1562238"/>
                </a:lnTo>
                <a:lnTo>
                  <a:pt x="2148714" y="1562600"/>
                </a:lnTo>
                <a:lnTo>
                  <a:pt x="2149055" y="1562956"/>
                </a:lnTo>
                <a:lnTo>
                  <a:pt x="2149410" y="1563307"/>
                </a:lnTo>
                <a:lnTo>
                  <a:pt x="2149779" y="1563651"/>
                </a:lnTo>
                <a:lnTo>
                  <a:pt x="2150160" y="1563990"/>
                </a:lnTo>
                <a:lnTo>
                  <a:pt x="2150556" y="1564323"/>
                </a:lnTo>
                <a:lnTo>
                  <a:pt x="2150965" y="1564650"/>
                </a:lnTo>
                <a:lnTo>
                  <a:pt x="2151387" y="1564971"/>
                </a:lnTo>
                <a:lnTo>
                  <a:pt x="2151823" y="1565286"/>
                </a:lnTo>
                <a:lnTo>
                  <a:pt x="2152272" y="1565595"/>
                </a:lnTo>
                <a:lnTo>
                  <a:pt x="2152735" y="1565899"/>
                </a:lnTo>
                <a:lnTo>
                  <a:pt x="2153212" y="1566197"/>
                </a:lnTo>
                <a:lnTo>
                  <a:pt x="2153701" y="1566488"/>
                </a:lnTo>
                <a:lnTo>
                  <a:pt x="2154205" y="1566774"/>
                </a:lnTo>
                <a:lnTo>
                  <a:pt x="2154722" y="1567054"/>
                </a:lnTo>
                <a:lnTo>
                  <a:pt x="2155252" y="1567328"/>
                </a:lnTo>
                <a:lnTo>
                  <a:pt x="2155796" y="1567597"/>
                </a:lnTo>
                <a:lnTo>
                  <a:pt x="2156353" y="1567859"/>
                </a:lnTo>
                <a:lnTo>
                  <a:pt x="2156924" y="1568116"/>
                </a:lnTo>
                <a:lnTo>
                  <a:pt x="2157510" y="1568354"/>
                </a:lnTo>
                <a:lnTo>
                  <a:pt x="2158110" y="1568589"/>
                </a:lnTo>
                <a:lnTo>
                  <a:pt x="2158726" y="1568821"/>
                </a:lnTo>
                <a:lnTo>
                  <a:pt x="2159357" y="1569050"/>
                </a:lnTo>
                <a:lnTo>
                  <a:pt x="2160003" y="1569276"/>
                </a:lnTo>
                <a:lnTo>
                  <a:pt x="2160665" y="1569500"/>
                </a:lnTo>
                <a:lnTo>
                  <a:pt x="2161342" y="1569720"/>
                </a:lnTo>
                <a:lnTo>
                  <a:pt x="2162034" y="1569938"/>
                </a:lnTo>
                <a:lnTo>
                  <a:pt x="2162741" y="1570152"/>
                </a:lnTo>
                <a:lnTo>
                  <a:pt x="2163464" y="1570364"/>
                </a:lnTo>
                <a:lnTo>
                  <a:pt x="2164202" y="1570573"/>
                </a:lnTo>
                <a:lnTo>
                  <a:pt x="2164955" y="1570778"/>
                </a:lnTo>
                <a:lnTo>
                  <a:pt x="2165723" y="1570981"/>
                </a:lnTo>
                <a:lnTo>
                  <a:pt x="2166507" y="1571181"/>
                </a:lnTo>
                <a:lnTo>
                  <a:pt x="2167306" y="1571378"/>
                </a:lnTo>
                <a:lnTo>
                  <a:pt x="2168120" y="1571572"/>
                </a:lnTo>
                <a:lnTo>
                  <a:pt x="2168950" y="1571763"/>
                </a:lnTo>
                <a:lnTo>
                  <a:pt x="2169795" y="1571951"/>
                </a:lnTo>
                <a:lnTo>
                  <a:pt x="2170655" y="1572136"/>
                </a:lnTo>
                <a:lnTo>
                  <a:pt x="2171530" y="1572319"/>
                </a:lnTo>
                <a:lnTo>
                  <a:pt x="2172420" y="1572498"/>
                </a:lnTo>
                <a:lnTo>
                  <a:pt x="2173326" y="1572674"/>
                </a:lnTo>
                <a:lnTo>
                  <a:pt x="2174247" y="1572848"/>
                </a:lnTo>
                <a:lnTo>
                  <a:pt x="2175184" y="1573018"/>
                </a:lnTo>
                <a:lnTo>
                  <a:pt x="2176062" y="1573160"/>
                </a:lnTo>
                <a:lnTo>
                  <a:pt x="2176924" y="1573301"/>
                </a:lnTo>
                <a:lnTo>
                  <a:pt x="2177767" y="1573444"/>
                </a:lnTo>
                <a:lnTo>
                  <a:pt x="2178593" y="1573587"/>
                </a:lnTo>
                <a:lnTo>
                  <a:pt x="2179401" y="1573730"/>
                </a:lnTo>
                <a:lnTo>
                  <a:pt x="2180192" y="1573874"/>
                </a:lnTo>
                <a:lnTo>
                  <a:pt x="2180965" y="1574019"/>
                </a:lnTo>
                <a:lnTo>
                  <a:pt x="2181721" y="1574164"/>
                </a:lnTo>
                <a:lnTo>
                  <a:pt x="2182459" y="1574310"/>
                </a:lnTo>
                <a:lnTo>
                  <a:pt x="2183179" y="1574457"/>
                </a:lnTo>
                <a:lnTo>
                  <a:pt x="2183882" y="1574604"/>
                </a:lnTo>
                <a:lnTo>
                  <a:pt x="2184567" y="1574751"/>
                </a:lnTo>
                <a:lnTo>
                  <a:pt x="2185234" y="1574900"/>
                </a:lnTo>
                <a:lnTo>
                  <a:pt x="2185884" y="1575048"/>
                </a:lnTo>
                <a:lnTo>
                  <a:pt x="2186516" y="1575198"/>
                </a:lnTo>
                <a:lnTo>
                  <a:pt x="2187131" y="1575348"/>
                </a:lnTo>
                <a:lnTo>
                  <a:pt x="2187728" y="1575498"/>
                </a:lnTo>
                <a:lnTo>
                  <a:pt x="2188307" y="1575650"/>
                </a:lnTo>
                <a:lnTo>
                  <a:pt x="2188869" y="1575801"/>
                </a:lnTo>
                <a:lnTo>
                  <a:pt x="2189413" y="1575954"/>
                </a:lnTo>
                <a:lnTo>
                  <a:pt x="2189940" y="1576107"/>
                </a:lnTo>
                <a:lnTo>
                  <a:pt x="2190449" y="1576260"/>
                </a:lnTo>
                <a:lnTo>
                  <a:pt x="2190940" y="1576414"/>
                </a:lnTo>
                <a:lnTo>
                  <a:pt x="2191414" y="1576569"/>
                </a:lnTo>
                <a:lnTo>
                  <a:pt x="2191887" y="1576725"/>
                </a:lnTo>
                <a:lnTo>
                  <a:pt x="2192347" y="1576884"/>
                </a:lnTo>
                <a:lnTo>
                  <a:pt x="2192796" y="1577044"/>
                </a:lnTo>
                <a:lnTo>
                  <a:pt x="2193231" y="1577208"/>
                </a:lnTo>
                <a:lnTo>
                  <a:pt x="2193655" y="1577373"/>
                </a:lnTo>
                <a:lnTo>
                  <a:pt x="2194066" y="1577541"/>
                </a:lnTo>
                <a:lnTo>
                  <a:pt x="2194465" y="1577711"/>
                </a:lnTo>
                <a:lnTo>
                  <a:pt x="2194852" y="1577884"/>
                </a:lnTo>
                <a:lnTo>
                  <a:pt x="2195226" y="1578059"/>
                </a:lnTo>
                <a:lnTo>
                  <a:pt x="2195588" y="1578236"/>
                </a:lnTo>
                <a:lnTo>
                  <a:pt x="2195937" y="1578416"/>
                </a:lnTo>
                <a:lnTo>
                  <a:pt x="2196275" y="1578598"/>
                </a:lnTo>
                <a:lnTo>
                  <a:pt x="2196600" y="1578782"/>
                </a:lnTo>
                <a:lnTo>
                  <a:pt x="2196912" y="1578969"/>
                </a:lnTo>
                <a:lnTo>
                  <a:pt x="2197212" y="1579158"/>
                </a:lnTo>
                <a:lnTo>
                  <a:pt x="2197500" y="1579349"/>
                </a:lnTo>
                <a:lnTo>
                  <a:pt x="2197776" y="1579543"/>
                </a:lnTo>
                <a:lnTo>
                  <a:pt x="2198039" y="1579739"/>
                </a:lnTo>
                <a:lnTo>
                  <a:pt x="2198290" y="1579937"/>
                </a:lnTo>
                <a:lnTo>
                  <a:pt x="2198529" y="1580138"/>
                </a:lnTo>
                <a:lnTo>
                  <a:pt x="2198755" y="1580341"/>
                </a:lnTo>
                <a:lnTo>
                  <a:pt x="2198969" y="1580547"/>
                </a:lnTo>
                <a:lnTo>
                  <a:pt x="2199171" y="1580754"/>
                </a:lnTo>
                <a:lnTo>
                  <a:pt x="2199360" y="1580965"/>
                </a:lnTo>
                <a:lnTo>
                  <a:pt x="2199539" y="1581178"/>
                </a:lnTo>
                <a:lnTo>
                  <a:pt x="2199711" y="1581397"/>
                </a:lnTo>
                <a:lnTo>
                  <a:pt x="2199875" y="1581620"/>
                </a:lnTo>
                <a:lnTo>
                  <a:pt x="2200032" y="1581848"/>
                </a:lnTo>
                <a:lnTo>
                  <a:pt x="2200181" y="1582080"/>
                </a:lnTo>
                <a:lnTo>
                  <a:pt x="2200322" y="1582317"/>
                </a:lnTo>
                <a:lnTo>
                  <a:pt x="2200455" y="1582559"/>
                </a:lnTo>
                <a:lnTo>
                  <a:pt x="2200581" y="1582806"/>
                </a:lnTo>
                <a:lnTo>
                  <a:pt x="2200700" y="1583057"/>
                </a:lnTo>
                <a:lnTo>
                  <a:pt x="2200810" y="1583313"/>
                </a:lnTo>
                <a:lnTo>
                  <a:pt x="2200913" y="1583573"/>
                </a:lnTo>
                <a:lnTo>
                  <a:pt x="2201009" y="1583839"/>
                </a:lnTo>
                <a:lnTo>
                  <a:pt x="2201096" y="1584109"/>
                </a:lnTo>
                <a:lnTo>
                  <a:pt x="2201177" y="1584384"/>
                </a:lnTo>
                <a:lnTo>
                  <a:pt x="2201249" y="1584663"/>
                </a:lnTo>
                <a:lnTo>
                  <a:pt x="2201314" y="1584947"/>
                </a:lnTo>
                <a:lnTo>
                  <a:pt x="2201371" y="1585236"/>
                </a:lnTo>
                <a:lnTo>
                  <a:pt x="2201421" y="1585529"/>
                </a:lnTo>
                <a:lnTo>
                  <a:pt x="2201463" y="1585828"/>
                </a:lnTo>
                <a:lnTo>
                  <a:pt x="2201497" y="1586131"/>
                </a:lnTo>
                <a:lnTo>
                  <a:pt x="2201524" y="1586438"/>
                </a:lnTo>
                <a:lnTo>
                  <a:pt x="2201543" y="1586751"/>
                </a:lnTo>
                <a:lnTo>
                  <a:pt x="2201554" y="1587068"/>
                </a:lnTo>
                <a:lnTo>
                  <a:pt x="2201558" y="1587389"/>
                </a:lnTo>
                <a:lnTo>
                  <a:pt x="2201549" y="1587879"/>
                </a:lnTo>
                <a:lnTo>
                  <a:pt x="2201521" y="1588360"/>
                </a:lnTo>
                <a:lnTo>
                  <a:pt x="2201474" y="1588834"/>
                </a:lnTo>
                <a:lnTo>
                  <a:pt x="2201408" y="1589301"/>
                </a:lnTo>
                <a:lnTo>
                  <a:pt x="2201323" y="1589759"/>
                </a:lnTo>
                <a:lnTo>
                  <a:pt x="2201220" y="1590211"/>
                </a:lnTo>
                <a:lnTo>
                  <a:pt x="2201098" y="1590654"/>
                </a:lnTo>
                <a:lnTo>
                  <a:pt x="2200957" y="1591090"/>
                </a:lnTo>
                <a:lnTo>
                  <a:pt x="2200797" y="1591518"/>
                </a:lnTo>
                <a:lnTo>
                  <a:pt x="2200619" y="1591939"/>
                </a:lnTo>
                <a:lnTo>
                  <a:pt x="2200422" y="1592352"/>
                </a:lnTo>
                <a:lnTo>
                  <a:pt x="2200206" y="1592757"/>
                </a:lnTo>
                <a:lnTo>
                  <a:pt x="2199971" y="1593155"/>
                </a:lnTo>
                <a:lnTo>
                  <a:pt x="2199717" y="1593545"/>
                </a:lnTo>
                <a:lnTo>
                  <a:pt x="2199445" y="1593927"/>
                </a:lnTo>
                <a:lnTo>
                  <a:pt x="2199154" y="1594302"/>
                </a:lnTo>
                <a:lnTo>
                  <a:pt x="2198844" y="1594669"/>
                </a:lnTo>
                <a:lnTo>
                  <a:pt x="2198515" y="1595029"/>
                </a:lnTo>
                <a:lnTo>
                  <a:pt x="2198167" y="1595381"/>
                </a:lnTo>
                <a:lnTo>
                  <a:pt x="2197801" y="1595725"/>
                </a:lnTo>
                <a:lnTo>
                  <a:pt x="2197416" y="1596062"/>
                </a:lnTo>
                <a:lnTo>
                  <a:pt x="2197012" y="1596391"/>
                </a:lnTo>
                <a:lnTo>
                  <a:pt x="2196589" y="1596712"/>
                </a:lnTo>
                <a:lnTo>
                  <a:pt x="2196148" y="1597026"/>
                </a:lnTo>
                <a:lnTo>
                  <a:pt x="2195702" y="1597316"/>
                </a:lnTo>
                <a:lnTo>
                  <a:pt x="2195239" y="1597593"/>
                </a:lnTo>
                <a:lnTo>
                  <a:pt x="2194758" y="1597858"/>
                </a:lnTo>
                <a:lnTo>
                  <a:pt x="2194260" y="1598111"/>
                </a:lnTo>
                <a:lnTo>
                  <a:pt x="2193744" y="1598351"/>
                </a:lnTo>
                <a:lnTo>
                  <a:pt x="2193210" y="1598579"/>
                </a:lnTo>
                <a:lnTo>
                  <a:pt x="2192659" y="1598795"/>
                </a:lnTo>
                <a:lnTo>
                  <a:pt x="2192090" y="1598999"/>
                </a:lnTo>
                <a:lnTo>
                  <a:pt x="2191504" y="1599190"/>
                </a:lnTo>
                <a:lnTo>
                  <a:pt x="2190900" y="1599368"/>
                </a:lnTo>
                <a:lnTo>
                  <a:pt x="2190278" y="1599535"/>
                </a:lnTo>
                <a:lnTo>
                  <a:pt x="2189639" y="1599689"/>
                </a:lnTo>
                <a:lnTo>
                  <a:pt x="2188982" y="1599831"/>
                </a:lnTo>
                <a:lnTo>
                  <a:pt x="2188307" y="1599960"/>
                </a:lnTo>
                <a:lnTo>
                  <a:pt x="2187615" y="1600077"/>
                </a:lnTo>
                <a:lnTo>
                  <a:pt x="2186906" y="1600182"/>
                </a:lnTo>
                <a:lnTo>
                  <a:pt x="2186178" y="1600274"/>
                </a:lnTo>
                <a:lnTo>
                  <a:pt x="2185433" y="1600355"/>
                </a:lnTo>
                <a:lnTo>
                  <a:pt x="2184671" y="1600422"/>
                </a:lnTo>
                <a:lnTo>
                  <a:pt x="2183891" y="1600478"/>
                </a:lnTo>
                <a:lnTo>
                  <a:pt x="2183093" y="1600521"/>
                </a:lnTo>
                <a:lnTo>
                  <a:pt x="2182277" y="1600552"/>
                </a:lnTo>
                <a:lnTo>
                  <a:pt x="2181444" y="1600570"/>
                </a:lnTo>
                <a:lnTo>
                  <a:pt x="2180594" y="1600577"/>
                </a:lnTo>
                <a:lnTo>
                  <a:pt x="2179645" y="1600570"/>
                </a:lnTo>
                <a:lnTo>
                  <a:pt x="2178714" y="1600550"/>
                </a:lnTo>
                <a:lnTo>
                  <a:pt x="2177801" y="1600516"/>
                </a:lnTo>
                <a:lnTo>
                  <a:pt x="2176907" y="1600469"/>
                </a:lnTo>
                <a:lnTo>
                  <a:pt x="2176031" y="1600408"/>
                </a:lnTo>
                <a:lnTo>
                  <a:pt x="2175173" y="1600333"/>
                </a:lnTo>
                <a:lnTo>
                  <a:pt x="2174333" y="1600246"/>
                </a:lnTo>
                <a:lnTo>
                  <a:pt x="2173512" y="1600144"/>
                </a:lnTo>
                <a:lnTo>
                  <a:pt x="2172708" y="1600030"/>
                </a:lnTo>
                <a:lnTo>
                  <a:pt x="2171923" y="1599901"/>
                </a:lnTo>
                <a:lnTo>
                  <a:pt x="2171156" y="1599760"/>
                </a:lnTo>
                <a:lnTo>
                  <a:pt x="2170407" y="1599604"/>
                </a:lnTo>
                <a:lnTo>
                  <a:pt x="2169677" y="1599436"/>
                </a:lnTo>
                <a:lnTo>
                  <a:pt x="2168964" y="1599253"/>
                </a:lnTo>
                <a:lnTo>
                  <a:pt x="2168270" y="1599058"/>
                </a:lnTo>
                <a:lnTo>
                  <a:pt x="2167594" y="1598848"/>
                </a:lnTo>
                <a:lnTo>
                  <a:pt x="2166937" y="1598625"/>
                </a:lnTo>
                <a:lnTo>
                  <a:pt x="2166297" y="1598389"/>
                </a:lnTo>
                <a:lnTo>
                  <a:pt x="2165676" y="1598139"/>
                </a:lnTo>
                <a:lnTo>
                  <a:pt x="2165072" y="1597876"/>
                </a:lnTo>
                <a:lnTo>
                  <a:pt x="2164487" y="1597599"/>
                </a:lnTo>
                <a:lnTo>
                  <a:pt x="2163921" y="1597309"/>
                </a:lnTo>
                <a:lnTo>
                  <a:pt x="2163372" y="1597005"/>
                </a:lnTo>
                <a:lnTo>
                  <a:pt x="2162842" y="1596688"/>
                </a:lnTo>
                <a:lnTo>
                  <a:pt x="2162345" y="1596344"/>
                </a:lnTo>
                <a:lnTo>
                  <a:pt x="2161870" y="1595990"/>
                </a:lnTo>
                <a:lnTo>
                  <a:pt x="2161415" y="1595626"/>
                </a:lnTo>
                <a:lnTo>
                  <a:pt x="2160982" y="1595251"/>
                </a:lnTo>
                <a:lnTo>
                  <a:pt x="2160570" y="1594865"/>
                </a:lnTo>
                <a:lnTo>
                  <a:pt x="2160179" y="1594469"/>
                </a:lnTo>
                <a:lnTo>
                  <a:pt x="2159809" y="1594062"/>
                </a:lnTo>
                <a:lnTo>
                  <a:pt x="2159460" y="1593645"/>
                </a:lnTo>
                <a:lnTo>
                  <a:pt x="2159133" y="1593217"/>
                </a:lnTo>
                <a:lnTo>
                  <a:pt x="2158826" y="1592778"/>
                </a:lnTo>
                <a:lnTo>
                  <a:pt x="2158541" y="1592329"/>
                </a:lnTo>
                <a:lnTo>
                  <a:pt x="2158277" y="1591870"/>
                </a:lnTo>
                <a:lnTo>
                  <a:pt x="2158034" y="1591399"/>
                </a:lnTo>
                <a:lnTo>
                  <a:pt x="2157812" y="1590919"/>
                </a:lnTo>
                <a:lnTo>
                  <a:pt x="2157611" y="1590427"/>
                </a:lnTo>
                <a:lnTo>
                  <a:pt x="2157432" y="1589925"/>
                </a:lnTo>
                <a:lnTo>
                  <a:pt x="2157273" y="1589413"/>
                </a:lnTo>
                <a:lnTo>
                  <a:pt x="2157136" y="1588890"/>
                </a:lnTo>
                <a:lnTo>
                  <a:pt x="2157020" y="1588356"/>
                </a:lnTo>
                <a:lnTo>
                  <a:pt x="2156924" y="1587812"/>
                </a:lnTo>
                <a:lnTo>
                  <a:pt x="2156850" y="1587257"/>
                </a:lnTo>
                <a:lnTo>
                  <a:pt x="2156798" y="1586692"/>
                </a:lnTo>
                <a:lnTo>
                  <a:pt x="2156766" y="1586116"/>
                </a:lnTo>
                <a:lnTo>
                  <a:pt x="2156755" y="1585529"/>
                </a:lnTo>
                <a:lnTo>
                  <a:pt x="2156755" y="1583839"/>
                </a:lnTo>
                <a:lnTo>
                  <a:pt x="2142216" y="1583839"/>
                </a:lnTo>
                <a:lnTo>
                  <a:pt x="2142202" y="1583937"/>
                </a:lnTo>
                <a:lnTo>
                  <a:pt x="2142189" y="1584035"/>
                </a:lnTo>
                <a:lnTo>
                  <a:pt x="2142176" y="1584132"/>
                </a:lnTo>
                <a:lnTo>
                  <a:pt x="2142164" y="1584229"/>
                </a:lnTo>
                <a:lnTo>
                  <a:pt x="2142152" y="1584324"/>
                </a:lnTo>
                <a:lnTo>
                  <a:pt x="2142142" y="1584420"/>
                </a:lnTo>
                <a:lnTo>
                  <a:pt x="2142131" y="1584515"/>
                </a:lnTo>
                <a:lnTo>
                  <a:pt x="2142122" y="1584609"/>
                </a:lnTo>
                <a:lnTo>
                  <a:pt x="2142112" y="1584703"/>
                </a:lnTo>
                <a:lnTo>
                  <a:pt x="2142104" y="1584796"/>
                </a:lnTo>
                <a:lnTo>
                  <a:pt x="2142096" y="1584888"/>
                </a:lnTo>
                <a:lnTo>
                  <a:pt x="2142089" y="1584980"/>
                </a:lnTo>
                <a:lnTo>
                  <a:pt x="2142082" y="1585071"/>
                </a:lnTo>
                <a:lnTo>
                  <a:pt x="2142076" y="1585162"/>
                </a:lnTo>
                <a:lnTo>
                  <a:pt x="2142070" y="1585252"/>
                </a:lnTo>
                <a:lnTo>
                  <a:pt x="2142065" y="1585342"/>
                </a:lnTo>
                <a:lnTo>
                  <a:pt x="2142061" y="1585430"/>
                </a:lnTo>
                <a:lnTo>
                  <a:pt x="2142057" y="1585519"/>
                </a:lnTo>
                <a:lnTo>
                  <a:pt x="2142054" y="1585607"/>
                </a:lnTo>
                <a:lnTo>
                  <a:pt x="2142051" y="1585694"/>
                </a:lnTo>
                <a:lnTo>
                  <a:pt x="2142049" y="1585780"/>
                </a:lnTo>
                <a:lnTo>
                  <a:pt x="2142048" y="1585866"/>
                </a:lnTo>
                <a:lnTo>
                  <a:pt x="2142047" y="1585952"/>
                </a:lnTo>
                <a:lnTo>
                  <a:pt x="2142046" y="1586037"/>
                </a:lnTo>
                <a:lnTo>
                  <a:pt x="2142046" y="1586120"/>
                </a:lnTo>
                <a:lnTo>
                  <a:pt x="2142046" y="1586202"/>
                </a:lnTo>
                <a:lnTo>
                  <a:pt x="2142046" y="1586282"/>
                </a:lnTo>
                <a:lnTo>
                  <a:pt x="2142046" y="1586361"/>
                </a:lnTo>
                <a:lnTo>
                  <a:pt x="2142046" y="1586437"/>
                </a:lnTo>
                <a:lnTo>
                  <a:pt x="2142046" y="1586512"/>
                </a:lnTo>
                <a:lnTo>
                  <a:pt x="2142046" y="1586585"/>
                </a:lnTo>
                <a:lnTo>
                  <a:pt x="2142046" y="1586657"/>
                </a:lnTo>
                <a:lnTo>
                  <a:pt x="2142046" y="1586726"/>
                </a:lnTo>
                <a:lnTo>
                  <a:pt x="2142046" y="1586794"/>
                </a:lnTo>
                <a:lnTo>
                  <a:pt x="2142046" y="1586860"/>
                </a:lnTo>
                <a:lnTo>
                  <a:pt x="2142046" y="1586924"/>
                </a:lnTo>
                <a:lnTo>
                  <a:pt x="2142046" y="1586987"/>
                </a:lnTo>
                <a:lnTo>
                  <a:pt x="2142046" y="1587048"/>
                </a:lnTo>
                <a:lnTo>
                  <a:pt x="2142046" y="1587107"/>
                </a:lnTo>
                <a:lnTo>
                  <a:pt x="2142046" y="1587164"/>
                </a:lnTo>
                <a:lnTo>
                  <a:pt x="2142046" y="1587219"/>
                </a:lnTo>
                <a:lnTo>
                  <a:pt x="2142046" y="1587273"/>
                </a:lnTo>
                <a:lnTo>
                  <a:pt x="2142046" y="1587325"/>
                </a:lnTo>
                <a:lnTo>
                  <a:pt x="2142046" y="1587375"/>
                </a:lnTo>
                <a:lnTo>
                  <a:pt x="2142046" y="1587424"/>
                </a:lnTo>
                <a:lnTo>
                  <a:pt x="2142046" y="1587470"/>
                </a:lnTo>
                <a:lnTo>
                  <a:pt x="2142046" y="1587515"/>
                </a:lnTo>
                <a:lnTo>
                  <a:pt x="2142046" y="1587558"/>
                </a:lnTo>
                <a:lnTo>
                  <a:pt x="2142054" y="1588203"/>
                </a:lnTo>
                <a:lnTo>
                  <a:pt x="2142078" y="1588840"/>
                </a:lnTo>
                <a:lnTo>
                  <a:pt x="2142118" y="1589471"/>
                </a:lnTo>
                <a:lnTo>
                  <a:pt x="2142173" y="1590094"/>
                </a:lnTo>
                <a:lnTo>
                  <a:pt x="2142244" y="1590711"/>
                </a:lnTo>
                <a:lnTo>
                  <a:pt x="2142332" y="1591320"/>
                </a:lnTo>
                <a:lnTo>
                  <a:pt x="2142435" y="1591922"/>
                </a:lnTo>
                <a:lnTo>
                  <a:pt x="2142554" y="1592518"/>
                </a:lnTo>
                <a:lnTo>
                  <a:pt x="2142688" y="1593106"/>
                </a:lnTo>
                <a:lnTo>
                  <a:pt x="2142839" y="1593687"/>
                </a:lnTo>
                <a:lnTo>
                  <a:pt x="2143005" y="1594261"/>
                </a:lnTo>
                <a:lnTo>
                  <a:pt x="2143187" y="1594828"/>
                </a:lnTo>
                <a:lnTo>
                  <a:pt x="2143386" y="1595388"/>
                </a:lnTo>
                <a:lnTo>
                  <a:pt x="2143600" y="1595941"/>
                </a:lnTo>
                <a:lnTo>
                  <a:pt x="2143829" y="1596487"/>
                </a:lnTo>
                <a:lnTo>
                  <a:pt x="2144075" y="1597026"/>
                </a:lnTo>
                <a:lnTo>
                  <a:pt x="2144337" y="1597558"/>
                </a:lnTo>
                <a:lnTo>
                  <a:pt x="2144614" y="1598083"/>
                </a:lnTo>
                <a:lnTo>
                  <a:pt x="2144907" y="1598601"/>
                </a:lnTo>
                <a:lnTo>
                  <a:pt x="2145216" y="1599111"/>
                </a:lnTo>
                <a:lnTo>
                  <a:pt x="2145541" y="1599615"/>
                </a:lnTo>
                <a:lnTo>
                  <a:pt x="2145882" y="1600112"/>
                </a:lnTo>
                <a:lnTo>
                  <a:pt x="2146239" y="1600601"/>
                </a:lnTo>
                <a:lnTo>
                  <a:pt x="2146611" y="1601084"/>
                </a:lnTo>
                <a:lnTo>
                  <a:pt x="2147012" y="1601544"/>
                </a:lnTo>
                <a:lnTo>
                  <a:pt x="2147424" y="1601996"/>
                </a:lnTo>
                <a:lnTo>
                  <a:pt x="2147848" y="1602439"/>
                </a:lnTo>
                <a:lnTo>
                  <a:pt x="2148283" y="1602873"/>
                </a:lnTo>
                <a:lnTo>
                  <a:pt x="2148730" y="1603298"/>
                </a:lnTo>
                <a:lnTo>
                  <a:pt x="2149189" y="1603715"/>
                </a:lnTo>
                <a:lnTo>
                  <a:pt x="2149660" y="1604123"/>
                </a:lnTo>
                <a:lnTo>
                  <a:pt x="2150143" y="1604521"/>
                </a:lnTo>
                <a:lnTo>
                  <a:pt x="2150637" y="1604912"/>
                </a:lnTo>
                <a:lnTo>
                  <a:pt x="2151143" y="1605293"/>
                </a:lnTo>
                <a:lnTo>
                  <a:pt x="2151661" y="1605665"/>
                </a:lnTo>
                <a:lnTo>
                  <a:pt x="2152190" y="1606029"/>
                </a:lnTo>
                <a:lnTo>
                  <a:pt x="2152732" y="1606384"/>
                </a:lnTo>
                <a:lnTo>
                  <a:pt x="2153285" y="1606730"/>
                </a:lnTo>
                <a:lnTo>
                  <a:pt x="2153849" y="1607067"/>
                </a:lnTo>
                <a:lnTo>
                  <a:pt x="2154426" y="1607396"/>
                </a:lnTo>
                <a:lnTo>
                  <a:pt x="2155014" y="1607715"/>
                </a:lnTo>
                <a:lnTo>
                  <a:pt x="2155614" y="1608026"/>
                </a:lnTo>
                <a:lnTo>
                  <a:pt x="2156226" y="1608328"/>
                </a:lnTo>
                <a:lnTo>
                  <a:pt x="2156849" y="1608621"/>
                </a:lnTo>
                <a:lnTo>
                  <a:pt x="2157484" y="1608906"/>
                </a:lnTo>
                <a:lnTo>
                  <a:pt x="2158131" y="1609181"/>
                </a:lnTo>
                <a:lnTo>
                  <a:pt x="2158790" y="1609448"/>
                </a:lnTo>
                <a:lnTo>
                  <a:pt x="2159460" y="1609706"/>
                </a:lnTo>
                <a:lnTo>
                  <a:pt x="2160155" y="1609941"/>
                </a:lnTo>
                <a:lnTo>
                  <a:pt x="2160857" y="1610165"/>
                </a:lnTo>
                <a:lnTo>
                  <a:pt x="2161568" y="1610380"/>
                </a:lnTo>
                <a:lnTo>
                  <a:pt x="2162287" y="1610584"/>
                </a:lnTo>
                <a:lnTo>
                  <a:pt x="2163015" y="1610779"/>
                </a:lnTo>
                <a:lnTo>
                  <a:pt x="2163750" y="1610964"/>
                </a:lnTo>
                <a:lnTo>
                  <a:pt x="2164494" y="1611138"/>
                </a:lnTo>
                <a:lnTo>
                  <a:pt x="2165246" y="1611303"/>
                </a:lnTo>
                <a:lnTo>
                  <a:pt x="2166006" y="1611458"/>
                </a:lnTo>
                <a:lnTo>
                  <a:pt x="2166775" y="1611602"/>
                </a:lnTo>
                <a:lnTo>
                  <a:pt x="2167551" y="1611737"/>
                </a:lnTo>
                <a:lnTo>
                  <a:pt x="2168336" y="1611862"/>
                </a:lnTo>
                <a:lnTo>
                  <a:pt x="2169129" y="1611977"/>
                </a:lnTo>
                <a:lnTo>
                  <a:pt x="2169931" y="1612081"/>
                </a:lnTo>
                <a:lnTo>
                  <a:pt x="2170740" y="1612176"/>
                </a:lnTo>
                <a:lnTo>
                  <a:pt x="2171558" y="1612261"/>
                </a:lnTo>
                <a:lnTo>
                  <a:pt x="2172384" y="1612336"/>
                </a:lnTo>
                <a:lnTo>
                  <a:pt x="2173218" y="1612401"/>
                </a:lnTo>
                <a:lnTo>
                  <a:pt x="2174060" y="1612456"/>
                </a:lnTo>
                <a:lnTo>
                  <a:pt x="2174911" y="1612500"/>
                </a:lnTo>
                <a:lnTo>
                  <a:pt x="2175770" y="1612535"/>
                </a:lnTo>
                <a:lnTo>
                  <a:pt x="2176637" y="1612560"/>
                </a:lnTo>
                <a:lnTo>
                  <a:pt x="2177512" y="1612575"/>
                </a:lnTo>
                <a:lnTo>
                  <a:pt x="2178396" y="1612580"/>
                </a:lnTo>
                <a:lnTo>
                  <a:pt x="2179404" y="1612575"/>
                </a:lnTo>
                <a:lnTo>
                  <a:pt x="2180400" y="1612560"/>
                </a:lnTo>
                <a:lnTo>
                  <a:pt x="2181384" y="1612535"/>
                </a:lnTo>
                <a:lnTo>
                  <a:pt x="2182355" y="1612500"/>
                </a:lnTo>
                <a:lnTo>
                  <a:pt x="2183314" y="1612456"/>
                </a:lnTo>
                <a:lnTo>
                  <a:pt x="2184260" y="1612401"/>
                </a:lnTo>
                <a:lnTo>
                  <a:pt x="2185195" y="1612336"/>
                </a:lnTo>
                <a:close/>
                <a:moveTo>
                  <a:pt x="1838847" y="1547753"/>
                </a:moveTo>
                <a:lnTo>
                  <a:pt x="1838864" y="1547859"/>
                </a:lnTo>
                <a:lnTo>
                  <a:pt x="1838882" y="1547972"/>
                </a:lnTo>
                <a:lnTo>
                  <a:pt x="1838900" y="1548090"/>
                </a:lnTo>
                <a:lnTo>
                  <a:pt x="1838920" y="1548216"/>
                </a:lnTo>
                <a:lnTo>
                  <a:pt x="1838939" y="1548348"/>
                </a:lnTo>
                <a:lnTo>
                  <a:pt x="1838960" y="1548486"/>
                </a:lnTo>
                <a:lnTo>
                  <a:pt x="1838980" y="1548631"/>
                </a:lnTo>
                <a:lnTo>
                  <a:pt x="1839002" y="1548782"/>
                </a:lnTo>
                <a:lnTo>
                  <a:pt x="1839024" y="1548939"/>
                </a:lnTo>
                <a:lnTo>
                  <a:pt x="1839046" y="1549103"/>
                </a:lnTo>
                <a:lnTo>
                  <a:pt x="1839070" y="1549274"/>
                </a:lnTo>
                <a:lnTo>
                  <a:pt x="1839093" y="1549451"/>
                </a:lnTo>
                <a:lnTo>
                  <a:pt x="1839118" y="1549634"/>
                </a:lnTo>
                <a:lnTo>
                  <a:pt x="1839143" y="1549824"/>
                </a:lnTo>
                <a:lnTo>
                  <a:pt x="1839168" y="1550021"/>
                </a:lnTo>
                <a:lnTo>
                  <a:pt x="1839194" y="1550224"/>
                </a:lnTo>
                <a:lnTo>
                  <a:pt x="1839221" y="1550433"/>
                </a:lnTo>
                <a:lnTo>
                  <a:pt x="1839248" y="1550649"/>
                </a:lnTo>
                <a:lnTo>
                  <a:pt x="1839276" y="1550871"/>
                </a:lnTo>
                <a:lnTo>
                  <a:pt x="1854830" y="1550871"/>
                </a:lnTo>
                <a:lnTo>
                  <a:pt x="1854830" y="1548842"/>
                </a:lnTo>
                <a:lnTo>
                  <a:pt x="1854839" y="1548284"/>
                </a:lnTo>
                <a:lnTo>
                  <a:pt x="1854864" y="1547736"/>
                </a:lnTo>
                <a:lnTo>
                  <a:pt x="1854907" y="1547199"/>
                </a:lnTo>
                <a:lnTo>
                  <a:pt x="1854966" y="1546672"/>
                </a:lnTo>
                <a:lnTo>
                  <a:pt x="1855043" y="1546156"/>
                </a:lnTo>
                <a:lnTo>
                  <a:pt x="1855137" y="1545651"/>
                </a:lnTo>
                <a:lnTo>
                  <a:pt x="1855247" y="1545156"/>
                </a:lnTo>
                <a:lnTo>
                  <a:pt x="1855375" y="1544672"/>
                </a:lnTo>
                <a:lnTo>
                  <a:pt x="1855520" y="1544198"/>
                </a:lnTo>
                <a:lnTo>
                  <a:pt x="1855682" y="1543735"/>
                </a:lnTo>
                <a:lnTo>
                  <a:pt x="1855860" y="1543282"/>
                </a:lnTo>
                <a:lnTo>
                  <a:pt x="1856056" y="1542840"/>
                </a:lnTo>
                <a:lnTo>
                  <a:pt x="1856269" y="1542409"/>
                </a:lnTo>
                <a:lnTo>
                  <a:pt x="1856499" y="1541988"/>
                </a:lnTo>
                <a:lnTo>
                  <a:pt x="1856746" y="1541577"/>
                </a:lnTo>
                <a:lnTo>
                  <a:pt x="1857009" y="1541177"/>
                </a:lnTo>
                <a:lnTo>
                  <a:pt x="1857290" y="1540788"/>
                </a:lnTo>
                <a:lnTo>
                  <a:pt x="1857588" y="1540410"/>
                </a:lnTo>
                <a:lnTo>
                  <a:pt x="1857903" y="1540042"/>
                </a:lnTo>
                <a:lnTo>
                  <a:pt x="1858235" y="1539684"/>
                </a:lnTo>
                <a:lnTo>
                  <a:pt x="1858584" y="1539337"/>
                </a:lnTo>
                <a:lnTo>
                  <a:pt x="1858950" y="1539001"/>
                </a:lnTo>
                <a:lnTo>
                  <a:pt x="1859333" y="1538675"/>
                </a:lnTo>
                <a:lnTo>
                  <a:pt x="1859733" y="1538360"/>
                </a:lnTo>
                <a:lnTo>
                  <a:pt x="1860149" y="1538056"/>
                </a:lnTo>
                <a:lnTo>
                  <a:pt x="1860579" y="1537766"/>
                </a:lnTo>
                <a:lnTo>
                  <a:pt x="1861023" y="1537488"/>
                </a:lnTo>
                <a:lnTo>
                  <a:pt x="1861480" y="1537223"/>
                </a:lnTo>
                <a:lnTo>
                  <a:pt x="1861952" y="1536971"/>
                </a:lnTo>
                <a:lnTo>
                  <a:pt x="1862439" y="1536733"/>
                </a:lnTo>
                <a:lnTo>
                  <a:pt x="1862939" y="1536507"/>
                </a:lnTo>
                <a:lnTo>
                  <a:pt x="1863453" y="1536293"/>
                </a:lnTo>
                <a:lnTo>
                  <a:pt x="1863981" y="1536093"/>
                </a:lnTo>
                <a:lnTo>
                  <a:pt x="1864524" y="1535906"/>
                </a:lnTo>
                <a:lnTo>
                  <a:pt x="1865080" y="1535732"/>
                </a:lnTo>
                <a:lnTo>
                  <a:pt x="1865651" y="1535570"/>
                </a:lnTo>
                <a:lnTo>
                  <a:pt x="1866235" y="1535422"/>
                </a:lnTo>
                <a:lnTo>
                  <a:pt x="1866834" y="1535286"/>
                </a:lnTo>
                <a:lnTo>
                  <a:pt x="1867447" y="1535163"/>
                </a:lnTo>
                <a:lnTo>
                  <a:pt x="1868074" y="1535054"/>
                </a:lnTo>
                <a:lnTo>
                  <a:pt x="1868715" y="1534957"/>
                </a:lnTo>
                <a:lnTo>
                  <a:pt x="1869370" y="1534873"/>
                </a:lnTo>
                <a:lnTo>
                  <a:pt x="1870039" y="1534802"/>
                </a:lnTo>
                <a:lnTo>
                  <a:pt x="1870723" y="1534744"/>
                </a:lnTo>
                <a:lnTo>
                  <a:pt x="1871420" y="1534698"/>
                </a:lnTo>
                <a:lnTo>
                  <a:pt x="1872132" y="1534666"/>
                </a:lnTo>
                <a:lnTo>
                  <a:pt x="1872857" y="1534647"/>
                </a:lnTo>
                <a:lnTo>
                  <a:pt x="1873597" y="1534640"/>
                </a:lnTo>
                <a:lnTo>
                  <a:pt x="1874404" y="1534647"/>
                </a:lnTo>
                <a:lnTo>
                  <a:pt x="1875191" y="1534666"/>
                </a:lnTo>
                <a:lnTo>
                  <a:pt x="1875958" y="1534698"/>
                </a:lnTo>
                <a:lnTo>
                  <a:pt x="1876706" y="1534744"/>
                </a:lnTo>
                <a:lnTo>
                  <a:pt x="1877433" y="1534802"/>
                </a:lnTo>
                <a:lnTo>
                  <a:pt x="1878140" y="1534873"/>
                </a:lnTo>
                <a:lnTo>
                  <a:pt x="1878828" y="1534957"/>
                </a:lnTo>
                <a:lnTo>
                  <a:pt x="1879495" y="1535054"/>
                </a:lnTo>
                <a:lnTo>
                  <a:pt x="1880143" y="1535163"/>
                </a:lnTo>
                <a:lnTo>
                  <a:pt x="1880770" y="1535286"/>
                </a:lnTo>
                <a:lnTo>
                  <a:pt x="1881378" y="1535422"/>
                </a:lnTo>
                <a:lnTo>
                  <a:pt x="1881966" y="1535570"/>
                </a:lnTo>
                <a:lnTo>
                  <a:pt x="1882533" y="1535732"/>
                </a:lnTo>
                <a:lnTo>
                  <a:pt x="1883081" y="1535906"/>
                </a:lnTo>
                <a:lnTo>
                  <a:pt x="1883609" y="1536093"/>
                </a:lnTo>
                <a:lnTo>
                  <a:pt x="1884116" y="1536293"/>
                </a:lnTo>
                <a:lnTo>
                  <a:pt x="1884604" y="1536507"/>
                </a:lnTo>
                <a:lnTo>
                  <a:pt x="1885072" y="1536733"/>
                </a:lnTo>
                <a:lnTo>
                  <a:pt x="1885520" y="1536971"/>
                </a:lnTo>
                <a:lnTo>
                  <a:pt x="1885948" y="1537223"/>
                </a:lnTo>
                <a:lnTo>
                  <a:pt x="1886356" y="1537488"/>
                </a:lnTo>
                <a:lnTo>
                  <a:pt x="1886744" y="1537766"/>
                </a:lnTo>
                <a:lnTo>
                  <a:pt x="1887112" y="1538056"/>
                </a:lnTo>
                <a:lnTo>
                  <a:pt x="1887460" y="1538360"/>
                </a:lnTo>
                <a:lnTo>
                  <a:pt x="1887805" y="1538677"/>
                </a:lnTo>
                <a:lnTo>
                  <a:pt x="1888136" y="1539010"/>
                </a:lnTo>
                <a:lnTo>
                  <a:pt x="1888451" y="1539358"/>
                </a:lnTo>
                <a:lnTo>
                  <a:pt x="1888752" y="1539722"/>
                </a:lnTo>
                <a:lnTo>
                  <a:pt x="1889038" y="1540100"/>
                </a:lnTo>
                <a:lnTo>
                  <a:pt x="1889310" y="1540494"/>
                </a:lnTo>
                <a:lnTo>
                  <a:pt x="1889566" y="1540903"/>
                </a:lnTo>
                <a:lnTo>
                  <a:pt x="1889809" y="1541328"/>
                </a:lnTo>
                <a:lnTo>
                  <a:pt x="1890036" y="1541767"/>
                </a:lnTo>
                <a:lnTo>
                  <a:pt x="1890249" y="1542222"/>
                </a:lnTo>
                <a:lnTo>
                  <a:pt x="1890447" y="1542693"/>
                </a:lnTo>
                <a:lnTo>
                  <a:pt x="1890630" y="1543178"/>
                </a:lnTo>
                <a:lnTo>
                  <a:pt x="1890799" y="1543679"/>
                </a:lnTo>
                <a:lnTo>
                  <a:pt x="1890953" y="1544195"/>
                </a:lnTo>
                <a:lnTo>
                  <a:pt x="1891093" y="1544726"/>
                </a:lnTo>
                <a:lnTo>
                  <a:pt x="1891217" y="1545273"/>
                </a:lnTo>
                <a:lnTo>
                  <a:pt x="1891327" y="1545834"/>
                </a:lnTo>
                <a:lnTo>
                  <a:pt x="1891423" y="1546411"/>
                </a:lnTo>
                <a:lnTo>
                  <a:pt x="1891503" y="1547004"/>
                </a:lnTo>
                <a:lnTo>
                  <a:pt x="1891570" y="1547611"/>
                </a:lnTo>
                <a:lnTo>
                  <a:pt x="1891621" y="1548234"/>
                </a:lnTo>
                <a:lnTo>
                  <a:pt x="1891658" y="1548872"/>
                </a:lnTo>
                <a:lnTo>
                  <a:pt x="1891680" y="1549526"/>
                </a:lnTo>
                <a:lnTo>
                  <a:pt x="1891687" y="1550194"/>
                </a:lnTo>
                <a:lnTo>
                  <a:pt x="1891687" y="1559662"/>
                </a:lnTo>
                <a:lnTo>
                  <a:pt x="1890024" y="1559667"/>
                </a:lnTo>
                <a:lnTo>
                  <a:pt x="1888388" y="1559682"/>
                </a:lnTo>
                <a:lnTo>
                  <a:pt x="1886779" y="1559707"/>
                </a:lnTo>
                <a:lnTo>
                  <a:pt x="1885197" y="1559742"/>
                </a:lnTo>
                <a:lnTo>
                  <a:pt x="1883642" y="1559787"/>
                </a:lnTo>
                <a:lnTo>
                  <a:pt x="1882114" y="1559842"/>
                </a:lnTo>
                <a:lnTo>
                  <a:pt x="1880613" y="1559907"/>
                </a:lnTo>
                <a:lnTo>
                  <a:pt x="1879138" y="1559982"/>
                </a:lnTo>
                <a:lnTo>
                  <a:pt x="1877691" y="1560067"/>
                </a:lnTo>
                <a:lnTo>
                  <a:pt x="1876271" y="1560161"/>
                </a:lnTo>
                <a:lnTo>
                  <a:pt x="1874878" y="1560266"/>
                </a:lnTo>
                <a:lnTo>
                  <a:pt x="1873512" y="1560381"/>
                </a:lnTo>
                <a:lnTo>
                  <a:pt x="1872173" y="1560506"/>
                </a:lnTo>
                <a:lnTo>
                  <a:pt x="1870861" y="1560640"/>
                </a:lnTo>
                <a:lnTo>
                  <a:pt x="1869576" y="1560785"/>
                </a:lnTo>
                <a:lnTo>
                  <a:pt x="1868318" y="1560940"/>
                </a:lnTo>
                <a:lnTo>
                  <a:pt x="1867087" y="1561104"/>
                </a:lnTo>
                <a:lnTo>
                  <a:pt x="1865883" y="1561279"/>
                </a:lnTo>
                <a:lnTo>
                  <a:pt x="1864706" y="1561464"/>
                </a:lnTo>
                <a:lnTo>
                  <a:pt x="1863556" y="1561658"/>
                </a:lnTo>
                <a:lnTo>
                  <a:pt x="1862433" y="1561863"/>
                </a:lnTo>
                <a:lnTo>
                  <a:pt x="1861337" y="1562077"/>
                </a:lnTo>
                <a:lnTo>
                  <a:pt x="1860268" y="1562302"/>
                </a:lnTo>
                <a:lnTo>
                  <a:pt x="1859226" y="1562536"/>
                </a:lnTo>
                <a:lnTo>
                  <a:pt x="1858223" y="1562782"/>
                </a:lnTo>
                <a:lnTo>
                  <a:pt x="1857243" y="1563039"/>
                </a:lnTo>
                <a:lnTo>
                  <a:pt x="1856286" y="1563308"/>
                </a:lnTo>
                <a:lnTo>
                  <a:pt x="1855352" y="1563588"/>
                </a:lnTo>
                <a:lnTo>
                  <a:pt x="1854440" y="1563881"/>
                </a:lnTo>
                <a:lnTo>
                  <a:pt x="1853552" y="1564185"/>
                </a:lnTo>
                <a:lnTo>
                  <a:pt x="1852686" y="1564501"/>
                </a:lnTo>
                <a:lnTo>
                  <a:pt x="1851844" y="1564828"/>
                </a:lnTo>
                <a:lnTo>
                  <a:pt x="1851024" y="1565168"/>
                </a:lnTo>
                <a:lnTo>
                  <a:pt x="1850227" y="1565519"/>
                </a:lnTo>
                <a:lnTo>
                  <a:pt x="1849453" y="1565881"/>
                </a:lnTo>
                <a:lnTo>
                  <a:pt x="1848702" y="1566256"/>
                </a:lnTo>
                <a:lnTo>
                  <a:pt x="1847974" y="1566642"/>
                </a:lnTo>
                <a:lnTo>
                  <a:pt x="1847268" y="1567040"/>
                </a:lnTo>
                <a:lnTo>
                  <a:pt x="1846586" y="1567450"/>
                </a:lnTo>
                <a:lnTo>
                  <a:pt x="1845926" y="1567872"/>
                </a:lnTo>
                <a:lnTo>
                  <a:pt x="1845290" y="1568305"/>
                </a:lnTo>
                <a:lnTo>
                  <a:pt x="1844676" y="1568750"/>
                </a:lnTo>
                <a:lnTo>
                  <a:pt x="1844085" y="1569206"/>
                </a:lnTo>
                <a:lnTo>
                  <a:pt x="1843517" y="1569675"/>
                </a:lnTo>
                <a:lnTo>
                  <a:pt x="1842972" y="1570155"/>
                </a:lnTo>
                <a:lnTo>
                  <a:pt x="1842450" y="1570647"/>
                </a:lnTo>
                <a:lnTo>
                  <a:pt x="1841951" y="1571151"/>
                </a:lnTo>
                <a:lnTo>
                  <a:pt x="1841474" y="1571666"/>
                </a:lnTo>
                <a:lnTo>
                  <a:pt x="1841033" y="1572180"/>
                </a:lnTo>
                <a:lnTo>
                  <a:pt x="1840610" y="1572709"/>
                </a:lnTo>
                <a:lnTo>
                  <a:pt x="1840206" y="1573251"/>
                </a:lnTo>
                <a:lnTo>
                  <a:pt x="1839821" y="1573808"/>
                </a:lnTo>
                <a:lnTo>
                  <a:pt x="1839455" y="1574378"/>
                </a:lnTo>
                <a:lnTo>
                  <a:pt x="1839107" y="1574963"/>
                </a:lnTo>
                <a:lnTo>
                  <a:pt x="1838778" y="1575562"/>
                </a:lnTo>
                <a:lnTo>
                  <a:pt x="1838469" y="1576175"/>
                </a:lnTo>
                <a:lnTo>
                  <a:pt x="1838177" y="1576801"/>
                </a:lnTo>
                <a:lnTo>
                  <a:pt x="1837905" y="1577442"/>
                </a:lnTo>
                <a:lnTo>
                  <a:pt x="1837651" y="1578098"/>
                </a:lnTo>
                <a:lnTo>
                  <a:pt x="1837417" y="1578767"/>
                </a:lnTo>
                <a:lnTo>
                  <a:pt x="1837201" y="1579450"/>
                </a:lnTo>
                <a:lnTo>
                  <a:pt x="1837003" y="1580148"/>
                </a:lnTo>
                <a:lnTo>
                  <a:pt x="1836825" y="1580859"/>
                </a:lnTo>
                <a:lnTo>
                  <a:pt x="1836665" y="1581585"/>
                </a:lnTo>
                <a:lnTo>
                  <a:pt x="1836524" y="1582324"/>
                </a:lnTo>
                <a:lnTo>
                  <a:pt x="1836402" y="1583078"/>
                </a:lnTo>
                <a:lnTo>
                  <a:pt x="1836299" y="1583846"/>
                </a:lnTo>
                <a:lnTo>
                  <a:pt x="1836214" y="1584628"/>
                </a:lnTo>
                <a:lnTo>
                  <a:pt x="1836149" y="1585424"/>
                </a:lnTo>
                <a:lnTo>
                  <a:pt x="1836102" y="1586234"/>
                </a:lnTo>
                <a:lnTo>
                  <a:pt x="1836073" y="1587058"/>
                </a:lnTo>
                <a:lnTo>
                  <a:pt x="1836064" y="1587896"/>
                </a:lnTo>
                <a:lnTo>
                  <a:pt x="1836076" y="1588900"/>
                </a:lnTo>
                <a:lnTo>
                  <a:pt x="1836113" y="1589884"/>
                </a:lnTo>
                <a:lnTo>
                  <a:pt x="1836175" y="1590847"/>
                </a:lnTo>
                <a:lnTo>
                  <a:pt x="1836261" y="1591790"/>
                </a:lnTo>
                <a:lnTo>
                  <a:pt x="1836372" y="1592712"/>
                </a:lnTo>
                <a:lnTo>
                  <a:pt x="1836508" y="1593613"/>
                </a:lnTo>
                <a:lnTo>
                  <a:pt x="1836668" y="1594494"/>
                </a:lnTo>
                <a:lnTo>
                  <a:pt x="1836853" y="1595354"/>
                </a:lnTo>
                <a:lnTo>
                  <a:pt x="1837063" y="1596194"/>
                </a:lnTo>
                <a:lnTo>
                  <a:pt x="1837297" y="1597013"/>
                </a:lnTo>
                <a:lnTo>
                  <a:pt x="1837556" y="1597812"/>
                </a:lnTo>
                <a:lnTo>
                  <a:pt x="1837839" y="1598590"/>
                </a:lnTo>
                <a:lnTo>
                  <a:pt x="1838147" y="1599348"/>
                </a:lnTo>
                <a:lnTo>
                  <a:pt x="1838480" y="1600085"/>
                </a:lnTo>
                <a:lnTo>
                  <a:pt x="1838838" y="1600801"/>
                </a:lnTo>
                <a:lnTo>
                  <a:pt x="1839220" y="1601497"/>
                </a:lnTo>
                <a:lnTo>
                  <a:pt x="1839627" y="1602172"/>
                </a:lnTo>
                <a:lnTo>
                  <a:pt x="1840058" y="1602827"/>
                </a:lnTo>
                <a:lnTo>
                  <a:pt x="1840514" y="1603462"/>
                </a:lnTo>
                <a:lnTo>
                  <a:pt x="1840995" y="1604075"/>
                </a:lnTo>
                <a:lnTo>
                  <a:pt x="1841501" y="1604668"/>
                </a:lnTo>
                <a:lnTo>
                  <a:pt x="1842031" y="1605241"/>
                </a:lnTo>
                <a:lnTo>
                  <a:pt x="1842585" y="1605793"/>
                </a:lnTo>
                <a:lnTo>
                  <a:pt x="1843165" y="1606325"/>
                </a:lnTo>
                <a:lnTo>
                  <a:pt x="1843781" y="1606835"/>
                </a:lnTo>
                <a:lnTo>
                  <a:pt x="1844419" y="1607324"/>
                </a:lnTo>
                <a:lnTo>
                  <a:pt x="1845077" y="1607791"/>
                </a:lnTo>
                <a:lnTo>
                  <a:pt x="1845757" y="1608236"/>
                </a:lnTo>
                <a:lnTo>
                  <a:pt x="1846458" y="1608660"/>
                </a:lnTo>
                <a:lnTo>
                  <a:pt x="1847180" y="1609062"/>
                </a:lnTo>
                <a:lnTo>
                  <a:pt x="1847923" y="1609442"/>
                </a:lnTo>
                <a:lnTo>
                  <a:pt x="1848688" y="1609800"/>
                </a:lnTo>
                <a:lnTo>
                  <a:pt x="1849473" y="1610137"/>
                </a:lnTo>
                <a:lnTo>
                  <a:pt x="1850280" y="1610452"/>
                </a:lnTo>
                <a:lnTo>
                  <a:pt x="1851107" y="1610745"/>
                </a:lnTo>
                <a:lnTo>
                  <a:pt x="1851956" y="1611016"/>
                </a:lnTo>
                <a:lnTo>
                  <a:pt x="1852826" y="1611266"/>
                </a:lnTo>
                <a:lnTo>
                  <a:pt x="1853717" y="1611494"/>
                </a:lnTo>
                <a:lnTo>
                  <a:pt x="1854630" y="1611701"/>
                </a:lnTo>
                <a:lnTo>
                  <a:pt x="1855563" y="1611885"/>
                </a:lnTo>
                <a:lnTo>
                  <a:pt x="1856518" y="1612048"/>
                </a:lnTo>
                <a:lnTo>
                  <a:pt x="1857493" y="1612189"/>
                </a:lnTo>
                <a:lnTo>
                  <a:pt x="1858490" y="1612309"/>
                </a:lnTo>
                <a:lnTo>
                  <a:pt x="1859508" y="1612406"/>
                </a:lnTo>
                <a:lnTo>
                  <a:pt x="1860547" y="1612483"/>
                </a:lnTo>
                <a:lnTo>
                  <a:pt x="1861607" y="1612537"/>
                </a:lnTo>
                <a:lnTo>
                  <a:pt x="1862689" y="1612569"/>
                </a:lnTo>
                <a:lnTo>
                  <a:pt x="1863791" y="1612580"/>
                </a:lnTo>
                <a:lnTo>
                  <a:pt x="1864297" y="1612578"/>
                </a:lnTo>
                <a:lnTo>
                  <a:pt x="1864802" y="1612571"/>
                </a:lnTo>
                <a:lnTo>
                  <a:pt x="1865305" y="1612559"/>
                </a:lnTo>
                <a:lnTo>
                  <a:pt x="1865806" y="1612543"/>
                </a:lnTo>
                <a:lnTo>
                  <a:pt x="1866305" y="1612522"/>
                </a:lnTo>
                <a:lnTo>
                  <a:pt x="1866803" y="1612496"/>
                </a:lnTo>
                <a:lnTo>
                  <a:pt x="1867298" y="1612465"/>
                </a:lnTo>
                <a:lnTo>
                  <a:pt x="1867792" y="1612430"/>
                </a:lnTo>
                <a:lnTo>
                  <a:pt x="1868285" y="1612390"/>
                </a:lnTo>
                <a:lnTo>
                  <a:pt x="1868775" y="1612345"/>
                </a:lnTo>
                <a:lnTo>
                  <a:pt x="1869264" y="1612296"/>
                </a:lnTo>
                <a:lnTo>
                  <a:pt x="1869751" y="1612242"/>
                </a:lnTo>
                <a:lnTo>
                  <a:pt x="1870236" y="1612183"/>
                </a:lnTo>
                <a:lnTo>
                  <a:pt x="1870719" y="1612120"/>
                </a:lnTo>
                <a:lnTo>
                  <a:pt x="1871201" y="1612052"/>
                </a:lnTo>
                <a:lnTo>
                  <a:pt x="1871681" y="1611979"/>
                </a:lnTo>
                <a:lnTo>
                  <a:pt x="1872159" y="1611902"/>
                </a:lnTo>
                <a:lnTo>
                  <a:pt x="1872635" y="1611819"/>
                </a:lnTo>
                <a:lnTo>
                  <a:pt x="1873110" y="1611733"/>
                </a:lnTo>
                <a:lnTo>
                  <a:pt x="1873583" y="1611641"/>
                </a:lnTo>
                <a:lnTo>
                  <a:pt x="1874054" y="1611545"/>
                </a:lnTo>
                <a:lnTo>
                  <a:pt x="1874523" y="1611444"/>
                </a:lnTo>
                <a:lnTo>
                  <a:pt x="1874991" y="1611338"/>
                </a:lnTo>
                <a:lnTo>
                  <a:pt x="1875457" y="1611228"/>
                </a:lnTo>
                <a:lnTo>
                  <a:pt x="1875920" y="1611126"/>
                </a:lnTo>
                <a:lnTo>
                  <a:pt x="1876379" y="1611018"/>
                </a:lnTo>
                <a:lnTo>
                  <a:pt x="1876836" y="1610903"/>
                </a:lnTo>
                <a:lnTo>
                  <a:pt x="1877288" y="1610782"/>
                </a:lnTo>
                <a:lnTo>
                  <a:pt x="1877737" y="1610654"/>
                </a:lnTo>
                <a:lnTo>
                  <a:pt x="1878183" y="1610520"/>
                </a:lnTo>
                <a:lnTo>
                  <a:pt x="1878625" y="1610379"/>
                </a:lnTo>
                <a:lnTo>
                  <a:pt x="1879063" y="1610232"/>
                </a:lnTo>
                <a:lnTo>
                  <a:pt x="1879498" y="1610079"/>
                </a:lnTo>
                <a:lnTo>
                  <a:pt x="1879930" y="1609919"/>
                </a:lnTo>
                <a:lnTo>
                  <a:pt x="1880358" y="1609752"/>
                </a:lnTo>
                <a:lnTo>
                  <a:pt x="1880782" y="1609579"/>
                </a:lnTo>
                <a:lnTo>
                  <a:pt x="1881203" y="1609400"/>
                </a:lnTo>
                <a:lnTo>
                  <a:pt x="1881620" y="1609214"/>
                </a:lnTo>
                <a:lnTo>
                  <a:pt x="1882034" y="1609022"/>
                </a:lnTo>
                <a:lnTo>
                  <a:pt x="1882445" y="1608823"/>
                </a:lnTo>
                <a:lnTo>
                  <a:pt x="1882851" y="1608618"/>
                </a:lnTo>
                <a:lnTo>
                  <a:pt x="1883255" y="1608406"/>
                </a:lnTo>
                <a:lnTo>
                  <a:pt x="1883655" y="1608188"/>
                </a:lnTo>
                <a:lnTo>
                  <a:pt x="1884051" y="1607964"/>
                </a:lnTo>
                <a:lnTo>
                  <a:pt x="1884443" y="1607733"/>
                </a:lnTo>
                <a:lnTo>
                  <a:pt x="1884833" y="1607495"/>
                </a:lnTo>
                <a:lnTo>
                  <a:pt x="1885218" y="1607251"/>
                </a:lnTo>
                <a:lnTo>
                  <a:pt x="1885601" y="1607001"/>
                </a:lnTo>
                <a:lnTo>
                  <a:pt x="1885978" y="1606730"/>
                </a:lnTo>
                <a:lnTo>
                  <a:pt x="1886350" y="1606451"/>
                </a:lnTo>
                <a:lnTo>
                  <a:pt x="1886715" y="1606166"/>
                </a:lnTo>
                <a:lnTo>
                  <a:pt x="1887075" y="1605874"/>
                </a:lnTo>
                <a:lnTo>
                  <a:pt x="1887429" y="1605574"/>
                </a:lnTo>
                <a:lnTo>
                  <a:pt x="1887777" y="1605268"/>
                </a:lnTo>
                <a:lnTo>
                  <a:pt x="1888120" y="1604955"/>
                </a:lnTo>
                <a:lnTo>
                  <a:pt x="1888456" y="1604634"/>
                </a:lnTo>
                <a:lnTo>
                  <a:pt x="1888786" y="1604306"/>
                </a:lnTo>
                <a:lnTo>
                  <a:pt x="1889111" y="1603972"/>
                </a:lnTo>
                <a:lnTo>
                  <a:pt x="1889430" y="1603630"/>
                </a:lnTo>
                <a:lnTo>
                  <a:pt x="1889743" y="1603282"/>
                </a:lnTo>
                <a:lnTo>
                  <a:pt x="1890050" y="1602926"/>
                </a:lnTo>
                <a:lnTo>
                  <a:pt x="1890351" y="1602563"/>
                </a:lnTo>
                <a:lnTo>
                  <a:pt x="1890646" y="1602193"/>
                </a:lnTo>
                <a:lnTo>
                  <a:pt x="1890936" y="1601816"/>
                </a:lnTo>
                <a:lnTo>
                  <a:pt x="1891219" y="1601432"/>
                </a:lnTo>
                <a:lnTo>
                  <a:pt x="1891497" y="1601041"/>
                </a:lnTo>
                <a:lnTo>
                  <a:pt x="1891769" y="1600643"/>
                </a:lnTo>
                <a:lnTo>
                  <a:pt x="1892035" y="1600238"/>
                </a:lnTo>
                <a:lnTo>
                  <a:pt x="1892295" y="1599826"/>
                </a:lnTo>
                <a:lnTo>
                  <a:pt x="1892549" y="1599407"/>
                </a:lnTo>
                <a:lnTo>
                  <a:pt x="1892797" y="1598981"/>
                </a:lnTo>
                <a:lnTo>
                  <a:pt x="1893039" y="1598548"/>
                </a:lnTo>
                <a:lnTo>
                  <a:pt x="1893083" y="1598994"/>
                </a:lnTo>
                <a:lnTo>
                  <a:pt x="1893131" y="1599433"/>
                </a:lnTo>
                <a:lnTo>
                  <a:pt x="1893182" y="1599863"/>
                </a:lnTo>
                <a:lnTo>
                  <a:pt x="1893237" y="1600285"/>
                </a:lnTo>
                <a:lnTo>
                  <a:pt x="1893295" y="1600699"/>
                </a:lnTo>
                <a:lnTo>
                  <a:pt x="1893356" y="1601105"/>
                </a:lnTo>
                <a:lnTo>
                  <a:pt x="1893422" y="1601502"/>
                </a:lnTo>
                <a:lnTo>
                  <a:pt x="1893490" y="1601891"/>
                </a:lnTo>
                <a:lnTo>
                  <a:pt x="1893563" y="1602272"/>
                </a:lnTo>
                <a:lnTo>
                  <a:pt x="1893638" y="1602645"/>
                </a:lnTo>
                <a:lnTo>
                  <a:pt x="1893718" y="1603010"/>
                </a:lnTo>
                <a:lnTo>
                  <a:pt x="1893800" y="1603366"/>
                </a:lnTo>
                <a:lnTo>
                  <a:pt x="1893887" y="1603714"/>
                </a:lnTo>
                <a:lnTo>
                  <a:pt x="1893976" y="1604054"/>
                </a:lnTo>
                <a:lnTo>
                  <a:pt x="1894070" y="1604386"/>
                </a:lnTo>
                <a:lnTo>
                  <a:pt x="1894167" y="1604709"/>
                </a:lnTo>
                <a:lnTo>
                  <a:pt x="1894267" y="1605024"/>
                </a:lnTo>
                <a:lnTo>
                  <a:pt x="1894371" y="1605331"/>
                </a:lnTo>
                <a:lnTo>
                  <a:pt x="1894478" y="1605630"/>
                </a:lnTo>
                <a:lnTo>
                  <a:pt x="1894589" y="1605921"/>
                </a:lnTo>
                <a:lnTo>
                  <a:pt x="1894704" y="1606203"/>
                </a:lnTo>
                <a:lnTo>
                  <a:pt x="1894822" y="1606477"/>
                </a:lnTo>
                <a:lnTo>
                  <a:pt x="1894943" y="1606743"/>
                </a:lnTo>
                <a:lnTo>
                  <a:pt x="1895068" y="1607001"/>
                </a:lnTo>
                <a:lnTo>
                  <a:pt x="1895198" y="1607251"/>
                </a:lnTo>
                <a:lnTo>
                  <a:pt x="1895334" y="1607495"/>
                </a:lnTo>
                <a:lnTo>
                  <a:pt x="1895475" y="1607733"/>
                </a:lnTo>
                <a:lnTo>
                  <a:pt x="1895623" y="1607964"/>
                </a:lnTo>
                <a:lnTo>
                  <a:pt x="1895776" y="1608188"/>
                </a:lnTo>
                <a:lnTo>
                  <a:pt x="1895935" y="1608406"/>
                </a:lnTo>
                <a:lnTo>
                  <a:pt x="1896100" y="1608618"/>
                </a:lnTo>
                <a:lnTo>
                  <a:pt x="1896271" y="1608823"/>
                </a:lnTo>
                <a:lnTo>
                  <a:pt x="1896447" y="1609022"/>
                </a:lnTo>
                <a:lnTo>
                  <a:pt x="1896630" y="1609214"/>
                </a:lnTo>
                <a:lnTo>
                  <a:pt x="1896818" y="1609400"/>
                </a:lnTo>
                <a:lnTo>
                  <a:pt x="1897013" y="1609579"/>
                </a:lnTo>
                <a:lnTo>
                  <a:pt x="1897213" y="1609752"/>
                </a:lnTo>
                <a:lnTo>
                  <a:pt x="1897419" y="1609919"/>
                </a:lnTo>
                <a:lnTo>
                  <a:pt x="1897631" y="1610079"/>
                </a:lnTo>
                <a:lnTo>
                  <a:pt x="1897849" y="1610232"/>
                </a:lnTo>
                <a:lnTo>
                  <a:pt x="1898072" y="1610379"/>
                </a:lnTo>
                <a:lnTo>
                  <a:pt x="1898302" y="1610520"/>
                </a:lnTo>
                <a:lnTo>
                  <a:pt x="1898537" y="1610654"/>
                </a:lnTo>
                <a:lnTo>
                  <a:pt x="1898779" y="1610782"/>
                </a:lnTo>
                <a:lnTo>
                  <a:pt x="1899026" y="1610903"/>
                </a:lnTo>
                <a:lnTo>
                  <a:pt x="1899279" y="1611018"/>
                </a:lnTo>
                <a:lnTo>
                  <a:pt x="1899538" y="1611126"/>
                </a:lnTo>
                <a:lnTo>
                  <a:pt x="1899802" y="1611228"/>
                </a:lnTo>
                <a:lnTo>
                  <a:pt x="1900073" y="1611338"/>
                </a:lnTo>
                <a:lnTo>
                  <a:pt x="1900351" y="1611444"/>
                </a:lnTo>
                <a:lnTo>
                  <a:pt x="1900634" y="1611545"/>
                </a:lnTo>
                <a:lnTo>
                  <a:pt x="1900925" y="1611641"/>
                </a:lnTo>
                <a:lnTo>
                  <a:pt x="1901221" y="1611733"/>
                </a:lnTo>
                <a:lnTo>
                  <a:pt x="1901525" y="1611819"/>
                </a:lnTo>
                <a:lnTo>
                  <a:pt x="1901834" y="1611902"/>
                </a:lnTo>
                <a:lnTo>
                  <a:pt x="1902150" y="1611979"/>
                </a:lnTo>
                <a:lnTo>
                  <a:pt x="1902473" y="1612052"/>
                </a:lnTo>
                <a:lnTo>
                  <a:pt x="1902802" y="1612120"/>
                </a:lnTo>
                <a:lnTo>
                  <a:pt x="1903138" y="1612183"/>
                </a:lnTo>
                <a:lnTo>
                  <a:pt x="1903480" y="1612242"/>
                </a:lnTo>
                <a:lnTo>
                  <a:pt x="1903828" y="1612296"/>
                </a:lnTo>
                <a:lnTo>
                  <a:pt x="1904183" y="1612345"/>
                </a:lnTo>
                <a:lnTo>
                  <a:pt x="1904544" y="1612390"/>
                </a:lnTo>
                <a:lnTo>
                  <a:pt x="1904912" y="1612430"/>
                </a:lnTo>
                <a:lnTo>
                  <a:pt x="1905286" y="1612465"/>
                </a:lnTo>
                <a:lnTo>
                  <a:pt x="1905667" y="1612496"/>
                </a:lnTo>
                <a:lnTo>
                  <a:pt x="1906054" y="1612522"/>
                </a:lnTo>
                <a:lnTo>
                  <a:pt x="1906448" y="1612543"/>
                </a:lnTo>
                <a:lnTo>
                  <a:pt x="1906848" y="1612559"/>
                </a:lnTo>
                <a:lnTo>
                  <a:pt x="1907254" y="1612571"/>
                </a:lnTo>
                <a:lnTo>
                  <a:pt x="1907667" y="1612578"/>
                </a:lnTo>
                <a:lnTo>
                  <a:pt x="1908087" y="1612580"/>
                </a:lnTo>
                <a:lnTo>
                  <a:pt x="1908382" y="1612579"/>
                </a:lnTo>
                <a:lnTo>
                  <a:pt x="1908676" y="1612574"/>
                </a:lnTo>
                <a:lnTo>
                  <a:pt x="1908969" y="1612567"/>
                </a:lnTo>
                <a:lnTo>
                  <a:pt x="1909261" y="1612557"/>
                </a:lnTo>
                <a:lnTo>
                  <a:pt x="1909551" y="1612544"/>
                </a:lnTo>
                <a:lnTo>
                  <a:pt x="1909841" y="1612527"/>
                </a:lnTo>
                <a:lnTo>
                  <a:pt x="1910129" y="1612508"/>
                </a:lnTo>
                <a:lnTo>
                  <a:pt x="1910416" y="1612486"/>
                </a:lnTo>
                <a:lnTo>
                  <a:pt x="1910702" y="1612461"/>
                </a:lnTo>
                <a:lnTo>
                  <a:pt x="1910986" y="1612433"/>
                </a:lnTo>
                <a:lnTo>
                  <a:pt x="1911270" y="1612403"/>
                </a:lnTo>
                <a:lnTo>
                  <a:pt x="1911552" y="1612369"/>
                </a:lnTo>
                <a:lnTo>
                  <a:pt x="1911834" y="1612332"/>
                </a:lnTo>
                <a:lnTo>
                  <a:pt x="1912114" y="1612293"/>
                </a:lnTo>
                <a:lnTo>
                  <a:pt x="1912392" y="1612250"/>
                </a:lnTo>
                <a:lnTo>
                  <a:pt x="1912670" y="1612205"/>
                </a:lnTo>
                <a:lnTo>
                  <a:pt x="1912947" y="1612156"/>
                </a:lnTo>
                <a:lnTo>
                  <a:pt x="1913222" y="1612105"/>
                </a:lnTo>
                <a:lnTo>
                  <a:pt x="1913496" y="1612050"/>
                </a:lnTo>
                <a:lnTo>
                  <a:pt x="1913769" y="1611993"/>
                </a:lnTo>
                <a:lnTo>
                  <a:pt x="1914041" y="1611933"/>
                </a:lnTo>
                <a:lnTo>
                  <a:pt x="1914312" y="1611870"/>
                </a:lnTo>
                <a:lnTo>
                  <a:pt x="1914581" y="1611804"/>
                </a:lnTo>
                <a:lnTo>
                  <a:pt x="1914849" y="1611735"/>
                </a:lnTo>
                <a:lnTo>
                  <a:pt x="1915115" y="1611663"/>
                </a:lnTo>
                <a:lnTo>
                  <a:pt x="1915378" y="1611589"/>
                </a:lnTo>
                <a:lnTo>
                  <a:pt x="1915637" y="1611513"/>
                </a:lnTo>
                <a:lnTo>
                  <a:pt x="1915892" y="1611434"/>
                </a:lnTo>
                <a:lnTo>
                  <a:pt x="1916144" y="1611353"/>
                </a:lnTo>
                <a:lnTo>
                  <a:pt x="1916392" y="1611270"/>
                </a:lnTo>
                <a:lnTo>
                  <a:pt x="1916637" y="1611184"/>
                </a:lnTo>
                <a:lnTo>
                  <a:pt x="1916878" y="1611096"/>
                </a:lnTo>
                <a:lnTo>
                  <a:pt x="1917116" y="1611006"/>
                </a:lnTo>
                <a:lnTo>
                  <a:pt x="1917350" y="1610913"/>
                </a:lnTo>
                <a:lnTo>
                  <a:pt x="1917581" y="1610818"/>
                </a:lnTo>
                <a:lnTo>
                  <a:pt x="1917808" y="1610721"/>
                </a:lnTo>
                <a:lnTo>
                  <a:pt x="1918032" y="1610621"/>
                </a:lnTo>
                <a:lnTo>
                  <a:pt x="1918252" y="1610519"/>
                </a:lnTo>
                <a:lnTo>
                  <a:pt x="1918468" y="1610414"/>
                </a:lnTo>
                <a:lnTo>
                  <a:pt x="1918681" y="1610307"/>
                </a:lnTo>
                <a:lnTo>
                  <a:pt x="1918891" y="1610198"/>
                </a:lnTo>
                <a:lnTo>
                  <a:pt x="1919097" y="1610087"/>
                </a:lnTo>
                <a:lnTo>
                  <a:pt x="1919300" y="1609973"/>
                </a:lnTo>
                <a:lnTo>
                  <a:pt x="1919499" y="1609856"/>
                </a:lnTo>
                <a:lnTo>
                  <a:pt x="1919694" y="1609738"/>
                </a:lnTo>
                <a:lnTo>
                  <a:pt x="1919886" y="1609617"/>
                </a:lnTo>
                <a:lnTo>
                  <a:pt x="1920074" y="1609494"/>
                </a:lnTo>
                <a:lnTo>
                  <a:pt x="1920259" y="1609368"/>
                </a:lnTo>
                <a:lnTo>
                  <a:pt x="1920259" y="1598379"/>
                </a:lnTo>
                <a:lnTo>
                  <a:pt x="1920018" y="1598544"/>
                </a:lnTo>
                <a:lnTo>
                  <a:pt x="1919773" y="1598703"/>
                </a:lnTo>
                <a:lnTo>
                  <a:pt x="1919525" y="1598854"/>
                </a:lnTo>
                <a:lnTo>
                  <a:pt x="1919273" y="1598998"/>
                </a:lnTo>
                <a:lnTo>
                  <a:pt x="1919018" y="1599136"/>
                </a:lnTo>
                <a:lnTo>
                  <a:pt x="1918759" y="1599266"/>
                </a:lnTo>
                <a:lnTo>
                  <a:pt x="1918496" y="1599389"/>
                </a:lnTo>
                <a:lnTo>
                  <a:pt x="1918230" y="1599506"/>
                </a:lnTo>
                <a:lnTo>
                  <a:pt x="1917961" y="1599615"/>
                </a:lnTo>
                <a:lnTo>
                  <a:pt x="1917688" y="1599717"/>
                </a:lnTo>
                <a:lnTo>
                  <a:pt x="1917412" y="1599812"/>
                </a:lnTo>
                <a:lnTo>
                  <a:pt x="1917132" y="1599900"/>
                </a:lnTo>
                <a:lnTo>
                  <a:pt x="1916848" y="1599981"/>
                </a:lnTo>
                <a:lnTo>
                  <a:pt x="1916561" y="1600055"/>
                </a:lnTo>
                <a:lnTo>
                  <a:pt x="1916270" y="1600122"/>
                </a:lnTo>
                <a:lnTo>
                  <a:pt x="1915976" y="1600182"/>
                </a:lnTo>
                <a:lnTo>
                  <a:pt x="1915679" y="1600235"/>
                </a:lnTo>
                <a:lnTo>
                  <a:pt x="1915378" y="1600281"/>
                </a:lnTo>
                <a:lnTo>
                  <a:pt x="1915073" y="1600319"/>
                </a:lnTo>
                <a:lnTo>
                  <a:pt x="1914765" y="1600351"/>
                </a:lnTo>
                <a:lnTo>
                  <a:pt x="1914453" y="1600376"/>
                </a:lnTo>
                <a:lnTo>
                  <a:pt x="1914138" y="1600393"/>
                </a:lnTo>
                <a:lnTo>
                  <a:pt x="1913819" y="1600404"/>
                </a:lnTo>
                <a:lnTo>
                  <a:pt x="1913497" y="1600407"/>
                </a:lnTo>
                <a:lnTo>
                  <a:pt x="1913315" y="1600405"/>
                </a:lnTo>
                <a:lnTo>
                  <a:pt x="1913136" y="1600399"/>
                </a:lnTo>
                <a:lnTo>
                  <a:pt x="1912960" y="1600389"/>
                </a:lnTo>
                <a:lnTo>
                  <a:pt x="1912788" y="1600374"/>
                </a:lnTo>
                <a:lnTo>
                  <a:pt x="1912618" y="1600356"/>
                </a:lnTo>
                <a:lnTo>
                  <a:pt x="1912451" y="1600333"/>
                </a:lnTo>
                <a:lnTo>
                  <a:pt x="1912287" y="1600307"/>
                </a:lnTo>
                <a:lnTo>
                  <a:pt x="1912125" y="1600276"/>
                </a:lnTo>
                <a:lnTo>
                  <a:pt x="1911967" y="1600241"/>
                </a:lnTo>
                <a:lnTo>
                  <a:pt x="1911812" y="1600202"/>
                </a:lnTo>
                <a:lnTo>
                  <a:pt x="1911660" y="1600159"/>
                </a:lnTo>
                <a:lnTo>
                  <a:pt x="1911510" y="1600111"/>
                </a:lnTo>
                <a:lnTo>
                  <a:pt x="1911364" y="1600060"/>
                </a:lnTo>
                <a:lnTo>
                  <a:pt x="1911220" y="1600005"/>
                </a:lnTo>
                <a:lnTo>
                  <a:pt x="1911080" y="1599945"/>
                </a:lnTo>
                <a:lnTo>
                  <a:pt x="1910942" y="1599881"/>
                </a:lnTo>
                <a:lnTo>
                  <a:pt x="1910807" y="1599814"/>
                </a:lnTo>
                <a:lnTo>
                  <a:pt x="1910675" y="1599742"/>
                </a:lnTo>
                <a:lnTo>
                  <a:pt x="1910546" y="1599666"/>
                </a:lnTo>
                <a:lnTo>
                  <a:pt x="1910421" y="1599585"/>
                </a:lnTo>
                <a:lnTo>
                  <a:pt x="1910298" y="1599501"/>
                </a:lnTo>
                <a:lnTo>
                  <a:pt x="1910177" y="1599413"/>
                </a:lnTo>
                <a:lnTo>
                  <a:pt x="1910060" y="1599320"/>
                </a:lnTo>
                <a:lnTo>
                  <a:pt x="1909946" y="1599224"/>
                </a:lnTo>
                <a:lnTo>
                  <a:pt x="1909836" y="1599123"/>
                </a:lnTo>
                <a:lnTo>
                  <a:pt x="1909730" y="1599016"/>
                </a:lnTo>
                <a:lnTo>
                  <a:pt x="1909629" y="1598904"/>
                </a:lnTo>
                <a:lnTo>
                  <a:pt x="1909533" y="1598787"/>
                </a:lnTo>
                <a:lnTo>
                  <a:pt x="1909441" y="1598665"/>
                </a:lnTo>
                <a:lnTo>
                  <a:pt x="1909355" y="1598537"/>
                </a:lnTo>
                <a:lnTo>
                  <a:pt x="1909272" y="1598404"/>
                </a:lnTo>
                <a:lnTo>
                  <a:pt x="1909195" y="1598266"/>
                </a:lnTo>
                <a:lnTo>
                  <a:pt x="1909122" y="1598122"/>
                </a:lnTo>
                <a:lnTo>
                  <a:pt x="1909054" y="1597974"/>
                </a:lnTo>
                <a:lnTo>
                  <a:pt x="1908991" y="1597820"/>
                </a:lnTo>
                <a:lnTo>
                  <a:pt x="1908932" y="1597660"/>
                </a:lnTo>
                <a:lnTo>
                  <a:pt x="1908878" y="1597496"/>
                </a:lnTo>
                <a:lnTo>
                  <a:pt x="1908829" y="1597326"/>
                </a:lnTo>
                <a:lnTo>
                  <a:pt x="1908784" y="1597150"/>
                </a:lnTo>
                <a:lnTo>
                  <a:pt x="1908744" y="1596970"/>
                </a:lnTo>
                <a:lnTo>
                  <a:pt x="1908709" y="1596784"/>
                </a:lnTo>
                <a:lnTo>
                  <a:pt x="1908678" y="1596593"/>
                </a:lnTo>
                <a:lnTo>
                  <a:pt x="1908653" y="1596397"/>
                </a:lnTo>
                <a:lnTo>
                  <a:pt x="1908631" y="1596195"/>
                </a:lnTo>
                <a:lnTo>
                  <a:pt x="1908615" y="1595988"/>
                </a:lnTo>
                <a:lnTo>
                  <a:pt x="1908603" y="1595776"/>
                </a:lnTo>
                <a:lnTo>
                  <a:pt x="1908596" y="1595558"/>
                </a:lnTo>
                <a:lnTo>
                  <a:pt x="1908594" y="1595336"/>
                </a:lnTo>
                <a:lnTo>
                  <a:pt x="1908594" y="1549518"/>
                </a:lnTo>
                <a:lnTo>
                  <a:pt x="1908579" y="1548403"/>
                </a:lnTo>
                <a:lnTo>
                  <a:pt x="1908533" y="1547312"/>
                </a:lnTo>
                <a:lnTo>
                  <a:pt x="1908456" y="1546245"/>
                </a:lnTo>
                <a:lnTo>
                  <a:pt x="1908350" y="1545202"/>
                </a:lnTo>
                <a:lnTo>
                  <a:pt x="1908212" y="1544183"/>
                </a:lnTo>
                <a:lnTo>
                  <a:pt x="1908044" y="1543189"/>
                </a:lnTo>
                <a:lnTo>
                  <a:pt x="1907846" y="1542218"/>
                </a:lnTo>
                <a:lnTo>
                  <a:pt x="1907617" y="1541271"/>
                </a:lnTo>
                <a:lnTo>
                  <a:pt x="1907358" y="1540349"/>
                </a:lnTo>
                <a:lnTo>
                  <a:pt x="1907068" y="1539450"/>
                </a:lnTo>
                <a:lnTo>
                  <a:pt x="1906747" y="1538576"/>
                </a:lnTo>
                <a:lnTo>
                  <a:pt x="1906396" y="1537726"/>
                </a:lnTo>
                <a:lnTo>
                  <a:pt x="1906014" y="1536899"/>
                </a:lnTo>
                <a:lnTo>
                  <a:pt x="1905602" y="1536097"/>
                </a:lnTo>
                <a:lnTo>
                  <a:pt x="1905160" y="1535319"/>
                </a:lnTo>
                <a:lnTo>
                  <a:pt x="1904686" y="1534565"/>
                </a:lnTo>
                <a:lnTo>
                  <a:pt x="1904183" y="1533835"/>
                </a:lnTo>
                <a:lnTo>
                  <a:pt x="1903649" y="1533129"/>
                </a:lnTo>
                <a:lnTo>
                  <a:pt x="1903084" y="1532447"/>
                </a:lnTo>
                <a:lnTo>
                  <a:pt x="1902489" y="1531790"/>
                </a:lnTo>
                <a:lnTo>
                  <a:pt x="1901863" y="1531156"/>
                </a:lnTo>
                <a:lnTo>
                  <a:pt x="1901207" y="1530546"/>
                </a:lnTo>
                <a:lnTo>
                  <a:pt x="1900520" y="1529961"/>
                </a:lnTo>
                <a:lnTo>
                  <a:pt x="1899802" y="1529399"/>
                </a:lnTo>
                <a:lnTo>
                  <a:pt x="1899069" y="1528861"/>
                </a:lnTo>
                <a:lnTo>
                  <a:pt x="1898307" y="1528346"/>
                </a:lnTo>
                <a:lnTo>
                  <a:pt x="1897515" y="1527854"/>
                </a:lnTo>
                <a:lnTo>
                  <a:pt x="1896693" y="1527385"/>
                </a:lnTo>
                <a:lnTo>
                  <a:pt x="1895843" y="1526938"/>
                </a:lnTo>
                <a:lnTo>
                  <a:pt x="1894963" y="1526515"/>
                </a:lnTo>
                <a:lnTo>
                  <a:pt x="1894053" y="1526114"/>
                </a:lnTo>
                <a:lnTo>
                  <a:pt x="1893115" y="1525736"/>
                </a:lnTo>
                <a:lnTo>
                  <a:pt x="1892147" y="1525381"/>
                </a:lnTo>
                <a:lnTo>
                  <a:pt x="1891149" y="1525049"/>
                </a:lnTo>
                <a:lnTo>
                  <a:pt x="1890123" y="1524740"/>
                </a:lnTo>
                <a:lnTo>
                  <a:pt x="1889067" y="1524454"/>
                </a:lnTo>
                <a:lnTo>
                  <a:pt x="1887981" y="1524191"/>
                </a:lnTo>
                <a:lnTo>
                  <a:pt x="1886866" y="1523950"/>
                </a:lnTo>
                <a:lnTo>
                  <a:pt x="1885722" y="1523733"/>
                </a:lnTo>
                <a:lnTo>
                  <a:pt x="1884549" y="1523538"/>
                </a:lnTo>
                <a:lnTo>
                  <a:pt x="1883346" y="1523367"/>
                </a:lnTo>
                <a:lnTo>
                  <a:pt x="1882114" y="1523218"/>
                </a:lnTo>
                <a:lnTo>
                  <a:pt x="1880852" y="1523092"/>
                </a:lnTo>
                <a:lnTo>
                  <a:pt x="1879561" y="1522989"/>
                </a:lnTo>
                <a:lnTo>
                  <a:pt x="1878241" y="1522909"/>
                </a:lnTo>
                <a:lnTo>
                  <a:pt x="1876891" y="1522851"/>
                </a:lnTo>
                <a:lnTo>
                  <a:pt x="1875512" y="1522817"/>
                </a:lnTo>
                <a:lnTo>
                  <a:pt x="1874104" y="1522806"/>
                </a:lnTo>
                <a:lnTo>
                  <a:pt x="1872777" y="1522817"/>
                </a:lnTo>
                <a:lnTo>
                  <a:pt x="1871472" y="1522851"/>
                </a:lnTo>
                <a:lnTo>
                  <a:pt x="1870189" y="1522909"/>
                </a:lnTo>
                <a:lnTo>
                  <a:pt x="1868929" y="1522989"/>
                </a:lnTo>
                <a:lnTo>
                  <a:pt x="1867691" y="1523092"/>
                </a:lnTo>
                <a:lnTo>
                  <a:pt x="1866475" y="1523218"/>
                </a:lnTo>
                <a:lnTo>
                  <a:pt x="1865281" y="1523367"/>
                </a:lnTo>
                <a:lnTo>
                  <a:pt x="1864110" y="1523538"/>
                </a:lnTo>
                <a:lnTo>
                  <a:pt x="1862962" y="1523733"/>
                </a:lnTo>
                <a:lnTo>
                  <a:pt x="1861835" y="1523950"/>
                </a:lnTo>
                <a:lnTo>
                  <a:pt x="1860731" y="1524191"/>
                </a:lnTo>
                <a:lnTo>
                  <a:pt x="1859649" y="1524454"/>
                </a:lnTo>
                <a:lnTo>
                  <a:pt x="1858589" y="1524740"/>
                </a:lnTo>
                <a:lnTo>
                  <a:pt x="1857552" y="1525049"/>
                </a:lnTo>
                <a:lnTo>
                  <a:pt x="1856537" y="1525381"/>
                </a:lnTo>
                <a:lnTo>
                  <a:pt x="1855544" y="1525736"/>
                </a:lnTo>
                <a:lnTo>
                  <a:pt x="1854574" y="1526114"/>
                </a:lnTo>
                <a:lnTo>
                  <a:pt x="1853626" y="1526515"/>
                </a:lnTo>
                <a:lnTo>
                  <a:pt x="1852700" y="1526938"/>
                </a:lnTo>
                <a:lnTo>
                  <a:pt x="1851797" y="1527385"/>
                </a:lnTo>
                <a:lnTo>
                  <a:pt x="1850916" y="1527854"/>
                </a:lnTo>
                <a:lnTo>
                  <a:pt x="1850057" y="1528346"/>
                </a:lnTo>
                <a:lnTo>
                  <a:pt x="1849220" y="1528861"/>
                </a:lnTo>
                <a:lnTo>
                  <a:pt x="1848406" y="1529399"/>
                </a:lnTo>
                <a:lnTo>
                  <a:pt x="1847633" y="1529957"/>
                </a:lnTo>
                <a:lnTo>
                  <a:pt x="1846894" y="1530530"/>
                </a:lnTo>
                <a:lnTo>
                  <a:pt x="1846187" y="1531119"/>
                </a:lnTo>
                <a:lnTo>
                  <a:pt x="1845513" y="1531724"/>
                </a:lnTo>
                <a:lnTo>
                  <a:pt x="1844872" y="1532345"/>
                </a:lnTo>
                <a:lnTo>
                  <a:pt x="1844264" y="1532981"/>
                </a:lnTo>
                <a:lnTo>
                  <a:pt x="1843689" y="1533634"/>
                </a:lnTo>
                <a:lnTo>
                  <a:pt x="1843146" y="1534302"/>
                </a:lnTo>
                <a:lnTo>
                  <a:pt x="1842637" y="1534986"/>
                </a:lnTo>
                <a:lnTo>
                  <a:pt x="1842160" y="1535686"/>
                </a:lnTo>
                <a:lnTo>
                  <a:pt x="1841716" y="1536402"/>
                </a:lnTo>
                <a:lnTo>
                  <a:pt x="1841305" y="1537134"/>
                </a:lnTo>
                <a:lnTo>
                  <a:pt x="1840927" y="1537882"/>
                </a:lnTo>
                <a:lnTo>
                  <a:pt x="1840582" y="1538645"/>
                </a:lnTo>
                <a:lnTo>
                  <a:pt x="1840270" y="1539424"/>
                </a:lnTo>
                <a:lnTo>
                  <a:pt x="1839990" y="1540220"/>
                </a:lnTo>
                <a:lnTo>
                  <a:pt x="1839744" y="1541031"/>
                </a:lnTo>
                <a:lnTo>
                  <a:pt x="1839530" y="1541857"/>
                </a:lnTo>
                <a:lnTo>
                  <a:pt x="1839349" y="1542700"/>
                </a:lnTo>
                <a:lnTo>
                  <a:pt x="1839201" y="1543559"/>
                </a:lnTo>
                <a:lnTo>
                  <a:pt x="1839086" y="1544433"/>
                </a:lnTo>
                <a:lnTo>
                  <a:pt x="1839004" y="1545323"/>
                </a:lnTo>
                <a:lnTo>
                  <a:pt x="1838955" y="1546229"/>
                </a:lnTo>
                <a:lnTo>
                  <a:pt x="1838938" y="1547151"/>
                </a:lnTo>
                <a:lnTo>
                  <a:pt x="1838938" y="1547178"/>
                </a:lnTo>
                <a:lnTo>
                  <a:pt x="1838937" y="1547203"/>
                </a:lnTo>
                <a:lnTo>
                  <a:pt x="1838936" y="1547225"/>
                </a:lnTo>
                <a:lnTo>
                  <a:pt x="1838933" y="1547245"/>
                </a:lnTo>
                <a:lnTo>
                  <a:pt x="1838931" y="1547263"/>
                </a:lnTo>
                <a:lnTo>
                  <a:pt x="1838928" y="1547278"/>
                </a:lnTo>
                <a:lnTo>
                  <a:pt x="1838924" y="1547291"/>
                </a:lnTo>
                <a:lnTo>
                  <a:pt x="1838919" y="1547302"/>
                </a:lnTo>
                <a:lnTo>
                  <a:pt x="1838914" y="1547310"/>
                </a:lnTo>
                <a:lnTo>
                  <a:pt x="1838909" y="1547316"/>
                </a:lnTo>
                <a:lnTo>
                  <a:pt x="1838903" y="1547319"/>
                </a:lnTo>
                <a:lnTo>
                  <a:pt x="1838896" y="1547320"/>
                </a:lnTo>
                <a:lnTo>
                  <a:pt x="1838889" y="1547319"/>
                </a:lnTo>
                <a:lnTo>
                  <a:pt x="1838881" y="1547316"/>
                </a:lnTo>
                <a:lnTo>
                  <a:pt x="1838872" y="1547310"/>
                </a:lnTo>
                <a:lnTo>
                  <a:pt x="1838863" y="1547302"/>
                </a:lnTo>
                <a:lnTo>
                  <a:pt x="1838853" y="1547291"/>
                </a:lnTo>
                <a:lnTo>
                  <a:pt x="1838843" y="1547278"/>
                </a:lnTo>
                <a:lnTo>
                  <a:pt x="1838832" y="1547263"/>
                </a:lnTo>
                <a:lnTo>
                  <a:pt x="1838821" y="1547245"/>
                </a:lnTo>
                <a:lnTo>
                  <a:pt x="1838809" y="1547225"/>
                </a:lnTo>
                <a:lnTo>
                  <a:pt x="1838796" y="1547203"/>
                </a:lnTo>
                <a:lnTo>
                  <a:pt x="1838783" y="1547178"/>
                </a:lnTo>
                <a:lnTo>
                  <a:pt x="1838769" y="1547151"/>
                </a:lnTo>
                <a:lnTo>
                  <a:pt x="1838769" y="1547125"/>
                </a:lnTo>
                <a:lnTo>
                  <a:pt x="1838769" y="1547186"/>
                </a:lnTo>
                <a:lnTo>
                  <a:pt x="1838769" y="1547252"/>
                </a:lnTo>
                <a:lnTo>
                  <a:pt x="1838769" y="1547320"/>
                </a:lnTo>
                <a:lnTo>
                  <a:pt x="1838783" y="1547394"/>
                </a:lnTo>
                <a:lnTo>
                  <a:pt x="1838798" y="1547474"/>
                </a:lnTo>
                <a:lnTo>
                  <a:pt x="1838814" y="1547561"/>
                </a:lnTo>
                <a:lnTo>
                  <a:pt x="1838830" y="1547654"/>
                </a:lnTo>
                <a:lnTo>
                  <a:pt x="1838847" y="1547753"/>
                </a:lnTo>
                <a:close/>
                <a:moveTo>
                  <a:pt x="1863979" y="1600201"/>
                </a:moveTo>
                <a:lnTo>
                  <a:pt x="1863413" y="1600101"/>
                </a:lnTo>
                <a:lnTo>
                  <a:pt x="1862862" y="1599989"/>
                </a:lnTo>
                <a:lnTo>
                  <a:pt x="1862326" y="1599866"/>
                </a:lnTo>
                <a:lnTo>
                  <a:pt x="1861804" y="1599731"/>
                </a:lnTo>
                <a:lnTo>
                  <a:pt x="1861297" y="1599584"/>
                </a:lnTo>
                <a:lnTo>
                  <a:pt x="1860805" y="1599426"/>
                </a:lnTo>
                <a:lnTo>
                  <a:pt x="1860328" y="1599256"/>
                </a:lnTo>
                <a:lnTo>
                  <a:pt x="1859865" y="1599074"/>
                </a:lnTo>
                <a:lnTo>
                  <a:pt x="1859417" y="1598880"/>
                </a:lnTo>
                <a:lnTo>
                  <a:pt x="1858983" y="1598674"/>
                </a:lnTo>
                <a:lnTo>
                  <a:pt x="1858564" y="1598457"/>
                </a:lnTo>
                <a:lnTo>
                  <a:pt x="1858160" y="1598228"/>
                </a:lnTo>
                <a:lnTo>
                  <a:pt x="1857771" y="1597988"/>
                </a:lnTo>
                <a:lnTo>
                  <a:pt x="1857396" y="1597735"/>
                </a:lnTo>
                <a:lnTo>
                  <a:pt x="1857036" y="1597471"/>
                </a:lnTo>
                <a:lnTo>
                  <a:pt x="1856690" y="1597195"/>
                </a:lnTo>
                <a:lnTo>
                  <a:pt x="1856373" y="1596907"/>
                </a:lnTo>
                <a:lnTo>
                  <a:pt x="1856069" y="1596608"/>
                </a:lnTo>
                <a:lnTo>
                  <a:pt x="1855779" y="1596297"/>
                </a:lnTo>
                <a:lnTo>
                  <a:pt x="1855502" y="1595974"/>
                </a:lnTo>
                <a:lnTo>
                  <a:pt x="1855239" y="1595639"/>
                </a:lnTo>
                <a:lnTo>
                  <a:pt x="1854989" y="1595293"/>
                </a:lnTo>
                <a:lnTo>
                  <a:pt x="1854753" y="1594935"/>
                </a:lnTo>
                <a:lnTo>
                  <a:pt x="1854530" y="1594565"/>
                </a:lnTo>
                <a:lnTo>
                  <a:pt x="1854320" y="1594184"/>
                </a:lnTo>
                <a:lnTo>
                  <a:pt x="1854125" y="1593790"/>
                </a:lnTo>
                <a:lnTo>
                  <a:pt x="1853942" y="1593385"/>
                </a:lnTo>
                <a:lnTo>
                  <a:pt x="1853774" y="1592968"/>
                </a:lnTo>
                <a:lnTo>
                  <a:pt x="1853618" y="1592540"/>
                </a:lnTo>
                <a:lnTo>
                  <a:pt x="1853477" y="1592100"/>
                </a:lnTo>
                <a:lnTo>
                  <a:pt x="1853348" y="1591648"/>
                </a:lnTo>
                <a:lnTo>
                  <a:pt x="1853234" y="1591184"/>
                </a:lnTo>
                <a:lnTo>
                  <a:pt x="1853132" y="1590708"/>
                </a:lnTo>
                <a:lnTo>
                  <a:pt x="1853045" y="1590221"/>
                </a:lnTo>
                <a:lnTo>
                  <a:pt x="1852970" y="1589722"/>
                </a:lnTo>
                <a:lnTo>
                  <a:pt x="1852909" y="1589211"/>
                </a:lnTo>
                <a:lnTo>
                  <a:pt x="1852862" y="1588689"/>
                </a:lnTo>
                <a:lnTo>
                  <a:pt x="1852828" y="1588155"/>
                </a:lnTo>
                <a:lnTo>
                  <a:pt x="1852808" y="1587609"/>
                </a:lnTo>
                <a:lnTo>
                  <a:pt x="1852801" y="1587051"/>
                </a:lnTo>
                <a:lnTo>
                  <a:pt x="1852808" y="1586507"/>
                </a:lnTo>
                <a:lnTo>
                  <a:pt x="1852826" y="1585973"/>
                </a:lnTo>
                <a:lnTo>
                  <a:pt x="1852857" y="1585450"/>
                </a:lnTo>
                <a:lnTo>
                  <a:pt x="1852900" y="1584938"/>
                </a:lnTo>
                <a:lnTo>
                  <a:pt x="1852956" y="1584436"/>
                </a:lnTo>
                <a:lnTo>
                  <a:pt x="1853023" y="1583945"/>
                </a:lnTo>
                <a:lnTo>
                  <a:pt x="1853104" y="1583464"/>
                </a:lnTo>
                <a:lnTo>
                  <a:pt x="1853196" y="1582994"/>
                </a:lnTo>
                <a:lnTo>
                  <a:pt x="1853301" y="1582534"/>
                </a:lnTo>
                <a:lnTo>
                  <a:pt x="1853418" y="1582085"/>
                </a:lnTo>
                <a:lnTo>
                  <a:pt x="1853547" y="1581646"/>
                </a:lnTo>
                <a:lnTo>
                  <a:pt x="1853689" y="1581218"/>
                </a:lnTo>
                <a:lnTo>
                  <a:pt x="1853843" y="1580801"/>
                </a:lnTo>
                <a:lnTo>
                  <a:pt x="1854010" y="1580394"/>
                </a:lnTo>
                <a:lnTo>
                  <a:pt x="1854188" y="1579998"/>
                </a:lnTo>
                <a:lnTo>
                  <a:pt x="1854380" y="1579612"/>
                </a:lnTo>
                <a:lnTo>
                  <a:pt x="1854583" y="1579237"/>
                </a:lnTo>
                <a:lnTo>
                  <a:pt x="1854799" y="1578872"/>
                </a:lnTo>
                <a:lnTo>
                  <a:pt x="1855027" y="1578518"/>
                </a:lnTo>
                <a:lnTo>
                  <a:pt x="1855267" y="1578175"/>
                </a:lnTo>
                <a:lnTo>
                  <a:pt x="1855520" y="1577842"/>
                </a:lnTo>
                <a:lnTo>
                  <a:pt x="1855785" y="1577520"/>
                </a:lnTo>
                <a:lnTo>
                  <a:pt x="1856062" y="1577208"/>
                </a:lnTo>
                <a:lnTo>
                  <a:pt x="1856352" y="1576907"/>
                </a:lnTo>
                <a:lnTo>
                  <a:pt x="1856670" y="1576601"/>
                </a:lnTo>
                <a:lnTo>
                  <a:pt x="1857005" y="1576302"/>
                </a:lnTo>
                <a:lnTo>
                  <a:pt x="1857356" y="1576012"/>
                </a:lnTo>
                <a:lnTo>
                  <a:pt x="1857723" y="1575728"/>
                </a:lnTo>
                <a:lnTo>
                  <a:pt x="1858107" y="1575453"/>
                </a:lnTo>
                <a:lnTo>
                  <a:pt x="1858508" y="1575185"/>
                </a:lnTo>
                <a:lnTo>
                  <a:pt x="1858924" y="1574924"/>
                </a:lnTo>
                <a:lnTo>
                  <a:pt x="1859358" y="1574672"/>
                </a:lnTo>
                <a:lnTo>
                  <a:pt x="1859807" y="1574427"/>
                </a:lnTo>
                <a:lnTo>
                  <a:pt x="1860273" y="1574189"/>
                </a:lnTo>
                <a:lnTo>
                  <a:pt x="1860756" y="1573959"/>
                </a:lnTo>
                <a:lnTo>
                  <a:pt x="1861255" y="1573737"/>
                </a:lnTo>
                <a:lnTo>
                  <a:pt x="1861770" y="1573523"/>
                </a:lnTo>
                <a:lnTo>
                  <a:pt x="1862302" y="1573316"/>
                </a:lnTo>
                <a:lnTo>
                  <a:pt x="1862850" y="1573116"/>
                </a:lnTo>
                <a:lnTo>
                  <a:pt x="1863415" y="1572925"/>
                </a:lnTo>
                <a:lnTo>
                  <a:pt x="1863996" y="1572741"/>
                </a:lnTo>
                <a:lnTo>
                  <a:pt x="1864594" y="1572564"/>
                </a:lnTo>
                <a:lnTo>
                  <a:pt x="1865208" y="1572395"/>
                </a:lnTo>
                <a:lnTo>
                  <a:pt x="1865838" y="1572234"/>
                </a:lnTo>
                <a:lnTo>
                  <a:pt x="1866485" y="1572081"/>
                </a:lnTo>
                <a:lnTo>
                  <a:pt x="1867149" y="1571935"/>
                </a:lnTo>
                <a:lnTo>
                  <a:pt x="1867828" y="1571797"/>
                </a:lnTo>
                <a:lnTo>
                  <a:pt x="1868525" y="1571666"/>
                </a:lnTo>
                <a:lnTo>
                  <a:pt x="1869254" y="1571528"/>
                </a:lnTo>
                <a:lnTo>
                  <a:pt x="1870003" y="1571396"/>
                </a:lnTo>
                <a:lnTo>
                  <a:pt x="1870773" y="1571270"/>
                </a:lnTo>
                <a:lnTo>
                  <a:pt x="1871563" y="1571149"/>
                </a:lnTo>
                <a:lnTo>
                  <a:pt x="1872374" y="1571035"/>
                </a:lnTo>
                <a:lnTo>
                  <a:pt x="1873206" y="1570926"/>
                </a:lnTo>
                <a:lnTo>
                  <a:pt x="1874058" y="1570824"/>
                </a:lnTo>
                <a:lnTo>
                  <a:pt x="1874931" y="1570727"/>
                </a:lnTo>
                <a:lnTo>
                  <a:pt x="1875824" y="1570636"/>
                </a:lnTo>
                <a:lnTo>
                  <a:pt x="1876738" y="1570551"/>
                </a:lnTo>
                <a:lnTo>
                  <a:pt x="1877672" y="1570471"/>
                </a:lnTo>
                <a:lnTo>
                  <a:pt x="1878627" y="1570398"/>
                </a:lnTo>
                <a:lnTo>
                  <a:pt x="1879602" y="1570331"/>
                </a:lnTo>
                <a:lnTo>
                  <a:pt x="1880598" y="1570269"/>
                </a:lnTo>
                <a:lnTo>
                  <a:pt x="1881614" y="1570213"/>
                </a:lnTo>
                <a:lnTo>
                  <a:pt x="1882651" y="1570163"/>
                </a:lnTo>
                <a:lnTo>
                  <a:pt x="1883709" y="1570119"/>
                </a:lnTo>
                <a:lnTo>
                  <a:pt x="1884787" y="1570081"/>
                </a:lnTo>
                <a:lnTo>
                  <a:pt x="1885886" y="1570049"/>
                </a:lnTo>
                <a:lnTo>
                  <a:pt x="1887005" y="1570022"/>
                </a:lnTo>
                <a:lnTo>
                  <a:pt x="1888144" y="1570002"/>
                </a:lnTo>
                <a:lnTo>
                  <a:pt x="1889305" y="1569987"/>
                </a:lnTo>
                <a:lnTo>
                  <a:pt x="1890486" y="1569978"/>
                </a:lnTo>
                <a:lnTo>
                  <a:pt x="1891687" y="1569975"/>
                </a:lnTo>
                <a:lnTo>
                  <a:pt x="1891687" y="1575216"/>
                </a:lnTo>
                <a:lnTo>
                  <a:pt x="1891683" y="1575806"/>
                </a:lnTo>
                <a:lnTo>
                  <a:pt x="1891669" y="1576390"/>
                </a:lnTo>
                <a:lnTo>
                  <a:pt x="1891647" y="1576970"/>
                </a:lnTo>
                <a:lnTo>
                  <a:pt x="1891616" y="1577546"/>
                </a:lnTo>
                <a:lnTo>
                  <a:pt x="1891577" y="1578116"/>
                </a:lnTo>
                <a:lnTo>
                  <a:pt x="1891528" y="1578682"/>
                </a:lnTo>
                <a:lnTo>
                  <a:pt x="1891471" y="1579244"/>
                </a:lnTo>
                <a:lnTo>
                  <a:pt x="1891405" y="1579800"/>
                </a:lnTo>
                <a:lnTo>
                  <a:pt x="1891330" y="1580352"/>
                </a:lnTo>
                <a:lnTo>
                  <a:pt x="1891247" y="1580899"/>
                </a:lnTo>
                <a:lnTo>
                  <a:pt x="1891154" y="1581441"/>
                </a:lnTo>
                <a:lnTo>
                  <a:pt x="1891053" y="1581979"/>
                </a:lnTo>
                <a:lnTo>
                  <a:pt x="1890943" y="1582512"/>
                </a:lnTo>
                <a:lnTo>
                  <a:pt x="1890824" y="1583040"/>
                </a:lnTo>
                <a:lnTo>
                  <a:pt x="1890696" y="1583564"/>
                </a:lnTo>
                <a:lnTo>
                  <a:pt x="1890560" y="1584083"/>
                </a:lnTo>
                <a:lnTo>
                  <a:pt x="1890415" y="1584597"/>
                </a:lnTo>
                <a:lnTo>
                  <a:pt x="1890261" y="1585107"/>
                </a:lnTo>
                <a:lnTo>
                  <a:pt x="1890098" y="1585612"/>
                </a:lnTo>
                <a:lnTo>
                  <a:pt x="1889926" y="1586112"/>
                </a:lnTo>
                <a:lnTo>
                  <a:pt x="1889745" y="1586607"/>
                </a:lnTo>
                <a:lnTo>
                  <a:pt x="1889556" y="1587098"/>
                </a:lnTo>
                <a:lnTo>
                  <a:pt x="1889358" y="1587584"/>
                </a:lnTo>
                <a:lnTo>
                  <a:pt x="1889151" y="1588065"/>
                </a:lnTo>
                <a:lnTo>
                  <a:pt x="1888949" y="1588540"/>
                </a:lnTo>
                <a:lnTo>
                  <a:pt x="1888738" y="1589007"/>
                </a:lnTo>
                <a:lnTo>
                  <a:pt x="1888517" y="1589466"/>
                </a:lnTo>
                <a:lnTo>
                  <a:pt x="1888287" y="1589916"/>
                </a:lnTo>
                <a:lnTo>
                  <a:pt x="1888047" y="1590358"/>
                </a:lnTo>
                <a:lnTo>
                  <a:pt x="1887799" y="1590792"/>
                </a:lnTo>
                <a:lnTo>
                  <a:pt x="1887540" y="1591217"/>
                </a:lnTo>
                <a:lnTo>
                  <a:pt x="1887273" y="1591635"/>
                </a:lnTo>
                <a:lnTo>
                  <a:pt x="1886995" y="1592044"/>
                </a:lnTo>
                <a:lnTo>
                  <a:pt x="1886709" y="1592445"/>
                </a:lnTo>
                <a:lnTo>
                  <a:pt x="1886413" y="1592838"/>
                </a:lnTo>
                <a:lnTo>
                  <a:pt x="1886108" y="1593222"/>
                </a:lnTo>
                <a:lnTo>
                  <a:pt x="1885793" y="1593598"/>
                </a:lnTo>
                <a:lnTo>
                  <a:pt x="1885469" y="1593966"/>
                </a:lnTo>
                <a:lnTo>
                  <a:pt x="1885136" y="1594326"/>
                </a:lnTo>
                <a:lnTo>
                  <a:pt x="1884793" y="1594678"/>
                </a:lnTo>
                <a:lnTo>
                  <a:pt x="1884441" y="1595021"/>
                </a:lnTo>
                <a:lnTo>
                  <a:pt x="1884079" y="1595357"/>
                </a:lnTo>
                <a:lnTo>
                  <a:pt x="1883708" y="1595684"/>
                </a:lnTo>
                <a:lnTo>
                  <a:pt x="1883328" y="1596002"/>
                </a:lnTo>
                <a:lnTo>
                  <a:pt x="1882938" y="1596313"/>
                </a:lnTo>
                <a:lnTo>
                  <a:pt x="1882539" y="1596615"/>
                </a:lnTo>
                <a:lnTo>
                  <a:pt x="1882130" y="1596909"/>
                </a:lnTo>
                <a:lnTo>
                  <a:pt x="1881712" y="1597195"/>
                </a:lnTo>
                <a:lnTo>
                  <a:pt x="1881299" y="1597471"/>
                </a:lnTo>
                <a:lnTo>
                  <a:pt x="1880875" y="1597735"/>
                </a:lnTo>
                <a:lnTo>
                  <a:pt x="1880441" y="1597988"/>
                </a:lnTo>
                <a:lnTo>
                  <a:pt x="1879998" y="1598228"/>
                </a:lnTo>
                <a:lnTo>
                  <a:pt x="1879544" y="1598457"/>
                </a:lnTo>
                <a:lnTo>
                  <a:pt x="1879081" y="1598674"/>
                </a:lnTo>
                <a:lnTo>
                  <a:pt x="1878608" y="1598880"/>
                </a:lnTo>
                <a:lnTo>
                  <a:pt x="1878124" y="1599074"/>
                </a:lnTo>
                <a:lnTo>
                  <a:pt x="1877631" y="1599256"/>
                </a:lnTo>
                <a:lnTo>
                  <a:pt x="1877127" y="1599426"/>
                </a:lnTo>
                <a:lnTo>
                  <a:pt x="1876614" y="1599584"/>
                </a:lnTo>
                <a:lnTo>
                  <a:pt x="1876091" y="1599731"/>
                </a:lnTo>
                <a:lnTo>
                  <a:pt x="1875557" y="1599866"/>
                </a:lnTo>
                <a:lnTo>
                  <a:pt x="1875014" y="1599989"/>
                </a:lnTo>
                <a:lnTo>
                  <a:pt x="1874461" y="1600101"/>
                </a:lnTo>
                <a:lnTo>
                  <a:pt x="1873897" y="1600201"/>
                </a:lnTo>
                <a:lnTo>
                  <a:pt x="1873324" y="1600289"/>
                </a:lnTo>
                <a:lnTo>
                  <a:pt x="1872741" y="1600365"/>
                </a:lnTo>
                <a:lnTo>
                  <a:pt x="1872148" y="1600430"/>
                </a:lnTo>
                <a:lnTo>
                  <a:pt x="1871545" y="1600483"/>
                </a:lnTo>
                <a:lnTo>
                  <a:pt x="1870931" y="1600524"/>
                </a:lnTo>
                <a:lnTo>
                  <a:pt x="1870308" y="1600553"/>
                </a:lnTo>
                <a:lnTo>
                  <a:pt x="1869675" y="1600571"/>
                </a:lnTo>
                <a:lnTo>
                  <a:pt x="1869032" y="1600577"/>
                </a:lnTo>
                <a:lnTo>
                  <a:pt x="1868349" y="1600571"/>
                </a:lnTo>
                <a:lnTo>
                  <a:pt x="1867681" y="1600553"/>
                </a:lnTo>
                <a:lnTo>
                  <a:pt x="1867027" y="1600524"/>
                </a:lnTo>
                <a:lnTo>
                  <a:pt x="1866388" y="1600483"/>
                </a:lnTo>
                <a:lnTo>
                  <a:pt x="1865764" y="1600430"/>
                </a:lnTo>
                <a:lnTo>
                  <a:pt x="1865154" y="1600365"/>
                </a:lnTo>
                <a:lnTo>
                  <a:pt x="1864559" y="1600289"/>
                </a:lnTo>
                <a:lnTo>
                  <a:pt x="1863979" y="1600201"/>
                </a:lnTo>
                <a:close/>
                <a:moveTo>
                  <a:pt x="2073809" y="2005047"/>
                </a:moveTo>
                <a:lnTo>
                  <a:pt x="2089702" y="2005047"/>
                </a:lnTo>
                <a:lnTo>
                  <a:pt x="2089702" y="1988817"/>
                </a:lnTo>
                <a:lnTo>
                  <a:pt x="2073809" y="1988817"/>
                </a:lnTo>
                <a:lnTo>
                  <a:pt x="2073809" y="2005047"/>
                </a:lnTo>
                <a:close/>
                <a:moveTo>
                  <a:pt x="2261838" y="2052471"/>
                </a:moveTo>
                <a:lnTo>
                  <a:pt x="2261896" y="2051994"/>
                </a:lnTo>
                <a:lnTo>
                  <a:pt x="2261962" y="2051522"/>
                </a:lnTo>
                <a:lnTo>
                  <a:pt x="2262037" y="2051055"/>
                </a:lnTo>
                <a:lnTo>
                  <a:pt x="2262120" y="2050592"/>
                </a:lnTo>
                <a:lnTo>
                  <a:pt x="2262213" y="2050134"/>
                </a:lnTo>
                <a:lnTo>
                  <a:pt x="2262314" y="2049681"/>
                </a:lnTo>
                <a:lnTo>
                  <a:pt x="2262424" y="2049233"/>
                </a:lnTo>
                <a:lnTo>
                  <a:pt x="2262543" y="2048789"/>
                </a:lnTo>
                <a:lnTo>
                  <a:pt x="2262671" y="2048350"/>
                </a:lnTo>
                <a:lnTo>
                  <a:pt x="2262807" y="2047915"/>
                </a:lnTo>
                <a:lnTo>
                  <a:pt x="2262952" y="2047486"/>
                </a:lnTo>
                <a:lnTo>
                  <a:pt x="2263106" y="2047060"/>
                </a:lnTo>
                <a:lnTo>
                  <a:pt x="2263269" y="2046640"/>
                </a:lnTo>
                <a:lnTo>
                  <a:pt x="2263441" y="2046225"/>
                </a:lnTo>
                <a:lnTo>
                  <a:pt x="2263622" y="2045814"/>
                </a:lnTo>
                <a:lnTo>
                  <a:pt x="2263811" y="2045407"/>
                </a:lnTo>
                <a:lnTo>
                  <a:pt x="2264009" y="2045006"/>
                </a:lnTo>
                <a:lnTo>
                  <a:pt x="2264216" y="2044609"/>
                </a:lnTo>
                <a:lnTo>
                  <a:pt x="2264445" y="2044204"/>
                </a:lnTo>
                <a:lnTo>
                  <a:pt x="2264681" y="2043807"/>
                </a:lnTo>
                <a:lnTo>
                  <a:pt x="2264924" y="2043418"/>
                </a:lnTo>
                <a:lnTo>
                  <a:pt x="2265174" y="2043036"/>
                </a:lnTo>
                <a:lnTo>
                  <a:pt x="2265431" y="2042662"/>
                </a:lnTo>
                <a:lnTo>
                  <a:pt x="2265695" y="2042295"/>
                </a:lnTo>
                <a:lnTo>
                  <a:pt x="2265966" y="2041936"/>
                </a:lnTo>
                <a:lnTo>
                  <a:pt x="2266245" y="2041585"/>
                </a:lnTo>
                <a:lnTo>
                  <a:pt x="2266530" y="2041241"/>
                </a:lnTo>
                <a:lnTo>
                  <a:pt x="2266822" y="2040905"/>
                </a:lnTo>
                <a:lnTo>
                  <a:pt x="2267122" y="2040576"/>
                </a:lnTo>
                <a:lnTo>
                  <a:pt x="2267428" y="2040256"/>
                </a:lnTo>
                <a:lnTo>
                  <a:pt x="2267742" y="2039942"/>
                </a:lnTo>
                <a:lnTo>
                  <a:pt x="2268062" y="2039637"/>
                </a:lnTo>
                <a:lnTo>
                  <a:pt x="2268390" y="2039339"/>
                </a:lnTo>
                <a:lnTo>
                  <a:pt x="2268724" y="2039049"/>
                </a:lnTo>
                <a:lnTo>
                  <a:pt x="2269066" y="2038766"/>
                </a:lnTo>
                <a:lnTo>
                  <a:pt x="2269415" y="2038491"/>
                </a:lnTo>
                <a:lnTo>
                  <a:pt x="2269770" y="2038224"/>
                </a:lnTo>
                <a:lnTo>
                  <a:pt x="2270133" y="2037964"/>
                </a:lnTo>
                <a:lnTo>
                  <a:pt x="2270503" y="2037712"/>
                </a:lnTo>
                <a:lnTo>
                  <a:pt x="2270880" y="2037467"/>
                </a:lnTo>
                <a:lnTo>
                  <a:pt x="2271264" y="2037230"/>
                </a:lnTo>
                <a:lnTo>
                  <a:pt x="2271655" y="2037001"/>
                </a:lnTo>
                <a:lnTo>
                  <a:pt x="2272051" y="2036766"/>
                </a:lnTo>
                <a:lnTo>
                  <a:pt x="2272451" y="2036542"/>
                </a:lnTo>
                <a:lnTo>
                  <a:pt x="2272854" y="2036327"/>
                </a:lnTo>
                <a:lnTo>
                  <a:pt x="2273261" y="2036123"/>
                </a:lnTo>
                <a:lnTo>
                  <a:pt x="2273671" y="2035928"/>
                </a:lnTo>
                <a:lnTo>
                  <a:pt x="2274085" y="2035744"/>
                </a:lnTo>
                <a:lnTo>
                  <a:pt x="2274503" y="2035569"/>
                </a:lnTo>
                <a:lnTo>
                  <a:pt x="2274924" y="2035404"/>
                </a:lnTo>
                <a:lnTo>
                  <a:pt x="2275348" y="2035250"/>
                </a:lnTo>
                <a:lnTo>
                  <a:pt x="2275776" y="2035105"/>
                </a:lnTo>
                <a:lnTo>
                  <a:pt x="2276207" y="2034970"/>
                </a:lnTo>
                <a:lnTo>
                  <a:pt x="2276642" y="2034845"/>
                </a:lnTo>
                <a:lnTo>
                  <a:pt x="2277081" y="2034731"/>
                </a:lnTo>
                <a:lnTo>
                  <a:pt x="2277523" y="2034626"/>
                </a:lnTo>
                <a:lnTo>
                  <a:pt x="2277969" y="2034531"/>
                </a:lnTo>
                <a:lnTo>
                  <a:pt x="2278418" y="2034446"/>
                </a:lnTo>
                <a:lnTo>
                  <a:pt x="2278870" y="2034371"/>
                </a:lnTo>
                <a:lnTo>
                  <a:pt x="2279326" y="2034307"/>
                </a:lnTo>
                <a:lnTo>
                  <a:pt x="2279786" y="2034252"/>
                </a:lnTo>
                <a:lnTo>
                  <a:pt x="2280249" y="2034207"/>
                </a:lnTo>
                <a:lnTo>
                  <a:pt x="2280716" y="2034172"/>
                </a:lnTo>
                <a:lnTo>
                  <a:pt x="2281186" y="2034147"/>
                </a:lnTo>
                <a:lnTo>
                  <a:pt x="2281660" y="2034132"/>
                </a:lnTo>
                <a:lnTo>
                  <a:pt x="2282137" y="2034127"/>
                </a:lnTo>
                <a:lnTo>
                  <a:pt x="2282863" y="2034136"/>
                </a:lnTo>
                <a:lnTo>
                  <a:pt x="2283577" y="2034164"/>
                </a:lnTo>
                <a:lnTo>
                  <a:pt x="2284277" y="2034211"/>
                </a:lnTo>
                <a:lnTo>
                  <a:pt x="2284964" y="2034277"/>
                </a:lnTo>
                <a:lnTo>
                  <a:pt x="2285639" y="2034362"/>
                </a:lnTo>
                <a:lnTo>
                  <a:pt x="2286300" y="2034465"/>
                </a:lnTo>
                <a:lnTo>
                  <a:pt x="2286949" y="2034587"/>
                </a:lnTo>
                <a:lnTo>
                  <a:pt x="2287585" y="2034728"/>
                </a:lnTo>
                <a:lnTo>
                  <a:pt x="2288208" y="2034888"/>
                </a:lnTo>
                <a:lnTo>
                  <a:pt x="2288818" y="2035066"/>
                </a:lnTo>
                <a:lnTo>
                  <a:pt x="2289415" y="2035263"/>
                </a:lnTo>
                <a:lnTo>
                  <a:pt x="2289999" y="2035479"/>
                </a:lnTo>
                <a:lnTo>
                  <a:pt x="2290570" y="2035714"/>
                </a:lnTo>
                <a:lnTo>
                  <a:pt x="2291128" y="2035968"/>
                </a:lnTo>
                <a:lnTo>
                  <a:pt x="2291674" y="2036240"/>
                </a:lnTo>
                <a:lnTo>
                  <a:pt x="2292206" y="2036531"/>
                </a:lnTo>
                <a:lnTo>
                  <a:pt x="2292726" y="2036841"/>
                </a:lnTo>
                <a:lnTo>
                  <a:pt x="2293232" y="2037170"/>
                </a:lnTo>
                <a:lnTo>
                  <a:pt x="2293726" y="2037518"/>
                </a:lnTo>
                <a:lnTo>
                  <a:pt x="2294207" y="2037884"/>
                </a:lnTo>
                <a:lnTo>
                  <a:pt x="2294674" y="2038269"/>
                </a:lnTo>
                <a:lnTo>
                  <a:pt x="2295129" y="2038673"/>
                </a:lnTo>
                <a:lnTo>
                  <a:pt x="2295571" y="2039096"/>
                </a:lnTo>
                <a:lnTo>
                  <a:pt x="2296001" y="2039537"/>
                </a:lnTo>
                <a:lnTo>
                  <a:pt x="2296414" y="2039983"/>
                </a:lnTo>
                <a:lnTo>
                  <a:pt x="2296811" y="2040448"/>
                </a:lnTo>
                <a:lnTo>
                  <a:pt x="2297189" y="2040932"/>
                </a:lnTo>
                <a:lnTo>
                  <a:pt x="2297550" y="2041434"/>
                </a:lnTo>
                <a:lnTo>
                  <a:pt x="2297894" y="2041956"/>
                </a:lnTo>
                <a:lnTo>
                  <a:pt x="2298220" y="2042496"/>
                </a:lnTo>
                <a:lnTo>
                  <a:pt x="2298528" y="2043055"/>
                </a:lnTo>
                <a:lnTo>
                  <a:pt x="2298818" y="2043632"/>
                </a:lnTo>
                <a:lnTo>
                  <a:pt x="2299091" y="2044229"/>
                </a:lnTo>
                <a:lnTo>
                  <a:pt x="2299347" y="2044844"/>
                </a:lnTo>
                <a:lnTo>
                  <a:pt x="2299584" y="2045478"/>
                </a:lnTo>
                <a:lnTo>
                  <a:pt x="2299805" y="2046131"/>
                </a:lnTo>
                <a:lnTo>
                  <a:pt x="2300007" y="2046802"/>
                </a:lnTo>
                <a:lnTo>
                  <a:pt x="2300192" y="2047493"/>
                </a:lnTo>
                <a:lnTo>
                  <a:pt x="2300359" y="2048202"/>
                </a:lnTo>
                <a:lnTo>
                  <a:pt x="2300509" y="2048930"/>
                </a:lnTo>
                <a:lnTo>
                  <a:pt x="2300641" y="2049676"/>
                </a:lnTo>
                <a:lnTo>
                  <a:pt x="2300756" y="2050442"/>
                </a:lnTo>
                <a:lnTo>
                  <a:pt x="2300852" y="2051226"/>
                </a:lnTo>
                <a:lnTo>
                  <a:pt x="2300932" y="2052029"/>
                </a:lnTo>
                <a:lnTo>
                  <a:pt x="2300993" y="2052851"/>
                </a:lnTo>
                <a:lnTo>
                  <a:pt x="2301037" y="2053692"/>
                </a:lnTo>
                <a:lnTo>
                  <a:pt x="2301064" y="2054551"/>
                </a:lnTo>
                <a:lnTo>
                  <a:pt x="2301073" y="2055429"/>
                </a:lnTo>
                <a:lnTo>
                  <a:pt x="2301073" y="2109193"/>
                </a:lnTo>
                <a:lnTo>
                  <a:pt x="2317979" y="2109193"/>
                </a:lnTo>
                <a:lnTo>
                  <a:pt x="2317979" y="2051710"/>
                </a:lnTo>
                <a:lnTo>
                  <a:pt x="2317972" y="2050857"/>
                </a:lnTo>
                <a:lnTo>
                  <a:pt x="2317952" y="2050016"/>
                </a:lnTo>
                <a:lnTo>
                  <a:pt x="2317918" y="2049187"/>
                </a:lnTo>
                <a:lnTo>
                  <a:pt x="2317871" y="2048371"/>
                </a:lnTo>
                <a:lnTo>
                  <a:pt x="2317810" y="2047567"/>
                </a:lnTo>
                <a:lnTo>
                  <a:pt x="2317736" y="2046775"/>
                </a:lnTo>
                <a:lnTo>
                  <a:pt x="2317648" y="2045996"/>
                </a:lnTo>
                <a:lnTo>
                  <a:pt x="2317547" y="2045229"/>
                </a:lnTo>
                <a:lnTo>
                  <a:pt x="2317432" y="2044474"/>
                </a:lnTo>
                <a:lnTo>
                  <a:pt x="2317304" y="2043732"/>
                </a:lnTo>
                <a:lnTo>
                  <a:pt x="2317162" y="2043002"/>
                </a:lnTo>
                <a:lnTo>
                  <a:pt x="2317007" y="2042284"/>
                </a:lnTo>
                <a:lnTo>
                  <a:pt x="2316838" y="2041579"/>
                </a:lnTo>
                <a:lnTo>
                  <a:pt x="2316656" y="2040886"/>
                </a:lnTo>
                <a:lnTo>
                  <a:pt x="2316460" y="2040206"/>
                </a:lnTo>
                <a:lnTo>
                  <a:pt x="2316251" y="2039537"/>
                </a:lnTo>
                <a:lnTo>
                  <a:pt x="2316028" y="2038881"/>
                </a:lnTo>
                <a:lnTo>
                  <a:pt x="2315792" y="2038237"/>
                </a:lnTo>
                <a:lnTo>
                  <a:pt x="2315542" y="2037606"/>
                </a:lnTo>
                <a:lnTo>
                  <a:pt x="2315279" y="2036987"/>
                </a:lnTo>
                <a:lnTo>
                  <a:pt x="2315002" y="2036380"/>
                </a:lnTo>
                <a:lnTo>
                  <a:pt x="2314712" y="2035786"/>
                </a:lnTo>
                <a:lnTo>
                  <a:pt x="2314408" y="2035204"/>
                </a:lnTo>
                <a:lnTo>
                  <a:pt x="2314091" y="2034634"/>
                </a:lnTo>
                <a:lnTo>
                  <a:pt x="2313762" y="2034076"/>
                </a:lnTo>
                <a:lnTo>
                  <a:pt x="2313422" y="2033530"/>
                </a:lnTo>
                <a:lnTo>
                  <a:pt x="2313071" y="2032996"/>
                </a:lnTo>
                <a:lnTo>
                  <a:pt x="2312710" y="2032474"/>
                </a:lnTo>
                <a:lnTo>
                  <a:pt x="2312338" y="2031963"/>
                </a:lnTo>
                <a:lnTo>
                  <a:pt x="2311956" y="2031464"/>
                </a:lnTo>
                <a:lnTo>
                  <a:pt x="2311564" y="2030977"/>
                </a:lnTo>
                <a:lnTo>
                  <a:pt x="2311160" y="2030501"/>
                </a:lnTo>
                <a:lnTo>
                  <a:pt x="2310746" y="2030038"/>
                </a:lnTo>
                <a:lnTo>
                  <a:pt x="2310322" y="2029585"/>
                </a:lnTo>
                <a:lnTo>
                  <a:pt x="2309887" y="2029145"/>
                </a:lnTo>
                <a:lnTo>
                  <a:pt x="2309441" y="2028717"/>
                </a:lnTo>
                <a:lnTo>
                  <a:pt x="2308985" y="2028300"/>
                </a:lnTo>
                <a:lnTo>
                  <a:pt x="2308518" y="2027895"/>
                </a:lnTo>
                <a:lnTo>
                  <a:pt x="2308041" y="2027501"/>
                </a:lnTo>
                <a:lnTo>
                  <a:pt x="2307553" y="2027120"/>
                </a:lnTo>
                <a:lnTo>
                  <a:pt x="2307055" y="2026750"/>
                </a:lnTo>
                <a:lnTo>
                  <a:pt x="2306546" y="2026392"/>
                </a:lnTo>
                <a:lnTo>
                  <a:pt x="2306027" y="2026046"/>
                </a:lnTo>
                <a:lnTo>
                  <a:pt x="2305497" y="2025711"/>
                </a:lnTo>
                <a:lnTo>
                  <a:pt x="2304956" y="2025388"/>
                </a:lnTo>
                <a:lnTo>
                  <a:pt x="2304405" y="2025077"/>
                </a:lnTo>
                <a:lnTo>
                  <a:pt x="2303843" y="2024778"/>
                </a:lnTo>
                <a:lnTo>
                  <a:pt x="2303271" y="2024490"/>
                </a:lnTo>
                <a:lnTo>
                  <a:pt x="2302704" y="2024214"/>
                </a:lnTo>
                <a:lnTo>
                  <a:pt x="2302130" y="2023950"/>
                </a:lnTo>
                <a:lnTo>
                  <a:pt x="2301551" y="2023698"/>
                </a:lnTo>
                <a:lnTo>
                  <a:pt x="2300965" y="2023457"/>
                </a:lnTo>
                <a:lnTo>
                  <a:pt x="2300372" y="2023228"/>
                </a:lnTo>
                <a:lnTo>
                  <a:pt x="2299773" y="2023011"/>
                </a:lnTo>
                <a:lnTo>
                  <a:pt x="2299167" y="2022805"/>
                </a:lnTo>
                <a:lnTo>
                  <a:pt x="2298555" y="2022612"/>
                </a:lnTo>
                <a:lnTo>
                  <a:pt x="2297937" y="2022430"/>
                </a:lnTo>
                <a:lnTo>
                  <a:pt x="2297312" y="2022259"/>
                </a:lnTo>
                <a:lnTo>
                  <a:pt x="2296681" y="2022101"/>
                </a:lnTo>
                <a:lnTo>
                  <a:pt x="2296043" y="2021954"/>
                </a:lnTo>
                <a:lnTo>
                  <a:pt x="2295398" y="2021819"/>
                </a:lnTo>
                <a:lnTo>
                  <a:pt x="2294748" y="2021696"/>
                </a:lnTo>
                <a:lnTo>
                  <a:pt x="2294091" y="2021584"/>
                </a:lnTo>
                <a:lnTo>
                  <a:pt x="2293427" y="2021485"/>
                </a:lnTo>
                <a:lnTo>
                  <a:pt x="2292757" y="2021396"/>
                </a:lnTo>
                <a:lnTo>
                  <a:pt x="2292080" y="2021320"/>
                </a:lnTo>
                <a:lnTo>
                  <a:pt x="2291397" y="2021256"/>
                </a:lnTo>
                <a:lnTo>
                  <a:pt x="2290708" y="2021203"/>
                </a:lnTo>
                <a:lnTo>
                  <a:pt x="2290012" y="2021162"/>
                </a:lnTo>
                <a:lnTo>
                  <a:pt x="2289309" y="2021132"/>
                </a:lnTo>
                <a:lnTo>
                  <a:pt x="2288601" y="2021115"/>
                </a:lnTo>
                <a:lnTo>
                  <a:pt x="2287885" y="2021109"/>
                </a:lnTo>
                <a:lnTo>
                  <a:pt x="2287252" y="2021115"/>
                </a:lnTo>
                <a:lnTo>
                  <a:pt x="2286621" y="2021132"/>
                </a:lnTo>
                <a:lnTo>
                  <a:pt x="2285991" y="2021162"/>
                </a:lnTo>
                <a:lnTo>
                  <a:pt x="2285363" y="2021203"/>
                </a:lnTo>
                <a:lnTo>
                  <a:pt x="2284737" y="2021256"/>
                </a:lnTo>
                <a:lnTo>
                  <a:pt x="2284113" y="2021320"/>
                </a:lnTo>
                <a:lnTo>
                  <a:pt x="2283490" y="2021396"/>
                </a:lnTo>
                <a:lnTo>
                  <a:pt x="2282870" y="2021485"/>
                </a:lnTo>
                <a:lnTo>
                  <a:pt x="2282251" y="2021584"/>
                </a:lnTo>
                <a:lnTo>
                  <a:pt x="2281633" y="2021696"/>
                </a:lnTo>
                <a:lnTo>
                  <a:pt x="2281018" y="2021819"/>
                </a:lnTo>
                <a:lnTo>
                  <a:pt x="2280404" y="2021954"/>
                </a:lnTo>
                <a:lnTo>
                  <a:pt x="2279792" y="2022101"/>
                </a:lnTo>
                <a:lnTo>
                  <a:pt x="2279182" y="2022259"/>
                </a:lnTo>
                <a:lnTo>
                  <a:pt x="2278573" y="2022430"/>
                </a:lnTo>
                <a:lnTo>
                  <a:pt x="2277967" y="2022612"/>
                </a:lnTo>
                <a:lnTo>
                  <a:pt x="2277362" y="2022805"/>
                </a:lnTo>
                <a:lnTo>
                  <a:pt x="2276759" y="2023011"/>
                </a:lnTo>
                <a:lnTo>
                  <a:pt x="2276157" y="2023228"/>
                </a:lnTo>
                <a:lnTo>
                  <a:pt x="2275557" y="2023457"/>
                </a:lnTo>
                <a:lnTo>
                  <a:pt x="2274960" y="2023698"/>
                </a:lnTo>
                <a:lnTo>
                  <a:pt x="2274363" y="2023950"/>
                </a:lnTo>
                <a:lnTo>
                  <a:pt x="2273769" y="2024214"/>
                </a:lnTo>
                <a:lnTo>
                  <a:pt x="2273176" y="2024490"/>
                </a:lnTo>
                <a:lnTo>
                  <a:pt x="2272589" y="2024764"/>
                </a:lnTo>
                <a:lnTo>
                  <a:pt x="2272012" y="2025049"/>
                </a:lnTo>
                <a:lnTo>
                  <a:pt x="2271444" y="2025346"/>
                </a:lnTo>
                <a:lnTo>
                  <a:pt x="2270885" y="2025655"/>
                </a:lnTo>
                <a:lnTo>
                  <a:pt x="2270335" y="2025975"/>
                </a:lnTo>
                <a:lnTo>
                  <a:pt x="2269795" y="2026308"/>
                </a:lnTo>
                <a:lnTo>
                  <a:pt x="2269264" y="2026652"/>
                </a:lnTo>
                <a:lnTo>
                  <a:pt x="2268743" y="2027007"/>
                </a:lnTo>
                <a:lnTo>
                  <a:pt x="2268231" y="2027375"/>
                </a:lnTo>
                <a:lnTo>
                  <a:pt x="2267729" y="2027754"/>
                </a:lnTo>
                <a:lnTo>
                  <a:pt x="2267236" y="2028145"/>
                </a:lnTo>
                <a:lnTo>
                  <a:pt x="2266752" y="2028548"/>
                </a:lnTo>
                <a:lnTo>
                  <a:pt x="2266278" y="2028962"/>
                </a:lnTo>
                <a:lnTo>
                  <a:pt x="2265813" y="2029388"/>
                </a:lnTo>
                <a:lnTo>
                  <a:pt x="2265357" y="2029826"/>
                </a:lnTo>
                <a:lnTo>
                  <a:pt x="2264911" y="2030276"/>
                </a:lnTo>
                <a:lnTo>
                  <a:pt x="2264474" y="2030737"/>
                </a:lnTo>
                <a:lnTo>
                  <a:pt x="2264047" y="2031211"/>
                </a:lnTo>
                <a:lnTo>
                  <a:pt x="2263629" y="2031696"/>
                </a:lnTo>
                <a:lnTo>
                  <a:pt x="2263220" y="2032192"/>
                </a:lnTo>
                <a:lnTo>
                  <a:pt x="2262821" y="2032701"/>
                </a:lnTo>
                <a:lnTo>
                  <a:pt x="2262431" y="2033221"/>
                </a:lnTo>
                <a:lnTo>
                  <a:pt x="2262051" y="2033752"/>
                </a:lnTo>
                <a:lnTo>
                  <a:pt x="2261680" y="2034296"/>
                </a:lnTo>
                <a:lnTo>
                  <a:pt x="2261680" y="1987464"/>
                </a:lnTo>
                <a:lnTo>
                  <a:pt x="2244773" y="1987464"/>
                </a:lnTo>
                <a:lnTo>
                  <a:pt x="2244773" y="2109193"/>
                </a:lnTo>
                <a:lnTo>
                  <a:pt x="2261680" y="2109193"/>
                </a:lnTo>
                <a:lnTo>
                  <a:pt x="2261680" y="2055429"/>
                </a:lnTo>
                <a:lnTo>
                  <a:pt x="2261684" y="2054925"/>
                </a:lnTo>
                <a:lnTo>
                  <a:pt x="2261697" y="2054424"/>
                </a:lnTo>
                <a:lnTo>
                  <a:pt x="2261719" y="2053929"/>
                </a:lnTo>
                <a:lnTo>
                  <a:pt x="2261750" y="2053438"/>
                </a:lnTo>
                <a:lnTo>
                  <a:pt x="2261790" y="2052952"/>
                </a:lnTo>
                <a:lnTo>
                  <a:pt x="2261838" y="2052471"/>
                </a:lnTo>
                <a:close/>
                <a:moveTo>
                  <a:pt x="2074486" y="2109193"/>
                </a:moveTo>
                <a:lnTo>
                  <a:pt x="2091392" y="2109193"/>
                </a:lnTo>
                <a:lnTo>
                  <a:pt x="2120641" y="2109193"/>
                </a:lnTo>
                <a:lnTo>
                  <a:pt x="2120641" y="2096174"/>
                </a:lnTo>
                <a:lnTo>
                  <a:pt x="2091392" y="2096174"/>
                </a:lnTo>
                <a:lnTo>
                  <a:pt x="2091392" y="2022799"/>
                </a:lnTo>
                <a:lnTo>
                  <a:pt x="2043546" y="2022799"/>
                </a:lnTo>
                <a:lnTo>
                  <a:pt x="2043546" y="2035987"/>
                </a:lnTo>
                <a:lnTo>
                  <a:pt x="2074486" y="2035987"/>
                </a:lnTo>
                <a:lnTo>
                  <a:pt x="2074486" y="2096174"/>
                </a:lnTo>
                <a:lnTo>
                  <a:pt x="2043546" y="2096174"/>
                </a:lnTo>
                <a:lnTo>
                  <a:pt x="2043546" y="2109193"/>
                </a:lnTo>
                <a:lnTo>
                  <a:pt x="2074486" y="2109193"/>
                </a:lnTo>
                <a:close/>
                <a:moveTo>
                  <a:pt x="1957716" y="2055028"/>
                </a:moveTo>
                <a:lnTo>
                  <a:pt x="1957773" y="2054474"/>
                </a:lnTo>
                <a:lnTo>
                  <a:pt x="1957839" y="2053927"/>
                </a:lnTo>
                <a:lnTo>
                  <a:pt x="1957914" y="2053385"/>
                </a:lnTo>
                <a:lnTo>
                  <a:pt x="1957997" y="2052849"/>
                </a:lnTo>
                <a:lnTo>
                  <a:pt x="1958090" y="2052319"/>
                </a:lnTo>
                <a:lnTo>
                  <a:pt x="1958191" y="2051795"/>
                </a:lnTo>
                <a:lnTo>
                  <a:pt x="1958301" y="2051276"/>
                </a:lnTo>
                <a:lnTo>
                  <a:pt x="1958420" y="2050764"/>
                </a:lnTo>
                <a:lnTo>
                  <a:pt x="1958548" y="2050257"/>
                </a:lnTo>
                <a:lnTo>
                  <a:pt x="1958684" y="2049756"/>
                </a:lnTo>
                <a:lnTo>
                  <a:pt x="1958829" y="2049261"/>
                </a:lnTo>
                <a:lnTo>
                  <a:pt x="1958984" y="2048772"/>
                </a:lnTo>
                <a:lnTo>
                  <a:pt x="1959146" y="2048289"/>
                </a:lnTo>
                <a:lnTo>
                  <a:pt x="1959318" y="2047812"/>
                </a:lnTo>
                <a:lnTo>
                  <a:pt x="1959499" y="2047341"/>
                </a:lnTo>
                <a:lnTo>
                  <a:pt x="1959688" y="2046875"/>
                </a:lnTo>
                <a:lnTo>
                  <a:pt x="1959886" y="2046416"/>
                </a:lnTo>
                <a:lnTo>
                  <a:pt x="1960093" y="2045962"/>
                </a:lnTo>
                <a:lnTo>
                  <a:pt x="1960308" y="2045501"/>
                </a:lnTo>
                <a:lnTo>
                  <a:pt x="1960530" y="2045049"/>
                </a:lnTo>
                <a:lnTo>
                  <a:pt x="1960759" y="2044607"/>
                </a:lnTo>
                <a:lnTo>
                  <a:pt x="1960995" y="2044172"/>
                </a:lnTo>
                <a:lnTo>
                  <a:pt x="1961238" y="2043747"/>
                </a:lnTo>
                <a:lnTo>
                  <a:pt x="1961488" y="2043331"/>
                </a:lnTo>
                <a:lnTo>
                  <a:pt x="1961745" y="2042923"/>
                </a:lnTo>
                <a:lnTo>
                  <a:pt x="1962009" y="2042524"/>
                </a:lnTo>
                <a:lnTo>
                  <a:pt x="1962280" y="2042134"/>
                </a:lnTo>
                <a:lnTo>
                  <a:pt x="1962559" y="2041753"/>
                </a:lnTo>
                <a:lnTo>
                  <a:pt x="1962844" y="2041380"/>
                </a:lnTo>
                <a:lnTo>
                  <a:pt x="1963136" y="2041016"/>
                </a:lnTo>
                <a:lnTo>
                  <a:pt x="1963436" y="2040662"/>
                </a:lnTo>
                <a:lnTo>
                  <a:pt x="1963742" y="2040315"/>
                </a:lnTo>
                <a:lnTo>
                  <a:pt x="1964056" y="2039978"/>
                </a:lnTo>
                <a:lnTo>
                  <a:pt x="1964376" y="2039650"/>
                </a:lnTo>
                <a:lnTo>
                  <a:pt x="1964704" y="2039330"/>
                </a:lnTo>
                <a:lnTo>
                  <a:pt x="1965038" y="2039019"/>
                </a:lnTo>
                <a:lnTo>
                  <a:pt x="1965380" y="2038717"/>
                </a:lnTo>
                <a:lnTo>
                  <a:pt x="1965729" y="2038424"/>
                </a:lnTo>
                <a:lnTo>
                  <a:pt x="1966085" y="2038140"/>
                </a:lnTo>
                <a:lnTo>
                  <a:pt x="1966447" y="2037864"/>
                </a:lnTo>
                <a:lnTo>
                  <a:pt x="1966817" y="2037597"/>
                </a:lnTo>
                <a:lnTo>
                  <a:pt x="1967194" y="2037339"/>
                </a:lnTo>
                <a:lnTo>
                  <a:pt x="1967577" y="2037077"/>
                </a:lnTo>
                <a:lnTo>
                  <a:pt x="1967967" y="2036826"/>
                </a:lnTo>
                <a:lnTo>
                  <a:pt x="1968362" y="2036586"/>
                </a:lnTo>
                <a:lnTo>
                  <a:pt x="1968763" y="2036358"/>
                </a:lnTo>
                <a:lnTo>
                  <a:pt x="1969169" y="2036140"/>
                </a:lnTo>
                <a:lnTo>
                  <a:pt x="1969582" y="2035934"/>
                </a:lnTo>
                <a:lnTo>
                  <a:pt x="1970001" y="2035739"/>
                </a:lnTo>
                <a:lnTo>
                  <a:pt x="1970425" y="2035555"/>
                </a:lnTo>
                <a:lnTo>
                  <a:pt x="1970855" y="2035382"/>
                </a:lnTo>
                <a:lnTo>
                  <a:pt x="1971292" y="2035220"/>
                </a:lnTo>
                <a:lnTo>
                  <a:pt x="1971734" y="2035069"/>
                </a:lnTo>
                <a:lnTo>
                  <a:pt x="1972182" y="2034930"/>
                </a:lnTo>
                <a:lnTo>
                  <a:pt x="1972635" y="2034802"/>
                </a:lnTo>
                <a:lnTo>
                  <a:pt x="1973095" y="2034685"/>
                </a:lnTo>
                <a:lnTo>
                  <a:pt x="1973561" y="2034579"/>
                </a:lnTo>
                <a:lnTo>
                  <a:pt x="1974032" y="2034484"/>
                </a:lnTo>
                <a:lnTo>
                  <a:pt x="1974509" y="2034400"/>
                </a:lnTo>
                <a:lnTo>
                  <a:pt x="1974992" y="2034328"/>
                </a:lnTo>
                <a:lnTo>
                  <a:pt x="1975481" y="2034266"/>
                </a:lnTo>
                <a:lnTo>
                  <a:pt x="1975976" y="2034216"/>
                </a:lnTo>
                <a:lnTo>
                  <a:pt x="1976477" y="2034177"/>
                </a:lnTo>
                <a:lnTo>
                  <a:pt x="1976984" y="2034149"/>
                </a:lnTo>
                <a:lnTo>
                  <a:pt x="1977496" y="2034132"/>
                </a:lnTo>
                <a:lnTo>
                  <a:pt x="1978014" y="2034127"/>
                </a:lnTo>
                <a:lnTo>
                  <a:pt x="1978754" y="2034137"/>
                </a:lnTo>
                <a:lnTo>
                  <a:pt x="1979480" y="2034166"/>
                </a:lnTo>
                <a:lnTo>
                  <a:pt x="1980191" y="2034214"/>
                </a:lnTo>
                <a:lnTo>
                  <a:pt x="1980888" y="2034282"/>
                </a:lnTo>
                <a:lnTo>
                  <a:pt x="1981572" y="2034369"/>
                </a:lnTo>
                <a:lnTo>
                  <a:pt x="1982241" y="2034476"/>
                </a:lnTo>
                <a:lnTo>
                  <a:pt x="1982896" y="2034602"/>
                </a:lnTo>
                <a:lnTo>
                  <a:pt x="1983537" y="2034747"/>
                </a:lnTo>
                <a:lnTo>
                  <a:pt x="1984164" y="2034912"/>
                </a:lnTo>
                <a:lnTo>
                  <a:pt x="1984777" y="2035096"/>
                </a:lnTo>
                <a:lnTo>
                  <a:pt x="1985376" y="2035299"/>
                </a:lnTo>
                <a:lnTo>
                  <a:pt x="1985960" y="2035522"/>
                </a:lnTo>
                <a:lnTo>
                  <a:pt x="1986531" y="2035764"/>
                </a:lnTo>
                <a:lnTo>
                  <a:pt x="1987087" y="2036025"/>
                </a:lnTo>
                <a:lnTo>
                  <a:pt x="1987630" y="2036306"/>
                </a:lnTo>
                <a:lnTo>
                  <a:pt x="1988158" y="2036607"/>
                </a:lnTo>
                <a:lnTo>
                  <a:pt x="1988672" y="2036926"/>
                </a:lnTo>
                <a:lnTo>
                  <a:pt x="1989173" y="2037265"/>
                </a:lnTo>
                <a:lnTo>
                  <a:pt x="1989659" y="2037624"/>
                </a:lnTo>
                <a:lnTo>
                  <a:pt x="1990131" y="2038001"/>
                </a:lnTo>
                <a:lnTo>
                  <a:pt x="1990589" y="2038399"/>
                </a:lnTo>
                <a:lnTo>
                  <a:pt x="1991032" y="2038815"/>
                </a:lnTo>
                <a:lnTo>
                  <a:pt x="1991462" y="2039251"/>
                </a:lnTo>
                <a:lnTo>
                  <a:pt x="1991878" y="2039706"/>
                </a:lnTo>
                <a:lnTo>
                  <a:pt x="1992292" y="2040183"/>
                </a:lnTo>
                <a:lnTo>
                  <a:pt x="1992688" y="2040682"/>
                </a:lnTo>
                <a:lnTo>
                  <a:pt x="1993066" y="2041204"/>
                </a:lnTo>
                <a:lnTo>
                  <a:pt x="1993428" y="2041749"/>
                </a:lnTo>
                <a:lnTo>
                  <a:pt x="1993771" y="2042317"/>
                </a:lnTo>
                <a:lnTo>
                  <a:pt x="1994097" y="2042908"/>
                </a:lnTo>
                <a:lnTo>
                  <a:pt x="1994405" y="2043522"/>
                </a:lnTo>
                <a:lnTo>
                  <a:pt x="1994696" y="2044158"/>
                </a:lnTo>
                <a:lnTo>
                  <a:pt x="1994968" y="2044818"/>
                </a:lnTo>
                <a:lnTo>
                  <a:pt x="1995224" y="2045500"/>
                </a:lnTo>
                <a:lnTo>
                  <a:pt x="1995462" y="2046206"/>
                </a:lnTo>
                <a:lnTo>
                  <a:pt x="1995682" y="2046934"/>
                </a:lnTo>
                <a:lnTo>
                  <a:pt x="1995884" y="2047685"/>
                </a:lnTo>
                <a:lnTo>
                  <a:pt x="1996069" y="2048459"/>
                </a:lnTo>
                <a:lnTo>
                  <a:pt x="1996236" y="2049256"/>
                </a:lnTo>
                <a:lnTo>
                  <a:pt x="1996386" y="2050076"/>
                </a:lnTo>
                <a:lnTo>
                  <a:pt x="1996518" y="2050918"/>
                </a:lnTo>
                <a:lnTo>
                  <a:pt x="1996633" y="2051784"/>
                </a:lnTo>
                <a:lnTo>
                  <a:pt x="1996730" y="2052672"/>
                </a:lnTo>
                <a:lnTo>
                  <a:pt x="1996809" y="2053584"/>
                </a:lnTo>
                <a:lnTo>
                  <a:pt x="1996870" y="2054518"/>
                </a:lnTo>
                <a:lnTo>
                  <a:pt x="1996915" y="2055475"/>
                </a:lnTo>
                <a:lnTo>
                  <a:pt x="1996941" y="2056455"/>
                </a:lnTo>
                <a:lnTo>
                  <a:pt x="1996950" y="2057458"/>
                </a:lnTo>
                <a:lnTo>
                  <a:pt x="1996950" y="2109193"/>
                </a:lnTo>
                <a:lnTo>
                  <a:pt x="2013856" y="2109193"/>
                </a:lnTo>
                <a:lnTo>
                  <a:pt x="2013856" y="2052555"/>
                </a:lnTo>
                <a:lnTo>
                  <a:pt x="2013842" y="2051272"/>
                </a:lnTo>
                <a:lnTo>
                  <a:pt x="2013798" y="2050016"/>
                </a:lnTo>
                <a:lnTo>
                  <a:pt x="2013724" y="2048786"/>
                </a:lnTo>
                <a:lnTo>
                  <a:pt x="2013622" y="2047582"/>
                </a:lnTo>
                <a:lnTo>
                  <a:pt x="2013490" y="2046405"/>
                </a:lnTo>
                <a:lnTo>
                  <a:pt x="2013328" y="2045254"/>
                </a:lnTo>
                <a:lnTo>
                  <a:pt x="2013137" y="2044129"/>
                </a:lnTo>
                <a:lnTo>
                  <a:pt x="2012917" y="2043031"/>
                </a:lnTo>
                <a:lnTo>
                  <a:pt x="2012668" y="2041959"/>
                </a:lnTo>
                <a:lnTo>
                  <a:pt x="2012389" y="2040914"/>
                </a:lnTo>
                <a:lnTo>
                  <a:pt x="2012081" y="2039895"/>
                </a:lnTo>
                <a:lnTo>
                  <a:pt x="2011743" y="2038903"/>
                </a:lnTo>
                <a:lnTo>
                  <a:pt x="2011376" y="2037937"/>
                </a:lnTo>
                <a:lnTo>
                  <a:pt x="2010980" y="2036997"/>
                </a:lnTo>
                <a:lnTo>
                  <a:pt x="2010555" y="2036084"/>
                </a:lnTo>
                <a:lnTo>
                  <a:pt x="2010100" y="2035198"/>
                </a:lnTo>
                <a:lnTo>
                  <a:pt x="2009615" y="2034337"/>
                </a:lnTo>
                <a:lnTo>
                  <a:pt x="2009102" y="2033503"/>
                </a:lnTo>
                <a:lnTo>
                  <a:pt x="2008559" y="2032696"/>
                </a:lnTo>
                <a:lnTo>
                  <a:pt x="2007986" y="2031915"/>
                </a:lnTo>
                <a:lnTo>
                  <a:pt x="2007385" y="2031160"/>
                </a:lnTo>
                <a:lnTo>
                  <a:pt x="2006753" y="2030432"/>
                </a:lnTo>
                <a:lnTo>
                  <a:pt x="2006093" y="2029730"/>
                </a:lnTo>
                <a:lnTo>
                  <a:pt x="2005403" y="2029055"/>
                </a:lnTo>
                <a:lnTo>
                  <a:pt x="2004689" y="2028406"/>
                </a:lnTo>
                <a:lnTo>
                  <a:pt x="2003954" y="2027786"/>
                </a:lnTo>
                <a:lnTo>
                  <a:pt x="2003200" y="2027193"/>
                </a:lnTo>
                <a:lnTo>
                  <a:pt x="2002426" y="2026627"/>
                </a:lnTo>
                <a:lnTo>
                  <a:pt x="2001632" y="2026089"/>
                </a:lnTo>
                <a:lnTo>
                  <a:pt x="2000817" y="2025578"/>
                </a:lnTo>
                <a:lnTo>
                  <a:pt x="1999983" y="2025096"/>
                </a:lnTo>
                <a:lnTo>
                  <a:pt x="1999129" y="2024640"/>
                </a:lnTo>
                <a:lnTo>
                  <a:pt x="1998255" y="2024213"/>
                </a:lnTo>
                <a:lnTo>
                  <a:pt x="1997361" y="2023813"/>
                </a:lnTo>
                <a:lnTo>
                  <a:pt x="1996447" y="2023440"/>
                </a:lnTo>
                <a:lnTo>
                  <a:pt x="1995513" y="2023095"/>
                </a:lnTo>
                <a:lnTo>
                  <a:pt x="1994559" y="2022778"/>
                </a:lnTo>
                <a:lnTo>
                  <a:pt x="1993585" y="2022488"/>
                </a:lnTo>
                <a:lnTo>
                  <a:pt x="1992591" y="2022226"/>
                </a:lnTo>
                <a:lnTo>
                  <a:pt x="1991577" y="2021992"/>
                </a:lnTo>
                <a:lnTo>
                  <a:pt x="1990543" y="2021785"/>
                </a:lnTo>
                <a:lnTo>
                  <a:pt x="1989490" y="2021606"/>
                </a:lnTo>
                <a:lnTo>
                  <a:pt x="1988416" y="2021454"/>
                </a:lnTo>
                <a:lnTo>
                  <a:pt x="1987322" y="2021330"/>
                </a:lnTo>
                <a:lnTo>
                  <a:pt x="1986209" y="2021233"/>
                </a:lnTo>
                <a:lnTo>
                  <a:pt x="1985075" y="2021164"/>
                </a:lnTo>
                <a:lnTo>
                  <a:pt x="1983922" y="2021123"/>
                </a:lnTo>
                <a:lnTo>
                  <a:pt x="1982748" y="2021109"/>
                </a:lnTo>
                <a:lnTo>
                  <a:pt x="1982032" y="2021115"/>
                </a:lnTo>
                <a:lnTo>
                  <a:pt x="1981322" y="2021132"/>
                </a:lnTo>
                <a:lnTo>
                  <a:pt x="1980616" y="2021162"/>
                </a:lnTo>
                <a:lnTo>
                  <a:pt x="1979916" y="2021203"/>
                </a:lnTo>
                <a:lnTo>
                  <a:pt x="1979221" y="2021256"/>
                </a:lnTo>
                <a:lnTo>
                  <a:pt x="1978532" y="2021320"/>
                </a:lnTo>
                <a:lnTo>
                  <a:pt x="1977848" y="2021396"/>
                </a:lnTo>
                <a:lnTo>
                  <a:pt x="1977169" y="2021485"/>
                </a:lnTo>
                <a:lnTo>
                  <a:pt x="1976495" y="2021584"/>
                </a:lnTo>
                <a:lnTo>
                  <a:pt x="1975827" y="2021696"/>
                </a:lnTo>
                <a:lnTo>
                  <a:pt x="1975164" y="2021819"/>
                </a:lnTo>
                <a:lnTo>
                  <a:pt x="1974506" y="2021954"/>
                </a:lnTo>
                <a:lnTo>
                  <a:pt x="1973854" y="2022101"/>
                </a:lnTo>
                <a:lnTo>
                  <a:pt x="1973206" y="2022259"/>
                </a:lnTo>
                <a:lnTo>
                  <a:pt x="1972565" y="2022430"/>
                </a:lnTo>
                <a:lnTo>
                  <a:pt x="1971928" y="2022612"/>
                </a:lnTo>
                <a:lnTo>
                  <a:pt x="1971297" y="2022805"/>
                </a:lnTo>
                <a:lnTo>
                  <a:pt x="1970670" y="2023011"/>
                </a:lnTo>
                <a:lnTo>
                  <a:pt x="1970050" y="2023228"/>
                </a:lnTo>
                <a:lnTo>
                  <a:pt x="1969434" y="2023457"/>
                </a:lnTo>
                <a:lnTo>
                  <a:pt x="1968824" y="2023698"/>
                </a:lnTo>
                <a:lnTo>
                  <a:pt x="1968219" y="2023950"/>
                </a:lnTo>
                <a:lnTo>
                  <a:pt x="1967619" y="2024214"/>
                </a:lnTo>
                <a:lnTo>
                  <a:pt x="1967025" y="2024490"/>
                </a:lnTo>
                <a:lnTo>
                  <a:pt x="1966439" y="2024779"/>
                </a:lnTo>
                <a:lnTo>
                  <a:pt x="1965864" y="2025081"/>
                </a:lnTo>
                <a:lnTo>
                  <a:pt x="1965300" y="2025396"/>
                </a:lnTo>
                <a:lnTo>
                  <a:pt x="1964747" y="2025725"/>
                </a:lnTo>
                <a:lnTo>
                  <a:pt x="1964206" y="2026068"/>
                </a:lnTo>
                <a:lnTo>
                  <a:pt x="1963675" y="2026424"/>
                </a:lnTo>
                <a:lnTo>
                  <a:pt x="1963156" y="2026793"/>
                </a:lnTo>
                <a:lnTo>
                  <a:pt x="1962648" y="2027176"/>
                </a:lnTo>
                <a:lnTo>
                  <a:pt x="1962151" y="2027573"/>
                </a:lnTo>
                <a:lnTo>
                  <a:pt x="1961665" y="2027983"/>
                </a:lnTo>
                <a:lnTo>
                  <a:pt x="1961191" y="2028406"/>
                </a:lnTo>
                <a:lnTo>
                  <a:pt x="1960727" y="2028844"/>
                </a:lnTo>
                <a:lnTo>
                  <a:pt x="1960275" y="2029294"/>
                </a:lnTo>
                <a:lnTo>
                  <a:pt x="1959834" y="2029758"/>
                </a:lnTo>
                <a:lnTo>
                  <a:pt x="1959404" y="2030236"/>
                </a:lnTo>
                <a:lnTo>
                  <a:pt x="1958985" y="2030727"/>
                </a:lnTo>
                <a:lnTo>
                  <a:pt x="1958577" y="2031231"/>
                </a:lnTo>
                <a:lnTo>
                  <a:pt x="1958181" y="2031749"/>
                </a:lnTo>
                <a:lnTo>
                  <a:pt x="1957795" y="2032281"/>
                </a:lnTo>
                <a:lnTo>
                  <a:pt x="1957421" y="2032826"/>
                </a:lnTo>
                <a:lnTo>
                  <a:pt x="1957058" y="2033385"/>
                </a:lnTo>
                <a:lnTo>
                  <a:pt x="1956706" y="2033957"/>
                </a:lnTo>
                <a:lnTo>
                  <a:pt x="1956365" y="2034542"/>
                </a:lnTo>
                <a:lnTo>
                  <a:pt x="1956036" y="2035141"/>
                </a:lnTo>
                <a:lnTo>
                  <a:pt x="1954345" y="2022799"/>
                </a:lnTo>
                <a:lnTo>
                  <a:pt x="1940651" y="2022799"/>
                </a:lnTo>
                <a:lnTo>
                  <a:pt x="1940651" y="2109193"/>
                </a:lnTo>
                <a:lnTo>
                  <a:pt x="1957557" y="2109193"/>
                </a:lnTo>
                <a:lnTo>
                  <a:pt x="1957557" y="2058472"/>
                </a:lnTo>
                <a:lnTo>
                  <a:pt x="1957561" y="2057884"/>
                </a:lnTo>
                <a:lnTo>
                  <a:pt x="1957575" y="2057301"/>
                </a:lnTo>
                <a:lnTo>
                  <a:pt x="1957597" y="2056724"/>
                </a:lnTo>
                <a:lnTo>
                  <a:pt x="1957628" y="2056153"/>
                </a:lnTo>
                <a:lnTo>
                  <a:pt x="1957667" y="2055587"/>
                </a:lnTo>
                <a:lnTo>
                  <a:pt x="1957716" y="2055028"/>
                </a:lnTo>
                <a:close/>
                <a:moveTo>
                  <a:pt x="2185732" y="2110538"/>
                </a:moveTo>
                <a:lnTo>
                  <a:pt x="2186530" y="2110433"/>
                </a:lnTo>
                <a:lnTo>
                  <a:pt x="2187320" y="2110313"/>
                </a:lnTo>
                <a:lnTo>
                  <a:pt x="2188101" y="2110179"/>
                </a:lnTo>
                <a:lnTo>
                  <a:pt x="2188874" y="2110031"/>
                </a:lnTo>
                <a:lnTo>
                  <a:pt x="2189639" y="2109869"/>
                </a:lnTo>
                <a:lnTo>
                  <a:pt x="2190396" y="2109693"/>
                </a:lnTo>
                <a:lnTo>
                  <a:pt x="2191144" y="2109503"/>
                </a:lnTo>
                <a:lnTo>
                  <a:pt x="2191884" y="2109298"/>
                </a:lnTo>
                <a:lnTo>
                  <a:pt x="2192616" y="2109080"/>
                </a:lnTo>
                <a:lnTo>
                  <a:pt x="2193340" y="2108848"/>
                </a:lnTo>
                <a:lnTo>
                  <a:pt x="2194056" y="2108601"/>
                </a:lnTo>
                <a:lnTo>
                  <a:pt x="2194763" y="2108340"/>
                </a:lnTo>
                <a:lnTo>
                  <a:pt x="2195462" y="2108066"/>
                </a:lnTo>
                <a:lnTo>
                  <a:pt x="2196153" y="2107777"/>
                </a:lnTo>
                <a:lnTo>
                  <a:pt x="2196836" y="2107474"/>
                </a:lnTo>
                <a:lnTo>
                  <a:pt x="2197511" y="2107157"/>
                </a:lnTo>
                <a:lnTo>
                  <a:pt x="2198177" y="2106826"/>
                </a:lnTo>
                <a:lnTo>
                  <a:pt x="2198847" y="2106467"/>
                </a:lnTo>
                <a:lnTo>
                  <a:pt x="2199505" y="2106096"/>
                </a:lnTo>
                <a:lnTo>
                  <a:pt x="2200150" y="2105711"/>
                </a:lnTo>
                <a:lnTo>
                  <a:pt x="2200783" y="2105314"/>
                </a:lnTo>
                <a:lnTo>
                  <a:pt x="2201404" y="2104903"/>
                </a:lnTo>
                <a:lnTo>
                  <a:pt x="2202013" y="2104480"/>
                </a:lnTo>
                <a:lnTo>
                  <a:pt x="2202609" y="2104044"/>
                </a:lnTo>
                <a:lnTo>
                  <a:pt x="2203192" y="2103595"/>
                </a:lnTo>
                <a:lnTo>
                  <a:pt x="2203764" y="2103133"/>
                </a:lnTo>
                <a:lnTo>
                  <a:pt x="2204323" y="2102658"/>
                </a:lnTo>
                <a:lnTo>
                  <a:pt x="2204870" y="2102170"/>
                </a:lnTo>
                <a:lnTo>
                  <a:pt x="2205404" y="2101669"/>
                </a:lnTo>
                <a:lnTo>
                  <a:pt x="2205927" y="2101156"/>
                </a:lnTo>
                <a:lnTo>
                  <a:pt x="2206436" y="2100629"/>
                </a:lnTo>
                <a:lnTo>
                  <a:pt x="2206934" y="2100090"/>
                </a:lnTo>
                <a:lnTo>
                  <a:pt x="2207419" y="2099537"/>
                </a:lnTo>
                <a:lnTo>
                  <a:pt x="2207892" y="2098972"/>
                </a:lnTo>
                <a:lnTo>
                  <a:pt x="2208352" y="2098394"/>
                </a:lnTo>
                <a:lnTo>
                  <a:pt x="2208801" y="2097802"/>
                </a:lnTo>
                <a:lnTo>
                  <a:pt x="2209236" y="2097198"/>
                </a:lnTo>
                <a:lnTo>
                  <a:pt x="2209660" y="2096581"/>
                </a:lnTo>
                <a:lnTo>
                  <a:pt x="2210071" y="2095951"/>
                </a:lnTo>
                <a:lnTo>
                  <a:pt x="2210470" y="2095309"/>
                </a:lnTo>
                <a:lnTo>
                  <a:pt x="2210857" y="2094653"/>
                </a:lnTo>
                <a:lnTo>
                  <a:pt x="2211243" y="2093985"/>
                </a:lnTo>
                <a:lnTo>
                  <a:pt x="2211613" y="2093305"/>
                </a:lnTo>
                <a:lnTo>
                  <a:pt x="2211966" y="2092614"/>
                </a:lnTo>
                <a:lnTo>
                  <a:pt x="2212303" y="2091910"/>
                </a:lnTo>
                <a:lnTo>
                  <a:pt x="2212624" y="2091195"/>
                </a:lnTo>
                <a:lnTo>
                  <a:pt x="2212928" y="2090469"/>
                </a:lnTo>
                <a:lnTo>
                  <a:pt x="2213215" y="2089730"/>
                </a:lnTo>
                <a:lnTo>
                  <a:pt x="2213487" y="2088980"/>
                </a:lnTo>
                <a:lnTo>
                  <a:pt x="2213742" y="2088218"/>
                </a:lnTo>
                <a:lnTo>
                  <a:pt x="2213980" y="2087444"/>
                </a:lnTo>
                <a:lnTo>
                  <a:pt x="2214202" y="2086659"/>
                </a:lnTo>
                <a:lnTo>
                  <a:pt x="2214407" y="2085861"/>
                </a:lnTo>
                <a:lnTo>
                  <a:pt x="2214596" y="2085053"/>
                </a:lnTo>
                <a:lnTo>
                  <a:pt x="2214769" y="2084232"/>
                </a:lnTo>
                <a:lnTo>
                  <a:pt x="2214925" y="2083399"/>
                </a:lnTo>
                <a:lnTo>
                  <a:pt x="2215065" y="2082555"/>
                </a:lnTo>
                <a:lnTo>
                  <a:pt x="2215188" y="2081699"/>
                </a:lnTo>
                <a:lnTo>
                  <a:pt x="2215295" y="2080832"/>
                </a:lnTo>
                <a:lnTo>
                  <a:pt x="2215385" y="2079952"/>
                </a:lnTo>
                <a:lnTo>
                  <a:pt x="2215459" y="2079061"/>
                </a:lnTo>
                <a:lnTo>
                  <a:pt x="2215517" y="2078158"/>
                </a:lnTo>
                <a:lnTo>
                  <a:pt x="2215558" y="2077244"/>
                </a:lnTo>
                <a:lnTo>
                  <a:pt x="2215583" y="2076317"/>
                </a:lnTo>
                <a:lnTo>
                  <a:pt x="2215591" y="2075379"/>
                </a:lnTo>
                <a:lnTo>
                  <a:pt x="2200544" y="2075379"/>
                </a:lnTo>
                <a:lnTo>
                  <a:pt x="2200539" y="2076064"/>
                </a:lnTo>
                <a:lnTo>
                  <a:pt x="2200525" y="2076739"/>
                </a:lnTo>
                <a:lnTo>
                  <a:pt x="2200501" y="2077403"/>
                </a:lnTo>
                <a:lnTo>
                  <a:pt x="2200468" y="2078056"/>
                </a:lnTo>
                <a:lnTo>
                  <a:pt x="2200426" y="2078699"/>
                </a:lnTo>
                <a:lnTo>
                  <a:pt x="2200375" y="2079331"/>
                </a:lnTo>
                <a:lnTo>
                  <a:pt x="2200314" y="2079953"/>
                </a:lnTo>
                <a:lnTo>
                  <a:pt x="2200243" y="2080564"/>
                </a:lnTo>
                <a:lnTo>
                  <a:pt x="2200163" y="2081165"/>
                </a:lnTo>
                <a:lnTo>
                  <a:pt x="2200074" y="2081755"/>
                </a:lnTo>
                <a:lnTo>
                  <a:pt x="2199975" y="2082334"/>
                </a:lnTo>
                <a:lnTo>
                  <a:pt x="2199867" y="2082903"/>
                </a:lnTo>
                <a:lnTo>
                  <a:pt x="2199750" y="2083461"/>
                </a:lnTo>
                <a:lnTo>
                  <a:pt x="2199623" y="2084009"/>
                </a:lnTo>
                <a:lnTo>
                  <a:pt x="2199487" y="2084546"/>
                </a:lnTo>
                <a:lnTo>
                  <a:pt x="2199341" y="2085073"/>
                </a:lnTo>
                <a:lnTo>
                  <a:pt x="2199186" y="2085589"/>
                </a:lnTo>
                <a:lnTo>
                  <a:pt x="2199022" y="2086094"/>
                </a:lnTo>
                <a:lnTo>
                  <a:pt x="2198848" y="2086589"/>
                </a:lnTo>
                <a:lnTo>
                  <a:pt x="2198665" y="2087073"/>
                </a:lnTo>
                <a:lnTo>
                  <a:pt x="2198473" y="2087547"/>
                </a:lnTo>
                <a:lnTo>
                  <a:pt x="2198271" y="2088010"/>
                </a:lnTo>
                <a:lnTo>
                  <a:pt x="2198059" y="2088463"/>
                </a:lnTo>
                <a:lnTo>
                  <a:pt x="2197839" y="2088905"/>
                </a:lnTo>
                <a:lnTo>
                  <a:pt x="2197624" y="2089323"/>
                </a:lnTo>
                <a:lnTo>
                  <a:pt x="2197401" y="2089732"/>
                </a:lnTo>
                <a:lnTo>
                  <a:pt x="2197170" y="2090133"/>
                </a:lnTo>
                <a:lnTo>
                  <a:pt x="2196932" y="2090525"/>
                </a:lnTo>
                <a:lnTo>
                  <a:pt x="2196687" y="2090908"/>
                </a:lnTo>
                <a:lnTo>
                  <a:pt x="2196433" y="2091282"/>
                </a:lnTo>
                <a:lnTo>
                  <a:pt x="2196172" y="2091648"/>
                </a:lnTo>
                <a:lnTo>
                  <a:pt x="2195904" y="2092004"/>
                </a:lnTo>
                <a:lnTo>
                  <a:pt x="2195628" y="2092352"/>
                </a:lnTo>
                <a:lnTo>
                  <a:pt x="2195344" y="2092691"/>
                </a:lnTo>
                <a:lnTo>
                  <a:pt x="2195052" y="2093021"/>
                </a:lnTo>
                <a:lnTo>
                  <a:pt x="2194753" y="2093343"/>
                </a:lnTo>
                <a:lnTo>
                  <a:pt x="2194446" y="2093655"/>
                </a:lnTo>
                <a:lnTo>
                  <a:pt x="2194132" y="2093959"/>
                </a:lnTo>
                <a:lnTo>
                  <a:pt x="2193810" y="2094254"/>
                </a:lnTo>
                <a:lnTo>
                  <a:pt x="2193480" y="2094540"/>
                </a:lnTo>
                <a:lnTo>
                  <a:pt x="2193143" y="2094818"/>
                </a:lnTo>
                <a:lnTo>
                  <a:pt x="2192798" y="2095086"/>
                </a:lnTo>
                <a:lnTo>
                  <a:pt x="2192446" y="2095346"/>
                </a:lnTo>
                <a:lnTo>
                  <a:pt x="2192086" y="2095597"/>
                </a:lnTo>
                <a:lnTo>
                  <a:pt x="2191718" y="2095839"/>
                </a:lnTo>
                <a:lnTo>
                  <a:pt x="2191342" y="2096073"/>
                </a:lnTo>
                <a:lnTo>
                  <a:pt x="2190959" y="2096297"/>
                </a:lnTo>
                <a:lnTo>
                  <a:pt x="2190569" y="2096513"/>
                </a:lnTo>
                <a:lnTo>
                  <a:pt x="2190186" y="2096706"/>
                </a:lnTo>
                <a:lnTo>
                  <a:pt x="2189797" y="2096891"/>
                </a:lnTo>
                <a:lnTo>
                  <a:pt x="2189404" y="2097068"/>
                </a:lnTo>
                <a:lnTo>
                  <a:pt x="2189005" y="2097236"/>
                </a:lnTo>
                <a:lnTo>
                  <a:pt x="2188601" y="2097396"/>
                </a:lnTo>
                <a:lnTo>
                  <a:pt x="2188191" y="2097548"/>
                </a:lnTo>
                <a:lnTo>
                  <a:pt x="2187776" y="2097692"/>
                </a:lnTo>
                <a:lnTo>
                  <a:pt x="2187356" y="2097828"/>
                </a:lnTo>
                <a:lnTo>
                  <a:pt x="2186931" y="2097955"/>
                </a:lnTo>
                <a:lnTo>
                  <a:pt x="2186500" y="2098074"/>
                </a:lnTo>
                <a:lnTo>
                  <a:pt x="2186065" y="2098185"/>
                </a:lnTo>
                <a:lnTo>
                  <a:pt x="2185623" y="2098288"/>
                </a:lnTo>
                <a:lnTo>
                  <a:pt x="2185177" y="2098382"/>
                </a:lnTo>
                <a:lnTo>
                  <a:pt x="2184725" y="2098469"/>
                </a:lnTo>
                <a:lnTo>
                  <a:pt x="2184268" y="2098547"/>
                </a:lnTo>
                <a:lnTo>
                  <a:pt x="2183806" y="2098617"/>
                </a:lnTo>
                <a:lnTo>
                  <a:pt x="2183338" y="2098678"/>
                </a:lnTo>
                <a:lnTo>
                  <a:pt x="2182866" y="2098732"/>
                </a:lnTo>
                <a:lnTo>
                  <a:pt x="2182387" y="2098777"/>
                </a:lnTo>
                <a:lnTo>
                  <a:pt x="2181904" y="2098814"/>
                </a:lnTo>
                <a:lnTo>
                  <a:pt x="2181415" y="2098843"/>
                </a:lnTo>
                <a:lnTo>
                  <a:pt x="2180921" y="2098863"/>
                </a:lnTo>
                <a:lnTo>
                  <a:pt x="2180422" y="2098876"/>
                </a:lnTo>
                <a:lnTo>
                  <a:pt x="2179918" y="2098880"/>
                </a:lnTo>
                <a:lnTo>
                  <a:pt x="2179093" y="2098868"/>
                </a:lnTo>
                <a:lnTo>
                  <a:pt x="2178281" y="2098832"/>
                </a:lnTo>
                <a:lnTo>
                  <a:pt x="2177482" y="2098771"/>
                </a:lnTo>
                <a:lnTo>
                  <a:pt x="2176696" y="2098687"/>
                </a:lnTo>
                <a:lnTo>
                  <a:pt x="2175923" y="2098579"/>
                </a:lnTo>
                <a:lnTo>
                  <a:pt x="2175162" y="2098446"/>
                </a:lnTo>
                <a:lnTo>
                  <a:pt x="2174415" y="2098290"/>
                </a:lnTo>
                <a:lnTo>
                  <a:pt x="2173681" y="2098109"/>
                </a:lnTo>
                <a:lnTo>
                  <a:pt x="2172959" y="2097905"/>
                </a:lnTo>
                <a:lnTo>
                  <a:pt x="2172251" y="2097676"/>
                </a:lnTo>
                <a:lnTo>
                  <a:pt x="2171555" y="2097424"/>
                </a:lnTo>
                <a:lnTo>
                  <a:pt x="2170872" y="2097147"/>
                </a:lnTo>
                <a:lnTo>
                  <a:pt x="2170202" y="2096846"/>
                </a:lnTo>
                <a:lnTo>
                  <a:pt x="2169546" y="2096521"/>
                </a:lnTo>
                <a:lnTo>
                  <a:pt x="2168902" y="2096172"/>
                </a:lnTo>
                <a:lnTo>
                  <a:pt x="2168271" y="2095799"/>
                </a:lnTo>
                <a:lnTo>
                  <a:pt x="2167652" y="2095402"/>
                </a:lnTo>
                <a:lnTo>
                  <a:pt x="2167047" y="2094981"/>
                </a:lnTo>
                <a:lnTo>
                  <a:pt x="2166455" y="2094535"/>
                </a:lnTo>
                <a:lnTo>
                  <a:pt x="2165875" y="2094066"/>
                </a:lnTo>
                <a:lnTo>
                  <a:pt x="2165309" y="2093573"/>
                </a:lnTo>
                <a:lnTo>
                  <a:pt x="2164755" y="2093055"/>
                </a:lnTo>
                <a:lnTo>
                  <a:pt x="2164215" y="2092514"/>
                </a:lnTo>
                <a:lnTo>
                  <a:pt x="2163687" y="2091948"/>
                </a:lnTo>
                <a:lnTo>
                  <a:pt x="2163190" y="2091359"/>
                </a:lnTo>
                <a:lnTo>
                  <a:pt x="2162715" y="2090748"/>
                </a:lnTo>
                <a:lnTo>
                  <a:pt x="2162261" y="2090115"/>
                </a:lnTo>
                <a:lnTo>
                  <a:pt x="2161827" y="2089459"/>
                </a:lnTo>
                <a:lnTo>
                  <a:pt x="2161415" y="2088781"/>
                </a:lnTo>
                <a:lnTo>
                  <a:pt x="2161024" y="2088080"/>
                </a:lnTo>
                <a:lnTo>
                  <a:pt x="2160654" y="2087358"/>
                </a:lnTo>
                <a:lnTo>
                  <a:pt x="2160306" y="2086613"/>
                </a:lnTo>
                <a:lnTo>
                  <a:pt x="2159978" y="2085846"/>
                </a:lnTo>
                <a:lnTo>
                  <a:pt x="2159672" y="2085056"/>
                </a:lnTo>
                <a:lnTo>
                  <a:pt x="2159386" y="2084244"/>
                </a:lnTo>
                <a:lnTo>
                  <a:pt x="2159122" y="2083410"/>
                </a:lnTo>
                <a:lnTo>
                  <a:pt x="2158879" y="2082553"/>
                </a:lnTo>
                <a:lnTo>
                  <a:pt x="2158657" y="2081675"/>
                </a:lnTo>
                <a:lnTo>
                  <a:pt x="2158457" y="2080774"/>
                </a:lnTo>
                <a:lnTo>
                  <a:pt x="2158277" y="2079850"/>
                </a:lnTo>
                <a:lnTo>
                  <a:pt x="2158118" y="2078904"/>
                </a:lnTo>
                <a:lnTo>
                  <a:pt x="2157981" y="2077936"/>
                </a:lnTo>
                <a:lnTo>
                  <a:pt x="2157865" y="2076946"/>
                </a:lnTo>
                <a:lnTo>
                  <a:pt x="2157770" y="2075933"/>
                </a:lnTo>
                <a:lnTo>
                  <a:pt x="2157696" y="2074899"/>
                </a:lnTo>
                <a:lnTo>
                  <a:pt x="2157643" y="2073841"/>
                </a:lnTo>
                <a:lnTo>
                  <a:pt x="2157611" y="2072762"/>
                </a:lnTo>
                <a:lnTo>
                  <a:pt x="2157601" y="2071660"/>
                </a:lnTo>
                <a:lnTo>
                  <a:pt x="2157601" y="2060332"/>
                </a:lnTo>
                <a:lnTo>
                  <a:pt x="2157612" y="2059190"/>
                </a:lnTo>
                <a:lnTo>
                  <a:pt x="2157644" y="2058072"/>
                </a:lnTo>
                <a:lnTo>
                  <a:pt x="2157698" y="2056980"/>
                </a:lnTo>
                <a:lnTo>
                  <a:pt x="2157774" y="2055913"/>
                </a:lnTo>
                <a:lnTo>
                  <a:pt x="2157872" y="2054871"/>
                </a:lnTo>
                <a:lnTo>
                  <a:pt x="2157992" y="2053855"/>
                </a:lnTo>
                <a:lnTo>
                  <a:pt x="2158133" y="2052864"/>
                </a:lnTo>
                <a:lnTo>
                  <a:pt x="2158296" y="2051898"/>
                </a:lnTo>
                <a:lnTo>
                  <a:pt x="2158480" y="2050957"/>
                </a:lnTo>
                <a:lnTo>
                  <a:pt x="2158687" y="2050041"/>
                </a:lnTo>
                <a:lnTo>
                  <a:pt x="2158915" y="2049151"/>
                </a:lnTo>
                <a:lnTo>
                  <a:pt x="2159165" y="2048286"/>
                </a:lnTo>
                <a:lnTo>
                  <a:pt x="2159436" y="2047446"/>
                </a:lnTo>
                <a:lnTo>
                  <a:pt x="2159729" y="2046632"/>
                </a:lnTo>
                <a:lnTo>
                  <a:pt x="2160044" y="2045843"/>
                </a:lnTo>
                <a:lnTo>
                  <a:pt x="2160381" y="2045079"/>
                </a:lnTo>
                <a:lnTo>
                  <a:pt x="2160739" y="2044340"/>
                </a:lnTo>
                <a:lnTo>
                  <a:pt x="2161119" y="2043626"/>
                </a:lnTo>
                <a:lnTo>
                  <a:pt x="2161521" y="2042938"/>
                </a:lnTo>
                <a:lnTo>
                  <a:pt x="2161945" y="2042275"/>
                </a:lnTo>
                <a:lnTo>
                  <a:pt x="2162390" y="2041637"/>
                </a:lnTo>
                <a:lnTo>
                  <a:pt x="2162857" y="2041025"/>
                </a:lnTo>
                <a:lnTo>
                  <a:pt x="2163346" y="2040437"/>
                </a:lnTo>
                <a:lnTo>
                  <a:pt x="2163856" y="2039875"/>
                </a:lnTo>
                <a:lnTo>
                  <a:pt x="2164396" y="2039323"/>
                </a:lnTo>
                <a:lnTo>
                  <a:pt x="2164946" y="2038795"/>
                </a:lnTo>
                <a:lnTo>
                  <a:pt x="2165505" y="2038290"/>
                </a:lnTo>
                <a:lnTo>
                  <a:pt x="2166073" y="2037809"/>
                </a:lnTo>
                <a:lnTo>
                  <a:pt x="2166650" y="2037351"/>
                </a:lnTo>
                <a:lnTo>
                  <a:pt x="2167237" y="2036917"/>
                </a:lnTo>
                <a:lnTo>
                  <a:pt x="2167834" y="2036506"/>
                </a:lnTo>
                <a:lnTo>
                  <a:pt x="2168440" y="2036118"/>
                </a:lnTo>
                <a:lnTo>
                  <a:pt x="2169055" y="2035754"/>
                </a:lnTo>
                <a:lnTo>
                  <a:pt x="2169680" y="2035414"/>
                </a:lnTo>
                <a:lnTo>
                  <a:pt x="2170314" y="2035097"/>
                </a:lnTo>
                <a:lnTo>
                  <a:pt x="2170957" y="2034803"/>
                </a:lnTo>
                <a:lnTo>
                  <a:pt x="2171610" y="2034533"/>
                </a:lnTo>
                <a:lnTo>
                  <a:pt x="2172272" y="2034287"/>
                </a:lnTo>
                <a:lnTo>
                  <a:pt x="2172943" y="2034064"/>
                </a:lnTo>
                <a:lnTo>
                  <a:pt x="2173624" y="2033864"/>
                </a:lnTo>
                <a:lnTo>
                  <a:pt x="2174315" y="2033688"/>
                </a:lnTo>
                <a:lnTo>
                  <a:pt x="2175015" y="2033535"/>
                </a:lnTo>
                <a:lnTo>
                  <a:pt x="2175724" y="2033406"/>
                </a:lnTo>
                <a:lnTo>
                  <a:pt x="2176442" y="2033300"/>
                </a:lnTo>
                <a:lnTo>
                  <a:pt x="2177170" y="2033218"/>
                </a:lnTo>
                <a:lnTo>
                  <a:pt x="2177907" y="2033160"/>
                </a:lnTo>
                <a:lnTo>
                  <a:pt x="2178654" y="2033124"/>
                </a:lnTo>
                <a:lnTo>
                  <a:pt x="2179410" y="2033113"/>
                </a:lnTo>
                <a:lnTo>
                  <a:pt x="2179929" y="2033117"/>
                </a:lnTo>
                <a:lnTo>
                  <a:pt x="2180441" y="2033130"/>
                </a:lnTo>
                <a:lnTo>
                  <a:pt x="2180948" y="2033152"/>
                </a:lnTo>
                <a:lnTo>
                  <a:pt x="2181448" y="2033183"/>
                </a:lnTo>
                <a:lnTo>
                  <a:pt x="2181943" y="2033223"/>
                </a:lnTo>
                <a:lnTo>
                  <a:pt x="2182432" y="2033271"/>
                </a:lnTo>
                <a:lnTo>
                  <a:pt x="2182915" y="2033328"/>
                </a:lnTo>
                <a:lnTo>
                  <a:pt x="2183393" y="2033394"/>
                </a:lnTo>
                <a:lnTo>
                  <a:pt x="2183864" y="2033469"/>
                </a:lnTo>
                <a:lnTo>
                  <a:pt x="2184330" y="2033553"/>
                </a:lnTo>
                <a:lnTo>
                  <a:pt x="2184789" y="2033645"/>
                </a:lnTo>
                <a:lnTo>
                  <a:pt x="2185243" y="2033747"/>
                </a:lnTo>
                <a:lnTo>
                  <a:pt x="2185691" y="2033857"/>
                </a:lnTo>
                <a:lnTo>
                  <a:pt x="2186133" y="2033976"/>
                </a:lnTo>
                <a:lnTo>
                  <a:pt x="2186569" y="2034103"/>
                </a:lnTo>
                <a:lnTo>
                  <a:pt x="2186999" y="2034240"/>
                </a:lnTo>
                <a:lnTo>
                  <a:pt x="2187424" y="2034385"/>
                </a:lnTo>
                <a:lnTo>
                  <a:pt x="2187842" y="2034539"/>
                </a:lnTo>
                <a:lnTo>
                  <a:pt x="2188255" y="2034702"/>
                </a:lnTo>
                <a:lnTo>
                  <a:pt x="2188662" y="2034874"/>
                </a:lnTo>
                <a:lnTo>
                  <a:pt x="2189063" y="2035054"/>
                </a:lnTo>
                <a:lnTo>
                  <a:pt x="2189458" y="2035243"/>
                </a:lnTo>
                <a:lnTo>
                  <a:pt x="2189847" y="2035442"/>
                </a:lnTo>
                <a:lnTo>
                  <a:pt x="2190230" y="2035648"/>
                </a:lnTo>
                <a:lnTo>
                  <a:pt x="2190621" y="2035851"/>
                </a:lnTo>
                <a:lnTo>
                  <a:pt x="2191005" y="2036063"/>
                </a:lnTo>
                <a:lnTo>
                  <a:pt x="2191382" y="2036285"/>
                </a:lnTo>
                <a:lnTo>
                  <a:pt x="2191752" y="2036517"/>
                </a:lnTo>
                <a:lnTo>
                  <a:pt x="2192115" y="2036759"/>
                </a:lnTo>
                <a:lnTo>
                  <a:pt x="2192471" y="2037012"/>
                </a:lnTo>
                <a:lnTo>
                  <a:pt x="2192819" y="2037274"/>
                </a:lnTo>
                <a:lnTo>
                  <a:pt x="2193161" y="2037546"/>
                </a:lnTo>
                <a:lnTo>
                  <a:pt x="2193496" y="2037828"/>
                </a:lnTo>
                <a:lnTo>
                  <a:pt x="2193823" y="2038120"/>
                </a:lnTo>
                <a:lnTo>
                  <a:pt x="2194144" y="2038422"/>
                </a:lnTo>
                <a:lnTo>
                  <a:pt x="2194457" y="2038734"/>
                </a:lnTo>
                <a:lnTo>
                  <a:pt x="2194764" y="2039056"/>
                </a:lnTo>
                <a:lnTo>
                  <a:pt x="2195063" y="2039388"/>
                </a:lnTo>
                <a:lnTo>
                  <a:pt x="2195355" y="2039730"/>
                </a:lnTo>
                <a:lnTo>
                  <a:pt x="2195641" y="2040082"/>
                </a:lnTo>
                <a:lnTo>
                  <a:pt x="2195919" y="2040444"/>
                </a:lnTo>
                <a:lnTo>
                  <a:pt x="2196190" y="2040816"/>
                </a:lnTo>
                <a:lnTo>
                  <a:pt x="2196454" y="2041197"/>
                </a:lnTo>
                <a:lnTo>
                  <a:pt x="2196711" y="2041589"/>
                </a:lnTo>
                <a:lnTo>
                  <a:pt x="2196961" y="2041991"/>
                </a:lnTo>
                <a:lnTo>
                  <a:pt x="2197205" y="2042403"/>
                </a:lnTo>
                <a:lnTo>
                  <a:pt x="2197441" y="2042825"/>
                </a:lnTo>
                <a:lnTo>
                  <a:pt x="2197669" y="2043257"/>
                </a:lnTo>
                <a:lnTo>
                  <a:pt x="2197890" y="2043685"/>
                </a:lnTo>
                <a:lnTo>
                  <a:pt x="2198102" y="2044124"/>
                </a:lnTo>
                <a:lnTo>
                  <a:pt x="2198303" y="2044575"/>
                </a:lnTo>
                <a:lnTo>
                  <a:pt x="2198496" y="2045036"/>
                </a:lnTo>
                <a:lnTo>
                  <a:pt x="2198679" y="2045509"/>
                </a:lnTo>
                <a:lnTo>
                  <a:pt x="2198853" y="2045993"/>
                </a:lnTo>
                <a:lnTo>
                  <a:pt x="2199017" y="2046488"/>
                </a:lnTo>
                <a:lnTo>
                  <a:pt x="2199172" y="2046995"/>
                </a:lnTo>
                <a:lnTo>
                  <a:pt x="2199318" y="2047512"/>
                </a:lnTo>
                <a:lnTo>
                  <a:pt x="2199454" y="2048041"/>
                </a:lnTo>
                <a:lnTo>
                  <a:pt x="2199581" y="2048581"/>
                </a:lnTo>
                <a:lnTo>
                  <a:pt x="2199698" y="2049132"/>
                </a:lnTo>
                <a:lnTo>
                  <a:pt x="2199806" y="2049694"/>
                </a:lnTo>
                <a:lnTo>
                  <a:pt x="2199905" y="2050267"/>
                </a:lnTo>
                <a:lnTo>
                  <a:pt x="2199994" y="2050851"/>
                </a:lnTo>
                <a:lnTo>
                  <a:pt x="2200074" y="2051447"/>
                </a:lnTo>
                <a:lnTo>
                  <a:pt x="2200144" y="2052054"/>
                </a:lnTo>
                <a:lnTo>
                  <a:pt x="2200205" y="2052672"/>
                </a:lnTo>
                <a:lnTo>
                  <a:pt x="2200257" y="2053301"/>
                </a:lnTo>
                <a:lnTo>
                  <a:pt x="2200299" y="2053941"/>
                </a:lnTo>
                <a:lnTo>
                  <a:pt x="2200332" y="2054592"/>
                </a:lnTo>
                <a:lnTo>
                  <a:pt x="2200356" y="2055254"/>
                </a:lnTo>
                <a:lnTo>
                  <a:pt x="2200370" y="2055928"/>
                </a:lnTo>
                <a:lnTo>
                  <a:pt x="2200375" y="2056613"/>
                </a:lnTo>
                <a:lnTo>
                  <a:pt x="2215591" y="2056613"/>
                </a:lnTo>
                <a:lnTo>
                  <a:pt x="2215583" y="2055689"/>
                </a:lnTo>
                <a:lnTo>
                  <a:pt x="2215559" y="2054777"/>
                </a:lnTo>
                <a:lnTo>
                  <a:pt x="2215519" y="2053876"/>
                </a:lnTo>
                <a:lnTo>
                  <a:pt x="2215464" y="2052987"/>
                </a:lnTo>
                <a:lnTo>
                  <a:pt x="2215393" y="2052110"/>
                </a:lnTo>
                <a:lnTo>
                  <a:pt x="2215305" y="2051245"/>
                </a:lnTo>
                <a:lnTo>
                  <a:pt x="2215202" y="2050391"/>
                </a:lnTo>
                <a:lnTo>
                  <a:pt x="2215084" y="2049550"/>
                </a:lnTo>
                <a:lnTo>
                  <a:pt x="2214949" y="2048720"/>
                </a:lnTo>
                <a:lnTo>
                  <a:pt x="2214798" y="2047901"/>
                </a:lnTo>
                <a:lnTo>
                  <a:pt x="2214632" y="2047095"/>
                </a:lnTo>
                <a:lnTo>
                  <a:pt x="2214450" y="2046300"/>
                </a:lnTo>
                <a:lnTo>
                  <a:pt x="2214251" y="2045517"/>
                </a:lnTo>
                <a:lnTo>
                  <a:pt x="2214037" y="2044745"/>
                </a:lnTo>
                <a:lnTo>
                  <a:pt x="2213808" y="2043986"/>
                </a:lnTo>
                <a:lnTo>
                  <a:pt x="2213562" y="2043238"/>
                </a:lnTo>
                <a:lnTo>
                  <a:pt x="2213300" y="2042502"/>
                </a:lnTo>
                <a:lnTo>
                  <a:pt x="2213023" y="2041777"/>
                </a:lnTo>
                <a:lnTo>
                  <a:pt x="2212730" y="2041065"/>
                </a:lnTo>
                <a:lnTo>
                  <a:pt x="2212421" y="2040364"/>
                </a:lnTo>
                <a:lnTo>
                  <a:pt x="2212096" y="2039675"/>
                </a:lnTo>
                <a:lnTo>
                  <a:pt x="2211755" y="2038997"/>
                </a:lnTo>
                <a:lnTo>
                  <a:pt x="2211398" y="2038331"/>
                </a:lnTo>
                <a:lnTo>
                  <a:pt x="2211026" y="2037677"/>
                </a:lnTo>
                <a:lnTo>
                  <a:pt x="2210640" y="2037022"/>
                </a:lnTo>
                <a:lnTo>
                  <a:pt x="2210242" y="2036379"/>
                </a:lnTo>
                <a:lnTo>
                  <a:pt x="2209832" y="2035749"/>
                </a:lnTo>
                <a:lnTo>
                  <a:pt x="2209410" y="2035132"/>
                </a:lnTo>
                <a:lnTo>
                  <a:pt x="2208977" y="2034528"/>
                </a:lnTo>
                <a:lnTo>
                  <a:pt x="2208532" y="2033937"/>
                </a:lnTo>
                <a:lnTo>
                  <a:pt x="2208075" y="2033359"/>
                </a:lnTo>
                <a:lnTo>
                  <a:pt x="2207607" y="2032793"/>
                </a:lnTo>
                <a:lnTo>
                  <a:pt x="2207127" y="2032241"/>
                </a:lnTo>
                <a:lnTo>
                  <a:pt x="2206635" y="2031701"/>
                </a:lnTo>
                <a:lnTo>
                  <a:pt x="2206131" y="2031175"/>
                </a:lnTo>
                <a:lnTo>
                  <a:pt x="2205616" y="2030661"/>
                </a:lnTo>
                <a:lnTo>
                  <a:pt x="2205088" y="2030160"/>
                </a:lnTo>
                <a:lnTo>
                  <a:pt x="2204550" y="2029673"/>
                </a:lnTo>
                <a:lnTo>
                  <a:pt x="2203999" y="2029198"/>
                </a:lnTo>
                <a:lnTo>
                  <a:pt x="2203437" y="2028736"/>
                </a:lnTo>
                <a:lnTo>
                  <a:pt x="2202862" y="2028287"/>
                </a:lnTo>
                <a:lnTo>
                  <a:pt x="2202277" y="2027850"/>
                </a:lnTo>
                <a:lnTo>
                  <a:pt x="2201679" y="2027427"/>
                </a:lnTo>
                <a:lnTo>
                  <a:pt x="2201070" y="2027017"/>
                </a:lnTo>
                <a:lnTo>
                  <a:pt x="2200449" y="2026619"/>
                </a:lnTo>
                <a:lnTo>
                  <a:pt x="2199816" y="2026235"/>
                </a:lnTo>
                <a:lnTo>
                  <a:pt x="2199171" y="2025863"/>
                </a:lnTo>
                <a:lnTo>
                  <a:pt x="2198515" y="2025505"/>
                </a:lnTo>
                <a:lnTo>
                  <a:pt x="2197848" y="2025146"/>
                </a:lnTo>
                <a:lnTo>
                  <a:pt x="2197173" y="2024802"/>
                </a:lnTo>
                <a:lnTo>
                  <a:pt x="2196489" y="2024474"/>
                </a:lnTo>
                <a:lnTo>
                  <a:pt x="2195796" y="2024161"/>
                </a:lnTo>
                <a:lnTo>
                  <a:pt x="2195094" y="2023864"/>
                </a:lnTo>
                <a:lnTo>
                  <a:pt x="2194383" y="2023581"/>
                </a:lnTo>
                <a:lnTo>
                  <a:pt x="2193664" y="2023314"/>
                </a:lnTo>
                <a:lnTo>
                  <a:pt x="2192936" y="2023063"/>
                </a:lnTo>
                <a:lnTo>
                  <a:pt x="2192199" y="2022826"/>
                </a:lnTo>
                <a:lnTo>
                  <a:pt x="2191453" y="2022605"/>
                </a:lnTo>
                <a:lnTo>
                  <a:pt x="2190698" y="2022399"/>
                </a:lnTo>
                <a:lnTo>
                  <a:pt x="2189935" y="2022208"/>
                </a:lnTo>
                <a:lnTo>
                  <a:pt x="2189162" y="2022032"/>
                </a:lnTo>
                <a:lnTo>
                  <a:pt x="2188381" y="2021872"/>
                </a:lnTo>
                <a:lnTo>
                  <a:pt x="2187592" y="2021727"/>
                </a:lnTo>
                <a:lnTo>
                  <a:pt x="2186793" y="2021597"/>
                </a:lnTo>
                <a:lnTo>
                  <a:pt x="2185985" y="2021483"/>
                </a:lnTo>
                <a:lnTo>
                  <a:pt x="2185169" y="2021384"/>
                </a:lnTo>
                <a:lnTo>
                  <a:pt x="2184344" y="2021300"/>
                </a:lnTo>
                <a:lnTo>
                  <a:pt x="2183510" y="2021231"/>
                </a:lnTo>
                <a:lnTo>
                  <a:pt x="2182667" y="2021178"/>
                </a:lnTo>
                <a:lnTo>
                  <a:pt x="2181816" y="2021139"/>
                </a:lnTo>
                <a:lnTo>
                  <a:pt x="2180956" y="2021117"/>
                </a:lnTo>
                <a:lnTo>
                  <a:pt x="2180086" y="2021109"/>
                </a:lnTo>
                <a:lnTo>
                  <a:pt x="2178058" y="2021109"/>
                </a:lnTo>
                <a:lnTo>
                  <a:pt x="2177370" y="2021114"/>
                </a:lnTo>
                <a:lnTo>
                  <a:pt x="2176686" y="2021130"/>
                </a:lnTo>
                <a:lnTo>
                  <a:pt x="2176008" y="2021156"/>
                </a:lnTo>
                <a:lnTo>
                  <a:pt x="2175334" y="2021193"/>
                </a:lnTo>
                <a:lnTo>
                  <a:pt x="2174665" y="2021241"/>
                </a:lnTo>
                <a:lnTo>
                  <a:pt x="2174000" y="2021299"/>
                </a:lnTo>
                <a:lnTo>
                  <a:pt x="2173340" y="2021368"/>
                </a:lnTo>
                <a:lnTo>
                  <a:pt x="2172685" y="2021447"/>
                </a:lnTo>
                <a:lnTo>
                  <a:pt x="2172035" y="2021537"/>
                </a:lnTo>
                <a:lnTo>
                  <a:pt x="2171389" y="2021637"/>
                </a:lnTo>
                <a:lnTo>
                  <a:pt x="2170748" y="2021748"/>
                </a:lnTo>
                <a:lnTo>
                  <a:pt x="2170111" y="2021870"/>
                </a:lnTo>
                <a:lnTo>
                  <a:pt x="2169480" y="2022002"/>
                </a:lnTo>
                <a:lnTo>
                  <a:pt x="2168853" y="2022144"/>
                </a:lnTo>
                <a:lnTo>
                  <a:pt x="2168231" y="2022298"/>
                </a:lnTo>
                <a:lnTo>
                  <a:pt x="2167613" y="2022461"/>
                </a:lnTo>
                <a:lnTo>
                  <a:pt x="2167000" y="2022636"/>
                </a:lnTo>
                <a:lnTo>
                  <a:pt x="2166392" y="2022821"/>
                </a:lnTo>
                <a:lnTo>
                  <a:pt x="2165789" y="2023016"/>
                </a:lnTo>
                <a:lnTo>
                  <a:pt x="2165190" y="2023222"/>
                </a:lnTo>
                <a:lnTo>
                  <a:pt x="2164596" y="2023439"/>
                </a:lnTo>
                <a:lnTo>
                  <a:pt x="2164006" y="2023666"/>
                </a:lnTo>
                <a:lnTo>
                  <a:pt x="2163422" y="2023904"/>
                </a:lnTo>
                <a:lnTo>
                  <a:pt x="2162842" y="2024152"/>
                </a:lnTo>
                <a:lnTo>
                  <a:pt x="2162267" y="2024396"/>
                </a:lnTo>
                <a:lnTo>
                  <a:pt x="2161698" y="2024651"/>
                </a:lnTo>
                <a:lnTo>
                  <a:pt x="2161135" y="2024915"/>
                </a:lnTo>
                <a:lnTo>
                  <a:pt x="2160578" y="2025190"/>
                </a:lnTo>
                <a:lnTo>
                  <a:pt x="2160027" y="2025474"/>
                </a:lnTo>
                <a:lnTo>
                  <a:pt x="2159481" y="2025769"/>
                </a:lnTo>
                <a:lnTo>
                  <a:pt x="2158942" y="2026073"/>
                </a:lnTo>
                <a:lnTo>
                  <a:pt x="2158408" y="2026387"/>
                </a:lnTo>
                <a:lnTo>
                  <a:pt x="2157881" y="2026712"/>
                </a:lnTo>
                <a:lnTo>
                  <a:pt x="2157359" y="2027046"/>
                </a:lnTo>
                <a:lnTo>
                  <a:pt x="2156843" y="2027390"/>
                </a:lnTo>
                <a:lnTo>
                  <a:pt x="2156333" y="2027745"/>
                </a:lnTo>
                <a:lnTo>
                  <a:pt x="2155828" y="2028109"/>
                </a:lnTo>
                <a:lnTo>
                  <a:pt x="2155330" y="2028483"/>
                </a:lnTo>
                <a:lnTo>
                  <a:pt x="2154837" y="2028867"/>
                </a:lnTo>
                <a:lnTo>
                  <a:pt x="2154351" y="2029261"/>
                </a:lnTo>
                <a:lnTo>
                  <a:pt x="2153870" y="2029666"/>
                </a:lnTo>
                <a:lnTo>
                  <a:pt x="2153395" y="2030080"/>
                </a:lnTo>
                <a:lnTo>
                  <a:pt x="2152926" y="2030504"/>
                </a:lnTo>
                <a:lnTo>
                  <a:pt x="2152463" y="2030938"/>
                </a:lnTo>
                <a:lnTo>
                  <a:pt x="2152005" y="2031382"/>
                </a:lnTo>
                <a:lnTo>
                  <a:pt x="2151554" y="2031836"/>
                </a:lnTo>
                <a:lnTo>
                  <a:pt x="2151108" y="2032300"/>
                </a:lnTo>
                <a:lnTo>
                  <a:pt x="2150669" y="2032774"/>
                </a:lnTo>
                <a:lnTo>
                  <a:pt x="2150250" y="2033243"/>
                </a:lnTo>
                <a:lnTo>
                  <a:pt x="2149839" y="2033721"/>
                </a:lnTo>
                <a:lnTo>
                  <a:pt x="2149435" y="2034206"/>
                </a:lnTo>
                <a:lnTo>
                  <a:pt x="2149039" y="2034700"/>
                </a:lnTo>
                <a:lnTo>
                  <a:pt x="2148651" y="2035202"/>
                </a:lnTo>
                <a:lnTo>
                  <a:pt x="2148270" y="2035712"/>
                </a:lnTo>
                <a:lnTo>
                  <a:pt x="2147897" y="2036230"/>
                </a:lnTo>
                <a:lnTo>
                  <a:pt x="2147532" y="2036757"/>
                </a:lnTo>
                <a:lnTo>
                  <a:pt x="2147174" y="2037292"/>
                </a:lnTo>
                <a:lnTo>
                  <a:pt x="2146824" y="2037835"/>
                </a:lnTo>
                <a:lnTo>
                  <a:pt x="2146481" y="2038386"/>
                </a:lnTo>
                <a:lnTo>
                  <a:pt x="2146146" y="2038945"/>
                </a:lnTo>
                <a:lnTo>
                  <a:pt x="2145819" y="2039513"/>
                </a:lnTo>
                <a:lnTo>
                  <a:pt x="2145500" y="2040089"/>
                </a:lnTo>
                <a:lnTo>
                  <a:pt x="2145188" y="2040673"/>
                </a:lnTo>
                <a:lnTo>
                  <a:pt x="2144883" y="2041265"/>
                </a:lnTo>
                <a:lnTo>
                  <a:pt x="2144586" y="2041866"/>
                </a:lnTo>
                <a:lnTo>
                  <a:pt x="2144297" y="2042475"/>
                </a:lnTo>
                <a:lnTo>
                  <a:pt x="2144016" y="2043092"/>
                </a:lnTo>
                <a:lnTo>
                  <a:pt x="2143742" y="2043717"/>
                </a:lnTo>
                <a:lnTo>
                  <a:pt x="2143476" y="2044350"/>
                </a:lnTo>
                <a:lnTo>
                  <a:pt x="2143217" y="2044992"/>
                </a:lnTo>
                <a:lnTo>
                  <a:pt x="2142966" y="2045642"/>
                </a:lnTo>
                <a:lnTo>
                  <a:pt x="2142723" y="2046300"/>
                </a:lnTo>
                <a:lnTo>
                  <a:pt x="2142488" y="2046951"/>
                </a:lnTo>
                <a:lnTo>
                  <a:pt x="2142264" y="2047610"/>
                </a:lnTo>
                <a:lnTo>
                  <a:pt x="2142049" y="2048276"/>
                </a:lnTo>
                <a:lnTo>
                  <a:pt x="2141845" y="2048949"/>
                </a:lnTo>
                <a:lnTo>
                  <a:pt x="2141650" y="2049628"/>
                </a:lnTo>
                <a:lnTo>
                  <a:pt x="2141465" y="2050315"/>
                </a:lnTo>
                <a:lnTo>
                  <a:pt x="2141291" y="2051009"/>
                </a:lnTo>
                <a:lnTo>
                  <a:pt x="2141126" y="2051710"/>
                </a:lnTo>
                <a:lnTo>
                  <a:pt x="2140971" y="2052418"/>
                </a:lnTo>
                <a:lnTo>
                  <a:pt x="2140827" y="2053133"/>
                </a:lnTo>
                <a:lnTo>
                  <a:pt x="2140692" y="2053855"/>
                </a:lnTo>
                <a:lnTo>
                  <a:pt x="2140567" y="2054584"/>
                </a:lnTo>
                <a:lnTo>
                  <a:pt x="2140452" y="2055320"/>
                </a:lnTo>
                <a:lnTo>
                  <a:pt x="2140347" y="2056063"/>
                </a:lnTo>
                <a:lnTo>
                  <a:pt x="2140253" y="2056814"/>
                </a:lnTo>
                <a:lnTo>
                  <a:pt x="2140168" y="2057571"/>
                </a:lnTo>
                <a:lnTo>
                  <a:pt x="2140093" y="2058335"/>
                </a:lnTo>
                <a:lnTo>
                  <a:pt x="2140028" y="2059107"/>
                </a:lnTo>
                <a:lnTo>
                  <a:pt x="2139973" y="2059885"/>
                </a:lnTo>
                <a:lnTo>
                  <a:pt x="2139928" y="2060670"/>
                </a:lnTo>
                <a:lnTo>
                  <a:pt x="2139893" y="2061463"/>
                </a:lnTo>
                <a:lnTo>
                  <a:pt x="2139868" y="2062262"/>
                </a:lnTo>
                <a:lnTo>
                  <a:pt x="2139853" y="2063069"/>
                </a:lnTo>
                <a:lnTo>
                  <a:pt x="2139848" y="2063883"/>
                </a:lnTo>
                <a:lnTo>
                  <a:pt x="2139848" y="2067940"/>
                </a:lnTo>
                <a:lnTo>
                  <a:pt x="2139853" y="2068754"/>
                </a:lnTo>
                <a:lnTo>
                  <a:pt x="2139868" y="2069562"/>
                </a:lnTo>
                <a:lnTo>
                  <a:pt x="2139893" y="2070363"/>
                </a:lnTo>
                <a:lnTo>
                  <a:pt x="2139928" y="2071157"/>
                </a:lnTo>
                <a:lnTo>
                  <a:pt x="2139973" y="2071945"/>
                </a:lnTo>
                <a:lnTo>
                  <a:pt x="2140028" y="2072727"/>
                </a:lnTo>
                <a:lnTo>
                  <a:pt x="2140093" y="2073502"/>
                </a:lnTo>
                <a:lnTo>
                  <a:pt x="2140168" y="2074271"/>
                </a:lnTo>
                <a:lnTo>
                  <a:pt x="2140253" y="2075033"/>
                </a:lnTo>
                <a:lnTo>
                  <a:pt x="2140347" y="2075789"/>
                </a:lnTo>
                <a:lnTo>
                  <a:pt x="2140452" y="2076538"/>
                </a:lnTo>
                <a:lnTo>
                  <a:pt x="2140567" y="2077281"/>
                </a:lnTo>
                <a:lnTo>
                  <a:pt x="2140692" y="2078018"/>
                </a:lnTo>
                <a:lnTo>
                  <a:pt x="2140827" y="2078748"/>
                </a:lnTo>
                <a:lnTo>
                  <a:pt x="2140971" y="2079471"/>
                </a:lnTo>
                <a:lnTo>
                  <a:pt x="2141126" y="2080188"/>
                </a:lnTo>
                <a:lnTo>
                  <a:pt x="2141291" y="2080899"/>
                </a:lnTo>
                <a:lnTo>
                  <a:pt x="2141465" y="2081603"/>
                </a:lnTo>
                <a:lnTo>
                  <a:pt x="2141650" y="2082301"/>
                </a:lnTo>
                <a:lnTo>
                  <a:pt x="2141845" y="2082992"/>
                </a:lnTo>
                <a:lnTo>
                  <a:pt x="2142049" y="2083677"/>
                </a:lnTo>
                <a:lnTo>
                  <a:pt x="2142264" y="2084355"/>
                </a:lnTo>
                <a:lnTo>
                  <a:pt x="2142488" y="2085027"/>
                </a:lnTo>
                <a:lnTo>
                  <a:pt x="2142723" y="2085692"/>
                </a:lnTo>
                <a:lnTo>
                  <a:pt x="2142966" y="2086337"/>
                </a:lnTo>
                <a:lnTo>
                  <a:pt x="2143217" y="2086975"/>
                </a:lnTo>
                <a:lnTo>
                  <a:pt x="2143476" y="2087605"/>
                </a:lnTo>
                <a:lnTo>
                  <a:pt x="2143742" y="2088228"/>
                </a:lnTo>
                <a:lnTo>
                  <a:pt x="2144016" y="2088845"/>
                </a:lnTo>
                <a:lnTo>
                  <a:pt x="2144297" y="2089454"/>
                </a:lnTo>
                <a:lnTo>
                  <a:pt x="2144586" y="2090057"/>
                </a:lnTo>
                <a:lnTo>
                  <a:pt x="2144883" y="2090652"/>
                </a:lnTo>
                <a:lnTo>
                  <a:pt x="2145188" y="2091240"/>
                </a:lnTo>
                <a:lnTo>
                  <a:pt x="2145500" y="2091821"/>
                </a:lnTo>
                <a:lnTo>
                  <a:pt x="2145819" y="2092395"/>
                </a:lnTo>
                <a:lnTo>
                  <a:pt x="2146146" y="2092962"/>
                </a:lnTo>
                <a:lnTo>
                  <a:pt x="2146481" y="2093522"/>
                </a:lnTo>
                <a:lnTo>
                  <a:pt x="2146824" y="2094075"/>
                </a:lnTo>
                <a:lnTo>
                  <a:pt x="2147174" y="2094621"/>
                </a:lnTo>
                <a:lnTo>
                  <a:pt x="2147532" y="2095160"/>
                </a:lnTo>
                <a:lnTo>
                  <a:pt x="2147897" y="2095692"/>
                </a:lnTo>
                <a:lnTo>
                  <a:pt x="2148270" y="2096217"/>
                </a:lnTo>
                <a:lnTo>
                  <a:pt x="2148651" y="2096735"/>
                </a:lnTo>
                <a:lnTo>
                  <a:pt x="2149039" y="2097245"/>
                </a:lnTo>
                <a:lnTo>
                  <a:pt x="2149435" y="2097749"/>
                </a:lnTo>
                <a:lnTo>
                  <a:pt x="2149839" y="2098246"/>
                </a:lnTo>
                <a:lnTo>
                  <a:pt x="2150250" y="2098735"/>
                </a:lnTo>
                <a:lnTo>
                  <a:pt x="2150669" y="2099218"/>
                </a:lnTo>
                <a:lnTo>
                  <a:pt x="2151108" y="2099678"/>
                </a:lnTo>
                <a:lnTo>
                  <a:pt x="2151554" y="2100130"/>
                </a:lnTo>
                <a:lnTo>
                  <a:pt x="2152005" y="2100573"/>
                </a:lnTo>
                <a:lnTo>
                  <a:pt x="2152463" y="2101007"/>
                </a:lnTo>
                <a:lnTo>
                  <a:pt x="2152926" y="2101432"/>
                </a:lnTo>
                <a:lnTo>
                  <a:pt x="2153395" y="2101849"/>
                </a:lnTo>
                <a:lnTo>
                  <a:pt x="2153870" y="2102257"/>
                </a:lnTo>
                <a:lnTo>
                  <a:pt x="2154351" y="2102655"/>
                </a:lnTo>
                <a:lnTo>
                  <a:pt x="2154837" y="2103046"/>
                </a:lnTo>
                <a:lnTo>
                  <a:pt x="2155330" y="2103427"/>
                </a:lnTo>
                <a:lnTo>
                  <a:pt x="2155828" y="2103799"/>
                </a:lnTo>
                <a:lnTo>
                  <a:pt x="2156333" y="2104163"/>
                </a:lnTo>
                <a:lnTo>
                  <a:pt x="2156843" y="2104518"/>
                </a:lnTo>
                <a:lnTo>
                  <a:pt x="2157359" y="2104864"/>
                </a:lnTo>
                <a:lnTo>
                  <a:pt x="2157881" y="2105201"/>
                </a:lnTo>
                <a:lnTo>
                  <a:pt x="2158408" y="2105530"/>
                </a:lnTo>
                <a:lnTo>
                  <a:pt x="2158942" y="2105849"/>
                </a:lnTo>
                <a:lnTo>
                  <a:pt x="2159481" y="2106160"/>
                </a:lnTo>
                <a:lnTo>
                  <a:pt x="2160027" y="2106462"/>
                </a:lnTo>
                <a:lnTo>
                  <a:pt x="2160578" y="2106755"/>
                </a:lnTo>
                <a:lnTo>
                  <a:pt x="2161135" y="2107040"/>
                </a:lnTo>
                <a:lnTo>
                  <a:pt x="2161698" y="2107315"/>
                </a:lnTo>
                <a:lnTo>
                  <a:pt x="2162267" y="2107582"/>
                </a:lnTo>
                <a:lnTo>
                  <a:pt x="2162842" y="2107840"/>
                </a:lnTo>
                <a:lnTo>
                  <a:pt x="2163435" y="2108088"/>
                </a:lnTo>
                <a:lnTo>
                  <a:pt x="2164031" y="2108326"/>
                </a:lnTo>
                <a:lnTo>
                  <a:pt x="2164630" y="2108553"/>
                </a:lnTo>
                <a:lnTo>
                  <a:pt x="2165232" y="2108770"/>
                </a:lnTo>
                <a:lnTo>
                  <a:pt x="2165837" y="2108976"/>
                </a:lnTo>
                <a:lnTo>
                  <a:pt x="2166445" y="2109172"/>
                </a:lnTo>
                <a:lnTo>
                  <a:pt x="2167056" y="2109356"/>
                </a:lnTo>
                <a:lnTo>
                  <a:pt x="2167670" y="2109531"/>
                </a:lnTo>
                <a:lnTo>
                  <a:pt x="2168286" y="2109695"/>
                </a:lnTo>
                <a:lnTo>
                  <a:pt x="2168906" y="2109848"/>
                </a:lnTo>
                <a:lnTo>
                  <a:pt x="2169528" y="2109990"/>
                </a:lnTo>
                <a:lnTo>
                  <a:pt x="2170154" y="2110123"/>
                </a:lnTo>
                <a:lnTo>
                  <a:pt x="2170782" y="2110244"/>
                </a:lnTo>
                <a:lnTo>
                  <a:pt x="2171414" y="2110355"/>
                </a:lnTo>
                <a:lnTo>
                  <a:pt x="2172048" y="2110455"/>
                </a:lnTo>
                <a:lnTo>
                  <a:pt x="2172685" y="2110545"/>
                </a:lnTo>
                <a:lnTo>
                  <a:pt x="2173325" y="2110625"/>
                </a:lnTo>
                <a:lnTo>
                  <a:pt x="2173969" y="2110693"/>
                </a:lnTo>
                <a:lnTo>
                  <a:pt x="2174615" y="2110751"/>
                </a:lnTo>
                <a:lnTo>
                  <a:pt x="2175264" y="2110799"/>
                </a:lnTo>
                <a:lnTo>
                  <a:pt x="2175915" y="2110836"/>
                </a:lnTo>
                <a:lnTo>
                  <a:pt x="2176570" y="2110862"/>
                </a:lnTo>
                <a:lnTo>
                  <a:pt x="2177228" y="2110878"/>
                </a:lnTo>
                <a:lnTo>
                  <a:pt x="2177889" y="2110883"/>
                </a:lnTo>
                <a:lnTo>
                  <a:pt x="2179918" y="2110883"/>
                </a:lnTo>
                <a:lnTo>
                  <a:pt x="2180773" y="2110876"/>
                </a:lnTo>
                <a:lnTo>
                  <a:pt x="2181620" y="2110855"/>
                </a:lnTo>
                <a:lnTo>
                  <a:pt x="2182459" y="2110820"/>
                </a:lnTo>
                <a:lnTo>
                  <a:pt x="2183290" y="2110771"/>
                </a:lnTo>
                <a:lnTo>
                  <a:pt x="2184112" y="2110707"/>
                </a:lnTo>
                <a:lnTo>
                  <a:pt x="2184926" y="2110630"/>
                </a:lnTo>
                <a:lnTo>
                  <a:pt x="2185732" y="2110538"/>
                </a:lnTo>
                <a:close/>
                <a:moveTo>
                  <a:pt x="1872263" y="2110696"/>
                </a:moveTo>
                <a:lnTo>
                  <a:pt x="1872773" y="2110646"/>
                </a:lnTo>
                <a:lnTo>
                  <a:pt x="1873278" y="2110590"/>
                </a:lnTo>
                <a:lnTo>
                  <a:pt x="1873778" y="2110528"/>
                </a:lnTo>
                <a:lnTo>
                  <a:pt x="1874273" y="2110461"/>
                </a:lnTo>
                <a:lnTo>
                  <a:pt x="1874764" y="2110387"/>
                </a:lnTo>
                <a:lnTo>
                  <a:pt x="1875250" y="2110308"/>
                </a:lnTo>
                <a:lnTo>
                  <a:pt x="1875731" y="2110223"/>
                </a:lnTo>
                <a:lnTo>
                  <a:pt x="1876208" y="2110132"/>
                </a:lnTo>
                <a:lnTo>
                  <a:pt x="1876680" y="2110035"/>
                </a:lnTo>
                <a:lnTo>
                  <a:pt x="1877147" y="2109932"/>
                </a:lnTo>
                <a:lnTo>
                  <a:pt x="1877610" y="2109824"/>
                </a:lnTo>
                <a:lnTo>
                  <a:pt x="1878068" y="2109709"/>
                </a:lnTo>
                <a:lnTo>
                  <a:pt x="1878521" y="2109589"/>
                </a:lnTo>
                <a:lnTo>
                  <a:pt x="1878969" y="2109463"/>
                </a:lnTo>
                <a:lnTo>
                  <a:pt x="1879413" y="2109331"/>
                </a:lnTo>
                <a:lnTo>
                  <a:pt x="1879852" y="2109193"/>
                </a:lnTo>
                <a:lnTo>
                  <a:pt x="1880287" y="2109063"/>
                </a:lnTo>
                <a:lnTo>
                  <a:pt x="1880717" y="2108929"/>
                </a:lnTo>
                <a:lnTo>
                  <a:pt x="1881142" y="2108789"/>
                </a:lnTo>
                <a:lnTo>
                  <a:pt x="1881562" y="2108643"/>
                </a:lnTo>
                <a:lnTo>
                  <a:pt x="1881977" y="2108493"/>
                </a:lnTo>
                <a:lnTo>
                  <a:pt x="1882388" y="2108337"/>
                </a:lnTo>
                <a:lnTo>
                  <a:pt x="1882795" y="2108176"/>
                </a:lnTo>
                <a:lnTo>
                  <a:pt x="1883196" y="2108009"/>
                </a:lnTo>
                <a:lnTo>
                  <a:pt x="1883593" y="2107838"/>
                </a:lnTo>
                <a:lnTo>
                  <a:pt x="1883985" y="2107661"/>
                </a:lnTo>
                <a:lnTo>
                  <a:pt x="1884373" y="2107478"/>
                </a:lnTo>
                <a:lnTo>
                  <a:pt x="1884755" y="2107291"/>
                </a:lnTo>
                <a:lnTo>
                  <a:pt x="1885133" y="2107098"/>
                </a:lnTo>
                <a:lnTo>
                  <a:pt x="1885507" y="2106900"/>
                </a:lnTo>
                <a:lnTo>
                  <a:pt x="1885875" y="2106696"/>
                </a:lnTo>
                <a:lnTo>
                  <a:pt x="1886239" y="2106488"/>
                </a:lnTo>
                <a:lnTo>
                  <a:pt x="1886599" y="2106274"/>
                </a:lnTo>
                <a:lnTo>
                  <a:pt x="1886953" y="2106054"/>
                </a:lnTo>
                <a:lnTo>
                  <a:pt x="1887303" y="2105830"/>
                </a:lnTo>
                <a:lnTo>
                  <a:pt x="1887648" y="2105600"/>
                </a:lnTo>
                <a:lnTo>
                  <a:pt x="1887989" y="2105365"/>
                </a:lnTo>
                <a:lnTo>
                  <a:pt x="1888325" y="2105125"/>
                </a:lnTo>
                <a:lnTo>
                  <a:pt x="1888656" y="2104879"/>
                </a:lnTo>
                <a:lnTo>
                  <a:pt x="1888982" y="2104628"/>
                </a:lnTo>
                <a:lnTo>
                  <a:pt x="1889304" y="2104358"/>
                </a:lnTo>
                <a:lnTo>
                  <a:pt x="1889621" y="2104083"/>
                </a:lnTo>
                <a:lnTo>
                  <a:pt x="1889933" y="2103804"/>
                </a:lnTo>
                <a:lnTo>
                  <a:pt x="1890241" y="2103520"/>
                </a:lnTo>
                <a:lnTo>
                  <a:pt x="1890544" y="2103231"/>
                </a:lnTo>
                <a:lnTo>
                  <a:pt x="1890842" y="2102937"/>
                </a:lnTo>
                <a:lnTo>
                  <a:pt x="1891135" y="2102639"/>
                </a:lnTo>
                <a:lnTo>
                  <a:pt x="1891424" y="2102336"/>
                </a:lnTo>
                <a:lnTo>
                  <a:pt x="1891708" y="2102029"/>
                </a:lnTo>
                <a:lnTo>
                  <a:pt x="1891988" y="2101716"/>
                </a:lnTo>
                <a:lnTo>
                  <a:pt x="1892262" y="2101399"/>
                </a:lnTo>
                <a:lnTo>
                  <a:pt x="1892532" y="2101078"/>
                </a:lnTo>
                <a:lnTo>
                  <a:pt x="1892798" y="2100751"/>
                </a:lnTo>
                <a:lnTo>
                  <a:pt x="1893058" y="2100420"/>
                </a:lnTo>
                <a:lnTo>
                  <a:pt x="1893314" y="2100084"/>
                </a:lnTo>
                <a:lnTo>
                  <a:pt x="1893566" y="2099744"/>
                </a:lnTo>
                <a:lnTo>
                  <a:pt x="1893812" y="2099399"/>
                </a:lnTo>
                <a:lnTo>
                  <a:pt x="1894054" y="2099049"/>
                </a:lnTo>
                <a:lnTo>
                  <a:pt x="1894291" y="2098694"/>
                </a:lnTo>
                <a:lnTo>
                  <a:pt x="1894524" y="2098335"/>
                </a:lnTo>
                <a:lnTo>
                  <a:pt x="1894751" y="2097971"/>
                </a:lnTo>
                <a:lnTo>
                  <a:pt x="1894974" y="2097602"/>
                </a:lnTo>
                <a:lnTo>
                  <a:pt x="1895193" y="2097229"/>
                </a:lnTo>
                <a:lnTo>
                  <a:pt x="1895406" y="2096851"/>
                </a:lnTo>
                <a:lnTo>
                  <a:pt x="1895436" y="2097188"/>
                </a:lnTo>
                <a:lnTo>
                  <a:pt x="1895468" y="2097521"/>
                </a:lnTo>
                <a:lnTo>
                  <a:pt x="1895502" y="2097852"/>
                </a:lnTo>
                <a:lnTo>
                  <a:pt x="1895538" y="2098180"/>
                </a:lnTo>
                <a:lnTo>
                  <a:pt x="1895577" y="2098505"/>
                </a:lnTo>
                <a:lnTo>
                  <a:pt x="1895618" y="2098827"/>
                </a:lnTo>
                <a:lnTo>
                  <a:pt x="1895661" y="2099146"/>
                </a:lnTo>
                <a:lnTo>
                  <a:pt x="1895707" y="2099462"/>
                </a:lnTo>
                <a:lnTo>
                  <a:pt x="1895755" y="2099775"/>
                </a:lnTo>
                <a:lnTo>
                  <a:pt x="1895806" y="2100085"/>
                </a:lnTo>
                <a:lnTo>
                  <a:pt x="1895859" y="2100393"/>
                </a:lnTo>
                <a:lnTo>
                  <a:pt x="1895914" y="2100697"/>
                </a:lnTo>
                <a:lnTo>
                  <a:pt x="1895971" y="2100999"/>
                </a:lnTo>
                <a:lnTo>
                  <a:pt x="1896031" y="2101297"/>
                </a:lnTo>
                <a:lnTo>
                  <a:pt x="1896093" y="2101593"/>
                </a:lnTo>
                <a:lnTo>
                  <a:pt x="1896158" y="2101885"/>
                </a:lnTo>
                <a:lnTo>
                  <a:pt x="1896225" y="2102175"/>
                </a:lnTo>
                <a:lnTo>
                  <a:pt x="1896294" y="2102462"/>
                </a:lnTo>
                <a:lnTo>
                  <a:pt x="1896366" y="2102746"/>
                </a:lnTo>
                <a:lnTo>
                  <a:pt x="1896440" y="2103026"/>
                </a:lnTo>
                <a:lnTo>
                  <a:pt x="1896516" y="2103304"/>
                </a:lnTo>
                <a:lnTo>
                  <a:pt x="1896595" y="2103579"/>
                </a:lnTo>
                <a:lnTo>
                  <a:pt x="1896676" y="2103852"/>
                </a:lnTo>
                <a:lnTo>
                  <a:pt x="1896759" y="2104121"/>
                </a:lnTo>
                <a:lnTo>
                  <a:pt x="1896861" y="2104386"/>
                </a:lnTo>
                <a:lnTo>
                  <a:pt x="1896969" y="2104647"/>
                </a:lnTo>
                <a:lnTo>
                  <a:pt x="1897084" y="2104903"/>
                </a:lnTo>
                <a:lnTo>
                  <a:pt x="1897205" y="2105154"/>
                </a:lnTo>
                <a:lnTo>
                  <a:pt x="1897333" y="2105400"/>
                </a:lnTo>
                <a:lnTo>
                  <a:pt x="1897467" y="2105642"/>
                </a:lnTo>
                <a:lnTo>
                  <a:pt x="1897607" y="2105879"/>
                </a:lnTo>
                <a:lnTo>
                  <a:pt x="1897755" y="2106112"/>
                </a:lnTo>
                <a:lnTo>
                  <a:pt x="1897908" y="2106340"/>
                </a:lnTo>
                <a:lnTo>
                  <a:pt x="1898068" y="2106563"/>
                </a:lnTo>
                <a:lnTo>
                  <a:pt x="1898234" y="2106781"/>
                </a:lnTo>
                <a:lnTo>
                  <a:pt x="1898407" y="2106995"/>
                </a:lnTo>
                <a:lnTo>
                  <a:pt x="1898587" y="2107204"/>
                </a:lnTo>
                <a:lnTo>
                  <a:pt x="1898773" y="2107408"/>
                </a:lnTo>
                <a:lnTo>
                  <a:pt x="1898965" y="2107608"/>
                </a:lnTo>
                <a:lnTo>
                  <a:pt x="1899164" y="2107803"/>
                </a:lnTo>
                <a:lnTo>
                  <a:pt x="1899369" y="2107993"/>
                </a:lnTo>
                <a:lnTo>
                  <a:pt x="1899580" y="2108178"/>
                </a:lnTo>
                <a:lnTo>
                  <a:pt x="1899798" y="2108359"/>
                </a:lnTo>
                <a:lnTo>
                  <a:pt x="1900023" y="2108535"/>
                </a:lnTo>
                <a:lnTo>
                  <a:pt x="1900254" y="2108707"/>
                </a:lnTo>
                <a:lnTo>
                  <a:pt x="1900492" y="2108873"/>
                </a:lnTo>
                <a:lnTo>
                  <a:pt x="1900735" y="2109035"/>
                </a:lnTo>
                <a:lnTo>
                  <a:pt x="1900986" y="2109193"/>
                </a:lnTo>
                <a:lnTo>
                  <a:pt x="1901258" y="2109331"/>
                </a:lnTo>
                <a:lnTo>
                  <a:pt x="1901541" y="2109463"/>
                </a:lnTo>
                <a:lnTo>
                  <a:pt x="1901834" y="2109589"/>
                </a:lnTo>
                <a:lnTo>
                  <a:pt x="1902136" y="2109709"/>
                </a:lnTo>
                <a:lnTo>
                  <a:pt x="1902449" y="2109824"/>
                </a:lnTo>
                <a:lnTo>
                  <a:pt x="1902772" y="2109932"/>
                </a:lnTo>
                <a:lnTo>
                  <a:pt x="1903104" y="2110035"/>
                </a:lnTo>
                <a:lnTo>
                  <a:pt x="1903447" y="2110132"/>
                </a:lnTo>
                <a:lnTo>
                  <a:pt x="1903799" y="2110223"/>
                </a:lnTo>
                <a:lnTo>
                  <a:pt x="1904162" y="2110308"/>
                </a:lnTo>
                <a:lnTo>
                  <a:pt x="1904534" y="2110387"/>
                </a:lnTo>
                <a:lnTo>
                  <a:pt x="1904917" y="2110461"/>
                </a:lnTo>
                <a:lnTo>
                  <a:pt x="1905309" y="2110528"/>
                </a:lnTo>
                <a:lnTo>
                  <a:pt x="1905711" y="2110590"/>
                </a:lnTo>
                <a:lnTo>
                  <a:pt x="1906124" y="2110646"/>
                </a:lnTo>
                <a:lnTo>
                  <a:pt x="1906546" y="2110696"/>
                </a:lnTo>
                <a:lnTo>
                  <a:pt x="1906978" y="2110740"/>
                </a:lnTo>
                <a:lnTo>
                  <a:pt x="1907421" y="2110778"/>
                </a:lnTo>
                <a:lnTo>
                  <a:pt x="1907873" y="2110810"/>
                </a:lnTo>
                <a:lnTo>
                  <a:pt x="1908335" y="2110836"/>
                </a:lnTo>
                <a:lnTo>
                  <a:pt x="1908808" y="2110857"/>
                </a:lnTo>
                <a:lnTo>
                  <a:pt x="1909290" y="2110872"/>
                </a:lnTo>
                <a:lnTo>
                  <a:pt x="1909782" y="2110880"/>
                </a:lnTo>
                <a:lnTo>
                  <a:pt x="1910284" y="2110883"/>
                </a:lnTo>
                <a:lnTo>
                  <a:pt x="1910566" y="2110882"/>
                </a:lnTo>
                <a:lnTo>
                  <a:pt x="1910847" y="2110878"/>
                </a:lnTo>
                <a:lnTo>
                  <a:pt x="1911127" y="2110870"/>
                </a:lnTo>
                <a:lnTo>
                  <a:pt x="1911407" y="2110860"/>
                </a:lnTo>
                <a:lnTo>
                  <a:pt x="1911686" y="2110847"/>
                </a:lnTo>
                <a:lnTo>
                  <a:pt x="1911965" y="2110831"/>
                </a:lnTo>
                <a:lnTo>
                  <a:pt x="1912243" y="2110811"/>
                </a:lnTo>
                <a:lnTo>
                  <a:pt x="1912520" y="2110789"/>
                </a:lnTo>
                <a:lnTo>
                  <a:pt x="1912797" y="2110765"/>
                </a:lnTo>
                <a:lnTo>
                  <a:pt x="1913073" y="2110737"/>
                </a:lnTo>
                <a:lnTo>
                  <a:pt x="1913348" y="2110706"/>
                </a:lnTo>
                <a:lnTo>
                  <a:pt x="1913623" y="2110672"/>
                </a:lnTo>
                <a:lnTo>
                  <a:pt x="1913898" y="2110635"/>
                </a:lnTo>
                <a:lnTo>
                  <a:pt x="1914172" y="2110596"/>
                </a:lnTo>
                <a:lnTo>
                  <a:pt x="1914445" y="2110553"/>
                </a:lnTo>
                <a:lnTo>
                  <a:pt x="1914718" y="2110508"/>
                </a:lnTo>
                <a:lnTo>
                  <a:pt x="1914990" y="2110459"/>
                </a:lnTo>
                <a:lnTo>
                  <a:pt x="1915261" y="2110408"/>
                </a:lnTo>
                <a:lnTo>
                  <a:pt x="1915532" y="2110354"/>
                </a:lnTo>
                <a:lnTo>
                  <a:pt x="1915803" y="2110296"/>
                </a:lnTo>
                <a:lnTo>
                  <a:pt x="1916072" y="2110236"/>
                </a:lnTo>
                <a:lnTo>
                  <a:pt x="1916341" y="2110173"/>
                </a:lnTo>
                <a:lnTo>
                  <a:pt x="1916610" y="2110107"/>
                </a:lnTo>
                <a:lnTo>
                  <a:pt x="1916878" y="2110038"/>
                </a:lnTo>
                <a:lnTo>
                  <a:pt x="1917158" y="2109966"/>
                </a:lnTo>
                <a:lnTo>
                  <a:pt x="1917433" y="2109893"/>
                </a:lnTo>
                <a:lnTo>
                  <a:pt x="1917705" y="2109816"/>
                </a:lnTo>
                <a:lnTo>
                  <a:pt x="1917972" y="2109738"/>
                </a:lnTo>
                <a:lnTo>
                  <a:pt x="1918236" y="2109657"/>
                </a:lnTo>
                <a:lnTo>
                  <a:pt x="1918495" y="2109573"/>
                </a:lnTo>
                <a:lnTo>
                  <a:pt x="1918750" y="2109487"/>
                </a:lnTo>
                <a:lnTo>
                  <a:pt x="1919001" y="2109399"/>
                </a:lnTo>
                <a:lnTo>
                  <a:pt x="1919248" y="2109309"/>
                </a:lnTo>
                <a:lnTo>
                  <a:pt x="1919490" y="2109216"/>
                </a:lnTo>
                <a:lnTo>
                  <a:pt x="1919729" y="2109121"/>
                </a:lnTo>
                <a:lnTo>
                  <a:pt x="1919963" y="2109024"/>
                </a:lnTo>
                <a:lnTo>
                  <a:pt x="1920194" y="2108924"/>
                </a:lnTo>
                <a:lnTo>
                  <a:pt x="1920420" y="2108822"/>
                </a:lnTo>
                <a:lnTo>
                  <a:pt x="1920642" y="2108717"/>
                </a:lnTo>
                <a:lnTo>
                  <a:pt x="1920860" y="2108610"/>
                </a:lnTo>
                <a:lnTo>
                  <a:pt x="1921074" y="2108501"/>
                </a:lnTo>
                <a:lnTo>
                  <a:pt x="1921284" y="2108390"/>
                </a:lnTo>
                <a:lnTo>
                  <a:pt x="1921490" y="2108276"/>
                </a:lnTo>
                <a:lnTo>
                  <a:pt x="1921692" y="2108160"/>
                </a:lnTo>
                <a:lnTo>
                  <a:pt x="1921889" y="2108041"/>
                </a:lnTo>
                <a:lnTo>
                  <a:pt x="1922083" y="2107920"/>
                </a:lnTo>
                <a:lnTo>
                  <a:pt x="1922272" y="2107797"/>
                </a:lnTo>
                <a:lnTo>
                  <a:pt x="1922457" y="2107671"/>
                </a:lnTo>
                <a:lnTo>
                  <a:pt x="1922457" y="2096682"/>
                </a:lnTo>
                <a:lnTo>
                  <a:pt x="1922303" y="2096793"/>
                </a:lnTo>
                <a:lnTo>
                  <a:pt x="1922148" y="2096900"/>
                </a:lnTo>
                <a:lnTo>
                  <a:pt x="1921995" y="2097004"/>
                </a:lnTo>
                <a:lnTo>
                  <a:pt x="1921842" y="2097104"/>
                </a:lnTo>
                <a:lnTo>
                  <a:pt x="1921690" y="2097201"/>
                </a:lnTo>
                <a:lnTo>
                  <a:pt x="1921538" y="2097295"/>
                </a:lnTo>
                <a:lnTo>
                  <a:pt x="1921387" y="2097384"/>
                </a:lnTo>
                <a:lnTo>
                  <a:pt x="1921236" y="2097471"/>
                </a:lnTo>
                <a:lnTo>
                  <a:pt x="1921086" y="2097554"/>
                </a:lnTo>
                <a:lnTo>
                  <a:pt x="1920937" y="2097633"/>
                </a:lnTo>
                <a:lnTo>
                  <a:pt x="1920788" y="2097709"/>
                </a:lnTo>
                <a:lnTo>
                  <a:pt x="1920640" y="2097781"/>
                </a:lnTo>
                <a:lnTo>
                  <a:pt x="1920492" y="2097849"/>
                </a:lnTo>
                <a:lnTo>
                  <a:pt x="1920345" y="2097915"/>
                </a:lnTo>
                <a:lnTo>
                  <a:pt x="1920199" y="2097976"/>
                </a:lnTo>
                <a:lnTo>
                  <a:pt x="1920053" y="2098034"/>
                </a:lnTo>
                <a:lnTo>
                  <a:pt x="1919908" y="2098089"/>
                </a:lnTo>
                <a:lnTo>
                  <a:pt x="1919763" y="2098140"/>
                </a:lnTo>
                <a:lnTo>
                  <a:pt x="1919619" y="2098188"/>
                </a:lnTo>
                <a:lnTo>
                  <a:pt x="1919475" y="2098232"/>
                </a:lnTo>
                <a:lnTo>
                  <a:pt x="1919332" y="2098272"/>
                </a:lnTo>
                <a:lnTo>
                  <a:pt x="1919190" y="2098309"/>
                </a:lnTo>
                <a:lnTo>
                  <a:pt x="1919048" y="2098342"/>
                </a:lnTo>
                <a:lnTo>
                  <a:pt x="1918907" y="2098372"/>
                </a:lnTo>
                <a:lnTo>
                  <a:pt x="1918766" y="2098400"/>
                </a:lnTo>
                <a:lnTo>
                  <a:pt x="1918625" y="2098426"/>
                </a:lnTo>
                <a:lnTo>
                  <a:pt x="1918484" y="2098452"/>
                </a:lnTo>
                <a:lnTo>
                  <a:pt x="1918343" y="2098476"/>
                </a:lnTo>
                <a:lnTo>
                  <a:pt x="1918202" y="2098499"/>
                </a:lnTo>
                <a:lnTo>
                  <a:pt x="1918062" y="2098520"/>
                </a:lnTo>
                <a:lnTo>
                  <a:pt x="1917921" y="2098541"/>
                </a:lnTo>
                <a:lnTo>
                  <a:pt x="1917780" y="2098560"/>
                </a:lnTo>
                <a:lnTo>
                  <a:pt x="1917639" y="2098578"/>
                </a:lnTo>
                <a:lnTo>
                  <a:pt x="1917498" y="2098595"/>
                </a:lnTo>
                <a:lnTo>
                  <a:pt x="1917357" y="2098611"/>
                </a:lnTo>
                <a:lnTo>
                  <a:pt x="1917216" y="2098626"/>
                </a:lnTo>
                <a:lnTo>
                  <a:pt x="1917075" y="2098639"/>
                </a:lnTo>
                <a:lnTo>
                  <a:pt x="1916934" y="2098652"/>
                </a:lnTo>
                <a:lnTo>
                  <a:pt x="1916794" y="2098663"/>
                </a:lnTo>
                <a:lnTo>
                  <a:pt x="1916653" y="2098673"/>
                </a:lnTo>
                <a:lnTo>
                  <a:pt x="1916512" y="2098682"/>
                </a:lnTo>
                <a:lnTo>
                  <a:pt x="1916371" y="2098689"/>
                </a:lnTo>
                <a:lnTo>
                  <a:pt x="1916230" y="2098696"/>
                </a:lnTo>
                <a:lnTo>
                  <a:pt x="1916089" y="2098701"/>
                </a:lnTo>
                <a:lnTo>
                  <a:pt x="1915948" y="2098705"/>
                </a:lnTo>
                <a:lnTo>
                  <a:pt x="1915807" y="2098708"/>
                </a:lnTo>
                <a:lnTo>
                  <a:pt x="1915666" y="2098710"/>
                </a:lnTo>
                <a:lnTo>
                  <a:pt x="1915526" y="2098711"/>
                </a:lnTo>
                <a:lnTo>
                  <a:pt x="1915330" y="2098708"/>
                </a:lnTo>
                <a:lnTo>
                  <a:pt x="1915139" y="2098702"/>
                </a:lnTo>
                <a:lnTo>
                  <a:pt x="1914952" y="2098692"/>
                </a:lnTo>
                <a:lnTo>
                  <a:pt x="1914769" y="2098678"/>
                </a:lnTo>
                <a:lnTo>
                  <a:pt x="1914591" y="2098659"/>
                </a:lnTo>
                <a:lnTo>
                  <a:pt x="1914416" y="2098637"/>
                </a:lnTo>
                <a:lnTo>
                  <a:pt x="1914245" y="2098610"/>
                </a:lnTo>
                <a:lnTo>
                  <a:pt x="1914079" y="2098579"/>
                </a:lnTo>
                <a:lnTo>
                  <a:pt x="1913917" y="2098544"/>
                </a:lnTo>
                <a:lnTo>
                  <a:pt x="1913759" y="2098505"/>
                </a:lnTo>
                <a:lnTo>
                  <a:pt x="1913604" y="2098462"/>
                </a:lnTo>
                <a:lnTo>
                  <a:pt x="1913454" y="2098415"/>
                </a:lnTo>
                <a:lnTo>
                  <a:pt x="1913309" y="2098363"/>
                </a:lnTo>
                <a:lnTo>
                  <a:pt x="1913167" y="2098308"/>
                </a:lnTo>
                <a:lnTo>
                  <a:pt x="1913029" y="2098248"/>
                </a:lnTo>
                <a:lnTo>
                  <a:pt x="1912896" y="2098184"/>
                </a:lnTo>
                <a:lnTo>
                  <a:pt x="1912766" y="2098117"/>
                </a:lnTo>
                <a:lnTo>
                  <a:pt x="1912641" y="2098045"/>
                </a:lnTo>
                <a:lnTo>
                  <a:pt x="1912520" y="2097969"/>
                </a:lnTo>
                <a:lnTo>
                  <a:pt x="1912402" y="2097889"/>
                </a:lnTo>
                <a:lnTo>
                  <a:pt x="1912289" y="2097804"/>
                </a:lnTo>
                <a:lnTo>
                  <a:pt x="1912180" y="2097716"/>
                </a:lnTo>
                <a:lnTo>
                  <a:pt x="1912076" y="2097624"/>
                </a:lnTo>
                <a:lnTo>
                  <a:pt x="1911975" y="2097527"/>
                </a:lnTo>
                <a:lnTo>
                  <a:pt x="1911878" y="2097426"/>
                </a:lnTo>
                <a:lnTo>
                  <a:pt x="1911786" y="2097319"/>
                </a:lnTo>
                <a:lnTo>
                  <a:pt x="1911698" y="2097207"/>
                </a:lnTo>
                <a:lnTo>
                  <a:pt x="1911613" y="2097090"/>
                </a:lnTo>
                <a:lnTo>
                  <a:pt x="1911533" y="2096968"/>
                </a:lnTo>
                <a:lnTo>
                  <a:pt x="1911457" y="2096840"/>
                </a:lnTo>
                <a:lnTo>
                  <a:pt x="1911385" y="2096707"/>
                </a:lnTo>
                <a:lnTo>
                  <a:pt x="1911318" y="2096569"/>
                </a:lnTo>
                <a:lnTo>
                  <a:pt x="1911254" y="2096426"/>
                </a:lnTo>
                <a:lnTo>
                  <a:pt x="1911194" y="2096277"/>
                </a:lnTo>
                <a:lnTo>
                  <a:pt x="1911139" y="2096123"/>
                </a:lnTo>
                <a:lnTo>
                  <a:pt x="1911087" y="2095963"/>
                </a:lnTo>
                <a:lnTo>
                  <a:pt x="1911040" y="2095799"/>
                </a:lnTo>
                <a:lnTo>
                  <a:pt x="1910997" y="2095629"/>
                </a:lnTo>
                <a:lnTo>
                  <a:pt x="1910958" y="2095453"/>
                </a:lnTo>
                <a:lnTo>
                  <a:pt x="1910923" y="2095273"/>
                </a:lnTo>
                <a:lnTo>
                  <a:pt x="1910892" y="2095087"/>
                </a:lnTo>
                <a:lnTo>
                  <a:pt x="1910865" y="2094896"/>
                </a:lnTo>
                <a:lnTo>
                  <a:pt x="1910843" y="2094700"/>
                </a:lnTo>
                <a:lnTo>
                  <a:pt x="1910824" y="2094498"/>
                </a:lnTo>
                <a:lnTo>
                  <a:pt x="1910810" y="2094291"/>
                </a:lnTo>
                <a:lnTo>
                  <a:pt x="1910800" y="2094079"/>
                </a:lnTo>
                <a:lnTo>
                  <a:pt x="1910794" y="2093861"/>
                </a:lnTo>
                <a:lnTo>
                  <a:pt x="1910792" y="2093639"/>
                </a:lnTo>
                <a:lnTo>
                  <a:pt x="1910792" y="2022799"/>
                </a:lnTo>
                <a:lnTo>
                  <a:pt x="1893885" y="2022799"/>
                </a:lnTo>
                <a:lnTo>
                  <a:pt x="1893885" y="2075379"/>
                </a:lnTo>
                <a:lnTo>
                  <a:pt x="1893880" y="2075899"/>
                </a:lnTo>
                <a:lnTo>
                  <a:pt x="1893866" y="2076414"/>
                </a:lnTo>
                <a:lnTo>
                  <a:pt x="1893843" y="2076925"/>
                </a:lnTo>
                <a:lnTo>
                  <a:pt x="1893810" y="2077432"/>
                </a:lnTo>
                <a:lnTo>
                  <a:pt x="1893767" y="2077934"/>
                </a:lnTo>
                <a:lnTo>
                  <a:pt x="1893716" y="2078433"/>
                </a:lnTo>
                <a:lnTo>
                  <a:pt x="1893655" y="2078928"/>
                </a:lnTo>
                <a:lnTo>
                  <a:pt x="1893584" y="2079418"/>
                </a:lnTo>
                <a:lnTo>
                  <a:pt x="1893504" y="2079905"/>
                </a:lnTo>
                <a:lnTo>
                  <a:pt x="1893415" y="2080387"/>
                </a:lnTo>
                <a:lnTo>
                  <a:pt x="1893317" y="2080865"/>
                </a:lnTo>
                <a:lnTo>
                  <a:pt x="1893209" y="2081339"/>
                </a:lnTo>
                <a:lnTo>
                  <a:pt x="1893091" y="2081809"/>
                </a:lnTo>
                <a:lnTo>
                  <a:pt x="1892964" y="2082275"/>
                </a:lnTo>
                <a:lnTo>
                  <a:pt x="1892828" y="2082736"/>
                </a:lnTo>
                <a:lnTo>
                  <a:pt x="1892683" y="2083194"/>
                </a:lnTo>
                <a:lnTo>
                  <a:pt x="1892528" y="2083648"/>
                </a:lnTo>
                <a:lnTo>
                  <a:pt x="1892363" y="2084097"/>
                </a:lnTo>
                <a:lnTo>
                  <a:pt x="1892190" y="2084542"/>
                </a:lnTo>
                <a:lnTo>
                  <a:pt x="1892006" y="2084983"/>
                </a:lnTo>
                <a:lnTo>
                  <a:pt x="1891814" y="2085420"/>
                </a:lnTo>
                <a:lnTo>
                  <a:pt x="1891612" y="2085853"/>
                </a:lnTo>
                <a:lnTo>
                  <a:pt x="1891401" y="2086282"/>
                </a:lnTo>
                <a:lnTo>
                  <a:pt x="1891180" y="2086707"/>
                </a:lnTo>
                <a:lnTo>
                  <a:pt x="1890965" y="2087126"/>
                </a:lnTo>
                <a:lnTo>
                  <a:pt x="1890742" y="2087538"/>
                </a:lnTo>
                <a:lnTo>
                  <a:pt x="1890512" y="2087943"/>
                </a:lnTo>
                <a:lnTo>
                  <a:pt x="1890274" y="2088341"/>
                </a:lnTo>
                <a:lnTo>
                  <a:pt x="1890028" y="2088732"/>
                </a:lnTo>
                <a:lnTo>
                  <a:pt x="1889775" y="2089116"/>
                </a:lnTo>
                <a:lnTo>
                  <a:pt x="1889514" y="2089493"/>
                </a:lnTo>
                <a:lnTo>
                  <a:pt x="1889245" y="2089863"/>
                </a:lnTo>
                <a:lnTo>
                  <a:pt x="1888969" y="2090226"/>
                </a:lnTo>
                <a:lnTo>
                  <a:pt x="1888685" y="2090581"/>
                </a:lnTo>
                <a:lnTo>
                  <a:pt x="1888393" y="2090930"/>
                </a:lnTo>
                <a:lnTo>
                  <a:pt x="1888094" y="2091272"/>
                </a:lnTo>
                <a:lnTo>
                  <a:pt x="1887788" y="2091606"/>
                </a:lnTo>
                <a:lnTo>
                  <a:pt x="1887473" y="2091934"/>
                </a:lnTo>
                <a:lnTo>
                  <a:pt x="1887151" y="2092254"/>
                </a:lnTo>
                <a:lnTo>
                  <a:pt x="1886822" y="2092568"/>
                </a:lnTo>
                <a:lnTo>
                  <a:pt x="1886484" y="2092874"/>
                </a:lnTo>
                <a:lnTo>
                  <a:pt x="1886139" y="2093174"/>
                </a:lnTo>
                <a:lnTo>
                  <a:pt x="1885787" y="2093466"/>
                </a:lnTo>
                <a:lnTo>
                  <a:pt x="1885427" y="2093751"/>
                </a:lnTo>
                <a:lnTo>
                  <a:pt x="1885059" y="2094030"/>
                </a:lnTo>
                <a:lnTo>
                  <a:pt x="1884684" y="2094301"/>
                </a:lnTo>
                <a:lnTo>
                  <a:pt x="1884301" y="2094565"/>
                </a:lnTo>
                <a:lnTo>
                  <a:pt x="1883910" y="2094822"/>
                </a:lnTo>
                <a:lnTo>
                  <a:pt x="1883527" y="2095057"/>
                </a:lnTo>
                <a:lnTo>
                  <a:pt x="1883140" y="2095281"/>
                </a:lnTo>
                <a:lnTo>
                  <a:pt x="1882748" y="2095496"/>
                </a:lnTo>
                <a:lnTo>
                  <a:pt x="1882351" y="2095700"/>
                </a:lnTo>
                <a:lnTo>
                  <a:pt x="1881949" y="2095895"/>
                </a:lnTo>
                <a:lnTo>
                  <a:pt x="1881543" y="2096080"/>
                </a:lnTo>
                <a:lnTo>
                  <a:pt x="1881132" y="2096254"/>
                </a:lnTo>
                <a:lnTo>
                  <a:pt x="1880716" y="2096419"/>
                </a:lnTo>
                <a:lnTo>
                  <a:pt x="1880296" y="2096574"/>
                </a:lnTo>
                <a:lnTo>
                  <a:pt x="1879871" y="2096718"/>
                </a:lnTo>
                <a:lnTo>
                  <a:pt x="1879441" y="2096853"/>
                </a:lnTo>
                <a:lnTo>
                  <a:pt x="1879007" y="2096978"/>
                </a:lnTo>
                <a:lnTo>
                  <a:pt x="1878568" y="2097092"/>
                </a:lnTo>
                <a:lnTo>
                  <a:pt x="1878124" y="2097197"/>
                </a:lnTo>
                <a:lnTo>
                  <a:pt x="1877676" y="2097292"/>
                </a:lnTo>
                <a:lnTo>
                  <a:pt x="1877222" y="2097377"/>
                </a:lnTo>
                <a:lnTo>
                  <a:pt x="1876765" y="2097452"/>
                </a:lnTo>
                <a:lnTo>
                  <a:pt x="1876302" y="2097517"/>
                </a:lnTo>
                <a:lnTo>
                  <a:pt x="1875835" y="2097571"/>
                </a:lnTo>
                <a:lnTo>
                  <a:pt x="1875363" y="2097616"/>
                </a:lnTo>
                <a:lnTo>
                  <a:pt x="1874886" y="2097651"/>
                </a:lnTo>
                <a:lnTo>
                  <a:pt x="1874405" y="2097676"/>
                </a:lnTo>
                <a:lnTo>
                  <a:pt x="1873919" y="2097691"/>
                </a:lnTo>
                <a:lnTo>
                  <a:pt x="1873428" y="2097696"/>
                </a:lnTo>
                <a:lnTo>
                  <a:pt x="1872688" y="2097687"/>
                </a:lnTo>
                <a:lnTo>
                  <a:pt x="1871961" y="2097660"/>
                </a:lnTo>
                <a:lnTo>
                  <a:pt x="1871248" y="2097614"/>
                </a:lnTo>
                <a:lnTo>
                  <a:pt x="1870549" y="2097551"/>
                </a:lnTo>
                <a:lnTo>
                  <a:pt x="1869863" y="2097469"/>
                </a:lnTo>
                <a:lnTo>
                  <a:pt x="1869191" y="2097369"/>
                </a:lnTo>
                <a:lnTo>
                  <a:pt x="1868532" y="2097250"/>
                </a:lnTo>
                <a:lnTo>
                  <a:pt x="1867886" y="2097114"/>
                </a:lnTo>
                <a:lnTo>
                  <a:pt x="1867254" y="2096959"/>
                </a:lnTo>
                <a:lnTo>
                  <a:pt x="1866636" y="2096786"/>
                </a:lnTo>
                <a:lnTo>
                  <a:pt x="1866031" y="2096595"/>
                </a:lnTo>
                <a:lnTo>
                  <a:pt x="1865439" y="2096386"/>
                </a:lnTo>
                <a:lnTo>
                  <a:pt x="1864861" y="2096158"/>
                </a:lnTo>
                <a:lnTo>
                  <a:pt x="1864297" y="2095913"/>
                </a:lnTo>
                <a:lnTo>
                  <a:pt x="1863746" y="2095649"/>
                </a:lnTo>
                <a:lnTo>
                  <a:pt x="1863209" y="2095367"/>
                </a:lnTo>
                <a:lnTo>
                  <a:pt x="1862685" y="2095066"/>
                </a:lnTo>
                <a:lnTo>
                  <a:pt x="1862174" y="2094748"/>
                </a:lnTo>
                <a:lnTo>
                  <a:pt x="1861677" y="2094411"/>
                </a:lnTo>
                <a:lnTo>
                  <a:pt x="1861194" y="2094056"/>
                </a:lnTo>
                <a:lnTo>
                  <a:pt x="1860724" y="2093683"/>
                </a:lnTo>
                <a:lnTo>
                  <a:pt x="1860267" y="2093292"/>
                </a:lnTo>
                <a:lnTo>
                  <a:pt x="1859825" y="2092883"/>
                </a:lnTo>
                <a:lnTo>
                  <a:pt x="1859395" y="2092455"/>
                </a:lnTo>
                <a:lnTo>
                  <a:pt x="1858995" y="2092009"/>
                </a:lnTo>
                <a:lnTo>
                  <a:pt x="1858612" y="2091543"/>
                </a:lnTo>
                <a:lnTo>
                  <a:pt x="1858246" y="2091058"/>
                </a:lnTo>
                <a:lnTo>
                  <a:pt x="1857897" y="2090553"/>
                </a:lnTo>
                <a:lnTo>
                  <a:pt x="1857565" y="2090029"/>
                </a:lnTo>
                <a:lnTo>
                  <a:pt x="1857250" y="2089486"/>
                </a:lnTo>
                <a:lnTo>
                  <a:pt x="1856952" y="2088923"/>
                </a:lnTo>
                <a:lnTo>
                  <a:pt x="1856671" y="2088341"/>
                </a:lnTo>
                <a:lnTo>
                  <a:pt x="1856407" y="2087740"/>
                </a:lnTo>
                <a:lnTo>
                  <a:pt x="1856160" y="2087119"/>
                </a:lnTo>
                <a:lnTo>
                  <a:pt x="1855931" y="2086479"/>
                </a:lnTo>
                <a:lnTo>
                  <a:pt x="1855718" y="2085819"/>
                </a:lnTo>
                <a:lnTo>
                  <a:pt x="1855522" y="2085140"/>
                </a:lnTo>
                <a:lnTo>
                  <a:pt x="1855343" y="2084442"/>
                </a:lnTo>
                <a:lnTo>
                  <a:pt x="1855182" y="2083724"/>
                </a:lnTo>
                <a:lnTo>
                  <a:pt x="1855037" y="2082987"/>
                </a:lnTo>
                <a:lnTo>
                  <a:pt x="1854909" y="2082231"/>
                </a:lnTo>
                <a:lnTo>
                  <a:pt x="1854799" y="2081455"/>
                </a:lnTo>
                <a:lnTo>
                  <a:pt x="1854705" y="2080660"/>
                </a:lnTo>
                <a:lnTo>
                  <a:pt x="1854628" y="2079845"/>
                </a:lnTo>
                <a:lnTo>
                  <a:pt x="1854569" y="2079012"/>
                </a:lnTo>
                <a:lnTo>
                  <a:pt x="1854526" y="2078158"/>
                </a:lnTo>
                <a:lnTo>
                  <a:pt x="1854501" y="2077286"/>
                </a:lnTo>
                <a:lnTo>
                  <a:pt x="1854492" y="2076394"/>
                </a:lnTo>
                <a:lnTo>
                  <a:pt x="1854492" y="2022799"/>
                </a:lnTo>
                <a:lnTo>
                  <a:pt x="1837416" y="2022799"/>
                </a:lnTo>
                <a:lnTo>
                  <a:pt x="1837416" y="2079606"/>
                </a:lnTo>
                <a:lnTo>
                  <a:pt x="1837431" y="2080902"/>
                </a:lnTo>
                <a:lnTo>
                  <a:pt x="1837474" y="2082171"/>
                </a:lnTo>
                <a:lnTo>
                  <a:pt x="1837546" y="2083413"/>
                </a:lnTo>
                <a:lnTo>
                  <a:pt x="1837647" y="2084626"/>
                </a:lnTo>
                <a:lnTo>
                  <a:pt x="1837776" y="2085812"/>
                </a:lnTo>
                <a:lnTo>
                  <a:pt x="1837934" y="2086971"/>
                </a:lnTo>
                <a:lnTo>
                  <a:pt x="1838121" y="2088102"/>
                </a:lnTo>
                <a:lnTo>
                  <a:pt x="1838337" y="2089205"/>
                </a:lnTo>
                <a:lnTo>
                  <a:pt x="1838581" y="2090281"/>
                </a:lnTo>
                <a:lnTo>
                  <a:pt x="1838855" y="2091329"/>
                </a:lnTo>
                <a:lnTo>
                  <a:pt x="1839157" y="2092350"/>
                </a:lnTo>
                <a:lnTo>
                  <a:pt x="1839487" y="2093343"/>
                </a:lnTo>
                <a:lnTo>
                  <a:pt x="1839847" y="2094308"/>
                </a:lnTo>
                <a:lnTo>
                  <a:pt x="1840235" y="2095246"/>
                </a:lnTo>
                <a:lnTo>
                  <a:pt x="1840652" y="2096156"/>
                </a:lnTo>
                <a:lnTo>
                  <a:pt x="1841098" y="2097039"/>
                </a:lnTo>
                <a:lnTo>
                  <a:pt x="1841573" y="2097894"/>
                </a:lnTo>
                <a:lnTo>
                  <a:pt x="1842076" y="2098721"/>
                </a:lnTo>
                <a:lnTo>
                  <a:pt x="1842608" y="2099521"/>
                </a:lnTo>
                <a:lnTo>
                  <a:pt x="1843169" y="2100293"/>
                </a:lnTo>
                <a:lnTo>
                  <a:pt x="1843759" y="2101038"/>
                </a:lnTo>
                <a:lnTo>
                  <a:pt x="1844377" y="2101755"/>
                </a:lnTo>
                <a:lnTo>
                  <a:pt x="1845025" y="2102445"/>
                </a:lnTo>
                <a:lnTo>
                  <a:pt x="1845701" y="2103106"/>
                </a:lnTo>
                <a:lnTo>
                  <a:pt x="1846414" y="2103741"/>
                </a:lnTo>
                <a:lnTo>
                  <a:pt x="1847147" y="2104349"/>
                </a:lnTo>
                <a:lnTo>
                  <a:pt x="1847899" y="2104929"/>
                </a:lnTo>
                <a:lnTo>
                  <a:pt x="1848669" y="2105483"/>
                </a:lnTo>
                <a:lnTo>
                  <a:pt x="1849458" y="2106009"/>
                </a:lnTo>
                <a:lnTo>
                  <a:pt x="1850265" y="2106509"/>
                </a:lnTo>
                <a:lnTo>
                  <a:pt x="1851092" y="2106981"/>
                </a:lnTo>
                <a:lnTo>
                  <a:pt x="1851937" y="2107427"/>
                </a:lnTo>
                <a:lnTo>
                  <a:pt x="1852802" y="2107846"/>
                </a:lnTo>
                <a:lnTo>
                  <a:pt x="1853684" y="2108237"/>
                </a:lnTo>
                <a:lnTo>
                  <a:pt x="1854586" y="2108602"/>
                </a:lnTo>
                <a:lnTo>
                  <a:pt x="1855507" y="2108939"/>
                </a:lnTo>
                <a:lnTo>
                  <a:pt x="1856446" y="2109250"/>
                </a:lnTo>
                <a:lnTo>
                  <a:pt x="1857404" y="2109533"/>
                </a:lnTo>
                <a:lnTo>
                  <a:pt x="1858381" y="2109790"/>
                </a:lnTo>
                <a:lnTo>
                  <a:pt x="1859376" y="2110019"/>
                </a:lnTo>
                <a:lnTo>
                  <a:pt x="1860391" y="2110222"/>
                </a:lnTo>
                <a:lnTo>
                  <a:pt x="1861424" y="2110397"/>
                </a:lnTo>
                <a:lnTo>
                  <a:pt x="1862476" y="2110546"/>
                </a:lnTo>
                <a:lnTo>
                  <a:pt x="1863547" y="2110667"/>
                </a:lnTo>
                <a:lnTo>
                  <a:pt x="1864636" y="2110762"/>
                </a:lnTo>
                <a:lnTo>
                  <a:pt x="1865745" y="2110829"/>
                </a:lnTo>
                <a:lnTo>
                  <a:pt x="1866872" y="2110870"/>
                </a:lnTo>
                <a:lnTo>
                  <a:pt x="1868018" y="2110883"/>
                </a:lnTo>
                <a:lnTo>
                  <a:pt x="1868565" y="2110880"/>
                </a:lnTo>
                <a:lnTo>
                  <a:pt x="1869107" y="2110872"/>
                </a:lnTo>
                <a:lnTo>
                  <a:pt x="1869645" y="2110857"/>
                </a:lnTo>
                <a:lnTo>
                  <a:pt x="1870178" y="2110836"/>
                </a:lnTo>
                <a:lnTo>
                  <a:pt x="1870706" y="2110810"/>
                </a:lnTo>
                <a:lnTo>
                  <a:pt x="1871230" y="2110778"/>
                </a:lnTo>
                <a:lnTo>
                  <a:pt x="1871749" y="2110740"/>
                </a:lnTo>
                <a:lnTo>
                  <a:pt x="1872263" y="2110696"/>
                </a:lnTo>
                <a:close/>
                <a:moveTo>
                  <a:pt x="2376918" y="2267217"/>
                </a:moveTo>
                <a:lnTo>
                  <a:pt x="2376918" y="2242364"/>
                </a:lnTo>
                <a:lnTo>
                  <a:pt x="2362378" y="2242364"/>
                </a:lnTo>
                <a:lnTo>
                  <a:pt x="2362378" y="2267217"/>
                </a:lnTo>
                <a:lnTo>
                  <a:pt x="2366266" y="2289365"/>
                </a:lnTo>
                <a:lnTo>
                  <a:pt x="2373029" y="2289365"/>
                </a:lnTo>
                <a:lnTo>
                  <a:pt x="2376918" y="2267217"/>
                </a:lnTo>
                <a:close/>
                <a:moveTo>
                  <a:pt x="2081285" y="2241424"/>
                </a:moveTo>
                <a:lnTo>
                  <a:pt x="2080675" y="2241669"/>
                </a:lnTo>
                <a:lnTo>
                  <a:pt x="2080064" y="2241912"/>
                </a:lnTo>
                <a:lnTo>
                  <a:pt x="2079452" y="2242153"/>
                </a:lnTo>
                <a:lnTo>
                  <a:pt x="2078839" y="2242391"/>
                </a:lnTo>
                <a:lnTo>
                  <a:pt x="2078224" y="2242627"/>
                </a:lnTo>
                <a:lnTo>
                  <a:pt x="2077608" y="2242861"/>
                </a:lnTo>
                <a:lnTo>
                  <a:pt x="2076991" y="2243092"/>
                </a:lnTo>
                <a:lnTo>
                  <a:pt x="2076373" y="2243321"/>
                </a:lnTo>
                <a:lnTo>
                  <a:pt x="2075754" y="2243548"/>
                </a:lnTo>
                <a:lnTo>
                  <a:pt x="2075133" y="2243772"/>
                </a:lnTo>
                <a:lnTo>
                  <a:pt x="2074511" y="2243994"/>
                </a:lnTo>
                <a:lnTo>
                  <a:pt x="2073889" y="2244213"/>
                </a:lnTo>
                <a:lnTo>
                  <a:pt x="2073265" y="2244431"/>
                </a:lnTo>
                <a:lnTo>
                  <a:pt x="2072639" y="2244645"/>
                </a:lnTo>
                <a:lnTo>
                  <a:pt x="2072013" y="2244858"/>
                </a:lnTo>
                <a:lnTo>
                  <a:pt x="2071385" y="2245068"/>
                </a:lnTo>
                <a:lnTo>
                  <a:pt x="2070757" y="2245276"/>
                </a:lnTo>
                <a:lnTo>
                  <a:pt x="2070127" y="2245481"/>
                </a:lnTo>
                <a:lnTo>
                  <a:pt x="2069496" y="2245685"/>
                </a:lnTo>
                <a:lnTo>
                  <a:pt x="2068864" y="2245885"/>
                </a:lnTo>
                <a:lnTo>
                  <a:pt x="2068230" y="2246084"/>
                </a:lnTo>
                <a:lnTo>
                  <a:pt x="2067611" y="2246266"/>
                </a:lnTo>
                <a:lnTo>
                  <a:pt x="2066995" y="2246445"/>
                </a:lnTo>
                <a:lnTo>
                  <a:pt x="2066381" y="2246623"/>
                </a:lnTo>
                <a:lnTo>
                  <a:pt x="2065769" y="2246798"/>
                </a:lnTo>
                <a:lnTo>
                  <a:pt x="2065160" y="2246970"/>
                </a:lnTo>
                <a:lnTo>
                  <a:pt x="2064553" y="2247140"/>
                </a:lnTo>
                <a:lnTo>
                  <a:pt x="2063948" y="2247308"/>
                </a:lnTo>
                <a:lnTo>
                  <a:pt x="2063346" y="2247474"/>
                </a:lnTo>
                <a:lnTo>
                  <a:pt x="2062746" y="2247637"/>
                </a:lnTo>
                <a:lnTo>
                  <a:pt x="2062148" y="2247798"/>
                </a:lnTo>
                <a:lnTo>
                  <a:pt x="2061553" y="2247956"/>
                </a:lnTo>
                <a:lnTo>
                  <a:pt x="2060960" y="2248113"/>
                </a:lnTo>
                <a:lnTo>
                  <a:pt x="2060370" y="2248266"/>
                </a:lnTo>
                <a:lnTo>
                  <a:pt x="2059781" y="2248418"/>
                </a:lnTo>
                <a:lnTo>
                  <a:pt x="2059196" y="2248567"/>
                </a:lnTo>
                <a:lnTo>
                  <a:pt x="2058612" y="2248714"/>
                </a:lnTo>
                <a:lnTo>
                  <a:pt x="2058031" y="2248858"/>
                </a:lnTo>
                <a:lnTo>
                  <a:pt x="2057452" y="2249000"/>
                </a:lnTo>
                <a:lnTo>
                  <a:pt x="2056876" y="2249140"/>
                </a:lnTo>
                <a:lnTo>
                  <a:pt x="2056301" y="2249277"/>
                </a:lnTo>
                <a:lnTo>
                  <a:pt x="2055730" y="2249412"/>
                </a:lnTo>
                <a:lnTo>
                  <a:pt x="2055160" y="2249545"/>
                </a:lnTo>
                <a:lnTo>
                  <a:pt x="2054593" y="2249675"/>
                </a:lnTo>
                <a:lnTo>
                  <a:pt x="2054028" y="2249803"/>
                </a:lnTo>
                <a:lnTo>
                  <a:pt x="2053467" y="2249914"/>
                </a:lnTo>
                <a:lnTo>
                  <a:pt x="2052909" y="2250023"/>
                </a:lnTo>
                <a:lnTo>
                  <a:pt x="2052356" y="2250128"/>
                </a:lnTo>
                <a:lnTo>
                  <a:pt x="2051807" y="2250231"/>
                </a:lnTo>
                <a:lnTo>
                  <a:pt x="2051262" y="2250330"/>
                </a:lnTo>
                <a:lnTo>
                  <a:pt x="2050721" y="2250427"/>
                </a:lnTo>
                <a:lnTo>
                  <a:pt x="2050184" y="2250520"/>
                </a:lnTo>
                <a:lnTo>
                  <a:pt x="2049651" y="2250611"/>
                </a:lnTo>
                <a:lnTo>
                  <a:pt x="2049123" y="2250699"/>
                </a:lnTo>
                <a:lnTo>
                  <a:pt x="2048598" y="2250784"/>
                </a:lnTo>
                <a:lnTo>
                  <a:pt x="2048078" y="2250865"/>
                </a:lnTo>
                <a:lnTo>
                  <a:pt x="2047562" y="2250944"/>
                </a:lnTo>
                <a:lnTo>
                  <a:pt x="2047049" y="2251020"/>
                </a:lnTo>
                <a:lnTo>
                  <a:pt x="2046541" y="2251094"/>
                </a:lnTo>
                <a:lnTo>
                  <a:pt x="2046037" y="2251164"/>
                </a:lnTo>
                <a:lnTo>
                  <a:pt x="2045538" y="2251231"/>
                </a:lnTo>
                <a:lnTo>
                  <a:pt x="2045042" y="2251295"/>
                </a:lnTo>
                <a:lnTo>
                  <a:pt x="2044550" y="2251356"/>
                </a:lnTo>
                <a:lnTo>
                  <a:pt x="2044063" y="2251415"/>
                </a:lnTo>
                <a:lnTo>
                  <a:pt x="2043579" y="2251470"/>
                </a:lnTo>
                <a:lnTo>
                  <a:pt x="2043100" y="2251523"/>
                </a:lnTo>
                <a:lnTo>
                  <a:pt x="2042625" y="2251572"/>
                </a:lnTo>
                <a:lnTo>
                  <a:pt x="2042154" y="2251619"/>
                </a:lnTo>
                <a:lnTo>
                  <a:pt x="2041687" y="2251663"/>
                </a:lnTo>
                <a:lnTo>
                  <a:pt x="2041687" y="2261976"/>
                </a:lnTo>
                <a:lnTo>
                  <a:pt x="2072288" y="2261976"/>
                </a:lnTo>
                <a:lnTo>
                  <a:pt x="2072288" y="2344312"/>
                </a:lnTo>
                <a:lnTo>
                  <a:pt x="2041687" y="2344312"/>
                </a:lnTo>
                <a:lnTo>
                  <a:pt x="2041687" y="2358344"/>
                </a:lnTo>
                <a:lnTo>
                  <a:pt x="2119627" y="2358344"/>
                </a:lnTo>
                <a:lnTo>
                  <a:pt x="2119627" y="2344312"/>
                </a:lnTo>
                <a:lnTo>
                  <a:pt x="2089364" y="2344312"/>
                </a:lnTo>
                <a:lnTo>
                  <a:pt x="2089364" y="2240674"/>
                </a:lnTo>
                <a:lnTo>
                  <a:pt x="2083108" y="2240674"/>
                </a:lnTo>
                <a:lnTo>
                  <a:pt x="2082502" y="2240926"/>
                </a:lnTo>
                <a:lnTo>
                  <a:pt x="2081894" y="2241176"/>
                </a:lnTo>
                <a:lnTo>
                  <a:pt x="2081285" y="2241424"/>
                </a:lnTo>
                <a:close/>
                <a:moveTo>
                  <a:pt x="2159454" y="2342684"/>
                </a:moveTo>
                <a:lnTo>
                  <a:pt x="2159492" y="2342526"/>
                </a:lnTo>
                <a:lnTo>
                  <a:pt x="2159532" y="2342367"/>
                </a:lnTo>
                <a:lnTo>
                  <a:pt x="2159573" y="2342208"/>
                </a:lnTo>
                <a:lnTo>
                  <a:pt x="2159616" y="2342048"/>
                </a:lnTo>
                <a:lnTo>
                  <a:pt x="2159661" y="2341887"/>
                </a:lnTo>
                <a:lnTo>
                  <a:pt x="2159708" y="2341726"/>
                </a:lnTo>
                <a:lnTo>
                  <a:pt x="2159756" y="2341564"/>
                </a:lnTo>
                <a:lnTo>
                  <a:pt x="2159807" y="2341402"/>
                </a:lnTo>
                <a:lnTo>
                  <a:pt x="2159858" y="2341239"/>
                </a:lnTo>
                <a:lnTo>
                  <a:pt x="2159912" y="2341076"/>
                </a:lnTo>
                <a:lnTo>
                  <a:pt x="2159968" y="2340912"/>
                </a:lnTo>
                <a:lnTo>
                  <a:pt x="2160025" y="2340747"/>
                </a:lnTo>
                <a:lnTo>
                  <a:pt x="2160084" y="2340582"/>
                </a:lnTo>
                <a:lnTo>
                  <a:pt x="2160145" y="2340416"/>
                </a:lnTo>
                <a:lnTo>
                  <a:pt x="2160207" y="2340249"/>
                </a:lnTo>
                <a:lnTo>
                  <a:pt x="2160271" y="2340082"/>
                </a:lnTo>
                <a:lnTo>
                  <a:pt x="2160338" y="2339915"/>
                </a:lnTo>
                <a:lnTo>
                  <a:pt x="2160405" y="2339747"/>
                </a:lnTo>
                <a:lnTo>
                  <a:pt x="2160475" y="2339578"/>
                </a:lnTo>
                <a:lnTo>
                  <a:pt x="2160547" y="2339408"/>
                </a:lnTo>
                <a:lnTo>
                  <a:pt x="2160624" y="2339238"/>
                </a:lnTo>
                <a:lnTo>
                  <a:pt x="2160705" y="2339068"/>
                </a:lnTo>
                <a:lnTo>
                  <a:pt x="2160789" y="2338897"/>
                </a:lnTo>
                <a:lnTo>
                  <a:pt x="2160878" y="2338725"/>
                </a:lnTo>
                <a:lnTo>
                  <a:pt x="2160971" y="2338553"/>
                </a:lnTo>
                <a:lnTo>
                  <a:pt x="2161069" y="2338380"/>
                </a:lnTo>
                <a:lnTo>
                  <a:pt x="2161170" y="2338206"/>
                </a:lnTo>
                <a:lnTo>
                  <a:pt x="2161275" y="2338032"/>
                </a:lnTo>
                <a:lnTo>
                  <a:pt x="2161385" y="2337858"/>
                </a:lnTo>
                <a:lnTo>
                  <a:pt x="2161498" y="2337683"/>
                </a:lnTo>
                <a:lnTo>
                  <a:pt x="2161616" y="2337507"/>
                </a:lnTo>
                <a:lnTo>
                  <a:pt x="2161738" y="2337330"/>
                </a:lnTo>
                <a:lnTo>
                  <a:pt x="2161864" y="2337153"/>
                </a:lnTo>
                <a:lnTo>
                  <a:pt x="2161994" y="2336976"/>
                </a:lnTo>
                <a:lnTo>
                  <a:pt x="2162128" y="2336798"/>
                </a:lnTo>
                <a:lnTo>
                  <a:pt x="2162266" y="2336619"/>
                </a:lnTo>
                <a:lnTo>
                  <a:pt x="2162408" y="2336439"/>
                </a:lnTo>
                <a:lnTo>
                  <a:pt x="2162555" y="2336260"/>
                </a:lnTo>
                <a:lnTo>
                  <a:pt x="2162706" y="2336079"/>
                </a:lnTo>
                <a:lnTo>
                  <a:pt x="2162860" y="2335898"/>
                </a:lnTo>
                <a:lnTo>
                  <a:pt x="2163019" y="2335716"/>
                </a:lnTo>
                <a:lnTo>
                  <a:pt x="2163182" y="2335534"/>
                </a:lnTo>
                <a:lnTo>
                  <a:pt x="2163349" y="2335351"/>
                </a:lnTo>
                <a:lnTo>
                  <a:pt x="2163521" y="2335154"/>
                </a:lnTo>
                <a:lnTo>
                  <a:pt x="2163699" y="2334955"/>
                </a:lnTo>
                <a:lnTo>
                  <a:pt x="2163883" y="2334757"/>
                </a:lnTo>
                <a:lnTo>
                  <a:pt x="2164072" y="2334557"/>
                </a:lnTo>
                <a:lnTo>
                  <a:pt x="2164268" y="2334357"/>
                </a:lnTo>
                <a:lnTo>
                  <a:pt x="2164469" y="2334157"/>
                </a:lnTo>
                <a:lnTo>
                  <a:pt x="2164676" y="2333956"/>
                </a:lnTo>
                <a:lnTo>
                  <a:pt x="2164889" y="2333754"/>
                </a:lnTo>
                <a:lnTo>
                  <a:pt x="2165108" y="2333552"/>
                </a:lnTo>
                <a:lnTo>
                  <a:pt x="2165333" y="2333349"/>
                </a:lnTo>
                <a:lnTo>
                  <a:pt x="2165564" y="2333146"/>
                </a:lnTo>
                <a:lnTo>
                  <a:pt x="2165800" y="2332942"/>
                </a:lnTo>
                <a:lnTo>
                  <a:pt x="2166043" y="2332737"/>
                </a:lnTo>
                <a:lnTo>
                  <a:pt x="2166291" y="2332532"/>
                </a:lnTo>
                <a:lnTo>
                  <a:pt x="2166545" y="2332326"/>
                </a:lnTo>
                <a:lnTo>
                  <a:pt x="2166805" y="2332120"/>
                </a:lnTo>
                <a:lnTo>
                  <a:pt x="2167071" y="2331913"/>
                </a:lnTo>
                <a:lnTo>
                  <a:pt x="2167343" y="2331706"/>
                </a:lnTo>
                <a:lnTo>
                  <a:pt x="2167621" y="2331497"/>
                </a:lnTo>
                <a:lnTo>
                  <a:pt x="2167904" y="2331289"/>
                </a:lnTo>
                <a:lnTo>
                  <a:pt x="2168194" y="2331080"/>
                </a:lnTo>
                <a:lnTo>
                  <a:pt x="2168489" y="2330870"/>
                </a:lnTo>
                <a:lnTo>
                  <a:pt x="2168790" y="2330659"/>
                </a:lnTo>
                <a:lnTo>
                  <a:pt x="2169097" y="2330448"/>
                </a:lnTo>
                <a:lnTo>
                  <a:pt x="2197669" y="2311851"/>
                </a:lnTo>
                <a:lnTo>
                  <a:pt x="2198188" y="2311497"/>
                </a:lnTo>
                <a:lnTo>
                  <a:pt x="2198703" y="2311142"/>
                </a:lnTo>
                <a:lnTo>
                  <a:pt x="2199212" y="2310784"/>
                </a:lnTo>
                <a:lnTo>
                  <a:pt x="2199717" y="2310423"/>
                </a:lnTo>
                <a:lnTo>
                  <a:pt x="2200217" y="2310060"/>
                </a:lnTo>
                <a:lnTo>
                  <a:pt x="2200713" y="2309695"/>
                </a:lnTo>
                <a:lnTo>
                  <a:pt x="2201203" y="2309328"/>
                </a:lnTo>
                <a:lnTo>
                  <a:pt x="2201689" y="2308958"/>
                </a:lnTo>
                <a:lnTo>
                  <a:pt x="2202171" y="2308586"/>
                </a:lnTo>
                <a:lnTo>
                  <a:pt x="2202647" y="2308211"/>
                </a:lnTo>
                <a:lnTo>
                  <a:pt x="2203119" y="2307834"/>
                </a:lnTo>
                <a:lnTo>
                  <a:pt x="2203587" y="2307455"/>
                </a:lnTo>
                <a:lnTo>
                  <a:pt x="2204049" y="2307073"/>
                </a:lnTo>
                <a:lnTo>
                  <a:pt x="2204507" y="2306690"/>
                </a:lnTo>
                <a:lnTo>
                  <a:pt x="2204960" y="2306303"/>
                </a:lnTo>
                <a:lnTo>
                  <a:pt x="2205409" y="2305915"/>
                </a:lnTo>
                <a:lnTo>
                  <a:pt x="2205853" y="2305524"/>
                </a:lnTo>
                <a:lnTo>
                  <a:pt x="2206292" y="2305130"/>
                </a:lnTo>
                <a:lnTo>
                  <a:pt x="2206726" y="2304735"/>
                </a:lnTo>
                <a:lnTo>
                  <a:pt x="2207156" y="2304337"/>
                </a:lnTo>
                <a:lnTo>
                  <a:pt x="2207581" y="2303936"/>
                </a:lnTo>
                <a:lnTo>
                  <a:pt x="2208001" y="2303534"/>
                </a:lnTo>
                <a:lnTo>
                  <a:pt x="2208417" y="2303129"/>
                </a:lnTo>
                <a:lnTo>
                  <a:pt x="2208828" y="2302721"/>
                </a:lnTo>
                <a:lnTo>
                  <a:pt x="2209247" y="2302310"/>
                </a:lnTo>
                <a:lnTo>
                  <a:pt x="2209658" y="2301893"/>
                </a:lnTo>
                <a:lnTo>
                  <a:pt x="2210062" y="2301472"/>
                </a:lnTo>
                <a:lnTo>
                  <a:pt x="2210458" y="2301045"/>
                </a:lnTo>
                <a:lnTo>
                  <a:pt x="2210846" y="2300612"/>
                </a:lnTo>
                <a:lnTo>
                  <a:pt x="2211227" y="2300175"/>
                </a:lnTo>
                <a:lnTo>
                  <a:pt x="2211600" y="2299732"/>
                </a:lnTo>
                <a:lnTo>
                  <a:pt x="2211965" y="2299283"/>
                </a:lnTo>
                <a:lnTo>
                  <a:pt x="2212323" y="2298830"/>
                </a:lnTo>
                <a:lnTo>
                  <a:pt x="2212673" y="2298371"/>
                </a:lnTo>
                <a:lnTo>
                  <a:pt x="2213016" y="2297907"/>
                </a:lnTo>
                <a:lnTo>
                  <a:pt x="2213350" y="2297438"/>
                </a:lnTo>
                <a:lnTo>
                  <a:pt x="2213678" y="2296963"/>
                </a:lnTo>
                <a:lnTo>
                  <a:pt x="2213997" y="2296483"/>
                </a:lnTo>
                <a:lnTo>
                  <a:pt x="2214309" y="2295998"/>
                </a:lnTo>
                <a:lnTo>
                  <a:pt x="2214614" y="2295508"/>
                </a:lnTo>
                <a:lnTo>
                  <a:pt x="2214911" y="2295012"/>
                </a:lnTo>
                <a:lnTo>
                  <a:pt x="2215200" y="2294511"/>
                </a:lnTo>
                <a:lnTo>
                  <a:pt x="2215481" y="2294005"/>
                </a:lnTo>
                <a:lnTo>
                  <a:pt x="2215755" y="2293493"/>
                </a:lnTo>
                <a:lnTo>
                  <a:pt x="2216021" y="2292976"/>
                </a:lnTo>
                <a:lnTo>
                  <a:pt x="2216280" y="2292454"/>
                </a:lnTo>
                <a:lnTo>
                  <a:pt x="2216531" y="2291927"/>
                </a:lnTo>
                <a:lnTo>
                  <a:pt x="2216774" y="2291394"/>
                </a:lnTo>
                <a:lnTo>
                  <a:pt x="2217023" y="2290841"/>
                </a:lnTo>
                <a:lnTo>
                  <a:pt x="2217260" y="2290280"/>
                </a:lnTo>
                <a:lnTo>
                  <a:pt x="2217487" y="2289711"/>
                </a:lnTo>
                <a:lnTo>
                  <a:pt x="2217704" y="2289135"/>
                </a:lnTo>
                <a:lnTo>
                  <a:pt x="2217910" y="2288551"/>
                </a:lnTo>
                <a:lnTo>
                  <a:pt x="2218106" y="2287960"/>
                </a:lnTo>
                <a:lnTo>
                  <a:pt x="2218290" y="2287361"/>
                </a:lnTo>
                <a:lnTo>
                  <a:pt x="2218465" y="2286754"/>
                </a:lnTo>
                <a:lnTo>
                  <a:pt x="2218629" y="2286139"/>
                </a:lnTo>
                <a:lnTo>
                  <a:pt x="2218782" y="2285517"/>
                </a:lnTo>
                <a:lnTo>
                  <a:pt x="2218924" y="2284888"/>
                </a:lnTo>
                <a:lnTo>
                  <a:pt x="2219057" y="2284251"/>
                </a:lnTo>
                <a:lnTo>
                  <a:pt x="2219178" y="2283606"/>
                </a:lnTo>
                <a:lnTo>
                  <a:pt x="2219289" y="2282953"/>
                </a:lnTo>
                <a:lnTo>
                  <a:pt x="2219389" y="2282293"/>
                </a:lnTo>
                <a:lnTo>
                  <a:pt x="2219479" y="2281625"/>
                </a:lnTo>
                <a:lnTo>
                  <a:pt x="2219559" y="2280950"/>
                </a:lnTo>
                <a:lnTo>
                  <a:pt x="2219627" y="2280267"/>
                </a:lnTo>
                <a:lnTo>
                  <a:pt x="2219685" y="2279576"/>
                </a:lnTo>
                <a:lnTo>
                  <a:pt x="2219733" y="2278878"/>
                </a:lnTo>
                <a:lnTo>
                  <a:pt x="2219770" y="2278172"/>
                </a:lnTo>
                <a:lnTo>
                  <a:pt x="2219796" y="2277459"/>
                </a:lnTo>
                <a:lnTo>
                  <a:pt x="2219812" y="2276738"/>
                </a:lnTo>
                <a:lnTo>
                  <a:pt x="2219817" y="2276009"/>
                </a:lnTo>
                <a:lnTo>
                  <a:pt x="2219809" y="2275140"/>
                </a:lnTo>
                <a:lnTo>
                  <a:pt x="2219785" y="2274279"/>
                </a:lnTo>
                <a:lnTo>
                  <a:pt x="2219743" y="2273428"/>
                </a:lnTo>
                <a:lnTo>
                  <a:pt x="2219686" y="2272585"/>
                </a:lnTo>
                <a:lnTo>
                  <a:pt x="2219612" y="2271751"/>
                </a:lnTo>
                <a:lnTo>
                  <a:pt x="2219522" y="2270926"/>
                </a:lnTo>
                <a:lnTo>
                  <a:pt x="2219415" y="2270110"/>
                </a:lnTo>
                <a:lnTo>
                  <a:pt x="2219291" y="2269302"/>
                </a:lnTo>
                <a:lnTo>
                  <a:pt x="2219152" y="2268504"/>
                </a:lnTo>
                <a:lnTo>
                  <a:pt x="2218996" y="2267714"/>
                </a:lnTo>
                <a:lnTo>
                  <a:pt x="2218823" y="2266933"/>
                </a:lnTo>
                <a:lnTo>
                  <a:pt x="2218634" y="2266160"/>
                </a:lnTo>
                <a:lnTo>
                  <a:pt x="2218428" y="2265397"/>
                </a:lnTo>
                <a:lnTo>
                  <a:pt x="2218207" y="2264642"/>
                </a:lnTo>
                <a:lnTo>
                  <a:pt x="2217968" y="2263897"/>
                </a:lnTo>
                <a:lnTo>
                  <a:pt x="2217713" y="2263160"/>
                </a:lnTo>
                <a:lnTo>
                  <a:pt x="2217442" y="2262431"/>
                </a:lnTo>
                <a:lnTo>
                  <a:pt x="2217155" y="2261712"/>
                </a:lnTo>
                <a:lnTo>
                  <a:pt x="2216850" y="2261001"/>
                </a:lnTo>
                <a:lnTo>
                  <a:pt x="2216530" y="2260299"/>
                </a:lnTo>
                <a:lnTo>
                  <a:pt x="2216193" y="2259606"/>
                </a:lnTo>
                <a:lnTo>
                  <a:pt x="2215840" y="2258922"/>
                </a:lnTo>
                <a:lnTo>
                  <a:pt x="2215470" y="2258247"/>
                </a:lnTo>
                <a:lnTo>
                  <a:pt x="2215083" y="2257580"/>
                </a:lnTo>
                <a:lnTo>
                  <a:pt x="2214696" y="2256924"/>
                </a:lnTo>
                <a:lnTo>
                  <a:pt x="2214294" y="2256281"/>
                </a:lnTo>
                <a:lnTo>
                  <a:pt x="2213879" y="2255649"/>
                </a:lnTo>
                <a:lnTo>
                  <a:pt x="2213449" y="2255030"/>
                </a:lnTo>
                <a:lnTo>
                  <a:pt x="2213005" y="2254423"/>
                </a:lnTo>
                <a:lnTo>
                  <a:pt x="2212547" y="2253829"/>
                </a:lnTo>
                <a:lnTo>
                  <a:pt x="2212075" y="2253247"/>
                </a:lnTo>
                <a:lnTo>
                  <a:pt x="2211589" y="2252677"/>
                </a:lnTo>
                <a:lnTo>
                  <a:pt x="2211089" y="2252120"/>
                </a:lnTo>
                <a:lnTo>
                  <a:pt x="2210575" y="2251575"/>
                </a:lnTo>
                <a:lnTo>
                  <a:pt x="2210047" y="2251042"/>
                </a:lnTo>
                <a:lnTo>
                  <a:pt x="2209504" y="2250522"/>
                </a:lnTo>
                <a:lnTo>
                  <a:pt x="2208948" y="2250014"/>
                </a:lnTo>
                <a:lnTo>
                  <a:pt x="2208377" y="2249518"/>
                </a:lnTo>
                <a:lnTo>
                  <a:pt x="2207792" y="2249034"/>
                </a:lnTo>
                <a:lnTo>
                  <a:pt x="2207194" y="2248563"/>
                </a:lnTo>
                <a:lnTo>
                  <a:pt x="2206581" y="2248105"/>
                </a:lnTo>
                <a:lnTo>
                  <a:pt x="2205954" y="2247658"/>
                </a:lnTo>
                <a:lnTo>
                  <a:pt x="2205313" y="2247224"/>
                </a:lnTo>
                <a:lnTo>
                  <a:pt x="2204658" y="2246802"/>
                </a:lnTo>
                <a:lnTo>
                  <a:pt x="2203988" y="2246393"/>
                </a:lnTo>
                <a:lnTo>
                  <a:pt x="2203305" y="2245996"/>
                </a:lnTo>
                <a:lnTo>
                  <a:pt x="2202608" y="2245611"/>
                </a:lnTo>
                <a:lnTo>
                  <a:pt x="2201896" y="2245238"/>
                </a:lnTo>
                <a:lnTo>
                  <a:pt x="2201186" y="2244866"/>
                </a:lnTo>
                <a:lnTo>
                  <a:pt x="2200465" y="2244509"/>
                </a:lnTo>
                <a:lnTo>
                  <a:pt x="2199733" y="2244169"/>
                </a:lnTo>
                <a:lnTo>
                  <a:pt x="2198989" y="2243844"/>
                </a:lnTo>
                <a:lnTo>
                  <a:pt x="2198235" y="2243535"/>
                </a:lnTo>
                <a:lnTo>
                  <a:pt x="2197469" y="2243241"/>
                </a:lnTo>
                <a:lnTo>
                  <a:pt x="2196692" y="2242964"/>
                </a:lnTo>
                <a:lnTo>
                  <a:pt x="2195904" y="2242702"/>
                </a:lnTo>
                <a:lnTo>
                  <a:pt x="2195104" y="2242457"/>
                </a:lnTo>
                <a:lnTo>
                  <a:pt x="2194294" y="2242227"/>
                </a:lnTo>
                <a:lnTo>
                  <a:pt x="2193472" y="2242013"/>
                </a:lnTo>
                <a:lnTo>
                  <a:pt x="2192640" y="2241815"/>
                </a:lnTo>
                <a:lnTo>
                  <a:pt x="2191796" y="2241632"/>
                </a:lnTo>
                <a:lnTo>
                  <a:pt x="2190941" y="2241466"/>
                </a:lnTo>
                <a:lnTo>
                  <a:pt x="2190075" y="2241316"/>
                </a:lnTo>
                <a:lnTo>
                  <a:pt x="2189197" y="2241181"/>
                </a:lnTo>
                <a:lnTo>
                  <a:pt x="2188309" y="2241062"/>
                </a:lnTo>
                <a:lnTo>
                  <a:pt x="2187409" y="2240959"/>
                </a:lnTo>
                <a:lnTo>
                  <a:pt x="2186498" y="2240872"/>
                </a:lnTo>
                <a:lnTo>
                  <a:pt x="2185576" y="2240800"/>
                </a:lnTo>
                <a:lnTo>
                  <a:pt x="2184643" y="2240745"/>
                </a:lnTo>
                <a:lnTo>
                  <a:pt x="2183699" y="2240705"/>
                </a:lnTo>
                <a:lnTo>
                  <a:pt x="2182744" y="2240682"/>
                </a:lnTo>
                <a:lnTo>
                  <a:pt x="2181777" y="2240674"/>
                </a:lnTo>
                <a:lnTo>
                  <a:pt x="2179918" y="2240674"/>
                </a:lnTo>
                <a:lnTo>
                  <a:pt x="2178950" y="2240682"/>
                </a:lnTo>
                <a:lnTo>
                  <a:pt x="2177991" y="2240708"/>
                </a:lnTo>
                <a:lnTo>
                  <a:pt x="2177041" y="2240750"/>
                </a:lnTo>
                <a:lnTo>
                  <a:pt x="2176099" y="2240810"/>
                </a:lnTo>
                <a:lnTo>
                  <a:pt x="2175167" y="2240886"/>
                </a:lnTo>
                <a:lnTo>
                  <a:pt x="2174243" y="2240980"/>
                </a:lnTo>
                <a:lnTo>
                  <a:pt x="2173328" y="2241091"/>
                </a:lnTo>
                <a:lnTo>
                  <a:pt x="2172422" y="2241218"/>
                </a:lnTo>
                <a:lnTo>
                  <a:pt x="2171525" y="2241363"/>
                </a:lnTo>
                <a:lnTo>
                  <a:pt x="2170636" y="2241525"/>
                </a:lnTo>
                <a:lnTo>
                  <a:pt x="2169757" y="2241704"/>
                </a:lnTo>
                <a:lnTo>
                  <a:pt x="2168886" y="2241899"/>
                </a:lnTo>
                <a:lnTo>
                  <a:pt x="2168024" y="2242112"/>
                </a:lnTo>
                <a:lnTo>
                  <a:pt x="2167171" y="2242342"/>
                </a:lnTo>
                <a:lnTo>
                  <a:pt x="2166326" y="2242589"/>
                </a:lnTo>
                <a:lnTo>
                  <a:pt x="2165490" y="2242853"/>
                </a:lnTo>
                <a:lnTo>
                  <a:pt x="2164664" y="2243134"/>
                </a:lnTo>
                <a:lnTo>
                  <a:pt x="2163845" y="2243431"/>
                </a:lnTo>
                <a:lnTo>
                  <a:pt x="2163036" y="2243746"/>
                </a:lnTo>
                <a:lnTo>
                  <a:pt x="2162236" y="2244078"/>
                </a:lnTo>
                <a:lnTo>
                  <a:pt x="2161444" y="2244427"/>
                </a:lnTo>
                <a:lnTo>
                  <a:pt x="2160661" y="2244793"/>
                </a:lnTo>
                <a:lnTo>
                  <a:pt x="2159887" y="2245176"/>
                </a:lnTo>
                <a:lnTo>
                  <a:pt x="2159122" y="2245576"/>
                </a:lnTo>
                <a:lnTo>
                  <a:pt x="2158382" y="2245992"/>
                </a:lnTo>
                <a:lnTo>
                  <a:pt x="2157656" y="2246421"/>
                </a:lnTo>
                <a:lnTo>
                  <a:pt x="2156943" y="2246863"/>
                </a:lnTo>
                <a:lnTo>
                  <a:pt x="2156243" y="2247319"/>
                </a:lnTo>
                <a:lnTo>
                  <a:pt x="2155557" y="2247788"/>
                </a:lnTo>
                <a:lnTo>
                  <a:pt x="2154885" y="2248271"/>
                </a:lnTo>
                <a:lnTo>
                  <a:pt x="2154226" y="2248767"/>
                </a:lnTo>
                <a:lnTo>
                  <a:pt x="2153581" y="2249277"/>
                </a:lnTo>
                <a:lnTo>
                  <a:pt x="2152949" y="2249801"/>
                </a:lnTo>
                <a:lnTo>
                  <a:pt x="2152330" y="2250337"/>
                </a:lnTo>
                <a:lnTo>
                  <a:pt x="2151725" y="2250888"/>
                </a:lnTo>
                <a:lnTo>
                  <a:pt x="2151134" y="2251452"/>
                </a:lnTo>
                <a:lnTo>
                  <a:pt x="2150556" y="2252029"/>
                </a:lnTo>
                <a:lnTo>
                  <a:pt x="2149991" y="2252620"/>
                </a:lnTo>
                <a:lnTo>
                  <a:pt x="2149441" y="2253224"/>
                </a:lnTo>
                <a:lnTo>
                  <a:pt x="2148903" y="2253842"/>
                </a:lnTo>
                <a:lnTo>
                  <a:pt x="2148379" y="2254473"/>
                </a:lnTo>
                <a:lnTo>
                  <a:pt x="2147869" y="2255118"/>
                </a:lnTo>
                <a:lnTo>
                  <a:pt x="2147372" y="2255777"/>
                </a:lnTo>
                <a:lnTo>
                  <a:pt x="2146888" y="2256448"/>
                </a:lnTo>
                <a:lnTo>
                  <a:pt x="2146419" y="2257134"/>
                </a:lnTo>
                <a:lnTo>
                  <a:pt x="2145962" y="2257833"/>
                </a:lnTo>
                <a:lnTo>
                  <a:pt x="2145519" y="2258545"/>
                </a:lnTo>
                <a:lnTo>
                  <a:pt x="2145090" y="2259271"/>
                </a:lnTo>
                <a:lnTo>
                  <a:pt x="2144676" y="2259994"/>
                </a:lnTo>
                <a:lnTo>
                  <a:pt x="2144280" y="2260727"/>
                </a:lnTo>
                <a:lnTo>
                  <a:pt x="2143901" y="2261469"/>
                </a:lnTo>
                <a:lnTo>
                  <a:pt x="2143540" y="2262220"/>
                </a:lnTo>
                <a:lnTo>
                  <a:pt x="2143196" y="2262981"/>
                </a:lnTo>
                <a:lnTo>
                  <a:pt x="2142871" y="2263751"/>
                </a:lnTo>
                <a:lnTo>
                  <a:pt x="2142562" y="2264531"/>
                </a:lnTo>
                <a:lnTo>
                  <a:pt x="2142272" y="2265320"/>
                </a:lnTo>
                <a:lnTo>
                  <a:pt x="2141999" y="2266118"/>
                </a:lnTo>
                <a:lnTo>
                  <a:pt x="2141743" y="2266926"/>
                </a:lnTo>
                <a:lnTo>
                  <a:pt x="2141506" y="2267743"/>
                </a:lnTo>
                <a:lnTo>
                  <a:pt x="2141286" y="2268570"/>
                </a:lnTo>
                <a:lnTo>
                  <a:pt x="2141083" y="2269406"/>
                </a:lnTo>
                <a:lnTo>
                  <a:pt x="2140898" y="2270251"/>
                </a:lnTo>
                <a:lnTo>
                  <a:pt x="2140731" y="2271106"/>
                </a:lnTo>
                <a:lnTo>
                  <a:pt x="2140581" y="2271970"/>
                </a:lnTo>
                <a:lnTo>
                  <a:pt x="2140449" y="2272843"/>
                </a:lnTo>
                <a:lnTo>
                  <a:pt x="2140335" y="2273726"/>
                </a:lnTo>
                <a:lnTo>
                  <a:pt x="2140238" y="2274619"/>
                </a:lnTo>
                <a:lnTo>
                  <a:pt x="2140158" y="2275520"/>
                </a:lnTo>
                <a:lnTo>
                  <a:pt x="2140097" y="2276431"/>
                </a:lnTo>
                <a:lnTo>
                  <a:pt x="2140053" y="2277352"/>
                </a:lnTo>
                <a:lnTo>
                  <a:pt x="2140026" y="2278282"/>
                </a:lnTo>
                <a:lnTo>
                  <a:pt x="2140018" y="2279221"/>
                </a:lnTo>
                <a:lnTo>
                  <a:pt x="2140018" y="2279277"/>
                </a:lnTo>
                <a:lnTo>
                  <a:pt x="2140018" y="2279334"/>
                </a:lnTo>
                <a:lnTo>
                  <a:pt x="2140018" y="2279390"/>
                </a:lnTo>
                <a:lnTo>
                  <a:pt x="2140018" y="2279446"/>
                </a:lnTo>
                <a:lnTo>
                  <a:pt x="2140018" y="2279503"/>
                </a:lnTo>
                <a:lnTo>
                  <a:pt x="2140018" y="2279559"/>
                </a:lnTo>
                <a:lnTo>
                  <a:pt x="2140018" y="2279615"/>
                </a:lnTo>
                <a:lnTo>
                  <a:pt x="2140018" y="2279672"/>
                </a:lnTo>
                <a:lnTo>
                  <a:pt x="2140018" y="2279728"/>
                </a:lnTo>
                <a:lnTo>
                  <a:pt x="2140018" y="2279784"/>
                </a:lnTo>
                <a:lnTo>
                  <a:pt x="2140018" y="2279841"/>
                </a:lnTo>
                <a:lnTo>
                  <a:pt x="2140018" y="2279897"/>
                </a:lnTo>
                <a:lnTo>
                  <a:pt x="2140018" y="2279953"/>
                </a:lnTo>
                <a:lnTo>
                  <a:pt x="2140018" y="2280010"/>
                </a:lnTo>
                <a:lnTo>
                  <a:pt x="2140018" y="2280066"/>
                </a:lnTo>
                <a:lnTo>
                  <a:pt x="2140018" y="2280123"/>
                </a:lnTo>
                <a:lnTo>
                  <a:pt x="2140018" y="2280179"/>
                </a:lnTo>
                <a:lnTo>
                  <a:pt x="2140018" y="2280235"/>
                </a:lnTo>
                <a:lnTo>
                  <a:pt x="2140018" y="2280292"/>
                </a:lnTo>
                <a:lnTo>
                  <a:pt x="2140018" y="2280348"/>
                </a:lnTo>
                <a:lnTo>
                  <a:pt x="2140018" y="2280404"/>
                </a:lnTo>
                <a:lnTo>
                  <a:pt x="2140018" y="2280461"/>
                </a:lnTo>
                <a:lnTo>
                  <a:pt x="2140018" y="2280517"/>
                </a:lnTo>
                <a:lnTo>
                  <a:pt x="2140018" y="2280574"/>
                </a:lnTo>
                <a:lnTo>
                  <a:pt x="2140018" y="2280617"/>
                </a:lnTo>
                <a:lnTo>
                  <a:pt x="2140019" y="2280663"/>
                </a:lnTo>
                <a:lnTo>
                  <a:pt x="2140020" y="2280711"/>
                </a:lnTo>
                <a:lnTo>
                  <a:pt x="2140022" y="2280761"/>
                </a:lnTo>
                <a:lnTo>
                  <a:pt x="2140025" y="2280814"/>
                </a:lnTo>
                <a:lnTo>
                  <a:pt x="2140028" y="2280869"/>
                </a:lnTo>
                <a:lnTo>
                  <a:pt x="2140032" y="2280927"/>
                </a:lnTo>
                <a:lnTo>
                  <a:pt x="2140036" y="2280987"/>
                </a:lnTo>
                <a:lnTo>
                  <a:pt x="2140041" y="2281049"/>
                </a:lnTo>
                <a:lnTo>
                  <a:pt x="2140047" y="2281114"/>
                </a:lnTo>
                <a:lnTo>
                  <a:pt x="2140053" y="2281180"/>
                </a:lnTo>
                <a:lnTo>
                  <a:pt x="2140060" y="2281250"/>
                </a:lnTo>
                <a:lnTo>
                  <a:pt x="2140067" y="2281321"/>
                </a:lnTo>
                <a:lnTo>
                  <a:pt x="2140075" y="2281395"/>
                </a:lnTo>
                <a:lnTo>
                  <a:pt x="2140084" y="2281472"/>
                </a:lnTo>
                <a:lnTo>
                  <a:pt x="2140093" y="2281550"/>
                </a:lnTo>
                <a:lnTo>
                  <a:pt x="2140103" y="2281631"/>
                </a:lnTo>
                <a:lnTo>
                  <a:pt x="2140113" y="2281715"/>
                </a:lnTo>
                <a:lnTo>
                  <a:pt x="2140124" y="2281800"/>
                </a:lnTo>
                <a:lnTo>
                  <a:pt x="2140135" y="2281888"/>
                </a:lnTo>
                <a:lnTo>
                  <a:pt x="2140147" y="2281979"/>
                </a:lnTo>
                <a:lnTo>
                  <a:pt x="2140160" y="2282072"/>
                </a:lnTo>
                <a:lnTo>
                  <a:pt x="2140173" y="2282167"/>
                </a:lnTo>
                <a:lnTo>
                  <a:pt x="2140187" y="2282264"/>
                </a:lnTo>
                <a:lnTo>
                  <a:pt x="2156248" y="2282264"/>
                </a:lnTo>
                <a:lnTo>
                  <a:pt x="2156234" y="2282180"/>
                </a:lnTo>
                <a:lnTo>
                  <a:pt x="2156221" y="2282095"/>
                </a:lnTo>
                <a:lnTo>
                  <a:pt x="2156208" y="2282011"/>
                </a:lnTo>
                <a:lnTo>
                  <a:pt x="2156196" y="2281926"/>
                </a:lnTo>
                <a:lnTo>
                  <a:pt x="2156185" y="2281841"/>
                </a:lnTo>
                <a:lnTo>
                  <a:pt x="2156174" y="2281757"/>
                </a:lnTo>
                <a:lnTo>
                  <a:pt x="2156164" y="2281672"/>
                </a:lnTo>
                <a:lnTo>
                  <a:pt x="2156154" y="2281588"/>
                </a:lnTo>
                <a:lnTo>
                  <a:pt x="2156145" y="2281503"/>
                </a:lnTo>
                <a:lnTo>
                  <a:pt x="2156136" y="2281419"/>
                </a:lnTo>
                <a:lnTo>
                  <a:pt x="2156129" y="2281334"/>
                </a:lnTo>
                <a:lnTo>
                  <a:pt x="2156121" y="2281250"/>
                </a:lnTo>
                <a:lnTo>
                  <a:pt x="2156114" y="2281165"/>
                </a:lnTo>
                <a:lnTo>
                  <a:pt x="2156108" y="2281081"/>
                </a:lnTo>
                <a:lnTo>
                  <a:pt x="2156103" y="2280996"/>
                </a:lnTo>
                <a:lnTo>
                  <a:pt x="2156098" y="2280912"/>
                </a:lnTo>
                <a:lnTo>
                  <a:pt x="2156093" y="2280827"/>
                </a:lnTo>
                <a:lnTo>
                  <a:pt x="2156090" y="2280742"/>
                </a:lnTo>
                <a:lnTo>
                  <a:pt x="2156086" y="2280658"/>
                </a:lnTo>
                <a:lnTo>
                  <a:pt x="2156084" y="2280573"/>
                </a:lnTo>
                <a:lnTo>
                  <a:pt x="2156082" y="2280489"/>
                </a:lnTo>
                <a:lnTo>
                  <a:pt x="2156080" y="2280404"/>
                </a:lnTo>
                <a:lnTo>
                  <a:pt x="2156079" y="2280320"/>
                </a:lnTo>
                <a:lnTo>
                  <a:pt x="2156079" y="2280235"/>
                </a:lnTo>
                <a:lnTo>
                  <a:pt x="2156079" y="2280136"/>
                </a:lnTo>
                <a:lnTo>
                  <a:pt x="2156079" y="2280037"/>
                </a:lnTo>
                <a:lnTo>
                  <a:pt x="2156079" y="2279937"/>
                </a:lnTo>
                <a:lnTo>
                  <a:pt x="2156079" y="2279836"/>
                </a:lnTo>
                <a:lnTo>
                  <a:pt x="2156079" y="2279735"/>
                </a:lnTo>
                <a:lnTo>
                  <a:pt x="2156079" y="2279633"/>
                </a:lnTo>
                <a:lnTo>
                  <a:pt x="2156079" y="2279531"/>
                </a:lnTo>
                <a:lnTo>
                  <a:pt x="2156079" y="2279427"/>
                </a:lnTo>
                <a:lnTo>
                  <a:pt x="2156079" y="2279324"/>
                </a:lnTo>
                <a:lnTo>
                  <a:pt x="2156079" y="2279220"/>
                </a:lnTo>
                <a:lnTo>
                  <a:pt x="2156079" y="2279115"/>
                </a:lnTo>
                <a:lnTo>
                  <a:pt x="2156079" y="2279010"/>
                </a:lnTo>
                <a:lnTo>
                  <a:pt x="2156079" y="2278904"/>
                </a:lnTo>
                <a:lnTo>
                  <a:pt x="2156079" y="2278797"/>
                </a:lnTo>
                <a:lnTo>
                  <a:pt x="2156079" y="2278690"/>
                </a:lnTo>
                <a:lnTo>
                  <a:pt x="2156079" y="2278582"/>
                </a:lnTo>
                <a:lnTo>
                  <a:pt x="2156079" y="2278474"/>
                </a:lnTo>
                <a:lnTo>
                  <a:pt x="2156079" y="2278365"/>
                </a:lnTo>
                <a:lnTo>
                  <a:pt x="2156079" y="2278256"/>
                </a:lnTo>
                <a:lnTo>
                  <a:pt x="2156079" y="2278145"/>
                </a:lnTo>
                <a:lnTo>
                  <a:pt x="2156079" y="2278035"/>
                </a:lnTo>
                <a:lnTo>
                  <a:pt x="2156079" y="2277924"/>
                </a:lnTo>
                <a:lnTo>
                  <a:pt x="2156079" y="2277812"/>
                </a:lnTo>
                <a:lnTo>
                  <a:pt x="2156079" y="2277699"/>
                </a:lnTo>
                <a:lnTo>
                  <a:pt x="2156084" y="2277153"/>
                </a:lnTo>
                <a:lnTo>
                  <a:pt x="2156100" y="2276611"/>
                </a:lnTo>
                <a:lnTo>
                  <a:pt x="2156126" y="2276075"/>
                </a:lnTo>
                <a:lnTo>
                  <a:pt x="2156163" y="2275544"/>
                </a:lnTo>
                <a:lnTo>
                  <a:pt x="2156211" y="2275018"/>
                </a:lnTo>
                <a:lnTo>
                  <a:pt x="2156269" y="2274498"/>
                </a:lnTo>
                <a:lnTo>
                  <a:pt x="2156338" y="2273983"/>
                </a:lnTo>
                <a:lnTo>
                  <a:pt x="2156417" y="2273473"/>
                </a:lnTo>
                <a:lnTo>
                  <a:pt x="2156507" y="2272968"/>
                </a:lnTo>
                <a:lnTo>
                  <a:pt x="2156607" y="2272469"/>
                </a:lnTo>
                <a:lnTo>
                  <a:pt x="2156718" y="2271975"/>
                </a:lnTo>
                <a:lnTo>
                  <a:pt x="2156840" y="2271486"/>
                </a:lnTo>
                <a:lnTo>
                  <a:pt x="2156972" y="2271003"/>
                </a:lnTo>
                <a:lnTo>
                  <a:pt x="2157114" y="2270525"/>
                </a:lnTo>
                <a:lnTo>
                  <a:pt x="2157268" y="2270052"/>
                </a:lnTo>
                <a:lnTo>
                  <a:pt x="2157431" y="2269584"/>
                </a:lnTo>
                <a:lnTo>
                  <a:pt x="2157606" y="2269122"/>
                </a:lnTo>
                <a:lnTo>
                  <a:pt x="2157791" y="2268665"/>
                </a:lnTo>
                <a:lnTo>
                  <a:pt x="2157986" y="2268213"/>
                </a:lnTo>
                <a:lnTo>
                  <a:pt x="2158192" y="2267767"/>
                </a:lnTo>
                <a:lnTo>
                  <a:pt x="2158409" y="2267326"/>
                </a:lnTo>
                <a:lnTo>
                  <a:pt x="2158636" y="2266890"/>
                </a:lnTo>
                <a:lnTo>
                  <a:pt x="2158874" y="2266459"/>
                </a:lnTo>
                <a:lnTo>
                  <a:pt x="2159122" y="2266034"/>
                </a:lnTo>
                <a:lnTo>
                  <a:pt x="2159393" y="2265601"/>
                </a:lnTo>
                <a:lnTo>
                  <a:pt x="2159672" y="2265177"/>
                </a:lnTo>
                <a:lnTo>
                  <a:pt x="2159957" y="2264760"/>
                </a:lnTo>
                <a:lnTo>
                  <a:pt x="2160249" y="2264352"/>
                </a:lnTo>
                <a:lnTo>
                  <a:pt x="2160549" y="2263953"/>
                </a:lnTo>
                <a:lnTo>
                  <a:pt x="2160855" y="2263561"/>
                </a:lnTo>
                <a:lnTo>
                  <a:pt x="2161169" y="2263178"/>
                </a:lnTo>
                <a:lnTo>
                  <a:pt x="2161489" y="2262803"/>
                </a:lnTo>
                <a:lnTo>
                  <a:pt x="2161817" y="2262436"/>
                </a:lnTo>
                <a:lnTo>
                  <a:pt x="2162151" y="2262077"/>
                </a:lnTo>
                <a:lnTo>
                  <a:pt x="2162493" y="2261727"/>
                </a:lnTo>
                <a:lnTo>
                  <a:pt x="2162842" y="2261384"/>
                </a:lnTo>
                <a:lnTo>
                  <a:pt x="2163197" y="2261050"/>
                </a:lnTo>
                <a:lnTo>
                  <a:pt x="2163560" y="2260724"/>
                </a:lnTo>
                <a:lnTo>
                  <a:pt x="2163930" y="2260407"/>
                </a:lnTo>
                <a:lnTo>
                  <a:pt x="2164307" y="2260097"/>
                </a:lnTo>
                <a:lnTo>
                  <a:pt x="2164691" y="2259796"/>
                </a:lnTo>
                <a:lnTo>
                  <a:pt x="2165082" y="2259503"/>
                </a:lnTo>
                <a:lnTo>
                  <a:pt x="2165480" y="2259219"/>
                </a:lnTo>
                <a:lnTo>
                  <a:pt x="2165885" y="2258942"/>
                </a:lnTo>
                <a:lnTo>
                  <a:pt x="2166297" y="2258674"/>
                </a:lnTo>
                <a:lnTo>
                  <a:pt x="2166716" y="2258414"/>
                </a:lnTo>
                <a:lnTo>
                  <a:pt x="2167142" y="2258162"/>
                </a:lnTo>
                <a:lnTo>
                  <a:pt x="2167576" y="2257918"/>
                </a:lnTo>
                <a:lnTo>
                  <a:pt x="2168029" y="2257670"/>
                </a:lnTo>
                <a:lnTo>
                  <a:pt x="2168487" y="2257432"/>
                </a:lnTo>
                <a:lnTo>
                  <a:pt x="2168949" y="2257205"/>
                </a:lnTo>
                <a:lnTo>
                  <a:pt x="2169417" y="2256988"/>
                </a:lnTo>
                <a:lnTo>
                  <a:pt x="2169889" y="2256782"/>
                </a:lnTo>
                <a:lnTo>
                  <a:pt x="2170365" y="2256587"/>
                </a:lnTo>
                <a:lnTo>
                  <a:pt x="2170847" y="2256402"/>
                </a:lnTo>
                <a:lnTo>
                  <a:pt x="2171333" y="2256228"/>
                </a:lnTo>
                <a:lnTo>
                  <a:pt x="2171823" y="2256064"/>
                </a:lnTo>
                <a:lnTo>
                  <a:pt x="2172319" y="2255911"/>
                </a:lnTo>
                <a:lnTo>
                  <a:pt x="2172819" y="2255768"/>
                </a:lnTo>
                <a:lnTo>
                  <a:pt x="2173324" y="2255636"/>
                </a:lnTo>
                <a:lnTo>
                  <a:pt x="2173833" y="2255515"/>
                </a:lnTo>
                <a:lnTo>
                  <a:pt x="2174348" y="2255404"/>
                </a:lnTo>
                <a:lnTo>
                  <a:pt x="2174867" y="2255303"/>
                </a:lnTo>
                <a:lnTo>
                  <a:pt x="2175390" y="2255213"/>
                </a:lnTo>
                <a:lnTo>
                  <a:pt x="2175919" y="2255134"/>
                </a:lnTo>
                <a:lnTo>
                  <a:pt x="2176452" y="2255065"/>
                </a:lnTo>
                <a:lnTo>
                  <a:pt x="2176989" y="2255007"/>
                </a:lnTo>
                <a:lnTo>
                  <a:pt x="2177532" y="2254960"/>
                </a:lnTo>
                <a:lnTo>
                  <a:pt x="2178079" y="2254923"/>
                </a:lnTo>
                <a:lnTo>
                  <a:pt x="2178631" y="2254896"/>
                </a:lnTo>
                <a:lnTo>
                  <a:pt x="2179187" y="2254881"/>
                </a:lnTo>
                <a:lnTo>
                  <a:pt x="2179748" y="2254875"/>
                </a:lnTo>
                <a:lnTo>
                  <a:pt x="2180669" y="2254886"/>
                </a:lnTo>
                <a:lnTo>
                  <a:pt x="2181571" y="2254916"/>
                </a:lnTo>
                <a:lnTo>
                  <a:pt x="2182453" y="2254968"/>
                </a:lnTo>
                <a:lnTo>
                  <a:pt x="2183318" y="2255040"/>
                </a:lnTo>
                <a:lnTo>
                  <a:pt x="2184163" y="2255132"/>
                </a:lnTo>
                <a:lnTo>
                  <a:pt x="2184989" y="2255245"/>
                </a:lnTo>
                <a:lnTo>
                  <a:pt x="2185797" y="2255379"/>
                </a:lnTo>
                <a:lnTo>
                  <a:pt x="2186586" y="2255533"/>
                </a:lnTo>
                <a:lnTo>
                  <a:pt x="2187356" y="2255707"/>
                </a:lnTo>
                <a:lnTo>
                  <a:pt x="2188108" y="2255903"/>
                </a:lnTo>
                <a:lnTo>
                  <a:pt x="2188840" y="2256118"/>
                </a:lnTo>
                <a:lnTo>
                  <a:pt x="2189554" y="2256355"/>
                </a:lnTo>
                <a:lnTo>
                  <a:pt x="2190249" y="2256611"/>
                </a:lnTo>
                <a:lnTo>
                  <a:pt x="2190926" y="2256889"/>
                </a:lnTo>
                <a:lnTo>
                  <a:pt x="2191583" y="2257187"/>
                </a:lnTo>
                <a:lnTo>
                  <a:pt x="2192222" y="2257505"/>
                </a:lnTo>
                <a:lnTo>
                  <a:pt x="2192842" y="2257844"/>
                </a:lnTo>
                <a:lnTo>
                  <a:pt x="2193443" y="2258204"/>
                </a:lnTo>
                <a:lnTo>
                  <a:pt x="2194025" y="2258584"/>
                </a:lnTo>
                <a:lnTo>
                  <a:pt x="2194589" y="2258984"/>
                </a:lnTo>
                <a:lnTo>
                  <a:pt x="2195133" y="2259406"/>
                </a:lnTo>
                <a:lnTo>
                  <a:pt x="2195659" y="2259847"/>
                </a:lnTo>
                <a:lnTo>
                  <a:pt x="2196167" y="2260310"/>
                </a:lnTo>
                <a:lnTo>
                  <a:pt x="2196655" y="2260792"/>
                </a:lnTo>
                <a:lnTo>
                  <a:pt x="2197124" y="2261292"/>
                </a:lnTo>
                <a:lnTo>
                  <a:pt x="2197573" y="2261806"/>
                </a:lnTo>
                <a:lnTo>
                  <a:pt x="2198002" y="2262333"/>
                </a:lnTo>
                <a:lnTo>
                  <a:pt x="2198412" y="2262873"/>
                </a:lnTo>
                <a:lnTo>
                  <a:pt x="2198801" y="2263427"/>
                </a:lnTo>
                <a:lnTo>
                  <a:pt x="2199170" y="2263994"/>
                </a:lnTo>
                <a:lnTo>
                  <a:pt x="2199519" y="2264575"/>
                </a:lnTo>
                <a:lnTo>
                  <a:pt x="2199849" y="2265169"/>
                </a:lnTo>
                <a:lnTo>
                  <a:pt x="2200158" y="2265777"/>
                </a:lnTo>
                <a:lnTo>
                  <a:pt x="2200447" y="2266399"/>
                </a:lnTo>
                <a:lnTo>
                  <a:pt x="2200717" y="2267034"/>
                </a:lnTo>
                <a:lnTo>
                  <a:pt x="2200966" y="2267682"/>
                </a:lnTo>
                <a:lnTo>
                  <a:pt x="2201196" y="2268344"/>
                </a:lnTo>
                <a:lnTo>
                  <a:pt x="2201406" y="2269019"/>
                </a:lnTo>
                <a:lnTo>
                  <a:pt x="2201595" y="2269708"/>
                </a:lnTo>
                <a:lnTo>
                  <a:pt x="2201765" y="2270411"/>
                </a:lnTo>
                <a:lnTo>
                  <a:pt x="2201914" y="2271126"/>
                </a:lnTo>
                <a:lnTo>
                  <a:pt x="2202044" y="2271856"/>
                </a:lnTo>
                <a:lnTo>
                  <a:pt x="2202154" y="2272599"/>
                </a:lnTo>
                <a:lnTo>
                  <a:pt x="2202244" y="2273355"/>
                </a:lnTo>
                <a:lnTo>
                  <a:pt x="2202314" y="2274125"/>
                </a:lnTo>
                <a:lnTo>
                  <a:pt x="2202364" y="2274908"/>
                </a:lnTo>
                <a:lnTo>
                  <a:pt x="2202394" y="2275705"/>
                </a:lnTo>
                <a:lnTo>
                  <a:pt x="2202404" y="2276516"/>
                </a:lnTo>
                <a:lnTo>
                  <a:pt x="2202396" y="2277174"/>
                </a:lnTo>
                <a:lnTo>
                  <a:pt x="2202375" y="2277826"/>
                </a:lnTo>
                <a:lnTo>
                  <a:pt x="2202340" y="2278471"/>
                </a:lnTo>
                <a:lnTo>
                  <a:pt x="2202291" y="2279108"/>
                </a:lnTo>
                <a:lnTo>
                  <a:pt x="2202227" y="2279739"/>
                </a:lnTo>
                <a:lnTo>
                  <a:pt x="2202150" y="2280362"/>
                </a:lnTo>
                <a:lnTo>
                  <a:pt x="2202058" y="2280978"/>
                </a:lnTo>
                <a:lnTo>
                  <a:pt x="2201953" y="2281588"/>
                </a:lnTo>
                <a:lnTo>
                  <a:pt x="2201833" y="2282190"/>
                </a:lnTo>
                <a:lnTo>
                  <a:pt x="2201699" y="2282785"/>
                </a:lnTo>
                <a:lnTo>
                  <a:pt x="2201551" y="2283374"/>
                </a:lnTo>
                <a:lnTo>
                  <a:pt x="2201389" y="2283955"/>
                </a:lnTo>
                <a:lnTo>
                  <a:pt x="2201213" y="2284529"/>
                </a:lnTo>
                <a:lnTo>
                  <a:pt x="2201023" y="2285096"/>
                </a:lnTo>
                <a:lnTo>
                  <a:pt x="2200818" y="2285656"/>
                </a:lnTo>
                <a:lnTo>
                  <a:pt x="2200600" y="2286209"/>
                </a:lnTo>
                <a:lnTo>
                  <a:pt x="2200368" y="2286755"/>
                </a:lnTo>
                <a:lnTo>
                  <a:pt x="2200121" y="2287294"/>
                </a:lnTo>
                <a:lnTo>
                  <a:pt x="2199860" y="2287826"/>
                </a:lnTo>
                <a:lnTo>
                  <a:pt x="2199586" y="2288351"/>
                </a:lnTo>
                <a:lnTo>
                  <a:pt x="2199297" y="2288868"/>
                </a:lnTo>
                <a:lnTo>
                  <a:pt x="2198994" y="2289379"/>
                </a:lnTo>
                <a:lnTo>
                  <a:pt x="2198677" y="2289883"/>
                </a:lnTo>
                <a:lnTo>
                  <a:pt x="2198346" y="2290379"/>
                </a:lnTo>
                <a:lnTo>
                  <a:pt x="2198019" y="2290855"/>
                </a:lnTo>
                <a:lnTo>
                  <a:pt x="2197687" y="2291323"/>
                </a:lnTo>
                <a:lnTo>
                  <a:pt x="2197350" y="2291785"/>
                </a:lnTo>
                <a:lnTo>
                  <a:pt x="2197007" y="2292239"/>
                </a:lnTo>
                <a:lnTo>
                  <a:pt x="2196660" y="2292686"/>
                </a:lnTo>
                <a:lnTo>
                  <a:pt x="2196306" y="2293127"/>
                </a:lnTo>
                <a:lnTo>
                  <a:pt x="2195948" y="2293560"/>
                </a:lnTo>
                <a:lnTo>
                  <a:pt x="2195584" y="2293986"/>
                </a:lnTo>
                <a:lnTo>
                  <a:pt x="2195215" y="2294405"/>
                </a:lnTo>
                <a:lnTo>
                  <a:pt x="2194841" y="2294817"/>
                </a:lnTo>
                <a:lnTo>
                  <a:pt x="2194462" y="2295222"/>
                </a:lnTo>
                <a:lnTo>
                  <a:pt x="2194077" y="2295620"/>
                </a:lnTo>
                <a:lnTo>
                  <a:pt x="2193687" y="2296011"/>
                </a:lnTo>
                <a:lnTo>
                  <a:pt x="2193291" y="2296395"/>
                </a:lnTo>
                <a:lnTo>
                  <a:pt x="2192891" y="2296772"/>
                </a:lnTo>
                <a:lnTo>
                  <a:pt x="2192485" y="2297142"/>
                </a:lnTo>
                <a:lnTo>
                  <a:pt x="2192074" y="2297505"/>
                </a:lnTo>
                <a:lnTo>
                  <a:pt x="2191657" y="2297861"/>
                </a:lnTo>
                <a:lnTo>
                  <a:pt x="2191235" y="2298209"/>
                </a:lnTo>
                <a:lnTo>
                  <a:pt x="2190808" y="2298551"/>
                </a:lnTo>
                <a:lnTo>
                  <a:pt x="2190376" y="2298886"/>
                </a:lnTo>
                <a:lnTo>
                  <a:pt x="2189938" y="2299213"/>
                </a:lnTo>
                <a:lnTo>
                  <a:pt x="2189495" y="2299534"/>
                </a:lnTo>
                <a:lnTo>
                  <a:pt x="2189047" y="2299847"/>
                </a:lnTo>
                <a:lnTo>
                  <a:pt x="2155065" y="2322164"/>
                </a:lnTo>
                <a:lnTo>
                  <a:pt x="2154382" y="2322632"/>
                </a:lnTo>
                <a:lnTo>
                  <a:pt x="2153714" y="2323108"/>
                </a:lnTo>
                <a:lnTo>
                  <a:pt x="2153062" y="2323590"/>
                </a:lnTo>
                <a:lnTo>
                  <a:pt x="2152425" y="2324080"/>
                </a:lnTo>
                <a:lnTo>
                  <a:pt x="2151804" y="2324577"/>
                </a:lnTo>
                <a:lnTo>
                  <a:pt x="2151197" y="2325080"/>
                </a:lnTo>
                <a:lnTo>
                  <a:pt x="2150606" y="2325591"/>
                </a:lnTo>
                <a:lnTo>
                  <a:pt x="2150030" y="2326109"/>
                </a:lnTo>
                <a:lnTo>
                  <a:pt x="2149470" y="2326634"/>
                </a:lnTo>
                <a:lnTo>
                  <a:pt x="2148924" y="2327165"/>
                </a:lnTo>
                <a:lnTo>
                  <a:pt x="2148394" y="2327704"/>
                </a:lnTo>
                <a:lnTo>
                  <a:pt x="2147879" y="2328250"/>
                </a:lnTo>
                <a:lnTo>
                  <a:pt x="2147380" y="2328803"/>
                </a:lnTo>
                <a:lnTo>
                  <a:pt x="2146895" y="2329363"/>
                </a:lnTo>
                <a:lnTo>
                  <a:pt x="2146426" y="2329930"/>
                </a:lnTo>
                <a:lnTo>
                  <a:pt x="2145973" y="2330505"/>
                </a:lnTo>
                <a:lnTo>
                  <a:pt x="2145534" y="2331086"/>
                </a:lnTo>
                <a:lnTo>
                  <a:pt x="2145111" y="2331674"/>
                </a:lnTo>
                <a:lnTo>
                  <a:pt x="2144703" y="2332269"/>
                </a:lnTo>
                <a:lnTo>
                  <a:pt x="2144310" y="2332871"/>
                </a:lnTo>
                <a:lnTo>
                  <a:pt x="2143933" y="2333481"/>
                </a:lnTo>
                <a:lnTo>
                  <a:pt x="2143570" y="2334097"/>
                </a:lnTo>
                <a:lnTo>
                  <a:pt x="2143223" y="2334721"/>
                </a:lnTo>
                <a:lnTo>
                  <a:pt x="2142892" y="2335351"/>
                </a:lnTo>
                <a:lnTo>
                  <a:pt x="2142574" y="2335976"/>
                </a:lnTo>
                <a:lnTo>
                  <a:pt x="2142271" y="2336612"/>
                </a:lnTo>
                <a:lnTo>
                  <a:pt x="2141980" y="2337258"/>
                </a:lnTo>
                <a:lnTo>
                  <a:pt x="2141704" y="2337915"/>
                </a:lnTo>
                <a:lnTo>
                  <a:pt x="2141440" y="2338583"/>
                </a:lnTo>
                <a:lnTo>
                  <a:pt x="2141191" y="2339261"/>
                </a:lnTo>
                <a:lnTo>
                  <a:pt x="2140954" y="2339949"/>
                </a:lnTo>
                <a:lnTo>
                  <a:pt x="2140731" y="2340649"/>
                </a:lnTo>
                <a:lnTo>
                  <a:pt x="2140522" y="2341358"/>
                </a:lnTo>
                <a:lnTo>
                  <a:pt x="2140326" y="2342079"/>
                </a:lnTo>
                <a:lnTo>
                  <a:pt x="2140144" y="2342810"/>
                </a:lnTo>
                <a:lnTo>
                  <a:pt x="2139975" y="2343551"/>
                </a:lnTo>
                <a:lnTo>
                  <a:pt x="2139820" y="2344303"/>
                </a:lnTo>
                <a:lnTo>
                  <a:pt x="2139678" y="2345066"/>
                </a:lnTo>
                <a:lnTo>
                  <a:pt x="2139550" y="2345839"/>
                </a:lnTo>
                <a:lnTo>
                  <a:pt x="2139435" y="2346622"/>
                </a:lnTo>
                <a:lnTo>
                  <a:pt x="2139334" y="2347417"/>
                </a:lnTo>
                <a:lnTo>
                  <a:pt x="2139246" y="2348221"/>
                </a:lnTo>
                <a:lnTo>
                  <a:pt x="2139172" y="2349037"/>
                </a:lnTo>
                <a:lnTo>
                  <a:pt x="2139111" y="2349863"/>
                </a:lnTo>
                <a:lnTo>
                  <a:pt x="2139064" y="2350699"/>
                </a:lnTo>
                <a:lnTo>
                  <a:pt x="2139030" y="2351546"/>
                </a:lnTo>
                <a:lnTo>
                  <a:pt x="2139010" y="2352404"/>
                </a:lnTo>
                <a:lnTo>
                  <a:pt x="2139003" y="2353272"/>
                </a:lnTo>
                <a:lnTo>
                  <a:pt x="2139003" y="2358344"/>
                </a:lnTo>
                <a:lnTo>
                  <a:pt x="2220324" y="2358344"/>
                </a:lnTo>
                <a:lnTo>
                  <a:pt x="2220324" y="2343466"/>
                </a:lnTo>
                <a:lnTo>
                  <a:pt x="2159291" y="2343466"/>
                </a:lnTo>
                <a:lnTo>
                  <a:pt x="2159320" y="2343311"/>
                </a:lnTo>
                <a:lnTo>
                  <a:pt x="2159351" y="2343155"/>
                </a:lnTo>
                <a:lnTo>
                  <a:pt x="2159384" y="2342999"/>
                </a:lnTo>
                <a:lnTo>
                  <a:pt x="2159418" y="2342842"/>
                </a:lnTo>
                <a:lnTo>
                  <a:pt x="2159454" y="2342684"/>
                </a:lnTo>
                <a:close/>
                <a:moveTo>
                  <a:pt x="2287712" y="2359690"/>
                </a:moveTo>
                <a:lnTo>
                  <a:pt x="2288618" y="2359584"/>
                </a:lnTo>
                <a:lnTo>
                  <a:pt x="2289515" y="2359464"/>
                </a:lnTo>
                <a:lnTo>
                  <a:pt x="2290404" y="2359331"/>
                </a:lnTo>
                <a:lnTo>
                  <a:pt x="2291283" y="2359183"/>
                </a:lnTo>
                <a:lnTo>
                  <a:pt x="2292154" y="2359021"/>
                </a:lnTo>
                <a:lnTo>
                  <a:pt x="2293016" y="2358844"/>
                </a:lnTo>
                <a:lnTo>
                  <a:pt x="2293870" y="2358654"/>
                </a:lnTo>
                <a:lnTo>
                  <a:pt x="2294714" y="2358450"/>
                </a:lnTo>
                <a:lnTo>
                  <a:pt x="2295550" y="2358232"/>
                </a:lnTo>
                <a:lnTo>
                  <a:pt x="2296377" y="2357999"/>
                </a:lnTo>
                <a:lnTo>
                  <a:pt x="2297195" y="2357753"/>
                </a:lnTo>
                <a:lnTo>
                  <a:pt x="2298004" y="2357492"/>
                </a:lnTo>
                <a:lnTo>
                  <a:pt x="2298804" y="2357217"/>
                </a:lnTo>
                <a:lnTo>
                  <a:pt x="2299596" y="2356928"/>
                </a:lnTo>
                <a:lnTo>
                  <a:pt x="2300379" y="2356626"/>
                </a:lnTo>
                <a:lnTo>
                  <a:pt x="2301153" y="2356309"/>
                </a:lnTo>
                <a:lnTo>
                  <a:pt x="2301918" y="2355977"/>
                </a:lnTo>
                <a:lnTo>
                  <a:pt x="2302672" y="2355620"/>
                </a:lnTo>
                <a:lnTo>
                  <a:pt x="2303411" y="2355252"/>
                </a:lnTo>
                <a:lnTo>
                  <a:pt x="2304137" y="2354873"/>
                </a:lnTo>
                <a:lnTo>
                  <a:pt x="2304848" y="2354484"/>
                </a:lnTo>
                <a:lnTo>
                  <a:pt x="2305546" y="2354084"/>
                </a:lnTo>
                <a:lnTo>
                  <a:pt x="2306229" y="2353674"/>
                </a:lnTo>
                <a:lnTo>
                  <a:pt x="2306898" y="2353253"/>
                </a:lnTo>
                <a:lnTo>
                  <a:pt x="2307553" y="2352821"/>
                </a:lnTo>
                <a:lnTo>
                  <a:pt x="2308194" y="2352379"/>
                </a:lnTo>
                <a:lnTo>
                  <a:pt x="2308821" y="2351927"/>
                </a:lnTo>
                <a:lnTo>
                  <a:pt x="2309434" y="2351464"/>
                </a:lnTo>
                <a:lnTo>
                  <a:pt x="2310033" y="2350990"/>
                </a:lnTo>
                <a:lnTo>
                  <a:pt x="2310618" y="2350506"/>
                </a:lnTo>
                <a:lnTo>
                  <a:pt x="2311188" y="2350011"/>
                </a:lnTo>
                <a:lnTo>
                  <a:pt x="2311745" y="2349505"/>
                </a:lnTo>
                <a:lnTo>
                  <a:pt x="2312287" y="2348989"/>
                </a:lnTo>
                <a:lnTo>
                  <a:pt x="2312816" y="2348463"/>
                </a:lnTo>
                <a:lnTo>
                  <a:pt x="2313330" y="2347925"/>
                </a:lnTo>
                <a:lnTo>
                  <a:pt x="2313830" y="2347378"/>
                </a:lnTo>
                <a:lnTo>
                  <a:pt x="2314316" y="2346820"/>
                </a:lnTo>
                <a:lnTo>
                  <a:pt x="2314788" y="2346251"/>
                </a:lnTo>
                <a:lnTo>
                  <a:pt x="2315246" y="2345671"/>
                </a:lnTo>
                <a:lnTo>
                  <a:pt x="2315690" y="2345081"/>
                </a:lnTo>
                <a:lnTo>
                  <a:pt x="2316120" y="2344481"/>
                </a:lnTo>
                <a:lnTo>
                  <a:pt x="2316547" y="2343857"/>
                </a:lnTo>
                <a:lnTo>
                  <a:pt x="2316957" y="2343224"/>
                </a:lnTo>
                <a:lnTo>
                  <a:pt x="2317348" y="2342584"/>
                </a:lnTo>
                <a:lnTo>
                  <a:pt x="2317721" y="2341935"/>
                </a:lnTo>
                <a:lnTo>
                  <a:pt x="2318076" y="2341278"/>
                </a:lnTo>
                <a:lnTo>
                  <a:pt x="2318413" y="2340613"/>
                </a:lnTo>
                <a:lnTo>
                  <a:pt x="2318731" y="2339940"/>
                </a:lnTo>
                <a:lnTo>
                  <a:pt x="2319031" y="2339258"/>
                </a:lnTo>
                <a:lnTo>
                  <a:pt x="2319313" y="2338569"/>
                </a:lnTo>
                <a:lnTo>
                  <a:pt x="2319577" y="2337871"/>
                </a:lnTo>
                <a:lnTo>
                  <a:pt x="2319823" y="2337164"/>
                </a:lnTo>
                <a:lnTo>
                  <a:pt x="2320050" y="2336450"/>
                </a:lnTo>
                <a:lnTo>
                  <a:pt x="2320260" y="2335727"/>
                </a:lnTo>
                <a:lnTo>
                  <a:pt x="2320451" y="2334996"/>
                </a:lnTo>
                <a:lnTo>
                  <a:pt x="2320624" y="2334257"/>
                </a:lnTo>
                <a:lnTo>
                  <a:pt x="2320778" y="2333510"/>
                </a:lnTo>
                <a:lnTo>
                  <a:pt x="2320915" y="2332755"/>
                </a:lnTo>
                <a:lnTo>
                  <a:pt x="2321033" y="2331991"/>
                </a:lnTo>
                <a:lnTo>
                  <a:pt x="2321133" y="2331219"/>
                </a:lnTo>
                <a:lnTo>
                  <a:pt x="2321215" y="2330439"/>
                </a:lnTo>
                <a:lnTo>
                  <a:pt x="2321279" y="2329650"/>
                </a:lnTo>
                <a:lnTo>
                  <a:pt x="2321324" y="2328854"/>
                </a:lnTo>
                <a:lnTo>
                  <a:pt x="2321351" y="2328049"/>
                </a:lnTo>
                <a:lnTo>
                  <a:pt x="2321361" y="2327236"/>
                </a:lnTo>
                <a:lnTo>
                  <a:pt x="2321350" y="2326286"/>
                </a:lnTo>
                <a:lnTo>
                  <a:pt x="2321319" y="2325350"/>
                </a:lnTo>
                <a:lnTo>
                  <a:pt x="2321268" y="2324431"/>
                </a:lnTo>
                <a:lnTo>
                  <a:pt x="2321196" y="2323526"/>
                </a:lnTo>
                <a:lnTo>
                  <a:pt x="2321104" y="2322637"/>
                </a:lnTo>
                <a:lnTo>
                  <a:pt x="2320991" y="2321762"/>
                </a:lnTo>
                <a:lnTo>
                  <a:pt x="2320857" y="2320904"/>
                </a:lnTo>
                <a:lnTo>
                  <a:pt x="2320703" y="2320060"/>
                </a:lnTo>
                <a:lnTo>
                  <a:pt x="2320528" y="2319232"/>
                </a:lnTo>
                <a:lnTo>
                  <a:pt x="2320333" y="2318419"/>
                </a:lnTo>
                <a:lnTo>
                  <a:pt x="2320117" y="2317621"/>
                </a:lnTo>
                <a:lnTo>
                  <a:pt x="2319881" y="2316838"/>
                </a:lnTo>
                <a:lnTo>
                  <a:pt x="2319624" y="2316071"/>
                </a:lnTo>
                <a:lnTo>
                  <a:pt x="2319347" y="2315319"/>
                </a:lnTo>
                <a:lnTo>
                  <a:pt x="2319049" y="2314582"/>
                </a:lnTo>
                <a:lnTo>
                  <a:pt x="2318731" y="2313861"/>
                </a:lnTo>
                <a:lnTo>
                  <a:pt x="2318392" y="2313155"/>
                </a:lnTo>
                <a:lnTo>
                  <a:pt x="2318032" y="2312464"/>
                </a:lnTo>
                <a:lnTo>
                  <a:pt x="2317652" y="2311788"/>
                </a:lnTo>
                <a:lnTo>
                  <a:pt x="2317251" y="2311128"/>
                </a:lnTo>
                <a:lnTo>
                  <a:pt x="2316830" y="2310483"/>
                </a:lnTo>
                <a:lnTo>
                  <a:pt x="2316388" y="2309853"/>
                </a:lnTo>
                <a:lnTo>
                  <a:pt x="2315926" y="2309238"/>
                </a:lnTo>
                <a:lnTo>
                  <a:pt x="2315443" y="2308639"/>
                </a:lnTo>
                <a:lnTo>
                  <a:pt x="2314958" y="2308054"/>
                </a:lnTo>
                <a:lnTo>
                  <a:pt x="2314462" y="2307484"/>
                </a:lnTo>
                <a:lnTo>
                  <a:pt x="2313953" y="2306929"/>
                </a:lnTo>
                <a:lnTo>
                  <a:pt x="2313433" y="2306389"/>
                </a:lnTo>
                <a:lnTo>
                  <a:pt x="2312901" y="2305863"/>
                </a:lnTo>
                <a:lnTo>
                  <a:pt x="2312358" y="2305352"/>
                </a:lnTo>
                <a:lnTo>
                  <a:pt x="2311802" y="2304856"/>
                </a:lnTo>
                <a:lnTo>
                  <a:pt x="2311235" y="2304374"/>
                </a:lnTo>
                <a:lnTo>
                  <a:pt x="2310656" y="2303907"/>
                </a:lnTo>
                <a:lnTo>
                  <a:pt x="2310066" y="2303455"/>
                </a:lnTo>
                <a:lnTo>
                  <a:pt x="2309464" y="2303017"/>
                </a:lnTo>
                <a:lnTo>
                  <a:pt x="2308849" y="2302594"/>
                </a:lnTo>
                <a:lnTo>
                  <a:pt x="2308224" y="2302186"/>
                </a:lnTo>
                <a:lnTo>
                  <a:pt x="2307586" y="2301793"/>
                </a:lnTo>
                <a:lnTo>
                  <a:pt x="2306937" y="2301414"/>
                </a:lnTo>
                <a:lnTo>
                  <a:pt x="2306276" y="2301049"/>
                </a:lnTo>
                <a:lnTo>
                  <a:pt x="2305603" y="2300700"/>
                </a:lnTo>
                <a:lnTo>
                  <a:pt x="2304919" y="2300365"/>
                </a:lnTo>
                <a:lnTo>
                  <a:pt x="2304222" y="2300045"/>
                </a:lnTo>
                <a:lnTo>
                  <a:pt x="2303515" y="2299739"/>
                </a:lnTo>
                <a:lnTo>
                  <a:pt x="2302795" y="2299448"/>
                </a:lnTo>
                <a:lnTo>
                  <a:pt x="2302063" y="2299172"/>
                </a:lnTo>
                <a:lnTo>
                  <a:pt x="2301320" y="2298910"/>
                </a:lnTo>
                <a:lnTo>
                  <a:pt x="2300565" y="2298664"/>
                </a:lnTo>
                <a:lnTo>
                  <a:pt x="2300565" y="2297818"/>
                </a:lnTo>
                <a:lnTo>
                  <a:pt x="2301000" y="2297605"/>
                </a:lnTo>
                <a:lnTo>
                  <a:pt x="2301431" y="2297390"/>
                </a:lnTo>
                <a:lnTo>
                  <a:pt x="2301857" y="2297171"/>
                </a:lnTo>
                <a:lnTo>
                  <a:pt x="2302279" y="2296949"/>
                </a:lnTo>
                <a:lnTo>
                  <a:pt x="2302698" y="2296725"/>
                </a:lnTo>
                <a:lnTo>
                  <a:pt x="2303112" y="2296497"/>
                </a:lnTo>
                <a:lnTo>
                  <a:pt x="2303522" y="2296267"/>
                </a:lnTo>
                <a:lnTo>
                  <a:pt x="2303928" y="2296034"/>
                </a:lnTo>
                <a:lnTo>
                  <a:pt x="2304330" y="2295797"/>
                </a:lnTo>
                <a:lnTo>
                  <a:pt x="2304727" y="2295558"/>
                </a:lnTo>
                <a:lnTo>
                  <a:pt x="2305121" y="2295316"/>
                </a:lnTo>
                <a:lnTo>
                  <a:pt x="2305511" y="2295071"/>
                </a:lnTo>
                <a:lnTo>
                  <a:pt x="2305896" y="2294823"/>
                </a:lnTo>
                <a:lnTo>
                  <a:pt x="2306277" y="2294572"/>
                </a:lnTo>
                <a:lnTo>
                  <a:pt x="2306654" y="2294318"/>
                </a:lnTo>
                <a:lnTo>
                  <a:pt x="2307028" y="2294061"/>
                </a:lnTo>
                <a:lnTo>
                  <a:pt x="2307396" y="2293801"/>
                </a:lnTo>
                <a:lnTo>
                  <a:pt x="2307761" y="2293539"/>
                </a:lnTo>
                <a:lnTo>
                  <a:pt x="2308122" y="2293273"/>
                </a:lnTo>
                <a:lnTo>
                  <a:pt x="2308479" y="2293004"/>
                </a:lnTo>
                <a:lnTo>
                  <a:pt x="2308831" y="2292733"/>
                </a:lnTo>
                <a:lnTo>
                  <a:pt x="2309180" y="2292459"/>
                </a:lnTo>
                <a:lnTo>
                  <a:pt x="2309524" y="2292181"/>
                </a:lnTo>
                <a:lnTo>
                  <a:pt x="2309864" y="2291901"/>
                </a:lnTo>
                <a:lnTo>
                  <a:pt x="2310199" y="2291616"/>
                </a:lnTo>
                <a:lnTo>
                  <a:pt x="2310529" y="2291327"/>
                </a:lnTo>
                <a:lnTo>
                  <a:pt x="2310852" y="2291032"/>
                </a:lnTo>
                <a:lnTo>
                  <a:pt x="2311170" y="2290731"/>
                </a:lnTo>
                <a:lnTo>
                  <a:pt x="2311481" y="2290426"/>
                </a:lnTo>
                <a:lnTo>
                  <a:pt x="2311787" y="2290115"/>
                </a:lnTo>
                <a:lnTo>
                  <a:pt x="2312087" y="2289799"/>
                </a:lnTo>
                <a:lnTo>
                  <a:pt x="2312381" y="2289478"/>
                </a:lnTo>
                <a:lnTo>
                  <a:pt x="2312669" y="2289151"/>
                </a:lnTo>
                <a:lnTo>
                  <a:pt x="2312952" y="2288819"/>
                </a:lnTo>
                <a:lnTo>
                  <a:pt x="2313228" y="2288482"/>
                </a:lnTo>
                <a:lnTo>
                  <a:pt x="2313499" y="2288139"/>
                </a:lnTo>
                <a:lnTo>
                  <a:pt x="2313764" y="2287791"/>
                </a:lnTo>
                <a:lnTo>
                  <a:pt x="2314023" y="2287438"/>
                </a:lnTo>
                <a:lnTo>
                  <a:pt x="2314276" y="2287080"/>
                </a:lnTo>
                <a:lnTo>
                  <a:pt x="2314523" y="2286716"/>
                </a:lnTo>
                <a:lnTo>
                  <a:pt x="2314764" y="2286347"/>
                </a:lnTo>
                <a:lnTo>
                  <a:pt x="2314999" y="2285973"/>
                </a:lnTo>
                <a:lnTo>
                  <a:pt x="2315229" y="2285593"/>
                </a:lnTo>
                <a:lnTo>
                  <a:pt x="2315453" y="2285209"/>
                </a:lnTo>
                <a:lnTo>
                  <a:pt x="2315670" y="2284819"/>
                </a:lnTo>
                <a:lnTo>
                  <a:pt x="2315882" y="2284423"/>
                </a:lnTo>
                <a:lnTo>
                  <a:pt x="2316088" y="2284022"/>
                </a:lnTo>
                <a:lnTo>
                  <a:pt x="2316289" y="2283617"/>
                </a:lnTo>
                <a:lnTo>
                  <a:pt x="2316482" y="2283205"/>
                </a:lnTo>
                <a:lnTo>
                  <a:pt x="2316667" y="2282786"/>
                </a:lnTo>
                <a:lnTo>
                  <a:pt x="2316843" y="2282362"/>
                </a:lnTo>
                <a:lnTo>
                  <a:pt x="2317012" y="2281931"/>
                </a:lnTo>
                <a:lnTo>
                  <a:pt x="2317172" y="2281493"/>
                </a:lnTo>
                <a:lnTo>
                  <a:pt x="2317324" y="2281049"/>
                </a:lnTo>
                <a:lnTo>
                  <a:pt x="2317468" y="2280598"/>
                </a:lnTo>
                <a:lnTo>
                  <a:pt x="2317604" y="2280141"/>
                </a:lnTo>
                <a:lnTo>
                  <a:pt x="2317731" y="2279678"/>
                </a:lnTo>
                <a:lnTo>
                  <a:pt x="2317850" y="2279208"/>
                </a:lnTo>
                <a:lnTo>
                  <a:pt x="2317961" y="2278732"/>
                </a:lnTo>
                <a:lnTo>
                  <a:pt x="2318064" y="2278249"/>
                </a:lnTo>
                <a:lnTo>
                  <a:pt x="2318158" y="2277759"/>
                </a:lnTo>
                <a:lnTo>
                  <a:pt x="2318245" y="2277264"/>
                </a:lnTo>
                <a:lnTo>
                  <a:pt x="2318323" y="2276761"/>
                </a:lnTo>
                <a:lnTo>
                  <a:pt x="2318393" y="2276253"/>
                </a:lnTo>
                <a:lnTo>
                  <a:pt x="2318454" y="2275738"/>
                </a:lnTo>
                <a:lnTo>
                  <a:pt x="2318508" y="2275216"/>
                </a:lnTo>
                <a:lnTo>
                  <a:pt x="2318553" y="2274688"/>
                </a:lnTo>
                <a:lnTo>
                  <a:pt x="2318590" y="2274154"/>
                </a:lnTo>
                <a:lnTo>
                  <a:pt x="2318619" y="2273613"/>
                </a:lnTo>
                <a:lnTo>
                  <a:pt x="2318639" y="2273065"/>
                </a:lnTo>
                <a:lnTo>
                  <a:pt x="2318652" y="2272511"/>
                </a:lnTo>
                <a:lnTo>
                  <a:pt x="2318656" y="2271951"/>
                </a:lnTo>
                <a:lnTo>
                  <a:pt x="2318647" y="2271153"/>
                </a:lnTo>
                <a:lnTo>
                  <a:pt x="2318620" y="2270364"/>
                </a:lnTo>
                <a:lnTo>
                  <a:pt x="2318576" y="2269584"/>
                </a:lnTo>
                <a:lnTo>
                  <a:pt x="2318515" y="2268814"/>
                </a:lnTo>
                <a:lnTo>
                  <a:pt x="2318436" y="2268053"/>
                </a:lnTo>
                <a:lnTo>
                  <a:pt x="2318339" y="2267302"/>
                </a:lnTo>
                <a:lnTo>
                  <a:pt x="2318224" y="2266560"/>
                </a:lnTo>
                <a:lnTo>
                  <a:pt x="2318092" y="2265827"/>
                </a:lnTo>
                <a:lnTo>
                  <a:pt x="2317942" y="2265104"/>
                </a:lnTo>
                <a:lnTo>
                  <a:pt x="2317775" y="2264390"/>
                </a:lnTo>
                <a:lnTo>
                  <a:pt x="2317590" y="2263685"/>
                </a:lnTo>
                <a:lnTo>
                  <a:pt x="2317388" y="2262990"/>
                </a:lnTo>
                <a:lnTo>
                  <a:pt x="2317168" y="2262305"/>
                </a:lnTo>
                <a:lnTo>
                  <a:pt x="2316930" y="2261628"/>
                </a:lnTo>
                <a:lnTo>
                  <a:pt x="2316674" y="2260962"/>
                </a:lnTo>
                <a:lnTo>
                  <a:pt x="2316401" y="2260304"/>
                </a:lnTo>
                <a:lnTo>
                  <a:pt x="2316111" y="2259656"/>
                </a:lnTo>
                <a:lnTo>
                  <a:pt x="2315803" y="2259017"/>
                </a:lnTo>
                <a:lnTo>
                  <a:pt x="2315477" y="2258388"/>
                </a:lnTo>
                <a:lnTo>
                  <a:pt x="2315133" y="2257768"/>
                </a:lnTo>
                <a:lnTo>
                  <a:pt x="2314772" y="2257158"/>
                </a:lnTo>
                <a:lnTo>
                  <a:pt x="2314394" y="2256556"/>
                </a:lnTo>
                <a:lnTo>
                  <a:pt x="2313997" y="2255965"/>
                </a:lnTo>
                <a:lnTo>
                  <a:pt x="2313583" y="2255382"/>
                </a:lnTo>
                <a:lnTo>
                  <a:pt x="2313169" y="2254796"/>
                </a:lnTo>
                <a:lnTo>
                  <a:pt x="2312742" y="2254222"/>
                </a:lnTo>
                <a:lnTo>
                  <a:pt x="2312302" y="2253660"/>
                </a:lnTo>
                <a:lnTo>
                  <a:pt x="2311851" y="2253109"/>
                </a:lnTo>
                <a:lnTo>
                  <a:pt x="2311386" y="2252570"/>
                </a:lnTo>
                <a:lnTo>
                  <a:pt x="2310910" y="2252043"/>
                </a:lnTo>
                <a:lnTo>
                  <a:pt x="2310421" y="2251528"/>
                </a:lnTo>
                <a:lnTo>
                  <a:pt x="2309920" y="2251024"/>
                </a:lnTo>
                <a:lnTo>
                  <a:pt x="2309407" y="2250532"/>
                </a:lnTo>
                <a:lnTo>
                  <a:pt x="2308881" y="2250052"/>
                </a:lnTo>
                <a:lnTo>
                  <a:pt x="2308343" y="2249584"/>
                </a:lnTo>
                <a:lnTo>
                  <a:pt x="2307793" y="2249127"/>
                </a:lnTo>
                <a:lnTo>
                  <a:pt x="2307230" y="2248682"/>
                </a:lnTo>
                <a:lnTo>
                  <a:pt x="2306655" y="2248249"/>
                </a:lnTo>
                <a:lnTo>
                  <a:pt x="2306068" y="2247827"/>
                </a:lnTo>
                <a:lnTo>
                  <a:pt x="2305468" y="2247418"/>
                </a:lnTo>
                <a:lnTo>
                  <a:pt x="2304856" y="2247020"/>
                </a:lnTo>
                <a:lnTo>
                  <a:pt x="2304232" y="2246633"/>
                </a:lnTo>
                <a:lnTo>
                  <a:pt x="2303595" y="2246259"/>
                </a:lnTo>
                <a:lnTo>
                  <a:pt x="2302946" y="2245896"/>
                </a:lnTo>
                <a:lnTo>
                  <a:pt x="2302285" y="2245545"/>
                </a:lnTo>
                <a:lnTo>
                  <a:pt x="2301611" y="2245206"/>
                </a:lnTo>
                <a:lnTo>
                  <a:pt x="2300925" y="2244878"/>
                </a:lnTo>
                <a:lnTo>
                  <a:pt x="2300227" y="2244562"/>
                </a:lnTo>
                <a:lnTo>
                  <a:pt x="2299519" y="2244245"/>
                </a:lnTo>
                <a:lnTo>
                  <a:pt x="2298803" y="2243941"/>
                </a:lnTo>
                <a:lnTo>
                  <a:pt x="2298079" y="2243651"/>
                </a:lnTo>
                <a:lnTo>
                  <a:pt x="2297348" y="2243374"/>
                </a:lnTo>
                <a:lnTo>
                  <a:pt x="2296610" y="2243111"/>
                </a:lnTo>
                <a:lnTo>
                  <a:pt x="2295863" y="2242861"/>
                </a:lnTo>
                <a:lnTo>
                  <a:pt x="2295109" y="2242625"/>
                </a:lnTo>
                <a:lnTo>
                  <a:pt x="2294347" y="2242402"/>
                </a:lnTo>
                <a:lnTo>
                  <a:pt x="2293578" y="2242193"/>
                </a:lnTo>
                <a:lnTo>
                  <a:pt x="2292801" y="2241997"/>
                </a:lnTo>
                <a:lnTo>
                  <a:pt x="2292017" y="2241815"/>
                </a:lnTo>
                <a:lnTo>
                  <a:pt x="2291224" y="2241646"/>
                </a:lnTo>
                <a:lnTo>
                  <a:pt x="2290424" y="2241490"/>
                </a:lnTo>
                <a:lnTo>
                  <a:pt x="2289617" y="2241349"/>
                </a:lnTo>
                <a:lnTo>
                  <a:pt x="2288802" y="2241220"/>
                </a:lnTo>
                <a:lnTo>
                  <a:pt x="2287979" y="2241106"/>
                </a:lnTo>
                <a:lnTo>
                  <a:pt x="2287149" y="2241004"/>
                </a:lnTo>
                <a:lnTo>
                  <a:pt x="2286311" y="2240917"/>
                </a:lnTo>
                <a:lnTo>
                  <a:pt x="2285465" y="2240842"/>
                </a:lnTo>
                <a:lnTo>
                  <a:pt x="2284612" y="2240782"/>
                </a:lnTo>
                <a:lnTo>
                  <a:pt x="2283751" y="2240734"/>
                </a:lnTo>
                <a:lnTo>
                  <a:pt x="2282883" y="2240701"/>
                </a:lnTo>
                <a:lnTo>
                  <a:pt x="2282006" y="2240680"/>
                </a:lnTo>
                <a:lnTo>
                  <a:pt x="2281123" y="2240674"/>
                </a:lnTo>
                <a:lnTo>
                  <a:pt x="2278925" y="2240674"/>
                </a:lnTo>
                <a:lnTo>
                  <a:pt x="2278027" y="2240680"/>
                </a:lnTo>
                <a:lnTo>
                  <a:pt x="2277137" y="2240701"/>
                </a:lnTo>
                <a:lnTo>
                  <a:pt x="2276254" y="2240734"/>
                </a:lnTo>
                <a:lnTo>
                  <a:pt x="2275379" y="2240782"/>
                </a:lnTo>
                <a:lnTo>
                  <a:pt x="2274512" y="2240842"/>
                </a:lnTo>
                <a:lnTo>
                  <a:pt x="2273652" y="2240917"/>
                </a:lnTo>
                <a:lnTo>
                  <a:pt x="2272800" y="2241004"/>
                </a:lnTo>
                <a:lnTo>
                  <a:pt x="2271956" y="2241106"/>
                </a:lnTo>
                <a:lnTo>
                  <a:pt x="2271119" y="2241220"/>
                </a:lnTo>
                <a:lnTo>
                  <a:pt x="2270289" y="2241349"/>
                </a:lnTo>
                <a:lnTo>
                  <a:pt x="2269468" y="2241490"/>
                </a:lnTo>
                <a:lnTo>
                  <a:pt x="2268654" y="2241646"/>
                </a:lnTo>
                <a:lnTo>
                  <a:pt x="2267848" y="2241815"/>
                </a:lnTo>
                <a:lnTo>
                  <a:pt x="2267049" y="2241997"/>
                </a:lnTo>
                <a:lnTo>
                  <a:pt x="2266258" y="2242193"/>
                </a:lnTo>
                <a:lnTo>
                  <a:pt x="2265475" y="2242402"/>
                </a:lnTo>
                <a:lnTo>
                  <a:pt x="2264699" y="2242625"/>
                </a:lnTo>
                <a:lnTo>
                  <a:pt x="2263931" y="2242861"/>
                </a:lnTo>
                <a:lnTo>
                  <a:pt x="2263170" y="2243111"/>
                </a:lnTo>
                <a:lnTo>
                  <a:pt x="2262417" y="2243374"/>
                </a:lnTo>
                <a:lnTo>
                  <a:pt x="2261672" y="2243651"/>
                </a:lnTo>
                <a:lnTo>
                  <a:pt x="2260934" y="2243941"/>
                </a:lnTo>
                <a:lnTo>
                  <a:pt x="2260204" y="2244245"/>
                </a:lnTo>
                <a:lnTo>
                  <a:pt x="2259482" y="2244562"/>
                </a:lnTo>
                <a:lnTo>
                  <a:pt x="2258770" y="2244892"/>
                </a:lnTo>
                <a:lnTo>
                  <a:pt x="2258070" y="2245233"/>
                </a:lnTo>
                <a:lnTo>
                  <a:pt x="2257382" y="2245585"/>
                </a:lnTo>
                <a:lnTo>
                  <a:pt x="2256706" y="2245948"/>
                </a:lnTo>
                <a:lnTo>
                  <a:pt x="2256043" y="2246322"/>
                </a:lnTo>
                <a:lnTo>
                  <a:pt x="2255393" y="2246707"/>
                </a:lnTo>
                <a:lnTo>
                  <a:pt x="2254754" y="2247104"/>
                </a:lnTo>
                <a:lnTo>
                  <a:pt x="2254128" y="2247511"/>
                </a:lnTo>
                <a:lnTo>
                  <a:pt x="2253514" y="2247930"/>
                </a:lnTo>
                <a:lnTo>
                  <a:pt x="2252913" y="2248360"/>
                </a:lnTo>
                <a:lnTo>
                  <a:pt x="2252324" y="2248801"/>
                </a:lnTo>
                <a:lnTo>
                  <a:pt x="2251747" y="2249254"/>
                </a:lnTo>
                <a:lnTo>
                  <a:pt x="2251183" y="2249717"/>
                </a:lnTo>
                <a:lnTo>
                  <a:pt x="2250631" y="2250192"/>
                </a:lnTo>
                <a:lnTo>
                  <a:pt x="2250091" y="2250678"/>
                </a:lnTo>
                <a:lnTo>
                  <a:pt x="2249563" y="2251174"/>
                </a:lnTo>
                <a:lnTo>
                  <a:pt x="2249048" y="2251683"/>
                </a:lnTo>
                <a:lnTo>
                  <a:pt x="2248545" y="2252202"/>
                </a:lnTo>
                <a:lnTo>
                  <a:pt x="2248055" y="2252732"/>
                </a:lnTo>
                <a:lnTo>
                  <a:pt x="2247577" y="2253274"/>
                </a:lnTo>
                <a:lnTo>
                  <a:pt x="2247111" y="2253826"/>
                </a:lnTo>
                <a:lnTo>
                  <a:pt x="2246657" y="2254390"/>
                </a:lnTo>
                <a:lnTo>
                  <a:pt x="2246216" y="2254965"/>
                </a:lnTo>
                <a:lnTo>
                  <a:pt x="2245787" y="2255551"/>
                </a:lnTo>
                <a:lnTo>
                  <a:pt x="2245387" y="2256134"/>
                </a:lnTo>
                <a:lnTo>
                  <a:pt x="2245004" y="2256726"/>
                </a:lnTo>
                <a:lnTo>
                  <a:pt x="2244638" y="2257327"/>
                </a:lnTo>
                <a:lnTo>
                  <a:pt x="2244289" y="2257937"/>
                </a:lnTo>
                <a:lnTo>
                  <a:pt x="2243957" y="2258557"/>
                </a:lnTo>
                <a:lnTo>
                  <a:pt x="2243642" y="2259186"/>
                </a:lnTo>
                <a:lnTo>
                  <a:pt x="2243344" y="2259825"/>
                </a:lnTo>
                <a:lnTo>
                  <a:pt x="2243064" y="2260473"/>
                </a:lnTo>
                <a:lnTo>
                  <a:pt x="2242800" y="2261131"/>
                </a:lnTo>
                <a:lnTo>
                  <a:pt x="2242553" y="2261797"/>
                </a:lnTo>
                <a:lnTo>
                  <a:pt x="2242323" y="2262474"/>
                </a:lnTo>
                <a:lnTo>
                  <a:pt x="2242110" y="2263159"/>
                </a:lnTo>
                <a:lnTo>
                  <a:pt x="2241914" y="2263854"/>
                </a:lnTo>
                <a:lnTo>
                  <a:pt x="2241736" y="2264559"/>
                </a:lnTo>
                <a:lnTo>
                  <a:pt x="2241574" y="2265273"/>
                </a:lnTo>
                <a:lnTo>
                  <a:pt x="2241429" y="2265996"/>
                </a:lnTo>
                <a:lnTo>
                  <a:pt x="2241302" y="2266729"/>
                </a:lnTo>
                <a:lnTo>
                  <a:pt x="2241191" y="2267471"/>
                </a:lnTo>
                <a:lnTo>
                  <a:pt x="2241097" y="2268222"/>
                </a:lnTo>
                <a:lnTo>
                  <a:pt x="2241021" y="2268983"/>
                </a:lnTo>
                <a:lnTo>
                  <a:pt x="2240961" y="2269753"/>
                </a:lnTo>
                <a:lnTo>
                  <a:pt x="2240919" y="2270533"/>
                </a:lnTo>
                <a:lnTo>
                  <a:pt x="2240893" y="2271322"/>
                </a:lnTo>
                <a:lnTo>
                  <a:pt x="2240885" y="2272120"/>
                </a:lnTo>
                <a:lnTo>
                  <a:pt x="2240885" y="2274994"/>
                </a:lnTo>
                <a:lnTo>
                  <a:pt x="2256270" y="2274994"/>
                </a:lnTo>
                <a:lnTo>
                  <a:pt x="2256280" y="2274171"/>
                </a:lnTo>
                <a:lnTo>
                  <a:pt x="2256311" y="2273365"/>
                </a:lnTo>
                <a:lnTo>
                  <a:pt x="2256362" y="2272574"/>
                </a:lnTo>
                <a:lnTo>
                  <a:pt x="2256434" y="2271801"/>
                </a:lnTo>
                <a:lnTo>
                  <a:pt x="2256527" y="2271043"/>
                </a:lnTo>
                <a:lnTo>
                  <a:pt x="2256640" y="2270303"/>
                </a:lnTo>
                <a:lnTo>
                  <a:pt x="2256773" y="2269578"/>
                </a:lnTo>
                <a:lnTo>
                  <a:pt x="2256927" y="2268870"/>
                </a:lnTo>
                <a:lnTo>
                  <a:pt x="2257102" y="2268179"/>
                </a:lnTo>
                <a:lnTo>
                  <a:pt x="2257297" y="2267504"/>
                </a:lnTo>
                <a:lnTo>
                  <a:pt x="2257513" y="2266845"/>
                </a:lnTo>
                <a:lnTo>
                  <a:pt x="2257749" y="2266203"/>
                </a:lnTo>
                <a:lnTo>
                  <a:pt x="2258006" y="2265577"/>
                </a:lnTo>
                <a:lnTo>
                  <a:pt x="2258283" y="2264968"/>
                </a:lnTo>
                <a:lnTo>
                  <a:pt x="2258581" y="2264375"/>
                </a:lnTo>
                <a:lnTo>
                  <a:pt x="2258900" y="2263798"/>
                </a:lnTo>
                <a:lnTo>
                  <a:pt x="2259239" y="2263238"/>
                </a:lnTo>
                <a:lnTo>
                  <a:pt x="2259598" y="2262695"/>
                </a:lnTo>
                <a:lnTo>
                  <a:pt x="2259978" y="2262167"/>
                </a:lnTo>
                <a:lnTo>
                  <a:pt x="2260379" y="2261657"/>
                </a:lnTo>
                <a:lnTo>
                  <a:pt x="2260800" y="2261162"/>
                </a:lnTo>
                <a:lnTo>
                  <a:pt x="2261242" y="2260685"/>
                </a:lnTo>
                <a:lnTo>
                  <a:pt x="2261704" y="2260223"/>
                </a:lnTo>
                <a:lnTo>
                  <a:pt x="2262187" y="2259778"/>
                </a:lnTo>
                <a:lnTo>
                  <a:pt x="2262702" y="2259351"/>
                </a:lnTo>
                <a:lnTo>
                  <a:pt x="2263233" y="2258941"/>
                </a:lnTo>
                <a:lnTo>
                  <a:pt x="2263780" y="2258550"/>
                </a:lnTo>
                <a:lnTo>
                  <a:pt x="2264343" y="2258177"/>
                </a:lnTo>
                <a:lnTo>
                  <a:pt x="2264921" y="2257822"/>
                </a:lnTo>
                <a:lnTo>
                  <a:pt x="2265516" y="2257485"/>
                </a:lnTo>
                <a:lnTo>
                  <a:pt x="2266126" y="2257167"/>
                </a:lnTo>
                <a:lnTo>
                  <a:pt x="2266752" y="2256866"/>
                </a:lnTo>
                <a:lnTo>
                  <a:pt x="2267394" y="2256584"/>
                </a:lnTo>
                <a:lnTo>
                  <a:pt x="2268052" y="2256320"/>
                </a:lnTo>
                <a:lnTo>
                  <a:pt x="2268725" y="2256075"/>
                </a:lnTo>
                <a:lnTo>
                  <a:pt x="2269415" y="2255847"/>
                </a:lnTo>
                <a:lnTo>
                  <a:pt x="2270120" y="2255638"/>
                </a:lnTo>
                <a:lnTo>
                  <a:pt x="2270841" y="2255447"/>
                </a:lnTo>
                <a:lnTo>
                  <a:pt x="2271578" y="2255274"/>
                </a:lnTo>
                <a:lnTo>
                  <a:pt x="2272331" y="2255119"/>
                </a:lnTo>
                <a:lnTo>
                  <a:pt x="2273100" y="2254983"/>
                </a:lnTo>
                <a:lnTo>
                  <a:pt x="2273885" y="2254865"/>
                </a:lnTo>
                <a:lnTo>
                  <a:pt x="2274685" y="2254764"/>
                </a:lnTo>
                <a:lnTo>
                  <a:pt x="2275501" y="2254683"/>
                </a:lnTo>
                <a:lnTo>
                  <a:pt x="2276333" y="2254619"/>
                </a:lnTo>
                <a:lnTo>
                  <a:pt x="2277181" y="2254573"/>
                </a:lnTo>
                <a:lnTo>
                  <a:pt x="2278045" y="2254546"/>
                </a:lnTo>
                <a:lnTo>
                  <a:pt x="2278925" y="2254537"/>
                </a:lnTo>
                <a:lnTo>
                  <a:pt x="2279458" y="2254540"/>
                </a:lnTo>
                <a:lnTo>
                  <a:pt x="2279986" y="2254551"/>
                </a:lnTo>
                <a:lnTo>
                  <a:pt x="2280510" y="2254569"/>
                </a:lnTo>
                <a:lnTo>
                  <a:pt x="2281029" y="2254593"/>
                </a:lnTo>
                <a:lnTo>
                  <a:pt x="2281543" y="2254625"/>
                </a:lnTo>
                <a:lnTo>
                  <a:pt x="2282053" y="2254664"/>
                </a:lnTo>
                <a:lnTo>
                  <a:pt x="2282557" y="2254710"/>
                </a:lnTo>
                <a:lnTo>
                  <a:pt x="2283058" y="2254762"/>
                </a:lnTo>
                <a:lnTo>
                  <a:pt x="2283553" y="2254822"/>
                </a:lnTo>
                <a:lnTo>
                  <a:pt x="2284044" y="2254889"/>
                </a:lnTo>
                <a:lnTo>
                  <a:pt x="2284530" y="2254963"/>
                </a:lnTo>
                <a:lnTo>
                  <a:pt x="2285011" y="2255044"/>
                </a:lnTo>
                <a:lnTo>
                  <a:pt x="2285488" y="2255132"/>
                </a:lnTo>
                <a:lnTo>
                  <a:pt x="2285960" y="2255227"/>
                </a:lnTo>
                <a:lnTo>
                  <a:pt x="2286427" y="2255330"/>
                </a:lnTo>
                <a:lnTo>
                  <a:pt x="2286890" y="2255439"/>
                </a:lnTo>
                <a:lnTo>
                  <a:pt x="2287348" y="2255555"/>
                </a:lnTo>
                <a:lnTo>
                  <a:pt x="2287801" y="2255678"/>
                </a:lnTo>
                <a:lnTo>
                  <a:pt x="2288249" y="2255809"/>
                </a:lnTo>
                <a:lnTo>
                  <a:pt x="2288693" y="2255946"/>
                </a:lnTo>
                <a:lnTo>
                  <a:pt x="2289132" y="2256090"/>
                </a:lnTo>
                <a:lnTo>
                  <a:pt x="2289567" y="2256242"/>
                </a:lnTo>
                <a:lnTo>
                  <a:pt x="2289996" y="2256400"/>
                </a:lnTo>
                <a:lnTo>
                  <a:pt x="2290421" y="2256566"/>
                </a:lnTo>
                <a:lnTo>
                  <a:pt x="2290854" y="2256739"/>
                </a:lnTo>
                <a:lnTo>
                  <a:pt x="2291280" y="2256919"/>
                </a:lnTo>
                <a:lnTo>
                  <a:pt x="2291697" y="2257108"/>
                </a:lnTo>
                <a:lnTo>
                  <a:pt x="2292107" y="2257303"/>
                </a:lnTo>
                <a:lnTo>
                  <a:pt x="2292510" y="2257507"/>
                </a:lnTo>
                <a:lnTo>
                  <a:pt x="2292905" y="2257718"/>
                </a:lnTo>
                <a:lnTo>
                  <a:pt x="2293292" y="2257936"/>
                </a:lnTo>
                <a:lnTo>
                  <a:pt x="2293671" y="2258163"/>
                </a:lnTo>
                <a:lnTo>
                  <a:pt x="2294043" y="2258397"/>
                </a:lnTo>
                <a:lnTo>
                  <a:pt x="2294407" y="2258638"/>
                </a:lnTo>
                <a:lnTo>
                  <a:pt x="2294764" y="2258887"/>
                </a:lnTo>
                <a:lnTo>
                  <a:pt x="2295113" y="2259144"/>
                </a:lnTo>
                <a:lnTo>
                  <a:pt x="2295454" y="2259409"/>
                </a:lnTo>
                <a:lnTo>
                  <a:pt x="2295788" y="2259681"/>
                </a:lnTo>
                <a:lnTo>
                  <a:pt x="2296114" y="2259961"/>
                </a:lnTo>
                <a:lnTo>
                  <a:pt x="2296433" y="2260248"/>
                </a:lnTo>
                <a:lnTo>
                  <a:pt x="2296744" y="2260543"/>
                </a:lnTo>
                <a:lnTo>
                  <a:pt x="2297047" y="2260845"/>
                </a:lnTo>
                <a:lnTo>
                  <a:pt x="2297342" y="2261156"/>
                </a:lnTo>
                <a:lnTo>
                  <a:pt x="2297630" y="2261474"/>
                </a:lnTo>
                <a:lnTo>
                  <a:pt x="2297911" y="2261799"/>
                </a:lnTo>
                <a:lnTo>
                  <a:pt x="2298183" y="2262132"/>
                </a:lnTo>
                <a:lnTo>
                  <a:pt x="2298448" y="2262473"/>
                </a:lnTo>
                <a:lnTo>
                  <a:pt x="2298706" y="2262822"/>
                </a:lnTo>
                <a:lnTo>
                  <a:pt x="2298954" y="2263178"/>
                </a:lnTo>
                <a:lnTo>
                  <a:pt x="2299192" y="2263541"/>
                </a:lnTo>
                <a:lnTo>
                  <a:pt x="2299419" y="2263912"/>
                </a:lnTo>
                <a:lnTo>
                  <a:pt x="2299636" y="2264291"/>
                </a:lnTo>
                <a:lnTo>
                  <a:pt x="2299842" y="2264678"/>
                </a:lnTo>
                <a:lnTo>
                  <a:pt x="2300037" y="2265072"/>
                </a:lnTo>
                <a:lnTo>
                  <a:pt x="2300222" y="2265474"/>
                </a:lnTo>
                <a:lnTo>
                  <a:pt x="2300396" y="2265883"/>
                </a:lnTo>
                <a:lnTo>
                  <a:pt x="2300560" y="2266300"/>
                </a:lnTo>
                <a:lnTo>
                  <a:pt x="2300713" y="2266725"/>
                </a:lnTo>
                <a:lnTo>
                  <a:pt x="2300856" y="2267158"/>
                </a:lnTo>
                <a:lnTo>
                  <a:pt x="2300988" y="2267598"/>
                </a:lnTo>
                <a:lnTo>
                  <a:pt x="2301110" y="2268045"/>
                </a:lnTo>
                <a:lnTo>
                  <a:pt x="2301220" y="2268500"/>
                </a:lnTo>
                <a:lnTo>
                  <a:pt x="2301321" y="2268963"/>
                </a:lnTo>
                <a:lnTo>
                  <a:pt x="2301411" y="2269434"/>
                </a:lnTo>
                <a:lnTo>
                  <a:pt x="2301490" y="2269912"/>
                </a:lnTo>
                <a:lnTo>
                  <a:pt x="2301559" y="2270398"/>
                </a:lnTo>
                <a:lnTo>
                  <a:pt x="2301617" y="2270891"/>
                </a:lnTo>
                <a:lnTo>
                  <a:pt x="2301664" y="2271392"/>
                </a:lnTo>
                <a:lnTo>
                  <a:pt x="2301701" y="2271901"/>
                </a:lnTo>
                <a:lnTo>
                  <a:pt x="2301728" y="2272417"/>
                </a:lnTo>
                <a:lnTo>
                  <a:pt x="2301744" y="2272941"/>
                </a:lnTo>
                <a:lnTo>
                  <a:pt x="2301749" y="2273473"/>
                </a:lnTo>
                <a:lnTo>
                  <a:pt x="2301743" y="2274005"/>
                </a:lnTo>
                <a:lnTo>
                  <a:pt x="2301726" y="2274529"/>
                </a:lnTo>
                <a:lnTo>
                  <a:pt x="2301699" y="2275047"/>
                </a:lnTo>
                <a:lnTo>
                  <a:pt x="2301660" y="2275558"/>
                </a:lnTo>
                <a:lnTo>
                  <a:pt x="2301609" y="2276061"/>
                </a:lnTo>
                <a:lnTo>
                  <a:pt x="2301548" y="2276558"/>
                </a:lnTo>
                <a:lnTo>
                  <a:pt x="2301476" y="2277048"/>
                </a:lnTo>
                <a:lnTo>
                  <a:pt x="2301392" y="2277530"/>
                </a:lnTo>
                <a:lnTo>
                  <a:pt x="2301297" y="2278006"/>
                </a:lnTo>
                <a:lnTo>
                  <a:pt x="2301191" y="2278474"/>
                </a:lnTo>
                <a:lnTo>
                  <a:pt x="2301074" y="2278936"/>
                </a:lnTo>
                <a:lnTo>
                  <a:pt x="2300946" y="2279390"/>
                </a:lnTo>
                <a:lnTo>
                  <a:pt x="2300806" y="2279837"/>
                </a:lnTo>
                <a:lnTo>
                  <a:pt x="2300656" y="2280278"/>
                </a:lnTo>
                <a:lnTo>
                  <a:pt x="2300494" y="2280711"/>
                </a:lnTo>
                <a:lnTo>
                  <a:pt x="2300321" y="2281137"/>
                </a:lnTo>
                <a:lnTo>
                  <a:pt x="2300137" y="2281556"/>
                </a:lnTo>
                <a:lnTo>
                  <a:pt x="2299942" y="2281968"/>
                </a:lnTo>
                <a:lnTo>
                  <a:pt x="2299736" y="2282373"/>
                </a:lnTo>
                <a:lnTo>
                  <a:pt x="2299518" y="2282771"/>
                </a:lnTo>
                <a:lnTo>
                  <a:pt x="2299289" y="2283162"/>
                </a:lnTo>
                <a:lnTo>
                  <a:pt x="2299050" y="2283546"/>
                </a:lnTo>
                <a:lnTo>
                  <a:pt x="2298799" y="2283923"/>
                </a:lnTo>
                <a:lnTo>
                  <a:pt x="2298537" y="2284293"/>
                </a:lnTo>
                <a:lnTo>
                  <a:pt x="2298279" y="2284642"/>
                </a:lnTo>
                <a:lnTo>
                  <a:pt x="2298014" y="2284983"/>
                </a:lnTo>
                <a:lnTo>
                  <a:pt x="2297741" y="2285318"/>
                </a:lnTo>
                <a:lnTo>
                  <a:pt x="2297461" y="2285645"/>
                </a:lnTo>
                <a:lnTo>
                  <a:pt x="2297173" y="2285966"/>
                </a:lnTo>
                <a:lnTo>
                  <a:pt x="2296878" y="2286279"/>
                </a:lnTo>
                <a:lnTo>
                  <a:pt x="2296574" y="2286586"/>
                </a:lnTo>
                <a:lnTo>
                  <a:pt x="2296263" y="2286885"/>
                </a:lnTo>
                <a:lnTo>
                  <a:pt x="2295945" y="2287178"/>
                </a:lnTo>
                <a:lnTo>
                  <a:pt x="2295619" y="2287463"/>
                </a:lnTo>
                <a:lnTo>
                  <a:pt x="2295285" y="2287741"/>
                </a:lnTo>
                <a:lnTo>
                  <a:pt x="2294944" y="2288012"/>
                </a:lnTo>
                <a:lnTo>
                  <a:pt x="2294595" y="2288276"/>
                </a:lnTo>
                <a:lnTo>
                  <a:pt x="2294238" y="2288534"/>
                </a:lnTo>
                <a:lnTo>
                  <a:pt x="2293874" y="2288784"/>
                </a:lnTo>
                <a:lnTo>
                  <a:pt x="2293502" y="2289027"/>
                </a:lnTo>
                <a:lnTo>
                  <a:pt x="2293123" y="2289263"/>
                </a:lnTo>
                <a:lnTo>
                  <a:pt x="2292735" y="2289492"/>
                </a:lnTo>
                <a:lnTo>
                  <a:pt x="2292341" y="2289714"/>
                </a:lnTo>
                <a:lnTo>
                  <a:pt x="2291938" y="2289928"/>
                </a:lnTo>
                <a:lnTo>
                  <a:pt x="2291528" y="2290136"/>
                </a:lnTo>
                <a:lnTo>
                  <a:pt x="2291110" y="2290337"/>
                </a:lnTo>
                <a:lnTo>
                  <a:pt x="2290685" y="2290531"/>
                </a:lnTo>
                <a:lnTo>
                  <a:pt x="2290252" y="2290717"/>
                </a:lnTo>
                <a:lnTo>
                  <a:pt x="2289828" y="2290897"/>
                </a:lnTo>
                <a:lnTo>
                  <a:pt x="2289399" y="2291068"/>
                </a:lnTo>
                <a:lnTo>
                  <a:pt x="2288966" y="2291233"/>
                </a:lnTo>
                <a:lnTo>
                  <a:pt x="2288529" y="2291389"/>
                </a:lnTo>
                <a:lnTo>
                  <a:pt x="2288088" y="2291538"/>
                </a:lnTo>
                <a:lnTo>
                  <a:pt x="2287642" y="2291679"/>
                </a:lnTo>
                <a:lnTo>
                  <a:pt x="2287193" y="2291813"/>
                </a:lnTo>
                <a:lnTo>
                  <a:pt x="2286739" y="2291938"/>
                </a:lnTo>
                <a:lnTo>
                  <a:pt x="2286282" y="2292057"/>
                </a:lnTo>
                <a:lnTo>
                  <a:pt x="2285820" y="2292167"/>
                </a:lnTo>
                <a:lnTo>
                  <a:pt x="2285354" y="2292270"/>
                </a:lnTo>
                <a:lnTo>
                  <a:pt x="2284884" y="2292366"/>
                </a:lnTo>
                <a:lnTo>
                  <a:pt x="2284410" y="2292454"/>
                </a:lnTo>
                <a:lnTo>
                  <a:pt x="2283932" y="2292534"/>
                </a:lnTo>
                <a:lnTo>
                  <a:pt x="2283450" y="2292606"/>
                </a:lnTo>
                <a:lnTo>
                  <a:pt x="2282964" y="2292671"/>
                </a:lnTo>
                <a:lnTo>
                  <a:pt x="2282473" y="2292728"/>
                </a:lnTo>
                <a:lnTo>
                  <a:pt x="2281979" y="2292778"/>
                </a:lnTo>
                <a:lnTo>
                  <a:pt x="2281480" y="2292820"/>
                </a:lnTo>
                <a:lnTo>
                  <a:pt x="2280977" y="2292854"/>
                </a:lnTo>
                <a:lnTo>
                  <a:pt x="2280470" y="2292881"/>
                </a:lnTo>
                <a:lnTo>
                  <a:pt x="2279959" y="2292900"/>
                </a:lnTo>
                <a:lnTo>
                  <a:pt x="2279444" y="2292912"/>
                </a:lnTo>
                <a:lnTo>
                  <a:pt x="2278925" y="2292915"/>
                </a:lnTo>
                <a:lnTo>
                  <a:pt x="2265907" y="2292915"/>
                </a:lnTo>
                <a:lnTo>
                  <a:pt x="2265907" y="2305257"/>
                </a:lnTo>
                <a:lnTo>
                  <a:pt x="2280446" y="2305257"/>
                </a:lnTo>
                <a:lnTo>
                  <a:pt x="2280980" y="2305261"/>
                </a:lnTo>
                <a:lnTo>
                  <a:pt x="2281510" y="2305272"/>
                </a:lnTo>
                <a:lnTo>
                  <a:pt x="2282037" y="2305292"/>
                </a:lnTo>
                <a:lnTo>
                  <a:pt x="2282560" y="2305318"/>
                </a:lnTo>
                <a:lnTo>
                  <a:pt x="2283079" y="2305353"/>
                </a:lnTo>
                <a:lnTo>
                  <a:pt x="2283595" y="2305395"/>
                </a:lnTo>
                <a:lnTo>
                  <a:pt x="2284108" y="2305444"/>
                </a:lnTo>
                <a:lnTo>
                  <a:pt x="2284617" y="2305501"/>
                </a:lnTo>
                <a:lnTo>
                  <a:pt x="2285122" y="2305566"/>
                </a:lnTo>
                <a:lnTo>
                  <a:pt x="2285624" y="2305639"/>
                </a:lnTo>
                <a:lnTo>
                  <a:pt x="2286122" y="2305719"/>
                </a:lnTo>
                <a:lnTo>
                  <a:pt x="2286617" y="2305807"/>
                </a:lnTo>
                <a:lnTo>
                  <a:pt x="2287109" y="2305902"/>
                </a:lnTo>
                <a:lnTo>
                  <a:pt x="2287596" y="2306005"/>
                </a:lnTo>
                <a:lnTo>
                  <a:pt x="2288081" y="2306116"/>
                </a:lnTo>
                <a:lnTo>
                  <a:pt x="2288561" y="2306234"/>
                </a:lnTo>
                <a:lnTo>
                  <a:pt x="2289039" y="2306360"/>
                </a:lnTo>
                <a:lnTo>
                  <a:pt x="2289513" y="2306494"/>
                </a:lnTo>
                <a:lnTo>
                  <a:pt x="2289983" y="2306635"/>
                </a:lnTo>
                <a:lnTo>
                  <a:pt x="2290449" y="2306784"/>
                </a:lnTo>
                <a:lnTo>
                  <a:pt x="2290913" y="2306940"/>
                </a:lnTo>
                <a:lnTo>
                  <a:pt x="2291372" y="2307104"/>
                </a:lnTo>
                <a:lnTo>
                  <a:pt x="2291828" y="2307276"/>
                </a:lnTo>
                <a:lnTo>
                  <a:pt x="2292281" y="2307455"/>
                </a:lnTo>
                <a:lnTo>
                  <a:pt x="2292728" y="2307629"/>
                </a:lnTo>
                <a:lnTo>
                  <a:pt x="2293167" y="2307811"/>
                </a:lnTo>
                <a:lnTo>
                  <a:pt x="2293599" y="2308002"/>
                </a:lnTo>
                <a:lnTo>
                  <a:pt x="2294023" y="2308202"/>
                </a:lnTo>
                <a:lnTo>
                  <a:pt x="2294440" y="2308411"/>
                </a:lnTo>
                <a:lnTo>
                  <a:pt x="2294849" y="2308628"/>
                </a:lnTo>
                <a:lnTo>
                  <a:pt x="2295250" y="2308854"/>
                </a:lnTo>
                <a:lnTo>
                  <a:pt x="2295643" y="2309089"/>
                </a:lnTo>
                <a:lnTo>
                  <a:pt x="2296029" y="2309333"/>
                </a:lnTo>
                <a:lnTo>
                  <a:pt x="2296408" y="2309586"/>
                </a:lnTo>
                <a:lnTo>
                  <a:pt x="2296779" y="2309848"/>
                </a:lnTo>
                <a:lnTo>
                  <a:pt x="2297142" y="2310118"/>
                </a:lnTo>
                <a:lnTo>
                  <a:pt x="2297497" y="2310397"/>
                </a:lnTo>
                <a:lnTo>
                  <a:pt x="2297845" y="2310685"/>
                </a:lnTo>
                <a:lnTo>
                  <a:pt x="2298185" y="2310982"/>
                </a:lnTo>
                <a:lnTo>
                  <a:pt x="2298518" y="2311287"/>
                </a:lnTo>
                <a:lnTo>
                  <a:pt x="2298843" y="2311602"/>
                </a:lnTo>
                <a:lnTo>
                  <a:pt x="2299160" y="2311925"/>
                </a:lnTo>
                <a:lnTo>
                  <a:pt x="2299469" y="2312257"/>
                </a:lnTo>
                <a:lnTo>
                  <a:pt x="2299771" y="2312598"/>
                </a:lnTo>
                <a:lnTo>
                  <a:pt x="2300066" y="2312947"/>
                </a:lnTo>
                <a:lnTo>
                  <a:pt x="2300353" y="2313306"/>
                </a:lnTo>
                <a:lnTo>
                  <a:pt x="2300632" y="2313673"/>
                </a:lnTo>
                <a:lnTo>
                  <a:pt x="2300903" y="2314049"/>
                </a:lnTo>
                <a:lnTo>
                  <a:pt x="2301179" y="2314434"/>
                </a:lnTo>
                <a:lnTo>
                  <a:pt x="2301443" y="2314827"/>
                </a:lnTo>
                <a:lnTo>
                  <a:pt x="2301696" y="2315230"/>
                </a:lnTo>
                <a:lnTo>
                  <a:pt x="2301936" y="2315641"/>
                </a:lnTo>
                <a:lnTo>
                  <a:pt x="2302165" y="2316061"/>
                </a:lnTo>
                <a:lnTo>
                  <a:pt x="2302383" y="2316490"/>
                </a:lnTo>
                <a:lnTo>
                  <a:pt x="2302588" y="2316927"/>
                </a:lnTo>
                <a:lnTo>
                  <a:pt x="2302782" y="2317374"/>
                </a:lnTo>
                <a:lnTo>
                  <a:pt x="2302964" y="2317829"/>
                </a:lnTo>
                <a:lnTo>
                  <a:pt x="2303134" y="2318293"/>
                </a:lnTo>
                <a:lnTo>
                  <a:pt x="2303293" y="2318766"/>
                </a:lnTo>
                <a:lnTo>
                  <a:pt x="2303439" y="2319248"/>
                </a:lnTo>
                <a:lnTo>
                  <a:pt x="2303574" y="2319738"/>
                </a:lnTo>
                <a:lnTo>
                  <a:pt x="2303698" y="2320237"/>
                </a:lnTo>
                <a:lnTo>
                  <a:pt x="2303809" y="2320745"/>
                </a:lnTo>
                <a:lnTo>
                  <a:pt x="2303909" y="2321262"/>
                </a:lnTo>
                <a:lnTo>
                  <a:pt x="2303997" y="2321788"/>
                </a:lnTo>
                <a:lnTo>
                  <a:pt x="2304073" y="2322322"/>
                </a:lnTo>
                <a:lnTo>
                  <a:pt x="2304138" y="2322866"/>
                </a:lnTo>
                <a:lnTo>
                  <a:pt x="2304191" y="2323418"/>
                </a:lnTo>
                <a:lnTo>
                  <a:pt x="2304232" y="2323979"/>
                </a:lnTo>
                <a:lnTo>
                  <a:pt x="2304261" y="2324549"/>
                </a:lnTo>
                <a:lnTo>
                  <a:pt x="2304279" y="2325127"/>
                </a:lnTo>
                <a:lnTo>
                  <a:pt x="2304285" y="2325714"/>
                </a:lnTo>
                <a:lnTo>
                  <a:pt x="2304272" y="2326565"/>
                </a:lnTo>
                <a:lnTo>
                  <a:pt x="2304235" y="2327398"/>
                </a:lnTo>
                <a:lnTo>
                  <a:pt x="2304174" y="2328213"/>
                </a:lnTo>
                <a:lnTo>
                  <a:pt x="2304088" y="2329011"/>
                </a:lnTo>
                <a:lnTo>
                  <a:pt x="2303977" y="2329791"/>
                </a:lnTo>
                <a:lnTo>
                  <a:pt x="2303841" y="2330554"/>
                </a:lnTo>
                <a:lnTo>
                  <a:pt x="2303681" y="2331299"/>
                </a:lnTo>
                <a:lnTo>
                  <a:pt x="2303496" y="2332026"/>
                </a:lnTo>
                <a:lnTo>
                  <a:pt x="2303286" y="2332736"/>
                </a:lnTo>
                <a:lnTo>
                  <a:pt x="2303052" y="2333428"/>
                </a:lnTo>
                <a:lnTo>
                  <a:pt x="2302793" y="2334103"/>
                </a:lnTo>
                <a:lnTo>
                  <a:pt x="2302510" y="2334759"/>
                </a:lnTo>
                <a:lnTo>
                  <a:pt x="2302201" y="2335399"/>
                </a:lnTo>
                <a:lnTo>
                  <a:pt x="2301869" y="2336020"/>
                </a:lnTo>
                <a:lnTo>
                  <a:pt x="2301511" y="2336624"/>
                </a:lnTo>
                <a:lnTo>
                  <a:pt x="2301129" y="2337211"/>
                </a:lnTo>
                <a:lnTo>
                  <a:pt x="2300722" y="2337780"/>
                </a:lnTo>
                <a:lnTo>
                  <a:pt x="2300291" y="2338331"/>
                </a:lnTo>
                <a:lnTo>
                  <a:pt x="2299834" y="2338865"/>
                </a:lnTo>
                <a:lnTo>
                  <a:pt x="2299354" y="2339381"/>
                </a:lnTo>
                <a:lnTo>
                  <a:pt x="2298848" y="2339879"/>
                </a:lnTo>
                <a:lnTo>
                  <a:pt x="2298318" y="2340360"/>
                </a:lnTo>
                <a:lnTo>
                  <a:pt x="2297763" y="2340823"/>
                </a:lnTo>
                <a:lnTo>
                  <a:pt x="2297184" y="2341268"/>
                </a:lnTo>
                <a:lnTo>
                  <a:pt x="2296585" y="2341682"/>
                </a:lnTo>
                <a:lnTo>
                  <a:pt x="2295972" y="2342079"/>
                </a:lnTo>
                <a:lnTo>
                  <a:pt x="2295345" y="2342457"/>
                </a:lnTo>
                <a:lnTo>
                  <a:pt x="2294704" y="2342818"/>
                </a:lnTo>
                <a:lnTo>
                  <a:pt x="2294049" y="2343162"/>
                </a:lnTo>
                <a:lnTo>
                  <a:pt x="2293380" y="2343488"/>
                </a:lnTo>
                <a:lnTo>
                  <a:pt x="2292697" y="2343796"/>
                </a:lnTo>
                <a:lnTo>
                  <a:pt x="2291999" y="2344086"/>
                </a:lnTo>
                <a:lnTo>
                  <a:pt x="2291288" y="2344359"/>
                </a:lnTo>
                <a:lnTo>
                  <a:pt x="2290562" y="2344615"/>
                </a:lnTo>
                <a:lnTo>
                  <a:pt x="2289823" y="2344852"/>
                </a:lnTo>
                <a:lnTo>
                  <a:pt x="2289069" y="2345073"/>
                </a:lnTo>
                <a:lnTo>
                  <a:pt x="2288301" y="2345275"/>
                </a:lnTo>
                <a:lnTo>
                  <a:pt x="2287519" y="2345460"/>
                </a:lnTo>
                <a:lnTo>
                  <a:pt x="2286723" y="2345627"/>
                </a:lnTo>
                <a:lnTo>
                  <a:pt x="2285913" y="2345777"/>
                </a:lnTo>
                <a:lnTo>
                  <a:pt x="2285089" y="2345909"/>
                </a:lnTo>
                <a:lnTo>
                  <a:pt x="2284250" y="2346024"/>
                </a:lnTo>
                <a:lnTo>
                  <a:pt x="2283398" y="2346120"/>
                </a:lnTo>
                <a:lnTo>
                  <a:pt x="2282532" y="2346200"/>
                </a:lnTo>
                <a:lnTo>
                  <a:pt x="2281651" y="2346261"/>
                </a:lnTo>
                <a:lnTo>
                  <a:pt x="2280756" y="2346305"/>
                </a:lnTo>
                <a:lnTo>
                  <a:pt x="2279848" y="2346332"/>
                </a:lnTo>
                <a:lnTo>
                  <a:pt x="2278925" y="2346341"/>
                </a:lnTo>
                <a:lnTo>
                  <a:pt x="2277975" y="2346331"/>
                </a:lnTo>
                <a:lnTo>
                  <a:pt x="2277042" y="2346304"/>
                </a:lnTo>
                <a:lnTo>
                  <a:pt x="2276125" y="2346259"/>
                </a:lnTo>
                <a:lnTo>
                  <a:pt x="2275224" y="2346195"/>
                </a:lnTo>
                <a:lnTo>
                  <a:pt x="2274340" y="2346113"/>
                </a:lnTo>
                <a:lnTo>
                  <a:pt x="2273472" y="2346013"/>
                </a:lnTo>
                <a:lnTo>
                  <a:pt x="2272621" y="2345895"/>
                </a:lnTo>
                <a:lnTo>
                  <a:pt x="2271786" y="2345758"/>
                </a:lnTo>
                <a:lnTo>
                  <a:pt x="2270968" y="2345604"/>
                </a:lnTo>
                <a:lnTo>
                  <a:pt x="2270166" y="2345431"/>
                </a:lnTo>
                <a:lnTo>
                  <a:pt x="2269381" y="2345240"/>
                </a:lnTo>
                <a:lnTo>
                  <a:pt x="2268612" y="2345030"/>
                </a:lnTo>
                <a:lnTo>
                  <a:pt x="2267859" y="2344803"/>
                </a:lnTo>
                <a:lnTo>
                  <a:pt x="2267123" y="2344557"/>
                </a:lnTo>
                <a:lnTo>
                  <a:pt x="2266403" y="2344293"/>
                </a:lnTo>
                <a:lnTo>
                  <a:pt x="2265700" y="2344011"/>
                </a:lnTo>
                <a:lnTo>
                  <a:pt x="2265013" y="2343711"/>
                </a:lnTo>
                <a:lnTo>
                  <a:pt x="2264343" y="2343393"/>
                </a:lnTo>
                <a:lnTo>
                  <a:pt x="2263689" y="2343056"/>
                </a:lnTo>
                <a:lnTo>
                  <a:pt x="2263051" y="2342701"/>
                </a:lnTo>
                <a:lnTo>
                  <a:pt x="2262430" y="2342328"/>
                </a:lnTo>
                <a:lnTo>
                  <a:pt x="2261826" y="2341937"/>
                </a:lnTo>
                <a:lnTo>
                  <a:pt x="2261237" y="2341527"/>
                </a:lnTo>
                <a:lnTo>
                  <a:pt x="2260666" y="2341100"/>
                </a:lnTo>
                <a:lnTo>
                  <a:pt x="2260114" y="2340652"/>
                </a:lnTo>
                <a:lnTo>
                  <a:pt x="2259585" y="2340181"/>
                </a:lnTo>
                <a:lnTo>
                  <a:pt x="2259081" y="2339689"/>
                </a:lnTo>
                <a:lnTo>
                  <a:pt x="2258599" y="2339174"/>
                </a:lnTo>
                <a:lnTo>
                  <a:pt x="2258141" y="2338637"/>
                </a:lnTo>
                <a:lnTo>
                  <a:pt x="2257707" y="2338077"/>
                </a:lnTo>
                <a:lnTo>
                  <a:pt x="2257296" y="2337496"/>
                </a:lnTo>
                <a:lnTo>
                  <a:pt x="2256908" y="2336892"/>
                </a:lnTo>
                <a:lnTo>
                  <a:pt x="2256544" y="2336265"/>
                </a:lnTo>
                <a:lnTo>
                  <a:pt x="2256204" y="2335617"/>
                </a:lnTo>
                <a:lnTo>
                  <a:pt x="2255887" y="2334946"/>
                </a:lnTo>
                <a:lnTo>
                  <a:pt x="2255593" y="2334252"/>
                </a:lnTo>
                <a:lnTo>
                  <a:pt x="2255323" y="2333537"/>
                </a:lnTo>
                <a:lnTo>
                  <a:pt x="2255077" y="2332799"/>
                </a:lnTo>
                <a:lnTo>
                  <a:pt x="2254854" y="2332038"/>
                </a:lnTo>
                <a:lnTo>
                  <a:pt x="2254654" y="2331256"/>
                </a:lnTo>
                <a:lnTo>
                  <a:pt x="2254478" y="2330451"/>
                </a:lnTo>
                <a:lnTo>
                  <a:pt x="2254325" y="2329624"/>
                </a:lnTo>
                <a:lnTo>
                  <a:pt x="2254196" y="2328774"/>
                </a:lnTo>
                <a:lnTo>
                  <a:pt x="2254091" y="2327903"/>
                </a:lnTo>
                <a:lnTo>
                  <a:pt x="2254008" y="2327009"/>
                </a:lnTo>
                <a:lnTo>
                  <a:pt x="2253950" y="2326092"/>
                </a:lnTo>
                <a:lnTo>
                  <a:pt x="2253915" y="2325154"/>
                </a:lnTo>
                <a:lnTo>
                  <a:pt x="2253903" y="2324193"/>
                </a:lnTo>
                <a:lnTo>
                  <a:pt x="2238010" y="2324193"/>
                </a:lnTo>
                <a:lnTo>
                  <a:pt x="2238010" y="2327236"/>
                </a:lnTo>
                <a:lnTo>
                  <a:pt x="2238019" y="2328021"/>
                </a:lnTo>
                <a:lnTo>
                  <a:pt x="2238046" y="2328800"/>
                </a:lnTo>
                <a:lnTo>
                  <a:pt x="2238090" y="2329571"/>
                </a:lnTo>
                <a:lnTo>
                  <a:pt x="2238151" y="2330335"/>
                </a:lnTo>
                <a:lnTo>
                  <a:pt x="2238231" y="2331093"/>
                </a:lnTo>
                <a:lnTo>
                  <a:pt x="2238327" y="2331843"/>
                </a:lnTo>
                <a:lnTo>
                  <a:pt x="2238442" y="2332586"/>
                </a:lnTo>
                <a:lnTo>
                  <a:pt x="2238574" y="2333322"/>
                </a:lnTo>
                <a:lnTo>
                  <a:pt x="2238724" y="2334051"/>
                </a:lnTo>
                <a:lnTo>
                  <a:pt x="2238891" y="2334773"/>
                </a:lnTo>
                <a:lnTo>
                  <a:pt x="2239076" y="2335488"/>
                </a:lnTo>
                <a:lnTo>
                  <a:pt x="2239278" y="2336196"/>
                </a:lnTo>
                <a:lnTo>
                  <a:pt x="2239499" y="2336897"/>
                </a:lnTo>
                <a:lnTo>
                  <a:pt x="2239736" y="2337591"/>
                </a:lnTo>
                <a:lnTo>
                  <a:pt x="2239992" y="2338278"/>
                </a:lnTo>
                <a:lnTo>
                  <a:pt x="2240265" y="2338958"/>
                </a:lnTo>
                <a:lnTo>
                  <a:pt x="2240555" y="2339631"/>
                </a:lnTo>
                <a:lnTo>
                  <a:pt x="2240863" y="2340296"/>
                </a:lnTo>
                <a:lnTo>
                  <a:pt x="2241189" y="2340955"/>
                </a:lnTo>
                <a:lnTo>
                  <a:pt x="2241533" y="2341607"/>
                </a:lnTo>
                <a:lnTo>
                  <a:pt x="2241894" y="2342251"/>
                </a:lnTo>
                <a:lnTo>
                  <a:pt x="2242272" y="2342889"/>
                </a:lnTo>
                <a:lnTo>
                  <a:pt x="2242669" y="2343519"/>
                </a:lnTo>
                <a:lnTo>
                  <a:pt x="2243082" y="2344143"/>
                </a:lnTo>
                <a:lnTo>
                  <a:pt x="2243512" y="2344757"/>
                </a:lnTo>
                <a:lnTo>
                  <a:pt x="2243955" y="2345360"/>
                </a:lnTo>
                <a:lnTo>
                  <a:pt x="2244411" y="2345952"/>
                </a:lnTo>
                <a:lnTo>
                  <a:pt x="2244881" y="2346533"/>
                </a:lnTo>
                <a:lnTo>
                  <a:pt x="2245365" y="2347103"/>
                </a:lnTo>
                <a:lnTo>
                  <a:pt x="2245862" y="2347661"/>
                </a:lnTo>
                <a:lnTo>
                  <a:pt x="2246372" y="2348209"/>
                </a:lnTo>
                <a:lnTo>
                  <a:pt x="2246896" y="2348745"/>
                </a:lnTo>
                <a:lnTo>
                  <a:pt x="2247433" y="2349270"/>
                </a:lnTo>
                <a:lnTo>
                  <a:pt x="2247984" y="2349784"/>
                </a:lnTo>
                <a:lnTo>
                  <a:pt x="2248549" y="2350287"/>
                </a:lnTo>
                <a:lnTo>
                  <a:pt x="2249127" y="2350779"/>
                </a:lnTo>
                <a:lnTo>
                  <a:pt x="2249718" y="2351259"/>
                </a:lnTo>
                <a:lnTo>
                  <a:pt x="2250323" y="2351728"/>
                </a:lnTo>
                <a:lnTo>
                  <a:pt x="2250942" y="2352187"/>
                </a:lnTo>
                <a:lnTo>
                  <a:pt x="2251573" y="2352634"/>
                </a:lnTo>
                <a:lnTo>
                  <a:pt x="2252219" y="2353069"/>
                </a:lnTo>
                <a:lnTo>
                  <a:pt x="2252878" y="2353494"/>
                </a:lnTo>
                <a:lnTo>
                  <a:pt x="2253550" y="2353908"/>
                </a:lnTo>
                <a:lnTo>
                  <a:pt x="2254236" y="2354310"/>
                </a:lnTo>
                <a:lnTo>
                  <a:pt x="2254936" y="2354701"/>
                </a:lnTo>
                <a:lnTo>
                  <a:pt x="2255649" y="2355082"/>
                </a:lnTo>
                <a:lnTo>
                  <a:pt x="2256375" y="2355450"/>
                </a:lnTo>
                <a:lnTo>
                  <a:pt x="2257115" y="2355808"/>
                </a:lnTo>
                <a:lnTo>
                  <a:pt x="2257881" y="2356153"/>
                </a:lnTo>
                <a:lnTo>
                  <a:pt x="2258657" y="2356483"/>
                </a:lnTo>
                <a:lnTo>
                  <a:pt x="2259442" y="2356799"/>
                </a:lnTo>
                <a:lnTo>
                  <a:pt x="2260238" y="2357100"/>
                </a:lnTo>
                <a:lnTo>
                  <a:pt x="2261044" y="2357386"/>
                </a:lnTo>
                <a:lnTo>
                  <a:pt x="2261859" y="2357658"/>
                </a:lnTo>
                <a:lnTo>
                  <a:pt x="2262685" y="2357914"/>
                </a:lnTo>
                <a:lnTo>
                  <a:pt x="2263521" y="2358157"/>
                </a:lnTo>
                <a:lnTo>
                  <a:pt x="2264366" y="2358384"/>
                </a:lnTo>
                <a:lnTo>
                  <a:pt x="2265222" y="2358597"/>
                </a:lnTo>
                <a:lnTo>
                  <a:pt x="2266088" y="2358795"/>
                </a:lnTo>
                <a:lnTo>
                  <a:pt x="2266963" y="2358978"/>
                </a:lnTo>
                <a:lnTo>
                  <a:pt x="2267849" y="2359147"/>
                </a:lnTo>
                <a:lnTo>
                  <a:pt x="2268744" y="2359301"/>
                </a:lnTo>
                <a:lnTo>
                  <a:pt x="2269650" y="2359441"/>
                </a:lnTo>
                <a:lnTo>
                  <a:pt x="2270565" y="2359565"/>
                </a:lnTo>
                <a:lnTo>
                  <a:pt x="2271491" y="2359675"/>
                </a:lnTo>
                <a:lnTo>
                  <a:pt x="2272426" y="2359771"/>
                </a:lnTo>
                <a:lnTo>
                  <a:pt x="2273372" y="2359852"/>
                </a:lnTo>
                <a:lnTo>
                  <a:pt x="2274327" y="2359918"/>
                </a:lnTo>
                <a:lnTo>
                  <a:pt x="2275292" y="2359969"/>
                </a:lnTo>
                <a:lnTo>
                  <a:pt x="2276268" y="2360006"/>
                </a:lnTo>
                <a:lnTo>
                  <a:pt x="2277253" y="2360028"/>
                </a:lnTo>
                <a:lnTo>
                  <a:pt x="2278248" y="2360035"/>
                </a:lnTo>
                <a:lnTo>
                  <a:pt x="2281123" y="2360035"/>
                </a:lnTo>
                <a:lnTo>
                  <a:pt x="2282090" y="2360028"/>
                </a:lnTo>
                <a:lnTo>
                  <a:pt x="2283049" y="2360007"/>
                </a:lnTo>
                <a:lnTo>
                  <a:pt x="2283999" y="2359972"/>
                </a:lnTo>
                <a:lnTo>
                  <a:pt x="2284941" y="2359922"/>
                </a:lnTo>
                <a:lnTo>
                  <a:pt x="2285873" y="2359859"/>
                </a:lnTo>
                <a:lnTo>
                  <a:pt x="2286797" y="2359781"/>
                </a:lnTo>
                <a:lnTo>
                  <a:pt x="2287712" y="2359690"/>
                </a:lnTo>
                <a:close/>
                <a:moveTo>
                  <a:pt x="1881072" y="2359791"/>
                </a:moveTo>
                <a:lnTo>
                  <a:pt x="1881994" y="2359716"/>
                </a:lnTo>
                <a:lnTo>
                  <a:pt x="1882903" y="2359631"/>
                </a:lnTo>
                <a:lnTo>
                  <a:pt x="1883801" y="2359536"/>
                </a:lnTo>
                <a:lnTo>
                  <a:pt x="1884686" y="2359431"/>
                </a:lnTo>
                <a:lnTo>
                  <a:pt x="1885558" y="2359316"/>
                </a:lnTo>
                <a:lnTo>
                  <a:pt x="1886419" y="2359192"/>
                </a:lnTo>
                <a:lnTo>
                  <a:pt x="1887267" y="2359057"/>
                </a:lnTo>
                <a:lnTo>
                  <a:pt x="1888102" y="2358912"/>
                </a:lnTo>
                <a:lnTo>
                  <a:pt x="1888926" y="2358758"/>
                </a:lnTo>
                <a:lnTo>
                  <a:pt x="1889737" y="2358593"/>
                </a:lnTo>
                <a:lnTo>
                  <a:pt x="1890535" y="2358418"/>
                </a:lnTo>
                <a:lnTo>
                  <a:pt x="1891322" y="2358234"/>
                </a:lnTo>
                <a:lnTo>
                  <a:pt x="1892096" y="2358039"/>
                </a:lnTo>
                <a:lnTo>
                  <a:pt x="1892857" y="2357835"/>
                </a:lnTo>
                <a:lnTo>
                  <a:pt x="1893607" y="2357620"/>
                </a:lnTo>
                <a:lnTo>
                  <a:pt x="1894344" y="2357395"/>
                </a:lnTo>
                <a:lnTo>
                  <a:pt x="1895068" y="2357161"/>
                </a:lnTo>
                <a:lnTo>
                  <a:pt x="1895794" y="2356916"/>
                </a:lnTo>
                <a:lnTo>
                  <a:pt x="1896504" y="2356661"/>
                </a:lnTo>
                <a:lnTo>
                  <a:pt x="1897200" y="2356395"/>
                </a:lnTo>
                <a:lnTo>
                  <a:pt x="1897881" y="2356118"/>
                </a:lnTo>
                <a:lnTo>
                  <a:pt x="1898548" y="2355831"/>
                </a:lnTo>
                <a:lnTo>
                  <a:pt x="1899200" y="2355534"/>
                </a:lnTo>
                <a:lnTo>
                  <a:pt x="1899837" y="2355225"/>
                </a:lnTo>
                <a:lnTo>
                  <a:pt x="1900460" y="2354907"/>
                </a:lnTo>
                <a:lnTo>
                  <a:pt x="1901067" y="2354577"/>
                </a:lnTo>
                <a:lnTo>
                  <a:pt x="1901661" y="2354237"/>
                </a:lnTo>
                <a:lnTo>
                  <a:pt x="1902239" y="2353887"/>
                </a:lnTo>
                <a:lnTo>
                  <a:pt x="1902803" y="2353526"/>
                </a:lnTo>
                <a:lnTo>
                  <a:pt x="1903352" y="2353154"/>
                </a:lnTo>
                <a:lnTo>
                  <a:pt x="1903887" y="2352772"/>
                </a:lnTo>
                <a:lnTo>
                  <a:pt x="1904407" y="2352379"/>
                </a:lnTo>
                <a:lnTo>
                  <a:pt x="1904912" y="2351976"/>
                </a:lnTo>
                <a:lnTo>
                  <a:pt x="1905402" y="2351562"/>
                </a:lnTo>
                <a:lnTo>
                  <a:pt x="1905878" y="2351138"/>
                </a:lnTo>
                <a:lnTo>
                  <a:pt x="1906339" y="2350703"/>
                </a:lnTo>
                <a:lnTo>
                  <a:pt x="1906786" y="2350257"/>
                </a:lnTo>
                <a:lnTo>
                  <a:pt x="1907217" y="2349801"/>
                </a:lnTo>
                <a:lnTo>
                  <a:pt x="1907634" y="2349334"/>
                </a:lnTo>
                <a:lnTo>
                  <a:pt x="1908037" y="2348857"/>
                </a:lnTo>
                <a:lnTo>
                  <a:pt x="1908425" y="2348369"/>
                </a:lnTo>
                <a:lnTo>
                  <a:pt x="1908811" y="2347871"/>
                </a:lnTo>
                <a:lnTo>
                  <a:pt x="1909181" y="2347362"/>
                </a:lnTo>
                <a:lnTo>
                  <a:pt x="1909534" y="2346842"/>
                </a:lnTo>
                <a:lnTo>
                  <a:pt x="1909871" y="2346312"/>
                </a:lnTo>
                <a:lnTo>
                  <a:pt x="1910192" y="2345772"/>
                </a:lnTo>
                <a:lnTo>
                  <a:pt x="1910496" y="2345220"/>
                </a:lnTo>
                <a:lnTo>
                  <a:pt x="1910783" y="2344659"/>
                </a:lnTo>
                <a:lnTo>
                  <a:pt x="1911055" y="2344086"/>
                </a:lnTo>
                <a:lnTo>
                  <a:pt x="1911309" y="2343503"/>
                </a:lnTo>
                <a:lnTo>
                  <a:pt x="1911548" y="2342910"/>
                </a:lnTo>
                <a:lnTo>
                  <a:pt x="1911770" y="2342306"/>
                </a:lnTo>
                <a:lnTo>
                  <a:pt x="1911975" y="2341691"/>
                </a:lnTo>
                <a:lnTo>
                  <a:pt x="1912164" y="2341066"/>
                </a:lnTo>
                <a:lnTo>
                  <a:pt x="1912337" y="2340430"/>
                </a:lnTo>
                <a:lnTo>
                  <a:pt x="1912493" y="2339784"/>
                </a:lnTo>
                <a:lnTo>
                  <a:pt x="1912633" y="2339127"/>
                </a:lnTo>
                <a:lnTo>
                  <a:pt x="1912756" y="2338460"/>
                </a:lnTo>
                <a:lnTo>
                  <a:pt x="1912863" y="2337782"/>
                </a:lnTo>
                <a:lnTo>
                  <a:pt x="1912953" y="2337093"/>
                </a:lnTo>
                <a:lnTo>
                  <a:pt x="1913027" y="2336394"/>
                </a:lnTo>
                <a:lnTo>
                  <a:pt x="1913085" y="2335684"/>
                </a:lnTo>
                <a:lnTo>
                  <a:pt x="1913126" y="2334964"/>
                </a:lnTo>
                <a:lnTo>
                  <a:pt x="1913150" y="2334233"/>
                </a:lnTo>
                <a:lnTo>
                  <a:pt x="1913159" y="2333491"/>
                </a:lnTo>
                <a:lnTo>
                  <a:pt x="1913153" y="2332835"/>
                </a:lnTo>
                <a:lnTo>
                  <a:pt x="1913136" y="2332188"/>
                </a:lnTo>
                <a:lnTo>
                  <a:pt x="1913108" y="2331552"/>
                </a:lnTo>
                <a:lnTo>
                  <a:pt x="1913069" y="2330927"/>
                </a:lnTo>
                <a:lnTo>
                  <a:pt x="1913019" y="2330313"/>
                </a:lnTo>
                <a:lnTo>
                  <a:pt x="1912958" y="2329709"/>
                </a:lnTo>
                <a:lnTo>
                  <a:pt x="1912885" y="2329115"/>
                </a:lnTo>
                <a:lnTo>
                  <a:pt x="1912802" y="2328532"/>
                </a:lnTo>
                <a:lnTo>
                  <a:pt x="1912707" y="2327960"/>
                </a:lnTo>
                <a:lnTo>
                  <a:pt x="1912601" y="2327398"/>
                </a:lnTo>
                <a:lnTo>
                  <a:pt x="1912484" y="2326847"/>
                </a:lnTo>
                <a:lnTo>
                  <a:pt x="1912356" y="2326306"/>
                </a:lnTo>
                <a:lnTo>
                  <a:pt x="1912216" y="2325776"/>
                </a:lnTo>
                <a:lnTo>
                  <a:pt x="1912066" y="2325256"/>
                </a:lnTo>
                <a:lnTo>
                  <a:pt x="1911904" y="2324748"/>
                </a:lnTo>
                <a:lnTo>
                  <a:pt x="1911731" y="2324249"/>
                </a:lnTo>
                <a:lnTo>
                  <a:pt x="1911547" y="2323761"/>
                </a:lnTo>
                <a:lnTo>
                  <a:pt x="1911352" y="2323284"/>
                </a:lnTo>
                <a:lnTo>
                  <a:pt x="1911145" y="2322817"/>
                </a:lnTo>
                <a:lnTo>
                  <a:pt x="1910928" y="2322361"/>
                </a:lnTo>
                <a:lnTo>
                  <a:pt x="1910699" y="2321916"/>
                </a:lnTo>
                <a:lnTo>
                  <a:pt x="1910459" y="2321481"/>
                </a:lnTo>
                <a:lnTo>
                  <a:pt x="1910208" y="2321056"/>
                </a:lnTo>
                <a:lnTo>
                  <a:pt x="1909946" y="2320642"/>
                </a:lnTo>
                <a:lnTo>
                  <a:pt x="1909671" y="2320223"/>
                </a:lnTo>
                <a:lnTo>
                  <a:pt x="1909383" y="2319810"/>
                </a:lnTo>
                <a:lnTo>
                  <a:pt x="1909080" y="2319403"/>
                </a:lnTo>
                <a:lnTo>
                  <a:pt x="1908763" y="2319003"/>
                </a:lnTo>
                <a:lnTo>
                  <a:pt x="1908432" y="2318610"/>
                </a:lnTo>
                <a:lnTo>
                  <a:pt x="1908086" y="2318223"/>
                </a:lnTo>
                <a:lnTo>
                  <a:pt x="1907727" y="2317842"/>
                </a:lnTo>
                <a:lnTo>
                  <a:pt x="1907354" y="2317468"/>
                </a:lnTo>
                <a:lnTo>
                  <a:pt x="1906966" y="2317100"/>
                </a:lnTo>
                <a:lnTo>
                  <a:pt x="1906565" y="2316739"/>
                </a:lnTo>
                <a:lnTo>
                  <a:pt x="1906149" y="2316384"/>
                </a:lnTo>
                <a:lnTo>
                  <a:pt x="1905720" y="2316035"/>
                </a:lnTo>
                <a:lnTo>
                  <a:pt x="1905276" y="2315693"/>
                </a:lnTo>
                <a:lnTo>
                  <a:pt x="1904818" y="2315358"/>
                </a:lnTo>
                <a:lnTo>
                  <a:pt x="1904346" y="2315029"/>
                </a:lnTo>
                <a:lnTo>
                  <a:pt x="1903860" y="2314706"/>
                </a:lnTo>
                <a:lnTo>
                  <a:pt x="1903360" y="2314390"/>
                </a:lnTo>
                <a:lnTo>
                  <a:pt x="1902845" y="2314080"/>
                </a:lnTo>
                <a:lnTo>
                  <a:pt x="1902317" y="2313777"/>
                </a:lnTo>
                <a:lnTo>
                  <a:pt x="1901775" y="2313480"/>
                </a:lnTo>
                <a:lnTo>
                  <a:pt x="1901218" y="2313190"/>
                </a:lnTo>
                <a:lnTo>
                  <a:pt x="1900648" y="2312906"/>
                </a:lnTo>
                <a:lnTo>
                  <a:pt x="1900063" y="2312629"/>
                </a:lnTo>
                <a:lnTo>
                  <a:pt x="1899464" y="2312358"/>
                </a:lnTo>
                <a:lnTo>
                  <a:pt x="1898863" y="2312092"/>
                </a:lnTo>
                <a:lnTo>
                  <a:pt x="1898244" y="2311830"/>
                </a:lnTo>
                <a:lnTo>
                  <a:pt x="1897607" y="2311571"/>
                </a:lnTo>
                <a:lnTo>
                  <a:pt x="1896952" y="2311316"/>
                </a:lnTo>
                <a:lnTo>
                  <a:pt x="1896278" y="2311064"/>
                </a:lnTo>
                <a:lnTo>
                  <a:pt x="1895586" y="2310815"/>
                </a:lnTo>
                <a:lnTo>
                  <a:pt x="1894876" y="2310571"/>
                </a:lnTo>
                <a:lnTo>
                  <a:pt x="1894148" y="2310329"/>
                </a:lnTo>
                <a:lnTo>
                  <a:pt x="1893401" y="2310092"/>
                </a:lnTo>
                <a:lnTo>
                  <a:pt x="1892637" y="2309857"/>
                </a:lnTo>
                <a:lnTo>
                  <a:pt x="1891854" y="2309627"/>
                </a:lnTo>
                <a:lnTo>
                  <a:pt x="1891053" y="2309399"/>
                </a:lnTo>
                <a:lnTo>
                  <a:pt x="1890234" y="2309176"/>
                </a:lnTo>
                <a:lnTo>
                  <a:pt x="1889396" y="2308956"/>
                </a:lnTo>
                <a:lnTo>
                  <a:pt x="1888541" y="2308739"/>
                </a:lnTo>
                <a:lnTo>
                  <a:pt x="1887667" y="2308526"/>
                </a:lnTo>
                <a:lnTo>
                  <a:pt x="1886775" y="2308316"/>
                </a:lnTo>
                <a:lnTo>
                  <a:pt x="1885865" y="2308110"/>
                </a:lnTo>
                <a:lnTo>
                  <a:pt x="1884936" y="2307908"/>
                </a:lnTo>
                <a:lnTo>
                  <a:pt x="1883990" y="2307709"/>
                </a:lnTo>
                <a:lnTo>
                  <a:pt x="1883025" y="2307513"/>
                </a:lnTo>
                <a:lnTo>
                  <a:pt x="1882042" y="2307321"/>
                </a:lnTo>
                <a:lnTo>
                  <a:pt x="1881041" y="2307133"/>
                </a:lnTo>
                <a:lnTo>
                  <a:pt x="1880021" y="2306948"/>
                </a:lnTo>
                <a:lnTo>
                  <a:pt x="1879198" y="2306793"/>
                </a:lnTo>
                <a:lnTo>
                  <a:pt x="1878391" y="2306639"/>
                </a:lnTo>
                <a:lnTo>
                  <a:pt x="1877599" y="2306486"/>
                </a:lnTo>
                <a:lnTo>
                  <a:pt x="1876823" y="2306333"/>
                </a:lnTo>
                <a:lnTo>
                  <a:pt x="1876063" y="2306180"/>
                </a:lnTo>
                <a:lnTo>
                  <a:pt x="1875319" y="2306029"/>
                </a:lnTo>
                <a:lnTo>
                  <a:pt x="1874591" y="2305878"/>
                </a:lnTo>
                <a:lnTo>
                  <a:pt x="1873879" y="2305727"/>
                </a:lnTo>
                <a:lnTo>
                  <a:pt x="1873182" y="2305577"/>
                </a:lnTo>
                <a:lnTo>
                  <a:pt x="1872502" y="2305428"/>
                </a:lnTo>
                <a:lnTo>
                  <a:pt x="1871837" y="2305279"/>
                </a:lnTo>
                <a:lnTo>
                  <a:pt x="1871188" y="2305131"/>
                </a:lnTo>
                <a:lnTo>
                  <a:pt x="1870555" y="2304983"/>
                </a:lnTo>
                <a:lnTo>
                  <a:pt x="1869937" y="2304836"/>
                </a:lnTo>
                <a:lnTo>
                  <a:pt x="1869336" y="2304689"/>
                </a:lnTo>
                <a:lnTo>
                  <a:pt x="1868750" y="2304544"/>
                </a:lnTo>
                <a:lnTo>
                  <a:pt x="1868181" y="2304398"/>
                </a:lnTo>
                <a:lnTo>
                  <a:pt x="1867627" y="2304254"/>
                </a:lnTo>
                <a:lnTo>
                  <a:pt x="1867089" y="2304109"/>
                </a:lnTo>
                <a:lnTo>
                  <a:pt x="1866567" y="2303966"/>
                </a:lnTo>
                <a:lnTo>
                  <a:pt x="1866060" y="2303823"/>
                </a:lnTo>
                <a:lnTo>
                  <a:pt x="1865570" y="2303681"/>
                </a:lnTo>
                <a:lnTo>
                  <a:pt x="1865095" y="2303539"/>
                </a:lnTo>
                <a:lnTo>
                  <a:pt x="1864636" y="2303398"/>
                </a:lnTo>
                <a:lnTo>
                  <a:pt x="1864205" y="2303256"/>
                </a:lnTo>
                <a:lnTo>
                  <a:pt x="1863785" y="2303113"/>
                </a:lnTo>
                <a:lnTo>
                  <a:pt x="1863376" y="2302970"/>
                </a:lnTo>
                <a:lnTo>
                  <a:pt x="1862979" y="2302825"/>
                </a:lnTo>
                <a:lnTo>
                  <a:pt x="1862592" y="2302678"/>
                </a:lnTo>
                <a:lnTo>
                  <a:pt x="1862217" y="2302531"/>
                </a:lnTo>
                <a:lnTo>
                  <a:pt x="1861852" y="2302383"/>
                </a:lnTo>
                <a:lnTo>
                  <a:pt x="1861499" y="2302233"/>
                </a:lnTo>
                <a:lnTo>
                  <a:pt x="1861157" y="2302082"/>
                </a:lnTo>
                <a:lnTo>
                  <a:pt x="1860826" y="2301930"/>
                </a:lnTo>
                <a:lnTo>
                  <a:pt x="1860507" y="2301777"/>
                </a:lnTo>
                <a:lnTo>
                  <a:pt x="1860198" y="2301622"/>
                </a:lnTo>
                <a:lnTo>
                  <a:pt x="1859901" y="2301467"/>
                </a:lnTo>
                <a:lnTo>
                  <a:pt x="1859615" y="2301310"/>
                </a:lnTo>
                <a:lnTo>
                  <a:pt x="1859340" y="2301152"/>
                </a:lnTo>
                <a:lnTo>
                  <a:pt x="1859076" y="2300993"/>
                </a:lnTo>
                <a:lnTo>
                  <a:pt x="1858823" y="2300833"/>
                </a:lnTo>
                <a:lnTo>
                  <a:pt x="1858582" y="2300671"/>
                </a:lnTo>
                <a:lnTo>
                  <a:pt x="1858351" y="2300509"/>
                </a:lnTo>
                <a:lnTo>
                  <a:pt x="1858132" y="2300345"/>
                </a:lnTo>
                <a:lnTo>
                  <a:pt x="1857924" y="2300180"/>
                </a:lnTo>
                <a:lnTo>
                  <a:pt x="1857727" y="2300014"/>
                </a:lnTo>
                <a:lnTo>
                  <a:pt x="1857541" y="2299847"/>
                </a:lnTo>
                <a:lnTo>
                  <a:pt x="1857366" y="2299678"/>
                </a:lnTo>
                <a:lnTo>
                  <a:pt x="1857201" y="2299493"/>
                </a:lnTo>
                <a:lnTo>
                  <a:pt x="1857042" y="2299305"/>
                </a:lnTo>
                <a:lnTo>
                  <a:pt x="1856891" y="2299113"/>
                </a:lnTo>
                <a:lnTo>
                  <a:pt x="1856746" y="2298917"/>
                </a:lnTo>
                <a:lnTo>
                  <a:pt x="1856609" y="2298718"/>
                </a:lnTo>
                <a:lnTo>
                  <a:pt x="1856479" y="2298516"/>
                </a:lnTo>
                <a:lnTo>
                  <a:pt x="1856355" y="2298310"/>
                </a:lnTo>
                <a:lnTo>
                  <a:pt x="1856239" y="2298100"/>
                </a:lnTo>
                <a:lnTo>
                  <a:pt x="1856130" y="2297887"/>
                </a:lnTo>
                <a:lnTo>
                  <a:pt x="1856028" y="2297670"/>
                </a:lnTo>
                <a:lnTo>
                  <a:pt x="1855933" y="2297450"/>
                </a:lnTo>
                <a:lnTo>
                  <a:pt x="1855845" y="2297227"/>
                </a:lnTo>
                <a:lnTo>
                  <a:pt x="1855764" y="2296999"/>
                </a:lnTo>
                <a:lnTo>
                  <a:pt x="1855690" y="2296769"/>
                </a:lnTo>
                <a:lnTo>
                  <a:pt x="1855623" y="2296534"/>
                </a:lnTo>
                <a:lnTo>
                  <a:pt x="1855563" y="2296297"/>
                </a:lnTo>
                <a:lnTo>
                  <a:pt x="1855510" y="2296055"/>
                </a:lnTo>
                <a:lnTo>
                  <a:pt x="1855464" y="2295811"/>
                </a:lnTo>
                <a:lnTo>
                  <a:pt x="1855426" y="2295562"/>
                </a:lnTo>
                <a:lnTo>
                  <a:pt x="1855394" y="2295311"/>
                </a:lnTo>
                <a:lnTo>
                  <a:pt x="1855369" y="2295055"/>
                </a:lnTo>
                <a:lnTo>
                  <a:pt x="1855352" y="2294796"/>
                </a:lnTo>
                <a:lnTo>
                  <a:pt x="1855341" y="2294534"/>
                </a:lnTo>
                <a:lnTo>
                  <a:pt x="1855337" y="2294268"/>
                </a:lnTo>
                <a:lnTo>
                  <a:pt x="1855372" y="2293275"/>
                </a:lnTo>
                <a:lnTo>
                  <a:pt x="1855474" y="2292324"/>
                </a:lnTo>
                <a:lnTo>
                  <a:pt x="1855644" y="2291415"/>
                </a:lnTo>
                <a:lnTo>
                  <a:pt x="1855882" y="2290548"/>
                </a:lnTo>
                <a:lnTo>
                  <a:pt x="1856189" y="2289724"/>
                </a:lnTo>
                <a:lnTo>
                  <a:pt x="1856563" y="2288942"/>
                </a:lnTo>
                <a:lnTo>
                  <a:pt x="1857006" y="2288203"/>
                </a:lnTo>
                <a:lnTo>
                  <a:pt x="1857517" y="2287505"/>
                </a:lnTo>
                <a:lnTo>
                  <a:pt x="1858095" y="2286850"/>
                </a:lnTo>
                <a:lnTo>
                  <a:pt x="1858742" y="2286237"/>
                </a:lnTo>
                <a:lnTo>
                  <a:pt x="1859457" y="2285667"/>
                </a:lnTo>
                <a:lnTo>
                  <a:pt x="1860241" y="2285138"/>
                </a:lnTo>
                <a:lnTo>
                  <a:pt x="1861092" y="2284652"/>
                </a:lnTo>
                <a:lnTo>
                  <a:pt x="1862011" y="2284208"/>
                </a:lnTo>
                <a:lnTo>
                  <a:pt x="1862998" y="2283807"/>
                </a:lnTo>
                <a:lnTo>
                  <a:pt x="1864054" y="2283448"/>
                </a:lnTo>
                <a:lnTo>
                  <a:pt x="1865178" y="2283131"/>
                </a:lnTo>
                <a:lnTo>
                  <a:pt x="1866369" y="2282856"/>
                </a:lnTo>
                <a:lnTo>
                  <a:pt x="1867629" y="2282623"/>
                </a:lnTo>
                <a:lnTo>
                  <a:pt x="1868957" y="2282433"/>
                </a:lnTo>
                <a:lnTo>
                  <a:pt x="1870353" y="2282285"/>
                </a:lnTo>
                <a:lnTo>
                  <a:pt x="1871817" y="2282180"/>
                </a:lnTo>
                <a:lnTo>
                  <a:pt x="1873349" y="2282116"/>
                </a:lnTo>
                <a:lnTo>
                  <a:pt x="1874949" y="2282095"/>
                </a:lnTo>
                <a:lnTo>
                  <a:pt x="1875413" y="2282097"/>
                </a:lnTo>
                <a:lnTo>
                  <a:pt x="1875872" y="2282103"/>
                </a:lnTo>
                <a:lnTo>
                  <a:pt x="1876328" y="2282114"/>
                </a:lnTo>
                <a:lnTo>
                  <a:pt x="1876781" y="2282128"/>
                </a:lnTo>
                <a:lnTo>
                  <a:pt x="1877230" y="2282146"/>
                </a:lnTo>
                <a:lnTo>
                  <a:pt x="1877676" y="2282169"/>
                </a:lnTo>
                <a:lnTo>
                  <a:pt x="1878118" y="2282196"/>
                </a:lnTo>
                <a:lnTo>
                  <a:pt x="1878556" y="2282227"/>
                </a:lnTo>
                <a:lnTo>
                  <a:pt x="1878991" y="2282261"/>
                </a:lnTo>
                <a:lnTo>
                  <a:pt x="1879423" y="2282301"/>
                </a:lnTo>
                <a:lnTo>
                  <a:pt x="1879851" y="2282344"/>
                </a:lnTo>
                <a:lnTo>
                  <a:pt x="1880275" y="2282391"/>
                </a:lnTo>
                <a:lnTo>
                  <a:pt x="1880696" y="2282442"/>
                </a:lnTo>
                <a:lnTo>
                  <a:pt x="1881113" y="2282498"/>
                </a:lnTo>
                <a:lnTo>
                  <a:pt x="1881527" y="2282557"/>
                </a:lnTo>
                <a:lnTo>
                  <a:pt x="1881937" y="2282621"/>
                </a:lnTo>
                <a:lnTo>
                  <a:pt x="1882344" y="2282689"/>
                </a:lnTo>
                <a:lnTo>
                  <a:pt x="1882747" y="2282761"/>
                </a:lnTo>
                <a:lnTo>
                  <a:pt x="1883147" y="2282837"/>
                </a:lnTo>
                <a:lnTo>
                  <a:pt x="1883543" y="2282917"/>
                </a:lnTo>
                <a:lnTo>
                  <a:pt x="1883936" y="2283001"/>
                </a:lnTo>
                <a:lnTo>
                  <a:pt x="1884325" y="2283089"/>
                </a:lnTo>
                <a:lnTo>
                  <a:pt x="1884711" y="2283182"/>
                </a:lnTo>
                <a:lnTo>
                  <a:pt x="1885093" y="2283278"/>
                </a:lnTo>
                <a:lnTo>
                  <a:pt x="1885484" y="2283367"/>
                </a:lnTo>
                <a:lnTo>
                  <a:pt x="1885868" y="2283463"/>
                </a:lnTo>
                <a:lnTo>
                  <a:pt x="1886245" y="2283566"/>
                </a:lnTo>
                <a:lnTo>
                  <a:pt x="1886615" y="2283678"/>
                </a:lnTo>
                <a:lnTo>
                  <a:pt x="1886978" y="2283797"/>
                </a:lnTo>
                <a:lnTo>
                  <a:pt x="1887334" y="2283923"/>
                </a:lnTo>
                <a:lnTo>
                  <a:pt x="1887682" y="2284057"/>
                </a:lnTo>
                <a:lnTo>
                  <a:pt x="1888024" y="2284199"/>
                </a:lnTo>
                <a:lnTo>
                  <a:pt x="1888358" y="2284348"/>
                </a:lnTo>
                <a:lnTo>
                  <a:pt x="1888686" y="2284505"/>
                </a:lnTo>
                <a:lnTo>
                  <a:pt x="1889007" y="2284670"/>
                </a:lnTo>
                <a:lnTo>
                  <a:pt x="1889320" y="2284842"/>
                </a:lnTo>
                <a:lnTo>
                  <a:pt x="1889626" y="2285022"/>
                </a:lnTo>
                <a:lnTo>
                  <a:pt x="1889926" y="2285210"/>
                </a:lnTo>
                <a:lnTo>
                  <a:pt x="1890218" y="2285405"/>
                </a:lnTo>
                <a:lnTo>
                  <a:pt x="1890504" y="2285608"/>
                </a:lnTo>
                <a:lnTo>
                  <a:pt x="1890782" y="2285818"/>
                </a:lnTo>
                <a:lnTo>
                  <a:pt x="1891053" y="2286036"/>
                </a:lnTo>
                <a:lnTo>
                  <a:pt x="1891317" y="2286262"/>
                </a:lnTo>
                <a:lnTo>
                  <a:pt x="1891574" y="2286496"/>
                </a:lnTo>
                <a:lnTo>
                  <a:pt x="1891824" y="2286736"/>
                </a:lnTo>
                <a:lnTo>
                  <a:pt x="1892067" y="2286985"/>
                </a:lnTo>
                <a:lnTo>
                  <a:pt x="1892303" y="2287241"/>
                </a:lnTo>
                <a:lnTo>
                  <a:pt x="1892532" y="2287505"/>
                </a:lnTo>
                <a:lnTo>
                  <a:pt x="1892767" y="2287764"/>
                </a:lnTo>
                <a:lnTo>
                  <a:pt x="1892991" y="2288034"/>
                </a:lnTo>
                <a:lnTo>
                  <a:pt x="1893206" y="2288314"/>
                </a:lnTo>
                <a:lnTo>
                  <a:pt x="1893410" y="2288604"/>
                </a:lnTo>
                <a:lnTo>
                  <a:pt x="1893605" y="2288905"/>
                </a:lnTo>
                <a:lnTo>
                  <a:pt x="1893790" y="2289217"/>
                </a:lnTo>
                <a:lnTo>
                  <a:pt x="1893964" y="2289539"/>
                </a:lnTo>
                <a:lnTo>
                  <a:pt x="1894129" y="2289872"/>
                </a:lnTo>
                <a:lnTo>
                  <a:pt x="1894284" y="2290216"/>
                </a:lnTo>
                <a:lnTo>
                  <a:pt x="1894428" y="2290570"/>
                </a:lnTo>
                <a:lnTo>
                  <a:pt x="1894563" y="2290934"/>
                </a:lnTo>
                <a:lnTo>
                  <a:pt x="1894688" y="2291309"/>
                </a:lnTo>
                <a:lnTo>
                  <a:pt x="1894803" y="2291695"/>
                </a:lnTo>
                <a:lnTo>
                  <a:pt x="1894907" y="2292091"/>
                </a:lnTo>
                <a:lnTo>
                  <a:pt x="1895002" y="2292498"/>
                </a:lnTo>
                <a:lnTo>
                  <a:pt x="1895087" y="2292915"/>
                </a:lnTo>
                <a:lnTo>
                  <a:pt x="1895162" y="2293343"/>
                </a:lnTo>
                <a:lnTo>
                  <a:pt x="1895227" y="2293782"/>
                </a:lnTo>
                <a:lnTo>
                  <a:pt x="1895282" y="2294231"/>
                </a:lnTo>
                <a:lnTo>
                  <a:pt x="1895327" y="2294691"/>
                </a:lnTo>
                <a:lnTo>
                  <a:pt x="1895362" y="2295161"/>
                </a:lnTo>
                <a:lnTo>
                  <a:pt x="1895386" y="2295642"/>
                </a:lnTo>
                <a:lnTo>
                  <a:pt x="1895401" y="2296133"/>
                </a:lnTo>
                <a:lnTo>
                  <a:pt x="1895406" y="2296635"/>
                </a:lnTo>
                <a:lnTo>
                  <a:pt x="1910115" y="2296635"/>
                </a:lnTo>
                <a:lnTo>
                  <a:pt x="1910143" y="2296537"/>
                </a:lnTo>
                <a:lnTo>
                  <a:pt x="1910169" y="2296441"/>
                </a:lnTo>
                <a:lnTo>
                  <a:pt x="1910195" y="2296347"/>
                </a:lnTo>
                <a:lnTo>
                  <a:pt x="1910219" y="2296254"/>
                </a:lnTo>
                <a:lnTo>
                  <a:pt x="1910242" y="2296164"/>
                </a:lnTo>
                <a:lnTo>
                  <a:pt x="1910263" y="2296075"/>
                </a:lnTo>
                <a:lnTo>
                  <a:pt x="1910284" y="2295988"/>
                </a:lnTo>
                <a:lnTo>
                  <a:pt x="1910303" y="2295902"/>
                </a:lnTo>
                <a:lnTo>
                  <a:pt x="1910321" y="2295819"/>
                </a:lnTo>
                <a:lnTo>
                  <a:pt x="1910338" y="2295737"/>
                </a:lnTo>
                <a:lnTo>
                  <a:pt x="1910354" y="2295657"/>
                </a:lnTo>
                <a:lnTo>
                  <a:pt x="1910369" y="2295578"/>
                </a:lnTo>
                <a:lnTo>
                  <a:pt x="1910382" y="2295502"/>
                </a:lnTo>
                <a:lnTo>
                  <a:pt x="1910395" y="2295427"/>
                </a:lnTo>
                <a:lnTo>
                  <a:pt x="1910406" y="2295354"/>
                </a:lnTo>
                <a:lnTo>
                  <a:pt x="1910416" y="2295282"/>
                </a:lnTo>
                <a:lnTo>
                  <a:pt x="1910425" y="2295213"/>
                </a:lnTo>
                <a:lnTo>
                  <a:pt x="1910432" y="2295145"/>
                </a:lnTo>
                <a:lnTo>
                  <a:pt x="1910439" y="2295079"/>
                </a:lnTo>
                <a:lnTo>
                  <a:pt x="1910444" y="2295015"/>
                </a:lnTo>
                <a:lnTo>
                  <a:pt x="1910448" y="2294952"/>
                </a:lnTo>
                <a:lnTo>
                  <a:pt x="1910451" y="2294891"/>
                </a:lnTo>
                <a:lnTo>
                  <a:pt x="1910453" y="2294832"/>
                </a:lnTo>
                <a:lnTo>
                  <a:pt x="1910453" y="2294775"/>
                </a:lnTo>
                <a:lnTo>
                  <a:pt x="1910453" y="2294719"/>
                </a:lnTo>
                <a:lnTo>
                  <a:pt x="1910453" y="2294663"/>
                </a:lnTo>
                <a:lnTo>
                  <a:pt x="1910453" y="2294609"/>
                </a:lnTo>
                <a:lnTo>
                  <a:pt x="1910453" y="2294554"/>
                </a:lnTo>
                <a:lnTo>
                  <a:pt x="1910453" y="2294501"/>
                </a:lnTo>
                <a:lnTo>
                  <a:pt x="1910453" y="2294447"/>
                </a:lnTo>
                <a:lnTo>
                  <a:pt x="1910453" y="2294395"/>
                </a:lnTo>
                <a:lnTo>
                  <a:pt x="1910453" y="2294343"/>
                </a:lnTo>
                <a:lnTo>
                  <a:pt x="1910453" y="2294292"/>
                </a:lnTo>
                <a:lnTo>
                  <a:pt x="1910453" y="2294241"/>
                </a:lnTo>
                <a:lnTo>
                  <a:pt x="1910453" y="2294191"/>
                </a:lnTo>
                <a:lnTo>
                  <a:pt x="1910453" y="2294141"/>
                </a:lnTo>
                <a:lnTo>
                  <a:pt x="1910453" y="2294092"/>
                </a:lnTo>
                <a:lnTo>
                  <a:pt x="1910453" y="2294044"/>
                </a:lnTo>
                <a:lnTo>
                  <a:pt x="1910453" y="2293996"/>
                </a:lnTo>
                <a:lnTo>
                  <a:pt x="1910453" y="2293948"/>
                </a:lnTo>
                <a:lnTo>
                  <a:pt x="1910453" y="2293902"/>
                </a:lnTo>
                <a:lnTo>
                  <a:pt x="1910453" y="2293856"/>
                </a:lnTo>
                <a:lnTo>
                  <a:pt x="1910453" y="2293810"/>
                </a:lnTo>
                <a:lnTo>
                  <a:pt x="1910453" y="2293765"/>
                </a:lnTo>
                <a:lnTo>
                  <a:pt x="1910453" y="2293721"/>
                </a:lnTo>
                <a:lnTo>
                  <a:pt x="1910453" y="2293677"/>
                </a:lnTo>
                <a:lnTo>
                  <a:pt x="1910453" y="2293634"/>
                </a:lnTo>
                <a:lnTo>
                  <a:pt x="1910453" y="2293592"/>
                </a:lnTo>
                <a:lnTo>
                  <a:pt x="1910445" y="2292990"/>
                </a:lnTo>
                <a:lnTo>
                  <a:pt x="1910422" y="2292395"/>
                </a:lnTo>
                <a:lnTo>
                  <a:pt x="1910382" y="2291808"/>
                </a:lnTo>
                <a:lnTo>
                  <a:pt x="1910327" y="2291229"/>
                </a:lnTo>
                <a:lnTo>
                  <a:pt x="1910255" y="2290658"/>
                </a:lnTo>
                <a:lnTo>
                  <a:pt x="1910168" y="2290094"/>
                </a:lnTo>
                <a:lnTo>
                  <a:pt x="1910065" y="2289538"/>
                </a:lnTo>
                <a:lnTo>
                  <a:pt x="1909946" y="2288989"/>
                </a:lnTo>
                <a:lnTo>
                  <a:pt x="1909812" y="2288448"/>
                </a:lnTo>
                <a:lnTo>
                  <a:pt x="1909661" y="2287915"/>
                </a:lnTo>
                <a:lnTo>
                  <a:pt x="1909495" y="2287389"/>
                </a:lnTo>
                <a:lnTo>
                  <a:pt x="1909312" y="2286871"/>
                </a:lnTo>
                <a:lnTo>
                  <a:pt x="1909114" y="2286361"/>
                </a:lnTo>
                <a:lnTo>
                  <a:pt x="1908900" y="2285858"/>
                </a:lnTo>
                <a:lnTo>
                  <a:pt x="1908670" y="2285363"/>
                </a:lnTo>
                <a:lnTo>
                  <a:pt x="1908425" y="2284875"/>
                </a:lnTo>
                <a:lnTo>
                  <a:pt x="1908163" y="2284395"/>
                </a:lnTo>
                <a:lnTo>
                  <a:pt x="1907886" y="2283923"/>
                </a:lnTo>
                <a:lnTo>
                  <a:pt x="1907593" y="2283458"/>
                </a:lnTo>
                <a:lnTo>
                  <a:pt x="1907283" y="2283001"/>
                </a:lnTo>
                <a:lnTo>
                  <a:pt x="1906959" y="2282552"/>
                </a:lnTo>
                <a:lnTo>
                  <a:pt x="1906618" y="2282110"/>
                </a:lnTo>
                <a:lnTo>
                  <a:pt x="1906261" y="2281676"/>
                </a:lnTo>
                <a:lnTo>
                  <a:pt x="1905889" y="2281250"/>
                </a:lnTo>
                <a:lnTo>
                  <a:pt x="1905503" y="2280817"/>
                </a:lnTo>
                <a:lnTo>
                  <a:pt x="1905105" y="2280393"/>
                </a:lnTo>
                <a:lnTo>
                  <a:pt x="1904697" y="2279976"/>
                </a:lnTo>
                <a:lnTo>
                  <a:pt x="1904278" y="2279568"/>
                </a:lnTo>
                <a:lnTo>
                  <a:pt x="1903847" y="2279169"/>
                </a:lnTo>
                <a:lnTo>
                  <a:pt x="1903405" y="2278777"/>
                </a:lnTo>
                <a:lnTo>
                  <a:pt x="1902953" y="2278394"/>
                </a:lnTo>
                <a:lnTo>
                  <a:pt x="1902488" y="2278019"/>
                </a:lnTo>
                <a:lnTo>
                  <a:pt x="1902013" y="2277652"/>
                </a:lnTo>
                <a:lnTo>
                  <a:pt x="1901527" y="2277293"/>
                </a:lnTo>
                <a:lnTo>
                  <a:pt x="1901029" y="2276943"/>
                </a:lnTo>
                <a:lnTo>
                  <a:pt x="1900521" y="2276600"/>
                </a:lnTo>
                <a:lnTo>
                  <a:pt x="1900001" y="2276266"/>
                </a:lnTo>
                <a:lnTo>
                  <a:pt x="1899470" y="2275941"/>
                </a:lnTo>
                <a:lnTo>
                  <a:pt x="1898928" y="2275623"/>
                </a:lnTo>
                <a:lnTo>
                  <a:pt x="1898375" y="2275314"/>
                </a:lnTo>
                <a:lnTo>
                  <a:pt x="1897810" y="2275012"/>
                </a:lnTo>
                <a:lnTo>
                  <a:pt x="1897235" y="2274720"/>
                </a:lnTo>
                <a:lnTo>
                  <a:pt x="1896648" y="2274435"/>
                </a:lnTo>
                <a:lnTo>
                  <a:pt x="1896050" y="2274158"/>
                </a:lnTo>
                <a:lnTo>
                  <a:pt x="1895441" y="2273890"/>
                </a:lnTo>
                <a:lnTo>
                  <a:pt x="1894821" y="2273630"/>
                </a:lnTo>
                <a:lnTo>
                  <a:pt x="1894189" y="2273378"/>
                </a:lnTo>
                <a:lnTo>
                  <a:pt x="1893547" y="2273135"/>
                </a:lnTo>
                <a:lnTo>
                  <a:pt x="1892909" y="2272900"/>
                </a:lnTo>
                <a:lnTo>
                  <a:pt x="1892265" y="2272676"/>
                </a:lnTo>
                <a:lnTo>
                  <a:pt x="1891613" y="2272461"/>
                </a:lnTo>
                <a:lnTo>
                  <a:pt x="1890954" y="2272256"/>
                </a:lnTo>
                <a:lnTo>
                  <a:pt x="1890289" y="2272062"/>
                </a:lnTo>
                <a:lnTo>
                  <a:pt x="1889616" y="2271877"/>
                </a:lnTo>
                <a:lnTo>
                  <a:pt x="1888936" y="2271703"/>
                </a:lnTo>
                <a:lnTo>
                  <a:pt x="1888249" y="2271538"/>
                </a:lnTo>
                <a:lnTo>
                  <a:pt x="1887555" y="2271383"/>
                </a:lnTo>
                <a:lnTo>
                  <a:pt x="1886854" y="2271238"/>
                </a:lnTo>
                <a:lnTo>
                  <a:pt x="1886147" y="2271104"/>
                </a:lnTo>
                <a:lnTo>
                  <a:pt x="1885431" y="2270979"/>
                </a:lnTo>
                <a:lnTo>
                  <a:pt x="1884709" y="2270864"/>
                </a:lnTo>
                <a:lnTo>
                  <a:pt x="1883980" y="2270759"/>
                </a:lnTo>
                <a:lnTo>
                  <a:pt x="1883244" y="2270665"/>
                </a:lnTo>
                <a:lnTo>
                  <a:pt x="1882501" y="2270580"/>
                </a:lnTo>
                <a:lnTo>
                  <a:pt x="1881751" y="2270505"/>
                </a:lnTo>
                <a:lnTo>
                  <a:pt x="1880994" y="2270440"/>
                </a:lnTo>
                <a:lnTo>
                  <a:pt x="1880229" y="2270385"/>
                </a:lnTo>
                <a:lnTo>
                  <a:pt x="1879458" y="2270340"/>
                </a:lnTo>
                <a:lnTo>
                  <a:pt x="1878679" y="2270305"/>
                </a:lnTo>
                <a:lnTo>
                  <a:pt x="1877894" y="2270280"/>
                </a:lnTo>
                <a:lnTo>
                  <a:pt x="1877102" y="2270265"/>
                </a:lnTo>
                <a:lnTo>
                  <a:pt x="1876302" y="2270260"/>
                </a:lnTo>
                <a:lnTo>
                  <a:pt x="1875391" y="2270265"/>
                </a:lnTo>
                <a:lnTo>
                  <a:pt x="1874489" y="2270280"/>
                </a:lnTo>
                <a:lnTo>
                  <a:pt x="1873597" y="2270305"/>
                </a:lnTo>
                <a:lnTo>
                  <a:pt x="1872714" y="2270340"/>
                </a:lnTo>
                <a:lnTo>
                  <a:pt x="1871841" y="2270385"/>
                </a:lnTo>
                <a:lnTo>
                  <a:pt x="1870976" y="2270440"/>
                </a:lnTo>
                <a:lnTo>
                  <a:pt x="1870122" y="2270505"/>
                </a:lnTo>
                <a:lnTo>
                  <a:pt x="1869276" y="2270580"/>
                </a:lnTo>
                <a:lnTo>
                  <a:pt x="1868440" y="2270665"/>
                </a:lnTo>
                <a:lnTo>
                  <a:pt x="1867614" y="2270759"/>
                </a:lnTo>
                <a:lnTo>
                  <a:pt x="1866797" y="2270864"/>
                </a:lnTo>
                <a:lnTo>
                  <a:pt x="1865989" y="2270979"/>
                </a:lnTo>
                <a:lnTo>
                  <a:pt x="1865191" y="2271104"/>
                </a:lnTo>
                <a:lnTo>
                  <a:pt x="1864402" y="2271238"/>
                </a:lnTo>
                <a:lnTo>
                  <a:pt x="1863622" y="2271383"/>
                </a:lnTo>
                <a:lnTo>
                  <a:pt x="1862852" y="2271538"/>
                </a:lnTo>
                <a:lnTo>
                  <a:pt x="1862091" y="2271703"/>
                </a:lnTo>
                <a:lnTo>
                  <a:pt x="1861339" y="2271877"/>
                </a:lnTo>
                <a:lnTo>
                  <a:pt x="1860597" y="2272062"/>
                </a:lnTo>
                <a:lnTo>
                  <a:pt x="1859865" y="2272256"/>
                </a:lnTo>
                <a:lnTo>
                  <a:pt x="1859142" y="2272461"/>
                </a:lnTo>
                <a:lnTo>
                  <a:pt x="1858428" y="2272676"/>
                </a:lnTo>
                <a:lnTo>
                  <a:pt x="1857723" y="2272900"/>
                </a:lnTo>
                <a:lnTo>
                  <a:pt x="1857028" y="2273135"/>
                </a:lnTo>
                <a:lnTo>
                  <a:pt x="1856358" y="2273379"/>
                </a:lnTo>
                <a:lnTo>
                  <a:pt x="1855700" y="2273632"/>
                </a:lnTo>
                <a:lnTo>
                  <a:pt x="1855055" y="2273895"/>
                </a:lnTo>
                <a:lnTo>
                  <a:pt x="1854422" y="2274168"/>
                </a:lnTo>
                <a:lnTo>
                  <a:pt x="1853801" y="2274450"/>
                </a:lnTo>
                <a:lnTo>
                  <a:pt x="1853193" y="2274741"/>
                </a:lnTo>
                <a:lnTo>
                  <a:pt x="1852596" y="2275041"/>
                </a:lnTo>
                <a:lnTo>
                  <a:pt x="1852013" y="2275351"/>
                </a:lnTo>
                <a:lnTo>
                  <a:pt x="1851441" y="2275671"/>
                </a:lnTo>
                <a:lnTo>
                  <a:pt x="1850882" y="2275999"/>
                </a:lnTo>
                <a:lnTo>
                  <a:pt x="1850335" y="2276337"/>
                </a:lnTo>
                <a:lnTo>
                  <a:pt x="1849801" y="2276685"/>
                </a:lnTo>
                <a:lnTo>
                  <a:pt x="1849279" y="2277042"/>
                </a:lnTo>
                <a:lnTo>
                  <a:pt x="1848769" y="2277408"/>
                </a:lnTo>
                <a:lnTo>
                  <a:pt x="1848271" y="2277784"/>
                </a:lnTo>
                <a:lnTo>
                  <a:pt x="1847786" y="2278169"/>
                </a:lnTo>
                <a:lnTo>
                  <a:pt x="1847313" y="2278563"/>
                </a:lnTo>
                <a:lnTo>
                  <a:pt x="1846853" y="2278967"/>
                </a:lnTo>
                <a:lnTo>
                  <a:pt x="1846404" y="2279381"/>
                </a:lnTo>
                <a:lnTo>
                  <a:pt x="1845969" y="2279803"/>
                </a:lnTo>
                <a:lnTo>
                  <a:pt x="1845545" y="2280235"/>
                </a:lnTo>
                <a:lnTo>
                  <a:pt x="1845134" y="2280677"/>
                </a:lnTo>
                <a:lnTo>
                  <a:pt x="1844735" y="2281128"/>
                </a:lnTo>
                <a:lnTo>
                  <a:pt x="1844348" y="2281588"/>
                </a:lnTo>
                <a:lnTo>
                  <a:pt x="1843976" y="2282058"/>
                </a:lnTo>
                <a:lnTo>
                  <a:pt x="1843619" y="2282538"/>
                </a:lnTo>
                <a:lnTo>
                  <a:pt x="1843278" y="2283027"/>
                </a:lnTo>
                <a:lnTo>
                  <a:pt x="1842954" y="2283527"/>
                </a:lnTo>
                <a:lnTo>
                  <a:pt x="1842644" y="2284037"/>
                </a:lnTo>
                <a:lnTo>
                  <a:pt x="1842351" y="2284557"/>
                </a:lnTo>
                <a:lnTo>
                  <a:pt x="1842074" y="2285087"/>
                </a:lnTo>
                <a:lnTo>
                  <a:pt x="1841812" y="2285627"/>
                </a:lnTo>
                <a:lnTo>
                  <a:pt x="1841567" y="2286176"/>
                </a:lnTo>
                <a:lnTo>
                  <a:pt x="1841337" y="2286736"/>
                </a:lnTo>
                <a:lnTo>
                  <a:pt x="1841123" y="2287306"/>
                </a:lnTo>
                <a:lnTo>
                  <a:pt x="1840925" y="2287886"/>
                </a:lnTo>
                <a:lnTo>
                  <a:pt x="1840742" y="2288475"/>
                </a:lnTo>
                <a:lnTo>
                  <a:pt x="1840576" y="2289075"/>
                </a:lnTo>
                <a:lnTo>
                  <a:pt x="1840425" y="2289684"/>
                </a:lnTo>
                <a:lnTo>
                  <a:pt x="1840291" y="2290304"/>
                </a:lnTo>
                <a:lnTo>
                  <a:pt x="1840172" y="2290934"/>
                </a:lnTo>
                <a:lnTo>
                  <a:pt x="1840069" y="2291573"/>
                </a:lnTo>
                <a:lnTo>
                  <a:pt x="1839982" y="2292223"/>
                </a:lnTo>
                <a:lnTo>
                  <a:pt x="1839910" y="2292882"/>
                </a:lnTo>
                <a:lnTo>
                  <a:pt x="1839855" y="2293552"/>
                </a:lnTo>
                <a:lnTo>
                  <a:pt x="1839815" y="2294231"/>
                </a:lnTo>
                <a:lnTo>
                  <a:pt x="1839791" y="2294921"/>
                </a:lnTo>
                <a:lnTo>
                  <a:pt x="1839783" y="2295620"/>
                </a:lnTo>
                <a:lnTo>
                  <a:pt x="1839789" y="2296222"/>
                </a:lnTo>
                <a:lnTo>
                  <a:pt x="1839805" y="2296816"/>
                </a:lnTo>
                <a:lnTo>
                  <a:pt x="1839831" y="2297401"/>
                </a:lnTo>
                <a:lnTo>
                  <a:pt x="1839868" y="2297978"/>
                </a:lnTo>
                <a:lnTo>
                  <a:pt x="1839916" y="2298547"/>
                </a:lnTo>
                <a:lnTo>
                  <a:pt x="1839974" y="2299107"/>
                </a:lnTo>
                <a:lnTo>
                  <a:pt x="1840042" y="2299660"/>
                </a:lnTo>
                <a:lnTo>
                  <a:pt x="1840122" y="2300204"/>
                </a:lnTo>
                <a:lnTo>
                  <a:pt x="1840211" y="2300740"/>
                </a:lnTo>
                <a:lnTo>
                  <a:pt x="1840312" y="2301268"/>
                </a:lnTo>
                <a:lnTo>
                  <a:pt x="1840423" y="2301787"/>
                </a:lnTo>
                <a:lnTo>
                  <a:pt x="1840544" y="2302299"/>
                </a:lnTo>
                <a:lnTo>
                  <a:pt x="1840676" y="2302802"/>
                </a:lnTo>
                <a:lnTo>
                  <a:pt x="1840819" y="2303297"/>
                </a:lnTo>
                <a:lnTo>
                  <a:pt x="1840972" y="2303783"/>
                </a:lnTo>
                <a:lnTo>
                  <a:pt x="1841136" y="2304262"/>
                </a:lnTo>
                <a:lnTo>
                  <a:pt x="1841310" y="2304732"/>
                </a:lnTo>
                <a:lnTo>
                  <a:pt x="1841495" y="2305194"/>
                </a:lnTo>
                <a:lnTo>
                  <a:pt x="1841691" y="2305648"/>
                </a:lnTo>
                <a:lnTo>
                  <a:pt x="1841897" y="2306093"/>
                </a:lnTo>
                <a:lnTo>
                  <a:pt x="1842113" y="2306531"/>
                </a:lnTo>
                <a:lnTo>
                  <a:pt x="1842340" y="2306960"/>
                </a:lnTo>
                <a:lnTo>
                  <a:pt x="1842578" y="2307381"/>
                </a:lnTo>
                <a:lnTo>
                  <a:pt x="1842827" y="2307793"/>
                </a:lnTo>
                <a:lnTo>
                  <a:pt x="1843087" y="2308185"/>
                </a:lnTo>
                <a:lnTo>
                  <a:pt x="1843361" y="2308571"/>
                </a:lnTo>
                <a:lnTo>
                  <a:pt x="1843648" y="2308950"/>
                </a:lnTo>
                <a:lnTo>
                  <a:pt x="1843949" y="2309324"/>
                </a:lnTo>
                <a:lnTo>
                  <a:pt x="1844263" y="2309692"/>
                </a:lnTo>
                <a:lnTo>
                  <a:pt x="1844591" y="2310055"/>
                </a:lnTo>
                <a:lnTo>
                  <a:pt x="1844933" y="2310411"/>
                </a:lnTo>
                <a:lnTo>
                  <a:pt x="1845287" y="2310761"/>
                </a:lnTo>
                <a:lnTo>
                  <a:pt x="1845656" y="2311106"/>
                </a:lnTo>
                <a:lnTo>
                  <a:pt x="1846038" y="2311445"/>
                </a:lnTo>
                <a:lnTo>
                  <a:pt x="1846433" y="2311777"/>
                </a:lnTo>
                <a:lnTo>
                  <a:pt x="1846842" y="2312104"/>
                </a:lnTo>
                <a:lnTo>
                  <a:pt x="1847264" y="2312426"/>
                </a:lnTo>
                <a:lnTo>
                  <a:pt x="1847700" y="2312741"/>
                </a:lnTo>
                <a:lnTo>
                  <a:pt x="1848150" y="2313050"/>
                </a:lnTo>
                <a:lnTo>
                  <a:pt x="1848612" y="2313354"/>
                </a:lnTo>
                <a:lnTo>
                  <a:pt x="1849089" y="2313651"/>
                </a:lnTo>
                <a:lnTo>
                  <a:pt x="1849579" y="2313943"/>
                </a:lnTo>
                <a:lnTo>
                  <a:pt x="1850082" y="2314229"/>
                </a:lnTo>
                <a:lnTo>
                  <a:pt x="1850599" y="2314509"/>
                </a:lnTo>
                <a:lnTo>
                  <a:pt x="1851129" y="2314783"/>
                </a:lnTo>
                <a:lnTo>
                  <a:pt x="1851673" y="2315051"/>
                </a:lnTo>
                <a:lnTo>
                  <a:pt x="1852231" y="2315314"/>
                </a:lnTo>
                <a:lnTo>
                  <a:pt x="1852801" y="2315570"/>
                </a:lnTo>
                <a:lnTo>
                  <a:pt x="1853387" y="2315808"/>
                </a:lnTo>
                <a:lnTo>
                  <a:pt x="1853987" y="2316043"/>
                </a:lnTo>
                <a:lnTo>
                  <a:pt x="1854603" y="2316276"/>
                </a:lnTo>
                <a:lnTo>
                  <a:pt x="1855234" y="2316505"/>
                </a:lnTo>
                <a:lnTo>
                  <a:pt x="1855881" y="2316731"/>
                </a:lnTo>
                <a:lnTo>
                  <a:pt x="1856542" y="2316954"/>
                </a:lnTo>
                <a:lnTo>
                  <a:pt x="1857219" y="2317175"/>
                </a:lnTo>
                <a:lnTo>
                  <a:pt x="1857911" y="2317392"/>
                </a:lnTo>
                <a:lnTo>
                  <a:pt x="1858619" y="2317607"/>
                </a:lnTo>
                <a:lnTo>
                  <a:pt x="1859341" y="2317819"/>
                </a:lnTo>
                <a:lnTo>
                  <a:pt x="1860079" y="2318027"/>
                </a:lnTo>
                <a:lnTo>
                  <a:pt x="1860832" y="2318233"/>
                </a:lnTo>
                <a:lnTo>
                  <a:pt x="1861601" y="2318436"/>
                </a:lnTo>
                <a:lnTo>
                  <a:pt x="1862384" y="2318636"/>
                </a:lnTo>
                <a:lnTo>
                  <a:pt x="1863183" y="2318833"/>
                </a:lnTo>
                <a:lnTo>
                  <a:pt x="1863998" y="2319027"/>
                </a:lnTo>
                <a:lnTo>
                  <a:pt x="1864827" y="2319218"/>
                </a:lnTo>
                <a:lnTo>
                  <a:pt x="1865672" y="2319406"/>
                </a:lnTo>
                <a:lnTo>
                  <a:pt x="1866532" y="2319591"/>
                </a:lnTo>
                <a:lnTo>
                  <a:pt x="1867407" y="2319773"/>
                </a:lnTo>
                <a:lnTo>
                  <a:pt x="1868298" y="2319953"/>
                </a:lnTo>
                <a:lnTo>
                  <a:pt x="1869203" y="2320129"/>
                </a:lnTo>
                <a:lnTo>
                  <a:pt x="1870124" y="2320303"/>
                </a:lnTo>
                <a:lnTo>
                  <a:pt x="1871061" y="2320473"/>
                </a:lnTo>
                <a:lnTo>
                  <a:pt x="1871940" y="2320614"/>
                </a:lnTo>
                <a:lnTo>
                  <a:pt x="1872801" y="2320756"/>
                </a:lnTo>
                <a:lnTo>
                  <a:pt x="1873644" y="2320899"/>
                </a:lnTo>
                <a:lnTo>
                  <a:pt x="1874470" y="2321041"/>
                </a:lnTo>
                <a:lnTo>
                  <a:pt x="1875279" y="2321185"/>
                </a:lnTo>
                <a:lnTo>
                  <a:pt x="1876069" y="2321329"/>
                </a:lnTo>
                <a:lnTo>
                  <a:pt x="1876843" y="2321474"/>
                </a:lnTo>
                <a:lnTo>
                  <a:pt x="1877598" y="2321619"/>
                </a:lnTo>
                <a:lnTo>
                  <a:pt x="1878336" y="2321765"/>
                </a:lnTo>
                <a:lnTo>
                  <a:pt x="1879056" y="2321912"/>
                </a:lnTo>
                <a:lnTo>
                  <a:pt x="1879759" y="2322059"/>
                </a:lnTo>
                <a:lnTo>
                  <a:pt x="1880444" y="2322206"/>
                </a:lnTo>
                <a:lnTo>
                  <a:pt x="1881112" y="2322354"/>
                </a:lnTo>
                <a:lnTo>
                  <a:pt x="1881761" y="2322503"/>
                </a:lnTo>
                <a:lnTo>
                  <a:pt x="1882394" y="2322653"/>
                </a:lnTo>
                <a:lnTo>
                  <a:pt x="1883008" y="2322803"/>
                </a:lnTo>
                <a:lnTo>
                  <a:pt x="1883605" y="2322953"/>
                </a:lnTo>
                <a:lnTo>
                  <a:pt x="1884185" y="2323104"/>
                </a:lnTo>
                <a:lnTo>
                  <a:pt x="1884746" y="2323256"/>
                </a:lnTo>
                <a:lnTo>
                  <a:pt x="1885291" y="2323408"/>
                </a:lnTo>
                <a:lnTo>
                  <a:pt x="1885817" y="2323561"/>
                </a:lnTo>
                <a:lnTo>
                  <a:pt x="1886326" y="2323715"/>
                </a:lnTo>
                <a:lnTo>
                  <a:pt x="1886817" y="2323869"/>
                </a:lnTo>
                <a:lnTo>
                  <a:pt x="1887291" y="2324024"/>
                </a:lnTo>
                <a:lnTo>
                  <a:pt x="1887764" y="2324180"/>
                </a:lnTo>
                <a:lnTo>
                  <a:pt x="1888225" y="2324338"/>
                </a:lnTo>
                <a:lnTo>
                  <a:pt x="1888673" y="2324499"/>
                </a:lnTo>
                <a:lnTo>
                  <a:pt x="1889109" y="2324662"/>
                </a:lnTo>
                <a:lnTo>
                  <a:pt x="1889532" y="2324828"/>
                </a:lnTo>
                <a:lnTo>
                  <a:pt x="1889943" y="2324996"/>
                </a:lnTo>
                <a:lnTo>
                  <a:pt x="1890342" y="2325166"/>
                </a:lnTo>
                <a:lnTo>
                  <a:pt x="1890729" y="2325339"/>
                </a:lnTo>
                <a:lnTo>
                  <a:pt x="1891103" y="2325514"/>
                </a:lnTo>
                <a:lnTo>
                  <a:pt x="1891465" y="2325691"/>
                </a:lnTo>
                <a:lnTo>
                  <a:pt x="1891815" y="2325870"/>
                </a:lnTo>
                <a:lnTo>
                  <a:pt x="1892152" y="2326052"/>
                </a:lnTo>
                <a:lnTo>
                  <a:pt x="1892477" y="2326237"/>
                </a:lnTo>
                <a:lnTo>
                  <a:pt x="1892789" y="2326423"/>
                </a:lnTo>
                <a:lnTo>
                  <a:pt x="1893090" y="2326612"/>
                </a:lnTo>
                <a:lnTo>
                  <a:pt x="1893378" y="2326804"/>
                </a:lnTo>
                <a:lnTo>
                  <a:pt x="1893653" y="2326998"/>
                </a:lnTo>
                <a:lnTo>
                  <a:pt x="1893917" y="2327194"/>
                </a:lnTo>
                <a:lnTo>
                  <a:pt x="1894168" y="2327392"/>
                </a:lnTo>
                <a:lnTo>
                  <a:pt x="1894406" y="2327593"/>
                </a:lnTo>
                <a:lnTo>
                  <a:pt x="1894633" y="2327796"/>
                </a:lnTo>
                <a:lnTo>
                  <a:pt x="1894847" y="2328001"/>
                </a:lnTo>
                <a:lnTo>
                  <a:pt x="1895048" y="2328209"/>
                </a:lnTo>
                <a:lnTo>
                  <a:pt x="1895238" y="2328419"/>
                </a:lnTo>
                <a:lnTo>
                  <a:pt x="1895417" y="2328633"/>
                </a:lnTo>
                <a:lnTo>
                  <a:pt x="1895589" y="2328851"/>
                </a:lnTo>
                <a:lnTo>
                  <a:pt x="1895753" y="2329075"/>
                </a:lnTo>
                <a:lnTo>
                  <a:pt x="1895909" y="2329302"/>
                </a:lnTo>
                <a:lnTo>
                  <a:pt x="1896058" y="2329535"/>
                </a:lnTo>
                <a:lnTo>
                  <a:pt x="1896199" y="2329772"/>
                </a:lnTo>
                <a:lnTo>
                  <a:pt x="1896333" y="2330014"/>
                </a:lnTo>
                <a:lnTo>
                  <a:pt x="1896459" y="2330260"/>
                </a:lnTo>
                <a:lnTo>
                  <a:pt x="1896577" y="2330512"/>
                </a:lnTo>
                <a:lnTo>
                  <a:pt x="1896687" y="2330768"/>
                </a:lnTo>
                <a:lnTo>
                  <a:pt x="1896791" y="2331028"/>
                </a:lnTo>
                <a:lnTo>
                  <a:pt x="1896886" y="2331294"/>
                </a:lnTo>
                <a:lnTo>
                  <a:pt x="1896974" y="2331564"/>
                </a:lnTo>
                <a:lnTo>
                  <a:pt x="1897054" y="2331838"/>
                </a:lnTo>
                <a:lnTo>
                  <a:pt x="1897126" y="2332118"/>
                </a:lnTo>
                <a:lnTo>
                  <a:pt x="1897191" y="2332402"/>
                </a:lnTo>
                <a:lnTo>
                  <a:pt x="1897248" y="2332691"/>
                </a:lnTo>
                <a:lnTo>
                  <a:pt x="1897298" y="2332984"/>
                </a:lnTo>
                <a:lnTo>
                  <a:pt x="1897340" y="2333282"/>
                </a:lnTo>
                <a:lnTo>
                  <a:pt x="1897374" y="2333585"/>
                </a:lnTo>
                <a:lnTo>
                  <a:pt x="1897401" y="2333893"/>
                </a:lnTo>
                <a:lnTo>
                  <a:pt x="1897420" y="2334205"/>
                </a:lnTo>
                <a:lnTo>
                  <a:pt x="1897432" y="2334522"/>
                </a:lnTo>
                <a:lnTo>
                  <a:pt x="1897435" y="2334844"/>
                </a:lnTo>
                <a:lnTo>
                  <a:pt x="1897426" y="2335333"/>
                </a:lnTo>
                <a:lnTo>
                  <a:pt x="1897398" y="2335815"/>
                </a:lnTo>
                <a:lnTo>
                  <a:pt x="1897351" y="2336289"/>
                </a:lnTo>
                <a:lnTo>
                  <a:pt x="1897285" y="2336755"/>
                </a:lnTo>
                <a:lnTo>
                  <a:pt x="1897201" y="2337214"/>
                </a:lnTo>
                <a:lnTo>
                  <a:pt x="1897097" y="2337665"/>
                </a:lnTo>
                <a:lnTo>
                  <a:pt x="1896975" y="2338109"/>
                </a:lnTo>
                <a:lnTo>
                  <a:pt x="1896834" y="2338545"/>
                </a:lnTo>
                <a:lnTo>
                  <a:pt x="1896675" y="2338973"/>
                </a:lnTo>
                <a:lnTo>
                  <a:pt x="1896496" y="2339394"/>
                </a:lnTo>
                <a:lnTo>
                  <a:pt x="1896299" y="2339807"/>
                </a:lnTo>
                <a:lnTo>
                  <a:pt x="1896083" y="2340212"/>
                </a:lnTo>
                <a:lnTo>
                  <a:pt x="1895848" y="2340610"/>
                </a:lnTo>
                <a:lnTo>
                  <a:pt x="1895594" y="2341000"/>
                </a:lnTo>
                <a:lnTo>
                  <a:pt x="1895322" y="2341382"/>
                </a:lnTo>
                <a:lnTo>
                  <a:pt x="1895031" y="2341757"/>
                </a:lnTo>
                <a:lnTo>
                  <a:pt x="1894721" y="2342124"/>
                </a:lnTo>
                <a:lnTo>
                  <a:pt x="1894392" y="2342484"/>
                </a:lnTo>
                <a:lnTo>
                  <a:pt x="1894045" y="2342836"/>
                </a:lnTo>
                <a:lnTo>
                  <a:pt x="1893678" y="2343180"/>
                </a:lnTo>
                <a:lnTo>
                  <a:pt x="1893293" y="2343517"/>
                </a:lnTo>
                <a:lnTo>
                  <a:pt x="1892889" y="2343846"/>
                </a:lnTo>
                <a:lnTo>
                  <a:pt x="1892467" y="2344167"/>
                </a:lnTo>
                <a:lnTo>
                  <a:pt x="1892025" y="2344481"/>
                </a:lnTo>
                <a:lnTo>
                  <a:pt x="1891580" y="2344770"/>
                </a:lnTo>
                <a:lnTo>
                  <a:pt x="1891117" y="2345048"/>
                </a:lnTo>
                <a:lnTo>
                  <a:pt x="1890636" y="2345313"/>
                </a:lnTo>
                <a:lnTo>
                  <a:pt x="1890137" y="2345566"/>
                </a:lnTo>
                <a:lnTo>
                  <a:pt x="1889621" y="2345806"/>
                </a:lnTo>
                <a:lnTo>
                  <a:pt x="1889088" y="2346034"/>
                </a:lnTo>
                <a:lnTo>
                  <a:pt x="1888536" y="2346250"/>
                </a:lnTo>
                <a:lnTo>
                  <a:pt x="1887968" y="2346453"/>
                </a:lnTo>
                <a:lnTo>
                  <a:pt x="1887381" y="2346644"/>
                </a:lnTo>
                <a:lnTo>
                  <a:pt x="1886777" y="2346823"/>
                </a:lnTo>
                <a:lnTo>
                  <a:pt x="1886155" y="2346990"/>
                </a:lnTo>
                <a:lnTo>
                  <a:pt x="1885516" y="2347144"/>
                </a:lnTo>
                <a:lnTo>
                  <a:pt x="1884859" y="2347285"/>
                </a:lnTo>
                <a:lnTo>
                  <a:pt x="1884185" y="2347415"/>
                </a:lnTo>
                <a:lnTo>
                  <a:pt x="1883493" y="2347532"/>
                </a:lnTo>
                <a:lnTo>
                  <a:pt x="1882783" y="2347637"/>
                </a:lnTo>
                <a:lnTo>
                  <a:pt x="1882055" y="2347729"/>
                </a:lnTo>
                <a:lnTo>
                  <a:pt x="1881311" y="2347809"/>
                </a:lnTo>
                <a:lnTo>
                  <a:pt x="1880548" y="2347877"/>
                </a:lnTo>
                <a:lnTo>
                  <a:pt x="1879768" y="2347933"/>
                </a:lnTo>
                <a:lnTo>
                  <a:pt x="1878970" y="2347976"/>
                </a:lnTo>
                <a:lnTo>
                  <a:pt x="1878155" y="2348007"/>
                </a:lnTo>
                <a:lnTo>
                  <a:pt x="1877322" y="2348025"/>
                </a:lnTo>
                <a:lnTo>
                  <a:pt x="1876471" y="2348031"/>
                </a:lnTo>
                <a:lnTo>
                  <a:pt x="1875522" y="2348025"/>
                </a:lnTo>
                <a:lnTo>
                  <a:pt x="1874591" y="2348004"/>
                </a:lnTo>
                <a:lnTo>
                  <a:pt x="1873679" y="2347971"/>
                </a:lnTo>
                <a:lnTo>
                  <a:pt x="1872784" y="2347923"/>
                </a:lnTo>
                <a:lnTo>
                  <a:pt x="1871908" y="2347862"/>
                </a:lnTo>
                <a:lnTo>
                  <a:pt x="1871050" y="2347788"/>
                </a:lnTo>
                <a:lnTo>
                  <a:pt x="1870210" y="2347700"/>
                </a:lnTo>
                <a:lnTo>
                  <a:pt x="1869389" y="2347599"/>
                </a:lnTo>
                <a:lnTo>
                  <a:pt x="1868586" y="2347484"/>
                </a:lnTo>
                <a:lnTo>
                  <a:pt x="1867800" y="2347356"/>
                </a:lnTo>
                <a:lnTo>
                  <a:pt x="1867033" y="2347214"/>
                </a:lnTo>
                <a:lnTo>
                  <a:pt x="1866285" y="2347059"/>
                </a:lnTo>
                <a:lnTo>
                  <a:pt x="1865554" y="2346890"/>
                </a:lnTo>
                <a:lnTo>
                  <a:pt x="1864842" y="2346708"/>
                </a:lnTo>
                <a:lnTo>
                  <a:pt x="1864148" y="2346512"/>
                </a:lnTo>
                <a:lnTo>
                  <a:pt x="1863472" y="2346303"/>
                </a:lnTo>
                <a:lnTo>
                  <a:pt x="1862814" y="2346080"/>
                </a:lnTo>
                <a:lnTo>
                  <a:pt x="1862174" y="2345844"/>
                </a:lnTo>
                <a:lnTo>
                  <a:pt x="1861553" y="2345594"/>
                </a:lnTo>
                <a:lnTo>
                  <a:pt x="1860950" y="2345331"/>
                </a:lnTo>
                <a:lnTo>
                  <a:pt x="1860365" y="2345054"/>
                </a:lnTo>
                <a:lnTo>
                  <a:pt x="1859798" y="2344764"/>
                </a:lnTo>
                <a:lnTo>
                  <a:pt x="1859249" y="2344460"/>
                </a:lnTo>
                <a:lnTo>
                  <a:pt x="1858719" y="2344143"/>
                </a:lnTo>
                <a:lnTo>
                  <a:pt x="1858222" y="2343799"/>
                </a:lnTo>
                <a:lnTo>
                  <a:pt x="1857747" y="2343445"/>
                </a:lnTo>
                <a:lnTo>
                  <a:pt x="1857293" y="2343081"/>
                </a:lnTo>
                <a:lnTo>
                  <a:pt x="1856859" y="2342706"/>
                </a:lnTo>
                <a:lnTo>
                  <a:pt x="1856447" y="2342320"/>
                </a:lnTo>
                <a:lnTo>
                  <a:pt x="1856056" y="2341924"/>
                </a:lnTo>
                <a:lnTo>
                  <a:pt x="1855686" y="2341517"/>
                </a:lnTo>
                <a:lnTo>
                  <a:pt x="1855338" y="2341099"/>
                </a:lnTo>
                <a:lnTo>
                  <a:pt x="1855010" y="2340672"/>
                </a:lnTo>
                <a:lnTo>
                  <a:pt x="1854704" y="2340233"/>
                </a:lnTo>
                <a:lnTo>
                  <a:pt x="1854418" y="2339784"/>
                </a:lnTo>
                <a:lnTo>
                  <a:pt x="1854154" y="2339324"/>
                </a:lnTo>
                <a:lnTo>
                  <a:pt x="1853911" y="2338854"/>
                </a:lnTo>
                <a:lnTo>
                  <a:pt x="1853689" y="2338373"/>
                </a:lnTo>
                <a:lnTo>
                  <a:pt x="1853489" y="2337882"/>
                </a:lnTo>
                <a:lnTo>
                  <a:pt x="1853309" y="2337380"/>
                </a:lnTo>
                <a:lnTo>
                  <a:pt x="1853150" y="2336868"/>
                </a:lnTo>
                <a:lnTo>
                  <a:pt x="1853013" y="2336344"/>
                </a:lnTo>
                <a:lnTo>
                  <a:pt x="1852897" y="2335811"/>
                </a:lnTo>
                <a:lnTo>
                  <a:pt x="1852802" y="2335267"/>
                </a:lnTo>
                <a:lnTo>
                  <a:pt x="1852728" y="2334712"/>
                </a:lnTo>
                <a:lnTo>
                  <a:pt x="1852675" y="2334147"/>
                </a:lnTo>
                <a:lnTo>
                  <a:pt x="1852643" y="2333571"/>
                </a:lnTo>
                <a:lnTo>
                  <a:pt x="1852633" y="2332984"/>
                </a:lnTo>
                <a:lnTo>
                  <a:pt x="1852633" y="2331294"/>
                </a:lnTo>
                <a:lnTo>
                  <a:pt x="1838093" y="2331294"/>
                </a:lnTo>
                <a:lnTo>
                  <a:pt x="1838079" y="2331392"/>
                </a:lnTo>
                <a:lnTo>
                  <a:pt x="1838066" y="2331490"/>
                </a:lnTo>
                <a:lnTo>
                  <a:pt x="1838053" y="2331587"/>
                </a:lnTo>
                <a:lnTo>
                  <a:pt x="1838041" y="2331683"/>
                </a:lnTo>
                <a:lnTo>
                  <a:pt x="1838030" y="2331779"/>
                </a:lnTo>
                <a:lnTo>
                  <a:pt x="1838019" y="2331875"/>
                </a:lnTo>
                <a:lnTo>
                  <a:pt x="1838009" y="2331969"/>
                </a:lnTo>
                <a:lnTo>
                  <a:pt x="1837999" y="2332064"/>
                </a:lnTo>
                <a:lnTo>
                  <a:pt x="1837990" y="2332157"/>
                </a:lnTo>
                <a:lnTo>
                  <a:pt x="1837981" y="2332250"/>
                </a:lnTo>
                <a:lnTo>
                  <a:pt x="1837973" y="2332343"/>
                </a:lnTo>
                <a:lnTo>
                  <a:pt x="1837966" y="2332435"/>
                </a:lnTo>
                <a:lnTo>
                  <a:pt x="1837959" y="2332526"/>
                </a:lnTo>
                <a:lnTo>
                  <a:pt x="1837953" y="2332617"/>
                </a:lnTo>
                <a:lnTo>
                  <a:pt x="1837947" y="2332707"/>
                </a:lnTo>
                <a:lnTo>
                  <a:pt x="1837942" y="2332796"/>
                </a:lnTo>
                <a:lnTo>
                  <a:pt x="1837938" y="2332885"/>
                </a:lnTo>
                <a:lnTo>
                  <a:pt x="1837934" y="2332974"/>
                </a:lnTo>
                <a:lnTo>
                  <a:pt x="1837931" y="2333061"/>
                </a:lnTo>
                <a:lnTo>
                  <a:pt x="1837928" y="2333149"/>
                </a:lnTo>
                <a:lnTo>
                  <a:pt x="1837926" y="2333235"/>
                </a:lnTo>
                <a:lnTo>
                  <a:pt x="1837925" y="2333321"/>
                </a:lnTo>
                <a:lnTo>
                  <a:pt x="1837924" y="2333407"/>
                </a:lnTo>
                <a:lnTo>
                  <a:pt x="1837924" y="2333491"/>
                </a:lnTo>
                <a:lnTo>
                  <a:pt x="1837924" y="2333575"/>
                </a:lnTo>
                <a:lnTo>
                  <a:pt x="1837924" y="2333657"/>
                </a:lnTo>
                <a:lnTo>
                  <a:pt x="1837924" y="2333737"/>
                </a:lnTo>
                <a:lnTo>
                  <a:pt x="1837924" y="2333816"/>
                </a:lnTo>
                <a:lnTo>
                  <a:pt x="1837924" y="2333892"/>
                </a:lnTo>
                <a:lnTo>
                  <a:pt x="1837924" y="2333967"/>
                </a:lnTo>
                <a:lnTo>
                  <a:pt x="1837924" y="2334040"/>
                </a:lnTo>
                <a:lnTo>
                  <a:pt x="1837924" y="2334111"/>
                </a:lnTo>
                <a:lnTo>
                  <a:pt x="1837924" y="2334181"/>
                </a:lnTo>
                <a:lnTo>
                  <a:pt x="1837924" y="2334249"/>
                </a:lnTo>
                <a:lnTo>
                  <a:pt x="1837924" y="2334315"/>
                </a:lnTo>
                <a:lnTo>
                  <a:pt x="1837924" y="2334379"/>
                </a:lnTo>
                <a:lnTo>
                  <a:pt x="1837924" y="2334442"/>
                </a:lnTo>
                <a:lnTo>
                  <a:pt x="1837924" y="2334502"/>
                </a:lnTo>
                <a:lnTo>
                  <a:pt x="1837924" y="2334561"/>
                </a:lnTo>
                <a:lnTo>
                  <a:pt x="1837924" y="2334619"/>
                </a:lnTo>
                <a:lnTo>
                  <a:pt x="1837924" y="2334674"/>
                </a:lnTo>
                <a:lnTo>
                  <a:pt x="1837924" y="2334728"/>
                </a:lnTo>
                <a:lnTo>
                  <a:pt x="1837924" y="2334780"/>
                </a:lnTo>
                <a:lnTo>
                  <a:pt x="1837924" y="2334830"/>
                </a:lnTo>
                <a:lnTo>
                  <a:pt x="1837924" y="2334878"/>
                </a:lnTo>
                <a:lnTo>
                  <a:pt x="1837924" y="2334925"/>
                </a:lnTo>
                <a:lnTo>
                  <a:pt x="1837924" y="2334970"/>
                </a:lnTo>
                <a:lnTo>
                  <a:pt x="1837924" y="2335013"/>
                </a:lnTo>
                <a:lnTo>
                  <a:pt x="1837932" y="2335658"/>
                </a:lnTo>
                <a:lnTo>
                  <a:pt x="1837955" y="2336295"/>
                </a:lnTo>
                <a:lnTo>
                  <a:pt x="1837995" y="2336926"/>
                </a:lnTo>
                <a:lnTo>
                  <a:pt x="1838050" y="2337549"/>
                </a:lnTo>
                <a:lnTo>
                  <a:pt x="1838122" y="2338165"/>
                </a:lnTo>
                <a:lnTo>
                  <a:pt x="1838209" y="2338775"/>
                </a:lnTo>
                <a:lnTo>
                  <a:pt x="1838312" y="2339377"/>
                </a:lnTo>
                <a:lnTo>
                  <a:pt x="1838431" y="2339972"/>
                </a:lnTo>
                <a:lnTo>
                  <a:pt x="1838566" y="2340561"/>
                </a:lnTo>
                <a:lnTo>
                  <a:pt x="1838716" y="2341142"/>
                </a:lnTo>
                <a:lnTo>
                  <a:pt x="1838883" y="2341716"/>
                </a:lnTo>
                <a:lnTo>
                  <a:pt x="1839065" y="2342283"/>
                </a:lnTo>
                <a:lnTo>
                  <a:pt x="1839263" y="2342843"/>
                </a:lnTo>
                <a:lnTo>
                  <a:pt x="1839477" y="2343396"/>
                </a:lnTo>
                <a:lnTo>
                  <a:pt x="1839707" y="2343942"/>
                </a:lnTo>
                <a:lnTo>
                  <a:pt x="1839952" y="2344481"/>
                </a:lnTo>
                <a:lnTo>
                  <a:pt x="1840214" y="2345013"/>
                </a:lnTo>
                <a:lnTo>
                  <a:pt x="1840491" y="2345538"/>
                </a:lnTo>
                <a:lnTo>
                  <a:pt x="1840785" y="2346055"/>
                </a:lnTo>
                <a:lnTo>
                  <a:pt x="1841094" y="2346566"/>
                </a:lnTo>
                <a:lnTo>
                  <a:pt x="1841419" y="2347070"/>
                </a:lnTo>
                <a:lnTo>
                  <a:pt x="1841759" y="2347566"/>
                </a:lnTo>
                <a:lnTo>
                  <a:pt x="1842116" y="2348056"/>
                </a:lnTo>
                <a:lnTo>
                  <a:pt x="1842488" y="2348539"/>
                </a:lnTo>
                <a:lnTo>
                  <a:pt x="1842889" y="2348999"/>
                </a:lnTo>
                <a:lnTo>
                  <a:pt x="1843301" y="2349451"/>
                </a:lnTo>
                <a:lnTo>
                  <a:pt x="1843725" y="2349894"/>
                </a:lnTo>
                <a:lnTo>
                  <a:pt x="1844160" y="2350328"/>
                </a:lnTo>
                <a:lnTo>
                  <a:pt x="1844608" y="2350753"/>
                </a:lnTo>
                <a:lnTo>
                  <a:pt x="1845067" y="2351170"/>
                </a:lnTo>
                <a:lnTo>
                  <a:pt x="1845538" y="2351577"/>
                </a:lnTo>
                <a:lnTo>
                  <a:pt x="1846020" y="2351976"/>
                </a:lnTo>
                <a:lnTo>
                  <a:pt x="1846514" y="2352366"/>
                </a:lnTo>
                <a:lnTo>
                  <a:pt x="1847020" y="2352748"/>
                </a:lnTo>
                <a:lnTo>
                  <a:pt x="1847538" y="2353120"/>
                </a:lnTo>
                <a:lnTo>
                  <a:pt x="1848068" y="2353484"/>
                </a:lnTo>
                <a:lnTo>
                  <a:pt x="1848609" y="2353839"/>
                </a:lnTo>
                <a:lnTo>
                  <a:pt x="1849162" y="2354185"/>
                </a:lnTo>
                <a:lnTo>
                  <a:pt x="1849727" y="2354522"/>
                </a:lnTo>
                <a:lnTo>
                  <a:pt x="1850303" y="2354850"/>
                </a:lnTo>
                <a:lnTo>
                  <a:pt x="1850891" y="2355170"/>
                </a:lnTo>
                <a:lnTo>
                  <a:pt x="1851491" y="2355481"/>
                </a:lnTo>
                <a:lnTo>
                  <a:pt x="1852103" y="2355783"/>
                </a:lnTo>
                <a:lnTo>
                  <a:pt x="1852726" y="2356076"/>
                </a:lnTo>
                <a:lnTo>
                  <a:pt x="1853362" y="2356360"/>
                </a:lnTo>
                <a:lnTo>
                  <a:pt x="1854008" y="2356636"/>
                </a:lnTo>
                <a:lnTo>
                  <a:pt x="1854667" y="2356903"/>
                </a:lnTo>
                <a:lnTo>
                  <a:pt x="1855337" y="2357161"/>
                </a:lnTo>
                <a:lnTo>
                  <a:pt x="1856032" y="2357395"/>
                </a:lnTo>
                <a:lnTo>
                  <a:pt x="1856735" y="2357620"/>
                </a:lnTo>
                <a:lnTo>
                  <a:pt x="1857446" y="2357835"/>
                </a:lnTo>
                <a:lnTo>
                  <a:pt x="1858165" y="2358039"/>
                </a:lnTo>
                <a:lnTo>
                  <a:pt x="1858892" y="2358234"/>
                </a:lnTo>
                <a:lnTo>
                  <a:pt x="1859628" y="2358418"/>
                </a:lnTo>
                <a:lnTo>
                  <a:pt x="1860371" y="2358593"/>
                </a:lnTo>
                <a:lnTo>
                  <a:pt x="1861123" y="2358758"/>
                </a:lnTo>
                <a:lnTo>
                  <a:pt x="1861884" y="2358912"/>
                </a:lnTo>
                <a:lnTo>
                  <a:pt x="1862652" y="2359057"/>
                </a:lnTo>
                <a:lnTo>
                  <a:pt x="1863429" y="2359192"/>
                </a:lnTo>
                <a:lnTo>
                  <a:pt x="1864214" y="2359316"/>
                </a:lnTo>
                <a:lnTo>
                  <a:pt x="1865007" y="2359431"/>
                </a:lnTo>
                <a:lnTo>
                  <a:pt x="1865808" y="2359536"/>
                </a:lnTo>
                <a:lnTo>
                  <a:pt x="1866617" y="2359631"/>
                </a:lnTo>
                <a:lnTo>
                  <a:pt x="1867435" y="2359716"/>
                </a:lnTo>
                <a:lnTo>
                  <a:pt x="1868261" y="2359791"/>
                </a:lnTo>
                <a:lnTo>
                  <a:pt x="1869095" y="2359855"/>
                </a:lnTo>
                <a:lnTo>
                  <a:pt x="1869938" y="2359910"/>
                </a:lnTo>
                <a:lnTo>
                  <a:pt x="1870788" y="2359955"/>
                </a:lnTo>
                <a:lnTo>
                  <a:pt x="1871647" y="2359990"/>
                </a:lnTo>
                <a:lnTo>
                  <a:pt x="1872514" y="2360015"/>
                </a:lnTo>
                <a:lnTo>
                  <a:pt x="1873390" y="2360030"/>
                </a:lnTo>
                <a:lnTo>
                  <a:pt x="1874273" y="2360035"/>
                </a:lnTo>
                <a:lnTo>
                  <a:pt x="1875281" y="2360030"/>
                </a:lnTo>
                <a:lnTo>
                  <a:pt x="1876277" y="2360015"/>
                </a:lnTo>
                <a:lnTo>
                  <a:pt x="1877261" y="2359990"/>
                </a:lnTo>
                <a:lnTo>
                  <a:pt x="1878232" y="2359955"/>
                </a:lnTo>
                <a:lnTo>
                  <a:pt x="1879191" y="2359910"/>
                </a:lnTo>
                <a:lnTo>
                  <a:pt x="1880138" y="2359855"/>
                </a:lnTo>
                <a:lnTo>
                  <a:pt x="1881072" y="2359791"/>
                </a:lnTo>
                <a:close/>
                <a:moveTo>
                  <a:pt x="1934564" y="2380154"/>
                </a:moveTo>
                <a:lnTo>
                  <a:pt x="2019098" y="2380154"/>
                </a:lnTo>
                <a:lnTo>
                  <a:pt x="2019098" y="2367981"/>
                </a:lnTo>
                <a:lnTo>
                  <a:pt x="1934564" y="2367981"/>
                </a:lnTo>
                <a:lnTo>
                  <a:pt x="1934564" y="2380154"/>
                </a:lnTo>
                <a:close/>
                <a:moveTo>
                  <a:pt x="2094097" y="2538516"/>
                </a:moveTo>
                <a:lnTo>
                  <a:pt x="2097986" y="2516369"/>
                </a:lnTo>
                <a:lnTo>
                  <a:pt x="2097986" y="2491516"/>
                </a:lnTo>
                <a:lnTo>
                  <a:pt x="2083446" y="2491516"/>
                </a:lnTo>
                <a:lnTo>
                  <a:pt x="2083446" y="2516369"/>
                </a:lnTo>
                <a:lnTo>
                  <a:pt x="2087335" y="2538516"/>
                </a:lnTo>
                <a:lnTo>
                  <a:pt x="2094097" y="2538516"/>
                </a:lnTo>
                <a:close/>
                <a:moveTo>
                  <a:pt x="2072795" y="2516369"/>
                </a:moveTo>
                <a:lnTo>
                  <a:pt x="2072795" y="2491516"/>
                </a:lnTo>
                <a:lnTo>
                  <a:pt x="2058255" y="2491516"/>
                </a:lnTo>
                <a:lnTo>
                  <a:pt x="2058255" y="2516369"/>
                </a:lnTo>
                <a:lnTo>
                  <a:pt x="2062144" y="2538516"/>
                </a:lnTo>
                <a:lnTo>
                  <a:pt x="2068906" y="2538516"/>
                </a:lnTo>
                <a:lnTo>
                  <a:pt x="2072795" y="2516369"/>
                </a:lnTo>
                <a:close/>
                <a:moveTo>
                  <a:pt x="1957716" y="2553331"/>
                </a:moveTo>
                <a:lnTo>
                  <a:pt x="1957773" y="2552777"/>
                </a:lnTo>
                <a:lnTo>
                  <a:pt x="1957839" y="2552230"/>
                </a:lnTo>
                <a:lnTo>
                  <a:pt x="1957914" y="2551688"/>
                </a:lnTo>
                <a:lnTo>
                  <a:pt x="1957997" y="2551152"/>
                </a:lnTo>
                <a:lnTo>
                  <a:pt x="1958090" y="2550622"/>
                </a:lnTo>
                <a:lnTo>
                  <a:pt x="1958191" y="2550098"/>
                </a:lnTo>
                <a:lnTo>
                  <a:pt x="1958301" y="2549579"/>
                </a:lnTo>
                <a:lnTo>
                  <a:pt x="1958420" y="2549067"/>
                </a:lnTo>
                <a:lnTo>
                  <a:pt x="1958548" y="2548560"/>
                </a:lnTo>
                <a:lnTo>
                  <a:pt x="1958684" y="2548060"/>
                </a:lnTo>
                <a:lnTo>
                  <a:pt x="1958829" y="2547565"/>
                </a:lnTo>
                <a:lnTo>
                  <a:pt x="1958984" y="2547076"/>
                </a:lnTo>
                <a:lnTo>
                  <a:pt x="1959146" y="2546593"/>
                </a:lnTo>
                <a:lnTo>
                  <a:pt x="1959318" y="2546115"/>
                </a:lnTo>
                <a:lnTo>
                  <a:pt x="1959499" y="2545644"/>
                </a:lnTo>
                <a:lnTo>
                  <a:pt x="1959688" y="2545178"/>
                </a:lnTo>
                <a:lnTo>
                  <a:pt x="1959886" y="2544719"/>
                </a:lnTo>
                <a:lnTo>
                  <a:pt x="1960093" y="2544265"/>
                </a:lnTo>
                <a:lnTo>
                  <a:pt x="1960308" y="2543804"/>
                </a:lnTo>
                <a:lnTo>
                  <a:pt x="1960530" y="2543353"/>
                </a:lnTo>
                <a:lnTo>
                  <a:pt x="1960759" y="2542910"/>
                </a:lnTo>
                <a:lnTo>
                  <a:pt x="1960995" y="2542476"/>
                </a:lnTo>
                <a:lnTo>
                  <a:pt x="1961238" y="2542050"/>
                </a:lnTo>
                <a:lnTo>
                  <a:pt x="1961488" y="2541634"/>
                </a:lnTo>
                <a:lnTo>
                  <a:pt x="1961745" y="2541226"/>
                </a:lnTo>
                <a:lnTo>
                  <a:pt x="1962009" y="2540827"/>
                </a:lnTo>
                <a:lnTo>
                  <a:pt x="1962280" y="2540437"/>
                </a:lnTo>
                <a:lnTo>
                  <a:pt x="1962559" y="2540056"/>
                </a:lnTo>
                <a:lnTo>
                  <a:pt x="1962844" y="2539683"/>
                </a:lnTo>
                <a:lnTo>
                  <a:pt x="1963136" y="2539320"/>
                </a:lnTo>
                <a:lnTo>
                  <a:pt x="1963436" y="2538965"/>
                </a:lnTo>
                <a:lnTo>
                  <a:pt x="1963742" y="2538619"/>
                </a:lnTo>
                <a:lnTo>
                  <a:pt x="1964056" y="2538281"/>
                </a:lnTo>
                <a:lnTo>
                  <a:pt x="1964376" y="2537953"/>
                </a:lnTo>
                <a:lnTo>
                  <a:pt x="1964704" y="2537633"/>
                </a:lnTo>
                <a:lnTo>
                  <a:pt x="1965038" y="2537322"/>
                </a:lnTo>
                <a:lnTo>
                  <a:pt x="1965380" y="2537020"/>
                </a:lnTo>
                <a:lnTo>
                  <a:pt x="1965729" y="2536727"/>
                </a:lnTo>
                <a:lnTo>
                  <a:pt x="1966085" y="2536443"/>
                </a:lnTo>
                <a:lnTo>
                  <a:pt x="1966447" y="2536167"/>
                </a:lnTo>
                <a:lnTo>
                  <a:pt x="1966817" y="2535900"/>
                </a:lnTo>
                <a:lnTo>
                  <a:pt x="1967194" y="2535642"/>
                </a:lnTo>
                <a:lnTo>
                  <a:pt x="1967577" y="2535380"/>
                </a:lnTo>
                <a:lnTo>
                  <a:pt x="1967967" y="2535129"/>
                </a:lnTo>
                <a:lnTo>
                  <a:pt x="1968362" y="2534889"/>
                </a:lnTo>
                <a:lnTo>
                  <a:pt x="1968763" y="2534661"/>
                </a:lnTo>
                <a:lnTo>
                  <a:pt x="1969169" y="2534443"/>
                </a:lnTo>
                <a:lnTo>
                  <a:pt x="1969582" y="2534237"/>
                </a:lnTo>
                <a:lnTo>
                  <a:pt x="1970001" y="2534042"/>
                </a:lnTo>
                <a:lnTo>
                  <a:pt x="1970425" y="2533858"/>
                </a:lnTo>
                <a:lnTo>
                  <a:pt x="1970855" y="2533685"/>
                </a:lnTo>
                <a:lnTo>
                  <a:pt x="1971292" y="2533523"/>
                </a:lnTo>
                <a:lnTo>
                  <a:pt x="1971734" y="2533373"/>
                </a:lnTo>
                <a:lnTo>
                  <a:pt x="1972182" y="2533233"/>
                </a:lnTo>
                <a:lnTo>
                  <a:pt x="1972635" y="2533105"/>
                </a:lnTo>
                <a:lnTo>
                  <a:pt x="1973095" y="2532988"/>
                </a:lnTo>
                <a:lnTo>
                  <a:pt x="1973561" y="2532882"/>
                </a:lnTo>
                <a:lnTo>
                  <a:pt x="1974032" y="2532787"/>
                </a:lnTo>
                <a:lnTo>
                  <a:pt x="1974509" y="2532703"/>
                </a:lnTo>
                <a:lnTo>
                  <a:pt x="1974992" y="2532631"/>
                </a:lnTo>
                <a:lnTo>
                  <a:pt x="1975481" y="2532569"/>
                </a:lnTo>
                <a:lnTo>
                  <a:pt x="1975976" y="2532519"/>
                </a:lnTo>
                <a:lnTo>
                  <a:pt x="1976477" y="2532480"/>
                </a:lnTo>
                <a:lnTo>
                  <a:pt x="1976984" y="2532452"/>
                </a:lnTo>
                <a:lnTo>
                  <a:pt x="1977496" y="2532436"/>
                </a:lnTo>
                <a:lnTo>
                  <a:pt x="1978014" y="2532430"/>
                </a:lnTo>
                <a:lnTo>
                  <a:pt x="1978754" y="2532440"/>
                </a:lnTo>
                <a:lnTo>
                  <a:pt x="1979480" y="2532469"/>
                </a:lnTo>
                <a:lnTo>
                  <a:pt x="1980191" y="2532517"/>
                </a:lnTo>
                <a:lnTo>
                  <a:pt x="1980888" y="2532585"/>
                </a:lnTo>
                <a:lnTo>
                  <a:pt x="1981572" y="2532672"/>
                </a:lnTo>
                <a:lnTo>
                  <a:pt x="1982241" y="2532779"/>
                </a:lnTo>
                <a:lnTo>
                  <a:pt x="1982896" y="2532905"/>
                </a:lnTo>
                <a:lnTo>
                  <a:pt x="1983537" y="2533050"/>
                </a:lnTo>
                <a:lnTo>
                  <a:pt x="1984164" y="2533215"/>
                </a:lnTo>
                <a:lnTo>
                  <a:pt x="1984777" y="2533399"/>
                </a:lnTo>
                <a:lnTo>
                  <a:pt x="1985376" y="2533602"/>
                </a:lnTo>
                <a:lnTo>
                  <a:pt x="1985960" y="2533825"/>
                </a:lnTo>
                <a:lnTo>
                  <a:pt x="1986531" y="2534067"/>
                </a:lnTo>
                <a:lnTo>
                  <a:pt x="1987087" y="2534329"/>
                </a:lnTo>
                <a:lnTo>
                  <a:pt x="1987630" y="2534610"/>
                </a:lnTo>
                <a:lnTo>
                  <a:pt x="1988158" y="2534910"/>
                </a:lnTo>
                <a:lnTo>
                  <a:pt x="1988672" y="2535229"/>
                </a:lnTo>
                <a:lnTo>
                  <a:pt x="1989173" y="2535568"/>
                </a:lnTo>
                <a:lnTo>
                  <a:pt x="1989659" y="2535927"/>
                </a:lnTo>
                <a:lnTo>
                  <a:pt x="1990131" y="2536305"/>
                </a:lnTo>
                <a:lnTo>
                  <a:pt x="1990589" y="2536702"/>
                </a:lnTo>
                <a:lnTo>
                  <a:pt x="1991032" y="2537118"/>
                </a:lnTo>
                <a:lnTo>
                  <a:pt x="1991462" y="2537554"/>
                </a:lnTo>
                <a:lnTo>
                  <a:pt x="1991878" y="2538009"/>
                </a:lnTo>
                <a:lnTo>
                  <a:pt x="1992292" y="2538486"/>
                </a:lnTo>
                <a:lnTo>
                  <a:pt x="1992688" y="2538985"/>
                </a:lnTo>
                <a:lnTo>
                  <a:pt x="1993066" y="2539507"/>
                </a:lnTo>
                <a:lnTo>
                  <a:pt x="1993428" y="2540052"/>
                </a:lnTo>
                <a:lnTo>
                  <a:pt x="1993771" y="2540620"/>
                </a:lnTo>
                <a:lnTo>
                  <a:pt x="1994097" y="2541211"/>
                </a:lnTo>
                <a:lnTo>
                  <a:pt x="1994405" y="2541825"/>
                </a:lnTo>
                <a:lnTo>
                  <a:pt x="1994696" y="2542461"/>
                </a:lnTo>
                <a:lnTo>
                  <a:pt x="1994968" y="2543121"/>
                </a:lnTo>
                <a:lnTo>
                  <a:pt x="1995224" y="2543803"/>
                </a:lnTo>
                <a:lnTo>
                  <a:pt x="1995462" y="2544509"/>
                </a:lnTo>
                <a:lnTo>
                  <a:pt x="1995682" y="2545237"/>
                </a:lnTo>
                <a:lnTo>
                  <a:pt x="1995884" y="2545988"/>
                </a:lnTo>
                <a:lnTo>
                  <a:pt x="1996069" y="2546762"/>
                </a:lnTo>
                <a:lnTo>
                  <a:pt x="1996236" y="2547559"/>
                </a:lnTo>
                <a:lnTo>
                  <a:pt x="1996386" y="2548379"/>
                </a:lnTo>
                <a:lnTo>
                  <a:pt x="1996518" y="2549221"/>
                </a:lnTo>
                <a:lnTo>
                  <a:pt x="1996633" y="2550087"/>
                </a:lnTo>
                <a:lnTo>
                  <a:pt x="1996730" y="2550976"/>
                </a:lnTo>
                <a:lnTo>
                  <a:pt x="1996809" y="2551887"/>
                </a:lnTo>
                <a:lnTo>
                  <a:pt x="1996870" y="2552821"/>
                </a:lnTo>
                <a:lnTo>
                  <a:pt x="1996915" y="2553778"/>
                </a:lnTo>
                <a:lnTo>
                  <a:pt x="1996941" y="2554758"/>
                </a:lnTo>
                <a:lnTo>
                  <a:pt x="1996950" y="2555761"/>
                </a:lnTo>
                <a:lnTo>
                  <a:pt x="1996950" y="2607496"/>
                </a:lnTo>
                <a:lnTo>
                  <a:pt x="2013856" y="2607496"/>
                </a:lnTo>
                <a:lnTo>
                  <a:pt x="2013856" y="2550859"/>
                </a:lnTo>
                <a:lnTo>
                  <a:pt x="2013842" y="2549576"/>
                </a:lnTo>
                <a:lnTo>
                  <a:pt x="2013798" y="2548319"/>
                </a:lnTo>
                <a:lnTo>
                  <a:pt x="2013724" y="2547089"/>
                </a:lnTo>
                <a:lnTo>
                  <a:pt x="2013622" y="2545885"/>
                </a:lnTo>
                <a:lnTo>
                  <a:pt x="2013490" y="2544708"/>
                </a:lnTo>
                <a:lnTo>
                  <a:pt x="2013328" y="2543557"/>
                </a:lnTo>
                <a:lnTo>
                  <a:pt x="2013137" y="2542432"/>
                </a:lnTo>
                <a:lnTo>
                  <a:pt x="2012917" y="2541334"/>
                </a:lnTo>
                <a:lnTo>
                  <a:pt x="2012668" y="2540263"/>
                </a:lnTo>
                <a:lnTo>
                  <a:pt x="2012389" y="2539217"/>
                </a:lnTo>
                <a:lnTo>
                  <a:pt x="2012081" y="2538199"/>
                </a:lnTo>
                <a:lnTo>
                  <a:pt x="2011743" y="2537206"/>
                </a:lnTo>
                <a:lnTo>
                  <a:pt x="2011376" y="2536240"/>
                </a:lnTo>
                <a:lnTo>
                  <a:pt x="2010980" y="2535301"/>
                </a:lnTo>
                <a:lnTo>
                  <a:pt x="2010555" y="2534388"/>
                </a:lnTo>
                <a:lnTo>
                  <a:pt x="2010100" y="2533501"/>
                </a:lnTo>
                <a:lnTo>
                  <a:pt x="2009615" y="2532640"/>
                </a:lnTo>
                <a:lnTo>
                  <a:pt x="2009102" y="2531807"/>
                </a:lnTo>
                <a:lnTo>
                  <a:pt x="2008559" y="2530999"/>
                </a:lnTo>
                <a:lnTo>
                  <a:pt x="2007986" y="2530218"/>
                </a:lnTo>
                <a:lnTo>
                  <a:pt x="2007385" y="2529463"/>
                </a:lnTo>
                <a:lnTo>
                  <a:pt x="2006753" y="2528735"/>
                </a:lnTo>
                <a:lnTo>
                  <a:pt x="2006093" y="2528033"/>
                </a:lnTo>
                <a:lnTo>
                  <a:pt x="2005403" y="2527358"/>
                </a:lnTo>
                <a:lnTo>
                  <a:pt x="2004689" y="2526710"/>
                </a:lnTo>
                <a:lnTo>
                  <a:pt x="2003954" y="2526089"/>
                </a:lnTo>
                <a:lnTo>
                  <a:pt x="2003200" y="2525496"/>
                </a:lnTo>
                <a:lnTo>
                  <a:pt x="2002426" y="2524930"/>
                </a:lnTo>
                <a:lnTo>
                  <a:pt x="2001632" y="2524392"/>
                </a:lnTo>
                <a:lnTo>
                  <a:pt x="2000817" y="2523882"/>
                </a:lnTo>
                <a:lnTo>
                  <a:pt x="1999983" y="2523399"/>
                </a:lnTo>
                <a:lnTo>
                  <a:pt x="1999129" y="2522944"/>
                </a:lnTo>
                <a:lnTo>
                  <a:pt x="1998255" y="2522516"/>
                </a:lnTo>
                <a:lnTo>
                  <a:pt x="1997361" y="2522116"/>
                </a:lnTo>
                <a:lnTo>
                  <a:pt x="1996447" y="2521743"/>
                </a:lnTo>
                <a:lnTo>
                  <a:pt x="1995513" y="2521399"/>
                </a:lnTo>
                <a:lnTo>
                  <a:pt x="1994559" y="2521081"/>
                </a:lnTo>
                <a:lnTo>
                  <a:pt x="1993585" y="2520792"/>
                </a:lnTo>
                <a:lnTo>
                  <a:pt x="1992591" y="2520529"/>
                </a:lnTo>
                <a:lnTo>
                  <a:pt x="1991577" y="2520295"/>
                </a:lnTo>
                <a:lnTo>
                  <a:pt x="1990543" y="2520088"/>
                </a:lnTo>
                <a:lnTo>
                  <a:pt x="1989490" y="2519909"/>
                </a:lnTo>
                <a:lnTo>
                  <a:pt x="1988416" y="2519757"/>
                </a:lnTo>
                <a:lnTo>
                  <a:pt x="1987322" y="2519633"/>
                </a:lnTo>
                <a:lnTo>
                  <a:pt x="1986209" y="2519536"/>
                </a:lnTo>
                <a:lnTo>
                  <a:pt x="1985075" y="2519467"/>
                </a:lnTo>
                <a:lnTo>
                  <a:pt x="1983922" y="2519426"/>
                </a:lnTo>
                <a:lnTo>
                  <a:pt x="1982748" y="2519412"/>
                </a:lnTo>
                <a:lnTo>
                  <a:pt x="1982032" y="2519418"/>
                </a:lnTo>
                <a:lnTo>
                  <a:pt x="1981322" y="2519436"/>
                </a:lnTo>
                <a:lnTo>
                  <a:pt x="1980616" y="2519465"/>
                </a:lnTo>
                <a:lnTo>
                  <a:pt x="1979916" y="2519506"/>
                </a:lnTo>
                <a:lnTo>
                  <a:pt x="1979221" y="2519559"/>
                </a:lnTo>
                <a:lnTo>
                  <a:pt x="1978532" y="2519623"/>
                </a:lnTo>
                <a:lnTo>
                  <a:pt x="1977848" y="2519700"/>
                </a:lnTo>
                <a:lnTo>
                  <a:pt x="1977169" y="2519788"/>
                </a:lnTo>
                <a:lnTo>
                  <a:pt x="1976495" y="2519887"/>
                </a:lnTo>
                <a:lnTo>
                  <a:pt x="1975827" y="2519999"/>
                </a:lnTo>
                <a:lnTo>
                  <a:pt x="1975164" y="2520122"/>
                </a:lnTo>
                <a:lnTo>
                  <a:pt x="1974506" y="2520257"/>
                </a:lnTo>
                <a:lnTo>
                  <a:pt x="1973854" y="2520404"/>
                </a:lnTo>
                <a:lnTo>
                  <a:pt x="1973206" y="2520563"/>
                </a:lnTo>
                <a:lnTo>
                  <a:pt x="1972565" y="2520733"/>
                </a:lnTo>
                <a:lnTo>
                  <a:pt x="1971928" y="2520915"/>
                </a:lnTo>
                <a:lnTo>
                  <a:pt x="1971297" y="2521108"/>
                </a:lnTo>
                <a:lnTo>
                  <a:pt x="1970670" y="2521314"/>
                </a:lnTo>
                <a:lnTo>
                  <a:pt x="1970050" y="2521531"/>
                </a:lnTo>
                <a:lnTo>
                  <a:pt x="1969434" y="2521760"/>
                </a:lnTo>
                <a:lnTo>
                  <a:pt x="1968824" y="2522001"/>
                </a:lnTo>
                <a:lnTo>
                  <a:pt x="1968219" y="2522253"/>
                </a:lnTo>
                <a:lnTo>
                  <a:pt x="1967619" y="2522517"/>
                </a:lnTo>
                <a:lnTo>
                  <a:pt x="1967025" y="2522793"/>
                </a:lnTo>
                <a:lnTo>
                  <a:pt x="1966439" y="2523082"/>
                </a:lnTo>
                <a:lnTo>
                  <a:pt x="1965864" y="2523384"/>
                </a:lnTo>
                <a:lnTo>
                  <a:pt x="1965300" y="2523699"/>
                </a:lnTo>
                <a:lnTo>
                  <a:pt x="1964747" y="2524028"/>
                </a:lnTo>
                <a:lnTo>
                  <a:pt x="1964206" y="2524371"/>
                </a:lnTo>
                <a:lnTo>
                  <a:pt x="1963675" y="2524727"/>
                </a:lnTo>
                <a:lnTo>
                  <a:pt x="1963156" y="2525096"/>
                </a:lnTo>
                <a:lnTo>
                  <a:pt x="1962648" y="2525479"/>
                </a:lnTo>
                <a:lnTo>
                  <a:pt x="1962151" y="2525876"/>
                </a:lnTo>
                <a:lnTo>
                  <a:pt x="1961665" y="2526286"/>
                </a:lnTo>
                <a:lnTo>
                  <a:pt x="1961191" y="2526710"/>
                </a:lnTo>
                <a:lnTo>
                  <a:pt x="1960727" y="2527147"/>
                </a:lnTo>
                <a:lnTo>
                  <a:pt x="1960275" y="2527597"/>
                </a:lnTo>
                <a:lnTo>
                  <a:pt x="1959834" y="2528061"/>
                </a:lnTo>
                <a:lnTo>
                  <a:pt x="1959404" y="2528539"/>
                </a:lnTo>
                <a:lnTo>
                  <a:pt x="1958985" y="2529030"/>
                </a:lnTo>
                <a:lnTo>
                  <a:pt x="1958577" y="2529535"/>
                </a:lnTo>
                <a:lnTo>
                  <a:pt x="1958181" y="2530053"/>
                </a:lnTo>
                <a:lnTo>
                  <a:pt x="1957795" y="2530584"/>
                </a:lnTo>
                <a:lnTo>
                  <a:pt x="1957421" y="2531129"/>
                </a:lnTo>
                <a:lnTo>
                  <a:pt x="1957058" y="2531688"/>
                </a:lnTo>
                <a:lnTo>
                  <a:pt x="1956706" y="2532260"/>
                </a:lnTo>
                <a:lnTo>
                  <a:pt x="1956365" y="2532846"/>
                </a:lnTo>
                <a:lnTo>
                  <a:pt x="1956036" y="2533445"/>
                </a:lnTo>
                <a:lnTo>
                  <a:pt x="1954345" y="2521102"/>
                </a:lnTo>
                <a:lnTo>
                  <a:pt x="1940651" y="2521102"/>
                </a:lnTo>
                <a:lnTo>
                  <a:pt x="1940651" y="2607496"/>
                </a:lnTo>
                <a:lnTo>
                  <a:pt x="1957557" y="2607496"/>
                </a:lnTo>
                <a:lnTo>
                  <a:pt x="1957557" y="2556776"/>
                </a:lnTo>
                <a:lnTo>
                  <a:pt x="1957561" y="2556187"/>
                </a:lnTo>
                <a:lnTo>
                  <a:pt x="1957575" y="2555604"/>
                </a:lnTo>
                <a:lnTo>
                  <a:pt x="1957597" y="2555027"/>
                </a:lnTo>
                <a:lnTo>
                  <a:pt x="1957628" y="2554456"/>
                </a:lnTo>
                <a:lnTo>
                  <a:pt x="1957667" y="2553890"/>
                </a:lnTo>
                <a:lnTo>
                  <a:pt x="1957716" y="2553331"/>
                </a:lnTo>
                <a:close/>
                <a:moveTo>
                  <a:pt x="1882453" y="2608726"/>
                </a:moveTo>
                <a:lnTo>
                  <a:pt x="1883403" y="2608585"/>
                </a:lnTo>
                <a:lnTo>
                  <a:pt x="1884340" y="2608426"/>
                </a:lnTo>
                <a:lnTo>
                  <a:pt x="1885266" y="2608247"/>
                </a:lnTo>
                <a:lnTo>
                  <a:pt x="1886179" y="2608050"/>
                </a:lnTo>
                <a:lnTo>
                  <a:pt x="1887080" y="2607834"/>
                </a:lnTo>
                <a:lnTo>
                  <a:pt x="1887968" y="2607599"/>
                </a:lnTo>
                <a:lnTo>
                  <a:pt x="1888845" y="2607346"/>
                </a:lnTo>
                <a:lnTo>
                  <a:pt x="1889708" y="2607073"/>
                </a:lnTo>
                <a:lnTo>
                  <a:pt x="1890560" y="2606782"/>
                </a:lnTo>
                <a:lnTo>
                  <a:pt x="1891399" y="2606472"/>
                </a:lnTo>
                <a:lnTo>
                  <a:pt x="1892226" y="2606143"/>
                </a:lnTo>
                <a:lnTo>
                  <a:pt x="1893040" y="2605796"/>
                </a:lnTo>
                <a:lnTo>
                  <a:pt x="1893843" y="2605430"/>
                </a:lnTo>
                <a:lnTo>
                  <a:pt x="1894633" y="2605044"/>
                </a:lnTo>
                <a:lnTo>
                  <a:pt x="1895410" y="2604641"/>
                </a:lnTo>
                <a:lnTo>
                  <a:pt x="1896175" y="2604218"/>
                </a:lnTo>
                <a:lnTo>
                  <a:pt x="1896928" y="2603776"/>
                </a:lnTo>
                <a:lnTo>
                  <a:pt x="1897668" y="2603304"/>
                </a:lnTo>
                <a:lnTo>
                  <a:pt x="1898392" y="2602817"/>
                </a:lnTo>
                <a:lnTo>
                  <a:pt x="1899102" y="2602316"/>
                </a:lnTo>
                <a:lnTo>
                  <a:pt x="1899798" y="2601799"/>
                </a:lnTo>
                <a:lnTo>
                  <a:pt x="1900478" y="2601268"/>
                </a:lnTo>
                <a:lnTo>
                  <a:pt x="1901144" y="2600723"/>
                </a:lnTo>
                <a:lnTo>
                  <a:pt x="1901796" y="2600162"/>
                </a:lnTo>
                <a:lnTo>
                  <a:pt x="1902432" y="2599587"/>
                </a:lnTo>
                <a:lnTo>
                  <a:pt x="1903054" y="2598998"/>
                </a:lnTo>
                <a:lnTo>
                  <a:pt x="1903661" y="2598393"/>
                </a:lnTo>
                <a:lnTo>
                  <a:pt x="1904254" y="2597774"/>
                </a:lnTo>
                <a:lnTo>
                  <a:pt x="1904832" y="2597140"/>
                </a:lnTo>
                <a:lnTo>
                  <a:pt x="1905395" y="2596492"/>
                </a:lnTo>
                <a:lnTo>
                  <a:pt x="1905944" y="2595829"/>
                </a:lnTo>
                <a:lnTo>
                  <a:pt x="1906478" y="2595151"/>
                </a:lnTo>
                <a:lnTo>
                  <a:pt x="1906997" y="2594459"/>
                </a:lnTo>
                <a:lnTo>
                  <a:pt x="1907502" y="2593752"/>
                </a:lnTo>
                <a:lnTo>
                  <a:pt x="1907991" y="2593030"/>
                </a:lnTo>
                <a:lnTo>
                  <a:pt x="1908467" y="2592294"/>
                </a:lnTo>
                <a:lnTo>
                  <a:pt x="1908927" y="2591542"/>
                </a:lnTo>
                <a:lnTo>
                  <a:pt x="1909373" y="2590777"/>
                </a:lnTo>
                <a:lnTo>
                  <a:pt x="1909804" y="2589996"/>
                </a:lnTo>
                <a:lnTo>
                  <a:pt x="1910221" y="2589201"/>
                </a:lnTo>
                <a:lnTo>
                  <a:pt x="1910623" y="2588391"/>
                </a:lnTo>
                <a:lnTo>
                  <a:pt x="1911009" y="2587569"/>
                </a:lnTo>
                <a:lnTo>
                  <a:pt x="1911379" y="2586736"/>
                </a:lnTo>
                <a:lnTo>
                  <a:pt x="1911732" y="2585892"/>
                </a:lnTo>
                <a:lnTo>
                  <a:pt x="1912069" y="2585038"/>
                </a:lnTo>
                <a:lnTo>
                  <a:pt x="1912390" y="2584174"/>
                </a:lnTo>
                <a:lnTo>
                  <a:pt x="1912694" y="2583298"/>
                </a:lnTo>
                <a:lnTo>
                  <a:pt x="1912981" y="2582412"/>
                </a:lnTo>
                <a:lnTo>
                  <a:pt x="1913252" y="2581516"/>
                </a:lnTo>
                <a:lnTo>
                  <a:pt x="1913507" y="2580609"/>
                </a:lnTo>
                <a:lnTo>
                  <a:pt x="1913746" y="2579692"/>
                </a:lnTo>
                <a:lnTo>
                  <a:pt x="1913967" y="2578763"/>
                </a:lnTo>
                <a:lnTo>
                  <a:pt x="1914173" y="2577825"/>
                </a:lnTo>
                <a:lnTo>
                  <a:pt x="1914362" y="2576876"/>
                </a:lnTo>
                <a:lnTo>
                  <a:pt x="1914534" y="2575916"/>
                </a:lnTo>
                <a:lnTo>
                  <a:pt x="1914691" y="2574945"/>
                </a:lnTo>
                <a:lnTo>
                  <a:pt x="1914830" y="2573964"/>
                </a:lnTo>
                <a:lnTo>
                  <a:pt x="1914954" y="2572973"/>
                </a:lnTo>
                <a:lnTo>
                  <a:pt x="1915060" y="2571971"/>
                </a:lnTo>
                <a:lnTo>
                  <a:pt x="1915151" y="2570958"/>
                </a:lnTo>
                <a:lnTo>
                  <a:pt x="1915225" y="2569935"/>
                </a:lnTo>
                <a:lnTo>
                  <a:pt x="1915282" y="2568901"/>
                </a:lnTo>
                <a:lnTo>
                  <a:pt x="1915323" y="2567857"/>
                </a:lnTo>
                <a:lnTo>
                  <a:pt x="1915348" y="2566802"/>
                </a:lnTo>
                <a:lnTo>
                  <a:pt x="1915356" y="2565736"/>
                </a:lnTo>
                <a:lnTo>
                  <a:pt x="1915356" y="2562862"/>
                </a:lnTo>
                <a:lnTo>
                  <a:pt x="1915348" y="2561811"/>
                </a:lnTo>
                <a:lnTo>
                  <a:pt x="1915323" y="2560769"/>
                </a:lnTo>
                <a:lnTo>
                  <a:pt x="1915282" y="2559737"/>
                </a:lnTo>
                <a:lnTo>
                  <a:pt x="1915225" y="2558715"/>
                </a:lnTo>
                <a:lnTo>
                  <a:pt x="1915151" y="2557704"/>
                </a:lnTo>
                <a:lnTo>
                  <a:pt x="1915060" y="2556702"/>
                </a:lnTo>
                <a:lnTo>
                  <a:pt x="1914954" y="2555710"/>
                </a:lnTo>
                <a:lnTo>
                  <a:pt x="1914830" y="2554728"/>
                </a:lnTo>
                <a:lnTo>
                  <a:pt x="1914691" y="2553756"/>
                </a:lnTo>
                <a:lnTo>
                  <a:pt x="1914534" y="2552794"/>
                </a:lnTo>
                <a:lnTo>
                  <a:pt x="1914362" y="2551843"/>
                </a:lnTo>
                <a:lnTo>
                  <a:pt x="1914173" y="2550901"/>
                </a:lnTo>
                <a:lnTo>
                  <a:pt x="1913967" y="2549969"/>
                </a:lnTo>
                <a:lnTo>
                  <a:pt x="1913746" y="2549047"/>
                </a:lnTo>
                <a:lnTo>
                  <a:pt x="1913507" y="2548135"/>
                </a:lnTo>
                <a:lnTo>
                  <a:pt x="1913252" y="2547233"/>
                </a:lnTo>
                <a:lnTo>
                  <a:pt x="1912981" y="2546341"/>
                </a:lnTo>
                <a:lnTo>
                  <a:pt x="1912694" y="2545459"/>
                </a:lnTo>
                <a:lnTo>
                  <a:pt x="1912390" y="2544587"/>
                </a:lnTo>
                <a:lnTo>
                  <a:pt x="1912069" y="2543725"/>
                </a:lnTo>
                <a:lnTo>
                  <a:pt x="1911732" y="2542873"/>
                </a:lnTo>
                <a:lnTo>
                  <a:pt x="1911379" y="2542031"/>
                </a:lnTo>
                <a:lnTo>
                  <a:pt x="1911009" y="2541198"/>
                </a:lnTo>
                <a:lnTo>
                  <a:pt x="1910623" y="2540376"/>
                </a:lnTo>
                <a:lnTo>
                  <a:pt x="1910221" y="2539566"/>
                </a:lnTo>
                <a:lnTo>
                  <a:pt x="1909804" y="2538771"/>
                </a:lnTo>
                <a:lnTo>
                  <a:pt x="1909373" y="2537991"/>
                </a:lnTo>
                <a:lnTo>
                  <a:pt x="1908927" y="2537225"/>
                </a:lnTo>
                <a:lnTo>
                  <a:pt x="1908467" y="2536474"/>
                </a:lnTo>
                <a:lnTo>
                  <a:pt x="1907991" y="2535738"/>
                </a:lnTo>
                <a:lnTo>
                  <a:pt x="1907502" y="2535016"/>
                </a:lnTo>
                <a:lnTo>
                  <a:pt x="1906997" y="2534309"/>
                </a:lnTo>
                <a:lnTo>
                  <a:pt x="1906478" y="2533616"/>
                </a:lnTo>
                <a:lnTo>
                  <a:pt x="1905944" y="2532939"/>
                </a:lnTo>
                <a:lnTo>
                  <a:pt x="1905395" y="2532275"/>
                </a:lnTo>
                <a:lnTo>
                  <a:pt x="1904832" y="2531627"/>
                </a:lnTo>
                <a:lnTo>
                  <a:pt x="1904254" y="2530993"/>
                </a:lnTo>
                <a:lnTo>
                  <a:pt x="1903661" y="2530374"/>
                </a:lnTo>
                <a:lnTo>
                  <a:pt x="1903054" y="2529770"/>
                </a:lnTo>
                <a:lnTo>
                  <a:pt x="1902432" y="2529180"/>
                </a:lnTo>
                <a:lnTo>
                  <a:pt x="1901796" y="2528605"/>
                </a:lnTo>
                <a:lnTo>
                  <a:pt x="1901144" y="2528045"/>
                </a:lnTo>
                <a:lnTo>
                  <a:pt x="1900478" y="2527499"/>
                </a:lnTo>
                <a:lnTo>
                  <a:pt x="1899798" y="2526968"/>
                </a:lnTo>
                <a:lnTo>
                  <a:pt x="1899102" y="2526452"/>
                </a:lnTo>
                <a:lnTo>
                  <a:pt x="1898392" y="2525950"/>
                </a:lnTo>
                <a:lnTo>
                  <a:pt x="1897668" y="2525463"/>
                </a:lnTo>
                <a:lnTo>
                  <a:pt x="1896928" y="2524991"/>
                </a:lnTo>
                <a:lnTo>
                  <a:pt x="1896175" y="2524536"/>
                </a:lnTo>
                <a:lnTo>
                  <a:pt x="1895409" y="2524100"/>
                </a:lnTo>
                <a:lnTo>
                  <a:pt x="1894630" y="2523684"/>
                </a:lnTo>
                <a:lnTo>
                  <a:pt x="1893838" y="2523286"/>
                </a:lnTo>
                <a:lnTo>
                  <a:pt x="1893033" y="2522909"/>
                </a:lnTo>
                <a:lnTo>
                  <a:pt x="1892215" y="2522550"/>
                </a:lnTo>
                <a:lnTo>
                  <a:pt x="1891385" y="2522211"/>
                </a:lnTo>
                <a:lnTo>
                  <a:pt x="1890541" y="2521892"/>
                </a:lnTo>
                <a:lnTo>
                  <a:pt x="1889685" y="2521591"/>
                </a:lnTo>
                <a:lnTo>
                  <a:pt x="1888815" y="2521310"/>
                </a:lnTo>
                <a:lnTo>
                  <a:pt x="1887933" y="2521049"/>
                </a:lnTo>
                <a:lnTo>
                  <a:pt x="1887038" y="2520807"/>
                </a:lnTo>
                <a:lnTo>
                  <a:pt x="1886129" y="2520584"/>
                </a:lnTo>
                <a:lnTo>
                  <a:pt x="1885208" y="2520381"/>
                </a:lnTo>
                <a:lnTo>
                  <a:pt x="1884274" y="2520197"/>
                </a:lnTo>
                <a:lnTo>
                  <a:pt x="1883328" y="2520032"/>
                </a:lnTo>
                <a:lnTo>
                  <a:pt x="1882368" y="2519887"/>
                </a:lnTo>
                <a:lnTo>
                  <a:pt x="1881395" y="2519761"/>
                </a:lnTo>
                <a:lnTo>
                  <a:pt x="1880409" y="2519654"/>
                </a:lnTo>
                <a:lnTo>
                  <a:pt x="1879411" y="2519567"/>
                </a:lnTo>
                <a:lnTo>
                  <a:pt x="1878399" y="2519499"/>
                </a:lnTo>
                <a:lnTo>
                  <a:pt x="1877375" y="2519451"/>
                </a:lnTo>
                <a:lnTo>
                  <a:pt x="1876338" y="2519422"/>
                </a:lnTo>
                <a:lnTo>
                  <a:pt x="1875288" y="2519412"/>
                </a:lnTo>
                <a:lnTo>
                  <a:pt x="1874265" y="2519422"/>
                </a:lnTo>
                <a:lnTo>
                  <a:pt x="1873254" y="2519451"/>
                </a:lnTo>
                <a:lnTo>
                  <a:pt x="1872255" y="2519499"/>
                </a:lnTo>
                <a:lnTo>
                  <a:pt x="1871268" y="2519567"/>
                </a:lnTo>
                <a:lnTo>
                  <a:pt x="1870292" y="2519654"/>
                </a:lnTo>
                <a:lnTo>
                  <a:pt x="1869328" y="2519761"/>
                </a:lnTo>
                <a:lnTo>
                  <a:pt x="1868376" y="2519887"/>
                </a:lnTo>
                <a:lnTo>
                  <a:pt x="1867435" y="2520032"/>
                </a:lnTo>
                <a:lnTo>
                  <a:pt x="1866507" y="2520197"/>
                </a:lnTo>
                <a:lnTo>
                  <a:pt x="1865590" y="2520381"/>
                </a:lnTo>
                <a:lnTo>
                  <a:pt x="1864685" y="2520584"/>
                </a:lnTo>
                <a:lnTo>
                  <a:pt x="1863791" y="2520807"/>
                </a:lnTo>
                <a:lnTo>
                  <a:pt x="1862909" y="2521049"/>
                </a:lnTo>
                <a:lnTo>
                  <a:pt x="1862039" y="2521310"/>
                </a:lnTo>
                <a:lnTo>
                  <a:pt x="1861181" y="2521591"/>
                </a:lnTo>
                <a:lnTo>
                  <a:pt x="1860335" y="2521892"/>
                </a:lnTo>
                <a:lnTo>
                  <a:pt x="1859500" y="2522211"/>
                </a:lnTo>
                <a:lnTo>
                  <a:pt x="1858677" y="2522550"/>
                </a:lnTo>
                <a:lnTo>
                  <a:pt x="1857865" y="2522909"/>
                </a:lnTo>
                <a:lnTo>
                  <a:pt x="1857066" y="2523286"/>
                </a:lnTo>
                <a:lnTo>
                  <a:pt x="1856278" y="2523684"/>
                </a:lnTo>
                <a:lnTo>
                  <a:pt x="1855502" y="2524100"/>
                </a:lnTo>
                <a:lnTo>
                  <a:pt x="1854738" y="2524536"/>
                </a:lnTo>
                <a:lnTo>
                  <a:pt x="1853985" y="2524991"/>
                </a:lnTo>
                <a:lnTo>
                  <a:pt x="1853246" y="2525450"/>
                </a:lnTo>
                <a:lnTo>
                  <a:pt x="1852521" y="2525923"/>
                </a:lnTo>
                <a:lnTo>
                  <a:pt x="1851811" y="2526412"/>
                </a:lnTo>
                <a:lnTo>
                  <a:pt x="1851116" y="2526917"/>
                </a:lnTo>
                <a:lnTo>
                  <a:pt x="1850435" y="2527436"/>
                </a:lnTo>
                <a:lnTo>
                  <a:pt x="1849769" y="2527971"/>
                </a:lnTo>
                <a:lnTo>
                  <a:pt x="1849118" y="2528521"/>
                </a:lnTo>
                <a:lnTo>
                  <a:pt x="1848481" y="2529086"/>
                </a:lnTo>
                <a:lnTo>
                  <a:pt x="1847859" y="2529667"/>
                </a:lnTo>
                <a:lnTo>
                  <a:pt x="1847252" y="2530263"/>
                </a:lnTo>
                <a:lnTo>
                  <a:pt x="1846659" y="2530874"/>
                </a:lnTo>
                <a:lnTo>
                  <a:pt x="1846081" y="2531500"/>
                </a:lnTo>
                <a:lnTo>
                  <a:pt x="1845518" y="2532142"/>
                </a:lnTo>
                <a:lnTo>
                  <a:pt x="1844969" y="2532799"/>
                </a:lnTo>
                <a:lnTo>
                  <a:pt x="1844435" y="2533471"/>
                </a:lnTo>
                <a:lnTo>
                  <a:pt x="1843916" y="2534158"/>
                </a:lnTo>
                <a:lnTo>
                  <a:pt x="1843412" y="2534861"/>
                </a:lnTo>
                <a:lnTo>
                  <a:pt x="1842922" y="2535579"/>
                </a:lnTo>
                <a:lnTo>
                  <a:pt x="1842446" y="2536312"/>
                </a:lnTo>
                <a:lnTo>
                  <a:pt x="1841986" y="2537061"/>
                </a:lnTo>
                <a:lnTo>
                  <a:pt x="1841540" y="2537824"/>
                </a:lnTo>
                <a:lnTo>
                  <a:pt x="1841109" y="2538603"/>
                </a:lnTo>
                <a:lnTo>
                  <a:pt x="1840692" y="2539398"/>
                </a:lnTo>
                <a:lnTo>
                  <a:pt x="1840291" y="2540207"/>
                </a:lnTo>
                <a:lnTo>
                  <a:pt x="1839904" y="2541030"/>
                </a:lnTo>
                <a:lnTo>
                  <a:pt x="1839534" y="2541863"/>
                </a:lnTo>
                <a:lnTo>
                  <a:pt x="1839181" y="2542706"/>
                </a:lnTo>
                <a:lnTo>
                  <a:pt x="1838844" y="2543560"/>
                </a:lnTo>
                <a:lnTo>
                  <a:pt x="1838524" y="2544425"/>
                </a:lnTo>
                <a:lnTo>
                  <a:pt x="1838220" y="2545300"/>
                </a:lnTo>
                <a:lnTo>
                  <a:pt x="1837932" y="2546186"/>
                </a:lnTo>
                <a:lnTo>
                  <a:pt x="1837661" y="2547083"/>
                </a:lnTo>
                <a:lnTo>
                  <a:pt x="1837406" y="2547990"/>
                </a:lnTo>
                <a:lnTo>
                  <a:pt x="1837168" y="2548907"/>
                </a:lnTo>
                <a:lnTo>
                  <a:pt x="1836946" y="2549835"/>
                </a:lnTo>
                <a:lnTo>
                  <a:pt x="1836740" y="2550774"/>
                </a:lnTo>
                <a:lnTo>
                  <a:pt x="1836551" y="2551723"/>
                </a:lnTo>
                <a:lnTo>
                  <a:pt x="1836379" y="2552683"/>
                </a:lnTo>
                <a:lnTo>
                  <a:pt x="1836223" y="2553653"/>
                </a:lnTo>
                <a:lnTo>
                  <a:pt x="1836083" y="2554634"/>
                </a:lnTo>
                <a:lnTo>
                  <a:pt x="1835960" y="2555626"/>
                </a:lnTo>
                <a:lnTo>
                  <a:pt x="1835853" y="2556628"/>
                </a:lnTo>
                <a:lnTo>
                  <a:pt x="1835762" y="2557641"/>
                </a:lnTo>
                <a:lnTo>
                  <a:pt x="1835688" y="2558664"/>
                </a:lnTo>
                <a:lnTo>
                  <a:pt x="1835631" y="2559698"/>
                </a:lnTo>
                <a:lnTo>
                  <a:pt x="1835590" y="2560742"/>
                </a:lnTo>
                <a:lnTo>
                  <a:pt x="1835565" y="2561797"/>
                </a:lnTo>
                <a:lnTo>
                  <a:pt x="1835557" y="2562862"/>
                </a:lnTo>
                <a:lnTo>
                  <a:pt x="1835557" y="2565736"/>
                </a:lnTo>
                <a:lnTo>
                  <a:pt x="1835565" y="2566775"/>
                </a:lnTo>
                <a:lnTo>
                  <a:pt x="1835590" y="2567804"/>
                </a:lnTo>
                <a:lnTo>
                  <a:pt x="1835631" y="2568825"/>
                </a:lnTo>
                <a:lnTo>
                  <a:pt x="1835688" y="2569836"/>
                </a:lnTo>
                <a:lnTo>
                  <a:pt x="1835762" y="2570839"/>
                </a:lnTo>
                <a:lnTo>
                  <a:pt x="1835853" y="2571833"/>
                </a:lnTo>
                <a:lnTo>
                  <a:pt x="1835960" y="2572819"/>
                </a:lnTo>
                <a:lnTo>
                  <a:pt x="1836083" y="2573795"/>
                </a:lnTo>
                <a:lnTo>
                  <a:pt x="1836223" y="2574763"/>
                </a:lnTo>
                <a:lnTo>
                  <a:pt x="1836379" y="2575722"/>
                </a:lnTo>
                <a:lnTo>
                  <a:pt x="1836551" y="2576672"/>
                </a:lnTo>
                <a:lnTo>
                  <a:pt x="1836740" y="2577613"/>
                </a:lnTo>
                <a:lnTo>
                  <a:pt x="1836946" y="2578546"/>
                </a:lnTo>
                <a:lnTo>
                  <a:pt x="1837168" y="2579470"/>
                </a:lnTo>
                <a:lnTo>
                  <a:pt x="1837406" y="2580384"/>
                </a:lnTo>
                <a:lnTo>
                  <a:pt x="1837661" y="2581291"/>
                </a:lnTo>
                <a:lnTo>
                  <a:pt x="1837932" y="2582188"/>
                </a:lnTo>
                <a:lnTo>
                  <a:pt x="1838220" y="2583076"/>
                </a:lnTo>
                <a:lnTo>
                  <a:pt x="1838524" y="2583956"/>
                </a:lnTo>
                <a:lnTo>
                  <a:pt x="1838844" y="2584827"/>
                </a:lnTo>
                <a:lnTo>
                  <a:pt x="1839181" y="2585689"/>
                </a:lnTo>
                <a:lnTo>
                  <a:pt x="1839534" y="2586542"/>
                </a:lnTo>
                <a:lnTo>
                  <a:pt x="1839904" y="2587387"/>
                </a:lnTo>
                <a:lnTo>
                  <a:pt x="1840291" y="2588222"/>
                </a:lnTo>
                <a:lnTo>
                  <a:pt x="1840692" y="2589032"/>
                </a:lnTo>
                <a:lnTo>
                  <a:pt x="1841109" y="2589827"/>
                </a:lnTo>
                <a:lnTo>
                  <a:pt x="1841540" y="2590608"/>
                </a:lnTo>
                <a:lnTo>
                  <a:pt x="1841986" y="2591374"/>
                </a:lnTo>
                <a:lnTo>
                  <a:pt x="1842446" y="2592125"/>
                </a:lnTo>
                <a:lnTo>
                  <a:pt x="1842922" y="2592861"/>
                </a:lnTo>
                <a:lnTo>
                  <a:pt x="1843412" y="2593583"/>
                </a:lnTo>
                <a:lnTo>
                  <a:pt x="1843916" y="2594290"/>
                </a:lnTo>
                <a:lnTo>
                  <a:pt x="1844435" y="2594982"/>
                </a:lnTo>
                <a:lnTo>
                  <a:pt x="1844969" y="2595660"/>
                </a:lnTo>
                <a:lnTo>
                  <a:pt x="1845518" y="2596323"/>
                </a:lnTo>
                <a:lnTo>
                  <a:pt x="1846081" y="2596971"/>
                </a:lnTo>
                <a:lnTo>
                  <a:pt x="1846659" y="2597605"/>
                </a:lnTo>
                <a:lnTo>
                  <a:pt x="1847252" y="2598224"/>
                </a:lnTo>
                <a:lnTo>
                  <a:pt x="1847859" y="2598829"/>
                </a:lnTo>
                <a:lnTo>
                  <a:pt x="1848481" y="2599418"/>
                </a:lnTo>
                <a:lnTo>
                  <a:pt x="1849118" y="2599993"/>
                </a:lnTo>
                <a:lnTo>
                  <a:pt x="1849769" y="2600554"/>
                </a:lnTo>
                <a:lnTo>
                  <a:pt x="1850435" y="2601099"/>
                </a:lnTo>
                <a:lnTo>
                  <a:pt x="1851116" y="2601630"/>
                </a:lnTo>
                <a:lnTo>
                  <a:pt x="1851811" y="2602146"/>
                </a:lnTo>
                <a:lnTo>
                  <a:pt x="1852521" y="2602648"/>
                </a:lnTo>
                <a:lnTo>
                  <a:pt x="1853246" y="2603135"/>
                </a:lnTo>
                <a:lnTo>
                  <a:pt x="1853985" y="2603607"/>
                </a:lnTo>
                <a:lnTo>
                  <a:pt x="1854738" y="2604063"/>
                </a:lnTo>
                <a:lnTo>
                  <a:pt x="1855503" y="2604498"/>
                </a:lnTo>
                <a:lnTo>
                  <a:pt x="1856281" y="2604915"/>
                </a:lnTo>
                <a:lnTo>
                  <a:pt x="1857071" y="2605312"/>
                </a:lnTo>
                <a:lnTo>
                  <a:pt x="1857873" y="2605690"/>
                </a:lnTo>
                <a:lnTo>
                  <a:pt x="1858687" y="2606048"/>
                </a:lnTo>
                <a:lnTo>
                  <a:pt x="1859514" y="2606387"/>
                </a:lnTo>
                <a:lnTo>
                  <a:pt x="1860353" y="2606707"/>
                </a:lnTo>
                <a:lnTo>
                  <a:pt x="1861205" y="2607007"/>
                </a:lnTo>
                <a:lnTo>
                  <a:pt x="1862069" y="2607288"/>
                </a:lnTo>
                <a:lnTo>
                  <a:pt x="1862945" y="2607550"/>
                </a:lnTo>
                <a:lnTo>
                  <a:pt x="1863833" y="2607792"/>
                </a:lnTo>
                <a:lnTo>
                  <a:pt x="1864734" y="2608015"/>
                </a:lnTo>
                <a:lnTo>
                  <a:pt x="1865647" y="2608218"/>
                </a:lnTo>
                <a:lnTo>
                  <a:pt x="1866573" y="2608402"/>
                </a:lnTo>
                <a:lnTo>
                  <a:pt x="1867510" y="2608567"/>
                </a:lnTo>
                <a:lnTo>
                  <a:pt x="1868461" y="2608712"/>
                </a:lnTo>
                <a:lnTo>
                  <a:pt x="1869423" y="2608838"/>
                </a:lnTo>
                <a:lnTo>
                  <a:pt x="1870398" y="2608944"/>
                </a:lnTo>
                <a:lnTo>
                  <a:pt x="1871385" y="2609032"/>
                </a:lnTo>
                <a:lnTo>
                  <a:pt x="1872384" y="2609099"/>
                </a:lnTo>
                <a:lnTo>
                  <a:pt x="1873396" y="2609148"/>
                </a:lnTo>
                <a:lnTo>
                  <a:pt x="1874420" y="2609177"/>
                </a:lnTo>
                <a:lnTo>
                  <a:pt x="1875457" y="2609187"/>
                </a:lnTo>
                <a:lnTo>
                  <a:pt x="1876493" y="2609177"/>
                </a:lnTo>
                <a:lnTo>
                  <a:pt x="1877517" y="2609149"/>
                </a:lnTo>
                <a:lnTo>
                  <a:pt x="1878529" y="2609102"/>
                </a:lnTo>
                <a:lnTo>
                  <a:pt x="1879528" y="2609036"/>
                </a:lnTo>
                <a:lnTo>
                  <a:pt x="1880515" y="2608952"/>
                </a:lnTo>
                <a:lnTo>
                  <a:pt x="1881490" y="2608848"/>
                </a:lnTo>
                <a:lnTo>
                  <a:pt x="1882453" y="2608726"/>
                </a:lnTo>
                <a:close/>
                <a:moveTo>
                  <a:pt x="1870108" y="2596579"/>
                </a:moveTo>
                <a:lnTo>
                  <a:pt x="1869389" y="2596394"/>
                </a:lnTo>
                <a:lnTo>
                  <a:pt x="1868681" y="2596184"/>
                </a:lnTo>
                <a:lnTo>
                  <a:pt x="1867984" y="2595950"/>
                </a:lnTo>
                <a:lnTo>
                  <a:pt x="1867298" y="2595691"/>
                </a:lnTo>
                <a:lnTo>
                  <a:pt x="1866623" y="2595408"/>
                </a:lnTo>
                <a:lnTo>
                  <a:pt x="1865959" y="2595099"/>
                </a:lnTo>
                <a:lnTo>
                  <a:pt x="1865307" y="2594767"/>
                </a:lnTo>
                <a:lnTo>
                  <a:pt x="1864665" y="2594409"/>
                </a:lnTo>
                <a:lnTo>
                  <a:pt x="1864035" y="2594027"/>
                </a:lnTo>
                <a:lnTo>
                  <a:pt x="1863416" y="2593620"/>
                </a:lnTo>
                <a:lnTo>
                  <a:pt x="1862808" y="2593189"/>
                </a:lnTo>
                <a:lnTo>
                  <a:pt x="1862212" y="2592733"/>
                </a:lnTo>
                <a:lnTo>
                  <a:pt x="1861626" y="2592252"/>
                </a:lnTo>
                <a:lnTo>
                  <a:pt x="1861052" y="2591746"/>
                </a:lnTo>
                <a:lnTo>
                  <a:pt x="1860488" y="2591216"/>
                </a:lnTo>
                <a:lnTo>
                  <a:pt x="1859936" y="2590661"/>
                </a:lnTo>
                <a:lnTo>
                  <a:pt x="1859395" y="2590082"/>
                </a:lnTo>
                <a:lnTo>
                  <a:pt x="1858885" y="2589467"/>
                </a:lnTo>
                <a:lnTo>
                  <a:pt x="1858396" y="2588832"/>
                </a:lnTo>
                <a:lnTo>
                  <a:pt x="1857929" y="2588177"/>
                </a:lnTo>
                <a:lnTo>
                  <a:pt x="1857484" y="2587504"/>
                </a:lnTo>
                <a:lnTo>
                  <a:pt x="1857060" y="2586811"/>
                </a:lnTo>
                <a:lnTo>
                  <a:pt x="1856658" y="2586098"/>
                </a:lnTo>
                <a:lnTo>
                  <a:pt x="1856278" y="2585367"/>
                </a:lnTo>
                <a:lnTo>
                  <a:pt x="1855920" y="2584616"/>
                </a:lnTo>
                <a:lnTo>
                  <a:pt x="1855583" y="2583845"/>
                </a:lnTo>
                <a:lnTo>
                  <a:pt x="1855268" y="2583055"/>
                </a:lnTo>
                <a:lnTo>
                  <a:pt x="1854975" y="2582246"/>
                </a:lnTo>
                <a:lnTo>
                  <a:pt x="1854704" y="2581417"/>
                </a:lnTo>
                <a:lnTo>
                  <a:pt x="1854454" y="2580569"/>
                </a:lnTo>
                <a:lnTo>
                  <a:pt x="1854226" y="2579702"/>
                </a:lnTo>
                <a:lnTo>
                  <a:pt x="1854019" y="2578815"/>
                </a:lnTo>
                <a:lnTo>
                  <a:pt x="1853835" y="2577909"/>
                </a:lnTo>
                <a:lnTo>
                  <a:pt x="1853672" y="2576984"/>
                </a:lnTo>
                <a:lnTo>
                  <a:pt x="1853531" y="2576039"/>
                </a:lnTo>
                <a:lnTo>
                  <a:pt x="1853411" y="2575075"/>
                </a:lnTo>
                <a:lnTo>
                  <a:pt x="1853313" y="2574091"/>
                </a:lnTo>
                <a:lnTo>
                  <a:pt x="1853237" y="2573088"/>
                </a:lnTo>
                <a:lnTo>
                  <a:pt x="1853183" y="2572066"/>
                </a:lnTo>
                <a:lnTo>
                  <a:pt x="1853150" y="2571024"/>
                </a:lnTo>
                <a:lnTo>
                  <a:pt x="1853140" y="2569963"/>
                </a:lnTo>
                <a:lnTo>
                  <a:pt x="1853140" y="2558636"/>
                </a:lnTo>
                <a:lnTo>
                  <a:pt x="1853150" y="2557575"/>
                </a:lnTo>
                <a:lnTo>
                  <a:pt x="1853183" y="2556534"/>
                </a:lnTo>
                <a:lnTo>
                  <a:pt x="1853237" y="2555513"/>
                </a:lnTo>
                <a:lnTo>
                  <a:pt x="1853313" y="2554512"/>
                </a:lnTo>
                <a:lnTo>
                  <a:pt x="1853411" y="2553531"/>
                </a:lnTo>
                <a:lnTo>
                  <a:pt x="1853531" y="2552570"/>
                </a:lnTo>
                <a:lnTo>
                  <a:pt x="1853672" y="2551629"/>
                </a:lnTo>
                <a:lnTo>
                  <a:pt x="1853835" y="2550708"/>
                </a:lnTo>
                <a:lnTo>
                  <a:pt x="1854019" y="2549807"/>
                </a:lnTo>
                <a:lnTo>
                  <a:pt x="1854226" y="2548926"/>
                </a:lnTo>
                <a:lnTo>
                  <a:pt x="1854454" y="2548065"/>
                </a:lnTo>
                <a:lnTo>
                  <a:pt x="1854704" y="2547223"/>
                </a:lnTo>
                <a:lnTo>
                  <a:pt x="1854975" y="2546402"/>
                </a:lnTo>
                <a:lnTo>
                  <a:pt x="1855268" y="2545601"/>
                </a:lnTo>
                <a:lnTo>
                  <a:pt x="1855583" y="2544820"/>
                </a:lnTo>
                <a:lnTo>
                  <a:pt x="1855920" y="2544058"/>
                </a:lnTo>
                <a:lnTo>
                  <a:pt x="1856278" y="2543317"/>
                </a:lnTo>
                <a:lnTo>
                  <a:pt x="1856658" y="2542595"/>
                </a:lnTo>
                <a:lnTo>
                  <a:pt x="1857060" y="2541894"/>
                </a:lnTo>
                <a:lnTo>
                  <a:pt x="1857484" y="2541212"/>
                </a:lnTo>
                <a:lnTo>
                  <a:pt x="1857929" y="2540551"/>
                </a:lnTo>
                <a:lnTo>
                  <a:pt x="1858396" y="2539909"/>
                </a:lnTo>
                <a:lnTo>
                  <a:pt x="1858885" y="2539287"/>
                </a:lnTo>
                <a:lnTo>
                  <a:pt x="1859395" y="2538686"/>
                </a:lnTo>
                <a:lnTo>
                  <a:pt x="1859936" y="2538092"/>
                </a:lnTo>
                <a:lnTo>
                  <a:pt x="1860488" y="2537524"/>
                </a:lnTo>
                <a:lnTo>
                  <a:pt x="1861052" y="2536982"/>
                </a:lnTo>
                <a:lnTo>
                  <a:pt x="1861626" y="2536464"/>
                </a:lnTo>
                <a:lnTo>
                  <a:pt x="1862212" y="2535972"/>
                </a:lnTo>
                <a:lnTo>
                  <a:pt x="1862808" y="2535505"/>
                </a:lnTo>
                <a:lnTo>
                  <a:pt x="1863416" y="2535063"/>
                </a:lnTo>
                <a:lnTo>
                  <a:pt x="1864035" y="2534647"/>
                </a:lnTo>
                <a:lnTo>
                  <a:pt x="1864665" y="2534256"/>
                </a:lnTo>
                <a:lnTo>
                  <a:pt x="1865307" y="2533890"/>
                </a:lnTo>
                <a:lnTo>
                  <a:pt x="1865959" y="2533549"/>
                </a:lnTo>
                <a:lnTo>
                  <a:pt x="1866623" y="2533233"/>
                </a:lnTo>
                <a:lnTo>
                  <a:pt x="1867298" y="2532943"/>
                </a:lnTo>
                <a:lnTo>
                  <a:pt x="1867984" y="2532678"/>
                </a:lnTo>
                <a:lnTo>
                  <a:pt x="1868681" y="2532438"/>
                </a:lnTo>
                <a:lnTo>
                  <a:pt x="1869389" y="2532224"/>
                </a:lnTo>
                <a:lnTo>
                  <a:pt x="1870108" y="2532034"/>
                </a:lnTo>
                <a:lnTo>
                  <a:pt x="1870839" y="2531870"/>
                </a:lnTo>
                <a:lnTo>
                  <a:pt x="1871581" y="2531731"/>
                </a:lnTo>
                <a:lnTo>
                  <a:pt x="1872334" y="2531618"/>
                </a:lnTo>
                <a:lnTo>
                  <a:pt x="1873098" y="2531529"/>
                </a:lnTo>
                <a:lnTo>
                  <a:pt x="1873873" y="2531466"/>
                </a:lnTo>
                <a:lnTo>
                  <a:pt x="1874659" y="2531428"/>
                </a:lnTo>
                <a:lnTo>
                  <a:pt x="1875457" y="2531416"/>
                </a:lnTo>
                <a:lnTo>
                  <a:pt x="1876268" y="2531428"/>
                </a:lnTo>
                <a:lnTo>
                  <a:pt x="1877066" y="2531466"/>
                </a:lnTo>
                <a:lnTo>
                  <a:pt x="1877853" y="2531529"/>
                </a:lnTo>
                <a:lnTo>
                  <a:pt x="1878627" y="2531618"/>
                </a:lnTo>
                <a:lnTo>
                  <a:pt x="1879388" y="2531731"/>
                </a:lnTo>
                <a:lnTo>
                  <a:pt x="1880138" y="2531870"/>
                </a:lnTo>
                <a:lnTo>
                  <a:pt x="1880875" y="2532034"/>
                </a:lnTo>
                <a:lnTo>
                  <a:pt x="1881599" y="2532224"/>
                </a:lnTo>
                <a:lnTo>
                  <a:pt x="1882312" y="2532438"/>
                </a:lnTo>
                <a:lnTo>
                  <a:pt x="1883012" y="2532678"/>
                </a:lnTo>
                <a:lnTo>
                  <a:pt x="1883700" y="2532943"/>
                </a:lnTo>
                <a:lnTo>
                  <a:pt x="1884375" y="2533233"/>
                </a:lnTo>
                <a:lnTo>
                  <a:pt x="1885038" y="2533549"/>
                </a:lnTo>
                <a:lnTo>
                  <a:pt x="1885689" y="2533890"/>
                </a:lnTo>
                <a:lnTo>
                  <a:pt x="1886327" y="2534256"/>
                </a:lnTo>
                <a:lnTo>
                  <a:pt x="1886953" y="2534647"/>
                </a:lnTo>
                <a:lnTo>
                  <a:pt x="1887567" y="2535063"/>
                </a:lnTo>
                <a:lnTo>
                  <a:pt x="1888168" y="2535505"/>
                </a:lnTo>
                <a:lnTo>
                  <a:pt x="1888758" y="2535972"/>
                </a:lnTo>
                <a:lnTo>
                  <a:pt x="1889334" y="2536464"/>
                </a:lnTo>
                <a:lnTo>
                  <a:pt x="1889899" y="2536982"/>
                </a:lnTo>
                <a:lnTo>
                  <a:pt x="1890451" y="2537524"/>
                </a:lnTo>
                <a:lnTo>
                  <a:pt x="1890991" y="2538092"/>
                </a:lnTo>
                <a:lnTo>
                  <a:pt x="1891518" y="2538686"/>
                </a:lnTo>
                <a:lnTo>
                  <a:pt x="1892028" y="2539287"/>
                </a:lnTo>
                <a:lnTo>
                  <a:pt x="1892517" y="2539909"/>
                </a:lnTo>
                <a:lnTo>
                  <a:pt x="1892984" y="2540551"/>
                </a:lnTo>
                <a:lnTo>
                  <a:pt x="1893429" y="2541212"/>
                </a:lnTo>
                <a:lnTo>
                  <a:pt x="1893853" y="2541894"/>
                </a:lnTo>
                <a:lnTo>
                  <a:pt x="1894255" y="2542595"/>
                </a:lnTo>
                <a:lnTo>
                  <a:pt x="1894635" y="2543317"/>
                </a:lnTo>
                <a:lnTo>
                  <a:pt x="1894993" y="2544058"/>
                </a:lnTo>
                <a:lnTo>
                  <a:pt x="1895330" y="2544820"/>
                </a:lnTo>
                <a:lnTo>
                  <a:pt x="1895645" y="2545601"/>
                </a:lnTo>
                <a:lnTo>
                  <a:pt x="1895938" y="2546402"/>
                </a:lnTo>
                <a:lnTo>
                  <a:pt x="1896210" y="2547223"/>
                </a:lnTo>
                <a:lnTo>
                  <a:pt x="1896459" y="2548065"/>
                </a:lnTo>
                <a:lnTo>
                  <a:pt x="1896687" y="2548926"/>
                </a:lnTo>
                <a:lnTo>
                  <a:pt x="1896894" y="2549807"/>
                </a:lnTo>
                <a:lnTo>
                  <a:pt x="1897078" y="2550708"/>
                </a:lnTo>
                <a:lnTo>
                  <a:pt x="1897241" y="2551629"/>
                </a:lnTo>
                <a:lnTo>
                  <a:pt x="1897383" y="2552570"/>
                </a:lnTo>
                <a:lnTo>
                  <a:pt x="1897502" y="2553531"/>
                </a:lnTo>
                <a:lnTo>
                  <a:pt x="1897600" y="2554512"/>
                </a:lnTo>
                <a:lnTo>
                  <a:pt x="1897676" y="2555513"/>
                </a:lnTo>
                <a:lnTo>
                  <a:pt x="1897730" y="2556534"/>
                </a:lnTo>
                <a:lnTo>
                  <a:pt x="1897763" y="2557575"/>
                </a:lnTo>
                <a:lnTo>
                  <a:pt x="1897774" y="2558636"/>
                </a:lnTo>
                <a:lnTo>
                  <a:pt x="1897774" y="2569963"/>
                </a:lnTo>
                <a:lnTo>
                  <a:pt x="1897763" y="2571024"/>
                </a:lnTo>
                <a:lnTo>
                  <a:pt x="1897730" y="2572066"/>
                </a:lnTo>
                <a:lnTo>
                  <a:pt x="1897676" y="2573088"/>
                </a:lnTo>
                <a:lnTo>
                  <a:pt x="1897600" y="2574091"/>
                </a:lnTo>
                <a:lnTo>
                  <a:pt x="1897502" y="2575075"/>
                </a:lnTo>
                <a:lnTo>
                  <a:pt x="1897383" y="2576039"/>
                </a:lnTo>
                <a:lnTo>
                  <a:pt x="1897241" y="2576984"/>
                </a:lnTo>
                <a:lnTo>
                  <a:pt x="1897078" y="2577909"/>
                </a:lnTo>
                <a:lnTo>
                  <a:pt x="1896894" y="2578815"/>
                </a:lnTo>
                <a:lnTo>
                  <a:pt x="1896687" y="2579702"/>
                </a:lnTo>
                <a:lnTo>
                  <a:pt x="1896459" y="2580569"/>
                </a:lnTo>
                <a:lnTo>
                  <a:pt x="1896210" y="2581417"/>
                </a:lnTo>
                <a:lnTo>
                  <a:pt x="1895938" y="2582246"/>
                </a:lnTo>
                <a:lnTo>
                  <a:pt x="1895645" y="2583055"/>
                </a:lnTo>
                <a:lnTo>
                  <a:pt x="1895330" y="2583845"/>
                </a:lnTo>
                <a:lnTo>
                  <a:pt x="1894993" y="2584616"/>
                </a:lnTo>
                <a:lnTo>
                  <a:pt x="1894635" y="2585367"/>
                </a:lnTo>
                <a:lnTo>
                  <a:pt x="1894255" y="2586098"/>
                </a:lnTo>
                <a:lnTo>
                  <a:pt x="1893853" y="2586811"/>
                </a:lnTo>
                <a:lnTo>
                  <a:pt x="1893429" y="2587504"/>
                </a:lnTo>
                <a:lnTo>
                  <a:pt x="1892984" y="2588177"/>
                </a:lnTo>
                <a:lnTo>
                  <a:pt x="1892517" y="2588832"/>
                </a:lnTo>
                <a:lnTo>
                  <a:pt x="1892028" y="2589467"/>
                </a:lnTo>
                <a:lnTo>
                  <a:pt x="1891518" y="2590082"/>
                </a:lnTo>
                <a:lnTo>
                  <a:pt x="1890991" y="2590661"/>
                </a:lnTo>
                <a:lnTo>
                  <a:pt x="1890451" y="2591216"/>
                </a:lnTo>
                <a:lnTo>
                  <a:pt x="1889899" y="2591746"/>
                </a:lnTo>
                <a:lnTo>
                  <a:pt x="1889334" y="2592252"/>
                </a:lnTo>
                <a:lnTo>
                  <a:pt x="1888758" y="2592733"/>
                </a:lnTo>
                <a:lnTo>
                  <a:pt x="1888168" y="2593189"/>
                </a:lnTo>
                <a:lnTo>
                  <a:pt x="1887567" y="2593620"/>
                </a:lnTo>
                <a:lnTo>
                  <a:pt x="1886953" y="2594027"/>
                </a:lnTo>
                <a:lnTo>
                  <a:pt x="1886327" y="2594409"/>
                </a:lnTo>
                <a:lnTo>
                  <a:pt x="1885689" y="2594767"/>
                </a:lnTo>
                <a:lnTo>
                  <a:pt x="1885038" y="2595099"/>
                </a:lnTo>
                <a:lnTo>
                  <a:pt x="1884375" y="2595408"/>
                </a:lnTo>
                <a:lnTo>
                  <a:pt x="1883700" y="2595691"/>
                </a:lnTo>
                <a:lnTo>
                  <a:pt x="1883012" y="2595950"/>
                </a:lnTo>
                <a:lnTo>
                  <a:pt x="1882312" y="2596184"/>
                </a:lnTo>
                <a:lnTo>
                  <a:pt x="1881599" y="2596394"/>
                </a:lnTo>
                <a:lnTo>
                  <a:pt x="1880875" y="2596579"/>
                </a:lnTo>
                <a:lnTo>
                  <a:pt x="1880138" y="2596739"/>
                </a:lnTo>
                <a:lnTo>
                  <a:pt x="1879388" y="2596875"/>
                </a:lnTo>
                <a:lnTo>
                  <a:pt x="1878627" y="2596986"/>
                </a:lnTo>
                <a:lnTo>
                  <a:pt x="1877853" y="2597072"/>
                </a:lnTo>
                <a:lnTo>
                  <a:pt x="1877066" y="2597134"/>
                </a:lnTo>
                <a:lnTo>
                  <a:pt x="1876268" y="2597171"/>
                </a:lnTo>
                <a:lnTo>
                  <a:pt x="1875457" y="2597183"/>
                </a:lnTo>
                <a:lnTo>
                  <a:pt x="1874659" y="2597171"/>
                </a:lnTo>
                <a:lnTo>
                  <a:pt x="1873873" y="2597134"/>
                </a:lnTo>
                <a:lnTo>
                  <a:pt x="1873098" y="2597072"/>
                </a:lnTo>
                <a:lnTo>
                  <a:pt x="1872334" y="2596986"/>
                </a:lnTo>
                <a:lnTo>
                  <a:pt x="1871581" y="2596875"/>
                </a:lnTo>
                <a:lnTo>
                  <a:pt x="1870839" y="2596739"/>
                </a:lnTo>
                <a:lnTo>
                  <a:pt x="1870108" y="2596579"/>
                </a:lnTo>
                <a:close/>
                <a:moveTo>
                  <a:pt x="2275544" y="2765520"/>
                </a:moveTo>
                <a:lnTo>
                  <a:pt x="2275544" y="2740667"/>
                </a:lnTo>
                <a:lnTo>
                  <a:pt x="2261004" y="2740667"/>
                </a:lnTo>
                <a:lnTo>
                  <a:pt x="2261004" y="2765520"/>
                </a:lnTo>
                <a:lnTo>
                  <a:pt x="2264892" y="2787668"/>
                </a:lnTo>
                <a:lnTo>
                  <a:pt x="2271655" y="2787668"/>
                </a:lnTo>
                <a:lnTo>
                  <a:pt x="2275544" y="2765520"/>
                </a:lnTo>
                <a:close/>
                <a:moveTo>
                  <a:pt x="2300734" y="2765520"/>
                </a:moveTo>
                <a:lnTo>
                  <a:pt x="2300734" y="2740667"/>
                </a:lnTo>
                <a:lnTo>
                  <a:pt x="2286195" y="2740667"/>
                </a:lnTo>
                <a:lnTo>
                  <a:pt x="2286195" y="2765520"/>
                </a:lnTo>
                <a:lnTo>
                  <a:pt x="2290083" y="2787668"/>
                </a:lnTo>
                <a:lnTo>
                  <a:pt x="2296846" y="2787668"/>
                </a:lnTo>
                <a:lnTo>
                  <a:pt x="2300734" y="2765520"/>
                </a:lnTo>
                <a:close/>
                <a:moveTo>
                  <a:pt x="2275544" y="3014672"/>
                </a:moveTo>
                <a:lnTo>
                  <a:pt x="2275544" y="2989819"/>
                </a:lnTo>
                <a:lnTo>
                  <a:pt x="2261004" y="2989819"/>
                </a:lnTo>
                <a:lnTo>
                  <a:pt x="2261004" y="3014672"/>
                </a:lnTo>
                <a:lnTo>
                  <a:pt x="2264892" y="3036820"/>
                </a:lnTo>
                <a:lnTo>
                  <a:pt x="2271655" y="3036820"/>
                </a:lnTo>
                <a:lnTo>
                  <a:pt x="2275544" y="3014672"/>
                </a:lnTo>
                <a:close/>
                <a:moveTo>
                  <a:pt x="2300734" y="3014672"/>
                </a:moveTo>
                <a:lnTo>
                  <a:pt x="2300734" y="2989819"/>
                </a:lnTo>
                <a:lnTo>
                  <a:pt x="2286195" y="2989819"/>
                </a:lnTo>
                <a:lnTo>
                  <a:pt x="2286195" y="3014672"/>
                </a:lnTo>
                <a:lnTo>
                  <a:pt x="2290083" y="3036820"/>
                </a:lnTo>
                <a:lnTo>
                  <a:pt x="2296846" y="3036820"/>
                </a:lnTo>
                <a:lnTo>
                  <a:pt x="2300734" y="3014672"/>
                </a:lnTo>
                <a:close/>
                <a:moveTo>
                  <a:pt x="2807606" y="2018066"/>
                </a:moveTo>
                <a:lnTo>
                  <a:pt x="2807606" y="1993213"/>
                </a:lnTo>
                <a:lnTo>
                  <a:pt x="2793066" y="1993213"/>
                </a:lnTo>
                <a:lnTo>
                  <a:pt x="2793066" y="2018066"/>
                </a:lnTo>
                <a:lnTo>
                  <a:pt x="2796954" y="2040213"/>
                </a:lnTo>
                <a:lnTo>
                  <a:pt x="2803717" y="2040213"/>
                </a:lnTo>
                <a:lnTo>
                  <a:pt x="2807606" y="2018066"/>
                </a:lnTo>
                <a:close/>
                <a:moveTo>
                  <a:pt x="2778526" y="2040213"/>
                </a:moveTo>
                <a:lnTo>
                  <a:pt x="2782415" y="2018066"/>
                </a:lnTo>
                <a:lnTo>
                  <a:pt x="2782415" y="1993213"/>
                </a:lnTo>
                <a:lnTo>
                  <a:pt x="2767875" y="1993213"/>
                </a:lnTo>
                <a:lnTo>
                  <a:pt x="2767875" y="2018066"/>
                </a:lnTo>
                <a:lnTo>
                  <a:pt x="2771763" y="2040213"/>
                </a:lnTo>
                <a:lnTo>
                  <a:pt x="2778526" y="2040213"/>
                </a:lnTo>
                <a:close/>
                <a:moveTo>
                  <a:pt x="2486782" y="1992272"/>
                </a:moveTo>
                <a:lnTo>
                  <a:pt x="2486172" y="1992518"/>
                </a:lnTo>
                <a:lnTo>
                  <a:pt x="2485561" y="1992761"/>
                </a:lnTo>
                <a:lnTo>
                  <a:pt x="2484949" y="1993001"/>
                </a:lnTo>
                <a:lnTo>
                  <a:pt x="2484335" y="1993240"/>
                </a:lnTo>
                <a:lnTo>
                  <a:pt x="2483721" y="1993476"/>
                </a:lnTo>
                <a:lnTo>
                  <a:pt x="2483105" y="1993709"/>
                </a:lnTo>
                <a:lnTo>
                  <a:pt x="2482488" y="1993941"/>
                </a:lnTo>
                <a:lnTo>
                  <a:pt x="2481870" y="1994170"/>
                </a:lnTo>
                <a:lnTo>
                  <a:pt x="2481250" y="1994396"/>
                </a:lnTo>
                <a:lnTo>
                  <a:pt x="2480630" y="1994620"/>
                </a:lnTo>
                <a:lnTo>
                  <a:pt x="2480008" y="1994842"/>
                </a:lnTo>
                <a:lnTo>
                  <a:pt x="2479385" y="1995062"/>
                </a:lnTo>
                <a:lnTo>
                  <a:pt x="2478761" y="1995279"/>
                </a:lnTo>
                <a:lnTo>
                  <a:pt x="2478136" y="1995494"/>
                </a:lnTo>
                <a:lnTo>
                  <a:pt x="2477510" y="1995706"/>
                </a:lnTo>
                <a:lnTo>
                  <a:pt x="2476882" y="1995917"/>
                </a:lnTo>
                <a:lnTo>
                  <a:pt x="2476254" y="1996124"/>
                </a:lnTo>
                <a:lnTo>
                  <a:pt x="2475624" y="1996330"/>
                </a:lnTo>
                <a:lnTo>
                  <a:pt x="2474993" y="1996533"/>
                </a:lnTo>
                <a:lnTo>
                  <a:pt x="2474360" y="1996734"/>
                </a:lnTo>
                <a:lnTo>
                  <a:pt x="2473727" y="1996932"/>
                </a:lnTo>
                <a:lnTo>
                  <a:pt x="2473108" y="1997114"/>
                </a:lnTo>
                <a:lnTo>
                  <a:pt x="2472492" y="1997294"/>
                </a:lnTo>
                <a:lnTo>
                  <a:pt x="2471878" y="1997471"/>
                </a:lnTo>
                <a:lnTo>
                  <a:pt x="2471266" y="1997646"/>
                </a:lnTo>
                <a:lnTo>
                  <a:pt x="2470657" y="1997819"/>
                </a:lnTo>
                <a:lnTo>
                  <a:pt x="2470050" y="1997989"/>
                </a:lnTo>
                <a:lnTo>
                  <a:pt x="2469445" y="1998157"/>
                </a:lnTo>
                <a:lnTo>
                  <a:pt x="2468843" y="1998322"/>
                </a:lnTo>
                <a:lnTo>
                  <a:pt x="2468243" y="1998486"/>
                </a:lnTo>
                <a:lnTo>
                  <a:pt x="2467645" y="1998646"/>
                </a:lnTo>
                <a:lnTo>
                  <a:pt x="2467050" y="1998805"/>
                </a:lnTo>
                <a:lnTo>
                  <a:pt x="2466457" y="1998961"/>
                </a:lnTo>
                <a:lnTo>
                  <a:pt x="2465867" y="1999115"/>
                </a:lnTo>
                <a:lnTo>
                  <a:pt x="2465278" y="1999266"/>
                </a:lnTo>
                <a:lnTo>
                  <a:pt x="2464693" y="1999415"/>
                </a:lnTo>
                <a:lnTo>
                  <a:pt x="2464109" y="1999562"/>
                </a:lnTo>
                <a:lnTo>
                  <a:pt x="2463528" y="1999707"/>
                </a:lnTo>
                <a:lnTo>
                  <a:pt x="2462949" y="1999849"/>
                </a:lnTo>
                <a:lnTo>
                  <a:pt x="2462373" y="1999988"/>
                </a:lnTo>
                <a:lnTo>
                  <a:pt x="2461799" y="2000126"/>
                </a:lnTo>
                <a:lnTo>
                  <a:pt x="2461227" y="2000261"/>
                </a:lnTo>
                <a:lnTo>
                  <a:pt x="2460657" y="2000393"/>
                </a:lnTo>
                <a:lnTo>
                  <a:pt x="2460090" y="2000524"/>
                </a:lnTo>
                <a:lnTo>
                  <a:pt x="2459525" y="2000652"/>
                </a:lnTo>
                <a:lnTo>
                  <a:pt x="2458964" y="2000763"/>
                </a:lnTo>
                <a:lnTo>
                  <a:pt x="2458407" y="2000871"/>
                </a:lnTo>
                <a:lnTo>
                  <a:pt x="2457853" y="2000977"/>
                </a:lnTo>
                <a:lnTo>
                  <a:pt x="2457304" y="2001079"/>
                </a:lnTo>
                <a:lnTo>
                  <a:pt x="2456759" y="2001179"/>
                </a:lnTo>
                <a:lnTo>
                  <a:pt x="2456218" y="2001275"/>
                </a:lnTo>
                <a:lnTo>
                  <a:pt x="2455681" y="2001369"/>
                </a:lnTo>
                <a:lnTo>
                  <a:pt x="2455148" y="2001459"/>
                </a:lnTo>
                <a:lnTo>
                  <a:pt x="2454620" y="2001547"/>
                </a:lnTo>
                <a:lnTo>
                  <a:pt x="2454095" y="2001632"/>
                </a:lnTo>
                <a:lnTo>
                  <a:pt x="2453575" y="2001714"/>
                </a:lnTo>
                <a:lnTo>
                  <a:pt x="2453059" y="2001793"/>
                </a:lnTo>
                <a:lnTo>
                  <a:pt x="2452546" y="2001869"/>
                </a:lnTo>
                <a:lnTo>
                  <a:pt x="2452038" y="2001942"/>
                </a:lnTo>
                <a:lnTo>
                  <a:pt x="2451534" y="2002012"/>
                </a:lnTo>
                <a:lnTo>
                  <a:pt x="2451034" y="2002079"/>
                </a:lnTo>
                <a:lnTo>
                  <a:pt x="2450539" y="2002144"/>
                </a:lnTo>
                <a:lnTo>
                  <a:pt x="2450047" y="2002205"/>
                </a:lnTo>
                <a:lnTo>
                  <a:pt x="2449560" y="2002263"/>
                </a:lnTo>
                <a:lnTo>
                  <a:pt x="2449076" y="2002319"/>
                </a:lnTo>
                <a:lnTo>
                  <a:pt x="2448597" y="2002371"/>
                </a:lnTo>
                <a:lnTo>
                  <a:pt x="2448122" y="2002421"/>
                </a:lnTo>
                <a:lnTo>
                  <a:pt x="2447651" y="2002468"/>
                </a:lnTo>
                <a:lnTo>
                  <a:pt x="2447184" y="2002511"/>
                </a:lnTo>
                <a:lnTo>
                  <a:pt x="2447184" y="2012825"/>
                </a:lnTo>
                <a:lnTo>
                  <a:pt x="2477785" y="2012825"/>
                </a:lnTo>
                <a:lnTo>
                  <a:pt x="2477785" y="2095160"/>
                </a:lnTo>
                <a:lnTo>
                  <a:pt x="2447184" y="2095160"/>
                </a:lnTo>
                <a:lnTo>
                  <a:pt x="2447184" y="2109193"/>
                </a:lnTo>
                <a:lnTo>
                  <a:pt x="2525124" y="2109193"/>
                </a:lnTo>
                <a:lnTo>
                  <a:pt x="2525124" y="2095160"/>
                </a:lnTo>
                <a:lnTo>
                  <a:pt x="2494860" y="2095160"/>
                </a:lnTo>
                <a:lnTo>
                  <a:pt x="2494860" y="1991522"/>
                </a:lnTo>
                <a:lnTo>
                  <a:pt x="2488605" y="1991522"/>
                </a:lnTo>
                <a:lnTo>
                  <a:pt x="2487999" y="1991774"/>
                </a:lnTo>
                <a:lnTo>
                  <a:pt x="2487391" y="1992025"/>
                </a:lnTo>
                <a:lnTo>
                  <a:pt x="2486782" y="1992272"/>
                </a:lnTo>
                <a:close/>
                <a:moveTo>
                  <a:pt x="2564951" y="2093533"/>
                </a:moveTo>
                <a:lnTo>
                  <a:pt x="2564989" y="2093374"/>
                </a:lnTo>
                <a:lnTo>
                  <a:pt x="2565029" y="2093216"/>
                </a:lnTo>
                <a:lnTo>
                  <a:pt x="2565070" y="2093056"/>
                </a:lnTo>
                <a:lnTo>
                  <a:pt x="2565113" y="2092896"/>
                </a:lnTo>
                <a:lnTo>
                  <a:pt x="2565158" y="2092736"/>
                </a:lnTo>
                <a:lnTo>
                  <a:pt x="2565205" y="2092575"/>
                </a:lnTo>
                <a:lnTo>
                  <a:pt x="2565253" y="2092413"/>
                </a:lnTo>
                <a:lnTo>
                  <a:pt x="2565303" y="2092250"/>
                </a:lnTo>
                <a:lnTo>
                  <a:pt x="2565355" y="2092088"/>
                </a:lnTo>
                <a:lnTo>
                  <a:pt x="2565409" y="2091924"/>
                </a:lnTo>
                <a:lnTo>
                  <a:pt x="2565465" y="2091760"/>
                </a:lnTo>
                <a:lnTo>
                  <a:pt x="2565522" y="2091595"/>
                </a:lnTo>
                <a:lnTo>
                  <a:pt x="2565581" y="2091430"/>
                </a:lnTo>
                <a:lnTo>
                  <a:pt x="2565642" y="2091264"/>
                </a:lnTo>
                <a:lnTo>
                  <a:pt x="2565704" y="2091098"/>
                </a:lnTo>
                <a:lnTo>
                  <a:pt x="2565768" y="2090931"/>
                </a:lnTo>
                <a:lnTo>
                  <a:pt x="2565834" y="2090763"/>
                </a:lnTo>
                <a:lnTo>
                  <a:pt x="2565902" y="2090595"/>
                </a:lnTo>
                <a:lnTo>
                  <a:pt x="2565972" y="2090426"/>
                </a:lnTo>
                <a:lnTo>
                  <a:pt x="2566044" y="2090257"/>
                </a:lnTo>
                <a:lnTo>
                  <a:pt x="2566121" y="2090087"/>
                </a:lnTo>
                <a:lnTo>
                  <a:pt x="2566202" y="2089916"/>
                </a:lnTo>
                <a:lnTo>
                  <a:pt x="2566286" y="2089745"/>
                </a:lnTo>
                <a:lnTo>
                  <a:pt x="2566375" y="2089574"/>
                </a:lnTo>
                <a:lnTo>
                  <a:pt x="2566468" y="2089401"/>
                </a:lnTo>
                <a:lnTo>
                  <a:pt x="2566566" y="2089228"/>
                </a:lnTo>
                <a:lnTo>
                  <a:pt x="2566667" y="2089055"/>
                </a:lnTo>
                <a:lnTo>
                  <a:pt x="2566772" y="2088881"/>
                </a:lnTo>
                <a:lnTo>
                  <a:pt x="2566882" y="2088706"/>
                </a:lnTo>
                <a:lnTo>
                  <a:pt x="2566995" y="2088531"/>
                </a:lnTo>
                <a:lnTo>
                  <a:pt x="2567113" y="2088355"/>
                </a:lnTo>
                <a:lnTo>
                  <a:pt x="2567235" y="2088179"/>
                </a:lnTo>
                <a:lnTo>
                  <a:pt x="2567361" y="2088002"/>
                </a:lnTo>
                <a:lnTo>
                  <a:pt x="2567491" y="2087824"/>
                </a:lnTo>
                <a:lnTo>
                  <a:pt x="2567625" y="2087646"/>
                </a:lnTo>
                <a:lnTo>
                  <a:pt x="2567763" y="2087467"/>
                </a:lnTo>
                <a:lnTo>
                  <a:pt x="2567905" y="2087288"/>
                </a:lnTo>
                <a:lnTo>
                  <a:pt x="2568052" y="2087108"/>
                </a:lnTo>
                <a:lnTo>
                  <a:pt x="2568202" y="2086927"/>
                </a:lnTo>
                <a:lnTo>
                  <a:pt x="2568357" y="2086746"/>
                </a:lnTo>
                <a:lnTo>
                  <a:pt x="2568516" y="2086565"/>
                </a:lnTo>
                <a:lnTo>
                  <a:pt x="2568679" y="2086382"/>
                </a:lnTo>
                <a:lnTo>
                  <a:pt x="2568846" y="2086199"/>
                </a:lnTo>
                <a:lnTo>
                  <a:pt x="2569018" y="2086002"/>
                </a:lnTo>
                <a:lnTo>
                  <a:pt x="2569196" y="2085804"/>
                </a:lnTo>
                <a:lnTo>
                  <a:pt x="2569380" y="2085605"/>
                </a:lnTo>
                <a:lnTo>
                  <a:pt x="2569569" y="2085406"/>
                </a:lnTo>
                <a:lnTo>
                  <a:pt x="2569765" y="2085206"/>
                </a:lnTo>
                <a:lnTo>
                  <a:pt x="2569966" y="2085005"/>
                </a:lnTo>
                <a:lnTo>
                  <a:pt x="2570173" y="2084804"/>
                </a:lnTo>
                <a:lnTo>
                  <a:pt x="2570386" y="2084603"/>
                </a:lnTo>
                <a:lnTo>
                  <a:pt x="2570605" y="2084400"/>
                </a:lnTo>
                <a:lnTo>
                  <a:pt x="2570830" y="2084198"/>
                </a:lnTo>
                <a:lnTo>
                  <a:pt x="2571061" y="2083994"/>
                </a:lnTo>
                <a:lnTo>
                  <a:pt x="2571297" y="2083790"/>
                </a:lnTo>
                <a:lnTo>
                  <a:pt x="2571540" y="2083586"/>
                </a:lnTo>
                <a:lnTo>
                  <a:pt x="2571788" y="2083381"/>
                </a:lnTo>
                <a:lnTo>
                  <a:pt x="2572042" y="2083175"/>
                </a:lnTo>
                <a:lnTo>
                  <a:pt x="2572302" y="2082968"/>
                </a:lnTo>
                <a:lnTo>
                  <a:pt x="2572568" y="2082762"/>
                </a:lnTo>
                <a:lnTo>
                  <a:pt x="2572840" y="2082554"/>
                </a:lnTo>
                <a:lnTo>
                  <a:pt x="2573118" y="2082346"/>
                </a:lnTo>
                <a:lnTo>
                  <a:pt x="2573401" y="2082137"/>
                </a:lnTo>
                <a:lnTo>
                  <a:pt x="2573691" y="2081928"/>
                </a:lnTo>
                <a:lnTo>
                  <a:pt x="2573986" y="2081718"/>
                </a:lnTo>
                <a:lnTo>
                  <a:pt x="2574287" y="2081508"/>
                </a:lnTo>
                <a:lnTo>
                  <a:pt x="2574594" y="2081297"/>
                </a:lnTo>
                <a:lnTo>
                  <a:pt x="2603166" y="2062699"/>
                </a:lnTo>
                <a:lnTo>
                  <a:pt x="2603685" y="2062346"/>
                </a:lnTo>
                <a:lnTo>
                  <a:pt x="2604200" y="2061990"/>
                </a:lnTo>
                <a:lnTo>
                  <a:pt x="2604709" y="2061632"/>
                </a:lnTo>
                <a:lnTo>
                  <a:pt x="2605214" y="2061272"/>
                </a:lnTo>
                <a:lnTo>
                  <a:pt x="2605714" y="2060909"/>
                </a:lnTo>
                <a:lnTo>
                  <a:pt x="2606210" y="2060544"/>
                </a:lnTo>
                <a:lnTo>
                  <a:pt x="2606700" y="2060176"/>
                </a:lnTo>
                <a:lnTo>
                  <a:pt x="2607186" y="2059806"/>
                </a:lnTo>
                <a:lnTo>
                  <a:pt x="2607668" y="2059434"/>
                </a:lnTo>
                <a:lnTo>
                  <a:pt x="2608144" y="2059060"/>
                </a:lnTo>
                <a:lnTo>
                  <a:pt x="2608616" y="2058683"/>
                </a:lnTo>
                <a:lnTo>
                  <a:pt x="2609084" y="2058303"/>
                </a:lnTo>
                <a:lnTo>
                  <a:pt x="2609546" y="2057922"/>
                </a:lnTo>
                <a:lnTo>
                  <a:pt x="2610004" y="2057538"/>
                </a:lnTo>
                <a:lnTo>
                  <a:pt x="2610457" y="2057152"/>
                </a:lnTo>
                <a:lnTo>
                  <a:pt x="2610906" y="2056763"/>
                </a:lnTo>
                <a:lnTo>
                  <a:pt x="2611350" y="2056372"/>
                </a:lnTo>
                <a:lnTo>
                  <a:pt x="2611789" y="2055979"/>
                </a:lnTo>
                <a:lnTo>
                  <a:pt x="2612223" y="2055583"/>
                </a:lnTo>
                <a:lnTo>
                  <a:pt x="2612653" y="2055185"/>
                </a:lnTo>
                <a:lnTo>
                  <a:pt x="2613078" y="2054785"/>
                </a:lnTo>
                <a:lnTo>
                  <a:pt x="2613498" y="2054382"/>
                </a:lnTo>
                <a:lnTo>
                  <a:pt x="2613914" y="2053977"/>
                </a:lnTo>
                <a:lnTo>
                  <a:pt x="2614325" y="2053570"/>
                </a:lnTo>
                <a:lnTo>
                  <a:pt x="2614744" y="2053158"/>
                </a:lnTo>
                <a:lnTo>
                  <a:pt x="2615155" y="2052742"/>
                </a:lnTo>
                <a:lnTo>
                  <a:pt x="2615558" y="2052320"/>
                </a:lnTo>
                <a:lnTo>
                  <a:pt x="2615954" y="2051893"/>
                </a:lnTo>
                <a:lnTo>
                  <a:pt x="2616343" y="2051461"/>
                </a:lnTo>
                <a:lnTo>
                  <a:pt x="2616724" y="2051023"/>
                </a:lnTo>
                <a:lnTo>
                  <a:pt x="2617097" y="2050580"/>
                </a:lnTo>
                <a:lnTo>
                  <a:pt x="2617462" y="2050132"/>
                </a:lnTo>
                <a:lnTo>
                  <a:pt x="2617820" y="2049678"/>
                </a:lnTo>
                <a:lnTo>
                  <a:pt x="2618170" y="2049220"/>
                </a:lnTo>
                <a:lnTo>
                  <a:pt x="2618513" y="2048756"/>
                </a:lnTo>
                <a:lnTo>
                  <a:pt x="2618847" y="2048286"/>
                </a:lnTo>
                <a:lnTo>
                  <a:pt x="2619175" y="2047812"/>
                </a:lnTo>
                <a:lnTo>
                  <a:pt x="2619494" y="2047332"/>
                </a:lnTo>
                <a:lnTo>
                  <a:pt x="2619806" y="2046847"/>
                </a:lnTo>
                <a:lnTo>
                  <a:pt x="2620111" y="2046356"/>
                </a:lnTo>
                <a:lnTo>
                  <a:pt x="2620408" y="2045860"/>
                </a:lnTo>
                <a:lnTo>
                  <a:pt x="2620697" y="2045359"/>
                </a:lnTo>
                <a:lnTo>
                  <a:pt x="2620978" y="2044853"/>
                </a:lnTo>
                <a:lnTo>
                  <a:pt x="2621252" y="2044341"/>
                </a:lnTo>
                <a:lnTo>
                  <a:pt x="2621518" y="2043825"/>
                </a:lnTo>
                <a:lnTo>
                  <a:pt x="2621777" y="2043302"/>
                </a:lnTo>
                <a:lnTo>
                  <a:pt x="2622028" y="2042775"/>
                </a:lnTo>
                <a:lnTo>
                  <a:pt x="2622271" y="2042242"/>
                </a:lnTo>
                <a:lnTo>
                  <a:pt x="2622519" y="2041689"/>
                </a:lnTo>
                <a:lnTo>
                  <a:pt x="2622757" y="2041128"/>
                </a:lnTo>
                <a:lnTo>
                  <a:pt x="2622984" y="2040559"/>
                </a:lnTo>
                <a:lnTo>
                  <a:pt x="2623201" y="2039983"/>
                </a:lnTo>
                <a:lnTo>
                  <a:pt x="2623407" y="2039399"/>
                </a:lnTo>
                <a:lnTo>
                  <a:pt x="2623602" y="2038808"/>
                </a:lnTo>
                <a:lnTo>
                  <a:pt x="2623787" y="2038209"/>
                </a:lnTo>
                <a:lnTo>
                  <a:pt x="2623962" y="2037602"/>
                </a:lnTo>
                <a:lnTo>
                  <a:pt x="2624126" y="2036988"/>
                </a:lnTo>
                <a:lnTo>
                  <a:pt x="2624279" y="2036366"/>
                </a:lnTo>
                <a:lnTo>
                  <a:pt x="2624421" y="2035736"/>
                </a:lnTo>
                <a:lnTo>
                  <a:pt x="2624554" y="2035099"/>
                </a:lnTo>
                <a:lnTo>
                  <a:pt x="2624675" y="2034454"/>
                </a:lnTo>
                <a:lnTo>
                  <a:pt x="2624786" y="2033802"/>
                </a:lnTo>
                <a:lnTo>
                  <a:pt x="2624886" y="2033142"/>
                </a:lnTo>
                <a:lnTo>
                  <a:pt x="2624976" y="2032474"/>
                </a:lnTo>
                <a:lnTo>
                  <a:pt x="2625056" y="2031798"/>
                </a:lnTo>
                <a:lnTo>
                  <a:pt x="2625124" y="2031115"/>
                </a:lnTo>
                <a:lnTo>
                  <a:pt x="2625182" y="2030425"/>
                </a:lnTo>
                <a:lnTo>
                  <a:pt x="2625230" y="2029727"/>
                </a:lnTo>
                <a:lnTo>
                  <a:pt x="2625267" y="2029021"/>
                </a:lnTo>
                <a:lnTo>
                  <a:pt x="2625293" y="2028307"/>
                </a:lnTo>
                <a:lnTo>
                  <a:pt x="2625309" y="2027586"/>
                </a:lnTo>
                <a:lnTo>
                  <a:pt x="2625314" y="2026857"/>
                </a:lnTo>
                <a:lnTo>
                  <a:pt x="2625306" y="2025988"/>
                </a:lnTo>
                <a:lnTo>
                  <a:pt x="2625282" y="2025128"/>
                </a:lnTo>
                <a:lnTo>
                  <a:pt x="2625241" y="2024276"/>
                </a:lnTo>
                <a:lnTo>
                  <a:pt x="2625183" y="2023433"/>
                </a:lnTo>
                <a:lnTo>
                  <a:pt x="2625109" y="2022600"/>
                </a:lnTo>
                <a:lnTo>
                  <a:pt x="2625019" y="2021775"/>
                </a:lnTo>
                <a:lnTo>
                  <a:pt x="2624912" y="2020958"/>
                </a:lnTo>
                <a:lnTo>
                  <a:pt x="2624788" y="2020151"/>
                </a:lnTo>
                <a:lnTo>
                  <a:pt x="2624649" y="2019352"/>
                </a:lnTo>
                <a:lnTo>
                  <a:pt x="2624493" y="2018562"/>
                </a:lnTo>
                <a:lnTo>
                  <a:pt x="2624320" y="2017781"/>
                </a:lnTo>
                <a:lnTo>
                  <a:pt x="2624131" y="2017009"/>
                </a:lnTo>
                <a:lnTo>
                  <a:pt x="2623925" y="2016245"/>
                </a:lnTo>
                <a:lnTo>
                  <a:pt x="2623704" y="2015491"/>
                </a:lnTo>
                <a:lnTo>
                  <a:pt x="2623465" y="2014745"/>
                </a:lnTo>
                <a:lnTo>
                  <a:pt x="2623210" y="2014008"/>
                </a:lnTo>
                <a:lnTo>
                  <a:pt x="2622939" y="2013280"/>
                </a:lnTo>
                <a:lnTo>
                  <a:pt x="2622651" y="2012560"/>
                </a:lnTo>
                <a:lnTo>
                  <a:pt x="2622347" y="2011850"/>
                </a:lnTo>
                <a:lnTo>
                  <a:pt x="2622027" y="2011148"/>
                </a:lnTo>
                <a:lnTo>
                  <a:pt x="2621690" y="2010455"/>
                </a:lnTo>
                <a:lnTo>
                  <a:pt x="2621336" y="2009771"/>
                </a:lnTo>
                <a:lnTo>
                  <a:pt x="2620967" y="2009095"/>
                </a:lnTo>
                <a:lnTo>
                  <a:pt x="2620580" y="2008429"/>
                </a:lnTo>
                <a:lnTo>
                  <a:pt x="2620193" y="2007773"/>
                </a:lnTo>
                <a:lnTo>
                  <a:pt x="2619791" y="2007129"/>
                </a:lnTo>
                <a:lnTo>
                  <a:pt x="2619376" y="2006498"/>
                </a:lnTo>
                <a:lnTo>
                  <a:pt x="2618946" y="2005879"/>
                </a:lnTo>
                <a:lnTo>
                  <a:pt x="2618502" y="2005272"/>
                </a:lnTo>
                <a:lnTo>
                  <a:pt x="2618044" y="2004677"/>
                </a:lnTo>
                <a:lnTo>
                  <a:pt x="2617572" y="2004095"/>
                </a:lnTo>
                <a:lnTo>
                  <a:pt x="2617086" y="2003526"/>
                </a:lnTo>
                <a:lnTo>
                  <a:pt x="2616586" y="2002968"/>
                </a:lnTo>
                <a:lnTo>
                  <a:pt x="2616072" y="2002423"/>
                </a:lnTo>
                <a:lnTo>
                  <a:pt x="2615544" y="2001890"/>
                </a:lnTo>
                <a:lnTo>
                  <a:pt x="2615001" y="2001370"/>
                </a:lnTo>
                <a:lnTo>
                  <a:pt x="2614445" y="2000862"/>
                </a:lnTo>
                <a:lnTo>
                  <a:pt x="2613874" y="2000366"/>
                </a:lnTo>
                <a:lnTo>
                  <a:pt x="2613289" y="1999883"/>
                </a:lnTo>
                <a:lnTo>
                  <a:pt x="2612691" y="1999412"/>
                </a:lnTo>
                <a:lnTo>
                  <a:pt x="2612078" y="1998953"/>
                </a:lnTo>
                <a:lnTo>
                  <a:pt x="2611451" y="1998507"/>
                </a:lnTo>
                <a:lnTo>
                  <a:pt x="2610810" y="1998072"/>
                </a:lnTo>
                <a:lnTo>
                  <a:pt x="2610155" y="1997651"/>
                </a:lnTo>
                <a:lnTo>
                  <a:pt x="2609485" y="1997241"/>
                </a:lnTo>
                <a:lnTo>
                  <a:pt x="2608802" y="1996844"/>
                </a:lnTo>
                <a:lnTo>
                  <a:pt x="2608105" y="1996459"/>
                </a:lnTo>
                <a:lnTo>
                  <a:pt x="2607393" y="1996087"/>
                </a:lnTo>
                <a:lnTo>
                  <a:pt x="2606683" y="1995714"/>
                </a:lnTo>
                <a:lnTo>
                  <a:pt x="2605962" y="1995358"/>
                </a:lnTo>
                <a:lnTo>
                  <a:pt x="2605230" y="1995017"/>
                </a:lnTo>
                <a:lnTo>
                  <a:pt x="2604486" y="1994692"/>
                </a:lnTo>
                <a:lnTo>
                  <a:pt x="2603732" y="1994383"/>
                </a:lnTo>
                <a:lnTo>
                  <a:pt x="2602966" y="1994090"/>
                </a:lnTo>
                <a:lnTo>
                  <a:pt x="2602189" y="1993812"/>
                </a:lnTo>
                <a:lnTo>
                  <a:pt x="2601401" y="1993551"/>
                </a:lnTo>
                <a:lnTo>
                  <a:pt x="2600601" y="1993305"/>
                </a:lnTo>
                <a:lnTo>
                  <a:pt x="2599791" y="1993075"/>
                </a:lnTo>
                <a:lnTo>
                  <a:pt x="2598969" y="1992861"/>
                </a:lnTo>
                <a:lnTo>
                  <a:pt x="2598137" y="1992663"/>
                </a:lnTo>
                <a:lnTo>
                  <a:pt x="2597293" y="1992481"/>
                </a:lnTo>
                <a:lnTo>
                  <a:pt x="2596438" y="1992314"/>
                </a:lnTo>
                <a:lnTo>
                  <a:pt x="2595572" y="1992164"/>
                </a:lnTo>
                <a:lnTo>
                  <a:pt x="2594694" y="1992029"/>
                </a:lnTo>
                <a:lnTo>
                  <a:pt x="2593806" y="1991910"/>
                </a:lnTo>
                <a:lnTo>
                  <a:pt x="2592906" y="1991807"/>
                </a:lnTo>
                <a:lnTo>
                  <a:pt x="2591995" y="1991720"/>
                </a:lnTo>
                <a:lnTo>
                  <a:pt x="2591073" y="1991649"/>
                </a:lnTo>
                <a:lnTo>
                  <a:pt x="2590140" y="1991593"/>
                </a:lnTo>
                <a:lnTo>
                  <a:pt x="2589196" y="1991554"/>
                </a:lnTo>
                <a:lnTo>
                  <a:pt x="2588241" y="1991530"/>
                </a:lnTo>
                <a:lnTo>
                  <a:pt x="2587274" y="1991522"/>
                </a:lnTo>
                <a:lnTo>
                  <a:pt x="2585414" y="1991522"/>
                </a:lnTo>
                <a:lnTo>
                  <a:pt x="2584447" y="1991531"/>
                </a:lnTo>
                <a:lnTo>
                  <a:pt x="2583488" y="1991556"/>
                </a:lnTo>
                <a:lnTo>
                  <a:pt x="2582538" y="1991599"/>
                </a:lnTo>
                <a:lnTo>
                  <a:pt x="2581596" y="1991658"/>
                </a:lnTo>
                <a:lnTo>
                  <a:pt x="2580664" y="1991735"/>
                </a:lnTo>
                <a:lnTo>
                  <a:pt x="2579740" y="1991828"/>
                </a:lnTo>
                <a:lnTo>
                  <a:pt x="2578825" y="1991939"/>
                </a:lnTo>
                <a:lnTo>
                  <a:pt x="2577919" y="1992067"/>
                </a:lnTo>
                <a:lnTo>
                  <a:pt x="2577022" y="1992211"/>
                </a:lnTo>
                <a:lnTo>
                  <a:pt x="2576133" y="1992373"/>
                </a:lnTo>
                <a:lnTo>
                  <a:pt x="2575254" y="1992552"/>
                </a:lnTo>
                <a:lnTo>
                  <a:pt x="2574383" y="1992748"/>
                </a:lnTo>
                <a:lnTo>
                  <a:pt x="2573521" y="1992961"/>
                </a:lnTo>
                <a:lnTo>
                  <a:pt x="2572667" y="1993190"/>
                </a:lnTo>
                <a:lnTo>
                  <a:pt x="2571823" y="1993437"/>
                </a:lnTo>
                <a:lnTo>
                  <a:pt x="2570987" y="1993701"/>
                </a:lnTo>
                <a:lnTo>
                  <a:pt x="2570160" y="1993982"/>
                </a:lnTo>
                <a:lnTo>
                  <a:pt x="2569342" y="1994280"/>
                </a:lnTo>
                <a:lnTo>
                  <a:pt x="2568533" y="1994595"/>
                </a:lnTo>
                <a:lnTo>
                  <a:pt x="2567733" y="1994927"/>
                </a:lnTo>
                <a:lnTo>
                  <a:pt x="2566941" y="1995276"/>
                </a:lnTo>
                <a:lnTo>
                  <a:pt x="2566158" y="1995642"/>
                </a:lnTo>
                <a:lnTo>
                  <a:pt x="2565384" y="1996025"/>
                </a:lnTo>
                <a:lnTo>
                  <a:pt x="2564619" y="1996425"/>
                </a:lnTo>
                <a:lnTo>
                  <a:pt x="2563879" y="1996840"/>
                </a:lnTo>
                <a:lnTo>
                  <a:pt x="2563153" y="1997269"/>
                </a:lnTo>
                <a:lnTo>
                  <a:pt x="2562440" y="1997711"/>
                </a:lnTo>
                <a:lnTo>
                  <a:pt x="2561740" y="1998167"/>
                </a:lnTo>
                <a:lnTo>
                  <a:pt x="2561054" y="1998637"/>
                </a:lnTo>
                <a:lnTo>
                  <a:pt x="2560382" y="1999119"/>
                </a:lnTo>
                <a:lnTo>
                  <a:pt x="2559723" y="1999616"/>
                </a:lnTo>
                <a:lnTo>
                  <a:pt x="2559078" y="2000126"/>
                </a:lnTo>
                <a:lnTo>
                  <a:pt x="2558446" y="2000649"/>
                </a:lnTo>
                <a:lnTo>
                  <a:pt x="2557827" y="2001186"/>
                </a:lnTo>
                <a:lnTo>
                  <a:pt x="2557222" y="2001736"/>
                </a:lnTo>
                <a:lnTo>
                  <a:pt x="2556631" y="2002300"/>
                </a:lnTo>
                <a:lnTo>
                  <a:pt x="2556053" y="2002877"/>
                </a:lnTo>
                <a:lnTo>
                  <a:pt x="2555488" y="2003468"/>
                </a:lnTo>
                <a:lnTo>
                  <a:pt x="2554937" y="2004073"/>
                </a:lnTo>
                <a:lnTo>
                  <a:pt x="2554400" y="2004690"/>
                </a:lnTo>
                <a:lnTo>
                  <a:pt x="2553876" y="2005322"/>
                </a:lnTo>
                <a:lnTo>
                  <a:pt x="2553366" y="2005967"/>
                </a:lnTo>
                <a:lnTo>
                  <a:pt x="2552869" y="2006625"/>
                </a:lnTo>
                <a:lnTo>
                  <a:pt x="2552385" y="2007297"/>
                </a:lnTo>
                <a:lnTo>
                  <a:pt x="2551915" y="2007982"/>
                </a:lnTo>
                <a:lnTo>
                  <a:pt x="2551459" y="2008681"/>
                </a:lnTo>
                <a:lnTo>
                  <a:pt x="2551016" y="2009394"/>
                </a:lnTo>
                <a:lnTo>
                  <a:pt x="2550587" y="2010119"/>
                </a:lnTo>
                <a:lnTo>
                  <a:pt x="2550173" y="2010843"/>
                </a:lnTo>
                <a:lnTo>
                  <a:pt x="2549776" y="2011575"/>
                </a:lnTo>
                <a:lnTo>
                  <a:pt x="2549398" y="2012317"/>
                </a:lnTo>
                <a:lnTo>
                  <a:pt x="2549037" y="2013069"/>
                </a:lnTo>
                <a:lnTo>
                  <a:pt x="2548693" y="2013829"/>
                </a:lnTo>
                <a:lnTo>
                  <a:pt x="2548368" y="2014600"/>
                </a:lnTo>
                <a:lnTo>
                  <a:pt x="2548059" y="2015379"/>
                </a:lnTo>
                <a:lnTo>
                  <a:pt x="2547769" y="2016168"/>
                </a:lnTo>
                <a:lnTo>
                  <a:pt x="2547496" y="2016967"/>
                </a:lnTo>
                <a:lnTo>
                  <a:pt x="2547240" y="2017774"/>
                </a:lnTo>
                <a:lnTo>
                  <a:pt x="2547003" y="2018592"/>
                </a:lnTo>
                <a:lnTo>
                  <a:pt x="2546782" y="2019418"/>
                </a:lnTo>
                <a:lnTo>
                  <a:pt x="2546580" y="2020254"/>
                </a:lnTo>
                <a:lnTo>
                  <a:pt x="2546395" y="2021099"/>
                </a:lnTo>
                <a:lnTo>
                  <a:pt x="2546228" y="2021954"/>
                </a:lnTo>
                <a:lnTo>
                  <a:pt x="2546078" y="2022818"/>
                </a:lnTo>
                <a:lnTo>
                  <a:pt x="2545946" y="2023692"/>
                </a:lnTo>
                <a:lnTo>
                  <a:pt x="2545831" y="2024575"/>
                </a:lnTo>
                <a:lnTo>
                  <a:pt x="2545735" y="2025467"/>
                </a:lnTo>
                <a:lnTo>
                  <a:pt x="2545655" y="2026369"/>
                </a:lnTo>
                <a:lnTo>
                  <a:pt x="2545594" y="2027280"/>
                </a:lnTo>
                <a:lnTo>
                  <a:pt x="2545550" y="2028200"/>
                </a:lnTo>
                <a:lnTo>
                  <a:pt x="2545523" y="2029130"/>
                </a:lnTo>
                <a:lnTo>
                  <a:pt x="2545514" y="2030069"/>
                </a:lnTo>
                <a:lnTo>
                  <a:pt x="2545514" y="2030126"/>
                </a:lnTo>
                <a:lnTo>
                  <a:pt x="2545514" y="2030182"/>
                </a:lnTo>
                <a:lnTo>
                  <a:pt x="2545514" y="2030238"/>
                </a:lnTo>
                <a:lnTo>
                  <a:pt x="2545514" y="2030295"/>
                </a:lnTo>
                <a:lnTo>
                  <a:pt x="2545514" y="2030351"/>
                </a:lnTo>
                <a:lnTo>
                  <a:pt x="2545514" y="2030407"/>
                </a:lnTo>
                <a:lnTo>
                  <a:pt x="2545514" y="2030464"/>
                </a:lnTo>
                <a:lnTo>
                  <a:pt x="2545514" y="2030520"/>
                </a:lnTo>
                <a:lnTo>
                  <a:pt x="2545514" y="2030576"/>
                </a:lnTo>
                <a:lnTo>
                  <a:pt x="2545514" y="2030633"/>
                </a:lnTo>
                <a:lnTo>
                  <a:pt x="2545514" y="2030689"/>
                </a:lnTo>
                <a:lnTo>
                  <a:pt x="2545514" y="2030746"/>
                </a:lnTo>
                <a:lnTo>
                  <a:pt x="2545514" y="2030802"/>
                </a:lnTo>
                <a:lnTo>
                  <a:pt x="2545514" y="2030858"/>
                </a:lnTo>
                <a:lnTo>
                  <a:pt x="2545514" y="2030915"/>
                </a:lnTo>
                <a:lnTo>
                  <a:pt x="2545514" y="2030971"/>
                </a:lnTo>
                <a:lnTo>
                  <a:pt x="2545514" y="2031027"/>
                </a:lnTo>
                <a:lnTo>
                  <a:pt x="2545514" y="2031084"/>
                </a:lnTo>
                <a:lnTo>
                  <a:pt x="2545514" y="2031140"/>
                </a:lnTo>
                <a:lnTo>
                  <a:pt x="2545514" y="2031196"/>
                </a:lnTo>
                <a:lnTo>
                  <a:pt x="2545514" y="2031253"/>
                </a:lnTo>
                <a:lnTo>
                  <a:pt x="2545514" y="2031309"/>
                </a:lnTo>
                <a:lnTo>
                  <a:pt x="2545514" y="2031366"/>
                </a:lnTo>
                <a:lnTo>
                  <a:pt x="2545514" y="2031422"/>
                </a:lnTo>
                <a:lnTo>
                  <a:pt x="2545515" y="2031465"/>
                </a:lnTo>
                <a:lnTo>
                  <a:pt x="2545516" y="2031511"/>
                </a:lnTo>
                <a:lnTo>
                  <a:pt x="2545517" y="2031559"/>
                </a:lnTo>
                <a:lnTo>
                  <a:pt x="2545519" y="2031610"/>
                </a:lnTo>
                <a:lnTo>
                  <a:pt x="2545522" y="2031663"/>
                </a:lnTo>
                <a:lnTo>
                  <a:pt x="2545525" y="2031718"/>
                </a:lnTo>
                <a:lnTo>
                  <a:pt x="2545529" y="2031775"/>
                </a:lnTo>
                <a:lnTo>
                  <a:pt x="2545533" y="2031835"/>
                </a:lnTo>
                <a:lnTo>
                  <a:pt x="2545538" y="2031897"/>
                </a:lnTo>
                <a:lnTo>
                  <a:pt x="2545544" y="2031962"/>
                </a:lnTo>
                <a:lnTo>
                  <a:pt x="2545550" y="2032029"/>
                </a:lnTo>
                <a:lnTo>
                  <a:pt x="2545557" y="2032098"/>
                </a:lnTo>
                <a:lnTo>
                  <a:pt x="2545564" y="2032170"/>
                </a:lnTo>
                <a:lnTo>
                  <a:pt x="2545572" y="2032244"/>
                </a:lnTo>
                <a:lnTo>
                  <a:pt x="2545581" y="2032320"/>
                </a:lnTo>
                <a:lnTo>
                  <a:pt x="2545590" y="2032399"/>
                </a:lnTo>
                <a:lnTo>
                  <a:pt x="2545599" y="2032480"/>
                </a:lnTo>
                <a:lnTo>
                  <a:pt x="2545610" y="2032563"/>
                </a:lnTo>
                <a:lnTo>
                  <a:pt x="2545621" y="2032649"/>
                </a:lnTo>
                <a:lnTo>
                  <a:pt x="2545632" y="2032737"/>
                </a:lnTo>
                <a:lnTo>
                  <a:pt x="2545644" y="2032827"/>
                </a:lnTo>
                <a:lnTo>
                  <a:pt x="2545657" y="2032920"/>
                </a:lnTo>
                <a:lnTo>
                  <a:pt x="2545670" y="2033015"/>
                </a:lnTo>
                <a:lnTo>
                  <a:pt x="2545684" y="2033113"/>
                </a:lnTo>
                <a:lnTo>
                  <a:pt x="2561745" y="2033113"/>
                </a:lnTo>
                <a:lnTo>
                  <a:pt x="2561731" y="2033028"/>
                </a:lnTo>
                <a:lnTo>
                  <a:pt x="2561718" y="2032944"/>
                </a:lnTo>
                <a:lnTo>
                  <a:pt x="2561705" y="2032859"/>
                </a:lnTo>
                <a:lnTo>
                  <a:pt x="2561693" y="2032774"/>
                </a:lnTo>
                <a:lnTo>
                  <a:pt x="2561682" y="2032690"/>
                </a:lnTo>
                <a:lnTo>
                  <a:pt x="2561671" y="2032605"/>
                </a:lnTo>
                <a:lnTo>
                  <a:pt x="2561661" y="2032521"/>
                </a:lnTo>
                <a:lnTo>
                  <a:pt x="2561651" y="2032436"/>
                </a:lnTo>
                <a:lnTo>
                  <a:pt x="2561642" y="2032352"/>
                </a:lnTo>
                <a:lnTo>
                  <a:pt x="2561633" y="2032267"/>
                </a:lnTo>
                <a:lnTo>
                  <a:pt x="2561626" y="2032183"/>
                </a:lnTo>
                <a:lnTo>
                  <a:pt x="2561618" y="2032098"/>
                </a:lnTo>
                <a:lnTo>
                  <a:pt x="2561611" y="2032014"/>
                </a:lnTo>
                <a:lnTo>
                  <a:pt x="2561605" y="2031929"/>
                </a:lnTo>
                <a:lnTo>
                  <a:pt x="2561600" y="2031844"/>
                </a:lnTo>
                <a:lnTo>
                  <a:pt x="2561595" y="2031760"/>
                </a:lnTo>
                <a:lnTo>
                  <a:pt x="2561590" y="2031675"/>
                </a:lnTo>
                <a:lnTo>
                  <a:pt x="2561586" y="2031591"/>
                </a:lnTo>
                <a:lnTo>
                  <a:pt x="2561583" y="2031506"/>
                </a:lnTo>
                <a:lnTo>
                  <a:pt x="2561581" y="2031422"/>
                </a:lnTo>
                <a:lnTo>
                  <a:pt x="2561578" y="2031337"/>
                </a:lnTo>
                <a:lnTo>
                  <a:pt x="2561577" y="2031253"/>
                </a:lnTo>
                <a:lnTo>
                  <a:pt x="2561576" y="2031168"/>
                </a:lnTo>
                <a:lnTo>
                  <a:pt x="2561576" y="2031084"/>
                </a:lnTo>
                <a:lnTo>
                  <a:pt x="2561576" y="2030985"/>
                </a:lnTo>
                <a:lnTo>
                  <a:pt x="2561576" y="2030885"/>
                </a:lnTo>
                <a:lnTo>
                  <a:pt x="2561576" y="2030785"/>
                </a:lnTo>
                <a:lnTo>
                  <a:pt x="2561576" y="2030684"/>
                </a:lnTo>
                <a:lnTo>
                  <a:pt x="2561576" y="2030583"/>
                </a:lnTo>
                <a:lnTo>
                  <a:pt x="2561576" y="2030481"/>
                </a:lnTo>
                <a:lnTo>
                  <a:pt x="2561576" y="2030379"/>
                </a:lnTo>
                <a:lnTo>
                  <a:pt x="2561576" y="2030276"/>
                </a:lnTo>
                <a:lnTo>
                  <a:pt x="2561576" y="2030172"/>
                </a:lnTo>
                <a:lnTo>
                  <a:pt x="2561576" y="2030068"/>
                </a:lnTo>
                <a:lnTo>
                  <a:pt x="2561576" y="2029963"/>
                </a:lnTo>
                <a:lnTo>
                  <a:pt x="2561576" y="2029858"/>
                </a:lnTo>
                <a:lnTo>
                  <a:pt x="2561576" y="2029752"/>
                </a:lnTo>
                <a:lnTo>
                  <a:pt x="2561576" y="2029645"/>
                </a:lnTo>
                <a:lnTo>
                  <a:pt x="2561576" y="2029538"/>
                </a:lnTo>
                <a:lnTo>
                  <a:pt x="2561576" y="2029431"/>
                </a:lnTo>
                <a:lnTo>
                  <a:pt x="2561576" y="2029322"/>
                </a:lnTo>
                <a:lnTo>
                  <a:pt x="2561576" y="2029213"/>
                </a:lnTo>
                <a:lnTo>
                  <a:pt x="2561576" y="2029104"/>
                </a:lnTo>
                <a:lnTo>
                  <a:pt x="2561576" y="2028994"/>
                </a:lnTo>
                <a:lnTo>
                  <a:pt x="2561576" y="2028883"/>
                </a:lnTo>
                <a:lnTo>
                  <a:pt x="2561576" y="2028772"/>
                </a:lnTo>
                <a:lnTo>
                  <a:pt x="2561576" y="2028660"/>
                </a:lnTo>
                <a:lnTo>
                  <a:pt x="2561576" y="2028548"/>
                </a:lnTo>
                <a:lnTo>
                  <a:pt x="2561581" y="2028001"/>
                </a:lnTo>
                <a:lnTo>
                  <a:pt x="2561597" y="2027459"/>
                </a:lnTo>
                <a:lnTo>
                  <a:pt x="2561623" y="2026923"/>
                </a:lnTo>
                <a:lnTo>
                  <a:pt x="2561660" y="2026392"/>
                </a:lnTo>
                <a:lnTo>
                  <a:pt x="2561708" y="2025867"/>
                </a:lnTo>
                <a:lnTo>
                  <a:pt x="2561766" y="2025346"/>
                </a:lnTo>
                <a:lnTo>
                  <a:pt x="2561835" y="2024831"/>
                </a:lnTo>
                <a:lnTo>
                  <a:pt x="2561914" y="2024321"/>
                </a:lnTo>
                <a:lnTo>
                  <a:pt x="2562004" y="2023817"/>
                </a:lnTo>
                <a:lnTo>
                  <a:pt x="2562104" y="2023317"/>
                </a:lnTo>
                <a:lnTo>
                  <a:pt x="2562215" y="2022823"/>
                </a:lnTo>
                <a:lnTo>
                  <a:pt x="2562337" y="2022335"/>
                </a:lnTo>
                <a:lnTo>
                  <a:pt x="2562469" y="2021851"/>
                </a:lnTo>
                <a:lnTo>
                  <a:pt x="2562611" y="2021373"/>
                </a:lnTo>
                <a:lnTo>
                  <a:pt x="2562765" y="2020900"/>
                </a:lnTo>
                <a:lnTo>
                  <a:pt x="2562928" y="2020433"/>
                </a:lnTo>
                <a:lnTo>
                  <a:pt x="2563103" y="2019970"/>
                </a:lnTo>
                <a:lnTo>
                  <a:pt x="2563288" y="2019513"/>
                </a:lnTo>
                <a:lnTo>
                  <a:pt x="2563483" y="2019062"/>
                </a:lnTo>
                <a:lnTo>
                  <a:pt x="2563689" y="2018615"/>
                </a:lnTo>
                <a:lnTo>
                  <a:pt x="2563906" y="2018174"/>
                </a:lnTo>
                <a:lnTo>
                  <a:pt x="2564133" y="2017738"/>
                </a:lnTo>
                <a:lnTo>
                  <a:pt x="2564371" y="2017307"/>
                </a:lnTo>
                <a:lnTo>
                  <a:pt x="2564619" y="2016882"/>
                </a:lnTo>
                <a:lnTo>
                  <a:pt x="2564890" y="2016449"/>
                </a:lnTo>
                <a:lnTo>
                  <a:pt x="2565169" y="2016025"/>
                </a:lnTo>
                <a:lnTo>
                  <a:pt x="2565454" y="2015609"/>
                </a:lnTo>
                <a:lnTo>
                  <a:pt x="2565746" y="2015201"/>
                </a:lnTo>
                <a:lnTo>
                  <a:pt x="2566046" y="2014801"/>
                </a:lnTo>
                <a:lnTo>
                  <a:pt x="2566352" y="2014410"/>
                </a:lnTo>
                <a:lnTo>
                  <a:pt x="2566666" y="2014026"/>
                </a:lnTo>
                <a:lnTo>
                  <a:pt x="2566986" y="2013651"/>
                </a:lnTo>
                <a:lnTo>
                  <a:pt x="2567314" y="2013284"/>
                </a:lnTo>
                <a:lnTo>
                  <a:pt x="2567648" y="2012925"/>
                </a:lnTo>
                <a:lnTo>
                  <a:pt x="2567990" y="2012575"/>
                </a:lnTo>
                <a:lnTo>
                  <a:pt x="2568339" y="2012233"/>
                </a:lnTo>
                <a:lnTo>
                  <a:pt x="2568694" y="2011899"/>
                </a:lnTo>
                <a:lnTo>
                  <a:pt x="2569057" y="2011573"/>
                </a:lnTo>
                <a:lnTo>
                  <a:pt x="2569427" y="2011255"/>
                </a:lnTo>
                <a:lnTo>
                  <a:pt x="2569804" y="2010946"/>
                </a:lnTo>
                <a:lnTo>
                  <a:pt x="2570188" y="2010645"/>
                </a:lnTo>
                <a:lnTo>
                  <a:pt x="2570579" y="2010352"/>
                </a:lnTo>
                <a:lnTo>
                  <a:pt x="2570977" y="2010067"/>
                </a:lnTo>
                <a:lnTo>
                  <a:pt x="2571382" y="2009791"/>
                </a:lnTo>
                <a:lnTo>
                  <a:pt x="2571794" y="2009522"/>
                </a:lnTo>
                <a:lnTo>
                  <a:pt x="2572213" y="2009262"/>
                </a:lnTo>
                <a:lnTo>
                  <a:pt x="2572639" y="2009010"/>
                </a:lnTo>
                <a:lnTo>
                  <a:pt x="2573073" y="2008767"/>
                </a:lnTo>
                <a:lnTo>
                  <a:pt x="2573526" y="2008518"/>
                </a:lnTo>
                <a:lnTo>
                  <a:pt x="2573984" y="2008281"/>
                </a:lnTo>
                <a:lnTo>
                  <a:pt x="2574446" y="2008054"/>
                </a:lnTo>
                <a:lnTo>
                  <a:pt x="2574914" y="2007837"/>
                </a:lnTo>
                <a:lnTo>
                  <a:pt x="2575386" y="2007631"/>
                </a:lnTo>
                <a:lnTo>
                  <a:pt x="2575862" y="2007435"/>
                </a:lnTo>
                <a:lnTo>
                  <a:pt x="2576344" y="2007250"/>
                </a:lnTo>
                <a:lnTo>
                  <a:pt x="2576830" y="2007076"/>
                </a:lnTo>
                <a:lnTo>
                  <a:pt x="2577320" y="2006912"/>
                </a:lnTo>
                <a:lnTo>
                  <a:pt x="2577816" y="2006759"/>
                </a:lnTo>
                <a:lnTo>
                  <a:pt x="2578316" y="2006617"/>
                </a:lnTo>
                <a:lnTo>
                  <a:pt x="2578821" y="2006484"/>
                </a:lnTo>
                <a:lnTo>
                  <a:pt x="2579330" y="2006363"/>
                </a:lnTo>
                <a:lnTo>
                  <a:pt x="2579845" y="2006252"/>
                </a:lnTo>
                <a:lnTo>
                  <a:pt x="2580364" y="2006152"/>
                </a:lnTo>
                <a:lnTo>
                  <a:pt x="2580887" y="2006062"/>
                </a:lnTo>
                <a:lnTo>
                  <a:pt x="2581416" y="2005983"/>
                </a:lnTo>
                <a:lnTo>
                  <a:pt x="2581949" y="2005914"/>
                </a:lnTo>
                <a:lnTo>
                  <a:pt x="2582486" y="2005856"/>
                </a:lnTo>
                <a:lnTo>
                  <a:pt x="2583029" y="2005808"/>
                </a:lnTo>
                <a:lnTo>
                  <a:pt x="2583576" y="2005771"/>
                </a:lnTo>
                <a:lnTo>
                  <a:pt x="2584128" y="2005745"/>
                </a:lnTo>
                <a:lnTo>
                  <a:pt x="2584684" y="2005729"/>
                </a:lnTo>
                <a:lnTo>
                  <a:pt x="2585245" y="2005724"/>
                </a:lnTo>
                <a:lnTo>
                  <a:pt x="2586166" y="2005734"/>
                </a:lnTo>
                <a:lnTo>
                  <a:pt x="2587067" y="2005765"/>
                </a:lnTo>
                <a:lnTo>
                  <a:pt x="2587950" y="2005816"/>
                </a:lnTo>
                <a:lnTo>
                  <a:pt x="2588814" y="2005888"/>
                </a:lnTo>
                <a:lnTo>
                  <a:pt x="2589660" y="2005981"/>
                </a:lnTo>
                <a:lnTo>
                  <a:pt x="2590486" y="2006094"/>
                </a:lnTo>
                <a:lnTo>
                  <a:pt x="2591294" y="2006227"/>
                </a:lnTo>
                <a:lnTo>
                  <a:pt x="2592083" y="2006381"/>
                </a:lnTo>
                <a:lnTo>
                  <a:pt x="2592853" y="2006556"/>
                </a:lnTo>
                <a:lnTo>
                  <a:pt x="2593605" y="2006751"/>
                </a:lnTo>
                <a:lnTo>
                  <a:pt x="2594337" y="2006967"/>
                </a:lnTo>
                <a:lnTo>
                  <a:pt x="2595051" y="2007203"/>
                </a:lnTo>
                <a:lnTo>
                  <a:pt x="2595746" y="2007460"/>
                </a:lnTo>
                <a:lnTo>
                  <a:pt x="2596422" y="2007737"/>
                </a:lnTo>
                <a:lnTo>
                  <a:pt x="2597080" y="2008035"/>
                </a:lnTo>
                <a:lnTo>
                  <a:pt x="2597719" y="2008354"/>
                </a:lnTo>
                <a:lnTo>
                  <a:pt x="2598339" y="2008693"/>
                </a:lnTo>
                <a:lnTo>
                  <a:pt x="2598940" y="2009052"/>
                </a:lnTo>
                <a:lnTo>
                  <a:pt x="2599522" y="2009432"/>
                </a:lnTo>
                <a:lnTo>
                  <a:pt x="2600086" y="2009833"/>
                </a:lnTo>
                <a:lnTo>
                  <a:pt x="2600630" y="2010254"/>
                </a:lnTo>
                <a:lnTo>
                  <a:pt x="2601156" y="2010696"/>
                </a:lnTo>
                <a:lnTo>
                  <a:pt x="2601664" y="2011158"/>
                </a:lnTo>
                <a:lnTo>
                  <a:pt x="2602152" y="2011641"/>
                </a:lnTo>
                <a:lnTo>
                  <a:pt x="2602621" y="2012141"/>
                </a:lnTo>
                <a:lnTo>
                  <a:pt x="2603070" y="2012654"/>
                </a:lnTo>
                <a:lnTo>
                  <a:pt x="2603499" y="2013181"/>
                </a:lnTo>
                <a:lnTo>
                  <a:pt x="2603908" y="2013721"/>
                </a:lnTo>
                <a:lnTo>
                  <a:pt x="2604298" y="2014275"/>
                </a:lnTo>
                <a:lnTo>
                  <a:pt x="2604667" y="2014843"/>
                </a:lnTo>
                <a:lnTo>
                  <a:pt x="2605016" y="2015423"/>
                </a:lnTo>
                <a:lnTo>
                  <a:pt x="2605346" y="2016018"/>
                </a:lnTo>
                <a:lnTo>
                  <a:pt x="2605655" y="2016626"/>
                </a:lnTo>
                <a:lnTo>
                  <a:pt x="2605944" y="2017247"/>
                </a:lnTo>
                <a:lnTo>
                  <a:pt x="2606214" y="2017882"/>
                </a:lnTo>
                <a:lnTo>
                  <a:pt x="2606463" y="2018530"/>
                </a:lnTo>
                <a:lnTo>
                  <a:pt x="2606693" y="2019192"/>
                </a:lnTo>
                <a:lnTo>
                  <a:pt x="2606903" y="2019868"/>
                </a:lnTo>
                <a:lnTo>
                  <a:pt x="2607092" y="2020557"/>
                </a:lnTo>
                <a:lnTo>
                  <a:pt x="2607262" y="2021259"/>
                </a:lnTo>
                <a:lnTo>
                  <a:pt x="2607412" y="2021975"/>
                </a:lnTo>
                <a:lnTo>
                  <a:pt x="2607541" y="2022704"/>
                </a:lnTo>
                <a:lnTo>
                  <a:pt x="2607651" y="2023447"/>
                </a:lnTo>
                <a:lnTo>
                  <a:pt x="2607741" y="2024204"/>
                </a:lnTo>
                <a:lnTo>
                  <a:pt x="2607811" y="2024973"/>
                </a:lnTo>
                <a:lnTo>
                  <a:pt x="2607861" y="2025757"/>
                </a:lnTo>
                <a:lnTo>
                  <a:pt x="2607891" y="2026554"/>
                </a:lnTo>
                <a:lnTo>
                  <a:pt x="2607901" y="2027364"/>
                </a:lnTo>
                <a:lnTo>
                  <a:pt x="2607894" y="2028023"/>
                </a:lnTo>
                <a:lnTo>
                  <a:pt x="2607872" y="2028674"/>
                </a:lnTo>
                <a:lnTo>
                  <a:pt x="2607837" y="2029319"/>
                </a:lnTo>
                <a:lnTo>
                  <a:pt x="2607788" y="2029956"/>
                </a:lnTo>
                <a:lnTo>
                  <a:pt x="2607724" y="2030587"/>
                </a:lnTo>
                <a:lnTo>
                  <a:pt x="2607647" y="2031210"/>
                </a:lnTo>
                <a:lnTo>
                  <a:pt x="2607555" y="2031827"/>
                </a:lnTo>
                <a:lnTo>
                  <a:pt x="2607450" y="2032436"/>
                </a:lnTo>
                <a:lnTo>
                  <a:pt x="2607330" y="2033038"/>
                </a:lnTo>
                <a:lnTo>
                  <a:pt x="2607196" y="2033634"/>
                </a:lnTo>
                <a:lnTo>
                  <a:pt x="2607048" y="2034222"/>
                </a:lnTo>
                <a:lnTo>
                  <a:pt x="2606886" y="2034803"/>
                </a:lnTo>
                <a:lnTo>
                  <a:pt x="2606710" y="2035377"/>
                </a:lnTo>
                <a:lnTo>
                  <a:pt x="2606520" y="2035944"/>
                </a:lnTo>
                <a:lnTo>
                  <a:pt x="2606315" y="2036504"/>
                </a:lnTo>
                <a:lnTo>
                  <a:pt x="2606097" y="2037057"/>
                </a:lnTo>
                <a:lnTo>
                  <a:pt x="2605864" y="2037603"/>
                </a:lnTo>
                <a:lnTo>
                  <a:pt x="2605618" y="2038142"/>
                </a:lnTo>
                <a:lnTo>
                  <a:pt x="2605357" y="2038674"/>
                </a:lnTo>
                <a:lnTo>
                  <a:pt x="2605083" y="2039199"/>
                </a:lnTo>
                <a:lnTo>
                  <a:pt x="2604794" y="2039717"/>
                </a:lnTo>
                <a:lnTo>
                  <a:pt x="2604491" y="2040227"/>
                </a:lnTo>
                <a:lnTo>
                  <a:pt x="2604174" y="2040731"/>
                </a:lnTo>
                <a:lnTo>
                  <a:pt x="2603843" y="2041228"/>
                </a:lnTo>
                <a:lnTo>
                  <a:pt x="2603516" y="2041703"/>
                </a:lnTo>
                <a:lnTo>
                  <a:pt x="2603184" y="2042172"/>
                </a:lnTo>
                <a:lnTo>
                  <a:pt x="2602847" y="2042633"/>
                </a:lnTo>
                <a:lnTo>
                  <a:pt x="2602504" y="2043087"/>
                </a:lnTo>
                <a:lnTo>
                  <a:pt x="2602156" y="2043535"/>
                </a:lnTo>
                <a:lnTo>
                  <a:pt x="2601803" y="2043975"/>
                </a:lnTo>
                <a:lnTo>
                  <a:pt x="2601445" y="2044408"/>
                </a:lnTo>
                <a:lnTo>
                  <a:pt x="2601081" y="2044835"/>
                </a:lnTo>
                <a:lnTo>
                  <a:pt x="2600712" y="2045254"/>
                </a:lnTo>
                <a:lnTo>
                  <a:pt x="2600338" y="2045666"/>
                </a:lnTo>
                <a:lnTo>
                  <a:pt x="2599959" y="2046071"/>
                </a:lnTo>
                <a:lnTo>
                  <a:pt x="2599574" y="2046469"/>
                </a:lnTo>
                <a:lnTo>
                  <a:pt x="2599184" y="2046860"/>
                </a:lnTo>
                <a:lnTo>
                  <a:pt x="2598788" y="2047244"/>
                </a:lnTo>
                <a:lnTo>
                  <a:pt x="2598388" y="2047621"/>
                </a:lnTo>
                <a:lnTo>
                  <a:pt x="2597982" y="2047990"/>
                </a:lnTo>
                <a:lnTo>
                  <a:pt x="2597571" y="2048353"/>
                </a:lnTo>
                <a:lnTo>
                  <a:pt x="2597154" y="2048709"/>
                </a:lnTo>
                <a:lnTo>
                  <a:pt x="2596732" y="2049058"/>
                </a:lnTo>
                <a:lnTo>
                  <a:pt x="2596305" y="2049399"/>
                </a:lnTo>
                <a:lnTo>
                  <a:pt x="2595873" y="2049734"/>
                </a:lnTo>
                <a:lnTo>
                  <a:pt x="2595435" y="2050061"/>
                </a:lnTo>
                <a:lnTo>
                  <a:pt x="2594992" y="2050382"/>
                </a:lnTo>
                <a:lnTo>
                  <a:pt x="2594544" y="2050695"/>
                </a:lnTo>
                <a:lnTo>
                  <a:pt x="2560562" y="2073012"/>
                </a:lnTo>
                <a:lnTo>
                  <a:pt x="2559879" y="2073481"/>
                </a:lnTo>
                <a:lnTo>
                  <a:pt x="2559211" y="2073956"/>
                </a:lnTo>
                <a:lnTo>
                  <a:pt x="2558559" y="2074439"/>
                </a:lnTo>
                <a:lnTo>
                  <a:pt x="2557922" y="2074928"/>
                </a:lnTo>
                <a:lnTo>
                  <a:pt x="2557301" y="2075425"/>
                </a:lnTo>
                <a:lnTo>
                  <a:pt x="2556694" y="2075929"/>
                </a:lnTo>
                <a:lnTo>
                  <a:pt x="2556103" y="2076439"/>
                </a:lnTo>
                <a:lnTo>
                  <a:pt x="2555527" y="2076957"/>
                </a:lnTo>
                <a:lnTo>
                  <a:pt x="2554967" y="2077482"/>
                </a:lnTo>
                <a:lnTo>
                  <a:pt x="2554421" y="2078014"/>
                </a:lnTo>
                <a:lnTo>
                  <a:pt x="2553891" y="2078553"/>
                </a:lnTo>
                <a:lnTo>
                  <a:pt x="2553376" y="2079099"/>
                </a:lnTo>
                <a:lnTo>
                  <a:pt x="2552877" y="2079652"/>
                </a:lnTo>
                <a:lnTo>
                  <a:pt x="2552392" y="2080212"/>
                </a:lnTo>
                <a:lnTo>
                  <a:pt x="2551923" y="2080779"/>
                </a:lnTo>
                <a:lnTo>
                  <a:pt x="2551470" y="2081353"/>
                </a:lnTo>
                <a:lnTo>
                  <a:pt x="2551031" y="2081934"/>
                </a:lnTo>
                <a:lnTo>
                  <a:pt x="2550608" y="2082522"/>
                </a:lnTo>
                <a:lnTo>
                  <a:pt x="2550200" y="2083118"/>
                </a:lnTo>
                <a:lnTo>
                  <a:pt x="2549807" y="2083720"/>
                </a:lnTo>
                <a:lnTo>
                  <a:pt x="2549429" y="2084329"/>
                </a:lnTo>
                <a:lnTo>
                  <a:pt x="2549067" y="2084946"/>
                </a:lnTo>
                <a:lnTo>
                  <a:pt x="2548720" y="2085569"/>
                </a:lnTo>
                <a:lnTo>
                  <a:pt x="2548389" y="2086199"/>
                </a:lnTo>
                <a:lnTo>
                  <a:pt x="2548071" y="2086825"/>
                </a:lnTo>
                <a:lnTo>
                  <a:pt x="2547768" y="2087460"/>
                </a:lnTo>
                <a:lnTo>
                  <a:pt x="2547477" y="2088107"/>
                </a:lnTo>
                <a:lnTo>
                  <a:pt x="2547201" y="2088764"/>
                </a:lnTo>
                <a:lnTo>
                  <a:pt x="2546937" y="2089431"/>
                </a:lnTo>
                <a:lnTo>
                  <a:pt x="2546688" y="2090109"/>
                </a:lnTo>
                <a:lnTo>
                  <a:pt x="2546451" y="2090798"/>
                </a:lnTo>
                <a:lnTo>
                  <a:pt x="2546228" y="2091497"/>
                </a:lnTo>
                <a:lnTo>
                  <a:pt x="2546019" y="2092207"/>
                </a:lnTo>
                <a:lnTo>
                  <a:pt x="2545823" y="2092927"/>
                </a:lnTo>
                <a:lnTo>
                  <a:pt x="2545641" y="2093658"/>
                </a:lnTo>
                <a:lnTo>
                  <a:pt x="2545472" y="2094399"/>
                </a:lnTo>
                <a:lnTo>
                  <a:pt x="2545317" y="2095151"/>
                </a:lnTo>
                <a:lnTo>
                  <a:pt x="2545175" y="2095914"/>
                </a:lnTo>
                <a:lnTo>
                  <a:pt x="2545047" y="2096687"/>
                </a:lnTo>
                <a:lnTo>
                  <a:pt x="2544932" y="2097471"/>
                </a:lnTo>
                <a:lnTo>
                  <a:pt x="2544831" y="2098265"/>
                </a:lnTo>
                <a:lnTo>
                  <a:pt x="2544743" y="2099070"/>
                </a:lnTo>
                <a:lnTo>
                  <a:pt x="2544669" y="2099885"/>
                </a:lnTo>
                <a:lnTo>
                  <a:pt x="2544608" y="2100711"/>
                </a:lnTo>
                <a:lnTo>
                  <a:pt x="2544561" y="2101548"/>
                </a:lnTo>
                <a:lnTo>
                  <a:pt x="2544527" y="2102395"/>
                </a:lnTo>
                <a:lnTo>
                  <a:pt x="2544507" y="2103252"/>
                </a:lnTo>
                <a:lnTo>
                  <a:pt x="2544500" y="2104121"/>
                </a:lnTo>
                <a:lnTo>
                  <a:pt x="2544500" y="2109193"/>
                </a:lnTo>
                <a:lnTo>
                  <a:pt x="2625821" y="2109193"/>
                </a:lnTo>
                <a:lnTo>
                  <a:pt x="2625821" y="2094315"/>
                </a:lnTo>
                <a:lnTo>
                  <a:pt x="2564788" y="2094315"/>
                </a:lnTo>
                <a:lnTo>
                  <a:pt x="2564817" y="2094160"/>
                </a:lnTo>
                <a:lnTo>
                  <a:pt x="2564848" y="2094004"/>
                </a:lnTo>
                <a:lnTo>
                  <a:pt x="2564881" y="2093847"/>
                </a:lnTo>
                <a:lnTo>
                  <a:pt x="2564915" y="2093690"/>
                </a:lnTo>
                <a:lnTo>
                  <a:pt x="2564951" y="2093533"/>
                </a:lnTo>
                <a:close/>
                <a:moveTo>
                  <a:pt x="2693209" y="2110538"/>
                </a:moveTo>
                <a:lnTo>
                  <a:pt x="2694115" y="2110433"/>
                </a:lnTo>
                <a:lnTo>
                  <a:pt x="2695012" y="2110313"/>
                </a:lnTo>
                <a:lnTo>
                  <a:pt x="2695901" y="2110179"/>
                </a:lnTo>
                <a:lnTo>
                  <a:pt x="2696780" y="2110031"/>
                </a:lnTo>
                <a:lnTo>
                  <a:pt x="2697651" y="2109869"/>
                </a:lnTo>
                <a:lnTo>
                  <a:pt x="2698513" y="2109693"/>
                </a:lnTo>
                <a:lnTo>
                  <a:pt x="2699367" y="2109503"/>
                </a:lnTo>
                <a:lnTo>
                  <a:pt x="2700211" y="2109298"/>
                </a:lnTo>
                <a:lnTo>
                  <a:pt x="2701047" y="2109080"/>
                </a:lnTo>
                <a:lnTo>
                  <a:pt x="2701874" y="2108848"/>
                </a:lnTo>
                <a:lnTo>
                  <a:pt x="2702692" y="2108601"/>
                </a:lnTo>
                <a:lnTo>
                  <a:pt x="2703501" y="2108340"/>
                </a:lnTo>
                <a:lnTo>
                  <a:pt x="2704301" y="2108066"/>
                </a:lnTo>
                <a:lnTo>
                  <a:pt x="2705093" y="2107777"/>
                </a:lnTo>
                <a:lnTo>
                  <a:pt x="2705876" y="2107474"/>
                </a:lnTo>
                <a:lnTo>
                  <a:pt x="2706650" y="2107157"/>
                </a:lnTo>
                <a:lnTo>
                  <a:pt x="2707415" y="2106826"/>
                </a:lnTo>
                <a:lnTo>
                  <a:pt x="2708169" y="2106468"/>
                </a:lnTo>
                <a:lnTo>
                  <a:pt x="2708908" y="2106100"/>
                </a:lnTo>
                <a:lnTo>
                  <a:pt x="2709634" y="2105722"/>
                </a:lnTo>
                <a:lnTo>
                  <a:pt x="2710345" y="2105332"/>
                </a:lnTo>
                <a:lnTo>
                  <a:pt x="2711043" y="2104933"/>
                </a:lnTo>
                <a:lnTo>
                  <a:pt x="2711726" y="2104522"/>
                </a:lnTo>
                <a:lnTo>
                  <a:pt x="2712395" y="2104101"/>
                </a:lnTo>
                <a:lnTo>
                  <a:pt x="2713050" y="2103670"/>
                </a:lnTo>
                <a:lnTo>
                  <a:pt x="2713691" y="2103228"/>
                </a:lnTo>
                <a:lnTo>
                  <a:pt x="2714318" y="2102775"/>
                </a:lnTo>
                <a:lnTo>
                  <a:pt x="2714931" y="2102312"/>
                </a:lnTo>
                <a:lnTo>
                  <a:pt x="2715530" y="2101838"/>
                </a:lnTo>
                <a:lnTo>
                  <a:pt x="2716115" y="2101354"/>
                </a:lnTo>
                <a:lnTo>
                  <a:pt x="2716685" y="2100859"/>
                </a:lnTo>
                <a:lnTo>
                  <a:pt x="2717242" y="2100354"/>
                </a:lnTo>
                <a:lnTo>
                  <a:pt x="2717784" y="2099838"/>
                </a:lnTo>
                <a:lnTo>
                  <a:pt x="2718313" y="2099311"/>
                </a:lnTo>
                <a:lnTo>
                  <a:pt x="2718827" y="2098774"/>
                </a:lnTo>
                <a:lnTo>
                  <a:pt x="2719327" y="2098226"/>
                </a:lnTo>
                <a:lnTo>
                  <a:pt x="2719813" y="2097668"/>
                </a:lnTo>
                <a:lnTo>
                  <a:pt x="2720285" y="2097099"/>
                </a:lnTo>
                <a:lnTo>
                  <a:pt x="2720743" y="2096520"/>
                </a:lnTo>
                <a:lnTo>
                  <a:pt x="2721187" y="2095930"/>
                </a:lnTo>
                <a:lnTo>
                  <a:pt x="2721617" y="2095329"/>
                </a:lnTo>
                <a:lnTo>
                  <a:pt x="2722044" y="2094705"/>
                </a:lnTo>
                <a:lnTo>
                  <a:pt x="2722454" y="2094073"/>
                </a:lnTo>
                <a:lnTo>
                  <a:pt x="2722845" y="2093432"/>
                </a:lnTo>
                <a:lnTo>
                  <a:pt x="2723218" y="2092784"/>
                </a:lnTo>
                <a:lnTo>
                  <a:pt x="2723573" y="2092127"/>
                </a:lnTo>
                <a:lnTo>
                  <a:pt x="2723910" y="2091462"/>
                </a:lnTo>
                <a:lnTo>
                  <a:pt x="2724228" y="2090788"/>
                </a:lnTo>
                <a:lnTo>
                  <a:pt x="2724528" y="2090107"/>
                </a:lnTo>
                <a:lnTo>
                  <a:pt x="2724810" y="2089417"/>
                </a:lnTo>
                <a:lnTo>
                  <a:pt x="2725074" y="2088719"/>
                </a:lnTo>
                <a:lnTo>
                  <a:pt x="2725320" y="2088013"/>
                </a:lnTo>
                <a:lnTo>
                  <a:pt x="2725547" y="2087298"/>
                </a:lnTo>
                <a:lnTo>
                  <a:pt x="2725757" y="2086576"/>
                </a:lnTo>
                <a:lnTo>
                  <a:pt x="2725948" y="2085845"/>
                </a:lnTo>
                <a:lnTo>
                  <a:pt x="2726121" y="2085106"/>
                </a:lnTo>
                <a:lnTo>
                  <a:pt x="2726275" y="2084359"/>
                </a:lnTo>
                <a:lnTo>
                  <a:pt x="2726412" y="2083603"/>
                </a:lnTo>
                <a:lnTo>
                  <a:pt x="2726530" y="2082839"/>
                </a:lnTo>
                <a:lnTo>
                  <a:pt x="2726630" y="2082067"/>
                </a:lnTo>
                <a:lnTo>
                  <a:pt x="2726712" y="2081287"/>
                </a:lnTo>
                <a:lnTo>
                  <a:pt x="2726776" y="2080499"/>
                </a:lnTo>
                <a:lnTo>
                  <a:pt x="2726821" y="2079702"/>
                </a:lnTo>
                <a:lnTo>
                  <a:pt x="2726849" y="2078897"/>
                </a:lnTo>
                <a:lnTo>
                  <a:pt x="2726858" y="2078084"/>
                </a:lnTo>
                <a:lnTo>
                  <a:pt x="2726847" y="2077134"/>
                </a:lnTo>
                <a:lnTo>
                  <a:pt x="2726817" y="2076199"/>
                </a:lnTo>
                <a:lnTo>
                  <a:pt x="2726765" y="2075279"/>
                </a:lnTo>
                <a:lnTo>
                  <a:pt x="2726693" y="2074374"/>
                </a:lnTo>
                <a:lnTo>
                  <a:pt x="2726601" y="2073485"/>
                </a:lnTo>
                <a:lnTo>
                  <a:pt x="2726488" y="2072611"/>
                </a:lnTo>
                <a:lnTo>
                  <a:pt x="2726354" y="2071752"/>
                </a:lnTo>
                <a:lnTo>
                  <a:pt x="2726200" y="2070908"/>
                </a:lnTo>
                <a:lnTo>
                  <a:pt x="2726025" y="2070080"/>
                </a:lnTo>
                <a:lnTo>
                  <a:pt x="2725830" y="2069267"/>
                </a:lnTo>
                <a:lnTo>
                  <a:pt x="2725615" y="2068469"/>
                </a:lnTo>
                <a:lnTo>
                  <a:pt x="2725378" y="2067687"/>
                </a:lnTo>
                <a:lnTo>
                  <a:pt x="2725121" y="2066920"/>
                </a:lnTo>
                <a:lnTo>
                  <a:pt x="2724844" y="2066168"/>
                </a:lnTo>
                <a:lnTo>
                  <a:pt x="2724546" y="2065431"/>
                </a:lnTo>
                <a:lnTo>
                  <a:pt x="2724228" y="2064709"/>
                </a:lnTo>
                <a:lnTo>
                  <a:pt x="2723889" y="2064003"/>
                </a:lnTo>
                <a:lnTo>
                  <a:pt x="2723529" y="2063312"/>
                </a:lnTo>
                <a:lnTo>
                  <a:pt x="2723149" y="2062637"/>
                </a:lnTo>
                <a:lnTo>
                  <a:pt x="2722748" y="2061976"/>
                </a:lnTo>
                <a:lnTo>
                  <a:pt x="2722327" y="2061331"/>
                </a:lnTo>
                <a:lnTo>
                  <a:pt x="2721885" y="2060701"/>
                </a:lnTo>
                <a:lnTo>
                  <a:pt x="2721423" y="2060086"/>
                </a:lnTo>
                <a:lnTo>
                  <a:pt x="2720940" y="2059487"/>
                </a:lnTo>
                <a:lnTo>
                  <a:pt x="2720455" y="2058903"/>
                </a:lnTo>
                <a:lnTo>
                  <a:pt x="2719959" y="2058333"/>
                </a:lnTo>
                <a:lnTo>
                  <a:pt x="2719450" y="2057778"/>
                </a:lnTo>
                <a:lnTo>
                  <a:pt x="2718930" y="2057237"/>
                </a:lnTo>
                <a:lnTo>
                  <a:pt x="2718398" y="2056712"/>
                </a:lnTo>
                <a:lnTo>
                  <a:pt x="2717855" y="2056201"/>
                </a:lnTo>
                <a:lnTo>
                  <a:pt x="2717299" y="2055704"/>
                </a:lnTo>
                <a:lnTo>
                  <a:pt x="2716732" y="2055223"/>
                </a:lnTo>
                <a:lnTo>
                  <a:pt x="2716153" y="2054756"/>
                </a:lnTo>
                <a:lnTo>
                  <a:pt x="2715563" y="2054303"/>
                </a:lnTo>
                <a:lnTo>
                  <a:pt x="2714961" y="2053866"/>
                </a:lnTo>
                <a:lnTo>
                  <a:pt x="2714346" y="2053443"/>
                </a:lnTo>
                <a:lnTo>
                  <a:pt x="2713721" y="2053035"/>
                </a:lnTo>
                <a:lnTo>
                  <a:pt x="2713083" y="2052641"/>
                </a:lnTo>
                <a:lnTo>
                  <a:pt x="2712434" y="2052262"/>
                </a:lnTo>
                <a:lnTo>
                  <a:pt x="2711773" y="2051898"/>
                </a:lnTo>
                <a:lnTo>
                  <a:pt x="2711100" y="2051548"/>
                </a:lnTo>
                <a:lnTo>
                  <a:pt x="2710416" y="2051213"/>
                </a:lnTo>
                <a:lnTo>
                  <a:pt x="2709719" y="2050893"/>
                </a:lnTo>
                <a:lnTo>
                  <a:pt x="2709011" y="2050587"/>
                </a:lnTo>
                <a:lnTo>
                  <a:pt x="2708292" y="2050297"/>
                </a:lnTo>
                <a:lnTo>
                  <a:pt x="2707560" y="2050020"/>
                </a:lnTo>
                <a:lnTo>
                  <a:pt x="2706817" y="2049759"/>
                </a:lnTo>
                <a:lnTo>
                  <a:pt x="2706062" y="2049512"/>
                </a:lnTo>
                <a:lnTo>
                  <a:pt x="2706062" y="2048667"/>
                </a:lnTo>
                <a:lnTo>
                  <a:pt x="2706497" y="2048454"/>
                </a:lnTo>
                <a:lnTo>
                  <a:pt x="2706928" y="2048238"/>
                </a:lnTo>
                <a:lnTo>
                  <a:pt x="2707354" y="2048019"/>
                </a:lnTo>
                <a:lnTo>
                  <a:pt x="2707776" y="2047798"/>
                </a:lnTo>
                <a:lnTo>
                  <a:pt x="2708195" y="2047573"/>
                </a:lnTo>
                <a:lnTo>
                  <a:pt x="2708609" y="2047346"/>
                </a:lnTo>
                <a:lnTo>
                  <a:pt x="2709019" y="2047115"/>
                </a:lnTo>
                <a:lnTo>
                  <a:pt x="2709425" y="2046882"/>
                </a:lnTo>
                <a:lnTo>
                  <a:pt x="2709827" y="2046646"/>
                </a:lnTo>
                <a:lnTo>
                  <a:pt x="2710224" y="2046407"/>
                </a:lnTo>
                <a:lnTo>
                  <a:pt x="2710618" y="2046164"/>
                </a:lnTo>
                <a:lnTo>
                  <a:pt x="2711008" y="2045919"/>
                </a:lnTo>
                <a:lnTo>
                  <a:pt x="2711393" y="2045671"/>
                </a:lnTo>
                <a:lnTo>
                  <a:pt x="2711774" y="2045420"/>
                </a:lnTo>
                <a:lnTo>
                  <a:pt x="2712151" y="2045166"/>
                </a:lnTo>
                <a:lnTo>
                  <a:pt x="2712524" y="2044910"/>
                </a:lnTo>
                <a:lnTo>
                  <a:pt x="2712893" y="2044650"/>
                </a:lnTo>
                <a:lnTo>
                  <a:pt x="2713258" y="2044387"/>
                </a:lnTo>
                <a:lnTo>
                  <a:pt x="2713619" y="2044121"/>
                </a:lnTo>
                <a:lnTo>
                  <a:pt x="2713976" y="2043853"/>
                </a:lnTo>
                <a:lnTo>
                  <a:pt x="2714328" y="2043581"/>
                </a:lnTo>
                <a:lnTo>
                  <a:pt x="2714677" y="2043307"/>
                </a:lnTo>
                <a:lnTo>
                  <a:pt x="2715021" y="2043030"/>
                </a:lnTo>
                <a:lnTo>
                  <a:pt x="2715361" y="2042749"/>
                </a:lnTo>
                <a:lnTo>
                  <a:pt x="2715696" y="2042465"/>
                </a:lnTo>
                <a:lnTo>
                  <a:pt x="2716026" y="2042175"/>
                </a:lnTo>
                <a:lnTo>
                  <a:pt x="2716349" y="2041880"/>
                </a:lnTo>
                <a:lnTo>
                  <a:pt x="2716667" y="2041580"/>
                </a:lnTo>
                <a:lnTo>
                  <a:pt x="2716978" y="2041274"/>
                </a:lnTo>
                <a:lnTo>
                  <a:pt x="2717284" y="2040964"/>
                </a:lnTo>
                <a:lnTo>
                  <a:pt x="2717584" y="2040647"/>
                </a:lnTo>
                <a:lnTo>
                  <a:pt x="2717878" y="2040326"/>
                </a:lnTo>
                <a:lnTo>
                  <a:pt x="2718166" y="2039999"/>
                </a:lnTo>
                <a:lnTo>
                  <a:pt x="2718449" y="2039667"/>
                </a:lnTo>
                <a:lnTo>
                  <a:pt x="2718725" y="2039330"/>
                </a:lnTo>
                <a:lnTo>
                  <a:pt x="2718996" y="2038988"/>
                </a:lnTo>
                <a:lnTo>
                  <a:pt x="2719261" y="2038640"/>
                </a:lnTo>
                <a:lnTo>
                  <a:pt x="2719519" y="2038287"/>
                </a:lnTo>
                <a:lnTo>
                  <a:pt x="2719772" y="2037928"/>
                </a:lnTo>
                <a:lnTo>
                  <a:pt x="2720020" y="2037565"/>
                </a:lnTo>
                <a:lnTo>
                  <a:pt x="2720261" y="2037196"/>
                </a:lnTo>
                <a:lnTo>
                  <a:pt x="2720496" y="2036821"/>
                </a:lnTo>
                <a:lnTo>
                  <a:pt x="2720726" y="2036442"/>
                </a:lnTo>
                <a:lnTo>
                  <a:pt x="2720949" y="2036057"/>
                </a:lnTo>
                <a:lnTo>
                  <a:pt x="2721167" y="2035667"/>
                </a:lnTo>
                <a:lnTo>
                  <a:pt x="2721379" y="2035272"/>
                </a:lnTo>
                <a:lnTo>
                  <a:pt x="2721585" y="2034871"/>
                </a:lnTo>
                <a:lnTo>
                  <a:pt x="2721785" y="2034465"/>
                </a:lnTo>
                <a:lnTo>
                  <a:pt x="2721979" y="2034053"/>
                </a:lnTo>
                <a:lnTo>
                  <a:pt x="2722163" y="2033635"/>
                </a:lnTo>
                <a:lnTo>
                  <a:pt x="2722340" y="2033210"/>
                </a:lnTo>
                <a:lnTo>
                  <a:pt x="2722509" y="2032779"/>
                </a:lnTo>
                <a:lnTo>
                  <a:pt x="2722669" y="2032341"/>
                </a:lnTo>
                <a:lnTo>
                  <a:pt x="2722821" y="2031897"/>
                </a:lnTo>
                <a:lnTo>
                  <a:pt x="2722965" y="2031447"/>
                </a:lnTo>
                <a:lnTo>
                  <a:pt x="2723100" y="2030990"/>
                </a:lnTo>
                <a:lnTo>
                  <a:pt x="2723228" y="2030526"/>
                </a:lnTo>
                <a:lnTo>
                  <a:pt x="2723347" y="2030056"/>
                </a:lnTo>
                <a:lnTo>
                  <a:pt x="2723458" y="2029580"/>
                </a:lnTo>
                <a:lnTo>
                  <a:pt x="2723561" y="2029097"/>
                </a:lnTo>
                <a:lnTo>
                  <a:pt x="2723655" y="2028608"/>
                </a:lnTo>
                <a:lnTo>
                  <a:pt x="2723742" y="2028112"/>
                </a:lnTo>
                <a:lnTo>
                  <a:pt x="2723820" y="2027610"/>
                </a:lnTo>
                <a:lnTo>
                  <a:pt x="2723890" y="2027101"/>
                </a:lnTo>
                <a:lnTo>
                  <a:pt x="2723951" y="2026586"/>
                </a:lnTo>
                <a:lnTo>
                  <a:pt x="2724005" y="2026064"/>
                </a:lnTo>
                <a:lnTo>
                  <a:pt x="2724050" y="2025536"/>
                </a:lnTo>
                <a:lnTo>
                  <a:pt x="2724087" y="2025002"/>
                </a:lnTo>
                <a:lnTo>
                  <a:pt x="2724116" y="2024461"/>
                </a:lnTo>
                <a:lnTo>
                  <a:pt x="2724136" y="2023914"/>
                </a:lnTo>
                <a:lnTo>
                  <a:pt x="2724148" y="2023360"/>
                </a:lnTo>
                <a:lnTo>
                  <a:pt x="2724153" y="2022799"/>
                </a:lnTo>
                <a:lnTo>
                  <a:pt x="2724144" y="2022001"/>
                </a:lnTo>
                <a:lnTo>
                  <a:pt x="2724117" y="2021212"/>
                </a:lnTo>
                <a:lnTo>
                  <a:pt x="2724073" y="2020432"/>
                </a:lnTo>
                <a:lnTo>
                  <a:pt x="2724012" y="2019662"/>
                </a:lnTo>
                <a:lnTo>
                  <a:pt x="2723932" y="2018901"/>
                </a:lnTo>
                <a:lnTo>
                  <a:pt x="2723836" y="2018150"/>
                </a:lnTo>
                <a:lnTo>
                  <a:pt x="2723721" y="2017408"/>
                </a:lnTo>
                <a:lnTo>
                  <a:pt x="2723589" y="2016675"/>
                </a:lnTo>
                <a:lnTo>
                  <a:pt x="2723439" y="2015952"/>
                </a:lnTo>
                <a:lnTo>
                  <a:pt x="2723272" y="2015238"/>
                </a:lnTo>
                <a:lnTo>
                  <a:pt x="2723087" y="2014534"/>
                </a:lnTo>
                <a:lnTo>
                  <a:pt x="2722885" y="2013839"/>
                </a:lnTo>
                <a:lnTo>
                  <a:pt x="2722664" y="2013153"/>
                </a:lnTo>
                <a:lnTo>
                  <a:pt x="2722427" y="2012477"/>
                </a:lnTo>
                <a:lnTo>
                  <a:pt x="2722171" y="2011810"/>
                </a:lnTo>
                <a:lnTo>
                  <a:pt x="2721898" y="2011153"/>
                </a:lnTo>
                <a:lnTo>
                  <a:pt x="2721608" y="2010504"/>
                </a:lnTo>
                <a:lnTo>
                  <a:pt x="2721300" y="2009866"/>
                </a:lnTo>
                <a:lnTo>
                  <a:pt x="2720974" y="2009236"/>
                </a:lnTo>
                <a:lnTo>
                  <a:pt x="2720630" y="2008617"/>
                </a:lnTo>
                <a:lnTo>
                  <a:pt x="2720269" y="2008006"/>
                </a:lnTo>
                <a:lnTo>
                  <a:pt x="2719891" y="2007405"/>
                </a:lnTo>
                <a:lnTo>
                  <a:pt x="2719494" y="2006813"/>
                </a:lnTo>
                <a:lnTo>
                  <a:pt x="2719081" y="2006231"/>
                </a:lnTo>
                <a:lnTo>
                  <a:pt x="2718666" y="2005645"/>
                </a:lnTo>
                <a:lnTo>
                  <a:pt x="2718239" y="2005071"/>
                </a:lnTo>
                <a:lnTo>
                  <a:pt x="2717799" y="2004508"/>
                </a:lnTo>
                <a:lnTo>
                  <a:pt x="2717348" y="2003958"/>
                </a:lnTo>
                <a:lnTo>
                  <a:pt x="2716884" y="2003419"/>
                </a:lnTo>
                <a:lnTo>
                  <a:pt x="2716407" y="2002892"/>
                </a:lnTo>
                <a:lnTo>
                  <a:pt x="2715918" y="2002376"/>
                </a:lnTo>
                <a:lnTo>
                  <a:pt x="2715417" y="2001873"/>
                </a:lnTo>
                <a:lnTo>
                  <a:pt x="2714904" y="2001381"/>
                </a:lnTo>
                <a:lnTo>
                  <a:pt x="2714378" y="2000901"/>
                </a:lnTo>
                <a:lnTo>
                  <a:pt x="2713840" y="2000432"/>
                </a:lnTo>
                <a:lnTo>
                  <a:pt x="2713290" y="1999975"/>
                </a:lnTo>
                <a:lnTo>
                  <a:pt x="2712727" y="1999530"/>
                </a:lnTo>
                <a:lnTo>
                  <a:pt x="2712152" y="1999097"/>
                </a:lnTo>
                <a:lnTo>
                  <a:pt x="2711565" y="1998676"/>
                </a:lnTo>
                <a:lnTo>
                  <a:pt x="2710965" y="1998266"/>
                </a:lnTo>
                <a:lnTo>
                  <a:pt x="2710353" y="1997868"/>
                </a:lnTo>
                <a:lnTo>
                  <a:pt x="2709729" y="1997482"/>
                </a:lnTo>
                <a:lnTo>
                  <a:pt x="2709092" y="1997107"/>
                </a:lnTo>
                <a:lnTo>
                  <a:pt x="2708443" y="1996744"/>
                </a:lnTo>
                <a:lnTo>
                  <a:pt x="2707782" y="1996393"/>
                </a:lnTo>
                <a:lnTo>
                  <a:pt x="2707108" y="1996054"/>
                </a:lnTo>
                <a:lnTo>
                  <a:pt x="2706422" y="1995726"/>
                </a:lnTo>
                <a:lnTo>
                  <a:pt x="2705724" y="1995411"/>
                </a:lnTo>
                <a:lnTo>
                  <a:pt x="2705016" y="1995093"/>
                </a:lnTo>
                <a:lnTo>
                  <a:pt x="2704300" y="1994790"/>
                </a:lnTo>
                <a:lnTo>
                  <a:pt x="2703577" y="1994499"/>
                </a:lnTo>
                <a:lnTo>
                  <a:pt x="2702845" y="1994222"/>
                </a:lnTo>
                <a:lnTo>
                  <a:pt x="2702107" y="1993959"/>
                </a:lnTo>
                <a:lnTo>
                  <a:pt x="2701360" y="1993709"/>
                </a:lnTo>
                <a:lnTo>
                  <a:pt x="2700606" y="1993473"/>
                </a:lnTo>
                <a:lnTo>
                  <a:pt x="2699844" y="1993250"/>
                </a:lnTo>
                <a:lnTo>
                  <a:pt x="2699075" y="1993041"/>
                </a:lnTo>
                <a:lnTo>
                  <a:pt x="2698298" y="1992845"/>
                </a:lnTo>
                <a:lnTo>
                  <a:pt x="2697514" y="1992663"/>
                </a:lnTo>
                <a:lnTo>
                  <a:pt x="2696721" y="1992494"/>
                </a:lnTo>
                <a:lnTo>
                  <a:pt x="2695922" y="1992339"/>
                </a:lnTo>
                <a:lnTo>
                  <a:pt x="2695114" y="1992197"/>
                </a:lnTo>
                <a:lnTo>
                  <a:pt x="2694299" y="1992069"/>
                </a:lnTo>
                <a:lnTo>
                  <a:pt x="2693476" y="1991954"/>
                </a:lnTo>
                <a:lnTo>
                  <a:pt x="2692646" y="1991853"/>
                </a:lnTo>
                <a:lnTo>
                  <a:pt x="2691808" y="1991765"/>
                </a:lnTo>
                <a:lnTo>
                  <a:pt x="2690962" y="1991691"/>
                </a:lnTo>
                <a:lnTo>
                  <a:pt x="2690109" y="1991630"/>
                </a:lnTo>
                <a:lnTo>
                  <a:pt x="2689248" y="1991583"/>
                </a:lnTo>
                <a:lnTo>
                  <a:pt x="2688380" y="1991549"/>
                </a:lnTo>
                <a:lnTo>
                  <a:pt x="2687503" y="1991529"/>
                </a:lnTo>
                <a:lnTo>
                  <a:pt x="2686620" y="1991522"/>
                </a:lnTo>
                <a:lnTo>
                  <a:pt x="2684422" y="1991522"/>
                </a:lnTo>
                <a:lnTo>
                  <a:pt x="2683524" y="1991529"/>
                </a:lnTo>
                <a:lnTo>
                  <a:pt x="2682634" y="1991549"/>
                </a:lnTo>
                <a:lnTo>
                  <a:pt x="2681751" y="1991583"/>
                </a:lnTo>
                <a:lnTo>
                  <a:pt x="2680876" y="1991630"/>
                </a:lnTo>
                <a:lnTo>
                  <a:pt x="2680009" y="1991691"/>
                </a:lnTo>
                <a:lnTo>
                  <a:pt x="2679149" y="1991765"/>
                </a:lnTo>
                <a:lnTo>
                  <a:pt x="2678297" y="1991853"/>
                </a:lnTo>
                <a:lnTo>
                  <a:pt x="2677452" y="1991954"/>
                </a:lnTo>
                <a:lnTo>
                  <a:pt x="2676616" y="1992069"/>
                </a:lnTo>
                <a:lnTo>
                  <a:pt x="2675786" y="1992197"/>
                </a:lnTo>
                <a:lnTo>
                  <a:pt x="2674965" y="1992339"/>
                </a:lnTo>
                <a:lnTo>
                  <a:pt x="2674151" y="1992494"/>
                </a:lnTo>
                <a:lnTo>
                  <a:pt x="2673345" y="1992663"/>
                </a:lnTo>
                <a:lnTo>
                  <a:pt x="2672546" y="1992845"/>
                </a:lnTo>
                <a:lnTo>
                  <a:pt x="2671755" y="1993041"/>
                </a:lnTo>
                <a:lnTo>
                  <a:pt x="2670971" y="1993250"/>
                </a:lnTo>
                <a:lnTo>
                  <a:pt x="2670196" y="1993473"/>
                </a:lnTo>
                <a:lnTo>
                  <a:pt x="2669428" y="1993709"/>
                </a:lnTo>
                <a:lnTo>
                  <a:pt x="2668667" y="1993959"/>
                </a:lnTo>
                <a:lnTo>
                  <a:pt x="2667914" y="1994222"/>
                </a:lnTo>
                <a:lnTo>
                  <a:pt x="2667169" y="1994499"/>
                </a:lnTo>
                <a:lnTo>
                  <a:pt x="2666431" y="1994790"/>
                </a:lnTo>
                <a:lnTo>
                  <a:pt x="2665701" y="1995093"/>
                </a:lnTo>
                <a:lnTo>
                  <a:pt x="2664979" y="1995411"/>
                </a:lnTo>
                <a:lnTo>
                  <a:pt x="2664266" y="1995740"/>
                </a:lnTo>
                <a:lnTo>
                  <a:pt x="2663566" y="1996081"/>
                </a:lnTo>
                <a:lnTo>
                  <a:pt x="2662879" y="1996433"/>
                </a:lnTo>
                <a:lnTo>
                  <a:pt x="2662203" y="1996796"/>
                </a:lnTo>
                <a:lnTo>
                  <a:pt x="2661540" y="1997170"/>
                </a:lnTo>
                <a:lnTo>
                  <a:pt x="2660890" y="1997556"/>
                </a:lnTo>
                <a:lnTo>
                  <a:pt x="2660251" y="1997952"/>
                </a:lnTo>
                <a:lnTo>
                  <a:pt x="2659625" y="1998360"/>
                </a:lnTo>
                <a:lnTo>
                  <a:pt x="2659011" y="1998779"/>
                </a:lnTo>
                <a:lnTo>
                  <a:pt x="2658410" y="1999209"/>
                </a:lnTo>
                <a:lnTo>
                  <a:pt x="2657821" y="1999650"/>
                </a:lnTo>
                <a:lnTo>
                  <a:pt x="2657244" y="2000102"/>
                </a:lnTo>
                <a:lnTo>
                  <a:pt x="2656680" y="2000566"/>
                </a:lnTo>
                <a:lnTo>
                  <a:pt x="2656127" y="2001040"/>
                </a:lnTo>
                <a:lnTo>
                  <a:pt x="2655588" y="2001526"/>
                </a:lnTo>
                <a:lnTo>
                  <a:pt x="2655060" y="2002023"/>
                </a:lnTo>
                <a:lnTo>
                  <a:pt x="2654545" y="2002531"/>
                </a:lnTo>
                <a:lnTo>
                  <a:pt x="2654042" y="2003050"/>
                </a:lnTo>
                <a:lnTo>
                  <a:pt x="2653552" y="2003581"/>
                </a:lnTo>
                <a:lnTo>
                  <a:pt x="2653074" y="2004122"/>
                </a:lnTo>
                <a:lnTo>
                  <a:pt x="2652608" y="2004675"/>
                </a:lnTo>
                <a:lnTo>
                  <a:pt x="2652154" y="2005239"/>
                </a:lnTo>
                <a:lnTo>
                  <a:pt x="2651713" y="2005814"/>
                </a:lnTo>
                <a:lnTo>
                  <a:pt x="2651284" y="2006400"/>
                </a:lnTo>
                <a:lnTo>
                  <a:pt x="2650884" y="2006982"/>
                </a:lnTo>
                <a:lnTo>
                  <a:pt x="2650501" y="2007574"/>
                </a:lnTo>
                <a:lnTo>
                  <a:pt x="2650135" y="2008175"/>
                </a:lnTo>
                <a:lnTo>
                  <a:pt x="2649786" y="2008786"/>
                </a:lnTo>
                <a:lnTo>
                  <a:pt x="2649454" y="2009405"/>
                </a:lnTo>
                <a:lnTo>
                  <a:pt x="2649139" y="2010035"/>
                </a:lnTo>
                <a:lnTo>
                  <a:pt x="2648841" y="2010673"/>
                </a:lnTo>
                <a:lnTo>
                  <a:pt x="2648561" y="2011322"/>
                </a:lnTo>
                <a:lnTo>
                  <a:pt x="2648297" y="2011979"/>
                </a:lnTo>
                <a:lnTo>
                  <a:pt x="2648050" y="2012646"/>
                </a:lnTo>
                <a:lnTo>
                  <a:pt x="2647820" y="2013322"/>
                </a:lnTo>
                <a:lnTo>
                  <a:pt x="2647607" y="2014008"/>
                </a:lnTo>
                <a:lnTo>
                  <a:pt x="2647411" y="2014703"/>
                </a:lnTo>
                <a:lnTo>
                  <a:pt x="2647233" y="2015407"/>
                </a:lnTo>
                <a:lnTo>
                  <a:pt x="2647071" y="2016121"/>
                </a:lnTo>
                <a:lnTo>
                  <a:pt x="2646926" y="2016844"/>
                </a:lnTo>
                <a:lnTo>
                  <a:pt x="2646799" y="2017577"/>
                </a:lnTo>
                <a:lnTo>
                  <a:pt x="2646688" y="2018319"/>
                </a:lnTo>
                <a:lnTo>
                  <a:pt x="2646594" y="2019070"/>
                </a:lnTo>
                <a:lnTo>
                  <a:pt x="2646518" y="2019831"/>
                </a:lnTo>
                <a:lnTo>
                  <a:pt x="2646458" y="2020601"/>
                </a:lnTo>
                <a:lnTo>
                  <a:pt x="2646416" y="2021381"/>
                </a:lnTo>
                <a:lnTo>
                  <a:pt x="2646390" y="2022170"/>
                </a:lnTo>
                <a:lnTo>
                  <a:pt x="2646381" y="2022968"/>
                </a:lnTo>
                <a:lnTo>
                  <a:pt x="2646381" y="2025843"/>
                </a:lnTo>
                <a:lnTo>
                  <a:pt x="2661767" y="2025843"/>
                </a:lnTo>
                <a:lnTo>
                  <a:pt x="2661777" y="2025020"/>
                </a:lnTo>
                <a:lnTo>
                  <a:pt x="2661808" y="2024213"/>
                </a:lnTo>
                <a:lnTo>
                  <a:pt x="2661859" y="2023423"/>
                </a:lnTo>
                <a:lnTo>
                  <a:pt x="2661931" y="2022649"/>
                </a:lnTo>
                <a:lnTo>
                  <a:pt x="2662024" y="2021892"/>
                </a:lnTo>
                <a:lnTo>
                  <a:pt x="2662137" y="2021151"/>
                </a:lnTo>
                <a:lnTo>
                  <a:pt x="2662270" y="2020427"/>
                </a:lnTo>
                <a:lnTo>
                  <a:pt x="2662424" y="2019719"/>
                </a:lnTo>
                <a:lnTo>
                  <a:pt x="2662599" y="2019027"/>
                </a:lnTo>
                <a:lnTo>
                  <a:pt x="2662794" y="2018352"/>
                </a:lnTo>
                <a:lnTo>
                  <a:pt x="2663010" y="2017693"/>
                </a:lnTo>
                <a:lnTo>
                  <a:pt x="2663246" y="2017051"/>
                </a:lnTo>
                <a:lnTo>
                  <a:pt x="2663503" y="2016425"/>
                </a:lnTo>
                <a:lnTo>
                  <a:pt x="2663780" y="2015816"/>
                </a:lnTo>
                <a:lnTo>
                  <a:pt x="2664078" y="2015223"/>
                </a:lnTo>
                <a:lnTo>
                  <a:pt x="2664397" y="2014647"/>
                </a:lnTo>
                <a:lnTo>
                  <a:pt x="2664736" y="2014087"/>
                </a:lnTo>
                <a:lnTo>
                  <a:pt x="2665095" y="2013543"/>
                </a:lnTo>
                <a:lnTo>
                  <a:pt x="2665475" y="2013016"/>
                </a:lnTo>
                <a:lnTo>
                  <a:pt x="2665876" y="2012505"/>
                </a:lnTo>
                <a:lnTo>
                  <a:pt x="2666297" y="2012011"/>
                </a:lnTo>
                <a:lnTo>
                  <a:pt x="2666739" y="2011533"/>
                </a:lnTo>
                <a:lnTo>
                  <a:pt x="2667201" y="2011072"/>
                </a:lnTo>
                <a:lnTo>
                  <a:pt x="2667684" y="2010627"/>
                </a:lnTo>
                <a:lnTo>
                  <a:pt x="2668199" y="2010199"/>
                </a:lnTo>
                <a:lnTo>
                  <a:pt x="2668730" y="2009790"/>
                </a:lnTo>
                <a:lnTo>
                  <a:pt x="2669277" y="2009398"/>
                </a:lnTo>
                <a:lnTo>
                  <a:pt x="2669840" y="2009025"/>
                </a:lnTo>
                <a:lnTo>
                  <a:pt x="2670418" y="2008670"/>
                </a:lnTo>
                <a:lnTo>
                  <a:pt x="2671013" y="2008334"/>
                </a:lnTo>
                <a:lnTo>
                  <a:pt x="2671623" y="2008015"/>
                </a:lnTo>
                <a:lnTo>
                  <a:pt x="2672249" y="2007715"/>
                </a:lnTo>
                <a:lnTo>
                  <a:pt x="2672891" y="2007433"/>
                </a:lnTo>
                <a:lnTo>
                  <a:pt x="2673549" y="2007169"/>
                </a:lnTo>
                <a:lnTo>
                  <a:pt x="2674222" y="2006923"/>
                </a:lnTo>
                <a:lnTo>
                  <a:pt x="2674912" y="2006696"/>
                </a:lnTo>
                <a:lnTo>
                  <a:pt x="2675617" y="2006486"/>
                </a:lnTo>
                <a:lnTo>
                  <a:pt x="2676338" y="2006295"/>
                </a:lnTo>
                <a:lnTo>
                  <a:pt x="2677075" y="2006122"/>
                </a:lnTo>
                <a:lnTo>
                  <a:pt x="2677828" y="2005968"/>
                </a:lnTo>
                <a:lnTo>
                  <a:pt x="2678597" y="2005831"/>
                </a:lnTo>
                <a:lnTo>
                  <a:pt x="2679381" y="2005713"/>
                </a:lnTo>
                <a:lnTo>
                  <a:pt x="2680182" y="2005613"/>
                </a:lnTo>
                <a:lnTo>
                  <a:pt x="2680998" y="2005531"/>
                </a:lnTo>
                <a:lnTo>
                  <a:pt x="2681830" y="2005467"/>
                </a:lnTo>
                <a:lnTo>
                  <a:pt x="2682678" y="2005422"/>
                </a:lnTo>
                <a:lnTo>
                  <a:pt x="2683542" y="2005394"/>
                </a:lnTo>
                <a:lnTo>
                  <a:pt x="2684422" y="2005385"/>
                </a:lnTo>
                <a:lnTo>
                  <a:pt x="2684955" y="2005389"/>
                </a:lnTo>
                <a:lnTo>
                  <a:pt x="2685483" y="2005399"/>
                </a:lnTo>
                <a:lnTo>
                  <a:pt x="2686007" y="2005417"/>
                </a:lnTo>
                <a:lnTo>
                  <a:pt x="2686526" y="2005442"/>
                </a:lnTo>
                <a:lnTo>
                  <a:pt x="2687040" y="2005473"/>
                </a:lnTo>
                <a:lnTo>
                  <a:pt x="2687550" y="2005512"/>
                </a:lnTo>
                <a:lnTo>
                  <a:pt x="2688054" y="2005558"/>
                </a:lnTo>
                <a:lnTo>
                  <a:pt x="2688555" y="2005611"/>
                </a:lnTo>
                <a:lnTo>
                  <a:pt x="2689050" y="2005671"/>
                </a:lnTo>
                <a:lnTo>
                  <a:pt x="2689541" y="2005738"/>
                </a:lnTo>
                <a:lnTo>
                  <a:pt x="2690027" y="2005812"/>
                </a:lnTo>
                <a:lnTo>
                  <a:pt x="2690508" y="2005893"/>
                </a:lnTo>
                <a:lnTo>
                  <a:pt x="2690985" y="2005981"/>
                </a:lnTo>
                <a:lnTo>
                  <a:pt x="2691457" y="2006076"/>
                </a:lnTo>
                <a:lnTo>
                  <a:pt x="2691924" y="2006178"/>
                </a:lnTo>
                <a:lnTo>
                  <a:pt x="2692387" y="2006287"/>
                </a:lnTo>
                <a:lnTo>
                  <a:pt x="2692845" y="2006403"/>
                </a:lnTo>
                <a:lnTo>
                  <a:pt x="2693298" y="2006527"/>
                </a:lnTo>
                <a:lnTo>
                  <a:pt x="2693746" y="2006657"/>
                </a:lnTo>
                <a:lnTo>
                  <a:pt x="2694190" y="2006794"/>
                </a:lnTo>
                <a:lnTo>
                  <a:pt x="2694629" y="2006939"/>
                </a:lnTo>
                <a:lnTo>
                  <a:pt x="2695064" y="2007090"/>
                </a:lnTo>
                <a:lnTo>
                  <a:pt x="2695493" y="2007249"/>
                </a:lnTo>
                <a:lnTo>
                  <a:pt x="2695918" y="2007414"/>
                </a:lnTo>
                <a:lnTo>
                  <a:pt x="2696351" y="2007587"/>
                </a:lnTo>
                <a:lnTo>
                  <a:pt x="2696777" y="2007768"/>
                </a:lnTo>
                <a:lnTo>
                  <a:pt x="2697194" y="2007956"/>
                </a:lnTo>
                <a:lnTo>
                  <a:pt x="2697604" y="2008152"/>
                </a:lnTo>
                <a:lnTo>
                  <a:pt x="2698007" y="2008355"/>
                </a:lnTo>
                <a:lnTo>
                  <a:pt x="2698402" y="2008566"/>
                </a:lnTo>
                <a:lnTo>
                  <a:pt x="2698789" y="2008785"/>
                </a:lnTo>
                <a:lnTo>
                  <a:pt x="2699168" y="2009011"/>
                </a:lnTo>
                <a:lnTo>
                  <a:pt x="2699540" y="2009245"/>
                </a:lnTo>
                <a:lnTo>
                  <a:pt x="2699904" y="2009487"/>
                </a:lnTo>
                <a:lnTo>
                  <a:pt x="2700261" y="2009736"/>
                </a:lnTo>
                <a:lnTo>
                  <a:pt x="2700610" y="2009993"/>
                </a:lnTo>
                <a:lnTo>
                  <a:pt x="2700951" y="2010257"/>
                </a:lnTo>
                <a:lnTo>
                  <a:pt x="2701285" y="2010529"/>
                </a:lnTo>
                <a:lnTo>
                  <a:pt x="2701611" y="2010809"/>
                </a:lnTo>
                <a:lnTo>
                  <a:pt x="2701930" y="2011096"/>
                </a:lnTo>
                <a:lnTo>
                  <a:pt x="2702240" y="2011391"/>
                </a:lnTo>
                <a:lnTo>
                  <a:pt x="2702544" y="2011694"/>
                </a:lnTo>
                <a:lnTo>
                  <a:pt x="2702839" y="2012004"/>
                </a:lnTo>
                <a:lnTo>
                  <a:pt x="2703127" y="2012322"/>
                </a:lnTo>
                <a:lnTo>
                  <a:pt x="2703407" y="2012648"/>
                </a:lnTo>
                <a:lnTo>
                  <a:pt x="2703680" y="2012981"/>
                </a:lnTo>
                <a:lnTo>
                  <a:pt x="2703945" y="2013322"/>
                </a:lnTo>
                <a:lnTo>
                  <a:pt x="2704203" y="2013670"/>
                </a:lnTo>
                <a:lnTo>
                  <a:pt x="2704451" y="2014026"/>
                </a:lnTo>
                <a:lnTo>
                  <a:pt x="2704689" y="2014390"/>
                </a:lnTo>
                <a:lnTo>
                  <a:pt x="2704916" y="2014761"/>
                </a:lnTo>
                <a:lnTo>
                  <a:pt x="2705132" y="2015140"/>
                </a:lnTo>
                <a:lnTo>
                  <a:pt x="2705339" y="2015526"/>
                </a:lnTo>
                <a:lnTo>
                  <a:pt x="2705534" y="2015921"/>
                </a:lnTo>
                <a:lnTo>
                  <a:pt x="2705719" y="2016322"/>
                </a:lnTo>
                <a:lnTo>
                  <a:pt x="2705893" y="2016732"/>
                </a:lnTo>
                <a:lnTo>
                  <a:pt x="2706057" y="2017149"/>
                </a:lnTo>
                <a:lnTo>
                  <a:pt x="2706210" y="2017574"/>
                </a:lnTo>
                <a:lnTo>
                  <a:pt x="2706353" y="2018006"/>
                </a:lnTo>
                <a:lnTo>
                  <a:pt x="2706485" y="2018446"/>
                </a:lnTo>
                <a:lnTo>
                  <a:pt x="2706606" y="2018894"/>
                </a:lnTo>
                <a:lnTo>
                  <a:pt x="2706717" y="2019349"/>
                </a:lnTo>
                <a:lnTo>
                  <a:pt x="2706818" y="2019812"/>
                </a:lnTo>
                <a:lnTo>
                  <a:pt x="2706908" y="2020282"/>
                </a:lnTo>
                <a:lnTo>
                  <a:pt x="2706987" y="2020760"/>
                </a:lnTo>
                <a:lnTo>
                  <a:pt x="2707055" y="2021246"/>
                </a:lnTo>
                <a:lnTo>
                  <a:pt x="2707114" y="2021740"/>
                </a:lnTo>
                <a:lnTo>
                  <a:pt x="2707161" y="2022241"/>
                </a:lnTo>
                <a:lnTo>
                  <a:pt x="2707198" y="2022749"/>
                </a:lnTo>
                <a:lnTo>
                  <a:pt x="2707225" y="2023266"/>
                </a:lnTo>
                <a:lnTo>
                  <a:pt x="2707240" y="2023789"/>
                </a:lnTo>
                <a:lnTo>
                  <a:pt x="2707246" y="2024321"/>
                </a:lnTo>
                <a:lnTo>
                  <a:pt x="2707240" y="2024853"/>
                </a:lnTo>
                <a:lnTo>
                  <a:pt x="2707223" y="2025378"/>
                </a:lnTo>
                <a:lnTo>
                  <a:pt x="2707195" y="2025895"/>
                </a:lnTo>
                <a:lnTo>
                  <a:pt x="2707156" y="2026406"/>
                </a:lnTo>
                <a:lnTo>
                  <a:pt x="2707106" y="2026910"/>
                </a:lnTo>
                <a:lnTo>
                  <a:pt x="2707045" y="2027407"/>
                </a:lnTo>
                <a:lnTo>
                  <a:pt x="2706972" y="2027896"/>
                </a:lnTo>
                <a:lnTo>
                  <a:pt x="2706889" y="2028379"/>
                </a:lnTo>
                <a:lnTo>
                  <a:pt x="2706794" y="2028854"/>
                </a:lnTo>
                <a:lnTo>
                  <a:pt x="2706688" y="2029323"/>
                </a:lnTo>
                <a:lnTo>
                  <a:pt x="2706571" y="2029784"/>
                </a:lnTo>
                <a:lnTo>
                  <a:pt x="2706443" y="2030238"/>
                </a:lnTo>
                <a:lnTo>
                  <a:pt x="2706303" y="2030686"/>
                </a:lnTo>
                <a:lnTo>
                  <a:pt x="2706153" y="2031126"/>
                </a:lnTo>
                <a:lnTo>
                  <a:pt x="2705991" y="2031559"/>
                </a:lnTo>
                <a:lnTo>
                  <a:pt x="2705818" y="2031985"/>
                </a:lnTo>
                <a:lnTo>
                  <a:pt x="2705634" y="2032405"/>
                </a:lnTo>
                <a:lnTo>
                  <a:pt x="2705439" y="2032817"/>
                </a:lnTo>
                <a:lnTo>
                  <a:pt x="2705233" y="2033222"/>
                </a:lnTo>
                <a:lnTo>
                  <a:pt x="2705015" y="2033620"/>
                </a:lnTo>
                <a:lnTo>
                  <a:pt x="2704786" y="2034011"/>
                </a:lnTo>
                <a:lnTo>
                  <a:pt x="2704547" y="2034395"/>
                </a:lnTo>
                <a:lnTo>
                  <a:pt x="2704296" y="2034772"/>
                </a:lnTo>
                <a:lnTo>
                  <a:pt x="2704034" y="2035141"/>
                </a:lnTo>
                <a:lnTo>
                  <a:pt x="2703776" y="2035490"/>
                </a:lnTo>
                <a:lnTo>
                  <a:pt x="2703511" y="2035832"/>
                </a:lnTo>
                <a:lnTo>
                  <a:pt x="2703238" y="2036166"/>
                </a:lnTo>
                <a:lnTo>
                  <a:pt x="2702958" y="2036494"/>
                </a:lnTo>
                <a:lnTo>
                  <a:pt x="2702670" y="2036814"/>
                </a:lnTo>
                <a:lnTo>
                  <a:pt x="2702375" y="2037128"/>
                </a:lnTo>
                <a:lnTo>
                  <a:pt x="2702071" y="2037434"/>
                </a:lnTo>
                <a:lnTo>
                  <a:pt x="2701761" y="2037734"/>
                </a:lnTo>
                <a:lnTo>
                  <a:pt x="2701442" y="2038026"/>
                </a:lnTo>
                <a:lnTo>
                  <a:pt x="2701116" y="2038311"/>
                </a:lnTo>
                <a:lnTo>
                  <a:pt x="2700782" y="2038590"/>
                </a:lnTo>
                <a:lnTo>
                  <a:pt x="2700441" y="2038861"/>
                </a:lnTo>
                <a:lnTo>
                  <a:pt x="2700092" y="2039125"/>
                </a:lnTo>
                <a:lnTo>
                  <a:pt x="2699735" y="2039382"/>
                </a:lnTo>
                <a:lnTo>
                  <a:pt x="2699371" y="2039632"/>
                </a:lnTo>
                <a:lnTo>
                  <a:pt x="2698999" y="2039875"/>
                </a:lnTo>
                <a:lnTo>
                  <a:pt x="2698620" y="2040111"/>
                </a:lnTo>
                <a:lnTo>
                  <a:pt x="2698232" y="2040340"/>
                </a:lnTo>
                <a:lnTo>
                  <a:pt x="2697838" y="2040562"/>
                </a:lnTo>
                <a:lnTo>
                  <a:pt x="2697435" y="2040777"/>
                </a:lnTo>
                <a:lnTo>
                  <a:pt x="2697025" y="2040985"/>
                </a:lnTo>
                <a:lnTo>
                  <a:pt x="2696608" y="2041185"/>
                </a:lnTo>
                <a:lnTo>
                  <a:pt x="2696182" y="2041379"/>
                </a:lnTo>
                <a:lnTo>
                  <a:pt x="2695749" y="2041566"/>
                </a:lnTo>
                <a:lnTo>
                  <a:pt x="2695325" y="2041745"/>
                </a:lnTo>
                <a:lnTo>
                  <a:pt x="2694896" y="2041917"/>
                </a:lnTo>
                <a:lnTo>
                  <a:pt x="2694463" y="2042081"/>
                </a:lnTo>
                <a:lnTo>
                  <a:pt x="2694026" y="2042237"/>
                </a:lnTo>
                <a:lnTo>
                  <a:pt x="2693584" y="2042386"/>
                </a:lnTo>
                <a:lnTo>
                  <a:pt x="2693139" y="2042527"/>
                </a:lnTo>
                <a:lnTo>
                  <a:pt x="2692690" y="2042661"/>
                </a:lnTo>
                <a:lnTo>
                  <a:pt x="2692236" y="2042787"/>
                </a:lnTo>
                <a:lnTo>
                  <a:pt x="2691779" y="2042905"/>
                </a:lnTo>
                <a:lnTo>
                  <a:pt x="2691317" y="2043016"/>
                </a:lnTo>
                <a:lnTo>
                  <a:pt x="2690851" y="2043119"/>
                </a:lnTo>
                <a:lnTo>
                  <a:pt x="2690381" y="2043214"/>
                </a:lnTo>
                <a:lnTo>
                  <a:pt x="2689907" y="2043302"/>
                </a:lnTo>
                <a:lnTo>
                  <a:pt x="2689429" y="2043382"/>
                </a:lnTo>
                <a:lnTo>
                  <a:pt x="2688947" y="2043455"/>
                </a:lnTo>
                <a:lnTo>
                  <a:pt x="2688461" y="2043520"/>
                </a:lnTo>
                <a:lnTo>
                  <a:pt x="2687970" y="2043577"/>
                </a:lnTo>
                <a:lnTo>
                  <a:pt x="2687475" y="2043626"/>
                </a:lnTo>
                <a:lnTo>
                  <a:pt x="2686977" y="2043668"/>
                </a:lnTo>
                <a:lnTo>
                  <a:pt x="2686474" y="2043703"/>
                </a:lnTo>
                <a:lnTo>
                  <a:pt x="2685967" y="2043729"/>
                </a:lnTo>
                <a:lnTo>
                  <a:pt x="2685456" y="2043749"/>
                </a:lnTo>
                <a:lnTo>
                  <a:pt x="2684941" y="2043760"/>
                </a:lnTo>
                <a:lnTo>
                  <a:pt x="2684422" y="2043764"/>
                </a:lnTo>
                <a:lnTo>
                  <a:pt x="2671404" y="2043764"/>
                </a:lnTo>
                <a:lnTo>
                  <a:pt x="2671404" y="2056106"/>
                </a:lnTo>
                <a:lnTo>
                  <a:pt x="2685943" y="2056106"/>
                </a:lnTo>
                <a:lnTo>
                  <a:pt x="2686477" y="2056109"/>
                </a:lnTo>
                <a:lnTo>
                  <a:pt x="2687007" y="2056121"/>
                </a:lnTo>
                <a:lnTo>
                  <a:pt x="2687534" y="2056140"/>
                </a:lnTo>
                <a:lnTo>
                  <a:pt x="2688057" y="2056167"/>
                </a:lnTo>
                <a:lnTo>
                  <a:pt x="2688576" y="2056201"/>
                </a:lnTo>
                <a:lnTo>
                  <a:pt x="2689092" y="2056243"/>
                </a:lnTo>
                <a:lnTo>
                  <a:pt x="2689605" y="2056293"/>
                </a:lnTo>
                <a:lnTo>
                  <a:pt x="2690114" y="2056350"/>
                </a:lnTo>
                <a:lnTo>
                  <a:pt x="2690619" y="2056415"/>
                </a:lnTo>
                <a:lnTo>
                  <a:pt x="2691121" y="2056487"/>
                </a:lnTo>
                <a:lnTo>
                  <a:pt x="2691619" y="2056567"/>
                </a:lnTo>
                <a:lnTo>
                  <a:pt x="2692114" y="2056655"/>
                </a:lnTo>
                <a:lnTo>
                  <a:pt x="2692606" y="2056751"/>
                </a:lnTo>
                <a:lnTo>
                  <a:pt x="2693093" y="2056854"/>
                </a:lnTo>
                <a:lnTo>
                  <a:pt x="2693578" y="2056964"/>
                </a:lnTo>
                <a:lnTo>
                  <a:pt x="2694058" y="2057082"/>
                </a:lnTo>
                <a:lnTo>
                  <a:pt x="2694536" y="2057208"/>
                </a:lnTo>
                <a:lnTo>
                  <a:pt x="2695009" y="2057342"/>
                </a:lnTo>
                <a:lnTo>
                  <a:pt x="2695480" y="2057483"/>
                </a:lnTo>
                <a:lnTo>
                  <a:pt x="2695946" y="2057632"/>
                </a:lnTo>
                <a:lnTo>
                  <a:pt x="2696410" y="2057788"/>
                </a:lnTo>
                <a:lnTo>
                  <a:pt x="2696869" y="2057953"/>
                </a:lnTo>
                <a:lnTo>
                  <a:pt x="2697325" y="2058124"/>
                </a:lnTo>
                <a:lnTo>
                  <a:pt x="2697778" y="2058304"/>
                </a:lnTo>
                <a:lnTo>
                  <a:pt x="2698225" y="2058477"/>
                </a:lnTo>
                <a:lnTo>
                  <a:pt x="2698664" y="2058659"/>
                </a:lnTo>
                <a:lnTo>
                  <a:pt x="2699096" y="2058850"/>
                </a:lnTo>
                <a:lnTo>
                  <a:pt x="2699520" y="2059050"/>
                </a:lnTo>
                <a:lnTo>
                  <a:pt x="2699937" y="2059259"/>
                </a:lnTo>
                <a:lnTo>
                  <a:pt x="2700346" y="2059476"/>
                </a:lnTo>
                <a:lnTo>
                  <a:pt x="2700747" y="2059703"/>
                </a:lnTo>
                <a:lnTo>
                  <a:pt x="2701140" y="2059938"/>
                </a:lnTo>
                <a:lnTo>
                  <a:pt x="2701526" y="2060182"/>
                </a:lnTo>
                <a:lnTo>
                  <a:pt x="2701905" y="2060435"/>
                </a:lnTo>
                <a:lnTo>
                  <a:pt x="2702276" y="2060696"/>
                </a:lnTo>
                <a:lnTo>
                  <a:pt x="2702639" y="2060966"/>
                </a:lnTo>
                <a:lnTo>
                  <a:pt x="2702994" y="2061245"/>
                </a:lnTo>
                <a:lnTo>
                  <a:pt x="2703342" y="2061533"/>
                </a:lnTo>
                <a:lnTo>
                  <a:pt x="2703682" y="2061830"/>
                </a:lnTo>
                <a:lnTo>
                  <a:pt x="2704015" y="2062136"/>
                </a:lnTo>
                <a:lnTo>
                  <a:pt x="2704340" y="2062450"/>
                </a:lnTo>
                <a:lnTo>
                  <a:pt x="2704657" y="2062773"/>
                </a:lnTo>
                <a:lnTo>
                  <a:pt x="2704967" y="2063105"/>
                </a:lnTo>
                <a:lnTo>
                  <a:pt x="2705269" y="2063446"/>
                </a:lnTo>
                <a:lnTo>
                  <a:pt x="2705563" y="2063796"/>
                </a:lnTo>
                <a:lnTo>
                  <a:pt x="2705850" y="2064154"/>
                </a:lnTo>
                <a:lnTo>
                  <a:pt x="2706129" y="2064521"/>
                </a:lnTo>
                <a:lnTo>
                  <a:pt x="2706400" y="2064897"/>
                </a:lnTo>
                <a:lnTo>
                  <a:pt x="2706676" y="2065282"/>
                </a:lnTo>
                <a:lnTo>
                  <a:pt x="2706940" y="2065676"/>
                </a:lnTo>
                <a:lnTo>
                  <a:pt x="2707193" y="2066078"/>
                </a:lnTo>
                <a:lnTo>
                  <a:pt x="2707433" y="2066489"/>
                </a:lnTo>
                <a:lnTo>
                  <a:pt x="2707662" y="2066909"/>
                </a:lnTo>
                <a:lnTo>
                  <a:pt x="2707880" y="2067338"/>
                </a:lnTo>
                <a:lnTo>
                  <a:pt x="2708085" y="2067776"/>
                </a:lnTo>
                <a:lnTo>
                  <a:pt x="2708279" y="2068222"/>
                </a:lnTo>
                <a:lnTo>
                  <a:pt x="2708461" y="2068677"/>
                </a:lnTo>
                <a:lnTo>
                  <a:pt x="2708631" y="2069141"/>
                </a:lnTo>
                <a:lnTo>
                  <a:pt x="2708790" y="2069614"/>
                </a:lnTo>
                <a:lnTo>
                  <a:pt x="2708936" y="2070096"/>
                </a:lnTo>
                <a:lnTo>
                  <a:pt x="2709071" y="2070586"/>
                </a:lnTo>
                <a:lnTo>
                  <a:pt x="2709195" y="2071086"/>
                </a:lnTo>
                <a:lnTo>
                  <a:pt x="2709306" y="2071594"/>
                </a:lnTo>
                <a:lnTo>
                  <a:pt x="2709406" y="2072111"/>
                </a:lnTo>
                <a:lnTo>
                  <a:pt x="2709494" y="2072636"/>
                </a:lnTo>
                <a:lnTo>
                  <a:pt x="2709570" y="2073171"/>
                </a:lnTo>
                <a:lnTo>
                  <a:pt x="2709635" y="2073714"/>
                </a:lnTo>
                <a:lnTo>
                  <a:pt x="2709688" y="2074266"/>
                </a:lnTo>
                <a:lnTo>
                  <a:pt x="2709729" y="2074827"/>
                </a:lnTo>
                <a:lnTo>
                  <a:pt x="2709758" y="2075397"/>
                </a:lnTo>
                <a:lnTo>
                  <a:pt x="2709776" y="2075976"/>
                </a:lnTo>
                <a:lnTo>
                  <a:pt x="2709782" y="2076563"/>
                </a:lnTo>
                <a:lnTo>
                  <a:pt x="2709769" y="2077413"/>
                </a:lnTo>
                <a:lnTo>
                  <a:pt x="2709732" y="2078246"/>
                </a:lnTo>
                <a:lnTo>
                  <a:pt x="2709671" y="2079062"/>
                </a:lnTo>
                <a:lnTo>
                  <a:pt x="2709584" y="2079860"/>
                </a:lnTo>
                <a:lnTo>
                  <a:pt x="2709473" y="2080640"/>
                </a:lnTo>
                <a:lnTo>
                  <a:pt x="2709338" y="2081402"/>
                </a:lnTo>
                <a:lnTo>
                  <a:pt x="2709178" y="2082147"/>
                </a:lnTo>
                <a:lnTo>
                  <a:pt x="2708993" y="2082875"/>
                </a:lnTo>
                <a:lnTo>
                  <a:pt x="2708783" y="2083584"/>
                </a:lnTo>
                <a:lnTo>
                  <a:pt x="2708549" y="2084277"/>
                </a:lnTo>
                <a:lnTo>
                  <a:pt x="2708290" y="2084951"/>
                </a:lnTo>
                <a:lnTo>
                  <a:pt x="2708007" y="2085608"/>
                </a:lnTo>
                <a:lnTo>
                  <a:pt x="2707698" y="2086247"/>
                </a:lnTo>
                <a:lnTo>
                  <a:pt x="2707365" y="2086869"/>
                </a:lnTo>
                <a:lnTo>
                  <a:pt x="2707008" y="2087473"/>
                </a:lnTo>
                <a:lnTo>
                  <a:pt x="2706626" y="2088059"/>
                </a:lnTo>
                <a:lnTo>
                  <a:pt x="2706219" y="2088628"/>
                </a:lnTo>
                <a:lnTo>
                  <a:pt x="2705788" y="2089179"/>
                </a:lnTo>
                <a:lnTo>
                  <a:pt x="2705331" y="2089713"/>
                </a:lnTo>
                <a:lnTo>
                  <a:pt x="2704851" y="2090229"/>
                </a:lnTo>
                <a:lnTo>
                  <a:pt x="2704345" y="2090727"/>
                </a:lnTo>
                <a:lnTo>
                  <a:pt x="2703815" y="2091208"/>
                </a:lnTo>
                <a:lnTo>
                  <a:pt x="2703260" y="2091671"/>
                </a:lnTo>
                <a:lnTo>
                  <a:pt x="2702681" y="2092117"/>
                </a:lnTo>
                <a:lnTo>
                  <a:pt x="2702082" y="2092531"/>
                </a:lnTo>
                <a:lnTo>
                  <a:pt x="2701469" y="2092927"/>
                </a:lnTo>
                <a:lnTo>
                  <a:pt x="2700842" y="2093306"/>
                </a:lnTo>
                <a:lnTo>
                  <a:pt x="2700201" y="2093667"/>
                </a:lnTo>
                <a:lnTo>
                  <a:pt x="2699546" y="2094010"/>
                </a:lnTo>
                <a:lnTo>
                  <a:pt x="2698877" y="2094336"/>
                </a:lnTo>
                <a:lnTo>
                  <a:pt x="2698194" y="2094644"/>
                </a:lnTo>
                <a:lnTo>
                  <a:pt x="2697496" y="2094935"/>
                </a:lnTo>
                <a:lnTo>
                  <a:pt x="2696785" y="2095208"/>
                </a:lnTo>
                <a:lnTo>
                  <a:pt x="2696059" y="2095463"/>
                </a:lnTo>
                <a:lnTo>
                  <a:pt x="2695320" y="2095701"/>
                </a:lnTo>
                <a:lnTo>
                  <a:pt x="2694566" y="2095921"/>
                </a:lnTo>
                <a:lnTo>
                  <a:pt x="2693798" y="2096123"/>
                </a:lnTo>
                <a:lnTo>
                  <a:pt x="2693016" y="2096308"/>
                </a:lnTo>
                <a:lnTo>
                  <a:pt x="2692220" y="2096476"/>
                </a:lnTo>
                <a:lnTo>
                  <a:pt x="2691410" y="2096625"/>
                </a:lnTo>
                <a:lnTo>
                  <a:pt x="2690586" y="2096758"/>
                </a:lnTo>
                <a:lnTo>
                  <a:pt x="2689747" y="2096872"/>
                </a:lnTo>
                <a:lnTo>
                  <a:pt x="2688895" y="2096969"/>
                </a:lnTo>
                <a:lnTo>
                  <a:pt x="2688029" y="2097048"/>
                </a:lnTo>
                <a:lnTo>
                  <a:pt x="2687148" y="2097110"/>
                </a:lnTo>
                <a:lnTo>
                  <a:pt x="2686253" y="2097154"/>
                </a:lnTo>
                <a:lnTo>
                  <a:pt x="2685345" y="2097180"/>
                </a:lnTo>
                <a:lnTo>
                  <a:pt x="2684422" y="2097189"/>
                </a:lnTo>
                <a:lnTo>
                  <a:pt x="2683472" y="2097180"/>
                </a:lnTo>
                <a:lnTo>
                  <a:pt x="2682539" y="2097153"/>
                </a:lnTo>
                <a:lnTo>
                  <a:pt x="2681622" y="2097107"/>
                </a:lnTo>
                <a:lnTo>
                  <a:pt x="2680721" y="2097043"/>
                </a:lnTo>
                <a:lnTo>
                  <a:pt x="2679837" y="2096962"/>
                </a:lnTo>
                <a:lnTo>
                  <a:pt x="2678969" y="2096861"/>
                </a:lnTo>
                <a:lnTo>
                  <a:pt x="2678118" y="2096743"/>
                </a:lnTo>
                <a:lnTo>
                  <a:pt x="2677283" y="2096607"/>
                </a:lnTo>
                <a:lnTo>
                  <a:pt x="2676465" y="2096452"/>
                </a:lnTo>
                <a:lnTo>
                  <a:pt x="2675663" y="2096279"/>
                </a:lnTo>
                <a:lnTo>
                  <a:pt x="2674878" y="2096088"/>
                </a:lnTo>
                <a:lnTo>
                  <a:pt x="2674109" y="2095879"/>
                </a:lnTo>
                <a:lnTo>
                  <a:pt x="2673356" y="2095651"/>
                </a:lnTo>
                <a:lnTo>
                  <a:pt x="2672620" y="2095406"/>
                </a:lnTo>
                <a:lnTo>
                  <a:pt x="2671900" y="2095142"/>
                </a:lnTo>
                <a:lnTo>
                  <a:pt x="2671197" y="2094860"/>
                </a:lnTo>
                <a:lnTo>
                  <a:pt x="2670510" y="2094559"/>
                </a:lnTo>
                <a:lnTo>
                  <a:pt x="2669840" y="2094241"/>
                </a:lnTo>
                <a:lnTo>
                  <a:pt x="2669186" y="2093904"/>
                </a:lnTo>
                <a:lnTo>
                  <a:pt x="2668548" y="2093549"/>
                </a:lnTo>
                <a:lnTo>
                  <a:pt x="2667927" y="2093176"/>
                </a:lnTo>
                <a:lnTo>
                  <a:pt x="2667322" y="2092785"/>
                </a:lnTo>
                <a:lnTo>
                  <a:pt x="2666734" y="2092376"/>
                </a:lnTo>
                <a:lnTo>
                  <a:pt x="2666163" y="2091948"/>
                </a:lnTo>
                <a:lnTo>
                  <a:pt x="2665611" y="2091500"/>
                </a:lnTo>
                <a:lnTo>
                  <a:pt x="2665082" y="2091030"/>
                </a:lnTo>
                <a:lnTo>
                  <a:pt x="2664577" y="2090537"/>
                </a:lnTo>
                <a:lnTo>
                  <a:pt x="2664096" y="2090022"/>
                </a:lnTo>
                <a:lnTo>
                  <a:pt x="2663638" y="2089485"/>
                </a:lnTo>
                <a:lnTo>
                  <a:pt x="2663204" y="2088926"/>
                </a:lnTo>
                <a:lnTo>
                  <a:pt x="2662793" y="2088344"/>
                </a:lnTo>
                <a:lnTo>
                  <a:pt x="2662405" y="2087740"/>
                </a:lnTo>
                <a:lnTo>
                  <a:pt x="2662041" y="2087114"/>
                </a:lnTo>
                <a:lnTo>
                  <a:pt x="2661701" y="2086465"/>
                </a:lnTo>
                <a:lnTo>
                  <a:pt x="2661384" y="2085794"/>
                </a:lnTo>
                <a:lnTo>
                  <a:pt x="2661090" y="2085101"/>
                </a:lnTo>
                <a:lnTo>
                  <a:pt x="2660820" y="2084385"/>
                </a:lnTo>
                <a:lnTo>
                  <a:pt x="2660574" y="2083647"/>
                </a:lnTo>
                <a:lnTo>
                  <a:pt x="2660351" y="2082887"/>
                </a:lnTo>
                <a:lnTo>
                  <a:pt x="2660151" y="2082104"/>
                </a:lnTo>
                <a:lnTo>
                  <a:pt x="2659975" y="2081299"/>
                </a:lnTo>
                <a:lnTo>
                  <a:pt x="2659822" y="2080472"/>
                </a:lnTo>
                <a:lnTo>
                  <a:pt x="2659693" y="2079623"/>
                </a:lnTo>
                <a:lnTo>
                  <a:pt x="2659588" y="2078751"/>
                </a:lnTo>
                <a:lnTo>
                  <a:pt x="2659505" y="2077857"/>
                </a:lnTo>
                <a:lnTo>
                  <a:pt x="2659447" y="2076941"/>
                </a:lnTo>
                <a:lnTo>
                  <a:pt x="2659412" y="2076002"/>
                </a:lnTo>
                <a:lnTo>
                  <a:pt x="2659400" y="2075041"/>
                </a:lnTo>
                <a:lnTo>
                  <a:pt x="2643507" y="2075041"/>
                </a:lnTo>
                <a:lnTo>
                  <a:pt x="2643507" y="2078084"/>
                </a:lnTo>
                <a:lnTo>
                  <a:pt x="2643516" y="2078870"/>
                </a:lnTo>
                <a:lnTo>
                  <a:pt x="2643543" y="2079648"/>
                </a:lnTo>
                <a:lnTo>
                  <a:pt x="2643587" y="2080420"/>
                </a:lnTo>
                <a:lnTo>
                  <a:pt x="2643648" y="2081184"/>
                </a:lnTo>
                <a:lnTo>
                  <a:pt x="2643728" y="2081941"/>
                </a:lnTo>
                <a:lnTo>
                  <a:pt x="2643824" y="2082691"/>
                </a:lnTo>
                <a:lnTo>
                  <a:pt x="2643939" y="2083435"/>
                </a:lnTo>
                <a:lnTo>
                  <a:pt x="2644071" y="2084171"/>
                </a:lnTo>
                <a:lnTo>
                  <a:pt x="2644221" y="2084900"/>
                </a:lnTo>
                <a:lnTo>
                  <a:pt x="2644388" y="2085622"/>
                </a:lnTo>
                <a:lnTo>
                  <a:pt x="2644573" y="2086337"/>
                </a:lnTo>
                <a:lnTo>
                  <a:pt x="2644775" y="2087045"/>
                </a:lnTo>
                <a:lnTo>
                  <a:pt x="2644996" y="2087746"/>
                </a:lnTo>
                <a:lnTo>
                  <a:pt x="2645233" y="2088440"/>
                </a:lnTo>
                <a:lnTo>
                  <a:pt x="2645489" y="2089126"/>
                </a:lnTo>
                <a:lnTo>
                  <a:pt x="2645762" y="2089806"/>
                </a:lnTo>
                <a:lnTo>
                  <a:pt x="2646052" y="2090479"/>
                </a:lnTo>
                <a:lnTo>
                  <a:pt x="2646360" y="2091145"/>
                </a:lnTo>
                <a:lnTo>
                  <a:pt x="2646686" y="2091803"/>
                </a:lnTo>
                <a:lnTo>
                  <a:pt x="2647030" y="2092455"/>
                </a:lnTo>
                <a:lnTo>
                  <a:pt x="2647391" y="2093100"/>
                </a:lnTo>
                <a:lnTo>
                  <a:pt x="2647769" y="2093737"/>
                </a:lnTo>
                <a:lnTo>
                  <a:pt x="2648166" y="2094368"/>
                </a:lnTo>
                <a:lnTo>
                  <a:pt x="2648580" y="2094991"/>
                </a:lnTo>
                <a:lnTo>
                  <a:pt x="2649009" y="2095605"/>
                </a:lnTo>
                <a:lnTo>
                  <a:pt x="2649452" y="2096209"/>
                </a:lnTo>
                <a:lnTo>
                  <a:pt x="2649908" y="2096801"/>
                </a:lnTo>
                <a:lnTo>
                  <a:pt x="2650378" y="2097381"/>
                </a:lnTo>
                <a:lnTo>
                  <a:pt x="2650862" y="2097951"/>
                </a:lnTo>
                <a:lnTo>
                  <a:pt x="2651359" y="2098510"/>
                </a:lnTo>
                <a:lnTo>
                  <a:pt x="2651869" y="2099057"/>
                </a:lnTo>
                <a:lnTo>
                  <a:pt x="2652393" y="2099593"/>
                </a:lnTo>
                <a:lnTo>
                  <a:pt x="2652930" y="2100119"/>
                </a:lnTo>
                <a:lnTo>
                  <a:pt x="2653481" y="2100632"/>
                </a:lnTo>
                <a:lnTo>
                  <a:pt x="2654046" y="2101135"/>
                </a:lnTo>
                <a:lnTo>
                  <a:pt x="2654624" y="2101627"/>
                </a:lnTo>
                <a:lnTo>
                  <a:pt x="2655215" y="2102107"/>
                </a:lnTo>
                <a:lnTo>
                  <a:pt x="2655820" y="2102577"/>
                </a:lnTo>
                <a:lnTo>
                  <a:pt x="2656438" y="2103035"/>
                </a:lnTo>
                <a:lnTo>
                  <a:pt x="2657070" y="2103482"/>
                </a:lnTo>
                <a:lnTo>
                  <a:pt x="2657716" y="2103918"/>
                </a:lnTo>
                <a:lnTo>
                  <a:pt x="2658375" y="2104343"/>
                </a:lnTo>
                <a:lnTo>
                  <a:pt x="2659047" y="2104756"/>
                </a:lnTo>
                <a:lnTo>
                  <a:pt x="2659733" y="2105159"/>
                </a:lnTo>
                <a:lnTo>
                  <a:pt x="2660433" y="2105550"/>
                </a:lnTo>
                <a:lnTo>
                  <a:pt x="2661146" y="2105930"/>
                </a:lnTo>
                <a:lnTo>
                  <a:pt x="2661872" y="2106299"/>
                </a:lnTo>
                <a:lnTo>
                  <a:pt x="2662612" y="2106657"/>
                </a:lnTo>
                <a:lnTo>
                  <a:pt x="2663378" y="2107002"/>
                </a:lnTo>
                <a:lnTo>
                  <a:pt x="2664154" y="2107332"/>
                </a:lnTo>
                <a:lnTo>
                  <a:pt x="2664939" y="2107647"/>
                </a:lnTo>
                <a:lnTo>
                  <a:pt x="2665735" y="2107948"/>
                </a:lnTo>
                <a:lnTo>
                  <a:pt x="2666541" y="2108234"/>
                </a:lnTo>
                <a:lnTo>
                  <a:pt x="2667356" y="2108506"/>
                </a:lnTo>
                <a:lnTo>
                  <a:pt x="2668182" y="2108763"/>
                </a:lnTo>
                <a:lnTo>
                  <a:pt x="2669018" y="2109005"/>
                </a:lnTo>
                <a:lnTo>
                  <a:pt x="2669863" y="2109232"/>
                </a:lnTo>
                <a:lnTo>
                  <a:pt x="2670719" y="2109445"/>
                </a:lnTo>
                <a:lnTo>
                  <a:pt x="2671585" y="2109643"/>
                </a:lnTo>
                <a:lnTo>
                  <a:pt x="2672460" y="2109827"/>
                </a:lnTo>
                <a:lnTo>
                  <a:pt x="2673346" y="2109996"/>
                </a:lnTo>
                <a:lnTo>
                  <a:pt x="2674241" y="2110150"/>
                </a:lnTo>
                <a:lnTo>
                  <a:pt x="2675147" y="2110289"/>
                </a:lnTo>
                <a:lnTo>
                  <a:pt x="2676062" y="2110414"/>
                </a:lnTo>
                <a:lnTo>
                  <a:pt x="2676988" y="2110524"/>
                </a:lnTo>
                <a:lnTo>
                  <a:pt x="2677923" y="2110619"/>
                </a:lnTo>
                <a:lnTo>
                  <a:pt x="2678869" y="2110700"/>
                </a:lnTo>
                <a:lnTo>
                  <a:pt x="2679824" y="2110766"/>
                </a:lnTo>
                <a:lnTo>
                  <a:pt x="2680789" y="2110817"/>
                </a:lnTo>
                <a:lnTo>
                  <a:pt x="2681765" y="2110854"/>
                </a:lnTo>
                <a:lnTo>
                  <a:pt x="2682750" y="2110876"/>
                </a:lnTo>
                <a:lnTo>
                  <a:pt x="2683745" y="2110883"/>
                </a:lnTo>
                <a:lnTo>
                  <a:pt x="2686620" y="2110883"/>
                </a:lnTo>
                <a:lnTo>
                  <a:pt x="2687587" y="2110876"/>
                </a:lnTo>
                <a:lnTo>
                  <a:pt x="2688546" y="2110855"/>
                </a:lnTo>
                <a:lnTo>
                  <a:pt x="2689496" y="2110820"/>
                </a:lnTo>
                <a:lnTo>
                  <a:pt x="2690438" y="2110771"/>
                </a:lnTo>
                <a:lnTo>
                  <a:pt x="2691370" y="2110707"/>
                </a:lnTo>
                <a:lnTo>
                  <a:pt x="2692294" y="2110630"/>
                </a:lnTo>
                <a:lnTo>
                  <a:pt x="2693209" y="2110538"/>
                </a:lnTo>
                <a:close/>
                <a:moveTo>
                  <a:pt x="2340061" y="2131002"/>
                </a:moveTo>
                <a:lnTo>
                  <a:pt x="2424595" y="2131002"/>
                </a:lnTo>
                <a:lnTo>
                  <a:pt x="2424595" y="2118830"/>
                </a:lnTo>
                <a:lnTo>
                  <a:pt x="2340061" y="2118830"/>
                </a:lnTo>
                <a:lnTo>
                  <a:pt x="2340061" y="2131002"/>
                </a:lnTo>
                <a:close/>
                <a:moveTo>
                  <a:pt x="2402109" y="2267217"/>
                </a:moveTo>
                <a:lnTo>
                  <a:pt x="2402109" y="2242364"/>
                </a:lnTo>
                <a:lnTo>
                  <a:pt x="2387569" y="2242364"/>
                </a:lnTo>
                <a:lnTo>
                  <a:pt x="2387569" y="2267217"/>
                </a:lnTo>
                <a:lnTo>
                  <a:pt x="2391458" y="2289365"/>
                </a:lnTo>
                <a:lnTo>
                  <a:pt x="2398220" y="2289365"/>
                </a:lnTo>
                <a:lnTo>
                  <a:pt x="2402109" y="2267217"/>
                </a:lnTo>
                <a:close/>
                <a:moveTo>
                  <a:pt x="2682055" y="2752502"/>
                </a:moveTo>
                <a:lnTo>
                  <a:pt x="2697947" y="2752502"/>
                </a:lnTo>
                <a:lnTo>
                  <a:pt x="2697947" y="2736272"/>
                </a:lnTo>
                <a:lnTo>
                  <a:pt x="2682055" y="2736272"/>
                </a:lnTo>
                <a:lnTo>
                  <a:pt x="2682055" y="2752502"/>
                </a:lnTo>
                <a:close/>
                <a:moveTo>
                  <a:pt x="3310588" y="2787668"/>
                </a:moveTo>
                <a:lnTo>
                  <a:pt x="3314477" y="2765520"/>
                </a:lnTo>
                <a:lnTo>
                  <a:pt x="3314477" y="2740667"/>
                </a:lnTo>
                <a:lnTo>
                  <a:pt x="3299937" y="2740667"/>
                </a:lnTo>
                <a:lnTo>
                  <a:pt x="3299937" y="2765520"/>
                </a:lnTo>
                <a:lnTo>
                  <a:pt x="3303826" y="2787668"/>
                </a:lnTo>
                <a:lnTo>
                  <a:pt x="3310588" y="2787668"/>
                </a:lnTo>
                <a:close/>
                <a:moveTo>
                  <a:pt x="3289286" y="2765520"/>
                </a:moveTo>
                <a:lnTo>
                  <a:pt x="3289286" y="2740667"/>
                </a:lnTo>
                <a:lnTo>
                  <a:pt x="3274746" y="2740667"/>
                </a:lnTo>
                <a:lnTo>
                  <a:pt x="3274746" y="2765520"/>
                </a:lnTo>
                <a:lnTo>
                  <a:pt x="3278635" y="2787668"/>
                </a:lnTo>
                <a:lnTo>
                  <a:pt x="3285397" y="2787668"/>
                </a:lnTo>
                <a:lnTo>
                  <a:pt x="3289286" y="2765520"/>
                </a:lnTo>
                <a:close/>
                <a:moveTo>
                  <a:pt x="3071822" y="2840987"/>
                </a:moveTo>
                <a:lnTo>
                  <a:pt x="3071860" y="2840829"/>
                </a:lnTo>
                <a:lnTo>
                  <a:pt x="3071900" y="2840670"/>
                </a:lnTo>
                <a:lnTo>
                  <a:pt x="3071941" y="2840511"/>
                </a:lnTo>
                <a:lnTo>
                  <a:pt x="3071985" y="2840351"/>
                </a:lnTo>
                <a:lnTo>
                  <a:pt x="3072029" y="2840190"/>
                </a:lnTo>
                <a:lnTo>
                  <a:pt x="3072076" y="2840029"/>
                </a:lnTo>
                <a:lnTo>
                  <a:pt x="3072125" y="2839868"/>
                </a:lnTo>
                <a:lnTo>
                  <a:pt x="3072175" y="2839705"/>
                </a:lnTo>
                <a:lnTo>
                  <a:pt x="3072227" y="2839542"/>
                </a:lnTo>
                <a:lnTo>
                  <a:pt x="3072280" y="2839379"/>
                </a:lnTo>
                <a:lnTo>
                  <a:pt x="3072336" y="2839215"/>
                </a:lnTo>
                <a:lnTo>
                  <a:pt x="3072393" y="2839050"/>
                </a:lnTo>
                <a:lnTo>
                  <a:pt x="3072452" y="2838885"/>
                </a:lnTo>
                <a:lnTo>
                  <a:pt x="3072513" y="2838719"/>
                </a:lnTo>
                <a:lnTo>
                  <a:pt x="3072575" y="2838553"/>
                </a:lnTo>
                <a:lnTo>
                  <a:pt x="3072640" y="2838386"/>
                </a:lnTo>
                <a:lnTo>
                  <a:pt x="3072706" y="2838218"/>
                </a:lnTo>
                <a:lnTo>
                  <a:pt x="3072773" y="2838050"/>
                </a:lnTo>
                <a:lnTo>
                  <a:pt x="3072843" y="2837881"/>
                </a:lnTo>
                <a:lnTo>
                  <a:pt x="3072916" y="2837712"/>
                </a:lnTo>
                <a:lnTo>
                  <a:pt x="3072992" y="2837542"/>
                </a:lnTo>
                <a:lnTo>
                  <a:pt x="3073073" y="2837371"/>
                </a:lnTo>
                <a:lnTo>
                  <a:pt x="3073158" y="2837200"/>
                </a:lnTo>
                <a:lnTo>
                  <a:pt x="3073247" y="2837028"/>
                </a:lnTo>
                <a:lnTo>
                  <a:pt x="3073340" y="2836856"/>
                </a:lnTo>
                <a:lnTo>
                  <a:pt x="3073437" y="2836683"/>
                </a:lnTo>
                <a:lnTo>
                  <a:pt x="3073538" y="2836510"/>
                </a:lnTo>
                <a:lnTo>
                  <a:pt x="3073643" y="2836336"/>
                </a:lnTo>
                <a:lnTo>
                  <a:pt x="3073753" y="2836161"/>
                </a:lnTo>
                <a:lnTo>
                  <a:pt x="3073866" y="2835986"/>
                </a:lnTo>
                <a:lnTo>
                  <a:pt x="3073984" y="2835810"/>
                </a:lnTo>
                <a:lnTo>
                  <a:pt x="3074106" y="2835633"/>
                </a:lnTo>
                <a:lnTo>
                  <a:pt x="3074232" y="2835456"/>
                </a:lnTo>
                <a:lnTo>
                  <a:pt x="3074362" y="2835279"/>
                </a:lnTo>
                <a:lnTo>
                  <a:pt x="3074496" y="2835101"/>
                </a:lnTo>
                <a:lnTo>
                  <a:pt x="3074634" y="2834922"/>
                </a:lnTo>
                <a:lnTo>
                  <a:pt x="3074777" y="2834743"/>
                </a:lnTo>
                <a:lnTo>
                  <a:pt x="3074923" y="2834563"/>
                </a:lnTo>
                <a:lnTo>
                  <a:pt x="3075074" y="2834382"/>
                </a:lnTo>
                <a:lnTo>
                  <a:pt x="3075228" y="2834201"/>
                </a:lnTo>
                <a:lnTo>
                  <a:pt x="3075387" y="2834019"/>
                </a:lnTo>
                <a:lnTo>
                  <a:pt x="3075550" y="2833837"/>
                </a:lnTo>
                <a:lnTo>
                  <a:pt x="3075717" y="2833654"/>
                </a:lnTo>
                <a:lnTo>
                  <a:pt x="3075889" y="2833457"/>
                </a:lnTo>
                <a:lnTo>
                  <a:pt x="3076067" y="2833259"/>
                </a:lnTo>
                <a:lnTo>
                  <a:pt x="3076251" y="2833060"/>
                </a:lnTo>
                <a:lnTo>
                  <a:pt x="3076440" y="2832861"/>
                </a:lnTo>
                <a:lnTo>
                  <a:pt x="3076636" y="2832661"/>
                </a:lnTo>
                <a:lnTo>
                  <a:pt x="3076837" y="2832460"/>
                </a:lnTo>
                <a:lnTo>
                  <a:pt x="3077044" y="2832259"/>
                </a:lnTo>
                <a:lnTo>
                  <a:pt x="3077258" y="2832057"/>
                </a:lnTo>
                <a:lnTo>
                  <a:pt x="3077477" y="2831855"/>
                </a:lnTo>
                <a:lnTo>
                  <a:pt x="3077701" y="2831652"/>
                </a:lnTo>
                <a:lnTo>
                  <a:pt x="3077932" y="2831449"/>
                </a:lnTo>
                <a:lnTo>
                  <a:pt x="3078169" y="2831245"/>
                </a:lnTo>
                <a:lnTo>
                  <a:pt x="3078411" y="2831040"/>
                </a:lnTo>
                <a:lnTo>
                  <a:pt x="3078659" y="2830835"/>
                </a:lnTo>
                <a:lnTo>
                  <a:pt x="3078914" y="2830630"/>
                </a:lnTo>
                <a:lnTo>
                  <a:pt x="3079174" y="2830423"/>
                </a:lnTo>
                <a:lnTo>
                  <a:pt x="3079440" y="2830216"/>
                </a:lnTo>
                <a:lnTo>
                  <a:pt x="3079711" y="2830009"/>
                </a:lnTo>
                <a:lnTo>
                  <a:pt x="3079989" y="2829801"/>
                </a:lnTo>
                <a:lnTo>
                  <a:pt x="3080273" y="2829592"/>
                </a:lnTo>
                <a:lnTo>
                  <a:pt x="3080562" y="2829383"/>
                </a:lnTo>
                <a:lnTo>
                  <a:pt x="3080857" y="2829173"/>
                </a:lnTo>
                <a:lnTo>
                  <a:pt x="3081158" y="2828962"/>
                </a:lnTo>
                <a:lnTo>
                  <a:pt x="3081465" y="2828751"/>
                </a:lnTo>
                <a:lnTo>
                  <a:pt x="3110038" y="2810154"/>
                </a:lnTo>
                <a:lnTo>
                  <a:pt x="3110557" y="2809801"/>
                </a:lnTo>
                <a:lnTo>
                  <a:pt x="3111071" y="2809445"/>
                </a:lnTo>
                <a:lnTo>
                  <a:pt x="3111580" y="2809087"/>
                </a:lnTo>
                <a:lnTo>
                  <a:pt x="3112085" y="2808726"/>
                </a:lnTo>
                <a:lnTo>
                  <a:pt x="3112585" y="2808363"/>
                </a:lnTo>
                <a:lnTo>
                  <a:pt x="3113081" y="2807998"/>
                </a:lnTo>
                <a:lnTo>
                  <a:pt x="3113572" y="2807631"/>
                </a:lnTo>
                <a:lnTo>
                  <a:pt x="3114058" y="2807261"/>
                </a:lnTo>
                <a:lnTo>
                  <a:pt x="3114539" y="2806889"/>
                </a:lnTo>
                <a:lnTo>
                  <a:pt x="3115016" y="2806514"/>
                </a:lnTo>
                <a:lnTo>
                  <a:pt x="3115488" y="2806137"/>
                </a:lnTo>
                <a:lnTo>
                  <a:pt x="3115955" y="2805758"/>
                </a:lnTo>
                <a:lnTo>
                  <a:pt x="3116418" y="2805377"/>
                </a:lnTo>
                <a:lnTo>
                  <a:pt x="3116875" y="2804993"/>
                </a:lnTo>
                <a:lnTo>
                  <a:pt x="3117329" y="2804606"/>
                </a:lnTo>
                <a:lnTo>
                  <a:pt x="3117777" y="2804218"/>
                </a:lnTo>
                <a:lnTo>
                  <a:pt x="3118221" y="2803827"/>
                </a:lnTo>
                <a:lnTo>
                  <a:pt x="3118660" y="2803434"/>
                </a:lnTo>
                <a:lnTo>
                  <a:pt x="3119094" y="2803038"/>
                </a:lnTo>
                <a:lnTo>
                  <a:pt x="3119524" y="2802640"/>
                </a:lnTo>
                <a:lnTo>
                  <a:pt x="3119949" y="2802239"/>
                </a:lnTo>
                <a:lnTo>
                  <a:pt x="3120369" y="2801837"/>
                </a:lnTo>
                <a:lnTo>
                  <a:pt x="3120785" y="2801432"/>
                </a:lnTo>
                <a:lnTo>
                  <a:pt x="3121196" y="2801024"/>
                </a:lnTo>
                <a:lnTo>
                  <a:pt x="3121615" y="2800613"/>
                </a:lnTo>
                <a:lnTo>
                  <a:pt x="3122026" y="2800197"/>
                </a:lnTo>
                <a:lnTo>
                  <a:pt x="3122430" y="2799775"/>
                </a:lnTo>
                <a:lnTo>
                  <a:pt x="3122826" y="2799348"/>
                </a:lnTo>
                <a:lnTo>
                  <a:pt x="3123214" y="2798915"/>
                </a:lnTo>
                <a:lnTo>
                  <a:pt x="3123595" y="2798478"/>
                </a:lnTo>
                <a:lnTo>
                  <a:pt x="3123968" y="2798035"/>
                </a:lnTo>
                <a:lnTo>
                  <a:pt x="3124333" y="2797587"/>
                </a:lnTo>
                <a:lnTo>
                  <a:pt x="3124691" y="2797133"/>
                </a:lnTo>
                <a:lnTo>
                  <a:pt x="3125041" y="2796674"/>
                </a:lnTo>
                <a:lnTo>
                  <a:pt x="3125384" y="2796210"/>
                </a:lnTo>
                <a:lnTo>
                  <a:pt x="3125719" y="2795741"/>
                </a:lnTo>
                <a:lnTo>
                  <a:pt x="3126046" y="2795266"/>
                </a:lnTo>
                <a:lnTo>
                  <a:pt x="3126366" y="2794787"/>
                </a:lnTo>
                <a:lnTo>
                  <a:pt x="3126678" y="2794301"/>
                </a:lnTo>
                <a:lnTo>
                  <a:pt x="3126982" y="2793811"/>
                </a:lnTo>
                <a:lnTo>
                  <a:pt x="3127279" y="2793315"/>
                </a:lnTo>
                <a:lnTo>
                  <a:pt x="3127568" y="2792814"/>
                </a:lnTo>
                <a:lnTo>
                  <a:pt x="3127849" y="2792308"/>
                </a:lnTo>
                <a:lnTo>
                  <a:pt x="3128123" y="2791796"/>
                </a:lnTo>
                <a:lnTo>
                  <a:pt x="3128389" y="2791279"/>
                </a:lnTo>
                <a:lnTo>
                  <a:pt x="3128648" y="2790757"/>
                </a:lnTo>
                <a:lnTo>
                  <a:pt x="3128899" y="2790230"/>
                </a:lnTo>
                <a:lnTo>
                  <a:pt x="3129142" y="2789697"/>
                </a:lnTo>
                <a:lnTo>
                  <a:pt x="3129391" y="2789144"/>
                </a:lnTo>
                <a:lnTo>
                  <a:pt x="3129628" y="2788583"/>
                </a:lnTo>
                <a:lnTo>
                  <a:pt x="3129856" y="2788014"/>
                </a:lnTo>
                <a:lnTo>
                  <a:pt x="3130072" y="2787438"/>
                </a:lnTo>
                <a:lnTo>
                  <a:pt x="3130278" y="2786854"/>
                </a:lnTo>
                <a:lnTo>
                  <a:pt x="3130474" y="2786263"/>
                </a:lnTo>
                <a:lnTo>
                  <a:pt x="3130659" y="2785664"/>
                </a:lnTo>
                <a:lnTo>
                  <a:pt x="3130833" y="2785057"/>
                </a:lnTo>
                <a:lnTo>
                  <a:pt x="3130997" y="2784443"/>
                </a:lnTo>
                <a:lnTo>
                  <a:pt x="3131150" y="2783821"/>
                </a:lnTo>
                <a:lnTo>
                  <a:pt x="3131293" y="2783191"/>
                </a:lnTo>
                <a:lnTo>
                  <a:pt x="3131425" y="2782554"/>
                </a:lnTo>
                <a:lnTo>
                  <a:pt x="3131546" y="2781909"/>
                </a:lnTo>
                <a:lnTo>
                  <a:pt x="3131657" y="2781256"/>
                </a:lnTo>
                <a:lnTo>
                  <a:pt x="3131758" y="2780596"/>
                </a:lnTo>
                <a:lnTo>
                  <a:pt x="3131847" y="2779929"/>
                </a:lnTo>
                <a:lnTo>
                  <a:pt x="3131927" y="2779253"/>
                </a:lnTo>
                <a:lnTo>
                  <a:pt x="3131995" y="2778570"/>
                </a:lnTo>
                <a:lnTo>
                  <a:pt x="3132054" y="2777880"/>
                </a:lnTo>
                <a:lnTo>
                  <a:pt x="3132101" y="2777181"/>
                </a:lnTo>
                <a:lnTo>
                  <a:pt x="3132138" y="2776475"/>
                </a:lnTo>
                <a:lnTo>
                  <a:pt x="3132164" y="2775762"/>
                </a:lnTo>
                <a:lnTo>
                  <a:pt x="3132180" y="2775041"/>
                </a:lnTo>
                <a:lnTo>
                  <a:pt x="3132186" y="2774312"/>
                </a:lnTo>
                <a:lnTo>
                  <a:pt x="3132177" y="2773443"/>
                </a:lnTo>
                <a:lnTo>
                  <a:pt x="3132153" y="2772582"/>
                </a:lnTo>
                <a:lnTo>
                  <a:pt x="3132112" y="2771731"/>
                </a:lnTo>
                <a:lnTo>
                  <a:pt x="3132054" y="2770888"/>
                </a:lnTo>
                <a:lnTo>
                  <a:pt x="3131980" y="2770054"/>
                </a:lnTo>
                <a:lnTo>
                  <a:pt x="3131890" y="2769229"/>
                </a:lnTo>
                <a:lnTo>
                  <a:pt x="3131783" y="2768413"/>
                </a:lnTo>
                <a:lnTo>
                  <a:pt x="3131660" y="2767605"/>
                </a:lnTo>
                <a:lnTo>
                  <a:pt x="3131520" y="2766807"/>
                </a:lnTo>
                <a:lnTo>
                  <a:pt x="3131364" y="2766017"/>
                </a:lnTo>
                <a:lnTo>
                  <a:pt x="3131191" y="2765236"/>
                </a:lnTo>
                <a:lnTo>
                  <a:pt x="3131002" y="2764464"/>
                </a:lnTo>
                <a:lnTo>
                  <a:pt x="3130797" y="2763700"/>
                </a:lnTo>
                <a:lnTo>
                  <a:pt x="3130575" y="2762946"/>
                </a:lnTo>
                <a:lnTo>
                  <a:pt x="3130336" y="2762200"/>
                </a:lnTo>
                <a:lnTo>
                  <a:pt x="3130082" y="2761463"/>
                </a:lnTo>
                <a:lnTo>
                  <a:pt x="3129810" y="2760734"/>
                </a:lnTo>
                <a:lnTo>
                  <a:pt x="3129523" y="2760015"/>
                </a:lnTo>
                <a:lnTo>
                  <a:pt x="3129219" y="2759304"/>
                </a:lnTo>
                <a:lnTo>
                  <a:pt x="3128898" y="2758603"/>
                </a:lnTo>
                <a:lnTo>
                  <a:pt x="3128561" y="2757910"/>
                </a:lnTo>
                <a:lnTo>
                  <a:pt x="3128208" y="2757225"/>
                </a:lnTo>
                <a:lnTo>
                  <a:pt x="3127838" y="2756550"/>
                </a:lnTo>
                <a:lnTo>
                  <a:pt x="3127452" y="2755883"/>
                </a:lnTo>
                <a:lnTo>
                  <a:pt x="3127064" y="2755227"/>
                </a:lnTo>
                <a:lnTo>
                  <a:pt x="3126663" y="2754584"/>
                </a:lnTo>
                <a:lnTo>
                  <a:pt x="3126247" y="2753952"/>
                </a:lnTo>
                <a:lnTo>
                  <a:pt x="3125817" y="2753333"/>
                </a:lnTo>
                <a:lnTo>
                  <a:pt x="3125374" y="2752727"/>
                </a:lnTo>
                <a:lnTo>
                  <a:pt x="3124916" y="2752132"/>
                </a:lnTo>
                <a:lnTo>
                  <a:pt x="3124444" y="2751550"/>
                </a:lnTo>
                <a:lnTo>
                  <a:pt x="3123958" y="2750980"/>
                </a:lnTo>
                <a:lnTo>
                  <a:pt x="3123457" y="2750423"/>
                </a:lnTo>
                <a:lnTo>
                  <a:pt x="3122943" y="2749878"/>
                </a:lnTo>
                <a:lnTo>
                  <a:pt x="3122415" y="2749345"/>
                </a:lnTo>
                <a:lnTo>
                  <a:pt x="3121872" y="2748825"/>
                </a:lnTo>
                <a:lnTo>
                  <a:pt x="3121316" y="2748317"/>
                </a:lnTo>
                <a:lnTo>
                  <a:pt x="3120745" y="2747821"/>
                </a:lnTo>
                <a:lnTo>
                  <a:pt x="3120161" y="2747338"/>
                </a:lnTo>
                <a:lnTo>
                  <a:pt x="3119562" y="2746866"/>
                </a:lnTo>
                <a:lnTo>
                  <a:pt x="3118949" y="2746408"/>
                </a:lnTo>
                <a:lnTo>
                  <a:pt x="3118322" y="2745961"/>
                </a:lnTo>
                <a:lnTo>
                  <a:pt x="3117681" y="2745527"/>
                </a:lnTo>
                <a:lnTo>
                  <a:pt x="3117026" y="2745105"/>
                </a:lnTo>
                <a:lnTo>
                  <a:pt x="3116357" y="2744696"/>
                </a:lnTo>
                <a:lnTo>
                  <a:pt x="3115673" y="2744299"/>
                </a:lnTo>
                <a:lnTo>
                  <a:pt x="3114976" y="2743914"/>
                </a:lnTo>
                <a:lnTo>
                  <a:pt x="3114264" y="2743542"/>
                </a:lnTo>
                <a:lnTo>
                  <a:pt x="3113554" y="2743169"/>
                </a:lnTo>
                <a:lnTo>
                  <a:pt x="3112833" y="2742812"/>
                </a:lnTo>
                <a:lnTo>
                  <a:pt x="3112101" y="2742472"/>
                </a:lnTo>
                <a:lnTo>
                  <a:pt x="3111357" y="2742147"/>
                </a:lnTo>
                <a:lnTo>
                  <a:pt x="3110603" y="2741838"/>
                </a:lnTo>
                <a:lnTo>
                  <a:pt x="3109837" y="2741544"/>
                </a:lnTo>
                <a:lnTo>
                  <a:pt x="3109060" y="2741267"/>
                </a:lnTo>
                <a:lnTo>
                  <a:pt x="3108272" y="2741006"/>
                </a:lnTo>
                <a:lnTo>
                  <a:pt x="3107473" y="2740760"/>
                </a:lnTo>
                <a:lnTo>
                  <a:pt x="3106662" y="2740530"/>
                </a:lnTo>
                <a:lnTo>
                  <a:pt x="3105841" y="2740316"/>
                </a:lnTo>
                <a:lnTo>
                  <a:pt x="3105008" y="2740118"/>
                </a:lnTo>
                <a:lnTo>
                  <a:pt x="3104164" y="2739936"/>
                </a:lnTo>
                <a:lnTo>
                  <a:pt x="3103309" y="2739769"/>
                </a:lnTo>
                <a:lnTo>
                  <a:pt x="3102443" y="2739619"/>
                </a:lnTo>
                <a:lnTo>
                  <a:pt x="3101566" y="2739484"/>
                </a:lnTo>
                <a:lnTo>
                  <a:pt x="3100677" y="2739365"/>
                </a:lnTo>
                <a:lnTo>
                  <a:pt x="3099777" y="2739262"/>
                </a:lnTo>
                <a:lnTo>
                  <a:pt x="3098867" y="2739175"/>
                </a:lnTo>
                <a:lnTo>
                  <a:pt x="3097945" y="2739104"/>
                </a:lnTo>
                <a:lnTo>
                  <a:pt x="3097012" y="2739048"/>
                </a:lnTo>
                <a:lnTo>
                  <a:pt x="3096067" y="2739008"/>
                </a:lnTo>
                <a:lnTo>
                  <a:pt x="3095112" y="2738985"/>
                </a:lnTo>
                <a:lnTo>
                  <a:pt x="3094145" y="2738977"/>
                </a:lnTo>
                <a:lnTo>
                  <a:pt x="3092286" y="2738977"/>
                </a:lnTo>
                <a:lnTo>
                  <a:pt x="3091318" y="2738985"/>
                </a:lnTo>
                <a:lnTo>
                  <a:pt x="3090359" y="2739011"/>
                </a:lnTo>
                <a:lnTo>
                  <a:pt x="3089409" y="2739053"/>
                </a:lnTo>
                <a:lnTo>
                  <a:pt x="3088468" y="2739113"/>
                </a:lnTo>
                <a:lnTo>
                  <a:pt x="3087535" y="2739190"/>
                </a:lnTo>
                <a:lnTo>
                  <a:pt x="3086611" y="2739283"/>
                </a:lnTo>
                <a:lnTo>
                  <a:pt x="3085696" y="2739394"/>
                </a:lnTo>
                <a:lnTo>
                  <a:pt x="3084790" y="2739522"/>
                </a:lnTo>
                <a:lnTo>
                  <a:pt x="3083893" y="2739666"/>
                </a:lnTo>
                <a:lnTo>
                  <a:pt x="3083005" y="2739828"/>
                </a:lnTo>
                <a:lnTo>
                  <a:pt x="3082125" y="2740007"/>
                </a:lnTo>
                <a:lnTo>
                  <a:pt x="3081254" y="2740202"/>
                </a:lnTo>
                <a:lnTo>
                  <a:pt x="3080392" y="2740415"/>
                </a:lnTo>
                <a:lnTo>
                  <a:pt x="3079539" y="2740645"/>
                </a:lnTo>
                <a:lnTo>
                  <a:pt x="3078694" y="2740892"/>
                </a:lnTo>
                <a:lnTo>
                  <a:pt x="3077859" y="2741156"/>
                </a:lnTo>
                <a:lnTo>
                  <a:pt x="3077032" y="2741437"/>
                </a:lnTo>
                <a:lnTo>
                  <a:pt x="3076214" y="2741735"/>
                </a:lnTo>
                <a:lnTo>
                  <a:pt x="3075404" y="2742050"/>
                </a:lnTo>
                <a:lnTo>
                  <a:pt x="3074604" y="2742382"/>
                </a:lnTo>
                <a:lnTo>
                  <a:pt x="3073812" y="2742731"/>
                </a:lnTo>
                <a:lnTo>
                  <a:pt x="3073030" y="2743097"/>
                </a:lnTo>
                <a:lnTo>
                  <a:pt x="3072256" y="2743480"/>
                </a:lnTo>
                <a:lnTo>
                  <a:pt x="3071490" y="2743880"/>
                </a:lnTo>
                <a:lnTo>
                  <a:pt x="3070750" y="2744295"/>
                </a:lnTo>
                <a:lnTo>
                  <a:pt x="3070024" y="2744724"/>
                </a:lnTo>
                <a:lnTo>
                  <a:pt x="3069311" y="2745166"/>
                </a:lnTo>
                <a:lnTo>
                  <a:pt x="3068612" y="2745622"/>
                </a:lnTo>
                <a:lnTo>
                  <a:pt x="3067926" y="2746091"/>
                </a:lnTo>
                <a:lnTo>
                  <a:pt x="3067253" y="2746574"/>
                </a:lnTo>
                <a:lnTo>
                  <a:pt x="3066594" y="2747071"/>
                </a:lnTo>
                <a:lnTo>
                  <a:pt x="3065949" y="2747580"/>
                </a:lnTo>
                <a:lnTo>
                  <a:pt x="3065317" y="2748104"/>
                </a:lnTo>
                <a:lnTo>
                  <a:pt x="3064698" y="2748641"/>
                </a:lnTo>
                <a:lnTo>
                  <a:pt x="3064093" y="2749191"/>
                </a:lnTo>
                <a:lnTo>
                  <a:pt x="3063502" y="2749755"/>
                </a:lnTo>
                <a:lnTo>
                  <a:pt x="3062924" y="2750332"/>
                </a:lnTo>
                <a:lnTo>
                  <a:pt x="3062360" y="2750923"/>
                </a:lnTo>
                <a:lnTo>
                  <a:pt x="3061809" y="2751527"/>
                </a:lnTo>
                <a:lnTo>
                  <a:pt x="3061271" y="2752145"/>
                </a:lnTo>
                <a:lnTo>
                  <a:pt x="3060747" y="2752777"/>
                </a:lnTo>
                <a:lnTo>
                  <a:pt x="3060237" y="2753421"/>
                </a:lnTo>
                <a:lnTo>
                  <a:pt x="3059740" y="2754080"/>
                </a:lnTo>
                <a:lnTo>
                  <a:pt x="3059257" y="2754752"/>
                </a:lnTo>
                <a:lnTo>
                  <a:pt x="3058787" y="2755437"/>
                </a:lnTo>
                <a:lnTo>
                  <a:pt x="3058330" y="2756136"/>
                </a:lnTo>
                <a:lnTo>
                  <a:pt x="3057887" y="2756848"/>
                </a:lnTo>
                <a:lnTo>
                  <a:pt x="3057458" y="2757574"/>
                </a:lnTo>
                <a:lnTo>
                  <a:pt x="3057044" y="2758297"/>
                </a:lnTo>
                <a:lnTo>
                  <a:pt x="3056648" y="2759030"/>
                </a:lnTo>
                <a:lnTo>
                  <a:pt x="3056269" y="2759772"/>
                </a:lnTo>
                <a:lnTo>
                  <a:pt x="3055908" y="2760523"/>
                </a:lnTo>
                <a:lnTo>
                  <a:pt x="3055565" y="2761284"/>
                </a:lnTo>
                <a:lnTo>
                  <a:pt x="3055239" y="2762054"/>
                </a:lnTo>
                <a:lnTo>
                  <a:pt x="3054931" y="2762834"/>
                </a:lnTo>
                <a:lnTo>
                  <a:pt x="3054640" y="2763623"/>
                </a:lnTo>
                <a:lnTo>
                  <a:pt x="3054367" y="2764421"/>
                </a:lnTo>
                <a:lnTo>
                  <a:pt x="3054112" y="2765229"/>
                </a:lnTo>
                <a:lnTo>
                  <a:pt x="3053874" y="2766046"/>
                </a:lnTo>
                <a:lnTo>
                  <a:pt x="3053654" y="2766873"/>
                </a:lnTo>
                <a:lnTo>
                  <a:pt x="3053451" y="2767709"/>
                </a:lnTo>
                <a:lnTo>
                  <a:pt x="3053266" y="2768554"/>
                </a:lnTo>
                <a:lnTo>
                  <a:pt x="3053099" y="2769409"/>
                </a:lnTo>
                <a:lnTo>
                  <a:pt x="3052949" y="2770273"/>
                </a:lnTo>
                <a:lnTo>
                  <a:pt x="3052817" y="2771146"/>
                </a:lnTo>
                <a:lnTo>
                  <a:pt x="3052703" y="2772029"/>
                </a:lnTo>
                <a:lnTo>
                  <a:pt x="3052606" y="2772922"/>
                </a:lnTo>
                <a:lnTo>
                  <a:pt x="3052527" y="2773823"/>
                </a:lnTo>
                <a:lnTo>
                  <a:pt x="3052465" y="2774734"/>
                </a:lnTo>
                <a:lnTo>
                  <a:pt x="3052421" y="2775655"/>
                </a:lnTo>
                <a:lnTo>
                  <a:pt x="3052395" y="2776585"/>
                </a:lnTo>
                <a:lnTo>
                  <a:pt x="3052386" y="2777524"/>
                </a:lnTo>
                <a:lnTo>
                  <a:pt x="3052386" y="2777580"/>
                </a:lnTo>
                <a:lnTo>
                  <a:pt x="3052386" y="2777637"/>
                </a:lnTo>
                <a:lnTo>
                  <a:pt x="3052386" y="2777693"/>
                </a:lnTo>
                <a:lnTo>
                  <a:pt x="3052386" y="2777749"/>
                </a:lnTo>
                <a:lnTo>
                  <a:pt x="3052386" y="2777806"/>
                </a:lnTo>
                <a:lnTo>
                  <a:pt x="3052386" y="2777862"/>
                </a:lnTo>
                <a:lnTo>
                  <a:pt x="3052386" y="2777919"/>
                </a:lnTo>
                <a:lnTo>
                  <a:pt x="3052386" y="2777975"/>
                </a:lnTo>
                <a:lnTo>
                  <a:pt x="3052386" y="2778031"/>
                </a:lnTo>
                <a:lnTo>
                  <a:pt x="3052386" y="2778088"/>
                </a:lnTo>
                <a:lnTo>
                  <a:pt x="3052386" y="2778144"/>
                </a:lnTo>
                <a:lnTo>
                  <a:pt x="3052386" y="2778200"/>
                </a:lnTo>
                <a:lnTo>
                  <a:pt x="3052386" y="2778257"/>
                </a:lnTo>
                <a:lnTo>
                  <a:pt x="3052386" y="2778313"/>
                </a:lnTo>
                <a:lnTo>
                  <a:pt x="3052386" y="2778369"/>
                </a:lnTo>
                <a:lnTo>
                  <a:pt x="3052386" y="2778426"/>
                </a:lnTo>
                <a:lnTo>
                  <a:pt x="3052386" y="2778482"/>
                </a:lnTo>
                <a:lnTo>
                  <a:pt x="3052386" y="2778538"/>
                </a:lnTo>
                <a:lnTo>
                  <a:pt x="3052386" y="2778595"/>
                </a:lnTo>
                <a:lnTo>
                  <a:pt x="3052386" y="2778651"/>
                </a:lnTo>
                <a:lnTo>
                  <a:pt x="3052386" y="2778708"/>
                </a:lnTo>
                <a:lnTo>
                  <a:pt x="3052386" y="2778764"/>
                </a:lnTo>
                <a:lnTo>
                  <a:pt x="3052386" y="2778820"/>
                </a:lnTo>
                <a:lnTo>
                  <a:pt x="3052386" y="2778877"/>
                </a:lnTo>
                <a:lnTo>
                  <a:pt x="3052386" y="2778920"/>
                </a:lnTo>
                <a:lnTo>
                  <a:pt x="3052387" y="2778966"/>
                </a:lnTo>
                <a:lnTo>
                  <a:pt x="3052388" y="2779014"/>
                </a:lnTo>
                <a:lnTo>
                  <a:pt x="3052390" y="2779065"/>
                </a:lnTo>
                <a:lnTo>
                  <a:pt x="3052393" y="2779117"/>
                </a:lnTo>
                <a:lnTo>
                  <a:pt x="3052396" y="2779173"/>
                </a:lnTo>
                <a:lnTo>
                  <a:pt x="3052400" y="2779230"/>
                </a:lnTo>
                <a:lnTo>
                  <a:pt x="3052405" y="2779290"/>
                </a:lnTo>
                <a:lnTo>
                  <a:pt x="3052410" y="2779352"/>
                </a:lnTo>
                <a:lnTo>
                  <a:pt x="3052415" y="2779417"/>
                </a:lnTo>
                <a:lnTo>
                  <a:pt x="3052421" y="2779484"/>
                </a:lnTo>
                <a:lnTo>
                  <a:pt x="3052428" y="2779553"/>
                </a:lnTo>
                <a:lnTo>
                  <a:pt x="3052435" y="2779625"/>
                </a:lnTo>
                <a:lnTo>
                  <a:pt x="3052443" y="2779698"/>
                </a:lnTo>
                <a:lnTo>
                  <a:pt x="3052452" y="2779775"/>
                </a:lnTo>
                <a:lnTo>
                  <a:pt x="3052461" y="2779853"/>
                </a:lnTo>
                <a:lnTo>
                  <a:pt x="3052471" y="2779934"/>
                </a:lnTo>
                <a:lnTo>
                  <a:pt x="3052481" y="2780018"/>
                </a:lnTo>
                <a:lnTo>
                  <a:pt x="3052492" y="2780104"/>
                </a:lnTo>
                <a:lnTo>
                  <a:pt x="3052503" y="2780192"/>
                </a:lnTo>
                <a:lnTo>
                  <a:pt x="3052515" y="2780282"/>
                </a:lnTo>
                <a:lnTo>
                  <a:pt x="3052528" y="2780375"/>
                </a:lnTo>
                <a:lnTo>
                  <a:pt x="3052541" y="2780470"/>
                </a:lnTo>
                <a:lnTo>
                  <a:pt x="3052555" y="2780567"/>
                </a:lnTo>
                <a:lnTo>
                  <a:pt x="3068616" y="2780567"/>
                </a:lnTo>
                <a:lnTo>
                  <a:pt x="3068603" y="2780483"/>
                </a:lnTo>
                <a:lnTo>
                  <a:pt x="3068589" y="2780398"/>
                </a:lnTo>
                <a:lnTo>
                  <a:pt x="3068577" y="2780314"/>
                </a:lnTo>
                <a:lnTo>
                  <a:pt x="3068565" y="2780229"/>
                </a:lnTo>
                <a:lnTo>
                  <a:pt x="3068553" y="2780145"/>
                </a:lnTo>
                <a:lnTo>
                  <a:pt x="3068542" y="2780060"/>
                </a:lnTo>
                <a:lnTo>
                  <a:pt x="3068532" y="2779976"/>
                </a:lnTo>
                <a:lnTo>
                  <a:pt x="3068522" y="2779891"/>
                </a:lnTo>
                <a:lnTo>
                  <a:pt x="3068513" y="2779806"/>
                </a:lnTo>
                <a:lnTo>
                  <a:pt x="3068505" y="2779722"/>
                </a:lnTo>
                <a:lnTo>
                  <a:pt x="3068497" y="2779637"/>
                </a:lnTo>
                <a:lnTo>
                  <a:pt x="3068489" y="2779553"/>
                </a:lnTo>
                <a:lnTo>
                  <a:pt x="3068483" y="2779468"/>
                </a:lnTo>
                <a:lnTo>
                  <a:pt x="3068476" y="2779384"/>
                </a:lnTo>
                <a:lnTo>
                  <a:pt x="3068471" y="2779299"/>
                </a:lnTo>
                <a:lnTo>
                  <a:pt x="3068466" y="2779215"/>
                </a:lnTo>
                <a:lnTo>
                  <a:pt x="3068462" y="2779130"/>
                </a:lnTo>
                <a:lnTo>
                  <a:pt x="3068458" y="2779046"/>
                </a:lnTo>
                <a:lnTo>
                  <a:pt x="3068454" y="2778961"/>
                </a:lnTo>
                <a:lnTo>
                  <a:pt x="3068452" y="2778877"/>
                </a:lnTo>
                <a:lnTo>
                  <a:pt x="3068450" y="2778792"/>
                </a:lnTo>
                <a:lnTo>
                  <a:pt x="3068448" y="2778707"/>
                </a:lnTo>
                <a:lnTo>
                  <a:pt x="3068447" y="2778623"/>
                </a:lnTo>
                <a:lnTo>
                  <a:pt x="3068447" y="2778538"/>
                </a:lnTo>
                <a:lnTo>
                  <a:pt x="3068447" y="2778439"/>
                </a:lnTo>
                <a:lnTo>
                  <a:pt x="3068447" y="2778340"/>
                </a:lnTo>
                <a:lnTo>
                  <a:pt x="3068447" y="2778240"/>
                </a:lnTo>
                <a:lnTo>
                  <a:pt x="3068447" y="2778139"/>
                </a:lnTo>
                <a:lnTo>
                  <a:pt x="3068447" y="2778038"/>
                </a:lnTo>
                <a:lnTo>
                  <a:pt x="3068447" y="2777936"/>
                </a:lnTo>
                <a:lnTo>
                  <a:pt x="3068447" y="2777834"/>
                </a:lnTo>
                <a:lnTo>
                  <a:pt x="3068447" y="2777731"/>
                </a:lnTo>
                <a:lnTo>
                  <a:pt x="3068447" y="2777627"/>
                </a:lnTo>
                <a:lnTo>
                  <a:pt x="3068447" y="2777523"/>
                </a:lnTo>
                <a:lnTo>
                  <a:pt x="3068447" y="2777418"/>
                </a:lnTo>
                <a:lnTo>
                  <a:pt x="3068447" y="2777313"/>
                </a:lnTo>
                <a:lnTo>
                  <a:pt x="3068447" y="2777207"/>
                </a:lnTo>
                <a:lnTo>
                  <a:pt x="3068447" y="2777100"/>
                </a:lnTo>
                <a:lnTo>
                  <a:pt x="3068447" y="2776993"/>
                </a:lnTo>
                <a:lnTo>
                  <a:pt x="3068447" y="2776885"/>
                </a:lnTo>
                <a:lnTo>
                  <a:pt x="3068447" y="2776777"/>
                </a:lnTo>
                <a:lnTo>
                  <a:pt x="3068447" y="2776668"/>
                </a:lnTo>
                <a:lnTo>
                  <a:pt x="3068447" y="2776559"/>
                </a:lnTo>
                <a:lnTo>
                  <a:pt x="3068447" y="2776449"/>
                </a:lnTo>
                <a:lnTo>
                  <a:pt x="3068447" y="2776338"/>
                </a:lnTo>
                <a:lnTo>
                  <a:pt x="3068447" y="2776227"/>
                </a:lnTo>
                <a:lnTo>
                  <a:pt x="3068447" y="2776115"/>
                </a:lnTo>
                <a:lnTo>
                  <a:pt x="3068447" y="2776003"/>
                </a:lnTo>
                <a:lnTo>
                  <a:pt x="3068452" y="2775456"/>
                </a:lnTo>
                <a:lnTo>
                  <a:pt x="3068468" y="2774914"/>
                </a:lnTo>
                <a:lnTo>
                  <a:pt x="3068495" y="2774378"/>
                </a:lnTo>
                <a:lnTo>
                  <a:pt x="3068532" y="2773847"/>
                </a:lnTo>
                <a:lnTo>
                  <a:pt x="3068579" y="2773321"/>
                </a:lnTo>
                <a:lnTo>
                  <a:pt x="3068637" y="2772801"/>
                </a:lnTo>
                <a:lnTo>
                  <a:pt x="3068706" y="2772286"/>
                </a:lnTo>
                <a:lnTo>
                  <a:pt x="3068785" y="2771776"/>
                </a:lnTo>
                <a:lnTo>
                  <a:pt x="3068875" y="2771271"/>
                </a:lnTo>
                <a:lnTo>
                  <a:pt x="3068975" y="2770772"/>
                </a:lnTo>
                <a:lnTo>
                  <a:pt x="3069086" y="2770278"/>
                </a:lnTo>
                <a:lnTo>
                  <a:pt x="3069208" y="2769789"/>
                </a:lnTo>
                <a:lnTo>
                  <a:pt x="3069340" y="2769306"/>
                </a:lnTo>
                <a:lnTo>
                  <a:pt x="3069483" y="2768828"/>
                </a:lnTo>
                <a:lnTo>
                  <a:pt x="3069636" y="2768355"/>
                </a:lnTo>
                <a:lnTo>
                  <a:pt x="3069800" y="2767887"/>
                </a:lnTo>
                <a:lnTo>
                  <a:pt x="3069974" y="2767425"/>
                </a:lnTo>
                <a:lnTo>
                  <a:pt x="3070159" y="2766968"/>
                </a:lnTo>
                <a:lnTo>
                  <a:pt x="3070354" y="2766516"/>
                </a:lnTo>
                <a:lnTo>
                  <a:pt x="3070561" y="2766070"/>
                </a:lnTo>
                <a:lnTo>
                  <a:pt x="3070777" y="2765629"/>
                </a:lnTo>
                <a:lnTo>
                  <a:pt x="3071004" y="2765193"/>
                </a:lnTo>
                <a:lnTo>
                  <a:pt x="3071242" y="2764762"/>
                </a:lnTo>
                <a:lnTo>
                  <a:pt x="3071490" y="2764337"/>
                </a:lnTo>
                <a:lnTo>
                  <a:pt x="3071762" y="2763904"/>
                </a:lnTo>
                <a:lnTo>
                  <a:pt x="3072040" y="2763480"/>
                </a:lnTo>
                <a:lnTo>
                  <a:pt x="3072325" y="2763064"/>
                </a:lnTo>
                <a:lnTo>
                  <a:pt x="3072617" y="2762656"/>
                </a:lnTo>
                <a:lnTo>
                  <a:pt x="3072917" y="2762256"/>
                </a:lnTo>
                <a:lnTo>
                  <a:pt x="3073223" y="2761864"/>
                </a:lnTo>
                <a:lnTo>
                  <a:pt x="3073537" y="2761481"/>
                </a:lnTo>
                <a:lnTo>
                  <a:pt x="3073857" y="2761106"/>
                </a:lnTo>
                <a:lnTo>
                  <a:pt x="3074185" y="2760739"/>
                </a:lnTo>
                <a:lnTo>
                  <a:pt x="3074520" y="2760380"/>
                </a:lnTo>
                <a:lnTo>
                  <a:pt x="3074861" y="2760030"/>
                </a:lnTo>
                <a:lnTo>
                  <a:pt x="3075210" y="2759687"/>
                </a:lnTo>
                <a:lnTo>
                  <a:pt x="3075566" y="2759353"/>
                </a:lnTo>
                <a:lnTo>
                  <a:pt x="3075928" y="2759028"/>
                </a:lnTo>
                <a:lnTo>
                  <a:pt x="3076298" y="2758710"/>
                </a:lnTo>
                <a:lnTo>
                  <a:pt x="3076675" y="2758401"/>
                </a:lnTo>
                <a:lnTo>
                  <a:pt x="3077059" y="2758099"/>
                </a:lnTo>
                <a:lnTo>
                  <a:pt x="3077450" y="2757807"/>
                </a:lnTo>
                <a:lnTo>
                  <a:pt x="3077848" y="2757522"/>
                </a:lnTo>
                <a:lnTo>
                  <a:pt x="3078253" y="2757245"/>
                </a:lnTo>
                <a:lnTo>
                  <a:pt x="3078665" y="2756977"/>
                </a:lnTo>
                <a:lnTo>
                  <a:pt x="3079084" y="2756717"/>
                </a:lnTo>
                <a:lnTo>
                  <a:pt x="3079511" y="2756465"/>
                </a:lnTo>
                <a:lnTo>
                  <a:pt x="3079944" y="2756222"/>
                </a:lnTo>
                <a:lnTo>
                  <a:pt x="3080397" y="2755973"/>
                </a:lnTo>
                <a:lnTo>
                  <a:pt x="3080855" y="2755735"/>
                </a:lnTo>
                <a:lnTo>
                  <a:pt x="3081318" y="2755508"/>
                </a:lnTo>
                <a:lnTo>
                  <a:pt x="3081785" y="2755292"/>
                </a:lnTo>
                <a:lnTo>
                  <a:pt x="3082257" y="2755086"/>
                </a:lnTo>
                <a:lnTo>
                  <a:pt x="3082733" y="2754890"/>
                </a:lnTo>
                <a:lnTo>
                  <a:pt x="3083215" y="2754705"/>
                </a:lnTo>
                <a:lnTo>
                  <a:pt x="3083701" y="2754531"/>
                </a:lnTo>
                <a:lnTo>
                  <a:pt x="3084192" y="2754367"/>
                </a:lnTo>
                <a:lnTo>
                  <a:pt x="3084687" y="2754214"/>
                </a:lnTo>
                <a:lnTo>
                  <a:pt x="3085187" y="2754071"/>
                </a:lnTo>
                <a:lnTo>
                  <a:pt x="3085692" y="2753939"/>
                </a:lnTo>
                <a:lnTo>
                  <a:pt x="3086202" y="2753818"/>
                </a:lnTo>
                <a:lnTo>
                  <a:pt x="3086716" y="2753707"/>
                </a:lnTo>
                <a:lnTo>
                  <a:pt x="3087235" y="2753606"/>
                </a:lnTo>
                <a:lnTo>
                  <a:pt x="3087758" y="2753517"/>
                </a:lnTo>
                <a:lnTo>
                  <a:pt x="3088287" y="2753437"/>
                </a:lnTo>
                <a:lnTo>
                  <a:pt x="3088820" y="2753369"/>
                </a:lnTo>
                <a:lnTo>
                  <a:pt x="3089357" y="2753311"/>
                </a:lnTo>
                <a:lnTo>
                  <a:pt x="3089900" y="2753263"/>
                </a:lnTo>
                <a:lnTo>
                  <a:pt x="3090447" y="2753226"/>
                </a:lnTo>
                <a:lnTo>
                  <a:pt x="3090999" y="2753200"/>
                </a:lnTo>
                <a:lnTo>
                  <a:pt x="3091555" y="2753184"/>
                </a:lnTo>
                <a:lnTo>
                  <a:pt x="3092117" y="2753178"/>
                </a:lnTo>
                <a:lnTo>
                  <a:pt x="3093037" y="2753189"/>
                </a:lnTo>
                <a:lnTo>
                  <a:pt x="3093939" y="2753220"/>
                </a:lnTo>
                <a:lnTo>
                  <a:pt x="3094822" y="2753271"/>
                </a:lnTo>
                <a:lnTo>
                  <a:pt x="3095686" y="2753343"/>
                </a:lnTo>
                <a:lnTo>
                  <a:pt x="3096531" y="2753435"/>
                </a:lnTo>
                <a:lnTo>
                  <a:pt x="3097358" y="2753548"/>
                </a:lnTo>
                <a:lnTo>
                  <a:pt x="3098165" y="2753682"/>
                </a:lnTo>
                <a:lnTo>
                  <a:pt x="3098954" y="2753836"/>
                </a:lnTo>
                <a:lnTo>
                  <a:pt x="3099725" y="2754011"/>
                </a:lnTo>
                <a:lnTo>
                  <a:pt x="3100476" y="2754206"/>
                </a:lnTo>
                <a:lnTo>
                  <a:pt x="3101209" y="2754421"/>
                </a:lnTo>
                <a:lnTo>
                  <a:pt x="3101922" y="2754658"/>
                </a:lnTo>
                <a:lnTo>
                  <a:pt x="3102617" y="2754915"/>
                </a:lnTo>
                <a:lnTo>
                  <a:pt x="3103294" y="2755192"/>
                </a:lnTo>
                <a:lnTo>
                  <a:pt x="3103951" y="2755490"/>
                </a:lnTo>
                <a:lnTo>
                  <a:pt x="3104590" y="2755808"/>
                </a:lnTo>
                <a:lnTo>
                  <a:pt x="3105210" y="2756147"/>
                </a:lnTo>
                <a:lnTo>
                  <a:pt x="3105811" y="2756507"/>
                </a:lnTo>
                <a:lnTo>
                  <a:pt x="3106393" y="2756887"/>
                </a:lnTo>
                <a:lnTo>
                  <a:pt x="3106957" y="2757288"/>
                </a:lnTo>
                <a:lnTo>
                  <a:pt x="3107502" y="2757709"/>
                </a:lnTo>
                <a:lnTo>
                  <a:pt x="3108028" y="2758151"/>
                </a:lnTo>
                <a:lnTo>
                  <a:pt x="3108535" y="2758613"/>
                </a:lnTo>
                <a:lnTo>
                  <a:pt x="3109023" y="2759096"/>
                </a:lnTo>
                <a:lnTo>
                  <a:pt x="3109492" y="2759596"/>
                </a:lnTo>
                <a:lnTo>
                  <a:pt x="3109941" y="2760109"/>
                </a:lnTo>
                <a:lnTo>
                  <a:pt x="3110371" y="2760636"/>
                </a:lnTo>
                <a:lnTo>
                  <a:pt x="3110780" y="2761176"/>
                </a:lnTo>
                <a:lnTo>
                  <a:pt x="3111169" y="2761730"/>
                </a:lnTo>
                <a:lnTo>
                  <a:pt x="3111538" y="2762297"/>
                </a:lnTo>
                <a:lnTo>
                  <a:pt x="3111888" y="2762878"/>
                </a:lnTo>
                <a:lnTo>
                  <a:pt x="3112217" y="2763473"/>
                </a:lnTo>
                <a:lnTo>
                  <a:pt x="3112526" y="2764081"/>
                </a:lnTo>
                <a:lnTo>
                  <a:pt x="3112816" y="2764702"/>
                </a:lnTo>
                <a:lnTo>
                  <a:pt x="3113085" y="2765337"/>
                </a:lnTo>
                <a:lnTo>
                  <a:pt x="3113335" y="2765985"/>
                </a:lnTo>
                <a:lnTo>
                  <a:pt x="3113564" y="2766647"/>
                </a:lnTo>
                <a:lnTo>
                  <a:pt x="3113774" y="2767322"/>
                </a:lnTo>
                <a:lnTo>
                  <a:pt x="3113963" y="2768011"/>
                </a:lnTo>
                <a:lnTo>
                  <a:pt x="3114133" y="2768714"/>
                </a:lnTo>
                <a:lnTo>
                  <a:pt x="3114283" y="2769430"/>
                </a:lnTo>
                <a:lnTo>
                  <a:pt x="3114412" y="2770159"/>
                </a:lnTo>
                <a:lnTo>
                  <a:pt x="3114522" y="2770902"/>
                </a:lnTo>
                <a:lnTo>
                  <a:pt x="3114612" y="2771658"/>
                </a:lnTo>
                <a:lnTo>
                  <a:pt x="3114682" y="2772428"/>
                </a:lnTo>
                <a:lnTo>
                  <a:pt x="3114732" y="2773212"/>
                </a:lnTo>
                <a:lnTo>
                  <a:pt x="3114762" y="2774008"/>
                </a:lnTo>
                <a:lnTo>
                  <a:pt x="3114772" y="2774819"/>
                </a:lnTo>
                <a:lnTo>
                  <a:pt x="3114765" y="2775478"/>
                </a:lnTo>
                <a:lnTo>
                  <a:pt x="3114744" y="2776129"/>
                </a:lnTo>
                <a:lnTo>
                  <a:pt x="3114708" y="2776774"/>
                </a:lnTo>
                <a:lnTo>
                  <a:pt x="3114659" y="2777411"/>
                </a:lnTo>
                <a:lnTo>
                  <a:pt x="3114596" y="2778042"/>
                </a:lnTo>
                <a:lnTo>
                  <a:pt x="3114518" y="2778665"/>
                </a:lnTo>
                <a:lnTo>
                  <a:pt x="3114426" y="2779282"/>
                </a:lnTo>
                <a:lnTo>
                  <a:pt x="3114321" y="2779891"/>
                </a:lnTo>
                <a:lnTo>
                  <a:pt x="3114201" y="2780493"/>
                </a:lnTo>
                <a:lnTo>
                  <a:pt x="3114067" y="2781089"/>
                </a:lnTo>
                <a:lnTo>
                  <a:pt x="3113919" y="2781677"/>
                </a:lnTo>
                <a:lnTo>
                  <a:pt x="3113757" y="2782258"/>
                </a:lnTo>
                <a:lnTo>
                  <a:pt x="3113581" y="2782832"/>
                </a:lnTo>
                <a:lnTo>
                  <a:pt x="3113391" y="2783399"/>
                </a:lnTo>
                <a:lnTo>
                  <a:pt x="3113187" y="2783959"/>
                </a:lnTo>
                <a:lnTo>
                  <a:pt x="3112968" y="2784512"/>
                </a:lnTo>
                <a:lnTo>
                  <a:pt x="3112736" y="2785058"/>
                </a:lnTo>
                <a:lnTo>
                  <a:pt x="3112489" y="2785597"/>
                </a:lnTo>
                <a:lnTo>
                  <a:pt x="3112229" y="2786129"/>
                </a:lnTo>
                <a:lnTo>
                  <a:pt x="3111954" y="2786654"/>
                </a:lnTo>
                <a:lnTo>
                  <a:pt x="3111665" y="2787171"/>
                </a:lnTo>
                <a:lnTo>
                  <a:pt x="3111362" y="2787682"/>
                </a:lnTo>
                <a:lnTo>
                  <a:pt x="3111045" y="2788186"/>
                </a:lnTo>
                <a:lnTo>
                  <a:pt x="3110714" y="2788683"/>
                </a:lnTo>
                <a:lnTo>
                  <a:pt x="3110387" y="2789158"/>
                </a:lnTo>
                <a:lnTo>
                  <a:pt x="3110055" y="2789626"/>
                </a:lnTo>
                <a:lnTo>
                  <a:pt x="3109718" y="2790088"/>
                </a:lnTo>
                <a:lnTo>
                  <a:pt x="3109376" y="2790542"/>
                </a:lnTo>
                <a:lnTo>
                  <a:pt x="3109028" y="2790990"/>
                </a:lnTo>
                <a:lnTo>
                  <a:pt x="3108675" y="2791430"/>
                </a:lnTo>
                <a:lnTo>
                  <a:pt x="3108316" y="2791863"/>
                </a:lnTo>
                <a:lnTo>
                  <a:pt x="3107953" y="2792289"/>
                </a:lnTo>
                <a:lnTo>
                  <a:pt x="3107584" y="2792708"/>
                </a:lnTo>
                <a:lnTo>
                  <a:pt x="3107209" y="2793121"/>
                </a:lnTo>
                <a:lnTo>
                  <a:pt x="3106830" y="2793526"/>
                </a:lnTo>
                <a:lnTo>
                  <a:pt x="3106445" y="2793924"/>
                </a:lnTo>
                <a:lnTo>
                  <a:pt x="3106055" y="2794315"/>
                </a:lnTo>
                <a:lnTo>
                  <a:pt x="3105660" y="2794698"/>
                </a:lnTo>
                <a:lnTo>
                  <a:pt x="3105259" y="2795075"/>
                </a:lnTo>
                <a:lnTo>
                  <a:pt x="3104853" y="2795445"/>
                </a:lnTo>
                <a:lnTo>
                  <a:pt x="3104442" y="2795808"/>
                </a:lnTo>
                <a:lnTo>
                  <a:pt x="3104025" y="2796164"/>
                </a:lnTo>
                <a:lnTo>
                  <a:pt x="3103604" y="2796512"/>
                </a:lnTo>
                <a:lnTo>
                  <a:pt x="3103177" y="2796854"/>
                </a:lnTo>
                <a:lnTo>
                  <a:pt x="3102744" y="2797189"/>
                </a:lnTo>
                <a:lnTo>
                  <a:pt x="3102307" y="2797516"/>
                </a:lnTo>
                <a:lnTo>
                  <a:pt x="3101864" y="2797837"/>
                </a:lnTo>
                <a:lnTo>
                  <a:pt x="3101415" y="2798150"/>
                </a:lnTo>
                <a:lnTo>
                  <a:pt x="3067433" y="2820467"/>
                </a:lnTo>
                <a:lnTo>
                  <a:pt x="3066750" y="2820935"/>
                </a:lnTo>
                <a:lnTo>
                  <a:pt x="3066083" y="2821411"/>
                </a:lnTo>
                <a:lnTo>
                  <a:pt x="3065430" y="2821894"/>
                </a:lnTo>
                <a:lnTo>
                  <a:pt x="3064794" y="2822383"/>
                </a:lnTo>
                <a:lnTo>
                  <a:pt x="3064172" y="2822880"/>
                </a:lnTo>
                <a:lnTo>
                  <a:pt x="3063565" y="2823383"/>
                </a:lnTo>
                <a:lnTo>
                  <a:pt x="3062974" y="2823894"/>
                </a:lnTo>
                <a:lnTo>
                  <a:pt x="3062398" y="2824412"/>
                </a:lnTo>
                <a:lnTo>
                  <a:pt x="3061838" y="2824937"/>
                </a:lnTo>
                <a:lnTo>
                  <a:pt x="3061292" y="2825469"/>
                </a:lnTo>
                <a:lnTo>
                  <a:pt x="3060762" y="2826008"/>
                </a:lnTo>
                <a:lnTo>
                  <a:pt x="3060247" y="2826554"/>
                </a:lnTo>
                <a:lnTo>
                  <a:pt x="3059748" y="2827107"/>
                </a:lnTo>
                <a:lnTo>
                  <a:pt x="3059264" y="2827667"/>
                </a:lnTo>
                <a:lnTo>
                  <a:pt x="3058795" y="2828234"/>
                </a:lnTo>
                <a:lnTo>
                  <a:pt x="3058341" y="2828808"/>
                </a:lnTo>
                <a:lnTo>
                  <a:pt x="3057902" y="2829389"/>
                </a:lnTo>
                <a:lnTo>
                  <a:pt x="3057479" y="2829977"/>
                </a:lnTo>
                <a:lnTo>
                  <a:pt x="3057071" y="2830572"/>
                </a:lnTo>
                <a:lnTo>
                  <a:pt x="3056678" y="2831175"/>
                </a:lnTo>
                <a:lnTo>
                  <a:pt x="3056301" y="2831784"/>
                </a:lnTo>
                <a:lnTo>
                  <a:pt x="3055939" y="2832400"/>
                </a:lnTo>
                <a:lnTo>
                  <a:pt x="3055592" y="2833024"/>
                </a:lnTo>
                <a:lnTo>
                  <a:pt x="3055260" y="2833654"/>
                </a:lnTo>
                <a:lnTo>
                  <a:pt x="3054943" y="2834279"/>
                </a:lnTo>
                <a:lnTo>
                  <a:pt x="3054639" y="2834915"/>
                </a:lnTo>
                <a:lnTo>
                  <a:pt x="3054349" y="2835562"/>
                </a:lnTo>
                <a:lnTo>
                  <a:pt x="3054072" y="2836218"/>
                </a:lnTo>
                <a:lnTo>
                  <a:pt x="3053808" y="2836886"/>
                </a:lnTo>
                <a:lnTo>
                  <a:pt x="3053559" y="2837564"/>
                </a:lnTo>
                <a:lnTo>
                  <a:pt x="3053322" y="2838253"/>
                </a:lnTo>
                <a:lnTo>
                  <a:pt x="3053100" y="2838952"/>
                </a:lnTo>
                <a:lnTo>
                  <a:pt x="3052890" y="2839662"/>
                </a:lnTo>
                <a:lnTo>
                  <a:pt x="3052695" y="2840382"/>
                </a:lnTo>
                <a:lnTo>
                  <a:pt x="3052512" y="2841113"/>
                </a:lnTo>
                <a:lnTo>
                  <a:pt x="3052344" y="2841854"/>
                </a:lnTo>
                <a:lnTo>
                  <a:pt x="3052188" y="2842606"/>
                </a:lnTo>
                <a:lnTo>
                  <a:pt x="3052047" y="2843369"/>
                </a:lnTo>
                <a:lnTo>
                  <a:pt x="3051918" y="2844142"/>
                </a:lnTo>
                <a:lnTo>
                  <a:pt x="3051804" y="2844926"/>
                </a:lnTo>
                <a:lnTo>
                  <a:pt x="3051702" y="2845720"/>
                </a:lnTo>
                <a:lnTo>
                  <a:pt x="3051615" y="2846525"/>
                </a:lnTo>
                <a:lnTo>
                  <a:pt x="3051540" y="2847340"/>
                </a:lnTo>
                <a:lnTo>
                  <a:pt x="3051480" y="2848166"/>
                </a:lnTo>
                <a:lnTo>
                  <a:pt x="3051432" y="2849002"/>
                </a:lnTo>
                <a:lnTo>
                  <a:pt x="3051399" y="2849850"/>
                </a:lnTo>
                <a:lnTo>
                  <a:pt x="3051378" y="2850707"/>
                </a:lnTo>
                <a:lnTo>
                  <a:pt x="3051372" y="2851575"/>
                </a:lnTo>
                <a:lnTo>
                  <a:pt x="3051372" y="2856647"/>
                </a:lnTo>
                <a:lnTo>
                  <a:pt x="3132693" y="2856647"/>
                </a:lnTo>
                <a:lnTo>
                  <a:pt x="3132693" y="2841770"/>
                </a:lnTo>
                <a:lnTo>
                  <a:pt x="3071660" y="2841770"/>
                </a:lnTo>
                <a:lnTo>
                  <a:pt x="3071689" y="2841614"/>
                </a:lnTo>
                <a:lnTo>
                  <a:pt x="3071719" y="2841458"/>
                </a:lnTo>
                <a:lnTo>
                  <a:pt x="3071752" y="2841302"/>
                </a:lnTo>
                <a:lnTo>
                  <a:pt x="3071786" y="2841145"/>
                </a:lnTo>
                <a:lnTo>
                  <a:pt x="3071822" y="2840987"/>
                </a:lnTo>
                <a:close/>
                <a:moveTo>
                  <a:pt x="2993654" y="2739727"/>
                </a:moveTo>
                <a:lnTo>
                  <a:pt x="2993044" y="2739972"/>
                </a:lnTo>
                <a:lnTo>
                  <a:pt x="2992432" y="2740215"/>
                </a:lnTo>
                <a:lnTo>
                  <a:pt x="2991820" y="2740456"/>
                </a:lnTo>
                <a:lnTo>
                  <a:pt x="2991207" y="2740694"/>
                </a:lnTo>
                <a:lnTo>
                  <a:pt x="2990592" y="2740930"/>
                </a:lnTo>
                <a:lnTo>
                  <a:pt x="2989976" y="2741164"/>
                </a:lnTo>
                <a:lnTo>
                  <a:pt x="2989359" y="2741395"/>
                </a:lnTo>
                <a:lnTo>
                  <a:pt x="2988741" y="2741624"/>
                </a:lnTo>
                <a:lnTo>
                  <a:pt x="2988122" y="2741851"/>
                </a:lnTo>
                <a:lnTo>
                  <a:pt x="2987501" y="2742075"/>
                </a:lnTo>
                <a:lnTo>
                  <a:pt x="2986880" y="2742297"/>
                </a:lnTo>
                <a:lnTo>
                  <a:pt x="2986257" y="2742517"/>
                </a:lnTo>
                <a:lnTo>
                  <a:pt x="2985633" y="2742734"/>
                </a:lnTo>
                <a:lnTo>
                  <a:pt x="2985008" y="2742949"/>
                </a:lnTo>
                <a:lnTo>
                  <a:pt x="2984381" y="2743161"/>
                </a:lnTo>
                <a:lnTo>
                  <a:pt x="2983754" y="2743371"/>
                </a:lnTo>
                <a:lnTo>
                  <a:pt x="2983125" y="2743579"/>
                </a:lnTo>
                <a:lnTo>
                  <a:pt x="2982495" y="2743785"/>
                </a:lnTo>
                <a:lnTo>
                  <a:pt x="2981864" y="2743988"/>
                </a:lnTo>
                <a:lnTo>
                  <a:pt x="2981232" y="2744189"/>
                </a:lnTo>
                <a:lnTo>
                  <a:pt x="2980598" y="2744387"/>
                </a:lnTo>
                <a:lnTo>
                  <a:pt x="2979980" y="2744569"/>
                </a:lnTo>
                <a:lnTo>
                  <a:pt x="2979363" y="2744749"/>
                </a:lnTo>
                <a:lnTo>
                  <a:pt x="2978749" y="2744926"/>
                </a:lnTo>
                <a:lnTo>
                  <a:pt x="2978138" y="2745101"/>
                </a:lnTo>
                <a:lnTo>
                  <a:pt x="2977528" y="2745273"/>
                </a:lnTo>
                <a:lnTo>
                  <a:pt x="2976921" y="2745444"/>
                </a:lnTo>
                <a:lnTo>
                  <a:pt x="2976316" y="2745612"/>
                </a:lnTo>
                <a:lnTo>
                  <a:pt x="2975714" y="2745777"/>
                </a:lnTo>
                <a:lnTo>
                  <a:pt x="2975114" y="2745940"/>
                </a:lnTo>
                <a:lnTo>
                  <a:pt x="2974517" y="2746101"/>
                </a:lnTo>
                <a:lnTo>
                  <a:pt x="2973921" y="2746260"/>
                </a:lnTo>
                <a:lnTo>
                  <a:pt x="2973328" y="2746416"/>
                </a:lnTo>
                <a:lnTo>
                  <a:pt x="2972738" y="2746570"/>
                </a:lnTo>
                <a:lnTo>
                  <a:pt x="2972150" y="2746721"/>
                </a:lnTo>
                <a:lnTo>
                  <a:pt x="2971564" y="2746870"/>
                </a:lnTo>
                <a:lnTo>
                  <a:pt x="2970980" y="2747017"/>
                </a:lnTo>
                <a:lnTo>
                  <a:pt x="2970399" y="2747161"/>
                </a:lnTo>
                <a:lnTo>
                  <a:pt x="2969820" y="2747303"/>
                </a:lnTo>
                <a:lnTo>
                  <a:pt x="2969244" y="2747443"/>
                </a:lnTo>
                <a:lnTo>
                  <a:pt x="2968670" y="2747580"/>
                </a:lnTo>
                <a:lnTo>
                  <a:pt x="2968098" y="2747715"/>
                </a:lnTo>
                <a:lnTo>
                  <a:pt x="2967529" y="2747848"/>
                </a:lnTo>
                <a:lnTo>
                  <a:pt x="2966961" y="2747978"/>
                </a:lnTo>
                <a:lnTo>
                  <a:pt x="2966397" y="2748106"/>
                </a:lnTo>
                <a:lnTo>
                  <a:pt x="2965835" y="2748218"/>
                </a:lnTo>
                <a:lnTo>
                  <a:pt x="2965278" y="2748326"/>
                </a:lnTo>
                <a:lnTo>
                  <a:pt x="2964724" y="2748431"/>
                </a:lnTo>
                <a:lnTo>
                  <a:pt x="2964175" y="2748534"/>
                </a:lnTo>
                <a:lnTo>
                  <a:pt x="2963630" y="2748633"/>
                </a:lnTo>
                <a:lnTo>
                  <a:pt x="2963089" y="2748730"/>
                </a:lnTo>
                <a:lnTo>
                  <a:pt x="2962552" y="2748824"/>
                </a:lnTo>
                <a:lnTo>
                  <a:pt x="2962020" y="2748914"/>
                </a:lnTo>
                <a:lnTo>
                  <a:pt x="2961491" y="2749002"/>
                </a:lnTo>
                <a:lnTo>
                  <a:pt x="2960967" y="2749087"/>
                </a:lnTo>
                <a:lnTo>
                  <a:pt x="2960446" y="2749169"/>
                </a:lnTo>
                <a:lnTo>
                  <a:pt x="2959930" y="2749248"/>
                </a:lnTo>
                <a:lnTo>
                  <a:pt x="2959418" y="2749324"/>
                </a:lnTo>
                <a:lnTo>
                  <a:pt x="2958910" y="2749397"/>
                </a:lnTo>
                <a:lnTo>
                  <a:pt x="2958406" y="2749467"/>
                </a:lnTo>
                <a:lnTo>
                  <a:pt x="2957906" y="2749534"/>
                </a:lnTo>
                <a:lnTo>
                  <a:pt x="2957410" y="2749598"/>
                </a:lnTo>
                <a:lnTo>
                  <a:pt x="2956918" y="2749660"/>
                </a:lnTo>
                <a:lnTo>
                  <a:pt x="2956431" y="2749718"/>
                </a:lnTo>
                <a:lnTo>
                  <a:pt x="2955947" y="2749773"/>
                </a:lnTo>
                <a:lnTo>
                  <a:pt x="2955468" y="2749826"/>
                </a:lnTo>
                <a:lnTo>
                  <a:pt x="2954993" y="2749876"/>
                </a:lnTo>
                <a:lnTo>
                  <a:pt x="2954522" y="2749922"/>
                </a:lnTo>
                <a:lnTo>
                  <a:pt x="2954055" y="2749966"/>
                </a:lnTo>
                <a:lnTo>
                  <a:pt x="2954055" y="2760279"/>
                </a:lnTo>
                <a:lnTo>
                  <a:pt x="2984656" y="2760279"/>
                </a:lnTo>
                <a:lnTo>
                  <a:pt x="2984656" y="2842615"/>
                </a:lnTo>
                <a:lnTo>
                  <a:pt x="2954055" y="2842615"/>
                </a:lnTo>
                <a:lnTo>
                  <a:pt x="2954055" y="2856647"/>
                </a:lnTo>
                <a:lnTo>
                  <a:pt x="3031995" y="2856647"/>
                </a:lnTo>
                <a:lnTo>
                  <a:pt x="3031995" y="2842615"/>
                </a:lnTo>
                <a:lnTo>
                  <a:pt x="3001732" y="2842615"/>
                </a:lnTo>
                <a:lnTo>
                  <a:pt x="3001732" y="2738977"/>
                </a:lnTo>
                <a:lnTo>
                  <a:pt x="2995476" y="2738977"/>
                </a:lnTo>
                <a:lnTo>
                  <a:pt x="2994870" y="2739229"/>
                </a:lnTo>
                <a:lnTo>
                  <a:pt x="2994262" y="2739479"/>
                </a:lnTo>
                <a:lnTo>
                  <a:pt x="2993654" y="2739727"/>
                </a:lnTo>
                <a:close/>
                <a:moveTo>
                  <a:pt x="3200080" y="2857993"/>
                </a:moveTo>
                <a:lnTo>
                  <a:pt x="3200986" y="2857887"/>
                </a:lnTo>
                <a:lnTo>
                  <a:pt x="3201883" y="2857768"/>
                </a:lnTo>
                <a:lnTo>
                  <a:pt x="3202772" y="2857634"/>
                </a:lnTo>
                <a:lnTo>
                  <a:pt x="3203652" y="2857486"/>
                </a:lnTo>
                <a:lnTo>
                  <a:pt x="3204522" y="2857324"/>
                </a:lnTo>
                <a:lnTo>
                  <a:pt x="3205385" y="2857148"/>
                </a:lnTo>
                <a:lnTo>
                  <a:pt x="3206238" y="2856957"/>
                </a:lnTo>
                <a:lnTo>
                  <a:pt x="3207082" y="2856753"/>
                </a:lnTo>
                <a:lnTo>
                  <a:pt x="3207918" y="2856535"/>
                </a:lnTo>
                <a:lnTo>
                  <a:pt x="3208745" y="2856302"/>
                </a:lnTo>
                <a:lnTo>
                  <a:pt x="3209563" y="2856056"/>
                </a:lnTo>
                <a:lnTo>
                  <a:pt x="3210372" y="2855795"/>
                </a:lnTo>
                <a:lnTo>
                  <a:pt x="3211172" y="2855520"/>
                </a:lnTo>
                <a:lnTo>
                  <a:pt x="3211964" y="2855232"/>
                </a:lnTo>
                <a:lnTo>
                  <a:pt x="3212747" y="2854929"/>
                </a:lnTo>
                <a:lnTo>
                  <a:pt x="3213521" y="2854612"/>
                </a:lnTo>
                <a:lnTo>
                  <a:pt x="3214286" y="2854281"/>
                </a:lnTo>
                <a:lnTo>
                  <a:pt x="3215040" y="2853923"/>
                </a:lnTo>
                <a:lnTo>
                  <a:pt x="3215779" y="2853555"/>
                </a:lnTo>
                <a:lnTo>
                  <a:pt x="3216505" y="2853176"/>
                </a:lnTo>
                <a:lnTo>
                  <a:pt x="3217217" y="2852787"/>
                </a:lnTo>
                <a:lnTo>
                  <a:pt x="3217914" y="2852387"/>
                </a:lnTo>
                <a:lnTo>
                  <a:pt x="3218597" y="2851977"/>
                </a:lnTo>
                <a:lnTo>
                  <a:pt x="3219266" y="2851556"/>
                </a:lnTo>
                <a:lnTo>
                  <a:pt x="3219922" y="2851125"/>
                </a:lnTo>
                <a:lnTo>
                  <a:pt x="3220563" y="2850683"/>
                </a:lnTo>
                <a:lnTo>
                  <a:pt x="3221190" y="2850230"/>
                </a:lnTo>
                <a:lnTo>
                  <a:pt x="3221802" y="2849767"/>
                </a:lnTo>
                <a:lnTo>
                  <a:pt x="3222401" y="2849293"/>
                </a:lnTo>
                <a:lnTo>
                  <a:pt x="3222986" y="2848809"/>
                </a:lnTo>
                <a:lnTo>
                  <a:pt x="3223557" y="2848314"/>
                </a:lnTo>
                <a:lnTo>
                  <a:pt x="3224113" y="2847808"/>
                </a:lnTo>
                <a:lnTo>
                  <a:pt x="3224656" y="2847292"/>
                </a:lnTo>
                <a:lnTo>
                  <a:pt x="3225184" y="2846766"/>
                </a:lnTo>
                <a:lnTo>
                  <a:pt x="3225698" y="2846229"/>
                </a:lnTo>
                <a:lnTo>
                  <a:pt x="3226198" y="2845681"/>
                </a:lnTo>
                <a:lnTo>
                  <a:pt x="3226684" y="2845123"/>
                </a:lnTo>
                <a:lnTo>
                  <a:pt x="3227156" y="2844554"/>
                </a:lnTo>
                <a:lnTo>
                  <a:pt x="3227614" y="2843974"/>
                </a:lnTo>
                <a:lnTo>
                  <a:pt x="3228058" y="2843384"/>
                </a:lnTo>
                <a:lnTo>
                  <a:pt x="3228488" y="2842784"/>
                </a:lnTo>
                <a:lnTo>
                  <a:pt x="3228915" y="2842160"/>
                </a:lnTo>
                <a:lnTo>
                  <a:pt x="3229325" y="2841528"/>
                </a:lnTo>
                <a:lnTo>
                  <a:pt x="3229716" y="2840887"/>
                </a:lnTo>
                <a:lnTo>
                  <a:pt x="3230089" y="2840238"/>
                </a:lnTo>
                <a:lnTo>
                  <a:pt x="3230444" y="2839582"/>
                </a:lnTo>
                <a:lnTo>
                  <a:pt x="3230781" y="2838916"/>
                </a:lnTo>
                <a:lnTo>
                  <a:pt x="3231099" y="2838243"/>
                </a:lnTo>
                <a:lnTo>
                  <a:pt x="3231399" y="2837562"/>
                </a:lnTo>
                <a:lnTo>
                  <a:pt x="3231682" y="2836872"/>
                </a:lnTo>
                <a:lnTo>
                  <a:pt x="3231945" y="2836174"/>
                </a:lnTo>
                <a:lnTo>
                  <a:pt x="3232191" y="2835468"/>
                </a:lnTo>
                <a:lnTo>
                  <a:pt x="3232419" y="2834753"/>
                </a:lnTo>
                <a:lnTo>
                  <a:pt x="3232628" y="2834031"/>
                </a:lnTo>
                <a:lnTo>
                  <a:pt x="3232819" y="2833300"/>
                </a:lnTo>
                <a:lnTo>
                  <a:pt x="3232992" y="2832561"/>
                </a:lnTo>
                <a:lnTo>
                  <a:pt x="3233146" y="2831813"/>
                </a:lnTo>
                <a:lnTo>
                  <a:pt x="3233283" y="2831058"/>
                </a:lnTo>
                <a:lnTo>
                  <a:pt x="3233401" y="2830294"/>
                </a:lnTo>
                <a:lnTo>
                  <a:pt x="3233501" y="2829522"/>
                </a:lnTo>
                <a:lnTo>
                  <a:pt x="3233583" y="2828742"/>
                </a:lnTo>
                <a:lnTo>
                  <a:pt x="3233647" y="2827954"/>
                </a:lnTo>
                <a:lnTo>
                  <a:pt x="3233692" y="2827157"/>
                </a:lnTo>
                <a:lnTo>
                  <a:pt x="3233720" y="2826352"/>
                </a:lnTo>
                <a:lnTo>
                  <a:pt x="3233729" y="2825539"/>
                </a:lnTo>
                <a:lnTo>
                  <a:pt x="3233718" y="2824589"/>
                </a:lnTo>
                <a:lnTo>
                  <a:pt x="3233688" y="2823654"/>
                </a:lnTo>
                <a:lnTo>
                  <a:pt x="3233636" y="2822734"/>
                </a:lnTo>
                <a:lnTo>
                  <a:pt x="3233564" y="2821829"/>
                </a:lnTo>
                <a:lnTo>
                  <a:pt x="3233472" y="2820940"/>
                </a:lnTo>
                <a:lnTo>
                  <a:pt x="3233359" y="2820066"/>
                </a:lnTo>
                <a:lnTo>
                  <a:pt x="3233225" y="2819207"/>
                </a:lnTo>
                <a:lnTo>
                  <a:pt x="3233071" y="2818363"/>
                </a:lnTo>
                <a:lnTo>
                  <a:pt x="3232897" y="2817535"/>
                </a:lnTo>
                <a:lnTo>
                  <a:pt x="3232701" y="2816722"/>
                </a:lnTo>
                <a:lnTo>
                  <a:pt x="3232486" y="2815924"/>
                </a:lnTo>
                <a:lnTo>
                  <a:pt x="3232249" y="2815142"/>
                </a:lnTo>
                <a:lnTo>
                  <a:pt x="3231993" y="2814374"/>
                </a:lnTo>
                <a:lnTo>
                  <a:pt x="3231715" y="2813622"/>
                </a:lnTo>
                <a:lnTo>
                  <a:pt x="3231417" y="2812886"/>
                </a:lnTo>
                <a:lnTo>
                  <a:pt x="3231099" y="2812164"/>
                </a:lnTo>
                <a:lnTo>
                  <a:pt x="3230760" y="2811458"/>
                </a:lnTo>
                <a:lnTo>
                  <a:pt x="3230400" y="2810767"/>
                </a:lnTo>
                <a:lnTo>
                  <a:pt x="3230020" y="2810091"/>
                </a:lnTo>
                <a:lnTo>
                  <a:pt x="3229619" y="2809431"/>
                </a:lnTo>
                <a:lnTo>
                  <a:pt x="3229198" y="2808786"/>
                </a:lnTo>
                <a:lnTo>
                  <a:pt x="3228757" y="2808156"/>
                </a:lnTo>
                <a:lnTo>
                  <a:pt x="3228294" y="2807541"/>
                </a:lnTo>
                <a:lnTo>
                  <a:pt x="3227811" y="2806942"/>
                </a:lnTo>
                <a:lnTo>
                  <a:pt x="3227326" y="2806357"/>
                </a:lnTo>
                <a:lnTo>
                  <a:pt x="3226830" y="2805788"/>
                </a:lnTo>
                <a:lnTo>
                  <a:pt x="3226321" y="2805233"/>
                </a:lnTo>
                <a:lnTo>
                  <a:pt x="3225801" y="2804692"/>
                </a:lnTo>
                <a:lnTo>
                  <a:pt x="3225269" y="2804166"/>
                </a:lnTo>
                <a:lnTo>
                  <a:pt x="3224726" y="2803655"/>
                </a:lnTo>
                <a:lnTo>
                  <a:pt x="3224170" y="2803159"/>
                </a:lnTo>
                <a:lnTo>
                  <a:pt x="3223603" y="2802677"/>
                </a:lnTo>
                <a:lnTo>
                  <a:pt x="3223025" y="2802210"/>
                </a:lnTo>
                <a:lnTo>
                  <a:pt x="3222434" y="2801758"/>
                </a:lnTo>
                <a:lnTo>
                  <a:pt x="3221832" y="2801321"/>
                </a:lnTo>
                <a:lnTo>
                  <a:pt x="3221218" y="2800898"/>
                </a:lnTo>
                <a:lnTo>
                  <a:pt x="3220592" y="2800489"/>
                </a:lnTo>
                <a:lnTo>
                  <a:pt x="3219954" y="2800096"/>
                </a:lnTo>
                <a:lnTo>
                  <a:pt x="3219305" y="2799717"/>
                </a:lnTo>
                <a:lnTo>
                  <a:pt x="3218644" y="2799352"/>
                </a:lnTo>
                <a:lnTo>
                  <a:pt x="3217971" y="2799003"/>
                </a:lnTo>
                <a:lnTo>
                  <a:pt x="3217287" y="2798668"/>
                </a:lnTo>
                <a:lnTo>
                  <a:pt x="3216591" y="2798348"/>
                </a:lnTo>
                <a:lnTo>
                  <a:pt x="3215883" y="2798042"/>
                </a:lnTo>
                <a:lnTo>
                  <a:pt x="3215163" y="2797751"/>
                </a:lnTo>
                <a:lnTo>
                  <a:pt x="3214432" y="2797475"/>
                </a:lnTo>
                <a:lnTo>
                  <a:pt x="3213688" y="2797214"/>
                </a:lnTo>
                <a:lnTo>
                  <a:pt x="3212933" y="2796967"/>
                </a:lnTo>
                <a:lnTo>
                  <a:pt x="3212933" y="2796121"/>
                </a:lnTo>
                <a:lnTo>
                  <a:pt x="3213368" y="2795909"/>
                </a:lnTo>
                <a:lnTo>
                  <a:pt x="3213799" y="2795693"/>
                </a:lnTo>
                <a:lnTo>
                  <a:pt x="3214225" y="2795474"/>
                </a:lnTo>
                <a:lnTo>
                  <a:pt x="3214648" y="2795253"/>
                </a:lnTo>
                <a:lnTo>
                  <a:pt x="3215066" y="2795028"/>
                </a:lnTo>
                <a:lnTo>
                  <a:pt x="3215480" y="2794801"/>
                </a:lnTo>
                <a:lnTo>
                  <a:pt x="3215890" y="2794570"/>
                </a:lnTo>
                <a:lnTo>
                  <a:pt x="3216296" y="2794337"/>
                </a:lnTo>
                <a:lnTo>
                  <a:pt x="3216698" y="2794100"/>
                </a:lnTo>
                <a:lnTo>
                  <a:pt x="3217096" y="2793861"/>
                </a:lnTo>
                <a:lnTo>
                  <a:pt x="3217489" y="2793619"/>
                </a:lnTo>
                <a:lnTo>
                  <a:pt x="3217879" y="2793374"/>
                </a:lnTo>
                <a:lnTo>
                  <a:pt x="3218264" y="2793126"/>
                </a:lnTo>
                <a:lnTo>
                  <a:pt x="3218645" y="2792875"/>
                </a:lnTo>
                <a:lnTo>
                  <a:pt x="3219023" y="2792621"/>
                </a:lnTo>
                <a:lnTo>
                  <a:pt x="3219396" y="2792364"/>
                </a:lnTo>
                <a:lnTo>
                  <a:pt x="3219765" y="2792105"/>
                </a:lnTo>
                <a:lnTo>
                  <a:pt x="3220130" y="2791842"/>
                </a:lnTo>
                <a:lnTo>
                  <a:pt x="3220490" y="2791576"/>
                </a:lnTo>
                <a:lnTo>
                  <a:pt x="3220847" y="2791308"/>
                </a:lnTo>
                <a:lnTo>
                  <a:pt x="3221199" y="2791036"/>
                </a:lnTo>
                <a:lnTo>
                  <a:pt x="3221548" y="2790762"/>
                </a:lnTo>
                <a:lnTo>
                  <a:pt x="3221892" y="2790484"/>
                </a:lnTo>
                <a:lnTo>
                  <a:pt x="3222232" y="2790204"/>
                </a:lnTo>
                <a:lnTo>
                  <a:pt x="3222568" y="2789920"/>
                </a:lnTo>
                <a:lnTo>
                  <a:pt x="3222897" y="2789630"/>
                </a:lnTo>
                <a:lnTo>
                  <a:pt x="3223220" y="2789335"/>
                </a:lnTo>
                <a:lnTo>
                  <a:pt x="3223538" y="2789035"/>
                </a:lnTo>
                <a:lnTo>
                  <a:pt x="3223850" y="2788729"/>
                </a:lnTo>
                <a:lnTo>
                  <a:pt x="3224155" y="2788418"/>
                </a:lnTo>
                <a:lnTo>
                  <a:pt x="3224455" y="2788102"/>
                </a:lnTo>
                <a:lnTo>
                  <a:pt x="3224749" y="2787781"/>
                </a:lnTo>
                <a:lnTo>
                  <a:pt x="3225038" y="2787454"/>
                </a:lnTo>
                <a:lnTo>
                  <a:pt x="3225320" y="2787122"/>
                </a:lnTo>
                <a:lnTo>
                  <a:pt x="3225597" y="2786785"/>
                </a:lnTo>
                <a:lnTo>
                  <a:pt x="3225867" y="2786442"/>
                </a:lnTo>
                <a:lnTo>
                  <a:pt x="3226132" y="2786094"/>
                </a:lnTo>
                <a:lnTo>
                  <a:pt x="3226391" y="2785741"/>
                </a:lnTo>
                <a:lnTo>
                  <a:pt x="3226644" y="2785383"/>
                </a:lnTo>
                <a:lnTo>
                  <a:pt x="3226891" y="2785019"/>
                </a:lnTo>
                <a:lnTo>
                  <a:pt x="3227132" y="2784650"/>
                </a:lnTo>
                <a:lnTo>
                  <a:pt x="3227368" y="2784276"/>
                </a:lnTo>
                <a:lnTo>
                  <a:pt x="3227597" y="2783897"/>
                </a:lnTo>
                <a:lnTo>
                  <a:pt x="3227821" y="2783512"/>
                </a:lnTo>
                <a:lnTo>
                  <a:pt x="3228039" y="2783122"/>
                </a:lnTo>
                <a:lnTo>
                  <a:pt x="3228250" y="2782726"/>
                </a:lnTo>
                <a:lnTo>
                  <a:pt x="3228457" y="2782326"/>
                </a:lnTo>
                <a:lnTo>
                  <a:pt x="3228657" y="2781920"/>
                </a:lnTo>
                <a:lnTo>
                  <a:pt x="3228850" y="2781508"/>
                </a:lnTo>
                <a:lnTo>
                  <a:pt x="3229035" y="2781090"/>
                </a:lnTo>
                <a:lnTo>
                  <a:pt x="3229211" y="2780665"/>
                </a:lnTo>
                <a:lnTo>
                  <a:pt x="3229380" y="2780234"/>
                </a:lnTo>
                <a:lnTo>
                  <a:pt x="3229540" y="2779796"/>
                </a:lnTo>
                <a:lnTo>
                  <a:pt x="3229692" y="2779352"/>
                </a:lnTo>
                <a:lnTo>
                  <a:pt x="3229836" y="2778901"/>
                </a:lnTo>
                <a:lnTo>
                  <a:pt x="3229972" y="2778444"/>
                </a:lnTo>
                <a:lnTo>
                  <a:pt x="3230099" y="2777981"/>
                </a:lnTo>
                <a:lnTo>
                  <a:pt x="3230218" y="2777511"/>
                </a:lnTo>
                <a:lnTo>
                  <a:pt x="3230329" y="2777035"/>
                </a:lnTo>
                <a:lnTo>
                  <a:pt x="3230432" y="2776552"/>
                </a:lnTo>
                <a:lnTo>
                  <a:pt x="3230527" y="2776063"/>
                </a:lnTo>
                <a:lnTo>
                  <a:pt x="3230613" y="2775567"/>
                </a:lnTo>
                <a:lnTo>
                  <a:pt x="3230691" y="2775065"/>
                </a:lnTo>
                <a:lnTo>
                  <a:pt x="3230761" y="2774556"/>
                </a:lnTo>
                <a:lnTo>
                  <a:pt x="3230822" y="2774041"/>
                </a:lnTo>
                <a:lnTo>
                  <a:pt x="3230876" y="2773519"/>
                </a:lnTo>
                <a:lnTo>
                  <a:pt x="3230921" y="2772991"/>
                </a:lnTo>
                <a:lnTo>
                  <a:pt x="3230958" y="2772457"/>
                </a:lnTo>
                <a:lnTo>
                  <a:pt x="3230987" y="2771916"/>
                </a:lnTo>
                <a:lnTo>
                  <a:pt x="3231007" y="2771368"/>
                </a:lnTo>
                <a:lnTo>
                  <a:pt x="3231020" y="2770814"/>
                </a:lnTo>
                <a:lnTo>
                  <a:pt x="3231024" y="2770254"/>
                </a:lnTo>
                <a:lnTo>
                  <a:pt x="3231015" y="2769456"/>
                </a:lnTo>
                <a:lnTo>
                  <a:pt x="3230989" y="2768667"/>
                </a:lnTo>
                <a:lnTo>
                  <a:pt x="3230945" y="2767887"/>
                </a:lnTo>
                <a:lnTo>
                  <a:pt x="3230883" y="2767117"/>
                </a:lnTo>
                <a:lnTo>
                  <a:pt x="3230804" y="2766356"/>
                </a:lnTo>
                <a:lnTo>
                  <a:pt x="3230707" y="2765605"/>
                </a:lnTo>
                <a:lnTo>
                  <a:pt x="3230592" y="2764863"/>
                </a:lnTo>
                <a:lnTo>
                  <a:pt x="3230460" y="2764130"/>
                </a:lnTo>
                <a:lnTo>
                  <a:pt x="3230311" y="2763407"/>
                </a:lnTo>
                <a:lnTo>
                  <a:pt x="3230143" y="2762693"/>
                </a:lnTo>
                <a:lnTo>
                  <a:pt x="3229958" y="2761989"/>
                </a:lnTo>
                <a:lnTo>
                  <a:pt x="3229756" y="2761294"/>
                </a:lnTo>
                <a:lnTo>
                  <a:pt x="3229536" y="2760608"/>
                </a:lnTo>
                <a:lnTo>
                  <a:pt x="3229298" y="2759932"/>
                </a:lnTo>
                <a:lnTo>
                  <a:pt x="3229043" y="2759265"/>
                </a:lnTo>
                <a:lnTo>
                  <a:pt x="3228770" y="2758607"/>
                </a:lnTo>
                <a:lnTo>
                  <a:pt x="3228479" y="2757959"/>
                </a:lnTo>
                <a:lnTo>
                  <a:pt x="3228171" y="2757320"/>
                </a:lnTo>
                <a:lnTo>
                  <a:pt x="3227845" y="2756691"/>
                </a:lnTo>
                <a:lnTo>
                  <a:pt x="3227502" y="2756071"/>
                </a:lnTo>
                <a:lnTo>
                  <a:pt x="3227141" y="2755461"/>
                </a:lnTo>
                <a:lnTo>
                  <a:pt x="3226762" y="2754860"/>
                </a:lnTo>
                <a:lnTo>
                  <a:pt x="3226366" y="2754268"/>
                </a:lnTo>
                <a:lnTo>
                  <a:pt x="3225952" y="2753685"/>
                </a:lnTo>
                <a:lnTo>
                  <a:pt x="3225537" y="2753100"/>
                </a:lnTo>
                <a:lnTo>
                  <a:pt x="3225110" y="2752526"/>
                </a:lnTo>
                <a:lnTo>
                  <a:pt x="3224671" y="2751963"/>
                </a:lnTo>
                <a:lnTo>
                  <a:pt x="3224219" y="2751413"/>
                </a:lnTo>
                <a:lnTo>
                  <a:pt x="3223755" y="2750874"/>
                </a:lnTo>
                <a:lnTo>
                  <a:pt x="3223278" y="2750346"/>
                </a:lnTo>
                <a:lnTo>
                  <a:pt x="3222790" y="2749831"/>
                </a:lnTo>
                <a:lnTo>
                  <a:pt x="3222289" y="2749327"/>
                </a:lnTo>
                <a:lnTo>
                  <a:pt x="3221775" y="2748835"/>
                </a:lnTo>
                <a:lnTo>
                  <a:pt x="3221250" y="2748355"/>
                </a:lnTo>
                <a:lnTo>
                  <a:pt x="3220711" y="2747887"/>
                </a:lnTo>
                <a:lnTo>
                  <a:pt x="3220161" y="2747430"/>
                </a:lnTo>
                <a:lnTo>
                  <a:pt x="3219598" y="2746985"/>
                </a:lnTo>
                <a:lnTo>
                  <a:pt x="3219023" y="2746552"/>
                </a:lnTo>
                <a:lnTo>
                  <a:pt x="3218436" y="2746130"/>
                </a:lnTo>
                <a:lnTo>
                  <a:pt x="3217836" y="2745721"/>
                </a:lnTo>
                <a:lnTo>
                  <a:pt x="3217224" y="2745323"/>
                </a:lnTo>
                <a:lnTo>
                  <a:pt x="3216600" y="2744936"/>
                </a:lnTo>
                <a:lnTo>
                  <a:pt x="3215963" y="2744562"/>
                </a:lnTo>
                <a:lnTo>
                  <a:pt x="3215314" y="2744199"/>
                </a:lnTo>
                <a:lnTo>
                  <a:pt x="3214653" y="2743848"/>
                </a:lnTo>
                <a:lnTo>
                  <a:pt x="3213980" y="2743509"/>
                </a:lnTo>
                <a:lnTo>
                  <a:pt x="3213294" y="2743181"/>
                </a:lnTo>
                <a:lnTo>
                  <a:pt x="3212595" y="2742865"/>
                </a:lnTo>
                <a:lnTo>
                  <a:pt x="3211887" y="2742548"/>
                </a:lnTo>
                <a:lnTo>
                  <a:pt x="3211171" y="2742244"/>
                </a:lnTo>
                <a:lnTo>
                  <a:pt x="3210448" y="2741954"/>
                </a:lnTo>
                <a:lnTo>
                  <a:pt x="3209717" y="2741677"/>
                </a:lnTo>
                <a:lnTo>
                  <a:pt x="3208978" y="2741414"/>
                </a:lnTo>
                <a:lnTo>
                  <a:pt x="3208231" y="2741164"/>
                </a:lnTo>
                <a:lnTo>
                  <a:pt x="3207477" y="2740928"/>
                </a:lnTo>
                <a:lnTo>
                  <a:pt x="3206716" y="2740705"/>
                </a:lnTo>
                <a:lnTo>
                  <a:pt x="3205946" y="2740496"/>
                </a:lnTo>
                <a:lnTo>
                  <a:pt x="3205169" y="2740300"/>
                </a:lnTo>
                <a:lnTo>
                  <a:pt x="3204385" y="2740118"/>
                </a:lnTo>
                <a:lnTo>
                  <a:pt x="3203593" y="2739949"/>
                </a:lnTo>
                <a:lnTo>
                  <a:pt x="3202793" y="2739794"/>
                </a:lnTo>
                <a:lnTo>
                  <a:pt x="3201985" y="2739652"/>
                </a:lnTo>
                <a:lnTo>
                  <a:pt x="3201170" y="2739524"/>
                </a:lnTo>
                <a:lnTo>
                  <a:pt x="3200347" y="2739409"/>
                </a:lnTo>
                <a:lnTo>
                  <a:pt x="3199517" y="2739308"/>
                </a:lnTo>
                <a:lnTo>
                  <a:pt x="3198679" y="2739220"/>
                </a:lnTo>
                <a:lnTo>
                  <a:pt x="3197833" y="2739146"/>
                </a:lnTo>
                <a:lnTo>
                  <a:pt x="3196980" y="2739085"/>
                </a:lnTo>
                <a:lnTo>
                  <a:pt x="3196119" y="2739038"/>
                </a:lnTo>
                <a:lnTo>
                  <a:pt x="3195251" y="2739004"/>
                </a:lnTo>
                <a:lnTo>
                  <a:pt x="3194375" y="2738984"/>
                </a:lnTo>
                <a:lnTo>
                  <a:pt x="3193491" y="2738977"/>
                </a:lnTo>
                <a:lnTo>
                  <a:pt x="3191293" y="2738977"/>
                </a:lnTo>
                <a:lnTo>
                  <a:pt x="3190395" y="2738984"/>
                </a:lnTo>
                <a:lnTo>
                  <a:pt x="3189505" y="2739004"/>
                </a:lnTo>
                <a:lnTo>
                  <a:pt x="3188622" y="2739038"/>
                </a:lnTo>
                <a:lnTo>
                  <a:pt x="3187747" y="2739085"/>
                </a:lnTo>
                <a:lnTo>
                  <a:pt x="3186880" y="2739146"/>
                </a:lnTo>
                <a:lnTo>
                  <a:pt x="3186020" y="2739220"/>
                </a:lnTo>
                <a:lnTo>
                  <a:pt x="3185168" y="2739308"/>
                </a:lnTo>
                <a:lnTo>
                  <a:pt x="3184324" y="2739409"/>
                </a:lnTo>
                <a:lnTo>
                  <a:pt x="3183487" y="2739524"/>
                </a:lnTo>
                <a:lnTo>
                  <a:pt x="3182658" y="2739652"/>
                </a:lnTo>
                <a:lnTo>
                  <a:pt x="3181836" y="2739794"/>
                </a:lnTo>
                <a:lnTo>
                  <a:pt x="3181022" y="2739949"/>
                </a:lnTo>
                <a:lnTo>
                  <a:pt x="3180216" y="2740118"/>
                </a:lnTo>
                <a:lnTo>
                  <a:pt x="3179417" y="2740300"/>
                </a:lnTo>
                <a:lnTo>
                  <a:pt x="3178626" y="2740496"/>
                </a:lnTo>
                <a:lnTo>
                  <a:pt x="3177843" y="2740705"/>
                </a:lnTo>
                <a:lnTo>
                  <a:pt x="3177067" y="2740928"/>
                </a:lnTo>
                <a:lnTo>
                  <a:pt x="3176299" y="2741164"/>
                </a:lnTo>
                <a:lnTo>
                  <a:pt x="3175538" y="2741414"/>
                </a:lnTo>
                <a:lnTo>
                  <a:pt x="3174785" y="2741677"/>
                </a:lnTo>
                <a:lnTo>
                  <a:pt x="3174040" y="2741954"/>
                </a:lnTo>
                <a:lnTo>
                  <a:pt x="3173303" y="2742244"/>
                </a:lnTo>
                <a:lnTo>
                  <a:pt x="3172573" y="2742548"/>
                </a:lnTo>
                <a:lnTo>
                  <a:pt x="3171850" y="2742865"/>
                </a:lnTo>
                <a:lnTo>
                  <a:pt x="3171138" y="2743195"/>
                </a:lnTo>
                <a:lnTo>
                  <a:pt x="3170438" y="2743536"/>
                </a:lnTo>
                <a:lnTo>
                  <a:pt x="3169750" y="2743888"/>
                </a:lnTo>
                <a:lnTo>
                  <a:pt x="3169075" y="2744251"/>
                </a:lnTo>
                <a:lnTo>
                  <a:pt x="3168412" y="2744625"/>
                </a:lnTo>
                <a:lnTo>
                  <a:pt x="3167761" y="2745010"/>
                </a:lnTo>
                <a:lnTo>
                  <a:pt x="3167122" y="2745407"/>
                </a:lnTo>
                <a:lnTo>
                  <a:pt x="3166496" y="2745815"/>
                </a:lnTo>
                <a:lnTo>
                  <a:pt x="3165883" y="2746233"/>
                </a:lnTo>
                <a:lnTo>
                  <a:pt x="3165281" y="2746663"/>
                </a:lnTo>
                <a:lnTo>
                  <a:pt x="3164692" y="2747105"/>
                </a:lnTo>
                <a:lnTo>
                  <a:pt x="3164115" y="2747557"/>
                </a:lnTo>
                <a:lnTo>
                  <a:pt x="3163551" y="2748020"/>
                </a:lnTo>
                <a:lnTo>
                  <a:pt x="3162999" y="2748495"/>
                </a:lnTo>
                <a:lnTo>
                  <a:pt x="3162459" y="2748981"/>
                </a:lnTo>
                <a:lnTo>
                  <a:pt x="3161932" y="2749478"/>
                </a:lnTo>
                <a:lnTo>
                  <a:pt x="3161416" y="2749986"/>
                </a:lnTo>
                <a:lnTo>
                  <a:pt x="3160914" y="2750505"/>
                </a:lnTo>
                <a:lnTo>
                  <a:pt x="3160423" y="2751035"/>
                </a:lnTo>
                <a:lnTo>
                  <a:pt x="3159945" y="2751577"/>
                </a:lnTo>
                <a:lnTo>
                  <a:pt x="3159479" y="2752130"/>
                </a:lnTo>
                <a:lnTo>
                  <a:pt x="3159026" y="2752693"/>
                </a:lnTo>
                <a:lnTo>
                  <a:pt x="3158585" y="2753268"/>
                </a:lnTo>
                <a:lnTo>
                  <a:pt x="3158156" y="2753855"/>
                </a:lnTo>
                <a:lnTo>
                  <a:pt x="3157756" y="2754437"/>
                </a:lnTo>
                <a:lnTo>
                  <a:pt x="3157373" y="2755029"/>
                </a:lnTo>
                <a:lnTo>
                  <a:pt x="3157007" y="2755630"/>
                </a:lnTo>
                <a:lnTo>
                  <a:pt x="3156658" y="2756240"/>
                </a:lnTo>
                <a:lnTo>
                  <a:pt x="3156326" y="2756860"/>
                </a:lnTo>
                <a:lnTo>
                  <a:pt x="3156011" y="2757489"/>
                </a:lnTo>
                <a:lnTo>
                  <a:pt x="3155713" y="2758128"/>
                </a:lnTo>
                <a:lnTo>
                  <a:pt x="3155432" y="2758776"/>
                </a:lnTo>
                <a:lnTo>
                  <a:pt x="3155168" y="2759434"/>
                </a:lnTo>
                <a:lnTo>
                  <a:pt x="3154921" y="2760101"/>
                </a:lnTo>
                <a:lnTo>
                  <a:pt x="3154691" y="2760777"/>
                </a:lnTo>
                <a:lnTo>
                  <a:pt x="3154479" y="2761463"/>
                </a:lnTo>
                <a:lnTo>
                  <a:pt x="3154283" y="2762158"/>
                </a:lnTo>
                <a:lnTo>
                  <a:pt x="3154104" y="2762862"/>
                </a:lnTo>
                <a:lnTo>
                  <a:pt x="3153942" y="2763576"/>
                </a:lnTo>
                <a:lnTo>
                  <a:pt x="3153798" y="2764299"/>
                </a:lnTo>
                <a:lnTo>
                  <a:pt x="3153670" y="2765032"/>
                </a:lnTo>
                <a:lnTo>
                  <a:pt x="3153559" y="2765774"/>
                </a:lnTo>
                <a:lnTo>
                  <a:pt x="3153466" y="2766525"/>
                </a:lnTo>
                <a:lnTo>
                  <a:pt x="3153389" y="2767286"/>
                </a:lnTo>
                <a:lnTo>
                  <a:pt x="3153329" y="2768056"/>
                </a:lnTo>
                <a:lnTo>
                  <a:pt x="3153287" y="2768836"/>
                </a:lnTo>
                <a:lnTo>
                  <a:pt x="3153261" y="2769625"/>
                </a:lnTo>
                <a:lnTo>
                  <a:pt x="3153253" y="2770423"/>
                </a:lnTo>
                <a:lnTo>
                  <a:pt x="3153253" y="2773297"/>
                </a:lnTo>
                <a:lnTo>
                  <a:pt x="3168638" y="2773297"/>
                </a:lnTo>
                <a:lnTo>
                  <a:pt x="3168648" y="2772474"/>
                </a:lnTo>
                <a:lnTo>
                  <a:pt x="3168679" y="2771668"/>
                </a:lnTo>
                <a:lnTo>
                  <a:pt x="3168730" y="2770878"/>
                </a:lnTo>
                <a:lnTo>
                  <a:pt x="3168802" y="2770104"/>
                </a:lnTo>
                <a:lnTo>
                  <a:pt x="3168895" y="2769347"/>
                </a:lnTo>
                <a:lnTo>
                  <a:pt x="3169008" y="2768606"/>
                </a:lnTo>
                <a:lnTo>
                  <a:pt x="3169141" y="2767881"/>
                </a:lnTo>
                <a:lnTo>
                  <a:pt x="3169295" y="2767173"/>
                </a:lnTo>
                <a:lnTo>
                  <a:pt x="3169470" y="2766482"/>
                </a:lnTo>
                <a:lnTo>
                  <a:pt x="3169665" y="2765807"/>
                </a:lnTo>
                <a:lnTo>
                  <a:pt x="3169881" y="2765148"/>
                </a:lnTo>
                <a:lnTo>
                  <a:pt x="3170117" y="2764506"/>
                </a:lnTo>
                <a:lnTo>
                  <a:pt x="3170374" y="2763880"/>
                </a:lnTo>
                <a:lnTo>
                  <a:pt x="3170651" y="2763271"/>
                </a:lnTo>
                <a:lnTo>
                  <a:pt x="3170949" y="2762678"/>
                </a:lnTo>
                <a:lnTo>
                  <a:pt x="3171268" y="2762101"/>
                </a:lnTo>
                <a:lnTo>
                  <a:pt x="3171607" y="2761541"/>
                </a:lnTo>
                <a:lnTo>
                  <a:pt x="3171966" y="2760998"/>
                </a:lnTo>
                <a:lnTo>
                  <a:pt x="3172347" y="2760471"/>
                </a:lnTo>
                <a:lnTo>
                  <a:pt x="3172747" y="2759960"/>
                </a:lnTo>
                <a:lnTo>
                  <a:pt x="3173168" y="2759466"/>
                </a:lnTo>
                <a:lnTo>
                  <a:pt x="3173610" y="2758988"/>
                </a:lnTo>
                <a:lnTo>
                  <a:pt x="3174072" y="2758526"/>
                </a:lnTo>
                <a:lnTo>
                  <a:pt x="3174555" y="2758081"/>
                </a:lnTo>
                <a:lnTo>
                  <a:pt x="3175070" y="2757654"/>
                </a:lnTo>
                <a:lnTo>
                  <a:pt x="3175601" y="2757244"/>
                </a:lnTo>
                <a:lnTo>
                  <a:pt x="3176148" y="2756853"/>
                </a:lnTo>
                <a:lnTo>
                  <a:pt x="3176711" y="2756480"/>
                </a:lnTo>
                <a:lnTo>
                  <a:pt x="3177289" y="2756125"/>
                </a:lnTo>
                <a:lnTo>
                  <a:pt x="3177884" y="2755788"/>
                </a:lnTo>
                <a:lnTo>
                  <a:pt x="3178494" y="2755470"/>
                </a:lnTo>
                <a:lnTo>
                  <a:pt x="3179120" y="2755170"/>
                </a:lnTo>
                <a:lnTo>
                  <a:pt x="3179762" y="2754888"/>
                </a:lnTo>
                <a:lnTo>
                  <a:pt x="3180420" y="2754624"/>
                </a:lnTo>
                <a:lnTo>
                  <a:pt x="3181093" y="2754378"/>
                </a:lnTo>
                <a:lnTo>
                  <a:pt x="3181783" y="2754150"/>
                </a:lnTo>
                <a:lnTo>
                  <a:pt x="3182488" y="2753941"/>
                </a:lnTo>
                <a:lnTo>
                  <a:pt x="3183209" y="2753750"/>
                </a:lnTo>
                <a:lnTo>
                  <a:pt x="3183947" y="2753577"/>
                </a:lnTo>
                <a:lnTo>
                  <a:pt x="3184699" y="2753423"/>
                </a:lnTo>
                <a:lnTo>
                  <a:pt x="3185468" y="2753286"/>
                </a:lnTo>
                <a:lnTo>
                  <a:pt x="3186253" y="2753168"/>
                </a:lnTo>
                <a:lnTo>
                  <a:pt x="3187053" y="2753068"/>
                </a:lnTo>
                <a:lnTo>
                  <a:pt x="3187869" y="2752986"/>
                </a:lnTo>
                <a:lnTo>
                  <a:pt x="3188702" y="2752922"/>
                </a:lnTo>
                <a:lnTo>
                  <a:pt x="3189550" y="2752877"/>
                </a:lnTo>
                <a:lnTo>
                  <a:pt x="3190413" y="2752849"/>
                </a:lnTo>
                <a:lnTo>
                  <a:pt x="3191293" y="2752840"/>
                </a:lnTo>
                <a:lnTo>
                  <a:pt x="3191826" y="2752844"/>
                </a:lnTo>
                <a:lnTo>
                  <a:pt x="3192354" y="2752854"/>
                </a:lnTo>
                <a:lnTo>
                  <a:pt x="3192878" y="2752872"/>
                </a:lnTo>
                <a:lnTo>
                  <a:pt x="3193397" y="2752897"/>
                </a:lnTo>
                <a:lnTo>
                  <a:pt x="3193911" y="2752928"/>
                </a:lnTo>
                <a:lnTo>
                  <a:pt x="3194421" y="2752967"/>
                </a:lnTo>
                <a:lnTo>
                  <a:pt x="3194926" y="2753013"/>
                </a:lnTo>
                <a:lnTo>
                  <a:pt x="3195426" y="2753066"/>
                </a:lnTo>
                <a:lnTo>
                  <a:pt x="3195921" y="2753125"/>
                </a:lnTo>
                <a:lnTo>
                  <a:pt x="3196412" y="2753192"/>
                </a:lnTo>
                <a:lnTo>
                  <a:pt x="3196898" y="2753266"/>
                </a:lnTo>
                <a:lnTo>
                  <a:pt x="3197379" y="2753347"/>
                </a:lnTo>
                <a:lnTo>
                  <a:pt x="3197856" y="2753435"/>
                </a:lnTo>
                <a:lnTo>
                  <a:pt x="3198328" y="2753531"/>
                </a:lnTo>
                <a:lnTo>
                  <a:pt x="3198795" y="2753633"/>
                </a:lnTo>
                <a:lnTo>
                  <a:pt x="3199258" y="2753742"/>
                </a:lnTo>
                <a:lnTo>
                  <a:pt x="3199716" y="2753858"/>
                </a:lnTo>
                <a:lnTo>
                  <a:pt x="3200169" y="2753982"/>
                </a:lnTo>
                <a:lnTo>
                  <a:pt x="3200618" y="2754112"/>
                </a:lnTo>
                <a:lnTo>
                  <a:pt x="3201061" y="2754249"/>
                </a:lnTo>
                <a:lnTo>
                  <a:pt x="3201500" y="2754394"/>
                </a:lnTo>
                <a:lnTo>
                  <a:pt x="3201935" y="2754545"/>
                </a:lnTo>
                <a:lnTo>
                  <a:pt x="3202365" y="2754704"/>
                </a:lnTo>
                <a:lnTo>
                  <a:pt x="3202790" y="2754869"/>
                </a:lnTo>
                <a:lnTo>
                  <a:pt x="3203223" y="2755042"/>
                </a:lnTo>
                <a:lnTo>
                  <a:pt x="3203648" y="2755223"/>
                </a:lnTo>
                <a:lnTo>
                  <a:pt x="3204066" y="2755411"/>
                </a:lnTo>
                <a:lnTo>
                  <a:pt x="3204476" y="2755607"/>
                </a:lnTo>
                <a:lnTo>
                  <a:pt x="3204878" y="2755810"/>
                </a:lnTo>
                <a:lnTo>
                  <a:pt x="3205273" y="2756021"/>
                </a:lnTo>
                <a:lnTo>
                  <a:pt x="3205660" y="2756240"/>
                </a:lnTo>
                <a:lnTo>
                  <a:pt x="3206039" y="2756466"/>
                </a:lnTo>
                <a:lnTo>
                  <a:pt x="3206411" y="2756700"/>
                </a:lnTo>
                <a:lnTo>
                  <a:pt x="3206776" y="2756941"/>
                </a:lnTo>
                <a:lnTo>
                  <a:pt x="3207132" y="2757191"/>
                </a:lnTo>
                <a:lnTo>
                  <a:pt x="3207481" y="2757447"/>
                </a:lnTo>
                <a:lnTo>
                  <a:pt x="3207823" y="2757712"/>
                </a:lnTo>
                <a:lnTo>
                  <a:pt x="3208156" y="2757984"/>
                </a:lnTo>
                <a:lnTo>
                  <a:pt x="3208482" y="2758264"/>
                </a:lnTo>
                <a:lnTo>
                  <a:pt x="3208801" y="2758551"/>
                </a:lnTo>
                <a:lnTo>
                  <a:pt x="3209112" y="2758846"/>
                </a:lnTo>
                <a:lnTo>
                  <a:pt x="3209415" y="2759149"/>
                </a:lnTo>
                <a:lnTo>
                  <a:pt x="3209711" y="2759459"/>
                </a:lnTo>
                <a:lnTo>
                  <a:pt x="3209998" y="2759777"/>
                </a:lnTo>
                <a:lnTo>
                  <a:pt x="3210279" y="2760102"/>
                </a:lnTo>
                <a:lnTo>
                  <a:pt x="3210551" y="2760435"/>
                </a:lnTo>
                <a:lnTo>
                  <a:pt x="3210817" y="2760776"/>
                </a:lnTo>
                <a:lnTo>
                  <a:pt x="3211074" y="2761125"/>
                </a:lnTo>
                <a:lnTo>
                  <a:pt x="3211322" y="2761481"/>
                </a:lnTo>
                <a:lnTo>
                  <a:pt x="3211560" y="2761844"/>
                </a:lnTo>
                <a:lnTo>
                  <a:pt x="3211787" y="2762216"/>
                </a:lnTo>
                <a:lnTo>
                  <a:pt x="3212004" y="2762595"/>
                </a:lnTo>
                <a:lnTo>
                  <a:pt x="3212210" y="2762981"/>
                </a:lnTo>
                <a:lnTo>
                  <a:pt x="3212405" y="2763375"/>
                </a:lnTo>
                <a:lnTo>
                  <a:pt x="3212590" y="2763777"/>
                </a:lnTo>
                <a:lnTo>
                  <a:pt x="3212765" y="2764187"/>
                </a:lnTo>
                <a:lnTo>
                  <a:pt x="3212928" y="2764604"/>
                </a:lnTo>
                <a:lnTo>
                  <a:pt x="3213082" y="2765028"/>
                </a:lnTo>
                <a:lnTo>
                  <a:pt x="3213224" y="2765461"/>
                </a:lnTo>
                <a:lnTo>
                  <a:pt x="3213356" y="2765901"/>
                </a:lnTo>
                <a:lnTo>
                  <a:pt x="3213478" y="2766348"/>
                </a:lnTo>
                <a:lnTo>
                  <a:pt x="3213589" y="2766804"/>
                </a:lnTo>
                <a:lnTo>
                  <a:pt x="3213689" y="2767266"/>
                </a:lnTo>
                <a:lnTo>
                  <a:pt x="3213779" y="2767737"/>
                </a:lnTo>
                <a:lnTo>
                  <a:pt x="3213858" y="2768215"/>
                </a:lnTo>
                <a:lnTo>
                  <a:pt x="3213927" y="2768701"/>
                </a:lnTo>
                <a:lnTo>
                  <a:pt x="3213985" y="2769194"/>
                </a:lnTo>
                <a:lnTo>
                  <a:pt x="3214032" y="2769695"/>
                </a:lnTo>
                <a:lnTo>
                  <a:pt x="3214069" y="2770204"/>
                </a:lnTo>
                <a:lnTo>
                  <a:pt x="3214096" y="2770720"/>
                </a:lnTo>
                <a:lnTo>
                  <a:pt x="3214112" y="2771244"/>
                </a:lnTo>
                <a:lnTo>
                  <a:pt x="3214117" y="2771776"/>
                </a:lnTo>
                <a:lnTo>
                  <a:pt x="3214111" y="2772308"/>
                </a:lnTo>
                <a:lnTo>
                  <a:pt x="3214095" y="2772832"/>
                </a:lnTo>
                <a:lnTo>
                  <a:pt x="3214067" y="2773350"/>
                </a:lnTo>
                <a:lnTo>
                  <a:pt x="3214028" y="2773861"/>
                </a:lnTo>
                <a:lnTo>
                  <a:pt x="3213978" y="2774365"/>
                </a:lnTo>
                <a:lnTo>
                  <a:pt x="3213916" y="2774861"/>
                </a:lnTo>
                <a:lnTo>
                  <a:pt x="3213844" y="2775351"/>
                </a:lnTo>
                <a:lnTo>
                  <a:pt x="3213760" y="2775833"/>
                </a:lnTo>
                <a:lnTo>
                  <a:pt x="3213665" y="2776309"/>
                </a:lnTo>
                <a:lnTo>
                  <a:pt x="3213559" y="2776777"/>
                </a:lnTo>
                <a:lnTo>
                  <a:pt x="3213442" y="2777239"/>
                </a:lnTo>
                <a:lnTo>
                  <a:pt x="3213314" y="2777693"/>
                </a:lnTo>
                <a:lnTo>
                  <a:pt x="3213174" y="2778140"/>
                </a:lnTo>
                <a:lnTo>
                  <a:pt x="3213024" y="2778581"/>
                </a:lnTo>
                <a:lnTo>
                  <a:pt x="3212862" y="2779014"/>
                </a:lnTo>
                <a:lnTo>
                  <a:pt x="3212689" y="2779440"/>
                </a:lnTo>
                <a:lnTo>
                  <a:pt x="3212505" y="2779859"/>
                </a:lnTo>
                <a:lnTo>
                  <a:pt x="3212310" y="2780271"/>
                </a:lnTo>
                <a:lnTo>
                  <a:pt x="3212104" y="2780677"/>
                </a:lnTo>
                <a:lnTo>
                  <a:pt x="3211886" y="2781075"/>
                </a:lnTo>
                <a:lnTo>
                  <a:pt x="3211658" y="2781466"/>
                </a:lnTo>
                <a:lnTo>
                  <a:pt x="3211418" y="2781849"/>
                </a:lnTo>
                <a:lnTo>
                  <a:pt x="3211167" y="2782226"/>
                </a:lnTo>
                <a:lnTo>
                  <a:pt x="3210905" y="2782596"/>
                </a:lnTo>
                <a:lnTo>
                  <a:pt x="3210647" y="2782945"/>
                </a:lnTo>
                <a:lnTo>
                  <a:pt x="3210382" y="2783286"/>
                </a:lnTo>
                <a:lnTo>
                  <a:pt x="3210110" y="2783621"/>
                </a:lnTo>
                <a:lnTo>
                  <a:pt x="3209829" y="2783949"/>
                </a:lnTo>
                <a:lnTo>
                  <a:pt x="3209541" y="2784269"/>
                </a:lnTo>
                <a:lnTo>
                  <a:pt x="3209246" y="2784583"/>
                </a:lnTo>
                <a:lnTo>
                  <a:pt x="3208943" y="2784889"/>
                </a:lnTo>
                <a:lnTo>
                  <a:pt x="3208632" y="2785188"/>
                </a:lnTo>
                <a:lnTo>
                  <a:pt x="3208313" y="2785481"/>
                </a:lnTo>
                <a:lnTo>
                  <a:pt x="3207987" y="2785766"/>
                </a:lnTo>
                <a:lnTo>
                  <a:pt x="3207653" y="2786044"/>
                </a:lnTo>
                <a:lnTo>
                  <a:pt x="3207312" y="2786316"/>
                </a:lnTo>
                <a:lnTo>
                  <a:pt x="3206963" y="2786580"/>
                </a:lnTo>
                <a:lnTo>
                  <a:pt x="3206606" y="2786837"/>
                </a:lnTo>
                <a:lnTo>
                  <a:pt x="3206242" y="2787087"/>
                </a:lnTo>
                <a:lnTo>
                  <a:pt x="3205870" y="2787330"/>
                </a:lnTo>
                <a:lnTo>
                  <a:pt x="3205491" y="2787566"/>
                </a:lnTo>
                <a:lnTo>
                  <a:pt x="3205104" y="2787795"/>
                </a:lnTo>
                <a:lnTo>
                  <a:pt x="3204709" y="2788017"/>
                </a:lnTo>
                <a:lnTo>
                  <a:pt x="3204306" y="2788232"/>
                </a:lnTo>
                <a:lnTo>
                  <a:pt x="3203896" y="2788439"/>
                </a:lnTo>
                <a:lnTo>
                  <a:pt x="3203479" y="2788640"/>
                </a:lnTo>
                <a:lnTo>
                  <a:pt x="3203053" y="2788834"/>
                </a:lnTo>
                <a:lnTo>
                  <a:pt x="3202620" y="2789021"/>
                </a:lnTo>
                <a:lnTo>
                  <a:pt x="3202196" y="2789200"/>
                </a:lnTo>
                <a:lnTo>
                  <a:pt x="3201767" y="2789372"/>
                </a:lnTo>
                <a:lnTo>
                  <a:pt x="3201334" y="2789536"/>
                </a:lnTo>
                <a:lnTo>
                  <a:pt x="3200897" y="2789692"/>
                </a:lnTo>
                <a:lnTo>
                  <a:pt x="3200456" y="2789841"/>
                </a:lnTo>
                <a:lnTo>
                  <a:pt x="3200010" y="2789982"/>
                </a:lnTo>
                <a:lnTo>
                  <a:pt x="3199561" y="2790116"/>
                </a:lnTo>
                <a:lnTo>
                  <a:pt x="3199108" y="2790242"/>
                </a:lnTo>
                <a:lnTo>
                  <a:pt x="3198650" y="2790360"/>
                </a:lnTo>
                <a:lnTo>
                  <a:pt x="3198188" y="2790471"/>
                </a:lnTo>
                <a:lnTo>
                  <a:pt x="3197722" y="2790574"/>
                </a:lnTo>
                <a:lnTo>
                  <a:pt x="3197253" y="2790669"/>
                </a:lnTo>
                <a:lnTo>
                  <a:pt x="3196779" y="2790757"/>
                </a:lnTo>
                <a:lnTo>
                  <a:pt x="3196300" y="2790837"/>
                </a:lnTo>
                <a:lnTo>
                  <a:pt x="3195818" y="2790909"/>
                </a:lnTo>
                <a:lnTo>
                  <a:pt x="3195332" y="2790974"/>
                </a:lnTo>
                <a:lnTo>
                  <a:pt x="3194841" y="2791032"/>
                </a:lnTo>
                <a:lnTo>
                  <a:pt x="3194347" y="2791081"/>
                </a:lnTo>
                <a:lnTo>
                  <a:pt x="3193848" y="2791123"/>
                </a:lnTo>
                <a:lnTo>
                  <a:pt x="3193345" y="2791157"/>
                </a:lnTo>
                <a:lnTo>
                  <a:pt x="3192838" y="2791184"/>
                </a:lnTo>
                <a:lnTo>
                  <a:pt x="3192327" y="2791203"/>
                </a:lnTo>
                <a:lnTo>
                  <a:pt x="3191812" y="2791215"/>
                </a:lnTo>
                <a:lnTo>
                  <a:pt x="3191293" y="2791219"/>
                </a:lnTo>
                <a:lnTo>
                  <a:pt x="3178275" y="2791219"/>
                </a:lnTo>
                <a:lnTo>
                  <a:pt x="3178275" y="2803560"/>
                </a:lnTo>
                <a:lnTo>
                  <a:pt x="3192815" y="2803560"/>
                </a:lnTo>
                <a:lnTo>
                  <a:pt x="3193348" y="2803564"/>
                </a:lnTo>
                <a:lnTo>
                  <a:pt x="3193878" y="2803576"/>
                </a:lnTo>
                <a:lnTo>
                  <a:pt x="3194405" y="2803595"/>
                </a:lnTo>
                <a:lnTo>
                  <a:pt x="3194928" y="2803621"/>
                </a:lnTo>
                <a:lnTo>
                  <a:pt x="3195447" y="2803656"/>
                </a:lnTo>
                <a:lnTo>
                  <a:pt x="3195963" y="2803698"/>
                </a:lnTo>
                <a:lnTo>
                  <a:pt x="3196476" y="2803747"/>
                </a:lnTo>
                <a:lnTo>
                  <a:pt x="3196985" y="2803805"/>
                </a:lnTo>
                <a:lnTo>
                  <a:pt x="3197490" y="2803869"/>
                </a:lnTo>
                <a:lnTo>
                  <a:pt x="3197992" y="2803942"/>
                </a:lnTo>
                <a:lnTo>
                  <a:pt x="3198491" y="2804022"/>
                </a:lnTo>
                <a:lnTo>
                  <a:pt x="3198985" y="2804110"/>
                </a:lnTo>
                <a:lnTo>
                  <a:pt x="3199477" y="2804205"/>
                </a:lnTo>
                <a:lnTo>
                  <a:pt x="3199965" y="2804308"/>
                </a:lnTo>
                <a:lnTo>
                  <a:pt x="3200449" y="2804419"/>
                </a:lnTo>
                <a:lnTo>
                  <a:pt x="3200930" y="2804537"/>
                </a:lnTo>
                <a:lnTo>
                  <a:pt x="3201407" y="2804663"/>
                </a:lnTo>
                <a:lnTo>
                  <a:pt x="3201881" y="2804797"/>
                </a:lnTo>
                <a:lnTo>
                  <a:pt x="3202351" y="2804938"/>
                </a:lnTo>
                <a:lnTo>
                  <a:pt x="3202818" y="2805087"/>
                </a:lnTo>
                <a:lnTo>
                  <a:pt x="3203281" y="2805243"/>
                </a:lnTo>
                <a:lnTo>
                  <a:pt x="3203740" y="2805407"/>
                </a:lnTo>
                <a:lnTo>
                  <a:pt x="3204197" y="2805579"/>
                </a:lnTo>
                <a:lnTo>
                  <a:pt x="3204649" y="2805758"/>
                </a:lnTo>
                <a:lnTo>
                  <a:pt x="3205096" y="2805932"/>
                </a:lnTo>
                <a:lnTo>
                  <a:pt x="3205536" y="2806114"/>
                </a:lnTo>
                <a:lnTo>
                  <a:pt x="3205967" y="2806305"/>
                </a:lnTo>
                <a:lnTo>
                  <a:pt x="3206391" y="2806505"/>
                </a:lnTo>
                <a:lnTo>
                  <a:pt x="3206808" y="2806714"/>
                </a:lnTo>
                <a:lnTo>
                  <a:pt x="3207217" y="2806931"/>
                </a:lnTo>
                <a:lnTo>
                  <a:pt x="3207618" y="2807158"/>
                </a:lnTo>
                <a:lnTo>
                  <a:pt x="3208012" y="2807393"/>
                </a:lnTo>
                <a:lnTo>
                  <a:pt x="3208398" y="2807637"/>
                </a:lnTo>
                <a:lnTo>
                  <a:pt x="3208776" y="2807889"/>
                </a:lnTo>
                <a:lnTo>
                  <a:pt x="3209147" y="2808151"/>
                </a:lnTo>
                <a:lnTo>
                  <a:pt x="3209510" y="2808421"/>
                </a:lnTo>
                <a:lnTo>
                  <a:pt x="3209865" y="2808700"/>
                </a:lnTo>
                <a:lnTo>
                  <a:pt x="3210213" y="2808988"/>
                </a:lnTo>
                <a:lnTo>
                  <a:pt x="3210553" y="2809285"/>
                </a:lnTo>
                <a:lnTo>
                  <a:pt x="3210886" y="2809590"/>
                </a:lnTo>
                <a:lnTo>
                  <a:pt x="3211211" y="2809905"/>
                </a:lnTo>
                <a:lnTo>
                  <a:pt x="3211528" y="2810228"/>
                </a:lnTo>
                <a:lnTo>
                  <a:pt x="3211838" y="2810560"/>
                </a:lnTo>
                <a:lnTo>
                  <a:pt x="3212140" y="2810901"/>
                </a:lnTo>
                <a:lnTo>
                  <a:pt x="3212434" y="2811250"/>
                </a:lnTo>
                <a:lnTo>
                  <a:pt x="3212721" y="2811609"/>
                </a:lnTo>
                <a:lnTo>
                  <a:pt x="3213000" y="2811976"/>
                </a:lnTo>
                <a:lnTo>
                  <a:pt x="3213272" y="2812352"/>
                </a:lnTo>
                <a:lnTo>
                  <a:pt x="3213548" y="2812737"/>
                </a:lnTo>
                <a:lnTo>
                  <a:pt x="3213812" y="2813130"/>
                </a:lnTo>
                <a:lnTo>
                  <a:pt x="3214064" y="2813533"/>
                </a:lnTo>
                <a:lnTo>
                  <a:pt x="3214305" y="2813944"/>
                </a:lnTo>
                <a:lnTo>
                  <a:pt x="3214534" y="2814364"/>
                </a:lnTo>
                <a:lnTo>
                  <a:pt x="3214751" y="2814793"/>
                </a:lnTo>
                <a:lnTo>
                  <a:pt x="3214956" y="2815230"/>
                </a:lnTo>
                <a:lnTo>
                  <a:pt x="3215150" y="2815677"/>
                </a:lnTo>
                <a:lnTo>
                  <a:pt x="3215332" y="2816132"/>
                </a:lnTo>
                <a:lnTo>
                  <a:pt x="3215502" y="2816596"/>
                </a:lnTo>
                <a:lnTo>
                  <a:pt x="3215661" y="2817069"/>
                </a:lnTo>
                <a:lnTo>
                  <a:pt x="3215808" y="2817551"/>
                </a:lnTo>
                <a:lnTo>
                  <a:pt x="3215943" y="2818041"/>
                </a:lnTo>
                <a:lnTo>
                  <a:pt x="3216066" y="2818540"/>
                </a:lnTo>
                <a:lnTo>
                  <a:pt x="3216177" y="2819049"/>
                </a:lnTo>
                <a:lnTo>
                  <a:pt x="3216277" y="2819565"/>
                </a:lnTo>
                <a:lnTo>
                  <a:pt x="3216365" y="2820091"/>
                </a:lnTo>
                <a:lnTo>
                  <a:pt x="3216442" y="2820626"/>
                </a:lnTo>
                <a:lnTo>
                  <a:pt x="3216506" y="2821169"/>
                </a:lnTo>
                <a:lnTo>
                  <a:pt x="3216559" y="2821721"/>
                </a:lnTo>
                <a:lnTo>
                  <a:pt x="3216600" y="2822282"/>
                </a:lnTo>
                <a:lnTo>
                  <a:pt x="3216629" y="2822852"/>
                </a:lnTo>
                <a:lnTo>
                  <a:pt x="3216647" y="2823430"/>
                </a:lnTo>
                <a:lnTo>
                  <a:pt x="3216653" y="2824018"/>
                </a:lnTo>
                <a:lnTo>
                  <a:pt x="3216641" y="2824868"/>
                </a:lnTo>
                <a:lnTo>
                  <a:pt x="3216604" y="2825701"/>
                </a:lnTo>
                <a:lnTo>
                  <a:pt x="3216542" y="2826517"/>
                </a:lnTo>
                <a:lnTo>
                  <a:pt x="3216456" y="2827314"/>
                </a:lnTo>
                <a:lnTo>
                  <a:pt x="3216345" y="2828095"/>
                </a:lnTo>
                <a:lnTo>
                  <a:pt x="3216209" y="2828857"/>
                </a:lnTo>
                <a:lnTo>
                  <a:pt x="3216049" y="2829602"/>
                </a:lnTo>
                <a:lnTo>
                  <a:pt x="3215864" y="2830329"/>
                </a:lnTo>
                <a:lnTo>
                  <a:pt x="3215654" y="2831039"/>
                </a:lnTo>
                <a:lnTo>
                  <a:pt x="3215420" y="2831731"/>
                </a:lnTo>
                <a:lnTo>
                  <a:pt x="3215161" y="2832406"/>
                </a:lnTo>
                <a:lnTo>
                  <a:pt x="3214878" y="2833063"/>
                </a:lnTo>
                <a:lnTo>
                  <a:pt x="3214570" y="2833702"/>
                </a:lnTo>
                <a:lnTo>
                  <a:pt x="3214237" y="2834324"/>
                </a:lnTo>
                <a:lnTo>
                  <a:pt x="3213879" y="2834928"/>
                </a:lnTo>
                <a:lnTo>
                  <a:pt x="3213497" y="2835514"/>
                </a:lnTo>
                <a:lnTo>
                  <a:pt x="3213090" y="2836083"/>
                </a:lnTo>
                <a:lnTo>
                  <a:pt x="3212659" y="2836634"/>
                </a:lnTo>
                <a:lnTo>
                  <a:pt x="3212203" y="2837168"/>
                </a:lnTo>
                <a:lnTo>
                  <a:pt x="3211722" y="2837684"/>
                </a:lnTo>
                <a:lnTo>
                  <a:pt x="3211216" y="2838182"/>
                </a:lnTo>
                <a:lnTo>
                  <a:pt x="3210686" y="2838663"/>
                </a:lnTo>
                <a:lnTo>
                  <a:pt x="3210132" y="2839126"/>
                </a:lnTo>
                <a:lnTo>
                  <a:pt x="3209552" y="2839572"/>
                </a:lnTo>
                <a:lnTo>
                  <a:pt x="3208953" y="2839985"/>
                </a:lnTo>
                <a:lnTo>
                  <a:pt x="3208341" y="2840382"/>
                </a:lnTo>
                <a:lnTo>
                  <a:pt x="3207714" y="2840760"/>
                </a:lnTo>
                <a:lnTo>
                  <a:pt x="3207073" y="2841121"/>
                </a:lnTo>
                <a:lnTo>
                  <a:pt x="3206417" y="2841465"/>
                </a:lnTo>
                <a:lnTo>
                  <a:pt x="3205748" y="2841791"/>
                </a:lnTo>
                <a:lnTo>
                  <a:pt x="3205065" y="2842099"/>
                </a:lnTo>
                <a:lnTo>
                  <a:pt x="3204368" y="2842389"/>
                </a:lnTo>
                <a:lnTo>
                  <a:pt x="3203656" y="2842662"/>
                </a:lnTo>
                <a:lnTo>
                  <a:pt x="3202930" y="2842918"/>
                </a:lnTo>
                <a:lnTo>
                  <a:pt x="3202191" y="2843156"/>
                </a:lnTo>
                <a:lnTo>
                  <a:pt x="3201437" y="2843376"/>
                </a:lnTo>
                <a:lnTo>
                  <a:pt x="3200669" y="2843578"/>
                </a:lnTo>
                <a:lnTo>
                  <a:pt x="3199887" y="2843763"/>
                </a:lnTo>
                <a:lnTo>
                  <a:pt x="3199091" y="2843930"/>
                </a:lnTo>
                <a:lnTo>
                  <a:pt x="3198281" y="2844080"/>
                </a:lnTo>
                <a:lnTo>
                  <a:pt x="3197457" y="2844212"/>
                </a:lnTo>
                <a:lnTo>
                  <a:pt x="3196619" y="2844327"/>
                </a:lnTo>
                <a:lnTo>
                  <a:pt x="3195766" y="2844424"/>
                </a:lnTo>
                <a:lnTo>
                  <a:pt x="3194900" y="2844503"/>
                </a:lnTo>
                <a:lnTo>
                  <a:pt x="3194019" y="2844564"/>
                </a:lnTo>
                <a:lnTo>
                  <a:pt x="3193125" y="2844609"/>
                </a:lnTo>
                <a:lnTo>
                  <a:pt x="3192216" y="2844635"/>
                </a:lnTo>
                <a:lnTo>
                  <a:pt x="3191293" y="2844644"/>
                </a:lnTo>
                <a:lnTo>
                  <a:pt x="3190343" y="2844635"/>
                </a:lnTo>
                <a:lnTo>
                  <a:pt x="3189410" y="2844607"/>
                </a:lnTo>
                <a:lnTo>
                  <a:pt x="3188493" y="2844562"/>
                </a:lnTo>
                <a:lnTo>
                  <a:pt x="3187592" y="2844498"/>
                </a:lnTo>
                <a:lnTo>
                  <a:pt x="3186708" y="2844416"/>
                </a:lnTo>
                <a:lnTo>
                  <a:pt x="3185841" y="2844316"/>
                </a:lnTo>
                <a:lnTo>
                  <a:pt x="3184989" y="2844198"/>
                </a:lnTo>
                <a:lnTo>
                  <a:pt x="3184155" y="2844061"/>
                </a:lnTo>
                <a:lnTo>
                  <a:pt x="3183336" y="2843907"/>
                </a:lnTo>
                <a:lnTo>
                  <a:pt x="3182534" y="2843734"/>
                </a:lnTo>
                <a:lnTo>
                  <a:pt x="3181749" y="2843543"/>
                </a:lnTo>
                <a:lnTo>
                  <a:pt x="3180980" y="2843334"/>
                </a:lnTo>
                <a:lnTo>
                  <a:pt x="3180227" y="2843106"/>
                </a:lnTo>
                <a:lnTo>
                  <a:pt x="3179491" y="2842860"/>
                </a:lnTo>
                <a:lnTo>
                  <a:pt x="3178771" y="2842597"/>
                </a:lnTo>
                <a:lnTo>
                  <a:pt x="3178068" y="2842314"/>
                </a:lnTo>
                <a:lnTo>
                  <a:pt x="3177381" y="2842014"/>
                </a:lnTo>
                <a:lnTo>
                  <a:pt x="3176711" y="2841696"/>
                </a:lnTo>
                <a:lnTo>
                  <a:pt x="3176057" y="2841359"/>
                </a:lnTo>
                <a:lnTo>
                  <a:pt x="3175420" y="2841004"/>
                </a:lnTo>
                <a:lnTo>
                  <a:pt x="3174798" y="2840631"/>
                </a:lnTo>
                <a:lnTo>
                  <a:pt x="3174194" y="2840240"/>
                </a:lnTo>
                <a:lnTo>
                  <a:pt x="3173606" y="2839830"/>
                </a:lnTo>
                <a:lnTo>
                  <a:pt x="3173034" y="2839403"/>
                </a:lnTo>
                <a:lnTo>
                  <a:pt x="3172482" y="2838955"/>
                </a:lnTo>
                <a:lnTo>
                  <a:pt x="3171954" y="2838485"/>
                </a:lnTo>
                <a:lnTo>
                  <a:pt x="3171449" y="2837992"/>
                </a:lnTo>
                <a:lnTo>
                  <a:pt x="3170967" y="2837477"/>
                </a:lnTo>
                <a:lnTo>
                  <a:pt x="3170509" y="2836940"/>
                </a:lnTo>
                <a:lnTo>
                  <a:pt x="3170075" y="2836381"/>
                </a:lnTo>
                <a:lnTo>
                  <a:pt x="3169664" y="2835799"/>
                </a:lnTo>
                <a:lnTo>
                  <a:pt x="3169277" y="2835195"/>
                </a:lnTo>
                <a:lnTo>
                  <a:pt x="3168913" y="2834568"/>
                </a:lnTo>
                <a:lnTo>
                  <a:pt x="3168572" y="2833920"/>
                </a:lnTo>
                <a:lnTo>
                  <a:pt x="3168255" y="2833249"/>
                </a:lnTo>
                <a:lnTo>
                  <a:pt x="3167962" y="2832555"/>
                </a:lnTo>
                <a:lnTo>
                  <a:pt x="3167692" y="2831840"/>
                </a:lnTo>
                <a:lnTo>
                  <a:pt x="3167445" y="2831102"/>
                </a:lnTo>
                <a:lnTo>
                  <a:pt x="3167222" y="2830342"/>
                </a:lnTo>
                <a:lnTo>
                  <a:pt x="3167022" y="2829559"/>
                </a:lnTo>
                <a:lnTo>
                  <a:pt x="3166846" y="2828754"/>
                </a:lnTo>
                <a:lnTo>
                  <a:pt x="3166694" y="2827927"/>
                </a:lnTo>
                <a:lnTo>
                  <a:pt x="3166565" y="2827078"/>
                </a:lnTo>
                <a:lnTo>
                  <a:pt x="3166459" y="2826206"/>
                </a:lnTo>
                <a:lnTo>
                  <a:pt x="3166377" y="2825312"/>
                </a:lnTo>
                <a:lnTo>
                  <a:pt x="3166318" y="2824395"/>
                </a:lnTo>
                <a:lnTo>
                  <a:pt x="3166283" y="2823457"/>
                </a:lnTo>
                <a:lnTo>
                  <a:pt x="3166271" y="2822496"/>
                </a:lnTo>
                <a:lnTo>
                  <a:pt x="3150379" y="2822496"/>
                </a:lnTo>
                <a:lnTo>
                  <a:pt x="3150379" y="2825539"/>
                </a:lnTo>
                <a:lnTo>
                  <a:pt x="3150387" y="2826325"/>
                </a:lnTo>
                <a:lnTo>
                  <a:pt x="3150414" y="2827103"/>
                </a:lnTo>
                <a:lnTo>
                  <a:pt x="3150458" y="2827874"/>
                </a:lnTo>
                <a:lnTo>
                  <a:pt x="3150520" y="2828639"/>
                </a:lnTo>
                <a:lnTo>
                  <a:pt x="3150599" y="2829396"/>
                </a:lnTo>
                <a:lnTo>
                  <a:pt x="3150696" y="2830146"/>
                </a:lnTo>
                <a:lnTo>
                  <a:pt x="3150810" y="2830889"/>
                </a:lnTo>
                <a:lnTo>
                  <a:pt x="3150942" y="2831625"/>
                </a:lnTo>
                <a:lnTo>
                  <a:pt x="3151092" y="2832355"/>
                </a:lnTo>
                <a:lnTo>
                  <a:pt x="3151259" y="2833077"/>
                </a:lnTo>
                <a:lnTo>
                  <a:pt x="3151444" y="2833792"/>
                </a:lnTo>
                <a:lnTo>
                  <a:pt x="3151647" y="2834500"/>
                </a:lnTo>
                <a:lnTo>
                  <a:pt x="3151867" y="2835201"/>
                </a:lnTo>
                <a:lnTo>
                  <a:pt x="3152105" y="2835894"/>
                </a:lnTo>
                <a:lnTo>
                  <a:pt x="3152360" y="2836581"/>
                </a:lnTo>
                <a:lnTo>
                  <a:pt x="3152633" y="2837261"/>
                </a:lnTo>
                <a:lnTo>
                  <a:pt x="3152923" y="2837934"/>
                </a:lnTo>
                <a:lnTo>
                  <a:pt x="3153232" y="2838599"/>
                </a:lnTo>
                <a:lnTo>
                  <a:pt x="3153557" y="2839258"/>
                </a:lnTo>
                <a:lnTo>
                  <a:pt x="3153901" y="2839910"/>
                </a:lnTo>
                <a:lnTo>
                  <a:pt x="3154262" y="2840554"/>
                </a:lnTo>
                <a:lnTo>
                  <a:pt x="3154641" y="2841192"/>
                </a:lnTo>
                <a:lnTo>
                  <a:pt x="3155037" y="2841822"/>
                </a:lnTo>
                <a:lnTo>
                  <a:pt x="3155451" y="2842446"/>
                </a:lnTo>
                <a:lnTo>
                  <a:pt x="3155880" y="2843060"/>
                </a:lnTo>
                <a:lnTo>
                  <a:pt x="3156323" y="2843663"/>
                </a:lnTo>
                <a:lnTo>
                  <a:pt x="3156779" y="2844255"/>
                </a:lnTo>
                <a:lnTo>
                  <a:pt x="3157249" y="2844836"/>
                </a:lnTo>
                <a:lnTo>
                  <a:pt x="3157733" y="2845406"/>
                </a:lnTo>
                <a:lnTo>
                  <a:pt x="3158230" y="2845964"/>
                </a:lnTo>
                <a:lnTo>
                  <a:pt x="3158740" y="2846512"/>
                </a:lnTo>
                <a:lnTo>
                  <a:pt x="3159264" y="2847048"/>
                </a:lnTo>
                <a:lnTo>
                  <a:pt x="3159802" y="2847573"/>
                </a:lnTo>
                <a:lnTo>
                  <a:pt x="3160353" y="2848087"/>
                </a:lnTo>
                <a:lnTo>
                  <a:pt x="3160917" y="2848590"/>
                </a:lnTo>
                <a:lnTo>
                  <a:pt x="3161495" y="2849082"/>
                </a:lnTo>
                <a:lnTo>
                  <a:pt x="3162086" y="2849562"/>
                </a:lnTo>
                <a:lnTo>
                  <a:pt x="3162691" y="2850031"/>
                </a:lnTo>
                <a:lnTo>
                  <a:pt x="3163310" y="2850490"/>
                </a:lnTo>
                <a:lnTo>
                  <a:pt x="3163942" y="2850937"/>
                </a:lnTo>
                <a:lnTo>
                  <a:pt x="3164587" y="2851373"/>
                </a:lnTo>
                <a:lnTo>
                  <a:pt x="3165246" y="2851797"/>
                </a:lnTo>
                <a:lnTo>
                  <a:pt x="3165919" y="2852211"/>
                </a:lnTo>
                <a:lnTo>
                  <a:pt x="3166604" y="2852613"/>
                </a:lnTo>
                <a:lnTo>
                  <a:pt x="3167304" y="2853005"/>
                </a:lnTo>
                <a:lnTo>
                  <a:pt x="3168017" y="2853385"/>
                </a:lnTo>
                <a:lnTo>
                  <a:pt x="3168743" y="2853754"/>
                </a:lnTo>
                <a:lnTo>
                  <a:pt x="3169483" y="2854111"/>
                </a:lnTo>
                <a:lnTo>
                  <a:pt x="3170249" y="2854456"/>
                </a:lnTo>
                <a:lnTo>
                  <a:pt x="3171025" y="2854787"/>
                </a:lnTo>
                <a:lnTo>
                  <a:pt x="3171811" y="2855102"/>
                </a:lnTo>
                <a:lnTo>
                  <a:pt x="3172606" y="2855403"/>
                </a:lnTo>
                <a:lnTo>
                  <a:pt x="3173412" y="2855689"/>
                </a:lnTo>
                <a:lnTo>
                  <a:pt x="3174228" y="2855961"/>
                </a:lnTo>
                <a:lnTo>
                  <a:pt x="3175053" y="2856218"/>
                </a:lnTo>
                <a:lnTo>
                  <a:pt x="3175889" y="2856460"/>
                </a:lnTo>
                <a:lnTo>
                  <a:pt x="3176735" y="2856687"/>
                </a:lnTo>
                <a:lnTo>
                  <a:pt x="3177590" y="2856900"/>
                </a:lnTo>
                <a:lnTo>
                  <a:pt x="3178456" y="2857098"/>
                </a:lnTo>
                <a:lnTo>
                  <a:pt x="3179331" y="2857282"/>
                </a:lnTo>
                <a:lnTo>
                  <a:pt x="3180217" y="2857450"/>
                </a:lnTo>
                <a:lnTo>
                  <a:pt x="3181113" y="2857604"/>
                </a:lnTo>
                <a:lnTo>
                  <a:pt x="3182018" y="2857744"/>
                </a:lnTo>
                <a:lnTo>
                  <a:pt x="3182934" y="2857869"/>
                </a:lnTo>
                <a:lnTo>
                  <a:pt x="3183859" y="2857979"/>
                </a:lnTo>
                <a:lnTo>
                  <a:pt x="3184794" y="2858074"/>
                </a:lnTo>
                <a:lnTo>
                  <a:pt x="3185740" y="2858155"/>
                </a:lnTo>
                <a:lnTo>
                  <a:pt x="3186695" y="2858221"/>
                </a:lnTo>
                <a:lnTo>
                  <a:pt x="3187661" y="2858272"/>
                </a:lnTo>
                <a:lnTo>
                  <a:pt x="3188636" y="2858309"/>
                </a:lnTo>
                <a:lnTo>
                  <a:pt x="3189621" y="2858331"/>
                </a:lnTo>
                <a:lnTo>
                  <a:pt x="3190617" y="2858338"/>
                </a:lnTo>
                <a:lnTo>
                  <a:pt x="3193491" y="2858338"/>
                </a:lnTo>
                <a:lnTo>
                  <a:pt x="3194459" y="2858331"/>
                </a:lnTo>
                <a:lnTo>
                  <a:pt x="3195417" y="2858310"/>
                </a:lnTo>
                <a:lnTo>
                  <a:pt x="3196368" y="2858275"/>
                </a:lnTo>
                <a:lnTo>
                  <a:pt x="3197309" y="2858225"/>
                </a:lnTo>
                <a:lnTo>
                  <a:pt x="3198241" y="2858162"/>
                </a:lnTo>
                <a:lnTo>
                  <a:pt x="3199165" y="2858085"/>
                </a:lnTo>
                <a:lnTo>
                  <a:pt x="3200080" y="2857993"/>
                </a:lnTo>
                <a:close/>
                <a:moveTo>
                  <a:pt x="2580670" y="2800279"/>
                </a:moveTo>
                <a:lnTo>
                  <a:pt x="2580718" y="2799841"/>
                </a:lnTo>
                <a:lnTo>
                  <a:pt x="2580773" y="2799405"/>
                </a:lnTo>
                <a:lnTo>
                  <a:pt x="2580834" y="2798971"/>
                </a:lnTo>
                <a:lnTo>
                  <a:pt x="2580902" y="2798539"/>
                </a:lnTo>
                <a:lnTo>
                  <a:pt x="2580976" y="2798108"/>
                </a:lnTo>
                <a:lnTo>
                  <a:pt x="2581057" y="2797679"/>
                </a:lnTo>
                <a:lnTo>
                  <a:pt x="2581144" y="2797252"/>
                </a:lnTo>
                <a:lnTo>
                  <a:pt x="2581238" y="2796827"/>
                </a:lnTo>
                <a:lnTo>
                  <a:pt x="2581338" y="2796403"/>
                </a:lnTo>
                <a:lnTo>
                  <a:pt x="2581445" y="2795981"/>
                </a:lnTo>
                <a:lnTo>
                  <a:pt x="2581558" y="2795561"/>
                </a:lnTo>
                <a:lnTo>
                  <a:pt x="2581677" y="2795143"/>
                </a:lnTo>
                <a:lnTo>
                  <a:pt x="2581803" y="2794727"/>
                </a:lnTo>
                <a:lnTo>
                  <a:pt x="2581935" y="2794312"/>
                </a:lnTo>
                <a:lnTo>
                  <a:pt x="2582074" y="2793899"/>
                </a:lnTo>
                <a:lnTo>
                  <a:pt x="2582219" y="2793488"/>
                </a:lnTo>
                <a:lnTo>
                  <a:pt x="2582371" y="2793078"/>
                </a:lnTo>
                <a:lnTo>
                  <a:pt x="2582529" y="2792672"/>
                </a:lnTo>
                <a:lnTo>
                  <a:pt x="2582694" y="2792273"/>
                </a:lnTo>
                <a:lnTo>
                  <a:pt x="2582865" y="2791879"/>
                </a:lnTo>
                <a:lnTo>
                  <a:pt x="2583043" y="2791491"/>
                </a:lnTo>
                <a:lnTo>
                  <a:pt x="2583227" y="2791109"/>
                </a:lnTo>
                <a:lnTo>
                  <a:pt x="2583417" y="2790732"/>
                </a:lnTo>
                <a:lnTo>
                  <a:pt x="2583614" y="2790362"/>
                </a:lnTo>
                <a:lnTo>
                  <a:pt x="2583818" y="2789997"/>
                </a:lnTo>
                <a:lnTo>
                  <a:pt x="2584028" y="2789639"/>
                </a:lnTo>
                <a:lnTo>
                  <a:pt x="2584244" y="2789286"/>
                </a:lnTo>
                <a:lnTo>
                  <a:pt x="2584467" y="2788939"/>
                </a:lnTo>
                <a:lnTo>
                  <a:pt x="2584696" y="2788598"/>
                </a:lnTo>
                <a:lnTo>
                  <a:pt x="2584932" y="2788263"/>
                </a:lnTo>
                <a:lnTo>
                  <a:pt x="2585174" y="2787933"/>
                </a:lnTo>
                <a:lnTo>
                  <a:pt x="2585422" y="2787610"/>
                </a:lnTo>
                <a:lnTo>
                  <a:pt x="2585678" y="2787292"/>
                </a:lnTo>
                <a:lnTo>
                  <a:pt x="2585939" y="2786981"/>
                </a:lnTo>
                <a:lnTo>
                  <a:pt x="2586207" y="2786675"/>
                </a:lnTo>
                <a:lnTo>
                  <a:pt x="2586481" y="2786375"/>
                </a:lnTo>
                <a:lnTo>
                  <a:pt x="2586762" y="2786081"/>
                </a:lnTo>
                <a:lnTo>
                  <a:pt x="2587050" y="2785793"/>
                </a:lnTo>
                <a:lnTo>
                  <a:pt x="2587344" y="2785510"/>
                </a:lnTo>
                <a:lnTo>
                  <a:pt x="2587644" y="2785234"/>
                </a:lnTo>
                <a:lnTo>
                  <a:pt x="2587950" y="2784963"/>
                </a:lnTo>
                <a:lnTo>
                  <a:pt x="2588277" y="2784701"/>
                </a:lnTo>
                <a:lnTo>
                  <a:pt x="2588610" y="2784450"/>
                </a:lnTo>
                <a:lnTo>
                  <a:pt x="2588949" y="2784210"/>
                </a:lnTo>
                <a:lnTo>
                  <a:pt x="2589294" y="2783982"/>
                </a:lnTo>
                <a:lnTo>
                  <a:pt x="2589644" y="2783764"/>
                </a:lnTo>
                <a:lnTo>
                  <a:pt x="2590000" y="2783558"/>
                </a:lnTo>
                <a:lnTo>
                  <a:pt x="2590363" y="2783363"/>
                </a:lnTo>
                <a:lnTo>
                  <a:pt x="2590731" y="2783178"/>
                </a:lnTo>
                <a:lnTo>
                  <a:pt x="2591105" y="2783006"/>
                </a:lnTo>
                <a:lnTo>
                  <a:pt x="2591484" y="2782844"/>
                </a:lnTo>
                <a:lnTo>
                  <a:pt x="2591870" y="2782693"/>
                </a:lnTo>
                <a:lnTo>
                  <a:pt x="2592262" y="2782554"/>
                </a:lnTo>
                <a:lnTo>
                  <a:pt x="2592659" y="2782426"/>
                </a:lnTo>
                <a:lnTo>
                  <a:pt x="2593062" y="2782309"/>
                </a:lnTo>
                <a:lnTo>
                  <a:pt x="2593472" y="2782203"/>
                </a:lnTo>
                <a:lnTo>
                  <a:pt x="2593887" y="2782108"/>
                </a:lnTo>
                <a:lnTo>
                  <a:pt x="2594307" y="2782024"/>
                </a:lnTo>
                <a:lnTo>
                  <a:pt x="2594734" y="2781952"/>
                </a:lnTo>
                <a:lnTo>
                  <a:pt x="2595167" y="2781890"/>
                </a:lnTo>
                <a:lnTo>
                  <a:pt x="2595605" y="2781840"/>
                </a:lnTo>
                <a:lnTo>
                  <a:pt x="2596050" y="2781801"/>
                </a:lnTo>
                <a:lnTo>
                  <a:pt x="2596500" y="2781773"/>
                </a:lnTo>
                <a:lnTo>
                  <a:pt x="2596956" y="2781756"/>
                </a:lnTo>
                <a:lnTo>
                  <a:pt x="2597418" y="2781751"/>
                </a:lnTo>
                <a:lnTo>
                  <a:pt x="2597893" y="2781755"/>
                </a:lnTo>
                <a:lnTo>
                  <a:pt x="2598361" y="2781768"/>
                </a:lnTo>
                <a:lnTo>
                  <a:pt x="2598821" y="2781790"/>
                </a:lnTo>
                <a:lnTo>
                  <a:pt x="2599273" y="2781821"/>
                </a:lnTo>
                <a:lnTo>
                  <a:pt x="2599718" y="2781861"/>
                </a:lnTo>
                <a:lnTo>
                  <a:pt x="2600155" y="2781909"/>
                </a:lnTo>
                <a:lnTo>
                  <a:pt x="2600584" y="2781967"/>
                </a:lnTo>
                <a:lnTo>
                  <a:pt x="2601006" y="2782033"/>
                </a:lnTo>
                <a:lnTo>
                  <a:pt x="2601420" y="2782107"/>
                </a:lnTo>
                <a:lnTo>
                  <a:pt x="2601827" y="2782191"/>
                </a:lnTo>
                <a:lnTo>
                  <a:pt x="2602226" y="2782284"/>
                </a:lnTo>
                <a:lnTo>
                  <a:pt x="2602617" y="2782385"/>
                </a:lnTo>
                <a:lnTo>
                  <a:pt x="2603001" y="2782495"/>
                </a:lnTo>
                <a:lnTo>
                  <a:pt x="2603377" y="2782614"/>
                </a:lnTo>
                <a:lnTo>
                  <a:pt x="2603745" y="2782741"/>
                </a:lnTo>
                <a:lnTo>
                  <a:pt x="2604106" y="2782878"/>
                </a:lnTo>
                <a:lnTo>
                  <a:pt x="2604459" y="2783023"/>
                </a:lnTo>
                <a:lnTo>
                  <a:pt x="2604804" y="2783177"/>
                </a:lnTo>
                <a:lnTo>
                  <a:pt x="2605142" y="2783340"/>
                </a:lnTo>
                <a:lnTo>
                  <a:pt x="2605472" y="2783512"/>
                </a:lnTo>
                <a:lnTo>
                  <a:pt x="2605795" y="2783692"/>
                </a:lnTo>
                <a:lnTo>
                  <a:pt x="2606110" y="2783882"/>
                </a:lnTo>
                <a:lnTo>
                  <a:pt x="2606417" y="2784080"/>
                </a:lnTo>
                <a:lnTo>
                  <a:pt x="2606717" y="2784287"/>
                </a:lnTo>
                <a:lnTo>
                  <a:pt x="2607023" y="2784487"/>
                </a:lnTo>
                <a:lnTo>
                  <a:pt x="2607323" y="2784692"/>
                </a:lnTo>
                <a:lnTo>
                  <a:pt x="2607615" y="2784902"/>
                </a:lnTo>
                <a:lnTo>
                  <a:pt x="2607900" y="2785118"/>
                </a:lnTo>
                <a:lnTo>
                  <a:pt x="2608178" y="2785339"/>
                </a:lnTo>
                <a:lnTo>
                  <a:pt x="2608450" y="2785565"/>
                </a:lnTo>
                <a:lnTo>
                  <a:pt x="2608714" y="2785797"/>
                </a:lnTo>
                <a:lnTo>
                  <a:pt x="2608971" y="2786034"/>
                </a:lnTo>
                <a:lnTo>
                  <a:pt x="2609221" y="2786276"/>
                </a:lnTo>
                <a:lnTo>
                  <a:pt x="2609464" y="2786523"/>
                </a:lnTo>
                <a:lnTo>
                  <a:pt x="2609700" y="2786776"/>
                </a:lnTo>
                <a:lnTo>
                  <a:pt x="2609929" y="2787034"/>
                </a:lnTo>
                <a:lnTo>
                  <a:pt x="2610151" y="2787297"/>
                </a:lnTo>
                <a:lnTo>
                  <a:pt x="2610366" y="2787566"/>
                </a:lnTo>
                <a:lnTo>
                  <a:pt x="2610574" y="2787840"/>
                </a:lnTo>
                <a:lnTo>
                  <a:pt x="2610774" y="2788119"/>
                </a:lnTo>
                <a:lnTo>
                  <a:pt x="2610968" y="2788403"/>
                </a:lnTo>
                <a:lnTo>
                  <a:pt x="2611155" y="2788693"/>
                </a:lnTo>
                <a:lnTo>
                  <a:pt x="2611334" y="2788988"/>
                </a:lnTo>
                <a:lnTo>
                  <a:pt x="2611507" y="2789288"/>
                </a:lnTo>
                <a:lnTo>
                  <a:pt x="2611672" y="2789594"/>
                </a:lnTo>
                <a:lnTo>
                  <a:pt x="2611831" y="2789905"/>
                </a:lnTo>
                <a:lnTo>
                  <a:pt x="2611982" y="2790221"/>
                </a:lnTo>
                <a:lnTo>
                  <a:pt x="2612127" y="2790542"/>
                </a:lnTo>
                <a:lnTo>
                  <a:pt x="2612279" y="2790868"/>
                </a:lnTo>
                <a:lnTo>
                  <a:pt x="2612424" y="2791195"/>
                </a:lnTo>
                <a:lnTo>
                  <a:pt x="2612563" y="2791525"/>
                </a:lnTo>
                <a:lnTo>
                  <a:pt x="2612695" y="2791857"/>
                </a:lnTo>
                <a:lnTo>
                  <a:pt x="2612821" y="2792192"/>
                </a:lnTo>
                <a:lnTo>
                  <a:pt x="2612941" y="2792529"/>
                </a:lnTo>
                <a:lnTo>
                  <a:pt x="2613054" y="2792868"/>
                </a:lnTo>
                <a:lnTo>
                  <a:pt x="2613160" y="2793210"/>
                </a:lnTo>
                <a:lnTo>
                  <a:pt x="2613260" y="2793554"/>
                </a:lnTo>
                <a:lnTo>
                  <a:pt x="2613354" y="2793900"/>
                </a:lnTo>
                <a:lnTo>
                  <a:pt x="2613441" y="2794249"/>
                </a:lnTo>
                <a:lnTo>
                  <a:pt x="2613522" y="2794600"/>
                </a:lnTo>
                <a:lnTo>
                  <a:pt x="2613596" y="2794953"/>
                </a:lnTo>
                <a:lnTo>
                  <a:pt x="2613664" y="2795309"/>
                </a:lnTo>
                <a:lnTo>
                  <a:pt x="2613725" y="2795667"/>
                </a:lnTo>
                <a:lnTo>
                  <a:pt x="2613780" y="2796027"/>
                </a:lnTo>
                <a:lnTo>
                  <a:pt x="2613829" y="2796390"/>
                </a:lnTo>
                <a:lnTo>
                  <a:pt x="2613871" y="2796755"/>
                </a:lnTo>
                <a:lnTo>
                  <a:pt x="2613906" y="2797123"/>
                </a:lnTo>
                <a:lnTo>
                  <a:pt x="2613935" y="2797493"/>
                </a:lnTo>
                <a:lnTo>
                  <a:pt x="2613958" y="2797865"/>
                </a:lnTo>
                <a:lnTo>
                  <a:pt x="2613974" y="2798239"/>
                </a:lnTo>
                <a:lnTo>
                  <a:pt x="2613984" y="2798616"/>
                </a:lnTo>
                <a:lnTo>
                  <a:pt x="2613987" y="2798996"/>
                </a:lnTo>
                <a:lnTo>
                  <a:pt x="2613987" y="2802546"/>
                </a:lnTo>
                <a:lnTo>
                  <a:pt x="2628357" y="2802546"/>
                </a:lnTo>
                <a:lnTo>
                  <a:pt x="2628385" y="2802364"/>
                </a:lnTo>
                <a:lnTo>
                  <a:pt x="2628411" y="2802184"/>
                </a:lnTo>
                <a:lnTo>
                  <a:pt x="2628437" y="2802007"/>
                </a:lnTo>
                <a:lnTo>
                  <a:pt x="2628461" y="2801832"/>
                </a:lnTo>
                <a:lnTo>
                  <a:pt x="2628484" y="2801660"/>
                </a:lnTo>
                <a:lnTo>
                  <a:pt x="2628505" y="2801489"/>
                </a:lnTo>
                <a:lnTo>
                  <a:pt x="2628526" y="2801322"/>
                </a:lnTo>
                <a:lnTo>
                  <a:pt x="2628545" y="2801156"/>
                </a:lnTo>
                <a:lnTo>
                  <a:pt x="2628563" y="2800993"/>
                </a:lnTo>
                <a:lnTo>
                  <a:pt x="2628580" y="2800832"/>
                </a:lnTo>
                <a:lnTo>
                  <a:pt x="2628596" y="2800673"/>
                </a:lnTo>
                <a:lnTo>
                  <a:pt x="2628611" y="2800517"/>
                </a:lnTo>
                <a:lnTo>
                  <a:pt x="2628624" y="2800363"/>
                </a:lnTo>
                <a:lnTo>
                  <a:pt x="2628637" y="2800212"/>
                </a:lnTo>
                <a:lnTo>
                  <a:pt x="2628648" y="2800063"/>
                </a:lnTo>
                <a:lnTo>
                  <a:pt x="2628658" y="2799916"/>
                </a:lnTo>
                <a:lnTo>
                  <a:pt x="2628667" y="2799772"/>
                </a:lnTo>
                <a:lnTo>
                  <a:pt x="2628674" y="2799630"/>
                </a:lnTo>
                <a:lnTo>
                  <a:pt x="2628681" y="2799490"/>
                </a:lnTo>
                <a:lnTo>
                  <a:pt x="2628686" y="2799353"/>
                </a:lnTo>
                <a:lnTo>
                  <a:pt x="2628690" y="2799218"/>
                </a:lnTo>
                <a:lnTo>
                  <a:pt x="2628693" y="2799085"/>
                </a:lnTo>
                <a:lnTo>
                  <a:pt x="2628695" y="2798955"/>
                </a:lnTo>
                <a:lnTo>
                  <a:pt x="2628695" y="2798827"/>
                </a:lnTo>
                <a:lnTo>
                  <a:pt x="2628709" y="2798685"/>
                </a:lnTo>
                <a:lnTo>
                  <a:pt x="2628722" y="2798544"/>
                </a:lnTo>
                <a:lnTo>
                  <a:pt x="2628735" y="2798401"/>
                </a:lnTo>
                <a:lnTo>
                  <a:pt x="2628747" y="2798258"/>
                </a:lnTo>
                <a:lnTo>
                  <a:pt x="2628759" y="2798115"/>
                </a:lnTo>
                <a:lnTo>
                  <a:pt x="2628769" y="2797971"/>
                </a:lnTo>
                <a:lnTo>
                  <a:pt x="2628780" y="2797826"/>
                </a:lnTo>
                <a:lnTo>
                  <a:pt x="2628789" y="2797681"/>
                </a:lnTo>
                <a:lnTo>
                  <a:pt x="2628799" y="2797535"/>
                </a:lnTo>
                <a:lnTo>
                  <a:pt x="2628807" y="2797388"/>
                </a:lnTo>
                <a:lnTo>
                  <a:pt x="2628815" y="2797241"/>
                </a:lnTo>
                <a:lnTo>
                  <a:pt x="2628822" y="2797094"/>
                </a:lnTo>
                <a:lnTo>
                  <a:pt x="2628829" y="2796945"/>
                </a:lnTo>
                <a:lnTo>
                  <a:pt x="2628835" y="2796797"/>
                </a:lnTo>
                <a:lnTo>
                  <a:pt x="2628841" y="2796647"/>
                </a:lnTo>
                <a:lnTo>
                  <a:pt x="2628846" y="2796497"/>
                </a:lnTo>
                <a:lnTo>
                  <a:pt x="2628850" y="2796347"/>
                </a:lnTo>
                <a:lnTo>
                  <a:pt x="2628854" y="2796195"/>
                </a:lnTo>
                <a:lnTo>
                  <a:pt x="2628857" y="2796044"/>
                </a:lnTo>
                <a:lnTo>
                  <a:pt x="2628860" y="2795891"/>
                </a:lnTo>
                <a:lnTo>
                  <a:pt x="2628862" y="2795738"/>
                </a:lnTo>
                <a:lnTo>
                  <a:pt x="2628863" y="2795585"/>
                </a:lnTo>
                <a:lnTo>
                  <a:pt x="2628864" y="2795431"/>
                </a:lnTo>
                <a:lnTo>
                  <a:pt x="2628865" y="2795276"/>
                </a:lnTo>
                <a:lnTo>
                  <a:pt x="2628852" y="2794311"/>
                </a:lnTo>
                <a:lnTo>
                  <a:pt x="2628816" y="2793361"/>
                </a:lnTo>
                <a:lnTo>
                  <a:pt x="2628756" y="2792426"/>
                </a:lnTo>
                <a:lnTo>
                  <a:pt x="2628672" y="2791505"/>
                </a:lnTo>
                <a:lnTo>
                  <a:pt x="2628564" y="2790599"/>
                </a:lnTo>
                <a:lnTo>
                  <a:pt x="2628431" y="2789707"/>
                </a:lnTo>
                <a:lnTo>
                  <a:pt x="2628275" y="2788831"/>
                </a:lnTo>
                <a:lnTo>
                  <a:pt x="2628094" y="2787969"/>
                </a:lnTo>
                <a:lnTo>
                  <a:pt x="2627890" y="2787121"/>
                </a:lnTo>
                <a:lnTo>
                  <a:pt x="2627661" y="2786289"/>
                </a:lnTo>
                <a:lnTo>
                  <a:pt x="2627408" y="2785471"/>
                </a:lnTo>
                <a:lnTo>
                  <a:pt x="2627132" y="2784667"/>
                </a:lnTo>
                <a:lnTo>
                  <a:pt x="2626831" y="2783878"/>
                </a:lnTo>
                <a:lnTo>
                  <a:pt x="2626506" y="2783104"/>
                </a:lnTo>
                <a:lnTo>
                  <a:pt x="2626157" y="2782345"/>
                </a:lnTo>
                <a:lnTo>
                  <a:pt x="2625784" y="2781600"/>
                </a:lnTo>
                <a:lnTo>
                  <a:pt x="2625387" y="2780870"/>
                </a:lnTo>
                <a:lnTo>
                  <a:pt x="2624966" y="2780155"/>
                </a:lnTo>
                <a:lnTo>
                  <a:pt x="2624520" y="2779455"/>
                </a:lnTo>
                <a:lnTo>
                  <a:pt x="2624051" y="2778769"/>
                </a:lnTo>
                <a:lnTo>
                  <a:pt x="2623558" y="2778097"/>
                </a:lnTo>
                <a:lnTo>
                  <a:pt x="2623040" y="2777441"/>
                </a:lnTo>
                <a:lnTo>
                  <a:pt x="2622499" y="2776799"/>
                </a:lnTo>
                <a:lnTo>
                  <a:pt x="2621933" y="2776171"/>
                </a:lnTo>
                <a:lnTo>
                  <a:pt x="2621359" y="2775551"/>
                </a:lnTo>
                <a:lnTo>
                  <a:pt x="2620765" y="2774956"/>
                </a:lnTo>
                <a:lnTo>
                  <a:pt x="2620150" y="2774388"/>
                </a:lnTo>
                <a:lnTo>
                  <a:pt x="2619514" y="2773847"/>
                </a:lnTo>
                <a:lnTo>
                  <a:pt x="2618858" y="2773332"/>
                </a:lnTo>
                <a:lnTo>
                  <a:pt x="2618182" y="2772843"/>
                </a:lnTo>
                <a:lnTo>
                  <a:pt x="2617485" y="2772381"/>
                </a:lnTo>
                <a:lnTo>
                  <a:pt x="2616767" y="2771945"/>
                </a:lnTo>
                <a:lnTo>
                  <a:pt x="2616029" y="2771535"/>
                </a:lnTo>
                <a:lnTo>
                  <a:pt x="2615270" y="2771152"/>
                </a:lnTo>
                <a:lnTo>
                  <a:pt x="2614491" y="2770796"/>
                </a:lnTo>
                <a:lnTo>
                  <a:pt x="2613691" y="2770466"/>
                </a:lnTo>
                <a:lnTo>
                  <a:pt x="2612870" y="2770162"/>
                </a:lnTo>
                <a:lnTo>
                  <a:pt x="2612030" y="2769884"/>
                </a:lnTo>
                <a:lnTo>
                  <a:pt x="2611168" y="2769633"/>
                </a:lnTo>
                <a:lnTo>
                  <a:pt x="2610286" y="2769409"/>
                </a:lnTo>
                <a:lnTo>
                  <a:pt x="2609383" y="2769211"/>
                </a:lnTo>
                <a:lnTo>
                  <a:pt x="2608460" y="2769039"/>
                </a:lnTo>
                <a:lnTo>
                  <a:pt x="2607517" y="2768894"/>
                </a:lnTo>
                <a:lnTo>
                  <a:pt x="2606553" y="2768775"/>
                </a:lnTo>
                <a:lnTo>
                  <a:pt x="2605568" y="2768682"/>
                </a:lnTo>
                <a:lnTo>
                  <a:pt x="2604563" y="2768616"/>
                </a:lnTo>
                <a:lnTo>
                  <a:pt x="2603537" y="2768577"/>
                </a:lnTo>
                <a:lnTo>
                  <a:pt x="2602490" y="2768564"/>
                </a:lnTo>
                <a:lnTo>
                  <a:pt x="2601803" y="2768570"/>
                </a:lnTo>
                <a:lnTo>
                  <a:pt x="2601123" y="2768591"/>
                </a:lnTo>
                <a:lnTo>
                  <a:pt x="2600448" y="2768624"/>
                </a:lnTo>
                <a:lnTo>
                  <a:pt x="2599781" y="2768672"/>
                </a:lnTo>
                <a:lnTo>
                  <a:pt x="2599119" y="2768732"/>
                </a:lnTo>
                <a:lnTo>
                  <a:pt x="2598464" y="2768807"/>
                </a:lnTo>
                <a:lnTo>
                  <a:pt x="2597816" y="2768894"/>
                </a:lnTo>
                <a:lnTo>
                  <a:pt x="2597174" y="2768996"/>
                </a:lnTo>
                <a:lnTo>
                  <a:pt x="2596539" y="2769110"/>
                </a:lnTo>
                <a:lnTo>
                  <a:pt x="2595910" y="2769239"/>
                </a:lnTo>
                <a:lnTo>
                  <a:pt x="2595287" y="2769380"/>
                </a:lnTo>
                <a:lnTo>
                  <a:pt x="2594671" y="2769536"/>
                </a:lnTo>
                <a:lnTo>
                  <a:pt x="2594061" y="2769704"/>
                </a:lnTo>
                <a:lnTo>
                  <a:pt x="2593458" y="2769887"/>
                </a:lnTo>
                <a:lnTo>
                  <a:pt x="2592861" y="2770082"/>
                </a:lnTo>
                <a:lnTo>
                  <a:pt x="2592271" y="2770292"/>
                </a:lnTo>
                <a:lnTo>
                  <a:pt x="2591687" y="2770515"/>
                </a:lnTo>
                <a:lnTo>
                  <a:pt x="2591110" y="2770751"/>
                </a:lnTo>
                <a:lnTo>
                  <a:pt x="2590539" y="2771001"/>
                </a:lnTo>
                <a:lnTo>
                  <a:pt x="2589974" y="2771264"/>
                </a:lnTo>
                <a:lnTo>
                  <a:pt x="2589416" y="2771541"/>
                </a:lnTo>
                <a:lnTo>
                  <a:pt x="2588865" y="2771831"/>
                </a:lnTo>
                <a:lnTo>
                  <a:pt x="2588320" y="2772135"/>
                </a:lnTo>
                <a:lnTo>
                  <a:pt x="2587781" y="2772452"/>
                </a:lnTo>
                <a:lnTo>
                  <a:pt x="2587266" y="2772767"/>
                </a:lnTo>
                <a:lnTo>
                  <a:pt x="2586761" y="2773093"/>
                </a:lnTo>
                <a:lnTo>
                  <a:pt x="2586268" y="2773429"/>
                </a:lnTo>
                <a:lnTo>
                  <a:pt x="2585785" y="2773776"/>
                </a:lnTo>
                <a:lnTo>
                  <a:pt x="2585314" y="2774134"/>
                </a:lnTo>
                <a:lnTo>
                  <a:pt x="2584854" y="2774502"/>
                </a:lnTo>
                <a:lnTo>
                  <a:pt x="2584406" y="2774881"/>
                </a:lnTo>
                <a:lnTo>
                  <a:pt x="2583968" y="2775270"/>
                </a:lnTo>
                <a:lnTo>
                  <a:pt x="2583541" y="2775669"/>
                </a:lnTo>
                <a:lnTo>
                  <a:pt x="2583126" y="2776080"/>
                </a:lnTo>
                <a:lnTo>
                  <a:pt x="2582722" y="2776501"/>
                </a:lnTo>
                <a:lnTo>
                  <a:pt x="2582329" y="2776932"/>
                </a:lnTo>
                <a:lnTo>
                  <a:pt x="2581947" y="2777374"/>
                </a:lnTo>
                <a:lnTo>
                  <a:pt x="2581576" y="2777827"/>
                </a:lnTo>
                <a:lnTo>
                  <a:pt x="2581217" y="2778290"/>
                </a:lnTo>
                <a:lnTo>
                  <a:pt x="2580868" y="2778764"/>
                </a:lnTo>
                <a:lnTo>
                  <a:pt x="2580531" y="2779248"/>
                </a:lnTo>
                <a:lnTo>
                  <a:pt x="2580205" y="2779743"/>
                </a:lnTo>
                <a:lnTo>
                  <a:pt x="2579890" y="2780248"/>
                </a:lnTo>
                <a:lnTo>
                  <a:pt x="2579586" y="2780764"/>
                </a:lnTo>
                <a:lnTo>
                  <a:pt x="2579294" y="2781291"/>
                </a:lnTo>
                <a:lnTo>
                  <a:pt x="2579012" y="2781828"/>
                </a:lnTo>
                <a:lnTo>
                  <a:pt x="2578742" y="2782376"/>
                </a:lnTo>
                <a:lnTo>
                  <a:pt x="2578483" y="2782934"/>
                </a:lnTo>
                <a:lnTo>
                  <a:pt x="2577638" y="2770254"/>
                </a:lnTo>
                <a:lnTo>
                  <a:pt x="2542133" y="2770254"/>
                </a:lnTo>
                <a:lnTo>
                  <a:pt x="2542133" y="2783442"/>
                </a:lnTo>
                <a:lnTo>
                  <a:pt x="2563943" y="2783442"/>
                </a:lnTo>
                <a:lnTo>
                  <a:pt x="2563943" y="2843629"/>
                </a:lnTo>
                <a:lnTo>
                  <a:pt x="2541288" y="2843629"/>
                </a:lnTo>
                <a:lnTo>
                  <a:pt x="2541288" y="2856647"/>
                </a:lnTo>
                <a:lnTo>
                  <a:pt x="2563943" y="2856647"/>
                </a:lnTo>
                <a:lnTo>
                  <a:pt x="2580511" y="2856647"/>
                </a:lnTo>
                <a:lnTo>
                  <a:pt x="2619228" y="2856647"/>
                </a:lnTo>
                <a:lnTo>
                  <a:pt x="2619228" y="2843629"/>
                </a:lnTo>
                <a:lnTo>
                  <a:pt x="2580511" y="2843629"/>
                </a:lnTo>
                <a:lnTo>
                  <a:pt x="2580511" y="2803391"/>
                </a:lnTo>
                <a:lnTo>
                  <a:pt x="2580515" y="2802941"/>
                </a:lnTo>
                <a:lnTo>
                  <a:pt x="2580524" y="2802493"/>
                </a:lnTo>
                <a:lnTo>
                  <a:pt x="2580541" y="2802047"/>
                </a:lnTo>
                <a:lnTo>
                  <a:pt x="2580563" y="2801602"/>
                </a:lnTo>
                <a:lnTo>
                  <a:pt x="2580592" y="2801159"/>
                </a:lnTo>
                <a:lnTo>
                  <a:pt x="2580628" y="2800718"/>
                </a:lnTo>
                <a:lnTo>
                  <a:pt x="2580670" y="2800279"/>
                </a:lnTo>
                <a:close/>
                <a:moveTo>
                  <a:pt x="2651792" y="2783442"/>
                </a:moveTo>
                <a:lnTo>
                  <a:pt x="2682731" y="2783442"/>
                </a:lnTo>
                <a:lnTo>
                  <a:pt x="2682731" y="2843629"/>
                </a:lnTo>
                <a:lnTo>
                  <a:pt x="2651792" y="2843629"/>
                </a:lnTo>
                <a:lnTo>
                  <a:pt x="2651792" y="2856647"/>
                </a:lnTo>
                <a:lnTo>
                  <a:pt x="2682731" y="2856647"/>
                </a:lnTo>
                <a:lnTo>
                  <a:pt x="2699638" y="2856647"/>
                </a:lnTo>
                <a:lnTo>
                  <a:pt x="2728886" y="2856647"/>
                </a:lnTo>
                <a:lnTo>
                  <a:pt x="2728886" y="2843629"/>
                </a:lnTo>
                <a:lnTo>
                  <a:pt x="2699638" y="2843629"/>
                </a:lnTo>
                <a:lnTo>
                  <a:pt x="2699638" y="2770254"/>
                </a:lnTo>
                <a:lnTo>
                  <a:pt x="2651792" y="2770254"/>
                </a:lnTo>
                <a:lnTo>
                  <a:pt x="2651792" y="2783442"/>
                </a:lnTo>
                <a:close/>
                <a:moveTo>
                  <a:pt x="2793440" y="2858094"/>
                </a:moveTo>
                <a:lnTo>
                  <a:pt x="2794362" y="2858019"/>
                </a:lnTo>
                <a:lnTo>
                  <a:pt x="2795272" y="2857934"/>
                </a:lnTo>
                <a:lnTo>
                  <a:pt x="2796169" y="2857839"/>
                </a:lnTo>
                <a:lnTo>
                  <a:pt x="2797054" y="2857734"/>
                </a:lnTo>
                <a:lnTo>
                  <a:pt x="2797926" y="2857620"/>
                </a:lnTo>
                <a:lnTo>
                  <a:pt x="2798787" y="2857495"/>
                </a:lnTo>
                <a:lnTo>
                  <a:pt x="2799635" y="2857360"/>
                </a:lnTo>
                <a:lnTo>
                  <a:pt x="2800470" y="2857215"/>
                </a:lnTo>
                <a:lnTo>
                  <a:pt x="2801294" y="2857061"/>
                </a:lnTo>
                <a:lnTo>
                  <a:pt x="2802105" y="2856896"/>
                </a:lnTo>
                <a:lnTo>
                  <a:pt x="2802903" y="2856722"/>
                </a:lnTo>
                <a:lnTo>
                  <a:pt x="2803690" y="2856537"/>
                </a:lnTo>
                <a:lnTo>
                  <a:pt x="2804464" y="2856342"/>
                </a:lnTo>
                <a:lnTo>
                  <a:pt x="2805225" y="2856138"/>
                </a:lnTo>
                <a:lnTo>
                  <a:pt x="2805975" y="2855923"/>
                </a:lnTo>
                <a:lnTo>
                  <a:pt x="2806712" y="2855699"/>
                </a:lnTo>
                <a:lnTo>
                  <a:pt x="2807436" y="2855464"/>
                </a:lnTo>
                <a:lnTo>
                  <a:pt x="2808162" y="2855219"/>
                </a:lnTo>
                <a:lnTo>
                  <a:pt x="2808872" y="2854964"/>
                </a:lnTo>
                <a:lnTo>
                  <a:pt x="2809568" y="2854698"/>
                </a:lnTo>
                <a:lnTo>
                  <a:pt x="2810250" y="2854421"/>
                </a:lnTo>
                <a:lnTo>
                  <a:pt x="2810916" y="2854134"/>
                </a:lnTo>
                <a:lnTo>
                  <a:pt x="2811568" y="2853837"/>
                </a:lnTo>
                <a:lnTo>
                  <a:pt x="2812205" y="2853529"/>
                </a:lnTo>
                <a:lnTo>
                  <a:pt x="2812828" y="2853210"/>
                </a:lnTo>
                <a:lnTo>
                  <a:pt x="2813436" y="2852880"/>
                </a:lnTo>
                <a:lnTo>
                  <a:pt x="2814029" y="2852541"/>
                </a:lnTo>
                <a:lnTo>
                  <a:pt x="2814607" y="2852190"/>
                </a:lnTo>
                <a:lnTo>
                  <a:pt x="2815171" y="2851829"/>
                </a:lnTo>
                <a:lnTo>
                  <a:pt x="2815720" y="2851457"/>
                </a:lnTo>
                <a:lnTo>
                  <a:pt x="2816255" y="2851075"/>
                </a:lnTo>
                <a:lnTo>
                  <a:pt x="2816775" y="2850683"/>
                </a:lnTo>
                <a:lnTo>
                  <a:pt x="2817280" y="2850279"/>
                </a:lnTo>
                <a:lnTo>
                  <a:pt x="2817770" y="2849865"/>
                </a:lnTo>
                <a:lnTo>
                  <a:pt x="2818246" y="2849441"/>
                </a:lnTo>
                <a:lnTo>
                  <a:pt x="2818707" y="2849006"/>
                </a:lnTo>
                <a:lnTo>
                  <a:pt x="2819154" y="2848560"/>
                </a:lnTo>
                <a:lnTo>
                  <a:pt x="2819586" y="2848104"/>
                </a:lnTo>
                <a:lnTo>
                  <a:pt x="2820003" y="2847638"/>
                </a:lnTo>
                <a:lnTo>
                  <a:pt x="2820405" y="2847160"/>
                </a:lnTo>
                <a:lnTo>
                  <a:pt x="2820793" y="2846673"/>
                </a:lnTo>
                <a:lnTo>
                  <a:pt x="2821179" y="2846174"/>
                </a:lnTo>
                <a:lnTo>
                  <a:pt x="2821549" y="2845665"/>
                </a:lnTo>
                <a:lnTo>
                  <a:pt x="2821902" y="2845146"/>
                </a:lnTo>
                <a:lnTo>
                  <a:pt x="2822239" y="2844616"/>
                </a:lnTo>
                <a:lnTo>
                  <a:pt x="2822560" y="2844075"/>
                </a:lnTo>
                <a:lnTo>
                  <a:pt x="2822864" y="2843524"/>
                </a:lnTo>
                <a:lnTo>
                  <a:pt x="2823152" y="2842962"/>
                </a:lnTo>
                <a:lnTo>
                  <a:pt x="2823423" y="2842389"/>
                </a:lnTo>
                <a:lnTo>
                  <a:pt x="2823678" y="2841807"/>
                </a:lnTo>
                <a:lnTo>
                  <a:pt x="2823916" y="2841213"/>
                </a:lnTo>
                <a:lnTo>
                  <a:pt x="2824138" y="2840609"/>
                </a:lnTo>
                <a:lnTo>
                  <a:pt x="2824343" y="2839994"/>
                </a:lnTo>
                <a:lnTo>
                  <a:pt x="2824532" y="2839369"/>
                </a:lnTo>
                <a:lnTo>
                  <a:pt x="2824705" y="2838733"/>
                </a:lnTo>
                <a:lnTo>
                  <a:pt x="2824861" y="2838087"/>
                </a:lnTo>
                <a:lnTo>
                  <a:pt x="2825001" y="2837430"/>
                </a:lnTo>
                <a:lnTo>
                  <a:pt x="2825124" y="2836763"/>
                </a:lnTo>
                <a:lnTo>
                  <a:pt x="2825231" y="2836085"/>
                </a:lnTo>
                <a:lnTo>
                  <a:pt x="2825321" y="2835396"/>
                </a:lnTo>
                <a:lnTo>
                  <a:pt x="2825395" y="2834697"/>
                </a:lnTo>
                <a:lnTo>
                  <a:pt x="2825453" y="2833987"/>
                </a:lnTo>
                <a:lnTo>
                  <a:pt x="2825494" y="2833267"/>
                </a:lnTo>
                <a:lnTo>
                  <a:pt x="2825519" y="2832536"/>
                </a:lnTo>
                <a:lnTo>
                  <a:pt x="2825527" y="2831795"/>
                </a:lnTo>
                <a:lnTo>
                  <a:pt x="2825521" y="2831138"/>
                </a:lnTo>
                <a:lnTo>
                  <a:pt x="2825505" y="2830491"/>
                </a:lnTo>
                <a:lnTo>
                  <a:pt x="2825477" y="2829856"/>
                </a:lnTo>
                <a:lnTo>
                  <a:pt x="2825438" y="2829230"/>
                </a:lnTo>
                <a:lnTo>
                  <a:pt x="2825387" y="2828616"/>
                </a:lnTo>
                <a:lnTo>
                  <a:pt x="2825326" y="2828012"/>
                </a:lnTo>
                <a:lnTo>
                  <a:pt x="2825254" y="2827418"/>
                </a:lnTo>
                <a:lnTo>
                  <a:pt x="2825170" y="2826835"/>
                </a:lnTo>
                <a:lnTo>
                  <a:pt x="2825075" y="2826263"/>
                </a:lnTo>
                <a:lnTo>
                  <a:pt x="2824969" y="2825701"/>
                </a:lnTo>
                <a:lnTo>
                  <a:pt x="2824852" y="2825150"/>
                </a:lnTo>
                <a:lnTo>
                  <a:pt x="2824724" y="2824609"/>
                </a:lnTo>
                <a:lnTo>
                  <a:pt x="2824584" y="2824079"/>
                </a:lnTo>
                <a:lnTo>
                  <a:pt x="2824434" y="2823560"/>
                </a:lnTo>
                <a:lnTo>
                  <a:pt x="2824272" y="2823051"/>
                </a:lnTo>
                <a:lnTo>
                  <a:pt x="2824099" y="2822552"/>
                </a:lnTo>
                <a:lnTo>
                  <a:pt x="2823915" y="2822064"/>
                </a:lnTo>
                <a:lnTo>
                  <a:pt x="2823720" y="2821587"/>
                </a:lnTo>
                <a:lnTo>
                  <a:pt x="2823514" y="2821121"/>
                </a:lnTo>
                <a:lnTo>
                  <a:pt x="2823296" y="2820664"/>
                </a:lnTo>
                <a:lnTo>
                  <a:pt x="2823067" y="2820219"/>
                </a:lnTo>
                <a:lnTo>
                  <a:pt x="2822827" y="2819784"/>
                </a:lnTo>
                <a:lnTo>
                  <a:pt x="2822577" y="2819359"/>
                </a:lnTo>
                <a:lnTo>
                  <a:pt x="2822314" y="2818946"/>
                </a:lnTo>
                <a:lnTo>
                  <a:pt x="2822040" y="2818526"/>
                </a:lnTo>
                <a:lnTo>
                  <a:pt x="2821751" y="2818113"/>
                </a:lnTo>
                <a:lnTo>
                  <a:pt x="2821448" y="2817707"/>
                </a:lnTo>
                <a:lnTo>
                  <a:pt x="2821131" y="2817306"/>
                </a:lnTo>
                <a:lnTo>
                  <a:pt x="2820800" y="2816913"/>
                </a:lnTo>
                <a:lnTo>
                  <a:pt x="2820455" y="2816526"/>
                </a:lnTo>
                <a:lnTo>
                  <a:pt x="2820095" y="2816145"/>
                </a:lnTo>
                <a:lnTo>
                  <a:pt x="2819722" y="2815771"/>
                </a:lnTo>
                <a:lnTo>
                  <a:pt x="2819335" y="2815403"/>
                </a:lnTo>
                <a:lnTo>
                  <a:pt x="2818933" y="2815042"/>
                </a:lnTo>
                <a:lnTo>
                  <a:pt x="2818517" y="2814687"/>
                </a:lnTo>
                <a:lnTo>
                  <a:pt x="2818088" y="2814338"/>
                </a:lnTo>
                <a:lnTo>
                  <a:pt x="2817644" y="2813996"/>
                </a:lnTo>
                <a:lnTo>
                  <a:pt x="2817186" y="2813661"/>
                </a:lnTo>
                <a:lnTo>
                  <a:pt x="2816714" y="2813332"/>
                </a:lnTo>
                <a:lnTo>
                  <a:pt x="2816228" y="2813009"/>
                </a:lnTo>
                <a:lnTo>
                  <a:pt x="2815728" y="2812693"/>
                </a:lnTo>
                <a:lnTo>
                  <a:pt x="2815214" y="2812384"/>
                </a:lnTo>
                <a:lnTo>
                  <a:pt x="2814685" y="2812080"/>
                </a:lnTo>
                <a:lnTo>
                  <a:pt x="2814143" y="2811784"/>
                </a:lnTo>
                <a:lnTo>
                  <a:pt x="2813586" y="2811493"/>
                </a:lnTo>
                <a:lnTo>
                  <a:pt x="2813016" y="2811210"/>
                </a:lnTo>
                <a:lnTo>
                  <a:pt x="2812431" y="2810932"/>
                </a:lnTo>
                <a:lnTo>
                  <a:pt x="2811832" y="2810661"/>
                </a:lnTo>
                <a:lnTo>
                  <a:pt x="2811232" y="2810395"/>
                </a:lnTo>
                <a:lnTo>
                  <a:pt x="2810613" y="2810133"/>
                </a:lnTo>
                <a:lnTo>
                  <a:pt x="2809975" y="2809874"/>
                </a:lnTo>
                <a:lnTo>
                  <a:pt x="2809320" y="2809619"/>
                </a:lnTo>
                <a:lnTo>
                  <a:pt x="2808646" y="2809367"/>
                </a:lnTo>
                <a:lnTo>
                  <a:pt x="2807954" y="2809119"/>
                </a:lnTo>
                <a:lnTo>
                  <a:pt x="2807244" y="2808874"/>
                </a:lnTo>
                <a:lnTo>
                  <a:pt x="2806516" y="2808632"/>
                </a:lnTo>
                <a:lnTo>
                  <a:pt x="2805770" y="2808395"/>
                </a:lnTo>
                <a:lnTo>
                  <a:pt x="2805005" y="2808160"/>
                </a:lnTo>
                <a:lnTo>
                  <a:pt x="2804222" y="2807930"/>
                </a:lnTo>
                <a:lnTo>
                  <a:pt x="2803421" y="2807703"/>
                </a:lnTo>
                <a:lnTo>
                  <a:pt x="2802602" y="2807479"/>
                </a:lnTo>
                <a:lnTo>
                  <a:pt x="2801765" y="2807259"/>
                </a:lnTo>
                <a:lnTo>
                  <a:pt x="2800909" y="2807042"/>
                </a:lnTo>
                <a:lnTo>
                  <a:pt x="2800035" y="2806829"/>
                </a:lnTo>
                <a:lnTo>
                  <a:pt x="2799143" y="2806619"/>
                </a:lnTo>
                <a:lnTo>
                  <a:pt x="2798233" y="2806413"/>
                </a:lnTo>
                <a:lnTo>
                  <a:pt x="2797305" y="2806211"/>
                </a:lnTo>
                <a:lnTo>
                  <a:pt x="2796358" y="2806012"/>
                </a:lnTo>
                <a:lnTo>
                  <a:pt x="2795393" y="2805816"/>
                </a:lnTo>
                <a:lnTo>
                  <a:pt x="2794410" y="2805624"/>
                </a:lnTo>
                <a:lnTo>
                  <a:pt x="2793409" y="2805436"/>
                </a:lnTo>
                <a:lnTo>
                  <a:pt x="2792390" y="2805251"/>
                </a:lnTo>
                <a:lnTo>
                  <a:pt x="2791566" y="2805096"/>
                </a:lnTo>
                <a:lnTo>
                  <a:pt x="2790759" y="2804942"/>
                </a:lnTo>
                <a:lnTo>
                  <a:pt x="2789967" y="2804789"/>
                </a:lnTo>
                <a:lnTo>
                  <a:pt x="2789191" y="2804636"/>
                </a:lnTo>
                <a:lnTo>
                  <a:pt x="2788432" y="2804484"/>
                </a:lnTo>
                <a:lnTo>
                  <a:pt x="2787687" y="2804332"/>
                </a:lnTo>
                <a:lnTo>
                  <a:pt x="2786959" y="2804181"/>
                </a:lnTo>
                <a:lnTo>
                  <a:pt x="2786247" y="2804030"/>
                </a:lnTo>
                <a:lnTo>
                  <a:pt x="2785550" y="2803880"/>
                </a:lnTo>
                <a:lnTo>
                  <a:pt x="2784870" y="2803731"/>
                </a:lnTo>
                <a:lnTo>
                  <a:pt x="2784205" y="2803582"/>
                </a:lnTo>
                <a:lnTo>
                  <a:pt x="2783556" y="2803434"/>
                </a:lnTo>
                <a:lnTo>
                  <a:pt x="2782923" y="2803286"/>
                </a:lnTo>
                <a:lnTo>
                  <a:pt x="2782306" y="2803139"/>
                </a:lnTo>
                <a:lnTo>
                  <a:pt x="2781704" y="2802993"/>
                </a:lnTo>
                <a:lnTo>
                  <a:pt x="2781119" y="2802847"/>
                </a:lnTo>
                <a:lnTo>
                  <a:pt x="2780549" y="2802701"/>
                </a:lnTo>
                <a:lnTo>
                  <a:pt x="2779995" y="2802557"/>
                </a:lnTo>
                <a:lnTo>
                  <a:pt x="2779457" y="2802413"/>
                </a:lnTo>
                <a:lnTo>
                  <a:pt x="2778935" y="2802269"/>
                </a:lnTo>
                <a:lnTo>
                  <a:pt x="2778428" y="2802126"/>
                </a:lnTo>
                <a:lnTo>
                  <a:pt x="2777938" y="2801984"/>
                </a:lnTo>
                <a:lnTo>
                  <a:pt x="2777463" y="2801842"/>
                </a:lnTo>
                <a:lnTo>
                  <a:pt x="2777005" y="2801701"/>
                </a:lnTo>
                <a:lnTo>
                  <a:pt x="2776573" y="2801559"/>
                </a:lnTo>
                <a:lnTo>
                  <a:pt x="2776153" y="2801417"/>
                </a:lnTo>
                <a:lnTo>
                  <a:pt x="2775744" y="2801273"/>
                </a:lnTo>
                <a:lnTo>
                  <a:pt x="2775347" y="2801128"/>
                </a:lnTo>
                <a:lnTo>
                  <a:pt x="2774960" y="2800982"/>
                </a:lnTo>
                <a:lnTo>
                  <a:pt x="2774585" y="2800834"/>
                </a:lnTo>
                <a:lnTo>
                  <a:pt x="2774221" y="2800686"/>
                </a:lnTo>
                <a:lnTo>
                  <a:pt x="2773867" y="2800536"/>
                </a:lnTo>
                <a:lnTo>
                  <a:pt x="2773525" y="2800385"/>
                </a:lnTo>
                <a:lnTo>
                  <a:pt x="2773195" y="2800233"/>
                </a:lnTo>
                <a:lnTo>
                  <a:pt x="2772875" y="2800080"/>
                </a:lnTo>
                <a:lnTo>
                  <a:pt x="2772567" y="2799926"/>
                </a:lnTo>
                <a:lnTo>
                  <a:pt x="2772269" y="2799770"/>
                </a:lnTo>
                <a:lnTo>
                  <a:pt x="2771983" y="2799613"/>
                </a:lnTo>
                <a:lnTo>
                  <a:pt x="2771708" y="2799455"/>
                </a:lnTo>
                <a:lnTo>
                  <a:pt x="2771444" y="2799296"/>
                </a:lnTo>
                <a:lnTo>
                  <a:pt x="2771191" y="2799136"/>
                </a:lnTo>
                <a:lnTo>
                  <a:pt x="2770950" y="2798975"/>
                </a:lnTo>
                <a:lnTo>
                  <a:pt x="2770719" y="2798812"/>
                </a:lnTo>
                <a:lnTo>
                  <a:pt x="2770500" y="2798648"/>
                </a:lnTo>
                <a:lnTo>
                  <a:pt x="2770292" y="2798483"/>
                </a:lnTo>
                <a:lnTo>
                  <a:pt x="2770095" y="2798317"/>
                </a:lnTo>
                <a:lnTo>
                  <a:pt x="2769909" y="2798150"/>
                </a:lnTo>
                <a:lnTo>
                  <a:pt x="2769734" y="2797981"/>
                </a:lnTo>
                <a:lnTo>
                  <a:pt x="2769569" y="2797796"/>
                </a:lnTo>
                <a:lnTo>
                  <a:pt x="2769410" y="2797608"/>
                </a:lnTo>
                <a:lnTo>
                  <a:pt x="2769259" y="2797416"/>
                </a:lnTo>
                <a:lnTo>
                  <a:pt x="2769115" y="2797220"/>
                </a:lnTo>
                <a:lnTo>
                  <a:pt x="2768977" y="2797021"/>
                </a:lnTo>
                <a:lnTo>
                  <a:pt x="2768847" y="2796819"/>
                </a:lnTo>
                <a:lnTo>
                  <a:pt x="2768724" y="2796613"/>
                </a:lnTo>
                <a:lnTo>
                  <a:pt x="2768607" y="2796403"/>
                </a:lnTo>
                <a:lnTo>
                  <a:pt x="2768498" y="2796190"/>
                </a:lnTo>
                <a:lnTo>
                  <a:pt x="2768396" y="2795974"/>
                </a:lnTo>
                <a:lnTo>
                  <a:pt x="2768301" y="2795753"/>
                </a:lnTo>
                <a:lnTo>
                  <a:pt x="2768213" y="2795530"/>
                </a:lnTo>
                <a:lnTo>
                  <a:pt x="2768132" y="2795303"/>
                </a:lnTo>
                <a:lnTo>
                  <a:pt x="2768058" y="2795072"/>
                </a:lnTo>
                <a:lnTo>
                  <a:pt x="2767991" y="2794838"/>
                </a:lnTo>
                <a:lnTo>
                  <a:pt x="2767931" y="2794600"/>
                </a:lnTo>
                <a:lnTo>
                  <a:pt x="2767878" y="2794359"/>
                </a:lnTo>
                <a:lnTo>
                  <a:pt x="2767832" y="2794114"/>
                </a:lnTo>
                <a:lnTo>
                  <a:pt x="2767794" y="2793866"/>
                </a:lnTo>
                <a:lnTo>
                  <a:pt x="2767762" y="2793614"/>
                </a:lnTo>
                <a:lnTo>
                  <a:pt x="2767737" y="2793358"/>
                </a:lnTo>
                <a:lnTo>
                  <a:pt x="2767720" y="2793099"/>
                </a:lnTo>
                <a:lnTo>
                  <a:pt x="2767709" y="2792837"/>
                </a:lnTo>
                <a:lnTo>
                  <a:pt x="2767706" y="2792571"/>
                </a:lnTo>
                <a:lnTo>
                  <a:pt x="2767740" y="2791578"/>
                </a:lnTo>
                <a:lnTo>
                  <a:pt x="2767842" y="2790627"/>
                </a:lnTo>
                <a:lnTo>
                  <a:pt x="2768012" y="2789718"/>
                </a:lnTo>
                <a:lnTo>
                  <a:pt x="2768250" y="2788852"/>
                </a:lnTo>
                <a:lnTo>
                  <a:pt x="2768557" y="2788027"/>
                </a:lnTo>
                <a:lnTo>
                  <a:pt x="2768931" y="2787245"/>
                </a:lnTo>
                <a:lnTo>
                  <a:pt x="2769374" y="2786506"/>
                </a:lnTo>
                <a:lnTo>
                  <a:pt x="2769885" y="2785808"/>
                </a:lnTo>
                <a:lnTo>
                  <a:pt x="2770464" y="2785153"/>
                </a:lnTo>
                <a:lnTo>
                  <a:pt x="2771111" y="2784540"/>
                </a:lnTo>
                <a:lnTo>
                  <a:pt x="2771826" y="2783970"/>
                </a:lnTo>
                <a:lnTo>
                  <a:pt x="2772609" y="2783441"/>
                </a:lnTo>
                <a:lnTo>
                  <a:pt x="2773460" y="2782955"/>
                </a:lnTo>
                <a:lnTo>
                  <a:pt x="2774379" y="2782512"/>
                </a:lnTo>
                <a:lnTo>
                  <a:pt x="2775367" y="2782110"/>
                </a:lnTo>
                <a:lnTo>
                  <a:pt x="2776422" y="2781751"/>
                </a:lnTo>
                <a:lnTo>
                  <a:pt x="2777546" y="2781434"/>
                </a:lnTo>
                <a:lnTo>
                  <a:pt x="2778737" y="2781159"/>
                </a:lnTo>
                <a:lnTo>
                  <a:pt x="2779997" y="2780927"/>
                </a:lnTo>
                <a:lnTo>
                  <a:pt x="2781325" y="2780736"/>
                </a:lnTo>
                <a:lnTo>
                  <a:pt x="2782721" y="2780588"/>
                </a:lnTo>
                <a:lnTo>
                  <a:pt x="2784185" y="2780483"/>
                </a:lnTo>
                <a:lnTo>
                  <a:pt x="2785717" y="2780419"/>
                </a:lnTo>
                <a:lnTo>
                  <a:pt x="2787318" y="2780398"/>
                </a:lnTo>
                <a:lnTo>
                  <a:pt x="2787781" y="2780400"/>
                </a:lnTo>
                <a:lnTo>
                  <a:pt x="2788240" y="2780406"/>
                </a:lnTo>
                <a:lnTo>
                  <a:pt x="2788697" y="2780417"/>
                </a:lnTo>
                <a:lnTo>
                  <a:pt x="2789149" y="2780431"/>
                </a:lnTo>
                <a:lnTo>
                  <a:pt x="2789598" y="2780450"/>
                </a:lnTo>
                <a:lnTo>
                  <a:pt x="2790044" y="2780472"/>
                </a:lnTo>
                <a:lnTo>
                  <a:pt x="2790486" y="2780499"/>
                </a:lnTo>
                <a:lnTo>
                  <a:pt x="2790924" y="2780530"/>
                </a:lnTo>
                <a:lnTo>
                  <a:pt x="2791359" y="2780565"/>
                </a:lnTo>
                <a:lnTo>
                  <a:pt x="2791791" y="2780604"/>
                </a:lnTo>
                <a:lnTo>
                  <a:pt x="2792219" y="2780647"/>
                </a:lnTo>
                <a:lnTo>
                  <a:pt x="2792643" y="2780694"/>
                </a:lnTo>
                <a:lnTo>
                  <a:pt x="2793064" y="2780745"/>
                </a:lnTo>
                <a:lnTo>
                  <a:pt x="2793481" y="2780801"/>
                </a:lnTo>
                <a:lnTo>
                  <a:pt x="2793895" y="2780861"/>
                </a:lnTo>
                <a:lnTo>
                  <a:pt x="2794306" y="2780924"/>
                </a:lnTo>
                <a:lnTo>
                  <a:pt x="2794712" y="2780992"/>
                </a:lnTo>
                <a:lnTo>
                  <a:pt x="2795116" y="2781064"/>
                </a:lnTo>
                <a:lnTo>
                  <a:pt x="2795515" y="2781140"/>
                </a:lnTo>
                <a:lnTo>
                  <a:pt x="2795912" y="2781220"/>
                </a:lnTo>
                <a:lnTo>
                  <a:pt x="2796304" y="2781304"/>
                </a:lnTo>
                <a:lnTo>
                  <a:pt x="2796694" y="2781393"/>
                </a:lnTo>
                <a:lnTo>
                  <a:pt x="2797079" y="2781485"/>
                </a:lnTo>
                <a:lnTo>
                  <a:pt x="2797461" y="2781582"/>
                </a:lnTo>
                <a:lnTo>
                  <a:pt x="2797852" y="2781670"/>
                </a:lnTo>
                <a:lnTo>
                  <a:pt x="2798236" y="2781766"/>
                </a:lnTo>
                <a:lnTo>
                  <a:pt x="2798613" y="2781870"/>
                </a:lnTo>
                <a:lnTo>
                  <a:pt x="2798983" y="2781981"/>
                </a:lnTo>
                <a:lnTo>
                  <a:pt x="2799346" y="2782100"/>
                </a:lnTo>
                <a:lnTo>
                  <a:pt x="2799702" y="2782226"/>
                </a:lnTo>
                <a:lnTo>
                  <a:pt x="2800050" y="2782360"/>
                </a:lnTo>
                <a:lnTo>
                  <a:pt x="2800392" y="2782502"/>
                </a:lnTo>
                <a:lnTo>
                  <a:pt x="2800727" y="2782652"/>
                </a:lnTo>
                <a:lnTo>
                  <a:pt x="2801054" y="2782809"/>
                </a:lnTo>
                <a:lnTo>
                  <a:pt x="2801375" y="2782973"/>
                </a:lnTo>
                <a:lnTo>
                  <a:pt x="2801688" y="2783146"/>
                </a:lnTo>
                <a:lnTo>
                  <a:pt x="2801995" y="2783326"/>
                </a:lnTo>
                <a:lnTo>
                  <a:pt x="2802294" y="2783513"/>
                </a:lnTo>
                <a:lnTo>
                  <a:pt x="2802586" y="2783708"/>
                </a:lnTo>
                <a:lnTo>
                  <a:pt x="2802872" y="2783911"/>
                </a:lnTo>
                <a:lnTo>
                  <a:pt x="2803150" y="2784122"/>
                </a:lnTo>
                <a:lnTo>
                  <a:pt x="2803421" y="2784340"/>
                </a:lnTo>
                <a:lnTo>
                  <a:pt x="2803685" y="2784565"/>
                </a:lnTo>
                <a:lnTo>
                  <a:pt x="2803942" y="2784799"/>
                </a:lnTo>
                <a:lnTo>
                  <a:pt x="2804192" y="2785040"/>
                </a:lnTo>
                <a:lnTo>
                  <a:pt x="2804436" y="2785288"/>
                </a:lnTo>
                <a:lnTo>
                  <a:pt x="2804671" y="2785545"/>
                </a:lnTo>
                <a:lnTo>
                  <a:pt x="2804900" y="2785808"/>
                </a:lnTo>
                <a:lnTo>
                  <a:pt x="2805135" y="2786067"/>
                </a:lnTo>
                <a:lnTo>
                  <a:pt x="2805360" y="2786337"/>
                </a:lnTo>
                <a:lnTo>
                  <a:pt x="2805574" y="2786617"/>
                </a:lnTo>
                <a:lnTo>
                  <a:pt x="2805779" y="2786907"/>
                </a:lnTo>
                <a:lnTo>
                  <a:pt x="2805973" y="2787208"/>
                </a:lnTo>
                <a:lnTo>
                  <a:pt x="2806158" y="2787520"/>
                </a:lnTo>
                <a:lnTo>
                  <a:pt x="2806333" y="2787842"/>
                </a:lnTo>
                <a:lnTo>
                  <a:pt x="2806497" y="2788175"/>
                </a:lnTo>
                <a:lnTo>
                  <a:pt x="2806652" y="2788519"/>
                </a:lnTo>
                <a:lnTo>
                  <a:pt x="2806797" y="2788873"/>
                </a:lnTo>
                <a:lnTo>
                  <a:pt x="2806931" y="2789237"/>
                </a:lnTo>
                <a:lnTo>
                  <a:pt x="2807056" y="2789612"/>
                </a:lnTo>
                <a:lnTo>
                  <a:pt x="2807171" y="2789998"/>
                </a:lnTo>
                <a:lnTo>
                  <a:pt x="2807276" y="2790394"/>
                </a:lnTo>
                <a:lnTo>
                  <a:pt x="2807370" y="2790801"/>
                </a:lnTo>
                <a:lnTo>
                  <a:pt x="2807455" y="2791219"/>
                </a:lnTo>
                <a:lnTo>
                  <a:pt x="2807530" y="2791647"/>
                </a:lnTo>
                <a:lnTo>
                  <a:pt x="2807595" y="2792085"/>
                </a:lnTo>
                <a:lnTo>
                  <a:pt x="2807650" y="2792534"/>
                </a:lnTo>
                <a:lnTo>
                  <a:pt x="2807695" y="2792994"/>
                </a:lnTo>
                <a:lnTo>
                  <a:pt x="2807730" y="2793464"/>
                </a:lnTo>
                <a:lnTo>
                  <a:pt x="2807755" y="2793945"/>
                </a:lnTo>
                <a:lnTo>
                  <a:pt x="2807770" y="2794436"/>
                </a:lnTo>
                <a:lnTo>
                  <a:pt x="2807775" y="2794938"/>
                </a:lnTo>
                <a:lnTo>
                  <a:pt x="2822484" y="2794938"/>
                </a:lnTo>
                <a:lnTo>
                  <a:pt x="2822511" y="2794840"/>
                </a:lnTo>
                <a:lnTo>
                  <a:pt x="2822538" y="2794744"/>
                </a:lnTo>
                <a:lnTo>
                  <a:pt x="2822563" y="2794650"/>
                </a:lnTo>
                <a:lnTo>
                  <a:pt x="2822587" y="2794558"/>
                </a:lnTo>
                <a:lnTo>
                  <a:pt x="2822610" y="2794467"/>
                </a:lnTo>
                <a:lnTo>
                  <a:pt x="2822631" y="2794378"/>
                </a:lnTo>
                <a:lnTo>
                  <a:pt x="2822652" y="2794291"/>
                </a:lnTo>
                <a:lnTo>
                  <a:pt x="2822671" y="2794205"/>
                </a:lnTo>
                <a:lnTo>
                  <a:pt x="2822690" y="2794122"/>
                </a:lnTo>
                <a:lnTo>
                  <a:pt x="2822707" y="2794040"/>
                </a:lnTo>
                <a:lnTo>
                  <a:pt x="2822722" y="2793960"/>
                </a:lnTo>
                <a:lnTo>
                  <a:pt x="2822737" y="2793881"/>
                </a:lnTo>
                <a:lnTo>
                  <a:pt x="2822751" y="2793805"/>
                </a:lnTo>
                <a:lnTo>
                  <a:pt x="2822763" y="2793730"/>
                </a:lnTo>
                <a:lnTo>
                  <a:pt x="2822774" y="2793657"/>
                </a:lnTo>
                <a:lnTo>
                  <a:pt x="2822784" y="2793585"/>
                </a:lnTo>
                <a:lnTo>
                  <a:pt x="2822793" y="2793516"/>
                </a:lnTo>
                <a:lnTo>
                  <a:pt x="2822800" y="2793448"/>
                </a:lnTo>
                <a:lnTo>
                  <a:pt x="2822807" y="2793382"/>
                </a:lnTo>
                <a:lnTo>
                  <a:pt x="2822812" y="2793318"/>
                </a:lnTo>
                <a:lnTo>
                  <a:pt x="2822816" y="2793255"/>
                </a:lnTo>
                <a:lnTo>
                  <a:pt x="2822819" y="2793194"/>
                </a:lnTo>
                <a:lnTo>
                  <a:pt x="2822821" y="2793135"/>
                </a:lnTo>
                <a:lnTo>
                  <a:pt x="2822822" y="2793078"/>
                </a:lnTo>
                <a:lnTo>
                  <a:pt x="2822822" y="2793022"/>
                </a:lnTo>
                <a:lnTo>
                  <a:pt x="2822822" y="2792967"/>
                </a:lnTo>
                <a:lnTo>
                  <a:pt x="2822822" y="2792912"/>
                </a:lnTo>
                <a:lnTo>
                  <a:pt x="2822822" y="2792857"/>
                </a:lnTo>
                <a:lnTo>
                  <a:pt x="2822822" y="2792804"/>
                </a:lnTo>
                <a:lnTo>
                  <a:pt x="2822822" y="2792751"/>
                </a:lnTo>
                <a:lnTo>
                  <a:pt x="2822822" y="2792698"/>
                </a:lnTo>
                <a:lnTo>
                  <a:pt x="2822822" y="2792646"/>
                </a:lnTo>
                <a:lnTo>
                  <a:pt x="2822822" y="2792595"/>
                </a:lnTo>
                <a:lnTo>
                  <a:pt x="2822822" y="2792544"/>
                </a:lnTo>
                <a:lnTo>
                  <a:pt x="2822822" y="2792494"/>
                </a:lnTo>
                <a:lnTo>
                  <a:pt x="2822822" y="2792444"/>
                </a:lnTo>
                <a:lnTo>
                  <a:pt x="2822822" y="2792395"/>
                </a:lnTo>
                <a:lnTo>
                  <a:pt x="2822822" y="2792347"/>
                </a:lnTo>
                <a:lnTo>
                  <a:pt x="2822822" y="2792299"/>
                </a:lnTo>
                <a:lnTo>
                  <a:pt x="2822822" y="2792252"/>
                </a:lnTo>
                <a:lnTo>
                  <a:pt x="2822822" y="2792205"/>
                </a:lnTo>
                <a:lnTo>
                  <a:pt x="2822822" y="2792159"/>
                </a:lnTo>
                <a:lnTo>
                  <a:pt x="2822822" y="2792113"/>
                </a:lnTo>
                <a:lnTo>
                  <a:pt x="2822822" y="2792068"/>
                </a:lnTo>
                <a:lnTo>
                  <a:pt x="2822822" y="2792024"/>
                </a:lnTo>
                <a:lnTo>
                  <a:pt x="2822822" y="2791980"/>
                </a:lnTo>
                <a:lnTo>
                  <a:pt x="2822822" y="2791937"/>
                </a:lnTo>
                <a:lnTo>
                  <a:pt x="2822822" y="2791895"/>
                </a:lnTo>
                <a:lnTo>
                  <a:pt x="2822814" y="2791293"/>
                </a:lnTo>
                <a:lnTo>
                  <a:pt x="2822790" y="2790698"/>
                </a:lnTo>
                <a:lnTo>
                  <a:pt x="2822750" y="2790112"/>
                </a:lnTo>
                <a:lnTo>
                  <a:pt x="2822695" y="2789533"/>
                </a:lnTo>
                <a:lnTo>
                  <a:pt x="2822623" y="2788961"/>
                </a:lnTo>
                <a:lnTo>
                  <a:pt x="2822536" y="2788397"/>
                </a:lnTo>
                <a:lnTo>
                  <a:pt x="2822433" y="2787841"/>
                </a:lnTo>
                <a:lnTo>
                  <a:pt x="2822314" y="2787292"/>
                </a:lnTo>
                <a:lnTo>
                  <a:pt x="2822180" y="2786751"/>
                </a:lnTo>
                <a:lnTo>
                  <a:pt x="2822029" y="2786218"/>
                </a:lnTo>
                <a:lnTo>
                  <a:pt x="2821863" y="2785692"/>
                </a:lnTo>
                <a:lnTo>
                  <a:pt x="2821680" y="2785174"/>
                </a:lnTo>
                <a:lnTo>
                  <a:pt x="2821482" y="2784664"/>
                </a:lnTo>
                <a:lnTo>
                  <a:pt x="2821268" y="2784161"/>
                </a:lnTo>
                <a:lnTo>
                  <a:pt x="2821039" y="2783666"/>
                </a:lnTo>
                <a:lnTo>
                  <a:pt x="2820793" y="2783178"/>
                </a:lnTo>
                <a:lnTo>
                  <a:pt x="2820531" y="2782699"/>
                </a:lnTo>
                <a:lnTo>
                  <a:pt x="2820254" y="2782226"/>
                </a:lnTo>
                <a:lnTo>
                  <a:pt x="2819961" y="2781762"/>
                </a:lnTo>
                <a:lnTo>
                  <a:pt x="2819652" y="2781305"/>
                </a:lnTo>
                <a:lnTo>
                  <a:pt x="2819327" y="2780855"/>
                </a:lnTo>
                <a:lnTo>
                  <a:pt x="2818986" y="2780413"/>
                </a:lnTo>
                <a:lnTo>
                  <a:pt x="2818629" y="2779979"/>
                </a:lnTo>
                <a:lnTo>
                  <a:pt x="2818257" y="2779553"/>
                </a:lnTo>
                <a:lnTo>
                  <a:pt x="2817871" y="2779120"/>
                </a:lnTo>
                <a:lnTo>
                  <a:pt x="2817474" y="2778696"/>
                </a:lnTo>
                <a:lnTo>
                  <a:pt x="2817065" y="2778280"/>
                </a:lnTo>
                <a:lnTo>
                  <a:pt x="2816646" y="2777872"/>
                </a:lnTo>
                <a:lnTo>
                  <a:pt x="2816215" y="2777472"/>
                </a:lnTo>
                <a:lnTo>
                  <a:pt x="2815774" y="2777080"/>
                </a:lnTo>
                <a:lnTo>
                  <a:pt x="2815321" y="2776697"/>
                </a:lnTo>
                <a:lnTo>
                  <a:pt x="2814857" y="2776322"/>
                </a:lnTo>
                <a:lnTo>
                  <a:pt x="2814381" y="2775955"/>
                </a:lnTo>
                <a:lnTo>
                  <a:pt x="2813895" y="2775596"/>
                </a:lnTo>
                <a:lnTo>
                  <a:pt x="2813398" y="2775246"/>
                </a:lnTo>
                <a:lnTo>
                  <a:pt x="2812889" y="2774904"/>
                </a:lnTo>
                <a:lnTo>
                  <a:pt x="2812369" y="2774570"/>
                </a:lnTo>
                <a:lnTo>
                  <a:pt x="2811838" y="2774244"/>
                </a:lnTo>
                <a:lnTo>
                  <a:pt x="2811296" y="2773926"/>
                </a:lnTo>
                <a:lnTo>
                  <a:pt x="2810743" y="2773617"/>
                </a:lnTo>
                <a:lnTo>
                  <a:pt x="2810178" y="2773316"/>
                </a:lnTo>
                <a:lnTo>
                  <a:pt x="2809603" y="2773023"/>
                </a:lnTo>
                <a:lnTo>
                  <a:pt x="2809016" y="2772738"/>
                </a:lnTo>
                <a:lnTo>
                  <a:pt x="2808418" y="2772462"/>
                </a:lnTo>
                <a:lnTo>
                  <a:pt x="2807809" y="2772193"/>
                </a:lnTo>
                <a:lnTo>
                  <a:pt x="2807189" y="2771933"/>
                </a:lnTo>
                <a:lnTo>
                  <a:pt x="2806558" y="2771681"/>
                </a:lnTo>
                <a:lnTo>
                  <a:pt x="2805915" y="2771438"/>
                </a:lnTo>
                <a:lnTo>
                  <a:pt x="2805277" y="2771203"/>
                </a:lnTo>
                <a:lnTo>
                  <a:pt x="2804633" y="2770979"/>
                </a:lnTo>
                <a:lnTo>
                  <a:pt x="2803981" y="2770764"/>
                </a:lnTo>
                <a:lnTo>
                  <a:pt x="2803323" y="2770560"/>
                </a:lnTo>
                <a:lnTo>
                  <a:pt x="2802657" y="2770365"/>
                </a:lnTo>
                <a:lnTo>
                  <a:pt x="2801984" y="2770180"/>
                </a:lnTo>
                <a:lnTo>
                  <a:pt x="2801304" y="2770006"/>
                </a:lnTo>
                <a:lnTo>
                  <a:pt x="2800618" y="2769841"/>
                </a:lnTo>
                <a:lnTo>
                  <a:pt x="2799924" y="2769686"/>
                </a:lnTo>
                <a:lnTo>
                  <a:pt x="2799223" y="2769542"/>
                </a:lnTo>
                <a:lnTo>
                  <a:pt x="2798515" y="2769407"/>
                </a:lnTo>
                <a:lnTo>
                  <a:pt x="2797800" y="2769282"/>
                </a:lnTo>
                <a:lnTo>
                  <a:pt x="2797078" y="2769167"/>
                </a:lnTo>
                <a:lnTo>
                  <a:pt x="2796349" y="2769063"/>
                </a:lnTo>
                <a:lnTo>
                  <a:pt x="2795612" y="2768968"/>
                </a:lnTo>
                <a:lnTo>
                  <a:pt x="2794869" y="2768883"/>
                </a:lnTo>
                <a:lnTo>
                  <a:pt x="2794119" y="2768808"/>
                </a:lnTo>
                <a:lnTo>
                  <a:pt x="2793362" y="2768743"/>
                </a:lnTo>
                <a:lnTo>
                  <a:pt x="2792597" y="2768688"/>
                </a:lnTo>
                <a:lnTo>
                  <a:pt x="2791826" y="2768643"/>
                </a:lnTo>
                <a:lnTo>
                  <a:pt x="2791048" y="2768609"/>
                </a:lnTo>
                <a:lnTo>
                  <a:pt x="2790262" y="2768584"/>
                </a:lnTo>
                <a:lnTo>
                  <a:pt x="2789470" y="2768569"/>
                </a:lnTo>
                <a:lnTo>
                  <a:pt x="2788670" y="2768564"/>
                </a:lnTo>
                <a:lnTo>
                  <a:pt x="2787759" y="2768569"/>
                </a:lnTo>
                <a:lnTo>
                  <a:pt x="2786857" y="2768584"/>
                </a:lnTo>
                <a:lnTo>
                  <a:pt x="2785965" y="2768609"/>
                </a:lnTo>
                <a:lnTo>
                  <a:pt x="2785082" y="2768643"/>
                </a:lnTo>
                <a:lnTo>
                  <a:pt x="2784209" y="2768688"/>
                </a:lnTo>
                <a:lnTo>
                  <a:pt x="2783345" y="2768743"/>
                </a:lnTo>
                <a:lnTo>
                  <a:pt x="2782490" y="2768808"/>
                </a:lnTo>
                <a:lnTo>
                  <a:pt x="2781645" y="2768883"/>
                </a:lnTo>
                <a:lnTo>
                  <a:pt x="2780809" y="2768968"/>
                </a:lnTo>
                <a:lnTo>
                  <a:pt x="2779982" y="2769063"/>
                </a:lnTo>
                <a:lnTo>
                  <a:pt x="2779165" y="2769167"/>
                </a:lnTo>
                <a:lnTo>
                  <a:pt x="2778357" y="2769282"/>
                </a:lnTo>
                <a:lnTo>
                  <a:pt x="2777559" y="2769407"/>
                </a:lnTo>
                <a:lnTo>
                  <a:pt x="2776770" y="2769542"/>
                </a:lnTo>
                <a:lnTo>
                  <a:pt x="2775990" y="2769686"/>
                </a:lnTo>
                <a:lnTo>
                  <a:pt x="2775220" y="2769841"/>
                </a:lnTo>
                <a:lnTo>
                  <a:pt x="2774459" y="2770006"/>
                </a:lnTo>
                <a:lnTo>
                  <a:pt x="2773708" y="2770180"/>
                </a:lnTo>
                <a:lnTo>
                  <a:pt x="2772966" y="2770365"/>
                </a:lnTo>
                <a:lnTo>
                  <a:pt x="2772233" y="2770560"/>
                </a:lnTo>
                <a:lnTo>
                  <a:pt x="2771510" y="2770764"/>
                </a:lnTo>
                <a:lnTo>
                  <a:pt x="2770796" y="2770979"/>
                </a:lnTo>
                <a:lnTo>
                  <a:pt x="2770092" y="2771203"/>
                </a:lnTo>
                <a:lnTo>
                  <a:pt x="2769397" y="2771438"/>
                </a:lnTo>
                <a:lnTo>
                  <a:pt x="2768726" y="2771682"/>
                </a:lnTo>
                <a:lnTo>
                  <a:pt x="2768069" y="2771936"/>
                </a:lnTo>
                <a:lnTo>
                  <a:pt x="2767423" y="2772199"/>
                </a:lnTo>
                <a:lnTo>
                  <a:pt x="2766790" y="2772471"/>
                </a:lnTo>
                <a:lnTo>
                  <a:pt x="2766169" y="2772753"/>
                </a:lnTo>
                <a:lnTo>
                  <a:pt x="2765561" y="2773044"/>
                </a:lnTo>
                <a:lnTo>
                  <a:pt x="2764965" y="2773344"/>
                </a:lnTo>
                <a:lnTo>
                  <a:pt x="2764381" y="2773654"/>
                </a:lnTo>
                <a:lnTo>
                  <a:pt x="2763809" y="2773974"/>
                </a:lnTo>
                <a:lnTo>
                  <a:pt x="2763250" y="2774302"/>
                </a:lnTo>
                <a:lnTo>
                  <a:pt x="2762703" y="2774641"/>
                </a:lnTo>
                <a:lnTo>
                  <a:pt x="2762169" y="2774988"/>
                </a:lnTo>
                <a:lnTo>
                  <a:pt x="2761647" y="2775345"/>
                </a:lnTo>
                <a:lnTo>
                  <a:pt x="2761137" y="2775711"/>
                </a:lnTo>
                <a:lnTo>
                  <a:pt x="2760639" y="2776087"/>
                </a:lnTo>
                <a:lnTo>
                  <a:pt x="2760154" y="2776472"/>
                </a:lnTo>
                <a:lnTo>
                  <a:pt x="2759681" y="2776867"/>
                </a:lnTo>
                <a:lnTo>
                  <a:pt x="2759221" y="2777270"/>
                </a:lnTo>
                <a:lnTo>
                  <a:pt x="2758773" y="2777684"/>
                </a:lnTo>
                <a:lnTo>
                  <a:pt x="2758337" y="2778106"/>
                </a:lnTo>
                <a:lnTo>
                  <a:pt x="2757913" y="2778538"/>
                </a:lnTo>
                <a:lnTo>
                  <a:pt x="2757502" y="2778980"/>
                </a:lnTo>
                <a:lnTo>
                  <a:pt x="2757103" y="2779431"/>
                </a:lnTo>
                <a:lnTo>
                  <a:pt x="2756716" y="2779891"/>
                </a:lnTo>
                <a:lnTo>
                  <a:pt x="2756344" y="2780361"/>
                </a:lnTo>
                <a:lnTo>
                  <a:pt x="2755987" y="2780841"/>
                </a:lnTo>
                <a:lnTo>
                  <a:pt x="2755647" y="2781331"/>
                </a:lnTo>
                <a:lnTo>
                  <a:pt x="2755322" y="2781830"/>
                </a:lnTo>
                <a:lnTo>
                  <a:pt x="2755013" y="2782340"/>
                </a:lnTo>
                <a:lnTo>
                  <a:pt x="2754719" y="2782860"/>
                </a:lnTo>
                <a:lnTo>
                  <a:pt x="2754442" y="2783390"/>
                </a:lnTo>
                <a:lnTo>
                  <a:pt x="2754180" y="2783930"/>
                </a:lnTo>
                <a:lnTo>
                  <a:pt x="2753935" y="2784480"/>
                </a:lnTo>
                <a:lnTo>
                  <a:pt x="2753705" y="2785039"/>
                </a:lnTo>
                <a:lnTo>
                  <a:pt x="2753491" y="2785609"/>
                </a:lnTo>
                <a:lnTo>
                  <a:pt x="2753293" y="2786189"/>
                </a:lnTo>
                <a:lnTo>
                  <a:pt x="2753111" y="2786778"/>
                </a:lnTo>
                <a:lnTo>
                  <a:pt x="2752944" y="2787378"/>
                </a:lnTo>
                <a:lnTo>
                  <a:pt x="2752794" y="2787988"/>
                </a:lnTo>
                <a:lnTo>
                  <a:pt x="2752659" y="2788607"/>
                </a:lnTo>
                <a:lnTo>
                  <a:pt x="2752540" y="2789237"/>
                </a:lnTo>
                <a:lnTo>
                  <a:pt x="2752437" y="2789876"/>
                </a:lnTo>
                <a:lnTo>
                  <a:pt x="2752350" y="2790526"/>
                </a:lnTo>
                <a:lnTo>
                  <a:pt x="2752278" y="2791186"/>
                </a:lnTo>
                <a:lnTo>
                  <a:pt x="2752223" y="2791855"/>
                </a:lnTo>
                <a:lnTo>
                  <a:pt x="2752183" y="2792535"/>
                </a:lnTo>
                <a:lnTo>
                  <a:pt x="2752160" y="2793224"/>
                </a:lnTo>
                <a:lnTo>
                  <a:pt x="2752152" y="2793923"/>
                </a:lnTo>
                <a:lnTo>
                  <a:pt x="2752157" y="2794525"/>
                </a:lnTo>
                <a:lnTo>
                  <a:pt x="2752173" y="2795119"/>
                </a:lnTo>
                <a:lnTo>
                  <a:pt x="2752199" y="2795704"/>
                </a:lnTo>
                <a:lnTo>
                  <a:pt x="2752236" y="2796281"/>
                </a:lnTo>
                <a:lnTo>
                  <a:pt x="2752284" y="2796850"/>
                </a:lnTo>
                <a:lnTo>
                  <a:pt x="2752342" y="2797411"/>
                </a:lnTo>
                <a:lnTo>
                  <a:pt x="2752411" y="2797963"/>
                </a:lnTo>
                <a:lnTo>
                  <a:pt x="2752490" y="2798507"/>
                </a:lnTo>
                <a:lnTo>
                  <a:pt x="2752580" y="2799043"/>
                </a:lnTo>
                <a:lnTo>
                  <a:pt x="2752680" y="2799571"/>
                </a:lnTo>
                <a:lnTo>
                  <a:pt x="2752791" y="2800090"/>
                </a:lnTo>
                <a:lnTo>
                  <a:pt x="2752912" y="2800602"/>
                </a:lnTo>
                <a:lnTo>
                  <a:pt x="2753044" y="2801105"/>
                </a:lnTo>
                <a:lnTo>
                  <a:pt x="2753187" y="2801600"/>
                </a:lnTo>
                <a:lnTo>
                  <a:pt x="2753340" y="2802086"/>
                </a:lnTo>
                <a:lnTo>
                  <a:pt x="2753504" y="2802565"/>
                </a:lnTo>
                <a:lnTo>
                  <a:pt x="2753678" y="2803035"/>
                </a:lnTo>
                <a:lnTo>
                  <a:pt x="2753863" y="2803497"/>
                </a:lnTo>
                <a:lnTo>
                  <a:pt x="2754059" y="2803951"/>
                </a:lnTo>
                <a:lnTo>
                  <a:pt x="2754265" y="2804396"/>
                </a:lnTo>
                <a:lnTo>
                  <a:pt x="2754481" y="2804834"/>
                </a:lnTo>
                <a:lnTo>
                  <a:pt x="2754709" y="2805263"/>
                </a:lnTo>
                <a:lnTo>
                  <a:pt x="2754946" y="2805684"/>
                </a:lnTo>
                <a:lnTo>
                  <a:pt x="2755195" y="2806096"/>
                </a:lnTo>
                <a:lnTo>
                  <a:pt x="2755455" y="2806488"/>
                </a:lnTo>
                <a:lnTo>
                  <a:pt x="2755729" y="2806874"/>
                </a:lnTo>
                <a:lnTo>
                  <a:pt x="2756016" y="2807253"/>
                </a:lnTo>
                <a:lnTo>
                  <a:pt x="2756317" y="2807627"/>
                </a:lnTo>
                <a:lnTo>
                  <a:pt x="2756631" y="2807996"/>
                </a:lnTo>
                <a:lnTo>
                  <a:pt x="2756959" y="2808358"/>
                </a:lnTo>
                <a:lnTo>
                  <a:pt x="2757301" y="2808714"/>
                </a:lnTo>
                <a:lnTo>
                  <a:pt x="2757656" y="2809064"/>
                </a:lnTo>
                <a:lnTo>
                  <a:pt x="2758024" y="2809409"/>
                </a:lnTo>
                <a:lnTo>
                  <a:pt x="2758406" y="2809748"/>
                </a:lnTo>
                <a:lnTo>
                  <a:pt x="2758801" y="2810081"/>
                </a:lnTo>
                <a:lnTo>
                  <a:pt x="2759210" y="2810408"/>
                </a:lnTo>
                <a:lnTo>
                  <a:pt x="2759632" y="2810729"/>
                </a:lnTo>
                <a:lnTo>
                  <a:pt x="2760068" y="2811044"/>
                </a:lnTo>
                <a:lnTo>
                  <a:pt x="2760518" y="2811353"/>
                </a:lnTo>
                <a:lnTo>
                  <a:pt x="2760981" y="2811657"/>
                </a:lnTo>
                <a:lnTo>
                  <a:pt x="2761457" y="2811954"/>
                </a:lnTo>
                <a:lnTo>
                  <a:pt x="2761947" y="2812246"/>
                </a:lnTo>
                <a:lnTo>
                  <a:pt x="2762450" y="2812532"/>
                </a:lnTo>
                <a:lnTo>
                  <a:pt x="2762967" y="2812812"/>
                </a:lnTo>
                <a:lnTo>
                  <a:pt x="2763498" y="2813086"/>
                </a:lnTo>
                <a:lnTo>
                  <a:pt x="2764041" y="2813354"/>
                </a:lnTo>
                <a:lnTo>
                  <a:pt x="2764599" y="2813617"/>
                </a:lnTo>
                <a:lnTo>
                  <a:pt x="2765170" y="2813873"/>
                </a:lnTo>
                <a:lnTo>
                  <a:pt x="2765755" y="2814111"/>
                </a:lnTo>
                <a:lnTo>
                  <a:pt x="2766356" y="2814347"/>
                </a:lnTo>
                <a:lnTo>
                  <a:pt x="2766971" y="2814579"/>
                </a:lnTo>
                <a:lnTo>
                  <a:pt x="2767602" y="2814808"/>
                </a:lnTo>
                <a:lnTo>
                  <a:pt x="2768249" y="2815034"/>
                </a:lnTo>
                <a:lnTo>
                  <a:pt x="2768910" y="2815258"/>
                </a:lnTo>
                <a:lnTo>
                  <a:pt x="2769587" y="2815478"/>
                </a:lnTo>
                <a:lnTo>
                  <a:pt x="2770279" y="2815696"/>
                </a:lnTo>
                <a:lnTo>
                  <a:pt x="2770987" y="2815910"/>
                </a:lnTo>
                <a:lnTo>
                  <a:pt x="2771709" y="2816122"/>
                </a:lnTo>
                <a:lnTo>
                  <a:pt x="2772447" y="2816330"/>
                </a:lnTo>
                <a:lnTo>
                  <a:pt x="2773200" y="2816536"/>
                </a:lnTo>
                <a:lnTo>
                  <a:pt x="2773969" y="2816739"/>
                </a:lnTo>
                <a:lnTo>
                  <a:pt x="2774753" y="2816939"/>
                </a:lnTo>
                <a:lnTo>
                  <a:pt x="2775552" y="2817136"/>
                </a:lnTo>
                <a:lnTo>
                  <a:pt x="2776366" y="2817330"/>
                </a:lnTo>
                <a:lnTo>
                  <a:pt x="2777195" y="2817521"/>
                </a:lnTo>
                <a:lnTo>
                  <a:pt x="2778040" y="2817709"/>
                </a:lnTo>
                <a:lnTo>
                  <a:pt x="2778900" y="2817894"/>
                </a:lnTo>
                <a:lnTo>
                  <a:pt x="2779775" y="2818077"/>
                </a:lnTo>
                <a:lnTo>
                  <a:pt x="2780666" y="2818256"/>
                </a:lnTo>
                <a:lnTo>
                  <a:pt x="2781572" y="2818432"/>
                </a:lnTo>
                <a:lnTo>
                  <a:pt x="2782493" y="2818606"/>
                </a:lnTo>
                <a:lnTo>
                  <a:pt x="2783429" y="2818776"/>
                </a:lnTo>
                <a:lnTo>
                  <a:pt x="2784308" y="2818918"/>
                </a:lnTo>
                <a:lnTo>
                  <a:pt x="2785169" y="2819059"/>
                </a:lnTo>
                <a:lnTo>
                  <a:pt x="2786013" y="2819202"/>
                </a:lnTo>
                <a:lnTo>
                  <a:pt x="2786839" y="2819345"/>
                </a:lnTo>
                <a:lnTo>
                  <a:pt x="2787647" y="2819488"/>
                </a:lnTo>
                <a:lnTo>
                  <a:pt x="2788438" y="2819632"/>
                </a:lnTo>
                <a:lnTo>
                  <a:pt x="2789211" y="2819777"/>
                </a:lnTo>
                <a:lnTo>
                  <a:pt x="2789966" y="2819922"/>
                </a:lnTo>
                <a:lnTo>
                  <a:pt x="2790704" y="2820068"/>
                </a:lnTo>
                <a:lnTo>
                  <a:pt x="2791425" y="2820215"/>
                </a:lnTo>
                <a:lnTo>
                  <a:pt x="2792127" y="2820362"/>
                </a:lnTo>
                <a:lnTo>
                  <a:pt x="2792812" y="2820509"/>
                </a:lnTo>
                <a:lnTo>
                  <a:pt x="2793480" y="2820658"/>
                </a:lnTo>
                <a:lnTo>
                  <a:pt x="2794130" y="2820806"/>
                </a:lnTo>
                <a:lnTo>
                  <a:pt x="2794762" y="2820956"/>
                </a:lnTo>
                <a:lnTo>
                  <a:pt x="2795376" y="2821106"/>
                </a:lnTo>
                <a:lnTo>
                  <a:pt x="2795974" y="2821256"/>
                </a:lnTo>
                <a:lnTo>
                  <a:pt x="2796553" y="2821408"/>
                </a:lnTo>
                <a:lnTo>
                  <a:pt x="2797115" y="2821559"/>
                </a:lnTo>
                <a:lnTo>
                  <a:pt x="2797659" y="2821712"/>
                </a:lnTo>
                <a:lnTo>
                  <a:pt x="2798185" y="2821865"/>
                </a:lnTo>
                <a:lnTo>
                  <a:pt x="2798694" y="2822018"/>
                </a:lnTo>
                <a:lnTo>
                  <a:pt x="2799186" y="2822172"/>
                </a:lnTo>
                <a:lnTo>
                  <a:pt x="2799660" y="2822327"/>
                </a:lnTo>
                <a:lnTo>
                  <a:pt x="2800132" y="2822483"/>
                </a:lnTo>
                <a:lnTo>
                  <a:pt x="2800593" y="2822642"/>
                </a:lnTo>
                <a:lnTo>
                  <a:pt x="2801041" y="2822802"/>
                </a:lnTo>
                <a:lnTo>
                  <a:pt x="2801477" y="2822966"/>
                </a:lnTo>
                <a:lnTo>
                  <a:pt x="2801901" y="2823131"/>
                </a:lnTo>
                <a:lnTo>
                  <a:pt x="2802312" y="2823299"/>
                </a:lnTo>
                <a:lnTo>
                  <a:pt x="2802711" y="2823469"/>
                </a:lnTo>
                <a:lnTo>
                  <a:pt x="2803097" y="2823642"/>
                </a:lnTo>
                <a:lnTo>
                  <a:pt x="2803471" y="2823817"/>
                </a:lnTo>
                <a:lnTo>
                  <a:pt x="2803833" y="2823994"/>
                </a:lnTo>
                <a:lnTo>
                  <a:pt x="2804183" y="2824174"/>
                </a:lnTo>
                <a:lnTo>
                  <a:pt x="2804520" y="2824356"/>
                </a:lnTo>
                <a:lnTo>
                  <a:pt x="2804845" y="2824540"/>
                </a:lnTo>
                <a:lnTo>
                  <a:pt x="2805158" y="2824727"/>
                </a:lnTo>
                <a:lnTo>
                  <a:pt x="2805458" y="2824916"/>
                </a:lnTo>
                <a:lnTo>
                  <a:pt x="2805746" y="2825107"/>
                </a:lnTo>
                <a:lnTo>
                  <a:pt x="2806022" y="2825301"/>
                </a:lnTo>
                <a:lnTo>
                  <a:pt x="2806285" y="2825497"/>
                </a:lnTo>
                <a:lnTo>
                  <a:pt x="2806536" y="2825695"/>
                </a:lnTo>
                <a:lnTo>
                  <a:pt x="2806774" y="2825896"/>
                </a:lnTo>
                <a:lnTo>
                  <a:pt x="2807001" y="2826099"/>
                </a:lnTo>
                <a:lnTo>
                  <a:pt x="2807215" y="2826305"/>
                </a:lnTo>
                <a:lnTo>
                  <a:pt x="2807416" y="2826512"/>
                </a:lnTo>
                <a:lnTo>
                  <a:pt x="2807606" y="2826723"/>
                </a:lnTo>
                <a:lnTo>
                  <a:pt x="2807785" y="2826936"/>
                </a:lnTo>
                <a:lnTo>
                  <a:pt x="2807957" y="2827155"/>
                </a:lnTo>
                <a:lnTo>
                  <a:pt x="2808121" y="2827378"/>
                </a:lnTo>
                <a:lnTo>
                  <a:pt x="2808277" y="2827605"/>
                </a:lnTo>
                <a:lnTo>
                  <a:pt x="2808426" y="2827838"/>
                </a:lnTo>
                <a:lnTo>
                  <a:pt x="2808567" y="2828075"/>
                </a:lnTo>
                <a:lnTo>
                  <a:pt x="2808701" y="2828317"/>
                </a:lnTo>
                <a:lnTo>
                  <a:pt x="2808827" y="2828564"/>
                </a:lnTo>
                <a:lnTo>
                  <a:pt x="2808945" y="2828815"/>
                </a:lnTo>
                <a:lnTo>
                  <a:pt x="2809056" y="2829071"/>
                </a:lnTo>
                <a:lnTo>
                  <a:pt x="2809159" y="2829331"/>
                </a:lnTo>
                <a:lnTo>
                  <a:pt x="2809254" y="2829597"/>
                </a:lnTo>
                <a:lnTo>
                  <a:pt x="2809342" y="2829867"/>
                </a:lnTo>
                <a:lnTo>
                  <a:pt x="2809422" y="2830141"/>
                </a:lnTo>
                <a:lnTo>
                  <a:pt x="2809495" y="2830421"/>
                </a:lnTo>
                <a:lnTo>
                  <a:pt x="2809559" y="2830705"/>
                </a:lnTo>
                <a:lnTo>
                  <a:pt x="2809617" y="2830994"/>
                </a:lnTo>
                <a:lnTo>
                  <a:pt x="2809666" y="2831287"/>
                </a:lnTo>
                <a:lnTo>
                  <a:pt x="2809708" y="2831586"/>
                </a:lnTo>
                <a:lnTo>
                  <a:pt x="2809743" y="2831889"/>
                </a:lnTo>
                <a:lnTo>
                  <a:pt x="2809769" y="2832196"/>
                </a:lnTo>
                <a:lnTo>
                  <a:pt x="2809788" y="2832509"/>
                </a:lnTo>
                <a:lnTo>
                  <a:pt x="2809800" y="2832826"/>
                </a:lnTo>
                <a:lnTo>
                  <a:pt x="2809804" y="2833147"/>
                </a:lnTo>
                <a:lnTo>
                  <a:pt x="2809794" y="2833637"/>
                </a:lnTo>
                <a:lnTo>
                  <a:pt x="2809766" y="2834118"/>
                </a:lnTo>
                <a:lnTo>
                  <a:pt x="2809719" y="2834592"/>
                </a:lnTo>
                <a:lnTo>
                  <a:pt x="2809653" y="2835059"/>
                </a:lnTo>
                <a:lnTo>
                  <a:pt x="2809569" y="2835517"/>
                </a:lnTo>
                <a:lnTo>
                  <a:pt x="2809465" y="2835969"/>
                </a:lnTo>
                <a:lnTo>
                  <a:pt x="2809343" y="2836412"/>
                </a:lnTo>
                <a:lnTo>
                  <a:pt x="2809202" y="2836848"/>
                </a:lnTo>
                <a:lnTo>
                  <a:pt x="2809043" y="2837276"/>
                </a:lnTo>
                <a:lnTo>
                  <a:pt x="2808864" y="2837697"/>
                </a:lnTo>
                <a:lnTo>
                  <a:pt x="2808667" y="2838110"/>
                </a:lnTo>
                <a:lnTo>
                  <a:pt x="2808451" y="2838515"/>
                </a:lnTo>
                <a:lnTo>
                  <a:pt x="2808216" y="2838913"/>
                </a:lnTo>
                <a:lnTo>
                  <a:pt x="2807963" y="2839303"/>
                </a:lnTo>
                <a:lnTo>
                  <a:pt x="2807690" y="2839685"/>
                </a:lnTo>
                <a:lnTo>
                  <a:pt x="2807399" y="2840060"/>
                </a:lnTo>
                <a:lnTo>
                  <a:pt x="2807089" y="2840427"/>
                </a:lnTo>
                <a:lnTo>
                  <a:pt x="2806760" y="2840787"/>
                </a:lnTo>
                <a:lnTo>
                  <a:pt x="2806413" y="2841139"/>
                </a:lnTo>
                <a:lnTo>
                  <a:pt x="2806047" y="2841483"/>
                </a:lnTo>
                <a:lnTo>
                  <a:pt x="2805661" y="2841820"/>
                </a:lnTo>
                <a:lnTo>
                  <a:pt x="2805258" y="2842149"/>
                </a:lnTo>
                <a:lnTo>
                  <a:pt x="2804835" y="2842470"/>
                </a:lnTo>
                <a:lnTo>
                  <a:pt x="2804393" y="2842784"/>
                </a:lnTo>
                <a:lnTo>
                  <a:pt x="2803948" y="2843074"/>
                </a:lnTo>
                <a:lnTo>
                  <a:pt x="2803485" y="2843351"/>
                </a:lnTo>
                <a:lnTo>
                  <a:pt x="2803004" y="2843616"/>
                </a:lnTo>
                <a:lnTo>
                  <a:pt x="2802506" y="2843869"/>
                </a:lnTo>
                <a:lnTo>
                  <a:pt x="2801990" y="2844109"/>
                </a:lnTo>
                <a:lnTo>
                  <a:pt x="2801456" y="2844337"/>
                </a:lnTo>
                <a:lnTo>
                  <a:pt x="2800905" y="2844553"/>
                </a:lnTo>
                <a:lnTo>
                  <a:pt x="2800336" y="2844756"/>
                </a:lnTo>
                <a:lnTo>
                  <a:pt x="2799749" y="2844948"/>
                </a:lnTo>
                <a:lnTo>
                  <a:pt x="2799145" y="2845126"/>
                </a:lnTo>
                <a:lnTo>
                  <a:pt x="2798524" y="2845293"/>
                </a:lnTo>
                <a:lnTo>
                  <a:pt x="2797884" y="2845447"/>
                </a:lnTo>
                <a:lnTo>
                  <a:pt x="2797227" y="2845589"/>
                </a:lnTo>
                <a:lnTo>
                  <a:pt x="2796553" y="2845718"/>
                </a:lnTo>
                <a:lnTo>
                  <a:pt x="2795861" y="2845835"/>
                </a:lnTo>
                <a:lnTo>
                  <a:pt x="2795151" y="2845940"/>
                </a:lnTo>
                <a:lnTo>
                  <a:pt x="2794424" y="2846032"/>
                </a:lnTo>
                <a:lnTo>
                  <a:pt x="2793679" y="2846113"/>
                </a:lnTo>
                <a:lnTo>
                  <a:pt x="2792916" y="2846180"/>
                </a:lnTo>
                <a:lnTo>
                  <a:pt x="2792136" y="2846236"/>
                </a:lnTo>
                <a:lnTo>
                  <a:pt x="2791338" y="2846279"/>
                </a:lnTo>
                <a:lnTo>
                  <a:pt x="2790523" y="2846310"/>
                </a:lnTo>
                <a:lnTo>
                  <a:pt x="2789690" y="2846328"/>
                </a:lnTo>
                <a:lnTo>
                  <a:pt x="2788839" y="2846334"/>
                </a:lnTo>
                <a:lnTo>
                  <a:pt x="2787890" y="2846328"/>
                </a:lnTo>
                <a:lnTo>
                  <a:pt x="2786959" y="2846307"/>
                </a:lnTo>
                <a:lnTo>
                  <a:pt x="2786047" y="2846274"/>
                </a:lnTo>
                <a:lnTo>
                  <a:pt x="2785153" y="2846226"/>
                </a:lnTo>
                <a:lnTo>
                  <a:pt x="2784276" y="2846166"/>
                </a:lnTo>
                <a:lnTo>
                  <a:pt x="2783418" y="2846091"/>
                </a:lnTo>
                <a:lnTo>
                  <a:pt x="2782579" y="2846004"/>
                </a:lnTo>
                <a:lnTo>
                  <a:pt x="2781757" y="2845902"/>
                </a:lnTo>
                <a:lnTo>
                  <a:pt x="2780954" y="2845788"/>
                </a:lnTo>
                <a:lnTo>
                  <a:pt x="2780169" y="2845659"/>
                </a:lnTo>
                <a:lnTo>
                  <a:pt x="2779402" y="2845518"/>
                </a:lnTo>
                <a:lnTo>
                  <a:pt x="2778653" y="2845362"/>
                </a:lnTo>
                <a:lnTo>
                  <a:pt x="2777922" y="2845194"/>
                </a:lnTo>
                <a:lnTo>
                  <a:pt x="2777210" y="2845011"/>
                </a:lnTo>
                <a:lnTo>
                  <a:pt x="2776516" y="2844815"/>
                </a:lnTo>
                <a:lnTo>
                  <a:pt x="2775840" y="2844606"/>
                </a:lnTo>
                <a:lnTo>
                  <a:pt x="2775182" y="2844383"/>
                </a:lnTo>
                <a:lnTo>
                  <a:pt x="2774542" y="2844147"/>
                </a:lnTo>
                <a:lnTo>
                  <a:pt x="2773921" y="2843897"/>
                </a:lnTo>
                <a:lnTo>
                  <a:pt x="2773318" y="2843634"/>
                </a:lnTo>
                <a:lnTo>
                  <a:pt x="2772733" y="2843357"/>
                </a:lnTo>
                <a:lnTo>
                  <a:pt x="2772166" y="2843067"/>
                </a:lnTo>
                <a:lnTo>
                  <a:pt x="2771618" y="2842763"/>
                </a:lnTo>
                <a:lnTo>
                  <a:pt x="2771087" y="2842446"/>
                </a:lnTo>
                <a:lnTo>
                  <a:pt x="2770591" y="2842102"/>
                </a:lnTo>
                <a:lnTo>
                  <a:pt x="2770115" y="2841748"/>
                </a:lnTo>
                <a:lnTo>
                  <a:pt x="2769661" y="2841384"/>
                </a:lnTo>
                <a:lnTo>
                  <a:pt x="2769227" y="2841009"/>
                </a:lnTo>
                <a:lnTo>
                  <a:pt x="2768815" y="2840623"/>
                </a:lnTo>
                <a:lnTo>
                  <a:pt x="2768424" y="2840227"/>
                </a:lnTo>
                <a:lnTo>
                  <a:pt x="2768055" y="2839820"/>
                </a:lnTo>
                <a:lnTo>
                  <a:pt x="2767706" y="2839403"/>
                </a:lnTo>
                <a:lnTo>
                  <a:pt x="2767378" y="2838975"/>
                </a:lnTo>
                <a:lnTo>
                  <a:pt x="2767072" y="2838536"/>
                </a:lnTo>
                <a:lnTo>
                  <a:pt x="2766787" y="2838087"/>
                </a:lnTo>
                <a:lnTo>
                  <a:pt x="2766522" y="2837627"/>
                </a:lnTo>
                <a:lnTo>
                  <a:pt x="2766279" y="2837157"/>
                </a:lnTo>
                <a:lnTo>
                  <a:pt x="2766057" y="2836676"/>
                </a:lnTo>
                <a:lnTo>
                  <a:pt x="2765857" y="2836185"/>
                </a:lnTo>
                <a:lnTo>
                  <a:pt x="2765677" y="2835683"/>
                </a:lnTo>
                <a:lnTo>
                  <a:pt x="2765519" y="2835171"/>
                </a:lnTo>
                <a:lnTo>
                  <a:pt x="2765381" y="2834648"/>
                </a:lnTo>
                <a:lnTo>
                  <a:pt x="2765265" y="2834114"/>
                </a:lnTo>
                <a:lnTo>
                  <a:pt x="2765170" y="2833570"/>
                </a:lnTo>
                <a:lnTo>
                  <a:pt x="2765096" y="2833015"/>
                </a:lnTo>
                <a:lnTo>
                  <a:pt x="2765043" y="2832450"/>
                </a:lnTo>
                <a:lnTo>
                  <a:pt x="2765011" y="2831874"/>
                </a:lnTo>
                <a:lnTo>
                  <a:pt x="2765001" y="2831287"/>
                </a:lnTo>
                <a:lnTo>
                  <a:pt x="2765001" y="2829597"/>
                </a:lnTo>
                <a:lnTo>
                  <a:pt x="2750461" y="2829597"/>
                </a:lnTo>
                <a:lnTo>
                  <a:pt x="2750447" y="2829695"/>
                </a:lnTo>
                <a:lnTo>
                  <a:pt x="2750434" y="2829793"/>
                </a:lnTo>
                <a:lnTo>
                  <a:pt x="2750421" y="2829890"/>
                </a:lnTo>
                <a:lnTo>
                  <a:pt x="2750409" y="2829986"/>
                </a:lnTo>
                <a:lnTo>
                  <a:pt x="2750398" y="2830082"/>
                </a:lnTo>
                <a:lnTo>
                  <a:pt x="2750387" y="2830178"/>
                </a:lnTo>
                <a:lnTo>
                  <a:pt x="2750377" y="2830273"/>
                </a:lnTo>
                <a:lnTo>
                  <a:pt x="2750367" y="2830367"/>
                </a:lnTo>
                <a:lnTo>
                  <a:pt x="2750358" y="2830460"/>
                </a:lnTo>
                <a:lnTo>
                  <a:pt x="2750349" y="2830553"/>
                </a:lnTo>
                <a:lnTo>
                  <a:pt x="2750341" y="2830646"/>
                </a:lnTo>
                <a:lnTo>
                  <a:pt x="2750334" y="2830738"/>
                </a:lnTo>
                <a:lnTo>
                  <a:pt x="2750327" y="2830829"/>
                </a:lnTo>
                <a:lnTo>
                  <a:pt x="2750321" y="2830920"/>
                </a:lnTo>
                <a:lnTo>
                  <a:pt x="2750316" y="2831010"/>
                </a:lnTo>
                <a:lnTo>
                  <a:pt x="2750311" y="2831099"/>
                </a:lnTo>
                <a:lnTo>
                  <a:pt x="2750306" y="2831188"/>
                </a:lnTo>
                <a:lnTo>
                  <a:pt x="2750302" y="2831277"/>
                </a:lnTo>
                <a:lnTo>
                  <a:pt x="2750299" y="2831365"/>
                </a:lnTo>
                <a:lnTo>
                  <a:pt x="2750296" y="2831452"/>
                </a:lnTo>
                <a:lnTo>
                  <a:pt x="2750294" y="2831538"/>
                </a:lnTo>
                <a:lnTo>
                  <a:pt x="2750293" y="2831624"/>
                </a:lnTo>
                <a:lnTo>
                  <a:pt x="2750292" y="2831710"/>
                </a:lnTo>
                <a:lnTo>
                  <a:pt x="2750292" y="2831795"/>
                </a:lnTo>
                <a:lnTo>
                  <a:pt x="2750292" y="2831878"/>
                </a:lnTo>
                <a:lnTo>
                  <a:pt x="2750292" y="2831960"/>
                </a:lnTo>
                <a:lnTo>
                  <a:pt x="2750292" y="2832040"/>
                </a:lnTo>
                <a:lnTo>
                  <a:pt x="2750292" y="2832119"/>
                </a:lnTo>
                <a:lnTo>
                  <a:pt x="2750292" y="2832195"/>
                </a:lnTo>
                <a:lnTo>
                  <a:pt x="2750292" y="2832270"/>
                </a:lnTo>
                <a:lnTo>
                  <a:pt x="2750292" y="2832343"/>
                </a:lnTo>
                <a:lnTo>
                  <a:pt x="2750292" y="2832415"/>
                </a:lnTo>
                <a:lnTo>
                  <a:pt x="2750292" y="2832484"/>
                </a:lnTo>
                <a:lnTo>
                  <a:pt x="2750292" y="2832552"/>
                </a:lnTo>
                <a:lnTo>
                  <a:pt x="2750292" y="2832618"/>
                </a:lnTo>
                <a:lnTo>
                  <a:pt x="2750292" y="2832682"/>
                </a:lnTo>
                <a:lnTo>
                  <a:pt x="2750292" y="2832745"/>
                </a:lnTo>
                <a:lnTo>
                  <a:pt x="2750292" y="2832806"/>
                </a:lnTo>
                <a:lnTo>
                  <a:pt x="2750292" y="2832865"/>
                </a:lnTo>
                <a:lnTo>
                  <a:pt x="2750292" y="2832922"/>
                </a:lnTo>
                <a:lnTo>
                  <a:pt x="2750292" y="2832977"/>
                </a:lnTo>
                <a:lnTo>
                  <a:pt x="2750292" y="2833031"/>
                </a:lnTo>
                <a:lnTo>
                  <a:pt x="2750292" y="2833083"/>
                </a:lnTo>
                <a:lnTo>
                  <a:pt x="2750292" y="2833133"/>
                </a:lnTo>
                <a:lnTo>
                  <a:pt x="2750292" y="2833181"/>
                </a:lnTo>
                <a:lnTo>
                  <a:pt x="2750292" y="2833228"/>
                </a:lnTo>
                <a:lnTo>
                  <a:pt x="2750292" y="2833273"/>
                </a:lnTo>
                <a:lnTo>
                  <a:pt x="2750292" y="2833316"/>
                </a:lnTo>
                <a:lnTo>
                  <a:pt x="2750300" y="2833961"/>
                </a:lnTo>
                <a:lnTo>
                  <a:pt x="2750323" y="2834598"/>
                </a:lnTo>
                <a:lnTo>
                  <a:pt x="2750363" y="2835229"/>
                </a:lnTo>
                <a:lnTo>
                  <a:pt x="2750419" y="2835852"/>
                </a:lnTo>
                <a:lnTo>
                  <a:pt x="2750490" y="2836469"/>
                </a:lnTo>
                <a:lnTo>
                  <a:pt x="2750577" y="2837078"/>
                </a:lnTo>
                <a:lnTo>
                  <a:pt x="2750680" y="2837680"/>
                </a:lnTo>
                <a:lnTo>
                  <a:pt x="2750799" y="2838276"/>
                </a:lnTo>
                <a:lnTo>
                  <a:pt x="2750934" y="2838864"/>
                </a:lnTo>
                <a:lnTo>
                  <a:pt x="2751084" y="2839445"/>
                </a:lnTo>
                <a:lnTo>
                  <a:pt x="2751251" y="2840019"/>
                </a:lnTo>
                <a:lnTo>
                  <a:pt x="2751433" y="2840586"/>
                </a:lnTo>
                <a:lnTo>
                  <a:pt x="2751631" y="2841146"/>
                </a:lnTo>
                <a:lnTo>
                  <a:pt x="2751845" y="2841699"/>
                </a:lnTo>
                <a:lnTo>
                  <a:pt x="2752075" y="2842245"/>
                </a:lnTo>
                <a:lnTo>
                  <a:pt x="2752321" y="2842784"/>
                </a:lnTo>
                <a:lnTo>
                  <a:pt x="2752582" y="2843316"/>
                </a:lnTo>
                <a:lnTo>
                  <a:pt x="2752859" y="2843841"/>
                </a:lnTo>
                <a:lnTo>
                  <a:pt x="2753153" y="2844359"/>
                </a:lnTo>
                <a:lnTo>
                  <a:pt x="2753462" y="2844869"/>
                </a:lnTo>
                <a:lnTo>
                  <a:pt x="2753787" y="2845373"/>
                </a:lnTo>
                <a:lnTo>
                  <a:pt x="2754127" y="2845870"/>
                </a:lnTo>
                <a:lnTo>
                  <a:pt x="2754484" y="2846359"/>
                </a:lnTo>
                <a:lnTo>
                  <a:pt x="2754857" y="2846842"/>
                </a:lnTo>
                <a:lnTo>
                  <a:pt x="2755257" y="2847302"/>
                </a:lnTo>
                <a:lnTo>
                  <a:pt x="2755669" y="2847754"/>
                </a:lnTo>
                <a:lnTo>
                  <a:pt x="2756093" y="2848197"/>
                </a:lnTo>
                <a:lnTo>
                  <a:pt x="2756528" y="2848631"/>
                </a:lnTo>
                <a:lnTo>
                  <a:pt x="2756976" y="2849056"/>
                </a:lnTo>
                <a:lnTo>
                  <a:pt x="2757435" y="2849473"/>
                </a:lnTo>
                <a:lnTo>
                  <a:pt x="2757906" y="2849880"/>
                </a:lnTo>
                <a:lnTo>
                  <a:pt x="2758388" y="2850279"/>
                </a:lnTo>
                <a:lnTo>
                  <a:pt x="2758883" y="2850669"/>
                </a:lnTo>
                <a:lnTo>
                  <a:pt x="2759389" y="2851051"/>
                </a:lnTo>
                <a:lnTo>
                  <a:pt x="2759906" y="2851423"/>
                </a:lnTo>
                <a:lnTo>
                  <a:pt x="2760436" y="2851787"/>
                </a:lnTo>
                <a:lnTo>
                  <a:pt x="2760977" y="2852142"/>
                </a:lnTo>
                <a:lnTo>
                  <a:pt x="2761530" y="2852488"/>
                </a:lnTo>
                <a:lnTo>
                  <a:pt x="2762095" y="2852825"/>
                </a:lnTo>
                <a:lnTo>
                  <a:pt x="2762671" y="2853154"/>
                </a:lnTo>
                <a:lnTo>
                  <a:pt x="2763259" y="2853473"/>
                </a:lnTo>
                <a:lnTo>
                  <a:pt x="2763859" y="2853784"/>
                </a:lnTo>
                <a:lnTo>
                  <a:pt x="2764471" y="2854086"/>
                </a:lnTo>
                <a:lnTo>
                  <a:pt x="2765095" y="2854379"/>
                </a:lnTo>
                <a:lnTo>
                  <a:pt x="2765730" y="2854664"/>
                </a:lnTo>
                <a:lnTo>
                  <a:pt x="2766377" y="2854939"/>
                </a:lnTo>
                <a:lnTo>
                  <a:pt x="2767035" y="2855206"/>
                </a:lnTo>
                <a:lnTo>
                  <a:pt x="2767706" y="2855464"/>
                </a:lnTo>
                <a:lnTo>
                  <a:pt x="2768400" y="2855699"/>
                </a:lnTo>
                <a:lnTo>
                  <a:pt x="2769103" y="2855923"/>
                </a:lnTo>
                <a:lnTo>
                  <a:pt x="2769814" y="2856138"/>
                </a:lnTo>
                <a:lnTo>
                  <a:pt x="2770533" y="2856342"/>
                </a:lnTo>
                <a:lnTo>
                  <a:pt x="2771260" y="2856537"/>
                </a:lnTo>
                <a:lnTo>
                  <a:pt x="2771996" y="2856722"/>
                </a:lnTo>
                <a:lnTo>
                  <a:pt x="2772740" y="2856896"/>
                </a:lnTo>
                <a:lnTo>
                  <a:pt x="2773492" y="2857061"/>
                </a:lnTo>
                <a:lnTo>
                  <a:pt x="2774252" y="2857215"/>
                </a:lnTo>
                <a:lnTo>
                  <a:pt x="2775020" y="2857360"/>
                </a:lnTo>
                <a:lnTo>
                  <a:pt x="2775797" y="2857495"/>
                </a:lnTo>
                <a:lnTo>
                  <a:pt x="2776582" y="2857620"/>
                </a:lnTo>
                <a:lnTo>
                  <a:pt x="2777375" y="2857734"/>
                </a:lnTo>
                <a:lnTo>
                  <a:pt x="2778176" y="2857839"/>
                </a:lnTo>
                <a:lnTo>
                  <a:pt x="2778986" y="2857934"/>
                </a:lnTo>
                <a:lnTo>
                  <a:pt x="2779803" y="2858019"/>
                </a:lnTo>
                <a:lnTo>
                  <a:pt x="2780629" y="2858094"/>
                </a:lnTo>
                <a:lnTo>
                  <a:pt x="2781464" y="2858159"/>
                </a:lnTo>
                <a:lnTo>
                  <a:pt x="2782306" y="2858213"/>
                </a:lnTo>
                <a:lnTo>
                  <a:pt x="2783157" y="2858258"/>
                </a:lnTo>
                <a:lnTo>
                  <a:pt x="2784015" y="2858293"/>
                </a:lnTo>
                <a:lnTo>
                  <a:pt x="2784882" y="2858318"/>
                </a:lnTo>
                <a:lnTo>
                  <a:pt x="2785758" y="2858333"/>
                </a:lnTo>
                <a:lnTo>
                  <a:pt x="2786641" y="2858338"/>
                </a:lnTo>
                <a:lnTo>
                  <a:pt x="2787649" y="2858333"/>
                </a:lnTo>
                <a:lnTo>
                  <a:pt x="2788645" y="2858318"/>
                </a:lnTo>
                <a:lnTo>
                  <a:pt x="2789629" y="2858293"/>
                </a:lnTo>
                <a:lnTo>
                  <a:pt x="2790600" y="2858258"/>
                </a:lnTo>
                <a:lnTo>
                  <a:pt x="2791559" y="2858213"/>
                </a:lnTo>
                <a:lnTo>
                  <a:pt x="2792506" y="2858159"/>
                </a:lnTo>
                <a:lnTo>
                  <a:pt x="2793440" y="2858094"/>
                </a:lnTo>
                <a:close/>
                <a:moveTo>
                  <a:pt x="2447092" y="2793511"/>
                </a:moveTo>
                <a:lnTo>
                  <a:pt x="2447110" y="2793617"/>
                </a:lnTo>
                <a:lnTo>
                  <a:pt x="2447127" y="2793729"/>
                </a:lnTo>
                <a:lnTo>
                  <a:pt x="2447146" y="2793848"/>
                </a:lnTo>
                <a:lnTo>
                  <a:pt x="2447165" y="2793974"/>
                </a:lnTo>
                <a:lnTo>
                  <a:pt x="2447185" y="2794105"/>
                </a:lnTo>
                <a:lnTo>
                  <a:pt x="2447205" y="2794244"/>
                </a:lnTo>
                <a:lnTo>
                  <a:pt x="2447226" y="2794388"/>
                </a:lnTo>
                <a:lnTo>
                  <a:pt x="2447247" y="2794540"/>
                </a:lnTo>
                <a:lnTo>
                  <a:pt x="2447269" y="2794697"/>
                </a:lnTo>
                <a:lnTo>
                  <a:pt x="2447292" y="2794861"/>
                </a:lnTo>
                <a:lnTo>
                  <a:pt x="2447315" y="2795032"/>
                </a:lnTo>
                <a:lnTo>
                  <a:pt x="2447339" y="2795209"/>
                </a:lnTo>
                <a:lnTo>
                  <a:pt x="2447363" y="2795392"/>
                </a:lnTo>
                <a:lnTo>
                  <a:pt x="2447388" y="2795582"/>
                </a:lnTo>
                <a:lnTo>
                  <a:pt x="2447414" y="2795779"/>
                </a:lnTo>
                <a:lnTo>
                  <a:pt x="2447440" y="2795981"/>
                </a:lnTo>
                <a:lnTo>
                  <a:pt x="2447467" y="2796191"/>
                </a:lnTo>
                <a:lnTo>
                  <a:pt x="2447494" y="2796407"/>
                </a:lnTo>
                <a:lnTo>
                  <a:pt x="2447522" y="2796629"/>
                </a:lnTo>
                <a:lnTo>
                  <a:pt x="2463076" y="2796629"/>
                </a:lnTo>
                <a:lnTo>
                  <a:pt x="2463076" y="2794600"/>
                </a:lnTo>
                <a:lnTo>
                  <a:pt x="2463084" y="2794042"/>
                </a:lnTo>
                <a:lnTo>
                  <a:pt x="2463110" y="2793494"/>
                </a:lnTo>
                <a:lnTo>
                  <a:pt x="2463152" y="2792957"/>
                </a:lnTo>
                <a:lnTo>
                  <a:pt x="2463212" y="2792430"/>
                </a:lnTo>
                <a:lnTo>
                  <a:pt x="2463289" y="2791914"/>
                </a:lnTo>
                <a:lnTo>
                  <a:pt x="2463382" y="2791409"/>
                </a:lnTo>
                <a:lnTo>
                  <a:pt x="2463493" y="2790914"/>
                </a:lnTo>
                <a:lnTo>
                  <a:pt x="2463621" y="2790429"/>
                </a:lnTo>
                <a:lnTo>
                  <a:pt x="2463765" y="2789956"/>
                </a:lnTo>
                <a:lnTo>
                  <a:pt x="2463927" y="2789493"/>
                </a:lnTo>
                <a:lnTo>
                  <a:pt x="2464106" y="2789040"/>
                </a:lnTo>
                <a:lnTo>
                  <a:pt x="2464302" y="2788598"/>
                </a:lnTo>
                <a:lnTo>
                  <a:pt x="2464514" y="2788166"/>
                </a:lnTo>
                <a:lnTo>
                  <a:pt x="2464744" y="2787746"/>
                </a:lnTo>
                <a:lnTo>
                  <a:pt x="2464991" y="2787335"/>
                </a:lnTo>
                <a:lnTo>
                  <a:pt x="2465255" y="2786935"/>
                </a:lnTo>
                <a:lnTo>
                  <a:pt x="2465536" y="2786546"/>
                </a:lnTo>
                <a:lnTo>
                  <a:pt x="2465834" y="2786168"/>
                </a:lnTo>
                <a:lnTo>
                  <a:pt x="2466149" y="2785799"/>
                </a:lnTo>
                <a:lnTo>
                  <a:pt x="2466481" y="2785442"/>
                </a:lnTo>
                <a:lnTo>
                  <a:pt x="2466830" y="2785095"/>
                </a:lnTo>
                <a:lnTo>
                  <a:pt x="2467196" y="2784759"/>
                </a:lnTo>
                <a:lnTo>
                  <a:pt x="2467579" y="2784433"/>
                </a:lnTo>
                <a:lnTo>
                  <a:pt x="2467979" y="2784118"/>
                </a:lnTo>
                <a:lnTo>
                  <a:pt x="2468395" y="2783814"/>
                </a:lnTo>
                <a:lnTo>
                  <a:pt x="2468824" y="2783524"/>
                </a:lnTo>
                <a:lnTo>
                  <a:pt x="2469268" y="2783246"/>
                </a:lnTo>
                <a:lnTo>
                  <a:pt x="2469726" y="2782981"/>
                </a:lnTo>
                <a:lnTo>
                  <a:pt x="2470198" y="2782729"/>
                </a:lnTo>
                <a:lnTo>
                  <a:pt x="2470684" y="2782490"/>
                </a:lnTo>
                <a:lnTo>
                  <a:pt x="2471184" y="2782264"/>
                </a:lnTo>
                <a:lnTo>
                  <a:pt x="2471698" y="2782051"/>
                </a:lnTo>
                <a:lnTo>
                  <a:pt x="2472227" y="2781851"/>
                </a:lnTo>
                <a:lnTo>
                  <a:pt x="2472769" y="2781664"/>
                </a:lnTo>
                <a:lnTo>
                  <a:pt x="2473326" y="2781490"/>
                </a:lnTo>
                <a:lnTo>
                  <a:pt x="2473896" y="2781328"/>
                </a:lnTo>
                <a:lnTo>
                  <a:pt x="2474481" y="2781180"/>
                </a:lnTo>
                <a:lnTo>
                  <a:pt x="2475080" y="2781044"/>
                </a:lnTo>
                <a:lnTo>
                  <a:pt x="2475693" y="2780921"/>
                </a:lnTo>
                <a:lnTo>
                  <a:pt x="2476320" y="2780812"/>
                </a:lnTo>
                <a:lnTo>
                  <a:pt x="2476961" y="2780715"/>
                </a:lnTo>
                <a:lnTo>
                  <a:pt x="2477616" y="2780631"/>
                </a:lnTo>
                <a:lnTo>
                  <a:pt x="2478285" y="2780560"/>
                </a:lnTo>
                <a:lnTo>
                  <a:pt x="2478968" y="2780502"/>
                </a:lnTo>
                <a:lnTo>
                  <a:pt x="2479666" y="2780456"/>
                </a:lnTo>
                <a:lnTo>
                  <a:pt x="2480377" y="2780424"/>
                </a:lnTo>
                <a:lnTo>
                  <a:pt x="2481103" y="2780405"/>
                </a:lnTo>
                <a:lnTo>
                  <a:pt x="2481842" y="2780398"/>
                </a:lnTo>
                <a:lnTo>
                  <a:pt x="2482649" y="2780405"/>
                </a:lnTo>
                <a:lnTo>
                  <a:pt x="2483437" y="2780424"/>
                </a:lnTo>
                <a:lnTo>
                  <a:pt x="2484204" y="2780456"/>
                </a:lnTo>
                <a:lnTo>
                  <a:pt x="2484951" y="2780502"/>
                </a:lnTo>
                <a:lnTo>
                  <a:pt x="2485679" y="2780560"/>
                </a:lnTo>
                <a:lnTo>
                  <a:pt x="2486386" y="2780631"/>
                </a:lnTo>
                <a:lnTo>
                  <a:pt x="2487073" y="2780715"/>
                </a:lnTo>
                <a:lnTo>
                  <a:pt x="2487741" y="2780812"/>
                </a:lnTo>
                <a:lnTo>
                  <a:pt x="2488388" y="2780921"/>
                </a:lnTo>
                <a:lnTo>
                  <a:pt x="2489016" y="2781044"/>
                </a:lnTo>
                <a:lnTo>
                  <a:pt x="2489623" y="2781180"/>
                </a:lnTo>
                <a:lnTo>
                  <a:pt x="2490211" y="2781328"/>
                </a:lnTo>
                <a:lnTo>
                  <a:pt x="2490779" y="2781490"/>
                </a:lnTo>
                <a:lnTo>
                  <a:pt x="2491326" y="2781664"/>
                </a:lnTo>
                <a:lnTo>
                  <a:pt x="2491854" y="2781851"/>
                </a:lnTo>
                <a:lnTo>
                  <a:pt x="2492362" y="2782051"/>
                </a:lnTo>
                <a:lnTo>
                  <a:pt x="2492850" y="2782264"/>
                </a:lnTo>
                <a:lnTo>
                  <a:pt x="2493318" y="2782490"/>
                </a:lnTo>
                <a:lnTo>
                  <a:pt x="2493766" y="2782729"/>
                </a:lnTo>
                <a:lnTo>
                  <a:pt x="2494194" y="2782981"/>
                </a:lnTo>
                <a:lnTo>
                  <a:pt x="2494602" y="2783246"/>
                </a:lnTo>
                <a:lnTo>
                  <a:pt x="2494990" y="2783524"/>
                </a:lnTo>
                <a:lnTo>
                  <a:pt x="2495358" y="2783814"/>
                </a:lnTo>
                <a:lnTo>
                  <a:pt x="2495706" y="2784118"/>
                </a:lnTo>
                <a:lnTo>
                  <a:pt x="2496051" y="2784435"/>
                </a:lnTo>
                <a:lnTo>
                  <a:pt x="2496381" y="2784768"/>
                </a:lnTo>
                <a:lnTo>
                  <a:pt x="2496697" y="2785116"/>
                </a:lnTo>
                <a:lnTo>
                  <a:pt x="2496997" y="2785480"/>
                </a:lnTo>
                <a:lnTo>
                  <a:pt x="2497284" y="2785858"/>
                </a:lnTo>
                <a:lnTo>
                  <a:pt x="2497555" y="2786252"/>
                </a:lnTo>
                <a:lnTo>
                  <a:pt x="2497812" y="2786661"/>
                </a:lnTo>
                <a:lnTo>
                  <a:pt x="2498054" y="2787086"/>
                </a:lnTo>
                <a:lnTo>
                  <a:pt x="2498281" y="2787525"/>
                </a:lnTo>
                <a:lnTo>
                  <a:pt x="2498494" y="2787980"/>
                </a:lnTo>
                <a:lnTo>
                  <a:pt x="2498692" y="2788451"/>
                </a:lnTo>
                <a:lnTo>
                  <a:pt x="2498876" y="2788936"/>
                </a:lnTo>
                <a:lnTo>
                  <a:pt x="2499044" y="2789437"/>
                </a:lnTo>
                <a:lnTo>
                  <a:pt x="2499199" y="2789953"/>
                </a:lnTo>
                <a:lnTo>
                  <a:pt x="2499338" y="2790484"/>
                </a:lnTo>
                <a:lnTo>
                  <a:pt x="2499463" y="2791031"/>
                </a:lnTo>
                <a:lnTo>
                  <a:pt x="2499573" y="2791592"/>
                </a:lnTo>
                <a:lnTo>
                  <a:pt x="2499668" y="2792169"/>
                </a:lnTo>
                <a:lnTo>
                  <a:pt x="2499749" y="2792762"/>
                </a:lnTo>
                <a:lnTo>
                  <a:pt x="2499815" y="2793369"/>
                </a:lnTo>
                <a:lnTo>
                  <a:pt x="2499866" y="2793992"/>
                </a:lnTo>
                <a:lnTo>
                  <a:pt x="2499903" y="2794630"/>
                </a:lnTo>
                <a:lnTo>
                  <a:pt x="2499925" y="2795284"/>
                </a:lnTo>
                <a:lnTo>
                  <a:pt x="2499932" y="2795952"/>
                </a:lnTo>
                <a:lnTo>
                  <a:pt x="2499932" y="2805420"/>
                </a:lnTo>
                <a:lnTo>
                  <a:pt x="2498269" y="2805425"/>
                </a:lnTo>
                <a:lnTo>
                  <a:pt x="2496633" y="2805440"/>
                </a:lnTo>
                <a:lnTo>
                  <a:pt x="2495024" y="2805465"/>
                </a:lnTo>
                <a:lnTo>
                  <a:pt x="2493442" y="2805500"/>
                </a:lnTo>
                <a:lnTo>
                  <a:pt x="2491887" y="2805545"/>
                </a:lnTo>
                <a:lnTo>
                  <a:pt x="2490359" y="2805600"/>
                </a:lnTo>
                <a:lnTo>
                  <a:pt x="2488858" y="2805665"/>
                </a:lnTo>
                <a:lnTo>
                  <a:pt x="2487384" y="2805740"/>
                </a:lnTo>
                <a:lnTo>
                  <a:pt x="2485937" y="2805824"/>
                </a:lnTo>
                <a:lnTo>
                  <a:pt x="2484517" y="2805919"/>
                </a:lnTo>
                <a:lnTo>
                  <a:pt x="2483124" y="2806024"/>
                </a:lnTo>
                <a:lnTo>
                  <a:pt x="2481758" y="2806139"/>
                </a:lnTo>
                <a:lnTo>
                  <a:pt x="2480419" y="2806264"/>
                </a:lnTo>
                <a:lnTo>
                  <a:pt x="2479107" y="2806398"/>
                </a:lnTo>
                <a:lnTo>
                  <a:pt x="2477822" y="2806543"/>
                </a:lnTo>
                <a:lnTo>
                  <a:pt x="2476564" y="2806698"/>
                </a:lnTo>
                <a:lnTo>
                  <a:pt x="2475333" y="2806862"/>
                </a:lnTo>
                <a:lnTo>
                  <a:pt x="2474129" y="2807037"/>
                </a:lnTo>
                <a:lnTo>
                  <a:pt x="2472952" y="2807222"/>
                </a:lnTo>
                <a:lnTo>
                  <a:pt x="2471802" y="2807416"/>
                </a:lnTo>
                <a:lnTo>
                  <a:pt x="2470679" y="2807621"/>
                </a:lnTo>
                <a:lnTo>
                  <a:pt x="2469583" y="2807835"/>
                </a:lnTo>
                <a:lnTo>
                  <a:pt x="2468514" y="2808060"/>
                </a:lnTo>
                <a:lnTo>
                  <a:pt x="2467472" y="2808294"/>
                </a:lnTo>
                <a:lnTo>
                  <a:pt x="2466469" y="2808540"/>
                </a:lnTo>
                <a:lnTo>
                  <a:pt x="2465489" y="2808797"/>
                </a:lnTo>
                <a:lnTo>
                  <a:pt x="2464531" y="2809066"/>
                </a:lnTo>
                <a:lnTo>
                  <a:pt x="2463597" y="2809346"/>
                </a:lnTo>
                <a:lnTo>
                  <a:pt x="2462686" y="2809639"/>
                </a:lnTo>
                <a:lnTo>
                  <a:pt x="2461797" y="2809943"/>
                </a:lnTo>
                <a:lnTo>
                  <a:pt x="2460932" y="2810259"/>
                </a:lnTo>
                <a:lnTo>
                  <a:pt x="2460089" y="2810586"/>
                </a:lnTo>
                <a:lnTo>
                  <a:pt x="2459269" y="2810925"/>
                </a:lnTo>
                <a:lnTo>
                  <a:pt x="2458472" y="2811277"/>
                </a:lnTo>
                <a:lnTo>
                  <a:pt x="2457698" y="2811639"/>
                </a:lnTo>
                <a:lnTo>
                  <a:pt x="2456947" y="2812014"/>
                </a:lnTo>
                <a:lnTo>
                  <a:pt x="2456219" y="2812400"/>
                </a:lnTo>
                <a:lnTo>
                  <a:pt x="2455514" y="2812798"/>
                </a:lnTo>
                <a:lnTo>
                  <a:pt x="2454831" y="2813208"/>
                </a:lnTo>
                <a:lnTo>
                  <a:pt x="2454172" y="2813629"/>
                </a:lnTo>
                <a:lnTo>
                  <a:pt x="2453535" y="2814063"/>
                </a:lnTo>
                <a:lnTo>
                  <a:pt x="2452921" y="2814508"/>
                </a:lnTo>
                <a:lnTo>
                  <a:pt x="2452331" y="2814964"/>
                </a:lnTo>
                <a:lnTo>
                  <a:pt x="2451763" y="2815433"/>
                </a:lnTo>
                <a:lnTo>
                  <a:pt x="2451218" y="2815913"/>
                </a:lnTo>
                <a:lnTo>
                  <a:pt x="2450695" y="2816405"/>
                </a:lnTo>
                <a:lnTo>
                  <a:pt x="2450196" y="2816909"/>
                </a:lnTo>
                <a:lnTo>
                  <a:pt x="2449720" y="2817424"/>
                </a:lnTo>
                <a:lnTo>
                  <a:pt x="2449278" y="2817938"/>
                </a:lnTo>
                <a:lnTo>
                  <a:pt x="2448856" y="2818467"/>
                </a:lnTo>
                <a:lnTo>
                  <a:pt x="2448452" y="2819009"/>
                </a:lnTo>
                <a:lnTo>
                  <a:pt x="2448067" y="2819566"/>
                </a:lnTo>
                <a:lnTo>
                  <a:pt x="2447700" y="2820136"/>
                </a:lnTo>
                <a:lnTo>
                  <a:pt x="2447353" y="2820721"/>
                </a:lnTo>
                <a:lnTo>
                  <a:pt x="2447024" y="2821320"/>
                </a:lnTo>
                <a:lnTo>
                  <a:pt x="2446714" y="2821932"/>
                </a:lnTo>
                <a:lnTo>
                  <a:pt x="2446423" y="2822559"/>
                </a:lnTo>
                <a:lnTo>
                  <a:pt x="2446150" y="2823200"/>
                </a:lnTo>
                <a:lnTo>
                  <a:pt x="2445897" y="2823856"/>
                </a:lnTo>
                <a:lnTo>
                  <a:pt x="2445662" y="2824525"/>
                </a:lnTo>
                <a:lnTo>
                  <a:pt x="2445446" y="2825208"/>
                </a:lnTo>
                <a:lnTo>
                  <a:pt x="2445249" y="2825905"/>
                </a:lnTo>
                <a:lnTo>
                  <a:pt x="2445070" y="2826617"/>
                </a:lnTo>
                <a:lnTo>
                  <a:pt x="2444911" y="2827343"/>
                </a:lnTo>
                <a:lnTo>
                  <a:pt x="2444770" y="2828082"/>
                </a:lnTo>
                <a:lnTo>
                  <a:pt x="2444648" y="2828836"/>
                </a:lnTo>
                <a:lnTo>
                  <a:pt x="2444544" y="2829604"/>
                </a:lnTo>
                <a:lnTo>
                  <a:pt x="2444460" y="2830386"/>
                </a:lnTo>
                <a:lnTo>
                  <a:pt x="2444394" y="2831182"/>
                </a:lnTo>
                <a:lnTo>
                  <a:pt x="2444347" y="2831992"/>
                </a:lnTo>
                <a:lnTo>
                  <a:pt x="2444319" y="2832816"/>
                </a:lnTo>
                <a:lnTo>
                  <a:pt x="2444309" y="2833654"/>
                </a:lnTo>
                <a:lnTo>
                  <a:pt x="2444322" y="2834658"/>
                </a:lnTo>
                <a:lnTo>
                  <a:pt x="2444359" y="2835642"/>
                </a:lnTo>
                <a:lnTo>
                  <a:pt x="2444420" y="2836605"/>
                </a:lnTo>
                <a:lnTo>
                  <a:pt x="2444507" y="2837548"/>
                </a:lnTo>
                <a:lnTo>
                  <a:pt x="2444618" y="2838470"/>
                </a:lnTo>
                <a:lnTo>
                  <a:pt x="2444753" y="2839371"/>
                </a:lnTo>
                <a:lnTo>
                  <a:pt x="2444913" y="2840252"/>
                </a:lnTo>
                <a:lnTo>
                  <a:pt x="2445098" y="2841112"/>
                </a:lnTo>
                <a:lnTo>
                  <a:pt x="2445308" y="2841952"/>
                </a:lnTo>
                <a:lnTo>
                  <a:pt x="2445542" y="2842771"/>
                </a:lnTo>
                <a:lnTo>
                  <a:pt x="2445801" y="2843570"/>
                </a:lnTo>
                <a:lnTo>
                  <a:pt x="2446085" y="2844348"/>
                </a:lnTo>
                <a:lnTo>
                  <a:pt x="2446393" y="2845105"/>
                </a:lnTo>
                <a:lnTo>
                  <a:pt x="2446726" y="2845842"/>
                </a:lnTo>
                <a:lnTo>
                  <a:pt x="2447083" y="2846559"/>
                </a:lnTo>
                <a:lnTo>
                  <a:pt x="2447465" y="2847255"/>
                </a:lnTo>
                <a:lnTo>
                  <a:pt x="2447872" y="2847930"/>
                </a:lnTo>
                <a:lnTo>
                  <a:pt x="2448304" y="2848585"/>
                </a:lnTo>
                <a:lnTo>
                  <a:pt x="2448760" y="2849219"/>
                </a:lnTo>
                <a:lnTo>
                  <a:pt x="2449241" y="2849833"/>
                </a:lnTo>
                <a:lnTo>
                  <a:pt x="2449746" y="2850426"/>
                </a:lnTo>
                <a:lnTo>
                  <a:pt x="2450276" y="2850999"/>
                </a:lnTo>
                <a:lnTo>
                  <a:pt x="2450831" y="2851551"/>
                </a:lnTo>
                <a:lnTo>
                  <a:pt x="2451410" y="2852083"/>
                </a:lnTo>
                <a:lnTo>
                  <a:pt x="2452027" y="2852593"/>
                </a:lnTo>
                <a:lnTo>
                  <a:pt x="2452664" y="2853082"/>
                </a:lnTo>
                <a:lnTo>
                  <a:pt x="2453323" y="2853549"/>
                </a:lnTo>
                <a:lnTo>
                  <a:pt x="2454003" y="2853994"/>
                </a:lnTo>
                <a:lnTo>
                  <a:pt x="2454704" y="2854418"/>
                </a:lnTo>
                <a:lnTo>
                  <a:pt x="2455426" y="2854819"/>
                </a:lnTo>
                <a:lnTo>
                  <a:pt x="2456169" y="2855200"/>
                </a:lnTo>
                <a:lnTo>
                  <a:pt x="2456933" y="2855558"/>
                </a:lnTo>
                <a:lnTo>
                  <a:pt x="2457719" y="2855895"/>
                </a:lnTo>
                <a:lnTo>
                  <a:pt x="2458525" y="2856210"/>
                </a:lnTo>
                <a:lnTo>
                  <a:pt x="2459353" y="2856503"/>
                </a:lnTo>
                <a:lnTo>
                  <a:pt x="2460202" y="2856774"/>
                </a:lnTo>
                <a:lnTo>
                  <a:pt x="2461072" y="2857024"/>
                </a:lnTo>
                <a:lnTo>
                  <a:pt x="2461963" y="2857252"/>
                </a:lnTo>
                <a:lnTo>
                  <a:pt x="2462875" y="2857458"/>
                </a:lnTo>
                <a:lnTo>
                  <a:pt x="2463809" y="2857643"/>
                </a:lnTo>
                <a:lnTo>
                  <a:pt x="2464763" y="2857806"/>
                </a:lnTo>
                <a:lnTo>
                  <a:pt x="2465739" y="2857947"/>
                </a:lnTo>
                <a:lnTo>
                  <a:pt x="2466735" y="2858067"/>
                </a:lnTo>
                <a:lnTo>
                  <a:pt x="2467753" y="2858164"/>
                </a:lnTo>
                <a:lnTo>
                  <a:pt x="2468792" y="2858240"/>
                </a:lnTo>
                <a:lnTo>
                  <a:pt x="2469853" y="2858295"/>
                </a:lnTo>
                <a:lnTo>
                  <a:pt x="2470934" y="2858327"/>
                </a:lnTo>
                <a:lnTo>
                  <a:pt x="2472036" y="2858338"/>
                </a:lnTo>
                <a:lnTo>
                  <a:pt x="2472543" y="2858336"/>
                </a:lnTo>
                <a:lnTo>
                  <a:pt x="2473047" y="2858329"/>
                </a:lnTo>
                <a:lnTo>
                  <a:pt x="2473550" y="2858317"/>
                </a:lnTo>
                <a:lnTo>
                  <a:pt x="2474051" y="2858301"/>
                </a:lnTo>
                <a:lnTo>
                  <a:pt x="2474550" y="2858280"/>
                </a:lnTo>
                <a:lnTo>
                  <a:pt x="2475048" y="2858254"/>
                </a:lnTo>
                <a:lnTo>
                  <a:pt x="2475544" y="2858223"/>
                </a:lnTo>
                <a:lnTo>
                  <a:pt x="2476038" y="2858188"/>
                </a:lnTo>
                <a:lnTo>
                  <a:pt x="2476530" y="2858148"/>
                </a:lnTo>
                <a:lnTo>
                  <a:pt x="2477020" y="2858103"/>
                </a:lnTo>
                <a:lnTo>
                  <a:pt x="2477509" y="2858054"/>
                </a:lnTo>
                <a:lnTo>
                  <a:pt x="2477996" y="2858000"/>
                </a:lnTo>
                <a:lnTo>
                  <a:pt x="2478481" y="2857941"/>
                </a:lnTo>
                <a:lnTo>
                  <a:pt x="2478965" y="2857878"/>
                </a:lnTo>
                <a:lnTo>
                  <a:pt x="2479446" y="2857810"/>
                </a:lnTo>
                <a:lnTo>
                  <a:pt x="2479926" y="2857737"/>
                </a:lnTo>
                <a:lnTo>
                  <a:pt x="2480405" y="2857660"/>
                </a:lnTo>
                <a:lnTo>
                  <a:pt x="2480881" y="2857577"/>
                </a:lnTo>
                <a:lnTo>
                  <a:pt x="2481356" y="2857490"/>
                </a:lnTo>
                <a:lnTo>
                  <a:pt x="2481828" y="2857399"/>
                </a:lnTo>
                <a:lnTo>
                  <a:pt x="2482299" y="2857303"/>
                </a:lnTo>
                <a:lnTo>
                  <a:pt x="2482769" y="2857202"/>
                </a:lnTo>
                <a:lnTo>
                  <a:pt x="2483236" y="2857096"/>
                </a:lnTo>
                <a:lnTo>
                  <a:pt x="2483702" y="2856986"/>
                </a:lnTo>
                <a:lnTo>
                  <a:pt x="2484165" y="2856884"/>
                </a:lnTo>
                <a:lnTo>
                  <a:pt x="2484625" y="2856775"/>
                </a:lnTo>
                <a:lnTo>
                  <a:pt x="2485081" y="2856661"/>
                </a:lnTo>
                <a:lnTo>
                  <a:pt x="2485534" y="2856539"/>
                </a:lnTo>
                <a:lnTo>
                  <a:pt x="2485983" y="2856412"/>
                </a:lnTo>
                <a:lnTo>
                  <a:pt x="2486428" y="2856278"/>
                </a:lnTo>
                <a:lnTo>
                  <a:pt x="2486870" y="2856137"/>
                </a:lnTo>
                <a:lnTo>
                  <a:pt x="2487309" y="2855990"/>
                </a:lnTo>
                <a:lnTo>
                  <a:pt x="2487744" y="2855836"/>
                </a:lnTo>
                <a:lnTo>
                  <a:pt x="2488175" y="2855677"/>
                </a:lnTo>
                <a:lnTo>
                  <a:pt x="2488603" y="2855510"/>
                </a:lnTo>
                <a:lnTo>
                  <a:pt x="2489028" y="2855337"/>
                </a:lnTo>
                <a:lnTo>
                  <a:pt x="2489449" y="2855158"/>
                </a:lnTo>
                <a:lnTo>
                  <a:pt x="2489866" y="2854972"/>
                </a:lnTo>
                <a:lnTo>
                  <a:pt x="2490280" y="2854780"/>
                </a:lnTo>
                <a:lnTo>
                  <a:pt x="2490690" y="2854581"/>
                </a:lnTo>
                <a:lnTo>
                  <a:pt x="2491097" y="2854376"/>
                </a:lnTo>
                <a:lnTo>
                  <a:pt x="2491500" y="2854164"/>
                </a:lnTo>
                <a:lnTo>
                  <a:pt x="2491900" y="2853946"/>
                </a:lnTo>
                <a:lnTo>
                  <a:pt x="2492296" y="2853722"/>
                </a:lnTo>
                <a:lnTo>
                  <a:pt x="2492689" y="2853491"/>
                </a:lnTo>
                <a:lnTo>
                  <a:pt x="2493078" y="2853253"/>
                </a:lnTo>
                <a:lnTo>
                  <a:pt x="2493464" y="2853009"/>
                </a:lnTo>
                <a:lnTo>
                  <a:pt x="2493846" y="2852759"/>
                </a:lnTo>
                <a:lnTo>
                  <a:pt x="2494224" y="2852488"/>
                </a:lnTo>
                <a:lnTo>
                  <a:pt x="2494595" y="2852209"/>
                </a:lnTo>
                <a:lnTo>
                  <a:pt x="2494961" y="2851924"/>
                </a:lnTo>
                <a:lnTo>
                  <a:pt x="2495321" y="2851632"/>
                </a:lnTo>
                <a:lnTo>
                  <a:pt x="2495675" y="2851332"/>
                </a:lnTo>
                <a:lnTo>
                  <a:pt x="2496023" y="2851026"/>
                </a:lnTo>
                <a:lnTo>
                  <a:pt x="2496365" y="2850713"/>
                </a:lnTo>
                <a:lnTo>
                  <a:pt x="2496701" y="2850392"/>
                </a:lnTo>
                <a:lnTo>
                  <a:pt x="2497032" y="2850064"/>
                </a:lnTo>
                <a:lnTo>
                  <a:pt x="2497357" y="2849730"/>
                </a:lnTo>
                <a:lnTo>
                  <a:pt x="2497675" y="2849388"/>
                </a:lnTo>
                <a:lnTo>
                  <a:pt x="2497988" y="2849039"/>
                </a:lnTo>
                <a:lnTo>
                  <a:pt x="2498295" y="2848684"/>
                </a:lnTo>
                <a:lnTo>
                  <a:pt x="2498596" y="2848321"/>
                </a:lnTo>
                <a:lnTo>
                  <a:pt x="2498892" y="2847951"/>
                </a:lnTo>
                <a:lnTo>
                  <a:pt x="2499181" y="2847574"/>
                </a:lnTo>
                <a:lnTo>
                  <a:pt x="2499465" y="2847190"/>
                </a:lnTo>
                <a:lnTo>
                  <a:pt x="2499742" y="2846799"/>
                </a:lnTo>
                <a:lnTo>
                  <a:pt x="2500014" y="2846401"/>
                </a:lnTo>
                <a:lnTo>
                  <a:pt x="2500280" y="2845996"/>
                </a:lnTo>
                <a:lnTo>
                  <a:pt x="2500540" y="2845584"/>
                </a:lnTo>
                <a:lnTo>
                  <a:pt x="2500794" y="2845165"/>
                </a:lnTo>
                <a:lnTo>
                  <a:pt x="2501043" y="2844739"/>
                </a:lnTo>
                <a:lnTo>
                  <a:pt x="2501285" y="2844306"/>
                </a:lnTo>
                <a:lnTo>
                  <a:pt x="2501329" y="2844752"/>
                </a:lnTo>
                <a:lnTo>
                  <a:pt x="2501377" y="2845191"/>
                </a:lnTo>
                <a:lnTo>
                  <a:pt x="2501428" y="2845621"/>
                </a:lnTo>
                <a:lnTo>
                  <a:pt x="2501482" y="2846043"/>
                </a:lnTo>
                <a:lnTo>
                  <a:pt x="2501540" y="2846457"/>
                </a:lnTo>
                <a:lnTo>
                  <a:pt x="2501602" y="2846863"/>
                </a:lnTo>
                <a:lnTo>
                  <a:pt x="2501667" y="2847260"/>
                </a:lnTo>
                <a:lnTo>
                  <a:pt x="2501736" y="2847649"/>
                </a:lnTo>
                <a:lnTo>
                  <a:pt x="2501808" y="2848030"/>
                </a:lnTo>
                <a:lnTo>
                  <a:pt x="2501884" y="2848403"/>
                </a:lnTo>
                <a:lnTo>
                  <a:pt x="2501963" y="2848768"/>
                </a:lnTo>
                <a:lnTo>
                  <a:pt x="2502046" y="2849124"/>
                </a:lnTo>
                <a:lnTo>
                  <a:pt x="2502132" y="2849472"/>
                </a:lnTo>
                <a:lnTo>
                  <a:pt x="2502222" y="2849812"/>
                </a:lnTo>
                <a:lnTo>
                  <a:pt x="2502315" y="2850144"/>
                </a:lnTo>
                <a:lnTo>
                  <a:pt x="2502412" y="2850467"/>
                </a:lnTo>
                <a:lnTo>
                  <a:pt x="2502512" y="2850782"/>
                </a:lnTo>
                <a:lnTo>
                  <a:pt x="2502616" y="2851089"/>
                </a:lnTo>
                <a:lnTo>
                  <a:pt x="2502724" y="2851388"/>
                </a:lnTo>
                <a:lnTo>
                  <a:pt x="2502835" y="2851679"/>
                </a:lnTo>
                <a:lnTo>
                  <a:pt x="2502949" y="2851961"/>
                </a:lnTo>
                <a:lnTo>
                  <a:pt x="2503067" y="2852235"/>
                </a:lnTo>
                <a:lnTo>
                  <a:pt x="2503189" y="2852501"/>
                </a:lnTo>
                <a:lnTo>
                  <a:pt x="2503314" y="2852759"/>
                </a:lnTo>
                <a:lnTo>
                  <a:pt x="2503444" y="2853009"/>
                </a:lnTo>
                <a:lnTo>
                  <a:pt x="2503579" y="2853253"/>
                </a:lnTo>
                <a:lnTo>
                  <a:pt x="2503721" y="2853491"/>
                </a:lnTo>
                <a:lnTo>
                  <a:pt x="2503868" y="2853722"/>
                </a:lnTo>
                <a:lnTo>
                  <a:pt x="2504021" y="2853946"/>
                </a:lnTo>
                <a:lnTo>
                  <a:pt x="2504180" y="2854164"/>
                </a:lnTo>
                <a:lnTo>
                  <a:pt x="2504345" y="2854376"/>
                </a:lnTo>
                <a:lnTo>
                  <a:pt x="2504516" y="2854581"/>
                </a:lnTo>
                <a:lnTo>
                  <a:pt x="2504693" y="2854780"/>
                </a:lnTo>
                <a:lnTo>
                  <a:pt x="2504875" y="2854972"/>
                </a:lnTo>
                <a:lnTo>
                  <a:pt x="2505064" y="2855158"/>
                </a:lnTo>
                <a:lnTo>
                  <a:pt x="2505258" y="2855337"/>
                </a:lnTo>
                <a:lnTo>
                  <a:pt x="2505458" y="2855510"/>
                </a:lnTo>
                <a:lnTo>
                  <a:pt x="2505664" y="2855677"/>
                </a:lnTo>
                <a:lnTo>
                  <a:pt x="2505876" y="2855836"/>
                </a:lnTo>
                <a:lnTo>
                  <a:pt x="2506094" y="2855990"/>
                </a:lnTo>
                <a:lnTo>
                  <a:pt x="2506318" y="2856137"/>
                </a:lnTo>
                <a:lnTo>
                  <a:pt x="2506547" y="2856278"/>
                </a:lnTo>
                <a:lnTo>
                  <a:pt x="2506783" y="2856412"/>
                </a:lnTo>
                <a:lnTo>
                  <a:pt x="2507024" y="2856539"/>
                </a:lnTo>
                <a:lnTo>
                  <a:pt x="2507271" y="2856661"/>
                </a:lnTo>
                <a:lnTo>
                  <a:pt x="2507524" y="2856775"/>
                </a:lnTo>
                <a:lnTo>
                  <a:pt x="2507783" y="2856884"/>
                </a:lnTo>
                <a:lnTo>
                  <a:pt x="2508048" y="2856986"/>
                </a:lnTo>
                <a:lnTo>
                  <a:pt x="2508319" y="2857096"/>
                </a:lnTo>
                <a:lnTo>
                  <a:pt x="2508596" y="2857202"/>
                </a:lnTo>
                <a:lnTo>
                  <a:pt x="2508880" y="2857303"/>
                </a:lnTo>
                <a:lnTo>
                  <a:pt x="2509170" y="2857399"/>
                </a:lnTo>
                <a:lnTo>
                  <a:pt x="2509467" y="2857490"/>
                </a:lnTo>
                <a:lnTo>
                  <a:pt x="2509770" y="2857577"/>
                </a:lnTo>
                <a:lnTo>
                  <a:pt x="2510080" y="2857660"/>
                </a:lnTo>
                <a:lnTo>
                  <a:pt x="2510396" y="2857737"/>
                </a:lnTo>
                <a:lnTo>
                  <a:pt x="2510718" y="2857810"/>
                </a:lnTo>
                <a:lnTo>
                  <a:pt x="2511047" y="2857878"/>
                </a:lnTo>
                <a:lnTo>
                  <a:pt x="2511383" y="2857941"/>
                </a:lnTo>
                <a:lnTo>
                  <a:pt x="2511725" y="2858000"/>
                </a:lnTo>
                <a:lnTo>
                  <a:pt x="2512073" y="2858054"/>
                </a:lnTo>
                <a:lnTo>
                  <a:pt x="2512428" y="2858103"/>
                </a:lnTo>
                <a:lnTo>
                  <a:pt x="2512790" y="2858148"/>
                </a:lnTo>
                <a:lnTo>
                  <a:pt x="2513157" y="2858188"/>
                </a:lnTo>
                <a:lnTo>
                  <a:pt x="2513532" y="2858223"/>
                </a:lnTo>
                <a:lnTo>
                  <a:pt x="2513912" y="2858254"/>
                </a:lnTo>
                <a:lnTo>
                  <a:pt x="2514299" y="2858280"/>
                </a:lnTo>
                <a:lnTo>
                  <a:pt x="2514693" y="2858301"/>
                </a:lnTo>
                <a:lnTo>
                  <a:pt x="2515093" y="2858317"/>
                </a:lnTo>
                <a:lnTo>
                  <a:pt x="2515500" y="2858329"/>
                </a:lnTo>
                <a:lnTo>
                  <a:pt x="2515913" y="2858336"/>
                </a:lnTo>
                <a:lnTo>
                  <a:pt x="2516332" y="2858338"/>
                </a:lnTo>
                <a:lnTo>
                  <a:pt x="2516627" y="2858337"/>
                </a:lnTo>
                <a:lnTo>
                  <a:pt x="2516921" y="2858332"/>
                </a:lnTo>
                <a:lnTo>
                  <a:pt x="2517214" y="2858325"/>
                </a:lnTo>
                <a:lnTo>
                  <a:pt x="2517506" y="2858315"/>
                </a:lnTo>
                <a:lnTo>
                  <a:pt x="2517797" y="2858302"/>
                </a:lnTo>
                <a:lnTo>
                  <a:pt x="2518086" y="2858285"/>
                </a:lnTo>
                <a:lnTo>
                  <a:pt x="2518374" y="2858266"/>
                </a:lnTo>
                <a:lnTo>
                  <a:pt x="2518661" y="2858244"/>
                </a:lnTo>
                <a:lnTo>
                  <a:pt x="2518947" y="2858219"/>
                </a:lnTo>
                <a:lnTo>
                  <a:pt x="2519232" y="2858191"/>
                </a:lnTo>
                <a:lnTo>
                  <a:pt x="2519515" y="2858161"/>
                </a:lnTo>
                <a:lnTo>
                  <a:pt x="2519798" y="2858127"/>
                </a:lnTo>
                <a:lnTo>
                  <a:pt x="2520079" y="2858090"/>
                </a:lnTo>
                <a:lnTo>
                  <a:pt x="2520359" y="2858051"/>
                </a:lnTo>
                <a:lnTo>
                  <a:pt x="2520638" y="2858008"/>
                </a:lnTo>
                <a:lnTo>
                  <a:pt x="2520916" y="2857962"/>
                </a:lnTo>
                <a:lnTo>
                  <a:pt x="2521192" y="2857914"/>
                </a:lnTo>
                <a:lnTo>
                  <a:pt x="2521467" y="2857863"/>
                </a:lnTo>
                <a:lnTo>
                  <a:pt x="2521742" y="2857808"/>
                </a:lnTo>
                <a:lnTo>
                  <a:pt x="2522015" y="2857751"/>
                </a:lnTo>
                <a:lnTo>
                  <a:pt x="2522286" y="2857691"/>
                </a:lnTo>
                <a:lnTo>
                  <a:pt x="2522557" y="2857628"/>
                </a:lnTo>
                <a:lnTo>
                  <a:pt x="2522827" y="2857562"/>
                </a:lnTo>
                <a:lnTo>
                  <a:pt x="2523095" y="2857493"/>
                </a:lnTo>
                <a:lnTo>
                  <a:pt x="2523361" y="2857421"/>
                </a:lnTo>
                <a:lnTo>
                  <a:pt x="2523623" y="2857347"/>
                </a:lnTo>
                <a:lnTo>
                  <a:pt x="2523882" y="2857271"/>
                </a:lnTo>
                <a:lnTo>
                  <a:pt x="2524137" y="2857192"/>
                </a:lnTo>
                <a:lnTo>
                  <a:pt x="2524389" y="2857111"/>
                </a:lnTo>
                <a:lnTo>
                  <a:pt x="2524638" y="2857028"/>
                </a:lnTo>
                <a:lnTo>
                  <a:pt x="2524882" y="2856942"/>
                </a:lnTo>
                <a:lnTo>
                  <a:pt x="2525124" y="2856854"/>
                </a:lnTo>
                <a:lnTo>
                  <a:pt x="2525361" y="2856764"/>
                </a:lnTo>
                <a:lnTo>
                  <a:pt x="2525596" y="2856671"/>
                </a:lnTo>
                <a:lnTo>
                  <a:pt x="2525826" y="2856576"/>
                </a:lnTo>
                <a:lnTo>
                  <a:pt x="2526053" y="2856478"/>
                </a:lnTo>
                <a:lnTo>
                  <a:pt x="2526277" y="2856379"/>
                </a:lnTo>
                <a:lnTo>
                  <a:pt x="2526497" y="2856276"/>
                </a:lnTo>
                <a:lnTo>
                  <a:pt x="2526714" y="2856172"/>
                </a:lnTo>
                <a:lnTo>
                  <a:pt x="2526927" y="2856065"/>
                </a:lnTo>
                <a:lnTo>
                  <a:pt x="2527136" y="2855956"/>
                </a:lnTo>
                <a:lnTo>
                  <a:pt x="2527342" y="2855844"/>
                </a:lnTo>
                <a:lnTo>
                  <a:pt x="2527545" y="2855731"/>
                </a:lnTo>
                <a:lnTo>
                  <a:pt x="2527744" y="2855614"/>
                </a:lnTo>
                <a:lnTo>
                  <a:pt x="2527939" y="2855496"/>
                </a:lnTo>
                <a:lnTo>
                  <a:pt x="2528131" y="2855375"/>
                </a:lnTo>
                <a:lnTo>
                  <a:pt x="2528320" y="2855252"/>
                </a:lnTo>
                <a:lnTo>
                  <a:pt x="2528505" y="2855126"/>
                </a:lnTo>
                <a:lnTo>
                  <a:pt x="2528505" y="2844136"/>
                </a:lnTo>
                <a:lnTo>
                  <a:pt x="2528263" y="2844302"/>
                </a:lnTo>
                <a:lnTo>
                  <a:pt x="2528019" y="2844461"/>
                </a:lnTo>
                <a:lnTo>
                  <a:pt x="2527770" y="2844612"/>
                </a:lnTo>
                <a:lnTo>
                  <a:pt x="2527518" y="2844756"/>
                </a:lnTo>
                <a:lnTo>
                  <a:pt x="2527263" y="2844894"/>
                </a:lnTo>
                <a:lnTo>
                  <a:pt x="2527004" y="2845024"/>
                </a:lnTo>
                <a:lnTo>
                  <a:pt x="2526742" y="2845147"/>
                </a:lnTo>
                <a:lnTo>
                  <a:pt x="2526476" y="2845264"/>
                </a:lnTo>
                <a:lnTo>
                  <a:pt x="2526206" y="2845373"/>
                </a:lnTo>
                <a:lnTo>
                  <a:pt x="2525934" y="2845475"/>
                </a:lnTo>
                <a:lnTo>
                  <a:pt x="2525657" y="2845570"/>
                </a:lnTo>
                <a:lnTo>
                  <a:pt x="2525377" y="2845658"/>
                </a:lnTo>
                <a:lnTo>
                  <a:pt x="2525093" y="2845739"/>
                </a:lnTo>
                <a:lnTo>
                  <a:pt x="2524806" y="2845813"/>
                </a:lnTo>
                <a:lnTo>
                  <a:pt x="2524516" y="2845880"/>
                </a:lnTo>
                <a:lnTo>
                  <a:pt x="2524222" y="2845940"/>
                </a:lnTo>
                <a:lnTo>
                  <a:pt x="2523924" y="2845993"/>
                </a:lnTo>
                <a:lnTo>
                  <a:pt x="2523623" y="2846038"/>
                </a:lnTo>
                <a:lnTo>
                  <a:pt x="2523318" y="2846077"/>
                </a:lnTo>
                <a:lnTo>
                  <a:pt x="2523010" y="2846109"/>
                </a:lnTo>
                <a:lnTo>
                  <a:pt x="2522698" y="2846134"/>
                </a:lnTo>
                <a:lnTo>
                  <a:pt x="2522383" y="2846151"/>
                </a:lnTo>
                <a:lnTo>
                  <a:pt x="2522064" y="2846162"/>
                </a:lnTo>
                <a:lnTo>
                  <a:pt x="2521742" y="2846165"/>
                </a:lnTo>
                <a:lnTo>
                  <a:pt x="2521560" y="2846163"/>
                </a:lnTo>
                <a:lnTo>
                  <a:pt x="2521382" y="2846157"/>
                </a:lnTo>
                <a:lnTo>
                  <a:pt x="2521206" y="2846147"/>
                </a:lnTo>
                <a:lnTo>
                  <a:pt x="2521033" y="2846132"/>
                </a:lnTo>
                <a:lnTo>
                  <a:pt x="2520863" y="2846114"/>
                </a:lnTo>
                <a:lnTo>
                  <a:pt x="2520696" y="2846091"/>
                </a:lnTo>
                <a:lnTo>
                  <a:pt x="2520532" y="2846065"/>
                </a:lnTo>
                <a:lnTo>
                  <a:pt x="2520371" y="2846034"/>
                </a:lnTo>
                <a:lnTo>
                  <a:pt x="2520213" y="2845999"/>
                </a:lnTo>
                <a:lnTo>
                  <a:pt x="2520057" y="2845960"/>
                </a:lnTo>
                <a:lnTo>
                  <a:pt x="2519905" y="2845917"/>
                </a:lnTo>
                <a:lnTo>
                  <a:pt x="2519756" y="2845869"/>
                </a:lnTo>
                <a:lnTo>
                  <a:pt x="2519609" y="2845818"/>
                </a:lnTo>
                <a:lnTo>
                  <a:pt x="2519466" y="2845763"/>
                </a:lnTo>
                <a:lnTo>
                  <a:pt x="2519325" y="2845703"/>
                </a:lnTo>
                <a:lnTo>
                  <a:pt x="2519187" y="2845639"/>
                </a:lnTo>
                <a:lnTo>
                  <a:pt x="2519053" y="2845571"/>
                </a:lnTo>
                <a:lnTo>
                  <a:pt x="2518921" y="2845500"/>
                </a:lnTo>
                <a:lnTo>
                  <a:pt x="2518792" y="2845423"/>
                </a:lnTo>
                <a:lnTo>
                  <a:pt x="2518666" y="2845343"/>
                </a:lnTo>
                <a:lnTo>
                  <a:pt x="2518543" y="2845259"/>
                </a:lnTo>
                <a:lnTo>
                  <a:pt x="2518423" y="2845171"/>
                </a:lnTo>
                <a:lnTo>
                  <a:pt x="2518306" y="2845078"/>
                </a:lnTo>
                <a:lnTo>
                  <a:pt x="2518192" y="2844982"/>
                </a:lnTo>
                <a:lnTo>
                  <a:pt x="2518081" y="2844881"/>
                </a:lnTo>
                <a:lnTo>
                  <a:pt x="2517976" y="2844774"/>
                </a:lnTo>
                <a:lnTo>
                  <a:pt x="2517875" y="2844662"/>
                </a:lnTo>
                <a:lnTo>
                  <a:pt x="2517778" y="2844545"/>
                </a:lnTo>
                <a:lnTo>
                  <a:pt x="2517687" y="2844423"/>
                </a:lnTo>
                <a:lnTo>
                  <a:pt x="2517600" y="2844295"/>
                </a:lnTo>
                <a:lnTo>
                  <a:pt x="2517518" y="2844162"/>
                </a:lnTo>
                <a:lnTo>
                  <a:pt x="2517440" y="2844024"/>
                </a:lnTo>
                <a:lnTo>
                  <a:pt x="2517368" y="2843880"/>
                </a:lnTo>
                <a:lnTo>
                  <a:pt x="2517300" y="2843732"/>
                </a:lnTo>
                <a:lnTo>
                  <a:pt x="2517236" y="2843577"/>
                </a:lnTo>
                <a:lnTo>
                  <a:pt x="2517177" y="2843418"/>
                </a:lnTo>
                <a:lnTo>
                  <a:pt x="2517123" y="2843253"/>
                </a:lnTo>
                <a:lnTo>
                  <a:pt x="2517074" y="2843083"/>
                </a:lnTo>
                <a:lnTo>
                  <a:pt x="2517030" y="2842908"/>
                </a:lnTo>
                <a:lnTo>
                  <a:pt x="2516990" y="2842728"/>
                </a:lnTo>
                <a:lnTo>
                  <a:pt x="2516954" y="2842542"/>
                </a:lnTo>
                <a:lnTo>
                  <a:pt x="2516924" y="2842351"/>
                </a:lnTo>
                <a:lnTo>
                  <a:pt x="2516898" y="2842154"/>
                </a:lnTo>
                <a:lnTo>
                  <a:pt x="2516877" y="2841953"/>
                </a:lnTo>
                <a:lnTo>
                  <a:pt x="2516861" y="2841746"/>
                </a:lnTo>
                <a:lnTo>
                  <a:pt x="2516849" y="2841534"/>
                </a:lnTo>
                <a:lnTo>
                  <a:pt x="2516842" y="2841316"/>
                </a:lnTo>
                <a:lnTo>
                  <a:pt x="2516839" y="2841093"/>
                </a:lnTo>
                <a:lnTo>
                  <a:pt x="2516839" y="2795276"/>
                </a:lnTo>
                <a:lnTo>
                  <a:pt x="2516824" y="2794161"/>
                </a:lnTo>
                <a:lnTo>
                  <a:pt x="2516778" y="2793070"/>
                </a:lnTo>
                <a:lnTo>
                  <a:pt x="2516702" y="2792003"/>
                </a:lnTo>
                <a:lnTo>
                  <a:pt x="2516595" y="2790960"/>
                </a:lnTo>
                <a:lnTo>
                  <a:pt x="2516458" y="2789941"/>
                </a:lnTo>
                <a:lnTo>
                  <a:pt x="2516290" y="2788947"/>
                </a:lnTo>
                <a:lnTo>
                  <a:pt x="2516091" y="2787976"/>
                </a:lnTo>
                <a:lnTo>
                  <a:pt x="2515862" y="2787029"/>
                </a:lnTo>
                <a:lnTo>
                  <a:pt x="2515603" y="2786107"/>
                </a:lnTo>
                <a:lnTo>
                  <a:pt x="2515313" y="2785208"/>
                </a:lnTo>
                <a:lnTo>
                  <a:pt x="2514992" y="2784334"/>
                </a:lnTo>
                <a:lnTo>
                  <a:pt x="2514641" y="2783484"/>
                </a:lnTo>
                <a:lnTo>
                  <a:pt x="2514260" y="2782657"/>
                </a:lnTo>
                <a:lnTo>
                  <a:pt x="2513848" y="2781855"/>
                </a:lnTo>
                <a:lnTo>
                  <a:pt x="2513405" y="2781077"/>
                </a:lnTo>
                <a:lnTo>
                  <a:pt x="2512932" y="2780323"/>
                </a:lnTo>
                <a:lnTo>
                  <a:pt x="2512428" y="2779593"/>
                </a:lnTo>
                <a:lnTo>
                  <a:pt x="2511894" y="2778887"/>
                </a:lnTo>
                <a:lnTo>
                  <a:pt x="2511329" y="2778205"/>
                </a:lnTo>
                <a:lnTo>
                  <a:pt x="2510734" y="2777548"/>
                </a:lnTo>
                <a:lnTo>
                  <a:pt x="2510108" y="2776914"/>
                </a:lnTo>
                <a:lnTo>
                  <a:pt x="2509452" y="2776304"/>
                </a:lnTo>
                <a:lnTo>
                  <a:pt x="2508765" y="2775719"/>
                </a:lnTo>
                <a:lnTo>
                  <a:pt x="2508048" y="2775157"/>
                </a:lnTo>
                <a:lnTo>
                  <a:pt x="2507315" y="2774619"/>
                </a:lnTo>
                <a:lnTo>
                  <a:pt x="2506552" y="2774104"/>
                </a:lnTo>
                <a:lnTo>
                  <a:pt x="2505760" y="2773612"/>
                </a:lnTo>
                <a:lnTo>
                  <a:pt x="2504939" y="2773143"/>
                </a:lnTo>
                <a:lnTo>
                  <a:pt x="2504088" y="2772696"/>
                </a:lnTo>
                <a:lnTo>
                  <a:pt x="2503208" y="2772273"/>
                </a:lnTo>
                <a:lnTo>
                  <a:pt x="2502299" y="2771872"/>
                </a:lnTo>
                <a:lnTo>
                  <a:pt x="2501360" y="2771494"/>
                </a:lnTo>
                <a:lnTo>
                  <a:pt x="2500392" y="2771139"/>
                </a:lnTo>
                <a:lnTo>
                  <a:pt x="2499395" y="2770807"/>
                </a:lnTo>
                <a:lnTo>
                  <a:pt x="2498368" y="2770498"/>
                </a:lnTo>
                <a:lnTo>
                  <a:pt x="2497312" y="2770212"/>
                </a:lnTo>
                <a:lnTo>
                  <a:pt x="2496227" y="2769949"/>
                </a:lnTo>
                <a:lnTo>
                  <a:pt x="2495112" y="2769708"/>
                </a:lnTo>
                <a:lnTo>
                  <a:pt x="2493968" y="2769491"/>
                </a:lnTo>
                <a:lnTo>
                  <a:pt x="2492794" y="2769296"/>
                </a:lnTo>
                <a:lnTo>
                  <a:pt x="2491591" y="2769125"/>
                </a:lnTo>
                <a:lnTo>
                  <a:pt x="2490359" y="2768976"/>
                </a:lnTo>
                <a:lnTo>
                  <a:pt x="2489098" y="2768850"/>
                </a:lnTo>
                <a:lnTo>
                  <a:pt x="2487807" y="2768747"/>
                </a:lnTo>
                <a:lnTo>
                  <a:pt x="2486486" y="2768667"/>
                </a:lnTo>
                <a:lnTo>
                  <a:pt x="2485137" y="2768609"/>
                </a:lnTo>
                <a:lnTo>
                  <a:pt x="2483758" y="2768575"/>
                </a:lnTo>
                <a:lnTo>
                  <a:pt x="2482350" y="2768564"/>
                </a:lnTo>
                <a:lnTo>
                  <a:pt x="2481022" y="2768575"/>
                </a:lnTo>
                <a:lnTo>
                  <a:pt x="2479717" y="2768609"/>
                </a:lnTo>
                <a:lnTo>
                  <a:pt x="2478435" y="2768667"/>
                </a:lnTo>
                <a:lnTo>
                  <a:pt x="2477174" y="2768747"/>
                </a:lnTo>
                <a:lnTo>
                  <a:pt x="2475936" y="2768850"/>
                </a:lnTo>
                <a:lnTo>
                  <a:pt x="2474720" y="2768976"/>
                </a:lnTo>
                <a:lnTo>
                  <a:pt x="2473527" y="2769125"/>
                </a:lnTo>
                <a:lnTo>
                  <a:pt x="2472356" y="2769296"/>
                </a:lnTo>
                <a:lnTo>
                  <a:pt x="2471207" y="2769491"/>
                </a:lnTo>
                <a:lnTo>
                  <a:pt x="2470080" y="2769708"/>
                </a:lnTo>
                <a:lnTo>
                  <a:pt x="2468976" y="2769949"/>
                </a:lnTo>
                <a:lnTo>
                  <a:pt x="2467894" y="2770212"/>
                </a:lnTo>
                <a:lnTo>
                  <a:pt x="2466835" y="2770498"/>
                </a:lnTo>
                <a:lnTo>
                  <a:pt x="2465797" y="2770807"/>
                </a:lnTo>
                <a:lnTo>
                  <a:pt x="2464782" y="2771139"/>
                </a:lnTo>
                <a:lnTo>
                  <a:pt x="2463790" y="2771494"/>
                </a:lnTo>
                <a:lnTo>
                  <a:pt x="2462819" y="2771872"/>
                </a:lnTo>
                <a:lnTo>
                  <a:pt x="2461871" y="2772273"/>
                </a:lnTo>
                <a:lnTo>
                  <a:pt x="2460946" y="2772696"/>
                </a:lnTo>
                <a:lnTo>
                  <a:pt x="2460042" y="2773143"/>
                </a:lnTo>
                <a:lnTo>
                  <a:pt x="2459161" y="2773612"/>
                </a:lnTo>
                <a:lnTo>
                  <a:pt x="2458302" y="2774104"/>
                </a:lnTo>
                <a:lnTo>
                  <a:pt x="2457466" y="2774619"/>
                </a:lnTo>
                <a:lnTo>
                  <a:pt x="2456651" y="2775157"/>
                </a:lnTo>
                <a:lnTo>
                  <a:pt x="2455879" y="2775715"/>
                </a:lnTo>
                <a:lnTo>
                  <a:pt x="2455139" y="2776288"/>
                </a:lnTo>
                <a:lnTo>
                  <a:pt x="2454432" y="2776877"/>
                </a:lnTo>
                <a:lnTo>
                  <a:pt x="2453758" y="2777482"/>
                </a:lnTo>
                <a:lnTo>
                  <a:pt x="2453117" y="2778103"/>
                </a:lnTo>
                <a:lnTo>
                  <a:pt x="2452509" y="2778739"/>
                </a:lnTo>
                <a:lnTo>
                  <a:pt x="2451934" y="2779392"/>
                </a:lnTo>
                <a:lnTo>
                  <a:pt x="2451391" y="2780060"/>
                </a:lnTo>
                <a:lnTo>
                  <a:pt x="2450882" y="2780744"/>
                </a:lnTo>
                <a:lnTo>
                  <a:pt x="2450405" y="2781444"/>
                </a:lnTo>
                <a:lnTo>
                  <a:pt x="2449961" y="2782160"/>
                </a:lnTo>
                <a:lnTo>
                  <a:pt x="2449551" y="2782892"/>
                </a:lnTo>
                <a:lnTo>
                  <a:pt x="2449172" y="2783640"/>
                </a:lnTo>
                <a:lnTo>
                  <a:pt x="2448827" y="2784403"/>
                </a:lnTo>
                <a:lnTo>
                  <a:pt x="2448515" y="2785182"/>
                </a:lnTo>
                <a:lnTo>
                  <a:pt x="2448236" y="2785977"/>
                </a:lnTo>
                <a:lnTo>
                  <a:pt x="2447989" y="2786788"/>
                </a:lnTo>
                <a:lnTo>
                  <a:pt x="2447775" y="2787615"/>
                </a:lnTo>
                <a:lnTo>
                  <a:pt x="2447594" y="2788458"/>
                </a:lnTo>
                <a:lnTo>
                  <a:pt x="2447447" y="2789317"/>
                </a:lnTo>
                <a:lnTo>
                  <a:pt x="2447331" y="2790191"/>
                </a:lnTo>
                <a:lnTo>
                  <a:pt x="2447249" y="2791081"/>
                </a:lnTo>
                <a:lnTo>
                  <a:pt x="2447200" y="2791987"/>
                </a:lnTo>
                <a:lnTo>
                  <a:pt x="2447184" y="2792909"/>
                </a:lnTo>
                <a:lnTo>
                  <a:pt x="2447183" y="2792936"/>
                </a:lnTo>
                <a:lnTo>
                  <a:pt x="2447182" y="2792961"/>
                </a:lnTo>
                <a:lnTo>
                  <a:pt x="2447181" y="2792983"/>
                </a:lnTo>
                <a:lnTo>
                  <a:pt x="2447179" y="2793003"/>
                </a:lnTo>
                <a:lnTo>
                  <a:pt x="2447176" y="2793021"/>
                </a:lnTo>
                <a:lnTo>
                  <a:pt x="2447173" y="2793036"/>
                </a:lnTo>
                <a:lnTo>
                  <a:pt x="2447169" y="2793049"/>
                </a:lnTo>
                <a:lnTo>
                  <a:pt x="2447165" y="2793059"/>
                </a:lnTo>
                <a:lnTo>
                  <a:pt x="2447160" y="2793068"/>
                </a:lnTo>
                <a:lnTo>
                  <a:pt x="2447154" y="2793074"/>
                </a:lnTo>
                <a:lnTo>
                  <a:pt x="2447148" y="2793077"/>
                </a:lnTo>
                <a:lnTo>
                  <a:pt x="2447141" y="2793078"/>
                </a:lnTo>
                <a:lnTo>
                  <a:pt x="2447134" y="2793077"/>
                </a:lnTo>
                <a:lnTo>
                  <a:pt x="2447126" y="2793074"/>
                </a:lnTo>
                <a:lnTo>
                  <a:pt x="2447117" y="2793068"/>
                </a:lnTo>
                <a:lnTo>
                  <a:pt x="2447108" y="2793059"/>
                </a:lnTo>
                <a:lnTo>
                  <a:pt x="2447099" y="2793049"/>
                </a:lnTo>
                <a:lnTo>
                  <a:pt x="2447088" y="2793036"/>
                </a:lnTo>
                <a:lnTo>
                  <a:pt x="2447078" y="2793021"/>
                </a:lnTo>
                <a:lnTo>
                  <a:pt x="2447066" y="2793003"/>
                </a:lnTo>
                <a:lnTo>
                  <a:pt x="2447054" y="2792983"/>
                </a:lnTo>
                <a:lnTo>
                  <a:pt x="2447041" y="2792961"/>
                </a:lnTo>
                <a:lnTo>
                  <a:pt x="2447028" y="2792936"/>
                </a:lnTo>
                <a:lnTo>
                  <a:pt x="2447014" y="2792909"/>
                </a:lnTo>
                <a:lnTo>
                  <a:pt x="2447014" y="2792883"/>
                </a:lnTo>
                <a:lnTo>
                  <a:pt x="2447014" y="2792944"/>
                </a:lnTo>
                <a:lnTo>
                  <a:pt x="2447014" y="2793009"/>
                </a:lnTo>
                <a:lnTo>
                  <a:pt x="2447014" y="2793078"/>
                </a:lnTo>
                <a:lnTo>
                  <a:pt x="2447029" y="2793152"/>
                </a:lnTo>
                <a:lnTo>
                  <a:pt x="2447044" y="2793232"/>
                </a:lnTo>
                <a:lnTo>
                  <a:pt x="2447059" y="2793319"/>
                </a:lnTo>
                <a:lnTo>
                  <a:pt x="2447076" y="2793412"/>
                </a:lnTo>
                <a:lnTo>
                  <a:pt x="2447092" y="2793511"/>
                </a:lnTo>
                <a:close/>
                <a:moveTo>
                  <a:pt x="2472224" y="2845959"/>
                </a:moveTo>
                <a:lnTo>
                  <a:pt x="2471659" y="2845859"/>
                </a:lnTo>
                <a:lnTo>
                  <a:pt x="2471108" y="2845747"/>
                </a:lnTo>
                <a:lnTo>
                  <a:pt x="2470571" y="2845624"/>
                </a:lnTo>
                <a:lnTo>
                  <a:pt x="2470050" y="2845489"/>
                </a:lnTo>
                <a:lnTo>
                  <a:pt x="2469543" y="2845342"/>
                </a:lnTo>
                <a:lnTo>
                  <a:pt x="2469051" y="2845184"/>
                </a:lnTo>
                <a:lnTo>
                  <a:pt x="2468573" y="2845014"/>
                </a:lnTo>
                <a:lnTo>
                  <a:pt x="2468110" y="2844832"/>
                </a:lnTo>
                <a:lnTo>
                  <a:pt x="2467662" y="2844638"/>
                </a:lnTo>
                <a:lnTo>
                  <a:pt x="2467228" y="2844432"/>
                </a:lnTo>
                <a:lnTo>
                  <a:pt x="2466810" y="2844215"/>
                </a:lnTo>
                <a:lnTo>
                  <a:pt x="2466405" y="2843986"/>
                </a:lnTo>
                <a:lnTo>
                  <a:pt x="2466016" y="2843746"/>
                </a:lnTo>
                <a:lnTo>
                  <a:pt x="2465641" y="2843493"/>
                </a:lnTo>
                <a:lnTo>
                  <a:pt x="2465281" y="2843229"/>
                </a:lnTo>
                <a:lnTo>
                  <a:pt x="2464936" y="2842953"/>
                </a:lnTo>
                <a:lnTo>
                  <a:pt x="2464618" y="2842665"/>
                </a:lnTo>
                <a:lnTo>
                  <a:pt x="2464314" y="2842366"/>
                </a:lnTo>
                <a:lnTo>
                  <a:pt x="2464024" y="2842055"/>
                </a:lnTo>
                <a:lnTo>
                  <a:pt x="2463747" y="2841732"/>
                </a:lnTo>
                <a:lnTo>
                  <a:pt x="2463484" y="2841397"/>
                </a:lnTo>
                <a:lnTo>
                  <a:pt x="2463234" y="2841051"/>
                </a:lnTo>
                <a:lnTo>
                  <a:pt x="2462998" y="2840693"/>
                </a:lnTo>
                <a:lnTo>
                  <a:pt x="2462775" y="2840323"/>
                </a:lnTo>
                <a:lnTo>
                  <a:pt x="2462566" y="2839942"/>
                </a:lnTo>
                <a:lnTo>
                  <a:pt x="2462370" y="2839548"/>
                </a:lnTo>
                <a:lnTo>
                  <a:pt x="2462188" y="2839143"/>
                </a:lnTo>
                <a:lnTo>
                  <a:pt x="2462019" y="2838726"/>
                </a:lnTo>
                <a:lnTo>
                  <a:pt x="2461864" y="2838298"/>
                </a:lnTo>
                <a:lnTo>
                  <a:pt x="2461722" y="2837858"/>
                </a:lnTo>
                <a:lnTo>
                  <a:pt x="2461594" y="2837406"/>
                </a:lnTo>
                <a:lnTo>
                  <a:pt x="2461479" y="2836942"/>
                </a:lnTo>
                <a:lnTo>
                  <a:pt x="2461378" y="2836466"/>
                </a:lnTo>
                <a:lnTo>
                  <a:pt x="2461290" y="2835979"/>
                </a:lnTo>
                <a:lnTo>
                  <a:pt x="2461216" y="2835480"/>
                </a:lnTo>
                <a:lnTo>
                  <a:pt x="2461155" y="2834969"/>
                </a:lnTo>
                <a:lnTo>
                  <a:pt x="2461108" y="2834447"/>
                </a:lnTo>
                <a:lnTo>
                  <a:pt x="2461074" y="2833913"/>
                </a:lnTo>
                <a:lnTo>
                  <a:pt x="2461054" y="2833367"/>
                </a:lnTo>
                <a:lnTo>
                  <a:pt x="2461047" y="2832809"/>
                </a:lnTo>
                <a:lnTo>
                  <a:pt x="2461053" y="2832265"/>
                </a:lnTo>
                <a:lnTo>
                  <a:pt x="2461072" y="2831731"/>
                </a:lnTo>
                <a:lnTo>
                  <a:pt x="2461103" y="2831208"/>
                </a:lnTo>
                <a:lnTo>
                  <a:pt x="2461146" y="2830696"/>
                </a:lnTo>
                <a:lnTo>
                  <a:pt x="2461201" y="2830194"/>
                </a:lnTo>
                <a:lnTo>
                  <a:pt x="2461269" y="2829702"/>
                </a:lnTo>
                <a:lnTo>
                  <a:pt x="2461349" y="2829222"/>
                </a:lnTo>
                <a:lnTo>
                  <a:pt x="2461442" y="2828751"/>
                </a:lnTo>
                <a:lnTo>
                  <a:pt x="2461546" y="2828292"/>
                </a:lnTo>
                <a:lnTo>
                  <a:pt x="2461663" y="2827843"/>
                </a:lnTo>
                <a:lnTo>
                  <a:pt x="2461793" y="2827404"/>
                </a:lnTo>
                <a:lnTo>
                  <a:pt x="2461935" y="2826976"/>
                </a:lnTo>
                <a:lnTo>
                  <a:pt x="2462089" y="2826559"/>
                </a:lnTo>
                <a:lnTo>
                  <a:pt x="2462255" y="2826152"/>
                </a:lnTo>
                <a:lnTo>
                  <a:pt x="2462434" y="2825756"/>
                </a:lnTo>
                <a:lnTo>
                  <a:pt x="2462625" y="2825370"/>
                </a:lnTo>
                <a:lnTo>
                  <a:pt x="2462828" y="2824995"/>
                </a:lnTo>
                <a:lnTo>
                  <a:pt x="2463044" y="2824630"/>
                </a:lnTo>
                <a:lnTo>
                  <a:pt x="2463272" y="2824276"/>
                </a:lnTo>
                <a:lnTo>
                  <a:pt x="2463513" y="2823933"/>
                </a:lnTo>
                <a:lnTo>
                  <a:pt x="2463765" y="2823600"/>
                </a:lnTo>
                <a:lnTo>
                  <a:pt x="2464030" y="2823278"/>
                </a:lnTo>
                <a:lnTo>
                  <a:pt x="2464308" y="2822966"/>
                </a:lnTo>
                <a:lnTo>
                  <a:pt x="2464597" y="2822665"/>
                </a:lnTo>
                <a:lnTo>
                  <a:pt x="2464916" y="2822359"/>
                </a:lnTo>
                <a:lnTo>
                  <a:pt x="2465250" y="2822060"/>
                </a:lnTo>
                <a:lnTo>
                  <a:pt x="2465601" y="2821769"/>
                </a:lnTo>
                <a:lnTo>
                  <a:pt x="2465969" y="2821486"/>
                </a:lnTo>
                <a:lnTo>
                  <a:pt x="2466353" y="2821211"/>
                </a:lnTo>
                <a:lnTo>
                  <a:pt x="2466753" y="2820943"/>
                </a:lnTo>
                <a:lnTo>
                  <a:pt x="2467170" y="2820682"/>
                </a:lnTo>
                <a:lnTo>
                  <a:pt x="2467603" y="2820430"/>
                </a:lnTo>
                <a:lnTo>
                  <a:pt x="2468053" y="2820184"/>
                </a:lnTo>
                <a:lnTo>
                  <a:pt x="2468519" y="2819947"/>
                </a:lnTo>
                <a:lnTo>
                  <a:pt x="2469001" y="2819717"/>
                </a:lnTo>
                <a:lnTo>
                  <a:pt x="2469500" y="2819495"/>
                </a:lnTo>
                <a:lnTo>
                  <a:pt x="2470016" y="2819280"/>
                </a:lnTo>
                <a:lnTo>
                  <a:pt x="2470548" y="2819074"/>
                </a:lnTo>
                <a:lnTo>
                  <a:pt x="2471096" y="2818874"/>
                </a:lnTo>
                <a:lnTo>
                  <a:pt x="2471661" y="2818683"/>
                </a:lnTo>
                <a:lnTo>
                  <a:pt x="2472242" y="2818499"/>
                </a:lnTo>
                <a:lnTo>
                  <a:pt x="2472839" y="2818322"/>
                </a:lnTo>
                <a:lnTo>
                  <a:pt x="2473453" y="2818153"/>
                </a:lnTo>
                <a:lnTo>
                  <a:pt x="2474084" y="2817992"/>
                </a:lnTo>
                <a:lnTo>
                  <a:pt x="2474731" y="2817839"/>
                </a:lnTo>
                <a:lnTo>
                  <a:pt x="2475394" y="2817693"/>
                </a:lnTo>
                <a:lnTo>
                  <a:pt x="2476074" y="2817555"/>
                </a:lnTo>
                <a:lnTo>
                  <a:pt x="2476770" y="2817424"/>
                </a:lnTo>
                <a:lnTo>
                  <a:pt x="2477499" y="2817286"/>
                </a:lnTo>
                <a:lnTo>
                  <a:pt x="2478248" y="2817154"/>
                </a:lnTo>
                <a:lnTo>
                  <a:pt x="2479018" y="2817028"/>
                </a:lnTo>
                <a:lnTo>
                  <a:pt x="2479809" y="2816907"/>
                </a:lnTo>
                <a:lnTo>
                  <a:pt x="2480620" y="2816793"/>
                </a:lnTo>
                <a:lnTo>
                  <a:pt x="2481451" y="2816684"/>
                </a:lnTo>
                <a:lnTo>
                  <a:pt x="2482303" y="2816582"/>
                </a:lnTo>
                <a:lnTo>
                  <a:pt x="2483176" y="2816485"/>
                </a:lnTo>
                <a:lnTo>
                  <a:pt x="2484069" y="2816394"/>
                </a:lnTo>
                <a:lnTo>
                  <a:pt x="2484983" y="2816309"/>
                </a:lnTo>
                <a:lnTo>
                  <a:pt x="2485917" y="2816229"/>
                </a:lnTo>
                <a:lnTo>
                  <a:pt x="2486872" y="2816156"/>
                </a:lnTo>
                <a:lnTo>
                  <a:pt x="2487847" y="2816088"/>
                </a:lnTo>
                <a:lnTo>
                  <a:pt x="2488843" y="2816027"/>
                </a:lnTo>
                <a:lnTo>
                  <a:pt x="2489860" y="2815971"/>
                </a:lnTo>
                <a:lnTo>
                  <a:pt x="2490897" y="2815921"/>
                </a:lnTo>
                <a:lnTo>
                  <a:pt x="2491954" y="2815877"/>
                </a:lnTo>
                <a:lnTo>
                  <a:pt x="2493032" y="2815839"/>
                </a:lnTo>
                <a:lnTo>
                  <a:pt x="2494131" y="2815807"/>
                </a:lnTo>
                <a:lnTo>
                  <a:pt x="2495250" y="2815780"/>
                </a:lnTo>
                <a:lnTo>
                  <a:pt x="2496390" y="2815760"/>
                </a:lnTo>
                <a:lnTo>
                  <a:pt x="2497550" y="2815745"/>
                </a:lnTo>
                <a:lnTo>
                  <a:pt x="2498731" y="2815736"/>
                </a:lnTo>
                <a:lnTo>
                  <a:pt x="2499932" y="2815733"/>
                </a:lnTo>
                <a:lnTo>
                  <a:pt x="2499932" y="2820974"/>
                </a:lnTo>
                <a:lnTo>
                  <a:pt x="2499928" y="2821564"/>
                </a:lnTo>
                <a:lnTo>
                  <a:pt x="2499915" y="2822148"/>
                </a:lnTo>
                <a:lnTo>
                  <a:pt x="2499893" y="2822728"/>
                </a:lnTo>
                <a:lnTo>
                  <a:pt x="2499862" y="2823304"/>
                </a:lnTo>
                <a:lnTo>
                  <a:pt x="2499822" y="2823874"/>
                </a:lnTo>
                <a:lnTo>
                  <a:pt x="2499774" y="2824440"/>
                </a:lnTo>
                <a:lnTo>
                  <a:pt x="2499717" y="2825001"/>
                </a:lnTo>
                <a:lnTo>
                  <a:pt x="2499651" y="2825558"/>
                </a:lnTo>
                <a:lnTo>
                  <a:pt x="2499576" y="2826110"/>
                </a:lnTo>
                <a:lnTo>
                  <a:pt x="2499492" y="2826657"/>
                </a:lnTo>
                <a:lnTo>
                  <a:pt x="2499400" y="2827199"/>
                </a:lnTo>
                <a:lnTo>
                  <a:pt x="2499298" y="2827737"/>
                </a:lnTo>
                <a:lnTo>
                  <a:pt x="2499188" y="2828270"/>
                </a:lnTo>
                <a:lnTo>
                  <a:pt x="2499069" y="2828798"/>
                </a:lnTo>
                <a:lnTo>
                  <a:pt x="2498942" y="2829322"/>
                </a:lnTo>
                <a:lnTo>
                  <a:pt x="2498805" y="2829841"/>
                </a:lnTo>
                <a:lnTo>
                  <a:pt x="2498660" y="2830355"/>
                </a:lnTo>
                <a:lnTo>
                  <a:pt x="2498506" y="2830865"/>
                </a:lnTo>
                <a:lnTo>
                  <a:pt x="2498343" y="2831370"/>
                </a:lnTo>
                <a:lnTo>
                  <a:pt x="2498171" y="2831870"/>
                </a:lnTo>
                <a:lnTo>
                  <a:pt x="2497991" y="2832365"/>
                </a:lnTo>
                <a:lnTo>
                  <a:pt x="2497802" y="2832856"/>
                </a:lnTo>
                <a:lnTo>
                  <a:pt x="2497604" y="2833342"/>
                </a:lnTo>
                <a:lnTo>
                  <a:pt x="2497397" y="2833823"/>
                </a:lnTo>
                <a:lnTo>
                  <a:pt x="2497195" y="2834298"/>
                </a:lnTo>
                <a:lnTo>
                  <a:pt x="2496983" y="2834765"/>
                </a:lnTo>
                <a:lnTo>
                  <a:pt x="2496763" y="2835223"/>
                </a:lnTo>
                <a:lnTo>
                  <a:pt x="2496533" y="2835674"/>
                </a:lnTo>
                <a:lnTo>
                  <a:pt x="2496293" y="2836116"/>
                </a:lnTo>
                <a:lnTo>
                  <a:pt x="2496044" y="2836550"/>
                </a:lnTo>
                <a:lnTo>
                  <a:pt x="2495786" y="2836975"/>
                </a:lnTo>
                <a:lnTo>
                  <a:pt x="2495518" y="2837393"/>
                </a:lnTo>
                <a:lnTo>
                  <a:pt x="2495241" y="2837802"/>
                </a:lnTo>
                <a:lnTo>
                  <a:pt x="2494954" y="2838203"/>
                </a:lnTo>
                <a:lnTo>
                  <a:pt x="2494659" y="2838595"/>
                </a:lnTo>
                <a:lnTo>
                  <a:pt x="2494353" y="2838980"/>
                </a:lnTo>
                <a:lnTo>
                  <a:pt x="2494039" y="2839356"/>
                </a:lnTo>
                <a:lnTo>
                  <a:pt x="2493715" y="2839724"/>
                </a:lnTo>
                <a:lnTo>
                  <a:pt x="2493381" y="2840084"/>
                </a:lnTo>
                <a:lnTo>
                  <a:pt x="2493038" y="2840436"/>
                </a:lnTo>
                <a:lnTo>
                  <a:pt x="2492686" y="2840779"/>
                </a:lnTo>
                <a:lnTo>
                  <a:pt x="2492324" y="2841114"/>
                </a:lnTo>
                <a:lnTo>
                  <a:pt x="2491953" y="2841441"/>
                </a:lnTo>
                <a:lnTo>
                  <a:pt x="2491573" y="2841760"/>
                </a:lnTo>
                <a:lnTo>
                  <a:pt x="2491183" y="2842071"/>
                </a:lnTo>
                <a:lnTo>
                  <a:pt x="2490784" y="2842373"/>
                </a:lnTo>
                <a:lnTo>
                  <a:pt x="2490376" y="2842667"/>
                </a:lnTo>
                <a:lnTo>
                  <a:pt x="2489958" y="2842953"/>
                </a:lnTo>
                <a:lnTo>
                  <a:pt x="2489544" y="2843229"/>
                </a:lnTo>
                <a:lnTo>
                  <a:pt x="2489121" y="2843493"/>
                </a:lnTo>
                <a:lnTo>
                  <a:pt x="2488687" y="2843746"/>
                </a:lnTo>
                <a:lnTo>
                  <a:pt x="2488244" y="2843986"/>
                </a:lnTo>
                <a:lnTo>
                  <a:pt x="2487790" y="2844215"/>
                </a:lnTo>
                <a:lnTo>
                  <a:pt x="2487327" y="2844432"/>
                </a:lnTo>
                <a:lnTo>
                  <a:pt x="2486853" y="2844638"/>
                </a:lnTo>
                <a:lnTo>
                  <a:pt x="2486370" y="2844832"/>
                </a:lnTo>
                <a:lnTo>
                  <a:pt x="2485876" y="2845014"/>
                </a:lnTo>
                <a:lnTo>
                  <a:pt x="2485373" y="2845184"/>
                </a:lnTo>
                <a:lnTo>
                  <a:pt x="2484859" y="2845342"/>
                </a:lnTo>
                <a:lnTo>
                  <a:pt x="2484336" y="2845489"/>
                </a:lnTo>
                <a:lnTo>
                  <a:pt x="2483803" y="2845624"/>
                </a:lnTo>
                <a:lnTo>
                  <a:pt x="2483259" y="2845747"/>
                </a:lnTo>
                <a:lnTo>
                  <a:pt x="2482706" y="2845859"/>
                </a:lnTo>
                <a:lnTo>
                  <a:pt x="2482143" y="2845959"/>
                </a:lnTo>
                <a:lnTo>
                  <a:pt x="2481570" y="2846047"/>
                </a:lnTo>
                <a:lnTo>
                  <a:pt x="2480986" y="2846123"/>
                </a:lnTo>
                <a:lnTo>
                  <a:pt x="2480393" y="2846188"/>
                </a:lnTo>
                <a:lnTo>
                  <a:pt x="2479790" y="2846241"/>
                </a:lnTo>
                <a:lnTo>
                  <a:pt x="2479177" y="2846282"/>
                </a:lnTo>
                <a:lnTo>
                  <a:pt x="2478554" y="2846311"/>
                </a:lnTo>
                <a:lnTo>
                  <a:pt x="2477921" y="2846329"/>
                </a:lnTo>
                <a:lnTo>
                  <a:pt x="2477277" y="2846334"/>
                </a:lnTo>
                <a:lnTo>
                  <a:pt x="2476594" y="2846329"/>
                </a:lnTo>
                <a:lnTo>
                  <a:pt x="2475926" y="2846311"/>
                </a:lnTo>
                <a:lnTo>
                  <a:pt x="2475272" y="2846282"/>
                </a:lnTo>
                <a:lnTo>
                  <a:pt x="2474633" y="2846241"/>
                </a:lnTo>
                <a:lnTo>
                  <a:pt x="2474009" y="2846188"/>
                </a:lnTo>
                <a:lnTo>
                  <a:pt x="2473399" y="2846123"/>
                </a:lnTo>
                <a:lnTo>
                  <a:pt x="2472804" y="2846047"/>
                </a:lnTo>
                <a:lnTo>
                  <a:pt x="2472224" y="2845959"/>
                </a:lnTo>
                <a:close/>
                <a:moveTo>
                  <a:pt x="2365844" y="2849452"/>
                </a:moveTo>
                <a:lnTo>
                  <a:pt x="2366201" y="2849812"/>
                </a:lnTo>
                <a:lnTo>
                  <a:pt x="2366567" y="2850167"/>
                </a:lnTo>
                <a:lnTo>
                  <a:pt x="2366943" y="2850516"/>
                </a:lnTo>
                <a:lnTo>
                  <a:pt x="2367328" y="2850860"/>
                </a:lnTo>
                <a:lnTo>
                  <a:pt x="2367722" y="2851199"/>
                </a:lnTo>
                <a:lnTo>
                  <a:pt x="2368126" y="2851533"/>
                </a:lnTo>
                <a:lnTo>
                  <a:pt x="2368539" y="2851862"/>
                </a:lnTo>
                <a:lnTo>
                  <a:pt x="2368962" y="2852185"/>
                </a:lnTo>
                <a:lnTo>
                  <a:pt x="2369394" y="2852503"/>
                </a:lnTo>
                <a:lnTo>
                  <a:pt x="2369836" y="2852815"/>
                </a:lnTo>
                <a:lnTo>
                  <a:pt x="2370286" y="2853123"/>
                </a:lnTo>
                <a:lnTo>
                  <a:pt x="2370747" y="2853425"/>
                </a:lnTo>
                <a:lnTo>
                  <a:pt x="2371216" y="2853721"/>
                </a:lnTo>
                <a:lnTo>
                  <a:pt x="2371695" y="2854013"/>
                </a:lnTo>
                <a:lnTo>
                  <a:pt x="2372184" y="2854299"/>
                </a:lnTo>
                <a:lnTo>
                  <a:pt x="2372681" y="2854580"/>
                </a:lnTo>
                <a:lnTo>
                  <a:pt x="2373189" y="2854856"/>
                </a:lnTo>
                <a:lnTo>
                  <a:pt x="2373705" y="2855126"/>
                </a:lnTo>
                <a:lnTo>
                  <a:pt x="2374244" y="2855388"/>
                </a:lnTo>
                <a:lnTo>
                  <a:pt x="2374791" y="2855639"/>
                </a:lnTo>
                <a:lnTo>
                  <a:pt x="2375346" y="2855879"/>
                </a:lnTo>
                <a:lnTo>
                  <a:pt x="2375908" y="2856107"/>
                </a:lnTo>
                <a:lnTo>
                  <a:pt x="2376478" y="2856325"/>
                </a:lnTo>
                <a:lnTo>
                  <a:pt x="2377055" y="2856531"/>
                </a:lnTo>
                <a:lnTo>
                  <a:pt x="2377640" y="2856727"/>
                </a:lnTo>
                <a:lnTo>
                  <a:pt x="2378233" y="2856911"/>
                </a:lnTo>
                <a:lnTo>
                  <a:pt x="2378833" y="2857083"/>
                </a:lnTo>
                <a:lnTo>
                  <a:pt x="2379441" y="2857245"/>
                </a:lnTo>
                <a:lnTo>
                  <a:pt x="2380056" y="2857396"/>
                </a:lnTo>
                <a:lnTo>
                  <a:pt x="2380679" y="2857535"/>
                </a:lnTo>
                <a:lnTo>
                  <a:pt x="2381310" y="2857663"/>
                </a:lnTo>
                <a:lnTo>
                  <a:pt x="2381949" y="2857781"/>
                </a:lnTo>
                <a:lnTo>
                  <a:pt x="2382595" y="2857886"/>
                </a:lnTo>
                <a:lnTo>
                  <a:pt x="2383248" y="2857981"/>
                </a:lnTo>
                <a:lnTo>
                  <a:pt x="2383910" y="2858065"/>
                </a:lnTo>
                <a:lnTo>
                  <a:pt x="2384579" y="2858137"/>
                </a:lnTo>
                <a:lnTo>
                  <a:pt x="2385255" y="2858199"/>
                </a:lnTo>
                <a:lnTo>
                  <a:pt x="2385939" y="2858249"/>
                </a:lnTo>
                <a:lnTo>
                  <a:pt x="2386631" y="2858288"/>
                </a:lnTo>
                <a:lnTo>
                  <a:pt x="2387331" y="2858316"/>
                </a:lnTo>
                <a:lnTo>
                  <a:pt x="2388038" y="2858333"/>
                </a:lnTo>
                <a:lnTo>
                  <a:pt x="2388752" y="2858338"/>
                </a:lnTo>
                <a:lnTo>
                  <a:pt x="2389552" y="2858330"/>
                </a:lnTo>
                <a:lnTo>
                  <a:pt x="2390346" y="2858304"/>
                </a:lnTo>
                <a:lnTo>
                  <a:pt x="2391133" y="2858262"/>
                </a:lnTo>
                <a:lnTo>
                  <a:pt x="2391913" y="2858202"/>
                </a:lnTo>
                <a:lnTo>
                  <a:pt x="2392687" y="2858125"/>
                </a:lnTo>
                <a:lnTo>
                  <a:pt x="2393455" y="2858032"/>
                </a:lnTo>
                <a:lnTo>
                  <a:pt x="2394216" y="2857921"/>
                </a:lnTo>
                <a:lnTo>
                  <a:pt x="2394970" y="2857793"/>
                </a:lnTo>
                <a:lnTo>
                  <a:pt x="2395718" y="2857649"/>
                </a:lnTo>
                <a:lnTo>
                  <a:pt x="2396460" y="2857487"/>
                </a:lnTo>
                <a:lnTo>
                  <a:pt x="2397195" y="2857308"/>
                </a:lnTo>
                <a:lnTo>
                  <a:pt x="2397924" y="2857113"/>
                </a:lnTo>
                <a:lnTo>
                  <a:pt x="2398647" y="2856900"/>
                </a:lnTo>
                <a:lnTo>
                  <a:pt x="2399362" y="2856670"/>
                </a:lnTo>
                <a:lnTo>
                  <a:pt x="2400072" y="2856423"/>
                </a:lnTo>
                <a:lnTo>
                  <a:pt x="2400775" y="2856159"/>
                </a:lnTo>
                <a:lnTo>
                  <a:pt x="2401471" y="2855878"/>
                </a:lnTo>
                <a:lnTo>
                  <a:pt x="2402161" y="2855580"/>
                </a:lnTo>
                <a:lnTo>
                  <a:pt x="2402845" y="2855265"/>
                </a:lnTo>
                <a:lnTo>
                  <a:pt x="2403522" y="2854933"/>
                </a:lnTo>
                <a:lnTo>
                  <a:pt x="2404193" y="2854584"/>
                </a:lnTo>
                <a:lnTo>
                  <a:pt x="2404857" y="2854218"/>
                </a:lnTo>
                <a:lnTo>
                  <a:pt x="2405515" y="2853835"/>
                </a:lnTo>
                <a:lnTo>
                  <a:pt x="2406166" y="2853435"/>
                </a:lnTo>
                <a:lnTo>
                  <a:pt x="2406823" y="2853005"/>
                </a:lnTo>
                <a:lnTo>
                  <a:pt x="2407468" y="2852558"/>
                </a:lnTo>
                <a:lnTo>
                  <a:pt x="2408103" y="2852096"/>
                </a:lnTo>
                <a:lnTo>
                  <a:pt x="2408726" y="2851618"/>
                </a:lnTo>
                <a:lnTo>
                  <a:pt x="2409338" y="2851124"/>
                </a:lnTo>
                <a:lnTo>
                  <a:pt x="2409939" y="2850614"/>
                </a:lnTo>
                <a:lnTo>
                  <a:pt x="2410528" y="2850088"/>
                </a:lnTo>
                <a:lnTo>
                  <a:pt x="2411107" y="2849547"/>
                </a:lnTo>
                <a:lnTo>
                  <a:pt x="2411674" y="2848989"/>
                </a:lnTo>
                <a:lnTo>
                  <a:pt x="2412230" y="2848416"/>
                </a:lnTo>
                <a:lnTo>
                  <a:pt x="2412775" y="2847827"/>
                </a:lnTo>
                <a:lnTo>
                  <a:pt x="2413309" y="2847222"/>
                </a:lnTo>
                <a:lnTo>
                  <a:pt x="2413832" y="2846601"/>
                </a:lnTo>
                <a:lnTo>
                  <a:pt x="2414344" y="2845965"/>
                </a:lnTo>
                <a:lnTo>
                  <a:pt x="2414844" y="2845312"/>
                </a:lnTo>
                <a:lnTo>
                  <a:pt x="2415333" y="2844644"/>
                </a:lnTo>
                <a:lnTo>
                  <a:pt x="2415812" y="2843960"/>
                </a:lnTo>
                <a:lnTo>
                  <a:pt x="2416279" y="2843259"/>
                </a:lnTo>
                <a:lnTo>
                  <a:pt x="2416734" y="2842544"/>
                </a:lnTo>
                <a:lnTo>
                  <a:pt x="2417179" y="2841812"/>
                </a:lnTo>
                <a:lnTo>
                  <a:pt x="2417613" y="2841064"/>
                </a:lnTo>
                <a:lnTo>
                  <a:pt x="2418035" y="2840301"/>
                </a:lnTo>
                <a:lnTo>
                  <a:pt x="2418446" y="2839521"/>
                </a:lnTo>
                <a:lnTo>
                  <a:pt x="2418846" y="2838726"/>
                </a:lnTo>
                <a:lnTo>
                  <a:pt x="2419232" y="2837902"/>
                </a:lnTo>
                <a:lnTo>
                  <a:pt x="2419602" y="2837061"/>
                </a:lnTo>
                <a:lnTo>
                  <a:pt x="2419956" y="2836206"/>
                </a:lnTo>
                <a:lnTo>
                  <a:pt x="2420293" y="2835336"/>
                </a:lnTo>
                <a:lnTo>
                  <a:pt x="2420613" y="2834450"/>
                </a:lnTo>
                <a:lnTo>
                  <a:pt x="2420917" y="2833549"/>
                </a:lnTo>
                <a:lnTo>
                  <a:pt x="2421205" y="2832632"/>
                </a:lnTo>
                <a:lnTo>
                  <a:pt x="2421476" y="2831701"/>
                </a:lnTo>
                <a:lnTo>
                  <a:pt x="2421731" y="2830754"/>
                </a:lnTo>
                <a:lnTo>
                  <a:pt x="2421969" y="2829792"/>
                </a:lnTo>
                <a:lnTo>
                  <a:pt x="2422191" y="2828814"/>
                </a:lnTo>
                <a:lnTo>
                  <a:pt x="2422397" y="2827822"/>
                </a:lnTo>
                <a:lnTo>
                  <a:pt x="2422586" y="2826814"/>
                </a:lnTo>
                <a:lnTo>
                  <a:pt x="2422758" y="2825790"/>
                </a:lnTo>
                <a:lnTo>
                  <a:pt x="2422914" y="2824752"/>
                </a:lnTo>
                <a:lnTo>
                  <a:pt x="2423054" y="2823698"/>
                </a:lnTo>
                <a:lnTo>
                  <a:pt x="2423177" y="2822629"/>
                </a:lnTo>
                <a:lnTo>
                  <a:pt x="2423284" y="2821545"/>
                </a:lnTo>
                <a:lnTo>
                  <a:pt x="2423375" y="2820445"/>
                </a:lnTo>
                <a:lnTo>
                  <a:pt x="2423449" y="2819331"/>
                </a:lnTo>
                <a:lnTo>
                  <a:pt x="2423506" y="2818200"/>
                </a:lnTo>
                <a:lnTo>
                  <a:pt x="2423547" y="2817055"/>
                </a:lnTo>
                <a:lnTo>
                  <a:pt x="2423572" y="2815895"/>
                </a:lnTo>
                <a:lnTo>
                  <a:pt x="2423580" y="2814719"/>
                </a:lnTo>
                <a:lnTo>
                  <a:pt x="2423580" y="2812521"/>
                </a:lnTo>
                <a:lnTo>
                  <a:pt x="2423572" y="2811249"/>
                </a:lnTo>
                <a:lnTo>
                  <a:pt x="2423548" y="2809997"/>
                </a:lnTo>
                <a:lnTo>
                  <a:pt x="2423509" y="2808764"/>
                </a:lnTo>
                <a:lnTo>
                  <a:pt x="2423453" y="2807552"/>
                </a:lnTo>
                <a:lnTo>
                  <a:pt x="2423382" y="2806360"/>
                </a:lnTo>
                <a:lnTo>
                  <a:pt x="2423295" y="2805188"/>
                </a:lnTo>
                <a:lnTo>
                  <a:pt x="2423192" y="2804035"/>
                </a:lnTo>
                <a:lnTo>
                  <a:pt x="2423073" y="2802903"/>
                </a:lnTo>
                <a:lnTo>
                  <a:pt x="2422938" y="2801791"/>
                </a:lnTo>
                <a:lnTo>
                  <a:pt x="2422788" y="2800698"/>
                </a:lnTo>
                <a:lnTo>
                  <a:pt x="2422621" y="2799626"/>
                </a:lnTo>
                <a:lnTo>
                  <a:pt x="2422439" y="2798573"/>
                </a:lnTo>
                <a:lnTo>
                  <a:pt x="2422241" y="2797540"/>
                </a:lnTo>
                <a:lnTo>
                  <a:pt x="2422027" y="2796528"/>
                </a:lnTo>
                <a:lnTo>
                  <a:pt x="2421797" y="2795535"/>
                </a:lnTo>
                <a:lnTo>
                  <a:pt x="2421551" y="2794562"/>
                </a:lnTo>
                <a:lnTo>
                  <a:pt x="2421290" y="2793610"/>
                </a:lnTo>
                <a:lnTo>
                  <a:pt x="2421013" y="2792677"/>
                </a:lnTo>
                <a:lnTo>
                  <a:pt x="2420719" y="2791764"/>
                </a:lnTo>
                <a:lnTo>
                  <a:pt x="2420410" y="2790871"/>
                </a:lnTo>
                <a:lnTo>
                  <a:pt x="2420085" y="2789998"/>
                </a:lnTo>
                <a:lnTo>
                  <a:pt x="2419744" y="2789145"/>
                </a:lnTo>
                <a:lnTo>
                  <a:pt x="2419388" y="2788312"/>
                </a:lnTo>
                <a:lnTo>
                  <a:pt x="2419015" y="2787499"/>
                </a:lnTo>
                <a:lnTo>
                  <a:pt x="2418643" y="2786705"/>
                </a:lnTo>
                <a:lnTo>
                  <a:pt x="2418259" y="2785928"/>
                </a:lnTo>
                <a:lnTo>
                  <a:pt x="2417864" y="2785169"/>
                </a:lnTo>
                <a:lnTo>
                  <a:pt x="2417456" y="2784428"/>
                </a:lnTo>
                <a:lnTo>
                  <a:pt x="2417037" y="2783704"/>
                </a:lnTo>
                <a:lnTo>
                  <a:pt x="2416606" y="2782998"/>
                </a:lnTo>
                <a:lnTo>
                  <a:pt x="2416164" y="2782309"/>
                </a:lnTo>
                <a:lnTo>
                  <a:pt x="2415709" y="2781638"/>
                </a:lnTo>
                <a:lnTo>
                  <a:pt x="2415243" y="2780985"/>
                </a:lnTo>
                <a:lnTo>
                  <a:pt x="2414765" y="2780349"/>
                </a:lnTo>
                <a:lnTo>
                  <a:pt x="2414276" y="2779731"/>
                </a:lnTo>
                <a:lnTo>
                  <a:pt x="2413774" y="2779130"/>
                </a:lnTo>
                <a:lnTo>
                  <a:pt x="2413261" y="2778547"/>
                </a:lnTo>
                <a:lnTo>
                  <a:pt x="2412736" y="2777982"/>
                </a:lnTo>
                <a:lnTo>
                  <a:pt x="2412200" y="2777434"/>
                </a:lnTo>
                <a:lnTo>
                  <a:pt x="2411651" y="2776904"/>
                </a:lnTo>
                <a:lnTo>
                  <a:pt x="2411091" y="2776392"/>
                </a:lnTo>
                <a:lnTo>
                  <a:pt x="2410520" y="2775897"/>
                </a:lnTo>
                <a:lnTo>
                  <a:pt x="2409936" y="2775420"/>
                </a:lnTo>
                <a:lnTo>
                  <a:pt x="2409341" y="2774960"/>
                </a:lnTo>
                <a:lnTo>
                  <a:pt x="2408734" y="2774518"/>
                </a:lnTo>
                <a:lnTo>
                  <a:pt x="2408115" y="2774093"/>
                </a:lnTo>
                <a:lnTo>
                  <a:pt x="2407485" y="2773687"/>
                </a:lnTo>
                <a:lnTo>
                  <a:pt x="2406842" y="2773297"/>
                </a:lnTo>
                <a:lnTo>
                  <a:pt x="2406205" y="2772911"/>
                </a:lnTo>
                <a:lnTo>
                  <a:pt x="2405559" y="2772541"/>
                </a:lnTo>
                <a:lnTo>
                  <a:pt x="2404906" y="2772188"/>
                </a:lnTo>
                <a:lnTo>
                  <a:pt x="2404245" y="2771851"/>
                </a:lnTo>
                <a:lnTo>
                  <a:pt x="2403577" y="2771530"/>
                </a:lnTo>
                <a:lnTo>
                  <a:pt x="2402901" y="2771226"/>
                </a:lnTo>
                <a:lnTo>
                  <a:pt x="2402218" y="2770939"/>
                </a:lnTo>
                <a:lnTo>
                  <a:pt x="2401526" y="2770668"/>
                </a:lnTo>
                <a:lnTo>
                  <a:pt x="2400827" y="2770413"/>
                </a:lnTo>
                <a:lnTo>
                  <a:pt x="2400121" y="2770174"/>
                </a:lnTo>
                <a:lnTo>
                  <a:pt x="2399407" y="2769953"/>
                </a:lnTo>
                <a:lnTo>
                  <a:pt x="2398685" y="2769747"/>
                </a:lnTo>
                <a:lnTo>
                  <a:pt x="2397956" y="2769558"/>
                </a:lnTo>
                <a:lnTo>
                  <a:pt x="2397219" y="2769385"/>
                </a:lnTo>
                <a:lnTo>
                  <a:pt x="2396474" y="2769229"/>
                </a:lnTo>
                <a:lnTo>
                  <a:pt x="2395722" y="2769090"/>
                </a:lnTo>
                <a:lnTo>
                  <a:pt x="2394962" y="2768966"/>
                </a:lnTo>
                <a:lnTo>
                  <a:pt x="2394194" y="2768859"/>
                </a:lnTo>
                <a:lnTo>
                  <a:pt x="2393419" y="2768769"/>
                </a:lnTo>
                <a:lnTo>
                  <a:pt x="2392636" y="2768695"/>
                </a:lnTo>
                <a:lnTo>
                  <a:pt x="2391846" y="2768638"/>
                </a:lnTo>
                <a:lnTo>
                  <a:pt x="2391048" y="2768596"/>
                </a:lnTo>
                <a:lnTo>
                  <a:pt x="2390242" y="2768572"/>
                </a:lnTo>
                <a:lnTo>
                  <a:pt x="2389428" y="2768564"/>
                </a:lnTo>
                <a:lnTo>
                  <a:pt x="2388644" y="2768570"/>
                </a:lnTo>
                <a:lnTo>
                  <a:pt x="2387868" y="2768588"/>
                </a:lnTo>
                <a:lnTo>
                  <a:pt x="2387101" y="2768619"/>
                </a:lnTo>
                <a:lnTo>
                  <a:pt x="2386343" y="2768662"/>
                </a:lnTo>
                <a:lnTo>
                  <a:pt x="2385594" y="2768718"/>
                </a:lnTo>
                <a:lnTo>
                  <a:pt x="2384853" y="2768786"/>
                </a:lnTo>
                <a:lnTo>
                  <a:pt x="2384121" y="2768866"/>
                </a:lnTo>
                <a:lnTo>
                  <a:pt x="2383398" y="2768958"/>
                </a:lnTo>
                <a:lnTo>
                  <a:pt x="2382684" y="2769063"/>
                </a:lnTo>
                <a:lnTo>
                  <a:pt x="2381979" y="2769180"/>
                </a:lnTo>
                <a:lnTo>
                  <a:pt x="2381282" y="2769309"/>
                </a:lnTo>
                <a:lnTo>
                  <a:pt x="2380595" y="2769451"/>
                </a:lnTo>
                <a:lnTo>
                  <a:pt x="2379916" y="2769605"/>
                </a:lnTo>
                <a:lnTo>
                  <a:pt x="2379246" y="2769772"/>
                </a:lnTo>
                <a:lnTo>
                  <a:pt x="2378584" y="2769950"/>
                </a:lnTo>
                <a:lnTo>
                  <a:pt x="2377932" y="2770142"/>
                </a:lnTo>
                <a:lnTo>
                  <a:pt x="2377288" y="2770345"/>
                </a:lnTo>
                <a:lnTo>
                  <a:pt x="2376653" y="2770561"/>
                </a:lnTo>
                <a:lnTo>
                  <a:pt x="2376027" y="2770789"/>
                </a:lnTo>
                <a:lnTo>
                  <a:pt x="2375410" y="2771029"/>
                </a:lnTo>
                <a:lnTo>
                  <a:pt x="2374802" y="2771282"/>
                </a:lnTo>
                <a:lnTo>
                  <a:pt x="2374202" y="2771547"/>
                </a:lnTo>
                <a:lnTo>
                  <a:pt x="2373611" y="2771824"/>
                </a:lnTo>
                <a:lnTo>
                  <a:pt x="2373029" y="2772114"/>
                </a:lnTo>
                <a:lnTo>
                  <a:pt x="2372471" y="2772416"/>
                </a:lnTo>
                <a:lnTo>
                  <a:pt x="2371923" y="2772729"/>
                </a:lnTo>
                <a:lnTo>
                  <a:pt x="2371386" y="2773054"/>
                </a:lnTo>
                <a:lnTo>
                  <a:pt x="2370859" y="2773391"/>
                </a:lnTo>
                <a:lnTo>
                  <a:pt x="2370343" y="2773740"/>
                </a:lnTo>
                <a:lnTo>
                  <a:pt x="2369838" y="2774100"/>
                </a:lnTo>
                <a:lnTo>
                  <a:pt x="2369343" y="2774473"/>
                </a:lnTo>
                <a:lnTo>
                  <a:pt x="2368859" y="2774857"/>
                </a:lnTo>
                <a:lnTo>
                  <a:pt x="2368385" y="2775252"/>
                </a:lnTo>
                <a:lnTo>
                  <a:pt x="2367922" y="2775660"/>
                </a:lnTo>
                <a:lnTo>
                  <a:pt x="2367469" y="2776079"/>
                </a:lnTo>
                <a:lnTo>
                  <a:pt x="2367027" y="2776510"/>
                </a:lnTo>
                <a:lnTo>
                  <a:pt x="2366596" y="2776952"/>
                </a:lnTo>
                <a:lnTo>
                  <a:pt x="2366175" y="2777407"/>
                </a:lnTo>
                <a:lnTo>
                  <a:pt x="2365764" y="2777873"/>
                </a:lnTo>
                <a:lnTo>
                  <a:pt x="2365365" y="2778351"/>
                </a:lnTo>
                <a:lnTo>
                  <a:pt x="2364975" y="2778840"/>
                </a:lnTo>
                <a:lnTo>
                  <a:pt x="2364597" y="2779342"/>
                </a:lnTo>
                <a:lnTo>
                  <a:pt x="2364229" y="2779855"/>
                </a:lnTo>
                <a:lnTo>
                  <a:pt x="2363871" y="2780379"/>
                </a:lnTo>
                <a:lnTo>
                  <a:pt x="2363524" y="2780916"/>
                </a:lnTo>
                <a:lnTo>
                  <a:pt x="2363188" y="2781464"/>
                </a:lnTo>
                <a:lnTo>
                  <a:pt x="2362862" y="2782024"/>
                </a:lnTo>
                <a:lnTo>
                  <a:pt x="2362547" y="2782596"/>
                </a:lnTo>
                <a:lnTo>
                  <a:pt x="2360687" y="2770254"/>
                </a:lnTo>
                <a:lnTo>
                  <a:pt x="2346993" y="2770254"/>
                </a:lnTo>
                <a:lnTo>
                  <a:pt x="2346993" y="2887249"/>
                </a:lnTo>
                <a:lnTo>
                  <a:pt x="2363899" y="2887249"/>
                </a:lnTo>
                <a:lnTo>
                  <a:pt x="2363899" y="2847180"/>
                </a:lnTo>
                <a:lnTo>
                  <a:pt x="2364200" y="2847572"/>
                </a:lnTo>
                <a:lnTo>
                  <a:pt x="2364510" y="2847958"/>
                </a:lnTo>
                <a:lnTo>
                  <a:pt x="2364829" y="2848339"/>
                </a:lnTo>
                <a:lnTo>
                  <a:pt x="2365158" y="2848715"/>
                </a:lnTo>
                <a:lnTo>
                  <a:pt x="2365496" y="2849086"/>
                </a:lnTo>
                <a:lnTo>
                  <a:pt x="2365844" y="2849452"/>
                </a:lnTo>
                <a:close/>
                <a:moveTo>
                  <a:pt x="2379529" y="2845414"/>
                </a:moveTo>
                <a:lnTo>
                  <a:pt x="2378849" y="2845214"/>
                </a:lnTo>
                <a:lnTo>
                  <a:pt x="2378180" y="2844991"/>
                </a:lnTo>
                <a:lnTo>
                  <a:pt x="2377522" y="2844745"/>
                </a:lnTo>
                <a:lnTo>
                  <a:pt x="2376875" y="2844475"/>
                </a:lnTo>
                <a:lnTo>
                  <a:pt x="2376240" y="2844181"/>
                </a:lnTo>
                <a:lnTo>
                  <a:pt x="2375616" y="2843864"/>
                </a:lnTo>
                <a:lnTo>
                  <a:pt x="2375002" y="2843524"/>
                </a:lnTo>
                <a:lnTo>
                  <a:pt x="2374400" y="2843160"/>
                </a:lnTo>
                <a:lnTo>
                  <a:pt x="2373810" y="2842772"/>
                </a:lnTo>
                <a:lnTo>
                  <a:pt x="2373230" y="2842361"/>
                </a:lnTo>
                <a:lnTo>
                  <a:pt x="2372661" y="2841927"/>
                </a:lnTo>
                <a:lnTo>
                  <a:pt x="2372104" y="2841469"/>
                </a:lnTo>
                <a:lnTo>
                  <a:pt x="2371558" y="2840988"/>
                </a:lnTo>
                <a:lnTo>
                  <a:pt x="2371023" y="2840483"/>
                </a:lnTo>
                <a:lnTo>
                  <a:pt x="2370499" y="2839955"/>
                </a:lnTo>
                <a:lnTo>
                  <a:pt x="2369986" y="2839403"/>
                </a:lnTo>
                <a:lnTo>
                  <a:pt x="2369489" y="2838826"/>
                </a:lnTo>
                <a:lnTo>
                  <a:pt x="2369014" y="2838224"/>
                </a:lnTo>
                <a:lnTo>
                  <a:pt x="2368559" y="2837596"/>
                </a:lnTo>
                <a:lnTo>
                  <a:pt x="2368126" y="2836942"/>
                </a:lnTo>
                <a:lnTo>
                  <a:pt x="2367714" y="2836262"/>
                </a:lnTo>
                <a:lnTo>
                  <a:pt x="2367323" y="2835556"/>
                </a:lnTo>
                <a:lnTo>
                  <a:pt x="2366953" y="2834825"/>
                </a:lnTo>
                <a:lnTo>
                  <a:pt x="2366604" y="2834068"/>
                </a:lnTo>
                <a:lnTo>
                  <a:pt x="2366277" y="2833285"/>
                </a:lnTo>
                <a:lnTo>
                  <a:pt x="2365971" y="2832476"/>
                </a:lnTo>
                <a:lnTo>
                  <a:pt x="2365685" y="2831641"/>
                </a:lnTo>
                <a:lnTo>
                  <a:pt x="2365421" y="2830780"/>
                </a:lnTo>
                <a:lnTo>
                  <a:pt x="2365178" y="2829894"/>
                </a:lnTo>
                <a:lnTo>
                  <a:pt x="2364956" y="2828981"/>
                </a:lnTo>
                <a:lnTo>
                  <a:pt x="2364755" y="2828043"/>
                </a:lnTo>
                <a:lnTo>
                  <a:pt x="2364576" y="2827079"/>
                </a:lnTo>
                <a:lnTo>
                  <a:pt x="2364417" y="2826090"/>
                </a:lnTo>
                <a:lnTo>
                  <a:pt x="2364280" y="2825074"/>
                </a:lnTo>
                <a:lnTo>
                  <a:pt x="2364164" y="2824033"/>
                </a:lnTo>
                <a:lnTo>
                  <a:pt x="2364069" y="2822965"/>
                </a:lnTo>
                <a:lnTo>
                  <a:pt x="2363995" y="2821872"/>
                </a:lnTo>
                <a:lnTo>
                  <a:pt x="2363942" y="2820754"/>
                </a:lnTo>
                <a:lnTo>
                  <a:pt x="2363910" y="2819609"/>
                </a:lnTo>
                <a:lnTo>
                  <a:pt x="2363899" y="2818438"/>
                </a:lnTo>
                <a:lnTo>
                  <a:pt x="2363899" y="2808632"/>
                </a:lnTo>
                <a:lnTo>
                  <a:pt x="2363905" y="2807767"/>
                </a:lnTo>
                <a:lnTo>
                  <a:pt x="2363921" y="2806916"/>
                </a:lnTo>
                <a:lnTo>
                  <a:pt x="2363947" y="2806081"/>
                </a:lnTo>
                <a:lnTo>
                  <a:pt x="2363984" y="2805260"/>
                </a:lnTo>
                <a:lnTo>
                  <a:pt x="2364032" y="2804456"/>
                </a:lnTo>
                <a:lnTo>
                  <a:pt x="2364090" y="2803666"/>
                </a:lnTo>
                <a:lnTo>
                  <a:pt x="2364158" y="2802892"/>
                </a:lnTo>
                <a:lnTo>
                  <a:pt x="2364238" y="2802133"/>
                </a:lnTo>
                <a:lnTo>
                  <a:pt x="2364327" y="2801389"/>
                </a:lnTo>
                <a:lnTo>
                  <a:pt x="2364428" y="2800660"/>
                </a:lnTo>
                <a:lnTo>
                  <a:pt x="2364539" y="2799947"/>
                </a:lnTo>
                <a:lnTo>
                  <a:pt x="2364660" y="2799249"/>
                </a:lnTo>
                <a:lnTo>
                  <a:pt x="2364792" y="2798566"/>
                </a:lnTo>
                <a:lnTo>
                  <a:pt x="2364935" y="2797899"/>
                </a:lnTo>
                <a:lnTo>
                  <a:pt x="2365088" y="2797247"/>
                </a:lnTo>
                <a:lnTo>
                  <a:pt x="2365252" y="2796610"/>
                </a:lnTo>
                <a:lnTo>
                  <a:pt x="2365426" y="2795988"/>
                </a:lnTo>
                <a:lnTo>
                  <a:pt x="2365611" y="2795382"/>
                </a:lnTo>
                <a:lnTo>
                  <a:pt x="2365807" y="2794791"/>
                </a:lnTo>
                <a:lnTo>
                  <a:pt x="2366013" y="2794215"/>
                </a:lnTo>
                <a:lnTo>
                  <a:pt x="2366229" y="2793654"/>
                </a:lnTo>
                <a:lnTo>
                  <a:pt x="2366457" y="2793109"/>
                </a:lnTo>
                <a:lnTo>
                  <a:pt x="2366694" y="2792579"/>
                </a:lnTo>
                <a:lnTo>
                  <a:pt x="2366943" y="2792064"/>
                </a:lnTo>
                <a:lnTo>
                  <a:pt x="2367200" y="2791549"/>
                </a:lnTo>
                <a:lnTo>
                  <a:pt x="2367463" y="2791047"/>
                </a:lnTo>
                <a:lnTo>
                  <a:pt x="2367733" y="2790558"/>
                </a:lnTo>
                <a:lnTo>
                  <a:pt x="2368009" y="2790082"/>
                </a:lnTo>
                <a:lnTo>
                  <a:pt x="2368291" y="2789619"/>
                </a:lnTo>
                <a:lnTo>
                  <a:pt x="2368581" y="2789169"/>
                </a:lnTo>
                <a:lnTo>
                  <a:pt x="2368876" y="2788731"/>
                </a:lnTo>
                <a:lnTo>
                  <a:pt x="2369178" y="2788307"/>
                </a:lnTo>
                <a:lnTo>
                  <a:pt x="2369487" y="2787895"/>
                </a:lnTo>
                <a:lnTo>
                  <a:pt x="2369802" y="2787497"/>
                </a:lnTo>
                <a:lnTo>
                  <a:pt x="2370123" y="2787111"/>
                </a:lnTo>
                <a:lnTo>
                  <a:pt x="2370451" y="2786738"/>
                </a:lnTo>
                <a:lnTo>
                  <a:pt x="2370785" y="2786378"/>
                </a:lnTo>
                <a:lnTo>
                  <a:pt x="2371126" y="2786031"/>
                </a:lnTo>
                <a:lnTo>
                  <a:pt x="2371473" y="2785697"/>
                </a:lnTo>
                <a:lnTo>
                  <a:pt x="2371827" y="2785376"/>
                </a:lnTo>
                <a:lnTo>
                  <a:pt x="2372187" y="2785068"/>
                </a:lnTo>
                <a:lnTo>
                  <a:pt x="2372554" y="2784773"/>
                </a:lnTo>
                <a:lnTo>
                  <a:pt x="2372927" y="2784490"/>
                </a:lnTo>
                <a:lnTo>
                  <a:pt x="2373306" y="2784221"/>
                </a:lnTo>
                <a:lnTo>
                  <a:pt x="2373692" y="2783964"/>
                </a:lnTo>
                <a:lnTo>
                  <a:pt x="2374085" y="2783721"/>
                </a:lnTo>
                <a:lnTo>
                  <a:pt x="2374484" y="2783490"/>
                </a:lnTo>
                <a:lnTo>
                  <a:pt x="2374889" y="2783272"/>
                </a:lnTo>
                <a:lnTo>
                  <a:pt x="2375299" y="2783052"/>
                </a:lnTo>
                <a:lnTo>
                  <a:pt x="2375711" y="2782840"/>
                </a:lnTo>
                <a:lnTo>
                  <a:pt x="2376125" y="2782638"/>
                </a:lnTo>
                <a:lnTo>
                  <a:pt x="2376542" y="2782446"/>
                </a:lnTo>
                <a:lnTo>
                  <a:pt x="2376961" y="2782263"/>
                </a:lnTo>
                <a:lnTo>
                  <a:pt x="2377383" y="2782089"/>
                </a:lnTo>
                <a:lnTo>
                  <a:pt x="2377807" y="2781925"/>
                </a:lnTo>
                <a:lnTo>
                  <a:pt x="2378233" y="2781770"/>
                </a:lnTo>
                <a:lnTo>
                  <a:pt x="2378661" y="2781624"/>
                </a:lnTo>
                <a:lnTo>
                  <a:pt x="2379092" y="2781488"/>
                </a:lnTo>
                <a:lnTo>
                  <a:pt x="2379525" y="2781361"/>
                </a:lnTo>
                <a:lnTo>
                  <a:pt x="2379961" y="2781244"/>
                </a:lnTo>
                <a:lnTo>
                  <a:pt x="2380399" y="2781136"/>
                </a:lnTo>
                <a:lnTo>
                  <a:pt x="2380839" y="2781037"/>
                </a:lnTo>
                <a:lnTo>
                  <a:pt x="2381282" y="2780948"/>
                </a:lnTo>
                <a:lnTo>
                  <a:pt x="2381727" y="2780868"/>
                </a:lnTo>
                <a:lnTo>
                  <a:pt x="2382174" y="2780797"/>
                </a:lnTo>
                <a:lnTo>
                  <a:pt x="2382624" y="2780736"/>
                </a:lnTo>
                <a:lnTo>
                  <a:pt x="2383076" y="2780685"/>
                </a:lnTo>
                <a:lnTo>
                  <a:pt x="2383530" y="2780643"/>
                </a:lnTo>
                <a:lnTo>
                  <a:pt x="2383987" y="2780610"/>
                </a:lnTo>
                <a:lnTo>
                  <a:pt x="2384446" y="2780586"/>
                </a:lnTo>
                <a:lnTo>
                  <a:pt x="2384907" y="2780572"/>
                </a:lnTo>
                <a:lnTo>
                  <a:pt x="2385371" y="2780567"/>
                </a:lnTo>
                <a:lnTo>
                  <a:pt x="2385848" y="2780572"/>
                </a:lnTo>
                <a:lnTo>
                  <a:pt x="2386322" y="2780587"/>
                </a:lnTo>
                <a:lnTo>
                  <a:pt x="2386792" y="2780612"/>
                </a:lnTo>
                <a:lnTo>
                  <a:pt x="2387259" y="2780647"/>
                </a:lnTo>
                <a:lnTo>
                  <a:pt x="2387722" y="2780692"/>
                </a:lnTo>
                <a:lnTo>
                  <a:pt x="2388182" y="2780747"/>
                </a:lnTo>
                <a:lnTo>
                  <a:pt x="2388638" y="2780812"/>
                </a:lnTo>
                <a:lnTo>
                  <a:pt x="2389090" y="2780887"/>
                </a:lnTo>
                <a:lnTo>
                  <a:pt x="2389540" y="2780972"/>
                </a:lnTo>
                <a:lnTo>
                  <a:pt x="2389985" y="2781066"/>
                </a:lnTo>
                <a:lnTo>
                  <a:pt x="2390427" y="2781171"/>
                </a:lnTo>
                <a:lnTo>
                  <a:pt x="2390866" y="2781286"/>
                </a:lnTo>
                <a:lnTo>
                  <a:pt x="2391301" y="2781411"/>
                </a:lnTo>
                <a:lnTo>
                  <a:pt x="2391732" y="2781545"/>
                </a:lnTo>
                <a:lnTo>
                  <a:pt x="2392160" y="2781690"/>
                </a:lnTo>
                <a:lnTo>
                  <a:pt x="2392584" y="2781845"/>
                </a:lnTo>
                <a:lnTo>
                  <a:pt x="2393005" y="2782009"/>
                </a:lnTo>
                <a:lnTo>
                  <a:pt x="2393423" y="2782184"/>
                </a:lnTo>
                <a:lnTo>
                  <a:pt x="2393837" y="2782369"/>
                </a:lnTo>
                <a:lnTo>
                  <a:pt x="2394247" y="2782563"/>
                </a:lnTo>
                <a:lnTo>
                  <a:pt x="2394654" y="2782768"/>
                </a:lnTo>
                <a:lnTo>
                  <a:pt x="2395057" y="2782982"/>
                </a:lnTo>
                <a:lnTo>
                  <a:pt x="2395457" y="2783207"/>
                </a:lnTo>
                <a:lnTo>
                  <a:pt x="2395853" y="2783442"/>
                </a:lnTo>
                <a:lnTo>
                  <a:pt x="2396258" y="2783673"/>
                </a:lnTo>
                <a:lnTo>
                  <a:pt x="2396656" y="2783916"/>
                </a:lnTo>
                <a:lnTo>
                  <a:pt x="2397047" y="2784171"/>
                </a:lnTo>
                <a:lnTo>
                  <a:pt x="2397431" y="2784437"/>
                </a:lnTo>
                <a:lnTo>
                  <a:pt x="2397808" y="2784715"/>
                </a:lnTo>
                <a:lnTo>
                  <a:pt x="2398178" y="2785005"/>
                </a:lnTo>
                <a:lnTo>
                  <a:pt x="2398541" y="2785307"/>
                </a:lnTo>
                <a:lnTo>
                  <a:pt x="2398896" y="2785621"/>
                </a:lnTo>
                <a:lnTo>
                  <a:pt x="2399245" y="2785946"/>
                </a:lnTo>
                <a:lnTo>
                  <a:pt x="2399587" y="2786283"/>
                </a:lnTo>
                <a:lnTo>
                  <a:pt x="2399921" y="2786631"/>
                </a:lnTo>
                <a:lnTo>
                  <a:pt x="2400249" y="2786992"/>
                </a:lnTo>
                <a:lnTo>
                  <a:pt x="2400569" y="2787364"/>
                </a:lnTo>
                <a:lnTo>
                  <a:pt x="2400883" y="2787748"/>
                </a:lnTo>
                <a:lnTo>
                  <a:pt x="2401189" y="2788144"/>
                </a:lnTo>
                <a:lnTo>
                  <a:pt x="2401489" y="2788551"/>
                </a:lnTo>
                <a:lnTo>
                  <a:pt x="2401781" y="2788970"/>
                </a:lnTo>
                <a:lnTo>
                  <a:pt x="2402066" y="2789401"/>
                </a:lnTo>
                <a:lnTo>
                  <a:pt x="2402345" y="2789844"/>
                </a:lnTo>
                <a:lnTo>
                  <a:pt x="2402616" y="2790298"/>
                </a:lnTo>
                <a:lnTo>
                  <a:pt x="2402880" y="2790764"/>
                </a:lnTo>
                <a:lnTo>
                  <a:pt x="2403137" y="2791242"/>
                </a:lnTo>
                <a:lnTo>
                  <a:pt x="2403387" y="2791731"/>
                </a:lnTo>
                <a:lnTo>
                  <a:pt x="2403630" y="2792233"/>
                </a:lnTo>
                <a:lnTo>
                  <a:pt x="2403865" y="2792747"/>
                </a:lnTo>
                <a:lnTo>
                  <a:pt x="2404089" y="2793277"/>
                </a:lnTo>
                <a:lnTo>
                  <a:pt x="2404304" y="2793821"/>
                </a:lnTo>
                <a:lnTo>
                  <a:pt x="2404508" y="2794379"/>
                </a:lnTo>
                <a:lnTo>
                  <a:pt x="2404703" y="2794952"/>
                </a:lnTo>
                <a:lnTo>
                  <a:pt x="2404888" y="2795540"/>
                </a:lnTo>
                <a:lnTo>
                  <a:pt x="2405062" y="2796143"/>
                </a:lnTo>
                <a:lnTo>
                  <a:pt x="2405227" y="2796760"/>
                </a:lnTo>
                <a:lnTo>
                  <a:pt x="2405382" y="2797392"/>
                </a:lnTo>
                <a:lnTo>
                  <a:pt x="2405526" y="2798039"/>
                </a:lnTo>
                <a:lnTo>
                  <a:pt x="2405661" y="2798700"/>
                </a:lnTo>
                <a:lnTo>
                  <a:pt x="2405786" y="2799376"/>
                </a:lnTo>
                <a:lnTo>
                  <a:pt x="2405901" y="2800067"/>
                </a:lnTo>
                <a:lnTo>
                  <a:pt x="2406005" y="2800772"/>
                </a:lnTo>
                <a:lnTo>
                  <a:pt x="2406100" y="2801492"/>
                </a:lnTo>
                <a:lnTo>
                  <a:pt x="2406185" y="2802227"/>
                </a:lnTo>
                <a:lnTo>
                  <a:pt x="2406260" y="2802976"/>
                </a:lnTo>
                <a:lnTo>
                  <a:pt x="2406325" y="2803740"/>
                </a:lnTo>
                <a:lnTo>
                  <a:pt x="2406380" y="2804519"/>
                </a:lnTo>
                <a:lnTo>
                  <a:pt x="2406425" y="2805312"/>
                </a:lnTo>
                <a:lnTo>
                  <a:pt x="2406459" y="2806120"/>
                </a:lnTo>
                <a:lnTo>
                  <a:pt x="2406484" y="2806943"/>
                </a:lnTo>
                <a:lnTo>
                  <a:pt x="2406499" y="2807780"/>
                </a:lnTo>
                <a:lnTo>
                  <a:pt x="2406504" y="2808632"/>
                </a:lnTo>
                <a:lnTo>
                  <a:pt x="2406504" y="2818438"/>
                </a:lnTo>
                <a:lnTo>
                  <a:pt x="2406494" y="2819609"/>
                </a:lnTo>
                <a:lnTo>
                  <a:pt x="2406463" y="2820754"/>
                </a:lnTo>
                <a:lnTo>
                  <a:pt x="2406412" y="2821872"/>
                </a:lnTo>
                <a:lnTo>
                  <a:pt x="2406340" y="2822965"/>
                </a:lnTo>
                <a:lnTo>
                  <a:pt x="2406248" y="2824033"/>
                </a:lnTo>
                <a:lnTo>
                  <a:pt x="2406135" y="2825074"/>
                </a:lnTo>
                <a:lnTo>
                  <a:pt x="2406001" y="2826090"/>
                </a:lnTo>
                <a:lnTo>
                  <a:pt x="2405847" y="2827079"/>
                </a:lnTo>
                <a:lnTo>
                  <a:pt x="2405672" y="2828043"/>
                </a:lnTo>
                <a:lnTo>
                  <a:pt x="2405477" y="2828981"/>
                </a:lnTo>
                <a:lnTo>
                  <a:pt x="2405261" y="2829894"/>
                </a:lnTo>
                <a:lnTo>
                  <a:pt x="2405025" y="2830780"/>
                </a:lnTo>
                <a:lnTo>
                  <a:pt x="2404768" y="2831641"/>
                </a:lnTo>
                <a:lnTo>
                  <a:pt x="2404491" y="2832476"/>
                </a:lnTo>
                <a:lnTo>
                  <a:pt x="2404193" y="2833285"/>
                </a:lnTo>
                <a:lnTo>
                  <a:pt x="2403875" y="2834068"/>
                </a:lnTo>
                <a:lnTo>
                  <a:pt x="2403536" y="2834825"/>
                </a:lnTo>
                <a:lnTo>
                  <a:pt x="2403176" y="2835556"/>
                </a:lnTo>
                <a:lnTo>
                  <a:pt x="2402796" y="2836262"/>
                </a:lnTo>
                <a:lnTo>
                  <a:pt x="2402395" y="2836942"/>
                </a:lnTo>
                <a:lnTo>
                  <a:pt x="2401974" y="2837596"/>
                </a:lnTo>
                <a:lnTo>
                  <a:pt x="2401532" y="2838224"/>
                </a:lnTo>
                <a:lnTo>
                  <a:pt x="2401070" y="2838826"/>
                </a:lnTo>
                <a:lnTo>
                  <a:pt x="2400587" y="2839403"/>
                </a:lnTo>
                <a:lnTo>
                  <a:pt x="2400088" y="2839955"/>
                </a:lnTo>
                <a:lnTo>
                  <a:pt x="2399577" y="2840483"/>
                </a:lnTo>
                <a:lnTo>
                  <a:pt x="2399055" y="2840988"/>
                </a:lnTo>
                <a:lnTo>
                  <a:pt x="2398521" y="2841469"/>
                </a:lnTo>
                <a:lnTo>
                  <a:pt x="2397975" y="2841927"/>
                </a:lnTo>
                <a:lnTo>
                  <a:pt x="2397417" y="2842361"/>
                </a:lnTo>
                <a:lnTo>
                  <a:pt x="2396848" y="2842772"/>
                </a:lnTo>
                <a:lnTo>
                  <a:pt x="2396267" y="2843160"/>
                </a:lnTo>
                <a:lnTo>
                  <a:pt x="2395674" y="2843524"/>
                </a:lnTo>
                <a:lnTo>
                  <a:pt x="2395069" y="2843864"/>
                </a:lnTo>
                <a:lnTo>
                  <a:pt x="2394453" y="2844181"/>
                </a:lnTo>
                <a:lnTo>
                  <a:pt x="2393824" y="2844475"/>
                </a:lnTo>
                <a:lnTo>
                  <a:pt x="2393185" y="2844745"/>
                </a:lnTo>
                <a:lnTo>
                  <a:pt x="2392533" y="2844991"/>
                </a:lnTo>
                <a:lnTo>
                  <a:pt x="2391870" y="2845214"/>
                </a:lnTo>
                <a:lnTo>
                  <a:pt x="2391195" y="2845414"/>
                </a:lnTo>
                <a:lnTo>
                  <a:pt x="2390508" y="2845590"/>
                </a:lnTo>
                <a:lnTo>
                  <a:pt x="2389809" y="2845743"/>
                </a:lnTo>
                <a:lnTo>
                  <a:pt x="2389099" y="2845872"/>
                </a:lnTo>
                <a:lnTo>
                  <a:pt x="2388377" y="2845977"/>
                </a:lnTo>
                <a:lnTo>
                  <a:pt x="2387643" y="2846060"/>
                </a:lnTo>
                <a:lnTo>
                  <a:pt x="2386897" y="2846118"/>
                </a:lnTo>
                <a:lnTo>
                  <a:pt x="2386140" y="2846154"/>
                </a:lnTo>
                <a:lnTo>
                  <a:pt x="2385371" y="2846165"/>
                </a:lnTo>
                <a:lnTo>
                  <a:pt x="2384602" y="2846154"/>
                </a:lnTo>
                <a:lnTo>
                  <a:pt x="2383844" y="2846118"/>
                </a:lnTo>
                <a:lnTo>
                  <a:pt x="2383097" y="2846060"/>
                </a:lnTo>
                <a:lnTo>
                  <a:pt x="2382361" y="2845977"/>
                </a:lnTo>
                <a:lnTo>
                  <a:pt x="2381636" y="2845872"/>
                </a:lnTo>
                <a:lnTo>
                  <a:pt x="2380922" y="2845743"/>
                </a:lnTo>
                <a:lnTo>
                  <a:pt x="2380220" y="2845590"/>
                </a:lnTo>
                <a:lnTo>
                  <a:pt x="2379529" y="2845414"/>
                </a:lnTo>
                <a:close/>
                <a:moveTo>
                  <a:pt x="2846932" y="2878457"/>
                </a:moveTo>
                <a:lnTo>
                  <a:pt x="2931466" y="2878457"/>
                </a:lnTo>
                <a:lnTo>
                  <a:pt x="2931466" y="2866284"/>
                </a:lnTo>
                <a:lnTo>
                  <a:pt x="2846932" y="2866284"/>
                </a:lnTo>
                <a:lnTo>
                  <a:pt x="2846932" y="2878457"/>
                </a:lnTo>
                <a:close/>
                <a:moveTo>
                  <a:pt x="3492034" y="3014672"/>
                </a:moveTo>
                <a:lnTo>
                  <a:pt x="3492034" y="2989819"/>
                </a:lnTo>
                <a:lnTo>
                  <a:pt x="3477494" y="2989819"/>
                </a:lnTo>
                <a:lnTo>
                  <a:pt x="3477494" y="3014672"/>
                </a:lnTo>
                <a:lnTo>
                  <a:pt x="3481383" y="3036820"/>
                </a:lnTo>
                <a:lnTo>
                  <a:pt x="3488146" y="3036820"/>
                </a:lnTo>
                <a:lnTo>
                  <a:pt x="3492034" y="3014672"/>
                </a:lnTo>
                <a:close/>
                <a:moveTo>
                  <a:pt x="3517225" y="3014672"/>
                </a:moveTo>
                <a:lnTo>
                  <a:pt x="3517225" y="2989819"/>
                </a:lnTo>
                <a:lnTo>
                  <a:pt x="3502685" y="2989819"/>
                </a:lnTo>
                <a:lnTo>
                  <a:pt x="3502685" y="3014672"/>
                </a:lnTo>
                <a:lnTo>
                  <a:pt x="3506574" y="3036820"/>
                </a:lnTo>
                <a:lnTo>
                  <a:pt x="3513337" y="3036820"/>
                </a:lnTo>
                <a:lnTo>
                  <a:pt x="3517225" y="3014672"/>
                </a:lnTo>
                <a:close/>
                <a:moveTo>
                  <a:pt x="2852511" y="3041704"/>
                </a:moveTo>
                <a:lnTo>
                  <a:pt x="2852511" y="3041685"/>
                </a:lnTo>
                <a:lnTo>
                  <a:pt x="2852511" y="3041679"/>
                </a:lnTo>
                <a:lnTo>
                  <a:pt x="2852511" y="3041701"/>
                </a:lnTo>
                <a:lnTo>
                  <a:pt x="2852511" y="3041716"/>
                </a:lnTo>
                <a:lnTo>
                  <a:pt x="2852511" y="3041704"/>
                </a:lnTo>
                <a:close/>
                <a:moveTo>
                  <a:pt x="3274535" y="3090297"/>
                </a:moveTo>
                <a:lnTo>
                  <a:pt x="3274571" y="3090139"/>
                </a:lnTo>
                <a:lnTo>
                  <a:pt x="3274609" y="3089981"/>
                </a:lnTo>
                <a:lnTo>
                  <a:pt x="3274648" y="3089822"/>
                </a:lnTo>
                <a:lnTo>
                  <a:pt x="3274690" y="3089663"/>
                </a:lnTo>
                <a:lnTo>
                  <a:pt x="3274733" y="3089503"/>
                </a:lnTo>
                <a:lnTo>
                  <a:pt x="3274778" y="3089342"/>
                </a:lnTo>
                <a:lnTo>
                  <a:pt x="3274825" y="3089181"/>
                </a:lnTo>
                <a:lnTo>
                  <a:pt x="3274873" y="3089019"/>
                </a:lnTo>
                <a:lnTo>
                  <a:pt x="3274923" y="3088857"/>
                </a:lnTo>
                <a:lnTo>
                  <a:pt x="3274975" y="3088694"/>
                </a:lnTo>
                <a:lnTo>
                  <a:pt x="3275029" y="3088530"/>
                </a:lnTo>
                <a:lnTo>
                  <a:pt x="3275084" y="3088366"/>
                </a:lnTo>
                <a:lnTo>
                  <a:pt x="3275142" y="3088202"/>
                </a:lnTo>
                <a:lnTo>
                  <a:pt x="3275201" y="3088036"/>
                </a:lnTo>
                <a:lnTo>
                  <a:pt x="3275261" y="3087871"/>
                </a:lnTo>
                <a:lnTo>
                  <a:pt x="3275324" y="3087704"/>
                </a:lnTo>
                <a:lnTo>
                  <a:pt x="3275388" y="3087537"/>
                </a:lnTo>
                <a:lnTo>
                  <a:pt x="3275454" y="3087369"/>
                </a:lnTo>
                <a:lnTo>
                  <a:pt x="3275522" y="3087201"/>
                </a:lnTo>
                <a:lnTo>
                  <a:pt x="3275592" y="3087033"/>
                </a:lnTo>
                <a:lnTo>
                  <a:pt x="3275664" y="3086863"/>
                </a:lnTo>
                <a:lnTo>
                  <a:pt x="3275741" y="3086693"/>
                </a:lnTo>
                <a:lnTo>
                  <a:pt x="3275821" y="3086523"/>
                </a:lnTo>
                <a:lnTo>
                  <a:pt x="3275906" y="3086352"/>
                </a:lnTo>
                <a:lnTo>
                  <a:pt x="3275995" y="3086180"/>
                </a:lnTo>
                <a:lnTo>
                  <a:pt x="3276088" y="3086008"/>
                </a:lnTo>
                <a:lnTo>
                  <a:pt x="3276185" y="3085835"/>
                </a:lnTo>
                <a:lnTo>
                  <a:pt x="3276287" y="3085661"/>
                </a:lnTo>
                <a:lnTo>
                  <a:pt x="3276392" y="3085487"/>
                </a:lnTo>
                <a:lnTo>
                  <a:pt x="3276501" y="3085312"/>
                </a:lnTo>
                <a:lnTo>
                  <a:pt x="3276615" y="3085137"/>
                </a:lnTo>
                <a:lnTo>
                  <a:pt x="3276733" y="3084961"/>
                </a:lnTo>
                <a:lnTo>
                  <a:pt x="3276854" y="3084785"/>
                </a:lnTo>
                <a:lnTo>
                  <a:pt x="3276980" y="3084608"/>
                </a:lnTo>
                <a:lnTo>
                  <a:pt x="3277110" y="3084430"/>
                </a:lnTo>
                <a:lnTo>
                  <a:pt x="3277245" y="3084252"/>
                </a:lnTo>
                <a:lnTo>
                  <a:pt x="3277383" y="3084074"/>
                </a:lnTo>
                <a:lnTo>
                  <a:pt x="3277525" y="3083894"/>
                </a:lnTo>
                <a:lnTo>
                  <a:pt x="3277672" y="3083714"/>
                </a:lnTo>
                <a:lnTo>
                  <a:pt x="3277822" y="3083534"/>
                </a:lnTo>
                <a:lnTo>
                  <a:pt x="3277977" y="3083353"/>
                </a:lnTo>
                <a:lnTo>
                  <a:pt x="3278136" y="3083171"/>
                </a:lnTo>
                <a:lnTo>
                  <a:pt x="3278299" y="3082989"/>
                </a:lnTo>
                <a:lnTo>
                  <a:pt x="3278466" y="3082806"/>
                </a:lnTo>
                <a:lnTo>
                  <a:pt x="3278638" y="3082608"/>
                </a:lnTo>
                <a:lnTo>
                  <a:pt x="3278816" y="3082410"/>
                </a:lnTo>
                <a:lnTo>
                  <a:pt x="3278999" y="3082211"/>
                </a:lnTo>
                <a:lnTo>
                  <a:pt x="3279189" y="3082012"/>
                </a:lnTo>
                <a:lnTo>
                  <a:pt x="3279384" y="3081812"/>
                </a:lnTo>
                <a:lnTo>
                  <a:pt x="3279586" y="3081612"/>
                </a:lnTo>
                <a:lnTo>
                  <a:pt x="3279793" y="3081411"/>
                </a:lnTo>
                <a:lnTo>
                  <a:pt x="3280006" y="3081209"/>
                </a:lnTo>
                <a:lnTo>
                  <a:pt x="3280225" y="3081007"/>
                </a:lnTo>
                <a:lnTo>
                  <a:pt x="3280450" y="3080804"/>
                </a:lnTo>
                <a:lnTo>
                  <a:pt x="3280681" y="3080601"/>
                </a:lnTo>
                <a:lnTo>
                  <a:pt x="3280917" y="3080397"/>
                </a:lnTo>
                <a:lnTo>
                  <a:pt x="3281160" y="3080192"/>
                </a:lnTo>
                <a:lnTo>
                  <a:pt x="3281408" y="3079987"/>
                </a:lnTo>
                <a:lnTo>
                  <a:pt x="3281662" y="3079781"/>
                </a:lnTo>
                <a:lnTo>
                  <a:pt x="3281922" y="3079575"/>
                </a:lnTo>
                <a:lnTo>
                  <a:pt x="3282188" y="3079368"/>
                </a:lnTo>
                <a:lnTo>
                  <a:pt x="3282460" y="3079160"/>
                </a:lnTo>
                <a:lnTo>
                  <a:pt x="3282737" y="3078952"/>
                </a:lnTo>
                <a:lnTo>
                  <a:pt x="3283021" y="3078744"/>
                </a:lnTo>
                <a:lnTo>
                  <a:pt x="3283310" y="3078534"/>
                </a:lnTo>
                <a:lnTo>
                  <a:pt x="3283606" y="3078324"/>
                </a:lnTo>
                <a:lnTo>
                  <a:pt x="3283907" y="3078114"/>
                </a:lnTo>
                <a:lnTo>
                  <a:pt x="3284214" y="3077903"/>
                </a:lnTo>
                <a:lnTo>
                  <a:pt x="3312786" y="3059306"/>
                </a:lnTo>
                <a:lnTo>
                  <a:pt x="3313305" y="3058952"/>
                </a:lnTo>
                <a:lnTo>
                  <a:pt x="3313819" y="3058596"/>
                </a:lnTo>
                <a:lnTo>
                  <a:pt x="3314329" y="3058238"/>
                </a:lnTo>
                <a:lnTo>
                  <a:pt x="3314834" y="3057878"/>
                </a:lnTo>
                <a:lnTo>
                  <a:pt x="3315334" y="3057515"/>
                </a:lnTo>
                <a:lnTo>
                  <a:pt x="3315829" y="3057150"/>
                </a:lnTo>
                <a:lnTo>
                  <a:pt x="3316320" y="3056782"/>
                </a:lnTo>
                <a:lnTo>
                  <a:pt x="3316806" y="3056413"/>
                </a:lnTo>
                <a:lnTo>
                  <a:pt x="3317288" y="3056040"/>
                </a:lnTo>
                <a:lnTo>
                  <a:pt x="3317764" y="3055666"/>
                </a:lnTo>
                <a:lnTo>
                  <a:pt x="3318236" y="3055289"/>
                </a:lnTo>
                <a:lnTo>
                  <a:pt x="3318703" y="3054910"/>
                </a:lnTo>
                <a:lnTo>
                  <a:pt x="3319166" y="3054528"/>
                </a:lnTo>
                <a:lnTo>
                  <a:pt x="3319624" y="3054144"/>
                </a:lnTo>
                <a:lnTo>
                  <a:pt x="3320077" y="3053758"/>
                </a:lnTo>
                <a:lnTo>
                  <a:pt x="3320526" y="3053369"/>
                </a:lnTo>
                <a:lnTo>
                  <a:pt x="3320969" y="3052978"/>
                </a:lnTo>
                <a:lnTo>
                  <a:pt x="3321409" y="3052585"/>
                </a:lnTo>
                <a:lnTo>
                  <a:pt x="3321843" y="3052189"/>
                </a:lnTo>
                <a:lnTo>
                  <a:pt x="3322273" y="3051791"/>
                </a:lnTo>
                <a:lnTo>
                  <a:pt x="3322698" y="3051391"/>
                </a:lnTo>
                <a:lnTo>
                  <a:pt x="3323118" y="3050988"/>
                </a:lnTo>
                <a:lnTo>
                  <a:pt x="3323534" y="3050583"/>
                </a:lnTo>
                <a:lnTo>
                  <a:pt x="3323945" y="3050176"/>
                </a:lnTo>
                <a:lnTo>
                  <a:pt x="3324363" y="3049765"/>
                </a:lnTo>
                <a:lnTo>
                  <a:pt x="3324775" y="3049348"/>
                </a:lnTo>
                <a:lnTo>
                  <a:pt x="3325178" y="3048926"/>
                </a:lnTo>
                <a:lnTo>
                  <a:pt x="3325574" y="3048499"/>
                </a:lnTo>
                <a:lnTo>
                  <a:pt x="3325963" y="3048067"/>
                </a:lnTo>
                <a:lnTo>
                  <a:pt x="3326343" y="3047629"/>
                </a:lnTo>
                <a:lnTo>
                  <a:pt x="3326716" y="3047186"/>
                </a:lnTo>
                <a:lnTo>
                  <a:pt x="3327082" y="3046738"/>
                </a:lnTo>
                <a:lnTo>
                  <a:pt x="3327440" y="3046285"/>
                </a:lnTo>
                <a:lnTo>
                  <a:pt x="3327790" y="3045826"/>
                </a:lnTo>
                <a:lnTo>
                  <a:pt x="3328132" y="3045362"/>
                </a:lnTo>
                <a:lnTo>
                  <a:pt x="3328467" y="3044893"/>
                </a:lnTo>
                <a:lnTo>
                  <a:pt x="3328794" y="3044418"/>
                </a:lnTo>
                <a:lnTo>
                  <a:pt x="3329114" y="3043938"/>
                </a:lnTo>
                <a:lnTo>
                  <a:pt x="3329426" y="3043453"/>
                </a:lnTo>
                <a:lnTo>
                  <a:pt x="3329730" y="3042962"/>
                </a:lnTo>
                <a:lnTo>
                  <a:pt x="3330027" y="3042467"/>
                </a:lnTo>
                <a:lnTo>
                  <a:pt x="3330316" y="3041966"/>
                </a:lnTo>
                <a:lnTo>
                  <a:pt x="3330598" y="3041459"/>
                </a:lnTo>
                <a:lnTo>
                  <a:pt x="3330872" y="3040948"/>
                </a:lnTo>
                <a:lnTo>
                  <a:pt x="3331138" y="3040431"/>
                </a:lnTo>
                <a:lnTo>
                  <a:pt x="3331396" y="3039909"/>
                </a:lnTo>
                <a:lnTo>
                  <a:pt x="3331647" y="3039381"/>
                </a:lnTo>
                <a:lnTo>
                  <a:pt x="3331891" y="3038849"/>
                </a:lnTo>
                <a:lnTo>
                  <a:pt x="3332139" y="3038295"/>
                </a:lnTo>
                <a:lnTo>
                  <a:pt x="3332377" y="3037734"/>
                </a:lnTo>
                <a:lnTo>
                  <a:pt x="3332604" y="3037166"/>
                </a:lnTo>
                <a:lnTo>
                  <a:pt x="3332821" y="3036590"/>
                </a:lnTo>
                <a:lnTo>
                  <a:pt x="3333027" y="3036006"/>
                </a:lnTo>
                <a:lnTo>
                  <a:pt x="3333222" y="3035414"/>
                </a:lnTo>
                <a:lnTo>
                  <a:pt x="3333407" y="3034815"/>
                </a:lnTo>
                <a:lnTo>
                  <a:pt x="3333581" y="3034209"/>
                </a:lnTo>
                <a:lnTo>
                  <a:pt x="3333745" y="3033594"/>
                </a:lnTo>
                <a:lnTo>
                  <a:pt x="3333898" y="3032972"/>
                </a:lnTo>
                <a:lnTo>
                  <a:pt x="3334041" y="3032343"/>
                </a:lnTo>
                <a:lnTo>
                  <a:pt x="3334173" y="3031705"/>
                </a:lnTo>
                <a:lnTo>
                  <a:pt x="3334295" y="3031061"/>
                </a:lnTo>
                <a:lnTo>
                  <a:pt x="3334406" y="3030408"/>
                </a:lnTo>
                <a:lnTo>
                  <a:pt x="3334506" y="3029748"/>
                </a:lnTo>
                <a:lnTo>
                  <a:pt x="3334596" y="3029080"/>
                </a:lnTo>
                <a:lnTo>
                  <a:pt x="3334675" y="3028405"/>
                </a:lnTo>
                <a:lnTo>
                  <a:pt x="3334744" y="3027722"/>
                </a:lnTo>
                <a:lnTo>
                  <a:pt x="3334802" y="3027031"/>
                </a:lnTo>
                <a:lnTo>
                  <a:pt x="3334850" y="3026333"/>
                </a:lnTo>
                <a:lnTo>
                  <a:pt x="3334887" y="3025627"/>
                </a:lnTo>
                <a:lnTo>
                  <a:pt x="3334913" y="3024913"/>
                </a:lnTo>
                <a:lnTo>
                  <a:pt x="3334929" y="3024192"/>
                </a:lnTo>
                <a:lnTo>
                  <a:pt x="3334934" y="3023463"/>
                </a:lnTo>
                <a:lnTo>
                  <a:pt x="3334926" y="3022594"/>
                </a:lnTo>
                <a:lnTo>
                  <a:pt x="3334901" y="3021734"/>
                </a:lnTo>
                <a:lnTo>
                  <a:pt x="3334860" y="3020883"/>
                </a:lnTo>
                <a:lnTo>
                  <a:pt x="3334803" y="3020040"/>
                </a:lnTo>
                <a:lnTo>
                  <a:pt x="3334729" y="3019206"/>
                </a:lnTo>
                <a:lnTo>
                  <a:pt x="3334638" y="3018381"/>
                </a:lnTo>
                <a:lnTo>
                  <a:pt x="3334531" y="3017565"/>
                </a:lnTo>
                <a:lnTo>
                  <a:pt x="3334408" y="3016757"/>
                </a:lnTo>
                <a:lnTo>
                  <a:pt x="3334268" y="3015958"/>
                </a:lnTo>
                <a:lnTo>
                  <a:pt x="3334112" y="3015169"/>
                </a:lnTo>
                <a:lnTo>
                  <a:pt x="3333940" y="3014387"/>
                </a:lnTo>
                <a:lnTo>
                  <a:pt x="3333751" y="3013615"/>
                </a:lnTo>
                <a:lnTo>
                  <a:pt x="3333545" y="3012852"/>
                </a:lnTo>
                <a:lnTo>
                  <a:pt x="3333323" y="3012097"/>
                </a:lnTo>
                <a:lnTo>
                  <a:pt x="3333085" y="3011351"/>
                </a:lnTo>
                <a:lnTo>
                  <a:pt x="3332830" y="3010614"/>
                </a:lnTo>
                <a:lnTo>
                  <a:pt x="3332559" y="3009886"/>
                </a:lnTo>
                <a:lnTo>
                  <a:pt x="3332271" y="3009167"/>
                </a:lnTo>
                <a:lnTo>
                  <a:pt x="3331967" y="3008456"/>
                </a:lnTo>
                <a:lnTo>
                  <a:pt x="3331647" y="3007754"/>
                </a:lnTo>
                <a:lnTo>
                  <a:pt x="3331310" y="3007061"/>
                </a:lnTo>
                <a:lnTo>
                  <a:pt x="3330956" y="3006377"/>
                </a:lnTo>
                <a:lnTo>
                  <a:pt x="3330586" y="3005702"/>
                </a:lnTo>
                <a:lnTo>
                  <a:pt x="3330200" y="3005035"/>
                </a:lnTo>
                <a:lnTo>
                  <a:pt x="3329813" y="3004379"/>
                </a:lnTo>
                <a:lnTo>
                  <a:pt x="3329411" y="3003735"/>
                </a:lnTo>
                <a:lnTo>
                  <a:pt x="3328995" y="3003104"/>
                </a:lnTo>
                <a:lnTo>
                  <a:pt x="3328566" y="3002485"/>
                </a:lnTo>
                <a:lnTo>
                  <a:pt x="3328122" y="3001878"/>
                </a:lnTo>
                <a:lnTo>
                  <a:pt x="3327664" y="3001284"/>
                </a:lnTo>
                <a:lnTo>
                  <a:pt x="3327192" y="3000702"/>
                </a:lnTo>
                <a:lnTo>
                  <a:pt x="3326706" y="3000132"/>
                </a:lnTo>
                <a:lnTo>
                  <a:pt x="3326206" y="2999575"/>
                </a:lnTo>
                <a:lnTo>
                  <a:pt x="3325692" y="2999030"/>
                </a:lnTo>
                <a:lnTo>
                  <a:pt x="3325163" y="2998497"/>
                </a:lnTo>
                <a:lnTo>
                  <a:pt x="3324621" y="2997976"/>
                </a:lnTo>
                <a:lnTo>
                  <a:pt x="3324064" y="2997468"/>
                </a:lnTo>
                <a:lnTo>
                  <a:pt x="3323494" y="2996973"/>
                </a:lnTo>
                <a:lnTo>
                  <a:pt x="3322909" y="2996489"/>
                </a:lnTo>
                <a:lnTo>
                  <a:pt x="3322310" y="2996018"/>
                </a:lnTo>
                <a:lnTo>
                  <a:pt x="3321697" y="2995559"/>
                </a:lnTo>
                <a:lnTo>
                  <a:pt x="3321071" y="2995113"/>
                </a:lnTo>
                <a:lnTo>
                  <a:pt x="3320429" y="2994679"/>
                </a:lnTo>
                <a:lnTo>
                  <a:pt x="3319774" y="2994257"/>
                </a:lnTo>
                <a:lnTo>
                  <a:pt x="3319105" y="2993848"/>
                </a:lnTo>
                <a:lnTo>
                  <a:pt x="3318422" y="2993450"/>
                </a:lnTo>
                <a:lnTo>
                  <a:pt x="3317724" y="2993066"/>
                </a:lnTo>
                <a:lnTo>
                  <a:pt x="3317013" y="2992693"/>
                </a:lnTo>
                <a:lnTo>
                  <a:pt x="3316303" y="2992321"/>
                </a:lnTo>
                <a:lnTo>
                  <a:pt x="3315582" y="2991964"/>
                </a:lnTo>
                <a:lnTo>
                  <a:pt x="3314849" y="2991623"/>
                </a:lnTo>
                <a:lnTo>
                  <a:pt x="3314106" y="2991298"/>
                </a:lnTo>
                <a:lnTo>
                  <a:pt x="3313351" y="2990989"/>
                </a:lnTo>
                <a:lnTo>
                  <a:pt x="3312585" y="2990696"/>
                </a:lnTo>
                <a:lnTo>
                  <a:pt x="3311809" y="2990419"/>
                </a:lnTo>
                <a:lnTo>
                  <a:pt x="3311020" y="2990157"/>
                </a:lnTo>
                <a:lnTo>
                  <a:pt x="3310221" y="2989911"/>
                </a:lnTo>
                <a:lnTo>
                  <a:pt x="3309411" y="2989682"/>
                </a:lnTo>
                <a:lnTo>
                  <a:pt x="3308589" y="2989468"/>
                </a:lnTo>
                <a:lnTo>
                  <a:pt x="3307756" y="2989270"/>
                </a:lnTo>
                <a:lnTo>
                  <a:pt x="3306913" y="2989087"/>
                </a:lnTo>
                <a:lnTo>
                  <a:pt x="3306057" y="2988921"/>
                </a:lnTo>
                <a:lnTo>
                  <a:pt x="3305191" y="2988770"/>
                </a:lnTo>
                <a:lnTo>
                  <a:pt x="3304314" y="2988636"/>
                </a:lnTo>
                <a:lnTo>
                  <a:pt x="3303425" y="2988517"/>
                </a:lnTo>
                <a:lnTo>
                  <a:pt x="3302526" y="2988414"/>
                </a:lnTo>
                <a:lnTo>
                  <a:pt x="3301615" y="2988327"/>
                </a:lnTo>
                <a:lnTo>
                  <a:pt x="3300693" y="2988255"/>
                </a:lnTo>
                <a:lnTo>
                  <a:pt x="3299760" y="2988200"/>
                </a:lnTo>
                <a:lnTo>
                  <a:pt x="3298816" y="2988160"/>
                </a:lnTo>
                <a:lnTo>
                  <a:pt x="3297860" y="2988136"/>
                </a:lnTo>
                <a:lnTo>
                  <a:pt x="3296894" y="2988128"/>
                </a:lnTo>
                <a:lnTo>
                  <a:pt x="3295034" y="2988128"/>
                </a:lnTo>
                <a:lnTo>
                  <a:pt x="3294067" y="2988137"/>
                </a:lnTo>
                <a:lnTo>
                  <a:pt x="3293108" y="2988162"/>
                </a:lnTo>
                <a:lnTo>
                  <a:pt x="3292157" y="2988205"/>
                </a:lnTo>
                <a:lnTo>
                  <a:pt x="3291216" y="2988265"/>
                </a:lnTo>
                <a:lnTo>
                  <a:pt x="3290284" y="2988341"/>
                </a:lnTo>
                <a:lnTo>
                  <a:pt x="3289360" y="2988435"/>
                </a:lnTo>
                <a:lnTo>
                  <a:pt x="3288445" y="2988545"/>
                </a:lnTo>
                <a:lnTo>
                  <a:pt x="3287539" y="2988673"/>
                </a:lnTo>
                <a:lnTo>
                  <a:pt x="3286642" y="2988818"/>
                </a:lnTo>
                <a:lnTo>
                  <a:pt x="3285753" y="2988980"/>
                </a:lnTo>
                <a:lnTo>
                  <a:pt x="3284873" y="2989158"/>
                </a:lnTo>
                <a:lnTo>
                  <a:pt x="3284003" y="2989354"/>
                </a:lnTo>
                <a:lnTo>
                  <a:pt x="3283140" y="2989567"/>
                </a:lnTo>
                <a:lnTo>
                  <a:pt x="3282287" y="2989797"/>
                </a:lnTo>
                <a:lnTo>
                  <a:pt x="3281443" y="2990043"/>
                </a:lnTo>
                <a:lnTo>
                  <a:pt x="3280607" y="2990307"/>
                </a:lnTo>
                <a:lnTo>
                  <a:pt x="3279780" y="2990588"/>
                </a:lnTo>
                <a:lnTo>
                  <a:pt x="3278962" y="2990886"/>
                </a:lnTo>
                <a:lnTo>
                  <a:pt x="3278153" y="2991201"/>
                </a:lnTo>
                <a:lnTo>
                  <a:pt x="3277353" y="2991533"/>
                </a:lnTo>
                <a:lnTo>
                  <a:pt x="3276561" y="2991882"/>
                </a:lnTo>
                <a:lnTo>
                  <a:pt x="3275778" y="2992248"/>
                </a:lnTo>
                <a:lnTo>
                  <a:pt x="3275004" y="2992631"/>
                </a:lnTo>
                <a:lnTo>
                  <a:pt x="3274239" y="2993031"/>
                </a:lnTo>
                <a:lnTo>
                  <a:pt x="3273499" y="2993447"/>
                </a:lnTo>
                <a:lnTo>
                  <a:pt x="3272772" y="2993875"/>
                </a:lnTo>
                <a:lnTo>
                  <a:pt x="3272059" y="2994318"/>
                </a:lnTo>
                <a:lnTo>
                  <a:pt x="3271360" y="2994774"/>
                </a:lnTo>
                <a:lnTo>
                  <a:pt x="3270674" y="2995243"/>
                </a:lnTo>
                <a:lnTo>
                  <a:pt x="3270002" y="2995726"/>
                </a:lnTo>
                <a:lnTo>
                  <a:pt x="3269343" y="2996222"/>
                </a:lnTo>
                <a:lnTo>
                  <a:pt x="3268697" y="2996732"/>
                </a:lnTo>
                <a:lnTo>
                  <a:pt x="3268065" y="2997255"/>
                </a:lnTo>
                <a:lnTo>
                  <a:pt x="3267447" y="2997792"/>
                </a:lnTo>
                <a:lnTo>
                  <a:pt x="3266842" y="2998342"/>
                </a:lnTo>
                <a:lnTo>
                  <a:pt x="3266251" y="2998906"/>
                </a:lnTo>
                <a:lnTo>
                  <a:pt x="3265673" y="2999484"/>
                </a:lnTo>
                <a:lnTo>
                  <a:pt x="3265108" y="3000075"/>
                </a:lnTo>
                <a:lnTo>
                  <a:pt x="3264557" y="3000679"/>
                </a:lnTo>
                <a:lnTo>
                  <a:pt x="3264020" y="3001297"/>
                </a:lnTo>
                <a:lnTo>
                  <a:pt x="3263496" y="3001928"/>
                </a:lnTo>
                <a:lnTo>
                  <a:pt x="3262985" y="3002573"/>
                </a:lnTo>
                <a:lnTo>
                  <a:pt x="3262488" y="3003231"/>
                </a:lnTo>
                <a:lnTo>
                  <a:pt x="3262005" y="3003903"/>
                </a:lnTo>
                <a:lnTo>
                  <a:pt x="3261535" y="3004589"/>
                </a:lnTo>
                <a:lnTo>
                  <a:pt x="3261079" y="3005287"/>
                </a:lnTo>
                <a:lnTo>
                  <a:pt x="3260636" y="3006000"/>
                </a:lnTo>
                <a:lnTo>
                  <a:pt x="3260206" y="3006726"/>
                </a:lnTo>
                <a:lnTo>
                  <a:pt x="3259792" y="3007449"/>
                </a:lnTo>
                <a:lnTo>
                  <a:pt x="3259396" y="3008181"/>
                </a:lnTo>
                <a:lnTo>
                  <a:pt x="3259018" y="3008924"/>
                </a:lnTo>
                <a:lnTo>
                  <a:pt x="3258656" y="3009675"/>
                </a:lnTo>
                <a:lnTo>
                  <a:pt x="3258313" y="3010436"/>
                </a:lnTo>
                <a:lnTo>
                  <a:pt x="3257987" y="3011206"/>
                </a:lnTo>
                <a:lnTo>
                  <a:pt x="3257679" y="3011986"/>
                </a:lnTo>
                <a:lnTo>
                  <a:pt x="3257388" y="3012775"/>
                </a:lnTo>
                <a:lnTo>
                  <a:pt x="3257116" y="3013573"/>
                </a:lnTo>
                <a:lnTo>
                  <a:pt x="3256860" y="3014381"/>
                </a:lnTo>
                <a:lnTo>
                  <a:pt x="3256622" y="3015198"/>
                </a:lnTo>
                <a:lnTo>
                  <a:pt x="3256402" y="3016024"/>
                </a:lnTo>
                <a:lnTo>
                  <a:pt x="3256200" y="3016860"/>
                </a:lnTo>
                <a:lnTo>
                  <a:pt x="3256015" y="3017706"/>
                </a:lnTo>
                <a:lnTo>
                  <a:pt x="3255848" y="3018560"/>
                </a:lnTo>
                <a:lnTo>
                  <a:pt x="3255698" y="3019425"/>
                </a:lnTo>
                <a:lnTo>
                  <a:pt x="3255566" y="3020298"/>
                </a:lnTo>
                <a:lnTo>
                  <a:pt x="3255451" y="3021181"/>
                </a:lnTo>
                <a:lnTo>
                  <a:pt x="3255354" y="3022073"/>
                </a:lnTo>
                <a:lnTo>
                  <a:pt x="3255275" y="3022975"/>
                </a:lnTo>
                <a:lnTo>
                  <a:pt x="3255213" y="3023886"/>
                </a:lnTo>
                <a:lnTo>
                  <a:pt x="3255169" y="3024807"/>
                </a:lnTo>
                <a:lnTo>
                  <a:pt x="3255143" y="3025736"/>
                </a:lnTo>
                <a:lnTo>
                  <a:pt x="3255134" y="3026676"/>
                </a:lnTo>
                <a:lnTo>
                  <a:pt x="3255134" y="3026732"/>
                </a:lnTo>
                <a:lnTo>
                  <a:pt x="3255134" y="3026788"/>
                </a:lnTo>
                <a:lnTo>
                  <a:pt x="3255134" y="3026845"/>
                </a:lnTo>
                <a:lnTo>
                  <a:pt x="3255134" y="3026901"/>
                </a:lnTo>
                <a:lnTo>
                  <a:pt x="3255134" y="3026957"/>
                </a:lnTo>
                <a:lnTo>
                  <a:pt x="3255134" y="3027014"/>
                </a:lnTo>
                <a:lnTo>
                  <a:pt x="3255134" y="3027070"/>
                </a:lnTo>
                <a:lnTo>
                  <a:pt x="3255134" y="3027126"/>
                </a:lnTo>
                <a:lnTo>
                  <a:pt x="3255134" y="3027183"/>
                </a:lnTo>
                <a:lnTo>
                  <a:pt x="3255134" y="3027239"/>
                </a:lnTo>
                <a:lnTo>
                  <a:pt x="3255134" y="3027296"/>
                </a:lnTo>
                <a:lnTo>
                  <a:pt x="3255134" y="3027352"/>
                </a:lnTo>
                <a:lnTo>
                  <a:pt x="3255134" y="3027408"/>
                </a:lnTo>
                <a:lnTo>
                  <a:pt x="3255134" y="3027465"/>
                </a:lnTo>
                <a:lnTo>
                  <a:pt x="3255134" y="3027521"/>
                </a:lnTo>
                <a:lnTo>
                  <a:pt x="3255134" y="3027577"/>
                </a:lnTo>
                <a:lnTo>
                  <a:pt x="3255134" y="3027634"/>
                </a:lnTo>
                <a:lnTo>
                  <a:pt x="3255134" y="3027690"/>
                </a:lnTo>
                <a:lnTo>
                  <a:pt x="3255134" y="3027746"/>
                </a:lnTo>
                <a:lnTo>
                  <a:pt x="3255134" y="3027803"/>
                </a:lnTo>
                <a:lnTo>
                  <a:pt x="3255134" y="3027859"/>
                </a:lnTo>
                <a:lnTo>
                  <a:pt x="3255134" y="3027916"/>
                </a:lnTo>
                <a:lnTo>
                  <a:pt x="3255134" y="3027972"/>
                </a:lnTo>
                <a:lnTo>
                  <a:pt x="3255134" y="3028028"/>
                </a:lnTo>
                <a:lnTo>
                  <a:pt x="3255135" y="3028072"/>
                </a:lnTo>
                <a:lnTo>
                  <a:pt x="3255135" y="3028118"/>
                </a:lnTo>
                <a:lnTo>
                  <a:pt x="3255137" y="3028166"/>
                </a:lnTo>
                <a:lnTo>
                  <a:pt x="3255139" y="3028216"/>
                </a:lnTo>
                <a:lnTo>
                  <a:pt x="3255142" y="3028269"/>
                </a:lnTo>
                <a:lnTo>
                  <a:pt x="3255145" y="3028324"/>
                </a:lnTo>
                <a:lnTo>
                  <a:pt x="3255149" y="3028382"/>
                </a:lnTo>
                <a:lnTo>
                  <a:pt x="3255153" y="3028442"/>
                </a:lnTo>
                <a:lnTo>
                  <a:pt x="3255158" y="3028504"/>
                </a:lnTo>
                <a:lnTo>
                  <a:pt x="3255164" y="3028568"/>
                </a:lnTo>
                <a:lnTo>
                  <a:pt x="3255170" y="3028635"/>
                </a:lnTo>
                <a:lnTo>
                  <a:pt x="3255177" y="3028704"/>
                </a:lnTo>
                <a:lnTo>
                  <a:pt x="3255184" y="3028776"/>
                </a:lnTo>
                <a:lnTo>
                  <a:pt x="3255192" y="3028850"/>
                </a:lnTo>
                <a:lnTo>
                  <a:pt x="3255200" y="3028926"/>
                </a:lnTo>
                <a:lnTo>
                  <a:pt x="3255209" y="3029005"/>
                </a:lnTo>
                <a:lnTo>
                  <a:pt x="3255219" y="3029086"/>
                </a:lnTo>
                <a:lnTo>
                  <a:pt x="3255229" y="3029169"/>
                </a:lnTo>
                <a:lnTo>
                  <a:pt x="3255240" y="3029255"/>
                </a:lnTo>
                <a:lnTo>
                  <a:pt x="3255252" y="3029343"/>
                </a:lnTo>
                <a:lnTo>
                  <a:pt x="3255264" y="3029434"/>
                </a:lnTo>
                <a:lnTo>
                  <a:pt x="3255276" y="3029526"/>
                </a:lnTo>
                <a:lnTo>
                  <a:pt x="3255290" y="3029621"/>
                </a:lnTo>
                <a:lnTo>
                  <a:pt x="3255303" y="3029719"/>
                </a:lnTo>
                <a:lnTo>
                  <a:pt x="3271365" y="3029719"/>
                </a:lnTo>
                <a:lnTo>
                  <a:pt x="3271351" y="3029634"/>
                </a:lnTo>
                <a:lnTo>
                  <a:pt x="3271338" y="3029550"/>
                </a:lnTo>
                <a:lnTo>
                  <a:pt x="3271325" y="3029465"/>
                </a:lnTo>
                <a:lnTo>
                  <a:pt x="3271313" y="3029381"/>
                </a:lnTo>
                <a:lnTo>
                  <a:pt x="3271302" y="3029296"/>
                </a:lnTo>
                <a:lnTo>
                  <a:pt x="3271291" y="3029212"/>
                </a:lnTo>
                <a:lnTo>
                  <a:pt x="3271280" y="3029127"/>
                </a:lnTo>
                <a:lnTo>
                  <a:pt x="3271271" y="3029043"/>
                </a:lnTo>
                <a:lnTo>
                  <a:pt x="3271262" y="3028958"/>
                </a:lnTo>
                <a:lnTo>
                  <a:pt x="3271253" y="3028874"/>
                </a:lnTo>
                <a:lnTo>
                  <a:pt x="3271245" y="3028789"/>
                </a:lnTo>
                <a:lnTo>
                  <a:pt x="3271238" y="3028704"/>
                </a:lnTo>
                <a:lnTo>
                  <a:pt x="3271231" y="3028620"/>
                </a:lnTo>
                <a:lnTo>
                  <a:pt x="3271225" y="3028535"/>
                </a:lnTo>
                <a:lnTo>
                  <a:pt x="3271219" y="3028451"/>
                </a:lnTo>
                <a:lnTo>
                  <a:pt x="3271214" y="3028366"/>
                </a:lnTo>
                <a:lnTo>
                  <a:pt x="3271210" y="3028282"/>
                </a:lnTo>
                <a:lnTo>
                  <a:pt x="3271206" y="3028197"/>
                </a:lnTo>
                <a:lnTo>
                  <a:pt x="3271203" y="3028113"/>
                </a:lnTo>
                <a:lnTo>
                  <a:pt x="3271200" y="3028028"/>
                </a:lnTo>
                <a:lnTo>
                  <a:pt x="3271198" y="3027944"/>
                </a:lnTo>
                <a:lnTo>
                  <a:pt x="3271197" y="3027859"/>
                </a:lnTo>
                <a:lnTo>
                  <a:pt x="3271196" y="3027775"/>
                </a:lnTo>
                <a:lnTo>
                  <a:pt x="3271196" y="3027690"/>
                </a:lnTo>
                <a:lnTo>
                  <a:pt x="3271196" y="3027591"/>
                </a:lnTo>
                <a:lnTo>
                  <a:pt x="3271196" y="3027492"/>
                </a:lnTo>
                <a:lnTo>
                  <a:pt x="3271196" y="3027391"/>
                </a:lnTo>
                <a:lnTo>
                  <a:pt x="3271196" y="3027291"/>
                </a:lnTo>
                <a:lnTo>
                  <a:pt x="3271196" y="3027190"/>
                </a:lnTo>
                <a:lnTo>
                  <a:pt x="3271196" y="3027088"/>
                </a:lnTo>
                <a:lnTo>
                  <a:pt x="3271196" y="3026985"/>
                </a:lnTo>
                <a:lnTo>
                  <a:pt x="3271196" y="3026882"/>
                </a:lnTo>
                <a:lnTo>
                  <a:pt x="3271196" y="3026779"/>
                </a:lnTo>
                <a:lnTo>
                  <a:pt x="3271196" y="3026674"/>
                </a:lnTo>
                <a:lnTo>
                  <a:pt x="3271196" y="3026570"/>
                </a:lnTo>
                <a:lnTo>
                  <a:pt x="3271196" y="3026464"/>
                </a:lnTo>
                <a:lnTo>
                  <a:pt x="3271196" y="3026358"/>
                </a:lnTo>
                <a:lnTo>
                  <a:pt x="3271196" y="3026252"/>
                </a:lnTo>
                <a:lnTo>
                  <a:pt x="3271196" y="3026145"/>
                </a:lnTo>
                <a:lnTo>
                  <a:pt x="3271196" y="3026037"/>
                </a:lnTo>
                <a:lnTo>
                  <a:pt x="3271196" y="3025929"/>
                </a:lnTo>
                <a:lnTo>
                  <a:pt x="3271196" y="3025820"/>
                </a:lnTo>
                <a:lnTo>
                  <a:pt x="3271196" y="3025710"/>
                </a:lnTo>
                <a:lnTo>
                  <a:pt x="3271196" y="3025600"/>
                </a:lnTo>
                <a:lnTo>
                  <a:pt x="3271196" y="3025490"/>
                </a:lnTo>
                <a:lnTo>
                  <a:pt x="3271196" y="3025378"/>
                </a:lnTo>
                <a:lnTo>
                  <a:pt x="3271196" y="3025267"/>
                </a:lnTo>
                <a:lnTo>
                  <a:pt x="3271196" y="3025154"/>
                </a:lnTo>
                <a:lnTo>
                  <a:pt x="3271201" y="3024607"/>
                </a:lnTo>
                <a:lnTo>
                  <a:pt x="3271217" y="3024066"/>
                </a:lnTo>
                <a:lnTo>
                  <a:pt x="3271243" y="3023530"/>
                </a:lnTo>
                <a:lnTo>
                  <a:pt x="3271280" y="3022999"/>
                </a:lnTo>
                <a:lnTo>
                  <a:pt x="3271328" y="3022473"/>
                </a:lnTo>
                <a:lnTo>
                  <a:pt x="3271386" y="3021952"/>
                </a:lnTo>
                <a:lnTo>
                  <a:pt x="3271455" y="3021437"/>
                </a:lnTo>
                <a:lnTo>
                  <a:pt x="3271534" y="3020928"/>
                </a:lnTo>
                <a:lnTo>
                  <a:pt x="3271624" y="3020423"/>
                </a:lnTo>
                <a:lnTo>
                  <a:pt x="3271724" y="3019924"/>
                </a:lnTo>
                <a:lnTo>
                  <a:pt x="3271835" y="3019430"/>
                </a:lnTo>
                <a:lnTo>
                  <a:pt x="3271956" y="3018941"/>
                </a:lnTo>
                <a:lnTo>
                  <a:pt x="3272089" y="3018458"/>
                </a:lnTo>
                <a:lnTo>
                  <a:pt x="3272231" y="3017979"/>
                </a:lnTo>
                <a:lnTo>
                  <a:pt x="3272384" y="3017507"/>
                </a:lnTo>
                <a:lnTo>
                  <a:pt x="3272548" y="3017039"/>
                </a:lnTo>
                <a:lnTo>
                  <a:pt x="3272723" y="3016577"/>
                </a:lnTo>
                <a:lnTo>
                  <a:pt x="3272907" y="3016120"/>
                </a:lnTo>
                <a:lnTo>
                  <a:pt x="3273103" y="3015668"/>
                </a:lnTo>
                <a:lnTo>
                  <a:pt x="3273309" y="3015221"/>
                </a:lnTo>
                <a:lnTo>
                  <a:pt x="3273526" y="3014780"/>
                </a:lnTo>
                <a:lnTo>
                  <a:pt x="3273753" y="3014344"/>
                </a:lnTo>
                <a:lnTo>
                  <a:pt x="3273991" y="3013914"/>
                </a:lnTo>
                <a:lnTo>
                  <a:pt x="3274239" y="3013489"/>
                </a:lnTo>
                <a:lnTo>
                  <a:pt x="3274510" y="3013056"/>
                </a:lnTo>
                <a:lnTo>
                  <a:pt x="3274788" y="3012631"/>
                </a:lnTo>
                <a:lnTo>
                  <a:pt x="3275074" y="3012215"/>
                </a:lnTo>
                <a:lnTo>
                  <a:pt x="3275366" y="3011807"/>
                </a:lnTo>
                <a:lnTo>
                  <a:pt x="3275665" y="3011407"/>
                </a:lnTo>
                <a:lnTo>
                  <a:pt x="3275972" y="3011016"/>
                </a:lnTo>
                <a:lnTo>
                  <a:pt x="3276285" y="3010632"/>
                </a:lnTo>
                <a:lnTo>
                  <a:pt x="3276606" y="3010257"/>
                </a:lnTo>
                <a:lnTo>
                  <a:pt x="3276933" y="3009890"/>
                </a:lnTo>
                <a:lnTo>
                  <a:pt x="3277268" y="3009532"/>
                </a:lnTo>
                <a:lnTo>
                  <a:pt x="3277610" y="3009181"/>
                </a:lnTo>
                <a:lnTo>
                  <a:pt x="3277958" y="3008839"/>
                </a:lnTo>
                <a:lnTo>
                  <a:pt x="3278314" y="3008505"/>
                </a:lnTo>
                <a:lnTo>
                  <a:pt x="3278677" y="3008179"/>
                </a:lnTo>
                <a:lnTo>
                  <a:pt x="3279047" y="3007862"/>
                </a:lnTo>
                <a:lnTo>
                  <a:pt x="3279424" y="3007552"/>
                </a:lnTo>
                <a:lnTo>
                  <a:pt x="3279808" y="3007251"/>
                </a:lnTo>
                <a:lnTo>
                  <a:pt x="3280199" y="3006958"/>
                </a:lnTo>
                <a:lnTo>
                  <a:pt x="3280597" y="3006673"/>
                </a:lnTo>
                <a:lnTo>
                  <a:pt x="3281002" y="3006397"/>
                </a:lnTo>
                <a:lnTo>
                  <a:pt x="3281414" y="3006129"/>
                </a:lnTo>
                <a:lnTo>
                  <a:pt x="3281833" y="3005869"/>
                </a:lnTo>
                <a:lnTo>
                  <a:pt x="3282259" y="3005617"/>
                </a:lnTo>
                <a:lnTo>
                  <a:pt x="3282692" y="3005373"/>
                </a:lnTo>
                <a:lnTo>
                  <a:pt x="3283146" y="3005125"/>
                </a:lnTo>
                <a:lnTo>
                  <a:pt x="3283603" y="3004887"/>
                </a:lnTo>
                <a:lnTo>
                  <a:pt x="3284066" y="3004660"/>
                </a:lnTo>
                <a:lnTo>
                  <a:pt x="3284533" y="3004443"/>
                </a:lnTo>
                <a:lnTo>
                  <a:pt x="3285005" y="3004237"/>
                </a:lnTo>
                <a:lnTo>
                  <a:pt x="3285482" y="3004042"/>
                </a:lnTo>
                <a:lnTo>
                  <a:pt x="3285963" y="3003857"/>
                </a:lnTo>
                <a:lnTo>
                  <a:pt x="3286449" y="3003682"/>
                </a:lnTo>
                <a:lnTo>
                  <a:pt x="3286940" y="3003519"/>
                </a:lnTo>
                <a:lnTo>
                  <a:pt x="3287436" y="3003365"/>
                </a:lnTo>
                <a:lnTo>
                  <a:pt x="3287936" y="3003223"/>
                </a:lnTo>
                <a:lnTo>
                  <a:pt x="3288441" y="3003091"/>
                </a:lnTo>
                <a:lnTo>
                  <a:pt x="3288950" y="3002969"/>
                </a:lnTo>
                <a:lnTo>
                  <a:pt x="3289464" y="3002858"/>
                </a:lnTo>
                <a:lnTo>
                  <a:pt x="3289983" y="3002758"/>
                </a:lnTo>
                <a:lnTo>
                  <a:pt x="3290507" y="3002668"/>
                </a:lnTo>
                <a:lnTo>
                  <a:pt x="3291035" y="3002589"/>
                </a:lnTo>
                <a:lnTo>
                  <a:pt x="3291568" y="3002520"/>
                </a:lnTo>
                <a:lnTo>
                  <a:pt x="3292106" y="3002462"/>
                </a:lnTo>
                <a:lnTo>
                  <a:pt x="3292648" y="3002415"/>
                </a:lnTo>
                <a:lnTo>
                  <a:pt x="3293196" y="3002378"/>
                </a:lnTo>
                <a:lnTo>
                  <a:pt x="3293747" y="3002351"/>
                </a:lnTo>
                <a:lnTo>
                  <a:pt x="3294304" y="3002335"/>
                </a:lnTo>
                <a:lnTo>
                  <a:pt x="3294865" y="3002330"/>
                </a:lnTo>
                <a:lnTo>
                  <a:pt x="3295786" y="3002340"/>
                </a:lnTo>
                <a:lnTo>
                  <a:pt x="3296687" y="3002371"/>
                </a:lnTo>
                <a:lnTo>
                  <a:pt x="3297570" y="3002423"/>
                </a:lnTo>
                <a:lnTo>
                  <a:pt x="3298434" y="3002494"/>
                </a:lnTo>
                <a:lnTo>
                  <a:pt x="3299280" y="3002587"/>
                </a:lnTo>
                <a:lnTo>
                  <a:pt x="3300106" y="3002700"/>
                </a:lnTo>
                <a:lnTo>
                  <a:pt x="3300914" y="3002833"/>
                </a:lnTo>
                <a:lnTo>
                  <a:pt x="3301703" y="3002987"/>
                </a:lnTo>
                <a:lnTo>
                  <a:pt x="3302473" y="3003162"/>
                </a:lnTo>
                <a:lnTo>
                  <a:pt x="3303224" y="3003357"/>
                </a:lnTo>
                <a:lnTo>
                  <a:pt x="3303957" y="3003573"/>
                </a:lnTo>
                <a:lnTo>
                  <a:pt x="3304671" y="3003809"/>
                </a:lnTo>
                <a:lnTo>
                  <a:pt x="3305366" y="3004066"/>
                </a:lnTo>
                <a:lnTo>
                  <a:pt x="3306042" y="3004343"/>
                </a:lnTo>
                <a:lnTo>
                  <a:pt x="3306700" y="3004641"/>
                </a:lnTo>
                <a:lnTo>
                  <a:pt x="3307338" y="3004960"/>
                </a:lnTo>
                <a:lnTo>
                  <a:pt x="3307958" y="3005299"/>
                </a:lnTo>
                <a:lnTo>
                  <a:pt x="3308559" y="3005658"/>
                </a:lnTo>
                <a:lnTo>
                  <a:pt x="3309142" y="3006039"/>
                </a:lnTo>
                <a:lnTo>
                  <a:pt x="3309705" y="3006439"/>
                </a:lnTo>
                <a:lnTo>
                  <a:pt x="3310250" y="3006860"/>
                </a:lnTo>
                <a:lnTo>
                  <a:pt x="3310776" y="3007302"/>
                </a:lnTo>
                <a:lnTo>
                  <a:pt x="3311283" y="3007764"/>
                </a:lnTo>
                <a:lnTo>
                  <a:pt x="3311772" y="3008247"/>
                </a:lnTo>
                <a:lnTo>
                  <a:pt x="3312241" y="3008747"/>
                </a:lnTo>
                <a:lnTo>
                  <a:pt x="3312690" y="3009260"/>
                </a:lnTo>
                <a:lnTo>
                  <a:pt x="3313119" y="3009787"/>
                </a:lnTo>
                <a:lnTo>
                  <a:pt x="3313528" y="3010328"/>
                </a:lnTo>
                <a:lnTo>
                  <a:pt x="3313917" y="3010882"/>
                </a:lnTo>
                <a:lnTo>
                  <a:pt x="3314287" y="3011449"/>
                </a:lnTo>
                <a:lnTo>
                  <a:pt x="3314636" y="3012030"/>
                </a:lnTo>
                <a:lnTo>
                  <a:pt x="3314965" y="3012624"/>
                </a:lnTo>
                <a:lnTo>
                  <a:pt x="3315275" y="3013232"/>
                </a:lnTo>
                <a:lnTo>
                  <a:pt x="3315564" y="3013853"/>
                </a:lnTo>
                <a:lnTo>
                  <a:pt x="3315834" y="3014488"/>
                </a:lnTo>
                <a:lnTo>
                  <a:pt x="3316083" y="3015137"/>
                </a:lnTo>
                <a:lnTo>
                  <a:pt x="3316313" y="3015799"/>
                </a:lnTo>
                <a:lnTo>
                  <a:pt x="3316522" y="3016474"/>
                </a:lnTo>
                <a:lnTo>
                  <a:pt x="3316712" y="3017163"/>
                </a:lnTo>
                <a:lnTo>
                  <a:pt x="3316881" y="3017865"/>
                </a:lnTo>
                <a:lnTo>
                  <a:pt x="3317031" y="3018581"/>
                </a:lnTo>
                <a:lnTo>
                  <a:pt x="3317161" y="3019311"/>
                </a:lnTo>
                <a:lnTo>
                  <a:pt x="3317271" y="3020053"/>
                </a:lnTo>
                <a:lnTo>
                  <a:pt x="3317361" y="3020810"/>
                </a:lnTo>
                <a:lnTo>
                  <a:pt x="3317430" y="3021580"/>
                </a:lnTo>
                <a:lnTo>
                  <a:pt x="3317480" y="3022363"/>
                </a:lnTo>
                <a:lnTo>
                  <a:pt x="3317510" y="3023160"/>
                </a:lnTo>
                <a:lnTo>
                  <a:pt x="3317520" y="3023970"/>
                </a:lnTo>
                <a:lnTo>
                  <a:pt x="3317513" y="3024629"/>
                </a:lnTo>
                <a:lnTo>
                  <a:pt x="3317492" y="3025281"/>
                </a:lnTo>
                <a:lnTo>
                  <a:pt x="3317457" y="3025925"/>
                </a:lnTo>
                <a:lnTo>
                  <a:pt x="3317407" y="3026563"/>
                </a:lnTo>
                <a:lnTo>
                  <a:pt x="3317344" y="3027193"/>
                </a:lnTo>
                <a:lnTo>
                  <a:pt x="3317267" y="3027817"/>
                </a:lnTo>
                <a:lnTo>
                  <a:pt x="3317175" y="3028433"/>
                </a:lnTo>
                <a:lnTo>
                  <a:pt x="3317069" y="3029043"/>
                </a:lnTo>
                <a:lnTo>
                  <a:pt x="3316950" y="3029645"/>
                </a:lnTo>
                <a:lnTo>
                  <a:pt x="3316816" y="3030240"/>
                </a:lnTo>
                <a:lnTo>
                  <a:pt x="3316668" y="3030828"/>
                </a:lnTo>
                <a:lnTo>
                  <a:pt x="3316506" y="3031410"/>
                </a:lnTo>
                <a:lnTo>
                  <a:pt x="3316330" y="3031984"/>
                </a:lnTo>
                <a:lnTo>
                  <a:pt x="3316139" y="3032551"/>
                </a:lnTo>
                <a:lnTo>
                  <a:pt x="3315935" y="3033111"/>
                </a:lnTo>
                <a:lnTo>
                  <a:pt x="3315717" y="3033664"/>
                </a:lnTo>
                <a:lnTo>
                  <a:pt x="3315484" y="3034210"/>
                </a:lnTo>
                <a:lnTo>
                  <a:pt x="3315238" y="3034749"/>
                </a:lnTo>
                <a:lnTo>
                  <a:pt x="3314977" y="3035280"/>
                </a:lnTo>
                <a:lnTo>
                  <a:pt x="3314702" y="3035805"/>
                </a:lnTo>
                <a:lnTo>
                  <a:pt x="3314413" y="3036323"/>
                </a:lnTo>
                <a:lnTo>
                  <a:pt x="3314111" y="3036834"/>
                </a:lnTo>
                <a:lnTo>
                  <a:pt x="3313794" y="3037337"/>
                </a:lnTo>
                <a:lnTo>
                  <a:pt x="3313462" y="3037834"/>
                </a:lnTo>
                <a:lnTo>
                  <a:pt x="3313136" y="3038310"/>
                </a:lnTo>
                <a:lnTo>
                  <a:pt x="3312804" y="3038778"/>
                </a:lnTo>
                <a:lnTo>
                  <a:pt x="3312467" y="3039239"/>
                </a:lnTo>
                <a:lnTo>
                  <a:pt x="3312124" y="3039694"/>
                </a:lnTo>
                <a:lnTo>
                  <a:pt x="3311776" y="3040141"/>
                </a:lnTo>
                <a:lnTo>
                  <a:pt x="3311423" y="3040581"/>
                </a:lnTo>
                <a:lnTo>
                  <a:pt x="3311065" y="3041015"/>
                </a:lnTo>
                <a:lnTo>
                  <a:pt x="3310701" y="3041441"/>
                </a:lnTo>
                <a:lnTo>
                  <a:pt x="3310332" y="3041860"/>
                </a:lnTo>
                <a:lnTo>
                  <a:pt x="3309958" y="3042272"/>
                </a:lnTo>
                <a:lnTo>
                  <a:pt x="3309578" y="3042677"/>
                </a:lnTo>
                <a:lnTo>
                  <a:pt x="3309194" y="3043075"/>
                </a:lnTo>
                <a:lnTo>
                  <a:pt x="3308803" y="3043466"/>
                </a:lnTo>
                <a:lnTo>
                  <a:pt x="3308408" y="3043850"/>
                </a:lnTo>
                <a:lnTo>
                  <a:pt x="3308007" y="3044227"/>
                </a:lnTo>
                <a:lnTo>
                  <a:pt x="3307602" y="3044597"/>
                </a:lnTo>
                <a:lnTo>
                  <a:pt x="3307190" y="3044960"/>
                </a:lnTo>
                <a:lnTo>
                  <a:pt x="3306774" y="3045315"/>
                </a:lnTo>
                <a:lnTo>
                  <a:pt x="3306352" y="3045664"/>
                </a:lnTo>
                <a:lnTo>
                  <a:pt x="3305925" y="3046006"/>
                </a:lnTo>
                <a:lnTo>
                  <a:pt x="3305493" y="3046340"/>
                </a:lnTo>
                <a:lnTo>
                  <a:pt x="3305055" y="3046668"/>
                </a:lnTo>
                <a:lnTo>
                  <a:pt x="3304612" y="3046988"/>
                </a:lnTo>
                <a:lnTo>
                  <a:pt x="3304164" y="3047302"/>
                </a:lnTo>
                <a:lnTo>
                  <a:pt x="3270181" y="3069619"/>
                </a:lnTo>
                <a:lnTo>
                  <a:pt x="3269499" y="3070087"/>
                </a:lnTo>
                <a:lnTo>
                  <a:pt x="3268831" y="3070563"/>
                </a:lnTo>
                <a:lnTo>
                  <a:pt x="3268179" y="3071045"/>
                </a:lnTo>
                <a:lnTo>
                  <a:pt x="3267542" y="3071535"/>
                </a:lnTo>
                <a:lnTo>
                  <a:pt x="3266920" y="3072031"/>
                </a:lnTo>
                <a:lnTo>
                  <a:pt x="3266314" y="3072535"/>
                </a:lnTo>
                <a:lnTo>
                  <a:pt x="3265723" y="3073046"/>
                </a:lnTo>
                <a:lnTo>
                  <a:pt x="3265147" y="3073564"/>
                </a:lnTo>
                <a:lnTo>
                  <a:pt x="3264586" y="3074088"/>
                </a:lnTo>
                <a:lnTo>
                  <a:pt x="3264041" y="3074620"/>
                </a:lnTo>
                <a:lnTo>
                  <a:pt x="3263511" y="3075159"/>
                </a:lnTo>
                <a:lnTo>
                  <a:pt x="3262996" y="3075705"/>
                </a:lnTo>
                <a:lnTo>
                  <a:pt x="3262496" y="3076258"/>
                </a:lnTo>
                <a:lnTo>
                  <a:pt x="3262012" y="3076818"/>
                </a:lnTo>
                <a:lnTo>
                  <a:pt x="3261543" y="3077385"/>
                </a:lnTo>
                <a:lnTo>
                  <a:pt x="3261089" y="3077959"/>
                </a:lnTo>
                <a:lnTo>
                  <a:pt x="3260651" y="3078541"/>
                </a:lnTo>
                <a:lnTo>
                  <a:pt x="3260227" y="3079129"/>
                </a:lnTo>
                <a:lnTo>
                  <a:pt x="3259819" y="3079724"/>
                </a:lnTo>
                <a:lnTo>
                  <a:pt x="3259427" y="3080326"/>
                </a:lnTo>
                <a:lnTo>
                  <a:pt x="3259049" y="3080936"/>
                </a:lnTo>
                <a:lnTo>
                  <a:pt x="3258687" y="3081552"/>
                </a:lnTo>
                <a:lnTo>
                  <a:pt x="3258340" y="3082175"/>
                </a:lnTo>
                <a:lnTo>
                  <a:pt x="3258008" y="3082806"/>
                </a:lnTo>
                <a:lnTo>
                  <a:pt x="3257691" y="3083431"/>
                </a:lnTo>
                <a:lnTo>
                  <a:pt x="3257387" y="3084067"/>
                </a:lnTo>
                <a:lnTo>
                  <a:pt x="3257097" y="3084713"/>
                </a:lnTo>
                <a:lnTo>
                  <a:pt x="3256820" y="3085370"/>
                </a:lnTo>
                <a:lnTo>
                  <a:pt x="3256557" y="3086038"/>
                </a:lnTo>
                <a:lnTo>
                  <a:pt x="3256307" y="3086716"/>
                </a:lnTo>
                <a:lnTo>
                  <a:pt x="3256071" y="3087404"/>
                </a:lnTo>
                <a:lnTo>
                  <a:pt x="3255848" y="3088103"/>
                </a:lnTo>
                <a:lnTo>
                  <a:pt x="3255639" y="3088813"/>
                </a:lnTo>
                <a:lnTo>
                  <a:pt x="3255443" y="3089533"/>
                </a:lnTo>
                <a:lnTo>
                  <a:pt x="3255261" y="3090264"/>
                </a:lnTo>
                <a:lnTo>
                  <a:pt x="3255092" y="3091006"/>
                </a:lnTo>
                <a:lnTo>
                  <a:pt x="3254937" y="3091758"/>
                </a:lnTo>
                <a:lnTo>
                  <a:pt x="3254795" y="3092520"/>
                </a:lnTo>
                <a:lnTo>
                  <a:pt x="3254667" y="3093293"/>
                </a:lnTo>
                <a:lnTo>
                  <a:pt x="3254552" y="3094077"/>
                </a:lnTo>
                <a:lnTo>
                  <a:pt x="3254451" y="3094871"/>
                </a:lnTo>
                <a:lnTo>
                  <a:pt x="3254363" y="3095676"/>
                </a:lnTo>
                <a:lnTo>
                  <a:pt x="3254289" y="3096492"/>
                </a:lnTo>
                <a:lnTo>
                  <a:pt x="3254228" y="3097318"/>
                </a:lnTo>
                <a:lnTo>
                  <a:pt x="3254181" y="3098154"/>
                </a:lnTo>
                <a:lnTo>
                  <a:pt x="3254147" y="3099001"/>
                </a:lnTo>
                <a:lnTo>
                  <a:pt x="3254127" y="3099859"/>
                </a:lnTo>
                <a:lnTo>
                  <a:pt x="3254120" y="3100727"/>
                </a:lnTo>
                <a:lnTo>
                  <a:pt x="3254120" y="3105799"/>
                </a:lnTo>
                <a:lnTo>
                  <a:pt x="3335441" y="3105799"/>
                </a:lnTo>
                <a:lnTo>
                  <a:pt x="3335441" y="3090921"/>
                </a:lnTo>
                <a:lnTo>
                  <a:pt x="3274408" y="3090921"/>
                </a:lnTo>
                <a:lnTo>
                  <a:pt x="3274437" y="3090766"/>
                </a:lnTo>
                <a:lnTo>
                  <a:pt x="3274468" y="3090610"/>
                </a:lnTo>
                <a:lnTo>
                  <a:pt x="3274501" y="3090454"/>
                </a:lnTo>
                <a:lnTo>
                  <a:pt x="3274535" y="3090297"/>
                </a:lnTo>
                <a:close/>
                <a:moveTo>
                  <a:pt x="3196402" y="2988879"/>
                </a:moveTo>
                <a:lnTo>
                  <a:pt x="3195792" y="2989124"/>
                </a:lnTo>
                <a:lnTo>
                  <a:pt x="3195181" y="2989367"/>
                </a:lnTo>
                <a:lnTo>
                  <a:pt x="3194569" y="2989608"/>
                </a:lnTo>
                <a:lnTo>
                  <a:pt x="3193955" y="2989846"/>
                </a:lnTo>
                <a:lnTo>
                  <a:pt x="3193340" y="2990082"/>
                </a:lnTo>
                <a:lnTo>
                  <a:pt x="3192725" y="2990316"/>
                </a:lnTo>
                <a:lnTo>
                  <a:pt x="3192108" y="2990547"/>
                </a:lnTo>
                <a:lnTo>
                  <a:pt x="3191490" y="2990776"/>
                </a:lnTo>
                <a:lnTo>
                  <a:pt x="3190870" y="2991002"/>
                </a:lnTo>
                <a:lnTo>
                  <a:pt x="3190250" y="2991227"/>
                </a:lnTo>
                <a:lnTo>
                  <a:pt x="3189628" y="2991449"/>
                </a:lnTo>
                <a:lnTo>
                  <a:pt x="3189005" y="2991668"/>
                </a:lnTo>
                <a:lnTo>
                  <a:pt x="3188381" y="2991885"/>
                </a:lnTo>
                <a:lnTo>
                  <a:pt x="3187756" y="2992100"/>
                </a:lnTo>
                <a:lnTo>
                  <a:pt x="3187130" y="2992313"/>
                </a:lnTo>
                <a:lnTo>
                  <a:pt x="3186502" y="2992523"/>
                </a:lnTo>
                <a:lnTo>
                  <a:pt x="3185873" y="2992731"/>
                </a:lnTo>
                <a:lnTo>
                  <a:pt x="3185244" y="2992936"/>
                </a:lnTo>
                <a:lnTo>
                  <a:pt x="3184613" y="2993139"/>
                </a:lnTo>
                <a:lnTo>
                  <a:pt x="3183980" y="2993340"/>
                </a:lnTo>
                <a:lnTo>
                  <a:pt x="3183347" y="2993539"/>
                </a:lnTo>
                <a:lnTo>
                  <a:pt x="3182728" y="2993721"/>
                </a:lnTo>
                <a:lnTo>
                  <a:pt x="3182112" y="2993900"/>
                </a:lnTo>
                <a:lnTo>
                  <a:pt x="3181498" y="2994077"/>
                </a:lnTo>
                <a:lnTo>
                  <a:pt x="3180886" y="2994252"/>
                </a:lnTo>
                <a:lnTo>
                  <a:pt x="3180277" y="2994425"/>
                </a:lnTo>
                <a:lnTo>
                  <a:pt x="3179670" y="2994595"/>
                </a:lnTo>
                <a:lnTo>
                  <a:pt x="3179065" y="2994763"/>
                </a:lnTo>
                <a:lnTo>
                  <a:pt x="3178463" y="2994929"/>
                </a:lnTo>
                <a:lnTo>
                  <a:pt x="3177863" y="2995092"/>
                </a:lnTo>
                <a:lnTo>
                  <a:pt x="3177265" y="2995253"/>
                </a:lnTo>
                <a:lnTo>
                  <a:pt x="3176670" y="2995411"/>
                </a:lnTo>
                <a:lnTo>
                  <a:pt x="3176077" y="2995567"/>
                </a:lnTo>
                <a:lnTo>
                  <a:pt x="3175486" y="2995721"/>
                </a:lnTo>
                <a:lnTo>
                  <a:pt x="3174898" y="2995873"/>
                </a:lnTo>
                <a:lnTo>
                  <a:pt x="3174312" y="2996022"/>
                </a:lnTo>
                <a:lnTo>
                  <a:pt x="3173729" y="2996168"/>
                </a:lnTo>
                <a:lnTo>
                  <a:pt x="3173148" y="2996313"/>
                </a:lnTo>
                <a:lnTo>
                  <a:pt x="3172569" y="2996455"/>
                </a:lnTo>
                <a:lnTo>
                  <a:pt x="3171992" y="2996595"/>
                </a:lnTo>
                <a:lnTo>
                  <a:pt x="3171418" y="2996732"/>
                </a:lnTo>
                <a:lnTo>
                  <a:pt x="3170846" y="2996867"/>
                </a:lnTo>
                <a:lnTo>
                  <a:pt x="3170277" y="2997000"/>
                </a:lnTo>
                <a:lnTo>
                  <a:pt x="3169710" y="2997130"/>
                </a:lnTo>
                <a:lnTo>
                  <a:pt x="3169145" y="2997258"/>
                </a:lnTo>
                <a:lnTo>
                  <a:pt x="3168584" y="2997369"/>
                </a:lnTo>
                <a:lnTo>
                  <a:pt x="3168026" y="2997478"/>
                </a:lnTo>
                <a:lnTo>
                  <a:pt x="3167473" y="2997583"/>
                </a:lnTo>
                <a:lnTo>
                  <a:pt x="3166924" y="2997685"/>
                </a:lnTo>
                <a:lnTo>
                  <a:pt x="3166379" y="2997785"/>
                </a:lnTo>
                <a:lnTo>
                  <a:pt x="3165838" y="2997881"/>
                </a:lnTo>
                <a:lnTo>
                  <a:pt x="3165301" y="2997975"/>
                </a:lnTo>
                <a:lnTo>
                  <a:pt x="3164768" y="2998066"/>
                </a:lnTo>
                <a:lnTo>
                  <a:pt x="3164240" y="2998154"/>
                </a:lnTo>
                <a:lnTo>
                  <a:pt x="3163715" y="2998238"/>
                </a:lnTo>
                <a:lnTo>
                  <a:pt x="3163195" y="2998320"/>
                </a:lnTo>
                <a:lnTo>
                  <a:pt x="3162678" y="2998399"/>
                </a:lnTo>
                <a:lnTo>
                  <a:pt x="3162166" y="2998475"/>
                </a:lnTo>
                <a:lnTo>
                  <a:pt x="3161658" y="2998548"/>
                </a:lnTo>
                <a:lnTo>
                  <a:pt x="3161154" y="2998618"/>
                </a:lnTo>
                <a:lnTo>
                  <a:pt x="3160654" y="2998686"/>
                </a:lnTo>
                <a:lnTo>
                  <a:pt x="3160159" y="2998750"/>
                </a:lnTo>
                <a:lnTo>
                  <a:pt x="3159667" y="2998811"/>
                </a:lnTo>
                <a:lnTo>
                  <a:pt x="3159179" y="2998870"/>
                </a:lnTo>
                <a:lnTo>
                  <a:pt x="3158696" y="2998925"/>
                </a:lnTo>
                <a:lnTo>
                  <a:pt x="3158217" y="2998978"/>
                </a:lnTo>
                <a:lnTo>
                  <a:pt x="3157741" y="2999027"/>
                </a:lnTo>
                <a:lnTo>
                  <a:pt x="3157270" y="2999074"/>
                </a:lnTo>
                <a:lnTo>
                  <a:pt x="3156803" y="2999118"/>
                </a:lnTo>
                <a:lnTo>
                  <a:pt x="3156803" y="3009431"/>
                </a:lnTo>
                <a:lnTo>
                  <a:pt x="3187405" y="3009431"/>
                </a:lnTo>
                <a:lnTo>
                  <a:pt x="3187405" y="3091767"/>
                </a:lnTo>
                <a:lnTo>
                  <a:pt x="3156803" y="3091767"/>
                </a:lnTo>
                <a:lnTo>
                  <a:pt x="3156803" y="3105799"/>
                </a:lnTo>
                <a:lnTo>
                  <a:pt x="3234743" y="3105799"/>
                </a:lnTo>
                <a:lnTo>
                  <a:pt x="3234743" y="3091767"/>
                </a:lnTo>
                <a:lnTo>
                  <a:pt x="3204480" y="3091767"/>
                </a:lnTo>
                <a:lnTo>
                  <a:pt x="3204480" y="2988128"/>
                </a:lnTo>
                <a:lnTo>
                  <a:pt x="3198225" y="2988128"/>
                </a:lnTo>
                <a:lnTo>
                  <a:pt x="3197618" y="2988381"/>
                </a:lnTo>
                <a:lnTo>
                  <a:pt x="3197011" y="2988631"/>
                </a:lnTo>
                <a:lnTo>
                  <a:pt x="3196402" y="2988879"/>
                </a:lnTo>
                <a:close/>
                <a:moveTo>
                  <a:pt x="3402828" y="3107145"/>
                </a:moveTo>
                <a:lnTo>
                  <a:pt x="3403735" y="3107039"/>
                </a:lnTo>
                <a:lnTo>
                  <a:pt x="3404632" y="3106919"/>
                </a:lnTo>
                <a:lnTo>
                  <a:pt x="3405520" y="3106785"/>
                </a:lnTo>
                <a:lnTo>
                  <a:pt x="3406400" y="3106637"/>
                </a:lnTo>
                <a:lnTo>
                  <a:pt x="3407271" y="3106475"/>
                </a:lnTo>
                <a:lnTo>
                  <a:pt x="3408133" y="3106299"/>
                </a:lnTo>
                <a:lnTo>
                  <a:pt x="3408986" y="3106109"/>
                </a:lnTo>
                <a:lnTo>
                  <a:pt x="3409831" y="3105905"/>
                </a:lnTo>
                <a:lnTo>
                  <a:pt x="3410666" y="3105686"/>
                </a:lnTo>
                <a:lnTo>
                  <a:pt x="3411493" y="3105454"/>
                </a:lnTo>
                <a:lnTo>
                  <a:pt x="3412311" y="3105207"/>
                </a:lnTo>
                <a:lnTo>
                  <a:pt x="3413121" y="3104947"/>
                </a:lnTo>
                <a:lnTo>
                  <a:pt x="3413921" y="3104672"/>
                </a:lnTo>
                <a:lnTo>
                  <a:pt x="3414713" y="3104383"/>
                </a:lnTo>
                <a:lnTo>
                  <a:pt x="3415495" y="3104080"/>
                </a:lnTo>
                <a:lnTo>
                  <a:pt x="3416269" y="3103763"/>
                </a:lnTo>
                <a:lnTo>
                  <a:pt x="3417035" y="3103432"/>
                </a:lnTo>
                <a:lnTo>
                  <a:pt x="3417788" y="3103075"/>
                </a:lnTo>
                <a:lnTo>
                  <a:pt x="3418528" y="3102707"/>
                </a:lnTo>
                <a:lnTo>
                  <a:pt x="3419254" y="3102328"/>
                </a:lnTo>
                <a:lnTo>
                  <a:pt x="3419965" y="3101939"/>
                </a:lnTo>
                <a:lnTo>
                  <a:pt x="3420662" y="3101539"/>
                </a:lnTo>
                <a:lnTo>
                  <a:pt x="3421346" y="3101129"/>
                </a:lnTo>
                <a:lnTo>
                  <a:pt x="3422015" y="3100708"/>
                </a:lnTo>
                <a:lnTo>
                  <a:pt x="3422670" y="3100276"/>
                </a:lnTo>
                <a:lnTo>
                  <a:pt x="3423311" y="3099834"/>
                </a:lnTo>
                <a:lnTo>
                  <a:pt x="3423938" y="3099382"/>
                </a:lnTo>
                <a:lnTo>
                  <a:pt x="3424551" y="3098918"/>
                </a:lnTo>
                <a:lnTo>
                  <a:pt x="3425150" y="3098445"/>
                </a:lnTo>
                <a:lnTo>
                  <a:pt x="3425734" y="3097960"/>
                </a:lnTo>
                <a:lnTo>
                  <a:pt x="3426305" y="3097465"/>
                </a:lnTo>
                <a:lnTo>
                  <a:pt x="3426862" y="3096960"/>
                </a:lnTo>
                <a:lnTo>
                  <a:pt x="3427404" y="3096444"/>
                </a:lnTo>
                <a:lnTo>
                  <a:pt x="3427932" y="3095917"/>
                </a:lnTo>
                <a:lnTo>
                  <a:pt x="3428447" y="3095380"/>
                </a:lnTo>
                <a:lnTo>
                  <a:pt x="3428947" y="3094833"/>
                </a:lnTo>
                <a:lnTo>
                  <a:pt x="3429433" y="3094274"/>
                </a:lnTo>
                <a:lnTo>
                  <a:pt x="3429905" y="3093705"/>
                </a:lnTo>
                <a:lnTo>
                  <a:pt x="3430363" y="3093126"/>
                </a:lnTo>
                <a:lnTo>
                  <a:pt x="3430807" y="3092536"/>
                </a:lnTo>
                <a:lnTo>
                  <a:pt x="3431236" y="3091935"/>
                </a:lnTo>
                <a:lnTo>
                  <a:pt x="3431664" y="3091311"/>
                </a:lnTo>
                <a:lnTo>
                  <a:pt x="3432073" y="3090679"/>
                </a:lnTo>
                <a:lnTo>
                  <a:pt x="3432465" y="3090039"/>
                </a:lnTo>
                <a:lnTo>
                  <a:pt x="3432838" y="3089390"/>
                </a:lnTo>
                <a:lnTo>
                  <a:pt x="3433193" y="3088733"/>
                </a:lnTo>
                <a:lnTo>
                  <a:pt x="3433529" y="3088068"/>
                </a:lnTo>
                <a:lnTo>
                  <a:pt x="3433848" y="3087395"/>
                </a:lnTo>
                <a:lnTo>
                  <a:pt x="3434148" y="3086713"/>
                </a:lnTo>
                <a:lnTo>
                  <a:pt x="3434430" y="3086023"/>
                </a:lnTo>
                <a:lnTo>
                  <a:pt x="3434694" y="3085325"/>
                </a:lnTo>
                <a:lnTo>
                  <a:pt x="3434940" y="3084619"/>
                </a:lnTo>
                <a:lnTo>
                  <a:pt x="3435167" y="3083905"/>
                </a:lnTo>
                <a:lnTo>
                  <a:pt x="3435376" y="3083182"/>
                </a:lnTo>
                <a:lnTo>
                  <a:pt x="3435567" y="3082451"/>
                </a:lnTo>
                <a:lnTo>
                  <a:pt x="3435740" y="3081712"/>
                </a:lnTo>
                <a:lnTo>
                  <a:pt x="3435895" y="3080965"/>
                </a:lnTo>
                <a:lnTo>
                  <a:pt x="3436031" y="3080209"/>
                </a:lnTo>
                <a:lnTo>
                  <a:pt x="3436150" y="3079446"/>
                </a:lnTo>
                <a:lnTo>
                  <a:pt x="3436250" y="3078674"/>
                </a:lnTo>
                <a:lnTo>
                  <a:pt x="3436332" y="3077893"/>
                </a:lnTo>
                <a:lnTo>
                  <a:pt x="3436395" y="3077105"/>
                </a:lnTo>
                <a:lnTo>
                  <a:pt x="3436441" y="3076308"/>
                </a:lnTo>
                <a:lnTo>
                  <a:pt x="3436468" y="3075504"/>
                </a:lnTo>
                <a:lnTo>
                  <a:pt x="3436477" y="3074691"/>
                </a:lnTo>
                <a:lnTo>
                  <a:pt x="3436467" y="3073740"/>
                </a:lnTo>
                <a:lnTo>
                  <a:pt x="3436436" y="3072805"/>
                </a:lnTo>
                <a:lnTo>
                  <a:pt x="3436385" y="3071885"/>
                </a:lnTo>
                <a:lnTo>
                  <a:pt x="3436313" y="3070981"/>
                </a:lnTo>
                <a:lnTo>
                  <a:pt x="3436220" y="3070091"/>
                </a:lnTo>
                <a:lnTo>
                  <a:pt x="3436107" y="3069217"/>
                </a:lnTo>
                <a:lnTo>
                  <a:pt x="3435974" y="3068358"/>
                </a:lnTo>
                <a:lnTo>
                  <a:pt x="3435820" y="3067515"/>
                </a:lnTo>
                <a:lnTo>
                  <a:pt x="3435645" y="3066686"/>
                </a:lnTo>
                <a:lnTo>
                  <a:pt x="3435450" y="3065873"/>
                </a:lnTo>
                <a:lnTo>
                  <a:pt x="3435234" y="3065076"/>
                </a:lnTo>
                <a:lnTo>
                  <a:pt x="3434998" y="3064293"/>
                </a:lnTo>
                <a:lnTo>
                  <a:pt x="3434741" y="3063526"/>
                </a:lnTo>
                <a:lnTo>
                  <a:pt x="3434464" y="3062774"/>
                </a:lnTo>
                <a:lnTo>
                  <a:pt x="3434166" y="3062037"/>
                </a:lnTo>
                <a:lnTo>
                  <a:pt x="3433847" y="3061316"/>
                </a:lnTo>
                <a:lnTo>
                  <a:pt x="3433508" y="3060609"/>
                </a:lnTo>
                <a:lnTo>
                  <a:pt x="3433149" y="3059919"/>
                </a:lnTo>
                <a:lnTo>
                  <a:pt x="3432769" y="3059243"/>
                </a:lnTo>
                <a:lnTo>
                  <a:pt x="3432368" y="3058582"/>
                </a:lnTo>
                <a:lnTo>
                  <a:pt x="3431947" y="3057937"/>
                </a:lnTo>
                <a:lnTo>
                  <a:pt x="3431505" y="3057307"/>
                </a:lnTo>
                <a:lnTo>
                  <a:pt x="3431043" y="3056693"/>
                </a:lnTo>
                <a:lnTo>
                  <a:pt x="3430560" y="3056093"/>
                </a:lnTo>
                <a:lnTo>
                  <a:pt x="3430075" y="3055509"/>
                </a:lnTo>
                <a:lnTo>
                  <a:pt x="3429578" y="3054939"/>
                </a:lnTo>
                <a:lnTo>
                  <a:pt x="3429070" y="3054384"/>
                </a:lnTo>
                <a:lnTo>
                  <a:pt x="3428550" y="3053844"/>
                </a:lnTo>
                <a:lnTo>
                  <a:pt x="3428018" y="3053318"/>
                </a:lnTo>
                <a:lnTo>
                  <a:pt x="3427474" y="3052807"/>
                </a:lnTo>
                <a:lnTo>
                  <a:pt x="3426919" y="3052311"/>
                </a:lnTo>
                <a:lnTo>
                  <a:pt x="3426352" y="3051829"/>
                </a:lnTo>
                <a:lnTo>
                  <a:pt x="3425773" y="3051362"/>
                </a:lnTo>
                <a:lnTo>
                  <a:pt x="3425183" y="3050910"/>
                </a:lnTo>
                <a:lnTo>
                  <a:pt x="3424580" y="3050472"/>
                </a:lnTo>
                <a:lnTo>
                  <a:pt x="3423966" y="3050049"/>
                </a:lnTo>
                <a:lnTo>
                  <a:pt x="3423340" y="3049641"/>
                </a:lnTo>
                <a:lnTo>
                  <a:pt x="3422703" y="3049247"/>
                </a:lnTo>
                <a:lnTo>
                  <a:pt x="3422054" y="3048868"/>
                </a:lnTo>
                <a:lnTo>
                  <a:pt x="3421393" y="3048504"/>
                </a:lnTo>
                <a:lnTo>
                  <a:pt x="3420720" y="3048154"/>
                </a:lnTo>
                <a:lnTo>
                  <a:pt x="3420035" y="3047820"/>
                </a:lnTo>
                <a:lnTo>
                  <a:pt x="3419339" y="3047499"/>
                </a:lnTo>
                <a:lnTo>
                  <a:pt x="3418631" y="3047194"/>
                </a:lnTo>
                <a:lnTo>
                  <a:pt x="3417912" y="3046903"/>
                </a:lnTo>
                <a:lnTo>
                  <a:pt x="3417180" y="3046627"/>
                </a:lnTo>
                <a:lnTo>
                  <a:pt x="3416437" y="3046365"/>
                </a:lnTo>
                <a:lnTo>
                  <a:pt x="3415682" y="3046118"/>
                </a:lnTo>
                <a:lnTo>
                  <a:pt x="3415682" y="3045273"/>
                </a:lnTo>
                <a:lnTo>
                  <a:pt x="3416117" y="3045060"/>
                </a:lnTo>
                <a:lnTo>
                  <a:pt x="3416547" y="3044844"/>
                </a:lnTo>
                <a:lnTo>
                  <a:pt x="3416974" y="3044626"/>
                </a:lnTo>
                <a:lnTo>
                  <a:pt x="3417396" y="3044404"/>
                </a:lnTo>
                <a:lnTo>
                  <a:pt x="3417814" y="3044180"/>
                </a:lnTo>
                <a:lnTo>
                  <a:pt x="3418229" y="3043952"/>
                </a:lnTo>
                <a:lnTo>
                  <a:pt x="3418639" y="3043722"/>
                </a:lnTo>
                <a:lnTo>
                  <a:pt x="3419045" y="3043488"/>
                </a:lnTo>
                <a:lnTo>
                  <a:pt x="3419446" y="3043252"/>
                </a:lnTo>
                <a:lnTo>
                  <a:pt x="3419844" y="3043013"/>
                </a:lnTo>
                <a:lnTo>
                  <a:pt x="3420238" y="3042771"/>
                </a:lnTo>
                <a:lnTo>
                  <a:pt x="3420627" y="3042526"/>
                </a:lnTo>
                <a:lnTo>
                  <a:pt x="3421013" y="3042278"/>
                </a:lnTo>
                <a:lnTo>
                  <a:pt x="3421394" y="3042027"/>
                </a:lnTo>
                <a:lnTo>
                  <a:pt x="3421771" y="3041773"/>
                </a:lnTo>
                <a:lnTo>
                  <a:pt x="3422144" y="3041516"/>
                </a:lnTo>
                <a:lnTo>
                  <a:pt x="3422513" y="3041256"/>
                </a:lnTo>
                <a:lnTo>
                  <a:pt x="3422878" y="3040993"/>
                </a:lnTo>
                <a:lnTo>
                  <a:pt x="3423239" y="3040728"/>
                </a:lnTo>
                <a:lnTo>
                  <a:pt x="3423595" y="3040459"/>
                </a:lnTo>
                <a:lnTo>
                  <a:pt x="3423948" y="3040188"/>
                </a:lnTo>
                <a:lnTo>
                  <a:pt x="3424296" y="3039913"/>
                </a:lnTo>
                <a:lnTo>
                  <a:pt x="3424641" y="3039636"/>
                </a:lnTo>
                <a:lnTo>
                  <a:pt x="3424981" y="3039356"/>
                </a:lnTo>
                <a:lnTo>
                  <a:pt x="3425316" y="3039071"/>
                </a:lnTo>
                <a:lnTo>
                  <a:pt x="3425645" y="3038781"/>
                </a:lnTo>
                <a:lnTo>
                  <a:pt x="3425969" y="3038487"/>
                </a:lnTo>
                <a:lnTo>
                  <a:pt x="3426286" y="3038186"/>
                </a:lnTo>
                <a:lnTo>
                  <a:pt x="3426598" y="3037881"/>
                </a:lnTo>
                <a:lnTo>
                  <a:pt x="3426904" y="3037570"/>
                </a:lnTo>
                <a:lnTo>
                  <a:pt x="3427204" y="3037254"/>
                </a:lnTo>
                <a:lnTo>
                  <a:pt x="3427498" y="3036932"/>
                </a:lnTo>
                <a:lnTo>
                  <a:pt x="3427786" y="3036606"/>
                </a:lnTo>
                <a:lnTo>
                  <a:pt x="3428069" y="3036274"/>
                </a:lnTo>
                <a:lnTo>
                  <a:pt x="3428345" y="3035936"/>
                </a:lnTo>
                <a:lnTo>
                  <a:pt x="3428616" y="3035594"/>
                </a:lnTo>
                <a:lnTo>
                  <a:pt x="3428880" y="3035246"/>
                </a:lnTo>
                <a:lnTo>
                  <a:pt x="3429139" y="3034893"/>
                </a:lnTo>
                <a:lnTo>
                  <a:pt x="3429392" y="3034535"/>
                </a:lnTo>
                <a:lnTo>
                  <a:pt x="3429639" y="3034171"/>
                </a:lnTo>
                <a:lnTo>
                  <a:pt x="3429881" y="3033802"/>
                </a:lnTo>
                <a:lnTo>
                  <a:pt x="3430116" y="3033428"/>
                </a:lnTo>
                <a:lnTo>
                  <a:pt x="3430346" y="3033048"/>
                </a:lnTo>
                <a:lnTo>
                  <a:pt x="3430569" y="3032663"/>
                </a:lnTo>
                <a:lnTo>
                  <a:pt x="3430787" y="3032273"/>
                </a:lnTo>
                <a:lnTo>
                  <a:pt x="3430999" y="3031878"/>
                </a:lnTo>
                <a:lnTo>
                  <a:pt x="3431205" y="3031477"/>
                </a:lnTo>
                <a:lnTo>
                  <a:pt x="3431405" y="3031071"/>
                </a:lnTo>
                <a:lnTo>
                  <a:pt x="3431598" y="3030659"/>
                </a:lnTo>
                <a:lnTo>
                  <a:pt x="3431783" y="3030241"/>
                </a:lnTo>
                <a:lnTo>
                  <a:pt x="3431960" y="3029817"/>
                </a:lnTo>
                <a:lnTo>
                  <a:pt x="3432129" y="3029385"/>
                </a:lnTo>
                <a:lnTo>
                  <a:pt x="3432289" y="3028948"/>
                </a:lnTo>
                <a:lnTo>
                  <a:pt x="3432441" y="3028504"/>
                </a:lnTo>
                <a:lnTo>
                  <a:pt x="3432585" y="3028053"/>
                </a:lnTo>
                <a:lnTo>
                  <a:pt x="3432720" y="3027596"/>
                </a:lnTo>
                <a:lnTo>
                  <a:pt x="3432848" y="3027133"/>
                </a:lnTo>
                <a:lnTo>
                  <a:pt x="3432967" y="3026663"/>
                </a:lnTo>
                <a:lnTo>
                  <a:pt x="3433078" y="3026186"/>
                </a:lnTo>
                <a:lnTo>
                  <a:pt x="3433181" y="3025703"/>
                </a:lnTo>
                <a:lnTo>
                  <a:pt x="3433275" y="3025214"/>
                </a:lnTo>
                <a:lnTo>
                  <a:pt x="3433361" y="3024718"/>
                </a:lnTo>
                <a:lnTo>
                  <a:pt x="3433439" y="3024216"/>
                </a:lnTo>
                <a:lnTo>
                  <a:pt x="3433509" y="3023708"/>
                </a:lnTo>
                <a:lnTo>
                  <a:pt x="3433571" y="3023192"/>
                </a:lnTo>
                <a:lnTo>
                  <a:pt x="3433624" y="3022671"/>
                </a:lnTo>
                <a:lnTo>
                  <a:pt x="3433670" y="3022143"/>
                </a:lnTo>
                <a:lnTo>
                  <a:pt x="3433707" y="3021608"/>
                </a:lnTo>
                <a:lnTo>
                  <a:pt x="3433735" y="3021067"/>
                </a:lnTo>
                <a:lnTo>
                  <a:pt x="3433756" y="3020520"/>
                </a:lnTo>
                <a:lnTo>
                  <a:pt x="3433768" y="3019966"/>
                </a:lnTo>
                <a:lnTo>
                  <a:pt x="3433772" y="3019406"/>
                </a:lnTo>
                <a:lnTo>
                  <a:pt x="3433764" y="3018607"/>
                </a:lnTo>
                <a:lnTo>
                  <a:pt x="3433737" y="3017818"/>
                </a:lnTo>
                <a:lnTo>
                  <a:pt x="3433693" y="3017039"/>
                </a:lnTo>
                <a:lnTo>
                  <a:pt x="3433631" y="3016269"/>
                </a:lnTo>
                <a:lnTo>
                  <a:pt x="3433552" y="3015508"/>
                </a:lnTo>
                <a:lnTo>
                  <a:pt x="3433455" y="3014756"/>
                </a:lnTo>
                <a:lnTo>
                  <a:pt x="3433341" y="3014014"/>
                </a:lnTo>
                <a:lnTo>
                  <a:pt x="3433209" y="3013282"/>
                </a:lnTo>
                <a:lnTo>
                  <a:pt x="3433059" y="3012559"/>
                </a:lnTo>
                <a:lnTo>
                  <a:pt x="3432892" y="3011845"/>
                </a:lnTo>
                <a:lnTo>
                  <a:pt x="3432707" y="3011140"/>
                </a:lnTo>
                <a:lnTo>
                  <a:pt x="3432504" y="3010445"/>
                </a:lnTo>
                <a:lnTo>
                  <a:pt x="3432284" y="3009760"/>
                </a:lnTo>
                <a:lnTo>
                  <a:pt x="3432046" y="3009083"/>
                </a:lnTo>
                <a:lnTo>
                  <a:pt x="3431791" y="3008416"/>
                </a:lnTo>
                <a:lnTo>
                  <a:pt x="3431518" y="3007759"/>
                </a:lnTo>
                <a:lnTo>
                  <a:pt x="3431227" y="3007111"/>
                </a:lnTo>
                <a:lnTo>
                  <a:pt x="3430919" y="3006472"/>
                </a:lnTo>
                <a:lnTo>
                  <a:pt x="3430593" y="3005843"/>
                </a:lnTo>
                <a:lnTo>
                  <a:pt x="3430250" y="3005223"/>
                </a:lnTo>
                <a:lnTo>
                  <a:pt x="3429889" y="3004612"/>
                </a:lnTo>
                <a:lnTo>
                  <a:pt x="3429510" y="3004011"/>
                </a:lnTo>
                <a:lnTo>
                  <a:pt x="3429114" y="3003419"/>
                </a:lnTo>
                <a:lnTo>
                  <a:pt x="3428700" y="3002837"/>
                </a:lnTo>
                <a:lnTo>
                  <a:pt x="3428285" y="3002251"/>
                </a:lnTo>
                <a:lnTo>
                  <a:pt x="3427858" y="3001677"/>
                </a:lnTo>
                <a:lnTo>
                  <a:pt x="3427419" y="3001115"/>
                </a:lnTo>
                <a:lnTo>
                  <a:pt x="3426967" y="3000564"/>
                </a:lnTo>
                <a:lnTo>
                  <a:pt x="3426503" y="3000025"/>
                </a:lnTo>
                <a:lnTo>
                  <a:pt x="3426027" y="2999498"/>
                </a:lnTo>
                <a:lnTo>
                  <a:pt x="3425538" y="2998983"/>
                </a:lnTo>
                <a:lnTo>
                  <a:pt x="3425037" y="2998479"/>
                </a:lnTo>
                <a:lnTo>
                  <a:pt x="3424524" y="2997987"/>
                </a:lnTo>
                <a:lnTo>
                  <a:pt x="3423998" y="2997507"/>
                </a:lnTo>
                <a:lnTo>
                  <a:pt x="3423460" y="2997038"/>
                </a:lnTo>
                <a:lnTo>
                  <a:pt x="3422910" y="2996582"/>
                </a:lnTo>
                <a:lnTo>
                  <a:pt x="3422347" y="2996137"/>
                </a:lnTo>
                <a:lnTo>
                  <a:pt x="3421772" y="2995704"/>
                </a:lnTo>
                <a:lnTo>
                  <a:pt x="3421185" y="2995282"/>
                </a:lnTo>
                <a:lnTo>
                  <a:pt x="3420585" y="2994872"/>
                </a:lnTo>
                <a:lnTo>
                  <a:pt x="3419973" y="2994474"/>
                </a:lnTo>
                <a:lnTo>
                  <a:pt x="3419349" y="2994088"/>
                </a:lnTo>
                <a:lnTo>
                  <a:pt x="3418712" y="2993713"/>
                </a:lnTo>
                <a:lnTo>
                  <a:pt x="3418063" y="2993351"/>
                </a:lnTo>
                <a:lnTo>
                  <a:pt x="3417402" y="2993000"/>
                </a:lnTo>
                <a:lnTo>
                  <a:pt x="3416728" y="2992660"/>
                </a:lnTo>
                <a:lnTo>
                  <a:pt x="3416042" y="2992333"/>
                </a:lnTo>
                <a:lnTo>
                  <a:pt x="3415344" y="2992017"/>
                </a:lnTo>
                <a:lnTo>
                  <a:pt x="3414636" y="2991700"/>
                </a:lnTo>
                <a:lnTo>
                  <a:pt x="3413920" y="2991396"/>
                </a:lnTo>
                <a:lnTo>
                  <a:pt x="3413196" y="2991106"/>
                </a:lnTo>
                <a:lnTo>
                  <a:pt x="3412465" y="2990829"/>
                </a:lnTo>
                <a:lnTo>
                  <a:pt x="3411726" y="2990565"/>
                </a:lnTo>
                <a:lnTo>
                  <a:pt x="3410980" y="2990316"/>
                </a:lnTo>
                <a:lnTo>
                  <a:pt x="3410226" y="2990079"/>
                </a:lnTo>
                <a:lnTo>
                  <a:pt x="3409464" y="2989857"/>
                </a:lnTo>
                <a:lnTo>
                  <a:pt x="3408695" y="2989647"/>
                </a:lnTo>
                <a:lnTo>
                  <a:pt x="3407918" y="2989452"/>
                </a:lnTo>
                <a:lnTo>
                  <a:pt x="3407133" y="2989269"/>
                </a:lnTo>
                <a:lnTo>
                  <a:pt x="3406341" y="2989101"/>
                </a:lnTo>
                <a:lnTo>
                  <a:pt x="3405541" y="2988945"/>
                </a:lnTo>
                <a:lnTo>
                  <a:pt x="3404734" y="2988803"/>
                </a:lnTo>
                <a:lnTo>
                  <a:pt x="3403919" y="2988675"/>
                </a:lnTo>
                <a:lnTo>
                  <a:pt x="3403096" y="2988560"/>
                </a:lnTo>
                <a:lnTo>
                  <a:pt x="3402266" y="2988459"/>
                </a:lnTo>
                <a:lnTo>
                  <a:pt x="3401428" y="2988371"/>
                </a:lnTo>
                <a:lnTo>
                  <a:pt x="3400582" y="2988297"/>
                </a:lnTo>
                <a:lnTo>
                  <a:pt x="3399729" y="2988236"/>
                </a:lnTo>
                <a:lnTo>
                  <a:pt x="3398868" y="2988189"/>
                </a:lnTo>
                <a:lnTo>
                  <a:pt x="3397999" y="2988155"/>
                </a:lnTo>
                <a:lnTo>
                  <a:pt x="3397123" y="2988135"/>
                </a:lnTo>
                <a:lnTo>
                  <a:pt x="3396239" y="2988128"/>
                </a:lnTo>
                <a:lnTo>
                  <a:pt x="3394042" y="2988128"/>
                </a:lnTo>
                <a:lnTo>
                  <a:pt x="3393144" y="2988135"/>
                </a:lnTo>
                <a:lnTo>
                  <a:pt x="3392253" y="2988155"/>
                </a:lnTo>
                <a:lnTo>
                  <a:pt x="3391371" y="2988189"/>
                </a:lnTo>
                <a:lnTo>
                  <a:pt x="3390496" y="2988236"/>
                </a:lnTo>
                <a:lnTo>
                  <a:pt x="3389628" y="2988297"/>
                </a:lnTo>
                <a:lnTo>
                  <a:pt x="3388769" y="2988371"/>
                </a:lnTo>
                <a:lnTo>
                  <a:pt x="3387917" y="2988459"/>
                </a:lnTo>
                <a:lnTo>
                  <a:pt x="3387072" y="2988560"/>
                </a:lnTo>
                <a:lnTo>
                  <a:pt x="3386235" y="2988675"/>
                </a:lnTo>
                <a:lnTo>
                  <a:pt x="3385406" y="2988803"/>
                </a:lnTo>
                <a:lnTo>
                  <a:pt x="3384585" y="2988945"/>
                </a:lnTo>
                <a:lnTo>
                  <a:pt x="3383771" y="2989101"/>
                </a:lnTo>
                <a:lnTo>
                  <a:pt x="3382964" y="2989269"/>
                </a:lnTo>
                <a:lnTo>
                  <a:pt x="3382166" y="2989452"/>
                </a:lnTo>
                <a:lnTo>
                  <a:pt x="3381375" y="2989647"/>
                </a:lnTo>
                <a:lnTo>
                  <a:pt x="3380591" y="2989857"/>
                </a:lnTo>
                <a:lnTo>
                  <a:pt x="3379816" y="2990079"/>
                </a:lnTo>
                <a:lnTo>
                  <a:pt x="3379047" y="2990316"/>
                </a:lnTo>
                <a:lnTo>
                  <a:pt x="3378287" y="2990565"/>
                </a:lnTo>
                <a:lnTo>
                  <a:pt x="3377534" y="2990829"/>
                </a:lnTo>
                <a:lnTo>
                  <a:pt x="3376789" y="2991106"/>
                </a:lnTo>
                <a:lnTo>
                  <a:pt x="3376051" y="2991396"/>
                </a:lnTo>
                <a:lnTo>
                  <a:pt x="3375321" y="2991700"/>
                </a:lnTo>
                <a:lnTo>
                  <a:pt x="3374599" y="2992017"/>
                </a:lnTo>
                <a:lnTo>
                  <a:pt x="3373886" y="2992347"/>
                </a:lnTo>
                <a:lnTo>
                  <a:pt x="3373186" y="2992687"/>
                </a:lnTo>
                <a:lnTo>
                  <a:pt x="3372499" y="2993039"/>
                </a:lnTo>
                <a:lnTo>
                  <a:pt x="3371823" y="2993402"/>
                </a:lnTo>
                <a:lnTo>
                  <a:pt x="3371160" y="2993777"/>
                </a:lnTo>
                <a:lnTo>
                  <a:pt x="3370509" y="2994162"/>
                </a:lnTo>
                <a:lnTo>
                  <a:pt x="3369871" y="2994558"/>
                </a:lnTo>
                <a:lnTo>
                  <a:pt x="3369245" y="2994966"/>
                </a:lnTo>
                <a:lnTo>
                  <a:pt x="3368631" y="2995385"/>
                </a:lnTo>
                <a:lnTo>
                  <a:pt x="3368030" y="2995815"/>
                </a:lnTo>
                <a:lnTo>
                  <a:pt x="3367441" y="2996256"/>
                </a:lnTo>
                <a:lnTo>
                  <a:pt x="3366864" y="2996708"/>
                </a:lnTo>
                <a:lnTo>
                  <a:pt x="3366299" y="2997172"/>
                </a:lnTo>
                <a:lnTo>
                  <a:pt x="3365747" y="2997647"/>
                </a:lnTo>
                <a:lnTo>
                  <a:pt x="3365207" y="2998132"/>
                </a:lnTo>
                <a:lnTo>
                  <a:pt x="3364680" y="2998629"/>
                </a:lnTo>
                <a:lnTo>
                  <a:pt x="3364165" y="2999137"/>
                </a:lnTo>
                <a:lnTo>
                  <a:pt x="3363662" y="2999657"/>
                </a:lnTo>
                <a:lnTo>
                  <a:pt x="3363172" y="3000187"/>
                </a:lnTo>
                <a:lnTo>
                  <a:pt x="3362693" y="3000728"/>
                </a:lnTo>
                <a:lnTo>
                  <a:pt x="3362228" y="3001281"/>
                </a:lnTo>
                <a:lnTo>
                  <a:pt x="3361774" y="3001845"/>
                </a:lnTo>
                <a:lnTo>
                  <a:pt x="3361333" y="3002420"/>
                </a:lnTo>
                <a:lnTo>
                  <a:pt x="3360904" y="3003006"/>
                </a:lnTo>
                <a:lnTo>
                  <a:pt x="3360504" y="3003588"/>
                </a:lnTo>
                <a:lnTo>
                  <a:pt x="3360121" y="3004180"/>
                </a:lnTo>
                <a:lnTo>
                  <a:pt x="3359755" y="3004781"/>
                </a:lnTo>
                <a:lnTo>
                  <a:pt x="3359406" y="3005392"/>
                </a:lnTo>
                <a:lnTo>
                  <a:pt x="3359074" y="3006012"/>
                </a:lnTo>
                <a:lnTo>
                  <a:pt x="3358759" y="3006641"/>
                </a:lnTo>
                <a:lnTo>
                  <a:pt x="3358461" y="3007280"/>
                </a:lnTo>
                <a:lnTo>
                  <a:pt x="3358180" y="3007928"/>
                </a:lnTo>
                <a:lnTo>
                  <a:pt x="3357916" y="3008585"/>
                </a:lnTo>
                <a:lnTo>
                  <a:pt x="3357670" y="3009252"/>
                </a:lnTo>
                <a:lnTo>
                  <a:pt x="3357440" y="3009928"/>
                </a:lnTo>
                <a:lnTo>
                  <a:pt x="3357227" y="3010614"/>
                </a:lnTo>
                <a:lnTo>
                  <a:pt x="3357031" y="3011309"/>
                </a:lnTo>
                <a:lnTo>
                  <a:pt x="3356852" y="3012014"/>
                </a:lnTo>
                <a:lnTo>
                  <a:pt x="3356691" y="3012727"/>
                </a:lnTo>
                <a:lnTo>
                  <a:pt x="3356546" y="3013451"/>
                </a:lnTo>
                <a:lnTo>
                  <a:pt x="3356418" y="3014183"/>
                </a:lnTo>
                <a:lnTo>
                  <a:pt x="3356308" y="3014925"/>
                </a:lnTo>
                <a:lnTo>
                  <a:pt x="3356214" y="3015677"/>
                </a:lnTo>
                <a:lnTo>
                  <a:pt x="3356137" y="3016438"/>
                </a:lnTo>
                <a:lnTo>
                  <a:pt x="3356078" y="3017208"/>
                </a:lnTo>
                <a:lnTo>
                  <a:pt x="3356035" y="3017987"/>
                </a:lnTo>
                <a:lnTo>
                  <a:pt x="3356010" y="3018776"/>
                </a:lnTo>
                <a:lnTo>
                  <a:pt x="3356001" y="3019575"/>
                </a:lnTo>
                <a:lnTo>
                  <a:pt x="3356001" y="3022449"/>
                </a:lnTo>
                <a:lnTo>
                  <a:pt x="3371386" y="3022449"/>
                </a:lnTo>
                <a:lnTo>
                  <a:pt x="3371397" y="3021626"/>
                </a:lnTo>
                <a:lnTo>
                  <a:pt x="3371428" y="3020819"/>
                </a:lnTo>
                <a:lnTo>
                  <a:pt x="3371479" y="3020029"/>
                </a:lnTo>
                <a:lnTo>
                  <a:pt x="3371551" y="3019255"/>
                </a:lnTo>
                <a:lnTo>
                  <a:pt x="3371643" y="3018498"/>
                </a:lnTo>
                <a:lnTo>
                  <a:pt x="3371756" y="3017757"/>
                </a:lnTo>
                <a:lnTo>
                  <a:pt x="3371890" y="3017033"/>
                </a:lnTo>
                <a:lnTo>
                  <a:pt x="3372044" y="3016325"/>
                </a:lnTo>
                <a:lnTo>
                  <a:pt x="3372219" y="3015633"/>
                </a:lnTo>
                <a:lnTo>
                  <a:pt x="3372414" y="3014958"/>
                </a:lnTo>
                <a:lnTo>
                  <a:pt x="3372630" y="3014300"/>
                </a:lnTo>
                <a:lnTo>
                  <a:pt x="3372866" y="3013657"/>
                </a:lnTo>
                <a:lnTo>
                  <a:pt x="3373123" y="3013032"/>
                </a:lnTo>
                <a:lnTo>
                  <a:pt x="3373400" y="3012422"/>
                </a:lnTo>
                <a:lnTo>
                  <a:pt x="3373698" y="3011829"/>
                </a:lnTo>
                <a:lnTo>
                  <a:pt x="3374016" y="3011253"/>
                </a:lnTo>
                <a:lnTo>
                  <a:pt x="3374355" y="3010693"/>
                </a:lnTo>
                <a:lnTo>
                  <a:pt x="3374715" y="3010149"/>
                </a:lnTo>
                <a:lnTo>
                  <a:pt x="3375095" y="3009622"/>
                </a:lnTo>
                <a:lnTo>
                  <a:pt x="3375496" y="3009111"/>
                </a:lnTo>
                <a:lnTo>
                  <a:pt x="3375917" y="3008617"/>
                </a:lnTo>
                <a:lnTo>
                  <a:pt x="3376359" y="3008139"/>
                </a:lnTo>
                <a:lnTo>
                  <a:pt x="3376821" y="3007678"/>
                </a:lnTo>
                <a:lnTo>
                  <a:pt x="3377304" y="3007233"/>
                </a:lnTo>
                <a:lnTo>
                  <a:pt x="3377819" y="3006805"/>
                </a:lnTo>
                <a:lnTo>
                  <a:pt x="3378350" y="3006396"/>
                </a:lnTo>
                <a:lnTo>
                  <a:pt x="3378897" y="3006005"/>
                </a:lnTo>
                <a:lnTo>
                  <a:pt x="3379459" y="3005632"/>
                </a:lnTo>
                <a:lnTo>
                  <a:pt x="3380038" y="3005277"/>
                </a:lnTo>
                <a:lnTo>
                  <a:pt x="3380632" y="3004940"/>
                </a:lnTo>
                <a:lnTo>
                  <a:pt x="3381243" y="3004621"/>
                </a:lnTo>
                <a:lnTo>
                  <a:pt x="3381869" y="3004321"/>
                </a:lnTo>
                <a:lnTo>
                  <a:pt x="3382511" y="3004039"/>
                </a:lnTo>
                <a:lnTo>
                  <a:pt x="3383168" y="3003775"/>
                </a:lnTo>
                <a:lnTo>
                  <a:pt x="3383842" y="3003530"/>
                </a:lnTo>
                <a:lnTo>
                  <a:pt x="3384531" y="3003302"/>
                </a:lnTo>
                <a:lnTo>
                  <a:pt x="3385237" y="3003093"/>
                </a:lnTo>
                <a:lnTo>
                  <a:pt x="3385958" y="3002902"/>
                </a:lnTo>
                <a:lnTo>
                  <a:pt x="3386695" y="3002729"/>
                </a:lnTo>
                <a:lnTo>
                  <a:pt x="3387448" y="3002574"/>
                </a:lnTo>
                <a:lnTo>
                  <a:pt x="3388217" y="3002438"/>
                </a:lnTo>
                <a:lnTo>
                  <a:pt x="3389001" y="3002319"/>
                </a:lnTo>
                <a:lnTo>
                  <a:pt x="3389802" y="3002219"/>
                </a:lnTo>
                <a:lnTo>
                  <a:pt x="3390618" y="3002137"/>
                </a:lnTo>
                <a:lnTo>
                  <a:pt x="3391450" y="3002074"/>
                </a:lnTo>
                <a:lnTo>
                  <a:pt x="3392298" y="3002028"/>
                </a:lnTo>
                <a:lnTo>
                  <a:pt x="3393162" y="3002001"/>
                </a:lnTo>
                <a:lnTo>
                  <a:pt x="3394042" y="3001992"/>
                </a:lnTo>
                <a:lnTo>
                  <a:pt x="3394575" y="3001995"/>
                </a:lnTo>
                <a:lnTo>
                  <a:pt x="3395103" y="3002006"/>
                </a:lnTo>
                <a:lnTo>
                  <a:pt x="3395627" y="3002023"/>
                </a:lnTo>
                <a:lnTo>
                  <a:pt x="3396145" y="3002048"/>
                </a:lnTo>
                <a:lnTo>
                  <a:pt x="3396660" y="3002080"/>
                </a:lnTo>
                <a:lnTo>
                  <a:pt x="3397169" y="3002119"/>
                </a:lnTo>
                <a:lnTo>
                  <a:pt x="3397674" y="3002164"/>
                </a:lnTo>
                <a:lnTo>
                  <a:pt x="3398174" y="3002217"/>
                </a:lnTo>
                <a:lnTo>
                  <a:pt x="3398670" y="3002277"/>
                </a:lnTo>
                <a:lnTo>
                  <a:pt x="3399160" y="3002344"/>
                </a:lnTo>
                <a:lnTo>
                  <a:pt x="3399647" y="3002418"/>
                </a:lnTo>
                <a:lnTo>
                  <a:pt x="3400128" y="3002499"/>
                </a:lnTo>
                <a:lnTo>
                  <a:pt x="3400605" y="3002587"/>
                </a:lnTo>
                <a:lnTo>
                  <a:pt x="3401077" y="3002682"/>
                </a:lnTo>
                <a:lnTo>
                  <a:pt x="3401544" y="3002784"/>
                </a:lnTo>
                <a:lnTo>
                  <a:pt x="3402006" y="3002894"/>
                </a:lnTo>
                <a:lnTo>
                  <a:pt x="3402464" y="3003010"/>
                </a:lnTo>
                <a:lnTo>
                  <a:pt x="3402918" y="3003133"/>
                </a:lnTo>
                <a:lnTo>
                  <a:pt x="3403366" y="3003263"/>
                </a:lnTo>
                <a:lnTo>
                  <a:pt x="3403810" y="3003401"/>
                </a:lnTo>
                <a:lnTo>
                  <a:pt x="3404249" y="3003545"/>
                </a:lnTo>
                <a:lnTo>
                  <a:pt x="3404683" y="3003697"/>
                </a:lnTo>
                <a:lnTo>
                  <a:pt x="3405113" y="3003855"/>
                </a:lnTo>
                <a:lnTo>
                  <a:pt x="3405538" y="3004021"/>
                </a:lnTo>
                <a:lnTo>
                  <a:pt x="3405971" y="3004194"/>
                </a:lnTo>
                <a:lnTo>
                  <a:pt x="3406396" y="3004374"/>
                </a:lnTo>
                <a:lnTo>
                  <a:pt x="3406814" y="3004562"/>
                </a:lnTo>
                <a:lnTo>
                  <a:pt x="3407224" y="3004758"/>
                </a:lnTo>
                <a:lnTo>
                  <a:pt x="3407627" y="3004962"/>
                </a:lnTo>
                <a:lnTo>
                  <a:pt x="3408021" y="3005173"/>
                </a:lnTo>
                <a:lnTo>
                  <a:pt x="3408408" y="3005391"/>
                </a:lnTo>
                <a:lnTo>
                  <a:pt x="3408788" y="3005618"/>
                </a:lnTo>
                <a:lnTo>
                  <a:pt x="3409160" y="3005851"/>
                </a:lnTo>
                <a:lnTo>
                  <a:pt x="3409524" y="3006093"/>
                </a:lnTo>
                <a:lnTo>
                  <a:pt x="3409881" y="3006342"/>
                </a:lnTo>
                <a:lnTo>
                  <a:pt x="3410230" y="3006599"/>
                </a:lnTo>
                <a:lnTo>
                  <a:pt x="3410571" y="3006863"/>
                </a:lnTo>
                <a:lnTo>
                  <a:pt x="3410905" y="3007136"/>
                </a:lnTo>
                <a:lnTo>
                  <a:pt x="3411231" y="3007415"/>
                </a:lnTo>
                <a:lnTo>
                  <a:pt x="3411549" y="3007703"/>
                </a:lnTo>
                <a:lnTo>
                  <a:pt x="3411860" y="3007998"/>
                </a:lnTo>
                <a:lnTo>
                  <a:pt x="3412163" y="3008300"/>
                </a:lnTo>
                <a:lnTo>
                  <a:pt x="3412459" y="3008610"/>
                </a:lnTo>
                <a:lnTo>
                  <a:pt x="3412747" y="3008928"/>
                </a:lnTo>
                <a:lnTo>
                  <a:pt x="3413027" y="3009254"/>
                </a:lnTo>
                <a:lnTo>
                  <a:pt x="3413300" y="3009587"/>
                </a:lnTo>
                <a:lnTo>
                  <a:pt x="3413565" y="3009928"/>
                </a:lnTo>
                <a:lnTo>
                  <a:pt x="3413822" y="3010276"/>
                </a:lnTo>
                <a:lnTo>
                  <a:pt x="3414071" y="3010632"/>
                </a:lnTo>
                <a:lnTo>
                  <a:pt x="3414308" y="3010996"/>
                </a:lnTo>
                <a:lnTo>
                  <a:pt x="3414536" y="3011367"/>
                </a:lnTo>
                <a:lnTo>
                  <a:pt x="3414752" y="3011746"/>
                </a:lnTo>
                <a:lnTo>
                  <a:pt x="3414958" y="3012133"/>
                </a:lnTo>
                <a:lnTo>
                  <a:pt x="3415154" y="3012527"/>
                </a:lnTo>
                <a:lnTo>
                  <a:pt x="3415339" y="3012929"/>
                </a:lnTo>
                <a:lnTo>
                  <a:pt x="3415513" y="3013338"/>
                </a:lnTo>
                <a:lnTo>
                  <a:pt x="3415677" y="3013755"/>
                </a:lnTo>
                <a:lnTo>
                  <a:pt x="3415830" y="3014180"/>
                </a:lnTo>
                <a:lnTo>
                  <a:pt x="3415973" y="3014612"/>
                </a:lnTo>
                <a:lnTo>
                  <a:pt x="3416105" y="3015052"/>
                </a:lnTo>
                <a:lnTo>
                  <a:pt x="3416226" y="3015500"/>
                </a:lnTo>
                <a:lnTo>
                  <a:pt x="3416337" y="3015955"/>
                </a:lnTo>
                <a:lnTo>
                  <a:pt x="3416438" y="3016418"/>
                </a:lnTo>
                <a:lnTo>
                  <a:pt x="3416527" y="3016889"/>
                </a:lnTo>
                <a:lnTo>
                  <a:pt x="3416607" y="3017367"/>
                </a:lnTo>
                <a:lnTo>
                  <a:pt x="3416675" y="3017852"/>
                </a:lnTo>
                <a:lnTo>
                  <a:pt x="3416733" y="3018346"/>
                </a:lnTo>
                <a:lnTo>
                  <a:pt x="3416781" y="3018847"/>
                </a:lnTo>
                <a:lnTo>
                  <a:pt x="3416818" y="3019356"/>
                </a:lnTo>
                <a:lnTo>
                  <a:pt x="3416844" y="3019872"/>
                </a:lnTo>
                <a:lnTo>
                  <a:pt x="3416860" y="3020396"/>
                </a:lnTo>
                <a:lnTo>
                  <a:pt x="3416865" y="3020927"/>
                </a:lnTo>
                <a:lnTo>
                  <a:pt x="3416860" y="3021459"/>
                </a:lnTo>
                <a:lnTo>
                  <a:pt x="3416843" y="3021984"/>
                </a:lnTo>
                <a:lnTo>
                  <a:pt x="3416815" y="3022502"/>
                </a:lnTo>
                <a:lnTo>
                  <a:pt x="3416776" y="3023013"/>
                </a:lnTo>
                <a:lnTo>
                  <a:pt x="3416726" y="3023516"/>
                </a:lnTo>
                <a:lnTo>
                  <a:pt x="3416665" y="3024013"/>
                </a:lnTo>
                <a:lnTo>
                  <a:pt x="3416592" y="3024502"/>
                </a:lnTo>
                <a:lnTo>
                  <a:pt x="3416509" y="3024985"/>
                </a:lnTo>
                <a:lnTo>
                  <a:pt x="3416414" y="3025460"/>
                </a:lnTo>
                <a:lnTo>
                  <a:pt x="3416308" y="3025929"/>
                </a:lnTo>
                <a:lnTo>
                  <a:pt x="3416191" y="3026390"/>
                </a:lnTo>
                <a:lnTo>
                  <a:pt x="3416062" y="3026845"/>
                </a:lnTo>
                <a:lnTo>
                  <a:pt x="3415923" y="3027292"/>
                </a:lnTo>
                <a:lnTo>
                  <a:pt x="3415772" y="3027732"/>
                </a:lnTo>
                <a:lnTo>
                  <a:pt x="3415611" y="3028166"/>
                </a:lnTo>
                <a:lnTo>
                  <a:pt x="3415438" y="3028592"/>
                </a:lnTo>
                <a:lnTo>
                  <a:pt x="3415254" y="3029011"/>
                </a:lnTo>
                <a:lnTo>
                  <a:pt x="3415059" y="3029423"/>
                </a:lnTo>
                <a:lnTo>
                  <a:pt x="3414852" y="3029828"/>
                </a:lnTo>
                <a:lnTo>
                  <a:pt x="3414635" y="3030226"/>
                </a:lnTo>
                <a:lnTo>
                  <a:pt x="3414406" y="3030617"/>
                </a:lnTo>
                <a:lnTo>
                  <a:pt x="3414166" y="3031001"/>
                </a:lnTo>
                <a:lnTo>
                  <a:pt x="3413915" y="3031378"/>
                </a:lnTo>
                <a:lnTo>
                  <a:pt x="3413653" y="3031748"/>
                </a:lnTo>
                <a:lnTo>
                  <a:pt x="3413396" y="3032096"/>
                </a:lnTo>
                <a:lnTo>
                  <a:pt x="3413131" y="3032438"/>
                </a:lnTo>
                <a:lnTo>
                  <a:pt x="3412858" y="3032773"/>
                </a:lnTo>
                <a:lnTo>
                  <a:pt x="3412578" y="3033100"/>
                </a:lnTo>
                <a:lnTo>
                  <a:pt x="3412290" y="3033421"/>
                </a:lnTo>
                <a:lnTo>
                  <a:pt x="3411994" y="3033734"/>
                </a:lnTo>
                <a:lnTo>
                  <a:pt x="3411691" y="3034041"/>
                </a:lnTo>
                <a:lnTo>
                  <a:pt x="3411380" y="3034340"/>
                </a:lnTo>
                <a:lnTo>
                  <a:pt x="3411062" y="3034632"/>
                </a:lnTo>
                <a:lnTo>
                  <a:pt x="3410736" y="3034918"/>
                </a:lnTo>
                <a:lnTo>
                  <a:pt x="3410402" y="3035196"/>
                </a:lnTo>
                <a:lnTo>
                  <a:pt x="3410061" y="3035467"/>
                </a:lnTo>
                <a:lnTo>
                  <a:pt x="3409712" y="3035731"/>
                </a:lnTo>
                <a:lnTo>
                  <a:pt x="3409355" y="3035988"/>
                </a:lnTo>
                <a:lnTo>
                  <a:pt x="3408991" y="3036238"/>
                </a:lnTo>
                <a:lnTo>
                  <a:pt x="3408619" y="3036481"/>
                </a:lnTo>
                <a:lnTo>
                  <a:pt x="3408239" y="3036717"/>
                </a:lnTo>
                <a:lnTo>
                  <a:pt x="3407852" y="3036946"/>
                </a:lnTo>
                <a:lnTo>
                  <a:pt x="3407457" y="3037168"/>
                </a:lnTo>
                <a:lnTo>
                  <a:pt x="3407055" y="3037383"/>
                </a:lnTo>
                <a:lnTo>
                  <a:pt x="3406645" y="3037591"/>
                </a:lnTo>
                <a:lnTo>
                  <a:pt x="3406227" y="3037792"/>
                </a:lnTo>
                <a:lnTo>
                  <a:pt x="3405802" y="3037985"/>
                </a:lnTo>
                <a:lnTo>
                  <a:pt x="3405369" y="3038172"/>
                </a:lnTo>
                <a:lnTo>
                  <a:pt x="3404944" y="3038351"/>
                </a:lnTo>
                <a:lnTo>
                  <a:pt x="3404515" y="3038523"/>
                </a:lnTo>
                <a:lnTo>
                  <a:pt x="3404082" y="3038687"/>
                </a:lnTo>
                <a:lnTo>
                  <a:pt x="3403645" y="3038844"/>
                </a:lnTo>
                <a:lnTo>
                  <a:pt x="3403204" y="3038993"/>
                </a:lnTo>
                <a:lnTo>
                  <a:pt x="3402759" y="3039134"/>
                </a:lnTo>
                <a:lnTo>
                  <a:pt x="3402310" y="3039267"/>
                </a:lnTo>
                <a:lnTo>
                  <a:pt x="3401856" y="3039393"/>
                </a:lnTo>
                <a:lnTo>
                  <a:pt x="3401399" y="3039512"/>
                </a:lnTo>
                <a:lnTo>
                  <a:pt x="3400937" y="3039622"/>
                </a:lnTo>
                <a:lnTo>
                  <a:pt x="3400471" y="3039725"/>
                </a:lnTo>
                <a:lnTo>
                  <a:pt x="3400001" y="3039821"/>
                </a:lnTo>
                <a:lnTo>
                  <a:pt x="3399527" y="3039908"/>
                </a:lnTo>
                <a:lnTo>
                  <a:pt x="3399049" y="3039989"/>
                </a:lnTo>
                <a:lnTo>
                  <a:pt x="3398567" y="3040061"/>
                </a:lnTo>
                <a:lnTo>
                  <a:pt x="3398080" y="3040126"/>
                </a:lnTo>
                <a:lnTo>
                  <a:pt x="3397590" y="3040183"/>
                </a:lnTo>
                <a:lnTo>
                  <a:pt x="3397095" y="3040233"/>
                </a:lnTo>
                <a:lnTo>
                  <a:pt x="3396597" y="3040275"/>
                </a:lnTo>
                <a:lnTo>
                  <a:pt x="3396094" y="3040309"/>
                </a:lnTo>
                <a:lnTo>
                  <a:pt x="3395587" y="3040336"/>
                </a:lnTo>
                <a:lnTo>
                  <a:pt x="3395076" y="3040355"/>
                </a:lnTo>
                <a:lnTo>
                  <a:pt x="3394561" y="3040366"/>
                </a:lnTo>
                <a:lnTo>
                  <a:pt x="3394042" y="3040370"/>
                </a:lnTo>
                <a:lnTo>
                  <a:pt x="3381023" y="3040370"/>
                </a:lnTo>
                <a:lnTo>
                  <a:pt x="3381023" y="3052712"/>
                </a:lnTo>
                <a:lnTo>
                  <a:pt x="3395563" y="3052712"/>
                </a:lnTo>
                <a:lnTo>
                  <a:pt x="3396097" y="3052716"/>
                </a:lnTo>
                <a:lnTo>
                  <a:pt x="3396627" y="3052727"/>
                </a:lnTo>
                <a:lnTo>
                  <a:pt x="3397153" y="3052746"/>
                </a:lnTo>
                <a:lnTo>
                  <a:pt x="3397676" y="3052773"/>
                </a:lnTo>
                <a:lnTo>
                  <a:pt x="3398196" y="3052807"/>
                </a:lnTo>
                <a:lnTo>
                  <a:pt x="3398712" y="3052849"/>
                </a:lnTo>
                <a:lnTo>
                  <a:pt x="3399224" y="3052899"/>
                </a:lnTo>
                <a:lnTo>
                  <a:pt x="3399733" y="3052956"/>
                </a:lnTo>
                <a:lnTo>
                  <a:pt x="3400239" y="3053021"/>
                </a:lnTo>
                <a:lnTo>
                  <a:pt x="3400741" y="3053094"/>
                </a:lnTo>
                <a:lnTo>
                  <a:pt x="3401239" y="3053174"/>
                </a:lnTo>
                <a:lnTo>
                  <a:pt x="3401734" y="3053261"/>
                </a:lnTo>
                <a:lnTo>
                  <a:pt x="3402225" y="3053357"/>
                </a:lnTo>
                <a:lnTo>
                  <a:pt x="3402713" y="3053460"/>
                </a:lnTo>
                <a:lnTo>
                  <a:pt x="3403197" y="3053571"/>
                </a:lnTo>
                <a:lnTo>
                  <a:pt x="3403678" y="3053689"/>
                </a:lnTo>
                <a:lnTo>
                  <a:pt x="3404155" y="3053815"/>
                </a:lnTo>
                <a:lnTo>
                  <a:pt x="3404629" y="3053948"/>
                </a:lnTo>
                <a:lnTo>
                  <a:pt x="3405099" y="3054090"/>
                </a:lnTo>
                <a:lnTo>
                  <a:pt x="3405566" y="3054238"/>
                </a:lnTo>
                <a:lnTo>
                  <a:pt x="3406029" y="3054395"/>
                </a:lnTo>
                <a:lnTo>
                  <a:pt x="3406489" y="3054559"/>
                </a:lnTo>
                <a:lnTo>
                  <a:pt x="3406945" y="3054731"/>
                </a:lnTo>
                <a:lnTo>
                  <a:pt x="3407398" y="3054910"/>
                </a:lnTo>
                <a:lnTo>
                  <a:pt x="3407845" y="3055083"/>
                </a:lnTo>
                <a:lnTo>
                  <a:pt x="3408284" y="3055266"/>
                </a:lnTo>
                <a:lnTo>
                  <a:pt x="3408716" y="3055457"/>
                </a:lnTo>
                <a:lnTo>
                  <a:pt x="3409140" y="3055657"/>
                </a:lnTo>
                <a:lnTo>
                  <a:pt x="3409556" y="3055865"/>
                </a:lnTo>
                <a:lnTo>
                  <a:pt x="3409965" y="3056083"/>
                </a:lnTo>
                <a:lnTo>
                  <a:pt x="3410367" y="3056309"/>
                </a:lnTo>
                <a:lnTo>
                  <a:pt x="3410760" y="3056544"/>
                </a:lnTo>
                <a:lnTo>
                  <a:pt x="3411146" y="3056788"/>
                </a:lnTo>
                <a:lnTo>
                  <a:pt x="3411525" y="3057041"/>
                </a:lnTo>
                <a:lnTo>
                  <a:pt x="3411895" y="3057302"/>
                </a:lnTo>
                <a:lnTo>
                  <a:pt x="3412258" y="3057573"/>
                </a:lnTo>
                <a:lnTo>
                  <a:pt x="3412614" y="3057852"/>
                </a:lnTo>
                <a:lnTo>
                  <a:pt x="3412962" y="3058140"/>
                </a:lnTo>
                <a:lnTo>
                  <a:pt x="3413302" y="3058437"/>
                </a:lnTo>
                <a:lnTo>
                  <a:pt x="3413634" y="3058742"/>
                </a:lnTo>
                <a:lnTo>
                  <a:pt x="3413959" y="3059056"/>
                </a:lnTo>
                <a:lnTo>
                  <a:pt x="3414276" y="3059380"/>
                </a:lnTo>
                <a:lnTo>
                  <a:pt x="3414586" y="3059712"/>
                </a:lnTo>
                <a:lnTo>
                  <a:pt x="3414888" y="3060052"/>
                </a:lnTo>
                <a:lnTo>
                  <a:pt x="3415183" y="3060402"/>
                </a:lnTo>
                <a:lnTo>
                  <a:pt x="3415469" y="3060760"/>
                </a:lnTo>
                <a:lnTo>
                  <a:pt x="3415748" y="3061128"/>
                </a:lnTo>
                <a:lnTo>
                  <a:pt x="3416020" y="3061504"/>
                </a:lnTo>
                <a:lnTo>
                  <a:pt x="3416296" y="3061888"/>
                </a:lnTo>
                <a:lnTo>
                  <a:pt x="3416560" y="3062282"/>
                </a:lnTo>
                <a:lnTo>
                  <a:pt x="3416812" y="3062684"/>
                </a:lnTo>
                <a:lnTo>
                  <a:pt x="3417053" y="3063096"/>
                </a:lnTo>
                <a:lnTo>
                  <a:pt x="3417282" y="3063516"/>
                </a:lnTo>
                <a:lnTo>
                  <a:pt x="3417499" y="3063944"/>
                </a:lnTo>
                <a:lnTo>
                  <a:pt x="3417705" y="3064382"/>
                </a:lnTo>
                <a:lnTo>
                  <a:pt x="3417899" y="3064829"/>
                </a:lnTo>
                <a:lnTo>
                  <a:pt x="3418081" y="3065284"/>
                </a:lnTo>
                <a:lnTo>
                  <a:pt x="3418251" y="3065748"/>
                </a:lnTo>
                <a:lnTo>
                  <a:pt x="3418409" y="3066221"/>
                </a:lnTo>
                <a:lnTo>
                  <a:pt x="3418556" y="3066702"/>
                </a:lnTo>
                <a:lnTo>
                  <a:pt x="3418691" y="3067193"/>
                </a:lnTo>
                <a:lnTo>
                  <a:pt x="3418814" y="3067692"/>
                </a:lnTo>
                <a:lnTo>
                  <a:pt x="3418926" y="3068200"/>
                </a:lnTo>
                <a:lnTo>
                  <a:pt x="3419026" y="3068717"/>
                </a:lnTo>
                <a:lnTo>
                  <a:pt x="3419114" y="3069243"/>
                </a:lnTo>
                <a:lnTo>
                  <a:pt x="3419190" y="3069777"/>
                </a:lnTo>
                <a:lnTo>
                  <a:pt x="3419255" y="3070321"/>
                </a:lnTo>
                <a:lnTo>
                  <a:pt x="3419308" y="3070873"/>
                </a:lnTo>
                <a:lnTo>
                  <a:pt x="3419349" y="3071434"/>
                </a:lnTo>
                <a:lnTo>
                  <a:pt x="3419378" y="3072003"/>
                </a:lnTo>
                <a:lnTo>
                  <a:pt x="3419396" y="3072582"/>
                </a:lnTo>
                <a:lnTo>
                  <a:pt x="3419401" y="3073169"/>
                </a:lnTo>
                <a:lnTo>
                  <a:pt x="3419389" y="3074020"/>
                </a:lnTo>
                <a:lnTo>
                  <a:pt x="3419352" y="3074853"/>
                </a:lnTo>
                <a:lnTo>
                  <a:pt x="3419291" y="3075668"/>
                </a:lnTo>
                <a:lnTo>
                  <a:pt x="3419204" y="3076466"/>
                </a:lnTo>
                <a:lnTo>
                  <a:pt x="3419093" y="3077246"/>
                </a:lnTo>
                <a:lnTo>
                  <a:pt x="3418958" y="3078009"/>
                </a:lnTo>
                <a:lnTo>
                  <a:pt x="3418797" y="3078754"/>
                </a:lnTo>
                <a:lnTo>
                  <a:pt x="3418613" y="3079481"/>
                </a:lnTo>
                <a:lnTo>
                  <a:pt x="3418403" y="3080191"/>
                </a:lnTo>
                <a:lnTo>
                  <a:pt x="3418169" y="3080883"/>
                </a:lnTo>
                <a:lnTo>
                  <a:pt x="3417910" y="3081557"/>
                </a:lnTo>
                <a:lnTo>
                  <a:pt x="3417626" y="3082214"/>
                </a:lnTo>
                <a:lnTo>
                  <a:pt x="3417318" y="3082854"/>
                </a:lnTo>
                <a:lnTo>
                  <a:pt x="3416985" y="3083475"/>
                </a:lnTo>
                <a:lnTo>
                  <a:pt x="3416628" y="3084079"/>
                </a:lnTo>
                <a:lnTo>
                  <a:pt x="3416246" y="3084666"/>
                </a:lnTo>
                <a:lnTo>
                  <a:pt x="3415839" y="3085235"/>
                </a:lnTo>
                <a:lnTo>
                  <a:pt x="3415407" y="3085786"/>
                </a:lnTo>
                <a:lnTo>
                  <a:pt x="3414951" y="3086319"/>
                </a:lnTo>
                <a:lnTo>
                  <a:pt x="3414470" y="3086835"/>
                </a:lnTo>
                <a:lnTo>
                  <a:pt x="3413965" y="3087334"/>
                </a:lnTo>
                <a:lnTo>
                  <a:pt x="3413435" y="3087814"/>
                </a:lnTo>
                <a:lnTo>
                  <a:pt x="3412880" y="3088278"/>
                </a:lnTo>
                <a:lnTo>
                  <a:pt x="3412300" y="3088723"/>
                </a:lnTo>
                <a:lnTo>
                  <a:pt x="3411702" y="3089137"/>
                </a:lnTo>
                <a:lnTo>
                  <a:pt x="3411089" y="3089533"/>
                </a:lnTo>
                <a:lnTo>
                  <a:pt x="3410462" y="3089912"/>
                </a:lnTo>
                <a:lnTo>
                  <a:pt x="3409821" y="3090273"/>
                </a:lnTo>
                <a:lnTo>
                  <a:pt x="3409166" y="3090616"/>
                </a:lnTo>
                <a:lnTo>
                  <a:pt x="3408497" y="3090942"/>
                </a:lnTo>
                <a:lnTo>
                  <a:pt x="3407813" y="3091250"/>
                </a:lnTo>
                <a:lnTo>
                  <a:pt x="3407116" y="3091541"/>
                </a:lnTo>
                <a:lnTo>
                  <a:pt x="3406404" y="3091814"/>
                </a:lnTo>
                <a:lnTo>
                  <a:pt x="3405679" y="3092069"/>
                </a:lnTo>
                <a:lnTo>
                  <a:pt x="3404939" y="3092307"/>
                </a:lnTo>
                <a:lnTo>
                  <a:pt x="3404186" y="3092527"/>
                </a:lnTo>
                <a:lnTo>
                  <a:pt x="3403418" y="3092730"/>
                </a:lnTo>
                <a:lnTo>
                  <a:pt x="3402636" y="3092915"/>
                </a:lnTo>
                <a:lnTo>
                  <a:pt x="3401840" y="3093082"/>
                </a:lnTo>
                <a:lnTo>
                  <a:pt x="3401030" y="3093232"/>
                </a:lnTo>
                <a:lnTo>
                  <a:pt x="3400205" y="3093364"/>
                </a:lnTo>
                <a:lnTo>
                  <a:pt x="3399367" y="3093478"/>
                </a:lnTo>
                <a:lnTo>
                  <a:pt x="3398515" y="3093575"/>
                </a:lnTo>
                <a:lnTo>
                  <a:pt x="3397648" y="3093654"/>
                </a:lnTo>
                <a:lnTo>
                  <a:pt x="3396768" y="3093716"/>
                </a:lnTo>
                <a:lnTo>
                  <a:pt x="3395873" y="3093760"/>
                </a:lnTo>
                <a:lnTo>
                  <a:pt x="3394964" y="3093787"/>
                </a:lnTo>
                <a:lnTo>
                  <a:pt x="3394042" y="3093795"/>
                </a:lnTo>
                <a:lnTo>
                  <a:pt x="3393092" y="3093786"/>
                </a:lnTo>
                <a:lnTo>
                  <a:pt x="3392158" y="3093759"/>
                </a:lnTo>
                <a:lnTo>
                  <a:pt x="3391241" y="3093713"/>
                </a:lnTo>
                <a:lnTo>
                  <a:pt x="3390341" y="3093650"/>
                </a:lnTo>
                <a:lnTo>
                  <a:pt x="3389457" y="3093568"/>
                </a:lnTo>
                <a:lnTo>
                  <a:pt x="3388589" y="3093468"/>
                </a:lnTo>
                <a:lnTo>
                  <a:pt x="3387738" y="3093350"/>
                </a:lnTo>
                <a:lnTo>
                  <a:pt x="3386903" y="3093213"/>
                </a:lnTo>
                <a:lnTo>
                  <a:pt x="3386085" y="3093058"/>
                </a:lnTo>
                <a:lnTo>
                  <a:pt x="3385283" y="3092885"/>
                </a:lnTo>
                <a:lnTo>
                  <a:pt x="3384497" y="3092694"/>
                </a:lnTo>
                <a:lnTo>
                  <a:pt x="3383728" y="3092485"/>
                </a:lnTo>
                <a:lnTo>
                  <a:pt x="3382976" y="3092258"/>
                </a:lnTo>
                <a:lnTo>
                  <a:pt x="3382240" y="3092012"/>
                </a:lnTo>
                <a:lnTo>
                  <a:pt x="3381520" y="3091748"/>
                </a:lnTo>
                <a:lnTo>
                  <a:pt x="3380817" y="3091466"/>
                </a:lnTo>
                <a:lnTo>
                  <a:pt x="3380130" y="3091166"/>
                </a:lnTo>
                <a:lnTo>
                  <a:pt x="3379459" y="3090847"/>
                </a:lnTo>
                <a:lnTo>
                  <a:pt x="3378805" y="3090511"/>
                </a:lnTo>
                <a:lnTo>
                  <a:pt x="3378168" y="3090156"/>
                </a:lnTo>
                <a:lnTo>
                  <a:pt x="3377547" y="3089783"/>
                </a:lnTo>
                <a:lnTo>
                  <a:pt x="3376942" y="3089391"/>
                </a:lnTo>
                <a:lnTo>
                  <a:pt x="3376354" y="3088982"/>
                </a:lnTo>
                <a:lnTo>
                  <a:pt x="3375782" y="3088554"/>
                </a:lnTo>
                <a:lnTo>
                  <a:pt x="3375231" y="3088106"/>
                </a:lnTo>
                <a:lnTo>
                  <a:pt x="3374702" y="3087636"/>
                </a:lnTo>
                <a:lnTo>
                  <a:pt x="3374197" y="3087144"/>
                </a:lnTo>
                <a:lnTo>
                  <a:pt x="3373716" y="3086629"/>
                </a:lnTo>
                <a:lnTo>
                  <a:pt x="3373258" y="3086092"/>
                </a:lnTo>
                <a:lnTo>
                  <a:pt x="3372824" y="3085532"/>
                </a:lnTo>
                <a:lnTo>
                  <a:pt x="3372413" y="3084950"/>
                </a:lnTo>
                <a:lnTo>
                  <a:pt x="3372025" y="3084346"/>
                </a:lnTo>
                <a:lnTo>
                  <a:pt x="3371661" y="3083720"/>
                </a:lnTo>
                <a:lnTo>
                  <a:pt x="3371321" y="3083071"/>
                </a:lnTo>
                <a:lnTo>
                  <a:pt x="3371004" y="3082400"/>
                </a:lnTo>
                <a:lnTo>
                  <a:pt x="3370710" y="3081707"/>
                </a:lnTo>
                <a:lnTo>
                  <a:pt x="3370440" y="3080991"/>
                </a:lnTo>
                <a:lnTo>
                  <a:pt x="3370194" y="3080253"/>
                </a:lnTo>
                <a:lnTo>
                  <a:pt x="3369971" y="3079493"/>
                </a:lnTo>
                <a:lnTo>
                  <a:pt x="3369771" y="3078711"/>
                </a:lnTo>
                <a:lnTo>
                  <a:pt x="3369595" y="3077906"/>
                </a:lnTo>
                <a:lnTo>
                  <a:pt x="3369442" y="3077079"/>
                </a:lnTo>
                <a:lnTo>
                  <a:pt x="3369313" y="3076229"/>
                </a:lnTo>
                <a:lnTo>
                  <a:pt x="3369207" y="3075358"/>
                </a:lnTo>
                <a:lnTo>
                  <a:pt x="3369125" y="3074463"/>
                </a:lnTo>
                <a:lnTo>
                  <a:pt x="3369066" y="3073547"/>
                </a:lnTo>
                <a:lnTo>
                  <a:pt x="3369031" y="3072608"/>
                </a:lnTo>
                <a:lnTo>
                  <a:pt x="3369019" y="3071647"/>
                </a:lnTo>
                <a:lnTo>
                  <a:pt x="3353127" y="3071647"/>
                </a:lnTo>
                <a:lnTo>
                  <a:pt x="3353127" y="3074691"/>
                </a:lnTo>
                <a:lnTo>
                  <a:pt x="3353136" y="3075476"/>
                </a:lnTo>
                <a:lnTo>
                  <a:pt x="3353162" y="3076254"/>
                </a:lnTo>
                <a:lnTo>
                  <a:pt x="3353206" y="3077026"/>
                </a:lnTo>
                <a:lnTo>
                  <a:pt x="3353268" y="3077790"/>
                </a:lnTo>
                <a:lnTo>
                  <a:pt x="3353347" y="3078547"/>
                </a:lnTo>
                <a:lnTo>
                  <a:pt x="3353444" y="3079298"/>
                </a:lnTo>
                <a:lnTo>
                  <a:pt x="3353559" y="3080041"/>
                </a:lnTo>
                <a:lnTo>
                  <a:pt x="3353691" y="3080777"/>
                </a:lnTo>
                <a:lnTo>
                  <a:pt x="3353840" y="3081506"/>
                </a:lnTo>
                <a:lnTo>
                  <a:pt x="3354008" y="3082228"/>
                </a:lnTo>
                <a:lnTo>
                  <a:pt x="3354193" y="3082943"/>
                </a:lnTo>
                <a:lnTo>
                  <a:pt x="3354395" y="3083651"/>
                </a:lnTo>
                <a:lnTo>
                  <a:pt x="3354615" y="3084352"/>
                </a:lnTo>
                <a:lnTo>
                  <a:pt x="3354853" y="3085046"/>
                </a:lnTo>
                <a:lnTo>
                  <a:pt x="3355108" y="3085733"/>
                </a:lnTo>
                <a:lnTo>
                  <a:pt x="3355381" y="3086413"/>
                </a:lnTo>
                <a:lnTo>
                  <a:pt x="3355672" y="3087085"/>
                </a:lnTo>
                <a:lnTo>
                  <a:pt x="3355980" y="3087751"/>
                </a:lnTo>
                <a:lnTo>
                  <a:pt x="3356306" y="3088410"/>
                </a:lnTo>
                <a:lnTo>
                  <a:pt x="3356649" y="3089061"/>
                </a:lnTo>
                <a:lnTo>
                  <a:pt x="3357010" y="3089706"/>
                </a:lnTo>
                <a:lnTo>
                  <a:pt x="3357389" y="3090343"/>
                </a:lnTo>
                <a:lnTo>
                  <a:pt x="3357785" y="3090974"/>
                </a:lnTo>
                <a:lnTo>
                  <a:pt x="3358199" y="3091597"/>
                </a:lnTo>
                <a:lnTo>
                  <a:pt x="3358629" y="3092212"/>
                </a:lnTo>
                <a:lnTo>
                  <a:pt x="3359072" y="3092815"/>
                </a:lnTo>
                <a:lnTo>
                  <a:pt x="3359528" y="3093407"/>
                </a:lnTo>
                <a:lnTo>
                  <a:pt x="3359998" y="3093988"/>
                </a:lnTo>
                <a:lnTo>
                  <a:pt x="3360481" y="3094557"/>
                </a:lnTo>
                <a:lnTo>
                  <a:pt x="3360978" y="3095116"/>
                </a:lnTo>
                <a:lnTo>
                  <a:pt x="3361489" y="3095663"/>
                </a:lnTo>
                <a:lnTo>
                  <a:pt x="3362013" y="3096200"/>
                </a:lnTo>
                <a:lnTo>
                  <a:pt x="3362550" y="3096725"/>
                </a:lnTo>
                <a:lnTo>
                  <a:pt x="3363101" y="3097239"/>
                </a:lnTo>
                <a:lnTo>
                  <a:pt x="3363665" y="3097742"/>
                </a:lnTo>
                <a:lnTo>
                  <a:pt x="3364243" y="3098233"/>
                </a:lnTo>
                <a:lnTo>
                  <a:pt x="3364835" y="3098714"/>
                </a:lnTo>
                <a:lnTo>
                  <a:pt x="3365440" y="3099183"/>
                </a:lnTo>
                <a:lnTo>
                  <a:pt x="3366058" y="3099641"/>
                </a:lnTo>
                <a:lnTo>
                  <a:pt x="3366690" y="3100088"/>
                </a:lnTo>
                <a:lnTo>
                  <a:pt x="3367336" y="3100524"/>
                </a:lnTo>
                <a:lnTo>
                  <a:pt x="3367995" y="3100949"/>
                </a:lnTo>
                <a:lnTo>
                  <a:pt x="3368667" y="3101362"/>
                </a:lnTo>
                <a:lnTo>
                  <a:pt x="3369353" y="3101765"/>
                </a:lnTo>
                <a:lnTo>
                  <a:pt x="3370052" y="3102156"/>
                </a:lnTo>
                <a:lnTo>
                  <a:pt x="3370765" y="3102536"/>
                </a:lnTo>
                <a:lnTo>
                  <a:pt x="3371492" y="3102905"/>
                </a:lnTo>
                <a:lnTo>
                  <a:pt x="3372232" y="3103263"/>
                </a:lnTo>
                <a:lnTo>
                  <a:pt x="3372998" y="3103608"/>
                </a:lnTo>
                <a:lnTo>
                  <a:pt x="3373773" y="3103938"/>
                </a:lnTo>
                <a:lnTo>
                  <a:pt x="3374559" y="3104254"/>
                </a:lnTo>
                <a:lnTo>
                  <a:pt x="3375355" y="3104555"/>
                </a:lnTo>
                <a:lnTo>
                  <a:pt x="3376160" y="3104841"/>
                </a:lnTo>
                <a:lnTo>
                  <a:pt x="3376976" y="3105112"/>
                </a:lnTo>
                <a:lnTo>
                  <a:pt x="3377802" y="3105369"/>
                </a:lnTo>
                <a:lnTo>
                  <a:pt x="3378637" y="3105611"/>
                </a:lnTo>
                <a:lnTo>
                  <a:pt x="3379483" y="3105839"/>
                </a:lnTo>
                <a:lnTo>
                  <a:pt x="3380339" y="3106052"/>
                </a:lnTo>
                <a:lnTo>
                  <a:pt x="3381204" y="3106250"/>
                </a:lnTo>
                <a:lnTo>
                  <a:pt x="3382080" y="3106433"/>
                </a:lnTo>
                <a:lnTo>
                  <a:pt x="3382965" y="3106602"/>
                </a:lnTo>
                <a:lnTo>
                  <a:pt x="3383861" y="3106756"/>
                </a:lnTo>
                <a:lnTo>
                  <a:pt x="3384767" y="3106895"/>
                </a:lnTo>
                <a:lnTo>
                  <a:pt x="3385682" y="3107020"/>
                </a:lnTo>
                <a:lnTo>
                  <a:pt x="3386607" y="3107130"/>
                </a:lnTo>
                <a:lnTo>
                  <a:pt x="3387543" y="3107226"/>
                </a:lnTo>
                <a:lnTo>
                  <a:pt x="3388488" y="3107306"/>
                </a:lnTo>
                <a:lnTo>
                  <a:pt x="3389444" y="3107372"/>
                </a:lnTo>
                <a:lnTo>
                  <a:pt x="3390409" y="3107424"/>
                </a:lnTo>
                <a:lnTo>
                  <a:pt x="3391385" y="3107460"/>
                </a:lnTo>
                <a:lnTo>
                  <a:pt x="3392370" y="3107482"/>
                </a:lnTo>
                <a:lnTo>
                  <a:pt x="3393365" y="3107490"/>
                </a:lnTo>
                <a:lnTo>
                  <a:pt x="3396239" y="3107490"/>
                </a:lnTo>
                <a:lnTo>
                  <a:pt x="3397207" y="3107483"/>
                </a:lnTo>
                <a:lnTo>
                  <a:pt x="3398166" y="3107462"/>
                </a:lnTo>
                <a:lnTo>
                  <a:pt x="3399116" y="3107426"/>
                </a:lnTo>
                <a:lnTo>
                  <a:pt x="3400057" y="3107377"/>
                </a:lnTo>
                <a:lnTo>
                  <a:pt x="3400990" y="3107314"/>
                </a:lnTo>
                <a:lnTo>
                  <a:pt x="3401914" y="3107236"/>
                </a:lnTo>
                <a:lnTo>
                  <a:pt x="3402828" y="3107145"/>
                </a:lnTo>
                <a:close/>
                <a:moveTo>
                  <a:pt x="2986167" y="3049430"/>
                </a:moveTo>
                <a:lnTo>
                  <a:pt x="2986215" y="3048993"/>
                </a:lnTo>
                <a:lnTo>
                  <a:pt x="2986270" y="3048557"/>
                </a:lnTo>
                <a:lnTo>
                  <a:pt x="2986331" y="3048123"/>
                </a:lnTo>
                <a:lnTo>
                  <a:pt x="2986399" y="3047690"/>
                </a:lnTo>
                <a:lnTo>
                  <a:pt x="2986473" y="3047260"/>
                </a:lnTo>
                <a:lnTo>
                  <a:pt x="2986554" y="3046831"/>
                </a:lnTo>
                <a:lnTo>
                  <a:pt x="2986641" y="3046404"/>
                </a:lnTo>
                <a:lnTo>
                  <a:pt x="2986735" y="3045978"/>
                </a:lnTo>
                <a:lnTo>
                  <a:pt x="2986835" y="3045555"/>
                </a:lnTo>
                <a:lnTo>
                  <a:pt x="2986942" y="3045133"/>
                </a:lnTo>
                <a:lnTo>
                  <a:pt x="2987055" y="3044713"/>
                </a:lnTo>
                <a:lnTo>
                  <a:pt x="2987174" y="3044295"/>
                </a:lnTo>
                <a:lnTo>
                  <a:pt x="2987300" y="3043878"/>
                </a:lnTo>
                <a:lnTo>
                  <a:pt x="2987432" y="3043463"/>
                </a:lnTo>
                <a:lnTo>
                  <a:pt x="2987571" y="3043050"/>
                </a:lnTo>
                <a:lnTo>
                  <a:pt x="2987716" y="3042639"/>
                </a:lnTo>
                <a:lnTo>
                  <a:pt x="2987868" y="3042230"/>
                </a:lnTo>
                <a:lnTo>
                  <a:pt x="2988026" y="3041824"/>
                </a:lnTo>
                <a:lnTo>
                  <a:pt x="2988191" y="3041424"/>
                </a:lnTo>
                <a:lnTo>
                  <a:pt x="2988362" y="3041030"/>
                </a:lnTo>
                <a:lnTo>
                  <a:pt x="2988540" y="3040642"/>
                </a:lnTo>
                <a:lnTo>
                  <a:pt x="2988724" y="3040260"/>
                </a:lnTo>
                <a:lnTo>
                  <a:pt x="2988914" y="3039884"/>
                </a:lnTo>
                <a:lnTo>
                  <a:pt x="2989111" y="3039514"/>
                </a:lnTo>
                <a:lnTo>
                  <a:pt x="2989315" y="3039149"/>
                </a:lnTo>
                <a:lnTo>
                  <a:pt x="2989525" y="3038790"/>
                </a:lnTo>
                <a:lnTo>
                  <a:pt x="2989741" y="3038437"/>
                </a:lnTo>
                <a:lnTo>
                  <a:pt x="2989964" y="3038091"/>
                </a:lnTo>
                <a:lnTo>
                  <a:pt x="2990193" y="3037749"/>
                </a:lnTo>
                <a:lnTo>
                  <a:pt x="2990429" y="3037414"/>
                </a:lnTo>
                <a:lnTo>
                  <a:pt x="2990671" y="3037085"/>
                </a:lnTo>
                <a:lnTo>
                  <a:pt x="2990919" y="3036762"/>
                </a:lnTo>
                <a:lnTo>
                  <a:pt x="2991174" y="3036444"/>
                </a:lnTo>
                <a:lnTo>
                  <a:pt x="2991436" y="3036132"/>
                </a:lnTo>
                <a:lnTo>
                  <a:pt x="2991704" y="3035826"/>
                </a:lnTo>
                <a:lnTo>
                  <a:pt x="2991978" y="3035526"/>
                </a:lnTo>
                <a:lnTo>
                  <a:pt x="2992259" y="3035232"/>
                </a:lnTo>
                <a:lnTo>
                  <a:pt x="2992547" y="3034944"/>
                </a:lnTo>
                <a:lnTo>
                  <a:pt x="2992841" y="3034662"/>
                </a:lnTo>
                <a:lnTo>
                  <a:pt x="2993141" y="3034385"/>
                </a:lnTo>
                <a:lnTo>
                  <a:pt x="2993447" y="3034115"/>
                </a:lnTo>
                <a:lnTo>
                  <a:pt x="2993774" y="3033853"/>
                </a:lnTo>
                <a:lnTo>
                  <a:pt x="2994107" y="3033602"/>
                </a:lnTo>
                <a:lnTo>
                  <a:pt x="2994446" y="3033362"/>
                </a:lnTo>
                <a:lnTo>
                  <a:pt x="2994791" y="3033133"/>
                </a:lnTo>
                <a:lnTo>
                  <a:pt x="2995141" y="3032916"/>
                </a:lnTo>
                <a:lnTo>
                  <a:pt x="2995497" y="3032709"/>
                </a:lnTo>
                <a:lnTo>
                  <a:pt x="2995860" y="3032514"/>
                </a:lnTo>
                <a:lnTo>
                  <a:pt x="2996228" y="3032330"/>
                </a:lnTo>
                <a:lnTo>
                  <a:pt x="2996602" y="3032157"/>
                </a:lnTo>
                <a:lnTo>
                  <a:pt x="2996981" y="3031995"/>
                </a:lnTo>
                <a:lnTo>
                  <a:pt x="2997367" y="3031845"/>
                </a:lnTo>
                <a:lnTo>
                  <a:pt x="2997759" y="3031705"/>
                </a:lnTo>
                <a:lnTo>
                  <a:pt x="2998156" y="3031577"/>
                </a:lnTo>
                <a:lnTo>
                  <a:pt x="2998559" y="3031460"/>
                </a:lnTo>
                <a:lnTo>
                  <a:pt x="2998969" y="3031354"/>
                </a:lnTo>
                <a:lnTo>
                  <a:pt x="2999384" y="3031259"/>
                </a:lnTo>
                <a:lnTo>
                  <a:pt x="2999805" y="3031176"/>
                </a:lnTo>
                <a:lnTo>
                  <a:pt x="3000231" y="3031103"/>
                </a:lnTo>
                <a:lnTo>
                  <a:pt x="3000664" y="3031042"/>
                </a:lnTo>
                <a:lnTo>
                  <a:pt x="3001102" y="3030992"/>
                </a:lnTo>
                <a:lnTo>
                  <a:pt x="3001547" y="3030953"/>
                </a:lnTo>
                <a:lnTo>
                  <a:pt x="3001997" y="3030925"/>
                </a:lnTo>
                <a:lnTo>
                  <a:pt x="3002453" y="3030908"/>
                </a:lnTo>
                <a:lnTo>
                  <a:pt x="3002915" y="3030902"/>
                </a:lnTo>
                <a:lnTo>
                  <a:pt x="3003390" y="3030907"/>
                </a:lnTo>
                <a:lnTo>
                  <a:pt x="3003858" y="3030920"/>
                </a:lnTo>
                <a:lnTo>
                  <a:pt x="3004318" y="3030942"/>
                </a:lnTo>
                <a:lnTo>
                  <a:pt x="3004770" y="3030973"/>
                </a:lnTo>
                <a:lnTo>
                  <a:pt x="3005215" y="3031012"/>
                </a:lnTo>
                <a:lnTo>
                  <a:pt x="3005652" y="3031061"/>
                </a:lnTo>
                <a:lnTo>
                  <a:pt x="3006081" y="3031118"/>
                </a:lnTo>
                <a:lnTo>
                  <a:pt x="3006503" y="3031184"/>
                </a:lnTo>
                <a:lnTo>
                  <a:pt x="3006917" y="3031259"/>
                </a:lnTo>
                <a:lnTo>
                  <a:pt x="3007324" y="3031343"/>
                </a:lnTo>
                <a:lnTo>
                  <a:pt x="3007723" y="3031435"/>
                </a:lnTo>
                <a:lnTo>
                  <a:pt x="3008114" y="3031536"/>
                </a:lnTo>
                <a:lnTo>
                  <a:pt x="3008498" y="3031646"/>
                </a:lnTo>
                <a:lnTo>
                  <a:pt x="3008874" y="3031765"/>
                </a:lnTo>
                <a:lnTo>
                  <a:pt x="3009242" y="3031893"/>
                </a:lnTo>
                <a:lnTo>
                  <a:pt x="3009603" y="3032030"/>
                </a:lnTo>
                <a:lnTo>
                  <a:pt x="3009956" y="3032175"/>
                </a:lnTo>
                <a:lnTo>
                  <a:pt x="3010301" y="3032329"/>
                </a:lnTo>
                <a:lnTo>
                  <a:pt x="3010639" y="3032492"/>
                </a:lnTo>
                <a:lnTo>
                  <a:pt x="3010969" y="3032664"/>
                </a:lnTo>
                <a:lnTo>
                  <a:pt x="3011292" y="3032844"/>
                </a:lnTo>
                <a:lnTo>
                  <a:pt x="3011607" y="3033033"/>
                </a:lnTo>
                <a:lnTo>
                  <a:pt x="3011914" y="3033231"/>
                </a:lnTo>
                <a:lnTo>
                  <a:pt x="3012214" y="3033438"/>
                </a:lnTo>
                <a:lnTo>
                  <a:pt x="3012520" y="3033638"/>
                </a:lnTo>
                <a:lnTo>
                  <a:pt x="3012820" y="3033843"/>
                </a:lnTo>
                <a:lnTo>
                  <a:pt x="3013112" y="3034054"/>
                </a:lnTo>
                <a:lnTo>
                  <a:pt x="3013397" y="3034270"/>
                </a:lnTo>
                <a:lnTo>
                  <a:pt x="3013675" y="3034491"/>
                </a:lnTo>
                <a:lnTo>
                  <a:pt x="3013947" y="3034717"/>
                </a:lnTo>
                <a:lnTo>
                  <a:pt x="3014211" y="3034949"/>
                </a:lnTo>
                <a:lnTo>
                  <a:pt x="3014468" y="3035185"/>
                </a:lnTo>
                <a:lnTo>
                  <a:pt x="3014718" y="3035428"/>
                </a:lnTo>
                <a:lnTo>
                  <a:pt x="3014961" y="3035675"/>
                </a:lnTo>
                <a:lnTo>
                  <a:pt x="3015197" y="3035928"/>
                </a:lnTo>
                <a:lnTo>
                  <a:pt x="3015426" y="3036186"/>
                </a:lnTo>
                <a:lnTo>
                  <a:pt x="3015648" y="3036449"/>
                </a:lnTo>
                <a:lnTo>
                  <a:pt x="3015863" y="3036718"/>
                </a:lnTo>
                <a:lnTo>
                  <a:pt x="3016071" y="3036991"/>
                </a:lnTo>
                <a:lnTo>
                  <a:pt x="3016271" y="3037271"/>
                </a:lnTo>
                <a:lnTo>
                  <a:pt x="3016465" y="3037555"/>
                </a:lnTo>
                <a:lnTo>
                  <a:pt x="3016652" y="3037845"/>
                </a:lnTo>
                <a:lnTo>
                  <a:pt x="3016831" y="3038140"/>
                </a:lnTo>
                <a:lnTo>
                  <a:pt x="3017004" y="3038440"/>
                </a:lnTo>
                <a:lnTo>
                  <a:pt x="3017170" y="3038746"/>
                </a:lnTo>
                <a:lnTo>
                  <a:pt x="3017328" y="3039056"/>
                </a:lnTo>
                <a:lnTo>
                  <a:pt x="3017479" y="3039372"/>
                </a:lnTo>
                <a:lnTo>
                  <a:pt x="3017624" y="3039694"/>
                </a:lnTo>
                <a:lnTo>
                  <a:pt x="3017776" y="3040019"/>
                </a:lnTo>
                <a:lnTo>
                  <a:pt x="3017921" y="3040347"/>
                </a:lnTo>
                <a:lnTo>
                  <a:pt x="3018060" y="3040677"/>
                </a:lnTo>
                <a:lnTo>
                  <a:pt x="3018192" y="3041009"/>
                </a:lnTo>
                <a:lnTo>
                  <a:pt x="3018318" y="3041343"/>
                </a:lnTo>
                <a:lnTo>
                  <a:pt x="3018438" y="3041680"/>
                </a:lnTo>
                <a:lnTo>
                  <a:pt x="3018551" y="3042020"/>
                </a:lnTo>
                <a:lnTo>
                  <a:pt x="3018657" y="3042361"/>
                </a:lnTo>
                <a:lnTo>
                  <a:pt x="3018757" y="3042705"/>
                </a:lnTo>
                <a:lnTo>
                  <a:pt x="3018851" y="3043052"/>
                </a:lnTo>
                <a:lnTo>
                  <a:pt x="3018938" y="3043400"/>
                </a:lnTo>
                <a:lnTo>
                  <a:pt x="3019019" y="3043751"/>
                </a:lnTo>
                <a:lnTo>
                  <a:pt x="3019093" y="3044105"/>
                </a:lnTo>
                <a:lnTo>
                  <a:pt x="3019161" y="3044461"/>
                </a:lnTo>
                <a:lnTo>
                  <a:pt x="3019222" y="3044819"/>
                </a:lnTo>
                <a:lnTo>
                  <a:pt x="3019277" y="3045179"/>
                </a:lnTo>
                <a:lnTo>
                  <a:pt x="3019326" y="3045542"/>
                </a:lnTo>
                <a:lnTo>
                  <a:pt x="3019368" y="3045907"/>
                </a:lnTo>
                <a:lnTo>
                  <a:pt x="3019403" y="3046274"/>
                </a:lnTo>
                <a:lnTo>
                  <a:pt x="3019432" y="3046644"/>
                </a:lnTo>
                <a:lnTo>
                  <a:pt x="3019455" y="3047016"/>
                </a:lnTo>
                <a:lnTo>
                  <a:pt x="3019471" y="3047391"/>
                </a:lnTo>
                <a:lnTo>
                  <a:pt x="3019481" y="3047768"/>
                </a:lnTo>
                <a:lnTo>
                  <a:pt x="3019484" y="3048147"/>
                </a:lnTo>
                <a:lnTo>
                  <a:pt x="3019484" y="3051698"/>
                </a:lnTo>
                <a:lnTo>
                  <a:pt x="3033854" y="3051698"/>
                </a:lnTo>
                <a:lnTo>
                  <a:pt x="3033882" y="3051516"/>
                </a:lnTo>
                <a:lnTo>
                  <a:pt x="3033908" y="3051336"/>
                </a:lnTo>
                <a:lnTo>
                  <a:pt x="3033934" y="3051159"/>
                </a:lnTo>
                <a:lnTo>
                  <a:pt x="3033958" y="3050984"/>
                </a:lnTo>
                <a:lnTo>
                  <a:pt x="3033981" y="3050811"/>
                </a:lnTo>
                <a:lnTo>
                  <a:pt x="3034002" y="3050641"/>
                </a:lnTo>
                <a:lnTo>
                  <a:pt x="3034023" y="3050473"/>
                </a:lnTo>
                <a:lnTo>
                  <a:pt x="3034042" y="3050308"/>
                </a:lnTo>
                <a:lnTo>
                  <a:pt x="3034060" y="3050144"/>
                </a:lnTo>
                <a:lnTo>
                  <a:pt x="3034077" y="3049983"/>
                </a:lnTo>
                <a:lnTo>
                  <a:pt x="3034093" y="3049825"/>
                </a:lnTo>
                <a:lnTo>
                  <a:pt x="3034108" y="3049669"/>
                </a:lnTo>
                <a:lnTo>
                  <a:pt x="3034121" y="3049515"/>
                </a:lnTo>
                <a:lnTo>
                  <a:pt x="3034134" y="3049364"/>
                </a:lnTo>
                <a:lnTo>
                  <a:pt x="3034145" y="3049214"/>
                </a:lnTo>
                <a:lnTo>
                  <a:pt x="3034155" y="3049068"/>
                </a:lnTo>
                <a:lnTo>
                  <a:pt x="3034164" y="3048923"/>
                </a:lnTo>
                <a:lnTo>
                  <a:pt x="3034171" y="3048781"/>
                </a:lnTo>
                <a:lnTo>
                  <a:pt x="3034178" y="3048641"/>
                </a:lnTo>
                <a:lnTo>
                  <a:pt x="3034183" y="3048504"/>
                </a:lnTo>
                <a:lnTo>
                  <a:pt x="3034187" y="3048369"/>
                </a:lnTo>
                <a:lnTo>
                  <a:pt x="3034190" y="3048236"/>
                </a:lnTo>
                <a:lnTo>
                  <a:pt x="3034192" y="3048106"/>
                </a:lnTo>
                <a:lnTo>
                  <a:pt x="3034193" y="3047978"/>
                </a:lnTo>
                <a:lnTo>
                  <a:pt x="3034206" y="3047837"/>
                </a:lnTo>
                <a:lnTo>
                  <a:pt x="3034219" y="3047695"/>
                </a:lnTo>
                <a:lnTo>
                  <a:pt x="3034232" y="3047553"/>
                </a:lnTo>
                <a:lnTo>
                  <a:pt x="3034244" y="3047410"/>
                </a:lnTo>
                <a:lnTo>
                  <a:pt x="3034256" y="3047266"/>
                </a:lnTo>
                <a:lnTo>
                  <a:pt x="3034266" y="3047122"/>
                </a:lnTo>
                <a:lnTo>
                  <a:pt x="3034277" y="3046978"/>
                </a:lnTo>
                <a:lnTo>
                  <a:pt x="3034286" y="3046832"/>
                </a:lnTo>
                <a:lnTo>
                  <a:pt x="3034296" y="3046686"/>
                </a:lnTo>
                <a:lnTo>
                  <a:pt x="3034304" y="3046540"/>
                </a:lnTo>
                <a:lnTo>
                  <a:pt x="3034312" y="3046393"/>
                </a:lnTo>
                <a:lnTo>
                  <a:pt x="3034319" y="3046245"/>
                </a:lnTo>
                <a:lnTo>
                  <a:pt x="3034326" y="3046097"/>
                </a:lnTo>
                <a:lnTo>
                  <a:pt x="3034332" y="3045948"/>
                </a:lnTo>
                <a:lnTo>
                  <a:pt x="3034338" y="3045799"/>
                </a:lnTo>
                <a:lnTo>
                  <a:pt x="3034343" y="3045649"/>
                </a:lnTo>
                <a:lnTo>
                  <a:pt x="3034347" y="3045498"/>
                </a:lnTo>
                <a:lnTo>
                  <a:pt x="3034351" y="3045347"/>
                </a:lnTo>
                <a:lnTo>
                  <a:pt x="3034354" y="3045195"/>
                </a:lnTo>
                <a:lnTo>
                  <a:pt x="3034357" y="3045043"/>
                </a:lnTo>
                <a:lnTo>
                  <a:pt x="3034359" y="3044890"/>
                </a:lnTo>
                <a:lnTo>
                  <a:pt x="3034361" y="3044736"/>
                </a:lnTo>
                <a:lnTo>
                  <a:pt x="3034361" y="3044582"/>
                </a:lnTo>
                <a:lnTo>
                  <a:pt x="3034362" y="3044428"/>
                </a:lnTo>
                <a:lnTo>
                  <a:pt x="3034350" y="3043463"/>
                </a:lnTo>
                <a:lnTo>
                  <a:pt x="3034314" y="3042513"/>
                </a:lnTo>
                <a:lnTo>
                  <a:pt x="3034253" y="3041577"/>
                </a:lnTo>
                <a:lnTo>
                  <a:pt x="3034169" y="3040657"/>
                </a:lnTo>
                <a:lnTo>
                  <a:pt x="3034061" y="3039750"/>
                </a:lnTo>
                <a:lnTo>
                  <a:pt x="3033928" y="3038859"/>
                </a:lnTo>
                <a:lnTo>
                  <a:pt x="3033772" y="3037982"/>
                </a:lnTo>
                <a:lnTo>
                  <a:pt x="3033592" y="3037120"/>
                </a:lnTo>
                <a:lnTo>
                  <a:pt x="3033387" y="3036273"/>
                </a:lnTo>
                <a:lnTo>
                  <a:pt x="3033158" y="3035440"/>
                </a:lnTo>
                <a:lnTo>
                  <a:pt x="3032906" y="3034622"/>
                </a:lnTo>
                <a:lnTo>
                  <a:pt x="3032629" y="3033819"/>
                </a:lnTo>
                <a:lnTo>
                  <a:pt x="3032328" y="3033030"/>
                </a:lnTo>
                <a:lnTo>
                  <a:pt x="3032003" y="3032256"/>
                </a:lnTo>
                <a:lnTo>
                  <a:pt x="3031654" y="3031497"/>
                </a:lnTo>
                <a:lnTo>
                  <a:pt x="3031281" y="3030752"/>
                </a:lnTo>
                <a:lnTo>
                  <a:pt x="3030884" y="3030022"/>
                </a:lnTo>
                <a:lnTo>
                  <a:pt x="3030463" y="3029307"/>
                </a:lnTo>
                <a:lnTo>
                  <a:pt x="3030017" y="3028606"/>
                </a:lnTo>
                <a:lnTo>
                  <a:pt x="3029548" y="3027920"/>
                </a:lnTo>
                <a:lnTo>
                  <a:pt x="3029055" y="3027249"/>
                </a:lnTo>
                <a:lnTo>
                  <a:pt x="3028537" y="3026592"/>
                </a:lnTo>
                <a:lnTo>
                  <a:pt x="3027996" y="3025950"/>
                </a:lnTo>
                <a:lnTo>
                  <a:pt x="3027430" y="3025323"/>
                </a:lnTo>
                <a:lnTo>
                  <a:pt x="3026856" y="3024702"/>
                </a:lnTo>
                <a:lnTo>
                  <a:pt x="3026262" y="3024108"/>
                </a:lnTo>
                <a:lnTo>
                  <a:pt x="3025647" y="3023540"/>
                </a:lnTo>
                <a:lnTo>
                  <a:pt x="3025011" y="3022998"/>
                </a:lnTo>
                <a:lnTo>
                  <a:pt x="3024355" y="3022483"/>
                </a:lnTo>
                <a:lnTo>
                  <a:pt x="3023679" y="3021995"/>
                </a:lnTo>
                <a:lnTo>
                  <a:pt x="3022982" y="3021532"/>
                </a:lnTo>
                <a:lnTo>
                  <a:pt x="3022264" y="3021096"/>
                </a:lnTo>
                <a:lnTo>
                  <a:pt x="3021526" y="3020687"/>
                </a:lnTo>
                <a:lnTo>
                  <a:pt x="3020767" y="3020304"/>
                </a:lnTo>
                <a:lnTo>
                  <a:pt x="3019988" y="3019947"/>
                </a:lnTo>
                <a:lnTo>
                  <a:pt x="3019188" y="3019617"/>
                </a:lnTo>
                <a:lnTo>
                  <a:pt x="3018367" y="3019313"/>
                </a:lnTo>
                <a:lnTo>
                  <a:pt x="3017527" y="3019036"/>
                </a:lnTo>
                <a:lnTo>
                  <a:pt x="3016665" y="3018785"/>
                </a:lnTo>
                <a:lnTo>
                  <a:pt x="3015783" y="3018561"/>
                </a:lnTo>
                <a:lnTo>
                  <a:pt x="3014880" y="3018362"/>
                </a:lnTo>
                <a:lnTo>
                  <a:pt x="3013957" y="3018191"/>
                </a:lnTo>
                <a:lnTo>
                  <a:pt x="3013014" y="3018045"/>
                </a:lnTo>
                <a:lnTo>
                  <a:pt x="3012050" y="3017927"/>
                </a:lnTo>
                <a:lnTo>
                  <a:pt x="3011065" y="3017834"/>
                </a:lnTo>
                <a:lnTo>
                  <a:pt x="3010059" y="3017768"/>
                </a:lnTo>
                <a:lnTo>
                  <a:pt x="3009034" y="3017728"/>
                </a:lnTo>
                <a:lnTo>
                  <a:pt x="3007987" y="3017715"/>
                </a:lnTo>
                <a:lnTo>
                  <a:pt x="3007300" y="3017722"/>
                </a:lnTo>
                <a:lnTo>
                  <a:pt x="3006619" y="3017742"/>
                </a:lnTo>
                <a:lnTo>
                  <a:pt x="3005945" y="3017776"/>
                </a:lnTo>
                <a:lnTo>
                  <a:pt x="3005278" y="3017823"/>
                </a:lnTo>
                <a:lnTo>
                  <a:pt x="3004616" y="3017884"/>
                </a:lnTo>
                <a:lnTo>
                  <a:pt x="3003961" y="3017958"/>
                </a:lnTo>
                <a:lnTo>
                  <a:pt x="3003313" y="3018046"/>
                </a:lnTo>
                <a:lnTo>
                  <a:pt x="3002671" y="3018147"/>
                </a:lnTo>
                <a:lnTo>
                  <a:pt x="3002036" y="3018262"/>
                </a:lnTo>
                <a:lnTo>
                  <a:pt x="3001407" y="3018390"/>
                </a:lnTo>
                <a:lnTo>
                  <a:pt x="3000784" y="3018532"/>
                </a:lnTo>
                <a:lnTo>
                  <a:pt x="3000168" y="3018687"/>
                </a:lnTo>
                <a:lnTo>
                  <a:pt x="2999558" y="3018856"/>
                </a:lnTo>
                <a:lnTo>
                  <a:pt x="2998955" y="3019038"/>
                </a:lnTo>
                <a:lnTo>
                  <a:pt x="2998358" y="3019234"/>
                </a:lnTo>
                <a:lnTo>
                  <a:pt x="2997768" y="3019443"/>
                </a:lnTo>
                <a:lnTo>
                  <a:pt x="2997184" y="3019666"/>
                </a:lnTo>
                <a:lnTo>
                  <a:pt x="2996607" y="3019902"/>
                </a:lnTo>
                <a:lnTo>
                  <a:pt x="2996036" y="3020152"/>
                </a:lnTo>
                <a:lnTo>
                  <a:pt x="2995472" y="3020415"/>
                </a:lnTo>
                <a:lnTo>
                  <a:pt x="2994914" y="3020692"/>
                </a:lnTo>
                <a:lnTo>
                  <a:pt x="2994362" y="3020982"/>
                </a:lnTo>
                <a:lnTo>
                  <a:pt x="2993817" y="3021286"/>
                </a:lnTo>
                <a:lnTo>
                  <a:pt x="2993278" y="3021604"/>
                </a:lnTo>
                <a:lnTo>
                  <a:pt x="2992763" y="3021919"/>
                </a:lnTo>
                <a:lnTo>
                  <a:pt x="2992258" y="3022245"/>
                </a:lnTo>
                <a:lnTo>
                  <a:pt x="2991765" y="3022581"/>
                </a:lnTo>
                <a:lnTo>
                  <a:pt x="2991282" y="3022928"/>
                </a:lnTo>
                <a:lnTo>
                  <a:pt x="2990811" y="3023285"/>
                </a:lnTo>
                <a:lnTo>
                  <a:pt x="2990351" y="3023653"/>
                </a:lnTo>
                <a:lnTo>
                  <a:pt x="2989903" y="3024032"/>
                </a:lnTo>
                <a:lnTo>
                  <a:pt x="2989465" y="3024421"/>
                </a:lnTo>
                <a:lnTo>
                  <a:pt x="2989038" y="3024821"/>
                </a:lnTo>
                <a:lnTo>
                  <a:pt x="2988623" y="3025231"/>
                </a:lnTo>
                <a:lnTo>
                  <a:pt x="2988219" y="3025652"/>
                </a:lnTo>
                <a:lnTo>
                  <a:pt x="2987826" y="3026084"/>
                </a:lnTo>
                <a:lnTo>
                  <a:pt x="2987444" y="3026526"/>
                </a:lnTo>
                <a:lnTo>
                  <a:pt x="2987073" y="3026978"/>
                </a:lnTo>
                <a:lnTo>
                  <a:pt x="2986714" y="3027442"/>
                </a:lnTo>
                <a:lnTo>
                  <a:pt x="2986365" y="3027915"/>
                </a:lnTo>
                <a:lnTo>
                  <a:pt x="2986028" y="3028400"/>
                </a:lnTo>
                <a:lnTo>
                  <a:pt x="2985702" y="3028895"/>
                </a:lnTo>
                <a:lnTo>
                  <a:pt x="2985387" y="3029400"/>
                </a:lnTo>
                <a:lnTo>
                  <a:pt x="2985083" y="3029916"/>
                </a:lnTo>
                <a:lnTo>
                  <a:pt x="2984791" y="3030443"/>
                </a:lnTo>
                <a:lnTo>
                  <a:pt x="2984509" y="3030980"/>
                </a:lnTo>
                <a:lnTo>
                  <a:pt x="2984239" y="3031528"/>
                </a:lnTo>
                <a:lnTo>
                  <a:pt x="2983980" y="3032086"/>
                </a:lnTo>
                <a:lnTo>
                  <a:pt x="2983134" y="3019406"/>
                </a:lnTo>
                <a:lnTo>
                  <a:pt x="2947630" y="3019406"/>
                </a:lnTo>
                <a:lnTo>
                  <a:pt x="2947630" y="3032593"/>
                </a:lnTo>
                <a:lnTo>
                  <a:pt x="2969440" y="3032593"/>
                </a:lnTo>
                <a:lnTo>
                  <a:pt x="2969440" y="3092781"/>
                </a:lnTo>
                <a:lnTo>
                  <a:pt x="2946785" y="3092781"/>
                </a:lnTo>
                <a:lnTo>
                  <a:pt x="2946785" y="3105799"/>
                </a:lnTo>
                <a:lnTo>
                  <a:pt x="2969440" y="3105799"/>
                </a:lnTo>
                <a:lnTo>
                  <a:pt x="2986009" y="3105799"/>
                </a:lnTo>
                <a:lnTo>
                  <a:pt x="3024725" y="3105799"/>
                </a:lnTo>
                <a:lnTo>
                  <a:pt x="3024725" y="3092781"/>
                </a:lnTo>
                <a:lnTo>
                  <a:pt x="2986009" y="3092781"/>
                </a:lnTo>
                <a:lnTo>
                  <a:pt x="2986009" y="3052543"/>
                </a:lnTo>
                <a:lnTo>
                  <a:pt x="2986012" y="3052093"/>
                </a:lnTo>
                <a:lnTo>
                  <a:pt x="2986021" y="3051645"/>
                </a:lnTo>
                <a:lnTo>
                  <a:pt x="2986038" y="3051198"/>
                </a:lnTo>
                <a:lnTo>
                  <a:pt x="2986060" y="3050754"/>
                </a:lnTo>
                <a:lnTo>
                  <a:pt x="2986089" y="3050311"/>
                </a:lnTo>
                <a:lnTo>
                  <a:pt x="2986125" y="3049870"/>
                </a:lnTo>
                <a:lnTo>
                  <a:pt x="2986167" y="3049430"/>
                </a:lnTo>
                <a:close/>
                <a:moveTo>
                  <a:pt x="2355119" y="3040919"/>
                </a:moveTo>
                <a:lnTo>
                  <a:pt x="2355184" y="3040500"/>
                </a:lnTo>
                <a:lnTo>
                  <a:pt x="2355258" y="3040088"/>
                </a:lnTo>
                <a:lnTo>
                  <a:pt x="2355343" y="3039683"/>
                </a:lnTo>
                <a:lnTo>
                  <a:pt x="2355438" y="3039285"/>
                </a:lnTo>
                <a:lnTo>
                  <a:pt x="2355543" y="3038894"/>
                </a:lnTo>
                <a:lnTo>
                  <a:pt x="2355658" y="3038510"/>
                </a:lnTo>
                <a:lnTo>
                  <a:pt x="2355782" y="3038133"/>
                </a:lnTo>
                <a:lnTo>
                  <a:pt x="2355917" y="3037764"/>
                </a:lnTo>
                <a:lnTo>
                  <a:pt x="2356062" y="3037401"/>
                </a:lnTo>
                <a:lnTo>
                  <a:pt x="2356216" y="3037045"/>
                </a:lnTo>
                <a:lnTo>
                  <a:pt x="2356381" y="3036696"/>
                </a:lnTo>
                <a:lnTo>
                  <a:pt x="2356556" y="3036355"/>
                </a:lnTo>
                <a:lnTo>
                  <a:pt x="2356740" y="3036020"/>
                </a:lnTo>
                <a:lnTo>
                  <a:pt x="2356935" y="3035693"/>
                </a:lnTo>
                <a:lnTo>
                  <a:pt x="2357139" y="3035372"/>
                </a:lnTo>
                <a:lnTo>
                  <a:pt x="2357354" y="3035059"/>
                </a:lnTo>
                <a:lnTo>
                  <a:pt x="2357579" y="3034752"/>
                </a:lnTo>
                <a:lnTo>
                  <a:pt x="2357813" y="3034453"/>
                </a:lnTo>
                <a:lnTo>
                  <a:pt x="2358069" y="3034163"/>
                </a:lnTo>
                <a:lnTo>
                  <a:pt x="2358331" y="3033886"/>
                </a:lnTo>
                <a:lnTo>
                  <a:pt x="2358598" y="3033621"/>
                </a:lnTo>
                <a:lnTo>
                  <a:pt x="2358870" y="3033368"/>
                </a:lnTo>
                <a:lnTo>
                  <a:pt x="2359147" y="3033127"/>
                </a:lnTo>
                <a:lnTo>
                  <a:pt x="2359430" y="3032899"/>
                </a:lnTo>
                <a:lnTo>
                  <a:pt x="2359718" y="3032684"/>
                </a:lnTo>
                <a:lnTo>
                  <a:pt x="2360011" y="3032480"/>
                </a:lnTo>
                <a:lnTo>
                  <a:pt x="2360309" y="3032289"/>
                </a:lnTo>
                <a:lnTo>
                  <a:pt x="2360613" y="3032111"/>
                </a:lnTo>
                <a:lnTo>
                  <a:pt x="2360922" y="3031944"/>
                </a:lnTo>
                <a:lnTo>
                  <a:pt x="2361237" y="3031790"/>
                </a:lnTo>
                <a:lnTo>
                  <a:pt x="2361556" y="3031648"/>
                </a:lnTo>
                <a:lnTo>
                  <a:pt x="2361881" y="3031519"/>
                </a:lnTo>
                <a:lnTo>
                  <a:pt x="2362211" y="3031402"/>
                </a:lnTo>
                <a:lnTo>
                  <a:pt x="2362547" y="3031297"/>
                </a:lnTo>
                <a:lnTo>
                  <a:pt x="2362888" y="3031204"/>
                </a:lnTo>
                <a:lnTo>
                  <a:pt x="2363234" y="3031124"/>
                </a:lnTo>
                <a:lnTo>
                  <a:pt x="2363585" y="3031057"/>
                </a:lnTo>
                <a:lnTo>
                  <a:pt x="2363942" y="3031001"/>
                </a:lnTo>
                <a:lnTo>
                  <a:pt x="2364303" y="3030958"/>
                </a:lnTo>
                <a:lnTo>
                  <a:pt x="2364671" y="3030927"/>
                </a:lnTo>
                <a:lnTo>
                  <a:pt x="2365043" y="3030909"/>
                </a:lnTo>
                <a:lnTo>
                  <a:pt x="2365421" y="3030902"/>
                </a:lnTo>
                <a:lnTo>
                  <a:pt x="2366221" y="3030924"/>
                </a:lnTo>
                <a:lnTo>
                  <a:pt x="2366987" y="3030990"/>
                </a:lnTo>
                <a:lnTo>
                  <a:pt x="2367719" y="3031101"/>
                </a:lnTo>
                <a:lnTo>
                  <a:pt x="2368417" y="3031255"/>
                </a:lnTo>
                <a:lnTo>
                  <a:pt x="2369081" y="3031453"/>
                </a:lnTo>
                <a:lnTo>
                  <a:pt x="2369711" y="3031695"/>
                </a:lnTo>
                <a:lnTo>
                  <a:pt x="2370307" y="3031981"/>
                </a:lnTo>
                <a:lnTo>
                  <a:pt x="2370869" y="3032311"/>
                </a:lnTo>
                <a:lnTo>
                  <a:pt x="2371396" y="3032686"/>
                </a:lnTo>
                <a:lnTo>
                  <a:pt x="2371890" y="3033104"/>
                </a:lnTo>
                <a:lnTo>
                  <a:pt x="2372350" y="3033566"/>
                </a:lnTo>
                <a:lnTo>
                  <a:pt x="2372775" y="3034072"/>
                </a:lnTo>
                <a:lnTo>
                  <a:pt x="2373167" y="3034623"/>
                </a:lnTo>
                <a:lnTo>
                  <a:pt x="2373525" y="3035217"/>
                </a:lnTo>
                <a:lnTo>
                  <a:pt x="2373848" y="3035856"/>
                </a:lnTo>
                <a:lnTo>
                  <a:pt x="2374137" y="3036538"/>
                </a:lnTo>
                <a:lnTo>
                  <a:pt x="2374393" y="3037264"/>
                </a:lnTo>
                <a:lnTo>
                  <a:pt x="2374614" y="3038035"/>
                </a:lnTo>
                <a:lnTo>
                  <a:pt x="2374801" y="3038849"/>
                </a:lnTo>
                <a:lnTo>
                  <a:pt x="2374955" y="3039708"/>
                </a:lnTo>
                <a:lnTo>
                  <a:pt x="2375074" y="3040610"/>
                </a:lnTo>
                <a:lnTo>
                  <a:pt x="2375159" y="3041557"/>
                </a:lnTo>
                <a:lnTo>
                  <a:pt x="2375210" y="3042548"/>
                </a:lnTo>
                <a:lnTo>
                  <a:pt x="2375227" y="3043582"/>
                </a:lnTo>
                <a:lnTo>
                  <a:pt x="2375227" y="3105799"/>
                </a:lnTo>
                <a:lnTo>
                  <a:pt x="2389598" y="3105799"/>
                </a:lnTo>
                <a:lnTo>
                  <a:pt x="2389598" y="3043582"/>
                </a:lnTo>
                <a:lnTo>
                  <a:pt x="2389603" y="3043121"/>
                </a:lnTo>
                <a:lnTo>
                  <a:pt x="2389619" y="3042666"/>
                </a:lnTo>
                <a:lnTo>
                  <a:pt x="2389645" y="3042219"/>
                </a:lnTo>
                <a:lnTo>
                  <a:pt x="2389682" y="3041779"/>
                </a:lnTo>
                <a:lnTo>
                  <a:pt x="2389730" y="3041346"/>
                </a:lnTo>
                <a:lnTo>
                  <a:pt x="2389788" y="3040919"/>
                </a:lnTo>
                <a:lnTo>
                  <a:pt x="2389857" y="3040500"/>
                </a:lnTo>
                <a:lnTo>
                  <a:pt x="2389936" y="3040088"/>
                </a:lnTo>
                <a:lnTo>
                  <a:pt x="2390026" y="3039683"/>
                </a:lnTo>
                <a:lnTo>
                  <a:pt x="2390126" y="3039285"/>
                </a:lnTo>
                <a:lnTo>
                  <a:pt x="2390237" y="3038894"/>
                </a:lnTo>
                <a:lnTo>
                  <a:pt x="2390359" y="3038510"/>
                </a:lnTo>
                <a:lnTo>
                  <a:pt x="2390491" y="3038133"/>
                </a:lnTo>
                <a:lnTo>
                  <a:pt x="2390633" y="3037764"/>
                </a:lnTo>
                <a:lnTo>
                  <a:pt x="2390787" y="3037401"/>
                </a:lnTo>
                <a:lnTo>
                  <a:pt x="2390950" y="3037045"/>
                </a:lnTo>
                <a:lnTo>
                  <a:pt x="2391125" y="3036696"/>
                </a:lnTo>
                <a:lnTo>
                  <a:pt x="2391310" y="3036355"/>
                </a:lnTo>
                <a:lnTo>
                  <a:pt x="2391505" y="3036020"/>
                </a:lnTo>
                <a:lnTo>
                  <a:pt x="2391711" y="3035693"/>
                </a:lnTo>
                <a:lnTo>
                  <a:pt x="2391928" y="3035372"/>
                </a:lnTo>
                <a:lnTo>
                  <a:pt x="2392155" y="3035059"/>
                </a:lnTo>
                <a:lnTo>
                  <a:pt x="2392393" y="3034752"/>
                </a:lnTo>
                <a:lnTo>
                  <a:pt x="2392641" y="3034453"/>
                </a:lnTo>
                <a:lnTo>
                  <a:pt x="2392897" y="3034163"/>
                </a:lnTo>
                <a:lnTo>
                  <a:pt x="2393159" y="3033886"/>
                </a:lnTo>
                <a:lnTo>
                  <a:pt x="2393426" y="3033621"/>
                </a:lnTo>
                <a:lnTo>
                  <a:pt x="2393698" y="3033368"/>
                </a:lnTo>
                <a:lnTo>
                  <a:pt x="2393975" y="3033127"/>
                </a:lnTo>
                <a:lnTo>
                  <a:pt x="2394258" y="3032899"/>
                </a:lnTo>
                <a:lnTo>
                  <a:pt x="2394546" y="3032684"/>
                </a:lnTo>
                <a:lnTo>
                  <a:pt x="2394839" y="3032480"/>
                </a:lnTo>
                <a:lnTo>
                  <a:pt x="2395137" y="3032289"/>
                </a:lnTo>
                <a:lnTo>
                  <a:pt x="2395441" y="3032111"/>
                </a:lnTo>
                <a:lnTo>
                  <a:pt x="2395750" y="3031944"/>
                </a:lnTo>
                <a:lnTo>
                  <a:pt x="2396064" y="3031790"/>
                </a:lnTo>
                <a:lnTo>
                  <a:pt x="2396384" y="3031648"/>
                </a:lnTo>
                <a:lnTo>
                  <a:pt x="2396709" y="3031519"/>
                </a:lnTo>
                <a:lnTo>
                  <a:pt x="2397039" y="3031402"/>
                </a:lnTo>
                <a:lnTo>
                  <a:pt x="2397375" y="3031297"/>
                </a:lnTo>
                <a:lnTo>
                  <a:pt x="2397715" y="3031204"/>
                </a:lnTo>
                <a:lnTo>
                  <a:pt x="2398062" y="3031124"/>
                </a:lnTo>
                <a:lnTo>
                  <a:pt x="2398413" y="3031057"/>
                </a:lnTo>
                <a:lnTo>
                  <a:pt x="2398770" y="3031001"/>
                </a:lnTo>
                <a:lnTo>
                  <a:pt x="2399131" y="3030958"/>
                </a:lnTo>
                <a:lnTo>
                  <a:pt x="2399499" y="3030927"/>
                </a:lnTo>
                <a:lnTo>
                  <a:pt x="2399871" y="3030909"/>
                </a:lnTo>
                <a:lnTo>
                  <a:pt x="2400249" y="3030902"/>
                </a:lnTo>
                <a:lnTo>
                  <a:pt x="2401021" y="3030924"/>
                </a:lnTo>
                <a:lnTo>
                  <a:pt x="2401761" y="3030990"/>
                </a:lnTo>
                <a:lnTo>
                  <a:pt x="2402468" y="3031101"/>
                </a:lnTo>
                <a:lnTo>
                  <a:pt x="2403142" y="3031255"/>
                </a:lnTo>
                <a:lnTo>
                  <a:pt x="2403783" y="3031453"/>
                </a:lnTo>
                <a:lnTo>
                  <a:pt x="2404391" y="3031695"/>
                </a:lnTo>
                <a:lnTo>
                  <a:pt x="2404966" y="3031981"/>
                </a:lnTo>
                <a:lnTo>
                  <a:pt x="2405509" y="3032311"/>
                </a:lnTo>
                <a:lnTo>
                  <a:pt x="2406018" y="3032686"/>
                </a:lnTo>
                <a:lnTo>
                  <a:pt x="2406495" y="3033104"/>
                </a:lnTo>
                <a:lnTo>
                  <a:pt x="2406939" y="3033566"/>
                </a:lnTo>
                <a:lnTo>
                  <a:pt x="2407350" y="3034072"/>
                </a:lnTo>
                <a:lnTo>
                  <a:pt x="2407728" y="3034623"/>
                </a:lnTo>
                <a:lnTo>
                  <a:pt x="2408073" y="3035217"/>
                </a:lnTo>
                <a:lnTo>
                  <a:pt x="2408385" y="3035856"/>
                </a:lnTo>
                <a:lnTo>
                  <a:pt x="2408665" y="3036538"/>
                </a:lnTo>
                <a:lnTo>
                  <a:pt x="2408911" y="3037264"/>
                </a:lnTo>
                <a:lnTo>
                  <a:pt x="2409125" y="3038035"/>
                </a:lnTo>
                <a:lnTo>
                  <a:pt x="2409306" y="3038849"/>
                </a:lnTo>
                <a:lnTo>
                  <a:pt x="2409454" y="3039708"/>
                </a:lnTo>
                <a:lnTo>
                  <a:pt x="2409569" y="3040610"/>
                </a:lnTo>
                <a:lnTo>
                  <a:pt x="2409651" y="3041557"/>
                </a:lnTo>
                <a:lnTo>
                  <a:pt x="2409700" y="3042548"/>
                </a:lnTo>
                <a:lnTo>
                  <a:pt x="2409717" y="3043582"/>
                </a:lnTo>
                <a:lnTo>
                  <a:pt x="2409717" y="3105799"/>
                </a:lnTo>
                <a:lnTo>
                  <a:pt x="2424256" y="3105799"/>
                </a:lnTo>
                <a:lnTo>
                  <a:pt x="2424256" y="3040539"/>
                </a:lnTo>
                <a:lnTo>
                  <a:pt x="2424247" y="3039632"/>
                </a:lnTo>
                <a:lnTo>
                  <a:pt x="2424221" y="3038743"/>
                </a:lnTo>
                <a:lnTo>
                  <a:pt x="2424177" y="3037871"/>
                </a:lnTo>
                <a:lnTo>
                  <a:pt x="2424115" y="3037017"/>
                </a:lnTo>
                <a:lnTo>
                  <a:pt x="2424036" y="3036180"/>
                </a:lnTo>
                <a:lnTo>
                  <a:pt x="2423939" y="3035361"/>
                </a:lnTo>
                <a:lnTo>
                  <a:pt x="2423825" y="3034560"/>
                </a:lnTo>
                <a:lnTo>
                  <a:pt x="2423693" y="3033776"/>
                </a:lnTo>
                <a:lnTo>
                  <a:pt x="2423543" y="3033010"/>
                </a:lnTo>
                <a:lnTo>
                  <a:pt x="2423376" y="3032262"/>
                </a:lnTo>
                <a:lnTo>
                  <a:pt x="2423191" y="3031531"/>
                </a:lnTo>
                <a:lnTo>
                  <a:pt x="2422988" y="3030818"/>
                </a:lnTo>
                <a:lnTo>
                  <a:pt x="2422768" y="3030122"/>
                </a:lnTo>
                <a:lnTo>
                  <a:pt x="2422530" y="3029444"/>
                </a:lnTo>
                <a:lnTo>
                  <a:pt x="2422275" y="3028784"/>
                </a:lnTo>
                <a:lnTo>
                  <a:pt x="2422002" y="3028141"/>
                </a:lnTo>
                <a:lnTo>
                  <a:pt x="2421712" y="3027516"/>
                </a:lnTo>
                <a:lnTo>
                  <a:pt x="2421403" y="3026908"/>
                </a:lnTo>
                <a:lnTo>
                  <a:pt x="2421078" y="3026318"/>
                </a:lnTo>
                <a:lnTo>
                  <a:pt x="2420734" y="3025746"/>
                </a:lnTo>
                <a:lnTo>
                  <a:pt x="2420373" y="3025191"/>
                </a:lnTo>
                <a:lnTo>
                  <a:pt x="2419995" y="3024654"/>
                </a:lnTo>
                <a:lnTo>
                  <a:pt x="2419598" y="3024134"/>
                </a:lnTo>
                <a:lnTo>
                  <a:pt x="2419185" y="3023632"/>
                </a:lnTo>
                <a:lnTo>
                  <a:pt x="2418768" y="3023150"/>
                </a:lnTo>
                <a:lnTo>
                  <a:pt x="2418337" y="3022687"/>
                </a:lnTo>
                <a:lnTo>
                  <a:pt x="2417890" y="3022246"/>
                </a:lnTo>
                <a:lnTo>
                  <a:pt x="2417428" y="3021824"/>
                </a:lnTo>
                <a:lnTo>
                  <a:pt x="2416951" y="3021424"/>
                </a:lnTo>
                <a:lnTo>
                  <a:pt x="2416458" y="3021044"/>
                </a:lnTo>
                <a:lnTo>
                  <a:pt x="2415951" y="3020684"/>
                </a:lnTo>
                <a:lnTo>
                  <a:pt x="2415428" y="3020345"/>
                </a:lnTo>
                <a:lnTo>
                  <a:pt x="2414889" y="3020027"/>
                </a:lnTo>
                <a:lnTo>
                  <a:pt x="2414336" y="3019729"/>
                </a:lnTo>
                <a:lnTo>
                  <a:pt x="2413767" y="3019451"/>
                </a:lnTo>
                <a:lnTo>
                  <a:pt x="2413183" y="3019194"/>
                </a:lnTo>
                <a:lnTo>
                  <a:pt x="2412583" y="3018958"/>
                </a:lnTo>
                <a:lnTo>
                  <a:pt x="2411969" y="3018742"/>
                </a:lnTo>
                <a:lnTo>
                  <a:pt x="2411339" y="3018547"/>
                </a:lnTo>
                <a:lnTo>
                  <a:pt x="2410694" y="3018373"/>
                </a:lnTo>
                <a:lnTo>
                  <a:pt x="2410033" y="3018219"/>
                </a:lnTo>
                <a:lnTo>
                  <a:pt x="2409357" y="3018085"/>
                </a:lnTo>
                <a:lnTo>
                  <a:pt x="2408667" y="3017972"/>
                </a:lnTo>
                <a:lnTo>
                  <a:pt x="2407960" y="3017880"/>
                </a:lnTo>
                <a:lnTo>
                  <a:pt x="2407239" y="3017808"/>
                </a:lnTo>
                <a:lnTo>
                  <a:pt x="2406502" y="3017756"/>
                </a:lnTo>
                <a:lnTo>
                  <a:pt x="2405750" y="3017725"/>
                </a:lnTo>
                <a:lnTo>
                  <a:pt x="2404983" y="3017715"/>
                </a:lnTo>
                <a:lnTo>
                  <a:pt x="2404437" y="3017720"/>
                </a:lnTo>
                <a:lnTo>
                  <a:pt x="2403898" y="3017736"/>
                </a:lnTo>
                <a:lnTo>
                  <a:pt x="2403366" y="3017763"/>
                </a:lnTo>
                <a:lnTo>
                  <a:pt x="2402841" y="3017800"/>
                </a:lnTo>
                <a:lnTo>
                  <a:pt x="2402324" y="3017847"/>
                </a:lnTo>
                <a:lnTo>
                  <a:pt x="2401813" y="3017905"/>
                </a:lnTo>
                <a:lnTo>
                  <a:pt x="2401309" y="3017974"/>
                </a:lnTo>
                <a:lnTo>
                  <a:pt x="2400813" y="3018053"/>
                </a:lnTo>
                <a:lnTo>
                  <a:pt x="2400323" y="3018143"/>
                </a:lnTo>
                <a:lnTo>
                  <a:pt x="2399840" y="3018243"/>
                </a:lnTo>
                <a:lnTo>
                  <a:pt x="2399365" y="3018354"/>
                </a:lnTo>
                <a:lnTo>
                  <a:pt x="2398897" y="3018476"/>
                </a:lnTo>
                <a:lnTo>
                  <a:pt x="2398435" y="3018608"/>
                </a:lnTo>
                <a:lnTo>
                  <a:pt x="2397981" y="3018751"/>
                </a:lnTo>
                <a:lnTo>
                  <a:pt x="2397533" y="3018904"/>
                </a:lnTo>
                <a:lnTo>
                  <a:pt x="2397093" y="3019068"/>
                </a:lnTo>
                <a:lnTo>
                  <a:pt x="2396660" y="3019242"/>
                </a:lnTo>
                <a:lnTo>
                  <a:pt x="2396234" y="3019427"/>
                </a:lnTo>
                <a:lnTo>
                  <a:pt x="2395815" y="3019622"/>
                </a:lnTo>
                <a:lnTo>
                  <a:pt x="2395402" y="3019828"/>
                </a:lnTo>
                <a:lnTo>
                  <a:pt x="2394997" y="3020045"/>
                </a:lnTo>
                <a:lnTo>
                  <a:pt x="2394599" y="3020272"/>
                </a:lnTo>
                <a:lnTo>
                  <a:pt x="2394208" y="3020510"/>
                </a:lnTo>
                <a:lnTo>
                  <a:pt x="2393824" y="3020758"/>
                </a:lnTo>
                <a:lnTo>
                  <a:pt x="2393460" y="3021017"/>
                </a:lnTo>
                <a:lnTo>
                  <a:pt x="2393101" y="3021285"/>
                </a:lnTo>
                <a:lnTo>
                  <a:pt x="2392747" y="3021564"/>
                </a:lnTo>
                <a:lnTo>
                  <a:pt x="2392397" y="3021852"/>
                </a:lnTo>
                <a:lnTo>
                  <a:pt x="2392051" y="3022151"/>
                </a:lnTo>
                <a:lnTo>
                  <a:pt x="2391711" y="3022459"/>
                </a:lnTo>
                <a:lnTo>
                  <a:pt x="2391375" y="3022778"/>
                </a:lnTo>
                <a:lnTo>
                  <a:pt x="2391044" y="3023106"/>
                </a:lnTo>
                <a:lnTo>
                  <a:pt x="2390718" y="3023445"/>
                </a:lnTo>
                <a:lnTo>
                  <a:pt x="2390396" y="3023793"/>
                </a:lnTo>
                <a:lnTo>
                  <a:pt x="2390079" y="3024152"/>
                </a:lnTo>
                <a:lnTo>
                  <a:pt x="2389767" y="3024520"/>
                </a:lnTo>
                <a:lnTo>
                  <a:pt x="2389459" y="3024898"/>
                </a:lnTo>
                <a:lnTo>
                  <a:pt x="2389156" y="3025287"/>
                </a:lnTo>
                <a:lnTo>
                  <a:pt x="2388858" y="3025685"/>
                </a:lnTo>
                <a:lnTo>
                  <a:pt x="2388564" y="3026093"/>
                </a:lnTo>
                <a:lnTo>
                  <a:pt x="2388276" y="3026512"/>
                </a:lnTo>
                <a:lnTo>
                  <a:pt x="2387992" y="3026940"/>
                </a:lnTo>
                <a:lnTo>
                  <a:pt x="2387712" y="3027378"/>
                </a:lnTo>
                <a:lnTo>
                  <a:pt x="2387437" y="3027826"/>
                </a:lnTo>
                <a:lnTo>
                  <a:pt x="2387167" y="3028285"/>
                </a:lnTo>
                <a:lnTo>
                  <a:pt x="2386902" y="3028753"/>
                </a:lnTo>
                <a:lnTo>
                  <a:pt x="2386641" y="3029231"/>
                </a:lnTo>
                <a:lnTo>
                  <a:pt x="2386385" y="3029719"/>
                </a:lnTo>
                <a:lnTo>
                  <a:pt x="2386198" y="3029231"/>
                </a:lnTo>
                <a:lnTo>
                  <a:pt x="2386003" y="3028753"/>
                </a:lnTo>
                <a:lnTo>
                  <a:pt x="2385799" y="3028285"/>
                </a:lnTo>
                <a:lnTo>
                  <a:pt x="2385587" y="3027826"/>
                </a:lnTo>
                <a:lnTo>
                  <a:pt x="2385367" y="3027378"/>
                </a:lnTo>
                <a:lnTo>
                  <a:pt x="2385139" y="3026940"/>
                </a:lnTo>
                <a:lnTo>
                  <a:pt x="2384902" y="3026512"/>
                </a:lnTo>
                <a:lnTo>
                  <a:pt x="2384657" y="3026093"/>
                </a:lnTo>
                <a:lnTo>
                  <a:pt x="2384404" y="3025685"/>
                </a:lnTo>
                <a:lnTo>
                  <a:pt x="2384143" y="3025287"/>
                </a:lnTo>
                <a:lnTo>
                  <a:pt x="2383873" y="3024898"/>
                </a:lnTo>
                <a:lnTo>
                  <a:pt x="2383596" y="3024520"/>
                </a:lnTo>
                <a:lnTo>
                  <a:pt x="2383310" y="3024152"/>
                </a:lnTo>
                <a:lnTo>
                  <a:pt x="2383016" y="3023793"/>
                </a:lnTo>
                <a:lnTo>
                  <a:pt x="2382713" y="3023445"/>
                </a:lnTo>
                <a:lnTo>
                  <a:pt x="2382403" y="3023106"/>
                </a:lnTo>
                <a:lnTo>
                  <a:pt x="2382084" y="3022778"/>
                </a:lnTo>
                <a:lnTo>
                  <a:pt x="2381757" y="3022459"/>
                </a:lnTo>
                <a:lnTo>
                  <a:pt x="2381422" y="3022151"/>
                </a:lnTo>
                <a:lnTo>
                  <a:pt x="2381079" y="3021852"/>
                </a:lnTo>
                <a:lnTo>
                  <a:pt x="2380727" y="3021564"/>
                </a:lnTo>
                <a:lnTo>
                  <a:pt x="2380367" y="3021285"/>
                </a:lnTo>
                <a:lnTo>
                  <a:pt x="2379999" y="3021017"/>
                </a:lnTo>
                <a:lnTo>
                  <a:pt x="2379623" y="3020758"/>
                </a:lnTo>
                <a:lnTo>
                  <a:pt x="2379254" y="3020510"/>
                </a:lnTo>
                <a:lnTo>
                  <a:pt x="2378881" y="3020272"/>
                </a:lnTo>
                <a:lnTo>
                  <a:pt x="2378503" y="3020045"/>
                </a:lnTo>
                <a:lnTo>
                  <a:pt x="2378120" y="3019828"/>
                </a:lnTo>
                <a:lnTo>
                  <a:pt x="2377733" y="3019622"/>
                </a:lnTo>
                <a:lnTo>
                  <a:pt x="2377340" y="3019427"/>
                </a:lnTo>
                <a:lnTo>
                  <a:pt x="2376944" y="3019242"/>
                </a:lnTo>
                <a:lnTo>
                  <a:pt x="2376542" y="3019068"/>
                </a:lnTo>
                <a:lnTo>
                  <a:pt x="2376136" y="3018904"/>
                </a:lnTo>
                <a:lnTo>
                  <a:pt x="2375725" y="3018751"/>
                </a:lnTo>
                <a:lnTo>
                  <a:pt x="2375309" y="3018608"/>
                </a:lnTo>
                <a:lnTo>
                  <a:pt x="2374889" y="3018476"/>
                </a:lnTo>
                <a:lnTo>
                  <a:pt x="2374464" y="3018354"/>
                </a:lnTo>
                <a:lnTo>
                  <a:pt x="2374034" y="3018243"/>
                </a:lnTo>
                <a:lnTo>
                  <a:pt x="2373600" y="3018143"/>
                </a:lnTo>
                <a:lnTo>
                  <a:pt x="2373161" y="3018053"/>
                </a:lnTo>
                <a:lnTo>
                  <a:pt x="2372717" y="3017974"/>
                </a:lnTo>
                <a:lnTo>
                  <a:pt x="2372268" y="3017905"/>
                </a:lnTo>
                <a:lnTo>
                  <a:pt x="2371815" y="3017847"/>
                </a:lnTo>
                <a:lnTo>
                  <a:pt x="2371357" y="3017800"/>
                </a:lnTo>
                <a:lnTo>
                  <a:pt x="2370895" y="3017763"/>
                </a:lnTo>
                <a:lnTo>
                  <a:pt x="2370428" y="3017736"/>
                </a:lnTo>
                <a:lnTo>
                  <a:pt x="2369956" y="3017720"/>
                </a:lnTo>
                <a:lnTo>
                  <a:pt x="2369479" y="3017715"/>
                </a:lnTo>
                <a:lnTo>
                  <a:pt x="2369029" y="3017720"/>
                </a:lnTo>
                <a:lnTo>
                  <a:pt x="2368582" y="3017735"/>
                </a:lnTo>
                <a:lnTo>
                  <a:pt x="2368137" y="3017760"/>
                </a:lnTo>
                <a:lnTo>
                  <a:pt x="2367694" y="3017795"/>
                </a:lnTo>
                <a:lnTo>
                  <a:pt x="2367254" y="3017840"/>
                </a:lnTo>
                <a:lnTo>
                  <a:pt x="2366816" y="3017895"/>
                </a:lnTo>
                <a:lnTo>
                  <a:pt x="2366380" y="3017960"/>
                </a:lnTo>
                <a:lnTo>
                  <a:pt x="2365947" y="3018035"/>
                </a:lnTo>
                <a:lnTo>
                  <a:pt x="2365516" y="3018119"/>
                </a:lnTo>
                <a:lnTo>
                  <a:pt x="2365088" y="3018214"/>
                </a:lnTo>
                <a:lnTo>
                  <a:pt x="2364662" y="3018319"/>
                </a:lnTo>
                <a:lnTo>
                  <a:pt x="2364238" y="3018434"/>
                </a:lnTo>
                <a:lnTo>
                  <a:pt x="2363816" y="3018558"/>
                </a:lnTo>
                <a:lnTo>
                  <a:pt x="2363397" y="3018693"/>
                </a:lnTo>
                <a:lnTo>
                  <a:pt x="2362980" y="3018838"/>
                </a:lnTo>
                <a:lnTo>
                  <a:pt x="2362566" y="3018993"/>
                </a:lnTo>
                <a:lnTo>
                  <a:pt x="2362154" y="3019157"/>
                </a:lnTo>
                <a:lnTo>
                  <a:pt x="2361744" y="3019332"/>
                </a:lnTo>
                <a:lnTo>
                  <a:pt x="2361337" y="3019516"/>
                </a:lnTo>
                <a:lnTo>
                  <a:pt x="2360931" y="3019711"/>
                </a:lnTo>
                <a:lnTo>
                  <a:pt x="2360529" y="3019916"/>
                </a:lnTo>
                <a:lnTo>
                  <a:pt x="2360128" y="3020130"/>
                </a:lnTo>
                <a:lnTo>
                  <a:pt x="2359730" y="3020355"/>
                </a:lnTo>
                <a:lnTo>
                  <a:pt x="2359335" y="3020589"/>
                </a:lnTo>
                <a:lnTo>
                  <a:pt x="2358958" y="3020834"/>
                </a:lnTo>
                <a:lnTo>
                  <a:pt x="2358588" y="3021087"/>
                </a:lnTo>
                <a:lnTo>
                  <a:pt x="2358225" y="3021350"/>
                </a:lnTo>
                <a:lnTo>
                  <a:pt x="2357869" y="3021623"/>
                </a:lnTo>
                <a:lnTo>
                  <a:pt x="2357521" y="3021904"/>
                </a:lnTo>
                <a:lnTo>
                  <a:pt x="2357179" y="3022195"/>
                </a:lnTo>
                <a:lnTo>
                  <a:pt x="2356844" y="3022496"/>
                </a:lnTo>
                <a:lnTo>
                  <a:pt x="2356517" y="3022806"/>
                </a:lnTo>
                <a:lnTo>
                  <a:pt x="2356196" y="3023125"/>
                </a:lnTo>
                <a:lnTo>
                  <a:pt x="2355883" y="3023454"/>
                </a:lnTo>
                <a:lnTo>
                  <a:pt x="2355576" y="3023792"/>
                </a:lnTo>
                <a:lnTo>
                  <a:pt x="2355277" y="3024140"/>
                </a:lnTo>
                <a:lnTo>
                  <a:pt x="2354985" y="3024497"/>
                </a:lnTo>
                <a:lnTo>
                  <a:pt x="2354699" y="3024863"/>
                </a:lnTo>
                <a:lnTo>
                  <a:pt x="2354421" y="3025239"/>
                </a:lnTo>
                <a:lnTo>
                  <a:pt x="2354150" y="3025624"/>
                </a:lnTo>
                <a:lnTo>
                  <a:pt x="2353886" y="3026018"/>
                </a:lnTo>
                <a:lnTo>
                  <a:pt x="2353629" y="3026422"/>
                </a:lnTo>
                <a:lnTo>
                  <a:pt x="2353379" y="3026835"/>
                </a:lnTo>
                <a:lnTo>
                  <a:pt x="2353136" y="3027258"/>
                </a:lnTo>
                <a:lnTo>
                  <a:pt x="2352900" y="3027690"/>
                </a:lnTo>
                <a:lnTo>
                  <a:pt x="2352671" y="3028131"/>
                </a:lnTo>
                <a:lnTo>
                  <a:pt x="2352449" y="3028582"/>
                </a:lnTo>
                <a:lnTo>
                  <a:pt x="2352234" y="3029043"/>
                </a:lnTo>
                <a:lnTo>
                  <a:pt x="2350543" y="3019406"/>
                </a:lnTo>
                <a:lnTo>
                  <a:pt x="2340568" y="3019406"/>
                </a:lnTo>
                <a:lnTo>
                  <a:pt x="2340568" y="3105799"/>
                </a:lnTo>
                <a:lnTo>
                  <a:pt x="2354939" y="3105799"/>
                </a:lnTo>
                <a:lnTo>
                  <a:pt x="2354939" y="3043582"/>
                </a:lnTo>
                <a:lnTo>
                  <a:pt x="2354944" y="3043121"/>
                </a:lnTo>
                <a:lnTo>
                  <a:pt x="2354959" y="3042666"/>
                </a:lnTo>
                <a:lnTo>
                  <a:pt x="2354984" y="3042219"/>
                </a:lnTo>
                <a:lnTo>
                  <a:pt x="2355019" y="3041779"/>
                </a:lnTo>
                <a:lnTo>
                  <a:pt x="2355064" y="3041346"/>
                </a:lnTo>
                <a:lnTo>
                  <a:pt x="2355119" y="3040919"/>
                </a:lnTo>
                <a:close/>
                <a:moveTo>
                  <a:pt x="2565961" y="3051634"/>
                </a:moveTo>
                <a:lnTo>
                  <a:pt x="2566018" y="3051081"/>
                </a:lnTo>
                <a:lnTo>
                  <a:pt x="2566084" y="3050533"/>
                </a:lnTo>
                <a:lnTo>
                  <a:pt x="2566159" y="3049991"/>
                </a:lnTo>
                <a:lnTo>
                  <a:pt x="2566243" y="3049455"/>
                </a:lnTo>
                <a:lnTo>
                  <a:pt x="2566335" y="3048925"/>
                </a:lnTo>
                <a:lnTo>
                  <a:pt x="2566436" y="3048401"/>
                </a:lnTo>
                <a:lnTo>
                  <a:pt x="2566547" y="3047883"/>
                </a:lnTo>
                <a:lnTo>
                  <a:pt x="2566665" y="3047370"/>
                </a:lnTo>
                <a:lnTo>
                  <a:pt x="2566793" y="3046863"/>
                </a:lnTo>
                <a:lnTo>
                  <a:pt x="2566930" y="3046363"/>
                </a:lnTo>
                <a:lnTo>
                  <a:pt x="2567075" y="3045868"/>
                </a:lnTo>
                <a:lnTo>
                  <a:pt x="2567229" y="3045379"/>
                </a:lnTo>
                <a:lnTo>
                  <a:pt x="2567392" y="3044896"/>
                </a:lnTo>
                <a:lnTo>
                  <a:pt x="2567564" y="3044418"/>
                </a:lnTo>
                <a:lnTo>
                  <a:pt x="2567744" y="3043947"/>
                </a:lnTo>
                <a:lnTo>
                  <a:pt x="2567933" y="3043481"/>
                </a:lnTo>
                <a:lnTo>
                  <a:pt x="2568132" y="3043022"/>
                </a:lnTo>
                <a:lnTo>
                  <a:pt x="2568338" y="3042568"/>
                </a:lnTo>
                <a:lnTo>
                  <a:pt x="2568553" y="3042108"/>
                </a:lnTo>
                <a:lnTo>
                  <a:pt x="2568775" y="3041656"/>
                </a:lnTo>
                <a:lnTo>
                  <a:pt x="2569004" y="3041213"/>
                </a:lnTo>
                <a:lnTo>
                  <a:pt x="2569240" y="3040779"/>
                </a:lnTo>
                <a:lnTo>
                  <a:pt x="2569483" y="3040353"/>
                </a:lnTo>
                <a:lnTo>
                  <a:pt x="2569733" y="3039937"/>
                </a:lnTo>
                <a:lnTo>
                  <a:pt x="2569990" y="3039529"/>
                </a:lnTo>
                <a:lnTo>
                  <a:pt x="2570255" y="3039130"/>
                </a:lnTo>
                <a:lnTo>
                  <a:pt x="2570526" y="3038740"/>
                </a:lnTo>
                <a:lnTo>
                  <a:pt x="2570804" y="3038359"/>
                </a:lnTo>
                <a:lnTo>
                  <a:pt x="2571089" y="3037986"/>
                </a:lnTo>
                <a:lnTo>
                  <a:pt x="2571382" y="3037623"/>
                </a:lnTo>
                <a:lnTo>
                  <a:pt x="2571681" y="3037268"/>
                </a:lnTo>
                <a:lnTo>
                  <a:pt x="2571988" y="3036922"/>
                </a:lnTo>
                <a:lnTo>
                  <a:pt x="2572301" y="3036585"/>
                </a:lnTo>
                <a:lnTo>
                  <a:pt x="2572622" y="3036256"/>
                </a:lnTo>
                <a:lnTo>
                  <a:pt x="2572949" y="3035936"/>
                </a:lnTo>
                <a:lnTo>
                  <a:pt x="2573284" y="3035626"/>
                </a:lnTo>
                <a:lnTo>
                  <a:pt x="2573625" y="3035324"/>
                </a:lnTo>
                <a:lnTo>
                  <a:pt x="2573974" y="3035030"/>
                </a:lnTo>
                <a:lnTo>
                  <a:pt x="2574330" y="3034746"/>
                </a:lnTo>
                <a:lnTo>
                  <a:pt x="2574693" y="3034470"/>
                </a:lnTo>
                <a:lnTo>
                  <a:pt x="2575063" y="3034203"/>
                </a:lnTo>
                <a:lnTo>
                  <a:pt x="2575439" y="3033945"/>
                </a:lnTo>
                <a:lnTo>
                  <a:pt x="2575823" y="3033683"/>
                </a:lnTo>
                <a:lnTo>
                  <a:pt x="2576212" y="3033432"/>
                </a:lnTo>
                <a:lnTo>
                  <a:pt x="2576607" y="3033193"/>
                </a:lnTo>
                <a:lnTo>
                  <a:pt x="2577008" y="3032964"/>
                </a:lnTo>
                <a:lnTo>
                  <a:pt x="2577415" y="3032746"/>
                </a:lnTo>
                <a:lnTo>
                  <a:pt x="2577828" y="3032540"/>
                </a:lnTo>
                <a:lnTo>
                  <a:pt x="2578246" y="3032345"/>
                </a:lnTo>
                <a:lnTo>
                  <a:pt x="2578671" y="3032161"/>
                </a:lnTo>
                <a:lnTo>
                  <a:pt x="2579101" y="3031988"/>
                </a:lnTo>
                <a:lnTo>
                  <a:pt x="2579537" y="3031826"/>
                </a:lnTo>
                <a:lnTo>
                  <a:pt x="2579979" y="3031676"/>
                </a:lnTo>
                <a:lnTo>
                  <a:pt x="2580427" y="3031536"/>
                </a:lnTo>
                <a:lnTo>
                  <a:pt x="2580881" y="3031408"/>
                </a:lnTo>
                <a:lnTo>
                  <a:pt x="2581340" y="3031291"/>
                </a:lnTo>
                <a:lnTo>
                  <a:pt x="2581806" y="3031185"/>
                </a:lnTo>
                <a:lnTo>
                  <a:pt x="2582277" y="3031090"/>
                </a:lnTo>
                <a:lnTo>
                  <a:pt x="2582755" y="3031006"/>
                </a:lnTo>
                <a:lnTo>
                  <a:pt x="2583238" y="3030934"/>
                </a:lnTo>
                <a:lnTo>
                  <a:pt x="2583727" y="3030873"/>
                </a:lnTo>
                <a:lnTo>
                  <a:pt x="2584222" y="3030822"/>
                </a:lnTo>
                <a:lnTo>
                  <a:pt x="2584722" y="3030783"/>
                </a:lnTo>
                <a:lnTo>
                  <a:pt x="2585229" y="3030755"/>
                </a:lnTo>
                <a:lnTo>
                  <a:pt x="2585741" y="3030739"/>
                </a:lnTo>
                <a:lnTo>
                  <a:pt x="2586260" y="3030733"/>
                </a:lnTo>
                <a:lnTo>
                  <a:pt x="2586999" y="3030743"/>
                </a:lnTo>
                <a:lnTo>
                  <a:pt x="2587725" y="3030772"/>
                </a:lnTo>
                <a:lnTo>
                  <a:pt x="2588437" y="3030820"/>
                </a:lnTo>
                <a:lnTo>
                  <a:pt x="2589134" y="3030888"/>
                </a:lnTo>
                <a:lnTo>
                  <a:pt x="2589817" y="3030975"/>
                </a:lnTo>
                <a:lnTo>
                  <a:pt x="2590486" y="3031082"/>
                </a:lnTo>
                <a:lnTo>
                  <a:pt x="2591142" y="3031208"/>
                </a:lnTo>
                <a:lnTo>
                  <a:pt x="2591783" y="3031353"/>
                </a:lnTo>
                <a:lnTo>
                  <a:pt x="2592410" y="3031518"/>
                </a:lnTo>
                <a:lnTo>
                  <a:pt x="2593022" y="3031702"/>
                </a:lnTo>
                <a:lnTo>
                  <a:pt x="2593621" y="3031905"/>
                </a:lnTo>
                <a:lnTo>
                  <a:pt x="2594206" y="3032128"/>
                </a:lnTo>
                <a:lnTo>
                  <a:pt x="2594776" y="3032370"/>
                </a:lnTo>
                <a:lnTo>
                  <a:pt x="2595333" y="3032632"/>
                </a:lnTo>
                <a:lnTo>
                  <a:pt x="2595875" y="3032913"/>
                </a:lnTo>
                <a:lnTo>
                  <a:pt x="2596404" y="3033213"/>
                </a:lnTo>
                <a:lnTo>
                  <a:pt x="2596918" y="3033533"/>
                </a:lnTo>
                <a:lnTo>
                  <a:pt x="2597418" y="3033872"/>
                </a:lnTo>
                <a:lnTo>
                  <a:pt x="2597904" y="3034230"/>
                </a:lnTo>
                <a:lnTo>
                  <a:pt x="2598376" y="3034608"/>
                </a:lnTo>
                <a:lnTo>
                  <a:pt x="2598834" y="3035005"/>
                </a:lnTo>
                <a:lnTo>
                  <a:pt x="2599278" y="3035421"/>
                </a:lnTo>
                <a:lnTo>
                  <a:pt x="2599707" y="3035857"/>
                </a:lnTo>
                <a:lnTo>
                  <a:pt x="2600123" y="3036313"/>
                </a:lnTo>
                <a:lnTo>
                  <a:pt x="2600537" y="3036789"/>
                </a:lnTo>
                <a:lnTo>
                  <a:pt x="2600933" y="3037288"/>
                </a:lnTo>
                <a:lnTo>
                  <a:pt x="2601312" y="3037810"/>
                </a:lnTo>
                <a:lnTo>
                  <a:pt x="2601673" y="3038355"/>
                </a:lnTo>
                <a:lnTo>
                  <a:pt x="2602016" y="3038923"/>
                </a:lnTo>
                <a:lnTo>
                  <a:pt x="2602342" y="3039514"/>
                </a:lnTo>
                <a:lnTo>
                  <a:pt x="2602650" y="3040128"/>
                </a:lnTo>
                <a:lnTo>
                  <a:pt x="2602941" y="3040765"/>
                </a:lnTo>
                <a:lnTo>
                  <a:pt x="2603214" y="3041424"/>
                </a:lnTo>
                <a:lnTo>
                  <a:pt x="2603469" y="3042107"/>
                </a:lnTo>
                <a:lnTo>
                  <a:pt x="2603707" y="3042812"/>
                </a:lnTo>
                <a:lnTo>
                  <a:pt x="2603927" y="3043540"/>
                </a:lnTo>
                <a:lnTo>
                  <a:pt x="2604130" y="3044291"/>
                </a:lnTo>
                <a:lnTo>
                  <a:pt x="2604315" y="3045065"/>
                </a:lnTo>
                <a:lnTo>
                  <a:pt x="2604482" y="3045862"/>
                </a:lnTo>
                <a:lnTo>
                  <a:pt x="2604632" y="3046682"/>
                </a:lnTo>
                <a:lnTo>
                  <a:pt x="2604764" y="3047525"/>
                </a:lnTo>
                <a:lnTo>
                  <a:pt x="2604878" y="3048390"/>
                </a:lnTo>
                <a:lnTo>
                  <a:pt x="2604975" y="3049279"/>
                </a:lnTo>
                <a:lnTo>
                  <a:pt x="2605054" y="3050190"/>
                </a:lnTo>
                <a:lnTo>
                  <a:pt x="2605116" y="3051124"/>
                </a:lnTo>
                <a:lnTo>
                  <a:pt x="2605160" y="3052082"/>
                </a:lnTo>
                <a:lnTo>
                  <a:pt x="2605186" y="3053062"/>
                </a:lnTo>
                <a:lnTo>
                  <a:pt x="2605195" y="3054065"/>
                </a:lnTo>
                <a:lnTo>
                  <a:pt x="2605195" y="3105799"/>
                </a:lnTo>
                <a:lnTo>
                  <a:pt x="2622102" y="3105799"/>
                </a:lnTo>
                <a:lnTo>
                  <a:pt x="2622102" y="3049162"/>
                </a:lnTo>
                <a:lnTo>
                  <a:pt x="2622087" y="3047879"/>
                </a:lnTo>
                <a:lnTo>
                  <a:pt x="2622043" y="3046622"/>
                </a:lnTo>
                <a:lnTo>
                  <a:pt x="2621970" y="3045392"/>
                </a:lnTo>
                <a:lnTo>
                  <a:pt x="2621867" y="3044188"/>
                </a:lnTo>
                <a:lnTo>
                  <a:pt x="2621735" y="3043011"/>
                </a:lnTo>
                <a:lnTo>
                  <a:pt x="2621574" y="3041860"/>
                </a:lnTo>
                <a:lnTo>
                  <a:pt x="2621383" y="3040736"/>
                </a:lnTo>
                <a:lnTo>
                  <a:pt x="2621163" y="3039637"/>
                </a:lnTo>
                <a:lnTo>
                  <a:pt x="2620913" y="3038566"/>
                </a:lnTo>
                <a:lnTo>
                  <a:pt x="2620634" y="3037521"/>
                </a:lnTo>
                <a:lnTo>
                  <a:pt x="2620326" y="3036502"/>
                </a:lnTo>
                <a:lnTo>
                  <a:pt x="2619989" y="3035509"/>
                </a:lnTo>
                <a:lnTo>
                  <a:pt x="2619622" y="3034543"/>
                </a:lnTo>
                <a:lnTo>
                  <a:pt x="2619225" y="3033604"/>
                </a:lnTo>
                <a:lnTo>
                  <a:pt x="2618800" y="3032691"/>
                </a:lnTo>
                <a:lnTo>
                  <a:pt x="2618345" y="3031804"/>
                </a:lnTo>
                <a:lnTo>
                  <a:pt x="2617861" y="3030944"/>
                </a:lnTo>
                <a:lnTo>
                  <a:pt x="2617347" y="3030110"/>
                </a:lnTo>
                <a:lnTo>
                  <a:pt x="2616804" y="3029302"/>
                </a:lnTo>
                <a:lnTo>
                  <a:pt x="2616232" y="3028521"/>
                </a:lnTo>
                <a:lnTo>
                  <a:pt x="2615630" y="3027767"/>
                </a:lnTo>
                <a:lnTo>
                  <a:pt x="2614999" y="3027038"/>
                </a:lnTo>
                <a:lnTo>
                  <a:pt x="2614338" y="3026337"/>
                </a:lnTo>
                <a:lnTo>
                  <a:pt x="2613649" y="3025661"/>
                </a:lnTo>
                <a:lnTo>
                  <a:pt x="2612934" y="3025013"/>
                </a:lnTo>
                <a:lnTo>
                  <a:pt x="2612200" y="3024392"/>
                </a:lnTo>
                <a:lnTo>
                  <a:pt x="2611446" y="3023799"/>
                </a:lnTo>
                <a:lnTo>
                  <a:pt x="2610671" y="3023233"/>
                </a:lnTo>
                <a:lnTo>
                  <a:pt x="2609877" y="3022695"/>
                </a:lnTo>
                <a:lnTo>
                  <a:pt x="2609063" y="3022185"/>
                </a:lnTo>
                <a:lnTo>
                  <a:pt x="2608229" y="3021702"/>
                </a:lnTo>
                <a:lnTo>
                  <a:pt x="2607374" y="3021247"/>
                </a:lnTo>
                <a:lnTo>
                  <a:pt x="2606500" y="3020819"/>
                </a:lnTo>
                <a:lnTo>
                  <a:pt x="2605606" y="3020419"/>
                </a:lnTo>
                <a:lnTo>
                  <a:pt x="2604692" y="3020047"/>
                </a:lnTo>
                <a:lnTo>
                  <a:pt x="2603758" y="3019702"/>
                </a:lnTo>
                <a:lnTo>
                  <a:pt x="2602804" y="3019384"/>
                </a:lnTo>
                <a:lnTo>
                  <a:pt x="2601830" y="3019095"/>
                </a:lnTo>
                <a:lnTo>
                  <a:pt x="2600836" y="3018833"/>
                </a:lnTo>
                <a:lnTo>
                  <a:pt x="2599823" y="3018598"/>
                </a:lnTo>
                <a:lnTo>
                  <a:pt x="2598789" y="3018391"/>
                </a:lnTo>
                <a:lnTo>
                  <a:pt x="2597735" y="3018212"/>
                </a:lnTo>
                <a:lnTo>
                  <a:pt x="2596661" y="3018060"/>
                </a:lnTo>
                <a:lnTo>
                  <a:pt x="2595568" y="3017936"/>
                </a:lnTo>
                <a:lnTo>
                  <a:pt x="2594454" y="3017839"/>
                </a:lnTo>
                <a:lnTo>
                  <a:pt x="2593321" y="3017770"/>
                </a:lnTo>
                <a:lnTo>
                  <a:pt x="2592167" y="3017729"/>
                </a:lnTo>
                <a:lnTo>
                  <a:pt x="2590993" y="3017715"/>
                </a:lnTo>
                <a:lnTo>
                  <a:pt x="2590278" y="3017721"/>
                </a:lnTo>
                <a:lnTo>
                  <a:pt x="2589567" y="3017739"/>
                </a:lnTo>
                <a:lnTo>
                  <a:pt x="2588862" y="3017768"/>
                </a:lnTo>
                <a:lnTo>
                  <a:pt x="2588162" y="3017809"/>
                </a:lnTo>
                <a:lnTo>
                  <a:pt x="2587467" y="3017862"/>
                </a:lnTo>
                <a:lnTo>
                  <a:pt x="2586777" y="3017926"/>
                </a:lnTo>
                <a:lnTo>
                  <a:pt x="2586093" y="3018003"/>
                </a:lnTo>
                <a:lnTo>
                  <a:pt x="2585414" y="3018091"/>
                </a:lnTo>
                <a:lnTo>
                  <a:pt x="2584741" y="3018191"/>
                </a:lnTo>
                <a:lnTo>
                  <a:pt x="2584072" y="3018302"/>
                </a:lnTo>
                <a:lnTo>
                  <a:pt x="2583409" y="3018425"/>
                </a:lnTo>
                <a:lnTo>
                  <a:pt x="2582752" y="3018560"/>
                </a:lnTo>
                <a:lnTo>
                  <a:pt x="2582099" y="3018707"/>
                </a:lnTo>
                <a:lnTo>
                  <a:pt x="2581452" y="3018866"/>
                </a:lnTo>
                <a:lnTo>
                  <a:pt x="2580810" y="3019036"/>
                </a:lnTo>
                <a:lnTo>
                  <a:pt x="2580173" y="3019218"/>
                </a:lnTo>
                <a:lnTo>
                  <a:pt x="2579542" y="3019412"/>
                </a:lnTo>
                <a:lnTo>
                  <a:pt x="2578916" y="3019617"/>
                </a:lnTo>
                <a:lnTo>
                  <a:pt x="2578295" y="3019834"/>
                </a:lnTo>
                <a:lnTo>
                  <a:pt x="2577680" y="3020063"/>
                </a:lnTo>
                <a:lnTo>
                  <a:pt x="2577069" y="3020304"/>
                </a:lnTo>
                <a:lnTo>
                  <a:pt x="2576464" y="3020556"/>
                </a:lnTo>
                <a:lnTo>
                  <a:pt x="2575865" y="3020820"/>
                </a:lnTo>
                <a:lnTo>
                  <a:pt x="2575270" y="3021096"/>
                </a:lnTo>
                <a:lnTo>
                  <a:pt x="2574684" y="3021385"/>
                </a:lnTo>
                <a:lnTo>
                  <a:pt x="2574109" y="3021687"/>
                </a:lnTo>
                <a:lnTo>
                  <a:pt x="2573545" y="3022002"/>
                </a:lnTo>
                <a:lnTo>
                  <a:pt x="2572993" y="3022331"/>
                </a:lnTo>
                <a:lnTo>
                  <a:pt x="2572451" y="3022674"/>
                </a:lnTo>
                <a:lnTo>
                  <a:pt x="2571921" y="3023030"/>
                </a:lnTo>
                <a:lnTo>
                  <a:pt x="2571401" y="3023400"/>
                </a:lnTo>
                <a:lnTo>
                  <a:pt x="2570893" y="3023783"/>
                </a:lnTo>
                <a:lnTo>
                  <a:pt x="2570396" y="3024179"/>
                </a:lnTo>
                <a:lnTo>
                  <a:pt x="2569911" y="3024589"/>
                </a:lnTo>
                <a:lnTo>
                  <a:pt x="2569436" y="3025013"/>
                </a:lnTo>
                <a:lnTo>
                  <a:pt x="2568973" y="3025450"/>
                </a:lnTo>
                <a:lnTo>
                  <a:pt x="2568520" y="3025900"/>
                </a:lnTo>
                <a:lnTo>
                  <a:pt x="2568079" y="3026364"/>
                </a:lnTo>
                <a:lnTo>
                  <a:pt x="2567649" y="3026842"/>
                </a:lnTo>
                <a:lnTo>
                  <a:pt x="2567230" y="3027333"/>
                </a:lnTo>
                <a:lnTo>
                  <a:pt x="2566823" y="3027838"/>
                </a:lnTo>
                <a:lnTo>
                  <a:pt x="2566426" y="3028356"/>
                </a:lnTo>
                <a:lnTo>
                  <a:pt x="2566041" y="3028887"/>
                </a:lnTo>
                <a:lnTo>
                  <a:pt x="2565666" y="3029432"/>
                </a:lnTo>
                <a:lnTo>
                  <a:pt x="2565303" y="3029991"/>
                </a:lnTo>
                <a:lnTo>
                  <a:pt x="2564951" y="3030563"/>
                </a:lnTo>
                <a:lnTo>
                  <a:pt x="2564611" y="3031149"/>
                </a:lnTo>
                <a:lnTo>
                  <a:pt x="2564281" y="3031748"/>
                </a:lnTo>
                <a:lnTo>
                  <a:pt x="2562590" y="3019406"/>
                </a:lnTo>
                <a:lnTo>
                  <a:pt x="2548896" y="3019406"/>
                </a:lnTo>
                <a:lnTo>
                  <a:pt x="2548896" y="3105799"/>
                </a:lnTo>
                <a:lnTo>
                  <a:pt x="2565802" y="3105799"/>
                </a:lnTo>
                <a:lnTo>
                  <a:pt x="2565802" y="3055079"/>
                </a:lnTo>
                <a:lnTo>
                  <a:pt x="2565807" y="3054490"/>
                </a:lnTo>
                <a:lnTo>
                  <a:pt x="2565820" y="3053907"/>
                </a:lnTo>
                <a:lnTo>
                  <a:pt x="2565842" y="3053330"/>
                </a:lnTo>
                <a:lnTo>
                  <a:pt x="2565873" y="3052759"/>
                </a:lnTo>
                <a:lnTo>
                  <a:pt x="2565913" y="3052194"/>
                </a:lnTo>
                <a:lnTo>
                  <a:pt x="2565961" y="3051634"/>
                </a:lnTo>
                <a:close/>
                <a:moveTo>
                  <a:pt x="2852589" y="3042663"/>
                </a:moveTo>
                <a:lnTo>
                  <a:pt x="2852606" y="3042769"/>
                </a:lnTo>
                <a:lnTo>
                  <a:pt x="2852624" y="3042881"/>
                </a:lnTo>
                <a:lnTo>
                  <a:pt x="2852643" y="3043000"/>
                </a:lnTo>
                <a:lnTo>
                  <a:pt x="2852662" y="3043125"/>
                </a:lnTo>
                <a:lnTo>
                  <a:pt x="2852682" y="3043257"/>
                </a:lnTo>
                <a:lnTo>
                  <a:pt x="2852702" y="3043395"/>
                </a:lnTo>
                <a:lnTo>
                  <a:pt x="2852723" y="3043540"/>
                </a:lnTo>
                <a:lnTo>
                  <a:pt x="2852744" y="3043691"/>
                </a:lnTo>
                <a:lnTo>
                  <a:pt x="2852766" y="3043849"/>
                </a:lnTo>
                <a:lnTo>
                  <a:pt x="2852789" y="3044013"/>
                </a:lnTo>
                <a:lnTo>
                  <a:pt x="2852812" y="3044183"/>
                </a:lnTo>
                <a:lnTo>
                  <a:pt x="2852836" y="3044360"/>
                </a:lnTo>
                <a:lnTo>
                  <a:pt x="2852860" y="3044544"/>
                </a:lnTo>
                <a:lnTo>
                  <a:pt x="2852885" y="3044734"/>
                </a:lnTo>
                <a:lnTo>
                  <a:pt x="2852911" y="3044930"/>
                </a:lnTo>
                <a:lnTo>
                  <a:pt x="2852937" y="3045133"/>
                </a:lnTo>
                <a:lnTo>
                  <a:pt x="2852964" y="3045342"/>
                </a:lnTo>
                <a:lnTo>
                  <a:pt x="2852991" y="3045558"/>
                </a:lnTo>
                <a:lnTo>
                  <a:pt x="2853019" y="3045780"/>
                </a:lnTo>
                <a:lnTo>
                  <a:pt x="2868573" y="3045780"/>
                </a:lnTo>
                <a:lnTo>
                  <a:pt x="2868573" y="3043752"/>
                </a:lnTo>
                <a:lnTo>
                  <a:pt x="2868581" y="3043193"/>
                </a:lnTo>
                <a:lnTo>
                  <a:pt x="2868607" y="3042646"/>
                </a:lnTo>
                <a:lnTo>
                  <a:pt x="2868649" y="3042108"/>
                </a:lnTo>
                <a:lnTo>
                  <a:pt x="2868709" y="3041582"/>
                </a:lnTo>
                <a:lnTo>
                  <a:pt x="2868786" y="3041066"/>
                </a:lnTo>
                <a:lnTo>
                  <a:pt x="2868879" y="3040560"/>
                </a:lnTo>
                <a:lnTo>
                  <a:pt x="2868990" y="3040065"/>
                </a:lnTo>
                <a:lnTo>
                  <a:pt x="2869118" y="3039581"/>
                </a:lnTo>
                <a:lnTo>
                  <a:pt x="2869262" y="3039107"/>
                </a:lnTo>
                <a:lnTo>
                  <a:pt x="2869424" y="3038644"/>
                </a:lnTo>
                <a:lnTo>
                  <a:pt x="2869603" y="3038192"/>
                </a:lnTo>
                <a:lnTo>
                  <a:pt x="2869799" y="3037749"/>
                </a:lnTo>
                <a:lnTo>
                  <a:pt x="2870011" y="3037318"/>
                </a:lnTo>
                <a:lnTo>
                  <a:pt x="2870241" y="3036897"/>
                </a:lnTo>
                <a:lnTo>
                  <a:pt x="2870488" y="3036487"/>
                </a:lnTo>
                <a:lnTo>
                  <a:pt x="2870752" y="3036087"/>
                </a:lnTo>
                <a:lnTo>
                  <a:pt x="2871033" y="3035698"/>
                </a:lnTo>
                <a:lnTo>
                  <a:pt x="2871331" y="3035319"/>
                </a:lnTo>
                <a:lnTo>
                  <a:pt x="2871646" y="3034951"/>
                </a:lnTo>
                <a:lnTo>
                  <a:pt x="2871978" y="3034594"/>
                </a:lnTo>
                <a:lnTo>
                  <a:pt x="2872327" y="3034247"/>
                </a:lnTo>
                <a:lnTo>
                  <a:pt x="2872693" y="3033910"/>
                </a:lnTo>
                <a:lnTo>
                  <a:pt x="2873076" y="3033584"/>
                </a:lnTo>
                <a:lnTo>
                  <a:pt x="2873476" y="3033269"/>
                </a:lnTo>
                <a:lnTo>
                  <a:pt x="2873891" y="3032966"/>
                </a:lnTo>
                <a:lnTo>
                  <a:pt x="2874321" y="3032675"/>
                </a:lnTo>
                <a:lnTo>
                  <a:pt x="2874765" y="3032397"/>
                </a:lnTo>
                <a:lnTo>
                  <a:pt x="2875223" y="3032133"/>
                </a:lnTo>
                <a:lnTo>
                  <a:pt x="2875695" y="3031881"/>
                </a:lnTo>
                <a:lnTo>
                  <a:pt x="2876181" y="3031642"/>
                </a:lnTo>
                <a:lnTo>
                  <a:pt x="2876681" y="3031416"/>
                </a:lnTo>
                <a:lnTo>
                  <a:pt x="2877195" y="3031203"/>
                </a:lnTo>
                <a:lnTo>
                  <a:pt x="2877724" y="3031003"/>
                </a:lnTo>
                <a:lnTo>
                  <a:pt x="2878266" y="3030815"/>
                </a:lnTo>
                <a:lnTo>
                  <a:pt x="2878823" y="3030641"/>
                </a:lnTo>
                <a:lnTo>
                  <a:pt x="2879393" y="3030480"/>
                </a:lnTo>
                <a:lnTo>
                  <a:pt x="2879978" y="3030331"/>
                </a:lnTo>
                <a:lnTo>
                  <a:pt x="2880577" y="3030196"/>
                </a:lnTo>
                <a:lnTo>
                  <a:pt x="2881189" y="3030073"/>
                </a:lnTo>
                <a:lnTo>
                  <a:pt x="2881816" y="3029963"/>
                </a:lnTo>
                <a:lnTo>
                  <a:pt x="2882457" y="3029866"/>
                </a:lnTo>
                <a:lnTo>
                  <a:pt x="2883113" y="3029782"/>
                </a:lnTo>
                <a:lnTo>
                  <a:pt x="2883782" y="3029711"/>
                </a:lnTo>
                <a:lnTo>
                  <a:pt x="2884465" y="3029653"/>
                </a:lnTo>
                <a:lnTo>
                  <a:pt x="2885162" y="3029608"/>
                </a:lnTo>
                <a:lnTo>
                  <a:pt x="2885874" y="3029576"/>
                </a:lnTo>
                <a:lnTo>
                  <a:pt x="2886600" y="3029556"/>
                </a:lnTo>
                <a:lnTo>
                  <a:pt x="2887339" y="3029550"/>
                </a:lnTo>
                <a:lnTo>
                  <a:pt x="2888146" y="3029556"/>
                </a:lnTo>
                <a:lnTo>
                  <a:pt x="2888934" y="3029576"/>
                </a:lnTo>
                <a:lnTo>
                  <a:pt x="2889701" y="3029608"/>
                </a:lnTo>
                <a:lnTo>
                  <a:pt x="2890448" y="3029653"/>
                </a:lnTo>
                <a:lnTo>
                  <a:pt x="2891175" y="3029711"/>
                </a:lnTo>
                <a:lnTo>
                  <a:pt x="2891883" y="3029782"/>
                </a:lnTo>
                <a:lnTo>
                  <a:pt x="2892570" y="3029866"/>
                </a:lnTo>
                <a:lnTo>
                  <a:pt x="2893238" y="3029963"/>
                </a:lnTo>
                <a:lnTo>
                  <a:pt x="2893885" y="3030073"/>
                </a:lnTo>
                <a:lnTo>
                  <a:pt x="2894513" y="3030196"/>
                </a:lnTo>
                <a:lnTo>
                  <a:pt x="2895120" y="3030331"/>
                </a:lnTo>
                <a:lnTo>
                  <a:pt x="2895708" y="3030480"/>
                </a:lnTo>
                <a:lnTo>
                  <a:pt x="2896276" y="3030641"/>
                </a:lnTo>
                <a:lnTo>
                  <a:pt x="2896823" y="3030815"/>
                </a:lnTo>
                <a:lnTo>
                  <a:pt x="2897351" y="3031003"/>
                </a:lnTo>
                <a:lnTo>
                  <a:pt x="2897859" y="3031203"/>
                </a:lnTo>
                <a:lnTo>
                  <a:pt x="2898347" y="3031416"/>
                </a:lnTo>
                <a:lnTo>
                  <a:pt x="2898815" y="3031642"/>
                </a:lnTo>
                <a:lnTo>
                  <a:pt x="2899263" y="3031881"/>
                </a:lnTo>
                <a:lnTo>
                  <a:pt x="2899691" y="3032133"/>
                </a:lnTo>
                <a:lnTo>
                  <a:pt x="2900099" y="3032397"/>
                </a:lnTo>
                <a:lnTo>
                  <a:pt x="2900487" y="3032675"/>
                </a:lnTo>
                <a:lnTo>
                  <a:pt x="2900855" y="3032966"/>
                </a:lnTo>
                <a:lnTo>
                  <a:pt x="2901203" y="3033269"/>
                </a:lnTo>
                <a:lnTo>
                  <a:pt x="2901548" y="3033587"/>
                </a:lnTo>
                <a:lnTo>
                  <a:pt x="2901878" y="3033920"/>
                </a:lnTo>
                <a:lnTo>
                  <a:pt x="2902193" y="3034268"/>
                </a:lnTo>
                <a:lnTo>
                  <a:pt x="2902494" y="3034631"/>
                </a:lnTo>
                <a:lnTo>
                  <a:pt x="2902780" y="3035010"/>
                </a:lnTo>
                <a:lnTo>
                  <a:pt x="2903052" y="3035404"/>
                </a:lnTo>
                <a:lnTo>
                  <a:pt x="2903309" y="3035813"/>
                </a:lnTo>
                <a:lnTo>
                  <a:pt x="2903551" y="3036237"/>
                </a:lnTo>
                <a:lnTo>
                  <a:pt x="2903778" y="3036677"/>
                </a:lnTo>
                <a:lnTo>
                  <a:pt x="2903991" y="3037132"/>
                </a:lnTo>
                <a:lnTo>
                  <a:pt x="2904189" y="3037602"/>
                </a:lnTo>
                <a:lnTo>
                  <a:pt x="2904373" y="3038088"/>
                </a:lnTo>
                <a:lnTo>
                  <a:pt x="2904541" y="3038588"/>
                </a:lnTo>
                <a:lnTo>
                  <a:pt x="2904696" y="3039104"/>
                </a:lnTo>
                <a:lnTo>
                  <a:pt x="2904835" y="3039636"/>
                </a:lnTo>
                <a:lnTo>
                  <a:pt x="2904960" y="3040182"/>
                </a:lnTo>
                <a:lnTo>
                  <a:pt x="2905070" y="3040744"/>
                </a:lnTo>
                <a:lnTo>
                  <a:pt x="2905165" y="3041321"/>
                </a:lnTo>
                <a:lnTo>
                  <a:pt x="2905246" y="3041913"/>
                </a:lnTo>
                <a:lnTo>
                  <a:pt x="2905312" y="3042521"/>
                </a:lnTo>
                <a:lnTo>
                  <a:pt x="2905363" y="3043144"/>
                </a:lnTo>
                <a:lnTo>
                  <a:pt x="2905400" y="3043782"/>
                </a:lnTo>
                <a:lnTo>
                  <a:pt x="2905422" y="3044435"/>
                </a:lnTo>
                <a:lnTo>
                  <a:pt x="2905429" y="3045104"/>
                </a:lnTo>
                <a:lnTo>
                  <a:pt x="2905429" y="3054572"/>
                </a:lnTo>
                <a:lnTo>
                  <a:pt x="2903766" y="3054577"/>
                </a:lnTo>
                <a:lnTo>
                  <a:pt x="2902130" y="3054592"/>
                </a:lnTo>
                <a:lnTo>
                  <a:pt x="2900521" y="3054617"/>
                </a:lnTo>
                <a:lnTo>
                  <a:pt x="2898939" y="3054652"/>
                </a:lnTo>
                <a:lnTo>
                  <a:pt x="2897384" y="3054697"/>
                </a:lnTo>
                <a:lnTo>
                  <a:pt x="2895856" y="3054751"/>
                </a:lnTo>
                <a:lnTo>
                  <a:pt x="2894355" y="3054816"/>
                </a:lnTo>
                <a:lnTo>
                  <a:pt x="2892881" y="3054891"/>
                </a:lnTo>
                <a:lnTo>
                  <a:pt x="2891434" y="3054976"/>
                </a:lnTo>
                <a:lnTo>
                  <a:pt x="2890014" y="3055071"/>
                </a:lnTo>
                <a:lnTo>
                  <a:pt x="2888621" y="3055176"/>
                </a:lnTo>
                <a:lnTo>
                  <a:pt x="2887255" y="3055290"/>
                </a:lnTo>
                <a:lnTo>
                  <a:pt x="2885916" y="3055415"/>
                </a:lnTo>
                <a:lnTo>
                  <a:pt x="2884604" y="3055550"/>
                </a:lnTo>
                <a:lnTo>
                  <a:pt x="2883319" y="3055695"/>
                </a:lnTo>
                <a:lnTo>
                  <a:pt x="2882061" y="3055849"/>
                </a:lnTo>
                <a:lnTo>
                  <a:pt x="2880830" y="3056014"/>
                </a:lnTo>
                <a:lnTo>
                  <a:pt x="2879626" y="3056188"/>
                </a:lnTo>
                <a:lnTo>
                  <a:pt x="2878449" y="3056373"/>
                </a:lnTo>
                <a:lnTo>
                  <a:pt x="2877299" y="3056568"/>
                </a:lnTo>
                <a:lnTo>
                  <a:pt x="2876176" y="3056772"/>
                </a:lnTo>
                <a:lnTo>
                  <a:pt x="2875080" y="3056987"/>
                </a:lnTo>
                <a:lnTo>
                  <a:pt x="2874011" y="3057211"/>
                </a:lnTo>
                <a:lnTo>
                  <a:pt x="2872969" y="3057446"/>
                </a:lnTo>
                <a:lnTo>
                  <a:pt x="2871966" y="3057691"/>
                </a:lnTo>
                <a:lnTo>
                  <a:pt x="2870986" y="3057948"/>
                </a:lnTo>
                <a:lnTo>
                  <a:pt x="2870028" y="3058217"/>
                </a:lnTo>
                <a:lnTo>
                  <a:pt x="2869094" y="3058498"/>
                </a:lnTo>
                <a:lnTo>
                  <a:pt x="2868183" y="3058790"/>
                </a:lnTo>
                <a:lnTo>
                  <a:pt x="2867294" y="3059094"/>
                </a:lnTo>
                <a:lnTo>
                  <a:pt x="2866429" y="3059410"/>
                </a:lnTo>
                <a:lnTo>
                  <a:pt x="2865586" y="3059738"/>
                </a:lnTo>
                <a:lnTo>
                  <a:pt x="2864766" y="3060077"/>
                </a:lnTo>
                <a:lnTo>
                  <a:pt x="2863969" y="3060428"/>
                </a:lnTo>
                <a:lnTo>
                  <a:pt x="2863195" y="3060791"/>
                </a:lnTo>
                <a:lnTo>
                  <a:pt x="2862444" y="3061165"/>
                </a:lnTo>
                <a:lnTo>
                  <a:pt x="2861716" y="3061552"/>
                </a:lnTo>
                <a:lnTo>
                  <a:pt x="2861011" y="3061950"/>
                </a:lnTo>
                <a:lnTo>
                  <a:pt x="2860328" y="3062360"/>
                </a:lnTo>
                <a:lnTo>
                  <a:pt x="2859669" y="3062781"/>
                </a:lnTo>
                <a:lnTo>
                  <a:pt x="2859032" y="3063214"/>
                </a:lnTo>
                <a:lnTo>
                  <a:pt x="2858418" y="3063659"/>
                </a:lnTo>
                <a:lnTo>
                  <a:pt x="2857827" y="3064116"/>
                </a:lnTo>
                <a:lnTo>
                  <a:pt x="2857259" y="3064584"/>
                </a:lnTo>
                <a:lnTo>
                  <a:pt x="2856714" y="3065065"/>
                </a:lnTo>
                <a:lnTo>
                  <a:pt x="2856192" y="3065556"/>
                </a:lnTo>
                <a:lnTo>
                  <a:pt x="2855693" y="3066060"/>
                </a:lnTo>
                <a:lnTo>
                  <a:pt x="2855217" y="3066576"/>
                </a:lnTo>
                <a:lnTo>
                  <a:pt x="2854775" y="3067090"/>
                </a:lnTo>
                <a:lnTo>
                  <a:pt x="2854352" y="3067618"/>
                </a:lnTo>
                <a:lnTo>
                  <a:pt x="2853949" y="3068161"/>
                </a:lnTo>
                <a:lnTo>
                  <a:pt x="2853563" y="3068717"/>
                </a:lnTo>
                <a:lnTo>
                  <a:pt x="2853197" y="3069288"/>
                </a:lnTo>
                <a:lnTo>
                  <a:pt x="2852850" y="3069872"/>
                </a:lnTo>
                <a:lnTo>
                  <a:pt x="2852521" y="3070471"/>
                </a:lnTo>
                <a:lnTo>
                  <a:pt x="2852211" y="3071084"/>
                </a:lnTo>
                <a:lnTo>
                  <a:pt x="2851920" y="3071711"/>
                </a:lnTo>
                <a:lnTo>
                  <a:pt x="2851647" y="3072352"/>
                </a:lnTo>
                <a:lnTo>
                  <a:pt x="2851394" y="3073007"/>
                </a:lnTo>
                <a:lnTo>
                  <a:pt x="2851159" y="3073676"/>
                </a:lnTo>
                <a:lnTo>
                  <a:pt x="2850943" y="3074360"/>
                </a:lnTo>
                <a:lnTo>
                  <a:pt x="2850746" y="3075057"/>
                </a:lnTo>
                <a:lnTo>
                  <a:pt x="2850567" y="3075769"/>
                </a:lnTo>
                <a:lnTo>
                  <a:pt x="2850408" y="3076494"/>
                </a:lnTo>
                <a:lnTo>
                  <a:pt x="2850267" y="3077234"/>
                </a:lnTo>
                <a:lnTo>
                  <a:pt x="2850145" y="3077988"/>
                </a:lnTo>
                <a:lnTo>
                  <a:pt x="2850041" y="3078755"/>
                </a:lnTo>
                <a:lnTo>
                  <a:pt x="2849957" y="3079537"/>
                </a:lnTo>
                <a:lnTo>
                  <a:pt x="2849891" y="3080333"/>
                </a:lnTo>
                <a:lnTo>
                  <a:pt x="2849844" y="3081143"/>
                </a:lnTo>
                <a:lnTo>
                  <a:pt x="2849816" y="3081968"/>
                </a:lnTo>
                <a:lnTo>
                  <a:pt x="2849806" y="3082806"/>
                </a:lnTo>
                <a:lnTo>
                  <a:pt x="2849819" y="3083810"/>
                </a:lnTo>
                <a:lnTo>
                  <a:pt x="2849856" y="3084794"/>
                </a:lnTo>
                <a:lnTo>
                  <a:pt x="2849917" y="3085757"/>
                </a:lnTo>
                <a:lnTo>
                  <a:pt x="2850004" y="3086699"/>
                </a:lnTo>
                <a:lnTo>
                  <a:pt x="2850115" y="3087621"/>
                </a:lnTo>
                <a:lnTo>
                  <a:pt x="2850250" y="3088523"/>
                </a:lnTo>
                <a:lnTo>
                  <a:pt x="2850411" y="3089403"/>
                </a:lnTo>
                <a:lnTo>
                  <a:pt x="2850595" y="3090264"/>
                </a:lnTo>
                <a:lnTo>
                  <a:pt x="2850805" y="3091103"/>
                </a:lnTo>
                <a:lnTo>
                  <a:pt x="2851039" y="3091923"/>
                </a:lnTo>
                <a:lnTo>
                  <a:pt x="2851298" y="3092721"/>
                </a:lnTo>
                <a:lnTo>
                  <a:pt x="2851582" y="3093499"/>
                </a:lnTo>
                <a:lnTo>
                  <a:pt x="2851890" y="3094257"/>
                </a:lnTo>
                <a:lnTo>
                  <a:pt x="2852223" y="3094994"/>
                </a:lnTo>
                <a:lnTo>
                  <a:pt x="2852580" y="3095711"/>
                </a:lnTo>
                <a:lnTo>
                  <a:pt x="2852962" y="3096406"/>
                </a:lnTo>
                <a:lnTo>
                  <a:pt x="2853369" y="3097082"/>
                </a:lnTo>
                <a:lnTo>
                  <a:pt x="2853801" y="3097737"/>
                </a:lnTo>
                <a:lnTo>
                  <a:pt x="2854257" y="3098371"/>
                </a:lnTo>
                <a:lnTo>
                  <a:pt x="2854738" y="3098985"/>
                </a:lnTo>
                <a:lnTo>
                  <a:pt x="2855243" y="3099578"/>
                </a:lnTo>
                <a:lnTo>
                  <a:pt x="2855773" y="3100151"/>
                </a:lnTo>
                <a:lnTo>
                  <a:pt x="2856328" y="3100703"/>
                </a:lnTo>
                <a:lnTo>
                  <a:pt x="2856907" y="3101234"/>
                </a:lnTo>
                <a:lnTo>
                  <a:pt x="2857524" y="3101745"/>
                </a:lnTo>
                <a:lnTo>
                  <a:pt x="2858161" y="3102233"/>
                </a:lnTo>
                <a:lnTo>
                  <a:pt x="2858820" y="3102700"/>
                </a:lnTo>
                <a:lnTo>
                  <a:pt x="2859500" y="3103146"/>
                </a:lnTo>
                <a:lnTo>
                  <a:pt x="2860200" y="3103569"/>
                </a:lnTo>
                <a:lnTo>
                  <a:pt x="2860922" y="3103971"/>
                </a:lnTo>
                <a:lnTo>
                  <a:pt x="2861666" y="3104351"/>
                </a:lnTo>
                <a:lnTo>
                  <a:pt x="2862430" y="3104709"/>
                </a:lnTo>
                <a:lnTo>
                  <a:pt x="2863215" y="3105046"/>
                </a:lnTo>
                <a:lnTo>
                  <a:pt x="2864022" y="3105361"/>
                </a:lnTo>
                <a:lnTo>
                  <a:pt x="2864850" y="3105654"/>
                </a:lnTo>
                <a:lnTo>
                  <a:pt x="2865699" y="3105926"/>
                </a:lnTo>
                <a:lnTo>
                  <a:pt x="2866569" y="3106176"/>
                </a:lnTo>
                <a:lnTo>
                  <a:pt x="2867460" y="3106404"/>
                </a:lnTo>
                <a:lnTo>
                  <a:pt x="2868372" y="3106610"/>
                </a:lnTo>
                <a:lnTo>
                  <a:pt x="2869305" y="3106795"/>
                </a:lnTo>
                <a:lnTo>
                  <a:pt x="2870260" y="3106958"/>
                </a:lnTo>
                <a:lnTo>
                  <a:pt x="2871236" y="3107099"/>
                </a:lnTo>
                <a:lnTo>
                  <a:pt x="2872232" y="3107218"/>
                </a:lnTo>
                <a:lnTo>
                  <a:pt x="2873250" y="3107316"/>
                </a:lnTo>
                <a:lnTo>
                  <a:pt x="2874289" y="3107392"/>
                </a:lnTo>
                <a:lnTo>
                  <a:pt x="2875350" y="3107446"/>
                </a:lnTo>
                <a:lnTo>
                  <a:pt x="2876431" y="3107479"/>
                </a:lnTo>
                <a:lnTo>
                  <a:pt x="2877533" y="3107490"/>
                </a:lnTo>
                <a:lnTo>
                  <a:pt x="2878040" y="3107487"/>
                </a:lnTo>
                <a:lnTo>
                  <a:pt x="2878544" y="3107480"/>
                </a:lnTo>
                <a:lnTo>
                  <a:pt x="2879047" y="3107469"/>
                </a:lnTo>
                <a:lnTo>
                  <a:pt x="2879548" y="3107452"/>
                </a:lnTo>
                <a:lnTo>
                  <a:pt x="2880047" y="3107431"/>
                </a:lnTo>
                <a:lnTo>
                  <a:pt x="2880545" y="3107405"/>
                </a:lnTo>
                <a:lnTo>
                  <a:pt x="2881041" y="3107375"/>
                </a:lnTo>
                <a:lnTo>
                  <a:pt x="2881535" y="3107340"/>
                </a:lnTo>
                <a:lnTo>
                  <a:pt x="2882027" y="3107300"/>
                </a:lnTo>
                <a:lnTo>
                  <a:pt x="2882517" y="3107255"/>
                </a:lnTo>
                <a:lnTo>
                  <a:pt x="2883006" y="3107206"/>
                </a:lnTo>
                <a:lnTo>
                  <a:pt x="2883493" y="3107152"/>
                </a:lnTo>
                <a:lnTo>
                  <a:pt x="2883978" y="3107093"/>
                </a:lnTo>
                <a:lnTo>
                  <a:pt x="2884462" y="3107030"/>
                </a:lnTo>
                <a:lnTo>
                  <a:pt x="2884943" y="3106961"/>
                </a:lnTo>
                <a:lnTo>
                  <a:pt x="2885423" y="3106889"/>
                </a:lnTo>
                <a:lnTo>
                  <a:pt x="2885901" y="3106811"/>
                </a:lnTo>
                <a:lnTo>
                  <a:pt x="2886378" y="3106729"/>
                </a:lnTo>
                <a:lnTo>
                  <a:pt x="2886852" y="3106642"/>
                </a:lnTo>
                <a:lnTo>
                  <a:pt x="2887325" y="3106550"/>
                </a:lnTo>
                <a:lnTo>
                  <a:pt x="2887796" y="3106454"/>
                </a:lnTo>
                <a:lnTo>
                  <a:pt x="2888266" y="3106353"/>
                </a:lnTo>
                <a:lnTo>
                  <a:pt x="2888733" y="3106248"/>
                </a:lnTo>
                <a:lnTo>
                  <a:pt x="2889199" y="3106137"/>
                </a:lnTo>
                <a:lnTo>
                  <a:pt x="2889662" y="3106035"/>
                </a:lnTo>
                <a:lnTo>
                  <a:pt x="2890122" y="3105927"/>
                </a:lnTo>
                <a:lnTo>
                  <a:pt x="2890578" y="3105812"/>
                </a:lnTo>
                <a:lnTo>
                  <a:pt x="2891031" y="3105691"/>
                </a:lnTo>
                <a:lnTo>
                  <a:pt x="2891480" y="3105563"/>
                </a:lnTo>
                <a:lnTo>
                  <a:pt x="2891925" y="3105429"/>
                </a:lnTo>
                <a:lnTo>
                  <a:pt x="2892367" y="3105289"/>
                </a:lnTo>
                <a:lnTo>
                  <a:pt x="2892806" y="3105142"/>
                </a:lnTo>
                <a:lnTo>
                  <a:pt x="2893241" y="3104988"/>
                </a:lnTo>
                <a:lnTo>
                  <a:pt x="2893672" y="3104828"/>
                </a:lnTo>
                <a:lnTo>
                  <a:pt x="2894100" y="3104662"/>
                </a:lnTo>
                <a:lnTo>
                  <a:pt x="2894525" y="3104489"/>
                </a:lnTo>
                <a:lnTo>
                  <a:pt x="2894946" y="3104309"/>
                </a:lnTo>
                <a:lnTo>
                  <a:pt x="2895363" y="3104124"/>
                </a:lnTo>
                <a:lnTo>
                  <a:pt x="2895777" y="3103931"/>
                </a:lnTo>
                <a:lnTo>
                  <a:pt x="2896187" y="3103733"/>
                </a:lnTo>
                <a:lnTo>
                  <a:pt x="2896594" y="3103527"/>
                </a:lnTo>
                <a:lnTo>
                  <a:pt x="2896997" y="3103316"/>
                </a:lnTo>
                <a:lnTo>
                  <a:pt x="2897397" y="3103098"/>
                </a:lnTo>
                <a:lnTo>
                  <a:pt x="2897793" y="3102873"/>
                </a:lnTo>
                <a:lnTo>
                  <a:pt x="2898186" y="3102642"/>
                </a:lnTo>
                <a:lnTo>
                  <a:pt x="2898575" y="3102405"/>
                </a:lnTo>
                <a:lnTo>
                  <a:pt x="2898961" y="3102161"/>
                </a:lnTo>
                <a:lnTo>
                  <a:pt x="2899343" y="3101910"/>
                </a:lnTo>
                <a:lnTo>
                  <a:pt x="2899720" y="3101639"/>
                </a:lnTo>
                <a:lnTo>
                  <a:pt x="2900092" y="3101361"/>
                </a:lnTo>
                <a:lnTo>
                  <a:pt x="2900458" y="3101076"/>
                </a:lnTo>
                <a:lnTo>
                  <a:pt x="2900818" y="3100783"/>
                </a:lnTo>
                <a:lnTo>
                  <a:pt x="2901172" y="3100484"/>
                </a:lnTo>
                <a:lnTo>
                  <a:pt x="2901520" y="3100178"/>
                </a:lnTo>
                <a:lnTo>
                  <a:pt x="2901862" y="3099864"/>
                </a:lnTo>
                <a:lnTo>
                  <a:pt x="2902198" y="3099544"/>
                </a:lnTo>
                <a:lnTo>
                  <a:pt x="2902529" y="3099216"/>
                </a:lnTo>
                <a:lnTo>
                  <a:pt x="2902853" y="3098881"/>
                </a:lnTo>
                <a:lnTo>
                  <a:pt x="2903172" y="3098540"/>
                </a:lnTo>
                <a:lnTo>
                  <a:pt x="2903485" y="3098191"/>
                </a:lnTo>
                <a:lnTo>
                  <a:pt x="2903792" y="3097835"/>
                </a:lnTo>
                <a:lnTo>
                  <a:pt x="2904093" y="3097473"/>
                </a:lnTo>
                <a:lnTo>
                  <a:pt x="2904389" y="3097103"/>
                </a:lnTo>
                <a:lnTo>
                  <a:pt x="2904678" y="3096726"/>
                </a:lnTo>
                <a:lnTo>
                  <a:pt x="2904961" y="3096342"/>
                </a:lnTo>
                <a:lnTo>
                  <a:pt x="2905239" y="3095951"/>
                </a:lnTo>
                <a:lnTo>
                  <a:pt x="2905511" y="3095553"/>
                </a:lnTo>
                <a:lnTo>
                  <a:pt x="2905777" y="3095148"/>
                </a:lnTo>
                <a:lnTo>
                  <a:pt x="2906037" y="3094736"/>
                </a:lnTo>
                <a:lnTo>
                  <a:pt x="2906291" y="3094317"/>
                </a:lnTo>
                <a:lnTo>
                  <a:pt x="2906539" y="3093890"/>
                </a:lnTo>
                <a:lnTo>
                  <a:pt x="2906782" y="3093457"/>
                </a:lnTo>
                <a:lnTo>
                  <a:pt x="2906826" y="3093904"/>
                </a:lnTo>
                <a:lnTo>
                  <a:pt x="2906873" y="3094343"/>
                </a:lnTo>
                <a:lnTo>
                  <a:pt x="2906925" y="3094773"/>
                </a:lnTo>
                <a:lnTo>
                  <a:pt x="2906979" y="3095195"/>
                </a:lnTo>
                <a:lnTo>
                  <a:pt x="2907037" y="3095609"/>
                </a:lnTo>
                <a:lnTo>
                  <a:pt x="2907099" y="3096014"/>
                </a:lnTo>
                <a:lnTo>
                  <a:pt x="2907164" y="3096412"/>
                </a:lnTo>
                <a:lnTo>
                  <a:pt x="2907233" y="3096801"/>
                </a:lnTo>
                <a:lnTo>
                  <a:pt x="2907305" y="3097182"/>
                </a:lnTo>
                <a:lnTo>
                  <a:pt x="2907381" y="3097555"/>
                </a:lnTo>
                <a:lnTo>
                  <a:pt x="2907460" y="3097919"/>
                </a:lnTo>
                <a:lnTo>
                  <a:pt x="2907543" y="3098276"/>
                </a:lnTo>
                <a:lnTo>
                  <a:pt x="2907629" y="3098624"/>
                </a:lnTo>
                <a:lnTo>
                  <a:pt x="2907719" y="3098964"/>
                </a:lnTo>
                <a:lnTo>
                  <a:pt x="2907812" y="3099295"/>
                </a:lnTo>
                <a:lnTo>
                  <a:pt x="2907909" y="3099619"/>
                </a:lnTo>
                <a:lnTo>
                  <a:pt x="2908009" y="3099934"/>
                </a:lnTo>
                <a:lnTo>
                  <a:pt x="2908113" y="3100241"/>
                </a:lnTo>
                <a:lnTo>
                  <a:pt x="2908221" y="3100540"/>
                </a:lnTo>
                <a:lnTo>
                  <a:pt x="2908332" y="3100830"/>
                </a:lnTo>
                <a:lnTo>
                  <a:pt x="2908446" y="3101113"/>
                </a:lnTo>
                <a:lnTo>
                  <a:pt x="2908564" y="3101387"/>
                </a:lnTo>
                <a:lnTo>
                  <a:pt x="2908686" y="3101653"/>
                </a:lnTo>
                <a:lnTo>
                  <a:pt x="2908811" y="3101910"/>
                </a:lnTo>
                <a:lnTo>
                  <a:pt x="2908940" y="3102161"/>
                </a:lnTo>
                <a:lnTo>
                  <a:pt x="2909076" y="3102405"/>
                </a:lnTo>
                <a:lnTo>
                  <a:pt x="2909218" y="3102642"/>
                </a:lnTo>
                <a:lnTo>
                  <a:pt x="2909365" y="3102873"/>
                </a:lnTo>
                <a:lnTo>
                  <a:pt x="2909518" y="3103098"/>
                </a:lnTo>
                <a:lnTo>
                  <a:pt x="2909677" y="3103316"/>
                </a:lnTo>
                <a:lnTo>
                  <a:pt x="2909842" y="3103527"/>
                </a:lnTo>
                <a:lnTo>
                  <a:pt x="2910013" y="3103733"/>
                </a:lnTo>
                <a:lnTo>
                  <a:pt x="2910190" y="3103931"/>
                </a:lnTo>
                <a:lnTo>
                  <a:pt x="2910372" y="3104124"/>
                </a:lnTo>
                <a:lnTo>
                  <a:pt x="2910561" y="3104309"/>
                </a:lnTo>
                <a:lnTo>
                  <a:pt x="2910755" y="3104489"/>
                </a:lnTo>
                <a:lnTo>
                  <a:pt x="2910955" y="3104662"/>
                </a:lnTo>
                <a:lnTo>
                  <a:pt x="2911161" y="3104828"/>
                </a:lnTo>
                <a:lnTo>
                  <a:pt x="2911373" y="3104988"/>
                </a:lnTo>
                <a:lnTo>
                  <a:pt x="2911591" y="3105142"/>
                </a:lnTo>
                <a:lnTo>
                  <a:pt x="2911815" y="3105289"/>
                </a:lnTo>
                <a:lnTo>
                  <a:pt x="2912044" y="3105429"/>
                </a:lnTo>
                <a:lnTo>
                  <a:pt x="2912280" y="3105563"/>
                </a:lnTo>
                <a:lnTo>
                  <a:pt x="2912521" y="3105691"/>
                </a:lnTo>
                <a:lnTo>
                  <a:pt x="2912768" y="3105812"/>
                </a:lnTo>
                <a:lnTo>
                  <a:pt x="2913021" y="3105927"/>
                </a:lnTo>
                <a:lnTo>
                  <a:pt x="2913280" y="3106035"/>
                </a:lnTo>
                <a:lnTo>
                  <a:pt x="2913545" y="3106137"/>
                </a:lnTo>
                <a:lnTo>
                  <a:pt x="2913816" y="3106248"/>
                </a:lnTo>
                <a:lnTo>
                  <a:pt x="2914093" y="3106353"/>
                </a:lnTo>
                <a:lnTo>
                  <a:pt x="2914377" y="3106454"/>
                </a:lnTo>
                <a:lnTo>
                  <a:pt x="2914667" y="3106550"/>
                </a:lnTo>
                <a:lnTo>
                  <a:pt x="2914964" y="3106642"/>
                </a:lnTo>
                <a:lnTo>
                  <a:pt x="2915267" y="3106729"/>
                </a:lnTo>
                <a:lnTo>
                  <a:pt x="2915577" y="3106811"/>
                </a:lnTo>
                <a:lnTo>
                  <a:pt x="2915893" y="3106889"/>
                </a:lnTo>
                <a:lnTo>
                  <a:pt x="2916215" y="3106961"/>
                </a:lnTo>
                <a:lnTo>
                  <a:pt x="2916544" y="3107030"/>
                </a:lnTo>
                <a:lnTo>
                  <a:pt x="2916880" y="3107093"/>
                </a:lnTo>
                <a:lnTo>
                  <a:pt x="2917222" y="3107152"/>
                </a:lnTo>
                <a:lnTo>
                  <a:pt x="2917570" y="3107206"/>
                </a:lnTo>
                <a:lnTo>
                  <a:pt x="2917925" y="3107255"/>
                </a:lnTo>
                <a:lnTo>
                  <a:pt x="2918287" y="3107300"/>
                </a:lnTo>
                <a:lnTo>
                  <a:pt x="2918654" y="3107340"/>
                </a:lnTo>
                <a:lnTo>
                  <a:pt x="2919029" y="3107375"/>
                </a:lnTo>
                <a:lnTo>
                  <a:pt x="2919409" y="3107405"/>
                </a:lnTo>
                <a:lnTo>
                  <a:pt x="2919796" y="3107431"/>
                </a:lnTo>
                <a:lnTo>
                  <a:pt x="2920190" y="3107452"/>
                </a:lnTo>
                <a:lnTo>
                  <a:pt x="2920590" y="3107469"/>
                </a:lnTo>
                <a:lnTo>
                  <a:pt x="2920997" y="3107480"/>
                </a:lnTo>
                <a:lnTo>
                  <a:pt x="2921410" y="3107487"/>
                </a:lnTo>
                <a:lnTo>
                  <a:pt x="2921829" y="3107490"/>
                </a:lnTo>
                <a:lnTo>
                  <a:pt x="2922124" y="3107488"/>
                </a:lnTo>
                <a:lnTo>
                  <a:pt x="2922418" y="3107484"/>
                </a:lnTo>
                <a:lnTo>
                  <a:pt x="2922711" y="3107477"/>
                </a:lnTo>
                <a:lnTo>
                  <a:pt x="2923003" y="3107466"/>
                </a:lnTo>
                <a:lnTo>
                  <a:pt x="2923294" y="3107453"/>
                </a:lnTo>
                <a:lnTo>
                  <a:pt x="2923583" y="3107437"/>
                </a:lnTo>
                <a:lnTo>
                  <a:pt x="2923871" y="3107418"/>
                </a:lnTo>
                <a:lnTo>
                  <a:pt x="2924158" y="3107396"/>
                </a:lnTo>
                <a:lnTo>
                  <a:pt x="2924444" y="3107371"/>
                </a:lnTo>
                <a:lnTo>
                  <a:pt x="2924729" y="3107343"/>
                </a:lnTo>
                <a:lnTo>
                  <a:pt x="2925012" y="3107312"/>
                </a:lnTo>
                <a:lnTo>
                  <a:pt x="2925295" y="3107278"/>
                </a:lnTo>
                <a:lnTo>
                  <a:pt x="2925576" y="3107242"/>
                </a:lnTo>
                <a:lnTo>
                  <a:pt x="2925856" y="3107202"/>
                </a:lnTo>
                <a:lnTo>
                  <a:pt x="2926135" y="3107160"/>
                </a:lnTo>
                <a:lnTo>
                  <a:pt x="2926413" y="3107114"/>
                </a:lnTo>
                <a:lnTo>
                  <a:pt x="2926689" y="3107066"/>
                </a:lnTo>
                <a:lnTo>
                  <a:pt x="2926964" y="3107014"/>
                </a:lnTo>
                <a:lnTo>
                  <a:pt x="2927239" y="3106960"/>
                </a:lnTo>
                <a:lnTo>
                  <a:pt x="2927512" y="3106903"/>
                </a:lnTo>
                <a:lnTo>
                  <a:pt x="2927783" y="3106843"/>
                </a:lnTo>
                <a:lnTo>
                  <a:pt x="2928054" y="3106779"/>
                </a:lnTo>
                <a:lnTo>
                  <a:pt x="2928323" y="3106713"/>
                </a:lnTo>
                <a:lnTo>
                  <a:pt x="2928592" y="3106644"/>
                </a:lnTo>
                <a:lnTo>
                  <a:pt x="2928858" y="3106573"/>
                </a:lnTo>
                <a:lnTo>
                  <a:pt x="2929120" y="3106499"/>
                </a:lnTo>
                <a:lnTo>
                  <a:pt x="2929379" y="3106423"/>
                </a:lnTo>
                <a:lnTo>
                  <a:pt x="2929634" y="3106344"/>
                </a:lnTo>
                <a:lnTo>
                  <a:pt x="2929886" y="3106263"/>
                </a:lnTo>
                <a:lnTo>
                  <a:pt x="2930134" y="3106179"/>
                </a:lnTo>
                <a:lnTo>
                  <a:pt x="2930379" y="3106094"/>
                </a:lnTo>
                <a:lnTo>
                  <a:pt x="2930621" y="3106006"/>
                </a:lnTo>
                <a:lnTo>
                  <a:pt x="2930858" y="3105915"/>
                </a:lnTo>
                <a:lnTo>
                  <a:pt x="2931093" y="3105823"/>
                </a:lnTo>
                <a:lnTo>
                  <a:pt x="2931323" y="3105727"/>
                </a:lnTo>
                <a:lnTo>
                  <a:pt x="2931550" y="3105630"/>
                </a:lnTo>
                <a:lnTo>
                  <a:pt x="2931774" y="3105530"/>
                </a:lnTo>
                <a:lnTo>
                  <a:pt x="2931994" y="3105428"/>
                </a:lnTo>
                <a:lnTo>
                  <a:pt x="2932211" y="3105324"/>
                </a:lnTo>
                <a:lnTo>
                  <a:pt x="2932424" y="3105217"/>
                </a:lnTo>
                <a:lnTo>
                  <a:pt x="2932633" y="3105108"/>
                </a:lnTo>
                <a:lnTo>
                  <a:pt x="2932839" y="3104996"/>
                </a:lnTo>
                <a:lnTo>
                  <a:pt x="2933042" y="3104882"/>
                </a:lnTo>
                <a:lnTo>
                  <a:pt x="2933241" y="3104766"/>
                </a:lnTo>
                <a:lnTo>
                  <a:pt x="2933436" y="3104647"/>
                </a:lnTo>
                <a:lnTo>
                  <a:pt x="2933628" y="3104526"/>
                </a:lnTo>
                <a:lnTo>
                  <a:pt x="2933817" y="3104403"/>
                </a:lnTo>
                <a:lnTo>
                  <a:pt x="2934002" y="3104278"/>
                </a:lnTo>
                <a:lnTo>
                  <a:pt x="2934002" y="3093288"/>
                </a:lnTo>
                <a:lnTo>
                  <a:pt x="2933760" y="3093454"/>
                </a:lnTo>
                <a:lnTo>
                  <a:pt x="2933516" y="3093612"/>
                </a:lnTo>
                <a:lnTo>
                  <a:pt x="2933267" y="3093764"/>
                </a:lnTo>
                <a:lnTo>
                  <a:pt x="2933015" y="3093908"/>
                </a:lnTo>
                <a:lnTo>
                  <a:pt x="2932760" y="3094045"/>
                </a:lnTo>
                <a:lnTo>
                  <a:pt x="2932501" y="3094176"/>
                </a:lnTo>
                <a:lnTo>
                  <a:pt x="2932239" y="3094299"/>
                </a:lnTo>
                <a:lnTo>
                  <a:pt x="2931973" y="3094415"/>
                </a:lnTo>
                <a:lnTo>
                  <a:pt x="2931703" y="3094524"/>
                </a:lnTo>
                <a:lnTo>
                  <a:pt x="2931430" y="3094627"/>
                </a:lnTo>
                <a:lnTo>
                  <a:pt x="2931154" y="3094722"/>
                </a:lnTo>
                <a:lnTo>
                  <a:pt x="2930874" y="3094810"/>
                </a:lnTo>
                <a:lnTo>
                  <a:pt x="2930590" y="3094891"/>
                </a:lnTo>
                <a:lnTo>
                  <a:pt x="2930303" y="3094965"/>
                </a:lnTo>
                <a:lnTo>
                  <a:pt x="2930013" y="3095032"/>
                </a:lnTo>
                <a:lnTo>
                  <a:pt x="2929719" y="3095091"/>
                </a:lnTo>
                <a:lnTo>
                  <a:pt x="2929421" y="3095144"/>
                </a:lnTo>
                <a:lnTo>
                  <a:pt x="2929120" y="3095190"/>
                </a:lnTo>
                <a:lnTo>
                  <a:pt x="2928815" y="3095229"/>
                </a:lnTo>
                <a:lnTo>
                  <a:pt x="2928507" y="3095260"/>
                </a:lnTo>
                <a:lnTo>
                  <a:pt x="2928195" y="3095285"/>
                </a:lnTo>
                <a:lnTo>
                  <a:pt x="2927880" y="3095303"/>
                </a:lnTo>
                <a:lnTo>
                  <a:pt x="2927561" y="3095313"/>
                </a:lnTo>
                <a:lnTo>
                  <a:pt x="2927239" y="3095317"/>
                </a:lnTo>
                <a:lnTo>
                  <a:pt x="2927057" y="3095315"/>
                </a:lnTo>
                <a:lnTo>
                  <a:pt x="2926879" y="3095309"/>
                </a:lnTo>
                <a:lnTo>
                  <a:pt x="2926703" y="3095298"/>
                </a:lnTo>
                <a:lnTo>
                  <a:pt x="2926530" y="3095284"/>
                </a:lnTo>
                <a:lnTo>
                  <a:pt x="2926360" y="3095265"/>
                </a:lnTo>
                <a:lnTo>
                  <a:pt x="2926193" y="3095243"/>
                </a:lnTo>
                <a:lnTo>
                  <a:pt x="2926029" y="3095216"/>
                </a:lnTo>
                <a:lnTo>
                  <a:pt x="2925868" y="3095185"/>
                </a:lnTo>
                <a:lnTo>
                  <a:pt x="2925710" y="3095150"/>
                </a:lnTo>
                <a:lnTo>
                  <a:pt x="2925554" y="3095111"/>
                </a:lnTo>
                <a:lnTo>
                  <a:pt x="2925402" y="3095068"/>
                </a:lnTo>
                <a:lnTo>
                  <a:pt x="2925253" y="3095021"/>
                </a:lnTo>
                <a:lnTo>
                  <a:pt x="2925106" y="3094970"/>
                </a:lnTo>
                <a:lnTo>
                  <a:pt x="2924963" y="3094914"/>
                </a:lnTo>
                <a:lnTo>
                  <a:pt x="2924822" y="3094855"/>
                </a:lnTo>
                <a:lnTo>
                  <a:pt x="2924684" y="3094791"/>
                </a:lnTo>
                <a:lnTo>
                  <a:pt x="2924550" y="3094723"/>
                </a:lnTo>
                <a:lnTo>
                  <a:pt x="2924418" y="3094651"/>
                </a:lnTo>
                <a:lnTo>
                  <a:pt x="2924289" y="3094575"/>
                </a:lnTo>
                <a:lnTo>
                  <a:pt x="2924163" y="3094495"/>
                </a:lnTo>
                <a:lnTo>
                  <a:pt x="2924040" y="3094411"/>
                </a:lnTo>
                <a:lnTo>
                  <a:pt x="2923920" y="3094322"/>
                </a:lnTo>
                <a:lnTo>
                  <a:pt x="2923803" y="3094230"/>
                </a:lnTo>
                <a:lnTo>
                  <a:pt x="2923689" y="3094133"/>
                </a:lnTo>
                <a:lnTo>
                  <a:pt x="2923578" y="3094032"/>
                </a:lnTo>
                <a:lnTo>
                  <a:pt x="2923473" y="3093926"/>
                </a:lnTo>
                <a:lnTo>
                  <a:pt x="2923372" y="3093814"/>
                </a:lnTo>
                <a:lnTo>
                  <a:pt x="2923275" y="3093697"/>
                </a:lnTo>
                <a:lnTo>
                  <a:pt x="2923184" y="3093574"/>
                </a:lnTo>
                <a:lnTo>
                  <a:pt x="2923097" y="3093447"/>
                </a:lnTo>
                <a:lnTo>
                  <a:pt x="2923015" y="3093314"/>
                </a:lnTo>
                <a:lnTo>
                  <a:pt x="2922937" y="3093175"/>
                </a:lnTo>
                <a:lnTo>
                  <a:pt x="2922865" y="3093032"/>
                </a:lnTo>
                <a:lnTo>
                  <a:pt x="2922796" y="3092883"/>
                </a:lnTo>
                <a:lnTo>
                  <a:pt x="2922733" y="3092729"/>
                </a:lnTo>
                <a:lnTo>
                  <a:pt x="2922674" y="3092570"/>
                </a:lnTo>
                <a:lnTo>
                  <a:pt x="2922620" y="3092405"/>
                </a:lnTo>
                <a:lnTo>
                  <a:pt x="2922571" y="3092235"/>
                </a:lnTo>
                <a:lnTo>
                  <a:pt x="2922526" y="3092060"/>
                </a:lnTo>
                <a:lnTo>
                  <a:pt x="2922487" y="3091879"/>
                </a:lnTo>
                <a:lnTo>
                  <a:pt x="2922451" y="3091694"/>
                </a:lnTo>
                <a:lnTo>
                  <a:pt x="2922421" y="3091502"/>
                </a:lnTo>
                <a:lnTo>
                  <a:pt x="2922395" y="3091306"/>
                </a:lnTo>
                <a:lnTo>
                  <a:pt x="2922374" y="3091104"/>
                </a:lnTo>
                <a:lnTo>
                  <a:pt x="2922357" y="3090898"/>
                </a:lnTo>
                <a:lnTo>
                  <a:pt x="2922346" y="3090685"/>
                </a:lnTo>
                <a:lnTo>
                  <a:pt x="2922339" y="3090468"/>
                </a:lnTo>
                <a:lnTo>
                  <a:pt x="2922336" y="3090245"/>
                </a:lnTo>
                <a:lnTo>
                  <a:pt x="2922336" y="3044428"/>
                </a:lnTo>
                <a:lnTo>
                  <a:pt x="2922321" y="3043313"/>
                </a:lnTo>
                <a:lnTo>
                  <a:pt x="2922275" y="3042222"/>
                </a:lnTo>
                <a:lnTo>
                  <a:pt x="2922199" y="3041155"/>
                </a:lnTo>
                <a:lnTo>
                  <a:pt x="2922092" y="3040112"/>
                </a:lnTo>
                <a:lnTo>
                  <a:pt x="2921955" y="3039093"/>
                </a:lnTo>
                <a:lnTo>
                  <a:pt x="2921787" y="3038098"/>
                </a:lnTo>
                <a:lnTo>
                  <a:pt x="2921588" y="3037128"/>
                </a:lnTo>
                <a:lnTo>
                  <a:pt x="2921359" y="3036181"/>
                </a:lnTo>
                <a:lnTo>
                  <a:pt x="2921100" y="3035258"/>
                </a:lnTo>
                <a:lnTo>
                  <a:pt x="2920810" y="3034360"/>
                </a:lnTo>
                <a:lnTo>
                  <a:pt x="2920489" y="3033486"/>
                </a:lnTo>
                <a:lnTo>
                  <a:pt x="2920138" y="3032635"/>
                </a:lnTo>
                <a:lnTo>
                  <a:pt x="2919757" y="3031809"/>
                </a:lnTo>
                <a:lnTo>
                  <a:pt x="2919345" y="3031007"/>
                </a:lnTo>
                <a:lnTo>
                  <a:pt x="2918902" y="3030229"/>
                </a:lnTo>
                <a:lnTo>
                  <a:pt x="2918429" y="3029475"/>
                </a:lnTo>
                <a:lnTo>
                  <a:pt x="2917925" y="3028745"/>
                </a:lnTo>
                <a:lnTo>
                  <a:pt x="2917391" y="3028039"/>
                </a:lnTo>
                <a:lnTo>
                  <a:pt x="2916826" y="3027357"/>
                </a:lnTo>
                <a:lnTo>
                  <a:pt x="2916231" y="3026699"/>
                </a:lnTo>
                <a:lnTo>
                  <a:pt x="2915605" y="3026065"/>
                </a:lnTo>
                <a:lnTo>
                  <a:pt x="2914949" y="3025456"/>
                </a:lnTo>
                <a:lnTo>
                  <a:pt x="2914262" y="3024870"/>
                </a:lnTo>
                <a:lnTo>
                  <a:pt x="2913545" y="3024309"/>
                </a:lnTo>
                <a:lnTo>
                  <a:pt x="2912812" y="3023771"/>
                </a:lnTo>
                <a:lnTo>
                  <a:pt x="2912049" y="3023256"/>
                </a:lnTo>
                <a:lnTo>
                  <a:pt x="2911257" y="3022763"/>
                </a:lnTo>
                <a:lnTo>
                  <a:pt x="2910436" y="3022294"/>
                </a:lnTo>
                <a:lnTo>
                  <a:pt x="2909585" y="3021848"/>
                </a:lnTo>
                <a:lnTo>
                  <a:pt x="2908705" y="3021424"/>
                </a:lnTo>
                <a:lnTo>
                  <a:pt x="2907796" y="3021024"/>
                </a:lnTo>
                <a:lnTo>
                  <a:pt x="2906857" y="3020646"/>
                </a:lnTo>
                <a:lnTo>
                  <a:pt x="2905889" y="3020291"/>
                </a:lnTo>
                <a:lnTo>
                  <a:pt x="2904892" y="3019959"/>
                </a:lnTo>
                <a:lnTo>
                  <a:pt x="2903865" y="3019650"/>
                </a:lnTo>
                <a:lnTo>
                  <a:pt x="2902809" y="3019364"/>
                </a:lnTo>
                <a:lnTo>
                  <a:pt x="2901724" y="3019100"/>
                </a:lnTo>
                <a:lnTo>
                  <a:pt x="2900609" y="3018860"/>
                </a:lnTo>
                <a:lnTo>
                  <a:pt x="2899465" y="3018642"/>
                </a:lnTo>
                <a:lnTo>
                  <a:pt x="2898291" y="3018448"/>
                </a:lnTo>
                <a:lnTo>
                  <a:pt x="2897088" y="3018276"/>
                </a:lnTo>
                <a:lnTo>
                  <a:pt x="2895856" y="3018127"/>
                </a:lnTo>
                <a:lnTo>
                  <a:pt x="2894595" y="3018001"/>
                </a:lnTo>
                <a:lnTo>
                  <a:pt x="2893304" y="3017898"/>
                </a:lnTo>
                <a:lnTo>
                  <a:pt x="2891983" y="3017818"/>
                </a:lnTo>
                <a:lnTo>
                  <a:pt x="2890634" y="3017761"/>
                </a:lnTo>
                <a:lnTo>
                  <a:pt x="2889255" y="3017727"/>
                </a:lnTo>
                <a:lnTo>
                  <a:pt x="2887847" y="3017715"/>
                </a:lnTo>
                <a:lnTo>
                  <a:pt x="2886519" y="3017727"/>
                </a:lnTo>
                <a:lnTo>
                  <a:pt x="2885214" y="3017761"/>
                </a:lnTo>
                <a:lnTo>
                  <a:pt x="2883932" y="3017818"/>
                </a:lnTo>
                <a:lnTo>
                  <a:pt x="2882671" y="3017898"/>
                </a:lnTo>
                <a:lnTo>
                  <a:pt x="2881433" y="3018001"/>
                </a:lnTo>
                <a:lnTo>
                  <a:pt x="2880217" y="3018127"/>
                </a:lnTo>
                <a:lnTo>
                  <a:pt x="2879024" y="3018276"/>
                </a:lnTo>
                <a:lnTo>
                  <a:pt x="2877853" y="3018448"/>
                </a:lnTo>
                <a:lnTo>
                  <a:pt x="2876704" y="3018642"/>
                </a:lnTo>
                <a:lnTo>
                  <a:pt x="2875577" y="3018860"/>
                </a:lnTo>
                <a:lnTo>
                  <a:pt x="2874473" y="3019100"/>
                </a:lnTo>
                <a:lnTo>
                  <a:pt x="2873391" y="3019364"/>
                </a:lnTo>
                <a:lnTo>
                  <a:pt x="2872332" y="3019650"/>
                </a:lnTo>
                <a:lnTo>
                  <a:pt x="2871294" y="3019959"/>
                </a:lnTo>
                <a:lnTo>
                  <a:pt x="2870279" y="3020291"/>
                </a:lnTo>
                <a:lnTo>
                  <a:pt x="2869287" y="3020646"/>
                </a:lnTo>
                <a:lnTo>
                  <a:pt x="2868316" y="3021024"/>
                </a:lnTo>
                <a:lnTo>
                  <a:pt x="2867368" y="3021424"/>
                </a:lnTo>
                <a:lnTo>
                  <a:pt x="2866443" y="3021848"/>
                </a:lnTo>
                <a:lnTo>
                  <a:pt x="2865539" y="3022294"/>
                </a:lnTo>
                <a:lnTo>
                  <a:pt x="2864658" y="3022763"/>
                </a:lnTo>
                <a:lnTo>
                  <a:pt x="2863799" y="3023256"/>
                </a:lnTo>
                <a:lnTo>
                  <a:pt x="2862963" y="3023771"/>
                </a:lnTo>
                <a:lnTo>
                  <a:pt x="2862148" y="3024309"/>
                </a:lnTo>
                <a:lnTo>
                  <a:pt x="2861376" y="3024866"/>
                </a:lnTo>
                <a:lnTo>
                  <a:pt x="2860636" y="3025439"/>
                </a:lnTo>
                <a:lnTo>
                  <a:pt x="2859929" y="3026028"/>
                </a:lnTo>
                <a:lnTo>
                  <a:pt x="2859255" y="3026633"/>
                </a:lnTo>
                <a:lnTo>
                  <a:pt x="2858614" y="3027254"/>
                </a:lnTo>
                <a:lnTo>
                  <a:pt x="2858006" y="3027891"/>
                </a:lnTo>
                <a:lnTo>
                  <a:pt x="2857431" y="3028543"/>
                </a:lnTo>
                <a:lnTo>
                  <a:pt x="2856889" y="3029212"/>
                </a:lnTo>
                <a:lnTo>
                  <a:pt x="2856379" y="3029896"/>
                </a:lnTo>
                <a:lnTo>
                  <a:pt x="2855902" y="3030596"/>
                </a:lnTo>
                <a:lnTo>
                  <a:pt x="2855459" y="3031312"/>
                </a:lnTo>
                <a:lnTo>
                  <a:pt x="2855048" y="3032044"/>
                </a:lnTo>
                <a:lnTo>
                  <a:pt x="2854670" y="3032791"/>
                </a:lnTo>
                <a:lnTo>
                  <a:pt x="2854324" y="3033555"/>
                </a:lnTo>
                <a:lnTo>
                  <a:pt x="2854012" y="3034334"/>
                </a:lnTo>
                <a:lnTo>
                  <a:pt x="2853733" y="3035129"/>
                </a:lnTo>
                <a:lnTo>
                  <a:pt x="2853486" y="3035940"/>
                </a:lnTo>
                <a:lnTo>
                  <a:pt x="2853272" y="3036767"/>
                </a:lnTo>
                <a:lnTo>
                  <a:pt x="2853092" y="3037610"/>
                </a:lnTo>
                <a:lnTo>
                  <a:pt x="2852944" y="3038468"/>
                </a:lnTo>
                <a:lnTo>
                  <a:pt x="2852829" y="3039343"/>
                </a:lnTo>
                <a:lnTo>
                  <a:pt x="2852746" y="3040233"/>
                </a:lnTo>
                <a:lnTo>
                  <a:pt x="2852697" y="3041139"/>
                </a:lnTo>
                <a:lnTo>
                  <a:pt x="2852681" y="3042061"/>
                </a:lnTo>
                <a:lnTo>
                  <a:pt x="2852680" y="3042088"/>
                </a:lnTo>
                <a:lnTo>
                  <a:pt x="2852679" y="3042112"/>
                </a:lnTo>
                <a:lnTo>
                  <a:pt x="2852678" y="3042135"/>
                </a:lnTo>
                <a:lnTo>
                  <a:pt x="2852676" y="3042155"/>
                </a:lnTo>
                <a:lnTo>
                  <a:pt x="2852673" y="3042172"/>
                </a:lnTo>
                <a:lnTo>
                  <a:pt x="2852670" y="3042188"/>
                </a:lnTo>
                <a:lnTo>
                  <a:pt x="2852666" y="3042200"/>
                </a:lnTo>
                <a:lnTo>
                  <a:pt x="2852662" y="3042211"/>
                </a:lnTo>
                <a:lnTo>
                  <a:pt x="2852657" y="3042219"/>
                </a:lnTo>
                <a:lnTo>
                  <a:pt x="2852651" y="3042225"/>
                </a:lnTo>
                <a:lnTo>
                  <a:pt x="2852645" y="3042229"/>
                </a:lnTo>
                <a:lnTo>
                  <a:pt x="2852638" y="3042230"/>
                </a:lnTo>
                <a:lnTo>
                  <a:pt x="2852631" y="3042229"/>
                </a:lnTo>
                <a:lnTo>
                  <a:pt x="2852623" y="3042225"/>
                </a:lnTo>
                <a:lnTo>
                  <a:pt x="2852614" y="3042219"/>
                </a:lnTo>
                <a:lnTo>
                  <a:pt x="2852605" y="3042211"/>
                </a:lnTo>
                <a:lnTo>
                  <a:pt x="2852596" y="3042200"/>
                </a:lnTo>
                <a:lnTo>
                  <a:pt x="2852585" y="3042188"/>
                </a:lnTo>
                <a:lnTo>
                  <a:pt x="2852574" y="3042172"/>
                </a:lnTo>
                <a:lnTo>
                  <a:pt x="2852563" y="3042155"/>
                </a:lnTo>
                <a:lnTo>
                  <a:pt x="2852551" y="3042135"/>
                </a:lnTo>
                <a:lnTo>
                  <a:pt x="2852538" y="3042112"/>
                </a:lnTo>
                <a:lnTo>
                  <a:pt x="2852525" y="3042088"/>
                </a:lnTo>
                <a:lnTo>
                  <a:pt x="2852511" y="3042061"/>
                </a:lnTo>
                <a:lnTo>
                  <a:pt x="2852511" y="3042034"/>
                </a:lnTo>
                <a:lnTo>
                  <a:pt x="2852511" y="3042096"/>
                </a:lnTo>
                <a:lnTo>
                  <a:pt x="2852511" y="3042161"/>
                </a:lnTo>
                <a:lnTo>
                  <a:pt x="2852511" y="3042230"/>
                </a:lnTo>
                <a:lnTo>
                  <a:pt x="2852526" y="3042303"/>
                </a:lnTo>
                <a:lnTo>
                  <a:pt x="2852541" y="3042384"/>
                </a:lnTo>
                <a:lnTo>
                  <a:pt x="2852556" y="3042470"/>
                </a:lnTo>
                <a:lnTo>
                  <a:pt x="2852572" y="3042563"/>
                </a:lnTo>
                <a:lnTo>
                  <a:pt x="2852589" y="3042663"/>
                </a:lnTo>
                <a:close/>
                <a:moveTo>
                  <a:pt x="2877721" y="3095110"/>
                </a:moveTo>
                <a:lnTo>
                  <a:pt x="2877156" y="3095011"/>
                </a:lnTo>
                <a:lnTo>
                  <a:pt x="2876605" y="3094899"/>
                </a:lnTo>
                <a:lnTo>
                  <a:pt x="2876068" y="3094776"/>
                </a:lnTo>
                <a:lnTo>
                  <a:pt x="2875547" y="3094641"/>
                </a:lnTo>
                <a:lnTo>
                  <a:pt x="2875040" y="3094494"/>
                </a:lnTo>
                <a:lnTo>
                  <a:pt x="2874548" y="3094335"/>
                </a:lnTo>
                <a:lnTo>
                  <a:pt x="2874070" y="3094165"/>
                </a:lnTo>
                <a:lnTo>
                  <a:pt x="2873607" y="3093983"/>
                </a:lnTo>
                <a:lnTo>
                  <a:pt x="2873159" y="3093789"/>
                </a:lnTo>
                <a:lnTo>
                  <a:pt x="2872726" y="3093584"/>
                </a:lnTo>
                <a:lnTo>
                  <a:pt x="2872307" y="3093367"/>
                </a:lnTo>
                <a:lnTo>
                  <a:pt x="2871903" y="3093138"/>
                </a:lnTo>
                <a:lnTo>
                  <a:pt x="2871513" y="3092897"/>
                </a:lnTo>
                <a:lnTo>
                  <a:pt x="2871138" y="3092645"/>
                </a:lnTo>
                <a:lnTo>
                  <a:pt x="2870778" y="3092380"/>
                </a:lnTo>
                <a:lnTo>
                  <a:pt x="2870433" y="3092105"/>
                </a:lnTo>
                <a:lnTo>
                  <a:pt x="2870115" y="3091817"/>
                </a:lnTo>
                <a:lnTo>
                  <a:pt x="2869812" y="3091518"/>
                </a:lnTo>
                <a:lnTo>
                  <a:pt x="2869521" y="3091206"/>
                </a:lnTo>
                <a:lnTo>
                  <a:pt x="2869244" y="3090884"/>
                </a:lnTo>
                <a:lnTo>
                  <a:pt x="2868981" y="3090549"/>
                </a:lnTo>
                <a:lnTo>
                  <a:pt x="2868731" y="3090203"/>
                </a:lnTo>
                <a:lnTo>
                  <a:pt x="2868495" y="3089845"/>
                </a:lnTo>
                <a:lnTo>
                  <a:pt x="2868272" y="3089475"/>
                </a:lnTo>
                <a:lnTo>
                  <a:pt x="2868063" y="3089093"/>
                </a:lnTo>
                <a:lnTo>
                  <a:pt x="2867867" y="3088700"/>
                </a:lnTo>
                <a:lnTo>
                  <a:pt x="2867685" y="3088295"/>
                </a:lnTo>
                <a:lnTo>
                  <a:pt x="2867516" y="3087878"/>
                </a:lnTo>
                <a:lnTo>
                  <a:pt x="2867361" y="3087449"/>
                </a:lnTo>
                <a:lnTo>
                  <a:pt x="2867219" y="3087009"/>
                </a:lnTo>
                <a:lnTo>
                  <a:pt x="2867091" y="3086557"/>
                </a:lnTo>
                <a:lnTo>
                  <a:pt x="2866976" y="3086093"/>
                </a:lnTo>
                <a:lnTo>
                  <a:pt x="2866875" y="3085618"/>
                </a:lnTo>
                <a:lnTo>
                  <a:pt x="2866787" y="3085131"/>
                </a:lnTo>
                <a:lnTo>
                  <a:pt x="2866713" y="3084632"/>
                </a:lnTo>
                <a:lnTo>
                  <a:pt x="2866652" y="3084121"/>
                </a:lnTo>
                <a:lnTo>
                  <a:pt x="2866605" y="3083599"/>
                </a:lnTo>
                <a:lnTo>
                  <a:pt x="2866571" y="3083064"/>
                </a:lnTo>
                <a:lnTo>
                  <a:pt x="2866551" y="3082518"/>
                </a:lnTo>
                <a:lnTo>
                  <a:pt x="2866544" y="3081961"/>
                </a:lnTo>
                <a:lnTo>
                  <a:pt x="2866550" y="3081416"/>
                </a:lnTo>
                <a:lnTo>
                  <a:pt x="2866569" y="3080883"/>
                </a:lnTo>
                <a:lnTo>
                  <a:pt x="2866599" y="3080360"/>
                </a:lnTo>
                <a:lnTo>
                  <a:pt x="2866643" y="3079847"/>
                </a:lnTo>
                <a:lnTo>
                  <a:pt x="2866698" y="3079345"/>
                </a:lnTo>
                <a:lnTo>
                  <a:pt x="2866766" y="3078854"/>
                </a:lnTo>
                <a:lnTo>
                  <a:pt x="2866846" y="3078373"/>
                </a:lnTo>
                <a:lnTo>
                  <a:pt x="2866938" y="3077903"/>
                </a:lnTo>
                <a:lnTo>
                  <a:pt x="2867043" y="3077443"/>
                </a:lnTo>
                <a:lnTo>
                  <a:pt x="2867160" y="3076994"/>
                </a:lnTo>
                <a:lnTo>
                  <a:pt x="2867290" y="3076556"/>
                </a:lnTo>
                <a:lnTo>
                  <a:pt x="2867432" y="3076128"/>
                </a:lnTo>
                <a:lnTo>
                  <a:pt x="2867586" y="3075710"/>
                </a:lnTo>
                <a:lnTo>
                  <a:pt x="2867752" y="3075304"/>
                </a:lnTo>
                <a:lnTo>
                  <a:pt x="2867931" y="3074907"/>
                </a:lnTo>
                <a:lnTo>
                  <a:pt x="2868122" y="3074522"/>
                </a:lnTo>
                <a:lnTo>
                  <a:pt x="2868325" y="3074146"/>
                </a:lnTo>
                <a:lnTo>
                  <a:pt x="2868541" y="3073782"/>
                </a:lnTo>
                <a:lnTo>
                  <a:pt x="2868769" y="3073428"/>
                </a:lnTo>
                <a:lnTo>
                  <a:pt x="2869010" y="3073085"/>
                </a:lnTo>
                <a:lnTo>
                  <a:pt x="2869262" y="3072752"/>
                </a:lnTo>
                <a:lnTo>
                  <a:pt x="2869527" y="3072429"/>
                </a:lnTo>
                <a:lnTo>
                  <a:pt x="2869805" y="3072118"/>
                </a:lnTo>
                <a:lnTo>
                  <a:pt x="2870095" y="3071817"/>
                </a:lnTo>
                <a:lnTo>
                  <a:pt x="2870413" y="3071510"/>
                </a:lnTo>
                <a:lnTo>
                  <a:pt x="2870747" y="3071212"/>
                </a:lnTo>
                <a:lnTo>
                  <a:pt x="2871098" y="3070921"/>
                </a:lnTo>
                <a:lnTo>
                  <a:pt x="2871466" y="3070638"/>
                </a:lnTo>
                <a:lnTo>
                  <a:pt x="2871850" y="3070362"/>
                </a:lnTo>
                <a:lnTo>
                  <a:pt x="2872250" y="3070094"/>
                </a:lnTo>
                <a:lnTo>
                  <a:pt x="2872667" y="3069834"/>
                </a:lnTo>
                <a:lnTo>
                  <a:pt x="2873100" y="3069581"/>
                </a:lnTo>
                <a:lnTo>
                  <a:pt x="2873550" y="3069336"/>
                </a:lnTo>
                <a:lnTo>
                  <a:pt x="2874016" y="3069099"/>
                </a:lnTo>
                <a:lnTo>
                  <a:pt x="2874498" y="3068869"/>
                </a:lnTo>
                <a:lnTo>
                  <a:pt x="2874997" y="3068647"/>
                </a:lnTo>
                <a:lnTo>
                  <a:pt x="2875513" y="3068432"/>
                </a:lnTo>
                <a:lnTo>
                  <a:pt x="2876045" y="3068225"/>
                </a:lnTo>
                <a:lnTo>
                  <a:pt x="2876593" y="3068026"/>
                </a:lnTo>
                <a:lnTo>
                  <a:pt x="2877158" y="3067834"/>
                </a:lnTo>
                <a:lnTo>
                  <a:pt x="2877739" y="3067650"/>
                </a:lnTo>
                <a:lnTo>
                  <a:pt x="2878336" y="3067474"/>
                </a:lnTo>
                <a:lnTo>
                  <a:pt x="2878950" y="3067305"/>
                </a:lnTo>
                <a:lnTo>
                  <a:pt x="2879581" y="3067144"/>
                </a:lnTo>
                <a:lnTo>
                  <a:pt x="2880228" y="3066990"/>
                </a:lnTo>
                <a:lnTo>
                  <a:pt x="2880891" y="3066844"/>
                </a:lnTo>
                <a:lnTo>
                  <a:pt x="2881571" y="3066706"/>
                </a:lnTo>
                <a:lnTo>
                  <a:pt x="2882267" y="3066576"/>
                </a:lnTo>
                <a:lnTo>
                  <a:pt x="2882996" y="3066438"/>
                </a:lnTo>
                <a:lnTo>
                  <a:pt x="2883745" y="3066306"/>
                </a:lnTo>
                <a:lnTo>
                  <a:pt x="2884515" y="3066179"/>
                </a:lnTo>
                <a:lnTo>
                  <a:pt x="2885306" y="3066059"/>
                </a:lnTo>
                <a:lnTo>
                  <a:pt x="2886117" y="3065944"/>
                </a:lnTo>
                <a:lnTo>
                  <a:pt x="2886948" y="3065836"/>
                </a:lnTo>
                <a:lnTo>
                  <a:pt x="2887800" y="3065733"/>
                </a:lnTo>
                <a:lnTo>
                  <a:pt x="2888673" y="3065636"/>
                </a:lnTo>
                <a:lnTo>
                  <a:pt x="2889566" y="3065545"/>
                </a:lnTo>
                <a:lnTo>
                  <a:pt x="2890480" y="3065460"/>
                </a:lnTo>
                <a:lnTo>
                  <a:pt x="2891414" y="3065381"/>
                </a:lnTo>
                <a:lnTo>
                  <a:pt x="2892369" y="3065308"/>
                </a:lnTo>
                <a:lnTo>
                  <a:pt x="2893344" y="3065240"/>
                </a:lnTo>
                <a:lnTo>
                  <a:pt x="2894340" y="3065178"/>
                </a:lnTo>
                <a:lnTo>
                  <a:pt x="2895357" y="3065123"/>
                </a:lnTo>
                <a:lnTo>
                  <a:pt x="2896394" y="3065073"/>
                </a:lnTo>
                <a:lnTo>
                  <a:pt x="2897451" y="3065029"/>
                </a:lnTo>
                <a:lnTo>
                  <a:pt x="2898529" y="3064991"/>
                </a:lnTo>
                <a:lnTo>
                  <a:pt x="2899628" y="3064958"/>
                </a:lnTo>
                <a:lnTo>
                  <a:pt x="2900747" y="3064932"/>
                </a:lnTo>
                <a:lnTo>
                  <a:pt x="2901887" y="3064911"/>
                </a:lnTo>
                <a:lnTo>
                  <a:pt x="2903047" y="3064897"/>
                </a:lnTo>
                <a:lnTo>
                  <a:pt x="2904228" y="3064888"/>
                </a:lnTo>
                <a:lnTo>
                  <a:pt x="2905429" y="3064885"/>
                </a:lnTo>
                <a:lnTo>
                  <a:pt x="2905429" y="3070126"/>
                </a:lnTo>
                <a:lnTo>
                  <a:pt x="2905425" y="3070715"/>
                </a:lnTo>
                <a:lnTo>
                  <a:pt x="2905412" y="3071300"/>
                </a:lnTo>
                <a:lnTo>
                  <a:pt x="2905390" y="3071880"/>
                </a:lnTo>
                <a:lnTo>
                  <a:pt x="2905359" y="3072455"/>
                </a:lnTo>
                <a:lnTo>
                  <a:pt x="2905319" y="3073026"/>
                </a:lnTo>
                <a:lnTo>
                  <a:pt x="2905271" y="3073592"/>
                </a:lnTo>
                <a:lnTo>
                  <a:pt x="2905214" y="3074153"/>
                </a:lnTo>
                <a:lnTo>
                  <a:pt x="2905148" y="3074710"/>
                </a:lnTo>
                <a:lnTo>
                  <a:pt x="2905073" y="3075261"/>
                </a:lnTo>
                <a:lnTo>
                  <a:pt x="2904989" y="3075808"/>
                </a:lnTo>
                <a:lnTo>
                  <a:pt x="2904897" y="3076351"/>
                </a:lnTo>
                <a:lnTo>
                  <a:pt x="2904795" y="3076889"/>
                </a:lnTo>
                <a:lnTo>
                  <a:pt x="2904685" y="3077422"/>
                </a:lnTo>
                <a:lnTo>
                  <a:pt x="2904566" y="3077950"/>
                </a:lnTo>
                <a:lnTo>
                  <a:pt x="2904439" y="3078474"/>
                </a:lnTo>
                <a:lnTo>
                  <a:pt x="2904302" y="3078993"/>
                </a:lnTo>
                <a:lnTo>
                  <a:pt x="2904157" y="3079507"/>
                </a:lnTo>
                <a:lnTo>
                  <a:pt x="2904003" y="3080016"/>
                </a:lnTo>
                <a:lnTo>
                  <a:pt x="2903840" y="3080521"/>
                </a:lnTo>
                <a:lnTo>
                  <a:pt x="2903668" y="3081021"/>
                </a:lnTo>
                <a:lnTo>
                  <a:pt x="2903488" y="3081517"/>
                </a:lnTo>
                <a:lnTo>
                  <a:pt x="2903299" y="3082007"/>
                </a:lnTo>
                <a:lnTo>
                  <a:pt x="2903100" y="3082494"/>
                </a:lnTo>
                <a:lnTo>
                  <a:pt x="2902894" y="3082975"/>
                </a:lnTo>
                <a:lnTo>
                  <a:pt x="2902692" y="3083450"/>
                </a:lnTo>
                <a:lnTo>
                  <a:pt x="2902480" y="3083917"/>
                </a:lnTo>
                <a:lnTo>
                  <a:pt x="2902260" y="3084375"/>
                </a:lnTo>
                <a:lnTo>
                  <a:pt x="2902029" y="3084825"/>
                </a:lnTo>
                <a:lnTo>
                  <a:pt x="2901790" y="3085267"/>
                </a:lnTo>
                <a:lnTo>
                  <a:pt x="2901541" y="3085701"/>
                </a:lnTo>
                <a:lnTo>
                  <a:pt x="2901283" y="3086127"/>
                </a:lnTo>
                <a:lnTo>
                  <a:pt x="2901015" y="3086544"/>
                </a:lnTo>
                <a:lnTo>
                  <a:pt x="2900738" y="3086953"/>
                </a:lnTo>
                <a:lnTo>
                  <a:pt x="2900451" y="3087354"/>
                </a:lnTo>
                <a:lnTo>
                  <a:pt x="2900156" y="3087747"/>
                </a:lnTo>
                <a:lnTo>
                  <a:pt x="2899850" y="3088132"/>
                </a:lnTo>
                <a:lnTo>
                  <a:pt x="2899536" y="3088508"/>
                </a:lnTo>
                <a:lnTo>
                  <a:pt x="2899212" y="3088876"/>
                </a:lnTo>
                <a:lnTo>
                  <a:pt x="2898878" y="3089236"/>
                </a:lnTo>
                <a:lnTo>
                  <a:pt x="2898535" y="3089587"/>
                </a:lnTo>
                <a:lnTo>
                  <a:pt x="2898183" y="3089931"/>
                </a:lnTo>
                <a:lnTo>
                  <a:pt x="2897821" y="3090266"/>
                </a:lnTo>
                <a:lnTo>
                  <a:pt x="2897450" y="3090593"/>
                </a:lnTo>
                <a:lnTo>
                  <a:pt x="2897070" y="3090912"/>
                </a:lnTo>
                <a:lnTo>
                  <a:pt x="2896680" y="3091222"/>
                </a:lnTo>
                <a:lnTo>
                  <a:pt x="2896281" y="3091525"/>
                </a:lnTo>
                <a:lnTo>
                  <a:pt x="2895873" y="3091819"/>
                </a:lnTo>
                <a:lnTo>
                  <a:pt x="2895455" y="3092105"/>
                </a:lnTo>
                <a:lnTo>
                  <a:pt x="2895041" y="3092380"/>
                </a:lnTo>
                <a:lnTo>
                  <a:pt x="2894617" y="3092645"/>
                </a:lnTo>
                <a:lnTo>
                  <a:pt x="2894184" y="3092897"/>
                </a:lnTo>
                <a:lnTo>
                  <a:pt x="2893740" y="3093138"/>
                </a:lnTo>
                <a:lnTo>
                  <a:pt x="2893287" y="3093367"/>
                </a:lnTo>
                <a:lnTo>
                  <a:pt x="2892823" y="3093584"/>
                </a:lnTo>
                <a:lnTo>
                  <a:pt x="2892350" y="3093789"/>
                </a:lnTo>
                <a:lnTo>
                  <a:pt x="2891867" y="3093983"/>
                </a:lnTo>
                <a:lnTo>
                  <a:pt x="2891373" y="3094165"/>
                </a:lnTo>
                <a:lnTo>
                  <a:pt x="2890870" y="3094335"/>
                </a:lnTo>
                <a:lnTo>
                  <a:pt x="2890356" y="3094494"/>
                </a:lnTo>
                <a:lnTo>
                  <a:pt x="2889833" y="3094641"/>
                </a:lnTo>
                <a:lnTo>
                  <a:pt x="2889300" y="3094776"/>
                </a:lnTo>
                <a:lnTo>
                  <a:pt x="2888756" y="3094899"/>
                </a:lnTo>
                <a:lnTo>
                  <a:pt x="2888203" y="3095011"/>
                </a:lnTo>
                <a:lnTo>
                  <a:pt x="2887640" y="3095110"/>
                </a:lnTo>
                <a:lnTo>
                  <a:pt x="2887067" y="3095198"/>
                </a:lnTo>
                <a:lnTo>
                  <a:pt x="2886483" y="3095275"/>
                </a:lnTo>
                <a:lnTo>
                  <a:pt x="2885890" y="3095339"/>
                </a:lnTo>
                <a:lnTo>
                  <a:pt x="2885287" y="3095392"/>
                </a:lnTo>
                <a:lnTo>
                  <a:pt x="2884674" y="3095433"/>
                </a:lnTo>
                <a:lnTo>
                  <a:pt x="2884051" y="3095463"/>
                </a:lnTo>
                <a:lnTo>
                  <a:pt x="2883417" y="3095480"/>
                </a:lnTo>
                <a:lnTo>
                  <a:pt x="2882774" y="3095486"/>
                </a:lnTo>
                <a:lnTo>
                  <a:pt x="2882091" y="3095480"/>
                </a:lnTo>
                <a:lnTo>
                  <a:pt x="2881423" y="3095463"/>
                </a:lnTo>
                <a:lnTo>
                  <a:pt x="2880769" y="3095433"/>
                </a:lnTo>
                <a:lnTo>
                  <a:pt x="2880130" y="3095392"/>
                </a:lnTo>
                <a:lnTo>
                  <a:pt x="2879506" y="3095339"/>
                </a:lnTo>
                <a:lnTo>
                  <a:pt x="2878896" y="3095275"/>
                </a:lnTo>
                <a:lnTo>
                  <a:pt x="2878301" y="3095198"/>
                </a:lnTo>
                <a:lnTo>
                  <a:pt x="2877721" y="3095110"/>
                </a:lnTo>
                <a:close/>
                <a:moveTo>
                  <a:pt x="2479994" y="3107346"/>
                </a:moveTo>
                <a:lnTo>
                  <a:pt x="2480509" y="3107302"/>
                </a:lnTo>
                <a:lnTo>
                  <a:pt x="2481018" y="3107252"/>
                </a:lnTo>
                <a:lnTo>
                  <a:pt x="2481523" y="3107196"/>
                </a:lnTo>
                <a:lnTo>
                  <a:pt x="2482023" y="3107135"/>
                </a:lnTo>
                <a:lnTo>
                  <a:pt x="2482519" y="3107067"/>
                </a:lnTo>
                <a:lnTo>
                  <a:pt x="2483009" y="3106994"/>
                </a:lnTo>
                <a:lnTo>
                  <a:pt x="2483495" y="3106914"/>
                </a:lnTo>
                <a:lnTo>
                  <a:pt x="2483977" y="3106829"/>
                </a:lnTo>
                <a:lnTo>
                  <a:pt x="2484453" y="3106738"/>
                </a:lnTo>
                <a:lnTo>
                  <a:pt x="2484925" y="3106642"/>
                </a:lnTo>
                <a:lnTo>
                  <a:pt x="2485393" y="3106539"/>
                </a:lnTo>
                <a:lnTo>
                  <a:pt x="2485855" y="3106430"/>
                </a:lnTo>
                <a:lnTo>
                  <a:pt x="2486313" y="3106316"/>
                </a:lnTo>
                <a:lnTo>
                  <a:pt x="2486766" y="3106195"/>
                </a:lnTo>
                <a:lnTo>
                  <a:pt x="2487215" y="3106069"/>
                </a:lnTo>
                <a:lnTo>
                  <a:pt x="2487659" y="3105937"/>
                </a:lnTo>
                <a:lnTo>
                  <a:pt x="2488098" y="3105799"/>
                </a:lnTo>
                <a:lnTo>
                  <a:pt x="2488532" y="3105670"/>
                </a:lnTo>
                <a:lnTo>
                  <a:pt x="2488962" y="3105535"/>
                </a:lnTo>
                <a:lnTo>
                  <a:pt x="2489387" y="3105395"/>
                </a:lnTo>
                <a:lnTo>
                  <a:pt x="2489807" y="3105250"/>
                </a:lnTo>
                <a:lnTo>
                  <a:pt x="2490223" y="3105099"/>
                </a:lnTo>
                <a:lnTo>
                  <a:pt x="2490634" y="3104943"/>
                </a:lnTo>
                <a:lnTo>
                  <a:pt x="2491040" y="3104782"/>
                </a:lnTo>
                <a:lnTo>
                  <a:pt x="2491441" y="3104616"/>
                </a:lnTo>
                <a:lnTo>
                  <a:pt x="2491838" y="3104444"/>
                </a:lnTo>
                <a:lnTo>
                  <a:pt x="2492230" y="3104267"/>
                </a:lnTo>
                <a:lnTo>
                  <a:pt x="2492618" y="3104085"/>
                </a:lnTo>
                <a:lnTo>
                  <a:pt x="2493001" y="3103897"/>
                </a:lnTo>
                <a:lnTo>
                  <a:pt x="2493379" y="3103704"/>
                </a:lnTo>
                <a:lnTo>
                  <a:pt x="2493752" y="3103506"/>
                </a:lnTo>
                <a:lnTo>
                  <a:pt x="2494121" y="3103303"/>
                </a:lnTo>
                <a:lnTo>
                  <a:pt x="2494485" y="3103094"/>
                </a:lnTo>
                <a:lnTo>
                  <a:pt x="2494844" y="3102880"/>
                </a:lnTo>
                <a:lnTo>
                  <a:pt x="2495199" y="3102661"/>
                </a:lnTo>
                <a:lnTo>
                  <a:pt x="2495548" y="3102436"/>
                </a:lnTo>
                <a:lnTo>
                  <a:pt x="2495894" y="3102206"/>
                </a:lnTo>
                <a:lnTo>
                  <a:pt x="2496234" y="3101971"/>
                </a:lnTo>
                <a:lnTo>
                  <a:pt x="2496570" y="3101731"/>
                </a:lnTo>
                <a:lnTo>
                  <a:pt x="2496901" y="3101485"/>
                </a:lnTo>
                <a:lnTo>
                  <a:pt x="2497227" y="3101234"/>
                </a:lnTo>
                <a:lnTo>
                  <a:pt x="2497549" y="3100964"/>
                </a:lnTo>
                <a:lnTo>
                  <a:pt x="2497866" y="3100689"/>
                </a:lnTo>
                <a:lnTo>
                  <a:pt x="2498179" y="3100410"/>
                </a:lnTo>
                <a:lnTo>
                  <a:pt x="2498486" y="3100126"/>
                </a:lnTo>
                <a:lnTo>
                  <a:pt x="2498789" y="3099837"/>
                </a:lnTo>
                <a:lnTo>
                  <a:pt x="2499087" y="3099544"/>
                </a:lnTo>
                <a:lnTo>
                  <a:pt x="2499381" y="3099245"/>
                </a:lnTo>
                <a:lnTo>
                  <a:pt x="2499670" y="3098942"/>
                </a:lnTo>
                <a:lnTo>
                  <a:pt x="2499954" y="3098635"/>
                </a:lnTo>
                <a:lnTo>
                  <a:pt x="2500233" y="3098323"/>
                </a:lnTo>
                <a:lnTo>
                  <a:pt x="2500508" y="3098006"/>
                </a:lnTo>
                <a:lnTo>
                  <a:pt x="2500778" y="3097684"/>
                </a:lnTo>
                <a:lnTo>
                  <a:pt x="2501043" y="3097357"/>
                </a:lnTo>
                <a:lnTo>
                  <a:pt x="2501304" y="3097026"/>
                </a:lnTo>
                <a:lnTo>
                  <a:pt x="2501560" y="3096691"/>
                </a:lnTo>
                <a:lnTo>
                  <a:pt x="2501811" y="3096350"/>
                </a:lnTo>
                <a:lnTo>
                  <a:pt x="2502058" y="3096005"/>
                </a:lnTo>
                <a:lnTo>
                  <a:pt x="2502299" y="3095655"/>
                </a:lnTo>
                <a:lnTo>
                  <a:pt x="2502537" y="3095301"/>
                </a:lnTo>
                <a:lnTo>
                  <a:pt x="2502769" y="3094941"/>
                </a:lnTo>
                <a:lnTo>
                  <a:pt x="2502997" y="3094577"/>
                </a:lnTo>
                <a:lnTo>
                  <a:pt x="2503220" y="3094209"/>
                </a:lnTo>
                <a:lnTo>
                  <a:pt x="2503438" y="3093835"/>
                </a:lnTo>
                <a:lnTo>
                  <a:pt x="2503652" y="3093457"/>
                </a:lnTo>
                <a:lnTo>
                  <a:pt x="2503681" y="3093794"/>
                </a:lnTo>
                <a:lnTo>
                  <a:pt x="2503713" y="3094128"/>
                </a:lnTo>
                <a:lnTo>
                  <a:pt x="2503747" y="3094458"/>
                </a:lnTo>
                <a:lnTo>
                  <a:pt x="2503783" y="3094786"/>
                </a:lnTo>
                <a:lnTo>
                  <a:pt x="2503822" y="3095111"/>
                </a:lnTo>
                <a:lnTo>
                  <a:pt x="2503863" y="3095433"/>
                </a:lnTo>
                <a:lnTo>
                  <a:pt x="2503907" y="3095752"/>
                </a:lnTo>
                <a:lnTo>
                  <a:pt x="2503953" y="3096068"/>
                </a:lnTo>
                <a:lnTo>
                  <a:pt x="2504001" y="3096381"/>
                </a:lnTo>
                <a:lnTo>
                  <a:pt x="2504051" y="3096692"/>
                </a:lnTo>
                <a:lnTo>
                  <a:pt x="2504104" y="3096999"/>
                </a:lnTo>
                <a:lnTo>
                  <a:pt x="2504159" y="3097303"/>
                </a:lnTo>
                <a:lnTo>
                  <a:pt x="2504217" y="3097605"/>
                </a:lnTo>
                <a:lnTo>
                  <a:pt x="2504277" y="3097903"/>
                </a:lnTo>
                <a:lnTo>
                  <a:pt x="2504339" y="3098199"/>
                </a:lnTo>
                <a:lnTo>
                  <a:pt x="2504403" y="3098492"/>
                </a:lnTo>
                <a:lnTo>
                  <a:pt x="2504470" y="3098781"/>
                </a:lnTo>
                <a:lnTo>
                  <a:pt x="2504540" y="3099068"/>
                </a:lnTo>
                <a:lnTo>
                  <a:pt x="2504611" y="3099352"/>
                </a:lnTo>
                <a:lnTo>
                  <a:pt x="2504685" y="3099633"/>
                </a:lnTo>
                <a:lnTo>
                  <a:pt x="2504761" y="3099911"/>
                </a:lnTo>
                <a:lnTo>
                  <a:pt x="2504840" y="3100186"/>
                </a:lnTo>
                <a:lnTo>
                  <a:pt x="2504921" y="3100458"/>
                </a:lnTo>
                <a:lnTo>
                  <a:pt x="2505005" y="3100727"/>
                </a:lnTo>
                <a:lnTo>
                  <a:pt x="2505106" y="3100992"/>
                </a:lnTo>
                <a:lnTo>
                  <a:pt x="2505215" y="3101253"/>
                </a:lnTo>
                <a:lnTo>
                  <a:pt x="2505329" y="3101509"/>
                </a:lnTo>
                <a:lnTo>
                  <a:pt x="2505451" y="3101760"/>
                </a:lnTo>
                <a:lnTo>
                  <a:pt x="2505578" y="3102007"/>
                </a:lnTo>
                <a:lnTo>
                  <a:pt x="2505712" y="3102249"/>
                </a:lnTo>
                <a:lnTo>
                  <a:pt x="2505853" y="3102486"/>
                </a:lnTo>
                <a:lnTo>
                  <a:pt x="2506000" y="3102718"/>
                </a:lnTo>
                <a:lnTo>
                  <a:pt x="2506154" y="3102946"/>
                </a:lnTo>
                <a:lnTo>
                  <a:pt x="2506314" y="3103169"/>
                </a:lnTo>
                <a:lnTo>
                  <a:pt x="2506480" y="3103387"/>
                </a:lnTo>
                <a:lnTo>
                  <a:pt x="2506653" y="3103601"/>
                </a:lnTo>
                <a:lnTo>
                  <a:pt x="2506832" y="3103810"/>
                </a:lnTo>
                <a:lnTo>
                  <a:pt x="2507018" y="3104014"/>
                </a:lnTo>
                <a:lnTo>
                  <a:pt x="2507210" y="3104214"/>
                </a:lnTo>
                <a:lnTo>
                  <a:pt x="2507409" y="3104409"/>
                </a:lnTo>
                <a:lnTo>
                  <a:pt x="2507614" y="3104599"/>
                </a:lnTo>
                <a:lnTo>
                  <a:pt x="2507826" y="3104785"/>
                </a:lnTo>
                <a:lnTo>
                  <a:pt x="2508044" y="3104965"/>
                </a:lnTo>
                <a:lnTo>
                  <a:pt x="2508268" y="3105142"/>
                </a:lnTo>
                <a:lnTo>
                  <a:pt x="2508499" y="3105313"/>
                </a:lnTo>
                <a:lnTo>
                  <a:pt x="2508737" y="3105480"/>
                </a:lnTo>
                <a:lnTo>
                  <a:pt x="2508981" y="3105642"/>
                </a:lnTo>
                <a:lnTo>
                  <a:pt x="2509231" y="3105799"/>
                </a:lnTo>
                <a:lnTo>
                  <a:pt x="2509504" y="3105937"/>
                </a:lnTo>
                <a:lnTo>
                  <a:pt x="2509787" y="3106069"/>
                </a:lnTo>
                <a:lnTo>
                  <a:pt x="2510079" y="3106195"/>
                </a:lnTo>
                <a:lnTo>
                  <a:pt x="2510382" y="3106316"/>
                </a:lnTo>
                <a:lnTo>
                  <a:pt x="2510694" y="3106430"/>
                </a:lnTo>
                <a:lnTo>
                  <a:pt x="2511017" y="3106539"/>
                </a:lnTo>
                <a:lnTo>
                  <a:pt x="2511349" y="3106642"/>
                </a:lnTo>
                <a:lnTo>
                  <a:pt x="2511692" y="3106738"/>
                </a:lnTo>
                <a:lnTo>
                  <a:pt x="2512045" y="3106829"/>
                </a:lnTo>
                <a:lnTo>
                  <a:pt x="2512407" y="3106914"/>
                </a:lnTo>
                <a:lnTo>
                  <a:pt x="2512779" y="3106994"/>
                </a:lnTo>
                <a:lnTo>
                  <a:pt x="2513162" y="3107067"/>
                </a:lnTo>
                <a:lnTo>
                  <a:pt x="2513554" y="3107135"/>
                </a:lnTo>
                <a:lnTo>
                  <a:pt x="2513957" y="3107196"/>
                </a:lnTo>
                <a:lnTo>
                  <a:pt x="2514369" y="3107252"/>
                </a:lnTo>
                <a:lnTo>
                  <a:pt x="2514792" y="3107302"/>
                </a:lnTo>
                <a:lnTo>
                  <a:pt x="2515224" y="3107346"/>
                </a:lnTo>
                <a:lnTo>
                  <a:pt x="2515666" y="3107384"/>
                </a:lnTo>
                <a:lnTo>
                  <a:pt x="2516119" y="3107416"/>
                </a:lnTo>
                <a:lnTo>
                  <a:pt x="2516581" y="3107443"/>
                </a:lnTo>
                <a:lnTo>
                  <a:pt x="2517053" y="3107463"/>
                </a:lnTo>
                <a:lnTo>
                  <a:pt x="2517536" y="3107478"/>
                </a:lnTo>
                <a:lnTo>
                  <a:pt x="2518028" y="3107487"/>
                </a:lnTo>
                <a:lnTo>
                  <a:pt x="2518530" y="3107490"/>
                </a:lnTo>
                <a:lnTo>
                  <a:pt x="2518812" y="3107488"/>
                </a:lnTo>
                <a:lnTo>
                  <a:pt x="2519092" y="3107484"/>
                </a:lnTo>
                <a:lnTo>
                  <a:pt x="2519373" y="3107477"/>
                </a:lnTo>
                <a:lnTo>
                  <a:pt x="2519652" y="3107466"/>
                </a:lnTo>
                <a:lnTo>
                  <a:pt x="2519932" y="3107453"/>
                </a:lnTo>
                <a:lnTo>
                  <a:pt x="2520210" y="3107437"/>
                </a:lnTo>
                <a:lnTo>
                  <a:pt x="2520488" y="3107418"/>
                </a:lnTo>
                <a:lnTo>
                  <a:pt x="2520765" y="3107396"/>
                </a:lnTo>
                <a:lnTo>
                  <a:pt x="2521042" y="3107371"/>
                </a:lnTo>
                <a:lnTo>
                  <a:pt x="2521318" y="3107343"/>
                </a:lnTo>
                <a:lnTo>
                  <a:pt x="2521594" y="3107312"/>
                </a:lnTo>
                <a:lnTo>
                  <a:pt x="2521869" y="3107278"/>
                </a:lnTo>
                <a:lnTo>
                  <a:pt x="2522143" y="3107242"/>
                </a:lnTo>
                <a:lnTo>
                  <a:pt x="2522417" y="3107202"/>
                </a:lnTo>
                <a:lnTo>
                  <a:pt x="2522691" y="3107160"/>
                </a:lnTo>
                <a:lnTo>
                  <a:pt x="2522963" y="3107114"/>
                </a:lnTo>
                <a:lnTo>
                  <a:pt x="2523235" y="3107066"/>
                </a:lnTo>
                <a:lnTo>
                  <a:pt x="2523507" y="3107014"/>
                </a:lnTo>
                <a:lnTo>
                  <a:pt x="2523778" y="3106960"/>
                </a:lnTo>
                <a:lnTo>
                  <a:pt x="2524048" y="3106903"/>
                </a:lnTo>
                <a:lnTo>
                  <a:pt x="2524318" y="3106843"/>
                </a:lnTo>
                <a:lnTo>
                  <a:pt x="2524587" y="3106779"/>
                </a:lnTo>
                <a:lnTo>
                  <a:pt x="2524856" y="3106713"/>
                </a:lnTo>
                <a:lnTo>
                  <a:pt x="2525124" y="3106644"/>
                </a:lnTo>
                <a:lnTo>
                  <a:pt x="2525403" y="3106573"/>
                </a:lnTo>
                <a:lnTo>
                  <a:pt x="2525679" y="3106499"/>
                </a:lnTo>
                <a:lnTo>
                  <a:pt x="2525950" y="3106423"/>
                </a:lnTo>
                <a:lnTo>
                  <a:pt x="2526218" y="3106344"/>
                </a:lnTo>
                <a:lnTo>
                  <a:pt x="2526481" y="3106263"/>
                </a:lnTo>
                <a:lnTo>
                  <a:pt x="2526740" y="3106179"/>
                </a:lnTo>
                <a:lnTo>
                  <a:pt x="2526995" y="3106094"/>
                </a:lnTo>
                <a:lnTo>
                  <a:pt x="2527246" y="3106006"/>
                </a:lnTo>
                <a:lnTo>
                  <a:pt x="2527493" y="3105915"/>
                </a:lnTo>
                <a:lnTo>
                  <a:pt x="2527736" y="3105823"/>
                </a:lnTo>
                <a:lnTo>
                  <a:pt x="2527974" y="3105727"/>
                </a:lnTo>
                <a:lnTo>
                  <a:pt x="2528209" y="3105630"/>
                </a:lnTo>
                <a:lnTo>
                  <a:pt x="2528439" y="3105530"/>
                </a:lnTo>
                <a:lnTo>
                  <a:pt x="2528666" y="3105428"/>
                </a:lnTo>
                <a:lnTo>
                  <a:pt x="2528888" y="3105324"/>
                </a:lnTo>
                <a:lnTo>
                  <a:pt x="2529106" y="3105217"/>
                </a:lnTo>
                <a:lnTo>
                  <a:pt x="2529320" y="3105108"/>
                </a:lnTo>
                <a:lnTo>
                  <a:pt x="2529530" y="3104996"/>
                </a:lnTo>
                <a:lnTo>
                  <a:pt x="2529736" y="3104882"/>
                </a:lnTo>
                <a:lnTo>
                  <a:pt x="2529937" y="3104766"/>
                </a:lnTo>
                <a:lnTo>
                  <a:pt x="2530135" y="3104647"/>
                </a:lnTo>
                <a:lnTo>
                  <a:pt x="2530328" y="3104526"/>
                </a:lnTo>
                <a:lnTo>
                  <a:pt x="2530517" y="3104403"/>
                </a:lnTo>
                <a:lnTo>
                  <a:pt x="2530703" y="3104278"/>
                </a:lnTo>
                <a:lnTo>
                  <a:pt x="2530703" y="3093288"/>
                </a:lnTo>
                <a:lnTo>
                  <a:pt x="2530548" y="3093399"/>
                </a:lnTo>
                <a:lnTo>
                  <a:pt x="2530394" y="3093506"/>
                </a:lnTo>
                <a:lnTo>
                  <a:pt x="2530240" y="3093610"/>
                </a:lnTo>
                <a:lnTo>
                  <a:pt x="2530088" y="3093711"/>
                </a:lnTo>
                <a:lnTo>
                  <a:pt x="2529935" y="3093808"/>
                </a:lnTo>
                <a:lnTo>
                  <a:pt x="2529783" y="3093901"/>
                </a:lnTo>
                <a:lnTo>
                  <a:pt x="2529632" y="3093991"/>
                </a:lnTo>
                <a:lnTo>
                  <a:pt x="2529482" y="3094077"/>
                </a:lnTo>
                <a:lnTo>
                  <a:pt x="2529332" y="3094160"/>
                </a:lnTo>
                <a:lnTo>
                  <a:pt x="2529182" y="3094239"/>
                </a:lnTo>
                <a:lnTo>
                  <a:pt x="2529034" y="3094315"/>
                </a:lnTo>
                <a:lnTo>
                  <a:pt x="2528885" y="3094387"/>
                </a:lnTo>
                <a:lnTo>
                  <a:pt x="2528738" y="3094456"/>
                </a:lnTo>
                <a:lnTo>
                  <a:pt x="2528591" y="3094521"/>
                </a:lnTo>
                <a:lnTo>
                  <a:pt x="2528444" y="3094583"/>
                </a:lnTo>
                <a:lnTo>
                  <a:pt x="2528298" y="3094641"/>
                </a:lnTo>
                <a:lnTo>
                  <a:pt x="2528153" y="3094695"/>
                </a:lnTo>
                <a:lnTo>
                  <a:pt x="2528008" y="3094746"/>
                </a:lnTo>
                <a:lnTo>
                  <a:pt x="2527864" y="3094794"/>
                </a:lnTo>
                <a:lnTo>
                  <a:pt x="2527721" y="3094838"/>
                </a:lnTo>
                <a:lnTo>
                  <a:pt x="2527578" y="3094878"/>
                </a:lnTo>
                <a:lnTo>
                  <a:pt x="2527435" y="3094915"/>
                </a:lnTo>
                <a:lnTo>
                  <a:pt x="2527294" y="3094949"/>
                </a:lnTo>
                <a:lnTo>
                  <a:pt x="2527152" y="3094979"/>
                </a:lnTo>
                <a:lnTo>
                  <a:pt x="2527011" y="3095006"/>
                </a:lnTo>
                <a:lnTo>
                  <a:pt x="2526871" y="3095033"/>
                </a:lnTo>
                <a:lnTo>
                  <a:pt x="2526730" y="3095058"/>
                </a:lnTo>
                <a:lnTo>
                  <a:pt x="2526589" y="3095082"/>
                </a:lnTo>
                <a:lnTo>
                  <a:pt x="2526448" y="3095105"/>
                </a:lnTo>
                <a:lnTo>
                  <a:pt x="2526307" y="3095127"/>
                </a:lnTo>
                <a:lnTo>
                  <a:pt x="2526166" y="3095147"/>
                </a:lnTo>
                <a:lnTo>
                  <a:pt x="2526025" y="3095167"/>
                </a:lnTo>
                <a:lnTo>
                  <a:pt x="2525884" y="3095185"/>
                </a:lnTo>
                <a:lnTo>
                  <a:pt x="2525743" y="3095202"/>
                </a:lnTo>
                <a:lnTo>
                  <a:pt x="2525603" y="3095218"/>
                </a:lnTo>
                <a:lnTo>
                  <a:pt x="2525462" y="3095232"/>
                </a:lnTo>
                <a:lnTo>
                  <a:pt x="2525321" y="3095246"/>
                </a:lnTo>
                <a:lnTo>
                  <a:pt x="2525180" y="3095258"/>
                </a:lnTo>
                <a:lnTo>
                  <a:pt x="2525039" y="3095269"/>
                </a:lnTo>
                <a:lnTo>
                  <a:pt x="2524898" y="3095279"/>
                </a:lnTo>
                <a:lnTo>
                  <a:pt x="2524757" y="3095288"/>
                </a:lnTo>
                <a:lnTo>
                  <a:pt x="2524616" y="3095296"/>
                </a:lnTo>
                <a:lnTo>
                  <a:pt x="2524475" y="3095302"/>
                </a:lnTo>
                <a:lnTo>
                  <a:pt x="2524335" y="3095307"/>
                </a:lnTo>
                <a:lnTo>
                  <a:pt x="2524194" y="3095312"/>
                </a:lnTo>
                <a:lnTo>
                  <a:pt x="2524053" y="3095314"/>
                </a:lnTo>
                <a:lnTo>
                  <a:pt x="2523912" y="3095316"/>
                </a:lnTo>
                <a:lnTo>
                  <a:pt x="2523771" y="3095317"/>
                </a:lnTo>
                <a:lnTo>
                  <a:pt x="2523576" y="3095315"/>
                </a:lnTo>
                <a:lnTo>
                  <a:pt x="2523385" y="3095309"/>
                </a:lnTo>
                <a:lnTo>
                  <a:pt x="2523198" y="3095298"/>
                </a:lnTo>
                <a:lnTo>
                  <a:pt x="2523015" y="3095284"/>
                </a:lnTo>
                <a:lnTo>
                  <a:pt x="2522836" y="3095265"/>
                </a:lnTo>
                <a:lnTo>
                  <a:pt x="2522661" y="3095243"/>
                </a:lnTo>
                <a:lnTo>
                  <a:pt x="2522491" y="3095216"/>
                </a:lnTo>
                <a:lnTo>
                  <a:pt x="2522324" y="3095185"/>
                </a:lnTo>
                <a:lnTo>
                  <a:pt x="2522162" y="3095150"/>
                </a:lnTo>
                <a:lnTo>
                  <a:pt x="2522004" y="3095111"/>
                </a:lnTo>
                <a:lnTo>
                  <a:pt x="2521850" y="3095068"/>
                </a:lnTo>
                <a:lnTo>
                  <a:pt x="2521700" y="3095021"/>
                </a:lnTo>
                <a:lnTo>
                  <a:pt x="2521554" y="3094970"/>
                </a:lnTo>
                <a:lnTo>
                  <a:pt x="2521412" y="3094914"/>
                </a:lnTo>
                <a:lnTo>
                  <a:pt x="2521274" y="3094855"/>
                </a:lnTo>
                <a:lnTo>
                  <a:pt x="2521141" y="3094791"/>
                </a:lnTo>
                <a:lnTo>
                  <a:pt x="2521011" y="3094723"/>
                </a:lnTo>
                <a:lnTo>
                  <a:pt x="2520886" y="3094651"/>
                </a:lnTo>
                <a:lnTo>
                  <a:pt x="2520765" y="3094575"/>
                </a:lnTo>
                <a:lnTo>
                  <a:pt x="2520648" y="3094495"/>
                </a:lnTo>
                <a:lnTo>
                  <a:pt x="2520535" y="3094411"/>
                </a:lnTo>
                <a:lnTo>
                  <a:pt x="2520426" y="3094322"/>
                </a:lnTo>
                <a:lnTo>
                  <a:pt x="2520321" y="3094230"/>
                </a:lnTo>
                <a:lnTo>
                  <a:pt x="2520220" y="3094133"/>
                </a:lnTo>
                <a:lnTo>
                  <a:pt x="2520124" y="3094032"/>
                </a:lnTo>
                <a:lnTo>
                  <a:pt x="2520031" y="3093926"/>
                </a:lnTo>
                <a:lnTo>
                  <a:pt x="2519943" y="3093814"/>
                </a:lnTo>
                <a:lnTo>
                  <a:pt x="2519859" y="3093697"/>
                </a:lnTo>
                <a:lnTo>
                  <a:pt x="2519779" y="3093574"/>
                </a:lnTo>
                <a:lnTo>
                  <a:pt x="2519703" y="3093447"/>
                </a:lnTo>
                <a:lnTo>
                  <a:pt x="2519631" y="3093314"/>
                </a:lnTo>
                <a:lnTo>
                  <a:pt x="2519563" y="3093175"/>
                </a:lnTo>
                <a:lnTo>
                  <a:pt x="2519499" y="3093032"/>
                </a:lnTo>
                <a:lnTo>
                  <a:pt x="2519440" y="3092883"/>
                </a:lnTo>
                <a:lnTo>
                  <a:pt x="2519384" y="3092729"/>
                </a:lnTo>
                <a:lnTo>
                  <a:pt x="2519333" y="3092570"/>
                </a:lnTo>
                <a:lnTo>
                  <a:pt x="2519286" y="3092405"/>
                </a:lnTo>
                <a:lnTo>
                  <a:pt x="2519242" y="3092235"/>
                </a:lnTo>
                <a:lnTo>
                  <a:pt x="2519203" y="3092060"/>
                </a:lnTo>
                <a:lnTo>
                  <a:pt x="2519168" y="3091879"/>
                </a:lnTo>
                <a:lnTo>
                  <a:pt x="2519138" y="3091694"/>
                </a:lnTo>
                <a:lnTo>
                  <a:pt x="2519111" y="3091502"/>
                </a:lnTo>
                <a:lnTo>
                  <a:pt x="2519088" y="3091306"/>
                </a:lnTo>
                <a:lnTo>
                  <a:pt x="2519070" y="3091104"/>
                </a:lnTo>
                <a:lnTo>
                  <a:pt x="2519055" y="3090898"/>
                </a:lnTo>
                <a:lnTo>
                  <a:pt x="2519045" y="3090685"/>
                </a:lnTo>
                <a:lnTo>
                  <a:pt x="2519039" y="3090468"/>
                </a:lnTo>
                <a:lnTo>
                  <a:pt x="2519037" y="3090245"/>
                </a:lnTo>
                <a:lnTo>
                  <a:pt x="2519037" y="3019406"/>
                </a:lnTo>
                <a:lnTo>
                  <a:pt x="2502130" y="3019406"/>
                </a:lnTo>
                <a:lnTo>
                  <a:pt x="2502130" y="3071986"/>
                </a:lnTo>
                <a:lnTo>
                  <a:pt x="2502126" y="3072505"/>
                </a:lnTo>
                <a:lnTo>
                  <a:pt x="2502112" y="3073020"/>
                </a:lnTo>
                <a:lnTo>
                  <a:pt x="2502088" y="3073531"/>
                </a:lnTo>
                <a:lnTo>
                  <a:pt x="2502055" y="3074038"/>
                </a:lnTo>
                <a:lnTo>
                  <a:pt x="2502013" y="3074541"/>
                </a:lnTo>
                <a:lnTo>
                  <a:pt x="2501961" y="3075039"/>
                </a:lnTo>
                <a:lnTo>
                  <a:pt x="2501900" y="3075534"/>
                </a:lnTo>
                <a:lnTo>
                  <a:pt x="2501830" y="3076025"/>
                </a:lnTo>
                <a:lnTo>
                  <a:pt x="2501750" y="3076511"/>
                </a:lnTo>
                <a:lnTo>
                  <a:pt x="2501661" y="3076993"/>
                </a:lnTo>
                <a:lnTo>
                  <a:pt x="2501562" y="3077471"/>
                </a:lnTo>
                <a:lnTo>
                  <a:pt x="2501454" y="3077945"/>
                </a:lnTo>
                <a:lnTo>
                  <a:pt x="2501337" y="3078415"/>
                </a:lnTo>
                <a:lnTo>
                  <a:pt x="2501210" y="3078881"/>
                </a:lnTo>
                <a:lnTo>
                  <a:pt x="2501074" y="3079343"/>
                </a:lnTo>
                <a:lnTo>
                  <a:pt x="2500928" y="3079800"/>
                </a:lnTo>
                <a:lnTo>
                  <a:pt x="2500773" y="3080254"/>
                </a:lnTo>
                <a:lnTo>
                  <a:pt x="2500609" y="3080703"/>
                </a:lnTo>
                <a:lnTo>
                  <a:pt x="2500435" y="3081148"/>
                </a:lnTo>
                <a:lnTo>
                  <a:pt x="2500252" y="3081590"/>
                </a:lnTo>
                <a:lnTo>
                  <a:pt x="2500059" y="3082027"/>
                </a:lnTo>
                <a:lnTo>
                  <a:pt x="2499858" y="3082460"/>
                </a:lnTo>
                <a:lnTo>
                  <a:pt x="2499646" y="3082888"/>
                </a:lnTo>
                <a:lnTo>
                  <a:pt x="2499425" y="3083313"/>
                </a:lnTo>
                <a:lnTo>
                  <a:pt x="2499210" y="3083732"/>
                </a:lnTo>
                <a:lnTo>
                  <a:pt x="2498988" y="3084144"/>
                </a:lnTo>
                <a:lnTo>
                  <a:pt x="2498757" y="3084549"/>
                </a:lnTo>
                <a:lnTo>
                  <a:pt x="2498519" y="3084947"/>
                </a:lnTo>
                <a:lnTo>
                  <a:pt x="2498273" y="3085338"/>
                </a:lnTo>
                <a:lnTo>
                  <a:pt x="2498020" y="3085722"/>
                </a:lnTo>
                <a:lnTo>
                  <a:pt x="2497759" y="3086099"/>
                </a:lnTo>
                <a:lnTo>
                  <a:pt x="2497490" y="3086469"/>
                </a:lnTo>
                <a:lnTo>
                  <a:pt x="2497214" y="3086832"/>
                </a:lnTo>
                <a:lnTo>
                  <a:pt x="2496930" y="3087188"/>
                </a:lnTo>
                <a:lnTo>
                  <a:pt x="2496639" y="3087536"/>
                </a:lnTo>
                <a:lnTo>
                  <a:pt x="2496340" y="3087878"/>
                </a:lnTo>
                <a:lnTo>
                  <a:pt x="2496033" y="3088213"/>
                </a:lnTo>
                <a:lnTo>
                  <a:pt x="2495719" y="3088540"/>
                </a:lnTo>
                <a:lnTo>
                  <a:pt x="2495397" y="3088861"/>
                </a:lnTo>
                <a:lnTo>
                  <a:pt x="2495067" y="3089174"/>
                </a:lnTo>
                <a:lnTo>
                  <a:pt x="2494730" y="3089481"/>
                </a:lnTo>
                <a:lnTo>
                  <a:pt x="2494385" y="3089780"/>
                </a:lnTo>
                <a:lnTo>
                  <a:pt x="2494032" y="3090072"/>
                </a:lnTo>
                <a:lnTo>
                  <a:pt x="2493672" y="3090358"/>
                </a:lnTo>
                <a:lnTo>
                  <a:pt x="2493305" y="3090636"/>
                </a:lnTo>
                <a:lnTo>
                  <a:pt x="2492929" y="3090907"/>
                </a:lnTo>
                <a:lnTo>
                  <a:pt x="2492546" y="3091171"/>
                </a:lnTo>
                <a:lnTo>
                  <a:pt x="2492155" y="3091428"/>
                </a:lnTo>
                <a:lnTo>
                  <a:pt x="2491773" y="3091663"/>
                </a:lnTo>
                <a:lnTo>
                  <a:pt x="2491385" y="3091888"/>
                </a:lnTo>
                <a:lnTo>
                  <a:pt x="2490993" y="3092102"/>
                </a:lnTo>
                <a:lnTo>
                  <a:pt x="2490596" y="3092307"/>
                </a:lnTo>
                <a:lnTo>
                  <a:pt x="2490195" y="3092501"/>
                </a:lnTo>
                <a:lnTo>
                  <a:pt x="2489788" y="3092686"/>
                </a:lnTo>
                <a:lnTo>
                  <a:pt x="2489377" y="3092861"/>
                </a:lnTo>
                <a:lnTo>
                  <a:pt x="2488962" y="3093025"/>
                </a:lnTo>
                <a:lnTo>
                  <a:pt x="2488542" y="3093180"/>
                </a:lnTo>
                <a:lnTo>
                  <a:pt x="2488117" y="3093325"/>
                </a:lnTo>
                <a:lnTo>
                  <a:pt x="2487687" y="3093459"/>
                </a:lnTo>
                <a:lnTo>
                  <a:pt x="2487252" y="3093584"/>
                </a:lnTo>
                <a:lnTo>
                  <a:pt x="2486813" y="3093699"/>
                </a:lnTo>
                <a:lnTo>
                  <a:pt x="2486370" y="3093804"/>
                </a:lnTo>
                <a:lnTo>
                  <a:pt x="2485921" y="3093898"/>
                </a:lnTo>
                <a:lnTo>
                  <a:pt x="2485468" y="3093983"/>
                </a:lnTo>
                <a:lnTo>
                  <a:pt x="2485010" y="3094058"/>
                </a:lnTo>
                <a:lnTo>
                  <a:pt x="2484547" y="3094123"/>
                </a:lnTo>
                <a:lnTo>
                  <a:pt x="2484080" y="3094178"/>
                </a:lnTo>
                <a:lnTo>
                  <a:pt x="2483608" y="3094223"/>
                </a:lnTo>
                <a:lnTo>
                  <a:pt x="2483132" y="3094258"/>
                </a:lnTo>
                <a:lnTo>
                  <a:pt x="2482650" y="3094283"/>
                </a:lnTo>
                <a:lnTo>
                  <a:pt x="2482164" y="3094298"/>
                </a:lnTo>
                <a:lnTo>
                  <a:pt x="2481673" y="3094303"/>
                </a:lnTo>
                <a:lnTo>
                  <a:pt x="2480933" y="3094293"/>
                </a:lnTo>
                <a:lnTo>
                  <a:pt x="2480207" y="3094266"/>
                </a:lnTo>
                <a:lnTo>
                  <a:pt x="2479494" y="3094221"/>
                </a:lnTo>
                <a:lnTo>
                  <a:pt x="2478794" y="3094157"/>
                </a:lnTo>
                <a:lnTo>
                  <a:pt x="2478109" y="3094075"/>
                </a:lnTo>
                <a:lnTo>
                  <a:pt x="2477436" y="3093975"/>
                </a:lnTo>
                <a:lnTo>
                  <a:pt x="2476777" y="3093857"/>
                </a:lnTo>
                <a:lnTo>
                  <a:pt x="2476132" y="3093720"/>
                </a:lnTo>
                <a:lnTo>
                  <a:pt x="2475500" y="3093565"/>
                </a:lnTo>
                <a:lnTo>
                  <a:pt x="2474881" y="3093393"/>
                </a:lnTo>
                <a:lnTo>
                  <a:pt x="2474276" y="3093202"/>
                </a:lnTo>
                <a:lnTo>
                  <a:pt x="2473685" y="3092992"/>
                </a:lnTo>
                <a:lnTo>
                  <a:pt x="2473107" y="3092765"/>
                </a:lnTo>
                <a:lnTo>
                  <a:pt x="2472542" y="3092519"/>
                </a:lnTo>
                <a:lnTo>
                  <a:pt x="2471991" y="3092255"/>
                </a:lnTo>
                <a:lnTo>
                  <a:pt x="2471454" y="3091973"/>
                </a:lnTo>
                <a:lnTo>
                  <a:pt x="2470930" y="3091673"/>
                </a:lnTo>
                <a:lnTo>
                  <a:pt x="2470420" y="3091354"/>
                </a:lnTo>
                <a:lnTo>
                  <a:pt x="2469923" y="3091018"/>
                </a:lnTo>
                <a:lnTo>
                  <a:pt x="2469439" y="3090663"/>
                </a:lnTo>
                <a:lnTo>
                  <a:pt x="2468969" y="3090290"/>
                </a:lnTo>
                <a:lnTo>
                  <a:pt x="2468513" y="3089898"/>
                </a:lnTo>
                <a:lnTo>
                  <a:pt x="2468070" y="3089489"/>
                </a:lnTo>
                <a:lnTo>
                  <a:pt x="2467640" y="3089061"/>
                </a:lnTo>
                <a:lnTo>
                  <a:pt x="2467240" y="3088615"/>
                </a:lnTo>
                <a:lnTo>
                  <a:pt x="2466857" y="3088149"/>
                </a:lnTo>
                <a:lnTo>
                  <a:pt x="2466491" y="3087664"/>
                </a:lnTo>
                <a:lnTo>
                  <a:pt x="2466142" y="3087159"/>
                </a:lnTo>
                <a:lnTo>
                  <a:pt x="2465810" y="3086635"/>
                </a:lnTo>
                <a:lnTo>
                  <a:pt x="2465495" y="3086092"/>
                </a:lnTo>
                <a:lnTo>
                  <a:pt x="2465198" y="3085529"/>
                </a:lnTo>
                <a:lnTo>
                  <a:pt x="2464917" y="3084947"/>
                </a:lnTo>
                <a:lnTo>
                  <a:pt x="2464653" y="3084346"/>
                </a:lnTo>
                <a:lnTo>
                  <a:pt x="2464406" y="3083725"/>
                </a:lnTo>
                <a:lnTo>
                  <a:pt x="2464176" y="3083085"/>
                </a:lnTo>
                <a:lnTo>
                  <a:pt x="2463963" y="3082425"/>
                </a:lnTo>
                <a:lnTo>
                  <a:pt x="2463768" y="3081747"/>
                </a:lnTo>
                <a:lnTo>
                  <a:pt x="2463589" y="3081048"/>
                </a:lnTo>
                <a:lnTo>
                  <a:pt x="2463427" y="3080331"/>
                </a:lnTo>
                <a:lnTo>
                  <a:pt x="2463282" y="3079594"/>
                </a:lnTo>
                <a:lnTo>
                  <a:pt x="2463155" y="3078837"/>
                </a:lnTo>
                <a:lnTo>
                  <a:pt x="2463044" y="3078061"/>
                </a:lnTo>
                <a:lnTo>
                  <a:pt x="2462951" y="3077266"/>
                </a:lnTo>
                <a:lnTo>
                  <a:pt x="2462874" y="3076452"/>
                </a:lnTo>
                <a:lnTo>
                  <a:pt x="2462814" y="3075618"/>
                </a:lnTo>
                <a:lnTo>
                  <a:pt x="2462772" y="3074765"/>
                </a:lnTo>
                <a:lnTo>
                  <a:pt x="2462746" y="3073892"/>
                </a:lnTo>
                <a:lnTo>
                  <a:pt x="2462738" y="3073000"/>
                </a:lnTo>
                <a:lnTo>
                  <a:pt x="2462738" y="3019406"/>
                </a:lnTo>
                <a:lnTo>
                  <a:pt x="2445662" y="3019406"/>
                </a:lnTo>
                <a:lnTo>
                  <a:pt x="2445662" y="3076212"/>
                </a:lnTo>
                <a:lnTo>
                  <a:pt x="2445676" y="3077509"/>
                </a:lnTo>
                <a:lnTo>
                  <a:pt x="2445719" y="3078778"/>
                </a:lnTo>
                <a:lnTo>
                  <a:pt x="2445791" y="3080019"/>
                </a:lnTo>
                <a:lnTo>
                  <a:pt x="2445892" y="3081233"/>
                </a:lnTo>
                <a:lnTo>
                  <a:pt x="2446021" y="3082419"/>
                </a:lnTo>
                <a:lnTo>
                  <a:pt x="2446180" y="3083577"/>
                </a:lnTo>
                <a:lnTo>
                  <a:pt x="2446367" y="3084708"/>
                </a:lnTo>
                <a:lnTo>
                  <a:pt x="2446582" y="3085812"/>
                </a:lnTo>
                <a:lnTo>
                  <a:pt x="2446827" y="3086887"/>
                </a:lnTo>
                <a:lnTo>
                  <a:pt x="2447100" y="3087935"/>
                </a:lnTo>
                <a:lnTo>
                  <a:pt x="2447402" y="3088956"/>
                </a:lnTo>
                <a:lnTo>
                  <a:pt x="2447733" y="3089949"/>
                </a:lnTo>
                <a:lnTo>
                  <a:pt x="2448092" y="3090914"/>
                </a:lnTo>
                <a:lnTo>
                  <a:pt x="2448481" y="3091852"/>
                </a:lnTo>
                <a:lnTo>
                  <a:pt x="2448898" y="3092762"/>
                </a:lnTo>
                <a:lnTo>
                  <a:pt x="2449344" y="3093645"/>
                </a:lnTo>
                <a:lnTo>
                  <a:pt x="2449818" y="3094500"/>
                </a:lnTo>
                <a:lnTo>
                  <a:pt x="2450322" y="3095327"/>
                </a:lnTo>
                <a:lnTo>
                  <a:pt x="2450854" y="3096127"/>
                </a:lnTo>
                <a:lnTo>
                  <a:pt x="2451415" y="3096900"/>
                </a:lnTo>
                <a:lnTo>
                  <a:pt x="2452004" y="3097644"/>
                </a:lnTo>
                <a:lnTo>
                  <a:pt x="2452623" y="3098361"/>
                </a:lnTo>
                <a:lnTo>
                  <a:pt x="2453270" y="3099051"/>
                </a:lnTo>
                <a:lnTo>
                  <a:pt x="2453946" y="3099713"/>
                </a:lnTo>
                <a:lnTo>
                  <a:pt x="2454660" y="3100347"/>
                </a:lnTo>
                <a:lnTo>
                  <a:pt x="2455393" y="3100955"/>
                </a:lnTo>
                <a:lnTo>
                  <a:pt x="2456144" y="3101536"/>
                </a:lnTo>
                <a:lnTo>
                  <a:pt x="2456914" y="3102089"/>
                </a:lnTo>
                <a:lnTo>
                  <a:pt x="2457703" y="3102616"/>
                </a:lnTo>
                <a:lnTo>
                  <a:pt x="2458511" y="3103115"/>
                </a:lnTo>
                <a:lnTo>
                  <a:pt x="2459337" y="3103588"/>
                </a:lnTo>
                <a:lnTo>
                  <a:pt x="2460183" y="3104033"/>
                </a:lnTo>
                <a:lnTo>
                  <a:pt x="2461047" y="3104452"/>
                </a:lnTo>
                <a:lnTo>
                  <a:pt x="2461930" y="3104843"/>
                </a:lnTo>
                <a:lnTo>
                  <a:pt x="2462832" y="3105208"/>
                </a:lnTo>
                <a:lnTo>
                  <a:pt x="2463752" y="3105546"/>
                </a:lnTo>
                <a:lnTo>
                  <a:pt x="2464691" y="3105856"/>
                </a:lnTo>
                <a:lnTo>
                  <a:pt x="2465649" y="3106140"/>
                </a:lnTo>
                <a:lnTo>
                  <a:pt x="2466626" y="3106396"/>
                </a:lnTo>
                <a:lnTo>
                  <a:pt x="2467622" y="3106626"/>
                </a:lnTo>
                <a:lnTo>
                  <a:pt x="2468636" y="3106828"/>
                </a:lnTo>
                <a:lnTo>
                  <a:pt x="2469670" y="3107004"/>
                </a:lnTo>
                <a:lnTo>
                  <a:pt x="2470722" y="3107152"/>
                </a:lnTo>
                <a:lnTo>
                  <a:pt x="2471792" y="3107274"/>
                </a:lnTo>
                <a:lnTo>
                  <a:pt x="2472882" y="3107368"/>
                </a:lnTo>
                <a:lnTo>
                  <a:pt x="2473990" y="3107436"/>
                </a:lnTo>
                <a:lnTo>
                  <a:pt x="2475117" y="3107476"/>
                </a:lnTo>
                <a:lnTo>
                  <a:pt x="2476263" y="3107490"/>
                </a:lnTo>
                <a:lnTo>
                  <a:pt x="2476810" y="3107487"/>
                </a:lnTo>
                <a:lnTo>
                  <a:pt x="2477353" y="3107478"/>
                </a:lnTo>
                <a:lnTo>
                  <a:pt x="2477890" y="3107463"/>
                </a:lnTo>
                <a:lnTo>
                  <a:pt x="2478424" y="3107443"/>
                </a:lnTo>
                <a:lnTo>
                  <a:pt x="2478952" y="3107416"/>
                </a:lnTo>
                <a:lnTo>
                  <a:pt x="2479475" y="3107384"/>
                </a:lnTo>
                <a:lnTo>
                  <a:pt x="2479994" y="3107346"/>
                </a:lnTo>
                <a:close/>
                <a:moveTo>
                  <a:pt x="2771341" y="3098603"/>
                </a:moveTo>
                <a:lnTo>
                  <a:pt x="2771698" y="3098963"/>
                </a:lnTo>
                <a:lnTo>
                  <a:pt x="2772064" y="3099318"/>
                </a:lnTo>
                <a:lnTo>
                  <a:pt x="2772440" y="3099668"/>
                </a:lnTo>
                <a:lnTo>
                  <a:pt x="2772825" y="3100012"/>
                </a:lnTo>
                <a:lnTo>
                  <a:pt x="2773219" y="3100351"/>
                </a:lnTo>
                <a:lnTo>
                  <a:pt x="2773623" y="3100685"/>
                </a:lnTo>
                <a:lnTo>
                  <a:pt x="2774036" y="3101013"/>
                </a:lnTo>
                <a:lnTo>
                  <a:pt x="2774459" y="3101336"/>
                </a:lnTo>
                <a:lnTo>
                  <a:pt x="2774891" y="3101654"/>
                </a:lnTo>
                <a:lnTo>
                  <a:pt x="2775333" y="3101967"/>
                </a:lnTo>
                <a:lnTo>
                  <a:pt x="2775783" y="3102274"/>
                </a:lnTo>
                <a:lnTo>
                  <a:pt x="2776244" y="3102576"/>
                </a:lnTo>
                <a:lnTo>
                  <a:pt x="2776713" y="3102873"/>
                </a:lnTo>
                <a:lnTo>
                  <a:pt x="2777192" y="3103164"/>
                </a:lnTo>
                <a:lnTo>
                  <a:pt x="2777681" y="3103451"/>
                </a:lnTo>
                <a:lnTo>
                  <a:pt x="2778178" y="3103732"/>
                </a:lnTo>
                <a:lnTo>
                  <a:pt x="2778686" y="3104007"/>
                </a:lnTo>
                <a:lnTo>
                  <a:pt x="2779202" y="3104278"/>
                </a:lnTo>
                <a:lnTo>
                  <a:pt x="2779741" y="3104540"/>
                </a:lnTo>
                <a:lnTo>
                  <a:pt x="2780288" y="3104791"/>
                </a:lnTo>
                <a:lnTo>
                  <a:pt x="2780843" y="3105030"/>
                </a:lnTo>
                <a:lnTo>
                  <a:pt x="2781405" y="3105259"/>
                </a:lnTo>
                <a:lnTo>
                  <a:pt x="2781975" y="3105477"/>
                </a:lnTo>
                <a:lnTo>
                  <a:pt x="2782552" y="3105683"/>
                </a:lnTo>
                <a:lnTo>
                  <a:pt x="2783137" y="3105878"/>
                </a:lnTo>
                <a:lnTo>
                  <a:pt x="2783730" y="3106062"/>
                </a:lnTo>
                <a:lnTo>
                  <a:pt x="2784330" y="3106235"/>
                </a:lnTo>
                <a:lnTo>
                  <a:pt x="2784938" y="3106397"/>
                </a:lnTo>
                <a:lnTo>
                  <a:pt x="2785553" y="3106547"/>
                </a:lnTo>
                <a:lnTo>
                  <a:pt x="2786176" y="3106687"/>
                </a:lnTo>
                <a:lnTo>
                  <a:pt x="2786807" y="3106815"/>
                </a:lnTo>
                <a:lnTo>
                  <a:pt x="2787446" y="3106932"/>
                </a:lnTo>
                <a:lnTo>
                  <a:pt x="2788092" y="3107038"/>
                </a:lnTo>
                <a:lnTo>
                  <a:pt x="2788745" y="3107133"/>
                </a:lnTo>
                <a:lnTo>
                  <a:pt x="2789407" y="3107217"/>
                </a:lnTo>
                <a:lnTo>
                  <a:pt x="2790076" y="3107289"/>
                </a:lnTo>
                <a:lnTo>
                  <a:pt x="2790752" y="3107350"/>
                </a:lnTo>
                <a:lnTo>
                  <a:pt x="2791436" y="3107401"/>
                </a:lnTo>
                <a:lnTo>
                  <a:pt x="2792128" y="3107440"/>
                </a:lnTo>
                <a:lnTo>
                  <a:pt x="2792828" y="3107468"/>
                </a:lnTo>
                <a:lnTo>
                  <a:pt x="2793535" y="3107484"/>
                </a:lnTo>
                <a:lnTo>
                  <a:pt x="2794249" y="3107490"/>
                </a:lnTo>
                <a:lnTo>
                  <a:pt x="2795049" y="3107481"/>
                </a:lnTo>
                <a:lnTo>
                  <a:pt x="2795843" y="3107456"/>
                </a:lnTo>
                <a:lnTo>
                  <a:pt x="2796630" y="3107413"/>
                </a:lnTo>
                <a:lnTo>
                  <a:pt x="2797410" y="3107354"/>
                </a:lnTo>
                <a:lnTo>
                  <a:pt x="2798184" y="3107277"/>
                </a:lnTo>
                <a:lnTo>
                  <a:pt x="2798952" y="3107183"/>
                </a:lnTo>
                <a:lnTo>
                  <a:pt x="2799713" y="3107073"/>
                </a:lnTo>
                <a:lnTo>
                  <a:pt x="2800467" y="3106945"/>
                </a:lnTo>
                <a:lnTo>
                  <a:pt x="2801215" y="3106800"/>
                </a:lnTo>
                <a:lnTo>
                  <a:pt x="2801957" y="3106639"/>
                </a:lnTo>
                <a:lnTo>
                  <a:pt x="2802692" y="3106460"/>
                </a:lnTo>
                <a:lnTo>
                  <a:pt x="2803421" y="3106264"/>
                </a:lnTo>
                <a:lnTo>
                  <a:pt x="2804144" y="3106051"/>
                </a:lnTo>
                <a:lnTo>
                  <a:pt x="2804859" y="3105821"/>
                </a:lnTo>
                <a:lnTo>
                  <a:pt x="2805569" y="3105575"/>
                </a:lnTo>
                <a:lnTo>
                  <a:pt x="2806272" y="3105311"/>
                </a:lnTo>
                <a:lnTo>
                  <a:pt x="2806968" y="3105030"/>
                </a:lnTo>
                <a:lnTo>
                  <a:pt x="2807658" y="3104732"/>
                </a:lnTo>
                <a:lnTo>
                  <a:pt x="2808342" y="3104417"/>
                </a:lnTo>
                <a:lnTo>
                  <a:pt x="2809019" y="3104085"/>
                </a:lnTo>
                <a:lnTo>
                  <a:pt x="2809690" y="3103736"/>
                </a:lnTo>
                <a:lnTo>
                  <a:pt x="2810354" y="3103370"/>
                </a:lnTo>
                <a:lnTo>
                  <a:pt x="2811012" y="3102987"/>
                </a:lnTo>
                <a:lnTo>
                  <a:pt x="2811663" y="3102587"/>
                </a:lnTo>
                <a:lnTo>
                  <a:pt x="2812320" y="3102156"/>
                </a:lnTo>
                <a:lnTo>
                  <a:pt x="2812965" y="3101710"/>
                </a:lnTo>
                <a:lnTo>
                  <a:pt x="2813600" y="3101248"/>
                </a:lnTo>
                <a:lnTo>
                  <a:pt x="2814223" y="3100769"/>
                </a:lnTo>
                <a:lnTo>
                  <a:pt x="2814835" y="3100275"/>
                </a:lnTo>
                <a:lnTo>
                  <a:pt x="2815436" y="3099766"/>
                </a:lnTo>
                <a:lnTo>
                  <a:pt x="2816025" y="3099240"/>
                </a:lnTo>
                <a:lnTo>
                  <a:pt x="2816604" y="3098698"/>
                </a:lnTo>
                <a:lnTo>
                  <a:pt x="2817171" y="3098141"/>
                </a:lnTo>
                <a:lnTo>
                  <a:pt x="2817727" y="3097568"/>
                </a:lnTo>
                <a:lnTo>
                  <a:pt x="2818272" y="3096979"/>
                </a:lnTo>
                <a:lnTo>
                  <a:pt x="2818806" y="3096374"/>
                </a:lnTo>
                <a:lnTo>
                  <a:pt x="2819329" y="3095753"/>
                </a:lnTo>
                <a:lnTo>
                  <a:pt x="2819841" y="3095116"/>
                </a:lnTo>
                <a:lnTo>
                  <a:pt x="2820341" y="3094464"/>
                </a:lnTo>
                <a:lnTo>
                  <a:pt x="2820830" y="3093795"/>
                </a:lnTo>
                <a:lnTo>
                  <a:pt x="2821309" y="3093111"/>
                </a:lnTo>
                <a:lnTo>
                  <a:pt x="2821776" y="3092411"/>
                </a:lnTo>
                <a:lnTo>
                  <a:pt x="2822231" y="3091695"/>
                </a:lnTo>
                <a:lnTo>
                  <a:pt x="2822676" y="3090963"/>
                </a:lnTo>
                <a:lnTo>
                  <a:pt x="2823110" y="3090216"/>
                </a:lnTo>
                <a:lnTo>
                  <a:pt x="2823532" y="3089452"/>
                </a:lnTo>
                <a:lnTo>
                  <a:pt x="2823943" y="3088673"/>
                </a:lnTo>
                <a:lnTo>
                  <a:pt x="2824343" y="3087878"/>
                </a:lnTo>
                <a:lnTo>
                  <a:pt x="2824729" y="3087053"/>
                </a:lnTo>
                <a:lnTo>
                  <a:pt x="2825099" y="3086213"/>
                </a:lnTo>
                <a:lnTo>
                  <a:pt x="2825453" y="3085358"/>
                </a:lnTo>
                <a:lnTo>
                  <a:pt x="2825790" y="3084487"/>
                </a:lnTo>
                <a:lnTo>
                  <a:pt x="2826110" y="3083601"/>
                </a:lnTo>
                <a:lnTo>
                  <a:pt x="2826414" y="3082700"/>
                </a:lnTo>
                <a:lnTo>
                  <a:pt x="2826702" y="3081784"/>
                </a:lnTo>
                <a:lnTo>
                  <a:pt x="2826973" y="3080852"/>
                </a:lnTo>
                <a:lnTo>
                  <a:pt x="2827228" y="3079905"/>
                </a:lnTo>
                <a:lnTo>
                  <a:pt x="2827466" y="3078943"/>
                </a:lnTo>
                <a:lnTo>
                  <a:pt x="2827688" y="3077966"/>
                </a:lnTo>
                <a:lnTo>
                  <a:pt x="2827894" y="3076973"/>
                </a:lnTo>
                <a:lnTo>
                  <a:pt x="2828083" y="3075965"/>
                </a:lnTo>
                <a:lnTo>
                  <a:pt x="2828255" y="3074942"/>
                </a:lnTo>
                <a:lnTo>
                  <a:pt x="2828411" y="3073903"/>
                </a:lnTo>
                <a:lnTo>
                  <a:pt x="2828551" y="3072850"/>
                </a:lnTo>
                <a:lnTo>
                  <a:pt x="2828674" y="3071781"/>
                </a:lnTo>
                <a:lnTo>
                  <a:pt x="2828781" y="3070696"/>
                </a:lnTo>
                <a:lnTo>
                  <a:pt x="2828872" y="3069597"/>
                </a:lnTo>
                <a:lnTo>
                  <a:pt x="2828946" y="3068482"/>
                </a:lnTo>
                <a:lnTo>
                  <a:pt x="2829003" y="3067352"/>
                </a:lnTo>
                <a:lnTo>
                  <a:pt x="2829044" y="3066207"/>
                </a:lnTo>
                <a:lnTo>
                  <a:pt x="2829069" y="3065046"/>
                </a:lnTo>
                <a:lnTo>
                  <a:pt x="2829077" y="3063870"/>
                </a:lnTo>
                <a:lnTo>
                  <a:pt x="2829077" y="3061672"/>
                </a:lnTo>
                <a:lnTo>
                  <a:pt x="2829069" y="3060400"/>
                </a:lnTo>
                <a:lnTo>
                  <a:pt x="2829046" y="3059148"/>
                </a:lnTo>
                <a:lnTo>
                  <a:pt x="2829006" y="3057916"/>
                </a:lnTo>
                <a:lnTo>
                  <a:pt x="2828950" y="3056704"/>
                </a:lnTo>
                <a:lnTo>
                  <a:pt x="2828879" y="3055512"/>
                </a:lnTo>
                <a:lnTo>
                  <a:pt x="2828792" y="3054339"/>
                </a:lnTo>
                <a:lnTo>
                  <a:pt x="2828689" y="3053187"/>
                </a:lnTo>
                <a:lnTo>
                  <a:pt x="2828570" y="3052054"/>
                </a:lnTo>
                <a:lnTo>
                  <a:pt x="2828435" y="3050942"/>
                </a:lnTo>
                <a:lnTo>
                  <a:pt x="2828285" y="3049850"/>
                </a:lnTo>
                <a:lnTo>
                  <a:pt x="2828118" y="3048777"/>
                </a:lnTo>
                <a:lnTo>
                  <a:pt x="2827936" y="3047725"/>
                </a:lnTo>
                <a:lnTo>
                  <a:pt x="2827738" y="3046692"/>
                </a:lnTo>
                <a:lnTo>
                  <a:pt x="2827524" y="3045679"/>
                </a:lnTo>
                <a:lnTo>
                  <a:pt x="2827294" y="3044687"/>
                </a:lnTo>
                <a:lnTo>
                  <a:pt x="2827048" y="3043714"/>
                </a:lnTo>
                <a:lnTo>
                  <a:pt x="2826787" y="3042761"/>
                </a:lnTo>
                <a:lnTo>
                  <a:pt x="2826510" y="3041828"/>
                </a:lnTo>
                <a:lnTo>
                  <a:pt x="2826216" y="3040916"/>
                </a:lnTo>
                <a:lnTo>
                  <a:pt x="2825907" y="3040023"/>
                </a:lnTo>
                <a:lnTo>
                  <a:pt x="2825582" y="3039150"/>
                </a:lnTo>
                <a:lnTo>
                  <a:pt x="2825242" y="3038297"/>
                </a:lnTo>
                <a:lnTo>
                  <a:pt x="2824885" y="3037464"/>
                </a:lnTo>
                <a:lnTo>
                  <a:pt x="2824512" y="3036651"/>
                </a:lnTo>
                <a:lnTo>
                  <a:pt x="2824140" y="3035856"/>
                </a:lnTo>
                <a:lnTo>
                  <a:pt x="2823756" y="3035080"/>
                </a:lnTo>
                <a:lnTo>
                  <a:pt x="2823361" y="3034321"/>
                </a:lnTo>
                <a:lnTo>
                  <a:pt x="2822953" y="3033579"/>
                </a:lnTo>
                <a:lnTo>
                  <a:pt x="2822534" y="3032855"/>
                </a:lnTo>
                <a:lnTo>
                  <a:pt x="2822103" y="3032149"/>
                </a:lnTo>
                <a:lnTo>
                  <a:pt x="2821661" y="3031461"/>
                </a:lnTo>
                <a:lnTo>
                  <a:pt x="2821206" y="3030790"/>
                </a:lnTo>
                <a:lnTo>
                  <a:pt x="2820740" y="3030136"/>
                </a:lnTo>
                <a:lnTo>
                  <a:pt x="2820262" y="3029500"/>
                </a:lnTo>
                <a:lnTo>
                  <a:pt x="2819773" y="3028882"/>
                </a:lnTo>
                <a:lnTo>
                  <a:pt x="2819271" y="3028282"/>
                </a:lnTo>
                <a:lnTo>
                  <a:pt x="2818758" y="3027699"/>
                </a:lnTo>
                <a:lnTo>
                  <a:pt x="2818233" y="3027134"/>
                </a:lnTo>
                <a:lnTo>
                  <a:pt x="2817697" y="3026586"/>
                </a:lnTo>
                <a:lnTo>
                  <a:pt x="2817149" y="3026056"/>
                </a:lnTo>
                <a:lnTo>
                  <a:pt x="2816588" y="3025543"/>
                </a:lnTo>
                <a:lnTo>
                  <a:pt x="2816017" y="3025048"/>
                </a:lnTo>
                <a:lnTo>
                  <a:pt x="2815433" y="3024571"/>
                </a:lnTo>
                <a:lnTo>
                  <a:pt x="2814838" y="3024111"/>
                </a:lnTo>
                <a:lnTo>
                  <a:pt x="2814231" y="3023669"/>
                </a:lnTo>
                <a:lnTo>
                  <a:pt x="2813612" y="3023245"/>
                </a:lnTo>
                <a:lnTo>
                  <a:pt x="2812982" y="3022838"/>
                </a:lnTo>
                <a:lnTo>
                  <a:pt x="2812339" y="3022449"/>
                </a:lnTo>
                <a:lnTo>
                  <a:pt x="2811702" y="3022063"/>
                </a:lnTo>
                <a:lnTo>
                  <a:pt x="2811056" y="3021693"/>
                </a:lnTo>
                <a:lnTo>
                  <a:pt x="2810403" y="3021339"/>
                </a:lnTo>
                <a:lnTo>
                  <a:pt x="2809742" y="3021003"/>
                </a:lnTo>
                <a:lnTo>
                  <a:pt x="2809074" y="3020682"/>
                </a:lnTo>
                <a:lnTo>
                  <a:pt x="2808398" y="3020378"/>
                </a:lnTo>
                <a:lnTo>
                  <a:pt x="2807715" y="3020090"/>
                </a:lnTo>
                <a:lnTo>
                  <a:pt x="2807023" y="3019819"/>
                </a:lnTo>
                <a:lnTo>
                  <a:pt x="2806324" y="3019564"/>
                </a:lnTo>
                <a:lnTo>
                  <a:pt x="2805618" y="3019326"/>
                </a:lnTo>
                <a:lnTo>
                  <a:pt x="2804904" y="3019104"/>
                </a:lnTo>
                <a:lnTo>
                  <a:pt x="2804182" y="3018899"/>
                </a:lnTo>
                <a:lnTo>
                  <a:pt x="2803453" y="3018710"/>
                </a:lnTo>
                <a:lnTo>
                  <a:pt x="2802716" y="3018537"/>
                </a:lnTo>
                <a:lnTo>
                  <a:pt x="2801971" y="3018381"/>
                </a:lnTo>
                <a:lnTo>
                  <a:pt x="2801219" y="3018241"/>
                </a:lnTo>
                <a:lnTo>
                  <a:pt x="2800459" y="3018118"/>
                </a:lnTo>
                <a:lnTo>
                  <a:pt x="2799691" y="3018011"/>
                </a:lnTo>
                <a:lnTo>
                  <a:pt x="2798916" y="3017921"/>
                </a:lnTo>
                <a:lnTo>
                  <a:pt x="2798133" y="3017847"/>
                </a:lnTo>
                <a:lnTo>
                  <a:pt x="2797343" y="3017789"/>
                </a:lnTo>
                <a:lnTo>
                  <a:pt x="2796545" y="3017748"/>
                </a:lnTo>
                <a:lnTo>
                  <a:pt x="2795739" y="3017723"/>
                </a:lnTo>
                <a:lnTo>
                  <a:pt x="2794925" y="3017715"/>
                </a:lnTo>
                <a:lnTo>
                  <a:pt x="2794141" y="3017721"/>
                </a:lnTo>
                <a:lnTo>
                  <a:pt x="2793365" y="3017740"/>
                </a:lnTo>
                <a:lnTo>
                  <a:pt x="2792598" y="3017771"/>
                </a:lnTo>
                <a:lnTo>
                  <a:pt x="2791840" y="3017814"/>
                </a:lnTo>
                <a:lnTo>
                  <a:pt x="2791091" y="3017869"/>
                </a:lnTo>
                <a:lnTo>
                  <a:pt x="2790350" y="3017937"/>
                </a:lnTo>
                <a:lnTo>
                  <a:pt x="2789618" y="3018017"/>
                </a:lnTo>
                <a:lnTo>
                  <a:pt x="2788895" y="3018110"/>
                </a:lnTo>
                <a:lnTo>
                  <a:pt x="2788181" y="3018214"/>
                </a:lnTo>
                <a:lnTo>
                  <a:pt x="2787476" y="3018332"/>
                </a:lnTo>
                <a:lnTo>
                  <a:pt x="2786780" y="3018461"/>
                </a:lnTo>
                <a:lnTo>
                  <a:pt x="2786092" y="3018603"/>
                </a:lnTo>
                <a:lnTo>
                  <a:pt x="2785413" y="3018757"/>
                </a:lnTo>
                <a:lnTo>
                  <a:pt x="2784743" y="3018923"/>
                </a:lnTo>
                <a:lnTo>
                  <a:pt x="2784082" y="3019102"/>
                </a:lnTo>
                <a:lnTo>
                  <a:pt x="2783429" y="3019293"/>
                </a:lnTo>
                <a:lnTo>
                  <a:pt x="2782785" y="3019497"/>
                </a:lnTo>
                <a:lnTo>
                  <a:pt x="2782150" y="3019712"/>
                </a:lnTo>
                <a:lnTo>
                  <a:pt x="2781524" y="3019940"/>
                </a:lnTo>
                <a:lnTo>
                  <a:pt x="2780907" y="3020181"/>
                </a:lnTo>
                <a:lnTo>
                  <a:pt x="2780299" y="3020433"/>
                </a:lnTo>
                <a:lnTo>
                  <a:pt x="2779699" y="3020698"/>
                </a:lnTo>
                <a:lnTo>
                  <a:pt x="2779108" y="3020976"/>
                </a:lnTo>
                <a:lnTo>
                  <a:pt x="2778526" y="3021266"/>
                </a:lnTo>
                <a:lnTo>
                  <a:pt x="2777968" y="3021567"/>
                </a:lnTo>
                <a:lnTo>
                  <a:pt x="2777420" y="3021881"/>
                </a:lnTo>
                <a:lnTo>
                  <a:pt x="2776883" y="3022206"/>
                </a:lnTo>
                <a:lnTo>
                  <a:pt x="2776356" y="3022543"/>
                </a:lnTo>
                <a:lnTo>
                  <a:pt x="2775840" y="3022892"/>
                </a:lnTo>
                <a:lnTo>
                  <a:pt x="2775335" y="3023252"/>
                </a:lnTo>
                <a:lnTo>
                  <a:pt x="2774840" y="3023624"/>
                </a:lnTo>
                <a:lnTo>
                  <a:pt x="2774356" y="3024008"/>
                </a:lnTo>
                <a:lnTo>
                  <a:pt x="2773882" y="3024404"/>
                </a:lnTo>
                <a:lnTo>
                  <a:pt x="2773419" y="3024811"/>
                </a:lnTo>
                <a:lnTo>
                  <a:pt x="2772966" y="3025230"/>
                </a:lnTo>
                <a:lnTo>
                  <a:pt x="2772524" y="3025661"/>
                </a:lnTo>
                <a:lnTo>
                  <a:pt x="2772092" y="3026104"/>
                </a:lnTo>
                <a:lnTo>
                  <a:pt x="2771672" y="3026558"/>
                </a:lnTo>
                <a:lnTo>
                  <a:pt x="2771261" y="3027024"/>
                </a:lnTo>
                <a:lnTo>
                  <a:pt x="2770861" y="3027502"/>
                </a:lnTo>
                <a:lnTo>
                  <a:pt x="2770472" y="3027992"/>
                </a:lnTo>
                <a:lnTo>
                  <a:pt x="2770094" y="3028493"/>
                </a:lnTo>
                <a:lnTo>
                  <a:pt x="2769726" y="3029006"/>
                </a:lnTo>
                <a:lnTo>
                  <a:pt x="2769368" y="3029531"/>
                </a:lnTo>
                <a:lnTo>
                  <a:pt x="2769021" y="3030068"/>
                </a:lnTo>
                <a:lnTo>
                  <a:pt x="2768685" y="3030616"/>
                </a:lnTo>
                <a:lnTo>
                  <a:pt x="2768359" y="3031176"/>
                </a:lnTo>
                <a:lnTo>
                  <a:pt x="2768044" y="3031748"/>
                </a:lnTo>
                <a:lnTo>
                  <a:pt x="2766184" y="3019406"/>
                </a:lnTo>
                <a:lnTo>
                  <a:pt x="2752490" y="3019406"/>
                </a:lnTo>
                <a:lnTo>
                  <a:pt x="2752490" y="3136400"/>
                </a:lnTo>
                <a:lnTo>
                  <a:pt x="2769397" y="3136400"/>
                </a:lnTo>
                <a:lnTo>
                  <a:pt x="2769397" y="3096331"/>
                </a:lnTo>
                <a:lnTo>
                  <a:pt x="2769697" y="3096723"/>
                </a:lnTo>
                <a:lnTo>
                  <a:pt x="2770007" y="3097110"/>
                </a:lnTo>
                <a:lnTo>
                  <a:pt x="2770326" y="3097491"/>
                </a:lnTo>
                <a:lnTo>
                  <a:pt x="2770655" y="3097867"/>
                </a:lnTo>
                <a:lnTo>
                  <a:pt x="2770993" y="3098238"/>
                </a:lnTo>
                <a:lnTo>
                  <a:pt x="2771341" y="3098603"/>
                </a:lnTo>
                <a:close/>
                <a:moveTo>
                  <a:pt x="2785026" y="3094565"/>
                </a:moveTo>
                <a:lnTo>
                  <a:pt x="2784346" y="3094366"/>
                </a:lnTo>
                <a:lnTo>
                  <a:pt x="2783677" y="3094143"/>
                </a:lnTo>
                <a:lnTo>
                  <a:pt x="2783019" y="3093896"/>
                </a:lnTo>
                <a:lnTo>
                  <a:pt x="2782372" y="3093626"/>
                </a:lnTo>
                <a:lnTo>
                  <a:pt x="2781737" y="3093333"/>
                </a:lnTo>
                <a:lnTo>
                  <a:pt x="2781113" y="3093016"/>
                </a:lnTo>
                <a:lnTo>
                  <a:pt x="2780499" y="3092675"/>
                </a:lnTo>
                <a:lnTo>
                  <a:pt x="2779897" y="3092311"/>
                </a:lnTo>
                <a:lnTo>
                  <a:pt x="2779307" y="3091924"/>
                </a:lnTo>
                <a:lnTo>
                  <a:pt x="2778727" y="3091513"/>
                </a:lnTo>
                <a:lnTo>
                  <a:pt x="2778158" y="3091079"/>
                </a:lnTo>
                <a:lnTo>
                  <a:pt x="2777601" y="3090621"/>
                </a:lnTo>
                <a:lnTo>
                  <a:pt x="2777055" y="3090139"/>
                </a:lnTo>
                <a:lnTo>
                  <a:pt x="2776520" y="3089634"/>
                </a:lnTo>
                <a:lnTo>
                  <a:pt x="2775996" y="3089106"/>
                </a:lnTo>
                <a:lnTo>
                  <a:pt x="2775483" y="3088554"/>
                </a:lnTo>
                <a:lnTo>
                  <a:pt x="2774986" y="3087978"/>
                </a:lnTo>
                <a:lnTo>
                  <a:pt x="2774511" y="3087376"/>
                </a:lnTo>
                <a:lnTo>
                  <a:pt x="2774056" y="3086747"/>
                </a:lnTo>
                <a:lnTo>
                  <a:pt x="2773623" y="3086093"/>
                </a:lnTo>
                <a:lnTo>
                  <a:pt x="2773211" y="3085414"/>
                </a:lnTo>
                <a:lnTo>
                  <a:pt x="2772820" y="3084708"/>
                </a:lnTo>
                <a:lnTo>
                  <a:pt x="2772450" y="3083976"/>
                </a:lnTo>
                <a:lnTo>
                  <a:pt x="2772101" y="3083219"/>
                </a:lnTo>
                <a:lnTo>
                  <a:pt x="2771774" y="3082436"/>
                </a:lnTo>
                <a:lnTo>
                  <a:pt x="2771467" y="3081627"/>
                </a:lnTo>
                <a:lnTo>
                  <a:pt x="2771182" y="3080792"/>
                </a:lnTo>
                <a:lnTo>
                  <a:pt x="2770918" y="3079932"/>
                </a:lnTo>
                <a:lnTo>
                  <a:pt x="2770675" y="3079045"/>
                </a:lnTo>
                <a:lnTo>
                  <a:pt x="2770453" y="3078133"/>
                </a:lnTo>
                <a:lnTo>
                  <a:pt x="2770252" y="3077195"/>
                </a:lnTo>
                <a:lnTo>
                  <a:pt x="2770073" y="3076231"/>
                </a:lnTo>
                <a:lnTo>
                  <a:pt x="2769914" y="3075241"/>
                </a:lnTo>
                <a:lnTo>
                  <a:pt x="2769777" y="3074226"/>
                </a:lnTo>
                <a:lnTo>
                  <a:pt x="2769661" y="3073184"/>
                </a:lnTo>
                <a:lnTo>
                  <a:pt x="2769566" y="3072117"/>
                </a:lnTo>
                <a:lnTo>
                  <a:pt x="2769492" y="3071024"/>
                </a:lnTo>
                <a:lnTo>
                  <a:pt x="2769439" y="3069905"/>
                </a:lnTo>
                <a:lnTo>
                  <a:pt x="2769407" y="3068760"/>
                </a:lnTo>
                <a:lnTo>
                  <a:pt x="2769397" y="3067590"/>
                </a:lnTo>
                <a:lnTo>
                  <a:pt x="2769397" y="3057784"/>
                </a:lnTo>
                <a:lnTo>
                  <a:pt x="2769402" y="3056918"/>
                </a:lnTo>
                <a:lnTo>
                  <a:pt x="2769418" y="3056068"/>
                </a:lnTo>
                <a:lnTo>
                  <a:pt x="2769444" y="3055232"/>
                </a:lnTo>
                <a:lnTo>
                  <a:pt x="2769481" y="3054412"/>
                </a:lnTo>
                <a:lnTo>
                  <a:pt x="2769529" y="3053607"/>
                </a:lnTo>
                <a:lnTo>
                  <a:pt x="2769587" y="3052818"/>
                </a:lnTo>
                <a:lnTo>
                  <a:pt x="2769655" y="3052043"/>
                </a:lnTo>
                <a:lnTo>
                  <a:pt x="2769735" y="3051284"/>
                </a:lnTo>
                <a:lnTo>
                  <a:pt x="2769824" y="3050541"/>
                </a:lnTo>
                <a:lnTo>
                  <a:pt x="2769925" y="3049812"/>
                </a:lnTo>
                <a:lnTo>
                  <a:pt x="2770036" y="3049099"/>
                </a:lnTo>
                <a:lnTo>
                  <a:pt x="2770157" y="3048401"/>
                </a:lnTo>
                <a:lnTo>
                  <a:pt x="2770289" y="3047718"/>
                </a:lnTo>
                <a:lnTo>
                  <a:pt x="2770432" y="3047051"/>
                </a:lnTo>
                <a:lnTo>
                  <a:pt x="2770585" y="3046398"/>
                </a:lnTo>
                <a:lnTo>
                  <a:pt x="2770749" y="3045761"/>
                </a:lnTo>
                <a:lnTo>
                  <a:pt x="2770923" y="3045140"/>
                </a:lnTo>
                <a:lnTo>
                  <a:pt x="2771108" y="3044533"/>
                </a:lnTo>
                <a:lnTo>
                  <a:pt x="2771304" y="3043942"/>
                </a:lnTo>
                <a:lnTo>
                  <a:pt x="2771510" y="3043366"/>
                </a:lnTo>
                <a:lnTo>
                  <a:pt x="2771726" y="3042806"/>
                </a:lnTo>
                <a:lnTo>
                  <a:pt x="2771954" y="3042260"/>
                </a:lnTo>
                <a:lnTo>
                  <a:pt x="2772191" y="3041730"/>
                </a:lnTo>
                <a:lnTo>
                  <a:pt x="2772440" y="3041216"/>
                </a:lnTo>
                <a:lnTo>
                  <a:pt x="2772697" y="3040701"/>
                </a:lnTo>
                <a:lnTo>
                  <a:pt x="2772960" y="3040199"/>
                </a:lnTo>
                <a:lnTo>
                  <a:pt x="2773230" y="3039710"/>
                </a:lnTo>
                <a:lnTo>
                  <a:pt x="2773506" y="3039234"/>
                </a:lnTo>
                <a:lnTo>
                  <a:pt x="2773788" y="3038771"/>
                </a:lnTo>
                <a:lnTo>
                  <a:pt x="2774078" y="3038320"/>
                </a:lnTo>
                <a:lnTo>
                  <a:pt x="2774373" y="3037883"/>
                </a:lnTo>
                <a:lnTo>
                  <a:pt x="2774675" y="3037458"/>
                </a:lnTo>
                <a:lnTo>
                  <a:pt x="2774984" y="3037047"/>
                </a:lnTo>
                <a:lnTo>
                  <a:pt x="2775299" y="3036648"/>
                </a:lnTo>
                <a:lnTo>
                  <a:pt x="2775620" y="3036263"/>
                </a:lnTo>
                <a:lnTo>
                  <a:pt x="2775948" y="3035890"/>
                </a:lnTo>
                <a:lnTo>
                  <a:pt x="2776282" y="3035530"/>
                </a:lnTo>
                <a:lnTo>
                  <a:pt x="2776623" y="3035183"/>
                </a:lnTo>
                <a:lnTo>
                  <a:pt x="2776970" y="3034849"/>
                </a:lnTo>
                <a:lnTo>
                  <a:pt x="2777324" y="3034528"/>
                </a:lnTo>
                <a:lnTo>
                  <a:pt x="2777684" y="3034220"/>
                </a:lnTo>
                <a:lnTo>
                  <a:pt x="2778051" y="3033924"/>
                </a:lnTo>
                <a:lnTo>
                  <a:pt x="2778424" y="3033642"/>
                </a:lnTo>
                <a:lnTo>
                  <a:pt x="2778803" y="3033373"/>
                </a:lnTo>
                <a:lnTo>
                  <a:pt x="2779189" y="3033116"/>
                </a:lnTo>
                <a:lnTo>
                  <a:pt x="2779582" y="3032872"/>
                </a:lnTo>
                <a:lnTo>
                  <a:pt x="2779981" y="3032642"/>
                </a:lnTo>
                <a:lnTo>
                  <a:pt x="2780386" y="3032424"/>
                </a:lnTo>
                <a:lnTo>
                  <a:pt x="2780796" y="3032203"/>
                </a:lnTo>
                <a:lnTo>
                  <a:pt x="2781208" y="3031992"/>
                </a:lnTo>
                <a:lnTo>
                  <a:pt x="2781622" y="3031790"/>
                </a:lnTo>
                <a:lnTo>
                  <a:pt x="2782039" y="3031597"/>
                </a:lnTo>
                <a:lnTo>
                  <a:pt x="2782458" y="3031414"/>
                </a:lnTo>
                <a:lnTo>
                  <a:pt x="2782880" y="3031240"/>
                </a:lnTo>
                <a:lnTo>
                  <a:pt x="2783303" y="3031076"/>
                </a:lnTo>
                <a:lnTo>
                  <a:pt x="2783730" y="3030921"/>
                </a:lnTo>
                <a:lnTo>
                  <a:pt x="2784158" y="3030776"/>
                </a:lnTo>
                <a:lnTo>
                  <a:pt x="2784589" y="3030639"/>
                </a:lnTo>
                <a:lnTo>
                  <a:pt x="2785022" y="3030513"/>
                </a:lnTo>
                <a:lnTo>
                  <a:pt x="2785458" y="3030395"/>
                </a:lnTo>
                <a:lnTo>
                  <a:pt x="2785896" y="3030287"/>
                </a:lnTo>
                <a:lnTo>
                  <a:pt x="2786336" y="3030189"/>
                </a:lnTo>
                <a:lnTo>
                  <a:pt x="2786779" y="3030099"/>
                </a:lnTo>
                <a:lnTo>
                  <a:pt x="2787224" y="3030019"/>
                </a:lnTo>
                <a:lnTo>
                  <a:pt x="2787671" y="3029949"/>
                </a:lnTo>
                <a:lnTo>
                  <a:pt x="2788121" y="3029888"/>
                </a:lnTo>
                <a:lnTo>
                  <a:pt x="2788573" y="3029836"/>
                </a:lnTo>
                <a:lnTo>
                  <a:pt x="2789027" y="3029794"/>
                </a:lnTo>
                <a:lnTo>
                  <a:pt x="2789484" y="3029761"/>
                </a:lnTo>
                <a:lnTo>
                  <a:pt x="2789943" y="3029738"/>
                </a:lnTo>
                <a:lnTo>
                  <a:pt x="2790404" y="3029724"/>
                </a:lnTo>
                <a:lnTo>
                  <a:pt x="2790868" y="3029719"/>
                </a:lnTo>
                <a:lnTo>
                  <a:pt x="2791345" y="3029724"/>
                </a:lnTo>
                <a:lnTo>
                  <a:pt x="2791819" y="3029739"/>
                </a:lnTo>
                <a:lnTo>
                  <a:pt x="2792289" y="3029764"/>
                </a:lnTo>
                <a:lnTo>
                  <a:pt x="2792756" y="3029799"/>
                </a:lnTo>
                <a:lnTo>
                  <a:pt x="2793219" y="3029844"/>
                </a:lnTo>
                <a:lnTo>
                  <a:pt x="2793679" y="3029899"/>
                </a:lnTo>
                <a:lnTo>
                  <a:pt x="2794135" y="3029963"/>
                </a:lnTo>
                <a:lnTo>
                  <a:pt x="2794587" y="3030038"/>
                </a:lnTo>
                <a:lnTo>
                  <a:pt x="2795037" y="3030123"/>
                </a:lnTo>
                <a:lnTo>
                  <a:pt x="2795482" y="3030218"/>
                </a:lnTo>
                <a:lnTo>
                  <a:pt x="2795924" y="3030323"/>
                </a:lnTo>
                <a:lnTo>
                  <a:pt x="2796363" y="3030437"/>
                </a:lnTo>
                <a:lnTo>
                  <a:pt x="2796798" y="3030562"/>
                </a:lnTo>
                <a:lnTo>
                  <a:pt x="2797229" y="3030697"/>
                </a:lnTo>
                <a:lnTo>
                  <a:pt x="2797657" y="3030842"/>
                </a:lnTo>
                <a:lnTo>
                  <a:pt x="2798082" y="3030996"/>
                </a:lnTo>
                <a:lnTo>
                  <a:pt x="2798502" y="3031161"/>
                </a:lnTo>
                <a:lnTo>
                  <a:pt x="2798920" y="3031336"/>
                </a:lnTo>
                <a:lnTo>
                  <a:pt x="2799334" y="3031520"/>
                </a:lnTo>
                <a:lnTo>
                  <a:pt x="2799744" y="3031715"/>
                </a:lnTo>
                <a:lnTo>
                  <a:pt x="2800151" y="3031919"/>
                </a:lnTo>
                <a:lnTo>
                  <a:pt x="2800554" y="3032134"/>
                </a:lnTo>
                <a:lnTo>
                  <a:pt x="2800954" y="3032359"/>
                </a:lnTo>
                <a:lnTo>
                  <a:pt x="2801350" y="3032593"/>
                </a:lnTo>
                <a:lnTo>
                  <a:pt x="2801755" y="3032824"/>
                </a:lnTo>
                <a:lnTo>
                  <a:pt x="2802153" y="3033067"/>
                </a:lnTo>
                <a:lnTo>
                  <a:pt x="2802544" y="3033322"/>
                </a:lnTo>
                <a:lnTo>
                  <a:pt x="2802928" y="3033589"/>
                </a:lnTo>
                <a:lnTo>
                  <a:pt x="2803305" y="3033867"/>
                </a:lnTo>
                <a:lnTo>
                  <a:pt x="2803675" y="3034157"/>
                </a:lnTo>
                <a:lnTo>
                  <a:pt x="2804038" y="3034459"/>
                </a:lnTo>
                <a:lnTo>
                  <a:pt x="2804393" y="3034772"/>
                </a:lnTo>
                <a:lnTo>
                  <a:pt x="2804742" y="3035097"/>
                </a:lnTo>
                <a:lnTo>
                  <a:pt x="2805084" y="3035434"/>
                </a:lnTo>
                <a:lnTo>
                  <a:pt x="2805418" y="3035783"/>
                </a:lnTo>
                <a:lnTo>
                  <a:pt x="2805746" y="3036143"/>
                </a:lnTo>
                <a:lnTo>
                  <a:pt x="2806066" y="3036516"/>
                </a:lnTo>
                <a:lnTo>
                  <a:pt x="2806380" y="3036899"/>
                </a:lnTo>
                <a:lnTo>
                  <a:pt x="2806686" y="3037295"/>
                </a:lnTo>
                <a:lnTo>
                  <a:pt x="2806986" y="3037703"/>
                </a:lnTo>
                <a:lnTo>
                  <a:pt x="2807278" y="3038122"/>
                </a:lnTo>
                <a:lnTo>
                  <a:pt x="2807563" y="3038553"/>
                </a:lnTo>
                <a:lnTo>
                  <a:pt x="2807842" y="3038995"/>
                </a:lnTo>
                <a:lnTo>
                  <a:pt x="2808113" y="3039450"/>
                </a:lnTo>
                <a:lnTo>
                  <a:pt x="2808377" y="3039916"/>
                </a:lnTo>
                <a:lnTo>
                  <a:pt x="2808634" y="3040393"/>
                </a:lnTo>
                <a:lnTo>
                  <a:pt x="2808884" y="3040883"/>
                </a:lnTo>
                <a:lnTo>
                  <a:pt x="2809127" y="3041384"/>
                </a:lnTo>
                <a:lnTo>
                  <a:pt x="2809362" y="3041899"/>
                </a:lnTo>
                <a:lnTo>
                  <a:pt x="2809586" y="3042428"/>
                </a:lnTo>
                <a:lnTo>
                  <a:pt x="2809801" y="3042972"/>
                </a:lnTo>
                <a:lnTo>
                  <a:pt x="2810005" y="3043531"/>
                </a:lnTo>
                <a:lnTo>
                  <a:pt x="2810200" y="3044104"/>
                </a:lnTo>
                <a:lnTo>
                  <a:pt x="2810385" y="3044692"/>
                </a:lnTo>
                <a:lnTo>
                  <a:pt x="2810559" y="3045294"/>
                </a:lnTo>
                <a:lnTo>
                  <a:pt x="2810724" y="3045912"/>
                </a:lnTo>
                <a:lnTo>
                  <a:pt x="2810879" y="3046544"/>
                </a:lnTo>
                <a:lnTo>
                  <a:pt x="2811023" y="3047190"/>
                </a:lnTo>
                <a:lnTo>
                  <a:pt x="2811158" y="3047852"/>
                </a:lnTo>
                <a:lnTo>
                  <a:pt x="2811283" y="3048528"/>
                </a:lnTo>
                <a:lnTo>
                  <a:pt x="2811398" y="3049218"/>
                </a:lnTo>
                <a:lnTo>
                  <a:pt x="2811502" y="3049924"/>
                </a:lnTo>
                <a:lnTo>
                  <a:pt x="2811597" y="3050644"/>
                </a:lnTo>
                <a:lnTo>
                  <a:pt x="2811682" y="3051378"/>
                </a:lnTo>
                <a:lnTo>
                  <a:pt x="2811757" y="3052128"/>
                </a:lnTo>
                <a:lnTo>
                  <a:pt x="2811822" y="3052892"/>
                </a:lnTo>
                <a:lnTo>
                  <a:pt x="2811877" y="3053670"/>
                </a:lnTo>
                <a:lnTo>
                  <a:pt x="2811921" y="3054464"/>
                </a:lnTo>
                <a:lnTo>
                  <a:pt x="2811956" y="3055272"/>
                </a:lnTo>
                <a:lnTo>
                  <a:pt x="2811981" y="3056095"/>
                </a:lnTo>
                <a:lnTo>
                  <a:pt x="2811996" y="3056932"/>
                </a:lnTo>
                <a:lnTo>
                  <a:pt x="2812001" y="3057784"/>
                </a:lnTo>
                <a:lnTo>
                  <a:pt x="2812001" y="3067590"/>
                </a:lnTo>
                <a:lnTo>
                  <a:pt x="2811991" y="3068760"/>
                </a:lnTo>
                <a:lnTo>
                  <a:pt x="2811960" y="3069905"/>
                </a:lnTo>
                <a:lnTo>
                  <a:pt x="2811909" y="3071024"/>
                </a:lnTo>
                <a:lnTo>
                  <a:pt x="2811837" y="3072117"/>
                </a:lnTo>
                <a:lnTo>
                  <a:pt x="2811744" y="3073184"/>
                </a:lnTo>
                <a:lnTo>
                  <a:pt x="2811631" y="3074226"/>
                </a:lnTo>
                <a:lnTo>
                  <a:pt x="2811498" y="3075241"/>
                </a:lnTo>
                <a:lnTo>
                  <a:pt x="2811344" y="3076231"/>
                </a:lnTo>
                <a:lnTo>
                  <a:pt x="2811169" y="3077195"/>
                </a:lnTo>
                <a:lnTo>
                  <a:pt x="2810974" y="3078133"/>
                </a:lnTo>
                <a:lnTo>
                  <a:pt x="2810758" y="3079045"/>
                </a:lnTo>
                <a:lnTo>
                  <a:pt x="2810522" y="3079932"/>
                </a:lnTo>
                <a:lnTo>
                  <a:pt x="2810265" y="3080792"/>
                </a:lnTo>
                <a:lnTo>
                  <a:pt x="2809988" y="3081627"/>
                </a:lnTo>
                <a:lnTo>
                  <a:pt x="2809690" y="3082436"/>
                </a:lnTo>
                <a:lnTo>
                  <a:pt x="2809371" y="3083219"/>
                </a:lnTo>
                <a:lnTo>
                  <a:pt x="2809032" y="3083976"/>
                </a:lnTo>
                <a:lnTo>
                  <a:pt x="2808673" y="3084708"/>
                </a:lnTo>
                <a:lnTo>
                  <a:pt x="2808293" y="3085414"/>
                </a:lnTo>
                <a:lnTo>
                  <a:pt x="2807892" y="3086093"/>
                </a:lnTo>
                <a:lnTo>
                  <a:pt x="2807471" y="3086747"/>
                </a:lnTo>
                <a:lnTo>
                  <a:pt x="2807029" y="3087376"/>
                </a:lnTo>
                <a:lnTo>
                  <a:pt x="2806567" y="3087978"/>
                </a:lnTo>
                <a:lnTo>
                  <a:pt x="2806084" y="3088554"/>
                </a:lnTo>
                <a:lnTo>
                  <a:pt x="2805585" y="3089106"/>
                </a:lnTo>
                <a:lnTo>
                  <a:pt x="2805074" y="3089634"/>
                </a:lnTo>
                <a:lnTo>
                  <a:pt x="2804552" y="3090139"/>
                </a:lnTo>
                <a:lnTo>
                  <a:pt x="2804018" y="3090621"/>
                </a:lnTo>
                <a:lnTo>
                  <a:pt x="2803472" y="3091079"/>
                </a:lnTo>
                <a:lnTo>
                  <a:pt x="2802914" y="3091513"/>
                </a:lnTo>
                <a:lnTo>
                  <a:pt x="2802345" y="3091924"/>
                </a:lnTo>
                <a:lnTo>
                  <a:pt x="2801764" y="3092311"/>
                </a:lnTo>
                <a:lnTo>
                  <a:pt x="2801171" y="3092675"/>
                </a:lnTo>
                <a:lnTo>
                  <a:pt x="2800566" y="3093016"/>
                </a:lnTo>
                <a:lnTo>
                  <a:pt x="2799950" y="3093333"/>
                </a:lnTo>
                <a:lnTo>
                  <a:pt x="2799321" y="3093626"/>
                </a:lnTo>
                <a:lnTo>
                  <a:pt x="2798682" y="3093896"/>
                </a:lnTo>
                <a:lnTo>
                  <a:pt x="2798030" y="3094143"/>
                </a:lnTo>
                <a:lnTo>
                  <a:pt x="2797367" y="3094366"/>
                </a:lnTo>
                <a:lnTo>
                  <a:pt x="2796691" y="3094565"/>
                </a:lnTo>
                <a:lnTo>
                  <a:pt x="2796005" y="3094742"/>
                </a:lnTo>
                <a:lnTo>
                  <a:pt x="2795306" y="3094894"/>
                </a:lnTo>
                <a:lnTo>
                  <a:pt x="2794596" y="3095023"/>
                </a:lnTo>
                <a:lnTo>
                  <a:pt x="2793874" y="3095129"/>
                </a:lnTo>
                <a:lnTo>
                  <a:pt x="2793140" y="3095211"/>
                </a:lnTo>
                <a:lnTo>
                  <a:pt x="2792394" y="3095270"/>
                </a:lnTo>
                <a:lnTo>
                  <a:pt x="2791637" y="3095305"/>
                </a:lnTo>
                <a:lnTo>
                  <a:pt x="2790868" y="3095317"/>
                </a:lnTo>
                <a:lnTo>
                  <a:pt x="2790099" y="3095305"/>
                </a:lnTo>
                <a:lnTo>
                  <a:pt x="2789340" y="3095270"/>
                </a:lnTo>
                <a:lnTo>
                  <a:pt x="2788593" y="3095211"/>
                </a:lnTo>
                <a:lnTo>
                  <a:pt x="2787858" y="3095129"/>
                </a:lnTo>
                <a:lnTo>
                  <a:pt x="2787133" y="3095023"/>
                </a:lnTo>
                <a:lnTo>
                  <a:pt x="2786419" y="3094894"/>
                </a:lnTo>
                <a:lnTo>
                  <a:pt x="2785717" y="3094742"/>
                </a:lnTo>
                <a:lnTo>
                  <a:pt x="2785026" y="3094565"/>
                </a:lnTo>
                <a:close/>
                <a:moveTo>
                  <a:pt x="3049681" y="3127609"/>
                </a:moveTo>
                <a:lnTo>
                  <a:pt x="3134214" y="3127609"/>
                </a:lnTo>
                <a:lnTo>
                  <a:pt x="3134214" y="3115436"/>
                </a:lnTo>
                <a:lnTo>
                  <a:pt x="3049681" y="3115436"/>
                </a:lnTo>
                <a:lnTo>
                  <a:pt x="3049681" y="3127609"/>
                </a:lnTo>
                <a:close/>
                <a:moveTo>
                  <a:pt x="2644184" y="3127609"/>
                </a:moveTo>
                <a:lnTo>
                  <a:pt x="2728717" y="3127609"/>
                </a:lnTo>
                <a:lnTo>
                  <a:pt x="2728717" y="3115436"/>
                </a:lnTo>
                <a:lnTo>
                  <a:pt x="2644184" y="3115436"/>
                </a:lnTo>
                <a:lnTo>
                  <a:pt x="2644184" y="3127609"/>
                </a:lnTo>
                <a:close/>
              </a:path>
            </a:pathLst>
          </a:custGeom>
          <a:solidFill xmlns:a="http://schemas.openxmlformats.org/drawingml/2006/main">
            <a:srgbClr val="1976D2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F8FBA2-D574-4B03-B21C-1372ACC0B8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7101" y="2800185"/>
            <a:ext cx="1043515" cy="115642"/>
          </a:xfrm>
          <a:custGeom xmlns:a="http://schemas.openxmlformats.org/drawingml/2006/main">
            <a:pathLst>
              <a:path w="1043515" h="115642">
                <a:moveTo>
                  <a:pt x="43886" y="15376"/>
                </a:moveTo>
                <a:lnTo>
                  <a:pt x="58942" y="15376"/>
                </a:lnTo>
                <a:lnTo>
                  <a:pt x="58942" y="0"/>
                </a:lnTo>
                <a:lnTo>
                  <a:pt x="43886" y="0"/>
                </a:lnTo>
                <a:lnTo>
                  <a:pt x="43886" y="15376"/>
                </a:lnTo>
                <a:close/>
                <a:moveTo>
                  <a:pt x="353038" y="115606"/>
                </a:moveTo>
                <a:lnTo>
                  <a:pt x="353532" y="115586"/>
                </a:lnTo>
                <a:lnTo>
                  <a:pt x="354026" y="115562"/>
                </a:lnTo>
                <a:lnTo>
                  <a:pt x="354520" y="115533"/>
                </a:lnTo>
                <a:lnTo>
                  <a:pt x="355013" y="115500"/>
                </a:lnTo>
                <a:lnTo>
                  <a:pt x="355507" y="115462"/>
                </a:lnTo>
                <a:lnTo>
                  <a:pt x="356001" y="115419"/>
                </a:lnTo>
                <a:lnTo>
                  <a:pt x="356495" y="115373"/>
                </a:lnTo>
                <a:lnTo>
                  <a:pt x="356989" y="115322"/>
                </a:lnTo>
                <a:lnTo>
                  <a:pt x="357483" y="115266"/>
                </a:lnTo>
                <a:lnTo>
                  <a:pt x="357977" y="115206"/>
                </a:lnTo>
                <a:lnTo>
                  <a:pt x="358470" y="115141"/>
                </a:lnTo>
                <a:lnTo>
                  <a:pt x="358964" y="115072"/>
                </a:lnTo>
                <a:lnTo>
                  <a:pt x="359458" y="114999"/>
                </a:lnTo>
                <a:lnTo>
                  <a:pt x="359952" y="114921"/>
                </a:lnTo>
                <a:lnTo>
                  <a:pt x="360446" y="114839"/>
                </a:lnTo>
                <a:lnTo>
                  <a:pt x="360940" y="114752"/>
                </a:lnTo>
                <a:lnTo>
                  <a:pt x="361434" y="114661"/>
                </a:lnTo>
                <a:lnTo>
                  <a:pt x="361927" y="114565"/>
                </a:lnTo>
                <a:lnTo>
                  <a:pt x="362421" y="114465"/>
                </a:lnTo>
                <a:lnTo>
                  <a:pt x="362915" y="114361"/>
                </a:lnTo>
                <a:lnTo>
                  <a:pt x="363405" y="114265"/>
                </a:lnTo>
                <a:lnTo>
                  <a:pt x="363888" y="114166"/>
                </a:lnTo>
                <a:lnTo>
                  <a:pt x="364364" y="114063"/>
                </a:lnTo>
                <a:lnTo>
                  <a:pt x="364833" y="113956"/>
                </a:lnTo>
                <a:lnTo>
                  <a:pt x="365294" y="113845"/>
                </a:lnTo>
                <a:lnTo>
                  <a:pt x="365748" y="113730"/>
                </a:lnTo>
                <a:lnTo>
                  <a:pt x="366195" y="113611"/>
                </a:lnTo>
                <a:lnTo>
                  <a:pt x="366635" y="113489"/>
                </a:lnTo>
                <a:lnTo>
                  <a:pt x="367067" y="113362"/>
                </a:lnTo>
                <a:lnTo>
                  <a:pt x="367492" y="113232"/>
                </a:lnTo>
                <a:lnTo>
                  <a:pt x="367910" y="113097"/>
                </a:lnTo>
                <a:lnTo>
                  <a:pt x="368321" y="112959"/>
                </a:lnTo>
                <a:lnTo>
                  <a:pt x="368724" y="112817"/>
                </a:lnTo>
                <a:lnTo>
                  <a:pt x="369121" y="112671"/>
                </a:lnTo>
                <a:lnTo>
                  <a:pt x="369510" y="112521"/>
                </a:lnTo>
                <a:lnTo>
                  <a:pt x="369891" y="112367"/>
                </a:lnTo>
                <a:lnTo>
                  <a:pt x="370266" y="112210"/>
                </a:lnTo>
                <a:lnTo>
                  <a:pt x="370633" y="112048"/>
                </a:lnTo>
                <a:lnTo>
                  <a:pt x="370993" y="111883"/>
                </a:lnTo>
                <a:lnTo>
                  <a:pt x="371346" y="111713"/>
                </a:lnTo>
                <a:lnTo>
                  <a:pt x="371692" y="111540"/>
                </a:lnTo>
                <a:lnTo>
                  <a:pt x="372030" y="111363"/>
                </a:lnTo>
                <a:lnTo>
                  <a:pt x="372361" y="111182"/>
                </a:lnTo>
                <a:lnTo>
                  <a:pt x="372685" y="110997"/>
                </a:lnTo>
                <a:lnTo>
                  <a:pt x="372685" y="98664"/>
                </a:lnTo>
                <a:lnTo>
                  <a:pt x="372403" y="98797"/>
                </a:lnTo>
                <a:lnTo>
                  <a:pt x="372117" y="98930"/>
                </a:lnTo>
                <a:lnTo>
                  <a:pt x="371827" y="99062"/>
                </a:lnTo>
                <a:lnTo>
                  <a:pt x="371533" y="99193"/>
                </a:lnTo>
                <a:lnTo>
                  <a:pt x="371235" y="99324"/>
                </a:lnTo>
                <a:lnTo>
                  <a:pt x="370934" y="99455"/>
                </a:lnTo>
                <a:lnTo>
                  <a:pt x="370628" y="99585"/>
                </a:lnTo>
                <a:lnTo>
                  <a:pt x="370319" y="99714"/>
                </a:lnTo>
                <a:lnTo>
                  <a:pt x="370005" y="99843"/>
                </a:lnTo>
                <a:lnTo>
                  <a:pt x="369688" y="99971"/>
                </a:lnTo>
                <a:lnTo>
                  <a:pt x="369367" y="100099"/>
                </a:lnTo>
                <a:lnTo>
                  <a:pt x="369042" y="100226"/>
                </a:lnTo>
                <a:lnTo>
                  <a:pt x="368713" y="100352"/>
                </a:lnTo>
                <a:lnTo>
                  <a:pt x="368380" y="100478"/>
                </a:lnTo>
                <a:lnTo>
                  <a:pt x="368043" y="100604"/>
                </a:lnTo>
                <a:lnTo>
                  <a:pt x="367702" y="100728"/>
                </a:lnTo>
                <a:lnTo>
                  <a:pt x="367358" y="100853"/>
                </a:lnTo>
                <a:lnTo>
                  <a:pt x="367009" y="100976"/>
                </a:lnTo>
                <a:lnTo>
                  <a:pt x="366657" y="101100"/>
                </a:lnTo>
                <a:lnTo>
                  <a:pt x="366301" y="101222"/>
                </a:lnTo>
                <a:lnTo>
                  <a:pt x="365941" y="101344"/>
                </a:lnTo>
                <a:lnTo>
                  <a:pt x="365577" y="101466"/>
                </a:lnTo>
                <a:lnTo>
                  <a:pt x="365209" y="101587"/>
                </a:lnTo>
                <a:lnTo>
                  <a:pt x="364837" y="101707"/>
                </a:lnTo>
                <a:lnTo>
                  <a:pt x="364475" y="101812"/>
                </a:lnTo>
                <a:lnTo>
                  <a:pt x="364111" y="101912"/>
                </a:lnTo>
                <a:lnTo>
                  <a:pt x="363744" y="102008"/>
                </a:lnTo>
                <a:lnTo>
                  <a:pt x="363373" y="102099"/>
                </a:lnTo>
                <a:lnTo>
                  <a:pt x="363001" y="102186"/>
                </a:lnTo>
                <a:lnTo>
                  <a:pt x="362625" y="102268"/>
                </a:lnTo>
                <a:lnTo>
                  <a:pt x="362246" y="102346"/>
                </a:lnTo>
                <a:lnTo>
                  <a:pt x="361865" y="102419"/>
                </a:lnTo>
                <a:lnTo>
                  <a:pt x="361481" y="102488"/>
                </a:lnTo>
                <a:lnTo>
                  <a:pt x="361094" y="102553"/>
                </a:lnTo>
                <a:lnTo>
                  <a:pt x="360705" y="102613"/>
                </a:lnTo>
                <a:lnTo>
                  <a:pt x="360312" y="102668"/>
                </a:lnTo>
                <a:lnTo>
                  <a:pt x="359917" y="102719"/>
                </a:lnTo>
                <a:lnTo>
                  <a:pt x="359519" y="102766"/>
                </a:lnTo>
                <a:lnTo>
                  <a:pt x="359119" y="102808"/>
                </a:lnTo>
                <a:lnTo>
                  <a:pt x="358715" y="102846"/>
                </a:lnTo>
                <a:lnTo>
                  <a:pt x="358309" y="102880"/>
                </a:lnTo>
                <a:lnTo>
                  <a:pt x="357900" y="102908"/>
                </a:lnTo>
                <a:lnTo>
                  <a:pt x="357488" y="102933"/>
                </a:lnTo>
                <a:lnTo>
                  <a:pt x="357073" y="102953"/>
                </a:lnTo>
                <a:lnTo>
                  <a:pt x="356656" y="102969"/>
                </a:lnTo>
                <a:lnTo>
                  <a:pt x="356236" y="102980"/>
                </a:lnTo>
                <a:lnTo>
                  <a:pt x="355813" y="102986"/>
                </a:lnTo>
                <a:lnTo>
                  <a:pt x="355387" y="102989"/>
                </a:lnTo>
                <a:lnTo>
                  <a:pt x="354844" y="102986"/>
                </a:lnTo>
                <a:lnTo>
                  <a:pt x="354308" y="102977"/>
                </a:lnTo>
                <a:lnTo>
                  <a:pt x="353781" y="102964"/>
                </a:lnTo>
                <a:lnTo>
                  <a:pt x="353261" y="102944"/>
                </a:lnTo>
                <a:lnTo>
                  <a:pt x="352748" y="102919"/>
                </a:lnTo>
                <a:lnTo>
                  <a:pt x="352244" y="102888"/>
                </a:lnTo>
                <a:lnTo>
                  <a:pt x="351747" y="102852"/>
                </a:lnTo>
                <a:lnTo>
                  <a:pt x="351258" y="102811"/>
                </a:lnTo>
                <a:lnTo>
                  <a:pt x="350777" y="102763"/>
                </a:lnTo>
                <a:lnTo>
                  <a:pt x="350304" y="102711"/>
                </a:lnTo>
                <a:lnTo>
                  <a:pt x="349839" y="102652"/>
                </a:lnTo>
                <a:lnTo>
                  <a:pt x="349381" y="102588"/>
                </a:lnTo>
                <a:lnTo>
                  <a:pt x="348931" y="102519"/>
                </a:lnTo>
                <a:lnTo>
                  <a:pt x="348489" y="102444"/>
                </a:lnTo>
                <a:lnTo>
                  <a:pt x="348054" y="102363"/>
                </a:lnTo>
                <a:lnTo>
                  <a:pt x="347628" y="102277"/>
                </a:lnTo>
                <a:lnTo>
                  <a:pt x="347209" y="102185"/>
                </a:lnTo>
                <a:lnTo>
                  <a:pt x="346798" y="102088"/>
                </a:lnTo>
                <a:lnTo>
                  <a:pt x="346395" y="101985"/>
                </a:lnTo>
                <a:lnTo>
                  <a:pt x="346000" y="101876"/>
                </a:lnTo>
                <a:lnTo>
                  <a:pt x="345612" y="101762"/>
                </a:lnTo>
                <a:lnTo>
                  <a:pt x="345232" y="101643"/>
                </a:lnTo>
                <a:lnTo>
                  <a:pt x="344860" y="101518"/>
                </a:lnTo>
                <a:lnTo>
                  <a:pt x="344496" y="101387"/>
                </a:lnTo>
                <a:lnTo>
                  <a:pt x="344139" y="101250"/>
                </a:lnTo>
                <a:lnTo>
                  <a:pt x="343789" y="101107"/>
                </a:lnTo>
                <a:lnTo>
                  <a:pt x="343447" y="100956"/>
                </a:lnTo>
                <a:lnTo>
                  <a:pt x="343112" y="100800"/>
                </a:lnTo>
                <a:lnTo>
                  <a:pt x="342784" y="100636"/>
                </a:lnTo>
                <a:lnTo>
                  <a:pt x="342464" y="100466"/>
                </a:lnTo>
                <a:lnTo>
                  <a:pt x="342150" y="100289"/>
                </a:lnTo>
                <a:lnTo>
                  <a:pt x="341844" y="100106"/>
                </a:lnTo>
                <a:lnTo>
                  <a:pt x="341545" y="99915"/>
                </a:lnTo>
                <a:lnTo>
                  <a:pt x="341253" y="99718"/>
                </a:lnTo>
                <a:lnTo>
                  <a:pt x="340969" y="99515"/>
                </a:lnTo>
                <a:lnTo>
                  <a:pt x="340692" y="99305"/>
                </a:lnTo>
                <a:lnTo>
                  <a:pt x="340422" y="99088"/>
                </a:lnTo>
                <a:lnTo>
                  <a:pt x="340159" y="98864"/>
                </a:lnTo>
                <a:lnTo>
                  <a:pt x="339903" y="98634"/>
                </a:lnTo>
                <a:lnTo>
                  <a:pt x="339655" y="98397"/>
                </a:lnTo>
                <a:lnTo>
                  <a:pt x="339414" y="98153"/>
                </a:lnTo>
                <a:lnTo>
                  <a:pt x="339180" y="97903"/>
                </a:lnTo>
                <a:lnTo>
                  <a:pt x="338953" y="97646"/>
                </a:lnTo>
                <a:lnTo>
                  <a:pt x="338734" y="97383"/>
                </a:lnTo>
                <a:lnTo>
                  <a:pt x="338522" y="97112"/>
                </a:lnTo>
                <a:lnTo>
                  <a:pt x="338317" y="96835"/>
                </a:lnTo>
                <a:lnTo>
                  <a:pt x="338119" y="96552"/>
                </a:lnTo>
                <a:lnTo>
                  <a:pt x="337929" y="96261"/>
                </a:lnTo>
                <a:lnTo>
                  <a:pt x="337746" y="95964"/>
                </a:lnTo>
                <a:lnTo>
                  <a:pt x="337571" y="95661"/>
                </a:lnTo>
                <a:lnTo>
                  <a:pt x="337403" y="95351"/>
                </a:lnTo>
                <a:lnTo>
                  <a:pt x="337244" y="95034"/>
                </a:lnTo>
                <a:lnTo>
                  <a:pt x="337092" y="94710"/>
                </a:lnTo>
                <a:lnTo>
                  <a:pt x="336948" y="94380"/>
                </a:lnTo>
                <a:lnTo>
                  <a:pt x="336812" y="94042"/>
                </a:lnTo>
                <a:lnTo>
                  <a:pt x="336683" y="93699"/>
                </a:lnTo>
                <a:lnTo>
                  <a:pt x="336562" y="93348"/>
                </a:lnTo>
                <a:lnTo>
                  <a:pt x="336449" y="92991"/>
                </a:lnTo>
                <a:lnTo>
                  <a:pt x="336344" y="92628"/>
                </a:lnTo>
                <a:lnTo>
                  <a:pt x="336247" y="92257"/>
                </a:lnTo>
                <a:lnTo>
                  <a:pt x="336157" y="91880"/>
                </a:lnTo>
                <a:lnTo>
                  <a:pt x="336076" y="91496"/>
                </a:lnTo>
                <a:lnTo>
                  <a:pt x="336002" y="91106"/>
                </a:lnTo>
                <a:lnTo>
                  <a:pt x="335936" y="90709"/>
                </a:lnTo>
                <a:lnTo>
                  <a:pt x="335877" y="90305"/>
                </a:lnTo>
                <a:lnTo>
                  <a:pt x="335827" y="89895"/>
                </a:lnTo>
                <a:lnTo>
                  <a:pt x="335784" y="89478"/>
                </a:lnTo>
                <a:lnTo>
                  <a:pt x="335749" y="89054"/>
                </a:lnTo>
                <a:lnTo>
                  <a:pt x="335721" y="88623"/>
                </a:lnTo>
                <a:lnTo>
                  <a:pt x="335702" y="88186"/>
                </a:lnTo>
                <a:lnTo>
                  <a:pt x="335690" y="87743"/>
                </a:lnTo>
                <a:lnTo>
                  <a:pt x="335686" y="87292"/>
                </a:lnTo>
                <a:lnTo>
                  <a:pt x="335686" y="44687"/>
                </a:lnTo>
                <a:lnTo>
                  <a:pt x="372685" y="44687"/>
                </a:lnTo>
                <a:lnTo>
                  <a:pt x="372685" y="32194"/>
                </a:lnTo>
                <a:lnTo>
                  <a:pt x="335686" y="32194"/>
                </a:lnTo>
                <a:lnTo>
                  <a:pt x="335686" y="6086"/>
                </a:lnTo>
                <a:lnTo>
                  <a:pt x="325756" y="6086"/>
                </a:lnTo>
                <a:lnTo>
                  <a:pt x="320150" y="32194"/>
                </a:lnTo>
                <a:lnTo>
                  <a:pt x="295965" y="32194"/>
                </a:lnTo>
                <a:lnTo>
                  <a:pt x="295965" y="44687"/>
                </a:lnTo>
                <a:lnTo>
                  <a:pt x="319670" y="44687"/>
                </a:lnTo>
                <a:lnTo>
                  <a:pt x="319670" y="88573"/>
                </a:lnTo>
                <a:lnTo>
                  <a:pt x="319684" y="89761"/>
                </a:lnTo>
                <a:lnTo>
                  <a:pt x="319729" y="90920"/>
                </a:lnTo>
                <a:lnTo>
                  <a:pt x="319802" y="92052"/>
                </a:lnTo>
                <a:lnTo>
                  <a:pt x="319905" y="93156"/>
                </a:lnTo>
                <a:lnTo>
                  <a:pt x="320038" y="94232"/>
                </a:lnTo>
                <a:lnTo>
                  <a:pt x="320200" y="95280"/>
                </a:lnTo>
                <a:lnTo>
                  <a:pt x="320392" y="96301"/>
                </a:lnTo>
                <a:lnTo>
                  <a:pt x="320613" y="97294"/>
                </a:lnTo>
                <a:lnTo>
                  <a:pt x="320863" y="98259"/>
                </a:lnTo>
                <a:lnTo>
                  <a:pt x="321143" y="99196"/>
                </a:lnTo>
                <a:lnTo>
                  <a:pt x="321453" y="100105"/>
                </a:lnTo>
                <a:lnTo>
                  <a:pt x="321792" y="100986"/>
                </a:lnTo>
                <a:lnTo>
                  <a:pt x="322160" y="101840"/>
                </a:lnTo>
                <a:lnTo>
                  <a:pt x="322558" y="102666"/>
                </a:lnTo>
                <a:lnTo>
                  <a:pt x="322986" y="103464"/>
                </a:lnTo>
                <a:lnTo>
                  <a:pt x="323442" y="104234"/>
                </a:lnTo>
                <a:lnTo>
                  <a:pt x="323929" y="104977"/>
                </a:lnTo>
                <a:lnTo>
                  <a:pt x="324445" y="105691"/>
                </a:lnTo>
                <a:lnTo>
                  <a:pt x="324990" y="106378"/>
                </a:lnTo>
                <a:lnTo>
                  <a:pt x="325565" y="107037"/>
                </a:lnTo>
                <a:lnTo>
                  <a:pt x="326169" y="107669"/>
                </a:lnTo>
                <a:lnTo>
                  <a:pt x="326803" y="108272"/>
                </a:lnTo>
                <a:lnTo>
                  <a:pt x="327466" y="108848"/>
                </a:lnTo>
                <a:lnTo>
                  <a:pt x="328159" y="109395"/>
                </a:lnTo>
                <a:lnTo>
                  <a:pt x="328876" y="109905"/>
                </a:lnTo>
                <a:lnTo>
                  <a:pt x="329614" y="110393"/>
                </a:lnTo>
                <a:lnTo>
                  <a:pt x="330373" y="110859"/>
                </a:lnTo>
                <a:lnTo>
                  <a:pt x="331153" y="111304"/>
                </a:lnTo>
                <a:lnTo>
                  <a:pt x="331953" y="111727"/>
                </a:lnTo>
                <a:lnTo>
                  <a:pt x="332773" y="112128"/>
                </a:lnTo>
                <a:lnTo>
                  <a:pt x="333615" y="112508"/>
                </a:lnTo>
                <a:lnTo>
                  <a:pt x="334476" y="112866"/>
                </a:lnTo>
                <a:lnTo>
                  <a:pt x="335359" y="113202"/>
                </a:lnTo>
                <a:lnTo>
                  <a:pt x="336261" y="113516"/>
                </a:lnTo>
                <a:lnTo>
                  <a:pt x="337185" y="113809"/>
                </a:lnTo>
                <a:lnTo>
                  <a:pt x="338129" y="114080"/>
                </a:lnTo>
                <a:lnTo>
                  <a:pt x="339094" y="114330"/>
                </a:lnTo>
                <a:lnTo>
                  <a:pt x="340079" y="114557"/>
                </a:lnTo>
                <a:lnTo>
                  <a:pt x="341085" y="114764"/>
                </a:lnTo>
                <a:lnTo>
                  <a:pt x="342111" y="114948"/>
                </a:lnTo>
                <a:lnTo>
                  <a:pt x="343158" y="115111"/>
                </a:lnTo>
                <a:lnTo>
                  <a:pt x="344225" y="115252"/>
                </a:lnTo>
                <a:lnTo>
                  <a:pt x="345314" y="115371"/>
                </a:lnTo>
                <a:lnTo>
                  <a:pt x="346422" y="115468"/>
                </a:lnTo>
                <a:lnTo>
                  <a:pt x="347551" y="115544"/>
                </a:lnTo>
                <a:lnTo>
                  <a:pt x="348701" y="115599"/>
                </a:lnTo>
                <a:lnTo>
                  <a:pt x="349872" y="115631"/>
                </a:lnTo>
                <a:lnTo>
                  <a:pt x="351063" y="115642"/>
                </a:lnTo>
                <a:lnTo>
                  <a:pt x="351557" y="115640"/>
                </a:lnTo>
                <a:lnTo>
                  <a:pt x="352050" y="115633"/>
                </a:lnTo>
                <a:lnTo>
                  <a:pt x="352544" y="115622"/>
                </a:lnTo>
                <a:lnTo>
                  <a:pt x="353038" y="115606"/>
                </a:lnTo>
                <a:close/>
                <a:moveTo>
                  <a:pt x="427909" y="62313"/>
                </a:moveTo>
                <a:lnTo>
                  <a:pt x="427930" y="61892"/>
                </a:lnTo>
                <a:lnTo>
                  <a:pt x="427958" y="61472"/>
                </a:lnTo>
                <a:lnTo>
                  <a:pt x="427991" y="61054"/>
                </a:lnTo>
                <a:lnTo>
                  <a:pt x="428031" y="60638"/>
                </a:lnTo>
                <a:lnTo>
                  <a:pt x="428077" y="60223"/>
                </a:lnTo>
                <a:lnTo>
                  <a:pt x="428129" y="59811"/>
                </a:lnTo>
                <a:lnTo>
                  <a:pt x="428187" y="59399"/>
                </a:lnTo>
                <a:lnTo>
                  <a:pt x="428251" y="58990"/>
                </a:lnTo>
                <a:lnTo>
                  <a:pt x="428322" y="58582"/>
                </a:lnTo>
                <a:lnTo>
                  <a:pt x="428398" y="58176"/>
                </a:lnTo>
                <a:lnTo>
                  <a:pt x="428481" y="57771"/>
                </a:lnTo>
                <a:lnTo>
                  <a:pt x="428569" y="57368"/>
                </a:lnTo>
                <a:lnTo>
                  <a:pt x="428664" y="56967"/>
                </a:lnTo>
                <a:lnTo>
                  <a:pt x="428765" y="56567"/>
                </a:lnTo>
                <a:lnTo>
                  <a:pt x="428872" y="56169"/>
                </a:lnTo>
                <a:lnTo>
                  <a:pt x="428985" y="55773"/>
                </a:lnTo>
                <a:lnTo>
                  <a:pt x="429105" y="55378"/>
                </a:lnTo>
                <a:lnTo>
                  <a:pt x="429230" y="54985"/>
                </a:lnTo>
                <a:lnTo>
                  <a:pt x="429362" y="54594"/>
                </a:lnTo>
                <a:lnTo>
                  <a:pt x="429499" y="54205"/>
                </a:lnTo>
                <a:lnTo>
                  <a:pt x="429643" y="53817"/>
                </a:lnTo>
                <a:lnTo>
                  <a:pt x="429793" y="53432"/>
                </a:lnTo>
                <a:lnTo>
                  <a:pt x="429949" y="53054"/>
                </a:lnTo>
                <a:lnTo>
                  <a:pt x="430111" y="52681"/>
                </a:lnTo>
                <a:lnTo>
                  <a:pt x="430279" y="52313"/>
                </a:lnTo>
                <a:lnTo>
                  <a:pt x="430454" y="51951"/>
                </a:lnTo>
                <a:lnTo>
                  <a:pt x="430634" y="51594"/>
                </a:lnTo>
                <a:lnTo>
                  <a:pt x="430821" y="51243"/>
                </a:lnTo>
                <a:lnTo>
                  <a:pt x="431013" y="50898"/>
                </a:lnTo>
                <a:lnTo>
                  <a:pt x="431212" y="50558"/>
                </a:lnTo>
                <a:lnTo>
                  <a:pt x="431417" y="50224"/>
                </a:lnTo>
                <a:lnTo>
                  <a:pt x="431628" y="49895"/>
                </a:lnTo>
                <a:lnTo>
                  <a:pt x="431845" y="49572"/>
                </a:lnTo>
                <a:lnTo>
                  <a:pt x="432069" y="49255"/>
                </a:lnTo>
                <a:lnTo>
                  <a:pt x="432298" y="48943"/>
                </a:lnTo>
                <a:lnTo>
                  <a:pt x="432534" y="48636"/>
                </a:lnTo>
                <a:lnTo>
                  <a:pt x="432775" y="48335"/>
                </a:lnTo>
                <a:lnTo>
                  <a:pt x="433023" y="48040"/>
                </a:lnTo>
                <a:lnTo>
                  <a:pt x="433277" y="47750"/>
                </a:lnTo>
                <a:lnTo>
                  <a:pt x="433537" y="47466"/>
                </a:lnTo>
                <a:lnTo>
                  <a:pt x="433803" y="47188"/>
                </a:lnTo>
                <a:lnTo>
                  <a:pt x="434075" y="46914"/>
                </a:lnTo>
                <a:lnTo>
                  <a:pt x="434354" y="46647"/>
                </a:lnTo>
                <a:lnTo>
                  <a:pt x="434638" y="46385"/>
                </a:lnTo>
                <a:lnTo>
                  <a:pt x="434929" y="46129"/>
                </a:lnTo>
                <a:lnTo>
                  <a:pt x="435238" y="45880"/>
                </a:lnTo>
                <a:lnTo>
                  <a:pt x="435554" y="45643"/>
                </a:lnTo>
                <a:lnTo>
                  <a:pt x="435875" y="45415"/>
                </a:lnTo>
                <a:lnTo>
                  <a:pt x="436201" y="45199"/>
                </a:lnTo>
                <a:lnTo>
                  <a:pt x="436533" y="44993"/>
                </a:lnTo>
                <a:lnTo>
                  <a:pt x="436871" y="44797"/>
                </a:lnTo>
                <a:lnTo>
                  <a:pt x="437214" y="44612"/>
                </a:lnTo>
                <a:lnTo>
                  <a:pt x="437562" y="44438"/>
                </a:lnTo>
                <a:lnTo>
                  <a:pt x="437917" y="44274"/>
                </a:lnTo>
                <a:lnTo>
                  <a:pt x="438277" y="44121"/>
                </a:lnTo>
                <a:lnTo>
                  <a:pt x="438642" y="43978"/>
                </a:lnTo>
                <a:lnTo>
                  <a:pt x="439013" y="43846"/>
                </a:lnTo>
                <a:lnTo>
                  <a:pt x="439389" y="43725"/>
                </a:lnTo>
                <a:lnTo>
                  <a:pt x="439771" y="43614"/>
                </a:lnTo>
                <a:lnTo>
                  <a:pt x="440159" y="43513"/>
                </a:lnTo>
                <a:lnTo>
                  <a:pt x="440552" y="43424"/>
                </a:lnTo>
                <a:lnTo>
                  <a:pt x="440951" y="43344"/>
                </a:lnTo>
                <a:lnTo>
                  <a:pt x="441355" y="43276"/>
                </a:lnTo>
                <a:lnTo>
                  <a:pt x="441765" y="43218"/>
                </a:lnTo>
                <a:lnTo>
                  <a:pt x="442181" y="43170"/>
                </a:lnTo>
                <a:lnTo>
                  <a:pt x="442602" y="43133"/>
                </a:lnTo>
                <a:lnTo>
                  <a:pt x="443028" y="43107"/>
                </a:lnTo>
                <a:lnTo>
                  <a:pt x="443460" y="43091"/>
                </a:lnTo>
                <a:lnTo>
                  <a:pt x="443898" y="43085"/>
                </a:lnTo>
                <a:lnTo>
                  <a:pt x="444348" y="43090"/>
                </a:lnTo>
                <a:lnTo>
                  <a:pt x="444791" y="43102"/>
                </a:lnTo>
                <a:lnTo>
                  <a:pt x="445227" y="43123"/>
                </a:lnTo>
                <a:lnTo>
                  <a:pt x="445655" y="43152"/>
                </a:lnTo>
                <a:lnTo>
                  <a:pt x="446077" y="43190"/>
                </a:lnTo>
                <a:lnTo>
                  <a:pt x="446491" y="43236"/>
                </a:lnTo>
                <a:lnTo>
                  <a:pt x="446898" y="43290"/>
                </a:lnTo>
                <a:lnTo>
                  <a:pt x="447297" y="43352"/>
                </a:lnTo>
                <a:lnTo>
                  <a:pt x="447690" y="43423"/>
                </a:lnTo>
                <a:lnTo>
                  <a:pt x="448075" y="43503"/>
                </a:lnTo>
                <a:lnTo>
                  <a:pt x="448453" y="43590"/>
                </a:lnTo>
                <a:lnTo>
                  <a:pt x="448823" y="43686"/>
                </a:lnTo>
                <a:lnTo>
                  <a:pt x="449187" y="43790"/>
                </a:lnTo>
                <a:lnTo>
                  <a:pt x="449543" y="43903"/>
                </a:lnTo>
                <a:lnTo>
                  <a:pt x="449892" y="44024"/>
                </a:lnTo>
                <a:lnTo>
                  <a:pt x="450234" y="44153"/>
                </a:lnTo>
                <a:lnTo>
                  <a:pt x="450568" y="44291"/>
                </a:lnTo>
                <a:lnTo>
                  <a:pt x="450895" y="44437"/>
                </a:lnTo>
                <a:lnTo>
                  <a:pt x="451215" y="44591"/>
                </a:lnTo>
                <a:lnTo>
                  <a:pt x="451528" y="44754"/>
                </a:lnTo>
                <a:lnTo>
                  <a:pt x="451834" y="44925"/>
                </a:lnTo>
                <a:lnTo>
                  <a:pt x="452132" y="45104"/>
                </a:lnTo>
                <a:lnTo>
                  <a:pt x="452423" y="45292"/>
                </a:lnTo>
                <a:lnTo>
                  <a:pt x="452707" y="45488"/>
                </a:lnTo>
                <a:lnTo>
                  <a:pt x="452998" y="45677"/>
                </a:lnTo>
                <a:lnTo>
                  <a:pt x="453281" y="45872"/>
                </a:lnTo>
                <a:lnTo>
                  <a:pt x="453558" y="46071"/>
                </a:lnTo>
                <a:lnTo>
                  <a:pt x="453829" y="46275"/>
                </a:lnTo>
                <a:lnTo>
                  <a:pt x="454092" y="46485"/>
                </a:lnTo>
                <a:lnTo>
                  <a:pt x="454349" y="46699"/>
                </a:lnTo>
                <a:lnTo>
                  <a:pt x="454599" y="46919"/>
                </a:lnTo>
                <a:lnTo>
                  <a:pt x="454843" y="47143"/>
                </a:lnTo>
                <a:lnTo>
                  <a:pt x="455080" y="47372"/>
                </a:lnTo>
                <a:lnTo>
                  <a:pt x="455310" y="47607"/>
                </a:lnTo>
                <a:lnTo>
                  <a:pt x="455534" y="47846"/>
                </a:lnTo>
                <a:lnTo>
                  <a:pt x="455751" y="48091"/>
                </a:lnTo>
                <a:lnTo>
                  <a:pt x="455961" y="48340"/>
                </a:lnTo>
                <a:lnTo>
                  <a:pt x="456164" y="48595"/>
                </a:lnTo>
                <a:lnTo>
                  <a:pt x="456361" y="48854"/>
                </a:lnTo>
                <a:lnTo>
                  <a:pt x="456551" y="49118"/>
                </a:lnTo>
                <a:lnTo>
                  <a:pt x="456735" y="49388"/>
                </a:lnTo>
                <a:lnTo>
                  <a:pt x="456912" y="49662"/>
                </a:lnTo>
                <a:lnTo>
                  <a:pt x="457082" y="49942"/>
                </a:lnTo>
                <a:lnTo>
                  <a:pt x="457245" y="50226"/>
                </a:lnTo>
                <a:lnTo>
                  <a:pt x="457402" y="50516"/>
                </a:lnTo>
                <a:lnTo>
                  <a:pt x="457552" y="50810"/>
                </a:lnTo>
                <a:lnTo>
                  <a:pt x="457696" y="51110"/>
                </a:lnTo>
                <a:lnTo>
                  <a:pt x="457833" y="51414"/>
                </a:lnTo>
                <a:lnTo>
                  <a:pt x="457976" y="51722"/>
                </a:lnTo>
                <a:lnTo>
                  <a:pt x="458114" y="52033"/>
                </a:lnTo>
                <a:lnTo>
                  <a:pt x="458246" y="52345"/>
                </a:lnTo>
                <a:lnTo>
                  <a:pt x="458371" y="52660"/>
                </a:lnTo>
                <a:lnTo>
                  <a:pt x="458490" y="52977"/>
                </a:lnTo>
                <a:lnTo>
                  <a:pt x="458604" y="53296"/>
                </a:lnTo>
                <a:lnTo>
                  <a:pt x="458711" y="53618"/>
                </a:lnTo>
                <a:lnTo>
                  <a:pt x="458812" y="53941"/>
                </a:lnTo>
                <a:lnTo>
                  <a:pt x="458906" y="54267"/>
                </a:lnTo>
                <a:lnTo>
                  <a:pt x="458995" y="54595"/>
                </a:lnTo>
                <a:lnTo>
                  <a:pt x="459078" y="54926"/>
                </a:lnTo>
                <a:lnTo>
                  <a:pt x="459154" y="55258"/>
                </a:lnTo>
                <a:lnTo>
                  <a:pt x="459224" y="55593"/>
                </a:lnTo>
                <a:lnTo>
                  <a:pt x="459289" y="55930"/>
                </a:lnTo>
                <a:lnTo>
                  <a:pt x="459347" y="56269"/>
                </a:lnTo>
                <a:lnTo>
                  <a:pt x="459399" y="56611"/>
                </a:lnTo>
                <a:lnTo>
                  <a:pt x="459445" y="56954"/>
                </a:lnTo>
                <a:lnTo>
                  <a:pt x="459484" y="57300"/>
                </a:lnTo>
                <a:lnTo>
                  <a:pt x="459518" y="57649"/>
                </a:lnTo>
                <a:lnTo>
                  <a:pt x="459546" y="57999"/>
                </a:lnTo>
                <a:lnTo>
                  <a:pt x="459567" y="58352"/>
                </a:lnTo>
                <a:lnTo>
                  <a:pt x="459582" y="58706"/>
                </a:lnTo>
                <a:lnTo>
                  <a:pt x="459592" y="59063"/>
                </a:lnTo>
                <a:lnTo>
                  <a:pt x="459595" y="59423"/>
                </a:lnTo>
                <a:lnTo>
                  <a:pt x="459595" y="62786"/>
                </a:lnTo>
                <a:lnTo>
                  <a:pt x="473209" y="62786"/>
                </a:lnTo>
                <a:lnTo>
                  <a:pt x="473235" y="62614"/>
                </a:lnTo>
                <a:lnTo>
                  <a:pt x="473260" y="62444"/>
                </a:lnTo>
                <a:lnTo>
                  <a:pt x="473284" y="62276"/>
                </a:lnTo>
                <a:lnTo>
                  <a:pt x="473307" y="62110"/>
                </a:lnTo>
                <a:lnTo>
                  <a:pt x="473328" y="61946"/>
                </a:lnTo>
                <a:lnTo>
                  <a:pt x="473349" y="61785"/>
                </a:lnTo>
                <a:lnTo>
                  <a:pt x="473369" y="61626"/>
                </a:lnTo>
                <a:lnTo>
                  <a:pt x="473387" y="61469"/>
                </a:lnTo>
                <a:lnTo>
                  <a:pt x="473404" y="61315"/>
                </a:lnTo>
                <a:lnTo>
                  <a:pt x="473420" y="61162"/>
                </a:lnTo>
                <a:lnTo>
                  <a:pt x="473435" y="61012"/>
                </a:lnTo>
                <a:lnTo>
                  <a:pt x="473449" y="60864"/>
                </a:lnTo>
                <a:lnTo>
                  <a:pt x="473462" y="60718"/>
                </a:lnTo>
                <a:lnTo>
                  <a:pt x="473474" y="60575"/>
                </a:lnTo>
                <a:lnTo>
                  <a:pt x="473484" y="60434"/>
                </a:lnTo>
                <a:lnTo>
                  <a:pt x="473494" y="60295"/>
                </a:lnTo>
                <a:lnTo>
                  <a:pt x="473502" y="60158"/>
                </a:lnTo>
                <a:lnTo>
                  <a:pt x="473509" y="60023"/>
                </a:lnTo>
                <a:lnTo>
                  <a:pt x="473515" y="59891"/>
                </a:lnTo>
                <a:lnTo>
                  <a:pt x="473520" y="59761"/>
                </a:lnTo>
                <a:lnTo>
                  <a:pt x="473524" y="59633"/>
                </a:lnTo>
                <a:lnTo>
                  <a:pt x="473527" y="59507"/>
                </a:lnTo>
                <a:lnTo>
                  <a:pt x="473529" y="59384"/>
                </a:lnTo>
                <a:lnTo>
                  <a:pt x="473529" y="59262"/>
                </a:lnTo>
                <a:lnTo>
                  <a:pt x="473542" y="59129"/>
                </a:lnTo>
                <a:lnTo>
                  <a:pt x="473555" y="58994"/>
                </a:lnTo>
                <a:lnTo>
                  <a:pt x="473567" y="58860"/>
                </a:lnTo>
                <a:lnTo>
                  <a:pt x="473578" y="58724"/>
                </a:lnTo>
                <a:lnTo>
                  <a:pt x="473589" y="58588"/>
                </a:lnTo>
                <a:lnTo>
                  <a:pt x="473599" y="58452"/>
                </a:lnTo>
                <a:lnTo>
                  <a:pt x="473609" y="58315"/>
                </a:lnTo>
                <a:lnTo>
                  <a:pt x="473618" y="58177"/>
                </a:lnTo>
                <a:lnTo>
                  <a:pt x="473627" y="58039"/>
                </a:lnTo>
                <a:lnTo>
                  <a:pt x="473635" y="57900"/>
                </a:lnTo>
                <a:lnTo>
                  <a:pt x="473642" y="57761"/>
                </a:lnTo>
                <a:lnTo>
                  <a:pt x="473649" y="57621"/>
                </a:lnTo>
                <a:lnTo>
                  <a:pt x="473656" y="57480"/>
                </a:lnTo>
                <a:lnTo>
                  <a:pt x="473662" y="57339"/>
                </a:lnTo>
                <a:lnTo>
                  <a:pt x="473667" y="57198"/>
                </a:lnTo>
                <a:lnTo>
                  <a:pt x="473672" y="57056"/>
                </a:lnTo>
                <a:lnTo>
                  <a:pt x="473676" y="56913"/>
                </a:lnTo>
                <a:lnTo>
                  <a:pt x="473679" y="56770"/>
                </a:lnTo>
                <a:lnTo>
                  <a:pt x="473682" y="56626"/>
                </a:lnTo>
                <a:lnTo>
                  <a:pt x="473685" y="56482"/>
                </a:lnTo>
                <a:lnTo>
                  <a:pt x="473687" y="56337"/>
                </a:lnTo>
                <a:lnTo>
                  <a:pt x="473688" y="56191"/>
                </a:lnTo>
                <a:lnTo>
                  <a:pt x="473689" y="56045"/>
                </a:lnTo>
                <a:lnTo>
                  <a:pt x="473689" y="55899"/>
                </a:lnTo>
                <a:lnTo>
                  <a:pt x="473678" y="54985"/>
                </a:lnTo>
                <a:lnTo>
                  <a:pt x="473644" y="54085"/>
                </a:lnTo>
                <a:lnTo>
                  <a:pt x="473587" y="53199"/>
                </a:lnTo>
                <a:lnTo>
                  <a:pt x="473507" y="52326"/>
                </a:lnTo>
                <a:lnTo>
                  <a:pt x="473404" y="51468"/>
                </a:lnTo>
                <a:lnTo>
                  <a:pt x="473279" y="50623"/>
                </a:lnTo>
                <a:lnTo>
                  <a:pt x="473131" y="49793"/>
                </a:lnTo>
                <a:lnTo>
                  <a:pt x="472960" y="48976"/>
                </a:lnTo>
                <a:lnTo>
                  <a:pt x="472766" y="48173"/>
                </a:lnTo>
                <a:lnTo>
                  <a:pt x="472549" y="47384"/>
                </a:lnTo>
                <a:lnTo>
                  <a:pt x="472310" y="46609"/>
                </a:lnTo>
                <a:lnTo>
                  <a:pt x="472048" y="45848"/>
                </a:lnTo>
                <a:lnTo>
                  <a:pt x="471763" y="45101"/>
                </a:lnTo>
                <a:lnTo>
                  <a:pt x="471455" y="44368"/>
                </a:lnTo>
                <a:lnTo>
                  <a:pt x="471124" y="43649"/>
                </a:lnTo>
                <a:lnTo>
                  <a:pt x="470771" y="42943"/>
                </a:lnTo>
                <a:lnTo>
                  <a:pt x="470395" y="42251"/>
                </a:lnTo>
                <a:lnTo>
                  <a:pt x="469996" y="41574"/>
                </a:lnTo>
                <a:lnTo>
                  <a:pt x="469574" y="40910"/>
                </a:lnTo>
                <a:lnTo>
                  <a:pt x="469129" y="40260"/>
                </a:lnTo>
                <a:lnTo>
                  <a:pt x="468662" y="39624"/>
                </a:lnTo>
                <a:lnTo>
                  <a:pt x="468171" y="39002"/>
                </a:lnTo>
                <a:lnTo>
                  <a:pt x="467658" y="38394"/>
                </a:lnTo>
                <a:lnTo>
                  <a:pt x="467123" y="37800"/>
                </a:lnTo>
                <a:lnTo>
                  <a:pt x="466579" y="37212"/>
                </a:lnTo>
                <a:lnTo>
                  <a:pt x="466016" y="36649"/>
                </a:lnTo>
                <a:lnTo>
                  <a:pt x="465433" y="36111"/>
                </a:lnTo>
                <a:lnTo>
                  <a:pt x="464831" y="35598"/>
                </a:lnTo>
                <a:lnTo>
                  <a:pt x="464210" y="35110"/>
                </a:lnTo>
                <a:lnTo>
                  <a:pt x="463569" y="34647"/>
                </a:lnTo>
                <a:lnTo>
                  <a:pt x="462908" y="34209"/>
                </a:lnTo>
                <a:lnTo>
                  <a:pt x="462228" y="33796"/>
                </a:lnTo>
                <a:lnTo>
                  <a:pt x="461529" y="33408"/>
                </a:lnTo>
                <a:lnTo>
                  <a:pt x="460810" y="33045"/>
                </a:lnTo>
                <a:lnTo>
                  <a:pt x="460072" y="32707"/>
                </a:lnTo>
                <a:lnTo>
                  <a:pt x="459314" y="32394"/>
                </a:lnTo>
                <a:lnTo>
                  <a:pt x="458537" y="32106"/>
                </a:lnTo>
                <a:lnTo>
                  <a:pt x="457740" y="31844"/>
                </a:lnTo>
                <a:lnTo>
                  <a:pt x="456924" y="31606"/>
                </a:lnTo>
                <a:lnTo>
                  <a:pt x="456089" y="31393"/>
                </a:lnTo>
                <a:lnTo>
                  <a:pt x="455234" y="31205"/>
                </a:lnTo>
                <a:lnTo>
                  <a:pt x="454359" y="31043"/>
                </a:lnTo>
                <a:lnTo>
                  <a:pt x="453465" y="30905"/>
                </a:lnTo>
                <a:lnTo>
                  <a:pt x="452552" y="30792"/>
                </a:lnTo>
                <a:lnTo>
                  <a:pt x="451619" y="30705"/>
                </a:lnTo>
                <a:lnTo>
                  <a:pt x="450666" y="30642"/>
                </a:lnTo>
                <a:lnTo>
                  <a:pt x="449694" y="30605"/>
                </a:lnTo>
                <a:lnTo>
                  <a:pt x="448703" y="30592"/>
                </a:lnTo>
                <a:lnTo>
                  <a:pt x="448052" y="30599"/>
                </a:lnTo>
                <a:lnTo>
                  <a:pt x="447407" y="30618"/>
                </a:lnTo>
                <a:lnTo>
                  <a:pt x="446769" y="30650"/>
                </a:lnTo>
                <a:lnTo>
                  <a:pt x="446136" y="30695"/>
                </a:lnTo>
                <a:lnTo>
                  <a:pt x="445509" y="30752"/>
                </a:lnTo>
                <a:lnTo>
                  <a:pt x="444889" y="30822"/>
                </a:lnTo>
                <a:lnTo>
                  <a:pt x="444275" y="30906"/>
                </a:lnTo>
                <a:lnTo>
                  <a:pt x="443667" y="31002"/>
                </a:lnTo>
                <a:lnTo>
                  <a:pt x="443065" y="31110"/>
                </a:lnTo>
                <a:lnTo>
                  <a:pt x="442469" y="31232"/>
                </a:lnTo>
                <a:lnTo>
                  <a:pt x="441879" y="31366"/>
                </a:lnTo>
                <a:lnTo>
                  <a:pt x="441295" y="31513"/>
                </a:lnTo>
                <a:lnTo>
                  <a:pt x="440718" y="31673"/>
                </a:lnTo>
                <a:lnTo>
                  <a:pt x="440146" y="31846"/>
                </a:lnTo>
                <a:lnTo>
                  <a:pt x="439581" y="32031"/>
                </a:lnTo>
                <a:lnTo>
                  <a:pt x="439022" y="32230"/>
                </a:lnTo>
                <a:lnTo>
                  <a:pt x="438469" y="32441"/>
                </a:lnTo>
                <a:lnTo>
                  <a:pt x="437922" y="32664"/>
                </a:lnTo>
                <a:lnTo>
                  <a:pt x="437381" y="32901"/>
                </a:lnTo>
                <a:lnTo>
                  <a:pt x="436846" y="33151"/>
                </a:lnTo>
                <a:lnTo>
                  <a:pt x="436318" y="33413"/>
                </a:lnTo>
                <a:lnTo>
                  <a:pt x="435795" y="33688"/>
                </a:lnTo>
                <a:lnTo>
                  <a:pt x="435279" y="33976"/>
                </a:lnTo>
                <a:lnTo>
                  <a:pt x="434768" y="34276"/>
                </a:lnTo>
                <a:lnTo>
                  <a:pt x="434280" y="34575"/>
                </a:lnTo>
                <a:lnTo>
                  <a:pt x="433802" y="34883"/>
                </a:lnTo>
                <a:lnTo>
                  <a:pt x="433334" y="35202"/>
                </a:lnTo>
                <a:lnTo>
                  <a:pt x="432878" y="35531"/>
                </a:lnTo>
                <a:lnTo>
                  <a:pt x="432431" y="35869"/>
                </a:lnTo>
                <a:lnTo>
                  <a:pt x="431995" y="36218"/>
                </a:lnTo>
                <a:lnTo>
                  <a:pt x="431570" y="36577"/>
                </a:lnTo>
                <a:lnTo>
                  <a:pt x="431156" y="36946"/>
                </a:lnTo>
                <a:lnTo>
                  <a:pt x="430752" y="37324"/>
                </a:lnTo>
                <a:lnTo>
                  <a:pt x="430358" y="37713"/>
                </a:lnTo>
                <a:lnTo>
                  <a:pt x="429975" y="38112"/>
                </a:lnTo>
                <a:lnTo>
                  <a:pt x="429603" y="38521"/>
                </a:lnTo>
                <a:lnTo>
                  <a:pt x="429241" y="38939"/>
                </a:lnTo>
                <a:lnTo>
                  <a:pt x="428890" y="39368"/>
                </a:lnTo>
                <a:lnTo>
                  <a:pt x="428549" y="39807"/>
                </a:lnTo>
                <a:lnTo>
                  <a:pt x="428219" y="40256"/>
                </a:lnTo>
                <a:lnTo>
                  <a:pt x="427900" y="40715"/>
                </a:lnTo>
                <a:lnTo>
                  <a:pt x="427591" y="41183"/>
                </a:lnTo>
                <a:lnTo>
                  <a:pt x="427292" y="41662"/>
                </a:lnTo>
                <a:lnTo>
                  <a:pt x="427005" y="42151"/>
                </a:lnTo>
                <a:lnTo>
                  <a:pt x="426727" y="42650"/>
                </a:lnTo>
                <a:lnTo>
                  <a:pt x="426461" y="43159"/>
                </a:lnTo>
                <a:lnTo>
                  <a:pt x="426205" y="43678"/>
                </a:lnTo>
                <a:lnTo>
                  <a:pt x="425959" y="44207"/>
                </a:lnTo>
                <a:lnTo>
                  <a:pt x="425158" y="32194"/>
                </a:lnTo>
                <a:lnTo>
                  <a:pt x="391523" y="32194"/>
                </a:lnTo>
                <a:lnTo>
                  <a:pt x="391523" y="44687"/>
                </a:lnTo>
                <a:lnTo>
                  <a:pt x="412185" y="44687"/>
                </a:lnTo>
                <a:lnTo>
                  <a:pt x="412185" y="101707"/>
                </a:lnTo>
                <a:lnTo>
                  <a:pt x="390722" y="101707"/>
                </a:lnTo>
                <a:lnTo>
                  <a:pt x="390722" y="114040"/>
                </a:lnTo>
                <a:lnTo>
                  <a:pt x="412185" y="114040"/>
                </a:lnTo>
                <a:lnTo>
                  <a:pt x="427881" y="114040"/>
                </a:lnTo>
                <a:lnTo>
                  <a:pt x="464560" y="114040"/>
                </a:lnTo>
                <a:lnTo>
                  <a:pt x="464560" y="101707"/>
                </a:lnTo>
                <a:lnTo>
                  <a:pt x="427881" y="101707"/>
                </a:lnTo>
                <a:lnTo>
                  <a:pt x="427881" y="63587"/>
                </a:lnTo>
                <a:lnTo>
                  <a:pt x="427884" y="63161"/>
                </a:lnTo>
                <a:lnTo>
                  <a:pt x="427893" y="62736"/>
                </a:lnTo>
                <a:lnTo>
                  <a:pt x="427909" y="62313"/>
                </a:lnTo>
                <a:close/>
                <a:moveTo>
                  <a:pt x="44527" y="101707"/>
                </a:moveTo>
                <a:lnTo>
                  <a:pt x="15216" y="101707"/>
                </a:lnTo>
                <a:lnTo>
                  <a:pt x="15216" y="114040"/>
                </a:lnTo>
                <a:lnTo>
                  <a:pt x="44527" y="114040"/>
                </a:lnTo>
                <a:lnTo>
                  <a:pt x="60544" y="114040"/>
                </a:lnTo>
                <a:lnTo>
                  <a:pt x="88253" y="114040"/>
                </a:lnTo>
                <a:lnTo>
                  <a:pt x="88253" y="101707"/>
                </a:lnTo>
                <a:lnTo>
                  <a:pt x="60544" y="101707"/>
                </a:lnTo>
                <a:lnTo>
                  <a:pt x="60544" y="32194"/>
                </a:lnTo>
                <a:lnTo>
                  <a:pt x="15216" y="32194"/>
                </a:lnTo>
                <a:lnTo>
                  <a:pt x="15216" y="44687"/>
                </a:lnTo>
                <a:lnTo>
                  <a:pt x="44527" y="44687"/>
                </a:lnTo>
                <a:lnTo>
                  <a:pt x="44527" y="101707"/>
                </a:lnTo>
                <a:close/>
                <a:moveTo>
                  <a:pt x="125868" y="64333"/>
                </a:moveTo>
                <a:lnTo>
                  <a:pt x="125897" y="63792"/>
                </a:lnTo>
                <a:lnTo>
                  <a:pt x="125934" y="63256"/>
                </a:lnTo>
                <a:lnTo>
                  <a:pt x="125980" y="62726"/>
                </a:lnTo>
                <a:lnTo>
                  <a:pt x="126035" y="62202"/>
                </a:lnTo>
                <a:lnTo>
                  <a:pt x="126097" y="61683"/>
                </a:lnTo>
                <a:lnTo>
                  <a:pt x="126168" y="61169"/>
                </a:lnTo>
                <a:lnTo>
                  <a:pt x="126247" y="60662"/>
                </a:lnTo>
                <a:lnTo>
                  <a:pt x="126335" y="60160"/>
                </a:lnTo>
                <a:lnTo>
                  <a:pt x="126431" y="59663"/>
                </a:lnTo>
                <a:lnTo>
                  <a:pt x="126535" y="59172"/>
                </a:lnTo>
                <a:lnTo>
                  <a:pt x="126648" y="58686"/>
                </a:lnTo>
                <a:lnTo>
                  <a:pt x="126769" y="58206"/>
                </a:lnTo>
                <a:lnTo>
                  <a:pt x="126898" y="57732"/>
                </a:lnTo>
                <a:lnTo>
                  <a:pt x="127036" y="57263"/>
                </a:lnTo>
                <a:lnTo>
                  <a:pt x="127182" y="56800"/>
                </a:lnTo>
                <a:lnTo>
                  <a:pt x="127336" y="56342"/>
                </a:lnTo>
                <a:lnTo>
                  <a:pt x="127499" y="55890"/>
                </a:lnTo>
                <a:lnTo>
                  <a:pt x="127670" y="55443"/>
                </a:lnTo>
                <a:lnTo>
                  <a:pt x="127849" y="55002"/>
                </a:lnTo>
                <a:lnTo>
                  <a:pt x="128037" y="54567"/>
                </a:lnTo>
                <a:lnTo>
                  <a:pt x="128233" y="54137"/>
                </a:lnTo>
                <a:lnTo>
                  <a:pt x="128436" y="53701"/>
                </a:lnTo>
                <a:lnTo>
                  <a:pt x="128646" y="53273"/>
                </a:lnTo>
                <a:lnTo>
                  <a:pt x="128863" y="52853"/>
                </a:lnTo>
                <a:lnTo>
                  <a:pt x="129087" y="52442"/>
                </a:lnTo>
                <a:lnTo>
                  <a:pt x="129317" y="52039"/>
                </a:lnTo>
                <a:lnTo>
                  <a:pt x="129554" y="51644"/>
                </a:lnTo>
                <a:lnTo>
                  <a:pt x="129798" y="51258"/>
                </a:lnTo>
                <a:lnTo>
                  <a:pt x="130048" y="50880"/>
                </a:lnTo>
                <a:lnTo>
                  <a:pt x="130305" y="50511"/>
                </a:lnTo>
                <a:lnTo>
                  <a:pt x="130568" y="50150"/>
                </a:lnTo>
                <a:lnTo>
                  <a:pt x="130839" y="49797"/>
                </a:lnTo>
                <a:lnTo>
                  <a:pt x="131116" y="49452"/>
                </a:lnTo>
                <a:lnTo>
                  <a:pt x="131399" y="49116"/>
                </a:lnTo>
                <a:lnTo>
                  <a:pt x="131690" y="48788"/>
                </a:lnTo>
                <a:lnTo>
                  <a:pt x="131987" y="48469"/>
                </a:lnTo>
                <a:lnTo>
                  <a:pt x="132290" y="48157"/>
                </a:lnTo>
                <a:lnTo>
                  <a:pt x="132601" y="47855"/>
                </a:lnTo>
                <a:lnTo>
                  <a:pt x="132918" y="47560"/>
                </a:lnTo>
                <a:lnTo>
                  <a:pt x="133241" y="47274"/>
                </a:lnTo>
                <a:lnTo>
                  <a:pt x="133572" y="46996"/>
                </a:lnTo>
                <a:lnTo>
                  <a:pt x="133909" y="46727"/>
                </a:lnTo>
                <a:lnTo>
                  <a:pt x="134252" y="46466"/>
                </a:lnTo>
                <a:lnTo>
                  <a:pt x="134603" y="46213"/>
                </a:lnTo>
                <a:lnTo>
                  <a:pt x="134960" y="45968"/>
                </a:lnTo>
                <a:lnTo>
                  <a:pt x="135323" y="45720"/>
                </a:lnTo>
                <a:lnTo>
                  <a:pt x="135692" y="45482"/>
                </a:lnTo>
                <a:lnTo>
                  <a:pt x="136066" y="45255"/>
                </a:lnTo>
                <a:lnTo>
                  <a:pt x="136446" y="45039"/>
                </a:lnTo>
                <a:lnTo>
                  <a:pt x="136831" y="44833"/>
                </a:lnTo>
                <a:lnTo>
                  <a:pt x="137222" y="44637"/>
                </a:lnTo>
                <a:lnTo>
                  <a:pt x="137619" y="44452"/>
                </a:lnTo>
                <a:lnTo>
                  <a:pt x="138021" y="44278"/>
                </a:lnTo>
                <a:lnTo>
                  <a:pt x="138428" y="44114"/>
                </a:lnTo>
                <a:lnTo>
                  <a:pt x="138842" y="43961"/>
                </a:lnTo>
                <a:lnTo>
                  <a:pt x="139260" y="43818"/>
                </a:lnTo>
                <a:lnTo>
                  <a:pt x="139685" y="43686"/>
                </a:lnTo>
                <a:lnTo>
                  <a:pt x="140115" y="43565"/>
                </a:lnTo>
                <a:lnTo>
                  <a:pt x="140550" y="43454"/>
                </a:lnTo>
                <a:lnTo>
                  <a:pt x="140991" y="43353"/>
                </a:lnTo>
                <a:lnTo>
                  <a:pt x="141438" y="43263"/>
                </a:lnTo>
                <a:lnTo>
                  <a:pt x="141890" y="43184"/>
                </a:lnTo>
                <a:lnTo>
                  <a:pt x="142348" y="43115"/>
                </a:lnTo>
                <a:lnTo>
                  <a:pt x="142811" y="43057"/>
                </a:lnTo>
                <a:lnTo>
                  <a:pt x="143280" y="43010"/>
                </a:lnTo>
                <a:lnTo>
                  <a:pt x="143754" y="42973"/>
                </a:lnTo>
                <a:lnTo>
                  <a:pt x="144234" y="42946"/>
                </a:lnTo>
                <a:lnTo>
                  <a:pt x="144720" y="42931"/>
                </a:lnTo>
                <a:lnTo>
                  <a:pt x="145211" y="42925"/>
                </a:lnTo>
                <a:lnTo>
                  <a:pt x="145911" y="42934"/>
                </a:lnTo>
                <a:lnTo>
                  <a:pt x="146599" y="42962"/>
                </a:lnTo>
                <a:lnTo>
                  <a:pt x="147273" y="43008"/>
                </a:lnTo>
                <a:lnTo>
                  <a:pt x="147933" y="43072"/>
                </a:lnTo>
                <a:lnTo>
                  <a:pt x="148581" y="43155"/>
                </a:lnTo>
                <a:lnTo>
                  <a:pt x="149215" y="43256"/>
                </a:lnTo>
                <a:lnTo>
                  <a:pt x="149835" y="43375"/>
                </a:lnTo>
                <a:lnTo>
                  <a:pt x="150443" y="43513"/>
                </a:lnTo>
                <a:lnTo>
                  <a:pt x="151037" y="43669"/>
                </a:lnTo>
                <a:lnTo>
                  <a:pt x="151617" y="43843"/>
                </a:lnTo>
                <a:lnTo>
                  <a:pt x="152185" y="44036"/>
                </a:lnTo>
                <a:lnTo>
                  <a:pt x="152739" y="44247"/>
                </a:lnTo>
                <a:lnTo>
                  <a:pt x="153279" y="44476"/>
                </a:lnTo>
                <a:lnTo>
                  <a:pt x="153806" y="44724"/>
                </a:lnTo>
                <a:lnTo>
                  <a:pt x="154320" y="44990"/>
                </a:lnTo>
                <a:lnTo>
                  <a:pt x="154821" y="45274"/>
                </a:lnTo>
                <a:lnTo>
                  <a:pt x="155308" y="45577"/>
                </a:lnTo>
                <a:lnTo>
                  <a:pt x="155782" y="45898"/>
                </a:lnTo>
                <a:lnTo>
                  <a:pt x="156242" y="46238"/>
                </a:lnTo>
                <a:lnTo>
                  <a:pt x="156689" y="46596"/>
                </a:lnTo>
                <a:lnTo>
                  <a:pt x="157123" y="46972"/>
                </a:lnTo>
                <a:lnTo>
                  <a:pt x="157544" y="47367"/>
                </a:lnTo>
                <a:lnTo>
                  <a:pt x="157951" y="47780"/>
                </a:lnTo>
                <a:lnTo>
                  <a:pt x="158344" y="48211"/>
                </a:lnTo>
                <a:lnTo>
                  <a:pt x="158737" y="48662"/>
                </a:lnTo>
                <a:lnTo>
                  <a:pt x="159112" y="49135"/>
                </a:lnTo>
                <a:lnTo>
                  <a:pt x="159471" y="49630"/>
                </a:lnTo>
                <a:lnTo>
                  <a:pt x="159813" y="50146"/>
                </a:lnTo>
                <a:lnTo>
                  <a:pt x="160138" y="50684"/>
                </a:lnTo>
                <a:lnTo>
                  <a:pt x="160447" y="51244"/>
                </a:lnTo>
                <a:lnTo>
                  <a:pt x="160739" y="51825"/>
                </a:lnTo>
                <a:lnTo>
                  <a:pt x="161014" y="52429"/>
                </a:lnTo>
                <a:lnTo>
                  <a:pt x="161273" y="53053"/>
                </a:lnTo>
                <a:lnTo>
                  <a:pt x="161514" y="53700"/>
                </a:lnTo>
                <a:lnTo>
                  <a:pt x="161740" y="54368"/>
                </a:lnTo>
                <a:lnTo>
                  <a:pt x="161948" y="55058"/>
                </a:lnTo>
                <a:lnTo>
                  <a:pt x="162140" y="55770"/>
                </a:lnTo>
                <a:lnTo>
                  <a:pt x="162315" y="56503"/>
                </a:lnTo>
                <a:lnTo>
                  <a:pt x="162474" y="57258"/>
                </a:lnTo>
                <a:lnTo>
                  <a:pt x="162616" y="58035"/>
                </a:lnTo>
                <a:lnTo>
                  <a:pt x="162741" y="58833"/>
                </a:lnTo>
                <a:lnTo>
                  <a:pt x="162849" y="59653"/>
                </a:lnTo>
                <a:lnTo>
                  <a:pt x="162941" y="60495"/>
                </a:lnTo>
                <a:lnTo>
                  <a:pt x="163016" y="61358"/>
                </a:lnTo>
                <a:lnTo>
                  <a:pt x="163074" y="62243"/>
                </a:lnTo>
                <a:lnTo>
                  <a:pt x="163116" y="63150"/>
                </a:lnTo>
                <a:lnTo>
                  <a:pt x="163141" y="64078"/>
                </a:lnTo>
                <a:lnTo>
                  <a:pt x="163150" y="65029"/>
                </a:lnTo>
                <a:lnTo>
                  <a:pt x="163150" y="114040"/>
                </a:lnTo>
                <a:lnTo>
                  <a:pt x="179166" y="114040"/>
                </a:lnTo>
                <a:lnTo>
                  <a:pt x="179166" y="60384"/>
                </a:lnTo>
                <a:lnTo>
                  <a:pt x="179153" y="59168"/>
                </a:lnTo>
                <a:lnTo>
                  <a:pt x="179111" y="57978"/>
                </a:lnTo>
                <a:lnTo>
                  <a:pt x="179041" y="56812"/>
                </a:lnTo>
                <a:lnTo>
                  <a:pt x="178944" y="55672"/>
                </a:lnTo>
                <a:lnTo>
                  <a:pt x="178819" y="54557"/>
                </a:lnTo>
                <a:lnTo>
                  <a:pt x="178666" y="53466"/>
                </a:lnTo>
                <a:lnTo>
                  <a:pt x="178485" y="52401"/>
                </a:lnTo>
                <a:lnTo>
                  <a:pt x="178277" y="51361"/>
                </a:lnTo>
                <a:lnTo>
                  <a:pt x="178040" y="50346"/>
                </a:lnTo>
                <a:lnTo>
                  <a:pt x="177776" y="49355"/>
                </a:lnTo>
                <a:lnTo>
                  <a:pt x="177484" y="48390"/>
                </a:lnTo>
                <a:lnTo>
                  <a:pt x="177164" y="47450"/>
                </a:lnTo>
                <a:lnTo>
                  <a:pt x="176817" y="46535"/>
                </a:lnTo>
                <a:lnTo>
                  <a:pt x="176441" y="45645"/>
                </a:lnTo>
                <a:lnTo>
                  <a:pt x="176038" y="44780"/>
                </a:lnTo>
                <a:lnTo>
                  <a:pt x="175607" y="43940"/>
                </a:lnTo>
                <a:lnTo>
                  <a:pt x="175148" y="43125"/>
                </a:lnTo>
                <a:lnTo>
                  <a:pt x="174662" y="42335"/>
                </a:lnTo>
                <a:lnTo>
                  <a:pt x="174147" y="41570"/>
                </a:lnTo>
                <a:lnTo>
                  <a:pt x="173605" y="40830"/>
                </a:lnTo>
                <a:lnTo>
                  <a:pt x="173035" y="40115"/>
                </a:lnTo>
                <a:lnTo>
                  <a:pt x="172437" y="39425"/>
                </a:lnTo>
                <a:lnTo>
                  <a:pt x="171811" y="38760"/>
                </a:lnTo>
                <a:lnTo>
                  <a:pt x="171158" y="38120"/>
                </a:lnTo>
                <a:lnTo>
                  <a:pt x="170481" y="37506"/>
                </a:lnTo>
                <a:lnTo>
                  <a:pt x="169785" y="36918"/>
                </a:lnTo>
                <a:lnTo>
                  <a:pt x="169071" y="36356"/>
                </a:lnTo>
                <a:lnTo>
                  <a:pt x="168337" y="35820"/>
                </a:lnTo>
                <a:lnTo>
                  <a:pt x="167585" y="35310"/>
                </a:lnTo>
                <a:lnTo>
                  <a:pt x="166813" y="34827"/>
                </a:lnTo>
                <a:lnTo>
                  <a:pt x="166023" y="34369"/>
                </a:lnTo>
                <a:lnTo>
                  <a:pt x="165214" y="33938"/>
                </a:lnTo>
                <a:lnTo>
                  <a:pt x="164386" y="33533"/>
                </a:lnTo>
                <a:lnTo>
                  <a:pt x="163539" y="33154"/>
                </a:lnTo>
                <a:lnTo>
                  <a:pt x="162673" y="32801"/>
                </a:lnTo>
                <a:lnTo>
                  <a:pt x="161788" y="32474"/>
                </a:lnTo>
                <a:lnTo>
                  <a:pt x="160884" y="32174"/>
                </a:lnTo>
                <a:lnTo>
                  <a:pt x="159962" y="31899"/>
                </a:lnTo>
                <a:lnTo>
                  <a:pt x="159020" y="31651"/>
                </a:lnTo>
                <a:lnTo>
                  <a:pt x="158060" y="31429"/>
                </a:lnTo>
                <a:lnTo>
                  <a:pt x="157080" y="31233"/>
                </a:lnTo>
                <a:lnTo>
                  <a:pt x="156082" y="31063"/>
                </a:lnTo>
                <a:lnTo>
                  <a:pt x="155065" y="30919"/>
                </a:lnTo>
                <a:lnTo>
                  <a:pt x="154029" y="30801"/>
                </a:lnTo>
                <a:lnTo>
                  <a:pt x="152974" y="30710"/>
                </a:lnTo>
                <a:lnTo>
                  <a:pt x="151900" y="30645"/>
                </a:lnTo>
                <a:lnTo>
                  <a:pt x="150807" y="30605"/>
                </a:lnTo>
                <a:lnTo>
                  <a:pt x="149695" y="30592"/>
                </a:lnTo>
                <a:lnTo>
                  <a:pt x="149017" y="30598"/>
                </a:lnTo>
                <a:lnTo>
                  <a:pt x="148344" y="30615"/>
                </a:lnTo>
                <a:lnTo>
                  <a:pt x="147676" y="30642"/>
                </a:lnTo>
                <a:lnTo>
                  <a:pt x="147013" y="30681"/>
                </a:lnTo>
                <a:lnTo>
                  <a:pt x="146354" y="30731"/>
                </a:lnTo>
                <a:lnTo>
                  <a:pt x="145701" y="30792"/>
                </a:lnTo>
                <a:lnTo>
                  <a:pt x="145053" y="30865"/>
                </a:lnTo>
                <a:lnTo>
                  <a:pt x="144410" y="30948"/>
                </a:lnTo>
                <a:lnTo>
                  <a:pt x="143772" y="31043"/>
                </a:lnTo>
                <a:lnTo>
                  <a:pt x="143138" y="31148"/>
                </a:lnTo>
                <a:lnTo>
                  <a:pt x="142510" y="31265"/>
                </a:lnTo>
                <a:lnTo>
                  <a:pt x="141887" y="31393"/>
                </a:lnTo>
                <a:lnTo>
                  <a:pt x="141269" y="31532"/>
                </a:lnTo>
                <a:lnTo>
                  <a:pt x="140656" y="31682"/>
                </a:lnTo>
                <a:lnTo>
                  <a:pt x="140048" y="31844"/>
                </a:lnTo>
                <a:lnTo>
                  <a:pt x="139445" y="32016"/>
                </a:lnTo>
                <a:lnTo>
                  <a:pt x="138846" y="32200"/>
                </a:lnTo>
                <a:lnTo>
                  <a:pt x="138253" y="32394"/>
                </a:lnTo>
                <a:lnTo>
                  <a:pt x="137665" y="32600"/>
                </a:lnTo>
                <a:lnTo>
                  <a:pt x="137082" y="32817"/>
                </a:lnTo>
                <a:lnTo>
                  <a:pt x="136504" y="33045"/>
                </a:lnTo>
                <a:lnTo>
                  <a:pt x="135931" y="33284"/>
                </a:lnTo>
                <a:lnTo>
                  <a:pt x="135363" y="33534"/>
                </a:lnTo>
                <a:lnTo>
                  <a:pt x="134800" y="33796"/>
                </a:lnTo>
                <a:lnTo>
                  <a:pt x="134244" y="34069"/>
                </a:lnTo>
                <a:lnTo>
                  <a:pt x="133700" y="34355"/>
                </a:lnTo>
                <a:lnTo>
                  <a:pt x="133165" y="34654"/>
                </a:lnTo>
                <a:lnTo>
                  <a:pt x="132642" y="34966"/>
                </a:lnTo>
                <a:lnTo>
                  <a:pt x="132129" y="35290"/>
                </a:lnTo>
                <a:lnTo>
                  <a:pt x="131626" y="35628"/>
                </a:lnTo>
                <a:lnTo>
                  <a:pt x="131134" y="35978"/>
                </a:lnTo>
                <a:lnTo>
                  <a:pt x="130653" y="36341"/>
                </a:lnTo>
                <a:lnTo>
                  <a:pt x="130182" y="36716"/>
                </a:lnTo>
                <a:lnTo>
                  <a:pt x="129722" y="37105"/>
                </a:lnTo>
                <a:lnTo>
                  <a:pt x="129272" y="37506"/>
                </a:lnTo>
                <a:lnTo>
                  <a:pt x="128833" y="37920"/>
                </a:lnTo>
                <a:lnTo>
                  <a:pt x="128405" y="38347"/>
                </a:lnTo>
                <a:lnTo>
                  <a:pt x="127987" y="38786"/>
                </a:lnTo>
                <a:lnTo>
                  <a:pt x="127580" y="39239"/>
                </a:lnTo>
                <a:lnTo>
                  <a:pt x="127183" y="39704"/>
                </a:lnTo>
                <a:lnTo>
                  <a:pt x="126796" y="40182"/>
                </a:lnTo>
                <a:lnTo>
                  <a:pt x="126421" y="40673"/>
                </a:lnTo>
                <a:lnTo>
                  <a:pt x="126056" y="41176"/>
                </a:lnTo>
                <a:lnTo>
                  <a:pt x="125701" y="41693"/>
                </a:lnTo>
                <a:lnTo>
                  <a:pt x="125357" y="42222"/>
                </a:lnTo>
                <a:lnTo>
                  <a:pt x="125024" y="42764"/>
                </a:lnTo>
                <a:lnTo>
                  <a:pt x="124701" y="43319"/>
                </a:lnTo>
                <a:lnTo>
                  <a:pt x="124389" y="43886"/>
                </a:lnTo>
                <a:lnTo>
                  <a:pt x="122787" y="32194"/>
                </a:lnTo>
                <a:lnTo>
                  <a:pt x="109813" y="32194"/>
                </a:lnTo>
                <a:lnTo>
                  <a:pt x="109813" y="114040"/>
                </a:lnTo>
                <a:lnTo>
                  <a:pt x="125830" y="114040"/>
                </a:lnTo>
                <a:lnTo>
                  <a:pt x="125830" y="65990"/>
                </a:lnTo>
                <a:lnTo>
                  <a:pt x="125834" y="65432"/>
                </a:lnTo>
                <a:lnTo>
                  <a:pt x="125847" y="64880"/>
                </a:lnTo>
                <a:lnTo>
                  <a:pt x="125868" y="64333"/>
                </a:lnTo>
                <a:close/>
                <a:moveTo>
                  <a:pt x="242758" y="115566"/>
                </a:moveTo>
                <a:lnTo>
                  <a:pt x="243666" y="115524"/>
                </a:lnTo>
                <a:lnTo>
                  <a:pt x="244563" y="115472"/>
                </a:lnTo>
                <a:lnTo>
                  <a:pt x="245448" y="115410"/>
                </a:lnTo>
                <a:lnTo>
                  <a:pt x="246321" y="115339"/>
                </a:lnTo>
                <a:lnTo>
                  <a:pt x="247183" y="115259"/>
                </a:lnTo>
                <a:lnTo>
                  <a:pt x="248033" y="115169"/>
                </a:lnTo>
                <a:lnTo>
                  <a:pt x="248872" y="115070"/>
                </a:lnTo>
                <a:lnTo>
                  <a:pt x="249698" y="114961"/>
                </a:lnTo>
                <a:lnTo>
                  <a:pt x="250513" y="114843"/>
                </a:lnTo>
                <a:lnTo>
                  <a:pt x="251317" y="114715"/>
                </a:lnTo>
                <a:lnTo>
                  <a:pt x="252108" y="114578"/>
                </a:lnTo>
                <a:lnTo>
                  <a:pt x="252888" y="114432"/>
                </a:lnTo>
                <a:lnTo>
                  <a:pt x="253657" y="114276"/>
                </a:lnTo>
                <a:lnTo>
                  <a:pt x="254413" y="114110"/>
                </a:lnTo>
                <a:lnTo>
                  <a:pt x="255158" y="113935"/>
                </a:lnTo>
                <a:lnTo>
                  <a:pt x="255891" y="113751"/>
                </a:lnTo>
                <a:lnTo>
                  <a:pt x="256613" y="113557"/>
                </a:lnTo>
                <a:lnTo>
                  <a:pt x="257323" y="113354"/>
                </a:lnTo>
                <a:lnTo>
                  <a:pt x="258021" y="113141"/>
                </a:lnTo>
                <a:lnTo>
                  <a:pt x="258708" y="112919"/>
                </a:lnTo>
                <a:lnTo>
                  <a:pt x="259395" y="112687"/>
                </a:lnTo>
                <a:lnTo>
                  <a:pt x="260068" y="112445"/>
                </a:lnTo>
                <a:lnTo>
                  <a:pt x="260727" y="112193"/>
                </a:lnTo>
                <a:lnTo>
                  <a:pt x="261373" y="111931"/>
                </a:lnTo>
                <a:lnTo>
                  <a:pt x="262004" y="111659"/>
                </a:lnTo>
                <a:lnTo>
                  <a:pt x="262622" y="111377"/>
                </a:lnTo>
                <a:lnTo>
                  <a:pt x="263226" y="111085"/>
                </a:lnTo>
                <a:lnTo>
                  <a:pt x="263815" y="110783"/>
                </a:lnTo>
                <a:lnTo>
                  <a:pt x="264391" y="110471"/>
                </a:lnTo>
                <a:lnTo>
                  <a:pt x="264953" y="110149"/>
                </a:lnTo>
                <a:lnTo>
                  <a:pt x="265501" y="109817"/>
                </a:lnTo>
                <a:lnTo>
                  <a:pt x="266035" y="109475"/>
                </a:lnTo>
                <a:lnTo>
                  <a:pt x="266556" y="109123"/>
                </a:lnTo>
                <a:lnTo>
                  <a:pt x="267062" y="108761"/>
                </a:lnTo>
                <a:lnTo>
                  <a:pt x="267555" y="108389"/>
                </a:lnTo>
                <a:lnTo>
                  <a:pt x="268033" y="108007"/>
                </a:lnTo>
                <a:lnTo>
                  <a:pt x="268498" y="107615"/>
                </a:lnTo>
                <a:lnTo>
                  <a:pt x="268949" y="107213"/>
                </a:lnTo>
                <a:lnTo>
                  <a:pt x="269385" y="106801"/>
                </a:lnTo>
                <a:lnTo>
                  <a:pt x="269808" y="106379"/>
                </a:lnTo>
                <a:lnTo>
                  <a:pt x="270217" y="105947"/>
                </a:lnTo>
                <a:lnTo>
                  <a:pt x="270613" y="105505"/>
                </a:lnTo>
                <a:lnTo>
                  <a:pt x="270994" y="105052"/>
                </a:lnTo>
                <a:lnTo>
                  <a:pt x="271361" y="104590"/>
                </a:lnTo>
                <a:lnTo>
                  <a:pt x="271727" y="104118"/>
                </a:lnTo>
                <a:lnTo>
                  <a:pt x="272077" y="103636"/>
                </a:lnTo>
                <a:lnTo>
                  <a:pt x="272412" y="103144"/>
                </a:lnTo>
                <a:lnTo>
                  <a:pt x="272731" y="102642"/>
                </a:lnTo>
                <a:lnTo>
                  <a:pt x="273035" y="102129"/>
                </a:lnTo>
                <a:lnTo>
                  <a:pt x="273323" y="101607"/>
                </a:lnTo>
                <a:lnTo>
                  <a:pt x="273596" y="101075"/>
                </a:lnTo>
                <a:lnTo>
                  <a:pt x="273853" y="100533"/>
                </a:lnTo>
                <a:lnTo>
                  <a:pt x="274094" y="99980"/>
                </a:lnTo>
                <a:lnTo>
                  <a:pt x="274320" y="99418"/>
                </a:lnTo>
                <a:lnTo>
                  <a:pt x="274530" y="98846"/>
                </a:lnTo>
                <a:lnTo>
                  <a:pt x="274725" y="98264"/>
                </a:lnTo>
                <a:lnTo>
                  <a:pt x="274904" y="97671"/>
                </a:lnTo>
                <a:lnTo>
                  <a:pt x="275067" y="97069"/>
                </a:lnTo>
                <a:lnTo>
                  <a:pt x="275215" y="96457"/>
                </a:lnTo>
                <a:lnTo>
                  <a:pt x="275348" y="95834"/>
                </a:lnTo>
                <a:lnTo>
                  <a:pt x="275464" y="95202"/>
                </a:lnTo>
                <a:lnTo>
                  <a:pt x="275566" y="94560"/>
                </a:lnTo>
                <a:lnTo>
                  <a:pt x="275651" y="93907"/>
                </a:lnTo>
                <a:lnTo>
                  <a:pt x="275721" y="93245"/>
                </a:lnTo>
                <a:lnTo>
                  <a:pt x="275776" y="92573"/>
                </a:lnTo>
                <a:lnTo>
                  <a:pt x="275815" y="91890"/>
                </a:lnTo>
                <a:lnTo>
                  <a:pt x="275838" y="91198"/>
                </a:lnTo>
                <a:lnTo>
                  <a:pt x="275846" y="90495"/>
                </a:lnTo>
                <a:lnTo>
                  <a:pt x="275841" y="89873"/>
                </a:lnTo>
                <a:lnTo>
                  <a:pt x="275825" y="89261"/>
                </a:lnTo>
                <a:lnTo>
                  <a:pt x="275798" y="88658"/>
                </a:lnTo>
                <a:lnTo>
                  <a:pt x="275761" y="88066"/>
                </a:lnTo>
                <a:lnTo>
                  <a:pt x="275714" y="87484"/>
                </a:lnTo>
                <a:lnTo>
                  <a:pt x="275656" y="86912"/>
                </a:lnTo>
                <a:lnTo>
                  <a:pt x="275587" y="86349"/>
                </a:lnTo>
                <a:lnTo>
                  <a:pt x="275508" y="85797"/>
                </a:lnTo>
                <a:lnTo>
                  <a:pt x="275418" y="85255"/>
                </a:lnTo>
                <a:lnTo>
                  <a:pt x="275318" y="84723"/>
                </a:lnTo>
                <a:lnTo>
                  <a:pt x="275207" y="84200"/>
                </a:lnTo>
                <a:lnTo>
                  <a:pt x="275085" y="83688"/>
                </a:lnTo>
                <a:lnTo>
                  <a:pt x="274953" y="83186"/>
                </a:lnTo>
                <a:lnTo>
                  <a:pt x="274810" y="82694"/>
                </a:lnTo>
                <a:lnTo>
                  <a:pt x="274657" y="82212"/>
                </a:lnTo>
                <a:lnTo>
                  <a:pt x="274493" y="81740"/>
                </a:lnTo>
                <a:lnTo>
                  <a:pt x="274319" y="81277"/>
                </a:lnTo>
                <a:lnTo>
                  <a:pt x="274134" y="80825"/>
                </a:lnTo>
                <a:lnTo>
                  <a:pt x="273939" y="80383"/>
                </a:lnTo>
                <a:lnTo>
                  <a:pt x="273732" y="79951"/>
                </a:lnTo>
                <a:lnTo>
                  <a:pt x="273516" y="79529"/>
                </a:lnTo>
                <a:lnTo>
                  <a:pt x="273289" y="79117"/>
                </a:lnTo>
                <a:lnTo>
                  <a:pt x="273051" y="78715"/>
                </a:lnTo>
                <a:lnTo>
                  <a:pt x="272803" y="78323"/>
                </a:lnTo>
                <a:lnTo>
                  <a:pt x="272542" y="77925"/>
                </a:lnTo>
                <a:lnTo>
                  <a:pt x="272269" y="77534"/>
                </a:lnTo>
                <a:lnTo>
                  <a:pt x="271982" y="77149"/>
                </a:lnTo>
                <a:lnTo>
                  <a:pt x="271681" y="76770"/>
                </a:lnTo>
                <a:lnTo>
                  <a:pt x="271368" y="76397"/>
                </a:lnTo>
                <a:lnTo>
                  <a:pt x="271041" y="76030"/>
                </a:lnTo>
                <a:lnTo>
                  <a:pt x="270700" y="75670"/>
                </a:lnTo>
                <a:lnTo>
                  <a:pt x="270347" y="75315"/>
                </a:lnTo>
                <a:lnTo>
                  <a:pt x="269980" y="74967"/>
                </a:lnTo>
                <a:lnTo>
                  <a:pt x="269599" y="74624"/>
                </a:lnTo>
                <a:lnTo>
                  <a:pt x="269206" y="74288"/>
                </a:lnTo>
                <a:lnTo>
                  <a:pt x="268798" y="73958"/>
                </a:lnTo>
                <a:lnTo>
                  <a:pt x="268378" y="73634"/>
                </a:lnTo>
                <a:lnTo>
                  <a:pt x="267944" y="73316"/>
                </a:lnTo>
                <a:lnTo>
                  <a:pt x="267497" y="73004"/>
                </a:lnTo>
                <a:lnTo>
                  <a:pt x="267037" y="72699"/>
                </a:lnTo>
                <a:lnTo>
                  <a:pt x="266563" y="72399"/>
                </a:lnTo>
                <a:lnTo>
                  <a:pt x="266076" y="72106"/>
                </a:lnTo>
                <a:lnTo>
                  <a:pt x="265575" y="71819"/>
                </a:lnTo>
                <a:lnTo>
                  <a:pt x="265061" y="71538"/>
                </a:lnTo>
                <a:lnTo>
                  <a:pt x="264534" y="71263"/>
                </a:lnTo>
                <a:lnTo>
                  <a:pt x="263993" y="70994"/>
                </a:lnTo>
                <a:lnTo>
                  <a:pt x="263439" y="70731"/>
                </a:lnTo>
                <a:lnTo>
                  <a:pt x="262872" y="70474"/>
                </a:lnTo>
                <a:lnTo>
                  <a:pt x="262303" y="70222"/>
                </a:lnTo>
                <a:lnTo>
                  <a:pt x="261717" y="69974"/>
                </a:lnTo>
                <a:lnTo>
                  <a:pt x="261113" y="69729"/>
                </a:lnTo>
                <a:lnTo>
                  <a:pt x="260492" y="69487"/>
                </a:lnTo>
                <a:lnTo>
                  <a:pt x="259854" y="69248"/>
                </a:lnTo>
                <a:lnTo>
                  <a:pt x="259198" y="69013"/>
                </a:lnTo>
                <a:lnTo>
                  <a:pt x="258526" y="68781"/>
                </a:lnTo>
                <a:lnTo>
                  <a:pt x="257836" y="68552"/>
                </a:lnTo>
                <a:lnTo>
                  <a:pt x="257129" y="68327"/>
                </a:lnTo>
                <a:lnTo>
                  <a:pt x="256404" y="68105"/>
                </a:lnTo>
                <a:lnTo>
                  <a:pt x="255663" y="67887"/>
                </a:lnTo>
                <a:lnTo>
                  <a:pt x="254904" y="67671"/>
                </a:lnTo>
                <a:lnTo>
                  <a:pt x="254128" y="67459"/>
                </a:lnTo>
                <a:lnTo>
                  <a:pt x="253334" y="67251"/>
                </a:lnTo>
                <a:lnTo>
                  <a:pt x="252524" y="67046"/>
                </a:lnTo>
                <a:lnTo>
                  <a:pt x="251696" y="66844"/>
                </a:lnTo>
                <a:lnTo>
                  <a:pt x="250851" y="66645"/>
                </a:lnTo>
                <a:lnTo>
                  <a:pt x="249989" y="66450"/>
                </a:lnTo>
                <a:lnTo>
                  <a:pt x="249109" y="66258"/>
                </a:lnTo>
                <a:lnTo>
                  <a:pt x="248212" y="66070"/>
                </a:lnTo>
                <a:lnTo>
                  <a:pt x="247298" y="65884"/>
                </a:lnTo>
                <a:lnTo>
                  <a:pt x="246367" y="65703"/>
                </a:lnTo>
                <a:lnTo>
                  <a:pt x="245418" y="65524"/>
                </a:lnTo>
                <a:lnTo>
                  <a:pt x="244453" y="65349"/>
                </a:lnTo>
                <a:lnTo>
                  <a:pt x="243673" y="65202"/>
                </a:lnTo>
                <a:lnTo>
                  <a:pt x="242908" y="65056"/>
                </a:lnTo>
                <a:lnTo>
                  <a:pt x="242158" y="64911"/>
                </a:lnTo>
                <a:lnTo>
                  <a:pt x="241423" y="64766"/>
                </a:lnTo>
                <a:lnTo>
                  <a:pt x="240703" y="64622"/>
                </a:lnTo>
                <a:lnTo>
                  <a:pt x="239998" y="64478"/>
                </a:lnTo>
                <a:lnTo>
                  <a:pt x="239308" y="64335"/>
                </a:lnTo>
                <a:lnTo>
                  <a:pt x="238633" y="64192"/>
                </a:lnTo>
                <a:lnTo>
                  <a:pt x="237973" y="64050"/>
                </a:lnTo>
                <a:lnTo>
                  <a:pt x="237329" y="63908"/>
                </a:lnTo>
                <a:lnTo>
                  <a:pt x="236699" y="63768"/>
                </a:lnTo>
                <a:lnTo>
                  <a:pt x="236084" y="63627"/>
                </a:lnTo>
                <a:lnTo>
                  <a:pt x="235484" y="63487"/>
                </a:lnTo>
                <a:lnTo>
                  <a:pt x="234899" y="63348"/>
                </a:lnTo>
                <a:lnTo>
                  <a:pt x="234330" y="63209"/>
                </a:lnTo>
                <a:lnTo>
                  <a:pt x="233775" y="63071"/>
                </a:lnTo>
                <a:lnTo>
                  <a:pt x="233235" y="62933"/>
                </a:lnTo>
                <a:lnTo>
                  <a:pt x="232710" y="62796"/>
                </a:lnTo>
                <a:lnTo>
                  <a:pt x="232201" y="62660"/>
                </a:lnTo>
                <a:lnTo>
                  <a:pt x="231706" y="62524"/>
                </a:lnTo>
                <a:lnTo>
                  <a:pt x="231226" y="62388"/>
                </a:lnTo>
                <a:lnTo>
                  <a:pt x="230762" y="62253"/>
                </a:lnTo>
                <a:lnTo>
                  <a:pt x="230312" y="62119"/>
                </a:lnTo>
                <a:lnTo>
                  <a:pt x="229877" y="61985"/>
                </a:lnTo>
                <a:lnTo>
                  <a:pt x="229469" y="61851"/>
                </a:lnTo>
                <a:lnTo>
                  <a:pt x="229071" y="61716"/>
                </a:lnTo>
                <a:lnTo>
                  <a:pt x="228684" y="61580"/>
                </a:lnTo>
                <a:lnTo>
                  <a:pt x="228307" y="61443"/>
                </a:lnTo>
                <a:lnTo>
                  <a:pt x="227941" y="61304"/>
                </a:lnTo>
                <a:lnTo>
                  <a:pt x="227585" y="61164"/>
                </a:lnTo>
                <a:lnTo>
                  <a:pt x="227240" y="61024"/>
                </a:lnTo>
                <a:lnTo>
                  <a:pt x="226905" y="60882"/>
                </a:lnTo>
                <a:lnTo>
                  <a:pt x="226581" y="60739"/>
                </a:lnTo>
                <a:lnTo>
                  <a:pt x="226268" y="60595"/>
                </a:lnTo>
                <a:lnTo>
                  <a:pt x="225965" y="60450"/>
                </a:lnTo>
                <a:lnTo>
                  <a:pt x="225673" y="60304"/>
                </a:lnTo>
                <a:lnTo>
                  <a:pt x="225391" y="60156"/>
                </a:lnTo>
                <a:lnTo>
                  <a:pt x="225120" y="60008"/>
                </a:lnTo>
                <a:lnTo>
                  <a:pt x="224860" y="59858"/>
                </a:lnTo>
                <a:lnTo>
                  <a:pt x="224610" y="59707"/>
                </a:lnTo>
                <a:lnTo>
                  <a:pt x="224370" y="59556"/>
                </a:lnTo>
                <a:lnTo>
                  <a:pt x="224141" y="59403"/>
                </a:lnTo>
                <a:lnTo>
                  <a:pt x="223923" y="59249"/>
                </a:lnTo>
                <a:lnTo>
                  <a:pt x="223715" y="59093"/>
                </a:lnTo>
                <a:lnTo>
                  <a:pt x="223518" y="58937"/>
                </a:lnTo>
                <a:lnTo>
                  <a:pt x="223332" y="58780"/>
                </a:lnTo>
                <a:lnTo>
                  <a:pt x="223156" y="58621"/>
                </a:lnTo>
                <a:lnTo>
                  <a:pt x="222990" y="58462"/>
                </a:lnTo>
                <a:lnTo>
                  <a:pt x="222833" y="58286"/>
                </a:lnTo>
                <a:lnTo>
                  <a:pt x="222683" y="58108"/>
                </a:lnTo>
                <a:lnTo>
                  <a:pt x="222540" y="57926"/>
                </a:lnTo>
                <a:lnTo>
                  <a:pt x="222403" y="57741"/>
                </a:lnTo>
                <a:lnTo>
                  <a:pt x="222273" y="57552"/>
                </a:lnTo>
                <a:lnTo>
                  <a:pt x="222149" y="57360"/>
                </a:lnTo>
                <a:lnTo>
                  <a:pt x="222032" y="57165"/>
                </a:lnTo>
                <a:lnTo>
                  <a:pt x="221922" y="56967"/>
                </a:lnTo>
                <a:lnTo>
                  <a:pt x="221819" y="56765"/>
                </a:lnTo>
                <a:lnTo>
                  <a:pt x="221722" y="56560"/>
                </a:lnTo>
                <a:lnTo>
                  <a:pt x="221632" y="56351"/>
                </a:lnTo>
                <a:lnTo>
                  <a:pt x="221549" y="56139"/>
                </a:lnTo>
                <a:lnTo>
                  <a:pt x="221472" y="55924"/>
                </a:lnTo>
                <a:lnTo>
                  <a:pt x="221402" y="55705"/>
                </a:lnTo>
                <a:lnTo>
                  <a:pt x="221338" y="55483"/>
                </a:lnTo>
                <a:lnTo>
                  <a:pt x="221282" y="55258"/>
                </a:lnTo>
                <a:lnTo>
                  <a:pt x="221232" y="55030"/>
                </a:lnTo>
                <a:lnTo>
                  <a:pt x="221188" y="54798"/>
                </a:lnTo>
                <a:lnTo>
                  <a:pt x="221151" y="54563"/>
                </a:lnTo>
                <a:lnTo>
                  <a:pt x="221121" y="54324"/>
                </a:lnTo>
                <a:lnTo>
                  <a:pt x="221098" y="54082"/>
                </a:lnTo>
                <a:lnTo>
                  <a:pt x="221081" y="53837"/>
                </a:lnTo>
                <a:lnTo>
                  <a:pt x="221071" y="53588"/>
                </a:lnTo>
                <a:lnTo>
                  <a:pt x="221068" y="53336"/>
                </a:lnTo>
                <a:lnTo>
                  <a:pt x="221100" y="52395"/>
                </a:lnTo>
                <a:lnTo>
                  <a:pt x="221197" y="51494"/>
                </a:lnTo>
                <a:lnTo>
                  <a:pt x="221358" y="50633"/>
                </a:lnTo>
                <a:lnTo>
                  <a:pt x="221584" y="49813"/>
                </a:lnTo>
                <a:lnTo>
                  <a:pt x="221874" y="49032"/>
                </a:lnTo>
                <a:lnTo>
                  <a:pt x="222229" y="48291"/>
                </a:lnTo>
                <a:lnTo>
                  <a:pt x="222649" y="47590"/>
                </a:lnTo>
                <a:lnTo>
                  <a:pt x="223132" y="46929"/>
                </a:lnTo>
                <a:lnTo>
                  <a:pt x="223681" y="46309"/>
                </a:lnTo>
                <a:lnTo>
                  <a:pt x="224294" y="45728"/>
                </a:lnTo>
                <a:lnTo>
                  <a:pt x="224971" y="45188"/>
                </a:lnTo>
                <a:lnTo>
                  <a:pt x="225713" y="44687"/>
                </a:lnTo>
                <a:lnTo>
                  <a:pt x="226519" y="44227"/>
                </a:lnTo>
                <a:lnTo>
                  <a:pt x="227390" y="43806"/>
                </a:lnTo>
                <a:lnTo>
                  <a:pt x="228326" y="43426"/>
                </a:lnTo>
                <a:lnTo>
                  <a:pt x="229326" y="43085"/>
                </a:lnTo>
                <a:lnTo>
                  <a:pt x="230390" y="42785"/>
                </a:lnTo>
                <a:lnTo>
                  <a:pt x="231519" y="42525"/>
                </a:lnTo>
                <a:lnTo>
                  <a:pt x="232713" y="42305"/>
                </a:lnTo>
                <a:lnTo>
                  <a:pt x="233971" y="42124"/>
                </a:lnTo>
                <a:lnTo>
                  <a:pt x="235293" y="41984"/>
                </a:lnTo>
                <a:lnTo>
                  <a:pt x="236680" y="41884"/>
                </a:lnTo>
                <a:lnTo>
                  <a:pt x="238132" y="41824"/>
                </a:lnTo>
                <a:lnTo>
                  <a:pt x="239648" y="41804"/>
                </a:lnTo>
                <a:lnTo>
                  <a:pt x="240086" y="41806"/>
                </a:lnTo>
                <a:lnTo>
                  <a:pt x="240522" y="41812"/>
                </a:lnTo>
                <a:lnTo>
                  <a:pt x="240954" y="41822"/>
                </a:lnTo>
                <a:lnTo>
                  <a:pt x="241383" y="41835"/>
                </a:lnTo>
                <a:lnTo>
                  <a:pt x="241808" y="41853"/>
                </a:lnTo>
                <a:lnTo>
                  <a:pt x="242230" y="41874"/>
                </a:lnTo>
                <a:lnTo>
                  <a:pt x="242649" y="41899"/>
                </a:lnTo>
                <a:lnTo>
                  <a:pt x="243065" y="41929"/>
                </a:lnTo>
                <a:lnTo>
                  <a:pt x="243477" y="41962"/>
                </a:lnTo>
                <a:lnTo>
                  <a:pt x="243885" y="41999"/>
                </a:lnTo>
                <a:lnTo>
                  <a:pt x="244291" y="42040"/>
                </a:lnTo>
                <a:lnTo>
                  <a:pt x="244693" y="42084"/>
                </a:lnTo>
                <a:lnTo>
                  <a:pt x="245092" y="42133"/>
                </a:lnTo>
                <a:lnTo>
                  <a:pt x="245487" y="42186"/>
                </a:lnTo>
                <a:lnTo>
                  <a:pt x="245879" y="42242"/>
                </a:lnTo>
                <a:lnTo>
                  <a:pt x="246268" y="42302"/>
                </a:lnTo>
                <a:lnTo>
                  <a:pt x="246653" y="42367"/>
                </a:lnTo>
                <a:lnTo>
                  <a:pt x="247035" y="42435"/>
                </a:lnTo>
                <a:lnTo>
                  <a:pt x="247414" y="42507"/>
                </a:lnTo>
                <a:lnTo>
                  <a:pt x="247790" y="42583"/>
                </a:lnTo>
                <a:lnTo>
                  <a:pt x="248162" y="42662"/>
                </a:lnTo>
                <a:lnTo>
                  <a:pt x="248530" y="42746"/>
                </a:lnTo>
                <a:lnTo>
                  <a:pt x="248896" y="42834"/>
                </a:lnTo>
                <a:lnTo>
                  <a:pt x="249258" y="42925"/>
                </a:lnTo>
                <a:lnTo>
                  <a:pt x="249628" y="43009"/>
                </a:lnTo>
                <a:lnTo>
                  <a:pt x="249992" y="43100"/>
                </a:lnTo>
                <a:lnTo>
                  <a:pt x="250349" y="43198"/>
                </a:lnTo>
                <a:lnTo>
                  <a:pt x="250699" y="43303"/>
                </a:lnTo>
                <a:lnTo>
                  <a:pt x="251043" y="43416"/>
                </a:lnTo>
                <a:lnTo>
                  <a:pt x="251380" y="43536"/>
                </a:lnTo>
                <a:lnTo>
                  <a:pt x="251710" y="43663"/>
                </a:lnTo>
                <a:lnTo>
                  <a:pt x="252034" y="43797"/>
                </a:lnTo>
                <a:lnTo>
                  <a:pt x="252351" y="43939"/>
                </a:lnTo>
                <a:lnTo>
                  <a:pt x="252661" y="44088"/>
                </a:lnTo>
                <a:lnTo>
                  <a:pt x="252965" y="44244"/>
                </a:lnTo>
                <a:lnTo>
                  <a:pt x="253262" y="44407"/>
                </a:lnTo>
                <a:lnTo>
                  <a:pt x="253552" y="44577"/>
                </a:lnTo>
                <a:lnTo>
                  <a:pt x="253836" y="44755"/>
                </a:lnTo>
                <a:lnTo>
                  <a:pt x="254113" y="44940"/>
                </a:lnTo>
                <a:lnTo>
                  <a:pt x="254383" y="45132"/>
                </a:lnTo>
                <a:lnTo>
                  <a:pt x="254647" y="45331"/>
                </a:lnTo>
                <a:lnTo>
                  <a:pt x="254904" y="45538"/>
                </a:lnTo>
                <a:lnTo>
                  <a:pt x="255154" y="45752"/>
                </a:lnTo>
                <a:lnTo>
                  <a:pt x="255398" y="45973"/>
                </a:lnTo>
                <a:lnTo>
                  <a:pt x="255635" y="46201"/>
                </a:lnTo>
                <a:lnTo>
                  <a:pt x="255865" y="46437"/>
                </a:lnTo>
                <a:lnTo>
                  <a:pt x="256088" y="46679"/>
                </a:lnTo>
                <a:lnTo>
                  <a:pt x="256305" y="46929"/>
                </a:lnTo>
                <a:lnTo>
                  <a:pt x="256527" y="47175"/>
                </a:lnTo>
                <a:lnTo>
                  <a:pt x="256740" y="47430"/>
                </a:lnTo>
                <a:lnTo>
                  <a:pt x="256943" y="47695"/>
                </a:lnTo>
                <a:lnTo>
                  <a:pt x="257137" y="47971"/>
                </a:lnTo>
                <a:lnTo>
                  <a:pt x="257322" y="48256"/>
                </a:lnTo>
                <a:lnTo>
                  <a:pt x="257496" y="48551"/>
                </a:lnTo>
                <a:lnTo>
                  <a:pt x="257662" y="48857"/>
                </a:lnTo>
                <a:lnTo>
                  <a:pt x="257818" y="49172"/>
                </a:lnTo>
                <a:lnTo>
                  <a:pt x="257964" y="49497"/>
                </a:lnTo>
                <a:lnTo>
                  <a:pt x="258102" y="49833"/>
                </a:lnTo>
                <a:lnTo>
                  <a:pt x="258229" y="50178"/>
                </a:lnTo>
                <a:lnTo>
                  <a:pt x="258347" y="50533"/>
                </a:lnTo>
                <a:lnTo>
                  <a:pt x="258456" y="50899"/>
                </a:lnTo>
                <a:lnTo>
                  <a:pt x="258555" y="51274"/>
                </a:lnTo>
                <a:lnTo>
                  <a:pt x="258645" y="51659"/>
                </a:lnTo>
                <a:lnTo>
                  <a:pt x="258726" y="52055"/>
                </a:lnTo>
                <a:lnTo>
                  <a:pt x="258796" y="52460"/>
                </a:lnTo>
                <a:lnTo>
                  <a:pt x="258858" y="52876"/>
                </a:lnTo>
                <a:lnTo>
                  <a:pt x="258910" y="53301"/>
                </a:lnTo>
                <a:lnTo>
                  <a:pt x="258952" y="53737"/>
                </a:lnTo>
                <a:lnTo>
                  <a:pt x="258986" y="54182"/>
                </a:lnTo>
                <a:lnTo>
                  <a:pt x="259009" y="54638"/>
                </a:lnTo>
                <a:lnTo>
                  <a:pt x="259023" y="55103"/>
                </a:lnTo>
                <a:lnTo>
                  <a:pt x="259028" y="55579"/>
                </a:lnTo>
                <a:lnTo>
                  <a:pt x="272963" y="55579"/>
                </a:lnTo>
                <a:lnTo>
                  <a:pt x="272989" y="55486"/>
                </a:lnTo>
                <a:lnTo>
                  <a:pt x="273014" y="55395"/>
                </a:lnTo>
                <a:lnTo>
                  <a:pt x="273038" y="55306"/>
                </a:lnTo>
                <a:lnTo>
                  <a:pt x="273061" y="55218"/>
                </a:lnTo>
                <a:lnTo>
                  <a:pt x="273082" y="55132"/>
                </a:lnTo>
                <a:lnTo>
                  <a:pt x="273103" y="55048"/>
                </a:lnTo>
                <a:lnTo>
                  <a:pt x="273122" y="54965"/>
                </a:lnTo>
                <a:lnTo>
                  <a:pt x="273141" y="54885"/>
                </a:lnTo>
                <a:lnTo>
                  <a:pt x="273158" y="54805"/>
                </a:lnTo>
                <a:lnTo>
                  <a:pt x="273174" y="54728"/>
                </a:lnTo>
                <a:lnTo>
                  <a:pt x="273189" y="54652"/>
                </a:lnTo>
                <a:lnTo>
                  <a:pt x="273203" y="54578"/>
                </a:lnTo>
                <a:lnTo>
                  <a:pt x="273216" y="54505"/>
                </a:lnTo>
                <a:lnTo>
                  <a:pt x="273228" y="54434"/>
                </a:lnTo>
                <a:lnTo>
                  <a:pt x="273238" y="54365"/>
                </a:lnTo>
                <a:lnTo>
                  <a:pt x="273248" y="54297"/>
                </a:lnTo>
                <a:lnTo>
                  <a:pt x="273256" y="54231"/>
                </a:lnTo>
                <a:lnTo>
                  <a:pt x="273263" y="54167"/>
                </a:lnTo>
                <a:lnTo>
                  <a:pt x="273269" y="54105"/>
                </a:lnTo>
                <a:lnTo>
                  <a:pt x="273274" y="54044"/>
                </a:lnTo>
                <a:lnTo>
                  <a:pt x="273278" y="53984"/>
                </a:lnTo>
                <a:lnTo>
                  <a:pt x="273281" y="53927"/>
                </a:lnTo>
                <a:lnTo>
                  <a:pt x="273283" y="53871"/>
                </a:lnTo>
                <a:lnTo>
                  <a:pt x="273283" y="53817"/>
                </a:lnTo>
                <a:lnTo>
                  <a:pt x="273283" y="53764"/>
                </a:lnTo>
                <a:lnTo>
                  <a:pt x="273283" y="53711"/>
                </a:lnTo>
                <a:lnTo>
                  <a:pt x="273283" y="53659"/>
                </a:lnTo>
                <a:lnTo>
                  <a:pt x="273283" y="53608"/>
                </a:lnTo>
                <a:lnTo>
                  <a:pt x="273283" y="53557"/>
                </a:lnTo>
                <a:lnTo>
                  <a:pt x="273283" y="53506"/>
                </a:lnTo>
                <a:lnTo>
                  <a:pt x="273283" y="53457"/>
                </a:lnTo>
                <a:lnTo>
                  <a:pt x="273283" y="53407"/>
                </a:lnTo>
                <a:lnTo>
                  <a:pt x="273283" y="53359"/>
                </a:lnTo>
                <a:lnTo>
                  <a:pt x="273283" y="53311"/>
                </a:lnTo>
                <a:lnTo>
                  <a:pt x="273283" y="53263"/>
                </a:lnTo>
                <a:lnTo>
                  <a:pt x="273283" y="53216"/>
                </a:lnTo>
                <a:lnTo>
                  <a:pt x="273283" y="53170"/>
                </a:lnTo>
                <a:lnTo>
                  <a:pt x="273283" y="53124"/>
                </a:lnTo>
                <a:lnTo>
                  <a:pt x="273283" y="53078"/>
                </a:lnTo>
                <a:lnTo>
                  <a:pt x="273283" y="53034"/>
                </a:lnTo>
                <a:lnTo>
                  <a:pt x="273283" y="52989"/>
                </a:lnTo>
                <a:lnTo>
                  <a:pt x="273283" y="52946"/>
                </a:lnTo>
                <a:lnTo>
                  <a:pt x="273283" y="52903"/>
                </a:lnTo>
                <a:lnTo>
                  <a:pt x="273283" y="52860"/>
                </a:lnTo>
                <a:lnTo>
                  <a:pt x="273283" y="52818"/>
                </a:lnTo>
                <a:lnTo>
                  <a:pt x="273283" y="52777"/>
                </a:lnTo>
                <a:lnTo>
                  <a:pt x="273283" y="52736"/>
                </a:lnTo>
                <a:lnTo>
                  <a:pt x="273283" y="52696"/>
                </a:lnTo>
                <a:lnTo>
                  <a:pt x="273276" y="52125"/>
                </a:lnTo>
                <a:lnTo>
                  <a:pt x="273253" y="51562"/>
                </a:lnTo>
                <a:lnTo>
                  <a:pt x="273216" y="51006"/>
                </a:lnTo>
                <a:lnTo>
                  <a:pt x="273163" y="50458"/>
                </a:lnTo>
                <a:lnTo>
                  <a:pt x="273095" y="49916"/>
                </a:lnTo>
                <a:lnTo>
                  <a:pt x="273013" y="49382"/>
                </a:lnTo>
                <a:lnTo>
                  <a:pt x="272915" y="48855"/>
                </a:lnTo>
                <a:lnTo>
                  <a:pt x="272803" y="48335"/>
                </a:lnTo>
                <a:lnTo>
                  <a:pt x="272675" y="47823"/>
                </a:lnTo>
                <a:lnTo>
                  <a:pt x="272532" y="47318"/>
                </a:lnTo>
                <a:lnTo>
                  <a:pt x="272375" y="46820"/>
                </a:lnTo>
                <a:lnTo>
                  <a:pt x="272202" y="46329"/>
                </a:lnTo>
                <a:lnTo>
                  <a:pt x="272014" y="45845"/>
                </a:lnTo>
                <a:lnTo>
                  <a:pt x="271812" y="45369"/>
                </a:lnTo>
                <a:lnTo>
                  <a:pt x="271594" y="44900"/>
                </a:lnTo>
                <a:lnTo>
                  <a:pt x="271361" y="44438"/>
                </a:lnTo>
                <a:lnTo>
                  <a:pt x="271113" y="43983"/>
                </a:lnTo>
                <a:lnTo>
                  <a:pt x="270851" y="43536"/>
                </a:lnTo>
                <a:lnTo>
                  <a:pt x="270573" y="43096"/>
                </a:lnTo>
                <a:lnTo>
                  <a:pt x="270280" y="42663"/>
                </a:lnTo>
                <a:lnTo>
                  <a:pt x="269972" y="42237"/>
                </a:lnTo>
                <a:lnTo>
                  <a:pt x="269649" y="41819"/>
                </a:lnTo>
                <a:lnTo>
                  <a:pt x="269311" y="41407"/>
                </a:lnTo>
                <a:lnTo>
                  <a:pt x="268959" y="41003"/>
                </a:lnTo>
                <a:lnTo>
                  <a:pt x="268593" y="40593"/>
                </a:lnTo>
                <a:lnTo>
                  <a:pt x="268217" y="40191"/>
                </a:lnTo>
                <a:lnTo>
                  <a:pt x="267830" y="39797"/>
                </a:lnTo>
                <a:lnTo>
                  <a:pt x="267433" y="39410"/>
                </a:lnTo>
                <a:lnTo>
                  <a:pt x="267025" y="39032"/>
                </a:lnTo>
                <a:lnTo>
                  <a:pt x="266606" y="38661"/>
                </a:lnTo>
                <a:lnTo>
                  <a:pt x="266177" y="38298"/>
                </a:lnTo>
                <a:lnTo>
                  <a:pt x="265737" y="37942"/>
                </a:lnTo>
                <a:lnTo>
                  <a:pt x="265287" y="37595"/>
                </a:lnTo>
                <a:lnTo>
                  <a:pt x="264826" y="37255"/>
                </a:lnTo>
                <a:lnTo>
                  <a:pt x="264355" y="36923"/>
                </a:lnTo>
                <a:lnTo>
                  <a:pt x="263873" y="36599"/>
                </a:lnTo>
                <a:lnTo>
                  <a:pt x="263381" y="36282"/>
                </a:lnTo>
                <a:lnTo>
                  <a:pt x="262878" y="35973"/>
                </a:lnTo>
                <a:lnTo>
                  <a:pt x="262364" y="35673"/>
                </a:lnTo>
                <a:lnTo>
                  <a:pt x="261840" y="35380"/>
                </a:lnTo>
                <a:lnTo>
                  <a:pt x="261305" y="35094"/>
                </a:lnTo>
                <a:lnTo>
                  <a:pt x="260760" y="34817"/>
                </a:lnTo>
                <a:lnTo>
                  <a:pt x="260204" y="34547"/>
                </a:lnTo>
                <a:lnTo>
                  <a:pt x="259638" y="34285"/>
                </a:lnTo>
                <a:lnTo>
                  <a:pt x="259061" y="34031"/>
                </a:lnTo>
                <a:lnTo>
                  <a:pt x="258473" y="33785"/>
                </a:lnTo>
                <a:lnTo>
                  <a:pt x="257875" y="33546"/>
                </a:lnTo>
                <a:lnTo>
                  <a:pt x="257266" y="33315"/>
                </a:lnTo>
                <a:lnTo>
                  <a:pt x="256662" y="33093"/>
                </a:lnTo>
                <a:lnTo>
                  <a:pt x="256052" y="32880"/>
                </a:lnTo>
                <a:lnTo>
                  <a:pt x="255434" y="32677"/>
                </a:lnTo>
                <a:lnTo>
                  <a:pt x="254810" y="32483"/>
                </a:lnTo>
                <a:lnTo>
                  <a:pt x="254180" y="32299"/>
                </a:lnTo>
                <a:lnTo>
                  <a:pt x="253542" y="32124"/>
                </a:lnTo>
                <a:lnTo>
                  <a:pt x="252898" y="31958"/>
                </a:lnTo>
                <a:lnTo>
                  <a:pt x="252248" y="31802"/>
                </a:lnTo>
                <a:lnTo>
                  <a:pt x="251590" y="31656"/>
                </a:lnTo>
                <a:lnTo>
                  <a:pt x="250926" y="31519"/>
                </a:lnTo>
                <a:lnTo>
                  <a:pt x="250256" y="31391"/>
                </a:lnTo>
                <a:lnTo>
                  <a:pt x="249578" y="31273"/>
                </a:lnTo>
                <a:lnTo>
                  <a:pt x="248894" y="31164"/>
                </a:lnTo>
                <a:lnTo>
                  <a:pt x="248203" y="31065"/>
                </a:lnTo>
                <a:lnTo>
                  <a:pt x="247506" y="30975"/>
                </a:lnTo>
                <a:lnTo>
                  <a:pt x="246802" y="30895"/>
                </a:lnTo>
                <a:lnTo>
                  <a:pt x="246091" y="30824"/>
                </a:lnTo>
                <a:lnTo>
                  <a:pt x="245374" y="30762"/>
                </a:lnTo>
                <a:lnTo>
                  <a:pt x="244650" y="30710"/>
                </a:lnTo>
                <a:lnTo>
                  <a:pt x="243919" y="30668"/>
                </a:lnTo>
                <a:lnTo>
                  <a:pt x="243181" y="30635"/>
                </a:lnTo>
                <a:lnTo>
                  <a:pt x="242437" y="30611"/>
                </a:lnTo>
                <a:lnTo>
                  <a:pt x="241686" y="30597"/>
                </a:lnTo>
                <a:lnTo>
                  <a:pt x="240929" y="30592"/>
                </a:lnTo>
                <a:lnTo>
                  <a:pt x="240066" y="30597"/>
                </a:lnTo>
                <a:lnTo>
                  <a:pt x="239212" y="30611"/>
                </a:lnTo>
                <a:lnTo>
                  <a:pt x="238366" y="30635"/>
                </a:lnTo>
                <a:lnTo>
                  <a:pt x="237530" y="30668"/>
                </a:lnTo>
                <a:lnTo>
                  <a:pt x="236702" y="30710"/>
                </a:lnTo>
                <a:lnTo>
                  <a:pt x="235884" y="30762"/>
                </a:lnTo>
                <a:lnTo>
                  <a:pt x="235074" y="30824"/>
                </a:lnTo>
                <a:lnTo>
                  <a:pt x="234273" y="30895"/>
                </a:lnTo>
                <a:lnTo>
                  <a:pt x="233481" y="30975"/>
                </a:lnTo>
                <a:lnTo>
                  <a:pt x="232698" y="31065"/>
                </a:lnTo>
                <a:lnTo>
                  <a:pt x="231924" y="31164"/>
                </a:lnTo>
                <a:lnTo>
                  <a:pt x="231159" y="31273"/>
                </a:lnTo>
                <a:lnTo>
                  <a:pt x="230402" y="31391"/>
                </a:lnTo>
                <a:lnTo>
                  <a:pt x="229655" y="31519"/>
                </a:lnTo>
                <a:lnTo>
                  <a:pt x="228916" y="31656"/>
                </a:lnTo>
                <a:lnTo>
                  <a:pt x="228187" y="31802"/>
                </a:lnTo>
                <a:lnTo>
                  <a:pt x="227466" y="31958"/>
                </a:lnTo>
                <a:lnTo>
                  <a:pt x="226754" y="32124"/>
                </a:lnTo>
                <a:lnTo>
                  <a:pt x="226051" y="32299"/>
                </a:lnTo>
                <a:lnTo>
                  <a:pt x="225357" y="32483"/>
                </a:lnTo>
                <a:lnTo>
                  <a:pt x="224672" y="32677"/>
                </a:lnTo>
                <a:lnTo>
                  <a:pt x="223996" y="32880"/>
                </a:lnTo>
                <a:lnTo>
                  <a:pt x="223328" y="33093"/>
                </a:lnTo>
                <a:lnTo>
                  <a:pt x="222670" y="33315"/>
                </a:lnTo>
                <a:lnTo>
                  <a:pt x="222035" y="33546"/>
                </a:lnTo>
                <a:lnTo>
                  <a:pt x="221412" y="33787"/>
                </a:lnTo>
                <a:lnTo>
                  <a:pt x="220800" y="34036"/>
                </a:lnTo>
                <a:lnTo>
                  <a:pt x="220201" y="34294"/>
                </a:lnTo>
                <a:lnTo>
                  <a:pt x="219612" y="34561"/>
                </a:lnTo>
                <a:lnTo>
                  <a:pt x="219036" y="34837"/>
                </a:lnTo>
                <a:lnTo>
                  <a:pt x="218471" y="35121"/>
                </a:lnTo>
                <a:lnTo>
                  <a:pt x="217918" y="35415"/>
                </a:lnTo>
                <a:lnTo>
                  <a:pt x="217377" y="35718"/>
                </a:lnTo>
                <a:lnTo>
                  <a:pt x="216847" y="36029"/>
                </a:lnTo>
                <a:lnTo>
                  <a:pt x="216329" y="36349"/>
                </a:lnTo>
                <a:lnTo>
                  <a:pt x="215823" y="36679"/>
                </a:lnTo>
                <a:lnTo>
                  <a:pt x="215328" y="37017"/>
                </a:lnTo>
                <a:lnTo>
                  <a:pt x="214845" y="37364"/>
                </a:lnTo>
                <a:lnTo>
                  <a:pt x="214374" y="37720"/>
                </a:lnTo>
                <a:lnTo>
                  <a:pt x="213914" y="38085"/>
                </a:lnTo>
                <a:lnTo>
                  <a:pt x="213466" y="38458"/>
                </a:lnTo>
                <a:lnTo>
                  <a:pt x="213030" y="38841"/>
                </a:lnTo>
                <a:lnTo>
                  <a:pt x="212605" y="39232"/>
                </a:lnTo>
                <a:lnTo>
                  <a:pt x="212192" y="39633"/>
                </a:lnTo>
                <a:lnTo>
                  <a:pt x="211791" y="40042"/>
                </a:lnTo>
                <a:lnTo>
                  <a:pt x="211401" y="40460"/>
                </a:lnTo>
                <a:lnTo>
                  <a:pt x="211023" y="40888"/>
                </a:lnTo>
                <a:lnTo>
                  <a:pt x="210657" y="41324"/>
                </a:lnTo>
                <a:lnTo>
                  <a:pt x="210304" y="41769"/>
                </a:lnTo>
                <a:lnTo>
                  <a:pt x="209966" y="42223"/>
                </a:lnTo>
                <a:lnTo>
                  <a:pt x="209644" y="42687"/>
                </a:lnTo>
                <a:lnTo>
                  <a:pt x="209336" y="43161"/>
                </a:lnTo>
                <a:lnTo>
                  <a:pt x="209043" y="43644"/>
                </a:lnTo>
                <a:lnTo>
                  <a:pt x="208765" y="44137"/>
                </a:lnTo>
                <a:lnTo>
                  <a:pt x="208502" y="44638"/>
                </a:lnTo>
                <a:lnTo>
                  <a:pt x="208255" y="45150"/>
                </a:lnTo>
                <a:lnTo>
                  <a:pt x="208022" y="45671"/>
                </a:lnTo>
                <a:lnTo>
                  <a:pt x="207804" y="46201"/>
                </a:lnTo>
                <a:lnTo>
                  <a:pt x="207601" y="46741"/>
                </a:lnTo>
                <a:lnTo>
                  <a:pt x="207414" y="47290"/>
                </a:lnTo>
                <a:lnTo>
                  <a:pt x="207241" y="47848"/>
                </a:lnTo>
                <a:lnTo>
                  <a:pt x="207083" y="48417"/>
                </a:lnTo>
                <a:lnTo>
                  <a:pt x="206941" y="48994"/>
                </a:lnTo>
                <a:lnTo>
                  <a:pt x="206813" y="49581"/>
                </a:lnTo>
                <a:lnTo>
                  <a:pt x="206700" y="50178"/>
                </a:lnTo>
                <a:lnTo>
                  <a:pt x="206603" y="50784"/>
                </a:lnTo>
                <a:lnTo>
                  <a:pt x="206520" y="51399"/>
                </a:lnTo>
                <a:lnTo>
                  <a:pt x="206453" y="52024"/>
                </a:lnTo>
                <a:lnTo>
                  <a:pt x="206400" y="52658"/>
                </a:lnTo>
                <a:lnTo>
                  <a:pt x="206363" y="53302"/>
                </a:lnTo>
                <a:lnTo>
                  <a:pt x="206340" y="53955"/>
                </a:lnTo>
                <a:lnTo>
                  <a:pt x="206333" y="54618"/>
                </a:lnTo>
                <a:lnTo>
                  <a:pt x="206338" y="55188"/>
                </a:lnTo>
                <a:lnTo>
                  <a:pt x="206353" y="55750"/>
                </a:lnTo>
                <a:lnTo>
                  <a:pt x="206378" y="56304"/>
                </a:lnTo>
                <a:lnTo>
                  <a:pt x="206413" y="56851"/>
                </a:lnTo>
                <a:lnTo>
                  <a:pt x="206458" y="57390"/>
                </a:lnTo>
                <a:lnTo>
                  <a:pt x="206513" y="57921"/>
                </a:lnTo>
                <a:lnTo>
                  <a:pt x="206578" y="58444"/>
                </a:lnTo>
                <a:lnTo>
                  <a:pt x="206653" y="58960"/>
                </a:lnTo>
                <a:lnTo>
                  <a:pt x="206738" y="59468"/>
                </a:lnTo>
                <a:lnTo>
                  <a:pt x="206833" y="59968"/>
                </a:lnTo>
                <a:lnTo>
                  <a:pt x="206938" y="60460"/>
                </a:lnTo>
                <a:lnTo>
                  <a:pt x="207053" y="60944"/>
                </a:lnTo>
                <a:lnTo>
                  <a:pt x="207178" y="61421"/>
                </a:lnTo>
                <a:lnTo>
                  <a:pt x="207314" y="61890"/>
                </a:lnTo>
                <a:lnTo>
                  <a:pt x="207459" y="62351"/>
                </a:lnTo>
                <a:lnTo>
                  <a:pt x="207614" y="62804"/>
                </a:lnTo>
                <a:lnTo>
                  <a:pt x="207779" y="63249"/>
                </a:lnTo>
                <a:lnTo>
                  <a:pt x="207954" y="63687"/>
                </a:lnTo>
                <a:lnTo>
                  <a:pt x="208139" y="64117"/>
                </a:lnTo>
                <a:lnTo>
                  <a:pt x="208335" y="64539"/>
                </a:lnTo>
                <a:lnTo>
                  <a:pt x="208540" y="64953"/>
                </a:lnTo>
                <a:lnTo>
                  <a:pt x="208755" y="65360"/>
                </a:lnTo>
                <a:lnTo>
                  <a:pt x="208980" y="65759"/>
                </a:lnTo>
                <a:lnTo>
                  <a:pt x="209216" y="66150"/>
                </a:lnTo>
                <a:lnTo>
                  <a:pt x="209462" y="66521"/>
                </a:lnTo>
                <a:lnTo>
                  <a:pt x="209722" y="66886"/>
                </a:lnTo>
                <a:lnTo>
                  <a:pt x="209994" y="67246"/>
                </a:lnTo>
                <a:lnTo>
                  <a:pt x="210279" y="67600"/>
                </a:lnTo>
                <a:lnTo>
                  <a:pt x="210577" y="67949"/>
                </a:lnTo>
                <a:lnTo>
                  <a:pt x="210887" y="68292"/>
                </a:lnTo>
                <a:lnTo>
                  <a:pt x="211211" y="68630"/>
                </a:lnTo>
                <a:lnTo>
                  <a:pt x="211547" y="68962"/>
                </a:lnTo>
                <a:lnTo>
                  <a:pt x="211896" y="69288"/>
                </a:lnTo>
                <a:lnTo>
                  <a:pt x="212258" y="69609"/>
                </a:lnTo>
                <a:lnTo>
                  <a:pt x="212632" y="69924"/>
                </a:lnTo>
                <a:lnTo>
                  <a:pt x="213020" y="70234"/>
                </a:lnTo>
                <a:lnTo>
                  <a:pt x="213420" y="70538"/>
                </a:lnTo>
                <a:lnTo>
                  <a:pt x="213833" y="70837"/>
                </a:lnTo>
                <a:lnTo>
                  <a:pt x="214258" y="71130"/>
                </a:lnTo>
                <a:lnTo>
                  <a:pt x="214697" y="71418"/>
                </a:lnTo>
                <a:lnTo>
                  <a:pt x="215148" y="71699"/>
                </a:lnTo>
                <a:lnTo>
                  <a:pt x="215612" y="71976"/>
                </a:lnTo>
                <a:lnTo>
                  <a:pt x="216089" y="72247"/>
                </a:lnTo>
                <a:lnTo>
                  <a:pt x="216579" y="72512"/>
                </a:lnTo>
                <a:lnTo>
                  <a:pt x="217081" y="72772"/>
                </a:lnTo>
                <a:lnTo>
                  <a:pt x="217597" y="73026"/>
                </a:lnTo>
                <a:lnTo>
                  <a:pt x="218125" y="73274"/>
                </a:lnTo>
                <a:lnTo>
                  <a:pt x="218666" y="73517"/>
                </a:lnTo>
                <a:lnTo>
                  <a:pt x="219220" y="73743"/>
                </a:lnTo>
                <a:lnTo>
                  <a:pt x="219789" y="73966"/>
                </a:lnTo>
                <a:lnTo>
                  <a:pt x="220372" y="74186"/>
                </a:lnTo>
                <a:lnTo>
                  <a:pt x="220970" y="74403"/>
                </a:lnTo>
                <a:lnTo>
                  <a:pt x="221583" y="74617"/>
                </a:lnTo>
                <a:lnTo>
                  <a:pt x="222209" y="74829"/>
                </a:lnTo>
                <a:lnTo>
                  <a:pt x="222851" y="75038"/>
                </a:lnTo>
                <a:lnTo>
                  <a:pt x="223506" y="75244"/>
                </a:lnTo>
                <a:lnTo>
                  <a:pt x="224176" y="75447"/>
                </a:lnTo>
                <a:lnTo>
                  <a:pt x="224861" y="75648"/>
                </a:lnTo>
                <a:lnTo>
                  <a:pt x="225560" y="75845"/>
                </a:lnTo>
                <a:lnTo>
                  <a:pt x="226274" y="76040"/>
                </a:lnTo>
                <a:lnTo>
                  <a:pt x="227002" y="76232"/>
                </a:lnTo>
                <a:lnTo>
                  <a:pt x="227744" y="76422"/>
                </a:lnTo>
                <a:lnTo>
                  <a:pt x="228501" y="76608"/>
                </a:lnTo>
                <a:lnTo>
                  <a:pt x="229272" y="76792"/>
                </a:lnTo>
                <a:lnTo>
                  <a:pt x="230058" y="76973"/>
                </a:lnTo>
                <a:lnTo>
                  <a:pt x="230858" y="77151"/>
                </a:lnTo>
                <a:lnTo>
                  <a:pt x="231673" y="77327"/>
                </a:lnTo>
                <a:lnTo>
                  <a:pt x="232502" y="77499"/>
                </a:lnTo>
                <a:lnTo>
                  <a:pt x="233346" y="77669"/>
                </a:lnTo>
                <a:lnTo>
                  <a:pt x="234204" y="77837"/>
                </a:lnTo>
                <a:lnTo>
                  <a:pt x="235077" y="78001"/>
                </a:lnTo>
                <a:lnTo>
                  <a:pt x="235964" y="78162"/>
                </a:lnTo>
                <a:lnTo>
                  <a:pt x="236796" y="78296"/>
                </a:lnTo>
                <a:lnTo>
                  <a:pt x="237612" y="78430"/>
                </a:lnTo>
                <a:lnTo>
                  <a:pt x="238411" y="78565"/>
                </a:lnTo>
                <a:lnTo>
                  <a:pt x="239194" y="78701"/>
                </a:lnTo>
                <a:lnTo>
                  <a:pt x="239960" y="78837"/>
                </a:lnTo>
                <a:lnTo>
                  <a:pt x="240709" y="78973"/>
                </a:lnTo>
                <a:lnTo>
                  <a:pt x="241441" y="79110"/>
                </a:lnTo>
                <a:lnTo>
                  <a:pt x="242157" y="79248"/>
                </a:lnTo>
                <a:lnTo>
                  <a:pt x="242856" y="79386"/>
                </a:lnTo>
                <a:lnTo>
                  <a:pt x="243538" y="79525"/>
                </a:lnTo>
                <a:lnTo>
                  <a:pt x="244204" y="79664"/>
                </a:lnTo>
                <a:lnTo>
                  <a:pt x="244853" y="79804"/>
                </a:lnTo>
                <a:lnTo>
                  <a:pt x="245485" y="79945"/>
                </a:lnTo>
                <a:lnTo>
                  <a:pt x="246101" y="80086"/>
                </a:lnTo>
                <a:lnTo>
                  <a:pt x="246700" y="80227"/>
                </a:lnTo>
                <a:lnTo>
                  <a:pt x="247282" y="80369"/>
                </a:lnTo>
                <a:lnTo>
                  <a:pt x="247848" y="80512"/>
                </a:lnTo>
                <a:lnTo>
                  <a:pt x="248397" y="80655"/>
                </a:lnTo>
                <a:lnTo>
                  <a:pt x="248929" y="80799"/>
                </a:lnTo>
                <a:lnTo>
                  <a:pt x="249445" y="80943"/>
                </a:lnTo>
                <a:lnTo>
                  <a:pt x="249944" y="81088"/>
                </a:lnTo>
                <a:lnTo>
                  <a:pt x="250426" y="81233"/>
                </a:lnTo>
                <a:lnTo>
                  <a:pt x="250891" y="81379"/>
                </a:lnTo>
                <a:lnTo>
                  <a:pt x="251340" y="81526"/>
                </a:lnTo>
                <a:lnTo>
                  <a:pt x="251788" y="81674"/>
                </a:lnTo>
                <a:lnTo>
                  <a:pt x="252224" y="81824"/>
                </a:lnTo>
                <a:lnTo>
                  <a:pt x="252649" y="81976"/>
                </a:lnTo>
                <a:lnTo>
                  <a:pt x="253062" y="82131"/>
                </a:lnTo>
                <a:lnTo>
                  <a:pt x="253463" y="82288"/>
                </a:lnTo>
                <a:lnTo>
                  <a:pt x="253853" y="82447"/>
                </a:lnTo>
                <a:lnTo>
                  <a:pt x="254231" y="82608"/>
                </a:lnTo>
                <a:lnTo>
                  <a:pt x="254597" y="82772"/>
                </a:lnTo>
                <a:lnTo>
                  <a:pt x="254951" y="82937"/>
                </a:lnTo>
                <a:lnTo>
                  <a:pt x="255294" y="83105"/>
                </a:lnTo>
                <a:lnTo>
                  <a:pt x="255625" y="83276"/>
                </a:lnTo>
                <a:lnTo>
                  <a:pt x="255945" y="83448"/>
                </a:lnTo>
                <a:lnTo>
                  <a:pt x="256253" y="83623"/>
                </a:lnTo>
                <a:lnTo>
                  <a:pt x="256549" y="83799"/>
                </a:lnTo>
                <a:lnTo>
                  <a:pt x="256833" y="83979"/>
                </a:lnTo>
                <a:lnTo>
                  <a:pt x="257106" y="84160"/>
                </a:lnTo>
                <a:lnTo>
                  <a:pt x="257367" y="84343"/>
                </a:lnTo>
                <a:lnTo>
                  <a:pt x="257617" y="84529"/>
                </a:lnTo>
                <a:lnTo>
                  <a:pt x="257854" y="84717"/>
                </a:lnTo>
                <a:lnTo>
                  <a:pt x="258080" y="84907"/>
                </a:lnTo>
                <a:lnTo>
                  <a:pt x="258295" y="85100"/>
                </a:lnTo>
                <a:lnTo>
                  <a:pt x="258498" y="85294"/>
                </a:lnTo>
                <a:lnTo>
                  <a:pt x="258689" y="85491"/>
                </a:lnTo>
                <a:lnTo>
                  <a:pt x="258868" y="85690"/>
                </a:lnTo>
                <a:lnTo>
                  <a:pt x="259038" y="85893"/>
                </a:lnTo>
                <a:lnTo>
                  <a:pt x="259201" y="86100"/>
                </a:lnTo>
                <a:lnTo>
                  <a:pt x="259356" y="86311"/>
                </a:lnTo>
                <a:lnTo>
                  <a:pt x="259504" y="86527"/>
                </a:lnTo>
                <a:lnTo>
                  <a:pt x="259645" y="86747"/>
                </a:lnTo>
                <a:lnTo>
                  <a:pt x="259779" y="86972"/>
                </a:lnTo>
                <a:lnTo>
                  <a:pt x="259905" y="87201"/>
                </a:lnTo>
                <a:lnTo>
                  <a:pt x="260025" y="87434"/>
                </a:lnTo>
                <a:lnTo>
                  <a:pt x="260137" y="87672"/>
                </a:lnTo>
                <a:lnTo>
                  <a:pt x="260242" y="87915"/>
                </a:lnTo>
                <a:lnTo>
                  <a:pt x="260339" y="88162"/>
                </a:lnTo>
                <a:lnTo>
                  <a:pt x="260430" y="88413"/>
                </a:lnTo>
                <a:lnTo>
                  <a:pt x="260513" y="88669"/>
                </a:lnTo>
                <a:lnTo>
                  <a:pt x="260589" y="88929"/>
                </a:lnTo>
                <a:lnTo>
                  <a:pt x="260657" y="89194"/>
                </a:lnTo>
                <a:lnTo>
                  <a:pt x="260719" y="89463"/>
                </a:lnTo>
                <a:lnTo>
                  <a:pt x="260773" y="89737"/>
                </a:lnTo>
                <a:lnTo>
                  <a:pt x="260820" y="90015"/>
                </a:lnTo>
                <a:lnTo>
                  <a:pt x="260860" y="90297"/>
                </a:lnTo>
                <a:lnTo>
                  <a:pt x="260892" y="90584"/>
                </a:lnTo>
                <a:lnTo>
                  <a:pt x="260918" y="90876"/>
                </a:lnTo>
                <a:lnTo>
                  <a:pt x="260936" y="91172"/>
                </a:lnTo>
                <a:lnTo>
                  <a:pt x="260947" y="91472"/>
                </a:lnTo>
                <a:lnTo>
                  <a:pt x="260950" y="91777"/>
                </a:lnTo>
                <a:lnTo>
                  <a:pt x="260941" y="92240"/>
                </a:lnTo>
                <a:lnTo>
                  <a:pt x="260915" y="92697"/>
                </a:lnTo>
                <a:lnTo>
                  <a:pt x="260870" y="93146"/>
                </a:lnTo>
                <a:lnTo>
                  <a:pt x="260808" y="93588"/>
                </a:lnTo>
                <a:lnTo>
                  <a:pt x="260728" y="94022"/>
                </a:lnTo>
                <a:lnTo>
                  <a:pt x="260630" y="94450"/>
                </a:lnTo>
                <a:lnTo>
                  <a:pt x="260514" y="94870"/>
                </a:lnTo>
                <a:lnTo>
                  <a:pt x="260381" y="95283"/>
                </a:lnTo>
                <a:lnTo>
                  <a:pt x="260229" y="95688"/>
                </a:lnTo>
                <a:lnTo>
                  <a:pt x="260060" y="96087"/>
                </a:lnTo>
                <a:lnTo>
                  <a:pt x="259873" y="96478"/>
                </a:lnTo>
                <a:lnTo>
                  <a:pt x="259669" y="96862"/>
                </a:lnTo>
                <a:lnTo>
                  <a:pt x="259446" y="97239"/>
                </a:lnTo>
                <a:lnTo>
                  <a:pt x="259206" y="97608"/>
                </a:lnTo>
                <a:lnTo>
                  <a:pt x="258948" y="97971"/>
                </a:lnTo>
                <a:lnTo>
                  <a:pt x="258672" y="98326"/>
                </a:lnTo>
                <a:lnTo>
                  <a:pt x="258379" y="98674"/>
                </a:lnTo>
                <a:lnTo>
                  <a:pt x="258067" y="99014"/>
                </a:lnTo>
                <a:lnTo>
                  <a:pt x="257738" y="99348"/>
                </a:lnTo>
                <a:lnTo>
                  <a:pt x="257391" y="99674"/>
                </a:lnTo>
                <a:lnTo>
                  <a:pt x="257026" y="99993"/>
                </a:lnTo>
                <a:lnTo>
                  <a:pt x="256643" y="100305"/>
                </a:lnTo>
                <a:lnTo>
                  <a:pt x="256243" y="100609"/>
                </a:lnTo>
                <a:lnTo>
                  <a:pt x="255825" y="100906"/>
                </a:lnTo>
                <a:lnTo>
                  <a:pt x="255403" y="101181"/>
                </a:lnTo>
                <a:lnTo>
                  <a:pt x="254964" y="101444"/>
                </a:lnTo>
                <a:lnTo>
                  <a:pt x="254508" y="101695"/>
                </a:lnTo>
                <a:lnTo>
                  <a:pt x="254036" y="101934"/>
                </a:lnTo>
                <a:lnTo>
                  <a:pt x="253547" y="102162"/>
                </a:lnTo>
                <a:lnTo>
                  <a:pt x="253042" y="102378"/>
                </a:lnTo>
                <a:lnTo>
                  <a:pt x="252520" y="102582"/>
                </a:lnTo>
                <a:lnTo>
                  <a:pt x="251981" y="102775"/>
                </a:lnTo>
                <a:lnTo>
                  <a:pt x="251425" y="102956"/>
                </a:lnTo>
                <a:lnTo>
                  <a:pt x="250853" y="103125"/>
                </a:lnTo>
                <a:lnTo>
                  <a:pt x="250264" y="103283"/>
                </a:lnTo>
                <a:lnTo>
                  <a:pt x="249658" y="103429"/>
                </a:lnTo>
                <a:lnTo>
                  <a:pt x="249036" y="103563"/>
                </a:lnTo>
                <a:lnTo>
                  <a:pt x="248397" y="103686"/>
                </a:lnTo>
                <a:lnTo>
                  <a:pt x="247741" y="103797"/>
                </a:lnTo>
                <a:lnTo>
                  <a:pt x="247069" y="103896"/>
                </a:lnTo>
                <a:lnTo>
                  <a:pt x="246380" y="103984"/>
                </a:lnTo>
                <a:lnTo>
                  <a:pt x="245674" y="104060"/>
                </a:lnTo>
                <a:lnTo>
                  <a:pt x="244952" y="104124"/>
                </a:lnTo>
                <a:lnTo>
                  <a:pt x="244212" y="104177"/>
                </a:lnTo>
                <a:lnTo>
                  <a:pt x="243457" y="104217"/>
                </a:lnTo>
                <a:lnTo>
                  <a:pt x="242684" y="104247"/>
                </a:lnTo>
                <a:lnTo>
                  <a:pt x="241895" y="104264"/>
                </a:lnTo>
                <a:lnTo>
                  <a:pt x="241089" y="104270"/>
                </a:lnTo>
                <a:lnTo>
                  <a:pt x="240190" y="104264"/>
                </a:lnTo>
                <a:lnTo>
                  <a:pt x="239308" y="104244"/>
                </a:lnTo>
                <a:lnTo>
                  <a:pt x="238444" y="104212"/>
                </a:lnTo>
                <a:lnTo>
                  <a:pt x="237597" y="104168"/>
                </a:lnTo>
                <a:lnTo>
                  <a:pt x="236767" y="104110"/>
                </a:lnTo>
                <a:lnTo>
                  <a:pt x="235954" y="104040"/>
                </a:lnTo>
                <a:lnTo>
                  <a:pt x="235158" y="103957"/>
                </a:lnTo>
                <a:lnTo>
                  <a:pt x="234380" y="103861"/>
                </a:lnTo>
                <a:lnTo>
                  <a:pt x="233619" y="103752"/>
                </a:lnTo>
                <a:lnTo>
                  <a:pt x="232875" y="103630"/>
                </a:lnTo>
                <a:lnTo>
                  <a:pt x="232148" y="103496"/>
                </a:lnTo>
                <a:lnTo>
                  <a:pt x="231439" y="103349"/>
                </a:lnTo>
                <a:lnTo>
                  <a:pt x="230747" y="103189"/>
                </a:lnTo>
                <a:lnTo>
                  <a:pt x="230072" y="103016"/>
                </a:lnTo>
                <a:lnTo>
                  <a:pt x="229414" y="102831"/>
                </a:lnTo>
                <a:lnTo>
                  <a:pt x="228774" y="102633"/>
                </a:lnTo>
                <a:lnTo>
                  <a:pt x="228151" y="102422"/>
                </a:lnTo>
                <a:lnTo>
                  <a:pt x="227545" y="102198"/>
                </a:lnTo>
                <a:lnTo>
                  <a:pt x="226956" y="101961"/>
                </a:lnTo>
                <a:lnTo>
                  <a:pt x="226385" y="101712"/>
                </a:lnTo>
                <a:lnTo>
                  <a:pt x="225831" y="101449"/>
                </a:lnTo>
                <a:lnTo>
                  <a:pt x="225294" y="101174"/>
                </a:lnTo>
                <a:lnTo>
                  <a:pt x="224774" y="100887"/>
                </a:lnTo>
                <a:lnTo>
                  <a:pt x="224271" y="100586"/>
                </a:lnTo>
                <a:lnTo>
                  <a:pt x="223801" y="100261"/>
                </a:lnTo>
                <a:lnTo>
                  <a:pt x="223350" y="99925"/>
                </a:lnTo>
                <a:lnTo>
                  <a:pt x="222920" y="99580"/>
                </a:lnTo>
                <a:lnTo>
                  <a:pt x="222510" y="99225"/>
                </a:lnTo>
                <a:lnTo>
                  <a:pt x="222119" y="98859"/>
                </a:lnTo>
                <a:lnTo>
                  <a:pt x="221749" y="98484"/>
                </a:lnTo>
                <a:lnTo>
                  <a:pt x="221398" y="98098"/>
                </a:lnTo>
                <a:lnTo>
                  <a:pt x="221068" y="97703"/>
                </a:lnTo>
                <a:lnTo>
                  <a:pt x="220758" y="97298"/>
                </a:lnTo>
                <a:lnTo>
                  <a:pt x="220467" y="96882"/>
                </a:lnTo>
                <a:lnTo>
                  <a:pt x="220197" y="96457"/>
                </a:lnTo>
                <a:lnTo>
                  <a:pt x="219947" y="96021"/>
                </a:lnTo>
                <a:lnTo>
                  <a:pt x="219717" y="95576"/>
                </a:lnTo>
                <a:lnTo>
                  <a:pt x="219506" y="95120"/>
                </a:lnTo>
                <a:lnTo>
                  <a:pt x="219316" y="94655"/>
                </a:lnTo>
                <a:lnTo>
                  <a:pt x="219146" y="94179"/>
                </a:lnTo>
                <a:lnTo>
                  <a:pt x="218996" y="93694"/>
                </a:lnTo>
                <a:lnTo>
                  <a:pt x="218866" y="93198"/>
                </a:lnTo>
                <a:lnTo>
                  <a:pt x="218756" y="92693"/>
                </a:lnTo>
                <a:lnTo>
                  <a:pt x="218666" y="92177"/>
                </a:lnTo>
                <a:lnTo>
                  <a:pt x="218595" y="91652"/>
                </a:lnTo>
                <a:lnTo>
                  <a:pt x="218545" y="91116"/>
                </a:lnTo>
                <a:lnTo>
                  <a:pt x="218515" y="90570"/>
                </a:lnTo>
                <a:lnTo>
                  <a:pt x="218505" y="90015"/>
                </a:lnTo>
                <a:lnTo>
                  <a:pt x="218505" y="88413"/>
                </a:lnTo>
                <a:lnTo>
                  <a:pt x="204731" y="88413"/>
                </a:lnTo>
                <a:lnTo>
                  <a:pt x="204718" y="88506"/>
                </a:lnTo>
                <a:lnTo>
                  <a:pt x="204705" y="88599"/>
                </a:lnTo>
                <a:lnTo>
                  <a:pt x="204693" y="88691"/>
                </a:lnTo>
                <a:lnTo>
                  <a:pt x="204682" y="88782"/>
                </a:lnTo>
                <a:lnTo>
                  <a:pt x="204671" y="88873"/>
                </a:lnTo>
                <a:lnTo>
                  <a:pt x="204661" y="88964"/>
                </a:lnTo>
                <a:lnTo>
                  <a:pt x="204651" y="89054"/>
                </a:lnTo>
                <a:lnTo>
                  <a:pt x="204642" y="89143"/>
                </a:lnTo>
                <a:lnTo>
                  <a:pt x="204633" y="89232"/>
                </a:lnTo>
                <a:lnTo>
                  <a:pt x="204625" y="89320"/>
                </a:lnTo>
                <a:lnTo>
                  <a:pt x="204618" y="89407"/>
                </a:lnTo>
                <a:lnTo>
                  <a:pt x="204611" y="89494"/>
                </a:lnTo>
                <a:lnTo>
                  <a:pt x="204604" y="89581"/>
                </a:lnTo>
                <a:lnTo>
                  <a:pt x="204598" y="89667"/>
                </a:lnTo>
                <a:lnTo>
                  <a:pt x="204593" y="89752"/>
                </a:lnTo>
                <a:lnTo>
                  <a:pt x="204588" y="89837"/>
                </a:lnTo>
                <a:lnTo>
                  <a:pt x="204584" y="89921"/>
                </a:lnTo>
                <a:lnTo>
                  <a:pt x="204581" y="90005"/>
                </a:lnTo>
                <a:lnTo>
                  <a:pt x="204578" y="90088"/>
                </a:lnTo>
                <a:lnTo>
                  <a:pt x="204575" y="90171"/>
                </a:lnTo>
                <a:lnTo>
                  <a:pt x="204573" y="90253"/>
                </a:lnTo>
                <a:lnTo>
                  <a:pt x="204572" y="90334"/>
                </a:lnTo>
                <a:lnTo>
                  <a:pt x="204571" y="90415"/>
                </a:lnTo>
                <a:lnTo>
                  <a:pt x="204571" y="90495"/>
                </a:lnTo>
                <a:lnTo>
                  <a:pt x="204571" y="90575"/>
                </a:lnTo>
                <a:lnTo>
                  <a:pt x="204571" y="90652"/>
                </a:lnTo>
                <a:lnTo>
                  <a:pt x="204571" y="90728"/>
                </a:lnTo>
                <a:lnTo>
                  <a:pt x="204571" y="90802"/>
                </a:lnTo>
                <a:lnTo>
                  <a:pt x="204571" y="90875"/>
                </a:lnTo>
                <a:lnTo>
                  <a:pt x="204571" y="90946"/>
                </a:lnTo>
                <a:lnTo>
                  <a:pt x="204571" y="91015"/>
                </a:lnTo>
                <a:lnTo>
                  <a:pt x="204571" y="91083"/>
                </a:lnTo>
                <a:lnTo>
                  <a:pt x="204571" y="91149"/>
                </a:lnTo>
                <a:lnTo>
                  <a:pt x="204571" y="91213"/>
                </a:lnTo>
                <a:lnTo>
                  <a:pt x="204571" y="91275"/>
                </a:lnTo>
                <a:lnTo>
                  <a:pt x="204571" y="91336"/>
                </a:lnTo>
                <a:lnTo>
                  <a:pt x="204571" y="91396"/>
                </a:lnTo>
                <a:lnTo>
                  <a:pt x="204571" y="91453"/>
                </a:lnTo>
                <a:lnTo>
                  <a:pt x="204571" y="91509"/>
                </a:lnTo>
                <a:lnTo>
                  <a:pt x="204571" y="91563"/>
                </a:lnTo>
                <a:lnTo>
                  <a:pt x="204571" y="91616"/>
                </a:lnTo>
                <a:lnTo>
                  <a:pt x="204571" y="91667"/>
                </a:lnTo>
                <a:lnTo>
                  <a:pt x="204571" y="91716"/>
                </a:lnTo>
                <a:lnTo>
                  <a:pt x="204571" y="91763"/>
                </a:lnTo>
                <a:lnTo>
                  <a:pt x="204571" y="91809"/>
                </a:lnTo>
                <a:lnTo>
                  <a:pt x="204571" y="91853"/>
                </a:lnTo>
                <a:lnTo>
                  <a:pt x="204571" y="91896"/>
                </a:lnTo>
                <a:lnTo>
                  <a:pt x="204571" y="91937"/>
                </a:lnTo>
                <a:lnTo>
                  <a:pt x="204578" y="92548"/>
                </a:lnTo>
                <a:lnTo>
                  <a:pt x="204601" y="93152"/>
                </a:lnTo>
                <a:lnTo>
                  <a:pt x="204638" y="93749"/>
                </a:lnTo>
                <a:lnTo>
                  <a:pt x="204691" y="94339"/>
                </a:lnTo>
                <a:lnTo>
                  <a:pt x="204758" y="94923"/>
                </a:lnTo>
                <a:lnTo>
                  <a:pt x="204841" y="95501"/>
                </a:lnTo>
                <a:lnTo>
                  <a:pt x="204939" y="96071"/>
                </a:lnTo>
                <a:lnTo>
                  <a:pt x="205051" y="96635"/>
                </a:lnTo>
                <a:lnTo>
                  <a:pt x="205179" y="97192"/>
                </a:lnTo>
                <a:lnTo>
                  <a:pt x="205321" y="97743"/>
                </a:lnTo>
                <a:lnTo>
                  <a:pt x="205479" y="98287"/>
                </a:lnTo>
                <a:lnTo>
                  <a:pt x="205652" y="98824"/>
                </a:lnTo>
                <a:lnTo>
                  <a:pt x="205840" y="99355"/>
                </a:lnTo>
                <a:lnTo>
                  <a:pt x="206042" y="99879"/>
                </a:lnTo>
                <a:lnTo>
                  <a:pt x="206260" y="100396"/>
                </a:lnTo>
                <a:lnTo>
                  <a:pt x="206493" y="100906"/>
                </a:lnTo>
                <a:lnTo>
                  <a:pt x="206740" y="101410"/>
                </a:lnTo>
                <a:lnTo>
                  <a:pt x="207003" y="101907"/>
                </a:lnTo>
                <a:lnTo>
                  <a:pt x="207281" y="102398"/>
                </a:lnTo>
                <a:lnTo>
                  <a:pt x="207574" y="102882"/>
                </a:lnTo>
                <a:lnTo>
                  <a:pt x="207882" y="103359"/>
                </a:lnTo>
                <a:lnTo>
                  <a:pt x="208205" y="103829"/>
                </a:lnTo>
                <a:lnTo>
                  <a:pt x="208542" y="104293"/>
                </a:lnTo>
                <a:lnTo>
                  <a:pt x="208895" y="104750"/>
                </a:lnTo>
                <a:lnTo>
                  <a:pt x="209275" y="105187"/>
                </a:lnTo>
                <a:lnTo>
                  <a:pt x="209665" y="105615"/>
                </a:lnTo>
                <a:lnTo>
                  <a:pt x="210066" y="106034"/>
                </a:lnTo>
                <a:lnTo>
                  <a:pt x="210479" y="106446"/>
                </a:lnTo>
                <a:lnTo>
                  <a:pt x="210903" y="106848"/>
                </a:lnTo>
                <a:lnTo>
                  <a:pt x="211338" y="107243"/>
                </a:lnTo>
                <a:lnTo>
                  <a:pt x="211784" y="107629"/>
                </a:lnTo>
                <a:lnTo>
                  <a:pt x="212241" y="108007"/>
                </a:lnTo>
                <a:lnTo>
                  <a:pt x="212709" y="108377"/>
                </a:lnTo>
                <a:lnTo>
                  <a:pt x="213189" y="108738"/>
                </a:lnTo>
                <a:lnTo>
                  <a:pt x="213679" y="109091"/>
                </a:lnTo>
                <a:lnTo>
                  <a:pt x="214181" y="109435"/>
                </a:lnTo>
                <a:lnTo>
                  <a:pt x="214694" y="109772"/>
                </a:lnTo>
                <a:lnTo>
                  <a:pt x="215217" y="110099"/>
                </a:lnTo>
                <a:lnTo>
                  <a:pt x="215752" y="110419"/>
                </a:lnTo>
                <a:lnTo>
                  <a:pt x="216299" y="110730"/>
                </a:lnTo>
                <a:lnTo>
                  <a:pt x="216856" y="111033"/>
                </a:lnTo>
                <a:lnTo>
                  <a:pt x="217424" y="111327"/>
                </a:lnTo>
                <a:lnTo>
                  <a:pt x="218004" y="111614"/>
                </a:lnTo>
                <a:lnTo>
                  <a:pt x="218594" y="111891"/>
                </a:lnTo>
                <a:lnTo>
                  <a:pt x="219196" y="112161"/>
                </a:lnTo>
                <a:lnTo>
                  <a:pt x="219809" y="112422"/>
                </a:lnTo>
                <a:lnTo>
                  <a:pt x="220433" y="112675"/>
                </a:lnTo>
                <a:lnTo>
                  <a:pt x="221068" y="112919"/>
                </a:lnTo>
                <a:lnTo>
                  <a:pt x="221726" y="113141"/>
                </a:lnTo>
                <a:lnTo>
                  <a:pt x="222392" y="113354"/>
                </a:lnTo>
                <a:lnTo>
                  <a:pt x="223065" y="113557"/>
                </a:lnTo>
                <a:lnTo>
                  <a:pt x="223746" y="113751"/>
                </a:lnTo>
                <a:lnTo>
                  <a:pt x="224436" y="113935"/>
                </a:lnTo>
                <a:lnTo>
                  <a:pt x="225132" y="114110"/>
                </a:lnTo>
                <a:lnTo>
                  <a:pt x="225837" y="114276"/>
                </a:lnTo>
                <a:lnTo>
                  <a:pt x="226549" y="114432"/>
                </a:lnTo>
                <a:lnTo>
                  <a:pt x="227270" y="114578"/>
                </a:lnTo>
                <a:lnTo>
                  <a:pt x="227998" y="114715"/>
                </a:lnTo>
                <a:lnTo>
                  <a:pt x="228733" y="114843"/>
                </a:lnTo>
                <a:lnTo>
                  <a:pt x="229477" y="114961"/>
                </a:lnTo>
                <a:lnTo>
                  <a:pt x="230228" y="115070"/>
                </a:lnTo>
                <a:lnTo>
                  <a:pt x="230987" y="115169"/>
                </a:lnTo>
                <a:lnTo>
                  <a:pt x="231754" y="115259"/>
                </a:lnTo>
                <a:lnTo>
                  <a:pt x="232529" y="115339"/>
                </a:lnTo>
                <a:lnTo>
                  <a:pt x="233312" y="115410"/>
                </a:lnTo>
                <a:lnTo>
                  <a:pt x="234102" y="115472"/>
                </a:lnTo>
                <a:lnTo>
                  <a:pt x="234900" y="115524"/>
                </a:lnTo>
                <a:lnTo>
                  <a:pt x="235706" y="115566"/>
                </a:lnTo>
                <a:lnTo>
                  <a:pt x="236519" y="115599"/>
                </a:lnTo>
                <a:lnTo>
                  <a:pt x="237341" y="115623"/>
                </a:lnTo>
                <a:lnTo>
                  <a:pt x="238170" y="115637"/>
                </a:lnTo>
                <a:lnTo>
                  <a:pt x="239007" y="115642"/>
                </a:lnTo>
                <a:lnTo>
                  <a:pt x="239962" y="115637"/>
                </a:lnTo>
                <a:lnTo>
                  <a:pt x="240906" y="115623"/>
                </a:lnTo>
                <a:lnTo>
                  <a:pt x="241837" y="115599"/>
                </a:lnTo>
                <a:lnTo>
                  <a:pt x="242758" y="115566"/>
                </a:lnTo>
                <a:close/>
                <a:moveTo>
                  <a:pt x="812196" y="15376"/>
                </a:moveTo>
                <a:lnTo>
                  <a:pt x="827252" y="15376"/>
                </a:lnTo>
                <a:lnTo>
                  <a:pt x="827252" y="0"/>
                </a:lnTo>
                <a:lnTo>
                  <a:pt x="812196" y="0"/>
                </a:lnTo>
                <a:lnTo>
                  <a:pt x="812196" y="15376"/>
                </a:lnTo>
                <a:close/>
                <a:moveTo>
                  <a:pt x="737193" y="115606"/>
                </a:moveTo>
                <a:lnTo>
                  <a:pt x="737687" y="115586"/>
                </a:lnTo>
                <a:lnTo>
                  <a:pt x="738181" y="115562"/>
                </a:lnTo>
                <a:lnTo>
                  <a:pt x="738675" y="115533"/>
                </a:lnTo>
                <a:lnTo>
                  <a:pt x="739168" y="115500"/>
                </a:lnTo>
                <a:lnTo>
                  <a:pt x="739662" y="115462"/>
                </a:lnTo>
                <a:lnTo>
                  <a:pt x="740156" y="115419"/>
                </a:lnTo>
                <a:lnTo>
                  <a:pt x="740650" y="115373"/>
                </a:lnTo>
                <a:lnTo>
                  <a:pt x="741144" y="115322"/>
                </a:lnTo>
                <a:lnTo>
                  <a:pt x="741638" y="115266"/>
                </a:lnTo>
                <a:lnTo>
                  <a:pt x="742132" y="115206"/>
                </a:lnTo>
                <a:lnTo>
                  <a:pt x="742625" y="115141"/>
                </a:lnTo>
                <a:lnTo>
                  <a:pt x="743119" y="115072"/>
                </a:lnTo>
                <a:lnTo>
                  <a:pt x="743613" y="114999"/>
                </a:lnTo>
                <a:lnTo>
                  <a:pt x="744107" y="114921"/>
                </a:lnTo>
                <a:lnTo>
                  <a:pt x="744601" y="114839"/>
                </a:lnTo>
                <a:lnTo>
                  <a:pt x="745095" y="114752"/>
                </a:lnTo>
                <a:lnTo>
                  <a:pt x="745589" y="114661"/>
                </a:lnTo>
                <a:lnTo>
                  <a:pt x="746082" y="114565"/>
                </a:lnTo>
                <a:lnTo>
                  <a:pt x="746576" y="114465"/>
                </a:lnTo>
                <a:lnTo>
                  <a:pt x="747070" y="114361"/>
                </a:lnTo>
                <a:lnTo>
                  <a:pt x="747560" y="114265"/>
                </a:lnTo>
                <a:lnTo>
                  <a:pt x="748043" y="114166"/>
                </a:lnTo>
                <a:lnTo>
                  <a:pt x="748519" y="114063"/>
                </a:lnTo>
                <a:lnTo>
                  <a:pt x="748988" y="113956"/>
                </a:lnTo>
                <a:lnTo>
                  <a:pt x="749449" y="113845"/>
                </a:lnTo>
                <a:lnTo>
                  <a:pt x="749903" y="113730"/>
                </a:lnTo>
                <a:lnTo>
                  <a:pt x="750350" y="113611"/>
                </a:lnTo>
                <a:lnTo>
                  <a:pt x="750790" y="113489"/>
                </a:lnTo>
                <a:lnTo>
                  <a:pt x="751222" y="113362"/>
                </a:lnTo>
                <a:lnTo>
                  <a:pt x="751647" y="113232"/>
                </a:lnTo>
                <a:lnTo>
                  <a:pt x="752065" y="113097"/>
                </a:lnTo>
                <a:lnTo>
                  <a:pt x="752476" y="112959"/>
                </a:lnTo>
                <a:lnTo>
                  <a:pt x="752879" y="112817"/>
                </a:lnTo>
                <a:lnTo>
                  <a:pt x="753276" y="112671"/>
                </a:lnTo>
                <a:lnTo>
                  <a:pt x="753665" y="112521"/>
                </a:lnTo>
                <a:lnTo>
                  <a:pt x="754046" y="112367"/>
                </a:lnTo>
                <a:lnTo>
                  <a:pt x="754421" y="112210"/>
                </a:lnTo>
                <a:lnTo>
                  <a:pt x="754788" y="112048"/>
                </a:lnTo>
                <a:lnTo>
                  <a:pt x="755148" y="111883"/>
                </a:lnTo>
                <a:lnTo>
                  <a:pt x="755501" y="111713"/>
                </a:lnTo>
                <a:lnTo>
                  <a:pt x="755847" y="111540"/>
                </a:lnTo>
                <a:lnTo>
                  <a:pt x="756185" y="111363"/>
                </a:lnTo>
                <a:lnTo>
                  <a:pt x="756517" y="111182"/>
                </a:lnTo>
                <a:lnTo>
                  <a:pt x="756840" y="110997"/>
                </a:lnTo>
                <a:lnTo>
                  <a:pt x="756840" y="98664"/>
                </a:lnTo>
                <a:lnTo>
                  <a:pt x="756558" y="98797"/>
                </a:lnTo>
                <a:lnTo>
                  <a:pt x="756272" y="98930"/>
                </a:lnTo>
                <a:lnTo>
                  <a:pt x="755982" y="99062"/>
                </a:lnTo>
                <a:lnTo>
                  <a:pt x="755688" y="99193"/>
                </a:lnTo>
                <a:lnTo>
                  <a:pt x="755390" y="99324"/>
                </a:lnTo>
                <a:lnTo>
                  <a:pt x="755089" y="99455"/>
                </a:lnTo>
                <a:lnTo>
                  <a:pt x="754783" y="99585"/>
                </a:lnTo>
                <a:lnTo>
                  <a:pt x="754474" y="99714"/>
                </a:lnTo>
                <a:lnTo>
                  <a:pt x="754160" y="99843"/>
                </a:lnTo>
                <a:lnTo>
                  <a:pt x="753843" y="99971"/>
                </a:lnTo>
                <a:lnTo>
                  <a:pt x="753522" y="100099"/>
                </a:lnTo>
                <a:lnTo>
                  <a:pt x="753197" y="100226"/>
                </a:lnTo>
                <a:lnTo>
                  <a:pt x="752868" y="100352"/>
                </a:lnTo>
                <a:lnTo>
                  <a:pt x="752535" y="100478"/>
                </a:lnTo>
                <a:lnTo>
                  <a:pt x="752198" y="100604"/>
                </a:lnTo>
                <a:lnTo>
                  <a:pt x="751857" y="100728"/>
                </a:lnTo>
                <a:lnTo>
                  <a:pt x="751513" y="100853"/>
                </a:lnTo>
                <a:lnTo>
                  <a:pt x="751164" y="100976"/>
                </a:lnTo>
                <a:lnTo>
                  <a:pt x="750812" y="101100"/>
                </a:lnTo>
                <a:lnTo>
                  <a:pt x="750456" y="101222"/>
                </a:lnTo>
                <a:lnTo>
                  <a:pt x="750096" y="101344"/>
                </a:lnTo>
                <a:lnTo>
                  <a:pt x="749732" y="101466"/>
                </a:lnTo>
                <a:lnTo>
                  <a:pt x="749364" y="101587"/>
                </a:lnTo>
                <a:lnTo>
                  <a:pt x="748992" y="101707"/>
                </a:lnTo>
                <a:lnTo>
                  <a:pt x="748630" y="101812"/>
                </a:lnTo>
                <a:lnTo>
                  <a:pt x="748266" y="101912"/>
                </a:lnTo>
                <a:lnTo>
                  <a:pt x="747899" y="102008"/>
                </a:lnTo>
                <a:lnTo>
                  <a:pt x="747528" y="102099"/>
                </a:lnTo>
                <a:lnTo>
                  <a:pt x="747156" y="102186"/>
                </a:lnTo>
                <a:lnTo>
                  <a:pt x="746780" y="102268"/>
                </a:lnTo>
                <a:lnTo>
                  <a:pt x="746401" y="102346"/>
                </a:lnTo>
                <a:lnTo>
                  <a:pt x="746020" y="102419"/>
                </a:lnTo>
                <a:lnTo>
                  <a:pt x="745636" y="102488"/>
                </a:lnTo>
                <a:lnTo>
                  <a:pt x="745249" y="102553"/>
                </a:lnTo>
                <a:lnTo>
                  <a:pt x="744860" y="102613"/>
                </a:lnTo>
                <a:lnTo>
                  <a:pt x="744467" y="102668"/>
                </a:lnTo>
                <a:lnTo>
                  <a:pt x="744072" y="102719"/>
                </a:lnTo>
                <a:lnTo>
                  <a:pt x="743674" y="102766"/>
                </a:lnTo>
                <a:lnTo>
                  <a:pt x="743274" y="102808"/>
                </a:lnTo>
                <a:lnTo>
                  <a:pt x="742870" y="102846"/>
                </a:lnTo>
                <a:lnTo>
                  <a:pt x="742464" y="102880"/>
                </a:lnTo>
                <a:lnTo>
                  <a:pt x="742055" y="102908"/>
                </a:lnTo>
                <a:lnTo>
                  <a:pt x="741643" y="102933"/>
                </a:lnTo>
                <a:lnTo>
                  <a:pt x="741228" y="102953"/>
                </a:lnTo>
                <a:lnTo>
                  <a:pt x="740811" y="102969"/>
                </a:lnTo>
                <a:lnTo>
                  <a:pt x="740391" y="102980"/>
                </a:lnTo>
                <a:lnTo>
                  <a:pt x="739968" y="102986"/>
                </a:lnTo>
                <a:lnTo>
                  <a:pt x="739542" y="102989"/>
                </a:lnTo>
                <a:lnTo>
                  <a:pt x="738999" y="102986"/>
                </a:lnTo>
                <a:lnTo>
                  <a:pt x="738463" y="102977"/>
                </a:lnTo>
                <a:lnTo>
                  <a:pt x="737936" y="102964"/>
                </a:lnTo>
                <a:lnTo>
                  <a:pt x="737416" y="102944"/>
                </a:lnTo>
                <a:lnTo>
                  <a:pt x="736903" y="102919"/>
                </a:lnTo>
                <a:lnTo>
                  <a:pt x="736399" y="102888"/>
                </a:lnTo>
                <a:lnTo>
                  <a:pt x="735902" y="102852"/>
                </a:lnTo>
                <a:lnTo>
                  <a:pt x="735413" y="102811"/>
                </a:lnTo>
                <a:lnTo>
                  <a:pt x="734932" y="102763"/>
                </a:lnTo>
                <a:lnTo>
                  <a:pt x="734459" y="102711"/>
                </a:lnTo>
                <a:lnTo>
                  <a:pt x="733994" y="102652"/>
                </a:lnTo>
                <a:lnTo>
                  <a:pt x="733536" y="102588"/>
                </a:lnTo>
                <a:lnTo>
                  <a:pt x="733086" y="102519"/>
                </a:lnTo>
                <a:lnTo>
                  <a:pt x="732644" y="102444"/>
                </a:lnTo>
                <a:lnTo>
                  <a:pt x="732209" y="102363"/>
                </a:lnTo>
                <a:lnTo>
                  <a:pt x="731783" y="102277"/>
                </a:lnTo>
                <a:lnTo>
                  <a:pt x="731364" y="102185"/>
                </a:lnTo>
                <a:lnTo>
                  <a:pt x="730953" y="102088"/>
                </a:lnTo>
                <a:lnTo>
                  <a:pt x="730550" y="101985"/>
                </a:lnTo>
                <a:lnTo>
                  <a:pt x="730155" y="101876"/>
                </a:lnTo>
                <a:lnTo>
                  <a:pt x="729767" y="101762"/>
                </a:lnTo>
                <a:lnTo>
                  <a:pt x="729387" y="101643"/>
                </a:lnTo>
                <a:lnTo>
                  <a:pt x="729015" y="101518"/>
                </a:lnTo>
                <a:lnTo>
                  <a:pt x="728651" y="101387"/>
                </a:lnTo>
                <a:lnTo>
                  <a:pt x="728294" y="101250"/>
                </a:lnTo>
                <a:lnTo>
                  <a:pt x="727944" y="101107"/>
                </a:lnTo>
                <a:lnTo>
                  <a:pt x="727602" y="100956"/>
                </a:lnTo>
                <a:lnTo>
                  <a:pt x="727267" y="100800"/>
                </a:lnTo>
                <a:lnTo>
                  <a:pt x="726939" y="100636"/>
                </a:lnTo>
                <a:lnTo>
                  <a:pt x="726619" y="100466"/>
                </a:lnTo>
                <a:lnTo>
                  <a:pt x="726305" y="100289"/>
                </a:lnTo>
                <a:lnTo>
                  <a:pt x="725999" y="100106"/>
                </a:lnTo>
                <a:lnTo>
                  <a:pt x="725700" y="99915"/>
                </a:lnTo>
                <a:lnTo>
                  <a:pt x="725408" y="99718"/>
                </a:lnTo>
                <a:lnTo>
                  <a:pt x="725124" y="99515"/>
                </a:lnTo>
                <a:lnTo>
                  <a:pt x="724847" y="99305"/>
                </a:lnTo>
                <a:lnTo>
                  <a:pt x="724577" y="99088"/>
                </a:lnTo>
                <a:lnTo>
                  <a:pt x="724314" y="98864"/>
                </a:lnTo>
                <a:lnTo>
                  <a:pt x="724058" y="98634"/>
                </a:lnTo>
                <a:lnTo>
                  <a:pt x="723810" y="98397"/>
                </a:lnTo>
                <a:lnTo>
                  <a:pt x="723569" y="98153"/>
                </a:lnTo>
                <a:lnTo>
                  <a:pt x="723335" y="97903"/>
                </a:lnTo>
                <a:lnTo>
                  <a:pt x="723109" y="97646"/>
                </a:lnTo>
                <a:lnTo>
                  <a:pt x="722889" y="97383"/>
                </a:lnTo>
                <a:lnTo>
                  <a:pt x="722677" y="97112"/>
                </a:lnTo>
                <a:lnTo>
                  <a:pt x="722472" y="96835"/>
                </a:lnTo>
                <a:lnTo>
                  <a:pt x="722274" y="96552"/>
                </a:lnTo>
                <a:lnTo>
                  <a:pt x="722084" y="96261"/>
                </a:lnTo>
                <a:lnTo>
                  <a:pt x="721901" y="95964"/>
                </a:lnTo>
                <a:lnTo>
                  <a:pt x="721726" y="95661"/>
                </a:lnTo>
                <a:lnTo>
                  <a:pt x="721558" y="95351"/>
                </a:lnTo>
                <a:lnTo>
                  <a:pt x="721399" y="95034"/>
                </a:lnTo>
                <a:lnTo>
                  <a:pt x="721247" y="94710"/>
                </a:lnTo>
                <a:lnTo>
                  <a:pt x="721103" y="94380"/>
                </a:lnTo>
                <a:lnTo>
                  <a:pt x="720967" y="94042"/>
                </a:lnTo>
                <a:lnTo>
                  <a:pt x="720838" y="93699"/>
                </a:lnTo>
                <a:lnTo>
                  <a:pt x="720717" y="93348"/>
                </a:lnTo>
                <a:lnTo>
                  <a:pt x="720604" y="92991"/>
                </a:lnTo>
                <a:lnTo>
                  <a:pt x="720499" y="92628"/>
                </a:lnTo>
                <a:lnTo>
                  <a:pt x="720402" y="92257"/>
                </a:lnTo>
                <a:lnTo>
                  <a:pt x="720313" y="91880"/>
                </a:lnTo>
                <a:lnTo>
                  <a:pt x="720231" y="91496"/>
                </a:lnTo>
                <a:lnTo>
                  <a:pt x="720157" y="91106"/>
                </a:lnTo>
                <a:lnTo>
                  <a:pt x="720091" y="90709"/>
                </a:lnTo>
                <a:lnTo>
                  <a:pt x="720032" y="90305"/>
                </a:lnTo>
                <a:lnTo>
                  <a:pt x="719982" y="89895"/>
                </a:lnTo>
                <a:lnTo>
                  <a:pt x="719939" y="89478"/>
                </a:lnTo>
                <a:lnTo>
                  <a:pt x="719904" y="89054"/>
                </a:lnTo>
                <a:lnTo>
                  <a:pt x="719876" y="88623"/>
                </a:lnTo>
                <a:lnTo>
                  <a:pt x="719857" y="88186"/>
                </a:lnTo>
                <a:lnTo>
                  <a:pt x="719845" y="87743"/>
                </a:lnTo>
                <a:lnTo>
                  <a:pt x="719841" y="87292"/>
                </a:lnTo>
                <a:lnTo>
                  <a:pt x="719841" y="44687"/>
                </a:lnTo>
                <a:lnTo>
                  <a:pt x="756840" y="44687"/>
                </a:lnTo>
                <a:lnTo>
                  <a:pt x="756840" y="32194"/>
                </a:lnTo>
                <a:lnTo>
                  <a:pt x="719841" y="32194"/>
                </a:lnTo>
                <a:lnTo>
                  <a:pt x="719841" y="6086"/>
                </a:lnTo>
                <a:lnTo>
                  <a:pt x="709911" y="6086"/>
                </a:lnTo>
                <a:lnTo>
                  <a:pt x="704305" y="32194"/>
                </a:lnTo>
                <a:lnTo>
                  <a:pt x="680120" y="32194"/>
                </a:lnTo>
                <a:lnTo>
                  <a:pt x="680120" y="44687"/>
                </a:lnTo>
                <a:lnTo>
                  <a:pt x="703825" y="44687"/>
                </a:lnTo>
                <a:lnTo>
                  <a:pt x="703825" y="88573"/>
                </a:lnTo>
                <a:lnTo>
                  <a:pt x="703839" y="89761"/>
                </a:lnTo>
                <a:lnTo>
                  <a:pt x="703884" y="90920"/>
                </a:lnTo>
                <a:lnTo>
                  <a:pt x="703957" y="92052"/>
                </a:lnTo>
                <a:lnTo>
                  <a:pt x="704060" y="93156"/>
                </a:lnTo>
                <a:lnTo>
                  <a:pt x="704193" y="94232"/>
                </a:lnTo>
                <a:lnTo>
                  <a:pt x="704355" y="95280"/>
                </a:lnTo>
                <a:lnTo>
                  <a:pt x="704547" y="96301"/>
                </a:lnTo>
                <a:lnTo>
                  <a:pt x="704768" y="97294"/>
                </a:lnTo>
                <a:lnTo>
                  <a:pt x="705018" y="98259"/>
                </a:lnTo>
                <a:lnTo>
                  <a:pt x="705298" y="99196"/>
                </a:lnTo>
                <a:lnTo>
                  <a:pt x="705608" y="100105"/>
                </a:lnTo>
                <a:lnTo>
                  <a:pt x="705947" y="100986"/>
                </a:lnTo>
                <a:lnTo>
                  <a:pt x="706315" y="101840"/>
                </a:lnTo>
                <a:lnTo>
                  <a:pt x="706713" y="102666"/>
                </a:lnTo>
                <a:lnTo>
                  <a:pt x="707141" y="103464"/>
                </a:lnTo>
                <a:lnTo>
                  <a:pt x="707597" y="104234"/>
                </a:lnTo>
                <a:lnTo>
                  <a:pt x="708084" y="104977"/>
                </a:lnTo>
                <a:lnTo>
                  <a:pt x="708600" y="105691"/>
                </a:lnTo>
                <a:lnTo>
                  <a:pt x="709145" y="106378"/>
                </a:lnTo>
                <a:lnTo>
                  <a:pt x="709720" y="107037"/>
                </a:lnTo>
                <a:lnTo>
                  <a:pt x="710324" y="107669"/>
                </a:lnTo>
                <a:lnTo>
                  <a:pt x="710958" y="108272"/>
                </a:lnTo>
                <a:lnTo>
                  <a:pt x="711621" y="108848"/>
                </a:lnTo>
                <a:lnTo>
                  <a:pt x="712314" y="109395"/>
                </a:lnTo>
                <a:lnTo>
                  <a:pt x="713031" y="109905"/>
                </a:lnTo>
                <a:lnTo>
                  <a:pt x="713769" y="110393"/>
                </a:lnTo>
                <a:lnTo>
                  <a:pt x="714528" y="110859"/>
                </a:lnTo>
                <a:lnTo>
                  <a:pt x="715308" y="111304"/>
                </a:lnTo>
                <a:lnTo>
                  <a:pt x="716108" y="111727"/>
                </a:lnTo>
                <a:lnTo>
                  <a:pt x="716928" y="112128"/>
                </a:lnTo>
                <a:lnTo>
                  <a:pt x="717770" y="112508"/>
                </a:lnTo>
                <a:lnTo>
                  <a:pt x="718631" y="112866"/>
                </a:lnTo>
                <a:lnTo>
                  <a:pt x="719514" y="113202"/>
                </a:lnTo>
                <a:lnTo>
                  <a:pt x="720417" y="113516"/>
                </a:lnTo>
                <a:lnTo>
                  <a:pt x="721340" y="113809"/>
                </a:lnTo>
                <a:lnTo>
                  <a:pt x="722284" y="114080"/>
                </a:lnTo>
                <a:lnTo>
                  <a:pt x="723249" y="114330"/>
                </a:lnTo>
                <a:lnTo>
                  <a:pt x="724234" y="114557"/>
                </a:lnTo>
                <a:lnTo>
                  <a:pt x="725240" y="114764"/>
                </a:lnTo>
                <a:lnTo>
                  <a:pt x="726266" y="114948"/>
                </a:lnTo>
                <a:lnTo>
                  <a:pt x="727313" y="115111"/>
                </a:lnTo>
                <a:lnTo>
                  <a:pt x="728380" y="115252"/>
                </a:lnTo>
                <a:lnTo>
                  <a:pt x="729469" y="115371"/>
                </a:lnTo>
                <a:lnTo>
                  <a:pt x="730577" y="115468"/>
                </a:lnTo>
                <a:lnTo>
                  <a:pt x="731706" y="115544"/>
                </a:lnTo>
                <a:lnTo>
                  <a:pt x="732856" y="115599"/>
                </a:lnTo>
                <a:lnTo>
                  <a:pt x="734027" y="115631"/>
                </a:lnTo>
                <a:lnTo>
                  <a:pt x="735218" y="115642"/>
                </a:lnTo>
                <a:lnTo>
                  <a:pt x="735712" y="115640"/>
                </a:lnTo>
                <a:lnTo>
                  <a:pt x="736205" y="115633"/>
                </a:lnTo>
                <a:lnTo>
                  <a:pt x="736699" y="115622"/>
                </a:lnTo>
                <a:lnTo>
                  <a:pt x="737193" y="115606"/>
                </a:lnTo>
                <a:close/>
                <a:moveTo>
                  <a:pt x="812837" y="44687"/>
                </a:moveTo>
                <a:lnTo>
                  <a:pt x="812837" y="101707"/>
                </a:lnTo>
                <a:lnTo>
                  <a:pt x="783526" y="101707"/>
                </a:lnTo>
                <a:lnTo>
                  <a:pt x="783526" y="114040"/>
                </a:lnTo>
                <a:lnTo>
                  <a:pt x="812837" y="114040"/>
                </a:lnTo>
                <a:lnTo>
                  <a:pt x="828854" y="114040"/>
                </a:lnTo>
                <a:lnTo>
                  <a:pt x="856563" y="114040"/>
                </a:lnTo>
                <a:lnTo>
                  <a:pt x="856563" y="101707"/>
                </a:lnTo>
                <a:lnTo>
                  <a:pt x="828854" y="101707"/>
                </a:lnTo>
                <a:lnTo>
                  <a:pt x="828854" y="32194"/>
                </a:lnTo>
                <a:lnTo>
                  <a:pt x="783526" y="32194"/>
                </a:lnTo>
                <a:lnTo>
                  <a:pt x="783526" y="44687"/>
                </a:lnTo>
                <a:lnTo>
                  <a:pt x="812837" y="44687"/>
                </a:lnTo>
                <a:close/>
                <a:moveTo>
                  <a:pt x="990217" y="64333"/>
                </a:moveTo>
                <a:lnTo>
                  <a:pt x="990246" y="63792"/>
                </a:lnTo>
                <a:lnTo>
                  <a:pt x="990283" y="63256"/>
                </a:lnTo>
                <a:lnTo>
                  <a:pt x="990329" y="62726"/>
                </a:lnTo>
                <a:lnTo>
                  <a:pt x="990383" y="62202"/>
                </a:lnTo>
                <a:lnTo>
                  <a:pt x="990446" y="61683"/>
                </a:lnTo>
                <a:lnTo>
                  <a:pt x="990517" y="61169"/>
                </a:lnTo>
                <a:lnTo>
                  <a:pt x="990596" y="60662"/>
                </a:lnTo>
                <a:lnTo>
                  <a:pt x="990684" y="60160"/>
                </a:lnTo>
                <a:lnTo>
                  <a:pt x="990780" y="59663"/>
                </a:lnTo>
                <a:lnTo>
                  <a:pt x="990884" y="59172"/>
                </a:lnTo>
                <a:lnTo>
                  <a:pt x="990997" y="58686"/>
                </a:lnTo>
                <a:lnTo>
                  <a:pt x="991118" y="58206"/>
                </a:lnTo>
                <a:lnTo>
                  <a:pt x="991247" y="57732"/>
                </a:lnTo>
                <a:lnTo>
                  <a:pt x="991384" y="57263"/>
                </a:lnTo>
                <a:lnTo>
                  <a:pt x="991530" y="56800"/>
                </a:lnTo>
                <a:lnTo>
                  <a:pt x="991685" y="56342"/>
                </a:lnTo>
                <a:lnTo>
                  <a:pt x="991847" y="55890"/>
                </a:lnTo>
                <a:lnTo>
                  <a:pt x="992018" y="55443"/>
                </a:lnTo>
                <a:lnTo>
                  <a:pt x="992198" y="55002"/>
                </a:lnTo>
                <a:lnTo>
                  <a:pt x="992386" y="54567"/>
                </a:lnTo>
                <a:lnTo>
                  <a:pt x="992582" y="54137"/>
                </a:lnTo>
                <a:lnTo>
                  <a:pt x="992785" y="53701"/>
                </a:lnTo>
                <a:lnTo>
                  <a:pt x="992995" y="53273"/>
                </a:lnTo>
                <a:lnTo>
                  <a:pt x="993212" y="52853"/>
                </a:lnTo>
                <a:lnTo>
                  <a:pt x="993436" y="52442"/>
                </a:lnTo>
                <a:lnTo>
                  <a:pt x="993666" y="52039"/>
                </a:lnTo>
                <a:lnTo>
                  <a:pt x="993903" y="51644"/>
                </a:lnTo>
                <a:lnTo>
                  <a:pt x="994147" y="51258"/>
                </a:lnTo>
                <a:lnTo>
                  <a:pt x="994397" y="50880"/>
                </a:lnTo>
                <a:lnTo>
                  <a:pt x="994654" y="50511"/>
                </a:lnTo>
                <a:lnTo>
                  <a:pt x="994917" y="50150"/>
                </a:lnTo>
                <a:lnTo>
                  <a:pt x="995188" y="49797"/>
                </a:lnTo>
                <a:lnTo>
                  <a:pt x="995465" y="49452"/>
                </a:lnTo>
                <a:lnTo>
                  <a:pt x="995748" y="49116"/>
                </a:lnTo>
                <a:lnTo>
                  <a:pt x="996039" y="48788"/>
                </a:lnTo>
                <a:lnTo>
                  <a:pt x="996336" y="48469"/>
                </a:lnTo>
                <a:lnTo>
                  <a:pt x="996639" y="48157"/>
                </a:lnTo>
                <a:lnTo>
                  <a:pt x="996950" y="47855"/>
                </a:lnTo>
                <a:lnTo>
                  <a:pt x="997267" y="47560"/>
                </a:lnTo>
                <a:lnTo>
                  <a:pt x="997590" y="47274"/>
                </a:lnTo>
                <a:lnTo>
                  <a:pt x="997921" y="46996"/>
                </a:lnTo>
                <a:lnTo>
                  <a:pt x="998258" y="46727"/>
                </a:lnTo>
                <a:lnTo>
                  <a:pt x="998601" y="46466"/>
                </a:lnTo>
                <a:lnTo>
                  <a:pt x="998952" y="46213"/>
                </a:lnTo>
                <a:lnTo>
                  <a:pt x="999309" y="45968"/>
                </a:lnTo>
                <a:lnTo>
                  <a:pt x="999672" y="45720"/>
                </a:lnTo>
                <a:lnTo>
                  <a:pt x="1000041" y="45482"/>
                </a:lnTo>
                <a:lnTo>
                  <a:pt x="1000415" y="45255"/>
                </a:lnTo>
                <a:lnTo>
                  <a:pt x="1000795" y="45039"/>
                </a:lnTo>
                <a:lnTo>
                  <a:pt x="1001180" y="44833"/>
                </a:lnTo>
                <a:lnTo>
                  <a:pt x="1001571" y="44637"/>
                </a:lnTo>
                <a:lnTo>
                  <a:pt x="1001968" y="44452"/>
                </a:lnTo>
                <a:lnTo>
                  <a:pt x="1002370" y="44278"/>
                </a:lnTo>
                <a:lnTo>
                  <a:pt x="1002777" y="44114"/>
                </a:lnTo>
                <a:lnTo>
                  <a:pt x="1003191" y="43961"/>
                </a:lnTo>
                <a:lnTo>
                  <a:pt x="1003609" y="43818"/>
                </a:lnTo>
                <a:lnTo>
                  <a:pt x="1004034" y="43686"/>
                </a:lnTo>
                <a:lnTo>
                  <a:pt x="1004464" y="43565"/>
                </a:lnTo>
                <a:lnTo>
                  <a:pt x="1004899" y="43454"/>
                </a:lnTo>
                <a:lnTo>
                  <a:pt x="1005340" y="43353"/>
                </a:lnTo>
                <a:lnTo>
                  <a:pt x="1005787" y="43263"/>
                </a:lnTo>
                <a:lnTo>
                  <a:pt x="1006239" y="43184"/>
                </a:lnTo>
                <a:lnTo>
                  <a:pt x="1006696" y="43115"/>
                </a:lnTo>
                <a:lnTo>
                  <a:pt x="1007160" y="43057"/>
                </a:lnTo>
                <a:lnTo>
                  <a:pt x="1007629" y="43010"/>
                </a:lnTo>
                <a:lnTo>
                  <a:pt x="1008103" y="42973"/>
                </a:lnTo>
                <a:lnTo>
                  <a:pt x="1008583" y="42946"/>
                </a:lnTo>
                <a:lnTo>
                  <a:pt x="1009068" y="42931"/>
                </a:lnTo>
                <a:lnTo>
                  <a:pt x="1009559" y="42925"/>
                </a:lnTo>
                <a:lnTo>
                  <a:pt x="1010260" y="42934"/>
                </a:lnTo>
                <a:lnTo>
                  <a:pt x="1010948" y="42962"/>
                </a:lnTo>
                <a:lnTo>
                  <a:pt x="1011622" y="43008"/>
                </a:lnTo>
                <a:lnTo>
                  <a:pt x="1012282" y="43072"/>
                </a:lnTo>
                <a:lnTo>
                  <a:pt x="1012930" y="43155"/>
                </a:lnTo>
                <a:lnTo>
                  <a:pt x="1013564" y="43256"/>
                </a:lnTo>
                <a:lnTo>
                  <a:pt x="1014184" y="43375"/>
                </a:lnTo>
                <a:lnTo>
                  <a:pt x="1014792" y="43513"/>
                </a:lnTo>
                <a:lnTo>
                  <a:pt x="1015386" y="43669"/>
                </a:lnTo>
                <a:lnTo>
                  <a:pt x="1015966" y="43843"/>
                </a:lnTo>
                <a:lnTo>
                  <a:pt x="1016533" y="44036"/>
                </a:lnTo>
                <a:lnTo>
                  <a:pt x="1017087" y="44247"/>
                </a:lnTo>
                <a:lnTo>
                  <a:pt x="1017628" y="44476"/>
                </a:lnTo>
                <a:lnTo>
                  <a:pt x="1018155" y="44724"/>
                </a:lnTo>
                <a:lnTo>
                  <a:pt x="1018669" y="44990"/>
                </a:lnTo>
                <a:lnTo>
                  <a:pt x="1019170" y="45274"/>
                </a:lnTo>
                <a:lnTo>
                  <a:pt x="1019657" y="45577"/>
                </a:lnTo>
                <a:lnTo>
                  <a:pt x="1020131" y="45898"/>
                </a:lnTo>
                <a:lnTo>
                  <a:pt x="1020591" y="46238"/>
                </a:lnTo>
                <a:lnTo>
                  <a:pt x="1021038" y="46596"/>
                </a:lnTo>
                <a:lnTo>
                  <a:pt x="1021472" y="46972"/>
                </a:lnTo>
                <a:lnTo>
                  <a:pt x="1021892" y="47367"/>
                </a:lnTo>
                <a:lnTo>
                  <a:pt x="1022300" y="47780"/>
                </a:lnTo>
                <a:lnTo>
                  <a:pt x="1022693" y="48211"/>
                </a:lnTo>
                <a:lnTo>
                  <a:pt x="1023085" y="48662"/>
                </a:lnTo>
                <a:lnTo>
                  <a:pt x="1023461" y="49135"/>
                </a:lnTo>
                <a:lnTo>
                  <a:pt x="1023819" y="49630"/>
                </a:lnTo>
                <a:lnTo>
                  <a:pt x="1024162" y="50146"/>
                </a:lnTo>
                <a:lnTo>
                  <a:pt x="1024487" y="50684"/>
                </a:lnTo>
                <a:lnTo>
                  <a:pt x="1024796" y="51244"/>
                </a:lnTo>
                <a:lnTo>
                  <a:pt x="1025087" y="51825"/>
                </a:lnTo>
                <a:lnTo>
                  <a:pt x="1025363" y="52429"/>
                </a:lnTo>
                <a:lnTo>
                  <a:pt x="1025621" y="53053"/>
                </a:lnTo>
                <a:lnTo>
                  <a:pt x="1025863" y="53700"/>
                </a:lnTo>
                <a:lnTo>
                  <a:pt x="1026089" y="54368"/>
                </a:lnTo>
                <a:lnTo>
                  <a:pt x="1026297" y="55058"/>
                </a:lnTo>
                <a:lnTo>
                  <a:pt x="1026489" y="55770"/>
                </a:lnTo>
                <a:lnTo>
                  <a:pt x="1026664" y="56503"/>
                </a:lnTo>
                <a:lnTo>
                  <a:pt x="1026823" y="57258"/>
                </a:lnTo>
                <a:lnTo>
                  <a:pt x="1026964" y="58035"/>
                </a:lnTo>
                <a:lnTo>
                  <a:pt x="1027090" y="58833"/>
                </a:lnTo>
                <a:lnTo>
                  <a:pt x="1027198" y="59653"/>
                </a:lnTo>
                <a:lnTo>
                  <a:pt x="1027290" y="60495"/>
                </a:lnTo>
                <a:lnTo>
                  <a:pt x="1027365" y="61358"/>
                </a:lnTo>
                <a:lnTo>
                  <a:pt x="1027423" y="62243"/>
                </a:lnTo>
                <a:lnTo>
                  <a:pt x="1027465" y="63150"/>
                </a:lnTo>
                <a:lnTo>
                  <a:pt x="1027490" y="64078"/>
                </a:lnTo>
                <a:lnTo>
                  <a:pt x="1027498" y="65029"/>
                </a:lnTo>
                <a:lnTo>
                  <a:pt x="1027498" y="114040"/>
                </a:lnTo>
                <a:lnTo>
                  <a:pt x="1043515" y="114040"/>
                </a:lnTo>
                <a:lnTo>
                  <a:pt x="1043515" y="60384"/>
                </a:lnTo>
                <a:lnTo>
                  <a:pt x="1043501" y="59168"/>
                </a:lnTo>
                <a:lnTo>
                  <a:pt x="1043460" y="57978"/>
                </a:lnTo>
                <a:lnTo>
                  <a:pt x="1043390" y="56812"/>
                </a:lnTo>
                <a:lnTo>
                  <a:pt x="1043293" y="55672"/>
                </a:lnTo>
                <a:lnTo>
                  <a:pt x="1043168" y="54557"/>
                </a:lnTo>
                <a:lnTo>
                  <a:pt x="1043015" y="53466"/>
                </a:lnTo>
                <a:lnTo>
                  <a:pt x="1042834" y="52401"/>
                </a:lnTo>
                <a:lnTo>
                  <a:pt x="1042625" y="51361"/>
                </a:lnTo>
                <a:lnTo>
                  <a:pt x="1042389" y="50346"/>
                </a:lnTo>
                <a:lnTo>
                  <a:pt x="1042125" y="49355"/>
                </a:lnTo>
                <a:lnTo>
                  <a:pt x="1041833" y="48390"/>
                </a:lnTo>
                <a:lnTo>
                  <a:pt x="1041513" y="47450"/>
                </a:lnTo>
                <a:lnTo>
                  <a:pt x="1041166" y="46535"/>
                </a:lnTo>
                <a:lnTo>
                  <a:pt x="1040790" y="45645"/>
                </a:lnTo>
                <a:lnTo>
                  <a:pt x="1040387" y="44780"/>
                </a:lnTo>
                <a:lnTo>
                  <a:pt x="1039956" y="43940"/>
                </a:lnTo>
                <a:lnTo>
                  <a:pt x="1039497" y="43125"/>
                </a:lnTo>
                <a:lnTo>
                  <a:pt x="1039011" y="42335"/>
                </a:lnTo>
                <a:lnTo>
                  <a:pt x="1038496" y="41570"/>
                </a:lnTo>
                <a:lnTo>
                  <a:pt x="1037954" y="40830"/>
                </a:lnTo>
                <a:lnTo>
                  <a:pt x="1037384" y="40115"/>
                </a:lnTo>
                <a:lnTo>
                  <a:pt x="1036786" y="39425"/>
                </a:lnTo>
                <a:lnTo>
                  <a:pt x="1036160" y="38760"/>
                </a:lnTo>
                <a:lnTo>
                  <a:pt x="1035507" y="38120"/>
                </a:lnTo>
                <a:lnTo>
                  <a:pt x="1034830" y="37506"/>
                </a:lnTo>
                <a:lnTo>
                  <a:pt x="1034134" y="36918"/>
                </a:lnTo>
                <a:lnTo>
                  <a:pt x="1033420" y="36356"/>
                </a:lnTo>
                <a:lnTo>
                  <a:pt x="1032686" y="35820"/>
                </a:lnTo>
                <a:lnTo>
                  <a:pt x="1031934" y="35310"/>
                </a:lnTo>
                <a:lnTo>
                  <a:pt x="1031162" y="34827"/>
                </a:lnTo>
                <a:lnTo>
                  <a:pt x="1030372" y="34369"/>
                </a:lnTo>
                <a:lnTo>
                  <a:pt x="1029563" y="33938"/>
                </a:lnTo>
                <a:lnTo>
                  <a:pt x="1028735" y="33533"/>
                </a:lnTo>
                <a:lnTo>
                  <a:pt x="1027888" y="33154"/>
                </a:lnTo>
                <a:lnTo>
                  <a:pt x="1027022" y="32801"/>
                </a:lnTo>
                <a:lnTo>
                  <a:pt x="1026137" y="32474"/>
                </a:lnTo>
                <a:lnTo>
                  <a:pt x="1025233" y="32174"/>
                </a:lnTo>
                <a:lnTo>
                  <a:pt x="1024311" y="31899"/>
                </a:lnTo>
                <a:lnTo>
                  <a:pt x="1023369" y="31651"/>
                </a:lnTo>
                <a:lnTo>
                  <a:pt x="1022409" y="31429"/>
                </a:lnTo>
                <a:lnTo>
                  <a:pt x="1021429" y="31233"/>
                </a:lnTo>
                <a:lnTo>
                  <a:pt x="1020431" y="31063"/>
                </a:lnTo>
                <a:lnTo>
                  <a:pt x="1019414" y="30919"/>
                </a:lnTo>
                <a:lnTo>
                  <a:pt x="1018378" y="30801"/>
                </a:lnTo>
                <a:lnTo>
                  <a:pt x="1017323" y="30710"/>
                </a:lnTo>
                <a:lnTo>
                  <a:pt x="1016249" y="30645"/>
                </a:lnTo>
                <a:lnTo>
                  <a:pt x="1015156" y="30605"/>
                </a:lnTo>
                <a:lnTo>
                  <a:pt x="1014044" y="30592"/>
                </a:lnTo>
                <a:lnTo>
                  <a:pt x="1013366" y="30598"/>
                </a:lnTo>
                <a:lnTo>
                  <a:pt x="1012693" y="30615"/>
                </a:lnTo>
                <a:lnTo>
                  <a:pt x="1012025" y="30642"/>
                </a:lnTo>
                <a:lnTo>
                  <a:pt x="1011361" y="30681"/>
                </a:lnTo>
                <a:lnTo>
                  <a:pt x="1010703" y="30731"/>
                </a:lnTo>
                <a:lnTo>
                  <a:pt x="1010050" y="30792"/>
                </a:lnTo>
                <a:lnTo>
                  <a:pt x="1009402" y="30865"/>
                </a:lnTo>
                <a:lnTo>
                  <a:pt x="1008759" y="30948"/>
                </a:lnTo>
                <a:lnTo>
                  <a:pt x="1008120" y="31043"/>
                </a:lnTo>
                <a:lnTo>
                  <a:pt x="1007487" y="31148"/>
                </a:lnTo>
                <a:lnTo>
                  <a:pt x="1006859" y="31265"/>
                </a:lnTo>
                <a:lnTo>
                  <a:pt x="1006236" y="31393"/>
                </a:lnTo>
                <a:lnTo>
                  <a:pt x="1005618" y="31532"/>
                </a:lnTo>
                <a:lnTo>
                  <a:pt x="1005005" y="31682"/>
                </a:lnTo>
                <a:lnTo>
                  <a:pt x="1004397" y="31844"/>
                </a:lnTo>
                <a:lnTo>
                  <a:pt x="1003793" y="32016"/>
                </a:lnTo>
                <a:lnTo>
                  <a:pt x="1003195" y="32200"/>
                </a:lnTo>
                <a:lnTo>
                  <a:pt x="1002602" y="32394"/>
                </a:lnTo>
                <a:lnTo>
                  <a:pt x="1002014" y="32600"/>
                </a:lnTo>
                <a:lnTo>
                  <a:pt x="1001431" y="32817"/>
                </a:lnTo>
                <a:lnTo>
                  <a:pt x="1000853" y="33045"/>
                </a:lnTo>
                <a:lnTo>
                  <a:pt x="1000280" y="33284"/>
                </a:lnTo>
                <a:lnTo>
                  <a:pt x="999712" y="33534"/>
                </a:lnTo>
                <a:lnTo>
                  <a:pt x="999149" y="33796"/>
                </a:lnTo>
                <a:lnTo>
                  <a:pt x="998593" y="34069"/>
                </a:lnTo>
                <a:lnTo>
                  <a:pt x="998048" y="34355"/>
                </a:lnTo>
                <a:lnTo>
                  <a:pt x="997514" y="34654"/>
                </a:lnTo>
                <a:lnTo>
                  <a:pt x="996991" y="34966"/>
                </a:lnTo>
                <a:lnTo>
                  <a:pt x="996478" y="35290"/>
                </a:lnTo>
                <a:lnTo>
                  <a:pt x="995975" y="35628"/>
                </a:lnTo>
                <a:lnTo>
                  <a:pt x="995483" y="35978"/>
                </a:lnTo>
                <a:lnTo>
                  <a:pt x="995002" y="36341"/>
                </a:lnTo>
                <a:lnTo>
                  <a:pt x="994531" y="36716"/>
                </a:lnTo>
                <a:lnTo>
                  <a:pt x="994071" y="37105"/>
                </a:lnTo>
                <a:lnTo>
                  <a:pt x="993621" y="37506"/>
                </a:lnTo>
                <a:lnTo>
                  <a:pt x="993182" y="37920"/>
                </a:lnTo>
                <a:lnTo>
                  <a:pt x="992754" y="38347"/>
                </a:lnTo>
                <a:lnTo>
                  <a:pt x="992336" y="38786"/>
                </a:lnTo>
                <a:lnTo>
                  <a:pt x="991928" y="39239"/>
                </a:lnTo>
                <a:lnTo>
                  <a:pt x="991532" y="39704"/>
                </a:lnTo>
                <a:lnTo>
                  <a:pt x="991145" y="40182"/>
                </a:lnTo>
                <a:lnTo>
                  <a:pt x="990770" y="40673"/>
                </a:lnTo>
                <a:lnTo>
                  <a:pt x="990405" y="41176"/>
                </a:lnTo>
                <a:lnTo>
                  <a:pt x="990050" y="41693"/>
                </a:lnTo>
                <a:lnTo>
                  <a:pt x="989706" y="42222"/>
                </a:lnTo>
                <a:lnTo>
                  <a:pt x="989373" y="42764"/>
                </a:lnTo>
                <a:lnTo>
                  <a:pt x="989050" y="43319"/>
                </a:lnTo>
                <a:lnTo>
                  <a:pt x="988737" y="43886"/>
                </a:lnTo>
                <a:lnTo>
                  <a:pt x="987136" y="32194"/>
                </a:lnTo>
                <a:lnTo>
                  <a:pt x="974162" y="32194"/>
                </a:lnTo>
                <a:lnTo>
                  <a:pt x="974162" y="114040"/>
                </a:lnTo>
                <a:lnTo>
                  <a:pt x="990179" y="114040"/>
                </a:lnTo>
                <a:lnTo>
                  <a:pt x="990179" y="65990"/>
                </a:lnTo>
                <a:lnTo>
                  <a:pt x="990183" y="65432"/>
                </a:lnTo>
                <a:lnTo>
                  <a:pt x="990196" y="64880"/>
                </a:lnTo>
                <a:lnTo>
                  <a:pt x="990217" y="64333"/>
                </a:lnTo>
                <a:close/>
                <a:moveTo>
                  <a:pt x="627798" y="115535"/>
                </a:moveTo>
                <a:lnTo>
                  <a:pt x="628577" y="115475"/>
                </a:lnTo>
                <a:lnTo>
                  <a:pt x="629349" y="115402"/>
                </a:lnTo>
                <a:lnTo>
                  <a:pt x="630112" y="115315"/>
                </a:lnTo>
                <a:lnTo>
                  <a:pt x="630868" y="115215"/>
                </a:lnTo>
                <a:lnTo>
                  <a:pt x="631616" y="115101"/>
                </a:lnTo>
                <a:lnTo>
                  <a:pt x="632356" y="114975"/>
                </a:lnTo>
                <a:lnTo>
                  <a:pt x="633089" y="114834"/>
                </a:lnTo>
                <a:lnTo>
                  <a:pt x="633813" y="114681"/>
                </a:lnTo>
                <a:lnTo>
                  <a:pt x="634530" y="114514"/>
                </a:lnTo>
                <a:lnTo>
                  <a:pt x="635239" y="114334"/>
                </a:lnTo>
                <a:lnTo>
                  <a:pt x="635940" y="114140"/>
                </a:lnTo>
                <a:lnTo>
                  <a:pt x="636634" y="113933"/>
                </a:lnTo>
                <a:lnTo>
                  <a:pt x="637320" y="113713"/>
                </a:lnTo>
                <a:lnTo>
                  <a:pt x="637998" y="113480"/>
                </a:lnTo>
                <a:lnTo>
                  <a:pt x="638668" y="113233"/>
                </a:lnTo>
                <a:lnTo>
                  <a:pt x="639330" y="112972"/>
                </a:lnTo>
                <a:lnTo>
                  <a:pt x="639985" y="112699"/>
                </a:lnTo>
                <a:lnTo>
                  <a:pt x="640632" y="112412"/>
                </a:lnTo>
                <a:lnTo>
                  <a:pt x="641271" y="112112"/>
                </a:lnTo>
                <a:lnTo>
                  <a:pt x="641902" y="111798"/>
                </a:lnTo>
                <a:lnTo>
                  <a:pt x="642537" y="111458"/>
                </a:lnTo>
                <a:lnTo>
                  <a:pt x="643160" y="111106"/>
                </a:lnTo>
                <a:lnTo>
                  <a:pt x="643771" y="110742"/>
                </a:lnTo>
                <a:lnTo>
                  <a:pt x="644371" y="110365"/>
                </a:lnTo>
                <a:lnTo>
                  <a:pt x="644959" y="109976"/>
                </a:lnTo>
                <a:lnTo>
                  <a:pt x="645536" y="109576"/>
                </a:lnTo>
                <a:lnTo>
                  <a:pt x="646100" y="109162"/>
                </a:lnTo>
                <a:lnTo>
                  <a:pt x="646653" y="108737"/>
                </a:lnTo>
                <a:lnTo>
                  <a:pt x="647195" y="108299"/>
                </a:lnTo>
                <a:lnTo>
                  <a:pt x="647725" y="107849"/>
                </a:lnTo>
                <a:lnTo>
                  <a:pt x="648243" y="107387"/>
                </a:lnTo>
                <a:lnTo>
                  <a:pt x="648749" y="106913"/>
                </a:lnTo>
                <a:lnTo>
                  <a:pt x="649244" y="106426"/>
                </a:lnTo>
                <a:lnTo>
                  <a:pt x="649727" y="105927"/>
                </a:lnTo>
                <a:lnTo>
                  <a:pt x="650198" y="105416"/>
                </a:lnTo>
                <a:lnTo>
                  <a:pt x="650658" y="104893"/>
                </a:lnTo>
                <a:lnTo>
                  <a:pt x="651106" y="104357"/>
                </a:lnTo>
                <a:lnTo>
                  <a:pt x="651542" y="103809"/>
                </a:lnTo>
                <a:lnTo>
                  <a:pt x="651967" y="103249"/>
                </a:lnTo>
                <a:lnTo>
                  <a:pt x="652380" y="102677"/>
                </a:lnTo>
                <a:lnTo>
                  <a:pt x="652781" y="102093"/>
                </a:lnTo>
                <a:lnTo>
                  <a:pt x="653170" y="101496"/>
                </a:lnTo>
                <a:lnTo>
                  <a:pt x="653548" y="100887"/>
                </a:lnTo>
                <a:lnTo>
                  <a:pt x="653914" y="100266"/>
                </a:lnTo>
                <a:lnTo>
                  <a:pt x="654280" y="99633"/>
                </a:lnTo>
                <a:lnTo>
                  <a:pt x="654631" y="98989"/>
                </a:lnTo>
                <a:lnTo>
                  <a:pt x="654966" y="98334"/>
                </a:lnTo>
                <a:lnTo>
                  <a:pt x="655285" y="97667"/>
                </a:lnTo>
                <a:lnTo>
                  <a:pt x="655588" y="96990"/>
                </a:lnTo>
                <a:lnTo>
                  <a:pt x="655877" y="96302"/>
                </a:lnTo>
                <a:lnTo>
                  <a:pt x="656149" y="95602"/>
                </a:lnTo>
                <a:lnTo>
                  <a:pt x="656406" y="94891"/>
                </a:lnTo>
                <a:lnTo>
                  <a:pt x="656647" y="94169"/>
                </a:lnTo>
                <a:lnTo>
                  <a:pt x="656873" y="93436"/>
                </a:lnTo>
                <a:lnTo>
                  <a:pt x="657083" y="92692"/>
                </a:lnTo>
                <a:lnTo>
                  <a:pt x="657278" y="91937"/>
                </a:lnTo>
                <a:lnTo>
                  <a:pt x="657457" y="91171"/>
                </a:lnTo>
                <a:lnTo>
                  <a:pt x="657621" y="90393"/>
                </a:lnTo>
                <a:lnTo>
                  <a:pt x="657769" y="89604"/>
                </a:lnTo>
                <a:lnTo>
                  <a:pt x="657901" y="88805"/>
                </a:lnTo>
                <a:lnTo>
                  <a:pt x="658018" y="87994"/>
                </a:lnTo>
                <a:lnTo>
                  <a:pt x="658119" y="87172"/>
                </a:lnTo>
                <a:lnTo>
                  <a:pt x="658205" y="86339"/>
                </a:lnTo>
                <a:lnTo>
                  <a:pt x="658275" y="85495"/>
                </a:lnTo>
                <a:lnTo>
                  <a:pt x="658329" y="84639"/>
                </a:lnTo>
                <a:lnTo>
                  <a:pt x="658368" y="83773"/>
                </a:lnTo>
                <a:lnTo>
                  <a:pt x="658391" y="82895"/>
                </a:lnTo>
                <a:lnTo>
                  <a:pt x="658399" y="82006"/>
                </a:lnTo>
                <a:lnTo>
                  <a:pt x="644144" y="82006"/>
                </a:lnTo>
                <a:lnTo>
                  <a:pt x="644140" y="82655"/>
                </a:lnTo>
                <a:lnTo>
                  <a:pt x="644126" y="83294"/>
                </a:lnTo>
                <a:lnTo>
                  <a:pt x="644104" y="83923"/>
                </a:lnTo>
                <a:lnTo>
                  <a:pt x="644073" y="84542"/>
                </a:lnTo>
                <a:lnTo>
                  <a:pt x="644033" y="85151"/>
                </a:lnTo>
                <a:lnTo>
                  <a:pt x="643984" y="85750"/>
                </a:lnTo>
                <a:lnTo>
                  <a:pt x="643926" y="86339"/>
                </a:lnTo>
                <a:lnTo>
                  <a:pt x="643859" y="86918"/>
                </a:lnTo>
                <a:lnTo>
                  <a:pt x="643784" y="87487"/>
                </a:lnTo>
                <a:lnTo>
                  <a:pt x="643699" y="88046"/>
                </a:lnTo>
                <a:lnTo>
                  <a:pt x="643606" y="88595"/>
                </a:lnTo>
                <a:lnTo>
                  <a:pt x="643504" y="89134"/>
                </a:lnTo>
                <a:lnTo>
                  <a:pt x="643392" y="89663"/>
                </a:lnTo>
                <a:lnTo>
                  <a:pt x="643272" y="90182"/>
                </a:lnTo>
                <a:lnTo>
                  <a:pt x="643143" y="90691"/>
                </a:lnTo>
                <a:lnTo>
                  <a:pt x="643005" y="91189"/>
                </a:lnTo>
                <a:lnTo>
                  <a:pt x="642858" y="91678"/>
                </a:lnTo>
                <a:lnTo>
                  <a:pt x="642703" y="92157"/>
                </a:lnTo>
                <a:lnTo>
                  <a:pt x="642538" y="92626"/>
                </a:lnTo>
                <a:lnTo>
                  <a:pt x="642365" y="93085"/>
                </a:lnTo>
                <a:lnTo>
                  <a:pt x="642182" y="93534"/>
                </a:lnTo>
                <a:lnTo>
                  <a:pt x="641991" y="93972"/>
                </a:lnTo>
                <a:lnTo>
                  <a:pt x="641791" y="94401"/>
                </a:lnTo>
                <a:lnTo>
                  <a:pt x="641581" y="94820"/>
                </a:lnTo>
                <a:lnTo>
                  <a:pt x="641378" y="95216"/>
                </a:lnTo>
                <a:lnTo>
                  <a:pt x="641167" y="95604"/>
                </a:lnTo>
                <a:lnTo>
                  <a:pt x="640948" y="95984"/>
                </a:lnTo>
                <a:lnTo>
                  <a:pt x="640723" y="96355"/>
                </a:lnTo>
                <a:lnTo>
                  <a:pt x="640490" y="96718"/>
                </a:lnTo>
                <a:lnTo>
                  <a:pt x="640250" y="97072"/>
                </a:lnTo>
                <a:lnTo>
                  <a:pt x="640003" y="97419"/>
                </a:lnTo>
                <a:lnTo>
                  <a:pt x="639748" y="97756"/>
                </a:lnTo>
                <a:lnTo>
                  <a:pt x="639487" y="98086"/>
                </a:lnTo>
                <a:lnTo>
                  <a:pt x="639218" y="98407"/>
                </a:lnTo>
                <a:lnTo>
                  <a:pt x="638942" y="98720"/>
                </a:lnTo>
                <a:lnTo>
                  <a:pt x="638658" y="99024"/>
                </a:lnTo>
                <a:lnTo>
                  <a:pt x="638368" y="99321"/>
                </a:lnTo>
                <a:lnTo>
                  <a:pt x="638070" y="99608"/>
                </a:lnTo>
                <a:lnTo>
                  <a:pt x="637765" y="99888"/>
                </a:lnTo>
                <a:lnTo>
                  <a:pt x="637453" y="100159"/>
                </a:lnTo>
                <a:lnTo>
                  <a:pt x="637133" y="100422"/>
                </a:lnTo>
                <a:lnTo>
                  <a:pt x="636806" y="100676"/>
                </a:lnTo>
                <a:lnTo>
                  <a:pt x="636472" y="100922"/>
                </a:lnTo>
                <a:lnTo>
                  <a:pt x="636131" y="101160"/>
                </a:lnTo>
                <a:lnTo>
                  <a:pt x="635783" y="101389"/>
                </a:lnTo>
                <a:lnTo>
                  <a:pt x="635427" y="101610"/>
                </a:lnTo>
                <a:lnTo>
                  <a:pt x="635064" y="101823"/>
                </a:lnTo>
                <a:lnTo>
                  <a:pt x="634694" y="102028"/>
                </a:lnTo>
                <a:lnTo>
                  <a:pt x="634331" y="102211"/>
                </a:lnTo>
                <a:lnTo>
                  <a:pt x="633963" y="102386"/>
                </a:lnTo>
                <a:lnTo>
                  <a:pt x="633591" y="102553"/>
                </a:lnTo>
                <a:lnTo>
                  <a:pt x="633213" y="102713"/>
                </a:lnTo>
                <a:lnTo>
                  <a:pt x="632830" y="102865"/>
                </a:lnTo>
                <a:lnTo>
                  <a:pt x="632442" y="103009"/>
                </a:lnTo>
                <a:lnTo>
                  <a:pt x="632049" y="103145"/>
                </a:lnTo>
                <a:lnTo>
                  <a:pt x="631651" y="103273"/>
                </a:lnTo>
                <a:lnTo>
                  <a:pt x="631248" y="103394"/>
                </a:lnTo>
                <a:lnTo>
                  <a:pt x="630840" y="103507"/>
                </a:lnTo>
                <a:lnTo>
                  <a:pt x="630427" y="103612"/>
                </a:lnTo>
                <a:lnTo>
                  <a:pt x="630009" y="103709"/>
                </a:lnTo>
                <a:lnTo>
                  <a:pt x="629586" y="103799"/>
                </a:lnTo>
                <a:lnTo>
                  <a:pt x="629158" y="103881"/>
                </a:lnTo>
                <a:lnTo>
                  <a:pt x="628725" y="103955"/>
                </a:lnTo>
                <a:lnTo>
                  <a:pt x="628287" y="104021"/>
                </a:lnTo>
                <a:lnTo>
                  <a:pt x="627844" y="104079"/>
                </a:lnTo>
                <a:lnTo>
                  <a:pt x="627396" y="104130"/>
                </a:lnTo>
                <a:lnTo>
                  <a:pt x="626944" y="104173"/>
                </a:lnTo>
                <a:lnTo>
                  <a:pt x="626486" y="104208"/>
                </a:lnTo>
                <a:lnTo>
                  <a:pt x="626023" y="104235"/>
                </a:lnTo>
                <a:lnTo>
                  <a:pt x="625555" y="104254"/>
                </a:lnTo>
                <a:lnTo>
                  <a:pt x="625082" y="104266"/>
                </a:lnTo>
                <a:lnTo>
                  <a:pt x="624604" y="104270"/>
                </a:lnTo>
                <a:lnTo>
                  <a:pt x="623822" y="104259"/>
                </a:lnTo>
                <a:lnTo>
                  <a:pt x="623053" y="104224"/>
                </a:lnTo>
                <a:lnTo>
                  <a:pt x="622296" y="104167"/>
                </a:lnTo>
                <a:lnTo>
                  <a:pt x="621551" y="104088"/>
                </a:lnTo>
                <a:lnTo>
                  <a:pt x="620819" y="103985"/>
                </a:lnTo>
                <a:lnTo>
                  <a:pt x="620099" y="103860"/>
                </a:lnTo>
                <a:lnTo>
                  <a:pt x="619391" y="103711"/>
                </a:lnTo>
                <a:lnTo>
                  <a:pt x="618695" y="103540"/>
                </a:lnTo>
                <a:lnTo>
                  <a:pt x="618012" y="103346"/>
                </a:lnTo>
                <a:lnTo>
                  <a:pt x="617340" y="103130"/>
                </a:lnTo>
                <a:lnTo>
                  <a:pt x="616681" y="102890"/>
                </a:lnTo>
                <a:lnTo>
                  <a:pt x="616035" y="102628"/>
                </a:lnTo>
                <a:lnTo>
                  <a:pt x="615400" y="102343"/>
                </a:lnTo>
                <a:lnTo>
                  <a:pt x="614778" y="102035"/>
                </a:lnTo>
                <a:lnTo>
                  <a:pt x="614168" y="101705"/>
                </a:lnTo>
                <a:lnTo>
                  <a:pt x="613570" y="101351"/>
                </a:lnTo>
                <a:lnTo>
                  <a:pt x="612984" y="100975"/>
                </a:lnTo>
                <a:lnTo>
                  <a:pt x="612411" y="100576"/>
                </a:lnTo>
                <a:lnTo>
                  <a:pt x="611850" y="100154"/>
                </a:lnTo>
                <a:lnTo>
                  <a:pt x="611301" y="99710"/>
                </a:lnTo>
                <a:lnTo>
                  <a:pt x="610764" y="99242"/>
                </a:lnTo>
                <a:lnTo>
                  <a:pt x="610240" y="98752"/>
                </a:lnTo>
                <a:lnTo>
                  <a:pt x="609727" y="98239"/>
                </a:lnTo>
                <a:lnTo>
                  <a:pt x="609227" y="97703"/>
                </a:lnTo>
                <a:lnTo>
                  <a:pt x="608757" y="97145"/>
                </a:lnTo>
                <a:lnTo>
                  <a:pt x="608306" y="96566"/>
                </a:lnTo>
                <a:lnTo>
                  <a:pt x="607876" y="95966"/>
                </a:lnTo>
                <a:lnTo>
                  <a:pt x="607466" y="95345"/>
                </a:lnTo>
                <a:lnTo>
                  <a:pt x="607075" y="94703"/>
                </a:lnTo>
                <a:lnTo>
                  <a:pt x="606705" y="94039"/>
                </a:lnTo>
                <a:lnTo>
                  <a:pt x="606354" y="93355"/>
                </a:lnTo>
                <a:lnTo>
                  <a:pt x="606024" y="92649"/>
                </a:lnTo>
                <a:lnTo>
                  <a:pt x="605714" y="91922"/>
                </a:lnTo>
                <a:lnTo>
                  <a:pt x="605423" y="91174"/>
                </a:lnTo>
                <a:lnTo>
                  <a:pt x="605153" y="90405"/>
                </a:lnTo>
                <a:lnTo>
                  <a:pt x="604903" y="89614"/>
                </a:lnTo>
                <a:lnTo>
                  <a:pt x="604673" y="88803"/>
                </a:lnTo>
                <a:lnTo>
                  <a:pt x="604462" y="87971"/>
                </a:lnTo>
                <a:lnTo>
                  <a:pt x="604272" y="87117"/>
                </a:lnTo>
                <a:lnTo>
                  <a:pt x="604102" y="86242"/>
                </a:lnTo>
                <a:lnTo>
                  <a:pt x="603952" y="85346"/>
                </a:lnTo>
                <a:lnTo>
                  <a:pt x="603822" y="84429"/>
                </a:lnTo>
                <a:lnTo>
                  <a:pt x="603712" y="83491"/>
                </a:lnTo>
                <a:lnTo>
                  <a:pt x="603621" y="82531"/>
                </a:lnTo>
                <a:lnTo>
                  <a:pt x="603551" y="81551"/>
                </a:lnTo>
                <a:lnTo>
                  <a:pt x="603501" y="80549"/>
                </a:lnTo>
                <a:lnTo>
                  <a:pt x="603471" y="79527"/>
                </a:lnTo>
                <a:lnTo>
                  <a:pt x="603461" y="78483"/>
                </a:lnTo>
                <a:lnTo>
                  <a:pt x="603461" y="67751"/>
                </a:lnTo>
                <a:lnTo>
                  <a:pt x="603472" y="66669"/>
                </a:lnTo>
                <a:lnTo>
                  <a:pt x="603502" y="65610"/>
                </a:lnTo>
                <a:lnTo>
                  <a:pt x="603554" y="64576"/>
                </a:lnTo>
                <a:lnTo>
                  <a:pt x="603626" y="63565"/>
                </a:lnTo>
                <a:lnTo>
                  <a:pt x="603718" y="62578"/>
                </a:lnTo>
                <a:lnTo>
                  <a:pt x="603832" y="61615"/>
                </a:lnTo>
                <a:lnTo>
                  <a:pt x="603965" y="60676"/>
                </a:lnTo>
                <a:lnTo>
                  <a:pt x="604120" y="59761"/>
                </a:lnTo>
                <a:lnTo>
                  <a:pt x="604295" y="58870"/>
                </a:lnTo>
                <a:lnTo>
                  <a:pt x="604490" y="58002"/>
                </a:lnTo>
                <a:lnTo>
                  <a:pt x="604706" y="57159"/>
                </a:lnTo>
                <a:lnTo>
                  <a:pt x="604943" y="56339"/>
                </a:lnTo>
                <a:lnTo>
                  <a:pt x="605200" y="55544"/>
                </a:lnTo>
                <a:lnTo>
                  <a:pt x="605478" y="54772"/>
                </a:lnTo>
                <a:lnTo>
                  <a:pt x="605776" y="54024"/>
                </a:lnTo>
                <a:lnTo>
                  <a:pt x="606095" y="53301"/>
                </a:lnTo>
                <a:lnTo>
                  <a:pt x="606435" y="52601"/>
                </a:lnTo>
                <a:lnTo>
                  <a:pt x="606795" y="51925"/>
                </a:lnTo>
                <a:lnTo>
                  <a:pt x="607175" y="51273"/>
                </a:lnTo>
                <a:lnTo>
                  <a:pt x="607577" y="50645"/>
                </a:lnTo>
                <a:lnTo>
                  <a:pt x="607999" y="50040"/>
                </a:lnTo>
                <a:lnTo>
                  <a:pt x="608441" y="49460"/>
                </a:lnTo>
                <a:lnTo>
                  <a:pt x="608904" y="48904"/>
                </a:lnTo>
                <a:lnTo>
                  <a:pt x="609388" y="48371"/>
                </a:lnTo>
                <a:lnTo>
                  <a:pt x="609899" y="47848"/>
                </a:lnTo>
                <a:lnTo>
                  <a:pt x="610420" y="47348"/>
                </a:lnTo>
                <a:lnTo>
                  <a:pt x="610949" y="46869"/>
                </a:lnTo>
                <a:lnTo>
                  <a:pt x="611488" y="46413"/>
                </a:lnTo>
                <a:lnTo>
                  <a:pt x="612035" y="45980"/>
                </a:lnTo>
                <a:lnTo>
                  <a:pt x="612591" y="45568"/>
                </a:lnTo>
                <a:lnTo>
                  <a:pt x="613156" y="45179"/>
                </a:lnTo>
                <a:lnTo>
                  <a:pt x="613730" y="44812"/>
                </a:lnTo>
                <a:lnTo>
                  <a:pt x="614313" y="44467"/>
                </a:lnTo>
                <a:lnTo>
                  <a:pt x="614904" y="44144"/>
                </a:lnTo>
                <a:lnTo>
                  <a:pt x="615505" y="43844"/>
                </a:lnTo>
                <a:lnTo>
                  <a:pt x="616115" y="43566"/>
                </a:lnTo>
                <a:lnTo>
                  <a:pt x="616733" y="43310"/>
                </a:lnTo>
                <a:lnTo>
                  <a:pt x="617360" y="43077"/>
                </a:lnTo>
                <a:lnTo>
                  <a:pt x="617997" y="42865"/>
                </a:lnTo>
                <a:lnTo>
                  <a:pt x="618642" y="42676"/>
                </a:lnTo>
                <a:lnTo>
                  <a:pt x="619296" y="42509"/>
                </a:lnTo>
                <a:lnTo>
                  <a:pt x="619959" y="42365"/>
                </a:lnTo>
                <a:lnTo>
                  <a:pt x="620631" y="42242"/>
                </a:lnTo>
                <a:lnTo>
                  <a:pt x="621311" y="42142"/>
                </a:lnTo>
                <a:lnTo>
                  <a:pt x="622001" y="42064"/>
                </a:lnTo>
                <a:lnTo>
                  <a:pt x="622699" y="42009"/>
                </a:lnTo>
                <a:lnTo>
                  <a:pt x="623407" y="41975"/>
                </a:lnTo>
                <a:lnTo>
                  <a:pt x="624123" y="41964"/>
                </a:lnTo>
                <a:lnTo>
                  <a:pt x="624614" y="41968"/>
                </a:lnTo>
                <a:lnTo>
                  <a:pt x="625100" y="41981"/>
                </a:lnTo>
                <a:lnTo>
                  <a:pt x="625580" y="42002"/>
                </a:lnTo>
                <a:lnTo>
                  <a:pt x="626054" y="42031"/>
                </a:lnTo>
                <a:lnTo>
                  <a:pt x="626523" y="42069"/>
                </a:lnTo>
                <a:lnTo>
                  <a:pt x="626986" y="42114"/>
                </a:lnTo>
                <a:lnTo>
                  <a:pt x="627444" y="42169"/>
                </a:lnTo>
                <a:lnTo>
                  <a:pt x="627896" y="42231"/>
                </a:lnTo>
                <a:lnTo>
                  <a:pt x="628343" y="42302"/>
                </a:lnTo>
                <a:lnTo>
                  <a:pt x="628784" y="42381"/>
                </a:lnTo>
                <a:lnTo>
                  <a:pt x="629219" y="42469"/>
                </a:lnTo>
                <a:lnTo>
                  <a:pt x="629649" y="42565"/>
                </a:lnTo>
                <a:lnTo>
                  <a:pt x="630073" y="42669"/>
                </a:lnTo>
                <a:lnTo>
                  <a:pt x="630492" y="42782"/>
                </a:lnTo>
                <a:lnTo>
                  <a:pt x="630905" y="42903"/>
                </a:lnTo>
                <a:lnTo>
                  <a:pt x="631313" y="43032"/>
                </a:lnTo>
                <a:lnTo>
                  <a:pt x="631715" y="43170"/>
                </a:lnTo>
                <a:lnTo>
                  <a:pt x="632111" y="43316"/>
                </a:lnTo>
                <a:lnTo>
                  <a:pt x="632502" y="43470"/>
                </a:lnTo>
                <a:lnTo>
                  <a:pt x="632888" y="43633"/>
                </a:lnTo>
                <a:lnTo>
                  <a:pt x="633268" y="43804"/>
                </a:lnTo>
                <a:lnTo>
                  <a:pt x="633642" y="43983"/>
                </a:lnTo>
                <a:lnTo>
                  <a:pt x="634011" y="44171"/>
                </a:lnTo>
                <a:lnTo>
                  <a:pt x="634374" y="44367"/>
                </a:lnTo>
                <a:lnTo>
                  <a:pt x="634744" y="44558"/>
                </a:lnTo>
                <a:lnTo>
                  <a:pt x="635108" y="44759"/>
                </a:lnTo>
                <a:lnTo>
                  <a:pt x="635465" y="44970"/>
                </a:lnTo>
                <a:lnTo>
                  <a:pt x="635815" y="45190"/>
                </a:lnTo>
                <a:lnTo>
                  <a:pt x="636159" y="45419"/>
                </a:lnTo>
                <a:lnTo>
                  <a:pt x="636496" y="45658"/>
                </a:lnTo>
                <a:lnTo>
                  <a:pt x="636826" y="45906"/>
                </a:lnTo>
                <a:lnTo>
                  <a:pt x="637150" y="46164"/>
                </a:lnTo>
                <a:lnTo>
                  <a:pt x="637467" y="46431"/>
                </a:lnTo>
                <a:lnTo>
                  <a:pt x="637777" y="46708"/>
                </a:lnTo>
                <a:lnTo>
                  <a:pt x="638081" y="46994"/>
                </a:lnTo>
                <a:lnTo>
                  <a:pt x="638378" y="47290"/>
                </a:lnTo>
                <a:lnTo>
                  <a:pt x="638668" y="47595"/>
                </a:lnTo>
                <a:lnTo>
                  <a:pt x="638952" y="47909"/>
                </a:lnTo>
                <a:lnTo>
                  <a:pt x="639229" y="48233"/>
                </a:lnTo>
                <a:lnTo>
                  <a:pt x="639499" y="48567"/>
                </a:lnTo>
                <a:lnTo>
                  <a:pt x="639763" y="48910"/>
                </a:lnTo>
                <a:lnTo>
                  <a:pt x="640020" y="49262"/>
                </a:lnTo>
                <a:lnTo>
                  <a:pt x="640270" y="49624"/>
                </a:lnTo>
                <a:lnTo>
                  <a:pt x="640514" y="49995"/>
                </a:lnTo>
                <a:lnTo>
                  <a:pt x="640751" y="50376"/>
                </a:lnTo>
                <a:lnTo>
                  <a:pt x="640981" y="50766"/>
                </a:lnTo>
                <a:lnTo>
                  <a:pt x="641204" y="51165"/>
                </a:lnTo>
                <a:lnTo>
                  <a:pt x="641421" y="51574"/>
                </a:lnTo>
                <a:lnTo>
                  <a:pt x="641630" y="51980"/>
                </a:lnTo>
                <a:lnTo>
                  <a:pt x="641831" y="52396"/>
                </a:lnTo>
                <a:lnTo>
                  <a:pt x="642022" y="52823"/>
                </a:lnTo>
                <a:lnTo>
                  <a:pt x="642204" y="53261"/>
                </a:lnTo>
                <a:lnTo>
                  <a:pt x="642378" y="53709"/>
                </a:lnTo>
                <a:lnTo>
                  <a:pt x="642542" y="54167"/>
                </a:lnTo>
                <a:lnTo>
                  <a:pt x="642698" y="54636"/>
                </a:lnTo>
                <a:lnTo>
                  <a:pt x="642845" y="55116"/>
                </a:lnTo>
                <a:lnTo>
                  <a:pt x="642983" y="55606"/>
                </a:lnTo>
                <a:lnTo>
                  <a:pt x="643112" y="56107"/>
                </a:lnTo>
                <a:lnTo>
                  <a:pt x="643232" y="56618"/>
                </a:lnTo>
                <a:lnTo>
                  <a:pt x="643343" y="57140"/>
                </a:lnTo>
                <a:lnTo>
                  <a:pt x="643446" y="57673"/>
                </a:lnTo>
                <a:lnTo>
                  <a:pt x="643539" y="58216"/>
                </a:lnTo>
                <a:lnTo>
                  <a:pt x="643624" y="58769"/>
                </a:lnTo>
                <a:lnTo>
                  <a:pt x="643699" y="59334"/>
                </a:lnTo>
                <a:lnTo>
                  <a:pt x="643766" y="59908"/>
                </a:lnTo>
                <a:lnTo>
                  <a:pt x="643824" y="60494"/>
                </a:lnTo>
                <a:lnTo>
                  <a:pt x="643873" y="61090"/>
                </a:lnTo>
                <a:lnTo>
                  <a:pt x="643913" y="61696"/>
                </a:lnTo>
                <a:lnTo>
                  <a:pt x="643944" y="62313"/>
                </a:lnTo>
                <a:lnTo>
                  <a:pt x="643966" y="62941"/>
                </a:lnTo>
                <a:lnTo>
                  <a:pt x="643980" y="63579"/>
                </a:lnTo>
                <a:lnTo>
                  <a:pt x="643984" y="64228"/>
                </a:lnTo>
                <a:lnTo>
                  <a:pt x="658399" y="64228"/>
                </a:lnTo>
                <a:lnTo>
                  <a:pt x="658392" y="63352"/>
                </a:lnTo>
                <a:lnTo>
                  <a:pt x="658369" y="62488"/>
                </a:lnTo>
                <a:lnTo>
                  <a:pt x="658332" y="61635"/>
                </a:lnTo>
                <a:lnTo>
                  <a:pt x="658279" y="60793"/>
                </a:lnTo>
                <a:lnTo>
                  <a:pt x="658212" y="59962"/>
                </a:lnTo>
                <a:lnTo>
                  <a:pt x="658129" y="59142"/>
                </a:lnTo>
                <a:lnTo>
                  <a:pt x="658031" y="58334"/>
                </a:lnTo>
                <a:lnTo>
                  <a:pt x="657919" y="57536"/>
                </a:lnTo>
                <a:lnTo>
                  <a:pt x="657791" y="56750"/>
                </a:lnTo>
                <a:lnTo>
                  <a:pt x="657648" y="55975"/>
                </a:lnTo>
                <a:lnTo>
                  <a:pt x="657491" y="55210"/>
                </a:lnTo>
                <a:lnTo>
                  <a:pt x="657318" y="54457"/>
                </a:lnTo>
                <a:lnTo>
                  <a:pt x="657130" y="53716"/>
                </a:lnTo>
                <a:lnTo>
                  <a:pt x="656928" y="52985"/>
                </a:lnTo>
                <a:lnTo>
                  <a:pt x="656710" y="52265"/>
                </a:lnTo>
                <a:lnTo>
                  <a:pt x="656477" y="51557"/>
                </a:lnTo>
                <a:lnTo>
                  <a:pt x="656229" y="50859"/>
                </a:lnTo>
                <a:lnTo>
                  <a:pt x="655967" y="50173"/>
                </a:lnTo>
                <a:lnTo>
                  <a:pt x="655689" y="49498"/>
                </a:lnTo>
                <a:lnTo>
                  <a:pt x="655396" y="48834"/>
                </a:lnTo>
                <a:lnTo>
                  <a:pt x="655088" y="48181"/>
                </a:lnTo>
                <a:lnTo>
                  <a:pt x="654765" y="47539"/>
                </a:lnTo>
                <a:lnTo>
                  <a:pt x="654428" y="46908"/>
                </a:lnTo>
                <a:lnTo>
                  <a:pt x="654075" y="46289"/>
                </a:lnTo>
                <a:lnTo>
                  <a:pt x="653709" y="45668"/>
                </a:lnTo>
                <a:lnTo>
                  <a:pt x="653332" y="45059"/>
                </a:lnTo>
                <a:lnTo>
                  <a:pt x="652943" y="44462"/>
                </a:lnTo>
                <a:lnTo>
                  <a:pt x="652544" y="43877"/>
                </a:lnTo>
                <a:lnTo>
                  <a:pt x="652134" y="43305"/>
                </a:lnTo>
                <a:lnTo>
                  <a:pt x="651712" y="42745"/>
                </a:lnTo>
                <a:lnTo>
                  <a:pt x="651279" y="42197"/>
                </a:lnTo>
                <a:lnTo>
                  <a:pt x="650836" y="41662"/>
                </a:lnTo>
                <a:lnTo>
                  <a:pt x="650381" y="41138"/>
                </a:lnTo>
                <a:lnTo>
                  <a:pt x="649915" y="40627"/>
                </a:lnTo>
                <a:lnTo>
                  <a:pt x="649438" y="40128"/>
                </a:lnTo>
                <a:lnTo>
                  <a:pt x="648949" y="39642"/>
                </a:lnTo>
                <a:lnTo>
                  <a:pt x="648450" y="39167"/>
                </a:lnTo>
                <a:lnTo>
                  <a:pt x="647939" y="38705"/>
                </a:lnTo>
                <a:lnTo>
                  <a:pt x="647418" y="38255"/>
                </a:lnTo>
                <a:lnTo>
                  <a:pt x="646885" y="37818"/>
                </a:lnTo>
                <a:lnTo>
                  <a:pt x="646341" y="37392"/>
                </a:lnTo>
                <a:lnTo>
                  <a:pt x="645786" y="36979"/>
                </a:lnTo>
                <a:lnTo>
                  <a:pt x="645220" y="36578"/>
                </a:lnTo>
                <a:lnTo>
                  <a:pt x="644642" y="36189"/>
                </a:lnTo>
                <a:lnTo>
                  <a:pt x="644054" y="35813"/>
                </a:lnTo>
                <a:lnTo>
                  <a:pt x="643455" y="35448"/>
                </a:lnTo>
                <a:lnTo>
                  <a:pt x="642844" y="35096"/>
                </a:lnTo>
                <a:lnTo>
                  <a:pt x="642222" y="34757"/>
                </a:lnTo>
                <a:lnTo>
                  <a:pt x="641591" y="34417"/>
                </a:lnTo>
                <a:lnTo>
                  <a:pt x="640951" y="34091"/>
                </a:lnTo>
                <a:lnTo>
                  <a:pt x="640303" y="33781"/>
                </a:lnTo>
                <a:lnTo>
                  <a:pt x="639646" y="33484"/>
                </a:lnTo>
                <a:lnTo>
                  <a:pt x="638981" y="33202"/>
                </a:lnTo>
                <a:lnTo>
                  <a:pt x="638308" y="32935"/>
                </a:lnTo>
                <a:lnTo>
                  <a:pt x="637626" y="32682"/>
                </a:lnTo>
                <a:lnTo>
                  <a:pt x="636937" y="32443"/>
                </a:lnTo>
                <a:lnTo>
                  <a:pt x="636238" y="32219"/>
                </a:lnTo>
                <a:lnTo>
                  <a:pt x="635532" y="32009"/>
                </a:lnTo>
                <a:lnTo>
                  <a:pt x="634817" y="31814"/>
                </a:lnTo>
                <a:lnTo>
                  <a:pt x="634094" y="31633"/>
                </a:lnTo>
                <a:lnTo>
                  <a:pt x="633362" y="31467"/>
                </a:lnTo>
                <a:lnTo>
                  <a:pt x="632622" y="31315"/>
                </a:lnTo>
                <a:lnTo>
                  <a:pt x="631874" y="31178"/>
                </a:lnTo>
                <a:lnTo>
                  <a:pt x="631117" y="31055"/>
                </a:lnTo>
                <a:lnTo>
                  <a:pt x="630352" y="30947"/>
                </a:lnTo>
                <a:lnTo>
                  <a:pt x="629579" y="30853"/>
                </a:lnTo>
                <a:lnTo>
                  <a:pt x="628797" y="30773"/>
                </a:lnTo>
                <a:lnTo>
                  <a:pt x="628007" y="30708"/>
                </a:lnTo>
                <a:lnTo>
                  <a:pt x="627209" y="30657"/>
                </a:lnTo>
                <a:lnTo>
                  <a:pt x="626402" y="30621"/>
                </a:lnTo>
                <a:lnTo>
                  <a:pt x="625587" y="30599"/>
                </a:lnTo>
                <a:lnTo>
                  <a:pt x="624764" y="30592"/>
                </a:lnTo>
                <a:lnTo>
                  <a:pt x="622842" y="30592"/>
                </a:lnTo>
                <a:lnTo>
                  <a:pt x="622190" y="30597"/>
                </a:lnTo>
                <a:lnTo>
                  <a:pt x="621543" y="30612"/>
                </a:lnTo>
                <a:lnTo>
                  <a:pt x="620900" y="30637"/>
                </a:lnTo>
                <a:lnTo>
                  <a:pt x="620261" y="30672"/>
                </a:lnTo>
                <a:lnTo>
                  <a:pt x="619627" y="30717"/>
                </a:lnTo>
                <a:lnTo>
                  <a:pt x="618998" y="30772"/>
                </a:lnTo>
                <a:lnTo>
                  <a:pt x="618373" y="30838"/>
                </a:lnTo>
                <a:lnTo>
                  <a:pt x="617752" y="30913"/>
                </a:lnTo>
                <a:lnTo>
                  <a:pt x="617136" y="30998"/>
                </a:lnTo>
                <a:lnTo>
                  <a:pt x="616524" y="31093"/>
                </a:lnTo>
                <a:lnTo>
                  <a:pt x="615917" y="31198"/>
                </a:lnTo>
                <a:lnTo>
                  <a:pt x="615314" y="31313"/>
                </a:lnTo>
                <a:lnTo>
                  <a:pt x="614715" y="31438"/>
                </a:lnTo>
                <a:lnTo>
                  <a:pt x="614121" y="31573"/>
                </a:lnTo>
                <a:lnTo>
                  <a:pt x="613532" y="31718"/>
                </a:lnTo>
                <a:lnTo>
                  <a:pt x="612947" y="31874"/>
                </a:lnTo>
                <a:lnTo>
                  <a:pt x="612366" y="32039"/>
                </a:lnTo>
                <a:lnTo>
                  <a:pt x="611790" y="32214"/>
                </a:lnTo>
                <a:lnTo>
                  <a:pt x="611218" y="32399"/>
                </a:lnTo>
                <a:lnTo>
                  <a:pt x="610651" y="32594"/>
                </a:lnTo>
                <a:lnTo>
                  <a:pt x="610088" y="32800"/>
                </a:lnTo>
                <a:lnTo>
                  <a:pt x="609530" y="33015"/>
                </a:lnTo>
                <a:lnTo>
                  <a:pt x="608976" y="33240"/>
                </a:lnTo>
                <a:lnTo>
                  <a:pt x="608427" y="33475"/>
                </a:lnTo>
                <a:lnTo>
                  <a:pt x="607882" y="33707"/>
                </a:lnTo>
                <a:lnTo>
                  <a:pt x="607343" y="33948"/>
                </a:lnTo>
                <a:lnTo>
                  <a:pt x="606810" y="34199"/>
                </a:lnTo>
                <a:lnTo>
                  <a:pt x="606282" y="34459"/>
                </a:lnTo>
                <a:lnTo>
                  <a:pt x="605760" y="34728"/>
                </a:lnTo>
                <a:lnTo>
                  <a:pt x="605243" y="35007"/>
                </a:lnTo>
                <a:lnTo>
                  <a:pt x="604732" y="35295"/>
                </a:lnTo>
                <a:lnTo>
                  <a:pt x="604227" y="35593"/>
                </a:lnTo>
                <a:lnTo>
                  <a:pt x="603727" y="35900"/>
                </a:lnTo>
                <a:lnTo>
                  <a:pt x="603232" y="36217"/>
                </a:lnTo>
                <a:lnTo>
                  <a:pt x="602743" y="36543"/>
                </a:lnTo>
                <a:lnTo>
                  <a:pt x="602260" y="36879"/>
                </a:lnTo>
                <a:lnTo>
                  <a:pt x="601782" y="37224"/>
                </a:lnTo>
                <a:lnTo>
                  <a:pt x="601310" y="37579"/>
                </a:lnTo>
                <a:lnTo>
                  <a:pt x="600844" y="37943"/>
                </a:lnTo>
                <a:lnTo>
                  <a:pt x="600382" y="38316"/>
                </a:lnTo>
                <a:lnTo>
                  <a:pt x="599927" y="38699"/>
                </a:lnTo>
                <a:lnTo>
                  <a:pt x="599477" y="39091"/>
                </a:lnTo>
                <a:lnTo>
                  <a:pt x="599033" y="39493"/>
                </a:lnTo>
                <a:lnTo>
                  <a:pt x="598594" y="39904"/>
                </a:lnTo>
                <a:lnTo>
                  <a:pt x="598161" y="40325"/>
                </a:lnTo>
                <a:lnTo>
                  <a:pt x="597733" y="40755"/>
                </a:lnTo>
                <a:lnTo>
                  <a:pt x="597311" y="41195"/>
                </a:lnTo>
                <a:lnTo>
                  <a:pt x="596894" y="41644"/>
                </a:lnTo>
                <a:lnTo>
                  <a:pt x="596498" y="42088"/>
                </a:lnTo>
                <a:lnTo>
                  <a:pt x="596108" y="42540"/>
                </a:lnTo>
                <a:lnTo>
                  <a:pt x="595726" y="43000"/>
                </a:lnTo>
                <a:lnTo>
                  <a:pt x="595350" y="43468"/>
                </a:lnTo>
                <a:lnTo>
                  <a:pt x="594983" y="43944"/>
                </a:lnTo>
                <a:lnTo>
                  <a:pt x="594622" y="44427"/>
                </a:lnTo>
                <a:lnTo>
                  <a:pt x="594269" y="44918"/>
                </a:lnTo>
                <a:lnTo>
                  <a:pt x="593922" y="45417"/>
                </a:lnTo>
                <a:lnTo>
                  <a:pt x="593583" y="45923"/>
                </a:lnTo>
                <a:lnTo>
                  <a:pt x="593252" y="46438"/>
                </a:lnTo>
                <a:lnTo>
                  <a:pt x="592927" y="46960"/>
                </a:lnTo>
                <a:lnTo>
                  <a:pt x="592610" y="47490"/>
                </a:lnTo>
                <a:lnTo>
                  <a:pt x="592300" y="48028"/>
                </a:lnTo>
                <a:lnTo>
                  <a:pt x="591997" y="48573"/>
                </a:lnTo>
                <a:lnTo>
                  <a:pt x="591701" y="49127"/>
                </a:lnTo>
                <a:lnTo>
                  <a:pt x="591413" y="49688"/>
                </a:lnTo>
                <a:lnTo>
                  <a:pt x="591132" y="50257"/>
                </a:lnTo>
                <a:lnTo>
                  <a:pt x="590858" y="50834"/>
                </a:lnTo>
                <a:lnTo>
                  <a:pt x="590591" y="51418"/>
                </a:lnTo>
                <a:lnTo>
                  <a:pt x="590332" y="52010"/>
                </a:lnTo>
                <a:lnTo>
                  <a:pt x="590080" y="52610"/>
                </a:lnTo>
                <a:lnTo>
                  <a:pt x="589835" y="53218"/>
                </a:lnTo>
                <a:lnTo>
                  <a:pt x="589597" y="53834"/>
                </a:lnTo>
                <a:lnTo>
                  <a:pt x="589366" y="54457"/>
                </a:lnTo>
                <a:lnTo>
                  <a:pt x="589144" y="55075"/>
                </a:lnTo>
                <a:lnTo>
                  <a:pt x="588931" y="55699"/>
                </a:lnTo>
                <a:lnTo>
                  <a:pt x="588728" y="56329"/>
                </a:lnTo>
                <a:lnTo>
                  <a:pt x="588534" y="56967"/>
                </a:lnTo>
                <a:lnTo>
                  <a:pt x="588350" y="57611"/>
                </a:lnTo>
                <a:lnTo>
                  <a:pt x="588175" y="58261"/>
                </a:lnTo>
                <a:lnTo>
                  <a:pt x="588010" y="58919"/>
                </a:lnTo>
                <a:lnTo>
                  <a:pt x="587854" y="59583"/>
                </a:lnTo>
                <a:lnTo>
                  <a:pt x="587707" y="60254"/>
                </a:lnTo>
                <a:lnTo>
                  <a:pt x="587570" y="60931"/>
                </a:lnTo>
                <a:lnTo>
                  <a:pt x="587442" y="61615"/>
                </a:lnTo>
                <a:lnTo>
                  <a:pt x="587324" y="62306"/>
                </a:lnTo>
                <a:lnTo>
                  <a:pt x="587216" y="63003"/>
                </a:lnTo>
                <a:lnTo>
                  <a:pt x="587116" y="63707"/>
                </a:lnTo>
                <a:lnTo>
                  <a:pt x="587026" y="64418"/>
                </a:lnTo>
                <a:lnTo>
                  <a:pt x="586946" y="65135"/>
                </a:lnTo>
                <a:lnTo>
                  <a:pt x="586875" y="65859"/>
                </a:lnTo>
                <a:lnTo>
                  <a:pt x="586814" y="66590"/>
                </a:lnTo>
                <a:lnTo>
                  <a:pt x="586762" y="67328"/>
                </a:lnTo>
                <a:lnTo>
                  <a:pt x="586719" y="68072"/>
                </a:lnTo>
                <a:lnTo>
                  <a:pt x="586686" y="68823"/>
                </a:lnTo>
                <a:lnTo>
                  <a:pt x="586662" y="69580"/>
                </a:lnTo>
                <a:lnTo>
                  <a:pt x="586648" y="70344"/>
                </a:lnTo>
                <a:lnTo>
                  <a:pt x="586644" y="71115"/>
                </a:lnTo>
                <a:lnTo>
                  <a:pt x="586644" y="74959"/>
                </a:lnTo>
                <a:lnTo>
                  <a:pt x="586648" y="75730"/>
                </a:lnTo>
                <a:lnTo>
                  <a:pt x="586662" y="76495"/>
                </a:lnTo>
                <a:lnTo>
                  <a:pt x="586686" y="77254"/>
                </a:lnTo>
                <a:lnTo>
                  <a:pt x="586719" y="78007"/>
                </a:lnTo>
                <a:lnTo>
                  <a:pt x="586762" y="78753"/>
                </a:lnTo>
                <a:lnTo>
                  <a:pt x="586814" y="79494"/>
                </a:lnTo>
                <a:lnTo>
                  <a:pt x="586875" y="80228"/>
                </a:lnTo>
                <a:lnTo>
                  <a:pt x="586946" y="80956"/>
                </a:lnTo>
                <a:lnTo>
                  <a:pt x="587026" y="81679"/>
                </a:lnTo>
                <a:lnTo>
                  <a:pt x="587116" y="82395"/>
                </a:lnTo>
                <a:lnTo>
                  <a:pt x="587216" y="83105"/>
                </a:lnTo>
                <a:lnTo>
                  <a:pt x="587324" y="83808"/>
                </a:lnTo>
                <a:lnTo>
                  <a:pt x="587442" y="84506"/>
                </a:lnTo>
                <a:lnTo>
                  <a:pt x="587570" y="85198"/>
                </a:lnTo>
                <a:lnTo>
                  <a:pt x="587707" y="85883"/>
                </a:lnTo>
                <a:lnTo>
                  <a:pt x="587854" y="86562"/>
                </a:lnTo>
                <a:lnTo>
                  <a:pt x="588010" y="87236"/>
                </a:lnTo>
                <a:lnTo>
                  <a:pt x="588175" y="87903"/>
                </a:lnTo>
                <a:lnTo>
                  <a:pt x="588350" y="88564"/>
                </a:lnTo>
                <a:lnTo>
                  <a:pt x="588534" y="89219"/>
                </a:lnTo>
                <a:lnTo>
                  <a:pt x="588728" y="89867"/>
                </a:lnTo>
                <a:lnTo>
                  <a:pt x="588931" y="90510"/>
                </a:lnTo>
                <a:lnTo>
                  <a:pt x="589144" y="91146"/>
                </a:lnTo>
                <a:lnTo>
                  <a:pt x="589366" y="91777"/>
                </a:lnTo>
                <a:lnTo>
                  <a:pt x="589597" y="92387"/>
                </a:lnTo>
                <a:lnTo>
                  <a:pt x="589835" y="92991"/>
                </a:lnTo>
                <a:lnTo>
                  <a:pt x="590080" y="93589"/>
                </a:lnTo>
                <a:lnTo>
                  <a:pt x="590332" y="94179"/>
                </a:lnTo>
                <a:lnTo>
                  <a:pt x="590591" y="94763"/>
                </a:lnTo>
                <a:lnTo>
                  <a:pt x="590858" y="95341"/>
                </a:lnTo>
                <a:lnTo>
                  <a:pt x="591132" y="95911"/>
                </a:lnTo>
                <a:lnTo>
                  <a:pt x="591413" y="96475"/>
                </a:lnTo>
                <a:lnTo>
                  <a:pt x="591701" y="97032"/>
                </a:lnTo>
                <a:lnTo>
                  <a:pt x="591997" y="97583"/>
                </a:lnTo>
                <a:lnTo>
                  <a:pt x="592300" y="98127"/>
                </a:lnTo>
                <a:lnTo>
                  <a:pt x="592610" y="98664"/>
                </a:lnTo>
                <a:lnTo>
                  <a:pt x="592927" y="99195"/>
                </a:lnTo>
                <a:lnTo>
                  <a:pt x="593252" y="99718"/>
                </a:lnTo>
                <a:lnTo>
                  <a:pt x="593583" y="100236"/>
                </a:lnTo>
                <a:lnTo>
                  <a:pt x="593922" y="100746"/>
                </a:lnTo>
                <a:lnTo>
                  <a:pt x="594269" y="101250"/>
                </a:lnTo>
                <a:lnTo>
                  <a:pt x="594622" y="101747"/>
                </a:lnTo>
                <a:lnTo>
                  <a:pt x="594983" y="102238"/>
                </a:lnTo>
                <a:lnTo>
                  <a:pt x="595350" y="102722"/>
                </a:lnTo>
                <a:lnTo>
                  <a:pt x="595726" y="103199"/>
                </a:lnTo>
                <a:lnTo>
                  <a:pt x="596108" y="103669"/>
                </a:lnTo>
                <a:lnTo>
                  <a:pt x="596498" y="104133"/>
                </a:lnTo>
                <a:lnTo>
                  <a:pt x="596894" y="104590"/>
                </a:lnTo>
                <a:lnTo>
                  <a:pt x="597311" y="105027"/>
                </a:lnTo>
                <a:lnTo>
                  <a:pt x="597733" y="105455"/>
                </a:lnTo>
                <a:lnTo>
                  <a:pt x="598161" y="105874"/>
                </a:lnTo>
                <a:lnTo>
                  <a:pt x="598594" y="106285"/>
                </a:lnTo>
                <a:lnTo>
                  <a:pt x="599033" y="106688"/>
                </a:lnTo>
                <a:lnTo>
                  <a:pt x="599477" y="107083"/>
                </a:lnTo>
                <a:lnTo>
                  <a:pt x="599927" y="107469"/>
                </a:lnTo>
                <a:lnTo>
                  <a:pt x="600382" y="107847"/>
                </a:lnTo>
                <a:lnTo>
                  <a:pt x="600844" y="108217"/>
                </a:lnTo>
                <a:lnTo>
                  <a:pt x="601310" y="108578"/>
                </a:lnTo>
                <a:lnTo>
                  <a:pt x="601782" y="108931"/>
                </a:lnTo>
                <a:lnTo>
                  <a:pt x="602260" y="109275"/>
                </a:lnTo>
                <a:lnTo>
                  <a:pt x="602743" y="109611"/>
                </a:lnTo>
                <a:lnTo>
                  <a:pt x="603232" y="109939"/>
                </a:lnTo>
                <a:lnTo>
                  <a:pt x="603727" y="110259"/>
                </a:lnTo>
                <a:lnTo>
                  <a:pt x="604227" y="110570"/>
                </a:lnTo>
                <a:lnTo>
                  <a:pt x="604732" y="110873"/>
                </a:lnTo>
                <a:lnTo>
                  <a:pt x="605243" y="111167"/>
                </a:lnTo>
                <a:lnTo>
                  <a:pt x="605760" y="111453"/>
                </a:lnTo>
                <a:lnTo>
                  <a:pt x="606282" y="111731"/>
                </a:lnTo>
                <a:lnTo>
                  <a:pt x="606810" y="112001"/>
                </a:lnTo>
                <a:lnTo>
                  <a:pt x="607343" y="112262"/>
                </a:lnTo>
                <a:lnTo>
                  <a:pt x="607882" y="112514"/>
                </a:lnTo>
                <a:lnTo>
                  <a:pt x="608427" y="112759"/>
                </a:lnTo>
                <a:lnTo>
                  <a:pt x="608989" y="112994"/>
                </a:lnTo>
                <a:lnTo>
                  <a:pt x="609553" y="113219"/>
                </a:lnTo>
                <a:lnTo>
                  <a:pt x="610121" y="113435"/>
                </a:lnTo>
                <a:lnTo>
                  <a:pt x="610691" y="113640"/>
                </a:lnTo>
                <a:lnTo>
                  <a:pt x="611264" y="113835"/>
                </a:lnTo>
                <a:lnTo>
                  <a:pt x="611840" y="114020"/>
                </a:lnTo>
                <a:lnTo>
                  <a:pt x="612419" y="114195"/>
                </a:lnTo>
                <a:lnTo>
                  <a:pt x="613000" y="114361"/>
                </a:lnTo>
                <a:lnTo>
                  <a:pt x="613584" y="114516"/>
                </a:lnTo>
                <a:lnTo>
                  <a:pt x="614171" y="114661"/>
                </a:lnTo>
                <a:lnTo>
                  <a:pt x="614761" y="114796"/>
                </a:lnTo>
                <a:lnTo>
                  <a:pt x="615354" y="114921"/>
                </a:lnTo>
                <a:lnTo>
                  <a:pt x="615949" y="115036"/>
                </a:lnTo>
                <a:lnTo>
                  <a:pt x="616547" y="115141"/>
                </a:lnTo>
                <a:lnTo>
                  <a:pt x="617148" y="115236"/>
                </a:lnTo>
                <a:lnTo>
                  <a:pt x="617752" y="115322"/>
                </a:lnTo>
                <a:lnTo>
                  <a:pt x="618358" y="115397"/>
                </a:lnTo>
                <a:lnTo>
                  <a:pt x="618968" y="115462"/>
                </a:lnTo>
                <a:lnTo>
                  <a:pt x="619580" y="115517"/>
                </a:lnTo>
                <a:lnTo>
                  <a:pt x="620194" y="115562"/>
                </a:lnTo>
                <a:lnTo>
                  <a:pt x="620812" y="115597"/>
                </a:lnTo>
                <a:lnTo>
                  <a:pt x="621432" y="115622"/>
                </a:lnTo>
                <a:lnTo>
                  <a:pt x="622056" y="115637"/>
                </a:lnTo>
                <a:lnTo>
                  <a:pt x="622682" y="115642"/>
                </a:lnTo>
                <a:lnTo>
                  <a:pt x="624604" y="115642"/>
                </a:lnTo>
                <a:lnTo>
                  <a:pt x="625414" y="115635"/>
                </a:lnTo>
                <a:lnTo>
                  <a:pt x="626216" y="115615"/>
                </a:lnTo>
                <a:lnTo>
                  <a:pt x="627011" y="115582"/>
                </a:lnTo>
                <a:lnTo>
                  <a:pt x="627798" y="115535"/>
                </a:lnTo>
                <a:close/>
                <a:moveTo>
                  <a:pt x="916257" y="115500"/>
                </a:moveTo>
                <a:lnTo>
                  <a:pt x="917192" y="115419"/>
                </a:lnTo>
                <a:lnTo>
                  <a:pt x="918116" y="115322"/>
                </a:lnTo>
                <a:lnTo>
                  <a:pt x="919027" y="115206"/>
                </a:lnTo>
                <a:lnTo>
                  <a:pt x="919927" y="115072"/>
                </a:lnTo>
                <a:lnTo>
                  <a:pt x="920816" y="114921"/>
                </a:lnTo>
                <a:lnTo>
                  <a:pt x="921693" y="114752"/>
                </a:lnTo>
                <a:lnTo>
                  <a:pt x="922558" y="114565"/>
                </a:lnTo>
                <a:lnTo>
                  <a:pt x="923411" y="114361"/>
                </a:lnTo>
                <a:lnTo>
                  <a:pt x="924253" y="114138"/>
                </a:lnTo>
                <a:lnTo>
                  <a:pt x="925083" y="113898"/>
                </a:lnTo>
                <a:lnTo>
                  <a:pt x="925901" y="113640"/>
                </a:lnTo>
                <a:lnTo>
                  <a:pt x="926708" y="113364"/>
                </a:lnTo>
                <a:lnTo>
                  <a:pt x="927503" y="113070"/>
                </a:lnTo>
                <a:lnTo>
                  <a:pt x="928286" y="112759"/>
                </a:lnTo>
                <a:lnTo>
                  <a:pt x="929058" y="112430"/>
                </a:lnTo>
                <a:lnTo>
                  <a:pt x="929818" y="112083"/>
                </a:lnTo>
                <a:lnTo>
                  <a:pt x="930566" y="111718"/>
                </a:lnTo>
                <a:lnTo>
                  <a:pt x="931303" y="111335"/>
                </a:lnTo>
                <a:lnTo>
                  <a:pt x="932028" y="110935"/>
                </a:lnTo>
                <a:lnTo>
                  <a:pt x="932741" y="110517"/>
                </a:lnTo>
                <a:lnTo>
                  <a:pt x="933441" y="110069"/>
                </a:lnTo>
                <a:lnTo>
                  <a:pt x="934128" y="109608"/>
                </a:lnTo>
                <a:lnTo>
                  <a:pt x="934801" y="109133"/>
                </a:lnTo>
                <a:lnTo>
                  <a:pt x="935459" y="108643"/>
                </a:lnTo>
                <a:lnTo>
                  <a:pt x="936104" y="108140"/>
                </a:lnTo>
                <a:lnTo>
                  <a:pt x="936735" y="107623"/>
                </a:lnTo>
                <a:lnTo>
                  <a:pt x="937352" y="107093"/>
                </a:lnTo>
                <a:lnTo>
                  <a:pt x="937955" y="106548"/>
                </a:lnTo>
                <a:lnTo>
                  <a:pt x="938545" y="105989"/>
                </a:lnTo>
                <a:lnTo>
                  <a:pt x="939120" y="105417"/>
                </a:lnTo>
                <a:lnTo>
                  <a:pt x="939681" y="104830"/>
                </a:lnTo>
                <a:lnTo>
                  <a:pt x="940229" y="104230"/>
                </a:lnTo>
                <a:lnTo>
                  <a:pt x="940762" y="103616"/>
                </a:lnTo>
                <a:lnTo>
                  <a:pt x="941282" y="102987"/>
                </a:lnTo>
                <a:lnTo>
                  <a:pt x="941788" y="102345"/>
                </a:lnTo>
                <a:lnTo>
                  <a:pt x="942280" y="101689"/>
                </a:lnTo>
                <a:lnTo>
                  <a:pt x="942758" y="101020"/>
                </a:lnTo>
                <a:lnTo>
                  <a:pt x="943222" y="100336"/>
                </a:lnTo>
                <a:lnTo>
                  <a:pt x="943672" y="99638"/>
                </a:lnTo>
                <a:lnTo>
                  <a:pt x="944108" y="98927"/>
                </a:lnTo>
                <a:lnTo>
                  <a:pt x="944531" y="98201"/>
                </a:lnTo>
                <a:lnTo>
                  <a:pt x="944939" y="97462"/>
                </a:lnTo>
                <a:lnTo>
                  <a:pt x="945334" y="96708"/>
                </a:lnTo>
                <a:lnTo>
                  <a:pt x="945715" y="95941"/>
                </a:lnTo>
                <a:lnTo>
                  <a:pt x="946081" y="95162"/>
                </a:lnTo>
                <a:lnTo>
                  <a:pt x="946431" y="94373"/>
                </a:lnTo>
                <a:lnTo>
                  <a:pt x="946766" y="93574"/>
                </a:lnTo>
                <a:lnTo>
                  <a:pt x="947085" y="92764"/>
                </a:lnTo>
                <a:lnTo>
                  <a:pt x="947389" y="91945"/>
                </a:lnTo>
                <a:lnTo>
                  <a:pt x="947677" y="91116"/>
                </a:lnTo>
                <a:lnTo>
                  <a:pt x="947949" y="90277"/>
                </a:lnTo>
                <a:lnTo>
                  <a:pt x="948206" y="89428"/>
                </a:lnTo>
                <a:lnTo>
                  <a:pt x="948447" y="88568"/>
                </a:lnTo>
                <a:lnTo>
                  <a:pt x="948673" y="87699"/>
                </a:lnTo>
                <a:lnTo>
                  <a:pt x="948884" y="86820"/>
                </a:lnTo>
                <a:lnTo>
                  <a:pt x="949078" y="85931"/>
                </a:lnTo>
                <a:lnTo>
                  <a:pt x="949257" y="85031"/>
                </a:lnTo>
                <a:lnTo>
                  <a:pt x="949421" y="84122"/>
                </a:lnTo>
                <a:lnTo>
                  <a:pt x="949569" y="83203"/>
                </a:lnTo>
                <a:lnTo>
                  <a:pt x="949701" y="82273"/>
                </a:lnTo>
                <a:lnTo>
                  <a:pt x="949818" y="81334"/>
                </a:lnTo>
                <a:lnTo>
                  <a:pt x="949919" y="80385"/>
                </a:lnTo>
                <a:lnTo>
                  <a:pt x="950005" y="79425"/>
                </a:lnTo>
                <a:lnTo>
                  <a:pt x="950075" y="78456"/>
                </a:lnTo>
                <a:lnTo>
                  <a:pt x="950129" y="77477"/>
                </a:lnTo>
                <a:lnTo>
                  <a:pt x="950168" y="76487"/>
                </a:lnTo>
                <a:lnTo>
                  <a:pt x="950192" y="75488"/>
                </a:lnTo>
                <a:lnTo>
                  <a:pt x="950199" y="74479"/>
                </a:lnTo>
                <a:lnTo>
                  <a:pt x="950199" y="71756"/>
                </a:lnTo>
                <a:lnTo>
                  <a:pt x="950192" y="70759"/>
                </a:lnTo>
                <a:lnTo>
                  <a:pt x="950168" y="69772"/>
                </a:lnTo>
                <a:lnTo>
                  <a:pt x="950129" y="68795"/>
                </a:lnTo>
                <a:lnTo>
                  <a:pt x="950075" y="67827"/>
                </a:lnTo>
                <a:lnTo>
                  <a:pt x="950005" y="66869"/>
                </a:lnTo>
                <a:lnTo>
                  <a:pt x="949919" y="65920"/>
                </a:lnTo>
                <a:lnTo>
                  <a:pt x="949818" y="64980"/>
                </a:lnTo>
                <a:lnTo>
                  <a:pt x="949701" y="64050"/>
                </a:lnTo>
                <a:lnTo>
                  <a:pt x="949569" y="63129"/>
                </a:lnTo>
                <a:lnTo>
                  <a:pt x="949421" y="62218"/>
                </a:lnTo>
                <a:lnTo>
                  <a:pt x="949257" y="61316"/>
                </a:lnTo>
                <a:lnTo>
                  <a:pt x="949078" y="60424"/>
                </a:lnTo>
                <a:lnTo>
                  <a:pt x="948884" y="59541"/>
                </a:lnTo>
                <a:lnTo>
                  <a:pt x="948673" y="58667"/>
                </a:lnTo>
                <a:lnTo>
                  <a:pt x="948447" y="57803"/>
                </a:lnTo>
                <a:lnTo>
                  <a:pt x="948206" y="56949"/>
                </a:lnTo>
                <a:lnTo>
                  <a:pt x="947949" y="56104"/>
                </a:lnTo>
                <a:lnTo>
                  <a:pt x="947677" y="55268"/>
                </a:lnTo>
                <a:lnTo>
                  <a:pt x="947389" y="54442"/>
                </a:lnTo>
                <a:lnTo>
                  <a:pt x="947085" y="53625"/>
                </a:lnTo>
                <a:lnTo>
                  <a:pt x="946766" y="52818"/>
                </a:lnTo>
                <a:lnTo>
                  <a:pt x="946431" y="52020"/>
                </a:lnTo>
                <a:lnTo>
                  <a:pt x="946081" y="51232"/>
                </a:lnTo>
                <a:lnTo>
                  <a:pt x="945715" y="50453"/>
                </a:lnTo>
                <a:lnTo>
                  <a:pt x="945334" y="49686"/>
                </a:lnTo>
                <a:lnTo>
                  <a:pt x="944939" y="48933"/>
                </a:lnTo>
                <a:lnTo>
                  <a:pt x="944531" y="48193"/>
                </a:lnTo>
                <a:lnTo>
                  <a:pt x="944108" y="47468"/>
                </a:lnTo>
                <a:lnTo>
                  <a:pt x="943672" y="46756"/>
                </a:lnTo>
                <a:lnTo>
                  <a:pt x="943222" y="46059"/>
                </a:lnTo>
                <a:lnTo>
                  <a:pt x="942758" y="45375"/>
                </a:lnTo>
                <a:lnTo>
                  <a:pt x="942280" y="44705"/>
                </a:lnTo>
                <a:lnTo>
                  <a:pt x="941788" y="44049"/>
                </a:lnTo>
                <a:lnTo>
                  <a:pt x="941282" y="43407"/>
                </a:lnTo>
                <a:lnTo>
                  <a:pt x="940762" y="42779"/>
                </a:lnTo>
                <a:lnTo>
                  <a:pt x="940229" y="42164"/>
                </a:lnTo>
                <a:lnTo>
                  <a:pt x="939681" y="41564"/>
                </a:lnTo>
                <a:lnTo>
                  <a:pt x="939120" y="40978"/>
                </a:lnTo>
                <a:lnTo>
                  <a:pt x="938545" y="40405"/>
                </a:lnTo>
                <a:lnTo>
                  <a:pt x="937955" y="39846"/>
                </a:lnTo>
                <a:lnTo>
                  <a:pt x="937352" y="39302"/>
                </a:lnTo>
                <a:lnTo>
                  <a:pt x="936735" y="38771"/>
                </a:lnTo>
                <a:lnTo>
                  <a:pt x="936104" y="38254"/>
                </a:lnTo>
                <a:lnTo>
                  <a:pt x="935459" y="37751"/>
                </a:lnTo>
                <a:lnTo>
                  <a:pt x="934801" y="37262"/>
                </a:lnTo>
                <a:lnTo>
                  <a:pt x="934128" y="36787"/>
                </a:lnTo>
                <a:lnTo>
                  <a:pt x="933441" y="36325"/>
                </a:lnTo>
                <a:lnTo>
                  <a:pt x="932741" y="35878"/>
                </a:lnTo>
                <a:lnTo>
                  <a:pt x="932027" y="35447"/>
                </a:lnTo>
                <a:lnTo>
                  <a:pt x="931302" y="35034"/>
                </a:lnTo>
                <a:lnTo>
                  <a:pt x="930564" y="34639"/>
                </a:lnTo>
                <a:lnTo>
                  <a:pt x="929813" y="34263"/>
                </a:lnTo>
                <a:lnTo>
                  <a:pt x="929051" y="33905"/>
                </a:lnTo>
                <a:lnTo>
                  <a:pt x="928276" y="33565"/>
                </a:lnTo>
                <a:lnTo>
                  <a:pt x="927489" y="33244"/>
                </a:lnTo>
                <a:lnTo>
                  <a:pt x="926690" y="32941"/>
                </a:lnTo>
                <a:lnTo>
                  <a:pt x="925879" y="32657"/>
                </a:lnTo>
                <a:lnTo>
                  <a:pt x="925055" y="32391"/>
                </a:lnTo>
                <a:lnTo>
                  <a:pt x="924219" y="32143"/>
                </a:lnTo>
                <a:lnTo>
                  <a:pt x="923371" y="31914"/>
                </a:lnTo>
                <a:lnTo>
                  <a:pt x="922511" y="31703"/>
                </a:lnTo>
                <a:lnTo>
                  <a:pt x="921638" y="31510"/>
                </a:lnTo>
                <a:lnTo>
                  <a:pt x="920753" y="31336"/>
                </a:lnTo>
                <a:lnTo>
                  <a:pt x="919856" y="31180"/>
                </a:lnTo>
                <a:lnTo>
                  <a:pt x="918947" y="31042"/>
                </a:lnTo>
                <a:lnTo>
                  <a:pt x="918025" y="30923"/>
                </a:lnTo>
                <a:lnTo>
                  <a:pt x="917092" y="30822"/>
                </a:lnTo>
                <a:lnTo>
                  <a:pt x="916146" y="30739"/>
                </a:lnTo>
                <a:lnTo>
                  <a:pt x="915187" y="30675"/>
                </a:lnTo>
                <a:lnTo>
                  <a:pt x="914217" y="30629"/>
                </a:lnTo>
                <a:lnTo>
                  <a:pt x="913234" y="30601"/>
                </a:lnTo>
                <a:lnTo>
                  <a:pt x="912239" y="30592"/>
                </a:lnTo>
                <a:lnTo>
                  <a:pt x="911271" y="30601"/>
                </a:lnTo>
                <a:lnTo>
                  <a:pt x="910313" y="30629"/>
                </a:lnTo>
                <a:lnTo>
                  <a:pt x="909366" y="30675"/>
                </a:lnTo>
                <a:lnTo>
                  <a:pt x="908431" y="30739"/>
                </a:lnTo>
                <a:lnTo>
                  <a:pt x="907507" y="30822"/>
                </a:lnTo>
                <a:lnTo>
                  <a:pt x="906593" y="30923"/>
                </a:lnTo>
                <a:lnTo>
                  <a:pt x="905691" y="31042"/>
                </a:lnTo>
                <a:lnTo>
                  <a:pt x="904800" y="31180"/>
                </a:lnTo>
                <a:lnTo>
                  <a:pt x="903921" y="31336"/>
                </a:lnTo>
                <a:lnTo>
                  <a:pt x="903052" y="31510"/>
                </a:lnTo>
                <a:lnTo>
                  <a:pt x="902194" y="31703"/>
                </a:lnTo>
                <a:lnTo>
                  <a:pt x="901348" y="31914"/>
                </a:lnTo>
                <a:lnTo>
                  <a:pt x="900513" y="32143"/>
                </a:lnTo>
                <a:lnTo>
                  <a:pt x="899688" y="32391"/>
                </a:lnTo>
                <a:lnTo>
                  <a:pt x="898875" y="32657"/>
                </a:lnTo>
                <a:lnTo>
                  <a:pt x="898073" y="32941"/>
                </a:lnTo>
                <a:lnTo>
                  <a:pt x="897282" y="33244"/>
                </a:lnTo>
                <a:lnTo>
                  <a:pt x="896503" y="33565"/>
                </a:lnTo>
                <a:lnTo>
                  <a:pt x="895734" y="33905"/>
                </a:lnTo>
                <a:lnTo>
                  <a:pt x="894977" y="34263"/>
                </a:lnTo>
                <a:lnTo>
                  <a:pt x="894230" y="34639"/>
                </a:lnTo>
                <a:lnTo>
                  <a:pt x="893495" y="35034"/>
                </a:lnTo>
                <a:lnTo>
                  <a:pt x="892771" y="35447"/>
                </a:lnTo>
                <a:lnTo>
                  <a:pt x="892058" y="35878"/>
                </a:lnTo>
                <a:lnTo>
                  <a:pt x="891358" y="36312"/>
                </a:lnTo>
                <a:lnTo>
                  <a:pt x="890671" y="36761"/>
                </a:lnTo>
                <a:lnTo>
                  <a:pt x="889998" y="37224"/>
                </a:lnTo>
                <a:lnTo>
                  <a:pt x="889340" y="37702"/>
                </a:lnTo>
                <a:lnTo>
                  <a:pt x="888695" y="38194"/>
                </a:lnTo>
                <a:lnTo>
                  <a:pt x="888064" y="38701"/>
                </a:lnTo>
                <a:lnTo>
                  <a:pt x="887447" y="39222"/>
                </a:lnTo>
                <a:lnTo>
                  <a:pt x="886844" y="39757"/>
                </a:lnTo>
                <a:lnTo>
                  <a:pt x="886254" y="40307"/>
                </a:lnTo>
                <a:lnTo>
                  <a:pt x="885679" y="40872"/>
                </a:lnTo>
                <a:lnTo>
                  <a:pt x="885118" y="41451"/>
                </a:lnTo>
                <a:lnTo>
                  <a:pt x="884570" y="42044"/>
                </a:lnTo>
                <a:lnTo>
                  <a:pt x="884037" y="42652"/>
                </a:lnTo>
                <a:lnTo>
                  <a:pt x="883517" y="43275"/>
                </a:lnTo>
                <a:lnTo>
                  <a:pt x="883011" y="43911"/>
                </a:lnTo>
                <a:lnTo>
                  <a:pt x="882519" y="44563"/>
                </a:lnTo>
                <a:lnTo>
                  <a:pt x="882041" y="45228"/>
                </a:lnTo>
                <a:lnTo>
                  <a:pt x="881577" y="45908"/>
                </a:lnTo>
                <a:lnTo>
                  <a:pt x="881127" y="46603"/>
                </a:lnTo>
                <a:lnTo>
                  <a:pt x="880691" y="47312"/>
                </a:lnTo>
                <a:lnTo>
                  <a:pt x="880268" y="48036"/>
                </a:lnTo>
                <a:lnTo>
                  <a:pt x="879860" y="48774"/>
                </a:lnTo>
                <a:lnTo>
                  <a:pt x="879465" y="49526"/>
                </a:lnTo>
                <a:lnTo>
                  <a:pt x="879084" y="50293"/>
                </a:lnTo>
                <a:lnTo>
                  <a:pt x="878718" y="51072"/>
                </a:lnTo>
                <a:lnTo>
                  <a:pt x="878368" y="51861"/>
                </a:lnTo>
                <a:lnTo>
                  <a:pt x="878033" y="52661"/>
                </a:lnTo>
                <a:lnTo>
                  <a:pt x="877714" y="53470"/>
                </a:lnTo>
                <a:lnTo>
                  <a:pt x="877410" y="54289"/>
                </a:lnTo>
                <a:lnTo>
                  <a:pt x="877122" y="55118"/>
                </a:lnTo>
                <a:lnTo>
                  <a:pt x="876850" y="55957"/>
                </a:lnTo>
                <a:lnTo>
                  <a:pt x="876593" y="56807"/>
                </a:lnTo>
                <a:lnTo>
                  <a:pt x="876351" y="57666"/>
                </a:lnTo>
                <a:lnTo>
                  <a:pt x="876126" y="58535"/>
                </a:lnTo>
                <a:lnTo>
                  <a:pt x="875915" y="59414"/>
                </a:lnTo>
                <a:lnTo>
                  <a:pt x="875721" y="60304"/>
                </a:lnTo>
                <a:lnTo>
                  <a:pt x="875542" y="61203"/>
                </a:lnTo>
                <a:lnTo>
                  <a:pt x="875378" y="62112"/>
                </a:lnTo>
                <a:lnTo>
                  <a:pt x="875230" y="63031"/>
                </a:lnTo>
                <a:lnTo>
                  <a:pt x="875098" y="63961"/>
                </a:lnTo>
                <a:lnTo>
                  <a:pt x="874981" y="64900"/>
                </a:lnTo>
                <a:lnTo>
                  <a:pt x="874880" y="65849"/>
                </a:lnTo>
                <a:lnTo>
                  <a:pt x="874794" y="66809"/>
                </a:lnTo>
                <a:lnTo>
                  <a:pt x="874724" y="67778"/>
                </a:lnTo>
                <a:lnTo>
                  <a:pt x="874670" y="68757"/>
                </a:lnTo>
                <a:lnTo>
                  <a:pt x="874631" y="69747"/>
                </a:lnTo>
                <a:lnTo>
                  <a:pt x="874607" y="70746"/>
                </a:lnTo>
                <a:lnTo>
                  <a:pt x="874600" y="71756"/>
                </a:lnTo>
                <a:lnTo>
                  <a:pt x="874600" y="74479"/>
                </a:lnTo>
                <a:lnTo>
                  <a:pt x="874607" y="75462"/>
                </a:lnTo>
                <a:lnTo>
                  <a:pt x="874631" y="76437"/>
                </a:lnTo>
                <a:lnTo>
                  <a:pt x="874670" y="77404"/>
                </a:lnTo>
                <a:lnTo>
                  <a:pt x="874724" y="78363"/>
                </a:lnTo>
                <a:lnTo>
                  <a:pt x="874794" y="79313"/>
                </a:lnTo>
                <a:lnTo>
                  <a:pt x="874880" y="80255"/>
                </a:lnTo>
                <a:lnTo>
                  <a:pt x="874981" y="81188"/>
                </a:lnTo>
                <a:lnTo>
                  <a:pt x="875098" y="82113"/>
                </a:lnTo>
                <a:lnTo>
                  <a:pt x="875230" y="83030"/>
                </a:lnTo>
                <a:lnTo>
                  <a:pt x="875378" y="83938"/>
                </a:lnTo>
                <a:lnTo>
                  <a:pt x="875542" y="84839"/>
                </a:lnTo>
                <a:lnTo>
                  <a:pt x="875721" y="85730"/>
                </a:lnTo>
                <a:lnTo>
                  <a:pt x="875915" y="86614"/>
                </a:lnTo>
                <a:lnTo>
                  <a:pt x="876126" y="87489"/>
                </a:lnTo>
                <a:lnTo>
                  <a:pt x="876351" y="88356"/>
                </a:lnTo>
                <a:lnTo>
                  <a:pt x="876593" y="89214"/>
                </a:lnTo>
                <a:lnTo>
                  <a:pt x="876850" y="90064"/>
                </a:lnTo>
                <a:lnTo>
                  <a:pt x="877122" y="90906"/>
                </a:lnTo>
                <a:lnTo>
                  <a:pt x="877410" y="91739"/>
                </a:lnTo>
                <a:lnTo>
                  <a:pt x="877714" y="92564"/>
                </a:lnTo>
                <a:lnTo>
                  <a:pt x="878033" y="93381"/>
                </a:lnTo>
                <a:lnTo>
                  <a:pt x="878368" y="94189"/>
                </a:lnTo>
                <a:lnTo>
                  <a:pt x="878718" y="94989"/>
                </a:lnTo>
                <a:lnTo>
                  <a:pt x="879084" y="95781"/>
                </a:lnTo>
                <a:lnTo>
                  <a:pt x="879465" y="96548"/>
                </a:lnTo>
                <a:lnTo>
                  <a:pt x="879860" y="97301"/>
                </a:lnTo>
                <a:lnTo>
                  <a:pt x="880268" y="98041"/>
                </a:lnTo>
                <a:lnTo>
                  <a:pt x="880691" y="98766"/>
                </a:lnTo>
                <a:lnTo>
                  <a:pt x="881127" y="99478"/>
                </a:lnTo>
                <a:lnTo>
                  <a:pt x="881577" y="100176"/>
                </a:lnTo>
                <a:lnTo>
                  <a:pt x="882041" y="100859"/>
                </a:lnTo>
                <a:lnTo>
                  <a:pt x="882519" y="101529"/>
                </a:lnTo>
                <a:lnTo>
                  <a:pt x="883011" y="102185"/>
                </a:lnTo>
                <a:lnTo>
                  <a:pt x="883517" y="102827"/>
                </a:lnTo>
                <a:lnTo>
                  <a:pt x="884037" y="103455"/>
                </a:lnTo>
                <a:lnTo>
                  <a:pt x="884570" y="104070"/>
                </a:lnTo>
                <a:lnTo>
                  <a:pt x="885118" y="104670"/>
                </a:lnTo>
                <a:lnTo>
                  <a:pt x="885679" y="105257"/>
                </a:lnTo>
                <a:lnTo>
                  <a:pt x="886254" y="105829"/>
                </a:lnTo>
                <a:lnTo>
                  <a:pt x="886844" y="106388"/>
                </a:lnTo>
                <a:lnTo>
                  <a:pt x="887447" y="106932"/>
                </a:lnTo>
                <a:lnTo>
                  <a:pt x="888064" y="107463"/>
                </a:lnTo>
                <a:lnTo>
                  <a:pt x="888695" y="107980"/>
                </a:lnTo>
                <a:lnTo>
                  <a:pt x="889340" y="108483"/>
                </a:lnTo>
                <a:lnTo>
                  <a:pt x="889998" y="108972"/>
                </a:lnTo>
                <a:lnTo>
                  <a:pt x="890671" y="109448"/>
                </a:lnTo>
                <a:lnTo>
                  <a:pt x="891358" y="109909"/>
                </a:lnTo>
                <a:lnTo>
                  <a:pt x="892058" y="110356"/>
                </a:lnTo>
                <a:lnTo>
                  <a:pt x="892771" y="110788"/>
                </a:lnTo>
                <a:lnTo>
                  <a:pt x="893496" y="111201"/>
                </a:lnTo>
                <a:lnTo>
                  <a:pt x="894233" y="111595"/>
                </a:lnTo>
                <a:lnTo>
                  <a:pt x="894981" y="111971"/>
                </a:lnTo>
                <a:lnTo>
                  <a:pt x="895741" y="112329"/>
                </a:lnTo>
                <a:lnTo>
                  <a:pt x="896513" y="112669"/>
                </a:lnTo>
                <a:lnTo>
                  <a:pt x="897296" y="112990"/>
                </a:lnTo>
                <a:lnTo>
                  <a:pt x="898091" y="113293"/>
                </a:lnTo>
                <a:lnTo>
                  <a:pt x="898898" y="113577"/>
                </a:lnTo>
                <a:lnTo>
                  <a:pt x="899716" y="113843"/>
                </a:lnTo>
                <a:lnTo>
                  <a:pt x="900546" y="114091"/>
                </a:lnTo>
                <a:lnTo>
                  <a:pt x="901388" y="114321"/>
                </a:lnTo>
                <a:lnTo>
                  <a:pt x="902241" y="114532"/>
                </a:lnTo>
                <a:lnTo>
                  <a:pt x="903106" y="114724"/>
                </a:lnTo>
                <a:lnTo>
                  <a:pt x="903983" y="114899"/>
                </a:lnTo>
                <a:lnTo>
                  <a:pt x="904872" y="115055"/>
                </a:lnTo>
                <a:lnTo>
                  <a:pt x="905772" y="115192"/>
                </a:lnTo>
                <a:lnTo>
                  <a:pt x="906683" y="115312"/>
                </a:lnTo>
                <a:lnTo>
                  <a:pt x="907607" y="115413"/>
                </a:lnTo>
                <a:lnTo>
                  <a:pt x="908542" y="115495"/>
                </a:lnTo>
                <a:lnTo>
                  <a:pt x="909489" y="115559"/>
                </a:lnTo>
                <a:lnTo>
                  <a:pt x="910447" y="115605"/>
                </a:lnTo>
                <a:lnTo>
                  <a:pt x="911418" y="115633"/>
                </a:lnTo>
                <a:lnTo>
                  <a:pt x="912399" y="115642"/>
                </a:lnTo>
                <a:lnTo>
                  <a:pt x="913381" y="115633"/>
                </a:lnTo>
                <a:lnTo>
                  <a:pt x="914352" y="115606"/>
                </a:lnTo>
                <a:lnTo>
                  <a:pt x="915310" y="115562"/>
                </a:lnTo>
                <a:lnTo>
                  <a:pt x="916257" y="115500"/>
                </a:lnTo>
                <a:close/>
                <a:moveTo>
                  <a:pt x="909441" y="104083"/>
                </a:moveTo>
                <a:lnTo>
                  <a:pt x="908728" y="103978"/>
                </a:lnTo>
                <a:lnTo>
                  <a:pt x="908025" y="103849"/>
                </a:lnTo>
                <a:lnTo>
                  <a:pt x="907333" y="103698"/>
                </a:lnTo>
                <a:lnTo>
                  <a:pt x="906651" y="103522"/>
                </a:lnTo>
                <a:lnTo>
                  <a:pt x="905980" y="103324"/>
                </a:lnTo>
                <a:lnTo>
                  <a:pt x="905320" y="103102"/>
                </a:lnTo>
                <a:lnTo>
                  <a:pt x="904670" y="102857"/>
                </a:lnTo>
                <a:lnTo>
                  <a:pt x="904031" y="102588"/>
                </a:lnTo>
                <a:lnTo>
                  <a:pt x="903402" y="102296"/>
                </a:lnTo>
                <a:lnTo>
                  <a:pt x="902784" y="101981"/>
                </a:lnTo>
                <a:lnTo>
                  <a:pt x="902176" y="101642"/>
                </a:lnTo>
                <a:lnTo>
                  <a:pt x="901579" y="101280"/>
                </a:lnTo>
                <a:lnTo>
                  <a:pt x="900993" y="100895"/>
                </a:lnTo>
                <a:lnTo>
                  <a:pt x="900417" y="100486"/>
                </a:lnTo>
                <a:lnTo>
                  <a:pt x="899852" y="100054"/>
                </a:lnTo>
                <a:lnTo>
                  <a:pt x="899297" y="99598"/>
                </a:lnTo>
                <a:lnTo>
                  <a:pt x="898753" y="99120"/>
                </a:lnTo>
                <a:lnTo>
                  <a:pt x="898219" y="98617"/>
                </a:lnTo>
                <a:lnTo>
                  <a:pt x="897696" y="98092"/>
                </a:lnTo>
                <a:lnTo>
                  <a:pt x="897183" y="97543"/>
                </a:lnTo>
                <a:lnTo>
                  <a:pt x="896700" y="96960"/>
                </a:lnTo>
                <a:lnTo>
                  <a:pt x="896237" y="96358"/>
                </a:lnTo>
                <a:lnTo>
                  <a:pt x="895794" y="95738"/>
                </a:lnTo>
                <a:lnTo>
                  <a:pt x="895373" y="95100"/>
                </a:lnTo>
                <a:lnTo>
                  <a:pt x="894971" y="94444"/>
                </a:lnTo>
                <a:lnTo>
                  <a:pt x="894591" y="93769"/>
                </a:lnTo>
                <a:lnTo>
                  <a:pt x="894231" y="93076"/>
                </a:lnTo>
                <a:lnTo>
                  <a:pt x="893891" y="92364"/>
                </a:lnTo>
                <a:lnTo>
                  <a:pt x="893572" y="91634"/>
                </a:lnTo>
                <a:lnTo>
                  <a:pt x="893274" y="90886"/>
                </a:lnTo>
                <a:lnTo>
                  <a:pt x="892996" y="90119"/>
                </a:lnTo>
                <a:lnTo>
                  <a:pt x="892739" y="89334"/>
                </a:lnTo>
                <a:lnTo>
                  <a:pt x="892502" y="88531"/>
                </a:lnTo>
                <a:lnTo>
                  <a:pt x="892286" y="87709"/>
                </a:lnTo>
                <a:lnTo>
                  <a:pt x="892091" y="86869"/>
                </a:lnTo>
                <a:lnTo>
                  <a:pt x="891916" y="86011"/>
                </a:lnTo>
                <a:lnTo>
                  <a:pt x="891761" y="85134"/>
                </a:lnTo>
                <a:lnTo>
                  <a:pt x="891628" y="84239"/>
                </a:lnTo>
                <a:lnTo>
                  <a:pt x="891514" y="83325"/>
                </a:lnTo>
                <a:lnTo>
                  <a:pt x="891422" y="82394"/>
                </a:lnTo>
                <a:lnTo>
                  <a:pt x="891350" y="81443"/>
                </a:lnTo>
                <a:lnTo>
                  <a:pt x="891298" y="80475"/>
                </a:lnTo>
                <a:lnTo>
                  <a:pt x="891267" y="79488"/>
                </a:lnTo>
                <a:lnTo>
                  <a:pt x="891257" y="78483"/>
                </a:lnTo>
                <a:lnTo>
                  <a:pt x="891257" y="67751"/>
                </a:lnTo>
                <a:lnTo>
                  <a:pt x="891267" y="66746"/>
                </a:lnTo>
                <a:lnTo>
                  <a:pt x="891298" y="65760"/>
                </a:lnTo>
                <a:lnTo>
                  <a:pt x="891350" y="64793"/>
                </a:lnTo>
                <a:lnTo>
                  <a:pt x="891422" y="63845"/>
                </a:lnTo>
                <a:lnTo>
                  <a:pt x="891514" y="62916"/>
                </a:lnTo>
                <a:lnTo>
                  <a:pt x="891628" y="62005"/>
                </a:lnTo>
                <a:lnTo>
                  <a:pt x="891761" y="61114"/>
                </a:lnTo>
                <a:lnTo>
                  <a:pt x="891916" y="60241"/>
                </a:lnTo>
                <a:lnTo>
                  <a:pt x="892091" y="59388"/>
                </a:lnTo>
                <a:lnTo>
                  <a:pt x="892286" y="58553"/>
                </a:lnTo>
                <a:lnTo>
                  <a:pt x="892502" y="57737"/>
                </a:lnTo>
                <a:lnTo>
                  <a:pt x="892739" y="56940"/>
                </a:lnTo>
                <a:lnTo>
                  <a:pt x="892996" y="56162"/>
                </a:lnTo>
                <a:lnTo>
                  <a:pt x="893274" y="55403"/>
                </a:lnTo>
                <a:lnTo>
                  <a:pt x="893572" y="54663"/>
                </a:lnTo>
                <a:lnTo>
                  <a:pt x="893891" y="53941"/>
                </a:lnTo>
                <a:lnTo>
                  <a:pt x="894231" y="53239"/>
                </a:lnTo>
                <a:lnTo>
                  <a:pt x="894591" y="52555"/>
                </a:lnTo>
                <a:lnTo>
                  <a:pt x="894971" y="51891"/>
                </a:lnTo>
                <a:lnTo>
                  <a:pt x="895373" y="51245"/>
                </a:lnTo>
                <a:lnTo>
                  <a:pt x="895794" y="50618"/>
                </a:lnTo>
                <a:lnTo>
                  <a:pt x="896237" y="50011"/>
                </a:lnTo>
                <a:lnTo>
                  <a:pt x="896700" y="49422"/>
                </a:lnTo>
                <a:lnTo>
                  <a:pt x="897183" y="48852"/>
                </a:lnTo>
                <a:lnTo>
                  <a:pt x="897696" y="48290"/>
                </a:lnTo>
                <a:lnTo>
                  <a:pt x="898219" y="47751"/>
                </a:lnTo>
                <a:lnTo>
                  <a:pt x="898753" y="47237"/>
                </a:lnTo>
                <a:lnTo>
                  <a:pt x="899297" y="46747"/>
                </a:lnTo>
                <a:lnTo>
                  <a:pt x="899852" y="46281"/>
                </a:lnTo>
                <a:lnTo>
                  <a:pt x="900417" y="45838"/>
                </a:lnTo>
                <a:lnTo>
                  <a:pt x="900993" y="45420"/>
                </a:lnTo>
                <a:lnTo>
                  <a:pt x="901579" y="45025"/>
                </a:lnTo>
                <a:lnTo>
                  <a:pt x="902176" y="44655"/>
                </a:lnTo>
                <a:lnTo>
                  <a:pt x="902784" y="44308"/>
                </a:lnTo>
                <a:lnTo>
                  <a:pt x="903402" y="43985"/>
                </a:lnTo>
                <a:lnTo>
                  <a:pt x="904031" y="43686"/>
                </a:lnTo>
                <a:lnTo>
                  <a:pt x="904670" y="43411"/>
                </a:lnTo>
                <a:lnTo>
                  <a:pt x="905320" y="43160"/>
                </a:lnTo>
                <a:lnTo>
                  <a:pt x="905980" y="42933"/>
                </a:lnTo>
                <a:lnTo>
                  <a:pt x="906651" y="42729"/>
                </a:lnTo>
                <a:lnTo>
                  <a:pt x="907333" y="42550"/>
                </a:lnTo>
                <a:lnTo>
                  <a:pt x="908025" y="42395"/>
                </a:lnTo>
                <a:lnTo>
                  <a:pt x="908728" y="42263"/>
                </a:lnTo>
                <a:lnTo>
                  <a:pt x="909441" y="42156"/>
                </a:lnTo>
                <a:lnTo>
                  <a:pt x="910165" y="42072"/>
                </a:lnTo>
                <a:lnTo>
                  <a:pt x="910899" y="42012"/>
                </a:lnTo>
                <a:lnTo>
                  <a:pt x="911644" y="41976"/>
                </a:lnTo>
                <a:lnTo>
                  <a:pt x="912399" y="41964"/>
                </a:lnTo>
                <a:lnTo>
                  <a:pt x="913168" y="41976"/>
                </a:lnTo>
                <a:lnTo>
                  <a:pt x="913924" y="42012"/>
                </a:lnTo>
                <a:lnTo>
                  <a:pt x="914669" y="42072"/>
                </a:lnTo>
                <a:lnTo>
                  <a:pt x="915403" y="42156"/>
                </a:lnTo>
                <a:lnTo>
                  <a:pt x="916124" y="42263"/>
                </a:lnTo>
                <a:lnTo>
                  <a:pt x="916834" y="42395"/>
                </a:lnTo>
                <a:lnTo>
                  <a:pt x="917532" y="42550"/>
                </a:lnTo>
                <a:lnTo>
                  <a:pt x="918219" y="42729"/>
                </a:lnTo>
                <a:lnTo>
                  <a:pt x="918894" y="42933"/>
                </a:lnTo>
                <a:lnTo>
                  <a:pt x="919557" y="43160"/>
                </a:lnTo>
                <a:lnTo>
                  <a:pt x="920209" y="43411"/>
                </a:lnTo>
                <a:lnTo>
                  <a:pt x="920848" y="43686"/>
                </a:lnTo>
                <a:lnTo>
                  <a:pt x="921477" y="43985"/>
                </a:lnTo>
                <a:lnTo>
                  <a:pt x="922093" y="44308"/>
                </a:lnTo>
                <a:lnTo>
                  <a:pt x="922698" y="44655"/>
                </a:lnTo>
                <a:lnTo>
                  <a:pt x="923291" y="45025"/>
                </a:lnTo>
                <a:lnTo>
                  <a:pt x="923872" y="45420"/>
                </a:lnTo>
                <a:lnTo>
                  <a:pt x="924442" y="45838"/>
                </a:lnTo>
                <a:lnTo>
                  <a:pt x="925000" y="46281"/>
                </a:lnTo>
                <a:lnTo>
                  <a:pt x="925547" y="46747"/>
                </a:lnTo>
                <a:lnTo>
                  <a:pt x="926081" y="47237"/>
                </a:lnTo>
                <a:lnTo>
                  <a:pt x="926604" y="47751"/>
                </a:lnTo>
                <a:lnTo>
                  <a:pt x="927116" y="48290"/>
                </a:lnTo>
                <a:lnTo>
                  <a:pt x="927616" y="48852"/>
                </a:lnTo>
                <a:lnTo>
                  <a:pt x="928099" y="49422"/>
                </a:lnTo>
                <a:lnTo>
                  <a:pt x="928562" y="50011"/>
                </a:lnTo>
                <a:lnTo>
                  <a:pt x="929005" y="50618"/>
                </a:lnTo>
                <a:lnTo>
                  <a:pt x="929426" y="51245"/>
                </a:lnTo>
                <a:lnTo>
                  <a:pt x="929828" y="51891"/>
                </a:lnTo>
                <a:lnTo>
                  <a:pt x="930208" y="52555"/>
                </a:lnTo>
                <a:lnTo>
                  <a:pt x="930568" y="53239"/>
                </a:lnTo>
                <a:lnTo>
                  <a:pt x="930908" y="53941"/>
                </a:lnTo>
                <a:lnTo>
                  <a:pt x="931227" y="54663"/>
                </a:lnTo>
                <a:lnTo>
                  <a:pt x="931525" y="55403"/>
                </a:lnTo>
                <a:lnTo>
                  <a:pt x="931803" y="56162"/>
                </a:lnTo>
                <a:lnTo>
                  <a:pt x="932060" y="56940"/>
                </a:lnTo>
                <a:lnTo>
                  <a:pt x="932297" y="57737"/>
                </a:lnTo>
                <a:lnTo>
                  <a:pt x="932513" y="58553"/>
                </a:lnTo>
                <a:lnTo>
                  <a:pt x="932708" y="59388"/>
                </a:lnTo>
                <a:lnTo>
                  <a:pt x="932883" y="60241"/>
                </a:lnTo>
                <a:lnTo>
                  <a:pt x="933038" y="61114"/>
                </a:lnTo>
                <a:lnTo>
                  <a:pt x="933171" y="62005"/>
                </a:lnTo>
                <a:lnTo>
                  <a:pt x="933285" y="62916"/>
                </a:lnTo>
                <a:lnTo>
                  <a:pt x="933377" y="63845"/>
                </a:lnTo>
                <a:lnTo>
                  <a:pt x="933449" y="64793"/>
                </a:lnTo>
                <a:lnTo>
                  <a:pt x="933501" y="65760"/>
                </a:lnTo>
                <a:lnTo>
                  <a:pt x="933531" y="66746"/>
                </a:lnTo>
                <a:lnTo>
                  <a:pt x="933542" y="67751"/>
                </a:lnTo>
                <a:lnTo>
                  <a:pt x="933542" y="78483"/>
                </a:lnTo>
                <a:lnTo>
                  <a:pt x="933531" y="79488"/>
                </a:lnTo>
                <a:lnTo>
                  <a:pt x="933501" y="80475"/>
                </a:lnTo>
                <a:lnTo>
                  <a:pt x="933449" y="81443"/>
                </a:lnTo>
                <a:lnTo>
                  <a:pt x="933377" y="82394"/>
                </a:lnTo>
                <a:lnTo>
                  <a:pt x="933285" y="83325"/>
                </a:lnTo>
                <a:lnTo>
                  <a:pt x="933171" y="84239"/>
                </a:lnTo>
                <a:lnTo>
                  <a:pt x="933038" y="85134"/>
                </a:lnTo>
                <a:lnTo>
                  <a:pt x="932883" y="86011"/>
                </a:lnTo>
                <a:lnTo>
                  <a:pt x="932708" y="86869"/>
                </a:lnTo>
                <a:lnTo>
                  <a:pt x="932513" y="87709"/>
                </a:lnTo>
                <a:lnTo>
                  <a:pt x="932297" y="88531"/>
                </a:lnTo>
                <a:lnTo>
                  <a:pt x="932060" y="89334"/>
                </a:lnTo>
                <a:lnTo>
                  <a:pt x="931803" y="90119"/>
                </a:lnTo>
                <a:lnTo>
                  <a:pt x="931525" y="90886"/>
                </a:lnTo>
                <a:lnTo>
                  <a:pt x="931227" y="91634"/>
                </a:lnTo>
                <a:lnTo>
                  <a:pt x="930908" y="92364"/>
                </a:lnTo>
                <a:lnTo>
                  <a:pt x="930568" y="93076"/>
                </a:lnTo>
                <a:lnTo>
                  <a:pt x="930208" y="93769"/>
                </a:lnTo>
                <a:lnTo>
                  <a:pt x="929828" y="94444"/>
                </a:lnTo>
                <a:lnTo>
                  <a:pt x="929426" y="95100"/>
                </a:lnTo>
                <a:lnTo>
                  <a:pt x="929005" y="95738"/>
                </a:lnTo>
                <a:lnTo>
                  <a:pt x="928562" y="96358"/>
                </a:lnTo>
                <a:lnTo>
                  <a:pt x="928099" y="96960"/>
                </a:lnTo>
                <a:lnTo>
                  <a:pt x="927616" y="97543"/>
                </a:lnTo>
                <a:lnTo>
                  <a:pt x="927116" y="98092"/>
                </a:lnTo>
                <a:lnTo>
                  <a:pt x="926604" y="98617"/>
                </a:lnTo>
                <a:lnTo>
                  <a:pt x="926081" y="99120"/>
                </a:lnTo>
                <a:lnTo>
                  <a:pt x="925547" y="99598"/>
                </a:lnTo>
                <a:lnTo>
                  <a:pt x="925000" y="100054"/>
                </a:lnTo>
                <a:lnTo>
                  <a:pt x="924442" y="100486"/>
                </a:lnTo>
                <a:lnTo>
                  <a:pt x="923872" y="100895"/>
                </a:lnTo>
                <a:lnTo>
                  <a:pt x="923291" y="101280"/>
                </a:lnTo>
                <a:lnTo>
                  <a:pt x="922698" y="101642"/>
                </a:lnTo>
                <a:lnTo>
                  <a:pt x="922093" y="101981"/>
                </a:lnTo>
                <a:lnTo>
                  <a:pt x="921477" y="102296"/>
                </a:lnTo>
                <a:lnTo>
                  <a:pt x="920848" y="102588"/>
                </a:lnTo>
                <a:lnTo>
                  <a:pt x="920209" y="102857"/>
                </a:lnTo>
                <a:lnTo>
                  <a:pt x="919557" y="103102"/>
                </a:lnTo>
                <a:lnTo>
                  <a:pt x="918894" y="103324"/>
                </a:lnTo>
                <a:lnTo>
                  <a:pt x="918219" y="103522"/>
                </a:lnTo>
                <a:lnTo>
                  <a:pt x="917532" y="103698"/>
                </a:lnTo>
                <a:lnTo>
                  <a:pt x="916834" y="103849"/>
                </a:lnTo>
                <a:lnTo>
                  <a:pt x="916124" y="103978"/>
                </a:lnTo>
                <a:lnTo>
                  <a:pt x="915403" y="104083"/>
                </a:lnTo>
                <a:lnTo>
                  <a:pt x="914669" y="104165"/>
                </a:lnTo>
                <a:lnTo>
                  <a:pt x="913924" y="104223"/>
                </a:lnTo>
                <a:lnTo>
                  <a:pt x="913168" y="104258"/>
                </a:lnTo>
                <a:lnTo>
                  <a:pt x="912399" y="104270"/>
                </a:lnTo>
                <a:lnTo>
                  <a:pt x="911644" y="104258"/>
                </a:lnTo>
                <a:lnTo>
                  <a:pt x="910899" y="104223"/>
                </a:lnTo>
                <a:lnTo>
                  <a:pt x="910165" y="104165"/>
                </a:lnTo>
                <a:lnTo>
                  <a:pt x="909441" y="104083"/>
                </a:lnTo>
                <a:close/>
                <a:moveTo>
                  <a:pt x="523744" y="115572"/>
                </a:moveTo>
                <a:lnTo>
                  <a:pt x="524240" y="115542"/>
                </a:lnTo>
                <a:lnTo>
                  <a:pt x="524732" y="115506"/>
                </a:lnTo>
                <a:lnTo>
                  <a:pt x="525219" y="115464"/>
                </a:lnTo>
                <a:lnTo>
                  <a:pt x="525702" y="115417"/>
                </a:lnTo>
                <a:lnTo>
                  <a:pt x="526180" y="115364"/>
                </a:lnTo>
                <a:lnTo>
                  <a:pt x="526654" y="115305"/>
                </a:lnTo>
                <a:lnTo>
                  <a:pt x="527123" y="115242"/>
                </a:lnTo>
                <a:lnTo>
                  <a:pt x="527588" y="115172"/>
                </a:lnTo>
                <a:lnTo>
                  <a:pt x="528049" y="115097"/>
                </a:lnTo>
                <a:lnTo>
                  <a:pt x="528505" y="115016"/>
                </a:lnTo>
                <a:lnTo>
                  <a:pt x="528956" y="114930"/>
                </a:lnTo>
                <a:lnTo>
                  <a:pt x="529403" y="114838"/>
                </a:lnTo>
                <a:lnTo>
                  <a:pt x="529846" y="114741"/>
                </a:lnTo>
                <a:lnTo>
                  <a:pt x="530284" y="114638"/>
                </a:lnTo>
                <a:lnTo>
                  <a:pt x="530718" y="114530"/>
                </a:lnTo>
                <a:lnTo>
                  <a:pt x="531148" y="114416"/>
                </a:lnTo>
                <a:lnTo>
                  <a:pt x="531572" y="114296"/>
                </a:lnTo>
                <a:lnTo>
                  <a:pt x="531993" y="114171"/>
                </a:lnTo>
                <a:lnTo>
                  <a:pt x="532409" y="114040"/>
                </a:lnTo>
                <a:lnTo>
                  <a:pt x="532820" y="113918"/>
                </a:lnTo>
                <a:lnTo>
                  <a:pt x="533227" y="113790"/>
                </a:lnTo>
                <a:lnTo>
                  <a:pt x="533630" y="113657"/>
                </a:lnTo>
                <a:lnTo>
                  <a:pt x="534028" y="113520"/>
                </a:lnTo>
                <a:lnTo>
                  <a:pt x="534422" y="113377"/>
                </a:lnTo>
                <a:lnTo>
                  <a:pt x="534811" y="113229"/>
                </a:lnTo>
                <a:lnTo>
                  <a:pt x="535196" y="113077"/>
                </a:lnTo>
                <a:lnTo>
                  <a:pt x="535577" y="112919"/>
                </a:lnTo>
                <a:lnTo>
                  <a:pt x="535953" y="112756"/>
                </a:lnTo>
                <a:lnTo>
                  <a:pt x="536324" y="112589"/>
                </a:lnTo>
                <a:lnTo>
                  <a:pt x="536691" y="112416"/>
                </a:lnTo>
                <a:lnTo>
                  <a:pt x="537054" y="112238"/>
                </a:lnTo>
                <a:lnTo>
                  <a:pt x="537412" y="112056"/>
                </a:lnTo>
                <a:lnTo>
                  <a:pt x="537766" y="111868"/>
                </a:lnTo>
                <a:lnTo>
                  <a:pt x="538115" y="111675"/>
                </a:lnTo>
                <a:lnTo>
                  <a:pt x="538460" y="111478"/>
                </a:lnTo>
                <a:lnTo>
                  <a:pt x="538800" y="111275"/>
                </a:lnTo>
                <a:lnTo>
                  <a:pt x="539136" y="111067"/>
                </a:lnTo>
                <a:lnTo>
                  <a:pt x="539467" y="110854"/>
                </a:lnTo>
                <a:lnTo>
                  <a:pt x="539794" y="110637"/>
                </a:lnTo>
                <a:lnTo>
                  <a:pt x="540117" y="110414"/>
                </a:lnTo>
                <a:lnTo>
                  <a:pt x="540435" y="110186"/>
                </a:lnTo>
                <a:lnTo>
                  <a:pt x="540749" y="109953"/>
                </a:lnTo>
                <a:lnTo>
                  <a:pt x="541058" y="109716"/>
                </a:lnTo>
                <a:lnTo>
                  <a:pt x="541363" y="109460"/>
                </a:lnTo>
                <a:lnTo>
                  <a:pt x="541663" y="109200"/>
                </a:lnTo>
                <a:lnTo>
                  <a:pt x="541959" y="108935"/>
                </a:lnTo>
                <a:lnTo>
                  <a:pt x="542250" y="108666"/>
                </a:lnTo>
                <a:lnTo>
                  <a:pt x="542537" y="108392"/>
                </a:lnTo>
                <a:lnTo>
                  <a:pt x="542820" y="108114"/>
                </a:lnTo>
                <a:lnTo>
                  <a:pt x="543098" y="107831"/>
                </a:lnTo>
                <a:lnTo>
                  <a:pt x="543372" y="107545"/>
                </a:lnTo>
                <a:lnTo>
                  <a:pt x="543641" y="107253"/>
                </a:lnTo>
                <a:lnTo>
                  <a:pt x="543905" y="106957"/>
                </a:lnTo>
                <a:lnTo>
                  <a:pt x="544166" y="106657"/>
                </a:lnTo>
                <a:lnTo>
                  <a:pt x="544422" y="106352"/>
                </a:lnTo>
                <a:lnTo>
                  <a:pt x="544673" y="106043"/>
                </a:lnTo>
                <a:lnTo>
                  <a:pt x="544920" y="105729"/>
                </a:lnTo>
                <a:lnTo>
                  <a:pt x="545162" y="105411"/>
                </a:lnTo>
                <a:lnTo>
                  <a:pt x="545400" y="105089"/>
                </a:lnTo>
                <a:lnTo>
                  <a:pt x="545634" y="104762"/>
                </a:lnTo>
                <a:lnTo>
                  <a:pt x="545863" y="104430"/>
                </a:lnTo>
                <a:lnTo>
                  <a:pt x="546088" y="104094"/>
                </a:lnTo>
                <a:lnTo>
                  <a:pt x="546308" y="103754"/>
                </a:lnTo>
                <a:lnTo>
                  <a:pt x="546524" y="103409"/>
                </a:lnTo>
                <a:lnTo>
                  <a:pt x="546735" y="103060"/>
                </a:lnTo>
                <a:lnTo>
                  <a:pt x="546942" y="102706"/>
                </a:lnTo>
                <a:lnTo>
                  <a:pt x="547144" y="102348"/>
                </a:lnTo>
                <a:lnTo>
                  <a:pt x="547172" y="102667"/>
                </a:lnTo>
                <a:lnTo>
                  <a:pt x="547202" y="102983"/>
                </a:lnTo>
                <a:lnTo>
                  <a:pt x="547234" y="103296"/>
                </a:lnTo>
                <a:lnTo>
                  <a:pt x="547269" y="103607"/>
                </a:lnTo>
                <a:lnTo>
                  <a:pt x="547306" y="103915"/>
                </a:lnTo>
                <a:lnTo>
                  <a:pt x="547345" y="104220"/>
                </a:lnTo>
                <a:lnTo>
                  <a:pt x="547386" y="104522"/>
                </a:lnTo>
                <a:lnTo>
                  <a:pt x="547429" y="104822"/>
                </a:lnTo>
                <a:lnTo>
                  <a:pt x="547475" y="105118"/>
                </a:lnTo>
                <a:lnTo>
                  <a:pt x="547523" y="105412"/>
                </a:lnTo>
                <a:lnTo>
                  <a:pt x="547573" y="105703"/>
                </a:lnTo>
                <a:lnTo>
                  <a:pt x="547625" y="105992"/>
                </a:lnTo>
                <a:lnTo>
                  <a:pt x="547679" y="106277"/>
                </a:lnTo>
                <a:lnTo>
                  <a:pt x="547736" y="106560"/>
                </a:lnTo>
                <a:lnTo>
                  <a:pt x="547795" y="106840"/>
                </a:lnTo>
                <a:lnTo>
                  <a:pt x="547856" y="107117"/>
                </a:lnTo>
                <a:lnTo>
                  <a:pt x="547920" y="107392"/>
                </a:lnTo>
                <a:lnTo>
                  <a:pt x="547985" y="107664"/>
                </a:lnTo>
                <a:lnTo>
                  <a:pt x="548053" y="107932"/>
                </a:lnTo>
                <a:lnTo>
                  <a:pt x="548123" y="108199"/>
                </a:lnTo>
                <a:lnTo>
                  <a:pt x="548195" y="108462"/>
                </a:lnTo>
                <a:lnTo>
                  <a:pt x="548270" y="108722"/>
                </a:lnTo>
                <a:lnTo>
                  <a:pt x="548347" y="108980"/>
                </a:lnTo>
                <a:lnTo>
                  <a:pt x="548426" y="109235"/>
                </a:lnTo>
                <a:lnTo>
                  <a:pt x="548522" y="109487"/>
                </a:lnTo>
                <a:lnTo>
                  <a:pt x="548625" y="109733"/>
                </a:lnTo>
                <a:lnTo>
                  <a:pt x="548734" y="109976"/>
                </a:lnTo>
                <a:lnTo>
                  <a:pt x="548848" y="110214"/>
                </a:lnTo>
                <a:lnTo>
                  <a:pt x="548969" y="110448"/>
                </a:lnTo>
                <a:lnTo>
                  <a:pt x="549096" y="110677"/>
                </a:lnTo>
                <a:lnTo>
                  <a:pt x="549230" y="110901"/>
                </a:lnTo>
                <a:lnTo>
                  <a:pt x="549369" y="111122"/>
                </a:lnTo>
                <a:lnTo>
                  <a:pt x="549514" y="111337"/>
                </a:lnTo>
                <a:lnTo>
                  <a:pt x="549666" y="111549"/>
                </a:lnTo>
                <a:lnTo>
                  <a:pt x="549824" y="111756"/>
                </a:lnTo>
                <a:lnTo>
                  <a:pt x="549987" y="111958"/>
                </a:lnTo>
                <a:lnTo>
                  <a:pt x="550157" y="112156"/>
                </a:lnTo>
                <a:lnTo>
                  <a:pt x="550333" y="112350"/>
                </a:lnTo>
                <a:lnTo>
                  <a:pt x="550515" y="112539"/>
                </a:lnTo>
                <a:lnTo>
                  <a:pt x="550704" y="112723"/>
                </a:lnTo>
                <a:lnTo>
                  <a:pt x="550898" y="112903"/>
                </a:lnTo>
                <a:lnTo>
                  <a:pt x="551099" y="113079"/>
                </a:lnTo>
                <a:lnTo>
                  <a:pt x="551305" y="113251"/>
                </a:lnTo>
                <a:lnTo>
                  <a:pt x="551518" y="113417"/>
                </a:lnTo>
                <a:lnTo>
                  <a:pt x="551737" y="113580"/>
                </a:lnTo>
                <a:lnTo>
                  <a:pt x="551962" y="113738"/>
                </a:lnTo>
                <a:lnTo>
                  <a:pt x="552193" y="113891"/>
                </a:lnTo>
                <a:lnTo>
                  <a:pt x="552430" y="114040"/>
                </a:lnTo>
                <a:lnTo>
                  <a:pt x="552688" y="114171"/>
                </a:lnTo>
                <a:lnTo>
                  <a:pt x="552956" y="114296"/>
                </a:lnTo>
                <a:lnTo>
                  <a:pt x="553233" y="114416"/>
                </a:lnTo>
                <a:lnTo>
                  <a:pt x="553520" y="114530"/>
                </a:lnTo>
                <a:lnTo>
                  <a:pt x="553816" y="114638"/>
                </a:lnTo>
                <a:lnTo>
                  <a:pt x="554122" y="114741"/>
                </a:lnTo>
                <a:lnTo>
                  <a:pt x="554437" y="114838"/>
                </a:lnTo>
                <a:lnTo>
                  <a:pt x="554761" y="114930"/>
                </a:lnTo>
                <a:lnTo>
                  <a:pt x="555095" y="115016"/>
                </a:lnTo>
                <a:lnTo>
                  <a:pt x="555439" y="115097"/>
                </a:lnTo>
                <a:lnTo>
                  <a:pt x="555792" y="115172"/>
                </a:lnTo>
                <a:lnTo>
                  <a:pt x="556154" y="115242"/>
                </a:lnTo>
                <a:lnTo>
                  <a:pt x="556526" y="115305"/>
                </a:lnTo>
                <a:lnTo>
                  <a:pt x="556907" y="115364"/>
                </a:lnTo>
                <a:lnTo>
                  <a:pt x="557298" y="115417"/>
                </a:lnTo>
                <a:lnTo>
                  <a:pt x="557698" y="115464"/>
                </a:lnTo>
                <a:lnTo>
                  <a:pt x="558107" y="115506"/>
                </a:lnTo>
                <a:lnTo>
                  <a:pt x="558526" y="115542"/>
                </a:lnTo>
                <a:lnTo>
                  <a:pt x="558955" y="115572"/>
                </a:lnTo>
                <a:lnTo>
                  <a:pt x="559393" y="115597"/>
                </a:lnTo>
                <a:lnTo>
                  <a:pt x="559840" y="115617"/>
                </a:lnTo>
                <a:lnTo>
                  <a:pt x="560297" y="115631"/>
                </a:lnTo>
                <a:lnTo>
                  <a:pt x="560763" y="115639"/>
                </a:lnTo>
                <a:lnTo>
                  <a:pt x="561239" y="115642"/>
                </a:lnTo>
                <a:lnTo>
                  <a:pt x="561506" y="115641"/>
                </a:lnTo>
                <a:lnTo>
                  <a:pt x="561772" y="115636"/>
                </a:lnTo>
                <a:lnTo>
                  <a:pt x="562038" y="115629"/>
                </a:lnTo>
                <a:lnTo>
                  <a:pt x="562303" y="115620"/>
                </a:lnTo>
                <a:lnTo>
                  <a:pt x="562567" y="115607"/>
                </a:lnTo>
                <a:lnTo>
                  <a:pt x="562831" y="115592"/>
                </a:lnTo>
                <a:lnTo>
                  <a:pt x="563094" y="115574"/>
                </a:lnTo>
                <a:lnTo>
                  <a:pt x="563357" y="115553"/>
                </a:lnTo>
                <a:lnTo>
                  <a:pt x="563619" y="115529"/>
                </a:lnTo>
                <a:lnTo>
                  <a:pt x="563881" y="115503"/>
                </a:lnTo>
                <a:lnTo>
                  <a:pt x="564142" y="115474"/>
                </a:lnTo>
                <a:lnTo>
                  <a:pt x="564403" y="115442"/>
                </a:lnTo>
                <a:lnTo>
                  <a:pt x="564663" y="115407"/>
                </a:lnTo>
                <a:lnTo>
                  <a:pt x="564922" y="115369"/>
                </a:lnTo>
                <a:lnTo>
                  <a:pt x="565181" y="115329"/>
                </a:lnTo>
                <a:lnTo>
                  <a:pt x="565439" y="115286"/>
                </a:lnTo>
                <a:lnTo>
                  <a:pt x="565697" y="115240"/>
                </a:lnTo>
                <a:lnTo>
                  <a:pt x="565954" y="115191"/>
                </a:lnTo>
                <a:lnTo>
                  <a:pt x="566211" y="115140"/>
                </a:lnTo>
                <a:lnTo>
                  <a:pt x="566467" y="115086"/>
                </a:lnTo>
                <a:lnTo>
                  <a:pt x="566723" y="115029"/>
                </a:lnTo>
                <a:lnTo>
                  <a:pt x="566978" y="114969"/>
                </a:lnTo>
                <a:lnTo>
                  <a:pt x="567232" y="114906"/>
                </a:lnTo>
                <a:lnTo>
                  <a:pt x="567486" y="114841"/>
                </a:lnTo>
                <a:lnTo>
                  <a:pt x="567751" y="114773"/>
                </a:lnTo>
                <a:lnTo>
                  <a:pt x="568012" y="114703"/>
                </a:lnTo>
                <a:lnTo>
                  <a:pt x="568269" y="114631"/>
                </a:lnTo>
                <a:lnTo>
                  <a:pt x="568523" y="114556"/>
                </a:lnTo>
                <a:lnTo>
                  <a:pt x="568772" y="114480"/>
                </a:lnTo>
                <a:lnTo>
                  <a:pt x="569017" y="114401"/>
                </a:lnTo>
                <a:lnTo>
                  <a:pt x="569259" y="114319"/>
                </a:lnTo>
                <a:lnTo>
                  <a:pt x="569497" y="114236"/>
                </a:lnTo>
                <a:lnTo>
                  <a:pt x="569731" y="114150"/>
                </a:lnTo>
                <a:lnTo>
                  <a:pt x="569961" y="114062"/>
                </a:lnTo>
                <a:lnTo>
                  <a:pt x="570187" y="113972"/>
                </a:lnTo>
                <a:lnTo>
                  <a:pt x="570409" y="113880"/>
                </a:lnTo>
                <a:lnTo>
                  <a:pt x="570627" y="113786"/>
                </a:lnTo>
                <a:lnTo>
                  <a:pt x="570842" y="113689"/>
                </a:lnTo>
                <a:lnTo>
                  <a:pt x="571052" y="113590"/>
                </a:lnTo>
                <a:lnTo>
                  <a:pt x="571259" y="113489"/>
                </a:lnTo>
                <a:lnTo>
                  <a:pt x="571461" y="113385"/>
                </a:lnTo>
                <a:lnTo>
                  <a:pt x="571660" y="113279"/>
                </a:lnTo>
                <a:lnTo>
                  <a:pt x="571855" y="113172"/>
                </a:lnTo>
                <a:lnTo>
                  <a:pt x="572046" y="113061"/>
                </a:lnTo>
                <a:lnTo>
                  <a:pt x="572233" y="112949"/>
                </a:lnTo>
                <a:lnTo>
                  <a:pt x="572417" y="112835"/>
                </a:lnTo>
                <a:lnTo>
                  <a:pt x="572596" y="112718"/>
                </a:lnTo>
                <a:lnTo>
                  <a:pt x="572771" y="112599"/>
                </a:lnTo>
                <a:lnTo>
                  <a:pt x="572771" y="102188"/>
                </a:lnTo>
                <a:lnTo>
                  <a:pt x="572625" y="102293"/>
                </a:lnTo>
                <a:lnTo>
                  <a:pt x="572479" y="102395"/>
                </a:lnTo>
                <a:lnTo>
                  <a:pt x="572333" y="102493"/>
                </a:lnTo>
                <a:lnTo>
                  <a:pt x="572189" y="102588"/>
                </a:lnTo>
                <a:lnTo>
                  <a:pt x="572044" y="102680"/>
                </a:lnTo>
                <a:lnTo>
                  <a:pt x="571900" y="102768"/>
                </a:lnTo>
                <a:lnTo>
                  <a:pt x="571757" y="102853"/>
                </a:lnTo>
                <a:lnTo>
                  <a:pt x="571615" y="102935"/>
                </a:lnTo>
                <a:lnTo>
                  <a:pt x="571473" y="103014"/>
                </a:lnTo>
                <a:lnTo>
                  <a:pt x="571331" y="103089"/>
                </a:lnTo>
                <a:lnTo>
                  <a:pt x="571190" y="103160"/>
                </a:lnTo>
                <a:lnTo>
                  <a:pt x="571050" y="103229"/>
                </a:lnTo>
                <a:lnTo>
                  <a:pt x="570910" y="103294"/>
                </a:lnTo>
                <a:lnTo>
                  <a:pt x="570770" y="103356"/>
                </a:lnTo>
                <a:lnTo>
                  <a:pt x="570632" y="103414"/>
                </a:lnTo>
                <a:lnTo>
                  <a:pt x="570493" y="103469"/>
                </a:lnTo>
                <a:lnTo>
                  <a:pt x="570356" y="103521"/>
                </a:lnTo>
                <a:lnTo>
                  <a:pt x="570219" y="103569"/>
                </a:lnTo>
                <a:lnTo>
                  <a:pt x="570082" y="103614"/>
                </a:lnTo>
                <a:lnTo>
                  <a:pt x="569946" y="103656"/>
                </a:lnTo>
                <a:lnTo>
                  <a:pt x="569811" y="103694"/>
                </a:lnTo>
                <a:lnTo>
                  <a:pt x="569676" y="103729"/>
                </a:lnTo>
                <a:lnTo>
                  <a:pt x="569542" y="103761"/>
                </a:lnTo>
                <a:lnTo>
                  <a:pt x="569408" y="103789"/>
                </a:lnTo>
                <a:lnTo>
                  <a:pt x="569274" y="103816"/>
                </a:lnTo>
                <a:lnTo>
                  <a:pt x="569141" y="103841"/>
                </a:lnTo>
                <a:lnTo>
                  <a:pt x="569007" y="103865"/>
                </a:lnTo>
                <a:lnTo>
                  <a:pt x="568874" y="103887"/>
                </a:lnTo>
                <a:lnTo>
                  <a:pt x="568740" y="103909"/>
                </a:lnTo>
                <a:lnTo>
                  <a:pt x="568607" y="103930"/>
                </a:lnTo>
                <a:lnTo>
                  <a:pt x="568474" y="103949"/>
                </a:lnTo>
                <a:lnTo>
                  <a:pt x="568340" y="103967"/>
                </a:lnTo>
                <a:lnTo>
                  <a:pt x="568207" y="103985"/>
                </a:lnTo>
                <a:lnTo>
                  <a:pt x="568073" y="104001"/>
                </a:lnTo>
                <a:lnTo>
                  <a:pt x="567940" y="104016"/>
                </a:lnTo>
                <a:lnTo>
                  <a:pt x="567806" y="104030"/>
                </a:lnTo>
                <a:lnTo>
                  <a:pt x="567673" y="104042"/>
                </a:lnTo>
                <a:lnTo>
                  <a:pt x="567539" y="104054"/>
                </a:lnTo>
                <a:lnTo>
                  <a:pt x="567406" y="104065"/>
                </a:lnTo>
                <a:lnTo>
                  <a:pt x="567272" y="104074"/>
                </a:lnTo>
                <a:lnTo>
                  <a:pt x="567139" y="104083"/>
                </a:lnTo>
                <a:lnTo>
                  <a:pt x="567005" y="104090"/>
                </a:lnTo>
                <a:lnTo>
                  <a:pt x="566872" y="104096"/>
                </a:lnTo>
                <a:lnTo>
                  <a:pt x="566738" y="104101"/>
                </a:lnTo>
                <a:lnTo>
                  <a:pt x="566605" y="104105"/>
                </a:lnTo>
                <a:lnTo>
                  <a:pt x="566471" y="104108"/>
                </a:lnTo>
                <a:lnTo>
                  <a:pt x="566338" y="104109"/>
                </a:lnTo>
                <a:lnTo>
                  <a:pt x="566204" y="104110"/>
                </a:lnTo>
                <a:lnTo>
                  <a:pt x="566020" y="104108"/>
                </a:lnTo>
                <a:lnTo>
                  <a:pt x="565839" y="104102"/>
                </a:lnTo>
                <a:lnTo>
                  <a:pt x="565661" y="104092"/>
                </a:lnTo>
                <a:lnTo>
                  <a:pt x="565488" y="104079"/>
                </a:lnTo>
                <a:lnTo>
                  <a:pt x="565319" y="104061"/>
                </a:lnTo>
                <a:lnTo>
                  <a:pt x="565153" y="104040"/>
                </a:lnTo>
                <a:lnTo>
                  <a:pt x="564992" y="104014"/>
                </a:lnTo>
                <a:lnTo>
                  <a:pt x="564834" y="103985"/>
                </a:lnTo>
                <a:lnTo>
                  <a:pt x="564680" y="103952"/>
                </a:lnTo>
                <a:lnTo>
                  <a:pt x="564531" y="103915"/>
                </a:lnTo>
                <a:lnTo>
                  <a:pt x="564385" y="103874"/>
                </a:lnTo>
                <a:lnTo>
                  <a:pt x="564242" y="103829"/>
                </a:lnTo>
                <a:lnTo>
                  <a:pt x="564104" y="103781"/>
                </a:lnTo>
                <a:lnTo>
                  <a:pt x="563970" y="103728"/>
                </a:lnTo>
                <a:lnTo>
                  <a:pt x="563840" y="103672"/>
                </a:lnTo>
                <a:lnTo>
                  <a:pt x="563713" y="103611"/>
                </a:lnTo>
                <a:lnTo>
                  <a:pt x="563590" y="103547"/>
                </a:lnTo>
                <a:lnTo>
                  <a:pt x="563472" y="103479"/>
                </a:lnTo>
                <a:lnTo>
                  <a:pt x="563357" y="103407"/>
                </a:lnTo>
                <a:lnTo>
                  <a:pt x="563246" y="103331"/>
                </a:lnTo>
                <a:lnTo>
                  <a:pt x="563139" y="103251"/>
                </a:lnTo>
                <a:lnTo>
                  <a:pt x="563036" y="103168"/>
                </a:lnTo>
                <a:lnTo>
                  <a:pt x="562936" y="103080"/>
                </a:lnTo>
                <a:lnTo>
                  <a:pt x="562841" y="102989"/>
                </a:lnTo>
                <a:lnTo>
                  <a:pt x="562749" y="102893"/>
                </a:lnTo>
                <a:lnTo>
                  <a:pt x="562662" y="102792"/>
                </a:lnTo>
                <a:lnTo>
                  <a:pt x="562578" y="102686"/>
                </a:lnTo>
                <a:lnTo>
                  <a:pt x="562498" y="102575"/>
                </a:lnTo>
                <a:lnTo>
                  <a:pt x="562422" y="102459"/>
                </a:lnTo>
                <a:lnTo>
                  <a:pt x="562350" y="102338"/>
                </a:lnTo>
                <a:lnTo>
                  <a:pt x="562282" y="102212"/>
                </a:lnTo>
                <a:lnTo>
                  <a:pt x="562218" y="102081"/>
                </a:lnTo>
                <a:lnTo>
                  <a:pt x="562158" y="101945"/>
                </a:lnTo>
                <a:lnTo>
                  <a:pt x="562101" y="101804"/>
                </a:lnTo>
                <a:lnTo>
                  <a:pt x="562049" y="101658"/>
                </a:lnTo>
                <a:lnTo>
                  <a:pt x="562000" y="101507"/>
                </a:lnTo>
                <a:lnTo>
                  <a:pt x="561955" y="101351"/>
                </a:lnTo>
                <a:lnTo>
                  <a:pt x="561914" y="101190"/>
                </a:lnTo>
                <a:lnTo>
                  <a:pt x="561877" y="101024"/>
                </a:lnTo>
                <a:lnTo>
                  <a:pt x="561844" y="100853"/>
                </a:lnTo>
                <a:lnTo>
                  <a:pt x="561815" y="100677"/>
                </a:lnTo>
                <a:lnTo>
                  <a:pt x="561790" y="100496"/>
                </a:lnTo>
                <a:lnTo>
                  <a:pt x="561768" y="100310"/>
                </a:lnTo>
                <a:lnTo>
                  <a:pt x="561751" y="100119"/>
                </a:lnTo>
                <a:lnTo>
                  <a:pt x="561737" y="99923"/>
                </a:lnTo>
                <a:lnTo>
                  <a:pt x="561728" y="99722"/>
                </a:lnTo>
                <a:lnTo>
                  <a:pt x="561722" y="99516"/>
                </a:lnTo>
                <a:lnTo>
                  <a:pt x="561720" y="99305"/>
                </a:lnTo>
                <a:lnTo>
                  <a:pt x="561720" y="32194"/>
                </a:lnTo>
                <a:lnTo>
                  <a:pt x="545703" y="32194"/>
                </a:lnTo>
                <a:lnTo>
                  <a:pt x="545703" y="82006"/>
                </a:lnTo>
                <a:lnTo>
                  <a:pt x="545698" y="82498"/>
                </a:lnTo>
                <a:lnTo>
                  <a:pt x="545685" y="82986"/>
                </a:lnTo>
                <a:lnTo>
                  <a:pt x="545663" y="83471"/>
                </a:lnTo>
                <a:lnTo>
                  <a:pt x="545632" y="83951"/>
                </a:lnTo>
                <a:lnTo>
                  <a:pt x="545592" y="84427"/>
                </a:lnTo>
                <a:lnTo>
                  <a:pt x="545543" y="84900"/>
                </a:lnTo>
                <a:lnTo>
                  <a:pt x="545485" y="85368"/>
                </a:lnTo>
                <a:lnTo>
                  <a:pt x="545418" y="85833"/>
                </a:lnTo>
                <a:lnTo>
                  <a:pt x="545342" y="86293"/>
                </a:lnTo>
                <a:lnTo>
                  <a:pt x="545258" y="86750"/>
                </a:lnTo>
                <a:lnTo>
                  <a:pt x="545165" y="87203"/>
                </a:lnTo>
                <a:lnTo>
                  <a:pt x="545062" y="87652"/>
                </a:lnTo>
                <a:lnTo>
                  <a:pt x="544951" y="88098"/>
                </a:lnTo>
                <a:lnTo>
                  <a:pt x="544831" y="88539"/>
                </a:lnTo>
                <a:lnTo>
                  <a:pt x="544702" y="88976"/>
                </a:lnTo>
                <a:lnTo>
                  <a:pt x="544564" y="89410"/>
                </a:lnTo>
                <a:lnTo>
                  <a:pt x="544417" y="89839"/>
                </a:lnTo>
                <a:lnTo>
                  <a:pt x="544261" y="90265"/>
                </a:lnTo>
                <a:lnTo>
                  <a:pt x="544097" y="90687"/>
                </a:lnTo>
                <a:lnTo>
                  <a:pt x="543923" y="91105"/>
                </a:lnTo>
                <a:lnTo>
                  <a:pt x="543741" y="91519"/>
                </a:lnTo>
                <a:lnTo>
                  <a:pt x="543549" y="91929"/>
                </a:lnTo>
                <a:lnTo>
                  <a:pt x="543349" y="92335"/>
                </a:lnTo>
                <a:lnTo>
                  <a:pt x="543140" y="92738"/>
                </a:lnTo>
                <a:lnTo>
                  <a:pt x="542936" y="93135"/>
                </a:lnTo>
                <a:lnTo>
                  <a:pt x="542725" y="93525"/>
                </a:lnTo>
                <a:lnTo>
                  <a:pt x="542507" y="93909"/>
                </a:lnTo>
                <a:lnTo>
                  <a:pt x="542281" y="94286"/>
                </a:lnTo>
                <a:lnTo>
                  <a:pt x="542049" y="94656"/>
                </a:lnTo>
                <a:lnTo>
                  <a:pt x="541809" y="95020"/>
                </a:lnTo>
                <a:lnTo>
                  <a:pt x="541562" y="95377"/>
                </a:lnTo>
                <a:lnTo>
                  <a:pt x="541307" y="95728"/>
                </a:lnTo>
                <a:lnTo>
                  <a:pt x="541045" y="96071"/>
                </a:lnTo>
                <a:lnTo>
                  <a:pt x="540777" y="96408"/>
                </a:lnTo>
                <a:lnTo>
                  <a:pt x="540500" y="96739"/>
                </a:lnTo>
                <a:lnTo>
                  <a:pt x="540217" y="97062"/>
                </a:lnTo>
                <a:lnTo>
                  <a:pt x="539927" y="97379"/>
                </a:lnTo>
                <a:lnTo>
                  <a:pt x="539629" y="97690"/>
                </a:lnTo>
                <a:lnTo>
                  <a:pt x="539324" y="97993"/>
                </a:lnTo>
                <a:lnTo>
                  <a:pt x="539011" y="98290"/>
                </a:lnTo>
                <a:lnTo>
                  <a:pt x="538692" y="98581"/>
                </a:lnTo>
                <a:lnTo>
                  <a:pt x="538365" y="98864"/>
                </a:lnTo>
                <a:lnTo>
                  <a:pt x="538031" y="99141"/>
                </a:lnTo>
                <a:lnTo>
                  <a:pt x="537690" y="99411"/>
                </a:lnTo>
                <a:lnTo>
                  <a:pt x="537342" y="99675"/>
                </a:lnTo>
                <a:lnTo>
                  <a:pt x="536986" y="99932"/>
                </a:lnTo>
                <a:lnTo>
                  <a:pt x="536623" y="100182"/>
                </a:lnTo>
                <a:lnTo>
                  <a:pt x="536253" y="100426"/>
                </a:lnTo>
                <a:lnTo>
                  <a:pt x="535890" y="100648"/>
                </a:lnTo>
                <a:lnTo>
                  <a:pt x="535523" y="100861"/>
                </a:lnTo>
                <a:lnTo>
                  <a:pt x="535152" y="101064"/>
                </a:lnTo>
                <a:lnTo>
                  <a:pt x="534776" y="101258"/>
                </a:lnTo>
                <a:lnTo>
                  <a:pt x="534395" y="101442"/>
                </a:lnTo>
                <a:lnTo>
                  <a:pt x="534011" y="101617"/>
                </a:lnTo>
                <a:lnTo>
                  <a:pt x="533621" y="101783"/>
                </a:lnTo>
                <a:lnTo>
                  <a:pt x="533227" y="101939"/>
                </a:lnTo>
                <a:lnTo>
                  <a:pt x="532829" y="102085"/>
                </a:lnTo>
                <a:lnTo>
                  <a:pt x="532427" y="102222"/>
                </a:lnTo>
                <a:lnTo>
                  <a:pt x="532020" y="102350"/>
                </a:lnTo>
                <a:lnTo>
                  <a:pt x="531608" y="102468"/>
                </a:lnTo>
                <a:lnTo>
                  <a:pt x="531192" y="102577"/>
                </a:lnTo>
                <a:lnTo>
                  <a:pt x="530772" y="102676"/>
                </a:lnTo>
                <a:lnTo>
                  <a:pt x="530347" y="102766"/>
                </a:lnTo>
                <a:lnTo>
                  <a:pt x="529917" y="102846"/>
                </a:lnTo>
                <a:lnTo>
                  <a:pt x="529484" y="102917"/>
                </a:lnTo>
                <a:lnTo>
                  <a:pt x="529045" y="102979"/>
                </a:lnTo>
                <a:lnTo>
                  <a:pt x="528603" y="103031"/>
                </a:lnTo>
                <a:lnTo>
                  <a:pt x="528155" y="103073"/>
                </a:lnTo>
                <a:lnTo>
                  <a:pt x="527704" y="103106"/>
                </a:lnTo>
                <a:lnTo>
                  <a:pt x="527248" y="103130"/>
                </a:lnTo>
                <a:lnTo>
                  <a:pt x="526787" y="103144"/>
                </a:lnTo>
                <a:lnTo>
                  <a:pt x="526322" y="103149"/>
                </a:lnTo>
                <a:lnTo>
                  <a:pt x="525621" y="103140"/>
                </a:lnTo>
                <a:lnTo>
                  <a:pt x="524933" y="103114"/>
                </a:lnTo>
                <a:lnTo>
                  <a:pt x="524258" y="103071"/>
                </a:lnTo>
                <a:lnTo>
                  <a:pt x="523595" y="103011"/>
                </a:lnTo>
                <a:lnTo>
                  <a:pt x="522945" y="102933"/>
                </a:lnTo>
                <a:lnTo>
                  <a:pt x="522308" y="102838"/>
                </a:lnTo>
                <a:lnTo>
                  <a:pt x="521684" y="102726"/>
                </a:lnTo>
                <a:lnTo>
                  <a:pt x="521072" y="102597"/>
                </a:lnTo>
                <a:lnTo>
                  <a:pt x="520474" y="102451"/>
                </a:lnTo>
                <a:lnTo>
                  <a:pt x="519888" y="102287"/>
                </a:lnTo>
                <a:lnTo>
                  <a:pt x="519315" y="102106"/>
                </a:lnTo>
                <a:lnTo>
                  <a:pt x="518754" y="101907"/>
                </a:lnTo>
                <a:lnTo>
                  <a:pt x="518207" y="101692"/>
                </a:lnTo>
                <a:lnTo>
                  <a:pt x="517672" y="101459"/>
                </a:lnTo>
                <a:lnTo>
                  <a:pt x="517150" y="101209"/>
                </a:lnTo>
                <a:lnTo>
                  <a:pt x="516641" y="100942"/>
                </a:lnTo>
                <a:lnTo>
                  <a:pt x="516145" y="100658"/>
                </a:lnTo>
                <a:lnTo>
                  <a:pt x="515661" y="100356"/>
                </a:lnTo>
                <a:lnTo>
                  <a:pt x="515190" y="100037"/>
                </a:lnTo>
                <a:lnTo>
                  <a:pt x="514732" y="99701"/>
                </a:lnTo>
                <a:lnTo>
                  <a:pt x="514287" y="99347"/>
                </a:lnTo>
                <a:lnTo>
                  <a:pt x="513855" y="98977"/>
                </a:lnTo>
                <a:lnTo>
                  <a:pt x="513435" y="98589"/>
                </a:lnTo>
                <a:lnTo>
                  <a:pt x="513028" y="98184"/>
                </a:lnTo>
                <a:lnTo>
                  <a:pt x="512649" y="97761"/>
                </a:lnTo>
                <a:lnTo>
                  <a:pt x="512287" y="97319"/>
                </a:lnTo>
                <a:lnTo>
                  <a:pt x="511940" y="96860"/>
                </a:lnTo>
                <a:lnTo>
                  <a:pt x="511609" y="96382"/>
                </a:lnTo>
                <a:lnTo>
                  <a:pt x="511295" y="95885"/>
                </a:lnTo>
                <a:lnTo>
                  <a:pt x="510996" y="95371"/>
                </a:lnTo>
                <a:lnTo>
                  <a:pt x="510714" y="94837"/>
                </a:lnTo>
                <a:lnTo>
                  <a:pt x="510448" y="94286"/>
                </a:lnTo>
                <a:lnTo>
                  <a:pt x="510198" y="93716"/>
                </a:lnTo>
                <a:lnTo>
                  <a:pt x="509964" y="93128"/>
                </a:lnTo>
                <a:lnTo>
                  <a:pt x="509746" y="92522"/>
                </a:lnTo>
                <a:lnTo>
                  <a:pt x="509545" y="91897"/>
                </a:lnTo>
                <a:lnTo>
                  <a:pt x="509359" y="91254"/>
                </a:lnTo>
                <a:lnTo>
                  <a:pt x="509190" y="90592"/>
                </a:lnTo>
                <a:lnTo>
                  <a:pt x="509037" y="89912"/>
                </a:lnTo>
                <a:lnTo>
                  <a:pt x="508900" y="89214"/>
                </a:lnTo>
                <a:lnTo>
                  <a:pt x="508779" y="88497"/>
                </a:lnTo>
                <a:lnTo>
                  <a:pt x="508674" y="87763"/>
                </a:lnTo>
                <a:lnTo>
                  <a:pt x="508585" y="87009"/>
                </a:lnTo>
                <a:lnTo>
                  <a:pt x="508513" y="86238"/>
                </a:lnTo>
                <a:lnTo>
                  <a:pt x="508456" y="85448"/>
                </a:lnTo>
                <a:lnTo>
                  <a:pt x="508416" y="84639"/>
                </a:lnTo>
                <a:lnTo>
                  <a:pt x="508392" y="83813"/>
                </a:lnTo>
                <a:lnTo>
                  <a:pt x="508384" y="82967"/>
                </a:lnTo>
                <a:lnTo>
                  <a:pt x="508384" y="32194"/>
                </a:lnTo>
                <a:lnTo>
                  <a:pt x="492206" y="32194"/>
                </a:lnTo>
                <a:lnTo>
                  <a:pt x="492206" y="86011"/>
                </a:lnTo>
                <a:lnTo>
                  <a:pt x="492220" y="87239"/>
                </a:lnTo>
                <a:lnTo>
                  <a:pt x="492261" y="88441"/>
                </a:lnTo>
                <a:lnTo>
                  <a:pt x="492329" y="89617"/>
                </a:lnTo>
                <a:lnTo>
                  <a:pt x="492424" y="90767"/>
                </a:lnTo>
                <a:lnTo>
                  <a:pt x="492547" y="91890"/>
                </a:lnTo>
                <a:lnTo>
                  <a:pt x="492697" y="92988"/>
                </a:lnTo>
                <a:lnTo>
                  <a:pt x="492874" y="94059"/>
                </a:lnTo>
                <a:lnTo>
                  <a:pt x="493078" y="95105"/>
                </a:lnTo>
                <a:lnTo>
                  <a:pt x="493310" y="96124"/>
                </a:lnTo>
                <a:lnTo>
                  <a:pt x="493569" y="97117"/>
                </a:lnTo>
                <a:lnTo>
                  <a:pt x="493855" y="98084"/>
                </a:lnTo>
                <a:lnTo>
                  <a:pt x="494169" y="99024"/>
                </a:lnTo>
                <a:lnTo>
                  <a:pt x="494509" y="99939"/>
                </a:lnTo>
                <a:lnTo>
                  <a:pt x="494877" y="100827"/>
                </a:lnTo>
                <a:lnTo>
                  <a:pt x="495272" y="101690"/>
                </a:lnTo>
                <a:lnTo>
                  <a:pt x="495695" y="102526"/>
                </a:lnTo>
                <a:lnTo>
                  <a:pt x="496144" y="103336"/>
                </a:lnTo>
                <a:lnTo>
                  <a:pt x="496621" y="104120"/>
                </a:lnTo>
                <a:lnTo>
                  <a:pt x="497125" y="104878"/>
                </a:lnTo>
                <a:lnTo>
                  <a:pt x="497657" y="105609"/>
                </a:lnTo>
                <a:lnTo>
                  <a:pt x="498215" y="106315"/>
                </a:lnTo>
                <a:lnTo>
                  <a:pt x="498801" y="106994"/>
                </a:lnTo>
                <a:lnTo>
                  <a:pt x="499414" y="107647"/>
                </a:lnTo>
                <a:lnTo>
                  <a:pt x="500055" y="108274"/>
                </a:lnTo>
                <a:lnTo>
                  <a:pt x="500731" y="108875"/>
                </a:lnTo>
                <a:lnTo>
                  <a:pt x="501425" y="109451"/>
                </a:lnTo>
                <a:lnTo>
                  <a:pt x="502137" y="110001"/>
                </a:lnTo>
                <a:lnTo>
                  <a:pt x="502867" y="110525"/>
                </a:lnTo>
                <a:lnTo>
                  <a:pt x="503614" y="111024"/>
                </a:lnTo>
                <a:lnTo>
                  <a:pt x="504379" y="111498"/>
                </a:lnTo>
                <a:lnTo>
                  <a:pt x="505162" y="111945"/>
                </a:lnTo>
                <a:lnTo>
                  <a:pt x="505963" y="112367"/>
                </a:lnTo>
                <a:lnTo>
                  <a:pt x="506782" y="112764"/>
                </a:lnTo>
                <a:lnTo>
                  <a:pt x="507618" y="113135"/>
                </a:lnTo>
                <a:lnTo>
                  <a:pt x="508473" y="113480"/>
                </a:lnTo>
                <a:lnTo>
                  <a:pt x="509345" y="113800"/>
                </a:lnTo>
                <a:lnTo>
                  <a:pt x="510234" y="114094"/>
                </a:lnTo>
                <a:lnTo>
                  <a:pt x="511142" y="114363"/>
                </a:lnTo>
                <a:lnTo>
                  <a:pt x="512067" y="114606"/>
                </a:lnTo>
                <a:lnTo>
                  <a:pt x="513011" y="114823"/>
                </a:lnTo>
                <a:lnTo>
                  <a:pt x="513972" y="115015"/>
                </a:lnTo>
                <a:lnTo>
                  <a:pt x="514950" y="115181"/>
                </a:lnTo>
                <a:lnTo>
                  <a:pt x="515947" y="115322"/>
                </a:lnTo>
                <a:lnTo>
                  <a:pt x="516961" y="115437"/>
                </a:lnTo>
                <a:lnTo>
                  <a:pt x="517994" y="115527"/>
                </a:lnTo>
                <a:lnTo>
                  <a:pt x="519044" y="115591"/>
                </a:lnTo>
                <a:lnTo>
                  <a:pt x="520111" y="115629"/>
                </a:lnTo>
                <a:lnTo>
                  <a:pt x="521197" y="115642"/>
                </a:lnTo>
                <a:lnTo>
                  <a:pt x="521715" y="115639"/>
                </a:lnTo>
                <a:lnTo>
                  <a:pt x="522229" y="115631"/>
                </a:lnTo>
                <a:lnTo>
                  <a:pt x="522739" y="115617"/>
                </a:lnTo>
                <a:lnTo>
                  <a:pt x="523244" y="115597"/>
                </a:lnTo>
                <a:lnTo>
                  <a:pt x="523744" y="115572"/>
                </a:lnTo>
                <a:close/>
              </a:path>
            </a:pathLst>
          </a:custGeom>
          <a:solidFill xmlns:a="http://schemas.openxmlformats.org/drawingml/2006/main">
            <a:srgbClr val="24292E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3799DE-3E0B-4258-9796-31F165D953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7101" y="2850157"/>
            <a:ext cx="2170033" cy="1339617"/>
          </a:xfrm>
          <a:custGeom xmlns:a="http://schemas.openxmlformats.org/drawingml/2006/main">
            <a:pathLst>
              <a:path w="2170033" h="1339617">
                <a:moveTo>
                  <a:pt x="347058" y="697482"/>
                </a:moveTo>
                <a:lnTo>
                  <a:pt x="332003" y="697482"/>
                </a:lnTo>
                <a:lnTo>
                  <a:pt x="332003" y="712858"/>
                </a:lnTo>
                <a:lnTo>
                  <a:pt x="347058" y="712858"/>
                </a:lnTo>
                <a:lnTo>
                  <a:pt x="347058" y="697482"/>
                </a:lnTo>
                <a:close/>
                <a:moveTo>
                  <a:pt x="303332" y="811522"/>
                </a:moveTo>
                <a:lnTo>
                  <a:pt x="332643" y="811522"/>
                </a:lnTo>
                <a:lnTo>
                  <a:pt x="348660" y="811522"/>
                </a:lnTo>
                <a:lnTo>
                  <a:pt x="376369" y="811522"/>
                </a:lnTo>
                <a:lnTo>
                  <a:pt x="376369" y="799189"/>
                </a:lnTo>
                <a:lnTo>
                  <a:pt x="348660" y="799189"/>
                </a:lnTo>
                <a:lnTo>
                  <a:pt x="348660" y="729676"/>
                </a:lnTo>
                <a:lnTo>
                  <a:pt x="303332" y="729676"/>
                </a:lnTo>
                <a:lnTo>
                  <a:pt x="303332" y="742169"/>
                </a:lnTo>
                <a:lnTo>
                  <a:pt x="332643" y="742169"/>
                </a:lnTo>
                <a:lnTo>
                  <a:pt x="332643" y="799189"/>
                </a:lnTo>
                <a:lnTo>
                  <a:pt x="303332" y="799189"/>
                </a:lnTo>
                <a:lnTo>
                  <a:pt x="303332" y="811522"/>
                </a:lnTo>
                <a:close/>
                <a:moveTo>
                  <a:pt x="13352" y="751615"/>
                </a:moveTo>
                <a:lnTo>
                  <a:pt x="13368" y="751709"/>
                </a:lnTo>
                <a:lnTo>
                  <a:pt x="13384" y="751809"/>
                </a:lnTo>
                <a:lnTo>
                  <a:pt x="13401" y="751916"/>
                </a:lnTo>
                <a:lnTo>
                  <a:pt x="13419" y="752028"/>
                </a:lnTo>
                <a:lnTo>
                  <a:pt x="13437" y="752147"/>
                </a:lnTo>
                <a:lnTo>
                  <a:pt x="13455" y="752272"/>
                </a:lnTo>
                <a:lnTo>
                  <a:pt x="13474" y="752403"/>
                </a:lnTo>
                <a:lnTo>
                  <a:pt x="13494" y="752540"/>
                </a:lnTo>
                <a:lnTo>
                  <a:pt x="13515" y="752683"/>
                </a:lnTo>
                <a:lnTo>
                  <a:pt x="13535" y="752833"/>
                </a:lnTo>
                <a:lnTo>
                  <a:pt x="13557" y="752988"/>
                </a:lnTo>
                <a:lnTo>
                  <a:pt x="13579" y="753150"/>
                </a:lnTo>
                <a:lnTo>
                  <a:pt x="13601" y="753317"/>
                </a:lnTo>
                <a:lnTo>
                  <a:pt x="13624" y="753491"/>
                </a:lnTo>
                <a:lnTo>
                  <a:pt x="13648" y="753671"/>
                </a:lnTo>
                <a:lnTo>
                  <a:pt x="13672" y="753857"/>
                </a:lnTo>
                <a:lnTo>
                  <a:pt x="13697" y="754049"/>
                </a:lnTo>
                <a:lnTo>
                  <a:pt x="13722" y="754247"/>
                </a:lnTo>
                <a:lnTo>
                  <a:pt x="13748" y="754452"/>
                </a:lnTo>
                <a:lnTo>
                  <a:pt x="13775" y="754662"/>
                </a:lnTo>
                <a:lnTo>
                  <a:pt x="28510" y="754662"/>
                </a:lnTo>
                <a:lnTo>
                  <a:pt x="28510" y="752740"/>
                </a:lnTo>
                <a:lnTo>
                  <a:pt x="28518" y="752211"/>
                </a:lnTo>
                <a:lnTo>
                  <a:pt x="28542" y="751693"/>
                </a:lnTo>
                <a:lnTo>
                  <a:pt x="28583" y="751184"/>
                </a:lnTo>
                <a:lnTo>
                  <a:pt x="28639" y="750685"/>
                </a:lnTo>
                <a:lnTo>
                  <a:pt x="28712" y="750196"/>
                </a:lnTo>
                <a:lnTo>
                  <a:pt x="28800" y="749717"/>
                </a:lnTo>
                <a:lnTo>
                  <a:pt x="28905" y="749248"/>
                </a:lnTo>
                <a:lnTo>
                  <a:pt x="29026" y="748789"/>
                </a:lnTo>
                <a:lnTo>
                  <a:pt x="29163" y="748341"/>
                </a:lnTo>
                <a:lnTo>
                  <a:pt x="29316" y="747902"/>
                </a:lnTo>
                <a:lnTo>
                  <a:pt x="29486" y="747473"/>
                </a:lnTo>
                <a:lnTo>
                  <a:pt x="29671" y="747054"/>
                </a:lnTo>
                <a:lnTo>
                  <a:pt x="29873" y="746646"/>
                </a:lnTo>
                <a:lnTo>
                  <a:pt x="30091" y="746247"/>
                </a:lnTo>
                <a:lnTo>
                  <a:pt x="30324" y="745858"/>
                </a:lnTo>
                <a:lnTo>
                  <a:pt x="30574" y="745479"/>
                </a:lnTo>
                <a:lnTo>
                  <a:pt x="30841" y="745111"/>
                </a:lnTo>
                <a:lnTo>
                  <a:pt x="31123" y="744752"/>
                </a:lnTo>
                <a:lnTo>
                  <a:pt x="31421" y="744403"/>
                </a:lnTo>
                <a:lnTo>
                  <a:pt x="31736" y="744065"/>
                </a:lnTo>
                <a:lnTo>
                  <a:pt x="32066" y="743736"/>
                </a:lnTo>
                <a:lnTo>
                  <a:pt x="32413" y="743417"/>
                </a:lnTo>
                <a:lnTo>
                  <a:pt x="32776" y="743108"/>
                </a:lnTo>
                <a:lnTo>
                  <a:pt x="33155" y="742810"/>
                </a:lnTo>
                <a:lnTo>
                  <a:pt x="33549" y="742522"/>
                </a:lnTo>
                <a:lnTo>
                  <a:pt x="33956" y="742247"/>
                </a:lnTo>
                <a:lnTo>
                  <a:pt x="34376" y="741984"/>
                </a:lnTo>
                <a:lnTo>
                  <a:pt x="34810" y="741733"/>
                </a:lnTo>
                <a:lnTo>
                  <a:pt x="35257" y="741495"/>
                </a:lnTo>
                <a:lnTo>
                  <a:pt x="35718" y="741268"/>
                </a:lnTo>
                <a:lnTo>
                  <a:pt x="36191" y="741054"/>
                </a:lnTo>
                <a:lnTo>
                  <a:pt x="36679" y="740852"/>
                </a:lnTo>
                <a:lnTo>
                  <a:pt x="37179" y="740663"/>
                </a:lnTo>
                <a:lnTo>
                  <a:pt x="37693" y="740485"/>
                </a:lnTo>
                <a:lnTo>
                  <a:pt x="38220" y="740320"/>
                </a:lnTo>
                <a:lnTo>
                  <a:pt x="38761" y="740167"/>
                </a:lnTo>
                <a:lnTo>
                  <a:pt x="39315" y="740026"/>
                </a:lnTo>
                <a:lnTo>
                  <a:pt x="39882" y="739898"/>
                </a:lnTo>
                <a:lnTo>
                  <a:pt x="40463" y="739782"/>
                </a:lnTo>
                <a:lnTo>
                  <a:pt x="41057" y="739678"/>
                </a:lnTo>
                <a:lnTo>
                  <a:pt x="41664" y="739586"/>
                </a:lnTo>
                <a:lnTo>
                  <a:pt x="42285" y="739506"/>
                </a:lnTo>
                <a:lnTo>
                  <a:pt x="42919" y="739439"/>
                </a:lnTo>
                <a:lnTo>
                  <a:pt x="43566" y="739384"/>
                </a:lnTo>
                <a:lnTo>
                  <a:pt x="44227" y="739341"/>
                </a:lnTo>
                <a:lnTo>
                  <a:pt x="44901" y="739311"/>
                </a:lnTo>
                <a:lnTo>
                  <a:pt x="45588" y="739292"/>
                </a:lnTo>
                <a:lnTo>
                  <a:pt x="46289" y="739286"/>
                </a:lnTo>
                <a:lnTo>
                  <a:pt x="47053" y="739292"/>
                </a:lnTo>
                <a:lnTo>
                  <a:pt x="47799" y="739311"/>
                </a:lnTo>
                <a:lnTo>
                  <a:pt x="48526" y="739341"/>
                </a:lnTo>
                <a:lnTo>
                  <a:pt x="49234" y="739384"/>
                </a:lnTo>
                <a:lnTo>
                  <a:pt x="49923" y="739439"/>
                </a:lnTo>
                <a:lnTo>
                  <a:pt x="50593" y="739506"/>
                </a:lnTo>
                <a:lnTo>
                  <a:pt x="51245" y="739586"/>
                </a:lnTo>
                <a:lnTo>
                  <a:pt x="51877" y="739678"/>
                </a:lnTo>
                <a:lnTo>
                  <a:pt x="52490" y="739782"/>
                </a:lnTo>
                <a:lnTo>
                  <a:pt x="53085" y="739898"/>
                </a:lnTo>
                <a:lnTo>
                  <a:pt x="53660" y="740026"/>
                </a:lnTo>
                <a:lnTo>
                  <a:pt x="54217" y="740167"/>
                </a:lnTo>
                <a:lnTo>
                  <a:pt x="54755" y="740320"/>
                </a:lnTo>
                <a:lnTo>
                  <a:pt x="55274" y="740485"/>
                </a:lnTo>
                <a:lnTo>
                  <a:pt x="55774" y="740663"/>
                </a:lnTo>
                <a:lnTo>
                  <a:pt x="56255" y="740852"/>
                </a:lnTo>
                <a:lnTo>
                  <a:pt x="56717" y="741054"/>
                </a:lnTo>
                <a:lnTo>
                  <a:pt x="57160" y="741268"/>
                </a:lnTo>
                <a:lnTo>
                  <a:pt x="57585" y="741495"/>
                </a:lnTo>
                <a:lnTo>
                  <a:pt x="57990" y="741733"/>
                </a:lnTo>
                <a:lnTo>
                  <a:pt x="58377" y="741984"/>
                </a:lnTo>
                <a:lnTo>
                  <a:pt x="58744" y="742247"/>
                </a:lnTo>
                <a:lnTo>
                  <a:pt x="59093" y="742522"/>
                </a:lnTo>
                <a:lnTo>
                  <a:pt x="59423" y="742810"/>
                </a:lnTo>
                <a:lnTo>
                  <a:pt x="59749" y="743111"/>
                </a:lnTo>
                <a:lnTo>
                  <a:pt x="60062" y="743426"/>
                </a:lnTo>
                <a:lnTo>
                  <a:pt x="60361" y="743756"/>
                </a:lnTo>
                <a:lnTo>
                  <a:pt x="60646" y="744100"/>
                </a:lnTo>
                <a:lnTo>
                  <a:pt x="60917" y="744459"/>
                </a:lnTo>
                <a:lnTo>
                  <a:pt x="61174" y="744832"/>
                </a:lnTo>
                <a:lnTo>
                  <a:pt x="61418" y="745220"/>
                </a:lnTo>
                <a:lnTo>
                  <a:pt x="61647" y="745622"/>
                </a:lnTo>
                <a:lnTo>
                  <a:pt x="61863" y="746038"/>
                </a:lnTo>
                <a:lnTo>
                  <a:pt x="62064" y="746469"/>
                </a:lnTo>
                <a:lnTo>
                  <a:pt x="62252" y="746915"/>
                </a:lnTo>
                <a:lnTo>
                  <a:pt x="62426" y="747375"/>
                </a:lnTo>
                <a:lnTo>
                  <a:pt x="62586" y="747849"/>
                </a:lnTo>
                <a:lnTo>
                  <a:pt x="62732" y="748338"/>
                </a:lnTo>
                <a:lnTo>
                  <a:pt x="62864" y="748841"/>
                </a:lnTo>
                <a:lnTo>
                  <a:pt x="62982" y="749359"/>
                </a:lnTo>
                <a:lnTo>
                  <a:pt x="63086" y="749891"/>
                </a:lnTo>
                <a:lnTo>
                  <a:pt x="63177" y="750438"/>
                </a:lnTo>
                <a:lnTo>
                  <a:pt x="63253" y="750999"/>
                </a:lnTo>
                <a:lnTo>
                  <a:pt x="63316" y="751575"/>
                </a:lnTo>
                <a:lnTo>
                  <a:pt x="63364" y="752165"/>
                </a:lnTo>
                <a:lnTo>
                  <a:pt x="63399" y="752769"/>
                </a:lnTo>
                <a:lnTo>
                  <a:pt x="63420" y="753388"/>
                </a:lnTo>
                <a:lnTo>
                  <a:pt x="63427" y="754022"/>
                </a:lnTo>
                <a:lnTo>
                  <a:pt x="63427" y="762991"/>
                </a:lnTo>
                <a:lnTo>
                  <a:pt x="61851" y="762996"/>
                </a:lnTo>
                <a:lnTo>
                  <a:pt x="60301" y="763010"/>
                </a:lnTo>
                <a:lnTo>
                  <a:pt x="58777" y="763034"/>
                </a:lnTo>
                <a:lnTo>
                  <a:pt x="57278" y="763067"/>
                </a:lnTo>
                <a:lnTo>
                  <a:pt x="55805" y="763109"/>
                </a:lnTo>
                <a:lnTo>
                  <a:pt x="54357" y="763161"/>
                </a:lnTo>
                <a:lnTo>
                  <a:pt x="52935" y="763223"/>
                </a:lnTo>
                <a:lnTo>
                  <a:pt x="51539" y="763294"/>
                </a:lnTo>
                <a:lnTo>
                  <a:pt x="50168" y="763374"/>
                </a:lnTo>
                <a:lnTo>
                  <a:pt x="48823" y="763464"/>
                </a:lnTo>
                <a:lnTo>
                  <a:pt x="47503" y="763563"/>
                </a:lnTo>
                <a:lnTo>
                  <a:pt x="46209" y="763672"/>
                </a:lnTo>
                <a:lnTo>
                  <a:pt x="44940" y="763790"/>
                </a:lnTo>
                <a:lnTo>
                  <a:pt x="43697" y="763918"/>
                </a:lnTo>
                <a:lnTo>
                  <a:pt x="42480" y="764055"/>
                </a:lnTo>
                <a:lnTo>
                  <a:pt x="41288" y="764201"/>
                </a:lnTo>
                <a:lnTo>
                  <a:pt x="40122" y="764357"/>
                </a:lnTo>
                <a:lnTo>
                  <a:pt x="38981" y="764523"/>
                </a:lnTo>
                <a:lnTo>
                  <a:pt x="37866" y="764698"/>
                </a:lnTo>
                <a:lnTo>
                  <a:pt x="36777" y="764882"/>
                </a:lnTo>
                <a:lnTo>
                  <a:pt x="35713" y="765076"/>
                </a:lnTo>
                <a:lnTo>
                  <a:pt x="34674" y="765279"/>
                </a:lnTo>
                <a:lnTo>
                  <a:pt x="33662" y="765492"/>
                </a:lnTo>
                <a:lnTo>
                  <a:pt x="32674" y="765714"/>
                </a:lnTo>
                <a:lnTo>
                  <a:pt x="31724" y="765946"/>
                </a:lnTo>
                <a:lnTo>
                  <a:pt x="30796" y="766190"/>
                </a:lnTo>
                <a:lnTo>
                  <a:pt x="29889" y="766445"/>
                </a:lnTo>
                <a:lnTo>
                  <a:pt x="29004" y="766711"/>
                </a:lnTo>
                <a:lnTo>
                  <a:pt x="28141" y="766988"/>
                </a:lnTo>
                <a:lnTo>
                  <a:pt x="27299" y="767276"/>
                </a:lnTo>
                <a:lnTo>
                  <a:pt x="26479" y="767575"/>
                </a:lnTo>
                <a:lnTo>
                  <a:pt x="25680" y="767885"/>
                </a:lnTo>
                <a:lnTo>
                  <a:pt x="24904" y="768207"/>
                </a:lnTo>
                <a:lnTo>
                  <a:pt x="24149" y="768539"/>
                </a:lnTo>
                <a:lnTo>
                  <a:pt x="23416" y="768883"/>
                </a:lnTo>
                <a:lnTo>
                  <a:pt x="22704" y="769238"/>
                </a:lnTo>
                <a:lnTo>
                  <a:pt x="22014" y="769604"/>
                </a:lnTo>
                <a:lnTo>
                  <a:pt x="21346" y="769981"/>
                </a:lnTo>
                <a:lnTo>
                  <a:pt x="20699" y="770369"/>
                </a:lnTo>
                <a:lnTo>
                  <a:pt x="20074" y="770768"/>
                </a:lnTo>
                <a:lnTo>
                  <a:pt x="19471" y="771179"/>
                </a:lnTo>
                <a:lnTo>
                  <a:pt x="18890" y="771600"/>
                </a:lnTo>
                <a:lnTo>
                  <a:pt x="18330" y="772033"/>
                </a:lnTo>
                <a:lnTo>
                  <a:pt x="17792" y="772477"/>
                </a:lnTo>
                <a:lnTo>
                  <a:pt x="17276" y="772932"/>
                </a:lnTo>
                <a:lnTo>
                  <a:pt x="16781" y="773398"/>
                </a:lnTo>
                <a:lnTo>
                  <a:pt x="16308" y="773875"/>
                </a:lnTo>
                <a:lnTo>
                  <a:pt x="15857" y="774363"/>
                </a:lnTo>
                <a:lnTo>
                  <a:pt x="15438" y="774850"/>
                </a:lnTo>
                <a:lnTo>
                  <a:pt x="15038" y="775351"/>
                </a:lnTo>
                <a:lnTo>
                  <a:pt x="14655" y="775865"/>
                </a:lnTo>
                <a:lnTo>
                  <a:pt x="14291" y="776392"/>
                </a:lnTo>
                <a:lnTo>
                  <a:pt x="13944" y="776932"/>
                </a:lnTo>
                <a:lnTo>
                  <a:pt x="13614" y="777486"/>
                </a:lnTo>
                <a:lnTo>
                  <a:pt x="13303" y="778054"/>
                </a:lnTo>
                <a:lnTo>
                  <a:pt x="13009" y="778634"/>
                </a:lnTo>
                <a:lnTo>
                  <a:pt x="12733" y="779228"/>
                </a:lnTo>
                <a:lnTo>
                  <a:pt x="12475" y="779836"/>
                </a:lnTo>
                <a:lnTo>
                  <a:pt x="12235" y="780456"/>
                </a:lnTo>
                <a:lnTo>
                  <a:pt x="12013" y="781090"/>
                </a:lnTo>
                <a:lnTo>
                  <a:pt x="11808" y="781738"/>
                </a:lnTo>
                <a:lnTo>
                  <a:pt x="11621" y="782398"/>
                </a:lnTo>
                <a:lnTo>
                  <a:pt x="11452" y="783072"/>
                </a:lnTo>
                <a:lnTo>
                  <a:pt x="11301" y="783760"/>
                </a:lnTo>
                <a:lnTo>
                  <a:pt x="11167" y="784460"/>
                </a:lnTo>
                <a:lnTo>
                  <a:pt x="11052" y="785175"/>
                </a:lnTo>
                <a:lnTo>
                  <a:pt x="10954" y="785902"/>
                </a:lnTo>
                <a:lnTo>
                  <a:pt x="10874" y="786643"/>
                </a:lnTo>
                <a:lnTo>
                  <a:pt x="10811" y="787397"/>
                </a:lnTo>
                <a:lnTo>
                  <a:pt x="10767" y="788164"/>
                </a:lnTo>
                <a:lnTo>
                  <a:pt x="10740" y="788945"/>
                </a:lnTo>
                <a:lnTo>
                  <a:pt x="10731" y="789739"/>
                </a:lnTo>
                <a:lnTo>
                  <a:pt x="10743" y="790691"/>
                </a:lnTo>
                <a:lnTo>
                  <a:pt x="10778" y="791622"/>
                </a:lnTo>
                <a:lnTo>
                  <a:pt x="10836" y="792535"/>
                </a:lnTo>
                <a:lnTo>
                  <a:pt x="10918" y="793428"/>
                </a:lnTo>
                <a:lnTo>
                  <a:pt x="11023" y="794301"/>
                </a:lnTo>
                <a:lnTo>
                  <a:pt x="11152" y="795155"/>
                </a:lnTo>
                <a:lnTo>
                  <a:pt x="11304" y="795990"/>
                </a:lnTo>
                <a:lnTo>
                  <a:pt x="11479" y="796805"/>
                </a:lnTo>
                <a:lnTo>
                  <a:pt x="11677" y="797600"/>
                </a:lnTo>
                <a:lnTo>
                  <a:pt x="11899" y="798376"/>
                </a:lnTo>
                <a:lnTo>
                  <a:pt x="12144" y="799133"/>
                </a:lnTo>
                <a:lnTo>
                  <a:pt x="12413" y="799870"/>
                </a:lnTo>
                <a:lnTo>
                  <a:pt x="12705" y="800588"/>
                </a:lnTo>
                <a:lnTo>
                  <a:pt x="13020" y="801286"/>
                </a:lnTo>
                <a:lnTo>
                  <a:pt x="13359" y="801965"/>
                </a:lnTo>
                <a:lnTo>
                  <a:pt x="13721" y="802624"/>
                </a:lnTo>
                <a:lnTo>
                  <a:pt x="14107" y="803264"/>
                </a:lnTo>
                <a:lnTo>
                  <a:pt x="14515" y="803884"/>
                </a:lnTo>
                <a:lnTo>
                  <a:pt x="14947" y="804485"/>
                </a:lnTo>
                <a:lnTo>
                  <a:pt x="15403" y="805067"/>
                </a:lnTo>
                <a:lnTo>
                  <a:pt x="15882" y="805629"/>
                </a:lnTo>
                <a:lnTo>
                  <a:pt x="16384" y="806171"/>
                </a:lnTo>
                <a:lnTo>
                  <a:pt x="16909" y="806694"/>
                </a:lnTo>
                <a:lnTo>
                  <a:pt x="17458" y="807198"/>
                </a:lnTo>
                <a:lnTo>
                  <a:pt x="18042" y="807681"/>
                </a:lnTo>
                <a:lnTo>
                  <a:pt x="18646" y="808144"/>
                </a:lnTo>
                <a:lnTo>
                  <a:pt x="19270" y="808587"/>
                </a:lnTo>
                <a:lnTo>
                  <a:pt x="19914" y="809009"/>
                </a:lnTo>
                <a:lnTo>
                  <a:pt x="20578" y="809410"/>
                </a:lnTo>
                <a:lnTo>
                  <a:pt x="21262" y="809790"/>
                </a:lnTo>
                <a:lnTo>
                  <a:pt x="21966" y="810151"/>
                </a:lnTo>
                <a:lnTo>
                  <a:pt x="22691" y="810490"/>
                </a:lnTo>
                <a:lnTo>
                  <a:pt x="23435" y="810809"/>
                </a:lnTo>
                <a:lnTo>
                  <a:pt x="24199" y="811107"/>
                </a:lnTo>
                <a:lnTo>
                  <a:pt x="24983" y="811385"/>
                </a:lnTo>
                <a:lnTo>
                  <a:pt x="25787" y="811642"/>
                </a:lnTo>
                <a:lnTo>
                  <a:pt x="26611" y="811879"/>
                </a:lnTo>
                <a:lnTo>
                  <a:pt x="27456" y="812095"/>
                </a:lnTo>
                <a:lnTo>
                  <a:pt x="28320" y="812291"/>
                </a:lnTo>
                <a:lnTo>
                  <a:pt x="29204" y="812466"/>
                </a:lnTo>
                <a:lnTo>
                  <a:pt x="30108" y="812620"/>
                </a:lnTo>
                <a:lnTo>
                  <a:pt x="31033" y="812754"/>
                </a:lnTo>
                <a:lnTo>
                  <a:pt x="31977" y="812867"/>
                </a:lnTo>
                <a:lnTo>
                  <a:pt x="32941" y="812959"/>
                </a:lnTo>
                <a:lnTo>
                  <a:pt x="33926" y="813031"/>
                </a:lnTo>
                <a:lnTo>
                  <a:pt x="34930" y="813083"/>
                </a:lnTo>
                <a:lnTo>
                  <a:pt x="35955" y="813114"/>
                </a:lnTo>
                <a:lnTo>
                  <a:pt x="36999" y="813124"/>
                </a:lnTo>
                <a:lnTo>
                  <a:pt x="37479" y="813122"/>
                </a:lnTo>
                <a:lnTo>
                  <a:pt x="37957" y="813115"/>
                </a:lnTo>
                <a:lnTo>
                  <a:pt x="38433" y="813104"/>
                </a:lnTo>
                <a:lnTo>
                  <a:pt x="38908" y="813088"/>
                </a:lnTo>
                <a:lnTo>
                  <a:pt x="39381" y="813068"/>
                </a:lnTo>
                <a:lnTo>
                  <a:pt x="39852" y="813044"/>
                </a:lnTo>
                <a:lnTo>
                  <a:pt x="40322" y="813015"/>
                </a:lnTo>
                <a:lnTo>
                  <a:pt x="40790" y="812982"/>
                </a:lnTo>
                <a:lnTo>
                  <a:pt x="41256" y="812944"/>
                </a:lnTo>
                <a:lnTo>
                  <a:pt x="41721" y="812902"/>
                </a:lnTo>
                <a:lnTo>
                  <a:pt x="42184" y="812855"/>
                </a:lnTo>
                <a:lnTo>
                  <a:pt x="42645" y="812804"/>
                </a:lnTo>
                <a:lnTo>
                  <a:pt x="43105" y="812748"/>
                </a:lnTo>
                <a:lnTo>
                  <a:pt x="43563" y="812688"/>
                </a:lnTo>
                <a:lnTo>
                  <a:pt x="44019" y="812623"/>
                </a:lnTo>
                <a:lnTo>
                  <a:pt x="44474" y="812555"/>
                </a:lnTo>
                <a:lnTo>
                  <a:pt x="44927" y="812481"/>
                </a:lnTo>
                <a:lnTo>
                  <a:pt x="45378" y="812403"/>
                </a:lnTo>
                <a:lnTo>
                  <a:pt x="45827" y="812321"/>
                </a:lnTo>
                <a:lnTo>
                  <a:pt x="46275" y="812234"/>
                </a:lnTo>
                <a:lnTo>
                  <a:pt x="46722" y="812143"/>
                </a:lnTo>
                <a:lnTo>
                  <a:pt x="47166" y="812047"/>
                </a:lnTo>
                <a:lnTo>
                  <a:pt x="47609" y="811947"/>
                </a:lnTo>
                <a:lnTo>
                  <a:pt x="48051" y="811843"/>
                </a:lnTo>
                <a:lnTo>
                  <a:pt x="48489" y="811746"/>
                </a:lnTo>
                <a:lnTo>
                  <a:pt x="48925" y="811644"/>
                </a:lnTo>
                <a:lnTo>
                  <a:pt x="49357" y="811535"/>
                </a:lnTo>
                <a:lnTo>
                  <a:pt x="49786" y="811420"/>
                </a:lnTo>
                <a:lnTo>
                  <a:pt x="50211" y="811299"/>
                </a:lnTo>
                <a:lnTo>
                  <a:pt x="50633" y="811172"/>
                </a:lnTo>
                <a:lnTo>
                  <a:pt x="51052" y="811039"/>
                </a:lnTo>
                <a:lnTo>
                  <a:pt x="51468" y="810899"/>
                </a:lnTo>
                <a:lnTo>
                  <a:pt x="51880" y="810754"/>
                </a:lnTo>
                <a:lnTo>
                  <a:pt x="52288" y="810602"/>
                </a:lnTo>
                <a:lnTo>
                  <a:pt x="52694" y="810445"/>
                </a:lnTo>
                <a:lnTo>
                  <a:pt x="53096" y="810281"/>
                </a:lnTo>
                <a:lnTo>
                  <a:pt x="53495" y="810111"/>
                </a:lnTo>
                <a:lnTo>
                  <a:pt x="53890" y="809935"/>
                </a:lnTo>
                <a:lnTo>
                  <a:pt x="54282" y="809753"/>
                </a:lnTo>
                <a:lnTo>
                  <a:pt x="54671" y="809565"/>
                </a:lnTo>
                <a:lnTo>
                  <a:pt x="55056" y="809370"/>
                </a:lnTo>
                <a:lnTo>
                  <a:pt x="55438" y="809170"/>
                </a:lnTo>
                <a:lnTo>
                  <a:pt x="55817" y="808963"/>
                </a:lnTo>
                <a:lnTo>
                  <a:pt x="56193" y="808750"/>
                </a:lnTo>
                <a:lnTo>
                  <a:pt x="56565" y="808532"/>
                </a:lnTo>
                <a:lnTo>
                  <a:pt x="56933" y="808307"/>
                </a:lnTo>
                <a:lnTo>
                  <a:pt x="57299" y="808076"/>
                </a:lnTo>
                <a:lnTo>
                  <a:pt x="57661" y="807838"/>
                </a:lnTo>
                <a:lnTo>
                  <a:pt x="58018" y="807581"/>
                </a:lnTo>
                <a:lnTo>
                  <a:pt x="58370" y="807318"/>
                </a:lnTo>
                <a:lnTo>
                  <a:pt x="58717" y="807048"/>
                </a:lnTo>
                <a:lnTo>
                  <a:pt x="59058" y="806771"/>
                </a:lnTo>
                <a:lnTo>
                  <a:pt x="59393" y="806487"/>
                </a:lnTo>
                <a:lnTo>
                  <a:pt x="59723" y="806197"/>
                </a:lnTo>
                <a:lnTo>
                  <a:pt x="60047" y="805900"/>
                </a:lnTo>
                <a:lnTo>
                  <a:pt x="60366" y="805596"/>
                </a:lnTo>
                <a:lnTo>
                  <a:pt x="60679" y="805286"/>
                </a:lnTo>
                <a:lnTo>
                  <a:pt x="60987" y="804969"/>
                </a:lnTo>
                <a:lnTo>
                  <a:pt x="61289" y="804645"/>
                </a:lnTo>
                <a:lnTo>
                  <a:pt x="61585" y="804315"/>
                </a:lnTo>
                <a:lnTo>
                  <a:pt x="61876" y="803978"/>
                </a:lnTo>
                <a:lnTo>
                  <a:pt x="62161" y="803634"/>
                </a:lnTo>
                <a:lnTo>
                  <a:pt x="62441" y="803284"/>
                </a:lnTo>
                <a:lnTo>
                  <a:pt x="62715" y="802927"/>
                </a:lnTo>
                <a:lnTo>
                  <a:pt x="62984" y="802563"/>
                </a:lnTo>
                <a:lnTo>
                  <a:pt x="63247" y="802192"/>
                </a:lnTo>
                <a:lnTo>
                  <a:pt x="63504" y="801815"/>
                </a:lnTo>
                <a:lnTo>
                  <a:pt x="63756" y="801432"/>
                </a:lnTo>
                <a:lnTo>
                  <a:pt x="64002" y="801041"/>
                </a:lnTo>
                <a:lnTo>
                  <a:pt x="64243" y="800644"/>
                </a:lnTo>
                <a:lnTo>
                  <a:pt x="64479" y="800240"/>
                </a:lnTo>
                <a:lnTo>
                  <a:pt x="64708" y="799830"/>
                </a:lnTo>
                <a:lnTo>
                  <a:pt x="64750" y="800253"/>
                </a:lnTo>
                <a:lnTo>
                  <a:pt x="64795" y="800669"/>
                </a:lnTo>
                <a:lnTo>
                  <a:pt x="64843" y="801076"/>
                </a:lnTo>
                <a:lnTo>
                  <a:pt x="64895" y="801476"/>
                </a:lnTo>
                <a:lnTo>
                  <a:pt x="64950" y="801868"/>
                </a:lnTo>
                <a:lnTo>
                  <a:pt x="65009" y="802253"/>
                </a:lnTo>
                <a:lnTo>
                  <a:pt x="65070" y="802629"/>
                </a:lnTo>
                <a:lnTo>
                  <a:pt x="65135" y="802998"/>
                </a:lnTo>
                <a:lnTo>
                  <a:pt x="65204" y="803359"/>
                </a:lnTo>
                <a:lnTo>
                  <a:pt x="65275" y="803712"/>
                </a:lnTo>
                <a:lnTo>
                  <a:pt x="65351" y="804057"/>
                </a:lnTo>
                <a:lnTo>
                  <a:pt x="65429" y="804395"/>
                </a:lnTo>
                <a:lnTo>
                  <a:pt x="65511" y="804725"/>
                </a:lnTo>
                <a:lnTo>
                  <a:pt x="65596" y="805047"/>
                </a:lnTo>
                <a:lnTo>
                  <a:pt x="65684" y="805361"/>
                </a:lnTo>
                <a:lnTo>
                  <a:pt x="65776" y="805667"/>
                </a:lnTo>
                <a:lnTo>
                  <a:pt x="65871" y="805966"/>
                </a:lnTo>
                <a:lnTo>
                  <a:pt x="65970" y="806257"/>
                </a:lnTo>
                <a:lnTo>
                  <a:pt x="66071" y="806540"/>
                </a:lnTo>
                <a:lnTo>
                  <a:pt x="66176" y="806815"/>
                </a:lnTo>
                <a:lnTo>
                  <a:pt x="66285" y="807083"/>
                </a:lnTo>
                <a:lnTo>
                  <a:pt x="66397" y="807342"/>
                </a:lnTo>
                <a:lnTo>
                  <a:pt x="66512" y="807594"/>
                </a:lnTo>
                <a:lnTo>
                  <a:pt x="66630" y="807838"/>
                </a:lnTo>
                <a:lnTo>
                  <a:pt x="66753" y="808076"/>
                </a:lnTo>
                <a:lnTo>
                  <a:pt x="66882" y="808307"/>
                </a:lnTo>
                <a:lnTo>
                  <a:pt x="67016" y="808532"/>
                </a:lnTo>
                <a:lnTo>
                  <a:pt x="67155" y="808750"/>
                </a:lnTo>
                <a:lnTo>
                  <a:pt x="67300" y="808963"/>
                </a:lnTo>
                <a:lnTo>
                  <a:pt x="67451" y="809170"/>
                </a:lnTo>
                <a:lnTo>
                  <a:pt x="67607" y="809370"/>
                </a:lnTo>
                <a:lnTo>
                  <a:pt x="67769" y="809565"/>
                </a:lnTo>
                <a:lnTo>
                  <a:pt x="67937" y="809753"/>
                </a:lnTo>
                <a:lnTo>
                  <a:pt x="68110" y="809935"/>
                </a:lnTo>
                <a:lnTo>
                  <a:pt x="68288" y="810111"/>
                </a:lnTo>
                <a:lnTo>
                  <a:pt x="68472" y="810281"/>
                </a:lnTo>
                <a:lnTo>
                  <a:pt x="68662" y="810445"/>
                </a:lnTo>
                <a:lnTo>
                  <a:pt x="68857" y="810602"/>
                </a:lnTo>
                <a:lnTo>
                  <a:pt x="69058" y="810754"/>
                </a:lnTo>
                <a:lnTo>
                  <a:pt x="69264" y="810899"/>
                </a:lnTo>
                <a:lnTo>
                  <a:pt x="69476" y="811039"/>
                </a:lnTo>
                <a:lnTo>
                  <a:pt x="69693" y="811172"/>
                </a:lnTo>
                <a:lnTo>
                  <a:pt x="69916" y="811299"/>
                </a:lnTo>
                <a:lnTo>
                  <a:pt x="70145" y="811420"/>
                </a:lnTo>
                <a:lnTo>
                  <a:pt x="70379" y="811535"/>
                </a:lnTo>
                <a:lnTo>
                  <a:pt x="70619" y="811644"/>
                </a:lnTo>
                <a:lnTo>
                  <a:pt x="70864" y="811746"/>
                </a:lnTo>
                <a:lnTo>
                  <a:pt x="71115" y="811843"/>
                </a:lnTo>
                <a:lnTo>
                  <a:pt x="71372" y="811947"/>
                </a:lnTo>
                <a:lnTo>
                  <a:pt x="71634" y="812047"/>
                </a:lnTo>
                <a:lnTo>
                  <a:pt x="71903" y="812143"/>
                </a:lnTo>
                <a:lnTo>
                  <a:pt x="72178" y="812234"/>
                </a:lnTo>
                <a:lnTo>
                  <a:pt x="72459" y="812321"/>
                </a:lnTo>
                <a:lnTo>
                  <a:pt x="72747" y="812403"/>
                </a:lnTo>
                <a:lnTo>
                  <a:pt x="73040" y="812481"/>
                </a:lnTo>
                <a:lnTo>
                  <a:pt x="73340" y="812555"/>
                </a:lnTo>
                <a:lnTo>
                  <a:pt x="73645" y="812623"/>
                </a:lnTo>
                <a:lnTo>
                  <a:pt x="73957" y="812688"/>
                </a:lnTo>
                <a:lnTo>
                  <a:pt x="74275" y="812748"/>
                </a:lnTo>
                <a:lnTo>
                  <a:pt x="74599" y="812804"/>
                </a:lnTo>
                <a:lnTo>
                  <a:pt x="74929" y="812855"/>
                </a:lnTo>
                <a:lnTo>
                  <a:pt x="75265" y="812902"/>
                </a:lnTo>
                <a:lnTo>
                  <a:pt x="75607" y="812944"/>
                </a:lnTo>
                <a:lnTo>
                  <a:pt x="75956" y="812982"/>
                </a:lnTo>
                <a:lnTo>
                  <a:pt x="76310" y="813015"/>
                </a:lnTo>
                <a:lnTo>
                  <a:pt x="76671" y="813044"/>
                </a:lnTo>
                <a:lnTo>
                  <a:pt x="77038" y="813068"/>
                </a:lnTo>
                <a:lnTo>
                  <a:pt x="77411" y="813088"/>
                </a:lnTo>
                <a:lnTo>
                  <a:pt x="77790" y="813104"/>
                </a:lnTo>
                <a:lnTo>
                  <a:pt x="78175" y="813115"/>
                </a:lnTo>
                <a:lnTo>
                  <a:pt x="78566" y="813122"/>
                </a:lnTo>
                <a:lnTo>
                  <a:pt x="78963" y="813124"/>
                </a:lnTo>
                <a:lnTo>
                  <a:pt x="79243" y="813123"/>
                </a:lnTo>
                <a:lnTo>
                  <a:pt x="79522" y="813118"/>
                </a:lnTo>
                <a:lnTo>
                  <a:pt x="79799" y="813111"/>
                </a:lnTo>
                <a:lnTo>
                  <a:pt x="80076" y="813102"/>
                </a:lnTo>
                <a:lnTo>
                  <a:pt x="80351" y="813089"/>
                </a:lnTo>
                <a:lnTo>
                  <a:pt x="80625" y="813074"/>
                </a:lnTo>
                <a:lnTo>
                  <a:pt x="80898" y="813056"/>
                </a:lnTo>
                <a:lnTo>
                  <a:pt x="81170" y="813035"/>
                </a:lnTo>
                <a:lnTo>
                  <a:pt x="81441" y="813011"/>
                </a:lnTo>
                <a:lnTo>
                  <a:pt x="81711" y="812985"/>
                </a:lnTo>
                <a:lnTo>
                  <a:pt x="81979" y="812956"/>
                </a:lnTo>
                <a:lnTo>
                  <a:pt x="82247" y="812924"/>
                </a:lnTo>
                <a:lnTo>
                  <a:pt x="82513" y="812889"/>
                </a:lnTo>
                <a:lnTo>
                  <a:pt x="82778" y="812851"/>
                </a:lnTo>
                <a:lnTo>
                  <a:pt x="83043" y="812811"/>
                </a:lnTo>
                <a:lnTo>
                  <a:pt x="83306" y="812768"/>
                </a:lnTo>
                <a:lnTo>
                  <a:pt x="83568" y="812722"/>
                </a:lnTo>
                <a:lnTo>
                  <a:pt x="83828" y="812673"/>
                </a:lnTo>
                <a:lnTo>
                  <a:pt x="84088" y="812622"/>
                </a:lnTo>
                <a:lnTo>
                  <a:pt x="84347" y="812568"/>
                </a:lnTo>
                <a:lnTo>
                  <a:pt x="84604" y="812511"/>
                </a:lnTo>
                <a:lnTo>
                  <a:pt x="84861" y="812451"/>
                </a:lnTo>
                <a:lnTo>
                  <a:pt x="85116" y="812388"/>
                </a:lnTo>
                <a:lnTo>
                  <a:pt x="85370" y="812323"/>
                </a:lnTo>
                <a:lnTo>
                  <a:pt x="85622" y="812255"/>
                </a:lnTo>
                <a:lnTo>
                  <a:pt x="85871" y="812185"/>
                </a:lnTo>
                <a:lnTo>
                  <a:pt x="86116" y="812113"/>
                </a:lnTo>
                <a:lnTo>
                  <a:pt x="86358" y="812038"/>
                </a:lnTo>
                <a:lnTo>
                  <a:pt x="86596" y="811962"/>
                </a:lnTo>
                <a:lnTo>
                  <a:pt x="86832" y="811883"/>
                </a:lnTo>
                <a:lnTo>
                  <a:pt x="87063" y="811801"/>
                </a:lnTo>
                <a:lnTo>
                  <a:pt x="87292" y="811718"/>
                </a:lnTo>
                <a:lnTo>
                  <a:pt x="87517" y="811632"/>
                </a:lnTo>
                <a:lnTo>
                  <a:pt x="87739" y="811545"/>
                </a:lnTo>
                <a:lnTo>
                  <a:pt x="87958" y="811454"/>
                </a:lnTo>
                <a:lnTo>
                  <a:pt x="88173" y="811362"/>
                </a:lnTo>
                <a:lnTo>
                  <a:pt x="88385" y="811268"/>
                </a:lnTo>
                <a:lnTo>
                  <a:pt x="88593" y="811171"/>
                </a:lnTo>
                <a:lnTo>
                  <a:pt x="88799" y="811072"/>
                </a:lnTo>
                <a:lnTo>
                  <a:pt x="89001" y="810971"/>
                </a:lnTo>
                <a:lnTo>
                  <a:pt x="89199" y="810867"/>
                </a:lnTo>
                <a:lnTo>
                  <a:pt x="89394" y="810761"/>
                </a:lnTo>
                <a:lnTo>
                  <a:pt x="89586" y="810654"/>
                </a:lnTo>
                <a:lnTo>
                  <a:pt x="89775" y="810543"/>
                </a:lnTo>
                <a:lnTo>
                  <a:pt x="89960" y="810431"/>
                </a:lnTo>
                <a:lnTo>
                  <a:pt x="90142" y="810317"/>
                </a:lnTo>
                <a:lnTo>
                  <a:pt x="90320" y="810200"/>
                </a:lnTo>
                <a:lnTo>
                  <a:pt x="90495" y="810081"/>
                </a:lnTo>
                <a:lnTo>
                  <a:pt x="90495" y="799670"/>
                </a:lnTo>
                <a:lnTo>
                  <a:pt x="90267" y="799827"/>
                </a:lnTo>
                <a:lnTo>
                  <a:pt x="90035" y="799977"/>
                </a:lnTo>
                <a:lnTo>
                  <a:pt x="89800" y="800120"/>
                </a:lnTo>
                <a:lnTo>
                  <a:pt x="89561" y="800257"/>
                </a:lnTo>
                <a:lnTo>
                  <a:pt x="89319" y="800387"/>
                </a:lnTo>
                <a:lnTo>
                  <a:pt x="89074" y="800511"/>
                </a:lnTo>
                <a:lnTo>
                  <a:pt x="88825" y="800627"/>
                </a:lnTo>
                <a:lnTo>
                  <a:pt x="88573" y="800738"/>
                </a:lnTo>
                <a:lnTo>
                  <a:pt x="88318" y="800841"/>
                </a:lnTo>
                <a:lnTo>
                  <a:pt x="88060" y="800938"/>
                </a:lnTo>
                <a:lnTo>
                  <a:pt x="87798" y="801028"/>
                </a:lnTo>
                <a:lnTo>
                  <a:pt x="87532" y="801111"/>
                </a:lnTo>
                <a:lnTo>
                  <a:pt x="87264" y="801188"/>
                </a:lnTo>
                <a:lnTo>
                  <a:pt x="86992" y="801258"/>
                </a:lnTo>
                <a:lnTo>
                  <a:pt x="86716" y="801322"/>
                </a:lnTo>
                <a:lnTo>
                  <a:pt x="86438" y="801378"/>
                </a:lnTo>
                <a:lnTo>
                  <a:pt x="86156" y="801428"/>
                </a:lnTo>
                <a:lnTo>
                  <a:pt x="85871" y="801472"/>
                </a:lnTo>
                <a:lnTo>
                  <a:pt x="85582" y="801508"/>
                </a:lnTo>
                <a:lnTo>
                  <a:pt x="85290" y="801538"/>
                </a:lnTo>
                <a:lnTo>
                  <a:pt x="84995" y="801562"/>
                </a:lnTo>
                <a:lnTo>
                  <a:pt x="84696" y="801578"/>
                </a:lnTo>
                <a:lnTo>
                  <a:pt x="84394" y="801589"/>
                </a:lnTo>
                <a:lnTo>
                  <a:pt x="84089" y="801592"/>
                </a:lnTo>
                <a:lnTo>
                  <a:pt x="83917" y="801590"/>
                </a:lnTo>
                <a:lnTo>
                  <a:pt x="83747" y="801584"/>
                </a:lnTo>
                <a:lnTo>
                  <a:pt x="83581" y="801574"/>
                </a:lnTo>
                <a:lnTo>
                  <a:pt x="83417" y="801561"/>
                </a:lnTo>
                <a:lnTo>
                  <a:pt x="83256" y="801543"/>
                </a:lnTo>
                <a:lnTo>
                  <a:pt x="83098" y="801522"/>
                </a:lnTo>
                <a:lnTo>
                  <a:pt x="82942" y="801496"/>
                </a:lnTo>
                <a:lnTo>
                  <a:pt x="82790" y="801467"/>
                </a:lnTo>
                <a:lnTo>
                  <a:pt x="82640" y="801434"/>
                </a:lnTo>
                <a:lnTo>
                  <a:pt x="82493" y="801397"/>
                </a:lnTo>
                <a:lnTo>
                  <a:pt x="82348" y="801356"/>
                </a:lnTo>
                <a:lnTo>
                  <a:pt x="82207" y="801312"/>
                </a:lnTo>
                <a:lnTo>
                  <a:pt x="82068" y="801263"/>
                </a:lnTo>
                <a:lnTo>
                  <a:pt x="81932" y="801210"/>
                </a:lnTo>
                <a:lnTo>
                  <a:pt x="81799" y="801154"/>
                </a:lnTo>
                <a:lnTo>
                  <a:pt x="81668" y="801094"/>
                </a:lnTo>
                <a:lnTo>
                  <a:pt x="81541" y="801029"/>
                </a:lnTo>
                <a:lnTo>
                  <a:pt x="81416" y="800961"/>
                </a:lnTo>
                <a:lnTo>
                  <a:pt x="81294" y="800889"/>
                </a:lnTo>
                <a:lnTo>
                  <a:pt x="81174" y="800813"/>
                </a:lnTo>
                <a:lnTo>
                  <a:pt x="81058" y="800733"/>
                </a:lnTo>
                <a:lnTo>
                  <a:pt x="80944" y="800650"/>
                </a:lnTo>
                <a:lnTo>
                  <a:pt x="80833" y="800562"/>
                </a:lnTo>
                <a:lnTo>
                  <a:pt x="80725" y="800471"/>
                </a:lnTo>
                <a:lnTo>
                  <a:pt x="80621" y="800375"/>
                </a:lnTo>
                <a:lnTo>
                  <a:pt x="80520" y="800274"/>
                </a:lnTo>
                <a:lnTo>
                  <a:pt x="80425" y="800168"/>
                </a:lnTo>
                <a:lnTo>
                  <a:pt x="80334" y="800057"/>
                </a:lnTo>
                <a:lnTo>
                  <a:pt x="80247" y="799941"/>
                </a:lnTo>
                <a:lnTo>
                  <a:pt x="80165" y="799820"/>
                </a:lnTo>
                <a:lnTo>
                  <a:pt x="80087" y="799694"/>
                </a:lnTo>
                <a:lnTo>
                  <a:pt x="80013" y="799563"/>
                </a:lnTo>
                <a:lnTo>
                  <a:pt x="79944" y="799427"/>
                </a:lnTo>
                <a:lnTo>
                  <a:pt x="79880" y="799286"/>
                </a:lnTo>
                <a:lnTo>
                  <a:pt x="79820" y="799140"/>
                </a:lnTo>
                <a:lnTo>
                  <a:pt x="79764" y="798989"/>
                </a:lnTo>
                <a:lnTo>
                  <a:pt x="79713" y="798833"/>
                </a:lnTo>
                <a:lnTo>
                  <a:pt x="79666" y="798672"/>
                </a:lnTo>
                <a:lnTo>
                  <a:pt x="79624" y="798506"/>
                </a:lnTo>
                <a:lnTo>
                  <a:pt x="79586" y="798335"/>
                </a:lnTo>
                <a:lnTo>
                  <a:pt x="79553" y="798159"/>
                </a:lnTo>
                <a:lnTo>
                  <a:pt x="79524" y="797978"/>
                </a:lnTo>
                <a:lnTo>
                  <a:pt x="79499" y="797792"/>
                </a:lnTo>
                <a:lnTo>
                  <a:pt x="79479" y="797601"/>
                </a:lnTo>
                <a:lnTo>
                  <a:pt x="79464" y="797405"/>
                </a:lnTo>
                <a:lnTo>
                  <a:pt x="79453" y="797204"/>
                </a:lnTo>
                <a:lnTo>
                  <a:pt x="79446" y="796998"/>
                </a:lnTo>
                <a:lnTo>
                  <a:pt x="79444" y="796787"/>
                </a:lnTo>
                <a:lnTo>
                  <a:pt x="79444" y="753381"/>
                </a:lnTo>
                <a:lnTo>
                  <a:pt x="79429" y="752325"/>
                </a:lnTo>
                <a:lnTo>
                  <a:pt x="79386" y="751291"/>
                </a:lnTo>
                <a:lnTo>
                  <a:pt x="79314" y="750280"/>
                </a:lnTo>
                <a:lnTo>
                  <a:pt x="79212" y="749292"/>
                </a:lnTo>
                <a:lnTo>
                  <a:pt x="79082" y="748327"/>
                </a:lnTo>
                <a:lnTo>
                  <a:pt x="78923" y="747385"/>
                </a:lnTo>
                <a:lnTo>
                  <a:pt x="78735" y="746465"/>
                </a:lnTo>
                <a:lnTo>
                  <a:pt x="78518" y="745568"/>
                </a:lnTo>
                <a:lnTo>
                  <a:pt x="78273" y="744694"/>
                </a:lnTo>
                <a:lnTo>
                  <a:pt x="77998" y="743843"/>
                </a:lnTo>
                <a:lnTo>
                  <a:pt x="77694" y="743015"/>
                </a:lnTo>
                <a:lnTo>
                  <a:pt x="77362" y="742209"/>
                </a:lnTo>
                <a:lnTo>
                  <a:pt x="77000" y="741426"/>
                </a:lnTo>
                <a:lnTo>
                  <a:pt x="76610" y="740666"/>
                </a:lnTo>
                <a:lnTo>
                  <a:pt x="76190" y="739929"/>
                </a:lnTo>
                <a:lnTo>
                  <a:pt x="75742" y="739215"/>
                </a:lnTo>
                <a:lnTo>
                  <a:pt x="75265" y="738523"/>
                </a:lnTo>
                <a:lnTo>
                  <a:pt x="74759" y="737855"/>
                </a:lnTo>
                <a:lnTo>
                  <a:pt x="74224" y="737209"/>
                </a:lnTo>
                <a:lnTo>
                  <a:pt x="73660" y="736585"/>
                </a:lnTo>
                <a:lnTo>
                  <a:pt x="73067" y="735985"/>
                </a:lnTo>
                <a:lnTo>
                  <a:pt x="72445" y="735408"/>
                </a:lnTo>
                <a:lnTo>
                  <a:pt x="71795" y="734853"/>
                </a:lnTo>
                <a:lnTo>
                  <a:pt x="71115" y="734321"/>
                </a:lnTo>
                <a:lnTo>
                  <a:pt x="70420" y="733811"/>
                </a:lnTo>
                <a:lnTo>
                  <a:pt x="69698" y="733323"/>
                </a:lnTo>
                <a:lnTo>
                  <a:pt x="68948" y="732857"/>
                </a:lnTo>
                <a:lnTo>
                  <a:pt x="68170" y="732412"/>
                </a:lnTo>
                <a:lnTo>
                  <a:pt x="67364" y="731989"/>
                </a:lnTo>
                <a:lnTo>
                  <a:pt x="66530" y="731588"/>
                </a:lnTo>
                <a:lnTo>
                  <a:pt x="65669" y="731208"/>
                </a:lnTo>
                <a:lnTo>
                  <a:pt x="64779" y="730851"/>
                </a:lnTo>
                <a:lnTo>
                  <a:pt x="63862" y="730514"/>
                </a:lnTo>
                <a:lnTo>
                  <a:pt x="62917" y="730200"/>
                </a:lnTo>
                <a:lnTo>
                  <a:pt x="61945" y="729907"/>
                </a:lnTo>
                <a:lnTo>
                  <a:pt x="60944" y="729636"/>
                </a:lnTo>
                <a:lnTo>
                  <a:pt x="59916" y="729387"/>
                </a:lnTo>
                <a:lnTo>
                  <a:pt x="58860" y="729159"/>
                </a:lnTo>
                <a:lnTo>
                  <a:pt x="57776" y="728953"/>
                </a:lnTo>
                <a:lnTo>
                  <a:pt x="56664" y="728768"/>
                </a:lnTo>
                <a:lnTo>
                  <a:pt x="55525" y="728606"/>
                </a:lnTo>
                <a:lnTo>
                  <a:pt x="54357" y="728465"/>
                </a:lnTo>
                <a:lnTo>
                  <a:pt x="53162" y="728345"/>
                </a:lnTo>
                <a:lnTo>
                  <a:pt x="51939" y="728248"/>
                </a:lnTo>
                <a:lnTo>
                  <a:pt x="50688" y="728172"/>
                </a:lnTo>
                <a:lnTo>
                  <a:pt x="49410" y="728118"/>
                </a:lnTo>
                <a:lnTo>
                  <a:pt x="48103" y="728085"/>
                </a:lnTo>
                <a:lnTo>
                  <a:pt x="46769" y="728074"/>
                </a:lnTo>
                <a:lnTo>
                  <a:pt x="45512" y="728085"/>
                </a:lnTo>
                <a:lnTo>
                  <a:pt x="44276" y="728118"/>
                </a:lnTo>
                <a:lnTo>
                  <a:pt x="43060" y="728172"/>
                </a:lnTo>
                <a:lnTo>
                  <a:pt x="41866" y="728248"/>
                </a:lnTo>
                <a:lnTo>
                  <a:pt x="40693" y="728345"/>
                </a:lnTo>
                <a:lnTo>
                  <a:pt x="39542" y="728465"/>
                </a:lnTo>
                <a:lnTo>
                  <a:pt x="38411" y="728606"/>
                </a:lnTo>
                <a:lnTo>
                  <a:pt x="37302" y="728768"/>
                </a:lnTo>
                <a:lnTo>
                  <a:pt x="36213" y="728953"/>
                </a:lnTo>
                <a:lnTo>
                  <a:pt x="35146" y="729159"/>
                </a:lnTo>
                <a:lnTo>
                  <a:pt x="34100" y="729387"/>
                </a:lnTo>
                <a:lnTo>
                  <a:pt x="33075" y="729636"/>
                </a:lnTo>
                <a:lnTo>
                  <a:pt x="32071" y="729907"/>
                </a:lnTo>
                <a:lnTo>
                  <a:pt x="31088" y="730200"/>
                </a:lnTo>
                <a:lnTo>
                  <a:pt x="30127" y="730514"/>
                </a:lnTo>
                <a:lnTo>
                  <a:pt x="29186" y="730851"/>
                </a:lnTo>
                <a:lnTo>
                  <a:pt x="28267" y="731208"/>
                </a:lnTo>
                <a:lnTo>
                  <a:pt x="27369" y="731588"/>
                </a:lnTo>
                <a:lnTo>
                  <a:pt x="26492" y="731989"/>
                </a:lnTo>
                <a:lnTo>
                  <a:pt x="25636" y="732412"/>
                </a:lnTo>
                <a:lnTo>
                  <a:pt x="24801" y="732857"/>
                </a:lnTo>
                <a:lnTo>
                  <a:pt x="23988" y="733323"/>
                </a:lnTo>
                <a:lnTo>
                  <a:pt x="23195" y="733811"/>
                </a:lnTo>
                <a:lnTo>
                  <a:pt x="22424" y="734321"/>
                </a:lnTo>
                <a:lnTo>
                  <a:pt x="21692" y="734849"/>
                </a:lnTo>
                <a:lnTo>
                  <a:pt x="20991" y="735392"/>
                </a:lnTo>
                <a:lnTo>
                  <a:pt x="20321" y="735950"/>
                </a:lnTo>
                <a:lnTo>
                  <a:pt x="19683" y="736523"/>
                </a:lnTo>
                <a:lnTo>
                  <a:pt x="19076" y="737111"/>
                </a:lnTo>
                <a:lnTo>
                  <a:pt x="18500" y="737714"/>
                </a:lnTo>
                <a:lnTo>
                  <a:pt x="17954" y="738333"/>
                </a:lnTo>
                <a:lnTo>
                  <a:pt x="17441" y="738966"/>
                </a:lnTo>
                <a:lnTo>
                  <a:pt x="16958" y="739614"/>
                </a:lnTo>
                <a:lnTo>
                  <a:pt x="16506" y="740277"/>
                </a:lnTo>
                <a:lnTo>
                  <a:pt x="16086" y="740955"/>
                </a:lnTo>
                <a:lnTo>
                  <a:pt x="15697" y="741649"/>
                </a:lnTo>
                <a:lnTo>
                  <a:pt x="15338" y="742357"/>
                </a:lnTo>
                <a:lnTo>
                  <a:pt x="15011" y="743080"/>
                </a:lnTo>
                <a:lnTo>
                  <a:pt x="14716" y="743818"/>
                </a:lnTo>
                <a:lnTo>
                  <a:pt x="14451" y="744572"/>
                </a:lnTo>
                <a:lnTo>
                  <a:pt x="14217" y="745340"/>
                </a:lnTo>
                <a:lnTo>
                  <a:pt x="14015" y="746123"/>
                </a:lnTo>
                <a:lnTo>
                  <a:pt x="13843" y="746922"/>
                </a:lnTo>
                <a:lnTo>
                  <a:pt x="13703" y="747735"/>
                </a:lnTo>
                <a:lnTo>
                  <a:pt x="13594" y="748563"/>
                </a:lnTo>
                <a:lnTo>
                  <a:pt x="13516" y="749407"/>
                </a:lnTo>
                <a:lnTo>
                  <a:pt x="13470" y="750265"/>
                </a:lnTo>
                <a:lnTo>
                  <a:pt x="13454" y="751139"/>
                </a:lnTo>
                <a:lnTo>
                  <a:pt x="13454" y="751164"/>
                </a:lnTo>
                <a:lnTo>
                  <a:pt x="13453" y="751188"/>
                </a:lnTo>
                <a:lnTo>
                  <a:pt x="13452" y="751209"/>
                </a:lnTo>
                <a:lnTo>
                  <a:pt x="13450" y="751228"/>
                </a:lnTo>
                <a:lnTo>
                  <a:pt x="13447" y="751244"/>
                </a:lnTo>
                <a:lnTo>
                  <a:pt x="13444" y="751259"/>
                </a:lnTo>
                <a:lnTo>
                  <a:pt x="13441" y="751271"/>
                </a:lnTo>
                <a:lnTo>
                  <a:pt x="13436" y="751281"/>
                </a:lnTo>
                <a:lnTo>
                  <a:pt x="13432" y="751289"/>
                </a:lnTo>
                <a:lnTo>
                  <a:pt x="13426" y="751294"/>
                </a:lnTo>
                <a:lnTo>
                  <a:pt x="13421" y="751298"/>
                </a:lnTo>
                <a:lnTo>
                  <a:pt x="13414" y="751299"/>
                </a:lnTo>
                <a:lnTo>
                  <a:pt x="13407" y="751298"/>
                </a:lnTo>
                <a:lnTo>
                  <a:pt x="13400" y="751294"/>
                </a:lnTo>
                <a:lnTo>
                  <a:pt x="13392" y="751289"/>
                </a:lnTo>
                <a:lnTo>
                  <a:pt x="13383" y="751281"/>
                </a:lnTo>
                <a:lnTo>
                  <a:pt x="13374" y="751271"/>
                </a:lnTo>
                <a:lnTo>
                  <a:pt x="13364" y="751259"/>
                </a:lnTo>
                <a:lnTo>
                  <a:pt x="13354" y="751244"/>
                </a:lnTo>
                <a:lnTo>
                  <a:pt x="13343" y="751228"/>
                </a:lnTo>
                <a:lnTo>
                  <a:pt x="13332" y="751209"/>
                </a:lnTo>
                <a:lnTo>
                  <a:pt x="13320" y="751188"/>
                </a:lnTo>
                <a:lnTo>
                  <a:pt x="13307" y="751164"/>
                </a:lnTo>
                <a:lnTo>
                  <a:pt x="13294" y="751139"/>
                </a:lnTo>
                <a:lnTo>
                  <a:pt x="13294" y="751172"/>
                </a:lnTo>
                <a:lnTo>
                  <a:pt x="13294" y="751234"/>
                </a:lnTo>
                <a:lnTo>
                  <a:pt x="13294" y="751299"/>
                </a:lnTo>
                <a:lnTo>
                  <a:pt x="13308" y="751369"/>
                </a:lnTo>
                <a:lnTo>
                  <a:pt x="13322" y="751445"/>
                </a:lnTo>
                <a:lnTo>
                  <a:pt x="13337" y="751527"/>
                </a:lnTo>
                <a:lnTo>
                  <a:pt x="13352" y="751615"/>
                </a:lnTo>
                <a:close/>
                <a:moveTo>
                  <a:pt x="37727" y="801479"/>
                </a:moveTo>
                <a:lnTo>
                  <a:pt x="37177" y="801396"/>
                </a:lnTo>
                <a:lnTo>
                  <a:pt x="36641" y="801302"/>
                </a:lnTo>
                <a:lnTo>
                  <a:pt x="36119" y="801196"/>
                </a:lnTo>
                <a:lnTo>
                  <a:pt x="35611" y="801079"/>
                </a:lnTo>
                <a:lnTo>
                  <a:pt x="35117" y="800951"/>
                </a:lnTo>
                <a:lnTo>
                  <a:pt x="34637" y="800812"/>
                </a:lnTo>
                <a:lnTo>
                  <a:pt x="34170" y="800662"/>
                </a:lnTo>
                <a:lnTo>
                  <a:pt x="33718" y="800501"/>
                </a:lnTo>
                <a:lnTo>
                  <a:pt x="33280" y="800328"/>
                </a:lnTo>
                <a:lnTo>
                  <a:pt x="32855" y="800145"/>
                </a:lnTo>
                <a:lnTo>
                  <a:pt x="32444" y="799950"/>
                </a:lnTo>
                <a:lnTo>
                  <a:pt x="32047" y="799744"/>
                </a:lnTo>
                <a:lnTo>
                  <a:pt x="31664" y="799527"/>
                </a:lnTo>
                <a:lnTo>
                  <a:pt x="31295" y="799299"/>
                </a:lnTo>
                <a:lnTo>
                  <a:pt x="30940" y="799060"/>
                </a:lnTo>
                <a:lnTo>
                  <a:pt x="30599" y="798810"/>
                </a:lnTo>
                <a:lnTo>
                  <a:pt x="30272" y="798549"/>
                </a:lnTo>
                <a:lnTo>
                  <a:pt x="29971" y="798276"/>
                </a:lnTo>
                <a:lnTo>
                  <a:pt x="29684" y="797992"/>
                </a:lnTo>
                <a:lnTo>
                  <a:pt x="29409" y="797698"/>
                </a:lnTo>
                <a:lnTo>
                  <a:pt x="29146" y="797392"/>
                </a:lnTo>
                <a:lnTo>
                  <a:pt x="28897" y="797075"/>
                </a:lnTo>
                <a:lnTo>
                  <a:pt x="28660" y="796747"/>
                </a:lnTo>
                <a:lnTo>
                  <a:pt x="28436" y="796407"/>
                </a:lnTo>
                <a:lnTo>
                  <a:pt x="28225" y="796057"/>
                </a:lnTo>
                <a:lnTo>
                  <a:pt x="28027" y="795696"/>
                </a:lnTo>
                <a:lnTo>
                  <a:pt x="27842" y="795323"/>
                </a:lnTo>
                <a:lnTo>
                  <a:pt x="27669" y="794939"/>
                </a:lnTo>
                <a:lnTo>
                  <a:pt x="27509" y="794544"/>
                </a:lnTo>
                <a:lnTo>
                  <a:pt x="27362" y="794138"/>
                </a:lnTo>
                <a:lnTo>
                  <a:pt x="27228" y="793721"/>
                </a:lnTo>
                <a:lnTo>
                  <a:pt x="27106" y="793293"/>
                </a:lnTo>
                <a:lnTo>
                  <a:pt x="26997" y="792854"/>
                </a:lnTo>
                <a:lnTo>
                  <a:pt x="26901" y="792403"/>
                </a:lnTo>
                <a:lnTo>
                  <a:pt x="26818" y="791942"/>
                </a:lnTo>
                <a:lnTo>
                  <a:pt x="26748" y="791469"/>
                </a:lnTo>
                <a:lnTo>
                  <a:pt x="26690" y="790985"/>
                </a:lnTo>
                <a:lnTo>
                  <a:pt x="26646" y="790490"/>
                </a:lnTo>
                <a:lnTo>
                  <a:pt x="26614" y="789984"/>
                </a:lnTo>
                <a:lnTo>
                  <a:pt x="26594" y="789467"/>
                </a:lnTo>
                <a:lnTo>
                  <a:pt x="26588" y="788938"/>
                </a:lnTo>
                <a:lnTo>
                  <a:pt x="26594" y="788423"/>
                </a:lnTo>
                <a:lnTo>
                  <a:pt x="26611" y="787917"/>
                </a:lnTo>
                <a:lnTo>
                  <a:pt x="26641" y="787422"/>
                </a:lnTo>
                <a:lnTo>
                  <a:pt x="26681" y="786936"/>
                </a:lnTo>
                <a:lnTo>
                  <a:pt x="26734" y="786461"/>
                </a:lnTo>
                <a:lnTo>
                  <a:pt x="26798" y="785995"/>
                </a:lnTo>
                <a:lnTo>
                  <a:pt x="26874" y="785540"/>
                </a:lnTo>
                <a:lnTo>
                  <a:pt x="26962" y="785094"/>
                </a:lnTo>
                <a:lnTo>
                  <a:pt x="27061" y="784659"/>
                </a:lnTo>
                <a:lnTo>
                  <a:pt x="27172" y="784234"/>
                </a:lnTo>
                <a:lnTo>
                  <a:pt x="27295" y="783818"/>
                </a:lnTo>
                <a:lnTo>
                  <a:pt x="27429" y="783413"/>
                </a:lnTo>
                <a:lnTo>
                  <a:pt x="27575" y="783017"/>
                </a:lnTo>
                <a:lnTo>
                  <a:pt x="27733" y="782632"/>
                </a:lnTo>
                <a:lnTo>
                  <a:pt x="27902" y="782256"/>
                </a:lnTo>
                <a:lnTo>
                  <a:pt x="28083" y="781891"/>
                </a:lnTo>
                <a:lnTo>
                  <a:pt x="28276" y="781536"/>
                </a:lnTo>
                <a:lnTo>
                  <a:pt x="28480" y="781190"/>
                </a:lnTo>
                <a:lnTo>
                  <a:pt x="28696" y="780855"/>
                </a:lnTo>
                <a:lnTo>
                  <a:pt x="28924" y="780530"/>
                </a:lnTo>
                <a:lnTo>
                  <a:pt x="29163" y="780214"/>
                </a:lnTo>
                <a:lnTo>
                  <a:pt x="29414" y="779909"/>
                </a:lnTo>
                <a:lnTo>
                  <a:pt x="29677" y="779614"/>
                </a:lnTo>
                <a:lnTo>
                  <a:pt x="29952" y="779328"/>
                </a:lnTo>
                <a:lnTo>
                  <a:pt x="30253" y="779038"/>
                </a:lnTo>
                <a:lnTo>
                  <a:pt x="30570" y="778755"/>
                </a:lnTo>
                <a:lnTo>
                  <a:pt x="30903" y="778480"/>
                </a:lnTo>
                <a:lnTo>
                  <a:pt x="31251" y="778212"/>
                </a:lnTo>
                <a:lnTo>
                  <a:pt x="31614" y="777950"/>
                </a:lnTo>
                <a:lnTo>
                  <a:pt x="31994" y="777697"/>
                </a:lnTo>
                <a:lnTo>
                  <a:pt x="32389" y="777450"/>
                </a:lnTo>
                <a:lnTo>
                  <a:pt x="32799" y="777211"/>
                </a:lnTo>
                <a:lnTo>
                  <a:pt x="33225" y="776978"/>
                </a:lnTo>
                <a:lnTo>
                  <a:pt x="33667" y="776753"/>
                </a:lnTo>
                <a:lnTo>
                  <a:pt x="34124" y="776536"/>
                </a:lnTo>
                <a:lnTo>
                  <a:pt x="34596" y="776325"/>
                </a:lnTo>
                <a:lnTo>
                  <a:pt x="35085" y="776122"/>
                </a:lnTo>
                <a:lnTo>
                  <a:pt x="35589" y="775926"/>
                </a:lnTo>
                <a:lnTo>
                  <a:pt x="36108" y="775737"/>
                </a:lnTo>
                <a:lnTo>
                  <a:pt x="36643" y="775555"/>
                </a:lnTo>
                <a:lnTo>
                  <a:pt x="37194" y="775381"/>
                </a:lnTo>
                <a:lnTo>
                  <a:pt x="37760" y="775214"/>
                </a:lnTo>
                <a:lnTo>
                  <a:pt x="38342" y="775054"/>
                </a:lnTo>
                <a:lnTo>
                  <a:pt x="38939" y="774901"/>
                </a:lnTo>
                <a:lnTo>
                  <a:pt x="39552" y="774756"/>
                </a:lnTo>
                <a:lnTo>
                  <a:pt x="40180" y="774618"/>
                </a:lnTo>
                <a:lnTo>
                  <a:pt x="40824" y="774487"/>
                </a:lnTo>
                <a:lnTo>
                  <a:pt x="41484" y="774363"/>
                </a:lnTo>
                <a:lnTo>
                  <a:pt x="42174" y="774232"/>
                </a:lnTo>
                <a:lnTo>
                  <a:pt x="42884" y="774107"/>
                </a:lnTo>
                <a:lnTo>
                  <a:pt x="43613" y="773988"/>
                </a:lnTo>
                <a:lnTo>
                  <a:pt x="44362" y="773874"/>
                </a:lnTo>
                <a:lnTo>
                  <a:pt x="45131" y="773765"/>
                </a:lnTo>
                <a:lnTo>
                  <a:pt x="45918" y="773662"/>
                </a:lnTo>
                <a:lnTo>
                  <a:pt x="46726" y="773565"/>
                </a:lnTo>
                <a:lnTo>
                  <a:pt x="47552" y="773473"/>
                </a:lnTo>
                <a:lnTo>
                  <a:pt x="48399" y="773387"/>
                </a:lnTo>
                <a:lnTo>
                  <a:pt x="49264" y="773306"/>
                </a:lnTo>
                <a:lnTo>
                  <a:pt x="50149" y="773231"/>
                </a:lnTo>
                <a:lnTo>
                  <a:pt x="51054" y="773162"/>
                </a:lnTo>
                <a:lnTo>
                  <a:pt x="51978" y="773098"/>
                </a:lnTo>
                <a:lnTo>
                  <a:pt x="52921" y="773039"/>
                </a:lnTo>
                <a:lnTo>
                  <a:pt x="53884" y="772987"/>
                </a:lnTo>
                <a:lnTo>
                  <a:pt x="54867" y="772939"/>
                </a:lnTo>
                <a:lnTo>
                  <a:pt x="55869" y="772898"/>
                </a:lnTo>
                <a:lnTo>
                  <a:pt x="56890" y="772861"/>
                </a:lnTo>
                <a:lnTo>
                  <a:pt x="57931" y="772831"/>
                </a:lnTo>
                <a:lnTo>
                  <a:pt x="58991" y="772806"/>
                </a:lnTo>
                <a:lnTo>
                  <a:pt x="60071" y="772786"/>
                </a:lnTo>
                <a:lnTo>
                  <a:pt x="61170" y="772773"/>
                </a:lnTo>
                <a:lnTo>
                  <a:pt x="62289" y="772764"/>
                </a:lnTo>
                <a:lnTo>
                  <a:pt x="63427" y="772761"/>
                </a:lnTo>
                <a:lnTo>
                  <a:pt x="63427" y="777727"/>
                </a:lnTo>
                <a:lnTo>
                  <a:pt x="63423" y="778285"/>
                </a:lnTo>
                <a:lnTo>
                  <a:pt x="63410" y="778839"/>
                </a:lnTo>
                <a:lnTo>
                  <a:pt x="63389" y="779388"/>
                </a:lnTo>
                <a:lnTo>
                  <a:pt x="63360" y="779933"/>
                </a:lnTo>
                <a:lnTo>
                  <a:pt x="63323" y="780474"/>
                </a:lnTo>
                <a:lnTo>
                  <a:pt x="63277" y="781010"/>
                </a:lnTo>
                <a:lnTo>
                  <a:pt x="63222" y="781542"/>
                </a:lnTo>
                <a:lnTo>
                  <a:pt x="63160" y="782069"/>
                </a:lnTo>
                <a:lnTo>
                  <a:pt x="63089" y="782592"/>
                </a:lnTo>
                <a:lnTo>
                  <a:pt x="63010" y="783110"/>
                </a:lnTo>
                <a:lnTo>
                  <a:pt x="62922" y="783624"/>
                </a:lnTo>
                <a:lnTo>
                  <a:pt x="62826" y="784133"/>
                </a:lnTo>
                <a:lnTo>
                  <a:pt x="62722" y="784638"/>
                </a:lnTo>
                <a:lnTo>
                  <a:pt x="62609" y="785139"/>
                </a:lnTo>
                <a:lnTo>
                  <a:pt x="62488" y="785635"/>
                </a:lnTo>
                <a:lnTo>
                  <a:pt x="62359" y="786127"/>
                </a:lnTo>
                <a:lnTo>
                  <a:pt x="62221" y="786614"/>
                </a:lnTo>
                <a:lnTo>
                  <a:pt x="62075" y="787097"/>
                </a:lnTo>
                <a:lnTo>
                  <a:pt x="61921" y="787575"/>
                </a:lnTo>
                <a:lnTo>
                  <a:pt x="61758" y="788049"/>
                </a:lnTo>
                <a:lnTo>
                  <a:pt x="61587" y="788518"/>
                </a:lnTo>
                <a:lnTo>
                  <a:pt x="61408" y="788983"/>
                </a:lnTo>
                <a:lnTo>
                  <a:pt x="61220" y="789443"/>
                </a:lnTo>
                <a:lnTo>
                  <a:pt x="61024" y="789899"/>
                </a:lnTo>
                <a:lnTo>
                  <a:pt x="60833" y="790349"/>
                </a:lnTo>
                <a:lnTo>
                  <a:pt x="60633" y="790792"/>
                </a:lnTo>
                <a:lnTo>
                  <a:pt x="60424" y="791226"/>
                </a:lnTo>
                <a:lnTo>
                  <a:pt x="60206" y="791652"/>
                </a:lnTo>
                <a:lnTo>
                  <a:pt x="59979" y="792071"/>
                </a:lnTo>
                <a:lnTo>
                  <a:pt x="59743" y="792482"/>
                </a:lnTo>
                <a:lnTo>
                  <a:pt x="59498" y="792885"/>
                </a:lnTo>
                <a:lnTo>
                  <a:pt x="59245" y="793281"/>
                </a:lnTo>
                <a:lnTo>
                  <a:pt x="58982" y="793668"/>
                </a:lnTo>
                <a:lnTo>
                  <a:pt x="58711" y="794048"/>
                </a:lnTo>
                <a:lnTo>
                  <a:pt x="58430" y="794420"/>
                </a:lnTo>
                <a:lnTo>
                  <a:pt x="58141" y="794785"/>
                </a:lnTo>
                <a:lnTo>
                  <a:pt x="57843" y="795141"/>
                </a:lnTo>
                <a:lnTo>
                  <a:pt x="57536" y="795490"/>
                </a:lnTo>
                <a:lnTo>
                  <a:pt x="57220" y="795831"/>
                </a:lnTo>
                <a:lnTo>
                  <a:pt x="56896" y="796164"/>
                </a:lnTo>
                <a:lnTo>
                  <a:pt x="56562" y="796489"/>
                </a:lnTo>
                <a:lnTo>
                  <a:pt x="56219" y="796807"/>
                </a:lnTo>
                <a:lnTo>
                  <a:pt x="55868" y="797117"/>
                </a:lnTo>
                <a:lnTo>
                  <a:pt x="55507" y="797419"/>
                </a:lnTo>
                <a:lnTo>
                  <a:pt x="55138" y="797713"/>
                </a:lnTo>
                <a:lnTo>
                  <a:pt x="54760" y="797999"/>
                </a:lnTo>
                <a:lnTo>
                  <a:pt x="54373" y="798278"/>
                </a:lnTo>
                <a:lnTo>
                  <a:pt x="53977" y="798549"/>
                </a:lnTo>
                <a:lnTo>
                  <a:pt x="53585" y="798810"/>
                </a:lnTo>
                <a:lnTo>
                  <a:pt x="53184" y="799060"/>
                </a:lnTo>
                <a:lnTo>
                  <a:pt x="52773" y="799299"/>
                </a:lnTo>
                <a:lnTo>
                  <a:pt x="52353" y="799527"/>
                </a:lnTo>
                <a:lnTo>
                  <a:pt x="51923" y="799744"/>
                </a:lnTo>
                <a:lnTo>
                  <a:pt x="51484" y="799950"/>
                </a:lnTo>
                <a:lnTo>
                  <a:pt x="51036" y="800145"/>
                </a:lnTo>
                <a:lnTo>
                  <a:pt x="50578" y="800328"/>
                </a:lnTo>
                <a:lnTo>
                  <a:pt x="50110" y="800501"/>
                </a:lnTo>
                <a:lnTo>
                  <a:pt x="49633" y="800662"/>
                </a:lnTo>
                <a:lnTo>
                  <a:pt x="49147" y="800812"/>
                </a:lnTo>
                <a:lnTo>
                  <a:pt x="48651" y="800951"/>
                </a:lnTo>
                <a:lnTo>
                  <a:pt x="48146" y="801079"/>
                </a:lnTo>
                <a:lnTo>
                  <a:pt x="47631" y="801196"/>
                </a:lnTo>
                <a:lnTo>
                  <a:pt x="47107" y="801302"/>
                </a:lnTo>
                <a:lnTo>
                  <a:pt x="46574" y="801396"/>
                </a:lnTo>
                <a:lnTo>
                  <a:pt x="46030" y="801479"/>
                </a:lnTo>
                <a:lnTo>
                  <a:pt x="45478" y="801552"/>
                </a:lnTo>
                <a:lnTo>
                  <a:pt x="44916" y="801613"/>
                </a:lnTo>
                <a:lnTo>
                  <a:pt x="44345" y="801663"/>
                </a:lnTo>
                <a:lnTo>
                  <a:pt x="43764" y="801702"/>
                </a:lnTo>
                <a:lnTo>
                  <a:pt x="43173" y="801730"/>
                </a:lnTo>
                <a:lnTo>
                  <a:pt x="42573" y="801746"/>
                </a:lnTo>
                <a:lnTo>
                  <a:pt x="41964" y="801752"/>
                </a:lnTo>
                <a:lnTo>
                  <a:pt x="41317" y="801746"/>
                </a:lnTo>
                <a:lnTo>
                  <a:pt x="40684" y="801730"/>
                </a:lnTo>
                <a:lnTo>
                  <a:pt x="40065" y="801702"/>
                </a:lnTo>
                <a:lnTo>
                  <a:pt x="39459" y="801663"/>
                </a:lnTo>
                <a:lnTo>
                  <a:pt x="38868" y="801613"/>
                </a:lnTo>
                <a:lnTo>
                  <a:pt x="38290" y="801552"/>
                </a:lnTo>
                <a:lnTo>
                  <a:pt x="37727" y="801479"/>
                </a:lnTo>
                <a:close/>
                <a:moveTo>
                  <a:pt x="148524" y="812954"/>
                </a:moveTo>
                <a:lnTo>
                  <a:pt x="149409" y="812892"/>
                </a:lnTo>
                <a:lnTo>
                  <a:pt x="150283" y="812821"/>
                </a:lnTo>
                <a:lnTo>
                  <a:pt x="151144" y="812741"/>
                </a:lnTo>
                <a:lnTo>
                  <a:pt x="151994" y="812651"/>
                </a:lnTo>
                <a:lnTo>
                  <a:pt x="152833" y="812552"/>
                </a:lnTo>
                <a:lnTo>
                  <a:pt x="153660" y="812443"/>
                </a:lnTo>
                <a:lnTo>
                  <a:pt x="154475" y="812325"/>
                </a:lnTo>
                <a:lnTo>
                  <a:pt x="155278" y="812197"/>
                </a:lnTo>
                <a:lnTo>
                  <a:pt x="156070" y="812060"/>
                </a:lnTo>
                <a:lnTo>
                  <a:pt x="156850" y="811914"/>
                </a:lnTo>
                <a:lnTo>
                  <a:pt x="157618" y="811758"/>
                </a:lnTo>
                <a:lnTo>
                  <a:pt x="158374" y="811592"/>
                </a:lnTo>
                <a:lnTo>
                  <a:pt x="159119" y="811417"/>
                </a:lnTo>
                <a:lnTo>
                  <a:pt x="159853" y="811233"/>
                </a:lnTo>
                <a:lnTo>
                  <a:pt x="160574" y="811039"/>
                </a:lnTo>
                <a:lnTo>
                  <a:pt x="161284" y="810836"/>
                </a:lnTo>
                <a:lnTo>
                  <a:pt x="161982" y="810623"/>
                </a:lnTo>
                <a:lnTo>
                  <a:pt x="162669" y="810401"/>
                </a:lnTo>
                <a:lnTo>
                  <a:pt x="163356" y="810169"/>
                </a:lnTo>
                <a:lnTo>
                  <a:pt x="164029" y="809927"/>
                </a:lnTo>
                <a:lnTo>
                  <a:pt x="164689" y="809675"/>
                </a:lnTo>
                <a:lnTo>
                  <a:pt x="165334" y="809413"/>
                </a:lnTo>
                <a:lnTo>
                  <a:pt x="165966" y="809141"/>
                </a:lnTo>
                <a:lnTo>
                  <a:pt x="166583" y="808859"/>
                </a:lnTo>
                <a:lnTo>
                  <a:pt x="167187" y="808568"/>
                </a:lnTo>
                <a:lnTo>
                  <a:pt x="167777" y="808266"/>
                </a:lnTo>
                <a:lnTo>
                  <a:pt x="168353" y="807954"/>
                </a:lnTo>
                <a:lnTo>
                  <a:pt x="168914" y="807632"/>
                </a:lnTo>
                <a:lnTo>
                  <a:pt x="169463" y="807300"/>
                </a:lnTo>
                <a:lnTo>
                  <a:pt x="169997" y="806957"/>
                </a:lnTo>
                <a:lnTo>
                  <a:pt x="170517" y="806605"/>
                </a:lnTo>
                <a:lnTo>
                  <a:pt x="171023" y="806243"/>
                </a:lnTo>
                <a:lnTo>
                  <a:pt x="171516" y="805871"/>
                </a:lnTo>
                <a:lnTo>
                  <a:pt x="171994" y="805489"/>
                </a:lnTo>
                <a:lnTo>
                  <a:pt x="172459" y="805097"/>
                </a:lnTo>
                <a:lnTo>
                  <a:pt x="172910" y="804695"/>
                </a:lnTo>
                <a:lnTo>
                  <a:pt x="173347" y="804283"/>
                </a:lnTo>
                <a:lnTo>
                  <a:pt x="173770" y="803861"/>
                </a:lnTo>
                <a:lnTo>
                  <a:pt x="174179" y="803429"/>
                </a:lnTo>
                <a:lnTo>
                  <a:pt x="174574" y="802987"/>
                </a:lnTo>
                <a:lnTo>
                  <a:pt x="174955" y="802535"/>
                </a:lnTo>
                <a:lnTo>
                  <a:pt x="175322" y="802072"/>
                </a:lnTo>
                <a:lnTo>
                  <a:pt x="175688" y="801600"/>
                </a:lnTo>
                <a:lnTo>
                  <a:pt x="176039" y="801118"/>
                </a:lnTo>
                <a:lnTo>
                  <a:pt x="176373" y="800626"/>
                </a:lnTo>
                <a:lnTo>
                  <a:pt x="176693" y="800124"/>
                </a:lnTo>
                <a:lnTo>
                  <a:pt x="176996" y="799611"/>
                </a:lnTo>
                <a:lnTo>
                  <a:pt x="177284" y="799089"/>
                </a:lnTo>
                <a:lnTo>
                  <a:pt x="177557" y="798557"/>
                </a:lnTo>
                <a:lnTo>
                  <a:pt x="177814" y="798015"/>
                </a:lnTo>
                <a:lnTo>
                  <a:pt x="178055" y="797462"/>
                </a:lnTo>
                <a:lnTo>
                  <a:pt x="178281" y="796900"/>
                </a:lnTo>
                <a:lnTo>
                  <a:pt x="178491" y="796328"/>
                </a:lnTo>
                <a:lnTo>
                  <a:pt x="178686" y="795746"/>
                </a:lnTo>
                <a:lnTo>
                  <a:pt x="178865" y="795153"/>
                </a:lnTo>
                <a:lnTo>
                  <a:pt x="179028" y="794551"/>
                </a:lnTo>
                <a:lnTo>
                  <a:pt x="179176" y="793939"/>
                </a:lnTo>
                <a:lnTo>
                  <a:pt x="179309" y="793316"/>
                </a:lnTo>
                <a:lnTo>
                  <a:pt x="179426" y="792684"/>
                </a:lnTo>
                <a:lnTo>
                  <a:pt x="179527" y="792042"/>
                </a:lnTo>
                <a:lnTo>
                  <a:pt x="179612" y="791389"/>
                </a:lnTo>
                <a:lnTo>
                  <a:pt x="179682" y="790727"/>
                </a:lnTo>
                <a:lnTo>
                  <a:pt x="179737" y="790055"/>
                </a:lnTo>
                <a:lnTo>
                  <a:pt x="179776" y="789372"/>
                </a:lnTo>
                <a:lnTo>
                  <a:pt x="179799" y="788680"/>
                </a:lnTo>
                <a:lnTo>
                  <a:pt x="179807" y="787977"/>
                </a:lnTo>
                <a:lnTo>
                  <a:pt x="179802" y="787355"/>
                </a:lnTo>
                <a:lnTo>
                  <a:pt x="179786" y="786743"/>
                </a:lnTo>
                <a:lnTo>
                  <a:pt x="179760" y="786141"/>
                </a:lnTo>
                <a:lnTo>
                  <a:pt x="179723" y="785548"/>
                </a:lnTo>
                <a:lnTo>
                  <a:pt x="179675" y="784966"/>
                </a:lnTo>
                <a:lnTo>
                  <a:pt x="179617" y="784394"/>
                </a:lnTo>
                <a:lnTo>
                  <a:pt x="179548" y="783831"/>
                </a:lnTo>
                <a:lnTo>
                  <a:pt x="179469" y="783279"/>
                </a:lnTo>
                <a:lnTo>
                  <a:pt x="179379" y="782737"/>
                </a:lnTo>
                <a:lnTo>
                  <a:pt x="179279" y="782205"/>
                </a:lnTo>
                <a:lnTo>
                  <a:pt x="179168" y="781682"/>
                </a:lnTo>
                <a:lnTo>
                  <a:pt x="179046" y="781170"/>
                </a:lnTo>
                <a:lnTo>
                  <a:pt x="178914" y="780668"/>
                </a:lnTo>
                <a:lnTo>
                  <a:pt x="178772" y="780176"/>
                </a:lnTo>
                <a:lnTo>
                  <a:pt x="178618" y="779694"/>
                </a:lnTo>
                <a:lnTo>
                  <a:pt x="178455" y="779222"/>
                </a:lnTo>
                <a:lnTo>
                  <a:pt x="178280" y="778759"/>
                </a:lnTo>
                <a:lnTo>
                  <a:pt x="178095" y="778307"/>
                </a:lnTo>
                <a:lnTo>
                  <a:pt x="177900" y="777865"/>
                </a:lnTo>
                <a:lnTo>
                  <a:pt x="177694" y="777433"/>
                </a:lnTo>
                <a:lnTo>
                  <a:pt x="177477" y="777011"/>
                </a:lnTo>
                <a:lnTo>
                  <a:pt x="177250" y="776599"/>
                </a:lnTo>
                <a:lnTo>
                  <a:pt x="177012" y="776197"/>
                </a:lnTo>
                <a:lnTo>
                  <a:pt x="176764" y="775805"/>
                </a:lnTo>
                <a:lnTo>
                  <a:pt x="176504" y="775407"/>
                </a:lnTo>
                <a:lnTo>
                  <a:pt x="176230" y="775016"/>
                </a:lnTo>
                <a:lnTo>
                  <a:pt x="175943" y="774631"/>
                </a:lnTo>
                <a:lnTo>
                  <a:pt x="175643" y="774252"/>
                </a:lnTo>
                <a:lnTo>
                  <a:pt x="175329" y="773879"/>
                </a:lnTo>
                <a:lnTo>
                  <a:pt x="175002" y="773512"/>
                </a:lnTo>
                <a:lnTo>
                  <a:pt x="174662" y="773152"/>
                </a:lnTo>
                <a:lnTo>
                  <a:pt x="174308" y="772797"/>
                </a:lnTo>
                <a:lnTo>
                  <a:pt x="173941" y="772449"/>
                </a:lnTo>
                <a:lnTo>
                  <a:pt x="173560" y="772106"/>
                </a:lnTo>
                <a:lnTo>
                  <a:pt x="173167" y="771770"/>
                </a:lnTo>
                <a:lnTo>
                  <a:pt x="172760" y="771440"/>
                </a:lnTo>
                <a:lnTo>
                  <a:pt x="172339" y="771116"/>
                </a:lnTo>
                <a:lnTo>
                  <a:pt x="171905" y="770798"/>
                </a:lnTo>
                <a:lnTo>
                  <a:pt x="171458" y="770487"/>
                </a:lnTo>
                <a:lnTo>
                  <a:pt x="170998" y="770181"/>
                </a:lnTo>
                <a:lnTo>
                  <a:pt x="170524" y="769881"/>
                </a:lnTo>
                <a:lnTo>
                  <a:pt x="170037" y="769588"/>
                </a:lnTo>
                <a:lnTo>
                  <a:pt x="169536" y="769301"/>
                </a:lnTo>
                <a:lnTo>
                  <a:pt x="169022" y="769020"/>
                </a:lnTo>
                <a:lnTo>
                  <a:pt x="168495" y="768745"/>
                </a:lnTo>
                <a:lnTo>
                  <a:pt x="167955" y="768476"/>
                </a:lnTo>
                <a:lnTo>
                  <a:pt x="167401" y="768213"/>
                </a:lnTo>
                <a:lnTo>
                  <a:pt x="166833" y="767956"/>
                </a:lnTo>
                <a:lnTo>
                  <a:pt x="166264" y="767704"/>
                </a:lnTo>
                <a:lnTo>
                  <a:pt x="165678" y="767456"/>
                </a:lnTo>
                <a:lnTo>
                  <a:pt x="165074" y="767211"/>
                </a:lnTo>
                <a:lnTo>
                  <a:pt x="164453" y="766969"/>
                </a:lnTo>
                <a:lnTo>
                  <a:pt x="163815" y="766730"/>
                </a:lnTo>
                <a:lnTo>
                  <a:pt x="163160" y="766495"/>
                </a:lnTo>
                <a:lnTo>
                  <a:pt x="162487" y="766263"/>
                </a:lnTo>
                <a:lnTo>
                  <a:pt x="161797" y="766034"/>
                </a:lnTo>
                <a:lnTo>
                  <a:pt x="161090" y="765809"/>
                </a:lnTo>
                <a:lnTo>
                  <a:pt x="160365" y="765587"/>
                </a:lnTo>
                <a:lnTo>
                  <a:pt x="159624" y="765369"/>
                </a:lnTo>
                <a:lnTo>
                  <a:pt x="158865" y="765153"/>
                </a:lnTo>
                <a:lnTo>
                  <a:pt x="158089" y="764942"/>
                </a:lnTo>
                <a:lnTo>
                  <a:pt x="157296" y="764733"/>
                </a:lnTo>
                <a:lnTo>
                  <a:pt x="156485" y="764528"/>
                </a:lnTo>
                <a:lnTo>
                  <a:pt x="155657" y="764326"/>
                </a:lnTo>
                <a:lnTo>
                  <a:pt x="154812" y="764127"/>
                </a:lnTo>
                <a:lnTo>
                  <a:pt x="153950" y="763932"/>
                </a:lnTo>
                <a:lnTo>
                  <a:pt x="153070" y="763740"/>
                </a:lnTo>
                <a:lnTo>
                  <a:pt x="152173" y="763552"/>
                </a:lnTo>
                <a:lnTo>
                  <a:pt x="151259" y="763367"/>
                </a:lnTo>
                <a:lnTo>
                  <a:pt x="150328" y="763185"/>
                </a:lnTo>
                <a:lnTo>
                  <a:pt x="149380" y="763006"/>
                </a:lnTo>
                <a:lnTo>
                  <a:pt x="148414" y="762831"/>
                </a:lnTo>
                <a:lnTo>
                  <a:pt x="147634" y="762684"/>
                </a:lnTo>
                <a:lnTo>
                  <a:pt x="146869" y="762538"/>
                </a:lnTo>
                <a:lnTo>
                  <a:pt x="146119" y="762393"/>
                </a:lnTo>
                <a:lnTo>
                  <a:pt x="145384" y="762248"/>
                </a:lnTo>
                <a:lnTo>
                  <a:pt x="144664" y="762104"/>
                </a:lnTo>
                <a:lnTo>
                  <a:pt x="143959" y="761960"/>
                </a:lnTo>
                <a:lnTo>
                  <a:pt x="143269" y="761817"/>
                </a:lnTo>
                <a:lnTo>
                  <a:pt x="142595" y="761674"/>
                </a:lnTo>
                <a:lnTo>
                  <a:pt x="141935" y="761532"/>
                </a:lnTo>
                <a:lnTo>
                  <a:pt x="141290" y="761391"/>
                </a:lnTo>
                <a:lnTo>
                  <a:pt x="140660" y="761250"/>
                </a:lnTo>
                <a:lnTo>
                  <a:pt x="140045" y="761109"/>
                </a:lnTo>
                <a:lnTo>
                  <a:pt x="139445" y="760969"/>
                </a:lnTo>
                <a:lnTo>
                  <a:pt x="138861" y="760830"/>
                </a:lnTo>
                <a:lnTo>
                  <a:pt x="138291" y="760691"/>
                </a:lnTo>
                <a:lnTo>
                  <a:pt x="137736" y="760553"/>
                </a:lnTo>
                <a:lnTo>
                  <a:pt x="137196" y="760415"/>
                </a:lnTo>
                <a:lnTo>
                  <a:pt x="136672" y="760278"/>
                </a:lnTo>
                <a:lnTo>
                  <a:pt x="136162" y="760142"/>
                </a:lnTo>
                <a:lnTo>
                  <a:pt x="135667" y="760006"/>
                </a:lnTo>
                <a:lnTo>
                  <a:pt x="135188" y="759870"/>
                </a:lnTo>
                <a:lnTo>
                  <a:pt x="134723" y="759735"/>
                </a:lnTo>
                <a:lnTo>
                  <a:pt x="134273" y="759601"/>
                </a:lnTo>
                <a:lnTo>
                  <a:pt x="133839" y="759467"/>
                </a:lnTo>
                <a:lnTo>
                  <a:pt x="133430" y="759333"/>
                </a:lnTo>
                <a:lnTo>
                  <a:pt x="133032" y="759198"/>
                </a:lnTo>
                <a:lnTo>
                  <a:pt x="132645" y="759062"/>
                </a:lnTo>
                <a:lnTo>
                  <a:pt x="132268" y="758925"/>
                </a:lnTo>
                <a:lnTo>
                  <a:pt x="131902" y="758786"/>
                </a:lnTo>
                <a:lnTo>
                  <a:pt x="131546" y="758647"/>
                </a:lnTo>
                <a:lnTo>
                  <a:pt x="131201" y="758506"/>
                </a:lnTo>
                <a:lnTo>
                  <a:pt x="130867" y="758364"/>
                </a:lnTo>
                <a:lnTo>
                  <a:pt x="130543" y="758221"/>
                </a:lnTo>
                <a:lnTo>
                  <a:pt x="130229" y="758077"/>
                </a:lnTo>
                <a:lnTo>
                  <a:pt x="129926" y="757932"/>
                </a:lnTo>
                <a:lnTo>
                  <a:pt x="129634" y="757786"/>
                </a:lnTo>
                <a:lnTo>
                  <a:pt x="129352" y="757638"/>
                </a:lnTo>
                <a:lnTo>
                  <a:pt x="129081" y="757490"/>
                </a:lnTo>
                <a:lnTo>
                  <a:pt x="128821" y="757340"/>
                </a:lnTo>
                <a:lnTo>
                  <a:pt x="128571" y="757189"/>
                </a:lnTo>
                <a:lnTo>
                  <a:pt x="128331" y="757038"/>
                </a:lnTo>
                <a:lnTo>
                  <a:pt x="128103" y="756885"/>
                </a:lnTo>
                <a:lnTo>
                  <a:pt x="127884" y="756731"/>
                </a:lnTo>
                <a:lnTo>
                  <a:pt x="127677" y="756575"/>
                </a:lnTo>
                <a:lnTo>
                  <a:pt x="127479" y="756419"/>
                </a:lnTo>
                <a:lnTo>
                  <a:pt x="127293" y="756262"/>
                </a:lnTo>
                <a:lnTo>
                  <a:pt x="127117" y="756103"/>
                </a:lnTo>
                <a:lnTo>
                  <a:pt x="126951" y="755944"/>
                </a:lnTo>
                <a:lnTo>
                  <a:pt x="126795" y="755769"/>
                </a:lnTo>
                <a:lnTo>
                  <a:pt x="126644" y="755590"/>
                </a:lnTo>
                <a:lnTo>
                  <a:pt x="126501" y="755408"/>
                </a:lnTo>
                <a:lnTo>
                  <a:pt x="126364" y="755223"/>
                </a:lnTo>
                <a:lnTo>
                  <a:pt x="126234" y="755034"/>
                </a:lnTo>
                <a:lnTo>
                  <a:pt x="126110" y="754843"/>
                </a:lnTo>
                <a:lnTo>
                  <a:pt x="125994" y="754647"/>
                </a:lnTo>
                <a:lnTo>
                  <a:pt x="125884" y="754449"/>
                </a:lnTo>
                <a:lnTo>
                  <a:pt x="125780" y="754247"/>
                </a:lnTo>
                <a:lnTo>
                  <a:pt x="125683" y="754042"/>
                </a:lnTo>
                <a:lnTo>
                  <a:pt x="125593" y="753833"/>
                </a:lnTo>
                <a:lnTo>
                  <a:pt x="125510" y="753621"/>
                </a:lnTo>
                <a:lnTo>
                  <a:pt x="125433" y="753406"/>
                </a:lnTo>
                <a:lnTo>
                  <a:pt x="125363" y="753187"/>
                </a:lnTo>
                <a:lnTo>
                  <a:pt x="125300" y="752966"/>
                </a:lnTo>
                <a:lnTo>
                  <a:pt x="125243" y="752740"/>
                </a:lnTo>
                <a:lnTo>
                  <a:pt x="125193" y="752512"/>
                </a:lnTo>
                <a:lnTo>
                  <a:pt x="125149" y="752280"/>
                </a:lnTo>
                <a:lnTo>
                  <a:pt x="125113" y="752045"/>
                </a:lnTo>
                <a:lnTo>
                  <a:pt x="125083" y="751806"/>
                </a:lnTo>
                <a:lnTo>
                  <a:pt x="125059" y="751564"/>
                </a:lnTo>
                <a:lnTo>
                  <a:pt x="125043" y="751319"/>
                </a:lnTo>
                <a:lnTo>
                  <a:pt x="125033" y="751070"/>
                </a:lnTo>
                <a:lnTo>
                  <a:pt x="125029" y="750818"/>
                </a:lnTo>
                <a:lnTo>
                  <a:pt x="125062" y="749877"/>
                </a:lnTo>
                <a:lnTo>
                  <a:pt x="125158" y="748976"/>
                </a:lnTo>
                <a:lnTo>
                  <a:pt x="125320" y="748115"/>
                </a:lnTo>
                <a:lnTo>
                  <a:pt x="125545" y="747295"/>
                </a:lnTo>
                <a:lnTo>
                  <a:pt x="125836" y="746514"/>
                </a:lnTo>
                <a:lnTo>
                  <a:pt x="126191" y="745773"/>
                </a:lnTo>
                <a:lnTo>
                  <a:pt x="126610" y="745072"/>
                </a:lnTo>
                <a:lnTo>
                  <a:pt x="127094" y="744412"/>
                </a:lnTo>
                <a:lnTo>
                  <a:pt x="127642" y="743791"/>
                </a:lnTo>
                <a:lnTo>
                  <a:pt x="128255" y="743210"/>
                </a:lnTo>
                <a:lnTo>
                  <a:pt x="128932" y="742670"/>
                </a:lnTo>
                <a:lnTo>
                  <a:pt x="129674" y="742169"/>
                </a:lnTo>
                <a:lnTo>
                  <a:pt x="130481" y="741709"/>
                </a:lnTo>
                <a:lnTo>
                  <a:pt x="131352" y="741288"/>
                </a:lnTo>
                <a:lnTo>
                  <a:pt x="132287" y="740908"/>
                </a:lnTo>
                <a:lnTo>
                  <a:pt x="133287" y="740567"/>
                </a:lnTo>
                <a:lnTo>
                  <a:pt x="134351" y="740267"/>
                </a:lnTo>
                <a:lnTo>
                  <a:pt x="135480" y="740007"/>
                </a:lnTo>
                <a:lnTo>
                  <a:pt x="136674" y="739787"/>
                </a:lnTo>
                <a:lnTo>
                  <a:pt x="137932" y="739606"/>
                </a:lnTo>
                <a:lnTo>
                  <a:pt x="139254" y="739466"/>
                </a:lnTo>
                <a:lnTo>
                  <a:pt x="140641" y="739366"/>
                </a:lnTo>
                <a:lnTo>
                  <a:pt x="142093" y="739306"/>
                </a:lnTo>
                <a:lnTo>
                  <a:pt x="143609" y="739286"/>
                </a:lnTo>
                <a:lnTo>
                  <a:pt x="144048" y="739288"/>
                </a:lnTo>
                <a:lnTo>
                  <a:pt x="144483" y="739294"/>
                </a:lnTo>
                <a:lnTo>
                  <a:pt x="144915" y="739304"/>
                </a:lnTo>
                <a:lnTo>
                  <a:pt x="145344" y="739317"/>
                </a:lnTo>
                <a:lnTo>
                  <a:pt x="145770" y="739335"/>
                </a:lnTo>
                <a:lnTo>
                  <a:pt x="146192" y="739356"/>
                </a:lnTo>
                <a:lnTo>
                  <a:pt x="146610" y="739381"/>
                </a:lnTo>
                <a:lnTo>
                  <a:pt x="147026" y="739411"/>
                </a:lnTo>
                <a:lnTo>
                  <a:pt x="147438" y="739444"/>
                </a:lnTo>
                <a:lnTo>
                  <a:pt x="147847" y="739481"/>
                </a:lnTo>
                <a:lnTo>
                  <a:pt x="148252" y="739522"/>
                </a:lnTo>
                <a:lnTo>
                  <a:pt x="148654" y="739566"/>
                </a:lnTo>
                <a:lnTo>
                  <a:pt x="149053" y="739615"/>
                </a:lnTo>
                <a:lnTo>
                  <a:pt x="149448" y="739668"/>
                </a:lnTo>
                <a:lnTo>
                  <a:pt x="149840" y="739724"/>
                </a:lnTo>
                <a:lnTo>
                  <a:pt x="150229" y="739784"/>
                </a:lnTo>
                <a:lnTo>
                  <a:pt x="150615" y="739849"/>
                </a:lnTo>
                <a:lnTo>
                  <a:pt x="150997" y="739917"/>
                </a:lnTo>
                <a:lnTo>
                  <a:pt x="151375" y="739989"/>
                </a:lnTo>
                <a:lnTo>
                  <a:pt x="151751" y="740065"/>
                </a:lnTo>
                <a:lnTo>
                  <a:pt x="152123" y="740144"/>
                </a:lnTo>
                <a:lnTo>
                  <a:pt x="152492" y="740228"/>
                </a:lnTo>
                <a:lnTo>
                  <a:pt x="152857" y="740316"/>
                </a:lnTo>
                <a:lnTo>
                  <a:pt x="153219" y="740407"/>
                </a:lnTo>
                <a:lnTo>
                  <a:pt x="153589" y="740491"/>
                </a:lnTo>
                <a:lnTo>
                  <a:pt x="153953" y="740582"/>
                </a:lnTo>
                <a:lnTo>
                  <a:pt x="154310" y="740680"/>
                </a:lnTo>
                <a:lnTo>
                  <a:pt x="154661" y="740785"/>
                </a:lnTo>
                <a:lnTo>
                  <a:pt x="155004" y="740898"/>
                </a:lnTo>
                <a:lnTo>
                  <a:pt x="155341" y="741018"/>
                </a:lnTo>
                <a:lnTo>
                  <a:pt x="155672" y="741145"/>
                </a:lnTo>
                <a:lnTo>
                  <a:pt x="155995" y="741279"/>
                </a:lnTo>
                <a:lnTo>
                  <a:pt x="156312" y="741421"/>
                </a:lnTo>
                <a:lnTo>
                  <a:pt x="156623" y="741570"/>
                </a:lnTo>
                <a:lnTo>
                  <a:pt x="156926" y="741726"/>
                </a:lnTo>
                <a:lnTo>
                  <a:pt x="157223" y="741889"/>
                </a:lnTo>
                <a:lnTo>
                  <a:pt x="157514" y="742059"/>
                </a:lnTo>
                <a:lnTo>
                  <a:pt x="157797" y="742237"/>
                </a:lnTo>
                <a:lnTo>
                  <a:pt x="158074" y="742422"/>
                </a:lnTo>
                <a:lnTo>
                  <a:pt x="158344" y="742614"/>
                </a:lnTo>
                <a:lnTo>
                  <a:pt x="158608" y="742813"/>
                </a:lnTo>
                <a:lnTo>
                  <a:pt x="158865" y="743020"/>
                </a:lnTo>
                <a:lnTo>
                  <a:pt x="159115" y="743234"/>
                </a:lnTo>
                <a:lnTo>
                  <a:pt x="159359" y="743455"/>
                </a:lnTo>
                <a:lnTo>
                  <a:pt x="159596" y="743683"/>
                </a:lnTo>
                <a:lnTo>
                  <a:pt x="159826" y="743919"/>
                </a:lnTo>
                <a:lnTo>
                  <a:pt x="160050" y="744162"/>
                </a:lnTo>
                <a:lnTo>
                  <a:pt x="160266" y="744412"/>
                </a:lnTo>
                <a:lnTo>
                  <a:pt x="160489" y="744657"/>
                </a:lnTo>
                <a:lnTo>
                  <a:pt x="160701" y="744912"/>
                </a:lnTo>
                <a:lnTo>
                  <a:pt x="160905" y="745177"/>
                </a:lnTo>
                <a:lnTo>
                  <a:pt x="161098" y="745453"/>
                </a:lnTo>
                <a:lnTo>
                  <a:pt x="161283" y="745738"/>
                </a:lnTo>
                <a:lnTo>
                  <a:pt x="161458" y="746033"/>
                </a:lnTo>
                <a:lnTo>
                  <a:pt x="161623" y="746339"/>
                </a:lnTo>
                <a:lnTo>
                  <a:pt x="161779" y="746654"/>
                </a:lnTo>
                <a:lnTo>
                  <a:pt x="161926" y="746979"/>
                </a:lnTo>
                <a:lnTo>
                  <a:pt x="162063" y="747315"/>
                </a:lnTo>
                <a:lnTo>
                  <a:pt x="162190" y="747660"/>
                </a:lnTo>
                <a:lnTo>
                  <a:pt x="162309" y="748015"/>
                </a:lnTo>
                <a:lnTo>
                  <a:pt x="162417" y="748381"/>
                </a:lnTo>
                <a:lnTo>
                  <a:pt x="162517" y="748756"/>
                </a:lnTo>
                <a:lnTo>
                  <a:pt x="162606" y="749142"/>
                </a:lnTo>
                <a:lnTo>
                  <a:pt x="162687" y="749537"/>
                </a:lnTo>
                <a:lnTo>
                  <a:pt x="162758" y="749942"/>
                </a:lnTo>
                <a:lnTo>
                  <a:pt x="162819" y="750358"/>
                </a:lnTo>
                <a:lnTo>
                  <a:pt x="162871" y="750783"/>
                </a:lnTo>
                <a:lnTo>
                  <a:pt x="162914" y="751219"/>
                </a:lnTo>
                <a:lnTo>
                  <a:pt x="162947" y="751664"/>
                </a:lnTo>
                <a:lnTo>
                  <a:pt x="162970" y="752120"/>
                </a:lnTo>
                <a:lnTo>
                  <a:pt x="162985" y="752585"/>
                </a:lnTo>
                <a:lnTo>
                  <a:pt x="162989" y="753061"/>
                </a:lnTo>
                <a:lnTo>
                  <a:pt x="176924" y="753061"/>
                </a:lnTo>
                <a:lnTo>
                  <a:pt x="176950" y="752968"/>
                </a:lnTo>
                <a:lnTo>
                  <a:pt x="176975" y="752877"/>
                </a:lnTo>
                <a:lnTo>
                  <a:pt x="176999" y="752788"/>
                </a:lnTo>
                <a:lnTo>
                  <a:pt x="177022" y="752700"/>
                </a:lnTo>
                <a:lnTo>
                  <a:pt x="177044" y="752614"/>
                </a:lnTo>
                <a:lnTo>
                  <a:pt x="177064" y="752530"/>
                </a:lnTo>
                <a:lnTo>
                  <a:pt x="177084" y="752448"/>
                </a:lnTo>
                <a:lnTo>
                  <a:pt x="177102" y="752367"/>
                </a:lnTo>
                <a:lnTo>
                  <a:pt x="177119" y="752287"/>
                </a:lnTo>
                <a:lnTo>
                  <a:pt x="177135" y="752210"/>
                </a:lnTo>
                <a:lnTo>
                  <a:pt x="177150" y="752134"/>
                </a:lnTo>
                <a:lnTo>
                  <a:pt x="177164" y="752060"/>
                </a:lnTo>
                <a:lnTo>
                  <a:pt x="177177" y="751987"/>
                </a:lnTo>
                <a:lnTo>
                  <a:pt x="177189" y="751916"/>
                </a:lnTo>
                <a:lnTo>
                  <a:pt x="177199" y="751847"/>
                </a:lnTo>
                <a:lnTo>
                  <a:pt x="177209" y="751779"/>
                </a:lnTo>
                <a:lnTo>
                  <a:pt x="177217" y="751713"/>
                </a:lnTo>
                <a:lnTo>
                  <a:pt x="177224" y="751649"/>
                </a:lnTo>
                <a:lnTo>
                  <a:pt x="177230" y="751587"/>
                </a:lnTo>
                <a:lnTo>
                  <a:pt x="177235" y="751526"/>
                </a:lnTo>
                <a:lnTo>
                  <a:pt x="177239" y="751466"/>
                </a:lnTo>
                <a:lnTo>
                  <a:pt x="177242" y="751409"/>
                </a:lnTo>
                <a:lnTo>
                  <a:pt x="177244" y="751353"/>
                </a:lnTo>
                <a:lnTo>
                  <a:pt x="177244" y="751299"/>
                </a:lnTo>
                <a:lnTo>
                  <a:pt x="177244" y="751246"/>
                </a:lnTo>
                <a:lnTo>
                  <a:pt x="177244" y="751193"/>
                </a:lnTo>
                <a:lnTo>
                  <a:pt x="177244" y="751141"/>
                </a:lnTo>
                <a:lnTo>
                  <a:pt x="177244" y="751090"/>
                </a:lnTo>
                <a:lnTo>
                  <a:pt x="177244" y="751039"/>
                </a:lnTo>
                <a:lnTo>
                  <a:pt x="177244" y="750988"/>
                </a:lnTo>
                <a:lnTo>
                  <a:pt x="177244" y="750939"/>
                </a:lnTo>
                <a:lnTo>
                  <a:pt x="177244" y="750889"/>
                </a:lnTo>
                <a:lnTo>
                  <a:pt x="177244" y="750841"/>
                </a:lnTo>
                <a:lnTo>
                  <a:pt x="177244" y="750793"/>
                </a:lnTo>
                <a:lnTo>
                  <a:pt x="177244" y="750745"/>
                </a:lnTo>
                <a:lnTo>
                  <a:pt x="177244" y="750698"/>
                </a:lnTo>
                <a:lnTo>
                  <a:pt x="177244" y="750652"/>
                </a:lnTo>
                <a:lnTo>
                  <a:pt x="177244" y="750606"/>
                </a:lnTo>
                <a:lnTo>
                  <a:pt x="177244" y="750561"/>
                </a:lnTo>
                <a:lnTo>
                  <a:pt x="177244" y="750516"/>
                </a:lnTo>
                <a:lnTo>
                  <a:pt x="177244" y="750472"/>
                </a:lnTo>
                <a:lnTo>
                  <a:pt x="177244" y="750428"/>
                </a:lnTo>
                <a:lnTo>
                  <a:pt x="177244" y="750385"/>
                </a:lnTo>
                <a:lnTo>
                  <a:pt x="177244" y="750342"/>
                </a:lnTo>
                <a:lnTo>
                  <a:pt x="177244" y="750300"/>
                </a:lnTo>
                <a:lnTo>
                  <a:pt x="177244" y="750259"/>
                </a:lnTo>
                <a:lnTo>
                  <a:pt x="177244" y="750218"/>
                </a:lnTo>
                <a:lnTo>
                  <a:pt x="177244" y="750178"/>
                </a:lnTo>
                <a:lnTo>
                  <a:pt x="177237" y="749607"/>
                </a:lnTo>
                <a:lnTo>
                  <a:pt x="177214" y="749044"/>
                </a:lnTo>
                <a:lnTo>
                  <a:pt x="177177" y="748488"/>
                </a:lnTo>
                <a:lnTo>
                  <a:pt x="177124" y="747940"/>
                </a:lnTo>
                <a:lnTo>
                  <a:pt x="177057" y="747398"/>
                </a:lnTo>
                <a:lnTo>
                  <a:pt x="176974" y="746864"/>
                </a:lnTo>
                <a:lnTo>
                  <a:pt x="176876" y="746337"/>
                </a:lnTo>
                <a:lnTo>
                  <a:pt x="176764" y="745817"/>
                </a:lnTo>
                <a:lnTo>
                  <a:pt x="176636" y="745305"/>
                </a:lnTo>
                <a:lnTo>
                  <a:pt x="176494" y="744800"/>
                </a:lnTo>
                <a:lnTo>
                  <a:pt x="176336" y="744302"/>
                </a:lnTo>
                <a:lnTo>
                  <a:pt x="176163" y="743811"/>
                </a:lnTo>
                <a:lnTo>
                  <a:pt x="175976" y="743327"/>
                </a:lnTo>
                <a:lnTo>
                  <a:pt x="175773" y="742851"/>
                </a:lnTo>
                <a:lnTo>
                  <a:pt x="175555" y="742382"/>
                </a:lnTo>
                <a:lnTo>
                  <a:pt x="175322" y="741920"/>
                </a:lnTo>
                <a:lnTo>
                  <a:pt x="175075" y="741465"/>
                </a:lnTo>
                <a:lnTo>
                  <a:pt x="174812" y="741018"/>
                </a:lnTo>
                <a:lnTo>
                  <a:pt x="174534" y="740578"/>
                </a:lnTo>
                <a:lnTo>
                  <a:pt x="174241" y="740145"/>
                </a:lnTo>
                <a:lnTo>
                  <a:pt x="173933" y="739719"/>
                </a:lnTo>
                <a:lnTo>
                  <a:pt x="173611" y="739301"/>
                </a:lnTo>
                <a:lnTo>
                  <a:pt x="173273" y="738889"/>
                </a:lnTo>
                <a:lnTo>
                  <a:pt x="172920" y="738485"/>
                </a:lnTo>
                <a:lnTo>
                  <a:pt x="172554" y="738075"/>
                </a:lnTo>
                <a:lnTo>
                  <a:pt x="172178" y="737673"/>
                </a:lnTo>
                <a:lnTo>
                  <a:pt x="171791" y="737279"/>
                </a:lnTo>
                <a:lnTo>
                  <a:pt x="171394" y="736892"/>
                </a:lnTo>
                <a:lnTo>
                  <a:pt x="170986" y="736514"/>
                </a:lnTo>
                <a:lnTo>
                  <a:pt x="170567" y="736143"/>
                </a:lnTo>
                <a:lnTo>
                  <a:pt x="170138" y="735780"/>
                </a:lnTo>
                <a:lnTo>
                  <a:pt x="169699" y="735424"/>
                </a:lnTo>
                <a:lnTo>
                  <a:pt x="169248" y="735077"/>
                </a:lnTo>
                <a:lnTo>
                  <a:pt x="168788" y="734737"/>
                </a:lnTo>
                <a:lnTo>
                  <a:pt x="168316" y="734405"/>
                </a:lnTo>
                <a:lnTo>
                  <a:pt x="167834" y="734081"/>
                </a:lnTo>
                <a:lnTo>
                  <a:pt x="167342" y="733764"/>
                </a:lnTo>
                <a:lnTo>
                  <a:pt x="166839" y="733456"/>
                </a:lnTo>
                <a:lnTo>
                  <a:pt x="166325" y="733155"/>
                </a:lnTo>
                <a:lnTo>
                  <a:pt x="165801" y="732862"/>
                </a:lnTo>
                <a:lnTo>
                  <a:pt x="165266" y="732576"/>
                </a:lnTo>
                <a:lnTo>
                  <a:pt x="164721" y="732299"/>
                </a:lnTo>
                <a:lnTo>
                  <a:pt x="164165" y="732029"/>
                </a:lnTo>
                <a:lnTo>
                  <a:pt x="163599" y="731767"/>
                </a:lnTo>
                <a:lnTo>
                  <a:pt x="163022" y="731513"/>
                </a:lnTo>
                <a:lnTo>
                  <a:pt x="162434" y="731267"/>
                </a:lnTo>
                <a:lnTo>
                  <a:pt x="161836" y="731028"/>
                </a:lnTo>
                <a:lnTo>
                  <a:pt x="161227" y="730797"/>
                </a:lnTo>
                <a:lnTo>
                  <a:pt x="160624" y="730575"/>
                </a:lnTo>
                <a:lnTo>
                  <a:pt x="160013" y="730362"/>
                </a:lnTo>
                <a:lnTo>
                  <a:pt x="159396" y="730159"/>
                </a:lnTo>
                <a:lnTo>
                  <a:pt x="158772" y="729965"/>
                </a:lnTo>
                <a:lnTo>
                  <a:pt x="158141" y="729781"/>
                </a:lnTo>
                <a:lnTo>
                  <a:pt x="157504" y="729606"/>
                </a:lnTo>
                <a:lnTo>
                  <a:pt x="156860" y="729440"/>
                </a:lnTo>
                <a:lnTo>
                  <a:pt x="156209" y="729284"/>
                </a:lnTo>
                <a:lnTo>
                  <a:pt x="155552" y="729138"/>
                </a:lnTo>
                <a:lnTo>
                  <a:pt x="154887" y="729001"/>
                </a:lnTo>
                <a:lnTo>
                  <a:pt x="154217" y="728873"/>
                </a:lnTo>
                <a:lnTo>
                  <a:pt x="153539" y="728755"/>
                </a:lnTo>
                <a:lnTo>
                  <a:pt x="152855" y="728646"/>
                </a:lnTo>
                <a:lnTo>
                  <a:pt x="152165" y="728547"/>
                </a:lnTo>
                <a:lnTo>
                  <a:pt x="151467" y="728457"/>
                </a:lnTo>
                <a:lnTo>
                  <a:pt x="150763" y="728377"/>
                </a:lnTo>
                <a:lnTo>
                  <a:pt x="150052" y="728306"/>
                </a:lnTo>
                <a:lnTo>
                  <a:pt x="149335" y="728245"/>
                </a:lnTo>
                <a:lnTo>
                  <a:pt x="148611" y="728193"/>
                </a:lnTo>
                <a:lnTo>
                  <a:pt x="147880" y="728150"/>
                </a:lnTo>
                <a:lnTo>
                  <a:pt x="147143" y="728117"/>
                </a:lnTo>
                <a:lnTo>
                  <a:pt x="146399" y="728093"/>
                </a:lnTo>
                <a:lnTo>
                  <a:pt x="145648" y="728079"/>
                </a:lnTo>
                <a:lnTo>
                  <a:pt x="144890" y="728074"/>
                </a:lnTo>
                <a:lnTo>
                  <a:pt x="144027" y="728079"/>
                </a:lnTo>
                <a:lnTo>
                  <a:pt x="143173" y="728093"/>
                </a:lnTo>
                <a:lnTo>
                  <a:pt x="142328" y="728117"/>
                </a:lnTo>
                <a:lnTo>
                  <a:pt x="141491" y="728150"/>
                </a:lnTo>
                <a:lnTo>
                  <a:pt x="140664" y="728193"/>
                </a:lnTo>
                <a:lnTo>
                  <a:pt x="139845" y="728245"/>
                </a:lnTo>
                <a:lnTo>
                  <a:pt x="139035" y="728306"/>
                </a:lnTo>
                <a:lnTo>
                  <a:pt x="138234" y="728377"/>
                </a:lnTo>
                <a:lnTo>
                  <a:pt x="137442" y="728457"/>
                </a:lnTo>
                <a:lnTo>
                  <a:pt x="136659" y="728547"/>
                </a:lnTo>
                <a:lnTo>
                  <a:pt x="135885" y="728646"/>
                </a:lnTo>
                <a:lnTo>
                  <a:pt x="135120" y="728755"/>
                </a:lnTo>
                <a:lnTo>
                  <a:pt x="134364" y="728873"/>
                </a:lnTo>
                <a:lnTo>
                  <a:pt x="133616" y="729001"/>
                </a:lnTo>
                <a:lnTo>
                  <a:pt x="132878" y="729138"/>
                </a:lnTo>
                <a:lnTo>
                  <a:pt x="132148" y="729284"/>
                </a:lnTo>
                <a:lnTo>
                  <a:pt x="131427" y="729440"/>
                </a:lnTo>
                <a:lnTo>
                  <a:pt x="130715" y="729606"/>
                </a:lnTo>
                <a:lnTo>
                  <a:pt x="130012" y="729781"/>
                </a:lnTo>
                <a:lnTo>
                  <a:pt x="129318" y="729965"/>
                </a:lnTo>
                <a:lnTo>
                  <a:pt x="128633" y="730159"/>
                </a:lnTo>
                <a:lnTo>
                  <a:pt x="127957" y="730362"/>
                </a:lnTo>
                <a:lnTo>
                  <a:pt x="127289" y="730575"/>
                </a:lnTo>
                <a:lnTo>
                  <a:pt x="126631" y="730797"/>
                </a:lnTo>
                <a:lnTo>
                  <a:pt x="125996" y="731029"/>
                </a:lnTo>
                <a:lnTo>
                  <a:pt x="125373" y="731269"/>
                </a:lnTo>
                <a:lnTo>
                  <a:pt x="124762" y="731518"/>
                </a:lnTo>
                <a:lnTo>
                  <a:pt x="124162" y="731776"/>
                </a:lnTo>
                <a:lnTo>
                  <a:pt x="123574" y="732043"/>
                </a:lnTo>
                <a:lnTo>
                  <a:pt x="122997" y="732319"/>
                </a:lnTo>
                <a:lnTo>
                  <a:pt x="122432" y="732604"/>
                </a:lnTo>
                <a:lnTo>
                  <a:pt x="121879" y="732897"/>
                </a:lnTo>
                <a:lnTo>
                  <a:pt x="121338" y="733200"/>
                </a:lnTo>
                <a:lnTo>
                  <a:pt x="120808" y="733511"/>
                </a:lnTo>
                <a:lnTo>
                  <a:pt x="120290" y="733832"/>
                </a:lnTo>
                <a:lnTo>
                  <a:pt x="119784" y="734161"/>
                </a:lnTo>
                <a:lnTo>
                  <a:pt x="119289" y="734499"/>
                </a:lnTo>
                <a:lnTo>
                  <a:pt x="118806" y="734846"/>
                </a:lnTo>
                <a:lnTo>
                  <a:pt x="118335" y="735202"/>
                </a:lnTo>
                <a:lnTo>
                  <a:pt x="117875" y="735567"/>
                </a:lnTo>
                <a:lnTo>
                  <a:pt x="117427" y="735940"/>
                </a:lnTo>
                <a:lnTo>
                  <a:pt x="116991" y="736323"/>
                </a:lnTo>
                <a:lnTo>
                  <a:pt x="116566" y="736715"/>
                </a:lnTo>
                <a:lnTo>
                  <a:pt x="116153" y="737115"/>
                </a:lnTo>
                <a:lnTo>
                  <a:pt x="115752" y="737524"/>
                </a:lnTo>
                <a:lnTo>
                  <a:pt x="115362" y="737943"/>
                </a:lnTo>
                <a:lnTo>
                  <a:pt x="114985" y="738370"/>
                </a:lnTo>
                <a:lnTo>
                  <a:pt x="114618" y="738806"/>
                </a:lnTo>
                <a:lnTo>
                  <a:pt x="114265" y="739251"/>
                </a:lnTo>
                <a:lnTo>
                  <a:pt x="113928" y="739705"/>
                </a:lnTo>
                <a:lnTo>
                  <a:pt x="113605" y="740170"/>
                </a:lnTo>
                <a:lnTo>
                  <a:pt x="113297" y="740643"/>
                </a:lnTo>
                <a:lnTo>
                  <a:pt x="113004" y="741126"/>
                </a:lnTo>
                <a:lnTo>
                  <a:pt x="112726" y="741619"/>
                </a:lnTo>
                <a:lnTo>
                  <a:pt x="112464" y="742121"/>
                </a:lnTo>
                <a:lnTo>
                  <a:pt x="112216" y="742632"/>
                </a:lnTo>
                <a:lnTo>
                  <a:pt x="111983" y="743153"/>
                </a:lnTo>
                <a:lnTo>
                  <a:pt x="111765" y="743683"/>
                </a:lnTo>
                <a:lnTo>
                  <a:pt x="111563" y="744223"/>
                </a:lnTo>
                <a:lnTo>
                  <a:pt x="111375" y="744772"/>
                </a:lnTo>
                <a:lnTo>
                  <a:pt x="111202" y="745331"/>
                </a:lnTo>
                <a:lnTo>
                  <a:pt x="111045" y="745899"/>
                </a:lnTo>
                <a:lnTo>
                  <a:pt x="110902" y="746476"/>
                </a:lnTo>
                <a:lnTo>
                  <a:pt x="110774" y="747063"/>
                </a:lnTo>
                <a:lnTo>
                  <a:pt x="110662" y="747660"/>
                </a:lnTo>
                <a:lnTo>
                  <a:pt x="110564" y="748266"/>
                </a:lnTo>
                <a:lnTo>
                  <a:pt x="110481" y="748881"/>
                </a:lnTo>
                <a:lnTo>
                  <a:pt x="110414" y="749506"/>
                </a:lnTo>
                <a:lnTo>
                  <a:pt x="110361" y="750140"/>
                </a:lnTo>
                <a:lnTo>
                  <a:pt x="110324" y="750784"/>
                </a:lnTo>
                <a:lnTo>
                  <a:pt x="110301" y="751437"/>
                </a:lnTo>
                <a:lnTo>
                  <a:pt x="110294" y="752100"/>
                </a:lnTo>
                <a:lnTo>
                  <a:pt x="110299" y="752670"/>
                </a:lnTo>
                <a:lnTo>
                  <a:pt x="110314" y="753232"/>
                </a:lnTo>
                <a:lnTo>
                  <a:pt x="110339" y="753786"/>
                </a:lnTo>
                <a:lnTo>
                  <a:pt x="110374" y="754333"/>
                </a:lnTo>
                <a:lnTo>
                  <a:pt x="110419" y="754872"/>
                </a:lnTo>
                <a:lnTo>
                  <a:pt x="110474" y="755403"/>
                </a:lnTo>
                <a:lnTo>
                  <a:pt x="110539" y="755926"/>
                </a:lnTo>
                <a:lnTo>
                  <a:pt x="110614" y="756442"/>
                </a:lnTo>
                <a:lnTo>
                  <a:pt x="110699" y="756950"/>
                </a:lnTo>
                <a:lnTo>
                  <a:pt x="110794" y="757450"/>
                </a:lnTo>
                <a:lnTo>
                  <a:pt x="110899" y="757942"/>
                </a:lnTo>
                <a:lnTo>
                  <a:pt x="111015" y="758426"/>
                </a:lnTo>
                <a:lnTo>
                  <a:pt x="111140" y="758903"/>
                </a:lnTo>
                <a:lnTo>
                  <a:pt x="111275" y="759372"/>
                </a:lnTo>
                <a:lnTo>
                  <a:pt x="111420" y="759833"/>
                </a:lnTo>
                <a:lnTo>
                  <a:pt x="111575" y="760286"/>
                </a:lnTo>
                <a:lnTo>
                  <a:pt x="111740" y="760731"/>
                </a:lnTo>
                <a:lnTo>
                  <a:pt x="111915" y="761169"/>
                </a:lnTo>
                <a:lnTo>
                  <a:pt x="112101" y="761599"/>
                </a:lnTo>
                <a:lnTo>
                  <a:pt x="112296" y="762021"/>
                </a:lnTo>
                <a:lnTo>
                  <a:pt x="112501" y="762436"/>
                </a:lnTo>
                <a:lnTo>
                  <a:pt x="112716" y="762842"/>
                </a:lnTo>
                <a:lnTo>
                  <a:pt x="112942" y="763241"/>
                </a:lnTo>
                <a:lnTo>
                  <a:pt x="113177" y="763632"/>
                </a:lnTo>
                <a:lnTo>
                  <a:pt x="113423" y="764003"/>
                </a:lnTo>
                <a:lnTo>
                  <a:pt x="113683" y="764368"/>
                </a:lnTo>
                <a:lnTo>
                  <a:pt x="113955" y="764728"/>
                </a:lnTo>
                <a:lnTo>
                  <a:pt x="114240" y="765082"/>
                </a:lnTo>
                <a:lnTo>
                  <a:pt x="114538" y="765431"/>
                </a:lnTo>
                <a:lnTo>
                  <a:pt x="114849" y="765774"/>
                </a:lnTo>
                <a:lnTo>
                  <a:pt x="115172" y="766112"/>
                </a:lnTo>
                <a:lnTo>
                  <a:pt x="115508" y="766444"/>
                </a:lnTo>
                <a:lnTo>
                  <a:pt x="115857" y="766770"/>
                </a:lnTo>
                <a:lnTo>
                  <a:pt x="116219" y="767091"/>
                </a:lnTo>
                <a:lnTo>
                  <a:pt x="116593" y="767406"/>
                </a:lnTo>
                <a:lnTo>
                  <a:pt x="116981" y="767716"/>
                </a:lnTo>
                <a:lnTo>
                  <a:pt x="117381" y="768020"/>
                </a:lnTo>
                <a:lnTo>
                  <a:pt x="117794" y="768319"/>
                </a:lnTo>
                <a:lnTo>
                  <a:pt x="118220" y="768612"/>
                </a:lnTo>
                <a:lnTo>
                  <a:pt x="118658" y="768900"/>
                </a:lnTo>
                <a:lnTo>
                  <a:pt x="119109" y="769182"/>
                </a:lnTo>
                <a:lnTo>
                  <a:pt x="119574" y="769458"/>
                </a:lnTo>
                <a:lnTo>
                  <a:pt x="120050" y="769729"/>
                </a:lnTo>
                <a:lnTo>
                  <a:pt x="120540" y="769994"/>
                </a:lnTo>
                <a:lnTo>
                  <a:pt x="121043" y="770254"/>
                </a:lnTo>
                <a:lnTo>
                  <a:pt x="121558" y="770508"/>
                </a:lnTo>
                <a:lnTo>
                  <a:pt x="122086" y="770757"/>
                </a:lnTo>
                <a:lnTo>
                  <a:pt x="122627" y="771000"/>
                </a:lnTo>
                <a:lnTo>
                  <a:pt x="123181" y="771225"/>
                </a:lnTo>
                <a:lnTo>
                  <a:pt x="123750" y="771448"/>
                </a:lnTo>
                <a:lnTo>
                  <a:pt x="124334" y="771668"/>
                </a:lnTo>
                <a:lnTo>
                  <a:pt x="124931" y="771885"/>
                </a:lnTo>
                <a:lnTo>
                  <a:pt x="125544" y="772099"/>
                </a:lnTo>
                <a:lnTo>
                  <a:pt x="126171" y="772311"/>
                </a:lnTo>
                <a:lnTo>
                  <a:pt x="126812" y="772520"/>
                </a:lnTo>
                <a:lnTo>
                  <a:pt x="127467" y="772726"/>
                </a:lnTo>
                <a:lnTo>
                  <a:pt x="128138" y="772929"/>
                </a:lnTo>
                <a:lnTo>
                  <a:pt x="128822" y="773130"/>
                </a:lnTo>
                <a:lnTo>
                  <a:pt x="129521" y="773327"/>
                </a:lnTo>
                <a:lnTo>
                  <a:pt x="130235" y="773522"/>
                </a:lnTo>
                <a:lnTo>
                  <a:pt x="130963" y="773714"/>
                </a:lnTo>
                <a:lnTo>
                  <a:pt x="131705" y="773904"/>
                </a:lnTo>
                <a:lnTo>
                  <a:pt x="132462" y="774090"/>
                </a:lnTo>
                <a:lnTo>
                  <a:pt x="133234" y="774274"/>
                </a:lnTo>
                <a:lnTo>
                  <a:pt x="134019" y="774455"/>
                </a:lnTo>
                <a:lnTo>
                  <a:pt x="134820" y="774633"/>
                </a:lnTo>
                <a:lnTo>
                  <a:pt x="135634" y="774809"/>
                </a:lnTo>
                <a:lnTo>
                  <a:pt x="136464" y="774982"/>
                </a:lnTo>
                <a:lnTo>
                  <a:pt x="137307" y="775151"/>
                </a:lnTo>
                <a:lnTo>
                  <a:pt x="138165" y="775319"/>
                </a:lnTo>
                <a:lnTo>
                  <a:pt x="139038" y="775483"/>
                </a:lnTo>
                <a:lnTo>
                  <a:pt x="139925" y="775644"/>
                </a:lnTo>
                <a:lnTo>
                  <a:pt x="140758" y="775778"/>
                </a:lnTo>
                <a:lnTo>
                  <a:pt x="141573" y="775913"/>
                </a:lnTo>
                <a:lnTo>
                  <a:pt x="142373" y="776047"/>
                </a:lnTo>
                <a:lnTo>
                  <a:pt x="143155" y="776183"/>
                </a:lnTo>
                <a:lnTo>
                  <a:pt x="143921" y="776319"/>
                </a:lnTo>
                <a:lnTo>
                  <a:pt x="144670" y="776455"/>
                </a:lnTo>
                <a:lnTo>
                  <a:pt x="145402" y="776592"/>
                </a:lnTo>
                <a:lnTo>
                  <a:pt x="146118" y="776730"/>
                </a:lnTo>
                <a:lnTo>
                  <a:pt x="146817" y="776868"/>
                </a:lnTo>
                <a:lnTo>
                  <a:pt x="147500" y="777007"/>
                </a:lnTo>
                <a:lnTo>
                  <a:pt x="148165" y="777146"/>
                </a:lnTo>
                <a:lnTo>
                  <a:pt x="148814" y="777286"/>
                </a:lnTo>
                <a:lnTo>
                  <a:pt x="149447" y="777427"/>
                </a:lnTo>
                <a:lnTo>
                  <a:pt x="150062" y="777568"/>
                </a:lnTo>
                <a:lnTo>
                  <a:pt x="150661" y="777709"/>
                </a:lnTo>
                <a:lnTo>
                  <a:pt x="151244" y="777851"/>
                </a:lnTo>
                <a:lnTo>
                  <a:pt x="151809" y="777994"/>
                </a:lnTo>
                <a:lnTo>
                  <a:pt x="152358" y="778137"/>
                </a:lnTo>
                <a:lnTo>
                  <a:pt x="152890" y="778281"/>
                </a:lnTo>
                <a:lnTo>
                  <a:pt x="153406" y="778425"/>
                </a:lnTo>
                <a:lnTo>
                  <a:pt x="153905" y="778570"/>
                </a:lnTo>
                <a:lnTo>
                  <a:pt x="154387" y="778715"/>
                </a:lnTo>
                <a:lnTo>
                  <a:pt x="154852" y="778861"/>
                </a:lnTo>
                <a:lnTo>
                  <a:pt x="155301" y="779008"/>
                </a:lnTo>
                <a:lnTo>
                  <a:pt x="155749" y="779156"/>
                </a:lnTo>
                <a:lnTo>
                  <a:pt x="156186" y="779306"/>
                </a:lnTo>
                <a:lnTo>
                  <a:pt x="156610" y="779458"/>
                </a:lnTo>
                <a:lnTo>
                  <a:pt x="157023" y="779613"/>
                </a:lnTo>
                <a:lnTo>
                  <a:pt x="157424" y="779770"/>
                </a:lnTo>
                <a:lnTo>
                  <a:pt x="157814" y="779929"/>
                </a:lnTo>
                <a:lnTo>
                  <a:pt x="158192" y="780090"/>
                </a:lnTo>
                <a:lnTo>
                  <a:pt x="158558" y="780254"/>
                </a:lnTo>
                <a:lnTo>
                  <a:pt x="158913" y="780419"/>
                </a:lnTo>
                <a:lnTo>
                  <a:pt x="159255" y="780587"/>
                </a:lnTo>
                <a:lnTo>
                  <a:pt x="159587" y="780758"/>
                </a:lnTo>
                <a:lnTo>
                  <a:pt x="159906" y="780930"/>
                </a:lnTo>
                <a:lnTo>
                  <a:pt x="160214" y="781105"/>
                </a:lnTo>
                <a:lnTo>
                  <a:pt x="160510" y="781282"/>
                </a:lnTo>
                <a:lnTo>
                  <a:pt x="160795" y="781461"/>
                </a:lnTo>
                <a:lnTo>
                  <a:pt x="161067" y="781642"/>
                </a:lnTo>
                <a:lnTo>
                  <a:pt x="161328" y="781825"/>
                </a:lnTo>
                <a:lnTo>
                  <a:pt x="161578" y="782011"/>
                </a:lnTo>
                <a:lnTo>
                  <a:pt x="161816" y="782199"/>
                </a:lnTo>
                <a:lnTo>
                  <a:pt x="162042" y="782389"/>
                </a:lnTo>
                <a:lnTo>
                  <a:pt x="162256" y="782582"/>
                </a:lnTo>
                <a:lnTo>
                  <a:pt x="162459" y="782776"/>
                </a:lnTo>
                <a:lnTo>
                  <a:pt x="162650" y="782973"/>
                </a:lnTo>
                <a:lnTo>
                  <a:pt x="162829" y="783172"/>
                </a:lnTo>
                <a:lnTo>
                  <a:pt x="162999" y="783375"/>
                </a:lnTo>
                <a:lnTo>
                  <a:pt x="163162" y="783582"/>
                </a:lnTo>
                <a:lnTo>
                  <a:pt x="163317" y="783793"/>
                </a:lnTo>
                <a:lnTo>
                  <a:pt x="163465" y="784009"/>
                </a:lnTo>
                <a:lnTo>
                  <a:pt x="163606" y="784229"/>
                </a:lnTo>
                <a:lnTo>
                  <a:pt x="163740" y="784454"/>
                </a:lnTo>
                <a:lnTo>
                  <a:pt x="163867" y="784683"/>
                </a:lnTo>
                <a:lnTo>
                  <a:pt x="163986" y="784916"/>
                </a:lnTo>
                <a:lnTo>
                  <a:pt x="164098" y="785155"/>
                </a:lnTo>
                <a:lnTo>
                  <a:pt x="164203" y="785397"/>
                </a:lnTo>
                <a:lnTo>
                  <a:pt x="164300" y="785644"/>
                </a:lnTo>
                <a:lnTo>
                  <a:pt x="164391" y="785895"/>
                </a:lnTo>
                <a:lnTo>
                  <a:pt x="164474" y="786151"/>
                </a:lnTo>
                <a:lnTo>
                  <a:pt x="164550" y="786411"/>
                </a:lnTo>
                <a:lnTo>
                  <a:pt x="164619" y="786676"/>
                </a:lnTo>
                <a:lnTo>
                  <a:pt x="164680" y="786945"/>
                </a:lnTo>
                <a:lnTo>
                  <a:pt x="164734" y="787219"/>
                </a:lnTo>
                <a:lnTo>
                  <a:pt x="164781" y="787497"/>
                </a:lnTo>
                <a:lnTo>
                  <a:pt x="164821" y="787779"/>
                </a:lnTo>
                <a:lnTo>
                  <a:pt x="164854" y="788066"/>
                </a:lnTo>
                <a:lnTo>
                  <a:pt x="164879" y="788358"/>
                </a:lnTo>
                <a:lnTo>
                  <a:pt x="164897" y="788654"/>
                </a:lnTo>
                <a:lnTo>
                  <a:pt x="164908" y="788954"/>
                </a:lnTo>
                <a:lnTo>
                  <a:pt x="164911" y="789259"/>
                </a:lnTo>
                <a:lnTo>
                  <a:pt x="164902" y="789722"/>
                </a:lnTo>
                <a:lnTo>
                  <a:pt x="164876" y="790179"/>
                </a:lnTo>
                <a:lnTo>
                  <a:pt x="164831" y="790628"/>
                </a:lnTo>
                <a:lnTo>
                  <a:pt x="164769" y="791070"/>
                </a:lnTo>
                <a:lnTo>
                  <a:pt x="164689" y="791504"/>
                </a:lnTo>
                <a:lnTo>
                  <a:pt x="164591" y="791932"/>
                </a:lnTo>
                <a:lnTo>
                  <a:pt x="164475" y="792352"/>
                </a:lnTo>
                <a:lnTo>
                  <a:pt x="164342" y="792765"/>
                </a:lnTo>
                <a:lnTo>
                  <a:pt x="164191" y="793170"/>
                </a:lnTo>
                <a:lnTo>
                  <a:pt x="164022" y="793569"/>
                </a:lnTo>
                <a:lnTo>
                  <a:pt x="163835" y="793960"/>
                </a:lnTo>
                <a:lnTo>
                  <a:pt x="163630" y="794344"/>
                </a:lnTo>
                <a:lnTo>
                  <a:pt x="163408" y="794721"/>
                </a:lnTo>
                <a:lnTo>
                  <a:pt x="163167" y="795091"/>
                </a:lnTo>
                <a:lnTo>
                  <a:pt x="162909" y="795453"/>
                </a:lnTo>
                <a:lnTo>
                  <a:pt x="162633" y="795808"/>
                </a:lnTo>
                <a:lnTo>
                  <a:pt x="162340" y="796156"/>
                </a:lnTo>
                <a:lnTo>
                  <a:pt x="162028" y="796496"/>
                </a:lnTo>
                <a:lnTo>
                  <a:pt x="161699" y="796830"/>
                </a:lnTo>
                <a:lnTo>
                  <a:pt x="161352" y="797156"/>
                </a:lnTo>
                <a:lnTo>
                  <a:pt x="160987" y="797475"/>
                </a:lnTo>
                <a:lnTo>
                  <a:pt x="160605" y="797787"/>
                </a:lnTo>
                <a:lnTo>
                  <a:pt x="160204" y="798091"/>
                </a:lnTo>
                <a:lnTo>
                  <a:pt x="159786" y="798388"/>
                </a:lnTo>
                <a:lnTo>
                  <a:pt x="159364" y="798663"/>
                </a:lnTo>
                <a:lnTo>
                  <a:pt x="158925" y="798926"/>
                </a:lnTo>
                <a:lnTo>
                  <a:pt x="158470" y="799177"/>
                </a:lnTo>
                <a:lnTo>
                  <a:pt x="157997" y="799416"/>
                </a:lnTo>
                <a:lnTo>
                  <a:pt x="157509" y="799644"/>
                </a:lnTo>
                <a:lnTo>
                  <a:pt x="157003" y="799860"/>
                </a:lnTo>
                <a:lnTo>
                  <a:pt x="156481" y="800064"/>
                </a:lnTo>
                <a:lnTo>
                  <a:pt x="155942" y="800257"/>
                </a:lnTo>
                <a:lnTo>
                  <a:pt x="155386" y="800438"/>
                </a:lnTo>
                <a:lnTo>
                  <a:pt x="154814" y="800607"/>
                </a:lnTo>
                <a:lnTo>
                  <a:pt x="154225" y="800765"/>
                </a:lnTo>
                <a:lnTo>
                  <a:pt x="153619" y="800911"/>
                </a:lnTo>
                <a:lnTo>
                  <a:pt x="152997" y="801045"/>
                </a:lnTo>
                <a:lnTo>
                  <a:pt x="152358" y="801168"/>
                </a:lnTo>
                <a:lnTo>
                  <a:pt x="151702" y="801279"/>
                </a:lnTo>
                <a:lnTo>
                  <a:pt x="151030" y="801378"/>
                </a:lnTo>
                <a:lnTo>
                  <a:pt x="150341" y="801466"/>
                </a:lnTo>
                <a:lnTo>
                  <a:pt x="149635" y="801542"/>
                </a:lnTo>
                <a:lnTo>
                  <a:pt x="148913" y="801606"/>
                </a:lnTo>
                <a:lnTo>
                  <a:pt x="148174" y="801659"/>
                </a:lnTo>
                <a:lnTo>
                  <a:pt x="147418" y="801699"/>
                </a:lnTo>
                <a:lnTo>
                  <a:pt x="146645" y="801729"/>
                </a:lnTo>
                <a:lnTo>
                  <a:pt x="145856" y="801746"/>
                </a:lnTo>
                <a:lnTo>
                  <a:pt x="145050" y="801752"/>
                </a:lnTo>
                <a:lnTo>
                  <a:pt x="144151" y="801746"/>
                </a:lnTo>
                <a:lnTo>
                  <a:pt x="143270" y="801726"/>
                </a:lnTo>
                <a:lnTo>
                  <a:pt x="142405" y="801694"/>
                </a:lnTo>
                <a:lnTo>
                  <a:pt x="141558" y="801650"/>
                </a:lnTo>
                <a:lnTo>
                  <a:pt x="140728" y="801592"/>
                </a:lnTo>
                <a:lnTo>
                  <a:pt x="139915" y="801522"/>
                </a:lnTo>
                <a:lnTo>
                  <a:pt x="139119" y="801439"/>
                </a:lnTo>
                <a:lnTo>
                  <a:pt x="138341" y="801343"/>
                </a:lnTo>
                <a:lnTo>
                  <a:pt x="137580" y="801234"/>
                </a:lnTo>
                <a:lnTo>
                  <a:pt x="136836" y="801112"/>
                </a:lnTo>
                <a:lnTo>
                  <a:pt x="136110" y="800978"/>
                </a:lnTo>
                <a:lnTo>
                  <a:pt x="135400" y="800831"/>
                </a:lnTo>
                <a:lnTo>
                  <a:pt x="134708" y="800671"/>
                </a:lnTo>
                <a:lnTo>
                  <a:pt x="134033" y="800498"/>
                </a:lnTo>
                <a:lnTo>
                  <a:pt x="133376" y="800313"/>
                </a:lnTo>
                <a:lnTo>
                  <a:pt x="132735" y="800115"/>
                </a:lnTo>
                <a:lnTo>
                  <a:pt x="132112" y="799904"/>
                </a:lnTo>
                <a:lnTo>
                  <a:pt x="131506" y="799680"/>
                </a:lnTo>
                <a:lnTo>
                  <a:pt x="130917" y="799443"/>
                </a:lnTo>
                <a:lnTo>
                  <a:pt x="130346" y="799194"/>
                </a:lnTo>
                <a:lnTo>
                  <a:pt x="129792" y="798932"/>
                </a:lnTo>
                <a:lnTo>
                  <a:pt x="129255" y="798657"/>
                </a:lnTo>
                <a:lnTo>
                  <a:pt x="128735" y="798369"/>
                </a:lnTo>
                <a:lnTo>
                  <a:pt x="128233" y="798068"/>
                </a:lnTo>
                <a:lnTo>
                  <a:pt x="127762" y="797743"/>
                </a:lnTo>
                <a:lnTo>
                  <a:pt x="127312" y="797407"/>
                </a:lnTo>
                <a:lnTo>
                  <a:pt x="126881" y="797062"/>
                </a:lnTo>
                <a:lnTo>
                  <a:pt x="126471" y="796707"/>
                </a:lnTo>
                <a:lnTo>
                  <a:pt x="126080" y="796341"/>
                </a:lnTo>
                <a:lnTo>
                  <a:pt x="125710" y="795966"/>
                </a:lnTo>
                <a:lnTo>
                  <a:pt x="125360" y="795580"/>
                </a:lnTo>
                <a:lnTo>
                  <a:pt x="125029" y="795185"/>
                </a:lnTo>
                <a:lnTo>
                  <a:pt x="124719" y="794780"/>
                </a:lnTo>
                <a:lnTo>
                  <a:pt x="124429" y="794364"/>
                </a:lnTo>
                <a:lnTo>
                  <a:pt x="124158" y="793939"/>
                </a:lnTo>
                <a:lnTo>
                  <a:pt x="123908" y="793503"/>
                </a:lnTo>
                <a:lnTo>
                  <a:pt x="123678" y="793058"/>
                </a:lnTo>
                <a:lnTo>
                  <a:pt x="123468" y="792602"/>
                </a:lnTo>
                <a:lnTo>
                  <a:pt x="123277" y="792137"/>
                </a:lnTo>
                <a:lnTo>
                  <a:pt x="123107" y="791661"/>
                </a:lnTo>
                <a:lnTo>
                  <a:pt x="122957" y="791176"/>
                </a:lnTo>
                <a:lnTo>
                  <a:pt x="122827" y="790680"/>
                </a:lnTo>
                <a:lnTo>
                  <a:pt x="122717" y="790175"/>
                </a:lnTo>
                <a:lnTo>
                  <a:pt x="122627" y="789659"/>
                </a:lnTo>
                <a:lnTo>
                  <a:pt x="122557" y="789134"/>
                </a:lnTo>
                <a:lnTo>
                  <a:pt x="122507" y="788598"/>
                </a:lnTo>
                <a:lnTo>
                  <a:pt x="122477" y="788053"/>
                </a:lnTo>
                <a:lnTo>
                  <a:pt x="122467" y="787497"/>
                </a:lnTo>
                <a:lnTo>
                  <a:pt x="122467" y="785895"/>
                </a:lnTo>
                <a:lnTo>
                  <a:pt x="108692" y="785895"/>
                </a:lnTo>
                <a:lnTo>
                  <a:pt x="108679" y="785988"/>
                </a:lnTo>
                <a:lnTo>
                  <a:pt x="108667" y="786081"/>
                </a:lnTo>
                <a:lnTo>
                  <a:pt x="108655" y="786173"/>
                </a:lnTo>
                <a:lnTo>
                  <a:pt x="108643" y="786265"/>
                </a:lnTo>
                <a:lnTo>
                  <a:pt x="108632" y="786355"/>
                </a:lnTo>
                <a:lnTo>
                  <a:pt x="108622" y="786446"/>
                </a:lnTo>
                <a:lnTo>
                  <a:pt x="108612" y="786536"/>
                </a:lnTo>
                <a:lnTo>
                  <a:pt x="108603" y="786625"/>
                </a:lnTo>
                <a:lnTo>
                  <a:pt x="108594" y="786714"/>
                </a:lnTo>
                <a:lnTo>
                  <a:pt x="108586" y="786802"/>
                </a:lnTo>
                <a:lnTo>
                  <a:pt x="108579" y="786889"/>
                </a:lnTo>
                <a:lnTo>
                  <a:pt x="108572" y="786976"/>
                </a:lnTo>
                <a:lnTo>
                  <a:pt x="108566" y="787063"/>
                </a:lnTo>
                <a:lnTo>
                  <a:pt x="108560" y="787149"/>
                </a:lnTo>
                <a:lnTo>
                  <a:pt x="108554" y="787234"/>
                </a:lnTo>
                <a:lnTo>
                  <a:pt x="108550" y="787319"/>
                </a:lnTo>
                <a:lnTo>
                  <a:pt x="108546" y="787403"/>
                </a:lnTo>
                <a:lnTo>
                  <a:pt x="108542" y="787487"/>
                </a:lnTo>
                <a:lnTo>
                  <a:pt x="108539" y="787570"/>
                </a:lnTo>
                <a:lnTo>
                  <a:pt x="108536" y="787653"/>
                </a:lnTo>
                <a:lnTo>
                  <a:pt x="108534" y="787735"/>
                </a:lnTo>
                <a:lnTo>
                  <a:pt x="108533" y="787816"/>
                </a:lnTo>
                <a:lnTo>
                  <a:pt x="108532" y="787897"/>
                </a:lnTo>
                <a:lnTo>
                  <a:pt x="108532" y="787977"/>
                </a:lnTo>
                <a:lnTo>
                  <a:pt x="108532" y="788057"/>
                </a:lnTo>
                <a:lnTo>
                  <a:pt x="108532" y="788134"/>
                </a:lnTo>
                <a:lnTo>
                  <a:pt x="108532" y="788210"/>
                </a:lnTo>
                <a:lnTo>
                  <a:pt x="108532" y="788284"/>
                </a:lnTo>
                <a:lnTo>
                  <a:pt x="108532" y="788357"/>
                </a:lnTo>
                <a:lnTo>
                  <a:pt x="108532" y="788428"/>
                </a:lnTo>
                <a:lnTo>
                  <a:pt x="108532" y="788497"/>
                </a:lnTo>
                <a:lnTo>
                  <a:pt x="108532" y="788565"/>
                </a:lnTo>
                <a:lnTo>
                  <a:pt x="108532" y="788631"/>
                </a:lnTo>
                <a:lnTo>
                  <a:pt x="108532" y="788695"/>
                </a:lnTo>
                <a:lnTo>
                  <a:pt x="108532" y="788757"/>
                </a:lnTo>
                <a:lnTo>
                  <a:pt x="108532" y="788818"/>
                </a:lnTo>
                <a:lnTo>
                  <a:pt x="108532" y="788878"/>
                </a:lnTo>
                <a:lnTo>
                  <a:pt x="108532" y="788935"/>
                </a:lnTo>
                <a:lnTo>
                  <a:pt x="108532" y="788991"/>
                </a:lnTo>
                <a:lnTo>
                  <a:pt x="108532" y="789045"/>
                </a:lnTo>
                <a:lnTo>
                  <a:pt x="108532" y="789098"/>
                </a:lnTo>
                <a:lnTo>
                  <a:pt x="108532" y="789149"/>
                </a:lnTo>
                <a:lnTo>
                  <a:pt x="108532" y="789198"/>
                </a:lnTo>
                <a:lnTo>
                  <a:pt x="108532" y="789245"/>
                </a:lnTo>
                <a:lnTo>
                  <a:pt x="108532" y="789291"/>
                </a:lnTo>
                <a:lnTo>
                  <a:pt x="108532" y="789336"/>
                </a:lnTo>
                <a:lnTo>
                  <a:pt x="108532" y="789378"/>
                </a:lnTo>
                <a:lnTo>
                  <a:pt x="108532" y="789419"/>
                </a:lnTo>
                <a:lnTo>
                  <a:pt x="108539" y="790030"/>
                </a:lnTo>
                <a:lnTo>
                  <a:pt x="108562" y="790634"/>
                </a:lnTo>
                <a:lnTo>
                  <a:pt x="108600" y="791231"/>
                </a:lnTo>
                <a:lnTo>
                  <a:pt x="108652" y="791822"/>
                </a:lnTo>
                <a:lnTo>
                  <a:pt x="108720" y="792405"/>
                </a:lnTo>
                <a:lnTo>
                  <a:pt x="108802" y="792983"/>
                </a:lnTo>
                <a:lnTo>
                  <a:pt x="108900" y="793553"/>
                </a:lnTo>
                <a:lnTo>
                  <a:pt x="109012" y="794117"/>
                </a:lnTo>
                <a:lnTo>
                  <a:pt x="109140" y="794675"/>
                </a:lnTo>
                <a:lnTo>
                  <a:pt x="109283" y="795225"/>
                </a:lnTo>
                <a:lnTo>
                  <a:pt x="109440" y="795769"/>
                </a:lnTo>
                <a:lnTo>
                  <a:pt x="109613" y="796306"/>
                </a:lnTo>
                <a:lnTo>
                  <a:pt x="109801" y="796837"/>
                </a:lnTo>
                <a:lnTo>
                  <a:pt x="110003" y="797361"/>
                </a:lnTo>
                <a:lnTo>
                  <a:pt x="110221" y="797878"/>
                </a:lnTo>
                <a:lnTo>
                  <a:pt x="110454" y="798388"/>
                </a:lnTo>
                <a:lnTo>
                  <a:pt x="110702" y="798892"/>
                </a:lnTo>
                <a:lnTo>
                  <a:pt x="110964" y="799390"/>
                </a:lnTo>
                <a:lnTo>
                  <a:pt x="111242" y="799880"/>
                </a:lnTo>
                <a:lnTo>
                  <a:pt x="111535" y="800364"/>
                </a:lnTo>
                <a:lnTo>
                  <a:pt x="111843" y="800841"/>
                </a:lnTo>
                <a:lnTo>
                  <a:pt x="112166" y="801312"/>
                </a:lnTo>
                <a:lnTo>
                  <a:pt x="112504" y="801775"/>
                </a:lnTo>
                <a:lnTo>
                  <a:pt x="112857" y="802232"/>
                </a:lnTo>
                <a:lnTo>
                  <a:pt x="113236" y="802669"/>
                </a:lnTo>
                <a:lnTo>
                  <a:pt x="113626" y="803097"/>
                </a:lnTo>
                <a:lnTo>
                  <a:pt x="114028" y="803516"/>
                </a:lnTo>
                <a:lnTo>
                  <a:pt x="114440" y="803928"/>
                </a:lnTo>
                <a:lnTo>
                  <a:pt x="114864" y="804331"/>
                </a:lnTo>
                <a:lnTo>
                  <a:pt x="115299" y="804725"/>
                </a:lnTo>
                <a:lnTo>
                  <a:pt x="115745" y="805111"/>
                </a:lnTo>
                <a:lnTo>
                  <a:pt x="116202" y="805489"/>
                </a:lnTo>
                <a:lnTo>
                  <a:pt x="116671" y="805859"/>
                </a:lnTo>
                <a:lnTo>
                  <a:pt x="117150" y="806220"/>
                </a:lnTo>
                <a:lnTo>
                  <a:pt x="117640" y="806573"/>
                </a:lnTo>
                <a:lnTo>
                  <a:pt x="118142" y="806917"/>
                </a:lnTo>
                <a:lnTo>
                  <a:pt x="118655" y="807254"/>
                </a:lnTo>
                <a:lnTo>
                  <a:pt x="119179" y="807581"/>
                </a:lnTo>
                <a:lnTo>
                  <a:pt x="119714" y="807901"/>
                </a:lnTo>
                <a:lnTo>
                  <a:pt x="120260" y="808212"/>
                </a:lnTo>
                <a:lnTo>
                  <a:pt x="120817" y="808515"/>
                </a:lnTo>
                <a:lnTo>
                  <a:pt x="121385" y="808809"/>
                </a:lnTo>
                <a:lnTo>
                  <a:pt x="121965" y="809096"/>
                </a:lnTo>
                <a:lnTo>
                  <a:pt x="122556" y="809373"/>
                </a:lnTo>
                <a:lnTo>
                  <a:pt x="123157" y="809643"/>
                </a:lnTo>
                <a:lnTo>
                  <a:pt x="123770" y="809904"/>
                </a:lnTo>
                <a:lnTo>
                  <a:pt x="124394" y="810157"/>
                </a:lnTo>
                <a:lnTo>
                  <a:pt x="125029" y="810401"/>
                </a:lnTo>
                <a:lnTo>
                  <a:pt x="125687" y="810623"/>
                </a:lnTo>
                <a:lnTo>
                  <a:pt x="126353" y="810836"/>
                </a:lnTo>
                <a:lnTo>
                  <a:pt x="127026" y="811039"/>
                </a:lnTo>
                <a:lnTo>
                  <a:pt x="127708" y="811233"/>
                </a:lnTo>
                <a:lnTo>
                  <a:pt x="128397" y="811417"/>
                </a:lnTo>
                <a:lnTo>
                  <a:pt x="129094" y="811592"/>
                </a:lnTo>
                <a:lnTo>
                  <a:pt x="129798" y="811758"/>
                </a:lnTo>
                <a:lnTo>
                  <a:pt x="130511" y="811914"/>
                </a:lnTo>
                <a:lnTo>
                  <a:pt x="131231" y="812060"/>
                </a:lnTo>
                <a:lnTo>
                  <a:pt x="131959" y="812197"/>
                </a:lnTo>
                <a:lnTo>
                  <a:pt x="132695" y="812325"/>
                </a:lnTo>
                <a:lnTo>
                  <a:pt x="133438" y="812443"/>
                </a:lnTo>
                <a:lnTo>
                  <a:pt x="134190" y="812552"/>
                </a:lnTo>
                <a:lnTo>
                  <a:pt x="134949" y="812651"/>
                </a:lnTo>
                <a:lnTo>
                  <a:pt x="135716" y="812741"/>
                </a:lnTo>
                <a:lnTo>
                  <a:pt x="136490" y="812821"/>
                </a:lnTo>
                <a:lnTo>
                  <a:pt x="137273" y="812892"/>
                </a:lnTo>
                <a:lnTo>
                  <a:pt x="138063" y="812954"/>
                </a:lnTo>
                <a:lnTo>
                  <a:pt x="138861" y="813006"/>
                </a:lnTo>
                <a:lnTo>
                  <a:pt x="139667" y="813048"/>
                </a:lnTo>
                <a:lnTo>
                  <a:pt x="140481" y="813081"/>
                </a:lnTo>
                <a:lnTo>
                  <a:pt x="141302" y="813105"/>
                </a:lnTo>
                <a:lnTo>
                  <a:pt x="142131" y="813119"/>
                </a:lnTo>
                <a:lnTo>
                  <a:pt x="142968" y="813124"/>
                </a:lnTo>
                <a:lnTo>
                  <a:pt x="143923" y="813119"/>
                </a:lnTo>
                <a:lnTo>
                  <a:pt x="144867" y="813105"/>
                </a:lnTo>
                <a:lnTo>
                  <a:pt x="145799" y="813081"/>
                </a:lnTo>
                <a:lnTo>
                  <a:pt x="146719" y="813048"/>
                </a:lnTo>
                <a:lnTo>
                  <a:pt x="147627" y="813006"/>
                </a:lnTo>
                <a:lnTo>
                  <a:pt x="148524" y="812954"/>
                </a:lnTo>
                <a:close/>
                <a:moveTo>
                  <a:pt x="437525" y="812892"/>
                </a:moveTo>
                <a:lnTo>
                  <a:pt x="438399" y="812821"/>
                </a:lnTo>
                <a:lnTo>
                  <a:pt x="439261" y="812741"/>
                </a:lnTo>
                <a:lnTo>
                  <a:pt x="440111" y="812651"/>
                </a:lnTo>
                <a:lnTo>
                  <a:pt x="440949" y="812552"/>
                </a:lnTo>
                <a:lnTo>
                  <a:pt x="441776" y="812443"/>
                </a:lnTo>
                <a:lnTo>
                  <a:pt x="442591" y="812325"/>
                </a:lnTo>
                <a:lnTo>
                  <a:pt x="443394" y="812197"/>
                </a:lnTo>
                <a:lnTo>
                  <a:pt x="444186" y="812060"/>
                </a:lnTo>
                <a:lnTo>
                  <a:pt x="444966" y="811914"/>
                </a:lnTo>
                <a:lnTo>
                  <a:pt x="445734" y="811758"/>
                </a:lnTo>
                <a:lnTo>
                  <a:pt x="446491" y="811592"/>
                </a:lnTo>
                <a:lnTo>
                  <a:pt x="447236" y="811417"/>
                </a:lnTo>
                <a:lnTo>
                  <a:pt x="447969" y="811233"/>
                </a:lnTo>
                <a:lnTo>
                  <a:pt x="448691" y="811039"/>
                </a:lnTo>
                <a:lnTo>
                  <a:pt x="449400" y="810836"/>
                </a:lnTo>
                <a:lnTo>
                  <a:pt x="450099" y="810623"/>
                </a:lnTo>
                <a:lnTo>
                  <a:pt x="450785" y="810401"/>
                </a:lnTo>
                <a:lnTo>
                  <a:pt x="451472" y="810169"/>
                </a:lnTo>
                <a:lnTo>
                  <a:pt x="452146" y="809927"/>
                </a:lnTo>
                <a:lnTo>
                  <a:pt x="452805" y="809675"/>
                </a:lnTo>
                <a:lnTo>
                  <a:pt x="453450" y="809413"/>
                </a:lnTo>
                <a:lnTo>
                  <a:pt x="454082" y="809141"/>
                </a:lnTo>
                <a:lnTo>
                  <a:pt x="454699" y="808859"/>
                </a:lnTo>
                <a:lnTo>
                  <a:pt x="455303" y="808568"/>
                </a:lnTo>
                <a:lnTo>
                  <a:pt x="455893" y="808266"/>
                </a:lnTo>
                <a:lnTo>
                  <a:pt x="456469" y="807954"/>
                </a:lnTo>
                <a:lnTo>
                  <a:pt x="457031" y="807632"/>
                </a:lnTo>
                <a:lnTo>
                  <a:pt x="457579" y="807300"/>
                </a:lnTo>
                <a:lnTo>
                  <a:pt x="458113" y="806957"/>
                </a:lnTo>
                <a:lnTo>
                  <a:pt x="458633" y="806605"/>
                </a:lnTo>
                <a:lnTo>
                  <a:pt x="459140" y="806243"/>
                </a:lnTo>
                <a:lnTo>
                  <a:pt x="459632" y="805871"/>
                </a:lnTo>
                <a:lnTo>
                  <a:pt x="460111" y="805489"/>
                </a:lnTo>
                <a:lnTo>
                  <a:pt x="460575" y="805097"/>
                </a:lnTo>
                <a:lnTo>
                  <a:pt x="461026" y="804695"/>
                </a:lnTo>
                <a:lnTo>
                  <a:pt x="461463" y="804283"/>
                </a:lnTo>
                <a:lnTo>
                  <a:pt x="461886" y="803861"/>
                </a:lnTo>
                <a:lnTo>
                  <a:pt x="462295" y="803429"/>
                </a:lnTo>
                <a:lnTo>
                  <a:pt x="462690" y="802987"/>
                </a:lnTo>
                <a:lnTo>
                  <a:pt x="463071" y="802535"/>
                </a:lnTo>
                <a:lnTo>
                  <a:pt x="463439" y="802072"/>
                </a:lnTo>
                <a:lnTo>
                  <a:pt x="463805" y="801600"/>
                </a:lnTo>
                <a:lnTo>
                  <a:pt x="464155" y="801118"/>
                </a:lnTo>
                <a:lnTo>
                  <a:pt x="464490" y="800626"/>
                </a:lnTo>
                <a:lnTo>
                  <a:pt x="464809" y="800124"/>
                </a:lnTo>
                <a:lnTo>
                  <a:pt x="465113" y="799611"/>
                </a:lnTo>
                <a:lnTo>
                  <a:pt x="465401" y="799089"/>
                </a:lnTo>
                <a:lnTo>
                  <a:pt x="465673" y="798557"/>
                </a:lnTo>
                <a:lnTo>
                  <a:pt x="465930" y="798015"/>
                </a:lnTo>
                <a:lnTo>
                  <a:pt x="466172" y="797462"/>
                </a:lnTo>
                <a:lnTo>
                  <a:pt x="466397" y="796900"/>
                </a:lnTo>
                <a:lnTo>
                  <a:pt x="466608" y="796328"/>
                </a:lnTo>
                <a:lnTo>
                  <a:pt x="466802" y="795746"/>
                </a:lnTo>
                <a:lnTo>
                  <a:pt x="466981" y="795153"/>
                </a:lnTo>
                <a:lnTo>
                  <a:pt x="467145" y="794551"/>
                </a:lnTo>
                <a:lnTo>
                  <a:pt x="467293" y="793939"/>
                </a:lnTo>
                <a:lnTo>
                  <a:pt x="467425" y="793316"/>
                </a:lnTo>
                <a:lnTo>
                  <a:pt x="467542" y="792684"/>
                </a:lnTo>
                <a:lnTo>
                  <a:pt x="467643" y="792042"/>
                </a:lnTo>
                <a:lnTo>
                  <a:pt x="467729" y="791389"/>
                </a:lnTo>
                <a:lnTo>
                  <a:pt x="467799" y="790727"/>
                </a:lnTo>
                <a:lnTo>
                  <a:pt x="467853" y="790055"/>
                </a:lnTo>
                <a:lnTo>
                  <a:pt x="467892" y="789372"/>
                </a:lnTo>
                <a:lnTo>
                  <a:pt x="467916" y="788680"/>
                </a:lnTo>
                <a:lnTo>
                  <a:pt x="467923" y="787977"/>
                </a:lnTo>
                <a:lnTo>
                  <a:pt x="467918" y="787355"/>
                </a:lnTo>
                <a:lnTo>
                  <a:pt x="467902" y="786743"/>
                </a:lnTo>
                <a:lnTo>
                  <a:pt x="467876" y="786141"/>
                </a:lnTo>
                <a:lnTo>
                  <a:pt x="467839" y="785548"/>
                </a:lnTo>
                <a:lnTo>
                  <a:pt x="467791" y="784966"/>
                </a:lnTo>
                <a:lnTo>
                  <a:pt x="467733" y="784394"/>
                </a:lnTo>
                <a:lnTo>
                  <a:pt x="467664" y="783831"/>
                </a:lnTo>
                <a:lnTo>
                  <a:pt x="467585" y="783279"/>
                </a:lnTo>
                <a:lnTo>
                  <a:pt x="467495" y="782737"/>
                </a:lnTo>
                <a:lnTo>
                  <a:pt x="467395" y="782205"/>
                </a:lnTo>
                <a:lnTo>
                  <a:pt x="467284" y="781682"/>
                </a:lnTo>
                <a:lnTo>
                  <a:pt x="467163" y="781170"/>
                </a:lnTo>
                <a:lnTo>
                  <a:pt x="467030" y="780668"/>
                </a:lnTo>
                <a:lnTo>
                  <a:pt x="466888" y="780176"/>
                </a:lnTo>
                <a:lnTo>
                  <a:pt x="466735" y="779694"/>
                </a:lnTo>
                <a:lnTo>
                  <a:pt x="466571" y="779222"/>
                </a:lnTo>
                <a:lnTo>
                  <a:pt x="466396" y="778759"/>
                </a:lnTo>
                <a:lnTo>
                  <a:pt x="466212" y="778307"/>
                </a:lnTo>
                <a:lnTo>
                  <a:pt x="466016" y="777865"/>
                </a:lnTo>
                <a:lnTo>
                  <a:pt x="465810" y="777433"/>
                </a:lnTo>
                <a:lnTo>
                  <a:pt x="465593" y="777011"/>
                </a:lnTo>
                <a:lnTo>
                  <a:pt x="465366" y="776599"/>
                </a:lnTo>
                <a:lnTo>
                  <a:pt x="465128" y="776197"/>
                </a:lnTo>
                <a:lnTo>
                  <a:pt x="464880" y="775805"/>
                </a:lnTo>
                <a:lnTo>
                  <a:pt x="464620" y="775407"/>
                </a:lnTo>
                <a:lnTo>
                  <a:pt x="464346" y="775016"/>
                </a:lnTo>
                <a:lnTo>
                  <a:pt x="464059" y="774631"/>
                </a:lnTo>
                <a:lnTo>
                  <a:pt x="463759" y="774252"/>
                </a:lnTo>
                <a:lnTo>
                  <a:pt x="463445" y="773879"/>
                </a:lnTo>
                <a:lnTo>
                  <a:pt x="463118" y="773512"/>
                </a:lnTo>
                <a:lnTo>
                  <a:pt x="462778" y="773152"/>
                </a:lnTo>
                <a:lnTo>
                  <a:pt x="462424" y="772797"/>
                </a:lnTo>
                <a:lnTo>
                  <a:pt x="462057" y="772449"/>
                </a:lnTo>
                <a:lnTo>
                  <a:pt x="461677" y="772106"/>
                </a:lnTo>
                <a:lnTo>
                  <a:pt x="461283" y="771770"/>
                </a:lnTo>
                <a:lnTo>
                  <a:pt x="460876" y="771440"/>
                </a:lnTo>
                <a:lnTo>
                  <a:pt x="460455" y="771116"/>
                </a:lnTo>
                <a:lnTo>
                  <a:pt x="460022" y="770798"/>
                </a:lnTo>
                <a:lnTo>
                  <a:pt x="459575" y="770487"/>
                </a:lnTo>
                <a:lnTo>
                  <a:pt x="459114" y="770181"/>
                </a:lnTo>
                <a:lnTo>
                  <a:pt x="458640" y="769881"/>
                </a:lnTo>
                <a:lnTo>
                  <a:pt x="458153" y="769588"/>
                </a:lnTo>
                <a:lnTo>
                  <a:pt x="457653" y="769301"/>
                </a:lnTo>
                <a:lnTo>
                  <a:pt x="457139" y="769020"/>
                </a:lnTo>
                <a:lnTo>
                  <a:pt x="456611" y="768745"/>
                </a:lnTo>
                <a:lnTo>
                  <a:pt x="456071" y="768476"/>
                </a:lnTo>
                <a:lnTo>
                  <a:pt x="455517" y="768213"/>
                </a:lnTo>
                <a:lnTo>
                  <a:pt x="454950" y="767956"/>
                </a:lnTo>
                <a:lnTo>
                  <a:pt x="454380" y="767704"/>
                </a:lnTo>
                <a:lnTo>
                  <a:pt x="453794" y="767456"/>
                </a:lnTo>
                <a:lnTo>
                  <a:pt x="453190" y="767211"/>
                </a:lnTo>
                <a:lnTo>
                  <a:pt x="452569" y="766969"/>
                </a:lnTo>
                <a:lnTo>
                  <a:pt x="451931" y="766730"/>
                </a:lnTo>
                <a:lnTo>
                  <a:pt x="451276" y="766495"/>
                </a:lnTo>
                <a:lnTo>
                  <a:pt x="450603" y="766263"/>
                </a:lnTo>
                <a:lnTo>
                  <a:pt x="449913" y="766034"/>
                </a:lnTo>
                <a:lnTo>
                  <a:pt x="449206" y="765809"/>
                </a:lnTo>
                <a:lnTo>
                  <a:pt x="448482" y="765587"/>
                </a:lnTo>
                <a:lnTo>
                  <a:pt x="447740" y="765369"/>
                </a:lnTo>
                <a:lnTo>
                  <a:pt x="446981" y="765153"/>
                </a:lnTo>
                <a:lnTo>
                  <a:pt x="446205" y="764942"/>
                </a:lnTo>
                <a:lnTo>
                  <a:pt x="445412" y="764733"/>
                </a:lnTo>
                <a:lnTo>
                  <a:pt x="444601" y="764528"/>
                </a:lnTo>
                <a:lnTo>
                  <a:pt x="443773" y="764326"/>
                </a:lnTo>
                <a:lnTo>
                  <a:pt x="442928" y="764127"/>
                </a:lnTo>
                <a:lnTo>
                  <a:pt x="442066" y="763932"/>
                </a:lnTo>
                <a:lnTo>
                  <a:pt x="441187" y="763740"/>
                </a:lnTo>
                <a:lnTo>
                  <a:pt x="440290" y="763552"/>
                </a:lnTo>
                <a:lnTo>
                  <a:pt x="439376" y="763367"/>
                </a:lnTo>
                <a:lnTo>
                  <a:pt x="438445" y="763185"/>
                </a:lnTo>
                <a:lnTo>
                  <a:pt x="437496" y="763006"/>
                </a:lnTo>
                <a:lnTo>
                  <a:pt x="436530" y="762831"/>
                </a:lnTo>
                <a:lnTo>
                  <a:pt x="435750" y="762684"/>
                </a:lnTo>
                <a:lnTo>
                  <a:pt x="434985" y="762538"/>
                </a:lnTo>
                <a:lnTo>
                  <a:pt x="434235" y="762393"/>
                </a:lnTo>
                <a:lnTo>
                  <a:pt x="433500" y="762248"/>
                </a:lnTo>
                <a:lnTo>
                  <a:pt x="432780" y="762104"/>
                </a:lnTo>
                <a:lnTo>
                  <a:pt x="432076" y="761960"/>
                </a:lnTo>
                <a:lnTo>
                  <a:pt x="431386" y="761817"/>
                </a:lnTo>
                <a:lnTo>
                  <a:pt x="430711" y="761674"/>
                </a:lnTo>
                <a:lnTo>
                  <a:pt x="430051" y="761532"/>
                </a:lnTo>
                <a:lnTo>
                  <a:pt x="429406" y="761391"/>
                </a:lnTo>
                <a:lnTo>
                  <a:pt x="428776" y="761250"/>
                </a:lnTo>
                <a:lnTo>
                  <a:pt x="428161" y="761109"/>
                </a:lnTo>
                <a:lnTo>
                  <a:pt x="427562" y="760969"/>
                </a:lnTo>
                <a:lnTo>
                  <a:pt x="426977" y="760830"/>
                </a:lnTo>
                <a:lnTo>
                  <a:pt x="426407" y="760691"/>
                </a:lnTo>
                <a:lnTo>
                  <a:pt x="425852" y="760553"/>
                </a:lnTo>
                <a:lnTo>
                  <a:pt x="425313" y="760415"/>
                </a:lnTo>
                <a:lnTo>
                  <a:pt x="424788" y="760278"/>
                </a:lnTo>
                <a:lnTo>
                  <a:pt x="424278" y="760142"/>
                </a:lnTo>
                <a:lnTo>
                  <a:pt x="423784" y="760006"/>
                </a:lnTo>
                <a:lnTo>
                  <a:pt x="423304" y="759870"/>
                </a:lnTo>
                <a:lnTo>
                  <a:pt x="422839" y="759735"/>
                </a:lnTo>
                <a:lnTo>
                  <a:pt x="422390" y="759601"/>
                </a:lnTo>
                <a:lnTo>
                  <a:pt x="421955" y="759467"/>
                </a:lnTo>
                <a:lnTo>
                  <a:pt x="421546" y="759333"/>
                </a:lnTo>
                <a:lnTo>
                  <a:pt x="421149" y="759198"/>
                </a:lnTo>
                <a:lnTo>
                  <a:pt x="420761" y="759062"/>
                </a:lnTo>
                <a:lnTo>
                  <a:pt x="420384" y="758925"/>
                </a:lnTo>
                <a:lnTo>
                  <a:pt x="420018" y="758786"/>
                </a:lnTo>
                <a:lnTo>
                  <a:pt x="419662" y="758647"/>
                </a:lnTo>
                <a:lnTo>
                  <a:pt x="419317" y="758506"/>
                </a:lnTo>
                <a:lnTo>
                  <a:pt x="418983" y="758364"/>
                </a:lnTo>
                <a:lnTo>
                  <a:pt x="418659" y="758221"/>
                </a:lnTo>
                <a:lnTo>
                  <a:pt x="418346" y="758077"/>
                </a:lnTo>
                <a:lnTo>
                  <a:pt x="418043" y="757932"/>
                </a:lnTo>
                <a:lnTo>
                  <a:pt x="417750" y="757786"/>
                </a:lnTo>
                <a:lnTo>
                  <a:pt x="417469" y="757638"/>
                </a:lnTo>
                <a:lnTo>
                  <a:pt x="417198" y="757490"/>
                </a:lnTo>
                <a:lnTo>
                  <a:pt x="416937" y="757340"/>
                </a:lnTo>
                <a:lnTo>
                  <a:pt x="416687" y="757189"/>
                </a:lnTo>
                <a:lnTo>
                  <a:pt x="416448" y="757038"/>
                </a:lnTo>
                <a:lnTo>
                  <a:pt x="416219" y="756885"/>
                </a:lnTo>
                <a:lnTo>
                  <a:pt x="416001" y="756731"/>
                </a:lnTo>
                <a:lnTo>
                  <a:pt x="415793" y="756575"/>
                </a:lnTo>
                <a:lnTo>
                  <a:pt x="415596" y="756419"/>
                </a:lnTo>
                <a:lnTo>
                  <a:pt x="415409" y="756262"/>
                </a:lnTo>
                <a:lnTo>
                  <a:pt x="415233" y="756103"/>
                </a:lnTo>
                <a:lnTo>
                  <a:pt x="415068" y="755944"/>
                </a:lnTo>
                <a:lnTo>
                  <a:pt x="414911" y="755769"/>
                </a:lnTo>
                <a:lnTo>
                  <a:pt x="414761" y="755590"/>
                </a:lnTo>
                <a:lnTo>
                  <a:pt x="414617" y="755408"/>
                </a:lnTo>
                <a:lnTo>
                  <a:pt x="414480" y="755223"/>
                </a:lnTo>
                <a:lnTo>
                  <a:pt x="414350" y="755034"/>
                </a:lnTo>
                <a:lnTo>
                  <a:pt x="414227" y="754843"/>
                </a:lnTo>
                <a:lnTo>
                  <a:pt x="414110" y="754647"/>
                </a:lnTo>
                <a:lnTo>
                  <a:pt x="414000" y="754449"/>
                </a:lnTo>
                <a:lnTo>
                  <a:pt x="413896" y="754247"/>
                </a:lnTo>
                <a:lnTo>
                  <a:pt x="413800" y="754042"/>
                </a:lnTo>
                <a:lnTo>
                  <a:pt x="413710" y="753833"/>
                </a:lnTo>
                <a:lnTo>
                  <a:pt x="413626" y="753621"/>
                </a:lnTo>
                <a:lnTo>
                  <a:pt x="413549" y="753406"/>
                </a:lnTo>
                <a:lnTo>
                  <a:pt x="413479" y="753187"/>
                </a:lnTo>
                <a:lnTo>
                  <a:pt x="413416" y="752966"/>
                </a:lnTo>
                <a:lnTo>
                  <a:pt x="413359" y="752740"/>
                </a:lnTo>
                <a:lnTo>
                  <a:pt x="413309" y="752512"/>
                </a:lnTo>
                <a:lnTo>
                  <a:pt x="413266" y="752280"/>
                </a:lnTo>
                <a:lnTo>
                  <a:pt x="413229" y="752045"/>
                </a:lnTo>
                <a:lnTo>
                  <a:pt x="413199" y="751806"/>
                </a:lnTo>
                <a:lnTo>
                  <a:pt x="413176" y="751564"/>
                </a:lnTo>
                <a:lnTo>
                  <a:pt x="413159" y="751319"/>
                </a:lnTo>
                <a:lnTo>
                  <a:pt x="413149" y="751070"/>
                </a:lnTo>
                <a:lnTo>
                  <a:pt x="413146" y="750818"/>
                </a:lnTo>
                <a:lnTo>
                  <a:pt x="413178" y="749877"/>
                </a:lnTo>
                <a:lnTo>
                  <a:pt x="413275" y="748976"/>
                </a:lnTo>
                <a:lnTo>
                  <a:pt x="413436" y="748115"/>
                </a:lnTo>
                <a:lnTo>
                  <a:pt x="413662" y="747295"/>
                </a:lnTo>
                <a:lnTo>
                  <a:pt x="413952" y="746514"/>
                </a:lnTo>
                <a:lnTo>
                  <a:pt x="414307" y="745773"/>
                </a:lnTo>
                <a:lnTo>
                  <a:pt x="414726" y="745072"/>
                </a:lnTo>
                <a:lnTo>
                  <a:pt x="415210" y="744412"/>
                </a:lnTo>
                <a:lnTo>
                  <a:pt x="415758" y="743791"/>
                </a:lnTo>
                <a:lnTo>
                  <a:pt x="416371" y="743210"/>
                </a:lnTo>
                <a:lnTo>
                  <a:pt x="417049" y="742670"/>
                </a:lnTo>
                <a:lnTo>
                  <a:pt x="417790" y="742169"/>
                </a:lnTo>
                <a:lnTo>
                  <a:pt x="418597" y="741709"/>
                </a:lnTo>
                <a:lnTo>
                  <a:pt x="419468" y="741288"/>
                </a:lnTo>
                <a:lnTo>
                  <a:pt x="420403" y="740908"/>
                </a:lnTo>
                <a:lnTo>
                  <a:pt x="421403" y="740567"/>
                </a:lnTo>
                <a:lnTo>
                  <a:pt x="422468" y="740267"/>
                </a:lnTo>
                <a:lnTo>
                  <a:pt x="423597" y="740007"/>
                </a:lnTo>
                <a:lnTo>
                  <a:pt x="424790" y="739787"/>
                </a:lnTo>
                <a:lnTo>
                  <a:pt x="426048" y="739606"/>
                </a:lnTo>
                <a:lnTo>
                  <a:pt x="427371" y="739466"/>
                </a:lnTo>
                <a:lnTo>
                  <a:pt x="428758" y="739366"/>
                </a:lnTo>
                <a:lnTo>
                  <a:pt x="430209" y="739306"/>
                </a:lnTo>
                <a:lnTo>
                  <a:pt x="431725" y="739286"/>
                </a:lnTo>
                <a:lnTo>
                  <a:pt x="432164" y="739288"/>
                </a:lnTo>
                <a:lnTo>
                  <a:pt x="432599" y="739294"/>
                </a:lnTo>
                <a:lnTo>
                  <a:pt x="433032" y="739304"/>
                </a:lnTo>
                <a:lnTo>
                  <a:pt x="433460" y="739317"/>
                </a:lnTo>
                <a:lnTo>
                  <a:pt x="433886" y="739335"/>
                </a:lnTo>
                <a:lnTo>
                  <a:pt x="434308" y="739356"/>
                </a:lnTo>
                <a:lnTo>
                  <a:pt x="434727" y="739381"/>
                </a:lnTo>
                <a:lnTo>
                  <a:pt x="435142" y="739411"/>
                </a:lnTo>
                <a:lnTo>
                  <a:pt x="435554" y="739444"/>
                </a:lnTo>
                <a:lnTo>
                  <a:pt x="435963" y="739481"/>
                </a:lnTo>
                <a:lnTo>
                  <a:pt x="436368" y="739522"/>
                </a:lnTo>
                <a:lnTo>
                  <a:pt x="436771" y="739566"/>
                </a:lnTo>
                <a:lnTo>
                  <a:pt x="437169" y="739615"/>
                </a:lnTo>
                <a:lnTo>
                  <a:pt x="437565" y="739668"/>
                </a:lnTo>
                <a:lnTo>
                  <a:pt x="437957" y="739724"/>
                </a:lnTo>
                <a:lnTo>
                  <a:pt x="438345" y="739784"/>
                </a:lnTo>
                <a:lnTo>
                  <a:pt x="438731" y="739849"/>
                </a:lnTo>
                <a:lnTo>
                  <a:pt x="439113" y="739917"/>
                </a:lnTo>
                <a:lnTo>
                  <a:pt x="439492" y="739989"/>
                </a:lnTo>
                <a:lnTo>
                  <a:pt x="439867" y="740065"/>
                </a:lnTo>
                <a:lnTo>
                  <a:pt x="440239" y="740144"/>
                </a:lnTo>
                <a:lnTo>
                  <a:pt x="440608" y="740228"/>
                </a:lnTo>
                <a:lnTo>
                  <a:pt x="440973" y="740316"/>
                </a:lnTo>
                <a:lnTo>
                  <a:pt x="441335" y="740407"/>
                </a:lnTo>
                <a:lnTo>
                  <a:pt x="441706" y="740491"/>
                </a:lnTo>
                <a:lnTo>
                  <a:pt x="442069" y="740582"/>
                </a:lnTo>
                <a:lnTo>
                  <a:pt x="442426" y="740680"/>
                </a:lnTo>
                <a:lnTo>
                  <a:pt x="442777" y="740785"/>
                </a:lnTo>
                <a:lnTo>
                  <a:pt x="443121" y="740898"/>
                </a:lnTo>
                <a:lnTo>
                  <a:pt x="443458" y="741018"/>
                </a:lnTo>
                <a:lnTo>
                  <a:pt x="443788" y="741145"/>
                </a:lnTo>
                <a:lnTo>
                  <a:pt x="444112" y="741279"/>
                </a:lnTo>
                <a:lnTo>
                  <a:pt x="444429" y="741421"/>
                </a:lnTo>
                <a:lnTo>
                  <a:pt x="444739" y="741570"/>
                </a:lnTo>
                <a:lnTo>
                  <a:pt x="445043" y="741726"/>
                </a:lnTo>
                <a:lnTo>
                  <a:pt x="445340" y="741889"/>
                </a:lnTo>
                <a:lnTo>
                  <a:pt x="445630" y="742059"/>
                </a:lnTo>
                <a:lnTo>
                  <a:pt x="445913" y="742237"/>
                </a:lnTo>
                <a:lnTo>
                  <a:pt x="446190" y="742422"/>
                </a:lnTo>
                <a:lnTo>
                  <a:pt x="446461" y="742614"/>
                </a:lnTo>
                <a:lnTo>
                  <a:pt x="446724" y="742813"/>
                </a:lnTo>
                <a:lnTo>
                  <a:pt x="446981" y="743020"/>
                </a:lnTo>
                <a:lnTo>
                  <a:pt x="447232" y="743234"/>
                </a:lnTo>
                <a:lnTo>
                  <a:pt x="447475" y="743455"/>
                </a:lnTo>
                <a:lnTo>
                  <a:pt x="447712" y="743683"/>
                </a:lnTo>
                <a:lnTo>
                  <a:pt x="447942" y="743919"/>
                </a:lnTo>
                <a:lnTo>
                  <a:pt x="448166" y="744162"/>
                </a:lnTo>
                <a:lnTo>
                  <a:pt x="448383" y="744412"/>
                </a:lnTo>
                <a:lnTo>
                  <a:pt x="448605" y="744657"/>
                </a:lnTo>
                <a:lnTo>
                  <a:pt x="448818" y="744912"/>
                </a:lnTo>
                <a:lnTo>
                  <a:pt x="449021" y="745177"/>
                </a:lnTo>
                <a:lnTo>
                  <a:pt x="449215" y="745453"/>
                </a:lnTo>
                <a:lnTo>
                  <a:pt x="449399" y="745738"/>
                </a:lnTo>
                <a:lnTo>
                  <a:pt x="449574" y="746033"/>
                </a:lnTo>
                <a:lnTo>
                  <a:pt x="449739" y="746339"/>
                </a:lnTo>
                <a:lnTo>
                  <a:pt x="449895" y="746654"/>
                </a:lnTo>
                <a:lnTo>
                  <a:pt x="450042" y="746979"/>
                </a:lnTo>
                <a:lnTo>
                  <a:pt x="450179" y="747315"/>
                </a:lnTo>
                <a:lnTo>
                  <a:pt x="450307" y="747660"/>
                </a:lnTo>
                <a:lnTo>
                  <a:pt x="450425" y="748015"/>
                </a:lnTo>
                <a:lnTo>
                  <a:pt x="450534" y="748381"/>
                </a:lnTo>
                <a:lnTo>
                  <a:pt x="450633" y="748756"/>
                </a:lnTo>
                <a:lnTo>
                  <a:pt x="450723" y="749142"/>
                </a:lnTo>
                <a:lnTo>
                  <a:pt x="450803" y="749537"/>
                </a:lnTo>
                <a:lnTo>
                  <a:pt x="450874" y="749942"/>
                </a:lnTo>
                <a:lnTo>
                  <a:pt x="450935" y="750358"/>
                </a:lnTo>
                <a:lnTo>
                  <a:pt x="450987" y="750783"/>
                </a:lnTo>
                <a:lnTo>
                  <a:pt x="451030" y="751219"/>
                </a:lnTo>
                <a:lnTo>
                  <a:pt x="451063" y="751664"/>
                </a:lnTo>
                <a:lnTo>
                  <a:pt x="451087" y="752120"/>
                </a:lnTo>
                <a:lnTo>
                  <a:pt x="451101" y="752585"/>
                </a:lnTo>
                <a:lnTo>
                  <a:pt x="451106" y="753061"/>
                </a:lnTo>
                <a:lnTo>
                  <a:pt x="465040" y="753061"/>
                </a:lnTo>
                <a:lnTo>
                  <a:pt x="465066" y="752968"/>
                </a:lnTo>
                <a:lnTo>
                  <a:pt x="465091" y="752877"/>
                </a:lnTo>
                <a:lnTo>
                  <a:pt x="465115" y="752788"/>
                </a:lnTo>
                <a:lnTo>
                  <a:pt x="465138" y="752700"/>
                </a:lnTo>
                <a:lnTo>
                  <a:pt x="465160" y="752614"/>
                </a:lnTo>
                <a:lnTo>
                  <a:pt x="465180" y="752530"/>
                </a:lnTo>
                <a:lnTo>
                  <a:pt x="465200" y="752448"/>
                </a:lnTo>
                <a:lnTo>
                  <a:pt x="465218" y="752367"/>
                </a:lnTo>
                <a:lnTo>
                  <a:pt x="465236" y="752287"/>
                </a:lnTo>
                <a:lnTo>
                  <a:pt x="465252" y="752210"/>
                </a:lnTo>
                <a:lnTo>
                  <a:pt x="465267" y="752134"/>
                </a:lnTo>
                <a:lnTo>
                  <a:pt x="465281" y="752060"/>
                </a:lnTo>
                <a:lnTo>
                  <a:pt x="465293" y="751987"/>
                </a:lnTo>
                <a:lnTo>
                  <a:pt x="465305" y="751916"/>
                </a:lnTo>
                <a:lnTo>
                  <a:pt x="465316" y="751847"/>
                </a:lnTo>
                <a:lnTo>
                  <a:pt x="465325" y="751779"/>
                </a:lnTo>
                <a:lnTo>
                  <a:pt x="465333" y="751713"/>
                </a:lnTo>
                <a:lnTo>
                  <a:pt x="465341" y="751649"/>
                </a:lnTo>
                <a:lnTo>
                  <a:pt x="465347" y="751587"/>
                </a:lnTo>
                <a:lnTo>
                  <a:pt x="465352" y="751526"/>
                </a:lnTo>
                <a:lnTo>
                  <a:pt x="465356" y="751466"/>
                </a:lnTo>
                <a:lnTo>
                  <a:pt x="465358" y="751409"/>
                </a:lnTo>
                <a:lnTo>
                  <a:pt x="465360" y="751353"/>
                </a:lnTo>
                <a:lnTo>
                  <a:pt x="465361" y="751299"/>
                </a:lnTo>
                <a:lnTo>
                  <a:pt x="465361" y="751246"/>
                </a:lnTo>
                <a:lnTo>
                  <a:pt x="465361" y="751193"/>
                </a:lnTo>
                <a:lnTo>
                  <a:pt x="465361" y="751141"/>
                </a:lnTo>
                <a:lnTo>
                  <a:pt x="465361" y="751090"/>
                </a:lnTo>
                <a:lnTo>
                  <a:pt x="465361" y="751039"/>
                </a:lnTo>
                <a:lnTo>
                  <a:pt x="465361" y="750988"/>
                </a:lnTo>
                <a:lnTo>
                  <a:pt x="465361" y="750939"/>
                </a:lnTo>
                <a:lnTo>
                  <a:pt x="465361" y="750889"/>
                </a:lnTo>
                <a:lnTo>
                  <a:pt x="465361" y="750841"/>
                </a:lnTo>
                <a:lnTo>
                  <a:pt x="465361" y="750793"/>
                </a:lnTo>
                <a:lnTo>
                  <a:pt x="465361" y="750745"/>
                </a:lnTo>
                <a:lnTo>
                  <a:pt x="465361" y="750698"/>
                </a:lnTo>
                <a:lnTo>
                  <a:pt x="465361" y="750652"/>
                </a:lnTo>
                <a:lnTo>
                  <a:pt x="465361" y="750606"/>
                </a:lnTo>
                <a:lnTo>
                  <a:pt x="465361" y="750561"/>
                </a:lnTo>
                <a:lnTo>
                  <a:pt x="465361" y="750516"/>
                </a:lnTo>
                <a:lnTo>
                  <a:pt x="465361" y="750472"/>
                </a:lnTo>
                <a:lnTo>
                  <a:pt x="465361" y="750428"/>
                </a:lnTo>
                <a:lnTo>
                  <a:pt x="465361" y="750385"/>
                </a:lnTo>
                <a:lnTo>
                  <a:pt x="465361" y="750342"/>
                </a:lnTo>
                <a:lnTo>
                  <a:pt x="465361" y="750300"/>
                </a:lnTo>
                <a:lnTo>
                  <a:pt x="465361" y="750259"/>
                </a:lnTo>
                <a:lnTo>
                  <a:pt x="465361" y="750218"/>
                </a:lnTo>
                <a:lnTo>
                  <a:pt x="465361" y="750178"/>
                </a:lnTo>
                <a:lnTo>
                  <a:pt x="465353" y="749607"/>
                </a:lnTo>
                <a:lnTo>
                  <a:pt x="465331" y="749044"/>
                </a:lnTo>
                <a:lnTo>
                  <a:pt x="465293" y="748488"/>
                </a:lnTo>
                <a:lnTo>
                  <a:pt x="465241" y="747940"/>
                </a:lnTo>
                <a:lnTo>
                  <a:pt x="465173" y="747398"/>
                </a:lnTo>
                <a:lnTo>
                  <a:pt x="465090" y="746864"/>
                </a:lnTo>
                <a:lnTo>
                  <a:pt x="464993" y="746337"/>
                </a:lnTo>
                <a:lnTo>
                  <a:pt x="464880" y="745817"/>
                </a:lnTo>
                <a:lnTo>
                  <a:pt x="464753" y="745305"/>
                </a:lnTo>
                <a:lnTo>
                  <a:pt x="464610" y="744800"/>
                </a:lnTo>
                <a:lnTo>
                  <a:pt x="464452" y="744302"/>
                </a:lnTo>
                <a:lnTo>
                  <a:pt x="464280" y="743811"/>
                </a:lnTo>
                <a:lnTo>
                  <a:pt x="464092" y="743327"/>
                </a:lnTo>
                <a:lnTo>
                  <a:pt x="463889" y="742851"/>
                </a:lnTo>
                <a:lnTo>
                  <a:pt x="463671" y="742382"/>
                </a:lnTo>
                <a:lnTo>
                  <a:pt x="463439" y="741920"/>
                </a:lnTo>
                <a:lnTo>
                  <a:pt x="463191" y="741465"/>
                </a:lnTo>
                <a:lnTo>
                  <a:pt x="462928" y="741018"/>
                </a:lnTo>
                <a:lnTo>
                  <a:pt x="462650" y="740578"/>
                </a:lnTo>
                <a:lnTo>
                  <a:pt x="462357" y="740145"/>
                </a:lnTo>
                <a:lnTo>
                  <a:pt x="462050" y="739719"/>
                </a:lnTo>
                <a:lnTo>
                  <a:pt x="461727" y="739301"/>
                </a:lnTo>
                <a:lnTo>
                  <a:pt x="461389" y="738889"/>
                </a:lnTo>
                <a:lnTo>
                  <a:pt x="461036" y="738485"/>
                </a:lnTo>
                <a:lnTo>
                  <a:pt x="460670" y="738075"/>
                </a:lnTo>
                <a:lnTo>
                  <a:pt x="460294" y="737673"/>
                </a:lnTo>
                <a:lnTo>
                  <a:pt x="459907" y="737279"/>
                </a:lnTo>
                <a:lnTo>
                  <a:pt x="459510" y="736892"/>
                </a:lnTo>
                <a:lnTo>
                  <a:pt x="459102" y="736514"/>
                </a:lnTo>
                <a:lnTo>
                  <a:pt x="458684" y="736143"/>
                </a:lnTo>
                <a:lnTo>
                  <a:pt x="458255" y="735780"/>
                </a:lnTo>
                <a:lnTo>
                  <a:pt x="457815" y="735424"/>
                </a:lnTo>
                <a:lnTo>
                  <a:pt x="457365" y="735077"/>
                </a:lnTo>
                <a:lnTo>
                  <a:pt x="456904" y="734737"/>
                </a:lnTo>
                <a:lnTo>
                  <a:pt x="456433" y="734405"/>
                </a:lnTo>
                <a:lnTo>
                  <a:pt x="455951" y="734081"/>
                </a:lnTo>
                <a:lnTo>
                  <a:pt x="455458" y="733764"/>
                </a:lnTo>
                <a:lnTo>
                  <a:pt x="454955" y="733456"/>
                </a:lnTo>
                <a:lnTo>
                  <a:pt x="454442" y="733155"/>
                </a:lnTo>
                <a:lnTo>
                  <a:pt x="453917" y="732862"/>
                </a:lnTo>
                <a:lnTo>
                  <a:pt x="453383" y="732576"/>
                </a:lnTo>
                <a:lnTo>
                  <a:pt x="452837" y="732299"/>
                </a:lnTo>
                <a:lnTo>
                  <a:pt x="452282" y="732029"/>
                </a:lnTo>
                <a:lnTo>
                  <a:pt x="451715" y="731767"/>
                </a:lnTo>
                <a:lnTo>
                  <a:pt x="451138" y="731513"/>
                </a:lnTo>
                <a:lnTo>
                  <a:pt x="450551" y="731267"/>
                </a:lnTo>
                <a:lnTo>
                  <a:pt x="449952" y="731028"/>
                </a:lnTo>
                <a:lnTo>
                  <a:pt x="449344" y="730797"/>
                </a:lnTo>
                <a:lnTo>
                  <a:pt x="448740" y="730575"/>
                </a:lnTo>
                <a:lnTo>
                  <a:pt x="448129" y="730362"/>
                </a:lnTo>
                <a:lnTo>
                  <a:pt x="447512" y="730159"/>
                </a:lnTo>
                <a:lnTo>
                  <a:pt x="446888" y="729965"/>
                </a:lnTo>
                <a:lnTo>
                  <a:pt x="446257" y="729781"/>
                </a:lnTo>
                <a:lnTo>
                  <a:pt x="445620" y="729606"/>
                </a:lnTo>
                <a:lnTo>
                  <a:pt x="444976" y="729440"/>
                </a:lnTo>
                <a:lnTo>
                  <a:pt x="444325" y="729284"/>
                </a:lnTo>
                <a:lnTo>
                  <a:pt x="443668" y="729138"/>
                </a:lnTo>
                <a:lnTo>
                  <a:pt x="443004" y="729001"/>
                </a:lnTo>
                <a:lnTo>
                  <a:pt x="442333" y="728873"/>
                </a:lnTo>
                <a:lnTo>
                  <a:pt x="441656" y="728755"/>
                </a:lnTo>
                <a:lnTo>
                  <a:pt x="440972" y="728646"/>
                </a:lnTo>
                <a:lnTo>
                  <a:pt x="440281" y="728547"/>
                </a:lnTo>
                <a:lnTo>
                  <a:pt x="439583" y="728457"/>
                </a:lnTo>
                <a:lnTo>
                  <a:pt x="438879" y="728377"/>
                </a:lnTo>
                <a:lnTo>
                  <a:pt x="438169" y="728306"/>
                </a:lnTo>
                <a:lnTo>
                  <a:pt x="437451" y="728245"/>
                </a:lnTo>
                <a:lnTo>
                  <a:pt x="436727" y="728193"/>
                </a:lnTo>
                <a:lnTo>
                  <a:pt x="435996" y="728150"/>
                </a:lnTo>
                <a:lnTo>
                  <a:pt x="435259" y="728117"/>
                </a:lnTo>
                <a:lnTo>
                  <a:pt x="434515" y="728093"/>
                </a:lnTo>
                <a:lnTo>
                  <a:pt x="433764" y="728079"/>
                </a:lnTo>
                <a:lnTo>
                  <a:pt x="433007" y="728074"/>
                </a:lnTo>
                <a:lnTo>
                  <a:pt x="432143" y="728079"/>
                </a:lnTo>
                <a:lnTo>
                  <a:pt x="431289" y="728093"/>
                </a:lnTo>
                <a:lnTo>
                  <a:pt x="430444" y="728117"/>
                </a:lnTo>
                <a:lnTo>
                  <a:pt x="429607" y="728150"/>
                </a:lnTo>
                <a:lnTo>
                  <a:pt x="428780" y="728193"/>
                </a:lnTo>
                <a:lnTo>
                  <a:pt x="427961" y="728245"/>
                </a:lnTo>
                <a:lnTo>
                  <a:pt x="427151" y="728306"/>
                </a:lnTo>
                <a:lnTo>
                  <a:pt x="426351" y="728377"/>
                </a:lnTo>
                <a:lnTo>
                  <a:pt x="425559" y="728457"/>
                </a:lnTo>
                <a:lnTo>
                  <a:pt x="424776" y="728547"/>
                </a:lnTo>
                <a:lnTo>
                  <a:pt x="424001" y="728646"/>
                </a:lnTo>
                <a:lnTo>
                  <a:pt x="423236" y="728755"/>
                </a:lnTo>
                <a:lnTo>
                  <a:pt x="422480" y="728873"/>
                </a:lnTo>
                <a:lnTo>
                  <a:pt x="421732" y="729001"/>
                </a:lnTo>
                <a:lnTo>
                  <a:pt x="420994" y="729138"/>
                </a:lnTo>
                <a:lnTo>
                  <a:pt x="420264" y="729284"/>
                </a:lnTo>
                <a:lnTo>
                  <a:pt x="419543" y="729440"/>
                </a:lnTo>
                <a:lnTo>
                  <a:pt x="418832" y="729606"/>
                </a:lnTo>
                <a:lnTo>
                  <a:pt x="418129" y="729781"/>
                </a:lnTo>
                <a:lnTo>
                  <a:pt x="417435" y="729965"/>
                </a:lnTo>
                <a:lnTo>
                  <a:pt x="416749" y="730159"/>
                </a:lnTo>
                <a:lnTo>
                  <a:pt x="416073" y="730362"/>
                </a:lnTo>
                <a:lnTo>
                  <a:pt x="415406" y="730575"/>
                </a:lnTo>
                <a:lnTo>
                  <a:pt x="414747" y="730797"/>
                </a:lnTo>
                <a:lnTo>
                  <a:pt x="414112" y="731029"/>
                </a:lnTo>
                <a:lnTo>
                  <a:pt x="413489" y="731269"/>
                </a:lnTo>
                <a:lnTo>
                  <a:pt x="412878" y="731518"/>
                </a:lnTo>
                <a:lnTo>
                  <a:pt x="412278" y="731776"/>
                </a:lnTo>
                <a:lnTo>
                  <a:pt x="411690" y="732043"/>
                </a:lnTo>
                <a:lnTo>
                  <a:pt x="411113" y="732319"/>
                </a:lnTo>
                <a:lnTo>
                  <a:pt x="410549" y="732604"/>
                </a:lnTo>
                <a:lnTo>
                  <a:pt x="409996" y="732897"/>
                </a:lnTo>
                <a:lnTo>
                  <a:pt x="409454" y="733200"/>
                </a:lnTo>
                <a:lnTo>
                  <a:pt x="408924" y="733511"/>
                </a:lnTo>
                <a:lnTo>
                  <a:pt x="408406" y="733832"/>
                </a:lnTo>
                <a:lnTo>
                  <a:pt x="407900" y="734161"/>
                </a:lnTo>
                <a:lnTo>
                  <a:pt x="407405" y="734499"/>
                </a:lnTo>
                <a:lnTo>
                  <a:pt x="406922" y="734846"/>
                </a:lnTo>
                <a:lnTo>
                  <a:pt x="406451" y="735202"/>
                </a:lnTo>
                <a:lnTo>
                  <a:pt x="405991" y="735567"/>
                </a:lnTo>
                <a:lnTo>
                  <a:pt x="405543" y="735940"/>
                </a:lnTo>
                <a:lnTo>
                  <a:pt x="405107" y="736323"/>
                </a:lnTo>
                <a:lnTo>
                  <a:pt x="404683" y="736715"/>
                </a:lnTo>
                <a:lnTo>
                  <a:pt x="404270" y="737115"/>
                </a:lnTo>
                <a:lnTo>
                  <a:pt x="403868" y="737524"/>
                </a:lnTo>
                <a:lnTo>
                  <a:pt x="403479" y="737943"/>
                </a:lnTo>
                <a:lnTo>
                  <a:pt x="403101" y="738370"/>
                </a:lnTo>
                <a:lnTo>
                  <a:pt x="402735" y="738806"/>
                </a:lnTo>
                <a:lnTo>
                  <a:pt x="402382" y="739251"/>
                </a:lnTo>
                <a:lnTo>
                  <a:pt x="402044" y="739705"/>
                </a:lnTo>
                <a:lnTo>
                  <a:pt x="401721" y="740170"/>
                </a:lnTo>
                <a:lnTo>
                  <a:pt x="401413" y="740643"/>
                </a:lnTo>
                <a:lnTo>
                  <a:pt x="401120" y="741126"/>
                </a:lnTo>
                <a:lnTo>
                  <a:pt x="400843" y="741619"/>
                </a:lnTo>
                <a:lnTo>
                  <a:pt x="400580" y="742121"/>
                </a:lnTo>
                <a:lnTo>
                  <a:pt x="400332" y="742632"/>
                </a:lnTo>
                <a:lnTo>
                  <a:pt x="400099" y="743153"/>
                </a:lnTo>
                <a:lnTo>
                  <a:pt x="399882" y="743683"/>
                </a:lnTo>
                <a:lnTo>
                  <a:pt x="399679" y="744223"/>
                </a:lnTo>
                <a:lnTo>
                  <a:pt x="399491" y="744772"/>
                </a:lnTo>
                <a:lnTo>
                  <a:pt x="399319" y="745331"/>
                </a:lnTo>
                <a:lnTo>
                  <a:pt x="399161" y="745899"/>
                </a:lnTo>
                <a:lnTo>
                  <a:pt x="399018" y="746476"/>
                </a:lnTo>
                <a:lnTo>
                  <a:pt x="398891" y="747063"/>
                </a:lnTo>
                <a:lnTo>
                  <a:pt x="398778" y="747660"/>
                </a:lnTo>
                <a:lnTo>
                  <a:pt x="398680" y="748266"/>
                </a:lnTo>
                <a:lnTo>
                  <a:pt x="398598" y="748881"/>
                </a:lnTo>
                <a:lnTo>
                  <a:pt x="398530" y="749506"/>
                </a:lnTo>
                <a:lnTo>
                  <a:pt x="398478" y="750140"/>
                </a:lnTo>
                <a:lnTo>
                  <a:pt x="398440" y="750784"/>
                </a:lnTo>
                <a:lnTo>
                  <a:pt x="398418" y="751437"/>
                </a:lnTo>
                <a:lnTo>
                  <a:pt x="398410" y="752100"/>
                </a:lnTo>
                <a:lnTo>
                  <a:pt x="398415" y="752670"/>
                </a:lnTo>
                <a:lnTo>
                  <a:pt x="398430" y="753232"/>
                </a:lnTo>
                <a:lnTo>
                  <a:pt x="398455" y="753786"/>
                </a:lnTo>
                <a:lnTo>
                  <a:pt x="398490" y="754333"/>
                </a:lnTo>
                <a:lnTo>
                  <a:pt x="398535" y="754872"/>
                </a:lnTo>
                <a:lnTo>
                  <a:pt x="398590" y="755403"/>
                </a:lnTo>
                <a:lnTo>
                  <a:pt x="398655" y="755926"/>
                </a:lnTo>
                <a:lnTo>
                  <a:pt x="398730" y="756442"/>
                </a:lnTo>
                <a:lnTo>
                  <a:pt x="398816" y="756950"/>
                </a:lnTo>
                <a:lnTo>
                  <a:pt x="398911" y="757450"/>
                </a:lnTo>
                <a:lnTo>
                  <a:pt x="399016" y="757942"/>
                </a:lnTo>
                <a:lnTo>
                  <a:pt x="399131" y="758426"/>
                </a:lnTo>
                <a:lnTo>
                  <a:pt x="399256" y="758903"/>
                </a:lnTo>
                <a:lnTo>
                  <a:pt x="399391" y="759372"/>
                </a:lnTo>
                <a:lnTo>
                  <a:pt x="399536" y="759833"/>
                </a:lnTo>
                <a:lnTo>
                  <a:pt x="399691" y="760286"/>
                </a:lnTo>
                <a:lnTo>
                  <a:pt x="399857" y="760731"/>
                </a:lnTo>
                <a:lnTo>
                  <a:pt x="400032" y="761169"/>
                </a:lnTo>
                <a:lnTo>
                  <a:pt x="400217" y="761599"/>
                </a:lnTo>
                <a:lnTo>
                  <a:pt x="400412" y="762021"/>
                </a:lnTo>
                <a:lnTo>
                  <a:pt x="400617" y="762436"/>
                </a:lnTo>
                <a:lnTo>
                  <a:pt x="400833" y="762842"/>
                </a:lnTo>
                <a:lnTo>
                  <a:pt x="401058" y="763241"/>
                </a:lnTo>
                <a:lnTo>
                  <a:pt x="401293" y="763632"/>
                </a:lnTo>
                <a:lnTo>
                  <a:pt x="401540" y="764003"/>
                </a:lnTo>
                <a:lnTo>
                  <a:pt x="401799" y="764368"/>
                </a:lnTo>
                <a:lnTo>
                  <a:pt x="402071" y="764728"/>
                </a:lnTo>
                <a:lnTo>
                  <a:pt x="402356" y="765082"/>
                </a:lnTo>
                <a:lnTo>
                  <a:pt x="402654" y="765431"/>
                </a:lnTo>
                <a:lnTo>
                  <a:pt x="402965" y="765774"/>
                </a:lnTo>
                <a:lnTo>
                  <a:pt x="403288" y="766112"/>
                </a:lnTo>
                <a:lnTo>
                  <a:pt x="403624" y="766444"/>
                </a:lnTo>
                <a:lnTo>
                  <a:pt x="403973" y="766770"/>
                </a:lnTo>
                <a:lnTo>
                  <a:pt x="404335" y="767091"/>
                </a:lnTo>
                <a:lnTo>
                  <a:pt x="404710" y="767406"/>
                </a:lnTo>
                <a:lnTo>
                  <a:pt x="405097" y="767716"/>
                </a:lnTo>
                <a:lnTo>
                  <a:pt x="405497" y="768020"/>
                </a:lnTo>
                <a:lnTo>
                  <a:pt x="405910" y="768319"/>
                </a:lnTo>
                <a:lnTo>
                  <a:pt x="406336" y="768612"/>
                </a:lnTo>
                <a:lnTo>
                  <a:pt x="406774" y="768900"/>
                </a:lnTo>
                <a:lnTo>
                  <a:pt x="407226" y="769182"/>
                </a:lnTo>
                <a:lnTo>
                  <a:pt x="407690" y="769458"/>
                </a:lnTo>
                <a:lnTo>
                  <a:pt x="408167" y="769729"/>
                </a:lnTo>
                <a:lnTo>
                  <a:pt x="408656" y="769994"/>
                </a:lnTo>
                <a:lnTo>
                  <a:pt x="409159" y="770254"/>
                </a:lnTo>
                <a:lnTo>
                  <a:pt x="409674" y="770508"/>
                </a:lnTo>
                <a:lnTo>
                  <a:pt x="410202" y="770757"/>
                </a:lnTo>
                <a:lnTo>
                  <a:pt x="410743" y="771000"/>
                </a:lnTo>
                <a:lnTo>
                  <a:pt x="411298" y="771225"/>
                </a:lnTo>
                <a:lnTo>
                  <a:pt x="411866" y="771448"/>
                </a:lnTo>
                <a:lnTo>
                  <a:pt x="412450" y="771668"/>
                </a:lnTo>
                <a:lnTo>
                  <a:pt x="413048" y="771885"/>
                </a:lnTo>
                <a:lnTo>
                  <a:pt x="413660" y="772099"/>
                </a:lnTo>
                <a:lnTo>
                  <a:pt x="414287" y="772311"/>
                </a:lnTo>
                <a:lnTo>
                  <a:pt x="414928" y="772520"/>
                </a:lnTo>
                <a:lnTo>
                  <a:pt x="415584" y="772726"/>
                </a:lnTo>
                <a:lnTo>
                  <a:pt x="416254" y="772929"/>
                </a:lnTo>
                <a:lnTo>
                  <a:pt x="416938" y="773130"/>
                </a:lnTo>
                <a:lnTo>
                  <a:pt x="417638" y="773327"/>
                </a:lnTo>
                <a:lnTo>
                  <a:pt x="418351" y="773522"/>
                </a:lnTo>
                <a:lnTo>
                  <a:pt x="419079" y="773714"/>
                </a:lnTo>
                <a:lnTo>
                  <a:pt x="419822" y="773904"/>
                </a:lnTo>
                <a:lnTo>
                  <a:pt x="420578" y="774090"/>
                </a:lnTo>
                <a:lnTo>
                  <a:pt x="421350" y="774274"/>
                </a:lnTo>
                <a:lnTo>
                  <a:pt x="422136" y="774455"/>
                </a:lnTo>
                <a:lnTo>
                  <a:pt x="422936" y="774633"/>
                </a:lnTo>
                <a:lnTo>
                  <a:pt x="423751" y="774809"/>
                </a:lnTo>
                <a:lnTo>
                  <a:pt x="424580" y="774982"/>
                </a:lnTo>
                <a:lnTo>
                  <a:pt x="425424" y="775151"/>
                </a:lnTo>
                <a:lnTo>
                  <a:pt x="426282" y="775319"/>
                </a:lnTo>
                <a:lnTo>
                  <a:pt x="427154" y="775483"/>
                </a:lnTo>
                <a:lnTo>
                  <a:pt x="428041" y="775644"/>
                </a:lnTo>
                <a:lnTo>
                  <a:pt x="428874" y="775778"/>
                </a:lnTo>
                <a:lnTo>
                  <a:pt x="429690" y="775913"/>
                </a:lnTo>
                <a:lnTo>
                  <a:pt x="430489" y="776047"/>
                </a:lnTo>
                <a:lnTo>
                  <a:pt x="431271" y="776183"/>
                </a:lnTo>
                <a:lnTo>
                  <a:pt x="432037" y="776319"/>
                </a:lnTo>
                <a:lnTo>
                  <a:pt x="432786" y="776455"/>
                </a:lnTo>
                <a:lnTo>
                  <a:pt x="433519" y="776592"/>
                </a:lnTo>
                <a:lnTo>
                  <a:pt x="434235" y="776730"/>
                </a:lnTo>
                <a:lnTo>
                  <a:pt x="434934" y="776868"/>
                </a:lnTo>
                <a:lnTo>
                  <a:pt x="435616" y="777007"/>
                </a:lnTo>
                <a:lnTo>
                  <a:pt x="436282" y="777146"/>
                </a:lnTo>
                <a:lnTo>
                  <a:pt x="436931" y="777286"/>
                </a:lnTo>
                <a:lnTo>
                  <a:pt x="437563" y="777427"/>
                </a:lnTo>
                <a:lnTo>
                  <a:pt x="438179" y="777568"/>
                </a:lnTo>
                <a:lnTo>
                  <a:pt x="438778" y="777709"/>
                </a:lnTo>
                <a:lnTo>
                  <a:pt x="439360" y="777851"/>
                </a:lnTo>
                <a:lnTo>
                  <a:pt x="439926" y="777994"/>
                </a:lnTo>
                <a:lnTo>
                  <a:pt x="440474" y="778137"/>
                </a:lnTo>
                <a:lnTo>
                  <a:pt x="441007" y="778281"/>
                </a:lnTo>
                <a:lnTo>
                  <a:pt x="441522" y="778425"/>
                </a:lnTo>
                <a:lnTo>
                  <a:pt x="442021" y="778570"/>
                </a:lnTo>
                <a:lnTo>
                  <a:pt x="442503" y="778715"/>
                </a:lnTo>
                <a:lnTo>
                  <a:pt x="442969" y="778861"/>
                </a:lnTo>
                <a:lnTo>
                  <a:pt x="443418" y="779008"/>
                </a:lnTo>
                <a:lnTo>
                  <a:pt x="443865" y="779156"/>
                </a:lnTo>
                <a:lnTo>
                  <a:pt x="444302" y="779306"/>
                </a:lnTo>
                <a:lnTo>
                  <a:pt x="444726" y="779458"/>
                </a:lnTo>
                <a:lnTo>
                  <a:pt x="445139" y="779613"/>
                </a:lnTo>
                <a:lnTo>
                  <a:pt x="445541" y="779770"/>
                </a:lnTo>
                <a:lnTo>
                  <a:pt x="445930" y="779929"/>
                </a:lnTo>
                <a:lnTo>
                  <a:pt x="446308" y="780090"/>
                </a:lnTo>
                <a:lnTo>
                  <a:pt x="446674" y="780254"/>
                </a:lnTo>
                <a:lnTo>
                  <a:pt x="447029" y="780419"/>
                </a:lnTo>
                <a:lnTo>
                  <a:pt x="447372" y="780587"/>
                </a:lnTo>
                <a:lnTo>
                  <a:pt x="447703" y="780758"/>
                </a:lnTo>
                <a:lnTo>
                  <a:pt x="448022" y="780930"/>
                </a:lnTo>
                <a:lnTo>
                  <a:pt x="448330" y="781105"/>
                </a:lnTo>
                <a:lnTo>
                  <a:pt x="448626" y="781282"/>
                </a:lnTo>
                <a:lnTo>
                  <a:pt x="448911" y="781461"/>
                </a:lnTo>
                <a:lnTo>
                  <a:pt x="449184" y="781642"/>
                </a:lnTo>
                <a:lnTo>
                  <a:pt x="449445" y="781825"/>
                </a:lnTo>
                <a:lnTo>
                  <a:pt x="449694" y="782011"/>
                </a:lnTo>
                <a:lnTo>
                  <a:pt x="449932" y="782199"/>
                </a:lnTo>
                <a:lnTo>
                  <a:pt x="450158" y="782389"/>
                </a:lnTo>
                <a:lnTo>
                  <a:pt x="450372" y="782582"/>
                </a:lnTo>
                <a:lnTo>
                  <a:pt x="450575" y="782776"/>
                </a:lnTo>
                <a:lnTo>
                  <a:pt x="450766" y="782973"/>
                </a:lnTo>
                <a:lnTo>
                  <a:pt x="450945" y="783172"/>
                </a:lnTo>
                <a:lnTo>
                  <a:pt x="451115" y="783375"/>
                </a:lnTo>
                <a:lnTo>
                  <a:pt x="451278" y="783582"/>
                </a:lnTo>
                <a:lnTo>
                  <a:pt x="451433" y="783793"/>
                </a:lnTo>
                <a:lnTo>
                  <a:pt x="451582" y="784009"/>
                </a:lnTo>
                <a:lnTo>
                  <a:pt x="451723" y="784229"/>
                </a:lnTo>
                <a:lnTo>
                  <a:pt x="451856" y="784454"/>
                </a:lnTo>
                <a:lnTo>
                  <a:pt x="451983" y="784683"/>
                </a:lnTo>
                <a:lnTo>
                  <a:pt x="452102" y="784916"/>
                </a:lnTo>
                <a:lnTo>
                  <a:pt x="452214" y="785155"/>
                </a:lnTo>
                <a:lnTo>
                  <a:pt x="452319" y="785397"/>
                </a:lnTo>
                <a:lnTo>
                  <a:pt x="452417" y="785644"/>
                </a:lnTo>
                <a:lnTo>
                  <a:pt x="452507" y="785895"/>
                </a:lnTo>
                <a:lnTo>
                  <a:pt x="452590" y="786151"/>
                </a:lnTo>
                <a:lnTo>
                  <a:pt x="452666" y="786411"/>
                </a:lnTo>
                <a:lnTo>
                  <a:pt x="452735" y="786676"/>
                </a:lnTo>
                <a:lnTo>
                  <a:pt x="452796" y="786945"/>
                </a:lnTo>
                <a:lnTo>
                  <a:pt x="452851" y="787219"/>
                </a:lnTo>
                <a:lnTo>
                  <a:pt x="452898" y="787497"/>
                </a:lnTo>
                <a:lnTo>
                  <a:pt x="452937" y="787779"/>
                </a:lnTo>
                <a:lnTo>
                  <a:pt x="452970" y="788066"/>
                </a:lnTo>
                <a:lnTo>
                  <a:pt x="452995" y="788358"/>
                </a:lnTo>
                <a:lnTo>
                  <a:pt x="453013" y="788654"/>
                </a:lnTo>
                <a:lnTo>
                  <a:pt x="453024" y="788954"/>
                </a:lnTo>
                <a:lnTo>
                  <a:pt x="453028" y="789259"/>
                </a:lnTo>
                <a:lnTo>
                  <a:pt x="453019" y="789722"/>
                </a:lnTo>
                <a:lnTo>
                  <a:pt x="452992" y="790179"/>
                </a:lnTo>
                <a:lnTo>
                  <a:pt x="452948" y="790628"/>
                </a:lnTo>
                <a:lnTo>
                  <a:pt x="452885" y="791070"/>
                </a:lnTo>
                <a:lnTo>
                  <a:pt x="452805" y="791504"/>
                </a:lnTo>
                <a:lnTo>
                  <a:pt x="452707" y="791932"/>
                </a:lnTo>
                <a:lnTo>
                  <a:pt x="452592" y="792352"/>
                </a:lnTo>
                <a:lnTo>
                  <a:pt x="452458" y="792765"/>
                </a:lnTo>
                <a:lnTo>
                  <a:pt x="452307" y="793170"/>
                </a:lnTo>
                <a:lnTo>
                  <a:pt x="452138" y="793569"/>
                </a:lnTo>
                <a:lnTo>
                  <a:pt x="451951" y="793960"/>
                </a:lnTo>
                <a:lnTo>
                  <a:pt x="451746" y="794344"/>
                </a:lnTo>
                <a:lnTo>
                  <a:pt x="451524" y="794721"/>
                </a:lnTo>
                <a:lnTo>
                  <a:pt x="451284" y="795091"/>
                </a:lnTo>
                <a:lnTo>
                  <a:pt x="451026" y="795453"/>
                </a:lnTo>
                <a:lnTo>
                  <a:pt x="450750" y="795808"/>
                </a:lnTo>
                <a:lnTo>
                  <a:pt x="450456" y="796156"/>
                </a:lnTo>
                <a:lnTo>
                  <a:pt x="450145" y="796496"/>
                </a:lnTo>
                <a:lnTo>
                  <a:pt x="449815" y="796830"/>
                </a:lnTo>
                <a:lnTo>
                  <a:pt x="449468" y="797156"/>
                </a:lnTo>
                <a:lnTo>
                  <a:pt x="449104" y="797475"/>
                </a:lnTo>
                <a:lnTo>
                  <a:pt x="448721" y="797787"/>
                </a:lnTo>
                <a:lnTo>
                  <a:pt x="448320" y="798091"/>
                </a:lnTo>
                <a:lnTo>
                  <a:pt x="447902" y="798388"/>
                </a:lnTo>
                <a:lnTo>
                  <a:pt x="447480" y="798663"/>
                </a:lnTo>
                <a:lnTo>
                  <a:pt x="447041" y="798926"/>
                </a:lnTo>
                <a:lnTo>
                  <a:pt x="446586" y="799177"/>
                </a:lnTo>
                <a:lnTo>
                  <a:pt x="446114" y="799416"/>
                </a:lnTo>
                <a:lnTo>
                  <a:pt x="445625" y="799644"/>
                </a:lnTo>
                <a:lnTo>
                  <a:pt x="445119" y="799860"/>
                </a:lnTo>
                <a:lnTo>
                  <a:pt x="444597" y="800064"/>
                </a:lnTo>
                <a:lnTo>
                  <a:pt x="444058" y="800257"/>
                </a:lnTo>
                <a:lnTo>
                  <a:pt x="443503" y="800438"/>
                </a:lnTo>
                <a:lnTo>
                  <a:pt x="442930" y="800607"/>
                </a:lnTo>
                <a:lnTo>
                  <a:pt x="442341" y="800765"/>
                </a:lnTo>
                <a:lnTo>
                  <a:pt x="441736" y="800911"/>
                </a:lnTo>
                <a:lnTo>
                  <a:pt x="441113" y="801045"/>
                </a:lnTo>
                <a:lnTo>
                  <a:pt x="440474" y="801168"/>
                </a:lnTo>
                <a:lnTo>
                  <a:pt x="439819" y="801279"/>
                </a:lnTo>
                <a:lnTo>
                  <a:pt x="439146" y="801378"/>
                </a:lnTo>
                <a:lnTo>
                  <a:pt x="438457" y="801466"/>
                </a:lnTo>
                <a:lnTo>
                  <a:pt x="437752" y="801542"/>
                </a:lnTo>
                <a:lnTo>
                  <a:pt x="437029" y="801606"/>
                </a:lnTo>
                <a:lnTo>
                  <a:pt x="436290" y="801659"/>
                </a:lnTo>
                <a:lnTo>
                  <a:pt x="435534" y="801699"/>
                </a:lnTo>
                <a:lnTo>
                  <a:pt x="434762" y="801729"/>
                </a:lnTo>
                <a:lnTo>
                  <a:pt x="433973" y="801746"/>
                </a:lnTo>
                <a:lnTo>
                  <a:pt x="433167" y="801752"/>
                </a:lnTo>
                <a:lnTo>
                  <a:pt x="432268" y="801746"/>
                </a:lnTo>
                <a:lnTo>
                  <a:pt x="431386" y="801726"/>
                </a:lnTo>
                <a:lnTo>
                  <a:pt x="430521" y="801694"/>
                </a:lnTo>
                <a:lnTo>
                  <a:pt x="429674" y="801650"/>
                </a:lnTo>
                <a:lnTo>
                  <a:pt x="428844" y="801592"/>
                </a:lnTo>
                <a:lnTo>
                  <a:pt x="428031" y="801522"/>
                </a:lnTo>
                <a:lnTo>
                  <a:pt x="427236" y="801439"/>
                </a:lnTo>
                <a:lnTo>
                  <a:pt x="426457" y="801343"/>
                </a:lnTo>
                <a:lnTo>
                  <a:pt x="425696" y="801234"/>
                </a:lnTo>
                <a:lnTo>
                  <a:pt x="424953" y="801112"/>
                </a:lnTo>
                <a:lnTo>
                  <a:pt x="424226" y="800978"/>
                </a:lnTo>
                <a:lnTo>
                  <a:pt x="423517" y="800831"/>
                </a:lnTo>
                <a:lnTo>
                  <a:pt x="422824" y="800671"/>
                </a:lnTo>
                <a:lnTo>
                  <a:pt x="422150" y="800498"/>
                </a:lnTo>
                <a:lnTo>
                  <a:pt x="421492" y="800313"/>
                </a:lnTo>
                <a:lnTo>
                  <a:pt x="420852" y="800115"/>
                </a:lnTo>
                <a:lnTo>
                  <a:pt x="420228" y="799904"/>
                </a:lnTo>
                <a:lnTo>
                  <a:pt x="419622" y="799680"/>
                </a:lnTo>
                <a:lnTo>
                  <a:pt x="419034" y="799443"/>
                </a:lnTo>
                <a:lnTo>
                  <a:pt x="418462" y="799194"/>
                </a:lnTo>
                <a:lnTo>
                  <a:pt x="417908" y="798932"/>
                </a:lnTo>
                <a:lnTo>
                  <a:pt x="417371" y="798657"/>
                </a:lnTo>
                <a:lnTo>
                  <a:pt x="416851" y="798369"/>
                </a:lnTo>
                <a:lnTo>
                  <a:pt x="416349" y="798068"/>
                </a:lnTo>
                <a:lnTo>
                  <a:pt x="415878" y="797743"/>
                </a:lnTo>
                <a:lnTo>
                  <a:pt x="415428" y="797407"/>
                </a:lnTo>
                <a:lnTo>
                  <a:pt x="414998" y="797062"/>
                </a:lnTo>
                <a:lnTo>
                  <a:pt x="414587" y="796707"/>
                </a:lnTo>
                <a:lnTo>
                  <a:pt x="414197" y="796341"/>
                </a:lnTo>
                <a:lnTo>
                  <a:pt x="413826" y="795966"/>
                </a:lnTo>
                <a:lnTo>
                  <a:pt x="413476" y="795580"/>
                </a:lnTo>
                <a:lnTo>
                  <a:pt x="413146" y="795185"/>
                </a:lnTo>
                <a:lnTo>
                  <a:pt x="412835" y="794780"/>
                </a:lnTo>
                <a:lnTo>
                  <a:pt x="412545" y="794364"/>
                </a:lnTo>
                <a:lnTo>
                  <a:pt x="412275" y="793939"/>
                </a:lnTo>
                <a:lnTo>
                  <a:pt x="412024" y="793503"/>
                </a:lnTo>
                <a:lnTo>
                  <a:pt x="411794" y="793058"/>
                </a:lnTo>
                <a:lnTo>
                  <a:pt x="411584" y="792602"/>
                </a:lnTo>
                <a:lnTo>
                  <a:pt x="411394" y="792137"/>
                </a:lnTo>
                <a:lnTo>
                  <a:pt x="411224" y="791661"/>
                </a:lnTo>
                <a:lnTo>
                  <a:pt x="411073" y="791176"/>
                </a:lnTo>
                <a:lnTo>
                  <a:pt x="410943" y="790680"/>
                </a:lnTo>
                <a:lnTo>
                  <a:pt x="410833" y="790175"/>
                </a:lnTo>
                <a:lnTo>
                  <a:pt x="410743" y="789659"/>
                </a:lnTo>
                <a:lnTo>
                  <a:pt x="410673" y="789134"/>
                </a:lnTo>
                <a:lnTo>
                  <a:pt x="410623" y="788598"/>
                </a:lnTo>
                <a:lnTo>
                  <a:pt x="410593" y="788053"/>
                </a:lnTo>
                <a:lnTo>
                  <a:pt x="410583" y="787497"/>
                </a:lnTo>
                <a:lnTo>
                  <a:pt x="410583" y="785895"/>
                </a:lnTo>
                <a:lnTo>
                  <a:pt x="396808" y="785895"/>
                </a:lnTo>
                <a:lnTo>
                  <a:pt x="396795" y="785988"/>
                </a:lnTo>
                <a:lnTo>
                  <a:pt x="396783" y="786081"/>
                </a:lnTo>
                <a:lnTo>
                  <a:pt x="396771" y="786173"/>
                </a:lnTo>
                <a:lnTo>
                  <a:pt x="396759" y="786265"/>
                </a:lnTo>
                <a:lnTo>
                  <a:pt x="396749" y="786355"/>
                </a:lnTo>
                <a:lnTo>
                  <a:pt x="396738" y="786446"/>
                </a:lnTo>
                <a:lnTo>
                  <a:pt x="396729" y="786536"/>
                </a:lnTo>
                <a:lnTo>
                  <a:pt x="396719" y="786625"/>
                </a:lnTo>
                <a:lnTo>
                  <a:pt x="396711" y="786714"/>
                </a:lnTo>
                <a:lnTo>
                  <a:pt x="396703" y="786802"/>
                </a:lnTo>
                <a:lnTo>
                  <a:pt x="396695" y="786889"/>
                </a:lnTo>
                <a:lnTo>
                  <a:pt x="396688" y="786976"/>
                </a:lnTo>
                <a:lnTo>
                  <a:pt x="396682" y="787063"/>
                </a:lnTo>
                <a:lnTo>
                  <a:pt x="396676" y="787149"/>
                </a:lnTo>
                <a:lnTo>
                  <a:pt x="396671" y="787234"/>
                </a:lnTo>
                <a:lnTo>
                  <a:pt x="396666" y="787319"/>
                </a:lnTo>
                <a:lnTo>
                  <a:pt x="396662" y="787403"/>
                </a:lnTo>
                <a:lnTo>
                  <a:pt x="396658" y="787487"/>
                </a:lnTo>
                <a:lnTo>
                  <a:pt x="396655" y="787570"/>
                </a:lnTo>
                <a:lnTo>
                  <a:pt x="396653" y="787653"/>
                </a:lnTo>
                <a:lnTo>
                  <a:pt x="396651" y="787735"/>
                </a:lnTo>
                <a:lnTo>
                  <a:pt x="396649" y="787816"/>
                </a:lnTo>
                <a:lnTo>
                  <a:pt x="396648" y="787897"/>
                </a:lnTo>
                <a:lnTo>
                  <a:pt x="396648" y="787977"/>
                </a:lnTo>
                <a:lnTo>
                  <a:pt x="396648" y="788057"/>
                </a:lnTo>
                <a:lnTo>
                  <a:pt x="396648" y="788134"/>
                </a:lnTo>
                <a:lnTo>
                  <a:pt x="396648" y="788210"/>
                </a:lnTo>
                <a:lnTo>
                  <a:pt x="396648" y="788284"/>
                </a:lnTo>
                <a:lnTo>
                  <a:pt x="396648" y="788357"/>
                </a:lnTo>
                <a:lnTo>
                  <a:pt x="396648" y="788428"/>
                </a:lnTo>
                <a:lnTo>
                  <a:pt x="396648" y="788497"/>
                </a:lnTo>
                <a:lnTo>
                  <a:pt x="396648" y="788565"/>
                </a:lnTo>
                <a:lnTo>
                  <a:pt x="396648" y="788631"/>
                </a:lnTo>
                <a:lnTo>
                  <a:pt x="396648" y="788695"/>
                </a:lnTo>
                <a:lnTo>
                  <a:pt x="396648" y="788757"/>
                </a:lnTo>
                <a:lnTo>
                  <a:pt x="396648" y="788818"/>
                </a:lnTo>
                <a:lnTo>
                  <a:pt x="396648" y="788878"/>
                </a:lnTo>
                <a:lnTo>
                  <a:pt x="396648" y="788935"/>
                </a:lnTo>
                <a:lnTo>
                  <a:pt x="396648" y="788991"/>
                </a:lnTo>
                <a:lnTo>
                  <a:pt x="396648" y="789045"/>
                </a:lnTo>
                <a:lnTo>
                  <a:pt x="396648" y="789098"/>
                </a:lnTo>
                <a:lnTo>
                  <a:pt x="396648" y="789149"/>
                </a:lnTo>
                <a:lnTo>
                  <a:pt x="396648" y="789198"/>
                </a:lnTo>
                <a:lnTo>
                  <a:pt x="396648" y="789245"/>
                </a:lnTo>
                <a:lnTo>
                  <a:pt x="396648" y="789291"/>
                </a:lnTo>
                <a:lnTo>
                  <a:pt x="396648" y="789336"/>
                </a:lnTo>
                <a:lnTo>
                  <a:pt x="396648" y="789378"/>
                </a:lnTo>
                <a:lnTo>
                  <a:pt x="396648" y="789419"/>
                </a:lnTo>
                <a:lnTo>
                  <a:pt x="396656" y="790030"/>
                </a:lnTo>
                <a:lnTo>
                  <a:pt x="396678" y="790634"/>
                </a:lnTo>
                <a:lnTo>
                  <a:pt x="396716" y="791231"/>
                </a:lnTo>
                <a:lnTo>
                  <a:pt x="396768" y="791822"/>
                </a:lnTo>
                <a:lnTo>
                  <a:pt x="396836" y="792405"/>
                </a:lnTo>
                <a:lnTo>
                  <a:pt x="396918" y="792983"/>
                </a:lnTo>
                <a:lnTo>
                  <a:pt x="397016" y="793553"/>
                </a:lnTo>
                <a:lnTo>
                  <a:pt x="397129" y="794117"/>
                </a:lnTo>
                <a:lnTo>
                  <a:pt x="397256" y="794675"/>
                </a:lnTo>
                <a:lnTo>
                  <a:pt x="397399" y="795225"/>
                </a:lnTo>
                <a:lnTo>
                  <a:pt x="397557" y="795769"/>
                </a:lnTo>
                <a:lnTo>
                  <a:pt x="397729" y="796306"/>
                </a:lnTo>
                <a:lnTo>
                  <a:pt x="397917" y="796837"/>
                </a:lnTo>
                <a:lnTo>
                  <a:pt x="398120" y="797361"/>
                </a:lnTo>
                <a:lnTo>
                  <a:pt x="398337" y="797878"/>
                </a:lnTo>
                <a:lnTo>
                  <a:pt x="398570" y="798388"/>
                </a:lnTo>
                <a:lnTo>
                  <a:pt x="398818" y="798892"/>
                </a:lnTo>
                <a:lnTo>
                  <a:pt x="399081" y="799390"/>
                </a:lnTo>
                <a:lnTo>
                  <a:pt x="399359" y="799880"/>
                </a:lnTo>
                <a:lnTo>
                  <a:pt x="399651" y="800364"/>
                </a:lnTo>
                <a:lnTo>
                  <a:pt x="399959" y="800841"/>
                </a:lnTo>
                <a:lnTo>
                  <a:pt x="400282" y="801312"/>
                </a:lnTo>
                <a:lnTo>
                  <a:pt x="400620" y="801775"/>
                </a:lnTo>
                <a:lnTo>
                  <a:pt x="400973" y="802232"/>
                </a:lnTo>
                <a:lnTo>
                  <a:pt x="401352" y="802669"/>
                </a:lnTo>
                <a:lnTo>
                  <a:pt x="401742" y="803097"/>
                </a:lnTo>
                <a:lnTo>
                  <a:pt x="402144" y="803516"/>
                </a:lnTo>
                <a:lnTo>
                  <a:pt x="402557" y="803928"/>
                </a:lnTo>
                <a:lnTo>
                  <a:pt x="402980" y="804331"/>
                </a:lnTo>
                <a:lnTo>
                  <a:pt x="403415" y="804725"/>
                </a:lnTo>
                <a:lnTo>
                  <a:pt x="403861" y="805111"/>
                </a:lnTo>
                <a:lnTo>
                  <a:pt x="404319" y="805489"/>
                </a:lnTo>
                <a:lnTo>
                  <a:pt x="404787" y="805859"/>
                </a:lnTo>
                <a:lnTo>
                  <a:pt x="405266" y="806220"/>
                </a:lnTo>
                <a:lnTo>
                  <a:pt x="405757" y="806573"/>
                </a:lnTo>
                <a:lnTo>
                  <a:pt x="406258" y="806917"/>
                </a:lnTo>
                <a:lnTo>
                  <a:pt x="406771" y="807254"/>
                </a:lnTo>
                <a:lnTo>
                  <a:pt x="407295" y="807581"/>
                </a:lnTo>
                <a:lnTo>
                  <a:pt x="407830" y="807901"/>
                </a:lnTo>
                <a:lnTo>
                  <a:pt x="408376" y="808212"/>
                </a:lnTo>
                <a:lnTo>
                  <a:pt x="408933" y="808515"/>
                </a:lnTo>
                <a:lnTo>
                  <a:pt x="409502" y="808809"/>
                </a:lnTo>
                <a:lnTo>
                  <a:pt x="410081" y="809096"/>
                </a:lnTo>
                <a:lnTo>
                  <a:pt x="410672" y="809373"/>
                </a:lnTo>
                <a:lnTo>
                  <a:pt x="411274" y="809643"/>
                </a:lnTo>
                <a:lnTo>
                  <a:pt x="411887" y="809904"/>
                </a:lnTo>
                <a:lnTo>
                  <a:pt x="412510" y="810157"/>
                </a:lnTo>
                <a:lnTo>
                  <a:pt x="413146" y="810401"/>
                </a:lnTo>
                <a:lnTo>
                  <a:pt x="413804" y="810623"/>
                </a:lnTo>
                <a:lnTo>
                  <a:pt x="414469" y="810836"/>
                </a:lnTo>
                <a:lnTo>
                  <a:pt x="415143" y="811039"/>
                </a:lnTo>
                <a:lnTo>
                  <a:pt x="415824" y="811233"/>
                </a:lnTo>
                <a:lnTo>
                  <a:pt x="416513" y="811417"/>
                </a:lnTo>
                <a:lnTo>
                  <a:pt x="417210" y="811592"/>
                </a:lnTo>
                <a:lnTo>
                  <a:pt x="417915" y="811758"/>
                </a:lnTo>
                <a:lnTo>
                  <a:pt x="418627" y="811914"/>
                </a:lnTo>
                <a:lnTo>
                  <a:pt x="419347" y="812060"/>
                </a:lnTo>
                <a:lnTo>
                  <a:pt x="420075" y="812197"/>
                </a:lnTo>
                <a:lnTo>
                  <a:pt x="420811" y="812325"/>
                </a:lnTo>
                <a:lnTo>
                  <a:pt x="421554" y="812443"/>
                </a:lnTo>
                <a:lnTo>
                  <a:pt x="422306" y="812552"/>
                </a:lnTo>
                <a:lnTo>
                  <a:pt x="423065" y="812651"/>
                </a:lnTo>
                <a:lnTo>
                  <a:pt x="423832" y="812741"/>
                </a:lnTo>
                <a:lnTo>
                  <a:pt x="424607" y="812821"/>
                </a:lnTo>
                <a:lnTo>
                  <a:pt x="425389" y="812892"/>
                </a:lnTo>
                <a:lnTo>
                  <a:pt x="426179" y="812954"/>
                </a:lnTo>
                <a:lnTo>
                  <a:pt x="426977" y="813006"/>
                </a:lnTo>
                <a:lnTo>
                  <a:pt x="427783" y="813048"/>
                </a:lnTo>
                <a:lnTo>
                  <a:pt x="428597" y="813081"/>
                </a:lnTo>
                <a:lnTo>
                  <a:pt x="429418" y="813105"/>
                </a:lnTo>
                <a:lnTo>
                  <a:pt x="430248" y="813119"/>
                </a:lnTo>
                <a:lnTo>
                  <a:pt x="431085" y="813124"/>
                </a:lnTo>
                <a:lnTo>
                  <a:pt x="432040" y="813119"/>
                </a:lnTo>
                <a:lnTo>
                  <a:pt x="432983" y="813105"/>
                </a:lnTo>
                <a:lnTo>
                  <a:pt x="433915" y="813081"/>
                </a:lnTo>
                <a:lnTo>
                  <a:pt x="434835" y="813048"/>
                </a:lnTo>
                <a:lnTo>
                  <a:pt x="435744" y="813006"/>
                </a:lnTo>
                <a:lnTo>
                  <a:pt x="436640" y="812954"/>
                </a:lnTo>
                <a:lnTo>
                  <a:pt x="437525" y="812892"/>
                </a:lnTo>
                <a:close/>
                <a:moveTo>
                  <a:pt x="245448" y="812892"/>
                </a:moveTo>
                <a:lnTo>
                  <a:pt x="246321" y="812821"/>
                </a:lnTo>
                <a:lnTo>
                  <a:pt x="247183" y="812741"/>
                </a:lnTo>
                <a:lnTo>
                  <a:pt x="248033" y="812651"/>
                </a:lnTo>
                <a:lnTo>
                  <a:pt x="248872" y="812552"/>
                </a:lnTo>
                <a:lnTo>
                  <a:pt x="249698" y="812443"/>
                </a:lnTo>
                <a:lnTo>
                  <a:pt x="250513" y="812325"/>
                </a:lnTo>
                <a:lnTo>
                  <a:pt x="251317" y="812197"/>
                </a:lnTo>
                <a:lnTo>
                  <a:pt x="252108" y="812060"/>
                </a:lnTo>
                <a:lnTo>
                  <a:pt x="252888" y="811914"/>
                </a:lnTo>
                <a:lnTo>
                  <a:pt x="253657" y="811758"/>
                </a:lnTo>
                <a:lnTo>
                  <a:pt x="254413" y="811592"/>
                </a:lnTo>
                <a:lnTo>
                  <a:pt x="255158" y="811417"/>
                </a:lnTo>
                <a:lnTo>
                  <a:pt x="255891" y="811233"/>
                </a:lnTo>
                <a:lnTo>
                  <a:pt x="256613" y="811039"/>
                </a:lnTo>
                <a:lnTo>
                  <a:pt x="257323" y="810836"/>
                </a:lnTo>
                <a:lnTo>
                  <a:pt x="258021" y="810623"/>
                </a:lnTo>
                <a:lnTo>
                  <a:pt x="258708" y="810401"/>
                </a:lnTo>
                <a:lnTo>
                  <a:pt x="259395" y="810169"/>
                </a:lnTo>
                <a:lnTo>
                  <a:pt x="260068" y="809927"/>
                </a:lnTo>
                <a:lnTo>
                  <a:pt x="260727" y="809675"/>
                </a:lnTo>
                <a:lnTo>
                  <a:pt x="261373" y="809413"/>
                </a:lnTo>
                <a:lnTo>
                  <a:pt x="262004" y="809141"/>
                </a:lnTo>
                <a:lnTo>
                  <a:pt x="262622" y="808859"/>
                </a:lnTo>
                <a:lnTo>
                  <a:pt x="263226" y="808568"/>
                </a:lnTo>
                <a:lnTo>
                  <a:pt x="263815" y="808266"/>
                </a:lnTo>
                <a:lnTo>
                  <a:pt x="264391" y="807954"/>
                </a:lnTo>
                <a:lnTo>
                  <a:pt x="264953" y="807632"/>
                </a:lnTo>
                <a:lnTo>
                  <a:pt x="265501" y="807300"/>
                </a:lnTo>
                <a:lnTo>
                  <a:pt x="266035" y="806957"/>
                </a:lnTo>
                <a:lnTo>
                  <a:pt x="266556" y="806605"/>
                </a:lnTo>
                <a:lnTo>
                  <a:pt x="267062" y="806243"/>
                </a:lnTo>
                <a:lnTo>
                  <a:pt x="267555" y="805871"/>
                </a:lnTo>
                <a:lnTo>
                  <a:pt x="268033" y="805489"/>
                </a:lnTo>
                <a:lnTo>
                  <a:pt x="268498" y="805097"/>
                </a:lnTo>
                <a:lnTo>
                  <a:pt x="268949" y="804695"/>
                </a:lnTo>
                <a:lnTo>
                  <a:pt x="269385" y="804283"/>
                </a:lnTo>
                <a:lnTo>
                  <a:pt x="269808" y="803861"/>
                </a:lnTo>
                <a:lnTo>
                  <a:pt x="270217" y="803429"/>
                </a:lnTo>
                <a:lnTo>
                  <a:pt x="270613" y="802987"/>
                </a:lnTo>
                <a:lnTo>
                  <a:pt x="270994" y="802535"/>
                </a:lnTo>
                <a:lnTo>
                  <a:pt x="271361" y="802072"/>
                </a:lnTo>
                <a:lnTo>
                  <a:pt x="271727" y="801600"/>
                </a:lnTo>
                <a:lnTo>
                  <a:pt x="272077" y="801118"/>
                </a:lnTo>
                <a:lnTo>
                  <a:pt x="272412" y="800626"/>
                </a:lnTo>
                <a:lnTo>
                  <a:pt x="272731" y="800124"/>
                </a:lnTo>
                <a:lnTo>
                  <a:pt x="273035" y="799611"/>
                </a:lnTo>
                <a:lnTo>
                  <a:pt x="273323" y="799089"/>
                </a:lnTo>
                <a:lnTo>
                  <a:pt x="273596" y="798557"/>
                </a:lnTo>
                <a:lnTo>
                  <a:pt x="273853" y="798015"/>
                </a:lnTo>
                <a:lnTo>
                  <a:pt x="274094" y="797462"/>
                </a:lnTo>
                <a:lnTo>
                  <a:pt x="274320" y="796900"/>
                </a:lnTo>
                <a:lnTo>
                  <a:pt x="274530" y="796328"/>
                </a:lnTo>
                <a:lnTo>
                  <a:pt x="274725" y="795746"/>
                </a:lnTo>
                <a:lnTo>
                  <a:pt x="274904" y="795153"/>
                </a:lnTo>
                <a:lnTo>
                  <a:pt x="275067" y="794551"/>
                </a:lnTo>
                <a:lnTo>
                  <a:pt x="275215" y="793939"/>
                </a:lnTo>
                <a:lnTo>
                  <a:pt x="275348" y="793316"/>
                </a:lnTo>
                <a:lnTo>
                  <a:pt x="275464" y="792684"/>
                </a:lnTo>
                <a:lnTo>
                  <a:pt x="275566" y="792042"/>
                </a:lnTo>
                <a:lnTo>
                  <a:pt x="275651" y="791389"/>
                </a:lnTo>
                <a:lnTo>
                  <a:pt x="275721" y="790727"/>
                </a:lnTo>
                <a:lnTo>
                  <a:pt x="275776" y="790055"/>
                </a:lnTo>
                <a:lnTo>
                  <a:pt x="275815" y="789372"/>
                </a:lnTo>
                <a:lnTo>
                  <a:pt x="275838" y="788680"/>
                </a:lnTo>
                <a:lnTo>
                  <a:pt x="275846" y="787977"/>
                </a:lnTo>
                <a:lnTo>
                  <a:pt x="275841" y="787355"/>
                </a:lnTo>
                <a:lnTo>
                  <a:pt x="275825" y="786743"/>
                </a:lnTo>
                <a:lnTo>
                  <a:pt x="275798" y="786141"/>
                </a:lnTo>
                <a:lnTo>
                  <a:pt x="275761" y="785548"/>
                </a:lnTo>
                <a:lnTo>
                  <a:pt x="275714" y="784966"/>
                </a:lnTo>
                <a:lnTo>
                  <a:pt x="275656" y="784394"/>
                </a:lnTo>
                <a:lnTo>
                  <a:pt x="275587" y="783831"/>
                </a:lnTo>
                <a:lnTo>
                  <a:pt x="275508" y="783279"/>
                </a:lnTo>
                <a:lnTo>
                  <a:pt x="275418" y="782737"/>
                </a:lnTo>
                <a:lnTo>
                  <a:pt x="275318" y="782205"/>
                </a:lnTo>
                <a:lnTo>
                  <a:pt x="275207" y="781682"/>
                </a:lnTo>
                <a:lnTo>
                  <a:pt x="275085" y="781170"/>
                </a:lnTo>
                <a:lnTo>
                  <a:pt x="274953" y="780668"/>
                </a:lnTo>
                <a:lnTo>
                  <a:pt x="274810" y="780176"/>
                </a:lnTo>
                <a:lnTo>
                  <a:pt x="274657" y="779694"/>
                </a:lnTo>
                <a:lnTo>
                  <a:pt x="274493" y="779222"/>
                </a:lnTo>
                <a:lnTo>
                  <a:pt x="274319" y="778759"/>
                </a:lnTo>
                <a:lnTo>
                  <a:pt x="274134" y="778307"/>
                </a:lnTo>
                <a:lnTo>
                  <a:pt x="273939" y="777865"/>
                </a:lnTo>
                <a:lnTo>
                  <a:pt x="273732" y="777433"/>
                </a:lnTo>
                <a:lnTo>
                  <a:pt x="273516" y="777011"/>
                </a:lnTo>
                <a:lnTo>
                  <a:pt x="273289" y="776599"/>
                </a:lnTo>
                <a:lnTo>
                  <a:pt x="273051" y="776197"/>
                </a:lnTo>
                <a:lnTo>
                  <a:pt x="272803" y="775805"/>
                </a:lnTo>
                <a:lnTo>
                  <a:pt x="272542" y="775407"/>
                </a:lnTo>
                <a:lnTo>
                  <a:pt x="272269" y="775016"/>
                </a:lnTo>
                <a:lnTo>
                  <a:pt x="271982" y="774631"/>
                </a:lnTo>
                <a:lnTo>
                  <a:pt x="271681" y="774252"/>
                </a:lnTo>
                <a:lnTo>
                  <a:pt x="271368" y="773879"/>
                </a:lnTo>
                <a:lnTo>
                  <a:pt x="271041" y="773512"/>
                </a:lnTo>
                <a:lnTo>
                  <a:pt x="270700" y="773152"/>
                </a:lnTo>
                <a:lnTo>
                  <a:pt x="270347" y="772797"/>
                </a:lnTo>
                <a:lnTo>
                  <a:pt x="269980" y="772449"/>
                </a:lnTo>
                <a:lnTo>
                  <a:pt x="269599" y="772106"/>
                </a:lnTo>
                <a:lnTo>
                  <a:pt x="269206" y="771770"/>
                </a:lnTo>
                <a:lnTo>
                  <a:pt x="268798" y="771440"/>
                </a:lnTo>
                <a:lnTo>
                  <a:pt x="268378" y="771116"/>
                </a:lnTo>
                <a:lnTo>
                  <a:pt x="267944" y="770798"/>
                </a:lnTo>
                <a:lnTo>
                  <a:pt x="267497" y="770487"/>
                </a:lnTo>
                <a:lnTo>
                  <a:pt x="267037" y="770181"/>
                </a:lnTo>
                <a:lnTo>
                  <a:pt x="266563" y="769881"/>
                </a:lnTo>
                <a:lnTo>
                  <a:pt x="266076" y="769588"/>
                </a:lnTo>
                <a:lnTo>
                  <a:pt x="265575" y="769301"/>
                </a:lnTo>
                <a:lnTo>
                  <a:pt x="265061" y="769020"/>
                </a:lnTo>
                <a:lnTo>
                  <a:pt x="264534" y="768745"/>
                </a:lnTo>
                <a:lnTo>
                  <a:pt x="263993" y="768476"/>
                </a:lnTo>
                <a:lnTo>
                  <a:pt x="263439" y="768213"/>
                </a:lnTo>
                <a:lnTo>
                  <a:pt x="262872" y="767956"/>
                </a:lnTo>
                <a:lnTo>
                  <a:pt x="262303" y="767704"/>
                </a:lnTo>
                <a:lnTo>
                  <a:pt x="261717" y="767456"/>
                </a:lnTo>
                <a:lnTo>
                  <a:pt x="261113" y="767211"/>
                </a:lnTo>
                <a:lnTo>
                  <a:pt x="260492" y="766969"/>
                </a:lnTo>
                <a:lnTo>
                  <a:pt x="259854" y="766730"/>
                </a:lnTo>
                <a:lnTo>
                  <a:pt x="259198" y="766495"/>
                </a:lnTo>
                <a:lnTo>
                  <a:pt x="258526" y="766263"/>
                </a:lnTo>
                <a:lnTo>
                  <a:pt x="257836" y="766034"/>
                </a:lnTo>
                <a:lnTo>
                  <a:pt x="257129" y="765809"/>
                </a:lnTo>
                <a:lnTo>
                  <a:pt x="256404" y="765587"/>
                </a:lnTo>
                <a:lnTo>
                  <a:pt x="255663" y="765369"/>
                </a:lnTo>
                <a:lnTo>
                  <a:pt x="254904" y="765153"/>
                </a:lnTo>
                <a:lnTo>
                  <a:pt x="254128" y="764942"/>
                </a:lnTo>
                <a:lnTo>
                  <a:pt x="253334" y="764733"/>
                </a:lnTo>
                <a:lnTo>
                  <a:pt x="252524" y="764528"/>
                </a:lnTo>
                <a:lnTo>
                  <a:pt x="251696" y="764326"/>
                </a:lnTo>
                <a:lnTo>
                  <a:pt x="250851" y="764127"/>
                </a:lnTo>
                <a:lnTo>
                  <a:pt x="249989" y="763932"/>
                </a:lnTo>
                <a:lnTo>
                  <a:pt x="249109" y="763740"/>
                </a:lnTo>
                <a:lnTo>
                  <a:pt x="248212" y="763552"/>
                </a:lnTo>
                <a:lnTo>
                  <a:pt x="247298" y="763367"/>
                </a:lnTo>
                <a:lnTo>
                  <a:pt x="246367" y="763185"/>
                </a:lnTo>
                <a:lnTo>
                  <a:pt x="245418" y="763006"/>
                </a:lnTo>
                <a:lnTo>
                  <a:pt x="244453" y="762831"/>
                </a:lnTo>
                <a:lnTo>
                  <a:pt x="243673" y="762684"/>
                </a:lnTo>
                <a:lnTo>
                  <a:pt x="242908" y="762538"/>
                </a:lnTo>
                <a:lnTo>
                  <a:pt x="242158" y="762393"/>
                </a:lnTo>
                <a:lnTo>
                  <a:pt x="241423" y="762248"/>
                </a:lnTo>
                <a:lnTo>
                  <a:pt x="240703" y="762104"/>
                </a:lnTo>
                <a:lnTo>
                  <a:pt x="239998" y="761960"/>
                </a:lnTo>
                <a:lnTo>
                  <a:pt x="239308" y="761817"/>
                </a:lnTo>
                <a:lnTo>
                  <a:pt x="238633" y="761674"/>
                </a:lnTo>
                <a:lnTo>
                  <a:pt x="237973" y="761532"/>
                </a:lnTo>
                <a:lnTo>
                  <a:pt x="237329" y="761391"/>
                </a:lnTo>
                <a:lnTo>
                  <a:pt x="236699" y="761250"/>
                </a:lnTo>
                <a:lnTo>
                  <a:pt x="236084" y="761109"/>
                </a:lnTo>
                <a:lnTo>
                  <a:pt x="235484" y="760969"/>
                </a:lnTo>
                <a:lnTo>
                  <a:pt x="234899" y="760830"/>
                </a:lnTo>
                <a:lnTo>
                  <a:pt x="234330" y="760691"/>
                </a:lnTo>
                <a:lnTo>
                  <a:pt x="233775" y="760553"/>
                </a:lnTo>
                <a:lnTo>
                  <a:pt x="233235" y="760415"/>
                </a:lnTo>
                <a:lnTo>
                  <a:pt x="232710" y="760278"/>
                </a:lnTo>
                <a:lnTo>
                  <a:pt x="232201" y="760142"/>
                </a:lnTo>
                <a:lnTo>
                  <a:pt x="231706" y="760006"/>
                </a:lnTo>
                <a:lnTo>
                  <a:pt x="231226" y="759870"/>
                </a:lnTo>
                <a:lnTo>
                  <a:pt x="230762" y="759735"/>
                </a:lnTo>
                <a:lnTo>
                  <a:pt x="230312" y="759601"/>
                </a:lnTo>
                <a:lnTo>
                  <a:pt x="229877" y="759467"/>
                </a:lnTo>
                <a:lnTo>
                  <a:pt x="229469" y="759333"/>
                </a:lnTo>
                <a:lnTo>
                  <a:pt x="229071" y="759198"/>
                </a:lnTo>
                <a:lnTo>
                  <a:pt x="228684" y="759062"/>
                </a:lnTo>
                <a:lnTo>
                  <a:pt x="228307" y="758925"/>
                </a:lnTo>
                <a:lnTo>
                  <a:pt x="227941" y="758786"/>
                </a:lnTo>
                <a:lnTo>
                  <a:pt x="227585" y="758647"/>
                </a:lnTo>
                <a:lnTo>
                  <a:pt x="227240" y="758506"/>
                </a:lnTo>
                <a:lnTo>
                  <a:pt x="226905" y="758364"/>
                </a:lnTo>
                <a:lnTo>
                  <a:pt x="226581" y="758221"/>
                </a:lnTo>
                <a:lnTo>
                  <a:pt x="226268" y="758077"/>
                </a:lnTo>
                <a:lnTo>
                  <a:pt x="225965" y="757932"/>
                </a:lnTo>
                <a:lnTo>
                  <a:pt x="225673" y="757786"/>
                </a:lnTo>
                <a:lnTo>
                  <a:pt x="225391" y="757638"/>
                </a:lnTo>
                <a:lnTo>
                  <a:pt x="225120" y="757490"/>
                </a:lnTo>
                <a:lnTo>
                  <a:pt x="224860" y="757340"/>
                </a:lnTo>
                <a:lnTo>
                  <a:pt x="224610" y="757189"/>
                </a:lnTo>
                <a:lnTo>
                  <a:pt x="224370" y="757038"/>
                </a:lnTo>
                <a:lnTo>
                  <a:pt x="224141" y="756885"/>
                </a:lnTo>
                <a:lnTo>
                  <a:pt x="223923" y="756731"/>
                </a:lnTo>
                <a:lnTo>
                  <a:pt x="223715" y="756575"/>
                </a:lnTo>
                <a:lnTo>
                  <a:pt x="223518" y="756419"/>
                </a:lnTo>
                <a:lnTo>
                  <a:pt x="223332" y="756262"/>
                </a:lnTo>
                <a:lnTo>
                  <a:pt x="223156" y="756103"/>
                </a:lnTo>
                <a:lnTo>
                  <a:pt x="222990" y="755944"/>
                </a:lnTo>
                <a:lnTo>
                  <a:pt x="222833" y="755769"/>
                </a:lnTo>
                <a:lnTo>
                  <a:pt x="222683" y="755590"/>
                </a:lnTo>
                <a:lnTo>
                  <a:pt x="222540" y="755408"/>
                </a:lnTo>
                <a:lnTo>
                  <a:pt x="222403" y="755223"/>
                </a:lnTo>
                <a:lnTo>
                  <a:pt x="222273" y="755034"/>
                </a:lnTo>
                <a:lnTo>
                  <a:pt x="222149" y="754843"/>
                </a:lnTo>
                <a:lnTo>
                  <a:pt x="222032" y="754647"/>
                </a:lnTo>
                <a:lnTo>
                  <a:pt x="221922" y="754449"/>
                </a:lnTo>
                <a:lnTo>
                  <a:pt x="221819" y="754247"/>
                </a:lnTo>
                <a:lnTo>
                  <a:pt x="221722" y="754042"/>
                </a:lnTo>
                <a:lnTo>
                  <a:pt x="221632" y="753833"/>
                </a:lnTo>
                <a:lnTo>
                  <a:pt x="221549" y="753621"/>
                </a:lnTo>
                <a:lnTo>
                  <a:pt x="221472" y="753406"/>
                </a:lnTo>
                <a:lnTo>
                  <a:pt x="221402" y="753187"/>
                </a:lnTo>
                <a:lnTo>
                  <a:pt x="221338" y="752966"/>
                </a:lnTo>
                <a:lnTo>
                  <a:pt x="221282" y="752740"/>
                </a:lnTo>
                <a:lnTo>
                  <a:pt x="221232" y="752512"/>
                </a:lnTo>
                <a:lnTo>
                  <a:pt x="221188" y="752280"/>
                </a:lnTo>
                <a:lnTo>
                  <a:pt x="221151" y="752045"/>
                </a:lnTo>
                <a:lnTo>
                  <a:pt x="221121" y="751806"/>
                </a:lnTo>
                <a:lnTo>
                  <a:pt x="221098" y="751564"/>
                </a:lnTo>
                <a:lnTo>
                  <a:pt x="221081" y="751319"/>
                </a:lnTo>
                <a:lnTo>
                  <a:pt x="221071" y="751070"/>
                </a:lnTo>
                <a:lnTo>
                  <a:pt x="221068" y="750818"/>
                </a:lnTo>
                <a:lnTo>
                  <a:pt x="221100" y="749877"/>
                </a:lnTo>
                <a:lnTo>
                  <a:pt x="221197" y="748976"/>
                </a:lnTo>
                <a:lnTo>
                  <a:pt x="221358" y="748115"/>
                </a:lnTo>
                <a:lnTo>
                  <a:pt x="221584" y="747295"/>
                </a:lnTo>
                <a:lnTo>
                  <a:pt x="221874" y="746514"/>
                </a:lnTo>
                <a:lnTo>
                  <a:pt x="222229" y="745773"/>
                </a:lnTo>
                <a:lnTo>
                  <a:pt x="222649" y="745072"/>
                </a:lnTo>
                <a:lnTo>
                  <a:pt x="223132" y="744412"/>
                </a:lnTo>
                <a:lnTo>
                  <a:pt x="223681" y="743791"/>
                </a:lnTo>
                <a:lnTo>
                  <a:pt x="224294" y="743210"/>
                </a:lnTo>
                <a:lnTo>
                  <a:pt x="224971" y="742670"/>
                </a:lnTo>
                <a:lnTo>
                  <a:pt x="225713" y="742169"/>
                </a:lnTo>
                <a:lnTo>
                  <a:pt x="226519" y="741709"/>
                </a:lnTo>
                <a:lnTo>
                  <a:pt x="227390" y="741288"/>
                </a:lnTo>
                <a:lnTo>
                  <a:pt x="228326" y="740908"/>
                </a:lnTo>
                <a:lnTo>
                  <a:pt x="229326" y="740567"/>
                </a:lnTo>
                <a:lnTo>
                  <a:pt x="230390" y="740267"/>
                </a:lnTo>
                <a:lnTo>
                  <a:pt x="231519" y="740007"/>
                </a:lnTo>
                <a:lnTo>
                  <a:pt x="232713" y="739787"/>
                </a:lnTo>
                <a:lnTo>
                  <a:pt x="233971" y="739606"/>
                </a:lnTo>
                <a:lnTo>
                  <a:pt x="235293" y="739466"/>
                </a:lnTo>
                <a:lnTo>
                  <a:pt x="236680" y="739366"/>
                </a:lnTo>
                <a:lnTo>
                  <a:pt x="238132" y="739306"/>
                </a:lnTo>
                <a:lnTo>
                  <a:pt x="239648" y="739286"/>
                </a:lnTo>
                <a:lnTo>
                  <a:pt x="240086" y="739288"/>
                </a:lnTo>
                <a:lnTo>
                  <a:pt x="240522" y="739294"/>
                </a:lnTo>
                <a:lnTo>
                  <a:pt x="240954" y="739304"/>
                </a:lnTo>
                <a:lnTo>
                  <a:pt x="241383" y="739317"/>
                </a:lnTo>
                <a:lnTo>
                  <a:pt x="241808" y="739335"/>
                </a:lnTo>
                <a:lnTo>
                  <a:pt x="242230" y="739356"/>
                </a:lnTo>
                <a:lnTo>
                  <a:pt x="242649" y="739381"/>
                </a:lnTo>
                <a:lnTo>
                  <a:pt x="243065" y="739411"/>
                </a:lnTo>
                <a:lnTo>
                  <a:pt x="243477" y="739444"/>
                </a:lnTo>
                <a:lnTo>
                  <a:pt x="243885" y="739481"/>
                </a:lnTo>
                <a:lnTo>
                  <a:pt x="244291" y="739522"/>
                </a:lnTo>
                <a:lnTo>
                  <a:pt x="244693" y="739566"/>
                </a:lnTo>
                <a:lnTo>
                  <a:pt x="245092" y="739615"/>
                </a:lnTo>
                <a:lnTo>
                  <a:pt x="245487" y="739668"/>
                </a:lnTo>
                <a:lnTo>
                  <a:pt x="245879" y="739724"/>
                </a:lnTo>
                <a:lnTo>
                  <a:pt x="246268" y="739784"/>
                </a:lnTo>
                <a:lnTo>
                  <a:pt x="246653" y="739849"/>
                </a:lnTo>
                <a:lnTo>
                  <a:pt x="247035" y="739917"/>
                </a:lnTo>
                <a:lnTo>
                  <a:pt x="247414" y="739989"/>
                </a:lnTo>
                <a:lnTo>
                  <a:pt x="247790" y="740065"/>
                </a:lnTo>
                <a:lnTo>
                  <a:pt x="248162" y="740144"/>
                </a:lnTo>
                <a:lnTo>
                  <a:pt x="248530" y="740228"/>
                </a:lnTo>
                <a:lnTo>
                  <a:pt x="248896" y="740316"/>
                </a:lnTo>
                <a:lnTo>
                  <a:pt x="249258" y="740407"/>
                </a:lnTo>
                <a:lnTo>
                  <a:pt x="249628" y="740491"/>
                </a:lnTo>
                <a:lnTo>
                  <a:pt x="249992" y="740582"/>
                </a:lnTo>
                <a:lnTo>
                  <a:pt x="250349" y="740680"/>
                </a:lnTo>
                <a:lnTo>
                  <a:pt x="250699" y="740785"/>
                </a:lnTo>
                <a:lnTo>
                  <a:pt x="251043" y="740898"/>
                </a:lnTo>
                <a:lnTo>
                  <a:pt x="251380" y="741018"/>
                </a:lnTo>
                <a:lnTo>
                  <a:pt x="251710" y="741145"/>
                </a:lnTo>
                <a:lnTo>
                  <a:pt x="252034" y="741279"/>
                </a:lnTo>
                <a:lnTo>
                  <a:pt x="252351" y="741421"/>
                </a:lnTo>
                <a:lnTo>
                  <a:pt x="252661" y="741570"/>
                </a:lnTo>
                <a:lnTo>
                  <a:pt x="252965" y="741726"/>
                </a:lnTo>
                <a:lnTo>
                  <a:pt x="253262" y="741889"/>
                </a:lnTo>
                <a:lnTo>
                  <a:pt x="253552" y="742059"/>
                </a:lnTo>
                <a:lnTo>
                  <a:pt x="253836" y="742237"/>
                </a:lnTo>
                <a:lnTo>
                  <a:pt x="254113" y="742422"/>
                </a:lnTo>
                <a:lnTo>
                  <a:pt x="254383" y="742614"/>
                </a:lnTo>
                <a:lnTo>
                  <a:pt x="254647" y="742813"/>
                </a:lnTo>
                <a:lnTo>
                  <a:pt x="254904" y="743020"/>
                </a:lnTo>
                <a:lnTo>
                  <a:pt x="255154" y="743234"/>
                </a:lnTo>
                <a:lnTo>
                  <a:pt x="255398" y="743455"/>
                </a:lnTo>
                <a:lnTo>
                  <a:pt x="255635" y="743683"/>
                </a:lnTo>
                <a:lnTo>
                  <a:pt x="255865" y="743919"/>
                </a:lnTo>
                <a:lnTo>
                  <a:pt x="256088" y="744162"/>
                </a:lnTo>
                <a:lnTo>
                  <a:pt x="256305" y="744412"/>
                </a:lnTo>
                <a:lnTo>
                  <a:pt x="256527" y="744657"/>
                </a:lnTo>
                <a:lnTo>
                  <a:pt x="256740" y="744912"/>
                </a:lnTo>
                <a:lnTo>
                  <a:pt x="256943" y="745177"/>
                </a:lnTo>
                <a:lnTo>
                  <a:pt x="257137" y="745453"/>
                </a:lnTo>
                <a:lnTo>
                  <a:pt x="257322" y="745738"/>
                </a:lnTo>
                <a:lnTo>
                  <a:pt x="257496" y="746033"/>
                </a:lnTo>
                <a:lnTo>
                  <a:pt x="257662" y="746339"/>
                </a:lnTo>
                <a:lnTo>
                  <a:pt x="257818" y="746654"/>
                </a:lnTo>
                <a:lnTo>
                  <a:pt x="257964" y="746979"/>
                </a:lnTo>
                <a:lnTo>
                  <a:pt x="258102" y="747315"/>
                </a:lnTo>
                <a:lnTo>
                  <a:pt x="258229" y="747660"/>
                </a:lnTo>
                <a:lnTo>
                  <a:pt x="258347" y="748015"/>
                </a:lnTo>
                <a:lnTo>
                  <a:pt x="258456" y="748381"/>
                </a:lnTo>
                <a:lnTo>
                  <a:pt x="258555" y="748756"/>
                </a:lnTo>
                <a:lnTo>
                  <a:pt x="258645" y="749142"/>
                </a:lnTo>
                <a:lnTo>
                  <a:pt x="258726" y="749537"/>
                </a:lnTo>
                <a:lnTo>
                  <a:pt x="258796" y="749942"/>
                </a:lnTo>
                <a:lnTo>
                  <a:pt x="258858" y="750358"/>
                </a:lnTo>
                <a:lnTo>
                  <a:pt x="258910" y="750783"/>
                </a:lnTo>
                <a:lnTo>
                  <a:pt x="258952" y="751219"/>
                </a:lnTo>
                <a:lnTo>
                  <a:pt x="258986" y="751664"/>
                </a:lnTo>
                <a:lnTo>
                  <a:pt x="259009" y="752120"/>
                </a:lnTo>
                <a:lnTo>
                  <a:pt x="259023" y="752585"/>
                </a:lnTo>
                <a:lnTo>
                  <a:pt x="259028" y="753061"/>
                </a:lnTo>
                <a:lnTo>
                  <a:pt x="272963" y="753061"/>
                </a:lnTo>
                <a:lnTo>
                  <a:pt x="272989" y="752968"/>
                </a:lnTo>
                <a:lnTo>
                  <a:pt x="273014" y="752877"/>
                </a:lnTo>
                <a:lnTo>
                  <a:pt x="273038" y="752788"/>
                </a:lnTo>
                <a:lnTo>
                  <a:pt x="273061" y="752700"/>
                </a:lnTo>
                <a:lnTo>
                  <a:pt x="273082" y="752614"/>
                </a:lnTo>
                <a:lnTo>
                  <a:pt x="273103" y="752530"/>
                </a:lnTo>
                <a:lnTo>
                  <a:pt x="273122" y="752448"/>
                </a:lnTo>
                <a:lnTo>
                  <a:pt x="273141" y="752367"/>
                </a:lnTo>
                <a:lnTo>
                  <a:pt x="273158" y="752287"/>
                </a:lnTo>
                <a:lnTo>
                  <a:pt x="273174" y="752210"/>
                </a:lnTo>
                <a:lnTo>
                  <a:pt x="273189" y="752134"/>
                </a:lnTo>
                <a:lnTo>
                  <a:pt x="273203" y="752060"/>
                </a:lnTo>
                <a:lnTo>
                  <a:pt x="273216" y="751987"/>
                </a:lnTo>
                <a:lnTo>
                  <a:pt x="273228" y="751916"/>
                </a:lnTo>
                <a:lnTo>
                  <a:pt x="273238" y="751847"/>
                </a:lnTo>
                <a:lnTo>
                  <a:pt x="273248" y="751779"/>
                </a:lnTo>
                <a:lnTo>
                  <a:pt x="273256" y="751713"/>
                </a:lnTo>
                <a:lnTo>
                  <a:pt x="273263" y="751649"/>
                </a:lnTo>
                <a:lnTo>
                  <a:pt x="273269" y="751587"/>
                </a:lnTo>
                <a:lnTo>
                  <a:pt x="273274" y="751526"/>
                </a:lnTo>
                <a:lnTo>
                  <a:pt x="273278" y="751466"/>
                </a:lnTo>
                <a:lnTo>
                  <a:pt x="273281" y="751409"/>
                </a:lnTo>
                <a:lnTo>
                  <a:pt x="273283" y="751353"/>
                </a:lnTo>
                <a:lnTo>
                  <a:pt x="273283" y="751299"/>
                </a:lnTo>
                <a:lnTo>
                  <a:pt x="273283" y="751246"/>
                </a:lnTo>
                <a:lnTo>
                  <a:pt x="273283" y="751193"/>
                </a:lnTo>
                <a:lnTo>
                  <a:pt x="273283" y="751141"/>
                </a:lnTo>
                <a:lnTo>
                  <a:pt x="273283" y="751090"/>
                </a:lnTo>
                <a:lnTo>
                  <a:pt x="273283" y="751039"/>
                </a:lnTo>
                <a:lnTo>
                  <a:pt x="273283" y="750988"/>
                </a:lnTo>
                <a:lnTo>
                  <a:pt x="273283" y="750939"/>
                </a:lnTo>
                <a:lnTo>
                  <a:pt x="273283" y="750889"/>
                </a:lnTo>
                <a:lnTo>
                  <a:pt x="273283" y="750841"/>
                </a:lnTo>
                <a:lnTo>
                  <a:pt x="273283" y="750793"/>
                </a:lnTo>
                <a:lnTo>
                  <a:pt x="273283" y="750745"/>
                </a:lnTo>
                <a:lnTo>
                  <a:pt x="273283" y="750698"/>
                </a:lnTo>
                <a:lnTo>
                  <a:pt x="273283" y="750652"/>
                </a:lnTo>
                <a:lnTo>
                  <a:pt x="273283" y="750606"/>
                </a:lnTo>
                <a:lnTo>
                  <a:pt x="273283" y="750561"/>
                </a:lnTo>
                <a:lnTo>
                  <a:pt x="273283" y="750516"/>
                </a:lnTo>
                <a:lnTo>
                  <a:pt x="273283" y="750472"/>
                </a:lnTo>
                <a:lnTo>
                  <a:pt x="273283" y="750428"/>
                </a:lnTo>
                <a:lnTo>
                  <a:pt x="273283" y="750385"/>
                </a:lnTo>
                <a:lnTo>
                  <a:pt x="273283" y="750342"/>
                </a:lnTo>
                <a:lnTo>
                  <a:pt x="273283" y="750300"/>
                </a:lnTo>
                <a:lnTo>
                  <a:pt x="273283" y="750259"/>
                </a:lnTo>
                <a:lnTo>
                  <a:pt x="273283" y="750218"/>
                </a:lnTo>
                <a:lnTo>
                  <a:pt x="273283" y="750178"/>
                </a:lnTo>
                <a:lnTo>
                  <a:pt x="273276" y="749607"/>
                </a:lnTo>
                <a:lnTo>
                  <a:pt x="273253" y="749044"/>
                </a:lnTo>
                <a:lnTo>
                  <a:pt x="273216" y="748488"/>
                </a:lnTo>
                <a:lnTo>
                  <a:pt x="273163" y="747940"/>
                </a:lnTo>
                <a:lnTo>
                  <a:pt x="273095" y="747398"/>
                </a:lnTo>
                <a:lnTo>
                  <a:pt x="273013" y="746864"/>
                </a:lnTo>
                <a:lnTo>
                  <a:pt x="272915" y="746337"/>
                </a:lnTo>
                <a:lnTo>
                  <a:pt x="272803" y="745817"/>
                </a:lnTo>
                <a:lnTo>
                  <a:pt x="272675" y="745305"/>
                </a:lnTo>
                <a:lnTo>
                  <a:pt x="272532" y="744800"/>
                </a:lnTo>
                <a:lnTo>
                  <a:pt x="272375" y="744302"/>
                </a:lnTo>
                <a:lnTo>
                  <a:pt x="272202" y="743811"/>
                </a:lnTo>
                <a:lnTo>
                  <a:pt x="272014" y="743327"/>
                </a:lnTo>
                <a:lnTo>
                  <a:pt x="271812" y="742851"/>
                </a:lnTo>
                <a:lnTo>
                  <a:pt x="271594" y="742382"/>
                </a:lnTo>
                <a:lnTo>
                  <a:pt x="271361" y="741920"/>
                </a:lnTo>
                <a:lnTo>
                  <a:pt x="271113" y="741465"/>
                </a:lnTo>
                <a:lnTo>
                  <a:pt x="270851" y="741018"/>
                </a:lnTo>
                <a:lnTo>
                  <a:pt x="270573" y="740578"/>
                </a:lnTo>
                <a:lnTo>
                  <a:pt x="270280" y="740145"/>
                </a:lnTo>
                <a:lnTo>
                  <a:pt x="269972" y="739719"/>
                </a:lnTo>
                <a:lnTo>
                  <a:pt x="269649" y="739301"/>
                </a:lnTo>
                <a:lnTo>
                  <a:pt x="269311" y="738889"/>
                </a:lnTo>
                <a:lnTo>
                  <a:pt x="268959" y="738485"/>
                </a:lnTo>
                <a:lnTo>
                  <a:pt x="268593" y="738075"/>
                </a:lnTo>
                <a:lnTo>
                  <a:pt x="268217" y="737673"/>
                </a:lnTo>
                <a:lnTo>
                  <a:pt x="267830" y="737279"/>
                </a:lnTo>
                <a:lnTo>
                  <a:pt x="267433" y="736892"/>
                </a:lnTo>
                <a:lnTo>
                  <a:pt x="267025" y="736514"/>
                </a:lnTo>
                <a:lnTo>
                  <a:pt x="266606" y="736143"/>
                </a:lnTo>
                <a:lnTo>
                  <a:pt x="266177" y="735780"/>
                </a:lnTo>
                <a:lnTo>
                  <a:pt x="265737" y="735424"/>
                </a:lnTo>
                <a:lnTo>
                  <a:pt x="265287" y="735077"/>
                </a:lnTo>
                <a:lnTo>
                  <a:pt x="264826" y="734737"/>
                </a:lnTo>
                <a:lnTo>
                  <a:pt x="264355" y="734405"/>
                </a:lnTo>
                <a:lnTo>
                  <a:pt x="263873" y="734081"/>
                </a:lnTo>
                <a:lnTo>
                  <a:pt x="263381" y="733764"/>
                </a:lnTo>
                <a:lnTo>
                  <a:pt x="262878" y="733456"/>
                </a:lnTo>
                <a:lnTo>
                  <a:pt x="262364" y="733155"/>
                </a:lnTo>
                <a:lnTo>
                  <a:pt x="261840" y="732862"/>
                </a:lnTo>
                <a:lnTo>
                  <a:pt x="261305" y="732576"/>
                </a:lnTo>
                <a:lnTo>
                  <a:pt x="260760" y="732299"/>
                </a:lnTo>
                <a:lnTo>
                  <a:pt x="260204" y="732029"/>
                </a:lnTo>
                <a:lnTo>
                  <a:pt x="259638" y="731767"/>
                </a:lnTo>
                <a:lnTo>
                  <a:pt x="259061" y="731513"/>
                </a:lnTo>
                <a:lnTo>
                  <a:pt x="258473" y="731267"/>
                </a:lnTo>
                <a:lnTo>
                  <a:pt x="257875" y="731028"/>
                </a:lnTo>
                <a:lnTo>
                  <a:pt x="257266" y="730797"/>
                </a:lnTo>
                <a:lnTo>
                  <a:pt x="256662" y="730575"/>
                </a:lnTo>
                <a:lnTo>
                  <a:pt x="256052" y="730362"/>
                </a:lnTo>
                <a:lnTo>
                  <a:pt x="255434" y="730159"/>
                </a:lnTo>
                <a:lnTo>
                  <a:pt x="254810" y="729965"/>
                </a:lnTo>
                <a:lnTo>
                  <a:pt x="254180" y="729781"/>
                </a:lnTo>
                <a:lnTo>
                  <a:pt x="253542" y="729606"/>
                </a:lnTo>
                <a:lnTo>
                  <a:pt x="252898" y="729440"/>
                </a:lnTo>
                <a:lnTo>
                  <a:pt x="252248" y="729284"/>
                </a:lnTo>
                <a:lnTo>
                  <a:pt x="251590" y="729138"/>
                </a:lnTo>
                <a:lnTo>
                  <a:pt x="250926" y="729001"/>
                </a:lnTo>
                <a:lnTo>
                  <a:pt x="250256" y="728873"/>
                </a:lnTo>
                <a:lnTo>
                  <a:pt x="249578" y="728755"/>
                </a:lnTo>
                <a:lnTo>
                  <a:pt x="248894" y="728646"/>
                </a:lnTo>
                <a:lnTo>
                  <a:pt x="248203" y="728547"/>
                </a:lnTo>
                <a:lnTo>
                  <a:pt x="247506" y="728457"/>
                </a:lnTo>
                <a:lnTo>
                  <a:pt x="246802" y="728377"/>
                </a:lnTo>
                <a:lnTo>
                  <a:pt x="246091" y="728306"/>
                </a:lnTo>
                <a:lnTo>
                  <a:pt x="245374" y="728245"/>
                </a:lnTo>
                <a:lnTo>
                  <a:pt x="244650" y="728193"/>
                </a:lnTo>
                <a:lnTo>
                  <a:pt x="243919" y="728150"/>
                </a:lnTo>
                <a:lnTo>
                  <a:pt x="243181" y="728117"/>
                </a:lnTo>
                <a:lnTo>
                  <a:pt x="242437" y="728093"/>
                </a:lnTo>
                <a:lnTo>
                  <a:pt x="241686" y="728079"/>
                </a:lnTo>
                <a:lnTo>
                  <a:pt x="240929" y="728074"/>
                </a:lnTo>
                <a:lnTo>
                  <a:pt x="240066" y="728079"/>
                </a:lnTo>
                <a:lnTo>
                  <a:pt x="239212" y="728093"/>
                </a:lnTo>
                <a:lnTo>
                  <a:pt x="238366" y="728117"/>
                </a:lnTo>
                <a:lnTo>
                  <a:pt x="237530" y="728150"/>
                </a:lnTo>
                <a:lnTo>
                  <a:pt x="236702" y="728193"/>
                </a:lnTo>
                <a:lnTo>
                  <a:pt x="235884" y="728245"/>
                </a:lnTo>
                <a:lnTo>
                  <a:pt x="235074" y="728306"/>
                </a:lnTo>
                <a:lnTo>
                  <a:pt x="234273" y="728377"/>
                </a:lnTo>
                <a:lnTo>
                  <a:pt x="233481" y="728457"/>
                </a:lnTo>
                <a:lnTo>
                  <a:pt x="232698" y="728547"/>
                </a:lnTo>
                <a:lnTo>
                  <a:pt x="231924" y="728646"/>
                </a:lnTo>
                <a:lnTo>
                  <a:pt x="231159" y="728755"/>
                </a:lnTo>
                <a:lnTo>
                  <a:pt x="230402" y="728873"/>
                </a:lnTo>
                <a:lnTo>
                  <a:pt x="229655" y="729001"/>
                </a:lnTo>
                <a:lnTo>
                  <a:pt x="228916" y="729138"/>
                </a:lnTo>
                <a:lnTo>
                  <a:pt x="228187" y="729284"/>
                </a:lnTo>
                <a:lnTo>
                  <a:pt x="227466" y="729440"/>
                </a:lnTo>
                <a:lnTo>
                  <a:pt x="226754" y="729606"/>
                </a:lnTo>
                <a:lnTo>
                  <a:pt x="226051" y="729781"/>
                </a:lnTo>
                <a:lnTo>
                  <a:pt x="225357" y="729965"/>
                </a:lnTo>
                <a:lnTo>
                  <a:pt x="224672" y="730159"/>
                </a:lnTo>
                <a:lnTo>
                  <a:pt x="223996" y="730362"/>
                </a:lnTo>
                <a:lnTo>
                  <a:pt x="223328" y="730575"/>
                </a:lnTo>
                <a:lnTo>
                  <a:pt x="222670" y="730797"/>
                </a:lnTo>
                <a:lnTo>
                  <a:pt x="222035" y="731029"/>
                </a:lnTo>
                <a:lnTo>
                  <a:pt x="221412" y="731269"/>
                </a:lnTo>
                <a:lnTo>
                  <a:pt x="220800" y="731518"/>
                </a:lnTo>
                <a:lnTo>
                  <a:pt x="220201" y="731776"/>
                </a:lnTo>
                <a:lnTo>
                  <a:pt x="219612" y="732043"/>
                </a:lnTo>
                <a:lnTo>
                  <a:pt x="219036" y="732319"/>
                </a:lnTo>
                <a:lnTo>
                  <a:pt x="218471" y="732604"/>
                </a:lnTo>
                <a:lnTo>
                  <a:pt x="217918" y="732897"/>
                </a:lnTo>
                <a:lnTo>
                  <a:pt x="217377" y="733200"/>
                </a:lnTo>
                <a:lnTo>
                  <a:pt x="216847" y="733511"/>
                </a:lnTo>
                <a:lnTo>
                  <a:pt x="216329" y="733832"/>
                </a:lnTo>
                <a:lnTo>
                  <a:pt x="215823" y="734161"/>
                </a:lnTo>
                <a:lnTo>
                  <a:pt x="215328" y="734499"/>
                </a:lnTo>
                <a:lnTo>
                  <a:pt x="214845" y="734846"/>
                </a:lnTo>
                <a:lnTo>
                  <a:pt x="214374" y="735202"/>
                </a:lnTo>
                <a:lnTo>
                  <a:pt x="213914" y="735567"/>
                </a:lnTo>
                <a:lnTo>
                  <a:pt x="213466" y="735940"/>
                </a:lnTo>
                <a:lnTo>
                  <a:pt x="213030" y="736323"/>
                </a:lnTo>
                <a:lnTo>
                  <a:pt x="212605" y="736715"/>
                </a:lnTo>
                <a:lnTo>
                  <a:pt x="212192" y="737115"/>
                </a:lnTo>
                <a:lnTo>
                  <a:pt x="211791" y="737524"/>
                </a:lnTo>
                <a:lnTo>
                  <a:pt x="211401" y="737943"/>
                </a:lnTo>
                <a:lnTo>
                  <a:pt x="211023" y="738370"/>
                </a:lnTo>
                <a:lnTo>
                  <a:pt x="210657" y="738806"/>
                </a:lnTo>
                <a:lnTo>
                  <a:pt x="210304" y="739251"/>
                </a:lnTo>
                <a:lnTo>
                  <a:pt x="209966" y="739705"/>
                </a:lnTo>
                <a:lnTo>
                  <a:pt x="209644" y="740170"/>
                </a:lnTo>
                <a:lnTo>
                  <a:pt x="209336" y="740643"/>
                </a:lnTo>
                <a:lnTo>
                  <a:pt x="209043" y="741126"/>
                </a:lnTo>
                <a:lnTo>
                  <a:pt x="208765" y="741619"/>
                </a:lnTo>
                <a:lnTo>
                  <a:pt x="208502" y="742121"/>
                </a:lnTo>
                <a:lnTo>
                  <a:pt x="208255" y="742632"/>
                </a:lnTo>
                <a:lnTo>
                  <a:pt x="208022" y="743153"/>
                </a:lnTo>
                <a:lnTo>
                  <a:pt x="207804" y="743683"/>
                </a:lnTo>
                <a:lnTo>
                  <a:pt x="207601" y="744223"/>
                </a:lnTo>
                <a:lnTo>
                  <a:pt x="207414" y="744772"/>
                </a:lnTo>
                <a:lnTo>
                  <a:pt x="207241" y="745331"/>
                </a:lnTo>
                <a:lnTo>
                  <a:pt x="207083" y="745899"/>
                </a:lnTo>
                <a:lnTo>
                  <a:pt x="206941" y="746476"/>
                </a:lnTo>
                <a:lnTo>
                  <a:pt x="206813" y="747063"/>
                </a:lnTo>
                <a:lnTo>
                  <a:pt x="206700" y="747660"/>
                </a:lnTo>
                <a:lnTo>
                  <a:pt x="206603" y="748266"/>
                </a:lnTo>
                <a:lnTo>
                  <a:pt x="206520" y="748881"/>
                </a:lnTo>
                <a:lnTo>
                  <a:pt x="206453" y="749506"/>
                </a:lnTo>
                <a:lnTo>
                  <a:pt x="206400" y="750140"/>
                </a:lnTo>
                <a:lnTo>
                  <a:pt x="206363" y="750784"/>
                </a:lnTo>
                <a:lnTo>
                  <a:pt x="206340" y="751437"/>
                </a:lnTo>
                <a:lnTo>
                  <a:pt x="206333" y="752100"/>
                </a:lnTo>
                <a:lnTo>
                  <a:pt x="206338" y="752670"/>
                </a:lnTo>
                <a:lnTo>
                  <a:pt x="206353" y="753232"/>
                </a:lnTo>
                <a:lnTo>
                  <a:pt x="206378" y="753786"/>
                </a:lnTo>
                <a:lnTo>
                  <a:pt x="206413" y="754333"/>
                </a:lnTo>
                <a:lnTo>
                  <a:pt x="206458" y="754872"/>
                </a:lnTo>
                <a:lnTo>
                  <a:pt x="206513" y="755403"/>
                </a:lnTo>
                <a:lnTo>
                  <a:pt x="206578" y="755926"/>
                </a:lnTo>
                <a:lnTo>
                  <a:pt x="206653" y="756442"/>
                </a:lnTo>
                <a:lnTo>
                  <a:pt x="206738" y="756950"/>
                </a:lnTo>
                <a:lnTo>
                  <a:pt x="206833" y="757450"/>
                </a:lnTo>
                <a:lnTo>
                  <a:pt x="206938" y="757942"/>
                </a:lnTo>
                <a:lnTo>
                  <a:pt x="207053" y="758426"/>
                </a:lnTo>
                <a:lnTo>
                  <a:pt x="207178" y="758903"/>
                </a:lnTo>
                <a:lnTo>
                  <a:pt x="207314" y="759372"/>
                </a:lnTo>
                <a:lnTo>
                  <a:pt x="207459" y="759833"/>
                </a:lnTo>
                <a:lnTo>
                  <a:pt x="207614" y="760286"/>
                </a:lnTo>
                <a:lnTo>
                  <a:pt x="207779" y="760731"/>
                </a:lnTo>
                <a:lnTo>
                  <a:pt x="207954" y="761169"/>
                </a:lnTo>
                <a:lnTo>
                  <a:pt x="208139" y="761599"/>
                </a:lnTo>
                <a:lnTo>
                  <a:pt x="208335" y="762021"/>
                </a:lnTo>
                <a:lnTo>
                  <a:pt x="208540" y="762436"/>
                </a:lnTo>
                <a:lnTo>
                  <a:pt x="208755" y="762842"/>
                </a:lnTo>
                <a:lnTo>
                  <a:pt x="208980" y="763241"/>
                </a:lnTo>
                <a:lnTo>
                  <a:pt x="209216" y="763632"/>
                </a:lnTo>
                <a:lnTo>
                  <a:pt x="209462" y="764003"/>
                </a:lnTo>
                <a:lnTo>
                  <a:pt x="209722" y="764368"/>
                </a:lnTo>
                <a:lnTo>
                  <a:pt x="209994" y="764728"/>
                </a:lnTo>
                <a:lnTo>
                  <a:pt x="210279" y="765082"/>
                </a:lnTo>
                <a:lnTo>
                  <a:pt x="210577" y="765431"/>
                </a:lnTo>
                <a:lnTo>
                  <a:pt x="210887" y="765774"/>
                </a:lnTo>
                <a:lnTo>
                  <a:pt x="211211" y="766112"/>
                </a:lnTo>
                <a:lnTo>
                  <a:pt x="211547" y="766444"/>
                </a:lnTo>
                <a:lnTo>
                  <a:pt x="211896" y="766770"/>
                </a:lnTo>
                <a:lnTo>
                  <a:pt x="212258" y="767091"/>
                </a:lnTo>
                <a:lnTo>
                  <a:pt x="212632" y="767406"/>
                </a:lnTo>
                <a:lnTo>
                  <a:pt x="213020" y="767716"/>
                </a:lnTo>
                <a:lnTo>
                  <a:pt x="213420" y="768020"/>
                </a:lnTo>
                <a:lnTo>
                  <a:pt x="213833" y="768319"/>
                </a:lnTo>
                <a:lnTo>
                  <a:pt x="214258" y="768612"/>
                </a:lnTo>
                <a:lnTo>
                  <a:pt x="214697" y="768900"/>
                </a:lnTo>
                <a:lnTo>
                  <a:pt x="215148" y="769182"/>
                </a:lnTo>
                <a:lnTo>
                  <a:pt x="215612" y="769458"/>
                </a:lnTo>
                <a:lnTo>
                  <a:pt x="216089" y="769729"/>
                </a:lnTo>
                <a:lnTo>
                  <a:pt x="216579" y="769994"/>
                </a:lnTo>
                <a:lnTo>
                  <a:pt x="217081" y="770254"/>
                </a:lnTo>
                <a:lnTo>
                  <a:pt x="217597" y="770508"/>
                </a:lnTo>
                <a:lnTo>
                  <a:pt x="218125" y="770757"/>
                </a:lnTo>
                <a:lnTo>
                  <a:pt x="218666" y="771000"/>
                </a:lnTo>
                <a:lnTo>
                  <a:pt x="219220" y="771225"/>
                </a:lnTo>
                <a:lnTo>
                  <a:pt x="219789" y="771448"/>
                </a:lnTo>
                <a:lnTo>
                  <a:pt x="220372" y="771668"/>
                </a:lnTo>
                <a:lnTo>
                  <a:pt x="220970" y="771885"/>
                </a:lnTo>
                <a:lnTo>
                  <a:pt x="221583" y="772099"/>
                </a:lnTo>
                <a:lnTo>
                  <a:pt x="222209" y="772311"/>
                </a:lnTo>
                <a:lnTo>
                  <a:pt x="222851" y="772520"/>
                </a:lnTo>
                <a:lnTo>
                  <a:pt x="223506" y="772726"/>
                </a:lnTo>
                <a:lnTo>
                  <a:pt x="224176" y="772929"/>
                </a:lnTo>
                <a:lnTo>
                  <a:pt x="224861" y="773130"/>
                </a:lnTo>
                <a:lnTo>
                  <a:pt x="225560" y="773327"/>
                </a:lnTo>
                <a:lnTo>
                  <a:pt x="226274" y="773522"/>
                </a:lnTo>
                <a:lnTo>
                  <a:pt x="227002" y="773714"/>
                </a:lnTo>
                <a:lnTo>
                  <a:pt x="227744" y="773904"/>
                </a:lnTo>
                <a:lnTo>
                  <a:pt x="228501" y="774090"/>
                </a:lnTo>
                <a:lnTo>
                  <a:pt x="229272" y="774274"/>
                </a:lnTo>
                <a:lnTo>
                  <a:pt x="230058" y="774455"/>
                </a:lnTo>
                <a:lnTo>
                  <a:pt x="230858" y="774633"/>
                </a:lnTo>
                <a:lnTo>
                  <a:pt x="231673" y="774809"/>
                </a:lnTo>
                <a:lnTo>
                  <a:pt x="232502" y="774982"/>
                </a:lnTo>
                <a:lnTo>
                  <a:pt x="233346" y="775151"/>
                </a:lnTo>
                <a:lnTo>
                  <a:pt x="234204" y="775319"/>
                </a:lnTo>
                <a:lnTo>
                  <a:pt x="235077" y="775483"/>
                </a:lnTo>
                <a:lnTo>
                  <a:pt x="235964" y="775644"/>
                </a:lnTo>
                <a:lnTo>
                  <a:pt x="236796" y="775778"/>
                </a:lnTo>
                <a:lnTo>
                  <a:pt x="237612" y="775913"/>
                </a:lnTo>
                <a:lnTo>
                  <a:pt x="238411" y="776047"/>
                </a:lnTo>
                <a:lnTo>
                  <a:pt x="239194" y="776183"/>
                </a:lnTo>
                <a:lnTo>
                  <a:pt x="239960" y="776319"/>
                </a:lnTo>
                <a:lnTo>
                  <a:pt x="240709" y="776455"/>
                </a:lnTo>
                <a:lnTo>
                  <a:pt x="241441" y="776592"/>
                </a:lnTo>
                <a:lnTo>
                  <a:pt x="242157" y="776730"/>
                </a:lnTo>
                <a:lnTo>
                  <a:pt x="242856" y="776868"/>
                </a:lnTo>
                <a:lnTo>
                  <a:pt x="243538" y="777007"/>
                </a:lnTo>
                <a:lnTo>
                  <a:pt x="244204" y="777146"/>
                </a:lnTo>
                <a:lnTo>
                  <a:pt x="244853" y="777286"/>
                </a:lnTo>
                <a:lnTo>
                  <a:pt x="245485" y="777427"/>
                </a:lnTo>
                <a:lnTo>
                  <a:pt x="246101" y="777568"/>
                </a:lnTo>
                <a:lnTo>
                  <a:pt x="246700" y="777709"/>
                </a:lnTo>
                <a:lnTo>
                  <a:pt x="247282" y="777851"/>
                </a:lnTo>
                <a:lnTo>
                  <a:pt x="247848" y="777994"/>
                </a:lnTo>
                <a:lnTo>
                  <a:pt x="248397" y="778137"/>
                </a:lnTo>
                <a:lnTo>
                  <a:pt x="248929" y="778281"/>
                </a:lnTo>
                <a:lnTo>
                  <a:pt x="249445" y="778425"/>
                </a:lnTo>
                <a:lnTo>
                  <a:pt x="249944" y="778570"/>
                </a:lnTo>
                <a:lnTo>
                  <a:pt x="250426" y="778715"/>
                </a:lnTo>
                <a:lnTo>
                  <a:pt x="250891" y="778861"/>
                </a:lnTo>
                <a:lnTo>
                  <a:pt x="251340" y="779008"/>
                </a:lnTo>
                <a:lnTo>
                  <a:pt x="251788" y="779156"/>
                </a:lnTo>
                <a:lnTo>
                  <a:pt x="252224" y="779306"/>
                </a:lnTo>
                <a:lnTo>
                  <a:pt x="252649" y="779458"/>
                </a:lnTo>
                <a:lnTo>
                  <a:pt x="253062" y="779613"/>
                </a:lnTo>
                <a:lnTo>
                  <a:pt x="253463" y="779770"/>
                </a:lnTo>
                <a:lnTo>
                  <a:pt x="253853" y="779929"/>
                </a:lnTo>
                <a:lnTo>
                  <a:pt x="254231" y="780090"/>
                </a:lnTo>
                <a:lnTo>
                  <a:pt x="254597" y="780254"/>
                </a:lnTo>
                <a:lnTo>
                  <a:pt x="254951" y="780419"/>
                </a:lnTo>
                <a:lnTo>
                  <a:pt x="255294" y="780587"/>
                </a:lnTo>
                <a:lnTo>
                  <a:pt x="255625" y="780758"/>
                </a:lnTo>
                <a:lnTo>
                  <a:pt x="255945" y="780930"/>
                </a:lnTo>
                <a:lnTo>
                  <a:pt x="256253" y="781105"/>
                </a:lnTo>
                <a:lnTo>
                  <a:pt x="256549" y="781282"/>
                </a:lnTo>
                <a:lnTo>
                  <a:pt x="256833" y="781461"/>
                </a:lnTo>
                <a:lnTo>
                  <a:pt x="257106" y="781642"/>
                </a:lnTo>
                <a:lnTo>
                  <a:pt x="257367" y="781825"/>
                </a:lnTo>
                <a:lnTo>
                  <a:pt x="257617" y="782011"/>
                </a:lnTo>
                <a:lnTo>
                  <a:pt x="257854" y="782199"/>
                </a:lnTo>
                <a:lnTo>
                  <a:pt x="258080" y="782389"/>
                </a:lnTo>
                <a:lnTo>
                  <a:pt x="258295" y="782582"/>
                </a:lnTo>
                <a:lnTo>
                  <a:pt x="258498" y="782776"/>
                </a:lnTo>
                <a:lnTo>
                  <a:pt x="258689" y="782973"/>
                </a:lnTo>
                <a:lnTo>
                  <a:pt x="258868" y="783172"/>
                </a:lnTo>
                <a:lnTo>
                  <a:pt x="259038" y="783375"/>
                </a:lnTo>
                <a:lnTo>
                  <a:pt x="259201" y="783582"/>
                </a:lnTo>
                <a:lnTo>
                  <a:pt x="259356" y="783793"/>
                </a:lnTo>
                <a:lnTo>
                  <a:pt x="259504" y="784009"/>
                </a:lnTo>
                <a:lnTo>
                  <a:pt x="259645" y="784229"/>
                </a:lnTo>
                <a:lnTo>
                  <a:pt x="259779" y="784454"/>
                </a:lnTo>
                <a:lnTo>
                  <a:pt x="259905" y="784683"/>
                </a:lnTo>
                <a:lnTo>
                  <a:pt x="260025" y="784916"/>
                </a:lnTo>
                <a:lnTo>
                  <a:pt x="260137" y="785155"/>
                </a:lnTo>
                <a:lnTo>
                  <a:pt x="260242" y="785397"/>
                </a:lnTo>
                <a:lnTo>
                  <a:pt x="260339" y="785644"/>
                </a:lnTo>
                <a:lnTo>
                  <a:pt x="260430" y="785895"/>
                </a:lnTo>
                <a:lnTo>
                  <a:pt x="260513" y="786151"/>
                </a:lnTo>
                <a:lnTo>
                  <a:pt x="260589" y="786411"/>
                </a:lnTo>
                <a:lnTo>
                  <a:pt x="260657" y="786676"/>
                </a:lnTo>
                <a:lnTo>
                  <a:pt x="260719" y="786945"/>
                </a:lnTo>
                <a:lnTo>
                  <a:pt x="260773" y="787219"/>
                </a:lnTo>
                <a:lnTo>
                  <a:pt x="260820" y="787497"/>
                </a:lnTo>
                <a:lnTo>
                  <a:pt x="260860" y="787779"/>
                </a:lnTo>
                <a:lnTo>
                  <a:pt x="260892" y="788066"/>
                </a:lnTo>
                <a:lnTo>
                  <a:pt x="260918" y="788358"/>
                </a:lnTo>
                <a:lnTo>
                  <a:pt x="260936" y="788654"/>
                </a:lnTo>
                <a:lnTo>
                  <a:pt x="260947" y="788954"/>
                </a:lnTo>
                <a:lnTo>
                  <a:pt x="260950" y="789259"/>
                </a:lnTo>
                <a:lnTo>
                  <a:pt x="260941" y="789722"/>
                </a:lnTo>
                <a:lnTo>
                  <a:pt x="260915" y="790179"/>
                </a:lnTo>
                <a:lnTo>
                  <a:pt x="260870" y="790628"/>
                </a:lnTo>
                <a:lnTo>
                  <a:pt x="260808" y="791070"/>
                </a:lnTo>
                <a:lnTo>
                  <a:pt x="260728" y="791504"/>
                </a:lnTo>
                <a:lnTo>
                  <a:pt x="260630" y="791932"/>
                </a:lnTo>
                <a:lnTo>
                  <a:pt x="260514" y="792352"/>
                </a:lnTo>
                <a:lnTo>
                  <a:pt x="260381" y="792765"/>
                </a:lnTo>
                <a:lnTo>
                  <a:pt x="260229" y="793170"/>
                </a:lnTo>
                <a:lnTo>
                  <a:pt x="260060" y="793569"/>
                </a:lnTo>
                <a:lnTo>
                  <a:pt x="259873" y="793960"/>
                </a:lnTo>
                <a:lnTo>
                  <a:pt x="259669" y="794344"/>
                </a:lnTo>
                <a:lnTo>
                  <a:pt x="259446" y="794721"/>
                </a:lnTo>
                <a:lnTo>
                  <a:pt x="259206" y="795091"/>
                </a:lnTo>
                <a:lnTo>
                  <a:pt x="258948" y="795453"/>
                </a:lnTo>
                <a:lnTo>
                  <a:pt x="258672" y="795808"/>
                </a:lnTo>
                <a:lnTo>
                  <a:pt x="258379" y="796156"/>
                </a:lnTo>
                <a:lnTo>
                  <a:pt x="258067" y="796496"/>
                </a:lnTo>
                <a:lnTo>
                  <a:pt x="257738" y="796830"/>
                </a:lnTo>
                <a:lnTo>
                  <a:pt x="257391" y="797156"/>
                </a:lnTo>
                <a:lnTo>
                  <a:pt x="257026" y="797475"/>
                </a:lnTo>
                <a:lnTo>
                  <a:pt x="256643" y="797787"/>
                </a:lnTo>
                <a:lnTo>
                  <a:pt x="256243" y="798091"/>
                </a:lnTo>
                <a:lnTo>
                  <a:pt x="255825" y="798388"/>
                </a:lnTo>
                <a:lnTo>
                  <a:pt x="255403" y="798663"/>
                </a:lnTo>
                <a:lnTo>
                  <a:pt x="254964" y="798926"/>
                </a:lnTo>
                <a:lnTo>
                  <a:pt x="254508" y="799177"/>
                </a:lnTo>
                <a:lnTo>
                  <a:pt x="254036" y="799416"/>
                </a:lnTo>
                <a:lnTo>
                  <a:pt x="253547" y="799644"/>
                </a:lnTo>
                <a:lnTo>
                  <a:pt x="253042" y="799860"/>
                </a:lnTo>
                <a:lnTo>
                  <a:pt x="252520" y="800064"/>
                </a:lnTo>
                <a:lnTo>
                  <a:pt x="251981" y="800257"/>
                </a:lnTo>
                <a:lnTo>
                  <a:pt x="251425" y="800438"/>
                </a:lnTo>
                <a:lnTo>
                  <a:pt x="250853" y="800607"/>
                </a:lnTo>
                <a:lnTo>
                  <a:pt x="250264" y="800765"/>
                </a:lnTo>
                <a:lnTo>
                  <a:pt x="249658" y="800911"/>
                </a:lnTo>
                <a:lnTo>
                  <a:pt x="249036" y="801045"/>
                </a:lnTo>
                <a:lnTo>
                  <a:pt x="248397" y="801168"/>
                </a:lnTo>
                <a:lnTo>
                  <a:pt x="247741" y="801279"/>
                </a:lnTo>
                <a:lnTo>
                  <a:pt x="247069" y="801378"/>
                </a:lnTo>
                <a:lnTo>
                  <a:pt x="246380" y="801466"/>
                </a:lnTo>
                <a:lnTo>
                  <a:pt x="245674" y="801542"/>
                </a:lnTo>
                <a:lnTo>
                  <a:pt x="244952" y="801606"/>
                </a:lnTo>
                <a:lnTo>
                  <a:pt x="244212" y="801659"/>
                </a:lnTo>
                <a:lnTo>
                  <a:pt x="243457" y="801699"/>
                </a:lnTo>
                <a:lnTo>
                  <a:pt x="242684" y="801729"/>
                </a:lnTo>
                <a:lnTo>
                  <a:pt x="241895" y="801746"/>
                </a:lnTo>
                <a:lnTo>
                  <a:pt x="241089" y="801752"/>
                </a:lnTo>
                <a:lnTo>
                  <a:pt x="240190" y="801746"/>
                </a:lnTo>
                <a:lnTo>
                  <a:pt x="239308" y="801726"/>
                </a:lnTo>
                <a:lnTo>
                  <a:pt x="238444" y="801694"/>
                </a:lnTo>
                <a:lnTo>
                  <a:pt x="237597" y="801650"/>
                </a:lnTo>
                <a:lnTo>
                  <a:pt x="236767" y="801592"/>
                </a:lnTo>
                <a:lnTo>
                  <a:pt x="235954" y="801522"/>
                </a:lnTo>
                <a:lnTo>
                  <a:pt x="235158" y="801439"/>
                </a:lnTo>
                <a:lnTo>
                  <a:pt x="234380" y="801343"/>
                </a:lnTo>
                <a:lnTo>
                  <a:pt x="233619" y="801234"/>
                </a:lnTo>
                <a:lnTo>
                  <a:pt x="232875" y="801112"/>
                </a:lnTo>
                <a:lnTo>
                  <a:pt x="232148" y="800978"/>
                </a:lnTo>
                <a:lnTo>
                  <a:pt x="231439" y="800831"/>
                </a:lnTo>
                <a:lnTo>
                  <a:pt x="230747" y="800671"/>
                </a:lnTo>
                <a:lnTo>
                  <a:pt x="230072" y="800498"/>
                </a:lnTo>
                <a:lnTo>
                  <a:pt x="229414" y="800313"/>
                </a:lnTo>
                <a:lnTo>
                  <a:pt x="228774" y="800115"/>
                </a:lnTo>
                <a:lnTo>
                  <a:pt x="228151" y="799904"/>
                </a:lnTo>
                <a:lnTo>
                  <a:pt x="227545" y="799680"/>
                </a:lnTo>
                <a:lnTo>
                  <a:pt x="226956" y="799443"/>
                </a:lnTo>
                <a:lnTo>
                  <a:pt x="226385" y="799194"/>
                </a:lnTo>
                <a:lnTo>
                  <a:pt x="225831" y="798932"/>
                </a:lnTo>
                <a:lnTo>
                  <a:pt x="225294" y="798657"/>
                </a:lnTo>
                <a:lnTo>
                  <a:pt x="224774" y="798369"/>
                </a:lnTo>
                <a:lnTo>
                  <a:pt x="224271" y="798068"/>
                </a:lnTo>
                <a:lnTo>
                  <a:pt x="223801" y="797743"/>
                </a:lnTo>
                <a:lnTo>
                  <a:pt x="223350" y="797407"/>
                </a:lnTo>
                <a:lnTo>
                  <a:pt x="222920" y="797062"/>
                </a:lnTo>
                <a:lnTo>
                  <a:pt x="222510" y="796707"/>
                </a:lnTo>
                <a:lnTo>
                  <a:pt x="222119" y="796341"/>
                </a:lnTo>
                <a:lnTo>
                  <a:pt x="221749" y="795966"/>
                </a:lnTo>
                <a:lnTo>
                  <a:pt x="221398" y="795580"/>
                </a:lnTo>
                <a:lnTo>
                  <a:pt x="221068" y="795185"/>
                </a:lnTo>
                <a:lnTo>
                  <a:pt x="220758" y="794780"/>
                </a:lnTo>
                <a:lnTo>
                  <a:pt x="220467" y="794364"/>
                </a:lnTo>
                <a:lnTo>
                  <a:pt x="220197" y="793939"/>
                </a:lnTo>
                <a:lnTo>
                  <a:pt x="219947" y="793503"/>
                </a:lnTo>
                <a:lnTo>
                  <a:pt x="219717" y="793058"/>
                </a:lnTo>
                <a:lnTo>
                  <a:pt x="219506" y="792602"/>
                </a:lnTo>
                <a:lnTo>
                  <a:pt x="219316" y="792137"/>
                </a:lnTo>
                <a:lnTo>
                  <a:pt x="219146" y="791661"/>
                </a:lnTo>
                <a:lnTo>
                  <a:pt x="218996" y="791176"/>
                </a:lnTo>
                <a:lnTo>
                  <a:pt x="218866" y="790680"/>
                </a:lnTo>
                <a:lnTo>
                  <a:pt x="218756" y="790175"/>
                </a:lnTo>
                <a:lnTo>
                  <a:pt x="218666" y="789659"/>
                </a:lnTo>
                <a:lnTo>
                  <a:pt x="218595" y="789134"/>
                </a:lnTo>
                <a:lnTo>
                  <a:pt x="218545" y="788598"/>
                </a:lnTo>
                <a:lnTo>
                  <a:pt x="218515" y="788053"/>
                </a:lnTo>
                <a:lnTo>
                  <a:pt x="218505" y="787497"/>
                </a:lnTo>
                <a:lnTo>
                  <a:pt x="218505" y="785895"/>
                </a:lnTo>
                <a:lnTo>
                  <a:pt x="204731" y="785895"/>
                </a:lnTo>
                <a:lnTo>
                  <a:pt x="204718" y="785988"/>
                </a:lnTo>
                <a:lnTo>
                  <a:pt x="204705" y="786081"/>
                </a:lnTo>
                <a:lnTo>
                  <a:pt x="204693" y="786173"/>
                </a:lnTo>
                <a:lnTo>
                  <a:pt x="204682" y="786265"/>
                </a:lnTo>
                <a:lnTo>
                  <a:pt x="204671" y="786355"/>
                </a:lnTo>
                <a:lnTo>
                  <a:pt x="204661" y="786446"/>
                </a:lnTo>
                <a:lnTo>
                  <a:pt x="204651" y="786536"/>
                </a:lnTo>
                <a:lnTo>
                  <a:pt x="204642" y="786625"/>
                </a:lnTo>
                <a:lnTo>
                  <a:pt x="204633" y="786714"/>
                </a:lnTo>
                <a:lnTo>
                  <a:pt x="204625" y="786802"/>
                </a:lnTo>
                <a:lnTo>
                  <a:pt x="204618" y="786889"/>
                </a:lnTo>
                <a:lnTo>
                  <a:pt x="204611" y="786976"/>
                </a:lnTo>
                <a:lnTo>
                  <a:pt x="204604" y="787063"/>
                </a:lnTo>
                <a:lnTo>
                  <a:pt x="204598" y="787149"/>
                </a:lnTo>
                <a:lnTo>
                  <a:pt x="204593" y="787234"/>
                </a:lnTo>
                <a:lnTo>
                  <a:pt x="204588" y="787319"/>
                </a:lnTo>
                <a:lnTo>
                  <a:pt x="204584" y="787403"/>
                </a:lnTo>
                <a:lnTo>
                  <a:pt x="204581" y="787487"/>
                </a:lnTo>
                <a:lnTo>
                  <a:pt x="204578" y="787570"/>
                </a:lnTo>
                <a:lnTo>
                  <a:pt x="204575" y="787653"/>
                </a:lnTo>
                <a:lnTo>
                  <a:pt x="204573" y="787735"/>
                </a:lnTo>
                <a:lnTo>
                  <a:pt x="204572" y="787816"/>
                </a:lnTo>
                <a:lnTo>
                  <a:pt x="204571" y="787897"/>
                </a:lnTo>
                <a:lnTo>
                  <a:pt x="204571" y="787977"/>
                </a:lnTo>
                <a:lnTo>
                  <a:pt x="204571" y="788057"/>
                </a:lnTo>
                <a:lnTo>
                  <a:pt x="204571" y="788134"/>
                </a:lnTo>
                <a:lnTo>
                  <a:pt x="204571" y="788210"/>
                </a:lnTo>
                <a:lnTo>
                  <a:pt x="204571" y="788284"/>
                </a:lnTo>
                <a:lnTo>
                  <a:pt x="204571" y="788357"/>
                </a:lnTo>
                <a:lnTo>
                  <a:pt x="204571" y="788428"/>
                </a:lnTo>
                <a:lnTo>
                  <a:pt x="204571" y="788497"/>
                </a:lnTo>
                <a:lnTo>
                  <a:pt x="204571" y="788565"/>
                </a:lnTo>
                <a:lnTo>
                  <a:pt x="204571" y="788631"/>
                </a:lnTo>
                <a:lnTo>
                  <a:pt x="204571" y="788695"/>
                </a:lnTo>
                <a:lnTo>
                  <a:pt x="204571" y="788757"/>
                </a:lnTo>
                <a:lnTo>
                  <a:pt x="204571" y="788818"/>
                </a:lnTo>
                <a:lnTo>
                  <a:pt x="204571" y="788878"/>
                </a:lnTo>
                <a:lnTo>
                  <a:pt x="204571" y="788935"/>
                </a:lnTo>
                <a:lnTo>
                  <a:pt x="204571" y="788991"/>
                </a:lnTo>
                <a:lnTo>
                  <a:pt x="204571" y="789045"/>
                </a:lnTo>
                <a:lnTo>
                  <a:pt x="204571" y="789098"/>
                </a:lnTo>
                <a:lnTo>
                  <a:pt x="204571" y="789149"/>
                </a:lnTo>
                <a:lnTo>
                  <a:pt x="204571" y="789198"/>
                </a:lnTo>
                <a:lnTo>
                  <a:pt x="204571" y="789245"/>
                </a:lnTo>
                <a:lnTo>
                  <a:pt x="204571" y="789291"/>
                </a:lnTo>
                <a:lnTo>
                  <a:pt x="204571" y="789336"/>
                </a:lnTo>
                <a:lnTo>
                  <a:pt x="204571" y="789378"/>
                </a:lnTo>
                <a:lnTo>
                  <a:pt x="204571" y="789419"/>
                </a:lnTo>
                <a:lnTo>
                  <a:pt x="204578" y="790030"/>
                </a:lnTo>
                <a:lnTo>
                  <a:pt x="204601" y="790634"/>
                </a:lnTo>
                <a:lnTo>
                  <a:pt x="204638" y="791231"/>
                </a:lnTo>
                <a:lnTo>
                  <a:pt x="204691" y="791822"/>
                </a:lnTo>
                <a:lnTo>
                  <a:pt x="204758" y="792405"/>
                </a:lnTo>
                <a:lnTo>
                  <a:pt x="204841" y="792983"/>
                </a:lnTo>
                <a:lnTo>
                  <a:pt x="204939" y="793553"/>
                </a:lnTo>
                <a:lnTo>
                  <a:pt x="205051" y="794117"/>
                </a:lnTo>
                <a:lnTo>
                  <a:pt x="205179" y="794675"/>
                </a:lnTo>
                <a:lnTo>
                  <a:pt x="205321" y="795225"/>
                </a:lnTo>
                <a:lnTo>
                  <a:pt x="205479" y="795769"/>
                </a:lnTo>
                <a:lnTo>
                  <a:pt x="205652" y="796306"/>
                </a:lnTo>
                <a:lnTo>
                  <a:pt x="205840" y="796837"/>
                </a:lnTo>
                <a:lnTo>
                  <a:pt x="206042" y="797361"/>
                </a:lnTo>
                <a:lnTo>
                  <a:pt x="206260" y="797878"/>
                </a:lnTo>
                <a:lnTo>
                  <a:pt x="206493" y="798388"/>
                </a:lnTo>
                <a:lnTo>
                  <a:pt x="206740" y="798892"/>
                </a:lnTo>
                <a:lnTo>
                  <a:pt x="207003" y="799390"/>
                </a:lnTo>
                <a:lnTo>
                  <a:pt x="207281" y="799880"/>
                </a:lnTo>
                <a:lnTo>
                  <a:pt x="207574" y="800364"/>
                </a:lnTo>
                <a:lnTo>
                  <a:pt x="207882" y="800841"/>
                </a:lnTo>
                <a:lnTo>
                  <a:pt x="208205" y="801312"/>
                </a:lnTo>
                <a:lnTo>
                  <a:pt x="208542" y="801775"/>
                </a:lnTo>
                <a:lnTo>
                  <a:pt x="208895" y="802232"/>
                </a:lnTo>
                <a:lnTo>
                  <a:pt x="209275" y="802669"/>
                </a:lnTo>
                <a:lnTo>
                  <a:pt x="209665" y="803097"/>
                </a:lnTo>
                <a:lnTo>
                  <a:pt x="210066" y="803516"/>
                </a:lnTo>
                <a:lnTo>
                  <a:pt x="210479" y="803928"/>
                </a:lnTo>
                <a:lnTo>
                  <a:pt x="210903" y="804331"/>
                </a:lnTo>
                <a:lnTo>
                  <a:pt x="211338" y="804725"/>
                </a:lnTo>
                <a:lnTo>
                  <a:pt x="211784" y="805111"/>
                </a:lnTo>
                <a:lnTo>
                  <a:pt x="212241" y="805489"/>
                </a:lnTo>
                <a:lnTo>
                  <a:pt x="212709" y="805859"/>
                </a:lnTo>
                <a:lnTo>
                  <a:pt x="213189" y="806220"/>
                </a:lnTo>
                <a:lnTo>
                  <a:pt x="213679" y="806573"/>
                </a:lnTo>
                <a:lnTo>
                  <a:pt x="214181" y="806917"/>
                </a:lnTo>
                <a:lnTo>
                  <a:pt x="214694" y="807254"/>
                </a:lnTo>
                <a:lnTo>
                  <a:pt x="215217" y="807581"/>
                </a:lnTo>
                <a:lnTo>
                  <a:pt x="215752" y="807901"/>
                </a:lnTo>
                <a:lnTo>
                  <a:pt x="216299" y="808212"/>
                </a:lnTo>
                <a:lnTo>
                  <a:pt x="216856" y="808515"/>
                </a:lnTo>
                <a:lnTo>
                  <a:pt x="217424" y="808809"/>
                </a:lnTo>
                <a:lnTo>
                  <a:pt x="218004" y="809096"/>
                </a:lnTo>
                <a:lnTo>
                  <a:pt x="218594" y="809373"/>
                </a:lnTo>
                <a:lnTo>
                  <a:pt x="219196" y="809643"/>
                </a:lnTo>
                <a:lnTo>
                  <a:pt x="219809" y="809904"/>
                </a:lnTo>
                <a:lnTo>
                  <a:pt x="220433" y="810157"/>
                </a:lnTo>
                <a:lnTo>
                  <a:pt x="221068" y="810401"/>
                </a:lnTo>
                <a:lnTo>
                  <a:pt x="221726" y="810623"/>
                </a:lnTo>
                <a:lnTo>
                  <a:pt x="222392" y="810836"/>
                </a:lnTo>
                <a:lnTo>
                  <a:pt x="223065" y="811039"/>
                </a:lnTo>
                <a:lnTo>
                  <a:pt x="223746" y="811233"/>
                </a:lnTo>
                <a:lnTo>
                  <a:pt x="224436" y="811417"/>
                </a:lnTo>
                <a:lnTo>
                  <a:pt x="225132" y="811592"/>
                </a:lnTo>
                <a:lnTo>
                  <a:pt x="225837" y="811758"/>
                </a:lnTo>
                <a:lnTo>
                  <a:pt x="226549" y="811914"/>
                </a:lnTo>
                <a:lnTo>
                  <a:pt x="227270" y="812060"/>
                </a:lnTo>
                <a:lnTo>
                  <a:pt x="227998" y="812197"/>
                </a:lnTo>
                <a:lnTo>
                  <a:pt x="228733" y="812325"/>
                </a:lnTo>
                <a:lnTo>
                  <a:pt x="229477" y="812443"/>
                </a:lnTo>
                <a:lnTo>
                  <a:pt x="230228" y="812552"/>
                </a:lnTo>
                <a:lnTo>
                  <a:pt x="230987" y="812651"/>
                </a:lnTo>
                <a:lnTo>
                  <a:pt x="231754" y="812741"/>
                </a:lnTo>
                <a:lnTo>
                  <a:pt x="232529" y="812821"/>
                </a:lnTo>
                <a:lnTo>
                  <a:pt x="233312" y="812892"/>
                </a:lnTo>
                <a:lnTo>
                  <a:pt x="234102" y="812954"/>
                </a:lnTo>
                <a:lnTo>
                  <a:pt x="234900" y="813006"/>
                </a:lnTo>
                <a:lnTo>
                  <a:pt x="235706" y="813048"/>
                </a:lnTo>
                <a:lnTo>
                  <a:pt x="236519" y="813081"/>
                </a:lnTo>
                <a:lnTo>
                  <a:pt x="237341" y="813105"/>
                </a:lnTo>
                <a:lnTo>
                  <a:pt x="238170" y="813119"/>
                </a:lnTo>
                <a:lnTo>
                  <a:pt x="239007" y="813124"/>
                </a:lnTo>
                <a:lnTo>
                  <a:pt x="239962" y="813119"/>
                </a:lnTo>
                <a:lnTo>
                  <a:pt x="240906" y="813105"/>
                </a:lnTo>
                <a:lnTo>
                  <a:pt x="241837" y="813081"/>
                </a:lnTo>
                <a:lnTo>
                  <a:pt x="242758" y="813048"/>
                </a:lnTo>
                <a:lnTo>
                  <a:pt x="243666" y="813006"/>
                </a:lnTo>
                <a:lnTo>
                  <a:pt x="244563" y="812954"/>
                </a:lnTo>
                <a:lnTo>
                  <a:pt x="245448" y="812892"/>
                </a:lnTo>
                <a:close/>
                <a:moveTo>
                  <a:pt x="443097" y="946634"/>
                </a:moveTo>
                <a:lnTo>
                  <a:pt x="428041" y="946634"/>
                </a:lnTo>
                <a:lnTo>
                  <a:pt x="428041" y="962010"/>
                </a:lnTo>
                <a:lnTo>
                  <a:pt x="443097" y="962010"/>
                </a:lnTo>
                <a:lnTo>
                  <a:pt x="443097" y="946634"/>
                </a:lnTo>
                <a:close/>
                <a:moveTo>
                  <a:pt x="203930" y="1060674"/>
                </a:moveTo>
                <a:lnTo>
                  <a:pt x="233401" y="1060674"/>
                </a:lnTo>
                <a:lnTo>
                  <a:pt x="249258" y="1060674"/>
                </a:lnTo>
                <a:lnTo>
                  <a:pt x="277127" y="1060674"/>
                </a:lnTo>
                <a:lnTo>
                  <a:pt x="277127" y="1048341"/>
                </a:lnTo>
                <a:lnTo>
                  <a:pt x="249258" y="1048341"/>
                </a:lnTo>
                <a:lnTo>
                  <a:pt x="249258" y="945192"/>
                </a:lnTo>
                <a:lnTo>
                  <a:pt x="203930" y="945192"/>
                </a:lnTo>
                <a:lnTo>
                  <a:pt x="203930" y="957685"/>
                </a:lnTo>
                <a:lnTo>
                  <a:pt x="233401" y="957685"/>
                </a:lnTo>
                <a:lnTo>
                  <a:pt x="233401" y="1048341"/>
                </a:lnTo>
                <a:lnTo>
                  <a:pt x="203930" y="1048341"/>
                </a:lnTo>
                <a:lnTo>
                  <a:pt x="203930" y="1060674"/>
                </a:lnTo>
                <a:close/>
                <a:moveTo>
                  <a:pt x="354520" y="1062166"/>
                </a:moveTo>
                <a:lnTo>
                  <a:pt x="355013" y="1062133"/>
                </a:lnTo>
                <a:lnTo>
                  <a:pt x="355507" y="1062095"/>
                </a:lnTo>
                <a:lnTo>
                  <a:pt x="356001" y="1062053"/>
                </a:lnTo>
                <a:lnTo>
                  <a:pt x="356495" y="1062006"/>
                </a:lnTo>
                <a:lnTo>
                  <a:pt x="356989" y="1061955"/>
                </a:lnTo>
                <a:lnTo>
                  <a:pt x="357483" y="1061900"/>
                </a:lnTo>
                <a:lnTo>
                  <a:pt x="357977" y="1061839"/>
                </a:lnTo>
                <a:lnTo>
                  <a:pt x="358470" y="1061775"/>
                </a:lnTo>
                <a:lnTo>
                  <a:pt x="358964" y="1061706"/>
                </a:lnTo>
                <a:lnTo>
                  <a:pt x="359458" y="1061633"/>
                </a:lnTo>
                <a:lnTo>
                  <a:pt x="359952" y="1061555"/>
                </a:lnTo>
                <a:lnTo>
                  <a:pt x="360446" y="1061472"/>
                </a:lnTo>
                <a:lnTo>
                  <a:pt x="360940" y="1061386"/>
                </a:lnTo>
                <a:lnTo>
                  <a:pt x="361434" y="1061294"/>
                </a:lnTo>
                <a:lnTo>
                  <a:pt x="361927" y="1061199"/>
                </a:lnTo>
                <a:lnTo>
                  <a:pt x="362421" y="1061099"/>
                </a:lnTo>
                <a:lnTo>
                  <a:pt x="362915" y="1060994"/>
                </a:lnTo>
                <a:lnTo>
                  <a:pt x="363405" y="1060899"/>
                </a:lnTo>
                <a:lnTo>
                  <a:pt x="363888" y="1060800"/>
                </a:lnTo>
                <a:lnTo>
                  <a:pt x="364364" y="1060696"/>
                </a:lnTo>
                <a:lnTo>
                  <a:pt x="364833" y="1060589"/>
                </a:lnTo>
                <a:lnTo>
                  <a:pt x="365294" y="1060478"/>
                </a:lnTo>
                <a:lnTo>
                  <a:pt x="365748" y="1060364"/>
                </a:lnTo>
                <a:lnTo>
                  <a:pt x="366195" y="1060245"/>
                </a:lnTo>
                <a:lnTo>
                  <a:pt x="366635" y="1060122"/>
                </a:lnTo>
                <a:lnTo>
                  <a:pt x="367067" y="1059996"/>
                </a:lnTo>
                <a:lnTo>
                  <a:pt x="367492" y="1059865"/>
                </a:lnTo>
                <a:lnTo>
                  <a:pt x="367910" y="1059731"/>
                </a:lnTo>
                <a:lnTo>
                  <a:pt x="368321" y="1059593"/>
                </a:lnTo>
                <a:lnTo>
                  <a:pt x="368724" y="1059451"/>
                </a:lnTo>
                <a:lnTo>
                  <a:pt x="369121" y="1059305"/>
                </a:lnTo>
                <a:lnTo>
                  <a:pt x="369510" y="1059155"/>
                </a:lnTo>
                <a:lnTo>
                  <a:pt x="369891" y="1059001"/>
                </a:lnTo>
                <a:lnTo>
                  <a:pt x="370266" y="1058843"/>
                </a:lnTo>
                <a:lnTo>
                  <a:pt x="370633" y="1058682"/>
                </a:lnTo>
                <a:lnTo>
                  <a:pt x="370993" y="1058516"/>
                </a:lnTo>
                <a:lnTo>
                  <a:pt x="371346" y="1058347"/>
                </a:lnTo>
                <a:lnTo>
                  <a:pt x="371692" y="1058174"/>
                </a:lnTo>
                <a:lnTo>
                  <a:pt x="372030" y="1057997"/>
                </a:lnTo>
                <a:lnTo>
                  <a:pt x="372361" y="1057816"/>
                </a:lnTo>
                <a:lnTo>
                  <a:pt x="372685" y="1057631"/>
                </a:lnTo>
                <a:lnTo>
                  <a:pt x="372685" y="1045298"/>
                </a:lnTo>
                <a:lnTo>
                  <a:pt x="372403" y="1045431"/>
                </a:lnTo>
                <a:lnTo>
                  <a:pt x="372117" y="1045564"/>
                </a:lnTo>
                <a:lnTo>
                  <a:pt x="371827" y="1045696"/>
                </a:lnTo>
                <a:lnTo>
                  <a:pt x="371533" y="1045827"/>
                </a:lnTo>
                <a:lnTo>
                  <a:pt x="371235" y="1045958"/>
                </a:lnTo>
                <a:lnTo>
                  <a:pt x="370934" y="1046088"/>
                </a:lnTo>
                <a:lnTo>
                  <a:pt x="370628" y="1046218"/>
                </a:lnTo>
                <a:lnTo>
                  <a:pt x="370319" y="1046348"/>
                </a:lnTo>
                <a:lnTo>
                  <a:pt x="370005" y="1046476"/>
                </a:lnTo>
                <a:lnTo>
                  <a:pt x="369688" y="1046605"/>
                </a:lnTo>
                <a:lnTo>
                  <a:pt x="369367" y="1046732"/>
                </a:lnTo>
                <a:lnTo>
                  <a:pt x="369042" y="1046859"/>
                </a:lnTo>
                <a:lnTo>
                  <a:pt x="368713" y="1046986"/>
                </a:lnTo>
                <a:lnTo>
                  <a:pt x="368380" y="1047112"/>
                </a:lnTo>
                <a:lnTo>
                  <a:pt x="368043" y="1047237"/>
                </a:lnTo>
                <a:lnTo>
                  <a:pt x="367702" y="1047362"/>
                </a:lnTo>
                <a:lnTo>
                  <a:pt x="367358" y="1047486"/>
                </a:lnTo>
                <a:lnTo>
                  <a:pt x="367009" y="1047610"/>
                </a:lnTo>
                <a:lnTo>
                  <a:pt x="366657" y="1047733"/>
                </a:lnTo>
                <a:lnTo>
                  <a:pt x="366301" y="1047856"/>
                </a:lnTo>
                <a:lnTo>
                  <a:pt x="365941" y="1047978"/>
                </a:lnTo>
                <a:lnTo>
                  <a:pt x="365577" y="1048099"/>
                </a:lnTo>
                <a:lnTo>
                  <a:pt x="365209" y="1048220"/>
                </a:lnTo>
                <a:lnTo>
                  <a:pt x="364837" y="1048341"/>
                </a:lnTo>
                <a:lnTo>
                  <a:pt x="364475" y="1048445"/>
                </a:lnTo>
                <a:lnTo>
                  <a:pt x="364111" y="1048546"/>
                </a:lnTo>
                <a:lnTo>
                  <a:pt x="363744" y="1048641"/>
                </a:lnTo>
                <a:lnTo>
                  <a:pt x="363373" y="1048732"/>
                </a:lnTo>
                <a:lnTo>
                  <a:pt x="363001" y="1048819"/>
                </a:lnTo>
                <a:lnTo>
                  <a:pt x="362625" y="1048901"/>
                </a:lnTo>
                <a:lnTo>
                  <a:pt x="362246" y="1048979"/>
                </a:lnTo>
                <a:lnTo>
                  <a:pt x="361865" y="1049053"/>
                </a:lnTo>
                <a:lnTo>
                  <a:pt x="361481" y="1049122"/>
                </a:lnTo>
                <a:lnTo>
                  <a:pt x="361094" y="1049186"/>
                </a:lnTo>
                <a:lnTo>
                  <a:pt x="360705" y="1049246"/>
                </a:lnTo>
                <a:lnTo>
                  <a:pt x="360312" y="1049302"/>
                </a:lnTo>
                <a:lnTo>
                  <a:pt x="359917" y="1049353"/>
                </a:lnTo>
                <a:lnTo>
                  <a:pt x="359519" y="1049400"/>
                </a:lnTo>
                <a:lnTo>
                  <a:pt x="359119" y="1049442"/>
                </a:lnTo>
                <a:lnTo>
                  <a:pt x="358715" y="1049480"/>
                </a:lnTo>
                <a:lnTo>
                  <a:pt x="358309" y="1049513"/>
                </a:lnTo>
                <a:lnTo>
                  <a:pt x="357900" y="1049542"/>
                </a:lnTo>
                <a:lnTo>
                  <a:pt x="357488" y="1049567"/>
                </a:lnTo>
                <a:lnTo>
                  <a:pt x="357073" y="1049587"/>
                </a:lnTo>
                <a:lnTo>
                  <a:pt x="356656" y="1049602"/>
                </a:lnTo>
                <a:lnTo>
                  <a:pt x="356236" y="1049613"/>
                </a:lnTo>
                <a:lnTo>
                  <a:pt x="355813" y="1049620"/>
                </a:lnTo>
                <a:lnTo>
                  <a:pt x="355387" y="1049622"/>
                </a:lnTo>
                <a:lnTo>
                  <a:pt x="354844" y="1049619"/>
                </a:lnTo>
                <a:lnTo>
                  <a:pt x="354308" y="1049611"/>
                </a:lnTo>
                <a:lnTo>
                  <a:pt x="353781" y="1049597"/>
                </a:lnTo>
                <a:lnTo>
                  <a:pt x="353261" y="1049578"/>
                </a:lnTo>
                <a:lnTo>
                  <a:pt x="352748" y="1049553"/>
                </a:lnTo>
                <a:lnTo>
                  <a:pt x="352244" y="1049522"/>
                </a:lnTo>
                <a:lnTo>
                  <a:pt x="351747" y="1049486"/>
                </a:lnTo>
                <a:lnTo>
                  <a:pt x="351258" y="1049444"/>
                </a:lnTo>
                <a:lnTo>
                  <a:pt x="350777" y="1049397"/>
                </a:lnTo>
                <a:lnTo>
                  <a:pt x="350304" y="1049344"/>
                </a:lnTo>
                <a:lnTo>
                  <a:pt x="349839" y="1049286"/>
                </a:lnTo>
                <a:lnTo>
                  <a:pt x="349381" y="1049222"/>
                </a:lnTo>
                <a:lnTo>
                  <a:pt x="348931" y="1049152"/>
                </a:lnTo>
                <a:lnTo>
                  <a:pt x="348489" y="1049077"/>
                </a:lnTo>
                <a:lnTo>
                  <a:pt x="348054" y="1048997"/>
                </a:lnTo>
                <a:lnTo>
                  <a:pt x="347628" y="1048910"/>
                </a:lnTo>
                <a:lnTo>
                  <a:pt x="347209" y="1048819"/>
                </a:lnTo>
                <a:lnTo>
                  <a:pt x="346798" y="1048721"/>
                </a:lnTo>
                <a:lnTo>
                  <a:pt x="346395" y="1048618"/>
                </a:lnTo>
                <a:lnTo>
                  <a:pt x="346000" y="1048510"/>
                </a:lnTo>
                <a:lnTo>
                  <a:pt x="345612" y="1048396"/>
                </a:lnTo>
                <a:lnTo>
                  <a:pt x="345232" y="1048276"/>
                </a:lnTo>
                <a:lnTo>
                  <a:pt x="344860" y="1048151"/>
                </a:lnTo>
                <a:lnTo>
                  <a:pt x="344496" y="1048021"/>
                </a:lnTo>
                <a:lnTo>
                  <a:pt x="344139" y="1047884"/>
                </a:lnTo>
                <a:lnTo>
                  <a:pt x="343789" y="1047740"/>
                </a:lnTo>
                <a:lnTo>
                  <a:pt x="343447" y="1047590"/>
                </a:lnTo>
                <a:lnTo>
                  <a:pt x="343112" y="1047433"/>
                </a:lnTo>
                <a:lnTo>
                  <a:pt x="342784" y="1047270"/>
                </a:lnTo>
                <a:lnTo>
                  <a:pt x="342464" y="1047100"/>
                </a:lnTo>
                <a:lnTo>
                  <a:pt x="342150" y="1046923"/>
                </a:lnTo>
                <a:lnTo>
                  <a:pt x="341844" y="1046739"/>
                </a:lnTo>
                <a:lnTo>
                  <a:pt x="341545" y="1046549"/>
                </a:lnTo>
                <a:lnTo>
                  <a:pt x="341253" y="1046352"/>
                </a:lnTo>
                <a:lnTo>
                  <a:pt x="340969" y="1046149"/>
                </a:lnTo>
                <a:lnTo>
                  <a:pt x="340692" y="1045938"/>
                </a:lnTo>
                <a:lnTo>
                  <a:pt x="340422" y="1045721"/>
                </a:lnTo>
                <a:lnTo>
                  <a:pt x="340159" y="1045498"/>
                </a:lnTo>
                <a:lnTo>
                  <a:pt x="339903" y="1045268"/>
                </a:lnTo>
                <a:lnTo>
                  <a:pt x="339655" y="1045031"/>
                </a:lnTo>
                <a:lnTo>
                  <a:pt x="339414" y="1044787"/>
                </a:lnTo>
                <a:lnTo>
                  <a:pt x="339180" y="1044537"/>
                </a:lnTo>
                <a:lnTo>
                  <a:pt x="338953" y="1044280"/>
                </a:lnTo>
                <a:lnTo>
                  <a:pt x="338734" y="1044016"/>
                </a:lnTo>
                <a:lnTo>
                  <a:pt x="338522" y="1043746"/>
                </a:lnTo>
                <a:lnTo>
                  <a:pt x="338317" y="1043469"/>
                </a:lnTo>
                <a:lnTo>
                  <a:pt x="338119" y="1043185"/>
                </a:lnTo>
                <a:lnTo>
                  <a:pt x="337929" y="1042895"/>
                </a:lnTo>
                <a:lnTo>
                  <a:pt x="337746" y="1042598"/>
                </a:lnTo>
                <a:lnTo>
                  <a:pt x="337571" y="1042295"/>
                </a:lnTo>
                <a:lnTo>
                  <a:pt x="337403" y="1041984"/>
                </a:lnTo>
                <a:lnTo>
                  <a:pt x="337244" y="1041667"/>
                </a:lnTo>
                <a:lnTo>
                  <a:pt x="337092" y="1041344"/>
                </a:lnTo>
                <a:lnTo>
                  <a:pt x="336948" y="1041013"/>
                </a:lnTo>
                <a:lnTo>
                  <a:pt x="336812" y="1040676"/>
                </a:lnTo>
                <a:lnTo>
                  <a:pt x="336683" y="1040332"/>
                </a:lnTo>
                <a:lnTo>
                  <a:pt x="336562" y="1039982"/>
                </a:lnTo>
                <a:lnTo>
                  <a:pt x="336449" y="1039625"/>
                </a:lnTo>
                <a:lnTo>
                  <a:pt x="336344" y="1039261"/>
                </a:lnTo>
                <a:lnTo>
                  <a:pt x="336247" y="1038891"/>
                </a:lnTo>
                <a:lnTo>
                  <a:pt x="336157" y="1038514"/>
                </a:lnTo>
                <a:lnTo>
                  <a:pt x="336076" y="1038130"/>
                </a:lnTo>
                <a:lnTo>
                  <a:pt x="336002" y="1037740"/>
                </a:lnTo>
                <a:lnTo>
                  <a:pt x="335936" y="1037343"/>
                </a:lnTo>
                <a:lnTo>
                  <a:pt x="335877" y="1036939"/>
                </a:lnTo>
                <a:lnTo>
                  <a:pt x="335827" y="1036528"/>
                </a:lnTo>
                <a:lnTo>
                  <a:pt x="335784" y="1036111"/>
                </a:lnTo>
                <a:lnTo>
                  <a:pt x="335749" y="1035688"/>
                </a:lnTo>
                <a:lnTo>
                  <a:pt x="335721" y="1035257"/>
                </a:lnTo>
                <a:lnTo>
                  <a:pt x="335702" y="1034820"/>
                </a:lnTo>
                <a:lnTo>
                  <a:pt x="335690" y="1034376"/>
                </a:lnTo>
                <a:lnTo>
                  <a:pt x="335686" y="1033926"/>
                </a:lnTo>
                <a:lnTo>
                  <a:pt x="335686" y="991321"/>
                </a:lnTo>
                <a:lnTo>
                  <a:pt x="372685" y="991321"/>
                </a:lnTo>
                <a:lnTo>
                  <a:pt x="372685" y="978828"/>
                </a:lnTo>
                <a:lnTo>
                  <a:pt x="335686" y="978828"/>
                </a:lnTo>
                <a:lnTo>
                  <a:pt x="335686" y="952720"/>
                </a:lnTo>
                <a:lnTo>
                  <a:pt x="325756" y="952720"/>
                </a:lnTo>
                <a:lnTo>
                  <a:pt x="320150" y="978828"/>
                </a:lnTo>
                <a:lnTo>
                  <a:pt x="295965" y="978828"/>
                </a:lnTo>
                <a:lnTo>
                  <a:pt x="295965" y="991321"/>
                </a:lnTo>
                <a:lnTo>
                  <a:pt x="319670" y="991321"/>
                </a:lnTo>
                <a:lnTo>
                  <a:pt x="319670" y="1035207"/>
                </a:lnTo>
                <a:lnTo>
                  <a:pt x="319684" y="1036394"/>
                </a:lnTo>
                <a:lnTo>
                  <a:pt x="319729" y="1037554"/>
                </a:lnTo>
                <a:lnTo>
                  <a:pt x="319802" y="1038686"/>
                </a:lnTo>
                <a:lnTo>
                  <a:pt x="319905" y="1039790"/>
                </a:lnTo>
                <a:lnTo>
                  <a:pt x="320038" y="1040866"/>
                </a:lnTo>
                <a:lnTo>
                  <a:pt x="320200" y="1041914"/>
                </a:lnTo>
                <a:lnTo>
                  <a:pt x="320392" y="1042935"/>
                </a:lnTo>
                <a:lnTo>
                  <a:pt x="320613" y="1043927"/>
                </a:lnTo>
                <a:lnTo>
                  <a:pt x="320863" y="1044892"/>
                </a:lnTo>
                <a:lnTo>
                  <a:pt x="321143" y="1045829"/>
                </a:lnTo>
                <a:lnTo>
                  <a:pt x="321453" y="1046739"/>
                </a:lnTo>
                <a:lnTo>
                  <a:pt x="321792" y="1047620"/>
                </a:lnTo>
                <a:lnTo>
                  <a:pt x="322160" y="1048474"/>
                </a:lnTo>
                <a:lnTo>
                  <a:pt x="322558" y="1049300"/>
                </a:lnTo>
                <a:lnTo>
                  <a:pt x="322986" y="1050098"/>
                </a:lnTo>
                <a:lnTo>
                  <a:pt x="323442" y="1050868"/>
                </a:lnTo>
                <a:lnTo>
                  <a:pt x="323929" y="1051610"/>
                </a:lnTo>
                <a:lnTo>
                  <a:pt x="324445" y="1052325"/>
                </a:lnTo>
                <a:lnTo>
                  <a:pt x="324990" y="1053012"/>
                </a:lnTo>
                <a:lnTo>
                  <a:pt x="325565" y="1053671"/>
                </a:lnTo>
                <a:lnTo>
                  <a:pt x="326169" y="1054302"/>
                </a:lnTo>
                <a:lnTo>
                  <a:pt x="326803" y="1054906"/>
                </a:lnTo>
                <a:lnTo>
                  <a:pt x="327466" y="1055481"/>
                </a:lnTo>
                <a:lnTo>
                  <a:pt x="328159" y="1056029"/>
                </a:lnTo>
                <a:lnTo>
                  <a:pt x="328876" y="1056539"/>
                </a:lnTo>
                <a:lnTo>
                  <a:pt x="329614" y="1057027"/>
                </a:lnTo>
                <a:lnTo>
                  <a:pt x="330373" y="1057493"/>
                </a:lnTo>
                <a:lnTo>
                  <a:pt x="331153" y="1057938"/>
                </a:lnTo>
                <a:lnTo>
                  <a:pt x="331953" y="1058361"/>
                </a:lnTo>
                <a:lnTo>
                  <a:pt x="332773" y="1058762"/>
                </a:lnTo>
                <a:lnTo>
                  <a:pt x="333615" y="1059141"/>
                </a:lnTo>
                <a:lnTo>
                  <a:pt x="334476" y="1059499"/>
                </a:lnTo>
                <a:lnTo>
                  <a:pt x="335359" y="1059835"/>
                </a:lnTo>
                <a:lnTo>
                  <a:pt x="336261" y="1060150"/>
                </a:lnTo>
                <a:lnTo>
                  <a:pt x="337185" y="1060443"/>
                </a:lnTo>
                <a:lnTo>
                  <a:pt x="338129" y="1060714"/>
                </a:lnTo>
                <a:lnTo>
                  <a:pt x="339094" y="1060963"/>
                </a:lnTo>
                <a:lnTo>
                  <a:pt x="340079" y="1061191"/>
                </a:lnTo>
                <a:lnTo>
                  <a:pt x="341085" y="1061397"/>
                </a:lnTo>
                <a:lnTo>
                  <a:pt x="342111" y="1061581"/>
                </a:lnTo>
                <a:lnTo>
                  <a:pt x="343158" y="1061744"/>
                </a:lnTo>
                <a:lnTo>
                  <a:pt x="344225" y="1061885"/>
                </a:lnTo>
                <a:lnTo>
                  <a:pt x="345314" y="1062004"/>
                </a:lnTo>
                <a:lnTo>
                  <a:pt x="346422" y="1062102"/>
                </a:lnTo>
                <a:lnTo>
                  <a:pt x="347551" y="1062178"/>
                </a:lnTo>
                <a:lnTo>
                  <a:pt x="348701" y="1062232"/>
                </a:lnTo>
                <a:lnTo>
                  <a:pt x="349872" y="1062265"/>
                </a:lnTo>
                <a:lnTo>
                  <a:pt x="351063" y="1062276"/>
                </a:lnTo>
                <a:lnTo>
                  <a:pt x="351557" y="1062273"/>
                </a:lnTo>
                <a:lnTo>
                  <a:pt x="352050" y="1062267"/>
                </a:lnTo>
                <a:lnTo>
                  <a:pt x="352544" y="1062255"/>
                </a:lnTo>
                <a:lnTo>
                  <a:pt x="353038" y="1062240"/>
                </a:lnTo>
                <a:lnTo>
                  <a:pt x="353532" y="1062220"/>
                </a:lnTo>
                <a:lnTo>
                  <a:pt x="354026" y="1062195"/>
                </a:lnTo>
                <a:lnTo>
                  <a:pt x="354520" y="1062166"/>
                </a:lnTo>
                <a:close/>
                <a:moveTo>
                  <a:pt x="399371" y="1048341"/>
                </a:moveTo>
                <a:lnTo>
                  <a:pt x="399371" y="1060674"/>
                </a:lnTo>
                <a:lnTo>
                  <a:pt x="428682" y="1060674"/>
                </a:lnTo>
                <a:lnTo>
                  <a:pt x="444699" y="1060674"/>
                </a:lnTo>
                <a:lnTo>
                  <a:pt x="472408" y="1060674"/>
                </a:lnTo>
                <a:lnTo>
                  <a:pt x="472408" y="1048341"/>
                </a:lnTo>
                <a:lnTo>
                  <a:pt x="444699" y="1048341"/>
                </a:lnTo>
                <a:lnTo>
                  <a:pt x="444699" y="978828"/>
                </a:lnTo>
                <a:lnTo>
                  <a:pt x="399371" y="978828"/>
                </a:lnTo>
                <a:lnTo>
                  <a:pt x="399371" y="991321"/>
                </a:lnTo>
                <a:lnTo>
                  <a:pt x="428682" y="991321"/>
                </a:lnTo>
                <a:lnTo>
                  <a:pt x="428682" y="1048341"/>
                </a:lnTo>
                <a:lnTo>
                  <a:pt x="399371" y="1048341"/>
                </a:lnTo>
                <a:close/>
                <a:moveTo>
                  <a:pt x="22221" y="999613"/>
                </a:moveTo>
                <a:lnTo>
                  <a:pt x="22273" y="999209"/>
                </a:lnTo>
                <a:lnTo>
                  <a:pt x="22335" y="998812"/>
                </a:lnTo>
                <a:lnTo>
                  <a:pt x="22406" y="998422"/>
                </a:lnTo>
                <a:lnTo>
                  <a:pt x="22486" y="998038"/>
                </a:lnTo>
                <a:lnTo>
                  <a:pt x="22576" y="997661"/>
                </a:lnTo>
                <a:lnTo>
                  <a:pt x="22675" y="997290"/>
                </a:lnTo>
                <a:lnTo>
                  <a:pt x="22784" y="996927"/>
                </a:lnTo>
                <a:lnTo>
                  <a:pt x="22902" y="996570"/>
                </a:lnTo>
                <a:lnTo>
                  <a:pt x="23030" y="996219"/>
                </a:lnTo>
                <a:lnTo>
                  <a:pt x="23167" y="995876"/>
                </a:lnTo>
                <a:lnTo>
                  <a:pt x="23313" y="995539"/>
                </a:lnTo>
                <a:lnTo>
                  <a:pt x="23469" y="995208"/>
                </a:lnTo>
                <a:lnTo>
                  <a:pt x="23635" y="994884"/>
                </a:lnTo>
                <a:lnTo>
                  <a:pt x="23810" y="994567"/>
                </a:lnTo>
                <a:lnTo>
                  <a:pt x="23994" y="994257"/>
                </a:lnTo>
                <a:lnTo>
                  <a:pt x="24188" y="993954"/>
                </a:lnTo>
                <a:lnTo>
                  <a:pt x="24391" y="993657"/>
                </a:lnTo>
                <a:lnTo>
                  <a:pt x="24604" y="993366"/>
                </a:lnTo>
                <a:lnTo>
                  <a:pt x="24826" y="993083"/>
                </a:lnTo>
                <a:lnTo>
                  <a:pt x="25069" y="992808"/>
                </a:lnTo>
                <a:lnTo>
                  <a:pt x="25317" y="992545"/>
                </a:lnTo>
                <a:lnTo>
                  <a:pt x="25569" y="992294"/>
                </a:lnTo>
                <a:lnTo>
                  <a:pt x="25827" y="992055"/>
                </a:lnTo>
                <a:lnTo>
                  <a:pt x="26090" y="991827"/>
                </a:lnTo>
                <a:lnTo>
                  <a:pt x="26358" y="991611"/>
                </a:lnTo>
                <a:lnTo>
                  <a:pt x="26631" y="991407"/>
                </a:lnTo>
                <a:lnTo>
                  <a:pt x="26908" y="991214"/>
                </a:lnTo>
                <a:lnTo>
                  <a:pt x="27191" y="991033"/>
                </a:lnTo>
                <a:lnTo>
                  <a:pt x="27479" y="990864"/>
                </a:lnTo>
                <a:lnTo>
                  <a:pt x="27772" y="990706"/>
                </a:lnTo>
                <a:lnTo>
                  <a:pt x="28070" y="990560"/>
                </a:lnTo>
                <a:lnTo>
                  <a:pt x="28372" y="990426"/>
                </a:lnTo>
                <a:lnTo>
                  <a:pt x="28680" y="990303"/>
                </a:lnTo>
                <a:lnTo>
                  <a:pt x="28993" y="990192"/>
                </a:lnTo>
                <a:lnTo>
                  <a:pt x="29311" y="990093"/>
                </a:lnTo>
                <a:lnTo>
                  <a:pt x="29634" y="990005"/>
                </a:lnTo>
                <a:lnTo>
                  <a:pt x="29962" y="989929"/>
                </a:lnTo>
                <a:lnTo>
                  <a:pt x="30294" y="989865"/>
                </a:lnTo>
                <a:lnTo>
                  <a:pt x="30632" y="989813"/>
                </a:lnTo>
                <a:lnTo>
                  <a:pt x="30975" y="989772"/>
                </a:lnTo>
                <a:lnTo>
                  <a:pt x="31323" y="989742"/>
                </a:lnTo>
                <a:lnTo>
                  <a:pt x="31676" y="989725"/>
                </a:lnTo>
                <a:lnTo>
                  <a:pt x="32034" y="989719"/>
                </a:lnTo>
                <a:lnTo>
                  <a:pt x="32792" y="989740"/>
                </a:lnTo>
                <a:lnTo>
                  <a:pt x="33518" y="989802"/>
                </a:lnTo>
                <a:lnTo>
                  <a:pt x="34211" y="989907"/>
                </a:lnTo>
                <a:lnTo>
                  <a:pt x="34872" y="990053"/>
                </a:lnTo>
                <a:lnTo>
                  <a:pt x="35501" y="990240"/>
                </a:lnTo>
                <a:lnTo>
                  <a:pt x="36098" y="990470"/>
                </a:lnTo>
                <a:lnTo>
                  <a:pt x="36663" y="990741"/>
                </a:lnTo>
                <a:lnTo>
                  <a:pt x="37195" y="991054"/>
                </a:lnTo>
                <a:lnTo>
                  <a:pt x="37695" y="991408"/>
                </a:lnTo>
                <a:lnTo>
                  <a:pt x="38162" y="991805"/>
                </a:lnTo>
                <a:lnTo>
                  <a:pt x="38598" y="992243"/>
                </a:lnTo>
                <a:lnTo>
                  <a:pt x="39001" y="992722"/>
                </a:lnTo>
                <a:lnTo>
                  <a:pt x="39372" y="993244"/>
                </a:lnTo>
                <a:lnTo>
                  <a:pt x="39711" y="993807"/>
                </a:lnTo>
                <a:lnTo>
                  <a:pt x="40017" y="994412"/>
                </a:lnTo>
                <a:lnTo>
                  <a:pt x="40291" y="995058"/>
                </a:lnTo>
                <a:lnTo>
                  <a:pt x="40533" y="995746"/>
                </a:lnTo>
                <a:lnTo>
                  <a:pt x="40743" y="996476"/>
                </a:lnTo>
                <a:lnTo>
                  <a:pt x="40920" y="997248"/>
                </a:lnTo>
                <a:lnTo>
                  <a:pt x="41066" y="998061"/>
                </a:lnTo>
                <a:lnTo>
                  <a:pt x="41178" y="998916"/>
                </a:lnTo>
                <a:lnTo>
                  <a:pt x="41259" y="999813"/>
                </a:lnTo>
                <a:lnTo>
                  <a:pt x="41307" y="1000752"/>
                </a:lnTo>
                <a:lnTo>
                  <a:pt x="41324" y="1001732"/>
                </a:lnTo>
                <a:lnTo>
                  <a:pt x="41324" y="1060674"/>
                </a:lnTo>
                <a:lnTo>
                  <a:pt x="54938" y="1060674"/>
                </a:lnTo>
                <a:lnTo>
                  <a:pt x="54938" y="1001732"/>
                </a:lnTo>
                <a:lnTo>
                  <a:pt x="54943" y="1001295"/>
                </a:lnTo>
                <a:lnTo>
                  <a:pt x="54958" y="1000864"/>
                </a:lnTo>
                <a:lnTo>
                  <a:pt x="54983" y="1000440"/>
                </a:lnTo>
                <a:lnTo>
                  <a:pt x="55018" y="1000023"/>
                </a:lnTo>
                <a:lnTo>
                  <a:pt x="55063" y="999613"/>
                </a:lnTo>
                <a:lnTo>
                  <a:pt x="55118" y="999209"/>
                </a:lnTo>
                <a:lnTo>
                  <a:pt x="55183" y="998812"/>
                </a:lnTo>
                <a:lnTo>
                  <a:pt x="55258" y="998422"/>
                </a:lnTo>
                <a:lnTo>
                  <a:pt x="55343" y="998038"/>
                </a:lnTo>
                <a:lnTo>
                  <a:pt x="55438" y="997661"/>
                </a:lnTo>
                <a:lnTo>
                  <a:pt x="55544" y="997290"/>
                </a:lnTo>
                <a:lnTo>
                  <a:pt x="55659" y="996927"/>
                </a:lnTo>
                <a:lnTo>
                  <a:pt x="55784" y="996570"/>
                </a:lnTo>
                <a:lnTo>
                  <a:pt x="55919" y="996219"/>
                </a:lnTo>
                <a:lnTo>
                  <a:pt x="56064" y="995876"/>
                </a:lnTo>
                <a:lnTo>
                  <a:pt x="56219" y="995539"/>
                </a:lnTo>
                <a:lnTo>
                  <a:pt x="56384" y="995208"/>
                </a:lnTo>
                <a:lnTo>
                  <a:pt x="56560" y="994884"/>
                </a:lnTo>
                <a:lnTo>
                  <a:pt x="56745" y="994567"/>
                </a:lnTo>
                <a:lnTo>
                  <a:pt x="56940" y="994257"/>
                </a:lnTo>
                <a:lnTo>
                  <a:pt x="57145" y="993954"/>
                </a:lnTo>
                <a:lnTo>
                  <a:pt x="57360" y="993657"/>
                </a:lnTo>
                <a:lnTo>
                  <a:pt x="57586" y="993366"/>
                </a:lnTo>
                <a:lnTo>
                  <a:pt x="57821" y="993083"/>
                </a:lnTo>
                <a:lnTo>
                  <a:pt x="58064" y="992808"/>
                </a:lnTo>
                <a:lnTo>
                  <a:pt x="58311" y="992545"/>
                </a:lnTo>
                <a:lnTo>
                  <a:pt x="58564" y="992294"/>
                </a:lnTo>
                <a:lnTo>
                  <a:pt x="58822" y="992055"/>
                </a:lnTo>
                <a:lnTo>
                  <a:pt x="59085" y="991827"/>
                </a:lnTo>
                <a:lnTo>
                  <a:pt x="59353" y="991611"/>
                </a:lnTo>
                <a:lnTo>
                  <a:pt x="59625" y="991407"/>
                </a:lnTo>
                <a:lnTo>
                  <a:pt x="59903" y="991214"/>
                </a:lnTo>
                <a:lnTo>
                  <a:pt x="60186" y="991033"/>
                </a:lnTo>
                <a:lnTo>
                  <a:pt x="60474" y="990864"/>
                </a:lnTo>
                <a:lnTo>
                  <a:pt x="60767" y="990706"/>
                </a:lnTo>
                <a:lnTo>
                  <a:pt x="61064" y="990560"/>
                </a:lnTo>
                <a:lnTo>
                  <a:pt x="61367" y="990426"/>
                </a:lnTo>
                <a:lnTo>
                  <a:pt x="61675" y="990303"/>
                </a:lnTo>
                <a:lnTo>
                  <a:pt x="61988" y="990192"/>
                </a:lnTo>
                <a:lnTo>
                  <a:pt x="62306" y="990093"/>
                </a:lnTo>
                <a:lnTo>
                  <a:pt x="62629" y="990005"/>
                </a:lnTo>
                <a:lnTo>
                  <a:pt x="62956" y="989929"/>
                </a:lnTo>
                <a:lnTo>
                  <a:pt x="63289" y="989865"/>
                </a:lnTo>
                <a:lnTo>
                  <a:pt x="63627" y="989813"/>
                </a:lnTo>
                <a:lnTo>
                  <a:pt x="63970" y="989772"/>
                </a:lnTo>
                <a:lnTo>
                  <a:pt x="64318" y="989742"/>
                </a:lnTo>
                <a:lnTo>
                  <a:pt x="64671" y="989725"/>
                </a:lnTo>
                <a:lnTo>
                  <a:pt x="65029" y="989719"/>
                </a:lnTo>
                <a:lnTo>
                  <a:pt x="65760" y="989740"/>
                </a:lnTo>
                <a:lnTo>
                  <a:pt x="66461" y="989802"/>
                </a:lnTo>
                <a:lnTo>
                  <a:pt x="67131" y="989907"/>
                </a:lnTo>
                <a:lnTo>
                  <a:pt x="67769" y="990053"/>
                </a:lnTo>
                <a:lnTo>
                  <a:pt x="68377" y="990240"/>
                </a:lnTo>
                <a:lnTo>
                  <a:pt x="68953" y="990470"/>
                </a:lnTo>
                <a:lnTo>
                  <a:pt x="69498" y="990741"/>
                </a:lnTo>
                <a:lnTo>
                  <a:pt x="70012" y="991054"/>
                </a:lnTo>
                <a:lnTo>
                  <a:pt x="70494" y="991408"/>
                </a:lnTo>
                <a:lnTo>
                  <a:pt x="70946" y="991805"/>
                </a:lnTo>
                <a:lnTo>
                  <a:pt x="71366" y="992243"/>
                </a:lnTo>
                <a:lnTo>
                  <a:pt x="71756" y="992722"/>
                </a:lnTo>
                <a:lnTo>
                  <a:pt x="72114" y="993244"/>
                </a:lnTo>
                <a:lnTo>
                  <a:pt x="72441" y="993807"/>
                </a:lnTo>
                <a:lnTo>
                  <a:pt x="72737" y="994412"/>
                </a:lnTo>
                <a:lnTo>
                  <a:pt x="73001" y="995058"/>
                </a:lnTo>
                <a:lnTo>
                  <a:pt x="73235" y="995746"/>
                </a:lnTo>
                <a:lnTo>
                  <a:pt x="73437" y="996476"/>
                </a:lnTo>
                <a:lnTo>
                  <a:pt x="73609" y="997248"/>
                </a:lnTo>
                <a:lnTo>
                  <a:pt x="73749" y="998061"/>
                </a:lnTo>
                <a:lnTo>
                  <a:pt x="73858" y="998916"/>
                </a:lnTo>
                <a:lnTo>
                  <a:pt x="73936" y="999813"/>
                </a:lnTo>
                <a:lnTo>
                  <a:pt x="73982" y="1000752"/>
                </a:lnTo>
                <a:lnTo>
                  <a:pt x="73998" y="1001732"/>
                </a:lnTo>
                <a:lnTo>
                  <a:pt x="73998" y="1060674"/>
                </a:lnTo>
                <a:lnTo>
                  <a:pt x="87773" y="1060674"/>
                </a:lnTo>
                <a:lnTo>
                  <a:pt x="87773" y="998849"/>
                </a:lnTo>
                <a:lnTo>
                  <a:pt x="87764" y="997989"/>
                </a:lnTo>
                <a:lnTo>
                  <a:pt x="87739" y="997147"/>
                </a:lnTo>
                <a:lnTo>
                  <a:pt x="87697" y="996321"/>
                </a:lnTo>
                <a:lnTo>
                  <a:pt x="87639" y="995512"/>
                </a:lnTo>
                <a:lnTo>
                  <a:pt x="87564" y="994719"/>
                </a:lnTo>
                <a:lnTo>
                  <a:pt x="87472" y="993944"/>
                </a:lnTo>
                <a:lnTo>
                  <a:pt x="87364" y="993184"/>
                </a:lnTo>
                <a:lnTo>
                  <a:pt x="87239" y="992442"/>
                </a:lnTo>
                <a:lnTo>
                  <a:pt x="87097" y="991716"/>
                </a:lnTo>
                <a:lnTo>
                  <a:pt x="86938" y="991007"/>
                </a:lnTo>
                <a:lnTo>
                  <a:pt x="86763" y="990315"/>
                </a:lnTo>
                <a:lnTo>
                  <a:pt x="86571" y="989639"/>
                </a:lnTo>
                <a:lnTo>
                  <a:pt x="86363" y="988980"/>
                </a:lnTo>
                <a:lnTo>
                  <a:pt x="86137" y="988338"/>
                </a:lnTo>
                <a:lnTo>
                  <a:pt x="85896" y="987712"/>
                </a:lnTo>
                <a:lnTo>
                  <a:pt x="85637" y="987103"/>
                </a:lnTo>
                <a:lnTo>
                  <a:pt x="85362" y="986511"/>
                </a:lnTo>
                <a:lnTo>
                  <a:pt x="85070" y="985935"/>
                </a:lnTo>
                <a:lnTo>
                  <a:pt x="84761" y="985376"/>
                </a:lnTo>
                <a:lnTo>
                  <a:pt x="84436" y="984834"/>
                </a:lnTo>
                <a:lnTo>
                  <a:pt x="84094" y="984308"/>
                </a:lnTo>
                <a:lnTo>
                  <a:pt x="83735" y="983799"/>
                </a:lnTo>
                <a:lnTo>
                  <a:pt x="83360" y="983307"/>
                </a:lnTo>
                <a:lnTo>
                  <a:pt x="82967" y="982832"/>
                </a:lnTo>
                <a:lnTo>
                  <a:pt x="82573" y="982374"/>
                </a:lnTo>
                <a:lnTo>
                  <a:pt x="82164" y="981936"/>
                </a:lnTo>
                <a:lnTo>
                  <a:pt x="81741" y="981518"/>
                </a:lnTo>
                <a:lnTo>
                  <a:pt x="81303" y="981119"/>
                </a:lnTo>
                <a:lnTo>
                  <a:pt x="80851" y="980739"/>
                </a:lnTo>
                <a:lnTo>
                  <a:pt x="80385" y="980379"/>
                </a:lnTo>
                <a:lnTo>
                  <a:pt x="79904" y="980039"/>
                </a:lnTo>
                <a:lnTo>
                  <a:pt x="79408" y="979717"/>
                </a:lnTo>
                <a:lnTo>
                  <a:pt x="78898" y="979416"/>
                </a:lnTo>
                <a:lnTo>
                  <a:pt x="78374" y="979133"/>
                </a:lnTo>
                <a:lnTo>
                  <a:pt x="77835" y="978871"/>
                </a:lnTo>
                <a:lnTo>
                  <a:pt x="77281" y="978627"/>
                </a:lnTo>
                <a:lnTo>
                  <a:pt x="76714" y="978404"/>
                </a:lnTo>
                <a:lnTo>
                  <a:pt x="76131" y="978199"/>
                </a:lnTo>
                <a:lnTo>
                  <a:pt x="75535" y="978014"/>
                </a:lnTo>
                <a:lnTo>
                  <a:pt x="74923" y="977849"/>
                </a:lnTo>
                <a:lnTo>
                  <a:pt x="74298" y="977703"/>
                </a:lnTo>
                <a:lnTo>
                  <a:pt x="73658" y="977576"/>
                </a:lnTo>
                <a:lnTo>
                  <a:pt x="73003" y="977469"/>
                </a:lnTo>
                <a:lnTo>
                  <a:pt x="72334" y="977382"/>
                </a:lnTo>
                <a:lnTo>
                  <a:pt x="71651" y="977313"/>
                </a:lnTo>
                <a:lnTo>
                  <a:pt x="70953" y="977265"/>
                </a:lnTo>
                <a:lnTo>
                  <a:pt x="70240" y="977236"/>
                </a:lnTo>
                <a:lnTo>
                  <a:pt x="69513" y="977226"/>
                </a:lnTo>
                <a:lnTo>
                  <a:pt x="68996" y="977231"/>
                </a:lnTo>
                <a:lnTo>
                  <a:pt x="68486" y="977246"/>
                </a:lnTo>
                <a:lnTo>
                  <a:pt x="67982" y="977271"/>
                </a:lnTo>
                <a:lnTo>
                  <a:pt x="67484" y="977306"/>
                </a:lnTo>
                <a:lnTo>
                  <a:pt x="66994" y="977351"/>
                </a:lnTo>
                <a:lnTo>
                  <a:pt x="66510" y="977406"/>
                </a:lnTo>
                <a:lnTo>
                  <a:pt x="66033" y="977471"/>
                </a:lnTo>
                <a:lnTo>
                  <a:pt x="65562" y="977546"/>
                </a:lnTo>
                <a:lnTo>
                  <a:pt x="65099" y="977631"/>
                </a:lnTo>
                <a:lnTo>
                  <a:pt x="64641" y="977726"/>
                </a:lnTo>
                <a:lnTo>
                  <a:pt x="64191" y="977832"/>
                </a:lnTo>
                <a:lnTo>
                  <a:pt x="63747" y="977947"/>
                </a:lnTo>
                <a:lnTo>
                  <a:pt x="63310" y="978072"/>
                </a:lnTo>
                <a:lnTo>
                  <a:pt x="62880" y="978207"/>
                </a:lnTo>
                <a:lnTo>
                  <a:pt x="62456" y="978352"/>
                </a:lnTo>
                <a:lnTo>
                  <a:pt x="62039" y="978507"/>
                </a:lnTo>
                <a:lnTo>
                  <a:pt x="61628" y="978672"/>
                </a:lnTo>
                <a:lnTo>
                  <a:pt x="61225" y="978848"/>
                </a:lnTo>
                <a:lnTo>
                  <a:pt x="60827" y="979033"/>
                </a:lnTo>
                <a:lnTo>
                  <a:pt x="60437" y="979228"/>
                </a:lnTo>
                <a:lnTo>
                  <a:pt x="60053" y="979433"/>
                </a:lnTo>
                <a:lnTo>
                  <a:pt x="59676" y="979648"/>
                </a:lnTo>
                <a:lnTo>
                  <a:pt x="59306" y="979874"/>
                </a:lnTo>
                <a:lnTo>
                  <a:pt x="58942" y="980109"/>
                </a:lnTo>
                <a:lnTo>
                  <a:pt x="58597" y="980354"/>
                </a:lnTo>
                <a:lnTo>
                  <a:pt x="58257" y="980608"/>
                </a:lnTo>
                <a:lnTo>
                  <a:pt x="57921" y="980872"/>
                </a:lnTo>
                <a:lnTo>
                  <a:pt x="57590" y="981146"/>
                </a:lnTo>
                <a:lnTo>
                  <a:pt x="57263" y="981428"/>
                </a:lnTo>
                <a:lnTo>
                  <a:pt x="56940" y="981721"/>
                </a:lnTo>
                <a:lnTo>
                  <a:pt x="56622" y="982022"/>
                </a:lnTo>
                <a:lnTo>
                  <a:pt x="56308" y="982333"/>
                </a:lnTo>
                <a:lnTo>
                  <a:pt x="55999" y="982654"/>
                </a:lnTo>
                <a:lnTo>
                  <a:pt x="55694" y="982984"/>
                </a:lnTo>
                <a:lnTo>
                  <a:pt x="55394" y="983324"/>
                </a:lnTo>
                <a:lnTo>
                  <a:pt x="55098" y="983673"/>
                </a:lnTo>
                <a:lnTo>
                  <a:pt x="54807" y="984031"/>
                </a:lnTo>
                <a:lnTo>
                  <a:pt x="54520" y="984399"/>
                </a:lnTo>
                <a:lnTo>
                  <a:pt x="54237" y="984776"/>
                </a:lnTo>
                <a:lnTo>
                  <a:pt x="53959" y="985163"/>
                </a:lnTo>
                <a:lnTo>
                  <a:pt x="53685" y="985559"/>
                </a:lnTo>
                <a:lnTo>
                  <a:pt x="53416" y="985965"/>
                </a:lnTo>
                <a:lnTo>
                  <a:pt x="53152" y="986380"/>
                </a:lnTo>
                <a:lnTo>
                  <a:pt x="52891" y="986805"/>
                </a:lnTo>
                <a:lnTo>
                  <a:pt x="52635" y="987239"/>
                </a:lnTo>
                <a:lnTo>
                  <a:pt x="52384" y="987682"/>
                </a:lnTo>
                <a:lnTo>
                  <a:pt x="52137" y="988135"/>
                </a:lnTo>
                <a:lnTo>
                  <a:pt x="51895" y="988598"/>
                </a:lnTo>
                <a:lnTo>
                  <a:pt x="51717" y="988135"/>
                </a:lnTo>
                <a:lnTo>
                  <a:pt x="51532" y="987682"/>
                </a:lnTo>
                <a:lnTo>
                  <a:pt x="51339" y="987239"/>
                </a:lnTo>
                <a:lnTo>
                  <a:pt x="51138" y="986805"/>
                </a:lnTo>
                <a:lnTo>
                  <a:pt x="50930" y="986380"/>
                </a:lnTo>
                <a:lnTo>
                  <a:pt x="50713" y="985965"/>
                </a:lnTo>
                <a:lnTo>
                  <a:pt x="50489" y="985559"/>
                </a:lnTo>
                <a:lnTo>
                  <a:pt x="50257" y="985163"/>
                </a:lnTo>
                <a:lnTo>
                  <a:pt x="50018" y="984776"/>
                </a:lnTo>
                <a:lnTo>
                  <a:pt x="49770" y="984399"/>
                </a:lnTo>
                <a:lnTo>
                  <a:pt x="49515" y="984031"/>
                </a:lnTo>
                <a:lnTo>
                  <a:pt x="49252" y="983673"/>
                </a:lnTo>
                <a:lnTo>
                  <a:pt x="48981" y="983324"/>
                </a:lnTo>
                <a:lnTo>
                  <a:pt x="48702" y="982984"/>
                </a:lnTo>
                <a:lnTo>
                  <a:pt x="48416" y="982654"/>
                </a:lnTo>
                <a:lnTo>
                  <a:pt x="48122" y="982333"/>
                </a:lnTo>
                <a:lnTo>
                  <a:pt x="47820" y="982022"/>
                </a:lnTo>
                <a:lnTo>
                  <a:pt x="47510" y="981721"/>
                </a:lnTo>
                <a:lnTo>
                  <a:pt x="47193" y="981428"/>
                </a:lnTo>
                <a:lnTo>
                  <a:pt x="46867" y="981146"/>
                </a:lnTo>
                <a:lnTo>
                  <a:pt x="46534" y="980872"/>
                </a:lnTo>
                <a:lnTo>
                  <a:pt x="46193" y="980608"/>
                </a:lnTo>
                <a:lnTo>
                  <a:pt x="45844" y="980354"/>
                </a:lnTo>
                <a:lnTo>
                  <a:pt x="45488" y="980109"/>
                </a:lnTo>
                <a:lnTo>
                  <a:pt x="45139" y="979874"/>
                </a:lnTo>
                <a:lnTo>
                  <a:pt x="44785" y="979648"/>
                </a:lnTo>
                <a:lnTo>
                  <a:pt x="44427" y="979433"/>
                </a:lnTo>
                <a:lnTo>
                  <a:pt x="44064" y="979228"/>
                </a:lnTo>
                <a:lnTo>
                  <a:pt x="43697" y="979033"/>
                </a:lnTo>
                <a:lnTo>
                  <a:pt x="43326" y="978848"/>
                </a:lnTo>
                <a:lnTo>
                  <a:pt x="42950" y="978672"/>
                </a:lnTo>
                <a:lnTo>
                  <a:pt x="42569" y="978507"/>
                </a:lnTo>
                <a:lnTo>
                  <a:pt x="42184" y="978352"/>
                </a:lnTo>
                <a:lnTo>
                  <a:pt x="41795" y="978207"/>
                </a:lnTo>
                <a:lnTo>
                  <a:pt x="41401" y="978072"/>
                </a:lnTo>
                <a:lnTo>
                  <a:pt x="41003" y="977947"/>
                </a:lnTo>
                <a:lnTo>
                  <a:pt x="40601" y="977832"/>
                </a:lnTo>
                <a:lnTo>
                  <a:pt x="40193" y="977726"/>
                </a:lnTo>
                <a:lnTo>
                  <a:pt x="39782" y="977631"/>
                </a:lnTo>
                <a:lnTo>
                  <a:pt x="39366" y="977546"/>
                </a:lnTo>
                <a:lnTo>
                  <a:pt x="38946" y="977471"/>
                </a:lnTo>
                <a:lnTo>
                  <a:pt x="38521" y="977406"/>
                </a:lnTo>
                <a:lnTo>
                  <a:pt x="38091" y="977351"/>
                </a:lnTo>
                <a:lnTo>
                  <a:pt x="37657" y="977306"/>
                </a:lnTo>
                <a:lnTo>
                  <a:pt x="37219" y="977271"/>
                </a:lnTo>
                <a:lnTo>
                  <a:pt x="36777" y="977246"/>
                </a:lnTo>
                <a:lnTo>
                  <a:pt x="36329" y="977231"/>
                </a:lnTo>
                <a:lnTo>
                  <a:pt x="35878" y="977226"/>
                </a:lnTo>
                <a:lnTo>
                  <a:pt x="35452" y="977231"/>
                </a:lnTo>
                <a:lnTo>
                  <a:pt x="35028" y="977245"/>
                </a:lnTo>
                <a:lnTo>
                  <a:pt x="34606" y="977268"/>
                </a:lnTo>
                <a:lnTo>
                  <a:pt x="34187" y="977302"/>
                </a:lnTo>
                <a:lnTo>
                  <a:pt x="33770" y="977344"/>
                </a:lnTo>
                <a:lnTo>
                  <a:pt x="33355" y="977396"/>
                </a:lnTo>
                <a:lnTo>
                  <a:pt x="32943" y="977458"/>
                </a:lnTo>
                <a:lnTo>
                  <a:pt x="32532" y="977528"/>
                </a:lnTo>
                <a:lnTo>
                  <a:pt x="32124" y="977609"/>
                </a:lnTo>
                <a:lnTo>
                  <a:pt x="31718" y="977699"/>
                </a:lnTo>
                <a:lnTo>
                  <a:pt x="31314" y="977798"/>
                </a:lnTo>
                <a:lnTo>
                  <a:pt x="30913" y="977907"/>
                </a:lnTo>
                <a:lnTo>
                  <a:pt x="30513" y="978025"/>
                </a:lnTo>
                <a:lnTo>
                  <a:pt x="30116" y="978152"/>
                </a:lnTo>
                <a:lnTo>
                  <a:pt x="29721" y="978290"/>
                </a:lnTo>
                <a:lnTo>
                  <a:pt x="29329" y="978436"/>
                </a:lnTo>
                <a:lnTo>
                  <a:pt x="28938" y="978592"/>
                </a:lnTo>
                <a:lnTo>
                  <a:pt x="28550" y="978758"/>
                </a:lnTo>
                <a:lnTo>
                  <a:pt x="28164" y="978932"/>
                </a:lnTo>
                <a:lnTo>
                  <a:pt x="27780" y="979117"/>
                </a:lnTo>
                <a:lnTo>
                  <a:pt x="27399" y="979311"/>
                </a:lnTo>
                <a:lnTo>
                  <a:pt x="27020" y="979514"/>
                </a:lnTo>
                <a:lnTo>
                  <a:pt x="26643" y="979727"/>
                </a:lnTo>
                <a:lnTo>
                  <a:pt x="26268" y="979949"/>
                </a:lnTo>
                <a:lnTo>
                  <a:pt x="25911" y="980180"/>
                </a:lnTo>
                <a:lnTo>
                  <a:pt x="25560" y="980420"/>
                </a:lnTo>
                <a:lnTo>
                  <a:pt x="25217" y="980670"/>
                </a:lnTo>
                <a:lnTo>
                  <a:pt x="24880" y="980928"/>
                </a:lnTo>
                <a:lnTo>
                  <a:pt x="24549" y="981195"/>
                </a:lnTo>
                <a:lnTo>
                  <a:pt x="24226" y="981470"/>
                </a:lnTo>
                <a:lnTo>
                  <a:pt x="23909" y="981755"/>
                </a:lnTo>
                <a:lnTo>
                  <a:pt x="23598" y="982049"/>
                </a:lnTo>
                <a:lnTo>
                  <a:pt x="23295" y="982351"/>
                </a:lnTo>
                <a:lnTo>
                  <a:pt x="22998" y="982663"/>
                </a:lnTo>
                <a:lnTo>
                  <a:pt x="22707" y="982983"/>
                </a:lnTo>
                <a:lnTo>
                  <a:pt x="22424" y="983312"/>
                </a:lnTo>
                <a:lnTo>
                  <a:pt x="22147" y="983650"/>
                </a:lnTo>
                <a:lnTo>
                  <a:pt x="21876" y="983997"/>
                </a:lnTo>
                <a:lnTo>
                  <a:pt x="21613" y="984353"/>
                </a:lnTo>
                <a:lnTo>
                  <a:pt x="21356" y="984718"/>
                </a:lnTo>
                <a:lnTo>
                  <a:pt x="21106" y="985092"/>
                </a:lnTo>
                <a:lnTo>
                  <a:pt x="20862" y="985475"/>
                </a:lnTo>
                <a:lnTo>
                  <a:pt x="20625" y="985866"/>
                </a:lnTo>
                <a:lnTo>
                  <a:pt x="20395" y="986267"/>
                </a:lnTo>
                <a:lnTo>
                  <a:pt x="20171" y="986676"/>
                </a:lnTo>
                <a:lnTo>
                  <a:pt x="19954" y="987094"/>
                </a:lnTo>
                <a:lnTo>
                  <a:pt x="19744" y="987521"/>
                </a:lnTo>
                <a:lnTo>
                  <a:pt x="19541" y="987957"/>
                </a:lnTo>
                <a:lnTo>
                  <a:pt x="17939" y="978828"/>
                </a:lnTo>
                <a:lnTo>
                  <a:pt x="8489" y="978828"/>
                </a:lnTo>
                <a:lnTo>
                  <a:pt x="8489" y="1060674"/>
                </a:lnTo>
                <a:lnTo>
                  <a:pt x="22103" y="1060674"/>
                </a:lnTo>
                <a:lnTo>
                  <a:pt x="22103" y="1001732"/>
                </a:lnTo>
                <a:lnTo>
                  <a:pt x="22108" y="1001295"/>
                </a:lnTo>
                <a:lnTo>
                  <a:pt x="22122" y="1000864"/>
                </a:lnTo>
                <a:lnTo>
                  <a:pt x="22146" y="1000440"/>
                </a:lnTo>
                <a:lnTo>
                  <a:pt x="22179" y="1000023"/>
                </a:lnTo>
                <a:lnTo>
                  <a:pt x="22221" y="999613"/>
                </a:lnTo>
                <a:close/>
                <a:moveTo>
                  <a:pt x="140577" y="1062139"/>
                </a:moveTo>
                <a:lnTo>
                  <a:pt x="141064" y="1062098"/>
                </a:lnTo>
                <a:lnTo>
                  <a:pt x="141547" y="1062050"/>
                </a:lnTo>
                <a:lnTo>
                  <a:pt x="142025" y="1061997"/>
                </a:lnTo>
                <a:lnTo>
                  <a:pt x="142499" y="1061939"/>
                </a:lnTo>
                <a:lnTo>
                  <a:pt x="142968" y="1061875"/>
                </a:lnTo>
                <a:lnTo>
                  <a:pt x="143433" y="1061806"/>
                </a:lnTo>
                <a:lnTo>
                  <a:pt x="143894" y="1061731"/>
                </a:lnTo>
                <a:lnTo>
                  <a:pt x="144350" y="1061650"/>
                </a:lnTo>
                <a:lnTo>
                  <a:pt x="144801" y="1061564"/>
                </a:lnTo>
                <a:lnTo>
                  <a:pt x="145248" y="1061472"/>
                </a:lnTo>
                <a:lnTo>
                  <a:pt x="145691" y="1061375"/>
                </a:lnTo>
                <a:lnTo>
                  <a:pt x="146129" y="1061272"/>
                </a:lnTo>
                <a:lnTo>
                  <a:pt x="146563" y="1061163"/>
                </a:lnTo>
                <a:lnTo>
                  <a:pt x="146992" y="1061049"/>
                </a:lnTo>
                <a:lnTo>
                  <a:pt x="147417" y="1060930"/>
                </a:lnTo>
                <a:lnTo>
                  <a:pt x="147838" y="1060805"/>
                </a:lnTo>
                <a:lnTo>
                  <a:pt x="148254" y="1060674"/>
                </a:lnTo>
                <a:lnTo>
                  <a:pt x="148665" y="1060551"/>
                </a:lnTo>
                <a:lnTo>
                  <a:pt x="149072" y="1060424"/>
                </a:lnTo>
                <a:lnTo>
                  <a:pt x="149475" y="1060291"/>
                </a:lnTo>
                <a:lnTo>
                  <a:pt x="149873" y="1060153"/>
                </a:lnTo>
                <a:lnTo>
                  <a:pt x="150267" y="1060011"/>
                </a:lnTo>
                <a:lnTo>
                  <a:pt x="150656" y="1059863"/>
                </a:lnTo>
                <a:lnTo>
                  <a:pt x="151041" y="1059710"/>
                </a:lnTo>
                <a:lnTo>
                  <a:pt x="151422" y="1059553"/>
                </a:lnTo>
                <a:lnTo>
                  <a:pt x="151798" y="1059390"/>
                </a:lnTo>
                <a:lnTo>
                  <a:pt x="152169" y="1059222"/>
                </a:lnTo>
                <a:lnTo>
                  <a:pt x="152536" y="1059050"/>
                </a:lnTo>
                <a:lnTo>
                  <a:pt x="152899" y="1058872"/>
                </a:lnTo>
                <a:lnTo>
                  <a:pt x="153257" y="1058689"/>
                </a:lnTo>
                <a:lnTo>
                  <a:pt x="153611" y="1058502"/>
                </a:lnTo>
                <a:lnTo>
                  <a:pt x="153960" y="1058309"/>
                </a:lnTo>
                <a:lnTo>
                  <a:pt x="154305" y="1058111"/>
                </a:lnTo>
                <a:lnTo>
                  <a:pt x="154645" y="1057908"/>
                </a:lnTo>
                <a:lnTo>
                  <a:pt x="154981" y="1057701"/>
                </a:lnTo>
                <a:lnTo>
                  <a:pt x="155312" y="1057488"/>
                </a:lnTo>
                <a:lnTo>
                  <a:pt x="155639" y="1057270"/>
                </a:lnTo>
                <a:lnTo>
                  <a:pt x="155962" y="1057048"/>
                </a:lnTo>
                <a:lnTo>
                  <a:pt x="156280" y="1056820"/>
                </a:lnTo>
                <a:lnTo>
                  <a:pt x="156594" y="1056587"/>
                </a:lnTo>
                <a:lnTo>
                  <a:pt x="156903" y="1056349"/>
                </a:lnTo>
                <a:lnTo>
                  <a:pt x="157208" y="1056094"/>
                </a:lnTo>
                <a:lnTo>
                  <a:pt x="157508" y="1055833"/>
                </a:lnTo>
                <a:lnTo>
                  <a:pt x="157804" y="1055569"/>
                </a:lnTo>
                <a:lnTo>
                  <a:pt x="158095" y="1055299"/>
                </a:lnTo>
                <a:lnTo>
                  <a:pt x="158382" y="1055026"/>
                </a:lnTo>
                <a:lnTo>
                  <a:pt x="158665" y="1054748"/>
                </a:lnTo>
                <a:lnTo>
                  <a:pt x="158943" y="1054465"/>
                </a:lnTo>
                <a:lnTo>
                  <a:pt x="159216" y="1054178"/>
                </a:lnTo>
                <a:lnTo>
                  <a:pt x="159486" y="1053887"/>
                </a:lnTo>
                <a:lnTo>
                  <a:pt x="159750" y="1053591"/>
                </a:lnTo>
                <a:lnTo>
                  <a:pt x="160011" y="1053291"/>
                </a:lnTo>
                <a:lnTo>
                  <a:pt x="160266" y="1052986"/>
                </a:lnTo>
                <a:lnTo>
                  <a:pt x="160518" y="1052677"/>
                </a:lnTo>
                <a:lnTo>
                  <a:pt x="160765" y="1052363"/>
                </a:lnTo>
                <a:lnTo>
                  <a:pt x="161007" y="1052045"/>
                </a:lnTo>
                <a:lnTo>
                  <a:pt x="161245" y="1051722"/>
                </a:lnTo>
                <a:lnTo>
                  <a:pt x="161479" y="1051395"/>
                </a:lnTo>
                <a:lnTo>
                  <a:pt x="161708" y="1051064"/>
                </a:lnTo>
                <a:lnTo>
                  <a:pt x="161933" y="1050728"/>
                </a:lnTo>
                <a:lnTo>
                  <a:pt x="162153" y="1050387"/>
                </a:lnTo>
                <a:lnTo>
                  <a:pt x="162369" y="1050043"/>
                </a:lnTo>
                <a:lnTo>
                  <a:pt x="162580" y="1049693"/>
                </a:lnTo>
                <a:lnTo>
                  <a:pt x="162787" y="1049340"/>
                </a:lnTo>
                <a:lnTo>
                  <a:pt x="162989" y="1048982"/>
                </a:lnTo>
                <a:lnTo>
                  <a:pt x="163017" y="1049301"/>
                </a:lnTo>
                <a:lnTo>
                  <a:pt x="163047" y="1049617"/>
                </a:lnTo>
                <a:lnTo>
                  <a:pt x="163079" y="1049930"/>
                </a:lnTo>
                <a:lnTo>
                  <a:pt x="163114" y="1050241"/>
                </a:lnTo>
                <a:lnTo>
                  <a:pt x="163151" y="1050548"/>
                </a:lnTo>
                <a:lnTo>
                  <a:pt x="163190" y="1050854"/>
                </a:lnTo>
                <a:lnTo>
                  <a:pt x="163231" y="1051156"/>
                </a:lnTo>
                <a:lnTo>
                  <a:pt x="163274" y="1051455"/>
                </a:lnTo>
                <a:lnTo>
                  <a:pt x="163320" y="1051752"/>
                </a:lnTo>
                <a:lnTo>
                  <a:pt x="163368" y="1052046"/>
                </a:lnTo>
                <a:lnTo>
                  <a:pt x="163418" y="1052337"/>
                </a:lnTo>
                <a:lnTo>
                  <a:pt x="163470" y="1052625"/>
                </a:lnTo>
                <a:lnTo>
                  <a:pt x="163524" y="1052911"/>
                </a:lnTo>
                <a:lnTo>
                  <a:pt x="163581" y="1053194"/>
                </a:lnTo>
                <a:lnTo>
                  <a:pt x="163640" y="1053474"/>
                </a:lnTo>
                <a:lnTo>
                  <a:pt x="163701" y="1053751"/>
                </a:lnTo>
                <a:lnTo>
                  <a:pt x="163765" y="1054025"/>
                </a:lnTo>
                <a:lnTo>
                  <a:pt x="163830" y="1054297"/>
                </a:lnTo>
                <a:lnTo>
                  <a:pt x="163898" y="1054566"/>
                </a:lnTo>
                <a:lnTo>
                  <a:pt x="163968" y="1054832"/>
                </a:lnTo>
                <a:lnTo>
                  <a:pt x="164040" y="1055096"/>
                </a:lnTo>
                <a:lnTo>
                  <a:pt x="164115" y="1055356"/>
                </a:lnTo>
                <a:lnTo>
                  <a:pt x="164192" y="1055614"/>
                </a:lnTo>
                <a:lnTo>
                  <a:pt x="164271" y="1055869"/>
                </a:lnTo>
                <a:lnTo>
                  <a:pt x="164367" y="1056120"/>
                </a:lnTo>
                <a:lnTo>
                  <a:pt x="164470" y="1056367"/>
                </a:lnTo>
                <a:lnTo>
                  <a:pt x="164579" y="1056610"/>
                </a:lnTo>
                <a:lnTo>
                  <a:pt x="164693" y="1056848"/>
                </a:lnTo>
                <a:lnTo>
                  <a:pt x="164814" y="1057081"/>
                </a:lnTo>
                <a:lnTo>
                  <a:pt x="164941" y="1057310"/>
                </a:lnTo>
                <a:lnTo>
                  <a:pt x="165075" y="1057535"/>
                </a:lnTo>
                <a:lnTo>
                  <a:pt x="165214" y="1057755"/>
                </a:lnTo>
                <a:lnTo>
                  <a:pt x="165359" y="1057971"/>
                </a:lnTo>
                <a:lnTo>
                  <a:pt x="165511" y="1058182"/>
                </a:lnTo>
                <a:lnTo>
                  <a:pt x="165669" y="1058389"/>
                </a:lnTo>
                <a:lnTo>
                  <a:pt x="165832" y="1058592"/>
                </a:lnTo>
                <a:lnTo>
                  <a:pt x="166002" y="1058790"/>
                </a:lnTo>
                <a:lnTo>
                  <a:pt x="166178" y="1058983"/>
                </a:lnTo>
                <a:lnTo>
                  <a:pt x="166360" y="1059172"/>
                </a:lnTo>
                <a:lnTo>
                  <a:pt x="166549" y="1059357"/>
                </a:lnTo>
                <a:lnTo>
                  <a:pt x="166743" y="1059537"/>
                </a:lnTo>
                <a:lnTo>
                  <a:pt x="166944" y="1059713"/>
                </a:lnTo>
                <a:lnTo>
                  <a:pt x="167150" y="1059884"/>
                </a:lnTo>
                <a:lnTo>
                  <a:pt x="167363" y="1060051"/>
                </a:lnTo>
                <a:lnTo>
                  <a:pt x="167582" y="1060213"/>
                </a:lnTo>
                <a:lnTo>
                  <a:pt x="167807" y="1060371"/>
                </a:lnTo>
                <a:lnTo>
                  <a:pt x="168038" y="1060525"/>
                </a:lnTo>
                <a:lnTo>
                  <a:pt x="168275" y="1060674"/>
                </a:lnTo>
                <a:lnTo>
                  <a:pt x="168533" y="1060805"/>
                </a:lnTo>
                <a:lnTo>
                  <a:pt x="168801" y="1060930"/>
                </a:lnTo>
                <a:lnTo>
                  <a:pt x="169078" y="1061049"/>
                </a:lnTo>
                <a:lnTo>
                  <a:pt x="169365" y="1061163"/>
                </a:lnTo>
                <a:lnTo>
                  <a:pt x="169661" y="1061272"/>
                </a:lnTo>
                <a:lnTo>
                  <a:pt x="169967" y="1061375"/>
                </a:lnTo>
                <a:lnTo>
                  <a:pt x="170282" y="1061472"/>
                </a:lnTo>
                <a:lnTo>
                  <a:pt x="170606" y="1061564"/>
                </a:lnTo>
                <a:lnTo>
                  <a:pt x="170940" y="1061650"/>
                </a:lnTo>
                <a:lnTo>
                  <a:pt x="171284" y="1061731"/>
                </a:lnTo>
                <a:lnTo>
                  <a:pt x="171637" y="1061806"/>
                </a:lnTo>
                <a:lnTo>
                  <a:pt x="171999" y="1061875"/>
                </a:lnTo>
                <a:lnTo>
                  <a:pt x="172371" y="1061939"/>
                </a:lnTo>
                <a:lnTo>
                  <a:pt x="172752" y="1061997"/>
                </a:lnTo>
                <a:lnTo>
                  <a:pt x="173143" y="1062050"/>
                </a:lnTo>
                <a:lnTo>
                  <a:pt x="173543" y="1062098"/>
                </a:lnTo>
                <a:lnTo>
                  <a:pt x="173952" y="1062139"/>
                </a:lnTo>
                <a:lnTo>
                  <a:pt x="174371" y="1062175"/>
                </a:lnTo>
                <a:lnTo>
                  <a:pt x="174800" y="1062206"/>
                </a:lnTo>
                <a:lnTo>
                  <a:pt x="175238" y="1062231"/>
                </a:lnTo>
                <a:lnTo>
                  <a:pt x="175685" y="1062250"/>
                </a:lnTo>
                <a:lnTo>
                  <a:pt x="176142" y="1062264"/>
                </a:lnTo>
                <a:lnTo>
                  <a:pt x="176608" y="1062273"/>
                </a:lnTo>
                <a:lnTo>
                  <a:pt x="177084" y="1062276"/>
                </a:lnTo>
                <a:lnTo>
                  <a:pt x="177351" y="1062274"/>
                </a:lnTo>
                <a:lnTo>
                  <a:pt x="177617" y="1062270"/>
                </a:lnTo>
                <a:lnTo>
                  <a:pt x="177883" y="1062263"/>
                </a:lnTo>
                <a:lnTo>
                  <a:pt x="178148" y="1062253"/>
                </a:lnTo>
                <a:lnTo>
                  <a:pt x="178412" y="1062241"/>
                </a:lnTo>
                <a:lnTo>
                  <a:pt x="178676" y="1062225"/>
                </a:lnTo>
                <a:lnTo>
                  <a:pt x="178939" y="1062207"/>
                </a:lnTo>
                <a:lnTo>
                  <a:pt x="179202" y="1062187"/>
                </a:lnTo>
                <a:lnTo>
                  <a:pt x="179464" y="1062163"/>
                </a:lnTo>
                <a:lnTo>
                  <a:pt x="179726" y="1062136"/>
                </a:lnTo>
                <a:lnTo>
                  <a:pt x="179987" y="1062107"/>
                </a:lnTo>
                <a:lnTo>
                  <a:pt x="180248" y="1062075"/>
                </a:lnTo>
                <a:lnTo>
                  <a:pt x="180508" y="1062041"/>
                </a:lnTo>
                <a:lnTo>
                  <a:pt x="180767" y="1062003"/>
                </a:lnTo>
                <a:lnTo>
                  <a:pt x="181026" y="1061963"/>
                </a:lnTo>
                <a:lnTo>
                  <a:pt x="181284" y="1061920"/>
                </a:lnTo>
                <a:lnTo>
                  <a:pt x="181542" y="1061874"/>
                </a:lnTo>
                <a:lnTo>
                  <a:pt x="181799" y="1061825"/>
                </a:lnTo>
                <a:lnTo>
                  <a:pt x="182056" y="1061774"/>
                </a:lnTo>
                <a:lnTo>
                  <a:pt x="182312" y="1061719"/>
                </a:lnTo>
                <a:lnTo>
                  <a:pt x="182567" y="1061662"/>
                </a:lnTo>
                <a:lnTo>
                  <a:pt x="182822" y="1061603"/>
                </a:lnTo>
                <a:lnTo>
                  <a:pt x="183077" y="1061540"/>
                </a:lnTo>
                <a:lnTo>
                  <a:pt x="183331" y="1061475"/>
                </a:lnTo>
                <a:lnTo>
                  <a:pt x="183596" y="1061407"/>
                </a:lnTo>
                <a:lnTo>
                  <a:pt x="183857" y="1061337"/>
                </a:lnTo>
                <a:lnTo>
                  <a:pt x="184114" y="1061264"/>
                </a:lnTo>
                <a:lnTo>
                  <a:pt x="184367" y="1061190"/>
                </a:lnTo>
                <a:lnTo>
                  <a:pt x="184617" y="1061113"/>
                </a:lnTo>
                <a:lnTo>
                  <a:pt x="184862" y="1061034"/>
                </a:lnTo>
                <a:lnTo>
                  <a:pt x="185104" y="1060953"/>
                </a:lnTo>
                <a:lnTo>
                  <a:pt x="185342" y="1060870"/>
                </a:lnTo>
                <a:lnTo>
                  <a:pt x="185576" y="1060784"/>
                </a:lnTo>
                <a:lnTo>
                  <a:pt x="185806" y="1060696"/>
                </a:lnTo>
                <a:lnTo>
                  <a:pt x="186032" y="1060606"/>
                </a:lnTo>
                <a:lnTo>
                  <a:pt x="186254" y="1060514"/>
                </a:lnTo>
                <a:lnTo>
                  <a:pt x="186472" y="1060419"/>
                </a:lnTo>
                <a:lnTo>
                  <a:pt x="186687" y="1060322"/>
                </a:lnTo>
                <a:lnTo>
                  <a:pt x="186897" y="1060223"/>
                </a:lnTo>
                <a:lnTo>
                  <a:pt x="187104" y="1060122"/>
                </a:lnTo>
                <a:lnTo>
                  <a:pt x="187306" y="1060019"/>
                </a:lnTo>
                <a:lnTo>
                  <a:pt x="187505" y="1059913"/>
                </a:lnTo>
                <a:lnTo>
                  <a:pt x="187700" y="1059805"/>
                </a:lnTo>
                <a:lnTo>
                  <a:pt x="187891" y="1059695"/>
                </a:lnTo>
                <a:lnTo>
                  <a:pt x="188078" y="1059583"/>
                </a:lnTo>
                <a:lnTo>
                  <a:pt x="188262" y="1059468"/>
                </a:lnTo>
                <a:lnTo>
                  <a:pt x="188441" y="1059351"/>
                </a:lnTo>
                <a:lnTo>
                  <a:pt x="188616" y="1059232"/>
                </a:lnTo>
                <a:lnTo>
                  <a:pt x="188616" y="1048821"/>
                </a:lnTo>
                <a:lnTo>
                  <a:pt x="188470" y="1048926"/>
                </a:lnTo>
                <a:lnTo>
                  <a:pt x="188324" y="1049028"/>
                </a:lnTo>
                <a:lnTo>
                  <a:pt x="188178" y="1049127"/>
                </a:lnTo>
                <a:lnTo>
                  <a:pt x="188034" y="1049222"/>
                </a:lnTo>
                <a:lnTo>
                  <a:pt x="187889" y="1049314"/>
                </a:lnTo>
                <a:lnTo>
                  <a:pt x="187745" y="1049402"/>
                </a:lnTo>
                <a:lnTo>
                  <a:pt x="187602" y="1049487"/>
                </a:lnTo>
                <a:lnTo>
                  <a:pt x="187460" y="1049569"/>
                </a:lnTo>
                <a:lnTo>
                  <a:pt x="187318" y="1049647"/>
                </a:lnTo>
                <a:lnTo>
                  <a:pt x="187176" y="1049722"/>
                </a:lnTo>
                <a:lnTo>
                  <a:pt x="187035" y="1049794"/>
                </a:lnTo>
                <a:lnTo>
                  <a:pt x="186895" y="1049862"/>
                </a:lnTo>
                <a:lnTo>
                  <a:pt x="186755" y="1049928"/>
                </a:lnTo>
                <a:lnTo>
                  <a:pt x="186615" y="1049989"/>
                </a:lnTo>
                <a:lnTo>
                  <a:pt x="186477" y="1050048"/>
                </a:lnTo>
                <a:lnTo>
                  <a:pt x="186338" y="1050103"/>
                </a:lnTo>
                <a:lnTo>
                  <a:pt x="186201" y="1050154"/>
                </a:lnTo>
                <a:lnTo>
                  <a:pt x="186064" y="1050203"/>
                </a:lnTo>
                <a:lnTo>
                  <a:pt x="185927" y="1050248"/>
                </a:lnTo>
                <a:lnTo>
                  <a:pt x="185791" y="1050290"/>
                </a:lnTo>
                <a:lnTo>
                  <a:pt x="185656" y="1050328"/>
                </a:lnTo>
                <a:lnTo>
                  <a:pt x="185521" y="1050363"/>
                </a:lnTo>
                <a:lnTo>
                  <a:pt x="185387" y="1050395"/>
                </a:lnTo>
                <a:lnTo>
                  <a:pt x="185253" y="1050423"/>
                </a:lnTo>
                <a:lnTo>
                  <a:pt x="185119" y="1050449"/>
                </a:lnTo>
                <a:lnTo>
                  <a:pt x="184986" y="1050474"/>
                </a:lnTo>
                <a:lnTo>
                  <a:pt x="184852" y="1050498"/>
                </a:lnTo>
                <a:lnTo>
                  <a:pt x="184719" y="1050521"/>
                </a:lnTo>
                <a:lnTo>
                  <a:pt x="184585" y="1050543"/>
                </a:lnTo>
                <a:lnTo>
                  <a:pt x="184452" y="1050563"/>
                </a:lnTo>
                <a:lnTo>
                  <a:pt x="184319" y="1050583"/>
                </a:lnTo>
                <a:lnTo>
                  <a:pt x="184185" y="1050601"/>
                </a:lnTo>
                <a:lnTo>
                  <a:pt x="184052" y="1050618"/>
                </a:lnTo>
                <a:lnTo>
                  <a:pt x="183918" y="1050634"/>
                </a:lnTo>
                <a:lnTo>
                  <a:pt x="183785" y="1050649"/>
                </a:lnTo>
                <a:lnTo>
                  <a:pt x="183651" y="1050663"/>
                </a:lnTo>
                <a:lnTo>
                  <a:pt x="183518" y="1050676"/>
                </a:lnTo>
                <a:lnTo>
                  <a:pt x="183384" y="1050688"/>
                </a:lnTo>
                <a:lnTo>
                  <a:pt x="183251" y="1050698"/>
                </a:lnTo>
                <a:lnTo>
                  <a:pt x="183117" y="1050708"/>
                </a:lnTo>
                <a:lnTo>
                  <a:pt x="182984" y="1050716"/>
                </a:lnTo>
                <a:lnTo>
                  <a:pt x="182850" y="1050723"/>
                </a:lnTo>
                <a:lnTo>
                  <a:pt x="182717" y="1050730"/>
                </a:lnTo>
                <a:lnTo>
                  <a:pt x="182583" y="1050735"/>
                </a:lnTo>
                <a:lnTo>
                  <a:pt x="182450" y="1050738"/>
                </a:lnTo>
                <a:lnTo>
                  <a:pt x="182316" y="1050741"/>
                </a:lnTo>
                <a:lnTo>
                  <a:pt x="182183" y="1050743"/>
                </a:lnTo>
                <a:lnTo>
                  <a:pt x="182049" y="1050743"/>
                </a:lnTo>
                <a:lnTo>
                  <a:pt x="181865" y="1050741"/>
                </a:lnTo>
                <a:lnTo>
                  <a:pt x="181684" y="1050736"/>
                </a:lnTo>
                <a:lnTo>
                  <a:pt x="181506" y="1050726"/>
                </a:lnTo>
                <a:lnTo>
                  <a:pt x="181333" y="1050712"/>
                </a:lnTo>
                <a:lnTo>
                  <a:pt x="181164" y="1050695"/>
                </a:lnTo>
                <a:lnTo>
                  <a:pt x="180998" y="1050673"/>
                </a:lnTo>
                <a:lnTo>
                  <a:pt x="180837" y="1050648"/>
                </a:lnTo>
                <a:lnTo>
                  <a:pt x="180679" y="1050619"/>
                </a:lnTo>
                <a:lnTo>
                  <a:pt x="180525" y="1050586"/>
                </a:lnTo>
                <a:lnTo>
                  <a:pt x="180375" y="1050549"/>
                </a:lnTo>
                <a:lnTo>
                  <a:pt x="180229" y="1050508"/>
                </a:lnTo>
                <a:lnTo>
                  <a:pt x="180087" y="1050463"/>
                </a:lnTo>
                <a:lnTo>
                  <a:pt x="179949" y="1050414"/>
                </a:lnTo>
                <a:lnTo>
                  <a:pt x="179815" y="1050362"/>
                </a:lnTo>
                <a:lnTo>
                  <a:pt x="179684" y="1050305"/>
                </a:lnTo>
                <a:lnTo>
                  <a:pt x="179558" y="1050245"/>
                </a:lnTo>
                <a:lnTo>
                  <a:pt x="179435" y="1050181"/>
                </a:lnTo>
                <a:lnTo>
                  <a:pt x="179317" y="1050113"/>
                </a:lnTo>
                <a:lnTo>
                  <a:pt x="179202" y="1050041"/>
                </a:lnTo>
                <a:lnTo>
                  <a:pt x="179091" y="1049965"/>
                </a:lnTo>
                <a:lnTo>
                  <a:pt x="178984" y="1049885"/>
                </a:lnTo>
                <a:lnTo>
                  <a:pt x="178881" y="1049801"/>
                </a:lnTo>
                <a:lnTo>
                  <a:pt x="178781" y="1049714"/>
                </a:lnTo>
                <a:lnTo>
                  <a:pt x="178686" y="1049622"/>
                </a:lnTo>
                <a:lnTo>
                  <a:pt x="178594" y="1049526"/>
                </a:lnTo>
                <a:lnTo>
                  <a:pt x="178507" y="1049425"/>
                </a:lnTo>
                <a:lnTo>
                  <a:pt x="178423" y="1049319"/>
                </a:lnTo>
                <a:lnTo>
                  <a:pt x="178343" y="1049208"/>
                </a:lnTo>
                <a:lnTo>
                  <a:pt x="178267" y="1049092"/>
                </a:lnTo>
                <a:lnTo>
                  <a:pt x="178195" y="1048971"/>
                </a:lnTo>
                <a:lnTo>
                  <a:pt x="178127" y="1048846"/>
                </a:lnTo>
                <a:lnTo>
                  <a:pt x="178063" y="1048715"/>
                </a:lnTo>
                <a:lnTo>
                  <a:pt x="178003" y="1048579"/>
                </a:lnTo>
                <a:lnTo>
                  <a:pt x="177946" y="1048438"/>
                </a:lnTo>
                <a:lnTo>
                  <a:pt x="177894" y="1048292"/>
                </a:lnTo>
                <a:lnTo>
                  <a:pt x="177845" y="1048141"/>
                </a:lnTo>
                <a:lnTo>
                  <a:pt x="177800" y="1047985"/>
                </a:lnTo>
                <a:lnTo>
                  <a:pt x="177759" y="1047824"/>
                </a:lnTo>
                <a:lnTo>
                  <a:pt x="177722" y="1047658"/>
                </a:lnTo>
                <a:lnTo>
                  <a:pt x="177689" y="1047487"/>
                </a:lnTo>
                <a:lnTo>
                  <a:pt x="177660" y="1047311"/>
                </a:lnTo>
                <a:lnTo>
                  <a:pt x="177635" y="1047130"/>
                </a:lnTo>
                <a:lnTo>
                  <a:pt x="177613" y="1046944"/>
                </a:lnTo>
                <a:lnTo>
                  <a:pt x="177596" y="1046752"/>
                </a:lnTo>
                <a:lnTo>
                  <a:pt x="177582" y="1046556"/>
                </a:lnTo>
                <a:lnTo>
                  <a:pt x="177573" y="1046355"/>
                </a:lnTo>
                <a:lnTo>
                  <a:pt x="177567" y="1046149"/>
                </a:lnTo>
                <a:lnTo>
                  <a:pt x="177565" y="1045938"/>
                </a:lnTo>
                <a:lnTo>
                  <a:pt x="177565" y="978828"/>
                </a:lnTo>
                <a:lnTo>
                  <a:pt x="161548" y="978828"/>
                </a:lnTo>
                <a:lnTo>
                  <a:pt x="161548" y="1028640"/>
                </a:lnTo>
                <a:lnTo>
                  <a:pt x="161543" y="1029132"/>
                </a:lnTo>
                <a:lnTo>
                  <a:pt x="161530" y="1029620"/>
                </a:lnTo>
                <a:lnTo>
                  <a:pt x="161508" y="1030104"/>
                </a:lnTo>
                <a:lnTo>
                  <a:pt x="161477" y="1030584"/>
                </a:lnTo>
                <a:lnTo>
                  <a:pt x="161437" y="1031061"/>
                </a:lnTo>
                <a:lnTo>
                  <a:pt x="161388" y="1031533"/>
                </a:lnTo>
                <a:lnTo>
                  <a:pt x="161330" y="1032002"/>
                </a:lnTo>
                <a:lnTo>
                  <a:pt x="161263" y="1032466"/>
                </a:lnTo>
                <a:lnTo>
                  <a:pt x="161187" y="1032927"/>
                </a:lnTo>
                <a:lnTo>
                  <a:pt x="161103" y="1033384"/>
                </a:lnTo>
                <a:lnTo>
                  <a:pt x="161009" y="1033837"/>
                </a:lnTo>
                <a:lnTo>
                  <a:pt x="160907" y="1034286"/>
                </a:lnTo>
                <a:lnTo>
                  <a:pt x="160796" y="1034731"/>
                </a:lnTo>
                <a:lnTo>
                  <a:pt x="160676" y="1035173"/>
                </a:lnTo>
                <a:lnTo>
                  <a:pt x="160547" y="1035610"/>
                </a:lnTo>
                <a:lnTo>
                  <a:pt x="160409" y="1036043"/>
                </a:lnTo>
                <a:lnTo>
                  <a:pt x="160262" y="1036473"/>
                </a:lnTo>
                <a:lnTo>
                  <a:pt x="160106" y="1036899"/>
                </a:lnTo>
                <a:lnTo>
                  <a:pt x="159942" y="1037321"/>
                </a:lnTo>
                <a:lnTo>
                  <a:pt x="159768" y="1037739"/>
                </a:lnTo>
                <a:lnTo>
                  <a:pt x="159586" y="1038153"/>
                </a:lnTo>
                <a:lnTo>
                  <a:pt x="159394" y="1038563"/>
                </a:lnTo>
                <a:lnTo>
                  <a:pt x="159194" y="1038969"/>
                </a:lnTo>
                <a:lnTo>
                  <a:pt x="158985" y="1039371"/>
                </a:lnTo>
                <a:lnTo>
                  <a:pt x="158781" y="1039769"/>
                </a:lnTo>
                <a:lnTo>
                  <a:pt x="158570" y="1040159"/>
                </a:lnTo>
                <a:lnTo>
                  <a:pt x="158352" y="1040543"/>
                </a:lnTo>
                <a:lnTo>
                  <a:pt x="158126" y="1040920"/>
                </a:lnTo>
                <a:lnTo>
                  <a:pt x="157894" y="1041290"/>
                </a:lnTo>
                <a:lnTo>
                  <a:pt x="157654" y="1041654"/>
                </a:lnTo>
                <a:lnTo>
                  <a:pt x="157407" y="1042011"/>
                </a:lnTo>
                <a:lnTo>
                  <a:pt x="157152" y="1042361"/>
                </a:lnTo>
                <a:lnTo>
                  <a:pt x="156890" y="1042705"/>
                </a:lnTo>
                <a:lnTo>
                  <a:pt x="156622" y="1043042"/>
                </a:lnTo>
                <a:lnTo>
                  <a:pt x="156345" y="1043372"/>
                </a:lnTo>
                <a:lnTo>
                  <a:pt x="156062" y="1043696"/>
                </a:lnTo>
                <a:lnTo>
                  <a:pt x="155771" y="1044013"/>
                </a:lnTo>
                <a:lnTo>
                  <a:pt x="155474" y="1044323"/>
                </a:lnTo>
                <a:lnTo>
                  <a:pt x="155169" y="1044627"/>
                </a:lnTo>
                <a:lnTo>
                  <a:pt x="154856" y="1044924"/>
                </a:lnTo>
                <a:lnTo>
                  <a:pt x="154537" y="1045214"/>
                </a:lnTo>
                <a:lnTo>
                  <a:pt x="154210" y="1045498"/>
                </a:lnTo>
                <a:lnTo>
                  <a:pt x="153876" y="1045775"/>
                </a:lnTo>
                <a:lnTo>
                  <a:pt x="153535" y="1046045"/>
                </a:lnTo>
                <a:lnTo>
                  <a:pt x="153187" y="1046309"/>
                </a:lnTo>
                <a:lnTo>
                  <a:pt x="152831" y="1046566"/>
                </a:lnTo>
                <a:lnTo>
                  <a:pt x="152468" y="1046816"/>
                </a:lnTo>
                <a:lnTo>
                  <a:pt x="152098" y="1047060"/>
                </a:lnTo>
                <a:lnTo>
                  <a:pt x="151735" y="1047282"/>
                </a:lnTo>
                <a:lnTo>
                  <a:pt x="151368" y="1047494"/>
                </a:lnTo>
                <a:lnTo>
                  <a:pt x="150997" y="1047698"/>
                </a:lnTo>
                <a:lnTo>
                  <a:pt x="150621" y="1047892"/>
                </a:lnTo>
                <a:lnTo>
                  <a:pt x="150240" y="1048076"/>
                </a:lnTo>
                <a:lnTo>
                  <a:pt x="149856" y="1048251"/>
                </a:lnTo>
                <a:lnTo>
                  <a:pt x="149466" y="1048416"/>
                </a:lnTo>
                <a:lnTo>
                  <a:pt x="149072" y="1048572"/>
                </a:lnTo>
                <a:lnTo>
                  <a:pt x="148674" y="1048719"/>
                </a:lnTo>
                <a:lnTo>
                  <a:pt x="148272" y="1048856"/>
                </a:lnTo>
                <a:lnTo>
                  <a:pt x="147865" y="1048983"/>
                </a:lnTo>
                <a:lnTo>
                  <a:pt x="147453" y="1049102"/>
                </a:lnTo>
                <a:lnTo>
                  <a:pt x="147037" y="1049210"/>
                </a:lnTo>
                <a:lnTo>
                  <a:pt x="146617" y="1049310"/>
                </a:lnTo>
                <a:lnTo>
                  <a:pt x="146192" y="1049399"/>
                </a:lnTo>
                <a:lnTo>
                  <a:pt x="145762" y="1049480"/>
                </a:lnTo>
                <a:lnTo>
                  <a:pt x="145329" y="1049551"/>
                </a:lnTo>
                <a:lnTo>
                  <a:pt x="144890" y="1049612"/>
                </a:lnTo>
                <a:lnTo>
                  <a:pt x="144448" y="1049664"/>
                </a:lnTo>
                <a:lnTo>
                  <a:pt x="144000" y="1049707"/>
                </a:lnTo>
                <a:lnTo>
                  <a:pt x="143549" y="1049740"/>
                </a:lnTo>
                <a:lnTo>
                  <a:pt x="143093" y="1049763"/>
                </a:lnTo>
                <a:lnTo>
                  <a:pt x="142632" y="1049778"/>
                </a:lnTo>
                <a:lnTo>
                  <a:pt x="142167" y="1049782"/>
                </a:lnTo>
                <a:lnTo>
                  <a:pt x="141466" y="1049774"/>
                </a:lnTo>
                <a:lnTo>
                  <a:pt x="140778" y="1049748"/>
                </a:lnTo>
                <a:lnTo>
                  <a:pt x="140103" y="1049705"/>
                </a:lnTo>
                <a:lnTo>
                  <a:pt x="139440" y="1049644"/>
                </a:lnTo>
                <a:lnTo>
                  <a:pt x="138790" y="1049567"/>
                </a:lnTo>
                <a:lnTo>
                  <a:pt x="138153" y="1049472"/>
                </a:lnTo>
                <a:lnTo>
                  <a:pt x="137529" y="1049360"/>
                </a:lnTo>
                <a:lnTo>
                  <a:pt x="136917" y="1049231"/>
                </a:lnTo>
                <a:lnTo>
                  <a:pt x="136319" y="1049084"/>
                </a:lnTo>
                <a:lnTo>
                  <a:pt x="135733" y="1048920"/>
                </a:lnTo>
                <a:lnTo>
                  <a:pt x="135160" y="1048739"/>
                </a:lnTo>
                <a:lnTo>
                  <a:pt x="134599" y="1048541"/>
                </a:lnTo>
                <a:lnTo>
                  <a:pt x="134052" y="1048326"/>
                </a:lnTo>
                <a:lnTo>
                  <a:pt x="133517" y="1048093"/>
                </a:lnTo>
                <a:lnTo>
                  <a:pt x="132995" y="1047843"/>
                </a:lnTo>
                <a:lnTo>
                  <a:pt x="132486" y="1047576"/>
                </a:lnTo>
                <a:lnTo>
                  <a:pt x="131990" y="1047291"/>
                </a:lnTo>
                <a:lnTo>
                  <a:pt x="131506" y="1046989"/>
                </a:lnTo>
                <a:lnTo>
                  <a:pt x="131035" y="1046670"/>
                </a:lnTo>
                <a:lnTo>
                  <a:pt x="130577" y="1046334"/>
                </a:lnTo>
                <a:lnTo>
                  <a:pt x="130132" y="1045981"/>
                </a:lnTo>
                <a:lnTo>
                  <a:pt x="129700" y="1045610"/>
                </a:lnTo>
                <a:lnTo>
                  <a:pt x="129280" y="1045222"/>
                </a:lnTo>
                <a:lnTo>
                  <a:pt x="128873" y="1044817"/>
                </a:lnTo>
                <a:lnTo>
                  <a:pt x="128494" y="1044394"/>
                </a:lnTo>
                <a:lnTo>
                  <a:pt x="128131" y="1043953"/>
                </a:lnTo>
                <a:lnTo>
                  <a:pt x="127785" y="1043493"/>
                </a:lnTo>
                <a:lnTo>
                  <a:pt x="127454" y="1043015"/>
                </a:lnTo>
                <a:lnTo>
                  <a:pt x="127140" y="1042519"/>
                </a:lnTo>
                <a:lnTo>
                  <a:pt x="126841" y="1042004"/>
                </a:lnTo>
                <a:lnTo>
                  <a:pt x="126559" y="1041471"/>
                </a:lnTo>
                <a:lnTo>
                  <a:pt x="126293" y="1040920"/>
                </a:lnTo>
                <a:lnTo>
                  <a:pt x="126043" y="1040350"/>
                </a:lnTo>
                <a:lnTo>
                  <a:pt x="125809" y="1039762"/>
                </a:lnTo>
                <a:lnTo>
                  <a:pt x="125591" y="1039155"/>
                </a:lnTo>
                <a:lnTo>
                  <a:pt x="125390" y="1038531"/>
                </a:lnTo>
                <a:lnTo>
                  <a:pt x="125204" y="1037887"/>
                </a:lnTo>
                <a:lnTo>
                  <a:pt x="125035" y="1037226"/>
                </a:lnTo>
                <a:lnTo>
                  <a:pt x="124882" y="1036546"/>
                </a:lnTo>
                <a:lnTo>
                  <a:pt x="124745" y="1035848"/>
                </a:lnTo>
                <a:lnTo>
                  <a:pt x="124624" y="1035131"/>
                </a:lnTo>
                <a:lnTo>
                  <a:pt x="124519" y="1034396"/>
                </a:lnTo>
                <a:lnTo>
                  <a:pt x="124430" y="1033643"/>
                </a:lnTo>
                <a:lnTo>
                  <a:pt x="124357" y="1032871"/>
                </a:lnTo>
                <a:lnTo>
                  <a:pt x="124301" y="1032081"/>
                </a:lnTo>
                <a:lnTo>
                  <a:pt x="124261" y="1031273"/>
                </a:lnTo>
                <a:lnTo>
                  <a:pt x="124237" y="1030446"/>
                </a:lnTo>
                <a:lnTo>
                  <a:pt x="124228" y="1029601"/>
                </a:lnTo>
                <a:lnTo>
                  <a:pt x="124228" y="978828"/>
                </a:lnTo>
                <a:lnTo>
                  <a:pt x="108051" y="978828"/>
                </a:lnTo>
                <a:lnTo>
                  <a:pt x="108051" y="1032644"/>
                </a:lnTo>
                <a:lnTo>
                  <a:pt x="108065" y="1033873"/>
                </a:lnTo>
                <a:lnTo>
                  <a:pt x="108106" y="1035075"/>
                </a:lnTo>
                <a:lnTo>
                  <a:pt x="108174" y="1036251"/>
                </a:lnTo>
                <a:lnTo>
                  <a:pt x="108269" y="1037400"/>
                </a:lnTo>
                <a:lnTo>
                  <a:pt x="108392" y="1038524"/>
                </a:lnTo>
                <a:lnTo>
                  <a:pt x="108542" y="1039622"/>
                </a:lnTo>
                <a:lnTo>
                  <a:pt x="108719" y="1040693"/>
                </a:lnTo>
                <a:lnTo>
                  <a:pt x="108923" y="1041738"/>
                </a:lnTo>
                <a:lnTo>
                  <a:pt x="109155" y="1042758"/>
                </a:lnTo>
                <a:lnTo>
                  <a:pt x="109414" y="1043751"/>
                </a:lnTo>
                <a:lnTo>
                  <a:pt x="109700" y="1044717"/>
                </a:lnTo>
                <a:lnTo>
                  <a:pt x="110013" y="1045658"/>
                </a:lnTo>
                <a:lnTo>
                  <a:pt x="110354" y="1046573"/>
                </a:lnTo>
                <a:lnTo>
                  <a:pt x="110722" y="1047461"/>
                </a:lnTo>
                <a:lnTo>
                  <a:pt x="111117" y="1048323"/>
                </a:lnTo>
                <a:lnTo>
                  <a:pt x="111540" y="1049160"/>
                </a:lnTo>
                <a:lnTo>
                  <a:pt x="111989" y="1049970"/>
                </a:lnTo>
                <a:lnTo>
                  <a:pt x="112466" y="1050753"/>
                </a:lnTo>
                <a:lnTo>
                  <a:pt x="112970" y="1051511"/>
                </a:lnTo>
                <a:lnTo>
                  <a:pt x="113502" y="1052243"/>
                </a:lnTo>
                <a:lnTo>
                  <a:pt x="114060" y="1052948"/>
                </a:lnTo>
                <a:lnTo>
                  <a:pt x="114646" y="1053628"/>
                </a:lnTo>
                <a:lnTo>
                  <a:pt x="115259" y="1054281"/>
                </a:lnTo>
                <a:lnTo>
                  <a:pt x="115900" y="1054908"/>
                </a:lnTo>
                <a:lnTo>
                  <a:pt x="116576" y="1055509"/>
                </a:lnTo>
                <a:lnTo>
                  <a:pt x="117270" y="1056085"/>
                </a:lnTo>
                <a:lnTo>
                  <a:pt x="117982" y="1056635"/>
                </a:lnTo>
                <a:lnTo>
                  <a:pt x="118712" y="1057159"/>
                </a:lnTo>
                <a:lnTo>
                  <a:pt x="119459" y="1057658"/>
                </a:lnTo>
                <a:lnTo>
                  <a:pt x="120224" y="1058131"/>
                </a:lnTo>
                <a:lnTo>
                  <a:pt x="121007" y="1058579"/>
                </a:lnTo>
                <a:lnTo>
                  <a:pt x="121808" y="1059001"/>
                </a:lnTo>
                <a:lnTo>
                  <a:pt x="122627" y="1059397"/>
                </a:lnTo>
                <a:lnTo>
                  <a:pt x="123463" y="1059768"/>
                </a:lnTo>
                <a:lnTo>
                  <a:pt x="124317" y="1060114"/>
                </a:lnTo>
                <a:lnTo>
                  <a:pt x="125189" y="1060434"/>
                </a:lnTo>
                <a:lnTo>
                  <a:pt x="126079" y="1060728"/>
                </a:lnTo>
                <a:lnTo>
                  <a:pt x="126987" y="1060996"/>
                </a:lnTo>
                <a:lnTo>
                  <a:pt x="127912" y="1061239"/>
                </a:lnTo>
                <a:lnTo>
                  <a:pt x="128856" y="1061457"/>
                </a:lnTo>
                <a:lnTo>
                  <a:pt x="129817" y="1061649"/>
                </a:lnTo>
                <a:lnTo>
                  <a:pt x="130795" y="1061815"/>
                </a:lnTo>
                <a:lnTo>
                  <a:pt x="131792" y="1061956"/>
                </a:lnTo>
                <a:lnTo>
                  <a:pt x="132806" y="1062071"/>
                </a:lnTo>
                <a:lnTo>
                  <a:pt x="133839" y="1062160"/>
                </a:lnTo>
                <a:lnTo>
                  <a:pt x="134889" y="1062224"/>
                </a:lnTo>
                <a:lnTo>
                  <a:pt x="135956" y="1062263"/>
                </a:lnTo>
                <a:lnTo>
                  <a:pt x="137042" y="1062276"/>
                </a:lnTo>
                <a:lnTo>
                  <a:pt x="137560" y="1062273"/>
                </a:lnTo>
                <a:lnTo>
                  <a:pt x="138074" y="1062264"/>
                </a:lnTo>
                <a:lnTo>
                  <a:pt x="138584" y="1062250"/>
                </a:lnTo>
                <a:lnTo>
                  <a:pt x="139089" y="1062231"/>
                </a:lnTo>
                <a:lnTo>
                  <a:pt x="139589" y="1062206"/>
                </a:lnTo>
                <a:lnTo>
                  <a:pt x="140085" y="1062175"/>
                </a:lnTo>
                <a:lnTo>
                  <a:pt x="140577" y="1062139"/>
                </a:lnTo>
                <a:close/>
                <a:moveTo>
                  <a:pt x="150717" y="1310991"/>
                </a:moveTo>
                <a:lnTo>
                  <a:pt x="151617" y="1310858"/>
                </a:lnTo>
                <a:lnTo>
                  <a:pt x="152506" y="1310706"/>
                </a:lnTo>
                <a:lnTo>
                  <a:pt x="153383" y="1310537"/>
                </a:lnTo>
                <a:lnTo>
                  <a:pt x="154248" y="1310350"/>
                </a:lnTo>
                <a:lnTo>
                  <a:pt x="155101" y="1310146"/>
                </a:lnTo>
                <a:lnTo>
                  <a:pt x="155943" y="1309923"/>
                </a:lnTo>
                <a:lnTo>
                  <a:pt x="156773" y="1309683"/>
                </a:lnTo>
                <a:lnTo>
                  <a:pt x="157591" y="1309425"/>
                </a:lnTo>
                <a:lnTo>
                  <a:pt x="158398" y="1309149"/>
                </a:lnTo>
                <a:lnTo>
                  <a:pt x="159193" y="1308856"/>
                </a:lnTo>
                <a:lnTo>
                  <a:pt x="159976" y="1308544"/>
                </a:lnTo>
                <a:lnTo>
                  <a:pt x="160748" y="1308215"/>
                </a:lnTo>
                <a:lnTo>
                  <a:pt x="161508" y="1307868"/>
                </a:lnTo>
                <a:lnTo>
                  <a:pt x="162256" y="1307503"/>
                </a:lnTo>
                <a:lnTo>
                  <a:pt x="162993" y="1307120"/>
                </a:lnTo>
                <a:lnTo>
                  <a:pt x="163718" y="1306720"/>
                </a:lnTo>
                <a:lnTo>
                  <a:pt x="164431" y="1306302"/>
                </a:lnTo>
                <a:lnTo>
                  <a:pt x="165131" y="1305854"/>
                </a:lnTo>
                <a:lnTo>
                  <a:pt x="165818" y="1305393"/>
                </a:lnTo>
                <a:lnTo>
                  <a:pt x="166491" y="1304918"/>
                </a:lnTo>
                <a:lnTo>
                  <a:pt x="167149" y="1304429"/>
                </a:lnTo>
                <a:lnTo>
                  <a:pt x="167794" y="1303926"/>
                </a:lnTo>
                <a:lnTo>
                  <a:pt x="168425" y="1303409"/>
                </a:lnTo>
                <a:lnTo>
                  <a:pt x="169042" y="1302878"/>
                </a:lnTo>
                <a:lnTo>
                  <a:pt x="169645" y="1302333"/>
                </a:lnTo>
                <a:lnTo>
                  <a:pt x="170234" y="1301774"/>
                </a:lnTo>
                <a:lnTo>
                  <a:pt x="170810" y="1301202"/>
                </a:lnTo>
                <a:lnTo>
                  <a:pt x="171371" y="1300615"/>
                </a:lnTo>
                <a:lnTo>
                  <a:pt x="171919" y="1300015"/>
                </a:lnTo>
                <a:lnTo>
                  <a:pt x="172452" y="1299401"/>
                </a:lnTo>
                <a:lnTo>
                  <a:pt x="172972" y="1298773"/>
                </a:lnTo>
                <a:lnTo>
                  <a:pt x="173478" y="1298131"/>
                </a:lnTo>
                <a:lnTo>
                  <a:pt x="173970" y="1297475"/>
                </a:lnTo>
                <a:lnTo>
                  <a:pt x="174448" y="1296805"/>
                </a:lnTo>
                <a:lnTo>
                  <a:pt x="174912" y="1296121"/>
                </a:lnTo>
                <a:lnTo>
                  <a:pt x="175362" y="1295423"/>
                </a:lnTo>
                <a:lnTo>
                  <a:pt x="175798" y="1294712"/>
                </a:lnTo>
                <a:lnTo>
                  <a:pt x="176221" y="1293986"/>
                </a:lnTo>
                <a:lnTo>
                  <a:pt x="176629" y="1293247"/>
                </a:lnTo>
                <a:lnTo>
                  <a:pt x="177024" y="1292494"/>
                </a:lnTo>
                <a:lnTo>
                  <a:pt x="177405" y="1291726"/>
                </a:lnTo>
                <a:lnTo>
                  <a:pt x="177770" y="1290947"/>
                </a:lnTo>
                <a:lnTo>
                  <a:pt x="178121" y="1290158"/>
                </a:lnTo>
                <a:lnTo>
                  <a:pt x="178456" y="1289359"/>
                </a:lnTo>
                <a:lnTo>
                  <a:pt x="178775" y="1288550"/>
                </a:lnTo>
                <a:lnTo>
                  <a:pt x="179079" y="1287731"/>
                </a:lnTo>
                <a:lnTo>
                  <a:pt x="179367" y="1286901"/>
                </a:lnTo>
                <a:lnTo>
                  <a:pt x="179639" y="1286062"/>
                </a:lnTo>
                <a:lnTo>
                  <a:pt x="179896" y="1285213"/>
                </a:lnTo>
                <a:lnTo>
                  <a:pt x="180137" y="1284354"/>
                </a:lnTo>
                <a:lnTo>
                  <a:pt x="180363" y="1283484"/>
                </a:lnTo>
                <a:lnTo>
                  <a:pt x="180573" y="1282605"/>
                </a:lnTo>
                <a:lnTo>
                  <a:pt x="180768" y="1281716"/>
                </a:lnTo>
                <a:lnTo>
                  <a:pt x="180947" y="1280817"/>
                </a:lnTo>
                <a:lnTo>
                  <a:pt x="181111" y="1279907"/>
                </a:lnTo>
                <a:lnTo>
                  <a:pt x="181259" y="1278988"/>
                </a:lnTo>
                <a:lnTo>
                  <a:pt x="181391" y="1278059"/>
                </a:lnTo>
                <a:lnTo>
                  <a:pt x="181508" y="1277119"/>
                </a:lnTo>
                <a:lnTo>
                  <a:pt x="181609" y="1276170"/>
                </a:lnTo>
                <a:lnTo>
                  <a:pt x="181695" y="1275211"/>
                </a:lnTo>
                <a:lnTo>
                  <a:pt x="181765" y="1274241"/>
                </a:lnTo>
                <a:lnTo>
                  <a:pt x="181819" y="1273262"/>
                </a:lnTo>
                <a:lnTo>
                  <a:pt x="181858" y="1272273"/>
                </a:lnTo>
                <a:lnTo>
                  <a:pt x="181881" y="1271273"/>
                </a:lnTo>
                <a:lnTo>
                  <a:pt x="181889" y="1270264"/>
                </a:lnTo>
                <a:lnTo>
                  <a:pt x="181889" y="1267541"/>
                </a:lnTo>
                <a:lnTo>
                  <a:pt x="181881" y="1266545"/>
                </a:lnTo>
                <a:lnTo>
                  <a:pt x="181858" y="1265558"/>
                </a:lnTo>
                <a:lnTo>
                  <a:pt x="181819" y="1264580"/>
                </a:lnTo>
                <a:lnTo>
                  <a:pt x="181765" y="1263612"/>
                </a:lnTo>
                <a:lnTo>
                  <a:pt x="181695" y="1262654"/>
                </a:lnTo>
                <a:lnTo>
                  <a:pt x="181609" y="1261705"/>
                </a:lnTo>
                <a:lnTo>
                  <a:pt x="181508" y="1260765"/>
                </a:lnTo>
                <a:lnTo>
                  <a:pt x="181391" y="1259835"/>
                </a:lnTo>
                <a:lnTo>
                  <a:pt x="181259" y="1258914"/>
                </a:lnTo>
                <a:lnTo>
                  <a:pt x="181111" y="1258003"/>
                </a:lnTo>
                <a:lnTo>
                  <a:pt x="180947" y="1257101"/>
                </a:lnTo>
                <a:lnTo>
                  <a:pt x="180768" y="1256209"/>
                </a:lnTo>
                <a:lnTo>
                  <a:pt x="180573" y="1255326"/>
                </a:lnTo>
                <a:lnTo>
                  <a:pt x="180363" y="1254453"/>
                </a:lnTo>
                <a:lnTo>
                  <a:pt x="180137" y="1253589"/>
                </a:lnTo>
                <a:lnTo>
                  <a:pt x="179896" y="1252734"/>
                </a:lnTo>
                <a:lnTo>
                  <a:pt x="179639" y="1251889"/>
                </a:lnTo>
                <a:lnTo>
                  <a:pt x="179367" y="1251054"/>
                </a:lnTo>
                <a:lnTo>
                  <a:pt x="179079" y="1250227"/>
                </a:lnTo>
                <a:lnTo>
                  <a:pt x="178775" y="1249411"/>
                </a:lnTo>
                <a:lnTo>
                  <a:pt x="178456" y="1248603"/>
                </a:lnTo>
                <a:lnTo>
                  <a:pt x="178121" y="1247806"/>
                </a:lnTo>
                <a:lnTo>
                  <a:pt x="177770" y="1247017"/>
                </a:lnTo>
                <a:lnTo>
                  <a:pt x="177405" y="1246238"/>
                </a:lnTo>
                <a:lnTo>
                  <a:pt x="177024" y="1245471"/>
                </a:lnTo>
                <a:lnTo>
                  <a:pt x="176629" y="1244718"/>
                </a:lnTo>
                <a:lnTo>
                  <a:pt x="176221" y="1243979"/>
                </a:lnTo>
                <a:lnTo>
                  <a:pt x="175798" y="1243253"/>
                </a:lnTo>
                <a:lnTo>
                  <a:pt x="175362" y="1242541"/>
                </a:lnTo>
                <a:lnTo>
                  <a:pt x="174912" y="1241844"/>
                </a:lnTo>
                <a:lnTo>
                  <a:pt x="174448" y="1241160"/>
                </a:lnTo>
                <a:lnTo>
                  <a:pt x="173970" y="1240490"/>
                </a:lnTo>
                <a:lnTo>
                  <a:pt x="173478" y="1239834"/>
                </a:lnTo>
                <a:lnTo>
                  <a:pt x="172972" y="1239192"/>
                </a:lnTo>
                <a:lnTo>
                  <a:pt x="172452" y="1238564"/>
                </a:lnTo>
                <a:lnTo>
                  <a:pt x="171919" y="1237950"/>
                </a:lnTo>
                <a:lnTo>
                  <a:pt x="171371" y="1237349"/>
                </a:lnTo>
                <a:lnTo>
                  <a:pt x="170810" y="1236763"/>
                </a:lnTo>
                <a:lnTo>
                  <a:pt x="170234" y="1236190"/>
                </a:lnTo>
                <a:lnTo>
                  <a:pt x="169645" y="1235632"/>
                </a:lnTo>
                <a:lnTo>
                  <a:pt x="169042" y="1235087"/>
                </a:lnTo>
                <a:lnTo>
                  <a:pt x="168425" y="1234556"/>
                </a:lnTo>
                <a:lnTo>
                  <a:pt x="167794" y="1234039"/>
                </a:lnTo>
                <a:lnTo>
                  <a:pt x="167149" y="1233536"/>
                </a:lnTo>
                <a:lnTo>
                  <a:pt x="166491" y="1233047"/>
                </a:lnTo>
                <a:lnTo>
                  <a:pt x="165818" y="1232572"/>
                </a:lnTo>
                <a:lnTo>
                  <a:pt x="165131" y="1232110"/>
                </a:lnTo>
                <a:lnTo>
                  <a:pt x="164431" y="1231663"/>
                </a:lnTo>
                <a:lnTo>
                  <a:pt x="163717" y="1231232"/>
                </a:lnTo>
                <a:lnTo>
                  <a:pt x="162992" y="1230819"/>
                </a:lnTo>
                <a:lnTo>
                  <a:pt x="162254" y="1230424"/>
                </a:lnTo>
                <a:lnTo>
                  <a:pt x="161503" y="1230048"/>
                </a:lnTo>
                <a:lnTo>
                  <a:pt x="160741" y="1229690"/>
                </a:lnTo>
                <a:lnTo>
                  <a:pt x="159966" y="1229351"/>
                </a:lnTo>
                <a:lnTo>
                  <a:pt x="159179" y="1229029"/>
                </a:lnTo>
                <a:lnTo>
                  <a:pt x="158380" y="1228727"/>
                </a:lnTo>
                <a:lnTo>
                  <a:pt x="157569" y="1228442"/>
                </a:lnTo>
                <a:lnTo>
                  <a:pt x="156745" y="1228176"/>
                </a:lnTo>
                <a:lnTo>
                  <a:pt x="155909" y="1227928"/>
                </a:lnTo>
                <a:lnTo>
                  <a:pt x="155061" y="1227699"/>
                </a:lnTo>
                <a:lnTo>
                  <a:pt x="154201" y="1227488"/>
                </a:lnTo>
                <a:lnTo>
                  <a:pt x="153328" y="1227295"/>
                </a:lnTo>
                <a:lnTo>
                  <a:pt x="152443" y="1227121"/>
                </a:lnTo>
                <a:lnTo>
                  <a:pt x="151546" y="1226965"/>
                </a:lnTo>
                <a:lnTo>
                  <a:pt x="150637" y="1226827"/>
                </a:lnTo>
                <a:lnTo>
                  <a:pt x="149715" y="1226708"/>
                </a:lnTo>
                <a:lnTo>
                  <a:pt x="148782" y="1226607"/>
                </a:lnTo>
                <a:lnTo>
                  <a:pt x="147836" y="1226524"/>
                </a:lnTo>
                <a:lnTo>
                  <a:pt x="146877" y="1226460"/>
                </a:lnTo>
                <a:lnTo>
                  <a:pt x="145907" y="1226414"/>
                </a:lnTo>
                <a:lnTo>
                  <a:pt x="144924" y="1226387"/>
                </a:lnTo>
                <a:lnTo>
                  <a:pt x="143929" y="1226377"/>
                </a:lnTo>
                <a:lnTo>
                  <a:pt x="142960" y="1226387"/>
                </a:lnTo>
                <a:lnTo>
                  <a:pt x="142003" y="1226414"/>
                </a:lnTo>
                <a:lnTo>
                  <a:pt x="141056" y="1226460"/>
                </a:lnTo>
                <a:lnTo>
                  <a:pt x="140121" y="1226524"/>
                </a:lnTo>
                <a:lnTo>
                  <a:pt x="139196" y="1226607"/>
                </a:lnTo>
                <a:lnTo>
                  <a:pt x="138283" y="1226708"/>
                </a:lnTo>
                <a:lnTo>
                  <a:pt x="137381" y="1226827"/>
                </a:lnTo>
                <a:lnTo>
                  <a:pt x="136490" y="1226965"/>
                </a:lnTo>
                <a:lnTo>
                  <a:pt x="135610" y="1227121"/>
                </a:lnTo>
                <a:lnTo>
                  <a:pt x="134742" y="1227295"/>
                </a:lnTo>
                <a:lnTo>
                  <a:pt x="133884" y="1227488"/>
                </a:lnTo>
                <a:lnTo>
                  <a:pt x="133038" y="1227699"/>
                </a:lnTo>
                <a:lnTo>
                  <a:pt x="132202" y="1227928"/>
                </a:lnTo>
                <a:lnTo>
                  <a:pt x="131378" y="1228176"/>
                </a:lnTo>
                <a:lnTo>
                  <a:pt x="130565" y="1228442"/>
                </a:lnTo>
                <a:lnTo>
                  <a:pt x="129763" y="1228727"/>
                </a:lnTo>
                <a:lnTo>
                  <a:pt x="128972" y="1229029"/>
                </a:lnTo>
                <a:lnTo>
                  <a:pt x="128193" y="1229351"/>
                </a:lnTo>
                <a:lnTo>
                  <a:pt x="127424" y="1229690"/>
                </a:lnTo>
                <a:lnTo>
                  <a:pt x="126667" y="1230048"/>
                </a:lnTo>
                <a:lnTo>
                  <a:pt x="125920" y="1230424"/>
                </a:lnTo>
                <a:lnTo>
                  <a:pt x="125185" y="1230819"/>
                </a:lnTo>
                <a:lnTo>
                  <a:pt x="124461" y="1231232"/>
                </a:lnTo>
                <a:lnTo>
                  <a:pt x="123748" y="1231663"/>
                </a:lnTo>
                <a:lnTo>
                  <a:pt x="123048" y="1232097"/>
                </a:lnTo>
                <a:lnTo>
                  <a:pt x="122361" y="1232546"/>
                </a:lnTo>
                <a:lnTo>
                  <a:pt x="121688" y="1233009"/>
                </a:lnTo>
                <a:lnTo>
                  <a:pt x="121030" y="1233487"/>
                </a:lnTo>
                <a:lnTo>
                  <a:pt x="120385" y="1233979"/>
                </a:lnTo>
                <a:lnTo>
                  <a:pt x="119754" y="1234486"/>
                </a:lnTo>
                <a:lnTo>
                  <a:pt x="119137" y="1235007"/>
                </a:lnTo>
                <a:lnTo>
                  <a:pt x="118534" y="1235543"/>
                </a:lnTo>
                <a:lnTo>
                  <a:pt x="117944" y="1236093"/>
                </a:lnTo>
                <a:lnTo>
                  <a:pt x="117369" y="1236657"/>
                </a:lnTo>
                <a:lnTo>
                  <a:pt x="116808" y="1237236"/>
                </a:lnTo>
                <a:lnTo>
                  <a:pt x="116260" y="1237830"/>
                </a:lnTo>
                <a:lnTo>
                  <a:pt x="115726" y="1238437"/>
                </a:lnTo>
                <a:lnTo>
                  <a:pt x="115207" y="1239060"/>
                </a:lnTo>
                <a:lnTo>
                  <a:pt x="114701" y="1239696"/>
                </a:lnTo>
                <a:lnTo>
                  <a:pt x="114209" y="1240348"/>
                </a:lnTo>
                <a:lnTo>
                  <a:pt x="113731" y="1241013"/>
                </a:lnTo>
                <a:lnTo>
                  <a:pt x="113267" y="1241694"/>
                </a:lnTo>
                <a:lnTo>
                  <a:pt x="112817" y="1242388"/>
                </a:lnTo>
                <a:lnTo>
                  <a:pt x="112380" y="1243097"/>
                </a:lnTo>
                <a:lnTo>
                  <a:pt x="111958" y="1243821"/>
                </a:lnTo>
                <a:lnTo>
                  <a:pt x="111550" y="1244559"/>
                </a:lnTo>
                <a:lnTo>
                  <a:pt x="111155" y="1245311"/>
                </a:lnTo>
                <a:lnTo>
                  <a:pt x="110774" y="1246078"/>
                </a:lnTo>
                <a:lnTo>
                  <a:pt x="110408" y="1246857"/>
                </a:lnTo>
                <a:lnTo>
                  <a:pt x="110058" y="1247647"/>
                </a:lnTo>
                <a:lnTo>
                  <a:pt x="109723" y="1248446"/>
                </a:lnTo>
                <a:lnTo>
                  <a:pt x="109404" y="1249255"/>
                </a:lnTo>
                <a:lnTo>
                  <a:pt x="109100" y="1250074"/>
                </a:lnTo>
                <a:lnTo>
                  <a:pt x="108812" y="1250903"/>
                </a:lnTo>
                <a:lnTo>
                  <a:pt x="108540" y="1251743"/>
                </a:lnTo>
                <a:lnTo>
                  <a:pt x="108283" y="1252592"/>
                </a:lnTo>
                <a:lnTo>
                  <a:pt x="108041" y="1253451"/>
                </a:lnTo>
                <a:lnTo>
                  <a:pt x="107816" y="1254320"/>
                </a:lnTo>
                <a:lnTo>
                  <a:pt x="107605" y="1255200"/>
                </a:lnTo>
                <a:lnTo>
                  <a:pt x="107411" y="1256089"/>
                </a:lnTo>
                <a:lnTo>
                  <a:pt x="107232" y="1256988"/>
                </a:lnTo>
                <a:lnTo>
                  <a:pt x="107068" y="1257897"/>
                </a:lnTo>
                <a:lnTo>
                  <a:pt x="106920" y="1258817"/>
                </a:lnTo>
                <a:lnTo>
                  <a:pt x="106788" y="1259746"/>
                </a:lnTo>
                <a:lnTo>
                  <a:pt x="106671" y="1260685"/>
                </a:lnTo>
                <a:lnTo>
                  <a:pt x="106570" y="1261635"/>
                </a:lnTo>
                <a:lnTo>
                  <a:pt x="106484" y="1262594"/>
                </a:lnTo>
                <a:lnTo>
                  <a:pt x="106414" y="1263563"/>
                </a:lnTo>
                <a:lnTo>
                  <a:pt x="106360" y="1264543"/>
                </a:lnTo>
                <a:lnTo>
                  <a:pt x="106321" y="1265532"/>
                </a:lnTo>
                <a:lnTo>
                  <a:pt x="106297" y="1266531"/>
                </a:lnTo>
                <a:lnTo>
                  <a:pt x="106290" y="1267541"/>
                </a:lnTo>
                <a:lnTo>
                  <a:pt x="106290" y="1270264"/>
                </a:lnTo>
                <a:lnTo>
                  <a:pt x="106297" y="1271247"/>
                </a:lnTo>
                <a:lnTo>
                  <a:pt x="106321" y="1272222"/>
                </a:lnTo>
                <a:lnTo>
                  <a:pt x="106360" y="1273189"/>
                </a:lnTo>
                <a:lnTo>
                  <a:pt x="106414" y="1274148"/>
                </a:lnTo>
                <a:lnTo>
                  <a:pt x="106484" y="1275098"/>
                </a:lnTo>
                <a:lnTo>
                  <a:pt x="106570" y="1276040"/>
                </a:lnTo>
                <a:lnTo>
                  <a:pt x="106671" y="1276973"/>
                </a:lnTo>
                <a:lnTo>
                  <a:pt x="106788" y="1277898"/>
                </a:lnTo>
                <a:lnTo>
                  <a:pt x="106920" y="1278815"/>
                </a:lnTo>
                <a:lnTo>
                  <a:pt x="107068" y="1279724"/>
                </a:lnTo>
                <a:lnTo>
                  <a:pt x="107232" y="1280624"/>
                </a:lnTo>
                <a:lnTo>
                  <a:pt x="107411" y="1281516"/>
                </a:lnTo>
                <a:lnTo>
                  <a:pt x="107605" y="1282399"/>
                </a:lnTo>
                <a:lnTo>
                  <a:pt x="107816" y="1283274"/>
                </a:lnTo>
                <a:lnTo>
                  <a:pt x="108041" y="1284141"/>
                </a:lnTo>
                <a:lnTo>
                  <a:pt x="108283" y="1284999"/>
                </a:lnTo>
                <a:lnTo>
                  <a:pt x="108540" y="1285849"/>
                </a:lnTo>
                <a:lnTo>
                  <a:pt x="108812" y="1286691"/>
                </a:lnTo>
                <a:lnTo>
                  <a:pt x="109100" y="1287524"/>
                </a:lnTo>
                <a:lnTo>
                  <a:pt x="109404" y="1288349"/>
                </a:lnTo>
                <a:lnTo>
                  <a:pt x="109723" y="1289166"/>
                </a:lnTo>
                <a:lnTo>
                  <a:pt x="110058" y="1289975"/>
                </a:lnTo>
                <a:lnTo>
                  <a:pt x="110408" y="1290775"/>
                </a:lnTo>
                <a:lnTo>
                  <a:pt x="110774" y="1291566"/>
                </a:lnTo>
                <a:lnTo>
                  <a:pt x="111155" y="1292333"/>
                </a:lnTo>
                <a:lnTo>
                  <a:pt x="111550" y="1293087"/>
                </a:lnTo>
                <a:lnTo>
                  <a:pt x="111958" y="1293826"/>
                </a:lnTo>
                <a:lnTo>
                  <a:pt x="112380" y="1294552"/>
                </a:lnTo>
                <a:lnTo>
                  <a:pt x="112817" y="1295263"/>
                </a:lnTo>
                <a:lnTo>
                  <a:pt x="113267" y="1295961"/>
                </a:lnTo>
                <a:lnTo>
                  <a:pt x="113731" y="1296645"/>
                </a:lnTo>
                <a:lnTo>
                  <a:pt x="114209" y="1297314"/>
                </a:lnTo>
                <a:lnTo>
                  <a:pt x="114701" y="1297970"/>
                </a:lnTo>
                <a:lnTo>
                  <a:pt x="115207" y="1298613"/>
                </a:lnTo>
                <a:lnTo>
                  <a:pt x="115726" y="1299241"/>
                </a:lnTo>
                <a:lnTo>
                  <a:pt x="116260" y="1299855"/>
                </a:lnTo>
                <a:lnTo>
                  <a:pt x="116808" y="1300455"/>
                </a:lnTo>
                <a:lnTo>
                  <a:pt x="117369" y="1301042"/>
                </a:lnTo>
                <a:lnTo>
                  <a:pt x="117944" y="1301614"/>
                </a:lnTo>
                <a:lnTo>
                  <a:pt x="118534" y="1302173"/>
                </a:lnTo>
                <a:lnTo>
                  <a:pt x="119137" y="1302718"/>
                </a:lnTo>
                <a:lnTo>
                  <a:pt x="119754" y="1303249"/>
                </a:lnTo>
                <a:lnTo>
                  <a:pt x="120385" y="1303765"/>
                </a:lnTo>
                <a:lnTo>
                  <a:pt x="121030" y="1304268"/>
                </a:lnTo>
                <a:lnTo>
                  <a:pt x="121688" y="1304758"/>
                </a:lnTo>
                <a:lnTo>
                  <a:pt x="122361" y="1305233"/>
                </a:lnTo>
                <a:lnTo>
                  <a:pt x="123048" y="1305694"/>
                </a:lnTo>
                <a:lnTo>
                  <a:pt x="123748" y="1306142"/>
                </a:lnTo>
                <a:lnTo>
                  <a:pt x="124461" y="1306573"/>
                </a:lnTo>
                <a:lnTo>
                  <a:pt x="125186" y="1306986"/>
                </a:lnTo>
                <a:lnTo>
                  <a:pt x="125923" y="1307380"/>
                </a:lnTo>
                <a:lnTo>
                  <a:pt x="126671" y="1307757"/>
                </a:lnTo>
                <a:lnTo>
                  <a:pt x="127431" y="1308114"/>
                </a:lnTo>
                <a:lnTo>
                  <a:pt x="128203" y="1308454"/>
                </a:lnTo>
                <a:lnTo>
                  <a:pt x="128986" y="1308775"/>
                </a:lnTo>
                <a:lnTo>
                  <a:pt x="129781" y="1309078"/>
                </a:lnTo>
                <a:lnTo>
                  <a:pt x="130588" y="1309362"/>
                </a:lnTo>
                <a:lnTo>
                  <a:pt x="131406" y="1309629"/>
                </a:lnTo>
                <a:lnTo>
                  <a:pt x="132236" y="1309876"/>
                </a:lnTo>
                <a:lnTo>
                  <a:pt x="133078" y="1310106"/>
                </a:lnTo>
                <a:lnTo>
                  <a:pt x="133931" y="1310317"/>
                </a:lnTo>
                <a:lnTo>
                  <a:pt x="134796" y="1310509"/>
                </a:lnTo>
                <a:lnTo>
                  <a:pt x="135673" y="1310684"/>
                </a:lnTo>
                <a:lnTo>
                  <a:pt x="136561" y="1310840"/>
                </a:lnTo>
                <a:lnTo>
                  <a:pt x="137462" y="1310977"/>
                </a:lnTo>
                <a:lnTo>
                  <a:pt x="138373" y="1311097"/>
                </a:lnTo>
                <a:lnTo>
                  <a:pt x="139297" y="1311198"/>
                </a:lnTo>
                <a:lnTo>
                  <a:pt x="140232" y="1311280"/>
                </a:lnTo>
                <a:lnTo>
                  <a:pt x="141179" y="1311344"/>
                </a:lnTo>
                <a:lnTo>
                  <a:pt x="142137" y="1311390"/>
                </a:lnTo>
                <a:lnTo>
                  <a:pt x="143108" y="1311418"/>
                </a:lnTo>
                <a:lnTo>
                  <a:pt x="144089" y="1311427"/>
                </a:lnTo>
                <a:lnTo>
                  <a:pt x="145071" y="1311418"/>
                </a:lnTo>
                <a:lnTo>
                  <a:pt x="146041" y="1311391"/>
                </a:lnTo>
                <a:lnTo>
                  <a:pt x="147000" y="1311347"/>
                </a:lnTo>
                <a:lnTo>
                  <a:pt x="147947" y="1311285"/>
                </a:lnTo>
                <a:lnTo>
                  <a:pt x="148882" y="1311205"/>
                </a:lnTo>
                <a:lnTo>
                  <a:pt x="149805" y="1311107"/>
                </a:lnTo>
                <a:lnTo>
                  <a:pt x="150717" y="1310991"/>
                </a:lnTo>
                <a:close/>
                <a:moveTo>
                  <a:pt x="139023" y="1299483"/>
                </a:moveTo>
                <a:lnTo>
                  <a:pt x="138341" y="1299308"/>
                </a:lnTo>
                <a:lnTo>
                  <a:pt x="137670" y="1299109"/>
                </a:lnTo>
                <a:lnTo>
                  <a:pt x="137010" y="1298887"/>
                </a:lnTo>
                <a:lnTo>
                  <a:pt x="136360" y="1298642"/>
                </a:lnTo>
                <a:lnTo>
                  <a:pt x="135721" y="1298373"/>
                </a:lnTo>
                <a:lnTo>
                  <a:pt x="135092" y="1298081"/>
                </a:lnTo>
                <a:lnTo>
                  <a:pt x="134474" y="1297766"/>
                </a:lnTo>
                <a:lnTo>
                  <a:pt x="133866" y="1297427"/>
                </a:lnTo>
                <a:lnTo>
                  <a:pt x="133269" y="1297065"/>
                </a:lnTo>
                <a:lnTo>
                  <a:pt x="132683" y="1296680"/>
                </a:lnTo>
                <a:lnTo>
                  <a:pt x="132107" y="1296271"/>
                </a:lnTo>
                <a:lnTo>
                  <a:pt x="131541" y="1295839"/>
                </a:lnTo>
                <a:lnTo>
                  <a:pt x="130987" y="1295384"/>
                </a:lnTo>
                <a:lnTo>
                  <a:pt x="130443" y="1294905"/>
                </a:lnTo>
                <a:lnTo>
                  <a:pt x="129909" y="1294402"/>
                </a:lnTo>
                <a:lnTo>
                  <a:pt x="129386" y="1293877"/>
                </a:lnTo>
                <a:lnTo>
                  <a:pt x="128873" y="1293328"/>
                </a:lnTo>
                <a:lnTo>
                  <a:pt x="128390" y="1292745"/>
                </a:lnTo>
                <a:lnTo>
                  <a:pt x="127927" y="1292143"/>
                </a:lnTo>
                <a:lnTo>
                  <a:pt x="127484" y="1291524"/>
                </a:lnTo>
                <a:lnTo>
                  <a:pt x="127063" y="1290885"/>
                </a:lnTo>
                <a:lnTo>
                  <a:pt x="126661" y="1290229"/>
                </a:lnTo>
                <a:lnTo>
                  <a:pt x="126281" y="1289554"/>
                </a:lnTo>
                <a:lnTo>
                  <a:pt x="125921" y="1288861"/>
                </a:lnTo>
                <a:lnTo>
                  <a:pt x="125581" y="1288149"/>
                </a:lnTo>
                <a:lnTo>
                  <a:pt x="125262" y="1287419"/>
                </a:lnTo>
                <a:lnTo>
                  <a:pt x="124964" y="1286671"/>
                </a:lnTo>
                <a:lnTo>
                  <a:pt x="124686" y="1285904"/>
                </a:lnTo>
                <a:lnTo>
                  <a:pt x="124429" y="1285119"/>
                </a:lnTo>
                <a:lnTo>
                  <a:pt x="124192" y="1284316"/>
                </a:lnTo>
                <a:lnTo>
                  <a:pt x="123976" y="1283494"/>
                </a:lnTo>
                <a:lnTo>
                  <a:pt x="123781" y="1282654"/>
                </a:lnTo>
                <a:lnTo>
                  <a:pt x="123606" y="1281796"/>
                </a:lnTo>
                <a:lnTo>
                  <a:pt x="123451" y="1280919"/>
                </a:lnTo>
                <a:lnTo>
                  <a:pt x="123318" y="1280024"/>
                </a:lnTo>
                <a:lnTo>
                  <a:pt x="123204" y="1279111"/>
                </a:lnTo>
                <a:lnTo>
                  <a:pt x="123112" y="1278179"/>
                </a:lnTo>
                <a:lnTo>
                  <a:pt x="123040" y="1277229"/>
                </a:lnTo>
                <a:lnTo>
                  <a:pt x="122988" y="1276260"/>
                </a:lnTo>
                <a:lnTo>
                  <a:pt x="122957" y="1275273"/>
                </a:lnTo>
                <a:lnTo>
                  <a:pt x="122947" y="1274268"/>
                </a:lnTo>
                <a:lnTo>
                  <a:pt x="122947" y="1263537"/>
                </a:lnTo>
                <a:lnTo>
                  <a:pt x="122957" y="1262532"/>
                </a:lnTo>
                <a:lnTo>
                  <a:pt x="122988" y="1261546"/>
                </a:lnTo>
                <a:lnTo>
                  <a:pt x="123040" y="1260579"/>
                </a:lnTo>
                <a:lnTo>
                  <a:pt x="123112" y="1259630"/>
                </a:lnTo>
                <a:lnTo>
                  <a:pt x="123204" y="1258701"/>
                </a:lnTo>
                <a:lnTo>
                  <a:pt x="123318" y="1257791"/>
                </a:lnTo>
                <a:lnTo>
                  <a:pt x="123451" y="1256899"/>
                </a:lnTo>
                <a:lnTo>
                  <a:pt x="123606" y="1256027"/>
                </a:lnTo>
                <a:lnTo>
                  <a:pt x="123781" y="1255173"/>
                </a:lnTo>
                <a:lnTo>
                  <a:pt x="123976" y="1254338"/>
                </a:lnTo>
                <a:lnTo>
                  <a:pt x="124192" y="1253522"/>
                </a:lnTo>
                <a:lnTo>
                  <a:pt x="124429" y="1252725"/>
                </a:lnTo>
                <a:lnTo>
                  <a:pt x="124686" y="1251947"/>
                </a:lnTo>
                <a:lnTo>
                  <a:pt x="124964" y="1251188"/>
                </a:lnTo>
                <a:lnTo>
                  <a:pt x="125262" y="1250448"/>
                </a:lnTo>
                <a:lnTo>
                  <a:pt x="125581" y="1249727"/>
                </a:lnTo>
                <a:lnTo>
                  <a:pt x="125921" y="1249024"/>
                </a:lnTo>
                <a:lnTo>
                  <a:pt x="126281" y="1248341"/>
                </a:lnTo>
                <a:lnTo>
                  <a:pt x="126661" y="1247676"/>
                </a:lnTo>
                <a:lnTo>
                  <a:pt x="127063" y="1247030"/>
                </a:lnTo>
                <a:lnTo>
                  <a:pt x="127484" y="1246404"/>
                </a:lnTo>
                <a:lnTo>
                  <a:pt x="127927" y="1245796"/>
                </a:lnTo>
                <a:lnTo>
                  <a:pt x="128390" y="1245207"/>
                </a:lnTo>
                <a:lnTo>
                  <a:pt x="128873" y="1244637"/>
                </a:lnTo>
                <a:lnTo>
                  <a:pt x="129386" y="1244075"/>
                </a:lnTo>
                <a:lnTo>
                  <a:pt x="129909" y="1243537"/>
                </a:lnTo>
                <a:lnTo>
                  <a:pt x="130443" y="1243022"/>
                </a:lnTo>
                <a:lnTo>
                  <a:pt x="130987" y="1242532"/>
                </a:lnTo>
                <a:lnTo>
                  <a:pt x="131541" y="1242066"/>
                </a:lnTo>
                <a:lnTo>
                  <a:pt x="132107" y="1241623"/>
                </a:lnTo>
                <a:lnTo>
                  <a:pt x="132683" y="1241205"/>
                </a:lnTo>
                <a:lnTo>
                  <a:pt x="133269" y="1240810"/>
                </a:lnTo>
                <a:lnTo>
                  <a:pt x="133866" y="1240440"/>
                </a:lnTo>
                <a:lnTo>
                  <a:pt x="134474" y="1240093"/>
                </a:lnTo>
                <a:lnTo>
                  <a:pt x="135092" y="1239770"/>
                </a:lnTo>
                <a:lnTo>
                  <a:pt x="135721" y="1239471"/>
                </a:lnTo>
                <a:lnTo>
                  <a:pt x="136360" y="1239196"/>
                </a:lnTo>
                <a:lnTo>
                  <a:pt x="137010" y="1238945"/>
                </a:lnTo>
                <a:lnTo>
                  <a:pt x="137670" y="1238718"/>
                </a:lnTo>
                <a:lnTo>
                  <a:pt x="138341" y="1238515"/>
                </a:lnTo>
                <a:lnTo>
                  <a:pt x="139023" y="1238335"/>
                </a:lnTo>
                <a:lnTo>
                  <a:pt x="139715" y="1238180"/>
                </a:lnTo>
                <a:lnTo>
                  <a:pt x="140417" y="1238048"/>
                </a:lnTo>
                <a:lnTo>
                  <a:pt x="141131" y="1237941"/>
                </a:lnTo>
                <a:lnTo>
                  <a:pt x="141855" y="1237857"/>
                </a:lnTo>
                <a:lnTo>
                  <a:pt x="142589" y="1237797"/>
                </a:lnTo>
                <a:lnTo>
                  <a:pt x="143334" y="1237761"/>
                </a:lnTo>
                <a:lnTo>
                  <a:pt x="144089" y="1237749"/>
                </a:lnTo>
                <a:lnTo>
                  <a:pt x="144858" y="1237761"/>
                </a:lnTo>
                <a:lnTo>
                  <a:pt x="145614" y="1237797"/>
                </a:lnTo>
                <a:lnTo>
                  <a:pt x="146359" y="1237857"/>
                </a:lnTo>
                <a:lnTo>
                  <a:pt x="147093" y="1237941"/>
                </a:lnTo>
                <a:lnTo>
                  <a:pt x="147814" y="1238048"/>
                </a:lnTo>
                <a:lnTo>
                  <a:pt x="148524" y="1238180"/>
                </a:lnTo>
                <a:lnTo>
                  <a:pt x="149222" y="1238335"/>
                </a:lnTo>
                <a:lnTo>
                  <a:pt x="149909" y="1238515"/>
                </a:lnTo>
                <a:lnTo>
                  <a:pt x="150584" y="1238718"/>
                </a:lnTo>
                <a:lnTo>
                  <a:pt x="151247" y="1238945"/>
                </a:lnTo>
                <a:lnTo>
                  <a:pt x="151898" y="1239196"/>
                </a:lnTo>
                <a:lnTo>
                  <a:pt x="152538" y="1239471"/>
                </a:lnTo>
                <a:lnTo>
                  <a:pt x="153166" y="1239770"/>
                </a:lnTo>
                <a:lnTo>
                  <a:pt x="153783" y="1240093"/>
                </a:lnTo>
                <a:lnTo>
                  <a:pt x="154388" y="1240440"/>
                </a:lnTo>
                <a:lnTo>
                  <a:pt x="154981" y="1240810"/>
                </a:lnTo>
                <a:lnTo>
                  <a:pt x="155562" y="1241205"/>
                </a:lnTo>
                <a:lnTo>
                  <a:pt x="156132" y="1241623"/>
                </a:lnTo>
                <a:lnTo>
                  <a:pt x="156690" y="1242066"/>
                </a:lnTo>
                <a:lnTo>
                  <a:pt x="157237" y="1242532"/>
                </a:lnTo>
                <a:lnTo>
                  <a:pt x="157771" y="1243022"/>
                </a:lnTo>
                <a:lnTo>
                  <a:pt x="158294" y="1243537"/>
                </a:lnTo>
                <a:lnTo>
                  <a:pt x="158806" y="1244075"/>
                </a:lnTo>
                <a:lnTo>
                  <a:pt x="159305" y="1244637"/>
                </a:lnTo>
                <a:lnTo>
                  <a:pt x="159789" y="1245207"/>
                </a:lnTo>
                <a:lnTo>
                  <a:pt x="160252" y="1245796"/>
                </a:lnTo>
                <a:lnTo>
                  <a:pt x="160694" y="1246404"/>
                </a:lnTo>
                <a:lnTo>
                  <a:pt x="161116" y="1247030"/>
                </a:lnTo>
                <a:lnTo>
                  <a:pt x="161518" y="1247676"/>
                </a:lnTo>
                <a:lnTo>
                  <a:pt x="161898" y="1248341"/>
                </a:lnTo>
                <a:lnTo>
                  <a:pt x="162258" y="1249024"/>
                </a:lnTo>
                <a:lnTo>
                  <a:pt x="162598" y="1249727"/>
                </a:lnTo>
                <a:lnTo>
                  <a:pt x="162917" y="1250448"/>
                </a:lnTo>
                <a:lnTo>
                  <a:pt x="163215" y="1251188"/>
                </a:lnTo>
                <a:lnTo>
                  <a:pt x="163493" y="1251947"/>
                </a:lnTo>
                <a:lnTo>
                  <a:pt x="163750" y="1252725"/>
                </a:lnTo>
                <a:lnTo>
                  <a:pt x="163987" y="1253522"/>
                </a:lnTo>
                <a:lnTo>
                  <a:pt x="164203" y="1254338"/>
                </a:lnTo>
                <a:lnTo>
                  <a:pt x="164398" y="1255173"/>
                </a:lnTo>
                <a:lnTo>
                  <a:pt x="164573" y="1256027"/>
                </a:lnTo>
                <a:lnTo>
                  <a:pt x="164728" y="1256899"/>
                </a:lnTo>
                <a:lnTo>
                  <a:pt x="164861" y="1257791"/>
                </a:lnTo>
                <a:lnTo>
                  <a:pt x="164975" y="1258701"/>
                </a:lnTo>
                <a:lnTo>
                  <a:pt x="165067" y="1259630"/>
                </a:lnTo>
                <a:lnTo>
                  <a:pt x="165139" y="1260579"/>
                </a:lnTo>
                <a:lnTo>
                  <a:pt x="165191" y="1261546"/>
                </a:lnTo>
                <a:lnTo>
                  <a:pt x="165221" y="1262532"/>
                </a:lnTo>
                <a:lnTo>
                  <a:pt x="165232" y="1263537"/>
                </a:lnTo>
                <a:lnTo>
                  <a:pt x="165232" y="1274268"/>
                </a:lnTo>
                <a:lnTo>
                  <a:pt x="165221" y="1275273"/>
                </a:lnTo>
                <a:lnTo>
                  <a:pt x="165191" y="1276260"/>
                </a:lnTo>
                <a:lnTo>
                  <a:pt x="165139" y="1277229"/>
                </a:lnTo>
                <a:lnTo>
                  <a:pt x="165067" y="1278179"/>
                </a:lnTo>
                <a:lnTo>
                  <a:pt x="164975" y="1279111"/>
                </a:lnTo>
                <a:lnTo>
                  <a:pt x="164861" y="1280024"/>
                </a:lnTo>
                <a:lnTo>
                  <a:pt x="164728" y="1280919"/>
                </a:lnTo>
                <a:lnTo>
                  <a:pt x="164573" y="1281796"/>
                </a:lnTo>
                <a:lnTo>
                  <a:pt x="164398" y="1282654"/>
                </a:lnTo>
                <a:lnTo>
                  <a:pt x="164203" y="1283494"/>
                </a:lnTo>
                <a:lnTo>
                  <a:pt x="163987" y="1284316"/>
                </a:lnTo>
                <a:lnTo>
                  <a:pt x="163750" y="1285119"/>
                </a:lnTo>
                <a:lnTo>
                  <a:pt x="163493" y="1285904"/>
                </a:lnTo>
                <a:lnTo>
                  <a:pt x="163215" y="1286671"/>
                </a:lnTo>
                <a:lnTo>
                  <a:pt x="162917" y="1287419"/>
                </a:lnTo>
                <a:lnTo>
                  <a:pt x="162598" y="1288149"/>
                </a:lnTo>
                <a:lnTo>
                  <a:pt x="162258" y="1288861"/>
                </a:lnTo>
                <a:lnTo>
                  <a:pt x="161898" y="1289554"/>
                </a:lnTo>
                <a:lnTo>
                  <a:pt x="161518" y="1290229"/>
                </a:lnTo>
                <a:lnTo>
                  <a:pt x="161116" y="1290885"/>
                </a:lnTo>
                <a:lnTo>
                  <a:pt x="160694" y="1291524"/>
                </a:lnTo>
                <a:lnTo>
                  <a:pt x="160252" y="1292143"/>
                </a:lnTo>
                <a:lnTo>
                  <a:pt x="159789" y="1292745"/>
                </a:lnTo>
                <a:lnTo>
                  <a:pt x="159305" y="1293328"/>
                </a:lnTo>
                <a:lnTo>
                  <a:pt x="158806" y="1293877"/>
                </a:lnTo>
                <a:lnTo>
                  <a:pt x="158294" y="1294402"/>
                </a:lnTo>
                <a:lnTo>
                  <a:pt x="157771" y="1294905"/>
                </a:lnTo>
                <a:lnTo>
                  <a:pt x="157237" y="1295384"/>
                </a:lnTo>
                <a:lnTo>
                  <a:pt x="156690" y="1295839"/>
                </a:lnTo>
                <a:lnTo>
                  <a:pt x="156132" y="1296271"/>
                </a:lnTo>
                <a:lnTo>
                  <a:pt x="155562" y="1296680"/>
                </a:lnTo>
                <a:lnTo>
                  <a:pt x="154981" y="1297065"/>
                </a:lnTo>
                <a:lnTo>
                  <a:pt x="154388" y="1297427"/>
                </a:lnTo>
                <a:lnTo>
                  <a:pt x="153783" y="1297766"/>
                </a:lnTo>
                <a:lnTo>
                  <a:pt x="153166" y="1298081"/>
                </a:lnTo>
                <a:lnTo>
                  <a:pt x="152538" y="1298373"/>
                </a:lnTo>
                <a:lnTo>
                  <a:pt x="151898" y="1298642"/>
                </a:lnTo>
                <a:lnTo>
                  <a:pt x="151247" y="1298887"/>
                </a:lnTo>
                <a:lnTo>
                  <a:pt x="150584" y="1299109"/>
                </a:lnTo>
                <a:lnTo>
                  <a:pt x="149909" y="1299308"/>
                </a:lnTo>
                <a:lnTo>
                  <a:pt x="149222" y="1299483"/>
                </a:lnTo>
                <a:lnTo>
                  <a:pt x="148524" y="1299635"/>
                </a:lnTo>
                <a:lnTo>
                  <a:pt x="147814" y="1299763"/>
                </a:lnTo>
                <a:lnTo>
                  <a:pt x="147093" y="1299868"/>
                </a:lnTo>
                <a:lnTo>
                  <a:pt x="146359" y="1299950"/>
                </a:lnTo>
                <a:lnTo>
                  <a:pt x="145614" y="1300008"/>
                </a:lnTo>
                <a:lnTo>
                  <a:pt x="144858" y="1300043"/>
                </a:lnTo>
                <a:lnTo>
                  <a:pt x="144089" y="1300055"/>
                </a:lnTo>
                <a:lnTo>
                  <a:pt x="143334" y="1300043"/>
                </a:lnTo>
                <a:lnTo>
                  <a:pt x="142589" y="1300008"/>
                </a:lnTo>
                <a:lnTo>
                  <a:pt x="141855" y="1299950"/>
                </a:lnTo>
                <a:lnTo>
                  <a:pt x="141131" y="1299868"/>
                </a:lnTo>
                <a:lnTo>
                  <a:pt x="140417" y="1299763"/>
                </a:lnTo>
                <a:lnTo>
                  <a:pt x="139715" y="1299635"/>
                </a:lnTo>
                <a:lnTo>
                  <a:pt x="139023" y="1299483"/>
                </a:lnTo>
                <a:close/>
                <a:moveTo>
                  <a:pt x="480256" y="1227979"/>
                </a:moveTo>
                <a:lnTo>
                  <a:pt x="467443" y="1227979"/>
                </a:lnTo>
                <a:lnTo>
                  <a:pt x="453668" y="1287402"/>
                </a:lnTo>
                <a:lnTo>
                  <a:pt x="453028" y="1287402"/>
                </a:lnTo>
                <a:lnTo>
                  <a:pt x="440695" y="1227979"/>
                </a:lnTo>
                <a:lnTo>
                  <a:pt x="425479" y="1227979"/>
                </a:lnTo>
                <a:lnTo>
                  <a:pt x="412185" y="1287402"/>
                </a:lnTo>
                <a:lnTo>
                  <a:pt x="411544" y="1287402"/>
                </a:lnTo>
                <a:lnTo>
                  <a:pt x="397449" y="1227979"/>
                </a:lnTo>
                <a:lnTo>
                  <a:pt x="384155" y="1227979"/>
                </a:lnTo>
                <a:lnTo>
                  <a:pt x="402735" y="1309825"/>
                </a:lnTo>
                <a:lnTo>
                  <a:pt x="418752" y="1309825"/>
                </a:lnTo>
                <a:lnTo>
                  <a:pt x="432686" y="1248641"/>
                </a:lnTo>
                <a:lnTo>
                  <a:pt x="433327" y="1248641"/>
                </a:lnTo>
                <a:lnTo>
                  <a:pt x="445980" y="1309825"/>
                </a:lnTo>
                <a:lnTo>
                  <a:pt x="462157" y="1309825"/>
                </a:lnTo>
                <a:lnTo>
                  <a:pt x="480256" y="1227979"/>
                </a:lnTo>
                <a:close/>
                <a:moveTo>
                  <a:pt x="236616" y="1311291"/>
                </a:moveTo>
                <a:lnTo>
                  <a:pt x="237103" y="1311249"/>
                </a:lnTo>
                <a:lnTo>
                  <a:pt x="237586" y="1311202"/>
                </a:lnTo>
                <a:lnTo>
                  <a:pt x="238064" y="1311149"/>
                </a:lnTo>
                <a:lnTo>
                  <a:pt x="238538" y="1311091"/>
                </a:lnTo>
                <a:lnTo>
                  <a:pt x="239007" y="1311027"/>
                </a:lnTo>
                <a:lnTo>
                  <a:pt x="239472" y="1310957"/>
                </a:lnTo>
                <a:lnTo>
                  <a:pt x="239932" y="1310882"/>
                </a:lnTo>
                <a:lnTo>
                  <a:pt x="240388" y="1310801"/>
                </a:lnTo>
                <a:lnTo>
                  <a:pt x="240840" y="1310715"/>
                </a:lnTo>
                <a:lnTo>
                  <a:pt x="241287" y="1310623"/>
                </a:lnTo>
                <a:lnTo>
                  <a:pt x="241730" y="1310526"/>
                </a:lnTo>
                <a:lnTo>
                  <a:pt x="242168" y="1310423"/>
                </a:lnTo>
                <a:lnTo>
                  <a:pt x="242602" y="1310315"/>
                </a:lnTo>
                <a:lnTo>
                  <a:pt x="243031" y="1310201"/>
                </a:lnTo>
                <a:lnTo>
                  <a:pt x="243456" y="1310081"/>
                </a:lnTo>
                <a:lnTo>
                  <a:pt x="243877" y="1309956"/>
                </a:lnTo>
                <a:lnTo>
                  <a:pt x="244293" y="1309825"/>
                </a:lnTo>
                <a:lnTo>
                  <a:pt x="244704" y="1309703"/>
                </a:lnTo>
                <a:lnTo>
                  <a:pt x="245111" y="1309575"/>
                </a:lnTo>
                <a:lnTo>
                  <a:pt x="245514" y="1309443"/>
                </a:lnTo>
                <a:lnTo>
                  <a:pt x="245912" y="1309305"/>
                </a:lnTo>
                <a:lnTo>
                  <a:pt x="246306" y="1309162"/>
                </a:lnTo>
                <a:lnTo>
                  <a:pt x="246695" y="1309015"/>
                </a:lnTo>
                <a:lnTo>
                  <a:pt x="247080" y="1308862"/>
                </a:lnTo>
                <a:lnTo>
                  <a:pt x="247460" y="1308704"/>
                </a:lnTo>
                <a:lnTo>
                  <a:pt x="247836" y="1308542"/>
                </a:lnTo>
                <a:lnTo>
                  <a:pt x="248208" y="1308374"/>
                </a:lnTo>
                <a:lnTo>
                  <a:pt x="248575" y="1308201"/>
                </a:lnTo>
                <a:lnTo>
                  <a:pt x="248937" y="1308024"/>
                </a:lnTo>
                <a:lnTo>
                  <a:pt x="249296" y="1307841"/>
                </a:lnTo>
                <a:lnTo>
                  <a:pt x="249649" y="1307653"/>
                </a:lnTo>
                <a:lnTo>
                  <a:pt x="249999" y="1307460"/>
                </a:lnTo>
                <a:lnTo>
                  <a:pt x="250343" y="1307263"/>
                </a:lnTo>
                <a:lnTo>
                  <a:pt x="250684" y="1307060"/>
                </a:lnTo>
                <a:lnTo>
                  <a:pt x="251020" y="1306852"/>
                </a:lnTo>
                <a:lnTo>
                  <a:pt x="251351" y="1306640"/>
                </a:lnTo>
                <a:lnTo>
                  <a:pt x="251678" y="1306422"/>
                </a:lnTo>
                <a:lnTo>
                  <a:pt x="252001" y="1306199"/>
                </a:lnTo>
                <a:lnTo>
                  <a:pt x="252319" y="1305971"/>
                </a:lnTo>
                <a:lnTo>
                  <a:pt x="252632" y="1305739"/>
                </a:lnTo>
                <a:lnTo>
                  <a:pt x="252942" y="1305501"/>
                </a:lnTo>
                <a:lnTo>
                  <a:pt x="253246" y="1305245"/>
                </a:lnTo>
                <a:lnTo>
                  <a:pt x="253547" y="1304985"/>
                </a:lnTo>
                <a:lnTo>
                  <a:pt x="253843" y="1304720"/>
                </a:lnTo>
                <a:lnTo>
                  <a:pt x="254134" y="1304451"/>
                </a:lnTo>
                <a:lnTo>
                  <a:pt x="254421" y="1304177"/>
                </a:lnTo>
                <a:lnTo>
                  <a:pt x="254704" y="1303899"/>
                </a:lnTo>
                <a:lnTo>
                  <a:pt x="254982" y="1303617"/>
                </a:lnTo>
                <a:lnTo>
                  <a:pt x="255255" y="1303330"/>
                </a:lnTo>
                <a:lnTo>
                  <a:pt x="255524" y="1303038"/>
                </a:lnTo>
                <a:lnTo>
                  <a:pt x="255789" y="1302742"/>
                </a:lnTo>
                <a:lnTo>
                  <a:pt x="256049" y="1302442"/>
                </a:lnTo>
                <a:lnTo>
                  <a:pt x="256305" y="1302137"/>
                </a:lnTo>
                <a:lnTo>
                  <a:pt x="256557" y="1301828"/>
                </a:lnTo>
                <a:lnTo>
                  <a:pt x="256804" y="1301514"/>
                </a:lnTo>
                <a:lnTo>
                  <a:pt x="257046" y="1301196"/>
                </a:lnTo>
                <a:lnTo>
                  <a:pt x="257284" y="1300874"/>
                </a:lnTo>
                <a:lnTo>
                  <a:pt x="257518" y="1300547"/>
                </a:lnTo>
                <a:lnTo>
                  <a:pt x="257747" y="1300215"/>
                </a:lnTo>
                <a:lnTo>
                  <a:pt x="257971" y="1299879"/>
                </a:lnTo>
                <a:lnTo>
                  <a:pt x="258192" y="1299539"/>
                </a:lnTo>
                <a:lnTo>
                  <a:pt x="258407" y="1299194"/>
                </a:lnTo>
                <a:lnTo>
                  <a:pt x="258619" y="1298845"/>
                </a:lnTo>
                <a:lnTo>
                  <a:pt x="258826" y="1298491"/>
                </a:lnTo>
                <a:lnTo>
                  <a:pt x="259028" y="1298133"/>
                </a:lnTo>
                <a:lnTo>
                  <a:pt x="259056" y="1298452"/>
                </a:lnTo>
                <a:lnTo>
                  <a:pt x="259086" y="1298768"/>
                </a:lnTo>
                <a:lnTo>
                  <a:pt x="259118" y="1299082"/>
                </a:lnTo>
                <a:lnTo>
                  <a:pt x="259153" y="1299392"/>
                </a:lnTo>
                <a:lnTo>
                  <a:pt x="259189" y="1299700"/>
                </a:lnTo>
                <a:lnTo>
                  <a:pt x="259228" y="1300005"/>
                </a:lnTo>
                <a:lnTo>
                  <a:pt x="259269" y="1300307"/>
                </a:lnTo>
                <a:lnTo>
                  <a:pt x="259313" y="1300607"/>
                </a:lnTo>
                <a:lnTo>
                  <a:pt x="259358" y="1300904"/>
                </a:lnTo>
                <a:lnTo>
                  <a:pt x="259406" y="1301197"/>
                </a:lnTo>
                <a:lnTo>
                  <a:pt x="259456" y="1301489"/>
                </a:lnTo>
                <a:lnTo>
                  <a:pt x="259509" y="1301777"/>
                </a:lnTo>
                <a:lnTo>
                  <a:pt x="259563" y="1302063"/>
                </a:lnTo>
                <a:lnTo>
                  <a:pt x="259620" y="1302345"/>
                </a:lnTo>
                <a:lnTo>
                  <a:pt x="259679" y="1302625"/>
                </a:lnTo>
                <a:lnTo>
                  <a:pt x="259740" y="1302903"/>
                </a:lnTo>
                <a:lnTo>
                  <a:pt x="259803" y="1303177"/>
                </a:lnTo>
                <a:lnTo>
                  <a:pt x="259869" y="1303449"/>
                </a:lnTo>
                <a:lnTo>
                  <a:pt x="259937" y="1303718"/>
                </a:lnTo>
                <a:lnTo>
                  <a:pt x="260007" y="1303984"/>
                </a:lnTo>
                <a:lnTo>
                  <a:pt x="260079" y="1304247"/>
                </a:lnTo>
                <a:lnTo>
                  <a:pt x="260154" y="1304508"/>
                </a:lnTo>
                <a:lnTo>
                  <a:pt x="260230" y="1304765"/>
                </a:lnTo>
                <a:lnTo>
                  <a:pt x="260309" y="1305020"/>
                </a:lnTo>
                <a:lnTo>
                  <a:pt x="260406" y="1305272"/>
                </a:lnTo>
                <a:lnTo>
                  <a:pt x="260509" y="1305519"/>
                </a:lnTo>
                <a:lnTo>
                  <a:pt x="260617" y="1305761"/>
                </a:lnTo>
                <a:lnTo>
                  <a:pt x="260732" y="1305999"/>
                </a:lnTo>
                <a:lnTo>
                  <a:pt x="260853" y="1306233"/>
                </a:lnTo>
                <a:lnTo>
                  <a:pt x="260980" y="1306462"/>
                </a:lnTo>
                <a:lnTo>
                  <a:pt x="261113" y="1306687"/>
                </a:lnTo>
                <a:lnTo>
                  <a:pt x="261253" y="1306907"/>
                </a:lnTo>
                <a:lnTo>
                  <a:pt x="261398" y="1307123"/>
                </a:lnTo>
                <a:lnTo>
                  <a:pt x="261550" y="1307334"/>
                </a:lnTo>
                <a:lnTo>
                  <a:pt x="261707" y="1307541"/>
                </a:lnTo>
                <a:lnTo>
                  <a:pt x="261871" y="1307743"/>
                </a:lnTo>
                <a:lnTo>
                  <a:pt x="262041" y="1307941"/>
                </a:lnTo>
                <a:lnTo>
                  <a:pt x="262217" y="1308135"/>
                </a:lnTo>
                <a:lnTo>
                  <a:pt x="262399" y="1308324"/>
                </a:lnTo>
                <a:lnTo>
                  <a:pt x="262587" y="1308509"/>
                </a:lnTo>
                <a:lnTo>
                  <a:pt x="262782" y="1308689"/>
                </a:lnTo>
                <a:lnTo>
                  <a:pt x="262982" y="1308864"/>
                </a:lnTo>
                <a:lnTo>
                  <a:pt x="263189" y="1309036"/>
                </a:lnTo>
                <a:lnTo>
                  <a:pt x="263402" y="1309203"/>
                </a:lnTo>
                <a:lnTo>
                  <a:pt x="263620" y="1309365"/>
                </a:lnTo>
                <a:lnTo>
                  <a:pt x="263845" y="1309523"/>
                </a:lnTo>
                <a:lnTo>
                  <a:pt x="264076" y="1309676"/>
                </a:lnTo>
                <a:lnTo>
                  <a:pt x="264314" y="1309825"/>
                </a:lnTo>
                <a:lnTo>
                  <a:pt x="264572" y="1309956"/>
                </a:lnTo>
                <a:lnTo>
                  <a:pt x="264840" y="1310081"/>
                </a:lnTo>
                <a:lnTo>
                  <a:pt x="265117" y="1310201"/>
                </a:lnTo>
                <a:lnTo>
                  <a:pt x="265404" y="1310315"/>
                </a:lnTo>
                <a:lnTo>
                  <a:pt x="265700" y="1310423"/>
                </a:lnTo>
                <a:lnTo>
                  <a:pt x="266005" y="1310526"/>
                </a:lnTo>
                <a:lnTo>
                  <a:pt x="266321" y="1310623"/>
                </a:lnTo>
                <a:lnTo>
                  <a:pt x="266645" y="1310715"/>
                </a:lnTo>
                <a:lnTo>
                  <a:pt x="266979" y="1310801"/>
                </a:lnTo>
                <a:lnTo>
                  <a:pt x="267322" y="1310882"/>
                </a:lnTo>
                <a:lnTo>
                  <a:pt x="267675" y="1310957"/>
                </a:lnTo>
                <a:lnTo>
                  <a:pt x="268038" y="1311027"/>
                </a:lnTo>
                <a:lnTo>
                  <a:pt x="268409" y="1311091"/>
                </a:lnTo>
                <a:lnTo>
                  <a:pt x="268791" y="1311149"/>
                </a:lnTo>
                <a:lnTo>
                  <a:pt x="269181" y="1311202"/>
                </a:lnTo>
                <a:lnTo>
                  <a:pt x="269581" y="1311249"/>
                </a:lnTo>
                <a:lnTo>
                  <a:pt x="269991" y="1311291"/>
                </a:lnTo>
                <a:lnTo>
                  <a:pt x="270410" y="1311327"/>
                </a:lnTo>
                <a:lnTo>
                  <a:pt x="270839" y="1311358"/>
                </a:lnTo>
                <a:lnTo>
                  <a:pt x="271277" y="1311383"/>
                </a:lnTo>
                <a:lnTo>
                  <a:pt x="271724" y="1311402"/>
                </a:lnTo>
                <a:lnTo>
                  <a:pt x="272181" y="1311416"/>
                </a:lnTo>
                <a:lnTo>
                  <a:pt x="272647" y="1311424"/>
                </a:lnTo>
                <a:lnTo>
                  <a:pt x="273123" y="1311427"/>
                </a:lnTo>
                <a:lnTo>
                  <a:pt x="273390" y="1311426"/>
                </a:lnTo>
                <a:lnTo>
                  <a:pt x="273656" y="1311422"/>
                </a:lnTo>
                <a:lnTo>
                  <a:pt x="273921" y="1311415"/>
                </a:lnTo>
                <a:lnTo>
                  <a:pt x="274186" y="1311405"/>
                </a:lnTo>
                <a:lnTo>
                  <a:pt x="274451" y="1311392"/>
                </a:lnTo>
                <a:lnTo>
                  <a:pt x="274715" y="1311377"/>
                </a:lnTo>
                <a:lnTo>
                  <a:pt x="274978" y="1311359"/>
                </a:lnTo>
                <a:lnTo>
                  <a:pt x="275241" y="1311338"/>
                </a:lnTo>
                <a:lnTo>
                  <a:pt x="275503" y="1311314"/>
                </a:lnTo>
                <a:lnTo>
                  <a:pt x="275765" y="1311288"/>
                </a:lnTo>
                <a:lnTo>
                  <a:pt x="276026" y="1311259"/>
                </a:lnTo>
                <a:lnTo>
                  <a:pt x="276286" y="1311227"/>
                </a:lnTo>
                <a:lnTo>
                  <a:pt x="276546" y="1311192"/>
                </a:lnTo>
                <a:lnTo>
                  <a:pt x="276806" y="1311155"/>
                </a:lnTo>
                <a:lnTo>
                  <a:pt x="277065" y="1311114"/>
                </a:lnTo>
                <a:lnTo>
                  <a:pt x="277323" y="1311071"/>
                </a:lnTo>
                <a:lnTo>
                  <a:pt x="277581" y="1311025"/>
                </a:lnTo>
                <a:lnTo>
                  <a:pt x="277838" y="1310977"/>
                </a:lnTo>
                <a:lnTo>
                  <a:pt x="278095" y="1310925"/>
                </a:lnTo>
                <a:lnTo>
                  <a:pt x="278351" y="1310871"/>
                </a:lnTo>
                <a:lnTo>
                  <a:pt x="278606" y="1310814"/>
                </a:lnTo>
                <a:lnTo>
                  <a:pt x="278861" y="1310754"/>
                </a:lnTo>
                <a:lnTo>
                  <a:pt x="279116" y="1310692"/>
                </a:lnTo>
                <a:lnTo>
                  <a:pt x="279370" y="1310626"/>
                </a:lnTo>
                <a:lnTo>
                  <a:pt x="279635" y="1310558"/>
                </a:lnTo>
                <a:lnTo>
                  <a:pt x="279896" y="1310488"/>
                </a:lnTo>
                <a:lnTo>
                  <a:pt x="280153" y="1310416"/>
                </a:lnTo>
                <a:lnTo>
                  <a:pt x="280406" y="1310342"/>
                </a:lnTo>
                <a:lnTo>
                  <a:pt x="280656" y="1310265"/>
                </a:lnTo>
                <a:lnTo>
                  <a:pt x="280901" y="1310186"/>
                </a:lnTo>
                <a:lnTo>
                  <a:pt x="281143" y="1310105"/>
                </a:lnTo>
                <a:lnTo>
                  <a:pt x="281381" y="1310021"/>
                </a:lnTo>
                <a:lnTo>
                  <a:pt x="281614" y="1309936"/>
                </a:lnTo>
                <a:lnTo>
                  <a:pt x="281844" y="1309848"/>
                </a:lnTo>
                <a:lnTo>
                  <a:pt x="282070" y="1309758"/>
                </a:lnTo>
                <a:lnTo>
                  <a:pt x="282293" y="1309665"/>
                </a:lnTo>
                <a:lnTo>
                  <a:pt x="282511" y="1309571"/>
                </a:lnTo>
                <a:lnTo>
                  <a:pt x="282725" y="1309474"/>
                </a:lnTo>
                <a:lnTo>
                  <a:pt x="282936" y="1309375"/>
                </a:lnTo>
                <a:lnTo>
                  <a:pt x="283142" y="1309274"/>
                </a:lnTo>
                <a:lnTo>
                  <a:pt x="283345" y="1309170"/>
                </a:lnTo>
                <a:lnTo>
                  <a:pt x="283544" y="1309065"/>
                </a:lnTo>
                <a:lnTo>
                  <a:pt x="283739" y="1308957"/>
                </a:lnTo>
                <a:lnTo>
                  <a:pt x="283930" y="1308847"/>
                </a:lnTo>
                <a:lnTo>
                  <a:pt x="284117" y="1308734"/>
                </a:lnTo>
                <a:lnTo>
                  <a:pt x="284300" y="1308620"/>
                </a:lnTo>
                <a:lnTo>
                  <a:pt x="284480" y="1308503"/>
                </a:lnTo>
                <a:lnTo>
                  <a:pt x="284655" y="1308384"/>
                </a:lnTo>
                <a:lnTo>
                  <a:pt x="284655" y="1297973"/>
                </a:lnTo>
                <a:lnTo>
                  <a:pt x="284509" y="1298078"/>
                </a:lnTo>
                <a:lnTo>
                  <a:pt x="284363" y="1298180"/>
                </a:lnTo>
                <a:lnTo>
                  <a:pt x="284217" y="1298278"/>
                </a:lnTo>
                <a:lnTo>
                  <a:pt x="284072" y="1298373"/>
                </a:lnTo>
                <a:lnTo>
                  <a:pt x="283928" y="1298465"/>
                </a:lnTo>
                <a:lnTo>
                  <a:pt x="283784" y="1298554"/>
                </a:lnTo>
                <a:lnTo>
                  <a:pt x="283641" y="1298639"/>
                </a:lnTo>
                <a:lnTo>
                  <a:pt x="283498" y="1298720"/>
                </a:lnTo>
                <a:lnTo>
                  <a:pt x="283356" y="1298799"/>
                </a:lnTo>
                <a:lnTo>
                  <a:pt x="283215" y="1298874"/>
                </a:lnTo>
                <a:lnTo>
                  <a:pt x="283074" y="1298946"/>
                </a:lnTo>
                <a:lnTo>
                  <a:pt x="282933" y="1299014"/>
                </a:lnTo>
                <a:lnTo>
                  <a:pt x="282793" y="1299079"/>
                </a:lnTo>
                <a:lnTo>
                  <a:pt x="282654" y="1299141"/>
                </a:lnTo>
                <a:lnTo>
                  <a:pt x="282515" y="1299199"/>
                </a:lnTo>
                <a:lnTo>
                  <a:pt x="282377" y="1299254"/>
                </a:lnTo>
                <a:lnTo>
                  <a:pt x="282240" y="1299306"/>
                </a:lnTo>
                <a:lnTo>
                  <a:pt x="282102" y="1299354"/>
                </a:lnTo>
                <a:lnTo>
                  <a:pt x="281966" y="1299400"/>
                </a:lnTo>
                <a:lnTo>
                  <a:pt x="281830" y="1299441"/>
                </a:lnTo>
                <a:lnTo>
                  <a:pt x="281695" y="1299480"/>
                </a:lnTo>
                <a:lnTo>
                  <a:pt x="281560" y="1299515"/>
                </a:lnTo>
                <a:lnTo>
                  <a:pt x="281425" y="1299546"/>
                </a:lnTo>
                <a:lnTo>
                  <a:pt x="281292" y="1299575"/>
                </a:lnTo>
                <a:lnTo>
                  <a:pt x="281158" y="1299601"/>
                </a:lnTo>
                <a:lnTo>
                  <a:pt x="281025" y="1299626"/>
                </a:lnTo>
                <a:lnTo>
                  <a:pt x="280891" y="1299650"/>
                </a:lnTo>
                <a:lnTo>
                  <a:pt x="280758" y="1299673"/>
                </a:lnTo>
                <a:lnTo>
                  <a:pt x="280624" y="1299694"/>
                </a:lnTo>
                <a:lnTo>
                  <a:pt x="280491" y="1299715"/>
                </a:lnTo>
                <a:lnTo>
                  <a:pt x="280357" y="1299734"/>
                </a:lnTo>
                <a:lnTo>
                  <a:pt x="280224" y="1299753"/>
                </a:lnTo>
                <a:lnTo>
                  <a:pt x="280090" y="1299770"/>
                </a:lnTo>
                <a:lnTo>
                  <a:pt x="279957" y="1299786"/>
                </a:lnTo>
                <a:lnTo>
                  <a:pt x="279823" y="1299801"/>
                </a:lnTo>
                <a:lnTo>
                  <a:pt x="279690" y="1299815"/>
                </a:lnTo>
                <a:lnTo>
                  <a:pt x="279556" y="1299828"/>
                </a:lnTo>
                <a:lnTo>
                  <a:pt x="279423" y="1299839"/>
                </a:lnTo>
                <a:lnTo>
                  <a:pt x="279289" y="1299850"/>
                </a:lnTo>
                <a:lnTo>
                  <a:pt x="279156" y="1299859"/>
                </a:lnTo>
                <a:lnTo>
                  <a:pt x="279023" y="1299868"/>
                </a:lnTo>
                <a:lnTo>
                  <a:pt x="278889" y="1299875"/>
                </a:lnTo>
                <a:lnTo>
                  <a:pt x="278756" y="1299881"/>
                </a:lnTo>
                <a:lnTo>
                  <a:pt x="278622" y="1299886"/>
                </a:lnTo>
                <a:lnTo>
                  <a:pt x="278489" y="1299890"/>
                </a:lnTo>
                <a:lnTo>
                  <a:pt x="278355" y="1299893"/>
                </a:lnTo>
                <a:lnTo>
                  <a:pt x="278222" y="1299894"/>
                </a:lnTo>
                <a:lnTo>
                  <a:pt x="278088" y="1299895"/>
                </a:lnTo>
                <a:lnTo>
                  <a:pt x="277903" y="1299893"/>
                </a:lnTo>
                <a:lnTo>
                  <a:pt x="277722" y="1299887"/>
                </a:lnTo>
                <a:lnTo>
                  <a:pt x="277545" y="1299877"/>
                </a:lnTo>
                <a:lnTo>
                  <a:pt x="277372" y="1299864"/>
                </a:lnTo>
                <a:lnTo>
                  <a:pt x="277203" y="1299846"/>
                </a:lnTo>
                <a:lnTo>
                  <a:pt x="277037" y="1299825"/>
                </a:lnTo>
                <a:lnTo>
                  <a:pt x="276876" y="1299800"/>
                </a:lnTo>
                <a:lnTo>
                  <a:pt x="276718" y="1299770"/>
                </a:lnTo>
                <a:lnTo>
                  <a:pt x="276564" y="1299737"/>
                </a:lnTo>
                <a:lnTo>
                  <a:pt x="276414" y="1299700"/>
                </a:lnTo>
                <a:lnTo>
                  <a:pt x="276268" y="1299659"/>
                </a:lnTo>
                <a:lnTo>
                  <a:pt x="276126" y="1299615"/>
                </a:lnTo>
                <a:lnTo>
                  <a:pt x="275988" y="1299566"/>
                </a:lnTo>
                <a:lnTo>
                  <a:pt x="275854" y="1299513"/>
                </a:lnTo>
                <a:lnTo>
                  <a:pt x="275723" y="1299457"/>
                </a:lnTo>
                <a:lnTo>
                  <a:pt x="275597" y="1299397"/>
                </a:lnTo>
                <a:lnTo>
                  <a:pt x="275474" y="1299332"/>
                </a:lnTo>
                <a:lnTo>
                  <a:pt x="275355" y="1299264"/>
                </a:lnTo>
                <a:lnTo>
                  <a:pt x="275240" y="1299192"/>
                </a:lnTo>
                <a:lnTo>
                  <a:pt x="275130" y="1299116"/>
                </a:lnTo>
                <a:lnTo>
                  <a:pt x="275022" y="1299037"/>
                </a:lnTo>
                <a:lnTo>
                  <a:pt x="274919" y="1298953"/>
                </a:lnTo>
                <a:lnTo>
                  <a:pt x="274820" y="1298865"/>
                </a:lnTo>
                <a:lnTo>
                  <a:pt x="274725" y="1298774"/>
                </a:lnTo>
                <a:lnTo>
                  <a:pt x="274633" y="1298678"/>
                </a:lnTo>
                <a:lnTo>
                  <a:pt x="274546" y="1298577"/>
                </a:lnTo>
                <a:lnTo>
                  <a:pt x="274462" y="1298471"/>
                </a:lnTo>
                <a:lnTo>
                  <a:pt x="274382" y="1298360"/>
                </a:lnTo>
                <a:lnTo>
                  <a:pt x="274306" y="1298244"/>
                </a:lnTo>
                <a:lnTo>
                  <a:pt x="274234" y="1298123"/>
                </a:lnTo>
                <a:lnTo>
                  <a:pt x="274166" y="1297997"/>
                </a:lnTo>
                <a:lnTo>
                  <a:pt x="274102" y="1297866"/>
                </a:lnTo>
                <a:lnTo>
                  <a:pt x="274041" y="1297730"/>
                </a:lnTo>
                <a:lnTo>
                  <a:pt x="273985" y="1297589"/>
                </a:lnTo>
                <a:lnTo>
                  <a:pt x="273932" y="1297443"/>
                </a:lnTo>
                <a:lnTo>
                  <a:pt x="273884" y="1297292"/>
                </a:lnTo>
                <a:lnTo>
                  <a:pt x="273839" y="1297136"/>
                </a:lnTo>
                <a:lnTo>
                  <a:pt x="273798" y="1296975"/>
                </a:lnTo>
                <a:lnTo>
                  <a:pt x="273761" y="1296809"/>
                </a:lnTo>
                <a:lnTo>
                  <a:pt x="273728" y="1296638"/>
                </a:lnTo>
                <a:lnTo>
                  <a:pt x="273699" y="1296462"/>
                </a:lnTo>
                <a:lnTo>
                  <a:pt x="273674" y="1296281"/>
                </a:lnTo>
                <a:lnTo>
                  <a:pt x="273652" y="1296095"/>
                </a:lnTo>
                <a:lnTo>
                  <a:pt x="273635" y="1295904"/>
                </a:lnTo>
                <a:lnTo>
                  <a:pt x="273621" y="1295708"/>
                </a:lnTo>
                <a:lnTo>
                  <a:pt x="273611" y="1295507"/>
                </a:lnTo>
                <a:lnTo>
                  <a:pt x="273605" y="1295301"/>
                </a:lnTo>
                <a:lnTo>
                  <a:pt x="273603" y="1295090"/>
                </a:lnTo>
                <a:lnTo>
                  <a:pt x="273603" y="1227979"/>
                </a:lnTo>
                <a:lnTo>
                  <a:pt x="257587" y="1227979"/>
                </a:lnTo>
                <a:lnTo>
                  <a:pt x="257587" y="1277792"/>
                </a:lnTo>
                <a:lnTo>
                  <a:pt x="257582" y="1278284"/>
                </a:lnTo>
                <a:lnTo>
                  <a:pt x="257569" y="1278772"/>
                </a:lnTo>
                <a:lnTo>
                  <a:pt x="257547" y="1279256"/>
                </a:lnTo>
                <a:lnTo>
                  <a:pt x="257515" y="1279736"/>
                </a:lnTo>
                <a:lnTo>
                  <a:pt x="257475" y="1280212"/>
                </a:lnTo>
                <a:lnTo>
                  <a:pt x="257426" y="1280685"/>
                </a:lnTo>
                <a:lnTo>
                  <a:pt x="257369" y="1281153"/>
                </a:lnTo>
                <a:lnTo>
                  <a:pt x="257302" y="1281618"/>
                </a:lnTo>
                <a:lnTo>
                  <a:pt x="257226" y="1282079"/>
                </a:lnTo>
                <a:lnTo>
                  <a:pt x="257142" y="1282536"/>
                </a:lnTo>
                <a:lnTo>
                  <a:pt x="257048" y="1282989"/>
                </a:lnTo>
                <a:lnTo>
                  <a:pt x="256946" y="1283438"/>
                </a:lnTo>
                <a:lnTo>
                  <a:pt x="256835" y="1283883"/>
                </a:lnTo>
                <a:lnTo>
                  <a:pt x="256715" y="1284324"/>
                </a:lnTo>
                <a:lnTo>
                  <a:pt x="256586" y="1284762"/>
                </a:lnTo>
                <a:lnTo>
                  <a:pt x="256448" y="1285195"/>
                </a:lnTo>
                <a:lnTo>
                  <a:pt x="256301" y="1285625"/>
                </a:lnTo>
                <a:lnTo>
                  <a:pt x="256145" y="1286050"/>
                </a:lnTo>
                <a:lnTo>
                  <a:pt x="255980" y="1286472"/>
                </a:lnTo>
                <a:lnTo>
                  <a:pt x="255807" y="1286890"/>
                </a:lnTo>
                <a:lnTo>
                  <a:pt x="255625" y="1287304"/>
                </a:lnTo>
                <a:lnTo>
                  <a:pt x="255433" y="1287714"/>
                </a:lnTo>
                <a:lnTo>
                  <a:pt x="255233" y="1288121"/>
                </a:lnTo>
                <a:lnTo>
                  <a:pt x="255024" y="1288523"/>
                </a:lnTo>
                <a:lnTo>
                  <a:pt x="254820" y="1288920"/>
                </a:lnTo>
                <a:lnTo>
                  <a:pt x="254609" y="1289311"/>
                </a:lnTo>
                <a:lnTo>
                  <a:pt x="254391" y="1289694"/>
                </a:lnTo>
                <a:lnTo>
                  <a:pt x="254165" y="1290071"/>
                </a:lnTo>
                <a:lnTo>
                  <a:pt x="253932" y="1290442"/>
                </a:lnTo>
                <a:lnTo>
                  <a:pt x="253692" y="1290805"/>
                </a:lnTo>
                <a:lnTo>
                  <a:pt x="253445" y="1291162"/>
                </a:lnTo>
                <a:lnTo>
                  <a:pt x="253191" y="1291513"/>
                </a:lnTo>
                <a:lnTo>
                  <a:pt x="252929" y="1291857"/>
                </a:lnTo>
                <a:lnTo>
                  <a:pt x="252660" y="1292194"/>
                </a:lnTo>
                <a:lnTo>
                  <a:pt x="252384" y="1292524"/>
                </a:lnTo>
                <a:lnTo>
                  <a:pt x="252101" y="1292848"/>
                </a:lnTo>
                <a:lnTo>
                  <a:pt x="251810" y="1293165"/>
                </a:lnTo>
                <a:lnTo>
                  <a:pt x="251512" y="1293475"/>
                </a:lnTo>
                <a:lnTo>
                  <a:pt x="251207" y="1293779"/>
                </a:lnTo>
                <a:lnTo>
                  <a:pt x="250895" y="1294076"/>
                </a:lnTo>
                <a:lnTo>
                  <a:pt x="250576" y="1294366"/>
                </a:lnTo>
                <a:lnTo>
                  <a:pt x="250249" y="1294649"/>
                </a:lnTo>
                <a:lnTo>
                  <a:pt x="249915" y="1294926"/>
                </a:lnTo>
                <a:lnTo>
                  <a:pt x="249574" y="1295197"/>
                </a:lnTo>
                <a:lnTo>
                  <a:pt x="249225" y="1295460"/>
                </a:lnTo>
                <a:lnTo>
                  <a:pt x="248870" y="1295717"/>
                </a:lnTo>
                <a:lnTo>
                  <a:pt x="248507" y="1295968"/>
                </a:lnTo>
                <a:lnTo>
                  <a:pt x="248137" y="1296211"/>
                </a:lnTo>
                <a:lnTo>
                  <a:pt x="247774" y="1296433"/>
                </a:lnTo>
                <a:lnTo>
                  <a:pt x="247407" y="1296646"/>
                </a:lnTo>
                <a:lnTo>
                  <a:pt x="247035" y="1296849"/>
                </a:lnTo>
                <a:lnTo>
                  <a:pt x="246660" y="1297043"/>
                </a:lnTo>
                <a:lnTo>
                  <a:pt x="246279" y="1297227"/>
                </a:lnTo>
                <a:lnTo>
                  <a:pt x="245894" y="1297402"/>
                </a:lnTo>
                <a:lnTo>
                  <a:pt x="245505" y="1297568"/>
                </a:lnTo>
                <a:lnTo>
                  <a:pt x="245111" y="1297724"/>
                </a:lnTo>
                <a:lnTo>
                  <a:pt x="244713" y="1297870"/>
                </a:lnTo>
                <a:lnTo>
                  <a:pt x="244310" y="1298007"/>
                </a:lnTo>
                <a:lnTo>
                  <a:pt x="243903" y="1298135"/>
                </a:lnTo>
                <a:lnTo>
                  <a:pt x="243492" y="1298253"/>
                </a:lnTo>
                <a:lnTo>
                  <a:pt x="243076" y="1298362"/>
                </a:lnTo>
                <a:lnTo>
                  <a:pt x="242655" y="1298461"/>
                </a:lnTo>
                <a:lnTo>
                  <a:pt x="242230" y="1298551"/>
                </a:lnTo>
                <a:lnTo>
                  <a:pt x="241801" y="1298631"/>
                </a:lnTo>
                <a:lnTo>
                  <a:pt x="241367" y="1298702"/>
                </a:lnTo>
                <a:lnTo>
                  <a:pt x="240929" y="1298764"/>
                </a:lnTo>
                <a:lnTo>
                  <a:pt x="240486" y="1298816"/>
                </a:lnTo>
                <a:lnTo>
                  <a:pt x="240039" y="1298858"/>
                </a:lnTo>
                <a:lnTo>
                  <a:pt x="239588" y="1298891"/>
                </a:lnTo>
                <a:lnTo>
                  <a:pt x="239132" y="1298915"/>
                </a:lnTo>
                <a:lnTo>
                  <a:pt x="238671" y="1298929"/>
                </a:lnTo>
                <a:lnTo>
                  <a:pt x="238206" y="1298934"/>
                </a:lnTo>
                <a:lnTo>
                  <a:pt x="237505" y="1298925"/>
                </a:lnTo>
                <a:lnTo>
                  <a:pt x="236817" y="1298900"/>
                </a:lnTo>
                <a:lnTo>
                  <a:pt x="236141" y="1298856"/>
                </a:lnTo>
                <a:lnTo>
                  <a:pt x="235479" y="1298796"/>
                </a:lnTo>
                <a:lnTo>
                  <a:pt x="234829" y="1298718"/>
                </a:lnTo>
                <a:lnTo>
                  <a:pt x="234192" y="1298624"/>
                </a:lnTo>
                <a:lnTo>
                  <a:pt x="233568" y="1298512"/>
                </a:lnTo>
                <a:lnTo>
                  <a:pt x="232956" y="1298382"/>
                </a:lnTo>
                <a:lnTo>
                  <a:pt x="232357" y="1298236"/>
                </a:lnTo>
                <a:lnTo>
                  <a:pt x="231772" y="1298072"/>
                </a:lnTo>
                <a:lnTo>
                  <a:pt x="231198" y="1297891"/>
                </a:lnTo>
                <a:lnTo>
                  <a:pt x="230638" y="1297693"/>
                </a:lnTo>
                <a:lnTo>
                  <a:pt x="230091" y="1297477"/>
                </a:lnTo>
                <a:lnTo>
                  <a:pt x="229556" y="1297244"/>
                </a:lnTo>
                <a:lnTo>
                  <a:pt x="229034" y="1296994"/>
                </a:lnTo>
                <a:lnTo>
                  <a:pt x="228525" y="1296727"/>
                </a:lnTo>
                <a:lnTo>
                  <a:pt x="228028" y="1296443"/>
                </a:lnTo>
                <a:lnTo>
                  <a:pt x="227545" y="1296141"/>
                </a:lnTo>
                <a:lnTo>
                  <a:pt x="227074" y="1295822"/>
                </a:lnTo>
                <a:lnTo>
                  <a:pt x="226616" y="1295486"/>
                </a:lnTo>
                <a:lnTo>
                  <a:pt x="226171" y="1295132"/>
                </a:lnTo>
                <a:lnTo>
                  <a:pt x="225739" y="1294762"/>
                </a:lnTo>
                <a:lnTo>
                  <a:pt x="225319" y="1294374"/>
                </a:lnTo>
                <a:lnTo>
                  <a:pt x="224912" y="1293969"/>
                </a:lnTo>
                <a:lnTo>
                  <a:pt x="224533" y="1293546"/>
                </a:lnTo>
                <a:lnTo>
                  <a:pt x="224170" y="1293105"/>
                </a:lnTo>
                <a:lnTo>
                  <a:pt x="223823" y="1292645"/>
                </a:lnTo>
                <a:lnTo>
                  <a:pt x="223493" y="1292167"/>
                </a:lnTo>
                <a:lnTo>
                  <a:pt x="223178" y="1291671"/>
                </a:lnTo>
                <a:lnTo>
                  <a:pt x="222880" y="1291156"/>
                </a:lnTo>
                <a:lnTo>
                  <a:pt x="222598" y="1290623"/>
                </a:lnTo>
                <a:lnTo>
                  <a:pt x="222332" y="1290071"/>
                </a:lnTo>
                <a:lnTo>
                  <a:pt x="222082" y="1289502"/>
                </a:lnTo>
                <a:lnTo>
                  <a:pt x="221848" y="1288913"/>
                </a:lnTo>
                <a:lnTo>
                  <a:pt x="221630" y="1288307"/>
                </a:lnTo>
                <a:lnTo>
                  <a:pt x="221428" y="1287682"/>
                </a:lnTo>
                <a:lnTo>
                  <a:pt x="221243" y="1287039"/>
                </a:lnTo>
                <a:lnTo>
                  <a:pt x="221074" y="1286377"/>
                </a:lnTo>
                <a:lnTo>
                  <a:pt x="220920" y="1285698"/>
                </a:lnTo>
                <a:lnTo>
                  <a:pt x="220783" y="1284999"/>
                </a:lnTo>
                <a:lnTo>
                  <a:pt x="220662" y="1284283"/>
                </a:lnTo>
                <a:lnTo>
                  <a:pt x="220558" y="1283548"/>
                </a:lnTo>
                <a:lnTo>
                  <a:pt x="220469" y="1282794"/>
                </a:lnTo>
                <a:lnTo>
                  <a:pt x="220396" y="1282023"/>
                </a:lnTo>
                <a:lnTo>
                  <a:pt x="220340" y="1281233"/>
                </a:lnTo>
                <a:lnTo>
                  <a:pt x="220299" y="1280424"/>
                </a:lnTo>
                <a:lnTo>
                  <a:pt x="220275" y="1279598"/>
                </a:lnTo>
                <a:lnTo>
                  <a:pt x="220267" y="1278753"/>
                </a:lnTo>
                <a:lnTo>
                  <a:pt x="220267" y="1227979"/>
                </a:lnTo>
                <a:lnTo>
                  <a:pt x="204090" y="1227979"/>
                </a:lnTo>
                <a:lnTo>
                  <a:pt x="204090" y="1281796"/>
                </a:lnTo>
                <a:lnTo>
                  <a:pt x="204104" y="1283024"/>
                </a:lnTo>
                <a:lnTo>
                  <a:pt x="204145" y="1284226"/>
                </a:lnTo>
                <a:lnTo>
                  <a:pt x="204213" y="1285402"/>
                </a:lnTo>
                <a:lnTo>
                  <a:pt x="204308" y="1286552"/>
                </a:lnTo>
                <a:lnTo>
                  <a:pt x="204431" y="1287676"/>
                </a:lnTo>
                <a:lnTo>
                  <a:pt x="204581" y="1288773"/>
                </a:lnTo>
                <a:lnTo>
                  <a:pt x="204758" y="1289845"/>
                </a:lnTo>
                <a:lnTo>
                  <a:pt x="204962" y="1290890"/>
                </a:lnTo>
                <a:lnTo>
                  <a:pt x="205194" y="1291909"/>
                </a:lnTo>
                <a:lnTo>
                  <a:pt x="205453" y="1292902"/>
                </a:lnTo>
                <a:lnTo>
                  <a:pt x="205739" y="1293869"/>
                </a:lnTo>
                <a:lnTo>
                  <a:pt x="206052" y="1294810"/>
                </a:lnTo>
                <a:lnTo>
                  <a:pt x="206393" y="1295724"/>
                </a:lnTo>
                <a:lnTo>
                  <a:pt x="206761" y="1296613"/>
                </a:lnTo>
                <a:lnTo>
                  <a:pt x="207156" y="1297475"/>
                </a:lnTo>
                <a:lnTo>
                  <a:pt x="207578" y="1298311"/>
                </a:lnTo>
                <a:lnTo>
                  <a:pt x="208028" y="1299121"/>
                </a:lnTo>
                <a:lnTo>
                  <a:pt x="208505" y="1299905"/>
                </a:lnTo>
                <a:lnTo>
                  <a:pt x="209009" y="1300663"/>
                </a:lnTo>
                <a:lnTo>
                  <a:pt x="209540" y="1301394"/>
                </a:lnTo>
                <a:lnTo>
                  <a:pt x="210099" y="1302100"/>
                </a:lnTo>
                <a:lnTo>
                  <a:pt x="210685" y="1302779"/>
                </a:lnTo>
                <a:lnTo>
                  <a:pt x="211298" y="1303432"/>
                </a:lnTo>
                <a:lnTo>
                  <a:pt x="211938" y="1304059"/>
                </a:lnTo>
                <a:lnTo>
                  <a:pt x="212615" y="1304661"/>
                </a:lnTo>
                <a:lnTo>
                  <a:pt x="213309" y="1305236"/>
                </a:lnTo>
                <a:lnTo>
                  <a:pt x="214021" y="1305786"/>
                </a:lnTo>
                <a:lnTo>
                  <a:pt x="214750" y="1306311"/>
                </a:lnTo>
                <a:lnTo>
                  <a:pt x="215498" y="1306809"/>
                </a:lnTo>
                <a:lnTo>
                  <a:pt x="216263" y="1307283"/>
                </a:lnTo>
                <a:lnTo>
                  <a:pt x="217046" y="1307730"/>
                </a:lnTo>
                <a:lnTo>
                  <a:pt x="217847" y="1308153"/>
                </a:lnTo>
                <a:lnTo>
                  <a:pt x="218666" y="1308549"/>
                </a:lnTo>
                <a:lnTo>
                  <a:pt x="219502" y="1308920"/>
                </a:lnTo>
                <a:lnTo>
                  <a:pt x="220356" y="1309265"/>
                </a:lnTo>
                <a:lnTo>
                  <a:pt x="221228" y="1309585"/>
                </a:lnTo>
                <a:lnTo>
                  <a:pt x="222118" y="1309879"/>
                </a:lnTo>
                <a:lnTo>
                  <a:pt x="223026" y="1310148"/>
                </a:lnTo>
                <a:lnTo>
                  <a:pt x="223951" y="1310391"/>
                </a:lnTo>
                <a:lnTo>
                  <a:pt x="224894" y="1310608"/>
                </a:lnTo>
                <a:lnTo>
                  <a:pt x="225855" y="1310800"/>
                </a:lnTo>
                <a:lnTo>
                  <a:pt x="226834" y="1310967"/>
                </a:lnTo>
                <a:lnTo>
                  <a:pt x="227831" y="1311107"/>
                </a:lnTo>
                <a:lnTo>
                  <a:pt x="228845" y="1311222"/>
                </a:lnTo>
                <a:lnTo>
                  <a:pt x="229877" y="1311312"/>
                </a:lnTo>
                <a:lnTo>
                  <a:pt x="230927" y="1311376"/>
                </a:lnTo>
                <a:lnTo>
                  <a:pt x="231995" y="1311414"/>
                </a:lnTo>
                <a:lnTo>
                  <a:pt x="233081" y="1311427"/>
                </a:lnTo>
                <a:lnTo>
                  <a:pt x="233599" y="1311424"/>
                </a:lnTo>
                <a:lnTo>
                  <a:pt x="234113" y="1311416"/>
                </a:lnTo>
                <a:lnTo>
                  <a:pt x="234622" y="1311402"/>
                </a:lnTo>
                <a:lnTo>
                  <a:pt x="235127" y="1311383"/>
                </a:lnTo>
                <a:lnTo>
                  <a:pt x="235628" y="1311358"/>
                </a:lnTo>
                <a:lnTo>
                  <a:pt x="236124" y="1311327"/>
                </a:lnTo>
                <a:lnTo>
                  <a:pt x="236616" y="1311291"/>
                </a:lnTo>
                <a:close/>
                <a:moveTo>
                  <a:pt x="30801" y="1339235"/>
                </a:moveTo>
                <a:lnTo>
                  <a:pt x="31411" y="1339119"/>
                </a:lnTo>
                <a:lnTo>
                  <a:pt x="32011" y="1338986"/>
                </a:lnTo>
                <a:lnTo>
                  <a:pt x="32602" y="1338838"/>
                </a:lnTo>
                <a:lnTo>
                  <a:pt x="33184" y="1338675"/>
                </a:lnTo>
                <a:lnTo>
                  <a:pt x="33756" y="1338496"/>
                </a:lnTo>
                <a:lnTo>
                  <a:pt x="34318" y="1338301"/>
                </a:lnTo>
                <a:lnTo>
                  <a:pt x="34871" y="1338091"/>
                </a:lnTo>
                <a:lnTo>
                  <a:pt x="35415" y="1337865"/>
                </a:lnTo>
                <a:lnTo>
                  <a:pt x="35949" y="1337624"/>
                </a:lnTo>
                <a:lnTo>
                  <a:pt x="36474" y="1337367"/>
                </a:lnTo>
                <a:lnTo>
                  <a:pt x="36989" y="1337094"/>
                </a:lnTo>
                <a:lnTo>
                  <a:pt x="37495" y="1336806"/>
                </a:lnTo>
                <a:lnTo>
                  <a:pt x="37991" y="1336502"/>
                </a:lnTo>
                <a:lnTo>
                  <a:pt x="38478" y="1336183"/>
                </a:lnTo>
                <a:lnTo>
                  <a:pt x="38956" y="1335848"/>
                </a:lnTo>
                <a:lnTo>
                  <a:pt x="39424" y="1335498"/>
                </a:lnTo>
                <a:lnTo>
                  <a:pt x="39882" y="1335132"/>
                </a:lnTo>
                <a:lnTo>
                  <a:pt x="40333" y="1334753"/>
                </a:lnTo>
                <a:lnTo>
                  <a:pt x="40779" y="1334363"/>
                </a:lnTo>
                <a:lnTo>
                  <a:pt x="41218" y="1333963"/>
                </a:lnTo>
                <a:lnTo>
                  <a:pt x="41653" y="1333553"/>
                </a:lnTo>
                <a:lnTo>
                  <a:pt x="42082" y="1333131"/>
                </a:lnTo>
                <a:lnTo>
                  <a:pt x="42505" y="1332700"/>
                </a:lnTo>
                <a:lnTo>
                  <a:pt x="42922" y="1332257"/>
                </a:lnTo>
                <a:lnTo>
                  <a:pt x="43335" y="1331804"/>
                </a:lnTo>
                <a:lnTo>
                  <a:pt x="43741" y="1331341"/>
                </a:lnTo>
                <a:lnTo>
                  <a:pt x="44142" y="1330866"/>
                </a:lnTo>
                <a:lnTo>
                  <a:pt x="44538" y="1330382"/>
                </a:lnTo>
                <a:lnTo>
                  <a:pt x="44927" y="1329887"/>
                </a:lnTo>
                <a:lnTo>
                  <a:pt x="45312" y="1329381"/>
                </a:lnTo>
                <a:lnTo>
                  <a:pt x="45690" y="1328864"/>
                </a:lnTo>
                <a:lnTo>
                  <a:pt x="46064" y="1328337"/>
                </a:lnTo>
                <a:lnTo>
                  <a:pt x="46431" y="1327800"/>
                </a:lnTo>
                <a:lnTo>
                  <a:pt x="46793" y="1327252"/>
                </a:lnTo>
                <a:lnTo>
                  <a:pt x="47150" y="1326693"/>
                </a:lnTo>
                <a:lnTo>
                  <a:pt x="47501" y="1326124"/>
                </a:lnTo>
                <a:lnTo>
                  <a:pt x="47846" y="1325544"/>
                </a:lnTo>
                <a:lnTo>
                  <a:pt x="48186" y="1324954"/>
                </a:lnTo>
                <a:lnTo>
                  <a:pt x="48520" y="1324353"/>
                </a:lnTo>
                <a:lnTo>
                  <a:pt x="48849" y="1323742"/>
                </a:lnTo>
                <a:lnTo>
                  <a:pt x="49172" y="1323120"/>
                </a:lnTo>
                <a:lnTo>
                  <a:pt x="49505" y="1322489"/>
                </a:lnTo>
                <a:lnTo>
                  <a:pt x="49836" y="1321854"/>
                </a:lnTo>
                <a:lnTo>
                  <a:pt x="50165" y="1321212"/>
                </a:lnTo>
                <a:lnTo>
                  <a:pt x="50493" y="1320566"/>
                </a:lnTo>
                <a:lnTo>
                  <a:pt x="50819" y="1319913"/>
                </a:lnTo>
                <a:lnTo>
                  <a:pt x="51144" y="1319255"/>
                </a:lnTo>
                <a:lnTo>
                  <a:pt x="51467" y="1318592"/>
                </a:lnTo>
                <a:lnTo>
                  <a:pt x="51788" y="1317923"/>
                </a:lnTo>
                <a:lnTo>
                  <a:pt x="52107" y="1317248"/>
                </a:lnTo>
                <a:lnTo>
                  <a:pt x="52425" y="1316568"/>
                </a:lnTo>
                <a:lnTo>
                  <a:pt x="52741" y="1315882"/>
                </a:lnTo>
                <a:lnTo>
                  <a:pt x="53056" y="1315191"/>
                </a:lnTo>
                <a:lnTo>
                  <a:pt x="53369" y="1314494"/>
                </a:lnTo>
                <a:lnTo>
                  <a:pt x="53680" y="1313792"/>
                </a:lnTo>
                <a:lnTo>
                  <a:pt x="53989" y="1313084"/>
                </a:lnTo>
                <a:lnTo>
                  <a:pt x="54297" y="1312370"/>
                </a:lnTo>
                <a:lnTo>
                  <a:pt x="54603" y="1311651"/>
                </a:lnTo>
                <a:lnTo>
                  <a:pt x="54908" y="1310927"/>
                </a:lnTo>
                <a:lnTo>
                  <a:pt x="55211" y="1310196"/>
                </a:lnTo>
                <a:lnTo>
                  <a:pt x="55512" y="1309461"/>
                </a:lnTo>
                <a:lnTo>
                  <a:pt x="55811" y="1308719"/>
                </a:lnTo>
                <a:lnTo>
                  <a:pt x="56109" y="1307972"/>
                </a:lnTo>
                <a:lnTo>
                  <a:pt x="56405" y="1307220"/>
                </a:lnTo>
                <a:lnTo>
                  <a:pt x="56700" y="1306462"/>
                </a:lnTo>
                <a:lnTo>
                  <a:pt x="87452" y="1227979"/>
                </a:lnTo>
                <a:lnTo>
                  <a:pt x="71756" y="1227979"/>
                </a:lnTo>
                <a:lnTo>
                  <a:pt x="49492" y="1288523"/>
                </a:lnTo>
                <a:lnTo>
                  <a:pt x="48531" y="1288523"/>
                </a:lnTo>
                <a:lnTo>
                  <a:pt x="25787" y="1227979"/>
                </a:lnTo>
                <a:lnTo>
                  <a:pt x="8649" y="1227979"/>
                </a:lnTo>
                <a:lnTo>
                  <a:pt x="40363" y="1308224"/>
                </a:lnTo>
                <a:lnTo>
                  <a:pt x="40137" y="1308806"/>
                </a:lnTo>
                <a:lnTo>
                  <a:pt x="39913" y="1309378"/>
                </a:lnTo>
                <a:lnTo>
                  <a:pt x="39692" y="1309941"/>
                </a:lnTo>
                <a:lnTo>
                  <a:pt x="39473" y="1310493"/>
                </a:lnTo>
                <a:lnTo>
                  <a:pt x="39256" y="1311035"/>
                </a:lnTo>
                <a:lnTo>
                  <a:pt x="39041" y="1311567"/>
                </a:lnTo>
                <a:lnTo>
                  <a:pt x="38829" y="1312090"/>
                </a:lnTo>
                <a:lnTo>
                  <a:pt x="38618" y="1312602"/>
                </a:lnTo>
                <a:lnTo>
                  <a:pt x="38410" y="1313104"/>
                </a:lnTo>
                <a:lnTo>
                  <a:pt x="38205" y="1313596"/>
                </a:lnTo>
                <a:lnTo>
                  <a:pt x="38001" y="1314078"/>
                </a:lnTo>
                <a:lnTo>
                  <a:pt x="37800" y="1314550"/>
                </a:lnTo>
                <a:lnTo>
                  <a:pt x="37601" y="1315013"/>
                </a:lnTo>
                <a:lnTo>
                  <a:pt x="37404" y="1315465"/>
                </a:lnTo>
                <a:lnTo>
                  <a:pt x="37209" y="1315907"/>
                </a:lnTo>
                <a:lnTo>
                  <a:pt x="37017" y="1316339"/>
                </a:lnTo>
                <a:lnTo>
                  <a:pt x="36827" y="1316761"/>
                </a:lnTo>
                <a:lnTo>
                  <a:pt x="36639" y="1317173"/>
                </a:lnTo>
                <a:lnTo>
                  <a:pt x="36453" y="1317575"/>
                </a:lnTo>
                <a:lnTo>
                  <a:pt x="36269" y="1317967"/>
                </a:lnTo>
                <a:lnTo>
                  <a:pt x="36088" y="1318349"/>
                </a:lnTo>
                <a:lnTo>
                  <a:pt x="35909" y="1318722"/>
                </a:lnTo>
                <a:lnTo>
                  <a:pt x="35732" y="1319084"/>
                </a:lnTo>
                <a:lnTo>
                  <a:pt x="35557" y="1319436"/>
                </a:lnTo>
                <a:lnTo>
                  <a:pt x="35396" y="1319792"/>
                </a:lnTo>
                <a:lnTo>
                  <a:pt x="35233" y="1320140"/>
                </a:lnTo>
                <a:lnTo>
                  <a:pt x="35067" y="1320479"/>
                </a:lnTo>
                <a:lnTo>
                  <a:pt x="34899" y="1320810"/>
                </a:lnTo>
                <a:lnTo>
                  <a:pt x="34729" y="1321133"/>
                </a:lnTo>
                <a:lnTo>
                  <a:pt x="34556" y="1321448"/>
                </a:lnTo>
                <a:lnTo>
                  <a:pt x="34382" y="1321754"/>
                </a:lnTo>
                <a:lnTo>
                  <a:pt x="34205" y="1322052"/>
                </a:lnTo>
                <a:lnTo>
                  <a:pt x="34026" y="1322341"/>
                </a:lnTo>
                <a:lnTo>
                  <a:pt x="33845" y="1322622"/>
                </a:lnTo>
                <a:lnTo>
                  <a:pt x="33661" y="1322895"/>
                </a:lnTo>
                <a:lnTo>
                  <a:pt x="33475" y="1323159"/>
                </a:lnTo>
                <a:lnTo>
                  <a:pt x="33287" y="1323416"/>
                </a:lnTo>
                <a:lnTo>
                  <a:pt x="33097" y="1323663"/>
                </a:lnTo>
                <a:lnTo>
                  <a:pt x="32905" y="1323903"/>
                </a:lnTo>
                <a:lnTo>
                  <a:pt x="32710" y="1324134"/>
                </a:lnTo>
                <a:lnTo>
                  <a:pt x="32513" y="1324357"/>
                </a:lnTo>
                <a:lnTo>
                  <a:pt x="32314" y="1324571"/>
                </a:lnTo>
                <a:lnTo>
                  <a:pt x="32113" y="1324777"/>
                </a:lnTo>
                <a:lnTo>
                  <a:pt x="31909" y="1324975"/>
                </a:lnTo>
                <a:lnTo>
                  <a:pt x="31703" y="1325164"/>
                </a:lnTo>
                <a:lnTo>
                  <a:pt x="31495" y="1325345"/>
                </a:lnTo>
                <a:lnTo>
                  <a:pt x="31285" y="1325518"/>
                </a:lnTo>
                <a:lnTo>
                  <a:pt x="31073" y="1325682"/>
                </a:lnTo>
                <a:lnTo>
                  <a:pt x="30856" y="1325852"/>
                </a:lnTo>
                <a:lnTo>
                  <a:pt x="30632" y="1326015"/>
                </a:lnTo>
                <a:lnTo>
                  <a:pt x="30402" y="1326170"/>
                </a:lnTo>
                <a:lnTo>
                  <a:pt x="30165" y="1326318"/>
                </a:lnTo>
                <a:lnTo>
                  <a:pt x="29922" y="1326459"/>
                </a:lnTo>
                <a:lnTo>
                  <a:pt x="29671" y="1326593"/>
                </a:lnTo>
                <a:lnTo>
                  <a:pt x="29414" y="1326720"/>
                </a:lnTo>
                <a:lnTo>
                  <a:pt x="29151" y="1326839"/>
                </a:lnTo>
                <a:lnTo>
                  <a:pt x="28880" y="1326951"/>
                </a:lnTo>
                <a:lnTo>
                  <a:pt x="28603" y="1327056"/>
                </a:lnTo>
                <a:lnTo>
                  <a:pt x="28320" y="1327153"/>
                </a:lnTo>
                <a:lnTo>
                  <a:pt x="28030" y="1327244"/>
                </a:lnTo>
                <a:lnTo>
                  <a:pt x="27733" y="1327327"/>
                </a:lnTo>
                <a:lnTo>
                  <a:pt x="27429" y="1327403"/>
                </a:lnTo>
                <a:lnTo>
                  <a:pt x="27119" y="1327472"/>
                </a:lnTo>
                <a:lnTo>
                  <a:pt x="26802" y="1327533"/>
                </a:lnTo>
                <a:lnTo>
                  <a:pt x="26478" y="1327587"/>
                </a:lnTo>
                <a:lnTo>
                  <a:pt x="26148" y="1327634"/>
                </a:lnTo>
                <a:lnTo>
                  <a:pt x="25811" y="1327674"/>
                </a:lnTo>
                <a:lnTo>
                  <a:pt x="25467" y="1327707"/>
                </a:lnTo>
                <a:lnTo>
                  <a:pt x="25116" y="1327732"/>
                </a:lnTo>
                <a:lnTo>
                  <a:pt x="24759" y="1327750"/>
                </a:lnTo>
                <a:lnTo>
                  <a:pt x="24396" y="1327761"/>
                </a:lnTo>
                <a:lnTo>
                  <a:pt x="24025" y="1327764"/>
                </a:lnTo>
                <a:lnTo>
                  <a:pt x="23811" y="1327763"/>
                </a:lnTo>
                <a:lnTo>
                  <a:pt x="23597" y="1327759"/>
                </a:lnTo>
                <a:lnTo>
                  <a:pt x="23382" y="1327752"/>
                </a:lnTo>
                <a:lnTo>
                  <a:pt x="23167" y="1327742"/>
                </a:lnTo>
                <a:lnTo>
                  <a:pt x="22951" y="1327730"/>
                </a:lnTo>
                <a:lnTo>
                  <a:pt x="22734" y="1327714"/>
                </a:lnTo>
                <a:lnTo>
                  <a:pt x="22517" y="1327696"/>
                </a:lnTo>
                <a:lnTo>
                  <a:pt x="22299" y="1327675"/>
                </a:lnTo>
                <a:lnTo>
                  <a:pt x="22081" y="1327652"/>
                </a:lnTo>
                <a:lnTo>
                  <a:pt x="21862" y="1327625"/>
                </a:lnTo>
                <a:lnTo>
                  <a:pt x="21643" y="1327596"/>
                </a:lnTo>
                <a:lnTo>
                  <a:pt x="21423" y="1327564"/>
                </a:lnTo>
                <a:lnTo>
                  <a:pt x="21202" y="1327529"/>
                </a:lnTo>
                <a:lnTo>
                  <a:pt x="20981" y="1327492"/>
                </a:lnTo>
                <a:lnTo>
                  <a:pt x="20759" y="1327452"/>
                </a:lnTo>
                <a:lnTo>
                  <a:pt x="20537" y="1327408"/>
                </a:lnTo>
                <a:lnTo>
                  <a:pt x="20314" y="1327363"/>
                </a:lnTo>
                <a:lnTo>
                  <a:pt x="20091" y="1327314"/>
                </a:lnTo>
                <a:lnTo>
                  <a:pt x="19867" y="1327262"/>
                </a:lnTo>
                <a:lnTo>
                  <a:pt x="19643" y="1327208"/>
                </a:lnTo>
                <a:lnTo>
                  <a:pt x="19418" y="1327151"/>
                </a:lnTo>
                <a:lnTo>
                  <a:pt x="19192" y="1327091"/>
                </a:lnTo>
                <a:lnTo>
                  <a:pt x="18966" y="1327029"/>
                </a:lnTo>
                <a:lnTo>
                  <a:pt x="18740" y="1326963"/>
                </a:lnTo>
                <a:lnTo>
                  <a:pt x="18515" y="1326910"/>
                </a:lnTo>
                <a:lnTo>
                  <a:pt x="18293" y="1326856"/>
                </a:lnTo>
                <a:lnTo>
                  <a:pt x="18074" y="1326801"/>
                </a:lnTo>
                <a:lnTo>
                  <a:pt x="17859" y="1326746"/>
                </a:lnTo>
                <a:lnTo>
                  <a:pt x="17647" y="1326690"/>
                </a:lnTo>
                <a:lnTo>
                  <a:pt x="17438" y="1326633"/>
                </a:lnTo>
                <a:lnTo>
                  <a:pt x="17233" y="1326576"/>
                </a:lnTo>
                <a:lnTo>
                  <a:pt x="17031" y="1326519"/>
                </a:lnTo>
                <a:lnTo>
                  <a:pt x="16833" y="1326461"/>
                </a:lnTo>
                <a:lnTo>
                  <a:pt x="16638" y="1326402"/>
                </a:lnTo>
                <a:lnTo>
                  <a:pt x="16446" y="1326343"/>
                </a:lnTo>
                <a:lnTo>
                  <a:pt x="16257" y="1326283"/>
                </a:lnTo>
                <a:lnTo>
                  <a:pt x="16072" y="1326223"/>
                </a:lnTo>
                <a:lnTo>
                  <a:pt x="15890" y="1326162"/>
                </a:lnTo>
                <a:lnTo>
                  <a:pt x="15712" y="1326100"/>
                </a:lnTo>
                <a:lnTo>
                  <a:pt x="15536" y="1326038"/>
                </a:lnTo>
                <a:lnTo>
                  <a:pt x="15365" y="1325976"/>
                </a:lnTo>
                <a:lnTo>
                  <a:pt x="15196" y="1325912"/>
                </a:lnTo>
                <a:lnTo>
                  <a:pt x="15031" y="1325849"/>
                </a:lnTo>
                <a:lnTo>
                  <a:pt x="14869" y="1325785"/>
                </a:lnTo>
                <a:lnTo>
                  <a:pt x="14711" y="1325720"/>
                </a:lnTo>
                <a:lnTo>
                  <a:pt x="14555" y="1325654"/>
                </a:lnTo>
                <a:lnTo>
                  <a:pt x="14404" y="1325589"/>
                </a:lnTo>
                <a:lnTo>
                  <a:pt x="14255" y="1325522"/>
                </a:lnTo>
                <a:lnTo>
                  <a:pt x="14255" y="1337374"/>
                </a:lnTo>
                <a:lnTo>
                  <a:pt x="14482" y="1337467"/>
                </a:lnTo>
                <a:lnTo>
                  <a:pt x="14710" y="1337557"/>
                </a:lnTo>
                <a:lnTo>
                  <a:pt x="14938" y="1337645"/>
                </a:lnTo>
                <a:lnTo>
                  <a:pt x="15167" y="1337730"/>
                </a:lnTo>
                <a:lnTo>
                  <a:pt x="15397" y="1337814"/>
                </a:lnTo>
                <a:lnTo>
                  <a:pt x="15626" y="1337895"/>
                </a:lnTo>
                <a:lnTo>
                  <a:pt x="15857" y="1337974"/>
                </a:lnTo>
                <a:lnTo>
                  <a:pt x="16088" y="1338051"/>
                </a:lnTo>
                <a:lnTo>
                  <a:pt x="16320" y="1338125"/>
                </a:lnTo>
                <a:lnTo>
                  <a:pt x="16552" y="1338198"/>
                </a:lnTo>
                <a:lnTo>
                  <a:pt x="16785" y="1338268"/>
                </a:lnTo>
                <a:lnTo>
                  <a:pt x="17018" y="1338336"/>
                </a:lnTo>
                <a:lnTo>
                  <a:pt x="17252" y="1338401"/>
                </a:lnTo>
                <a:lnTo>
                  <a:pt x="17486" y="1338465"/>
                </a:lnTo>
                <a:lnTo>
                  <a:pt x="17721" y="1338526"/>
                </a:lnTo>
                <a:lnTo>
                  <a:pt x="17957" y="1338585"/>
                </a:lnTo>
                <a:lnTo>
                  <a:pt x="18193" y="1338641"/>
                </a:lnTo>
                <a:lnTo>
                  <a:pt x="18429" y="1338696"/>
                </a:lnTo>
                <a:lnTo>
                  <a:pt x="18667" y="1338748"/>
                </a:lnTo>
                <a:lnTo>
                  <a:pt x="18904" y="1338798"/>
                </a:lnTo>
                <a:lnTo>
                  <a:pt x="19143" y="1338846"/>
                </a:lnTo>
                <a:lnTo>
                  <a:pt x="19382" y="1338892"/>
                </a:lnTo>
                <a:lnTo>
                  <a:pt x="19621" y="1338935"/>
                </a:lnTo>
                <a:lnTo>
                  <a:pt x="19861" y="1338976"/>
                </a:lnTo>
                <a:lnTo>
                  <a:pt x="20115" y="1339028"/>
                </a:lnTo>
                <a:lnTo>
                  <a:pt x="20370" y="1339079"/>
                </a:lnTo>
                <a:lnTo>
                  <a:pt x="20627" y="1339126"/>
                </a:lnTo>
                <a:lnTo>
                  <a:pt x="20884" y="1339172"/>
                </a:lnTo>
                <a:lnTo>
                  <a:pt x="21143" y="1339215"/>
                </a:lnTo>
                <a:lnTo>
                  <a:pt x="21403" y="1339257"/>
                </a:lnTo>
                <a:lnTo>
                  <a:pt x="21663" y="1339295"/>
                </a:lnTo>
                <a:lnTo>
                  <a:pt x="21925" y="1339332"/>
                </a:lnTo>
                <a:lnTo>
                  <a:pt x="22188" y="1339367"/>
                </a:lnTo>
                <a:lnTo>
                  <a:pt x="22453" y="1339399"/>
                </a:lnTo>
                <a:lnTo>
                  <a:pt x="22718" y="1339429"/>
                </a:lnTo>
                <a:lnTo>
                  <a:pt x="22984" y="1339457"/>
                </a:lnTo>
                <a:lnTo>
                  <a:pt x="23252" y="1339482"/>
                </a:lnTo>
                <a:lnTo>
                  <a:pt x="23520" y="1339506"/>
                </a:lnTo>
                <a:lnTo>
                  <a:pt x="23790" y="1339527"/>
                </a:lnTo>
                <a:lnTo>
                  <a:pt x="24061" y="1339546"/>
                </a:lnTo>
                <a:lnTo>
                  <a:pt x="24333" y="1339562"/>
                </a:lnTo>
                <a:lnTo>
                  <a:pt x="24606" y="1339577"/>
                </a:lnTo>
                <a:lnTo>
                  <a:pt x="24880" y="1339589"/>
                </a:lnTo>
                <a:lnTo>
                  <a:pt x="25155" y="1339599"/>
                </a:lnTo>
                <a:lnTo>
                  <a:pt x="25432" y="1339607"/>
                </a:lnTo>
                <a:lnTo>
                  <a:pt x="25709" y="1339612"/>
                </a:lnTo>
                <a:lnTo>
                  <a:pt x="25988" y="1339616"/>
                </a:lnTo>
                <a:lnTo>
                  <a:pt x="26268" y="1339617"/>
                </a:lnTo>
                <a:lnTo>
                  <a:pt x="26944" y="1339609"/>
                </a:lnTo>
                <a:lnTo>
                  <a:pt x="27610" y="1339586"/>
                </a:lnTo>
                <a:lnTo>
                  <a:pt x="28267" y="1339547"/>
                </a:lnTo>
                <a:lnTo>
                  <a:pt x="28915" y="1339492"/>
                </a:lnTo>
                <a:lnTo>
                  <a:pt x="29553" y="1339422"/>
                </a:lnTo>
                <a:lnTo>
                  <a:pt x="30182" y="1339337"/>
                </a:lnTo>
                <a:lnTo>
                  <a:pt x="30801" y="1339235"/>
                </a:lnTo>
                <a:close/>
                <a:moveTo>
                  <a:pt x="985534" y="588158"/>
                </a:moveTo>
                <a:lnTo>
                  <a:pt x="1017087" y="588158"/>
                </a:lnTo>
                <a:lnTo>
                  <a:pt x="1017087" y="452495"/>
                </a:lnTo>
                <a:lnTo>
                  <a:pt x="985534" y="452495"/>
                </a:lnTo>
                <a:lnTo>
                  <a:pt x="985534" y="460984"/>
                </a:lnTo>
                <a:lnTo>
                  <a:pt x="1003313" y="460984"/>
                </a:lnTo>
                <a:lnTo>
                  <a:pt x="1003313" y="579669"/>
                </a:lnTo>
                <a:lnTo>
                  <a:pt x="985534" y="579669"/>
                </a:lnTo>
                <a:lnTo>
                  <a:pt x="985534" y="588158"/>
                </a:lnTo>
                <a:close/>
                <a:moveTo>
                  <a:pt x="903911" y="452495"/>
                </a:moveTo>
                <a:lnTo>
                  <a:pt x="903911" y="588158"/>
                </a:lnTo>
                <a:lnTo>
                  <a:pt x="935464" y="588158"/>
                </a:lnTo>
                <a:lnTo>
                  <a:pt x="935464" y="579669"/>
                </a:lnTo>
                <a:lnTo>
                  <a:pt x="917525" y="579669"/>
                </a:lnTo>
                <a:lnTo>
                  <a:pt x="917525" y="460984"/>
                </a:lnTo>
                <a:lnTo>
                  <a:pt x="935464" y="460984"/>
                </a:lnTo>
                <a:lnTo>
                  <a:pt x="935464" y="452495"/>
                </a:lnTo>
                <a:lnTo>
                  <a:pt x="903911" y="452495"/>
                </a:lnTo>
                <a:close/>
                <a:moveTo>
                  <a:pt x="546597" y="813015"/>
                </a:moveTo>
                <a:lnTo>
                  <a:pt x="547091" y="812982"/>
                </a:lnTo>
                <a:lnTo>
                  <a:pt x="547585" y="812944"/>
                </a:lnTo>
                <a:lnTo>
                  <a:pt x="548079" y="812902"/>
                </a:lnTo>
                <a:lnTo>
                  <a:pt x="548573" y="812855"/>
                </a:lnTo>
                <a:lnTo>
                  <a:pt x="549066" y="812804"/>
                </a:lnTo>
                <a:lnTo>
                  <a:pt x="549560" y="812748"/>
                </a:lnTo>
                <a:lnTo>
                  <a:pt x="550054" y="812688"/>
                </a:lnTo>
                <a:lnTo>
                  <a:pt x="550548" y="812623"/>
                </a:lnTo>
                <a:lnTo>
                  <a:pt x="551042" y="812555"/>
                </a:lnTo>
                <a:lnTo>
                  <a:pt x="551536" y="812481"/>
                </a:lnTo>
                <a:lnTo>
                  <a:pt x="552030" y="812403"/>
                </a:lnTo>
                <a:lnTo>
                  <a:pt x="552523" y="812321"/>
                </a:lnTo>
                <a:lnTo>
                  <a:pt x="553017" y="812234"/>
                </a:lnTo>
                <a:lnTo>
                  <a:pt x="553511" y="812143"/>
                </a:lnTo>
                <a:lnTo>
                  <a:pt x="554005" y="812047"/>
                </a:lnTo>
                <a:lnTo>
                  <a:pt x="554499" y="811947"/>
                </a:lnTo>
                <a:lnTo>
                  <a:pt x="554993" y="811843"/>
                </a:lnTo>
                <a:lnTo>
                  <a:pt x="555483" y="811747"/>
                </a:lnTo>
                <a:lnTo>
                  <a:pt x="555966" y="811648"/>
                </a:lnTo>
                <a:lnTo>
                  <a:pt x="556442" y="811545"/>
                </a:lnTo>
                <a:lnTo>
                  <a:pt x="556910" y="811438"/>
                </a:lnTo>
                <a:lnTo>
                  <a:pt x="557372" y="811327"/>
                </a:lnTo>
                <a:lnTo>
                  <a:pt x="557826" y="811212"/>
                </a:lnTo>
                <a:lnTo>
                  <a:pt x="558272" y="811093"/>
                </a:lnTo>
                <a:lnTo>
                  <a:pt x="558712" y="810971"/>
                </a:lnTo>
                <a:lnTo>
                  <a:pt x="559145" y="810844"/>
                </a:lnTo>
                <a:lnTo>
                  <a:pt x="559570" y="810714"/>
                </a:lnTo>
                <a:lnTo>
                  <a:pt x="559988" y="810579"/>
                </a:lnTo>
                <a:lnTo>
                  <a:pt x="560398" y="810441"/>
                </a:lnTo>
                <a:lnTo>
                  <a:pt x="560802" y="810299"/>
                </a:lnTo>
                <a:lnTo>
                  <a:pt x="561198" y="810153"/>
                </a:lnTo>
                <a:lnTo>
                  <a:pt x="561587" y="810003"/>
                </a:lnTo>
                <a:lnTo>
                  <a:pt x="561969" y="809849"/>
                </a:lnTo>
                <a:lnTo>
                  <a:pt x="562343" y="809692"/>
                </a:lnTo>
                <a:lnTo>
                  <a:pt x="562711" y="809530"/>
                </a:lnTo>
                <a:lnTo>
                  <a:pt x="563071" y="809365"/>
                </a:lnTo>
                <a:lnTo>
                  <a:pt x="563424" y="809195"/>
                </a:lnTo>
                <a:lnTo>
                  <a:pt x="563769" y="809022"/>
                </a:lnTo>
                <a:lnTo>
                  <a:pt x="564108" y="808845"/>
                </a:lnTo>
                <a:lnTo>
                  <a:pt x="564439" y="808664"/>
                </a:lnTo>
                <a:lnTo>
                  <a:pt x="564763" y="808479"/>
                </a:lnTo>
                <a:lnTo>
                  <a:pt x="564763" y="796146"/>
                </a:lnTo>
                <a:lnTo>
                  <a:pt x="564481" y="796279"/>
                </a:lnTo>
                <a:lnTo>
                  <a:pt x="564195" y="796412"/>
                </a:lnTo>
                <a:lnTo>
                  <a:pt x="563905" y="796544"/>
                </a:lnTo>
                <a:lnTo>
                  <a:pt x="563611" y="796676"/>
                </a:lnTo>
                <a:lnTo>
                  <a:pt x="563313" y="796807"/>
                </a:lnTo>
                <a:lnTo>
                  <a:pt x="563011" y="796937"/>
                </a:lnTo>
                <a:lnTo>
                  <a:pt x="562706" y="797067"/>
                </a:lnTo>
                <a:lnTo>
                  <a:pt x="562396" y="797196"/>
                </a:lnTo>
                <a:lnTo>
                  <a:pt x="562083" y="797325"/>
                </a:lnTo>
                <a:lnTo>
                  <a:pt x="561765" y="797453"/>
                </a:lnTo>
                <a:lnTo>
                  <a:pt x="561444" y="797581"/>
                </a:lnTo>
                <a:lnTo>
                  <a:pt x="561119" y="797708"/>
                </a:lnTo>
                <a:lnTo>
                  <a:pt x="560790" y="797834"/>
                </a:lnTo>
                <a:lnTo>
                  <a:pt x="560457" y="797960"/>
                </a:lnTo>
                <a:lnTo>
                  <a:pt x="560121" y="798086"/>
                </a:lnTo>
                <a:lnTo>
                  <a:pt x="559780" y="798211"/>
                </a:lnTo>
                <a:lnTo>
                  <a:pt x="559435" y="798335"/>
                </a:lnTo>
                <a:lnTo>
                  <a:pt x="559087" y="798459"/>
                </a:lnTo>
                <a:lnTo>
                  <a:pt x="558735" y="798582"/>
                </a:lnTo>
                <a:lnTo>
                  <a:pt x="558378" y="798704"/>
                </a:lnTo>
                <a:lnTo>
                  <a:pt x="558018" y="798826"/>
                </a:lnTo>
                <a:lnTo>
                  <a:pt x="557654" y="798948"/>
                </a:lnTo>
                <a:lnTo>
                  <a:pt x="557286" y="799069"/>
                </a:lnTo>
                <a:lnTo>
                  <a:pt x="556915" y="799189"/>
                </a:lnTo>
                <a:lnTo>
                  <a:pt x="556553" y="799294"/>
                </a:lnTo>
                <a:lnTo>
                  <a:pt x="556188" y="799394"/>
                </a:lnTo>
                <a:lnTo>
                  <a:pt x="555821" y="799490"/>
                </a:lnTo>
                <a:lnTo>
                  <a:pt x="555451" y="799581"/>
                </a:lnTo>
                <a:lnTo>
                  <a:pt x="555078" y="799668"/>
                </a:lnTo>
                <a:lnTo>
                  <a:pt x="554702" y="799750"/>
                </a:lnTo>
                <a:lnTo>
                  <a:pt x="554324" y="799828"/>
                </a:lnTo>
                <a:lnTo>
                  <a:pt x="553943" y="799901"/>
                </a:lnTo>
                <a:lnTo>
                  <a:pt x="553559" y="799970"/>
                </a:lnTo>
                <a:lnTo>
                  <a:pt x="553172" y="800035"/>
                </a:lnTo>
                <a:lnTo>
                  <a:pt x="552782" y="800095"/>
                </a:lnTo>
                <a:lnTo>
                  <a:pt x="552390" y="800150"/>
                </a:lnTo>
                <a:lnTo>
                  <a:pt x="551995" y="800201"/>
                </a:lnTo>
                <a:lnTo>
                  <a:pt x="551597" y="800248"/>
                </a:lnTo>
                <a:lnTo>
                  <a:pt x="551196" y="800290"/>
                </a:lnTo>
                <a:lnTo>
                  <a:pt x="550793" y="800328"/>
                </a:lnTo>
                <a:lnTo>
                  <a:pt x="550386" y="800362"/>
                </a:lnTo>
                <a:lnTo>
                  <a:pt x="549977" y="800391"/>
                </a:lnTo>
                <a:lnTo>
                  <a:pt x="549566" y="800415"/>
                </a:lnTo>
                <a:lnTo>
                  <a:pt x="549151" y="800435"/>
                </a:lnTo>
                <a:lnTo>
                  <a:pt x="548734" y="800451"/>
                </a:lnTo>
                <a:lnTo>
                  <a:pt x="548313" y="800462"/>
                </a:lnTo>
                <a:lnTo>
                  <a:pt x="547890" y="800468"/>
                </a:lnTo>
                <a:lnTo>
                  <a:pt x="547465" y="800471"/>
                </a:lnTo>
                <a:lnTo>
                  <a:pt x="546921" y="800468"/>
                </a:lnTo>
                <a:lnTo>
                  <a:pt x="546386" y="800460"/>
                </a:lnTo>
                <a:lnTo>
                  <a:pt x="545858" y="800446"/>
                </a:lnTo>
                <a:lnTo>
                  <a:pt x="545338" y="800426"/>
                </a:lnTo>
                <a:lnTo>
                  <a:pt x="544826" y="800401"/>
                </a:lnTo>
                <a:lnTo>
                  <a:pt x="544321" y="800371"/>
                </a:lnTo>
                <a:lnTo>
                  <a:pt x="543825" y="800334"/>
                </a:lnTo>
                <a:lnTo>
                  <a:pt x="543336" y="800293"/>
                </a:lnTo>
                <a:lnTo>
                  <a:pt x="542855" y="800245"/>
                </a:lnTo>
                <a:lnTo>
                  <a:pt x="542382" y="800193"/>
                </a:lnTo>
                <a:lnTo>
                  <a:pt x="541916" y="800134"/>
                </a:lnTo>
                <a:lnTo>
                  <a:pt x="541458" y="800070"/>
                </a:lnTo>
                <a:lnTo>
                  <a:pt x="541008" y="800001"/>
                </a:lnTo>
                <a:lnTo>
                  <a:pt x="540566" y="799926"/>
                </a:lnTo>
                <a:lnTo>
                  <a:pt x="540132" y="799845"/>
                </a:lnTo>
                <a:lnTo>
                  <a:pt x="539705" y="799759"/>
                </a:lnTo>
                <a:lnTo>
                  <a:pt x="539287" y="799667"/>
                </a:lnTo>
                <a:lnTo>
                  <a:pt x="538876" y="799570"/>
                </a:lnTo>
                <a:lnTo>
                  <a:pt x="538472" y="799467"/>
                </a:lnTo>
                <a:lnTo>
                  <a:pt x="538077" y="799358"/>
                </a:lnTo>
                <a:lnTo>
                  <a:pt x="537689" y="799244"/>
                </a:lnTo>
                <a:lnTo>
                  <a:pt x="537310" y="799125"/>
                </a:lnTo>
                <a:lnTo>
                  <a:pt x="536938" y="799000"/>
                </a:lnTo>
                <a:lnTo>
                  <a:pt x="536573" y="798869"/>
                </a:lnTo>
                <a:lnTo>
                  <a:pt x="536217" y="798732"/>
                </a:lnTo>
                <a:lnTo>
                  <a:pt x="535867" y="798589"/>
                </a:lnTo>
                <a:lnTo>
                  <a:pt x="535525" y="798439"/>
                </a:lnTo>
                <a:lnTo>
                  <a:pt x="535190" y="798282"/>
                </a:lnTo>
                <a:lnTo>
                  <a:pt x="534862" y="798118"/>
                </a:lnTo>
                <a:lnTo>
                  <a:pt x="534541" y="797948"/>
                </a:lnTo>
                <a:lnTo>
                  <a:pt x="534228" y="797771"/>
                </a:lnTo>
                <a:lnTo>
                  <a:pt x="533922" y="797588"/>
                </a:lnTo>
                <a:lnTo>
                  <a:pt x="533623" y="797397"/>
                </a:lnTo>
                <a:lnTo>
                  <a:pt x="533331" y="797201"/>
                </a:lnTo>
                <a:lnTo>
                  <a:pt x="533046" y="796997"/>
                </a:lnTo>
                <a:lnTo>
                  <a:pt x="532769" y="796787"/>
                </a:lnTo>
                <a:lnTo>
                  <a:pt x="532499" y="796570"/>
                </a:lnTo>
                <a:lnTo>
                  <a:pt x="532236" y="796346"/>
                </a:lnTo>
                <a:lnTo>
                  <a:pt x="531981" y="796116"/>
                </a:lnTo>
                <a:lnTo>
                  <a:pt x="531733" y="795879"/>
                </a:lnTo>
                <a:lnTo>
                  <a:pt x="531491" y="795636"/>
                </a:lnTo>
                <a:lnTo>
                  <a:pt x="531258" y="795385"/>
                </a:lnTo>
                <a:lnTo>
                  <a:pt x="531031" y="795128"/>
                </a:lnTo>
                <a:lnTo>
                  <a:pt x="530812" y="794865"/>
                </a:lnTo>
                <a:lnTo>
                  <a:pt x="530599" y="794594"/>
                </a:lnTo>
                <a:lnTo>
                  <a:pt x="530394" y="794317"/>
                </a:lnTo>
                <a:lnTo>
                  <a:pt x="530197" y="794034"/>
                </a:lnTo>
                <a:lnTo>
                  <a:pt x="530006" y="793744"/>
                </a:lnTo>
                <a:lnTo>
                  <a:pt x="529823" y="793447"/>
                </a:lnTo>
                <a:lnTo>
                  <a:pt x="529648" y="793143"/>
                </a:lnTo>
                <a:lnTo>
                  <a:pt x="529481" y="792833"/>
                </a:lnTo>
                <a:lnTo>
                  <a:pt x="529321" y="792516"/>
                </a:lnTo>
                <a:lnTo>
                  <a:pt x="529169" y="792192"/>
                </a:lnTo>
                <a:lnTo>
                  <a:pt x="529025" y="791862"/>
                </a:lnTo>
                <a:lnTo>
                  <a:pt x="528889" y="791525"/>
                </a:lnTo>
                <a:lnTo>
                  <a:pt x="528761" y="791181"/>
                </a:lnTo>
                <a:lnTo>
                  <a:pt x="528640" y="790830"/>
                </a:lnTo>
                <a:lnTo>
                  <a:pt x="528527" y="790473"/>
                </a:lnTo>
                <a:lnTo>
                  <a:pt x="528422" y="790110"/>
                </a:lnTo>
                <a:lnTo>
                  <a:pt x="528325" y="789739"/>
                </a:lnTo>
                <a:lnTo>
                  <a:pt x="528235" y="789362"/>
                </a:lnTo>
                <a:lnTo>
                  <a:pt x="528153" y="788979"/>
                </a:lnTo>
                <a:lnTo>
                  <a:pt x="528079" y="788588"/>
                </a:lnTo>
                <a:lnTo>
                  <a:pt x="528013" y="788191"/>
                </a:lnTo>
                <a:lnTo>
                  <a:pt x="527955" y="787787"/>
                </a:lnTo>
                <a:lnTo>
                  <a:pt x="527904" y="787377"/>
                </a:lnTo>
                <a:lnTo>
                  <a:pt x="527861" y="786960"/>
                </a:lnTo>
                <a:lnTo>
                  <a:pt x="527826" y="786536"/>
                </a:lnTo>
                <a:lnTo>
                  <a:pt x="527799" y="786106"/>
                </a:lnTo>
                <a:lnTo>
                  <a:pt x="527780" y="785668"/>
                </a:lnTo>
                <a:lnTo>
                  <a:pt x="527768" y="785225"/>
                </a:lnTo>
                <a:lnTo>
                  <a:pt x="527764" y="784774"/>
                </a:lnTo>
                <a:lnTo>
                  <a:pt x="527764" y="742169"/>
                </a:lnTo>
                <a:lnTo>
                  <a:pt x="564763" y="742169"/>
                </a:lnTo>
                <a:lnTo>
                  <a:pt x="564763" y="729676"/>
                </a:lnTo>
                <a:lnTo>
                  <a:pt x="527764" y="729676"/>
                </a:lnTo>
                <a:lnTo>
                  <a:pt x="527764" y="703568"/>
                </a:lnTo>
                <a:lnTo>
                  <a:pt x="517833" y="703568"/>
                </a:lnTo>
                <a:lnTo>
                  <a:pt x="512228" y="729676"/>
                </a:lnTo>
                <a:lnTo>
                  <a:pt x="488042" y="729676"/>
                </a:lnTo>
                <a:lnTo>
                  <a:pt x="488042" y="742169"/>
                </a:lnTo>
                <a:lnTo>
                  <a:pt x="511747" y="742169"/>
                </a:lnTo>
                <a:lnTo>
                  <a:pt x="511747" y="786055"/>
                </a:lnTo>
                <a:lnTo>
                  <a:pt x="511762" y="787243"/>
                </a:lnTo>
                <a:lnTo>
                  <a:pt x="511806" y="788402"/>
                </a:lnTo>
                <a:lnTo>
                  <a:pt x="511880" y="789534"/>
                </a:lnTo>
                <a:lnTo>
                  <a:pt x="511983" y="790638"/>
                </a:lnTo>
                <a:lnTo>
                  <a:pt x="512116" y="791714"/>
                </a:lnTo>
                <a:lnTo>
                  <a:pt x="512278" y="792763"/>
                </a:lnTo>
                <a:lnTo>
                  <a:pt x="512469" y="793783"/>
                </a:lnTo>
                <a:lnTo>
                  <a:pt x="512690" y="794776"/>
                </a:lnTo>
                <a:lnTo>
                  <a:pt x="512941" y="795741"/>
                </a:lnTo>
                <a:lnTo>
                  <a:pt x="513221" y="796678"/>
                </a:lnTo>
                <a:lnTo>
                  <a:pt x="513530" y="797587"/>
                </a:lnTo>
                <a:lnTo>
                  <a:pt x="513869" y="798469"/>
                </a:lnTo>
                <a:lnTo>
                  <a:pt x="514238" y="799322"/>
                </a:lnTo>
                <a:lnTo>
                  <a:pt x="514636" y="800148"/>
                </a:lnTo>
                <a:lnTo>
                  <a:pt x="515063" y="800946"/>
                </a:lnTo>
                <a:lnTo>
                  <a:pt x="515520" y="801716"/>
                </a:lnTo>
                <a:lnTo>
                  <a:pt x="516006" y="802459"/>
                </a:lnTo>
                <a:lnTo>
                  <a:pt x="516522" y="803173"/>
                </a:lnTo>
                <a:lnTo>
                  <a:pt x="517067" y="803860"/>
                </a:lnTo>
                <a:lnTo>
                  <a:pt x="517642" y="804519"/>
                </a:lnTo>
                <a:lnTo>
                  <a:pt x="518246" y="805151"/>
                </a:lnTo>
                <a:lnTo>
                  <a:pt x="518880" y="805754"/>
                </a:lnTo>
                <a:lnTo>
                  <a:pt x="519543" y="806330"/>
                </a:lnTo>
                <a:lnTo>
                  <a:pt x="520236" y="806877"/>
                </a:lnTo>
                <a:lnTo>
                  <a:pt x="520954" y="807387"/>
                </a:lnTo>
                <a:lnTo>
                  <a:pt x="521692" y="807875"/>
                </a:lnTo>
                <a:lnTo>
                  <a:pt x="522451" y="808341"/>
                </a:lnTo>
                <a:lnTo>
                  <a:pt x="523230" y="808786"/>
                </a:lnTo>
                <a:lnTo>
                  <a:pt x="524030" y="809209"/>
                </a:lnTo>
                <a:lnTo>
                  <a:pt x="524851" y="809610"/>
                </a:lnTo>
                <a:lnTo>
                  <a:pt x="525692" y="809990"/>
                </a:lnTo>
                <a:lnTo>
                  <a:pt x="526554" y="810348"/>
                </a:lnTo>
                <a:lnTo>
                  <a:pt x="527436" y="810684"/>
                </a:lnTo>
                <a:lnTo>
                  <a:pt x="528339" y="810998"/>
                </a:lnTo>
                <a:lnTo>
                  <a:pt x="529262" y="811291"/>
                </a:lnTo>
                <a:lnTo>
                  <a:pt x="530207" y="811562"/>
                </a:lnTo>
                <a:lnTo>
                  <a:pt x="531171" y="811812"/>
                </a:lnTo>
                <a:lnTo>
                  <a:pt x="532156" y="812039"/>
                </a:lnTo>
                <a:lnTo>
                  <a:pt x="533162" y="812246"/>
                </a:lnTo>
                <a:lnTo>
                  <a:pt x="534188" y="812430"/>
                </a:lnTo>
                <a:lnTo>
                  <a:pt x="535235" y="812593"/>
                </a:lnTo>
                <a:lnTo>
                  <a:pt x="536303" y="812734"/>
                </a:lnTo>
                <a:lnTo>
                  <a:pt x="537391" y="812853"/>
                </a:lnTo>
                <a:lnTo>
                  <a:pt x="538500" y="812950"/>
                </a:lnTo>
                <a:lnTo>
                  <a:pt x="539629" y="813026"/>
                </a:lnTo>
                <a:lnTo>
                  <a:pt x="540779" y="813081"/>
                </a:lnTo>
                <a:lnTo>
                  <a:pt x="541949" y="813113"/>
                </a:lnTo>
                <a:lnTo>
                  <a:pt x="543140" y="813124"/>
                </a:lnTo>
                <a:lnTo>
                  <a:pt x="543634" y="813122"/>
                </a:lnTo>
                <a:lnTo>
                  <a:pt x="544128" y="813115"/>
                </a:lnTo>
                <a:lnTo>
                  <a:pt x="544622" y="813104"/>
                </a:lnTo>
                <a:lnTo>
                  <a:pt x="545116" y="813088"/>
                </a:lnTo>
                <a:lnTo>
                  <a:pt x="545609" y="813068"/>
                </a:lnTo>
                <a:lnTo>
                  <a:pt x="546103" y="813044"/>
                </a:lnTo>
                <a:lnTo>
                  <a:pt x="546597" y="813015"/>
                </a:lnTo>
                <a:close/>
                <a:moveTo>
                  <a:pt x="834220" y="813044"/>
                </a:moveTo>
                <a:lnTo>
                  <a:pt x="834713" y="813015"/>
                </a:lnTo>
                <a:lnTo>
                  <a:pt x="835207" y="812982"/>
                </a:lnTo>
                <a:lnTo>
                  <a:pt x="835701" y="812944"/>
                </a:lnTo>
                <a:lnTo>
                  <a:pt x="836195" y="812902"/>
                </a:lnTo>
                <a:lnTo>
                  <a:pt x="836689" y="812855"/>
                </a:lnTo>
                <a:lnTo>
                  <a:pt x="837183" y="812804"/>
                </a:lnTo>
                <a:lnTo>
                  <a:pt x="837677" y="812748"/>
                </a:lnTo>
                <a:lnTo>
                  <a:pt x="838170" y="812688"/>
                </a:lnTo>
                <a:lnTo>
                  <a:pt x="838664" y="812623"/>
                </a:lnTo>
                <a:lnTo>
                  <a:pt x="839158" y="812555"/>
                </a:lnTo>
                <a:lnTo>
                  <a:pt x="839652" y="812481"/>
                </a:lnTo>
                <a:lnTo>
                  <a:pt x="840146" y="812403"/>
                </a:lnTo>
                <a:lnTo>
                  <a:pt x="840640" y="812321"/>
                </a:lnTo>
                <a:lnTo>
                  <a:pt x="841134" y="812234"/>
                </a:lnTo>
                <a:lnTo>
                  <a:pt x="841627" y="812143"/>
                </a:lnTo>
                <a:lnTo>
                  <a:pt x="842121" y="812047"/>
                </a:lnTo>
                <a:lnTo>
                  <a:pt x="842615" y="811947"/>
                </a:lnTo>
                <a:lnTo>
                  <a:pt x="843109" y="811843"/>
                </a:lnTo>
                <a:lnTo>
                  <a:pt x="843599" y="811747"/>
                </a:lnTo>
                <a:lnTo>
                  <a:pt x="844082" y="811648"/>
                </a:lnTo>
                <a:lnTo>
                  <a:pt x="844558" y="811545"/>
                </a:lnTo>
                <a:lnTo>
                  <a:pt x="845027" y="811438"/>
                </a:lnTo>
                <a:lnTo>
                  <a:pt x="845488" y="811327"/>
                </a:lnTo>
                <a:lnTo>
                  <a:pt x="845942" y="811212"/>
                </a:lnTo>
                <a:lnTo>
                  <a:pt x="846389" y="811093"/>
                </a:lnTo>
                <a:lnTo>
                  <a:pt x="846828" y="810971"/>
                </a:lnTo>
                <a:lnTo>
                  <a:pt x="847261" y="810844"/>
                </a:lnTo>
                <a:lnTo>
                  <a:pt x="847686" y="810714"/>
                </a:lnTo>
                <a:lnTo>
                  <a:pt x="848104" y="810579"/>
                </a:lnTo>
                <a:lnTo>
                  <a:pt x="848515" y="810441"/>
                </a:lnTo>
                <a:lnTo>
                  <a:pt x="848918" y="810299"/>
                </a:lnTo>
                <a:lnTo>
                  <a:pt x="849314" y="810153"/>
                </a:lnTo>
                <a:lnTo>
                  <a:pt x="849703" y="810003"/>
                </a:lnTo>
                <a:lnTo>
                  <a:pt x="850085" y="809849"/>
                </a:lnTo>
                <a:lnTo>
                  <a:pt x="850460" y="809692"/>
                </a:lnTo>
                <a:lnTo>
                  <a:pt x="850827" y="809530"/>
                </a:lnTo>
                <a:lnTo>
                  <a:pt x="851187" y="809365"/>
                </a:lnTo>
                <a:lnTo>
                  <a:pt x="851540" y="809195"/>
                </a:lnTo>
                <a:lnTo>
                  <a:pt x="851886" y="809022"/>
                </a:lnTo>
                <a:lnTo>
                  <a:pt x="852224" y="808845"/>
                </a:lnTo>
                <a:lnTo>
                  <a:pt x="852555" y="808664"/>
                </a:lnTo>
                <a:lnTo>
                  <a:pt x="852879" y="808479"/>
                </a:lnTo>
                <a:lnTo>
                  <a:pt x="852879" y="796146"/>
                </a:lnTo>
                <a:lnTo>
                  <a:pt x="852597" y="796279"/>
                </a:lnTo>
                <a:lnTo>
                  <a:pt x="852311" y="796412"/>
                </a:lnTo>
                <a:lnTo>
                  <a:pt x="852021" y="796544"/>
                </a:lnTo>
                <a:lnTo>
                  <a:pt x="851727" y="796676"/>
                </a:lnTo>
                <a:lnTo>
                  <a:pt x="851429" y="796807"/>
                </a:lnTo>
                <a:lnTo>
                  <a:pt x="851127" y="796937"/>
                </a:lnTo>
                <a:lnTo>
                  <a:pt x="850822" y="797067"/>
                </a:lnTo>
                <a:lnTo>
                  <a:pt x="850512" y="797196"/>
                </a:lnTo>
                <a:lnTo>
                  <a:pt x="850199" y="797325"/>
                </a:lnTo>
                <a:lnTo>
                  <a:pt x="849882" y="797453"/>
                </a:lnTo>
                <a:lnTo>
                  <a:pt x="849560" y="797581"/>
                </a:lnTo>
                <a:lnTo>
                  <a:pt x="849235" y="797708"/>
                </a:lnTo>
                <a:lnTo>
                  <a:pt x="848906" y="797834"/>
                </a:lnTo>
                <a:lnTo>
                  <a:pt x="848574" y="797960"/>
                </a:lnTo>
                <a:lnTo>
                  <a:pt x="848237" y="798086"/>
                </a:lnTo>
                <a:lnTo>
                  <a:pt x="847896" y="798211"/>
                </a:lnTo>
                <a:lnTo>
                  <a:pt x="847552" y="798335"/>
                </a:lnTo>
                <a:lnTo>
                  <a:pt x="847203" y="798459"/>
                </a:lnTo>
                <a:lnTo>
                  <a:pt x="846851" y="798582"/>
                </a:lnTo>
                <a:lnTo>
                  <a:pt x="846495" y="798704"/>
                </a:lnTo>
                <a:lnTo>
                  <a:pt x="846135" y="798826"/>
                </a:lnTo>
                <a:lnTo>
                  <a:pt x="845771" y="798948"/>
                </a:lnTo>
                <a:lnTo>
                  <a:pt x="845403" y="799069"/>
                </a:lnTo>
                <a:lnTo>
                  <a:pt x="845031" y="799189"/>
                </a:lnTo>
                <a:lnTo>
                  <a:pt x="844669" y="799294"/>
                </a:lnTo>
                <a:lnTo>
                  <a:pt x="844305" y="799394"/>
                </a:lnTo>
                <a:lnTo>
                  <a:pt x="843937" y="799490"/>
                </a:lnTo>
                <a:lnTo>
                  <a:pt x="843567" y="799581"/>
                </a:lnTo>
                <a:lnTo>
                  <a:pt x="843194" y="799668"/>
                </a:lnTo>
                <a:lnTo>
                  <a:pt x="842819" y="799750"/>
                </a:lnTo>
                <a:lnTo>
                  <a:pt x="842440" y="799828"/>
                </a:lnTo>
                <a:lnTo>
                  <a:pt x="842059" y="799901"/>
                </a:lnTo>
                <a:lnTo>
                  <a:pt x="841675" y="799970"/>
                </a:lnTo>
                <a:lnTo>
                  <a:pt x="841288" y="800035"/>
                </a:lnTo>
                <a:lnTo>
                  <a:pt x="840899" y="800095"/>
                </a:lnTo>
                <a:lnTo>
                  <a:pt x="840506" y="800150"/>
                </a:lnTo>
                <a:lnTo>
                  <a:pt x="840111" y="800201"/>
                </a:lnTo>
                <a:lnTo>
                  <a:pt x="839713" y="800248"/>
                </a:lnTo>
                <a:lnTo>
                  <a:pt x="839312" y="800290"/>
                </a:lnTo>
                <a:lnTo>
                  <a:pt x="838909" y="800328"/>
                </a:lnTo>
                <a:lnTo>
                  <a:pt x="838503" y="800362"/>
                </a:lnTo>
                <a:lnTo>
                  <a:pt x="838094" y="800391"/>
                </a:lnTo>
                <a:lnTo>
                  <a:pt x="837682" y="800415"/>
                </a:lnTo>
                <a:lnTo>
                  <a:pt x="837267" y="800435"/>
                </a:lnTo>
                <a:lnTo>
                  <a:pt x="836850" y="800451"/>
                </a:lnTo>
                <a:lnTo>
                  <a:pt x="836430" y="800462"/>
                </a:lnTo>
                <a:lnTo>
                  <a:pt x="836007" y="800468"/>
                </a:lnTo>
                <a:lnTo>
                  <a:pt x="835581" y="800471"/>
                </a:lnTo>
                <a:lnTo>
                  <a:pt x="835038" y="800468"/>
                </a:lnTo>
                <a:lnTo>
                  <a:pt x="834502" y="800460"/>
                </a:lnTo>
                <a:lnTo>
                  <a:pt x="833974" y="800446"/>
                </a:lnTo>
                <a:lnTo>
                  <a:pt x="833454" y="800426"/>
                </a:lnTo>
                <a:lnTo>
                  <a:pt x="832942" y="800401"/>
                </a:lnTo>
                <a:lnTo>
                  <a:pt x="832438" y="800371"/>
                </a:lnTo>
                <a:lnTo>
                  <a:pt x="831941" y="800334"/>
                </a:lnTo>
                <a:lnTo>
                  <a:pt x="831452" y="800293"/>
                </a:lnTo>
                <a:lnTo>
                  <a:pt x="830971" y="800245"/>
                </a:lnTo>
                <a:lnTo>
                  <a:pt x="830498" y="800193"/>
                </a:lnTo>
                <a:lnTo>
                  <a:pt x="830032" y="800134"/>
                </a:lnTo>
                <a:lnTo>
                  <a:pt x="829575" y="800070"/>
                </a:lnTo>
                <a:lnTo>
                  <a:pt x="829125" y="800001"/>
                </a:lnTo>
                <a:lnTo>
                  <a:pt x="828683" y="799926"/>
                </a:lnTo>
                <a:lnTo>
                  <a:pt x="828248" y="799845"/>
                </a:lnTo>
                <a:lnTo>
                  <a:pt x="827822" y="799759"/>
                </a:lnTo>
                <a:lnTo>
                  <a:pt x="827403" y="799667"/>
                </a:lnTo>
                <a:lnTo>
                  <a:pt x="826992" y="799570"/>
                </a:lnTo>
                <a:lnTo>
                  <a:pt x="826589" y="799467"/>
                </a:lnTo>
                <a:lnTo>
                  <a:pt x="826193" y="799358"/>
                </a:lnTo>
                <a:lnTo>
                  <a:pt x="825806" y="799244"/>
                </a:lnTo>
                <a:lnTo>
                  <a:pt x="825426" y="799125"/>
                </a:lnTo>
                <a:lnTo>
                  <a:pt x="825054" y="799000"/>
                </a:lnTo>
                <a:lnTo>
                  <a:pt x="824690" y="798869"/>
                </a:lnTo>
                <a:lnTo>
                  <a:pt x="824333" y="798732"/>
                </a:lnTo>
                <a:lnTo>
                  <a:pt x="823983" y="798589"/>
                </a:lnTo>
                <a:lnTo>
                  <a:pt x="823641" y="798439"/>
                </a:lnTo>
                <a:lnTo>
                  <a:pt x="823306" y="798282"/>
                </a:lnTo>
                <a:lnTo>
                  <a:pt x="822978" y="798118"/>
                </a:lnTo>
                <a:lnTo>
                  <a:pt x="822657" y="797948"/>
                </a:lnTo>
                <a:lnTo>
                  <a:pt x="822344" y="797771"/>
                </a:lnTo>
                <a:lnTo>
                  <a:pt x="822038" y="797588"/>
                </a:lnTo>
                <a:lnTo>
                  <a:pt x="821739" y="797397"/>
                </a:lnTo>
                <a:lnTo>
                  <a:pt x="821447" y="797201"/>
                </a:lnTo>
                <a:lnTo>
                  <a:pt x="821163" y="796997"/>
                </a:lnTo>
                <a:lnTo>
                  <a:pt x="820886" y="796787"/>
                </a:lnTo>
                <a:lnTo>
                  <a:pt x="820616" y="796570"/>
                </a:lnTo>
                <a:lnTo>
                  <a:pt x="820353" y="796346"/>
                </a:lnTo>
                <a:lnTo>
                  <a:pt x="820097" y="796116"/>
                </a:lnTo>
                <a:lnTo>
                  <a:pt x="819849" y="795879"/>
                </a:lnTo>
                <a:lnTo>
                  <a:pt x="819608" y="795636"/>
                </a:lnTo>
                <a:lnTo>
                  <a:pt x="819374" y="795385"/>
                </a:lnTo>
                <a:lnTo>
                  <a:pt x="819147" y="795128"/>
                </a:lnTo>
                <a:lnTo>
                  <a:pt x="818928" y="794865"/>
                </a:lnTo>
                <a:lnTo>
                  <a:pt x="818716" y="794594"/>
                </a:lnTo>
                <a:lnTo>
                  <a:pt x="818511" y="794317"/>
                </a:lnTo>
                <a:lnTo>
                  <a:pt x="818313" y="794034"/>
                </a:lnTo>
                <a:lnTo>
                  <a:pt x="818123" y="793744"/>
                </a:lnTo>
                <a:lnTo>
                  <a:pt x="817940" y="793447"/>
                </a:lnTo>
                <a:lnTo>
                  <a:pt x="817764" y="793143"/>
                </a:lnTo>
                <a:lnTo>
                  <a:pt x="817597" y="792833"/>
                </a:lnTo>
                <a:lnTo>
                  <a:pt x="817437" y="792516"/>
                </a:lnTo>
                <a:lnTo>
                  <a:pt x="817286" y="792192"/>
                </a:lnTo>
                <a:lnTo>
                  <a:pt x="817142" y="791862"/>
                </a:lnTo>
                <a:lnTo>
                  <a:pt x="817005" y="791525"/>
                </a:lnTo>
                <a:lnTo>
                  <a:pt x="816877" y="791181"/>
                </a:lnTo>
                <a:lnTo>
                  <a:pt x="816756" y="790830"/>
                </a:lnTo>
                <a:lnTo>
                  <a:pt x="816643" y="790473"/>
                </a:lnTo>
                <a:lnTo>
                  <a:pt x="816538" y="790110"/>
                </a:lnTo>
                <a:lnTo>
                  <a:pt x="816441" y="789739"/>
                </a:lnTo>
                <a:lnTo>
                  <a:pt x="816351" y="789362"/>
                </a:lnTo>
                <a:lnTo>
                  <a:pt x="816270" y="788979"/>
                </a:lnTo>
                <a:lnTo>
                  <a:pt x="816196" y="788588"/>
                </a:lnTo>
                <a:lnTo>
                  <a:pt x="816129" y="788191"/>
                </a:lnTo>
                <a:lnTo>
                  <a:pt x="816071" y="787787"/>
                </a:lnTo>
                <a:lnTo>
                  <a:pt x="816020" y="787377"/>
                </a:lnTo>
                <a:lnTo>
                  <a:pt x="815978" y="786960"/>
                </a:lnTo>
                <a:lnTo>
                  <a:pt x="815943" y="786536"/>
                </a:lnTo>
                <a:lnTo>
                  <a:pt x="815915" y="786106"/>
                </a:lnTo>
                <a:lnTo>
                  <a:pt x="815896" y="785668"/>
                </a:lnTo>
                <a:lnTo>
                  <a:pt x="815884" y="785225"/>
                </a:lnTo>
                <a:lnTo>
                  <a:pt x="815880" y="784774"/>
                </a:lnTo>
                <a:lnTo>
                  <a:pt x="815880" y="742169"/>
                </a:lnTo>
                <a:lnTo>
                  <a:pt x="852879" y="742169"/>
                </a:lnTo>
                <a:lnTo>
                  <a:pt x="852879" y="729676"/>
                </a:lnTo>
                <a:lnTo>
                  <a:pt x="815880" y="729676"/>
                </a:lnTo>
                <a:lnTo>
                  <a:pt x="815880" y="703568"/>
                </a:lnTo>
                <a:lnTo>
                  <a:pt x="805950" y="703568"/>
                </a:lnTo>
                <a:lnTo>
                  <a:pt x="800344" y="729676"/>
                </a:lnTo>
                <a:lnTo>
                  <a:pt x="776158" y="729676"/>
                </a:lnTo>
                <a:lnTo>
                  <a:pt x="776158" y="742169"/>
                </a:lnTo>
                <a:lnTo>
                  <a:pt x="799863" y="742169"/>
                </a:lnTo>
                <a:lnTo>
                  <a:pt x="799863" y="786055"/>
                </a:lnTo>
                <a:lnTo>
                  <a:pt x="799878" y="787243"/>
                </a:lnTo>
                <a:lnTo>
                  <a:pt x="799922" y="788402"/>
                </a:lnTo>
                <a:lnTo>
                  <a:pt x="799996" y="789534"/>
                </a:lnTo>
                <a:lnTo>
                  <a:pt x="800099" y="790638"/>
                </a:lnTo>
                <a:lnTo>
                  <a:pt x="800232" y="791714"/>
                </a:lnTo>
                <a:lnTo>
                  <a:pt x="800394" y="792763"/>
                </a:lnTo>
                <a:lnTo>
                  <a:pt x="800585" y="793783"/>
                </a:lnTo>
                <a:lnTo>
                  <a:pt x="800807" y="794776"/>
                </a:lnTo>
                <a:lnTo>
                  <a:pt x="801057" y="795741"/>
                </a:lnTo>
                <a:lnTo>
                  <a:pt x="801337" y="796678"/>
                </a:lnTo>
                <a:lnTo>
                  <a:pt x="801647" y="797587"/>
                </a:lnTo>
                <a:lnTo>
                  <a:pt x="801986" y="798469"/>
                </a:lnTo>
                <a:lnTo>
                  <a:pt x="802354" y="799322"/>
                </a:lnTo>
                <a:lnTo>
                  <a:pt x="802752" y="800148"/>
                </a:lnTo>
                <a:lnTo>
                  <a:pt x="803179" y="800946"/>
                </a:lnTo>
                <a:lnTo>
                  <a:pt x="803636" y="801716"/>
                </a:lnTo>
                <a:lnTo>
                  <a:pt x="804123" y="802459"/>
                </a:lnTo>
                <a:lnTo>
                  <a:pt x="804638" y="803173"/>
                </a:lnTo>
                <a:lnTo>
                  <a:pt x="805184" y="803860"/>
                </a:lnTo>
                <a:lnTo>
                  <a:pt x="805758" y="804519"/>
                </a:lnTo>
                <a:lnTo>
                  <a:pt x="806363" y="805151"/>
                </a:lnTo>
                <a:lnTo>
                  <a:pt x="806996" y="805754"/>
                </a:lnTo>
                <a:lnTo>
                  <a:pt x="807660" y="806330"/>
                </a:lnTo>
                <a:lnTo>
                  <a:pt x="808352" y="806877"/>
                </a:lnTo>
                <a:lnTo>
                  <a:pt x="809070" y="807387"/>
                </a:lnTo>
                <a:lnTo>
                  <a:pt x="809808" y="807875"/>
                </a:lnTo>
                <a:lnTo>
                  <a:pt x="810567" y="808341"/>
                </a:lnTo>
                <a:lnTo>
                  <a:pt x="811347" y="808786"/>
                </a:lnTo>
                <a:lnTo>
                  <a:pt x="812147" y="809209"/>
                </a:lnTo>
                <a:lnTo>
                  <a:pt x="812967" y="809610"/>
                </a:lnTo>
                <a:lnTo>
                  <a:pt x="813808" y="809990"/>
                </a:lnTo>
                <a:lnTo>
                  <a:pt x="814670" y="810348"/>
                </a:lnTo>
                <a:lnTo>
                  <a:pt x="815552" y="810684"/>
                </a:lnTo>
                <a:lnTo>
                  <a:pt x="816455" y="810998"/>
                </a:lnTo>
                <a:lnTo>
                  <a:pt x="817379" y="811291"/>
                </a:lnTo>
                <a:lnTo>
                  <a:pt x="818323" y="811562"/>
                </a:lnTo>
                <a:lnTo>
                  <a:pt x="819287" y="811812"/>
                </a:lnTo>
                <a:lnTo>
                  <a:pt x="820273" y="812039"/>
                </a:lnTo>
                <a:lnTo>
                  <a:pt x="821278" y="812246"/>
                </a:lnTo>
                <a:lnTo>
                  <a:pt x="822305" y="812430"/>
                </a:lnTo>
                <a:lnTo>
                  <a:pt x="823352" y="812593"/>
                </a:lnTo>
                <a:lnTo>
                  <a:pt x="824419" y="812734"/>
                </a:lnTo>
                <a:lnTo>
                  <a:pt x="825507" y="812853"/>
                </a:lnTo>
                <a:lnTo>
                  <a:pt x="826616" y="812950"/>
                </a:lnTo>
                <a:lnTo>
                  <a:pt x="827745" y="813026"/>
                </a:lnTo>
                <a:lnTo>
                  <a:pt x="828895" y="813081"/>
                </a:lnTo>
                <a:lnTo>
                  <a:pt x="830065" y="813113"/>
                </a:lnTo>
                <a:lnTo>
                  <a:pt x="831256" y="813124"/>
                </a:lnTo>
                <a:lnTo>
                  <a:pt x="831750" y="813122"/>
                </a:lnTo>
                <a:lnTo>
                  <a:pt x="832244" y="813115"/>
                </a:lnTo>
                <a:lnTo>
                  <a:pt x="832738" y="813104"/>
                </a:lnTo>
                <a:lnTo>
                  <a:pt x="833232" y="813088"/>
                </a:lnTo>
                <a:lnTo>
                  <a:pt x="833726" y="813068"/>
                </a:lnTo>
                <a:lnTo>
                  <a:pt x="834220" y="813044"/>
                </a:lnTo>
                <a:close/>
                <a:moveTo>
                  <a:pt x="702167" y="760738"/>
                </a:moveTo>
                <a:lnTo>
                  <a:pt x="702213" y="760208"/>
                </a:lnTo>
                <a:lnTo>
                  <a:pt x="702267" y="759684"/>
                </a:lnTo>
                <a:lnTo>
                  <a:pt x="702330" y="759165"/>
                </a:lnTo>
                <a:lnTo>
                  <a:pt x="702401" y="758652"/>
                </a:lnTo>
                <a:lnTo>
                  <a:pt x="702480" y="758144"/>
                </a:lnTo>
                <a:lnTo>
                  <a:pt x="702567" y="757642"/>
                </a:lnTo>
                <a:lnTo>
                  <a:pt x="702663" y="757145"/>
                </a:lnTo>
                <a:lnTo>
                  <a:pt x="702768" y="756654"/>
                </a:lnTo>
                <a:lnTo>
                  <a:pt x="702880" y="756168"/>
                </a:lnTo>
                <a:lnTo>
                  <a:pt x="703001" y="755688"/>
                </a:lnTo>
                <a:lnTo>
                  <a:pt x="703131" y="755214"/>
                </a:lnTo>
                <a:lnTo>
                  <a:pt x="703268" y="754745"/>
                </a:lnTo>
                <a:lnTo>
                  <a:pt x="703414" y="754282"/>
                </a:lnTo>
                <a:lnTo>
                  <a:pt x="703569" y="753824"/>
                </a:lnTo>
                <a:lnTo>
                  <a:pt x="703731" y="753372"/>
                </a:lnTo>
                <a:lnTo>
                  <a:pt x="703902" y="752926"/>
                </a:lnTo>
                <a:lnTo>
                  <a:pt x="704082" y="752484"/>
                </a:lnTo>
                <a:lnTo>
                  <a:pt x="704269" y="752049"/>
                </a:lnTo>
                <a:lnTo>
                  <a:pt x="704465" y="751619"/>
                </a:lnTo>
                <a:lnTo>
                  <a:pt x="704669" y="751183"/>
                </a:lnTo>
                <a:lnTo>
                  <a:pt x="704879" y="750755"/>
                </a:lnTo>
                <a:lnTo>
                  <a:pt x="705096" y="750335"/>
                </a:lnTo>
                <a:lnTo>
                  <a:pt x="705320" y="749924"/>
                </a:lnTo>
                <a:lnTo>
                  <a:pt x="705550" y="749521"/>
                </a:lnTo>
                <a:lnTo>
                  <a:pt x="705787" y="749127"/>
                </a:lnTo>
                <a:lnTo>
                  <a:pt x="706030" y="748740"/>
                </a:lnTo>
                <a:lnTo>
                  <a:pt x="706281" y="748362"/>
                </a:lnTo>
                <a:lnTo>
                  <a:pt x="706537" y="747993"/>
                </a:lnTo>
                <a:lnTo>
                  <a:pt x="706801" y="747632"/>
                </a:lnTo>
                <a:lnTo>
                  <a:pt x="707071" y="747279"/>
                </a:lnTo>
                <a:lnTo>
                  <a:pt x="707348" y="746934"/>
                </a:lnTo>
                <a:lnTo>
                  <a:pt x="707632" y="746598"/>
                </a:lnTo>
                <a:lnTo>
                  <a:pt x="707922" y="746270"/>
                </a:lnTo>
                <a:lnTo>
                  <a:pt x="708219" y="745951"/>
                </a:lnTo>
                <a:lnTo>
                  <a:pt x="708523" y="745640"/>
                </a:lnTo>
                <a:lnTo>
                  <a:pt x="708833" y="745337"/>
                </a:lnTo>
                <a:lnTo>
                  <a:pt x="709150" y="745042"/>
                </a:lnTo>
                <a:lnTo>
                  <a:pt x="709474" y="744756"/>
                </a:lnTo>
                <a:lnTo>
                  <a:pt x="709804" y="744478"/>
                </a:lnTo>
                <a:lnTo>
                  <a:pt x="710141" y="744209"/>
                </a:lnTo>
                <a:lnTo>
                  <a:pt x="710485" y="743948"/>
                </a:lnTo>
                <a:lnTo>
                  <a:pt x="710835" y="743695"/>
                </a:lnTo>
                <a:lnTo>
                  <a:pt x="711192" y="743451"/>
                </a:lnTo>
                <a:lnTo>
                  <a:pt x="711555" y="743202"/>
                </a:lnTo>
                <a:lnTo>
                  <a:pt x="711924" y="742964"/>
                </a:lnTo>
                <a:lnTo>
                  <a:pt x="712298" y="742737"/>
                </a:lnTo>
                <a:lnTo>
                  <a:pt x="712678" y="742521"/>
                </a:lnTo>
                <a:lnTo>
                  <a:pt x="713064" y="742315"/>
                </a:lnTo>
                <a:lnTo>
                  <a:pt x="713455" y="742119"/>
                </a:lnTo>
                <a:lnTo>
                  <a:pt x="713851" y="741934"/>
                </a:lnTo>
                <a:lnTo>
                  <a:pt x="714253" y="741760"/>
                </a:lnTo>
                <a:lnTo>
                  <a:pt x="714661" y="741596"/>
                </a:lnTo>
                <a:lnTo>
                  <a:pt x="715074" y="741443"/>
                </a:lnTo>
                <a:lnTo>
                  <a:pt x="715493" y="741300"/>
                </a:lnTo>
                <a:lnTo>
                  <a:pt x="715917" y="741168"/>
                </a:lnTo>
                <a:lnTo>
                  <a:pt x="716347" y="741047"/>
                </a:lnTo>
                <a:lnTo>
                  <a:pt x="716783" y="740936"/>
                </a:lnTo>
                <a:lnTo>
                  <a:pt x="717224" y="740835"/>
                </a:lnTo>
                <a:lnTo>
                  <a:pt x="717670" y="740745"/>
                </a:lnTo>
                <a:lnTo>
                  <a:pt x="718122" y="740666"/>
                </a:lnTo>
                <a:lnTo>
                  <a:pt x="718580" y="740597"/>
                </a:lnTo>
                <a:lnTo>
                  <a:pt x="719043" y="740539"/>
                </a:lnTo>
                <a:lnTo>
                  <a:pt x="719512" y="740492"/>
                </a:lnTo>
                <a:lnTo>
                  <a:pt x="719987" y="740455"/>
                </a:lnTo>
                <a:lnTo>
                  <a:pt x="720467" y="740428"/>
                </a:lnTo>
                <a:lnTo>
                  <a:pt x="720952" y="740413"/>
                </a:lnTo>
                <a:lnTo>
                  <a:pt x="721443" y="740407"/>
                </a:lnTo>
                <a:lnTo>
                  <a:pt x="722144" y="740416"/>
                </a:lnTo>
                <a:lnTo>
                  <a:pt x="722831" y="740444"/>
                </a:lnTo>
                <a:lnTo>
                  <a:pt x="723505" y="740490"/>
                </a:lnTo>
                <a:lnTo>
                  <a:pt x="724166" y="740554"/>
                </a:lnTo>
                <a:lnTo>
                  <a:pt x="724813" y="740637"/>
                </a:lnTo>
                <a:lnTo>
                  <a:pt x="725447" y="740738"/>
                </a:lnTo>
                <a:lnTo>
                  <a:pt x="726068" y="740857"/>
                </a:lnTo>
                <a:lnTo>
                  <a:pt x="726675" y="740995"/>
                </a:lnTo>
                <a:lnTo>
                  <a:pt x="727269" y="741151"/>
                </a:lnTo>
                <a:lnTo>
                  <a:pt x="727850" y="741325"/>
                </a:lnTo>
                <a:lnTo>
                  <a:pt x="728417" y="741518"/>
                </a:lnTo>
                <a:lnTo>
                  <a:pt x="728971" y="741729"/>
                </a:lnTo>
                <a:lnTo>
                  <a:pt x="729512" y="741958"/>
                </a:lnTo>
                <a:lnTo>
                  <a:pt x="730039" y="742206"/>
                </a:lnTo>
                <a:lnTo>
                  <a:pt x="730553" y="742472"/>
                </a:lnTo>
                <a:lnTo>
                  <a:pt x="731053" y="742756"/>
                </a:lnTo>
                <a:lnTo>
                  <a:pt x="731540" y="743059"/>
                </a:lnTo>
                <a:lnTo>
                  <a:pt x="732014" y="743380"/>
                </a:lnTo>
                <a:lnTo>
                  <a:pt x="732475" y="743720"/>
                </a:lnTo>
                <a:lnTo>
                  <a:pt x="732922" y="744078"/>
                </a:lnTo>
                <a:lnTo>
                  <a:pt x="733356" y="744454"/>
                </a:lnTo>
                <a:lnTo>
                  <a:pt x="733776" y="744849"/>
                </a:lnTo>
                <a:lnTo>
                  <a:pt x="734183" y="745262"/>
                </a:lnTo>
                <a:lnTo>
                  <a:pt x="734577" y="745693"/>
                </a:lnTo>
                <a:lnTo>
                  <a:pt x="734969" y="746144"/>
                </a:lnTo>
                <a:lnTo>
                  <a:pt x="735344" y="746617"/>
                </a:lnTo>
                <a:lnTo>
                  <a:pt x="735703" y="747112"/>
                </a:lnTo>
                <a:lnTo>
                  <a:pt x="736045" y="747628"/>
                </a:lnTo>
                <a:lnTo>
                  <a:pt x="736371" y="748166"/>
                </a:lnTo>
                <a:lnTo>
                  <a:pt x="736679" y="748726"/>
                </a:lnTo>
                <a:lnTo>
                  <a:pt x="736971" y="749308"/>
                </a:lnTo>
                <a:lnTo>
                  <a:pt x="737246" y="749911"/>
                </a:lnTo>
                <a:lnTo>
                  <a:pt x="737505" y="750535"/>
                </a:lnTo>
                <a:lnTo>
                  <a:pt x="737747" y="751182"/>
                </a:lnTo>
                <a:lnTo>
                  <a:pt x="737972" y="751850"/>
                </a:lnTo>
                <a:lnTo>
                  <a:pt x="738181" y="752540"/>
                </a:lnTo>
                <a:lnTo>
                  <a:pt x="738373" y="753252"/>
                </a:lnTo>
                <a:lnTo>
                  <a:pt x="738548" y="753985"/>
                </a:lnTo>
                <a:lnTo>
                  <a:pt x="738706" y="754740"/>
                </a:lnTo>
                <a:lnTo>
                  <a:pt x="738848" y="755517"/>
                </a:lnTo>
                <a:lnTo>
                  <a:pt x="738973" y="756315"/>
                </a:lnTo>
                <a:lnTo>
                  <a:pt x="739082" y="757135"/>
                </a:lnTo>
                <a:lnTo>
                  <a:pt x="739173" y="757977"/>
                </a:lnTo>
                <a:lnTo>
                  <a:pt x="739249" y="758840"/>
                </a:lnTo>
                <a:lnTo>
                  <a:pt x="739307" y="759725"/>
                </a:lnTo>
                <a:lnTo>
                  <a:pt x="739349" y="760632"/>
                </a:lnTo>
                <a:lnTo>
                  <a:pt x="739374" y="761560"/>
                </a:lnTo>
                <a:lnTo>
                  <a:pt x="739382" y="762511"/>
                </a:lnTo>
                <a:lnTo>
                  <a:pt x="739382" y="811522"/>
                </a:lnTo>
                <a:lnTo>
                  <a:pt x="755399" y="811522"/>
                </a:lnTo>
                <a:lnTo>
                  <a:pt x="755399" y="757866"/>
                </a:lnTo>
                <a:lnTo>
                  <a:pt x="755385" y="756650"/>
                </a:lnTo>
                <a:lnTo>
                  <a:pt x="755343" y="755460"/>
                </a:lnTo>
                <a:lnTo>
                  <a:pt x="755274" y="754294"/>
                </a:lnTo>
                <a:lnTo>
                  <a:pt x="755177" y="753154"/>
                </a:lnTo>
                <a:lnTo>
                  <a:pt x="755051" y="752039"/>
                </a:lnTo>
                <a:lnTo>
                  <a:pt x="754898" y="750948"/>
                </a:lnTo>
                <a:lnTo>
                  <a:pt x="754718" y="749883"/>
                </a:lnTo>
                <a:lnTo>
                  <a:pt x="754509" y="748843"/>
                </a:lnTo>
                <a:lnTo>
                  <a:pt x="754273" y="747828"/>
                </a:lnTo>
                <a:lnTo>
                  <a:pt x="754009" y="746837"/>
                </a:lnTo>
                <a:lnTo>
                  <a:pt x="753717" y="745872"/>
                </a:lnTo>
                <a:lnTo>
                  <a:pt x="753397" y="744932"/>
                </a:lnTo>
                <a:lnTo>
                  <a:pt x="753049" y="744017"/>
                </a:lnTo>
                <a:lnTo>
                  <a:pt x="752674" y="743127"/>
                </a:lnTo>
                <a:lnTo>
                  <a:pt x="752271" y="742262"/>
                </a:lnTo>
                <a:lnTo>
                  <a:pt x="751840" y="741422"/>
                </a:lnTo>
                <a:lnTo>
                  <a:pt x="751381" y="740607"/>
                </a:lnTo>
                <a:lnTo>
                  <a:pt x="750894" y="739817"/>
                </a:lnTo>
                <a:lnTo>
                  <a:pt x="750380" y="739052"/>
                </a:lnTo>
                <a:lnTo>
                  <a:pt x="749838" y="738312"/>
                </a:lnTo>
                <a:lnTo>
                  <a:pt x="749267" y="737597"/>
                </a:lnTo>
                <a:lnTo>
                  <a:pt x="748670" y="736907"/>
                </a:lnTo>
                <a:lnTo>
                  <a:pt x="748044" y="736242"/>
                </a:lnTo>
                <a:lnTo>
                  <a:pt x="747390" y="735602"/>
                </a:lnTo>
                <a:lnTo>
                  <a:pt x="746714" y="734988"/>
                </a:lnTo>
                <a:lnTo>
                  <a:pt x="746018" y="734400"/>
                </a:lnTo>
                <a:lnTo>
                  <a:pt x="745303" y="733838"/>
                </a:lnTo>
                <a:lnTo>
                  <a:pt x="744570" y="733302"/>
                </a:lnTo>
                <a:lnTo>
                  <a:pt x="743817" y="732792"/>
                </a:lnTo>
                <a:lnTo>
                  <a:pt x="743046" y="732309"/>
                </a:lnTo>
                <a:lnTo>
                  <a:pt x="742256" y="731851"/>
                </a:lnTo>
                <a:lnTo>
                  <a:pt x="741446" y="731420"/>
                </a:lnTo>
                <a:lnTo>
                  <a:pt x="740618" y="731015"/>
                </a:lnTo>
                <a:lnTo>
                  <a:pt x="739771" y="730636"/>
                </a:lnTo>
                <a:lnTo>
                  <a:pt x="738905" y="730283"/>
                </a:lnTo>
                <a:lnTo>
                  <a:pt x="738021" y="729956"/>
                </a:lnTo>
                <a:lnTo>
                  <a:pt x="737117" y="729656"/>
                </a:lnTo>
                <a:lnTo>
                  <a:pt x="736194" y="729381"/>
                </a:lnTo>
                <a:lnTo>
                  <a:pt x="735253" y="729133"/>
                </a:lnTo>
                <a:lnTo>
                  <a:pt x="734292" y="728911"/>
                </a:lnTo>
                <a:lnTo>
                  <a:pt x="733313" y="728715"/>
                </a:lnTo>
                <a:lnTo>
                  <a:pt x="732315" y="728545"/>
                </a:lnTo>
                <a:lnTo>
                  <a:pt x="731297" y="728401"/>
                </a:lnTo>
                <a:lnTo>
                  <a:pt x="730261" y="728283"/>
                </a:lnTo>
                <a:lnTo>
                  <a:pt x="729206" y="728192"/>
                </a:lnTo>
                <a:lnTo>
                  <a:pt x="728132" y="728127"/>
                </a:lnTo>
                <a:lnTo>
                  <a:pt x="727040" y="728087"/>
                </a:lnTo>
                <a:lnTo>
                  <a:pt x="725928" y="728074"/>
                </a:lnTo>
                <a:lnTo>
                  <a:pt x="725250" y="728080"/>
                </a:lnTo>
                <a:lnTo>
                  <a:pt x="724576" y="728097"/>
                </a:lnTo>
                <a:lnTo>
                  <a:pt x="723908" y="728124"/>
                </a:lnTo>
                <a:lnTo>
                  <a:pt x="723245" y="728163"/>
                </a:lnTo>
                <a:lnTo>
                  <a:pt x="722587" y="728213"/>
                </a:lnTo>
                <a:lnTo>
                  <a:pt x="721934" y="728275"/>
                </a:lnTo>
                <a:lnTo>
                  <a:pt x="721285" y="728347"/>
                </a:lnTo>
                <a:lnTo>
                  <a:pt x="720642" y="728430"/>
                </a:lnTo>
                <a:lnTo>
                  <a:pt x="720004" y="728525"/>
                </a:lnTo>
                <a:lnTo>
                  <a:pt x="719371" y="728630"/>
                </a:lnTo>
                <a:lnTo>
                  <a:pt x="718743" y="728747"/>
                </a:lnTo>
                <a:lnTo>
                  <a:pt x="718120" y="728875"/>
                </a:lnTo>
                <a:lnTo>
                  <a:pt x="717501" y="729014"/>
                </a:lnTo>
                <a:lnTo>
                  <a:pt x="716888" y="729164"/>
                </a:lnTo>
                <a:lnTo>
                  <a:pt x="716280" y="729326"/>
                </a:lnTo>
                <a:lnTo>
                  <a:pt x="715677" y="729498"/>
                </a:lnTo>
                <a:lnTo>
                  <a:pt x="715079" y="729682"/>
                </a:lnTo>
                <a:lnTo>
                  <a:pt x="714486" y="729876"/>
                </a:lnTo>
                <a:lnTo>
                  <a:pt x="713898" y="730082"/>
                </a:lnTo>
                <a:lnTo>
                  <a:pt x="713315" y="730299"/>
                </a:lnTo>
                <a:lnTo>
                  <a:pt x="712736" y="730527"/>
                </a:lnTo>
                <a:lnTo>
                  <a:pt x="712163" y="730766"/>
                </a:lnTo>
                <a:lnTo>
                  <a:pt x="711595" y="731016"/>
                </a:lnTo>
                <a:lnTo>
                  <a:pt x="711032" y="731278"/>
                </a:lnTo>
                <a:lnTo>
                  <a:pt x="710477" y="731551"/>
                </a:lnTo>
                <a:lnTo>
                  <a:pt x="709932" y="731837"/>
                </a:lnTo>
                <a:lnTo>
                  <a:pt x="709398" y="732136"/>
                </a:lnTo>
                <a:lnTo>
                  <a:pt x="708874" y="732448"/>
                </a:lnTo>
                <a:lnTo>
                  <a:pt x="708361" y="732772"/>
                </a:lnTo>
                <a:lnTo>
                  <a:pt x="707859" y="733110"/>
                </a:lnTo>
                <a:lnTo>
                  <a:pt x="707367" y="733460"/>
                </a:lnTo>
                <a:lnTo>
                  <a:pt x="706886" y="733823"/>
                </a:lnTo>
                <a:lnTo>
                  <a:pt x="706415" y="734198"/>
                </a:lnTo>
                <a:lnTo>
                  <a:pt x="705955" y="734587"/>
                </a:lnTo>
                <a:lnTo>
                  <a:pt x="705505" y="734988"/>
                </a:lnTo>
                <a:lnTo>
                  <a:pt x="705066" y="735402"/>
                </a:lnTo>
                <a:lnTo>
                  <a:pt x="704637" y="735829"/>
                </a:lnTo>
                <a:lnTo>
                  <a:pt x="704219" y="736268"/>
                </a:lnTo>
                <a:lnTo>
                  <a:pt x="703812" y="736721"/>
                </a:lnTo>
                <a:lnTo>
                  <a:pt x="703415" y="737186"/>
                </a:lnTo>
                <a:lnTo>
                  <a:pt x="703029" y="737664"/>
                </a:lnTo>
                <a:lnTo>
                  <a:pt x="702653" y="738155"/>
                </a:lnTo>
                <a:lnTo>
                  <a:pt x="702288" y="738659"/>
                </a:lnTo>
                <a:lnTo>
                  <a:pt x="701934" y="739175"/>
                </a:lnTo>
                <a:lnTo>
                  <a:pt x="701590" y="739704"/>
                </a:lnTo>
                <a:lnTo>
                  <a:pt x="701256" y="740246"/>
                </a:lnTo>
                <a:lnTo>
                  <a:pt x="700933" y="740801"/>
                </a:lnTo>
                <a:lnTo>
                  <a:pt x="700621" y="741368"/>
                </a:lnTo>
                <a:lnTo>
                  <a:pt x="699019" y="729676"/>
                </a:lnTo>
                <a:lnTo>
                  <a:pt x="686046" y="729676"/>
                </a:lnTo>
                <a:lnTo>
                  <a:pt x="686046" y="811522"/>
                </a:lnTo>
                <a:lnTo>
                  <a:pt x="702063" y="811522"/>
                </a:lnTo>
                <a:lnTo>
                  <a:pt x="702063" y="763472"/>
                </a:lnTo>
                <a:lnTo>
                  <a:pt x="702067" y="762914"/>
                </a:lnTo>
                <a:lnTo>
                  <a:pt x="702079" y="762362"/>
                </a:lnTo>
                <a:lnTo>
                  <a:pt x="702100" y="761815"/>
                </a:lnTo>
                <a:lnTo>
                  <a:pt x="702129" y="761274"/>
                </a:lnTo>
                <a:lnTo>
                  <a:pt x="702167" y="760738"/>
                </a:lnTo>
                <a:close/>
                <a:moveTo>
                  <a:pt x="589584" y="751615"/>
                </a:moveTo>
                <a:lnTo>
                  <a:pt x="589600" y="751709"/>
                </a:lnTo>
                <a:lnTo>
                  <a:pt x="589617" y="751809"/>
                </a:lnTo>
                <a:lnTo>
                  <a:pt x="589634" y="751916"/>
                </a:lnTo>
                <a:lnTo>
                  <a:pt x="589651" y="752028"/>
                </a:lnTo>
                <a:lnTo>
                  <a:pt x="589669" y="752147"/>
                </a:lnTo>
                <a:lnTo>
                  <a:pt x="589688" y="752272"/>
                </a:lnTo>
                <a:lnTo>
                  <a:pt x="589707" y="752403"/>
                </a:lnTo>
                <a:lnTo>
                  <a:pt x="589727" y="752540"/>
                </a:lnTo>
                <a:lnTo>
                  <a:pt x="589747" y="752683"/>
                </a:lnTo>
                <a:lnTo>
                  <a:pt x="589768" y="752833"/>
                </a:lnTo>
                <a:lnTo>
                  <a:pt x="589789" y="752988"/>
                </a:lnTo>
                <a:lnTo>
                  <a:pt x="589811" y="753150"/>
                </a:lnTo>
                <a:lnTo>
                  <a:pt x="589834" y="753317"/>
                </a:lnTo>
                <a:lnTo>
                  <a:pt x="589857" y="753491"/>
                </a:lnTo>
                <a:lnTo>
                  <a:pt x="589881" y="753671"/>
                </a:lnTo>
                <a:lnTo>
                  <a:pt x="589905" y="753857"/>
                </a:lnTo>
                <a:lnTo>
                  <a:pt x="589930" y="754049"/>
                </a:lnTo>
                <a:lnTo>
                  <a:pt x="589955" y="754247"/>
                </a:lnTo>
                <a:lnTo>
                  <a:pt x="589981" y="754452"/>
                </a:lnTo>
                <a:lnTo>
                  <a:pt x="590007" y="754662"/>
                </a:lnTo>
                <a:lnTo>
                  <a:pt x="604743" y="754662"/>
                </a:lnTo>
                <a:lnTo>
                  <a:pt x="604743" y="752740"/>
                </a:lnTo>
                <a:lnTo>
                  <a:pt x="604751" y="752211"/>
                </a:lnTo>
                <a:lnTo>
                  <a:pt x="604775" y="751693"/>
                </a:lnTo>
                <a:lnTo>
                  <a:pt x="604815" y="751184"/>
                </a:lnTo>
                <a:lnTo>
                  <a:pt x="604872" y="750685"/>
                </a:lnTo>
                <a:lnTo>
                  <a:pt x="604944" y="750196"/>
                </a:lnTo>
                <a:lnTo>
                  <a:pt x="605033" y="749717"/>
                </a:lnTo>
                <a:lnTo>
                  <a:pt x="605138" y="749248"/>
                </a:lnTo>
                <a:lnTo>
                  <a:pt x="605259" y="748789"/>
                </a:lnTo>
                <a:lnTo>
                  <a:pt x="605396" y="748341"/>
                </a:lnTo>
                <a:lnTo>
                  <a:pt x="605549" y="747902"/>
                </a:lnTo>
                <a:lnTo>
                  <a:pt x="605718" y="747473"/>
                </a:lnTo>
                <a:lnTo>
                  <a:pt x="605904" y="747054"/>
                </a:lnTo>
                <a:lnTo>
                  <a:pt x="606105" y="746646"/>
                </a:lnTo>
                <a:lnTo>
                  <a:pt x="606323" y="746247"/>
                </a:lnTo>
                <a:lnTo>
                  <a:pt x="606557" y="745858"/>
                </a:lnTo>
                <a:lnTo>
                  <a:pt x="606807" y="745479"/>
                </a:lnTo>
                <a:lnTo>
                  <a:pt x="607073" y="745111"/>
                </a:lnTo>
                <a:lnTo>
                  <a:pt x="607355" y="744752"/>
                </a:lnTo>
                <a:lnTo>
                  <a:pt x="607654" y="744403"/>
                </a:lnTo>
                <a:lnTo>
                  <a:pt x="607968" y="744065"/>
                </a:lnTo>
                <a:lnTo>
                  <a:pt x="608299" y="743736"/>
                </a:lnTo>
                <a:lnTo>
                  <a:pt x="608646" y="743417"/>
                </a:lnTo>
                <a:lnTo>
                  <a:pt x="609009" y="743108"/>
                </a:lnTo>
                <a:lnTo>
                  <a:pt x="609388" y="742810"/>
                </a:lnTo>
                <a:lnTo>
                  <a:pt x="609781" y="742522"/>
                </a:lnTo>
                <a:lnTo>
                  <a:pt x="610188" y="742247"/>
                </a:lnTo>
                <a:lnTo>
                  <a:pt x="610609" y="741984"/>
                </a:lnTo>
                <a:lnTo>
                  <a:pt x="611043" y="741733"/>
                </a:lnTo>
                <a:lnTo>
                  <a:pt x="611490" y="741495"/>
                </a:lnTo>
                <a:lnTo>
                  <a:pt x="611950" y="741268"/>
                </a:lnTo>
                <a:lnTo>
                  <a:pt x="612424" y="741054"/>
                </a:lnTo>
                <a:lnTo>
                  <a:pt x="612911" y="740852"/>
                </a:lnTo>
                <a:lnTo>
                  <a:pt x="613412" y="740663"/>
                </a:lnTo>
                <a:lnTo>
                  <a:pt x="613926" y="740485"/>
                </a:lnTo>
                <a:lnTo>
                  <a:pt x="614453" y="740320"/>
                </a:lnTo>
                <a:lnTo>
                  <a:pt x="614993" y="740167"/>
                </a:lnTo>
                <a:lnTo>
                  <a:pt x="615547" y="740026"/>
                </a:lnTo>
                <a:lnTo>
                  <a:pt x="616115" y="739898"/>
                </a:lnTo>
                <a:lnTo>
                  <a:pt x="616695" y="739782"/>
                </a:lnTo>
                <a:lnTo>
                  <a:pt x="617289" y="739678"/>
                </a:lnTo>
                <a:lnTo>
                  <a:pt x="617897" y="739586"/>
                </a:lnTo>
                <a:lnTo>
                  <a:pt x="618517" y="739506"/>
                </a:lnTo>
                <a:lnTo>
                  <a:pt x="619151" y="739439"/>
                </a:lnTo>
                <a:lnTo>
                  <a:pt x="619799" y="739384"/>
                </a:lnTo>
                <a:lnTo>
                  <a:pt x="620459" y="739341"/>
                </a:lnTo>
                <a:lnTo>
                  <a:pt x="621133" y="739311"/>
                </a:lnTo>
                <a:lnTo>
                  <a:pt x="621821" y="739292"/>
                </a:lnTo>
                <a:lnTo>
                  <a:pt x="622521" y="739286"/>
                </a:lnTo>
                <a:lnTo>
                  <a:pt x="623286" y="739292"/>
                </a:lnTo>
                <a:lnTo>
                  <a:pt x="624032" y="739311"/>
                </a:lnTo>
                <a:lnTo>
                  <a:pt x="624759" y="739341"/>
                </a:lnTo>
                <a:lnTo>
                  <a:pt x="625467" y="739384"/>
                </a:lnTo>
                <a:lnTo>
                  <a:pt x="626156" y="739439"/>
                </a:lnTo>
                <a:lnTo>
                  <a:pt x="626826" y="739506"/>
                </a:lnTo>
                <a:lnTo>
                  <a:pt x="627477" y="739586"/>
                </a:lnTo>
                <a:lnTo>
                  <a:pt x="628110" y="739678"/>
                </a:lnTo>
                <a:lnTo>
                  <a:pt x="628723" y="739782"/>
                </a:lnTo>
                <a:lnTo>
                  <a:pt x="629317" y="739898"/>
                </a:lnTo>
                <a:lnTo>
                  <a:pt x="629893" y="740026"/>
                </a:lnTo>
                <a:lnTo>
                  <a:pt x="630450" y="740167"/>
                </a:lnTo>
                <a:lnTo>
                  <a:pt x="630988" y="740320"/>
                </a:lnTo>
                <a:lnTo>
                  <a:pt x="631506" y="740485"/>
                </a:lnTo>
                <a:lnTo>
                  <a:pt x="632006" y="740663"/>
                </a:lnTo>
                <a:lnTo>
                  <a:pt x="632487" y="740852"/>
                </a:lnTo>
                <a:lnTo>
                  <a:pt x="632950" y="741054"/>
                </a:lnTo>
                <a:lnTo>
                  <a:pt x="633393" y="741268"/>
                </a:lnTo>
                <a:lnTo>
                  <a:pt x="633817" y="741495"/>
                </a:lnTo>
                <a:lnTo>
                  <a:pt x="634223" y="741733"/>
                </a:lnTo>
                <a:lnTo>
                  <a:pt x="634609" y="741984"/>
                </a:lnTo>
                <a:lnTo>
                  <a:pt x="634977" y="742247"/>
                </a:lnTo>
                <a:lnTo>
                  <a:pt x="635325" y="742522"/>
                </a:lnTo>
                <a:lnTo>
                  <a:pt x="635655" y="742810"/>
                </a:lnTo>
                <a:lnTo>
                  <a:pt x="635982" y="743111"/>
                </a:lnTo>
                <a:lnTo>
                  <a:pt x="636295" y="743426"/>
                </a:lnTo>
                <a:lnTo>
                  <a:pt x="636594" y="743756"/>
                </a:lnTo>
                <a:lnTo>
                  <a:pt x="636879" y="744100"/>
                </a:lnTo>
                <a:lnTo>
                  <a:pt x="637150" y="744459"/>
                </a:lnTo>
                <a:lnTo>
                  <a:pt x="637407" y="744832"/>
                </a:lnTo>
                <a:lnTo>
                  <a:pt x="637650" y="745220"/>
                </a:lnTo>
                <a:lnTo>
                  <a:pt x="637880" y="745622"/>
                </a:lnTo>
                <a:lnTo>
                  <a:pt x="638095" y="746038"/>
                </a:lnTo>
                <a:lnTo>
                  <a:pt x="638297" y="746469"/>
                </a:lnTo>
                <a:lnTo>
                  <a:pt x="638485" y="746915"/>
                </a:lnTo>
                <a:lnTo>
                  <a:pt x="638658" y="747375"/>
                </a:lnTo>
                <a:lnTo>
                  <a:pt x="638818" y="747849"/>
                </a:lnTo>
                <a:lnTo>
                  <a:pt x="638964" y="748338"/>
                </a:lnTo>
                <a:lnTo>
                  <a:pt x="639096" y="748841"/>
                </a:lnTo>
                <a:lnTo>
                  <a:pt x="639215" y="749359"/>
                </a:lnTo>
                <a:lnTo>
                  <a:pt x="639319" y="749891"/>
                </a:lnTo>
                <a:lnTo>
                  <a:pt x="639409" y="750438"/>
                </a:lnTo>
                <a:lnTo>
                  <a:pt x="639486" y="750999"/>
                </a:lnTo>
                <a:lnTo>
                  <a:pt x="639548" y="751575"/>
                </a:lnTo>
                <a:lnTo>
                  <a:pt x="639597" y="752165"/>
                </a:lnTo>
                <a:lnTo>
                  <a:pt x="639632" y="752769"/>
                </a:lnTo>
                <a:lnTo>
                  <a:pt x="639652" y="753388"/>
                </a:lnTo>
                <a:lnTo>
                  <a:pt x="639659" y="754022"/>
                </a:lnTo>
                <a:lnTo>
                  <a:pt x="639659" y="762991"/>
                </a:lnTo>
                <a:lnTo>
                  <a:pt x="638084" y="762996"/>
                </a:lnTo>
                <a:lnTo>
                  <a:pt x="636534" y="763010"/>
                </a:lnTo>
                <a:lnTo>
                  <a:pt x="635010" y="763034"/>
                </a:lnTo>
                <a:lnTo>
                  <a:pt x="633511" y="763067"/>
                </a:lnTo>
                <a:lnTo>
                  <a:pt x="632037" y="763109"/>
                </a:lnTo>
                <a:lnTo>
                  <a:pt x="630590" y="763161"/>
                </a:lnTo>
                <a:lnTo>
                  <a:pt x="629168" y="763223"/>
                </a:lnTo>
                <a:lnTo>
                  <a:pt x="627771" y="763294"/>
                </a:lnTo>
                <a:lnTo>
                  <a:pt x="626400" y="763374"/>
                </a:lnTo>
                <a:lnTo>
                  <a:pt x="625055" y="763464"/>
                </a:lnTo>
                <a:lnTo>
                  <a:pt x="623735" y="763563"/>
                </a:lnTo>
                <a:lnTo>
                  <a:pt x="622441" y="763672"/>
                </a:lnTo>
                <a:lnTo>
                  <a:pt x="621173" y="763790"/>
                </a:lnTo>
                <a:lnTo>
                  <a:pt x="619930" y="763918"/>
                </a:lnTo>
                <a:lnTo>
                  <a:pt x="618712" y="764055"/>
                </a:lnTo>
                <a:lnTo>
                  <a:pt x="617521" y="764201"/>
                </a:lnTo>
                <a:lnTo>
                  <a:pt x="616354" y="764357"/>
                </a:lnTo>
                <a:lnTo>
                  <a:pt x="615214" y="764523"/>
                </a:lnTo>
                <a:lnTo>
                  <a:pt x="614099" y="764698"/>
                </a:lnTo>
                <a:lnTo>
                  <a:pt x="613009" y="764882"/>
                </a:lnTo>
                <a:lnTo>
                  <a:pt x="611945" y="765076"/>
                </a:lnTo>
                <a:lnTo>
                  <a:pt x="610907" y="765279"/>
                </a:lnTo>
                <a:lnTo>
                  <a:pt x="609894" y="765492"/>
                </a:lnTo>
                <a:lnTo>
                  <a:pt x="608907" y="765714"/>
                </a:lnTo>
                <a:lnTo>
                  <a:pt x="607957" y="765946"/>
                </a:lnTo>
                <a:lnTo>
                  <a:pt x="607028" y="766190"/>
                </a:lnTo>
                <a:lnTo>
                  <a:pt x="606122" y="766445"/>
                </a:lnTo>
                <a:lnTo>
                  <a:pt x="605236" y="766711"/>
                </a:lnTo>
                <a:lnTo>
                  <a:pt x="604373" y="766988"/>
                </a:lnTo>
                <a:lnTo>
                  <a:pt x="603531" y="767276"/>
                </a:lnTo>
                <a:lnTo>
                  <a:pt x="602711" y="767575"/>
                </a:lnTo>
                <a:lnTo>
                  <a:pt x="601913" y="767885"/>
                </a:lnTo>
                <a:lnTo>
                  <a:pt x="601136" y="768207"/>
                </a:lnTo>
                <a:lnTo>
                  <a:pt x="600381" y="768539"/>
                </a:lnTo>
                <a:lnTo>
                  <a:pt x="599648" y="768883"/>
                </a:lnTo>
                <a:lnTo>
                  <a:pt x="598936" y="769238"/>
                </a:lnTo>
                <a:lnTo>
                  <a:pt x="598247" y="769604"/>
                </a:lnTo>
                <a:lnTo>
                  <a:pt x="597578" y="769981"/>
                </a:lnTo>
                <a:lnTo>
                  <a:pt x="596932" y="770369"/>
                </a:lnTo>
                <a:lnTo>
                  <a:pt x="596307" y="770768"/>
                </a:lnTo>
                <a:lnTo>
                  <a:pt x="595704" y="771179"/>
                </a:lnTo>
                <a:lnTo>
                  <a:pt x="595122" y="771600"/>
                </a:lnTo>
                <a:lnTo>
                  <a:pt x="594563" y="772033"/>
                </a:lnTo>
                <a:lnTo>
                  <a:pt x="594025" y="772477"/>
                </a:lnTo>
                <a:lnTo>
                  <a:pt x="593508" y="772932"/>
                </a:lnTo>
                <a:lnTo>
                  <a:pt x="593014" y="773398"/>
                </a:lnTo>
                <a:lnTo>
                  <a:pt x="592541" y="773875"/>
                </a:lnTo>
                <a:lnTo>
                  <a:pt x="592089" y="774363"/>
                </a:lnTo>
                <a:lnTo>
                  <a:pt x="591671" y="774850"/>
                </a:lnTo>
                <a:lnTo>
                  <a:pt x="591271" y="775351"/>
                </a:lnTo>
                <a:lnTo>
                  <a:pt x="590888" y="775865"/>
                </a:lnTo>
                <a:lnTo>
                  <a:pt x="590523" y="776392"/>
                </a:lnTo>
                <a:lnTo>
                  <a:pt x="590176" y="776932"/>
                </a:lnTo>
                <a:lnTo>
                  <a:pt x="589847" y="777486"/>
                </a:lnTo>
                <a:lnTo>
                  <a:pt x="589535" y="778054"/>
                </a:lnTo>
                <a:lnTo>
                  <a:pt x="589242" y="778634"/>
                </a:lnTo>
                <a:lnTo>
                  <a:pt x="588966" y="779228"/>
                </a:lnTo>
                <a:lnTo>
                  <a:pt x="588708" y="779836"/>
                </a:lnTo>
                <a:lnTo>
                  <a:pt x="588468" y="780456"/>
                </a:lnTo>
                <a:lnTo>
                  <a:pt x="588245" y="781090"/>
                </a:lnTo>
                <a:lnTo>
                  <a:pt x="588041" y="781738"/>
                </a:lnTo>
                <a:lnTo>
                  <a:pt x="587854" y="782398"/>
                </a:lnTo>
                <a:lnTo>
                  <a:pt x="587685" y="783072"/>
                </a:lnTo>
                <a:lnTo>
                  <a:pt x="587533" y="783760"/>
                </a:lnTo>
                <a:lnTo>
                  <a:pt x="587400" y="784460"/>
                </a:lnTo>
                <a:lnTo>
                  <a:pt x="587284" y="785175"/>
                </a:lnTo>
                <a:lnTo>
                  <a:pt x="587186" y="785902"/>
                </a:lnTo>
                <a:lnTo>
                  <a:pt x="587106" y="786643"/>
                </a:lnTo>
                <a:lnTo>
                  <a:pt x="587044" y="787397"/>
                </a:lnTo>
                <a:lnTo>
                  <a:pt x="586999" y="788164"/>
                </a:lnTo>
                <a:lnTo>
                  <a:pt x="586973" y="788945"/>
                </a:lnTo>
                <a:lnTo>
                  <a:pt x="586964" y="789739"/>
                </a:lnTo>
                <a:lnTo>
                  <a:pt x="586976" y="790691"/>
                </a:lnTo>
                <a:lnTo>
                  <a:pt x="587011" y="791622"/>
                </a:lnTo>
                <a:lnTo>
                  <a:pt x="587069" y="792535"/>
                </a:lnTo>
                <a:lnTo>
                  <a:pt x="587151" y="793428"/>
                </a:lnTo>
                <a:lnTo>
                  <a:pt x="587256" y="794301"/>
                </a:lnTo>
                <a:lnTo>
                  <a:pt x="587384" y="795155"/>
                </a:lnTo>
                <a:lnTo>
                  <a:pt x="587536" y="795990"/>
                </a:lnTo>
                <a:lnTo>
                  <a:pt x="587711" y="796805"/>
                </a:lnTo>
                <a:lnTo>
                  <a:pt x="587910" y="797600"/>
                </a:lnTo>
                <a:lnTo>
                  <a:pt x="588132" y="798376"/>
                </a:lnTo>
                <a:lnTo>
                  <a:pt x="588377" y="799133"/>
                </a:lnTo>
                <a:lnTo>
                  <a:pt x="588646" y="799870"/>
                </a:lnTo>
                <a:lnTo>
                  <a:pt x="588938" y="800588"/>
                </a:lnTo>
                <a:lnTo>
                  <a:pt x="589253" y="801286"/>
                </a:lnTo>
                <a:lnTo>
                  <a:pt x="589592" y="801965"/>
                </a:lnTo>
                <a:lnTo>
                  <a:pt x="589954" y="802624"/>
                </a:lnTo>
                <a:lnTo>
                  <a:pt x="590339" y="803264"/>
                </a:lnTo>
                <a:lnTo>
                  <a:pt x="590748" y="803884"/>
                </a:lnTo>
                <a:lnTo>
                  <a:pt x="591180" y="804485"/>
                </a:lnTo>
                <a:lnTo>
                  <a:pt x="591635" y="805067"/>
                </a:lnTo>
                <a:lnTo>
                  <a:pt x="592114" y="805629"/>
                </a:lnTo>
                <a:lnTo>
                  <a:pt x="592617" y="806171"/>
                </a:lnTo>
                <a:lnTo>
                  <a:pt x="593142" y="806694"/>
                </a:lnTo>
                <a:lnTo>
                  <a:pt x="593691" y="807198"/>
                </a:lnTo>
                <a:lnTo>
                  <a:pt x="594275" y="807681"/>
                </a:lnTo>
                <a:lnTo>
                  <a:pt x="594879" y="808144"/>
                </a:lnTo>
                <a:lnTo>
                  <a:pt x="595503" y="808587"/>
                </a:lnTo>
                <a:lnTo>
                  <a:pt x="596147" y="809009"/>
                </a:lnTo>
                <a:lnTo>
                  <a:pt x="596811" y="809410"/>
                </a:lnTo>
                <a:lnTo>
                  <a:pt x="597495" y="809790"/>
                </a:lnTo>
                <a:lnTo>
                  <a:pt x="598199" y="810151"/>
                </a:lnTo>
                <a:lnTo>
                  <a:pt x="598923" y="810490"/>
                </a:lnTo>
                <a:lnTo>
                  <a:pt x="599667" y="810809"/>
                </a:lnTo>
                <a:lnTo>
                  <a:pt x="600431" y="811107"/>
                </a:lnTo>
                <a:lnTo>
                  <a:pt x="601216" y="811385"/>
                </a:lnTo>
                <a:lnTo>
                  <a:pt x="602020" y="811642"/>
                </a:lnTo>
                <a:lnTo>
                  <a:pt x="602844" y="811879"/>
                </a:lnTo>
                <a:lnTo>
                  <a:pt x="603688" y="812095"/>
                </a:lnTo>
                <a:lnTo>
                  <a:pt x="604552" y="812291"/>
                </a:lnTo>
                <a:lnTo>
                  <a:pt x="605437" y="812466"/>
                </a:lnTo>
                <a:lnTo>
                  <a:pt x="606341" y="812620"/>
                </a:lnTo>
                <a:lnTo>
                  <a:pt x="607265" y="812754"/>
                </a:lnTo>
                <a:lnTo>
                  <a:pt x="608210" y="812867"/>
                </a:lnTo>
                <a:lnTo>
                  <a:pt x="609174" y="812959"/>
                </a:lnTo>
                <a:lnTo>
                  <a:pt x="610158" y="813031"/>
                </a:lnTo>
                <a:lnTo>
                  <a:pt x="611163" y="813083"/>
                </a:lnTo>
                <a:lnTo>
                  <a:pt x="612187" y="813114"/>
                </a:lnTo>
                <a:lnTo>
                  <a:pt x="613232" y="813124"/>
                </a:lnTo>
                <a:lnTo>
                  <a:pt x="613711" y="813122"/>
                </a:lnTo>
                <a:lnTo>
                  <a:pt x="614189" y="813115"/>
                </a:lnTo>
                <a:lnTo>
                  <a:pt x="614666" y="813104"/>
                </a:lnTo>
                <a:lnTo>
                  <a:pt x="615140" y="813088"/>
                </a:lnTo>
                <a:lnTo>
                  <a:pt x="615613" y="813068"/>
                </a:lnTo>
                <a:lnTo>
                  <a:pt x="616085" y="813044"/>
                </a:lnTo>
                <a:lnTo>
                  <a:pt x="616554" y="813015"/>
                </a:lnTo>
                <a:lnTo>
                  <a:pt x="617022" y="812982"/>
                </a:lnTo>
                <a:lnTo>
                  <a:pt x="617489" y="812944"/>
                </a:lnTo>
                <a:lnTo>
                  <a:pt x="617953" y="812902"/>
                </a:lnTo>
                <a:lnTo>
                  <a:pt x="618416" y="812855"/>
                </a:lnTo>
                <a:lnTo>
                  <a:pt x="618878" y="812804"/>
                </a:lnTo>
                <a:lnTo>
                  <a:pt x="619337" y="812748"/>
                </a:lnTo>
                <a:lnTo>
                  <a:pt x="619795" y="812688"/>
                </a:lnTo>
                <a:lnTo>
                  <a:pt x="620251" y="812623"/>
                </a:lnTo>
                <a:lnTo>
                  <a:pt x="620706" y="812555"/>
                </a:lnTo>
                <a:lnTo>
                  <a:pt x="621159" y="812481"/>
                </a:lnTo>
                <a:lnTo>
                  <a:pt x="621610" y="812403"/>
                </a:lnTo>
                <a:lnTo>
                  <a:pt x="622060" y="812321"/>
                </a:lnTo>
                <a:lnTo>
                  <a:pt x="622508" y="812234"/>
                </a:lnTo>
                <a:lnTo>
                  <a:pt x="622954" y="812143"/>
                </a:lnTo>
                <a:lnTo>
                  <a:pt x="623399" y="812047"/>
                </a:lnTo>
                <a:lnTo>
                  <a:pt x="623842" y="811947"/>
                </a:lnTo>
                <a:lnTo>
                  <a:pt x="624283" y="811843"/>
                </a:lnTo>
                <a:lnTo>
                  <a:pt x="624722" y="811746"/>
                </a:lnTo>
                <a:lnTo>
                  <a:pt x="625158" y="811644"/>
                </a:lnTo>
                <a:lnTo>
                  <a:pt x="625590" y="811535"/>
                </a:lnTo>
                <a:lnTo>
                  <a:pt x="626018" y="811420"/>
                </a:lnTo>
                <a:lnTo>
                  <a:pt x="626444" y="811299"/>
                </a:lnTo>
                <a:lnTo>
                  <a:pt x="626866" y="811172"/>
                </a:lnTo>
                <a:lnTo>
                  <a:pt x="627285" y="811039"/>
                </a:lnTo>
                <a:lnTo>
                  <a:pt x="627700" y="810899"/>
                </a:lnTo>
                <a:lnTo>
                  <a:pt x="628112" y="810754"/>
                </a:lnTo>
                <a:lnTo>
                  <a:pt x="628521" y="810602"/>
                </a:lnTo>
                <a:lnTo>
                  <a:pt x="628926" y="810445"/>
                </a:lnTo>
                <a:lnTo>
                  <a:pt x="629329" y="810281"/>
                </a:lnTo>
                <a:lnTo>
                  <a:pt x="629727" y="810111"/>
                </a:lnTo>
                <a:lnTo>
                  <a:pt x="630123" y="809935"/>
                </a:lnTo>
                <a:lnTo>
                  <a:pt x="630515" y="809753"/>
                </a:lnTo>
                <a:lnTo>
                  <a:pt x="630904" y="809565"/>
                </a:lnTo>
                <a:lnTo>
                  <a:pt x="631289" y="809370"/>
                </a:lnTo>
                <a:lnTo>
                  <a:pt x="631671" y="809170"/>
                </a:lnTo>
                <a:lnTo>
                  <a:pt x="632050" y="808963"/>
                </a:lnTo>
                <a:lnTo>
                  <a:pt x="632425" y="808750"/>
                </a:lnTo>
                <a:lnTo>
                  <a:pt x="632797" y="808532"/>
                </a:lnTo>
                <a:lnTo>
                  <a:pt x="633166" y="808307"/>
                </a:lnTo>
                <a:lnTo>
                  <a:pt x="633531" y="808076"/>
                </a:lnTo>
                <a:lnTo>
                  <a:pt x="633893" y="807838"/>
                </a:lnTo>
                <a:lnTo>
                  <a:pt x="634251" y="807581"/>
                </a:lnTo>
                <a:lnTo>
                  <a:pt x="634603" y="807318"/>
                </a:lnTo>
                <a:lnTo>
                  <a:pt x="634949" y="807048"/>
                </a:lnTo>
                <a:lnTo>
                  <a:pt x="635290" y="806771"/>
                </a:lnTo>
                <a:lnTo>
                  <a:pt x="635626" y="806487"/>
                </a:lnTo>
                <a:lnTo>
                  <a:pt x="635956" y="806197"/>
                </a:lnTo>
                <a:lnTo>
                  <a:pt x="636280" y="805900"/>
                </a:lnTo>
                <a:lnTo>
                  <a:pt x="636598" y="805596"/>
                </a:lnTo>
                <a:lnTo>
                  <a:pt x="636912" y="805286"/>
                </a:lnTo>
                <a:lnTo>
                  <a:pt x="637219" y="804969"/>
                </a:lnTo>
                <a:lnTo>
                  <a:pt x="637521" y="804645"/>
                </a:lnTo>
                <a:lnTo>
                  <a:pt x="637818" y="804315"/>
                </a:lnTo>
                <a:lnTo>
                  <a:pt x="638108" y="803978"/>
                </a:lnTo>
                <a:lnTo>
                  <a:pt x="638394" y="803634"/>
                </a:lnTo>
                <a:lnTo>
                  <a:pt x="638673" y="803284"/>
                </a:lnTo>
                <a:lnTo>
                  <a:pt x="638948" y="802927"/>
                </a:lnTo>
                <a:lnTo>
                  <a:pt x="639216" y="802563"/>
                </a:lnTo>
                <a:lnTo>
                  <a:pt x="639479" y="802192"/>
                </a:lnTo>
                <a:lnTo>
                  <a:pt x="639737" y="801815"/>
                </a:lnTo>
                <a:lnTo>
                  <a:pt x="639989" y="801432"/>
                </a:lnTo>
                <a:lnTo>
                  <a:pt x="640235" y="801041"/>
                </a:lnTo>
                <a:lnTo>
                  <a:pt x="640476" y="800644"/>
                </a:lnTo>
                <a:lnTo>
                  <a:pt x="640711" y="800240"/>
                </a:lnTo>
                <a:lnTo>
                  <a:pt x="640941" y="799830"/>
                </a:lnTo>
                <a:lnTo>
                  <a:pt x="640983" y="800253"/>
                </a:lnTo>
                <a:lnTo>
                  <a:pt x="641028" y="800669"/>
                </a:lnTo>
                <a:lnTo>
                  <a:pt x="641076" y="801076"/>
                </a:lnTo>
                <a:lnTo>
                  <a:pt x="641128" y="801476"/>
                </a:lnTo>
                <a:lnTo>
                  <a:pt x="641183" y="801868"/>
                </a:lnTo>
                <a:lnTo>
                  <a:pt x="641241" y="802253"/>
                </a:lnTo>
                <a:lnTo>
                  <a:pt x="641303" y="802629"/>
                </a:lnTo>
                <a:lnTo>
                  <a:pt x="641368" y="802998"/>
                </a:lnTo>
                <a:lnTo>
                  <a:pt x="641436" y="803359"/>
                </a:lnTo>
                <a:lnTo>
                  <a:pt x="641508" y="803712"/>
                </a:lnTo>
                <a:lnTo>
                  <a:pt x="641583" y="804057"/>
                </a:lnTo>
                <a:lnTo>
                  <a:pt x="641662" y="804395"/>
                </a:lnTo>
                <a:lnTo>
                  <a:pt x="641743" y="804725"/>
                </a:lnTo>
                <a:lnTo>
                  <a:pt x="641828" y="805047"/>
                </a:lnTo>
                <a:lnTo>
                  <a:pt x="641917" y="805361"/>
                </a:lnTo>
                <a:lnTo>
                  <a:pt x="642009" y="805667"/>
                </a:lnTo>
                <a:lnTo>
                  <a:pt x="642104" y="805966"/>
                </a:lnTo>
                <a:lnTo>
                  <a:pt x="642202" y="806257"/>
                </a:lnTo>
                <a:lnTo>
                  <a:pt x="642304" y="806540"/>
                </a:lnTo>
                <a:lnTo>
                  <a:pt x="642409" y="806815"/>
                </a:lnTo>
                <a:lnTo>
                  <a:pt x="642517" y="807083"/>
                </a:lnTo>
                <a:lnTo>
                  <a:pt x="642629" y="807342"/>
                </a:lnTo>
                <a:lnTo>
                  <a:pt x="642744" y="807594"/>
                </a:lnTo>
                <a:lnTo>
                  <a:pt x="642863" y="807838"/>
                </a:lnTo>
                <a:lnTo>
                  <a:pt x="642986" y="808076"/>
                </a:lnTo>
                <a:lnTo>
                  <a:pt x="643114" y="808307"/>
                </a:lnTo>
                <a:lnTo>
                  <a:pt x="643248" y="808532"/>
                </a:lnTo>
                <a:lnTo>
                  <a:pt x="643388" y="808750"/>
                </a:lnTo>
                <a:lnTo>
                  <a:pt x="643533" y="808963"/>
                </a:lnTo>
                <a:lnTo>
                  <a:pt x="643684" y="809170"/>
                </a:lnTo>
                <a:lnTo>
                  <a:pt x="643840" y="809370"/>
                </a:lnTo>
                <a:lnTo>
                  <a:pt x="644002" y="809565"/>
                </a:lnTo>
                <a:lnTo>
                  <a:pt x="644169" y="809753"/>
                </a:lnTo>
                <a:lnTo>
                  <a:pt x="644342" y="809935"/>
                </a:lnTo>
                <a:lnTo>
                  <a:pt x="644521" y="810111"/>
                </a:lnTo>
                <a:lnTo>
                  <a:pt x="644705" y="810281"/>
                </a:lnTo>
                <a:lnTo>
                  <a:pt x="644894" y="810445"/>
                </a:lnTo>
                <a:lnTo>
                  <a:pt x="645090" y="810602"/>
                </a:lnTo>
                <a:lnTo>
                  <a:pt x="645290" y="810754"/>
                </a:lnTo>
                <a:lnTo>
                  <a:pt x="645497" y="810899"/>
                </a:lnTo>
                <a:lnTo>
                  <a:pt x="645709" y="811039"/>
                </a:lnTo>
                <a:lnTo>
                  <a:pt x="645926" y="811172"/>
                </a:lnTo>
                <a:lnTo>
                  <a:pt x="646149" y="811299"/>
                </a:lnTo>
                <a:lnTo>
                  <a:pt x="646378" y="811420"/>
                </a:lnTo>
                <a:lnTo>
                  <a:pt x="646612" y="811535"/>
                </a:lnTo>
                <a:lnTo>
                  <a:pt x="646852" y="811644"/>
                </a:lnTo>
                <a:lnTo>
                  <a:pt x="647097" y="811746"/>
                </a:lnTo>
                <a:lnTo>
                  <a:pt x="647348" y="811843"/>
                </a:lnTo>
                <a:lnTo>
                  <a:pt x="647604" y="811947"/>
                </a:lnTo>
                <a:lnTo>
                  <a:pt x="647867" y="812047"/>
                </a:lnTo>
                <a:lnTo>
                  <a:pt x="648136" y="812143"/>
                </a:lnTo>
                <a:lnTo>
                  <a:pt x="648411" y="812234"/>
                </a:lnTo>
                <a:lnTo>
                  <a:pt x="648692" y="812321"/>
                </a:lnTo>
                <a:lnTo>
                  <a:pt x="648979" y="812403"/>
                </a:lnTo>
                <a:lnTo>
                  <a:pt x="649273" y="812481"/>
                </a:lnTo>
                <a:lnTo>
                  <a:pt x="649572" y="812555"/>
                </a:lnTo>
                <a:lnTo>
                  <a:pt x="649878" y="812623"/>
                </a:lnTo>
                <a:lnTo>
                  <a:pt x="650189" y="812688"/>
                </a:lnTo>
                <a:lnTo>
                  <a:pt x="650507" y="812748"/>
                </a:lnTo>
                <a:lnTo>
                  <a:pt x="650831" y="812804"/>
                </a:lnTo>
                <a:lnTo>
                  <a:pt x="651161" y="812855"/>
                </a:lnTo>
                <a:lnTo>
                  <a:pt x="651497" y="812902"/>
                </a:lnTo>
                <a:lnTo>
                  <a:pt x="651840" y="812944"/>
                </a:lnTo>
                <a:lnTo>
                  <a:pt x="652188" y="812982"/>
                </a:lnTo>
                <a:lnTo>
                  <a:pt x="652543" y="813015"/>
                </a:lnTo>
                <a:lnTo>
                  <a:pt x="652903" y="813044"/>
                </a:lnTo>
                <a:lnTo>
                  <a:pt x="653270" y="813068"/>
                </a:lnTo>
                <a:lnTo>
                  <a:pt x="653643" y="813088"/>
                </a:lnTo>
                <a:lnTo>
                  <a:pt x="654022" y="813104"/>
                </a:lnTo>
                <a:lnTo>
                  <a:pt x="654407" y="813115"/>
                </a:lnTo>
                <a:lnTo>
                  <a:pt x="654798" y="813122"/>
                </a:lnTo>
                <a:lnTo>
                  <a:pt x="655196" y="813124"/>
                </a:lnTo>
                <a:lnTo>
                  <a:pt x="655476" y="813123"/>
                </a:lnTo>
                <a:lnTo>
                  <a:pt x="655754" y="813118"/>
                </a:lnTo>
                <a:lnTo>
                  <a:pt x="656032" y="813111"/>
                </a:lnTo>
                <a:lnTo>
                  <a:pt x="656308" y="813102"/>
                </a:lnTo>
                <a:lnTo>
                  <a:pt x="656583" y="813089"/>
                </a:lnTo>
                <a:lnTo>
                  <a:pt x="656858" y="813074"/>
                </a:lnTo>
                <a:lnTo>
                  <a:pt x="657131" y="813056"/>
                </a:lnTo>
                <a:lnTo>
                  <a:pt x="657403" y="813035"/>
                </a:lnTo>
                <a:lnTo>
                  <a:pt x="657673" y="813011"/>
                </a:lnTo>
                <a:lnTo>
                  <a:pt x="657943" y="812985"/>
                </a:lnTo>
                <a:lnTo>
                  <a:pt x="658212" y="812956"/>
                </a:lnTo>
                <a:lnTo>
                  <a:pt x="658479" y="812924"/>
                </a:lnTo>
                <a:lnTo>
                  <a:pt x="658746" y="812889"/>
                </a:lnTo>
                <a:lnTo>
                  <a:pt x="659011" y="812851"/>
                </a:lnTo>
                <a:lnTo>
                  <a:pt x="659275" y="812811"/>
                </a:lnTo>
                <a:lnTo>
                  <a:pt x="659538" y="812768"/>
                </a:lnTo>
                <a:lnTo>
                  <a:pt x="659800" y="812722"/>
                </a:lnTo>
                <a:lnTo>
                  <a:pt x="660061" y="812673"/>
                </a:lnTo>
                <a:lnTo>
                  <a:pt x="660321" y="812622"/>
                </a:lnTo>
                <a:lnTo>
                  <a:pt x="660579" y="812568"/>
                </a:lnTo>
                <a:lnTo>
                  <a:pt x="660837" y="812511"/>
                </a:lnTo>
                <a:lnTo>
                  <a:pt x="661093" y="812451"/>
                </a:lnTo>
                <a:lnTo>
                  <a:pt x="661348" y="812388"/>
                </a:lnTo>
                <a:lnTo>
                  <a:pt x="661603" y="812323"/>
                </a:lnTo>
                <a:lnTo>
                  <a:pt x="661855" y="812255"/>
                </a:lnTo>
                <a:lnTo>
                  <a:pt x="662103" y="812185"/>
                </a:lnTo>
                <a:lnTo>
                  <a:pt x="662348" y="812113"/>
                </a:lnTo>
                <a:lnTo>
                  <a:pt x="662590" y="812038"/>
                </a:lnTo>
                <a:lnTo>
                  <a:pt x="662829" y="811962"/>
                </a:lnTo>
                <a:lnTo>
                  <a:pt x="663064" y="811883"/>
                </a:lnTo>
                <a:lnTo>
                  <a:pt x="663296" y="811801"/>
                </a:lnTo>
                <a:lnTo>
                  <a:pt x="663525" y="811718"/>
                </a:lnTo>
                <a:lnTo>
                  <a:pt x="663750" y="811632"/>
                </a:lnTo>
                <a:lnTo>
                  <a:pt x="663972" y="811545"/>
                </a:lnTo>
                <a:lnTo>
                  <a:pt x="664190" y="811454"/>
                </a:lnTo>
                <a:lnTo>
                  <a:pt x="664406" y="811362"/>
                </a:lnTo>
                <a:lnTo>
                  <a:pt x="664617" y="811268"/>
                </a:lnTo>
                <a:lnTo>
                  <a:pt x="664826" y="811171"/>
                </a:lnTo>
                <a:lnTo>
                  <a:pt x="665031" y="811072"/>
                </a:lnTo>
                <a:lnTo>
                  <a:pt x="665233" y="810971"/>
                </a:lnTo>
                <a:lnTo>
                  <a:pt x="665432" y="810867"/>
                </a:lnTo>
                <a:lnTo>
                  <a:pt x="665627" y="810761"/>
                </a:lnTo>
                <a:lnTo>
                  <a:pt x="665819" y="810654"/>
                </a:lnTo>
                <a:lnTo>
                  <a:pt x="666007" y="810543"/>
                </a:lnTo>
                <a:lnTo>
                  <a:pt x="666192" y="810431"/>
                </a:lnTo>
                <a:lnTo>
                  <a:pt x="666374" y="810317"/>
                </a:lnTo>
                <a:lnTo>
                  <a:pt x="666553" y="810200"/>
                </a:lnTo>
                <a:lnTo>
                  <a:pt x="666728" y="810081"/>
                </a:lnTo>
                <a:lnTo>
                  <a:pt x="666728" y="799670"/>
                </a:lnTo>
                <a:lnTo>
                  <a:pt x="666499" y="799827"/>
                </a:lnTo>
                <a:lnTo>
                  <a:pt x="666267" y="799977"/>
                </a:lnTo>
                <a:lnTo>
                  <a:pt x="666032" y="800120"/>
                </a:lnTo>
                <a:lnTo>
                  <a:pt x="665794" y="800257"/>
                </a:lnTo>
                <a:lnTo>
                  <a:pt x="665552" y="800387"/>
                </a:lnTo>
                <a:lnTo>
                  <a:pt x="665306" y="800511"/>
                </a:lnTo>
                <a:lnTo>
                  <a:pt x="665058" y="800627"/>
                </a:lnTo>
                <a:lnTo>
                  <a:pt x="664806" y="800738"/>
                </a:lnTo>
                <a:lnTo>
                  <a:pt x="664551" y="800841"/>
                </a:lnTo>
                <a:lnTo>
                  <a:pt x="664292" y="800938"/>
                </a:lnTo>
                <a:lnTo>
                  <a:pt x="664030" y="801028"/>
                </a:lnTo>
                <a:lnTo>
                  <a:pt x="663765" y="801111"/>
                </a:lnTo>
                <a:lnTo>
                  <a:pt x="663496" y="801188"/>
                </a:lnTo>
                <a:lnTo>
                  <a:pt x="663224" y="801258"/>
                </a:lnTo>
                <a:lnTo>
                  <a:pt x="662949" y="801322"/>
                </a:lnTo>
                <a:lnTo>
                  <a:pt x="662670" y="801378"/>
                </a:lnTo>
                <a:lnTo>
                  <a:pt x="662388" y="801428"/>
                </a:lnTo>
                <a:lnTo>
                  <a:pt x="662103" y="801472"/>
                </a:lnTo>
                <a:lnTo>
                  <a:pt x="661814" y="801508"/>
                </a:lnTo>
                <a:lnTo>
                  <a:pt x="661522" y="801538"/>
                </a:lnTo>
                <a:lnTo>
                  <a:pt x="661227" y="801562"/>
                </a:lnTo>
                <a:lnTo>
                  <a:pt x="660929" y="801578"/>
                </a:lnTo>
                <a:lnTo>
                  <a:pt x="660627" y="801589"/>
                </a:lnTo>
                <a:lnTo>
                  <a:pt x="660321" y="801592"/>
                </a:lnTo>
                <a:lnTo>
                  <a:pt x="660149" y="801590"/>
                </a:lnTo>
                <a:lnTo>
                  <a:pt x="659980" y="801584"/>
                </a:lnTo>
                <a:lnTo>
                  <a:pt x="659813" y="801574"/>
                </a:lnTo>
                <a:lnTo>
                  <a:pt x="659649" y="801561"/>
                </a:lnTo>
                <a:lnTo>
                  <a:pt x="659488" y="801543"/>
                </a:lnTo>
                <a:lnTo>
                  <a:pt x="659330" y="801522"/>
                </a:lnTo>
                <a:lnTo>
                  <a:pt x="659175" y="801496"/>
                </a:lnTo>
                <a:lnTo>
                  <a:pt x="659022" y="801467"/>
                </a:lnTo>
                <a:lnTo>
                  <a:pt x="658872" y="801434"/>
                </a:lnTo>
                <a:lnTo>
                  <a:pt x="658725" y="801397"/>
                </a:lnTo>
                <a:lnTo>
                  <a:pt x="658581" y="801356"/>
                </a:lnTo>
                <a:lnTo>
                  <a:pt x="658439" y="801312"/>
                </a:lnTo>
                <a:lnTo>
                  <a:pt x="658300" y="801263"/>
                </a:lnTo>
                <a:lnTo>
                  <a:pt x="658164" y="801210"/>
                </a:lnTo>
                <a:lnTo>
                  <a:pt x="658031" y="801154"/>
                </a:lnTo>
                <a:lnTo>
                  <a:pt x="657901" y="801094"/>
                </a:lnTo>
                <a:lnTo>
                  <a:pt x="657773" y="801029"/>
                </a:lnTo>
                <a:lnTo>
                  <a:pt x="657648" y="800961"/>
                </a:lnTo>
                <a:lnTo>
                  <a:pt x="657526" y="800889"/>
                </a:lnTo>
                <a:lnTo>
                  <a:pt x="657407" y="800813"/>
                </a:lnTo>
                <a:lnTo>
                  <a:pt x="657291" y="800733"/>
                </a:lnTo>
                <a:lnTo>
                  <a:pt x="657177" y="800650"/>
                </a:lnTo>
                <a:lnTo>
                  <a:pt x="657066" y="800562"/>
                </a:lnTo>
                <a:lnTo>
                  <a:pt x="656958" y="800471"/>
                </a:lnTo>
                <a:lnTo>
                  <a:pt x="656853" y="800375"/>
                </a:lnTo>
                <a:lnTo>
                  <a:pt x="656753" y="800274"/>
                </a:lnTo>
                <a:lnTo>
                  <a:pt x="656657" y="800168"/>
                </a:lnTo>
                <a:lnTo>
                  <a:pt x="656566" y="800057"/>
                </a:lnTo>
                <a:lnTo>
                  <a:pt x="656479" y="799941"/>
                </a:lnTo>
                <a:lnTo>
                  <a:pt x="656397" y="799820"/>
                </a:lnTo>
                <a:lnTo>
                  <a:pt x="656319" y="799694"/>
                </a:lnTo>
                <a:lnTo>
                  <a:pt x="656246" y="799563"/>
                </a:lnTo>
                <a:lnTo>
                  <a:pt x="656177" y="799427"/>
                </a:lnTo>
                <a:lnTo>
                  <a:pt x="656112" y="799286"/>
                </a:lnTo>
                <a:lnTo>
                  <a:pt x="656052" y="799140"/>
                </a:lnTo>
                <a:lnTo>
                  <a:pt x="655997" y="798989"/>
                </a:lnTo>
                <a:lnTo>
                  <a:pt x="655946" y="798833"/>
                </a:lnTo>
                <a:lnTo>
                  <a:pt x="655899" y="798672"/>
                </a:lnTo>
                <a:lnTo>
                  <a:pt x="655857" y="798506"/>
                </a:lnTo>
                <a:lnTo>
                  <a:pt x="655819" y="798335"/>
                </a:lnTo>
                <a:lnTo>
                  <a:pt x="655785" y="798159"/>
                </a:lnTo>
                <a:lnTo>
                  <a:pt x="655756" y="797978"/>
                </a:lnTo>
                <a:lnTo>
                  <a:pt x="655732" y="797792"/>
                </a:lnTo>
                <a:lnTo>
                  <a:pt x="655712" y="797601"/>
                </a:lnTo>
                <a:lnTo>
                  <a:pt x="655696" y="797405"/>
                </a:lnTo>
                <a:lnTo>
                  <a:pt x="655685" y="797204"/>
                </a:lnTo>
                <a:lnTo>
                  <a:pt x="655679" y="796998"/>
                </a:lnTo>
                <a:lnTo>
                  <a:pt x="655676" y="796787"/>
                </a:lnTo>
                <a:lnTo>
                  <a:pt x="655676" y="753381"/>
                </a:lnTo>
                <a:lnTo>
                  <a:pt x="655662" y="752325"/>
                </a:lnTo>
                <a:lnTo>
                  <a:pt x="655619" y="751291"/>
                </a:lnTo>
                <a:lnTo>
                  <a:pt x="655546" y="750280"/>
                </a:lnTo>
                <a:lnTo>
                  <a:pt x="655445" y="749292"/>
                </a:lnTo>
                <a:lnTo>
                  <a:pt x="655315" y="748327"/>
                </a:lnTo>
                <a:lnTo>
                  <a:pt x="655156" y="747385"/>
                </a:lnTo>
                <a:lnTo>
                  <a:pt x="654968" y="746465"/>
                </a:lnTo>
                <a:lnTo>
                  <a:pt x="654751" y="745568"/>
                </a:lnTo>
                <a:lnTo>
                  <a:pt x="654505" y="744694"/>
                </a:lnTo>
                <a:lnTo>
                  <a:pt x="654230" y="743843"/>
                </a:lnTo>
                <a:lnTo>
                  <a:pt x="653927" y="743015"/>
                </a:lnTo>
                <a:lnTo>
                  <a:pt x="653594" y="742209"/>
                </a:lnTo>
                <a:lnTo>
                  <a:pt x="653233" y="741426"/>
                </a:lnTo>
                <a:lnTo>
                  <a:pt x="652842" y="740666"/>
                </a:lnTo>
                <a:lnTo>
                  <a:pt x="652423" y="739929"/>
                </a:lnTo>
                <a:lnTo>
                  <a:pt x="651975" y="739215"/>
                </a:lnTo>
                <a:lnTo>
                  <a:pt x="651498" y="738523"/>
                </a:lnTo>
                <a:lnTo>
                  <a:pt x="650991" y="737855"/>
                </a:lnTo>
                <a:lnTo>
                  <a:pt x="650456" y="737209"/>
                </a:lnTo>
                <a:lnTo>
                  <a:pt x="649892" y="736585"/>
                </a:lnTo>
                <a:lnTo>
                  <a:pt x="649300" y="735985"/>
                </a:lnTo>
                <a:lnTo>
                  <a:pt x="648678" y="735408"/>
                </a:lnTo>
                <a:lnTo>
                  <a:pt x="648027" y="734853"/>
                </a:lnTo>
                <a:lnTo>
                  <a:pt x="647348" y="734321"/>
                </a:lnTo>
                <a:lnTo>
                  <a:pt x="646653" y="733811"/>
                </a:lnTo>
                <a:lnTo>
                  <a:pt x="645931" y="733323"/>
                </a:lnTo>
                <a:lnTo>
                  <a:pt x="645180" y="732857"/>
                </a:lnTo>
                <a:lnTo>
                  <a:pt x="644402" y="732412"/>
                </a:lnTo>
                <a:lnTo>
                  <a:pt x="643596" y="731989"/>
                </a:lnTo>
                <a:lnTo>
                  <a:pt x="642763" y="731588"/>
                </a:lnTo>
                <a:lnTo>
                  <a:pt x="641901" y="731208"/>
                </a:lnTo>
                <a:lnTo>
                  <a:pt x="641012" y="730851"/>
                </a:lnTo>
                <a:lnTo>
                  <a:pt x="640095" y="730514"/>
                </a:lnTo>
                <a:lnTo>
                  <a:pt x="639150" y="730200"/>
                </a:lnTo>
                <a:lnTo>
                  <a:pt x="638177" y="729907"/>
                </a:lnTo>
                <a:lnTo>
                  <a:pt x="637177" y="729636"/>
                </a:lnTo>
                <a:lnTo>
                  <a:pt x="636148" y="729387"/>
                </a:lnTo>
                <a:lnTo>
                  <a:pt x="635092" y="729159"/>
                </a:lnTo>
                <a:lnTo>
                  <a:pt x="634008" y="728953"/>
                </a:lnTo>
                <a:lnTo>
                  <a:pt x="632897" y="728768"/>
                </a:lnTo>
                <a:lnTo>
                  <a:pt x="631757" y="728606"/>
                </a:lnTo>
                <a:lnTo>
                  <a:pt x="630590" y="728465"/>
                </a:lnTo>
                <a:lnTo>
                  <a:pt x="629395" y="728345"/>
                </a:lnTo>
                <a:lnTo>
                  <a:pt x="628172" y="728248"/>
                </a:lnTo>
                <a:lnTo>
                  <a:pt x="626921" y="728172"/>
                </a:lnTo>
                <a:lnTo>
                  <a:pt x="625642" y="728118"/>
                </a:lnTo>
                <a:lnTo>
                  <a:pt x="624336" y="728085"/>
                </a:lnTo>
                <a:lnTo>
                  <a:pt x="623002" y="728074"/>
                </a:lnTo>
                <a:lnTo>
                  <a:pt x="621744" y="728085"/>
                </a:lnTo>
                <a:lnTo>
                  <a:pt x="620508" y="728118"/>
                </a:lnTo>
                <a:lnTo>
                  <a:pt x="619293" y="728172"/>
                </a:lnTo>
                <a:lnTo>
                  <a:pt x="618099" y="728248"/>
                </a:lnTo>
                <a:lnTo>
                  <a:pt x="616926" y="728345"/>
                </a:lnTo>
                <a:lnTo>
                  <a:pt x="615774" y="728465"/>
                </a:lnTo>
                <a:lnTo>
                  <a:pt x="614644" y="728606"/>
                </a:lnTo>
                <a:lnTo>
                  <a:pt x="613534" y="728768"/>
                </a:lnTo>
                <a:lnTo>
                  <a:pt x="612446" y="728953"/>
                </a:lnTo>
                <a:lnTo>
                  <a:pt x="611378" y="729159"/>
                </a:lnTo>
                <a:lnTo>
                  <a:pt x="610332" y="729387"/>
                </a:lnTo>
                <a:lnTo>
                  <a:pt x="609307" y="729636"/>
                </a:lnTo>
                <a:lnTo>
                  <a:pt x="608304" y="729907"/>
                </a:lnTo>
                <a:lnTo>
                  <a:pt x="607321" y="730200"/>
                </a:lnTo>
                <a:lnTo>
                  <a:pt x="606359" y="730514"/>
                </a:lnTo>
                <a:lnTo>
                  <a:pt x="605419" y="730851"/>
                </a:lnTo>
                <a:lnTo>
                  <a:pt x="604500" y="731208"/>
                </a:lnTo>
                <a:lnTo>
                  <a:pt x="603601" y="731588"/>
                </a:lnTo>
                <a:lnTo>
                  <a:pt x="602724" y="731989"/>
                </a:lnTo>
                <a:lnTo>
                  <a:pt x="601868" y="732412"/>
                </a:lnTo>
                <a:lnTo>
                  <a:pt x="601034" y="732857"/>
                </a:lnTo>
                <a:lnTo>
                  <a:pt x="600220" y="733323"/>
                </a:lnTo>
                <a:lnTo>
                  <a:pt x="599428" y="733811"/>
                </a:lnTo>
                <a:lnTo>
                  <a:pt x="598656" y="734321"/>
                </a:lnTo>
                <a:lnTo>
                  <a:pt x="597924" y="734849"/>
                </a:lnTo>
                <a:lnTo>
                  <a:pt x="597224" y="735392"/>
                </a:lnTo>
                <a:lnTo>
                  <a:pt x="596554" y="735950"/>
                </a:lnTo>
                <a:lnTo>
                  <a:pt x="595916" y="736523"/>
                </a:lnTo>
                <a:lnTo>
                  <a:pt x="595308" y="737111"/>
                </a:lnTo>
                <a:lnTo>
                  <a:pt x="594732" y="737714"/>
                </a:lnTo>
                <a:lnTo>
                  <a:pt x="594187" y="738333"/>
                </a:lnTo>
                <a:lnTo>
                  <a:pt x="593673" y="738966"/>
                </a:lnTo>
                <a:lnTo>
                  <a:pt x="593190" y="739614"/>
                </a:lnTo>
                <a:lnTo>
                  <a:pt x="592739" y="740277"/>
                </a:lnTo>
                <a:lnTo>
                  <a:pt x="592318" y="740955"/>
                </a:lnTo>
                <a:lnTo>
                  <a:pt x="591929" y="741649"/>
                </a:lnTo>
                <a:lnTo>
                  <a:pt x="591571" y="742357"/>
                </a:lnTo>
                <a:lnTo>
                  <a:pt x="591244" y="743080"/>
                </a:lnTo>
                <a:lnTo>
                  <a:pt x="590948" y="743818"/>
                </a:lnTo>
                <a:lnTo>
                  <a:pt x="590683" y="744572"/>
                </a:lnTo>
                <a:lnTo>
                  <a:pt x="590450" y="745340"/>
                </a:lnTo>
                <a:lnTo>
                  <a:pt x="590247" y="746123"/>
                </a:lnTo>
                <a:lnTo>
                  <a:pt x="590076" y="746922"/>
                </a:lnTo>
                <a:lnTo>
                  <a:pt x="589936" y="747735"/>
                </a:lnTo>
                <a:lnTo>
                  <a:pt x="589827" y="748563"/>
                </a:lnTo>
                <a:lnTo>
                  <a:pt x="589749" y="749407"/>
                </a:lnTo>
                <a:lnTo>
                  <a:pt x="589702" y="750265"/>
                </a:lnTo>
                <a:lnTo>
                  <a:pt x="589687" y="751139"/>
                </a:lnTo>
                <a:lnTo>
                  <a:pt x="589686" y="751164"/>
                </a:lnTo>
                <a:lnTo>
                  <a:pt x="589686" y="751188"/>
                </a:lnTo>
                <a:lnTo>
                  <a:pt x="589684" y="751209"/>
                </a:lnTo>
                <a:lnTo>
                  <a:pt x="589682" y="751228"/>
                </a:lnTo>
                <a:lnTo>
                  <a:pt x="589680" y="751244"/>
                </a:lnTo>
                <a:lnTo>
                  <a:pt x="589677" y="751259"/>
                </a:lnTo>
                <a:lnTo>
                  <a:pt x="589673" y="751271"/>
                </a:lnTo>
                <a:lnTo>
                  <a:pt x="589669" y="751281"/>
                </a:lnTo>
                <a:lnTo>
                  <a:pt x="589664" y="751289"/>
                </a:lnTo>
                <a:lnTo>
                  <a:pt x="589659" y="751294"/>
                </a:lnTo>
                <a:lnTo>
                  <a:pt x="589653" y="751298"/>
                </a:lnTo>
                <a:lnTo>
                  <a:pt x="589647" y="751299"/>
                </a:lnTo>
                <a:lnTo>
                  <a:pt x="589640" y="751298"/>
                </a:lnTo>
                <a:lnTo>
                  <a:pt x="589632" y="751294"/>
                </a:lnTo>
                <a:lnTo>
                  <a:pt x="589624" y="751289"/>
                </a:lnTo>
                <a:lnTo>
                  <a:pt x="589616" y="751281"/>
                </a:lnTo>
                <a:lnTo>
                  <a:pt x="589606" y="751271"/>
                </a:lnTo>
                <a:lnTo>
                  <a:pt x="589597" y="751259"/>
                </a:lnTo>
                <a:lnTo>
                  <a:pt x="589586" y="751244"/>
                </a:lnTo>
                <a:lnTo>
                  <a:pt x="589576" y="751228"/>
                </a:lnTo>
                <a:lnTo>
                  <a:pt x="589564" y="751209"/>
                </a:lnTo>
                <a:lnTo>
                  <a:pt x="589552" y="751188"/>
                </a:lnTo>
                <a:lnTo>
                  <a:pt x="589540" y="751164"/>
                </a:lnTo>
                <a:lnTo>
                  <a:pt x="589527" y="751139"/>
                </a:lnTo>
                <a:lnTo>
                  <a:pt x="589527" y="751172"/>
                </a:lnTo>
                <a:lnTo>
                  <a:pt x="589527" y="751234"/>
                </a:lnTo>
                <a:lnTo>
                  <a:pt x="589527" y="751299"/>
                </a:lnTo>
                <a:lnTo>
                  <a:pt x="589540" y="751369"/>
                </a:lnTo>
                <a:lnTo>
                  <a:pt x="589554" y="751445"/>
                </a:lnTo>
                <a:lnTo>
                  <a:pt x="589569" y="751527"/>
                </a:lnTo>
                <a:lnTo>
                  <a:pt x="589584" y="751615"/>
                </a:lnTo>
                <a:close/>
                <a:moveTo>
                  <a:pt x="613959" y="801479"/>
                </a:moveTo>
                <a:lnTo>
                  <a:pt x="613410" y="801396"/>
                </a:lnTo>
                <a:lnTo>
                  <a:pt x="612874" y="801302"/>
                </a:lnTo>
                <a:lnTo>
                  <a:pt x="612352" y="801196"/>
                </a:lnTo>
                <a:lnTo>
                  <a:pt x="611844" y="801079"/>
                </a:lnTo>
                <a:lnTo>
                  <a:pt x="611350" y="800951"/>
                </a:lnTo>
                <a:lnTo>
                  <a:pt x="610869" y="800812"/>
                </a:lnTo>
                <a:lnTo>
                  <a:pt x="610403" y="800662"/>
                </a:lnTo>
                <a:lnTo>
                  <a:pt x="609951" y="800501"/>
                </a:lnTo>
                <a:lnTo>
                  <a:pt x="609512" y="800328"/>
                </a:lnTo>
                <a:lnTo>
                  <a:pt x="609088" y="800145"/>
                </a:lnTo>
                <a:lnTo>
                  <a:pt x="608677" y="799950"/>
                </a:lnTo>
                <a:lnTo>
                  <a:pt x="608280" y="799744"/>
                </a:lnTo>
                <a:lnTo>
                  <a:pt x="607897" y="799527"/>
                </a:lnTo>
                <a:lnTo>
                  <a:pt x="607528" y="799299"/>
                </a:lnTo>
                <a:lnTo>
                  <a:pt x="607173" y="799060"/>
                </a:lnTo>
                <a:lnTo>
                  <a:pt x="606832" y="798810"/>
                </a:lnTo>
                <a:lnTo>
                  <a:pt x="606504" y="798549"/>
                </a:lnTo>
                <a:lnTo>
                  <a:pt x="606204" y="798276"/>
                </a:lnTo>
                <a:lnTo>
                  <a:pt x="605916" y="797992"/>
                </a:lnTo>
                <a:lnTo>
                  <a:pt x="605641" y="797698"/>
                </a:lnTo>
                <a:lnTo>
                  <a:pt x="605379" y="797392"/>
                </a:lnTo>
                <a:lnTo>
                  <a:pt x="605129" y="797075"/>
                </a:lnTo>
                <a:lnTo>
                  <a:pt x="604893" y="796747"/>
                </a:lnTo>
                <a:lnTo>
                  <a:pt x="604669" y="796407"/>
                </a:lnTo>
                <a:lnTo>
                  <a:pt x="604458" y="796057"/>
                </a:lnTo>
                <a:lnTo>
                  <a:pt x="604260" y="795696"/>
                </a:lnTo>
                <a:lnTo>
                  <a:pt x="604074" y="795323"/>
                </a:lnTo>
                <a:lnTo>
                  <a:pt x="603901" y="794939"/>
                </a:lnTo>
                <a:lnTo>
                  <a:pt x="603742" y="794544"/>
                </a:lnTo>
                <a:lnTo>
                  <a:pt x="603594" y="794138"/>
                </a:lnTo>
                <a:lnTo>
                  <a:pt x="603460" y="793721"/>
                </a:lnTo>
                <a:lnTo>
                  <a:pt x="603339" y="793293"/>
                </a:lnTo>
                <a:lnTo>
                  <a:pt x="603230" y="792854"/>
                </a:lnTo>
                <a:lnTo>
                  <a:pt x="603134" y="792403"/>
                </a:lnTo>
                <a:lnTo>
                  <a:pt x="603051" y="791942"/>
                </a:lnTo>
                <a:lnTo>
                  <a:pt x="602980" y="791469"/>
                </a:lnTo>
                <a:lnTo>
                  <a:pt x="602923" y="790985"/>
                </a:lnTo>
                <a:lnTo>
                  <a:pt x="602878" y="790490"/>
                </a:lnTo>
                <a:lnTo>
                  <a:pt x="602846" y="789984"/>
                </a:lnTo>
                <a:lnTo>
                  <a:pt x="602827" y="789467"/>
                </a:lnTo>
                <a:lnTo>
                  <a:pt x="602821" y="788938"/>
                </a:lnTo>
                <a:lnTo>
                  <a:pt x="602826" y="788423"/>
                </a:lnTo>
                <a:lnTo>
                  <a:pt x="602844" y="787917"/>
                </a:lnTo>
                <a:lnTo>
                  <a:pt x="602873" y="787422"/>
                </a:lnTo>
                <a:lnTo>
                  <a:pt x="602914" y="786936"/>
                </a:lnTo>
                <a:lnTo>
                  <a:pt x="602967" y="786461"/>
                </a:lnTo>
                <a:lnTo>
                  <a:pt x="603031" y="785995"/>
                </a:lnTo>
                <a:lnTo>
                  <a:pt x="603107" y="785540"/>
                </a:lnTo>
                <a:lnTo>
                  <a:pt x="603194" y="785094"/>
                </a:lnTo>
                <a:lnTo>
                  <a:pt x="603294" y="784659"/>
                </a:lnTo>
                <a:lnTo>
                  <a:pt x="603405" y="784234"/>
                </a:lnTo>
                <a:lnTo>
                  <a:pt x="603527" y="783818"/>
                </a:lnTo>
                <a:lnTo>
                  <a:pt x="603661" y="783413"/>
                </a:lnTo>
                <a:lnTo>
                  <a:pt x="603807" y="783017"/>
                </a:lnTo>
                <a:lnTo>
                  <a:pt x="603965" y="782632"/>
                </a:lnTo>
                <a:lnTo>
                  <a:pt x="604134" y="782256"/>
                </a:lnTo>
                <a:lnTo>
                  <a:pt x="604315" y="781891"/>
                </a:lnTo>
                <a:lnTo>
                  <a:pt x="604508" y="781536"/>
                </a:lnTo>
                <a:lnTo>
                  <a:pt x="604713" y="781190"/>
                </a:lnTo>
                <a:lnTo>
                  <a:pt x="604929" y="780855"/>
                </a:lnTo>
                <a:lnTo>
                  <a:pt x="605156" y="780530"/>
                </a:lnTo>
                <a:lnTo>
                  <a:pt x="605396" y="780214"/>
                </a:lnTo>
                <a:lnTo>
                  <a:pt x="605647" y="779909"/>
                </a:lnTo>
                <a:lnTo>
                  <a:pt x="605910" y="779614"/>
                </a:lnTo>
                <a:lnTo>
                  <a:pt x="606184" y="779328"/>
                </a:lnTo>
                <a:lnTo>
                  <a:pt x="606486" y="779038"/>
                </a:lnTo>
                <a:lnTo>
                  <a:pt x="606803" y="778755"/>
                </a:lnTo>
                <a:lnTo>
                  <a:pt x="607135" y="778480"/>
                </a:lnTo>
                <a:lnTo>
                  <a:pt x="607483" y="778212"/>
                </a:lnTo>
                <a:lnTo>
                  <a:pt x="607847" y="777950"/>
                </a:lnTo>
                <a:lnTo>
                  <a:pt x="608226" y="777697"/>
                </a:lnTo>
                <a:lnTo>
                  <a:pt x="608621" y="777450"/>
                </a:lnTo>
                <a:lnTo>
                  <a:pt x="609032" y="777211"/>
                </a:lnTo>
                <a:lnTo>
                  <a:pt x="609458" y="776978"/>
                </a:lnTo>
                <a:lnTo>
                  <a:pt x="609899" y="776753"/>
                </a:lnTo>
                <a:lnTo>
                  <a:pt x="610356" y="776536"/>
                </a:lnTo>
                <a:lnTo>
                  <a:pt x="610829" y="776325"/>
                </a:lnTo>
                <a:lnTo>
                  <a:pt x="611317" y="776122"/>
                </a:lnTo>
                <a:lnTo>
                  <a:pt x="611821" y="775926"/>
                </a:lnTo>
                <a:lnTo>
                  <a:pt x="612341" y="775737"/>
                </a:lnTo>
                <a:lnTo>
                  <a:pt x="612876" y="775555"/>
                </a:lnTo>
                <a:lnTo>
                  <a:pt x="613426" y="775381"/>
                </a:lnTo>
                <a:lnTo>
                  <a:pt x="613992" y="775214"/>
                </a:lnTo>
                <a:lnTo>
                  <a:pt x="614574" y="775054"/>
                </a:lnTo>
                <a:lnTo>
                  <a:pt x="615171" y="774901"/>
                </a:lnTo>
                <a:lnTo>
                  <a:pt x="615784" y="774756"/>
                </a:lnTo>
                <a:lnTo>
                  <a:pt x="616413" y="774618"/>
                </a:lnTo>
                <a:lnTo>
                  <a:pt x="617057" y="774487"/>
                </a:lnTo>
                <a:lnTo>
                  <a:pt x="617716" y="774363"/>
                </a:lnTo>
                <a:lnTo>
                  <a:pt x="618407" y="774232"/>
                </a:lnTo>
                <a:lnTo>
                  <a:pt x="619117" y="774107"/>
                </a:lnTo>
                <a:lnTo>
                  <a:pt x="619846" y="773988"/>
                </a:lnTo>
                <a:lnTo>
                  <a:pt x="620595" y="773874"/>
                </a:lnTo>
                <a:lnTo>
                  <a:pt x="621363" y="773765"/>
                </a:lnTo>
                <a:lnTo>
                  <a:pt x="622151" y="773662"/>
                </a:lnTo>
                <a:lnTo>
                  <a:pt x="622958" y="773565"/>
                </a:lnTo>
                <a:lnTo>
                  <a:pt x="623785" y="773473"/>
                </a:lnTo>
                <a:lnTo>
                  <a:pt x="624631" y="773387"/>
                </a:lnTo>
                <a:lnTo>
                  <a:pt x="625497" y="773306"/>
                </a:lnTo>
                <a:lnTo>
                  <a:pt x="626382" y="773231"/>
                </a:lnTo>
                <a:lnTo>
                  <a:pt x="627286" y="773162"/>
                </a:lnTo>
                <a:lnTo>
                  <a:pt x="628210" y="773098"/>
                </a:lnTo>
                <a:lnTo>
                  <a:pt x="629154" y="773039"/>
                </a:lnTo>
                <a:lnTo>
                  <a:pt x="630117" y="772987"/>
                </a:lnTo>
                <a:lnTo>
                  <a:pt x="631099" y="772939"/>
                </a:lnTo>
                <a:lnTo>
                  <a:pt x="632101" y="772898"/>
                </a:lnTo>
                <a:lnTo>
                  <a:pt x="633123" y="772861"/>
                </a:lnTo>
                <a:lnTo>
                  <a:pt x="634163" y="772831"/>
                </a:lnTo>
                <a:lnTo>
                  <a:pt x="635224" y="772806"/>
                </a:lnTo>
                <a:lnTo>
                  <a:pt x="636303" y="772786"/>
                </a:lnTo>
                <a:lnTo>
                  <a:pt x="637403" y="772773"/>
                </a:lnTo>
                <a:lnTo>
                  <a:pt x="638521" y="772764"/>
                </a:lnTo>
                <a:lnTo>
                  <a:pt x="639659" y="772761"/>
                </a:lnTo>
                <a:lnTo>
                  <a:pt x="639659" y="777727"/>
                </a:lnTo>
                <a:lnTo>
                  <a:pt x="639655" y="778285"/>
                </a:lnTo>
                <a:lnTo>
                  <a:pt x="639643" y="778839"/>
                </a:lnTo>
                <a:lnTo>
                  <a:pt x="639622" y="779388"/>
                </a:lnTo>
                <a:lnTo>
                  <a:pt x="639593" y="779933"/>
                </a:lnTo>
                <a:lnTo>
                  <a:pt x="639555" y="780474"/>
                </a:lnTo>
                <a:lnTo>
                  <a:pt x="639509" y="781010"/>
                </a:lnTo>
                <a:lnTo>
                  <a:pt x="639455" y="781542"/>
                </a:lnTo>
                <a:lnTo>
                  <a:pt x="639392" y="782069"/>
                </a:lnTo>
                <a:lnTo>
                  <a:pt x="639322" y="782592"/>
                </a:lnTo>
                <a:lnTo>
                  <a:pt x="639242" y="783110"/>
                </a:lnTo>
                <a:lnTo>
                  <a:pt x="639155" y="783624"/>
                </a:lnTo>
                <a:lnTo>
                  <a:pt x="639059" y="784133"/>
                </a:lnTo>
                <a:lnTo>
                  <a:pt x="638955" y="784638"/>
                </a:lnTo>
                <a:lnTo>
                  <a:pt x="638842" y="785139"/>
                </a:lnTo>
                <a:lnTo>
                  <a:pt x="638721" y="785635"/>
                </a:lnTo>
                <a:lnTo>
                  <a:pt x="638592" y="786127"/>
                </a:lnTo>
                <a:lnTo>
                  <a:pt x="638454" y="786614"/>
                </a:lnTo>
                <a:lnTo>
                  <a:pt x="638308" y="787097"/>
                </a:lnTo>
                <a:lnTo>
                  <a:pt x="638154" y="787575"/>
                </a:lnTo>
                <a:lnTo>
                  <a:pt x="637991" y="788049"/>
                </a:lnTo>
                <a:lnTo>
                  <a:pt x="637820" y="788518"/>
                </a:lnTo>
                <a:lnTo>
                  <a:pt x="637641" y="788983"/>
                </a:lnTo>
                <a:lnTo>
                  <a:pt x="637453" y="789443"/>
                </a:lnTo>
                <a:lnTo>
                  <a:pt x="637257" y="789899"/>
                </a:lnTo>
                <a:lnTo>
                  <a:pt x="637066" y="790349"/>
                </a:lnTo>
                <a:lnTo>
                  <a:pt x="636865" y="790792"/>
                </a:lnTo>
                <a:lnTo>
                  <a:pt x="636656" y="791226"/>
                </a:lnTo>
                <a:lnTo>
                  <a:pt x="636438" y="791652"/>
                </a:lnTo>
                <a:lnTo>
                  <a:pt x="636211" y="792071"/>
                </a:lnTo>
                <a:lnTo>
                  <a:pt x="635976" y="792482"/>
                </a:lnTo>
                <a:lnTo>
                  <a:pt x="635731" y="792885"/>
                </a:lnTo>
                <a:lnTo>
                  <a:pt x="635477" y="793281"/>
                </a:lnTo>
                <a:lnTo>
                  <a:pt x="635215" y="793668"/>
                </a:lnTo>
                <a:lnTo>
                  <a:pt x="634943" y="794048"/>
                </a:lnTo>
                <a:lnTo>
                  <a:pt x="634663" y="794420"/>
                </a:lnTo>
                <a:lnTo>
                  <a:pt x="634374" y="794785"/>
                </a:lnTo>
                <a:lnTo>
                  <a:pt x="634076" y="795141"/>
                </a:lnTo>
                <a:lnTo>
                  <a:pt x="633769" y="795490"/>
                </a:lnTo>
                <a:lnTo>
                  <a:pt x="633453" y="795831"/>
                </a:lnTo>
                <a:lnTo>
                  <a:pt x="633128" y="796164"/>
                </a:lnTo>
                <a:lnTo>
                  <a:pt x="632794" y="796489"/>
                </a:lnTo>
                <a:lnTo>
                  <a:pt x="632452" y="796807"/>
                </a:lnTo>
                <a:lnTo>
                  <a:pt x="632100" y="797117"/>
                </a:lnTo>
                <a:lnTo>
                  <a:pt x="631740" y="797419"/>
                </a:lnTo>
                <a:lnTo>
                  <a:pt x="631371" y="797713"/>
                </a:lnTo>
                <a:lnTo>
                  <a:pt x="630993" y="797999"/>
                </a:lnTo>
                <a:lnTo>
                  <a:pt x="630605" y="798278"/>
                </a:lnTo>
                <a:lnTo>
                  <a:pt x="630210" y="798549"/>
                </a:lnTo>
                <a:lnTo>
                  <a:pt x="629818" y="798810"/>
                </a:lnTo>
                <a:lnTo>
                  <a:pt x="629416" y="799060"/>
                </a:lnTo>
                <a:lnTo>
                  <a:pt x="629006" y="799299"/>
                </a:lnTo>
                <a:lnTo>
                  <a:pt x="628586" y="799527"/>
                </a:lnTo>
                <a:lnTo>
                  <a:pt x="628156" y="799744"/>
                </a:lnTo>
                <a:lnTo>
                  <a:pt x="627717" y="799950"/>
                </a:lnTo>
                <a:lnTo>
                  <a:pt x="627268" y="800145"/>
                </a:lnTo>
                <a:lnTo>
                  <a:pt x="626810" y="800328"/>
                </a:lnTo>
                <a:lnTo>
                  <a:pt x="626343" y="800501"/>
                </a:lnTo>
                <a:lnTo>
                  <a:pt x="625866" y="800662"/>
                </a:lnTo>
                <a:lnTo>
                  <a:pt x="625380" y="800812"/>
                </a:lnTo>
                <a:lnTo>
                  <a:pt x="624884" y="800951"/>
                </a:lnTo>
                <a:lnTo>
                  <a:pt x="624379" y="801079"/>
                </a:lnTo>
                <a:lnTo>
                  <a:pt x="623864" y="801196"/>
                </a:lnTo>
                <a:lnTo>
                  <a:pt x="623340" y="801302"/>
                </a:lnTo>
                <a:lnTo>
                  <a:pt x="622806" y="801396"/>
                </a:lnTo>
                <a:lnTo>
                  <a:pt x="622263" y="801479"/>
                </a:lnTo>
                <a:lnTo>
                  <a:pt x="621711" y="801552"/>
                </a:lnTo>
                <a:lnTo>
                  <a:pt x="621149" y="801613"/>
                </a:lnTo>
                <a:lnTo>
                  <a:pt x="620577" y="801663"/>
                </a:lnTo>
                <a:lnTo>
                  <a:pt x="619996" y="801702"/>
                </a:lnTo>
                <a:lnTo>
                  <a:pt x="619406" y="801730"/>
                </a:lnTo>
                <a:lnTo>
                  <a:pt x="618806" y="801746"/>
                </a:lnTo>
                <a:lnTo>
                  <a:pt x="618197" y="801752"/>
                </a:lnTo>
                <a:lnTo>
                  <a:pt x="617550" y="801746"/>
                </a:lnTo>
                <a:lnTo>
                  <a:pt x="616917" y="801730"/>
                </a:lnTo>
                <a:lnTo>
                  <a:pt x="616297" y="801702"/>
                </a:lnTo>
                <a:lnTo>
                  <a:pt x="615692" y="801663"/>
                </a:lnTo>
                <a:lnTo>
                  <a:pt x="615101" y="801613"/>
                </a:lnTo>
                <a:lnTo>
                  <a:pt x="614523" y="801552"/>
                </a:lnTo>
                <a:lnTo>
                  <a:pt x="613959" y="801479"/>
                </a:lnTo>
                <a:close/>
                <a:moveTo>
                  <a:pt x="992172" y="804008"/>
                </a:moveTo>
                <a:lnTo>
                  <a:pt x="992493" y="804359"/>
                </a:lnTo>
                <a:lnTo>
                  <a:pt x="992822" y="804705"/>
                </a:lnTo>
                <a:lnTo>
                  <a:pt x="993160" y="805046"/>
                </a:lnTo>
                <a:lnTo>
                  <a:pt x="993507" y="805382"/>
                </a:lnTo>
                <a:lnTo>
                  <a:pt x="993863" y="805714"/>
                </a:lnTo>
                <a:lnTo>
                  <a:pt x="994228" y="806040"/>
                </a:lnTo>
                <a:lnTo>
                  <a:pt x="994601" y="806361"/>
                </a:lnTo>
                <a:lnTo>
                  <a:pt x="994984" y="806677"/>
                </a:lnTo>
                <a:lnTo>
                  <a:pt x="995376" y="806988"/>
                </a:lnTo>
                <a:lnTo>
                  <a:pt x="995776" y="807294"/>
                </a:lnTo>
                <a:lnTo>
                  <a:pt x="996185" y="807596"/>
                </a:lnTo>
                <a:lnTo>
                  <a:pt x="996604" y="807892"/>
                </a:lnTo>
                <a:lnTo>
                  <a:pt x="997031" y="808183"/>
                </a:lnTo>
                <a:lnTo>
                  <a:pt x="997467" y="808469"/>
                </a:lnTo>
                <a:lnTo>
                  <a:pt x="997912" y="808750"/>
                </a:lnTo>
                <a:lnTo>
                  <a:pt x="998365" y="809026"/>
                </a:lnTo>
                <a:lnTo>
                  <a:pt x="998828" y="809297"/>
                </a:lnTo>
                <a:lnTo>
                  <a:pt x="999300" y="809564"/>
                </a:lnTo>
                <a:lnTo>
                  <a:pt x="999780" y="809825"/>
                </a:lnTo>
                <a:lnTo>
                  <a:pt x="1000270" y="810081"/>
                </a:lnTo>
                <a:lnTo>
                  <a:pt x="1000780" y="810329"/>
                </a:lnTo>
                <a:lnTo>
                  <a:pt x="1001299" y="810567"/>
                </a:lnTo>
                <a:lnTo>
                  <a:pt x="1001824" y="810794"/>
                </a:lnTo>
                <a:lnTo>
                  <a:pt x="1002356" y="811011"/>
                </a:lnTo>
                <a:lnTo>
                  <a:pt x="1002896" y="811217"/>
                </a:lnTo>
                <a:lnTo>
                  <a:pt x="1003443" y="811412"/>
                </a:lnTo>
                <a:lnTo>
                  <a:pt x="1003997" y="811597"/>
                </a:lnTo>
                <a:lnTo>
                  <a:pt x="1004559" y="811771"/>
                </a:lnTo>
                <a:lnTo>
                  <a:pt x="1005127" y="811935"/>
                </a:lnTo>
                <a:lnTo>
                  <a:pt x="1005703" y="812088"/>
                </a:lnTo>
                <a:lnTo>
                  <a:pt x="1006286" y="812231"/>
                </a:lnTo>
                <a:lnTo>
                  <a:pt x="1006877" y="812363"/>
                </a:lnTo>
                <a:lnTo>
                  <a:pt x="1007474" y="812485"/>
                </a:lnTo>
                <a:lnTo>
                  <a:pt x="1008079" y="812596"/>
                </a:lnTo>
                <a:lnTo>
                  <a:pt x="1008691" y="812696"/>
                </a:lnTo>
                <a:lnTo>
                  <a:pt x="1009310" y="812786"/>
                </a:lnTo>
                <a:lnTo>
                  <a:pt x="1009937" y="812865"/>
                </a:lnTo>
                <a:lnTo>
                  <a:pt x="1010571" y="812934"/>
                </a:lnTo>
                <a:lnTo>
                  <a:pt x="1011211" y="812992"/>
                </a:lnTo>
                <a:lnTo>
                  <a:pt x="1011860" y="813039"/>
                </a:lnTo>
                <a:lnTo>
                  <a:pt x="1012515" y="813076"/>
                </a:lnTo>
                <a:lnTo>
                  <a:pt x="1013178" y="813103"/>
                </a:lnTo>
                <a:lnTo>
                  <a:pt x="1013848" y="813119"/>
                </a:lnTo>
                <a:lnTo>
                  <a:pt x="1014525" y="813124"/>
                </a:lnTo>
                <a:lnTo>
                  <a:pt x="1015282" y="813116"/>
                </a:lnTo>
                <a:lnTo>
                  <a:pt x="1016034" y="813092"/>
                </a:lnTo>
                <a:lnTo>
                  <a:pt x="1016780" y="813051"/>
                </a:lnTo>
                <a:lnTo>
                  <a:pt x="1017519" y="812995"/>
                </a:lnTo>
                <a:lnTo>
                  <a:pt x="1018252" y="812922"/>
                </a:lnTo>
                <a:lnTo>
                  <a:pt x="1018979" y="812834"/>
                </a:lnTo>
                <a:lnTo>
                  <a:pt x="1019700" y="812729"/>
                </a:lnTo>
                <a:lnTo>
                  <a:pt x="1020415" y="812608"/>
                </a:lnTo>
                <a:lnTo>
                  <a:pt x="1021124" y="812471"/>
                </a:lnTo>
                <a:lnTo>
                  <a:pt x="1021827" y="812318"/>
                </a:lnTo>
                <a:lnTo>
                  <a:pt x="1022523" y="812148"/>
                </a:lnTo>
                <a:lnTo>
                  <a:pt x="1023214" y="811963"/>
                </a:lnTo>
                <a:lnTo>
                  <a:pt x="1023898" y="811761"/>
                </a:lnTo>
                <a:lnTo>
                  <a:pt x="1024576" y="811543"/>
                </a:lnTo>
                <a:lnTo>
                  <a:pt x="1025248" y="811310"/>
                </a:lnTo>
                <a:lnTo>
                  <a:pt x="1025914" y="811060"/>
                </a:lnTo>
                <a:lnTo>
                  <a:pt x="1026574" y="810793"/>
                </a:lnTo>
                <a:lnTo>
                  <a:pt x="1027228" y="810511"/>
                </a:lnTo>
                <a:lnTo>
                  <a:pt x="1027876" y="810213"/>
                </a:lnTo>
                <a:lnTo>
                  <a:pt x="1028517" y="809898"/>
                </a:lnTo>
                <a:lnTo>
                  <a:pt x="1029153" y="809568"/>
                </a:lnTo>
                <a:lnTo>
                  <a:pt x="1029782" y="809221"/>
                </a:lnTo>
                <a:lnTo>
                  <a:pt x="1030405" y="808858"/>
                </a:lnTo>
                <a:lnTo>
                  <a:pt x="1031022" y="808479"/>
                </a:lnTo>
                <a:lnTo>
                  <a:pt x="1031644" y="808071"/>
                </a:lnTo>
                <a:lnTo>
                  <a:pt x="1032256" y="807648"/>
                </a:lnTo>
                <a:lnTo>
                  <a:pt x="1032857" y="807210"/>
                </a:lnTo>
                <a:lnTo>
                  <a:pt x="1033447" y="806757"/>
                </a:lnTo>
                <a:lnTo>
                  <a:pt x="1034027" y="806289"/>
                </a:lnTo>
                <a:lnTo>
                  <a:pt x="1034596" y="805806"/>
                </a:lnTo>
                <a:lnTo>
                  <a:pt x="1035155" y="805308"/>
                </a:lnTo>
                <a:lnTo>
                  <a:pt x="1035703" y="804795"/>
                </a:lnTo>
                <a:lnTo>
                  <a:pt x="1036240" y="804267"/>
                </a:lnTo>
                <a:lnTo>
                  <a:pt x="1036767" y="803724"/>
                </a:lnTo>
                <a:lnTo>
                  <a:pt x="1037283" y="803166"/>
                </a:lnTo>
                <a:lnTo>
                  <a:pt x="1037789" y="802593"/>
                </a:lnTo>
                <a:lnTo>
                  <a:pt x="1038284" y="802005"/>
                </a:lnTo>
                <a:lnTo>
                  <a:pt x="1038769" y="801402"/>
                </a:lnTo>
                <a:lnTo>
                  <a:pt x="1039243" y="800783"/>
                </a:lnTo>
                <a:lnTo>
                  <a:pt x="1039707" y="800150"/>
                </a:lnTo>
                <a:lnTo>
                  <a:pt x="1040160" y="799502"/>
                </a:lnTo>
                <a:lnTo>
                  <a:pt x="1040602" y="798839"/>
                </a:lnTo>
                <a:lnTo>
                  <a:pt x="1041034" y="798161"/>
                </a:lnTo>
                <a:lnTo>
                  <a:pt x="1041455" y="797467"/>
                </a:lnTo>
                <a:lnTo>
                  <a:pt x="1041866" y="796759"/>
                </a:lnTo>
                <a:lnTo>
                  <a:pt x="1042266" y="796036"/>
                </a:lnTo>
                <a:lnTo>
                  <a:pt x="1042656" y="795298"/>
                </a:lnTo>
                <a:lnTo>
                  <a:pt x="1043035" y="794544"/>
                </a:lnTo>
                <a:lnTo>
                  <a:pt x="1043401" y="793763"/>
                </a:lnTo>
                <a:lnTo>
                  <a:pt x="1043751" y="792967"/>
                </a:lnTo>
                <a:lnTo>
                  <a:pt x="1044086" y="792157"/>
                </a:lnTo>
                <a:lnTo>
                  <a:pt x="1044405" y="791332"/>
                </a:lnTo>
                <a:lnTo>
                  <a:pt x="1044709" y="790493"/>
                </a:lnTo>
                <a:lnTo>
                  <a:pt x="1044997" y="789639"/>
                </a:lnTo>
                <a:lnTo>
                  <a:pt x="1045269" y="788771"/>
                </a:lnTo>
                <a:lnTo>
                  <a:pt x="1045526" y="787888"/>
                </a:lnTo>
                <a:lnTo>
                  <a:pt x="1045768" y="786991"/>
                </a:lnTo>
                <a:lnTo>
                  <a:pt x="1045993" y="786080"/>
                </a:lnTo>
                <a:lnTo>
                  <a:pt x="1046204" y="785154"/>
                </a:lnTo>
                <a:lnTo>
                  <a:pt x="1046398" y="784213"/>
                </a:lnTo>
                <a:lnTo>
                  <a:pt x="1046577" y="783259"/>
                </a:lnTo>
                <a:lnTo>
                  <a:pt x="1046741" y="782289"/>
                </a:lnTo>
                <a:lnTo>
                  <a:pt x="1046889" y="781305"/>
                </a:lnTo>
                <a:lnTo>
                  <a:pt x="1047021" y="780307"/>
                </a:lnTo>
                <a:lnTo>
                  <a:pt x="1047138" y="779294"/>
                </a:lnTo>
                <a:lnTo>
                  <a:pt x="1047239" y="778267"/>
                </a:lnTo>
                <a:lnTo>
                  <a:pt x="1047325" y="777226"/>
                </a:lnTo>
                <a:lnTo>
                  <a:pt x="1047395" y="776169"/>
                </a:lnTo>
                <a:lnTo>
                  <a:pt x="1047449" y="775099"/>
                </a:lnTo>
                <a:lnTo>
                  <a:pt x="1047488" y="774014"/>
                </a:lnTo>
                <a:lnTo>
                  <a:pt x="1047512" y="772914"/>
                </a:lnTo>
                <a:lnTo>
                  <a:pt x="1047519" y="771800"/>
                </a:lnTo>
                <a:lnTo>
                  <a:pt x="1047519" y="769718"/>
                </a:lnTo>
                <a:lnTo>
                  <a:pt x="1047512" y="768513"/>
                </a:lnTo>
                <a:lnTo>
                  <a:pt x="1047489" y="767327"/>
                </a:lnTo>
                <a:lnTo>
                  <a:pt x="1047452" y="766159"/>
                </a:lnTo>
                <a:lnTo>
                  <a:pt x="1047399" y="765011"/>
                </a:lnTo>
                <a:lnTo>
                  <a:pt x="1047332" y="763882"/>
                </a:lnTo>
                <a:lnTo>
                  <a:pt x="1047249" y="762771"/>
                </a:lnTo>
                <a:lnTo>
                  <a:pt x="1047152" y="761679"/>
                </a:lnTo>
                <a:lnTo>
                  <a:pt x="1047039" y="760606"/>
                </a:lnTo>
                <a:lnTo>
                  <a:pt x="1046911" y="759552"/>
                </a:lnTo>
                <a:lnTo>
                  <a:pt x="1046769" y="758518"/>
                </a:lnTo>
                <a:lnTo>
                  <a:pt x="1046611" y="757501"/>
                </a:lnTo>
                <a:lnTo>
                  <a:pt x="1046438" y="756504"/>
                </a:lnTo>
                <a:lnTo>
                  <a:pt x="1046251" y="755526"/>
                </a:lnTo>
                <a:lnTo>
                  <a:pt x="1046048" y="754567"/>
                </a:lnTo>
                <a:lnTo>
                  <a:pt x="1045830" y="753626"/>
                </a:lnTo>
                <a:lnTo>
                  <a:pt x="1045597" y="752705"/>
                </a:lnTo>
                <a:lnTo>
                  <a:pt x="1045350" y="751802"/>
                </a:lnTo>
                <a:lnTo>
                  <a:pt x="1045087" y="750918"/>
                </a:lnTo>
                <a:lnTo>
                  <a:pt x="1044809" y="750054"/>
                </a:lnTo>
                <a:lnTo>
                  <a:pt x="1044516" y="749208"/>
                </a:lnTo>
                <a:lnTo>
                  <a:pt x="1044208" y="748381"/>
                </a:lnTo>
                <a:lnTo>
                  <a:pt x="1043886" y="747573"/>
                </a:lnTo>
                <a:lnTo>
                  <a:pt x="1043548" y="746783"/>
                </a:lnTo>
                <a:lnTo>
                  <a:pt x="1043195" y="746013"/>
                </a:lnTo>
                <a:lnTo>
                  <a:pt x="1042842" y="745261"/>
                </a:lnTo>
                <a:lnTo>
                  <a:pt x="1042479" y="744525"/>
                </a:lnTo>
                <a:lnTo>
                  <a:pt x="1042104" y="743806"/>
                </a:lnTo>
                <a:lnTo>
                  <a:pt x="1041718" y="743103"/>
                </a:lnTo>
                <a:lnTo>
                  <a:pt x="1041321" y="742418"/>
                </a:lnTo>
                <a:lnTo>
                  <a:pt x="1040912" y="741749"/>
                </a:lnTo>
                <a:lnTo>
                  <a:pt x="1040493" y="741096"/>
                </a:lnTo>
                <a:lnTo>
                  <a:pt x="1040063" y="740461"/>
                </a:lnTo>
                <a:lnTo>
                  <a:pt x="1039621" y="739842"/>
                </a:lnTo>
                <a:lnTo>
                  <a:pt x="1039168" y="739239"/>
                </a:lnTo>
                <a:lnTo>
                  <a:pt x="1038705" y="738654"/>
                </a:lnTo>
                <a:lnTo>
                  <a:pt x="1038230" y="738085"/>
                </a:lnTo>
                <a:lnTo>
                  <a:pt x="1037744" y="737533"/>
                </a:lnTo>
                <a:lnTo>
                  <a:pt x="1037246" y="736997"/>
                </a:lnTo>
                <a:lnTo>
                  <a:pt x="1036738" y="736478"/>
                </a:lnTo>
                <a:lnTo>
                  <a:pt x="1036219" y="735976"/>
                </a:lnTo>
                <a:lnTo>
                  <a:pt x="1035688" y="735490"/>
                </a:lnTo>
                <a:lnTo>
                  <a:pt x="1035146" y="735022"/>
                </a:lnTo>
                <a:lnTo>
                  <a:pt x="1034594" y="734569"/>
                </a:lnTo>
                <a:lnTo>
                  <a:pt x="1034030" y="734134"/>
                </a:lnTo>
                <a:lnTo>
                  <a:pt x="1033455" y="733715"/>
                </a:lnTo>
                <a:lnTo>
                  <a:pt x="1032868" y="733313"/>
                </a:lnTo>
                <a:lnTo>
                  <a:pt x="1032271" y="732928"/>
                </a:lnTo>
                <a:lnTo>
                  <a:pt x="1031663" y="732559"/>
                </a:lnTo>
                <a:lnTo>
                  <a:pt x="1031059" y="732193"/>
                </a:lnTo>
                <a:lnTo>
                  <a:pt x="1030447" y="731843"/>
                </a:lnTo>
                <a:lnTo>
                  <a:pt x="1029828" y="731508"/>
                </a:lnTo>
                <a:lnTo>
                  <a:pt x="1029202" y="731189"/>
                </a:lnTo>
                <a:lnTo>
                  <a:pt x="1028569" y="730885"/>
                </a:lnTo>
                <a:lnTo>
                  <a:pt x="1027929" y="730597"/>
                </a:lnTo>
                <a:lnTo>
                  <a:pt x="1027281" y="730324"/>
                </a:lnTo>
                <a:lnTo>
                  <a:pt x="1026626" y="730068"/>
                </a:lnTo>
                <a:lnTo>
                  <a:pt x="1025964" y="729826"/>
                </a:lnTo>
                <a:lnTo>
                  <a:pt x="1025295" y="729600"/>
                </a:lnTo>
                <a:lnTo>
                  <a:pt x="1024618" y="729390"/>
                </a:lnTo>
                <a:lnTo>
                  <a:pt x="1023935" y="729195"/>
                </a:lnTo>
                <a:lnTo>
                  <a:pt x="1023244" y="729016"/>
                </a:lnTo>
                <a:lnTo>
                  <a:pt x="1022545" y="728853"/>
                </a:lnTo>
                <a:lnTo>
                  <a:pt x="1021840" y="728705"/>
                </a:lnTo>
                <a:lnTo>
                  <a:pt x="1021127" y="728573"/>
                </a:lnTo>
                <a:lnTo>
                  <a:pt x="1020407" y="728456"/>
                </a:lnTo>
                <a:lnTo>
                  <a:pt x="1019680" y="728355"/>
                </a:lnTo>
                <a:lnTo>
                  <a:pt x="1018946" y="728269"/>
                </a:lnTo>
                <a:lnTo>
                  <a:pt x="1018204" y="728199"/>
                </a:lnTo>
                <a:lnTo>
                  <a:pt x="1017455" y="728144"/>
                </a:lnTo>
                <a:lnTo>
                  <a:pt x="1016699" y="728105"/>
                </a:lnTo>
                <a:lnTo>
                  <a:pt x="1015936" y="728082"/>
                </a:lnTo>
                <a:lnTo>
                  <a:pt x="1015165" y="728074"/>
                </a:lnTo>
                <a:lnTo>
                  <a:pt x="1014422" y="728080"/>
                </a:lnTo>
                <a:lnTo>
                  <a:pt x="1013687" y="728098"/>
                </a:lnTo>
                <a:lnTo>
                  <a:pt x="1012961" y="728127"/>
                </a:lnTo>
                <a:lnTo>
                  <a:pt x="1012242" y="728168"/>
                </a:lnTo>
                <a:lnTo>
                  <a:pt x="1011532" y="728220"/>
                </a:lnTo>
                <a:lnTo>
                  <a:pt x="1010831" y="728285"/>
                </a:lnTo>
                <a:lnTo>
                  <a:pt x="1010138" y="728360"/>
                </a:lnTo>
                <a:lnTo>
                  <a:pt x="1009453" y="728448"/>
                </a:lnTo>
                <a:lnTo>
                  <a:pt x="1008776" y="728547"/>
                </a:lnTo>
                <a:lnTo>
                  <a:pt x="1008108" y="728658"/>
                </a:lnTo>
                <a:lnTo>
                  <a:pt x="1007448" y="728781"/>
                </a:lnTo>
                <a:lnTo>
                  <a:pt x="1006797" y="728915"/>
                </a:lnTo>
                <a:lnTo>
                  <a:pt x="1006153" y="729061"/>
                </a:lnTo>
                <a:lnTo>
                  <a:pt x="1005519" y="729219"/>
                </a:lnTo>
                <a:lnTo>
                  <a:pt x="1004892" y="729388"/>
                </a:lnTo>
                <a:lnTo>
                  <a:pt x="1004274" y="729569"/>
                </a:lnTo>
                <a:lnTo>
                  <a:pt x="1003664" y="729762"/>
                </a:lnTo>
                <a:lnTo>
                  <a:pt x="1003063" y="729966"/>
                </a:lnTo>
                <a:lnTo>
                  <a:pt x="1002469" y="730182"/>
                </a:lnTo>
                <a:lnTo>
                  <a:pt x="1001885" y="730410"/>
                </a:lnTo>
                <a:lnTo>
                  <a:pt x="1001308" y="730650"/>
                </a:lnTo>
                <a:lnTo>
                  <a:pt x="1000740" y="730901"/>
                </a:lnTo>
                <a:lnTo>
                  <a:pt x="1000180" y="731163"/>
                </a:lnTo>
                <a:lnTo>
                  <a:pt x="999629" y="731438"/>
                </a:lnTo>
                <a:lnTo>
                  <a:pt x="999100" y="731724"/>
                </a:lnTo>
                <a:lnTo>
                  <a:pt x="998581" y="732021"/>
                </a:lnTo>
                <a:lnTo>
                  <a:pt x="998072" y="732329"/>
                </a:lnTo>
                <a:lnTo>
                  <a:pt x="997573" y="732648"/>
                </a:lnTo>
                <a:lnTo>
                  <a:pt x="997085" y="732978"/>
                </a:lnTo>
                <a:lnTo>
                  <a:pt x="996606" y="733320"/>
                </a:lnTo>
                <a:lnTo>
                  <a:pt x="996137" y="733672"/>
                </a:lnTo>
                <a:lnTo>
                  <a:pt x="995678" y="734036"/>
                </a:lnTo>
                <a:lnTo>
                  <a:pt x="995229" y="734411"/>
                </a:lnTo>
                <a:lnTo>
                  <a:pt x="994791" y="734797"/>
                </a:lnTo>
                <a:lnTo>
                  <a:pt x="994362" y="735194"/>
                </a:lnTo>
                <a:lnTo>
                  <a:pt x="993943" y="735602"/>
                </a:lnTo>
                <a:lnTo>
                  <a:pt x="993534" y="736022"/>
                </a:lnTo>
                <a:lnTo>
                  <a:pt x="993135" y="736452"/>
                </a:lnTo>
                <a:lnTo>
                  <a:pt x="992747" y="736894"/>
                </a:lnTo>
                <a:lnTo>
                  <a:pt x="992368" y="737346"/>
                </a:lnTo>
                <a:lnTo>
                  <a:pt x="991999" y="737810"/>
                </a:lnTo>
                <a:lnTo>
                  <a:pt x="991641" y="738285"/>
                </a:lnTo>
                <a:lnTo>
                  <a:pt x="991292" y="738771"/>
                </a:lnTo>
                <a:lnTo>
                  <a:pt x="990953" y="739268"/>
                </a:lnTo>
                <a:lnTo>
                  <a:pt x="990624" y="739777"/>
                </a:lnTo>
                <a:lnTo>
                  <a:pt x="990306" y="740296"/>
                </a:lnTo>
                <a:lnTo>
                  <a:pt x="989997" y="740827"/>
                </a:lnTo>
                <a:lnTo>
                  <a:pt x="989699" y="741368"/>
                </a:lnTo>
                <a:lnTo>
                  <a:pt x="987937" y="729676"/>
                </a:lnTo>
                <a:lnTo>
                  <a:pt x="974963" y="729676"/>
                </a:lnTo>
                <a:lnTo>
                  <a:pt x="974963" y="840513"/>
                </a:lnTo>
                <a:lnTo>
                  <a:pt x="990980" y="840513"/>
                </a:lnTo>
                <a:lnTo>
                  <a:pt x="990980" y="802553"/>
                </a:lnTo>
                <a:lnTo>
                  <a:pt x="991265" y="802924"/>
                </a:lnTo>
                <a:lnTo>
                  <a:pt x="991558" y="803290"/>
                </a:lnTo>
                <a:lnTo>
                  <a:pt x="991861" y="803651"/>
                </a:lnTo>
                <a:lnTo>
                  <a:pt x="992172" y="804008"/>
                </a:lnTo>
                <a:close/>
                <a:moveTo>
                  <a:pt x="1007107" y="801191"/>
                </a:moveTo>
                <a:lnTo>
                  <a:pt x="1006441" y="801047"/>
                </a:lnTo>
                <a:lnTo>
                  <a:pt x="1005787" y="800880"/>
                </a:lnTo>
                <a:lnTo>
                  <a:pt x="1005142" y="800691"/>
                </a:lnTo>
                <a:lnTo>
                  <a:pt x="1004509" y="800480"/>
                </a:lnTo>
                <a:lnTo>
                  <a:pt x="1003885" y="800246"/>
                </a:lnTo>
                <a:lnTo>
                  <a:pt x="1003273" y="799990"/>
                </a:lnTo>
                <a:lnTo>
                  <a:pt x="1002671" y="799712"/>
                </a:lnTo>
                <a:lnTo>
                  <a:pt x="1002079" y="799412"/>
                </a:lnTo>
                <a:lnTo>
                  <a:pt x="1001498" y="799089"/>
                </a:lnTo>
                <a:lnTo>
                  <a:pt x="1000928" y="798744"/>
                </a:lnTo>
                <a:lnTo>
                  <a:pt x="1000368" y="798377"/>
                </a:lnTo>
                <a:lnTo>
                  <a:pt x="999819" y="797988"/>
                </a:lnTo>
                <a:lnTo>
                  <a:pt x="999281" y="797576"/>
                </a:lnTo>
                <a:lnTo>
                  <a:pt x="998752" y="797143"/>
                </a:lnTo>
                <a:lnTo>
                  <a:pt x="998235" y="796687"/>
                </a:lnTo>
                <a:lnTo>
                  <a:pt x="997728" y="796208"/>
                </a:lnTo>
                <a:lnTo>
                  <a:pt x="997232" y="795708"/>
                </a:lnTo>
                <a:lnTo>
                  <a:pt x="996746" y="795185"/>
                </a:lnTo>
                <a:lnTo>
                  <a:pt x="996275" y="794639"/>
                </a:lnTo>
                <a:lnTo>
                  <a:pt x="995825" y="794068"/>
                </a:lnTo>
                <a:lnTo>
                  <a:pt x="995394" y="793473"/>
                </a:lnTo>
                <a:lnTo>
                  <a:pt x="994984" y="792854"/>
                </a:lnTo>
                <a:lnTo>
                  <a:pt x="994594" y="792210"/>
                </a:lnTo>
                <a:lnTo>
                  <a:pt x="994223" y="791541"/>
                </a:lnTo>
                <a:lnTo>
                  <a:pt x="993873" y="790848"/>
                </a:lnTo>
                <a:lnTo>
                  <a:pt x="993543" y="790131"/>
                </a:lnTo>
                <a:lnTo>
                  <a:pt x="993232" y="789389"/>
                </a:lnTo>
                <a:lnTo>
                  <a:pt x="992942" y="788623"/>
                </a:lnTo>
                <a:lnTo>
                  <a:pt x="992672" y="787832"/>
                </a:lnTo>
                <a:lnTo>
                  <a:pt x="992421" y="787016"/>
                </a:lnTo>
                <a:lnTo>
                  <a:pt x="992191" y="786177"/>
                </a:lnTo>
                <a:lnTo>
                  <a:pt x="991981" y="785312"/>
                </a:lnTo>
                <a:lnTo>
                  <a:pt x="991791" y="784424"/>
                </a:lnTo>
                <a:lnTo>
                  <a:pt x="991621" y="783511"/>
                </a:lnTo>
                <a:lnTo>
                  <a:pt x="991470" y="782573"/>
                </a:lnTo>
                <a:lnTo>
                  <a:pt x="991340" y="781611"/>
                </a:lnTo>
                <a:lnTo>
                  <a:pt x="991230" y="780624"/>
                </a:lnTo>
                <a:lnTo>
                  <a:pt x="991140" y="779613"/>
                </a:lnTo>
                <a:lnTo>
                  <a:pt x="991070" y="778578"/>
                </a:lnTo>
                <a:lnTo>
                  <a:pt x="991020" y="777518"/>
                </a:lnTo>
                <a:lnTo>
                  <a:pt x="990990" y="776433"/>
                </a:lnTo>
                <a:lnTo>
                  <a:pt x="990980" y="775324"/>
                </a:lnTo>
                <a:lnTo>
                  <a:pt x="990980" y="766034"/>
                </a:lnTo>
                <a:lnTo>
                  <a:pt x="990985" y="765214"/>
                </a:lnTo>
                <a:lnTo>
                  <a:pt x="991000" y="764408"/>
                </a:lnTo>
                <a:lnTo>
                  <a:pt x="991025" y="763617"/>
                </a:lnTo>
                <a:lnTo>
                  <a:pt x="991060" y="762840"/>
                </a:lnTo>
                <a:lnTo>
                  <a:pt x="991105" y="762077"/>
                </a:lnTo>
                <a:lnTo>
                  <a:pt x="991160" y="761329"/>
                </a:lnTo>
                <a:lnTo>
                  <a:pt x="991225" y="760596"/>
                </a:lnTo>
                <a:lnTo>
                  <a:pt x="991300" y="759877"/>
                </a:lnTo>
                <a:lnTo>
                  <a:pt x="991385" y="759172"/>
                </a:lnTo>
                <a:lnTo>
                  <a:pt x="991480" y="758482"/>
                </a:lnTo>
                <a:lnTo>
                  <a:pt x="991586" y="757806"/>
                </a:lnTo>
                <a:lnTo>
                  <a:pt x="991701" y="757145"/>
                </a:lnTo>
                <a:lnTo>
                  <a:pt x="991826" y="756498"/>
                </a:lnTo>
                <a:lnTo>
                  <a:pt x="991961" y="755866"/>
                </a:lnTo>
                <a:lnTo>
                  <a:pt x="992106" y="755248"/>
                </a:lnTo>
                <a:lnTo>
                  <a:pt x="992261" y="754645"/>
                </a:lnTo>
                <a:lnTo>
                  <a:pt x="992426" y="754056"/>
                </a:lnTo>
                <a:lnTo>
                  <a:pt x="992602" y="753481"/>
                </a:lnTo>
                <a:lnTo>
                  <a:pt x="992787" y="752921"/>
                </a:lnTo>
                <a:lnTo>
                  <a:pt x="992982" y="752375"/>
                </a:lnTo>
                <a:lnTo>
                  <a:pt x="993187" y="751844"/>
                </a:lnTo>
                <a:lnTo>
                  <a:pt x="993402" y="751328"/>
                </a:lnTo>
                <a:lnTo>
                  <a:pt x="993628" y="750826"/>
                </a:lnTo>
                <a:lnTo>
                  <a:pt x="993863" y="750338"/>
                </a:lnTo>
                <a:lnTo>
                  <a:pt x="994106" y="749850"/>
                </a:lnTo>
                <a:lnTo>
                  <a:pt x="994356" y="749375"/>
                </a:lnTo>
                <a:lnTo>
                  <a:pt x="994611" y="748911"/>
                </a:lnTo>
                <a:lnTo>
                  <a:pt x="994873" y="748460"/>
                </a:lnTo>
                <a:lnTo>
                  <a:pt x="995141" y="748021"/>
                </a:lnTo>
                <a:lnTo>
                  <a:pt x="995415" y="747595"/>
                </a:lnTo>
                <a:lnTo>
                  <a:pt x="995695" y="747181"/>
                </a:lnTo>
                <a:lnTo>
                  <a:pt x="995981" y="746778"/>
                </a:lnTo>
                <a:lnTo>
                  <a:pt x="996273" y="746389"/>
                </a:lnTo>
                <a:lnTo>
                  <a:pt x="996571" y="746011"/>
                </a:lnTo>
                <a:lnTo>
                  <a:pt x="996876" y="745646"/>
                </a:lnTo>
                <a:lnTo>
                  <a:pt x="997186" y="745292"/>
                </a:lnTo>
                <a:lnTo>
                  <a:pt x="997503" y="744952"/>
                </a:lnTo>
                <a:lnTo>
                  <a:pt x="997826" y="744623"/>
                </a:lnTo>
                <a:lnTo>
                  <a:pt x="998155" y="744306"/>
                </a:lnTo>
                <a:lnTo>
                  <a:pt x="998490" y="744002"/>
                </a:lnTo>
                <a:lnTo>
                  <a:pt x="998831" y="743710"/>
                </a:lnTo>
                <a:lnTo>
                  <a:pt x="999179" y="743431"/>
                </a:lnTo>
                <a:lnTo>
                  <a:pt x="999532" y="743163"/>
                </a:lnTo>
                <a:lnTo>
                  <a:pt x="999891" y="742908"/>
                </a:lnTo>
                <a:lnTo>
                  <a:pt x="1000257" y="742665"/>
                </a:lnTo>
                <a:lnTo>
                  <a:pt x="1000629" y="742434"/>
                </a:lnTo>
                <a:lnTo>
                  <a:pt x="1001007" y="742215"/>
                </a:lnTo>
                <a:lnTo>
                  <a:pt x="1001391" y="742009"/>
                </a:lnTo>
                <a:lnTo>
                  <a:pt x="1001779" y="741800"/>
                </a:lnTo>
                <a:lnTo>
                  <a:pt x="1002169" y="741600"/>
                </a:lnTo>
                <a:lnTo>
                  <a:pt x="1002562" y="741408"/>
                </a:lnTo>
                <a:lnTo>
                  <a:pt x="1002957" y="741226"/>
                </a:lnTo>
                <a:lnTo>
                  <a:pt x="1003354" y="741052"/>
                </a:lnTo>
                <a:lnTo>
                  <a:pt x="1003753" y="740888"/>
                </a:lnTo>
                <a:lnTo>
                  <a:pt x="1004155" y="740732"/>
                </a:lnTo>
                <a:lnTo>
                  <a:pt x="1004559" y="740585"/>
                </a:lnTo>
                <a:lnTo>
                  <a:pt x="1004965" y="740447"/>
                </a:lnTo>
                <a:lnTo>
                  <a:pt x="1005373" y="740318"/>
                </a:lnTo>
                <a:lnTo>
                  <a:pt x="1005783" y="740198"/>
                </a:lnTo>
                <a:lnTo>
                  <a:pt x="1006196" y="740087"/>
                </a:lnTo>
                <a:lnTo>
                  <a:pt x="1006611" y="739985"/>
                </a:lnTo>
                <a:lnTo>
                  <a:pt x="1007028" y="739891"/>
                </a:lnTo>
                <a:lnTo>
                  <a:pt x="1007447" y="739807"/>
                </a:lnTo>
                <a:lnTo>
                  <a:pt x="1007869" y="739731"/>
                </a:lnTo>
                <a:lnTo>
                  <a:pt x="1008293" y="739664"/>
                </a:lnTo>
                <a:lnTo>
                  <a:pt x="1008719" y="739606"/>
                </a:lnTo>
                <a:lnTo>
                  <a:pt x="1009147" y="739558"/>
                </a:lnTo>
                <a:lnTo>
                  <a:pt x="1009577" y="739518"/>
                </a:lnTo>
                <a:lnTo>
                  <a:pt x="1010010" y="739486"/>
                </a:lnTo>
                <a:lnTo>
                  <a:pt x="1010445" y="739464"/>
                </a:lnTo>
                <a:lnTo>
                  <a:pt x="1010882" y="739451"/>
                </a:lnTo>
                <a:lnTo>
                  <a:pt x="1011321" y="739446"/>
                </a:lnTo>
                <a:lnTo>
                  <a:pt x="1011773" y="739451"/>
                </a:lnTo>
                <a:lnTo>
                  <a:pt x="1012222" y="739465"/>
                </a:lnTo>
                <a:lnTo>
                  <a:pt x="1012668" y="739489"/>
                </a:lnTo>
                <a:lnTo>
                  <a:pt x="1013110" y="739522"/>
                </a:lnTo>
                <a:lnTo>
                  <a:pt x="1013549" y="739564"/>
                </a:lnTo>
                <a:lnTo>
                  <a:pt x="1013984" y="739616"/>
                </a:lnTo>
                <a:lnTo>
                  <a:pt x="1014416" y="739678"/>
                </a:lnTo>
                <a:lnTo>
                  <a:pt x="1014845" y="739749"/>
                </a:lnTo>
                <a:lnTo>
                  <a:pt x="1015270" y="739829"/>
                </a:lnTo>
                <a:lnTo>
                  <a:pt x="1015693" y="739919"/>
                </a:lnTo>
                <a:lnTo>
                  <a:pt x="1016111" y="740018"/>
                </a:lnTo>
                <a:lnTo>
                  <a:pt x="1016527" y="740127"/>
                </a:lnTo>
                <a:lnTo>
                  <a:pt x="1016939" y="740245"/>
                </a:lnTo>
                <a:lnTo>
                  <a:pt x="1017348" y="740373"/>
                </a:lnTo>
                <a:lnTo>
                  <a:pt x="1017753" y="740510"/>
                </a:lnTo>
                <a:lnTo>
                  <a:pt x="1018155" y="740656"/>
                </a:lnTo>
                <a:lnTo>
                  <a:pt x="1018554" y="740812"/>
                </a:lnTo>
                <a:lnTo>
                  <a:pt x="1018949" y="740978"/>
                </a:lnTo>
                <a:lnTo>
                  <a:pt x="1019341" y="741153"/>
                </a:lnTo>
                <a:lnTo>
                  <a:pt x="1019730" y="741337"/>
                </a:lnTo>
                <a:lnTo>
                  <a:pt x="1020116" y="741531"/>
                </a:lnTo>
                <a:lnTo>
                  <a:pt x="1020498" y="741734"/>
                </a:lnTo>
                <a:lnTo>
                  <a:pt x="1020876" y="741947"/>
                </a:lnTo>
                <a:lnTo>
                  <a:pt x="1021252" y="742169"/>
                </a:lnTo>
                <a:lnTo>
                  <a:pt x="1021636" y="742388"/>
                </a:lnTo>
                <a:lnTo>
                  <a:pt x="1022013" y="742619"/>
                </a:lnTo>
                <a:lnTo>
                  <a:pt x="1022383" y="742860"/>
                </a:lnTo>
                <a:lnTo>
                  <a:pt x="1022747" y="743112"/>
                </a:lnTo>
                <a:lnTo>
                  <a:pt x="1023104" y="743376"/>
                </a:lnTo>
                <a:lnTo>
                  <a:pt x="1023454" y="743651"/>
                </a:lnTo>
                <a:lnTo>
                  <a:pt x="1023798" y="743937"/>
                </a:lnTo>
                <a:lnTo>
                  <a:pt x="1024135" y="744234"/>
                </a:lnTo>
                <a:lnTo>
                  <a:pt x="1024465" y="744542"/>
                </a:lnTo>
                <a:lnTo>
                  <a:pt x="1024789" y="744861"/>
                </a:lnTo>
                <a:lnTo>
                  <a:pt x="1025106" y="745191"/>
                </a:lnTo>
                <a:lnTo>
                  <a:pt x="1025416" y="745533"/>
                </a:lnTo>
                <a:lnTo>
                  <a:pt x="1025720" y="745885"/>
                </a:lnTo>
                <a:lnTo>
                  <a:pt x="1026017" y="746249"/>
                </a:lnTo>
                <a:lnTo>
                  <a:pt x="1026307" y="746624"/>
                </a:lnTo>
                <a:lnTo>
                  <a:pt x="1026591" y="747010"/>
                </a:lnTo>
                <a:lnTo>
                  <a:pt x="1026868" y="747407"/>
                </a:lnTo>
                <a:lnTo>
                  <a:pt x="1027138" y="747815"/>
                </a:lnTo>
                <a:lnTo>
                  <a:pt x="1027402" y="748234"/>
                </a:lnTo>
                <a:lnTo>
                  <a:pt x="1027659" y="748665"/>
                </a:lnTo>
                <a:lnTo>
                  <a:pt x="1027909" y="749106"/>
                </a:lnTo>
                <a:lnTo>
                  <a:pt x="1028152" y="749559"/>
                </a:lnTo>
                <a:lnTo>
                  <a:pt x="1028389" y="750023"/>
                </a:lnTo>
                <a:lnTo>
                  <a:pt x="1028620" y="750498"/>
                </a:lnTo>
                <a:lnTo>
                  <a:pt x="1028842" y="750985"/>
                </a:lnTo>
                <a:lnTo>
                  <a:pt x="1029054" y="751487"/>
                </a:lnTo>
                <a:lnTo>
                  <a:pt x="1029258" y="752002"/>
                </a:lnTo>
                <a:lnTo>
                  <a:pt x="1029452" y="752531"/>
                </a:lnTo>
                <a:lnTo>
                  <a:pt x="1029636" y="753074"/>
                </a:lnTo>
                <a:lnTo>
                  <a:pt x="1029811" y="753631"/>
                </a:lnTo>
                <a:lnTo>
                  <a:pt x="1029976" y="754202"/>
                </a:lnTo>
                <a:lnTo>
                  <a:pt x="1030132" y="754787"/>
                </a:lnTo>
                <a:lnTo>
                  <a:pt x="1030279" y="755386"/>
                </a:lnTo>
                <a:lnTo>
                  <a:pt x="1030416" y="755998"/>
                </a:lnTo>
                <a:lnTo>
                  <a:pt x="1030544" y="756625"/>
                </a:lnTo>
                <a:lnTo>
                  <a:pt x="1030662" y="757265"/>
                </a:lnTo>
                <a:lnTo>
                  <a:pt x="1030770" y="757919"/>
                </a:lnTo>
                <a:lnTo>
                  <a:pt x="1030870" y="758588"/>
                </a:lnTo>
                <a:lnTo>
                  <a:pt x="1030960" y="759270"/>
                </a:lnTo>
                <a:lnTo>
                  <a:pt x="1031040" y="759966"/>
                </a:lnTo>
                <a:lnTo>
                  <a:pt x="1031111" y="760676"/>
                </a:lnTo>
                <a:lnTo>
                  <a:pt x="1031172" y="761399"/>
                </a:lnTo>
                <a:lnTo>
                  <a:pt x="1031224" y="762137"/>
                </a:lnTo>
                <a:lnTo>
                  <a:pt x="1031267" y="762889"/>
                </a:lnTo>
                <a:lnTo>
                  <a:pt x="1031300" y="763654"/>
                </a:lnTo>
                <a:lnTo>
                  <a:pt x="1031324" y="764434"/>
                </a:lnTo>
                <a:lnTo>
                  <a:pt x="1031338" y="765227"/>
                </a:lnTo>
                <a:lnTo>
                  <a:pt x="1031342" y="766034"/>
                </a:lnTo>
                <a:lnTo>
                  <a:pt x="1031342" y="775324"/>
                </a:lnTo>
                <a:lnTo>
                  <a:pt x="1031333" y="776433"/>
                </a:lnTo>
                <a:lnTo>
                  <a:pt x="1031303" y="777518"/>
                </a:lnTo>
                <a:lnTo>
                  <a:pt x="1031255" y="778578"/>
                </a:lnTo>
                <a:lnTo>
                  <a:pt x="1031187" y="779613"/>
                </a:lnTo>
                <a:lnTo>
                  <a:pt x="1031099" y="780624"/>
                </a:lnTo>
                <a:lnTo>
                  <a:pt x="1030992" y="781611"/>
                </a:lnTo>
                <a:lnTo>
                  <a:pt x="1030866" y="782573"/>
                </a:lnTo>
                <a:lnTo>
                  <a:pt x="1030720" y="783511"/>
                </a:lnTo>
                <a:lnTo>
                  <a:pt x="1030554" y="784424"/>
                </a:lnTo>
                <a:lnTo>
                  <a:pt x="1030369" y="785312"/>
                </a:lnTo>
                <a:lnTo>
                  <a:pt x="1030165" y="786177"/>
                </a:lnTo>
                <a:lnTo>
                  <a:pt x="1029941" y="787016"/>
                </a:lnTo>
                <a:lnTo>
                  <a:pt x="1029698" y="787832"/>
                </a:lnTo>
                <a:lnTo>
                  <a:pt x="1029435" y="788623"/>
                </a:lnTo>
                <a:lnTo>
                  <a:pt x="1029153" y="789389"/>
                </a:lnTo>
                <a:lnTo>
                  <a:pt x="1028851" y="790131"/>
                </a:lnTo>
                <a:lnTo>
                  <a:pt x="1028530" y="790848"/>
                </a:lnTo>
                <a:lnTo>
                  <a:pt x="1028189" y="791541"/>
                </a:lnTo>
                <a:lnTo>
                  <a:pt x="1027829" y="792210"/>
                </a:lnTo>
                <a:lnTo>
                  <a:pt x="1027449" y="792854"/>
                </a:lnTo>
                <a:lnTo>
                  <a:pt x="1027050" y="793473"/>
                </a:lnTo>
                <a:lnTo>
                  <a:pt x="1026632" y="794068"/>
                </a:lnTo>
                <a:lnTo>
                  <a:pt x="1026194" y="794639"/>
                </a:lnTo>
                <a:lnTo>
                  <a:pt x="1025737" y="795185"/>
                </a:lnTo>
                <a:lnTo>
                  <a:pt x="1025264" y="795708"/>
                </a:lnTo>
                <a:lnTo>
                  <a:pt x="1024780" y="796208"/>
                </a:lnTo>
                <a:lnTo>
                  <a:pt x="1024285" y="796687"/>
                </a:lnTo>
                <a:lnTo>
                  <a:pt x="1023779" y="797143"/>
                </a:lnTo>
                <a:lnTo>
                  <a:pt x="1023262" y="797576"/>
                </a:lnTo>
                <a:lnTo>
                  <a:pt x="1022733" y="797988"/>
                </a:lnTo>
                <a:lnTo>
                  <a:pt x="1022194" y="798377"/>
                </a:lnTo>
                <a:lnTo>
                  <a:pt x="1021643" y="798744"/>
                </a:lnTo>
                <a:lnTo>
                  <a:pt x="1021082" y="799089"/>
                </a:lnTo>
                <a:lnTo>
                  <a:pt x="1020509" y="799412"/>
                </a:lnTo>
                <a:lnTo>
                  <a:pt x="1019925" y="799712"/>
                </a:lnTo>
                <a:lnTo>
                  <a:pt x="1019330" y="799990"/>
                </a:lnTo>
                <a:lnTo>
                  <a:pt x="1018723" y="800246"/>
                </a:lnTo>
                <a:lnTo>
                  <a:pt x="1018106" y="800480"/>
                </a:lnTo>
                <a:lnTo>
                  <a:pt x="1017478" y="800691"/>
                </a:lnTo>
                <a:lnTo>
                  <a:pt x="1016838" y="800880"/>
                </a:lnTo>
                <a:lnTo>
                  <a:pt x="1016187" y="801047"/>
                </a:lnTo>
                <a:lnTo>
                  <a:pt x="1015526" y="801191"/>
                </a:lnTo>
                <a:lnTo>
                  <a:pt x="1014853" y="801314"/>
                </a:lnTo>
                <a:lnTo>
                  <a:pt x="1014169" y="801414"/>
                </a:lnTo>
                <a:lnTo>
                  <a:pt x="1013474" y="801492"/>
                </a:lnTo>
                <a:lnTo>
                  <a:pt x="1012767" y="801547"/>
                </a:lnTo>
                <a:lnTo>
                  <a:pt x="1012050" y="801581"/>
                </a:lnTo>
                <a:lnTo>
                  <a:pt x="1011321" y="801592"/>
                </a:lnTo>
                <a:lnTo>
                  <a:pt x="1010592" y="801581"/>
                </a:lnTo>
                <a:lnTo>
                  <a:pt x="1009874" y="801547"/>
                </a:lnTo>
                <a:lnTo>
                  <a:pt x="1009167" y="801492"/>
                </a:lnTo>
                <a:lnTo>
                  <a:pt x="1008469" y="801414"/>
                </a:lnTo>
                <a:lnTo>
                  <a:pt x="1007783" y="801314"/>
                </a:lnTo>
                <a:lnTo>
                  <a:pt x="1007107" y="801191"/>
                </a:lnTo>
                <a:close/>
                <a:moveTo>
                  <a:pt x="588085" y="1060674"/>
                </a:moveTo>
                <a:lnTo>
                  <a:pt x="617556" y="1060674"/>
                </a:lnTo>
                <a:lnTo>
                  <a:pt x="633413" y="1060674"/>
                </a:lnTo>
                <a:lnTo>
                  <a:pt x="661282" y="1060674"/>
                </a:lnTo>
                <a:lnTo>
                  <a:pt x="661282" y="1048341"/>
                </a:lnTo>
                <a:lnTo>
                  <a:pt x="633413" y="1048341"/>
                </a:lnTo>
                <a:lnTo>
                  <a:pt x="633413" y="945192"/>
                </a:lnTo>
                <a:lnTo>
                  <a:pt x="588085" y="945192"/>
                </a:lnTo>
                <a:lnTo>
                  <a:pt x="588085" y="957685"/>
                </a:lnTo>
                <a:lnTo>
                  <a:pt x="617556" y="957685"/>
                </a:lnTo>
                <a:lnTo>
                  <a:pt x="617556" y="1048341"/>
                </a:lnTo>
                <a:lnTo>
                  <a:pt x="588085" y="1048341"/>
                </a:lnTo>
                <a:lnTo>
                  <a:pt x="588085" y="1060674"/>
                </a:lnTo>
                <a:close/>
                <a:moveTo>
                  <a:pt x="908185" y="1007688"/>
                </a:moveTo>
                <a:lnTo>
                  <a:pt x="908225" y="1007272"/>
                </a:lnTo>
                <a:lnTo>
                  <a:pt x="908271" y="1006857"/>
                </a:lnTo>
                <a:lnTo>
                  <a:pt x="908323" y="1006444"/>
                </a:lnTo>
                <a:lnTo>
                  <a:pt x="908381" y="1006033"/>
                </a:lnTo>
                <a:lnTo>
                  <a:pt x="908445" y="1005623"/>
                </a:lnTo>
                <a:lnTo>
                  <a:pt x="908515" y="1005215"/>
                </a:lnTo>
                <a:lnTo>
                  <a:pt x="908592" y="1004809"/>
                </a:lnTo>
                <a:lnTo>
                  <a:pt x="908674" y="1004405"/>
                </a:lnTo>
                <a:lnTo>
                  <a:pt x="908763" y="1004002"/>
                </a:lnTo>
                <a:lnTo>
                  <a:pt x="908858" y="1003600"/>
                </a:lnTo>
                <a:lnTo>
                  <a:pt x="908959" y="1003201"/>
                </a:lnTo>
                <a:lnTo>
                  <a:pt x="909066" y="1002803"/>
                </a:lnTo>
                <a:lnTo>
                  <a:pt x="909179" y="1002407"/>
                </a:lnTo>
                <a:lnTo>
                  <a:pt x="909298" y="1002012"/>
                </a:lnTo>
                <a:lnTo>
                  <a:pt x="909424" y="1001619"/>
                </a:lnTo>
                <a:lnTo>
                  <a:pt x="909555" y="1001228"/>
                </a:lnTo>
                <a:lnTo>
                  <a:pt x="909693" y="1000838"/>
                </a:lnTo>
                <a:lnTo>
                  <a:pt x="909837" y="1000450"/>
                </a:lnTo>
                <a:lnTo>
                  <a:pt x="909987" y="1000066"/>
                </a:lnTo>
                <a:lnTo>
                  <a:pt x="910143" y="999687"/>
                </a:lnTo>
                <a:lnTo>
                  <a:pt x="910305" y="999314"/>
                </a:lnTo>
                <a:lnTo>
                  <a:pt x="910473" y="998947"/>
                </a:lnTo>
                <a:lnTo>
                  <a:pt x="910647" y="998585"/>
                </a:lnTo>
                <a:lnTo>
                  <a:pt x="910828" y="998228"/>
                </a:lnTo>
                <a:lnTo>
                  <a:pt x="911014" y="997877"/>
                </a:lnTo>
                <a:lnTo>
                  <a:pt x="911207" y="997532"/>
                </a:lnTo>
                <a:lnTo>
                  <a:pt x="911406" y="997192"/>
                </a:lnTo>
                <a:lnTo>
                  <a:pt x="911611" y="996858"/>
                </a:lnTo>
                <a:lnTo>
                  <a:pt x="911822" y="996529"/>
                </a:lnTo>
                <a:lnTo>
                  <a:pt x="912039" y="996206"/>
                </a:lnTo>
                <a:lnTo>
                  <a:pt x="912262" y="995888"/>
                </a:lnTo>
                <a:lnTo>
                  <a:pt x="912492" y="995576"/>
                </a:lnTo>
                <a:lnTo>
                  <a:pt x="912727" y="995270"/>
                </a:lnTo>
                <a:lnTo>
                  <a:pt x="912969" y="994969"/>
                </a:lnTo>
                <a:lnTo>
                  <a:pt x="913217" y="994674"/>
                </a:lnTo>
                <a:lnTo>
                  <a:pt x="913471" y="994384"/>
                </a:lnTo>
                <a:lnTo>
                  <a:pt x="913731" y="994100"/>
                </a:lnTo>
                <a:lnTo>
                  <a:pt x="913997" y="993821"/>
                </a:lnTo>
                <a:lnTo>
                  <a:pt x="914269" y="993548"/>
                </a:lnTo>
                <a:lnTo>
                  <a:pt x="914547" y="993281"/>
                </a:lnTo>
                <a:lnTo>
                  <a:pt x="914832" y="993019"/>
                </a:lnTo>
                <a:lnTo>
                  <a:pt x="915122" y="992762"/>
                </a:lnTo>
                <a:lnTo>
                  <a:pt x="915432" y="992514"/>
                </a:lnTo>
                <a:lnTo>
                  <a:pt x="915747" y="992276"/>
                </a:lnTo>
                <a:lnTo>
                  <a:pt x="916068" y="992049"/>
                </a:lnTo>
                <a:lnTo>
                  <a:pt x="916395" y="991832"/>
                </a:lnTo>
                <a:lnTo>
                  <a:pt x="916727" y="991626"/>
                </a:lnTo>
                <a:lnTo>
                  <a:pt x="917064" y="991431"/>
                </a:lnTo>
                <a:lnTo>
                  <a:pt x="917408" y="991246"/>
                </a:lnTo>
                <a:lnTo>
                  <a:pt x="917756" y="991072"/>
                </a:lnTo>
                <a:lnTo>
                  <a:pt x="918111" y="990908"/>
                </a:lnTo>
                <a:lnTo>
                  <a:pt x="918470" y="990755"/>
                </a:lnTo>
                <a:lnTo>
                  <a:pt x="918836" y="990612"/>
                </a:lnTo>
                <a:lnTo>
                  <a:pt x="919207" y="990480"/>
                </a:lnTo>
                <a:lnTo>
                  <a:pt x="919583" y="990358"/>
                </a:lnTo>
                <a:lnTo>
                  <a:pt x="919965" y="990247"/>
                </a:lnTo>
                <a:lnTo>
                  <a:pt x="920353" y="990147"/>
                </a:lnTo>
                <a:lnTo>
                  <a:pt x="920746" y="990057"/>
                </a:lnTo>
                <a:lnTo>
                  <a:pt x="921145" y="989978"/>
                </a:lnTo>
                <a:lnTo>
                  <a:pt x="921549" y="989909"/>
                </a:lnTo>
                <a:lnTo>
                  <a:pt x="921959" y="989851"/>
                </a:lnTo>
                <a:lnTo>
                  <a:pt x="922374" y="989804"/>
                </a:lnTo>
                <a:lnTo>
                  <a:pt x="922795" y="989767"/>
                </a:lnTo>
                <a:lnTo>
                  <a:pt x="923222" y="989740"/>
                </a:lnTo>
                <a:lnTo>
                  <a:pt x="923654" y="989724"/>
                </a:lnTo>
                <a:lnTo>
                  <a:pt x="924092" y="989719"/>
                </a:lnTo>
                <a:lnTo>
                  <a:pt x="924542" y="989723"/>
                </a:lnTo>
                <a:lnTo>
                  <a:pt x="924985" y="989736"/>
                </a:lnTo>
                <a:lnTo>
                  <a:pt x="925421" y="989757"/>
                </a:lnTo>
                <a:lnTo>
                  <a:pt x="925849" y="989786"/>
                </a:lnTo>
                <a:lnTo>
                  <a:pt x="926270" y="989823"/>
                </a:lnTo>
                <a:lnTo>
                  <a:pt x="926685" y="989869"/>
                </a:lnTo>
                <a:lnTo>
                  <a:pt x="927091" y="989923"/>
                </a:lnTo>
                <a:lnTo>
                  <a:pt x="927491" y="989986"/>
                </a:lnTo>
                <a:lnTo>
                  <a:pt x="927883" y="990057"/>
                </a:lnTo>
                <a:lnTo>
                  <a:pt x="928268" y="990136"/>
                </a:lnTo>
                <a:lnTo>
                  <a:pt x="928646" y="990224"/>
                </a:lnTo>
                <a:lnTo>
                  <a:pt x="929017" y="990320"/>
                </a:lnTo>
                <a:lnTo>
                  <a:pt x="929380" y="990424"/>
                </a:lnTo>
                <a:lnTo>
                  <a:pt x="929737" y="990537"/>
                </a:lnTo>
                <a:lnTo>
                  <a:pt x="930086" y="990658"/>
                </a:lnTo>
                <a:lnTo>
                  <a:pt x="930427" y="990787"/>
                </a:lnTo>
                <a:lnTo>
                  <a:pt x="930762" y="990924"/>
                </a:lnTo>
                <a:lnTo>
                  <a:pt x="931089" y="991070"/>
                </a:lnTo>
                <a:lnTo>
                  <a:pt x="931409" y="991225"/>
                </a:lnTo>
                <a:lnTo>
                  <a:pt x="931722" y="991387"/>
                </a:lnTo>
                <a:lnTo>
                  <a:pt x="932028" y="991558"/>
                </a:lnTo>
                <a:lnTo>
                  <a:pt x="932326" y="991738"/>
                </a:lnTo>
                <a:lnTo>
                  <a:pt x="932617" y="991926"/>
                </a:lnTo>
                <a:lnTo>
                  <a:pt x="932901" y="992122"/>
                </a:lnTo>
                <a:lnTo>
                  <a:pt x="933191" y="992311"/>
                </a:lnTo>
                <a:lnTo>
                  <a:pt x="933475" y="992505"/>
                </a:lnTo>
                <a:lnTo>
                  <a:pt x="933752" y="992705"/>
                </a:lnTo>
                <a:lnTo>
                  <a:pt x="934022" y="992909"/>
                </a:lnTo>
                <a:lnTo>
                  <a:pt x="934286" y="993118"/>
                </a:lnTo>
                <a:lnTo>
                  <a:pt x="934543" y="993333"/>
                </a:lnTo>
                <a:lnTo>
                  <a:pt x="934793" y="993552"/>
                </a:lnTo>
                <a:lnTo>
                  <a:pt x="935037" y="993777"/>
                </a:lnTo>
                <a:lnTo>
                  <a:pt x="935274" y="994006"/>
                </a:lnTo>
                <a:lnTo>
                  <a:pt x="935504" y="994240"/>
                </a:lnTo>
                <a:lnTo>
                  <a:pt x="935727" y="994480"/>
                </a:lnTo>
                <a:lnTo>
                  <a:pt x="935944" y="994724"/>
                </a:lnTo>
                <a:lnTo>
                  <a:pt x="936155" y="994974"/>
                </a:lnTo>
                <a:lnTo>
                  <a:pt x="936358" y="995228"/>
                </a:lnTo>
                <a:lnTo>
                  <a:pt x="936555" y="995488"/>
                </a:lnTo>
                <a:lnTo>
                  <a:pt x="936745" y="995752"/>
                </a:lnTo>
                <a:lnTo>
                  <a:pt x="936929" y="996022"/>
                </a:lnTo>
                <a:lnTo>
                  <a:pt x="937106" y="996296"/>
                </a:lnTo>
                <a:lnTo>
                  <a:pt x="937276" y="996575"/>
                </a:lnTo>
                <a:lnTo>
                  <a:pt x="937439" y="996860"/>
                </a:lnTo>
                <a:lnTo>
                  <a:pt x="937596" y="997149"/>
                </a:lnTo>
                <a:lnTo>
                  <a:pt x="937746" y="997444"/>
                </a:lnTo>
                <a:lnTo>
                  <a:pt x="937890" y="997743"/>
                </a:lnTo>
                <a:lnTo>
                  <a:pt x="938027" y="998048"/>
                </a:lnTo>
                <a:lnTo>
                  <a:pt x="938170" y="998356"/>
                </a:lnTo>
                <a:lnTo>
                  <a:pt x="938308" y="998666"/>
                </a:lnTo>
                <a:lnTo>
                  <a:pt x="938439" y="998979"/>
                </a:lnTo>
                <a:lnTo>
                  <a:pt x="938565" y="999294"/>
                </a:lnTo>
                <a:lnTo>
                  <a:pt x="938684" y="999611"/>
                </a:lnTo>
                <a:lnTo>
                  <a:pt x="938797" y="999930"/>
                </a:lnTo>
                <a:lnTo>
                  <a:pt x="938904" y="1000251"/>
                </a:lnTo>
                <a:lnTo>
                  <a:pt x="939005" y="1000575"/>
                </a:lnTo>
                <a:lnTo>
                  <a:pt x="939100" y="1000901"/>
                </a:lnTo>
                <a:lnTo>
                  <a:pt x="939189" y="1001229"/>
                </a:lnTo>
                <a:lnTo>
                  <a:pt x="939271" y="1001559"/>
                </a:lnTo>
                <a:lnTo>
                  <a:pt x="939348" y="1001892"/>
                </a:lnTo>
                <a:lnTo>
                  <a:pt x="939418" y="1002227"/>
                </a:lnTo>
                <a:lnTo>
                  <a:pt x="939482" y="1002564"/>
                </a:lnTo>
                <a:lnTo>
                  <a:pt x="939541" y="1002903"/>
                </a:lnTo>
                <a:lnTo>
                  <a:pt x="939593" y="1003244"/>
                </a:lnTo>
                <a:lnTo>
                  <a:pt x="939638" y="1003588"/>
                </a:lnTo>
                <a:lnTo>
                  <a:pt x="939678" y="1003934"/>
                </a:lnTo>
                <a:lnTo>
                  <a:pt x="939712" y="1004282"/>
                </a:lnTo>
                <a:lnTo>
                  <a:pt x="939739" y="1004633"/>
                </a:lnTo>
                <a:lnTo>
                  <a:pt x="939761" y="1004985"/>
                </a:lnTo>
                <a:lnTo>
                  <a:pt x="939776" y="1005340"/>
                </a:lnTo>
                <a:lnTo>
                  <a:pt x="939785" y="1005697"/>
                </a:lnTo>
                <a:lnTo>
                  <a:pt x="939788" y="1006056"/>
                </a:lnTo>
                <a:lnTo>
                  <a:pt x="939788" y="1009420"/>
                </a:lnTo>
                <a:lnTo>
                  <a:pt x="953403" y="1009420"/>
                </a:lnTo>
                <a:lnTo>
                  <a:pt x="953429" y="1009247"/>
                </a:lnTo>
                <a:lnTo>
                  <a:pt x="953454" y="1009077"/>
                </a:lnTo>
                <a:lnTo>
                  <a:pt x="953478" y="1008909"/>
                </a:lnTo>
                <a:lnTo>
                  <a:pt x="953501" y="1008744"/>
                </a:lnTo>
                <a:lnTo>
                  <a:pt x="953522" y="1008580"/>
                </a:lnTo>
                <a:lnTo>
                  <a:pt x="953543" y="1008419"/>
                </a:lnTo>
                <a:lnTo>
                  <a:pt x="953562" y="1008260"/>
                </a:lnTo>
                <a:lnTo>
                  <a:pt x="953581" y="1008103"/>
                </a:lnTo>
                <a:lnTo>
                  <a:pt x="953598" y="1007948"/>
                </a:lnTo>
                <a:lnTo>
                  <a:pt x="953614" y="1007796"/>
                </a:lnTo>
                <a:lnTo>
                  <a:pt x="953629" y="1007646"/>
                </a:lnTo>
                <a:lnTo>
                  <a:pt x="953643" y="1007498"/>
                </a:lnTo>
                <a:lnTo>
                  <a:pt x="953656" y="1007352"/>
                </a:lnTo>
                <a:lnTo>
                  <a:pt x="953667" y="1007209"/>
                </a:lnTo>
                <a:lnTo>
                  <a:pt x="953678" y="1007067"/>
                </a:lnTo>
                <a:lnTo>
                  <a:pt x="953687" y="1006928"/>
                </a:lnTo>
                <a:lnTo>
                  <a:pt x="953696" y="1006791"/>
                </a:lnTo>
                <a:lnTo>
                  <a:pt x="953703" y="1006657"/>
                </a:lnTo>
                <a:lnTo>
                  <a:pt x="953709" y="1006525"/>
                </a:lnTo>
                <a:lnTo>
                  <a:pt x="953714" y="1006394"/>
                </a:lnTo>
                <a:lnTo>
                  <a:pt x="953718" y="1006267"/>
                </a:lnTo>
                <a:lnTo>
                  <a:pt x="953721" y="1006141"/>
                </a:lnTo>
                <a:lnTo>
                  <a:pt x="953723" y="1006017"/>
                </a:lnTo>
                <a:lnTo>
                  <a:pt x="953723" y="1005896"/>
                </a:lnTo>
                <a:lnTo>
                  <a:pt x="953736" y="1005762"/>
                </a:lnTo>
                <a:lnTo>
                  <a:pt x="953749" y="1005628"/>
                </a:lnTo>
                <a:lnTo>
                  <a:pt x="953761" y="1005493"/>
                </a:lnTo>
                <a:lnTo>
                  <a:pt x="953772" y="1005358"/>
                </a:lnTo>
                <a:lnTo>
                  <a:pt x="953783" y="1005222"/>
                </a:lnTo>
                <a:lnTo>
                  <a:pt x="953793" y="1005085"/>
                </a:lnTo>
                <a:lnTo>
                  <a:pt x="953803" y="1004948"/>
                </a:lnTo>
                <a:lnTo>
                  <a:pt x="953812" y="1004811"/>
                </a:lnTo>
                <a:lnTo>
                  <a:pt x="953821" y="1004672"/>
                </a:lnTo>
                <a:lnTo>
                  <a:pt x="953829" y="1004534"/>
                </a:lnTo>
                <a:lnTo>
                  <a:pt x="953836" y="1004394"/>
                </a:lnTo>
                <a:lnTo>
                  <a:pt x="953843" y="1004254"/>
                </a:lnTo>
                <a:lnTo>
                  <a:pt x="953850" y="1004114"/>
                </a:lnTo>
                <a:lnTo>
                  <a:pt x="953855" y="1003973"/>
                </a:lnTo>
                <a:lnTo>
                  <a:pt x="953861" y="1003831"/>
                </a:lnTo>
                <a:lnTo>
                  <a:pt x="953865" y="1003689"/>
                </a:lnTo>
                <a:lnTo>
                  <a:pt x="953870" y="1003547"/>
                </a:lnTo>
                <a:lnTo>
                  <a:pt x="953873" y="1003404"/>
                </a:lnTo>
                <a:lnTo>
                  <a:pt x="953876" y="1003260"/>
                </a:lnTo>
                <a:lnTo>
                  <a:pt x="953879" y="1003115"/>
                </a:lnTo>
                <a:lnTo>
                  <a:pt x="953881" y="1002971"/>
                </a:lnTo>
                <a:lnTo>
                  <a:pt x="953882" y="1002825"/>
                </a:lnTo>
                <a:lnTo>
                  <a:pt x="953883" y="1002679"/>
                </a:lnTo>
                <a:lnTo>
                  <a:pt x="953883" y="1002533"/>
                </a:lnTo>
                <a:lnTo>
                  <a:pt x="953872" y="1001619"/>
                </a:lnTo>
                <a:lnTo>
                  <a:pt x="953838" y="1000718"/>
                </a:lnTo>
                <a:lnTo>
                  <a:pt x="953781" y="999832"/>
                </a:lnTo>
                <a:lnTo>
                  <a:pt x="953701" y="998960"/>
                </a:lnTo>
                <a:lnTo>
                  <a:pt x="953598" y="998102"/>
                </a:lnTo>
                <a:lnTo>
                  <a:pt x="953473" y="997257"/>
                </a:lnTo>
                <a:lnTo>
                  <a:pt x="953325" y="996426"/>
                </a:lnTo>
                <a:lnTo>
                  <a:pt x="953154" y="995610"/>
                </a:lnTo>
                <a:lnTo>
                  <a:pt x="952960" y="994807"/>
                </a:lnTo>
                <a:lnTo>
                  <a:pt x="952743" y="994018"/>
                </a:lnTo>
                <a:lnTo>
                  <a:pt x="952504" y="993243"/>
                </a:lnTo>
                <a:lnTo>
                  <a:pt x="952241" y="992482"/>
                </a:lnTo>
                <a:lnTo>
                  <a:pt x="951956" y="991735"/>
                </a:lnTo>
                <a:lnTo>
                  <a:pt x="951649" y="991002"/>
                </a:lnTo>
                <a:lnTo>
                  <a:pt x="951318" y="990282"/>
                </a:lnTo>
                <a:lnTo>
                  <a:pt x="950965" y="989577"/>
                </a:lnTo>
                <a:lnTo>
                  <a:pt x="950588" y="988885"/>
                </a:lnTo>
                <a:lnTo>
                  <a:pt x="950189" y="988207"/>
                </a:lnTo>
                <a:lnTo>
                  <a:pt x="949767" y="987544"/>
                </a:lnTo>
                <a:lnTo>
                  <a:pt x="949323" y="986894"/>
                </a:lnTo>
                <a:lnTo>
                  <a:pt x="948855" y="986258"/>
                </a:lnTo>
                <a:lnTo>
                  <a:pt x="948365" y="985636"/>
                </a:lnTo>
                <a:lnTo>
                  <a:pt x="947852" y="985028"/>
                </a:lnTo>
                <a:lnTo>
                  <a:pt x="947316" y="984433"/>
                </a:lnTo>
                <a:lnTo>
                  <a:pt x="946773" y="983845"/>
                </a:lnTo>
                <a:lnTo>
                  <a:pt x="946210" y="983282"/>
                </a:lnTo>
                <a:lnTo>
                  <a:pt x="945627" y="982744"/>
                </a:lnTo>
                <a:lnTo>
                  <a:pt x="945025" y="982231"/>
                </a:lnTo>
                <a:lnTo>
                  <a:pt x="944404" y="981743"/>
                </a:lnTo>
                <a:lnTo>
                  <a:pt x="943763" y="981280"/>
                </a:lnTo>
                <a:lnTo>
                  <a:pt x="943102" y="980842"/>
                </a:lnTo>
                <a:lnTo>
                  <a:pt x="942422" y="980429"/>
                </a:lnTo>
                <a:lnTo>
                  <a:pt x="941723" y="980041"/>
                </a:lnTo>
                <a:lnTo>
                  <a:pt x="941004" y="979678"/>
                </a:lnTo>
                <a:lnTo>
                  <a:pt x="940266" y="979341"/>
                </a:lnTo>
                <a:lnTo>
                  <a:pt x="939508" y="979028"/>
                </a:lnTo>
                <a:lnTo>
                  <a:pt x="938731" y="978740"/>
                </a:lnTo>
                <a:lnTo>
                  <a:pt x="937934" y="978477"/>
                </a:lnTo>
                <a:lnTo>
                  <a:pt x="937118" y="978239"/>
                </a:lnTo>
                <a:lnTo>
                  <a:pt x="936282" y="978027"/>
                </a:lnTo>
                <a:lnTo>
                  <a:pt x="935427" y="977839"/>
                </a:lnTo>
                <a:lnTo>
                  <a:pt x="934553" y="977676"/>
                </a:lnTo>
                <a:lnTo>
                  <a:pt x="933659" y="977539"/>
                </a:lnTo>
                <a:lnTo>
                  <a:pt x="932745" y="977426"/>
                </a:lnTo>
                <a:lnTo>
                  <a:pt x="931812" y="977339"/>
                </a:lnTo>
                <a:lnTo>
                  <a:pt x="930860" y="977276"/>
                </a:lnTo>
                <a:lnTo>
                  <a:pt x="929888" y="977238"/>
                </a:lnTo>
                <a:lnTo>
                  <a:pt x="928897" y="977226"/>
                </a:lnTo>
                <a:lnTo>
                  <a:pt x="928246" y="977232"/>
                </a:lnTo>
                <a:lnTo>
                  <a:pt x="927601" y="977251"/>
                </a:lnTo>
                <a:lnTo>
                  <a:pt x="926962" y="977283"/>
                </a:lnTo>
                <a:lnTo>
                  <a:pt x="926330" y="977328"/>
                </a:lnTo>
                <a:lnTo>
                  <a:pt x="925703" y="977386"/>
                </a:lnTo>
                <a:lnTo>
                  <a:pt x="925083" y="977456"/>
                </a:lnTo>
                <a:lnTo>
                  <a:pt x="924469" y="977539"/>
                </a:lnTo>
                <a:lnTo>
                  <a:pt x="923860" y="977635"/>
                </a:lnTo>
                <a:lnTo>
                  <a:pt x="923258" y="977744"/>
                </a:lnTo>
                <a:lnTo>
                  <a:pt x="922663" y="977865"/>
                </a:lnTo>
                <a:lnTo>
                  <a:pt x="922073" y="978000"/>
                </a:lnTo>
                <a:lnTo>
                  <a:pt x="921489" y="978147"/>
                </a:lnTo>
                <a:lnTo>
                  <a:pt x="920912" y="978307"/>
                </a:lnTo>
                <a:lnTo>
                  <a:pt x="920340" y="978479"/>
                </a:lnTo>
                <a:lnTo>
                  <a:pt x="919775" y="978665"/>
                </a:lnTo>
                <a:lnTo>
                  <a:pt x="919216" y="978863"/>
                </a:lnTo>
                <a:lnTo>
                  <a:pt x="918662" y="979074"/>
                </a:lnTo>
                <a:lnTo>
                  <a:pt x="918116" y="979298"/>
                </a:lnTo>
                <a:lnTo>
                  <a:pt x="917575" y="979535"/>
                </a:lnTo>
                <a:lnTo>
                  <a:pt x="917040" y="979784"/>
                </a:lnTo>
                <a:lnTo>
                  <a:pt x="916511" y="980046"/>
                </a:lnTo>
                <a:lnTo>
                  <a:pt x="915989" y="980321"/>
                </a:lnTo>
                <a:lnTo>
                  <a:pt x="915472" y="980609"/>
                </a:lnTo>
                <a:lnTo>
                  <a:pt x="914962" y="980910"/>
                </a:lnTo>
                <a:lnTo>
                  <a:pt x="914474" y="981208"/>
                </a:lnTo>
                <a:lnTo>
                  <a:pt x="913996" y="981517"/>
                </a:lnTo>
                <a:lnTo>
                  <a:pt x="913528" y="981836"/>
                </a:lnTo>
                <a:lnTo>
                  <a:pt x="913071" y="982164"/>
                </a:lnTo>
                <a:lnTo>
                  <a:pt x="912625" y="982503"/>
                </a:lnTo>
                <a:lnTo>
                  <a:pt x="912189" y="982852"/>
                </a:lnTo>
                <a:lnTo>
                  <a:pt x="911764" y="983211"/>
                </a:lnTo>
                <a:lnTo>
                  <a:pt x="911349" y="983579"/>
                </a:lnTo>
                <a:lnTo>
                  <a:pt x="910945" y="983958"/>
                </a:lnTo>
                <a:lnTo>
                  <a:pt x="910552" y="984347"/>
                </a:lnTo>
                <a:lnTo>
                  <a:pt x="910169" y="984745"/>
                </a:lnTo>
                <a:lnTo>
                  <a:pt x="909797" y="985154"/>
                </a:lnTo>
                <a:lnTo>
                  <a:pt x="909435" y="985573"/>
                </a:lnTo>
                <a:lnTo>
                  <a:pt x="909084" y="986002"/>
                </a:lnTo>
                <a:lnTo>
                  <a:pt x="908743" y="986441"/>
                </a:lnTo>
                <a:lnTo>
                  <a:pt x="908413" y="986889"/>
                </a:lnTo>
                <a:lnTo>
                  <a:pt x="908094" y="987348"/>
                </a:lnTo>
                <a:lnTo>
                  <a:pt x="907785" y="987817"/>
                </a:lnTo>
                <a:lnTo>
                  <a:pt x="907486" y="988296"/>
                </a:lnTo>
                <a:lnTo>
                  <a:pt x="907198" y="988785"/>
                </a:lnTo>
                <a:lnTo>
                  <a:pt x="906921" y="989284"/>
                </a:lnTo>
                <a:lnTo>
                  <a:pt x="906655" y="989792"/>
                </a:lnTo>
                <a:lnTo>
                  <a:pt x="906398" y="990311"/>
                </a:lnTo>
                <a:lnTo>
                  <a:pt x="906153" y="990840"/>
                </a:lnTo>
                <a:lnTo>
                  <a:pt x="905352" y="978828"/>
                </a:lnTo>
                <a:lnTo>
                  <a:pt x="871717" y="978828"/>
                </a:lnTo>
                <a:lnTo>
                  <a:pt x="871717" y="991321"/>
                </a:lnTo>
                <a:lnTo>
                  <a:pt x="892378" y="991321"/>
                </a:lnTo>
                <a:lnTo>
                  <a:pt x="892378" y="1048341"/>
                </a:lnTo>
                <a:lnTo>
                  <a:pt x="870916" y="1048341"/>
                </a:lnTo>
                <a:lnTo>
                  <a:pt x="870916" y="1060674"/>
                </a:lnTo>
                <a:lnTo>
                  <a:pt x="892378" y="1060674"/>
                </a:lnTo>
                <a:lnTo>
                  <a:pt x="908075" y="1060674"/>
                </a:lnTo>
                <a:lnTo>
                  <a:pt x="944754" y="1060674"/>
                </a:lnTo>
                <a:lnTo>
                  <a:pt x="944754" y="1048341"/>
                </a:lnTo>
                <a:lnTo>
                  <a:pt x="908075" y="1048341"/>
                </a:lnTo>
                <a:lnTo>
                  <a:pt x="908075" y="1010221"/>
                </a:lnTo>
                <a:lnTo>
                  <a:pt x="908078" y="1009794"/>
                </a:lnTo>
                <a:lnTo>
                  <a:pt x="908087" y="1009370"/>
                </a:lnTo>
                <a:lnTo>
                  <a:pt x="908102" y="1008947"/>
                </a:lnTo>
                <a:lnTo>
                  <a:pt x="908124" y="1008526"/>
                </a:lnTo>
                <a:lnTo>
                  <a:pt x="908151" y="1008106"/>
                </a:lnTo>
                <a:lnTo>
                  <a:pt x="908185" y="1007688"/>
                </a:lnTo>
                <a:close/>
                <a:moveTo>
                  <a:pt x="725658" y="1062035"/>
                </a:moveTo>
                <a:lnTo>
                  <a:pt x="726510" y="1061948"/>
                </a:lnTo>
                <a:lnTo>
                  <a:pt x="727352" y="1061848"/>
                </a:lnTo>
                <a:lnTo>
                  <a:pt x="728183" y="1061735"/>
                </a:lnTo>
                <a:lnTo>
                  <a:pt x="729003" y="1061608"/>
                </a:lnTo>
                <a:lnTo>
                  <a:pt x="729813" y="1061468"/>
                </a:lnTo>
                <a:lnTo>
                  <a:pt x="730613" y="1061315"/>
                </a:lnTo>
                <a:lnTo>
                  <a:pt x="731402" y="1061148"/>
                </a:lnTo>
                <a:lnTo>
                  <a:pt x="732180" y="1060967"/>
                </a:lnTo>
                <a:lnTo>
                  <a:pt x="732948" y="1060774"/>
                </a:lnTo>
                <a:lnTo>
                  <a:pt x="733705" y="1060567"/>
                </a:lnTo>
                <a:lnTo>
                  <a:pt x="734452" y="1060347"/>
                </a:lnTo>
                <a:lnTo>
                  <a:pt x="735188" y="1060113"/>
                </a:lnTo>
                <a:lnTo>
                  <a:pt x="735913" y="1059866"/>
                </a:lnTo>
                <a:lnTo>
                  <a:pt x="736628" y="1059606"/>
                </a:lnTo>
                <a:lnTo>
                  <a:pt x="737332" y="1059332"/>
                </a:lnTo>
                <a:lnTo>
                  <a:pt x="738026" y="1059045"/>
                </a:lnTo>
                <a:lnTo>
                  <a:pt x="738709" y="1058745"/>
                </a:lnTo>
                <a:lnTo>
                  <a:pt x="739382" y="1058432"/>
                </a:lnTo>
                <a:lnTo>
                  <a:pt x="740056" y="1058106"/>
                </a:lnTo>
                <a:lnTo>
                  <a:pt x="740718" y="1057769"/>
                </a:lnTo>
                <a:lnTo>
                  <a:pt x="741367" y="1057420"/>
                </a:lnTo>
                <a:lnTo>
                  <a:pt x="742003" y="1057061"/>
                </a:lnTo>
                <a:lnTo>
                  <a:pt x="742626" y="1056691"/>
                </a:lnTo>
                <a:lnTo>
                  <a:pt x="743236" y="1056309"/>
                </a:lnTo>
                <a:lnTo>
                  <a:pt x="743834" y="1055917"/>
                </a:lnTo>
                <a:lnTo>
                  <a:pt x="744418" y="1055513"/>
                </a:lnTo>
                <a:lnTo>
                  <a:pt x="744990" y="1055098"/>
                </a:lnTo>
                <a:lnTo>
                  <a:pt x="745550" y="1054672"/>
                </a:lnTo>
                <a:lnTo>
                  <a:pt x="746096" y="1054235"/>
                </a:lnTo>
                <a:lnTo>
                  <a:pt x="746630" y="1053787"/>
                </a:lnTo>
                <a:lnTo>
                  <a:pt x="747151" y="1053327"/>
                </a:lnTo>
                <a:lnTo>
                  <a:pt x="747659" y="1052857"/>
                </a:lnTo>
                <a:lnTo>
                  <a:pt x="748154" y="1052375"/>
                </a:lnTo>
                <a:lnTo>
                  <a:pt x="748636" y="1051882"/>
                </a:lnTo>
                <a:lnTo>
                  <a:pt x="749106" y="1051379"/>
                </a:lnTo>
                <a:lnTo>
                  <a:pt x="749563" y="1050864"/>
                </a:lnTo>
                <a:lnTo>
                  <a:pt x="750007" y="1050337"/>
                </a:lnTo>
                <a:lnTo>
                  <a:pt x="750438" y="1049800"/>
                </a:lnTo>
                <a:lnTo>
                  <a:pt x="750857" y="1049252"/>
                </a:lnTo>
                <a:lnTo>
                  <a:pt x="751262" y="1048692"/>
                </a:lnTo>
                <a:lnTo>
                  <a:pt x="751655" y="1048122"/>
                </a:lnTo>
                <a:lnTo>
                  <a:pt x="752035" y="1047540"/>
                </a:lnTo>
                <a:lnTo>
                  <a:pt x="752414" y="1046935"/>
                </a:lnTo>
                <a:lnTo>
                  <a:pt x="752777" y="1046321"/>
                </a:lnTo>
                <a:lnTo>
                  <a:pt x="753124" y="1045698"/>
                </a:lnTo>
                <a:lnTo>
                  <a:pt x="753455" y="1045066"/>
                </a:lnTo>
                <a:lnTo>
                  <a:pt x="753769" y="1044426"/>
                </a:lnTo>
                <a:lnTo>
                  <a:pt x="754068" y="1043776"/>
                </a:lnTo>
                <a:lnTo>
                  <a:pt x="754350" y="1043118"/>
                </a:lnTo>
                <a:lnTo>
                  <a:pt x="754616" y="1042450"/>
                </a:lnTo>
                <a:lnTo>
                  <a:pt x="754866" y="1041774"/>
                </a:lnTo>
                <a:lnTo>
                  <a:pt x="755100" y="1041089"/>
                </a:lnTo>
                <a:lnTo>
                  <a:pt x="755317" y="1040395"/>
                </a:lnTo>
                <a:lnTo>
                  <a:pt x="755519" y="1039692"/>
                </a:lnTo>
                <a:lnTo>
                  <a:pt x="755705" y="1038980"/>
                </a:lnTo>
                <a:lnTo>
                  <a:pt x="755874" y="1038259"/>
                </a:lnTo>
                <a:lnTo>
                  <a:pt x="756027" y="1037530"/>
                </a:lnTo>
                <a:lnTo>
                  <a:pt x="756164" y="1036791"/>
                </a:lnTo>
                <a:lnTo>
                  <a:pt x="756285" y="1036043"/>
                </a:lnTo>
                <a:lnTo>
                  <a:pt x="756390" y="1035287"/>
                </a:lnTo>
                <a:lnTo>
                  <a:pt x="756479" y="1034522"/>
                </a:lnTo>
                <a:lnTo>
                  <a:pt x="756551" y="1033748"/>
                </a:lnTo>
                <a:lnTo>
                  <a:pt x="756608" y="1032965"/>
                </a:lnTo>
                <a:lnTo>
                  <a:pt x="756648" y="1032173"/>
                </a:lnTo>
                <a:lnTo>
                  <a:pt x="756672" y="1031372"/>
                </a:lnTo>
                <a:lnTo>
                  <a:pt x="756680" y="1030562"/>
                </a:lnTo>
                <a:lnTo>
                  <a:pt x="741624" y="1030562"/>
                </a:lnTo>
                <a:lnTo>
                  <a:pt x="741615" y="1031420"/>
                </a:lnTo>
                <a:lnTo>
                  <a:pt x="741587" y="1032259"/>
                </a:lnTo>
                <a:lnTo>
                  <a:pt x="741539" y="1033080"/>
                </a:lnTo>
                <a:lnTo>
                  <a:pt x="741473" y="1033881"/>
                </a:lnTo>
                <a:lnTo>
                  <a:pt x="741388" y="1034664"/>
                </a:lnTo>
                <a:lnTo>
                  <a:pt x="741284" y="1035427"/>
                </a:lnTo>
                <a:lnTo>
                  <a:pt x="741161" y="1036172"/>
                </a:lnTo>
                <a:lnTo>
                  <a:pt x="741019" y="1036898"/>
                </a:lnTo>
                <a:lnTo>
                  <a:pt x="740859" y="1037605"/>
                </a:lnTo>
                <a:lnTo>
                  <a:pt x="740679" y="1038292"/>
                </a:lnTo>
                <a:lnTo>
                  <a:pt x="740480" y="1038962"/>
                </a:lnTo>
                <a:lnTo>
                  <a:pt x="740263" y="1039612"/>
                </a:lnTo>
                <a:lnTo>
                  <a:pt x="740027" y="1040243"/>
                </a:lnTo>
                <a:lnTo>
                  <a:pt x="739771" y="1040855"/>
                </a:lnTo>
                <a:lnTo>
                  <a:pt x="739497" y="1041449"/>
                </a:lnTo>
                <a:lnTo>
                  <a:pt x="739204" y="1042023"/>
                </a:lnTo>
                <a:lnTo>
                  <a:pt x="738892" y="1042579"/>
                </a:lnTo>
                <a:lnTo>
                  <a:pt x="738561" y="1043115"/>
                </a:lnTo>
                <a:lnTo>
                  <a:pt x="738211" y="1043633"/>
                </a:lnTo>
                <a:lnTo>
                  <a:pt x="737843" y="1044132"/>
                </a:lnTo>
                <a:lnTo>
                  <a:pt x="737455" y="1044612"/>
                </a:lnTo>
                <a:lnTo>
                  <a:pt x="737048" y="1045073"/>
                </a:lnTo>
                <a:lnTo>
                  <a:pt x="736623" y="1045515"/>
                </a:lnTo>
                <a:lnTo>
                  <a:pt x="736179" y="1045938"/>
                </a:lnTo>
                <a:lnTo>
                  <a:pt x="735730" y="1046343"/>
                </a:lnTo>
                <a:lnTo>
                  <a:pt x="735263" y="1046731"/>
                </a:lnTo>
                <a:lnTo>
                  <a:pt x="734780" y="1047102"/>
                </a:lnTo>
                <a:lnTo>
                  <a:pt x="734279" y="1047455"/>
                </a:lnTo>
                <a:lnTo>
                  <a:pt x="733761" y="1047792"/>
                </a:lnTo>
                <a:lnTo>
                  <a:pt x="733226" y="1048111"/>
                </a:lnTo>
                <a:lnTo>
                  <a:pt x="732673" y="1048412"/>
                </a:lnTo>
                <a:lnTo>
                  <a:pt x="732103" y="1048697"/>
                </a:lnTo>
                <a:lnTo>
                  <a:pt x="731516" y="1048964"/>
                </a:lnTo>
                <a:lnTo>
                  <a:pt x="730912" y="1049214"/>
                </a:lnTo>
                <a:lnTo>
                  <a:pt x="730291" y="1049447"/>
                </a:lnTo>
                <a:lnTo>
                  <a:pt x="729652" y="1049662"/>
                </a:lnTo>
                <a:lnTo>
                  <a:pt x="728996" y="1049860"/>
                </a:lnTo>
                <a:lnTo>
                  <a:pt x="728323" y="1050041"/>
                </a:lnTo>
                <a:lnTo>
                  <a:pt x="727632" y="1050205"/>
                </a:lnTo>
                <a:lnTo>
                  <a:pt x="726924" y="1050352"/>
                </a:lnTo>
                <a:lnTo>
                  <a:pt x="726200" y="1050481"/>
                </a:lnTo>
                <a:lnTo>
                  <a:pt x="725457" y="1050593"/>
                </a:lnTo>
                <a:lnTo>
                  <a:pt x="724698" y="1050688"/>
                </a:lnTo>
                <a:lnTo>
                  <a:pt x="723921" y="1050766"/>
                </a:lnTo>
                <a:lnTo>
                  <a:pt x="723127" y="1050826"/>
                </a:lnTo>
                <a:lnTo>
                  <a:pt x="722316" y="1050869"/>
                </a:lnTo>
                <a:lnTo>
                  <a:pt x="721488" y="1050895"/>
                </a:lnTo>
                <a:lnTo>
                  <a:pt x="720642" y="1050904"/>
                </a:lnTo>
                <a:lnTo>
                  <a:pt x="719874" y="1050892"/>
                </a:lnTo>
                <a:lnTo>
                  <a:pt x="719116" y="1050858"/>
                </a:lnTo>
                <a:lnTo>
                  <a:pt x="718370" y="1050801"/>
                </a:lnTo>
                <a:lnTo>
                  <a:pt x="717635" y="1050721"/>
                </a:lnTo>
                <a:lnTo>
                  <a:pt x="716911" y="1050618"/>
                </a:lnTo>
                <a:lnTo>
                  <a:pt x="716198" y="1050493"/>
                </a:lnTo>
                <a:lnTo>
                  <a:pt x="715496" y="1050345"/>
                </a:lnTo>
                <a:lnTo>
                  <a:pt x="714805" y="1050174"/>
                </a:lnTo>
                <a:lnTo>
                  <a:pt x="714125" y="1049980"/>
                </a:lnTo>
                <a:lnTo>
                  <a:pt x="713457" y="1049763"/>
                </a:lnTo>
                <a:lnTo>
                  <a:pt x="712800" y="1049524"/>
                </a:lnTo>
                <a:lnTo>
                  <a:pt x="712153" y="1049262"/>
                </a:lnTo>
                <a:lnTo>
                  <a:pt x="711518" y="1048977"/>
                </a:lnTo>
                <a:lnTo>
                  <a:pt x="710894" y="1048669"/>
                </a:lnTo>
                <a:lnTo>
                  <a:pt x="710281" y="1048338"/>
                </a:lnTo>
                <a:lnTo>
                  <a:pt x="709680" y="1047985"/>
                </a:lnTo>
                <a:lnTo>
                  <a:pt x="709089" y="1047609"/>
                </a:lnTo>
                <a:lnTo>
                  <a:pt x="708510" y="1047210"/>
                </a:lnTo>
                <a:lnTo>
                  <a:pt x="707941" y="1046788"/>
                </a:lnTo>
                <a:lnTo>
                  <a:pt x="707384" y="1046343"/>
                </a:lnTo>
                <a:lnTo>
                  <a:pt x="706838" y="1045876"/>
                </a:lnTo>
                <a:lnTo>
                  <a:pt x="706303" y="1045386"/>
                </a:lnTo>
                <a:lnTo>
                  <a:pt x="705779" y="1044872"/>
                </a:lnTo>
                <a:lnTo>
                  <a:pt x="705266" y="1044337"/>
                </a:lnTo>
                <a:lnTo>
                  <a:pt x="704769" y="1043779"/>
                </a:lnTo>
                <a:lnTo>
                  <a:pt x="704294" y="1043200"/>
                </a:lnTo>
                <a:lnTo>
                  <a:pt x="703840" y="1042600"/>
                </a:lnTo>
                <a:lnTo>
                  <a:pt x="703406" y="1041979"/>
                </a:lnTo>
                <a:lnTo>
                  <a:pt x="702994" y="1041336"/>
                </a:lnTo>
                <a:lnTo>
                  <a:pt x="702603" y="1040673"/>
                </a:lnTo>
                <a:lnTo>
                  <a:pt x="702233" y="1039988"/>
                </a:lnTo>
                <a:lnTo>
                  <a:pt x="701885" y="1039282"/>
                </a:lnTo>
                <a:lnTo>
                  <a:pt x="701557" y="1038556"/>
                </a:lnTo>
                <a:lnTo>
                  <a:pt x="701251" y="1037808"/>
                </a:lnTo>
                <a:lnTo>
                  <a:pt x="700965" y="1037038"/>
                </a:lnTo>
                <a:lnTo>
                  <a:pt x="700701" y="1036248"/>
                </a:lnTo>
                <a:lnTo>
                  <a:pt x="700458" y="1035437"/>
                </a:lnTo>
                <a:lnTo>
                  <a:pt x="700236" y="1034604"/>
                </a:lnTo>
                <a:lnTo>
                  <a:pt x="700036" y="1033750"/>
                </a:lnTo>
                <a:lnTo>
                  <a:pt x="699856" y="1032876"/>
                </a:lnTo>
                <a:lnTo>
                  <a:pt x="699697" y="1031980"/>
                </a:lnTo>
                <a:lnTo>
                  <a:pt x="699560" y="1031063"/>
                </a:lnTo>
                <a:lnTo>
                  <a:pt x="699444" y="1030124"/>
                </a:lnTo>
                <a:lnTo>
                  <a:pt x="699349" y="1029165"/>
                </a:lnTo>
                <a:lnTo>
                  <a:pt x="699275" y="1028185"/>
                </a:lnTo>
                <a:lnTo>
                  <a:pt x="699222" y="1027183"/>
                </a:lnTo>
                <a:lnTo>
                  <a:pt x="699190" y="1026160"/>
                </a:lnTo>
                <a:lnTo>
                  <a:pt x="699180" y="1025116"/>
                </a:lnTo>
                <a:lnTo>
                  <a:pt x="699180" y="1022393"/>
                </a:lnTo>
                <a:lnTo>
                  <a:pt x="756680" y="1022393"/>
                </a:lnTo>
                <a:lnTo>
                  <a:pt x="756680" y="1011502"/>
                </a:lnTo>
                <a:lnTo>
                  <a:pt x="756673" y="1010678"/>
                </a:lnTo>
                <a:lnTo>
                  <a:pt x="756649" y="1009863"/>
                </a:lnTo>
                <a:lnTo>
                  <a:pt x="756610" y="1009054"/>
                </a:lnTo>
                <a:lnTo>
                  <a:pt x="756556" y="1008254"/>
                </a:lnTo>
                <a:lnTo>
                  <a:pt x="756486" y="1007462"/>
                </a:lnTo>
                <a:lnTo>
                  <a:pt x="756400" y="1006677"/>
                </a:lnTo>
                <a:lnTo>
                  <a:pt x="756299" y="1005900"/>
                </a:lnTo>
                <a:lnTo>
                  <a:pt x="756182" y="1005131"/>
                </a:lnTo>
                <a:lnTo>
                  <a:pt x="756050" y="1004370"/>
                </a:lnTo>
                <a:lnTo>
                  <a:pt x="755902" y="1003616"/>
                </a:lnTo>
                <a:lnTo>
                  <a:pt x="755738" y="1002870"/>
                </a:lnTo>
                <a:lnTo>
                  <a:pt x="755559" y="1002132"/>
                </a:lnTo>
                <a:lnTo>
                  <a:pt x="755364" y="1001402"/>
                </a:lnTo>
                <a:lnTo>
                  <a:pt x="755154" y="1000680"/>
                </a:lnTo>
                <a:lnTo>
                  <a:pt x="754928" y="999965"/>
                </a:lnTo>
                <a:lnTo>
                  <a:pt x="754687" y="999258"/>
                </a:lnTo>
                <a:lnTo>
                  <a:pt x="754430" y="998559"/>
                </a:lnTo>
                <a:lnTo>
                  <a:pt x="754158" y="997868"/>
                </a:lnTo>
                <a:lnTo>
                  <a:pt x="753870" y="997184"/>
                </a:lnTo>
                <a:lnTo>
                  <a:pt x="753566" y="996508"/>
                </a:lnTo>
                <a:lnTo>
                  <a:pt x="753247" y="995841"/>
                </a:lnTo>
                <a:lnTo>
                  <a:pt x="752912" y="995180"/>
                </a:lnTo>
                <a:lnTo>
                  <a:pt x="752562" y="994528"/>
                </a:lnTo>
                <a:lnTo>
                  <a:pt x="752196" y="993883"/>
                </a:lnTo>
                <a:lnTo>
                  <a:pt x="751829" y="993248"/>
                </a:lnTo>
                <a:lnTo>
                  <a:pt x="751449" y="992624"/>
                </a:lnTo>
                <a:lnTo>
                  <a:pt x="751057" y="992011"/>
                </a:lnTo>
                <a:lnTo>
                  <a:pt x="750652" y="991410"/>
                </a:lnTo>
                <a:lnTo>
                  <a:pt x="750234" y="990819"/>
                </a:lnTo>
                <a:lnTo>
                  <a:pt x="749803" y="990240"/>
                </a:lnTo>
                <a:lnTo>
                  <a:pt x="749360" y="989671"/>
                </a:lnTo>
                <a:lnTo>
                  <a:pt x="748903" y="989114"/>
                </a:lnTo>
                <a:lnTo>
                  <a:pt x="748434" y="988568"/>
                </a:lnTo>
                <a:lnTo>
                  <a:pt x="747952" y="988033"/>
                </a:lnTo>
                <a:lnTo>
                  <a:pt x="747458" y="987509"/>
                </a:lnTo>
                <a:lnTo>
                  <a:pt x="746950" y="986996"/>
                </a:lnTo>
                <a:lnTo>
                  <a:pt x="746430" y="986495"/>
                </a:lnTo>
                <a:lnTo>
                  <a:pt x="745897" y="986004"/>
                </a:lnTo>
                <a:lnTo>
                  <a:pt x="745351" y="985525"/>
                </a:lnTo>
                <a:lnTo>
                  <a:pt x="744792" y="985056"/>
                </a:lnTo>
                <a:lnTo>
                  <a:pt x="744221" y="984599"/>
                </a:lnTo>
                <a:lnTo>
                  <a:pt x="743637" y="984153"/>
                </a:lnTo>
                <a:lnTo>
                  <a:pt x="743040" y="983718"/>
                </a:lnTo>
                <a:lnTo>
                  <a:pt x="742430" y="983295"/>
                </a:lnTo>
                <a:lnTo>
                  <a:pt x="741807" y="982882"/>
                </a:lnTo>
                <a:lnTo>
                  <a:pt x="741172" y="982480"/>
                </a:lnTo>
                <a:lnTo>
                  <a:pt x="740524" y="982090"/>
                </a:lnTo>
                <a:lnTo>
                  <a:pt x="739863" y="981711"/>
                </a:lnTo>
                <a:lnTo>
                  <a:pt x="739203" y="981345"/>
                </a:lnTo>
                <a:lnTo>
                  <a:pt x="738532" y="980994"/>
                </a:lnTo>
                <a:lnTo>
                  <a:pt x="737850" y="980660"/>
                </a:lnTo>
                <a:lnTo>
                  <a:pt x="737157" y="980340"/>
                </a:lnTo>
                <a:lnTo>
                  <a:pt x="736453" y="980037"/>
                </a:lnTo>
                <a:lnTo>
                  <a:pt x="735738" y="979749"/>
                </a:lnTo>
                <a:lnTo>
                  <a:pt x="735012" y="979476"/>
                </a:lnTo>
                <a:lnTo>
                  <a:pt x="734274" y="979219"/>
                </a:lnTo>
                <a:lnTo>
                  <a:pt x="733526" y="978978"/>
                </a:lnTo>
                <a:lnTo>
                  <a:pt x="732766" y="978752"/>
                </a:lnTo>
                <a:lnTo>
                  <a:pt x="731995" y="978542"/>
                </a:lnTo>
                <a:lnTo>
                  <a:pt x="731213" y="978347"/>
                </a:lnTo>
                <a:lnTo>
                  <a:pt x="730420" y="978168"/>
                </a:lnTo>
                <a:lnTo>
                  <a:pt x="729616" y="978005"/>
                </a:lnTo>
                <a:lnTo>
                  <a:pt x="728801" y="977857"/>
                </a:lnTo>
                <a:lnTo>
                  <a:pt x="727974" y="977724"/>
                </a:lnTo>
                <a:lnTo>
                  <a:pt x="727137" y="977607"/>
                </a:lnTo>
                <a:lnTo>
                  <a:pt x="726288" y="977506"/>
                </a:lnTo>
                <a:lnTo>
                  <a:pt x="725428" y="977421"/>
                </a:lnTo>
                <a:lnTo>
                  <a:pt x="724558" y="977350"/>
                </a:lnTo>
                <a:lnTo>
                  <a:pt x="723675" y="977296"/>
                </a:lnTo>
                <a:lnTo>
                  <a:pt x="722782" y="977257"/>
                </a:lnTo>
                <a:lnTo>
                  <a:pt x="721878" y="977234"/>
                </a:lnTo>
                <a:lnTo>
                  <a:pt x="720963" y="977226"/>
                </a:lnTo>
                <a:lnTo>
                  <a:pt x="719980" y="977235"/>
                </a:lnTo>
                <a:lnTo>
                  <a:pt x="719009" y="977261"/>
                </a:lnTo>
                <a:lnTo>
                  <a:pt x="718050" y="977306"/>
                </a:lnTo>
                <a:lnTo>
                  <a:pt x="717101" y="977368"/>
                </a:lnTo>
                <a:lnTo>
                  <a:pt x="716163" y="977448"/>
                </a:lnTo>
                <a:lnTo>
                  <a:pt x="715237" y="977546"/>
                </a:lnTo>
                <a:lnTo>
                  <a:pt x="714321" y="977662"/>
                </a:lnTo>
                <a:lnTo>
                  <a:pt x="713417" y="977795"/>
                </a:lnTo>
                <a:lnTo>
                  <a:pt x="712524" y="977947"/>
                </a:lnTo>
                <a:lnTo>
                  <a:pt x="711642" y="978116"/>
                </a:lnTo>
                <a:lnTo>
                  <a:pt x="710771" y="978303"/>
                </a:lnTo>
                <a:lnTo>
                  <a:pt x="709911" y="978507"/>
                </a:lnTo>
                <a:lnTo>
                  <a:pt x="709062" y="978730"/>
                </a:lnTo>
                <a:lnTo>
                  <a:pt x="708225" y="978970"/>
                </a:lnTo>
                <a:lnTo>
                  <a:pt x="707398" y="979228"/>
                </a:lnTo>
                <a:lnTo>
                  <a:pt x="706583" y="979504"/>
                </a:lnTo>
                <a:lnTo>
                  <a:pt x="705779" y="979797"/>
                </a:lnTo>
                <a:lnTo>
                  <a:pt x="704986" y="980109"/>
                </a:lnTo>
                <a:lnTo>
                  <a:pt x="704204" y="980438"/>
                </a:lnTo>
                <a:lnTo>
                  <a:pt x="703433" y="980785"/>
                </a:lnTo>
                <a:lnTo>
                  <a:pt x="702673" y="981150"/>
                </a:lnTo>
                <a:lnTo>
                  <a:pt x="701925" y="981533"/>
                </a:lnTo>
                <a:lnTo>
                  <a:pt x="701187" y="981933"/>
                </a:lnTo>
                <a:lnTo>
                  <a:pt x="700461" y="982351"/>
                </a:lnTo>
                <a:lnTo>
                  <a:pt x="699747" y="982772"/>
                </a:lnTo>
                <a:lnTo>
                  <a:pt x="699047" y="983208"/>
                </a:lnTo>
                <a:lnTo>
                  <a:pt x="698361" y="983658"/>
                </a:lnTo>
                <a:lnTo>
                  <a:pt x="697689" y="984122"/>
                </a:lnTo>
                <a:lnTo>
                  <a:pt x="697031" y="984601"/>
                </a:lnTo>
                <a:lnTo>
                  <a:pt x="696387" y="985094"/>
                </a:lnTo>
                <a:lnTo>
                  <a:pt x="695756" y="985602"/>
                </a:lnTo>
                <a:lnTo>
                  <a:pt x="695140" y="986124"/>
                </a:lnTo>
                <a:lnTo>
                  <a:pt x="694537" y="986661"/>
                </a:lnTo>
                <a:lnTo>
                  <a:pt x="693949" y="987212"/>
                </a:lnTo>
                <a:lnTo>
                  <a:pt x="693374" y="987778"/>
                </a:lnTo>
                <a:lnTo>
                  <a:pt x="692813" y="988358"/>
                </a:lnTo>
                <a:lnTo>
                  <a:pt x="692266" y="988952"/>
                </a:lnTo>
                <a:lnTo>
                  <a:pt x="691733" y="989561"/>
                </a:lnTo>
                <a:lnTo>
                  <a:pt x="691214" y="990185"/>
                </a:lnTo>
                <a:lnTo>
                  <a:pt x="690709" y="990822"/>
                </a:lnTo>
                <a:lnTo>
                  <a:pt x="690217" y="991475"/>
                </a:lnTo>
                <a:lnTo>
                  <a:pt x="689740" y="992142"/>
                </a:lnTo>
                <a:lnTo>
                  <a:pt x="689276" y="992823"/>
                </a:lnTo>
                <a:lnTo>
                  <a:pt x="688827" y="993519"/>
                </a:lnTo>
                <a:lnTo>
                  <a:pt x="688391" y="994229"/>
                </a:lnTo>
                <a:lnTo>
                  <a:pt x="687969" y="994953"/>
                </a:lnTo>
                <a:lnTo>
                  <a:pt x="687561" y="995693"/>
                </a:lnTo>
                <a:lnTo>
                  <a:pt x="687167" y="996446"/>
                </a:lnTo>
                <a:lnTo>
                  <a:pt x="686788" y="997213"/>
                </a:lnTo>
                <a:lnTo>
                  <a:pt x="686425" y="997991"/>
                </a:lnTo>
                <a:lnTo>
                  <a:pt x="686078" y="998781"/>
                </a:lnTo>
                <a:lnTo>
                  <a:pt x="685748" y="999583"/>
                </a:lnTo>
                <a:lnTo>
                  <a:pt x="685433" y="1000396"/>
                </a:lnTo>
                <a:lnTo>
                  <a:pt x="685135" y="1001221"/>
                </a:lnTo>
                <a:lnTo>
                  <a:pt x="684853" y="1002058"/>
                </a:lnTo>
                <a:lnTo>
                  <a:pt x="684587" y="1002906"/>
                </a:lnTo>
                <a:lnTo>
                  <a:pt x="684337" y="1003766"/>
                </a:lnTo>
                <a:lnTo>
                  <a:pt x="684103" y="1004638"/>
                </a:lnTo>
                <a:lnTo>
                  <a:pt x="683885" y="1005522"/>
                </a:lnTo>
                <a:lnTo>
                  <a:pt x="683683" y="1006417"/>
                </a:lnTo>
                <a:lnTo>
                  <a:pt x="683498" y="1007323"/>
                </a:lnTo>
                <a:lnTo>
                  <a:pt x="683329" y="1008242"/>
                </a:lnTo>
                <a:lnTo>
                  <a:pt x="683175" y="1009172"/>
                </a:lnTo>
                <a:lnTo>
                  <a:pt x="683038" y="1010114"/>
                </a:lnTo>
                <a:lnTo>
                  <a:pt x="682917" y="1011067"/>
                </a:lnTo>
                <a:lnTo>
                  <a:pt x="682812" y="1012033"/>
                </a:lnTo>
                <a:lnTo>
                  <a:pt x="682724" y="1013009"/>
                </a:lnTo>
                <a:lnTo>
                  <a:pt x="682651" y="1013998"/>
                </a:lnTo>
                <a:lnTo>
                  <a:pt x="682595" y="1014998"/>
                </a:lnTo>
                <a:lnTo>
                  <a:pt x="682554" y="1016010"/>
                </a:lnTo>
                <a:lnTo>
                  <a:pt x="682530" y="1017034"/>
                </a:lnTo>
                <a:lnTo>
                  <a:pt x="682522" y="1018069"/>
                </a:lnTo>
                <a:lnTo>
                  <a:pt x="682522" y="1021432"/>
                </a:lnTo>
                <a:lnTo>
                  <a:pt x="682529" y="1022429"/>
                </a:lnTo>
                <a:lnTo>
                  <a:pt x="682550" y="1023416"/>
                </a:lnTo>
                <a:lnTo>
                  <a:pt x="682585" y="1024393"/>
                </a:lnTo>
                <a:lnTo>
                  <a:pt x="682633" y="1025361"/>
                </a:lnTo>
                <a:lnTo>
                  <a:pt x="682696" y="1026320"/>
                </a:lnTo>
                <a:lnTo>
                  <a:pt x="682772" y="1027269"/>
                </a:lnTo>
                <a:lnTo>
                  <a:pt x="682863" y="1028208"/>
                </a:lnTo>
                <a:lnTo>
                  <a:pt x="682967" y="1029138"/>
                </a:lnTo>
                <a:lnTo>
                  <a:pt x="683085" y="1030059"/>
                </a:lnTo>
                <a:lnTo>
                  <a:pt x="683217" y="1030970"/>
                </a:lnTo>
                <a:lnTo>
                  <a:pt x="683363" y="1031872"/>
                </a:lnTo>
                <a:lnTo>
                  <a:pt x="683523" y="1032764"/>
                </a:lnTo>
                <a:lnTo>
                  <a:pt x="683697" y="1033647"/>
                </a:lnTo>
                <a:lnTo>
                  <a:pt x="683885" y="1034521"/>
                </a:lnTo>
                <a:lnTo>
                  <a:pt x="684086" y="1035385"/>
                </a:lnTo>
                <a:lnTo>
                  <a:pt x="684302" y="1036239"/>
                </a:lnTo>
                <a:lnTo>
                  <a:pt x="684531" y="1037084"/>
                </a:lnTo>
                <a:lnTo>
                  <a:pt x="684774" y="1037920"/>
                </a:lnTo>
                <a:lnTo>
                  <a:pt x="685032" y="1038746"/>
                </a:lnTo>
                <a:lnTo>
                  <a:pt x="685303" y="1039563"/>
                </a:lnTo>
                <a:lnTo>
                  <a:pt x="685588" y="1040370"/>
                </a:lnTo>
                <a:lnTo>
                  <a:pt x="685887" y="1041168"/>
                </a:lnTo>
                <a:lnTo>
                  <a:pt x="686200" y="1041956"/>
                </a:lnTo>
                <a:lnTo>
                  <a:pt x="686526" y="1042735"/>
                </a:lnTo>
                <a:lnTo>
                  <a:pt x="686881" y="1043502"/>
                </a:lnTo>
                <a:lnTo>
                  <a:pt x="687249" y="1044254"/>
                </a:lnTo>
                <a:lnTo>
                  <a:pt x="687632" y="1044992"/>
                </a:lnTo>
                <a:lnTo>
                  <a:pt x="688030" y="1045716"/>
                </a:lnTo>
                <a:lnTo>
                  <a:pt x="688442" y="1046425"/>
                </a:lnTo>
                <a:lnTo>
                  <a:pt x="688869" y="1047120"/>
                </a:lnTo>
                <a:lnTo>
                  <a:pt x="689310" y="1047800"/>
                </a:lnTo>
                <a:lnTo>
                  <a:pt x="689765" y="1048465"/>
                </a:lnTo>
                <a:lnTo>
                  <a:pt x="690235" y="1049117"/>
                </a:lnTo>
                <a:lnTo>
                  <a:pt x="690720" y="1049753"/>
                </a:lnTo>
                <a:lnTo>
                  <a:pt x="691218" y="1050376"/>
                </a:lnTo>
                <a:lnTo>
                  <a:pt x="691732" y="1050984"/>
                </a:lnTo>
                <a:lnTo>
                  <a:pt x="692260" y="1051577"/>
                </a:lnTo>
                <a:lnTo>
                  <a:pt x="692802" y="1052156"/>
                </a:lnTo>
                <a:lnTo>
                  <a:pt x="693359" y="1052720"/>
                </a:lnTo>
                <a:lnTo>
                  <a:pt x="693930" y="1053271"/>
                </a:lnTo>
                <a:lnTo>
                  <a:pt x="694515" y="1053806"/>
                </a:lnTo>
                <a:lnTo>
                  <a:pt x="695115" y="1054327"/>
                </a:lnTo>
                <a:lnTo>
                  <a:pt x="695730" y="1054834"/>
                </a:lnTo>
                <a:lnTo>
                  <a:pt x="696359" y="1055326"/>
                </a:lnTo>
                <a:lnTo>
                  <a:pt x="697002" y="1055804"/>
                </a:lnTo>
                <a:lnTo>
                  <a:pt x="697660" y="1056267"/>
                </a:lnTo>
                <a:lnTo>
                  <a:pt x="698333" y="1056716"/>
                </a:lnTo>
                <a:lnTo>
                  <a:pt x="699019" y="1057150"/>
                </a:lnTo>
                <a:lnTo>
                  <a:pt x="699734" y="1057568"/>
                </a:lnTo>
                <a:lnTo>
                  <a:pt x="700464" y="1057969"/>
                </a:lnTo>
                <a:lnTo>
                  <a:pt x="701209" y="1058351"/>
                </a:lnTo>
                <a:lnTo>
                  <a:pt x="701969" y="1058716"/>
                </a:lnTo>
                <a:lnTo>
                  <a:pt x="702744" y="1059063"/>
                </a:lnTo>
                <a:lnTo>
                  <a:pt x="703534" y="1059392"/>
                </a:lnTo>
                <a:lnTo>
                  <a:pt x="704339" y="1059704"/>
                </a:lnTo>
                <a:lnTo>
                  <a:pt x="705159" y="1059998"/>
                </a:lnTo>
                <a:lnTo>
                  <a:pt x="705994" y="1060273"/>
                </a:lnTo>
                <a:lnTo>
                  <a:pt x="706844" y="1060531"/>
                </a:lnTo>
                <a:lnTo>
                  <a:pt x="707709" y="1060772"/>
                </a:lnTo>
                <a:lnTo>
                  <a:pt x="708590" y="1060994"/>
                </a:lnTo>
                <a:lnTo>
                  <a:pt x="709485" y="1061199"/>
                </a:lnTo>
                <a:lnTo>
                  <a:pt x="710395" y="1061386"/>
                </a:lnTo>
                <a:lnTo>
                  <a:pt x="711320" y="1061555"/>
                </a:lnTo>
                <a:lnTo>
                  <a:pt x="712260" y="1061706"/>
                </a:lnTo>
                <a:lnTo>
                  <a:pt x="713215" y="1061839"/>
                </a:lnTo>
                <a:lnTo>
                  <a:pt x="714185" y="1061955"/>
                </a:lnTo>
                <a:lnTo>
                  <a:pt x="715171" y="1062053"/>
                </a:lnTo>
                <a:lnTo>
                  <a:pt x="716171" y="1062133"/>
                </a:lnTo>
                <a:lnTo>
                  <a:pt x="717186" y="1062195"/>
                </a:lnTo>
                <a:lnTo>
                  <a:pt x="718216" y="1062240"/>
                </a:lnTo>
                <a:lnTo>
                  <a:pt x="719262" y="1062267"/>
                </a:lnTo>
                <a:lnTo>
                  <a:pt x="720322" y="1062276"/>
                </a:lnTo>
                <a:lnTo>
                  <a:pt x="721238" y="1062269"/>
                </a:lnTo>
                <a:lnTo>
                  <a:pt x="722143" y="1062249"/>
                </a:lnTo>
                <a:lnTo>
                  <a:pt x="723037" y="1062215"/>
                </a:lnTo>
                <a:lnTo>
                  <a:pt x="723921" y="1062169"/>
                </a:lnTo>
                <a:lnTo>
                  <a:pt x="724795" y="1062109"/>
                </a:lnTo>
                <a:lnTo>
                  <a:pt x="725658" y="1062035"/>
                </a:lnTo>
                <a:close/>
                <a:moveTo>
                  <a:pt x="699444" y="1008927"/>
                </a:moveTo>
                <a:lnTo>
                  <a:pt x="699490" y="1008479"/>
                </a:lnTo>
                <a:lnTo>
                  <a:pt x="699544" y="1008032"/>
                </a:lnTo>
                <a:lnTo>
                  <a:pt x="699607" y="1007587"/>
                </a:lnTo>
                <a:lnTo>
                  <a:pt x="699678" y="1007142"/>
                </a:lnTo>
                <a:lnTo>
                  <a:pt x="699757" y="1006699"/>
                </a:lnTo>
                <a:lnTo>
                  <a:pt x="699845" y="1006257"/>
                </a:lnTo>
                <a:lnTo>
                  <a:pt x="699940" y="1005816"/>
                </a:lnTo>
                <a:lnTo>
                  <a:pt x="700045" y="1005376"/>
                </a:lnTo>
                <a:lnTo>
                  <a:pt x="700157" y="1004937"/>
                </a:lnTo>
                <a:lnTo>
                  <a:pt x="700278" y="1004500"/>
                </a:lnTo>
                <a:lnTo>
                  <a:pt x="700408" y="1004063"/>
                </a:lnTo>
                <a:lnTo>
                  <a:pt x="700545" y="1003628"/>
                </a:lnTo>
                <a:lnTo>
                  <a:pt x="700691" y="1003193"/>
                </a:lnTo>
                <a:lnTo>
                  <a:pt x="700846" y="1002760"/>
                </a:lnTo>
                <a:lnTo>
                  <a:pt x="701008" y="1002328"/>
                </a:lnTo>
                <a:lnTo>
                  <a:pt x="701179" y="1001897"/>
                </a:lnTo>
                <a:lnTo>
                  <a:pt x="701359" y="1001467"/>
                </a:lnTo>
                <a:lnTo>
                  <a:pt x="701546" y="1001038"/>
                </a:lnTo>
                <a:lnTo>
                  <a:pt x="701742" y="1000611"/>
                </a:lnTo>
                <a:lnTo>
                  <a:pt x="701960" y="1000173"/>
                </a:lnTo>
                <a:lnTo>
                  <a:pt x="702184" y="999743"/>
                </a:lnTo>
                <a:lnTo>
                  <a:pt x="702416" y="999319"/>
                </a:lnTo>
                <a:lnTo>
                  <a:pt x="702654" y="998902"/>
                </a:lnTo>
                <a:lnTo>
                  <a:pt x="702901" y="998492"/>
                </a:lnTo>
                <a:lnTo>
                  <a:pt x="703154" y="998088"/>
                </a:lnTo>
                <a:lnTo>
                  <a:pt x="703414" y="997691"/>
                </a:lnTo>
                <a:lnTo>
                  <a:pt x="703682" y="997300"/>
                </a:lnTo>
                <a:lnTo>
                  <a:pt x="703957" y="996917"/>
                </a:lnTo>
                <a:lnTo>
                  <a:pt x="704239" y="996540"/>
                </a:lnTo>
                <a:lnTo>
                  <a:pt x="704529" y="996169"/>
                </a:lnTo>
                <a:lnTo>
                  <a:pt x="704826" y="995805"/>
                </a:lnTo>
                <a:lnTo>
                  <a:pt x="705130" y="995448"/>
                </a:lnTo>
                <a:lnTo>
                  <a:pt x="705441" y="995098"/>
                </a:lnTo>
                <a:lnTo>
                  <a:pt x="705759" y="994754"/>
                </a:lnTo>
                <a:lnTo>
                  <a:pt x="706085" y="994417"/>
                </a:lnTo>
                <a:lnTo>
                  <a:pt x="706418" y="994087"/>
                </a:lnTo>
                <a:lnTo>
                  <a:pt x="706758" y="993763"/>
                </a:lnTo>
                <a:lnTo>
                  <a:pt x="707105" y="993446"/>
                </a:lnTo>
                <a:lnTo>
                  <a:pt x="707460" y="993136"/>
                </a:lnTo>
                <a:lnTo>
                  <a:pt x="707821" y="992832"/>
                </a:lnTo>
                <a:lnTo>
                  <a:pt x="708190" y="992535"/>
                </a:lnTo>
                <a:lnTo>
                  <a:pt x="708567" y="992245"/>
                </a:lnTo>
                <a:lnTo>
                  <a:pt x="708950" y="991961"/>
                </a:lnTo>
                <a:lnTo>
                  <a:pt x="709354" y="991687"/>
                </a:lnTo>
                <a:lnTo>
                  <a:pt x="709765" y="991424"/>
                </a:lnTo>
                <a:lnTo>
                  <a:pt x="710184" y="991173"/>
                </a:lnTo>
                <a:lnTo>
                  <a:pt x="710609" y="990934"/>
                </a:lnTo>
                <a:lnTo>
                  <a:pt x="711042" y="990706"/>
                </a:lnTo>
                <a:lnTo>
                  <a:pt x="711483" y="990490"/>
                </a:lnTo>
                <a:lnTo>
                  <a:pt x="711930" y="990286"/>
                </a:lnTo>
                <a:lnTo>
                  <a:pt x="712385" y="990093"/>
                </a:lnTo>
                <a:lnTo>
                  <a:pt x="712847" y="989912"/>
                </a:lnTo>
                <a:lnTo>
                  <a:pt x="713316" y="989742"/>
                </a:lnTo>
                <a:lnTo>
                  <a:pt x="713792" y="989585"/>
                </a:lnTo>
                <a:lnTo>
                  <a:pt x="714276" y="989439"/>
                </a:lnTo>
                <a:lnTo>
                  <a:pt x="714766" y="989304"/>
                </a:lnTo>
                <a:lnTo>
                  <a:pt x="715264" y="989182"/>
                </a:lnTo>
                <a:lnTo>
                  <a:pt x="715770" y="989071"/>
                </a:lnTo>
                <a:lnTo>
                  <a:pt x="716282" y="988972"/>
                </a:lnTo>
                <a:lnTo>
                  <a:pt x="716802" y="988884"/>
                </a:lnTo>
                <a:lnTo>
                  <a:pt x="717329" y="988808"/>
                </a:lnTo>
                <a:lnTo>
                  <a:pt x="717863" y="988744"/>
                </a:lnTo>
                <a:lnTo>
                  <a:pt x="718404" y="988691"/>
                </a:lnTo>
                <a:lnTo>
                  <a:pt x="718953" y="988650"/>
                </a:lnTo>
                <a:lnTo>
                  <a:pt x="719509" y="988621"/>
                </a:lnTo>
                <a:lnTo>
                  <a:pt x="720072" y="988604"/>
                </a:lnTo>
                <a:lnTo>
                  <a:pt x="720642" y="988598"/>
                </a:lnTo>
                <a:lnTo>
                  <a:pt x="721147" y="988603"/>
                </a:lnTo>
                <a:lnTo>
                  <a:pt x="721647" y="988617"/>
                </a:lnTo>
                <a:lnTo>
                  <a:pt x="722141" y="988640"/>
                </a:lnTo>
                <a:lnTo>
                  <a:pt x="722631" y="988674"/>
                </a:lnTo>
                <a:lnTo>
                  <a:pt x="723116" y="988716"/>
                </a:lnTo>
                <a:lnTo>
                  <a:pt x="723595" y="988768"/>
                </a:lnTo>
                <a:lnTo>
                  <a:pt x="724070" y="988830"/>
                </a:lnTo>
                <a:lnTo>
                  <a:pt x="724540" y="988900"/>
                </a:lnTo>
                <a:lnTo>
                  <a:pt x="725004" y="988981"/>
                </a:lnTo>
                <a:lnTo>
                  <a:pt x="725464" y="989071"/>
                </a:lnTo>
                <a:lnTo>
                  <a:pt x="725919" y="989170"/>
                </a:lnTo>
                <a:lnTo>
                  <a:pt x="726368" y="989279"/>
                </a:lnTo>
                <a:lnTo>
                  <a:pt x="726813" y="989397"/>
                </a:lnTo>
                <a:lnTo>
                  <a:pt x="727253" y="989524"/>
                </a:lnTo>
                <a:lnTo>
                  <a:pt x="727687" y="989662"/>
                </a:lnTo>
                <a:lnTo>
                  <a:pt x="728117" y="989808"/>
                </a:lnTo>
                <a:lnTo>
                  <a:pt x="728541" y="989964"/>
                </a:lnTo>
                <a:lnTo>
                  <a:pt x="728961" y="990130"/>
                </a:lnTo>
                <a:lnTo>
                  <a:pt x="729376" y="990304"/>
                </a:lnTo>
                <a:lnTo>
                  <a:pt x="729785" y="990489"/>
                </a:lnTo>
                <a:lnTo>
                  <a:pt x="730190" y="990683"/>
                </a:lnTo>
                <a:lnTo>
                  <a:pt x="730589" y="990886"/>
                </a:lnTo>
                <a:lnTo>
                  <a:pt x="730984" y="991099"/>
                </a:lnTo>
                <a:lnTo>
                  <a:pt x="731374" y="991321"/>
                </a:lnTo>
                <a:lnTo>
                  <a:pt x="731757" y="991551"/>
                </a:lnTo>
                <a:lnTo>
                  <a:pt x="732132" y="991789"/>
                </a:lnTo>
                <a:lnTo>
                  <a:pt x="732500" y="992034"/>
                </a:lnTo>
                <a:lnTo>
                  <a:pt x="732860" y="992286"/>
                </a:lnTo>
                <a:lnTo>
                  <a:pt x="733212" y="992546"/>
                </a:lnTo>
                <a:lnTo>
                  <a:pt x="733556" y="992812"/>
                </a:lnTo>
                <a:lnTo>
                  <a:pt x="733892" y="993086"/>
                </a:lnTo>
                <a:lnTo>
                  <a:pt x="734221" y="993367"/>
                </a:lnTo>
                <a:lnTo>
                  <a:pt x="734542" y="993656"/>
                </a:lnTo>
                <a:lnTo>
                  <a:pt x="734855" y="993951"/>
                </a:lnTo>
                <a:lnTo>
                  <a:pt x="735160" y="994254"/>
                </a:lnTo>
                <a:lnTo>
                  <a:pt x="735458" y="994564"/>
                </a:lnTo>
                <a:lnTo>
                  <a:pt x="735748" y="994881"/>
                </a:lnTo>
                <a:lnTo>
                  <a:pt x="736030" y="995206"/>
                </a:lnTo>
                <a:lnTo>
                  <a:pt x="736304" y="995538"/>
                </a:lnTo>
                <a:lnTo>
                  <a:pt x="736570" y="995877"/>
                </a:lnTo>
                <a:lnTo>
                  <a:pt x="736829" y="996223"/>
                </a:lnTo>
                <a:lnTo>
                  <a:pt x="737080" y="996576"/>
                </a:lnTo>
                <a:lnTo>
                  <a:pt x="737323" y="996937"/>
                </a:lnTo>
                <a:lnTo>
                  <a:pt x="737558" y="997305"/>
                </a:lnTo>
                <a:lnTo>
                  <a:pt x="737785" y="997680"/>
                </a:lnTo>
                <a:lnTo>
                  <a:pt x="738005" y="998062"/>
                </a:lnTo>
                <a:lnTo>
                  <a:pt x="738217" y="998452"/>
                </a:lnTo>
                <a:lnTo>
                  <a:pt x="738421" y="998849"/>
                </a:lnTo>
                <a:lnTo>
                  <a:pt x="738630" y="999238"/>
                </a:lnTo>
                <a:lnTo>
                  <a:pt x="738830" y="999633"/>
                </a:lnTo>
                <a:lnTo>
                  <a:pt x="739022" y="1000032"/>
                </a:lnTo>
                <a:lnTo>
                  <a:pt x="739204" y="1000437"/>
                </a:lnTo>
                <a:lnTo>
                  <a:pt x="739378" y="1000847"/>
                </a:lnTo>
                <a:lnTo>
                  <a:pt x="739542" y="1001261"/>
                </a:lnTo>
                <a:lnTo>
                  <a:pt x="739698" y="1001681"/>
                </a:lnTo>
                <a:lnTo>
                  <a:pt x="739845" y="1002105"/>
                </a:lnTo>
                <a:lnTo>
                  <a:pt x="739983" y="1002535"/>
                </a:lnTo>
                <a:lnTo>
                  <a:pt x="740112" y="1002970"/>
                </a:lnTo>
                <a:lnTo>
                  <a:pt x="740232" y="1003409"/>
                </a:lnTo>
                <a:lnTo>
                  <a:pt x="740343" y="1003854"/>
                </a:lnTo>
                <a:lnTo>
                  <a:pt x="740445" y="1004304"/>
                </a:lnTo>
                <a:lnTo>
                  <a:pt x="740539" y="1004758"/>
                </a:lnTo>
                <a:lnTo>
                  <a:pt x="740623" y="1005218"/>
                </a:lnTo>
                <a:lnTo>
                  <a:pt x="740699" y="1005683"/>
                </a:lnTo>
                <a:lnTo>
                  <a:pt x="740766" y="1006152"/>
                </a:lnTo>
                <a:lnTo>
                  <a:pt x="740824" y="1006627"/>
                </a:lnTo>
                <a:lnTo>
                  <a:pt x="740873" y="1007107"/>
                </a:lnTo>
                <a:lnTo>
                  <a:pt x="740913" y="1007591"/>
                </a:lnTo>
                <a:lnTo>
                  <a:pt x="740944" y="1008081"/>
                </a:lnTo>
                <a:lnTo>
                  <a:pt x="740966" y="1008576"/>
                </a:lnTo>
                <a:lnTo>
                  <a:pt x="740979" y="1009075"/>
                </a:lnTo>
                <a:lnTo>
                  <a:pt x="740984" y="1009580"/>
                </a:lnTo>
                <a:lnTo>
                  <a:pt x="740984" y="1011983"/>
                </a:lnTo>
                <a:lnTo>
                  <a:pt x="699340" y="1011983"/>
                </a:lnTo>
                <a:lnTo>
                  <a:pt x="699340" y="1011182"/>
                </a:lnTo>
                <a:lnTo>
                  <a:pt x="699344" y="1010728"/>
                </a:lnTo>
                <a:lnTo>
                  <a:pt x="699357" y="1010276"/>
                </a:lnTo>
                <a:lnTo>
                  <a:pt x="699377" y="1009825"/>
                </a:lnTo>
                <a:lnTo>
                  <a:pt x="699407" y="1009375"/>
                </a:lnTo>
                <a:lnTo>
                  <a:pt x="699444" y="1008927"/>
                </a:lnTo>
                <a:close/>
                <a:moveTo>
                  <a:pt x="1015066" y="1061839"/>
                </a:moveTo>
                <a:lnTo>
                  <a:pt x="1015966" y="1061706"/>
                </a:lnTo>
                <a:lnTo>
                  <a:pt x="1016855" y="1061555"/>
                </a:lnTo>
                <a:lnTo>
                  <a:pt x="1017731" y="1061386"/>
                </a:lnTo>
                <a:lnTo>
                  <a:pt x="1018596" y="1061199"/>
                </a:lnTo>
                <a:lnTo>
                  <a:pt x="1019450" y="1060994"/>
                </a:lnTo>
                <a:lnTo>
                  <a:pt x="1020292" y="1060772"/>
                </a:lnTo>
                <a:lnTo>
                  <a:pt x="1021122" y="1060531"/>
                </a:lnTo>
                <a:lnTo>
                  <a:pt x="1021940" y="1060273"/>
                </a:lnTo>
                <a:lnTo>
                  <a:pt x="1022747" y="1059998"/>
                </a:lnTo>
                <a:lnTo>
                  <a:pt x="1023542" y="1059704"/>
                </a:lnTo>
                <a:lnTo>
                  <a:pt x="1024325" y="1059392"/>
                </a:lnTo>
                <a:lnTo>
                  <a:pt x="1025097" y="1059063"/>
                </a:lnTo>
                <a:lnTo>
                  <a:pt x="1025857" y="1058716"/>
                </a:lnTo>
                <a:lnTo>
                  <a:pt x="1026605" y="1058351"/>
                </a:lnTo>
                <a:lnTo>
                  <a:pt x="1027342" y="1057969"/>
                </a:lnTo>
                <a:lnTo>
                  <a:pt x="1028066" y="1057568"/>
                </a:lnTo>
                <a:lnTo>
                  <a:pt x="1028780" y="1057150"/>
                </a:lnTo>
                <a:lnTo>
                  <a:pt x="1029480" y="1056703"/>
                </a:lnTo>
                <a:lnTo>
                  <a:pt x="1030167" y="1056241"/>
                </a:lnTo>
                <a:lnTo>
                  <a:pt x="1030839" y="1055766"/>
                </a:lnTo>
                <a:lnTo>
                  <a:pt x="1031498" y="1055277"/>
                </a:lnTo>
                <a:lnTo>
                  <a:pt x="1032143" y="1054774"/>
                </a:lnTo>
                <a:lnTo>
                  <a:pt x="1032774" y="1054257"/>
                </a:lnTo>
                <a:lnTo>
                  <a:pt x="1033391" y="1053726"/>
                </a:lnTo>
                <a:lnTo>
                  <a:pt x="1033994" y="1053182"/>
                </a:lnTo>
                <a:lnTo>
                  <a:pt x="1034583" y="1052623"/>
                </a:lnTo>
                <a:lnTo>
                  <a:pt x="1035159" y="1052050"/>
                </a:lnTo>
                <a:lnTo>
                  <a:pt x="1035720" y="1051464"/>
                </a:lnTo>
                <a:lnTo>
                  <a:pt x="1036268" y="1050864"/>
                </a:lnTo>
                <a:lnTo>
                  <a:pt x="1036801" y="1050249"/>
                </a:lnTo>
                <a:lnTo>
                  <a:pt x="1037321" y="1049621"/>
                </a:lnTo>
                <a:lnTo>
                  <a:pt x="1037827" y="1048979"/>
                </a:lnTo>
                <a:lnTo>
                  <a:pt x="1038319" y="1048323"/>
                </a:lnTo>
                <a:lnTo>
                  <a:pt x="1038797" y="1047653"/>
                </a:lnTo>
                <a:lnTo>
                  <a:pt x="1039261" y="1046969"/>
                </a:lnTo>
                <a:lnTo>
                  <a:pt x="1039711" y="1046272"/>
                </a:lnTo>
                <a:lnTo>
                  <a:pt x="1040147" y="1045560"/>
                </a:lnTo>
                <a:lnTo>
                  <a:pt x="1040570" y="1044835"/>
                </a:lnTo>
                <a:lnTo>
                  <a:pt x="1040978" y="1044095"/>
                </a:lnTo>
                <a:lnTo>
                  <a:pt x="1041373" y="1043342"/>
                </a:lnTo>
                <a:lnTo>
                  <a:pt x="1041753" y="1042575"/>
                </a:lnTo>
                <a:lnTo>
                  <a:pt x="1042119" y="1041796"/>
                </a:lnTo>
                <a:lnTo>
                  <a:pt x="1042470" y="1041007"/>
                </a:lnTo>
                <a:lnTo>
                  <a:pt x="1042804" y="1040207"/>
                </a:lnTo>
                <a:lnTo>
                  <a:pt x="1043124" y="1039398"/>
                </a:lnTo>
                <a:lnTo>
                  <a:pt x="1043427" y="1038579"/>
                </a:lnTo>
                <a:lnTo>
                  <a:pt x="1043715" y="1037750"/>
                </a:lnTo>
                <a:lnTo>
                  <a:pt x="1043988" y="1036911"/>
                </a:lnTo>
                <a:lnTo>
                  <a:pt x="1044245" y="1036061"/>
                </a:lnTo>
                <a:lnTo>
                  <a:pt x="1044486" y="1035202"/>
                </a:lnTo>
                <a:lnTo>
                  <a:pt x="1044712" y="1034333"/>
                </a:lnTo>
                <a:lnTo>
                  <a:pt x="1044922" y="1033454"/>
                </a:lnTo>
                <a:lnTo>
                  <a:pt x="1045117" y="1032564"/>
                </a:lnTo>
                <a:lnTo>
                  <a:pt x="1045296" y="1031665"/>
                </a:lnTo>
                <a:lnTo>
                  <a:pt x="1045460" y="1030756"/>
                </a:lnTo>
                <a:lnTo>
                  <a:pt x="1045607" y="1029836"/>
                </a:lnTo>
                <a:lnTo>
                  <a:pt x="1045740" y="1028907"/>
                </a:lnTo>
                <a:lnTo>
                  <a:pt x="1045857" y="1027968"/>
                </a:lnTo>
                <a:lnTo>
                  <a:pt x="1045958" y="1027018"/>
                </a:lnTo>
                <a:lnTo>
                  <a:pt x="1046043" y="1026059"/>
                </a:lnTo>
                <a:lnTo>
                  <a:pt x="1046114" y="1025090"/>
                </a:lnTo>
                <a:lnTo>
                  <a:pt x="1046168" y="1024110"/>
                </a:lnTo>
                <a:lnTo>
                  <a:pt x="1046207" y="1023121"/>
                </a:lnTo>
                <a:lnTo>
                  <a:pt x="1046230" y="1022122"/>
                </a:lnTo>
                <a:lnTo>
                  <a:pt x="1046238" y="1021112"/>
                </a:lnTo>
                <a:lnTo>
                  <a:pt x="1046238" y="1018389"/>
                </a:lnTo>
                <a:lnTo>
                  <a:pt x="1046230" y="1017393"/>
                </a:lnTo>
                <a:lnTo>
                  <a:pt x="1046207" y="1016406"/>
                </a:lnTo>
                <a:lnTo>
                  <a:pt x="1046168" y="1015429"/>
                </a:lnTo>
                <a:lnTo>
                  <a:pt x="1046114" y="1014461"/>
                </a:lnTo>
                <a:lnTo>
                  <a:pt x="1046043" y="1013502"/>
                </a:lnTo>
                <a:lnTo>
                  <a:pt x="1045958" y="1012553"/>
                </a:lnTo>
                <a:lnTo>
                  <a:pt x="1045857" y="1011614"/>
                </a:lnTo>
                <a:lnTo>
                  <a:pt x="1045740" y="1010683"/>
                </a:lnTo>
                <a:lnTo>
                  <a:pt x="1045607" y="1009763"/>
                </a:lnTo>
                <a:lnTo>
                  <a:pt x="1045460" y="1008851"/>
                </a:lnTo>
                <a:lnTo>
                  <a:pt x="1045296" y="1007950"/>
                </a:lnTo>
                <a:lnTo>
                  <a:pt x="1045117" y="1007057"/>
                </a:lnTo>
                <a:lnTo>
                  <a:pt x="1044922" y="1006174"/>
                </a:lnTo>
                <a:lnTo>
                  <a:pt x="1044712" y="1005301"/>
                </a:lnTo>
                <a:lnTo>
                  <a:pt x="1044486" y="1004437"/>
                </a:lnTo>
                <a:lnTo>
                  <a:pt x="1044245" y="1003583"/>
                </a:lnTo>
                <a:lnTo>
                  <a:pt x="1043988" y="1002738"/>
                </a:lnTo>
                <a:lnTo>
                  <a:pt x="1043715" y="1001902"/>
                </a:lnTo>
                <a:lnTo>
                  <a:pt x="1043427" y="1001076"/>
                </a:lnTo>
                <a:lnTo>
                  <a:pt x="1043124" y="1000259"/>
                </a:lnTo>
                <a:lnTo>
                  <a:pt x="1042804" y="999452"/>
                </a:lnTo>
                <a:lnTo>
                  <a:pt x="1042470" y="998654"/>
                </a:lnTo>
                <a:lnTo>
                  <a:pt x="1042119" y="997866"/>
                </a:lnTo>
                <a:lnTo>
                  <a:pt x="1041753" y="997087"/>
                </a:lnTo>
                <a:lnTo>
                  <a:pt x="1041373" y="996320"/>
                </a:lnTo>
                <a:lnTo>
                  <a:pt x="1040978" y="995566"/>
                </a:lnTo>
                <a:lnTo>
                  <a:pt x="1040570" y="994827"/>
                </a:lnTo>
                <a:lnTo>
                  <a:pt x="1040147" y="994101"/>
                </a:lnTo>
                <a:lnTo>
                  <a:pt x="1039711" y="993390"/>
                </a:lnTo>
                <a:lnTo>
                  <a:pt x="1039261" y="992692"/>
                </a:lnTo>
                <a:lnTo>
                  <a:pt x="1038797" y="992008"/>
                </a:lnTo>
                <a:lnTo>
                  <a:pt x="1038319" y="991339"/>
                </a:lnTo>
                <a:lnTo>
                  <a:pt x="1037827" y="990683"/>
                </a:lnTo>
                <a:lnTo>
                  <a:pt x="1037321" y="990040"/>
                </a:lnTo>
                <a:lnTo>
                  <a:pt x="1036801" y="989412"/>
                </a:lnTo>
                <a:lnTo>
                  <a:pt x="1036268" y="988798"/>
                </a:lnTo>
                <a:lnTo>
                  <a:pt x="1035720" y="988198"/>
                </a:lnTo>
                <a:lnTo>
                  <a:pt x="1035159" y="987611"/>
                </a:lnTo>
                <a:lnTo>
                  <a:pt x="1034583" y="987039"/>
                </a:lnTo>
                <a:lnTo>
                  <a:pt x="1033994" y="986480"/>
                </a:lnTo>
                <a:lnTo>
                  <a:pt x="1033391" y="985935"/>
                </a:lnTo>
                <a:lnTo>
                  <a:pt x="1032774" y="985404"/>
                </a:lnTo>
                <a:lnTo>
                  <a:pt x="1032143" y="984888"/>
                </a:lnTo>
                <a:lnTo>
                  <a:pt x="1031498" y="984385"/>
                </a:lnTo>
                <a:lnTo>
                  <a:pt x="1030839" y="983895"/>
                </a:lnTo>
                <a:lnTo>
                  <a:pt x="1030167" y="983420"/>
                </a:lnTo>
                <a:lnTo>
                  <a:pt x="1029480" y="982959"/>
                </a:lnTo>
                <a:lnTo>
                  <a:pt x="1028780" y="982511"/>
                </a:lnTo>
                <a:lnTo>
                  <a:pt x="1028066" y="982080"/>
                </a:lnTo>
                <a:lnTo>
                  <a:pt x="1027340" y="981667"/>
                </a:lnTo>
                <a:lnTo>
                  <a:pt x="1026602" y="981273"/>
                </a:lnTo>
                <a:lnTo>
                  <a:pt x="1025852" y="980896"/>
                </a:lnTo>
                <a:lnTo>
                  <a:pt x="1025090" y="980539"/>
                </a:lnTo>
                <a:lnTo>
                  <a:pt x="1024315" y="980199"/>
                </a:lnTo>
                <a:lnTo>
                  <a:pt x="1023528" y="979878"/>
                </a:lnTo>
                <a:lnTo>
                  <a:pt x="1022729" y="979575"/>
                </a:lnTo>
                <a:lnTo>
                  <a:pt x="1021918" y="979291"/>
                </a:lnTo>
                <a:lnTo>
                  <a:pt x="1021094" y="979024"/>
                </a:lnTo>
                <a:lnTo>
                  <a:pt x="1020258" y="978777"/>
                </a:lnTo>
                <a:lnTo>
                  <a:pt x="1019410" y="978547"/>
                </a:lnTo>
                <a:lnTo>
                  <a:pt x="1018550" y="978336"/>
                </a:lnTo>
                <a:lnTo>
                  <a:pt x="1017677" y="978144"/>
                </a:lnTo>
                <a:lnTo>
                  <a:pt x="1016792" y="977969"/>
                </a:lnTo>
                <a:lnTo>
                  <a:pt x="1015895" y="977813"/>
                </a:lnTo>
                <a:lnTo>
                  <a:pt x="1014986" y="977676"/>
                </a:lnTo>
                <a:lnTo>
                  <a:pt x="1014064" y="977556"/>
                </a:lnTo>
                <a:lnTo>
                  <a:pt x="1013130" y="977455"/>
                </a:lnTo>
                <a:lnTo>
                  <a:pt x="1012184" y="977373"/>
                </a:lnTo>
                <a:lnTo>
                  <a:pt x="1011226" y="977308"/>
                </a:lnTo>
                <a:lnTo>
                  <a:pt x="1010256" y="977263"/>
                </a:lnTo>
                <a:lnTo>
                  <a:pt x="1009273" y="977235"/>
                </a:lnTo>
                <a:lnTo>
                  <a:pt x="1008278" y="977226"/>
                </a:lnTo>
                <a:lnTo>
                  <a:pt x="1007309" y="977235"/>
                </a:lnTo>
                <a:lnTo>
                  <a:pt x="1006352" y="977263"/>
                </a:lnTo>
                <a:lnTo>
                  <a:pt x="1005405" y="977308"/>
                </a:lnTo>
                <a:lnTo>
                  <a:pt x="1004470" y="977373"/>
                </a:lnTo>
                <a:lnTo>
                  <a:pt x="1003545" y="977455"/>
                </a:lnTo>
                <a:lnTo>
                  <a:pt x="1002632" y="977556"/>
                </a:lnTo>
                <a:lnTo>
                  <a:pt x="1001730" y="977676"/>
                </a:lnTo>
                <a:lnTo>
                  <a:pt x="1000839" y="977813"/>
                </a:lnTo>
                <a:lnTo>
                  <a:pt x="999959" y="977969"/>
                </a:lnTo>
                <a:lnTo>
                  <a:pt x="999091" y="978144"/>
                </a:lnTo>
                <a:lnTo>
                  <a:pt x="998233" y="978336"/>
                </a:lnTo>
                <a:lnTo>
                  <a:pt x="997387" y="978547"/>
                </a:lnTo>
                <a:lnTo>
                  <a:pt x="996551" y="978777"/>
                </a:lnTo>
                <a:lnTo>
                  <a:pt x="995727" y="979024"/>
                </a:lnTo>
                <a:lnTo>
                  <a:pt x="994914" y="979291"/>
                </a:lnTo>
                <a:lnTo>
                  <a:pt x="994112" y="979575"/>
                </a:lnTo>
                <a:lnTo>
                  <a:pt x="993321" y="979878"/>
                </a:lnTo>
                <a:lnTo>
                  <a:pt x="992541" y="980199"/>
                </a:lnTo>
                <a:lnTo>
                  <a:pt x="991773" y="980539"/>
                </a:lnTo>
                <a:lnTo>
                  <a:pt x="991015" y="980896"/>
                </a:lnTo>
                <a:lnTo>
                  <a:pt x="990269" y="981273"/>
                </a:lnTo>
                <a:lnTo>
                  <a:pt x="989534" y="981667"/>
                </a:lnTo>
                <a:lnTo>
                  <a:pt x="988810" y="982080"/>
                </a:lnTo>
                <a:lnTo>
                  <a:pt x="988097" y="982511"/>
                </a:lnTo>
                <a:lnTo>
                  <a:pt x="987396" y="982946"/>
                </a:lnTo>
                <a:lnTo>
                  <a:pt x="986710" y="983395"/>
                </a:lnTo>
                <a:lnTo>
                  <a:pt x="986037" y="983858"/>
                </a:lnTo>
                <a:lnTo>
                  <a:pt x="985378" y="984336"/>
                </a:lnTo>
                <a:lnTo>
                  <a:pt x="984734" y="984828"/>
                </a:lnTo>
                <a:lnTo>
                  <a:pt x="984103" y="985334"/>
                </a:lnTo>
                <a:lnTo>
                  <a:pt x="983486" y="985856"/>
                </a:lnTo>
                <a:lnTo>
                  <a:pt x="982882" y="986391"/>
                </a:lnTo>
                <a:lnTo>
                  <a:pt x="982293" y="986941"/>
                </a:lnTo>
                <a:lnTo>
                  <a:pt x="981718" y="987506"/>
                </a:lnTo>
                <a:lnTo>
                  <a:pt x="981156" y="988085"/>
                </a:lnTo>
                <a:lnTo>
                  <a:pt x="980609" y="988678"/>
                </a:lnTo>
                <a:lnTo>
                  <a:pt x="980075" y="989286"/>
                </a:lnTo>
                <a:lnTo>
                  <a:pt x="979556" y="989908"/>
                </a:lnTo>
                <a:lnTo>
                  <a:pt x="979050" y="990545"/>
                </a:lnTo>
                <a:lnTo>
                  <a:pt x="978558" y="991196"/>
                </a:lnTo>
                <a:lnTo>
                  <a:pt x="978080" y="991862"/>
                </a:lnTo>
                <a:lnTo>
                  <a:pt x="977616" y="992542"/>
                </a:lnTo>
                <a:lnTo>
                  <a:pt x="977166" y="993237"/>
                </a:lnTo>
                <a:lnTo>
                  <a:pt x="976729" y="993946"/>
                </a:lnTo>
                <a:lnTo>
                  <a:pt x="976307" y="994669"/>
                </a:lnTo>
                <a:lnTo>
                  <a:pt x="975898" y="995407"/>
                </a:lnTo>
                <a:lnTo>
                  <a:pt x="975504" y="996160"/>
                </a:lnTo>
                <a:lnTo>
                  <a:pt x="975123" y="996927"/>
                </a:lnTo>
                <a:lnTo>
                  <a:pt x="974757" y="997706"/>
                </a:lnTo>
                <a:lnTo>
                  <a:pt x="974407" y="998495"/>
                </a:lnTo>
                <a:lnTo>
                  <a:pt x="974072" y="999294"/>
                </a:lnTo>
                <a:lnTo>
                  <a:pt x="973753" y="1000103"/>
                </a:lnTo>
                <a:lnTo>
                  <a:pt x="973449" y="1000923"/>
                </a:lnTo>
                <a:lnTo>
                  <a:pt x="973161" y="1001752"/>
                </a:lnTo>
                <a:lnTo>
                  <a:pt x="972889" y="1002591"/>
                </a:lnTo>
                <a:lnTo>
                  <a:pt x="972632" y="1003440"/>
                </a:lnTo>
                <a:lnTo>
                  <a:pt x="972390" y="1004299"/>
                </a:lnTo>
                <a:lnTo>
                  <a:pt x="972164" y="1005169"/>
                </a:lnTo>
                <a:lnTo>
                  <a:pt x="971954" y="1006048"/>
                </a:lnTo>
                <a:lnTo>
                  <a:pt x="971760" y="1006937"/>
                </a:lnTo>
                <a:lnTo>
                  <a:pt x="971581" y="1007836"/>
                </a:lnTo>
                <a:lnTo>
                  <a:pt x="971417" y="1008746"/>
                </a:lnTo>
                <a:lnTo>
                  <a:pt x="971269" y="1009665"/>
                </a:lnTo>
                <a:lnTo>
                  <a:pt x="971137" y="1010594"/>
                </a:lnTo>
                <a:lnTo>
                  <a:pt x="971020" y="1011534"/>
                </a:lnTo>
                <a:lnTo>
                  <a:pt x="970919" y="1012483"/>
                </a:lnTo>
                <a:lnTo>
                  <a:pt x="970833" y="1013442"/>
                </a:lnTo>
                <a:lnTo>
                  <a:pt x="970763" y="1014412"/>
                </a:lnTo>
                <a:lnTo>
                  <a:pt x="970708" y="1015391"/>
                </a:lnTo>
                <a:lnTo>
                  <a:pt x="970670" y="1016381"/>
                </a:lnTo>
                <a:lnTo>
                  <a:pt x="970646" y="1017380"/>
                </a:lnTo>
                <a:lnTo>
                  <a:pt x="970638" y="1018389"/>
                </a:lnTo>
                <a:lnTo>
                  <a:pt x="970638" y="1021112"/>
                </a:lnTo>
                <a:lnTo>
                  <a:pt x="970646" y="1022096"/>
                </a:lnTo>
                <a:lnTo>
                  <a:pt x="970670" y="1023071"/>
                </a:lnTo>
                <a:lnTo>
                  <a:pt x="970708" y="1024038"/>
                </a:lnTo>
                <a:lnTo>
                  <a:pt x="970763" y="1024996"/>
                </a:lnTo>
                <a:lnTo>
                  <a:pt x="970833" y="1025946"/>
                </a:lnTo>
                <a:lnTo>
                  <a:pt x="970919" y="1026888"/>
                </a:lnTo>
                <a:lnTo>
                  <a:pt x="971020" y="1027822"/>
                </a:lnTo>
                <a:lnTo>
                  <a:pt x="971137" y="1028747"/>
                </a:lnTo>
                <a:lnTo>
                  <a:pt x="971269" y="1029664"/>
                </a:lnTo>
                <a:lnTo>
                  <a:pt x="971417" y="1030572"/>
                </a:lnTo>
                <a:lnTo>
                  <a:pt x="971581" y="1031472"/>
                </a:lnTo>
                <a:lnTo>
                  <a:pt x="971760" y="1032364"/>
                </a:lnTo>
                <a:lnTo>
                  <a:pt x="971954" y="1033247"/>
                </a:lnTo>
                <a:lnTo>
                  <a:pt x="972164" y="1034123"/>
                </a:lnTo>
                <a:lnTo>
                  <a:pt x="972390" y="1034989"/>
                </a:lnTo>
                <a:lnTo>
                  <a:pt x="972632" y="1035848"/>
                </a:lnTo>
                <a:lnTo>
                  <a:pt x="972889" y="1036698"/>
                </a:lnTo>
                <a:lnTo>
                  <a:pt x="973161" y="1037539"/>
                </a:lnTo>
                <a:lnTo>
                  <a:pt x="973449" y="1038373"/>
                </a:lnTo>
                <a:lnTo>
                  <a:pt x="973753" y="1039198"/>
                </a:lnTo>
                <a:lnTo>
                  <a:pt x="974072" y="1040015"/>
                </a:lnTo>
                <a:lnTo>
                  <a:pt x="974407" y="1040823"/>
                </a:lnTo>
                <a:lnTo>
                  <a:pt x="974757" y="1041623"/>
                </a:lnTo>
                <a:lnTo>
                  <a:pt x="975123" y="1042415"/>
                </a:lnTo>
                <a:lnTo>
                  <a:pt x="975504" y="1043182"/>
                </a:lnTo>
                <a:lnTo>
                  <a:pt x="975898" y="1043935"/>
                </a:lnTo>
                <a:lnTo>
                  <a:pt x="976307" y="1044674"/>
                </a:lnTo>
                <a:lnTo>
                  <a:pt x="976729" y="1045400"/>
                </a:lnTo>
                <a:lnTo>
                  <a:pt x="977166" y="1046112"/>
                </a:lnTo>
                <a:lnTo>
                  <a:pt x="977616" y="1046809"/>
                </a:lnTo>
                <a:lnTo>
                  <a:pt x="978080" y="1047493"/>
                </a:lnTo>
                <a:lnTo>
                  <a:pt x="978558" y="1048163"/>
                </a:lnTo>
                <a:lnTo>
                  <a:pt x="979050" y="1048819"/>
                </a:lnTo>
                <a:lnTo>
                  <a:pt x="979556" y="1049461"/>
                </a:lnTo>
                <a:lnTo>
                  <a:pt x="980075" y="1050089"/>
                </a:lnTo>
                <a:lnTo>
                  <a:pt x="980609" y="1050703"/>
                </a:lnTo>
                <a:lnTo>
                  <a:pt x="981156" y="1051304"/>
                </a:lnTo>
                <a:lnTo>
                  <a:pt x="981718" y="1051890"/>
                </a:lnTo>
                <a:lnTo>
                  <a:pt x="982293" y="1052463"/>
                </a:lnTo>
                <a:lnTo>
                  <a:pt x="982882" y="1053021"/>
                </a:lnTo>
                <a:lnTo>
                  <a:pt x="983486" y="1053566"/>
                </a:lnTo>
                <a:lnTo>
                  <a:pt x="984103" y="1054097"/>
                </a:lnTo>
                <a:lnTo>
                  <a:pt x="984734" y="1054614"/>
                </a:lnTo>
                <a:lnTo>
                  <a:pt x="985378" y="1055117"/>
                </a:lnTo>
                <a:lnTo>
                  <a:pt x="986037" y="1055606"/>
                </a:lnTo>
                <a:lnTo>
                  <a:pt x="986710" y="1056081"/>
                </a:lnTo>
                <a:lnTo>
                  <a:pt x="987396" y="1056543"/>
                </a:lnTo>
                <a:lnTo>
                  <a:pt x="988097" y="1056990"/>
                </a:lnTo>
                <a:lnTo>
                  <a:pt x="988810" y="1057421"/>
                </a:lnTo>
                <a:lnTo>
                  <a:pt x="989535" y="1057834"/>
                </a:lnTo>
                <a:lnTo>
                  <a:pt x="990272" y="1058229"/>
                </a:lnTo>
                <a:lnTo>
                  <a:pt x="991020" y="1058605"/>
                </a:lnTo>
                <a:lnTo>
                  <a:pt x="991780" y="1058963"/>
                </a:lnTo>
                <a:lnTo>
                  <a:pt x="992552" y="1059302"/>
                </a:lnTo>
                <a:lnTo>
                  <a:pt x="993335" y="1059624"/>
                </a:lnTo>
                <a:lnTo>
                  <a:pt x="994130" y="1059926"/>
                </a:lnTo>
                <a:lnTo>
                  <a:pt x="994937" y="1060211"/>
                </a:lnTo>
                <a:lnTo>
                  <a:pt x="995755" y="1060477"/>
                </a:lnTo>
                <a:lnTo>
                  <a:pt x="996585" y="1060725"/>
                </a:lnTo>
                <a:lnTo>
                  <a:pt x="997427" y="1060954"/>
                </a:lnTo>
                <a:lnTo>
                  <a:pt x="998280" y="1061165"/>
                </a:lnTo>
                <a:lnTo>
                  <a:pt x="999145" y="1061358"/>
                </a:lnTo>
                <a:lnTo>
                  <a:pt x="1000022" y="1061532"/>
                </a:lnTo>
                <a:lnTo>
                  <a:pt x="1000910" y="1061688"/>
                </a:lnTo>
                <a:lnTo>
                  <a:pt x="1001810" y="1061826"/>
                </a:lnTo>
                <a:lnTo>
                  <a:pt x="1002722" y="1061945"/>
                </a:lnTo>
                <a:lnTo>
                  <a:pt x="1003646" y="1062046"/>
                </a:lnTo>
                <a:lnTo>
                  <a:pt x="1004581" y="1062129"/>
                </a:lnTo>
                <a:lnTo>
                  <a:pt x="1005528" y="1062193"/>
                </a:lnTo>
                <a:lnTo>
                  <a:pt x="1006486" y="1062239"/>
                </a:lnTo>
                <a:lnTo>
                  <a:pt x="1007456" y="1062266"/>
                </a:lnTo>
                <a:lnTo>
                  <a:pt x="1008438" y="1062276"/>
                </a:lnTo>
                <a:lnTo>
                  <a:pt x="1009420" y="1062267"/>
                </a:lnTo>
                <a:lnTo>
                  <a:pt x="1010390" y="1062240"/>
                </a:lnTo>
                <a:lnTo>
                  <a:pt x="1011349" y="1062195"/>
                </a:lnTo>
                <a:lnTo>
                  <a:pt x="1012296" y="1062133"/>
                </a:lnTo>
                <a:lnTo>
                  <a:pt x="1013231" y="1062053"/>
                </a:lnTo>
                <a:lnTo>
                  <a:pt x="1014154" y="1061955"/>
                </a:lnTo>
                <a:lnTo>
                  <a:pt x="1015066" y="1061839"/>
                </a:lnTo>
                <a:close/>
                <a:moveTo>
                  <a:pt x="1003372" y="1050331"/>
                </a:moveTo>
                <a:lnTo>
                  <a:pt x="1002690" y="1050156"/>
                </a:lnTo>
                <a:lnTo>
                  <a:pt x="1002019" y="1049958"/>
                </a:lnTo>
                <a:lnTo>
                  <a:pt x="1001359" y="1049736"/>
                </a:lnTo>
                <a:lnTo>
                  <a:pt x="1000709" y="1049490"/>
                </a:lnTo>
                <a:lnTo>
                  <a:pt x="1000069" y="1049222"/>
                </a:lnTo>
                <a:lnTo>
                  <a:pt x="999441" y="1048930"/>
                </a:lnTo>
                <a:lnTo>
                  <a:pt x="998823" y="1048614"/>
                </a:lnTo>
                <a:lnTo>
                  <a:pt x="998215" y="1048276"/>
                </a:lnTo>
                <a:lnTo>
                  <a:pt x="997618" y="1047914"/>
                </a:lnTo>
                <a:lnTo>
                  <a:pt x="997032" y="1047528"/>
                </a:lnTo>
                <a:lnTo>
                  <a:pt x="996456" y="1047120"/>
                </a:lnTo>
                <a:lnTo>
                  <a:pt x="995890" y="1046687"/>
                </a:lnTo>
                <a:lnTo>
                  <a:pt x="995336" y="1046232"/>
                </a:lnTo>
                <a:lnTo>
                  <a:pt x="994791" y="1045753"/>
                </a:lnTo>
                <a:lnTo>
                  <a:pt x="994258" y="1045251"/>
                </a:lnTo>
                <a:lnTo>
                  <a:pt x="993735" y="1044725"/>
                </a:lnTo>
                <a:lnTo>
                  <a:pt x="993222" y="1044176"/>
                </a:lnTo>
                <a:lnTo>
                  <a:pt x="992739" y="1043593"/>
                </a:lnTo>
                <a:lnTo>
                  <a:pt x="992276" y="1042992"/>
                </a:lnTo>
                <a:lnTo>
                  <a:pt x="991833" y="1042372"/>
                </a:lnTo>
                <a:lnTo>
                  <a:pt x="991411" y="1041734"/>
                </a:lnTo>
                <a:lnTo>
                  <a:pt x="991010" y="1041077"/>
                </a:lnTo>
                <a:lnTo>
                  <a:pt x="990630" y="1040402"/>
                </a:lnTo>
                <a:lnTo>
                  <a:pt x="990269" y="1039709"/>
                </a:lnTo>
                <a:lnTo>
                  <a:pt x="989930" y="1038998"/>
                </a:lnTo>
                <a:lnTo>
                  <a:pt x="989611" y="1038268"/>
                </a:lnTo>
                <a:lnTo>
                  <a:pt x="989313" y="1037519"/>
                </a:lnTo>
                <a:lnTo>
                  <a:pt x="989035" y="1036753"/>
                </a:lnTo>
                <a:lnTo>
                  <a:pt x="988778" y="1035968"/>
                </a:lnTo>
                <a:lnTo>
                  <a:pt x="988541" y="1035164"/>
                </a:lnTo>
                <a:lnTo>
                  <a:pt x="988325" y="1034343"/>
                </a:lnTo>
                <a:lnTo>
                  <a:pt x="988129" y="1033503"/>
                </a:lnTo>
                <a:lnTo>
                  <a:pt x="987954" y="1032644"/>
                </a:lnTo>
                <a:lnTo>
                  <a:pt x="987800" y="1031768"/>
                </a:lnTo>
                <a:lnTo>
                  <a:pt x="987666" y="1030872"/>
                </a:lnTo>
                <a:lnTo>
                  <a:pt x="987553" y="1029959"/>
                </a:lnTo>
                <a:lnTo>
                  <a:pt x="987461" y="1029027"/>
                </a:lnTo>
                <a:lnTo>
                  <a:pt x="987389" y="1028077"/>
                </a:lnTo>
                <a:lnTo>
                  <a:pt x="987337" y="1027108"/>
                </a:lnTo>
                <a:lnTo>
                  <a:pt x="987306" y="1026122"/>
                </a:lnTo>
                <a:lnTo>
                  <a:pt x="987296" y="1025116"/>
                </a:lnTo>
                <a:lnTo>
                  <a:pt x="987296" y="1014385"/>
                </a:lnTo>
                <a:lnTo>
                  <a:pt x="987306" y="1013380"/>
                </a:lnTo>
                <a:lnTo>
                  <a:pt x="987337" y="1012394"/>
                </a:lnTo>
                <a:lnTo>
                  <a:pt x="987389" y="1011427"/>
                </a:lnTo>
                <a:lnTo>
                  <a:pt x="987461" y="1010479"/>
                </a:lnTo>
                <a:lnTo>
                  <a:pt x="987553" y="1009549"/>
                </a:lnTo>
                <a:lnTo>
                  <a:pt x="987666" y="1008639"/>
                </a:lnTo>
                <a:lnTo>
                  <a:pt x="987800" y="1007748"/>
                </a:lnTo>
                <a:lnTo>
                  <a:pt x="987954" y="1006875"/>
                </a:lnTo>
                <a:lnTo>
                  <a:pt x="988129" y="1006021"/>
                </a:lnTo>
                <a:lnTo>
                  <a:pt x="988325" y="1005186"/>
                </a:lnTo>
                <a:lnTo>
                  <a:pt x="988541" y="1004371"/>
                </a:lnTo>
                <a:lnTo>
                  <a:pt x="988778" y="1003574"/>
                </a:lnTo>
                <a:lnTo>
                  <a:pt x="989035" y="1002796"/>
                </a:lnTo>
                <a:lnTo>
                  <a:pt x="989313" y="1002037"/>
                </a:lnTo>
                <a:lnTo>
                  <a:pt x="989611" y="1001296"/>
                </a:lnTo>
                <a:lnTo>
                  <a:pt x="989930" y="1000575"/>
                </a:lnTo>
                <a:lnTo>
                  <a:pt x="990269" y="999873"/>
                </a:lnTo>
                <a:lnTo>
                  <a:pt x="990630" y="999189"/>
                </a:lnTo>
                <a:lnTo>
                  <a:pt x="991010" y="998524"/>
                </a:lnTo>
                <a:lnTo>
                  <a:pt x="991411" y="997879"/>
                </a:lnTo>
                <a:lnTo>
                  <a:pt x="991833" y="997252"/>
                </a:lnTo>
                <a:lnTo>
                  <a:pt x="992276" y="996644"/>
                </a:lnTo>
                <a:lnTo>
                  <a:pt x="992739" y="996055"/>
                </a:lnTo>
                <a:lnTo>
                  <a:pt x="993222" y="995485"/>
                </a:lnTo>
                <a:lnTo>
                  <a:pt x="993735" y="994923"/>
                </a:lnTo>
                <a:lnTo>
                  <a:pt x="994258" y="994385"/>
                </a:lnTo>
                <a:lnTo>
                  <a:pt x="994791" y="993871"/>
                </a:lnTo>
                <a:lnTo>
                  <a:pt x="995336" y="993381"/>
                </a:lnTo>
                <a:lnTo>
                  <a:pt x="995890" y="992914"/>
                </a:lnTo>
                <a:lnTo>
                  <a:pt x="996456" y="992472"/>
                </a:lnTo>
                <a:lnTo>
                  <a:pt x="997032" y="992054"/>
                </a:lnTo>
                <a:lnTo>
                  <a:pt x="997618" y="991659"/>
                </a:lnTo>
                <a:lnTo>
                  <a:pt x="998215" y="991288"/>
                </a:lnTo>
                <a:lnTo>
                  <a:pt x="998823" y="990941"/>
                </a:lnTo>
                <a:lnTo>
                  <a:pt x="999441" y="990619"/>
                </a:lnTo>
                <a:lnTo>
                  <a:pt x="1000069" y="990320"/>
                </a:lnTo>
                <a:lnTo>
                  <a:pt x="1000709" y="990045"/>
                </a:lnTo>
                <a:lnTo>
                  <a:pt x="1001359" y="989794"/>
                </a:lnTo>
                <a:lnTo>
                  <a:pt x="1002019" y="989566"/>
                </a:lnTo>
                <a:lnTo>
                  <a:pt x="1002690" y="989363"/>
                </a:lnTo>
                <a:lnTo>
                  <a:pt x="1003372" y="989184"/>
                </a:lnTo>
                <a:lnTo>
                  <a:pt x="1004064" y="989028"/>
                </a:lnTo>
                <a:lnTo>
                  <a:pt x="1004766" y="988897"/>
                </a:lnTo>
                <a:lnTo>
                  <a:pt x="1005480" y="988789"/>
                </a:lnTo>
                <a:lnTo>
                  <a:pt x="1006203" y="988706"/>
                </a:lnTo>
                <a:lnTo>
                  <a:pt x="1006938" y="988646"/>
                </a:lnTo>
                <a:lnTo>
                  <a:pt x="1007683" y="988610"/>
                </a:lnTo>
                <a:lnTo>
                  <a:pt x="1008438" y="988598"/>
                </a:lnTo>
                <a:lnTo>
                  <a:pt x="1009207" y="988610"/>
                </a:lnTo>
                <a:lnTo>
                  <a:pt x="1009963" y="988646"/>
                </a:lnTo>
                <a:lnTo>
                  <a:pt x="1010708" y="988706"/>
                </a:lnTo>
                <a:lnTo>
                  <a:pt x="1011441" y="988789"/>
                </a:lnTo>
                <a:lnTo>
                  <a:pt x="1012163" y="988897"/>
                </a:lnTo>
                <a:lnTo>
                  <a:pt x="1012873" y="989028"/>
                </a:lnTo>
                <a:lnTo>
                  <a:pt x="1013571" y="989184"/>
                </a:lnTo>
                <a:lnTo>
                  <a:pt x="1014258" y="989363"/>
                </a:lnTo>
                <a:lnTo>
                  <a:pt x="1014933" y="989566"/>
                </a:lnTo>
                <a:lnTo>
                  <a:pt x="1015596" y="989794"/>
                </a:lnTo>
                <a:lnTo>
                  <a:pt x="1016247" y="990045"/>
                </a:lnTo>
                <a:lnTo>
                  <a:pt x="1016887" y="990320"/>
                </a:lnTo>
                <a:lnTo>
                  <a:pt x="1017515" y="990619"/>
                </a:lnTo>
                <a:lnTo>
                  <a:pt x="1018132" y="990941"/>
                </a:lnTo>
                <a:lnTo>
                  <a:pt x="1018737" y="991288"/>
                </a:lnTo>
                <a:lnTo>
                  <a:pt x="1019330" y="991659"/>
                </a:lnTo>
                <a:lnTo>
                  <a:pt x="1019911" y="992054"/>
                </a:lnTo>
                <a:lnTo>
                  <a:pt x="1020481" y="992472"/>
                </a:lnTo>
                <a:lnTo>
                  <a:pt x="1021039" y="992914"/>
                </a:lnTo>
                <a:lnTo>
                  <a:pt x="1021585" y="993381"/>
                </a:lnTo>
                <a:lnTo>
                  <a:pt x="1022120" y="993871"/>
                </a:lnTo>
                <a:lnTo>
                  <a:pt x="1022643" y="994385"/>
                </a:lnTo>
                <a:lnTo>
                  <a:pt x="1023155" y="994923"/>
                </a:lnTo>
                <a:lnTo>
                  <a:pt x="1023654" y="995485"/>
                </a:lnTo>
                <a:lnTo>
                  <a:pt x="1024138" y="996055"/>
                </a:lnTo>
                <a:lnTo>
                  <a:pt x="1024601" y="996644"/>
                </a:lnTo>
                <a:lnTo>
                  <a:pt x="1025043" y="997252"/>
                </a:lnTo>
                <a:lnTo>
                  <a:pt x="1025465" y="997879"/>
                </a:lnTo>
                <a:lnTo>
                  <a:pt x="1025866" y="998524"/>
                </a:lnTo>
                <a:lnTo>
                  <a:pt x="1026247" y="999189"/>
                </a:lnTo>
                <a:lnTo>
                  <a:pt x="1026607" y="999873"/>
                </a:lnTo>
                <a:lnTo>
                  <a:pt x="1026947" y="1000575"/>
                </a:lnTo>
                <a:lnTo>
                  <a:pt x="1027266" y="1001296"/>
                </a:lnTo>
                <a:lnTo>
                  <a:pt x="1027564" y="1002037"/>
                </a:lnTo>
                <a:lnTo>
                  <a:pt x="1027842" y="1002796"/>
                </a:lnTo>
                <a:lnTo>
                  <a:pt x="1028099" y="1003574"/>
                </a:lnTo>
                <a:lnTo>
                  <a:pt x="1028336" y="1004371"/>
                </a:lnTo>
                <a:lnTo>
                  <a:pt x="1028552" y="1005186"/>
                </a:lnTo>
                <a:lnTo>
                  <a:pt x="1028747" y="1006021"/>
                </a:lnTo>
                <a:lnTo>
                  <a:pt x="1028922" y="1006875"/>
                </a:lnTo>
                <a:lnTo>
                  <a:pt x="1029076" y="1007748"/>
                </a:lnTo>
                <a:lnTo>
                  <a:pt x="1029210" y="1008639"/>
                </a:lnTo>
                <a:lnTo>
                  <a:pt x="1029323" y="1009549"/>
                </a:lnTo>
                <a:lnTo>
                  <a:pt x="1029416" y="1010479"/>
                </a:lnTo>
                <a:lnTo>
                  <a:pt x="1029488" y="1011427"/>
                </a:lnTo>
                <a:lnTo>
                  <a:pt x="1029539" y="1012394"/>
                </a:lnTo>
                <a:lnTo>
                  <a:pt x="1029570" y="1013380"/>
                </a:lnTo>
                <a:lnTo>
                  <a:pt x="1029581" y="1014385"/>
                </a:lnTo>
                <a:lnTo>
                  <a:pt x="1029581" y="1025116"/>
                </a:lnTo>
                <a:lnTo>
                  <a:pt x="1029570" y="1026122"/>
                </a:lnTo>
                <a:lnTo>
                  <a:pt x="1029539" y="1027108"/>
                </a:lnTo>
                <a:lnTo>
                  <a:pt x="1029488" y="1028077"/>
                </a:lnTo>
                <a:lnTo>
                  <a:pt x="1029416" y="1029027"/>
                </a:lnTo>
                <a:lnTo>
                  <a:pt x="1029323" y="1029959"/>
                </a:lnTo>
                <a:lnTo>
                  <a:pt x="1029210" y="1030872"/>
                </a:lnTo>
                <a:lnTo>
                  <a:pt x="1029076" y="1031768"/>
                </a:lnTo>
                <a:lnTo>
                  <a:pt x="1028922" y="1032644"/>
                </a:lnTo>
                <a:lnTo>
                  <a:pt x="1028747" y="1033503"/>
                </a:lnTo>
                <a:lnTo>
                  <a:pt x="1028552" y="1034343"/>
                </a:lnTo>
                <a:lnTo>
                  <a:pt x="1028336" y="1035164"/>
                </a:lnTo>
                <a:lnTo>
                  <a:pt x="1028099" y="1035968"/>
                </a:lnTo>
                <a:lnTo>
                  <a:pt x="1027842" y="1036753"/>
                </a:lnTo>
                <a:lnTo>
                  <a:pt x="1027564" y="1037519"/>
                </a:lnTo>
                <a:lnTo>
                  <a:pt x="1027266" y="1038268"/>
                </a:lnTo>
                <a:lnTo>
                  <a:pt x="1026947" y="1038998"/>
                </a:lnTo>
                <a:lnTo>
                  <a:pt x="1026607" y="1039709"/>
                </a:lnTo>
                <a:lnTo>
                  <a:pt x="1026247" y="1040402"/>
                </a:lnTo>
                <a:lnTo>
                  <a:pt x="1025866" y="1041077"/>
                </a:lnTo>
                <a:lnTo>
                  <a:pt x="1025465" y="1041734"/>
                </a:lnTo>
                <a:lnTo>
                  <a:pt x="1025043" y="1042372"/>
                </a:lnTo>
                <a:lnTo>
                  <a:pt x="1024601" y="1042992"/>
                </a:lnTo>
                <a:lnTo>
                  <a:pt x="1024138" y="1043593"/>
                </a:lnTo>
                <a:lnTo>
                  <a:pt x="1023654" y="1044176"/>
                </a:lnTo>
                <a:lnTo>
                  <a:pt x="1023155" y="1044725"/>
                </a:lnTo>
                <a:lnTo>
                  <a:pt x="1022643" y="1045251"/>
                </a:lnTo>
                <a:lnTo>
                  <a:pt x="1022120" y="1045753"/>
                </a:lnTo>
                <a:lnTo>
                  <a:pt x="1021585" y="1046232"/>
                </a:lnTo>
                <a:lnTo>
                  <a:pt x="1021039" y="1046687"/>
                </a:lnTo>
                <a:lnTo>
                  <a:pt x="1020481" y="1047120"/>
                </a:lnTo>
                <a:lnTo>
                  <a:pt x="1019911" y="1047528"/>
                </a:lnTo>
                <a:lnTo>
                  <a:pt x="1019330" y="1047914"/>
                </a:lnTo>
                <a:lnTo>
                  <a:pt x="1018737" y="1048276"/>
                </a:lnTo>
                <a:lnTo>
                  <a:pt x="1018132" y="1048614"/>
                </a:lnTo>
                <a:lnTo>
                  <a:pt x="1017515" y="1048930"/>
                </a:lnTo>
                <a:lnTo>
                  <a:pt x="1016887" y="1049222"/>
                </a:lnTo>
                <a:lnTo>
                  <a:pt x="1016247" y="1049490"/>
                </a:lnTo>
                <a:lnTo>
                  <a:pt x="1015596" y="1049736"/>
                </a:lnTo>
                <a:lnTo>
                  <a:pt x="1014933" y="1049958"/>
                </a:lnTo>
                <a:lnTo>
                  <a:pt x="1014258" y="1050156"/>
                </a:lnTo>
                <a:lnTo>
                  <a:pt x="1013571" y="1050331"/>
                </a:lnTo>
                <a:lnTo>
                  <a:pt x="1012873" y="1050483"/>
                </a:lnTo>
                <a:lnTo>
                  <a:pt x="1012163" y="1050612"/>
                </a:lnTo>
                <a:lnTo>
                  <a:pt x="1011441" y="1050717"/>
                </a:lnTo>
                <a:lnTo>
                  <a:pt x="1010708" y="1050798"/>
                </a:lnTo>
                <a:lnTo>
                  <a:pt x="1009963" y="1050857"/>
                </a:lnTo>
                <a:lnTo>
                  <a:pt x="1009207" y="1050892"/>
                </a:lnTo>
                <a:lnTo>
                  <a:pt x="1008438" y="1050904"/>
                </a:lnTo>
                <a:lnTo>
                  <a:pt x="1007683" y="1050892"/>
                </a:lnTo>
                <a:lnTo>
                  <a:pt x="1006938" y="1050857"/>
                </a:lnTo>
                <a:lnTo>
                  <a:pt x="1006203" y="1050798"/>
                </a:lnTo>
                <a:lnTo>
                  <a:pt x="1005480" y="1050717"/>
                </a:lnTo>
                <a:lnTo>
                  <a:pt x="1004766" y="1050612"/>
                </a:lnTo>
                <a:lnTo>
                  <a:pt x="1004064" y="1050483"/>
                </a:lnTo>
                <a:lnTo>
                  <a:pt x="1003372" y="1050331"/>
                </a:lnTo>
                <a:close/>
                <a:moveTo>
                  <a:pt x="512299" y="1053511"/>
                </a:moveTo>
                <a:lnTo>
                  <a:pt x="512628" y="1053857"/>
                </a:lnTo>
                <a:lnTo>
                  <a:pt x="512966" y="1054198"/>
                </a:lnTo>
                <a:lnTo>
                  <a:pt x="513313" y="1054534"/>
                </a:lnTo>
                <a:lnTo>
                  <a:pt x="513669" y="1054865"/>
                </a:lnTo>
                <a:lnTo>
                  <a:pt x="514034" y="1055191"/>
                </a:lnTo>
                <a:lnTo>
                  <a:pt x="514408" y="1055513"/>
                </a:lnTo>
                <a:lnTo>
                  <a:pt x="514790" y="1055829"/>
                </a:lnTo>
                <a:lnTo>
                  <a:pt x="515182" y="1056140"/>
                </a:lnTo>
                <a:lnTo>
                  <a:pt x="515582" y="1056446"/>
                </a:lnTo>
                <a:lnTo>
                  <a:pt x="515992" y="1056747"/>
                </a:lnTo>
                <a:lnTo>
                  <a:pt x="516410" y="1057043"/>
                </a:lnTo>
                <a:lnTo>
                  <a:pt x="516837" y="1057335"/>
                </a:lnTo>
                <a:lnTo>
                  <a:pt x="517273" y="1057621"/>
                </a:lnTo>
                <a:lnTo>
                  <a:pt x="517718" y="1057902"/>
                </a:lnTo>
                <a:lnTo>
                  <a:pt x="518172" y="1058178"/>
                </a:lnTo>
                <a:lnTo>
                  <a:pt x="518634" y="1058449"/>
                </a:lnTo>
                <a:lnTo>
                  <a:pt x="519106" y="1058715"/>
                </a:lnTo>
                <a:lnTo>
                  <a:pt x="519586" y="1058976"/>
                </a:lnTo>
                <a:lnTo>
                  <a:pt x="520076" y="1059232"/>
                </a:lnTo>
                <a:lnTo>
                  <a:pt x="520587" y="1059481"/>
                </a:lnTo>
                <a:lnTo>
                  <a:pt x="521105" y="1059718"/>
                </a:lnTo>
                <a:lnTo>
                  <a:pt x="521630" y="1059946"/>
                </a:lnTo>
                <a:lnTo>
                  <a:pt x="522162" y="1060162"/>
                </a:lnTo>
                <a:lnTo>
                  <a:pt x="522702" y="1060368"/>
                </a:lnTo>
                <a:lnTo>
                  <a:pt x="523249" y="1060564"/>
                </a:lnTo>
                <a:lnTo>
                  <a:pt x="523803" y="1060749"/>
                </a:lnTo>
                <a:lnTo>
                  <a:pt x="524365" y="1060923"/>
                </a:lnTo>
                <a:lnTo>
                  <a:pt x="524933" y="1061087"/>
                </a:lnTo>
                <a:lnTo>
                  <a:pt x="525509" y="1061240"/>
                </a:lnTo>
                <a:lnTo>
                  <a:pt x="526092" y="1061383"/>
                </a:lnTo>
                <a:lnTo>
                  <a:pt x="526683" y="1061515"/>
                </a:lnTo>
                <a:lnTo>
                  <a:pt x="527280" y="1061636"/>
                </a:lnTo>
                <a:lnTo>
                  <a:pt x="527885" y="1061747"/>
                </a:lnTo>
                <a:lnTo>
                  <a:pt x="528497" y="1061848"/>
                </a:lnTo>
                <a:lnTo>
                  <a:pt x="529116" y="1061937"/>
                </a:lnTo>
                <a:lnTo>
                  <a:pt x="529743" y="1062017"/>
                </a:lnTo>
                <a:lnTo>
                  <a:pt x="530377" y="1062085"/>
                </a:lnTo>
                <a:lnTo>
                  <a:pt x="531018" y="1062143"/>
                </a:lnTo>
                <a:lnTo>
                  <a:pt x="531666" y="1062191"/>
                </a:lnTo>
                <a:lnTo>
                  <a:pt x="532321" y="1062228"/>
                </a:lnTo>
                <a:lnTo>
                  <a:pt x="532984" y="1062254"/>
                </a:lnTo>
                <a:lnTo>
                  <a:pt x="533654" y="1062270"/>
                </a:lnTo>
                <a:lnTo>
                  <a:pt x="534331" y="1062276"/>
                </a:lnTo>
                <a:lnTo>
                  <a:pt x="535089" y="1062267"/>
                </a:lnTo>
                <a:lnTo>
                  <a:pt x="535840" y="1062243"/>
                </a:lnTo>
                <a:lnTo>
                  <a:pt x="536586" y="1062203"/>
                </a:lnTo>
                <a:lnTo>
                  <a:pt x="537325" y="1062146"/>
                </a:lnTo>
                <a:lnTo>
                  <a:pt x="538058" y="1062074"/>
                </a:lnTo>
                <a:lnTo>
                  <a:pt x="538786" y="1061985"/>
                </a:lnTo>
                <a:lnTo>
                  <a:pt x="539507" y="1061880"/>
                </a:lnTo>
                <a:lnTo>
                  <a:pt x="540222" y="1061759"/>
                </a:lnTo>
                <a:lnTo>
                  <a:pt x="540930" y="1061622"/>
                </a:lnTo>
                <a:lnTo>
                  <a:pt x="541633" y="1061469"/>
                </a:lnTo>
                <a:lnTo>
                  <a:pt x="542330" y="1061300"/>
                </a:lnTo>
                <a:lnTo>
                  <a:pt x="543020" y="1061114"/>
                </a:lnTo>
                <a:lnTo>
                  <a:pt x="543704" y="1060913"/>
                </a:lnTo>
                <a:lnTo>
                  <a:pt x="544383" y="1060695"/>
                </a:lnTo>
                <a:lnTo>
                  <a:pt x="545055" y="1060461"/>
                </a:lnTo>
                <a:lnTo>
                  <a:pt x="545721" y="1060211"/>
                </a:lnTo>
                <a:lnTo>
                  <a:pt x="546381" y="1059945"/>
                </a:lnTo>
                <a:lnTo>
                  <a:pt x="547034" y="1059663"/>
                </a:lnTo>
                <a:lnTo>
                  <a:pt x="547682" y="1059364"/>
                </a:lnTo>
                <a:lnTo>
                  <a:pt x="548323" y="1059050"/>
                </a:lnTo>
                <a:lnTo>
                  <a:pt x="548959" y="1058719"/>
                </a:lnTo>
                <a:lnTo>
                  <a:pt x="549588" y="1058373"/>
                </a:lnTo>
                <a:lnTo>
                  <a:pt x="550211" y="1058010"/>
                </a:lnTo>
                <a:lnTo>
                  <a:pt x="550828" y="1057631"/>
                </a:lnTo>
                <a:lnTo>
                  <a:pt x="551450" y="1057223"/>
                </a:lnTo>
                <a:lnTo>
                  <a:pt x="552062" y="1056800"/>
                </a:lnTo>
                <a:lnTo>
                  <a:pt x="552663" y="1056362"/>
                </a:lnTo>
                <a:lnTo>
                  <a:pt x="553253" y="1055909"/>
                </a:lnTo>
                <a:lnTo>
                  <a:pt x="553833" y="1055441"/>
                </a:lnTo>
                <a:lnTo>
                  <a:pt x="554402" y="1054958"/>
                </a:lnTo>
                <a:lnTo>
                  <a:pt x="554961" y="1054460"/>
                </a:lnTo>
                <a:lnTo>
                  <a:pt x="555509" y="1053947"/>
                </a:lnTo>
                <a:lnTo>
                  <a:pt x="556046" y="1053419"/>
                </a:lnTo>
                <a:lnTo>
                  <a:pt x="556573" y="1052876"/>
                </a:lnTo>
                <a:lnTo>
                  <a:pt x="557090" y="1052318"/>
                </a:lnTo>
                <a:lnTo>
                  <a:pt x="557595" y="1051744"/>
                </a:lnTo>
                <a:lnTo>
                  <a:pt x="558091" y="1051156"/>
                </a:lnTo>
                <a:lnTo>
                  <a:pt x="558575" y="1050553"/>
                </a:lnTo>
                <a:lnTo>
                  <a:pt x="559049" y="1049935"/>
                </a:lnTo>
                <a:lnTo>
                  <a:pt x="559513" y="1049302"/>
                </a:lnTo>
                <a:lnTo>
                  <a:pt x="559966" y="1048654"/>
                </a:lnTo>
                <a:lnTo>
                  <a:pt x="560408" y="1047990"/>
                </a:lnTo>
                <a:lnTo>
                  <a:pt x="560840" y="1047312"/>
                </a:lnTo>
                <a:lnTo>
                  <a:pt x="561261" y="1046619"/>
                </a:lnTo>
                <a:lnTo>
                  <a:pt x="561672" y="1045911"/>
                </a:lnTo>
                <a:lnTo>
                  <a:pt x="562072" y="1045188"/>
                </a:lnTo>
                <a:lnTo>
                  <a:pt x="562462" y="1044449"/>
                </a:lnTo>
                <a:lnTo>
                  <a:pt x="562841" y="1043696"/>
                </a:lnTo>
                <a:lnTo>
                  <a:pt x="563207" y="1042915"/>
                </a:lnTo>
                <a:lnTo>
                  <a:pt x="563557" y="1042119"/>
                </a:lnTo>
                <a:lnTo>
                  <a:pt x="563892" y="1041308"/>
                </a:lnTo>
                <a:lnTo>
                  <a:pt x="564211" y="1040484"/>
                </a:lnTo>
                <a:lnTo>
                  <a:pt x="564515" y="1039644"/>
                </a:lnTo>
                <a:lnTo>
                  <a:pt x="564803" y="1038791"/>
                </a:lnTo>
                <a:lnTo>
                  <a:pt x="565076" y="1037923"/>
                </a:lnTo>
                <a:lnTo>
                  <a:pt x="565332" y="1037040"/>
                </a:lnTo>
                <a:lnTo>
                  <a:pt x="565574" y="1036143"/>
                </a:lnTo>
                <a:lnTo>
                  <a:pt x="565800" y="1035231"/>
                </a:lnTo>
                <a:lnTo>
                  <a:pt x="566010" y="1034306"/>
                </a:lnTo>
                <a:lnTo>
                  <a:pt x="566204" y="1033365"/>
                </a:lnTo>
                <a:lnTo>
                  <a:pt x="566384" y="1032410"/>
                </a:lnTo>
                <a:lnTo>
                  <a:pt x="566547" y="1031441"/>
                </a:lnTo>
                <a:lnTo>
                  <a:pt x="566695" y="1030457"/>
                </a:lnTo>
                <a:lnTo>
                  <a:pt x="566827" y="1029459"/>
                </a:lnTo>
                <a:lnTo>
                  <a:pt x="566944" y="1028446"/>
                </a:lnTo>
                <a:lnTo>
                  <a:pt x="567045" y="1027419"/>
                </a:lnTo>
                <a:lnTo>
                  <a:pt x="567131" y="1026377"/>
                </a:lnTo>
                <a:lnTo>
                  <a:pt x="567201" y="1025321"/>
                </a:lnTo>
                <a:lnTo>
                  <a:pt x="567256" y="1024251"/>
                </a:lnTo>
                <a:lnTo>
                  <a:pt x="567295" y="1023165"/>
                </a:lnTo>
                <a:lnTo>
                  <a:pt x="567318" y="1022066"/>
                </a:lnTo>
                <a:lnTo>
                  <a:pt x="567326" y="1020952"/>
                </a:lnTo>
                <a:lnTo>
                  <a:pt x="567326" y="1018870"/>
                </a:lnTo>
                <a:lnTo>
                  <a:pt x="567318" y="1017665"/>
                </a:lnTo>
                <a:lnTo>
                  <a:pt x="567296" y="1016478"/>
                </a:lnTo>
                <a:lnTo>
                  <a:pt x="567258" y="1015311"/>
                </a:lnTo>
                <a:lnTo>
                  <a:pt x="567206" y="1014163"/>
                </a:lnTo>
                <a:lnTo>
                  <a:pt x="567138" y="1013033"/>
                </a:lnTo>
                <a:lnTo>
                  <a:pt x="567055" y="1011922"/>
                </a:lnTo>
                <a:lnTo>
                  <a:pt x="566958" y="1010831"/>
                </a:lnTo>
                <a:lnTo>
                  <a:pt x="566845" y="1009758"/>
                </a:lnTo>
                <a:lnTo>
                  <a:pt x="566718" y="1008704"/>
                </a:lnTo>
                <a:lnTo>
                  <a:pt x="566575" y="1007669"/>
                </a:lnTo>
                <a:lnTo>
                  <a:pt x="566417" y="1006653"/>
                </a:lnTo>
                <a:lnTo>
                  <a:pt x="566245" y="1005656"/>
                </a:lnTo>
                <a:lnTo>
                  <a:pt x="566057" y="1004678"/>
                </a:lnTo>
                <a:lnTo>
                  <a:pt x="565854" y="1003718"/>
                </a:lnTo>
                <a:lnTo>
                  <a:pt x="565636" y="1002778"/>
                </a:lnTo>
                <a:lnTo>
                  <a:pt x="565404" y="1001856"/>
                </a:lnTo>
                <a:lnTo>
                  <a:pt x="565156" y="1000954"/>
                </a:lnTo>
                <a:lnTo>
                  <a:pt x="564893" y="1000070"/>
                </a:lnTo>
                <a:lnTo>
                  <a:pt x="564615" y="999205"/>
                </a:lnTo>
                <a:lnTo>
                  <a:pt x="564322" y="998359"/>
                </a:lnTo>
                <a:lnTo>
                  <a:pt x="564015" y="997532"/>
                </a:lnTo>
                <a:lnTo>
                  <a:pt x="563692" y="996724"/>
                </a:lnTo>
                <a:lnTo>
                  <a:pt x="563354" y="995935"/>
                </a:lnTo>
                <a:lnTo>
                  <a:pt x="563001" y="995165"/>
                </a:lnTo>
                <a:lnTo>
                  <a:pt x="562649" y="994412"/>
                </a:lnTo>
                <a:lnTo>
                  <a:pt x="562285" y="993677"/>
                </a:lnTo>
                <a:lnTo>
                  <a:pt x="561910" y="992957"/>
                </a:lnTo>
                <a:lnTo>
                  <a:pt x="561524" y="992255"/>
                </a:lnTo>
                <a:lnTo>
                  <a:pt x="561127" y="991569"/>
                </a:lnTo>
                <a:lnTo>
                  <a:pt x="560719" y="990900"/>
                </a:lnTo>
                <a:lnTo>
                  <a:pt x="560299" y="990248"/>
                </a:lnTo>
                <a:lnTo>
                  <a:pt x="559869" y="989612"/>
                </a:lnTo>
                <a:lnTo>
                  <a:pt x="559427" y="988993"/>
                </a:lnTo>
                <a:lnTo>
                  <a:pt x="558975" y="988391"/>
                </a:lnTo>
                <a:lnTo>
                  <a:pt x="558511" y="987805"/>
                </a:lnTo>
                <a:lnTo>
                  <a:pt x="558036" y="987236"/>
                </a:lnTo>
                <a:lnTo>
                  <a:pt x="557550" y="986684"/>
                </a:lnTo>
                <a:lnTo>
                  <a:pt x="557053" y="986149"/>
                </a:lnTo>
                <a:lnTo>
                  <a:pt x="556544" y="985630"/>
                </a:lnTo>
                <a:lnTo>
                  <a:pt x="556025" y="985128"/>
                </a:lnTo>
                <a:lnTo>
                  <a:pt x="555494" y="984642"/>
                </a:lnTo>
                <a:lnTo>
                  <a:pt x="554953" y="984173"/>
                </a:lnTo>
                <a:lnTo>
                  <a:pt x="554400" y="983721"/>
                </a:lnTo>
                <a:lnTo>
                  <a:pt x="553836" y="983286"/>
                </a:lnTo>
                <a:lnTo>
                  <a:pt x="553261" y="982867"/>
                </a:lnTo>
                <a:lnTo>
                  <a:pt x="552675" y="982465"/>
                </a:lnTo>
                <a:lnTo>
                  <a:pt x="552077" y="982079"/>
                </a:lnTo>
                <a:lnTo>
                  <a:pt x="551469" y="981711"/>
                </a:lnTo>
                <a:lnTo>
                  <a:pt x="550865" y="981345"/>
                </a:lnTo>
                <a:lnTo>
                  <a:pt x="550253" y="980994"/>
                </a:lnTo>
                <a:lnTo>
                  <a:pt x="549635" y="980660"/>
                </a:lnTo>
                <a:lnTo>
                  <a:pt x="549009" y="980340"/>
                </a:lnTo>
                <a:lnTo>
                  <a:pt x="548375" y="980037"/>
                </a:lnTo>
                <a:lnTo>
                  <a:pt x="547735" y="979749"/>
                </a:lnTo>
                <a:lnTo>
                  <a:pt x="547087" y="979476"/>
                </a:lnTo>
                <a:lnTo>
                  <a:pt x="546433" y="979219"/>
                </a:lnTo>
                <a:lnTo>
                  <a:pt x="545770" y="978978"/>
                </a:lnTo>
                <a:lnTo>
                  <a:pt x="545101" y="978752"/>
                </a:lnTo>
                <a:lnTo>
                  <a:pt x="544425" y="978542"/>
                </a:lnTo>
                <a:lnTo>
                  <a:pt x="543741" y="978347"/>
                </a:lnTo>
                <a:lnTo>
                  <a:pt x="543050" y="978168"/>
                </a:lnTo>
                <a:lnTo>
                  <a:pt x="542352" y="978005"/>
                </a:lnTo>
                <a:lnTo>
                  <a:pt x="541646" y="977857"/>
                </a:lnTo>
                <a:lnTo>
                  <a:pt x="540933" y="977724"/>
                </a:lnTo>
                <a:lnTo>
                  <a:pt x="540213" y="977607"/>
                </a:lnTo>
                <a:lnTo>
                  <a:pt x="539486" y="977506"/>
                </a:lnTo>
                <a:lnTo>
                  <a:pt x="538752" y="977421"/>
                </a:lnTo>
                <a:lnTo>
                  <a:pt x="538010" y="977350"/>
                </a:lnTo>
                <a:lnTo>
                  <a:pt x="537261" y="977296"/>
                </a:lnTo>
                <a:lnTo>
                  <a:pt x="536505" y="977257"/>
                </a:lnTo>
                <a:lnTo>
                  <a:pt x="535742" y="977234"/>
                </a:lnTo>
                <a:lnTo>
                  <a:pt x="534972" y="977226"/>
                </a:lnTo>
                <a:lnTo>
                  <a:pt x="534228" y="977232"/>
                </a:lnTo>
                <a:lnTo>
                  <a:pt x="533493" y="977249"/>
                </a:lnTo>
                <a:lnTo>
                  <a:pt x="532767" y="977278"/>
                </a:lnTo>
                <a:lnTo>
                  <a:pt x="532048" y="977319"/>
                </a:lnTo>
                <a:lnTo>
                  <a:pt x="531339" y="977372"/>
                </a:lnTo>
                <a:lnTo>
                  <a:pt x="530637" y="977436"/>
                </a:lnTo>
                <a:lnTo>
                  <a:pt x="529944" y="977512"/>
                </a:lnTo>
                <a:lnTo>
                  <a:pt x="529259" y="977600"/>
                </a:lnTo>
                <a:lnTo>
                  <a:pt x="528582" y="977699"/>
                </a:lnTo>
                <a:lnTo>
                  <a:pt x="527914" y="977810"/>
                </a:lnTo>
                <a:lnTo>
                  <a:pt x="527254" y="977932"/>
                </a:lnTo>
                <a:lnTo>
                  <a:pt x="526603" y="978067"/>
                </a:lnTo>
                <a:lnTo>
                  <a:pt x="525960" y="978213"/>
                </a:lnTo>
                <a:lnTo>
                  <a:pt x="525325" y="978370"/>
                </a:lnTo>
                <a:lnTo>
                  <a:pt x="524698" y="978540"/>
                </a:lnTo>
                <a:lnTo>
                  <a:pt x="524080" y="978721"/>
                </a:lnTo>
                <a:lnTo>
                  <a:pt x="523470" y="978914"/>
                </a:lnTo>
                <a:lnTo>
                  <a:pt x="522869" y="979118"/>
                </a:lnTo>
                <a:lnTo>
                  <a:pt x="522276" y="979334"/>
                </a:lnTo>
                <a:lnTo>
                  <a:pt x="521691" y="979562"/>
                </a:lnTo>
                <a:lnTo>
                  <a:pt x="521114" y="979801"/>
                </a:lnTo>
                <a:lnTo>
                  <a:pt x="520546" y="980052"/>
                </a:lnTo>
                <a:lnTo>
                  <a:pt x="519987" y="980315"/>
                </a:lnTo>
                <a:lnTo>
                  <a:pt x="519435" y="980589"/>
                </a:lnTo>
                <a:lnTo>
                  <a:pt x="518906" y="980875"/>
                </a:lnTo>
                <a:lnTo>
                  <a:pt x="518387" y="981172"/>
                </a:lnTo>
                <a:lnTo>
                  <a:pt x="517879" y="981480"/>
                </a:lnTo>
                <a:lnTo>
                  <a:pt x="517380" y="981800"/>
                </a:lnTo>
                <a:lnTo>
                  <a:pt x="516891" y="982130"/>
                </a:lnTo>
                <a:lnTo>
                  <a:pt x="516412" y="982471"/>
                </a:lnTo>
                <a:lnTo>
                  <a:pt x="515943" y="982824"/>
                </a:lnTo>
                <a:lnTo>
                  <a:pt x="515484" y="983188"/>
                </a:lnTo>
                <a:lnTo>
                  <a:pt x="515036" y="983563"/>
                </a:lnTo>
                <a:lnTo>
                  <a:pt x="514597" y="983949"/>
                </a:lnTo>
                <a:lnTo>
                  <a:pt x="514168" y="984346"/>
                </a:lnTo>
                <a:lnTo>
                  <a:pt x="513749" y="984754"/>
                </a:lnTo>
                <a:lnTo>
                  <a:pt x="513340" y="985173"/>
                </a:lnTo>
                <a:lnTo>
                  <a:pt x="512942" y="985604"/>
                </a:lnTo>
                <a:lnTo>
                  <a:pt x="512553" y="986045"/>
                </a:lnTo>
                <a:lnTo>
                  <a:pt x="512174" y="986498"/>
                </a:lnTo>
                <a:lnTo>
                  <a:pt x="511805" y="986962"/>
                </a:lnTo>
                <a:lnTo>
                  <a:pt x="511447" y="987437"/>
                </a:lnTo>
                <a:lnTo>
                  <a:pt x="511098" y="987923"/>
                </a:lnTo>
                <a:lnTo>
                  <a:pt x="510759" y="988420"/>
                </a:lnTo>
                <a:lnTo>
                  <a:pt x="510431" y="988928"/>
                </a:lnTo>
                <a:lnTo>
                  <a:pt x="510112" y="989448"/>
                </a:lnTo>
                <a:lnTo>
                  <a:pt x="509803" y="989978"/>
                </a:lnTo>
                <a:lnTo>
                  <a:pt x="509505" y="990520"/>
                </a:lnTo>
                <a:lnTo>
                  <a:pt x="507743" y="978828"/>
                </a:lnTo>
                <a:lnTo>
                  <a:pt x="494769" y="978828"/>
                </a:lnTo>
                <a:lnTo>
                  <a:pt x="494769" y="1089664"/>
                </a:lnTo>
                <a:lnTo>
                  <a:pt x="510786" y="1089664"/>
                </a:lnTo>
                <a:lnTo>
                  <a:pt x="510786" y="1051704"/>
                </a:lnTo>
                <a:lnTo>
                  <a:pt x="511071" y="1052076"/>
                </a:lnTo>
                <a:lnTo>
                  <a:pt x="511364" y="1052442"/>
                </a:lnTo>
                <a:lnTo>
                  <a:pt x="511667" y="1052803"/>
                </a:lnTo>
                <a:lnTo>
                  <a:pt x="511978" y="1053159"/>
                </a:lnTo>
                <a:lnTo>
                  <a:pt x="512299" y="1053511"/>
                </a:lnTo>
                <a:close/>
                <a:moveTo>
                  <a:pt x="526248" y="1050198"/>
                </a:moveTo>
                <a:lnTo>
                  <a:pt x="525593" y="1050032"/>
                </a:lnTo>
                <a:lnTo>
                  <a:pt x="524948" y="1049842"/>
                </a:lnTo>
                <a:lnTo>
                  <a:pt x="524315" y="1049631"/>
                </a:lnTo>
                <a:lnTo>
                  <a:pt x="523692" y="1049398"/>
                </a:lnTo>
                <a:lnTo>
                  <a:pt x="523079" y="1049142"/>
                </a:lnTo>
                <a:lnTo>
                  <a:pt x="522477" y="1048864"/>
                </a:lnTo>
                <a:lnTo>
                  <a:pt x="521886" y="1048563"/>
                </a:lnTo>
                <a:lnTo>
                  <a:pt x="521305" y="1048241"/>
                </a:lnTo>
                <a:lnTo>
                  <a:pt x="520734" y="1047896"/>
                </a:lnTo>
                <a:lnTo>
                  <a:pt x="520175" y="1047529"/>
                </a:lnTo>
                <a:lnTo>
                  <a:pt x="519625" y="1047140"/>
                </a:lnTo>
                <a:lnTo>
                  <a:pt x="519087" y="1046728"/>
                </a:lnTo>
                <a:lnTo>
                  <a:pt x="518559" y="1046294"/>
                </a:lnTo>
                <a:lnTo>
                  <a:pt x="518041" y="1045838"/>
                </a:lnTo>
                <a:lnTo>
                  <a:pt x="517534" y="1045360"/>
                </a:lnTo>
                <a:lnTo>
                  <a:pt x="517038" y="1044859"/>
                </a:lnTo>
                <a:lnTo>
                  <a:pt x="516552" y="1044337"/>
                </a:lnTo>
                <a:lnTo>
                  <a:pt x="516082" y="1043791"/>
                </a:lnTo>
                <a:lnTo>
                  <a:pt x="515631" y="1043220"/>
                </a:lnTo>
                <a:lnTo>
                  <a:pt x="515201" y="1042625"/>
                </a:lnTo>
                <a:lnTo>
                  <a:pt x="514790" y="1042005"/>
                </a:lnTo>
                <a:lnTo>
                  <a:pt x="514400" y="1041361"/>
                </a:lnTo>
                <a:lnTo>
                  <a:pt x="514029" y="1040693"/>
                </a:lnTo>
                <a:lnTo>
                  <a:pt x="513679" y="1040000"/>
                </a:lnTo>
                <a:lnTo>
                  <a:pt x="513349" y="1039282"/>
                </a:lnTo>
                <a:lnTo>
                  <a:pt x="513038" y="1038541"/>
                </a:lnTo>
                <a:lnTo>
                  <a:pt x="512748" y="1037774"/>
                </a:lnTo>
                <a:lnTo>
                  <a:pt x="512478" y="1036983"/>
                </a:lnTo>
                <a:lnTo>
                  <a:pt x="512228" y="1036168"/>
                </a:lnTo>
                <a:lnTo>
                  <a:pt x="511997" y="1035328"/>
                </a:lnTo>
                <a:lnTo>
                  <a:pt x="511787" y="1034464"/>
                </a:lnTo>
                <a:lnTo>
                  <a:pt x="511597" y="1033575"/>
                </a:lnTo>
                <a:lnTo>
                  <a:pt x="511427" y="1032662"/>
                </a:lnTo>
                <a:lnTo>
                  <a:pt x="511277" y="1031724"/>
                </a:lnTo>
                <a:lnTo>
                  <a:pt x="511146" y="1030762"/>
                </a:lnTo>
                <a:lnTo>
                  <a:pt x="511036" y="1029776"/>
                </a:lnTo>
                <a:lnTo>
                  <a:pt x="510946" y="1028765"/>
                </a:lnTo>
                <a:lnTo>
                  <a:pt x="510876" y="1027729"/>
                </a:lnTo>
                <a:lnTo>
                  <a:pt x="510826" y="1026669"/>
                </a:lnTo>
                <a:lnTo>
                  <a:pt x="510796" y="1025585"/>
                </a:lnTo>
                <a:lnTo>
                  <a:pt x="510786" y="1024476"/>
                </a:lnTo>
                <a:lnTo>
                  <a:pt x="510786" y="1015186"/>
                </a:lnTo>
                <a:lnTo>
                  <a:pt x="510791" y="1014366"/>
                </a:lnTo>
                <a:lnTo>
                  <a:pt x="510806" y="1013560"/>
                </a:lnTo>
                <a:lnTo>
                  <a:pt x="510831" y="1012768"/>
                </a:lnTo>
                <a:lnTo>
                  <a:pt x="510866" y="1011991"/>
                </a:lnTo>
                <a:lnTo>
                  <a:pt x="510911" y="1011229"/>
                </a:lnTo>
                <a:lnTo>
                  <a:pt x="510966" y="1010481"/>
                </a:lnTo>
                <a:lnTo>
                  <a:pt x="511031" y="1009747"/>
                </a:lnTo>
                <a:lnTo>
                  <a:pt x="511106" y="1009028"/>
                </a:lnTo>
                <a:lnTo>
                  <a:pt x="511191" y="1008324"/>
                </a:lnTo>
                <a:lnTo>
                  <a:pt x="511287" y="1007634"/>
                </a:lnTo>
                <a:lnTo>
                  <a:pt x="511392" y="1006958"/>
                </a:lnTo>
                <a:lnTo>
                  <a:pt x="511507" y="1006297"/>
                </a:lnTo>
                <a:lnTo>
                  <a:pt x="511632" y="1005650"/>
                </a:lnTo>
                <a:lnTo>
                  <a:pt x="511767" y="1005017"/>
                </a:lnTo>
                <a:lnTo>
                  <a:pt x="511912" y="1004400"/>
                </a:lnTo>
                <a:lnTo>
                  <a:pt x="512067" y="1003796"/>
                </a:lnTo>
                <a:lnTo>
                  <a:pt x="512233" y="1003207"/>
                </a:lnTo>
                <a:lnTo>
                  <a:pt x="512408" y="1002633"/>
                </a:lnTo>
                <a:lnTo>
                  <a:pt x="512593" y="1002073"/>
                </a:lnTo>
                <a:lnTo>
                  <a:pt x="512788" y="1001527"/>
                </a:lnTo>
                <a:lnTo>
                  <a:pt x="512993" y="1000996"/>
                </a:lnTo>
                <a:lnTo>
                  <a:pt x="513209" y="1000479"/>
                </a:lnTo>
                <a:lnTo>
                  <a:pt x="513434" y="999977"/>
                </a:lnTo>
                <a:lnTo>
                  <a:pt x="513669" y="999489"/>
                </a:lnTo>
                <a:lnTo>
                  <a:pt x="513912" y="999002"/>
                </a:lnTo>
                <a:lnTo>
                  <a:pt x="514162" y="998526"/>
                </a:lnTo>
                <a:lnTo>
                  <a:pt x="514417" y="998063"/>
                </a:lnTo>
                <a:lnTo>
                  <a:pt x="514679" y="997612"/>
                </a:lnTo>
                <a:lnTo>
                  <a:pt x="514947" y="997173"/>
                </a:lnTo>
                <a:lnTo>
                  <a:pt x="515221" y="996746"/>
                </a:lnTo>
                <a:lnTo>
                  <a:pt x="515501" y="996332"/>
                </a:lnTo>
                <a:lnTo>
                  <a:pt x="515787" y="995930"/>
                </a:lnTo>
                <a:lnTo>
                  <a:pt x="516079" y="995540"/>
                </a:lnTo>
                <a:lnTo>
                  <a:pt x="516378" y="995163"/>
                </a:lnTo>
                <a:lnTo>
                  <a:pt x="516682" y="994797"/>
                </a:lnTo>
                <a:lnTo>
                  <a:pt x="516993" y="994444"/>
                </a:lnTo>
                <a:lnTo>
                  <a:pt x="517309" y="994103"/>
                </a:lnTo>
                <a:lnTo>
                  <a:pt x="517632" y="993774"/>
                </a:lnTo>
                <a:lnTo>
                  <a:pt x="517961" y="993458"/>
                </a:lnTo>
                <a:lnTo>
                  <a:pt x="518296" y="993154"/>
                </a:lnTo>
                <a:lnTo>
                  <a:pt x="518637" y="992862"/>
                </a:lnTo>
                <a:lnTo>
                  <a:pt x="518985" y="992582"/>
                </a:lnTo>
                <a:lnTo>
                  <a:pt x="519338" y="992315"/>
                </a:lnTo>
                <a:lnTo>
                  <a:pt x="519698" y="992059"/>
                </a:lnTo>
                <a:lnTo>
                  <a:pt x="520063" y="991816"/>
                </a:lnTo>
                <a:lnTo>
                  <a:pt x="520435" y="991586"/>
                </a:lnTo>
                <a:lnTo>
                  <a:pt x="520813" y="991367"/>
                </a:lnTo>
                <a:lnTo>
                  <a:pt x="521197" y="991161"/>
                </a:lnTo>
                <a:lnTo>
                  <a:pt x="521585" y="990952"/>
                </a:lnTo>
                <a:lnTo>
                  <a:pt x="521976" y="990751"/>
                </a:lnTo>
                <a:lnTo>
                  <a:pt x="522368" y="990560"/>
                </a:lnTo>
                <a:lnTo>
                  <a:pt x="522763" y="990378"/>
                </a:lnTo>
                <a:lnTo>
                  <a:pt x="523160" y="990204"/>
                </a:lnTo>
                <a:lnTo>
                  <a:pt x="523560" y="990039"/>
                </a:lnTo>
                <a:lnTo>
                  <a:pt x="523961" y="989884"/>
                </a:lnTo>
                <a:lnTo>
                  <a:pt x="524365" y="989737"/>
                </a:lnTo>
                <a:lnTo>
                  <a:pt x="524771" y="989599"/>
                </a:lnTo>
                <a:lnTo>
                  <a:pt x="525179" y="989470"/>
                </a:lnTo>
                <a:lnTo>
                  <a:pt x="525589" y="989350"/>
                </a:lnTo>
                <a:lnTo>
                  <a:pt x="526002" y="989239"/>
                </a:lnTo>
                <a:lnTo>
                  <a:pt x="526417" y="989136"/>
                </a:lnTo>
                <a:lnTo>
                  <a:pt x="526834" y="989043"/>
                </a:lnTo>
                <a:lnTo>
                  <a:pt x="527253" y="988958"/>
                </a:lnTo>
                <a:lnTo>
                  <a:pt x="527675" y="988883"/>
                </a:lnTo>
                <a:lnTo>
                  <a:pt x="528099" y="988816"/>
                </a:lnTo>
                <a:lnTo>
                  <a:pt x="528525" y="988758"/>
                </a:lnTo>
                <a:lnTo>
                  <a:pt x="528953" y="988709"/>
                </a:lnTo>
                <a:lnTo>
                  <a:pt x="529383" y="988669"/>
                </a:lnTo>
                <a:lnTo>
                  <a:pt x="529816" y="988638"/>
                </a:lnTo>
                <a:lnTo>
                  <a:pt x="530251" y="988616"/>
                </a:lnTo>
                <a:lnTo>
                  <a:pt x="530688" y="988602"/>
                </a:lnTo>
                <a:lnTo>
                  <a:pt x="531127" y="988598"/>
                </a:lnTo>
                <a:lnTo>
                  <a:pt x="531580" y="988603"/>
                </a:lnTo>
                <a:lnTo>
                  <a:pt x="532028" y="988617"/>
                </a:lnTo>
                <a:lnTo>
                  <a:pt x="532474" y="988640"/>
                </a:lnTo>
                <a:lnTo>
                  <a:pt x="532916" y="988674"/>
                </a:lnTo>
                <a:lnTo>
                  <a:pt x="533355" y="988716"/>
                </a:lnTo>
                <a:lnTo>
                  <a:pt x="533790" y="988768"/>
                </a:lnTo>
                <a:lnTo>
                  <a:pt x="534222" y="988830"/>
                </a:lnTo>
                <a:lnTo>
                  <a:pt x="534651" y="988900"/>
                </a:lnTo>
                <a:lnTo>
                  <a:pt x="535077" y="988981"/>
                </a:lnTo>
                <a:lnTo>
                  <a:pt x="535499" y="989071"/>
                </a:lnTo>
                <a:lnTo>
                  <a:pt x="535918" y="989170"/>
                </a:lnTo>
                <a:lnTo>
                  <a:pt x="536333" y="989279"/>
                </a:lnTo>
                <a:lnTo>
                  <a:pt x="536745" y="989397"/>
                </a:lnTo>
                <a:lnTo>
                  <a:pt x="537154" y="989524"/>
                </a:lnTo>
                <a:lnTo>
                  <a:pt x="537559" y="989662"/>
                </a:lnTo>
                <a:lnTo>
                  <a:pt x="537961" y="989808"/>
                </a:lnTo>
                <a:lnTo>
                  <a:pt x="538360" y="989964"/>
                </a:lnTo>
                <a:lnTo>
                  <a:pt x="538756" y="990130"/>
                </a:lnTo>
                <a:lnTo>
                  <a:pt x="539148" y="990304"/>
                </a:lnTo>
                <a:lnTo>
                  <a:pt x="539536" y="990489"/>
                </a:lnTo>
                <a:lnTo>
                  <a:pt x="539922" y="990683"/>
                </a:lnTo>
                <a:lnTo>
                  <a:pt x="540304" y="990886"/>
                </a:lnTo>
                <a:lnTo>
                  <a:pt x="540683" y="991099"/>
                </a:lnTo>
                <a:lnTo>
                  <a:pt x="541058" y="991321"/>
                </a:lnTo>
                <a:lnTo>
                  <a:pt x="541442" y="991540"/>
                </a:lnTo>
                <a:lnTo>
                  <a:pt x="541819" y="991770"/>
                </a:lnTo>
                <a:lnTo>
                  <a:pt x="542189" y="992011"/>
                </a:lnTo>
                <a:lnTo>
                  <a:pt x="542553" y="992264"/>
                </a:lnTo>
                <a:lnTo>
                  <a:pt x="542910" y="992528"/>
                </a:lnTo>
                <a:lnTo>
                  <a:pt x="543260" y="992802"/>
                </a:lnTo>
                <a:lnTo>
                  <a:pt x="543604" y="993088"/>
                </a:lnTo>
                <a:lnTo>
                  <a:pt x="543941" y="993385"/>
                </a:lnTo>
                <a:lnTo>
                  <a:pt x="544271" y="993693"/>
                </a:lnTo>
                <a:lnTo>
                  <a:pt x="544595" y="994012"/>
                </a:lnTo>
                <a:lnTo>
                  <a:pt x="544912" y="994343"/>
                </a:lnTo>
                <a:lnTo>
                  <a:pt x="545222" y="994684"/>
                </a:lnTo>
                <a:lnTo>
                  <a:pt x="545526" y="995037"/>
                </a:lnTo>
                <a:lnTo>
                  <a:pt x="545823" y="995401"/>
                </a:lnTo>
                <a:lnTo>
                  <a:pt x="546113" y="995775"/>
                </a:lnTo>
                <a:lnTo>
                  <a:pt x="546397" y="996161"/>
                </a:lnTo>
                <a:lnTo>
                  <a:pt x="546674" y="996558"/>
                </a:lnTo>
                <a:lnTo>
                  <a:pt x="546944" y="996967"/>
                </a:lnTo>
                <a:lnTo>
                  <a:pt x="547208" y="997386"/>
                </a:lnTo>
                <a:lnTo>
                  <a:pt x="547465" y="997816"/>
                </a:lnTo>
                <a:lnTo>
                  <a:pt x="547715" y="998258"/>
                </a:lnTo>
                <a:lnTo>
                  <a:pt x="547959" y="998711"/>
                </a:lnTo>
                <a:lnTo>
                  <a:pt x="548195" y="999175"/>
                </a:lnTo>
                <a:lnTo>
                  <a:pt x="548426" y="999650"/>
                </a:lnTo>
                <a:lnTo>
                  <a:pt x="548648" y="1000137"/>
                </a:lnTo>
                <a:lnTo>
                  <a:pt x="548861" y="1000638"/>
                </a:lnTo>
                <a:lnTo>
                  <a:pt x="549064" y="1001154"/>
                </a:lnTo>
                <a:lnTo>
                  <a:pt x="549258" y="1001683"/>
                </a:lnTo>
                <a:lnTo>
                  <a:pt x="549442" y="1002226"/>
                </a:lnTo>
                <a:lnTo>
                  <a:pt x="549617" y="1002783"/>
                </a:lnTo>
                <a:lnTo>
                  <a:pt x="549782" y="1003354"/>
                </a:lnTo>
                <a:lnTo>
                  <a:pt x="549938" y="1003938"/>
                </a:lnTo>
                <a:lnTo>
                  <a:pt x="550085" y="1004537"/>
                </a:lnTo>
                <a:lnTo>
                  <a:pt x="550222" y="1005150"/>
                </a:lnTo>
                <a:lnTo>
                  <a:pt x="550350" y="1005776"/>
                </a:lnTo>
                <a:lnTo>
                  <a:pt x="550468" y="1006417"/>
                </a:lnTo>
                <a:lnTo>
                  <a:pt x="550577" y="1007071"/>
                </a:lnTo>
                <a:lnTo>
                  <a:pt x="550676" y="1007739"/>
                </a:lnTo>
                <a:lnTo>
                  <a:pt x="550766" y="1008421"/>
                </a:lnTo>
                <a:lnTo>
                  <a:pt x="550846" y="1009117"/>
                </a:lnTo>
                <a:lnTo>
                  <a:pt x="550917" y="1009827"/>
                </a:lnTo>
                <a:lnTo>
                  <a:pt x="550978" y="1010551"/>
                </a:lnTo>
                <a:lnTo>
                  <a:pt x="551030" y="1011289"/>
                </a:lnTo>
                <a:lnTo>
                  <a:pt x="551073" y="1012040"/>
                </a:lnTo>
                <a:lnTo>
                  <a:pt x="551106" y="1012806"/>
                </a:lnTo>
                <a:lnTo>
                  <a:pt x="551130" y="1013585"/>
                </a:lnTo>
                <a:lnTo>
                  <a:pt x="551144" y="1014379"/>
                </a:lnTo>
                <a:lnTo>
                  <a:pt x="551149" y="1015186"/>
                </a:lnTo>
                <a:lnTo>
                  <a:pt x="551149" y="1024476"/>
                </a:lnTo>
                <a:lnTo>
                  <a:pt x="551139" y="1025585"/>
                </a:lnTo>
                <a:lnTo>
                  <a:pt x="551110" y="1026669"/>
                </a:lnTo>
                <a:lnTo>
                  <a:pt x="551061" y="1027729"/>
                </a:lnTo>
                <a:lnTo>
                  <a:pt x="550993" y="1028765"/>
                </a:lnTo>
                <a:lnTo>
                  <a:pt x="550905" y="1029776"/>
                </a:lnTo>
                <a:lnTo>
                  <a:pt x="550798" y="1030762"/>
                </a:lnTo>
                <a:lnTo>
                  <a:pt x="550672" y="1031724"/>
                </a:lnTo>
                <a:lnTo>
                  <a:pt x="550526" y="1032662"/>
                </a:lnTo>
                <a:lnTo>
                  <a:pt x="550360" y="1033575"/>
                </a:lnTo>
                <a:lnTo>
                  <a:pt x="550175" y="1034464"/>
                </a:lnTo>
                <a:lnTo>
                  <a:pt x="549971" y="1035328"/>
                </a:lnTo>
                <a:lnTo>
                  <a:pt x="549747" y="1036168"/>
                </a:lnTo>
                <a:lnTo>
                  <a:pt x="549504" y="1036983"/>
                </a:lnTo>
                <a:lnTo>
                  <a:pt x="549241" y="1037774"/>
                </a:lnTo>
                <a:lnTo>
                  <a:pt x="548959" y="1038541"/>
                </a:lnTo>
                <a:lnTo>
                  <a:pt x="548657" y="1039282"/>
                </a:lnTo>
                <a:lnTo>
                  <a:pt x="548336" y="1040000"/>
                </a:lnTo>
                <a:lnTo>
                  <a:pt x="547995" y="1040693"/>
                </a:lnTo>
                <a:lnTo>
                  <a:pt x="547635" y="1041361"/>
                </a:lnTo>
                <a:lnTo>
                  <a:pt x="547256" y="1042005"/>
                </a:lnTo>
                <a:lnTo>
                  <a:pt x="546857" y="1042625"/>
                </a:lnTo>
                <a:lnTo>
                  <a:pt x="546438" y="1043220"/>
                </a:lnTo>
                <a:lnTo>
                  <a:pt x="546000" y="1043791"/>
                </a:lnTo>
                <a:lnTo>
                  <a:pt x="545543" y="1044337"/>
                </a:lnTo>
                <a:lnTo>
                  <a:pt x="545070" y="1044859"/>
                </a:lnTo>
                <a:lnTo>
                  <a:pt x="544586" y="1045360"/>
                </a:lnTo>
                <a:lnTo>
                  <a:pt x="544091" y="1045838"/>
                </a:lnTo>
                <a:lnTo>
                  <a:pt x="543585" y="1046294"/>
                </a:lnTo>
                <a:lnTo>
                  <a:pt x="543068" y="1046728"/>
                </a:lnTo>
                <a:lnTo>
                  <a:pt x="542540" y="1047140"/>
                </a:lnTo>
                <a:lnTo>
                  <a:pt x="542000" y="1047529"/>
                </a:lnTo>
                <a:lnTo>
                  <a:pt x="541449" y="1047896"/>
                </a:lnTo>
                <a:lnTo>
                  <a:pt x="540888" y="1048241"/>
                </a:lnTo>
                <a:lnTo>
                  <a:pt x="540315" y="1048563"/>
                </a:lnTo>
                <a:lnTo>
                  <a:pt x="539731" y="1048864"/>
                </a:lnTo>
                <a:lnTo>
                  <a:pt x="539136" y="1049142"/>
                </a:lnTo>
                <a:lnTo>
                  <a:pt x="538530" y="1049398"/>
                </a:lnTo>
                <a:lnTo>
                  <a:pt x="537912" y="1049631"/>
                </a:lnTo>
                <a:lnTo>
                  <a:pt x="537284" y="1049842"/>
                </a:lnTo>
                <a:lnTo>
                  <a:pt x="536644" y="1050032"/>
                </a:lnTo>
                <a:lnTo>
                  <a:pt x="535994" y="1050198"/>
                </a:lnTo>
                <a:lnTo>
                  <a:pt x="535332" y="1050343"/>
                </a:lnTo>
                <a:lnTo>
                  <a:pt x="534659" y="1050465"/>
                </a:lnTo>
                <a:lnTo>
                  <a:pt x="533975" y="1050565"/>
                </a:lnTo>
                <a:lnTo>
                  <a:pt x="533280" y="1050643"/>
                </a:lnTo>
                <a:lnTo>
                  <a:pt x="532573" y="1050699"/>
                </a:lnTo>
                <a:lnTo>
                  <a:pt x="531856" y="1050732"/>
                </a:lnTo>
                <a:lnTo>
                  <a:pt x="531127" y="1050743"/>
                </a:lnTo>
                <a:lnTo>
                  <a:pt x="530399" y="1050732"/>
                </a:lnTo>
                <a:lnTo>
                  <a:pt x="529680" y="1050699"/>
                </a:lnTo>
                <a:lnTo>
                  <a:pt x="528973" y="1050643"/>
                </a:lnTo>
                <a:lnTo>
                  <a:pt x="528276" y="1050565"/>
                </a:lnTo>
                <a:lnTo>
                  <a:pt x="527589" y="1050465"/>
                </a:lnTo>
                <a:lnTo>
                  <a:pt x="526913" y="1050343"/>
                </a:lnTo>
                <a:lnTo>
                  <a:pt x="526248" y="1050198"/>
                </a:lnTo>
                <a:close/>
                <a:moveTo>
                  <a:pt x="990283" y="1256545"/>
                </a:moveTo>
                <a:lnTo>
                  <a:pt x="990329" y="1256089"/>
                </a:lnTo>
                <a:lnTo>
                  <a:pt x="990383" y="1255637"/>
                </a:lnTo>
                <a:lnTo>
                  <a:pt x="990446" y="1255190"/>
                </a:lnTo>
                <a:lnTo>
                  <a:pt x="990517" y="1254747"/>
                </a:lnTo>
                <a:lnTo>
                  <a:pt x="990596" y="1254309"/>
                </a:lnTo>
                <a:lnTo>
                  <a:pt x="990684" y="1253875"/>
                </a:lnTo>
                <a:lnTo>
                  <a:pt x="990780" y="1253446"/>
                </a:lnTo>
                <a:lnTo>
                  <a:pt x="990884" y="1253021"/>
                </a:lnTo>
                <a:lnTo>
                  <a:pt x="990997" y="1252601"/>
                </a:lnTo>
                <a:lnTo>
                  <a:pt x="991118" y="1252185"/>
                </a:lnTo>
                <a:lnTo>
                  <a:pt x="991247" y="1251773"/>
                </a:lnTo>
                <a:lnTo>
                  <a:pt x="991384" y="1251366"/>
                </a:lnTo>
                <a:lnTo>
                  <a:pt x="991530" y="1250963"/>
                </a:lnTo>
                <a:lnTo>
                  <a:pt x="991685" y="1250565"/>
                </a:lnTo>
                <a:lnTo>
                  <a:pt x="991847" y="1250171"/>
                </a:lnTo>
                <a:lnTo>
                  <a:pt x="992018" y="1249782"/>
                </a:lnTo>
                <a:lnTo>
                  <a:pt x="992198" y="1249397"/>
                </a:lnTo>
                <a:lnTo>
                  <a:pt x="992386" y="1249017"/>
                </a:lnTo>
                <a:lnTo>
                  <a:pt x="992582" y="1248641"/>
                </a:lnTo>
                <a:lnTo>
                  <a:pt x="992798" y="1248257"/>
                </a:lnTo>
                <a:lnTo>
                  <a:pt x="993022" y="1247881"/>
                </a:lnTo>
                <a:lnTo>
                  <a:pt x="993252" y="1247512"/>
                </a:lnTo>
                <a:lnTo>
                  <a:pt x="993489" y="1247150"/>
                </a:lnTo>
                <a:lnTo>
                  <a:pt x="993733" y="1246796"/>
                </a:lnTo>
                <a:lnTo>
                  <a:pt x="993983" y="1246449"/>
                </a:lnTo>
                <a:lnTo>
                  <a:pt x="994240" y="1246109"/>
                </a:lnTo>
                <a:lnTo>
                  <a:pt x="994504" y="1245776"/>
                </a:lnTo>
                <a:lnTo>
                  <a:pt x="994774" y="1245450"/>
                </a:lnTo>
                <a:lnTo>
                  <a:pt x="995051" y="1245132"/>
                </a:lnTo>
                <a:lnTo>
                  <a:pt x="995334" y="1244821"/>
                </a:lnTo>
                <a:lnTo>
                  <a:pt x="995625" y="1244517"/>
                </a:lnTo>
                <a:lnTo>
                  <a:pt x="995922" y="1244220"/>
                </a:lnTo>
                <a:lnTo>
                  <a:pt x="996225" y="1243930"/>
                </a:lnTo>
                <a:lnTo>
                  <a:pt x="996536" y="1243648"/>
                </a:lnTo>
                <a:lnTo>
                  <a:pt x="996853" y="1243373"/>
                </a:lnTo>
                <a:lnTo>
                  <a:pt x="997176" y="1243105"/>
                </a:lnTo>
                <a:lnTo>
                  <a:pt x="997507" y="1242845"/>
                </a:lnTo>
                <a:lnTo>
                  <a:pt x="997844" y="1242591"/>
                </a:lnTo>
                <a:lnTo>
                  <a:pt x="998187" y="1242345"/>
                </a:lnTo>
                <a:lnTo>
                  <a:pt x="998538" y="1242107"/>
                </a:lnTo>
                <a:lnTo>
                  <a:pt x="998895" y="1241875"/>
                </a:lnTo>
                <a:lnTo>
                  <a:pt x="999259" y="1241650"/>
                </a:lnTo>
                <a:lnTo>
                  <a:pt x="999629" y="1241433"/>
                </a:lnTo>
                <a:lnTo>
                  <a:pt x="1000004" y="1241211"/>
                </a:lnTo>
                <a:lnTo>
                  <a:pt x="1000383" y="1240998"/>
                </a:lnTo>
                <a:lnTo>
                  <a:pt x="1000765" y="1240795"/>
                </a:lnTo>
                <a:lnTo>
                  <a:pt x="1001151" y="1240601"/>
                </a:lnTo>
                <a:lnTo>
                  <a:pt x="1001539" y="1240417"/>
                </a:lnTo>
                <a:lnTo>
                  <a:pt x="1001931" y="1240242"/>
                </a:lnTo>
                <a:lnTo>
                  <a:pt x="1002327" y="1240077"/>
                </a:lnTo>
                <a:lnTo>
                  <a:pt x="1002726" y="1239921"/>
                </a:lnTo>
                <a:lnTo>
                  <a:pt x="1003128" y="1239774"/>
                </a:lnTo>
                <a:lnTo>
                  <a:pt x="1003533" y="1239637"/>
                </a:lnTo>
                <a:lnTo>
                  <a:pt x="1003942" y="1239509"/>
                </a:lnTo>
                <a:lnTo>
                  <a:pt x="1004354" y="1239391"/>
                </a:lnTo>
                <a:lnTo>
                  <a:pt x="1004769" y="1239282"/>
                </a:lnTo>
                <a:lnTo>
                  <a:pt x="1005188" y="1239183"/>
                </a:lnTo>
                <a:lnTo>
                  <a:pt x="1005610" y="1239093"/>
                </a:lnTo>
                <a:lnTo>
                  <a:pt x="1006036" y="1239013"/>
                </a:lnTo>
                <a:lnTo>
                  <a:pt x="1006465" y="1238942"/>
                </a:lnTo>
                <a:lnTo>
                  <a:pt x="1006897" y="1238881"/>
                </a:lnTo>
                <a:lnTo>
                  <a:pt x="1007332" y="1238829"/>
                </a:lnTo>
                <a:lnTo>
                  <a:pt x="1007771" y="1238786"/>
                </a:lnTo>
                <a:lnTo>
                  <a:pt x="1008213" y="1238753"/>
                </a:lnTo>
                <a:lnTo>
                  <a:pt x="1008659" y="1238729"/>
                </a:lnTo>
                <a:lnTo>
                  <a:pt x="1009107" y="1238715"/>
                </a:lnTo>
                <a:lnTo>
                  <a:pt x="1009559" y="1238710"/>
                </a:lnTo>
                <a:lnTo>
                  <a:pt x="1010247" y="1238719"/>
                </a:lnTo>
                <a:lnTo>
                  <a:pt x="1010923" y="1238746"/>
                </a:lnTo>
                <a:lnTo>
                  <a:pt x="1011587" y="1238791"/>
                </a:lnTo>
                <a:lnTo>
                  <a:pt x="1012238" y="1238853"/>
                </a:lnTo>
                <a:lnTo>
                  <a:pt x="1012877" y="1238933"/>
                </a:lnTo>
                <a:lnTo>
                  <a:pt x="1013504" y="1239031"/>
                </a:lnTo>
                <a:lnTo>
                  <a:pt x="1014118" y="1239146"/>
                </a:lnTo>
                <a:lnTo>
                  <a:pt x="1014720" y="1239280"/>
                </a:lnTo>
                <a:lnTo>
                  <a:pt x="1015311" y="1239431"/>
                </a:lnTo>
                <a:lnTo>
                  <a:pt x="1015888" y="1239600"/>
                </a:lnTo>
                <a:lnTo>
                  <a:pt x="1016454" y="1239787"/>
                </a:lnTo>
                <a:lnTo>
                  <a:pt x="1017007" y="1239992"/>
                </a:lnTo>
                <a:lnTo>
                  <a:pt x="1017548" y="1240214"/>
                </a:lnTo>
                <a:lnTo>
                  <a:pt x="1018077" y="1240455"/>
                </a:lnTo>
                <a:lnTo>
                  <a:pt x="1018594" y="1240713"/>
                </a:lnTo>
                <a:lnTo>
                  <a:pt x="1019098" y="1240988"/>
                </a:lnTo>
                <a:lnTo>
                  <a:pt x="1019591" y="1241282"/>
                </a:lnTo>
                <a:lnTo>
                  <a:pt x="1020071" y="1241593"/>
                </a:lnTo>
                <a:lnTo>
                  <a:pt x="1020538" y="1241923"/>
                </a:lnTo>
                <a:lnTo>
                  <a:pt x="1020994" y="1242270"/>
                </a:lnTo>
                <a:lnTo>
                  <a:pt x="1021437" y="1242635"/>
                </a:lnTo>
                <a:lnTo>
                  <a:pt x="1021868" y="1243017"/>
                </a:lnTo>
                <a:lnTo>
                  <a:pt x="1022287" y="1243418"/>
                </a:lnTo>
                <a:lnTo>
                  <a:pt x="1022693" y="1243836"/>
                </a:lnTo>
                <a:lnTo>
                  <a:pt x="1023085" y="1244259"/>
                </a:lnTo>
                <a:lnTo>
                  <a:pt x="1023461" y="1244699"/>
                </a:lnTo>
                <a:lnTo>
                  <a:pt x="1023819" y="1245157"/>
                </a:lnTo>
                <a:lnTo>
                  <a:pt x="1024162" y="1245633"/>
                </a:lnTo>
                <a:lnTo>
                  <a:pt x="1024487" y="1246127"/>
                </a:lnTo>
                <a:lnTo>
                  <a:pt x="1024796" y="1246639"/>
                </a:lnTo>
                <a:lnTo>
                  <a:pt x="1025087" y="1247168"/>
                </a:lnTo>
                <a:lnTo>
                  <a:pt x="1025363" y="1247716"/>
                </a:lnTo>
                <a:lnTo>
                  <a:pt x="1025621" y="1248281"/>
                </a:lnTo>
                <a:lnTo>
                  <a:pt x="1025863" y="1248863"/>
                </a:lnTo>
                <a:lnTo>
                  <a:pt x="1026089" y="1249464"/>
                </a:lnTo>
                <a:lnTo>
                  <a:pt x="1026297" y="1250082"/>
                </a:lnTo>
                <a:lnTo>
                  <a:pt x="1026489" y="1250719"/>
                </a:lnTo>
                <a:lnTo>
                  <a:pt x="1026664" y="1251373"/>
                </a:lnTo>
                <a:lnTo>
                  <a:pt x="1026823" y="1252045"/>
                </a:lnTo>
                <a:lnTo>
                  <a:pt x="1026964" y="1252734"/>
                </a:lnTo>
                <a:lnTo>
                  <a:pt x="1027090" y="1253442"/>
                </a:lnTo>
                <a:lnTo>
                  <a:pt x="1027198" y="1254167"/>
                </a:lnTo>
                <a:lnTo>
                  <a:pt x="1027290" y="1254910"/>
                </a:lnTo>
                <a:lnTo>
                  <a:pt x="1027365" y="1255671"/>
                </a:lnTo>
                <a:lnTo>
                  <a:pt x="1027423" y="1256449"/>
                </a:lnTo>
                <a:lnTo>
                  <a:pt x="1027465" y="1257246"/>
                </a:lnTo>
                <a:lnTo>
                  <a:pt x="1027490" y="1258060"/>
                </a:lnTo>
                <a:lnTo>
                  <a:pt x="1027498" y="1258892"/>
                </a:lnTo>
                <a:lnTo>
                  <a:pt x="1027498" y="1309825"/>
                </a:lnTo>
                <a:lnTo>
                  <a:pt x="1043515" y="1309825"/>
                </a:lnTo>
                <a:lnTo>
                  <a:pt x="1043515" y="1255368"/>
                </a:lnTo>
                <a:lnTo>
                  <a:pt x="1043509" y="1254560"/>
                </a:lnTo>
                <a:lnTo>
                  <a:pt x="1043490" y="1253763"/>
                </a:lnTo>
                <a:lnTo>
                  <a:pt x="1043458" y="1252978"/>
                </a:lnTo>
                <a:lnTo>
                  <a:pt x="1043413" y="1252205"/>
                </a:lnTo>
                <a:lnTo>
                  <a:pt x="1043355" y="1251443"/>
                </a:lnTo>
                <a:lnTo>
                  <a:pt x="1043285" y="1250693"/>
                </a:lnTo>
                <a:lnTo>
                  <a:pt x="1043202" y="1249955"/>
                </a:lnTo>
                <a:lnTo>
                  <a:pt x="1043106" y="1249228"/>
                </a:lnTo>
                <a:lnTo>
                  <a:pt x="1042997" y="1248513"/>
                </a:lnTo>
                <a:lnTo>
                  <a:pt x="1042876" y="1247810"/>
                </a:lnTo>
                <a:lnTo>
                  <a:pt x="1042741" y="1247118"/>
                </a:lnTo>
                <a:lnTo>
                  <a:pt x="1042594" y="1246439"/>
                </a:lnTo>
                <a:lnTo>
                  <a:pt x="1042434" y="1245770"/>
                </a:lnTo>
                <a:lnTo>
                  <a:pt x="1042262" y="1245114"/>
                </a:lnTo>
                <a:lnTo>
                  <a:pt x="1042076" y="1244469"/>
                </a:lnTo>
                <a:lnTo>
                  <a:pt x="1041878" y="1243836"/>
                </a:lnTo>
                <a:lnTo>
                  <a:pt x="1041667" y="1243214"/>
                </a:lnTo>
                <a:lnTo>
                  <a:pt x="1041443" y="1242605"/>
                </a:lnTo>
                <a:lnTo>
                  <a:pt x="1041206" y="1242006"/>
                </a:lnTo>
                <a:lnTo>
                  <a:pt x="1040957" y="1241420"/>
                </a:lnTo>
                <a:lnTo>
                  <a:pt x="1040695" y="1240845"/>
                </a:lnTo>
                <a:lnTo>
                  <a:pt x="1040420" y="1240282"/>
                </a:lnTo>
                <a:lnTo>
                  <a:pt x="1040132" y="1239731"/>
                </a:lnTo>
                <a:lnTo>
                  <a:pt x="1039831" y="1239191"/>
                </a:lnTo>
                <a:lnTo>
                  <a:pt x="1039519" y="1238663"/>
                </a:lnTo>
                <a:lnTo>
                  <a:pt x="1039197" y="1238145"/>
                </a:lnTo>
                <a:lnTo>
                  <a:pt x="1038865" y="1237639"/>
                </a:lnTo>
                <a:lnTo>
                  <a:pt x="1038523" y="1237144"/>
                </a:lnTo>
                <a:lnTo>
                  <a:pt x="1038171" y="1236661"/>
                </a:lnTo>
                <a:lnTo>
                  <a:pt x="1037809" y="1236188"/>
                </a:lnTo>
                <a:lnTo>
                  <a:pt x="1037437" y="1235726"/>
                </a:lnTo>
                <a:lnTo>
                  <a:pt x="1037055" y="1235276"/>
                </a:lnTo>
                <a:lnTo>
                  <a:pt x="1036663" y="1234836"/>
                </a:lnTo>
                <a:lnTo>
                  <a:pt x="1036261" y="1234408"/>
                </a:lnTo>
                <a:lnTo>
                  <a:pt x="1035849" y="1233991"/>
                </a:lnTo>
                <a:lnTo>
                  <a:pt x="1035427" y="1233585"/>
                </a:lnTo>
                <a:lnTo>
                  <a:pt x="1034995" y="1233190"/>
                </a:lnTo>
                <a:lnTo>
                  <a:pt x="1034552" y="1232806"/>
                </a:lnTo>
                <a:lnTo>
                  <a:pt x="1034100" y="1232434"/>
                </a:lnTo>
                <a:lnTo>
                  <a:pt x="1033638" y="1232072"/>
                </a:lnTo>
                <a:lnTo>
                  <a:pt x="1033166" y="1231722"/>
                </a:lnTo>
                <a:lnTo>
                  <a:pt x="1032684" y="1231383"/>
                </a:lnTo>
                <a:lnTo>
                  <a:pt x="1032192" y="1231055"/>
                </a:lnTo>
                <a:lnTo>
                  <a:pt x="1031689" y="1230738"/>
                </a:lnTo>
                <a:lnTo>
                  <a:pt x="1031177" y="1230432"/>
                </a:lnTo>
                <a:lnTo>
                  <a:pt x="1030655" y="1230137"/>
                </a:lnTo>
                <a:lnTo>
                  <a:pt x="1030123" y="1229853"/>
                </a:lnTo>
                <a:lnTo>
                  <a:pt x="1029581" y="1229581"/>
                </a:lnTo>
                <a:lnTo>
                  <a:pt x="1029044" y="1229319"/>
                </a:lnTo>
                <a:lnTo>
                  <a:pt x="1028501" y="1229069"/>
                </a:lnTo>
                <a:lnTo>
                  <a:pt x="1027951" y="1228830"/>
                </a:lnTo>
                <a:lnTo>
                  <a:pt x="1027396" y="1228602"/>
                </a:lnTo>
                <a:lnTo>
                  <a:pt x="1026835" y="1228385"/>
                </a:lnTo>
                <a:lnTo>
                  <a:pt x="1026267" y="1228179"/>
                </a:lnTo>
                <a:lnTo>
                  <a:pt x="1025693" y="1227985"/>
                </a:lnTo>
                <a:lnTo>
                  <a:pt x="1025114" y="1227801"/>
                </a:lnTo>
                <a:lnTo>
                  <a:pt x="1024528" y="1227629"/>
                </a:lnTo>
                <a:lnTo>
                  <a:pt x="1023936" y="1227467"/>
                </a:lnTo>
                <a:lnTo>
                  <a:pt x="1023338" y="1227317"/>
                </a:lnTo>
                <a:lnTo>
                  <a:pt x="1022733" y="1227178"/>
                </a:lnTo>
                <a:lnTo>
                  <a:pt x="1022123" y="1227050"/>
                </a:lnTo>
                <a:lnTo>
                  <a:pt x="1021506" y="1226934"/>
                </a:lnTo>
                <a:lnTo>
                  <a:pt x="1020884" y="1226828"/>
                </a:lnTo>
                <a:lnTo>
                  <a:pt x="1020255" y="1226733"/>
                </a:lnTo>
                <a:lnTo>
                  <a:pt x="1019620" y="1226650"/>
                </a:lnTo>
                <a:lnTo>
                  <a:pt x="1018979" y="1226578"/>
                </a:lnTo>
                <a:lnTo>
                  <a:pt x="1018332" y="1226516"/>
                </a:lnTo>
                <a:lnTo>
                  <a:pt x="1017679" y="1226466"/>
                </a:lnTo>
                <a:lnTo>
                  <a:pt x="1017020" y="1226427"/>
                </a:lnTo>
                <a:lnTo>
                  <a:pt x="1016354" y="1226400"/>
                </a:lnTo>
                <a:lnTo>
                  <a:pt x="1015683" y="1226383"/>
                </a:lnTo>
                <a:lnTo>
                  <a:pt x="1015005" y="1226377"/>
                </a:lnTo>
                <a:lnTo>
                  <a:pt x="1014405" y="1226383"/>
                </a:lnTo>
                <a:lnTo>
                  <a:pt x="1013807" y="1226400"/>
                </a:lnTo>
                <a:lnTo>
                  <a:pt x="1013211" y="1226427"/>
                </a:lnTo>
                <a:lnTo>
                  <a:pt x="1012616" y="1226466"/>
                </a:lnTo>
                <a:lnTo>
                  <a:pt x="1012023" y="1226516"/>
                </a:lnTo>
                <a:lnTo>
                  <a:pt x="1011431" y="1226578"/>
                </a:lnTo>
                <a:lnTo>
                  <a:pt x="1010842" y="1226650"/>
                </a:lnTo>
                <a:lnTo>
                  <a:pt x="1010254" y="1226733"/>
                </a:lnTo>
                <a:lnTo>
                  <a:pt x="1009667" y="1226828"/>
                </a:lnTo>
                <a:lnTo>
                  <a:pt x="1009082" y="1226934"/>
                </a:lnTo>
                <a:lnTo>
                  <a:pt x="1008499" y="1227050"/>
                </a:lnTo>
                <a:lnTo>
                  <a:pt x="1007918" y="1227178"/>
                </a:lnTo>
                <a:lnTo>
                  <a:pt x="1007338" y="1227317"/>
                </a:lnTo>
                <a:lnTo>
                  <a:pt x="1006760" y="1227467"/>
                </a:lnTo>
                <a:lnTo>
                  <a:pt x="1006183" y="1227629"/>
                </a:lnTo>
                <a:lnTo>
                  <a:pt x="1005609" y="1227801"/>
                </a:lnTo>
                <a:lnTo>
                  <a:pt x="1005036" y="1227985"/>
                </a:lnTo>
                <a:lnTo>
                  <a:pt x="1004464" y="1228179"/>
                </a:lnTo>
                <a:lnTo>
                  <a:pt x="1003894" y="1228385"/>
                </a:lnTo>
                <a:lnTo>
                  <a:pt x="1003326" y="1228602"/>
                </a:lnTo>
                <a:lnTo>
                  <a:pt x="1002760" y="1228830"/>
                </a:lnTo>
                <a:lnTo>
                  <a:pt x="1002195" y="1229069"/>
                </a:lnTo>
                <a:lnTo>
                  <a:pt x="1001632" y="1229319"/>
                </a:lnTo>
                <a:lnTo>
                  <a:pt x="1001070" y="1229581"/>
                </a:lnTo>
                <a:lnTo>
                  <a:pt x="1000514" y="1229840"/>
                </a:lnTo>
                <a:lnTo>
                  <a:pt x="999967" y="1230110"/>
                </a:lnTo>
                <a:lnTo>
                  <a:pt x="999429" y="1230392"/>
                </a:lnTo>
                <a:lnTo>
                  <a:pt x="998899" y="1230684"/>
                </a:lnTo>
                <a:lnTo>
                  <a:pt x="998379" y="1230988"/>
                </a:lnTo>
                <a:lnTo>
                  <a:pt x="997867" y="1231303"/>
                </a:lnTo>
                <a:lnTo>
                  <a:pt x="997364" y="1231629"/>
                </a:lnTo>
                <a:lnTo>
                  <a:pt x="996871" y="1231966"/>
                </a:lnTo>
                <a:lnTo>
                  <a:pt x="996386" y="1232314"/>
                </a:lnTo>
                <a:lnTo>
                  <a:pt x="995910" y="1232673"/>
                </a:lnTo>
                <a:lnTo>
                  <a:pt x="995442" y="1233043"/>
                </a:lnTo>
                <a:lnTo>
                  <a:pt x="994984" y="1233425"/>
                </a:lnTo>
                <a:lnTo>
                  <a:pt x="994535" y="1233818"/>
                </a:lnTo>
                <a:lnTo>
                  <a:pt x="994094" y="1234221"/>
                </a:lnTo>
                <a:lnTo>
                  <a:pt x="993663" y="1234636"/>
                </a:lnTo>
                <a:lnTo>
                  <a:pt x="993240" y="1235062"/>
                </a:lnTo>
                <a:lnTo>
                  <a:pt x="992826" y="1235499"/>
                </a:lnTo>
                <a:lnTo>
                  <a:pt x="992421" y="1235948"/>
                </a:lnTo>
                <a:lnTo>
                  <a:pt x="992025" y="1236407"/>
                </a:lnTo>
                <a:lnTo>
                  <a:pt x="991638" y="1236877"/>
                </a:lnTo>
                <a:lnTo>
                  <a:pt x="991260" y="1237359"/>
                </a:lnTo>
                <a:lnTo>
                  <a:pt x="990891" y="1237852"/>
                </a:lnTo>
                <a:lnTo>
                  <a:pt x="990530" y="1238356"/>
                </a:lnTo>
                <a:lnTo>
                  <a:pt x="990179" y="1238871"/>
                </a:lnTo>
                <a:lnTo>
                  <a:pt x="990179" y="1194504"/>
                </a:lnTo>
                <a:lnTo>
                  <a:pt x="974162" y="1194504"/>
                </a:lnTo>
                <a:lnTo>
                  <a:pt x="974162" y="1309825"/>
                </a:lnTo>
                <a:lnTo>
                  <a:pt x="990179" y="1309825"/>
                </a:lnTo>
                <a:lnTo>
                  <a:pt x="990179" y="1258892"/>
                </a:lnTo>
                <a:lnTo>
                  <a:pt x="990183" y="1258413"/>
                </a:lnTo>
                <a:lnTo>
                  <a:pt x="990196" y="1257940"/>
                </a:lnTo>
                <a:lnTo>
                  <a:pt x="990217" y="1257470"/>
                </a:lnTo>
                <a:lnTo>
                  <a:pt x="990246" y="1257005"/>
                </a:lnTo>
                <a:lnTo>
                  <a:pt x="990283" y="1256545"/>
                </a:lnTo>
                <a:close/>
                <a:moveTo>
                  <a:pt x="738675" y="1311318"/>
                </a:moveTo>
                <a:lnTo>
                  <a:pt x="739168" y="1311285"/>
                </a:lnTo>
                <a:lnTo>
                  <a:pt x="739662" y="1311247"/>
                </a:lnTo>
                <a:lnTo>
                  <a:pt x="740156" y="1311205"/>
                </a:lnTo>
                <a:lnTo>
                  <a:pt x="740650" y="1311158"/>
                </a:lnTo>
                <a:lnTo>
                  <a:pt x="741144" y="1311107"/>
                </a:lnTo>
                <a:lnTo>
                  <a:pt x="741638" y="1311051"/>
                </a:lnTo>
                <a:lnTo>
                  <a:pt x="742132" y="1310991"/>
                </a:lnTo>
                <a:lnTo>
                  <a:pt x="742625" y="1310927"/>
                </a:lnTo>
                <a:lnTo>
                  <a:pt x="743119" y="1310858"/>
                </a:lnTo>
                <a:lnTo>
                  <a:pt x="743613" y="1310784"/>
                </a:lnTo>
                <a:lnTo>
                  <a:pt x="744107" y="1310706"/>
                </a:lnTo>
                <a:lnTo>
                  <a:pt x="744601" y="1310624"/>
                </a:lnTo>
                <a:lnTo>
                  <a:pt x="745095" y="1310537"/>
                </a:lnTo>
                <a:lnTo>
                  <a:pt x="745589" y="1310446"/>
                </a:lnTo>
                <a:lnTo>
                  <a:pt x="746082" y="1310350"/>
                </a:lnTo>
                <a:lnTo>
                  <a:pt x="746576" y="1310250"/>
                </a:lnTo>
                <a:lnTo>
                  <a:pt x="747070" y="1310146"/>
                </a:lnTo>
                <a:lnTo>
                  <a:pt x="747560" y="1310050"/>
                </a:lnTo>
                <a:lnTo>
                  <a:pt x="748043" y="1309951"/>
                </a:lnTo>
                <a:lnTo>
                  <a:pt x="748519" y="1309848"/>
                </a:lnTo>
                <a:lnTo>
                  <a:pt x="748988" y="1309741"/>
                </a:lnTo>
                <a:lnTo>
                  <a:pt x="749449" y="1309630"/>
                </a:lnTo>
                <a:lnTo>
                  <a:pt x="749903" y="1309515"/>
                </a:lnTo>
                <a:lnTo>
                  <a:pt x="750350" y="1309396"/>
                </a:lnTo>
                <a:lnTo>
                  <a:pt x="750790" y="1309274"/>
                </a:lnTo>
                <a:lnTo>
                  <a:pt x="751222" y="1309147"/>
                </a:lnTo>
                <a:lnTo>
                  <a:pt x="751647" y="1309017"/>
                </a:lnTo>
                <a:lnTo>
                  <a:pt x="752065" y="1308883"/>
                </a:lnTo>
                <a:lnTo>
                  <a:pt x="752476" y="1308744"/>
                </a:lnTo>
                <a:lnTo>
                  <a:pt x="752879" y="1308602"/>
                </a:lnTo>
                <a:lnTo>
                  <a:pt x="753276" y="1308456"/>
                </a:lnTo>
                <a:lnTo>
                  <a:pt x="753665" y="1308306"/>
                </a:lnTo>
                <a:lnTo>
                  <a:pt x="754046" y="1308153"/>
                </a:lnTo>
                <a:lnTo>
                  <a:pt x="754421" y="1307995"/>
                </a:lnTo>
                <a:lnTo>
                  <a:pt x="754788" y="1307833"/>
                </a:lnTo>
                <a:lnTo>
                  <a:pt x="755148" y="1307668"/>
                </a:lnTo>
                <a:lnTo>
                  <a:pt x="755501" y="1307499"/>
                </a:lnTo>
                <a:lnTo>
                  <a:pt x="755847" y="1307325"/>
                </a:lnTo>
                <a:lnTo>
                  <a:pt x="756185" y="1307148"/>
                </a:lnTo>
                <a:lnTo>
                  <a:pt x="756517" y="1306967"/>
                </a:lnTo>
                <a:lnTo>
                  <a:pt x="756840" y="1306782"/>
                </a:lnTo>
                <a:lnTo>
                  <a:pt x="756840" y="1294449"/>
                </a:lnTo>
                <a:lnTo>
                  <a:pt x="756558" y="1294582"/>
                </a:lnTo>
                <a:lnTo>
                  <a:pt x="756272" y="1294715"/>
                </a:lnTo>
                <a:lnTo>
                  <a:pt x="755982" y="1294847"/>
                </a:lnTo>
                <a:lnTo>
                  <a:pt x="755688" y="1294979"/>
                </a:lnTo>
                <a:lnTo>
                  <a:pt x="755390" y="1295110"/>
                </a:lnTo>
                <a:lnTo>
                  <a:pt x="755089" y="1295240"/>
                </a:lnTo>
                <a:lnTo>
                  <a:pt x="754783" y="1295370"/>
                </a:lnTo>
                <a:lnTo>
                  <a:pt x="754474" y="1295499"/>
                </a:lnTo>
                <a:lnTo>
                  <a:pt x="754160" y="1295628"/>
                </a:lnTo>
                <a:lnTo>
                  <a:pt x="753843" y="1295756"/>
                </a:lnTo>
                <a:lnTo>
                  <a:pt x="753522" y="1295884"/>
                </a:lnTo>
                <a:lnTo>
                  <a:pt x="753197" y="1296011"/>
                </a:lnTo>
                <a:lnTo>
                  <a:pt x="752868" y="1296137"/>
                </a:lnTo>
                <a:lnTo>
                  <a:pt x="752535" y="1296263"/>
                </a:lnTo>
                <a:lnTo>
                  <a:pt x="752198" y="1296389"/>
                </a:lnTo>
                <a:lnTo>
                  <a:pt x="751857" y="1296514"/>
                </a:lnTo>
                <a:lnTo>
                  <a:pt x="751513" y="1296638"/>
                </a:lnTo>
                <a:lnTo>
                  <a:pt x="751164" y="1296762"/>
                </a:lnTo>
                <a:lnTo>
                  <a:pt x="750812" y="1296885"/>
                </a:lnTo>
                <a:lnTo>
                  <a:pt x="750456" y="1297007"/>
                </a:lnTo>
                <a:lnTo>
                  <a:pt x="750096" y="1297130"/>
                </a:lnTo>
                <a:lnTo>
                  <a:pt x="749732" y="1297251"/>
                </a:lnTo>
                <a:lnTo>
                  <a:pt x="749364" y="1297372"/>
                </a:lnTo>
                <a:lnTo>
                  <a:pt x="748992" y="1297492"/>
                </a:lnTo>
                <a:lnTo>
                  <a:pt x="748630" y="1297597"/>
                </a:lnTo>
                <a:lnTo>
                  <a:pt x="748266" y="1297697"/>
                </a:lnTo>
                <a:lnTo>
                  <a:pt x="747899" y="1297793"/>
                </a:lnTo>
                <a:lnTo>
                  <a:pt x="747528" y="1297884"/>
                </a:lnTo>
                <a:lnTo>
                  <a:pt x="747156" y="1297971"/>
                </a:lnTo>
                <a:lnTo>
                  <a:pt x="746780" y="1298053"/>
                </a:lnTo>
                <a:lnTo>
                  <a:pt x="746401" y="1298131"/>
                </a:lnTo>
                <a:lnTo>
                  <a:pt x="746020" y="1298204"/>
                </a:lnTo>
                <a:lnTo>
                  <a:pt x="745636" y="1298273"/>
                </a:lnTo>
                <a:lnTo>
                  <a:pt x="745249" y="1298338"/>
                </a:lnTo>
                <a:lnTo>
                  <a:pt x="744860" y="1298398"/>
                </a:lnTo>
                <a:lnTo>
                  <a:pt x="744467" y="1298453"/>
                </a:lnTo>
                <a:lnTo>
                  <a:pt x="744072" y="1298505"/>
                </a:lnTo>
                <a:lnTo>
                  <a:pt x="743674" y="1298551"/>
                </a:lnTo>
                <a:lnTo>
                  <a:pt x="743274" y="1298594"/>
                </a:lnTo>
                <a:lnTo>
                  <a:pt x="742870" y="1298631"/>
                </a:lnTo>
                <a:lnTo>
                  <a:pt x="742464" y="1298665"/>
                </a:lnTo>
                <a:lnTo>
                  <a:pt x="742055" y="1298694"/>
                </a:lnTo>
                <a:lnTo>
                  <a:pt x="741643" y="1298718"/>
                </a:lnTo>
                <a:lnTo>
                  <a:pt x="741228" y="1298738"/>
                </a:lnTo>
                <a:lnTo>
                  <a:pt x="740811" y="1298754"/>
                </a:lnTo>
                <a:lnTo>
                  <a:pt x="740391" y="1298765"/>
                </a:lnTo>
                <a:lnTo>
                  <a:pt x="739968" y="1298772"/>
                </a:lnTo>
                <a:lnTo>
                  <a:pt x="739542" y="1298774"/>
                </a:lnTo>
                <a:lnTo>
                  <a:pt x="738999" y="1298771"/>
                </a:lnTo>
                <a:lnTo>
                  <a:pt x="738463" y="1298763"/>
                </a:lnTo>
                <a:lnTo>
                  <a:pt x="737936" y="1298749"/>
                </a:lnTo>
                <a:lnTo>
                  <a:pt x="737416" y="1298729"/>
                </a:lnTo>
                <a:lnTo>
                  <a:pt x="736903" y="1298704"/>
                </a:lnTo>
                <a:lnTo>
                  <a:pt x="736399" y="1298674"/>
                </a:lnTo>
                <a:lnTo>
                  <a:pt x="735902" y="1298638"/>
                </a:lnTo>
                <a:lnTo>
                  <a:pt x="735413" y="1298596"/>
                </a:lnTo>
                <a:lnTo>
                  <a:pt x="734932" y="1298549"/>
                </a:lnTo>
                <a:lnTo>
                  <a:pt x="734459" y="1298496"/>
                </a:lnTo>
                <a:lnTo>
                  <a:pt x="733994" y="1298437"/>
                </a:lnTo>
                <a:lnTo>
                  <a:pt x="733536" y="1298373"/>
                </a:lnTo>
                <a:lnTo>
                  <a:pt x="733086" y="1298304"/>
                </a:lnTo>
                <a:lnTo>
                  <a:pt x="732644" y="1298229"/>
                </a:lnTo>
                <a:lnTo>
                  <a:pt x="732209" y="1298148"/>
                </a:lnTo>
                <a:lnTo>
                  <a:pt x="731783" y="1298062"/>
                </a:lnTo>
                <a:lnTo>
                  <a:pt x="731364" y="1297970"/>
                </a:lnTo>
                <a:lnTo>
                  <a:pt x="730953" y="1297873"/>
                </a:lnTo>
                <a:lnTo>
                  <a:pt x="730550" y="1297770"/>
                </a:lnTo>
                <a:lnTo>
                  <a:pt x="730155" y="1297662"/>
                </a:lnTo>
                <a:lnTo>
                  <a:pt x="729767" y="1297548"/>
                </a:lnTo>
                <a:lnTo>
                  <a:pt x="729387" y="1297428"/>
                </a:lnTo>
                <a:lnTo>
                  <a:pt x="729015" y="1297303"/>
                </a:lnTo>
                <a:lnTo>
                  <a:pt x="728651" y="1297172"/>
                </a:lnTo>
                <a:lnTo>
                  <a:pt x="728294" y="1297035"/>
                </a:lnTo>
                <a:lnTo>
                  <a:pt x="727944" y="1296892"/>
                </a:lnTo>
                <a:lnTo>
                  <a:pt x="727602" y="1296742"/>
                </a:lnTo>
                <a:lnTo>
                  <a:pt x="727267" y="1296585"/>
                </a:lnTo>
                <a:lnTo>
                  <a:pt x="726939" y="1296421"/>
                </a:lnTo>
                <a:lnTo>
                  <a:pt x="726619" y="1296251"/>
                </a:lnTo>
                <a:lnTo>
                  <a:pt x="726305" y="1296074"/>
                </a:lnTo>
                <a:lnTo>
                  <a:pt x="725999" y="1295891"/>
                </a:lnTo>
                <a:lnTo>
                  <a:pt x="725700" y="1295701"/>
                </a:lnTo>
                <a:lnTo>
                  <a:pt x="725408" y="1295504"/>
                </a:lnTo>
                <a:lnTo>
                  <a:pt x="725124" y="1295300"/>
                </a:lnTo>
                <a:lnTo>
                  <a:pt x="724847" y="1295090"/>
                </a:lnTo>
                <a:lnTo>
                  <a:pt x="724577" y="1294873"/>
                </a:lnTo>
                <a:lnTo>
                  <a:pt x="724314" y="1294649"/>
                </a:lnTo>
                <a:lnTo>
                  <a:pt x="724058" y="1294419"/>
                </a:lnTo>
                <a:lnTo>
                  <a:pt x="723810" y="1294182"/>
                </a:lnTo>
                <a:lnTo>
                  <a:pt x="723569" y="1293939"/>
                </a:lnTo>
                <a:lnTo>
                  <a:pt x="723335" y="1293688"/>
                </a:lnTo>
                <a:lnTo>
                  <a:pt x="723109" y="1293431"/>
                </a:lnTo>
                <a:lnTo>
                  <a:pt x="722889" y="1293168"/>
                </a:lnTo>
                <a:lnTo>
                  <a:pt x="722677" y="1292898"/>
                </a:lnTo>
                <a:lnTo>
                  <a:pt x="722472" y="1292621"/>
                </a:lnTo>
                <a:lnTo>
                  <a:pt x="722274" y="1292337"/>
                </a:lnTo>
                <a:lnTo>
                  <a:pt x="722084" y="1292047"/>
                </a:lnTo>
                <a:lnTo>
                  <a:pt x="721901" y="1291750"/>
                </a:lnTo>
                <a:lnTo>
                  <a:pt x="721726" y="1291446"/>
                </a:lnTo>
                <a:lnTo>
                  <a:pt x="721558" y="1291136"/>
                </a:lnTo>
                <a:lnTo>
                  <a:pt x="721399" y="1290819"/>
                </a:lnTo>
                <a:lnTo>
                  <a:pt x="721247" y="1290495"/>
                </a:lnTo>
                <a:lnTo>
                  <a:pt x="721103" y="1290165"/>
                </a:lnTo>
                <a:lnTo>
                  <a:pt x="720967" y="1289828"/>
                </a:lnTo>
                <a:lnTo>
                  <a:pt x="720838" y="1289484"/>
                </a:lnTo>
                <a:lnTo>
                  <a:pt x="720717" y="1289134"/>
                </a:lnTo>
                <a:lnTo>
                  <a:pt x="720604" y="1288777"/>
                </a:lnTo>
                <a:lnTo>
                  <a:pt x="720499" y="1288413"/>
                </a:lnTo>
                <a:lnTo>
                  <a:pt x="720402" y="1288043"/>
                </a:lnTo>
                <a:lnTo>
                  <a:pt x="720313" y="1287665"/>
                </a:lnTo>
                <a:lnTo>
                  <a:pt x="720231" y="1287282"/>
                </a:lnTo>
                <a:lnTo>
                  <a:pt x="720157" y="1286891"/>
                </a:lnTo>
                <a:lnTo>
                  <a:pt x="720091" y="1286494"/>
                </a:lnTo>
                <a:lnTo>
                  <a:pt x="720032" y="1286090"/>
                </a:lnTo>
                <a:lnTo>
                  <a:pt x="719982" y="1285680"/>
                </a:lnTo>
                <a:lnTo>
                  <a:pt x="719939" y="1285263"/>
                </a:lnTo>
                <a:lnTo>
                  <a:pt x="719904" y="1284839"/>
                </a:lnTo>
                <a:lnTo>
                  <a:pt x="719876" y="1284409"/>
                </a:lnTo>
                <a:lnTo>
                  <a:pt x="719857" y="1283972"/>
                </a:lnTo>
                <a:lnTo>
                  <a:pt x="719845" y="1283528"/>
                </a:lnTo>
                <a:lnTo>
                  <a:pt x="719841" y="1283077"/>
                </a:lnTo>
                <a:lnTo>
                  <a:pt x="719841" y="1240472"/>
                </a:lnTo>
                <a:lnTo>
                  <a:pt x="756840" y="1240472"/>
                </a:lnTo>
                <a:lnTo>
                  <a:pt x="756840" y="1227979"/>
                </a:lnTo>
                <a:lnTo>
                  <a:pt x="719841" y="1227979"/>
                </a:lnTo>
                <a:lnTo>
                  <a:pt x="719841" y="1201872"/>
                </a:lnTo>
                <a:lnTo>
                  <a:pt x="709911" y="1201872"/>
                </a:lnTo>
                <a:lnTo>
                  <a:pt x="704305" y="1227979"/>
                </a:lnTo>
                <a:lnTo>
                  <a:pt x="680120" y="1227979"/>
                </a:lnTo>
                <a:lnTo>
                  <a:pt x="680120" y="1240472"/>
                </a:lnTo>
                <a:lnTo>
                  <a:pt x="703825" y="1240472"/>
                </a:lnTo>
                <a:lnTo>
                  <a:pt x="703825" y="1284359"/>
                </a:lnTo>
                <a:lnTo>
                  <a:pt x="703839" y="1285546"/>
                </a:lnTo>
                <a:lnTo>
                  <a:pt x="703884" y="1286706"/>
                </a:lnTo>
                <a:lnTo>
                  <a:pt x="703957" y="1287837"/>
                </a:lnTo>
                <a:lnTo>
                  <a:pt x="704060" y="1288941"/>
                </a:lnTo>
                <a:lnTo>
                  <a:pt x="704193" y="1290017"/>
                </a:lnTo>
                <a:lnTo>
                  <a:pt x="704355" y="1291066"/>
                </a:lnTo>
                <a:lnTo>
                  <a:pt x="704547" y="1292086"/>
                </a:lnTo>
                <a:lnTo>
                  <a:pt x="704768" y="1293079"/>
                </a:lnTo>
                <a:lnTo>
                  <a:pt x="705018" y="1294044"/>
                </a:lnTo>
                <a:lnTo>
                  <a:pt x="705298" y="1294981"/>
                </a:lnTo>
                <a:lnTo>
                  <a:pt x="705608" y="1295890"/>
                </a:lnTo>
                <a:lnTo>
                  <a:pt x="705947" y="1296772"/>
                </a:lnTo>
                <a:lnTo>
                  <a:pt x="706315" y="1297625"/>
                </a:lnTo>
                <a:lnTo>
                  <a:pt x="706713" y="1298451"/>
                </a:lnTo>
                <a:lnTo>
                  <a:pt x="707141" y="1299249"/>
                </a:lnTo>
                <a:lnTo>
                  <a:pt x="707597" y="1300020"/>
                </a:lnTo>
                <a:lnTo>
                  <a:pt x="708084" y="1300762"/>
                </a:lnTo>
                <a:lnTo>
                  <a:pt x="708600" y="1301477"/>
                </a:lnTo>
                <a:lnTo>
                  <a:pt x="709145" y="1302163"/>
                </a:lnTo>
                <a:lnTo>
                  <a:pt x="709720" y="1302823"/>
                </a:lnTo>
                <a:lnTo>
                  <a:pt x="710324" y="1303454"/>
                </a:lnTo>
                <a:lnTo>
                  <a:pt x="710958" y="1304057"/>
                </a:lnTo>
                <a:lnTo>
                  <a:pt x="711621" y="1304633"/>
                </a:lnTo>
                <a:lnTo>
                  <a:pt x="712314" y="1305181"/>
                </a:lnTo>
                <a:lnTo>
                  <a:pt x="713031" y="1305690"/>
                </a:lnTo>
                <a:lnTo>
                  <a:pt x="713769" y="1306178"/>
                </a:lnTo>
                <a:lnTo>
                  <a:pt x="714528" y="1306645"/>
                </a:lnTo>
                <a:lnTo>
                  <a:pt x="715308" y="1307089"/>
                </a:lnTo>
                <a:lnTo>
                  <a:pt x="716108" y="1307512"/>
                </a:lnTo>
                <a:lnTo>
                  <a:pt x="716928" y="1307913"/>
                </a:lnTo>
                <a:lnTo>
                  <a:pt x="717770" y="1308293"/>
                </a:lnTo>
                <a:lnTo>
                  <a:pt x="718631" y="1308651"/>
                </a:lnTo>
                <a:lnTo>
                  <a:pt x="719514" y="1308987"/>
                </a:lnTo>
                <a:lnTo>
                  <a:pt x="720417" y="1309302"/>
                </a:lnTo>
                <a:lnTo>
                  <a:pt x="721340" y="1309594"/>
                </a:lnTo>
                <a:lnTo>
                  <a:pt x="722284" y="1309865"/>
                </a:lnTo>
                <a:lnTo>
                  <a:pt x="723249" y="1310115"/>
                </a:lnTo>
                <a:lnTo>
                  <a:pt x="724234" y="1310343"/>
                </a:lnTo>
                <a:lnTo>
                  <a:pt x="725240" y="1310549"/>
                </a:lnTo>
                <a:lnTo>
                  <a:pt x="726266" y="1310733"/>
                </a:lnTo>
                <a:lnTo>
                  <a:pt x="727313" y="1310896"/>
                </a:lnTo>
                <a:lnTo>
                  <a:pt x="728380" y="1311037"/>
                </a:lnTo>
                <a:lnTo>
                  <a:pt x="729469" y="1311156"/>
                </a:lnTo>
                <a:lnTo>
                  <a:pt x="730577" y="1311254"/>
                </a:lnTo>
                <a:lnTo>
                  <a:pt x="731706" y="1311329"/>
                </a:lnTo>
                <a:lnTo>
                  <a:pt x="732856" y="1311384"/>
                </a:lnTo>
                <a:lnTo>
                  <a:pt x="734027" y="1311416"/>
                </a:lnTo>
                <a:lnTo>
                  <a:pt x="735218" y="1311427"/>
                </a:lnTo>
                <a:lnTo>
                  <a:pt x="735712" y="1311425"/>
                </a:lnTo>
                <a:lnTo>
                  <a:pt x="736205" y="1311418"/>
                </a:lnTo>
                <a:lnTo>
                  <a:pt x="736699" y="1311407"/>
                </a:lnTo>
                <a:lnTo>
                  <a:pt x="737193" y="1311391"/>
                </a:lnTo>
                <a:lnTo>
                  <a:pt x="737687" y="1311371"/>
                </a:lnTo>
                <a:lnTo>
                  <a:pt x="738181" y="1311347"/>
                </a:lnTo>
                <a:lnTo>
                  <a:pt x="738675" y="1311318"/>
                </a:lnTo>
                <a:close/>
                <a:moveTo>
                  <a:pt x="930258" y="1311347"/>
                </a:moveTo>
                <a:lnTo>
                  <a:pt x="930752" y="1311318"/>
                </a:lnTo>
                <a:lnTo>
                  <a:pt x="931246" y="1311285"/>
                </a:lnTo>
                <a:lnTo>
                  <a:pt x="931740" y="1311247"/>
                </a:lnTo>
                <a:lnTo>
                  <a:pt x="932234" y="1311205"/>
                </a:lnTo>
                <a:lnTo>
                  <a:pt x="932728" y="1311158"/>
                </a:lnTo>
                <a:lnTo>
                  <a:pt x="933221" y="1311107"/>
                </a:lnTo>
                <a:lnTo>
                  <a:pt x="933715" y="1311051"/>
                </a:lnTo>
                <a:lnTo>
                  <a:pt x="934209" y="1310991"/>
                </a:lnTo>
                <a:lnTo>
                  <a:pt x="934703" y="1310927"/>
                </a:lnTo>
                <a:lnTo>
                  <a:pt x="935197" y="1310858"/>
                </a:lnTo>
                <a:lnTo>
                  <a:pt x="935691" y="1310784"/>
                </a:lnTo>
                <a:lnTo>
                  <a:pt x="936185" y="1310706"/>
                </a:lnTo>
                <a:lnTo>
                  <a:pt x="936678" y="1310624"/>
                </a:lnTo>
                <a:lnTo>
                  <a:pt x="937172" y="1310537"/>
                </a:lnTo>
                <a:lnTo>
                  <a:pt x="937666" y="1310446"/>
                </a:lnTo>
                <a:lnTo>
                  <a:pt x="938160" y="1310350"/>
                </a:lnTo>
                <a:lnTo>
                  <a:pt x="938654" y="1310250"/>
                </a:lnTo>
                <a:lnTo>
                  <a:pt x="939148" y="1310146"/>
                </a:lnTo>
                <a:lnTo>
                  <a:pt x="939638" y="1310050"/>
                </a:lnTo>
                <a:lnTo>
                  <a:pt x="940121" y="1309951"/>
                </a:lnTo>
                <a:lnTo>
                  <a:pt x="940597" y="1309848"/>
                </a:lnTo>
                <a:lnTo>
                  <a:pt x="941065" y="1309741"/>
                </a:lnTo>
                <a:lnTo>
                  <a:pt x="941527" y="1309630"/>
                </a:lnTo>
                <a:lnTo>
                  <a:pt x="941981" y="1309515"/>
                </a:lnTo>
                <a:lnTo>
                  <a:pt x="942428" y="1309396"/>
                </a:lnTo>
                <a:lnTo>
                  <a:pt x="942867" y="1309274"/>
                </a:lnTo>
                <a:lnTo>
                  <a:pt x="943300" y="1309147"/>
                </a:lnTo>
                <a:lnTo>
                  <a:pt x="943725" y="1309017"/>
                </a:lnTo>
                <a:lnTo>
                  <a:pt x="944143" y="1308883"/>
                </a:lnTo>
                <a:lnTo>
                  <a:pt x="944553" y="1308744"/>
                </a:lnTo>
                <a:lnTo>
                  <a:pt x="944957" y="1308602"/>
                </a:lnTo>
                <a:lnTo>
                  <a:pt x="945353" y="1308456"/>
                </a:lnTo>
                <a:lnTo>
                  <a:pt x="945742" y="1308306"/>
                </a:lnTo>
                <a:lnTo>
                  <a:pt x="946124" y="1308153"/>
                </a:lnTo>
                <a:lnTo>
                  <a:pt x="946498" y="1307995"/>
                </a:lnTo>
                <a:lnTo>
                  <a:pt x="946866" y="1307833"/>
                </a:lnTo>
                <a:lnTo>
                  <a:pt x="947226" y="1307668"/>
                </a:lnTo>
                <a:lnTo>
                  <a:pt x="947579" y="1307499"/>
                </a:lnTo>
                <a:lnTo>
                  <a:pt x="947924" y="1307325"/>
                </a:lnTo>
                <a:lnTo>
                  <a:pt x="948263" y="1307148"/>
                </a:lnTo>
                <a:lnTo>
                  <a:pt x="948594" y="1306967"/>
                </a:lnTo>
                <a:lnTo>
                  <a:pt x="948918" y="1306782"/>
                </a:lnTo>
                <a:lnTo>
                  <a:pt x="948918" y="1294449"/>
                </a:lnTo>
                <a:lnTo>
                  <a:pt x="948636" y="1294582"/>
                </a:lnTo>
                <a:lnTo>
                  <a:pt x="948350" y="1294715"/>
                </a:lnTo>
                <a:lnTo>
                  <a:pt x="948060" y="1294847"/>
                </a:lnTo>
                <a:lnTo>
                  <a:pt x="947766" y="1294979"/>
                </a:lnTo>
                <a:lnTo>
                  <a:pt x="947468" y="1295110"/>
                </a:lnTo>
                <a:lnTo>
                  <a:pt x="947166" y="1295240"/>
                </a:lnTo>
                <a:lnTo>
                  <a:pt x="946861" y="1295370"/>
                </a:lnTo>
                <a:lnTo>
                  <a:pt x="946551" y="1295499"/>
                </a:lnTo>
                <a:lnTo>
                  <a:pt x="946238" y="1295628"/>
                </a:lnTo>
                <a:lnTo>
                  <a:pt x="945920" y="1295756"/>
                </a:lnTo>
                <a:lnTo>
                  <a:pt x="945599" y="1295884"/>
                </a:lnTo>
                <a:lnTo>
                  <a:pt x="945274" y="1296011"/>
                </a:lnTo>
                <a:lnTo>
                  <a:pt x="944945" y="1296137"/>
                </a:lnTo>
                <a:lnTo>
                  <a:pt x="944612" y="1296263"/>
                </a:lnTo>
                <a:lnTo>
                  <a:pt x="944276" y="1296389"/>
                </a:lnTo>
                <a:lnTo>
                  <a:pt x="943935" y="1296514"/>
                </a:lnTo>
                <a:lnTo>
                  <a:pt x="943590" y="1296638"/>
                </a:lnTo>
                <a:lnTo>
                  <a:pt x="943242" y="1296762"/>
                </a:lnTo>
                <a:lnTo>
                  <a:pt x="942890" y="1296885"/>
                </a:lnTo>
                <a:lnTo>
                  <a:pt x="942533" y="1297007"/>
                </a:lnTo>
                <a:lnTo>
                  <a:pt x="942173" y="1297130"/>
                </a:lnTo>
                <a:lnTo>
                  <a:pt x="941809" y="1297251"/>
                </a:lnTo>
                <a:lnTo>
                  <a:pt x="941442" y="1297372"/>
                </a:lnTo>
                <a:lnTo>
                  <a:pt x="941070" y="1297492"/>
                </a:lnTo>
                <a:lnTo>
                  <a:pt x="940708" y="1297597"/>
                </a:lnTo>
                <a:lnTo>
                  <a:pt x="940343" y="1297697"/>
                </a:lnTo>
                <a:lnTo>
                  <a:pt x="939976" y="1297793"/>
                </a:lnTo>
                <a:lnTo>
                  <a:pt x="939606" y="1297884"/>
                </a:lnTo>
                <a:lnTo>
                  <a:pt x="939233" y="1297971"/>
                </a:lnTo>
                <a:lnTo>
                  <a:pt x="938857" y="1298053"/>
                </a:lnTo>
                <a:lnTo>
                  <a:pt x="938479" y="1298131"/>
                </a:lnTo>
                <a:lnTo>
                  <a:pt x="938098" y="1298204"/>
                </a:lnTo>
                <a:lnTo>
                  <a:pt x="937714" y="1298273"/>
                </a:lnTo>
                <a:lnTo>
                  <a:pt x="937327" y="1298338"/>
                </a:lnTo>
                <a:lnTo>
                  <a:pt x="936937" y="1298398"/>
                </a:lnTo>
                <a:lnTo>
                  <a:pt x="936545" y="1298453"/>
                </a:lnTo>
                <a:lnTo>
                  <a:pt x="936150" y="1298505"/>
                </a:lnTo>
                <a:lnTo>
                  <a:pt x="935752" y="1298551"/>
                </a:lnTo>
                <a:lnTo>
                  <a:pt x="935351" y="1298594"/>
                </a:lnTo>
                <a:lnTo>
                  <a:pt x="934948" y="1298631"/>
                </a:lnTo>
                <a:lnTo>
                  <a:pt x="934541" y="1298665"/>
                </a:lnTo>
                <a:lnTo>
                  <a:pt x="934132" y="1298694"/>
                </a:lnTo>
                <a:lnTo>
                  <a:pt x="933721" y="1298718"/>
                </a:lnTo>
                <a:lnTo>
                  <a:pt x="933306" y="1298738"/>
                </a:lnTo>
                <a:lnTo>
                  <a:pt x="932889" y="1298754"/>
                </a:lnTo>
                <a:lnTo>
                  <a:pt x="932468" y="1298765"/>
                </a:lnTo>
                <a:lnTo>
                  <a:pt x="932045" y="1298772"/>
                </a:lnTo>
                <a:lnTo>
                  <a:pt x="931620" y="1298774"/>
                </a:lnTo>
                <a:lnTo>
                  <a:pt x="931076" y="1298771"/>
                </a:lnTo>
                <a:lnTo>
                  <a:pt x="930541" y="1298763"/>
                </a:lnTo>
                <a:lnTo>
                  <a:pt x="930013" y="1298749"/>
                </a:lnTo>
                <a:lnTo>
                  <a:pt x="929493" y="1298729"/>
                </a:lnTo>
                <a:lnTo>
                  <a:pt x="928981" y="1298704"/>
                </a:lnTo>
                <a:lnTo>
                  <a:pt x="928476" y="1298674"/>
                </a:lnTo>
                <a:lnTo>
                  <a:pt x="927980" y="1298638"/>
                </a:lnTo>
                <a:lnTo>
                  <a:pt x="927491" y="1298596"/>
                </a:lnTo>
                <a:lnTo>
                  <a:pt x="927010" y="1298549"/>
                </a:lnTo>
                <a:lnTo>
                  <a:pt x="926537" y="1298496"/>
                </a:lnTo>
                <a:lnTo>
                  <a:pt x="926071" y="1298437"/>
                </a:lnTo>
                <a:lnTo>
                  <a:pt x="925613" y="1298373"/>
                </a:lnTo>
                <a:lnTo>
                  <a:pt x="925163" y="1298304"/>
                </a:lnTo>
                <a:lnTo>
                  <a:pt x="924721" y="1298229"/>
                </a:lnTo>
                <a:lnTo>
                  <a:pt x="924287" y="1298148"/>
                </a:lnTo>
                <a:lnTo>
                  <a:pt x="923860" y="1298062"/>
                </a:lnTo>
                <a:lnTo>
                  <a:pt x="923442" y="1297970"/>
                </a:lnTo>
                <a:lnTo>
                  <a:pt x="923031" y="1297873"/>
                </a:lnTo>
                <a:lnTo>
                  <a:pt x="922627" y="1297770"/>
                </a:lnTo>
                <a:lnTo>
                  <a:pt x="922232" y="1297662"/>
                </a:lnTo>
                <a:lnTo>
                  <a:pt x="921844" y="1297548"/>
                </a:lnTo>
                <a:lnTo>
                  <a:pt x="921465" y="1297428"/>
                </a:lnTo>
                <a:lnTo>
                  <a:pt x="921093" y="1297303"/>
                </a:lnTo>
                <a:lnTo>
                  <a:pt x="920728" y="1297172"/>
                </a:lnTo>
                <a:lnTo>
                  <a:pt x="920372" y="1297035"/>
                </a:lnTo>
                <a:lnTo>
                  <a:pt x="920022" y="1296892"/>
                </a:lnTo>
                <a:lnTo>
                  <a:pt x="919680" y="1296742"/>
                </a:lnTo>
                <a:lnTo>
                  <a:pt x="919345" y="1296585"/>
                </a:lnTo>
                <a:lnTo>
                  <a:pt x="919017" y="1296421"/>
                </a:lnTo>
                <a:lnTo>
                  <a:pt x="918696" y="1296251"/>
                </a:lnTo>
                <a:lnTo>
                  <a:pt x="918383" y="1296074"/>
                </a:lnTo>
                <a:lnTo>
                  <a:pt x="918077" y="1295891"/>
                </a:lnTo>
                <a:lnTo>
                  <a:pt x="917778" y="1295701"/>
                </a:lnTo>
                <a:lnTo>
                  <a:pt x="917486" y="1295504"/>
                </a:lnTo>
                <a:lnTo>
                  <a:pt x="917202" y="1295300"/>
                </a:lnTo>
                <a:lnTo>
                  <a:pt x="916924" y="1295090"/>
                </a:lnTo>
                <a:lnTo>
                  <a:pt x="916654" y="1294873"/>
                </a:lnTo>
                <a:lnTo>
                  <a:pt x="916391" y="1294649"/>
                </a:lnTo>
                <a:lnTo>
                  <a:pt x="916136" y="1294419"/>
                </a:lnTo>
                <a:lnTo>
                  <a:pt x="915888" y="1294182"/>
                </a:lnTo>
                <a:lnTo>
                  <a:pt x="915647" y="1293939"/>
                </a:lnTo>
                <a:lnTo>
                  <a:pt x="915413" y="1293688"/>
                </a:lnTo>
                <a:lnTo>
                  <a:pt x="915186" y="1293431"/>
                </a:lnTo>
                <a:lnTo>
                  <a:pt x="914967" y="1293168"/>
                </a:lnTo>
                <a:lnTo>
                  <a:pt x="914754" y="1292898"/>
                </a:lnTo>
                <a:lnTo>
                  <a:pt x="914550" y="1292621"/>
                </a:lnTo>
                <a:lnTo>
                  <a:pt x="914352" y="1292337"/>
                </a:lnTo>
                <a:lnTo>
                  <a:pt x="914161" y="1292047"/>
                </a:lnTo>
                <a:lnTo>
                  <a:pt x="913978" y="1291750"/>
                </a:lnTo>
                <a:lnTo>
                  <a:pt x="913803" y="1291446"/>
                </a:lnTo>
                <a:lnTo>
                  <a:pt x="913636" y="1291136"/>
                </a:lnTo>
                <a:lnTo>
                  <a:pt x="913476" y="1290819"/>
                </a:lnTo>
                <a:lnTo>
                  <a:pt x="913324" y="1290495"/>
                </a:lnTo>
                <a:lnTo>
                  <a:pt x="913180" y="1290165"/>
                </a:lnTo>
                <a:lnTo>
                  <a:pt x="913044" y="1289828"/>
                </a:lnTo>
                <a:lnTo>
                  <a:pt x="912916" y="1289484"/>
                </a:lnTo>
                <a:lnTo>
                  <a:pt x="912795" y="1289134"/>
                </a:lnTo>
                <a:lnTo>
                  <a:pt x="912682" y="1288777"/>
                </a:lnTo>
                <a:lnTo>
                  <a:pt x="912577" y="1288413"/>
                </a:lnTo>
                <a:lnTo>
                  <a:pt x="912480" y="1288043"/>
                </a:lnTo>
                <a:lnTo>
                  <a:pt x="912390" y="1287665"/>
                </a:lnTo>
                <a:lnTo>
                  <a:pt x="912308" y="1287282"/>
                </a:lnTo>
                <a:lnTo>
                  <a:pt x="912234" y="1286891"/>
                </a:lnTo>
                <a:lnTo>
                  <a:pt x="912168" y="1286494"/>
                </a:lnTo>
                <a:lnTo>
                  <a:pt x="912110" y="1286090"/>
                </a:lnTo>
                <a:lnTo>
                  <a:pt x="912059" y="1285680"/>
                </a:lnTo>
                <a:lnTo>
                  <a:pt x="912016" y="1285263"/>
                </a:lnTo>
                <a:lnTo>
                  <a:pt x="911981" y="1284839"/>
                </a:lnTo>
                <a:lnTo>
                  <a:pt x="911954" y="1284409"/>
                </a:lnTo>
                <a:lnTo>
                  <a:pt x="911935" y="1283972"/>
                </a:lnTo>
                <a:lnTo>
                  <a:pt x="911923" y="1283528"/>
                </a:lnTo>
                <a:lnTo>
                  <a:pt x="911919" y="1283077"/>
                </a:lnTo>
                <a:lnTo>
                  <a:pt x="911919" y="1240472"/>
                </a:lnTo>
                <a:lnTo>
                  <a:pt x="948918" y="1240472"/>
                </a:lnTo>
                <a:lnTo>
                  <a:pt x="948918" y="1227979"/>
                </a:lnTo>
                <a:lnTo>
                  <a:pt x="911919" y="1227979"/>
                </a:lnTo>
                <a:lnTo>
                  <a:pt x="911919" y="1201872"/>
                </a:lnTo>
                <a:lnTo>
                  <a:pt x="901989" y="1201872"/>
                </a:lnTo>
                <a:lnTo>
                  <a:pt x="896383" y="1227979"/>
                </a:lnTo>
                <a:lnTo>
                  <a:pt x="872197" y="1227979"/>
                </a:lnTo>
                <a:lnTo>
                  <a:pt x="872197" y="1240472"/>
                </a:lnTo>
                <a:lnTo>
                  <a:pt x="895902" y="1240472"/>
                </a:lnTo>
                <a:lnTo>
                  <a:pt x="895902" y="1284359"/>
                </a:lnTo>
                <a:lnTo>
                  <a:pt x="895917" y="1285546"/>
                </a:lnTo>
                <a:lnTo>
                  <a:pt x="895961" y="1286706"/>
                </a:lnTo>
                <a:lnTo>
                  <a:pt x="896035" y="1287837"/>
                </a:lnTo>
                <a:lnTo>
                  <a:pt x="896138" y="1288941"/>
                </a:lnTo>
                <a:lnTo>
                  <a:pt x="896271" y="1290017"/>
                </a:lnTo>
                <a:lnTo>
                  <a:pt x="896433" y="1291066"/>
                </a:lnTo>
                <a:lnTo>
                  <a:pt x="896624" y="1292086"/>
                </a:lnTo>
                <a:lnTo>
                  <a:pt x="896845" y="1293079"/>
                </a:lnTo>
                <a:lnTo>
                  <a:pt x="897096" y="1294044"/>
                </a:lnTo>
                <a:lnTo>
                  <a:pt x="897376" y="1294981"/>
                </a:lnTo>
                <a:lnTo>
                  <a:pt x="897685" y="1295890"/>
                </a:lnTo>
                <a:lnTo>
                  <a:pt x="898024" y="1296772"/>
                </a:lnTo>
                <a:lnTo>
                  <a:pt x="898393" y="1297625"/>
                </a:lnTo>
                <a:lnTo>
                  <a:pt x="898791" y="1298451"/>
                </a:lnTo>
                <a:lnTo>
                  <a:pt x="899218" y="1299249"/>
                </a:lnTo>
                <a:lnTo>
                  <a:pt x="899675" y="1300020"/>
                </a:lnTo>
                <a:lnTo>
                  <a:pt x="900161" y="1300762"/>
                </a:lnTo>
                <a:lnTo>
                  <a:pt x="900677" y="1301477"/>
                </a:lnTo>
                <a:lnTo>
                  <a:pt x="901222" y="1302163"/>
                </a:lnTo>
                <a:lnTo>
                  <a:pt x="901797" y="1302823"/>
                </a:lnTo>
                <a:lnTo>
                  <a:pt x="902401" y="1303454"/>
                </a:lnTo>
                <a:lnTo>
                  <a:pt x="903035" y="1304057"/>
                </a:lnTo>
                <a:lnTo>
                  <a:pt x="903698" y="1304633"/>
                </a:lnTo>
                <a:lnTo>
                  <a:pt x="904391" y="1305181"/>
                </a:lnTo>
                <a:lnTo>
                  <a:pt x="905109" y="1305690"/>
                </a:lnTo>
                <a:lnTo>
                  <a:pt x="905847" y="1306178"/>
                </a:lnTo>
                <a:lnTo>
                  <a:pt x="906606" y="1306645"/>
                </a:lnTo>
                <a:lnTo>
                  <a:pt x="907385" y="1307089"/>
                </a:lnTo>
                <a:lnTo>
                  <a:pt x="908185" y="1307512"/>
                </a:lnTo>
                <a:lnTo>
                  <a:pt x="909006" y="1307913"/>
                </a:lnTo>
                <a:lnTo>
                  <a:pt x="909847" y="1308293"/>
                </a:lnTo>
                <a:lnTo>
                  <a:pt x="910709" y="1308651"/>
                </a:lnTo>
                <a:lnTo>
                  <a:pt x="911591" y="1308987"/>
                </a:lnTo>
                <a:lnTo>
                  <a:pt x="912494" y="1309302"/>
                </a:lnTo>
                <a:lnTo>
                  <a:pt x="913418" y="1309594"/>
                </a:lnTo>
                <a:lnTo>
                  <a:pt x="914362" y="1309865"/>
                </a:lnTo>
                <a:lnTo>
                  <a:pt x="915326" y="1310115"/>
                </a:lnTo>
                <a:lnTo>
                  <a:pt x="916311" y="1310343"/>
                </a:lnTo>
                <a:lnTo>
                  <a:pt x="917317" y="1310549"/>
                </a:lnTo>
                <a:lnTo>
                  <a:pt x="918344" y="1310733"/>
                </a:lnTo>
                <a:lnTo>
                  <a:pt x="919390" y="1310896"/>
                </a:lnTo>
                <a:lnTo>
                  <a:pt x="920458" y="1311037"/>
                </a:lnTo>
                <a:lnTo>
                  <a:pt x="921546" y="1311156"/>
                </a:lnTo>
                <a:lnTo>
                  <a:pt x="922655" y="1311254"/>
                </a:lnTo>
                <a:lnTo>
                  <a:pt x="923784" y="1311329"/>
                </a:lnTo>
                <a:lnTo>
                  <a:pt x="924934" y="1311384"/>
                </a:lnTo>
                <a:lnTo>
                  <a:pt x="926104" y="1311416"/>
                </a:lnTo>
                <a:lnTo>
                  <a:pt x="927295" y="1311427"/>
                </a:lnTo>
                <a:lnTo>
                  <a:pt x="927789" y="1311425"/>
                </a:lnTo>
                <a:lnTo>
                  <a:pt x="928283" y="1311418"/>
                </a:lnTo>
                <a:lnTo>
                  <a:pt x="928777" y="1311407"/>
                </a:lnTo>
                <a:lnTo>
                  <a:pt x="929271" y="1311391"/>
                </a:lnTo>
                <a:lnTo>
                  <a:pt x="929764" y="1311371"/>
                </a:lnTo>
                <a:lnTo>
                  <a:pt x="930258" y="1311347"/>
                </a:lnTo>
                <a:close/>
                <a:moveTo>
                  <a:pt x="606128" y="1259041"/>
                </a:moveTo>
                <a:lnTo>
                  <a:pt x="606174" y="1258511"/>
                </a:lnTo>
                <a:lnTo>
                  <a:pt x="606228" y="1257987"/>
                </a:lnTo>
                <a:lnTo>
                  <a:pt x="606291" y="1257468"/>
                </a:lnTo>
                <a:lnTo>
                  <a:pt x="606362" y="1256955"/>
                </a:lnTo>
                <a:lnTo>
                  <a:pt x="606441" y="1256447"/>
                </a:lnTo>
                <a:lnTo>
                  <a:pt x="606529" y="1255945"/>
                </a:lnTo>
                <a:lnTo>
                  <a:pt x="606625" y="1255448"/>
                </a:lnTo>
                <a:lnTo>
                  <a:pt x="606729" y="1254957"/>
                </a:lnTo>
                <a:lnTo>
                  <a:pt x="606842" y="1254472"/>
                </a:lnTo>
                <a:lnTo>
                  <a:pt x="606962" y="1253992"/>
                </a:lnTo>
                <a:lnTo>
                  <a:pt x="607092" y="1253517"/>
                </a:lnTo>
                <a:lnTo>
                  <a:pt x="607229" y="1253048"/>
                </a:lnTo>
                <a:lnTo>
                  <a:pt x="607375" y="1252585"/>
                </a:lnTo>
                <a:lnTo>
                  <a:pt x="607530" y="1252127"/>
                </a:lnTo>
                <a:lnTo>
                  <a:pt x="607692" y="1251675"/>
                </a:lnTo>
                <a:lnTo>
                  <a:pt x="607863" y="1251229"/>
                </a:lnTo>
                <a:lnTo>
                  <a:pt x="608043" y="1250788"/>
                </a:lnTo>
                <a:lnTo>
                  <a:pt x="608231" y="1250352"/>
                </a:lnTo>
                <a:lnTo>
                  <a:pt x="608427" y="1249922"/>
                </a:lnTo>
                <a:lnTo>
                  <a:pt x="608630" y="1249486"/>
                </a:lnTo>
                <a:lnTo>
                  <a:pt x="608840" y="1249058"/>
                </a:lnTo>
                <a:lnTo>
                  <a:pt x="609057" y="1248638"/>
                </a:lnTo>
                <a:lnTo>
                  <a:pt x="609281" y="1248227"/>
                </a:lnTo>
                <a:lnTo>
                  <a:pt x="609511" y="1247824"/>
                </a:lnTo>
                <a:lnTo>
                  <a:pt x="609748" y="1247430"/>
                </a:lnTo>
                <a:lnTo>
                  <a:pt x="609992" y="1247043"/>
                </a:lnTo>
                <a:lnTo>
                  <a:pt x="610242" y="1246666"/>
                </a:lnTo>
                <a:lnTo>
                  <a:pt x="610499" y="1246296"/>
                </a:lnTo>
                <a:lnTo>
                  <a:pt x="610762" y="1245935"/>
                </a:lnTo>
                <a:lnTo>
                  <a:pt x="611033" y="1245582"/>
                </a:lnTo>
                <a:lnTo>
                  <a:pt x="611310" y="1245237"/>
                </a:lnTo>
                <a:lnTo>
                  <a:pt x="611593" y="1244901"/>
                </a:lnTo>
                <a:lnTo>
                  <a:pt x="611884" y="1244573"/>
                </a:lnTo>
                <a:lnTo>
                  <a:pt x="612180" y="1244254"/>
                </a:lnTo>
                <a:lnTo>
                  <a:pt x="612484" y="1243943"/>
                </a:lnTo>
                <a:lnTo>
                  <a:pt x="612794" y="1243640"/>
                </a:lnTo>
                <a:lnTo>
                  <a:pt x="613111" y="1243345"/>
                </a:lnTo>
                <a:lnTo>
                  <a:pt x="613435" y="1243059"/>
                </a:lnTo>
                <a:lnTo>
                  <a:pt x="613765" y="1242781"/>
                </a:lnTo>
                <a:lnTo>
                  <a:pt x="614103" y="1242512"/>
                </a:lnTo>
                <a:lnTo>
                  <a:pt x="614446" y="1242251"/>
                </a:lnTo>
                <a:lnTo>
                  <a:pt x="614797" y="1241998"/>
                </a:lnTo>
                <a:lnTo>
                  <a:pt x="615154" y="1241754"/>
                </a:lnTo>
                <a:lnTo>
                  <a:pt x="615517" y="1241505"/>
                </a:lnTo>
                <a:lnTo>
                  <a:pt x="615885" y="1241268"/>
                </a:lnTo>
                <a:lnTo>
                  <a:pt x="616260" y="1241040"/>
                </a:lnTo>
                <a:lnTo>
                  <a:pt x="616640" y="1240824"/>
                </a:lnTo>
                <a:lnTo>
                  <a:pt x="617025" y="1240618"/>
                </a:lnTo>
                <a:lnTo>
                  <a:pt x="617416" y="1240422"/>
                </a:lnTo>
                <a:lnTo>
                  <a:pt x="617813" y="1240237"/>
                </a:lnTo>
                <a:lnTo>
                  <a:pt x="618215" y="1240063"/>
                </a:lnTo>
                <a:lnTo>
                  <a:pt x="618622" y="1239899"/>
                </a:lnTo>
                <a:lnTo>
                  <a:pt x="619035" y="1239746"/>
                </a:lnTo>
                <a:lnTo>
                  <a:pt x="619454" y="1239603"/>
                </a:lnTo>
                <a:lnTo>
                  <a:pt x="619879" y="1239471"/>
                </a:lnTo>
                <a:lnTo>
                  <a:pt x="620308" y="1239350"/>
                </a:lnTo>
                <a:lnTo>
                  <a:pt x="620744" y="1239239"/>
                </a:lnTo>
                <a:lnTo>
                  <a:pt x="621185" y="1239138"/>
                </a:lnTo>
                <a:lnTo>
                  <a:pt x="621632" y="1239049"/>
                </a:lnTo>
                <a:lnTo>
                  <a:pt x="622084" y="1238969"/>
                </a:lnTo>
                <a:lnTo>
                  <a:pt x="622541" y="1238901"/>
                </a:lnTo>
                <a:lnTo>
                  <a:pt x="623005" y="1238843"/>
                </a:lnTo>
                <a:lnTo>
                  <a:pt x="623473" y="1238795"/>
                </a:lnTo>
                <a:lnTo>
                  <a:pt x="623948" y="1238758"/>
                </a:lnTo>
                <a:lnTo>
                  <a:pt x="624428" y="1238732"/>
                </a:lnTo>
                <a:lnTo>
                  <a:pt x="624913" y="1238716"/>
                </a:lnTo>
                <a:lnTo>
                  <a:pt x="625404" y="1238710"/>
                </a:lnTo>
                <a:lnTo>
                  <a:pt x="626105" y="1238720"/>
                </a:lnTo>
                <a:lnTo>
                  <a:pt x="626793" y="1238747"/>
                </a:lnTo>
                <a:lnTo>
                  <a:pt x="627467" y="1238793"/>
                </a:lnTo>
                <a:lnTo>
                  <a:pt x="628127" y="1238857"/>
                </a:lnTo>
                <a:lnTo>
                  <a:pt x="628775" y="1238940"/>
                </a:lnTo>
                <a:lnTo>
                  <a:pt x="629409" y="1239041"/>
                </a:lnTo>
                <a:lnTo>
                  <a:pt x="630029" y="1239160"/>
                </a:lnTo>
                <a:lnTo>
                  <a:pt x="630637" y="1239298"/>
                </a:lnTo>
                <a:lnTo>
                  <a:pt x="631231" y="1239454"/>
                </a:lnTo>
                <a:lnTo>
                  <a:pt x="631811" y="1239628"/>
                </a:lnTo>
                <a:lnTo>
                  <a:pt x="632378" y="1239821"/>
                </a:lnTo>
                <a:lnTo>
                  <a:pt x="632932" y="1240032"/>
                </a:lnTo>
                <a:lnTo>
                  <a:pt x="633473" y="1240261"/>
                </a:lnTo>
                <a:lnTo>
                  <a:pt x="634000" y="1240509"/>
                </a:lnTo>
                <a:lnTo>
                  <a:pt x="634514" y="1240775"/>
                </a:lnTo>
                <a:lnTo>
                  <a:pt x="635015" y="1241060"/>
                </a:lnTo>
                <a:lnTo>
                  <a:pt x="635502" y="1241362"/>
                </a:lnTo>
                <a:lnTo>
                  <a:pt x="635976" y="1241684"/>
                </a:lnTo>
                <a:lnTo>
                  <a:pt x="636436" y="1242023"/>
                </a:lnTo>
                <a:lnTo>
                  <a:pt x="636883" y="1242381"/>
                </a:lnTo>
                <a:lnTo>
                  <a:pt x="637317" y="1242757"/>
                </a:lnTo>
                <a:lnTo>
                  <a:pt x="637737" y="1243152"/>
                </a:lnTo>
                <a:lnTo>
                  <a:pt x="638145" y="1243565"/>
                </a:lnTo>
                <a:lnTo>
                  <a:pt x="638538" y="1243996"/>
                </a:lnTo>
                <a:lnTo>
                  <a:pt x="638930" y="1244447"/>
                </a:lnTo>
                <a:lnTo>
                  <a:pt x="639306" y="1244920"/>
                </a:lnTo>
                <a:lnTo>
                  <a:pt x="639664" y="1245415"/>
                </a:lnTo>
                <a:lnTo>
                  <a:pt x="640006" y="1245931"/>
                </a:lnTo>
                <a:lnTo>
                  <a:pt x="640332" y="1246470"/>
                </a:lnTo>
                <a:lnTo>
                  <a:pt x="640640" y="1247029"/>
                </a:lnTo>
                <a:lnTo>
                  <a:pt x="640932" y="1247611"/>
                </a:lnTo>
                <a:lnTo>
                  <a:pt x="641208" y="1248214"/>
                </a:lnTo>
                <a:lnTo>
                  <a:pt x="641466" y="1248839"/>
                </a:lnTo>
                <a:lnTo>
                  <a:pt x="641708" y="1249485"/>
                </a:lnTo>
                <a:lnTo>
                  <a:pt x="641934" y="1250153"/>
                </a:lnTo>
                <a:lnTo>
                  <a:pt x="642142" y="1250843"/>
                </a:lnTo>
                <a:lnTo>
                  <a:pt x="642334" y="1251555"/>
                </a:lnTo>
                <a:lnTo>
                  <a:pt x="642509" y="1252288"/>
                </a:lnTo>
                <a:lnTo>
                  <a:pt x="642668" y="1253043"/>
                </a:lnTo>
                <a:lnTo>
                  <a:pt x="642809" y="1253820"/>
                </a:lnTo>
                <a:lnTo>
                  <a:pt x="642935" y="1254618"/>
                </a:lnTo>
                <a:lnTo>
                  <a:pt x="643043" y="1255438"/>
                </a:lnTo>
                <a:lnTo>
                  <a:pt x="643135" y="1256280"/>
                </a:lnTo>
                <a:lnTo>
                  <a:pt x="643210" y="1257143"/>
                </a:lnTo>
                <a:lnTo>
                  <a:pt x="643268" y="1258028"/>
                </a:lnTo>
                <a:lnTo>
                  <a:pt x="643310" y="1258935"/>
                </a:lnTo>
                <a:lnTo>
                  <a:pt x="643335" y="1259864"/>
                </a:lnTo>
                <a:lnTo>
                  <a:pt x="643343" y="1260814"/>
                </a:lnTo>
                <a:lnTo>
                  <a:pt x="643343" y="1309825"/>
                </a:lnTo>
                <a:lnTo>
                  <a:pt x="659360" y="1309825"/>
                </a:lnTo>
                <a:lnTo>
                  <a:pt x="659360" y="1256169"/>
                </a:lnTo>
                <a:lnTo>
                  <a:pt x="659346" y="1254953"/>
                </a:lnTo>
                <a:lnTo>
                  <a:pt x="659305" y="1253763"/>
                </a:lnTo>
                <a:lnTo>
                  <a:pt x="659235" y="1252598"/>
                </a:lnTo>
                <a:lnTo>
                  <a:pt x="659138" y="1251457"/>
                </a:lnTo>
                <a:lnTo>
                  <a:pt x="659013" y="1250342"/>
                </a:lnTo>
                <a:lnTo>
                  <a:pt x="658860" y="1249252"/>
                </a:lnTo>
                <a:lnTo>
                  <a:pt x="658679" y="1248186"/>
                </a:lnTo>
                <a:lnTo>
                  <a:pt x="658470" y="1247146"/>
                </a:lnTo>
                <a:lnTo>
                  <a:pt x="658234" y="1246131"/>
                </a:lnTo>
                <a:lnTo>
                  <a:pt x="657970" y="1245141"/>
                </a:lnTo>
                <a:lnTo>
                  <a:pt x="657678" y="1244175"/>
                </a:lnTo>
                <a:lnTo>
                  <a:pt x="657358" y="1243235"/>
                </a:lnTo>
                <a:lnTo>
                  <a:pt x="657011" y="1242320"/>
                </a:lnTo>
                <a:lnTo>
                  <a:pt x="656635" y="1241430"/>
                </a:lnTo>
                <a:lnTo>
                  <a:pt x="656232" y="1240565"/>
                </a:lnTo>
                <a:lnTo>
                  <a:pt x="655801" y="1239725"/>
                </a:lnTo>
                <a:lnTo>
                  <a:pt x="655342" y="1238910"/>
                </a:lnTo>
                <a:lnTo>
                  <a:pt x="654855" y="1238120"/>
                </a:lnTo>
                <a:lnTo>
                  <a:pt x="654341" y="1237355"/>
                </a:lnTo>
                <a:lnTo>
                  <a:pt x="653799" y="1236615"/>
                </a:lnTo>
                <a:lnTo>
                  <a:pt x="653229" y="1235900"/>
                </a:lnTo>
                <a:lnTo>
                  <a:pt x="652631" y="1235210"/>
                </a:lnTo>
                <a:lnTo>
                  <a:pt x="652005" y="1234545"/>
                </a:lnTo>
                <a:lnTo>
                  <a:pt x="651352" y="1233905"/>
                </a:lnTo>
                <a:lnTo>
                  <a:pt x="650675" y="1233291"/>
                </a:lnTo>
                <a:lnTo>
                  <a:pt x="649979" y="1232703"/>
                </a:lnTo>
                <a:lnTo>
                  <a:pt x="649265" y="1232141"/>
                </a:lnTo>
                <a:lnTo>
                  <a:pt x="648531" y="1231605"/>
                </a:lnTo>
                <a:lnTo>
                  <a:pt x="647779" y="1231095"/>
                </a:lnTo>
                <a:lnTo>
                  <a:pt x="647007" y="1230612"/>
                </a:lnTo>
                <a:lnTo>
                  <a:pt x="646217" y="1230154"/>
                </a:lnTo>
                <a:lnTo>
                  <a:pt x="645408" y="1229723"/>
                </a:lnTo>
                <a:lnTo>
                  <a:pt x="644580" y="1229318"/>
                </a:lnTo>
                <a:lnTo>
                  <a:pt x="643733" y="1228939"/>
                </a:lnTo>
                <a:lnTo>
                  <a:pt x="642867" y="1228586"/>
                </a:lnTo>
                <a:lnTo>
                  <a:pt x="641982" y="1228259"/>
                </a:lnTo>
                <a:lnTo>
                  <a:pt x="641078" y="1227959"/>
                </a:lnTo>
                <a:lnTo>
                  <a:pt x="640156" y="1227684"/>
                </a:lnTo>
                <a:lnTo>
                  <a:pt x="639214" y="1227436"/>
                </a:lnTo>
                <a:lnTo>
                  <a:pt x="638254" y="1227214"/>
                </a:lnTo>
                <a:lnTo>
                  <a:pt x="637274" y="1227018"/>
                </a:lnTo>
                <a:lnTo>
                  <a:pt x="636276" y="1226848"/>
                </a:lnTo>
                <a:lnTo>
                  <a:pt x="635259" y="1226704"/>
                </a:lnTo>
                <a:lnTo>
                  <a:pt x="634223" y="1226587"/>
                </a:lnTo>
                <a:lnTo>
                  <a:pt x="633168" y="1226495"/>
                </a:lnTo>
                <a:lnTo>
                  <a:pt x="632094" y="1226430"/>
                </a:lnTo>
                <a:lnTo>
                  <a:pt x="631001" y="1226390"/>
                </a:lnTo>
                <a:lnTo>
                  <a:pt x="629889" y="1226377"/>
                </a:lnTo>
                <a:lnTo>
                  <a:pt x="629211" y="1226383"/>
                </a:lnTo>
                <a:lnTo>
                  <a:pt x="628538" y="1226400"/>
                </a:lnTo>
                <a:lnTo>
                  <a:pt x="627870" y="1226427"/>
                </a:lnTo>
                <a:lnTo>
                  <a:pt x="627206" y="1226466"/>
                </a:lnTo>
                <a:lnTo>
                  <a:pt x="626548" y="1226516"/>
                </a:lnTo>
                <a:lnTo>
                  <a:pt x="625895" y="1226578"/>
                </a:lnTo>
                <a:lnTo>
                  <a:pt x="625247" y="1226650"/>
                </a:lnTo>
                <a:lnTo>
                  <a:pt x="624604" y="1226733"/>
                </a:lnTo>
                <a:lnTo>
                  <a:pt x="623965" y="1226828"/>
                </a:lnTo>
                <a:lnTo>
                  <a:pt x="623332" y="1226934"/>
                </a:lnTo>
                <a:lnTo>
                  <a:pt x="622704" y="1227050"/>
                </a:lnTo>
                <a:lnTo>
                  <a:pt x="622081" y="1227178"/>
                </a:lnTo>
                <a:lnTo>
                  <a:pt x="621463" y="1227317"/>
                </a:lnTo>
                <a:lnTo>
                  <a:pt x="620850" y="1227467"/>
                </a:lnTo>
                <a:lnTo>
                  <a:pt x="620241" y="1227629"/>
                </a:lnTo>
                <a:lnTo>
                  <a:pt x="619638" y="1227801"/>
                </a:lnTo>
                <a:lnTo>
                  <a:pt x="619040" y="1227985"/>
                </a:lnTo>
                <a:lnTo>
                  <a:pt x="618447" y="1228179"/>
                </a:lnTo>
                <a:lnTo>
                  <a:pt x="617859" y="1228385"/>
                </a:lnTo>
                <a:lnTo>
                  <a:pt x="617276" y="1228602"/>
                </a:lnTo>
                <a:lnTo>
                  <a:pt x="616698" y="1228830"/>
                </a:lnTo>
                <a:lnTo>
                  <a:pt x="616125" y="1229069"/>
                </a:lnTo>
                <a:lnTo>
                  <a:pt x="615557" y="1229319"/>
                </a:lnTo>
                <a:lnTo>
                  <a:pt x="614993" y="1229581"/>
                </a:lnTo>
                <a:lnTo>
                  <a:pt x="614438" y="1229854"/>
                </a:lnTo>
                <a:lnTo>
                  <a:pt x="613893" y="1230140"/>
                </a:lnTo>
                <a:lnTo>
                  <a:pt x="613359" y="1230439"/>
                </a:lnTo>
                <a:lnTo>
                  <a:pt x="612836" y="1230751"/>
                </a:lnTo>
                <a:lnTo>
                  <a:pt x="612323" y="1231075"/>
                </a:lnTo>
                <a:lnTo>
                  <a:pt x="611820" y="1231413"/>
                </a:lnTo>
                <a:lnTo>
                  <a:pt x="611328" y="1231763"/>
                </a:lnTo>
                <a:lnTo>
                  <a:pt x="610847" y="1232126"/>
                </a:lnTo>
                <a:lnTo>
                  <a:pt x="610376" y="1232501"/>
                </a:lnTo>
                <a:lnTo>
                  <a:pt x="609916" y="1232890"/>
                </a:lnTo>
                <a:lnTo>
                  <a:pt x="609466" y="1233291"/>
                </a:lnTo>
                <a:lnTo>
                  <a:pt x="609027" y="1233705"/>
                </a:lnTo>
                <a:lnTo>
                  <a:pt x="608599" y="1234132"/>
                </a:lnTo>
                <a:lnTo>
                  <a:pt x="608181" y="1234572"/>
                </a:lnTo>
                <a:lnTo>
                  <a:pt x="607773" y="1235024"/>
                </a:lnTo>
                <a:lnTo>
                  <a:pt x="607376" y="1235489"/>
                </a:lnTo>
                <a:lnTo>
                  <a:pt x="606990" y="1235967"/>
                </a:lnTo>
                <a:lnTo>
                  <a:pt x="606615" y="1236458"/>
                </a:lnTo>
                <a:lnTo>
                  <a:pt x="606249" y="1236962"/>
                </a:lnTo>
                <a:lnTo>
                  <a:pt x="605895" y="1237478"/>
                </a:lnTo>
                <a:lnTo>
                  <a:pt x="605551" y="1238007"/>
                </a:lnTo>
                <a:lnTo>
                  <a:pt x="605218" y="1238549"/>
                </a:lnTo>
                <a:lnTo>
                  <a:pt x="604895" y="1239104"/>
                </a:lnTo>
                <a:lnTo>
                  <a:pt x="604582" y="1239671"/>
                </a:lnTo>
                <a:lnTo>
                  <a:pt x="602981" y="1227979"/>
                </a:lnTo>
                <a:lnTo>
                  <a:pt x="590007" y="1227979"/>
                </a:lnTo>
                <a:lnTo>
                  <a:pt x="590007" y="1309825"/>
                </a:lnTo>
                <a:lnTo>
                  <a:pt x="606024" y="1309825"/>
                </a:lnTo>
                <a:lnTo>
                  <a:pt x="606024" y="1261775"/>
                </a:lnTo>
                <a:lnTo>
                  <a:pt x="606028" y="1261217"/>
                </a:lnTo>
                <a:lnTo>
                  <a:pt x="606041" y="1260665"/>
                </a:lnTo>
                <a:lnTo>
                  <a:pt x="606062" y="1260118"/>
                </a:lnTo>
                <a:lnTo>
                  <a:pt x="606091" y="1259577"/>
                </a:lnTo>
                <a:lnTo>
                  <a:pt x="606128" y="1259041"/>
                </a:lnTo>
                <a:close/>
                <a:moveTo>
                  <a:pt x="493546" y="1249918"/>
                </a:moveTo>
                <a:lnTo>
                  <a:pt x="493562" y="1250012"/>
                </a:lnTo>
                <a:lnTo>
                  <a:pt x="493578" y="1250113"/>
                </a:lnTo>
                <a:lnTo>
                  <a:pt x="493595" y="1250219"/>
                </a:lnTo>
                <a:lnTo>
                  <a:pt x="493612" y="1250332"/>
                </a:lnTo>
                <a:lnTo>
                  <a:pt x="493630" y="1250450"/>
                </a:lnTo>
                <a:lnTo>
                  <a:pt x="493649" y="1250575"/>
                </a:lnTo>
                <a:lnTo>
                  <a:pt x="493668" y="1250706"/>
                </a:lnTo>
                <a:lnTo>
                  <a:pt x="493688" y="1250843"/>
                </a:lnTo>
                <a:lnTo>
                  <a:pt x="493708" y="1250986"/>
                </a:lnTo>
                <a:lnTo>
                  <a:pt x="493729" y="1251136"/>
                </a:lnTo>
                <a:lnTo>
                  <a:pt x="493751" y="1251291"/>
                </a:lnTo>
                <a:lnTo>
                  <a:pt x="493773" y="1251453"/>
                </a:lnTo>
                <a:lnTo>
                  <a:pt x="493795" y="1251620"/>
                </a:lnTo>
                <a:lnTo>
                  <a:pt x="493818" y="1251794"/>
                </a:lnTo>
                <a:lnTo>
                  <a:pt x="493842" y="1251974"/>
                </a:lnTo>
                <a:lnTo>
                  <a:pt x="493866" y="1252160"/>
                </a:lnTo>
                <a:lnTo>
                  <a:pt x="493891" y="1252352"/>
                </a:lnTo>
                <a:lnTo>
                  <a:pt x="493916" y="1252551"/>
                </a:lnTo>
                <a:lnTo>
                  <a:pt x="493942" y="1252755"/>
                </a:lnTo>
                <a:lnTo>
                  <a:pt x="493968" y="1252966"/>
                </a:lnTo>
                <a:lnTo>
                  <a:pt x="508704" y="1252966"/>
                </a:lnTo>
                <a:lnTo>
                  <a:pt x="508704" y="1251043"/>
                </a:lnTo>
                <a:lnTo>
                  <a:pt x="508712" y="1250515"/>
                </a:lnTo>
                <a:lnTo>
                  <a:pt x="508736" y="1249996"/>
                </a:lnTo>
                <a:lnTo>
                  <a:pt x="508776" y="1249487"/>
                </a:lnTo>
                <a:lnTo>
                  <a:pt x="508833" y="1248988"/>
                </a:lnTo>
                <a:lnTo>
                  <a:pt x="508905" y="1248499"/>
                </a:lnTo>
                <a:lnTo>
                  <a:pt x="508994" y="1248020"/>
                </a:lnTo>
                <a:lnTo>
                  <a:pt x="509099" y="1247551"/>
                </a:lnTo>
                <a:lnTo>
                  <a:pt x="509220" y="1247093"/>
                </a:lnTo>
                <a:lnTo>
                  <a:pt x="509357" y="1246644"/>
                </a:lnTo>
                <a:lnTo>
                  <a:pt x="509510" y="1246205"/>
                </a:lnTo>
                <a:lnTo>
                  <a:pt x="509680" y="1245776"/>
                </a:lnTo>
                <a:lnTo>
                  <a:pt x="509865" y="1245357"/>
                </a:lnTo>
                <a:lnTo>
                  <a:pt x="510067" y="1244949"/>
                </a:lnTo>
                <a:lnTo>
                  <a:pt x="510284" y="1244550"/>
                </a:lnTo>
                <a:lnTo>
                  <a:pt x="510518" y="1244161"/>
                </a:lnTo>
                <a:lnTo>
                  <a:pt x="510768" y="1243782"/>
                </a:lnTo>
                <a:lnTo>
                  <a:pt x="511034" y="1243414"/>
                </a:lnTo>
                <a:lnTo>
                  <a:pt x="511317" y="1243055"/>
                </a:lnTo>
                <a:lnTo>
                  <a:pt x="511615" y="1242706"/>
                </a:lnTo>
                <a:lnTo>
                  <a:pt x="511929" y="1242368"/>
                </a:lnTo>
                <a:lnTo>
                  <a:pt x="512260" y="1242039"/>
                </a:lnTo>
                <a:lnTo>
                  <a:pt x="512607" y="1241720"/>
                </a:lnTo>
                <a:lnTo>
                  <a:pt x="512970" y="1241412"/>
                </a:lnTo>
                <a:lnTo>
                  <a:pt x="513349" y="1241113"/>
                </a:lnTo>
                <a:lnTo>
                  <a:pt x="513743" y="1240825"/>
                </a:lnTo>
                <a:lnTo>
                  <a:pt x="514150" y="1240550"/>
                </a:lnTo>
                <a:lnTo>
                  <a:pt x="514570" y="1240287"/>
                </a:lnTo>
                <a:lnTo>
                  <a:pt x="515004" y="1240036"/>
                </a:lnTo>
                <a:lnTo>
                  <a:pt x="515451" y="1239798"/>
                </a:lnTo>
                <a:lnTo>
                  <a:pt x="515911" y="1239571"/>
                </a:lnTo>
                <a:lnTo>
                  <a:pt x="516385" y="1239357"/>
                </a:lnTo>
                <a:lnTo>
                  <a:pt x="516872" y="1239155"/>
                </a:lnTo>
                <a:lnTo>
                  <a:pt x="517373" y="1238966"/>
                </a:lnTo>
                <a:lnTo>
                  <a:pt x="517887" y="1238788"/>
                </a:lnTo>
                <a:lnTo>
                  <a:pt x="518414" y="1238623"/>
                </a:lnTo>
                <a:lnTo>
                  <a:pt x="518955" y="1238470"/>
                </a:lnTo>
                <a:lnTo>
                  <a:pt x="519509" y="1238330"/>
                </a:lnTo>
                <a:lnTo>
                  <a:pt x="520076" y="1238201"/>
                </a:lnTo>
                <a:lnTo>
                  <a:pt x="520656" y="1238085"/>
                </a:lnTo>
                <a:lnTo>
                  <a:pt x="521250" y="1237981"/>
                </a:lnTo>
                <a:lnTo>
                  <a:pt x="521858" y="1237889"/>
                </a:lnTo>
                <a:lnTo>
                  <a:pt x="522478" y="1237810"/>
                </a:lnTo>
                <a:lnTo>
                  <a:pt x="523112" y="1237742"/>
                </a:lnTo>
                <a:lnTo>
                  <a:pt x="523760" y="1237687"/>
                </a:lnTo>
                <a:lnTo>
                  <a:pt x="524420" y="1237644"/>
                </a:lnTo>
                <a:lnTo>
                  <a:pt x="525094" y="1237614"/>
                </a:lnTo>
                <a:lnTo>
                  <a:pt x="525782" y="1237595"/>
                </a:lnTo>
                <a:lnTo>
                  <a:pt x="526483" y="1237589"/>
                </a:lnTo>
                <a:lnTo>
                  <a:pt x="527247" y="1237595"/>
                </a:lnTo>
                <a:lnTo>
                  <a:pt x="527993" y="1237614"/>
                </a:lnTo>
                <a:lnTo>
                  <a:pt x="528720" y="1237644"/>
                </a:lnTo>
                <a:lnTo>
                  <a:pt x="529428" y="1237687"/>
                </a:lnTo>
                <a:lnTo>
                  <a:pt x="530117" y="1237742"/>
                </a:lnTo>
                <a:lnTo>
                  <a:pt x="530787" y="1237810"/>
                </a:lnTo>
                <a:lnTo>
                  <a:pt x="531438" y="1237889"/>
                </a:lnTo>
                <a:lnTo>
                  <a:pt x="532071" y="1237981"/>
                </a:lnTo>
                <a:lnTo>
                  <a:pt x="532684" y="1238085"/>
                </a:lnTo>
                <a:lnTo>
                  <a:pt x="533279" y="1238201"/>
                </a:lnTo>
                <a:lnTo>
                  <a:pt x="533854" y="1238330"/>
                </a:lnTo>
                <a:lnTo>
                  <a:pt x="534411" y="1238470"/>
                </a:lnTo>
                <a:lnTo>
                  <a:pt x="534949" y="1238623"/>
                </a:lnTo>
                <a:lnTo>
                  <a:pt x="535468" y="1238788"/>
                </a:lnTo>
                <a:lnTo>
                  <a:pt x="535968" y="1238966"/>
                </a:lnTo>
                <a:lnTo>
                  <a:pt x="536449" y="1239155"/>
                </a:lnTo>
                <a:lnTo>
                  <a:pt x="536911" y="1239357"/>
                </a:lnTo>
                <a:lnTo>
                  <a:pt x="537354" y="1239571"/>
                </a:lnTo>
                <a:lnTo>
                  <a:pt x="537778" y="1239798"/>
                </a:lnTo>
                <a:lnTo>
                  <a:pt x="538184" y="1240036"/>
                </a:lnTo>
                <a:lnTo>
                  <a:pt x="538570" y="1240287"/>
                </a:lnTo>
                <a:lnTo>
                  <a:pt x="538938" y="1240550"/>
                </a:lnTo>
                <a:lnTo>
                  <a:pt x="539287" y="1240825"/>
                </a:lnTo>
                <a:lnTo>
                  <a:pt x="539616" y="1241113"/>
                </a:lnTo>
                <a:lnTo>
                  <a:pt x="539943" y="1241414"/>
                </a:lnTo>
                <a:lnTo>
                  <a:pt x="540256" y="1241729"/>
                </a:lnTo>
                <a:lnTo>
                  <a:pt x="540555" y="1242059"/>
                </a:lnTo>
                <a:lnTo>
                  <a:pt x="540840" y="1242403"/>
                </a:lnTo>
                <a:lnTo>
                  <a:pt x="541111" y="1242762"/>
                </a:lnTo>
                <a:lnTo>
                  <a:pt x="541368" y="1243135"/>
                </a:lnTo>
                <a:lnTo>
                  <a:pt x="541612" y="1243523"/>
                </a:lnTo>
                <a:lnTo>
                  <a:pt x="541841" y="1243925"/>
                </a:lnTo>
                <a:lnTo>
                  <a:pt x="542057" y="1244341"/>
                </a:lnTo>
                <a:lnTo>
                  <a:pt x="542258" y="1244772"/>
                </a:lnTo>
                <a:lnTo>
                  <a:pt x="542446" y="1245218"/>
                </a:lnTo>
                <a:lnTo>
                  <a:pt x="542620" y="1245678"/>
                </a:lnTo>
                <a:lnTo>
                  <a:pt x="542780" y="1246152"/>
                </a:lnTo>
                <a:lnTo>
                  <a:pt x="542926" y="1246641"/>
                </a:lnTo>
                <a:lnTo>
                  <a:pt x="543058" y="1247144"/>
                </a:lnTo>
                <a:lnTo>
                  <a:pt x="543176" y="1247662"/>
                </a:lnTo>
                <a:lnTo>
                  <a:pt x="543280" y="1248194"/>
                </a:lnTo>
                <a:lnTo>
                  <a:pt x="543370" y="1248741"/>
                </a:lnTo>
                <a:lnTo>
                  <a:pt x="543447" y="1249302"/>
                </a:lnTo>
                <a:lnTo>
                  <a:pt x="543509" y="1249878"/>
                </a:lnTo>
                <a:lnTo>
                  <a:pt x="543558" y="1250468"/>
                </a:lnTo>
                <a:lnTo>
                  <a:pt x="543593" y="1251072"/>
                </a:lnTo>
                <a:lnTo>
                  <a:pt x="543614" y="1251691"/>
                </a:lnTo>
                <a:lnTo>
                  <a:pt x="543621" y="1252325"/>
                </a:lnTo>
                <a:lnTo>
                  <a:pt x="543621" y="1261294"/>
                </a:lnTo>
                <a:lnTo>
                  <a:pt x="542045" y="1261299"/>
                </a:lnTo>
                <a:lnTo>
                  <a:pt x="540495" y="1261313"/>
                </a:lnTo>
                <a:lnTo>
                  <a:pt x="538971" y="1261337"/>
                </a:lnTo>
                <a:lnTo>
                  <a:pt x="537472" y="1261370"/>
                </a:lnTo>
                <a:lnTo>
                  <a:pt x="535999" y="1261413"/>
                </a:lnTo>
                <a:lnTo>
                  <a:pt x="534551" y="1261465"/>
                </a:lnTo>
                <a:lnTo>
                  <a:pt x="533129" y="1261526"/>
                </a:lnTo>
                <a:lnTo>
                  <a:pt x="531733" y="1261597"/>
                </a:lnTo>
                <a:lnTo>
                  <a:pt x="530362" y="1261677"/>
                </a:lnTo>
                <a:lnTo>
                  <a:pt x="529016" y="1261767"/>
                </a:lnTo>
                <a:lnTo>
                  <a:pt x="527697" y="1261866"/>
                </a:lnTo>
                <a:lnTo>
                  <a:pt x="526403" y="1261975"/>
                </a:lnTo>
                <a:lnTo>
                  <a:pt x="525134" y="1262093"/>
                </a:lnTo>
                <a:lnTo>
                  <a:pt x="523891" y="1262221"/>
                </a:lnTo>
                <a:lnTo>
                  <a:pt x="522674" y="1262358"/>
                </a:lnTo>
                <a:lnTo>
                  <a:pt x="521482" y="1262505"/>
                </a:lnTo>
                <a:lnTo>
                  <a:pt x="520316" y="1262661"/>
                </a:lnTo>
                <a:lnTo>
                  <a:pt x="519175" y="1262826"/>
                </a:lnTo>
                <a:lnTo>
                  <a:pt x="518060" y="1263001"/>
                </a:lnTo>
                <a:lnTo>
                  <a:pt x="516970" y="1263185"/>
                </a:lnTo>
                <a:lnTo>
                  <a:pt x="515906" y="1263379"/>
                </a:lnTo>
                <a:lnTo>
                  <a:pt x="514868" y="1263582"/>
                </a:lnTo>
                <a:lnTo>
                  <a:pt x="513855" y="1263795"/>
                </a:lnTo>
                <a:lnTo>
                  <a:pt x="512868" y="1264017"/>
                </a:lnTo>
                <a:lnTo>
                  <a:pt x="511918" y="1264250"/>
                </a:lnTo>
                <a:lnTo>
                  <a:pt x="510990" y="1264493"/>
                </a:lnTo>
                <a:lnTo>
                  <a:pt x="510083" y="1264748"/>
                </a:lnTo>
                <a:lnTo>
                  <a:pt x="509198" y="1265014"/>
                </a:lnTo>
                <a:lnTo>
                  <a:pt x="508334" y="1265291"/>
                </a:lnTo>
                <a:lnTo>
                  <a:pt x="507493" y="1265579"/>
                </a:lnTo>
                <a:lnTo>
                  <a:pt x="506673" y="1265878"/>
                </a:lnTo>
                <a:lnTo>
                  <a:pt x="505874" y="1266188"/>
                </a:lnTo>
                <a:lnTo>
                  <a:pt x="505098" y="1266510"/>
                </a:lnTo>
                <a:lnTo>
                  <a:pt x="504343" y="1266842"/>
                </a:lnTo>
                <a:lnTo>
                  <a:pt x="503609" y="1267186"/>
                </a:lnTo>
                <a:lnTo>
                  <a:pt x="502898" y="1267541"/>
                </a:lnTo>
                <a:lnTo>
                  <a:pt x="502208" y="1267907"/>
                </a:lnTo>
                <a:lnTo>
                  <a:pt x="501540" y="1268284"/>
                </a:lnTo>
                <a:lnTo>
                  <a:pt x="500893" y="1268672"/>
                </a:lnTo>
                <a:lnTo>
                  <a:pt x="500268" y="1269071"/>
                </a:lnTo>
                <a:lnTo>
                  <a:pt x="499665" y="1269482"/>
                </a:lnTo>
                <a:lnTo>
                  <a:pt x="499084" y="1269903"/>
                </a:lnTo>
                <a:lnTo>
                  <a:pt x="498524" y="1270336"/>
                </a:lnTo>
                <a:lnTo>
                  <a:pt x="497986" y="1270780"/>
                </a:lnTo>
                <a:lnTo>
                  <a:pt x="497470" y="1271235"/>
                </a:lnTo>
                <a:lnTo>
                  <a:pt x="496975" y="1271701"/>
                </a:lnTo>
                <a:lnTo>
                  <a:pt x="496502" y="1272178"/>
                </a:lnTo>
                <a:lnTo>
                  <a:pt x="496051" y="1272666"/>
                </a:lnTo>
                <a:lnTo>
                  <a:pt x="495632" y="1273153"/>
                </a:lnTo>
                <a:lnTo>
                  <a:pt x="495232" y="1273654"/>
                </a:lnTo>
                <a:lnTo>
                  <a:pt x="494849" y="1274168"/>
                </a:lnTo>
                <a:lnTo>
                  <a:pt x="494484" y="1274695"/>
                </a:lnTo>
                <a:lnTo>
                  <a:pt x="494137" y="1275236"/>
                </a:lnTo>
                <a:lnTo>
                  <a:pt x="493808" y="1275790"/>
                </a:lnTo>
                <a:lnTo>
                  <a:pt x="493497" y="1276357"/>
                </a:lnTo>
                <a:lnTo>
                  <a:pt x="493203" y="1276937"/>
                </a:lnTo>
                <a:lnTo>
                  <a:pt x="492927" y="1277531"/>
                </a:lnTo>
                <a:lnTo>
                  <a:pt x="492669" y="1278139"/>
                </a:lnTo>
                <a:lnTo>
                  <a:pt x="492429" y="1278759"/>
                </a:lnTo>
                <a:lnTo>
                  <a:pt x="492206" y="1279393"/>
                </a:lnTo>
                <a:lnTo>
                  <a:pt x="492002" y="1280041"/>
                </a:lnTo>
                <a:lnTo>
                  <a:pt x="491815" y="1280701"/>
                </a:lnTo>
                <a:lnTo>
                  <a:pt x="491646" y="1281375"/>
                </a:lnTo>
                <a:lnTo>
                  <a:pt x="491495" y="1282063"/>
                </a:lnTo>
                <a:lnTo>
                  <a:pt x="491361" y="1282764"/>
                </a:lnTo>
                <a:lnTo>
                  <a:pt x="491245" y="1283478"/>
                </a:lnTo>
                <a:lnTo>
                  <a:pt x="491148" y="1284205"/>
                </a:lnTo>
                <a:lnTo>
                  <a:pt x="491067" y="1284946"/>
                </a:lnTo>
                <a:lnTo>
                  <a:pt x="491005" y="1285700"/>
                </a:lnTo>
                <a:lnTo>
                  <a:pt x="490961" y="1286468"/>
                </a:lnTo>
                <a:lnTo>
                  <a:pt x="490934" y="1287248"/>
                </a:lnTo>
                <a:lnTo>
                  <a:pt x="490925" y="1288043"/>
                </a:lnTo>
                <a:lnTo>
                  <a:pt x="490937" y="1288994"/>
                </a:lnTo>
                <a:lnTo>
                  <a:pt x="490972" y="1289926"/>
                </a:lnTo>
                <a:lnTo>
                  <a:pt x="491030" y="1290838"/>
                </a:lnTo>
                <a:lnTo>
                  <a:pt x="491112" y="1291731"/>
                </a:lnTo>
                <a:lnTo>
                  <a:pt x="491217" y="1292604"/>
                </a:lnTo>
                <a:lnTo>
                  <a:pt x="491346" y="1293458"/>
                </a:lnTo>
                <a:lnTo>
                  <a:pt x="491497" y="1294293"/>
                </a:lnTo>
                <a:lnTo>
                  <a:pt x="491673" y="1295108"/>
                </a:lnTo>
                <a:lnTo>
                  <a:pt x="491871" y="1295903"/>
                </a:lnTo>
                <a:lnTo>
                  <a:pt x="492093" y="1296679"/>
                </a:lnTo>
                <a:lnTo>
                  <a:pt x="492338" y="1297436"/>
                </a:lnTo>
                <a:lnTo>
                  <a:pt x="492607" y="1298173"/>
                </a:lnTo>
                <a:lnTo>
                  <a:pt x="492899" y="1298891"/>
                </a:lnTo>
                <a:lnTo>
                  <a:pt x="493214" y="1299589"/>
                </a:lnTo>
                <a:lnTo>
                  <a:pt x="493553" y="1300268"/>
                </a:lnTo>
                <a:lnTo>
                  <a:pt x="493915" y="1300927"/>
                </a:lnTo>
                <a:lnTo>
                  <a:pt x="494300" y="1301567"/>
                </a:lnTo>
                <a:lnTo>
                  <a:pt x="494709" y="1302187"/>
                </a:lnTo>
                <a:lnTo>
                  <a:pt x="495141" y="1302788"/>
                </a:lnTo>
                <a:lnTo>
                  <a:pt x="495597" y="1303370"/>
                </a:lnTo>
                <a:lnTo>
                  <a:pt x="496076" y="1303932"/>
                </a:lnTo>
                <a:lnTo>
                  <a:pt x="496578" y="1304474"/>
                </a:lnTo>
                <a:lnTo>
                  <a:pt x="497103" y="1304997"/>
                </a:lnTo>
                <a:lnTo>
                  <a:pt x="497652" y="1305501"/>
                </a:lnTo>
                <a:lnTo>
                  <a:pt x="498236" y="1305985"/>
                </a:lnTo>
                <a:lnTo>
                  <a:pt x="498840" y="1306447"/>
                </a:lnTo>
                <a:lnTo>
                  <a:pt x="499464" y="1306890"/>
                </a:lnTo>
                <a:lnTo>
                  <a:pt x="500108" y="1307312"/>
                </a:lnTo>
                <a:lnTo>
                  <a:pt x="500772" y="1307713"/>
                </a:lnTo>
                <a:lnTo>
                  <a:pt x="501456" y="1308094"/>
                </a:lnTo>
                <a:lnTo>
                  <a:pt x="502160" y="1308454"/>
                </a:lnTo>
                <a:lnTo>
                  <a:pt x="502884" y="1308793"/>
                </a:lnTo>
                <a:lnTo>
                  <a:pt x="503629" y="1309112"/>
                </a:lnTo>
                <a:lnTo>
                  <a:pt x="504393" y="1309411"/>
                </a:lnTo>
                <a:lnTo>
                  <a:pt x="505177" y="1309688"/>
                </a:lnTo>
                <a:lnTo>
                  <a:pt x="505981" y="1309946"/>
                </a:lnTo>
                <a:lnTo>
                  <a:pt x="506805" y="1310182"/>
                </a:lnTo>
                <a:lnTo>
                  <a:pt x="507649" y="1310398"/>
                </a:lnTo>
                <a:lnTo>
                  <a:pt x="508514" y="1310594"/>
                </a:lnTo>
                <a:lnTo>
                  <a:pt x="509398" y="1310769"/>
                </a:lnTo>
                <a:lnTo>
                  <a:pt x="510302" y="1310923"/>
                </a:lnTo>
                <a:lnTo>
                  <a:pt x="511227" y="1311057"/>
                </a:lnTo>
                <a:lnTo>
                  <a:pt x="512171" y="1311170"/>
                </a:lnTo>
                <a:lnTo>
                  <a:pt x="513135" y="1311262"/>
                </a:lnTo>
                <a:lnTo>
                  <a:pt x="514120" y="1311334"/>
                </a:lnTo>
                <a:lnTo>
                  <a:pt x="515124" y="1311386"/>
                </a:lnTo>
                <a:lnTo>
                  <a:pt x="516148" y="1311417"/>
                </a:lnTo>
                <a:lnTo>
                  <a:pt x="517193" y="1311427"/>
                </a:lnTo>
                <a:lnTo>
                  <a:pt x="517672" y="1311425"/>
                </a:lnTo>
                <a:lnTo>
                  <a:pt x="518150" y="1311418"/>
                </a:lnTo>
                <a:lnTo>
                  <a:pt x="518627" y="1311407"/>
                </a:lnTo>
                <a:lnTo>
                  <a:pt x="519101" y="1311391"/>
                </a:lnTo>
                <a:lnTo>
                  <a:pt x="519574" y="1311371"/>
                </a:lnTo>
                <a:lnTo>
                  <a:pt x="520046" y="1311347"/>
                </a:lnTo>
                <a:lnTo>
                  <a:pt x="520515" y="1311318"/>
                </a:lnTo>
                <a:lnTo>
                  <a:pt x="520983" y="1311285"/>
                </a:lnTo>
                <a:lnTo>
                  <a:pt x="521450" y="1311247"/>
                </a:lnTo>
                <a:lnTo>
                  <a:pt x="521914" y="1311205"/>
                </a:lnTo>
                <a:lnTo>
                  <a:pt x="522377" y="1311158"/>
                </a:lnTo>
                <a:lnTo>
                  <a:pt x="522839" y="1311107"/>
                </a:lnTo>
                <a:lnTo>
                  <a:pt x="523298" y="1311051"/>
                </a:lnTo>
                <a:lnTo>
                  <a:pt x="523756" y="1310991"/>
                </a:lnTo>
                <a:lnTo>
                  <a:pt x="524213" y="1310927"/>
                </a:lnTo>
                <a:lnTo>
                  <a:pt x="524667" y="1310858"/>
                </a:lnTo>
                <a:lnTo>
                  <a:pt x="525120" y="1310784"/>
                </a:lnTo>
                <a:lnTo>
                  <a:pt x="525572" y="1310706"/>
                </a:lnTo>
                <a:lnTo>
                  <a:pt x="526021" y="1310624"/>
                </a:lnTo>
                <a:lnTo>
                  <a:pt x="526469" y="1310537"/>
                </a:lnTo>
                <a:lnTo>
                  <a:pt x="526916" y="1310446"/>
                </a:lnTo>
                <a:lnTo>
                  <a:pt x="527360" y="1310350"/>
                </a:lnTo>
                <a:lnTo>
                  <a:pt x="527803" y="1310250"/>
                </a:lnTo>
                <a:lnTo>
                  <a:pt x="528244" y="1310146"/>
                </a:lnTo>
                <a:lnTo>
                  <a:pt x="528683" y="1310049"/>
                </a:lnTo>
                <a:lnTo>
                  <a:pt x="529119" y="1309947"/>
                </a:lnTo>
                <a:lnTo>
                  <a:pt x="529551" y="1309838"/>
                </a:lnTo>
                <a:lnTo>
                  <a:pt x="529980" y="1309723"/>
                </a:lnTo>
                <a:lnTo>
                  <a:pt x="530405" y="1309602"/>
                </a:lnTo>
                <a:lnTo>
                  <a:pt x="530827" y="1309475"/>
                </a:lnTo>
                <a:lnTo>
                  <a:pt x="531246" y="1309342"/>
                </a:lnTo>
                <a:lnTo>
                  <a:pt x="531661" y="1309203"/>
                </a:lnTo>
                <a:lnTo>
                  <a:pt x="532073" y="1309057"/>
                </a:lnTo>
                <a:lnTo>
                  <a:pt x="532482" y="1308906"/>
                </a:lnTo>
                <a:lnTo>
                  <a:pt x="532888" y="1308748"/>
                </a:lnTo>
                <a:lnTo>
                  <a:pt x="533290" y="1308584"/>
                </a:lnTo>
                <a:lnTo>
                  <a:pt x="533689" y="1308414"/>
                </a:lnTo>
                <a:lnTo>
                  <a:pt x="534084" y="1308238"/>
                </a:lnTo>
                <a:lnTo>
                  <a:pt x="534476" y="1308056"/>
                </a:lnTo>
                <a:lnTo>
                  <a:pt x="534865" y="1307868"/>
                </a:lnTo>
                <a:lnTo>
                  <a:pt x="535250" y="1307673"/>
                </a:lnTo>
                <a:lnTo>
                  <a:pt x="535632" y="1307473"/>
                </a:lnTo>
                <a:lnTo>
                  <a:pt x="536011" y="1307266"/>
                </a:lnTo>
                <a:lnTo>
                  <a:pt x="536386" y="1307054"/>
                </a:lnTo>
                <a:lnTo>
                  <a:pt x="536758" y="1306835"/>
                </a:lnTo>
                <a:lnTo>
                  <a:pt x="537127" y="1306610"/>
                </a:lnTo>
                <a:lnTo>
                  <a:pt x="537493" y="1306379"/>
                </a:lnTo>
                <a:lnTo>
                  <a:pt x="537855" y="1306142"/>
                </a:lnTo>
                <a:lnTo>
                  <a:pt x="538212" y="1305885"/>
                </a:lnTo>
                <a:lnTo>
                  <a:pt x="538564" y="1305621"/>
                </a:lnTo>
                <a:lnTo>
                  <a:pt x="538911" y="1305351"/>
                </a:lnTo>
                <a:lnTo>
                  <a:pt x="539252" y="1305074"/>
                </a:lnTo>
                <a:lnTo>
                  <a:pt x="539587" y="1304790"/>
                </a:lnTo>
                <a:lnTo>
                  <a:pt x="539917" y="1304500"/>
                </a:lnTo>
                <a:lnTo>
                  <a:pt x="540241" y="1304203"/>
                </a:lnTo>
                <a:lnTo>
                  <a:pt x="540560" y="1303899"/>
                </a:lnTo>
                <a:lnTo>
                  <a:pt x="540873" y="1303589"/>
                </a:lnTo>
                <a:lnTo>
                  <a:pt x="541180" y="1303272"/>
                </a:lnTo>
                <a:lnTo>
                  <a:pt x="541482" y="1302948"/>
                </a:lnTo>
                <a:lnTo>
                  <a:pt x="541779" y="1302618"/>
                </a:lnTo>
                <a:lnTo>
                  <a:pt x="542070" y="1302281"/>
                </a:lnTo>
                <a:lnTo>
                  <a:pt x="542355" y="1301937"/>
                </a:lnTo>
                <a:lnTo>
                  <a:pt x="542635" y="1301587"/>
                </a:lnTo>
                <a:lnTo>
                  <a:pt x="542909" y="1301230"/>
                </a:lnTo>
                <a:lnTo>
                  <a:pt x="543177" y="1300866"/>
                </a:lnTo>
                <a:lnTo>
                  <a:pt x="543440" y="1300496"/>
                </a:lnTo>
                <a:lnTo>
                  <a:pt x="543698" y="1300119"/>
                </a:lnTo>
                <a:lnTo>
                  <a:pt x="543950" y="1299735"/>
                </a:lnTo>
                <a:lnTo>
                  <a:pt x="544196" y="1299344"/>
                </a:lnTo>
                <a:lnTo>
                  <a:pt x="544437" y="1298947"/>
                </a:lnTo>
                <a:lnTo>
                  <a:pt x="544672" y="1298544"/>
                </a:lnTo>
                <a:lnTo>
                  <a:pt x="544902" y="1298133"/>
                </a:lnTo>
                <a:lnTo>
                  <a:pt x="544944" y="1298556"/>
                </a:lnTo>
                <a:lnTo>
                  <a:pt x="544989" y="1298972"/>
                </a:lnTo>
                <a:lnTo>
                  <a:pt x="545037" y="1299379"/>
                </a:lnTo>
                <a:lnTo>
                  <a:pt x="545089" y="1299779"/>
                </a:lnTo>
                <a:lnTo>
                  <a:pt x="545144" y="1300171"/>
                </a:lnTo>
                <a:lnTo>
                  <a:pt x="545202" y="1300556"/>
                </a:lnTo>
                <a:lnTo>
                  <a:pt x="545264" y="1300932"/>
                </a:lnTo>
                <a:lnTo>
                  <a:pt x="545329" y="1301301"/>
                </a:lnTo>
                <a:lnTo>
                  <a:pt x="545398" y="1301662"/>
                </a:lnTo>
                <a:lnTo>
                  <a:pt x="545469" y="1302015"/>
                </a:lnTo>
                <a:lnTo>
                  <a:pt x="545544" y="1302360"/>
                </a:lnTo>
                <a:lnTo>
                  <a:pt x="545623" y="1302698"/>
                </a:lnTo>
                <a:lnTo>
                  <a:pt x="545705" y="1303028"/>
                </a:lnTo>
                <a:lnTo>
                  <a:pt x="545790" y="1303350"/>
                </a:lnTo>
                <a:lnTo>
                  <a:pt x="545878" y="1303664"/>
                </a:lnTo>
                <a:lnTo>
                  <a:pt x="545970" y="1303970"/>
                </a:lnTo>
                <a:lnTo>
                  <a:pt x="546065" y="1304269"/>
                </a:lnTo>
                <a:lnTo>
                  <a:pt x="546163" y="1304560"/>
                </a:lnTo>
                <a:lnTo>
                  <a:pt x="546265" y="1304843"/>
                </a:lnTo>
                <a:lnTo>
                  <a:pt x="546370" y="1305118"/>
                </a:lnTo>
                <a:lnTo>
                  <a:pt x="546479" y="1305386"/>
                </a:lnTo>
                <a:lnTo>
                  <a:pt x="546590" y="1305645"/>
                </a:lnTo>
                <a:lnTo>
                  <a:pt x="546706" y="1305897"/>
                </a:lnTo>
                <a:lnTo>
                  <a:pt x="546824" y="1306142"/>
                </a:lnTo>
                <a:lnTo>
                  <a:pt x="546947" y="1306379"/>
                </a:lnTo>
                <a:lnTo>
                  <a:pt x="547075" y="1306610"/>
                </a:lnTo>
                <a:lnTo>
                  <a:pt x="547209" y="1306835"/>
                </a:lnTo>
                <a:lnTo>
                  <a:pt x="547349" y="1307054"/>
                </a:lnTo>
                <a:lnTo>
                  <a:pt x="547494" y="1307266"/>
                </a:lnTo>
                <a:lnTo>
                  <a:pt x="547645" y="1307473"/>
                </a:lnTo>
                <a:lnTo>
                  <a:pt x="547801" y="1307673"/>
                </a:lnTo>
                <a:lnTo>
                  <a:pt x="547963" y="1307868"/>
                </a:lnTo>
                <a:lnTo>
                  <a:pt x="548130" y="1308056"/>
                </a:lnTo>
                <a:lnTo>
                  <a:pt x="548303" y="1308238"/>
                </a:lnTo>
                <a:lnTo>
                  <a:pt x="548482" y="1308414"/>
                </a:lnTo>
                <a:lnTo>
                  <a:pt x="548666" y="1308584"/>
                </a:lnTo>
                <a:lnTo>
                  <a:pt x="548856" y="1308748"/>
                </a:lnTo>
                <a:lnTo>
                  <a:pt x="549051" y="1308906"/>
                </a:lnTo>
                <a:lnTo>
                  <a:pt x="549252" y="1309057"/>
                </a:lnTo>
                <a:lnTo>
                  <a:pt x="549458" y="1309203"/>
                </a:lnTo>
                <a:lnTo>
                  <a:pt x="549670" y="1309342"/>
                </a:lnTo>
                <a:lnTo>
                  <a:pt x="549887" y="1309475"/>
                </a:lnTo>
                <a:lnTo>
                  <a:pt x="550110" y="1309602"/>
                </a:lnTo>
                <a:lnTo>
                  <a:pt x="550339" y="1309723"/>
                </a:lnTo>
                <a:lnTo>
                  <a:pt x="550573" y="1309838"/>
                </a:lnTo>
                <a:lnTo>
                  <a:pt x="550813" y="1309947"/>
                </a:lnTo>
                <a:lnTo>
                  <a:pt x="551058" y="1310049"/>
                </a:lnTo>
                <a:lnTo>
                  <a:pt x="551309" y="1310146"/>
                </a:lnTo>
                <a:lnTo>
                  <a:pt x="551565" y="1310250"/>
                </a:lnTo>
                <a:lnTo>
                  <a:pt x="551828" y="1310350"/>
                </a:lnTo>
                <a:lnTo>
                  <a:pt x="552097" y="1310446"/>
                </a:lnTo>
                <a:lnTo>
                  <a:pt x="552372" y="1310537"/>
                </a:lnTo>
                <a:lnTo>
                  <a:pt x="552653" y="1310624"/>
                </a:lnTo>
                <a:lnTo>
                  <a:pt x="552941" y="1310706"/>
                </a:lnTo>
                <a:lnTo>
                  <a:pt x="553234" y="1310784"/>
                </a:lnTo>
                <a:lnTo>
                  <a:pt x="553533" y="1310858"/>
                </a:lnTo>
                <a:lnTo>
                  <a:pt x="553839" y="1310927"/>
                </a:lnTo>
                <a:lnTo>
                  <a:pt x="554151" y="1310991"/>
                </a:lnTo>
                <a:lnTo>
                  <a:pt x="554469" y="1311051"/>
                </a:lnTo>
                <a:lnTo>
                  <a:pt x="554792" y="1311107"/>
                </a:lnTo>
                <a:lnTo>
                  <a:pt x="555123" y="1311158"/>
                </a:lnTo>
                <a:lnTo>
                  <a:pt x="555459" y="1311205"/>
                </a:lnTo>
                <a:lnTo>
                  <a:pt x="555801" y="1311247"/>
                </a:lnTo>
                <a:lnTo>
                  <a:pt x="556149" y="1311285"/>
                </a:lnTo>
                <a:lnTo>
                  <a:pt x="556504" y="1311318"/>
                </a:lnTo>
                <a:lnTo>
                  <a:pt x="556865" y="1311347"/>
                </a:lnTo>
                <a:lnTo>
                  <a:pt x="557231" y="1311371"/>
                </a:lnTo>
                <a:lnTo>
                  <a:pt x="557604" y="1311391"/>
                </a:lnTo>
                <a:lnTo>
                  <a:pt x="557983" y="1311407"/>
                </a:lnTo>
                <a:lnTo>
                  <a:pt x="558368" y="1311418"/>
                </a:lnTo>
                <a:lnTo>
                  <a:pt x="558760" y="1311425"/>
                </a:lnTo>
                <a:lnTo>
                  <a:pt x="559157" y="1311427"/>
                </a:lnTo>
                <a:lnTo>
                  <a:pt x="559437" y="1311426"/>
                </a:lnTo>
                <a:lnTo>
                  <a:pt x="559715" y="1311422"/>
                </a:lnTo>
                <a:lnTo>
                  <a:pt x="559993" y="1311415"/>
                </a:lnTo>
                <a:lnTo>
                  <a:pt x="560269" y="1311405"/>
                </a:lnTo>
                <a:lnTo>
                  <a:pt x="560545" y="1311392"/>
                </a:lnTo>
                <a:lnTo>
                  <a:pt x="560819" y="1311377"/>
                </a:lnTo>
                <a:lnTo>
                  <a:pt x="561092" y="1311359"/>
                </a:lnTo>
                <a:lnTo>
                  <a:pt x="561364" y="1311338"/>
                </a:lnTo>
                <a:lnTo>
                  <a:pt x="561635" y="1311314"/>
                </a:lnTo>
                <a:lnTo>
                  <a:pt x="561904" y="1311288"/>
                </a:lnTo>
                <a:lnTo>
                  <a:pt x="562173" y="1311259"/>
                </a:lnTo>
                <a:lnTo>
                  <a:pt x="562441" y="1311227"/>
                </a:lnTo>
                <a:lnTo>
                  <a:pt x="562707" y="1311192"/>
                </a:lnTo>
                <a:lnTo>
                  <a:pt x="562972" y="1311155"/>
                </a:lnTo>
                <a:lnTo>
                  <a:pt x="563236" y="1311114"/>
                </a:lnTo>
                <a:lnTo>
                  <a:pt x="563499" y="1311071"/>
                </a:lnTo>
                <a:lnTo>
                  <a:pt x="563761" y="1311025"/>
                </a:lnTo>
                <a:lnTo>
                  <a:pt x="564022" y="1310977"/>
                </a:lnTo>
                <a:lnTo>
                  <a:pt x="564282" y="1310925"/>
                </a:lnTo>
                <a:lnTo>
                  <a:pt x="564541" y="1310871"/>
                </a:lnTo>
                <a:lnTo>
                  <a:pt x="564798" y="1310814"/>
                </a:lnTo>
                <a:lnTo>
                  <a:pt x="565054" y="1310754"/>
                </a:lnTo>
                <a:lnTo>
                  <a:pt x="565310" y="1310692"/>
                </a:lnTo>
                <a:lnTo>
                  <a:pt x="565564" y="1310626"/>
                </a:lnTo>
                <a:lnTo>
                  <a:pt x="565816" y="1310558"/>
                </a:lnTo>
                <a:lnTo>
                  <a:pt x="566064" y="1310488"/>
                </a:lnTo>
                <a:lnTo>
                  <a:pt x="566310" y="1310416"/>
                </a:lnTo>
                <a:lnTo>
                  <a:pt x="566552" y="1310342"/>
                </a:lnTo>
                <a:lnTo>
                  <a:pt x="566790" y="1310265"/>
                </a:lnTo>
                <a:lnTo>
                  <a:pt x="567025" y="1310186"/>
                </a:lnTo>
                <a:lnTo>
                  <a:pt x="567257" y="1310105"/>
                </a:lnTo>
                <a:lnTo>
                  <a:pt x="567486" y="1310021"/>
                </a:lnTo>
                <a:lnTo>
                  <a:pt x="567711" y="1309936"/>
                </a:lnTo>
                <a:lnTo>
                  <a:pt x="567933" y="1309848"/>
                </a:lnTo>
                <a:lnTo>
                  <a:pt x="568152" y="1309758"/>
                </a:lnTo>
                <a:lnTo>
                  <a:pt x="568367" y="1309665"/>
                </a:lnTo>
                <a:lnTo>
                  <a:pt x="568579" y="1309571"/>
                </a:lnTo>
                <a:lnTo>
                  <a:pt x="568787" y="1309474"/>
                </a:lnTo>
                <a:lnTo>
                  <a:pt x="568992" y="1309375"/>
                </a:lnTo>
                <a:lnTo>
                  <a:pt x="569194" y="1309274"/>
                </a:lnTo>
                <a:lnTo>
                  <a:pt x="569393" y="1309170"/>
                </a:lnTo>
                <a:lnTo>
                  <a:pt x="569588" y="1309065"/>
                </a:lnTo>
                <a:lnTo>
                  <a:pt x="569780" y="1308957"/>
                </a:lnTo>
                <a:lnTo>
                  <a:pt x="569968" y="1308847"/>
                </a:lnTo>
                <a:lnTo>
                  <a:pt x="570154" y="1308734"/>
                </a:lnTo>
                <a:lnTo>
                  <a:pt x="570335" y="1308620"/>
                </a:lnTo>
                <a:lnTo>
                  <a:pt x="570514" y="1308503"/>
                </a:lnTo>
                <a:lnTo>
                  <a:pt x="570689" y="1308384"/>
                </a:lnTo>
                <a:lnTo>
                  <a:pt x="570689" y="1297973"/>
                </a:lnTo>
                <a:lnTo>
                  <a:pt x="570461" y="1298130"/>
                </a:lnTo>
                <a:lnTo>
                  <a:pt x="570229" y="1298280"/>
                </a:lnTo>
                <a:lnTo>
                  <a:pt x="569993" y="1298423"/>
                </a:lnTo>
                <a:lnTo>
                  <a:pt x="569755" y="1298560"/>
                </a:lnTo>
                <a:lnTo>
                  <a:pt x="569513" y="1298690"/>
                </a:lnTo>
                <a:lnTo>
                  <a:pt x="569268" y="1298814"/>
                </a:lnTo>
                <a:lnTo>
                  <a:pt x="569019" y="1298931"/>
                </a:lnTo>
                <a:lnTo>
                  <a:pt x="568767" y="1299041"/>
                </a:lnTo>
                <a:lnTo>
                  <a:pt x="568512" y="1299144"/>
                </a:lnTo>
                <a:lnTo>
                  <a:pt x="568253" y="1299241"/>
                </a:lnTo>
                <a:lnTo>
                  <a:pt x="567991" y="1299331"/>
                </a:lnTo>
                <a:lnTo>
                  <a:pt x="567726" y="1299414"/>
                </a:lnTo>
                <a:lnTo>
                  <a:pt x="567457" y="1299491"/>
                </a:lnTo>
                <a:lnTo>
                  <a:pt x="567186" y="1299561"/>
                </a:lnTo>
                <a:lnTo>
                  <a:pt x="566910" y="1299625"/>
                </a:lnTo>
                <a:lnTo>
                  <a:pt x="566632" y="1299681"/>
                </a:lnTo>
                <a:lnTo>
                  <a:pt x="566350" y="1299731"/>
                </a:lnTo>
                <a:lnTo>
                  <a:pt x="566064" y="1299775"/>
                </a:lnTo>
                <a:lnTo>
                  <a:pt x="565776" y="1299812"/>
                </a:lnTo>
                <a:lnTo>
                  <a:pt x="565484" y="1299842"/>
                </a:lnTo>
                <a:lnTo>
                  <a:pt x="565188" y="1299865"/>
                </a:lnTo>
                <a:lnTo>
                  <a:pt x="564890" y="1299882"/>
                </a:lnTo>
                <a:lnTo>
                  <a:pt x="564588" y="1299892"/>
                </a:lnTo>
                <a:lnTo>
                  <a:pt x="564282" y="1299895"/>
                </a:lnTo>
                <a:lnTo>
                  <a:pt x="564110" y="1299893"/>
                </a:lnTo>
                <a:lnTo>
                  <a:pt x="563941" y="1299887"/>
                </a:lnTo>
                <a:lnTo>
                  <a:pt x="563774" y="1299877"/>
                </a:lnTo>
                <a:lnTo>
                  <a:pt x="563611" y="1299864"/>
                </a:lnTo>
                <a:lnTo>
                  <a:pt x="563450" y="1299846"/>
                </a:lnTo>
                <a:lnTo>
                  <a:pt x="563291" y="1299825"/>
                </a:lnTo>
                <a:lnTo>
                  <a:pt x="563136" y="1299800"/>
                </a:lnTo>
                <a:lnTo>
                  <a:pt x="562983" y="1299770"/>
                </a:lnTo>
                <a:lnTo>
                  <a:pt x="562833" y="1299737"/>
                </a:lnTo>
                <a:lnTo>
                  <a:pt x="562686" y="1299700"/>
                </a:lnTo>
                <a:lnTo>
                  <a:pt x="562542" y="1299659"/>
                </a:lnTo>
                <a:lnTo>
                  <a:pt x="562400" y="1299615"/>
                </a:lnTo>
                <a:lnTo>
                  <a:pt x="562262" y="1299566"/>
                </a:lnTo>
                <a:lnTo>
                  <a:pt x="562126" y="1299513"/>
                </a:lnTo>
                <a:lnTo>
                  <a:pt x="561993" y="1299457"/>
                </a:lnTo>
                <a:lnTo>
                  <a:pt x="561862" y="1299397"/>
                </a:lnTo>
                <a:lnTo>
                  <a:pt x="561734" y="1299332"/>
                </a:lnTo>
                <a:lnTo>
                  <a:pt x="561610" y="1299264"/>
                </a:lnTo>
                <a:lnTo>
                  <a:pt x="561488" y="1299192"/>
                </a:lnTo>
                <a:lnTo>
                  <a:pt x="561368" y="1299116"/>
                </a:lnTo>
                <a:lnTo>
                  <a:pt x="561252" y="1299037"/>
                </a:lnTo>
                <a:lnTo>
                  <a:pt x="561138" y="1298953"/>
                </a:lnTo>
                <a:lnTo>
                  <a:pt x="561027" y="1298865"/>
                </a:lnTo>
                <a:lnTo>
                  <a:pt x="560919" y="1298774"/>
                </a:lnTo>
                <a:lnTo>
                  <a:pt x="560814" y="1298678"/>
                </a:lnTo>
                <a:lnTo>
                  <a:pt x="560714" y="1298577"/>
                </a:lnTo>
                <a:lnTo>
                  <a:pt x="560619" y="1298471"/>
                </a:lnTo>
                <a:lnTo>
                  <a:pt x="560527" y="1298360"/>
                </a:lnTo>
                <a:lnTo>
                  <a:pt x="560441" y="1298244"/>
                </a:lnTo>
                <a:lnTo>
                  <a:pt x="560358" y="1298123"/>
                </a:lnTo>
                <a:lnTo>
                  <a:pt x="560280" y="1297997"/>
                </a:lnTo>
                <a:lnTo>
                  <a:pt x="560207" y="1297866"/>
                </a:lnTo>
                <a:lnTo>
                  <a:pt x="560138" y="1297730"/>
                </a:lnTo>
                <a:lnTo>
                  <a:pt x="560074" y="1297589"/>
                </a:lnTo>
                <a:lnTo>
                  <a:pt x="560014" y="1297443"/>
                </a:lnTo>
                <a:lnTo>
                  <a:pt x="559958" y="1297292"/>
                </a:lnTo>
                <a:lnTo>
                  <a:pt x="559907" y="1297136"/>
                </a:lnTo>
                <a:lnTo>
                  <a:pt x="559860" y="1296975"/>
                </a:lnTo>
                <a:lnTo>
                  <a:pt x="559818" y="1296809"/>
                </a:lnTo>
                <a:lnTo>
                  <a:pt x="559780" y="1296638"/>
                </a:lnTo>
                <a:lnTo>
                  <a:pt x="559747" y="1296462"/>
                </a:lnTo>
                <a:lnTo>
                  <a:pt x="559718" y="1296281"/>
                </a:lnTo>
                <a:lnTo>
                  <a:pt x="559693" y="1296095"/>
                </a:lnTo>
                <a:lnTo>
                  <a:pt x="559673" y="1295904"/>
                </a:lnTo>
                <a:lnTo>
                  <a:pt x="559658" y="1295708"/>
                </a:lnTo>
                <a:lnTo>
                  <a:pt x="559646" y="1295507"/>
                </a:lnTo>
                <a:lnTo>
                  <a:pt x="559640" y="1295301"/>
                </a:lnTo>
                <a:lnTo>
                  <a:pt x="559638" y="1295090"/>
                </a:lnTo>
                <a:lnTo>
                  <a:pt x="559638" y="1251684"/>
                </a:lnTo>
                <a:lnTo>
                  <a:pt x="559623" y="1250628"/>
                </a:lnTo>
                <a:lnTo>
                  <a:pt x="559580" y="1249594"/>
                </a:lnTo>
                <a:lnTo>
                  <a:pt x="559507" y="1248583"/>
                </a:lnTo>
                <a:lnTo>
                  <a:pt x="559406" y="1247595"/>
                </a:lnTo>
                <a:lnTo>
                  <a:pt x="559276" y="1246630"/>
                </a:lnTo>
                <a:lnTo>
                  <a:pt x="559117" y="1245688"/>
                </a:lnTo>
                <a:lnTo>
                  <a:pt x="558929" y="1244768"/>
                </a:lnTo>
                <a:lnTo>
                  <a:pt x="558712" y="1243871"/>
                </a:lnTo>
                <a:lnTo>
                  <a:pt x="558466" y="1242998"/>
                </a:lnTo>
                <a:lnTo>
                  <a:pt x="558192" y="1242146"/>
                </a:lnTo>
                <a:lnTo>
                  <a:pt x="557888" y="1241318"/>
                </a:lnTo>
                <a:lnTo>
                  <a:pt x="557555" y="1240512"/>
                </a:lnTo>
                <a:lnTo>
                  <a:pt x="557194" y="1239730"/>
                </a:lnTo>
                <a:lnTo>
                  <a:pt x="556803" y="1238970"/>
                </a:lnTo>
                <a:lnTo>
                  <a:pt x="556384" y="1238233"/>
                </a:lnTo>
                <a:lnTo>
                  <a:pt x="555936" y="1237518"/>
                </a:lnTo>
                <a:lnTo>
                  <a:pt x="555459" y="1236827"/>
                </a:lnTo>
                <a:lnTo>
                  <a:pt x="554953" y="1236158"/>
                </a:lnTo>
                <a:lnTo>
                  <a:pt x="554418" y="1235512"/>
                </a:lnTo>
                <a:lnTo>
                  <a:pt x="553854" y="1234889"/>
                </a:lnTo>
                <a:lnTo>
                  <a:pt x="553261" y="1234288"/>
                </a:lnTo>
                <a:lnTo>
                  <a:pt x="552639" y="1233711"/>
                </a:lnTo>
                <a:lnTo>
                  <a:pt x="551988" y="1233156"/>
                </a:lnTo>
                <a:lnTo>
                  <a:pt x="551309" y="1232624"/>
                </a:lnTo>
                <a:lnTo>
                  <a:pt x="550614" y="1232114"/>
                </a:lnTo>
                <a:lnTo>
                  <a:pt x="549892" y="1231626"/>
                </a:lnTo>
                <a:lnTo>
                  <a:pt x="549142" y="1231160"/>
                </a:lnTo>
                <a:lnTo>
                  <a:pt x="548363" y="1230715"/>
                </a:lnTo>
                <a:lnTo>
                  <a:pt x="547558" y="1230292"/>
                </a:lnTo>
                <a:lnTo>
                  <a:pt x="546724" y="1229891"/>
                </a:lnTo>
                <a:lnTo>
                  <a:pt x="545862" y="1229512"/>
                </a:lnTo>
                <a:lnTo>
                  <a:pt x="544973" y="1229154"/>
                </a:lnTo>
                <a:lnTo>
                  <a:pt x="544056" y="1228818"/>
                </a:lnTo>
                <a:lnTo>
                  <a:pt x="543111" y="1228503"/>
                </a:lnTo>
                <a:lnTo>
                  <a:pt x="542139" y="1228210"/>
                </a:lnTo>
                <a:lnTo>
                  <a:pt x="541138" y="1227939"/>
                </a:lnTo>
                <a:lnTo>
                  <a:pt x="540110" y="1227690"/>
                </a:lnTo>
                <a:lnTo>
                  <a:pt x="539054" y="1227462"/>
                </a:lnTo>
                <a:lnTo>
                  <a:pt x="537970" y="1227256"/>
                </a:lnTo>
                <a:lnTo>
                  <a:pt x="536858" y="1227072"/>
                </a:lnTo>
                <a:lnTo>
                  <a:pt x="535718" y="1226909"/>
                </a:lnTo>
                <a:lnTo>
                  <a:pt x="534551" y="1226768"/>
                </a:lnTo>
                <a:lnTo>
                  <a:pt x="533356" y="1226649"/>
                </a:lnTo>
                <a:lnTo>
                  <a:pt x="532133" y="1226551"/>
                </a:lnTo>
                <a:lnTo>
                  <a:pt x="530882" y="1226475"/>
                </a:lnTo>
                <a:lnTo>
                  <a:pt x="529604" y="1226421"/>
                </a:lnTo>
                <a:lnTo>
                  <a:pt x="528297" y="1226388"/>
                </a:lnTo>
                <a:lnTo>
                  <a:pt x="526963" y="1226377"/>
                </a:lnTo>
                <a:lnTo>
                  <a:pt x="525706" y="1226388"/>
                </a:lnTo>
                <a:lnTo>
                  <a:pt x="524469" y="1226421"/>
                </a:lnTo>
                <a:lnTo>
                  <a:pt x="523254" y="1226475"/>
                </a:lnTo>
                <a:lnTo>
                  <a:pt x="522060" y="1226551"/>
                </a:lnTo>
                <a:lnTo>
                  <a:pt x="520887" y="1226649"/>
                </a:lnTo>
                <a:lnTo>
                  <a:pt x="519736" y="1226768"/>
                </a:lnTo>
                <a:lnTo>
                  <a:pt x="518605" y="1226909"/>
                </a:lnTo>
                <a:lnTo>
                  <a:pt x="517495" y="1227072"/>
                </a:lnTo>
                <a:lnTo>
                  <a:pt x="516407" y="1227256"/>
                </a:lnTo>
                <a:lnTo>
                  <a:pt x="515340" y="1227462"/>
                </a:lnTo>
                <a:lnTo>
                  <a:pt x="514294" y="1227690"/>
                </a:lnTo>
                <a:lnTo>
                  <a:pt x="513269" y="1227939"/>
                </a:lnTo>
                <a:lnTo>
                  <a:pt x="512265" y="1228210"/>
                </a:lnTo>
                <a:lnTo>
                  <a:pt x="511282" y="1228503"/>
                </a:lnTo>
                <a:lnTo>
                  <a:pt x="510321" y="1228818"/>
                </a:lnTo>
                <a:lnTo>
                  <a:pt x="509380" y="1229154"/>
                </a:lnTo>
                <a:lnTo>
                  <a:pt x="508461" y="1229512"/>
                </a:lnTo>
                <a:lnTo>
                  <a:pt x="507563" y="1229891"/>
                </a:lnTo>
                <a:lnTo>
                  <a:pt x="506686" y="1230292"/>
                </a:lnTo>
                <a:lnTo>
                  <a:pt x="505830" y="1230715"/>
                </a:lnTo>
                <a:lnTo>
                  <a:pt x="504995" y="1231160"/>
                </a:lnTo>
                <a:lnTo>
                  <a:pt x="504181" y="1231626"/>
                </a:lnTo>
                <a:lnTo>
                  <a:pt x="503389" y="1232114"/>
                </a:lnTo>
                <a:lnTo>
                  <a:pt x="502617" y="1232624"/>
                </a:lnTo>
                <a:lnTo>
                  <a:pt x="501886" y="1233152"/>
                </a:lnTo>
                <a:lnTo>
                  <a:pt x="501185" y="1233695"/>
                </a:lnTo>
                <a:lnTo>
                  <a:pt x="500515" y="1234253"/>
                </a:lnTo>
                <a:lnTo>
                  <a:pt x="499877" y="1234826"/>
                </a:lnTo>
                <a:lnTo>
                  <a:pt x="499269" y="1235415"/>
                </a:lnTo>
                <a:lnTo>
                  <a:pt x="498693" y="1236018"/>
                </a:lnTo>
                <a:lnTo>
                  <a:pt x="498148" y="1236636"/>
                </a:lnTo>
                <a:lnTo>
                  <a:pt x="497634" y="1237269"/>
                </a:lnTo>
                <a:lnTo>
                  <a:pt x="497152" y="1237917"/>
                </a:lnTo>
                <a:lnTo>
                  <a:pt x="496700" y="1238580"/>
                </a:lnTo>
                <a:lnTo>
                  <a:pt x="496280" y="1239259"/>
                </a:lnTo>
                <a:lnTo>
                  <a:pt x="495890" y="1239952"/>
                </a:lnTo>
                <a:lnTo>
                  <a:pt x="495532" y="1240660"/>
                </a:lnTo>
                <a:lnTo>
                  <a:pt x="495205" y="1241383"/>
                </a:lnTo>
                <a:lnTo>
                  <a:pt x="494909" y="1242122"/>
                </a:lnTo>
                <a:lnTo>
                  <a:pt x="494645" y="1242875"/>
                </a:lnTo>
                <a:lnTo>
                  <a:pt x="494411" y="1243643"/>
                </a:lnTo>
                <a:lnTo>
                  <a:pt x="494209" y="1244427"/>
                </a:lnTo>
                <a:lnTo>
                  <a:pt x="494037" y="1245225"/>
                </a:lnTo>
                <a:lnTo>
                  <a:pt x="493897" y="1246038"/>
                </a:lnTo>
                <a:lnTo>
                  <a:pt x="493788" y="1246867"/>
                </a:lnTo>
                <a:lnTo>
                  <a:pt x="493710" y="1247710"/>
                </a:lnTo>
                <a:lnTo>
                  <a:pt x="493664" y="1248568"/>
                </a:lnTo>
                <a:lnTo>
                  <a:pt x="493648" y="1249442"/>
                </a:lnTo>
                <a:lnTo>
                  <a:pt x="493648" y="1249467"/>
                </a:lnTo>
                <a:lnTo>
                  <a:pt x="493647" y="1249491"/>
                </a:lnTo>
                <a:lnTo>
                  <a:pt x="493645" y="1249512"/>
                </a:lnTo>
                <a:lnTo>
                  <a:pt x="493644" y="1249531"/>
                </a:lnTo>
                <a:lnTo>
                  <a:pt x="493641" y="1249548"/>
                </a:lnTo>
                <a:lnTo>
                  <a:pt x="493638" y="1249562"/>
                </a:lnTo>
                <a:lnTo>
                  <a:pt x="493634" y="1249574"/>
                </a:lnTo>
                <a:lnTo>
                  <a:pt x="493630" y="1249584"/>
                </a:lnTo>
                <a:lnTo>
                  <a:pt x="493625" y="1249592"/>
                </a:lnTo>
                <a:lnTo>
                  <a:pt x="493620" y="1249598"/>
                </a:lnTo>
                <a:lnTo>
                  <a:pt x="493614" y="1249601"/>
                </a:lnTo>
                <a:lnTo>
                  <a:pt x="493608" y="1249602"/>
                </a:lnTo>
                <a:lnTo>
                  <a:pt x="493601" y="1249601"/>
                </a:lnTo>
                <a:lnTo>
                  <a:pt x="493593" y="1249598"/>
                </a:lnTo>
                <a:lnTo>
                  <a:pt x="493585" y="1249592"/>
                </a:lnTo>
                <a:lnTo>
                  <a:pt x="493577" y="1249584"/>
                </a:lnTo>
                <a:lnTo>
                  <a:pt x="493568" y="1249574"/>
                </a:lnTo>
                <a:lnTo>
                  <a:pt x="493558" y="1249562"/>
                </a:lnTo>
                <a:lnTo>
                  <a:pt x="493548" y="1249548"/>
                </a:lnTo>
                <a:lnTo>
                  <a:pt x="493537" y="1249531"/>
                </a:lnTo>
                <a:lnTo>
                  <a:pt x="493525" y="1249512"/>
                </a:lnTo>
                <a:lnTo>
                  <a:pt x="493513" y="1249491"/>
                </a:lnTo>
                <a:lnTo>
                  <a:pt x="493501" y="1249467"/>
                </a:lnTo>
                <a:lnTo>
                  <a:pt x="493488" y="1249442"/>
                </a:lnTo>
                <a:lnTo>
                  <a:pt x="493488" y="1249475"/>
                </a:lnTo>
                <a:lnTo>
                  <a:pt x="493488" y="1249537"/>
                </a:lnTo>
                <a:lnTo>
                  <a:pt x="493488" y="1249602"/>
                </a:lnTo>
                <a:lnTo>
                  <a:pt x="493501" y="1249672"/>
                </a:lnTo>
                <a:lnTo>
                  <a:pt x="493516" y="1249748"/>
                </a:lnTo>
                <a:lnTo>
                  <a:pt x="493530" y="1249830"/>
                </a:lnTo>
                <a:lnTo>
                  <a:pt x="493546" y="1249918"/>
                </a:lnTo>
                <a:close/>
                <a:moveTo>
                  <a:pt x="517921" y="1299783"/>
                </a:moveTo>
                <a:lnTo>
                  <a:pt x="517371" y="1299699"/>
                </a:lnTo>
                <a:lnTo>
                  <a:pt x="516835" y="1299605"/>
                </a:lnTo>
                <a:lnTo>
                  <a:pt x="516313" y="1299499"/>
                </a:lnTo>
                <a:lnTo>
                  <a:pt x="515805" y="1299382"/>
                </a:lnTo>
                <a:lnTo>
                  <a:pt x="515311" y="1299254"/>
                </a:lnTo>
                <a:lnTo>
                  <a:pt x="514831" y="1299115"/>
                </a:lnTo>
                <a:lnTo>
                  <a:pt x="514364" y="1298965"/>
                </a:lnTo>
                <a:lnTo>
                  <a:pt x="513912" y="1298804"/>
                </a:lnTo>
                <a:lnTo>
                  <a:pt x="513473" y="1298631"/>
                </a:lnTo>
                <a:lnTo>
                  <a:pt x="513049" y="1298448"/>
                </a:lnTo>
                <a:lnTo>
                  <a:pt x="512638" y="1298253"/>
                </a:lnTo>
                <a:lnTo>
                  <a:pt x="512241" y="1298047"/>
                </a:lnTo>
                <a:lnTo>
                  <a:pt x="511858" y="1297831"/>
                </a:lnTo>
                <a:lnTo>
                  <a:pt x="511489" y="1297603"/>
                </a:lnTo>
                <a:lnTo>
                  <a:pt x="511134" y="1297363"/>
                </a:lnTo>
                <a:lnTo>
                  <a:pt x="510793" y="1297113"/>
                </a:lnTo>
                <a:lnTo>
                  <a:pt x="510466" y="1296852"/>
                </a:lnTo>
                <a:lnTo>
                  <a:pt x="510165" y="1296579"/>
                </a:lnTo>
                <a:lnTo>
                  <a:pt x="509877" y="1296296"/>
                </a:lnTo>
                <a:lnTo>
                  <a:pt x="509602" y="1296001"/>
                </a:lnTo>
                <a:lnTo>
                  <a:pt x="509340" y="1295695"/>
                </a:lnTo>
                <a:lnTo>
                  <a:pt x="509091" y="1295378"/>
                </a:lnTo>
                <a:lnTo>
                  <a:pt x="508854" y="1295050"/>
                </a:lnTo>
                <a:lnTo>
                  <a:pt x="508630" y="1294711"/>
                </a:lnTo>
                <a:lnTo>
                  <a:pt x="508419" y="1294360"/>
                </a:lnTo>
                <a:lnTo>
                  <a:pt x="508221" y="1293999"/>
                </a:lnTo>
                <a:lnTo>
                  <a:pt x="508035" y="1293626"/>
                </a:lnTo>
                <a:lnTo>
                  <a:pt x="507863" y="1293242"/>
                </a:lnTo>
                <a:lnTo>
                  <a:pt x="507703" y="1292848"/>
                </a:lnTo>
                <a:lnTo>
                  <a:pt x="507556" y="1292442"/>
                </a:lnTo>
                <a:lnTo>
                  <a:pt x="507421" y="1292024"/>
                </a:lnTo>
                <a:lnTo>
                  <a:pt x="507300" y="1291596"/>
                </a:lnTo>
                <a:lnTo>
                  <a:pt x="507191" y="1291157"/>
                </a:lnTo>
                <a:lnTo>
                  <a:pt x="507095" y="1290706"/>
                </a:lnTo>
                <a:lnTo>
                  <a:pt x="507012" y="1290245"/>
                </a:lnTo>
                <a:lnTo>
                  <a:pt x="506942" y="1289772"/>
                </a:lnTo>
                <a:lnTo>
                  <a:pt x="506884" y="1289288"/>
                </a:lnTo>
                <a:lnTo>
                  <a:pt x="506839" y="1288793"/>
                </a:lnTo>
                <a:lnTo>
                  <a:pt x="506807" y="1288287"/>
                </a:lnTo>
                <a:lnTo>
                  <a:pt x="506788" y="1287770"/>
                </a:lnTo>
                <a:lnTo>
                  <a:pt x="506782" y="1287242"/>
                </a:lnTo>
                <a:lnTo>
                  <a:pt x="506788" y="1286726"/>
                </a:lnTo>
                <a:lnTo>
                  <a:pt x="506805" y="1286221"/>
                </a:lnTo>
                <a:lnTo>
                  <a:pt x="506834" y="1285725"/>
                </a:lnTo>
                <a:lnTo>
                  <a:pt x="506875" y="1285240"/>
                </a:lnTo>
                <a:lnTo>
                  <a:pt x="506928" y="1284764"/>
                </a:lnTo>
                <a:lnTo>
                  <a:pt x="506992" y="1284299"/>
                </a:lnTo>
                <a:lnTo>
                  <a:pt x="507068" y="1283843"/>
                </a:lnTo>
                <a:lnTo>
                  <a:pt x="507156" y="1283398"/>
                </a:lnTo>
                <a:lnTo>
                  <a:pt x="507255" y="1282962"/>
                </a:lnTo>
                <a:lnTo>
                  <a:pt x="507366" y="1282537"/>
                </a:lnTo>
                <a:lnTo>
                  <a:pt x="507488" y="1282121"/>
                </a:lnTo>
                <a:lnTo>
                  <a:pt x="507623" y="1281716"/>
                </a:lnTo>
                <a:lnTo>
                  <a:pt x="507769" y="1281320"/>
                </a:lnTo>
                <a:lnTo>
                  <a:pt x="507926" y="1280935"/>
                </a:lnTo>
                <a:lnTo>
                  <a:pt x="508096" y="1280560"/>
                </a:lnTo>
                <a:lnTo>
                  <a:pt x="508277" y="1280194"/>
                </a:lnTo>
                <a:lnTo>
                  <a:pt x="508469" y="1279839"/>
                </a:lnTo>
                <a:lnTo>
                  <a:pt x="508674" y="1279494"/>
                </a:lnTo>
                <a:lnTo>
                  <a:pt x="508890" y="1279158"/>
                </a:lnTo>
                <a:lnTo>
                  <a:pt x="509118" y="1278833"/>
                </a:lnTo>
                <a:lnTo>
                  <a:pt x="509357" y="1278517"/>
                </a:lnTo>
                <a:lnTo>
                  <a:pt x="509608" y="1278212"/>
                </a:lnTo>
                <a:lnTo>
                  <a:pt x="509871" y="1277917"/>
                </a:lnTo>
                <a:lnTo>
                  <a:pt x="510145" y="1277632"/>
                </a:lnTo>
                <a:lnTo>
                  <a:pt x="510447" y="1277342"/>
                </a:lnTo>
                <a:lnTo>
                  <a:pt x="510764" y="1277059"/>
                </a:lnTo>
                <a:lnTo>
                  <a:pt x="511096" y="1276783"/>
                </a:lnTo>
                <a:lnTo>
                  <a:pt x="511445" y="1276515"/>
                </a:lnTo>
                <a:lnTo>
                  <a:pt x="511808" y="1276254"/>
                </a:lnTo>
                <a:lnTo>
                  <a:pt x="512188" y="1276000"/>
                </a:lnTo>
                <a:lnTo>
                  <a:pt x="512582" y="1275753"/>
                </a:lnTo>
                <a:lnTo>
                  <a:pt x="512993" y="1275514"/>
                </a:lnTo>
                <a:lnTo>
                  <a:pt x="513419" y="1275282"/>
                </a:lnTo>
                <a:lnTo>
                  <a:pt x="513860" y="1275057"/>
                </a:lnTo>
                <a:lnTo>
                  <a:pt x="514318" y="1274839"/>
                </a:lnTo>
                <a:lnTo>
                  <a:pt x="514790" y="1274628"/>
                </a:lnTo>
                <a:lnTo>
                  <a:pt x="515279" y="1274425"/>
                </a:lnTo>
                <a:lnTo>
                  <a:pt x="515782" y="1274229"/>
                </a:lnTo>
                <a:lnTo>
                  <a:pt x="516302" y="1274040"/>
                </a:lnTo>
                <a:lnTo>
                  <a:pt x="516837" y="1273859"/>
                </a:lnTo>
                <a:lnTo>
                  <a:pt x="517387" y="1273684"/>
                </a:lnTo>
                <a:lnTo>
                  <a:pt x="517954" y="1273517"/>
                </a:lnTo>
                <a:lnTo>
                  <a:pt x="518535" y="1273357"/>
                </a:lnTo>
                <a:lnTo>
                  <a:pt x="519133" y="1273205"/>
                </a:lnTo>
                <a:lnTo>
                  <a:pt x="519745" y="1273059"/>
                </a:lnTo>
                <a:lnTo>
                  <a:pt x="520374" y="1272921"/>
                </a:lnTo>
                <a:lnTo>
                  <a:pt x="521018" y="1272790"/>
                </a:lnTo>
                <a:lnTo>
                  <a:pt x="521678" y="1272666"/>
                </a:lnTo>
                <a:lnTo>
                  <a:pt x="522368" y="1272536"/>
                </a:lnTo>
                <a:lnTo>
                  <a:pt x="523078" y="1272410"/>
                </a:lnTo>
                <a:lnTo>
                  <a:pt x="523807" y="1272291"/>
                </a:lnTo>
                <a:lnTo>
                  <a:pt x="524556" y="1272177"/>
                </a:lnTo>
                <a:lnTo>
                  <a:pt x="525324" y="1272068"/>
                </a:lnTo>
                <a:lnTo>
                  <a:pt x="526112" y="1271966"/>
                </a:lnTo>
                <a:lnTo>
                  <a:pt x="526919" y="1271868"/>
                </a:lnTo>
                <a:lnTo>
                  <a:pt x="527746" y="1271776"/>
                </a:lnTo>
                <a:lnTo>
                  <a:pt x="528592" y="1271690"/>
                </a:lnTo>
                <a:lnTo>
                  <a:pt x="529458" y="1271610"/>
                </a:lnTo>
                <a:lnTo>
                  <a:pt x="530343" y="1271535"/>
                </a:lnTo>
                <a:lnTo>
                  <a:pt x="531248" y="1271465"/>
                </a:lnTo>
                <a:lnTo>
                  <a:pt x="532172" y="1271401"/>
                </a:lnTo>
                <a:lnTo>
                  <a:pt x="533115" y="1271343"/>
                </a:lnTo>
                <a:lnTo>
                  <a:pt x="534078" y="1271290"/>
                </a:lnTo>
                <a:lnTo>
                  <a:pt x="535061" y="1271243"/>
                </a:lnTo>
                <a:lnTo>
                  <a:pt x="536062" y="1271201"/>
                </a:lnTo>
                <a:lnTo>
                  <a:pt x="537084" y="1271165"/>
                </a:lnTo>
                <a:lnTo>
                  <a:pt x="538125" y="1271134"/>
                </a:lnTo>
                <a:lnTo>
                  <a:pt x="539185" y="1271109"/>
                </a:lnTo>
                <a:lnTo>
                  <a:pt x="540265" y="1271090"/>
                </a:lnTo>
                <a:lnTo>
                  <a:pt x="541364" y="1271076"/>
                </a:lnTo>
                <a:lnTo>
                  <a:pt x="542483" y="1271067"/>
                </a:lnTo>
                <a:lnTo>
                  <a:pt x="543621" y="1271065"/>
                </a:lnTo>
                <a:lnTo>
                  <a:pt x="543621" y="1276030"/>
                </a:lnTo>
                <a:lnTo>
                  <a:pt x="543617" y="1276588"/>
                </a:lnTo>
                <a:lnTo>
                  <a:pt x="543604" y="1277142"/>
                </a:lnTo>
                <a:lnTo>
                  <a:pt x="543583" y="1277692"/>
                </a:lnTo>
                <a:lnTo>
                  <a:pt x="543554" y="1278237"/>
                </a:lnTo>
                <a:lnTo>
                  <a:pt x="543516" y="1278777"/>
                </a:lnTo>
                <a:lnTo>
                  <a:pt x="543471" y="1279313"/>
                </a:lnTo>
                <a:lnTo>
                  <a:pt x="543416" y="1279845"/>
                </a:lnTo>
                <a:lnTo>
                  <a:pt x="543354" y="1280372"/>
                </a:lnTo>
                <a:lnTo>
                  <a:pt x="543283" y="1280895"/>
                </a:lnTo>
                <a:lnTo>
                  <a:pt x="543204" y="1281413"/>
                </a:lnTo>
                <a:lnTo>
                  <a:pt x="543116" y="1281927"/>
                </a:lnTo>
                <a:lnTo>
                  <a:pt x="543020" y="1282437"/>
                </a:lnTo>
                <a:lnTo>
                  <a:pt x="542916" y="1282942"/>
                </a:lnTo>
                <a:lnTo>
                  <a:pt x="542803" y="1283442"/>
                </a:lnTo>
                <a:lnTo>
                  <a:pt x="542682" y="1283938"/>
                </a:lnTo>
                <a:lnTo>
                  <a:pt x="542553" y="1284430"/>
                </a:lnTo>
                <a:lnTo>
                  <a:pt x="542415" y="1284917"/>
                </a:lnTo>
                <a:lnTo>
                  <a:pt x="542269" y="1285400"/>
                </a:lnTo>
                <a:lnTo>
                  <a:pt x="542115" y="1285878"/>
                </a:lnTo>
                <a:lnTo>
                  <a:pt x="541952" y="1286352"/>
                </a:lnTo>
                <a:lnTo>
                  <a:pt x="541781" y="1286821"/>
                </a:lnTo>
                <a:lnTo>
                  <a:pt x="541602" y="1287286"/>
                </a:lnTo>
                <a:lnTo>
                  <a:pt x="541414" y="1287747"/>
                </a:lnTo>
                <a:lnTo>
                  <a:pt x="541218" y="1288203"/>
                </a:lnTo>
                <a:lnTo>
                  <a:pt x="541027" y="1288653"/>
                </a:lnTo>
                <a:lnTo>
                  <a:pt x="540827" y="1289095"/>
                </a:lnTo>
                <a:lnTo>
                  <a:pt x="540618" y="1289529"/>
                </a:lnTo>
                <a:lnTo>
                  <a:pt x="540400" y="1289956"/>
                </a:lnTo>
                <a:lnTo>
                  <a:pt x="540173" y="1290374"/>
                </a:lnTo>
                <a:lnTo>
                  <a:pt x="539937" y="1290785"/>
                </a:lnTo>
                <a:lnTo>
                  <a:pt x="539692" y="1291189"/>
                </a:lnTo>
                <a:lnTo>
                  <a:pt x="539438" y="1291584"/>
                </a:lnTo>
                <a:lnTo>
                  <a:pt x="539176" y="1291972"/>
                </a:lnTo>
                <a:lnTo>
                  <a:pt x="538905" y="1292352"/>
                </a:lnTo>
                <a:lnTo>
                  <a:pt x="538624" y="1292724"/>
                </a:lnTo>
                <a:lnTo>
                  <a:pt x="538335" y="1293088"/>
                </a:lnTo>
                <a:lnTo>
                  <a:pt x="538037" y="1293444"/>
                </a:lnTo>
                <a:lnTo>
                  <a:pt x="537730" y="1293793"/>
                </a:lnTo>
                <a:lnTo>
                  <a:pt x="537414" y="1294134"/>
                </a:lnTo>
                <a:lnTo>
                  <a:pt x="537089" y="1294467"/>
                </a:lnTo>
                <a:lnTo>
                  <a:pt x="536756" y="1294792"/>
                </a:lnTo>
                <a:lnTo>
                  <a:pt x="536413" y="1295110"/>
                </a:lnTo>
                <a:lnTo>
                  <a:pt x="536062" y="1295420"/>
                </a:lnTo>
                <a:lnTo>
                  <a:pt x="535701" y="1295722"/>
                </a:lnTo>
                <a:lnTo>
                  <a:pt x="535332" y="1296016"/>
                </a:lnTo>
                <a:lnTo>
                  <a:pt x="534954" y="1296302"/>
                </a:lnTo>
                <a:lnTo>
                  <a:pt x="534567" y="1296581"/>
                </a:lnTo>
                <a:lnTo>
                  <a:pt x="534171" y="1296852"/>
                </a:lnTo>
                <a:lnTo>
                  <a:pt x="533779" y="1297113"/>
                </a:lnTo>
                <a:lnTo>
                  <a:pt x="533378" y="1297363"/>
                </a:lnTo>
                <a:lnTo>
                  <a:pt x="532967" y="1297603"/>
                </a:lnTo>
                <a:lnTo>
                  <a:pt x="532547" y="1297831"/>
                </a:lnTo>
                <a:lnTo>
                  <a:pt x="532117" y="1298047"/>
                </a:lnTo>
                <a:lnTo>
                  <a:pt x="531678" y="1298253"/>
                </a:lnTo>
                <a:lnTo>
                  <a:pt x="531230" y="1298448"/>
                </a:lnTo>
                <a:lnTo>
                  <a:pt x="530772" y="1298631"/>
                </a:lnTo>
                <a:lnTo>
                  <a:pt x="530304" y="1298804"/>
                </a:lnTo>
                <a:lnTo>
                  <a:pt x="529827" y="1298965"/>
                </a:lnTo>
                <a:lnTo>
                  <a:pt x="529341" y="1299115"/>
                </a:lnTo>
                <a:lnTo>
                  <a:pt x="528845" y="1299254"/>
                </a:lnTo>
                <a:lnTo>
                  <a:pt x="528340" y="1299382"/>
                </a:lnTo>
                <a:lnTo>
                  <a:pt x="527825" y="1299499"/>
                </a:lnTo>
                <a:lnTo>
                  <a:pt x="527301" y="1299605"/>
                </a:lnTo>
                <a:lnTo>
                  <a:pt x="526767" y="1299699"/>
                </a:lnTo>
                <a:lnTo>
                  <a:pt x="526224" y="1299783"/>
                </a:lnTo>
                <a:lnTo>
                  <a:pt x="525672" y="1299855"/>
                </a:lnTo>
                <a:lnTo>
                  <a:pt x="525110" y="1299916"/>
                </a:lnTo>
                <a:lnTo>
                  <a:pt x="524538" y="1299966"/>
                </a:lnTo>
                <a:lnTo>
                  <a:pt x="523957" y="1300005"/>
                </a:lnTo>
                <a:lnTo>
                  <a:pt x="523367" y="1300033"/>
                </a:lnTo>
                <a:lnTo>
                  <a:pt x="522767" y="1300050"/>
                </a:lnTo>
                <a:lnTo>
                  <a:pt x="522158" y="1300055"/>
                </a:lnTo>
                <a:lnTo>
                  <a:pt x="521511" y="1300050"/>
                </a:lnTo>
                <a:lnTo>
                  <a:pt x="520878" y="1300033"/>
                </a:lnTo>
                <a:lnTo>
                  <a:pt x="520259" y="1300005"/>
                </a:lnTo>
                <a:lnTo>
                  <a:pt x="519653" y="1299966"/>
                </a:lnTo>
                <a:lnTo>
                  <a:pt x="519062" y="1299916"/>
                </a:lnTo>
                <a:lnTo>
                  <a:pt x="518484" y="1299855"/>
                </a:lnTo>
                <a:lnTo>
                  <a:pt x="517921" y="1299783"/>
                </a:lnTo>
                <a:close/>
                <a:moveTo>
                  <a:pt x="1145480" y="0"/>
                </a:moveTo>
                <a:lnTo>
                  <a:pt x="1063474" y="0"/>
                </a:lnTo>
                <a:lnTo>
                  <a:pt x="1063474" y="12974"/>
                </a:lnTo>
                <a:lnTo>
                  <a:pt x="1145480" y="12974"/>
                </a:lnTo>
                <a:lnTo>
                  <a:pt x="1145480" y="0"/>
                </a:lnTo>
                <a:close/>
                <a:moveTo>
                  <a:pt x="1063474" y="33796"/>
                </a:moveTo>
                <a:lnTo>
                  <a:pt x="1063474" y="46929"/>
                </a:lnTo>
                <a:lnTo>
                  <a:pt x="1145480" y="46929"/>
                </a:lnTo>
                <a:lnTo>
                  <a:pt x="1145480" y="33796"/>
                </a:lnTo>
                <a:lnTo>
                  <a:pt x="1063474" y="33796"/>
                </a:lnTo>
                <a:close/>
                <a:moveTo>
                  <a:pt x="1397096" y="472430"/>
                </a:moveTo>
                <a:lnTo>
                  <a:pt x="1397118" y="471923"/>
                </a:lnTo>
                <a:lnTo>
                  <a:pt x="1397149" y="471426"/>
                </a:lnTo>
                <a:lnTo>
                  <a:pt x="1397189" y="470940"/>
                </a:lnTo>
                <a:lnTo>
                  <a:pt x="1397238" y="470464"/>
                </a:lnTo>
                <a:lnTo>
                  <a:pt x="1397296" y="469999"/>
                </a:lnTo>
                <a:lnTo>
                  <a:pt x="1397363" y="469544"/>
                </a:lnTo>
                <a:lnTo>
                  <a:pt x="1397438" y="469100"/>
                </a:lnTo>
                <a:lnTo>
                  <a:pt x="1397523" y="468666"/>
                </a:lnTo>
                <a:lnTo>
                  <a:pt x="1397616" y="468243"/>
                </a:lnTo>
                <a:lnTo>
                  <a:pt x="1397719" y="467831"/>
                </a:lnTo>
                <a:lnTo>
                  <a:pt x="1397830" y="467429"/>
                </a:lnTo>
                <a:lnTo>
                  <a:pt x="1397950" y="467038"/>
                </a:lnTo>
                <a:lnTo>
                  <a:pt x="1398079" y="466657"/>
                </a:lnTo>
                <a:lnTo>
                  <a:pt x="1398217" y="466287"/>
                </a:lnTo>
                <a:lnTo>
                  <a:pt x="1398364" y="465928"/>
                </a:lnTo>
                <a:lnTo>
                  <a:pt x="1398520" y="465579"/>
                </a:lnTo>
                <a:lnTo>
                  <a:pt x="1398684" y="465240"/>
                </a:lnTo>
                <a:lnTo>
                  <a:pt x="1398858" y="464912"/>
                </a:lnTo>
                <a:lnTo>
                  <a:pt x="1399040" y="464595"/>
                </a:lnTo>
                <a:lnTo>
                  <a:pt x="1399231" y="464288"/>
                </a:lnTo>
                <a:lnTo>
                  <a:pt x="1399432" y="463992"/>
                </a:lnTo>
                <a:lnTo>
                  <a:pt x="1399641" y="463707"/>
                </a:lnTo>
                <a:lnTo>
                  <a:pt x="1399871" y="463430"/>
                </a:lnTo>
                <a:lnTo>
                  <a:pt x="1400107" y="463161"/>
                </a:lnTo>
                <a:lnTo>
                  <a:pt x="1400349" y="462898"/>
                </a:lnTo>
                <a:lnTo>
                  <a:pt x="1400597" y="462643"/>
                </a:lnTo>
                <a:lnTo>
                  <a:pt x="1400852" y="462396"/>
                </a:lnTo>
                <a:lnTo>
                  <a:pt x="1401112" y="462155"/>
                </a:lnTo>
                <a:lnTo>
                  <a:pt x="1401379" y="461922"/>
                </a:lnTo>
                <a:lnTo>
                  <a:pt x="1401652" y="461696"/>
                </a:lnTo>
                <a:lnTo>
                  <a:pt x="1401931" y="461477"/>
                </a:lnTo>
                <a:lnTo>
                  <a:pt x="1402216" y="461265"/>
                </a:lnTo>
                <a:lnTo>
                  <a:pt x="1402507" y="461061"/>
                </a:lnTo>
                <a:lnTo>
                  <a:pt x="1402804" y="460864"/>
                </a:lnTo>
                <a:lnTo>
                  <a:pt x="1403107" y="460674"/>
                </a:lnTo>
                <a:lnTo>
                  <a:pt x="1403417" y="460491"/>
                </a:lnTo>
                <a:lnTo>
                  <a:pt x="1403732" y="460316"/>
                </a:lnTo>
                <a:lnTo>
                  <a:pt x="1404054" y="460147"/>
                </a:lnTo>
                <a:lnTo>
                  <a:pt x="1404382" y="459986"/>
                </a:lnTo>
                <a:lnTo>
                  <a:pt x="1404716" y="459833"/>
                </a:lnTo>
                <a:lnTo>
                  <a:pt x="1405056" y="459686"/>
                </a:lnTo>
                <a:lnTo>
                  <a:pt x="1405402" y="459547"/>
                </a:lnTo>
                <a:lnTo>
                  <a:pt x="1405755" y="459415"/>
                </a:lnTo>
                <a:lnTo>
                  <a:pt x="1406113" y="459290"/>
                </a:lnTo>
                <a:lnTo>
                  <a:pt x="1406478" y="459172"/>
                </a:lnTo>
                <a:lnTo>
                  <a:pt x="1406848" y="459062"/>
                </a:lnTo>
                <a:lnTo>
                  <a:pt x="1407223" y="458944"/>
                </a:lnTo>
                <a:lnTo>
                  <a:pt x="1407600" y="458832"/>
                </a:lnTo>
                <a:lnTo>
                  <a:pt x="1407979" y="458724"/>
                </a:lnTo>
                <a:lnTo>
                  <a:pt x="1408361" y="458621"/>
                </a:lnTo>
                <a:lnTo>
                  <a:pt x="1408745" y="458524"/>
                </a:lnTo>
                <a:lnTo>
                  <a:pt x="1409131" y="458431"/>
                </a:lnTo>
                <a:lnTo>
                  <a:pt x="1409519" y="458344"/>
                </a:lnTo>
                <a:lnTo>
                  <a:pt x="1409909" y="458261"/>
                </a:lnTo>
                <a:lnTo>
                  <a:pt x="1410302" y="458183"/>
                </a:lnTo>
                <a:lnTo>
                  <a:pt x="1410697" y="458111"/>
                </a:lnTo>
                <a:lnTo>
                  <a:pt x="1411094" y="458043"/>
                </a:lnTo>
                <a:lnTo>
                  <a:pt x="1411493" y="457981"/>
                </a:lnTo>
                <a:lnTo>
                  <a:pt x="1411895" y="457923"/>
                </a:lnTo>
                <a:lnTo>
                  <a:pt x="1412298" y="457871"/>
                </a:lnTo>
                <a:lnTo>
                  <a:pt x="1412704" y="457823"/>
                </a:lnTo>
                <a:lnTo>
                  <a:pt x="1413113" y="457780"/>
                </a:lnTo>
                <a:lnTo>
                  <a:pt x="1413523" y="457743"/>
                </a:lnTo>
                <a:lnTo>
                  <a:pt x="1413936" y="457710"/>
                </a:lnTo>
                <a:lnTo>
                  <a:pt x="1414351" y="457683"/>
                </a:lnTo>
                <a:lnTo>
                  <a:pt x="1414768" y="457660"/>
                </a:lnTo>
                <a:lnTo>
                  <a:pt x="1415187" y="457643"/>
                </a:lnTo>
                <a:lnTo>
                  <a:pt x="1415609" y="457630"/>
                </a:lnTo>
                <a:lnTo>
                  <a:pt x="1416032" y="457623"/>
                </a:lnTo>
                <a:lnTo>
                  <a:pt x="1416458" y="457620"/>
                </a:lnTo>
                <a:lnTo>
                  <a:pt x="1416818" y="457622"/>
                </a:lnTo>
                <a:lnTo>
                  <a:pt x="1417176" y="457628"/>
                </a:lnTo>
                <a:lnTo>
                  <a:pt x="1417532" y="457638"/>
                </a:lnTo>
                <a:lnTo>
                  <a:pt x="1417887" y="457651"/>
                </a:lnTo>
                <a:lnTo>
                  <a:pt x="1418239" y="457669"/>
                </a:lnTo>
                <a:lnTo>
                  <a:pt x="1418591" y="457690"/>
                </a:lnTo>
                <a:lnTo>
                  <a:pt x="1418940" y="457716"/>
                </a:lnTo>
                <a:lnTo>
                  <a:pt x="1419288" y="457745"/>
                </a:lnTo>
                <a:lnTo>
                  <a:pt x="1419634" y="457778"/>
                </a:lnTo>
                <a:lnTo>
                  <a:pt x="1419979" y="457815"/>
                </a:lnTo>
                <a:lnTo>
                  <a:pt x="1420322" y="457856"/>
                </a:lnTo>
                <a:lnTo>
                  <a:pt x="1420663" y="457901"/>
                </a:lnTo>
                <a:lnTo>
                  <a:pt x="1421002" y="457949"/>
                </a:lnTo>
                <a:lnTo>
                  <a:pt x="1421340" y="458002"/>
                </a:lnTo>
                <a:lnTo>
                  <a:pt x="1421676" y="458058"/>
                </a:lnTo>
                <a:lnTo>
                  <a:pt x="1422011" y="458119"/>
                </a:lnTo>
                <a:lnTo>
                  <a:pt x="1422344" y="458183"/>
                </a:lnTo>
                <a:lnTo>
                  <a:pt x="1422675" y="458251"/>
                </a:lnTo>
                <a:lnTo>
                  <a:pt x="1423004" y="458323"/>
                </a:lnTo>
                <a:lnTo>
                  <a:pt x="1423332" y="458399"/>
                </a:lnTo>
                <a:lnTo>
                  <a:pt x="1423659" y="458479"/>
                </a:lnTo>
                <a:lnTo>
                  <a:pt x="1423983" y="458562"/>
                </a:lnTo>
                <a:lnTo>
                  <a:pt x="1424306" y="458650"/>
                </a:lnTo>
                <a:lnTo>
                  <a:pt x="1424627" y="458741"/>
                </a:lnTo>
                <a:lnTo>
                  <a:pt x="1424946" y="458822"/>
                </a:lnTo>
                <a:lnTo>
                  <a:pt x="1425263" y="458904"/>
                </a:lnTo>
                <a:lnTo>
                  <a:pt x="1425578" y="458987"/>
                </a:lnTo>
                <a:lnTo>
                  <a:pt x="1425891" y="459071"/>
                </a:lnTo>
                <a:lnTo>
                  <a:pt x="1426201" y="459156"/>
                </a:lnTo>
                <a:lnTo>
                  <a:pt x="1426509" y="459242"/>
                </a:lnTo>
                <a:lnTo>
                  <a:pt x="1426815" y="459329"/>
                </a:lnTo>
                <a:lnTo>
                  <a:pt x="1427119" y="459418"/>
                </a:lnTo>
                <a:lnTo>
                  <a:pt x="1427420" y="459507"/>
                </a:lnTo>
                <a:lnTo>
                  <a:pt x="1427719" y="459598"/>
                </a:lnTo>
                <a:lnTo>
                  <a:pt x="1428016" y="459690"/>
                </a:lnTo>
                <a:lnTo>
                  <a:pt x="1428311" y="459783"/>
                </a:lnTo>
                <a:lnTo>
                  <a:pt x="1428604" y="459877"/>
                </a:lnTo>
                <a:lnTo>
                  <a:pt x="1428894" y="459972"/>
                </a:lnTo>
                <a:lnTo>
                  <a:pt x="1429182" y="460068"/>
                </a:lnTo>
                <a:lnTo>
                  <a:pt x="1429468" y="460165"/>
                </a:lnTo>
                <a:lnTo>
                  <a:pt x="1429751" y="460264"/>
                </a:lnTo>
                <a:lnTo>
                  <a:pt x="1430033" y="460363"/>
                </a:lnTo>
                <a:lnTo>
                  <a:pt x="1430312" y="460464"/>
                </a:lnTo>
                <a:lnTo>
                  <a:pt x="1430589" y="460566"/>
                </a:lnTo>
                <a:lnTo>
                  <a:pt x="1430864" y="460668"/>
                </a:lnTo>
                <a:lnTo>
                  <a:pt x="1431136" y="460772"/>
                </a:lnTo>
                <a:lnTo>
                  <a:pt x="1431407" y="460878"/>
                </a:lnTo>
                <a:lnTo>
                  <a:pt x="1431675" y="460984"/>
                </a:lnTo>
                <a:lnTo>
                  <a:pt x="1431675" y="449612"/>
                </a:lnTo>
                <a:lnTo>
                  <a:pt x="1431378" y="449466"/>
                </a:lnTo>
                <a:lnTo>
                  <a:pt x="1431074" y="449324"/>
                </a:lnTo>
                <a:lnTo>
                  <a:pt x="1430764" y="449184"/>
                </a:lnTo>
                <a:lnTo>
                  <a:pt x="1430447" y="449047"/>
                </a:lnTo>
                <a:lnTo>
                  <a:pt x="1430123" y="448912"/>
                </a:lnTo>
                <a:lnTo>
                  <a:pt x="1429793" y="448781"/>
                </a:lnTo>
                <a:lnTo>
                  <a:pt x="1429455" y="448652"/>
                </a:lnTo>
                <a:lnTo>
                  <a:pt x="1429112" y="448526"/>
                </a:lnTo>
                <a:lnTo>
                  <a:pt x="1428761" y="448403"/>
                </a:lnTo>
                <a:lnTo>
                  <a:pt x="1428404" y="448283"/>
                </a:lnTo>
                <a:lnTo>
                  <a:pt x="1428041" y="448165"/>
                </a:lnTo>
                <a:lnTo>
                  <a:pt x="1427670" y="448050"/>
                </a:lnTo>
                <a:lnTo>
                  <a:pt x="1427293" y="447938"/>
                </a:lnTo>
                <a:lnTo>
                  <a:pt x="1426909" y="447829"/>
                </a:lnTo>
                <a:lnTo>
                  <a:pt x="1426519" y="447722"/>
                </a:lnTo>
                <a:lnTo>
                  <a:pt x="1426122" y="447619"/>
                </a:lnTo>
                <a:lnTo>
                  <a:pt x="1425718" y="447518"/>
                </a:lnTo>
                <a:lnTo>
                  <a:pt x="1425308" y="447420"/>
                </a:lnTo>
                <a:lnTo>
                  <a:pt x="1424891" y="447324"/>
                </a:lnTo>
                <a:lnTo>
                  <a:pt x="1424467" y="447232"/>
                </a:lnTo>
                <a:lnTo>
                  <a:pt x="1424036" y="447142"/>
                </a:lnTo>
                <a:lnTo>
                  <a:pt x="1423599" y="447055"/>
                </a:lnTo>
                <a:lnTo>
                  <a:pt x="1423155" y="446970"/>
                </a:lnTo>
                <a:lnTo>
                  <a:pt x="1422705" y="446889"/>
                </a:lnTo>
                <a:lnTo>
                  <a:pt x="1422252" y="446797"/>
                </a:lnTo>
                <a:lnTo>
                  <a:pt x="1421802" y="446710"/>
                </a:lnTo>
                <a:lnTo>
                  <a:pt x="1421354" y="446626"/>
                </a:lnTo>
                <a:lnTo>
                  <a:pt x="1420908" y="446546"/>
                </a:lnTo>
                <a:lnTo>
                  <a:pt x="1420464" y="446470"/>
                </a:lnTo>
                <a:lnTo>
                  <a:pt x="1420022" y="446398"/>
                </a:lnTo>
                <a:lnTo>
                  <a:pt x="1419583" y="446330"/>
                </a:lnTo>
                <a:lnTo>
                  <a:pt x="1419146" y="446266"/>
                </a:lnTo>
                <a:lnTo>
                  <a:pt x="1418711" y="446206"/>
                </a:lnTo>
                <a:lnTo>
                  <a:pt x="1418278" y="446149"/>
                </a:lnTo>
                <a:lnTo>
                  <a:pt x="1417848" y="446097"/>
                </a:lnTo>
                <a:lnTo>
                  <a:pt x="1417419" y="446048"/>
                </a:lnTo>
                <a:lnTo>
                  <a:pt x="1416993" y="446003"/>
                </a:lnTo>
                <a:lnTo>
                  <a:pt x="1416570" y="445962"/>
                </a:lnTo>
                <a:lnTo>
                  <a:pt x="1416148" y="445925"/>
                </a:lnTo>
                <a:lnTo>
                  <a:pt x="1415729" y="445892"/>
                </a:lnTo>
                <a:lnTo>
                  <a:pt x="1415312" y="445863"/>
                </a:lnTo>
                <a:lnTo>
                  <a:pt x="1414897" y="445838"/>
                </a:lnTo>
                <a:lnTo>
                  <a:pt x="1414484" y="445816"/>
                </a:lnTo>
                <a:lnTo>
                  <a:pt x="1414074" y="445799"/>
                </a:lnTo>
                <a:lnTo>
                  <a:pt x="1413665" y="445785"/>
                </a:lnTo>
                <a:lnTo>
                  <a:pt x="1413259" y="445776"/>
                </a:lnTo>
                <a:lnTo>
                  <a:pt x="1412856" y="445770"/>
                </a:lnTo>
                <a:lnTo>
                  <a:pt x="1412454" y="445768"/>
                </a:lnTo>
                <a:lnTo>
                  <a:pt x="1411723" y="445773"/>
                </a:lnTo>
                <a:lnTo>
                  <a:pt x="1410997" y="445788"/>
                </a:lnTo>
                <a:lnTo>
                  <a:pt x="1410277" y="445813"/>
                </a:lnTo>
                <a:lnTo>
                  <a:pt x="1409562" y="445848"/>
                </a:lnTo>
                <a:lnTo>
                  <a:pt x="1408853" y="445893"/>
                </a:lnTo>
                <a:lnTo>
                  <a:pt x="1408150" y="445948"/>
                </a:lnTo>
                <a:lnTo>
                  <a:pt x="1407452" y="446013"/>
                </a:lnTo>
                <a:lnTo>
                  <a:pt x="1406759" y="446088"/>
                </a:lnTo>
                <a:lnTo>
                  <a:pt x="1406072" y="446173"/>
                </a:lnTo>
                <a:lnTo>
                  <a:pt x="1405391" y="446268"/>
                </a:lnTo>
                <a:lnTo>
                  <a:pt x="1404715" y="446373"/>
                </a:lnTo>
                <a:lnTo>
                  <a:pt x="1404045" y="446489"/>
                </a:lnTo>
                <a:lnTo>
                  <a:pt x="1403381" y="446614"/>
                </a:lnTo>
                <a:lnTo>
                  <a:pt x="1402722" y="446749"/>
                </a:lnTo>
                <a:lnTo>
                  <a:pt x="1402068" y="446894"/>
                </a:lnTo>
                <a:lnTo>
                  <a:pt x="1401420" y="447049"/>
                </a:lnTo>
                <a:lnTo>
                  <a:pt x="1400778" y="447214"/>
                </a:lnTo>
                <a:lnTo>
                  <a:pt x="1400141" y="447389"/>
                </a:lnTo>
                <a:lnTo>
                  <a:pt x="1399510" y="447575"/>
                </a:lnTo>
                <a:lnTo>
                  <a:pt x="1398884" y="447770"/>
                </a:lnTo>
                <a:lnTo>
                  <a:pt x="1398264" y="447975"/>
                </a:lnTo>
                <a:lnTo>
                  <a:pt x="1397650" y="448190"/>
                </a:lnTo>
                <a:lnTo>
                  <a:pt x="1397041" y="448416"/>
                </a:lnTo>
                <a:lnTo>
                  <a:pt x="1396437" y="448651"/>
                </a:lnTo>
                <a:lnTo>
                  <a:pt x="1395842" y="448896"/>
                </a:lnTo>
                <a:lnTo>
                  <a:pt x="1395257" y="449151"/>
                </a:lnTo>
                <a:lnTo>
                  <a:pt x="1394683" y="449417"/>
                </a:lnTo>
                <a:lnTo>
                  <a:pt x="1394119" y="449692"/>
                </a:lnTo>
                <a:lnTo>
                  <a:pt x="1393566" y="449977"/>
                </a:lnTo>
                <a:lnTo>
                  <a:pt x="1393024" y="450273"/>
                </a:lnTo>
                <a:lnTo>
                  <a:pt x="1392492" y="450578"/>
                </a:lnTo>
                <a:lnTo>
                  <a:pt x="1391970" y="450893"/>
                </a:lnTo>
                <a:lnTo>
                  <a:pt x="1391460" y="451219"/>
                </a:lnTo>
                <a:lnTo>
                  <a:pt x="1390959" y="451554"/>
                </a:lnTo>
                <a:lnTo>
                  <a:pt x="1390470" y="451899"/>
                </a:lnTo>
                <a:lnTo>
                  <a:pt x="1389991" y="452255"/>
                </a:lnTo>
                <a:lnTo>
                  <a:pt x="1389522" y="452620"/>
                </a:lnTo>
                <a:lnTo>
                  <a:pt x="1389064" y="452995"/>
                </a:lnTo>
                <a:lnTo>
                  <a:pt x="1388617" y="453381"/>
                </a:lnTo>
                <a:lnTo>
                  <a:pt x="1388180" y="453776"/>
                </a:lnTo>
                <a:lnTo>
                  <a:pt x="1387753" y="454182"/>
                </a:lnTo>
                <a:lnTo>
                  <a:pt x="1387338" y="454597"/>
                </a:lnTo>
                <a:lnTo>
                  <a:pt x="1386933" y="455023"/>
                </a:lnTo>
                <a:lnTo>
                  <a:pt x="1386538" y="455458"/>
                </a:lnTo>
                <a:lnTo>
                  <a:pt x="1386154" y="455903"/>
                </a:lnTo>
                <a:lnTo>
                  <a:pt x="1385781" y="456359"/>
                </a:lnTo>
                <a:lnTo>
                  <a:pt x="1385418" y="456824"/>
                </a:lnTo>
                <a:lnTo>
                  <a:pt x="1385065" y="457300"/>
                </a:lnTo>
                <a:lnTo>
                  <a:pt x="1384726" y="457786"/>
                </a:lnTo>
                <a:lnTo>
                  <a:pt x="1384400" y="458283"/>
                </a:lnTo>
                <a:lnTo>
                  <a:pt x="1384089" y="458791"/>
                </a:lnTo>
                <a:lnTo>
                  <a:pt x="1383793" y="459311"/>
                </a:lnTo>
                <a:lnTo>
                  <a:pt x="1383511" y="459841"/>
                </a:lnTo>
                <a:lnTo>
                  <a:pt x="1383243" y="460383"/>
                </a:lnTo>
                <a:lnTo>
                  <a:pt x="1382990" y="460936"/>
                </a:lnTo>
                <a:lnTo>
                  <a:pt x="1382752" y="461500"/>
                </a:lnTo>
                <a:lnTo>
                  <a:pt x="1382528" y="462075"/>
                </a:lnTo>
                <a:lnTo>
                  <a:pt x="1382318" y="462661"/>
                </a:lnTo>
                <a:lnTo>
                  <a:pt x="1382123" y="463258"/>
                </a:lnTo>
                <a:lnTo>
                  <a:pt x="1381942" y="463867"/>
                </a:lnTo>
                <a:lnTo>
                  <a:pt x="1381776" y="464486"/>
                </a:lnTo>
                <a:lnTo>
                  <a:pt x="1381624" y="465117"/>
                </a:lnTo>
                <a:lnTo>
                  <a:pt x="1381487" y="465759"/>
                </a:lnTo>
                <a:lnTo>
                  <a:pt x="1381364" y="466412"/>
                </a:lnTo>
                <a:lnTo>
                  <a:pt x="1381255" y="467076"/>
                </a:lnTo>
                <a:lnTo>
                  <a:pt x="1381161" y="467751"/>
                </a:lnTo>
                <a:lnTo>
                  <a:pt x="1381082" y="468437"/>
                </a:lnTo>
                <a:lnTo>
                  <a:pt x="1381017" y="469135"/>
                </a:lnTo>
                <a:lnTo>
                  <a:pt x="1380966" y="469843"/>
                </a:lnTo>
                <a:lnTo>
                  <a:pt x="1380930" y="470563"/>
                </a:lnTo>
                <a:lnTo>
                  <a:pt x="1380908" y="471294"/>
                </a:lnTo>
                <a:lnTo>
                  <a:pt x="1380901" y="472035"/>
                </a:lnTo>
                <a:lnTo>
                  <a:pt x="1380901" y="480524"/>
                </a:lnTo>
                <a:lnTo>
                  <a:pt x="1357997" y="480524"/>
                </a:lnTo>
                <a:lnTo>
                  <a:pt x="1357997" y="493018"/>
                </a:lnTo>
                <a:lnTo>
                  <a:pt x="1380901" y="493018"/>
                </a:lnTo>
                <a:lnTo>
                  <a:pt x="1380901" y="550038"/>
                </a:lnTo>
                <a:lnTo>
                  <a:pt x="1357837" y="550038"/>
                </a:lnTo>
                <a:lnTo>
                  <a:pt x="1357837" y="562371"/>
                </a:lnTo>
                <a:lnTo>
                  <a:pt x="1380901" y="562371"/>
                </a:lnTo>
                <a:lnTo>
                  <a:pt x="1397078" y="562371"/>
                </a:lnTo>
                <a:lnTo>
                  <a:pt x="1430553" y="562371"/>
                </a:lnTo>
                <a:lnTo>
                  <a:pt x="1430553" y="550038"/>
                </a:lnTo>
                <a:lnTo>
                  <a:pt x="1397078" y="550038"/>
                </a:lnTo>
                <a:lnTo>
                  <a:pt x="1397078" y="493018"/>
                </a:lnTo>
                <a:lnTo>
                  <a:pt x="1429592" y="493018"/>
                </a:lnTo>
                <a:lnTo>
                  <a:pt x="1429592" y="480524"/>
                </a:lnTo>
                <a:lnTo>
                  <a:pt x="1397078" y="480524"/>
                </a:lnTo>
                <a:lnTo>
                  <a:pt x="1397078" y="473477"/>
                </a:lnTo>
                <a:lnTo>
                  <a:pt x="1397083" y="472948"/>
                </a:lnTo>
                <a:lnTo>
                  <a:pt x="1397096" y="472430"/>
                </a:lnTo>
                <a:close/>
                <a:moveTo>
                  <a:pt x="1327467" y="452495"/>
                </a:moveTo>
                <a:lnTo>
                  <a:pt x="1265642" y="452495"/>
                </a:lnTo>
                <a:lnTo>
                  <a:pt x="1265642" y="465629"/>
                </a:lnTo>
                <a:lnTo>
                  <a:pt x="1288066" y="465629"/>
                </a:lnTo>
                <a:lnTo>
                  <a:pt x="1288066" y="549237"/>
                </a:lnTo>
                <a:lnTo>
                  <a:pt x="1265642" y="549237"/>
                </a:lnTo>
                <a:lnTo>
                  <a:pt x="1265642" y="562371"/>
                </a:lnTo>
                <a:lnTo>
                  <a:pt x="1327467" y="562371"/>
                </a:lnTo>
                <a:lnTo>
                  <a:pt x="1327467" y="549237"/>
                </a:lnTo>
                <a:lnTo>
                  <a:pt x="1305044" y="549237"/>
                </a:lnTo>
                <a:lnTo>
                  <a:pt x="1305044" y="465629"/>
                </a:lnTo>
                <a:lnTo>
                  <a:pt x="1327467" y="465629"/>
                </a:lnTo>
                <a:lnTo>
                  <a:pt x="1327467" y="452495"/>
                </a:lnTo>
                <a:close/>
                <a:moveTo>
                  <a:pt x="1094066" y="542510"/>
                </a:moveTo>
                <a:lnTo>
                  <a:pt x="1094066" y="562371"/>
                </a:lnTo>
                <a:lnTo>
                  <a:pt x="1114888" y="562371"/>
                </a:lnTo>
                <a:lnTo>
                  <a:pt x="1114888" y="542510"/>
                </a:lnTo>
                <a:lnTo>
                  <a:pt x="1094066" y="542510"/>
                </a:lnTo>
                <a:close/>
                <a:moveTo>
                  <a:pt x="1100263" y="758536"/>
                </a:moveTo>
                <a:lnTo>
                  <a:pt x="1100302" y="758120"/>
                </a:lnTo>
                <a:lnTo>
                  <a:pt x="1100348" y="757706"/>
                </a:lnTo>
                <a:lnTo>
                  <a:pt x="1100400" y="757293"/>
                </a:lnTo>
                <a:lnTo>
                  <a:pt x="1100458" y="756881"/>
                </a:lnTo>
                <a:lnTo>
                  <a:pt x="1100523" y="756472"/>
                </a:lnTo>
                <a:lnTo>
                  <a:pt x="1100593" y="756064"/>
                </a:lnTo>
                <a:lnTo>
                  <a:pt x="1100669" y="755658"/>
                </a:lnTo>
                <a:lnTo>
                  <a:pt x="1100752" y="755253"/>
                </a:lnTo>
                <a:lnTo>
                  <a:pt x="1100841" y="754850"/>
                </a:lnTo>
                <a:lnTo>
                  <a:pt x="1100936" y="754449"/>
                </a:lnTo>
                <a:lnTo>
                  <a:pt x="1101036" y="754049"/>
                </a:lnTo>
                <a:lnTo>
                  <a:pt x="1101144" y="753651"/>
                </a:lnTo>
                <a:lnTo>
                  <a:pt x="1101257" y="753255"/>
                </a:lnTo>
                <a:lnTo>
                  <a:pt x="1101376" y="752860"/>
                </a:lnTo>
                <a:lnTo>
                  <a:pt x="1101501" y="752468"/>
                </a:lnTo>
                <a:lnTo>
                  <a:pt x="1101633" y="752076"/>
                </a:lnTo>
                <a:lnTo>
                  <a:pt x="1101771" y="751687"/>
                </a:lnTo>
                <a:lnTo>
                  <a:pt x="1101914" y="751299"/>
                </a:lnTo>
                <a:lnTo>
                  <a:pt x="1102064" y="750915"/>
                </a:lnTo>
                <a:lnTo>
                  <a:pt x="1102220" y="750536"/>
                </a:lnTo>
                <a:lnTo>
                  <a:pt x="1102382" y="750163"/>
                </a:lnTo>
                <a:lnTo>
                  <a:pt x="1102551" y="749795"/>
                </a:lnTo>
                <a:lnTo>
                  <a:pt x="1102725" y="749433"/>
                </a:lnTo>
                <a:lnTo>
                  <a:pt x="1102905" y="749076"/>
                </a:lnTo>
                <a:lnTo>
                  <a:pt x="1103092" y="748726"/>
                </a:lnTo>
                <a:lnTo>
                  <a:pt x="1103285" y="748380"/>
                </a:lnTo>
                <a:lnTo>
                  <a:pt x="1103483" y="748040"/>
                </a:lnTo>
                <a:lnTo>
                  <a:pt x="1103688" y="747706"/>
                </a:lnTo>
                <a:lnTo>
                  <a:pt x="1103899" y="747377"/>
                </a:lnTo>
                <a:lnTo>
                  <a:pt x="1104117" y="747054"/>
                </a:lnTo>
                <a:lnTo>
                  <a:pt x="1104340" y="746737"/>
                </a:lnTo>
                <a:lnTo>
                  <a:pt x="1104569" y="746425"/>
                </a:lnTo>
                <a:lnTo>
                  <a:pt x="1104805" y="746118"/>
                </a:lnTo>
                <a:lnTo>
                  <a:pt x="1105047" y="745817"/>
                </a:lnTo>
                <a:lnTo>
                  <a:pt x="1105294" y="745522"/>
                </a:lnTo>
                <a:lnTo>
                  <a:pt x="1105548" y="745232"/>
                </a:lnTo>
                <a:lnTo>
                  <a:pt x="1105808" y="744948"/>
                </a:lnTo>
                <a:lnTo>
                  <a:pt x="1106074" y="744670"/>
                </a:lnTo>
                <a:lnTo>
                  <a:pt x="1106346" y="744396"/>
                </a:lnTo>
                <a:lnTo>
                  <a:pt x="1106625" y="744129"/>
                </a:lnTo>
                <a:lnTo>
                  <a:pt x="1106909" y="743867"/>
                </a:lnTo>
                <a:lnTo>
                  <a:pt x="1107200" y="743611"/>
                </a:lnTo>
                <a:lnTo>
                  <a:pt x="1107510" y="743362"/>
                </a:lnTo>
                <a:lnTo>
                  <a:pt x="1107825" y="743125"/>
                </a:lnTo>
                <a:lnTo>
                  <a:pt x="1108146" y="742897"/>
                </a:lnTo>
                <a:lnTo>
                  <a:pt x="1108472" y="742681"/>
                </a:lnTo>
                <a:lnTo>
                  <a:pt x="1108804" y="742475"/>
                </a:lnTo>
                <a:lnTo>
                  <a:pt x="1109142" y="742279"/>
                </a:lnTo>
                <a:lnTo>
                  <a:pt x="1109485" y="742094"/>
                </a:lnTo>
                <a:lnTo>
                  <a:pt x="1109834" y="741920"/>
                </a:lnTo>
                <a:lnTo>
                  <a:pt x="1110188" y="741756"/>
                </a:lnTo>
                <a:lnTo>
                  <a:pt x="1110548" y="741603"/>
                </a:lnTo>
                <a:lnTo>
                  <a:pt x="1110913" y="741460"/>
                </a:lnTo>
                <a:lnTo>
                  <a:pt x="1111284" y="741328"/>
                </a:lnTo>
                <a:lnTo>
                  <a:pt x="1111661" y="741207"/>
                </a:lnTo>
                <a:lnTo>
                  <a:pt x="1112043" y="741096"/>
                </a:lnTo>
                <a:lnTo>
                  <a:pt x="1112430" y="740995"/>
                </a:lnTo>
                <a:lnTo>
                  <a:pt x="1112824" y="740906"/>
                </a:lnTo>
                <a:lnTo>
                  <a:pt x="1113222" y="740826"/>
                </a:lnTo>
                <a:lnTo>
                  <a:pt x="1113627" y="740758"/>
                </a:lnTo>
                <a:lnTo>
                  <a:pt x="1114037" y="740700"/>
                </a:lnTo>
                <a:lnTo>
                  <a:pt x="1114452" y="740652"/>
                </a:lnTo>
                <a:lnTo>
                  <a:pt x="1114873" y="740615"/>
                </a:lnTo>
                <a:lnTo>
                  <a:pt x="1115300" y="740589"/>
                </a:lnTo>
                <a:lnTo>
                  <a:pt x="1115732" y="740573"/>
                </a:lnTo>
                <a:lnTo>
                  <a:pt x="1116169" y="740567"/>
                </a:lnTo>
                <a:lnTo>
                  <a:pt x="1116620" y="740572"/>
                </a:lnTo>
                <a:lnTo>
                  <a:pt x="1117062" y="740584"/>
                </a:lnTo>
                <a:lnTo>
                  <a:pt x="1117498" y="740605"/>
                </a:lnTo>
                <a:lnTo>
                  <a:pt x="1117927" y="740634"/>
                </a:lnTo>
                <a:lnTo>
                  <a:pt x="1118348" y="740672"/>
                </a:lnTo>
                <a:lnTo>
                  <a:pt x="1118762" y="740718"/>
                </a:lnTo>
                <a:lnTo>
                  <a:pt x="1119169" y="740772"/>
                </a:lnTo>
                <a:lnTo>
                  <a:pt x="1119568" y="740834"/>
                </a:lnTo>
                <a:lnTo>
                  <a:pt x="1119961" y="740905"/>
                </a:lnTo>
                <a:lnTo>
                  <a:pt x="1120346" y="740985"/>
                </a:lnTo>
                <a:lnTo>
                  <a:pt x="1120724" y="741072"/>
                </a:lnTo>
                <a:lnTo>
                  <a:pt x="1121095" y="741168"/>
                </a:lnTo>
                <a:lnTo>
                  <a:pt x="1121458" y="741272"/>
                </a:lnTo>
                <a:lnTo>
                  <a:pt x="1121814" y="741385"/>
                </a:lnTo>
                <a:lnTo>
                  <a:pt x="1122163" y="741506"/>
                </a:lnTo>
                <a:lnTo>
                  <a:pt x="1122505" y="741635"/>
                </a:lnTo>
                <a:lnTo>
                  <a:pt x="1122839" y="741773"/>
                </a:lnTo>
                <a:lnTo>
                  <a:pt x="1123167" y="741919"/>
                </a:lnTo>
                <a:lnTo>
                  <a:pt x="1123487" y="742073"/>
                </a:lnTo>
                <a:lnTo>
                  <a:pt x="1123800" y="742236"/>
                </a:lnTo>
                <a:lnTo>
                  <a:pt x="1124105" y="742407"/>
                </a:lnTo>
                <a:lnTo>
                  <a:pt x="1124404" y="742586"/>
                </a:lnTo>
                <a:lnTo>
                  <a:pt x="1124695" y="742774"/>
                </a:lnTo>
                <a:lnTo>
                  <a:pt x="1124979" y="742970"/>
                </a:lnTo>
                <a:lnTo>
                  <a:pt x="1125269" y="743159"/>
                </a:lnTo>
                <a:lnTo>
                  <a:pt x="1125553" y="743354"/>
                </a:lnTo>
                <a:lnTo>
                  <a:pt x="1125830" y="743553"/>
                </a:lnTo>
                <a:lnTo>
                  <a:pt x="1126100" y="743757"/>
                </a:lnTo>
                <a:lnTo>
                  <a:pt x="1126363" y="743967"/>
                </a:lnTo>
                <a:lnTo>
                  <a:pt x="1126620" y="744181"/>
                </a:lnTo>
                <a:lnTo>
                  <a:pt x="1126871" y="744401"/>
                </a:lnTo>
                <a:lnTo>
                  <a:pt x="1127114" y="744625"/>
                </a:lnTo>
                <a:lnTo>
                  <a:pt x="1127351" y="744854"/>
                </a:lnTo>
                <a:lnTo>
                  <a:pt x="1127581" y="745089"/>
                </a:lnTo>
                <a:lnTo>
                  <a:pt x="1127805" y="745328"/>
                </a:lnTo>
                <a:lnTo>
                  <a:pt x="1128022" y="745573"/>
                </a:lnTo>
                <a:lnTo>
                  <a:pt x="1128232" y="745822"/>
                </a:lnTo>
                <a:lnTo>
                  <a:pt x="1128436" y="746077"/>
                </a:lnTo>
                <a:lnTo>
                  <a:pt x="1128632" y="746336"/>
                </a:lnTo>
                <a:lnTo>
                  <a:pt x="1128823" y="746600"/>
                </a:lnTo>
                <a:lnTo>
                  <a:pt x="1129006" y="746870"/>
                </a:lnTo>
                <a:lnTo>
                  <a:pt x="1129183" y="747144"/>
                </a:lnTo>
                <a:lnTo>
                  <a:pt x="1129353" y="747424"/>
                </a:lnTo>
                <a:lnTo>
                  <a:pt x="1129517" y="747708"/>
                </a:lnTo>
                <a:lnTo>
                  <a:pt x="1129674" y="747998"/>
                </a:lnTo>
                <a:lnTo>
                  <a:pt x="1129824" y="748292"/>
                </a:lnTo>
                <a:lnTo>
                  <a:pt x="1129967" y="748592"/>
                </a:lnTo>
                <a:lnTo>
                  <a:pt x="1130104" y="748896"/>
                </a:lnTo>
                <a:lnTo>
                  <a:pt x="1130248" y="749204"/>
                </a:lnTo>
                <a:lnTo>
                  <a:pt x="1130385" y="749515"/>
                </a:lnTo>
                <a:lnTo>
                  <a:pt x="1130517" y="749827"/>
                </a:lnTo>
                <a:lnTo>
                  <a:pt x="1130642" y="750142"/>
                </a:lnTo>
                <a:lnTo>
                  <a:pt x="1130762" y="750459"/>
                </a:lnTo>
                <a:lnTo>
                  <a:pt x="1130875" y="750778"/>
                </a:lnTo>
                <a:lnTo>
                  <a:pt x="1130982" y="751100"/>
                </a:lnTo>
                <a:lnTo>
                  <a:pt x="1131083" y="751423"/>
                </a:lnTo>
                <a:lnTo>
                  <a:pt x="1131178" y="751749"/>
                </a:lnTo>
                <a:lnTo>
                  <a:pt x="1131266" y="752077"/>
                </a:lnTo>
                <a:lnTo>
                  <a:pt x="1131349" y="752408"/>
                </a:lnTo>
                <a:lnTo>
                  <a:pt x="1131425" y="752740"/>
                </a:lnTo>
                <a:lnTo>
                  <a:pt x="1131496" y="753075"/>
                </a:lnTo>
                <a:lnTo>
                  <a:pt x="1131560" y="753412"/>
                </a:lnTo>
                <a:lnTo>
                  <a:pt x="1131618" y="753751"/>
                </a:lnTo>
                <a:lnTo>
                  <a:pt x="1131670" y="754093"/>
                </a:lnTo>
                <a:lnTo>
                  <a:pt x="1131716" y="754437"/>
                </a:lnTo>
                <a:lnTo>
                  <a:pt x="1131756" y="754782"/>
                </a:lnTo>
                <a:lnTo>
                  <a:pt x="1131789" y="755131"/>
                </a:lnTo>
                <a:lnTo>
                  <a:pt x="1131817" y="755481"/>
                </a:lnTo>
                <a:lnTo>
                  <a:pt x="1131838" y="755834"/>
                </a:lnTo>
                <a:lnTo>
                  <a:pt x="1131854" y="756188"/>
                </a:lnTo>
                <a:lnTo>
                  <a:pt x="1131863" y="756545"/>
                </a:lnTo>
                <a:lnTo>
                  <a:pt x="1131866" y="756905"/>
                </a:lnTo>
                <a:lnTo>
                  <a:pt x="1131866" y="760268"/>
                </a:lnTo>
                <a:lnTo>
                  <a:pt x="1145480" y="760268"/>
                </a:lnTo>
                <a:lnTo>
                  <a:pt x="1145506" y="760096"/>
                </a:lnTo>
                <a:lnTo>
                  <a:pt x="1145531" y="759926"/>
                </a:lnTo>
                <a:lnTo>
                  <a:pt x="1145555" y="759758"/>
                </a:lnTo>
                <a:lnTo>
                  <a:pt x="1145578" y="759592"/>
                </a:lnTo>
                <a:lnTo>
                  <a:pt x="1145600" y="759428"/>
                </a:lnTo>
                <a:lnTo>
                  <a:pt x="1145620" y="759267"/>
                </a:lnTo>
                <a:lnTo>
                  <a:pt x="1145640" y="759108"/>
                </a:lnTo>
                <a:lnTo>
                  <a:pt x="1145658" y="758951"/>
                </a:lnTo>
                <a:lnTo>
                  <a:pt x="1145675" y="758797"/>
                </a:lnTo>
                <a:lnTo>
                  <a:pt x="1145692" y="758644"/>
                </a:lnTo>
                <a:lnTo>
                  <a:pt x="1145707" y="758494"/>
                </a:lnTo>
                <a:lnTo>
                  <a:pt x="1145721" y="758346"/>
                </a:lnTo>
                <a:lnTo>
                  <a:pt x="1145733" y="758201"/>
                </a:lnTo>
                <a:lnTo>
                  <a:pt x="1145745" y="758057"/>
                </a:lnTo>
                <a:lnTo>
                  <a:pt x="1145756" y="757916"/>
                </a:lnTo>
                <a:lnTo>
                  <a:pt x="1145765" y="757777"/>
                </a:lnTo>
                <a:lnTo>
                  <a:pt x="1145773" y="757640"/>
                </a:lnTo>
                <a:lnTo>
                  <a:pt x="1145781" y="757505"/>
                </a:lnTo>
                <a:lnTo>
                  <a:pt x="1145787" y="757373"/>
                </a:lnTo>
                <a:lnTo>
                  <a:pt x="1145792" y="757243"/>
                </a:lnTo>
                <a:lnTo>
                  <a:pt x="1145796" y="757115"/>
                </a:lnTo>
                <a:lnTo>
                  <a:pt x="1145798" y="756989"/>
                </a:lnTo>
                <a:lnTo>
                  <a:pt x="1145800" y="756866"/>
                </a:lnTo>
                <a:lnTo>
                  <a:pt x="1145801" y="756745"/>
                </a:lnTo>
                <a:lnTo>
                  <a:pt x="1145814" y="756611"/>
                </a:lnTo>
                <a:lnTo>
                  <a:pt x="1145826" y="756476"/>
                </a:lnTo>
                <a:lnTo>
                  <a:pt x="1145838" y="756342"/>
                </a:lnTo>
                <a:lnTo>
                  <a:pt x="1145850" y="756206"/>
                </a:lnTo>
                <a:lnTo>
                  <a:pt x="1145860" y="756070"/>
                </a:lnTo>
                <a:lnTo>
                  <a:pt x="1145871" y="755934"/>
                </a:lnTo>
                <a:lnTo>
                  <a:pt x="1145880" y="755797"/>
                </a:lnTo>
                <a:lnTo>
                  <a:pt x="1145890" y="755659"/>
                </a:lnTo>
                <a:lnTo>
                  <a:pt x="1145898" y="755521"/>
                </a:lnTo>
                <a:lnTo>
                  <a:pt x="1145906" y="755382"/>
                </a:lnTo>
                <a:lnTo>
                  <a:pt x="1145914" y="755243"/>
                </a:lnTo>
                <a:lnTo>
                  <a:pt x="1145921" y="755103"/>
                </a:lnTo>
                <a:lnTo>
                  <a:pt x="1145927" y="754962"/>
                </a:lnTo>
                <a:lnTo>
                  <a:pt x="1145933" y="754821"/>
                </a:lnTo>
                <a:lnTo>
                  <a:pt x="1145938" y="754680"/>
                </a:lnTo>
                <a:lnTo>
                  <a:pt x="1145943" y="754538"/>
                </a:lnTo>
                <a:lnTo>
                  <a:pt x="1145947" y="754395"/>
                </a:lnTo>
                <a:lnTo>
                  <a:pt x="1145951" y="754252"/>
                </a:lnTo>
                <a:lnTo>
                  <a:pt x="1145954" y="754108"/>
                </a:lnTo>
                <a:lnTo>
                  <a:pt x="1145956" y="753964"/>
                </a:lnTo>
                <a:lnTo>
                  <a:pt x="1145958" y="753819"/>
                </a:lnTo>
                <a:lnTo>
                  <a:pt x="1145960" y="753674"/>
                </a:lnTo>
                <a:lnTo>
                  <a:pt x="1145960" y="753528"/>
                </a:lnTo>
                <a:lnTo>
                  <a:pt x="1145961" y="753381"/>
                </a:lnTo>
                <a:lnTo>
                  <a:pt x="1145949" y="752467"/>
                </a:lnTo>
                <a:lnTo>
                  <a:pt x="1145915" y="751567"/>
                </a:lnTo>
                <a:lnTo>
                  <a:pt x="1145858" y="750681"/>
                </a:lnTo>
                <a:lnTo>
                  <a:pt x="1145778" y="749808"/>
                </a:lnTo>
                <a:lnTo>
                  <a:pt x="1145676" y="748950"/>
                </a:lnTo>
                <a:lnTo>
                  <a:pt x="1145550" y="748105"/>
                </a:lnTo>
                <a:lnTo>
                  <a:pt x="1145402" y="747275"/>
                </a:lnTo>
                <a:lnTo>
                  <a:pt x="1145231" y="746458"/>
                </a:lnTo>
                <a:lnTo>
                  <a:pt x="1145037" y="745655"/>
                </a:lnTo>
                <a:lnTo>
                  <a:pt x="1144821" y="744866"/>
                </a:lnTo>
                <a:lnTo>
                  <a:pt x="1144581" y="744091"/>
                </a:lnTo>
                <a:lnTo>
                  <a:pt x="1144319" y="743330"/>
                </a:lnTo>
                <a:lnTo>
                  <a:pt x="1144034" y="742583"/>
                </a:lnTo>
                <a:lnTo>
                  <a:pt x="1143726" y="741850"/>
                </a:lnTo>
                <a:lnTo>
                  <a:pt x="1143396" y="741131"/>
                </a:lnTo>
                <a:lnTo>
                  <a:pt x="1143042" y="740425"/>
                </a:lnTo>
                <a:lnTo>
                  <a:pt x="1142666" y="739734"/>
                </a:lnTo>
                <a:lnTo>
                  <a:pt x="1142267" y="739056"/>
                </a:lnTo>
                <a:lnTo>
                  <a:pt x="1141845" y="738392"/>
                </a:lnTo>
                <a:lnTo>
                  <a:pt x="1141400" y="737742"/>
                </a:lnTo>
                <a:lnTo>
                  <a:pt x="1140933" y="737106"/>
                </a:lnTo>
                <a:lnTo>
                  <a:pt x="1140443" y="736484"/>
                </a:lnTo>
                <a:lnTo>
                  <a:pt x="1139930" y="735876"/>
                </a:lnTo>
                <a:lnTo>
                  <a:pt x="1139394" y="735282"/>
                </a:lnTo>
                <a:lnTo>
                  <a:pt x="1138850" y="734694"/>
                </a:lnTo>
                <a:lnTo>
                  <a:pt x="1138287" y="734131"/>
                </a:lnTo>
                <a:lnTo>
                  <a:pt x="1137705" y="733593"/>
                </a:lnTo>
                <a:lnTo>
                  <a:pt x="1137103" y="733080"/>
                </a:lnTo>
                <a:lnTo>
                  <a:pt x="1136481" y="732592"/>
                </a:lnTo>
                <a:lnTo>
                  <a:pt x="1135840" y="732129"/>
                </a:lnTo>
                <a:lnTo>
                  <a:pt x="1135180" y="731691"/>
                </a:lnTo>
                <a:lnTo>
                  <a:pt x="1134500" y="731278"/>
                </a:lnTo>
                <a:lnTo>
                  <a:pt x="1133800" y="730890"/>
                </a:lnTo>
                <a:lnTo>
                  <a:pt x="1133082" y="730527"/>
                </a:lnTo>
                <a:lnTo>
                  <a:pt x="1132343" y="730189"/>
                </a:lnTo>
                <a:lnTo>
                  <a:pt x="1131586" y="729876"/>
                </a:lnTo>
                <a:lnTo>
                  <a:pt x="1130808" y="729588"/>
                </a:lnTo>
                <a:lnTo>
                  <a:pt x="1130012" y="729326"/>
                </a:lnTo>
                <a:lnTo>
                  <a:pt x="1129196" y="729088"/>
                </a:lnTo>
                <a:lnTo>
                  <a:pt x="1128360" y="728875"/>
                </a:lnTo>
                <a:lnTo>
                  <a:pt x="1127505" y="728687"/>
                </a:lnTo>
                <a:lnTo>
                  <a:pt x="1126630" y="728525"/>
                </a:lnTo>
                <a:lnTo>
                  <a:pt x="1125736" y="728387"/>
                </a:lnTo>
                <a:lnTo>
                  <a:pt x="1124823" y="728275"/>
                </a:lnTo>
                <a:lnTo>
                  <a:pt x="1123890" y="728187"/>
                </a:lnTo>
                <a:lnTo>
                  <a:pt x="1122938" y="728124"/>
                </a:lnTo>
                <a:lnTo>
                  <a:pt x="1121966" y="728087"/>
                </a:lnTo>
                <a:lnTo>
                  <a:pt x="1120974" y="728074"/>
                </a:lnTo>
                <a:lnTo>
                  <a:pt x="1120323" y="728081"/>
                </a:lnTo>
                <a:lnTo>
                  <a:pt x="1119679" y="728100"/>
                </a:lnTo>
                <a:lnTo>
                  <a:pt x="1119040" y="728132"/>
                </a:lnTo>
                <a:lnTo>
                  <a:pt x="1118407" y="728177"/>
                </a:lnTo>
                <a:lnTo>
                  <a:pt x="1117781" y="728234"/>
                </a:lnTo>
                <a:lnTo>
                  <a:pt x="1117160" y="728305"/>
                </a:lnTo>
                <a:lnTo>
                  <a:pt x="1116546" y="728388"/>
                </a:lnTo>
                <a:lnTo>
                  <a:pt x="1115938" y="728484"/>
                </a:lnTo>
                <a:lnTo>
                  <a:pt x="1115336" y="728592"/>
                </a:lnTo>
                <a:lnTo>
                  <a:pt x="1114740" y="728714"/>
                </a:lnTo>
                <a:lnTo>
                  <a:pt x="1114150" y="728848"/>
                </a:lnTo>
                <a:lnTo>
                  <a:pt x="1113567" y="728995"/>
                </a:lnTo>
                <a:lnTo>
                  <a:pt x="1112989" y="729155"/>
                </a:lnTo>
                <a:lnTo>
                  <a:pt x="1112418" y="729328"/>
                </a:lnTo>
                <a:lnTo>
                  <a:pt x="1111852" y="729513"/>
                </a:lnTo>
                <a:lnTo>
                  <a:pt x="1111293" y="729712"/>
                </a:lnTo>
                <a:lnTo>
                  <a:pt x="1110740" y="729923"/>
                </a:lnTo>
                <a:lnTo>
                  <a:pt x="1110193" y="730147"/>
                </a:lnTo>
                <a:lnTo>
                  <a:pt x="1109652" y="730383"/>
                </a:lnTo>
                <a:lnTo>
                  <a:pt x="1109117" y="730633"/>
                </a:lnTo>
                <a:lnTo>
                  <a:pt x="1108589" y="730895"/>
                </a:lnTo>
                <a:lnTo>
                  <a:pt x="1108066" y="731170"/>
                </a:lnTo>
                <a:lnTo>
                  <a:pt x="1107550" y="731458"/>
                </a:lnTo>
                <a:lnTo>
                  <a:pt x="1107040" y="731758"/>
                </a:lnTo>
                <a:lnTo>
                  <a:pt x="1106551" y="732057"/>
                </a:lnTo>
                <a:lnTo>
                  <a:pt x="1106073" y="732366"/>
                </a:lnTo>
                <a:lnTo>
                  <a:pt x="1105606" y="732684"/>
                </a:lnTo>
                <a:lnTo>
                  <a:pt x="1105149" y="733013"/>
                </a:lnTo>
                <a:lnTo>
                  <a:pt x="1104703" y="733352"/>
                </a:lnTo>
                <a:lnTo>
                  <a:pt x="1104267" y="733700"/>
                </a:lnTo>
                <a:lnTo>
                  <a:pt x="1103842" y="734059"/>
                </a:lnTo>
                <a:lnTo>
                  <a:pt x="1103427" y="734428"/>
                </a:lnTo>
                <a:lnTo>
                  <a:pt x="1103023" y="734806"/>
                </a:lnTo>
                <a:lnTo>
                  <a:pt x="1102630" y="735195"/>
                </a:lnTo>
                <a:lnTo>
                  <a:pt x="1102247" y="735594"/>
                </a:lnTo>
                <a:lnTo>
                  <a:pt x="1101874" y="736003"/>
                </a:lnTo>
                <a:lnTo>
                  <a:pt x="1101513" y="736421"/>
                </a:lnTo>
                <a:lnTo>
                  <a:pt x="1101161" y="736850"/>
                </a:lnTo>
                <a:lnTo>
                  <a:pt x="1100821" y="737289"/>
                </a:lnTo>
                <a:lnTo>
                  <a:pt x="1100491" y="737738"/>
                </a:lnTo>
                <a:lnTo>
                  <a:pt x="1100171" y="738197"/>
                </a:lnTo>
                <a:lnTo>
                  <a:pt x="1099862" y="738665"/>
                </a:lnTo>
                <a:lnTo>
                  <a:pt x="1099564" y="739144"/>
                </a:lnTo>
                <a:lnTo>
                  <a:pt x="1099276" y="739633"/>
                </a:lnTo>
                <a:lnTo>
                  <a:pt x="1098999" y="740132"/>
                </a:lnTo>
                <a:lnTo>
                  <a:pt x="1098732" y="740641"/>
                </a:lnTo>
                <a:lnTo>
                  <a:pt x="1098476" y="741160"/>
                </a:lnTo>
                <a:lnTo>
                  <a:pt x="1098230" y="741689"/>
                </a:lnTo>
                <a:lnTo>
                  <a:pt x="1097430" y="729676"/>
                </a:lnTo>
                <a:lnTo>
                  <a:pt x="1063794" y="729676"/>
                </a:lnTo>
                <a:lnTo>
                  <a:pt x="1063794" y="742169"/>
                </a:lnTo>
                <a:lnTo>
                  <a:pt x="1084456" y="742169"/>
                </a:lnTo>
                <a:lnTo>
                  <a:pt x="1084456" y="799189"/>
                </a:lnTo>
                <a:lnTo>
                  <a:pt x="1062993" y="799189"/>
                </a:lnTo>
                <a:lnTo>
                  <a:pt x="1062993" y="811522"/>
                </a:lnTo>
                <a:lnTo>
                  <a:pt x="1084456" y="811522"/>
                </a:lnTo>
                <a:lnTo>
                  <a:pt x="1100152" y="811522"/>
                </a:lnTo>
                <a:lnTo>
                  <a:pt x="1136831" y="811522"/>
                </a:lnTo>
                <a:lnTo>
                  <a:pt x="1136831" y="799189"/>
                </a:lnTo>
                <a:lnTo>
                  <a:pt x="1100152" y="799189"/>
                </a:lnTo>
                <a:lnTo>
                  <a:pt x="1100152" y="761069"/>
                </a:lnTo>
                <a:lnTo>
                  <a:pt x="1100156" y="760643"/>
                </a:lnTo>
                <a:lnTo>
                  <a:pt x="1100165" y="760218"/>
                </a:lnTo>
                <a:lnTo>
                  <a:pt x="1100180" y="759795"/>
                </a:lnTo>
                <a:lnTo>
                  <a:pt x="1100201" y="759374"/>
                </a:lnTo>
                <a:lnTo>
                  <a:pt x="1100229" y="758954"/>
                </a:lnTo>
                <a:lnTo>
                  <a:pt x="1100263" y="758536"/>
                </a:lnTo>
                <a:close/>
                <a:moveTo>
                  <a:pt x="1397929" y="812884"/>
                </a:moveTo>
                <a:lnTo>
                  <a:pt x="1398781" y="812797"/>
                </a:lnTo>
                <a:lnTo>
                  <a:pt x="1399623" y="812697"/>
                </a:lnTo>
                <a:lnTo>
                  <a:pt x="1400454" y="812583"/>
                </a:lnTo>
                <a:lnTo>
                  <a:pt x="1401275" y="812457"/>
                </a:lnTo>
                <a:lnTo>
                  <a:pt x="1402085" y="812316"/>
                </a:lnTo>
                <a:lnTo>
                  <a:pt x="1402884" y="812163"/>
                </a:lnTo>
                <a:lnTo>
                  <a:pt x="1403673" y="811996"/>
                </a:lnTo>
                <a:lnTo>
                  <a:pt x="1404451" y="811816"/>
                </a:lnTo>
                <a:lnTo>
                  <a:pt x="1405219" y="811622"/>
                </a:lnTo>
                <a:lnTo>
                  <a:pt x="1405976" y="811416"/>
                </a:lnTo>
                <a:lnTo>
                  <a:pt x="1406723" y="811195"/>
                </a:lnTo>
                <a:lnTo>
                  <a:pt x="1407459" y="810962"/>
                </a:lnTo>
                <a:lnTo>
                  <a:pt x="1408184" y="810715"/>
                </a:lnTo>
                <a:lnTo>
                  <a:pt x="1408899" y="810455"/>
                </a:lnTo>
                <a:lnTo>
                  <a:pt x="1409604" y="810181"/>
                </a:lnTo>
                <a:lnTo>
                  <a:pt x="1410298" y="809894"/>
                </a:lnTo>
                <a:lnTo>
                  <a:pt x="1410981" y="809594"/>
                </a:lnTo>
                <a:lnTo>
                  <a:pt x="1411653" y="809280"/>
                </a:lnTo>
                <a:lnTo>
                  <a:pt x="1412328" y="808954"/>
                </a:lnTo>
                <a:lnTo>
                  <a:pt x="1412989" y="808617"/>
                </a:lnTo>
                <a:lnTo>
                  <a:pt x="1413638" y="808269"/>
                </a:lnTo>
                <a:lnTo>
                  <a:pt x="1414274" y="807910"/>
                </a:lnTo>
                <a:lnTo>
                  <a:pt x="1414897" y="807539"/>
                </a:lnTo>
                <a:lnTo>
                  <a:pt x="1415508" y="807158"/>
                </a:lnTo>
                <a:lnTo>
                  <a:pt x="1416105" y="806765"/>
                </a:lnTo>
                <a:lnTo>
                  <a:pt x="1416690" y="806361"/>
                </a:lnTo>
                <a:lnTo>
                  <a:pt x="1417262" y="805946"/>
                </a:lnTo>
                <a:lnTo>
                  <a:pt x="1417821" y="805520"/>
                </a:lnTo>
                <a:lnTo>
                  <a:pt x="1418367" y="805083"/>
                </a:lnTo>
                <a:lnTo>
                  <a:pt x="1418901" y="804635"/>
                </a:lnTo>
                <a:lnTo>
                  <a:pt x="1419422" y="804176"/>
                </a:lnTo>
                <a:lnTo>
                  <a:pt x="1419930" y="803705"/>
                </a:lnTo>
                <a:lnTo>
                  <a:pt x="1420425" y="803224"/>
                </a:lnTo>
                <a:lnTo>
                  <a:pt x="1420908" y="802731"/>
                </a:lnTo>
                <a:lnTo>
                  <a:pt x="1421377" y="802227"/>
                </a:lnTo>
                <a:lnTo>
                  <a:pt x="1421834" y="801712"/>
                </a:lnTo>
                <a:lnTo>
                  <a:pt x="1422278" y="801186"/>
                </a:lnTo>
                <a:lnTo>
                  <a:pt x="1422710" y="800649"/>
                </a:lnTo>
                <a:lnTo>
                  <a:pt x="1423128" y="800100"/>
                </a:lnTo>
                <a:lnTo>
                  <a:pt x="1423534" y="799541"/>
                </a:lnTo>
                <a:lnTo>
                  <a:pt x="1423927" y="798970"/>
                </a:lnTo>
                <a:lnTo>
                  <a:pt x="1424307" y="798388"/>
                </a:lnTo>
                <a:lnTo>
                  <a:pt x="1424686" y="797783"/>
                </a:lnTo>
                <a:lnTo>
                  <a:pt x="1425049" y="797169"/>
                </a:lnTo>
                <a:lnTo>
                  <a:pt x="1425395" y="796547"/>
                </a:lnTo>
                <a:lnTo>
                  <a:pt x="1425726" y="795915"/>
                </a:lnTo>
                <a:lnTo>
                  <a:pt x="1426041" y="795274"/>
                </a:lnTo>
                <a:lnTo>
                  <a:pt x="1426339" y="794624"/>
                </a:lnTo>
                <a:lnTo>
                  <a:pt x="1426621" y="793966"/>
                </a:lnTo>
                <a:lnTo>
                  <a:pt x="1426887" y="793299"/>
                </a:lnTo>
                <a:lnTo>
                  <a:pt x="1427137" y="792622"/>
                </a:lnTo>
                <a:lnTo>
                  <a:pt x="1427371" y="791937"/>
                </a:lnTo>
                <a:lnTo>
                  <a:pt x="1427589" y="791243"/>
                </a:lnTo>
                <a:lnTo>
                  <a:pt x="1427790" y="790540"/>
                </a:lnTo>
                <a:lnTo>
                  <a:pt x="1427976" y="789828"/>
                </a:lnTo>
                <a:lnTo>
                  <a:pt x="1428145" y="789108"/>
                </a:lnTo>
                <a:lnTo>
                  <a:pt x="1428299" y="788378"/>
                </a:lnTo>
                <a:lnTo>
                  <a:pt x="1428436" y="787639"/>
                </a:lnTo>
                <a:lnTo>
                  <a:pt x="1428557" y="786892"/>
                </a:lnTo>
                <a:lnTo>
                  <a:pt x="1428661" y="786136"/>
                </a:lnTo>
                <a:lnTo>
                  <a:pt x="1428750" y="785370"/>
                </a:lnTo>
                <a:lnTo>
                  <a:pt x="1428823" y="784596"/>
                </a:lnTo>
                <a:lnTo>
                  <a:pt x="1428879" y="783813"/>
                </a:lnTo>
                <a:lnTo>
                  <a:pt x="1428919" y="783021"/>
                </a:lnTo>
                <a:lnTo>
                  <a:pt x="1428944" y="782220"/>
                </a:lnTo>
                <a:lnTo>
                  <a:pt x="1428952" y="781411"/>
                </a:lnTo>
                <a:lnTo>
                  <a:pt x="1413896" y="781411"/>
                </a:lnTo>
                <a:lnTo>
                  <a:pt x="1413886" y="782269"/>
                </a:lnTo>
                <a:lnTo>
                  <a:pt x="1413858" y="783108"/>
                </a:lnTo>
                <a:lnTo>
                  <a:pt x="1413811" y="783928"/>
                </a:lnTo>
                <a:lnTo>
                  <a:pt x="1413745" y="784730"/>
                </a:lnTo>
                <a:lnTo>
                  <a:pt x="1413659" y="785512"/>
                </a:lnTo>
                <a:lnTo>
                  <a:pt x="1413555" y="786276"/>
                </a:lnTo>
                <a:lnTo>
                  <a:pt x="1413433" y="787020"/>
                </a:lnTo>
                <a:lnTo>
                  <a:pt x="1413291" y="787746"/>
                </a:lnTo>
                <a:lnTo>
                  <a:pt x="1413130" y="788453"/>
                </a:lnTo>
                <a:lnTo>
                  <a:pt x="1412950" y="789141"/>
                </a:lnTo>
                <a:lnTo>
                  <a:pt x="1412752" y="789810"/>
                </a:lnTo>
                <a:lnTo>
                  <a:pt x="1412534" y="790460"/>
                </a:lnTo>
                <a:lnTo>
                  <a:pt x="1412298" y="791091"/>
                </a:lnTo>
                <a:lnTo>
                  <a:pt x="1412043" y="791704"/>
                </a:lnTo>
                <a:lnTo>
                  <a:pt x="1411769" y="792297"/>
                </a:lnTo>
                <a:lnTo>
                  <a:pt x="1411476" y="792872"/>
                </a:lnTo>
                <a:lnTo>
                  <a:pt x="1411164" y="793427"/>
                </a:lnTo>
                <a:lnTo>
                  <a:pt x="1410833" y="793964"/>
                </a:lnTo>
                <a:lnTo>
                  <a:pt x="1410483" y="794482"/>
                </a:lnTo>
                <a:lnTo>
                  <a:pt x="1410114" y="794980"/>
                </a:lnTo>
                <a:lnTo>
                  <a:pt x="1409726" y="795460"/>
                </a:lnTo>
                <a:lnTo>
                  <a:pt x="1409320" y="795921"/>
                </a:lnTo>
                <a:lnTo>
                  <a:pt x="1408894" y="796364"/>
                </a:lnTo>
                <a:lnTo>
                  <a:pt x="1408450" y="796787"/>
                </a:lnTo>
                <a:lnTo>
                  <a:pt x="1408001" y="797192"/>
                </a:lnTo>
                <a:lnTo>
                  <a:pt x="1407535" y="797580"/>
                </a:lnTo>
                <a:lnTo>
                  <a:pt x="1407051" y="797951"/>
                </a:lnTo>
                <a:lnTo>
                  <a:pt x="1406550" y="798304"/>
                </a:lnTo>
                <a:lnTo>
                  <a:pt x="1406032" y="798640"/>
                </a:lnTo>
                <a:lnTo>
                  <a:pt x="1405497" y="798959"/>
                </a:lnTo>
                <a:lnTo>
                  <a:pt x="1404944" y="799261"/>
                </a:lnTo>
                <a:lnTo>
                  <a:pt x="1404375" y="799545"/>
                </a:lnTo>
                <a:lnTo>
                  <a:pt x="1403788" y="799812"/>
                </a:lnTo>
                <a:lnTo>
                  <a:pt x="1403183" y="800062"/>
                </a:lnTo>
                <a:lnTo>
                  <a:pt x="1402562" y="800295"/>
                </a:lnTo>
                <a:lnTo>
                  <a:pt x="1401923" y="800511"/>
                </a:lnTo>
                <a:lnTo>
                  <a:pt x="1401267" y="800709"/>
                </a:lnTo>
                <a:lnTo>
                  <a:pt x="1400594" y="800890"/>
                </a:lnTo>
                <a:lnTo>
                  <a:pt x="1399903" y="801054"/>
                </a:lnTo>
                <a:lnTo>
                  <a:pt x="1399196" y="801200"/>
                </a:lnTo>
                <a:lnTo>
                  <a:pt x="1398471" y="801330"/>
                </a:lnTo>
                <a:lnTo>
                  <a:pt x="1397729" y="801442"/>
                </a:lnTo>
                <a:lnTo>
                  <a:pt x="1396969" y="801536"/>
                </a:lnTo>
                <a:lnTo>
                  <a:pt x="1396193" y="801614"/>
                </a:lnTo>
                <a:lnTo>
                  <a:pt x="1395399" y="801674"/>
                </a:lnTo>
                <a:lnTo>
                  <a:pt x="1394588" y="801718"/>
                </a:lnTo>
                <a:lnTo>
                  <a:pt x="1393759" y="801743"/>
                </a:lnTo>
                <a:lnTo>
                  <a:pt x="1392914" y="801752"/>
                </a:lnTo>
                <a:lnTo>
                  <a:pt x="1392145" y="801741"/>
                </a:lnTo>
                <a:lnTo>
                  <a:pt x="1391388" y="801706"/>
                </a:lnTo>
                <a:lnTo>
                  <a:pt x="1390641" y="801649"/>
                </a:lnTo>
                <a:lnTo>
                  <a:pt x="1389906" y="801570"/>
                </a:lnTo>
                <a:lnTo>
                  <a:pt x="1389182" y="801467"/>
                </a:lnTo>
                <a:lnTo>
                  <a:pt x="1388469" y="801342"/>
                </a:lnTo>
                <a:lnTo>
                  <a:pt x="1387767" y="801193"/>
                </a:lnTo>
                <a:lnTo>
                  <a:pt x="1387076" y="801022"/>
                </a:lnTo>
                <a:lnTo>
                  <a:pt x="1386397" y="800829"/>
                </a:lnTo>
                <a:lnTo>
                  <a:pt x="1385728" y="800612"/>
                </a:lnTo>
                <a:lnTo>
                  <a:pt x="1385071" y="800372"/>
                </a:lnTo>
                <a:lnTo>
                  <a:pt x="1384425" y="800110"/>
                </a:lnTo>
                <a:lnTo>
                  <a:pt x="1383790" y="799825"/>
                </a:lnTo>
                <a:lnTo>
                  <a:pt x="1383166" y="799517"/>
                </a:lnTo>
                <a:lnTo>
                  <a:pt x="1382553" y="799187"/>
                </a:lnTo>
                <a:lnTo>
                  <a:pt x="1381951" y="798833"/>
                </a:lnTo>
                <a:lnTo>
                  <a:pt x="1381360" y="798457"/>
                </a:lnTo>
                <a:lnTo>
                  <a:pt x="1380781" y="798058"/>
                </a:lnTo>
                <a:lnTo>
                  <a:pt x="1380213" y="797636"/>
                </a:lnTo>
                <a:lnTo>
                  <a:pt x="1379655" y="797192"/>
                </a:lnTo>
                <a:lnTo>
                  <a:pt x="1379109" y="796724"/>
                </a:lnTo>
                <a:lnTo>
                  <a:pt x="1378574" y="796234"/>
                </a:lnTo>
                <a:lnTo>
                  <a:pt x="1378050" y="795721"/>
                </a:lnTo>
                <a:lnTo>
                  <a:pt x="1377538" y="795185"/>
                </a:lnTo>
                <a:lnTo>
                  <a:pt x="1377041" y="794627"/>
                </a:lnTo>
                <a:lnTo>
                  <a:pt x="1376565" y="794048"/>
                </a:lnTo>
                <a:lnTo>
                  <a:pt x="1376111" y="793448"/>
                </a:lnTo>
                <a:lnTo>
                  <a:pt x="1375678" y="792827"/>
                </a:lnTo>
                <a:lnTo>
                  <a:pt x="1375266" y="792185"/>
                </a:lnTo>
                <a:lnTo>
                  <a:pt x="1374875" y="791521"/>
                </a:lnTo>
                <a:lnTo>
                  <a:pt x="1374505" y="790837"/>
                </a:lnTo>
                <a:lnTo>
                  <a:pt x="1374156" y="790131"/>
                </a:lnTo>
                <a:lnTo>
                  <a:pt x="1373828" y="789404"/>
                </a:lnTo>
                <a:lnTo>
                  <a:pt x="1373522" y="788656"/>
                </a:lnTo>
                <a:lnTo>
                  <a:pt x="1373237" y="787887"/>
                </a:lnTo>
                <a:lnTo>
                  <a:pt x="1372973" y="787097"/>
                </a:lnTo>
                <a:lnTo>
                  <a:pt x="1372730" y="786285"/>
                </a:lnTo>
                <a:lnTo>
                  <a:pt x="1372508" y="785453"/>
                </a:lnTo>
                <a:lnTo>
                  <a:pt x="1372307" y="784599"/>
                </a:lnTo>
                <a:lnTo>
                  <a:pt x="1372127" y="783724"/>
                </a:lnTo>
                <a:lnTo>
                  <a:pt x="1371969" y="782828"/>
                </a:lnTo>
                <a:lnTo>
                  <a:pt x="1371831" y="781911"/>
                </a:lnTo>
                <a:lnTo>
                  <a:pt x="1371715" y="780973"/>
                </a:lnTo>
                <a:lnTo>
                  <a:pt x="1371620" y="780014"/>
                </a:lnTo>
                <a:lnTo>
                  <a:pt x="1371546" y="779033"/>
                </a:lnTo>
                <a:lnTo>
                  <a:pt x="1371493" y="778031"/>
                </a:lnTo>
                <a:lnTo>
                  <a:pt x="1371462" y="777009"/>
                </a:lnTo>
                <a:lnTo>
                  <a:pt x="1371451" y="775965"/>
                </a:lnTo>
                <a:lnTo>
                  <a:pt x="1371451" y="773242"/>
                </a:lnTo>
                <a:lnTo>
                  <a:pt x="1428952" y="773242"/>
                </a:lnTo>
                <a:lnTo>
                  <a:pt x="1428952" y="762350"/>
                </a:lnTo>
                <a:lnTo>
                  <a:pt x="1428944" y="761527"/>
                </a:lnTo>
                <a:lnTo>
                  <a:pt x="1428921" y="760711"/>
                </a:lnTo>
                <a:lnTo>
                  <a:pt x="1428882" y="759903"/>
                </a:lnTo>
                <a:lnTo>
                  <a:pt x="1428827" y="759103"/>
                </a:lnTo>
                <a:lnTo>
                  <a:pt x="1428757" y="758310"/>
                </a:lnTo>
                <a:lnTo>
                  <a:pt x="1428671" y="757525"/>
                </a:lnTo>
                <a:lnTo>
                  <a:pt x="1428570" y="756748"/>
                </a:lnTo>
                <a:lnTo>
                  <a:pt x="1428453" y="755979"/>
                </a:lnTo>
                <a:lnTo>
                  <a:pt x="1428321" y="755218"/>
                </a:lnTo>
                <a:lnTo>
                  <a:pt x="1428173" y="754464"/>
                </a:lnTo>
                <a:lnTo>
                  <a:pt x="1428010" y="753719"/>
                </a:lnTo>
                <a:lnTo>
                  <a:pt x="1427831" y="752981"/>
                </a:lnTo>
                <a:lnTo>
                  <a:pt x="1427636" y="752250"/>
                </a:lnTo>
                <a:lnTo>
                  <a:pt x="1427426" y="751528"/>
                </a:lnTo>
                <a:lnTo>
                  <a:pt x="1427200" y="750813"/>
                </a:lnTo>
                <a:lnTo>
                  <a:pt x="1426958" y="750106"/>
                </a:lnTo>
                <a:lnTo>
                  <a:pt x="1426702" y="749407"/>
                </a:lnTo>
                <a:lnTo>
                  <a:pt x="1426429" y="748716"/>
                </a:lnTo>
                <a:lnTo>
                  <a:pt x="1426141" y="748033"/>
                </a:lnTo>
                <a:lnTo>
                  <a:pt x="1425837" y="747357"/>
                </a:lnTo>
                <a:lnTo>
                  <a:pt x="1425518" y="746689"/>
                </a:lnTo>
                <a:lnTo>
                  <a:pt x="1425183" y="746029"/>
                </a:lnTo>
                <a:lnTo>
                  <a:pt x="1424833" y="745376"/>
                </a:lnTo>
                <a:lnTo>
                  <a:pt x="1424467" y="744732"/>
                </a:lnTo>
                <a:lnTo>
                  <a:pt x="1424100" y="744097"/>
                </a:lnTo>
                <a:lnTo>
                  <a:pt x="1423721" y="743473"/>
                </a:lnTo>
                <a:lnTo>
                  <a:pt x="1423328" y="742860"/>
                </a:lnTo>
                <a:lnTo>
                  <a:pt x="1422923" y="742258"/>
                </a:lnTo>
                <a:lnTo>
                  <a:pt x="1422505" y="741668"/>
                </a:lnTo>
                <a:lnTo>
                  <a:pt x="1422074" y="741088"/>
                </a:lnTo>
                <a:lnTo>
                  <a:pt x="1421631" y="740520"/>
                </a:lnTo>
                <a:lnTo>
                  <a:pt x="1421174" y="739962"/>
                </a:lnTo>
                <a:lnTo>
                  <a:pt x="1420705" y="739416"/>
                </a:lnTo>
                <a:lnTo>
                  <a:pt x="1420223" y="738881"/>
                </a:lnTo>
                <a:lnTo>
                  <a:pt x="1419729" y="738357"/>
                </a:lnTo>
                <a:lnTo>
                  <a:pt x="1419221" y="737845"/>
                </a:lnTo>
                <a:lnTo>
                  <a:pt x="1418701" y="737343"/>
                </a:lnTo>
                <a:lnTo>
                  <a:pt x="1418168" y="736852"/>
                </a:lnTo>
                <a:lnTo>
                  <a:pt x="1417622" y="736373"/>
                </a:lnTo>
                <a:lnTo>
                  <a:pt x="1417063" y="735905"/>
                </a:lnTo>
                <a:lnTo>
                  <a:pt x="1416492" y="735448"/>
                </a:lnTo>
                <a:lnTo>
                  <a:pt x="1415908" y="735002"/>
                </a:lnTo>
                <a:lnTo>
                  <a:pt x="1415311" y="734567"/>
                </a:lnTo>
                <a:lnTo>
                  <a:pt x="1414701" y="734143"/>
                </a:lnTo>
                <a:lnTo>
                  <a:pt x="1414078" y="733730"/>
                </a:lnTo>
                <a:lnTo>
                  <a:pt x="1413443" y="733329"/>
                </a:lnTo>
                <a:lnTo>
                  <a:pt x="1412795" y="732938"/>
                </a:lnTo>
                <a:lnTo>
                  <a:pt x="1412134" y="732559"/>
                </a:lnTo>
                <a:lnTo>
                  <a:pt x="1411474" y="732193"/>
                </a:lnTo>
                <a:lnTo>
                  <a:pt x="1410804" y="731843"/>
                </a:lnTo>
                <a:lnTo>
                  <a:pt x="1410122" y="731508"/>
                </a:lnTo>
                <a:lnTo>
                  <a:pt x="1409429" y="731189"/>
                </a:lnTo>
                <a:lnTo>
                  <a:pt x="1408725" y="730885"/>
                </a:lnTo>
                <a:lnTo>
                  <a:pt x="1408010" y="730597"/>
                </a:lnTo>
                <a:lnTo>
                  <a:pt x="1407283" y="730324"/>
                </a:lnTo>
                <a:lnTo>
                  <a:pt x="1406546" y="730068"/>
                </a:lnTo>
                <a:lnTo>
                  <a:pt x="1405797" y="729826"/>
                </a:lnTo>
                <a:lnTo>
                  <a:pt x="1405037" y="729600"/>
                </a:lnTo>
                <a:lnTo>
                  <a:pt x="1404267" y="729390"/>
                </a:lnTo>
                <a:lnTo>
                  <a:pt x="1403485" y="729195"/>
                </a:lnTo>
                <a:lnTo>
                  <a:pt x="1402692" y="729016"/>
                </a:lnTo>
                <a:lnTo>
                  <a:pt x="1401887" y="728853"/>
                </a:lnTo>
                <a:lnTo>
                  <a:pt x="1401072" y="728705"/>
                </a:lnTo>
                <a:lnTo>
                  <a:pt x="1400246" y="728573"/>
                </a:lnTo>
                <a:lnTo>
                  <a:pt x="1399408" y="728456"/>
                </a:lnTo>
                <a:lnTo>
                  <a:pt x="1398560" y="728355"/>
                </a:lnTo>
                <a:lnTo>
                  <a:pt x="1397700" y="728269"/>
                </a:lnTo>
                <a:lnTo>
                  <a:pt x="1396829" y="728199"/>
                </a:lnTo>
                <a:lnTo>
                  <a:pt x="1395947" y="728144"/>
                </a:lnTo>
                <a:lnTo>
                  <a:pt x="1395054" y="728105"/>
                </a:lnTo>
                <a:lnTo>
                  <a:pt x="1394149" y="728082"/>
                </a:lnTo>
                <a:lnTo>
                  <a:pt x="1393234" y="728074"/>
                </a:lnTo>
                <a:lnTo>
                  <a:pt x="1392252" y="728083"/>
                </a:lnTo>
                <a:lnTo>
                  <a:pt x="1391281" y="728110"/>
                </a:lnTo>
                <a:lnTo>
                  <a:pt x="1390321" y="728154"/>
                </a:lnTo>
                <a:lnTo>
                  <a:pt x="1389372" y="728217"/>
                </a:lnTo>
                <a:lnTo>
                  <a:pt x="1388434" y="728297"/>
                </a:lnTo>
                <a:lnTo>
                  <a:pt x="1387508" y="728395"/>
                </a:lnTo>
                <a:lnTo>
                  <a:pt x="1386592" y="728510"/>
                </a:lnTo>
                <a:lnTo>
                  <a:pt x="1385688" y="728644"/>
                </a:lnTo>
                <a:lnTo>
                  <a:pt x="1384795" y="728795"/>
                </a:lnTo>
                <a:lnTo>
                  <a:pt x="1383913" y="728964"/>
                </a:lnTo>
                <a:lnTo>
                  <a:pt x="1383042" y="729151"/>
                </a:lnTo>
                <a:lnTo>
                  <a:pt x="1382182" y="729356"/>
                </a:lnTo>
                <a:lnTo>
                  <a:pt x="1381334" y="729578"/>
                </a:lnTo>
                <a:lnTo>
                  <a:pt x="1380496" y="729818"/>
                </a:lnTo>
                <a:lnTo>
                  <a:pt x="1379670" y="730076"/>
                </a:lnTo>
                <a:lnTo>
                  <a:pt x="1378854" y="730352"/>
                </a:lnTo>
                <a:lnTo>
                  <a:pt x="1378050" y="730646"/>
                </a:lnTo>
                <a:lnTo>
                  <a:pt x="1377257" y="730957"/>
                </a:lnTo>
                <a:lnTo>
                  <a:pt x="1376475" y="731287"/>
                </a:lnTo>
                <a:lnTo>
                  <a:pt x="1375704" y="731634"/>
                </a:lnTo>
                <a:lnTo>
                  <a:pt x="1374945" y="731998"/>
                </a:lnTo>
                <a:lnTo>
                  <a:pt x="1374196" y="732381"/>
                </a:lnTo>
                <a:lnTo>
                  <a:pt x="1373459" y="732781"/>
                </a:lnTo>
                <a:lnTo>
                  <a:pt x="1372732" y="733200"/>
                </a:lnTo>
                <a:lnTo>
                  <a:pt x="1372019" y="733621"/>
                </a:lnTo>
                <a:lnTo>
                  <a:pt x="1371319" y="734056"/>
                </a:lnTo>
                <a:lnTo>
                  <a:pt x="1370633" y="734506"/>
                </a:lnTo>
                <a:lnTo>
                  <a:pt x="1369960" y="734970"/>
                </a:lnTo>
                <a:lnTo>
                  <a:pt x="1369302" y="735449"/>
                </a:lnTo>
                <a:lnTo>
                  <a:pt x="1368658" y="735943"/>
                </a:lnTo>
                <a:lnTo>
                  <a:pt x="1368028" y="736450"/>
                </a:lnTo>
                <a:lnTo>
                  <a:pt x="1367411" y="736973"/>
                </a:lnTo>
                <a:lnTo>
                  <a:pt x="1366809" y="737509"/>
                </a:lnTo>
                <a:lnTo>
                  <a:pt x="1366220" y="738060"/>
                </a:lnTo>
                <a:lnTo>
                  <a:pt x="1365645" y="738626"/>
                </a:lnTo>
                <a:lnTo>
                  <a:pt x="1365084" y="739206"/>
                </a:lnTo>
                <a:lnTo>
                  <a:pt x="1364537" y="739801"/>
                </a:lnTo>
                <a:lnTo>
                  <a:pt x="1364004" y="740410"/>
                </a:lnTo>
                <a:lnTo>
                  <a:pt x="1363485" y="741033"/>
                </a:lnTo>
                <a:lnTo>
                  <a:pt x="1362980" y="741671"/>
                </a:lnTo>
                <a:lnTo>
                  <a:pt x="1362488" y="742323"/>
                </a:lnTo>
                <a:lnTo>
                  <a:pt x="1362011" y="742990"/>
                </a:lnTo>
                <a:lnTo>
                  <a:pt x="1361547" y="743671"/>
                </a:lnTo>
                <a:lnTo>
                  <a:pt x="1361098" y="744367"/>
                </a:lnTo>
                <a:lnTo>
                  <a:pt x="1360662" y="745077"/>
                </a:lnTo>
                <a:lnTo>
                  <a:pt x="1360240" y="745802"/>
                </a:lnTo>
                <a:lnTo>
                  <a:pt x="1359832" y="746541"/>
                </a:lnTo>
                <a:lnTo>
                  <a:pt x="1359438" y="747295"/>
                </a:lnTo>
                <a:lnTo>
                  <a:pt x="1359059" y="748061"/>
                </a:lnTo>
                <a:lnTo>
                  <a:pt x="1358696" y="748840"/>
                </a:lnTo>
                <a:lnTo>
                  <a:pt x="1358350" y="749630"/>
                </a:lnTo>
                <a:lnTo>
                  <a:pt x="1358019" y="750431"/>
                </a:lnTo>
                <a:lnTo>
                  <a:pt x="1357705" y="751245"/>
                </a:lnTo>
                <a:lnTo>
                  <a:pt x="1357406" y="752070"/>
                </a:lnTo>
                <a:lnTo>
                  <a:pt x="1357124" y="752906"/>
                </a:lnTo>
                <a:lnTo>
                  <a:pt x="1356858" y="753755"/>
                </a:lnTo>
                <a:lnTo>
                  <a:pt x="1356608" y="754615"/>
                </a:lnTo>
                <a:lnTo>
                  <a:pt x="1356374" y="755487"/>
                </a:lnTo>
                <a:lnTo>
                  <a:pt x="1356156" y="756370"/>
                </a:lnTo>
                <a:lnTo>
                  <a:pt x="1355955" y="757265"/>
                </a:lnTo>
                <a:lnTo>
                  <a:pt x="1355769" y="758172"/>
                </a:lnTo>
                <a:lnTo>
                  <a:pt x="1355600" y="759090"/>
                </a:lnTo>
                <a:lnTo>
                  <a:pt x="1355447" y="760020"/>
                </a:lnTo>
                <a:lnTo>
                  <a:pt x="1355309" y="760962"/>
                </a:lnTo>
                <a:lnTo>
                  <a:pt x="1355189" y="761916"/>
                </a:lnTo>
                <a:lnTo>
                  <a:pt x="1355084" y="762881"/>
                </a:lnTo>
                <a:lnTo>
                  <a:pt x="1354995" y="763858"/>
                </a:lnTo>
                <a:lnTo>
                  <a:pt x="1354922" y="764846"/>
                </a:lnTo>
                <a:lnTo>
                  <a:pt x="1354866" y="765847"/>
                </a:lnTo>
                <a:lnTo>
                  <a:pt x="1354826" y="766859"/>
                </a:lnTo>
                <a:lnTo>
                  <a:pt x="1354801" y="767882"/>
                </a:lnTo>
                <a:lnTo>
                  <a:pt x="1354793" y="768917"/>
                </a:lnTo>
                <a:lnTo>
                  <a:pt x="1354793" y="772281"/>
                </a:lnTo>
                <a:lnTo>
                  <a:pt x="1354800" y="773277"/>
                </a:lnTo>
                <a:lnTo>
                  <a:pt x="1354821" y="774264"/>
                </a:lnTo>
                <a:lnTo>
                  <a:pt x="1354856" y="775242"/>
                </a:lnTo>
                <a:lnTo>
                  <a:pt x="1354905" y="776209"/>
                </a:lnTo>
                <a:lnTo>
                  <a:pt x="1354967" y="777168"/>
                </a:lnTo>
                <a:lnTo>
                  <a:pt x="1355044" y="778117"/>
                </a:lnTo>
                <a:lnTo>
                  <a:pt x="1355134" y="779057"/>
                </a:lnTo>
                <a:lnTo>
                  <a:pt x="1355238" y="779987"/>
                </a:lnTo>
                <a:lnTo>
                  <a:pt x="1355356" y="780908"/>
                </a:lnTo>
                <a:lnTo>
                  <a:pt x="1355489" y="781819"/>
                </a:lnTo>
                <a:lnTo>
                  <a:pt x="1355635" y="782721"/>
                </a:lnTo>
                <a:lnTo>
                  <a:pt x="1355794" y="783613"/>
                </a:lnTo>
                <a:lnTo>
                  <a:pt x="1355968" y="784496"/>
                </a:lnTo>
                <a:lnTo>
                  <a:pt x="1356156" y="785369"/>
                </a:lnTo>
                <a:lnTo>
                  <a:pt x="1356358" y="786233"/>
                </a:lnTo>
                <a:lnTo>
                  <a:pt x="1356573" y="787088"/>
                </a:lnTo>
                <a:lnTo>
                  <a:pt x="1356802" y="787933"/>
                </a:lnTo>
                <a:lnTo>
                  <a:pt x="1357046" y="788768"/>
                </a:lnTo>
                <a:lnTo>
                  <a:pt x="1357303" y="789594"/>
                </a:lnTo>
                <a:lnTo>
                  <a:pt x="1357574" y="790411"/>
                </a:lnTo>
                <a:lnTo>
                  <a:pt x="1357859" y="791218"/>
                </a:lnTo>
                <a:lnTo>
                  <a:pt x="1358158" y="792016"/>
                </a:lnTo>
                <a:lnTo>
                  <a:pt x="1358471" y="792805"/>
                </a:lnTo>
                <a:lnTo>
                  <a:pt x="1358798" y="793583"/>
                </a:lnTo>
                <a:lnTo>
                  <a:pt x="1359152" y="794350"/>
                </a:lnTo>
                <a:lnTo>
                  <a:pt x="1359521" y="795103"/>
                </a:lnTo>
                <a:lnTo>
                  <a:pt x="1359904" y="795841"/>
                </a:lnTo>
                <a:lnTo>
                  <a:pt x="1360301" y="796564"/>
                </a:lnTo>
                <a:lnTo>
                  <a:pt x="1360714" y="797273"/>
                </a:lnTo>
                <a:lnTo>
                  <a:pt x="1361140" y="797968"/>
                </a:lnTo>
                <a:lnTo>
                  <a:pt x="1361581" y="798648"/>
                </a:lnTo>
                <a:lnTo>
                  <a:pt x="1362037" y="799314"/>
                </a:lnTo>
                <a:lnTo>
                  <a:pt x="1362507" y="799965"/>
                </a:lnTo>
                <a:lnTo>
                  <a:pt x="1362991" y="800602"/>
                </a:lnTo>
                <a:lnTo>
                  <a:pt x="1363490" y="801224"/>
                </a:lnTo>
                <a:lnTo>
                  <a:pt x="1364003" y="801832"/>
                </a:lnTo>
                <a:lnTo>
                  <a:pt x="1364531" y="802425"/>
                </a:lnTo>
                <a:lnTo>
                  <a:pt x="1365073" y="803004"/>
                </a:lnTo>
                <a:lnTo>
                  <a:pt x="1365630" y="803569"/>
                </a:lnTo>
                <a:lnTo>
                  <a:pt x="1366201" y="804119"/>
                </a:lnTo>
                <a:lnTo>
                  <a:pt x="1366787" y="804654"/>
                </a:lnTo>
                <a:lnTo>
                  <a:pt x="1367387" y="805176"/>
                </a:lnTo>
                <a:lnTo>
                  <a:pt x="1368001" y="805682"/>
                </a:lnTo>
                <a:lnTo>
                  <a:pt x="1368630" y="806174"/>
                </a:lnTo>
                <a:lnTo>
                  <a:pt x="1369274" y="806652"/>
                </a:lnTo>
                <a:lnTo>
                  <a:pt x="1369932" y="807115"/>
                </a:lnTo>
                <a:lnTo>
                  <a:pt x="1370604" y="807564"/>
                </a:lnTo>
                <a:lnTo>
                  <a:pt x="1371291" y="807999"/>
                </a:lnTo>
                <a:lnTo>
                  <a:pt x="1372006" y="808417"/>
                </a:lnTo>
                <a:lnTo>
                  <a:pt x="1372736" y="808817"/>
                </a:lnTo>
                <a:lnTo>
                  <a:pt x="1373481" y="809200"/>
                </a:lnTo>
                <a:lnTo>
                  <a:pt x="1374241" y="809565"/>
                </a:lnTo>
                <a:lnTo>
                  <a:pt x="1375016" y="809912"/>
                </a:lnTo>
                <a:lnTo>
                  <a:pt x="1375806" y="810241"/>
                </a:lnTo>
                <a:lnTo>
                  <a:pt x="1376611" y="810552"/>
                </a:lnTo>
                <a:lnTo>
                  <a:pt x="1377431" y="810846"/>
                </a:lnTo>
                <a:lnTo>
                  <a:pt x="1378266" y="811122"/>
                </a:lnTo>
                <a:lnTo>
                  <a:pt x="1379116" y="811380"/>
                </a:lnTo>
                <a:lnTo>
                  <a:pt x="1379981" y="811620"/>
                </a:lnTo>
                <a:lnTo>
                  <a:pt x="1380861" y="811843"/>
                </a:lnTo>
                <a:lnTo>
                  <a:pt x="1381756" y="812047"/>
                </a:lnTo>
                <a:lnTo>
                  <a:pt x="1382666" y="812234"/>
                </a:lnTo>
                <a:lnTo>
                  <a:pt x="1383591" y="812403"/>
                </a:lnTo>
                <a:lnTo>
                  <a:pt x="1384531" y="812554"/>
                </a:lnTo>
                <a:lnTo>
                  <a:pt x="1385487" y="812688"/>
                </a:lnTo>
                <a:lnTo>
                  <a:pt x="1386457" y="812804"/>
                </a:lnTo>
                <a:lnTo>
                  <a:pt x="1387442" y="812902"/>
                </a:lnTo>
                <a:lnTo>
                  <a:pt x="1388442" y="812982"/>
                </a:lnTo>
                <a:lnTo>
                  <a:pt x="1389457" y="813044"/>
                </a:lnTo>
                <a:lnTo>
                  <a:pt x="1390488" y="813088"/>
                </a:lnTo>
                <a:lnTo>
                  <a:pt x="1391533" y="813115"/>
                </a:lnTo>
                <a:lnTo>
                  <a:pt x="1392593" y="813124"/>
                </a:lnTo>
                <a:lnTo>
                  <a:pt x="1393509" y="813117"/>
                </a:lnTo>
                <a:lnTo>
                  <a:pt x="1394414" y="813097"/>
                </a:lnTo>
                <a:lnTo>
                  <a:pt x="1395309" y="813064"/>
                </a:lnTo>
                <a:lnTo>
                  <a:pt x="1396193" y="813017"/>
                </a:lnTo>
                <a:lnTo>
                  <a:pt x="1397066" y="812957"/>
                </a:lnTo>
                <a:lnTo>
                  <a:pt x="1397929" y="812884"/>
                </a:lnTo>
                <a:close/>
                <a:moveTo>
                  <a:pt x="1371716" y="759775"/>
                </a:moveTo>
                <a:lnTo>
                  <a:pt x="1371761" y="759327"/>
                </a:lnTo>
                <a:lnTo>
                  <a:pt x="1371816" y="758881"/>
                </a:lnTo>
                <a:lnTo>
                  <a:pt x="1371878" y="758435"/>
                </a:lnTo>
                <a:lnTo>
                  <a:pt x="1371949" y="757991"/>
                </a:lnTo>
                <a:lnTo>
                  <a:pt x="1372028" y="757548"/>
                </a:lnTo>
                <a:lnTo>
                  <a:pt x="1372116" y="757105"/>
                </a:lnTo>
                <a:lnTo>
                  <a:pt x="1372212" y="756664"/>
                </a:lnTo>
                <a:lnTo>
                  <a:pt x="1372316" y="756225"/>
                </a:lnTo>
                <a:lnTo>
                  <a:pt x="1372429" y="755786"/>
                </a:lnTo>
                <a:lnTo>
                  <a:pt x="1372550" y="755348"/>
                </a:lnTo>
                <a:lnTo>
                  <a:pt x="1372679" y="754911"/>
                </a:lnTo>
                <a:lnTo>
                  <a:pt x="1372817" y="754476"/>
                </a:lnTo>
                <a:lnTo>
                  <a:pt x="1372963" y="754042"/>
                </a:lnTo>
                <a:lnTo>
                  <a:pt x="1373117" y="753608"/>
                </a:lnTo>
                <a:lnTo>
                  <a:pt x="1373280" y="753176"/>
                </a:lnTo>
                <a:lnTo>
                  <a:pt x="1373451" y="752745"/>
                </a:lnTo>
                <a:lnTo>
                  <a:pt x="1373630" y="752315"/>
                </a:lnTo>
                <a:lnTo>
                  <a:pt x="1373818" y="751887"/>
                </a:lnTo>
                <a:lnTo>
                  <a:pt x="1374014" y="751459"/>
                </a:lnTo>
                <a:lnTo>
                  <a:pt x="1374231" y="751022"/>
                </a:lnTo>
                <a:lnTo>
                  <a:pt x="1374455" y="750591"/>
                </a:lnTo>
                <a:lnTo>
                  <a:pt x="1374687" y="750168"/>
                </a:lnTo>
                <a:lnTo>
                  <a:pt x="1374926" y="749750"/>
                </a:lnTo>
                <a:lnTo>
                  <a:pt x="1375172" y="749340"/>
                </a:lnTo>
                <a:lnTo>
                  <a:pt x="1375425" y="748936"/>
                </a:lnTo>
                <a:lnTo>
                  <a:pt x="1375686" y="748539"/>
                </a:lnTo>
                <a:lnTo>
                  <a:pt x="1375953" y="748149"/>
                </a:lnTo>
                <a:lnTo>
                  <a:pt x="1376228" y="747765"/>
                </a:lnTo>
                <a:lnTo>
                  <a:pt x="1376511" y="747388"/>
                </a:lnTo>
                <a:lnTo>
                  <a:pt x="1376800" y="747018"/>
                </a:lnTo>
                <a:lnTo>
                  <a:pt x="1377097" y="746654"/>
                </a:lnTo>
                <a:lnTo>
                  <a:pt x="1377401" y="746297"/>
                </a:lnTo>
                <a:lnTo>
                  <a:pt x="1377712" y="745946"/>
                </a:lnTo>
                <a:lnTo>
                  <a:pt x="1378030" y="745603"/>
                </a:lnTo>
                <a:lnTo>
                  <a:pt x="1378356" y="745266"/>
                </a:lnTo>
                <a:lnTo>
                  <a:pt x="1378689" y="744935"/>
                </a:lnTo>
                <a:lnTo>
                  <a:pt x="1379029" y="744612"/>
                </a:lnTo>
                <a:lnTo>
                  <a:pt x="1379376" y="744295"/>
                </a:lnTo>
                <a:lnTo>
                  <a:pt x="1379731" y="743984"/>
                </a:lnTo>
                <a:lnTo>
                  <a:pt x="1380093" y="743681"/>
                </a:lnTo>
                <a:lnTo>
                  <a:pt x="1380462" y="743384"/>
                </a:lnTo>
                <a:lnTo>
                  <a:pt x="1380838" y="743093"/>
                </a:lnTo>
                <a:lnTo>
                  <a:pt x="1381221" y="742810"/>
                </a:lnTo>
                <a:lnTo>
                  <a:pt x="1381625" y="742535"/>
                </a:lnTo>
                <a:lnTo>
                  <a:pt x="1382037" y="742273"/>
                </a:lnTo>
                <a:lnTo>
                  <a:pt x="1382455" y="742022"/>
                </a:lnTo>
                <a:lnTo>
                  <a:pt x="1382881" y="741782"/>
                </a:lnTo>
                <a:lnTo>
                  <a:pt x="1383314" y="741554"/>
                </a:lnTo>
                <a:lnTo>
                  <a:pt x="1383754" y="741338"/>
                </a:lnTo>
                <a:lnTo>
                  <a:pt x="1384201" y="741134"/>
                </a:lnTo>
                <a:lnTo>
                  <a:pt x="1384656" y="740941"/>
                </a:lnTo>
                <a:lnTo>
                  <a:pt x="1385118" y="740760"/>
                </a:lnTo>
                <a:lnTo>
                  <a:pt x="1385587" y="740591"/>
                </a:lnTo>
                <a:lnTo>
                  <a:pt x="1386063" y="740433"/>
                </a:lnTo>
                <a:lnTo>
                  <a:pt x="1386547" y="740287"/>
                </a:lnTo>
                <a:lnTo>
                  <a:pt x="1387038" y="740153"/>
                </a:lnTo>
                <a:lnTo>
                  <a:pt x="1387536" y="740030"/>
                </a:lnTo>
                <a:lnTo>
                  <a:pt x="1388041" y="739919"/>
                </a:lnTo>
                <a:lnTo>
                  <a:pt x="1388553" y="739820"/>
                </a:lnTo>
                <a:lnTo>
                  <a:pt x="1389073" y="739732"/>
                </a:lnTo>
                <a:lnTo>
                  <a:pt x="1389600" y="739657"/>
                </a:lnTo>
                <a:lnTo>
                  <a:pt x="1390134" y="739592"/>
                </a:lnTo>
                <a:lnTo>
                  <a:pt x="1390676" y="739540"/>
                </a:lnTo>
                <a:lnTo>
                  <a:pt x="1391224" y="739499"/>
                </a:lnTo>
                <a:lnTo>
                  <a:pt x="1391780" y="739470"/>
                </a:lnTo>
                <a:lnTo>
                  <a:pt x="1392343" y="739452"/>
                </a:lnTo>
                <a:lnTo>
                  <a:pt x="1392914" y="739446"/>
                </a:lnTo>
                <a:lnTo>
                  <a:pt x="1393418" y="739451"/>
                </a:lnTo>
                <a:lnTo>
                  <a:pt x="1393918" y="739465"/>
                </a:lnTo>
                <a:lnTo>
                  <a:pt x="1394413" y="739489"/>
                </a:lnTo>
                <a:lnTo>
                  <a:pt x="1394902" y="739522"/>
                </a:lnTo>
                <a:lnTo>
                  <a:pt x="1395387" y="739564"/>
                </a:lnTo>
                <a:lnTo>
                  <a:pt x="1395867" y="739616"/>
                </a:lnTo>
                <a:lnTo>
                  <a:pt x="1396341" y="739678"/>
                </a:lnTo>
                <a:lnTo>
                  <a:pt x="1396811" y="739749"/>
                </a:lnTo>
                <a:lnTo>
                  <a:pt x="1397276" y="739829"/>
                </a:lnTo>
                <a:lnTo>
                  <a:pt x="1397735" y="739919"/>
                </a:lnTo>
                <a:lnTo>
                  <a:pt x="1398190" y="740018"/>
                </a:lnTo>
                <a:lnTo>
                  <a:pt x="1398640" y="740127"/>
                </a:lnTo>
                <a:lnTo>
                  <a:pt x="1399084" y="740245"/>
                </a:lnTo>
                <a:lnTo>
                  <a:pt x="1399524" y="740373"/>
                </a:lnTo>
                <a:lnTo>
                  <a:pt x="1399959" y="740510"/>
                </a:lnTo>
                <a:lnTo>
                  <a:pt x="1400388" y="740656"/>
                </a:lnTo>
                <a:lnTo>
                  <a:pt x="1400813" y="740812"/>
                </a:lnTo>
                <a:lnTo>
                  <a:pt x="1401232" y="740978"/>
                </a:lnTo>
                <a:lnTo>
                  <a:pt x="1401647" y="741153"/>
                </a:lnTo>
                <a:lnTo>
                  <a:pt x="1402057" y="741337"/>
                </a:lnTo>
                <a:lnTo>
                  <a:pt x="1402461" y="741531"/>
                </a:lnTo>
                <a:lnTo>
                  <a:pt x="1402861" y="741734"/>
                </a:lnTo>
                <a:lnTo>
                  <a:pt x="1403255" y="741947"/>
                </a:lnTo>
                <a:lnTo>
                  <a:pt x="1403645" y="742169"/>
                </a:lnTo>
                <a:lnTo>
                  <a:pt x="1404028" y="742400"/>
                </a:lnTo>
                <a:lnTo>
                  <a:pt x="1404404" y="742637"/>
                </a:lnTo>
                <a:lnTo>
                  <a:pt x="1404771" y="742882"/>
                </a:lnTo>
                <a:lnTo>
                  <a:pt x="1405131" y="743135"/>
                </a:lnTo>
                <a:lnTo>
                  <a:pt x="1405483" y="743394"/>
                </a:lnTo>
                <a:lnTo>
                  <a:pt x="1405827" y="743661"/>
                </a:lnTo>
                <a:lnTo>
                  <a:pt x="1406164" y="743935"/>
                </a:lnTo>
                <a:lnTo>
                  <a:pt x="1406492" y="744216"/>
                </a:lnTo>
                <a:lnTo>
                  <a:pt x="1406813" y="744504"/>
                </a:lnTo>
                <a:lnTo>
                  <a:pt x="1407126" y="744800"/>
                </a:lnTo>
                <a:lnTo>
                  <a:pt x="1407432" y="745103"/>
                </a:lnTo>
                <a:lnTo>
                  <a:pt x="1407729" y="745413"/>
                </a:lnTo>
                <a:lnTo>
                  <a:pt x="1408019" y="745730"/>
                </a:lnTo>
                <a:lnTo>
                  <a:pt x="1408301" y="746054"/>
                </a:lnTo>
                <a:lnTo>
                  <a:pt x="1408575" y="746386"/>
                </a:lnTo>
                <a:lnTo>
                  <a:pt x="1408842" y="746725"/>
                </a:lnTo>
                <a:lnTo>
                  <a:pt x="1409100" y="747071"/>
                </a:lnTo>
                <a:lnTo>
                  <a:pt x="1409351" y="747425"/>
                </a:lnTo>
                <a:lnTo>
                  <a:pt x="1409594" y="747785"/>
                </a:lnTo>
                <a:lnTo>
                  <a:pt x="1409829" y="748153"/>
                </a:lnTo>
                <a:lnTo>
                  <a:pt x="1410057" y="748528"/>
                </a:lnTo>
                <a:lnTo>
                  <a:pt x="1410276" y="748911"/>
                </a:lnTo>
                <a:lnTo>
                  <a:pt x="1410488" y="749300"/>
                </a:lnTo>
                <a:lnTo>
                  <a:pt x="1410692" y="749697"/>
                </a:lnTo>
                <a:lnTo>
                  <a:pt x="1410902" y="750087"/>
                </a:lnTo>
                <a:lnTo>
                  <a:pt x="1411102" y="750481"/>
                </a:lnTo>
                <a:lnTo>
                  <a:pt x="1411293" y="750881"/>
                </a:lnTo>
                <a:lnTo>
                  <a:pt x="1411476" y="751285"/>
                </a:lnTo>
                <a:lnTo>
                  <a:pt x="1411649" y="751695"/>
                </a:lnTo>
                <a:lnTo>
                  <a:pt x="1411814" y="752110"/>
                </a:lnTo>
                <a:lnTo>
                  <a:pt x="1411969" y="752529"/>
                </a:lnTo>
                <a:lnTo>
                  <a:pt x="1412116" y="752954"/>
                </a:lnTo>
                <a:lnTo>
                  <a:pt x="1412254" y="753384"/>
                </a:lnTo>
                <a:lnTo>
                  <a:pt x="1412383" y="753818"/>
                </a:lnTo>
                <a:lnTo>
                  <a:pt x="1412503" y="754258"/>
                </a:lnTo>
                <a:lnTo>
                  <a:pt x="1412614" y="754702"/>
                </a:lnTo>
                <a:lnTo>
                  <a:pt x="1412717" y="755152"/>
                </a:lnTo>
                <a:lnTo>
                  <a:pt x="1412810" y="755607"/>
                </a:lnTo>
                <a:lnTo>
                  <a:pt x="1412895" y="756066"/>
                </a:lnTo>
                <a:lnTo>
                  <a:pt x="1412970" y="756531"/>
                </a:lnTo>
                <a:lnTo>
                  <a:pt x="1413037" y="757001"/>
                </a:lnTo>
                <a:lnTo>
                  <a:pt x="1413095" y="757475"/>
                </a:lnTo>
                <a:lnTo>
                  <a:pt x="1413144" y="757955"/>
                </a:lnTo>
                <a:lnTo>
                  <a:pt x="1413184" y="758440"/>
                </a:lnTo>
                <a:lnTo>
                  <a:pt x="1413215" y="758929"/>
                </a:lnTo>
                <a:lnTo>
                  <a:pt x="1413237" y="759424"/>
                </a:lnTo>
                <a:lnTo>
                  <a:pt x="1413251" y="759924"/>
                </a:lnTo>
                <a:lnTo>
                  <a:pt x="1413255" y="760428"/>
                </a:lnTo>
                <a:lnTo>
                  <a:pt x="1413255" y="762831"/>
                </a:lnTo>
                <a:lnTo>
                  <a:pt x="1371611" y="762831"/>
                </a:lnTo>
                <a:lnTo>
                  <a:pt x="1371611" y="762030"/>
                </a:lnTo>
                <a:lnTo>
                  <a:pt x="1371615" y="761577"/>
                </a:lnTo>
                <a:lnTo>
                  <a:pt x="1371628" y="761125"/>
                </a:lnTo>
                <a:lnTo>
                  <a:pt x="1371649" y="760674"/>
                </a:lnTo>
                <a:lnTo>
                  <a:pt x="1371678" y="760224"/>
                </a:lnTo>
                <a:lnTo>
                  <a:pt x="1371716" y="759775"/>
                </a:lnTo>
                <a:close/>
                <a:moveTo>
                  <a:pt x="1301874" y="812892"/>
                </a:moveTo>
                <a:lnTo>
                  <a:pt x="1302748" y="812821"/>
                </a:lnTo>
                <a:lnTo>
                  <a:pt x="1303610" y="812741"/>
                </a:lnTo>
                <a:lnTo>
                  <a:pt x="1304460" y="812651"/>
                </a:lnTo>
                <a:lnTo>
                  <a:pt x="1305298" y="812552"/>
                </a:lnTo>
                <a:lnTo>
                  <a:pt x="1306125" y="812443"/>
                </a:lnTo>
                <a:lnTo>
                  <a:pt x="1306940" y="812325"/>
                </a:lnTo>
                <a:lnTo>
                  <a:pt x="1307743" y="812197"/>
                </a:lnTo>
                <a:lnTo>
                  <a:pt x="1308535" y="812060"/>
                </a:lnTo>
                <a:lnTo>
                  <a:pt x="1309315" y="811914"/>
                </a:lnTo>
                <a:lnTo>
                  <a:pt x="1310083" y="811758"/>
                </a:lnTo>
                <a:lnTo>
                  <a:pt x="1310840" y="811592"/>
                </a:lnTo>
                <a:lnTo>
                  <a:pt x="1311585" y="811417"/>
                </a:lnTo>
                <a:lnTo>
                  <a:pt x="1312318" y="811233"/>
                </a:lnTo>
                <a:lnTo>
                  <a:pt x="1313039" y="811039"/>
                </a:lnTo>
                <a:lnTo>
                  <a:pt x="1313749" y="810836"/>
                </a:lnTo>
                <a:lnTo>
                  <a:pt x="1314448" y="810623"/>
                </a:lnTo>
                <a:lnTo>
                  <a:pt x="1315134" y="810401"/>
                </a:lnTo>
                <a:lnTo>
                  <a:pt x="1315821" y="810169"/>
                </a:lnTo>
                <a:lnTo>
                  <a:pt x="1316494" y="809927"/>
                </a:lnTo>
                <a:lnTo>
                  <a:pt x="1317154" y="809675"/>
                </a:lnTo>
                <a:lnTo>
                  <a:pt x="1317799" y="809413"/>
                </a:lnTo>
                <a:lnTo>
                  <a:pt x="1318431" y="809141"/>
                </a:lnTo>
                <a:lnTo>
                  <a:pt x="1319048" y="808859"/>
                </a:lnTo>
                <a:lnTo>
                  <a:pt x="1319652" y="808568"/>
                </a:lnTo>
                <a:lnTo>
                  <a:pt x="1320242" y="808266"/>
                </a:lnTo>
                <a:lnTo>
                  <a:pt x="1320818" y="807954"/>
                </a:lnTo>
                <a:lnTo>
                  <a:pt x="1321380" y="807632"/>
                </a:lnTo>
                <a:lnTo>
                  <a:pt x="1321928" y="807300"/>
                </a:lnTo>
                <a:lnTo>
                  <a:pt x="1322462" y="806957"/>
                </a:lnTo>
                <a:lnTo>
                  <a:pt x="1322982" y="806605"/>
                </a:lnTo>
                <a:lnTo>
                  <a:pt x="1323489" y="806243"/>
                </a:lnTo>
                <a:lnTo>
                  <a:pt x="1323981" y="805871"/>
                </a:lnTo>
                <a:lnTo>
                  <a:pt x="1324460" y="805489"/>
                </a:lnTo>
                <a:lnTo>
                  <a:pt x="1324924" y="805097"/>
                </a:lnTo>
                <a:lnTo>
                  <a:pt x="1325375" y="804695"/>
                </a:lnTo>
                <a:lnTo>
                  <a:pt x="1325812" y="804283"/>
                </a:lnTo>
                <a:lnTo>
                  <a:pt x="1326235" y="803861"/>
                </a:lnTo>
                <a:lnTo>
                  <a:pt x="1326644" y="803429"/>
                </a:lnTo>
                <a:lnTo>
                  <a:pt x="1327039" y="802987"/>
                </a:lnTo>
                <a:lnTo>
                  <a:pt x="1327420" y="802535"/>
                </a:lnTo>
                <a:lnTo>
                  <a:pt x="1327787" y="802072"/>
                </a:lnTo>
                <a:lnTo>
                  <a:pt x="1328153" y="801600"/>
                </a:lnTo>
                <a:lnTo>
                  <a:pt x="1328504" y="801118"/>
                </a:lnTo>
                <a:lnTo>
                  <a:pt x="1328839" y="800626"/>
                </a:lnTo>
                <a:lnTo>
                  <a:pt x="1329158" y="800124"/>
                </a:lnTo>
                <a:lnTo>
                  <a:pt x="1329461" y="799611"/>
                </a:lnTo>
                <a:lnTo>
                  <a:pt x="1329750" y="799089"/>
                </a:lnTo>
                <a:lnTo>
                  <a:pt x="1330022" y="798557"/>
                </a:lnTo>
                <a:lnTo>
                  <a:pt x="1330279" y="798015"/>
                </a:lnTo>
                <a:lnTo>
                  <a:pt x="1330520" y="797462"/>
                </a:lnTo>
                <a:lnTo>
                  <a:pt x="1330746" y="796900"/>
                </a:lnTo>
                <a:lnTo>
                  <a:pt x="1330956" y="796328"/>
                </a:lnTo>
                <a:lnTo>
                  <a:pt x="1331151" y="795746"/>
                </a:lnTo>
                <a:lnTo>
                  <a:pt x="1331330" y="795153"/>
                </a:lnTo>
                <a:lnTo>
                  <a:pt x="1331494" y="794551"/>
                </a:lnTo>
                <a:lnTo>
                  <a:pt x="1331642" y="793939"/>
                </a:lnTo>
                <a:lnTo>
                  <a:pt x="1331774" y="793316"/>
                </a:lnTo>
                <a:lnTo>
                  <a:pt x="1331891" y="792684"/>
                </a:lnTo>
                <a:lnTo>
                  <a:pt x="1331992" y="792042"/>
                </a:lnTo>
                <a:lnTo>
                  <a:pt x="1332078" y="791389"/>
                </a:lnTo>
                <a:lnTo>
                  <a:pt x="1332148" y="790727"/>
                </a:lnTo>
                <a:lnTo>
                  <a:pt x="1332202" y="790055"/>
                </a:lnTo>
                <a:lnTo>
                  <a:pt x="1332241" y="789372"/>
                </a:lnTo>
                <a:lnTo>
                  <a:pt x="1332264" y="788680"/>
                </a:lnTo>
                <a:lnTo>
                  <a:pt x="1332272" y="787977"/>
                </a:lnTo>
                <a:lnTo>
                  <a:pt x="1332267" y="787355"/>
                </a:lnTo>
                <a:lnTo>
                  <a:pt x="1332251" y="786743"/>
                </a:lnTo>
                <a:lnTo>
                  <a:pt x="1332225" y="786141"/>
                </a:lnTo>
                <a:lnTo>
                  <a:pt x="1332188" y="785548"/>
                </a:lnTo>
                <a:lnTo>
                  <a:pt x="1332140" y="784966"/>
                </a:lnTo>
                <a:lnTo>
                  <a:pt x="1332082" y="784394"/>
                </a:lnTo>
                <a:lnTo>
                  <a:pt x="1332013" y="783831"/>
                </a:lnTo>
                <a:lnTo>
                  <a:pt x="1331934" y="783279"/>
                </a:lnTo>
                <a:lnTo>
                  <a:pt x="1331844" y="782737"/>
                </a:lnTo>
                <a:lnTo>
                  <a:pt x="1331744" y="782205"/>
                </a:lnTo>
                <a:lnTo>
                  <a:pt x="1331633" y="781682"/>
                </a:lnTo>
                <a:lnTo>
                  <a:pt x="1331511" y="781170"/>
                </a:lnTo>
                <a:lnTo>
                  <a:pt x="1331379" y="780668"/>
                </a:lnTo>
                <a:lnTo>
                  <a:pt x="1331237" y="780176"/>
                </a:lnTo>
                <a:lnTo>
                  <a:pt x="1331083" y="779694"/>
                </a:lnTo>
                <a:lnTo>
                  <a:pt x="1330920" y="779222"/>
                </a:lnTo>
                <a:lnTo>
                  <a:pt x="1330745" y="778759"/>
                </a:lnTo>
                <a:lnTo>
                  <a:pt x="1330560" y="778307"/>
                </a:lnTo>
                <a:lnTo>
                  <a:pt x="1330365" y="777865"/>
                </a:lnTo>
                <a:lnTo>
                  <a:pt x="1330159" y="777433"/>
                </a:lnTo>
                <a:lnTo>
                  <a:pt x="1329942" y="777011"/>
                </a:lnTo>
                <a:lnTo>
                  <a:pt x="1329715" y="776599"/>
                </a:lnTo>
                <a:lnTo>
                  <a:pt x="1329477" y="776197"/>
                </a:lnTo>
                <a:lnTo>
                  <a:pt x="1329229" y="775805"/>
                </a:lnTo>
                <a:lnTo>
                  <a:pt x="1328969" y="775407"/>
                </a:lnTo>
                <a:lnTo>
                  <a:pt x="1328695" y="775016"/>
                </a:lnTo>
                <a:lnTo>
                  <a:pt x="1328408" y="774631"/>
                </a:lnTo>
                <a:lnTo>
                  <a:pt x="1328108" y="774252"/>
                </a:lnTo>
                <a:lnTo>
                  <a:pt x="1327794" y="773879"/>
                </a:lnTo>
                <a:lnTo>
                  <a:pt x="1327467" y="773512"/>
                </a:lnTo>
                <a:lnTo>
                  <a:pt x="1327127" y="773152"/>
                </a:lnTo>
                <a:lnTo>
                  <a:pt x="1326773" y="772797"/>
                </a:lnTo>
                <a:lnTo>
                  <a:pt x="1326406" y="772449"/>
                </a:lnTo>
                <a:lnTo>
                  <a:pt x="1326026" y="772106"/>
                </a:lnTo>
                <a:lnTo>
                  <a:pt x="1325632" y="771770"/>
                </a:lnTo>
                <a:lnTo>
                  <a:pt x="1325225" y="771440"/>
                </a:lnTo>
                <a:lnTo>
                  <a:pt x="1324804" y="771116"/>
                </a:lnTo>
                <a:lnTo>
                  <a:pt x="1324371" y="770798"/>
                </a:lnTo>
                <a:lnTo>
                  <a:pt x="1323923" y="770487"/>
                </a:lnTo>
                <a:lnTo>
                  <a:pt x="1323463" y="770181"/>
                </a:lnTo>
                <a:lnTo>
                  <a:pt x="1322989" y="769881"/>
                </a:lnTo>
                <a:lnTo>
                  <a:pt x="1322502" y="769588"/>
                </a:lnTo>
                <a:lnTo>
                  <a:pt x="1322001" y="769301"/>
                </a:lnTo>
                <a:lnTo>
                  <a:pt x="1321487" y="769020"/>
                </a:lnTo>
                <a:lnTo>
                  <a:pt x="1320960" y="768745"/>
                </a:lnTo>
                <a:lnTo>
                  <a:pt x="1320420" y="768476"/>
                </a:lnTo>
                <a:lnTo>
                  <a:pt x="1319866" y="768213"/>
                </a:lnTo>
                <a:lnTo>
                  <a:pt x="1319298" y="767956"/>
                </a:lnTo>
                <a:lnTo>
                  <a:pt x="1318729" y="767704"/>
                </a:lnTo>
                <a:lnTo>
                  <a:pt x="1318143" y="767456"/>
                </a:lnTo>
                <a:lnTo>
                  <a:pt x="1317539" y="767211"/>
                </a:lnTo>
                <a:lnTo>
                  <a:pt x="1316918" y="766969"/>
                </a:lnTo>
                <a:lnTo>
                  <a:pt x="1316280" y="766730"/>
                </a:lnTo>
                <a:lnTo>
                  <a:pt x="1315625" y="766495"/>
                </a:lnTo>
                <a:lnTo>
                  <a:pt x="1314952" y="766263"/>
                </a:lnTo>
                <a:lnTo>
                  <a:pt x="1314262" y="766034"/>
                </a:lnTo>
                <a:lnTo>
                  <a:pt x="1313555" y="765809"/>
                </a:lnTo>
                <a:lnTo>
                  <a:pt x="1312831" y="765587"/>
                </a:lnTo>
                <a:lnTo>
                  <a:pt x="1312089" y="765369"/>
                </a:lnTo>
                <a:lnTo>
                  <a:pt x="1311330" y="765153"/>
                </a:lnTo>
                <a:lnTo>
                  <a:pt x="1310554" y="764942"/>
                </a:lnTo>
                <a:lnTo>
                  <a:pt x="1309761" y="764733"/>
                </a:lnTo>
                <a:lnTo>
                  <a:pt x="1308950" y="764528"/>
                </a:lnTo>
                <a:lnTo>
                  <a:pt x="1308122" y="764326"/>
                </a:lnTo>
                <a:lnTo>
                  <a:pt x="1307277" y="764127"/>
                </a:lnTo>
                <a:lnTo>
                  <a:pt x="1306415" y="763932"/>
                </a:lnTo>
                <a:lnTo>
                  <a:pt x="1305535" y="763740"/>
                </a:lnTo>
                <a:lnTo>
                  <a:pt x="1304639" y="763552"/>
                </a:lnTo>
                <a:lnTo>
                  <a:pt x="1303725" y="763367"/>
                </a:lnTo>
                <a:lnTo>
                  <a:pt x="1302793" y="763185"/>
                </a:lnTo>
                <a:lnTo>
                  <a:pt x="1301845" y="763006"/>
                </a:lnTo>
                <a:lnTo>
                  <a:pt x="1300879" y="762831"/>
                </a:lnTo>
                <a:lnTo>
                  <a:pt x="1300099" y="762684"/>
                </a:lnTo>
                <a:lnTo>
                  <a:pt x="1299334" y="762538"/>
                </a:lnTo>
                <a:lnTo>
                  <a:pt x="1298584" y="762393"/>
                </a:lnTo>
                <a:lnTo>
                  <a:pt x="1297849" y="762248"/>
                </a:lnTo>
                <a:lnTo>
                  <a:pt x="1297129" y="762104"/>
                </a:lnTo>
                <a:lnTo>
                  <a:pt x="1296424" y="761960"/>
                </a:lnTo>
                <a:lnTo>
                  <a:pt x="1295735" y="761817"/>
                </a:lnTo>
                <a:lnTo>
                  <a:pt x="1295060" y="761674"/>
                </a:lnTo>
                <a:lnTo>
                  <a:pt x="1294400" y="761532"/>
                </a:lnTo>
                <a:lnTo>
                  <a:pt x="1293755" y="761391"/>
                </a:lnTo>
                <a:lnTo>
                  <a:pt x="1293125" y="761250"/>
                </a:lnTo>
                <a:lnTo>
                  <a:pt x="1292510" y="761109"/>
                </a:lnTo>
                <a:lnTo>
                  <a:pt x="1291911" y="760969"/>
                </a:lnTo>
                <a:lnTo>
                  <a:pt x="1291326" y="760830"/>
                </a:lnTo>
                <a:lnTo>
                  <a:pt x="1290756" y="760691"/>
                </a:lnTo>
                <a:lnTo>
                  <a:pt x="1290201" y="760553"/>
                </a:lnTo>
                <a:lnTo>
                  <a:pt x="1289661" y="760415"/>
                </a:lnTo>
                <a:lnTo>
                  <a:pt x="1289137" y="760278"/>
                </a:lnTo>
                <a:lnTo>
                  <a:pt x="1288627" y="760142"/>
                </a:lnTo>
                <a:lnTo>
                  <a:pt x="1288132" y="760006"/>
                </a:lnTo>
                <a:lnTo>
                  <a:pt x="1287653" y="759870"/>
                </a:lnTo>
                <a:lnTo>
                  <a:pt x="1287188" y="759735"/>
                </a:lnTo>
                <a:lnTo>
                  <a:pt x="1286738" y="759601"/>
                </a:lnTo>
                <a:lnTo>
                  <a:pt x="1286304" y="759467"/>
                </a:lnTo>
                <a:lnTo>
                  <a:pt x="1285895" y="759333"/>
                </a:lnTo>
                <a:lnTo>
                  <a:pt x="1285497" y="759198"/>
                </a:lnTo>
                <a:lnTo>
                  <a:pt x="1285110" y="759062"/>
                </a:lnTo>
                <a:lnTo>
                  <a:pt x="1284733" y="758925"/>
                </a:lnTo>
                <a:lnTo>
                  <a:pt x="1284367" y="758786"/>
                </a:lnTo>
                <a:lnTo>
                  <a:pt x="1284011" y="758647"/>
                </a:lnTo>
                <a:lnTo>
                  <a:pt x="1283666" y="758506"/>
                </a:lnTo>
                <a:lnTo>
                  <a:pt x="1283332" y="758364"/>
                </a:lnTo>
                <a:lnTo>
                  <a:pt x="1283008" y="758221"/>
                </a:lnTo>
                <a:lnTo>
                  <a:pt x="1282694" y="758077"/>
                </a:lnTo>
                <a:lnTo>
                  <a:pt x="1282392" y="757932"/>
                </a:lnTo>
                <a:lnTo>
                  <a:pt x="1282099" y="757786"/>
                </a:lnTo>
                <a:lnTo>
                  <a:pt x="1281818" y="757638"/>
                </a:lnTo>
                <a:lnTo>
                  <a:pt x="1281547" y="757490"/>
                </a:lnTo>
                <a:lnTo>
                  <a:pt x="1281286" y="757340"/>
                </a:lnTo>
                <a:lnTo>
                  <a:pt x="1281036" y="757189"/>
                </a:lnTo>
                <a:lnTo>
                  <a:pt x="1280797" y="757038"/>
                </a:lnTo>
                <a:lnTo>
                  <a:pt x="1280568" y="756885"/>
                </a:lnTo>
                <a:lnTo>
                  <a:pt x="1280349" y="756731"/>
                </a:lnTo>
                <a:lnTo>
                  <a:pt x="1280142" y="756575"/>
                </a:lnTo>
                <a:lnTo>
                  <a:pt x="1279945" y="756419"/>
                </a:lnTo>
                <a:lnTo>
                  <a:pt x="1279758" y="756262"/>
                </a:lnTo>
                <a:lnTo>
                  <a:pt x="1279582" y="756103"/>
                </a:lnTo>
                <a:lnTo>
                  <a:pt x="1279416" y="755944"/>
                </a:lnTo>
                <a:lnTo>
                  <a:pt x="1279260" y="755769"/>
                </a:lnTo>
                <a:lnTo>
                  <a:pt x="1279110" y="755590"/>
                </a:lnTo>
                <a:lnTo>
                  <a:pt x="1278966" y="755408"/>
                </a:lnTo>
                <a:lnTo>
                  <a:pt x="1278829" y="755223"/>
                </a:lnTo>
                <a:lnTo>
                  <a:pt x="1278699" y="755034"/>
                </a:lnTo>
                <a:lnTo>
                  <a:pt x="1278576" y="754843"/>
                </a:lnTo>
                <a:lnTo>
                  <a:pt x="1278459" y="754647"/>
                </a:lnTo>
                <a:lnTo>
                  <a:pt x="1278349" y="754449"/>
                </a:lnTo>
                <a:lnTo>
                  <a:pt x="1278245" y="754247"/>
                </a:lnTo>
                <a:lnTo>
                  <a:pt x="1278148" y="754042"/>
                </a:lnTo>
                <a:lnTo>
                  <a:pt x="1278058" y="753833"/>
                </a:lnTo>
                <a:lnTo>
                  <a:pt x="1277975" y="753621"/>
                </a:lnTo>
                <a:lnTo>
                  <a:pt x="1277898" y="753406"/>
                </a:lnTo>
                <a:lnTo>
                  <a:pt x="1277828" y="753187"/>
                </a:lnTo>
                <a:lnTo>
                  <a:pt x="1277765" y="752966"/>
                </a:lnTo>
                <a:lnTo>
                  <a:pt x="1277708" y="752740"/>
                </a:lnTo>
                <a:lnTo>
                  <a:pt x="1277658" y="752512"/>
                </a:lnTo>
                <a:lnTo>
                  <a:pt x="1277615" y="752280"/>
                </a:lnTo>
                <a:lnTo>
                  <a:pt x="1277578" y="752045"/>
                </a:lnTo>
                <a:lnTo>
                  <a:pt x="1277548" y="751806"/>
                </a:lnTo>
                <a:lnTo>
                  <a:pt x="1277524" y="751564"/>
                </a:lnTo>
                <a:lnTo>
                  <a:pt x="1277508" y="751319"/>
                </a:lnTo>
                <a:lnTo>
                  <a:pt x="1277498" y="751070"/>
                </a:lnTo>
                <a:lnTo>
                  <a:pt x="1277494" y="750818"/>
                </a:lnTo>
                <a:lnTo>
                  <a:pt x="1277527" y="749877"/>
                </a:lnTo>
                <a:lnTo>
                  <a:pt x="1277623" y="748976"/>
                </a:lnTo>
                <a:lnTo>
                  <a:pt x="1277785" y="748115"/>
                </a:lnTo>
                <a:lnTo>
                  <a:pt x="1278011" y="747295"/>
                </a:lnTo>
                <a:lnTo>
                  <a:pt x="1278301" y="746514"/>
                </a:lnTo>
                <a:lnTo>
                  <a:pt x="1278656" y="745773"/>
                </a:lnTo>
                <a:lnTo>
                  <a:pt x="1279075" y="745072"/>
                </a:lnTo>
                <a:lnTo>
                  <a:pt x="1279559" y="744412"/>
                </a:lnTo>
                <a:lnTo>
                  <a:pt x="1280107" y="743791"/>
                </a:lnTo>
                <a:lnTo>
                  <a:pt x="1280720" y="743210"/>
                </a:lnTo>
                <a:lnTo>
                  <a:pt x="1281397" y="742670"/>
                </a:lnTo>
                <a:lnTo>
                  <a:pt x="1282139" y="742169"/>
                </a:lnTo>
                <a:lnTo>
                  <a:pt x="1282946" y="741709"/>
                </a:lnTo>
                <a:lnTo>
                  <a:pt x="1283817" y="741288"/>
                </a:lnTo>
                <a:lnTo>
                  <a:pt x="1284752" y="740908"/>
                </a:lnTo>
                <a:lnTo>
                  <a:pt x="1285752" y="740567"/>
                </a:lnTo>
                <a:lnTo>
                  <a:pt x="1286816" y="740267"/>
                </a:lnTo>
                <a:lnTo>
                  <a:pt x="1287945" y="740007"/>
                </a:lnTo>
                <a:lnTo>
                  <a:pt x="1289139" y="739787"/>
                </a:lnTo>
                <a:lnTo>
                  <a:pt x="1290397" y="739606"/>
                </a:lnTo>
                <a:lnTo>
                  <a:pt x="1291719" y="739466"/>
                </a:lnTo>
                <a:lnTo>
                  <a:pt x="1293106" y="739366"/>
                </a:lnTo>
                <a:lnTo>
                  <a:pt x="1294558" y="739306"/>
                </a:lnTo>
                <a:lnTo>
                  <a:pt x="1296074" y="739286"/>
                </a:lnTo>
                <a:lnTo>
                  <a:pt x="1296513" y="739288"/>
                </a:lnTo>
                <a:lnTo>
                  <a:pt x="1296948" y="739294"/>
                </a:lnTo>
                <a:lnTo>
                  <a:pt x="1297380" y="739304"/>
                </a:lnTo>
                <a:lnTo>
                  <a:pt x="1297809" y="739317"/>
                </a:lnTo>
                <a:lnTo>
                  <a:pt x="1298235" y="739335"/>
                </a:lnTo>
                <a:lnTo>
                  <a:pt x="1298657" y="739356"/>
                </a:lnTo>
                <a:lnTo>
                  <a:pt x="1299075" y="739381"/>
                </a:lnTo>
                <a:lnTo>
                  <a:pt x="1299491" y="739411"/>
                </a:lnTo>
                <a:lnTo>
                  <a:pt x="1299903" y="739444"/>
                </a:lnTo>
                <a:lnTo>
                  <a:pt x="1300312" y="739481"/>
                </a:lnTo>
                <a:lnTo>
                  <a:pt x="1300717" y="739522"/>
                </a:lnTo>
                <a:lnTo>
                  <a:pt x="1301119" y="739566"/>
                </a:lnTo>
                <a:lnTo>
                  <a:pt x="1301518" y="739615"/>
                </a:lnTo>
                <a:lnTo>
                  <a:pt x="1301914" y="739668"/>
                </a:lnTo>
                <a:lnTo>
                  <a:pt x="1302306" y="739724"/>
                </a:lnTo>
                <a:lnTo>
                  <a:pt x="1302694" y="739784"/>
                </a:lnTo>
                <a:lnTo>
                  <a:pt x="1303080" y="739849"/>
                </a:lnTo>
                <a:lnTo>
                  <a:pt x="1303462" y="739917"/>
                </a:lnTo>
                <a:lnTo>
                  <a:pt x="1303841" y="739989"/>
                </a:lnTo>
                <a:lnTo>
                  <a:pt x="1304216" y="740065"/>
                </a:lnTo>
                <a:lnTo>
                  <a:pt x="1304588" y="740144"/>
                </a:lnTo>
                <a:lnTo>
                  <a:pt x="1304957" y="740228"/>
                </a:lnTo>
                <a:lnTo>
                  <a:pt x="1305322" y="740316"/>
                </a:lnTo>
                <a:lnTo>
                  <a:pt x="1305684" y="740407"/>
                </a:lnTo>
                <a:lnTo>
                  <a:pt x="1306055" y="740491"/>
                </a:lnTo>
                <a:lnTo>
                  <a:pt x="1306418" y="740582"/>
                </a:lnTo>
                <a:lnTo>
                  <a:pt x="1306775" y="740680"/>
                </a:lnTo>
                <a:lnTo>
                  <a:pt x="1307126" y="740785"/>
                </a:lnTo>
                <a:lnTo>
                  <a:pt x="1307469" y="740898"/>
                </a:lnTo>
                <a:lnTo>
                  <a:pt x="1307806" y="741018"/>
                </a:lnTo>
                <a:lnTo>
                  <a:pt x="1308137" y="741145"/>
                </a:lnTo>
                <a:lnTo>
                  <a:pt x="1308460" y="741279"/>
                </a:lnTo>
                <a:lnTo>
                  <a:pt x="1308777" y="741421"/>
                </a:lnTo>
                <a:lnTo>
                  <a:pt x="1309088" y="741570"/>
                </a:lnTo>
                <a:lnTo>
                  <a:pt x="1309391" y="741726"/>
                </a:lnTo>
                <a:lnTo>
                  <a:pt x="1309688" y="741889"/>
                </a:lnTo>
                <a:lnTo>
                  <a:pt x="1309979" y="742059"/>
                </a:lnTo>
                <a:lnTo>
                  <a:pt x="1310262" y="742237"/>
                </a:lnTo>
                <a:lnTo>
                  <a:pt x="1310539" y="742422"/>
                </a:lnTo>
                <a:lnTo>
                  <a:pt x="1310810" y="742614"/>
                </a:lnTo>
                <a:lnTo>
                  <a:pt x="1311073" y="742813"/>
                </a:lnTo>
                <a:lnTo>
                  <a:pt x="1311330" y="743020"/>
                </a:lnTo>
                <a:lnTo>
                  <a:pt x="1311580" y="743234"/>
                </a:lnTo>
                <a:lnTo>
                  <a:pt x="1311824" y="743455"/>
                </a:lnTo>
                <a:lnTo>
                  <a:pt x="1312061" y="743683"/>
                </a:lnTo>
                <a:lnTo>
                  <a:pt x="1312291" y="743919"/>
                </a:lnTo>
                <a:lnTo>
                  <a:pt x="1312515" y="744162"/>
                </a:lnTo>
                <a:lnTo>
                  <a:pt x="1312732" y="744412"/>
                </a:lnTo>
                <a:lnTo>
                  <a:pt x="1312954" y="744657"/>
                </a:lnTo>
                <a:lnTo>
                  <a:pt x="1313167" y="744912"/>
                </a:lnTo>
                <a:lnTo>
                  <a:pt x="1313370" y="745177"/>
                </a:lnTo>
                <a:lnTo>
                  <a:pt x="1313564" y="745453"/>
                </a:lnTo>
                <a:lnTo>
                  <a:pt x="1313748" y="745738"/>
                </a:lnTo>
                <a:lnTo>
                  <a:pt x="1313923" y="746033"/>
                </a:lnTo>
                <a:lnTo>
                  <a:pt x="1314088" y="746339"/>
                </a:lnTo>
                <a:lnTo>
                  <a:pt x="1314244" y="746654"/>
                </a:lnTo>
                <a:lnTo>
                  <a:pt x="1314391" y="746979"/>
                </a:lnTo>
                <a:lnTo>
                  <a:pt x="1314528" y="747315"/>
                </a:lnTo>
                <a:lnTo>
                  <a:pt x="1314656" y="747660"/>
                </a:lnTo>
                <a:lnTo>
                  <a:pt x="1314774" y="748015"/>
                </a:lnTo>
                <a:lnTo>
                  <a:pt x="1314882" y="748381"/>
                </a:lnTo>
                <a:lnTo>
                  <a:pt x="1314982" y="748756"/>
                </a:lnTo>
                <a:lnTo>
                  <a:pt x="1315072" y="749142"/>
                </a:lnTo>
                <a:lnTo>
                  <a:pt x="1315152" y="749537"/>
                </a:lnTo>
                <a:lnTo>
                  <a:pt x="1315223" y="749942"/>
                </a:lnTo>
                <a:lnTo>
                  <a:pt x="1315284" y="750358"/>
                </a:lnTo>
                <a:lnTo>
                  <a:pt x="1315336" y="750783"/>
                </a:lnTo>
                <a:lnTo>
                  <a:pt x="1315379" y="751219"/>
                </a:lnTo>
                <a:lnTo>
                  <a:pt x="1315412" y="751664"/>
                </a:lnTo>
                <a:lnTo>
                  <a:pt x="1315436" y="752120"/>
                </a:lnTo>
                <a:lnTo>
                  <a:pt x="1315450" y="752585"/>
                </a:lnTo>
                <a:lnTo>
                  <a:pt x="1315454" y="753061"/>
                </a:lnTo>
                <a:lnTo>
                  <a:pt x="1329389" y="753061"/>
                </a:lnTo>
                <a:lnTo>
                  <a:pt x="1329415" y="752968"/>
                </a:lnTo>
                <a:lnTo>
                  <a:pt x="1329440" y="752877"/>
                </a:lnTo>
                <a:lnTo>
                  <a:pt x="1329464" y="752788"/>
                </a:lnTo>
                <a:lnTo>
                  <a:pt x="1329487" y="752700"/>
                </a:lnTo>
                <a:lnTo>
                  <a:pt x="1329509" y="752614"/>
                </a:lnTo>
                <a:lnTo>
                  <a:pt x="1329529" y="752530"/>
                </a:lnTo>
                <a:lnTo>
                  <a:pt x="1329549" y="752448"/>
                </a:lnTo>
                <a:lnTo>
                  <a:pt x="1329567" y="752367"/>
                </a:lnTo>
                <a:lnTo>
                  <a:pt x="1329584" y="752287"/>
                </a:lnTo>
                <a:lnTo>
                  <a:pt x="1329601" y="752210"/>
                </a:lnTo>
                <a:lnTo>
                  <a:pt x="1329616" y="752134"/>
                </a:lnTo>
                <a:lnTo>
                  <a:pt x="1329629" y="752060"/>
                </a:lnTo>
                <a:lnTo>
                  <a:pt x="1329642" y="751987"/>
                </a:lnTo>
                <a:lnTo>
                  <a:pt x="1329654" y="751916"/>
                </a:lnTo>
                <a:lnTo>
                  <a:pt x="1329664" y="751847"/>
                </a:lnTo>
                <a:lnTo>
                  <a:pt x="1329674" y="751779"/>
                </a:lnTo>
                <a:lnTo>
                  <a:pt x="1329682" y="751713"/>
                </a:lnTo>
                <a:lnTo>
                  <a:pt x="1329690" y="751649"/>
                </a:lnTo>
                <a:lnTo>
                  <a:pt x="1329696" y="751587"/>
                </a:lnTo>
                <a:lnTo>
                  <a:pt x="1329701" y="751526"/>
                </a:lnTo>
                <a:lnTo>
                  <a:pt x="1329705" y="751466"/>
                </a:lnTo>
                <a:lnTo>
                  <a:pt x="1329707" y="751409"/>
                </a:lnTo>
                <a:lnTo>
                  <a:pt x="1329709" y="751353"/>
                </a:lnTo>
                <a:lnTo>
                  <a:pt x="1329710" y="751299"/>
                </a:lnTo>
                <a:lnTo>
                  <a:pt x="1329710" y="751246"/>
                </a:lnTo>
                <a:lnTo>
                  <a:pt x="1329710" y="751193"/>
                </a:lnTo>
                <a:lnTo>
                  <a:pt x="1329710" y="751141"/>
                </a:lnTo>
                <a:lnTo>
                  <a:pt x="1329710" y="751090"/>
                </a:lnTo>
                <a:lnTo>
                  <a:pt x="1329710" y="751039"/>
                </a:lnTo>
                <a:lnTo>
                  <a:pt x="1329710" y="750988"/>
                </a:lnTo>
                <a:lnTo>
                  <a:pt x="1329710" y="750939"/>
                </a:lnTo>
                <a:lnTo>
                  <a:pt x="1329710" y="750889"/>
                </a:lnTo>
                <a:lnTo>
                  <a:pt x="1329710" y="750841"/>
                </a:lnTo>
                <a:lnTo>
                  <a:pt x="1329710" y="750793"/>
                </a:lnTo>
                <a:lnTo>
                  <a:pt x="1329710" y="750745"/>
                </a:lnTo>
                <a:lnTo>
                  <a:pt x="1329710" y="750698"/>
                </a:lnTo>
                <a:lnTo>
                  <a:pt x="1329710" y="750652"/>
                </a:lnTo>
                <a:lnTo>
                  <a:pt x="1329710" y="750606"/>
                </a:lnTo>
                <a:lnTo>
                  <a:pt x="1329710" y="750561"/>
                </a:lnTo>
                <a:lnTo>
                  <a:pt x="1329710" y="750516"/>
                </a:lnTo>
                <a:lnTo>
                  <a:pt x="1329710" y="750472"/>
                </a:lnTo>
                <a:lnTo>
                  <a:pt x="1329710" y="750428"/>
                </a:lnTo>
                <a:lnTo>
                  <a:pt x="1329710" y="750385"/>
                </a:lnTo>
                <a:lnTo>
                  <a:pt x="1329710" y="750342"/>
                </a:lnTo>
                <a:lnTo>
                  <a:pt x="1329710" y="750300"/>
                </a:lnTo>
                <a:lnTo>
                  <a:pt x="1329710" y="750259"/>
                </a:lnTo>
                <a:lnTo>
                  <a:pt x="1329710" y="750218"/>
                </a:lnTo>
                <a:lnTo>
                  <a:pt x="1329710" y="750178"/>
                </a:lnTo>
                <a:lnTo>
                  <a:pt x="1329702" y="749607"/>
                </a:lnTo>
                <a:lnTo>
                  <a:pt x="1329679" y="749044"/>
                </a:lnTo>
                <a:lnTo>
                  <a:pt x="1329642" y="748488"/>
                </a:lnTo>
                <a:lnTo>
                  <a:pt x="1329589" y="747940"/>
                </a:lnTo>
                <a:lnTo>
                  <a:pt x="1329522" y="747398"/>
                </a:lnTo>
                <a:lnTo>
                  <a:pt x="1329439" y="746864"/>
                </a:lnTo>
                <a:lnTo>
                  <a:pt x="1329342" y="746337"/>
                </a:lnTo>
                <a:lnTo>
                  <a:pt x="1329229" y="745817"/>
                </a:lnTo>
                <a:lnTo>
                  <a:pt x="1329101" y="745305"/>
                </a:lnTo>
                <a:lnTo>
                  <a:pt x="1328959" y="744800"/>
                </a:lnTo>
                <a:lnTo>
                  <a:pt x="1328801" y="744302"/>
                </a:lnTo>
                <a:lnTo>
                  <a:pt x="1328628" y="743811"/>
                </a:lnTo>
                <a:lnTo>
                  <a:pt x="1328441" y="743327"/>
                </a:lnTo>
                <a:lnTo>
                  <a:pt x="1328238" y="742851"/>
                </a:lnTo>
                <a:lnTo>
                  <a:pt x="1328020" y="742382"/>
                </a:lnTo>
                <a:lnTo>
                  <a:pt x="1327787" y="741920"/>
                </a:lnTo>
                <a:lnTo>
                  <a:pt x="1327540" y="741465"/>
                </a:lnTo>
                <a:lnTo>
                  <a:pt x="1327277" y="741018"/>
                </a:lnTo>
                <a:lnTo>
                  <a:pt x="1326999" y="740578"/>
                </a:lnTo>
                <a:lnTo>
                  <a:pt x="1326706" y="740145"/>
                </a:lnTo>
                <a:lnTo>
                  <a:pt x="1326399" y="739719"/>
                </a:lnTo>
                <a:lnTo>
                  <a:pt x="1326076" y="739301"/>
                </a:lnTo>
                <a:lnTo>
                  <a:pt x="1325738" y="738889"/>
                </a:lnTo>
                <a:lnTo>
                  <a:pt x="1325385" y="738485"/>
                </a:lnTo>
                <a:lnTo>
                  <a:pt x="1325019" y="738075"/>
                </a:lnTo>
                <a:lnTo>
                  <a:pt x="1324643" y="737673"/>
                </a:lnTo>
                <a:lnTo>
                  <a:pt x="1324256" y="737279"/>
                </a:lnTo>
                <a:lnTo>
                  <a:pt x="1323859" y="736892"/>
                </a:lnTo>
                <a:lnTo>
                  <a:pt x="1323451" y="736514"/>
                </a:lnTo>
                <a:lnTo>
                  <a:pt x="1323032" y="736143"/>
                </a:lnTo>
                <a:lnTo>
                  <a:pt x="1322603" y="735780"/>
                </a:lnTo>
                <a:lnTo>
                  <a:pt x="1322164" y="735424"/>
                </a:lnTo>
                <a:lnTo>
                  <a:pt x="1321714" y="735077"/>
                </a:lnTo>
                <a:lnTo>
                  <a:pt x="1321253" y="734737"/>
                </a:lnTo>
                <a:lnTo>
                  <a:pt x="1320782" y="734405"/>
                </a:lnTo>
                <a:lnTo>
                  <a:pt x="1320300" y="734081"/>
                </a:lnTo>
                <a:lnTo>
                  <a:pt x="1319807" y="733764"/>
                </a:lnTo>
                <a:lnTo>
                  <a:pt x="1319304" y="733456"/>
                </a:lnTo>
                <a:lnTo>
                  <a:pt x="1318791" y="733155"/>
                </a:lnTo>
                <a:lnTo>
                  <a:pt x="1318266" y="732862"/>
                </a:lnTo>
                <a:lnTo>
                  <a:pt x="1317732" y="732576"/>
                </a:lnTo>
                <a:lnTo>
                  <a:pt x="1317186" y="732299"/>
                </a:lnTo>
                <a:lnTo>
                  <a:pt x="1316630" y="732029"/>
                </a:lnTo>
                <a:lnTo>
                  <a:pt x="1316064" y="731767"/>
                </a:lnTo>
                <a:lnTo>
                  <a:pt x="1315487" y="731513"/>
                </a:lnTo>
                <a:lnTo>
                  <a:pt x="1314899" y="731267"/>
                </a:lnTo>
                <a:lnTo>
                  <a:pt x="1314301" y="731028"/>
                </a:lnTo>
                <a:lnTo>
                  <a:pt x="1313693" y="730797"/>
                </a:lnTo>
                <a:lnTo>
                  <a:pt x="1313089" y="730575"/>
                </a:lnTo>
                <a:lnTo>
                  <a:pt x="1312478" y="730362"/>
                </a:lnTo>
                <a:lnTo>
                  <a:pt x="1311861" y="730159"/>
                </a:lnTo>
                <a:lnTo>
                  <a:pt x="1311237" y="729965"/>
                </a:lnTo>
                <a:lnTo>
                  <a:pt x="1310606" y="729781"/>
                </a:lnTo>
                <a:lnTo>
                  <a:pt x="1309969" y="729606"/>
                </a:lnTo>
                <a:lnTo>
                  <a:pt x="1309325" y="729440"/>
                </a:lnTo>
                <a:lnTo>
                  <a:pt x="1308674" y="729284"/>
                </a:lnTo>
                <a:lnTo>
                  <a:pt x="1308017" y="729138"/>
                </a:lnTo>
                <a:lnTo>
                  <a:pt x="1307353" y="729001"/>
                </a:lnTo>
                <a:lnTo>
                  <a:pt x="1306682" y="728873"/>
                </a:lnTo>
                <a:lnTo>
                  <a:pt x="1306005" y="728755"/>
                </a:lnTo>
                <a:lnTo>
                  <a:pt x="1305320" y="728646"/>
                </a:lnTo>
                <a:lnTo>
                  <a:pt x="1304630" y="728547"/>
                </a:lnTo>
                <a:lnTo>
                  <a:pt x="1303932" y="728457"/>
                </a:lnTo>
                <a:lnTo>
                  <a:pt x="1303228" y="728377"/>
                </a:lnTo>
                <a:lnTo>
                  <a:pt x="1302518" y="728306"/>
                </a:lnTo>
                <a:lnTo>
                  <a:pt x="1301800" y="728245"/>
                </a:lnTo>
                <a:lnTo>
                  <a:pt x="1301076" y="728193"/>
                </a:lnTo>
                <a:lnTo>
                  <a:pt x="1300345" y="728150"/>
                </a:lnTo>
                <a:lnTo>
                  <a:pt x="1299608" y="728117"/>
                </a:lnTo>
                <a:lnTo>
                  <a:pt x="1298864" y="728093"/>
                </a:lnTo>
                <a:lnTo>
                  <a:pt x="1298113" y="728079"/>
                </a:lnTo>
                <a:lnTo>
                  <a:pt x="1297355" y="728074"/>
                </a:lnTo>
                <a:lnTo>
                  <a:pt x="1296492" y="728079"/>
                </a:lnTo>
                <a:lnTo>
                  <a:pt x="1295638" y="728093"/>
                </a:lnTo>
                <a:lnTo>
                  <a:pt x="1294793" y="728117"/>
                </a:lnTo>
                <a:lnTo>
                  <a:pt x="1293956" y="728150"/>
                </a:lnTo>
                <a:lnTo>
                  <a:pt x="1293129" y="728193"/>
                </a:lnTo>
                <a:lnTo>
                  <a:pt x="1292310" y="728245"/>
                </a:lnTo>
                <a:lnTo>
                  <a:pt x="1291500" y="728306"/>
                </a:lnTo>
                <a:lnTo>
                  <a:pt x="1290700" y="728377"/>
                </a:lnTo>
                <a:lnTo>
                  <a:pt x="1289908" y="728457"/>
                </a:lnTo>
                <a:lnTo>
                  <a:pt x="1289125" y="728547"/>
                </a:lnTo>
                <a:lnTo>
                  <a:pt x="1288350" y="728646"/>
                </a:lnTo>
                <a:lnTo>
                  <a:pt x="1287585" y="728755"/>
                </a:lnTo>
                <a:lnTo>
                  <a:pt x="1286829" y="728873"/>
                </a:lnTo>
                <a:lnTo>
                  <a:pt x="1286081" y="729001"/>
                </a:lnTo>
                <a:lnTo>
                  <a:pt x="1285343" y="729138"/>
                </a:lnTo>
                <a:lnTo>
                  <a:pt x="1284613" y="729284"/>
                </a:lnTo>
                <a:lnTo>
                  <a:pt x="1283892" y="729440"/>
                </a:lnTo>
                <a:lnTo>
                  <a:pt x="1283180" y="729606"/>
                </a:lnTo>
                <a:lnTo>
                  <a:pt x="1282478" y="729781"/>
                </a:lnTo>
                <a:lnTo>
                  <a:pt x="1281783" y="729965"/>
                </a:lnTo>
                <a:lnTo>
                  <a:pt x="1281098" y="730159"/>
                </a:lnTo>
                <a:lnTo>
                  <a:pt x="1280422" y="730362"/>
                </a:lnTo>
                <a:lnTo>
                  <a:pt x="1279755" y="730575"/>
                </a:lnTo>
                <a:lnTo>
                  <a:pt x="1279096" y="730797"/>
                </a:lnTo>
                <a:lnTo>
                  <a:pt x="1278461" y="731029"/>
                </a:lnTo>
                <a:lnTo>
                  <a:pt x="1277838" y="731269"/>
                </a:lnTo>
                <a:lnTo>
                  <a:pt x="1277227" y="731518"/>
                </a:lnTo>
                <a:lnTo>
                  <a:pt x="1276627" y="731776"/>
                </a:lnTo>
                <a:lnTo>
                  <a:pt x="1276039" y="732043"/>
                </a:lnTo>
                <a:lnTo>
                  <a:pt x="1275462" y="732319"/>
                </a:lnTo>
                <a:lnTo>
                  <a:pt x="1274898" y="732604"/>
                </a:lnTo>
                <a:lnTo>
                  <a:pt x="1274344" y="732897"/>
                </a:lnTo>
                <a:lnTo>
                  <a:pt x="1273803" y="733200"/>
                </a:lnTo>
                <a:lnTo>
                  <a:pt x="1273273" y="733511"/>
                </a:lnTo>
                <a:lnTo>
                  <a:pt x="1272755" y="733832"/>
                </a:lnTo>
                <a:lnTo>
                  <a:pt x="1272249" y="734161"/>
                </a:lnTo>
                <a:lnTo>
                  <a:pt x="1271754" y="734499"/>
                </a:lnTo>
                <a:lnTo>
                  <a:pt x="1271271" y="734846"/>
                </a:lnTo>
                <a:lnTo>
                  <a:pt x="1270800" y="735202"/>
                </a:lnTo>
                <a:lnTo>
                  <a:pt x="1270340" y="735567"/>
                </a:lnTo>
                <a:lnTo>
                  <a:pt x="1269892" y="735940"/>
                </a:lnTo>
                <a:lnTo>
                  <a:pt x="1269456" y="736323"/>
                </a:lnTo>
                <a:lnTo>
                  <a:pt x="1269031" y="736715"/>
                </a:lnTo>
                <a:lnTo>
                  <a:pt x="1268618" y="737115"/>
                </a:lnTo>
                <a:lnTo>
                  <a:pt x="1268217" y="737524"/>
                </a:lnTo>
                <a:lnTo>
                  <a:pt x="1267828" y="737943"/>
                </a:lnTo>
                <a:lnTo>
                  <a:pt x="1267450" y="738370"/>
                </a:lnTo>
                <a:lnTo>
                  <a:pt x="1267083" y="738806"/>
                </a:lnTo>
                <a:lnTo>
                  <a:pt x="1266731" y="739251"/>
                </a:lnTo>
                <a:lnTo>
                  <a:pt x="1266393" y="739705"/>
                </a:lnTo>
                <a:lnTo>
                  <a:pt x="1266070" y="740170"/>
                </a:lnTo>
                <a:lnTo>
                  <a:pt x="1265762" y="740643"/>
                </a:lnTo>
                <a:lnTo>
                  <a:pt x="1265469" y="741126"/>
                </a:lnTo>
                <a:lnTo>
                  <a:pt x="1265191" y="741619"/>
                </a:lnTo>
                <a:lnTo>
                  <a:pt x="1264929" y="742121"/>
                </a:lnTo>
                <a:lnTo>
                  <a:pt x="1264681" y="742632"/>
                </a:lnTo>
                <a:lnTo>
                  <a:pt x="1264448" y="743153"/>
                </a:lnTo>
                <a:lnTo>
                  <a:pt x="1264230" y="743683"/>
                </a:lnTo>
                <a:lnTo>
                  <a:pt x="1264028" y="744223"/>
                </a:lnTo>
                <a:lnTo>
                  <a:pt x="1263840" y="744772"/>
                </a:lnTo>
                <a:lnTo>
                  <a:pt x="1263667" y="745331"/>
                </a:lnTo>
                <a:lnTo>
                  <a:pt x="1263510" y="745899"/>
                </a:lnTo>
                <a:lnTo>
                  <a:pt x="1263367" y="746476"/>
                </a:lnTo>
                <a:lnTo>
                  <a:pt x="1263239" y="747063"/>
                </a:lnTo>
                <a:lnTo>
                  <a:pt x="1263127" y="747660"/>
                </a:lnTo>
                <a:lnTo>
                  <a:pt x="1263029" y="748266"/>
                </a:lnTo>
                <a:lnTo>
                  <a:pt x="1262947" y="748881"/>
                </a:lnTo>
                <a:lnTo>
                  <a:pt x="1262879" y="749506"/>
                </a:lnTo>
                <a:lnTo>
                  <a:pt x="1262827" y="750140"/>
                </a:lnTo>
                <a:lnTo>
                  <a:pt x="1262789" y="750784"/>
                </a:lnTo>
                <a:lnTo>
                  <a:pt x="1262766" y="751437"/>
                </a:lnTo>
                <a:lnTo>
                  <a:pt x="1262759" y="752100"/>
                </a:lnTo>
                <a:lnTo>
                  <a:pt x="1262764" y="752670"/>
                </a:lnTo>
                <a:lnTo>
                  <a:pt x="1262779" y="753232"/>
                </a:lnTo>
                <a:lnTo>
                  <a:pt x="1262804" y="753786"/>
                </a:lnTo>
                <a:lnTo>
                  <a:pt x="1262839" y="754333"/>
                </a:lnTo>
                <a:lnTo>
                  <a:pt x="1262884" y="754872"/>
                </a:lnTo>
                <a:lnTo>
                  <a:pt x="1262939" y="755403"/>
                </a:lnTo>
                <a:lnTo>
                  <a:pt x="1263004" y="755926"/>
                </a:lnTo>
                <a:lnTo>
                  <a:pt x="1263079" y="756442"/>
                </a:lnTo>
                <a:lnTo>
                  <a:pt x="1263164" y="756950"/>
                </a:lnTo>
                <a:lnTo>
                  <a:pt x="1263259" y="757450"/>
                </a:lnTo>
                <a:lnTo>
                  <a:pt x="1263365" y="757942"/>
                </a:lnTo>
                <a:lnTo>
                  <a:pt x="1263480" y="758426"/>
                </a:lnTo>
                <a:lnTo>
                  <a:pt x="1263605" y="758903"/>
                </a:lnTo>
                <a:lnTo>
                  <a:pt x="1263740" y="759372"/>
                </a:lnTo>
                <a:lnTo>
                  <a:pt x="1263885" y="759833"/>
                </a:lnTo>
                <a:lnTo>
                  <a:pt x="1264040" y="760286"/>
                </a:lnTo>
                <a:lnTo>
                  <a:pt x="1264205" y="760731"/>
                </a:lnTo>
                <a:lnTo>
                  <a:pt x="1264381" y="761169"/>
                </a:lnTo>
                <a:lnTo>
                  <a:pt x="1264566" y="761599"/>
                </a:lnTo>
                <a:lnTo>
                  <a:pt x="1264761" y="762021"/>
                </a:lnTo>
                <a:lnTo>
                  <a:pt x="1264966" y="762436"/>
                </a:lnTo>
                <a:lnTo>
                  <a:pt x="1265181" y="762842"/>
                </a:lnTo>
                <a:lnTo>
                  <a:pt x="1265407" y="763241"/>
                </a:lnTo>
                <a:lnTo>
                  <a:pt x="1265642" y="763632"/>
                </a:lnTo>
                <a:lnTo>
                  <a:pt x="1265889" y="764003"/>
                </a:lnTo>
                <a:lnTo>
                  <a:pt x="1266148" y="764368"/>
                </a:lnTo>
                <a:lnTo>
                  <a:pt x="1266420" y="764728"/>
                </a:lnTo>
                <a:lnTo>
                  <a:pt x="1266705" y="765082"/>
                </a:lnTo>
                <a:lnTo>
                  <a:pt x="1267003" y="765431"/>
                </a:lnTo>
                <a:lnTo>
                  <a:pt x="1267314" y="765774"/>
                </a:lnTo>
                <a:lnTo>
                  <a:pt x="1267637" y="766112"/>
                </a:lnTo>
                <a:lnTo>
                  <a:pt x="1267973" y="766444"/>
                </a:lnTo>
                <a:lnTo>
                  <a:pt x="1268322" y="766770"/>
                </a:lnTo>
                <a:lnTo>
                  <a:pt x="1268684" y="767091"/>
                </a:lnTo>
                <a:lnTo>
                  <a:pt x="1269059" y="767406"/>
                </a:lnTo>
                <a:lnTo>
                  <a:pt x="1269446" y="767716"/>
                </a:lnTo>
                <a:lnTo>
                  <a:pt x="1269846" y="768020"/>
                </a:lnTo>
                <a:lnTo>
                  <a:pt x="1270259" y="768319"/>
                </a:lnTo>
                <a:lnTo>
                  <a:pt x="1270685" y="768612"/>
                </a:lnTo>
                <a:lnTo>
                  <a:pt x="1271123" y="768900"/>
                </a:lnTo>
                <a:lnTo>
                  <a:pt x="1271575" y="769182"/>
                </a:lnTo>
                <a:lnTo>
                  <a:pt x="1272039" y="769458"/>
                </a:lnTo>
                <a:lnTo>
                  <a:pt x="1272516" y="769729"/>
                </a:lnTo>
                <a:lnTo>
                  <a:pt x="1273005" y="769994"/>
                </a:lnTo>
                <a:lnTo>
                  <a:pt x="1273508" y="770254"/>
                </a:lnTo>
                <a:lnTo>
                  <a:pt x="1274023" y="770508"/>
                </a:lnTo>
                <a:lnTo>
                  <a:pt x="1274551" y="770757"/>
                </a:lnTo>
                <a:lnTo>
                  <a:pt x="1275092" y="771000"/>
                </a:lnTo>
                <a:lnTo>
                  <a:pt x="1275646" y="771225"/>
                </a:lnTo>
                <a:lnTo>
                  <a:pt x="1276215" y="771448"/>
                </a:lnTo>
                <a:lnTo>
                  <a:pt x="1276799" y="771668"/>
                </a:lnTo>
                <a:lnTo>
                  <a:pt x="1277397" y="771885"/>
                </a:lnTo>
                <a:lnTo>
                  <a:pt x="1278009" y="772099"/>
                </a:lnTo>
                <a:lnTo>
                  <a:pt x="1278636" y="772311"/>
                </a:lnTo>
                <a:lnTo>
                  <a:pt x="1279277" y="772520"/>
                </a:lnTo>
                <a:lnTo>
                  <a:pt x="1279933" y="772726"/>
                </a:lnTo>
                <a:lnTo>
                  <a:pt x="1280603" y="772929"/>
                </a:lnTo>
                <a:lnTo>
                  <a:pt x="1281287" y="773130"/>
                </a:lnTo>
                <a:lnTo>
                  <a:pt x="1281986" y="773327"/>
                </a:lnTo>
                <a:lnTo>
                  <a:pt x="1282700" y="773522"/>
                </a:lnTo>
                <a:lnTo>
                  <a:pt x="1283428" y="773714"/>
                </a:lnTo>
                <a:lnTo>
                  <a:pt x="1284170" y="773904"/>
                </a:lnTo>
                <a:lnTo>
                  <a:pt x="1284927" y="774090"/>
                </a:lnTo>
                <a:lnTo>
                  <a:pt x="1285699" y="774274"/>
                </a:lnTo>
                <a:lnTo>
                  <a:pt x="1286485" y="774455"/>
                </a:lnTo>
                <a:lnTo>
                  <a:pt x="1287285" y="774633"/>
                </a:lnTo>
                <a:lnTo>
                  <a:pt x="1288100" y="774809"/>
                </a:lnTo>
                <a:lnTo>
                  <a:pt x="1288929" y="774982"/>
                </a:lnTo>
                <a:lnTo>
                  <a:pt x="1289772" y="775151"/>
                </a:lnTo>
                <a:lnTo>
                  <a:pt x="1290631" y="775319"/>
                </a:lnTo>
                <a:lnTo>
                  <a:pt x="1291503" y="775483"/>
                </a:lnTo>
                <a:lnTo>
                  <a:pt x="1292390" y="775644"/>
                </a:lnTo>
                <a:lnTo>
                  <a:pt x="1293223" y="775778"/>
                </a:lnTo>
                <a:lnTo>
                  <a:pt x="1294039" y="775913"/>
                </a:lnTo>
                <a:lnTo>
                  <a:pt x="1294838" y="776047"/>
                </a:lnTo>
                <a:lnTo>
                  <a:pt x="1295620" y="776183"/>
                </a:lnTo>
                <a:lnTo>
                  <a:pt x="1296386" y="776319"/>
                </a:lnTo>
                <a:lnTo>
                  <a:pt x="1297135" y="776455"/>
                </a:lnTo>
                <a:lnTo>
                  <a:pt x="1297868" y="776592"/>
                </a:lnTo>
                <a:lnTo>
                  <a:pt x="1298583" y="776730"/>
                </a:lnTo>
                <a:lnTo>
                  <a:pt x="1299282" y="776868"/>
                </a:lnTo>
                <a:lnTo>
                  <a:pt x="1299965" y="777007"/>
                </a:lnTo>
                <a:lnTo>
                  <a:pt x="1300630" y="777146"/>
                </a:lnTo>
                <a:lnTo>
                  <a:pt x="1301279" y="777286"/>
                </a:lnTo>
                <a:lnTo>
                  <a:pt x="1301912" y="777427"/>
                </a:lnTo>
                <a:lnTo>
                  <a:pt x="1302527" y="777568"/>
                </a:lnTo>
                <a:lnTo>
                  <a:pt x="1303126" y="777709"/>
                </a:lnTo>
                <a:lnTo>
                  <a:pt x="1303709" y="777851"/>
                </a:lnTo>
                <a:lnTo>
                  <a:pt x="1304274" y="777994"/>
                </a:lnTo>
                <a:lnTo>
                  <a:pt x="1304823" y="778137"/>
                </a:lnTo>
                <a:lnTo>
                  <a:pt x="1305355" y="778281"/>
                </a:lnTo>
                <a:lnTo>
                  <a:pt x="1305871" y="778425"/>
                </a:lnTo>
                <a:lnTo>
                  <a:pt x="1306370" y="778570"/>
                </a:lnTo>
                <a:lnTo>
                  <a:pt x="1306852" y="778715"/>
                </a:lnTo>
                <a:lnTo>
                  <a:pt x="1307318" y="778861"/>
                </a:lnTo>
                <a:lnTo>
                  <a:pt x="1307766" y="779008"/>
                </a:lnTo>
                <a:lnTo>
                  <a:pt x="1308214" y="779156"/>
                </a:lnTo>
                <a:lnTo>
                  <a:pt x="1308651" y="779306"/>
                </a:lnTo>
                <a:lnTo>
                  <a:pt x="1309075" y="779458"/>
                </a:lnTo>
                <a:lnTo>
                  <a:pt x="1309488" y="779613"/>
                </a:lnTo>
                <a:lnTo>
                  <a:pt x="1309889" y="779770"/>
                </a:lnTo>
                <a:lnTo>
                  <a:pt x="1310279" y="779929"/>
                </a:lnTo>
                <a:lnTo>
                  <a:pt x="1310657" y="780090"/>
                </a:lnTo>
                <a:lnTo>
                  <a:pt x="1311023" y="780254"/>
                </a:lnTo>
                <a:lnTo>
                  <a:pt x="1311378" y="780419"/>
                </a:lnTo>
                <a:lnTo>
                  <a:pt x="1311721" y="780587"/>
                </a:lnTo>
                <a:lnTo>
                  <a:pt x="1312052" y="780758"/>
                </a:lnTo>
                <a:lnTo>
                  <a:pt x="1312371" y="780930"/>
                </a:lnTo>
                <a:lnTo>
                  <a:pt x="1312679" y="781105"/>
                </a:lnTo>
                <a:lnTo>
                  <a:pt x="1312975" y="781282"/>
                </a:lnTo>
                <a:lnTo>
                  <a:pt x="1313260" y="781461"/>
                </a:lnTo>
                <a:lnTo>
                  <a:pt x="1313532" y="781642"/>
                </a:lnTo>
                <a:lnTo>
                  <a:pt x="1313794" y="781825"/>
                </a:lnTo>
                <a:lnTo>
                  <a:pt x="1314043" y="782011"/>
                </a:lnTo>
                <a:lnTo>
                  <a:pt x="1314281" y="782199"/>
                </a:lnTo>
                <a:lnTo>
                  <a:pt x="1314507" y="782389"/>
                </a:lnTo>
                <a:lnTo>
                  <a:pt x="1314721" y="782582"/>
                </a:lnTo>
                <a:lnTo>
                  <a:pt x="1314924" y="782776"/>
                </a:lnTo>
                <a:lnTo>
                  <a:pt x="1315115" y="782973"/>
                </a:lnTo>
                <a:lnTo>
                  <a:pt x="1315294" y="783172"/>
                </a:lnTo>
                <a:lnTo>
                  <a:pt x="1315464" y="783375"/>
                </a:lnTo>
                <a:lnTo>
                  <a:pt x="1315627" y="783582"/>
                </a:lnTo>
                <a:lnTo>
                  <a:pt x="1315782" y="783793"/>
                </a:lnTo>
                <a:lnTo>
                  <a:pt x="1315931" y="784009"/>
                </a:lnTo>
                <a:lnTo>
                  <a:pt x="1316072" y="784229"/>
                </a:lnTo>
                <a:lnTo>
                  <a:pt x="1316205" y="784454"/>
                </a:lnTo>
                <a:lnTo>
                  <a:pt x="1316332" y="784683"/>
                </a:lnTo>
                <a:lnTo>
                  <a:pt x="1316451" y="784916"/>
                </a:lnTo>
                <a:lnTo>
                  <a:pt x="1316563" y="785155"/>
                </a:lnTo>
                <a:lnTo>
                  <a:pt x="1316668" y="785397"/>
                </a:lnTo>
                <a:lnTo>
                  <a:pt x="1316766" y="785644"/>
                </a:lnTo>
                <a:lnTo>
                  <a:pt x="1316856" y="785895"/>
                </a:lnTo>
                <a:lnTo>
                  <a:pt x="1316939" y="786151"/>
                </a:lnTo>
                <a:lnTo>
                  <a:pt x="1317015" y="786411"/>
                </a:lnTo>
                <a:lnTo>
                  <a:pt x="1317084" y="786676"/>
                </a:lnTo>
                <a:lnTo>
                  <a:pt x="1317145" y="786945"/>
                </a:lnTo>
                <a:lnTo>
                  <a:pt x="1317199" y="787219"/>
                </a:lnTo>
                <a:lnTo>
                  <a:pt x="1317246" y="787497"/>
                </a:lnTo>
                <a:lnTo>
                  <a:pt x="1317286" y="787779"/>
                </a:lnTo>
                <a:lnTo>
                  <a:pt x="1317319" y="788066"/>
                </a:lnTo>
                <a:lnTo>
                  <a:pt x="1317344" y="788358"/>
                </a:lnTo>
                <a:lnTo>
                  <a:pt x="1317362" y="788654"/>
                </a:lnTo>
                <a:lnTo>
                  <a:pt x="1317373" y="788954"/>
                </a:lnTo>
                <a:lnTo>
                  <a:pt x="1317377" y="789259"/>
                </a:lnTo>
                <a:lnTo>
                  <a:pt x="1317368" y="789722"/>
                </a:lnTo>
                <a:lnTo>
                  <a:pt x="1317341" y="790179"/>
                </a:lnTo>
                <a:lnTo>
                  <a:pt x="1317296" y="790628"/>
                </a:lnTo>
                <a:lnTo>
                  <a:pt x="1317234" y="791070"/>
                </a:lnTo>
                <a:lnTo>
                  <a:pt x="1317154" y="791504"/>
                </a:lnTo>
                <a:lnTo>
                  <a:pt x="1317056" y="791932"/>
                </a:lnTo>
                <a:lnTo>
                  <a:pt x="1316941" y="792352"/>
                </a:lnTo>
                <a:lnTo>
                  <a:pt x="1316807" y="792765"/>
                </a:lnTo>
                <a:lnTo>
                  <a:pt x="1316656" y="793170"/>
                </a:lnTo>
                <a:lnTo>
                  <a:pt x="1316487" y="793569"/>
                </a:lnTo>
                <a:lnTo>
                  <a:pt x="1316300" y="793960"/>
                </a:lnTo>
                <a:lnTo>
                  <a:pt x="1316095" y="794344"/>
                </a:lnTo>
                <a:lnTo>
                  <a:pt x="1315873" y="794721"/>
                </a:lnTo>
                <a:lnTo>
                  <a:pt x="1315632" y="795091"/>
                </a:lnTo>
                <a:lnTo>
                  <a:pt x="1315374" y="795453"/>
                </a:lnTo>
                <a:lnTo>
                  <a:pt x="1315099" y="795808"/>
                </a:lnTo>
                <a:lnTo>
                  <a:pt x="1314805" y="796156"/>
                </a:lnTo>
                <a:lnTo>
                  <a:pt x="1314493" y="796496"/>
                </a:lnTo>
                <a:lnTo>
                  <a:pt x="1314164" y="796830"/>
                </a:lnTo>
                <a:lnTo>
                  <a:pt x="1313817" y="797156"/>
                </a:lnTo>
                <a:lnTo>
                  <a:pt x="1313452" y="797475"/>
                </a:lnTo>
                <a:lnTo>
                  <a:pt x="1313070" y="797787"/>
                </a:lnTo>
                <a:lnTo>
                  <a:pt x="1312669" y="798091"/>
                </a:lnTo>
                <a:lnTo>
                  <a:pt x="1312251" y="798388"/>
                </a:lnTo>
                <a:lnTo>
                  <a:pt x="1311829" y="798663"/>
                </a:lnTo>
                <a:lnTo>
                  <a:pt x="1311390" y="798926"/>
                </a:lnTo>
                <a:lnTo>
                  <a:pt x="1310935" y="799177"/>
                </a:lnTo>
                <a:lnTo>
                  <a:pt x="1310463" y="799416"/>
                </a:lnTo>
                <a:lnTo>
                  <a:pt x="1309974" y="799644"/>
                </a:lnTo>
                <a:lnTo>
                  <a:pt x="1309468" y="799860"/>
                </a:lnTo>
                <a:lnTo>
                  <a:pt x="1308946" y="800064"/>
                </a:lnTo>
                <a:lnTo>
                  <a:pt x="1308407" y="800257"/>
                </a:lnTo>
                <a:lnTo>
                  <a:pt x="1307851" y="800438"/>
                </a:lnTo>
                <a:lnTo>
                  <a:pt x="1307279" y="800607"/>
                </a:lnTo>
                <a:lnTo>
                  <a:pt x="1306690" y="800765"/>
                </a:lnTo>
                <a:lnTo>
                  <a:pt x="1306085" y="800911"/>
                </a:lnTo>
                <a:lnTo>
                  <a:pt x="1305462" y="801045"/>
                </a:lnTo>
                <a:lnTo>
                  <a:pt x="1304823" y="801168"/>
                </a:lnTo>
                <a:lnTo>
                  <a:pt x="1304168" y="801279"/>
                </a:lnTo>
                <a:lnTo>
                  <a:pt x="1303495" y="801378"/>
                </a:lnTo>
                <a:lnTo>
                  <a:pt x="1302806" y="801466"/>
                </a:lnTo>
                <a:lnTo>
                  <a:pt x="1302100" y="801542"/>
                </a:lnTo>
                <a:lnTo>
                  <a:pt x="1301378" y="801606"/>
                </a:lnTo>
                <a:lnTo>
                  <a:pt x="1300639" y="801659"/>
                </a:lnTo>
                <a:lnTo>
                  <a:pt x="1299883" y="801699"/>
                </a:lnTo>
                <a:lnTo>
                  <a:pt x="1299111" y="801729"/>
                </a:lnTo>
                <a:lnTo>
                  <a:pt x="1298321" y="801746"/>
                </a:lnTo>
                <a:lnTo>
                  <a:pt x="1297516" y="801752"/>
                </a:lnTo>
                <a:lnTo>
                  <a:pt x="1296617" y="801746"/>
                </a:lnTo>
                <a:lnTo>
                  <a:pt x="1295735" y="801726"/>
                </a:lnTo>
                <a:lnTo>
                  <a:pt x="1294870" y="801694"/>
                </a:lnTo>
                <a:lnTo>
                  <a:pt x="1294023" y="801650"/>
                </a:lnTo>
                <a:lnTo>
                  <a:pt x="1293193" y="801592"/>
                </a:lnTo>
                <a:lnTo>
                  <a:pt x="1292380" y="801522"/>
                </a:lnTo>
                <a:lnTo>
                  <a:pt x="1291585" y="801439"/>
                </a:lnTo>
                <a:lnTo>
                  <a:pt x="1290806" y="801343"/>
                </a:lnTo>
                <a:lnTo>
                  <a:pt x="1290045" y="801234"/>
                </a:lnTo>
                <a:lnTo>
                  <a:pt x="1289301" y="801112"/>
                </a:lnTo>
                <a:lnTo>
                  <a:pt x="1288575" y="800978"/>
                </a:lnTo>
                <a:lnTo>
                  <a:pt x="1287865" y="800831"/>
                </a:lnTo>
                <a:lnTo>
                  <a:pt x="1287173" y="800671"/>
                </a:lnTo>
                <a:lnTo>
                  <a:pt x="1286498" y="800498"/>
                </a:lnTo>
                <a:lnTo>
                  <a:pt x="1285841" y="800313"/>
                </a:lnTo>
                <a:lnTo>
                  <a:pt x="1285200" y="800115"/>
                </a:lnTo>
                <a:lnTo>
                  <a:pt x="1284577" y="799904"/>
                </a:lnTo>
                <a:lnTo>
                  <a:pt x="1283971" y="799680"/>
                </a:lnTo>
                <a:lnTo>
                  <a:pt x="1283383" y="799443"/>
                </a:lnTo>
                <a:lnTo>
                  <a:pt x="1282811" y="799194"/>
                </a:lnTo>
                <a:lnTo>
                  <a:pt x="1282257" y="798932"/>
                </a:lnTo>
                <a:lnTo>
                  <a:pt x="1281720" y="798657"/>
                </a:lnTo>
                <a:lnTo>
                  <a:pt x="1281200" y="798369"/>
                </a:lnTo>
                <a:lnTo>
                  <a:pt x="1280698" y="798068"/>
                </a:lnTo>
                <a:lnTo>
                  <a:pt x="1280227" y="797743"/>
                </a:lnTo>
                <a:lnTo>
                  <a:pt x="1279777" y="797407"/>
                </a:lnTo>
                <a:lnTo>
                  <a:pt x="1279346" y="797062"/>
                </a:lnTo>
                <a:lnTo>
                  <a:pt x="1278936" y="796707"/>
                </a:lnTo>
                <a:lnTo>
                  <a:pt x="1278546" y="796341"/>
                </a:lnTo>
                <a:lnTo>
                  <a:pt x="1278175" y="795966"/>
                </a:lnTo>
                <a:lnTo>
                  <a:pt x="1277825" y="795580"/>
                </a:lnTo>
                <a:lnTo>
                  <a:pt x="1277494" y="795185"/>
                </a:lnTo>
                <a:lnTo>
                  <a:pt x="1277184" y="794780"/>
                </a:lnTo>
                <a:lnTo>
                  <a:pt x="1276894" y="794364"/>
                </a:lnTo>
                <a:lnTo>
                  <a:pt x="1276624" y="793939"/>
                </a:lnTo>
                <a:lnTo>
                  <a:pt x="1276373" y="793503"/>
                </a:lnTo>
                <a:lnTo>
                  <a:pt x="1276143" y="793058"/>
                </a:lnTo>
                <a:lnTo>
                  <a:pt x="1275933" y="792602"/>
                </a:lnTo>
                <a:lnTo>
                  <a:pt x="1275743" y="792137"/>
                </a:lnTo>
                <a:lnTo>
                  <a:pt x="1275572" y="791661"/>
                </a:lnTo>
                <a:lnTo>
                  <a:pt x="1275422" y="791176"/>
                </a:lnTo>
                <a:lnTo>
                  <a:pt x="1275292" y="790680"/>
                </a:lnTo>
                <a:lnTo>
                  <a:pt x="1275182" y="790175"/>
                </a:lnTo>
                <a:lnTo>
                  <a:pt x="1275092" y="789659"/>
                </a:lnTo>
                <a:lnTo>
                  <a:pt x="1275022" y="789134"/>
                </a:lnTo>
                <a:lnTo>
                  <a:pt x="1274972" y="788598"/>
                </a:lnTo>
                <a:lnTo>
                  <a:pt x="1274942" y="788053"/>
                </a:lnTo>
                <a:lnTo>
                  <a:pt x="1274932" y="787497"/>
                </a:lnTo>
                <a:lnTo>
                  <a:pt x="1274932" y="785895"/>
                </a:lnTo>
                <a:lnTo>
                  <a:pt x="1261157" y="785895"/>
                </a:lnTo>
                <a:lnTo>
                  <a:pt x="1261144" y="785988"/>
                </a:lnTo>
                <a:lnTo>
                  <a:pt x="1261132" y="786081"/>
                </a:lnTo>
                <a:lnTo>
                  <a:pt x="1261120" y="786173"/>
                </a:lnTo>
                <a:lnTo>
                  <a:pt x="1261108" y="786265"/>
                </a:lnTo>
                <a:lnTo>
                  <a:pt x="1261097" y="786355"/>
                </a:lnTo>
                <a:lnTo>
                  <a:pt x="1261087" y="786446"/>
                </a:lnTo>
                <a:lnTo>
                  <a:pt x="1261077" y="786536"/>
                </a:lnTo>
                <a:lnTo>
                  <a:pt x="1261068" y="786625"/>
                </a:lnTo>
                <a:lnTo>
                  <a:pt x="1261060" y="786714"/>
                </a:lnTo>
                <a:lnTo>
                  <a:pt x="1261052" y="786802"/>
                </a:lnTo>
                <a:lnTo>
                  <a:pt x="1261044" y="786889"/>
                </a:lnTo>
                <a:lnTo>
                  <a:pt x="1261037" y="786976"/>
                </a:lnTo>
                <a:lnTo>
                  <a:pt x="1261031" y="787063"/>
                </a:lnTo>
                <a:lnTo>
                  <a:pt x="1261025" y="787149"/>
                </a:lnTo>
                <a:lnTo>
                  <a:pt x="1261020" y="787234"/>
                </a:lnTo>
                <a:lnTo>
                  <a:pt x="1261015" y="787319"/>
                </a:lnTo>
                <a:lnTo>
                  <a:pt x="1261011" y="787403"/>
                </a:lnTo>
                <a:lnTo>
                  <a:pt x="1261007" y="787487"/>
                </a:lnTo>
                <a:lnTo>
                  <a:pt x="1261004" y="787570"/>
                </a:lnTo>
                <a:lnTo>
                  <a:pt x="1261002" y="787653"/>
                </a:lnTo>
                <a:lnTo>
                  <a:pt x="1261000" y="787735"/>
                </a:lnTo>
                <a:lnTo>
                  <a:pt x="1260998" y="787816"/>
                </a:lnTo>
                <a:lnTo>
                  <a:pt x="1260997" y="787897"/>
                </a:lnTo>
                <a:lnTo>
                  <a:pt x="1260997" y="787977"/>
                </a:lnTo>
                <a:lnTo>
                  <a:pt x="1260997" y="788057"/>
                </a:lnTo>
                <a:lnTo>
                  <a:pt x="1260997" y="788134"/>
                </a:lnTo>
                <a:lnTo>
                  <a:pt x="1260997" y="788210"/>
                </a:lnTo>
                <a:lnTo>
                  <a:pt x="1260997" y="788284"/>
                </a:lnTo>
                <a:lnTo>
                  <a:pt x="1260997" y="788357"/>
                </a:lnTo>
                <a:lnTo>
                  <a:pt x="1260997" y="788428"/>
                </a:lnTo>
                <a:lnTo>
                  <a:pt x="1260997" y="788497"/>
                </a:lnTo>
                <a:lnTo>
                  <a:pt x="1260997" y="788565"/>
                </a:lnTo>
                <a:lnTo>
                  <a:pt x="1260997" y="788631"/>
                </a:lnTo>
                <a:lnTo>
                  <a:pt x="1260997" y="788695"/>
                </a:lnTo>
                <a:lnTo>
                  <a:pt x="1260997" y="788757"/>
                </a:lnTo>
                <a:lnTo>
                  <a:pt x="1260997" y="788818"/>
                </a:lnTo>
                <a:lnTo>
                  <a:pt x="1260997" y="788878"/>
                </a:lnTo>
                <a:lnTo>
                  <a:pt x="1260997" y="788935"/>
                </a:lnTo>
                <a:lnTo>
                  <a:pt x="1260997" y="788991"/>
                </a:lnTo>
                <a:lnTo>
                  <a:pt x="1260997" y="789045"/>
                </a:lnTo>
                <a:lnTo>
                  <a:pt x="1260997" y="789098"/>
                </a:lnTo>
                <a:lnTo>
                  <a:pt x="1260997" y="789149"/>
                </a:lnTo>
                <a:lnTo>
                  <a:pt x="1260997" y="789198"/>
                </a:lnTo>
                <a:lnTo>
                  <a:pt x="1260997" y="789245"/>
                </a:lnTo>
                <a:lnTo>
                  <a:pt x="1260997" y="789291"/>
                </a:lnTo>
                <a:lnTo>
                  <a:pt x="1260997" y="789336"/>
                </a:lnTo>
                <a:lnTo>
                  <a:pt x="1260997" y="789378"/>
                </a:lnTo>
                <a:lnTo>
                  <a:pt x="1260997" y="789419"/>
                </a:lnTo>
                <a:lnTo>
                  <a:pt x="1261005" y="790030"/>
                </a:lnTo>
                <a:lnTo>
                  <a:pt x="1261027" y="790634"/>
                </a:lnTo>
                <a:lnTo>
                  <a:pt x="1261065" y="791231"/>
                </a:lnTo>
                <a:lnTo>
                  <a:pt x="1261117" y="791822"/>
                </a:lnTo>
                <a:lnTo>
                  <a:pt x="1261185" y="792405"/>
                </a:lnTo>
                <a:lnTo>
                  <a:pt x="1261267" y="792983"/>
                </a:lnTo>
                <a:lnTo>
                  <a:pt x="1261365" y="793553"/>
                </a:lnTo>
                <a:lnTo>
                  <a:pt x="1261478" y="794117"/>
                </a:lnTo>
                <a:lnTo>
                  <a:pt x="1261605" y="794675"/>
                </a:lnTo>
                <a:lnTo>
                  <a:pt x="1261748" y="795225"/>
                </a:lnTo>
                <a:lnTo>
                  <a:pt x="1261906" y="795769"/>
                </a:lnTo>
                <a:lnTo>
                  <a:pt x="1262078" y="796306"/>
                </a:lnTo>
                <a:lnTo>
                  <a:pt x="1262266" y="796837"/>
                </a:lnTo>
                <a:lnTo>
                  <a:pt x="1262469" y="797361"/>
                </a:lnTo>
                <a:lnTo>
                  <a:pt x="1262686" y="797878"/>
                </a:lnTo>
                <a:lnTo>
                  <a:pt x="1262919" y="798388"/>
                </a:lnTo>
                <a:lnTo>
                  <a:pt x="1263167" y="798892"/>
                </a:lnTo>
                <a:lnTo>
                  <a:pt x="1263430" y="799390"/>
                </a:lnTo>
                <a:lnTo>
                  <a:pt x="1263707" y="799880"/>
                </a:lnTo>
                <a:lnTo>
                  <a:pt x="1264000" y="800364"/>
                </a:lnTo>
                <a:lnTo>
                  <a:pt x="1264308" y="800841"/>
                </a:lnTo>
                <a:lnTo>
                  <a:pt x="1264631" y="801312"/>
                </a:lnTo>
                <a:lnTo>
                  <a:pt x="1264969" y="801775"/>
                </a:lnTo>
                <a:lnTo>
                  <a:pt x="1265322" y="802232"/>
                </a:lnTo>
                <a:lnTo>
                  <a:pt x="1265701" y="802669"/>
                </a:lnTo>
                <a:lnTo>
                  <a:pt x="1266091" y="803097"/>
                </a:lnTo>
                <a:lnTo>
                  <a:pt x="1266493" y="803516"/>
                </a:lnTo>
                <a:lnTo>
                  <a:pt x="1266906" y="803928"/>
                </a:lnTo>
                <a:lnTo>
                  <a:pt x="1267329" y="804331"/>
                </a:lnTo>
                <a:lnTo>
                  <a:pt x="1267764" y="804725"/>
                </a:lnTo>
                <a:lnTo>
                  <a:pt x="1268210" y="805111"/>
                </a:lnTo>
                <a:lnTo>
                  <a:pt x="1268667" y="805489"/>
                </a:lnTo>
                <a:lnTo>
                  <a:pt x="1269136" y="805859"/>
                </a:lnTo>
                <a:lnTo>
                  <a:pt x="1269615" y="806220"/>
                </a:lnTo>
                <a:lnTo>
                  <a:pt x="1270105" y="806573"/>
                </a:lnTo>
                <a:lnTo>
                  <a:pt x="1270607" y="806917"/>
                </a:lnTo>
                <a:lnTo>
                  <a:pt x="1271120" y="807254"/>
                </a:lnTo>
                <a:lnTo>
                  <a:pt x="1271644" y="807581"/>
                </a:lnTo>
                <a:lnTo>
                  <a:pt x="1272179" y="807901"/>
                </a:lnTo>
                <a:lnTo>
                  <a:pt x="1272725" y="808212"/>
                </a:lnTo>
                <a:lnTo>
                  <a:pt x="1273282" y="808515"/>
                </a:lnTo>
                <a:lnTo>
                  <a:pt x="1273851" y="808809"/>
                </a:lnTo>
                <a:lnTo>
                  <a:pt x="1274430" y="809096"/>
                </a:lnTo>
                <a:lnTo>
                  <a:pt x="1275021" y="809373"/>
                </a:lnTo>
                <a:lnTo>
                  <a:pt x="1275622" y="809643"/>
                </a:lnTo>
                <a:lnTo>
                  <a:pt x="1276235" y="809904"/>
                </a:lnTo>
                <a:lnTo>
                  <a:pt x="1276859" y="810157"/>
                </a:lnTo>
                <a:lnTo>
                  <a:pt x="1277494" y="810401"/>
                </a:lnTo>
                <a:lnTo>
                  <a:pt x="1278152" y="810623"/>
                </a:lnTo>
                <a:lnTo>
                  <a:pt x="1278818" y="810836"/>
                </a:lnTo>
                <a:lnTo>
                  <a:pt x="1279492" y="811039"/>
                </a:lnTo>
                <a:lnTo>
                  <a:pt x="1280173" y="811233"/>
                </a:lnTo>
                <a:lnTo>
                  <a:pt x="1280862" y="811417"/>
                </a:lnTo>
                <a:lnTo>
                  <a:pt x="1281559" y="811592"/>
                </a:lnTo>
                <a:lnTo>
                  <a:pt x="1282263" y="811758"/>
                </a:lnTo>
                <a:lnTo>
                  <a:pt x="1282976" y="811914"/>
                </a:lnTo>
                <a:lnTo>
                  <a:pt x="1283696" y="812060"/>
                </a:lnTo>
                <a:lnTo>
                  <a:pt x="1284424" y="812197"/>
                </a:lnTo>
                <a:lnTo>
                  <a:pt x="1285160" y="812325"/>
                </a:lnTo>
                <a:lnTo>
                  <a:pt x="1285903" y="812443"/>
                </a:lnTo>
                <a:lnTo>
                  <a:pt x="1286655" y="812552"/>
                </a:lnTo>
                <a:lnTo>
                  <a:pt x="1287414" y="812651"/>
                </a:lnTo>
                <a:lnTo>
                  <a:pt x="1288181" y="812741"/>
                </a:lnTo>
                <a:lnTo>
                  <a:pt x="1288955" y="812821"/>
                </a:lnTo>
                <a:lnTo>
                  <a:pt x="1289738" y="812892"/>
                </a:lnTo>
                <a:lnTo>
                  <a:pt x="1290528" y="812954"/>
                </a:lnTo>
                <a:lnTo>
                  <a:pt x="1291326" y="813006"/>
                </a:lnTo>
                <a:lnTo>
                  <a:pt x="1292132" y="813048"/>
                </a:lnTo>
                <a:lnTo>
                  <a:pt x="1292946" y="813081"/>
                </a:lnTo>
                <a:lnTo>
                  <a:pt x="1293767" y="813105"/>
                </a:lnTo>
                <a:lnTo>
                  <a:pt x="1294596" y="813119"/>
                </a:lnTo>
                <a:lnTo>
                  <a:pt x="1295433" y="813124"/>
                </a:lnTo>
                <a:lnTo>
                  <a:pt x="1296389" y="813119"/>
                </a:lnTo>
                <a:lnTo>
                  <a:pt x="1297332" y="813105"/>
                </a:lnTo>
                <a:lnTo>
                  <a:pt x="1298264" y="813081"/>
                </a:lnTo>
                <a:lnTo>
                  <a:pt x="1299184" y="813048"/>
                </a:lnTo>
                <a:lnTo>
                  <a:pt x="1300092" y="813006"/>
                </a:lnTo>
                <a:lnTo>
                  <a:pt x="1300989" y="812954"/>
                </a:lnTo>
                <a:lnTo>
                  <a:pt x="1301874" y="812892"/>
                </a:lnTo>
                <a:close/>
                <a:moveTo>
                  <a:pt x="1206704" y="812797"/>
                </a:moveTo>
                <a:lnTo>
                  <a:pt x="1207545" y="812697"/>
                </a:lnTo>
                <a:lnTo>
                  <a:pt x="1208377" y="812583"/>
                </a:lnTo>
                <a:lnTo>
                  <a:pt x="1209197" y="812457"/>
                </a:lnTo>
                <a:lnTo>
                  <a:pt x="1210007" y="812316"/>
                </a:lnTo>
                <a:lnTo>
                  <a:pt x="1210807" y="812163"/>
                </a:lnTo>
                <a:lnTo>
                  <a:pt x="1211595" y="811996"/>
                </a:lnTo>
                <a:lnTo>
                  <a:pt x="1212374" y="811816"/>
                </a:lnTo>
                <a:lnTo>
                  <a:pt x="1213142" y="811622"/>
                </a:lnTo>
                <a:lnTo>
                  <a:pt x="1213899" y="811416"/>
                </a:lnTo>
                <a:lnTo>
                  <a:pt x="1214645" y="811195"/>
                </a:lnTo>
                <a:lnTo>
                  <a:pt x="1215381" y="810962"/>
                </a:lnTo>
                <a:lnTo>
                  <a:pt x="1216107" y="810715"/>
                </a:lnTo>
                <a:lnTo>
                  <a:pt x="1216822" y="810455"/>
                </a:lnTo>
                <a:lnTo>
                  <a:pt x="1217526" y="810181"/>
                </a:lnTo>
                <a:lnTo>
                  <a:pt x="1218220" y="809894"/>
                </a:lnTo>
                <a:lnTo>
                  <a:pt x="1218903" y="809594"/>
                </a:lnTo>
                <a:lnTo>
                  <a:pt x="1219576" y="809280"/>
                </a:lnTo>
                <a:lnTo>
                  <a:pt x="1220250" y="808954"/>
                </a:lnTo>
                <a:lnTo>
                  <a:pt x="1220912" y="808617"/>
                </a:lnTo>
                <a:lnTo>
                  <a:pt x="1221561" y="808269"/>
                </a:lnTo>
                <a:lnTo>
                  <a:pt x="1222197" y="807910"/>
                </a:lnTo>
                <a:lnTo>
                  <a:pt x="1222820" y="807539"/>
                </a:lnTo>
                <a:lnTo>
                  <a:pt x="1223430" y="807158"/>
                </a:lnTo>
                <a:lnTo>
                  <a:pt x="1224028" y="806765"/>
                </a:lnTo>
                <a:lnTo>
                  <a:pt x="1224612" y="806361"/>
                </a:lnTo>
                <a:lnTo>
                  <a:pt x="1225184" y="805946"/>
                </a:lnTo>
                <a:lnTo>
                  <a:pt x="1225744" y="805520"/>
                </a:lnTo>
                <a:lnTo>
                  <a:pt x="1226290" y="805083"/>
                </a:lnTo>
                <a:lnTo>
                  <a:pt x="1226824" y="804635"/>
                </a:lnTo>
                <a:lnTo>
                  <a:pt x="1227344" y="804176"/>
                </a:lnTo>
                <a:lnTo>
                  <a:pt x="1227852" y="803705"/>
                </a:lnTo>
                <a:lnTo>
                  <a:pt x="1228348" y="803224"/>
                </a:lnTo>
                <a:lnTo>
                  <a:pt x="1228830" y="802731"/>
                </a:lnTo>
                <a:lnTo>
                  <a:pt x="1229300" y="802227"/>
                </a:lnTo>
                <a:lnTo>
                  <a:pt x="1229757" y="801712"/>
                </a:lnTo>
                <a:lnTo>
                  <a:pt x="1230201" y="801186"/>
                </a:lnTo>
                <a:lnTo>
                  <a:pt x="1230632" y="800649"/>
                </a:lnTo>
                <a:lnTo>
                  <a:pt x="1231051" y="800100"/>
                </a:lnTo>
                <a:lnTo>
                  <a:pt x="1231456" y="799541"/>
                </a:lnTo>
                <a:lnTo>
                  <a:pt x="1231849" y="798970"/>
                </a:lnTo>
                <a:lnTo>
                  <a:pt x="1232229" y="798388"/>
                </a:lnTo>
                <a:lnTo>
                  <a:pt x="1232608" y="797783"/>
                </a:lnTo>
                <a:lnTo>
                  <a:pt x="1232971" y="797169"/>
                </a:lnTo>
                <a:lnTo>
                  <a:pt x="1233318" y="796547"/>
                </a:lnTo>
                <a:lnTo>
                  <a:pt x="1233649" y="795915"/>
                </a:lnTo>
                <a:lnTo>
                  <a:pt x="1233963" y="795274"/>
                </a:lnTo>
                <a:lnTo>
                  <a:pt x="1234261" y="794624"/>
                </a:lnTo>
                <a:lnTo>
                  <a:pt x="1234544" y="793966"/>
                </a:lnTo>
                <a:lnTo>
                  <a:pt x="1234810" y="793299"/>
                </a:lnTo>
                <a:lnTo>
                  <a:pt x="1235060" y="792622"/>
                </a:lnTo>
                <a:lnTo>
                  <a:pt x="1235294" y="791937"/>
                </a:lnTo>
                <a:lnTo>
                  <a:pt x="1235511" y="791243"/>
                </a:lnTo>
                <a:lnTo>
                  <a:pt x="1235713" y="790540"/>
                </a:lnTo>
                <a:lnTo>
                  <a:pt x="1235898" y="789828"/>
                </a:lnTo>
                <a:lnTo>
                  <a:pt x="1236068" y="789108"/>
                </a:lnTo>
                <a:lnTo>
                  <a:pt x="1236221" y="788378"/>
                </a:lnTo>
                <a:lnTo>
                  <a:pt x="1236358" y="787639"/>
                </a:lnTo>
                <a:lnTo>
                  <a:pt x="1236479" y="786892"/>
                </a:lnTo>
                <a:lnTo>
                  <a:pt x="1236584" y="786136"/>
                </a:lnTo>
                <a:lnTo>
                  <a:pt x="1236673" y="785370"/>
                </a:lnTo>
                <a:lnTo>
                  <a:pt x="1236745" y="784596"/>
                </a:lnTo>
                <a:lnTo>
                  <a:pt x="1236802" y="783813"/>
                </a:lnTo>
                <a:lnTo>
                  <a:pt x="1236842" y="783021"/>
                </a:lnTo>
                <a:lnTo>
                  <a:pt x="1236866" y="782220"/>
                </a:lnTo>
                <a:lnTo>
                  <a:pt x="1236874" y="781411"/>
                </a:lnTo>
                <a:lnTo>
                  <a:pt x="1221818" y="781411"/>
                </a:lnTo>
                <a:lnTo>
                  <a:pt x="1221809" y="782269"/>
                </a:lnTo>
                <a:lnTo>
                  <a:pt x="1221781" y="783108"/>
                </a:lnTo>
                <a:lnTo>
                  <a:pt x="1221733" y="783928"/>
                </a:lnTo>
                <a:lnTo>
                  <a:pt x="1221667" y="784730"/>
                </a:lnTo>
                <a:lnTo>
                  <a:pt x="1221582" y="785512"/>
                </a:lnTo>
                <a:lnTo>
                  <a:pt x="1221478" y="786276"/>
                </a:lnTo>
                <a:lnTo>
                  <a:pt x="1221355" y="787020"/>
                </a:lnTo>
                <a:lnTo>
                  <a:pt x="1221213" y="787746"/>
                </a:lnTo>
                <a:lnTo>
                  <a:pt x="1221053" y="788453"/>
                </a:lnTo>
                <a:lnTo>
                  <a:pt x="1220873" y="789141"/>
                </a:lnTo>
                <a:lnTo>
                  <a:pt x="1220674" y="789810"/>
                </a:lnTo>
                <a:lnTo>
                  <a:pt x="1220457" y="790460"/>
                </a:lnTo>
                <a:lnTo>
                  <a:pt x="1220221" y="791091"/>
                </a:lnTo>
                <a:lnTo>
                  <a:pt x="1219965" y="791704"/>
                </a:lnTo>
                <a:lnTo>
                  <a:pt x="1219691" y="792297"/>
                </a:lnTo>
                <a:lnTo>
                  <a:pt x="1219398" y="792872"/>
                </a:lnTo>
                <a:lnTo>
                  <a:pt x="1219086" y="793427"/>
                </a:lnTo>
                <a:lnTo>
                  <a:pt x="1218755" y="793964"/>
                </a:lnTo>
                <a:lnTo>
                  <a:pt x="1218405" y="794482"/>
                </a:lnTo>
                <a:lnTo>
                  <a:pt x="1218037" y="794980"/>
                </a:lnTo>
                <a:lnTo>
                  <a:pt x="1217649" y="795460"/>
                </a:lnTo>
                <a:lnTo>
                  <a:pt x="1217242" y="795921"/>
                </a:lnTo>
                <a:lnTo>
                  <a:pt x="1216817" y="796364"/>
                </a:lnTo>
                <a:lnTo>
                  <a:pt x="1216373" y="796787"/>
                </a:lnTo>
                <a:lnTo>
                  <a:pt x="1215923" y="797192"/>
                </a:lnTo>
                <a:lnTo>
                  <a:pt x="1215457" y="797580"/>
                </a:lnTo>
                <a:lnTo>
                  <a:pt x="1214974" y="797951"/>
                </a:lnTo>
                <a:lnTo>
                  <a:pt x="1214473" y="798304"/>
                </a:lnTo>
                <a:lnTo>
                  <a:pt x="1213955" y="798640"/>
                </a:lnTo>
                <a:lnTo>
                  <a:pt x="1213419" y="798959"/>
                </a:lnTo>
                <a:lnTo>
                  <a:pt x="1212867" y="799261"/>
                </a:lnTo>
                <a:lnTo>
                  <a:pt x="1212297" y="799545"/>
                </a:lnTo>
                <a:lnTo>
                  <a:pt x="1211710" y="799812"/>
                </a:lnTo>
                <a:lnTo>
                  <a:pt x="1211106" y="800062"/>
                </a:lnTo>
                <a:lnTo>
                  <a:pt x="1210484" y="800295"/>
                </a:lnTo>
                <a:lnTo>
                  <a:pt x="1209846" y="800511"/>
                </a:lnTo>
                <a:lnTo>
                  <a:pt x="1209190" y="800709"/>
                </a:lnTo>
                <a:lnTo>
                  <a:pt x="1208516" y="800890"/>
                </a:lnTo>
                <a:lnTo>
                  <a:pt x="1207826" y="801054"/>
                </a:lnTo>
                <a:lnTo>
                  <a:pt x="1207118" y="801200"/>
                </a:lnTo>
                <a:lnTo>
                  <a:pt x="1206393" y="801330"/>
                </a:lnTo>
                <a:lnTo>
                  <a:pt x="1205651" y="801442"/>
                </a:lnTo>
                <a:lnTo>
                  <a:pt x="1204892" y="801536"/>
                </a:lnTo>
                <a:lnTo>
                  <a:pt x="1204115" y="801614"/>
                </a:lnTo>
                <a:lnTo>
                  <a:pt x="1203321" y="801674"/>
                </a:lnTo>
                <a:lnTo>
                  <a:pt x="1202510" y="801718"/>
                </a:lnTo>
                <a:lnTo>
                  <a:pt x="1201682" y="801743"/>
                </a:lnTo>
                <a:lnTo>
                  <a:pt x="1200836" y="801752"/>
                </a:lnTo>
                <a:lnTo>
                  <a:pt x="1200068" y="801741"/>
                </a:lnTo>
                <a:lnTo>
                  <a:pt x="1199310" y="801706"/>
                </a:lnTo>
                <a:lnTo>
                  <a:pt x="1198564" y="801649"/>
                </a:lnTo>
                <a:lnTo>
                  <a:pt x="1197829" y="801570"/>
                </a:lnTo>
                <a:lnTo>
                  <a:pt x="1197104" y="801467"/>
                </a:lnTo>
                <a:lnTo>
                  <a:pt x="1196391" y="801342"/>
                </a:lnTo>
                <a:lnTo>
                  <a:pt x="1195690" y="801193"/>
                </a:lnTo>
                <a:lnTo>
                  <a:pt x="1194999" y="801022"/>
                </a:lnTo>
                <a:lnTo>
                  <a:pt x="1194319" y="800829"/>
                </a:lnTo>
                <a:lnTo>
                  <a:pt x="1193651" y="800612"/>
                </a:lnTo>
                <a:lnTo>
                  <a:pt x="1192993" y="800372"/>
                </a:lnTo>
                <a:lnTo>
                  <a:pt x="1192347" y="800110"/>
                </a:lnTo>
                <a:lnTo>
                  <a:pt x="1191712" y="799825"/>
                </a:lnTo>
                <a:lnTo>
                  <a:pt x="1191088" y="799517"/>
                </a:lnTo>
                <a:lnTo>
                  <a:pt x="1190475" y="799187"/>
                </a:lnTo>
                <a:lnTo>
                  <a:pt x="1189873" y="798833"/>
                </a:lnTo>
                <a:lnTo>
                  <a:pt x="1189283" y="798457"/>
                </a:lnTo>
                <a:lnTo>
                  <a:pt x="1188703" y="798058"/>
                </a:lnTo>
                <a:lnTo>
                  <a:pt x="1188135" y="797636"/>
                </a:lnTo>
                <a:lnTo>
                  <a:pt x="1187578" y="797192"/>
                </a:lnTo>
                <a:lnTo>
                  <a:pt x="1187032" y="796724"/>
                </a:lnTo>
                <a:lnTo>
                  <a:pt x="1186497" y="796234"/>
                </a:lnTo>
                <a:lnTo>
                  <a:pt x="1185973" y="795721"/>
                </a:lnTo>
                <a:lnTo>
                  <a:pt x="1185460" y="795185"/>
                </a:lnTo>
                <a:lnTo>
                  <a:pt x="1184963" y="794627"/>
                </a:lnTo>
                <a:lnTo>
                  <a:pt x="1184488" y="794048"/>
                </a:lnTo>
                <a:lnTo>
                  <a:pt x="1184033" y="793448"/>
                </a:lnTo>
                <a:lnTo>
                  <a:pt x="1183600" y="792827"/>
                </a:lnTo>
                <a:lnTo>
                  <a:pt x="1183188" y="792185"/>
                </a:lnTo>
                <a:lnTo>
                  <a:pt x="1182797" y="791521"/>
                </a:lnTo>
                <a:lnTo>
                  <a:pt x="1182427" y="790837"/>
                </a:lnTo>
                <a:lnTo>
                  <a:pt x="1182079" y="790131"/>
                </a:lnTo>
                <a:lnTo>
                  <a:pt x="1181751" y="789404"/>
                </a:lnTo>
                <a:lnTo>
                  <a:pt x="1181445" y="788656"/>
                </a:lnTo>
                <a:lnTo>
                  <a:pt x="1181159" y="787887"/>
                </a:lnTo>
                <a:lnTo>
                  <a:pt x="1180895" y="787097"/>
                </a:lnTo>
                <a:lnTo>
                  <a:pt x="1180652" y="786285"/>
                </a:lnTo>
                <a:lnTo>
                  <a:pt x="1180430" y="785453"/>
                </a:lnTo>
                <a:lnTo>
                  <a:pt x="1180229" y="784599"/>
                </a:lnTo>
                <a:lnTo>
                  <a:pt x="1180050" y="783724"/>
                </a:lnTo>
                <a:lnTo>
                  <a:pt x="1179891" y="782828"/>
                </a:lnTo>
                <a:lnTo>
                  <a:pt x="1179754" y="781911"/>
                </a:lnTo>
                <a:lnTo>
                  <a:pt x="1179638" y="780973"/>
                </a:lnTo>
                <a:lnTo>
                  <a:pt x="1179542" y="780014"/>
                </a:lnTo>
                <a:lnTo>
                  <a:pt x="1179469" y="779033"/>
                </a:lnTo>
                <a:lnTo>
                  <a:pt x="1179416" y="778031"/>
                </a:lnTo>
                <a:lnTo>
                  <a:pt x="1179384" y="777009"/>
                </a:lnTo>
                <a:lnTo>
                  <a:pt x="1179373" y="775965"/>
                </a:lnTo>
                <a:lnTo>
                  <a:pt x="1179373" y="773242"/>
                </a:lnTo>
                <a:lnTo>
                  <a:pt x="1236874" y="773242"/>
                </a:lnTo>
                <a:lnTo>
                  <a:pt x="1236874" y="762350"/>
                </a:lnTo>
                <a:lnTo>
                  <a:pt x="1236866" y="761527"/>
                </a:lnTo>
                <a:lnTo>
                  <a:pt x="1236843" y="760711"/>
                </a:lnTo>
                <a:lnTo>
                  <a:pt x="1236804" y="759903"/>
                </a:lnTo>
                <a:lnTo>
                  <a:pt x="1236750" y="759103"/>
                </a:lnTo>
                <a:lnTo>
                  <a:pt x="1236680" y="758310"/>
                </a:lnTo>
                <a:lnTo>
                  <a:pt x="1236594" y="757525"/>
                </a:lnTo>
                <a:lnTo>
                  <a:pt x="1236493" y="756748"/>
                </a:lnTo>
                <a:lnTo>
                  <a:pt x="1236376" y="755979"/>
                </a:lnTo>
                <a:lnTo>
                  <a:pt x="1236244" y="755218"/>
                </a:lnTo>
                <a:lnTo>
                  <a:pt x="1236096" y="754464"/>
                </a:lnTo>
                <a:lnTo>
                  <a:pt x="1235932" y="753719"/>
                </a:lnTo>
                <a:lnTo>
                  <a:pt x="1235753" y="752981"/>
                </a:lnTo>
                <a:lnTo>
                  <a:pt x="1235558" y="752250"/>
                </a:lnTo>
                <a:lnTo>
                  <a:pt x="1235348" y="751528"/>
                </a:lnTo>
                <a:lnTo>
                  <a:pt x="1235122" y="750813"/>
                </a:lnTo>
                <a:lnTo>
                  <a:pt x="1234881" y="750106"/>
                </a:lnTo>
                <a:lnTo>
                  <a:pt x="1234624" y="749407"/>
                </a:lnTo>
                <a:lnTo>
                  <a:pt x="1234351" y="748716"/>
                </a:lnTo>
                <a:lnTo>
                  <a:pt x="1234063" y="748033"/>
                </a:lnTo>
                <a:lnTo>
                  <a:pt x="1233760" y="747357"/>
                </a:lnTo>
                <a:lnTo>
                  <a:pt x="1233440" y="746689"/>
                </a:lnTo>
                <a:lnTo>
                  <a:pt x="1233106" y="746029"/>
                </a:lnTo>
                <a:lnTo>
                  <a:pt x="1232755" y="745376"/>
                </a:lnTo>
                <a:lnTo>
                  <a:pt x="1232389" y="744732"/>
                </a:lnTo>
                <a:lnTo>
                  <a:pt x="1232023" y="744097"/>
                </a:lnTo>
                <a:lnTo>
                  <a:pt x="1231643" y="743473"/>
                </a:lnTo>
                <a:lnTo>
                  <a:pt x="1231251" y="742860"/>
                </a:lnTo>
                <a:lnTo>
                  <a:pt x="1230846" y="742258"/>
                </a:lnTo>
                <a:lnTo>
                  <a:pt x="1230428" y="741668"/>
                </a:lnTo>
                <a:lnTo>
                  <a:pt x="1229997" y="741088"/>
                </a:lnTo>
                <a:lnTo>
                  <a:pt x="1229553" y="740520"/>
                </a:lnTo>
                <a:lnTo>
                  <a:pt x="1229097" y="739962"/>
                </a:lnTo>
                <a:lnTo>
                  <a:pt x="1228628" y="739416"/>
                </a:lnTo>
                <a:lnTo>
                  <a:pt x="1228146" y="738881"/>
                </a:lnTo>
                <a:lnTo>
                  <a:pt x="1227651" y="738357"/>
                </a:lnTo>
                <a:lnTo>
                  <a:pt x="1227144" y="737845"/>
                </a:lnTo>
                <a:lnTo>
                  <a:pt x="1226624" y="737343"/>
                </a:lnTo>
                <a:lnTo>
                  <a:pt x="1226090" y="736852"/>
                </a:lnTo>
                <a:lnTo>
                  <a:pt x="1225545" y="736373"/>
                </a:lnTo>
                <a:lnTo>
                  <a:pt x="1224986" y="735905"/>
                </a:lnTo>
                <a:lnTo>
                  <a:pt x="1224415" y="735448"/>
                </a:lnTo>
                <a:lnTo>
                  <a:pt x="1223830" y="735002"/>
                </a:lnTo>
                <a:lnTo>
                  <a:pt x="1223233" y="734567"/>
                </a:lnTo>
                <a:lnTo>
                  <a:pt x="1222623" y="734143"/>
                </a:lnTo>
                <a:lnTo>
                  <a:pt x="1222001" y="733730"/>
                </a:lnTo>
                <a:lnTo>
                  <a:pt x="1221365" y="733329"/>
                </a:lnTo>
                <a:lnTo>
                  <a:pt x="1220717" y="732938"/>
                </a:lnTo>
                <a:lnTo>
                  <a:pt x="1220056" y="732559"/>
                </a:lnTo>
                <a:lnTo>
                  <a:pt x="1219397" y="732193"/>
                </a:lnTo>
                <a:lnTo>
                  <a:pt x="1218726" y="731843"/>
                </a:lnTo>
                <a:lnTo>
                  <a:pt x="1218044" y="731508"/>
                </a:lnTo>
                <a:lnTo>
                  <a:pt x="1217351" y="731189"/>
                </a:lnTo>
                <a:lnTo>
                  <a:pt x="1216647" y="730885"/>
                </a:lnTo>
                <a:lnTo>
                  <a:pt x="1215932" y="730597"/>
                </a:lnTo>
                <a:lnTo>
                  <a:pt x="1215206" y="730324"/>
                </a:lnTo>
                <a:lnTo>
                  <a:pt x="1214468" y="730068"/>
                </a:lnTo>
                <a:lnTo>
                  <a:pt x="1213720" y="729826"/>
                </a:lnTo>
                <a:lnTo>
                  <a:pt x="1212960" y="729600"/>
                </a:lnTo>
                <a:lnTo>
                  <a:pt x="1212189" y="729390"/>
                </a:lnTo>
                <a:lnTo>
                  <a:pt x="1211407" y="729195"/>
                </a:lnTo>
                <a:lnTo>
                  <a:pt x="1210614" y="729016"/>
                </a:lnTo>
                <a:lnTo>
                  <a:pt x="1209810" y="728853"/>
                </a:lnTo>
                <a:lnTo>
                  <a:pt x="1208995" y="728705"/>
                </a:lnTo>
                <a:lnTo>
                  <a:pt x="1208168" y="728573"/>
                </a:lnTo>
                <a:lnTo>
                  <a:pt x="1207331" y="728456"/>
                </a:lnTo>
                <a:lnTo>
                  <a:pt x="1206482" y="728355"/>
                </a:lnTo>
                <a:lnTo>
                  <a:pt x="1205622" y="728269"/>
                </a:lnTo>
                <a:lnTo>
                  <a:pt x="1204751" y="728199"/>
                </a:lnTo>
                <a:lnTo>
                  <a:pt x="1203869" y="728144"/>
                </a:lnTo>
                <a:lnTo>
                  <a:pt x="1202976" y="728105"/>
                </a:lnTo>
                <a:lnTo>
                  <a:pt x="1202072" y="728082"/>
                </a:lnTo>
                <a:lnTo>
                  <a:pt x="1201156" y="728074"/>
                </a:lnTo>
                <a:lnTo>
                  <a:pt x="1200174" y="728083"/>
                </a:lnTo>
                <a:lnTo>
                  <a:pt x="1199203" y="728110"/>
                </a:lnTo>
                <a:lnTo>
                  <a:pt x="1198243" y="728154"/>
                </a:lnTo>
                <a:lnTo>
                  <a:pt x="1197295" y="728217"/>
                </a:lnTo>
                <a:lnTo>
                  <a:pt x="1196357" y="728297"/>
                </a:lnTo>
                <a:lnTo>
                  <a:pt x="1195430" y="728395"/>
                </a:lnTo>
                <a:lnTo>
                  <a:pt x="1194515" y="728510"/>
                </a:lnTo>
                <a:lnTo>
                  <a:pt x="1193611" y="728644"/>
                </a:lnTo>
                <a:lnTo>
                  <a:pt x="1192717" y="728795"/>
                </a:lnTo>
                <a:lnTo>
                  <a:pt x="1191835" y="728964"/>
                </a:lnTo>
                <a:lnTo>
                  <a:pt x="1190965" y="729151"/>
                </a:lnTo>
                <a:lnTo>
                  <a:pt x="1190105" y="729356"/>
                </a:lnTo>
                <a:lnTo>
                  <a:pt x="1189256" y="729578"/>
                </a:lnTo>
                <a:lnTo>
                  <a:pt x="1188419" y="729818"/>
                </a:lnTo>
                <a:lnTo>
                  <a:pt x="1187592" y="730076"/>
                </a:lnTo>
                <a:lnTo>
                  <a:pt x="1186777" y="730352"/>
                </a:lnTo>
                <a:lnTo>
                  <a:pt x="1185973" y="730646"/>
                </a:lnTo>
                <a:lnTo>
                  <a:pt x="1185180" y="730957"/>
                </a:lnTo>
                <a:lnTo>
                  <a:pt x="1184398" y="731287"/>
                </a:lnTo>
                <a:lnTo>
                  <a:pt x="1183627" y="731634"/>
                </a:lnTo>
                <a:lnTo>
                  <a:pt x="1182867" y="731998"/>
                </a:lnTo>
                <a:lnTo>
                  <a:pt x="1182119" y="732381"/>
                </a:lnTo>
                <a:lnTo>
                  <a:pt x="1181381" y="732781"/>
                </a:lnTo>
                <a:lnTo>
                  <a:pt x="1180655" y="733200"/>
                </a:lnTo>
                <a:lnTo>
                  <a:pt x="1179941" y="733621"/>
                </a:lnTo>
                <a:lnTo>
                  <a:pt x="1179241" y="734056"/>
                </a:lnTo>
                <a:lnTo>
                  <a:pt x="1178555" y="734506"/>
                </a:lnTo>
                <a:lnTo>
                  <a:pt x="1177883" y="734970"/>
                </a:lnTo>
                <a:lnTo>
                  <a:pt x="1177225" y="735449"/>
                </a:lnTo>
                <a:lnTo>
                  <a:pt x="1176581" y="735943"/>
                </a:lnTo>
                <a:lnTo>
                  <a:pt x="1175950" y="736450"/>
                </a:lnTo>
                <a:lnTo>
                  <a:pt x="1175334" y="736973"/>
                </a:lnTo>
                <a:lnTo>
                  <a:pt x="1174731" y="737509"/>
                </a:lnTo>
                <a:lnTo>
                  <a:pt x="1174142" y="738060"/>
                </a:lnTo>
                <a:lnTo>
                  <a:pt x="1173568" y="738626"/>
                </a:lnTo>
                <a:lnTo>
                  <a:pt x="1173007" y="739206"/>
                </a:lnTo>
                <a:lnTo>
                  <a:pt x="1172460" y="739801"/>
                </a:lnTo>
                <a:lnTo>
                  <a:pt x="1171927" y="740410"/>
                </a:lnTo>
                <a:lnTo>
                  <a:pt x="1171408" y="741033"/>
                </a:lnTo>
                <a:lnTo>
                  <a:pt x="1170902" y="741671"/>
                </a:lnTo>
                <a:lnTo>
                  <a:pt x="1170411" y="742323"/>
                </a:lnTo>
                <a:lnTo>
                  <a:pt x="1169934" y="742990"/>
                </a:lnTo>
                <a:lnTo>
                  <a:pt x="1169470" y="743671"/>
                </a:lnTo>
                <a:lnTo>
                  <a:pt x="1169020" y="744367"/>
                </a:lnTo>
                <a:lnTo>
                  <a:pt x="1168585" y="745077"/>
                </a:lnTo>
                <a:lnTo>
                  <a:pt x="1168163" y="745802"/>
                </a:lnTo>
                <a:lnTo>
                  <a:pt x="1167755" y="746541"/>
                </a:lnTo>
                <a:lnTo>
                  <a:pt x="1167361" y="747295"/>
                </a:lnTo>
                <a:lnTo>
                  <a:pt x="1166982" y="748061"/>
                </a:lnTo>
                <a:lnTo>
                  <a:pt x="1166619" y="748840"/>
                </a:lnTo>
                <a:lnTo>
                  <a:pt x="1166272" y="749630"/>
                </a:lnTo>
                <a:lnTo>
                  <a:pt x="1165941" y="750431"/>
                </a:lnTo>
                <a:lnTo>
                  <a:pt x="1165627" y="751245"/>
                </a:lnTo>
                <a:lnTo>
                  <a:pt x="1165329" y="752070"/>
                </a:lnTo>
                <a:lnTo>
                  <a:pt x="1165046" y="752906"/>
                </a:lnTo>
                <a:lnTo>
                  <a:pt x="1164780" y="753755"/>
                </a:lnTo>
                <a:lnTo>
                  <a:pt x="1164530" y="754615"/>
                </a:lnTo>
                <a:lnTo>
                  <a:pt x="1164296" y="755487"/>
                </a:lnTo>
                <a:lnTo>
                  <a:pt x="1164079" y="756370"/>
                </a:lnTo>
                <a:lnTo>
                  <a:pt x="1163877" y="757265"/>
                </a:lnTo>
                <a:lnTo>
                  <a:pt x="1163692" y="758172"/>
                </a:lnTo>
                <a:lnTo>
                  <a:pt x="1163522" y="759090"/>
                </a:lnTo>
                <a:lnTo>
                  <a:pt x="1163369" y="760020"/>
                </a:lnTo>
                <a:lnTo>
                  <a:pt x="1163232" y="760962"/>
                </a:lnTo>
                <a:lnTo>
                  <a:pt x="1163111" y="761916"/>
                </a:lnTo>
                <a:lnTo>
                  <a:pt x="1163006" y="762881"/>
                </a:lnTo>
                <a:lnTo>
                  <a:pt x="1162917" y="763858"/>
                </a:lnTo>
                <a:lnTo>
                  <a:pt x="1162845" y="764846"/>
                </a:lnTo>
                <a:lnTo>
                  <a:pt x="1162788" y="765847"/>
                </a:lnTo>
                <a:lnTo>
                  <a:pt x="1162748" y="766859"/>
                </a:lnTo>
                <a:lnTo>
                  <a:pt x="1162724" y="767882"/>
                </a:lnTo>
                <a:lnTo>
                  <a:pt x="1162716" y="768917"/>
                </a:lnTo>
                <a:lnTo>
                  <a:pt x="1162716" y="772281"/>
                </a:lnTo>
                <a:lnTo>
                  <a:pt x="1162723" y="773277"/>
                </a:lnTo>
                <a:lnTo>
                  <a:pt x="1162744" y="774264"/>
                </a:lnTo>
                <a:lnTo>
                  <a:pt x="1162778" y="775242"/>
                </a:lnTo>
                <a:lnTo>
                  <a:pt x="1162827" y="776209"/>
                </a:lnTo>
                <a:lnTo>
                  <a:pt x="1162890" y="777168"/>
                </a:lnTo>
                <a:lnTo>
                  <a:pt x="1162966" y="778117"/>
                </a:lnTo>
                <a:lnTo>
                  <a:pt x="1163056" y="779057"/>
                </a:lnTo>
                <a:lnTo>
                  <a:pt x="1163161" y="779987"/>
                </a:lnTo>
                <a:lnTo>
                  <a:pt x="1163279" y="780908"/>
                </a:lnTo>
                <a:lnTo>
                  <a:pt x="1163411" y="781819"/>
                </a:lnTo>
                <a:lnTo>
                  <a:pt x="1163557" y="782721"/>
                </a:lnTo>
                <a:lnTo>
                  <a:pt x="1163717" y="783613"/>
                </a:lnTo>
                <a:lnTo>
                  <a:pt x="1163891" y="784496"/>
                </a:lnTo>
                <a:lnTo>
                  <a:pt x="1164078" y="785369"/>
                </a:lnTo>
                <a:lnTo>
                  <a:pt x="1164280" y="786233"/>
                </a:lnTo>
                <a:lnTo>
                  <a:pt x="1164496" y="787088"/>
                </a:lnTo>
                <a:lnTo>
                  <a:pt x="1164725" y="787933"/>
                </a:lnTo>
                <a:lnTo>
                  <a:pt x="1164968" y="788768"/>
                </a:lnTo>
                <a:lnTo>
                  <a:pt x="1165226" y="789594"/>
                </a:lnTo>
                <a:lnTo>
                  <a:pt x="1165497" y="790411"/>
                </a:lnTo>
                <a:lnTo>
                  <a:pt x="1165782" y="791218"/>
                </a:lnTo>
                <a:lnTo>
                  <a:pt x="1166081" y="792016"/>
                </a:lnTo>
                <a:lnTo>
                  <a:pt x="1166393" y="792805"/>
                </a:lnTo>
                <a:lnTo>
                  <a:pt x="1166720" y="793583"/>
                </a:lnTo>
                <a:lnTo>
                  <a:pt x="1167074" y="794350"/>
                </a:lnTo>
                <a:lnTo>
                  <a:pt x="1167443" y="795103"/>
                </a:lnTo>
                <a:lnTo>
                  <a:pt x="1167826" y="795841"/>
                </a:lnTo>
                <a:lnTo>
                  <a:pt x="1168224" y="796564"/>
                </a:lnTo>
                <a:lnTo>
                  <a:pt x="1168636" y="797273"/>
                </a:lnTo>
                <a:lnTo>
                  <a:pt x="1169063" y="797968"/>
                </a:lnTo>
                <a:lnTo>
                  <a:pt x="1169504" y="798648"/>
                </a:lnTo>
                <a:lnTo>
                  <a:pt x="1169959" y="799314"/>
                </a:lnTo>
                <a:lnTo>
                  <a:pt x="1170429" y="799965"/>
                </a:lnTo>
                <a:lnTo>
                  <a:pt x="1170913" y="800602"/>
                </a:lnTo>
                <a:lnTo>
                  <a:pt x="1171412" y="801224"/>
                </a:lnTo>
                <a:lnTo>
                  <a:pt x="1171926" y="801832"/>
                </a:lnTo>
                <a:lnTo>
                  <a:pt x="1172453" y="802425"/>
                </a:lnTo>
                <a:lnTo>
                  <a:pt x="1172996" y="803004"/>
                </a:lnTo>
                <a:lnTo>
                  <a:pt x="1173552" y="803569"/>
                </a:lnTo>
                <a:lnTo>
                  <a:pt x="1174124" y="804119"/>
                </a:lnTo>
                <a:lnTo>
                  <a:pt x="1174709" y="804654"/>
                </a:lnTo>
                <a:lnTo>
                  <a:pt x="1175309" y="805176"/>
                </a:lnTo>
                <a:lnTo>
                  <a:pt x="1175924" y="805682"/>
                </a:lnTo>
                <a:lnTo>
                  <a:pt x="1176553" y="806174"/>
                </a:lnTo>
                <a:lnTo>
                  <a:pt x="1177196" y="806652"/>
                </a:lnTo>
                <a:lnTo>
                  <a:pt x="1177854" y="807115"/>
                </a:lnTo>
                <a:lnTo>
                  <a:pt x="1178526" y="807564"/>
                </a:lnTo>
                <a:lnTo>
                  <a:pt x="1179213" y="807999"/>
                </a:lnTo>
                <a:lnTo>
                  <a:pt x="1179928" y="808417"/>
                </a:lnTo>
                <a:lnTo>
                  <a:pt x="1180658" y="808817"/>
                </a:lnTo>
                <a:lnTo>
                  <a:pt x="1181403" y="809200"/>
                </a:lnTo>
                <a:lnTo>
                  <a:pt x="1182163" y="809565"/>
                </a:lnTo>
                <a:lnTo>
                  <a:pt x="1182938" y="809912"/>
                </a:lnTo>
                <a:lnTo>
                  <a:pt x="1183728" y="810241"/>
                </a:lnTo>
                <a:lnTo>
                  <a:pt x="1184533" y="810552"/>
                </a:lnTo>
                <a:lnTo>
                  <a:pt x="1185353" y="810846"/>
                </a:lnTo>
                <a:lnTo>
                  <a:pt x="1186188" y="811122"/>
                </a:lnTo>
                <a:lnTo>
                  <a:pt x="1187038" y="811380"/>
                </a:lnTo>
                <a:lnTo>
                  <a:pt x="1187903" y="811620"/>
                </a:lnTo>
                <a:lnTo>
                  <a:pt x="1188783" y="811843"/>
                </a:lnTo>
                <a:lnTo>
                  <a:pt x="1189678" y="812047"/>
                </a:lnTo>
                <a:lnTo>
                  <a:pt x="1190589" y="812234"/>
                </a:lnTo>
                <a:lnTo>
                  <a:pt x="1191514" y="812403"/>
                </a:lnTo>
                <a:lnTo>
                  <a:pt x="1192454" y="812554"/>
                </a:lnTo>
                <a:lnTo>
                  <a:pt x="1193409" y="812688"/>
                </a:lnTo>
                <a:lnTo>
                  <a:pt x="1194379" y="812804"/>
                </a:lnTo>
                <a:lnTo>
                  <a:pt x="1195364" y="812902"/>
                </a:lnTo>
                <a:lnTo>
                  <a:pt x="1196365" y="812982"/>
                </a:lnTo>
                <a:lnTo>
                  <a:pt x="1197380" y="813044"/>
                </a:lnTo>
                <a:lnTo>
                  <a:pt x="1198410" y="813088"/>
                </a:lnTo>
                <a:lnTo>
                  <a:pt x="1199455" y="813115"/>
                </a:lnTo>
                <a:lnTo>
                  <a:pt x="1200516" y="813124"/>
                </a:lnTo>
                <a:lnTo>
                  <a:pt x="1201431" y="813117"/>
                </a:lnTo>
                <a:lnTo>
                  <a:pt x="1202337" y="813097"/>
                </a:lnTo>
                <a:lnTo>
                  <a:pt x="1203231" y="813064"/>
                </a:lnTo>
                <a:lnTo>
                  <a:pt x="1204115" y="813017"/>
                </a:lnTo>
                <a:lnTo>
                  <a:pt x="1204988" y="812957"/>
                </a:lnTo>
                <a:lnTo>
                  <a:pt x="1205851" y="812884"/>
                </a:lnTo>
                <a:lnTo>
                  <a:pt x="1206704" y="812797"/>
                </a:lnTo>
                <a:close/>
                <a:moveTo>
                  <a:pt x="1179684" y="759327"/>
                </a:moveTo>
                <a:lnTo>
                  <a:pt x="1179738" y="758881"/>
                </a:lnTo>
                <a:lnTo>
                  <a:pt x="1179801" y="758435"/>
                </a:lnTo>
                <a:lnTo>
                  <a:pt x="1179872" y="757991"/>
                </a:lnTo>
                <a:lnTo>
                  <a:pt x="1179951" y="757548"/>
                </a:lnTo>
                <a:lnTo>
                  <a:pt x="1180038" y="757105"/>
                </a:lnTo>
                <a:lnTo>
                  <a:pt x="1180134" y="756664"/>
                </a:lnTo>
                <a:lnTo>
                  <a:pt x="1180239" y="756225"/>
                </a:lnTo>
                <a:lnTo>
                  <a:pt x="1180351" y="755786"/>
                </a:lnTo>
                <a:lnTo>
                  <a:pt x="1180472" y="755348"/>
                </a:lnTo>
                <a:lnTo>
                  <a:pt x="1180601" y="754911"/>
                </a:lnTo>
                <a:lnTo>
                  <a:pt x="1180739" y="754476"/>
                </a:lnTo>
                <a:lnTo>
                  <a:pt x="1180885" y="754042"/>
                </a:lnTo>
                <a:lnTo>
                  <a:pt x="1181039" y="753608"/>
                </a:lnTo>
                <a:lnTo>
                  <a:pt x="1181202" y="753176"/>
                </a:lnTo>
                <a:lnTo>
                  <a:pt x="1181373" y="752745"/>
                </a:lnTo>
                <a:lnTo>
                  <a:pt x="1181552" y="752315"/>
                </a:lnTo>
                <a:lnTo>
                  <a:pt x="1181740" y="751887"/>
                </a:lnTo>
                <a:lnTo>
                  <a:pt x="1181936" y="751459"/>
                </a:lnTo>
                <a:lnTo>
                  <a:pt x="1182153" y="751022"/>
                </a:lnTo>
                <a:lnTo>
                  <a:pt x="1182378" y="750591"/>
                </a:lnTo>
                <a:lnTo>
                  <a:pt x="1182609" y="750168"/>
                </a:lnTo>
                <a:lnTo>
                  <a:pt x="1182848" y="749750"/>
                </a:lnTo>
                <a:lnTo>
                  <a:pt x="1183094" y="749340"/>
                </a:lnTo>
                <a:lnTo>
                  <a:pt x="1183348" y="748936"/>
                </a:lnTo>
                <a:lnTo>
                  <a:pt x="1183608" y="748539"/>
                </a:lnTo>
                <a:lnTo>
                  <a:pt x="1183876" y="748149"/>
                </a:lnTo>
                <a:lnTo>
                  <a:pt x="1184151" y="747765"/>
                </a:lnTo>
                <a:lnTo>
                  <a:pt x="1184433" y="747388"/>
                </a:lnTo>
                <a:lnTo>
                  <a:pt x="1184723" y="747018"/>
                </a:lnTo>
                <a:lnTo>
                  <a:pt x="1185019" y="746654"/>
                </a:lnTo>
                <a:lnTo>
                  <a:pt x="1185323" y="746297"/>
                </a:lnTo>
                <a:lnTo>
                  <a:pt x="1185634" y="745946"/>
                </a:lnTo>
                <a:lnTo>
                  <a:pt x="1185953" y="745603"/>
                </a:lnTo>
                <a:lnTo>
                  <a:pt x="1186278" y="745266"/>
                </a:lnTo>
                <a:lnTo>
                  <a:pt x="1186611" y="744935"/>
                </a:lnTo>
                <a:lnTo>
                  <a:pt x="1186951" y="744612"/>
                </a:lnTo>
                <a:lnTo>
                  <a:pt x="1187299" y="744295"/>
                </a:lnTo>
                <a:lnTo>
                  <a:pt x="1187653" y="743984"/>
                </a:lnTo>
                <a:lnTo>
                  <a:pt x="1188015" y="743681"/>
                </a:lnTo>
                <a:lnTo>
                  <a:pt x="1188384" y="743384"/>
                </a:lnTo>
                <a:lnTo>
                  <a:pt x="1188760" y="743093"/>
                </a:lnTo>
                <a:lnTo>
                  <a:pt x="1189144" y="742810"/>
                </a:lnTo>
                <a:lnTo>
                  <a:pt x="1189548" y="742535"/>
                </a:lnTo>
                <a:lnTo>
                  <a:pt x="1189959" y="742273"/>
                </a:lnTo>
                <a:lnTo>
                  <a:pt x="1190378" y="742022"/>
                </a:lnTo>
                <a:lnTo>
                  <a:pt x="1190803" y="741782"/>
                </a:lnTo>
                <a:lnTo>
                  <a:pt x="1191236" y="741554"/>
                </a:lnTo>
                <a:lnTo>
                  <a:pt x="1191676" y="741338"/>
                </a:lnTo>
                <a:lnTo>
                  <a:pt x="1192124" y="741134"/>
                </a:lnTo>
                <a:lnTo>
                  <a:pt x="1192578" y="740941"/>
                </a:lnTo>
                <a:lnTo>
                  <a:pt x="1193040" y="740760"/>
                </a:lnTo>
                <a:lnTo>
                  <a:pt x="1193509" y="740591"/>
                </a:lnTo>
                <a:lnTo>
                  <a:pt x="1193986" y="740433"/>
                </a:lnTo>
                <a:lnTo>
                  <a:pt x="1194469" y="740287"/>
                </a:lnTo>
                <a:lnTo>
                  <a:pt x="1194960" y="740153"/>
                </a:lnTo>
                <a:lnTo>
                  <a:pt x="1195458" y="740030"/>
                </a:lnTo>
                <a:lnTo>
                  <a:pt x="1195963" y="739919"/>
                </a:lnTo>
                <a:lnTo>
                  <a:pt x="1196476" y="739820"/>
                </a:lnTo>
                <a:lnTo>
                  <a:pt x="1196996" y="739732"/>
                </a:lnTo>
                <a:lnTo>
                  <a:pt x="1197523" y="739657"/>
                </a:lnTo>
                <a:lnTo>
                  <a:pt x="1198057" y="739592"/>
                </a:lnTo>
                <a:lnTo>
                  <a:pt x="1198598" y="739540"/>
                </a:lnTo>
                <a:lnTo>
                  <a:pt x="1199147" y="739499"/>
                </a:lnTo>
                <a:lnTo>
                  <a:pt x="1199703" y="739470"/>
                </a:lnTo>
                <a:lnTo>
                  <a:pt x="1200266" y="739452"/>
                </a:lnTo>
                <a:lnTo>
                  <a:pt x="1200836" y="739446"/>
                </a:lnTo>
                <a:lnTo>
                  <a:pt x="1201341" y="739451"/>
                </a:lnTo>
                <a:lnTo>
                  <a:pt x="1201841" y="739465"/>
                </a:lnTo>
                <a:lnTo>
                  <a:pt x="1202335" y="739489"/>
                </a:lnTo>
                <a:lnTo>
                  <a:pt x="1202825" y="739522"/>
                </a:lnTo>
                <a:lnTo>
                  <a:pt x="1203310" y="739564"/>
                </a:lnTo>
                <a:lnTo>
                  <a:pt x="1203789" y="739616"/>
                </a:lnTo>
                <a:lnTo>
                  <a:pt x="1204264" y="739678"/>
                </a:lnTo>
                <a:lnTo>
                  <a:pt x="1204734" y="739749"/>
                </a:lnTo>
                <a:lnTo>
                  <a:pt x="1205198" y="739829"/>
                </a:lnTo>
                <a:lnTo>
                  <a:pt x="1205658" y="739919"/>
                </a:lnTo>
                <a:lnTo>
                  <a:pt x="1206112" y="740018"/>
                </a:lnTo>
                <a:lnTo>
                  <a:pt x="1206562" y="740127"/>
                </a:lnTo>
                <a:lnTo>
                  <a:pt x="1207007" y="740245"/>
                </a:lnTo>
                <a:lnTo>
                  <a:pt x="1207446" y="740373"/>
                </a:lnTo>
                <a:lnTo>
                  <a:pt x="1207881" y="740510"/>
                </a:lnTo>
                <a:lnTo>
                  <a:pt x="1208311" y="740656"/>
                </a:lnTo>
                <a:lnTo>
                  <a:pt x="1208735" y="740812"/>
                </a:lnTo>
                <a:lnTo>
                  <a:pt x="1209155" y="740978"/>
                </a:lnTo>
                <a:lnTo>
                  <a:pt x="1209569" y="741153"/>
                </a:lnTo>
                <a:lnTo>
                  <a:pt x="1209979" y="741337"/>
                </a:lnTo>
                <a:lnTo>
                  <a:pt x="1210384" y="741531"/>
                </a:lnTo>
                <a:lnTo>
                  <a:pt x="1210783" y="741734"/>
                </a:lnTo>
                <a:lnTo>
                  <a:pt x="1211178" y="741947"/>
                </a:lnTo>
                <a:lnTo>
                  <a:pt x="1211567" y="742169"/>
                </a:lnTo>
                <a:lnTo>
                  <a:pt x="1211951" y="742400"/>
                </a:lnTo>
                <a:lnTo>
                  <a:pt x="1212326" y="742637"/>
                </a:lnTo>
                <a:lnTo>
                  <a:pt x="1212694" y="742882"/>
                </a:lnTo>
                <a:lnTo>
                  <a:pt x="1213053" y="743135"/>
                </a:lnTo>
                <a:lnTo>
                  <a:pt x="1213405" y="743394"/>
                </a:lnTo>
                <a:lnTo>
                  <a:pt x="1213750" y="743661"/>
                </a:lnTo>
                <a:lnTo>
                  <a:pt x="1214086" y="743935"/>
                </a:lnTo>
                <a:lnTo>
                  <a:pt x="1214415" y="744216"/>
                </a:lnTo>
                <a:lnTo>
                  <a:pt x="1214736" y="744504"/>
                </a:lnTo>
                <a:lnTo>
                  <a:pt x="1215049" y="744800"/>
                </a:lnTo>
                <a:lnTo>
                  <a:pt x="1215354" y="745103"/>
                </a:lnTo>
                <a:lnTo>
                  <a:pt x="1215652" y="745413"/>
                </a:lnTo>
                <a:lnTo>
                  <a:pt x="1215941" y="745730"/>
                </a:lnTo>
                <a:lnTo>
                  <a:pt x="1216223" y="746054"/>
                </a:lnTo>
                <a:lnTo>
                  <a:pt x="1216498" y="746386"/>
                </a:lnTo>
                <a:lnTo>
                  <a:pt x="1216764" y="746725"/>
                </a:lnTo>
                <a:lnTo>
                  <a:pt x="1217023" y="747071"/>
                </a:lnTo>
                <a:lnTo>
                  <a:pt x="1217273" y="747425"/>
                </a:lnTo>
                <a:lnTo>
                  <a:pt x="1217517" y="747785"/>
                </a:lnTo>
                <a:lnTo>
                  <a:pt x="1217752" y="748153"/>
                </a:lnTo>
                <a:lnTo>
                  <a:pt x="1217979" y="748528"/>
                </a:lnTo>
                <a:lnTo>
                  <a:pt x="1218199" y="748911"/>
                </a:lnTo>
                <a:lnTo>
                  <a:pt x="1218411" y="749300"/>
                </a:lnTo>
                <a:lnTo>
                  <a:pt x="1218615" y="749697"/>
                </a:lnTo>
                <a:lnTo>
                  <a:pt x="1218824" y="750087"/>
                </a:lnTo>
                <a:lnTo>
                  <a:pt x="1219024" y="750481"/>
                </a:lnTo>
                <a:lnTo>
                  <a:pt x="1219216" y="750881"/>
                </a:lnTo>
                <a:lnTo>
                  <a:pt x="1219398" y="751285"/>
                </a:lnTo>
                <a:lnTo>
                  <a:pt x="1219571" y="751695"/>
                </a:lnTo>
                <a:lnTo>
                  <a:pt x="1219736" y="752110"/>
                </a:lnTo>
                <a:lnTo>
                  <a:pt x="1219892" y="752529"/>
                </a:lnTo>
                <a:lnTo>
                  <a:pt x="1220039" y="752954"/>
                </a:lnTo>
                <a:lnTo>
                  <a:pt x="1220177" y="753384"/>
                </a:lnTo>
                <a:lnTo>
                  <a:pt x="1220306" y="753818"/>
                </a:lnTo>
                <a:lnTo>
                  <a:pt x="1220426" y="754258"/>
                </a:lnTo>
                <a:lnTo>
                  <a:pt x="1220537" y="754702"/>
                </a:lnTo>
                <a:lnTo>
                  <a:pt x="1220639" y="755152"/>
                </a:lnTo>
                <a:lnTo>
                  <a:pt x="1220733" y="755607"/>
                </a:lnTo>
                <a:lnTo>
                  <a:pt x="1220817" y="756066"/>
                </a:lnTo>
                <a:lnTo>
                  <a:pt x="1220893" y="756531"/>
                </a:lnTo>
                <a:lnTo>
                  <a:pt x="1220960" y="757001"/>
                </a:lnTo>
                <a:lnTo>
                  <a:pt x="1221017" y="757475"/>
                </a:lnTo>
                <a:lnTo>
                  <a:pt x="1221066" y="757955"/>
                </a:lnTo>
                <a:lnTo>
                  <a:pt x="1221106" y="758440"/>
                </a:lnTo>
                <a:lnTo>
                  <a:pt x="1221137" y="758929"/>
                </a:lnTo>
                <a:lnTo>
                  <a:pt x="1221160" y="759424"/>
                </a:lnTo>
                <a:lnTo>
                  <a:pt x="1221173" y="759924"/>
                </a:lnTo>
                <a:lnTo>
                  <a:pt x="1221177" y="760428"/>
                </a:lnTo>
                <a:lnTo>
                  <a:pt x="1221177" y="762831"/>
                </a:lnTo>
                <a:lnTo>
                  <a:pt x="1179534" y="762831"/>
                </a:lnTo>
                <a:lnTo>
                  <a:pt x="1179534" y="762030"/>
                </a:lnTo>
                <a:lnTo>
                  <a:pt x="1179538" y="761577"/>
                </a:lnTo>
                <a:lnTo>
                  <a:pt x="1179550" y="761125"/>
                </a:lnTo>
                <a:lnTo>
                  <a:pt x="1179571" y="760674"/>
                </a:lnTo>
                <a:lnTo>
                  <a:pt x="1179600" y="760224"/>
                </a:lnTo>
                <a:lnTo>
                  <a:pt x="1179638" y="759775"/>
                </a:lnTo>
                <a:lnTo>
                  <a:pt x="1179684" y="759327"/>
                </a:lnTo>
                <a:close/>
                <a:moveTo>
                  <a:pt x="1218375" y="1062195"/>
                </a:moveTo>
                <a:lnTo>
                  <a:pt x="1218869" y="1062166"/>
                </a:lnTo>
                <a:lnTo>
                  <a:pt x="1219362" y="1062133"/>
                </a:lnTo>
                <a:lnTo>
                  <a:pt x="1219856" y="1062095"/>
                </a:lnTo>
                <a:lnTo>
                  <a:pt x="1220350" y="1062053"/>
                </a:lnTo>
                <a:lnTo>
                  <a:pt x="1220844" y="1062006"/>
                </a:lnTo>
                <a:lnTo>
                  <a:pt x="1221338" y="1061955"/>
                </a:lnTo>
                <a:lnTo>
                  <a:pt x="1221832" y="1061900"/>
                </a:lnTo>
                <a:lnTo>
                  <a:pt x="1222326" y="1061839"/>
                </a:lnTo>
                <a:lnTo>
                  <a:pt x="1222819" y="1061775"/>
                </a:lnTo>
                <a:lnTo>
                  <a:pt x="1223313" y="1061706"/>
                </a:lnTo>
                <a:lnTo>
                  <a:pt x="1223807" y="1061633"/>
                </a:lnTo>
                <a:lnTo>
                  <a:pt x="1224301" y="1061555"/>
                </a:lnTo>
                <a:lnTo>
                  <a:pt x="1224795" y="1061472"/>
                </a:lnTo>
                <a:lnTo>
                  <a:pt x="1225289" y="1061386"/>
                </a:lnTo>
                <a:lnTo>
                  <a:pt x="1225783" y="1061294"/>
                </a:lnTo>
                <a:lnTo>
                  <a:pt x="1226276" y="1061199"/>
                </a:lnTo>
                <a:lnTo>
                  <a:pt x="1226770" y="1061099"/>
                </a:lnTo>
                <a:lnTo>
                  <a:pt x="1227264" y="1060994"/>
                </a:lnTo>
                <a:lnTo>
                  <a:pt x="1227754" y="1060899"/>
                </a:lnTo>
                <a:lnTo>
                  <a:pt x="1228237" y="1060800"/>
                </a:lnTo>
                <a:lnTo>
                  <a:pt x="1228713" y="1060696"/>
                </a:lnTo>
                <a:lnTo>
                  <a:pt x="1229182" y="1060589"/>
                </a:lnTo>
                <a:lnTo>
                  <a:pt x="1229643" y="1060478"/>
                </a:lnTo>
                <a:lnTo>
                  <a:pt x="1230097" y="1060364"/>
                </a:lnTo>
                <a:lnTo>
                  <a:pt x="1230544" y="1060245"/>
                </a:lnTo>
                <a:lnTo>
                  <a:pt x="1230984" y="1060122"/>
                </a:lnTo>
                <a:lnTo>
                  <a:pt x="1231416" y="1059996"/>
                </a:lnTo>
                <a:lnTo>
                  <a:pt x="1231841" y="1059865"/>
                </a:lnTo>
                <a:lnTo>
                  <a:pt x="1232259" y="1059731"/>
                </a:lnTo>
                <a:lnTo>
                  <a:pt x="1232670" y="1059593"/>
                </a:lnTo>
                <a:lnTo>
                  <a:pt x="1233073" y="1059451"/>
                </a:lnTo>
                <a:lnTo>
                  <a:pt x="1233469" y="1059305"/>
                </a:lnTo>
                <a:lnTo>
                  <a:pt x="1233858" y="1059155"/>
                </a:lnTo>
                <a:lnTo>
                  <a:pt x="1234240" y="1059001"/>
                </a:lnTo>
                <a:lnTo>
                  <a:pt x="1234615" y="1058843"/>
                </a:lnTo>
                <a:lnTo>
                  <a:pt x="1234982" y="1058682"/>
                </a:lnTo>
                <a:lnTo>
                  <a:pt x="1235342" y="1058516"/>
                </a:lnTo>
                <a:lnTo>
                  <a:pt x="1235695" y="1058347"/>
                </a:lnTo>
                <a:lnTo>
                  <a:pt x="1236041" y="1058174"/>
                </a:lnTo>
                <a:lnTo>
                  <a:pt x="1236379" y="1057997"/>
                </a:lnTo>
                <a:lnTo>
                  <a:pt x="1236710" y="1057816"/>
                </a:lnTo>
                <a:lnTo>
                  <a:pt x="1237034" y="1057631"/>
                </a:lnTo>
                <a:lnTo>
                  <a:pt x="1237034" y="1045298"/>
                </a:lnTo>
                <a:lnTo>
                  <a:pt x="1236752" y="1045431"/>
                </a:lnTo>
                <a:lnTo>
                  <a:pt x="1236466" y="1045564"/>
                </a:lnTo>
                <a:lnTo>
                  <a:pt x="1236176" y="1045696"/>
                </a:lnTo>
                <a:lnTo>
                  <a:pt x="1235882" y="1045827"/>
                </a:lnTo>
                <a:lnTo>
                  <a:pt x="1235584" y="1045958"/>
                </a:lnTo>
                <a:lnTo>
                  <a:pt x="1235282" y="1046088"/>
                </a:lnTo>
                <a:lnTo>
                  <a:pt x="1234977" y="1046218"/>
                </a:lnTo>
                <a:lnTo>
                  <a:pt x="1234667" y="1046348"/>
                </a:lnTo>
                <a:lnTo>
                  <a:pt x="1234354" y="1046476"/>
                </a:lnTo>
                <a:lnTo>
                  <a:pt x="1234037" y="1046605"/>
                </a:lnTo>
                <a:lnTo>
                  <a:pt x="1233715" y="1046732"/>
                </a:lnTo>
                <a:lnTo>
                  <a:pt x="1233390" y="1046859"/>
                </a:lnTo>
                <a:lnTo>
                  <a:pt x="1233061" y="1046986"/>
                </a:lnTo>
                <a:lnTo>
                  <a:pt x="1232729" y="1047112"/>
                </a:lnTo>
                <a:lnTo>
                  <a:pt x="1232392" y="1047237"/>
                </a:lnTo>
                <a:lnTo>
                  <a:pt x="1232051" y="1047362"/>
                </a:lnTo>
                <a:lnTo>
                  <a:pt x="1231707" y="1047486"/>
                </a:lnTo>
                <a:lnTo>
                  <a:pt x="1231358" y="1047610"/>
                </a:lnTo>
                <a:lnTo>
                  <a:pt x="1231006" y="1047733"/>
                </a:lnTo>
                <a:lnTo>
                  <a:pt x="1230650" y="1047856"/>
                </a:lnTo>
                <a:lnTo>
                  <a:pt x="1230290" y="1047978"/>
                </a:lnTo>
                <a:lnTo>
                  <a:pt x="1229926" y="1048099"/>
                </a:lnTo>
                <a:lnTo>
                  <a:pt x="1229558" y="1048220"/>
                </a:lnTo>
                <a:lnTo>
                  <a:pt x="1229186" y="1048341"/>
                </a:lnTo>
                <a:lnTo>
                  <a:pt x="1228824" y="1048445"/>
                </a:lnTo>
                <a:lnTo>
                  <a:pt x="1228460" y="1048546"/>
                </a:lnTo>
                <a:lnTo>
                  <a:pt x="1228092" y="1048641"/>
                </a:lnTo>
                <a:lnTo>
                  <a:pt x="1227722" y="1048732"/>
                </a:lnTo>
                <a:lnTo>
                  <a:pt x="1227349" y="1048819"/>
                </a:lnTo>
                <a:lnTo>
                  <a:pt x="1226974" y="1048901"/>
                </a:lnTo>
                <a:lnTo>
                  <a:pt x="1226595" y="1048979"/>
                </a:lnTo>
                <a:lnTo>
                  <a:pt x="1226214" y="1049053"/>
                </a:lnTo>
                <a:lnTo>
                  <a:pt x="1225830" y="1049122"/>
                </a:lnTo>
                <a:lnTo>
                  <a:pt x="1225443" y="1049186"/>
                </a:lnTo>
                <a:lnTo>
                  <a:pt x="1225054" y="1049246"/>
                </a:lnTo>
                <a:lnTo>
                  <a:pt x="1224661" y="1049302"/>
                </a:lnTo>
                <a:lnTo>
                  <a:pt x="1224266" y="1049353"/>
                </a:lnTo>
                <a:lnTo>
                  <a:pt x="1223868" y="1049400"/>
                </a:lnTo>
                <a:lnTo>
                  <a:pt x="1223467" y="1049442"/>
                </a:lnTo>
                <a:lnTo>
                  <a:pt x="1223064" y="1049480"/>
                </a:lnTo>
                <a:lnTo>
                  <a:pt x="1222658" y="1049513"/>
                </a:lnTo>
                <a:lnTo>
                  <a:pt x="1222249" y="1049542"/>
                </a:lnTo>
                <a:lnTo>
                  <a:pt x="1221837" y="1049567"/>
                </a:lnTo>
                <a:lnTo>
                  <a:pt x="1221422" y="1049587"/>
                </a:lnTo>
                <a:lnTo>
                  <a:pt x="1221005" y="1049602"/>
                </a:lnTo>
                <a:lnTo>
                  <a:pt x="1220585" y="1049613"/>
                </a:lnTo>
                <a:lnTo>
                  <a:pt x="1220162" y="1049620"/>
                </a:lnTo>
                <a:lnTo>
                  <a:pt x="1219736" y="1049622"/>
                </a:lnTo>
                <a:lnTo>
                  <a:pt x="1219193" y="1049619"/>
                </a:lnTo>
                <a:lnTo>
                  <a:pt x="1218657" y="1049611"/>
                </a:lnTo>
                <a:lnTo>
                  <a:pt x="1218129" y="1049597"/>
                </a:lnTo>
                <a:lnTo>
                  <a:pt x="1217609" y="1049578"/>
                </a:lnTo>
                <a:lnTo>
                  <a:pt x="1217097" y="1049553"/>
                </a:lnTo>
                <a:lnTo>
                  <a:pt x="1216593" y="1049522"/>
                </a:lnTo>
                <a:lnTo>
                  <a:pt x="1216096" y="1049486"/>
                </a:lnTo>
                <a:lnTo>
                  <a:pt x="1215607" y="1049444"/>
                </a:lnTo>
                <a:lnTo>
                  <a:pt x="1215126" y="1049397"/>
                </a:lnTo>
                <a:lnTo>
                  <a:pt x="1214653" y="1049344"/>
                </a:lnTo>
                <a:lnTo>
                  <a:pt x="1214187" y="1049286"/>
                </a:lnTo>
                <a:lnTo>
                  <a:pt x="1213730" y="1049222"/>
                </a:lnTo>
                <a:lnTo>
                  <a:pt x="1213280" y="1049152"/>
                </a:lnTo>
                <a:lnTo>
                  <a:pt x="1212838" y="1049077"/>
                </a:lnTo>
                <a:lnTo>
                  <a:pt x="1212403" y="1048997"/>
                </a:lnTo>
                <a:lnTo>
                  <a:pt x="1211977" y="1048910"/>
                </a:lnTo>
                <a:lnTo>
                  <a:pt x="1211558" y="1048819"/>
                </a:lnTo>
                <a:lnTo>
                  <a:pt x="1211147" y="1048721"/>
                </a:lnTo>
                <a:lnTo>
                  <a:pt x="1210744" y="1048618"/>
                </a:lnTo>
                <a:lnTo>
                  <a:pt x="1210348" y="1048510"/>
                </a:lnTo>
                <a:lnTo>
                  <a:pt x="1209961" y="1048396"/>
                </a:lnTo>
                <a:lnTo>
                  <a:pt x="1209581" y="1048276"/>
                </a:lnTo>
                <a:lnTo>
                  <a:pt x="1209209" y="1048151"/>
                </a:lnTo>
                <a:lnTo>
                  <a:pt x="1208844" y="1048021"/>
                </a:lnTo>
                <a:lnTo>
                  <a:pt x="1208488" y="1047884"/>
                </a:lnTo>
                <a:lnTo>
                  <a:pt x="1208138" y="1047740"/>
                </a:lnTo>
                <a:lnTo>
                  <a:pt x="1207796" y="1047590"/>
                </a:lnTo>
                <a:lnTo>
                  <a:pt x="1207461" y="1047433"/>
                </a:lnTo>
                <a:lnTo>
                  <a:pt x="1207133" y="1047270"/>
                </a:lnTo>
                <a:lnTo>
                  <a:pt x="1206812" y="1047100"/>
                </a:lnTo>
                <a:lnTo>
                  <a:pt x="1206499" y="1046923"/>
                </a:lnTo>
                <a:lnTo>
                  <a:pt x="1206193" y="1046739"/>
                </a:lnTo>
                <a:lnTo>
                  <a:pt x="1205894" y="1046549"/>
                </a:lnTo>
                <a:lnTo>
                  <a:pt x="1205602" y="1046352"/>
                </a:lnTo>
                <a:lnTo>
                  <a:pt x="1205318" y="1046149"/>
                </a:lnTo>
                <a:lnTo>
                  <a:pt x="1205041" y="1045938"/>
                </a:lnTo>
                <a:lnTo>
                  <a:pt x="1204771" y="1045721"/>
                </a:lnTo>
                <a:lnTo>
                  <a:pt x="1204508" y="1045498"/>
                </a:lnTo>
                <a:lnTo>
                  <a:pt x="1204252" y="1045268"/>
                </a:lnTo>
                <a:lnTo>
                  <a:pt x="1204004" y="1045031"/>
                </a:lnTo>
                <a:lnTo>
                  <a:pt x="1203763" y="1044787"/>
                </a:lnTo>
                <a:lnTo>
                  <a:pt x="1203529" y="1044537"/>
                </a:lnTo>
                <a:lnTo>
                  <a:pt x="1203302" y="1044280"/>
                </a:lnTo>
                <a:lnTo>
                  <a:pt x="1203083" y="1044016"/>
                </a:lnTo>
                <a:lnTo>
                  <a:pt x="1202871" y="1043746"/>
                </a:lnTo>
                <a:lnTo>
                  <a:pt x="1202666" y="1043469"/>
                </a:lnTo>
                <a:lnTo>
                  <a:pt x="1202468" y="1043185"/>
                </a:lnTo>
                <a:lnTo>
                  <a:pt x="1202278" y="1042895"/>
                </a:lnTo>
                <a:lnTo>
                  <a:pt x="1202095" y="1042598"/>
                </a:lnTo>
                <a:lnTo>
                  <a:pt x="1201920" y="1042295"/>
                </a:lnTo>
                <a:lnTo>
                  <a:pt x="1201752" y="1041984"/>
                </a:lnTo>
                <a:lnTo>
                  <a:pt x="1201592" y="1041667"/>
                </a:lnTo>
                <a:lnTo>
                  <a:pt x="1201441" y="1041344"/>
                </a:lnTo>
                <a:lnTo>
                  <a:pt x="1201297" y="1041013"/>
                </a:lnTo>
                <a:lnTo>
                  <a:pt x="1201160" y="1040676"/>
                </a:lnTo>
                <a:lnTo>
                  <a:pt x="1201032" y="1040332"/>
                </a:lnTo>
                <a:lnTo>
                  <a:pt x="1200911" y="1039982"/>
                </a:lnTo>
                <a:lnTo>
                  <a:pt x="1200798" y="1039625"/>
                </a:lnTo>
                <a:lnTo>
                  <a:pt x="1200693" y="1039261"/>
                </a:lnTo>
                <a:lnTo>
                  <a:pt x="1200596" y="1038891"/>
                </a:lnTo>
                <a:lnTo>
                  <a:pt x="1200506" y="1038514"/>
                </a:lnTo>
                <a:lnTo>
                  <a:pt x="1200425" y="1038130"/>
                </a:lnTo>
                <a:lnTo>
                  <a:pt x="1200351" y="1037740"/>
                </a:lnTo>
                <a:lnTo>
                  <a:pt x="1200284" y="1037343"/>
                </a:lnTo>
                <a:lnTo>
                  <a:pt x="1200226" y="1036939"/>
                </a:lnTo>
                <a:lnTo>
                  <a:pt x="1200175" y="1036528"/>
                </a:lnTo>
                <a:lnTo>
                  <a:pt x="1200133" y="1036111"/>
                </a:lnTo>
                <a:lnTo>
                  <a:pt x="1200097" y="1035688"/>
                </a:lnTo>
                <a:lnTo>
                  <a:pt x="1200070" y="1035257"/>
                </a:lnTo>
                <a:lnTo>
                  <a:pt x="1200051" y="1034820"/>
                </a:lnTo>
                <a:lnTo>
                  <a:pt x="1200039" y="1034376"/>
                </a:lnTo>
                <a:lnTo>
                  <a:pt x="1200035" y="1033926"/>
                </a:lnTo>
                <a:lnTo>
                  <a:pt x="1200035" y="991321"/>
                </a:lnTo>
                <a:lnTo>
                  <a:pt x="1237034" y="991321"/>
                </a:lnTo>
                <a:lnTo>
                  <a:pt x="1237034" y="978828"/>
                </a:lnTo>
                <a:lnTo>
                  <a:pt x="1200035" y="978828"/>
                </a:lnTo>
                <a:lnTo>
                  <a:pt x="1200035" y="952720"/>
                </a:lnTo>
                <a:lnTo>
                  <a:pt x="1190105" y="952720"/>
                </a:lnTo>
                <a:lnTo>
                  <a:pt x="1184499" y="978828"/>
                </a:lnTo>
                <a:lnTo>
                  <a:pt x="1160313" y="978828"/>
                </a:lnTo>
                <a:lnTo>
                  <a:pt x="1160313" y="991321"/>
                </a:lnTo>
                <a:lnTo>
                  <a:pt x="1184018" y="991321"/>
                </a:lnTo>
                <a:lnTo>
                  <a:pt x="1184018" y="1035207"/>
                </a:lnTo>
                <a:lnTo>
                  <a:pt x="1184033" y="1036394"/>
                </a:lnTo>
                <a:lnTo>
                  <a:pt x="1184077" y="1037554"/>
                </a:lnTo>
                <a:lnTo>
                  <a:pt x="1184151" y="1038686"/>
                </a:lnTo>
                <a:lnTo>
                  <a:pt x="1184254" y="1039790"/>
                </a:lnTo>
                <a:lnTo>
                  <a:pt x="1184387" y="1040866"/>
                </a:lnTo>
                <a:lnTo>
                  <a:pt x="1184549" y="1041914"/>
                </a:lnTo>
                <a:lnTo>
                  <a:pt x="1184741" y="1042935"/>
                </a:lnTo>
                <a:lnTo>
                  <a:pt x="1184962" y="1043927"/>
                </a:lnTo>
                <a:lnTo>
                  <a:pt x="1185212" y="1044892"/>
                </a:lnTo>
                <a:lnTo>
                  <a:pt x="1185492" y="1045829"/>
                </a:lnTo>
                <a:lnTo>
                  <a:pt x="1185802" y="1046739"/>
                </a:lnTo>
                <a:lnTo>
                  <a:pt x="1186141" y="1047620"/>
                </a:lnTo>
                <a:lnTo>
                  <a:pt x="1186509" y="1048474"/>
                </a:lnTo>
                <a:lnTo>
                  <a:pt x="1186907" y="1049300"/>
                </a:lnTo>
                <a:lnTo>
                  <a:pt x="1187334" y="1050098"/>
                </a:lnTo>
                <a:lnTo>
                  <a:pt x="1187791" y="1050868"/>
                </a:lnTo>
                <a:lnTo>
                  <a:pt x="1188278" y="1051610"/>
                </a:lnTo>
                <a:lnTo>
                  <a:pt x="1188793" y="1052325"/>
                </a:lnTo>
                <a:lnTo>
                  <a:pt x="1189339" y="1053012"/>
                </a:lnTo>
                <a:lnTo>
                  <a:pt x="1189913" y="1053671"/>
                </a:lnTo>
                <a:lnTo>
                  <a:pt x="1190518" y="1054302"/>
                </a:lnTo>
                <a:lnTo>
                  <a:pt x="1191151" y="1054906"/>
                </a:lnTo>
                <a:lnTo>
                  <a:pt x="1191815" y="1055481"/>
                </a:lnTo>
                <a:lnTo>
                  <a:pt x="1192507" y="1056029"/>
                </a:lnTo>
                <a:lnTo>
                  <a:pt x="1193225" y="1056539"/>
                </a:lnTo>
                <a:lnTo>
                  <a:pt x="1193963" y="1057027"/>
                </a:lnTo>
                <a:lnTo>
                  <a:pt x="1194722" y="1057493"/>
                </a:lnTo>
                <a:lnTo>
                  <a:pt x="1195502" y="1057938"/>
                </a:lnTo>
                <a:lnTo>
                  <a:pt x="1196302" y="1058361"/>
                </a:lnTo>
                <a:lnTo>
                  <a:pt x="1197122" y="1058762"/>
                </a:lnTo>
                <a:lnTo>
                  <a:pt x="1197963" y="1059141"/>
                </a:lnTo>
                <a:lnTo>
                  <a:pt x="1198825" y="1059499"/>
                </a:lnTo>
                <a:lnTo>
                  <a:pt x="1199707" y="1059835"/>
                </a:lnTo>
                <a:lnTo>
                  <a:pt x="1200610" y="1060150"/>
                </a:lnTo>
                <a:lnTo>
                  <a:pt x="1201534" y="1060443"/>
                </a:lnTo>
                <a:lnTo>
                  <a:pt x="1202478" y="1060714"/>
                </a:lnTo>
                <a:lnTo>
                  <a:pt x="1203442" y="1060963"/>
                </a:lnTo>
                <a:lnTo>
                  <a:pt x="1204428" y="1061191"/>
                </a:lnTo>
                <a:lnTo>
                  <a:pt x="1205433" y="1061397"/>
                </a:lnTo>
                <a:lnTo>
                  <a:pt x="1206460" y="1061581"/>
                </a:lnTo>
                <a:lnTo>
                  <a:pt x="1207507" y="1061744"/>
                </a:lnTo>
                <a:lnTo>
                  <a:pt x="1208574" y="1061885"/>
                </a:lnTo>
                <a:lnTo>
                  <a:pt x="1209662" y="1062004"/>
                </a:lnTo>
                <a:lnTo>
                  <a:pt x="1210771" y="1062102"/>
                </a:lnTo>
                <a:lnTo>
                  <a:pt x="1211900" y="1062178"/>
                </a:lnTo>
                <a:lnTo>
                  <a:pt x="1213050" y="1062232"/>
                </a:lnTo>
                <a:lnTo>
                  <a:pt x="1214221" y="1062265"/>
                </a:lnTo>
                <a:lnTo>
                  <a:pt x="1215412" y="1062276"/>
                </a:lnTo>
                <a:lnTo>
                  <a:pt x="1215905" y="1062273"/>
                </a:lnTo>
                <a:lnTo>
                  <a:pt x="1216399" y="1062267"/>
                </a:lnTo>
                <a:lnTo>
                  <a:pt x="1216893" y="1062255"/>
                </a:lnTo>
                <a:lnTo>
                  <a:pt x="1217387" y="1062240"/>
                </a:lnTo>
                <a:lnTo>
                  <a:pt x="1217881" y="1062220"/>
                </a:lnTo>
                <a:lnTo>
                  <a:pt x="1218375" y="1062195"/>
                </a:lnTo>
                <a:close/>
                <a:moveTo>
                  <a:pt x="1302742" y="1061948"/>
                </a:moveTo>
                <a:lnTo>
                  <a:pt x="1303584" y="1061848"/>
                </a:lnTo>
                <a:lnTo>
                  <a:pt x="1304415" y="1061735"/>
                </a:lnTo>
                <a:lnTo>
                  <a:pt x="1305236" y="1061608"/>
                </a:lnTo>
                <a:lnTo>
                  <a:pt x="1306046" y="1061468"/>
                </a:lnTo>
                <a:lnTo>
                  <a:pt x="1306845" y="1061315"/>
                </a:lnTo>
                <a:lnTo>
                  <a:pt x="1307634" y="1061148"/>
                </a:lnTo>
                <a:lnTo>
                  <a:pt x="1308413" y="1060967"/>
                </a:lnTo>
                <a:lnTo>
                  <a:pt x="1309180" y="1060774"/>
                </a:lnTo>
                <a:lnTo>
                  <a:pt x="1309938" y="1060567"/>
                </a:lnTo>
                <a:lnTo>
                  <a:pt x="1310684" y="1060347"/>
                </a:lnTo>
                <a:lnTo>
                  <a:pt x="1311420" y="1060113"/>
                </a:lnTo>
                <a:lnTo>
                  <a:pt x="1312146" y="1059866"/>
                </a:lnTo>
                <a:lnTo>
                  <a:pt x="1312861" y="1059606"/>
                </a:lnTo>
                <a:lnTo>
                  <a:pt x="1313565" y="1059332"/>
                </a:lnTo>
                <a:lnTo>
                  <a:pt x="1314259" y="1059045"/>
                </a:lnTo>
                <a:lnTo>
                  <a:pt x="1314942" y="1058745"/>
                </a:lnTo>
                <a:lnTo>
                  <a:pt x="1315615" y="1058432"/>
                </a:lnTo>
                <a:lnTo>
                  <a:pt x="1316289" y="1058106"/>
                </a:lnTo>
                <a:lnTo>
                  <a:pt x="1316951" y="1057769"/>
                </a:lnTo>
                <a:lnTo>
                  <a:pt x="1317599" y="1057420"/>
                </a:lnTo>
                <a:lnTo>
                  <a:pt x="1318235" y="1057061"/>
                </a:lnTo>
                <a:lnTo>
                  <a:pt x="1318858" y="1056691"/>
                </a:lnTo>
                <a:lnTo>
                  <a:pt x="1319469" y="1056309"/>
                </a:lnTo>
                <a:lnTo>
                  <a:pt x="1320066" y="1055917"/>
                </a:lnTo>
                <a:lnTo>
                  <a:pt x="1320651" y="1055513"/>
                </a:lnTo>
                <a:lnTo>
                  <a:pt x="1321223" y="1055098"/>
                </a:lnTo>
                <a:lnTo>
                  <a:pt x="1321782" y="1054672"/>
                </a:lnTo>
                <a:lnTo>
                  <a:pt x="1322329" y="1054235"/>
                </a:lnTo>
                <a:lnTo>
                  <a:pt x="1322862" y="1053787"/>
                </a:lnTo>
                <a:lnTo>
                  <a:pt x="1323383" y="1053327"/>
                </a:lnTo>
                <a:lnTo>
                  <a:pt x="1323891" y="1052857"/>
                </a:lnTo>
                <a:lnTo>
                  <a:pt x="1324386" y="1052375"/>
                </a:lnTo>
                <a:lnTo>
                  <a:pt x="1324869" y="1051882"/>
                </a:lnTo>
                <a:lnTo>
                  <a:pt x="1325339" y="1051379"/>
                </a:lnTo>
                <a:lnTo>
                  <a:pt x="1325795" y="1050864"/>
                </a:lnTo>
                <a:lnTo>
                  <a:pt x="1326239" y="1050337"/>
                </a:lnTo>
                <a:lnTo>
                  <a:pt x="1326671" y="1049800"/>
                </a:lnTo>
                <a:lnTo>
                  <a:pt x="1327089" y="1049252"/>
                </a:lnTo>
                <a:lnTo>
                  <a:pt x="1327495" y="1048692"/>
                </a:lnTo>
                <a:lnTo>
                  <a:pt x="1327888" y="1048122"/>
                </a:lnTo>
                <a:lnTo>
                  <a:pt x="1328268" y="1047540"/>
                </a:lnTo>
                <a:lnTo>
                  <a:pt x="1328647" y="1046935"/>
                </a:lnTo>
                <a:lnTo>
                  <a:pt x="1329010" y="1046321"/>
                </a:lnTo>
                <a:lnTo>
                  <a:pt x="1329357" y="1045698"/>
                </a:lnTo>
                <a:lnTo>
                  <a:pt x="1329687" y="1045066"/>
                </a:lnTo>
                <a:lnTo>
                  <a:pt x="1330002" y="1044426"/>
                </a:lnTo>
                <a:lnTo>
                  <a:pt x="1330300" y="1043776"/>
                </a:lnTo>
                <a:lnTo>
                  <a:pt x="1330582" y="1043118"/>
                </a:lnTo>
                <a:lnTo>
                  <a:pt x="1330849" y="1042450"/>
                </a:lnTo>
                <a:lnTo>
                  <a:pt x="1331098" y="1041774"/>
                </a:lnTo>
                <a:lnTo>
                  <a:pt x="1331332" y="1041089"/>
                </a:lnTo>
                <a:lnTo>
                  <a:pt x="1331550" y="1040395"/>
                </a:lnTo>
                <a:lnTo>
                  <a:pt x="1331752" y="1039692"/>
                </a:lnTo>
                <a:lnTo>
                  <a:pt x="1331937" y="1038980"/>
                </a:lnTo>
                <a:lnTo>
                  <a:pt x="1332106" y="1038259"/>
                </a:lnTo>
                <a:lnTo>
                  <a:pt x="1332260" y="1037530"/>
                </a:lnTo>
                <a:lnTo>
                  <a:pt x="1332397" y="1036791"/>
                </a:lnTo>
                <a:lnTo>
                  <a:pt x="1332518" y="1036043"/>
                </a:lnTo>
                <a:lnTo>
                  <a:pt x="1332623" y="1035287"/>
                </a:lnTo>
                <a:lnTo>
                  <a:pt x="1332711" y="1034522"/>
                </a:lnTo>
                <a:lnTo>
                  <a:pt x="1332784" y="1033748"/>
                </a:lnTo>
                <a:lnTo>
                  <a:pt x="1332840" y="1032965"/>
                </a:lnTo>
                <a:lnTo>
                  <a:pt x="1332881" y="1032173"/>
                </a:lnTo>
                <a:lnTo>
                  <a:pt x="1332905" y="1031372"/>
                </a:lnTo>
                <a:lnTo>
                  <a:pt x="1332913" y="1030562"/>
                </a:lnTo>
                <a:lnTo>
                  <a:pt x="1317857" y="1030562"/>
                </a:lnTo>
                <a:lnTo>
                  <a:pt x="1317848" y="1031420"/>
                </a:lnTo>
                <a:lnTo>
                  <a:pt x="1317819" y="1032259"/>
                </a:lnTo>
                <a:lnTo>
                  <a:pt x="1317772" y="1033080"/>
                </a:lnTo>
                <a:lnTo>
                  <a:pt x="1317706" y="1033881"/>
                </a:lnTo>
                <a:lnTo>
                  <a:pt x="1317621" y="1034664"/>
                </a:lnTo>
                <a:lnTo>
                  <a:pt x="1317517" y="1035427"/>
                </a:lnTo>
                <a:lnTo>
                  <a:pt x="1317394" y="1036172"/>
                </a:lnTo>
                <a:lnTo>
                  <a:pt x="1317252" y="1036898"/>
                </a:lnTo>
                <a:lnTo>
                  <a:pt x="1317091" y="1037605"/>
                </a:lnTo>
                <a:lnTo>
                  <a:pt x="1316912" y="1038292"/>
                </a:lnTo>
                <a:lnTo>
                  <a:pt x="1316713" y="1038962"/>
                </a:lnTo>
                <a:lnTo>
                  <a:pt x="1316496" y="1039612"/>
                </a:lnTo>
                <a:lnTo>
                  <a:pt x="1316259" y="1040243"/>
                </a:lnTo>
                <a:lnTo>
                  <a:pt x="1316004" y="1040855"/>
                </a:lnTo>
                <a:lnTo>
                  <a:pt x="1315730" y="1041449"/>
                </a:lnTo>
                <a:lnTo>
                  <a:pt x="1315437" y="1042023"/>
                </a:lnTo>
                <a:lnTo>
                  <a:pt x="1315125" y="1042579"/>
                </a:lnTo>
                <a:lnTo>
                  <a:pt x="1314794" y="1043115"/>
                </a:lnTo>
                <a:lnTo>
                  <a:pt x="1314444" y="1043633"/>
                </a:lnTo>
                <a:lnTo>
                  <a:pt x="1314075" y="1044132"/>
                </a:lnTo>
                <a:lnTo>
                  <a:pt x="1313688" y="1044612"/>
                </a:lnTo>
                <a:lnTo>
                  <a:pt x="1313281" y="1045073"/>
                </a:lnTo>
                <a:lnTo>
                  <a:pt x="1312856" y="1045515"/>
                </a:lnTo>
                <a:lnTo>
                  <a:pt x="1312411" y="1045938"/>
                </a:lnTo>
                <a:lnTo>
                  <a:pt x="1311962" y="1046343"/>
                </a:lnTo>
                <a:lnTo>
                  <a:pt x="1311496" y="1046731"/>
                </a:lnTo>
                <a:lnTo>
                  <a:pt x="1311012" y="1047102"/>
                </a:lnTo>
                <a:lnTo>
                  <a:pt x="1310511" y="1047455"/>
                </a:lnTo>
                <a:lnTo>
                  <a:pt x="1309993" y="1047792"/>
                </a:lnTo>
                <a:lnTo>
                  <a:pt x="1309458" y="1048111"/>
                </a:lnTo>
                <a:lnTo>
                  <a:pt x="1308906" y="1048412"/>
                </a:lnTo>
                <a:lnTo>
                  <a:pt x="1308336" y="1048697"/>
                </a:lnTo>
                <a:lnTo>
                  <a:pt x="1307749" y="1048964"/>
                </a:lnTo>
                <a:lnTo>
                  <a:pt x="1307145" y="1049214"/>
                </a:lnTo>
                <a:lnTo>
                  <a:pt x="1306523" y="1049447"/>
                </a:lnTo>
                <a:lnTo>
                  <a:pt x="1305884" y="1049662"/>
                </a:lnTo>
                <a:lnTo>
                  <a:pt x="1305228" y="1049860"/>
                </a:lnTo>
                <a:lnTo>
                  <a:pt x="1304555" y="1050041"/>
                </a:lnTo>
                <a:lnTo>
                  <a:pt x="1303865" y="1050205"/>
                </a:lnTo>
                <a:lnTo>
                  <a:pt x="1303157" y="1050352"/>
                </a:lnTo>
                <a:lnTo>
                  <a:pt x="1302432" y="1050481"/>
                </a:lnTo>
                <a:lnTo>
                  <a:pt x="1301690" y="1050593"/>
                </a:lnTo>
                <a:lnTo>
                  <a:pt x="1300931" y="1050688"/>
                </a:lnTo>
                <a:lnTo>
                  <a:pt x="1300154" y="1050766"/>
                </a:lnTo>
                <a:lnTo>
                  <a:pt x="1299360" y="1050826"/>
                </a:lnTo>
                <a:lnTo>
                  <a:pt x="1298549" y="1050869"/>
                </a:lnTo>
                <a:lnTo>
                  <a:pt x="1297721" y="1050895"/>
                </a:lnTo>
                <a:lnTo>
                  <a:pt x="1296875" y="1050904"/>
                </a:lnTo>
                <a:lnTo>
                  <a:pt x="1296106" y="1050892"/>
                </a:lnTo>
                <a:lnTo>
                  <a:pt x="1295349" y="1050858"/>
                </a:lnTo>
                <a:lnTo>
                  <a:pt x="1294603" y="1050801"/>
                </a:lnTo>
                <a:lnTo>
                  <a:pt x="1293867" y="1050721"/>
                </a:lnTo>
                <a:lnTo>
                  <a:pt x="1293143" y="1050618"/>
                </a:lnTo>
                <a:lnTo>
                  <a:pt x="1292430" y="1050493"/>
                </a:lnTo>
                <a:lnTo>
                  <a:pt x="1291728" y="1050345"/>
                </a:lnTo>
                <a:lnTo>
                  <a:pt x="1291038" y="1050174"/>
                </a:lnTo>
                <a:lnTo>
                  <a:pt x="1290358" y="1049980"/>
                </a:lnTo>
                <a:lnTo>
                  <a:pt x="1289690" y="1049763"/>
                </a:lnTo>
                <a:lnTo>
                  <a:pt x="1289032" y="1049524"/>
                </a:lnTo>
                <a:lnTo>
                  <a:pt x="1288386" y="1049262"/>
                </a:lnTo>
                <a:lnTo>
                  <a:pt x="1287751" y="1048977"/>
                </a:lnTo>
                <a:lnTo>
                  <a:pt x="1287127" y="1048669"/>
                </a:lnTo>
                <a:lnTo>
                  <a:pt x="1286514" y="1048338"/>
                </a:lnTo>
                <a:lnTo>
                  <a:pt x="1285912" y="1047985"/>
                </a:lnTo>
                <a:lnTo>
                  <a:pt x="1285322" y="1047609"/>
                </a:lnTo>
                <a:lnTo>
                  <a:pt x="1284742" y="1047210"/>
                </a:lnTo>
                <a:lnTo>
                  <a:pt x="1284174" y="1046788"/>
                </a:lnTo>
                <a:lnTo>
                  <a:pt x="1283616" y="1046343"/>
                </a:lnTo>
                <a:lnTo>
                  <a:pt x="1283070" y="1045876"/>
                </a:lnTo>
                <a:lnTo>
                  <a:pt x="1282535" y="1045386"/>
                </a:lnTo>
                <a:lnTo>
                  <a:pt x="1282011" y="1044872"/>
                </a:lnTo>
                <a:lnTo>
                  <a:pt x="1281499" y="1044337"/>
                </a:lnTo>
                <a:lnTo>
                  <a:pt x="1281002" y="1043779"/>
                </a:lnTo>
                <a:lnTo>
                  <a:pt x="1280527" y="1043200"/>
                </a:lnTo>
                <a:lnTo>
                  <a:pt x="1280072" y="1042600"/>
                </a:lnTo>
                <a:lnTo>
                  <a:pt x="1279639" y="1041979"/>
                </a:lnTo>
                <a:lnTo>
                  <a:pt x="1279227" y="1041336"/>
                </a:lnTo>
                <a:lnTo>
                  <a:pt x="1278836" y="1040673"/>
                </a:lnTo>
                <a:lnTo>
                  <a:pt x="1278466" y="1039988"/>
                </a:lnTo>
                <a:lnTo>
                  <a:pt x="1278117" y="1039282"/>
                </a:lnTo>
                <a:lnTo>
                  <a:pt x="1277790" y="1038556"/>
                </a:lnTo>
                <a:lnTo>
                  <a:pt x="1277483" y="1037808"/>
                </a:lnTo>
                <a:lnTo>
                  <a:pt x="1277198" y="1037038"/>
                </a:lnTo>
                <a:lnTo>
                  <a:pt x="1276934" y="1036248"/>
                </a:lnTo>
                <a:lnTo>
                  <a:pt x="1276691" y="1035437"/>
                </a:lnTo>
                <a:lnTo>
                  <a:pt x="1276469" y="1034604"/>
                </a:lnTo>
                <a:lnTo>
                  <a:pt x="1276268" y="1033750"/>
                </a:lnTo>
                <a:lnTo>
                  <a:pt x="1276089" y="1032876"/>
                </a:lnTo>
                <a:lnTo>
                  <a:pt x="1275930" y="1031980"/>
                </a:lnTo>
                <a:lnTo>
                  <a:pt x="1275793" y="1031063"/>
                </a:lnTo>
                <a:lnTo>
                  <a:pt x="1275676" y="1030124"/>
                </a:lnTo>
                <a:lnTo>
                  <a:pt x="1275581" y="1029165"/>
                </a:lnTo>
                <a:lnTo>
                  <a:pt x="1275507" y="1028185"/>
                </a:lnTo>
                <a:lnTo>
                  <a:pt x="1275455" y="1027183"/>
                </a:lnTo>
                <a:lnTo>
                  <a:pt x="1275423" y="1026160"/>
                </a:lnTo>
                <a:lnTo>
                  <a:pt x="1275412" y="1025116"/>
                </a:lnTo>
                <a:lnTo>
                  <a:pt x="1275412" y="1022393"/>
                </a:lnTo>
                <a:lnTo>
                  <a:pt x="1332913" y="1022393"/>
                </a:lnTo>
                <a:lnTo>
                  <a:pt x="1332913" y="1011502"/>
                </a:lnTo>
                <a:lnTo>
                  <a:pt x="1332905" y="1010678"/>
                </a:lnTo>
                <a:lnTo>
                  <a:pt x="1332882" y="1009863"/>
                </a:lnTo>
                <a:lnTo>
                  <a:pt x="1332843" y="1009054"/>
                </a:lnTo>
                <a:lnTo>
                  <a:pt x="1332788" y="1008254"/>
                </a:lnTo>
                <a:lnTo>
                  <a:pt x="1332718" y="1007462"/>
                </a:lnTo>
                <a:lnTo>
                  <a:pt x="1332633" y="1006677"/>
                </a:lnTo>
                <a:lnTo>
                  <a:pt x="1332531" y="1005900"/>
                </a:lnTo>
                <a:lnTo>
                  <a:pt x="1332415" y="1005131"/>
                </a:lnTo>
                <a:lnTo>
                  <a:pt x="1332282" y="1004370"/>
                </a:lnTo>
                <a:lnTo>
                  <a:pt x="1332134" y="1003616"/>
                </a:lnTo>
                <a:lnTo>
                  <a:pt x="1331971" y="1002870"/>
                </a:lnTo>
                <a:lnTo>
                  <a:pt x="1331792" y="1002132"/>
                </a:lnTo>
                <a:lnTo>
                  <a:pt x="1331597" y="1001402"/>
                </a:lnTo>
                <a:lnTo>
                  <a:pt x="1331387" y="1000680"/>
                </a:lnTo>
                <a:lnTo>
                  <a:pt x="1331161" y="999965"/>
                </a:lnTo>
                <a:lnTo>
                  <a:pt x="1330920" y="999258"/>
                </a:lnTo>
                <a:lnTo>
                  <a:pt x="1330663" y="998559"/>
                </a:lnTo>
                <a:lnTo>
                  <a:pt x="1330390" y="997868"/>
                </a:lnTo>
                <a:lnTo>
                  <a:pt x="1330102" y="997184"/>
                </a:lnTo>
                <a:lnTo>
                  <a:pt x="1329798" y="996508"/>
                </a:lnTo>
                <a:lnTo>
                  <a:pt x="1329479" y="995841"/>
                </a:lnTo>
                <a:lnTo>
                  <a:pt x="1329144" y="995180"/>
                </a:lnTo>
                <a:lnTo>
                  <a:pt x="1328794" y="994528"/>
                </a:lnTo>
                <a:lnTo>
                  <a:pt x="1328428" y="993883"/>
                </a:lnTo>
                <a:lnTo>
                  <a:pt x="1328061" y="993248"/>
                </a:lnTo>
                <a:lnTo>
                  <a:pt x="1327682" y="992624"/>
                </a:lnTo>
                <a:lnTo>
                  <a:pt x="1327289" y="992011"/>
                </a:lnTo>
                <a:lnTo>
                  <a:pt x="1326884" y="991410"/>
                </a:lnTo>
                <a:lnTo>
                  <a:pt x="1326466" y="990819"/>
                </a:lnTo>
                <a:lnTo>
                  <a:pt x="1326036" y="990240"/>
                </a:lnTo>
                <a:lnTo>
                  <a:pt x="1325592" y="989671"/>
                </a:lnTo>
                <a:lnTo>
                  <a:pt x="1325136" y="989114"/>
                </a:lnTo>
                <a:lnTo>
                  <a:pt x="1324667" y="988568"/>
                </a:lnTo>
                <a:lnTo>
                  <a:pt x="1324185" y="988033"/>
                </a:lnTo>
                <a:lnTo>
                  <a:pt x="1323690" y="987509"/>
                </a:lnTo>
                <a:lnTo>
                  <a:pt x="1323183" y="986996"/>
                </a:lnTo>
                <a:lnTo>
                  <a:pt x="1322662" y="986495"/>
                </a:lnTo>
                <a:lnTo>
                  <a:pt x="1322129" y="986004"/>
                </a:lnTo>
                <a:lnTo>
                  <a:pt x="1321583" y="985525"/>
                </a:lnTo>
                <a:lnTo>
                  <a:pt x="1321025" y="985056"/>
                </a:lnTo>
                <a:lnTo>
                  <a:pt x="1320453" y="984599"/>
                </a:lnTo>
                <a:lnTo>
                  <a:pt x="1319869" y="984153"/>
                </a:lnTo>
                <a:lnTo>
                  <a:pt x="1319272" y="983718"/>
                </a:lnTo>
                <a:lnTo>
                  <a:pt x="1318662" y="983295"/>
                </a:lnTo>
                <a:lnTo>
                  <a:pt x="1318040" y="982882"/>
                </a:lnTo>
                <a:lnTo>
                  <a:pt x="1317404" y="982480"/>
                </a:lnTo>
                <a:lnTo>
                  <a:pt x="1316756" y="982090"/>
                </a:lnTo>
                <a:lnTo>
                  <a:pt x="1316095" y="981711"/>
                </a:lnTo>
                <a:lnTo>
                  <a:pt x="1315435" y="981345"/>
                </a:lnTo>
                <a:lnTo>
                  <a:pt x="1314765" y="980994"/>
                </a:lnTo>
                <a:lnTo>
                  <a:pt x="1314083" y="980660"/>
                </a:lnTo>
                <a:lnTo>
                  <a:pt x="1313390" y="980340"/>
                </a:lnTo>
                <a:lnTo>
                  <a:pt x="1312686" y="980037"/>
                </a:lnTo>
                <a:lnTo>
                  <a:pt x="1311971" y="979749"/>
                </a:lnTo>
                <a:lnTo>
                  <a:pt x="1311244" y="979476"/>
                </a:lnTo>
                <a:lnTo>
                  <a:pt x="1310507" y="979219"/>
                </a:lnTo>
                <a:lnTo>
                  <a:pt x="1309758" y="978978"/>
                </a:lnTo>
                <a:lnTo>
                  <a:pt x="1308999" y="978752"/>
                </a:lnTo>
                <a:lnTo>
                  <a:pt x="1308228" y="978542"/>
                </a:lnTo>
                <a:lnTo>
                  <a:pt x="1307446" y="978347"/>
                </a:lnTo>
                <a:lnTo>
                  <a:pt x="1306653" y="978168"/>
                </a:lnTo>
                <a:lnTo>
                  <a:pt x="1305849" y="978005"/>
                </a:lnTo>
                <a:lnTo>
                  <a:pt x="1305033" y="977857"/>
                </a:lnTo>
                <a:lnTo>
                  <a:pt x="1304207" y="977724"/>
                </a:lnTo>
                <a:lnTo>
                  <a:pt x="1303370" y="977607"/>
                </a:lnTo>
                <a:lnTo>
                  <a:pt x="1302521" y="977506"/>
                </a:lnTo>
                <a:lnTo>
                  <a:pt x="1301661" y="977421"/>
                </a:lnTo>
                <a:lnTo>
                  <a:pt x="1300790" y="977350"/>
                </a:lnTo>
                <a:lnTo>
                  <a:pt x="1299908" y="977296"/>
                </a:lnTo>
                <a:lnTo>
                  <a:pt x="1299015" y="977257"/>
                </a:lnTo>
                <a:lnTo>
                  <a:pt x="1298111" y="977234"/>
                </a:lnTo>
                <a:lnTo>
                  <a:pt x="1297195" y="977226"/>
                </a:lnTo>
                <a:lnTo>
                  <a:pt x="1296213" y="977235"/>
                </a:lnTo>
                <a:lnTo>
                  <a:pt x="1295242" y="977261"/>
                </a:lnTo>
                <a:lnTo>
                  <a:pt x="1294282" y="977306"/>
                </a:lnTo>
                <a:lnTo>
                  <a:pt x="1293333" y="977368"/>
                </a:lnTo>
                <a:lnTo>
                  <a:pt x="1292396" y="977448"/>
                </a:lnTo>
                <a:lnTo>
                  <a:pt x="1291469" y="977546"/>
                </a:lnTo>
                <a:lnTo>
                  <a:pt x="1290554" y="977662"/>
                </a:lnTo>
                <a:lnTo>
                  <a:pt x="1289649" y="977795"/>
                </a:lnTo>
                <a:lnTo>
                  <a:pt x="1288756" y="977947"/>
                </a:lnTo>
                <a:lnTo>
                  <a:pt x="1287874" y="978116"/>
                </a:lnTo>
                <a:lnTo>
                  <a:pt x="1287003" y="978303"/>
                </a:lnTo>
                <a:lnTo>
                  <a:pt x="1286144" y="978507"/>
                </a:lnTo>
                <a:lnTo>
                  <a:pt x="1285295" y="978730"/>
                </a:lnTo>
                <a:lnTo>
                  <a:pt x="1284457" y="978970"/>
                </a:lnTo>
                <a:lnTo>
                  <a:pt x="1283631" y="979228"/>
                </a:lnTo>
                <a:lnTo>
                  <a:pt x="1282816" y="979504"/>
                </a:lnTo>
                <a:lnTo>
                  <a:pt x="1282011" y="979797"/>
                </a:lnTo>
                <a:lnTo>
                  <a:pt x="1281218" y="980109"/>
                </a:lnTo>
                <a:lnTo>
                  <a:pt x="1280436" y="980438"/>
                </a:lnTo>
                <a:lnTo>
                  <a:pt x="1279666" y="980785"/>
                </a:lnTo>
                <a:lnTo>
                  <a:pt x="1278906" y="981150"/>
                </a:lnTo>
                <a:lnTo>
                  <a:pt x="1278157" y="981533"/>
                </a:lnTo>
                <a:lnTo>
                  <a:pt x="1277420" y="981933"/>
                </a:lnTo>
                <a:lnTo>
                  <a:pt x="1276694" y="982351"/>
                </a:lnTo>
                <a:lnTo>
                  <a:pt x="1275980" y="982772"/>
                </a:lnTo>
                <a:lnTo>
                  <a:pt x="1275280" y="983208"/>
                </a:lnTo>
                <a:lnTo>
                  <a:pt x="1274594" y="983658"/>
                </a:lnTo>
                <a:lnTo>
                  <a:pt x="1273922" y="984122"/>
                </a:lnTo>
                <a:lnTo>
                  <a:pt x="1273264" y="984601"/>
                </a:lnTo>
                <a:lnTo>
                  <a:pt x="1272619" y="985094"/>
                </a:lnTo>
                <a:lnTo>
                  <a:pt x="1271989" y="985602"/>
                </a:lnTo>
                <a:lnTo>
                  <a:pt x="1271372" y="986124"/>
                </a:lnTo>
                <a:lnTo>
                  <a:pt x="1270770" y="986661"/>
                </a:lnTo>
                <a:lnTo>
                  <a:pt x="1270181" y="987212"/>
                </a:lnTo>
                <a:lnTo>
                  <a:pt x="1269606" y="987778"/>
                </a:lnTo>
                <a:lnTo>
                  <a:pt x="1269046" y="988358"/>
                </a:lnTo>
                <a:lnTo>
                  <a:pt x="1268499" y="988952"/>
                </a:lnTo>
                <a:lnTo>
                  <a:pt x="1267966" y="989561"/>
                </a:lnTo>
                <a:lnTo>
                  <a:pt x="1267446" y="990185"/>
                </a:lnTo>
                <a:lnTo>
                  <a:pt x="1266941" y="990822"/>
                </a:lnTo>
                <a:lnTo>
                  <a:pt x="1266450" y="991475"/>
                </a:lnTo>
                <a:lnTo>
                  <a:pt x="1265972" y="992142"/>
                </a:lnTo>
                <a:lnTo>
                  <a:pt x="1265509" y="992823"/>
                </a:lnTo>
                <a:lnTo>
                  <a:pt x="1265059" y="993519"/>
                </a:lnTo>
                <a:lnTo>
                  <a:pt x="1264623" y="994229"/>
                </a:lnTo>
                <a:lnTo>
                  <a:pt x="1264202" y="994953"/>
                </a:lnTo>
                <a:lnTo>
                  <a:pt x="1263794" y="995693"/>
                </a:lnTo>
                <a:lnTo>
                  <a:pt x="1263400" y="996446"/>
                </a:lnTo>
                <a:lnTo>
                  <a:pt x="1263021" y="997213"/>
                </a:lnTo>
                <a:lnTo>
                  <a:pt x="1262658" y="997991"/>
                </a:lnTo>
                <a:lnTo>
                  <a:pt x="1262311" y="998781"/>
                </a:lnTo>
                <a:lnTo>
                  <a:pt x="1261980" y="999583"/>
                </a:lnTo>
                <a:lnTo>
                  <a:pt x="1261666" y="1000396"/>
                </a:lnTo>
                <a:lnTo>
                  <a:pt x="1261367" y="1001221"/>
                </a:lnTo>
                <a:lnTo>
                  <a:pt x="1261085" y="1002058"/>
                </a:lnTo>
                <a:lnTo>
                  <a:pt x="1260819" y="1002906"/>
                </a:lnTo>
                <a:lnTo>
                  <a:pt x="1260569" y="1003766"/>
                </a:lnTo>
                <a:lnTo>
                  <a:pt x="1260335" y="1004638"/>
                </a:lnTo>
                <a:lnTo>
                  <a:pt x="1260117" y="1005522"/>
                </a:lnTo>
                <a:lnTo>
                  <a:pt x="1259916" y="1006417"/>
                </a:lnTo>
                <a:lnTo>
                  <a:pt x="1259730" y="1007323"/>
                </a:lnTo>
                <a:lnTo>
                  <a:pt x="1259561" y="1008242"/>
                </a:lnTo>
                <a:lnTo>
                  <a:pt x="1259408" y="1009172"/>
                </a:lnTo>
                <a:lnTo>
                  <a:pt x="1259271" y="1010114"/>
                </a:lnTo>
                <a:lnTo>
                  <a:pt x="1259150" y="1011067"/>
                </a:lnTo>
                <a:lnTo>
                  <a:pt x="1259045" y="1012033"/>
                </a:lnTo>
                <a:lnTo>
                  <a:pt x="1258956" y="1013009"/>
                </a:lnTo>
                <a:lnTo>
                  <a:pt x="1258884" y="1013998"/>
                </a:lnTo>
                <a:lnTo>
                  <a:pt x="1258827" y="1014998"/>
                </a:lnTo>
                <a:lnTo>
                  <a:pt x="1258787" y="1016010"/>
                </a:lnTo>
                <a:lnTo>
                  <a:pt x="1258763" y="1017034"/>
                </a:lnTo>
                <a:lnTo>
                  <a:pt x="1258755" y="1018069"/>
                </a:lnTo>
                <a:lnTo>
                  <a:pt x="1258755" y="1021432"/>
                </a:lnTo>
                <a:lnTo>
                  <a:pt x="1258761" y="1022429"/>
                </a:lnTo>
                <a:lnTo>
                  <a:pt x="1258782" y="1023416"/>
                </a:lnTo>
                <a:lnTo>
                  <a:pt x="1258817" y="1024393"/>
                </a:lnTo>
                <a:lnTo>
                  <a:pt x="1258866" y="1025361"/>
                </a:lnTo>
                <a:lnTo>
                  <a:pt x="1258928" y="1026320"/>
                </a:lnTo>
                <a:lnTo>
                  <a:pt x="1259005" y="1027269"/>
                </a:lnTo>
                <a:lnTo>
                  <a:pt x="1259095" y="1028208"/>
                </a:lnTo>
                <a:lnTo>
                  <a:pt x="1259199" y="1029138"/>
                </a:lnTo>
                <a:lnTo>
                  <a:pt x="1259318" y="1030059"/>
                </a:lnTo>
                <a:lnTo>
                  <a:pt x="1259450" y="1030970"/>
                </a:lnTo>
                <a:lnTo>
                  <a:pt x="1259596" y="1031872"/>
                </a:lnTo>
                <a:lnTo>
                  <a:pt x="1259756" y="1032764"/>
                </a:lnTo>
                <a:lnTo>
                  <a:pt x="1259929" y="1033647"/>
                </a:lnTo>
                <a:lnTo>
                  <a:pt x="1260117" y="1034521"/>
                </a:lnTo>
                <a:lnTo>
                  <a:pt x="1260319" y="1035385"/>
                </a:lnTo>
                <a:lnTo>
                  <a:pt x="1260534" y="1036239"/>
                </a:lnTo>
                <a:lnTo>
                  <a:pt x="1260764" y="1037084"/>
                </a:lnTo>
                <a:lnTo>
                  <a:pt x="1261007" y="1037920"/>
                </a:lnTo>
                <a:lnTo>
                  <a:pt x="1261264" y="1038746"/>
                </a:lnTo>
                <a:lnTo>
                  <a:pt x="1261535" y="1039563"/>
                </a:lnTo>
                <a:lnTo>
                  <a:pt x="1261820" y="1040370"/>
                </a:lnTo>
                <a:lnTo>
                  <a:pt x="1262119" y="1041168"/>
                </a:lnTo>
                <a:lnTo>
                  <a:pt x="1262432" y="1041956"/>
                </a:lnTo>
                <a:lnTo>
                  <a:pt x="1262759" y="1042735"/>
                </a:lnTo>
                <a:lnTo>
                  <a:pt x="1263113" y="1043502"/>
                </a:lnTo>
                <a:lnTo>
                  <a:pt x="1263482" y="1044254"/>
                </a:lnTo>
                <a:lnTo>
                  <a:pt x="1263865" y="1044992"/>
                </a:lnTo>
                <a:lnTo>
                  <a:pt x="1264263" y="1045716"/>
                </a:lnTo>
                <a:lnTo>
                  <a:pt x="1264675" y="1046425"/>
                </a:lnTo>
                <a:lnTo>
                  <a:pt x="1265101" y="1047120"/>
                </a:lnTo>
                <a:lnTo>
                  <a:pt x="1265542" y="1047800"/>
                </a:lnTo>
                <a:lnTo>
                  <a:pt x="1265998" y="1048465"/>
                </a:lnTo>
                <a:lnTo>
                  <a:pt x="1266468" y="1049117"/>
                </a:lnTo>
                <a:lnTo>
                  <a:pt x="1266952" y="1049753"/>
                </a:lnTo>
                <a:lnTo>
                  <a:pt x="1267451" y="1050376"/>
                </a:lnTo>
                <a:lnTo>
                  <a:pt x="1267964" y="1050984"/>
                </a:lnTo>
                <a:lnTo>
                  <a:pt x="1268492" y="1051577"/>
                </a:lnTo>
                <a:lnTo>
                  <a:pt x="1269034" y="1052156"/>
                </a:lnTo>
                <a:lnTo>
                  <a:pt x="1269591" y="1052720"/>
                </a:lnTo>
                <a:lnTo>
                  <a:pt x="1270162" y="1053271"/>
                </a:lnTo>
                <a:lnTo>
                  <a:pt x="1270748" y="1053806"/>
                </a:lnTo>
                <a:lnTo>
                  <a:pt x="1271348" y="1054327"/>
                </a:lnTo>
                <a:lnTo>
                  <a:pt x="1271963" y="1054834"/>
                </a:lnTo>
                <a:lnTo>
                  <a:pt x="1272592" y="1055326"/>
                </a:lnTo>
                <a:lnTo>
                  <a:pt x="1273235" y="1055804"/>
                </a:lnTo>
                <a:lnTo>
                  <a:pt x="1273893" y="1056267"/>
                </a:lnTo>
                <a:lnTo>
                  <a:pt x="1274565" y="1056716"/>
                </a:lnTo>
                <a:lnTo>
                  <a:pt x="1275252" y="1057150"/>
                </a:lnTo>
                <a:lnTo>
                  <a:pt x="1275967" y="1057568"/>
                </a:lnTo>
                <a:lnTo>
                  <a:pt x="1276697" y="1057969"/>
                </a:lnTo>
                <a:lnTo>
                  <a:pt x="1277442" y="1058351"/>
                </a:lnTo>
                <a:lnTo>
                  <a:pt x="1278202" y="1058716"/>
                </a:lnTo>
                <a:lnTo>
                  <a:pt x="1278977" y="1059063"/>
                </a:lnTo>
                <a:lnTo>
                  <a:pt x="1279767" y="1059392"/>
                </a:lnTo>
                <a:lnTo>
                  <a:pt x="1280572" y="1059704"/>
                </a:lnTo>
                <a:lnTo>
                  <a:pt x="1281392" y="1059998"/>
                </a:lnTo>
                <a:lnTo>
                  <a:pt x="1282227" y="1060273"/>
                </a:lnTo>
                <a:lnTo>
                  <a:pt x="1283077" y="1060531"/>
                </a:lnTo>
                <a:lnTo>
                  <a:pt x="1283942" y="1060772"/>
                </a:lnTo>
                <a:lnTo>
                  <a:pt x="1284822" y="1060994"/>
                </a:lnTo>
                <a:lnTo>
                  <a:pt x="1285717" y="1061199"/>
                </a:lnTo>
                <a:lnTo>
                  <a:pt x="1286627" y="1061386"/>
                </a:lnTo>
                <a:lnTo>
                  <a:pt x="1287553" y="1061555"/>
                </a:lnTo>
                <a:lnTo>
                  <a:pt x="1288493" y="1061706"/>
                </a:lnTo>
                <a:lnTo>
                  <a:pt x="1289448" y="1061839"/>
                </a:lnTo>
                <a:lnTo>
                  <a:pt x="1290418" y="1061955"/>
                </a:lnTo>
                <a:lnTo>
                  <a:pt x="1291403" y="1062053"/>
                </a:lnTo>
                <a:lnTo>
                  <a:pt x="1292403" y="1062133"/>
                </a:lnTo>
                <a:lnTo>
                  <a:pt x="1293419" y="1062195"/>
                </a:lnTo>
                <a:lnTo>
                  <a:pt x="1294449" y="1062240"/>
                </a:lnTo>
                <a:lnTo>
                  <a:pt x="1295494" y="1062267"/>
                </a:lnTo>
                <a:lnTo>
                  <a:pt x="1296555" y="1062276"/>
                </a:lnTo>
                <a:lnTo>
                  <a:pt x="1297470" y="1062269"/>
                </a:lnTo>
                <a:lnTo>
                  <a:pt x="1298375" y="1062249"/>
                </a:lnTo>
                <a:lnTo>
                  <a:pt x="1299270" y="1062215"/>
                </a:lnTo>
                <a:lnTo>
                  <a:pt x="1300154" y="1062169"/>
                </a:lnTo>
                <a:lnTo>
                  <a:pt x="1301027" y="1062109"/>
                </a:lnTo>
                <a:lnTo>
                  <a:pt x="1301890" y="1062035"/>
                </a:lnTo>
                <a:lnTo>
                  <a:pt x="1302742" y="1061948"/>
                </a:lnTo>
                <a:close/>
                <a:moveTo>
                  <a:pt x="1275723" y="1008479"/>
                </a:moveTo>
                <a:lnTo>
                  <a:pt x="1275777" y="1008032"/>
                </a:lnTo>
                <a:lnTo>
                  <a:pt x="1275839" y="1007587"/>
                </a:lnTo>
                <a:lnTo>
                  <a:pt x="1275910" y="1007142"/>
                </a:lnTo>
                <a:lnTo>
                  <a:pt x="1275990" y="1006699"/>
                </a:lnTo>
                <a:lnTo>
                  <a:pt x="1276077" y="1006257"/>
                </a:lnTo>
                <a:lnTo>
                  <a:pt x="1276173" y="1005816"/>
                </a:lnTo>
                <a:lnTo>
                  <a:pt x="1276277" y="1005376"/>
                </a:lnTo>
                <a:lnTo>
                  <a:pt x="1276390" y="1004937"/>
                </a:lnTo>
                <a:lnTo>
                  <a:pt x="1276511" y="1004500"/>
                </a:lnTo>
                <a:lnTo>
                  <a:pt x="1276640" y="1004063"/>
                </a:lnTo>
                <a:lnTo>
                  <a:pt x="1276778" y="1003628"/>
                </a:lnTo>
                <a:lnTo>
                  <a:pt x="1276924" y="1003193"/>
                </a:lnTo>
                <a:lnTo>
                  <a:pt x="1277078" y="1002760"/>
                </a:lnTo>
                <a:lnTo>
                  <a:pt x="1277241" y="1002328"/>
                </a:lnTo>
                <a:lnTo>
                  <a:pt x="1277412" y="1001897"/>
                </a:lnTo>
                <a:lnTo>
                  <a:pt x="1277591" y="1001467"/>
                </a:lnTo>
                <a:lnTo>
                  <a:pt x="1277779" y="1001038"/>
                </a:lnTo>
                <a:lnTo>
                  <a:pt x="1277975" y="1000611"/>
                </a:lnTo>
                <a:lnTo>
                  <a:pt x="1278192" y="1000173"/>
                </a:lnTo>
                <a:lnTo>
                  <a:pt x="1278417" y="999743"/>
                </a:lnTo>
                <a:lnTo>
                  <a:pt x="1278648" y="999319"/>
                </a:lnTo>
                <a:lnTo>
                  <a:pt x="1278887" y="998902"/>
                </a:lnTo>
                <a:lnTo>
                  <a:pt x="1279133" y="998492"/>
                </a:lnTo>
                <a:lnTo>
                  <a:pt x="1279386" y="998088"/>
                </a:lnTo>
                <a:lnTo>
                  <a:pt x="1279647" y="997691"/>
                </a:lnTo>
                <a:lnTo>
                  <a:pt x="1279915" y="997300"/>
                </a:lnTo>
                <a:lnTo>
                  <a:pt x="1280190" y="996917"/>
                </a:lnTo>
                <a:lnTo>
                  <a:pt x="1280472" y="996540"/>
                </a:lnTo>
                <a:lnTo>
                  <a:pt x="1280762" y="996169"/>
                </a:lnTo>
                <a:lnTo>
                  <a:pt x="1281058" y="995805"/>
                </a:lnTo>
                <a:lnTo>
                  <a:pt x="1281362" y="995448"/>
                </a:lnTo>
                <a:lnTo>
                  <a:pt x="1281673" y="995098"/>
                </a:lnTo>
                <a:lnTo>
                  <a:pt x="1281992" y="994754"/>
                </a:lnTo>
                <a:lnTo>
                  <a:pt x="1282317" y="994417"/>
                </a:lnTo>
                <a:lnTo>
                  <a:pt x="1282650" y="994087"/>
                </a:lnTo>
                <a:lnTo>
                  <a:pt x="1282990" y="993763"/>
                </a:lnTo>
                <a:lnTo>
                  <a:pt x="1283338" y="993446"/>
                </a:lnTo>
                <a:lnTo>
                  <a:pt x="1283692" y="993136"/>
                </a:lnTo>
                <a:lnTo>
                  <a:pt x="1284054" y="992832"/>
                </a:lnTo>
                <a:lnTo>
                  <a:pt x="1284423" y="992535"/>
                </a:lnTo>
                <a:lnTo>
                  <a:pt x="1284799" y="992245"/>
                </a:lnTo>
                <a:lnTo>
                  <a:pt x="1285183" y="991961"/>
                </a:lnTo>
                <a:lnTo>
                  <a:pt x="1285587" y="991687"/>
                </a:lnTo>
                <a:lnTo>
                  <a:pt x="1285998" y="991424"/>
                </a:lnTo>
                <a:lnTo>
                  <a:pt x="1286416" y="991173"/>
                </a:lnTo>
                <a:lnTo>
                  <a:pt x="1286842" y="990934"/>
                </a:lnTo>
                <a:lnTo>
                  <a:pt x="1287275" y="990706"/>
                </a:lnTo>
                <a:lnTo>
                  <a:pt x="1287715" y="990490"/>
                </a:lnTo>
                <a:lnTo>
                  <a:pt x="1288163" y="990286"/>
                </a:lnTo>
                <a:lnTo>
                  <a:pt x="1288617" y="990093"/>
                </a:lnTo>
                <a:lnTo>
                  <a:pt x="1289079" y="989912"/>
                </a:lnTo>
                <a:lnTo>
                  <a:pt x="1289548" y="989742"/>
                </a:lnTo>
                <a:lnTo>
                  <a:pt x="1290025" y="989585"/>
                </a:lnTo>
                <a:lnTo>
                  <a:pt x="1290508" y="989439"/>
                </a:lnTo>
                <a:lnTo>
                  <a:pt x="1290999" y="989304"/>
                </a:lnTo>
                <a:lnTo>
                  <a:pt x="1291497" y="989182"/>
                </a:lnTo>
                <a:lnTo>
                  <a:pt x="1292002" y="989071"/>
                </a:lnTo>
                <a:lnTo>
                  <a:pt x="1292515" y="988972"/>
                </a:lnTo>
                <a:lnTo>
                  <a:pt x="1293034" y="988884"/>
                </a:lnTo>
                <a:lnTo>
                  <a:pt x="1293561" y="988808"/>
                </a:lnTo>
                <a:lnTo>
                  <a:pt x="1294096" y="988744"/>
                </a:lnTo>
                <a:lnTo>
                  <a:pt x="1294637" y="988691"/>
                </a:lnTo>
                <a:lnTo>
                  <a:pt x="1295186" y="988650"/>
                </a:lnTo>
                <a:lnTo>
                  <a:pt x="1295741" y="988621"/>
                </a:lnTo>
                <a:lnTo>
                  <a:pt x="1296305" y="988604"/>
                </a:lnTo>
                <a:lnTo>
                  <a:pt x="1296875" y="988598"/>
                </a:lnTo>
                <a:lnTo>
                  <a:pt x="1297380" y="988603"/>
                </a:lnTo>
                <a:lnTo>
                  <a:pt x="1297879" y="988617"/>
                </a:lnTo>
                <a:lnTo>
                  <a:pt x="1298374" y="988640"/>
                </a:lnTo>
                <a:lnTo>
                  <a:pt x="1298864" y="988674"/>
                </a:lnTo>
                <a:lnTo>
                  <a:pt x="1299348" y="988716"/>
                </a:lnTo>
                <a:lnTo>
                  <a:pt x="1299828" y="988768"/>
                </a:lnTo>
                <a:lnTo>
                  <a:pt x="1300303" y="988830"/>
                </a:lnTo>
                <a:lnTo>
                  <a:pt x="1300772" y="988900"/>
                </a:lnTo>
                <a:lnTo>
                  <a:pt x="1301237" y="988981"/>
                </a:lnTo>
                <a:lnTo>
                  <a:pt x="1301697" y="989071"/>
                </a:lnTo>
                <a:lnTo>
                  <a:pt x="1302151" y="989170"/>
                </a:lnTo>
                <a:lnTo>
                  <a:pt x="1302601" y="989279"/>
                </a:lnTo>
                <a:lnTo>
                  <a:pt x="1303045" y="989397"/>
                </a:lnTo>
                <a:lnTo>
                  <a:pt x="1303485" y="989524"/>
                </a:lnTo>
                <a:lnTo>
                  <a:pt x="1303920" y="989662"/>
                </a:lnTo>
                <a:lnTo>
                  <a:pt x="1304349" y="989808"/>
                </a:lnTo>
                <a:lnTo>
                  <a:pt x="1304774" y="989964"/>
                </a:lnTo>
                <a:lnTo>
                  <a:pt x="1305194" y="990130"/>
                </a:lnTo>
                <a:lnTo>
                  <a:pt x="1305608" y="990304"/>
                </a:lnTo>
                <a:lnTo>
                  <a:pt x="1306018" y="990489"/>
                </a:lnTo>
                <a:lnTo>
                  <a:pt x="1306422" y="990683"/>
                </a:lnTo>
                <a:lnTo>
                  <a:pt x="1306822" y="990886"/>
                </a:lnTo>
                <a:lnTo>
                  <a:pt x="1307217" y="991099"/>
                </a:lnTo>
                <a:lnTo>
                  <a:pt x="1307606" y="991321"/>
                </a:lnTo>
                <a:lnTo>
                  <a:pt x="1307989" y="991551"/>
                </a:lnTo>
                <a:lnTo>
                  <a:pt x="1308365" y="991789"/>
                </a:lnTo>
                <a:lnTo>
                  <a:pt x="1308732" y="992034"/>
                </a:lnTo>
                <a:lnTo>
                  <a:pt x="1309092" y="992286"/>
                </a:lnTo>
                <a:lnTo>
                  <a:pt x="1309444" y="992546"/>
                </a:lnTo>
                <a:lnTo>
                  <a:pt x="1309789" y="992812"/>
                </a:lnTo>
                <a:lnTo>
                  <a:pt x="1310125" y="993086"/>
                </a:lnTo>
                <a:lnTo>
                  <a:pt x="1310454" y="993367"/>
                </a:lnTo>
                <a:lnTo>
                  <a:pt x="1310775" y="993656"/>
                </a:lnTo>
                <a:lnTo>
                  <a:pt x="1311088" y="993951"/>
                </a:lnTo>
                <a:lnTo>
                  <a:pt x="1311393" y="994254"/>
                </a:lnTo>
                <a:lnTo>
                  <a:pt x="1311691" y="994564"/>
                </a:lnTo>
                <a:lnTo>
                  <a:pt x="1311980" y="994881"/>
                </a:lnTo>
                <a:lnTo>
                  <a:pt x="1312262" y="995206"/>
                </a:lnTo>
                <a:lnTo>
                  <a:pt x="1312536" y="995538"/>
                </a:lnTo>
                <a:lnTo>
                  <a:pt x="1312803" y="995877"/>
                </a:lnTo>
                <a:lnTo>
                  <a:pt x="1313061" y="996223"/>
                </a:lnTo>
                <a:lnTo>
                  <a:pt x="1313312" y="996576"/>
                </a:lnTo>
                <a:lnTo>
                  <a:pt x="1313555" y="996937"/>
                </a:lnTo>
                <a:lnTo>
                  <a:pt x="1313791" y="997305"/>
                </a:lnTo>
                <a:lnTo>
                  <a:pt x="1314018" y="997680"/>
                </a:lnTo>
                <a:lnTo>
                  <a:pt x="1314238" y="998062"/>
                </a:lnTo>
                <a:lnTo>
                  <a:pt x="1314450" y="998452"/>
                </a:lnTo>
                <a:lnTo>
                  <a:pt x="1314654" y="998849"/>
                </a:lnTo>
                <a:lnTo>
                  <a:pt x="1314863" y="999238"/>
                </a:lnTo>
                <a:lnTo>
                  <a:pt x="1315063" y="999633"/>
                </a:lnTo>
                <a:lnTo>
                  <a:pt x="1315254" y="1000032"/>
                </a:lnTo>
                <a:lnTo>
                  <a:pt x="1315437" y="1000437"/>
                </a:lnTo>
                <a:lnTo>
                  <a:pt x="1315610" y="1000847"/>
                </a:lnTo>
                <a:lnTo>
                  <a:pt x="1315775" y="1001261"/>
                </a:lnTo>
                <a:lnTo>
                  <a:pt x="1315931" y="1001681"/>
                </a:lnTo>
                <a:lnTo>
                  <a:pt x="1316077" y="1002105"/>
                </a:lnTo>
                <a:lnTo>
                  <a:pt x="1316215" y="1002535"/>
                </a:lnTo>
                <a:lnTo>
                  <a:pt x="1316344" y="1002970"/>
                </a:lnTo>
                <a:lnTo>
                  <a:pt x="1316464" y="1003409"/>
                </a:lnTo>
                <a:lnTo>
                  <a:pt x="1316576" y="1003854"/>
                </a:lnTo>
                <a:lnTo>
                  <a:pt x="1316678" y="1004304"/>
                </a:lnTo>
                <a:lnTo>
                  <a:pt x="1316771" y="1004758"/>
                </a:lnTo>
                <a:lnTo>
                  <a:pt x="1316856" y="1005218"/>
                </a:lnTo>
                <a:lnTo>
                  <a:pt x="1316932" y="1005683"/>
                </a:lnTo>
                <a:lnTo>
                  <a:pt x="1316998" y="1006152"/>
                </a:lnTo>
                <a:lnTo>
                  <a:pt x="1317056" y="1006627"/>
                </a:lnTo>
                <a:lnTo>
                  <a:pt x="1317105" y="1007107"/>
                </a:lnTo>
                <a:lnTo>
                  <a:pt x="1317145" y="1007591"/>
                </a:lnTo>
                <a:lnTo>
                  <a:pt x="1317176" y="1008081"/>
                </a:lnTo>
                <a:lnTo>
                  <a:pt x="1317199" y="1008576"/>
                </a:lnTo>
                <a:lnTo>
                  <a:pt x="1317212" y="1009075"/>
                </a:lnTo>
                <a:lnTo>
                  <a:pt x="1317216" y="1009580"/>
                </a:lnTo>
                <a:lnTo>
                  <a:pt x="1317216" y="1011983"/>
                </a:lnTo>
                <a:lnTo>
                  <a:pt x="1275572" y="1011983"/>
                </a:lnTo>
                <a:lnTo>
                  <a:pt x="1275572" y="1011182"/>
                </a:lnTo>
                <a:lnTo>
                  <a:pt x="1275577" y="1010728"/>
                </a:lnTo>
                <a:lnTo>
                  <a:pt x="1275589" y="1010276"/>
                </a:lnTo>
                <a:lnTo>
                  <a:pt x="1275610" y="1009825"/>
                </a:lnTo>
                <a:lnTo>
                  <a:pt x="1275639" y="1009375"/>
                </a:lnTo>
                <a:lnTo>
                  <a:pt x="1275677" y="1008927"/>
                </a:lnTo>
                <a:lnTo>
                  <a:pt x="1275723" y="1008479"/>
                </a:lnTo>
                <a:close/>
                <a:moveTo>
                  <a:pt x="1100964" y="1062139"/>
                </a:moveTo>
                <a:lnTo>
                  <a:pt x="1101452" y="1062098"/>
                </a:lnTo>
                <a:lnTo>
                  <a:pt x="1101934" y="1062050"/>
                </a:lnTo>
                <a:lnTo>
                  <a:pt x="1102413" y="1061997"/>
                </a:lnTo>
                <a:lnTo>
                  <a:pt x="1102886" y="1061939"/>
                </a:lnTo>
                <a:lnTo>
                  <a:pt x="1103356" y="1061875"/>
                </a:lnTo>
                <a:lnTo>
                  <a:pt x="1103821" y="1061806"/>
                </a:lnTo>
                <a:lnTo>
                  <a:pt x="1104281" y="1061731"/>
                </a:lnTo>
                <a:lnTo>
                  <a:pt x="1104737" y="1061650"/>
                </a:lnTo>
                <a:lnTo>
                  <a:pt x="1105189" y="1061564"/>
                </a:lnTo>
                <a:lnTo>
                  <a:pt x="1105636" y="1061472"/>
                </a:lnTo>
                <a:lnTo>
                  <a:pt x="1106079" y="1061375"/>
                </a:lnTo>
                <a:lnTo>
                  <a:pt x="1106517" y="1061272"/>
                </a:lnTo>
                <a:lnTo>
                  <a:pt x="1106951" y="1061163"/>
                </a:lnTo>
                <a:lnTo>
                  <a:pt x="1107380" y="1061049"/>
                </a:lnTo>
                <a:lnTo>
                  <a:pt x="1107805" y="1060930"/>
                </a:lnTo>
                <a:lnTo>
                  <a:pt x="1108225" y="1060805"/>
                </a:lnTo>
                <a:lnTo>
                  <a:pt x="1108641" y="1060674"/>
                </a:lnTo>
                <a:lnTo>
                  <a:pt x="1109053" y="1060551"/>
                </a:lnTo>
                <a:lnTo>
                  <a:pt x="1109460" y="1060424"/>
                </a:lnTo>
                <a:lnTo>
                  <a:pt x="1109863" y="1060291"/>
                </a:lnTo>
                <a:lnTo>
                  <a:pt x="1110261" y="1060153"/>
                </a:lnTo>
                <a:lnTo>
                  <a:pt x="1110655" y="1060011"/>
                </a:lnTo>
                <a:lnTo>
                  <a:pt x="1111044" y="1059863"/>
                </a:lnTo>
                <a:lnTo>
                  <a:pt x="1111429" y="1059710"/>
                </a:lnTo>
                <a:lnTo>
                  <a:pt x="1111809" y="1059553"/>
                </a:lnTo>
                <a:lnTo>
                  <a:pt x="1112185" y="1059390"/>
                </a:lnTo>
                <a:lnTo>
                  <a:pt x="1112557" y="1059222"/>
                </a:lnTo>
                <a:lnTo>
                  <a:pt x="1112924" y="1059050"/>
                </a:lnTo>
                <a:lnTo>
                  <a:pt x="1113286" y="1058872"/>
                </a:lnTo>
                <a:lnTo>
                  <a:pt x="1113644" y="1058689"/>
                </a:lnTo>
                <a:lnTo>
                  <a:pt x="1113998" y="1058502"/>
                </a:lnTo>
                <a:lnTo>
                  <a:pt x="1114347" y="1058309"/>
                </a:lnTo>
                <a:lnTo>
                  <a:pt x="1114692" y="1058111"/>
                </a:lnTo>
                <a:lnTo>
                  <a:pt x="1115033" y="1057908"/>
                </a:lnTo>
                <a:lnTo>
                  <a:pt x="1115369" y="1057701"/>
                </a:lnTo>
                <a:lnTo>
                  <a:pt x="1115700" y="1057488"/>
                </a:lnTo>
                <a:lnTo>
                  <a:pt x="1116027" y="1057270"/>
                </a:lnTo>
                <a:lnTo>
                  <a:pt x="1116350" y="1057048"/>
                </a:lnTo>
                <a:lnTo>
                  <a:pt x="1116668" y="1056820"/>
                </a:lnTo>
                <a:lnTo>
                  <a:pt x="1116981" y="1056587"/>
                </a:lnTo>
                <a:lnTo>
                  <a:pt x="1117291" y="1056349"/>
                </a:lnTo>
                <a:lnTo>
                  <a:pt x="1117595" y="1056094"/>
                </a:lnTo>
                <a:lnTo>
                  <a:pt x="1117896" y="1055833"/>
                </a:lnTo>
                <a:lnTo>
                  <a:pt x="1118191" y="1055569"/>
                </a:lnTo>
                <a:lnTo>
                  <a:pt x="1118483" y="1055299"/>
                </a:lnTo>
                <a:lnTo>
                  <a:pt x="1118770" y="1055026"/>
                </a:lnTo>
                <a:lnTo>
                  <a:pt x="1119052" y="1054748"/>
                </a:lnTo>
                <a:lnTo>
                  <a:pt x="1119330" y="1054465"/>
                </a:lnTo>
                <a:lnTo>
                  <a:pt x="1119604" y="1054178"/>
                </a:lnTo>
                <a:lnTo>
                  <a:pt x="1119873" y="1053887"/>
                </a:lnTo>
                <a:lnTo>
                  <a:pt x="1120138" y="1053591"/>
                </a:lnTo>
                <a:lnTo>
                  <a:pt x="1120398" y="1053291"/>
                </a:lnTo>
                <a:lnTo>
                  <a:pt x="1120654" y="1052986"/>
                </a:lnTo>
                <a:lnTo>
                  <a:pt x="1120905" y="1052677"/>
                </a:lnTo>
                <a:lnTo>
                  <a:pt x="1121152" y="1052363"/>
                </a:lnTo>
                <a:lnTo>
                  <a:pt x="1121395" y="1052045"/>
                </a:lnTo>
                <a:lnTo>
                  <a:pt x="1121633" y="1051722"/>
                </a:lnTo>
                <a:lnTo>
                  <a:pt x="1121866" y="1051395"/>
                </a:lnTo>
                <a:lnTo>
                  <a:pt x="1122096" y="1051064"/>
                </a:lnTo>
                <a:lnTo>
                  <a:pt x="1122320" y="1050728"/>
                </a:lnTo>
                <a:lnTo>
                  <a:pt x="1122541" y="1050387"/>
                </a:lnTo>
                <a:lnTo>
                  <a:pt x="1122756" y="1050043"/>
                </a:lnTo>
                <a:lnTo>
                  <a:pt x="1122968" y="1049693"/>
                </a:lnTo>
                <a:lnTo>
                  <a:pt x="1123175" y="1049340"/>
                </a:lnTo>
                <a:lnTo>
                  <a:pt x="1123377" y="1048982"/>
                </a:lnTo>
                <a:lnTo>
                  <a:pt x="1123405" y="1049301"/>
                </a:lnTo>
                <a:lnTo>
                  <a:pt x="1123435" y="1049617"/>
                </a:lnTo>
                <a:lnTo>
                  <a:pt x="1123467" y="1049930"/>
                </a:lnTo>
                <a:lnTo>
                  <a:pt x="1123502" y="1050241"/>
                </a:lnTo>
                <a:lnTo>
                  <a:pt x="1123538" y="1050548"/>
                </a:lnTo>
                <a:lnTo>
                  <a:pt x="1123577" y="1050854"/>
                </a:lnTo>
                <a:lnTo>
                  <a:pt x="1123618" y="1051156"/>
                </a:lnTo>
                <a:lnTo>
                  <a:pt x="1123662" y="1051455"/>
                </a:lnTo>
                <a:lnTo>
                  <a:pt x="1123707" y="1051752"/>
                </a:lnTo>
                <a:lnTo>
                  <a:pt x="1123755" y="1052046"/>
                </a:lnTo>
                <a:lnTo>
                  <a:pt x="1123805" y="1052337"/>
                </a:lnTo>
                <a:lnTo>
                  <a:pt x="1123857" y="1052625"/>
                </a:lnTo>
                <a:lnTo>
                  <a:pt x="1123912" y="1052911"/>
                </a:lnTo>
                <a:lnTo>
                  <a:pt x="1123969" y="1053194"/>
                </a:lnTo>
                <a:lnTo>
                  <a:pt x="1124028" y="1053474"/>
                </a:lnTo>
                <a:lnTo>
                  <a:pt x="1124089" y="1053751"/>
                </a:lnTo>
                <a:lnTo>
                  <a:pt x="1124152" y="1054025"/>
                </a:lnTo>
                <a:lnTo>
                  <a:pt x="1124218" y="1054297"/>
                </a:lnTo>
                <a:lnTo>
                  <a:pt x="1124286" y="1054566"/>
                </a:lnTo>
                <a:lnTo>
                  <a:pt x="1124356" y="1054832"/>
                </a:lnTo>
                <a:lnTo>
                  <a:pt x="1124428" y="1055096"/>
                </a:lnTo>
                <a:lnTo>
                  <a:pt x="1124503" y="1055356"/>
                </a:lnTo>
                <a:lnTo>
                  <a:pt x="1124579" y="1055614"/>
                </a:lnTo>
                <a:lnTo>
                  <a:pt x="1124658" y="1055869"/>
                </a:lnTo>
                <a:lnTo>
                  <a:pt x="1124755" y="1056120"/>
                </a:lnTo>
                <a:lnTo>
                  <a:pt x="1124857" y="1056367"/>
                </a:lnTo>
                <a:lnTo>
                  <a:pt x="1124966" y="1056610"/>
                </a:lnTo>
                <a:lnTo>
                  <a:pt x="1125081" y="1056848"/>
                </a:lnTo>
                <a:lnTo>
                  <a:pt x="1125202" y="1057081"/>
                </a:lnTo>
                <a:lnTo>
                  <a:pt x="1125329" y="1057310"/>
                </a:lnTo>
                <a:lnTo>
                  <a:pt x="1125462" y="1057535"/>
                </a:lnTo>
                <a:lnTo>
                  <a:pt x="1125602" y="1057755"/>
                </a:lnTo>
                <a:lnTo>
                  <a:pt x="1125747" y="1057971"/>
                </a:lnTo>
                <a:lnTo>
                  <a:pt x="1125898" y="1058182"/>
                </a:lnTo>
                <a:lnTo>
                  <a:pt x="1126056" y="1058389"/>
                </a:lnTo>
                <a:lnTo>
                  <a:pt x="1126220" y="1058592"/>
                </a:lnTo>
                <a:lnTo>
                  <a:pt x="1126390" y="1058790"/>
                </a:lnTo>
                <a:lnTo>
                  <a:pt x="1126566" y="1058983"/>
                </a:lnTo>
                <a:lnTo>
                  <a:pt x="1126748" y="1059172"/>
                </a:lnTo>
                <a:lnTo>
                  <a:pt x="1126936" y="1059357"/>
                </a:lnTo>
                <a:lnTo>
                  <a:pt x="1127131" y="1059537"/>
                </a:lnTo>
                <a:lnTo>
                  <a:pt x="1127331" y="1059713"/>
                </a:lnTo>
                <a:lnTo>
                  <a:pt x="1127538" y="1059884"/>
                </a:lnTo>
                <a:lnTo>
                  <a:pt x="1127750" y="1060051"/>
                </a:lnTo>
                <a:lnTo>
                  <a:pt x="1127969" y="1060213"/>
                </a:lnTo>
                <a:lnTo>
                  <a:pt x="1128194" y="1060371"/>
                </a:lnTo>
                <a:lnTo>
                  <a:pt x="1128425" y="1060525"/>
                </a:lnTo>
                <a:lnTo>
                  <a:pt x="1128663" y="1060674"/>
                </a:lnTo>
                <a:lnTo>
                  <a:pt x="1128921" y="1060805"/>
                </a:lnTo>
                <a:lnTo>
                  <a:pt x="1129189" y="1060930"/>
                </a:lnTo>
                <a:lnTo>
                  <a:pt x="1129466" y="1061049"/>
                </a:lnTo>
                <a:lnTo>
                  <a:pt x="1129753" y="1061163"/>
                </a:lnTo>
                <a:lnTo>
                  <a:pt x="1130049" y="1061272"/>
                </a:lnTo>
                <a:lnTo>
                  <a:pt x="1130354" y="1061375"/>
                </a:lnTo>
                <a:lnTo>
                  <a:pt x="1130669" y="1061472"/>
                </a:lnTo>
                <a:lnTo>
                  <a:pt x="1130994" y="1061564"/>
                </a:lnTo>
                <a:lnTo>
                  <a:pt x="1131328" y="1061650"/>
                </a:lnTo>
                <a:lnTo>
                  <a:pt x="1131671" y="1061731"/>
                </a:lnTo>
                <a:lnTo>
                  <a:pt x="1132024" y="1061806"/>
                </a:lnTo>
                <a:lnTo>
                  <a:pt x="1132386" y="1061875"/>
                </a:lnTo>
                <a:lnTo>
                  <a:pt x="1132758" y="1061939"/>
                </a:lnTo>
                <a:lnTo>
                  <a:pt x="1133139" y="1061997"/>
                </a:lnTo>
                <a:lnTo>
                  <a:pt x="1133530" y="1062050"/>
                </a:lnTo>
                <a:lnTo>
                  <a:pt x="1133930" y="1062098"/>
                </a:lnTo>
                <a:lnTo>
                  <a:pt x="1134340" y="1062139"/>
                </a:lnTo>
                <a:lnTo>
                  <a:pt x="1134759" y="1062175"/>
                </a:lnTo>
                <a:lnTo>
                  <a:pt x="1135187" y="1062206"/>
                </a:lnTo>
                <a:lnTo>
                  <a:pt x="1135625" y="1062231"/>
                </a:lnTo>
                <a:lnTo>
                  <a:pt x="1136073" y="1062250"/>
                </a:lnTo>
                <a:lnTo>
                  <a:pt x="1136530" y="1062264"/>
                </a:lnTo>
                <a:lnTo>
                  <a:pt x="1136996" y="1062273"/>
                </a:lnTo>
                <a:lnTo>
                  <a:pt x="1137472" y="1062276"/>
                </a:lnTo>
                <a:lnTo>
                  <a:pt x="1137738" y="1062274"/>
                </a:lnTo>
                <a:lnTo>
                  <a:pt x="1138005" y="1062270"/>
                </a:lnTo>
                <a:lnTo>
                  <a:pt x="1138270" y="1062263"/>
                </a:lnTo>
                <a:lnTo>
                  <a:pt x="1138535" y="1062253"/>
                </a:lnTo>
                <a:lnTo>
                  <a:pt x="1138800" y="1062241"/>
                </a:lnTo>
                <a:lnTo>
                  <a:pt x="1139063" y="1062225"/>
                </a:lnTo>
                <a:lnTo>
                  <a:pt x="1139327" y="1062207"/>
                </a:lnTo>
                <a:lnTo>
                  <a:pt x="1139590" y="1062187"/>
                </a:lnTo>
                <a:lnTo>
                  <a:pt x="1139852" y="1062163"/>
                </a:lnTo>
                <a:lnTo>
                  <a:pt x="1140113" y="1062136"/>
                </a:lnTo>
                <a:lnTo>
                  <a:pt x="1140375" y="1062107"/>
                </a:lnTo>
                <a:lnTo>
                  <a:pt x="1140635" y="1062075"/>
                </a:lnTo>
                <a:lnTo>
                  <a:pt x="1140895" y="1062041"/>
                </a:lnTo>
                <a:lnTo>
                  <a:pt x="1141155" y="1062003"/>
                </a:lnTo>
                <a:lnTo>
                  <a:pt x="1141413" y="1061963"/>
                </a:lnTo>
                <a:lnTo>
                  <a:pt x="1141672" y="1061920"/>
                </a:lnTo>
                <a:lnTo>
                  <a:pt x="1141930" y="1061874"/>
                </a:lnTo>
                <a:lnTo>
                  <a:pt x="1142187" y="1061825"/>
                </a:lnTo>
                <a:lnTo>
                  <a:pt x="1142443" y="1061774"/>
                </a:lnTo>
                <a:lnTo>
                  <a:pt x="1142700" y="1061719"/>
                </a:lnTo>
                <a:lnTo>
                  <a:pt x="1142955" y="1061662"/>
                </a:lnTo>
                <a:lnTo>
                  <a:pt x="1143210" y="1061603"/>
                </a:lnTo>
                <a:lnTo>
                  <a:pt x="1143465" y="1061540"/>
                </a:lnTo>
                <a:lnTo>
                  <a:pt x="1143718" y="1061475"/>
                </a:lnTo>
                <a:lnTo>
                  <a:pt x="1143983" y="1061407"/>
                </a:lnTo>
                <a:lnTo>
                  <a:pt x="1144245" y="1061337"/>
                </a:lnTo>
                <a:lnTo>
                  <a:pt x="1144502" y="1061264"/>
                </a:lnTo>
                <a:lnTo>
                  <a:pt x="1144755" y="1061190"/>
                </a:lnTo>
                <a:lnTo>
                  <a:pt x="1145004" y="1061113"/>
                </a:lnTo>
                <a:lnTo>
                  <a:pt x="1145250" y="1061034"/>
                </a:lnTo>
                <a:lnTo>
                  <a:pt x="1145492" y="1060953"/>
                </a:lnTo>
                <a:lnTo>
                  <a:pt x="1145729" y="1060870"/>
                </a:lnTo>
                <a:lnTo>
                  <a:pt x="1145963" y="1060784"/>
                </a:lnTo>
                <a:lnTo>
                  <a:pt x="1146193" y="1060696"/>
                </a:lnTo>
                <a:lnTo>
                  <a:pt x="1146419" y="1060606"/>
                </a:lnTo>
                <a:lnTo>
                  <a:pt x="1146641" y="1060514"/>
                </a:lnTo>
                <a:lnTo>
                  <a:pt x="1146860" y="1060419"/>
                </a:lnTo>
                <a:lnTo>
                  <a:pt x="1147074" y="1060322"/>
                </a:lnTo>
                <a:lnTo>
                  <a:pt x="1147285" y="1060223"/>
                </a:lnTo>
                <a:lnTo>
                  <a:pt x="1147491" y="1060122"/>
                </a:lnTo>
                <a:lnTo>
                  <a:pt x="1147694" y="1060019"/>
                </a:lnTo>
                <a:lnTo>
                  <a:pt x="1147893" y="1059913"/>
                </a:lnTo>
                <a:lnTo>
                  <a:pt x="1148088" y="1059805"/>
                </a:lnTo>
                <a:lnTo>
                  <a:pt x="1148279" y="1059695"/>
                </a:lnTo>
                <a:lnTo>
                  <a:pt x="1148466" y="1059583"/>
                </a:lnTo>
                <a:lnTo>
                  <a:pt x="1148649" y="1059468"/>
                </a:lnTo>
                <a:lnTo>
                  <a:pt x="1148829" y="1059351"/>
                </a:lnTo>
                <a:lnTo>
                  <a:pt x="1149004" y="1059232"/>
                </a:lnTo>
                <a:lnTo>
                  <a:pt x="1149004" y="1048821"/>
                </a:lnTo>
                <a:lnTo>
                  <a:pt x="1148857" y="1048926"/>
                </a:lnTo>
                <a:lnTo>
                  <a:pt x="1148711" y="1049028"/>
                </a:lnTo>
                <a:lnTo>
                  <a:pt x="1148566" y="1049127"/>
                </a:lnTo>
                <a:lnTo>
                  <a:pt x="1148421" y="1049222"/>
                </a:lnTo>
                <a:lnTo>
                  <a:pt x="1148277" y="1049314"/>
                </a:lnTo>
                <a:lnTo>
                  <a:pt x="1148133" y="1049402"/>
                </a:lnTo>
                <a:lnTo>
                  <a:pt x="1147990" y="1049487"/>
                </a:lnTo>
                <a:lnTo>
                  <a:pt x="1147847" y="1049569"/>
                </a:lnTo>
                <a:lnTo>
                  <a:pt x="1147705" y="1049647"/>
                </a:lnTo>
                <a:lnTo>
                  <a:pt x="1147564" y="1049722"/>
                </a:lnTo>
                <a:lnTo>
                  <a:pt x="1147423" y="1049794"/>
                </a:lnTo>
                <a:lnTo>
                  <a:pt x="1147282" y="1049862"/>
                </a:lnTo>
                <a:lnTo>
                  <a:pt x="1147142" y="1049928"/>
                </a:lnTo>
                <a:lnTo>
                  <a:pt x="1147003" y="1049989"/>
                </a:lnTo>
                <a:lnTo>
                  <a:pt x="1146864" y="1050048"/>
                </a:lnTo>
                <a:lnTo>
                  <a:pt x="1146726" y="1050103"/>
                </a:lnTo>
                <a:lnTo>
                  <a:pt x="1146588" y="1050154"/>
                </a:lnTo>
                <a:lnTo>
                  <a:pt x="1146451" y="1050203"/>
                </a:lnTo>
                <a:lnTo>
                  <a:pt x="1146315" y="1050248"/>
                </a:lnTo>
                <a:lnTo>
                  <a:pt x="1146179" y="1050290"/>
                </a:lnTo>
                <a:lnTo>
                  <a:pt x="1146043" y="1050328"/>
                </a:lnTo>
                <a:lnTo>
                  <a:pt x="1145908" y="1050363"/>
                </a:lnTo>
                <a:lnTo>
                  <a:pt x="1145774" y="1050395"/>
                </a:lnTo>
                <a:lnTo>
                  <a:pt x="1145640" y="1050423"/>
                </a:lnTo>
                <a:lnTo>
                  <a:pt x="1145507" y="1050449"/>
                </a:lnTo>
                <a:lnTo>
                  <a:pt x="1145373" y="1050474"/>
                </a:lnTo>
                <a:lnTo>
                  <a:pt x="1145240" y="1050498"/>
                </a:lnTo>
                <a:lnTo>
                  <a:pt x="1145107" y="1050521"/>
                </a:lnTo>
                <a:lnTo>
                  <a:pt x="1144973" y="1050543"/>
                </a:lnTo>
                <a:lnTo>
                  <a:pt x="1144840" y="1050563"/>
                </a:lnTo>
                <a:lnTo>
                  <a:pt x="1144706" y="1050583"/>
                </a:lnTo>
                <a:lnTo>
                  <a:pt x="1144573" y="1050601"/>
                </a:lnTo>
                <a:lnTo>
                  <a:pt x="1144439" y="1050618"/>
                </a:lnTo>
                <a:lnTo>
                  <a:pt x="1144306" y="1050634"/>
                </a:lnTo>
                <a:lnTo>
                  <a:pt x="1144172" y="1050649"/>
                </a:lnTo>
                <a:lnTo>
                  <a:pt x="1144039" y="1050663"/>
                </a:lnTo>
                <a:lnTo>
                  <a:pt x="1143905" y="1050676"/>
                </a:lnTo>
                <a:lnTo>
                  <a:pt x="1143772" y="1050688"/>
                </a:lnTo>
                <a:lnTo>
                  <a:pt x="1143638" y="1050698"/>
                </a:lnTo>
                <a:lnTo>
                  <a:pt x="1143505" y="1050708"/>
                </a:lnTo>
                <a:lnTo>
                  <a:pt x="1143371" y="1050716"/>
                </a:lnTo>
                <a:lnTo>
                  <a:pt x="1143238" y="1050723"/>
                </a:lnTo>
                <a:lnTo>
                  <a:pt x="1143104" y="1050730"/>
                </a:lnTo>
                <a:lnTo>
                  <a:pt x="1142971" y="1050735"/>
                </a:lnTo>
                <a:lnTo>
                  <a:pt x="1142837" y="1050738"/>
                </a:lnTo>
                <a:lnTo>
                  <a:pt x="1142704" y="1050741"/>
                </a:lnTo>
                <a:lnTo>
                  <a:pt x="1142571" y="1050743"/>
                </a:lnTo>
                <a:lnTo>
                  <a:pt x="1142437" y="1050743"/>
                </a:lnTo>
                <a:lnTo>
                  <a:pt x="1142252" y="1050741"/>
                </a:lnTo>
                <a:lnTo>
                  <a:pt x="1142071" y="1050736"/>
                </a:lnTo>
                <a:lnTo>
                  <a:pt x="1141894" y="1050726"/>
                </a:lnTo>
                <a:lnTo>
                  <a:pt x="1141721" y="1050712"/>
                </a:lnTo>
                <a:lnTo>
                  <a:pt x="1141551" y="1050695"/>
                </a:lnTo>
                <a:lnTo>
                  <a:pt x="1141386" y="1050673"/>
                </a:lnTo>
                <a:lnTo>
                  <a:pt x="1141224" y="1050648"/>
                </a:lnTo>
                <a:lnTo>
                  <a:pt x="1141067" y="1050619"/>
                </a:lnTo>
                <a:lnTo>
                  <a:pt x="1140913" y="1050586"/>
                </a:lnTo>
                <a:lnTo>
                  <a:pt x="1140763" y="1050549"/>
                </a:lnTo>
                <a:lnTo>
                  <a:pt x="1140617" y="1050508"/>
                </a:lnTo>
                <a:lnTo>
                  <a:pt x="1140475" y="1050463"/>
                </a:lnTo>
                <a:lnTo>
                  <a:pt x="1140337" y="1050414"/>
                </a:lnTo>
                <a:lnTo>
                  <a:pt x="1140202" y="1050362"/>
                </a:lnTo>
                <a:lnTo>
                  <a:pt x="1140072" y="1050305"/>
                </a:lnTo>
                <a:lnTo>
                  <a:pt x="1139946" y="1050245"/>
                </a:lnTo>
                <a:lnTo>
                  <a:pt x="1139823" y="1050181"/>
                </a:lnTo>
                <a:lnTo>
                  <a:pt x="1139704" y="1050113"/>
                </a:lnTo>
                <a:lnTo>
                  <a:pt x="1139589" y="1050041"/>
                </a:lnTo>
                <a:lnTo>
                  <a:pt x="1139478" y="1049965"/>
                </a:lnTo>
                <a:lnTo>
                  <a:pt x="1139371" y="1049885"/>
                </a:lnTo>
                <a:lnTo>
                  <a:pt x="1139268" y="1049801"/>
                </a:lnTo>
                <a:lnTo>
                  <a:pt x="1139169" y="1049714"/>
                </a:lnTo>
                <a:lnTo>
                  <a:pt x="1139073" y="1049622"/>
                </a:lnTo>
                <a:lnTo>
                  <a:pt x="1138982" y="1049526"/>
                </a:lnTo>
                <a:lnTo>
                  <a:pt x="1138894" y="1049425"/>
                </a:lnTo>
                <a:lnTo>
                  <a:pt x="1138811" y="1049319"/>
                </a:lnTo>
                <a:lnTo>
                  <a:pt x="1138731" y="1049208"/>
                </a:lnTo>
                <a:lnTo>
                  <a:pt x="1138655" y="1049092"/>
                </a:lnTo>
                <a:lnTo>
                  <a:pt x="1138583" y="1048971"/>
                </a:lnTo>
                <a:lnTo>
                  <a:pt x="1138515" y="1048846"/>
                </a:lnTo>
                <a:lnTo>
                  <a:pt x="1138451" y="1048715"/>
                </a:lnTo>
                <a:lnTo>
                  <a:pt x="1138390" y="1048579"/>
                </a:lnTo>
                <a:lnTo>
                  <a:pt x="1138334" y="1048438"/>
                </a:lnTo>
                <a:lnTo>
                  <a:pt x="1138281" y="1048292"/>
                </a:lnTo>
                <a:lnTo>
                  <a:pt x="1138233" y="1048141"/>
                </a:lnTo>
                <a:lnTo>
                  <a:pt x="1138188" y="1047985"/>
                </a:lnTo>
                <a:lnTo>
                  <a:pt x="1138147" y="1047824"/>
                </a:lnTo>
                <a:lnTo>
                  <a:pt x="1138110" y="1047658"/>
                </a:lnTo>
                <a:lnTo>
                  <a:pt x="1138077" y="1047487"/>
                </a:lnTo>
                <a:lnTo>
                  <a:pt x="1138048" y="1047311"/>
                </a:lnTo>
                <a:lnTo>
                  <a:pt x="1138022" y="1047130"/>
                </a:lnTo>
                <a:lnTo>
                  <a:pt x="1138001" y="1046944"/>
                </a:lnTo>
                <a:lnTo>
                  <a:pt x="1137983" y="1046752"/>
                </a:lnTo>
                <a:lnTo>
                  <a:pt x="1137970" y="1046556"/>
                </a:lnTo>
                <a:lnTo>
                  <a:pt x="1137960" y="1046355"/>
                </a:lnTo>
                <a:lnTo>
                  <a:pt x="1137954" y="1046149"/>
                </a:lnTo>
                <a:lnTo>
                  <a:pt x="1137952" y="1045938"/>
                </a:lnTo>
                <a:lnTo>
                  <a:pt x="1137952" y="978828"/>
                </a:lnTo>
                <a:lnTo>
                  <a:pt x="1121935" y="978828"/>
                </a:lnTo>
                <a:lnTo>
                  <a:pt x="1121935" y="1028640"/>
                </a:lnTo>
                <a:lnTo>
                  <a:pt x="1121931" y="1029132"/>
                </a:lnTo>
                <a:lnTo>
                  <a:pt x="1121918" y="1029620"/>
                </a:lnTo>
                <a:lnTo>
                  <a:pt x="1121895" y="1030104"/>
                </a:lnTo>
                <a:lnTo>
                  <a:pt x="1121864" y="1030584"/>
                </a:lnTo>
                <a:lnTo>
                  <a:pt x="1121824" y="1031061"/>
                </a:lnTo>
                <a:lnTo>
                  <a:pt x="1121775" y="1031533"/>
                </a:lnTo>
                <a:lnTo>
                  <a:pt x="1121717" y="1032002"/>
                </a:lnTo>
                <a:lnTo>
                  <a:pt x="1121651" y="1032466"/>
                </a:lnTo>
                <a:lnTo>
                  <a:pt x="1121575" y="1032927"/>
                </a:lnTo>
                <a:lnTo>
                  <a:pt x="1121491" y="1033384"/>
                </a:lnTo>
                <a:lnTo>
                  <a:pt x="1121397" y="1033837"/>
                </a:lnTo>
                <a:lnTo>
                  <a:pt x="1121295" y="1034286"/>
                </a:lnTo>
                <a:lnTo>
                  <a:pt x="1121184" y="1034731"/>
                </a:lnTo>
                <a:lnTo>
                  <a:pt x="1121063" y="1035173"/>
                </a:lnTo>
                <a:lnTo>
                  <a:pt x="1120934" y="1035610"/>
                </a:lnTo>
                <a:lnTo>
                  <a:pt x="1120796" y="1036043"/>
                </a:lnTo>
                <a:lnTo>
                  <a:pt x="1120650" y="1036473"/>
                </a:lnTo>
                <a:lnTo>
                  <a:pt x="1120494" y="1036899"/>
                </a:lnTo>
                <a:lnTo>
                  <a:pt x="1120329" y="1037321"/>
                </a:lnTo>
                <a:lnTo>
                  <a:pt x="1120156" y="1037739"/>
                </a:lnTo>
                <a:lnTo>
                  <a:pt x="1119973" y="1038153"/>
                </a:lnTo>
                <a:lnTo>
                  <a:pt x="1119782" y="1038563"/>
                </a:lnTo>
                <a:lnTo>
                  <a:pt x="1119582" y="1038969"/>
                </a:lnTo>
                <a:lnTo>
                  <a:pt x="1119373" y="1039371"/>
                </a:lnTo>
                <a:lnTo>
                  <a:pt x="1119169" y="1039769"/>
                </a:lnTo>
                <a:lnTo>
                  <a:pt x="1118958" y="1040159"/>
                </a:lnTo>
                <a:lnTo>
                  <a:pt x="1118740" y="1040543"/>
                </a:lnTo>
                <a:lnTo>
                  <a:pt x="1118514" y="1040920"/>
                </a:lnTo>
                <a:lnTo>
                  <a:pt x="1118281" y="1041290"/>
                </a:lnTo>
                <a:lnTo>
                  <a:pt x="1118041" y="1041654"/>
                </a:lnTo>
                <a:lnTo>
                  <a:pt x="1117794" y="1042011"/>
                </a:lnTo>
                <a:lnTo>
                  <a:pt x="1117540" y="1042361"/>
                </a:lnTo>
                <a:lnTo>
                  <a:pt x="1117278" y="1042705"/>
                </a:lnTo>
                <a:lnTo>
                  <a:pt x="1117009" y="1043042"/>
                </a:lnTo>
                <a:lnTo>
                  <a:pt x="1116733" y="1043372"/>
                </a:lnTo>
                <a:lnTo>
                  <a:pt x="1116450" y="1043696"/>
                </a:lnTo>
                <a:lnTo>
                  <a:pt x="1116159" y="1044013"/>
                </a:lnTo>
                <a:lnTo>
                  <a:pt x="1115861" y="1044323"/>
                </a:lnTo>
                <a:lnTo>
                  <a:pt x="1115556" y="1044627"/>
                </a:lnTo>
                <a:lnTo>
                  <a:pt x="1115244" y="1044924"/>
                </a:lnTo>
                <a:lnTo>
                  <a:pt x="1114924" y="1045214"/>
                </a:lnTo>
                <a:lnTo>
                  <a:pt x="1114598" y="1045498"/>
                </a:lnTo>
                <a:lnTo>
                  <a:pt x="1114264" y="1045775"/>
                </a:lnTo>
                <a:lnTo>
                  <a:pt x="1113923" y="1046045"/>
                </a:lnTo>
                <a:lnTo>
                  <a:pt x="1113574" y="1046309"/>
                </a:lnTo>
                <a:lnTo>
                  <a:pt x="1113218" y="1046566"/>
                </a:lnTo>
                <a:lnTo>
                  <a:pt x="1112856" y="1046816"/>
                </a:lnTo>
                <a:lnTo>
                  <a:pt x="1112485" y="1047060"/>
                </a:lnTo>
                <a:lnTo>
                  <a:pt x="1112123" y="1047282"/>
                </a:lnTo>
                <a:lnTo>
                  <a:pt x="1111756" y="1047494"/>
                </a:lnTo>
                <a:lnTo>
                  <a:pt x="1111384" y="1047698"/>
                </a:lnTo>
                <a:lnTo>
                  <a:pt x="1111008" y="1047892"/>
                </a:lnTo>
                <a:lnTo>
                  <a:pt x="1110628" y="1048076"/>
                </a:lnTo>
                <a:lnTo>
                  <a:pt x="1110243" y="1048251"/>
                </a:lnTo>
                <a:lnTo>
                  <a:pt x="1109854" y="1048416"/>
                </a:lnTo>
                <a:lnTo>
                  <a:pt x="1109460" y="1048572"/>
                </a:lnTo>
                <a:lnTo>
                  <a:pt x="1109062" y="1048719"/>
                </a:lnTo>
                <a:lnTo>
                  <a:pt x="1108659" y="1048856"/>
                </a:lnTo>
                <a:lnTo>
                  <a:pt x="1108252" y="1048983"/>
                </a:lnTo>
                <a:lnTo>
                  <a:pt x="1107841" y="1049102"/>
                </a:lnTo>
                <a:lnTo>
                  <a:pt x="1107425" y="1049210"/>
                </a:lnTo>
                <a:lnTo>
                  <a:pt x="1107004" y="1049310"/>
                </a:lnTo>
                <a:lnTo>
                  <a:pt x="1106579" y="1049399"/>
                </a:lnTo>
                <a:lnTo>
                  <a:pt x="1106150" y="1049480"/>
                </a:lnTo>
                <a:lnTo>
                  <a:pt x="1105716" y="1049551"/>
                </a:lnTo>
                <a:lnTo>
                  <a:pt x="1105278" y="1049612"/>
                </a:lnTo>
                <a:lnTo>
                  <a:pt x="1104835" y="1049664"/>
                </a:lnTo>
                <a:lnTo>
                  <a:pt x="1104388" y="1049707"/>
                </a:lnTo>
                <a:lnTo>
                  <a:pt x="1103936" y="1049740"/>
                </a:lnTo>
                <a:lnTo>
                  <a:pt x="1103480" y="1049763"/>
                </a:lnTo>
                <a:lnTo>
                  <a:pt x="1103020" y="1049778"/>
                </a:lnTo>
                <a:lnTo>
                  <a:pt x="1102555" y="1049782"/>
                </a:lnTo>
                <a:lnTo>
                  <a:pt x="1101854" y="1049774"/>
                </a:lnTo>
                <a:lnTo>
                  <a:pt x="1101166" y="1049748"/>
                </a:lnTo>
                <a:lnTo>
                  <a:pt x="1100490" y="1049705"/>
                </a:lnTo>
                <a:lnTo>
                  <a:pt x="1099828" y="1049644"/>
                </a:lnTo>
                <a:lnTo>
                  <a:pt x="1099178" y="1049567"/>
                </a:lnTo>
                <a:lnTo>
                  <a:pt x="1098541" y="1049472"/>
                </a:lnTo>
                <a:lnTo>
                  <a:pt x="1097916" y="1049360"/>
                </a:lnTo>
                <a:lnTo>
                  <a:pt x="1097305" y="1049231"/>
                </a:lnTo>
                <a:lnTo>
                  <a:pt x="1096706" y="1049084"/>
                </a:lnTo>
                <a:lnTo>
                  <a:pt x="1096120" y="1048920"/>
                </a:lnTo>
                <a:lnTo>
                  <a:pt x="1095547" y="1048739"/>
                </a:lnTo>
                <a:lnTo>
                  <a:pt x="1094987" y="1048541"/>
                </a:lnTo>
                <a:lnTo>
                  <a:pt x="1094440" y="1048326"/>
                </a:lnTo>
                <a:lnTo>
                  <a:pt x="1093905" y="1048093"/>
                </a:lnTo>
                <a:lnTo>
                  <a:pt x="1093383" y="1047843"/>
                </a:lnTo>
                <a:lnTo>
                  <a:pt x="1092874" y="1047576"/>
                </a:lnTo>
                <a:lnTo>
                  <a:pt x="1092377" y="1047291"/>
                </a:lnTo>
                <a:lnTo>
                  <a:pt x="1091894" y="1046989"/>
                </a:lnTo>
                <a:lnTo>
                  <a:pt x="1091423" y="1046670"/>
                </a:lnTo>
                <a:lnTo>
                  <a:pt x="1090965" y="1046334"/>
                </a:lnTo>
                <a:lnTo>
                  <a:pt x="1090520" y="1045981"/>
                </a:lnTo>
                <a:lnTo>
                  <a:pt x="1090087" y="1045610"/>
                </a:lnTo>
                <a:lnTo>
                  <a:pt x="1089668" y="1045222"/>
                </a:lnTo>
                <a:lnTo>
                  <a:pt x="1089261" y="1044817"/>
                </a:lnTo>
                <a:lnTo>
                  <a:pt x="1088882" y="1044394"/>
                </a:lnTo>
                <a:lnTo>
                  <a:pt x="1088519" y="1043953"/>
                </a:lnTo>
                <a:lnTo>
                  <a:pt x="1088172" y="1043493"/>
                </a:lnTo>
                <a:lnTo>
                  <a:pt x="1087842" y="1043015"/>
                </a:lnTo>
                <a:lnTo>
                  <a:pt x="1087527" y="1042519"/>
                </a:lnTo>
                <a:lnTo>
                  <a:pt x="1087229" y="1042004"/>
                </a:lnTo>
                <a:lnTo>
                  <a:pt x="1086947" y="1041471"/>
                </a:lnTo>
                <a:lnTo>
                  <a:pt x="1086680" y="1040920"/>
                </a:lnTo>
                <a:lnTo>
                  <a:pt x="1086430" y="1040350"/>
                </a:lnTo>
                <a:lnTo>
                  <a:pt x="1086197" y="1039762"/>
                </a:lnTo>
                <a:lnTo>
                  <a:pt x="1085979" y="1039155"/>
                </a:lnTo>
                <a:lnTo>
                  <a:pt x="1085777" y="1038531"/>
                </a:lnTo>
                <a:lnTo>
                  <a:pt x="1085592" y="1037887"/>
                </a:lnTo>
                <a:lnTo>
                  <a:pt x="1085422" y="1037226"/>
                </a:lnTo>
                <a:lnTo>
                  <a:pt x="1085269" y="1036546"/>
                </a:lnTo>
                <a:lnTo>
                  <a:pt x="1085132" y="1035848"/>
                </a:lnTo>
                <a:lnTo>
                  <a:pt x="1085011" y="1035131"/>
                </a:lnTo>
                <a:lnTo>
                  <a:pt x="1084906" y="1034396"/>
                </a:lnTo>
                <a:lnTo>
                  <a:pt x="1084818" y="1033643"/>
                </a:lnTo>
                <a:lnTo>
                  <a:pt x="1084745" y="1032871"/>
                </a:lnTo>
                <a:lnTo>
                  <a:pt x="1084689" y="1032081"/>
                </a:lnTo>
                <a:lnTo>
                  <a:pt x="1084648" y="1031273"/>
                </a:lnTo>
                <a:lnTo>
                  <a:pt x="1084624" y="1030446"/>
                </a:lnTo>
                <a:lnTo>
                  <a:pt x="1084616" y="1029601"/>
                </a:lnTo>
                <a:lnTo>
                  <a:pt x="1084616" y="978828"/>
                </a:lnTo>
                <a:lnTo>
                  <a:pt x="1068439" y="978828"/>
                </a:lnTo>
                <a:lnTo>
                  <a:pt x="1068439" y="1032644"/>
                </a:lnTo>
                <a:lnTo>
                  <a:pt x="1068453" y="1033873"/>
                </a:lnTo>
                <a:lnTo>
                  <a:pt x="1068494" y="1035075"/>
                </a:lnTo>
                <a:lnTo>
                  <a:pt x="1068562" y="1036251"/>
                </a:lnTo>
                <a:lnTo>
                  <a:pt x="1068657" y="1037400"/>
                </a:lnTo>
                <a:lnTo>
                  <a:pt x="1068780" y="1038524"/>
                </a:lnTo>
                <a:lnTo>
                  <a:pt x="1068930" y="1039622"/>
                </a:lnTo>
                <a:lnTo>
                  <a:pt x="1069107" y="1040693"/>
                </a:lnTo>
                <a:lnTo>
                  <a:pt x="1069311" y="1041738"/>
                </a:lnTo>
                <a:lnTo>
                  <a:pt x="1069543" y="1042758"/>
                </a:lnTo>
                <a:lnTo>
                  <a:pt x="1069802" y="1043751"/>
                </a:lnTo>
                <a:lnTo>
                  <a:pt x="1070088" y="1044717"/>
                </a:lnTo>
                <a:lnTo>
                  <a:pt x="1070401" y="1045658"/>
                </a:lnTo>
                <a:lnTo>
                  <a:pt x="1070742" y="1046573"/>
                </a:lnTo>
                <a:lnTo>
                  <a:pt x="1071110" y="1047461"/>
                </a:lnTo>
                <a:lnTo>
                  <a:pt x="1071505" y="1048323"/>
                </a:lnTo>
                <a:lnTo>
                  <a:pt x="1071927" y="1049160"/>
                </a:lnTo>
                <a:lnTo>
                  <a:pt x="1072377" y="1049970"/>
                </a:lnTo>
                <a:lnTo>
                  <a:pt x="1072854" y="1050753"/>
                </a:lnTo>
                <a:lnTo>
                  <a:pt x="1073358" y="1051511"/>
                </a:lnTo>
                <a:lnTo>
                  <a:pt x="1073889" y="1052243"/>
                </a:lnTo>
                <a:lnTo>
                  <a:pt x="1074448" y="1052948"/>
                </a:lnTo>
                <a:lnTo>
                  <a:pt x="1075034" y="1053628"/>
                </a:lnTo>
                <a:lnTo>
                  <a:pt x="1075647" y="1054281"/>
                </a:lnTo>
                <a:lnTo>
                  <a:pt x="1076287" y="1054908"/>
                </a:lnTo>
                <a:lnTo>
                  <a:pt x="1076964" y="1055509"/>
                </a:lnTo>
                <a:lnTo>
                  <a:pt x="1077658" y="1056085"/>
                </a:lnTo>
                <a:lnTo>
                  <a:pt x="1078370" y="1056635"/>
                </a:lnTo>
                <a:lnTo>
                  <a:pt x="1079099" y="1057159"/>
                </a:lnTo>
                <a:lnTo>
                  <a:pt x="1079847" y="1057658"/>
                </a:lnTo>
                <a:lnTo>
                  <a:pt x="1080612" y="1058131"/>
                </a:lnTo>
                <a:lnTo>
                  <a:pt x="1081395" y="1058579"/>
                </a:lnTo>
                <a:lnTo>
                  <a:pt x="1082196" y="1059001"/>
                </a:lnTo>
                <a:lnTo>
                  <a:pt x="1083014" y="1059397"/>
                </a:lnTo>
                <a:lnTo>
                  <a:pt x="1083851" y="1059768"/>
                </a:lnTo>
                <a:lnTo>
                  <a:pt x="1084705" y="1060114"/>
                </a:lnTo>
                <a:lnTo>
                  <a:pt x="1085577" y="1060434"/>
                </a:lnTo>
                <a:lnTo>
                  <a:pt x="1086467" y="1060728"/>
                </a:lnTo>
                <a:lnTo>
                  <a:pt x="1087375" y="1060996"/>
                </a:lnTo>
                <a:lnTo>
                  <a:pt x="1088300" y="1061239"/>
                </a:lnTo>
                <a:lnTo>
                  <a:pt x="1089243" y="1061457"/>
                </a:lnTo>
                <a:lnTo>
                  <a:pt x="1090204" y="1061649"/>
                </a:lnTo>
                <a:lnTo>
                  <a:pt x="1091183" y="1061815"/>
                </a:lnTo>
                <a:lnTo>
                  <a:pt x="1092180" y="1061956"/>
                </a:lnTo>
                <a:lnTo>
                  <a:pt x="1093194" y="1062071"/>
                </a:lnTo>
                <a:lnTo>
                  <a:pt x="1094226" y="1062160"/>
                </a:lnTo>
                <a:lnTo>
                  <a:pt x="1095276" y="1062224"/>
                </a:lnTo>
                <a:lnTo>
                  <a:pt x="1096344" y="1062263"/>
                </a:lnTo>
                <a:lnTo>
                  <a:pt x="1097430" y="1062276"/>
                </a:lnTo>
                <a:lnTo>
                  <a:pt x="1097948" y="1062273"/>
                </a:lnTo>
                <a:lnTo>
                  <a:pt x="1098462" y="1062264"/>
                </a:lnTo>
                <a:lnTo>
                  <a:pt x="1098971" y="1062250"/>
                </a:lnTo>
                <a:lnTo>
                  <a:pt x="1099476" y="1062231"/>
                </a:lnTo>
                <a:lnTo>
                  <a:pt x="1099977" y="1062206"/>
                </a:lnTo>
                <a:lnTo>
                  <a:pt x="1100473" y="1062175"/>
                </a:lnTo>
                <a:lnTo>
                  <a:pt x="1100964" y="1062139"/>
                </a:lnTo>
                <a:close/>
                <a:moveTo>
                  <a:pt x="1301044" y="1220403"/>
                </a:moveTo>
                <a:lnTo>
                  <a:pt x="1301057" y="1219885"/>
                </a:lnTo>
                <a:lnTo>
                  <a:pt x="1301079" y="1219378"/>
                </a:lnTo>
                <a:lnTo>
                  <a:pt x="1301110" y="1218881"/>
                </a:lnTo>
                <a:lnTo>
                  <a:pt x="1301151" y="1218394"/>
                </a:lnTo>
                <a:lnTo>
                  <a:pt x="1301199" y="1217919"/>
                </a:lnTo>
                <a:lnTo>
                  <a:pt x="1301257" y="1217453"/>
                </a:lnTo>
                <a:lnTo>
                  <a:pt x="1301324" y="1216999"/>
                </a:lnTo>
                <a:lnTo>
                  <a:pt x="1301400" y="1216555"/>
                </a:lnTo>
                <a:lnTo>
                  <a:pt x="1301484" y="1216121"/>
                </a:lnTo>
                <a:lnTo>
                  <a:pt x="1301578" y="1215698"/>
                </a:lnTo>
                <a:lnTo>
                  <a:pt x="1301680" y="1215286"/>
                </a:lnTo>
                <a:lnTo>
                  <a:pt x="1301791" y="1214884"/>
                </a:lnTo>
                <a:lnTo>
                  <a:pt x="1301911" y="1214493"/>
                </a:lnTo>
                <a:lnTo>
                  <a:pt x="1302040" y="1214112"/>
                </a:lnTo>
                <a:lnTo>
                  <a:pt x="1302178" y="1213742"/>
                </a:lnTo>
                <a:lnTo>
                  <a:pt x="1302325" y="1213382"/>
                </a:lnTo>
                <a:lnTo>
                  <a:pt x="1302481" y="1213033"/>
                </a:lnTo>
                <a:lnTo>
                  <a:pt x="1302645" y="1212695"/>
                </a:lnTo>
                <a:lnTo>
                  <a:pt x="1302819" y="1212367"/>
                </a:lnTo>
                <a:lnTo>
                  <a:pt x="1303001" y="1212050"/>
                </a:lnTo>
                <a:lnTo>
                  <a:pt x="1303193" y="1211743"/>
                </a:lnTo>
                <a:lnTo>
                  <a:pt x="1303393" y="1211447"/>
                </a:lnTo>
                <a:lnTo>
                  <a:pt x="1303602" y="1211161"/>
                </a:lnTo>
                <a:lnTo>
                  <a:pt x="1303832" y="1210885"/>
                </a:lnTo>
                <a:lnTo>
                  <a:pt x="1304068" y="1210615"/>
                </a:lnTo>
                <a:lnTo>
                  <a:pt x="1304310" y="1210353"/>
                </a:lnTo>
                <a:lnTo>
                  <a:pt x="1304559" y="1210098"/>
                </a:lnTo>
                <a:lnTo>
                  <a:pt x="1304813" y="1209850"/>
                </a:lnTo>
                <a:lnTo>
                  <a:pt x="1305074" y="1209610"/>
                </a:lnTo>
                <a:lnTo>
                  <a:pt x="1305340" y="1209377"/>
                </a:lnTo>
                <a:lnTo>
                  <a:pt x="1305613" y="1209150"/>
                </a:lnTo>
                <a:lnTo>
                  <a:pt x="1305892" y="1208932"/>
                </a:lnTo>
                <a:lnTo>
                  <a:pt x="1306177" y="1208720"/>
                </a:lnTo>
                <a:lnTo>
                  <a:pt x="1306468" y="1208516"/>
                </a:lnTo>
                <a:lnTo>
                  <a:pt x="1306765" y="1208318"/>
                </a:lnTo>
                <a:lnTo>
                  <a:pt x="1307069" y="1208128"/>
                </a:lnTo>
                <a:lnTo>
                  <a:pt x="1307378" y="1207946"/>
                </a:lnTo>
                <a:lnTo>
                  <a:pt x="1307694" y="1207770"/>
                </a:lnTo>
                <a:lnTo>
                  <a:pt x="1308016" y="1207602"/>
                </a:lnTo>
                <a:lnTo>
                  <a:pt x="1308343" y="1207441"/>
                </a:lnTo>
                <a:lnTo>
                  <a:pt x="1308677" y="1207287"/>
                </a:lnTo>
                <a:lnTo>
                  <a:pt x="1309017" y="1207141"/>
                </a:lnTo>
                <a:lnTo>
                  <a:pt x="1309364" y="1207001"/>
                </a:lnTo>
                <a:lnTo>
                  <a:pt x="1309716" y="1206869"/>
                </a:lnTo>
                <a:lnTo>
                  <a:pt x="1310074" y="1206745"/>
                </a:lnTo>
                <a:lnTo>
                  <a:pt x="1310439" y="1206627"/>
                </a:lnTo>
                <a:lnTo>
                  <a:pt x="1310810" y="1206517"/>
                </a:lnTo>
                <a:lnTo>
                  <a:pt x="1311184" y="1206399"/>
                </a:lnTo>
                <a:lnTo>
                  <a:pt x="1311561" y="1206286"/>
                </a:lnTo>
                <a:lnTo>
                  <a:pt x="1311941" y="1206179"/>
                </a:lnTo>
                <a:lnTo>
                  <a:pt x="1312322" y="1206076"/>
                </a:lnTo>
                <a:lnTo>
                  <a:pt x="1312706" y="1205978"/>
                </a:lnTo>
                <a:lnTo>
                  <a:pt x="1313092" y="1205886"/>
                </a:lnTo>
                <a:lnTo>
                  <a:pt x="1313480" y="1205798"/>
                </a:lnTo>
                <a:lnTo>
                  <a:pt x="1313871" y="1205716"/>
                </a:lnTo>
                <a:lnTo>
                  <a:pt x="1314263" y="1205638"/>
                </a:lnTo>
                <a:lnTo>
                  <a:pt x="1314658" y="1205566"/>
                </a:lnTo>
                <a:lnTo>
                  <a:pt x="1315055" y="1205498"/>
                </a:lnTo>
                <a:lnTo>
                  <a:pt x="1315454" y="1205435"/>
                </a:lnTo>
                <a:lnTo>
                  <a:pt x="1315856" y="1205378"/>
                </a:lnTo>
                <a:lnTo>
                  <a:pt x="1316260" y="1205325"/>
                </a:lnTo>
                <a:lnTo>
                  <a:pt x="1316666" y="1205278"/>
                </a:lnTo>
                <a:lnTo>
                  <a:pt x="1317074" y="1205235"/>
                </a:lnTo>
                <a:lnTo>
                  <a:pt x="1317484" y="1205198"/>
                </a:lnTo>
                <a:lnTo>
                  <a:pt x="1317897" y="1205165"/>
                </a:lnTo>
                <a:lnTo>
                  <a:pt x="1318312" y="1205138"/>
                </a:lnTo>
                <a:lnTo>
                  <a:pt x="1318729" y="1205115"/>
                </a:lnTo>
                <a:lnTo>
                  <a:pt x="1319148" y="1205098"/>
                </a:lnTo>
                <a:lnTo>
                  <a:pt x="1319570" y="1205085"/>
                </a:lnTo>
                <a:lnTo>
                  <a:pt x="1319994" y="1205077"/>
                </a:lnTo>
                <a:lnTo>
                  <a:pt x="1320420" y="1205075"/>
                </a:lnTo>
                <a:lnTo>
                  <a:pt x="1320779" y="1205077"/>
                </a:lnTo>
                <a:lnTo>
                  <a:pt x="1321137" y="1205083"/>
                </a:lnTo>
                <a:lnTo>
                  <a:pt x="1321493" y="1205093"/>
                </a:lnTo>
                <a:lnTo>
                  <a:pt x="1321848" y="1205106"/>
                </a:lnTo>
                <a:lnTo>
                  <a:pt x="1322201" y="1205124"/>
                </a:lnTo>
                <a:lnTo>
                  <a:pt x="1322552" y="1205145"/>
                </a:lnTo>
                <a:lnTo>
                  <a:pt x="1322901" y="1205170"/>
                </a:lnTo>
                <a:lnTo>
                  <a:pt x="1323249" y="1205200"/>
                </a:lnTo>
                <a:lnTo>
                  <a:pt x="1323595" y="1205233"/>
                </a:lnTo>
                <a:lnTo>
                  <a:pt x="1323940" y="1205270"/>
                </a:lnTo>
                <a:lnTo>
                  <a:pt x="1324283" y="1205311"/>
                </a:lnTo>
                <a:lnTo>
                  <a:pt x="1324624" y="1205355"/>
                </a:lnTo>
                <a:lnTo>
                  <a:pt x="1324964" y="1205404"/>
                </a:lnTo>
                <a:lnTo>
                  <a:pt x="1325301" y="1205457"/>
                </a:lnTo>
                <a:lnTo>
                  <a:pt x="1325638" y="1205513"/>
                </a:lnTo>
                <a:lnTo>
                  <a:pt x="1325972" y="1205573"/>
                </a:lnTo>
                <a:lnTo>
                  <a:pt x="1326305" y="1205638"/>
                </a:lnTo>
                <a:lnTo>
                  <a:pt x="1326636" y="1205706"/>
                </a:lnTo>
                <a:lnTo>
                  <a:pt x="1326966" y="1205778"/>
                </a:lnTo>
                <a:lnTo>
                  <a:pt x="1327294" y="1205854"/>
                </a:lnTo>
                <a:lnTo>
                  <a:pt x="1327620" y="1205933"/>
                </a:lnTo>
                <a:lnTo>
                  <a:pt x="1327944" y="1206017"/>
                </a:lnTo>
                <a:lnTo>
                  <a:pt x="1328267" y="1206105"/>
                </a:lnTo>
                <a:lnTo>
                  <a:pt x="1328588" y="1206196"/>
                </a:lnTo>
                <a:lnTo>
                  <a:pt x="1328908" y="1206277"/>
                </a:lnTo>
                <a:lnTo>
                  <a:pt x="1329225" y="1206359"/>
                </a:lnTo>
                <a:lnTo>
                  <a:pt x="1329539" y="1206442"/>
                </a:lnTo>
                <a:lnTo>
                  <a:pt x="1329852" y="1206525"/>
                </a:lnTo>
                <a:lnTo>
                  <a:pt x="1330162" y="1206611"/>
                </a:lnTo>
                <a:lnTo>
                  <a:pt x="1330470" y="1206697"/>
                </a:lnTo>
                <a:lnTo>
                  <a:pt x="1330776" y="1206784"/>
                </a:lnTo>
                <a:lnTo>
                  <a:pt x="1331080" y="1206873"/>
                </a:lnTo>
                <a:lnTo>
                  <a:pt x="1331381" y="1206962"/>
                </a:lnTo>
                <a:lnTo>
                  <a:pt x="1331680" y="1207053"/>
                </a:lnTo>
                <a:lnTo>
                  <a:pt x="1331977" y="1207144"/>
                </a:lnTo>
                <a:lnTo>
                  <a:pt x="1332272" y="1207237"/>
                </a:lnTo>
                <a:lnTo>
                  <a:pt x="1332565" y="1207331"/>
                </a:lnTo>
                <a:lnTo>
                  <a:pt x="1332855" y="1207426"/>
                </a:lnTo>
                <a:lnTo>
                  <a:pt x="1333143" y="1207523"/>
                </a:lnTo>
                <a:lnTo>
                  <a:pt x="1333429" y="1207620"/>
                </a:lnTo>
                <a:lnTo>
                  <a:pt x="1333713" y="1207718"/>
                </a:lnTo>
                <a:lnTo>
                  <a:pt x="1333994" y="1207818"/>
                </a:lnTo>
                <a:lnTo>
                  <a:pt x="1334273" y="1207919"/>
                </a:lnTo>
                <a:lnTo>
                  <a:pt x="1334550" y="1208020"/>
                </a:lnTo>
                <a:lnTo>
                  <a:pt x="1334825" y="1208123"/>
                </a:lnTo>
                <a:lnTo>
                  <a:pt x="1335097" y="1208227"/>
                </a:lnTo>
                <a:lnTo>
                  <a:pt x="1335368" y="1208332"/>
                </a:lnTo>
                <a:lnTo>
                  <a:pt x="1335636" y="1208439"/>
                </a:lnTo>
                <a:lnTo>
                  <a:pt x="1335636" y="1197067"/>
                </a:lnTo>
                <a:lnTo>
                  <a:pt x="1335339" y="1196921"/>
                </a:lnTo>
                <a:lnTo>
                  <a:pt x="1335035" y="1196779"/>
                </a:lnTo>
                <a:lnTo>
                  <a:pt x="1334725" y="1196639"/>
                </a:lnTo>
                <a:lnTo>
                  <a:pt x="1334408" y="1196502"/>
                </a:lnTo>
                <a:lnTo>
                  <a:pt x="1334084" y="1196367"/>
                </a:lnTo>
                <a:lnTo>
                  <a:pt x="1333754" y="1196236"/>
                </a:lnTo>
                <a:lnTo>
                  <a:pt x="1333417" y="1196107"/>
                </a:lnTo>
                <a:lnTo>
                  <a:pt x="1333073" y="1195981"/>
                </a:lnTo>
                <a:lnTo>
                  <a:pt x="1332723" y="1195858"/>
                </a:lnTo>
                <a:lnTo>
                  <a:pt x="1332366" y="1195737"/>
                </a:lnTo>
                <a:lnTo>
                  <a:pt x="1332002" y="1195620"/>
                </a:lnTo>
                <a:lnTo>
                  <a:pt x="1331632" y="1195505"/>
                </a:lnTo>
                <a:lnTo>
                  <a:pt x="1331254" y="1195393"/>
                </a:lnTo>
                <a:lnTo>
                  <a:pt x="1330871" y="1195284"/>
                </a:lnTo>
                <a:lnTo>
                  <a:pt x="1330480" y="1195177"/>
                </a:lnTo>
                <a:lnTo>
                  <a:pt x="1330083" y="1195073"/>
                </a:lnTo>
                <a:lnTo>
                  <a:pt x="1329679" y="1194972"/>
                </a:lnTo>
                <a:lnTo>
                  <a:pt x="1329269" y="1194874"/>
                </a:lnTo>
                <a:lnTo>
                  <a:pt x="1328852" y="1194779"/>
                </a:lnTo>
                <a:lnTo>
                  <a:pt x="1328428" y="1194686"/>
                </a:lnTo>
                <a:lnTo>
                  <a:pt x="1327998" y="1194597"/>
                </a:lnTo>
                <a:lnTo>
                  <a:pt x="1327561" y="1194509"/>
                </a:lnTo>
                <a:lnTo>
                  <a:pt x="1327117" y="1194425"/>
                </a:lnTo>
                <a:lnTo>
                  <a:pt x="1326666" y="1194344"/>
                </a:lnTo>
                <a:lnTo>
                  <a:pt x="1326214" y="1194252"/>
                </a:lnTo>
                <a:lnTo>
                  <a:pt x="1325763" y="1194165"/>
                </a:lnTo>
                <a:lnTo>
                  <a:pt x="1325315" y="1194081"/>
                </a:lnTo>
                <a:lnTo>
                  <a:pt x="1324869" y="1194001"/>
                </a:lnTo>
                <a:lnTo>
                  <a:pt x="1324425" y="1193925"/>
                </a:lnTo>
                <a:lnTo>
                  <a:pt x="1323983" y="1193853"/>
                </a:lnTo>
                <a:lnTo>
                  <a:pt x="1323544" y="1193785"/>
                </a:lnTo>
                <a:lnTo>
                  <a:pt x="1323107" y="1193721"/>
                </a:lnTo>
                <a:lnTo>
                  <a:pt x="1322672" y="1193660"/>
                </a:lnTo>
                <a:lnTo>
                  <a:pt x="1322239" y="1193604"/>
                </a:lnTo>
                <a:lnTo>
                  <a:pt x="1321809" y="1193551"/>
                </a:lnTo>
                <a:lnTo>
                  <a:pt x="1321381" y="1193503"/>
                </a:lnTo>
                <a:lnTo>
                  <a:pt x="1320955" y="1193458"/>
                </a:lnTo>
                <a:lnTo>
                  <a:pt x="1320531" y="1193417"/>
                </a:lnTo>
                <a:lnTo>
                  <a:pt x="1320109" y="1193380"/>
                </a:lnTo>
                <a:lnTo>
                  <a:pt x="1319690" y="1193347"/>
                </a:lnTo>
                <a:lnTo>
                  <a:pt x="1319273" y="1193318"/>
                </a:lnTo>
                <a:lnTo>
                  <a:pt x="1318858" y="1193293"/>
                </a:lnTo>
                <a:lnTo>
                  <a:pt x="1318445" y="1193271"/>
                </a:lnTo>
                <a:lnTo>
                  <a:pt x="1318035" y="1193254"/>
                </a:lnTo>
                <a:lnTo>
                  <a:pt x="1317627" y="1193240"/>
                </a:lnTo>
                <a:lnTo>
                  <a:pt x="1317221" y="1193230"/>
                </a:lnTo>
                <a:lnTo>
                  <a:pt x="1316817" y="1193224"/>
                </a:lnTo>
                <a:lnTo>
                  <a:pt x="1316416" y="1193222"/>
                </a:lnTo>
                <a:lnTo>
                  <a:pt x="1315684" y="1193227"/>
                </a:lnTo>
                <a:lnTo>
                  <a:pt x="1314958" y="1193242"/>
                </a:lnTo>
                <a:lnTo>
                  <a:pt x="1314238" y="1193268"/>
                </a:lnTo>
                <a:lnTo>
                  <a:pt x="1313524" y="1193303"/>
                </a:lnTo>
                <a:lnTo>
                  <a:pt x="1312814" y="1193348"/>
                </a:lnTo>
                <a:lnTo>
                  <a:pt x="1312111" y="1193403"/>
                </a:lnTo>
                <a:lnTo>
                  <a:pt x="1311413" y="1193468"/>
                </a:lnTo>
                <a:lnTo>
                  <a:pt x="1310721" y="1193543"/>
                </a:lnTo>
                <a:lnTo>
                  <a:pt x="1310034" y="1193628"/>
                </a:lnTo>
                <a:lnTo>
                  <a:pt x="1309352" y="1193723"/>
                </a:lnTo>
                <a:lnTo>
                  <a:pt x="1308677" y="1193828"/>
                </a:lnTo>
                <a:lnTo>
                  <a:pt x="1308007" y="1193943"/>
                </a:lnTo>
                <a:lnTo>
                  <a:pt x="1307342" y="1194068"/>
                </a:lnTo>
                <a:lnTo>
                  <a:pt x="1306683" y="1194204"/>
                </a:lnTo>
                <a:lnTo>
                  <a:pt x="1306030" y="1194349"/>
                </a:lnTo>
                <a:lnTo>
                  <a:pt x="1305382" y="1194504"/>
                </a:lnTo>
                <a:lnTo>
                  <a:pt x="1304739" y="1194669"/>
                </a:lnTo>
                <a:lnTo>
                  <a:pt x="1304103" y="1194844"/>
                </a:lnTo>
                <a:lnTo>
                  <a:pt x="1303471" y="1195029"/>
                </a:lnTo>
                <a:lnTo>
                  <a:pt x="1302846" y="1195225"/>
                </a:lnTo>
                <a:lnTo>
                  <a:pt x="1302226" y="1195430"/>
                </a:lnTo>
                <a:lnTo>
                  <a:pt x="1301611" y="1195645"/>
                </a:lnTo>
                <a:lnTo>
                  <a:pt x="1301002" y="1195870"/>
                </a:lnTo>
                <a:lnTo>
                  <a:pt x="1300399" y="1196106"/>
                </a:lnTo>
                <a:lnTo>
                  <a:pt x="1299803" y="1196351"/>
                </a:lnTo>
                <a:lnTo>
                  <a:pt x="1299218" y="1196606"/>
                </a:lnTo>
                <a:lnTo>
                  <a:pt x="1298644" y="1196871"/>
                </a:lnTo>
                <a:lnTo>
                  <a:pt x="1298081" y="1197147"/>
                </a:lnTo>
                <a:lnTo>
                  <a:pt x="1297528" y="1197432"/>
                </a:lnTo>
                <a:lnTo>
                  <a:pt x="1296985" y="1197727"/>
                </a:lnTo>
                <a:lnTo>
                  <a:pt x="1296453" y="1198033"/>
                </a:lnTo>
                <a:lnTo>
                  <a:pt x="1295932" y="1198348"/>
                </a:lnTo>
                <a:lnTo>
                  <a:pt x="1295421" y="1198673"/>
                </a:lnTo>
                <a:lnTo>
                  <a:pt x="1294921" y="1199009"/>
                </a:lnTo>
                <a:lnTo>
                  <a:pt x="1294431" y="1199354"/>
                </a:lnTo>
                <a:lnTo>
                  <a:pt x="1293952" y="1199709"/>
                </a:lnTo>
                <a:lnTo>
                  <a:pt x="1293483" y="1200075"/>
                </a:lnTo>
                <a:lnTo>
                  <a:pt x="1293025" y="1200450"/>
                </a:lnTo>
                <a:lnTo>
                  <a:pt x="1292578" y="1200836"/>
                </a:lnTo>
                <a:lnTo>
                  <a:pt x="1292141" y="1201231"/>
                </a:lnTo>
                <a:lnTo>
                  <a:pt x="1291715" y="1201636"/>
                </a:lnTo>
                <a:lnTo>
                  <a:pt x="1291299" y="1202052"/>
                </a:lnTo>
                <a:lnTo>
                  <a:pt x="1290894" y="1202477"/>
                </a:lnTo>
                <a:lnTo>
                  <a:pt x="1290499" y="1202913"/>
                </a:lnTo>
                <a:lnTo>
                  <a:pt x="1290115" y="1203358"/>
                </a:lnTo>
                <a:lnTo>
                  <a:pt x="1289742" y="1203814"/>
                </a:lnTo>
                <a:lnTo>
                  <a:pt x="1289379" y="1204279"/>
                </a:lnTo>
                <a:lnTo>
                  <a:pt x="1289027" y="1204755"/>
                </a:lnTo>
                <a:lnTo>
                  <a:pt x="1288687" y="1205241"/>
                </a:lnTo>
                <a:lnTo>
                  <a:pt x="1288361" y="1205738"/>
                </a:lnTo>
                <a:lnTo>
                  <a:pt x="1288051" y="1206246"/>
                </a:lnTo>
                <a:lnTo>
                  <a:pt x="1287754" y="1206766"/>
                </a:lnTo>
                <a:lnTo>
                  <a:pt x="1287472" y="1207296"/>
                </a:lnTo>
                <a:lnTo>
                  <a:pt x="1287205" y="1207838"/>
                </a:lnTo>
                <a:lnTo>
                  <a:pt x="1286952" y="1208391"/>
                </a:lnTo>
                <a:lnTo>
                  <a:pt x="1286713" y="1208955"/>
                </a:lnTo>
                <a:lnTo>
                  <a:pt x="1286489" y="1209530"/>
                </a:lnTo>
                <a:lnTo>
                  <a:pt x="1286279" y="1210116"/>
                </a:lnTo>
                <a:lnTo>
                  <a:pt x="1286084" y="1210713"/>
                </a:lnTo>
                <a:lnTo>
                  <a:pt x="1285903" y="1211322"/>
                </a:lnTo>
                <a:lnTo>
                  <a:pt x="1285737" y="1211941"/>
                </a:lnTo>
                <a:lnTo>
                  <a:pt x="1285585" y="1212572"/>
                </a:lnTo>
                <a:lnTo>
                  <a:pt x="1285448" y="1213214"/>
                </a:lnTo>
                <a:lnTo>
                  <a:pt x="1285325" y="1213866"/>
                </a:lnTo>
                <a:lnTo>
                  <a:pt x="1285216" y="1214531"/>
                </a:lnTo>
                <a:lnTo>
                  <a:pt x="1285123" y="1215206"/>
                </a:lnTo>
                <a:lnTo>
                  <a:pt x="1285043" y="1215892"/>
                </a:lnTo>
                <a:lnTo>
                  <a:pt x="1284978" y="1216589"/>
                </a:lnTo>
                <a:lnTo>
                  <a:pt x="1284927" y="1217298"/>
                </a:lnTo>
                <a:lnTo>
                  <a:pt x="1284891" y="1218018"/>
                </a:lnTo>
                <a:lnTo>
                  <a:pt x="1284869" y="1218748"/>
                </a:lnTo>
                <a:lnTo>
                  <a:pt x="1284862" y="1219490"/>
                </a:lnTo>
                <a:lnTo>
                  <a:pt x="1284862" y="1227979"/>
                </a:lnTo>
                <a:lnTo>
                  <a:pt x="1261958" y="1227979"/>
                </a:lnTo>
                <a:lnTo>
                  <a:pt x="1261958" y="1240472"/>
                </a:lnTo>
                <a:lnTo>
                  <a:pt x="1284862" y="1240472"/>
                </a:lnTo>
                <a:lnTo>
                  <a:pt x="1284862" y="1297492"/>
                </a:lnTo>
                <a:lnTo>
                  <a:pt x="1261798" y="1297492"/>
                </a:lnTo>
                <a:lnTo>
                  <a:pt x="1261798" y="1309825"/>
                </a:lnTo>
                <a:lnTo>
                  <a:pt x="1284862" y="1309825"/>
                </a:lnTo>
                <a:lnTo>
                  <a:pt x="1301039" y="1309825"/>
                </a:lnTo>
                <a:lnTo>
                  <a:pt x="1334515" y="1309825"/>
                </a:lnTo>
                <a:lnTo>
                  <a:pt x="1334515" y="1297492"/>
                </a:lnTo>
                <a:lnTo>
                  <a:pt x="1301039" y="1297492"/>
                </a:lnTo>
                <a:lnTo>
                  <a:pt x="1301039" y="1240472"/>
                </a:lnTo>
                <a:lnTo>
                  <a:pt x="1333554" y="1240472"/>
                </a:lnTo>
                <a:lnTo>
                  <a:pt x="1333554" y="1227979"/>
                </a:lnTo>
                <a:lnTo>
                  <a:pt x="1301039" y="1227979"/>
                </a:lnTo>
                <a:lnTo>
                  <a:pt x="1301039" y="1220932"/>
                </a:lnTo>
                <a:lnTo>
                  <a:pt x="1301044" y="1220403"/>
                </a:lnTo>
                <a:close/>
                <a:moveTo>
                  <a:pt x="1110665" y="1311100"/>
                </a:moveTo>
                <a:lnTo>
                  <a:pt x="1111507" y="1311000"/>
                </a:lnTo>
                <a:lnTo>
                  <a:pt x="1112338" y="1310887"/>
                </a:lnTo>
                <a:lnTo>
                  <a:pt x="1113158" y="1310760"/>
                </a:lnTo>
                <a:lnTo>
                  <a:pt x="1113968" y="1310620"/>
                </a:lnTo>
                <a:lnTo>
                  <a:pt x="1114768" y="1310466"/>
                </a:lnTo>
                <a:lnTo>
                  <a:pt x="1115557" y="1310299"/>
                </a:lnTo>
                <a:lnTo>
                  <a:pt x="1116335" y="1310119"/>
                </a:lnTo>
                <a:lnTo>
                  <a:pt x="1117103" y="1309926"/>
                </a:lnTo>
                <a:lnTo>
                  <a:pt x="1117860" y="1309719"/>
                </a:lnTo>
                <a:lnTo>
                  <a:pt x="1118607" y="1309498"/>
                </a:lnTo>
                <a:lnTo>
                  <a:pt x="1119343" y="1309265"/>
                </a:lnTo>
                <a:lnTo>
                  <a:pt x="1120068" y="1309018"/>
                </a:lnTo>
                <a:lnTo>
                  <a:pt x="1120783" y="1308758"/>
                </a:lnTo>
                <a:lnTo>
                  <a:pt x="1121487" y="1308484"/>
                </a:lnTo>
                <a:lnTo>
                  <a:pt x="1122181" y="1308197"/>
                </a:lnTo>
                <a:lnTo>
                  <a:pt x="1122864" y="1307897"/>
                </a:lnTo>
                <a:lnTo>
                  <a:pt x="1123537" y="1307583"/>
                </a:lnTo>
                <a:lnTo>
                  <a:pt x="1124211" y="1307257"/>
                </a:lnTo>
                <a:lnTo>
                  <a:pt x="1124873" y="1306920"/>
                </a:lnTo>
                <a:lnTo>
                  <a:pt x="1125522" y="1306572"/>
                </a:lnTo>
                <a:lnTo>
                  <a:pt x="1126158" y="1306213"/>
                </a:lnTo>
                <a:lnTo>
                  <a:pt x="1126781" y="1305842"/>
                </a:lnTo>
                <a:lnTo>
                  <a:pt x="1127391" y="1305461"/>
                </a:lnTo>
                <a:lnTo>
                  <a:pt x="1127989" y="1305068"/>
                </a:lnTo>
                <a:lnTo>
                  <a:pt x="1128574" y="1304664"/>
                </a:lnTo>
                <a:lnTo>
                  <a:pt x="1129146" y="1304250"/>
                </a:lnTo>
                <a:lnTo>
                  <a:pt x="1129705" y="1303824"/>
                </a:lnTo>
                <a:lnTo>
                  <a:pt x="1130251" y="1303386"/>
                </a:lnTo>
                <a:lnTo>
                  <a:pt x="1130785" y="1302938"/>
                </a:lnTo>
                <a:lnTo>
                  <a:pt x="1131306" y="1302479"/>
                </a:lnTo>
                <a:lnTo>
                  <a:pt x="1131814" y="1302008"/>
                </a:lnTo>
                <a:lnTo>
                  <a:pt x="1132309" y="1301527"/>
                </a:lnTo>
                <a:lnTo>
                  <a:pt x="1132791" y="1301034"/>
                </a:lnTo>
                <a:lnTo>
                  <a:pt x="1133261" y="1300530"/>
                </a:lnTo>
                <a:lnTo>
                  <a:pt x="1133718" y="1300015"/>
                </a:lnTo>
                <a:lnTo>
                  <a:pt x="1134162" y="1299489"/>
                </a:lnTo>
                <a:lnTo>
                  <a:pt x="1134593" y="1298952"/>
                </a:lnTo>
                <a:lnTo>
                  <a:pt x="1135012" y="1298403"/>
                </a:lnTo>
                <a:lnTo>
                  <a:pt x="1135417" y="1297844"/>
                </a:lnTo>
                <a:lnTo>
                  <a:pt x="1135810" y="1297273"/>
                </a:lnTo>
                <a:lnTo>
                  <a:pt x="1136190" y="1296692"/>
                </a:lnTo>
                <a:lnTo>
                  <a:pt x="1136569" y="1296087"/>
                </a:lnTo>
                <a:lnTo>
                  <a:pt x="1136932" y="1295473"/>
                </a:lnTo>
                <a:lnTo>
                  <a:pt x="1137279" y="1294850"/>
                </a:lnTo>
                <a:lnTo>
                  <a:pt x="1137610" y="1294218"/>
                </a:lnTo>
                <a:lnTo>
                  <a:pt x="1137924" y="1293577"/>
                </a:lnTo>
                <a:lnTo>
                  <a:pt x="1138223" y="1292928"/>
                </a:lnTo>
                <a:lnTo>
                  <a:pt x="1138505" y="1292269"/>
                </a:lnTo>
                <a:lnTo>
                  <a:pt x="1138771" y="1291602"/>
                </a:lnTo>
                <a:lnTo>
                  <a:pt x="1139021" y="1290926"/>
                </a:lnTo>
                <a:lnTo>
                  <a:pt x="1139255" y="1290240"/>
                </a:lnTo>
                <a:lnTo>
                  <a:pt x="1139473" y="1289546"/>
                </a:lnTo>
                <a:lnTo>
                  <a:pt x="1139674" y="1288843"/>
                </a:lnTo>
                <a:lnTo>
                  <a:pt x="1139860" y="1288132"/>
                </a:lnTo>
                <a:lnTo>
                  <a:pt x="1140029" y="1287411"/>
                </a:lnTo>
                <a:lnTo>
                  <a:pt x="1140182" y="1286681"/>
                </a:lnTo>
                <a:lnTo>
                  <a:pt x="1140319" y="1285943"/>
                </a:lnTo>
                <a:lnTo>
                  <a:pt x="1140440" y="1285195"/>
                </a:lnTo>
                <a:lnTo>
                  <a:pt x="1140545" y="1284439"/>
                </a:lnTo>
                <a:lnTo>
                  <a:pt x="1140634" y="1283673"/>
                </a:lnTo>
                <a:lnTo>
                  <a:pt x="1140706" y="1282899"/>
                </a:lnTo>
                <a:lnTo>
                  <a:pt x="1140763" y="1282116"/>
                </a:lnTo>
                <a:lnTo>
                  <a:pt x="1140803" y="1281324"/>
                </a:lnTo>
                <a:lnTo>
                  <a:pt x="1140827" y="1280523"/>
                </a:lnTo>
                <a:lnTo>
                  <a:pt x="1140835" y="1279714"/>
                </a:lnTo>
                <a:lnTo>
                  <a:pt x="1125779" y="1279714"/>
                </a:lnTo>
                <a:lnTo>
                  <a:pt x="1125770" y="1280572"/>
                </a:lnTo>
                <a:lnTo>
                  <a:pt x="1125742" y="1281411"/>
                </a:lnTo>
                <a:lnTo>
                  <a:pt x="1125694" y="1282231"/>
                </a:lnTo>
                <a:lnTo>
                  <a:pt x="1125628" y="1283033"/>
                </a:lnTo>
                <a:lnTo>
                  <a:pt x="1125543" y="1283815"/>
                </a:lnTo>
                <a:lnTo>
                  <a:pt x="1125439" y="1284579"/>
                </a:lnTo>
                <a:lnTo>
                  <a:pt x="1125316" y="1285323"/>
                </a:lnTo>
                <a:lnTo>
                  <a:pt x="1125174" y="1286049"/>
                </a:lnTo>
                <a:lnTo>
                  <a:pt x="1125014" y="1286756"/>
                </a:lnTo>
                <a:lnTo>
                  <a:pt x="1124834" y="1287444"/>
                </a:lnTo>
                <a:lnTo>
                  <a:pt x="1124635" y="1288113"/>
                </a:lnTo>
                <a:lnTo>
                  <a:pt x="1124418" y="1288763"/>
                </a:lnTo>
                <a:lnTo>
                  <a:pt x="1124182" y="1289394"/>
                </a:lnTo>
                <a:lnTo>
                  <a:pt x="1123926" y="1290007"/>
                </a:lnTo>
                <a:lnTo>
                  <a:pt x="1123652" y="1290600"/>
                </a:lnTo>
                <a:lnTo>
                  <a:pt x="1123359" y="1291175"/>
                </a:lnTo>
                <a:lnTo>
                  <a:pt x="1123047" y="1291730"/>
                </a:lnTo>
                <a:lnTo>
                  <a:pt x="1122716" y="1292267"/>
                </a:lnTo>
                <a:lnTo>
                  <a:pt x="1122366" y="1292785"/>
                </a:lnTo>
                <a:lnTo>
                  <a:pt x="1121998" y="1293284"/>
                </a:lnTo>
                <a:lnTo>
                  <a:pt x="1121610" y="1293763"/>
                </a:lnTo>
                <a:lnTo>
                  <a:pt x="1121204" y="1294225"/>
                </a:lnTo>
                <a:lnTo>
                  <a:pt x="1120778" y="1294667"/>
                </a:lnTo>
                <a:lnTo>
                  <a:pt x="1120334" y="1295090"/>
                </a:lnTo>
                <a:lnTo>
                  <a:pt x="1119885" y="1295495"/>
                </a:lnTo>
                <a:lnTo>
                  <a:pt x="1119418" y="1295883"/>
                </a:lnTo>
                <a:lnTo>
                  <a:pt x="1118935" y="1296254"/>
                </a:lnTo>
                <a:lnTo>
                  <a:pt x="1118434" y="1296607"/>
                </a:lnTo>
                <a:lnTo>
                  <a:pt x="1117916" y="1296943"/>
                </a:lnTo>
                <a:lnTo>
                  <a:pt x="1117381" y="1297262"/>
                </a:lnTo>
                <a:lnTo>
                  <a:pt x="1116828" y="1297564"/>
                </a:lnTo>
                <a:lnTo>
                  <a:pt x="1116258" y="1297848"/>
                </a:lnTo>
                <a:lnTo>
                  <a:pt x="1115671" y="1298116"/>
                </a:lnTo>
                <a:lnTo>
                  <a:pt x="1115067" y="1298366"/>
                </a:lnTo>
                <a:lnTo>
                  <a:pt x="1114446" y="1298598"/>
                </a:lnTo>
                <a:lnTo>
                  <a:pt x="1113807" y="1298814"/>
                </a:lnTo>
                <a:lnTo>
                  <a:pt x="1113151" y="1299012"/>
                </a:lnTo>
                <a:lnTo>
                  <a:pt x="1112478" y="1299193"/>
                </a:lnTo>
                <a:lnTo>
                  <a:pt x="1111787" y="1299357"/>
                </a:lnTo>
                <a:lnTo>
                  <a:pt x="1111080" y="1299503"/>
                </a:lnTo>
                <a:lnTo>
                  <a:pt x="1110355" y="1299633"/>
                </a:lnTo>
                <a:lnTo>
                  <a:pt x="1109612" y="1299745"/>
                </a:lnTo>
                <a:lnTo>
                  <a:pt x="1108853" y="1299840"/>
                </a:lnTo>
                <a:lnTo>
                  <a:pt x="1108076" y="1299917"/>
                </a:lnTo>
                <a:lnTo>
                  <a:pt x="1107282" y="1299978"/>
                </a:lnTo>
                <a:lnTo>
                  <a:pt x="1106471" y="1300021"/>
                </a:lnTo>
                <a:lnTo>
                  <a:pt x="1105643" y="1300046"/>
                </a:lnTo>
                <a:lnTo>
                  <a:pt x="1104797" y="1300055"/>
                </a:lnTo>
                <a:lnTo>
                  <a:pt x="1104029" y="1300044"/>
                </a:lnTo>
                <a:lnTo>
                  <a:pt x="1103271" y="1300009"/>
                </a:lnTo>
                <a:lnTo>
                  <a:pt x="1102525" y="1299952"/>
                </a:lnTo>
                <a:lnTo>
                  <a:pt x="1101790" y="1299873"/>
                </a:lnTo>
                <a:lnTo>
                  <a:pt x="1101066" y="1299770"/>
                </a:lnTo>
                <a:lnTo>
                  <a:pt x="1100353" y="1299645"/>
                </a:lnTo>
                <a:lnTo>
                  <a:pt x="1099651" y="1299496"/>
                </a:lnTo>
                <a:lnTo>
                  <a:pt x="1098960" y="1299325"/>
                </a:lnTo>
                <a:lnTo>
                  <a:pt x="1098280" y="1299132"/>
                </a:lnTo>
                <a:lnTo>
                  <a:pt x="1097612" y="1298915"/>
                </a:lnTo>
                <a:lnTo>
                  <a:pt x="1096955" y="1298676"/>
                </a:lnTo>
                <a:lnTo>
                  <a:pt x="1096308" y="1298413"/>
                </a:lnTo>
                <a:lnTo>
                  <a:pt x="1095673" y="1298128"/>
                </a:lnTo>
                <a:lnTo>
                  <a:pt x="1095049" y="1297821"/>
                </a:lnTo>
                <a:lnTo>
                  <a:pt x="1094436" y="1297490"/>
                </a:lnTo>
                <a:lnTo>
                  <a:pt x="1093835" y="1297136"/>
                </a:lnTo>
                <a:lnTo>
                  <a:pt x="1093244" y="1296760"/>
                </a:lnTo>
                <a:lnTo>
                  <a:pt x="1092665" y="1296361"/>
                </a:lnTo>
                <a:lnTo>
                  <a:pt x="1092096" y="1295939"/>
                </a:lnTo>
                <a:lnTo>
                  <a:pt x="1091539" y="1295495"/>
                </a:lnTo>
                <a:lnTo>
                  <a:pt x="1090993" y="1295027"/>
                </a:lnTo>
                <a:lnTo>
                  <a:pt x="1090458" y="1294537"/>
                </a:lnTo>
                <a:lnTo>
                  <a:pt x="1089934" y="1294024"/>
                </a:lnTo>
                <a:lnTo>
                  <a:pt x="1089421" y="1293488"/>
                </a:lnTo>
                <a:lnTo>
                  <a:pt x="1088925" y="1292930"/>
                </a:lnTo>
                <a:lnTo>
                  <a:pt x="1088449" y="1292351"/>
                </a:lnTo>
                <a:lnTo>
                  <a:pt x="1087995" y="1291751"/>
                </a:lnTo>
                <a:lnTo>
                  <a:pt x="1087561" y="1291130"/>
                </a:lnTo>
                <a:lnTo>
                  <a:pt x="1087149" y="1290488"/>
                </a:lnTo>
                <a:lnTo>
                  <a:pt x="1086758" y="1289824"/>
                </a:lnTo>
                <a:lnTo>
                  <a:pt x="1086389" y="1289140"/>
                </a:lnTo>
                <a:lnTo>
                  <a:pt x="1086040" y="1288434"/>
                </a:lnTo>
                <a:lnTo>
                  <a:pt x="1085712" y="1287707"/>
                </a:lnTo>
                <a:lnTo>
                  <a:pt x="1085406" y="1286959"/>
                </a:lnTo>
                <a:lnTo>
                  <a:pt x="1085121" y="1286190"/>
                </a:lnTo>
                <a:lnTo>
                  <a:pt x="1084856" y="1285400"/>
                </a:lnTo>
                <a:lnTo>
                  <a:pt x="1084613" y="1284588"/>
                </a:lnTo>
                <a:lnTo>
                  <a:pt x="1084391" y="1283756"/>
                </a:lnTo>
                <a:lnTo>
                  <a:pt x="1084191" y="1282902"/>
                </a:lnTo>
                <a:lnTo>
                  <a:pt x="1084011" y="1282027"/>
                </a:lnTo>
                <a:lnTo>
                  <a:pt x="1083853" y="1281131"/>
                </a:lnTo>
                <a:lnTo>
                  <a:pt x="1083715" y="1280214"/>
                </a:lnTo>
                <a:lnTo>
                  <a:pt x="1083599" y="1279276"/>
                </a:lnTo>
                <a:lnTo>
                  <a:pt x="1083504" y="1278317"/>
                </a:lnTo>
                <a:lnTo>
                  <a:pt x="1083430" y="1277336"/>
                </a:lnTo>
                <a:lnTo>
                  <a:pt x="1083377" y="1276335"/>
                </a:lnTo>
                <a:lnTo>
                  <a:pt x="1083345" y="1275312"/>
                </a:lnTo>
                <a:lnTo>
                  <a:pt x="1083335" y="1274268"/>
                </a:lnTo>
                <a:lnTo>
                  <a:pt x="1083335" y="1271545"/>
                </a:lnTo>
                <a:lnTo>
                  <a:pt x="1140835" y="1271545"/>
                </a:lnTo>
                <a:lnTo>
                  <a:pt x="1140835" y="1260654"/>
                </a:lnTo>
                <a:lnTo>
                  <a:pt x="1140828" y="1259830"/>
                </a:lnTo>
                <a:lnTo>
                  <a:pt x="1140804" y="1259014"/>
                </a:lnTo>
                <a:lnTo>
                  <a:pt x="1140765" y="1258206"/>
                </a:lnTo>
                <a:lnTo>
                  <a:pt x="1140711" y="1257406"/>
                </a:lnTo>
                <a:lnTo>
                  <a:pt x="1140641" y="1256613"/>
                </a:lnTo>
                <a:lnTo>
                  <a:pt x="1140555" y="1255829"/>
                </a:lnTo>
                <a:lnTo>
                  <a:pt x="1140454" y="1255052"/>
                </a:lnTo>
                <a:lnTo>
                  <a:pt x="1140337" y="1254282"/>
                </a:lnTo>
                <a:lnTo>
                  <a:pt x="1140205" y="1253521"/>
                </a:lnTo>
                <a:lnTo>
                  <a:pt x="1140057" y="1252768"/>
                </a:lnTo>
                <a:lnTo>
                  <a:pt x="1139893" y="1252022"/>
                </a:lnTo>
                <a:lnTo>
                  <a:pt x="1139714" y="1251284"/>
                </a:lnTo>
                <a:lnTo>
                  <a:pt x="1139520" y="1250554"/>
                </a:lnTo>
                <a:lnTo>
                  <a:pt x="1139309" y="1249831"/>
                </a:lnTo>
                <a:lnTo>
                  <a:pt x="1139084" y="1249116"/>
                </a:lnTo>
                <a:lnTo>
                  <a:pt x="1138842" y="1248410"/>
                </a:lnTo>
                <a:lnTo>
                  <a:pt x="1138585" y="1247711"/>
                </a:lnTo>
                <a:lnTo>
                  <a:pt x="1138313" y="1247019"/>
                </a:lnTo>
                <a:lnTo>
                  <a:pt x="1138025" y="1246336"/>
                </a:lnTo>
                <a:lnTo>
                  <a:pt x="1137721" y="1245660"/>
                </a:lnTo>
                <a:lnTo>
                  <a:pt x="1137402" y="1244992"/>
                </a:lnTo>
                <a:lnTo>
                  <a:pt x="1137067" y="1244332"/>
                </a:lnTo>
                <a:lnTo>
                  <a:pt x="1136717" y="1243680"/>
                </a:lnTo>
                <a:lnTo>
                  <a:pt x="1136351" y="1243035"/>
                </a:lnTo>
                <a:lnTo>
                  <a:pt x="1135984" y="1242400"/>
                </a:lnTo>
                <a:lnTo>
                  <a:pt x="1135604" y="1241776"/>
                </a:lnTo>
                <a:lnTo>
                  <a:pt x="1135212" y="1241163"/>
                </a:lnTo>
                <a:lnTo>
                  <a:pt x="1134807" y="1240561"/>
                </a:lnTo>
                <a:lnTo>
                  <a:pt x="1134389" y="1239971"/>
                </a:lnTo>
                <a:lnTo>
                  <a:pt x="1133958" y="1239391"/>
                </a:lnTo>
                <a:lnTo>
                  <a:pt x="1133515" y="1238823"/>
                </a:lnTo>
                <a:lnTo>
                  <a:pt x="1133058" y="1238266"/>
                </a:lnTo>
                <a:lnTo>
                  <a:pt x="1132589" y="1237719"/>
                </a:lnTo>
                <a:lnTo>
                  <a:pt x="1132107" y="1237184"/>
                </a:lnTo>
                <a:lnTo>
                  <a:pt x="1131613" y="1236661"/>
                </a:lnTo>
                <a:lnTo>
                  <a:pt x="1131105" y="1236148"/>
                </a:lnTo>
                <a:lnTo>
                  <a:pt x="1130585" y="1235646"/>
                </a:lnTo>
                <a:lnTo>
                  <a:pt x="1130052" y="1235156"/>
                </a:lnTo>
                <a:lnTo>
                  <a:pt x="1129506" y="1234676"/>
                </a:lnTo>
                <a:lnTo>
                  <a:pt x="1128947" y="1234208"/>
                </a:lnTo>
                <a:lnTo>
                  <a:pt x="1128376" y="1233751"/>
                </a:lnTo>
                <a:lnTo>
                  <a:pt x="1127792" y="1233305"/>
                </a:lnTo>
                <a:lnTo>
                  <a:pt x="1127195" y="1232870"/>
                </a:lnTo>
                <a:lnTo>
                  <a:pt x="1126585" y="1232446"/>
                </a:lnTo>
                <a:lnTo>
                  <a:pt x="1125962" y="1232033"/>
                </a:lnTo>
                <a:lnTo>
                  <a:pt x="1125327" y="1231632"/>
                </a:lnTo>
                <a:lnTo>
                  <a:pt x="1124679" y="1231242"/>
                </a:lnTo>
                <a:lnTo>
                  <a:pt x="1124018" y="1230862"/>
                </a:lnTo>
                <a:lnTo>
                  <a:pt x="1123358" y="1230496"/>
                </a:lnTo>
                <a:lnTo>
                  <a:pt x="1122687" y="1230146"/>
                </a:lnTo>
                <a:lnTo>
                  <a:pt x="1122005" y="1229811"/>
                </a:lnTo>
                <a:lnTo>
                  <a:pt x="1121313" y="1229492"/>
                </a:lnTo>
                <a:lnTo>
                  <a:pt x="1120608" y="1229188"/>
                </a:lnTo>
                <a:lnTo>
                  <a:pt x="1119893" y="1228900"/>
                </a:lnTo>
                <a:lnTo>
                  <a:pt x="1119167" y="1228628"/>
                </a:lnTo>
                <a:lnTo>
                  <a:pt x="1118429" y="1228371"/>
                </a:lnTo>
                <a:lnTo>
                  <a:pt x="1117681" y="1228129"/>
                </a:lnTo>
                <a:lnTo>
                  <a:pt x="1116921" y="1227903"/>
                </a:lnTo>
                <a:lnTo>
                  <a:pt x="1116150" y="1227693"/>
                </a:lnTo>
                <a:lnTo>
                  <a:pt x="1115368" y="1227499"/>
                </a:lnTo>
                <a:lnTo>
                  <a:pt x="1114575" y="1227320"/>
                </a:lnTo>
                <a:lnTo>
                  <a:pt x="1113771" y="1227156"/>
                </a:lnTo>
                <a:lnTo>
                  <a:pt x="1112956" y="1227008"/>
                </a:lnTo>
                <a:lnTo>
                  <a:pt x="1112130" y="1226876"/>
                </a:lnTo>
                <a:lnTo>
                  <a:pt x="1111292" y="1226759"/>
                </a:lnTo>
                <a:lnTo>
                  <a:pt x="1110443" y="1226658"/>
                </a:lnTo>
                <a:lnTo>
                  <a:pt x="1109583" y="1226572"/>
                </a:lnTo>
                <a:lnTo>
                  <a:pt x="1108713" y="1226502"/>
                </a:lnTo>
                <a:lnTo>
                  <a:pt x="1107831" y="1226447"/>
                </a:lnTo>
                <a:lnTo>
                  <a:pt x="1106937" y="1226409"/>
                </a:lnTo>
                <a:lnTo>
                  <a:pt x="1106033" y="1226385"/>
                </a:lnTo>
                <a:lnTo>
                  <a:pt x="1105118" y="1226377"/>
                </a:lnTo>
                <a:lnTo>
                  <a:pt x="1104136" y="1226386"/>
                </a:lnTo>
                <a:lnTo>
                  <a:pt x="1103165" y="1226413"/>
                </a:lnTo>
                <a:lnTo>
                  <a:pt x="1102205" y="1226457"/>
                </a:lnTo>
                <a:lnTo>
                  <a:pt x="1101256" y="1226520"/>
                </a:lnTo>
                <a:lnTo>
                  <a:pt x="1100318" y="1226600"/>
                </a:lnTo>
                <a:lnTo>
                  <a:pt x="1099392" y="1226698"/>
                </a:lnTo>
                <a:lnTo>
                  <a:pt x="1098476" y="1226813"/>
                </a:lnTo>
                <a:lnTo>
                  <a:pt x="1097572" y="1226947"/>
                </a:lnTo>
                <a:lnTo>
                  <a:pt x="1096679" y="1227098"/>
                </a:lnTo>
                <a:lnTo>
                  <a:pt x="1095797" y="1227267"/>
                </a:lnTo>
                <a:lnTo>
                  <a:pt x="1094926" y="1227454"/>
                </a:lnTo>
                <a:lnTo>
                  <a:pt x="1094066" y="1227659"/>
                </a:lnTo>
                <a:lnTo>
                  <a:pt x="1093217" y="1227881"/>
                </a:lnTo>
                <a:lnTo>
                  <a:pt x="1092380" y="1228121"/>
                </a:lnTo>
                <a:lnTo>
                  <a:pt x="1091553" y="1228380"/>
                </a:lnTo>
                <a:lnTo>
                  <a:pt x="1090738" y="1228655"/>
                </a:lnTo>
                <a:lnTo>
                  <a:pt x="1089934" y="1228949"/>
                </a:lnTo>
                <a:lnTo>
                  <a:pt x="1089141" y="1229260"/>
                </a:lnTo>
                <a:lnTo>
                  <a:pt x="1088359" y="1229590"/>
                </a:lnTo>
                <a:lnTo>
                  <a:pt x="1087588" y="1229937"/>
                </a:lnTo>
                <a:lnTo>
                  <a:pt x="1086828" y="1230302"/>
                </a:lnTo>
                <a:lnTo>
                  <a:pt x="1086080" y="1230684"/>
                </a:lnTo>
                <a:lnTo>
                  <a:pt x="1085342" y="1231085"/>
                </a:lnTo>
                <a:lnTo>
                  <a:pt x="1084616" y="1231503"/>
                </a:lnTo>
                <a:lnTo>
                  <a:pt x="1083902" y="1231924"/>
                </a:lnTo>
                <a:lnTo>
                  <a:pt x="1083202" y="1232359"/>
                </a:lnTo>
                <a:lnTo>
                  <a:pt x="1082516" y="1232809"/>
                </a:lnTo>
                <a:lnTo>
                  <a:pt x="1081844" y="1233274"/>
                </a:lnTo>
                <a:lnTo>
                  <a:pt x="1081186" y="1233752"/>
                </a:lnTo>
                <a:lnTo>
                  <a:pt x="1080542" y="1234246"/>
                </a:lnTo>
                <a:lnTo>
                  <a:pt x="1079911" y="1234753"/>
                </a:lnTo>
                <a:lnTo>
                  <a:pt x="1079295" y="1235276"/>
                </a:lnTo>
                <a:lnTo>
                  <a:pt x="1078692" y="1235812"/>
                </a:lnTo>
                <a:lnTo>
                  <a:pt x="1078104" y="1236363"/>
                </a:lnTo>
                <a:lnTo>
                  <a:pt x="1077529" y="1236929"/>
                </a:lnTo>
                <a:lnTo>
                  <a:pt x="1076968" y="1237509"/>
                </a:lnTo>
                <a:lnTo>
                  <a:pt x="1076421" y="1238104"/>
                </a:lnTo>
                <a:lnTo>
                  <a:pt x="1075888" y="1238713"/>
                </a:lnTo>
                <a:lnTo>
                  <a:pt x="1075369" y="1239336"/>
                </a:lnTo>
                <a:lnTo>
                  <a:pt x="1074864" y="1239974"/>
                </a:lnTo>
                <a:lnTo>
                  <a:pt x="1074372" y="1240626"/>
                </a:lnTo>
                <a:lnTo>
                  <a:pt x="1073895" y="1241293"/>
                </a:lnTo>
                <a:lnTo>
                  <a:pt x="1073431" y="1241974"/>
                </a:lnTo>
                <a:lnTo>
                  <a:pt x="1072982" y="1242670"/>
                </a:lnTo>
                <a:lnTo>
                  <a:pt x="1072546" y="1243380"/>
                </a:lnTo>
                <a:lnTo>
                  <a:pt x="1072124" y="1244105"/>
                </a:lnTo>
                <a:lnTo>
                  <a:pt x="1071716" y="1244844"/>
                </a:lnTo>
                <a:lnTo>
                  <a:pt x="1071322" y="1245598"/>
                </a:lnTo>
                <a:lnTo>
                  <a:pt x="1070943" y="1246364"/>
                </a:lnTo>
                <a:lnTo>
                  <a:pt x="1070580" y="1247143"/>
                </a:lnTo>
                <a:lnTo>
                  <a:pt x="1070233" y="1247933"/>
                </a:lnTo>
                <a:lnTo>
                  <a:pt x="1069903" y="1248734"/>
                </a:lnTo>
                <a:lnTo>
                  <a:pt x="1069588" y="1249548"/>
                </a:lnTo>
                <a:lnTo>
                  <a:pt x="1069290" y="1250373"/>
                </a:lnTo>
                <a:lnTo>
                  <a:pt x="1069008" y="1251209"/>
                </a:lnTo>
                <a:lnTo>
                  <a:pt x="1068742" y="1252058"/>
                </a:lnTo>
                <a:lnTo>
                  <a:pt x="1068492" y="1252918"/>
                </a:lnTo>
                <a:lnTo>
                  <a:pt x="1068258" y="1253790"/>
                </a:lnTo>
                <a:lnTo>
                  <a:pt x="1068040" y="1254673"/>
                </a:lnTo>
                <a:lnTo>
                  <a:pt x="1067838" y="1255568"/>
                </a:lnTo>
                <a:lnTo>
                  <a:pt x="1067653" y="1256475"/>
                </a:lnTo>
                <a:lnTo>
                  <a:pt x="1067484" y="1257394"/>
                </a:lnTo>
                <a:lnTo>
                  <a:pt x="1067330" y="1258324"/>
                </a:lnTo>
                <a:lnTo>
                  <a:pt x="1067193" y="1259266"/>
                </a:lnTo>
                <a:lnTo>
                  <a:pt x="1067072" y="1260219"/>
                </a:lnTo>
                <a:lnTo>
                  <a:pt x="1066967" y="1261184"/>
                </a:lnTo>
                <a:lnTo>
                  <a:pt x="1066879" y="1262161"/>
                </a:lnTo>
                <a:lnTo>
                  <a:pt x="1066806" y="1263150"/>
                </a:lnTo>
                <a:lnTo>
                  <a:pt x="1066750" y="1264150"/>
                </a:lnTo>
                <a:lnTo>
                  <a:pt x="1066709" y="1265162"/>
                </a:lnTo>
                <a:lnTo>
                  <a:pt x="1066685" y="1266185"/>
                </a:lnTo>
                <a:lnTo>
                  <a:pt x="1066677" y="1267221"/>
                </a:lnTo>
                <a:lnTo>
                  <a:pt x="1066677" y="1270584"/>
                </a:lnTo>
                <a:lnTo>
                  <a:pt x="1066684" y="1271580"/>
                </a:lnTo>
                <a:lnTo>
                  <a:pt x="1066705" y="1272567"/>
                </a:lnTo>
                <a:lnTo>
                  <a:pt x="1066740" y="1273545"/>
                </a:lnTo>
                <a:lnTo>
                  <a:pt x="1066788" y="1274513"/>
                </a:lnTo>
                <a:lnTo>
                  <a:pt x="1066851" y="1275471"/>
                </a:lnTo>
                <a:lnTo>
                  <a:pt x="1066927" y="1276420"/>
                </a:lnTo>
                <a:lnTo>
                  <a:pt x="1067018" y="1277360"/>
                </a:lnTo>
                <a:lnTo>
                  <a:pt x="1067122" y="1278290"/>
                </a:lnTo>
                <a:lnTo>
                  <a:pt x="1067240" y="1279211"/>
                </a:lnTo>
                <a:lnTo>
                  <a:pt x="1067372" y="1280122"/>
                </a:lnTo>
                <a:lnTo>
                  <a:pt x="1067518" y="1281024"/>
                </a:lnTo>
                <a:lnTo>
                  <a:pt x="1067678" y="1281916"/>
                </a:lnTo>
                <a:lnTo>
                  <a:pt x="1067852" y="1282799"/>
                </a:lnTo>
                <a:lnTo>
                  <a:pt x="1068040" y="1283672"/>
                </a:lnTo>
                <a:lnTo>
                  <a:pt x="1068241" y="1284536"/>
                </a:lnTo>
                <a:lnTo>
                  <a:pt x="1068457" y="1285391"/>
                </a:lnTo>
                <a:lnTo>
                  <a:pt x="1068686" y="1286236"/>
                </a:lnTo>
                <a:lnTo>
                  <a:pt x="1068930" y="1287071"/>
                </a:lnTo>
                <a:lnTo>
                  <a:pt x="1069187" y="1287898"/>
                </a:lnTo>
                <a:lnTo>
                  <a:pt x="1069458" y="1288714"/>
                </a:lnTo>
                <a:lnTo>
                  <a:pt x="1069743" y="1289521"/>
                </a:lnTo>
                <a:lnTo>
                  <a:pt x="1070042" y="1290319"/>
                </a:lnTo>
                <a:lnTo>
                  <a:pt x="1070355" y="1291108"/>
                </a:lnTo>
                <a:lnTo>
                  <a:pt x="1070681" y="1291886"/>
                </a:lnTo>
                <a:lnTo>
                  <a:pt x="1071036" y="1292653"/>
                </a:lnTo>
                <a:lnTo>
                  <a:pt x="1071404" y="1293406"/>
                </a:lnTo>
                <a:lnTo>
                  <a:pt x="1071788" y="1294144"/>
                </a:lnTo>
                <a:lnTo>
                  <a:pt x="1072185" y="1294867"/>
                </a:lnTo>
                <a:lnTo>
                  <a:pt x="1072597" y="1295576"/>
                </a:lnTo>
                <a:lnTo>
                  <a:pt x="1073024" y="1296271"/>
                </a:lnTo>
                <a:lnTo>
                  <a:pt x="1073465" y="1296951"/>
                </a:lnTo>
                <a:lnTo>
                  <a:pt x="1073920" y="1297617"/>
                </a:lnTo>
                <a:lnTo>
                  <a:pt x="1074390" y="1298268"/>
                </a:lnTo>
                <a:lnTo>
                  <a:pt x="1074875" y="1298905"/>
                </a:lnTo>
                <a:lnTo>
                  <a:pt x="1075374" y="1299527"/>
                </a:lnTo>
                <a:lnTo>
                  <a:pt x="1075887" y="1300135"/>
                </a:lnTo>
                <a:lnTo>
                  <a:pt x="1076415" y="1300729"/>
                </a:lnTo>
                <a:lnTo>
                  <a:pt x="1076957" y="1301308"/>
                </a:lnTo>
                <a:lnTo>
                  <a:pt x="1077514" y="1301872"/>
                </a:lnTo>
                <a:lnTo>
                  <a:pt x="1078085" y="1302422"/>
                </a:lnTo>
                <a:lnTo>
                  <a:pt x="1078670" y="1302958"/>
                </a:lnTo>
                <a:lnTo>
                  <a:pt x="1079270" y="1303479"/>
                </a:lnTo>
                <a:lnTo>
                  <a:pt x="1079885" y="1303985"/>
                </a:lnTo>
                <a:lnTo>
                  <a:pt x="1080514" y="1304478"/>
                </a:lnTo>
                <a:lnTo>
                  <a:pt x="1081157" y="1304955"/>
                </a:lnTo>
                <a:lnTo>
                  <a:pt x="1081815" y="1305419"/>
                </a:lnTo>
                <a:lnTo>
                  <a:pt x="1082488" y="1305867"/>
                </a:lnTo>
                <a:lnTo>
                  <a:pt x="1083175" y="1306302"/>
                </a:lnTo>
                <a:lnTo>
                  <a:pt x="1083889" y="1306720"/>
                </a:lnTo>
                <a:lnTo>
                  <a:pt x="1084619" y="1307120"/>
                </a:lnTo>
                <a:lnTo>
                  <a:pt x="1085364" y="1307503"/>
                </a:lnTo>
                <a:lnTo>
                  <a:pt x="1086124" y="1307868"/>
                </a:lnTo>
                <a:lnTo>
                  <a:pt x="1086899" y="1308215"/>
                </a:lnTo>
                <a:lnTo>
                  <a:pt x="1087689" y="1308544"/>
                </a:lnTo>
                <a:lnTo>
                  <a:pt x="1088494" y="1308856"/>
                </a:lnTo>
                <a:lnTo>
                  <a:pt x="1089314" y="1309149"/>
                </a:lnTo>
                <a:lnTo>
                  <a:pt x="1090149" y="1309425"/>
                </a:lnTo>
                <a:lnTo>
                  <a:pt x="1090999" y="1309683"/>
                </a:lnTo>
                <a:lnTo>
                  <a:pt x="1091865" y="1309923"/>
                </a:lnTo>
                <a:lnTo>
                  <a:pt x="1092745" y="1310146"/>
                </a:lnTo>
                <a:lnTo>
                  <a:pt x="1093640" y="1310350"/>
                </a:lnTo>
                <a:lnTo>
                  <a:pt x="1094550" y="1310537"/>
                </a:lnTo>
                <a:lnTo>
                  <a:pt x="1095475" y="1310706"/>
                </a:lnTo>
                <a:lnTo>
                  <a:pt x="1096415" y="1310858"/>
                </a:lnTo>
                <a:lnTo>
                  <a:pt x="1097370" y="1310991"/>
                </a:lnTo>
                <a:lnTo>
                  <a:pt x="1098341" y="1311107"/>
                </a:lnTo>
                <a:lnTo>
                  <a:pt x="1099326" y="1311205"/>
                </a:lnTo>
                <a:lnTo>
                  <a:pt x="1100326" y="1311285"/>
                </a:lnTo>
                <a:lnTo>
                  <a:pt x="1101341" y="1311347"/>
                </a:lnTo>
                <a:lnTo>
                  <a:pt x="1102371" y="1311391"/>
                </a:lnTo>
                <a:lnTo>
                  <a:pt x="1103417" y="1311418"/>
                </a:lnTo>
                <a:lnTo>
                  <a:pt x="1104477" y="1311427"/>
                </a:lnTo>
                <a:lnTo>
                  <a:pt x="1105393" y="1311420"/>
                </a:lnTo>
                <a:lnTo>
                  <a:pt x="1106298" y="1311400"/>
                </a:lnTo>
                <a:lnTo>
                  <a:pt x="1107192" y="1311367"/>
                </a:lnTo>
                <a:lnTo>
                  <a:pt x="1108076" y="1311320"/>
                </a:lnTo>
                <a:lnTo>
                  <a:pt x="1108950" y="1311260"/>
                </a:lnTo>
                <a:lnTo>
                  <a:pt x="1109813" y="1311187"/>
                </a:lnTo>
                <a:lnTo>
                  <a:pt x="1110665" y="1311100"/>
                </a:lnTo>
                <a:close/>
                <a:moveTo>
                  <a:pt x="1083645" y="1257630"/>
                </a:moveTo>
                <a:lnTo>
                  <a:pt x="1083699" y="1257184"/>
                </a:lnTo>
                <a:lnTo>
                  <a:pt x="1083762" y="1256738"/>
                </a:lnTo>
                <a:lnTo>
                  <a:pt x="1083833" y="1256294"/>
                </a:lnTo>
                <a:lnTo>
                  <a:pt x="1083912" y="1255851"/>
                </a:lnTo>
                <a:lnTo>
                  <a:pt x="1084000" y="1255409"/>
                </a:lnTo>
                <a:lnTo>
                  <a:pt x="1084096" y="1254968"/>
                </a:lnTo>
                <a:lnTo>
                  <a:pt x="1084200" y="1254528"/>
                </a:lnTo>
                <a:lnTo>
                  <a:pt x="1084312" y="1254089"/>
                </a:lnTo>
                <a:lnTo>
                  <a:pt x="1084433" y="1253651"/>
                </a:lnTo>
                <a:lnTo>
                  <a:pt x="1084563" y="1253215"/>
                </a:lnTo>
                <a:lnTo>
                  <a:pt x="1084700" y="1252779"/>
                </a:lnTo>
                <a:lnTo>
                  <a:pt x="1084846" y="1252345"/>
                </a:lnTo>
                <a:lnTo>
                  <a:pt x="1085001" y="1251912"/>
                </a:lnTo>
                <a:lnTo>
                  <a:pt x="1085163" y="1251480"/>
                </a:lnTo>
                <a:lnTo>
                  <a:pt x="1085334" y="1251048"/>
                </a:lnTo>
                <a:lnTo>
                  <a:pt x="1085514" y="1250619"/>
                </a:lnTo>
                <a:lnTo>
                  <a:pt x="1085701" y="1250190"/>
                </a:lnTo>
                <a:lnTo>
                  <a:pt x="1085897" y="1249762"/>
                </a:lnTo>
                <a:lnTo>
                  <a:pt x="1086115" y="1249325"/>
                </a:lnTo>
                <a:lnTo>
                  <a:pt x="1086339" y="1248895"/>
                </a:lnTo>
                <a:lnTo>
                  <a:pt x="1086571" y="1248471"/>
                </a:lnTo>
                <a:lnTo>
                  <a:pt x="1086809" y="1248054"/>
                </a:lnTo>
                <a:lnTo>
                  <a:pt x="1087056" y="1247643"/>
                </a:lnTo>
                <a:lnTo>
                  <a:pt x="1087309" y="1247239"/>
                </a:lnTo>
                <a:lnTo>
                  <a:pt x="1087569" y="1246842"/>
                </a:lnTo>
                <a:lnTo>
                  <a:pt x="1087837" y="1246452"/>
                </a:lnTo>
                <a:lnTo>
                  <a:pt x="1088112" y="1246068"/>
                </a:lnTo>
                <a:lnTo>
                  <a:pt x="1088394" y="1245691"/>
                </a:lnTo>
                <a:lnTo>
                  <a:pt x="1088684" y="1245321"/>
                </a:lnTo>
                <a:lnTo>
                  <a:pt x="1088981" y="1244957"/>
                </a:lnTo>
                <a:lnTo>
                  <a:pt x="1089285" y="1244600"/>
                </a:lnTo>
                <a:lnTo>
                  <a:pt x="1089596" y="1244250"/>
                </a:lnTo>
                <a:lnTo>
                  <a:pt x="1089914" y="1243906"/>
                </a:lnTo>
                <a:lnTo>
                  <a:pt x="1090240" y="1243569"/>
                </a:lnTo>
                <a:lnTo>
                  <a:pt x="1090573" y="1243239"/>
                </a:lnTo>
                <a:lnTo>
                  <a:pt x="1090913" y="1242915"/>
                </a:lnTo>
                <a:lnTo>
                  <a:pt x="1091260" y="1242598"/>
                </a:lnTo>
                <a:lnTo>
                  <a:pt x="1091615" y="1242288"/>
                </a:lnTo>
                <a:lnTo>
                  <a:pt x="1091976" y="1241984"/>
                </a:lnTo>
                <a:lnTo>
                  <a:pt x="1092345" y="1241687"/>
                </a:lnTo>
                <a:lnTo>
                  <a:pt x="1092722" y="1241397"/>
                </a:lnTo>
                <a:lnTo>
                  <a:pt x="1093105" y="1241113"/>
                </a:lnTo>
                <a:lnTo>
                  <a:pt x="1093509" y="1240839"/>
                </a:lnTo>
                <a:lnTo>
                  <a:pt x="1093920" y="1240576"/>
                </a:lnTo>
                <a:lnTo>
                  <a:pt x="1094339" y="1240325"/>
                </a:lnTo>
                <a:lnTo>
                  <a:pt x="1094765" y="1240085"/>
                </a:lnTo>
                <a:lnTo>
                  <a:pt x="1095198" y="1239858"/>
                </a:lnTo>
                <a:lnTo>
                  <a:pt x="1095638" y="1239641"/>
                </a:lnTo>
                <a:lnTo>
                  <a:pt x="1096085" y="1239437"/>
                </a:lnTo>
                <a:lnTo>
                  <a:pt x="1096540" y="1239244"/>
                </a:lnTo>
                <a:lnTo>
                  <a:pt x="1097002" y="1239063"/>
                </a:lnTo>
                <a:lnTo>
                  <a:pt x="1097471" y="1238894"/>
                </a:lnTo>
                <a:lnTo>
                  <a:pt x="1097947" y="1238736"/>
                </a:lnTo>
                <a:lnTo>
                  <a:pt x="1098431" y="1238590"/>
                </a:lnTo>
                <a:lnTo>
                  <a:pt x="1098921" y="1238456"/>
                </a:lnTo>
                <a:lnTo>
                  <a:pt x="1099419" y="1238333"/>
                </a:lnTo>
                <a:lnTo>
                  <a:pt x="1099925" y="1238222"/>
                </a:lnTo>
                <a:lnTo>
                  <a:pt x="1100437" y="1238123"/>
                </a:lnTo>
                <a:lnTo>
                  <a:pt x="1100957" y="1238036"/>
                </a:lnTo>
                <a:lnTo>
                  <a:pt x="1101484" y="1237960"/>
                </a:lnTo>
                <a:lnTo>
                  <a:pt x="1102018" y="1237895"/>
                </a:lnTo>
                <a:lnTo>
                  <a:pt x="1102559" y="1237843"/>
                </a:lnTo>
                <a:lnTo>
                  <a:pt x="1103108" y="1237802"/>
                </a:lnTo>
                <a:lnTo>
                  <a:pt x="1103664" y="1237773"/>
                </a:lnTo>
                <a:lnTo>
                  <a:pt x="1104227" y="1237755"/>
                </a:lnTo>
                <a:lnTo>
                  <a:pt x="1104797" y="1237749"/>
                </a:lnTo>
                <a:lnTo>
                  <a:pt x="1105302" y="1237754"/>
                </a:lnTo>
                <a:lnTo>
                  <a:pt x="1105802" y="1237768"/>
                </a:lnTo>
                <a:lnTo>
                  <a:pt x="1106296" y="1237792"/>
                </a:lnTo>
                <a:lnTo>
                  <a:pt x="1106786" y="1237825"/>
                </a:lnTo>
                <a:lnTo>
                  <a:pt x="1107271" y="1237868"/>
                </a:lnTo>
                <a:lnTo>
                  <a:pt x="1107750" y="1237920"/>
                </a:lnTo>
                <a:lnTo>
                  <a:pt x="1108225" y="1237981"/>
                </a:lnTo>
                <a:lnTo>
                  <a:pt x="1108695" y="1238052"/>
                </a:lnTo>
                <a:lnTo>
                  <a:pt x="1109159" y="1238132"/>
                </a:lnTo>
                <a:lnTo>
                  <a:pt x="1109619" y="1238222"/>
                </a:lnTo>
                <a:lnTo>
                  <a:pt x="1110074" y="1238321"/>
                </a:lnTo>
                <a:lnTo>
                  <a:pt x="1110523" y="1238430"/>
                </a:lnTo>
                <a:lnTo>
                  <a:pt x="1110968" y="1238548"/>
                </a:lnTo>
                <a:lnTo>
                  <a:pt x="1111408" y="1238676"/>
                </a:lnTo>
                <a:lnTo>
                  <a:pt x="1111842" y="1238813"/>
                </a:lnTo>
                <a:lnTo>
                  <a:pt x="1112272" y="1238960"/>
                </a:lnTo>
                <a:lnTo>
                  <a:pt x="1112697" y="1239116"/>
                </a:lnTo>
                <a:lnTo>
                  <a:pt x="1113116" y="1239281"/>
                </a:lnTo>
                <a:lnTo>
                  <a:pt x="1113531" y="1239456"/>
                </a:lnTo>
                <a:lnTo>
                  <a:pt x="1113940" y="1239640"/>
                </a:lnTo>
                <a:lnTo>
                  <a:pt x="1114345" y="1239834"/>
                </a:lnTo>
                <a:lnTo>
                  <a:pt x="1114745" y="1240037"/>
                </a:lnTo>
                <a:lnTo>
                  <a:pt x="1115139" y="1240250"/>
                </a:lnTo>
                <a:lnTo>
                  <a:pt x="1115529" y="1240472"/>
                </a:lnTo>
                <a:lnTo>
                  <a:pt x="1115912" y="1240703"/>
                </a:lnTo>
                <a:lnTo>
                  <a:pt x="1116287" y="1240941"/>
                </a:lnTo>
                <a:lnTo>
                  <a:pt x="1116655" y="1241186"/>
                </a:lnTo>
                <a:lnTo>
                  <a:pt x="1117015" y="1241438"/>
                </a:lnTo>
                <a:lnTo>
                  <a:pt x="1117367" y="1241697"/>
                </a:lnTo>
                <a:lnTo>
                  <a:pt x="1117711" y="1241964"/>
                </a:lnTo>
                <a:lnTo>
                  <a:pt x="1118047" y="1242238"/>
                </a:lnTo>
                <a:lnTo>
                  <a:pt x="1118376" y="1242519"/>
                </a:lnTo>
                <a:lnTo>
                  <a:pt x="1118697" y="1242807"/>
                </a:lnTo>
                <a:lnTo>
                  <a:pt x="1119010" y="1243103"/>
                </a:lnTo>
                <a:lnTo>
                  <a:pt x="1119315" y="1243406"/>
                </a:lnTo>
                <a:lnTo>
                  <a:pt x="1119613" y="1243716"/>
                </a:lnTo>
                <a:lnTo>
                  <a:pt x="1119903" y="1244033"/>
                </a:lnTo>
                <a:lnTo>
                  <a:pt x="1120185" y="1244358"/>
                </a:lnTo>
                <a:lnTo>
                  <a:pt x="1120459" y="1244689"/>
                </a:lnTo>
                <a:lnTo>
                  <a:pt x="1120725" y="1245028"/>
                </a:lnTo>
                <a:lnTo>
                  <a:pt x="1120984" y="1245374"/>
                </a:lnTo>
                <a:lnTo>
                  <a:pt x="1121235" y="1245728"/>
                </a:lnTo>
                <a:lnTo>
                  <a:pt x="1121478" y="1246089"/>
                </a:lnTo>
                <a:lnTo>
                  <a:pt x="1121713" y="1246456"/>
                </a:lnTo>
                <a:lnTo>
                  <a:pt x="1121940" y="1246832"/>
                </a:lnTo>
                <a:lnTo>
                  <a:pt x="1122160" y="1247214"/>
                </a:lnTo>
                <a:lnTo>
                  <a:pt x="1122372" y="1247603"/>
                </a:lnTo>
                <a:lnTo>
                  <a:pt x="1122576" y="1248000"/>
                </a:lnTo>
                <a:lnTo>
                  <a:pt x="1122785" y="1248390"/>
                </a:lnTo>
                <a:lnTo>
                  <a:pt x="1122985" y="1248784"/>
                </a:lnTo>
                <a:lnTo>
                  <a:pt x="1123177" y="1249184"/>
                </a:lnTo>
                <a:lnTo>
                  <a:pt x="1123359" y="1249589"/>
                </a:lnTo>
                <a:lnTo>
                  <a:pt x="1123533" y="1249998"/>
                </a:lnTo>
                <a:lnTo>
                  <a:pt x="1123697" y="1250413"/>
                </a:lnTo>
                <a:lnTo>
                  <a:pt x="1123853" y="1250832"/>
                </a:lnTo>
                <a:lnTo>
                  <a:pt x="1124000" y="1251257"/>
                </a:lnTo>
                <a:lnTo>
                  <a:pt x="1124138" y="1251687"/>
                </a:lnTo>
                <a:lnTo>
                  <a:pt x="1124267" y="1252121"/>
                </a:lnTo>
                <a:lnTo>
                  <a:pt x="1124387" y="1252561"/>
                </a:lnTo>
                <a:lnTo>
                  <a:pt x="1124498" y="1253006"/>
                </a:lnTo>
                <a:lnTo>
                  <a:pt x="1124600" y="1253455"/>
                </a:lnTo>
                <a:lnTo>
                  <a:pt x="1124694" y="1253910"/>
                </a:lnTo>
                <a:lnTo>
                  <a:pt x="1124778" y="1254370"/>
                </a:lnTo>
                <a:lnTo>
                  <a:pt x="1124854" y="1254834"/>
                </a:lnTo>
                <a:lnTo>
                  <a:pt x="1124921" y="1255304"/>
                </a:lnTo>
                <a:lnTo>
                  <a:pt x="1124979" y="1255778"/>
                </a:lnTo>
                <a:lnTo>
                  <a:pt x="1125028" y="1256258"/>
                </a:lnTo>
                <a:lnTo>
                  <a:pt x="1125068" y="1256743"/>
                </a:lnTo>
                <a:lnTo>
                  <a:pt x="1125099" y="1257232"/>
                </a:lnTo>
                <a:lnTo>
                  <a:pt x="1125121" y="1257727"/>
                </a:lnTo>
                <a:lnTo>
                  <a:pt x="1125134" y="1258227"/>
                </a:lnTo>
                <a:lnTo>
                  <a:pt x="1125139" y="1258732"/>
                </a:lnTo>
                <a:lnTo>
                  <a:pt x="1125139" y="1261134"/>
                </a:lnTo>
                <a:lnTo>
                  <a:pt x="1083495" y="1261134"/>
                </a:lnTo>
                <a:lnTo>
                  <a:pt x="1083495" y="1260333"/>
                </a:lnTo>
                <a:lnTo>
                  <a:pt x="1083499" y="1259880"/>
                </a:lnTo>
                <a:lnTo>
                  <a:pt x="1083512" y="1259428"/>
                </a:lnTo>
                <a:lnTo>
                  <a:pt x="1083532" y="1258977"/>
                </a:lnTo>
                <a:lnTo>
                  <a:pt x="1083562" y="1258527"/>
                </a:lnTo>
                <a:lnTo>
                  <a:pt x="1083599" y="1258078"/>
                </a:lnTo>
                <a:lnTo>
                  <a:pt x="1083645" y="1257630"/>
                </a:lnTo>
                <a:close/>
                <a:moveTo>
                  <a:pt x="1357894" y="1249918"/>
                </a:moveTo>
                <a:lnTo>
                  <a:pt x="1357910" y="1250012"/>
                </a:lnTo>
                <a:lnTo>
                  <a:pt x="1357927" y="1250113"/>
                </a:lnTo>
                <a:lnTo>
                  <a:pt x="1357944" y="1250219"/>
                </a:lnTo>
                <a:lnTo>
                  <a:pt x="1357961" y="1250332"/>
                </a:lnTo>
                <a:lnTo>
                  <a:pt x="1357979" y="1250450"/>
                </a:lnTo>
                <a:lnTo>
                  <a:pt x="1357998" y="1250575"/>
                </a:lnTo>
                <a:lnTo>
                  <a:pt x="1358017" y="1250706"/>
                </a:lnTo>
                <a:lnTo>
                  <a:pt x="1358037" y="1250843"/>
                </a:lnTo>
                <a:lnTo>
                  <a:pt x="1358057" y="1250986"/>
                </a:lnTo>
                <a:lnTo>
                  <a:pt x="1358078" y="1251136"/>
                </a:lnTo>
                <a:lnTo>
                  <a:pt x="1358099" y="1251291"/>
                </a:lnTo>
                <a:lnTo>
                  <a:pt x="1358121" y="1251453"/>
                </a:lnTo>
                <a:lnTo>
                  <a:pt x="1358144" y="1251620"/>
                </a:lnTo>
                <a:lnTo>
                  <a:pt x="1358167" y="1251794"/>
                </a:lnTo>
                <a:lnTo>
                  <a:pt x="1358191" y="1251974"/>
                </a:lnTo>
                <a:lnTo>
                  <a:pt x="1358215" y="1252160"/>
                </a:lnTo>
                <a:lnTo>
                  <a:pt x="1358240" y="1252352"/>
                </a:lnTo>
                <a:lnTo>
                  <a:pt x="1358265" y="1252551"/>
                </a:lnTo>
                <a:lnTo>
                  <a:pt x="1358291" y="1252755"/>
                </a:lnTo>
                <a:lnTo>
                  <a:pt x="1358317" y="1252966"/>
                </a:lnTo>
                <a:lnTo>
                  <a:pt x="1373053" y="1252966"/>
                </a:lnTo>
                <a:lnTo>
                  <a:pt x="1373053" y="1251043"/>
                </a:lnTo>
                <a:lnTo>
                  <a:pt x="1373061" y="1250515"/>
                </a:lnTo>
                <a:lnTo>
                  <a:pt x="1373085" y="1249996"/>
                </a:lnTo>
                <a:lnTo>
                  <a:pt x="1373125" y="1249487"/>
                </a:lnTo>
                <a:lnTo>
                  <a:pt x="1373182" y="1248988"/>
                </a:lnTo>
                <a:lnTo>
                  <a:pt x="1373254" y="1248499"/>
                </a:lnTo>
                <a:lnTo>
                  <a:pt x="1373343" y="1248020"/>
                </a:lnTo>
                <a:lnTo>
                  <a:pt x="1373448" y="1247551"/>
                </a:lnTo>
                <a:lnTo>
                  <a:pt x="1373569" y="1247093"/>
                </a:lnTo>
                <a:lnTo>
                  <a:pt x="1373706" y="1246644"/>
                </a:lnTo>
                <a:lnTo>
                  <a:pt x="1373859" y="1246205"/>
                </a:lnTo>
                <a:lnTo>
                  <a:pt x="1374028" y="1245776"/>
                </a:lnTo>
                <a:lnTo>
                  <a:pt x="1374214" y="1245357"/>
                </a:lnTo>
                <a:lnTo>
                  <a:pt x="1374415" y="1244949"/>
                </a:lnTo>
                <a:lnTo>
                  <a:pt x="1374633" y="1244550"/>
                </a:lnTo>
                <a:lnTo>
                  <a:pt x="1374867" y="1244161"/>
                </a:lnTo>
                <a:lnTo>
                  <a:pt x="1375117" y="1243782"/>
                </a:lnTo>
                <a:lnTo>
                  <a:pt x="1375383" y="1243414"/>
                </a:lnTo>
                <a:lnTo>
                  <a:pt x="1375665" y="1243055"/>
                </a:lnTo>
                <a:lnTo>
                  <a:pt x="1375964" y="1242706"/>
                </a:lnTo>
                <a:lnTo>
                  <a:pt x="1376278" y="1242368"/>
                </a:lnTo>
                <a:lnTo>
                  <a:pt x="1376609" y="1242039"/>
                </a:lnTo>
                <a:lnTo>
                  <a:pt x="1376956" y="1241720"/>
                </a:lnTo>
                <a:lnTo>
                  <a:pt x="1377319" y="1241412"/>
                </a:lnTo>
                <a:lnTo>
                  <a:pt x="1377698" y="1241113"/>
                </a:lnTo>
                <a:lnTo>
                  <a:pt x="1378091" y="1240825"/>
                </a:lnTo>
                <a:lnTo>
                  <a:pt x="1378498" y="1240550"/>
                </a:lnTo>
                <a:lnTo>
                  <a:pt x="1378919" y="1240287"/>
                </a:lnTo>
                <a:lnTo>
                  <a:pt x="1379353" y="1240036"/>
                </a:lnTo>
                <a:lnTo>
                  <a:pt x="1379800" y="1239798"/>
                </a:lnTo>
                <a:lnTo>
                  <a:pt x="1380260" y="1239571"/>
                </a:lnTo>
                <a:lnTo>
                  <a:pt x="1380734" y="1239357"/>
                </a:lnTo>
                <a:lnTo>
                  <a:pt x="1381221" y="1239155"/>
                </a:lnTo>
                <a:lnTo>
                  <a:pt x="1381722" y="1238966"/>
                </a:lnTo>
                <a:lnTo>
                  <a:pt x="1382236" y="1238788"/>
                </a:lnTo>
                <a:lnTo>
                  <a:pt x="1382763" y="1238623"/>
                </a:lnTo>
                <a:lnTo>
                  <a:pt x="1383303" y="1238470"/>
                </a:lnTo>
                <a:lnTo>
                  <a:pt x="1383857" y="1238330"/>
                </a:lnTo>
                <a:lnTo>
                  <a:pt x="1384425" y="1238201"/>
                </a:lnTo>
                <a:lnTo>
                  <a:pt x="1385005" y="1238085"/>
                </a:lnTo>
                <a:lnTo>
                  <a:pt x="1385599" y="1237981"/>
                </a:lnTo>
                <a:lnTo>
                  <a:pt x="1386207" y="1237889"/>
                </a:lnTo>
                <a:lnTo>
                  <a:pt x="1386827" y="1237810"/>
                </a:lnTo>
                <a:lnTo>
                  <a:pt x="1387461" y="1237742"/>
                </a:lnTo>
                <a:lnTo>
                  <a:pt x="1388109" y="1237687"/>
                </a:lnTo>
                <a:lnTo>
                  <a:pt x="1388769" y="1237644"/>
                </a:lnTo>
                <a:lnTo>
                  <a:pt x="1389443" y="1237614"/>
                </a:lnTo>
                <a:lnTo>
                  <a:pt x="1390131" y="1237595"/>
                </a:lnTo>
                <a:lnTo>
                  <a:pt x="1390831" y="1237589"/>
                </a:lnTo>
                <a:lnTo>
                  <a:pt x="1391596" y="1237595"/>
                </a:lnTo>
                <a:lnTo>
                  <a:pt x="1392342" y="1237614"/>
                </a:lnTo>
                <a:lnTo>
                  <a:pt x="1393069" y="1237644"/>
                </a:lnTo>
                <a:lnTo>
                  <a:pt x="1393777" y="1237687"/>
                </a:lnTo>
                <a:lnTo>
                  <a:pt x="1394466" y="1237742"/>
                </a:lnTo>
                <a:lnTo>
                  <a:pt x="1395136" y="1237810"/>
                </a:lnTo>
                <a:lnTo>
                  <a:pt x="1395787" y="1237889"/>
                </a:lnTo>
                <a:lnTo>
                  <a:pt x="1396420" y="1237981"/>
                </a:lnTo>
                <a:lnTo>
                  <a:pt x="1397033" y="1238085"/>
                </a:lnTo>
                <a:lnTo>
                  <a:pt x="1397627" y="1238201"/>
                </a:lnTo>
                <a:lnTo>
                  <a:pt x="1398203" y="1238330"/>
                </a:lnTo>
                <a:lnTo>
                  <a:pt x="1398760" y="1238470"/>
                </a:lnTo>
                <a:lnTo>
                  <a:pt x="1399298" y="1238623"/>
                </a:lnTo>
                <a:lnTo>
                  <a:pt x="1399816" y="1238788"/>
                </a:lnTo>
                <a:lnTo>
                  <a:pt x="1400316" y="1238966"/>
                </a:lnTo>
                <a:lnTo>
                  <a:pt x="1400797" y="1239155"/>
                </a:lnTo>
                <a:lnTo>
                  <a:pt x="1401260" y="1239357"/>
                </a:lnTo>
                <a:lnTo>
                  <a:pt x="1401703" y="1239571"/>
                </a:lnTo>
                <a:lnTo>
                  <a:pt x="1402127" y="1239798"/>
                </a:lnTo>
                <a:lnTo>
                  <a:pt x="1402533" y="1240036"/>
                </a:lnTo>
                <a:lnTo>
                  <a:pt x="1402919" y="1240287"/>
                </a:lnTo>
                <a:lnTo>
                  <a:pt x="1403287" y="1240550"/>
                </a:lnTo>
                <a:lnTo>
                  <a:pt x="1403635" y="1240825"/>
                </a:lnTo>
                <a:lnTo>
                  <a:pt x="1403965" y="1241113"/>
                </a:lnTo>
                <a:lnTo>
                  <a:pt x="1404292" y="1241414"/>
                </a:lnTo>
                <a:lnTo>
                  <a:pt x="1404605" y="1241729"/>
                </a:lnTo>
                <a:lnTo>
                  <a:pt x="1404904" y="1242059"/>
                </a:lnTo>
                <a:lnTo>
                  <a:pt x="1405189" y="1242403"/>
                </a:lnTo>
                <a:lnTo>
                  <a:pt x="1405460" y="1242762"/>
                </a:lnTo>
                <a:lnTo>
                  <a:pt x="1405717" y="1243135"/>
                </a:lnTo>
                <a:lnTo>
                  <a:pt x="1405960" y="1243523"/>
                </a:lnTo>
                <a:lnTo>
                  <a:pt x="1406190" y="1243925"/>
                </a:lnTo>
                <a:lnTo>
                  <a:pt x="1406405" y="1244341"/>
                </a:lnTo>
                <a:lnTo>
                  <a:pt x="1406607" y="1244772"/>
                </a:lnTo>
                <a:lnTo>
                  <a:pt x="1406795" y="1245218"/>
                </a:lnTo>
                <a:lnTo>
                  <a:pt x="1406968" y="1245678"/>
                </a:lnTo>
                <a:lnTo>
                  <a:pt x="1407128" y="1246152"/>
                </a:lnTo>
                <a:lnTo>
                  <a:pt x="1407274" y="1246641"/>
                </a:lnTo>
                <a:lnTo>
                  <a:pt x="1407406" y="1247144"/>
                </a:lnTo>
                <a:lnTo>
                  <a:pt x="1407525" y="1247662"/>
                </a:lnTo>
                <a:lnTo>
                  <a:pt x="1407629" y="1248194"/>
                </a:lnTo>
                <a:lnTo>
                  <a:pt x="1407719" y="1248741"/>
                </a:lnTo>
                <a:lnTo>
                  <a:pt x="1407796" y="1249302"/>
                </a:lnTo>
                <a:lnTo>
                  <a:pt x="1407858" y="1249878"/>
                </a:lnTo>
                <a:lnTo>
                  <a:pt x="1407907" y="1250468"/>
                </a:lnTo>
                <a:lnTo>
                  <a:pt x="1407942" y="1251072"/>
                </a:lnTo>
                <a:lnTo>
                  <a:pt x="1407963" y="1251691"/>
                </a:lnTo>
                <a:lnTo>
                  <a:pt x="1407970" y="1252325"/>
                </a:lnTo>
                <a:lnTo>
                  <a:pt x="1407970" y="1261294"/>
                </a:lnTo>
                <a:lnTo>
                  <a:pt x="1406394" y="1261299"/>
                </a:lnTo>
                <a:lnTo>
                  <a:pt x="1404844" y="1261313"/>
                </a:lnTo>
                <a:lnTo>
                  <a:pt x="1403320" y="1261337"/>
                </a:lnTo>
                <a:lnTo>
                  <a:pt x="1401821" y="1261370"/>
                </a:lnTo>
                <a:lnTo>
                  <a:pt x="1400348" y="1261413"/>
                </a:lnTo>
                <a:lnTo>
                  <a:pt x="1398900" y="1261465"/>
                </a:lnTo>
                <a:lnTo>
                  <a:pt x="1397478" y="1261526"/>
                </a:lnTo>
                <a:lnTo>
                  <a:pt x="1396081" y="1261597"/>
                </a:lnTo>
                <a:lnTo>
                  <a:pt x="1394711" y="1261677"/>
                </a:lnTo>
                <a:lnTo>
                  <a:pt x="1393365" y="1261767"/>
                </a:lnTo>
                <a:lnTo>
                  <a:pt x="1392046" y="1261866"/>
                </a:lnTo>
                <a:lnTo>
                  <a:pt x="1390751" y="1261975"/>
                </a:lnTo>
                <a:lnTo>
                  <a:pt x="1389483" y="1262093"/>
                </a:lnTo>
                <a:lnTo>
                  <a:pt x="1388240" y="1262221"/>
                </a:lnTo>
                <a:lnTo>
                  <a:pt x="1387022" y="1262358"/>
                </a:lnTo>
                <a:lnTo>
                  <a:pt x="1385831" y="1262505"/>
                </a:lnTo>
                <a:lnTo>
                  <a:pt x="1384664" y="1262661"/>
                </a:lnTo>
                <a:lnTo>
                  <a:pt x="1383524" y="1262826"/>
                </a:lnTo>
                <a:lnTo>
                  <a:pt x="1382409" y="1263001"/>
                </a:lnTo>
                <a:lnTo>
                  <a:pt x="1381319" y="1263185"/>
                </a:lnTo>
                <a:lnTo>
                  <a:pt x="1380255" y="1263379"/>
                </a:lnTo>
                <a:lnTo>
                  <a:pt x="1379217" y="1263582"/>
                </a:lnTo>
                <a:lnTo>
                  <a:pt x="1378204" y="1263795"/>
                </a:lnTo>
                <a:lnTo>
                  <a:pt x="1377217" y="1264017"/>
                </a:lnTo>
                <a:lnTo>
                  <a:pt x="1376267" y="1264250"/>
                </a:lnTo>
                <a:lnTo>
                  <a:pt x="1375338" y="1264493"/>
                </a:lnTo>
                <a:lnTo>
                  <a:pt x="1374432" y="1264748"/>
                </a:lnTo>
                <a:lnTo>
                  <a:pt x="1373547" y="1265014"/>
                </a:lnTo>
                <a:lnTo>
                  <a:pt x="1372683" y="1265291"/>
                </a:lnTo>
                <a:lnTo>
                  <a:pt x="1371841" y="1265579"/>
                </a:lnTo>
                <a:lnTo>
                  <a:pt x="1371021" y="1265878"/>
                </a:lnTo>
                <a:lnTo>
                  <a:pt x="1370223" y="1266188"/>
                </a:lnTo>
                <a:lnTo>
                  <a:pt x="1369446" y="1266510"/>
                </a:lnTo>
                <a:lnTo>
                  <a:pt x="1368691" y="1266842"/>
                </a:lnTo>
                <a:lnTo>
                  <a:pt x="1367958" y="1267186"/>
                </a:lnTo>
                <a:lnTo>
                  <a:pt x="1367247" y="1267541"/>
                </a:lnTo>
                <a:lnTo>
                  <a:pt x="1366557" y="1267907"/>
                </a:lnTo>
                <a:lnTo>
                  <a:pt x="1365888" y="1268284"/>
                </a:lnTo>
                <a:lnTo>
                  <a:pt x="1365242" y="1268672"/>
                </a:lnTo>
                <a:lnTo>
                  <a:pt x="1364617" y="1269071"/>
                </a:lnTo>
                <a:lnTo>
                  <a:pt x="1364014" y="1269482"/>
                </a:lnTo>
                <a:lnTo>
                  <a:pt x="1363433" y="1269903"/>
                </a:lnTo>
                <a:lnTo>
                  <a:pt x="1362873" y="1270336"/>
                </a:lnTo>
                <a:lnTo>
                  <a:pt x="1362335" y="1270780"/>
                </a:lnTo>
                <a:lnTo>
                  <a:pt x="1361818" y="1271235"/>
                </a:lnTo>
                <a:lnTo>
                  <a:pt x="1361324" y="1271701"/>
                </a:lnTo>
                <a:lnTo>
                  <a:pt x="1360851" y="1272178"/>
                </a:lnTo>
                <a:lnTo>
                  <a:pt x="1360399" y="1272666"/>
                </a:lnTo>
                <a:lnTo>
                  <a:pt x="1359981" y="1273153"/>
                </a:lnTo>
                <a:lnTo>
                  <a:pt x="1359581" y="1273654"/>
                </a:lnTo>
                <a:lnTo>
                  <a:pt x="1359198" y="1274168"/>
                </a:lnTo>
                <a:lnTo>
                  <a:pt x="1358833" y="1274695"/>
                </a:lnTo>
                <a:lnTo>
                  <a:pt x="1358486" y="1275236"/>
                </a:lnTo>
                <a:lnTo>
                  <a:pt x="1358157" y="1275790"/>
                </a:lnTo>
                <a:lnTo>
                  <a:pt x="1357846" y="1276357"/>
                </a:lnTo>
                <a:lnTo>
                  <a:pt x="1357552" y="1276937"/>
                </a:lnTo>
                <a:lnTo>
                  <a:pt x="1357276" y="1277531"/>
                </a:lnTo>
                <a:lnTo>
                  <a:pt x="1357018" y="1278139"/>
                </a:lnTo>
                <a:lnTo>
                  <a:pt x="1356778" y="1278759"/>
                </a:lnTo>
                <a:lnTo>
                  <a:pt x="1356555" y="1279393"/>
                </a:lnTo>
                <a:lnTo>
                  <a:pt x="1356351" y="1280041"/>
                </a:lnTo>
                <a:lnTo>
                  <a:pt x="1356164" y="1280701"/>
                </a:lnTo>
                <a:lnTo>
                  <a:pt x="1355995" y="1281375"/>
                </a:lnTo>
                <a:lnTo>
                  <a:pt x="1355843" y="1282063"/>
                </a:lnTo>
                <a:lnTo>
                  <a:pt x="1355710" y="1282764"/>
                </a:lnTo>
                <a:lnTo>
                  <a:pt x="1355594" y="1283478"/>
                </a:lnTo>
                <a:lnTo>
                  <a:pt x="1355496" y="1284205"/>
                </a:lnTo>
                <a:lnTo>
                  <a:pt x="1355416" y="1284946"/>
                </a:lnTo>
                <a:lnTo>
                  <a:pt x="1355354" y="1285700"/>
                </a:lnTo>
                <a:lnTo>
                  <a:pt x="1355309" y="1286468"/>
                </a:lnTo>
                <a:lnTo>
                  <a:pt x="1355283" y="1287248"/>
                </a:lnTo>
                <a:lnTo>
                  <a:pt x="1355274" y="1288043"/>
                </a:lnTo>
                <a:lnTo>
                  <a:pt x="1355286" y="1288994"/>
                </a:lnTo>
                <a:lnTo>
                  <a:pt x="1355321" y="1289926"/>
                </a:lnTo>
                <a:lnTo>
                  <a:pt x="1355379" y="1290838"/>
                </a:lnTo>
                <a:lnTo>
                  <a:pt x="1355461" y="1291731"/>
                </a:lnTo>
                <a:lnTo>
                  <a:pt x="1355566" y="1292604"/>
                </a:lnTo>
                <a:lnTo>
                  <a:pt x="1355694" y="1293458"/>
                </a:lnTo>
                <a:lnTo>
                  <a:pt x="1355846" y="1294293"/>
                </a:lnTo>
                <a:lnTo>
                  <a:pt x="1356021" y="1295108"/>
                </a:lnTo>
                <a:lnTo>
                  <a:pt x="1356220" y="1295903"/>
                </a:lnTo>
                <a:lnTo>
                  <a:pt x="1356442" y="1296679"/>
                </a:lnTo>
                <a:lnTo>
                  <a:pt x="1356687" y="1297436"/>
                </a:lnTo>
                <a:lnTo>
                  <a:pt x="1356956" y="1298173"/>
                </a:lnTo>
                <a:lnTo>
                  <a:pt x="1357248" y="1298891"/>
                </a:lnTo>
                <a:lnTo>
                  <a:pt x="1357563" y="1299589"/>
                </a:lnTo>
                <a:lnTo>
                  <a:pt x="1357902" y="1300268"/>
                </a:lnTo>
                <a:lnTo>
                  <a:pt x="1358264" y="1300927"/>
                </a:lnTo>
                <a:lnTo>
                  <a:pt x="1358649" y="1301567"/>
                </a:lnTo>
                <a:lnTo>
                  <a:pt x="1359058" y="1302187"/>
                </a:lnTo>
                <a:lnTo>
                  <a:pt x="1359490" y="1302788"/>
                </a:lnTo>
                <a:lnTo>
                  <a:pt x="1359946" y="1303370"/>
                </a:lnTo>
                <a:lnTo>
                  <a:pt x="1360424" y="1303932"/>
                </a:lnTo>
                <a:lnTo>
                  <a:pt x="1360927" y="1304474"/>
                </a:lnTo>
                <a:lnTo>
                  <a:pt x="1361452" y="1304997"/>
                </a:lnTo>
                <a:lnTo>
                  <a:pt x="1362001" y="1305501"/>
                </a:lnTo>
                <a:lnTo>
                  <a:pt x="1362585" y="1305985"/>
                </a:lnTo>
                <a:lnTo>
                  <a:pt x="1363189" y="1306447"/>
                </a:lnTo>
                <a:lnTo>
                  <a:pt x="1363813" y="1306890"/>
                </a:lnTo>
                <a:lnTo>
                  <a:pt x="1364457" y="1307312"/>
                </a:lnTo>
                <a:lnTo>
                  <a:pt x="1365121" y="1307713"/>
                </a:lnTo>
                <a:lnTo>
                  <a:pt x="1365805" y="1308094"/>
                </a:lnTo>
                <a:lnTo>
                  <a:pt x="1366509" y="1308454"/>
                </a:lnTo>
                <a:lnTo>
                  <a:pt x="1367233" y="1308793"/>
                </a:lnTo>
                <a:lnTo>
                  <a:pt x="1367977" y="1309112"/>
                </a:lnTo>
                <a:lnTo>
                  <a:pt x="1368742" y="1309411"/>
                </a:lnTo>
                <a:lnTo>
                  <a:pt x="1369526" y="1309688"/>
                </a:lnTo>
                <a:lnTo>
                  <a:pt x="1370330" y="1309946"/>
                </a:lnTo>
                <a:lnTo>
                  <a:pt x="1371154" y="1310182"/>
                </a:lnTo>
                <a:lnTo>
                  <a:pt x="1371998" y="1310398"/>
                </a:lnTo>
                <a:lnTo>
                  <a:pt x="1372863" y="1310594"/>
                </a:lnTo>
                <a:lnTo>
                  <a:pt x="1373747" y="1310769"/>
                </a:lnTo>
                <a:lnTo>
                  <a:pt x="1374651" y="1310923"/>
                </a:lnTo>
                <a:lnTo>
                  <a:pt x="1375575" y="1311057"/>
                </a:lnTo>
                <a:lnTo>
                  <a:pt x="1376520" y="1311170"/>
                </a:lnTo>
                <a:lnTo>
                  <a:pt x="1377484" y="1311262"/>
                </a:lnTo>
                <a:lnTo>
                  <a:pt x="1378468" y="1311334"/>
                </a:lnTo>
                <a:lnTo>
                  <a:pt x="1379473" y="1311386"/>
                </a:lnTo>
                <a:lnTo>
                  <a:pt x="1380497" y="1311417"/>
                </a:lnTo>
                <a:lnTo>
                  <a:pt x="1381542" y="1311427"/>
                </a:lnTo>
                <a:lnTo>
                  <a:pt x="1382021" y="1311425"/>
                </a:lnTo>
                <a:lnTo>
                  <a:pt x="1382499" y="1311418"/>
                </a:lnTo>
                <a:lnTo>
                  <a:pt x="1382976" y="1311407"/>
                </a:lnTo>
                <a:lnTo>
                  <a:pt x="1383450" y="1311391"/>
                </a:lnTo>
                <a:lnTo>
                  <a:pt x="1383923" y="1311371"/>
                </a:lnTo>
                <a:lnTo>
                  <a:pt x="1384395" y="1311347"/>
                </a:lnTo>
                <a:lnTo>
                  <a:pt x="1384864" y="1311318"/>
                </a:lnTo>
                <a:lnTo>
                  <a:pt x="1385332" y="1311285"/>
                </a:lnTo>
                <a:lnTo>
                  <a:pt x="1385799" y="1311247"/>
                </a:lnTo>
                <a:lnTo>
                  <a:pt x="1386263" y="1311205"/>
                </a:lnTo>
                <a:lnTo>
                  <a:pt x="1386726" y="1311158"/>
                </a:lnTo>
                <a:lnTo>
                  <a:pt x="1387188" y="1311107"/>
                </a:lnTo>
                <a:lnTo>
                  <a:pt x="1387647" y="1311051"/>
                </a:lnTo>
                <a:lnTo>
                  <a:pt x="1388105" y="1310991"/>
                </a:lnTo>
                <a:lnTo>
                  <a:pt x="1388561" y="1310927"/>
                </a:lnTo>
                <a:lnTo>
                  <a:pt x="1389016" y="1310858"/>
                </a:lnTo>
                <a:lnTo>
                  <a:pt x="1389469" y="1310784"/>
                </a:lnTo>
                <a:lnTo>
                  <a:pt x="1389920" y="1310706"/>
                </a:lnTo>
                <a:lnTo>
                  <a:pt x="1390370" y="1310624"/>
                </a:lnTo>
                <a:lnTo>
                  <a:pt x="1390818" y="1310537"/>
                </a:lnTo>
                <a:lnTo>
                  <a:pt x="1391264" y="1310446"/>
                </a:lnTo>
                <a:lnTo>
                  <a:pt x="1391709" y="1310350"/>
                </a:lnTo>
                <a:lnTo>
                  <a:pt x="1392152" y="1310250"/>
                </a:lnTo>
                <a:lnTo>
                  <a:pt x="1392593" y="1310146"/>
                </a:lnTo>
                <a:lnTo>
                  <a:pt x="1393032" y="1310049"/>
                </a:lnTo>
                <a:lnTo>
                  <a:pt x="1393468" y="1309947"/>
                </a:lnTo>
                <a:lnTo>
                  <a:pt x="1393900" y="1309838"/>
                </a:lnTo>
                <a:lnTo>
                  <a:pt x="1394328" y="1309723"/>
                </a:lnTo>
                <a:lnTo>
                  <a:pt x="1394754" y="1309602"/>
                </a:lnTo>
                <a:lnTo>
                  <a:pt x="1395176" y="1309475"/>
                </a:lnTo>
                <a:lnTo>
                  <a:pt x="1395595" y="1309342"/>
                </a:lnTo>
                <a:lnTo>
                  <a:pt x="1396010" y="1309203"/>
                </a:lnTo>
                <a:lnTo>
                  <a:pt x="1396422" y="1309057"/>
                </a:lnTo>
                <a:lnTo>
                  <a:pt x="1396831" y="1308906"/>
                </a:lnTo>
                <a:lnTo>
                  <a:pt x="1397237" y="1308748"/>
                </a:lnTo>
                <a:lnTo>
                  <a:pt x="1397639" y="1308584"/>
                </a:lnTo>
                <a:lnTo>
                  <a:pt x="1398037" y="1308414"/>
                </a:lnTo>
                <a:lnTo>
                  <a:pt x="1398433" y="1308238"/>
                </a:lnTo>
                <a:lnTo>
                  <a:pt x="1398825" y="1308056"/>
                </a:lnTo>
                <a:lnTo>
                  <a:pt x="1399214" y="1307868"/>
                </a:lnTo>
                <a:lnTo>
                  <a:pt x="1399599" y="1307673"/>
                </a:lnTo>
                <a:lnTo>
                  <a:pt x="1399981" y="1307473"/>
                </a:lnTo>
                <a:lnTo>
                  <a:pt x="1400360" y="1307266"/>
                </a:lnTo>
                <a:lnTo>
                  <a:pt x="1400735" y="1307054"/>
                </a:lnTo>
                <a:lnTo>
                  <a:pt x="1401107" y="1306835"/>
                </a:lnTo>
                <a:lnTo>
                  <a:pt x="1401476" y="1306610"/>
                </a:lnTo>
                <a:lnTo>
                  <a:pt x="1401841" y="1306379"/>
                </a:lnTo>
                <a:lnTo>
                  <a:pt x="1402203" y="1306142"/>
                </a:lnTo>
                <a:lnTo>
                  <a:pt x="1402561" y="1305885"/>
                </a:lnTo>
                <a:lnTo>
                  <a:pt x="1402913" y="1305621"/>
                </a:lnTo>
                <a:lnTo>
                  <a:pt x="1403260" y="1305351"/>
                </a:lnTo>
                <a:lnTo>
                  <a:pt x="1403600" y="1305074"/>
                </a:lnTo>
                <a:lnTo>
                  <a:pt x="1403936" y="1304790"/>
                </a:lnTo>
                <a:lnTo>
                  <a:pt x="1404266" y="1304500"/>
                </a:lnTo>
                <a:lnTo>
                  <a:pt x="1404590" y="1304203"/>
                </a:lnTo>
                <a:lnTo>
                  <a:pt x="1404908" y="1303899"/>
                </a:lnTo>
                <a:lnTo>
                  <a:pt x="1405222" y="1303589"/>
                </a:lnTo>
                <a:lnTo>
                  <a:pt x="1405529" y="1303272"/>
                </a:lnTo>
                <a:lnTo>
                  <a:pt x="1405831" y="1302948"/>
                </a:lnTo>
                <a:lnTo>
                  <a:pt x="1406128" y="1302618"/>
                </a:lnTo>
                <a:lnTo>
                  <a:pt x="1406418" y="1302281"/>
                </a:lnTo>
                <a:lnTo>
                  <a:pt x="1406704" y="1301937"/>
                </a:lnTo>
                <a:lnTo>
                  <a:pt x="1406983" y="1301587"/>
                </a:lnTo>
                <a:lnTo>
                  <a:pt x="1407258" y="1301230"/>
                </a:lnTo>
                <a:lnTo>
                  <a:pt x="1407526" y="1300866"/>
                </a:lnTo>
                <a:lnTo>
                  <a:pt x="1407789" y="1300496"/>
                </a:lnTo>
                <a:lnTo>
                  <a:pt x="1408047" y="1300119"/>
                </a:lnTo>
                <a:lnTo>
                  <a:pt x="1408299" y="1299735"/>
                </a:lnTo>
                <a:lnTo>
                  <a:pt x="1408545" y="1299344"/>
                </a:lnTo>
                <a:lnTo>
                  <a:pt x="1408786" y="1298947"/>
                </a:lnTo>
                <a:lnTo>
                  <a:pt x="1409021" y="1298544"/>
                </a:lnTo>
                <a:lnTo>
                  <a:pt x="1409251" y="1298133"/>
                </a:lnTo>
                <a:lnTo>
                  <a:pt x="1409293" y="1298556"/>
                </a:lnTo>
                <a:lnTo>
                  <a:pt x="1409338" y="1298972"/>
                </a:lnTo>
                <a:lnTo>
                  <a:pt x="1409386" y="1299379"/>
                </a:lnTo>
                <a:lnTo>
                  <a:pt x="1409438" y="1299779"/>
                </a:lnTo>
                <a:lnTo>
                  <a:pt x="1409493" y="1300171"/>
                </a:lnTo>
                <a:lnTo>
                  <a:pt x="1409551" y="1300556"/>
                </a:lnTo>
                <a:lnTo>
                  <a:pt x="1409613" y="1300932"/>
                </a:lnTo>
                <a:lnTo>
                  <a:pt x="1409678" y="1301301"/>
                </a:lnTo>
                <a:lnTo>
                  <a:pt x="1409746" y="1301662"/>
                </a:lnTo>
                <a:lnTo>
                  <a:pt x="1409818" y="1302015"/>
                </a:lnTo>
                <a:lnTo>
                  <a:pt x="1409893" y="1302360"/>
                </a:lnTo>
                <a:lnTo>
                  <a:pt x="1409972" y="1302698"/>
                </a:lnTo>
                <a:lnTo>
                  <a:pt x="1410053" y="1303028"/>
                </a:lnTo>
                <a:lnTo>
                  <a:pt x="1410138" y="1303350"/>
                </a:lnTo>
                <a:lnTo>
                  <a:pt x="1410227" y="1303664"/>
                </a:lnTo>
                <a:lnTo>
                  <a:pt x="1410319" y="1303970"/>
                </a:lnTo>
                <a:lnTo>
                  <a:pt x="1410414" y="1304269"/>
                </a:lnTo>
                <a:lnTo>
                  <a:pt x="1410512" y="1304560"/>
                </a:lnTo>
                <a:lnTo>
                  <a:pt x="1410614" y="1304843"/>
                </a:lnTo>
                <a:lnTo>
                  <a:pt x="1410719" y="1305118"/>
                </a:lnTo>
                <a:lnTo>
                  <a:pt x="1410828" y="1305386"/>
                </a:lnTo>
                <a:lnTo>
                  <a:pt x="1410939" y="1305645"/>
                </a:lnTo>
                <a:lnTo>
                  <a:pt x="1411055" y="1305897"/>
                </a:lnTo>
                <a:lnTo>
                  <a:pt x="1411173" y="1306142"/>
                </a:lnTo>
                <a:lnTo>
                  <a:pt x="1411296" y="1306379"/>
                </a:lnTo>
                <a:lnTo>
                  <a:pt x="1411424" y="1306610"/>
                </a:lnTo>
                <a:lnTo>
                  <a:pt x="1411558" y="1306835"/>
                </a:lnTo>
                <a:lnTo>
                  <a:pt x="1411698" y="1307054"/>
                </a:lnTo>
                <a:lnTo>
                  <a:pt x="1411843" y="1307266"/>
                </a:lnTo>
                <a:lnTo>
                  <a:pt x="1411994" y="1307473"/>
                </a:lnTo>
                <a:lnTo>
                  <a:pt x="1412150" y="1307673"/>
                </a:lnTo>
                <a:lnTo>
                  <a:pt x="1412312" y="1307868"/>
                </a:lnTo>
                <a:lnTo>
                  <a:pt x="1412479" y="1308056"/>
                </a:lnTo>
                <a:lnTo>
                  <a:pt x="1412652" y="1308238"/>
                </a:lnTo>
                <a:lnTo>
                  <a:pt x="1412831" y="1308414"/>
                </a:lnTo>
                <a:lnTo>
                  <a:pt x="1413015" y="1308584"/>
                </a:lnTo>
                <a:lnTo>
                  <a:pt x="1413204" y="1308748"/>
                </a:lnTo>
                <a:lnTo>
                  <a:pt x="1413400" y="1308906"/>
                </a:lnTo>
                <a:lnTo>
                  <a:pt x="1413600" y="1309057"/>
                </a:lnTo>
                <a:lnTo>
                  <a:pt x="1413807" y="1309203"/>
                </a:lnTo>
                <a:lnTo>
                  <a:pt x="1414019" y="1309342"/>
                </a:lnTo>
                <a:lnTo>
                  <a:pt x="1414236" y="1309475"/>
                </a:lnTo>
                <a:lnTo>
                  <a:pt x="1414459" y="1309602"/>
                </a:lnTo>
                <a:lnTo>
                  <a:pt x="1414688" y="1309723"/>
                </a:lnTo>
                <a:lnTo>
                  <a:pt x="1414922" y="1309838"/>
                </a:lnTo>
                <a:lnTo>
                  <a:pt x="1415161" y="1309947"/>
                </a:lnTo>
                <a:lnTo>
                  <a:pt x="1415407" y="1310049"/>
                </a:lnTo>
                <a:lnTo>
                  <a:pt x="1415658" y="1310146"/>
                </a:lnTo>
                <a:lnTo>
                  <a:pt x="1415914" y="1310250"/>
                </a:lnTo>
                <a:lnTo>
                  <a:pt x="1416177" y="1310350"/>
                </a:lnTo>
                <a:lnTo>
                  <a:pt x="1416446" y="1310446"/>
                </a:lnTo>
                <a:lnTo>
                  <a:pt x="1416721" y="1310537"/>
                </a:lnTo>
                <a:lnTo>
                  <a:pt x="1417002" y="1310624"/>
                </a:lnTo>
                <a:lnTo>
                  <a:pt x="1417289" y="1310706"/>
                </a:lnTo>
                <a:lnTo>
                  <a:pt x="1417583" y="1310784"/>
                </a:lnTo>
                <a:lnTo>
                  <a:pt x="1417882" y="1310858"/>
                </a:lnTo>
                <a:lnTo>
                  <a:pt x="1418188" y="1310927"/>
                </a:lnTo>
                <a:lnTo>
                  <a:pt x="1418499" y="1310991"/>
                </a:lnTo>
                <a:lnTo>
                  <a:pt x="1418817" y="1311051"/>
                </a:lnTo>
                <a:lnTo>
                  <a:pt x="1419141" y="1311107"/>
                </a:lnTo>
                <a:lnTo>
                  <a:pt x="1419471" y="1311158"/>
                </a:lnTo>
                <a:lnTo>
                  <a:pt x="1419807" y="1311205"/>
                </a:lnTo>
                <a:lnTo>
                  <a:pt x="1420150" y="1311247"/>
                </a:lnTo>
                <a:lnTo>
                  <a:pt x="1420498" y="1311285"/>
                </a:lnTo>
                <a:lnTo>
                  <a:pt x="1420853" y="1311318"/>
                </a:lnTo>
                <a:lnTo>
                  <a:pt x="1421213" y="1311347"/>
                </a:lnTo>
                <a:lnTo>
                  <a:pt x="1421580" y="1311371"/>
                </a:lnTo>
                <a:lnTo>
                  <a:pt x="1421953" y="1311391"/>
                </a:lnTo>
                <a:lnTo>
                  <a:pt x="1422332" y="1311407"/>
                </a:lnTo>
                <a:lnTo>
                  <a:pt x="1422717" y="1311418"/>
                </a:lnTo>
                <a:lnTo>
                  <a:pt x="1423108" y="1311425"/>
                </a:lnTo>
                <a:lnTo>
                  <a:pt x="1423506" y="1311427"/>
                </a:lnTo>
                <a:lnTo>
                  <a:pt x="1423786" y="1311426"/>
                </a:lnTo>
                <a:lnTo>
                  <a:pt x="1424064" y="1311422"/>
                </a:lnTo>
                <a:lnTo>
                  <a:pt x="1424342" y="1311415"/>
                </a:lnTo>
                <a:lnTo>
                  <a:pt x="1424618" y="1311405"/>
                </a:lnTo>
                <a:lnTo>
                  <a:pt x="1424893" y="1311392"/>
                </a:lnTo>
                <a:lnTo>
                  <a:pt x="1425168" y="1311377"/>
                </a:lnTo>
                <a:lnTo>
                  <a:pt x="1425441" y="1311359"/>
                </a:lnTo>
                <a:lnTo>
                  <a:pt x="1425713" y="1311338"/>
                </a:lnTo>
                <a:lnTo>
                  <a:pt x="1425983" y="1311314"/>
                </a:lnTo>
                <a:lnTo>
                  <a:pt x="1426253" y="1311288"/>
                </a:lnTo>
                <a:lnTo>
                  <a:pt x="1426522" y="1311259"/>
                </a:lnTo>
                <a:lnTo>
                  <a:pt x="1426789" y="1311227"/>
                </a:lnTo>
                <a:lnTo>
                  <a:pt x="1427056" y="1311192"/>
                </a:lnTo>
                <a:lnTo>
                  <a:pt x="1427321" y="1311155"/>
                </a:lnTo>
                <a:lnTo>
                  <a:pt x="1427585" y="1311114"/>
                </a:lnTo>
                <a:lnTo>
                  <a:pt x="1427848" y="1311071"/>
                </a:lnTo>
                <a:lnTo>
                  <a:pt x="1428110" y="1311025"/>
                </a:lnTo>
                <a:lnTo>
                  <a:pt x="1428371" y="1310977"/>
                </a:lnTo>
                <a:lnTo>
                  <a:pt x="1428631" y="1310925"/>
                </a:lnTo>
                <a:lnTo>
                  <a:pt x="1428889" y="1310871"/>
                </a:lnTo>
                <a:lnTo>
                  <a:pt x="1429147" y="1310814"/>
                </a:lnTo>
                <a:lnTo>
                  <a:pt x="1429403" y="1310754"/>
                </a:lnTo>
                <a:lnTo>
                  <a:pt x="1429658" y="1310692"/>
                </a:lnTo>
                <a:lnTo>
                  <a:pt x="1429913" y="1310626"/>
                </a:lnTo>
                <a:lnTo>
                  <a:pt x="1430165" y="1310558"/>
                </a:lnTo>
                <a:lnTo>
                  <a:pt x="1430413" y="1310488"/>
                </a:lnTo>
                <a:lnTo>
                  <a:pt x="1430658" y="1310416"/>
                </a:lnTo>
                <a:lnTo>
                  <a:pt x="1430900" y="1310342"/>
                </a:lnTo>
                <a:lnTo>
                  <a:pt x="1431139" y="1310265"/>
                </a:lnTo>
                <a:lnTo>
                  <a:pt x="1431374" y="1310186"/>
                </a:lnTo>
                <a:lnTo>
                  <a:pt x="1431606" y="1310105"/>
                </a:lnTo>
                <a:lnTo>
                  <a:pt x="1431835" y="1310021"/>
                </a:lnTo>
                <a:lnTo>
                  <a:pt x="1432060" y="1309936"/>
                </a:lnTo>
                <a:lnTo>
                  <a:pt x="1432282" y="1309848"/>
                </a:lnTo>
                <a:lnTo>
                  <a:pt x="1432500" y="1309758"/>
                </a:lnTo>
                <a:lnTo>
                  <a:pt x="1432716" y="1309665"/>
                </a:lnTo>
                <a:lnTo>
                  <a:pt x="1432928" y="1309571"/>
                </a:lnTo>
                <a:lnTo>
                  <a:pt x="1433136" y="1309474"/>
                </a:lnTo>
                <a:lnTo>
                  <a:pt x="1433341" y="1309375"/>
                </a:lnTo>
                <a:lnTo>
                  <a:pt x="1433543" y="1309274"/>
                </a:lnTo>
                <a:lnTo>
                  <a:pt x="1433742" y="1309170"/>
                </a:lnTo>
                <a:lnTo>
                  <a:pt x="1433937" y="1309065"/>
                </a:lnTo>
                <a:lnTo>
                  <a:pt x="1434129" y="1308957"/>
                </a:lnTo>
                <a:lnTo>
                  <a:pt x="1434317" y="1308847"/>
                </a:lnTo>
                <a:lnTo>
                  <a:pt x="1434502" y="1308734"/>
                </a:lnTo>
                <a:lnTo>
                  <a:pt x="1434684" y="1308620"/>
                </a:lnTo>
                <a:lnTo>
                  <a:pt x="1434863" y="1308503"/>
                </a:lnTo>
                <a:lnTo>
                  <a:pt x="1435038" y="1308384"/>
                </a:lnTo>
                <a:lnTo>
                  <a:pt x="1435038" y="1297973"/>
                </a:lnTo>
                <a:lnTo>
                  <a:pt x="1434809" y="1298130"/>
                </a:lnTo>
                <a:lnTo>
                  <a:pt x="1434578" y="1298280"/>
                </a:lnTo>
                <a:lnTo>
                  <a:pt x="1434342" y="1298423"/>
                </a:lnTo>
                <a:lnTo>
                  <a:pt x="1434104" y="1298560"/>
                </a:lnTo>
                <a:lnTo>
                  <a:pt x="1433862" y="1298690"/>
                </a:lnTo>
                <a:lnTo>
                  <a:pt x="1433617" y="1298814"/>
                </a:lnTo>
                <a:lnTo>
                  <a:pt x="1433368" y="1298931"/>
                </a:lnTo>
                <a:lnTo>
                  <a:pt x="1433116" y="1299041"/>
                </a:lnTo>
                <a:lnTo>
                  <a:pt x="1432861" y="1299144"/>
                </a:lnTo>
                <a:lnTo>
                  <a:pt x="1432602" y="1299241"/>
                </a:lnTo>
                <a:lnTo>
                  <a:pt x="1432340" y="1299331"/>
                </a:lnTo>
                <a:lnTo>
                  <a:pt x="1432075" y="1299414"/>
                </a:lnTo>
                <a:lnTo>
                  <a:pt x="1431806" y="1299491"/>
                </a:lnTo>
                <a:lnTo>
                  <a:pt x="1431534" y="1299561"/>
                </a:lnTo>
                <a:lnTo>
                  <a:pt x="1431259" y="1299625"/>
                </a:lnTo>
                <a:lnTo>
                  <a:pt x="1430980" y="1299681"/>
                </a:lnTo>
                <a:lnTo>
                  <a:pt x="1430698" y="1299731"/>
                </a:lnTo>
                <a:lnTo>
                  <a:pt x="1430413" y="1299775"/>
                </a:lnTo>
                <a:lnTo>
                  <a:pt x="1430124" y="1299812"/>
                </a:lnTo>
                <a:lnTo>
                  <a:pt x="1429833" y="1299842"/>
                </a:lnTo>
                <a:lnTo>
                  <a:pt x="1429537" y="1299865"/>
                </a:lnTo>
                <a:lnTo>
                  <a:pt x="1429239" y="1299882"/>
                </a:lnTo>
                <a:lnTo>
                  <a:pt x="1428937" y="1299892"/>
                </a:lnTo>
                <a:lnTo>
                  <a:pt x="1428631" y="1299895"/>
                </a:lnTo>
                <a:lnTo>
                  <a:pt x="1428459" y="1299893"/>
                </a:lnTo>
                <a:lnTo>
                  <a:pt x="1428290" y="1299887"/>
                </a:lnTo>
                <a:lnTo>
                  <a:pt x="1428123" y="1299877"/>
                </a:lnTo>
                <a:lnTo>
                  <a:pt x="1427959" y="1299864"/>
                </a:lnTo>
                <a:lnTo>
                  <a:pt x="1427798" y="1299846"/>
                </a:lnTo>
                <a:lnTo>
                  <a:pt x="1427640" y="1299825"/>
                </a:lnTo>
                <a:lnTo>
                  <a:pt x="1427485" y="1299800"/>
                </a:lnTo>
                <a:lnTo>
                  <a:pt x="1427332" y="1299770"/>
                </a:lnTo>
                <a:lnTo>
                  <a:pt x="1427182" y="1299737"/>
                </a:lnTo>
                <a:lnTo>
                  <a:pt x="1427035" y="1299700"/>
                </a:lnTo>
                <a:lnTo>
                  <a:pt x="1426891" y="1299659"/>
                </a:lnTo>
                <a:lnTo>
                  <a:pt x="1426749" y="1299615"/>
                </a:lnTo>
                <a:lnTo>
                  <a:pt x="1426611" y="1299566"/>
                </a:lnTo>
                <a:lnTo>
                  <a:pt x="1426475" y="1299513"/>
                </a:lnTo>
                <a:lnTo>
                  <a:pt x="1426341" y="1299457"/>
                </a:lnTo>
                <a:lnTo>
                  <a:pt x="1426211" y="1299397"/>
                </a:lnTo>
                <a:lnTo>
                  <a:pt x="1426083" y="1299332"/>
                </a:lnTo>
                <a:lnTo>
                  <a:pt x="1425959" y="1299264"/>
                </a:lnTo>
                <a:lnTo>
                  <a:pt x="1425836" y="1299192"/>
                </a:lnTo>
                <a:lnTo>
                  <a:pt x="1425717" y="1299116"/>
                </a:lnTo>
                <a:lnTo>
                  <a:pt x="1425601" y="1299037"/>
                </a:lnTo>
                <a:lnTo>
                  <a:pt x="1425487" y="1298953"/>
                </a:lnTo>
                <a:lnTo>
                  <a:pt x="1425376" y="1298865"/>
                </a:lnTo>
                <a:lnTo>
                  <a:pt x="1425268" y="1298774"/>
                </a:lnTo>
                <a:lnTo>
                  <a:pt x="1425163" y="1298678"/>
                </a:lnTo>
                <a:lnTo>
                  <a:pt x="1425063" y="1298577"/>
                </a:lnTo>
                <a:lnTo>
                  <a:pt x="1424967" y="1298471"/>
                </a:lnTo>
                <a:lnTo>
                  <a:pt x="1424876" y="1298360"/>
                </a:lnTo>
                <a:lnTo>
                  <a:pt x="1424789" y="1298244"/>
                </a:lnTo>
                <a:lnTo>
                  <a:pt x="1424707" y="1298123"/>
                </a:lnTo>
                <a:lnTo>
                  <a:pt x="1424629" y="1297997"/>
                </a:lnTo>
                <a:lnTo>
                  <a:pt x="1424556" y="1297866"/>
                </a:lnTo>
                <a:lnTo>
                  <a:pt x="1424487" y="1297730"/>
                </a:lnTo>
                <a:lnTo>
                  <a:pt x="1424422" y="1297589"/>
                </a:lnTo>
                <a:lnTo>
                  <a:pt x="1424362" y="1297443"/>
                </a:lnTo>
                <a:lnTo>
                  <a:pt x="1424307" y="1297292"/>
                </a:lnTo>
                <a:lnTo>
                  <a:pt x="1424256" y="1297136"/>
                </a:lnTo>
                <a:lnTo>
                  <a:pt x="1424209" y="1296975"/>
                </a:lnTo>
                <a:lnTo>
                  <a:pt x="1424167" y="1296809"/>
                </a:lnTo>
                <a:lnTo>
                  <a:pt x="1424129" y="1296638"/>
                </a:lnTo>
                <a:lnTo>
                  <a:pt x="1424095" y="1296462"/>
                </a:lnTo>
                <a:lnTo>
                  <a:pt x="1424066" y="1296281"/>
                </a:lnTo>
                <a:lnTo>
                  <a:pt x="1424042" y="1296095"/>
                </a:lnTo>
                <a:lnTo>
                  <a:pt x="1424022" y="1295904"/>
                </a:lnTo>
                <a:lnTo>
                  <a:pt x="1424006" y="1295708"/>
                </a:lnTo>
                <a:lnTo>
                  <a:pt x="1423995" y="1295507"/>
                </a:lnTo>
                <a:lnTo>
                  <a:pt x="1423989" y="1295301"/>
                </a:lnTo>
                <a:lnTo>
                  <a:pt x="1423986" y="1295090"/>
                </a:lnTo>
                <a:lnTo>
                  <a:pt x="1423986" y="1251684"/>
                </a:lnTo>
                <a:lnTo>
                  <a:pt x="1423972" y="1250628"/>
                </a:lnTo>
                <a:lnTo>
                  <a:pt x="1423929" y="1249594"/>
                </a:lnTo>
                <a:lnTo>
                  <a:pt x="1423856" y="1248583"/>
                </a:lnTo>
                <a:lnTo>
                  <a:pt x="1423755" y="1247595"/>
                </a:lnTo>
                <a:lnTo>
                  <a:pt x="1423625" y="1246630"/>
                </a:lnTo>
                <a:lnTo>
                  <a:pt x="1423466" y="1245688"/>
                </a:lnTo>
                <a:lnTo>
                  <a:pt x="1423278" y="1244768"/>
                </a:lnTo>
                <a:lnTo>
                  <a:pt x="1423061" y="1243871"/>
                </a:lnTo>
                <a:lnTo>
                  <a:pt x="1422815" y="1242998"/>
                </a:lnTo>
                <a:lnTo>
                  <a:pt x="1422540" y="1242146"/>
                </a:lnTo>
                <a:lnTo>
                  <a:pt x="1422237" y="1241318"/>
                </a:lnTo>
                <a:lnTo>
                  <a:pt x="1421904" y="1240512"/>
                </a:lnTo>
                <a:lnTo>
                  <a:pt x="1421543" y="1239730"/>
                </a:lnTo>
                <a:lnTo>
                  <a:pt x="1421152" y="1238970"/>
                </a:lnTo>
                <a:lnTo>
                  <a:pt x="1420733" y="1238233"/>
                </a:lnTo>
                <a:lnTo>
                  <a:pt x="1420285" y="1237518"/>
                </a:lnTo>
                <a:lnTo>
                  <a:pt x="1419807" y="1236827"/>
                </a:lnTo>
                <a:lnTo>
                  <a:pt x="1419301" y="1236158"/>
                </a:lnTo>
                <a:lnTo>
                  <a:pt x="1418766" y="1235512"/>
                </a:lnTo>
                <a:lnTo>
                  <a:pt x="1418202" y="1234889"/>
                </a:lnTo>
                <a:lnTo>
                  <a:pt x="1417610" y="1234288"/>
                </a:lnTo>
                <a:lnTo>
                  <a:pt x="1416988" y="1233711"/>
                </a:lnTo>
                <a:lnTo>
                  <a:pt x="1416337" y="1233156"/>
                </a:lnTo>
                <a:lnTo>
                  <a:pt x="1415658" y="1232624"/>
                </a:lnTo>
                <a:lnTo>
                  <a:pt x="1414963" y="1232114"/>
                </a:lnTo>
                <a:lnTo>
                  <a:pt x="1414241" y="1231626"/>
                </a:lnTo>
                <a:lnTo>
                  <a:pt x="1413490" y="1231160"/>
                </a:lnTo>
                <a:lnTo>
                  <a:pt x="1412712" y="1230715"/>
                </a:lnTo>
                <a:lnTo>
                  <a:pt x="1411906" y="1230292"/>
                </a:lnTo>
                <a:lnTo>
                  <a:pt x="1411073" y="1229891"/>
                </a:lnTo>
                <a:lnTo>
                  <a:pt x="1410211" y="1229512"/>
                </a:lnTo>
                <a:lnTo>
                  <a:pt x="1409322" y="1229154"/>
                </a:lnTo>
                <a:lnTo>
                  <a:pt x="1408405" y="1228818"/>
                </a:lnTo>
                <a:lnTo>
                  <a:pt x="1407460" y="1228503"/>
                </a:lnTo>
                <a:lnTo>
                  <a:pt x="1406487" y="1228210"/>
                </a:lnTo>
                <a:lnTo>
                  <a:pt x="1405487" y="1227939"/>
                </a:lnTo>
                <a:lnTo>
                  <a:pt x="1404459" y="1227690"/>
                </a:lnTo>
                <a:lnTo>
                  <a:pt x="1403402" y="1227462"/>
                </a:lnTo>
                <a:lnTo>
                  <a:pt x="1402319" y="1227256"/>
                </a:lnTo>
                <a:lnTo>
                  <a:pt x="1401207" y="1227072"/>
                </a:lnTo>
                <a:lnTo>
                  <a:pt x="1400067" y="1226909"/>
                </a:lnTo>
                <a:lnTo>
                  <a:pt x="1398900" y="1226768"/>
                </a:lnTo>
                <a:lnTo>
                  <a:pt x="1397705" y="1226649"/>
                </a:lnTo>
                <a:lnTo>
                  <a:pt x="1396482" y="1226551"/>
                </a:lnTo>
                <a:lnTo>
                  <a:pt x="1395231" y="1226475"/>
                </a:lnTo>
                <a:lnTo>
                  <a:pt x="1393952" y="1226421"/>
                </a:lnTo>
                <a:lnTo>
                  <a:pt x="1392646" y="1226388"/>
                </a:lnTo>
                <a:lnTo>
                  <a:pt x="1391312" y="1226377"/>
                </a:lnTo>
                <a:lnTo>
                  <a:pt x="1390054" y="1226388"/>
                </a:lnTo>
                <a:lnTo>
                  <a:pt x="1388818" y="1226421"/>
                </a:lnTo>
                <a:lnTo>
                  <a:pt x="1387603" y="1226475"/>
                </a:lnTo>
                <a:lnTo>
                  <a:pt x="1386409" y="1226551"/>
                </a:lnTo>
                <a:lnTo>
                  <a:pt x="1385236" y="1226649"/>
                </a:lnTo>
                <a:lnTo>
                  <a:pt x="1384084" y="1226768"/>
                </a:lnTo>
                <a:lnTo>
                  <a:pt x="1382954" y="1226909"/>
                </a:lnTo>
                <a:lnTo>
                  <a:pt x="1381844" y="1227072"/>
                </a:lnTo>
                <a:lnTo>
                  <a:pt x="1380756" y="1227256"/>
                </a:lnTo>
                <a:lnTo>
                  <a:pt x="1379689" y="1227462"/>
                </a:lnTo>
                <a:lnTo>
                  <a:pt x="1378642" y="1227690"/>
                </a:lnTo>
                <a:lnTo>
                  <a:pt x="1377618" y="1227939"/>
                </a:lnTo>
                <a:lnTo>
                  <a:pt x="1376614" y="1228210"/>
                </a:lnTo>
                <a:lnTo>
                  <a:pt x="1375631" y="1228503"/>
                </a:lnTo>
                <a:lnTo>
                  <a:pt x="1374669" y="1228818"/>
                </a:lnTo>
                <a:lnTo>
                  <a:pt x="1373729" y="1229154"/>
                </a:lnTo>
                <a:lnTo>
                  <a:pt x="1372810" y="1229512"/>
                </a:lnTo>
                <a:lnTo>
                  <a:pt x="1371912" y="1229891"/>
                </a:lnTo>
                <a:lnTo>
                  <a:pt x="1371034" y="1230292"/>
                </a:lnTo>
                <a:lnTo>
                  <a:pt x="1370179" y="1230715"/>
                </a:lnTo>
                <a:lnTo>
                  <a:pt x="1369344" y="1231160"/>
                </a:lnTo>
                <a:lnTo>
                  <a:pt x="1368530" y="1231626"/>
                </a:lnTo>
                <a:lnTo>
                  <a:pt x="1367738" y="1232114"/>
                </a:lnTo>
                <a:lnTo>
                  <a:pt x="1366966" y="1232624"/>
                </a:lnTo>
                <a:lnTo>
                  <a:pt x="1366234" y="1233152"/>
                </a:lnTo>
                <a:lnTo>
                  <a:pt x="1365534" y="1233695"/>
                </a:lnTo>
                <a:lnTo>
                  <a:pt x="1364864" y="1234253"/>
                </a:lnTo>
                <a:lnTo>
                  <a:pt x="1364226" y="1234826"/>
                </a:lnTo>
                <a:lnTo>
                  <a:pt x="1363618" y="1235415"/>
                </a:lnTo>
                <a:lnTo>
                  <a:pt x="1363042" y="1236018"/>
                </a:lnTo>
                <a:lnTo>
                  <a:pt x="1362497" y="1236636"/>
                </a:lnTo>
                <a:lnTo>
                  <a:pt x="1361983" y="1237269"/>
                </a:lnTo>
                <a:lnTo>
                  <a:pt x="1361500" y="1237917"/>
                </a:lnTo>
                <a:lnTo>
                  <a:pt x="1361049" y="1238580"/>
                </a:lnTo>
                <a:lnTo>
                  <a:pt x="1360628" y="1239259"/>
                </a:lnTo>
                <a:lnTo>
                  <a:pt x="1360239" y="1239952"/>
                </a:lnTo>
                <a:lnTo>
                  <a:pt x="1359881" y="1240660"/>
                </a:lnTo>
                <a:lnTo>
                  <a:pt x="1359554" y="1241383"/>
                </a:lnTo>
                <a:lnTo>
                  <a:pt x="1359258" y="1242122"/>
                </a:lnTo>
                <a:lnTo>
                  <a:pt x="1358993" y="1242875"/>
                </a:lnTo>
                <a:lnTo>
                  <a:pt x="1358760" y="1243643"/>
                </a:lnTo>
                <a:lnTo>
                  <a:pt x="1358557" y="1244427"/>
                </a:lnTo>
                <a:lnTo>
                  <a:pt x="1358386" y="1245225"/>
                </a:lnTo>
                <a:lnTo>
                  <a:pt x="1358246" y="1246038"/>
                </a:lnTo>
                <a:lnTo>
                  <a:pt x="1358137" y="1246867"/>
                </a:lnTo>
                <a:lnTo>
                  <a:pt x="1358059" y="1247710"/>
                </a:lnTo>
                <a:lnTo>
                  <a:pt x="1358012" y="1248568"/>
                </a:lnTo>
                <a:lnTo>
                  <a:pt x="1357997" y="1249442"/>
                </a:lnTo>
                <a:lnTo>
                  <a:pt x="1357996" y="1249467"/>
                </a:lnTo>
                <a:lnTo>
                  <a:pt x="1357996" y="1249491"/>
                </a:lnTo>
                <a:lnTo>
                  <a:pt x="1357994" y="1249512"/>
                </a:lnTo>
                <a:lnTo>
                  <a:pt x="1357992" y="1249531"/>
                </a:lnTo>
                <a:lnTo>
                  <a:pt x="1357990" y="1249548"/>
                </a:lnTo>
                <a:lnTo>
                  <a:pt x="1357987" y="1249562"/>
                </a:lnTo>
                <a:lnTo>
                  <a:pt x="1357983" y="1249574"/>
                </a:lnTo>
                <a:lnTo>
                  <a:pt x="1357979" y="1249584"/>
                </a:lnTo>
                <a:lnTo>
                  <a:pt x="1357974" y="1249592"/>
                </a:lnTo>
                <a:lnTo>
                  <a:pt x="1357969" y="1249598"/>
                </a:lnTo>
                <a:lnTo>
                  <a:pt x="1357963" y="1249601"/>
                </a:lnTo>
                <a:lnTo>
                  <a:pt x="1357957" y="1249602"/>
                </a:lnTo>
                <a:lnTo>
                  <a:pt x="1357950" y="1249601"/>
                </a:lnTo>
                <a:lnTo>
                  <a:pt x="1357942" y="1249598"/>
                </a:lnTo>
                <a:lnTo>
                  <a:pt x="1357934" y="1249592"/>
                </a:lnTo>
                <a:lnTo>
                  <a:pt x="1357926" y="1249584"/>
                </a:lnTo>
                <a:lnTo>
                  <a:pt x="1357916" y="1249574"/>
                </a:lnTo>
                <a:lnTo>
                  <a:pt x="1357907" y="1249562"/>
                </a:lnTo>
                <a:lnTo>
                  <a:pt x="1357896" y="1249548"/>
                </a:lnTo>
                <a:lnTo>
                  <a:pt x="1357886" y="1249531"/>
                </a:lnTo>
                <a:lnTo>
                  <a:pt x="1357874" y="1249512"/>
                </a:lnTo>
                <a:lnTo>
                  <a:pt x="1357862" y="1249491"/>
                </a:lnTo>
                <a:lnTo>
                  <a:pt x="1357850" y="1249467"/>
                </a:lnTo>
                <a:lnTo>
                  <a:pt x="1357837" y="1249442"/>
                </a:lnTo>
                <a:lnTo>
                  <a:pt x="1357837" y="1249475"/>
                </a:lnTo>
                <a:lnTo>
                  <a:pt x="1357837" y="1249537"/>
                </a:lnTo>
                <a:lnTo>
                  <a:pt x="1357837" y="1249602"/>
                </a:lnTo>
                <a:lnTo>
                  <a:pt x="1357850" y="1249672"/>
                </a:lnTo>
                <a:lnTo>
                  <a:pt x="1357864" y="1249748"/>
                </a:lnTo>
                <a:lnTo>
                  <a:pt x="1357879" y="1249830"/>
                </a:lnTo>
                <a:lnTo>
                  <a:pt x="1357894" y="1249918"/>
                </a:lnTo>
                <a:close/>
                <a:moveTo>
                  <a:pt x="1382269" y="1299783"/>
                </a:moveTo>
                <a:lnTo>
                  <a:pt x="1381720" y="1299699"/>
                </a:lnTo>
                <a:lnTo>
                  <a:pt x="1381184" y="1299605"/>
                </a:lnTo>
                <a:lnTo>
                  <a:pt x="1380662" y="1299499"/>
                </a:lnTo>
                <a:lnTo>
                  <a:pt x="1380154" y="1299382"/>
                </a:lnTo>
                <a:lnTo>
                  <a:pt x="1379660" y="1299254"/>
                </a:lnTo>
                <a:lnTo>
                  <a:pt x="1379179" y="1299115"/>
                </a:lnTo>
                <a:lnTo>
                  <a:pt x="1378713" y="1298965"/>
                </a:lnTo>
                <a:lnTo>
                  <a:pt x="1378261" y="1298804"/>
                </a:lnTo>
                <a:lnTo>
                  <a:pt x="1377822" y="1298631"/>
                </a:lnTo>
                <a:lnTo>
                  <a:pt x="1377398" y="1298448"/>
                </a:lnTo>
                <a:lnTo>
                  <a:pt x="1376987" y="1298253"/>
                </a:lnTo>
                <a:lnTo>
                  <a:pt x="1376590" y="1298047"/>
                </a:lnTo>
                <a:lnTo>
                  <a:pt x="1376207" y="1297831"/>
                </a:lnTo>
                <a:lnTo>
                  <a:pt x="1375838" y="1297603"/>
                </a:lnTo>
                <a:lnTo>
                  <a:pt x="1375483" y="1297363"/>
                </a:lnTo>
                <a:lnTo>
                  <a:pt x="1375142" y="1297113"/>
                </a:lnTo>
                <a:lnTo>
                  <a:pt x="1374815" y="1296852"/>
                </a:lnTo>
                <a:lnTo>
                  <a:pt x="1374514" y="1296579"/>
                </a:lnTo>
                <a:lnTo>
                  <a:pt x="1374226" y="1296296"/>
                </a:lnTo>
                <a:lnTo>
                  <a:pt x="1373951" y="1296001"/>
                </a:lnTo>
                <a:lnTo>
                  <a:pt x="1373689" y="1295695"/>
                </a:lnTo>
                <a:lnTo>
                  <a:pt x="1373440" y="1295378"/>
                </a:lnTo>
                <a:lnTo>
                  <a:pt x="1373203" y="1295050"/>
                </a:lnTo>
                <a:lnTo>
                  <a:pt x="1372979" y="1294711"/>
                </a:lnTo>
                <a:lnTo>
                  <a:pt x="1372768" y="1294360"/>
                </a:lnTo>
                <a:lnTo>
                  <a:pt x="1372570" y="1293999"/>
                </a:lnTo>
                <a:lnTo>
                  <a:pt x="1372384" y="1293626"/>
                </a:lnTo>
                <a:lnTo>
                  <a:pt x="1372212" y="1293242"/>
                </a:lnTo>
                <a:lnTo>
                  <a:pt x="1372052" y="1292848"/>
                </a:lnTo>
                <a:lnTo>
                  <a:pt x="1371905" y="1292442"/>
                </a:lnTo>
                <a:lnTo>
                  <a:pt x="1371770" y="1292024"/>
                </a:lnTo>
                <a:lnTo>
                  <a:pt x="1371649" y="1291596"/>
                </a:lnTo>
                <a:lnTo>
                  <a:pt x="1371540" y="1291157"/>
                </a:lnTo>
                <a:lnTo>
                  <a:pt x="1371444" y="1290706"/>
                </a:lnTo>
                <a:lnTo>
                  <a:pt x="1371361" y="1290245"/>
                </a:lnTo>
                <a:lnTo>
                  <a:pt x="1371291" y="1289772"/>
                </a:lnTo>
                <a:lnTo>
                  <a:pt x="1371233" y="1289288"/>
                </a:lnTo>
                <a:lnTo>
                  <a:pt x="1371188" y="1288793"/>
                </a:lnTo>
                <a:lnTo>
                  <a:pt x="1371156" y="1288287"/>
                </a:lnTo>
                <a:lnTo>
                  <a:pt x="1371137" y="1287770"/>
                </a:lnTo>
                <a:lnTo>
                  <a:pt x="1371131" y="1287242"/>
                </a:lnTo>
                <a:lnTo>
                  <a:pt x="1371137" y="1286726"/>
                </a:lnTo>
                <a:lnTo>
                  <a:pt x="1371154" y="1286221"/>
                </a:lnTo>
                <a:lnTo>
                  <a:pt x="1371183" y="1285725"/>
                </a:lnTo>
                <a:lnTo>
                  <a:pt x="1371224" y="1285240"/>
                </a:lnTo>
                <a:lnTo>
                  <a:pt x="1371277" y="1284764"/>
                </a:lnTo>
                <a:lnTo>
                  <a:pt x="1371341" y="1284299"/>
                </a:lnTo>
                <a:lnTo>
                  <a:pt x="1371417" y="1283843"/>
                </a:lnTo>
                <a:lnTo>
                  <a:pt x="1371504" y="1283398"/>
                </a:lnTo>
                <a:lnTo>
                  <a:pt x="1371604" y="1282962"/>
                </a:lnTo>
                <a:lnTo>
                  <a:pt x="1371715" y="1282537"/>
                </a:lnTo>
                <a:lnTo>
                  <a:pt x="1371837" y="1282121"/>
                </a:lnTo>
                <a:lnTo>
                  <a:pt x="1371972" y="1281716"/>
                </a:lnTo>
                <a:lnTo>
                  <a:pt x="1372118" y="1281320"/>
                </a:lnTo>
                <a:lnTo>
                  <a:pt x="1372275" y="1280935"/>
                </a:lnTo>
                <a:lnTo>
                  <a:pt x="1372445" y="1280560"/>
                </a:lnTo>
                <a:lnTo>
                  <a:pt x="1372626" y="1280194"/>
                </a:lnTo>
                <a:lnTo>
                  <a:pt x="1372818" y="1279839"/>
                </a:lnTo>
                <a:lnTo>
                  <a:pt x="1373023" y="1279494"/>
                </a:lnTo>
                <a:lnTo>
                  <a:pt x="1373239" y="1279158"/>
                </a:lnTo>
                <a:lnTo>
                  <a:pt x="1373466" y="1278833"/>
                </a:lnTo>
                <a:lnTo>
                  <a:pt x="1373706" y="1278517"/>
                </a:lnTo>
                <a:lnTo>
                  <a:pt x="1373957" y="1278212"/>
                </a:lnTo>
                <a:lnTo>
                  <a:pt x="1374220" y="1277917"/>
                </a:lnTo>
                <a:lnTo>
                  <a:pt x="1374494" y="1277632"/>
                </a:lnTo>
                <a:lnTo>
                  <a:pt x="1374796" y="1277342"/>
                </a:lnTo>
                <a:lnTo>
                  <a:pt x="1375113" y="1277059"/>
                </a:lnTo>
                <a:lnTo>
                  <a:pt x="1375445" y="1276783"/>
                </a:lnTo>
                <a:lnTo>
                  <a:pt x="1375793" y="1276515"/>
                </a:lnTo>
                <a:lnTo>
                  <a:pt x="1376157" y="1276254"/>
                </a:lnTo>
                <a:lnTo>
                  <a:pt x="1376536" y="1276000"/>
                </a:lnTo>
                <a:lnTo>
                  <a:pt x="1376931" y="1275753"/>
                </a:lnTo>
                <a:lnTo>
                  <a:pt x="1377342" y="1275514"/>
                </a:lnTo>
                <a:lnTo>
                  <a:pt x="1377768" y="1275282"/>
                </a:lnTo>
                <a:lnTo>
                  <a:pt x="1378209" y="1275057"/>
                </a:lnTo>
                <a:lnTo>
                  <a:pt x="1378666" y="1274839"/>
                </a:lnTo>
                <a:lnTo>
                  <a:pt x="1379139" y="1274628"/>
                </a:lnTo>
                <a:lnTo>
                  <a:pt x="1379627" y="1274425"/>
                </a:lnTo>
                <a:lnTo>
                  <a:pt x="1380131" y="1274229"/>
                </a:lnTo>
                <a:lnTo>
                  <a:pt x="1380651" y="1274040"/>
                </a:lnTo>
                <a:lnTo>
                  <a:pt x="1381186" y="1273859"/>
                </a:lnTo>
                <a:lnTo>
                  <a:pt x="1381736" y="1273684"/>
                </a:lnTo>
                <a:lnTo>
                  <a:pt x="1382302" y="1273517"/>
                </a:lnTo>
                <a:lnTo>
                  <a:pt x="1382884" y="1273357"/>
                </a:lnTo>
                <a:lnTo>
                  <a:pt x="1383481" y="1273205"/>
                </a:lnTo>
                <a:lnTo>
                  <a:pt x="1384094" y="1273059"/>
                </a:lnTo>
                <a:lnTo>
                  <a:pt x="1384723" y="1272921"/>
                </a:lnTo>
                <a:lnTo>
                  <a:pt x="1385367" y="1272790"/>
                </a:lnTo>
                <a:lnTo>
                  <a:pt x="1386026" y="1272666"/>
                </a:lnTo>
                <a:lnTo>
                  <a:pt x="1386717" y="1272536"/>
                </a:lnTo>
                <a:lnTo>
                  <a:pt x="1387427" y="1272410"/>
                </a:lnTo>
                <a:lnTo>
                  <a:pt x="1388156" y="1272291"/>
                </a:lnTo>
                <a:lnTo>
                  <a:pt x="1388905" y="1272177"/>
                </a:lnTo>
                <a:lnTo>
                  <a:pt x="1389673" y="1272068"/>
                </a:lnTo>
                <a:lnTo>
                  <a:pt x="1390461" y="1271966"/>
                </a:lnTo>
                <a:lnTo>
                  <a:pt x="1391268" y="1271868"/>
                </a:lnTo>
                <a:lnTo>
                  <a:pt x="1392095" y="1271776"/>
                </a:lnTo>
                <a:lnTo>
                  <a:pt x="1392941" y="1271690"/>
                </a:lnTo>
                <a:lnTo>
                  <a:pt x="1393807" y="1271610"/>
                </a:lnTo>
                <a:lnTo>
                  <a:pt x="1394692" y="1271535"/>
                </a:lnTo>
                <a:lnTo>
                  <a:pt x="1395596" y="1271465"/>
                </a:lnTo>
                <a:lnTo>
                  <a:pt x="1396521" y="1271401"/>
                </a:lnTo>
                <a:lnTo>
                  <a:pt x="1397464" y="1271343"/>
                </a:lnTo>
                <a:lnTo>
                  <a:pt x="1398427" y="1271290"/>
                </a:lnTo>
                <a:lnTo>
                  <a:pt x="1399409" y="1271243"/>
                </a:lnTo>
                <a:lnTo>
                  <a:pt x="1400411" y="1271201"/>
                </a:lnTo>
                <a:lnTo>
                  <a:pt x="1401433" y="1271165"/>
                </a:lnTo>
                <a:lnTo>
                  <a:pt x="1402474" y="1271134"/>
                </a:lnTo>
                <a:lnTo>
                  <a:pt x="1403534" y="1271109"/>
                </a:lnTo>
                <a:lnTo>
                  <a:pt x="1404614" y="1271090"/>
                </a:lnTo>
                <a:lnTo>
                  <a:pt x="1405713" y="1271076"/>
                </a:lnTo>
                <a:lnTo>
                  <a:pt x="1406831" y="1271067"/>
                </a:lnTo>
                <a:lnTo>
                  <a:pt x="1407970" y="1271065"/>
                </a:lnTo>
                <a:lnTo>
                  <a:pt x="1407970" y="1276030"/>
                </a:lnTo>
                <a:lnTo>
                  <a:pt x="1407965" y="1276588"/>
                </a:lnTo>
                <a:lnTo>
                  <a:pt x="1407953" y="1277142"/>
                </a:lnTo>
                <a:lnTo>
                  <a:pt x="1407932" y="1277692"/>
                </a:lnTo>
                <a:lnTo>
                  <a:pt x="1407903" y="1278237"/>
                </a:lnTo>
                <a:lnTo>
                  <a:pt x="1407865" y="1278777"/>
                </a:lnTo>
                <a:lnTo>
                  <a:pt x="1407819" y="1279313"/>
                </a:lnTo>
                <a:lnTo>
                  <a:pt x="1407765" y="1279845"/>
                </a:lnTo>
                <a:lnTo>
                  <a:pt x="1407703" y="1280372"/>
                </a:lnTo>
                <a:lnTo>
                  <a:pt x="1407632" y="1280895"/>
                </a:lnTo>
                <a:lnTo>
                  <a:pt x="1407552" y="1281413"/>
                </a:lnTo>
                <a:lnTo>
                  <a:pt x="1407465" y="1281927"/>
                </a:lnTo>
                <a:lnTo>
                  <a:pt x="1407369" y="1282437"/>
                </a:lnTo>
                <a:lnTo>
                  <a:pt x="1407265" y="1282942"/>
                </a:lnTo>
                <a:lnTo>
                  <a:pt x="1407152" y="1283442"/>
                </a:lnTo>
                <a:lnTo>
                  <a:pt x="1407031" y="1283938"/>
                </a:lnTo>
                <a:lnTo>
                  <a:pt x="1406902" y="1284430"/>
                </a:lnTo>
                <a:lnTo>
                  <a:pt x="1406764" y="1284917"/>
                </a:lnTo>
                <a:lnTo>
                  <a:pt x="1406618" y="1285400"/>
                </a:lnTo>
                <a:lnTo>
                  <a:pt x="1406464" y="1285878"/>
                </a:lnTo>
                <a:lnTo>
                  <a:pt x="1406301" y="1286352"/>
                </a:lnTo>
                <a:lnTo>
                  <a:pt x="1406130" y="1286821"/>
                </a:lnTo>
                <a:lnTo>
                  <a:pt x="1405951" y="1287286"/>
                </a:lnTo>
                <a:lnTo>
                  <a:pt x="1405763" y="1287747"/>
                </a:lnTo>
                <a:lnTo>
                  <a:pt x="1405567" y="1288203"/>
                </a:lnTo>
                <a:lnTo>
                  <a:pt x="1405376" y="1288653"/>
                </a:lnTo>
                <a:lnTo>
                  <a:pt x="1405175" y="1289095"/>
                </a:lnTo>
                <a:lnTo>
                  <a:pt x="1404966" y="1289529"/>
                </a:lnTo>
                <a:lnTo>
                  <a:pt x="1404748" y="1289956"/>
                </a:lnTo>
                <a:lnTo>
                  <a:pt x="1404521" y="1290374"/>
                </a:lnTo>
                <a:lnTo>
                  <a:pt x="1404286" y="1290785"/>
                </a:lnTo>
                <a:lnTo>
                  <a:pt x="1404041" y="1291189"/>
                </a:lnTo>
                <a:lnTo>
                  <a:pt x="1403787" y="1291584"/>
                </a:lnTo>
                <a:lnTo>
                  <a:pt x="1403525" y="1291972"/>
                </a:lnTo>
                <a:lnTo>
                  <a:pt x="1403253" y="1292352"/>
                </a:lnTo>
                <a:lnTo>
                  <a:pt x="1402973" y="1292724"/>
                </a:lnTo>
                <a:lnTo>
                  <a:pt x="1402684" y="1293088"/>
                </a:lnTo>
                <a:lnTo>
                  <a:pt x="1402386" y="1293444"/>
                </a:lnTo>
                <a:lnTo>
                  <a:pt x="1402079" y="1293793"/>
                </a:lnTo>
                <a:lnTo>
                  <a:pt x="1401763" y="1294134"/>
                </a:lnTo>
                <a:lnTo>
                  <a:pt x="1401438" y="1294467"/>
                </a:lnTo>
                <a:lnTo>
                  <a:pt x="1401104" y="1294792"/>
                </a:lnTo>
                <a:lnTo>
                  <a:pt x="1400762" y="1295110"/>
                </a:lnTo>
                <a:lnTo>
                  <a:pt x="1400410" y="1295420"/>
                </a:lnTo>
                <a:lnTo>
                  <a:pt x="1400050" y="1295722"/>
                </a:lnTo>
                <a:lnTo>
                  <a:pt x="1399681" y="1296016"/>
                </a:lnTo>
                <a:lnTo>
                  <a:pt x="1399303" y="1296302"/>
                </a:lnTo>
                <a:lnTo>
                  <a:pt x="1398915" y="1296581"/>
                </a:lnTo>
                <a:lnTo>
                  <a:pt x="1398519" y="1296852"/>
                </a:lnTo>
                <a:lnTo>
                  <a:pt x="1398128" y="1297113"/>
                </a:lnTo>
                <a:lnTo>
                  <a:pt x="1397726" y="1297363"/>
                </a:lnTo>
                <a:lnTo>
                  <a:pt x="1397316" y="1297603"/>
                </a:lnTo>
                <a:lnTo>
                  <a:pt x="1396896" y="1297831"/>
                </a:lnTo>
                <a:lnTo>
                  <a:pt x="1396466" y="1298047"/>
                </a:lnTo>
                <a:lnTo>
                  <a:pt x="1396027" y="1298253"/>
                </a:lnTo>
                <a:lnTo>
                  <a:pt x="1395578" y="1298448"/>
                </a:lnTo>
                <a:lnTo>
                  <a:pt x="1395120" y="1298631"/>
                </a:lnTo>
                <a:lnTo>
                  <a:pt x="1394653" y="1298804"/>
                </a:lnTo>
                <a:lnTo>
                  <a:pt x="1394176" y="1298965"/>
                </a:lnTo>
                <a:lnTo>
                  <a:pt x="1393690" y="1299115"/>
                </a:lnTo>
                <a:lnTo>
                  <a:pt x="1393194" y="1299254"/>
                </a:lnTo>
                <a:lnTo>
                  <a:pt x="1392689" y="1299382"/>
                </a:lnTo>
                <a:lnTo>
                  <a:pt x="1392174" y="1299499"/>
                </a:lnTo>
                <a:lnTo>
                  <a:pt x="1391650" y="1299605"/>
                </a:lnTo>
                <a:lnTo>
                  <a:pt x="1391116" y="1299699"/>
                </a:lnTo>
                <a:lnTo>
                  <a:pt x="1390573" y="1299783"/>
                </a:lnTo>
                <a:lnTo>
                  <a:pt x="1390021" y="1299855"/>
                </a:lnTo>
                <a:lnTo>
                  <a:pt x="1389459" y="1299916"/>
                </a:lnTo>
                <a:lnTo>
                  <a:pt x="1388887" y="1299966"/>
                </a:lnTo>
                <a:lnTo>
                  <a:pt x="1388306" y="1300005"/>
                </a:lnTo>
                <a:lnTo>
                  <a:pt x="1387716" y="1300033"/>
                </a:lnTo>
                <a:lnTo>
                  <a:pt x="1387116" y="1300050"/>
                </a:lnTo>
                <a:lnTo>
                  <a:pt x="1386507" y="1300055"/>
                </a:lnTo>
                <a:lnTo>
                  <a:pt x="1385860" y="1300050"/>
                </a:lnTo>
                <a:lnTo>
                  <a:pt x="1385227" y="1300033"/>
                </a:lnTo>
                <a:lnTo>
                  <a:pt x="1384607" y="1300005"/>
                </a:lnTo>
                <a:lnTo>
                  <a:pt x="1384002" y="1299966"/>
                </a:lnTo>
                <a:lnTo>
                  <a:pt x="1383411" y="1299916"/>
                </a:lnTo>
                <a:lnTo>
                  <a:pt x="1382833" y="1299855"/>
                </a:lnTo>
                <a:lnTo>
                  <a:pt x="1382269" y="1299783"/>
                </a:lnTo>
                <a:close/>
                <a:moveTo>
                  <a:pt x="1662517" y="509551"/>
                </a:moveTo>
                <a:lnTo>
                  <a:pt x="1662555" y="509090"/>
                </a:lnTo>
                <a:lnTo>
                  <a:pt x="1662601" y="508634"/>
                </a:lnTo>
                <a:lnTo>
                  <a:pt x="1662655" y="508182"/>
                </a:lnTo>
                <a:lnTo>
                  <a:pt x="1662717" y="507735"/>
                </a:lnTo>
                <a:lnTo>
                  <a:pt x="1662788" y="507293"/>
                </a:lnTo>
                <a:lnTo>
                  <a:pt x="1662867" y="506854"/>
                </a:lnTo>
                <a:lnTo>
                  <a:pt x="1662955" y="506421"/>
                </a:lnTo>
                <a:lnTo>
                  <a:pt x="1663051" y="505991"/>
                </a:lnTo>
                <a:lnTo>
                  <a:pt x="1663155" y="505566"/>
                </a:lnTo>
                <a:lnTo>
                  <a:pt x="1663268" y="505146"/>
                </a:lnTo>
                <a:lnTo>
                  <a:pt x="1663389" y="504730"/>
                </a:lnTo>
                <a:lnTo>
                  <a:pt x="1663518" y="504318"/>
                </a:lnTo>
                <a:lnTo>
                  <a:pt x="1663656" y="503911"/>
                </a:lnTo>
                <a:lnTo>
                  <a:pt x="1663802" y="503509"/>
                </a:lnTo>
                <a:lnTo>
                  <a:pt x="1663956" y="503110"/>
                </a:lnTo>
                <a:lnTo>
                  <a:pt x="1664119" y="502717"/>
                </a:lnTo>
                <a:lnTo>
                  <a:pt x="1664290" y="502327"/>
                </a:lnTo>
                <a:lnTo>
                  <a:pt x="1664469" y="501943"/>
                </a:lnTo>
                <a:lnTo>
                  <a:pt x="1664657" y="501562"/>
                </a:lnTo>
                <a:lnTo>
                  <a:pt x="1664853" y="501186"/>
                </a:lnTo>
                <a:lnTo>
                  <a:pt x="1665070" y="500803"/>
                </a:lnTo>
                <a:lnTo>
                  <a:pt x="1665293" y="500427"/>
                </a:lnTo>
                <a:lnTo>
                  <a:pt x="1665523" y="500058"/>
                </a:lnTo>
                <a:lnTo>
                  <a:pt x="1665760" y="499696"/>
                </a:lnTo>
                <a:lnTo>
                  <a:pt x="1666004" y="499341"/>
                </a:lnTo>
                <a:lnTo>
                  <a:pt x="1666254" y="498994"/>
                </a:lnTo>
                <a:lnTo>
                  <a:pt x="1666511" y="498654"/>
                </a:lnTo>
                <a:lnTo>
                  <a:pt x="1666775" y="498321"/>
                </a:lnTo>
                <a:lnTo>
                  <a:pt x="1667045" y="497995"/>
                </a:lnTo>
                <a:lnTo>
                  <a:pt x="1667322" y="497677"/>
                </a:lnTo>
                <a:lnTo>
                  <a:pt x="1667606" y="497366"/>
                </a:lnTo>
                <a:lnTo>
                  <a:pt x="1667896" y="497062"/>
                </a:lnTo>
                <a:lnTo>
                  <a:pt x="1668193" y="496765"/>
                </a:lnTo>
                <a:lnTo>
                  <a:pt x="1668497" y="496476"/>
                </a:lnTo>
                <a:lnTo>
                  <a:pt x="1668807" y="496193"/>
                </a:lnTo>
                <a:lnTo>
                  <a:pt x="1669124" y="495918"/>
                </a:lnTo>
                <a:lnTo>
                  <a:pt x="1669448" y="495651"/>
                </a:lnTo>
                <a:lnTo>
                  <a:pt x="1669778" y="495390"/>
                </a:lnTo>
                <a:lnTo>
                  <a:pt x="1670115" y="495137"/>
                </a:lnTo>
                <a:lnTo>
                  <a:pt x="1670459" y="494891"/>
                </a:lnTo>
                <a:lnTo>
                  <a:pt x="1670809" y="494652"/>
                </a:lnTo>
                <a:lnTo>
                  <a:pt x="1671166" y="494420"/>
                </a:lnTo>
                <a:lnTo>
                  <a:pt x="1671530" y="494196"/>
                </a:lnTo>
                <a:lnTo>
                  <a:pt x="1671900" y="493979"/>
                </a:lnTo>
                <a:lnTo>
                  <a:pt x="1672276" y="493756"/>
                </a:lnTo>
                <a:lnTo>
                  <a:pt x="1672654" y="493544"/>
                </a:lnTo>
                <a:lnTo>
                  <a:pt x="1673037" y="493340"/>
                </a:lnTo>
                <a:lnTo>
                  <a:pt x="1673422" y="493147"/>
                </a:lnTo>
                <a:lnTo>
                  <a:pt x="1673811" y="492962"/>
                </a:lnTo>
                <a:lnTo>
                  <a:pt x="1674203" y="492787"/>
                </a:lnTo>
                <a:lnTo>
                  <a:pt x="1674598" y="492622"/>
                </a:lnTo>
                <a:lnTo>
                  <a:pt x="1674997" y="492466"/>
                </a:lnTo>
                <a:lnTo>
                  <a:pt x="1675399" y="492319"/>
                </a:lnTo>
                <a:lnTo>
                  <a:pt x="1675804" y="492182"/>
                </a:lnTo>
                <a:lnTo>
                  <a:pt x="1676213" y="492055"/>
                </a:lnTo>
                <a:lnTo>
                  <a:pt x="1676625" y="491936"/>
                </a:lnTo>
                <a:lnTo>
                  <a:pt x="1677041" y="491828"/>
                </a:lnTo>
                <a:lnTo>
                  <a:pt x="1677459" y="491728"/>
                </a:lnTo>
                <a:lnTo>
                  <a:pt x="1677882" y="491639"/>
                </a:lnTo>
                <a:lnTo>
                  <a:pt x="1678307" y="491558"/>
                </a:lnTo>
                <a:lnTo>
                  <a:pt x="1678736" y="491487"/>
                </a:lnTo>
                <a:lnTo>
                  <a:pt x="1679168" y="491426"/>
                </a:lnTo>
                <a:lnTo>
                  <a:pt x="1679603" y="491374"/>
                </a:lnTo>
                <a:lnTo>
                  <a:pt x="1680042" y="491331"/>
                </a:lnTo>
                <a:lnTo>
                  <a:pt x="1680484" y="491298"/>
                </a:lnTo>
                <a:lnTo>
                  <a:pt x="1680930" y="491275"/>
                </a:lnTo>
                <a:lnTo>
                  <a:pt x="1681379" y="491260"/>
                </a:lnTo>
                <a:lnTo>
                  <a:pt x="1681831" y="491256"/>
                </a:lnTo>
                <a:lnTo>
                  <a:pt x="1682519" y="491265"/>
                </a:lnTo>
                <a:lnTo>
                  <a:pt x="1683194" y="491291"/>
                </a:lnTo>
                <a:lnTo>
                  <a:pt x="1683858" y="491336"/>
                </a:lnTo>
                <a:lnTo>
                  <a:pt x="1684509" y="491398"/>
                </a:lnTo>
                <a:lnTo>
                  <a:pt x="1685148" y="491478"/>
                </a:lnTo>
                <a:lnTo>
                  <a:pt x="1685775" y="491576"/>
                </a:lnTo>
                <a:lnTo>
                  <a:pt x="1686389" y="491692"/>
                </a:lnTo>
                <a:lnTo>
                  <a:pt x="1686992" y="491825"/>
                </a:lnTo>
                <a:lnTo>
                  <a:pt x="1687582" y="491976"/>
                </a:lnTo>
                <a:lnTo>
                  <a:pt x="1688160" y="492146"/>
                </a:lnTo>
                <a:lnTo>
                  <a:pt x="1688725" y="492332"/>
                </a:lnTo>
                <a:lnTo>
                  <a:pt x="1689279" y="492537"/>
                </a:lnTo>
                <a:lnTo>
                  <a:pt x="1689820" y="492760"/>
                </a:lnTo>
                <a:lnTo>
                  <a:pt x="1690349" y="493000"/>
                </a:lnTo>
                <a:lnTo>
                  <a:pt x="1690865" y="493258"/>
                </a:lnTo>
                <a:lnTo>
                  <a:pt x="1691370" y="493534"/>
                </a:lnTo>
                <a:lnTo>
                  <a:pt x="1691862" y="493827"/>
                </a:lnTo>
                <a:lnTo>
                  <a:pt x="1692342" y="494139"/>
                </a:lnTo>
                <a:lnTo>
                  <a:pt x="1692810" y="494468"/>
                </a:lnTo>
                <a:lnTo>
                  <a:pt x="1693265" y="494815"/>
                </a:lnTo>
                <a:lnTo>
                  <a:pt x="1693708" y="495180"/>
                </a:lnTo>
                <a:lnTo>
                  <a:pt x="1694139" y="495562"/>
                </a:lnTo>
                <a:lnTo>
                  <a:pt x="1694558" y="495963"/>
                </a:lnTo>
                <a:lnTo>
                  <a:pt x="1694965" y="496381"/>
                </a:lnTo>
                <a:lnTo>
                  <a:pt x="1695357" y="496804"/>
                </a:lnTo>
                <a:lnTo>
                  <a:pt x="1695732" y="497244"/>
                </a:lnTo>
                <a:lnTo>
                  <a:pt x="1696091" y="497703"/>
                </a:lnTo>
                <a:lnTo>
                  <a:pt x="1696433" y="498179"/>
                </a:lnTo>
                <a:lnTo>
                  <a:pt x="1696758" y="498672"/>
                </a:lnTo>
                <a:lnTo>
                  <a:pt x="1697067" y="499184"/>
                </a:lnTo>
                <a:lnTo>
                  <a:pt x="1697359" y="499714"/>
                </a:lnTo>
                <a:lnTo>
                  <a:pt x="1697634" y="500261"/>
                </a:lnTo>
                <a:lnTo>
                  <a:pt x="1697893" y="500826"/>
                </a:lnTo>
                <a:lnTo>
                  <a:pt x="1698135" y="501409"/>
                </a:lnTo>
                <a:lnTo>
                  <a:pt x="1698360" y="502009"/>
                </a:lnTo>
                <a:lnTo>
                  <a:pt x="1698568" y="502628"/>
                </a:lnTo>
                <a:lnTo>
                  <a:pt x="1698760" y="503264"/>
                </a:lnTo>
                <a:lnTo>
                  <a:pt x="1698936" y="503918"/>
                </a:lnTo>
                <a:lnTo>
                  <a:pt x="1699094" y="504590"/>
                </a:lnTo>
                <a:lnTo>
                  <a:pt x="1699236" y="505279"/>
                </a:lnTo>
                <a:lnTo>
                  <a:pt x="1699361" y="505987"/>
                </a:lnTo>
                <a:lnTo>
                  <a:pt x="1699469" y="506712"/>
                </a:lnTo>
                <a:lnTo>
                  <a:pt x="1699561" y="507455"/>
                </a:lnTo>
                <a:lnTo>
                  <a:pt x="1699636" y="508216"/>
                </a:lnTo>
                <a:lnTo>
                  <a:pt x="1699695" y="508994"/>
                </a:lnTo>
                <a:lnTo>
                  <a:pt x="1699736" y="509791"/>
                </a:lnTo>
                <a:lnTo>
                  <a:pt x="1699761" y="510605"/>
                </a:lnTo>
                <a:lnTo>
                  <a:pt x="1699770" y="511437"/>
                </a:lnTo>
                <a:lnTo>
                  <a:pt x="1699770" y="562371"/>
                </a:lnTo>
                <a:lnTo>
                  <a:pt x="1715786" y="562371"/>
                </a:lnTo>
                <a:lnTo>
                  <a:pt x="1715786" y="507913"/>
                </a:lnTo>
                <a:lnTo>
                  <a:pt x="1715780" y="507105"/>
                </a:lnTo>
                <a:lnTo>
                  <a:pt x="1715761" y="506308"/>
                </a:lnTo>
                <a:lnTo>
                  <a:pt x="1715729" y="505523"/>
                </a:lnTo>
                <a:lnTo>
                  <a:pt x="1715684" y="504750"/>
                </a:lnTo>
                <a:lnTo>
                  <a:pt x="1715627" y="503988"/>
                </a:lnTo>
                <a:lnTo>
                  <a:pt x="1715556" y="503238"/>
                </a:lnTo>
                <a:lnTo>
                  <a:pt x="1715473" y="502500"/>
                </a:lnTo>
                <a:lnTo>
                  <a:pt x="1715377" y="501773"/>
                </a:lnTo>
                <a:lnTo>
                  <a:pt x="1715268" y="501059"/>
                </a:lnTo>
                <a:lnTo>
                  <a:pt x="1715147" y="500355"/>
                </a:lnTo>
                <a:lnTo>
                  <a:pt x="1715013" y="499664"/>
                </a:lnTo>
                <a:lnTo>
                  <a:pt x="1714865" y="498984"/>
                </a:lnTo>
                <a:lnTo>
                  <a:pt x="1714706" y="498316"/>
                </a:lnTo>
                <a:lnTo>
                  <a:pt x="1714533" y="497659"/>
                </a:lnTo>
                <a:lnTo>
                  <a:pt x="1714347" y="497014"/>
                </a:lnTo>
                <a:lnTo>
                  <a:pt x="1714149" y="496381"/>
                </a:lnTo>
                <a:lnTo>
                  <a:pt x="1713938" y="495760"/>
                </a:lnTo>
                <a:lnTo>
                  <a:pt x="1713714" y="495150"/>
                </a:lnTo>
                <a:lnTo>
                  <a:pt x="1713478" y="494552"/>
                </a:lnTo>
                <a:lnTo>
                  <a:pt x="1713228" y="493965"/>
                </a:lnTo>
                <a:lnTo>
                  <a:pt x="1712966" y="493390"/>
                </a:lnTo>
                <a:lnTo>
                  <a:pt x="1712691" y="492827"/>
                </a:lnTo>
                <a:lnTo>
                  <a:pt x="1712403" y="492276"/>
                </a:lnTo>
                <a:lnTo>
                  <a:pt x="1712103" y="491736"/>
                </a:lnTo>
                <a:lnTo>
                  <a:pt x="1711791" y="491208"/>
                </a:lnTo>
                <a:lnTo>
                  <a:pt x="1711469" y="490691"/>
                </a:lnTo>
                <a:lnTo>
                  <a:pt x="1711137" y="490185"/>
                </a:lnTo>
                <a:lnTo>
                  <a:pt x="1710795" y="489690"/>
                </a:lnTo>
                <a:lnTo>
                  <a:pt x="1710443" y="489206"/>
                </a:lnTo>
                <a:lnTo>
                  <a:pt x="1710081" y="488733"/>
                </a:lnTo>
                <a:lnTo>
                  <a:pt x="1709708" y="488271"/>
                </a:lnTo>
                <a:lnTo>
                  <a:pt x="1709326" y="487821"/>
                </a:lnTo>
                <a:lnTo>
                  <a:pt x="1708934" y="487382"/>
                </a:lnTo>
                <a:lnTo>
                  <a:pt x="1708532" y="486953"/>
                </a:lnTo>
                <a:lnTo>
                  <a:pt x="1708120" y="486536"/>
                </a:lnTo>
                <a:lnTo>
                  <a:pt x="1707698" y="486130"/>
                </a:lnTo>
                <a:lnTo>
                  <a:pt x="1707266" y="485735"/>
                </a:lnTo>
                <a:lnTo>
                  <a:pt x="1706824" y="485352"/>
                </a:lnTo>
                <a:lnTo>
                  <a:pt x="1706372" y="484979"/>
                </a:lnTo>
                <a:lnTo>
                  <a:pt x="1705910" y="484618"/>
                </a:lnTo>
                <a:lnTo>
                  <a:pt x="1705437" y="484267"/>
                </a:lnTo>
                <a:lnTo>
                  <a:pt x="1704955" y="483928"/>
                </a:lnTo>
                <a:lnTo>
                  <a:pt x="1704463" y="483600"/>
                </a:lnTo>
                <a:lnTo>
                  <a:pt x="1703961" y="483283"/>
                </a:lnTo>
                <a:lnTo>
                  <a:pt x="1703449" y="482977"/>
                </a:lnTo>
                <a:lnTo>
                  <a:pt x="1702926" y="482682"/>
                </a:lnTo>
                <a:lnTo>
                  <a:pt x="1702394" y="482399"/>
                </a:lnTo>
                <a:lnTo>
                  <a:pt x="1701852" y="482126"/>
                </a:lnTo>
                <a:lnTo>
                  <a:pt x="1701315" y="481865"/>
                </a:lnTo>
                <a:lnTo>
                  <a:pt x="1700772" y="481614"/>
                </a:lnTo>
                <a:lnTo>
                  <a:pt x="1700223" y="481375"/>
                </a:lnTo>
                <a:lnTo>
                  <a:pt x="1699667" y="481147"/>
                </a:lnTo>
                <a:lnTo>
                  <a:pt x="1699106" y="480930"/>
                </a:lnTo>
                <a:lnTo>
                  <a:pt x="1698538" y="480725"/>
                </a:lnTo>
                <a:lnTo>
                  <a:pt x="1697965" y="480530"/>
                </a:lnTo>
                <a:lnTo>
                  <a:pt x="1697385" y="480346"/>
                </a:lnTo>
                <a:lnTo>
                  <a:pt x="1696799" y="480174"/>
                </a:lnTo>
                <a:lnTo>
                  <a:pt x="1696207" y="480013"/>
                </a:lnTo>
                <a:lnTo>
                  <a:pt x="1695609" y="479863"/>
                </a:lnTo>
                <a:lnTo>
                  <a:pt x="1695005" y="479724"/>
                </a:lnTo>
                <a:lnTo>
                  <a:pt x="1694394" y="479596"/>
                </a:lnTo>
                <a:lnTo>
                  <a:pt x="1693778" y="479479"/>
                </a:lnTo>
                <a:lnTo>
                  <a:pt x="1693155" y="479373"/>
                </a:lnTo>
                <a:lnTo>
                  <a:pt x="1692527" y="479279"/>
                </a:lnTo>
                <a:lnTo>
                  <a:pt x="1691892" y="479195"/>
                </a:lnTo>
                <a:lnTo>
                  <a:pt x="1691251" y="479123"/>
                </a:lnTo>
                <a:lnTo>
                  <a:pt x="1690604" y="479062"/>
                </a:lnTo>
                <a:lnTo>
                  <a:pt x="1689950" y="479012"/>
                </a:lnTo>
                <a:lnTo>
                  <a:pt x="1689291" y="478973"/>
                </a:lnTo>
                <a:lnTo>
                  <a:pt x="1688626" y="478945"/>
                </a:lnTo>
                <a:lnTo>
                  <a:pt x="1687954" y="478928"/>
                </a:lnTo>
                <a:lnTo>
                  <a:pt x="1687277" y="478923"/>
                </a:lnTo>
                <a:lnTo>
                  <a:pt x="1686677" y="478928"/>
                </a:lnTo>
                <a:lnTo>
                  <a:pt x="1686079" y="478945"/>
                </a:lnTo>
                <a:lnTo>
                  <a:pt x="1685482" y="478973"/>
                </a:lnTo>
                <a:lnTo>
                  <a:pt x="1684887" y="479012"/>
                </a:lnTo>
                <a:lnTo>
                  <a:pt x="1684294" y="479062"/>
                </a:lnTo>
                <a:lnTo>
                  <a:pt x="1683703" y="479123"/>
                </a:lnTo>
                <a:lnTo>
                  <a:pt x="1683113" y="479195"/>
                </a:lnTo>
                <a:lnTo>
                  <a:pt x="1682525" y="479279"/>
                </a:lnTo>
                <a:lnTo>
                  <a:pt x="1681938" y="479373"/>
                </a:lnTo>
                <a:lnTo>
                  <a:pt x="1681354" y="479479"/>
                </a:lnTo>
                <a:lnTo>
                  <a:pt x="1680771" y="479596"/>
                </a:lnTo>
                <a:lnTo>
                  <a:pt x="1680189" y="479724"/>
                </a:lnTo>
                <a:lnTo>
                  <a:pt x="1679609" y="479863"/>
                </a:lnTo>
                <a:lnTo>
                  <a:pt x="1679031" y="480013"/>
                </a:lnTo>
                <a:lnTo>
                  <a:pt x="1678455" y="480174"/>
                </a:lnTo>
                <a:lnTo>
                  <a:pt x="1677880" y="480346"/>
                </a:lnTo>
                <a:lnTo>
                  <a:pt x="1677307" y="480530"/>
                </a:lnTo>
                <a:lnTo>
                  <a:pt x="1676735" y="480725"/>
                </a:lnTo>
                <a:lnTo>
                  <a:pt x="1676166" y="480930"/>
                </a:lnTo>
                <a:lnTo>
                  <a:pt x="1675598" y="481147"/>
                </a:lnTo>
                <a:lnTo>
                  <a:pt x="1675031" y="481375"/>
                </a:lnTo>
                <a:lnTo>
                  <a:pt x="1674466" y="481614"/>
                </a:lnTo>
                <a:lnTo>
                  <a:pt x="1673903" y="481865"/>
                </a:lnTo>
                <a:lnTo>
                  <a:pt x="1673342" y="482126"/>
                </a:lnTo>
                <a:lnTo>
                  <a:pt x="1672786" y="482385"/>
                </a:lnTo>
                <a:lnTo>
                  <a:pt x="1672238" y="482656"/>
                </a:lnTo>
                <a:lnTo>
                  <a:pt x="1671700" y="482937"/>
                </a:lnTo>
                <a:lnTo>
                  <a:pt x="1671171" y="483229"/>
                </a:lnTo>
                <a:lnTo>
                  <a:pt x="1670650" y="483533"/>
                </a:lnTo>
                <a:lnTo>
                  <a:pt x="1670138" y="483848"/>
                </a:lnTo>
                <a:lnTo>
                  <a:pt x="1669636" y="484174"/>
                </a:lnTo>
                <a:lnTo>
                  <a:pt x="1669142" y="484511"/>
                </a:lnTo>
                <a:lnTo>
                  <a:pt x="1668657" y="484859"/>
                </a:lnTo>
                <a:lnTo>
                  <a:pt x="1668181" y="485218"/>
                </a:lnTo>
                <a:lnTo>
                  <a:pt x="1667714" y="485589"/>
                </a:lnTo>
                <a:lnTo>
                  <a:pt x="1667255" y="485970"/>
                </a:lnTo>
                <a:lnTo>
                  <a:pt x="1666806" y="486363"/>
                </a:lnTo>
                <a:lnTo>
                  <a:pt x="1666366" y="486767"/>
                </a:lnTo>
                <a:lnTo>
                  <a:pt x="1665934" y="487181"/>
                </a:lnTo>
                <a:lnTo>
                  <a:pt x="1665511" y="487607"/>
                </a:lnTo>
                <a:lnTo>
                  <a:pt x="1665098" y="488045"/>
                </a:lnTo>
                <a:lnTo>
                  <a:pt x="1664693" y="488493"/>
                </a:lnTo>
                <a:lnTo>
                  <a:pt x="1664297" y="488952"/>
                </a:lnTo>
                <a:lnTo>
                  <a:pt x="1663910" y="489423"/>
                </a:lnTo>
                <a:lnTo>
                  <a:pt x="1663532" y="489904"/>
                </a:lnTo>
                <a:lnTo>
                  <a:pt x="1663162" y="490397"/>
                </a:lnTo>
                <a:lnTo>
                  <a:pt x="1662802" y="490901"/>
                </a:lnTo>
                <a:lnTo>
                  <a:pt x="1662450" y="491416"/>
                </a:lnTo>
                <a:lnTo>
                  <a:pt x="1662450" y="447049"/>
                </a:lnTo>
                <a:lnTo>
                  <a:pt x="1646434" y="447049"/>
                </a:lnTo>
                <a:lnTo>
                  <a:pt x="1646434" y="562371"/>
                </a:lnTo>
                <a:lnTo>
                  <a:pt x="1662450" y="562371"/>
                </a:lnTo>
                <a:lnTo>
                  <a:pt x="1662450" y="511437"/>
                </a:lnTo>
                <a:lnTo>
                  <a:pt x="1662455" y="510959"/>
                </a:lnTo>
                <a:lnTo>
                  <a:pt x="1662467" y="510485"/>
                </a:lnTo>
                <a:lnTo>
                  <a:pt x="1662488" y="510016"/>
                </a:lnTo>
                <a:lnTo>
                  <a:pt x="1662517" y="509551"/>
                </a:lnTo>
                <a:close/>
                <a:moveTo>
                  <a:pt x="1603023" y="563863"/>
                </a:moveTo>
                <a:lnTo>
                  <a:pt x="1603517" y="563830"/>
                </a:lnTo>
                <a:lnTo>
                  <a:pt x="1604011" y="563792"/>
                </a:lnTo>
                <a:lnTo>
                  <a:pt x="1604505" y="563750"/>
                </a:lnTo>
                <a:lnTo>
                  <a:pt x="1604999" y="563703"/>
                </a:lnTo>
                <a:lnTo>
                  <a:pt x="1605493" y="563652"/>
                </a:lnTo>
                <a:lnTo>
                  <a:pt x="1605987" y="563596"/>
                </a:lnTo>
                <a:lnTo>
                  <a:pt x="1606480" y="563536"/>
                </a:lnTo>
                <a:lnTo>
                  <a:pt x="1606974" y="563472"/>
                </a:lnTo>
                <a:lnTo>
                  <a:pt x="1607468" y="563403"/>
                </a:lnTo>
                <a:lnTo>
                  <a:pt x="1607962" y="563330"/>
                </a:lnTo>
                <a:lnTo>
                  <a:pt x="1608456" y="563252"/>
                </a:lnTo>
                <a:lnTo>
                  <a:pt x="1608950" y="563169"/>
                </a:lnTo>
                <a:lnTo>
                  <a:pt x="1609444" y="563083"/>
                </a:lnTo>
                <a:lnTo>
                  <a:pt x="1609937" y="562991"/>
                </a:lnTo>
                <a:lnTo>
                  <a:pt x="1610431" y="562896"/>
                </a:lnTo>
                <a:lnTo>
                  <a:pt x="1610925" y="562796"/>
                </a:lnTo>
                <a:lnTo>
                  <a:pt x="1611419" y="562691"/>
                </a:lnTo>
                <a:lnTo>
                  <a:pt x="1611909" y="562596"/>
                </a:lnTo>
                <a:lnTo>
                  <a:pt x="1612392" y="562496"/>
                </a:lnTo>
                <a:lnTo>
                  <a:pt x="1612868" y="562393"/>
                </a:lnTo>
                <a:lnTo>
                  <a:pt x="1613337" y="562286"/>
                </a:lnTo>
                <a:lnTo>
                  <a:pt x="1613798" y="562175"/>
                </a:lnTo>
                <a:lnTo>
                  <a:pt x="1614252" y="562060"/>
                </a:lnTo>
                <a:lnTo>
                  <a:pt x="1614699" y="561942"/>
                </a:lnTo>
                <a:lnTo>
                  <a:pt x="1615138" y="561819"/>
                </a:lnTo>
                <a:lnTo>
                  <a:pt x="1615571" y="561693"/>
                </a:lnTo>
                <a:lnTo>
                  <a:pt x="1615996" y="561562"/>
                </a:lnTo>
                <a:lnTo>
                  <a:pt x="1616414" y="561428"/>
                </a:lnTo>
                <a:lnTo>
                  <a:pt x="1616825" y="561290"/>
                </a:lnTo>
                <a:lnTo>
                  <a:pt x="1617228" y="561147"/>
                </a:lnTo>
                <a:lnTo>
                  <a:pt x="1617624" y="561002"/>
                </a:lnTo>
                <a:lnTo>
                  <a:pt x="1618013" y="560852"/>
                </a:lnTo>
                <a:lnTo>
                  <a:pt x="1618395" y="560698"/>
                </a:lnTo>
                <a:lnTo>
                  <a:pt x="1618770" y="560540"/>
                </a:lnTo>
                <a:lnTo>
                  <a:pt x="1619137" y="560379"/>
                </a:lnTo>
                <a:lnTo>
                  <a:pt x="1619497" y="560213"/>
                </a:lnTo>
                <a:lnTo>
                  <a:pt x="1619850" y="560044"/>
                </a:lnTo>
                <a:lnTo>
                  <a:pt x="1620196" y="559871"/>
                </a:lnTo>
                <a:lnTo>
                  <a:pt x="1620534" y="559693"/>
                </a:lnTo>
                <a:lnTo>
                  <a:pt x="1620865" y="559512"/>
                </a:lnTo>
                <a:lnTo>
                  <a:pt x="1621189" y="559328"/>
                </a:lnTo>
                <a:lnTo>
                  <a:pt x="1621189" y="546994"/>
                </a:lnTo>
                <a:lnTo>
                  <a:pt x="1620907" y="547128"/>
                </a:lnTo>
                <a:lnTo>
                  <a:pt x="1620621" y="547260"/>
                </a:lnTo>
                <a:lnTo>
                  <a:pt x="1620331" y="547392"/>
                </a:lnTo>
                <a:lnTo>
                  <a:pt x="1620037" y="547524"/>
                </a:lnTo>
                <a:lnTo>
                  <a:pt x="1619739" y="547655"/>
                </a:lnTo>
                <a:lnTo>
                  <a:pt x="1619437" y="547785"/>
                </a:lnTo>
                <a:lnTo>
                  <a:pt x="1619132" y="547915"/>
                </a:lnTo>
                <a:lnTo>
                  <a:pt x="1618822" y="548045"/>
                </a:lnTo>
                <a:lnTo>
                  <a:pt x="1618509" y="548173"/>
                </a:lnTo>
                <a:lnTo>
                  <a:pt x="1618192" y="548301"/>
                </a:lnTo>
                <a:lnTo>
                  <a:pt x="1617871" y="548429"/>
                </a:lnTo>
                <a:lnTo>
                  <a:pt x="1617545" y="548556"/>
                </a:lnTo>
                <a:lnTo>
                  <a:pt x="1617217" y="548683"/>
                </a:lnTo>
                <a:lnTo>
                  <a:pt x="1616884" y="548809"/>
                </a:lnTo>
                <a:lnTo>
                  <a:pt x="1616547" y="548934"/>
                </a:lnTo>
                <a:lnTo>
                  <a:pt x="1616206" y="549059"/>
                </a:lnTo>
                <a:lnTo>
                  <a:pt x="1615862" y="549183"/>
                </a:lnTo>
                <a:lnTo>
                  <a:pt x="1615513" y="549307"/>
                </a:lnTo>
                <a:lnTo>
                  <a:pt x="1615161" y="549430"/>
                </a:lnTo>
                <a:lnTo>
                  <a:pt x="1614805" y="549553"/>
                </a:lnTo>
                <a:lnTo>
                  <a:pt x="1614445" y="549675"/>
                </a:lnTo>
                <a:lnTo>
                  <a:pt x="1614081" y="549796"/>
                </a:lnTo>
                <a:lnTo>
                  <a:pt x="1613713" y="549917"/>
                </a:lnTo>
                <a:lnTo>
                  <a:pt x="1613341" y="550038"/>
                </a:lnTo>
                <a:lnTo>
                  <a:pt x="1612979" y="550142"/>
                </a:lnTo>
                <a:lnTo>
                  <a:pt x="1612615" y="550242"/>
                </a:lnTo>
                <a:lnTo>
                  <a:pt x="1612247" y="550338"/>
                </a:lnTo>
                <a:lnTo>
                  <a:pt x="1611877" y="550429"/>
                </a:lnTo>
                <a:lnTo>
                  <a:pt x="1611504" y="550516"/>
                </a:lnTo>
                <a:lnTo>
                  <a:pt x="1611129" y="550598"/>
                </a:lnTo>
                <a:lnTo>
                  <a:pt x="1610750" y="550676"/>
                </a:lnTo>
                <a:lnTo>
                  <a:pt x="1610369" y="550750"/>
                </a:lnTo>
                <a:lnTo>
                  <a:pt x="1609985" y="550819"/>
                </a:lnTo>
                <a:lnTo>
                  <a:pt x="1609598" y="550883"/>
                </a:lnTo>
                <a:lnTo>
                  <a:pt x="1609209" y="550943"/>
                </a:lnTo>
                <a:lnTo>
                  <a:pt x="1608816" y="550999"/>
                </a:lnTo>
                <a:lnTo>
                  <a:pt x="1608421" y="551050"/>
                </a:lnTo>
                <a:lnTo>
                  <a:pt x="1608023" y="551097"/>
                </a:lnTo>
                <a:lnTo>
                  <a:pt x="1607622" y="551139"/>
                </a:lnTo>
                <a:lnTo>
                  <a:pt x="1607219" y="551177"/>
                </a:lnTo>
                <a:lnTo>
                  <a:pt x="1606813" y="551210"/>
                </a:lnTo>
                <a:lnTo>
                  <a:pt x="1606404" y="551239"/>
                </a:lnTo>
                <a:lnTo>
                  <a:pt x="1605992" y="551263"/>
                </a:lnTo>
                <a:lnTo>
                  <a:pt x="1605577" y="551283"/>
                </a:lnTo>
                <a:lnTo>
                  <a:pt x="1605160" y="551299"/>
                </a:lnTo>
                <a:lnTo>
                  <a:pt x="1604740" y="551310"/>
                </a:lnTo>
                <a:lnTo>
                  <a:pt x="1604317" y="551317"/>
                </a:lnTo>
                <a:lnTo>
                  <a:pt x="1603891" y="551319"/>
                </a:lnTo>
                <a:lnTo>
                  <a:pt x="1603348" y="551316"/>
                </a:lnTo>
                <a:lnTo>
                  <a:pt x="1602812" y="551308"/>
                </a:lnTo>
                <a:lnTo>
                  <a:pt x="1602284" y="551294"/>
                </a:lnTo>
                <a:lnTo>
                  <a:pt x="1601764" y="551275"/>
                </a:lnTo>
                <a:lnTo>
                  <a:pt x="1601252" y="551250"/>
                </a:lnTo>
                <a:lnTo>
                  <a:pt x="1600748" y="551219"/>
                </a:lnTo>
                <a:lnTo>
                  <a:pt x="1600251" y="551183"/>
                </a:lnTo>
                <a:lnTo>
                  <a:pt x="1599762" y="551141"/>
                </a:lnTo>
                <a:lnTo>
                  <a:pt x="1599281" y="551094"/>
                </a:lnTo>
                <a:lnTo>
                  <a:pt x="1598808" y="551041"/>
                </a:lnTo>
                <a:lnTo>
                  <a:pt x="1598342" y="550983"/>
                </a:lnTo>
                <a:lnTo>
                  <a:pt x="1597885" y="550919"/>
                </a:lnTo>
                <a:lnTo>
                  <a:pt x="1597435" y="550849"/>
                </a:lnTo>
                <a:lnTo>
                  <a:pt x="1596993" y="550774"/>
                </a:lnTo>
                <a:lnTo>
                  <a:pt x="1596558" y="550693"/>
                </a:lnTo>
                <a:lnTo>
                  <a:pt x="1596132" y="550607"/>
                </a:lnTo>
                <a:lnTo>
                  <a:pt x="1595713" y="550515"/>
                </a:lnTo>
                <a:lnTo>
                  <a:pt x="1595302" y="550418"/>
                </a:lnTo>
                <a:lnTo>
                  <a:pt x="1594899" y="550315"/>
                </a:lnTo>
                <a:lnTo>
                  <a:pt x="1594503" y="550207"/>
                </a:lnTo>
                <a:lnTo>
                  <a:pt x="1594116" y="550093"/>
                </a:lnTo>
                <a:lnTo>
                  <a:pt x="1593736" y="549973"/>
                </a:lnTo>
                <a:lnTo>
                  <a:pt x="1593364" y="549848"/>
                </a:lnTo>
                <a:lnTo>
                  <a:pt x="1593000" y="549717"/>
                </a:lnTo>
                <a:lnTo>
                  <a:pt x="1592643" y="549581"/>
                </a:lnTo>
                <a:lnTo>
                  <a:pt x="1592293" y="549437"/>
                </a:lnTo>
                <a:lnTo>
                  <a:pt x="1591951" y="549287"/>
                </a:lnTo>
                <a:lnTo>
                  <a:pt x="1591616" y="549130"/>
                </a:lnTo>
                <a:lnTo>
                  <a:pt x="1591288" y="548967"/>
                </a:lnTo>
                <a:lnTo>
                  <a:pt x="1590967" y="548796"/>
                </a:lnTo>
                <a:lnTo>
                  <a:pt x="1590654" y="548620"/>
                </a:lnTo>
                <a:lnTo>
                  <a:pt x="1590348" y="548436"/>
                </a:lnTo>
                <a:lnTo>
                  <a:pt x="1590049" y="548246"/>
                </a:lnTo>
                <a:lnTo>
                  <a:pt x="1589757" y="548049"/>
                </a:lnTo>
                <a:lnTo>
                  <a:pt x="1589473" y="547845"/>
                </a:lnTo>
                <a:lnTo>
                  <a:pt x="1589196" y="547635"/>
                </a:lnTo>
                <a:lnTo>
                  <a:pt x="1588926" y="547418"/>
                </a:lnTo>
                <a:lnTo>
                  <a:pt x="1588663" y="547195"/>
                </a:lnTo>
                <a:lnTo>
                  <a:pt x="1588407" y="546964"/>
                </a:lnTo>
                <a:lnTo>
                  <a:pt x="1588159" y="546728"/>
                </a:lnTo>
                <a:lnTo>
                  <a:pt x="1587918" y="546484"/>
                </a:lnTo>
                <a:lnTo>
                  <a:pt x="1587684" y="546234"/>
                </a:lnTo>
                <a:lnTo>
                  <a:pt x="1587457" y="545977"/>
                </a:lnTo>
                <a:lnTo>
                  <a:pt x="1587238" y="545713"/>
                </a:lnTo>
                <a:lnTo>
                  <a:pt x="1587026" y="545443"/>
                </a:lnTo>
                <a:lnTo>
                  <a:pt x="1586821" y="545166"/>
                </a:lnTo>
                <a:lnTo>
                  <a:pt x="1586623" y="544882"/>
                </a:lnTo>
                <a:lnTo>
                  <a:pt x="1586433" y="544592"/>
                </a:lnTo>
                <a:lnTo>
                  <a:pt x="1586250" y="544295"/>
                </a:lnTo>
                <a:lnTo>
                  <a:pt x="1586074" y="543991"/>
                </a:lnTo>
                <a:lnTo>
                  <a:pt x="1585907" y="543681"/>
                </a:lnTo>
                <a:lnTo>
                  <a:pt x="1585747" y="543364"/>
                </a:lnTo>
                <a:lnTo>
                  <a:pt x="1585596" y="543040"/>
                </a:lnTo>
                <a:lnTo>
                  <a:pt x="1585452" y="542710"/>
                </a:lnTo>
                <a:lnTo>
                  <a:pt x="1585315" y="542373"/>
                </a:lnTo>
                <a:lnTo>
                  <a:pt x="1585187" y="542029"/>
                </a:lnTo>
                <a:lnTo>
                  <a:pt x="1585066" y="541679"/>
                </a:lnTo>
                <a:lnTo>
                  <a:pt x="1584953" y="541322"/>
                </a:lnTo>
                <a:lnTo>
                  <a:pt x="1584848" y="540958"/>
                </a:lnTo>
                <a:lnTo>
                  <a:pt x="1584751" y="540588"/>
                </a:lnTo>
                <a:lnTo>
                  <a:pt x="1584661" y="540211"/>
                </a:lnTo>
                <a:lnTo>
                  <a:pt x="1584580" y="539827"/>
                </a:lnTo>
                <a:lnTo>
                  <a:pt x="1584506" y="539437"/>
                </a:lnTo>
                <a:lnTo>
                  <a:pt x="1584439" y="539039"/>
                </a:lnTo>
                <a:lnTo>
                  <a:pt x="1584381" y="538636"/>
                </a:lnTo>
                <a:lnTo>
                  <a:pt x="1584330" y="538225"/>
                </a:lnTo>
                <a:lnTo>
                  <a:pt x="1584288" y="537808"/>
                </a:lnTo>
                <a:lnTo>
                  <a:pt x="1584253" y="537384"/>
                </a:lnTo>
                <a:lnTo>
                  <a:pt x="1584225" y="536954"/>
                </a:lnTo>
                <a:lnTo>
                  <a:pt x="1584206" y="536517"/>
                </a:lnTo>
                <a:lnTo>
                  <a:pt x="1584194" y="536073"/>
                </a:lnTo>
                <a:lnTo>
                  <a:pt x="1584190" y="535623"/>
                </a:lnTo>
                <a:lnTo>
                  <a:pt x="1584190" y="493018"/>
                </a:lnTo>
                <a:lnTo>
                  <a:pt x="1621189" y="493018"/>
                </a:lnTo>
                <a:lnTo>
                  <a:pt x="1621189" y="480524"/>
                </a:lnTo>
                <a:lnTo>
                  <a:pt x="1584190" y="480524"/>
                </a:lnTo>
                <a:lnTo>
                  <a:pt x="1584190" y="454417"/>
                </a:lnTo>
                <a:lnTo>
                  <a:pt x="1574260" y="454417"/>
                </a:lnTo>
                <a:lnTo>
                  <a:pt x="1568654" y="480524"/>
                </a:lnTo>
                <a:lnTo>
                  <a:pt x="1544468" y="480524"/>
                </a:lnTo>
                <a:lnTo>
                  <a:pt x="1544468" y="493018"/>
                </a:lnTo>
                <a:lnTo>
                  <a:pt x="1568173" y="493018"/>
                </a:lnTo>
                <a:lnTo>
                  <a:pt x="1568173" y="536904"/>
                </a:lnTo>
                <a:lnTo>
                  <a:pt x="1568188" y="538091"/>
                </a:lnTo>
                <a:lnTo>
                  <a:pt x="1568232" y="539251"/>
                </a:lnTo>
                <a:lnTo>
                  <a:pt x="1568306" y="540383"/>
                </a:lnTo>
                <a:lnTo>
                  <a:pt x="1568409" y="541486"/>
                </a:lnTo>
                <a:lnTo>
                  <a:pt x="1568542" y="542563"/>
                </a:lnTo>
                <a:lnTo>
                  <a:pt x="1568704" y="543611"/>
                </a:lnTo>
                <a:lnTo>
                  <a:pt x="1568896" y="544631"/>
                </a:lnTo>
                <a:lnTo>
                  <a:pt x="1569117" y="545624"/>
                </a:lnTo>
                <a:lnTo>
                  <a:pt x="1569367" y="546589"/>
                </a:lnTo>
                <a:lnTo>
                  <a:pt x="1569647" y="547526"/>
                </a:lnTo>
                <a:lnTo>
                  <a:pt x="1569957" y="548435"/>
                </a:lnTo>
                <a:lnTo>
                  <a:pt x="1570296" y="549317"/>
                </a:lnTo>
                <a:lnTo>
                  <a:pt x="1570664" y="550171"/>
                </a:lnTo>
                <a:lnTo>
                  <a:pt x="1571062" y="550996"/>
                </a:lnTo>
                <a:lnTo>
                  <a:pt x="1571489" y="551795"/>
                </a:lnTo>
                <a:lnTo>
                  <a:pt x="1571946" y="552565"/>
                </a:lnTo>
                <a:lnTo>
                  <a:pt x="1572433" y="553307"/>
                </a:lnTo>
                <a:lnTo>
                  <a:pt x="1572948" y="554022"/>
                </a:lnTo>
                <a:lnTo>
                  <a:pt x="1573494" y="554709"/>
                </a:lnTo>
                <a:lnTo>
                  <a:pt x="1574068" y="555368"/>
                </a:lnTo>
                <a:lnTo>
                  <a:pt x="1574673" y="555999"/>
                </a:lnTo>
                <a:lnTo>
                  <a:pt x="1575306" y="556602"/>
                </a:lnTo>
                <a:lnTo>
                  <a:pt x="1575970" y="557178"/>
                </a:lnTo>
                <a:lnTo>
                  <a:pt x="1576662" y="557726"/>
                </a:lnTo>
                <a:lnTo>
                  <a:pt x="1577380" y="558236"/>
                </a:lnTo>
                <a:lnTo>
                  <a:pt x="1578118" y="558724"/>
                </a:lnTo>
                <a:lnTo>
                  <a:pt x="1578877" y="559190"/>
                </a:lnTo>
                <a:lnTo>
                  <a:pt x="1579657" y="559634"/>
                </a:lnTo>
                <a:lnTo>
                  <a:pt x="1580457" y="560057"/>
                </a:lnTo>
                <a:lnTo>
                  <a:pt x="1581277" y="560459"/>
                </a:lnTo>
                <a:lnTo>
                  <a:pt x="1582118" y="560838"/>
                </a:lnTo>
                <a:lnTo>
                  <a:pt x="1582980" y="561196"/>
                </a:lnTo>
                <a:lnTo>
                  <a:pt x="1583862" y="561532"/>
                </a:lnTo>
                <a:lnTo>
                  <a:pt x="1584765" y="561847"/>
                </a:lnTo>
                <a:lnTo>
                  <a:pt x="1585689" y="562140"/>
                </a:lnTo>
                <a:lnTo>
                  <a:pt x="1586633" y="562411"/>
                </a:lnTo>
                <a:lnTo>
                  <a:pt x="1587597" y="562660"/>
                </a:lnTo>
                <a:lnTo>
                  <a:pt x="1588583" y="562888"/>
                </a:lnTo>
                <a:lnTo>
                  <a:pt x="1589588" y="563094"/>
                </a:lnTo>
                <a:lnTo>
                  <a:pt x="1590615" y="563278"/>
                </a:lnTo>
                <a:lnTo>
                  <a:pt x="1591662" y="563441"/>
                </a:lnTo>
                <a:lnTo>
                  <a:pt x="1592729" y="563582"/>
                </a:lnTo>
                <a:lnTo>
                  <a:pt x="1593817" y="563701"/>
                </a:lnTo>
                <a:lnTo>
                  <a:pt x="1594926" y="563799"/>
                </a:lnTo>
                <a:lnTo>
                  <a:pt x="1596055" y="563875"/>
                </a:lnTo>
                <a:lnTo>
                  <a:pt x="1597205" y="563929"/>
                </a:lnTo>
                <a:lnTo>
                  <a:pt x="1598376" y="563962"/>
                </a:lnTo>
                <a:lnTo>
                  <a:pt x="1599566" y="563972"/>
                </a:lnTo>
                <a:lnTo>
                  <a:pt x="1600060" y="563970"/>
                </a:lnTo>
                <a:lnTo>
                  <a:pt x="1600554" y="563964"/>
                </a:lnTo>
                <a:lnTo>
                  <a:pt x="1601048" y="563952"/>
                </a:lnTo>
                <a:lnTo>
                  <a:pt x="1601542" y="563937"/>
                </a:lnTo>
                <a:lnTo>
                  <a:pt x="1602036" y="563917"/>
                </a:lnTo>
                <a:lnTo>
                  <a:pt x="1602530" y="563892"/>
                </a:lnTo>
                <a:lnTo>
                  <a:pt x="1603023" y="563863"/>
                </a:lnTo>
                <a:close/>
                <a:moveTo>
                  <a:pt x="1782936" y="563645"/>
                </a:moveTo>
                <a:lnTo>
                  <a:pt x="1783778" y="563545"/>
                </a:lnTo>
                <a:lnTo>
                  <a:pt x="1784609" y="563432"/>
                </a:lnTo>
                <a:lnTo>
                  <a:pt x="1785430" y="563305"/>
                </a:lnTo>
                <a:lnTo>
                  <a:pt x="1786240" y="563165"/>
                </a:lnTo>
                <a:lnTo>
                  <a:pt x="1787039" y="563011"/>
                </a:lnTo>
                <a:lnTo>
                  <a:pt x="1787828" y="562845"/>
                </a:lnTo>
                <a:lnTo>
                  <a:pt x="1788606" y="562664"/>
                </a:lnTo>
                <a:lnTo>
                  <a:pt x="1789374" y="562471"/>
                </a:lnTo>
                <a:lnTo>
                  <a:pt x="1790131" y="562264"/>
                </a:lnTo>
                <a:lnTo>
                  <a:pt x="1790878" y="562044"/>
                </a:lnTo>
                <a:lnTo>
                  <a:pt x="1791614" y="561810"/>
                </a:lnTo>
                <a:lnTo>
                  <a:pt x="1792339" y="561563"/>
                </a:lnTo>
                <a:lnTo>
                  <a:pt x="1793054" y="561303"/>
                </a:lnTo>
                <a:lnTo>
                  <a:pt x="1793759" y="561029"/>
                </a:lnTo>
                <a:lnTo>
                  <a:pt x="1794453" y="560742"/>
                </a:lnTo>
                <a:lnTo>
                  <a:pt x="1795136" y="560442"/>
                </a:lnTo>
                <a:lnTo>
                  <a:pt x="1795808" y="560128"/>
                </a:lnTo>
                <a:lnTo>
                  <a:pt x="1796483" y="559802"/>
                </a:lnTo>
                <a:lnTo>
                  <a:pt x="1797144" y="559465"/>
                </a:lnTo>
                <a:lnTo>
                  <a:pt x="1797793" y="559117"/>
                </a:lnTo>
                <a:lnTo>
                  <a:pt x="1798429" y="558758"/>
                </a:lnTo>
                <a:lnTo>
                  <a:pt x="1799052" y="558388"/>
                </a:lnTo>
                <a:lnTo>
                  <a:pt x="1799662" y="558006"/>
                </a:lnTo>
                <a:lnTo>
                  <a:pt x="1800260" y="557613"/>
                </a:lnTo>
                <a:lnTo>
                  <a:pt x="1800845" y="557210"/>
                </a:lnTo>
                <a:lnTo>
                  <a:pt x="1801417" y="556795"/>
                </a:lnTo>
                <a:lnTo>
                  <a:pt x="1801976" y="556369"/>
                </a:lnTo>
                <a:lnTo>
                  <a:pt x="1802522" y="555932"/>
                </a:lnTo>
                <a:lnTo>
                  <a:pt x="1803056" y="555483"/>
                </a:lnTo>
                <a:lnTo>
                  <a:pt x="1803577" y="555024"/>
                </a:lnTo>
                <a:lnTo>
                  <a:pt x="1804085" y="554554"/>
                </a:lnTo>
                <a:lnTo>
                  <a:pt x="1804580" y="554072"/>
                </a:lnTo>
                <a:lnTo>
                  <a:pt x="1805063" y="553579"/>
                </a:lnTo>
                <a:lnTo>
                  <a:pt x="1805532" y="553075"/>
                </a:lnTo>
                <a:lnTo>
                  <a:pt x="1805989" y="552560"/>
                </a:lnTo>
                <a:lnTo>
                  <a:pt x="1806433" y="552034"/>
                </a:lnTo>
                <a:lnTo>
                  <a:pt x="1806865" y="551497"/>
                </a:lnTo>
                <a:lnTo>
                  <a:pt x="1807283" y="550949"/>
                </a:lnTo>
                <a:lnTo>
                  <a:pt x="1807689" y="550389"/>
                </a:lnTo>
                <a:lnTo>
                  <a:pt x="1808082" y="549819"/>
                </a:lnTo>
                <a:lnTo>
                  <a:pt x="1808462" y="549237"/>
                </a:lnTo>
                <a:lnTo>
                  <a:pt x="1808841" y="548632"/>
                </a:lnTo>
                <a:lnTo>
                  <a:pt x="1809204" y="548018"/>
                </a:lnTo>
                <a:lnTo>
                  <a:pt x="1809550" y="547395"/>
                </a:lnTo>
                <a:lnTo>
                  <a:pt x="1809881" y="546763"/>
                </a:lnTo>
                <a:lnTo>
                  <a:pt x="1810196" y="546122"/>
                </a:lnTo>
                <a:lnTo>
                  <a:pt x="1810494" y="545473"/>
                </a:lnTo>
                <a:lnTo>
                  <a:pt x="1810776" y="544814"/>
                </a:lnTo>
                <a:lnTo>
                  <a:pt x="1811042" y="544147"/>
                </a:lnTo>
                <a:lnTo>
                  <a:pt x="1811292" y="543471"/>
                </a:lnTo>
                <a:lnTo>
                  <a:pt x="1811526" y="542786"/>
                </a:lnTo>
                <a:lnTo>
                  <a:pt x="1811744" y="542092"/>
                </a:lnTo>
                <a:lnTo>
                  <a:pt x="1811945" y="541389"/>
                </a:lnTo>
                <a:lnTo>
                  <a:pt x="1812131" y="540677"/>
                </a:lnTo>
                <a:lnTo>
                  <a:pt x="1812300" y="539956"/>
                </a:lnTo>
                <a:lnTo>
                  <a:pt x="1812454" y="539226"/>
                </a:lnTo>
                <a:lnTo>
                  <a:pt x="1812591" y="538488"/>
                </a:lnTo>
                <a:lnTo>
                  <a:pt x="1812712" y="537740"/>
                </a:lnTo>
                <a:lnTo>
                  <a:pt x="1812816" y="536984"/>
                </a:lnTo>
                <a:lnTo>
                  <a:pt x="1812905" y="536219"/>
                </a:lnTo>
                <a:lnTo>
                  <a:pt x="1812978" y="535445"/>
                </a:lnTo>
                <a:lnTo>
                  <a:pt x="1813034" y="534661"/>
                </a:lnTo>
                <a:lnTo>
                  <a:pt x="1813074" y="533870"/>
                </a:lnTo>
                <a:lnTo>
                  <a:pt x="1813099" y="533069"/>
                </a:lnTo>
                <a:lnTo>
                  <a:pt x="1813107" y="532259"/>
                </a:lnTo>
                <a:lnTo>
                  <a:pt x="1798051" y="532259"/>
                </a:lnTo>
                <a:lnTo>
                  <a:pt x="1798041" y="533117"/>
                </a:lnTo>
                <a:lnTo>
                  <a:pt x="1798013" y="533956"/>
                </a:lnTo>
                <a:lnTo>
                  <a:pt x="1797966" y="534777"/>
                </a:lnTo>
                <a:lnTo>
                  <a:pt x="1797900" y="535578"/>
                </a:lnTo>
                <a:lnTo>
                  <a:pt x="1797814" y="536361"/>
                </a:lnTo>
                <a:lnTo>
                  <a:pt x="1797710" y="537124"/>
                </a:lnTo>
                <a:lnTo>
                  <a:pt x="1797588" y="537869"/>
                </a:lnTo>
                <a:lnTo>
                  <a:pt x="1797446" y="538595"/>
                </a:lnTo>
                <a:lnTo>
                  <a:pt x="1797285" y="539301"/>
                </a:lnTo>
                <a:lnTo>
                  <a:pt x="1797105" y="539989"/>
                </a:lnTo>
                <a:lnTo>
                  <a:pt x="1796907" y="540658"/>
                </a:lnTo>
                <a:lnTo>
                  <a:pt x="1796689" y="541309"/>
                </a:lnTo>
                <a:lnTo>
                  <a:pt x="1796453" y="541940"/>
                </a:lnTo>
                <a:lnTo>
                  <a:pt x="1796198" y="542552"/>
                </a:lnTo>
                <a:lnTo>
                  <a:pt x="1795924" y="543145"/>
                </a:lnTo>
                <a:lnTo>
                  <a:pt x="1795631" y="543720"/>
                </a:lnTo>
                <a:lnTo>
                  <a:pt x="1795319" y="544276"/>
                </a:lnTo>
                <a:lnTo>
                  <a:pt x="1794988" y="544812"/>
                </a:lnTo>
                <a:lnTo>
                  <a:pt x="1794638" y="545330"/>
                </a:lnTo>
                <a:lnTo>
                  <a:pt x="1794269" y="545829"/>
                </a:lnTo>
                <a:lnTo>
                  <a:pt x="1793881" y="546309"/>
                </a:lnTo>
                <a:lnTo>
                  <a:pt x="1793475" y="546770"/>
                </a:lnTo>
                <a:lnTo>
                  <a:pt x="1793049" y="547212"/>
                </a:lnTo>
                <a:lnTo>
                  <a:pt x="1792605" y="547635"/>
                </a:lnTo>
                <a:lnTo>
                  <a:pt x="1792156" y="548040"/>
                </a:lnTo>
                <a:lnTo>
                  <a:pt x="1791690" y="548428"/>
                </a:lnTo>
                <a:lnTo>
                  <a:pt x="1791206" y="548799"/>
                </a:lnTo>
                <a:lnTo>
                  <a:pt x="1790705" y="549152"/>
                </a:lnTo>
                <a:lnTo>
                  <a:pt x="1790187" y="549489"/>
                </a:lnTo>
                <a:lnTo>
                  <a:pt x="1789652" y="549807"/>
                </a:lnTo>
                <a:lnTo>
                  <a:pt x="1789099" y="550109"/>
                </a:lnTo>
                <a:lnTo>
                  <a:pt x="1788530" y="550394"/>
                </a:lnTo>
                <a:lnTo>
                  <a:pt x="1787943" y="550661"/>
                </a:lnTo>
                <a:lnTo>
                  <a:pt x="1787338" y="550911"/>
                </a:lnTo>
                <a:lnTo>
                  <a:pt x="1786717" y="551144"/>
                </a:lnTo>
                <a:lnTo>
                  <a:pt x="1786078" y="551359"/>
                </a:lnTo>
                <a:lnTo>
                  <a:pt x="1785422" y="551557"/>
                </a:lnTo>
                <a:lnTo>
                  <a:pt x="1784749" y="551738"/>
                </a:lnTo>
                <a:lnTo>
                  <a:pt x="1784059" y="551902"/>
                </a:lnTo>
                <a:lnTo>
                  <a:pt x="1783351" y="552049"/>
                </a:lnTo>
                <a:lnTo>
                  <a:pt x="1782626" y="552178"/>
                </a:lnTo>
                <a:lnTo>
                  <a:pt x="1781884" y="552290"/>
                </a:lnTo>
                <a:lnTo>
                  <a:pt x="1781124" y="552385"/>
                </a:lnTo>
                <a:lnTo>
                  <a:pt x="1780348" y="552462"/>
                </a:lnTo>
                <a:lnTo>
                  <a:pt x="1779554" y="552523"/>
                </a:lnTo>
                <a:lnTo>
                  <a:pt x="1778743" y="552566"/>
                </a:lnTo>
                <a:lnTo>
                  <a:pt x="1777914" y="552592"/>
                </a:lnTo>
                <a:lnTo>
                  <a:pt x="1777069" y="552600"/>
                </a:lnTo>
                <a:lnTo>
                  <a:pt x="1776300" y="552589"/>
                </a:lnTo>
                <a:lnTo>
                  <a:pt x="1775543" y="552555"/>
                </a:lnTo>
                <a:lnTo>
                  <a:pt x="1774796" y="552498"/>
                </a:lnTo>
                <a:lnTo>
                  <a:pt x="1774061" y="552418"/>
                </a:lnTo>
                <a:lnTo>
                  <a:pt x="1773337" y="552315"/>
                </a:lnTo>
                <a:lnTo>
                  <a:pt x="1772624" y="552190"/>
                </a:lnTo>
                <a:lnTo>
                  <a:pt x="1771922" y="552042"/>
                </a:lnTo>
                <a:lnTo>
                  <a:pt x="1771231" y="551871"/>
                </a:lnTo>
                <a:lnTo>
                  <a:pt x="1770552" y="551677"/>
                </a:lnTo>
                <a:lnTo>
                  <a:pt x="1769883" y="551460"/>
                </a:lnTo>
                <a:lnTo>
                  <a:pt x="1769226" y="551221"/>
                </a:lnTo>
                <a:lnTo>
                  <a:pt x="1768580" y="550959"/>
                </a:lnTo>
                <a:lnTo>
                  <a:pt x="1767945" y="550674"/>
                </a:lnTo>
                <a:lnTo>
                  <a:pt x="1767321" y="550366"/>
                </a:lnTo>
                <a:lnTo>
                  <a:pt x="1766708" y="550035"/>
                </a:lnTo>
                <a:lnTo>
                  <a:pt x="1766106" y="549682"/>
                </a:lnTo>
                <a:lnTo>
                  <a:pt x="1765515" y="549306"/>
                </a:lnTo>
                <a:lnTo>
                  <a:pt x="1764936" y="548907"/>
                </a:lnTo>
                <a:lnTo>
                  <a:pt x="1764367" y="548485"/>
                </a:lnTo>
                <a:lnTo>
                  <a:pt x="1763810" y="548040"/>
                </a:lnTo>
                <a:lnTo>
                  <a:pt x="1763264" y="547573"/>
                </a:lnTo>
                <a:lnTo>
                  <a:pt x="1762729" y="547082"/>
                </a:lnTo>
                <a:lnTo>
                  <a:pt x="1762205" y="546569"/>
                </a:lnTo>
                <a:lnTo>
                  <a:pt x="1761692" y="546033"/>
                </a:lnTo>
                <a:lnTo>
                  <a:pt x="1761196" y="545476"/>
                </a:lnTo>
                <a:lnTo>
                  <a:pt x="1760720" y="544897"/>
                </a:lnTo>
                <a:lnTo>
                  <a:pt x="1760266" y="544297"/>
                </a:lnTo>
                <a:lnTo>
                  <a:pt x="1759833" y="543675"/>
                </a:lnTo>
                <a:lnTo>
                  <a:pt x="1759421" y="543033"/>
                </a:lnTo>
                <a:lnTo>
                  <a:pt x="1759030" y="542370"/>
                </a:lnTo>
                <a:lnTo>
                  <a:pt x="1758660" y="541685"/>
                </a:lnTo>
                <a:lnTo>
                  <a:pt x="1758311" y="540979"/>
                </a:lnTo>
                <a:lnTo>
                  <a:pt x="1757984" y="540252"/>
                </a:lnTo>
                <a:lnTo>
                  <a:pt x="1757677" y="539504"/>
                </a:lnTo>
                <a:lnTo>
                  <a:pt x="1757392" y="538735"/>
                </a:lnTo>
                <a:lnTo>
                  <a:pt x="1757128" y="537945"/>
                </a:lnTo>
                <a:lnTo>
                  <a:pt x="1756885" y="537134"/>
                </a:lnTo>
                <a:lnTo>
                  <a:pt x="1756663" y="536301"/>
                </a:lnTo>
                <a:lnTo>
                  <a:pt x="1756462" y="535447"/>
                </a:lnTo>
                <a:lnTo>
                  <a:pt x="1756282" y="534573"/>
                </a:lnTo>
                <a:lnTo>
                  <a:pt x="1756124" y="533677"/>
                </a:lnTo>
                <a:lnTo>
                  <a:pt x="1755986" y="532759"/>
                </a:lnTo>
                <a:lnTo>
                  <a:pt x="1755870" y="531821"/>
                </a:lnTo>
                <a:lnTo>
                  <a:pt x="1755775" y="530862"/>
                </a:lnTo>
                <a:lnTo>
                  <a:pt x="1755701" y="529881"/>
                </a:lnTo>
                <a:lnTo>
                  <a:pt x="1755648" y="528880"/>
                </a:lnTo>
                <a:lnTo>
                  <a:pt x="1755617" y="527857"/>
                </a:lnTo>
                <a:lnTo>
                  <a:pt x="1755606" y="526813"/>
                </a:lnTo>
                <a:lnTo>
                  <a:pt x="1755606" y="524090"/>
                </a:lnTo>
                <a:lnTo>
                  <a:pt x="1813107" y="524090"/>
                </a:lnTo>
                <a:lnTo>
                  <a:pt x="1813107" y="513199"/>
                </a:lnTo>
                <a:lnTo>
                  <a:pt x="1813099" y="512375"/>
                </a:lnTo>
                <a:lnTo>
                  <a:pt x="1813076" y="511559"/>
                </a:lnTo>
                <a:lnTo>
                  <a:pt x="1813037" y="510751"/>
                </a:lnTo>
                <a:lnTo>
                  <a:pt x="1812982" y="509951"/>
                </a:lnTo>
                <a:lnTo>
                  <a:pt x="1812912" y="509159"/>
                </a:lnTo>
                <a:lnTo>
                  <a:pt x="1812826" y="508374"/>
                </a:lnTo>
                <a:lnTo>
                  <a:pt x="1812725" y="507597"/>
                </a:lnTo>
                <a:lnTo>
                  <a:pt x="1812608" y="506828"/>
                </a:lnTo>
                <a:lnTo>
                  <a:pt x="1812476" y="506066"/>
                </a:lnTo>
                <a:lnTo>
                  <a:pt x="1812328" y="505313"/>
                </a:lnTo>
                <a:lnTo>
                  <a:pt x="1812165" y="504567"/>
                </a:lnTo>
                <a:lnTo>
                  <a:pt x="1811985" y="503829"/>
                </a:lnTo>
                <a:lnTo>
                  <a:pt x="1811791" y="503099"/>
                </a:lnTo>
                <a:lnTo>
                  <a:pt x="1811581" y="502376"/>
                </a:lnTo>
                <a:lnTo>
                  <a:pt x="1811355" y="501662"/>
                </a:lnTo>
                <a:lnTo>
                  <a:pt x="1811113" y="500955"/>
                </a:lnTo>
                <a:lnTo>
                  <a:pt x="1810857" y="500256"/>
                </a:lnTo>
                <a:lnTo>
                  <a:pt x="1810584" y="499564"/>
                </a:lnTo>
                <a:lnTo>
                  <a:pt x="1810296" y="498881"/>
                </a:lnTo>
                <a:lnTo>
                  <a:pt x="1809992" y="498205"/>
                </a:lnTo>
                <a:lnTo>
                  <a:pt x="1809673" y="497537"/>
                </a:lnTo>
                <a:lnTo>
                  <a:pt x="1809338" y="496877"/>
                </a:lnTo>
                <a:lnTo>
                  <a:pt x="1808988" y="496225"/>
                </a:lnTo>
                <a:lnTo>
                  <a:pt x="1808622" y="495580"/>
                </a:lnTo>
                <a:lnTo>
                  <a:pt x="1808255" y="494945"/>
                </a:lnTo>
                <a:lnTo>
                  <a:pt x="1807876" y="494321"/>
                </a:lnTo>
                <a:lnTo>
                  <a:pt x="1807483" y="493708"/>
                </a:lnTo>
                <a:lnTo>
                  <a:pt x="1807078" y="493107"/>
                </a:lnTo>
                <a:lnTo>
                  <a:pt x="1806660" y="492516"/>
                </a:lnTo>
                <a:lnTo>
                  <a:pt x="1806229" y="491936"/>
                </a:lnTo>
                <a:lnTo>
                  <a:pt x="1805786" y="491368"/>
                </a:lnTo>
                <a:lnTo>
                  <a:pt x="1805330" y="490811"/>
                </a:lnTo>
                <a:lnTo>
                  <a:pt x="1804860" y="490265"/>
                </a:lnTo>
                <a:lnTo>
                  <a:pt x="1804379" y="489730"/>
                </a:lnTo>
                <a:lnTo>
                  <a:pt x="1803884" y="489206"/>
                </a:lnTo>
                <a:lnTo>
                  <a:pt x="1803376" y="488693"/>
                </a:lnTo>
                <a:lnTo>
                  <a:pt x="1802856" y="488191"/>
                </a:lnTo>
                <a:lnTo>
                  <a:pt x="1802323" y="487701"/>
                </a:lnTo>
                <a:lnTo>
                  <a:pt x="1801777" y="487221"/>
                </a:lnTo>
                <a:lnTo>
                  <a:pt x="1801219" y="486753"/>
                </a:lnTo>
                <a:lnTo>
                  <a:pt x="1800647" y="486296"/>
                </a:lnTo>
                <a:lnTo>
                  <a:pt x="1800063" y="485850"/>
                </a:lnTo>
                <a:lnTo>
                  <a:pt x="1799466" y="485415"/>
                </a:lnTo>
                <a:lnTo>
                  <a:pt x="1798856" y="484991"/>
                </a:lnTo>
                <a:lnTo>
                  <a:pt x="1798233" y="484579"/>
                </a:lnTo>
                <a:lnTo>
                  <a:pt x="1797598" y="484177"/>
                </a:lnTo>
                <a:lnTo>
                  <a:pt x="1796950" y="483787"/>
                </a:lnTo>
                <a:lnTo>
                  <a:pt x="1796289" y="483407"/>
                </a:lnTo>
                <a:lnTo>
                  <a:pt x="1795629" y="483042"/>
                </a:lnTo>
                <a:lnTo>
                  <a:pt x="1794959" y="482691"/>
                </a:lnTo>
                <a:lnTo>
                  <a:pt x="1794277" y="482356"/>
                </a:lnTo>
                <a:lnTo>
                  <a:pt x="1793584" y="482037"/>
                </a:lnTo>
                <a:lnTo>
                  <a:pt x="1792880" y="481733"/>
                </a:lnTo>
                <a:lnTo>
                  <a:pt x="1792165" y="481445"/>
                </a:lnTo>
                <a:lnTo>
                  <a:pt x="1791438" y="481173"/>
                </a:lnTo>
                <a:lnTo>
                  <a:pt x="1790701" y="480916"/>
                </a:lnTo>
                <a:lnTo>
                  <a:pt x="1789952" y="480675"/>
                </a:lnTo>
                <a:lnTo>
                  <a:pt x="1789193" y="480449"/>
                </a:lnTo>
                <a:lnTo>
                  <a:pt x="1788422" y="480239"/>
                </a:lnTo>
                <a:lnTo>
                  <a:pt x="1787640" y="480044"/>
                </a:lnTo>
                <a:lnTo>
                  <a:pt x="1786847" y="479865"/>
                </a:lnTo>
                <a:lnTo>
                  <a:pt x="1786043" y="479701"/>
                </a:lnTo>
                <a:lnTo>
                  <a:pt x="1785227" y="479553"/>
                </a:lnTo>
                <a:lnTo>
                  <a:pt x="1784401" y="479421"/>
                </a:lnTo>
                <a:lnTo>
                  <a:pt x="1783563" y="479304"/>
                </a:lnTo>
                <a:lnTo>
                  <a:pt x="1782715" y="479203"/>
                </a:lnTo>
                <a:lnTo>
                  <a:pt x="1781855" y="479117"/>
                </a:lnTo>
                <a:lnTo>
                  <a:pt x="1780984" y="479047"/>
                </a:lnTo>
                <a:lnTo>
                  <a:pt x="1780102" y="478993"/>
                </a:lnTo>
                <a:lnTo>
                  <a:pt x="1779209" y="478954"/>
                </a:lnTo>
                <a:lnTo>
                  <a:pt x="1778304" y="478931"/>
                </a:lnTo>
                <a:lnTo>
                  <a:pt x="1777389" y="478923"/>
                </a:lnTo>
                <a:lnTo>
                  <a:pt x="1776407" y="478932"/>
                </a:lnTo>
                <a:lnTo>
                  <a:pt x="1775436" y="478958"/>
                </a:lnTo>
                <a:lnTo>
                  <a:pt x="1774476" y="479003"/>
                </a:lnTo>
                <a:lnTo>
                  <a:pt x="1773527" y="479065"/>
                </a:lnTo>
                <a:lnTo>
                  <a:pt x="1772589" y="479145"/>
                </a:lnTo>
                <a:lnTo>
                  <a:pt x="1771663" y="479243"/>
                </a:lnTo>
                <a:lnTo>
                  <a:pt x="1770748" y="479359"/>
                </a:lnTo>
                <a:lnTo>
                  <a:pt x="1769843" y="479492"/>
                </a:lnTo>
                <a:lnTo>
                  <a:pt x="1768950" y="479643"/>
                </a:lnTo>
                <a:lnTo>
                  <a:pt x="1768068" y="479813"/>
                </a:lnTo>
                <a:lnTo>
                  <a:pt x="1767197" y="479999"/>
                </a:lnTo>
                <a:lnTo>
                  <a:pt x="1766337" y="480204"/>
                </a:lnTo>
                <a:lnTo>
                  <a:pt x="1765489" y="480427"/>
                </a:lnTo>
                <a:lnTo>
                  <a:pt x="1764651" y="480667"/>
                </a:lnTo>
                <a:lnTo>
                  <a:pt x="1763825" y="480925"/>
                </a:lnTo>
                <a:lnTo>
                  <a:pt x="1763009" y="481201"/>
                </a:lnTo>
                <a:lnTo>
                  <a:pt x="1762205" y="481494"/>
                </a:lnTo>
                <a:lnTo>
                  <a:pt x="1761412" y="481806"/>
                </a:lnTo>
                <a:lnTo>
                  <a:pt x="1760630" y="482135"/>
                </a:lnTo>
                <a:lnTo>
                  <a:pt x="1759859" y="482482"/>
                </a:lnTo>
                <a:lnTo>
                  <a:pt x="1759100" y="482847"/>
                </a:lnTo>
                <a:lnTo>
                  <a:pt x="1758351" y="483229"/>
                </a:lnTo>
                <a:lnTo>
                  <a:pt x="1757614" y="483630"/>
                </a:lnTo>
                <a:lnTo>
                  <a:pt x="1756887" y="484048"/>
                </a:lnTo>
                <a:lnTo>
                  <a:pt x="1756174" y="484469"/>
                </a:lnTo>
                <a:lnTo>
                  <a:pt x="1755474" y="484905"/>
                </a:lnTo>
                <a:lnTo>
                  <a:pt x="1754788" y="485355"/>
                </a:lnTo>
                <a:lnTo>
                  <a:pt x="1754116" y="485819"/>
                </a:lnTo>
                <a:lnTo>
                  <a:pt x="1753457" y="486298"/>
                </a:lnTo>
                <a:lnTo>
                  <a:pt x="1752813" y="486791"/>
                </a:lnTo>
                <a:lnTo>
                  <a:pt x="1752183" y="487299"/>
                </a:lnTo>
                <a:lnTo>
                  <a:pt x="1751566" y="487821"/>
                </a:lnTo>
                <a:lnTo>
                  <a:pt x="1750964" y="488358"/>
                </a:lnTo>
                <a:lnTo>
                  <a:pt x="1750375" y="488909"/>
                </a:lnTo>
                <a:lnTo>
                  <a:pt x="1749800" y="489474"/>
                </a:lnTo>
                <a:lnTo>
                  <a:pt x="1749239" y="490054"/>
                </a:lnTo>
                <a:lnTo>
                  <a:pt x="1748692" y="490649"/>
                </a:lnTo>
                <a:lnTo>
                  <a:pt x="1748159" y="491258"/>
                </a:lnTo>
                <a:lnTo>
                  <a:pt x="1747640" y="491881"/>
                </a:lnTo>
                <a:lnTo>
                  <a:pt x="1747135" y="492519"/>
                </a:lnTo>
                <a:lnTo>
                  <a:pt x="1746644" y="493172"/>
                </a:lnTo>
                <a:lnTo>
                  <a:pt x="1746166" y="493838"/>
                </a:lnTo>
                <a:lnTo>
                  <a:pt x="1745703" y="494520"/>
                </a:lnTo>
                <a:lnTo>
                  <a:pt x="1745253" y="495215"/>
                </a:lnTo>
                <a:lnTo>
                  <a:pt x="1744817" y="495926"/>
                </a:lnTo>
                <a:lnTo>
                  <a:pt x="1744395" y="496650"/>
                </a:lnTo>
                <a:lnTo>
                  <a:pt x="1743987" y="497389"/>
                </a:lnTo>
                <a:lnTo>
                  <a:pt x="1743593" y="498143"/>
                </a:lnTo>
                <a:lnTo>
                  <a:pt x="1743214" y="498910"/>
                </a:lnTo>
                <a:lnTo>
                  <a:pt x="1742851" y="499688"/>
                </a:lnTo>
                <a:lnTo>
                  <a:pt x="1742505" y="500478"/>
                </a:lnTo>
                <a:lnTo>
                  <a:pt x="1742174" y="501280"/>
                </a:lnTo>
                <a:lnTo>
                  <a:pt x="1741860" y="502093"/>
                </a:lnTo>
                <a:lnTo>
                  <a:pt x="1741561" y="502918"/>
                </a:lnTo>
                <a:lnTo>
                  <a:pt x="1741279" y="503755"/>
                </a:lnTo>
                <a:lnTo>
                  <a:pt x="1741013" y="504603"/>
                </a:lnTo>
                <a:lnTo>
                  <a:pt x="1740763" y="505463"/>
                </a:lnTo>
                <a:lnTo>
                  <a:pt x="1740529" y="506335"/>
                </a:lnTo>
                <a:lnTo>
                  <a:pt x="1740311" y="507218"/>
                </a:lnTo>
                <a:lnTo>
                  <a:pt x="1740110" y="508114"/>
                </a:lnTo>
                <a:lnTo>
                  <a:pt x="1739924" y="509020"/>
                </a:lnTo>
                <a:lnTo>
                  <a:pt x="1739755" y="509939"/>
                </a:lnTo>
                <a:lnTo>
                  <a:pt x="1739602" y="510869"/>
                </a:lnTo>
                <a:lnTo>
                  <a:pt x="1739465" y="511811"/>
                </a:lnTo>
                <a:lnTo>
                  <a:pt x="1739344" y="512764"/>
                </a:lnTo>
                <a:lnTo>
                  <a:pt x="1739239" y="513729"/>
                </a:lnTo>
                <a:lnTo>
                  <a:pt x="1739150" y="514706"/>
                </a:lnTo>
                <a:lnTo>
                  <a:pt x="1739077" y="515695"/>
                </a:lnTo>
                <a:lnTo>
                  <a:pt x="1739021" y="516695"/>
                </a:lnTo>
                <a:lnTo>
                  <a:pt x="1738981" y="517707"/>
                </a:lnTo>
                <a:lnTo>
                  <a:pt x="1738956" y="518731"/>
                </a:lnTo>
                <a:lnTo>
                  <a:pt x="1738948" y="519766"/>
                </a:lnTo>
                <a:lnTo>
                  <a:pt x="1738948" y="523129"/>
                </a:lnTo>
                <a:lnTo>
                  <a:pt x="1738955" y="524126"/>
                </a:lnTo>
                <a:lnTo>
                  <a:pt x="1738976" y="525113"/>
                </a:lnTo>
                <a:lnTo>
                  <a:pt x="1739011" y="526090"/>
                </a:lnTo>
                <a:lnTo>
                  <a:pt x="1739060" y="527058"/>
                </a:lnTo>
                <a:lnTo>
                  <a:pt x="1739122" y="528016"/>
                </a:lnTo>
                <a:lnTo>
                  <a:pt x="1739199" y="528965"/>
                </a:lnTo>
                <a:lnTo>
                  <a:pt x="1739289" y="529905"/>
                </a:lnTo>
                <a:lnTo>
                  <a:pt x="1739393" y="530835"/>
                </a:lnTo>
                <a:lnTo>
                  <a:pt x="1739512" y="531756"/>
                </a:lnTo>
                <a:lnTo>
                  <a:pt x="1739644" y="532667"/>
                </a:lnTo>
                <a:lnTo>
                  <a:pt x="1739790" y="533569"/>
                </a:lnTo>
                <a:lnTo>
                  <a:pt x="1739950" y="534461"/>
                </a:lnTo>
                <a:lnTo>
                  <a:pt x="1740123" y="535344"/>
                </a:lnTo>
                <a:lnTo>
                  <a:pt x="1740311" y="536218"/>
                </a:lnTo>
                <a:lnTo>
                  <a:pt x="1740513" y="537082"/>
                </a:lnTo>
                <a:lnTo>
                  <a:pt x="1740728" y="537936"/>
                </a:lnTo>
                <a:lnTo>
                  <a:pt x="1740958" y="538781"/>
                </a:lnTo>
                <a:lnTo>
                  <a:pt x="1741201" y="539617"/>
                </a:lnTo>
                <a:lnTo>
                  <a:pt x="1741458" y="540443"/>
                </a:lnTo>
                <a:lnTo>
                  <a:pt x="1741729" y="541260"/>
                </a:lnTo>
                <a:lnTo>
                  <a:pt x="1742014" y="542067"/>
                </a:lnTo>
                <a:lnTo>
                  <a:pt x="1742313" y="542865"/>
                </a:lnTo>
                <a:lnTo>
                  <a:pt x="1742626" y="543653"/>
                </a:lnTo>
                <a:lnTo>
                  <a:pt x="1742953" y="544432"/>
                </a:lnTo>
                <a:lnTo>
                  <a:pt x="1743307" y="545199"/>
                </a:lnTo>
                <a:lnTo>
                  <a:pt x="1743676" y="545951"/>
                </a:lnTo>
                <a:lnTo>
                  <a:pt x="1744059" y="546689"/>
                </a:lnTo>
                <a:lnTo>
                  <a:pt x="1744456" y="547413"/>
                </a:lnTo>
                <a:lnTo>
                  <a:pt x="1744869" y="548122"/>
                </a:lnTo>
                <a:lnTo>
                  <a:pt x="1745295" y="548816"/>
                </a:lnTo>
                <a:lnTo>
                  <a:pt x="1745736" y="549497"/>
                </a:lnTo>
                <a:lnTo>
                  <a:pt x="1746192" y="550162"/>
                </a:lnTo>
                <a:lnTo>
                  <a:pt x="1746662" y="550814"/>
                </a:lnTo>
                <a:lnTo>
                  <a:pt x="1747146" y="551450"/>
                </a:lnTo>
                <a:lnTo>
                  <a:pt x="1747645" y="552073"/>
                </a:lnTo>
                <a:lnTo>
                  <a:pt x="1748158" y="552680"/>
                </a:lnTo>
                <a:lnTo>
                  <a:pt x="1748686" y="553274"/>
                </a:lnTo>
                <a:lnTo>
                  <a:pt x="1749228" y="553853"/>
                </a:lnTo>
                <a:lnTo>
                  <a:pt x="1749785" y="554417"/>
                </a:lnTo>
                <a:lnTo>
                  <a:pt x="1750356" y="554967"/>
                </a:lnTo>
                <a:lnTo>
                  <a:pt x="1750942" y="555503"/>
                </a:lnTo>
                <a:lnTo>
                  <a:pt x="1751542" y="556024"/>
                </a:lnTo>
                <a:lnTo>
                  <a:pt x="1752156" y="556531"/>
                </a:lnTo>
                <a:lnTo>
                  <a:pt x="1752785" y="557023"/>
                </a:lnTo>
                <a:lnTo>
                  <a:pt x="1753429" y="557501"/>
                </a:lnTo>
                <a:lnTo>
                  <a:pt x="1754087" y="557964"/>
                </a:lnTo>
                <a:lnTo>
                  <a:pt x="1754759" y="558413"/>
                </a:lnTo>
                <a:lnTo>
                  <a:pt x="1755446" y="558847"/>
                </a:lnTo>
                <a:lnTo>
                  <a:pt x="1756161" y="559265"/>
                </a:lnTo>
                <a:lnTo>
                  <a:pt x="1756891" y="559666"/>
                </a:lnTo>
                <a:lnTo>
                  <a:pt x="1757636" y="560048"/>
                </a:lnTo>
                <a:lnTo>
                  <a:pt x="1758396" y="560413"/>
                </a:lnTo>
                <a:lnTo>
                  <a:pt x="1759171" y="560760"/>
                </a:lnTo>
                <a:lnTo>
                  <a:pt x="1759961" y="561089"/>
                </a:lnTo>
                <a:lnTo>
                  <a:pt x="1760766" y="561401"/>
                </a:lnTo>
                <a:lnTo>
                  <a:pt x="1761586" y="561694"/>
                </a:lnTo>
                <a:lnTo>
                  <a:pt x="1762421" y="561970"/>
                </a:lnTo>
                <a:lnTo>
                  <a:pt x="1763271" y="562228"/>
                </a:lnTo>
                <a:lnTo>
                  <a:pt x="1764136" y="562469"/>
                </a:lnTo>
                <a:lnTo>
                  <a:pt x="1765016" y="562691"/>
                </a:lnTo>
                <a:lnTo>
                  <a:pt x="1765911" y="562896"/>
                </a:lnTo>
                <a:lnTo>
                  <a:pt x="1766821" y="563083"/>
                </a:lnTo>
                <a:lnTo>
                  <a:pt x="1767746" y="563252"/>
                </a:lnTo>
                <a:lnTo>
                  <a:pt x="1768686" y="563403"/>
                </a:lnTo>
                <a:lnTo>
                  <a:pt x="1769642" y="563536"/>
                </a:lnTo>
                <a:lnTo>
                  <a:pt x="1770612" y="563652"/>
                </a:lnTo>
                <a:lnTo>
                  <a:pt x="1771597" y="563750"/>
                </a:lnTo>
                <a:lnTo>
                  <a:pt x="1772597" y="563830"/>
                </a:lnTo>
                <a:lnTo>
                  <a:pt x="1773613" y="563892"/>
                </a:lnTo>
                <a:lnTo>
                  <a:pt x="1774643" y="563937"/>
                </a:lnTo>
                <a:lnTo>
                  <a:pt x="1775688" y="563963"/>
                </a:lnTo>
                <a:lnTo>
                  <a:pt x="1776748" y="563972"/>
                </a:lnTo>
                <a:lnTo>
                  <a:pt x="1777664" y="563966"/>
                </a:lnTo>
                <a:lnTo>
                  <a:pt x="1778569" y="563946"/>
                </a:lnTo>
                <a:lnTo>
                  <a:pt x="1779464" y="563912"/>
                </a:lnTo>
                <a:lnTo>
                  <a:pt x="1780348" y="563866"/>
                </a:lnTo>
                <a:lnTo>
                  <a:pt x="1781221" y="563806"/>
                </a:lnTo>
                <a:lnTo>
                  <a:pt x="1782084" y="563732"/>
                </a:lnTo>
                <a:lnTo>
                  <a:pt x="1782936" y="563645"/>
                </a:lnTo>
                <a:close/>
                <a:moveTo>
                  <a:pt x="1755916" y="510176"/>
                </a:moveTo>
                <a:lnTo>
                  <a:pt x="1755971" y="509729"/>
                </a:lnTo>
                <a:lnTo>
                  <a:pt x="1756033" y="509284"/>
                </a:lnTo>
                <a:lnTo>
                  <a:pt x="1756104" y="508839"/>
                </a:lnTo>
                <a:lnTo>
                  <a:pt x="1756183" y="508396"/>
                </a:lnTo>
                <a:lnTo>
                  <a:pt x="1756271" y="507954"/>
                </a:lnTo>
                <a:lnTo>
                  <a:pt x="1756367" y="507513"/>
                </a:lnTo>
                <a:lnTo>
                  <a:pt x="1756471" y="507073"/>
                </a:lnTo>
                <a:lnTo>
                  <a:pt x="1756584" y="506634"/>
                </a:lnTo>
                <a:lnTo>
                  <a:pt x="1756705" y="506196"/>
                </a:lnTo>
                <a:lnTo>
                  <a:pt x="1756834" y="505760"/>
                </a:lnTo>
                <a:lnTo>
                  <a:pt x="1756972" y="505324"/>
                </a:lnTo>
                <a:lnTo>
                  <a:pt x="1757118" y="504890"/>
                </a:lnTo>
                <a:lnTo>
                  <a:pt x="1757272" y="504457"/>
                </a:lnTo>
                <a:lnTo>
                  <a:pt x="1757435" y="504025"/>
                </a:lnTo>
                <a:lnTo>
                  <a:pt x="1757606" y="503594"/>
                </a:lnTo>
                <a:lnTo>
                  <a:pt x="1757785" y="503164"/>
                </a:lnTo>
                <a:lnTo>
                  <a:pt x="1757973" y="502735"/>
                </a:lnTo>
                <a:lnTo>
                  <a:pt x="1758169" y="502307"/>
                </a:lnTo>
                <a:lnTo>
                  <a:pt x="1758386" y="501870"/>
                </a:lnTo>
                <a:lnTo>
                  <a:pt x="1758610" y="501440"/>
                </a:lnTo>
                <a:lnTo>
                  <a:pt x="1758842" y="501016"/>
                </a:lnTo>
                <a:lnTo>
                  <a:pt x="1759081" y="500599"/>
                </a:lnTo>
                <a:lnTo>
                  <a:pt x="1759327" y="500188"/>
                </a:lnTo>
                <a:lnTo>
                  <a:pt x="1759580" y="499785"/>
                </a:lnTo>
                <a:lnTo>
                  <a:pt x="1759841" y="499388"/>
                </a:lnTo>
                <a:lnTo>
                  <a:pt x="1760109" y="498997"/>
                </a:lnTo>
                <a:lnTo>
                  <a:pt x="1760384" y="498613"/>
                </a:lnTo>
                <a:lnTo>
                  <a:pt x="1760666" y="498236"/>
                </a:lnTo>
                <a:lnTo>
                  <a:pt x="1760955" y="497866"/>
                </a:lnTo>
                <a:lnTo>
                  <a:pt x="1761252" y="497502"/>
                </a:lnTo>
                <a:lnTo>
                  <a:pt x="1761556" y="497145"/>
                </a:lnTo>
                <a:lnTo>
                  <a:pt x="1761867" y="496795"/>
                </a:lnTo>
                <a:lnTo>
                  <a:pt x="1762185" y="496451"/>
                </a:lnTo>
                <a:lnTo>
                  <a:pt x="1762511" y="496114"/>
                </a:lnTo>
                <a:lnTo>
                  <a:pt x="1762844" y="495784"/>
                </a:lnTo>
                <a:lnTo>
                  <a:pt x="1763184" y="495460"/>
                </a:lnTo>
                <a:lnTo>
                  <a:pt x="1763531" y="495143"/>
                </a:lnTo>
                <a:lnTo>
                  <a:pt x="1763886" y="494833"/>
                </a:lnTo>
                <a:lnTo>
                  <a:pt x="1764248" y="494529"/>
                </a:lnTo>
                <a:lnTo>
                  <a:pt x="1764617" y="494232"/>
                </a:lnTo>
                <a:lnTo>
                  <a:pt x="1764993" y="493942"/>
                </a:lnTo>
                <a:lnTo>
                  <a:pt x="1765376" y="493658"/>
                </a:lnTo>
                <a:lnTo>
                  <a:pt x="1765780" y="493384"/>
                </a:lnTo>
                <a:lnTo>
                  <a:pt x="1766192" y="493121"/>
                </a:lnTo>
                <a:lnTo>
                  <a:pt x="1766610" y="492870"/>
                </a:lnTo>
                <a:lnTo>
                  <a:pt x="1767036" y="492631"/>
                </a:lnTo>
                <a:lnTo>
                  <a:pt x="1767469" y="492403"/>
                </a:lnTo>
                <a:lnTo>
                  <a:pt x="1767909" y="492187"/>
                </a:lnTo>
                <a:lnTo>
                  <a:pt x="1768356" y="491982"/>
                </a:lnTo>
                <a:lnTo>
                  <a:pt x="1768811" y="491790"/>
                </a:lnTo>
                <a:lnTo>
                  <a:pt x="1769273" y="491609"/>
                </a:lnTo>
                <a:lnTo>
                  <a:pt x="1769742" y="491439"/>
                </a:lnTo>
                <a:lnTo>
                  <a:pt x="1770218" y="491282"/>
                </a:lnTo>
                <a:lnTo>
                  <a:pt x="1770702" y="491136"/>
                </a:lnTo>
                <a:lnTo>
                  <a:pt x="1771193" y="491001"/>
                </a:lnTo>
                <a:lnTo>
                  <a:pt x="1771691" y="490879"/>
                </a:lnTo>
                <a:lnTo>
                  <a:pt x="1772196" y="490768"/>
                </a:lnTo>
                <a:lnTo>
                  <a:pt x="1772709" y="490668"/>
                </a:lnTo>
                <a:lnTo>
                  <a:pt x="1773228" y="490581"/>
                </a:lnTo>
                <a:lnTo>
                  <a:pt x="1773755" y="490505"/>
                </a:lnTo>
                <a:lnTo>
                  <a:pt x="1774289" y="490441"/>
                </a:lnTo>
                <a:lnTo>
                  <a:pt x="1774831" y="490388"/>
                </a:lnTo>
                <a:lnTo>
                  <a:pt x="1775379" y="490347"/>
                </a:lnTo>
                <a:lnTo>
                  <a:pt x="1775935" y="490318"/>
                </a:lnTo>
                <a:lnTo>
                  <a:pt x="1776498" y="490301"/>
                </a:lnTo>
                <a:lnTo>
                  <a:pt x="1777069" y="490295"/>
                </a:lnTo>
                <a:lnTo>
                  <a:pt x="1777573" y="490299"/>
                </a:lnTo>
                <a:lnTo>
                  <a:pt x="1778073" y="490314"/>
                </a:lnTo>
                <a:lnTo>
                  <a:pt x="1778568" y="490337"/>
                </a:lnTo>
                <a:lnTo>
                  <a:pt x="1779057" y="490370"/>
                </a:lnTo>
                <a:lnTo>
                  <a:pt x="1779542" y="490413"/>
                </a:lnTo>
                <a:lnTo>
                  <a:pt x="1780022" y="490465"/>
                </a:lnTo>
                <a:lnTo>
                  <a:pt x="1780496" y="490526"/>
                </a:lnTo>
                <a:lnTo>
                  <a:pt x="1780966" y="490597"/>
                </a:lnTo>
                <a:lnTo>
                  <a:pt x="1781431" y="490678"/>
                </a:lnTo>
                <a:lnTo>
                  <a:pt x="1781890" y="490767"/>
                </a:lnTo>
                <a:lnTo>
                  <a:pt x="1782345" y="490867"/>
                </a:lnTo>
                <a:lnTo>
                  <a:pt x="1782795" y="490975"/>
                </a:lnTo>
                <a:lnTo>
                  <a:pt x="1783239" y="491094"/>
                </a:lnTo>
                <a:lnTo>
                  <a:pt x="1783679" y="491221"/>
                </a:lnTo>
                <a:lnTo>
                  <a:pt x="1784114" y="491358"/>
                </a:lnTo>
                <a:lnTo>
                  <a:pt x="1784543" y="491505"/>
                </a:lnTo>
                <a:lnTo>
                  <a:pt x="1784968" y="491661"/>
                </a:lnTo>
                <a:lnTo>
                  <a:pt x="1785387" y="491826"/>
                </a:lnTo>
                <a:lnTo>
                  <a:pt x="1785802" y="492001"/>
                </a:lnTo>
                <a:lnTo>
                  <a:pt x="1786212" y="492186"/>
                </a:lnTo>
                <a:lnTo>
                  <a:pt x="1786616" y="492379"/>
                </a:lnTo>
                <a:lnTo>
                  <a:pt x="1787016" y="492583"/>
                </a:lnTo>
                <a:lnTo>
                  <a:pt x="1787410" y="492795"/>
                </a:lnTo>
                <a:lnTo>
                  <a:pt x="1787800" y="493018"/>
                </a:lnTo>
                <a:lnTo>
                  <a:pt x="1788183" y="493248"/>
                </a:lnTo>
                <a:lnTo>
                  <a:pt x="1788559" y="493486"/>
                </a:lnTo>
                <a:lnTo>
                  <a:pt x="1788926" y="493731"/>
                </a:lnTo>
                <a:lnTo>
                  <a:pt x="1789286" y="493983"/>
                </a:lnTo>
                <a:lnTo>
                  <a:pt x="1789638" y="494242"/>
                </a:lnTo>
                <a:lnTo>
                  <a:pt x="1789982" y="494509"/>
                </a:lnTo>
                <a:lnTo>
                  <a:pt x="1790319" y="494783"/>
                </a:lnTo>
                <a:lnTo>
                  <a:pt x="1790647" y="495064"/>
                </a:lnTo>
                <a:lnTo>
                  <a:pt x="1790968" y="495353"/>
                </a:lnTo>
                <a:lnTo>
                  <a:pt x="1791281" y="495648"/>
                </a:lnTo>
                <a:lnTo>
                  <a:pt x="1791587" y="495951"/>
                </a:lnTo>
                <a:lnTo>
                  <a:pt x="1791884" y="496261"/>
                </a:lnTo>
                <a:lnTo>
                  <a:pt x="1792174" y="496578"/>
                </a:lnTo>
                <a:lnTo>
                  <a:pt x="1792456" y="496903"/>
                </a:lnTo>
                <a:lnTo>
                  <a:pt x="1792730" y="497235"/>
                </a:lnTo>
                <a:lnTo>
                  <a:pt x="1792997" y="497574"/>
                </a:lnTo>
                <a:lnTo>
                  <a:pt x="1793255" y="497920"/>
                </a:lnTo>
                <a:lnTo>
                  <a:pt x="1793506" y="498273"/>
                </a:lnTo>
                <a:lnTo>
                  <a:pt x="1793749" y="498634"/>
                </a:lnTo>
                <a:lnTo>
                  <a:pt x="1793984" y="499002"/>
                </a:lnTo>
                <a:lnTo>
                  <a:pt x="1794212" y="499377"/>
                </a:lnTo>
                <a:lnTo>
                  <a:pt x="1794431" y="499759"/>
                </a:lnTo>
                <a:lnTo>
                  <a:pt x="1794643" y="500149"/>
                </a:lnTo>
                <a:lnTo>
                  <a:pt x="1794847" y="500546"/>
                </a:lnTo>
                <a:lnTo>
                  <a:pt x="1795057" y="500935"/>
                </a:lnTo>
                <a:lnTo>
                  <a:pt x="1795257" y="501330"/>
                </a:lnTo>
                <a:lnTo>
                  <a:pt x="1795448" y="501729"/>
                </a:lnTo>
                <a:lnTo>
                  <a:pt x="1795630" y="502134"/>
                </a:lnTo>
                <a:lnTo>
                  <a:pt x="1795804" y="502543"/>
                </a:lnTo>
                <a:lnTo>
                  <a:pt x="1795969" y="502958"/>
                </a:lnTo>
                <a:lnTo>
                  <a:pt x="1796124" y="503378"/>
                </a:lnTo>
                <a:lnTo>
                  <a:pt x="1796271" y="503802"/>
                </a:lnTo>
                <a:lnTo>
                  <a:pt x="1796409" y="504232"/>
                </a:lnTo>
                <a:lnTo>
                  <a:pt x="1796538" y="504667"/>
                </a:lnTo>
                <a:lnTo>
                  <a:pt x="1796658" y="505106"/>
                </a:lnTo>
                <a:lnTo>
                  <a:pt x="1796769" y="505551"/>
                </a:lnTo>
                <a:lnTo>
                  <a:pt x="1796872" y="506000"/>
                </a:lnTo>
                <a:lnTo>
                  <a:pt x="1796965" y="506455"/>
                </a:lnTo>
                <a:lnTo>
                  <a:pt x="1797050" y="506915"/>
                </a:lnTo>
                <a:lnTo>
                  <a:pt x="1797125" y="507379"/>
                </a:lnTo>
                <a:lnTo>
                  <a:pt x="1797192" y="507849"/>
                </a:lnTo>
                <a:lnTo>
                  <a:pt x="1797250" y="508324"/>
                </a:lnTo>
                <a:lnTo>
                  <a:pt x="1797299" y="508803"/>
                </a:lnTo>
                <a:lnTo>
                  <a:pt x="1797339" y="509288"/>
                </a:lnTo>
                <a:lnTo>
                  <a:pt x="1797370" y="509778"/>
                </a:lnTo>
                <a:lnTo>
                  <a:pt x="1797392" y="510272"/>
                </a:lnTo>
                <a:lnTo>
                  <a:pt x="1797406" y="510772"/>
                </a:lnTo>
                <a:lnTo>
                  <a:pt x="1797410" y="511277"/>
                </a:lnTo>
                <a:lnTo>
                  <a:pt x="1797410" y="513679"/>
                </a:lnTo>
                <a:lnTo>
                  <a:pt x="1755766" y="513679"/>
                </a:lnTo>
                <a:lnTo>
                  <a:pt x="1755766" y="512879"/>
                </a:lnTo>
                <a:lnTo>
                  <a:pt x="1755770" y="512425"/>
                </a:lnTo>
                <a:lnTo>
                  <a:pt x="1755783" y="511973"/>
                </a:lnTo>
                <a:lnTo>
                  <a:pt x="1755804" y="511522"/>
                </a:lnTo>
                <a:lnTo>
                  <a:pt x="1755833" y="511072"/>
                </a:lnTo>
                <a:lnTo>
                  <a:pt x="1755870" y="510623"/>
                </a:lnTo>
                <a:lnTo>
                  <a:pt x="1755916" y="510176"/>
                </a:lnTo>
                <a:close/>
                <a:moveTo>
                  <a:pt x="1602530" y="813044"/>
                </a:moveTo>
                <a:lnTo>
                  <a:pt x="1603023" y="813015"/>
                </a:lnTo>
                <a:lnTo>
                  <a:pt x="1603517" y="812982"/>
                </a:lnTo>
                <a:lnTo>
                  <a:pt x="1604011" y="812944"/>
                </a:lnTo>
                <a:lnTo>
                  <a:pt x="1604505" y="812902"/>
                </a:lnTo>
                <a:lnTo>
                  <a:pt x="1604999" y="812855"/>
                </a:lnTo>
                <a:lnTo>
                  <a:pt x="1605493" y="812804"/>
                </a:lnTo>
                <a:lnTo>
                  <a:pt x="1605987" y="812748"/>
                </a:lnTo>
                <a:lnTo>
                  <a:pt x="1606480" y="812688"/>
                </a:lnTo>
                <a:lnTo>
                  <a:pt x="1606974" y="812623"/>
                </a:lnTo>
                <a:lnTo>
                  <a:pt x="1607468" y="812555"/>
                </a:lnTo>
                <a:lnTo>
                  <a:pt x="1607962" y="812481"/>
                </a:lnTo>
                <a:lnTo>
                  <a:pt x="1608456" y="812403"/>
                </a:lnTo>
                <a:lnTo>
                  <a:pt x="1608950" y="812321"/>
                </a:lnTo>
                <a:lnTo>
                  <a:pt x="1609444" y="812234"/>
                </a:lnTo>
                <a:lnTo>
                  <a:pt x="1609937" y="812143"/>
                </a:lnTo>
                <a:lnTo>
                  <a:pt x="1610431" y="812047"/>
                </a:lnTo>
                <a:lnTo>
                  <a:pt x="1610925" y="811947"/>
                </a:lnTo>
                <a:lnTo>
                  <a:pt x="1611419" y="811843"/>
                </a:lnTo>
                <a:lnTo>
                  <a:pt x="1611909" y="811747"/>
                </a:lnTo>
                <a:lnTo>
                  <a:pt x="1612392" y="811648"/>
                </a:lnTo>
                <a:lnTo>
                  <a:pt x="1612868" y="811545"/>
                </a:lnTo>
                <a:lnTo>
                  <a:pt x="1613337" y="811438"/>
                </a:lnTo>
                <a:lnTo>
                  <a:pt x="1613798" y="811327"/>
                </a:lnTo>
                <a:lnTo>
                  <a:pt x="1614252" y="811212"/>
                </a:lnTo>
                <a:lnTo>
                  <a:pt x="1614699" y="811093"/>
                </a:lnTo>
                <a:lnTo>
                  <a:pt x="1615138" y="810971"/>
                </a:lnTo>
                <a:lnTo>
                  <a:pt x="1615571" y="810844"/>
                </a:lnTo>
                <a:lnTo>
                  <a:pt x="1615996" y="810714"/>
                </a:lnTo>
                <a:lnTo>
                  <a:pt x="1616414" y="810579"/>
                </a:lnTo>
                <a:lnTo>
                  <a:pt x="1616825" y="810441"/>
                </a:lnTo>
                <a:lnTo>
                  <a:pt x="1617228" y="810299"/>
                </a:lnTo>
                <a:lnTo>
                  <a:pt x="1617624" y="810153"/>
                </a:lnTo>
                <a:lnTo>
                  <a:pt x="1618013" y="810003"/>
                </a:lnTo>
                <a:lnTo>
                  <a:pt x="1618395" y="809849"/>
                </a:lnTo>
                <a:lnTo>
                  <a:pt x="1618770" y="809692"/>
                </a:lnTo>
                <a:lnTo>
                  <a:pt x="1619137" y="809530"/>
                </a:lnTo>
                <a:lnTo>
                  <a:pt x="1619497" y="809365"/>
                </a:lnTo>
                <a:lnTo>
                  <a:pt x="1619850" y="809195"/>
                </a:lnTo>
                <a:lnTo>
                  <a:pt x="1620196" y="809022"/>
                </a:lnTo>
                <a:lnTo>
                  <a:pt x="1620534" y="808845"/>
                </a:lnTo>
                <a:lnTo>
                  <a:pt x="1620865" y="808664"/>
                </a:lnTo>
                <a:lnTo>
                  <a:pt x="1621189" y="808479"/>
                </a:lnTo>
                <a:lnTo>
                  <a:pt x="1621189" y="796146"/>
                </a:lnTo>
                <a:lnTo>
                  <a:pt x="1620907" y="796279"/>
                </a:lnTo>
                <a:lnTo>
                  <a:pt x="1620621" y="796412"/>
                </a:lnTo>
                <a:lnTo>
                  <a:pt x="1620331" y="796544"/>
                </a:lnTo>
                <a:lnTo>
                  <a:pt x="1620037" y="796676"/>
                </a:lnTo>
                <a:lnTo>
                  <a:pt x="1619739" y="796807"/>
                </a:lnTo>
                <a:lnTo>
                  <a:pt x="1619437" y="796937"/>
                </a:lnTo>
                <a:lnTo>
                  <a:pt x="1619132" y="797067"/>
                </a:lnTo>
                <a:lnTo>
                  <a:pt x="1618822" y="797196"/>
                </a:lnTo>
                <a:lnTo>
                  <a:pt x="1618509" y="797325"/>
                </a:lnTo>
                <a:lnTo>
                  <a:pt x="1618192" y="797453"/>
                </a:lnTo>
                <a:lnTo>
                  <a:pt x="1617871" y="797581"/>
                </a:lnTo>
                <a:lnTo>
                  <a:pt x="1617545" y="797708"/>
                </a:lnTo>
                <a:lnTo>
                  <a:pt x="1617217" y="797834"/>
                </a:lnTo>
                <a:lnTo>
                  <a:pt x="1616884" y="797960"/>
                </a:lnTo>
                <a:lnTo>
                  <a:pt x="1616547" y="798086"/>
                </a:lnTo>
                <a:lnTo>
                  <a:pt x="1616206" y="798211"/>
                </a:lnTo>
                <a:lnTo>
                  <a:pt x="1615862" y="798335"/>
                </a:lnTo>
                <a:lnTo>
                  <a:pt x="1615513" y="798459"/>
                </a:lnTo>
                <a:lnTo>
                  <a:pt x="1615161" y="798582"/>
                </a:lnTo>
                <a:lnTo>
                  <a:pt x="1614805" y="798704"/>
                </a:lnTo>
                <a:lnTo>
                  <a:pt x="1614445" y="798826"/>
                </a:lnTo>
                <a:lnTo>
                  <a:pt x="1614081" y="798948"/>
                </a:lnTo>
                <a:lnTo>
                  <a:pt x="1613713" y="799069"/>
                </a:lnTo>
                <a:lnTo>
                  <a:pt x="1613341" y="799189"/>
                </a:lnTo>
                <a:lnTo>
                  <a:pt x="1612979" y="799294"/>
                </a:lnTo>
                <a:lnTo>
                  <a:pt x="1612615" y="799394"/>
                </a:lnTo>
                <a:lnTo>
                  <a:pt x="1612247" y="799490"/>
                </a:lnTo>
                <a:lnTo>
                  <a:pt x="1611877" y="799581"/>
                </a:lnTo>
                <a:lnTo>
                  <a:pt x="1611504" y="799668"/>
                </a:lnTo>
                <a:lnTo>
                  <a:pt x="1611129" y="799750"/>
                </a:lnTo>
                <a:lnTo>
                  <a:pt x="1610750" y="799828"/>
                </a:lnTo>
                <a:lnTo>
                  <a:pt x="1610369" y="799901"/>
                </a:lnTo>
                <a:lnTo>
                  <a:pt x="1609985" y="799970"/>
                </a:lnTo>
                <a:lnTo>
                  <a:pt x="1609598" y="800035"/>
                </a:lnTo>
                <a:lnTo>
                  <a:pt x="1609209" y="800095"/>
                </a:lnTo>
                <a:lnTo>
                  <a:pt x="1608816" y="800150"/>
                </a:lnTo>
                <a:lnTo>
                  <a:pt x="1608421" y="800201"/>
                </a:lnTo>
                <a:lnTo>
                  <a:pt x="1608023" y="800248"/>
                </a:lnTo>
                <a:lnTo>
                  <a:pt x="1607622" y="800290"/>
                </a:lnTo>
                <a:lnTo>
                  <a:pt x="1607219" y="800328"/>
                </a:lnTo>
                <a:lnTo>
                  <a:pt x="1606813" y="800362"/>
                </a:lnTo>
                <a:lnTo>
                  <a:pt x="1606404" y="800391"/>
                </a:lnTo>
                <a:lnTo>
                  <a:pt x="1605992" y="800415"/>
                </a:lnTo>
                <a:lnTo>
                  <a:pt x="1605577" y="800435"/>
                </a:lnTo>
                <a:lnTo>
                  <a:pt x="1605160" y="800451"/>
                </a:lnTo>
                <a:lnTo>
                  <a:pt x="1604740" y="800462"/>
                </a:lnTo>
                <a:lnTo>
                  <a:pt x="1604317" y="800468"/>
                </a:lnTo>
                <a:lnTo>
                  <a:pt x="1603891" y="800471"/>
                </a:lnTo>
                <a:lnTo>
                  <a:pt x="1603348" y="800468"/>
                </a:lnTo>
                <a:lnTo>
                  <a:pt x="1602812" y="800460"/>
                </a:lnTo>
                <a:lnTo>
                  <a:pt x="1602284" y="800446"/>
                </a:lnTo>
                <a:lnTo>
                  <a:pt x="1601764" y="800426"/>
                </a:lnTo>
                <a:lnTo>
                  <a:pt x="1601252" y="800401"/>
                </a:lnTo>
                <a:lnTo>
                  <a:pt x="1600748" y="800371"/>
                </a:lnTo>
                <a:lnTo>
                  <a:pt x="1600251" y="800334"/>
                </a:lnTo>
                <a:lnTo>
                  <a:pt x="1599762" y="800293"/>
                </a:lnTo>
                <a:lnTo>
                  <a:pt x="1599281" y="800245"/>
                </a:lnTo>
                <a:lnTo>
                  <a:pt x="1598808" y="800193"/>
                </a:lnTo>
                <a:lnTo>
                  <a:pt x="1598342" y="800134"/>
                </a:lnTo>
                <a:lnTo>
                  <a:pt x="1597885" y="800070"/>
                </a:lnTo>
                <a:lnTo>
                  <a:pt x="1597435" y="800001"/>
                </a:lnTo>
                <a:lnTo>
                  <a:pt x="1596993" y="799926"/>
                </a:lnTo>
                <a:lnTo>
                  <a:pt x="1596558" y="799845"/>
                </a:lnTo>
                <a:lnTo>
                  <a:pt x="1596132" y="799759"/>
                </a:lnTo>
                <a:lnTo>
                  <a:pt x="1595713" y="799667"/>
                </a:lnTo>
                <a:lnTo>
                  <a:pt x="1595302" y="799570"/>
                </a:lnTo>
                <a:lnTo>
                  <a:pt x="1594899" y="799467"/>
                </a:lnTo>
                <a:lnTo>
                  <a:pt x="1594503" y="799358"/>
                </a:lnTo>
                <a:lnTo>
                  <a:pt x="1594116" y="799244"/>
                </a:lnTo>
                <a:lnTo>
                  <a:pt x="1593736" y="799125"/>
                </a:lnTo>
                <a:lnTo>
                  <a:pt x="1593364" y="799000"/>
                </a:lnTo>
                <a:lnTo>
                  <a:pt x="1593000" y="798869"/>
                </a:lnTo>
                <a:lnTo>
                  <a:pt x="1592643" y="798732"/>
                </a:lnTo>
                <a:lnTo>
                  <a:pt x="1592293" y="798589"/>
                </a:lnTo>
                <a:lnTo>
                  <a:pt x="1591951" y="798439"/>
                </a:lnTo>
                <a:lnTo>
                  <a:pt x="1591616" y="798282"/>
                </a:lnTo>
                <a:lnTo>
                  <a:pt x="1591288" y="798118"/>
                </a:lnTo>
                <a:lnTo>
                  <a:pt x="1590967" y="797948"/>
                </a:lnTo>
                <a:lnTo>
                  <a:pt x="1590654" y="797771"/>
                </a:lnTo>
                <a:lnTo>
                  <a:pt x="1590348" y="797588"/>
                </a:lnTo>
                <a:lnTo>
                  <a:pt x="1590049" y="797397"/>
                </a:lnTo>
                <a:lnTo>
                  <a:pt x="1589757" y="797201"/>
                </a:lnTo>
                <a:lnTo>
                  <a:pt x="1589473" y="796997"/>
                </a:lnTo>
                <a:lnTo>
                  <a:pt x="1589196" y="796787"/>
                </a:lnTo>
                <a:lnTo>
                  <a:pt x="1588926" y="796570"/>
                </a:lnTo>
                <a:lnTo>
                  <a:pt x="1588663" y="796346"/>
                </a:lnTo>
                <a:lnTo>
                  <a:pt x="1588407" y="796116"/>
                </a:lnTo>
                <a:lnTo>
                  <a:pt x="1588159" y="795879"/>
                </a:lnTo>
                <a:lnTo>
                  <a:pt x="1587918" y="795636"/>
                </a:lnTo>
                <a:lnTo>
                  <a:pt x="1587684" y="795385"/>
                </a:lnTo>
                <a:lnTo>
                  <a:pt x="1587457" y="795128"/>
                </a:lnTo>
                <a:lnTo>
                  <a:pt x="1587238" y="794865"/>
                </a:lnTo>
                <a:lnTo>
                  <a:pt x="1587026" y="794594"/>
                </a:lnTo>
                <a:lnTo>
                  <a:pt x="1586821" y="794317"/>
                </a:lnTo>
                <a:lnTo>
                  <a:pt x="1586623" y="794034"/>
                </a:lnTo>
                <a:lnTo>
                  <a:pt x="1586433" y="793744"/>
                </a:lnTo>
                <a:lnTo>
                  <a:pt x="1586250" y="793447"/>
                </a:lnTo>
                <a:lnTo>
                  <a:pt x="1586074" y="793143"/>
                </a:lnTo>
                <a:lnTo>
                  <a:pt x="1585907" y="792833"/>
                </a:lnTo>
                <a:lnTo>
                  <a:pt x="1585747" y="792516"/>
                </a:lnTo>
                <a:lnTo>
                  <a:pt x="1585596" y="792192"/>
                </a:lnTo>
                <a:lnTo>
                  <a:pt x="1585452" y="791862"/>
                </a:lnTo>
                <a:lnTo>
                  <a:pt x="1585315" y="791525"/>
                </a:lnTo>
                <a:lnTo>
                  <a:pt x="1585187" y="791181"/>
                </a:lnTo>
                <a:lnTo>
                  <a:pt x="1585066" y="790830"/>
                </a:lnTo>
                <a:lnTo>
                  <a:pt x="1584953" y="790473"/>
                </a:lnTo>
                <a:lnTo>
                  <a:pt x="1584848" y="790110"/>
                </a:lnTo>
                <a:lnTo>
                  <a:pt x="1584751" y="789739"/>
                </a:lnTo>
                <a:lnTo>
                  <a:pt x="1584661" y="789362"/>
                </a:lnTo>
                <a:lnTo>
                  <a:pt x="1584580" y="788979"/>
                </a:lnTo>
                <a:lnTo>
                  <a:pt x="1584506" y="788588"/>
                </a:lnTo>
                <a:lnTo>
                  <a:pt x="1584439" y="788191"/>
                </a:lnTo>
                <a:lnTo>
                  <a:pt x="1584381" y="787787"/>
                </a:lnTo>
                <a:lnTo>
                  <a:pt x="1584330" y="787377"/>
                </a:lnTo>
                <a:lnTo>
                  <a:pt x="1584288" y="786960"/>
                </a:lnTo>
                <a:lnTo>
                  <a:pt x="1584253" y="786536"/>
                </a:lnTo>
                <a:lnTo>
                  <a:pt x="1584225" y="786106"/>
                </a:lnTo>
                <a:lnTo>
                  <a:pt x="1584206" y="785668"/>
                </a:lnTo>
                <a:lnTo>
                  <a:pt x="1584194" y="785225"/>
                </a:lnTo>
                <a:lnTo>
                  <a:pt x="1584190" y="784774"/>
                </a:lnTo>
                <a:lnTo>
                  <a:pt x="1584190" y="742169"/>
                </a:lnTo>
                <a:lnTo>
                  <a:pt x="1621189" y="742169"/>
                </a:lnTo>
                <a:lnTo>
                  <a:pt x="1621189" y="729676"/>
                </a:lnTo>
                <a:lnTo>
                  <a:pt x="1584190" y="729676"/>
                </a:lnTo>
                <a:lnTo>
                  <a:pt x="1584190" y="703568"/>
                </a:lnTo>
                <a:lnTo>
                  <a:pt x="1574260" y="703568"/>
                </a:lnTo>
                <a:lnTo>
                  <a:pt x="1568654" y="729676"/>
                </a:lnTo>
                <a:lnTo>
                  <a:pt x="1544468" y="729676"/>
                </a:lnTo>
                <a:lnTo>
                  <a:pt x="1544468" y="742169"/>
                </a:lnTo>
                <a:lnTo>
                  <a:pt x="1568173" y="742169"/>
                </a:lnTo>
                <a:lnTo>
                  <a:pt x="1568173" y="786055"/>
                </a:lnTo>
                <a:lnTo>
                  <a:pt x="1568188" y="787243"/>
                </a:lnTo>
                <a:lnTo>
                  <a:pt x="1568232" y="788402"/>
                </a:lnTo>
                <a:lnTo>
                  <a:pt x="1568306" y="789534"/>
                </a:lnTo>
                <a:lnTo>
                  <a:pt x="1568409" y="790638"/>
                </a:lnTo>
                <a:lnTo>
                  <a:pt x="1568542" y="791714"/>
                </a:lnTo>
                <a:lnTo>
                  <a:pt x="1568704" y="792763"/>
                </a:lnTo>
                <a:lnTo>
                  <a:pt x="1568896" y="793783"/>
                </a:lnTo>
                <a:lnTo>
                  <a:pt x="1569117" y="794776"/>
                </a:lnTo>
                <a:lnTo>
                  <a:pt x="1569367" y="795741"/>
                </a:lnTo>
                <a:lnTo>
                  <a:pt x="1569647" y="796678"/>
                </a:lnTo>
                <a:lnTo>
                  <a:pt x="1569957" y="797587"/>
                </a:lnTo>
                <a:lnTo>
                  <a:pt x="1570296" y="798469"/>
                </a:lnTo>
                <a:lnTo>
                  <a:pt x="1570664" y="799322"/>
                </a:lnTo>
                <a:lnTo>
                  <a:pt x="1571062" y="800148"/>
                </a:lnTo>
                <a:lnTo>
                  <a:pt x="1571489" y="800946"/>
                </a:lnTo>
                <a:lnTo>
                  <a:pt x="1571946" y="801716"/>
                </a:lnTo>
                <a:lnTo>
                  <a:pt x="1572433" y="802459"/>
                </a:lnTo>
                <a:lnTo>
                  <a:pt x="1572948" y="803173"/>
                </a:lnTo>
                <a:lnTo>
                  <a:pt x="1573494" y="803860"/>
                </a:lnTo>
                <a:lnTo>
                  <a:pt x="1574068" y="804519"/>
                </a:lnTo>
                <a:lnTo>
                  <a:pt x="1574673" y="805151"/>
                </a:lnTo>
                <a:lnTo>
                  <a:pt x="1575306" y="805754"/>
                </a:lnTo>
                <a:lnTo>
                  <a:pt x="1575970" y="806330"/>
                </a:lnTo>
                <a:lnTo>
                  <a:pt x="1576662" y="806877"/>
                </a:lnTo>
                <a:lnTo>
                  <a:pt x="1577380" y="807387"/>
                </a:lnTo>
                <a:lnTo>
                  <a:pt x="1578118" y="807875"/>
                </a:lnTo>
                <a:lnTo>
                  <a:pt x="1578877" y="808341"/>
                </a:lnTo>
                <a:lnTo>
                  <a:pt x="1579657" y="808786"/>
                </a:lnTo>
                <a:lnTo>
                  <a:pt x="1580457" y="809209"/>
                </a:lnTo>
                <a:lnTo>
                  <a:pt x="1581277" y="809610"/>
                </a:lnTo>
                <a:lnTo>
                  <a:pt x="1582118" y="809990"/>
                </a:lnTo>
                <a:lnTo>
                  <a:pt x="1582980" y="810348"/>
                </a:lnTo>
                <a:lnTo>
                  <a:pt x="1583862" y="810684"/>
                </a:lnTo>
                <a:lnTo>
                  <a:pt x="1584765" y="810998"/>
                </a:lnTo>
                <a:lnTo>
                  <a:pt x="1585689" y="811291"/>
                </a:lnTo>
                <a:lnTo>
                  <a:pt x="1586633" y="811562"/>
                </a:lnTo>
                <a:lnTo>
                  <a:pt x="1587597" y="811812"/>
                </a:lnTo>
                <a:lnTo>
                  <a:pt x="1588583" y="812039"/>
                </a:lnTo>
                <a:lnTo>
                  <a:pt x="1589588" y="812246"/>
                </a:lnTo>
                <a:lnTo>
                  <a:pt x="1590615" y="812430"/>
                </a:lnTo>
                <a:lnTo>
                  <a:pt x="1591662" y="812593"/>
                </a:lnTo>
                <a:lnTo>
                  <a:pt x="1592729" y="812734"/>
                </a:lnTo>
                <a:lnTo>
                  <a:pt x="1593817" y="812853"/>
                </a:lnTo>
                <a:lnTo>
                  <a:pt x="1594926" y="812950"/>
                </a:lnTo>
                <a:lnTo>
                  <a:pt x="1596055" y="813026"/>
                </a:lnTo>
                <a:lnTo>
                  <a:pt x="1597205" y="813081"/>
                </a:lnTo>
                <a:lnTo>
                  <a:pt x="1598376" y="813113"/>
                </a:lnTo>
                <a:lnTo>
                  <a:pt x="1599566" y="813124"/>
                </a:lnTo>
                <a:lnTo>
                  <a:pt x="1600060" y="813122"/>
                </a:lnTo>
                <a:lnTo>
                  <a:pt x="1600554" y="813115"/>
                </a:lnTo>
                <a:lnTo>
                  <a:pt x="1601048" y="813104"/>
                </a:lnTo>
                <a:lnTo>
                  <a:pt x="1601542" y="813088"/>
                </a:lnTo>
                <a:lnTo>
                  <a:pt x="1602036" y="813068"/>
                </a:lnTo>
                <a:lnTo>
                  <a:pt x="1602530" y="813044"/>
                </a:lnTo>
                <a:close/>
                <a:moveTo>
                  <a:pt x="1470477" y="760738"/>
                </a:moveTo>
                <a:lnTo>
                  <a:pt x="1470523" y="760208"/>
                </a:lnTo>
                <a:lnTo>
                  <a:pt x="1470577" y="759684"/>
                </a:lnTo>
                <a:lnTo>
                  <a:pt x="1470640" y="759165"/>
                </a:lnTo>
                <a:lnTo>
                  <a:pt x="1470711" y="758652"/>
                </a:lnTo>
                <a:lnTo>
                  <a:pt x="1470790" y="758144"/>
                </a:lnTo>
                <a:lnTo>
                  <a:pt x="1470878" y="757642"/>
                </a:lnTo>
                <a:lnTo>
                  <a:pt x="1470973" y="757145"/>
                </a:lnTo>
                <a:lnTo>
                  <a:pt x="1471078" y="756654"/>
                </a:lnTo>
                <a:lnTo>
                  <a:pt x="1471190" y="756168"/>
                </a:lnTo>
                <a:lnTo>
                  <a:pt x="1471311" y="755688"/>
                </a:lnTo>
                <a:lnTo>
                  <a:pt x="1471441" y="755214"/>
                </a:lnTo>
                <a:lnTo>
                  <a:pt x="1471578" y="754745"/>
                </a:lnTo>
                <a:lnTo>
                  <a:pt x="1471724" y="754282"/>
                </a:lnTo>
                <a:lnTo>
                  <a:pt x="1471879" y="753824"/>
                </a:lnTo>
                <a:lnTo>
                  <a:pt x="1472041" y="753372"/>
                </a:lnTo>
                <a:lnTo>
                  <a:pt x="1472212" y="752926"/>
                </a:lnTo>
                <a:lnTo>
                  <a:pt x="1472392" y="752484"/>
                </a:lnTo>
                <a:lnTo>
                  <a:pt x="1472579" y="752049"/>
                </a:lnTo>
                <a:lnTo>
                  <a:pt x="1472775" y="751619"/>
                </a:lnTo>
                <a:lnTo>
                  <a:pt x="1472979" y="751183"/>
                </a:lnTo>
                <a:lnTo>
                  <a:pt x="1473189" y="750755"/>
                </a:lnTo>
                <a:lnTo>
                  <a:pt x="1473406" y="750335"/>
                </a:lnTo>
                <a:lnTo>
                  <a:pt x="1473630" y="749924"/>
                </a:lnTo>
                <a:lnTo>
                  <a:pt x="1473860" y="749521"/>
                </a:lnTo>
                <a:lnTo>
                  <a:pt x="1474097" y="749127"/>
                </a:lnTo>
                <a:lnTo>
                  <a:pt x="1474340" y="748740"/>
                </a:lnTo>
                <a:lnTo>
                  <a:pt x="1474591" y="748362"/>
                </a:lnTo>
                <a:lnTo>
                  <a:pt x="1474848" y="747993"/>
                </a:lnTo>
                <a:lnTo>
                  <a:pt x="1475111" y="747632"/>
                </a:lnTo>
                <a:lnTo>
                  <a:pt x="1475381" y="747279"/>
                </a:lnTo>
                <a:lnTo>
                  <a:pt x="1475658" y="746934"/>
                </a:lnTo>
                <a:lnTo>
                  <a:pt x="1475942" y="746598"/>
                </a:lnTo>
                <a:lnTo>
                  <a:pt x="1476232" y="746270"/>
                </a:lnTo>
                <a:lnTo>
                  <a:pt x="1476529" y="745951"/>
                </a:lnTo>
                <a:lnTo>
                  <a:pt x="1476833" y="745640"/>
                </a:lnTo>
                <a:lnTo>
                  <a:pt x="1477143" y="745337"/>
                </a:lnTo>
                <a:lnTo>
                  <a:pt x="1477460" y="745042"/>
                </a:lnTo>
                <a:lnTo>
                  <a:pt x="1477784" y="744756"/>
                </a:lnTo>
                <a:lnTo>
                  <a:pt x="1478114" y="744478"/>
                </a:lnTo>
                <a:lnTo>
                  <a:pt x="1478451" y="744209"/>
                </a:lnTo>
                <a:lnTo>
                  <a:pt x="1478795" y="743948"/>
                </a:lnTo>
                <a:lnTo>
                  <a:pt x="1479145" y="743695"/>
                </a:lnTo>
                <a:lnTo>
                  <a:pt x="1479502" y="743451"/>
                </a:lnTo>
                <a:lnTo>
                  <a:pt x="1479865" y="743202"/>
                </a:lnTo>
                <a:lnTo>
                  <a:pt x="1480234" y="742964"/>
                </a:lnTo>
                <a:lnTo>
                  <a:pt x="1480609" y="742737"/>
                </a:lnTo>
                <a:lnTo>
                  <a:pt x="1480988" y="742521"/>
                </a:lnTo>
                <a:lnTo>
                  <a:pt x="1481374" y="742315"/>
                </a:lnTo>
                <a:lnTo>
                  <a:pt x="1481765" y="742119"/>
                </a:lnTo>
                <a:lnTo>
                  <a:pt x="1482161" y="741934"/>
                </a:lnTo>
                <a:lnTo>
                  <a:pt x="1482563" y="741760"/>
                </a:lnTo>
                <a:lnTo>
                  <a:pt x="1482971" y="741596"/>
                </a:lnTo>
                <a:lnTo>
                  <a:pt x="1483384" y="741443"/>
                </a:lnTo>
                <a:lnTo>
                  <a:pt x="1483803" y="741300"/>
                </a:lnTo>
                <a:lnTo>
                  <a:pt x="1484227" y="741168"/>
                </a:lnTo>
                <a:lnTo>
                  <a:pt x="1484657" y="741047"/>
                </a:lnTo>
                <a:lnTo>
                  <a:pt x="1485093" y="740936"/>
                </a:lnTo>
                <a:lnTo>
                  <a:pt x="1485534" y="740835"/>
                </a:lnTo>
                <a:lnTo>
                  <a:pt x="1485980" y="740745"/>
                </a:lnTo>
                <a:lnTo>
                  <a:pt x="1486433" y="740666"/>
                </a:lnTo>
                <a:lnTo>
                  <a:pt x="1486890" y="740597"/>
                </a:lnTo>
                <a:lnTo>
                  <a:pt x="1487354" y="740539"/>
                </a:lnTo>
                <a:lnTo>
                  <a:pt x="1487822" y="740492"/>
                </a:lnTo>
                <a:lnTo>
                  <a:pt x="1488297" y="740455"/>
                </a:lnTo>
                <a:lnTo>
                  <a:pt x="1488777" y="740428"/>
                </a:lnTo>
                <a:lnTo>
                  <a:pt x="1489262" y="740413"/>
                </a:lnTo>
                <a:lnTo>
                  <a:pt x="1489753" y="740407"/>
                </a:lnTo>
                <a:lnTo>
                  <a:pt x="1490454" y="740416"/>
                </a:lnTo>
                <a:lnTo>
                  <a:pt x="1491141" y="740444"/>
                </a:lnTo>
                <a:lnTo>
                  <a:pt x="1491815" y="740490"/>
                </a:lnTo>
                <a:lnTo>
                  <a:pt x="1492476" y="740554"/>
                </a:lnTo>
                <a:lnTo>
                  <a:pt x="1493123" y="740637"/>
                </a:lnTo>
                <a:lnTo>
                  <a:pt x="1493757" y="740738"/>
                </a:lnTo>
                <a:lnTo>
                  <a:pt x="1494378" y="740857"/>
                </a:lnTo>
                <a:lnTo>
                  <a:pt x="1494985" y="740995"/>
                </a:lnTo>
                <a:lnTo>
                  <a:pt x="1495579" y="741151"/>
                </a:lnTo>
                <a:lnTo>
                  <a:pt x="1496160" y="741325"/>
                </a:lnTo>
                <a:lnTo>
                  <a:pt x="1496727" y="741518"/>
                </a:lnTo>
                <a:lnTo>
                  <a:pt x="1497281" y="741729"/>
                </a:lnTo>
                <a:lnTo>
                  <a:pt x="1497822" y="741958"/>
                </a:lnTo>
                <a:lnTo>
                  <a:pt x="1498349" y="742206"/>
                </a:lnTo>
                <a:lnTo>
                  <a:pt x="1498863" y="742472"/>
                </a:lnTo>
                <a:lnTo>
                  <a:pt x="1499363" y="742756"/>
                </a:lnTo>
                <a:lnTo>
                  <a:pt x="1499851" y="743059"/>
                </a:lnTo>
                <a:lnTo>
                  <a:pt x="1500324" y="743380"/>
                </a:lnTo>
                <a:lnTo>
                  <a:pt x="1500785" y="743720"/>
                </a:lnTo>
                <a:lnTo>
                  <a:pt x="1501232" y="744078"/>
                </a:lnTo>
                <a:lnTo>
                  <a:pt x="1501666" y="744454"/>
                </a:lnTo>
                <a:lnTo>
                  <a:pt x="1502086" y="744849"/>
                </a:lnTo>
                <a:lnTo>
                  <a:pt x="1502493" y="745262"/>
                </a:lnTo>
                <a:lnTo>
                  <a:pt x="1502887" y="745693"/>
                </a:lnTo>
                <a:lnTo>
                  <a:pt x="1503279" y="746144"/>
                </a:lnTo>
                <a:lnTo>
                  <a:pt x="1503655" y="746617"/>
                </a:lnTo>
                <a:lnTo>
                  <a:pt x="1504013" y="747112"/>
                </a:lnTo>
                <a:lnTo>
                  <a:pt x="1504355" y="747628"/>
                </a:lnTo>
                <a:lnTo>
                  <a:pt x="1504681" y="748166"/>
                </a:lnTo>
                <a:lnTo>
                  <a:pt x="1504989" y="748726"/>
                </a:lnTo>
                <a:lnTo>
                  <a:pt x="1505281" y="749308"/>
                </a:lnTo>
                <a:lnTo>
                  <a:pt x="1505557" y="749911"/>
                </a:lnTo>
                <a:lnTo>
                  <a:pt x="1505815" y="750535"/>
                </a:lnTo>
                <a:lnTo>
                  <a:pt x="1506057" y="751182"/>
                </a:lnTo>
                <a:lnTo>
                  <a:pt x="1506282" y="751850"/>
                </a:lnTo>
                <a:lnTo>
                  <a:pt x="1506491" y="752540"/>
                </a:lnTo>
                <a:lnTo>
                  <a:pt x="1506683" y="753252"/>
                </a:lnTo>
                <a:lnTo>
                  <a:pt x="1506858" y="753985"/>
                </a:lnTo>
                <a:lnTo>
                  <a:pt x="1507016" y="754740"/>
                </a:lnTo>
                <a:lnTo>
                  <a:pt x="1507158" y="755517"/>
                </a:lnTo>
                <a:lnTo>
                  <a:pt x="1507283" y="756315"/>
                </a:lnTo>
                <a:lnTo>
                  <a:pt x="1507392" y="757135"/>
                </a:lnTo>
                <a:lnTo>
                  <a:pt x="1507484" y="757977"/>
                </a:lnTo>
                <a:lnTo>
                  <a:pt x="1507559" y="758840"/>
                </a:lnTo>
                <a:lnTo>
                  <a:pt x="1507617" y="759725"/>
                </a:lnTo>
                <a:lnTo>
                  <a:pt x="1507659" y="760632"/>
                </a:lnTo>
                <a:lnTo>
                  <a:pt x="1507684" y="761560"/>
                </a:lnTo>
                <a:lnTo>
                  <a:pt x="1507692" y="762511"/>
                </a:lnTo>
                <a:lnTo>
                  <a:pt x="1507692" y="811522"/>
                </a:lnTo>
                <a:lnTo>
                  <a:pt x="1523709" y="811522"/>
                </a:lnTo>
                <a:lnTo>
                  <a:pt x="1523709" y="757866"/>
                </a:lnTo>
                <a:lnTo>
                  <a:pt x="1523695" y="756650"/>
                </a:lnTo>
                <a:lnTo>
                  <a:pt x="1523653" y="755460"/>
                </a:lnTo>
                <a:lnTo>
                  <a:pt x="1523584" y="754294"/>
                </a:lnTo>
                <a:lnTo>
                  <a:pt x="1523486" y="753154"/>
                </a:lnTo>
                <a:lnTo>
                  <a:pt x="1523361" y="752039"/>
                </a:lnTo>
                <a:lnTo>
                  <a:pt x="1523208" y="750948"/>
                </a:lnTo>
                <a:lnTo>
                  <a:pt x="1523028" y="749883"/>
                </a:lnTo>
                <a:lnTo>
                  <a:pt x="1522819" y="748843"/>
                </a:lnTo>
                <a:lnTo>
                  <a:pt x="1522583" y="747828"/>
                </a:lnTo>
                <a:lnTo>
                  <a:pt x="1522319" y="746837"/>
                </a:lnTo>
                <a:lnTo>
                  <a:pt x="1522027" y="745872"/>
                </a:lnTo>
                <a:lnTo>
                  <a:pt x="1521707" y="744932"/>
                </a:lnTo>
                <a:lnTo>
                  <a:pt x="1521359" y="744017"/>
                </a:lnTo>
                <a:lnTo>
                  <a:pt x="1520984" y="743127"/>
                </a:lnTo>
                <a:lnTo>
                  <a:pt x="1520581" y="742262"/>
                </a:lnTo>
                <a:lnTo>
                  <a:pt x="1520150" y="741422"/>
                </a:lnTo>
                <a:lnTo>
                  <a:pt x="1519691" y="740607"/>
                </a:lnTo>
                <a:lnTo>
                  <a:pt x="1519204" y="739817"/>
                </a:lnTo>
                <a:lnTo>
                  <a:pt x="1518690" y="739052"/>
                </a:lnTo>
                <a:lnTo>
                  <a:pt x="1518148" y="738312"/>
                </a:lnTo>
                <a:lnTo>
                  <a:pt x="1517578" y="737597"/>
                </a:lnTo>
                <a:lnTo>
                  <a:pt x="1516980" y="736907"/>
                </a:lnTo>
                <a:lnTo>
                  <a:pt x="1516354" y="736242"/>
                </a:lnTo>
                <a:lnTo>
                  <a:pt x="1515701" y="735602"/>
                </a:lnTo>
                <a:lnTo>
                  <a:pt x="1515024" y="734988"/>
                </a:lnTo>
                <a:lnTo>
                  <a:pt x="1514328" y="734400"/>
                </a:lnTo>
                <a:lnTo>
                  <a:pt x="1513613" y="733838"/>
                </a:lnTo>
                <a:lnTo>
                  <a:pt x="1512880" y="733302"/>
                </a:lnTo>
                <a:lnTo>
                  <a:pt x="1512127" y="732792"/>
                </a:lnTo>
                <a:lnTo>
                  <a:pt x="1511356" y="732309"/>
                </a:lnTo>
                <a:lnTo>
                  <a:pt x="1510566" y="731851"/>
                </a:lnTo>
                <a:lnTo>
                  <a:pt x="1509757" y="731420"/>
                </a:lnTo>
                <a:lnTo>
                  <a:pt x="1508929" y="731015"/>
                </a:lnTo>
                <a:lnTo>
                  <a:pt x="1508081" y="730636"/>
                </a:lnTo>
                <a:lnTo>
                  <a:pt x="1507216" y="730283"/>
                </a:lnTo>
                <a:lnTo>
                  <a:pt x="1506331" y="729956"/>
                </a:lnTo>
                <a:lnTo>
                  <a:pt x="1505427" y="729656"/>
                </a:lnTo>
                <a:lnTo>
                  <a:pt x="1504504" y="729381"/>
                </a:lnTo>
                <a:lnTo>
                  <a:pt x="1503563" y="729133"/>
                </a:lnTo>
                <a:lnTo>
                  <a:pt x="1502602" y="728911"/>
                </a:lnTo>
                <a:lnTo>
                  <a:pt x="1501623" y="728715"/>
                </a:lnTo>
                <a:lnTo>
                  <a:pt x="1500625" y="728545"/>
                </a:lnTo>
                <a:lnTo>
                  <a:pt x="1499608" y="728401"/>
                </a:lnTo>
                <a:lnTo>
                  <a:pt x="1498571" y="728283"/>
                </a:lnTo>
                <a:lnTo>
                  <a:pt x="1497516" y="728192"/>
                </a:lnTo>
                <a:lnTo>
                  <a:pt x="1496443" y="728127"/>
                </a:lnTo>
                <a:lnTo>
                  <a:pt x="1495350" y="728087"/>
                </a:lnTo>
                <a:lnTo>
                  <a:pt x="1494238" y="728074"/>
                </a:lnTo>
                <a:lnTo>
                  <a:pt x="1493560" y="728080"/>
                </a:lnTo>
                <a:lnTo>
                  <a:pt x="1492887" y="728097"/>
                </a:lnTo>
                <a:lnTo>
                  <a:pt x="1492218" y="728124"/>
                </a:lnTo>
                <a:lnTo>
                  <a:pt x="1491555" y="728163"/>
                </a:lnTo>
                <a:lnTo>
                  <a:pt x="1490897" y="728213"/>
                </a:lnTo>
                <a:lnTo>
                  <a:pt x="1490244" y="728275"/>
                </a:lnTo>
                <a:lnTo>
                  <a:pt x="1489596" y="728347"/>
                </a:lnTo>
                <a:lnTo>
                  <a:pt x="1488952" y="728430"/>
                </a:lnTo>
                <a:lnTo>
                  <a:pt x="1488314" y="728525"/>
                </a:lnTo>
                <a:lnTo>
                  <a:pt x="1487681" y="728630"/>
                </a:lnTo>
                <a:lnTo>
                  <a:pt x="1487053" y="728747"/>
                </a:lnTo>
                <a:lnTo>
                  <a:pt x="1486430" y="728875"/>
                </a:lnTo>
                <a:lnTo>
                  <a:pt x="1485812" y="729014"/>
                </a:lnTo>
                <a:lnTo>
                  <a:pt x="1485198" y="729164"/>
                </a:lnTo>
                <a:lnTo>
                  <a:pt x="1484590" y="729326"/>
                </a:lnTo>
                <a:lnTo>
                  <a:pt x="1483987" y="729498"/>
                </a:lnTo>
                <a:lnTo>
                  <a:pt x="1483389" y="729682"/>
                </a:lnTo>
                <a:lnTo>
                  <a:pt x="1482796" y="729876"/>
                </a:lnTo>
                <a:lnTo>
                  <a:pt x="1482208" y="730082"/>
                </a:lnTo>
                <a:lnTo>
                  <a:pt x="1481625" y="730299"/>
                </a:lnTo>
                <a:lnTo>
                  <a:pt x="1481047" y="730527"/>
                </a:lnTo>
                <a:lnTo>
                  <a:pt x="1480474" y="730766"/>
                </a:lnTo>
                <a:lnTo>
                  <a:pt x="1479905" y="731016"/>
                </a:lnTo>
                <a:lnTo>
                  <a:pt x="1479342" y="731278"/>
                </a:lnTo>
                <a:lnTo>
                  <a:pt x="1478787" y="731551"/>
                </a:lnTo>
                <a:lnTo>
                  <a:pt x="1478242" y="731837"/>
                </a:lnTo>
                <a:lnTo>
                  <a:pt x="1477708" y="732136"/>
                </a:lnTo>
                <a:lnTo>
                  <a:pt x="1477184" y="732448"/>
                </a:lnTo>
                <a:lnTo>
                  <a:pt x="1476671" y="732772"/>
                </a:lnTo>
                <a:lnTo>
                  <a:pt x="1476169" y="733110"/>
                </a:lnTo>
                <a:lnTo>
                  <a:pt x="1475677" y="733460"/>
                </a:lnTo>
                <a:lnTo>
                  <a:pt x="1475196" y="733823"/>
                </a:lnTo>
                <a:lnTo>
                  <a:pt x="1474725" y="734198"/>
                </a:lnTo>
                <a:lnTo>
                  <a:pt x="1474265" y="734587"/>
                </a:lnTo>
                <a:lnTo>
                  <a:pt x="1473815" y="734988"/>
                </a:lnTo>
                <a:lnTo>
                  <a:pt x="1473376" y="735402"/>
                </a:lnTo>
                <a:lnTo>
                  <a:pt x="1472948" y="735829"/>
                </a:lnTo>
                <a:lnTo>
                  <a:pt x="1472530" y="736268"/>
                </a:lnTo>
                <a:lnTo>
                  <a:pt x="1472122" y="736721"/>
                </a:lnTo>
                <a:lnTo>
                  <a:pt x="1471725" y="737186"/>
                </a:lnTo>
                <a:lnTo>
                  <a:pt x="1471339" y="737664"/>
                </a:lnTo>
                <a:lnTo>
                  <a:pt x="1470963" y="738155"/>
                </a:lnTo>
                <a:lnTo>
                  <a:pt x="1470598" y="738659"/>
                </a:lnTo>
                <a:lnTo>
                  <a:pt x="1470244" y="739175"/>
                </a:lnTo>
                <a:lnTo>
                  <a:pt x="1469900" y="739704"/>
                </a:lnTo>
                <a:lnTo>
                  <a:pt x="1469566" y="740246"/>
                </a:lnTo>
                <a:lnTo>
                  <a:pt x="1469244" y="740801"/>
                </a:lnTo>
                <a:lnTo>
                  <a:pt x="1468931" y="741368"/>
                </a:lnTo>
                <a:lnTo>
                  <a:pt x="1467330" y="729676"/>
                </a:lnTo>
                <a:lnTo>
                  <a:pt x="1454356" y="729676"/>
                </a:lnTo>
                <a:lnTo>
                  <a:pt x="1454356" y="811522"/>
                </a:lnTo>
                <a:lnTo>
                  <a:pt x="1470373" y="811522"/>
                </a:lnTo>
                <a:lnTo>
                  <a:pt x="1470373" y="763472"/>
                </a:lnTo>
                <a:lnTo>
                  <a:pt x="1470377" y="762914"/>
                </a:lnTo>
                <a:lnTo>
                  <a:pt x="1470390" y="762362"/>
                </a:lnTo>
                <a:lnTo>
                  <a:pt x="1470410" y="761815"/>
                </a:lnTo>
                <a:lnTo>
                  <a:pt x="1470440" y="761274"/>
                </a:lnTo>
                <a:lnTo>
                  <a:pt x="1470477" y="760738"/>
                </a:lnTo>
                <a:close/>
                <a:moveTo>
                  <a:pt x="1686029" y="812892"/>
                </a:moveTo>
                <a:lnTo>
                  <a:pt x="1686903" y="812821"/>
                </a:lnTo>
                <a:lnTo>
                  <a:pt x="1687765" y="812741"/>
                </a:lnTo>
                <a:lnTo>
                  <a:pt x="1688615" y="812651"/>
                </a:lnTo>
                <a:lnTo>
                  <a:pt x="1689453" y="812552"/>
                </a:lnTo>
                <a:lnTo>
                  <a:pt x="1690280" y="812443"/>
                </a:lnTo>
                <a:lnTo>
                  <a:pt x="1691095" y="812325"/>
                </a:lnTo>
                <a:lnTo>
                  <a:pt x="1691898" y="812197"/>
                </a:lnTo>
                <a:lnTo>
                  <a:pt x="1692690" y="812060"/>
                </a:lnTo>
                <a:lnTo>
                  <a:pt x="1693470" y="811914"/>
                </a:lnTo>
                <a:lnTo>
                  <a:pt x="1694238" y="811758"/>
                </a:lnTo>
                <a:lnTo>
                  <a:pt x="1694995" y="811592"/>
                </a:lnTo>
                <a:lnTo>
                  <a:pt x="1695740" y="811417"/>
                </a:lnTo>
                <a:lnTo>
                  <a:pt x="1696473" y="811233"/>
                </a:lnTo>
                <a:lnTo>
                  <a:pt x="1697195" y="811039"/>
                </a:lnTo>
                <a:lnTo>
                  <a:pt x="1697904" y="810836"/>
                </a:lnTo>
                <a:lnTo>
                  <a:pt x="1698603" y="810623"/>
                </a:lnTo>
                <a:lnTo>
                  <a:pt x="1699289" y="810401"/>
                </a:lnTo>
                <a:lnTo>
                  <a:pt x="1699976" y="810169"/>
                </a:lnTo>
                <a:lnTo>
                  <a:pt x="1700650" y="809927"/>
                </a:lnTo>
                <a:lnTo>
                  <a:pt x="1701309" y="809675"/>
                </a:lnTo>
                <a:lnTo>
                  <a:pt x="1701954" y="809413"/>
                </a:lnTo>
                <a:lnTo>
                  <a:pt x="1702586" y="809141"/>
                </a:lnTo>
                <a:lnTo>
                  <a:pt x="1703203" y="808859"/>
                </a:lnTo>
                <a:lnTo>
                  <a:pt x="1703807" y="808568"/>
                </a:lnTo>
                <a:lnTo>
                  <a:pt x="1704397" y="808266"/>
                </a:lnTo>
                <a:lnTo>
                  <a:pt x="1704973" y="807954"/>
                </a:lnTo>
                <a:lnTo>
                  <a:pt x="1705535" y="807632"/>
                </a:lnTo>
                <a:lnTo>
                  <a:pt x="1706083" y="807300"/>
                </a:lnTo>
                <a:lnTo>
                  <a:pt x="1706617" y="806957"/>
                </a:lnTo>
                <a:lnTo>
                  <a:pt x="1707137" y="806605"/>
                </a:lnTo>
                <a:lnTo>
                  <a:pt x="1707644" y="806243"/>
                </a:lnTo>
                <a:lnTo>
                  <a:pt x="1708136" y="805871"/>
                </a:lnTo>
                <a:lnTo>
                  <a:pt x="1708615" y="805489"/>
                </a:lnTo>
                <a:lnTo>
                  <a:pt x="1709079" y="805097"/>
                </a:lnTo>
                <a:lnTo>
                  <a:pt x="1709530" y="804695"/>
                </a:lnTo>
                <a:lnTo>
                  <a:pt x="1709967" y="804283"/>
                </a:lnTo>
                <a:lnTo>
                  <a:pt x="1710390" y="803861"/>
                </a:lnTo>
                <a:lnTo>
                  <a:pt x="1710799" y="803429"/>
                </a:lnTo>
                <a:lnTo>
                  <a:pt x="1711194" y="802987"/>
                </a:lnTo>
                <a:lnTo>
                  <a:pt x="1711575" y="802535"/>
                </a:lnTo>
                <a:lnTo>
                  <a:pt x="1711943" y="802072"/>
                </a:lnTo>
                <a:lnTo>
                  <a:pt x="1712309" y="801600"/>
                </a:lnTo>
                <a:lnTo>
                  <a:pt x="1712659" y="801118"/>
                </a:lnTo>
                <a:lnTo>
                  <a:pt x="1712994" y="800626"/>
                </a:lnTo>
                <a:lnTo>
                  <a:pt x="1713313" y="800124"/>
                </a:lnTo>
                <a:lnTo>
                  <a:pt x="1713617" y="799611"/>
                </a:lnTo>
                <a:lnTo>
                  <a:pt x="1713905" y="799089"/>
                </a:lnTo>
                <a:lnTo>
                  <a:pt x="1714177" y="798557"/>
                </a:lnTo>
                <a:lnTo>
                  <a:pt x="1714434" y="798015"/>
                </a:lnTo>
                <a:lnTo>
                  <a:pt x="1714675" y="797462"/>
                </a:lnTo>
                <a:lnTo>
                  <a:pt x="1714901" y="796900"/>
                </a:lnTo>
                <a:lnTo>
                  <a:pt x="1715111" y="796328"/>
                </a:lnTo>
                <a:lnTo>
                  <a:pt x="1715306" y="795746"/>
                </a:lnTo>
                <a:lnTo>
                  <a:pt x="1715485" y="795153"/>
                </a:lnTo>
                <a:lnTo>
                  <a:pt x="1715649" y="794551"/>
                </a:lnTo>
                <a:lnTo>
                  <a:pt x="1715797" y="793939"/>
                </a:lnTo>
                <a:lnTo>
                  <a:pt x="1715929" y="793316"/>
                </a:lnTo>
                <a:lnTo>
                  <a:pt x="1716046" y="792684"/>
                </a:lnTo>
                <a:lnTo>
                  <a:pt x="1716147" y="792042"/>
                </a:lnTo>
                <a:lnTo>
                  <a:pt x="1716233" y="791389"/>
                </a:lnTo>
                <a:lnTo>
                  <a:pt x="1716303" y="790727"/>
                </a:lnTo>
                <a:lnTo>
                  <a:pt x="1716357" y="790055"/>
                </a:lnTo>
                <a:lnTo>
                  <a:pt x="1716396" y="789372"/>
                </a:lnTo>
                <a:lnTo>
                  <a:pt x="1716419" y="788680"/>
                </a:lnTo>
                <a:lnTo>
                  <a:pt x="1716427" y="787977"/>
                </a:lnTo>
                <a:lnTo>
                  <a:pt x="1716422" y="787355"/>
                </a:lnTo>
                <a:lnTo>
                  <a:pt x="1716406" y="786743"/>
                </a:lnTo>
                <a:lnTo>
                  <a:pt x="1716380" y="786141"/>
                </a:lnTo>
                <a:lnTo>
                  <a:pt x="1716343" y="785548"/>
                </a:lnTo>
                <a:lnTo>
                  <a:pt x="1716295" y="784966"/>
                </a:lnTo>
                <a:lnTo>
                  <a:pt x="1716237" y="784394"/>
                </a:lnTo>
                <a:lnTo>
                  <a:pt x="1716168" y="783831"/>
                </a:lnTo>
                <a:lnTo>
                  <a:pt x="1716089" y="783279"/>
                </a:lnTo>
                <a:lnTo>
                  <a:pt x="1715999" y="782737"/>
                </a:lnTo>
                <a:lnTo>
                  <a:pt x="1715899" y="782205"/>
                </a:lnTo>
                <a:lnTo>
                  <a:pt x="1715788" y="781682"/>
                </a:lnTo>
                <a:lnTo>
                  <a:pt x="1715666" y="781170"/>
                </a:lnTo>
                <a:lnTo>
                  <a:pt x="1715534" y="780668"/>
                </a:lnTo>
                <a:lnTo>
                  <a:pt x="1715392" y="780176"/>
                </a:lnTo>
                <a:lnTo>
                  <a:pt x="1715239" y="779694"/>
                </a:lnTo>
                <a:lnTo>
                  <a:pt x="1715075" y="779222"/>
                </a:lnTo>
                <a:lnTo>
                  <a:pt x="1714900" y="778759"/>
                </a:lnTo>
                <a:lnTo>
                  <a:pt x="1714715" y="778307"/>
                </a:lnTo>
                <a:lnTo>
                  <a:pt x="1714520" y="777865"/>
                </a:lnTo>
                <a:lnTo>
                  <a:pt x="1714314" y="777433"/>
                </a:lnTo>
                <a:lnTo>
                  <a:pt x="1714097" y="777011"/>
                </a:lnTo>
                <a:lnTo>
                  <a:pt x="1713870" y="776599"/>
                </a:lnTo>
                <a:lnTo>
                  <a:pt x="1713632" y="776197"/>
                </a:lnTo>
                <a:lnTo>
                  <a:pt x="1713384" y="775805"/>
                </a:lnTo>
                <a:lnTo>
                  <a:pt x="1713124" y="775407"/>
                </a:lnTo>
                <a:lnTo>
                  <a:pt x="1712850" y="775016"/>
                </a:lnTo>
                <a:lnTo>
                  <a:pt x="1712563" y="774631"/>
                </a:lnTo>
                <a:lnTo>
                  <a:pt x="1712263" y="774252"/>
                </a:lnTo>
                <a:lnTo>
                  <a:pt x="1711949" y="773879"/>
                </a:lnTo>
                <a:lnTo>
                  <a:pt x="1711622" y="773512"/>
                </a:lnTo>
                <a:lnTo>
                  <a:pt x="1711282" y="773152"/>
                </a:lnTo>
                <a:lnTo>
                  <a:pt x="1710928" y="772797"/>
                </a:lnTo>
                <a:lnTo>
                  <a:pt x="1710561" y="772449"/>
                </a:lnTo>
                <a:lnTo>
                  <a:pt x="1710181" y="772106"/>
                </a:lnTo>
                <a:lnTo>
                  <a:pt x="1709787" y="771770"/>
                </a:lnTo>
                <a:lnTo>
                  <a:pt x="1709380" y="771440"/>
                </a:lnTo>
                <a:lnTo>
                  <a:pt x="1708959" y="771116"/>
                </a:lnTo>
                <a:lnTo>
                  <a:pt x="1708526" y="770798"/>
                </a:lnTo>
                <a:lnTo>
                  <a:pt x="1708078" y="770487"/>
                </a:lnTo>
                <a:lnTo>
                  <a:pt x="1707618" y="770181"/>
                </a:lnTo>
                <a:lnTo>
                  <a:pt x="1707144" y="769881"/>
                </a:lnTo>
                <a:lnTo>
                  <a:pt x="1706657" y="769588"/>
                </a:lnTo>
                <a:lnTo>
                  <a:pt x="1706156" y="769301"/>
                </a:lnTo>
                <a:lnTo>
                  <a:pt x="1705642" y="769020"/>
                </a:lnTo>
                <a:lnTo>
                  <a:pt x="1705115" y="768745"/>
                </a:lnTo>
                <a:lnTo>
                  <a:pt x="1704575" y="768476"/>
                </a:lnTo>
                <a:lnTo>
                  <a:pt x="1704021" y="768213"/>
                </a:lnTo>
                <a:lnTo>
                  <a:pt x="1703453" y="767956"/>
                </a:lnTo>
                <a:lnTo>
                  <a:pt x="1702884" y="767704"/>
                </a:lnTo>
                <a:lnTo>
                  <a:pt x="1702298" y="767456"/>
                </a:lnTo>
                <a:lnTo>
                  <a:pt x="1701694" y="767211"/>
                </a:lnTo>
                <a:lnTo>
                  <a:pt x="1701073" y="766969"/>
                </a:lnTo>
                <a:lnTo>
                  <a:pt x="1700435" y="766730"/>
                </a:lnTo>
                <a:lnTo>
                  <a:pt x="1699780" y="766495"/>
                </a:lnTo>
                <a:lnTo>
                  <a:pt x="1699107" y="766263"/>
                </a:lnTo>
                <a:lnTo>
                  <a:pt x="1698417" y="766034"/>
                </a:lnTo>
                <a:lnTo>
                  <a:pt x="1697710" y="765809"/>
                </a:lnTo>
                <a:lnTo>
                  <a:pt x="1696986" y="765587"/>
                </a:lnTo>
                <a:lnTo>
                  <a:pt x="1696244" y="765369"/>
                </a:lnTo>
                <a:lnTo>
                  <a:pt x="1695485" y="765153"/>
                </a:lnTo>
                <a:lnTo>
                  <a:pt x="1694709" y="764942"/>
                </a:lnTo>
                <a:lnTo>
                  <a:pt x="1693916" y="764733"/>
                </a:lnTo>
                <a:lnTo>
                  <a:pt x="1693105" y="764528"/>
                </a:lnTo>
                <a:lnTo>
                  <a:pt x="1692277" y="764326"/>
                </a:lnTo>
                <a:lnTo>
                  <a:pt x="1691432" y="764127"/>
                </a:lnTo>
                <a:lnTo>
                  <a:pt x="1690570" y="763932"/>
                </a:lnTo>
                <a:lnTo>
                  <a:pt x="1689690" y="763740"/>
                </a:lnTo>
                <a:lnTo>
                  <a:pt x="1688794" y="763552"/>
                </a:lnTo>
                <a:lnTo>
                  <a:pt x="1687880" y="763367"/>
                </a:lnTo>
                <a:lnTo>
                  <a:pt x="1686948" y="763185"/>
                </a:lnTo>
                <a:lnTo>
                  <a:pt x="1686000" y="763006"/>
                </a:lnTo>
                <a:lnTo>
                  <a:pt x="1685034" y="762831"/>
                </a:lnTo>
                <a:lnTo>
                  <a:pt x="1684254" y="762684"/>
                </a:lnTo>
                <a:lnTo>
                  <a:pt x="1683489" y="762538"/>
                </a:lnTo>
                <a:lnTo>
                  <a:pt x="1682739" y="762393"/>
                </a:lnTo>
                <a:lnTo>
                  <a:pt x="1682004" y="762248"/>
                </a:lnTo>
                <a:lnTo>
                  <a:pt x="1681284" y="762104"/>
                </a:lnTo>
                <a:lnTo>
                  <a:pt x="1680579" y="761960"/>
                </a:lnTo>
                <a:lnTo>
                  <a:pt x="1679890" y="761817"/>
                </a:lnTo>
                <a:lnTo>
                  <a:pt x="1679215" y="761674"/>
                </a:lnTo>
                <a:lnTo>
                  <a:pt x="1678555" y="761532"/>
                </a:lnTo>
                <a:lnTo>
                  <a:pt x="1677910" y="761391"/>
                </a:lnTo>
                <a:lnTo>
                  <a:pt x="1677280" y="761250"/>
                </a:lnTo>
                <a:lnTo>
                  <a:pt x="1676665" y="761109"/>
                </a:lnTo>
                <a:lnTo>
                  <a:pt x="1676066" y="760969"/>
                </a:lnTo>
                <a:lnTo>
                  <a:pt x="1675481" y="760830"/>
                </a:lnTo>
                <a:lnTo>
                  <a:pt x="1674911" y="760691"/>
                </a:lnTo>
                <a:lnTo>
                  <a:pt x="1674356" y="760553"/>
                </a:lnTo>
                <a:lnTo>
                  <a:pt x="1673817" y="760415"/>
                </a:lnTo>
                <a:lnTo>
                  <a:pt x="1673292" y="760278"/>
                </a:lnTo>
                <a:lnTo>
                  <a:pt x="1672782" y="760142"/>
                </a:lnTo>
                <a:lnTo>
                  <a:pt x="1672287" y="760006"/>
                </a:lnTo>
                <a:lnTo>
                  <a:pt x="1671808" y="759870"/>
                </a:lnTo>
                <a:lnTo>
                  <a:pt x="1671343" y="759735"/>
                </a:lnTo>
                <a:lnTo>
                  <a:pt x="1670893" y="759601"/>
                </a:lnTo>
                <a:lnTo>
                  <a:pt x="1670459" y="759467"/>
                </a:lnTo>
                <a:lnTo>
                  <a:pt x="1670050" y="759333"/>
                </a:lnTo>
                <a:lnTo>
                  <a:pt x="1669652" y="759198"/>
                </a:lnTo>
                <a:lnTo>
                  <a:pt x="1669265" y="759062"/>
                </a:lnTo>
                <a:lnTo>
                  <a:pt x="1668888" y="758925"/>
                </a:lnTo>
                <a:lnTo>
                  <a:pt x="1668522" y="758786"/>
                </a:lnTo>
                <a:lnTo>
                  <a:pt x="1668166" y="758647"/>
                </a:lnTo>
                <a:lnTo>
                  <a:pt x="1667821" y="758506"/>
                </a:lnTo>
                <a:lnTo>
                  <a:pt x="1667487" y="758364"/>
                </a:lnTo>
                <a:lnTo>
                  <a:pt x="1667163" y="758221"/>
                </a:lnTo>
                <a:lnTo>
                  <a:pt x="1666849" y="758077"/>
                </a:lnTo>
                <a:lnTo>
                  <a:pt x="1666547" y="757932"/>
                </a:lnTo>
                <a:lnTo>
                  <a:pt x="1666254" y="757786"/>
                </a:lnTo>
                <a:lnTo>
                  <a:pt x="1665973" y="757638"/>
                </a:lnTo>
                <a:lnTo>
                  <a:pt x="1665702" y="757490"/>
                </a:lnTo>
                <a:lnTo>
                  <a:pt x="1665441" y="757340"/>
                </a:lnTo>
                <a:lnTo>
                  <a:pt x="1665191" y="757189"/>
                </a:lnTo>
                <a:lnTo>
                  <a:pt x="1664952" y="757038"/>
                </a:lnTo>
                <a:lnTo>
                  <a:pt x="1664723" y="756885"/>
                </a:lnTo>
                <a:lnTo>
                  <a:pt x="1664504" y="756731"/>
                </a:lnTo>
                <a:lnTo>
                  <a:pt x="1664297" y="756575"/>
                </a:lnTo>
                <a:lnTo>
                  <a:pt x="1664100" y="756419"/>
                </a:lnTo>
                <a:lnTo>
                  <a:pt x="1663913" y="756262"/>
                </a:lnTo>
                <a:lnTo>
                  <a:pt x="1663737" y="756103"/>
                </a:lnTo>
                <a:lnTo>
                  <a:pt x="1663572" y="755944"/>
                </a:lnTo>
                <a:lnTo>
                  <a:pt x="1663415" y="755769"/>
                </a:lnTo>
                <a:lnTo>
                  <a:pt x="1663265" y="755590"/>
                </a:lnTo>
                <a:lnTo>
                  <a:pt x="1663121" y="755408"/>
                </a:lnTo>
                <a:lnTo>
                  <a:pt x="1662984" y="755223"/>
                </a:lnTo>
                <a:lnTo>
                  <a:pt x="1662854" y="755034"/>
                </a:lnTo>
                <a:lnTo>
                  <a:pt x="1662731" y="754843"/>
                </a:lnTo>
                <a:lnTo>
                  <a:pt x="1662614" y="754647"/>
                </a:lnTo>
                <a:lnTo>
                  <a:pt x="1662504" y="754449"/>
                </a:lnTo>
                <a:lnTo>
                  <a:pt x="1662400" y="754247"/>
                </a:lnTo>
                <a:lnTo>
                  <a:pt x="1662303" y="754042"/>
                </a:lnTo>
                <a:lnTo>
                  <a:pt x="1662213" y="753833"/>
                </a:lnTo>
                <a:lnTo>
                  <a:pt x="1662130" y="753621"/>
                </a:lnTo>
                <a:lnTo>
                  <a:pt x="1662053" y="753406"/>
                </a:lnTo>
                <a:lnTo>
                  <a:pt x="1661983" y="753187"/>
                </a:lnTo>
                <a:lnTo>
                  <a:pt x="1661920" y="752966"/>
                </a:lnTo>
                <a:lnTo>
                  <a:pt x="1661863" y="752740"/>
                </a:lnTo>
                <a:lnTo>
                  <a:pt x="1661813" y="752512"/>
                </a:lnTo>
                <a:lnTo>
                  <a:pt x="1661770" y="752280"/>
                </a:lnTo>
                <a:lnTo>
                  <a:pt x="1661733" y="752045"/>
                </a:lnTo>
                <a:lnTo>
                  <a:pt x="1661703" y="751806"/>
                </a:lnTo>
                <a:lnTo>
                  <a:pt x="1661679" y="751564"/>
                </a:lnTo>
                <a:lnTo>
                  <a:pt x="1661663" y="751319"/>
                </a:lnTo>
                <a:lnTo>
                  <a:pt x="1661653" y="751070"/>
                </a:lnTo>
                <a:lnTo>
                  <a:pt x="1661649" y="750818"/>
                </a:lnTo>
                <a:lnTo>
                  <a:pt x="1661682" y="749877"/>
                </a:lnTo>
                <a:lnTo>
                  <a:pt x="1661778" y="748976"/>
                </a:lnTo>
                <a:lnTo>
                  <a:pt x="1661940" y="748115"/>
                </a:lnTo>
                <a:lnTo>
                  <a:pt x="1662165" y="747295"/>
                </a:lnTo>
                <a:lnTo>
                  <a:pt x="1662456" y="746514"/>
                </a:lnTo>
                <a:lnTo>
                  <a:pt x="1662811" y="745773"/>
                </a:lnTo>
                <a:lnTo>
                  <a:pt x="1663230" y="745072"/>
                </a:lnTo>
                <a:lnTo>
                  <a:pt x="1663714" y="744412"/>
                </a:lnTo>
                <a:lnTo>
                  <a:pt x="1664262" y="743791"/>
                </a:lnTo>
                <a:lnTo>
                  <a:pt x="1664875" y="743210"/>
                </a:lnTo>
                <a:lnTo>
                  <a:pt x="1665552" y="742670"/>
                </a:lnTo>
                <a:lnTo>
                  <a:pt x="1666294" y="742169"/>
                </a:lnTo>
                <a:lnTo>
                  <a:pt x="1667101" y="741709"/>
                </a:lnTo>
                <a:lnTo>
                  <a:pt x="1667972" y="741288"/>
                </a:lnTo>
                <a:lnTo>
                  <a:pt x="1668907" y="740908"/>
                </a:lnTo>
                <a:lnTo>
                  <a:pt x="1669907" y="740567"/>
                </a:lnTo>
                <a:lnTo>
                  <a:pt x="1670971" y="740267"/>
                </a:lnTo>
                <a:lnTo>
                  <a:pt x="1672100" y="740007"/>
                </a:lnTo>
                <a:lnTo>
                  <a:pt x="1673294" y="739787"/>
                </a:lnTo>
                <a:lnTo>
                  <a:pt x="1674552" y="739606"/>
                </a:lnTo>
                <a:lnTo>
                  <a:pt x="1675874" y="739466"/>
                </a:lnTo>
                <a:lnTo>
                  <a:pt x="1677261" y="739366"/>
                </a:lnTo>
                <a:lnTo>
                  <a:pt x="1678713" y="739306"/>
                </a:lnTo>
                <a:lnTo>
                  <a:pt x="1680229" y="739286"/>
                </a:lnTo>
                <a:lnTo>
                  <a:pt x="1680668" y="739288"/>
                </a:lnTo>
                <a:lnTo>
                  <a:pt x="1681103" y="739294"/>
                </a:lnTo>
                <a:lnTo>
                  <a:pt x="1681535" y="739304"/>
                </a:lnTo>
                <a:lnTo>
                  <a:pt x="1681964" y="739317"/>
                </a:lnTo>
                <a:lnTo>
                  <a:pt x="1682390" y="739335"/>
                </a:lnTo>
                <a:lnTo>
                  <a:pt x="1682812" y="739356"/>
                </a:lnTo>
                <a:lnTo>
                  <a:pt x="1683231" y="739381"/>
                </a:lnTo>
                <a:lnTo>
                  <a:pt x="1683646" y="739411"/>
                </a:lnTo>
                <a:lnTo>
                  <a:pt x="1684058" y="739444"/>
                </a:lnTo>
                <a:lnTo>
                  <a:pt x="1684467" y="739481"/>
                </a:lnTo>
                <a:lnTo>
                  <a:pt x="1684872" y="739522"/>
                </a:lnTo>
                <a:lnTo>
                  <a:pt x="1685274" y="739566"/>
                </a:lnTo>
                <a:lnTo>
                  <a:pt x="1685673" y="739615"/>
                </a:lnTo>
                <a:lnTo>
                  <a:pt x="1686069" y="739668"/>
                </a:lnTo>
                <a:lnTo>
                  <a:pt x="1686461" y="739724"/>
                </a:lnTo>
                <a:lnTo>
                  <a:pt x="1686849" y="739784"/>
                </a:lnTo>
                <a:lnTo>
                  <a:pt x="1687235" y="739849"/>
                </a:lnTo>
                <a:lnTo>
                  <a:pt x="1687617" y="739917"/>
                </a:lnTo>
                <a:lnTo>
                  <a:pt x="1687996" y="739989"/>
                </a:lnTo>
                <a:lnTo>
                  <a:pt x="1688371" y="740065"/>
                </a:lnTo>
                <a:lnTo>
                  <a:pt x="1688743" y="740144"/>
                </a:lnTo>
                <a:lnTo>
                  <a:pt x="1689112" y="740228"/>
                </a:lnTo>
                <a:lnTo>
                  <a:pt x="1689477" y="740316"/>
                </a:lnTo>
                <a:lnTo>
                  <a:pt x="1689839" y="740407"/>
                </a:lnTo>
                <a:lnTo>
                  <a:pt x="1690210" y="740491"/>
                </a:lnTo>
                <a:lnTo>
                  <a:pt x="1690573" y="740582"/>
                </a:lnTo>
                <a:lnTo>
                  <a:pt x="1690930" y="740680"/>
                </a:lnTo>
                <a:lnTo>
                  <a:pt x="1691281" y="740785"/>
                </a:lnTo>
                <a:lnTo>
                  <a:pt x="1691624" y="740898"/>
                </a:lnTo>
                <a:lnTo>
                  <a:pt x="1691961" y="741018"/>
                </a:lnTo>
                <a:lnTo>
                  <a:pt x="1692292" y="741145"/>
                </a:lnTo>
                <a:lnTo>
                  <a:pt x="1692615" y="741279"/>
                </a:lnTo>
                <a:lnTo>
                  <a:pt x="1692932" y="741421"/>
                </a:lnTo>
                <a:lnTo>
                  <a:pt x="1693243" y="741570"/>
                </a:lnTo>
                <a:lnTo>
                  <a:pt x="1693546" y="741726"/>
                </a:lnTo>
                <a:lnTo>
                  <a:pt x="1693843" y="741889"/>
                </a:lnTo>
                <a:lnTo>
                  <a:pt x="1694134" y="742059"/>
                </a:lnTo>
                <a:lnTo>
                  <a:pt x="1694417" y="742237"/>
                </a:lnTo>
                <a:lnTo>
                  <a:pt x="1694694" y="742422"/>
                </a:lnTo>
                <a:lnTo>
                  <a:pt x="1694965" y="742614"/>
                </a:lnTo>
                <a:lnTo>
                  <a:pt x="1695228" y="742813"/>
                </a:lnTo>
                <a:lnTo>
                  <a:pt x="1695485" y="743020"/>
                </a:lnTo>
                <a:lnTo>
                  <a:pt x="1695735" y="743234"/>
                </a:lnTo>
                <a:lnTo>
                  <a:pt x="1695979" y="743455"/>
                </a:lnTo>
                <a:lnTo>
                  <a:pt x="1696216" y="743683"/>
                </a:lnTo>
                <a:lnTo>
                  <a:pt x="1696446" y="743919"/>
                </a:lnTo>
                <a:lnTo>
                  <a:pt x="1696670" y="744162"/>
                </a:lnTo>
                <a:lnTo>
                  <a:pt x="1696887" y="744412"/>
                </a:lnTo>
                <a:lnTo>
                  <a:pt x="1697109" y="744657"/>
                </a:lnTo>
                <a:lnTo>
                  <a:pt x="1697322" y="744912"/>
                </a:lnTo>
                <a:lnTo>
                  <a:pt x="1697525" y="745177"/>
                </a:lnTo>
                <a:lnTo>
                  <a:pt x="1697719" y="745453"/>
                </a:lnTo>
                <a:lnTo>
                  <a:pt x="1697903" y="745738"/>
                </a:lnTo>
                <a:lnTo>
                  <a:pt x="1698078" y="746033"/>
                </a:lnTo>
                <a:lnTo>
                  <a:pt x="1698243" y="746339"/>
                </a:lnTo>
                <a:lnTo>
                  <a:pt x="1698399" y="746654"/>
                </a:lnTo>
                <a:lnTo>
                  <a:pt x="1698546" y="746979"/>
                </a:lnTo>
                <a:lnTo>
                  <a:pt x="1698683" y="747315"/>
                </a:lnTo>
                <a:lnTo>
                  <a:pt x="1698811" y="747660"/>
                </a:lnTo>
                <a:lnTo>
                  <a:pt x="1698929" y="748015"/>
                </a:lnTo>
                <a:lnTo>
                  <a:pt x="1699038" y="748381"/>
                </a:lnTo>
                <a:lnTo>
                  <a:pt x="1699137" y="748756"/>
                </a:lnTo>
                <a:lnTo>
                  <a:pt x="1699227" y="749142"/>
                </a:lnTo>
                <a:lnTo>
                  <a:pt x="1699307" y="749537"/>
                </a:lnTo>
                <a:lnTo>
                  <a:pt x="1699378" y="749942"/>
                </a:lnTo>
                <a:lnTo>
                  <a:pt x="1699439" y="750358"/>
                </a:lnTo>
                <a:lnTo>
                  <a:pt x="1699491" y="750783"/>
                </a:lnTo>
                <a:lnTo>
                  <a:pt x="1699534" y="751219"/>
                </a:lnTo>
                <a:lnTo>
                  <a:pt x="1699567" y="751664"/>
                </a:lnTo>
                <a:lnTo>
                  <a:pt x="1699591" y="752120"/>
                </a:lnTo>
                <a:lnTo>
                  <a:pt x="1699605" y="752585"/>
                </a:lnTo>
                <a:lnTo>
                  <a:pt x="1699610" y="753061"/>
                </a:lnTo>
                <a:lnTo>
                  <a:pt x="1713544" y="753061"/>
                </a:lnTo>
                <a:lnTo>
                  <a:pt x="1713570" y="752968"/>
                </a:lnTo>
                <a:lnTo>
                  <a:pt x="1713595" y="752877"/>
                </a:lnTo>
                <a:lnTo>
                  <a:pt x="1713619" y="752788"/>
                </a:lnTo>
                <a:lnTo>
                  <a:pt x="1713642" y="752700"/>
                </a:lnTo>
                <a:lnTo>
                  <a:pt x="1713664" y="752614"/>
                </a:lnTo>
                <a:lnTo>
                  <a:pt x="1713684" y="752530"/>
                </a:lnTo>
                <a:lnTo>
                  <a:pt x="1713704" y="752448"/>
                </a:lnTo>
                <a:lnTo>
                  <a:pt x="1713722" y="752367"/>
                </a:lnTo>
                <a:lnTo>
                  <a:pt x="1713739" y="752287"/>
                </a:lnTo>
                <a:lnTo>
                  <a:pt x="1713755" y="752210"/>
                </a:lnTo>
                <a:lnTo>
                  <a:pt x="1713771" y="752134"/>
                </a:lnTo>
                <a:lnTo>
                  <a:pt x="1713784" y="752060"/>
                </a:lnTo>
                <a:lnTo>
                  <a:pt x="1713797" y="751987"/>
                </a:lnTo>
                <a:lnTo>
                  <a:pt x="1713809" y="751916"/>
                </a:lnTo>
                <a:lnTo>
                  <a:pt x="1713819" y="751847"/>
                </a:lnTo>
                <a:lnTo>
                  <a:pt x="1713829" y="751779"/>
                </a:lnTo>
                <a:lnTo>
                  <a:pt x="1713837" y="751713"/>
                </a:lnTo>
                <a:lnTo>
                  <a:pt x="1713845" y="751649"/>
                </a:lnTo>
                <a:lnTo>
                  <a:pt x="1713851" y="751587"/>
                </a:lnTo>
                <a:lnTo>
                  <a:pt x="1713856" y="751526"/>
                </a:lnTo>
                <a:lnTo>
                  <a:pt x="1713860" y="751466"/>
                </a:lnTo>
                <a:lnTo>
                  <a:pt x="1713862" y="751409"/>
                </a:lnTo>
                <a:lnTo>
                  <a:pt x="1713864" y="751353"/>
                </a:lnTo>
                <a:lnTo>
                  <a:pt x="1713865" y="751299"/>
                </a:lnTo>
                <a:lnTo>
                  <a:pt x="1713865" y="751246"/>
                </a:lnTo>
                <a:lnTo>
                  <a:pt x="1713865" y="751193"/>
                </a:lnTo>
                <a:lnTo>
                  <a:pt x="1713865" y="751141"/>
                </a:lnTo>
                <a:lnTo>
                  <a:pt x="1713865" y="751090"/>
                </a:lnTo>
                <a:lnTo>
                  <a:pt x="1713865" y="751039"/>
                </a:lnTo>
                <a:lnTo>
                  <a:pt x="1713865" y="750988"/>
                </a:lnTo>
                <a:lnTo>
                  <a:pt x="1713865" y="750939"/>
                </a:lnTo>
                <a:lnTo>
                  <a:pt x="1713865" y="750889"/>
                </a:lnTo>
                <a:lnTo>
                  <a:pt x="1713865" y="750841"/>
                </a:lnTo>
                <a:lnTo>
                  <a:pt x="1713865" y="750793"/>
                </a:lnTo>
                <a:lnTo>
                  <a:pt x="1713865" y="750745"/>
                </a:lnTo>
                <a:lnTo>
                  <a:pt x="1713865" y="750698"/>
                </a:lnTo>
                <a:lnTo>
                  <a:pt x="1713865" y="750652"/>
                </a:lnTo>
                <a:lnTo>
                  <a:pt x="1713865" y="750606"/>
                </a:lnTo>
                <a:lnTo>
                  <a:pt x="1713865" y="750561"/>
                </a:lnTo>
                <a:lnTo>
                  <a:pt x="1713865" y="750516"/>
                </a:lnTo>
                <a:lnTo>
                  <a:pt x="1713865" y="750472"/>
                </a:lnTo>
                <a:lnTo>
                  <a:pt x="1713865" y="750428"/>
                </a:lnTo>
                <a:lnTo>
                  <a:pt x="1713865" y="750385"/>
                </a:lnTo>
                <a:lnTo>
                  <a:pt x="1713865" y="750342"/>
                </a:lnTo>
                <a:lnTo>
                  <a:pt x="1713865" y="750300"/>
                </a:lnTo>
                <a:lnTo>
                  <a:pt x="1713865" y="750259"/>
                </a:lnTo>
                <a:lnTo>
                  <a:pt x="1713865" y="750218"/>
                </a:lnTo>
                <a:lnTo>
                  <a:pt x="1713865" y="750178"/>
                </a:lnTo>
                <a:lnTo>
                  <a:pt x="1713857" y="749607"/>
                </a:lnTo>
                <a:lnTo>
                  <a:pt x="1713835" y="749044"/>
                </a:lnTo>
                <a:lnTo>
                  <a:pt x="1713797" y="748488"/>
                </a:lnTo>
                <a:lnTo>
                  <a:pt x="1713744" y="747940"/>
                </a:lnTo>
                <a:lnTo>
                  <a:pt x="1713677" y="747398"/>
                </a:lnTo>
                <a:lnTo>
                  <a:pt x="1713594" y="746864"/>
                </a:lnTo>
                <a:lnTo>
                  <a:pt x="1713497" y="746337"/>
                </a:lnTo>
                <a:lnTo>
                  <a:pt x="1713384" y="745817"/>
                </a:lnTo>
                <a:lnTo>
                  <a:pt x="1713256" y="745305"/>
                </a:lnTo>
                <a:lnTo>
                  <a:pt x="1713114" y="744800"/>
                </a:lnTo>
                <a:lnTo>
                  <a:pt x="1712956" y="744302"/>
                </a:lnTo>
                <a:lnTo>
                  <a:pt x="1712783" y="743811"/>
                </a:lnTo>
                <a:lnTo>
                  <a:pt x="1712596" y="743327"/>
                </a:lnTo>
                <a:lnTo>
                  <a:pt x="1712393" y="742851"/>
                </a:lnTo>
                <a:lnTo>
                  <a:pt x="1712175" y="742382"/>
                </a:lnTo>
                <a:lnTo>
                  <a:pt x="1711943" y="741920"/>
                </a:lnTo>
                <a:lnTo>
                  <a:pt x="1711695" y="741465"/>
                </a:lnTo>
                <a:lnTo>
                  <a:pt x="1711432" y="741018"/>
                </a:lnTo>
                <a:lnTo>
                  <a:pt x="1711154" y="740578"/>
                </a:lnTo>
                <a:lnTo>
                  <a:pt x="1710861" y="740145"/>
                </a:lnTo>
                <a:lnTo>
                  <a:pt x="1710554" y="739719"/>
                </a:lnTo>
                <a:lnTo>
                  <a:pt x="1710231" y="739301"/>
                </a:lnTo>
                <a:lnTo>
                  <a:pt x="1709893" y="738889"/>
                </a:lnTo>
                <a:lnTo>
                  <a:pt x="1709540" y="738485"/>
                </a:lnTo>
                <a:lnTo>
                  <a:pt x="1709174" y="738075"/>
                </a:lnTo>
                <a:lnTo>
                  <a:pt x="1708798" y="737673"/>
                </a:lnTo>
                <a:lnTo>
                  <a:pt x="1708411" y="737279"/>
                </a:lnTo>
                <a:lnTo>
                  <a:pt x="1708014" y="736892"/>
                </a:lnTo>
                <a:lnTo>
                  <a:pt x="1707606" y="736514"/>
                </a:lnTo>
                <a:lnTo>
                  <a:pt x="1707188" y="736143"/>
                </a:lnTo>
                <a:lnTo>
                  <a:pt x="1706758" y="735780"/>
                </a:lnTo>
                <a:lnTo>
                  <a:pt x="1706319" y="735424"/>
                </a:lnTo>
                <a:lnTo>
                  <a:pt x="1705869" y="735077"/>
                </a:lnTo>
                <a:lnTo>
                  <a:pt x="1705408" y="734737"/>
                </a:lnTo>
                <a:lnTo>
                  <a:pt x="1704937" y="734405"/>
                </a:lnTo>
                <a:lnTo>
                  <a:pt x="1704455" y="734081"/>
                </a:lnTo>
                <a:lnTo>
                  <a:pt x="1703962" y="733764"/>
                </a:lnTo>
                <a:lnTo>
                  <a:pt x="1703459" y="733456"/>
                </a:lnTo>
                <a:lnTo>
                  <a:pt x="1702946" y="733155"/>
                </a:lnTo>
                <a:lnTo>
                  <a:pt x="1702421" y="732862"/>
                </a:lnTo>
                <a:lnTo>
                  <a:pt x="1701887" y="732576"/>
                </a:lnTo>
                <a:lnTo>
                  <a:pt x="1701341" y="732299"/>
                </a:lnTo>
                <a:lnTo>
                  <a:pt x="1700786" y="732029"/>
                </a:lnTo>
                <a:lnTo>
                  <a:pt x="1700219" y="731767"/>
                </a:lnTo>
                <a:lnTo>
                  <a:pt x="1699642" y="731513"/>
                </a:lnTo>
                <a:lnTo>
                  <a:pt x="1699055" y="731267"/>
                </a:lnTo>
                <a:lnTo>
                  <a:pt x="1698456" y="731028"/>
                </a:lnTo>
                <a:lnTo>
                  <a:pt x="1697848" y="730797"/>
                </a:lnTo>
                <a:lnTo>
                  <a:pt x="1697244" y="730575"/>
                </a:lnTo>
                <a:lnTo>
                  <a:pt x="1696633" y="730362"/>
                </a:lnTo>
                <a:lnTo>
                  <a:pt x="1696016" y="730159"/>
                </a:lnTo>
                <a:lnTo>
                  <a:pt x="1695392" y="729965"/>
                </a:lnTo>
                <a:lnTo>
                  <a:pt x="1694761" y="729781"/>
                </a:lnTo>
                <a:lnTo>
                  <a:pt x="1694124" y="729606"/>
                </a:lnTo>
                <a:lnTo>
                  <a:pt x="1693480" y="729440"/>
                </a:lnTo>
                <a:lnTo>
                  <a:pt x="1692829" y="729284"/>
                </a:lnTo>
                <a:lnTo>
                  <a:pt x="1692172" y="729138"/>
                </a:lnTo>
                <a:lnTo>
                  <a:pt x="1691508" y="729001"/>
                </a:lnTo>
                <a:lnTo>
                  <a:pt x="1690837" y="728873"/>
                </a:lnTo>
                <a:lnTo>
                  <a:pt x="1690160" y="728755"/>
                </a:lnTo>
                <a:lnTo>
                  <a:pt x="1689476" y="728646"/>
                </a:lnTo>
                <a:lnTo>
                  <a:pt x="1688785" y="728547"/>
                </a:lnTo>
                <a:lnTo>
                  <a:pt x="1688087" y="728457"/>
                </a:lnTo>
                <a:lnTo>
                  <a:pt x="1687383" y="728377"/>
                </a:lnTo>
                <a:lnTo>
                  <a:pt x="1686673" y="728306"/>
                </a:lnTo>
                <a:lnTo>
                  <a:pt x="1685955" y="728245"/>
                </a:lnTo>
                <a:lnTo>
                  <a:pt x="1685231" y="728193"/>
                </a:lnTo>
                <a:lnTo>
                  <a:pt x="1684500" y="728150"/>
                </a:lnTo>
                <a:lnTo>
                  <a:pt x="1683763" y="728117"/>
                </a:lnTo>
                <a:lnTo>
                  <a:pt x="1683019" y="728093"/>
                </a:lnTo>
                <a:lnTo>
                  <a:pt x="1682268" y="728079"/>
                </a:lnTo>
                <a:lnTo>
                  <a:pt x="1681510" y="728074"/>
                </a:lnTo>
                <a:lnTo>
                  <a:pt x="1680647" y="728079"/>
                </a:lnTo>
                <a:lnTo>
                  <a:pt x="1679793" y="728093"/>
                </a:lnTo>
                <a:lnTo>
                  <a:pt x="1678948" y="728117"/>
                </a:lnTo>
                <a:lnTo>
                  <a:pt x="1678111" y="728150"/>
                </a:lnTo>
                <a:lnTo>
                  <a:pt x="1677284" y="728193"/>
                </a:lnTo>
                <a:lnTo>
                  <a:pt x="1676465" y="728245"/>
                </a:lnTo>
                <a:lnTo>
                  <a:pt x="1675655" y="728306"/>
                </a:lnTo>
                <a:lnTo>
                  <a:pt x="1674855" y="728377"/>
                </a:lnTo>
                <a:lnTo>
                  <a:pt x="1674063" y="728457"/>
                </a:lnTo>
                <a:lnTo>
                  <a:pt x="1673280" y="728547"/>
                </a:lnTo>
                <a:lnTo>
                  <a:pt x="1672505" y="728646"/>
                </a:lnTo>
                <a:lnTo>
                  <a:pt x="1671740" y="728755"/>
                </a:lnTo>
                <a:lnTo>
                  <a:pt x="1670984" y="728873"/>
                </a:lnTo>
                <a:lnTo>
                  <a:pt x="1670236" y="729001"/>
                </a:lnTo>
                <a:lnTo>
                  <a:pt x="1669498" y="729138"/>
                </a:lnTo>
                <a:lnTo>
                  <a:pt x="1668768" y="729284"/>
                </a:lnTo>
                <a:lnTo>
                  <a:pt x="1668047" y="729440"/>
                </a:lnTo>
                <a:lnTo>
                  <a:pt x="1667336" y="729606"/>
                </a:lnTo>
                <a:lnTo>
                  <a:pt x="1666633" y="729781"/>
                </a:lnTo>
                <a:lnTo>
                  <a:pt x="1665938" y="729965"/>
                </a:lnTo>
                <a:lnTo>
                  <a:pt x="1665253" y="730159"/>
                </a:lnTo>
                <a:lnTo>
                  <a:pt x="1664577" y="730362"/>
                </a:lnTo>
                <a:lnTo>
                  <a:pt x="1663910" y="730575"/>
                </a:lnTo>
                <a:lnTo>
                  <a:pt x="1663251" y="730797"/>
                </a:lnTo>
                <a:lnTo>
                  <a:pt x="1662616" y="731029"/>
                </a:lnTo>
                <a:lnTo>
                  <a:pt x="1661993" y="731269"/>
                </a:lnTo>
                <a:lnTo>
                  <a:pt x="1661382" y="731518"/>
                </a:lnTo>
                <a:lnTo>
                  <a:pt x="1660782" y="731776"/>
                </a:lnTo>
                <a:lnTo>
                  <a:pt x="1660194" y="732043"/>
                </a:lnTo>
                <a:lnTo>
                  <a:pt x="1659617" y="732319"/>
                </a:lnTo>
                <a:lnTo>
                  <a:pt x="1659053" y="732604"/>
                </a:lnTo>
                <a:lnTo>
                  <a:pt x="1658500" y="732897"/>
                </a:lnTo>
                <a:lnTo>
                  <a:pt x="1657958" y="733200"/>
                </a:lnTo>
                <a:lnTo>
                  <a:pt x="1657428" y="733511"/>
                </a:lnTo>
                <a:lnTo>
                  <a:pt x="1656910" y="733832"/>
                </a:lnTo>
                <a:lnTo>
                  <a:pt x="1656404" y="734161"/>
                </a:lnTo>
                <a:lnTo>
                  <a:pt x="1655909" y="734499"/>
                </a:lnTo>
                <a:lnTo>
                  <a:pt x="1655426" y="734846"/>
                </a:lnTo>
                <a:lnTo>
                  <a:pt x="1654955" y="735202"/>
                </a:lnTo>
                <a:lnTo>
                  <a:pt x="1654495" y="735567"/>
                </a:lnTo>
                <a:lnTo>
                  <a:pt x="1654047" y="735940"/>
                </a:lnTo>
                <a:lnTo>
                  <a:pt x="1653611" y="736323"/>
                </a:lnTo>
                <a:lnTo>
                  <a:pt x="1653186" y="736715"/>
                </a:lnTo>
                <a:lnTo>
                  <a:pt x="1652773" y="737115"/>
                </a:lnTo>
                <a:lnTo>
                  <a:pt x="1652372" y="737524"/>
                </a:lnTo>
                <a:lnTo>
                  <a:pt x="1651983" y="737943"/>
                </a:lnTo>
                <a:lnTo>
                  <a:pt x="1651605" y="738370"/>
                </a:lnTo>
                <a:lnTo>
                  <a:pt x="1651238" y="738806"/>
                </a:lnTo>
                <a:lnTo>
                  <a:pt x="1650886" y="739251"/>
                </a:lnTo>
                <a:lnTo>
                  <a:pt x="1650548" y="739705"/>
                </a:lnTo>
                <a:lnTo>
                  <a:pt x="1650225" y="740170"/>
                </a:lnTo>
                <a:lnTo>
                  <a:pt x="1649917" y="740643"/>
                </a:lnTo>
                <a:lnTo>
                  <a:pt x="1649624" y="741126"/>
                </a:lnTo>
                <a:lnTo>
                  <a:pt x="1649347" y="741619"/>
                </a:lnTo>
                <a:lnTo>
                  <a:pt x="1649084" y="742121"/>
                </a:lnTo>
                <a:lnTo>
                  <a:pt x="1648836" y="742632"/>
                </a:lnTo>
                <a:lnTo>
                  <a:pt x="1648603" y="743153"/>
                </a:lnTo>
                <a:lnTo>
                  <a:pt x="1648386" y="743683"/>
                </a:lnTo>
                <a:lnTo>
                  <a:pt x="1648183" y="744223"/>
                </a:lnTo>
                <a:lnTo>
                  <a:pt x="1647995" y="744772"/>
                </a:lnTo>
                <a:lnTo>
                  <a:pt x="1647822" y="745331"/>
                </a:lnTo>
                <a:lnTo>
                  <a:pt x="1647665" y="745899"/>
                </a:lnTo>
                <a:lnTo>
                  <a:pt x="1647522" y="746476"/>
                </a:lnTo>
                <a:lnTo>
                  <a:pt x="1647395" y="747063"/>
                </a:lnTo>
                <a:lnTo>
                  <a:pt x="1647282" y="747660"/>
                </a:lnTo>
                <a:lnTo>
                  <a:pt x="1647184" y="748266"/>
                </a:lnTo>
                <a:lnTo>
                  <a:pt x="1647102" y="748881"/>
                </a:lnTo>
                <a:lnTo>
                  <a:pt x="1647034" y="749506"/>
                </a:lnTo>
                <a:lnTo>
                  <a:pt x="1646982" y="750140"/>
                </a:lnTo>
                <a:lnTo>
                  <a:pt x="1646944" y="750784"/>
                </a:lnTo>
                <a:lnTo>
                  <a:pt x="1646922" y="751437"/>
                </a:lnTo>
                <a:lnTo>
                  <a:pt x="1646914" y="752100"/>
                </a:lnTo>
                <a:lnTo>
                  <a:pt x="1646919" y="752670"/>
                </a:lnTo>
                <a:lnTo>
                  <a:pt x="1646934" y="753232"/>
                </a:lnTo>
                <a:lnTo>
                  <a:pt x="1646959" y="753786"/>
                </a:lnTo>
                <a:lnTo>
                  <a:pt x="1646994" y="754333"/>
                </a:lnTo>
                <a:lnTo>
                  <a:pt x="1647039" y="754872"/>
                </a:lnTo>
                <a:lnTo>
                  <a:pt x="1647094" y="755403"/>
                </a:lnTo>
                <a:lnTo>
                  <a:pt x="1647159" y="755926"/>
                </a:lnTo>
                <a:lnTo>
                  <a:pt x="1647234" y="756442"/>
                </a:lnTo>
                <a:lnTo>
                  <a:pt x="1647319" y="756950"/>
                </a:lnTo>
                <a:lnTo>
                  <a:pt x="1647415" y="757450"/>
                </a:lnTo>
                <a:lnTo>
                  <a:pt x="1647520" y="757942"/>
                </a:lnTo>
                <a:lnTo>
                  <a:pt x="1647635" y="758426"/>
                </a:lnTo>
                <a:lnTo>
                  <a:pt x="1647760" y="758903"/>
                </a:lnTo>
                <a:lnTo>
                  <a:pt x="1647895" y="759372"/>
                </a:lnTo>
                <a:lnTo>
                  <a:pt x="1648040" y="759833"/>
                </a:lnTo>
                <a:lnTo>
                  <a:pt x="1648195" y="760286"/>
                </a:lnTo>
                <a:lnTo>
                  <a:pt x="1648360" y="760731"/>
                </a:lnTo>
                <a:lnTo>
                  <a:pt x="1648536" y="761169"/>
                </a:lnTo>
                <a:lnTo>
                  <a:pt x="1648721" y="761599"/>
                </a:lnTo>
                <a:lnTo>
                  <a:pt x="1648916" y="762021"/>
                </a:lnTo>
                <a:lnTo>
                  <a:pt x="1649121" y="762436"/>
                </a:lnTo>
                <a:lnTo>
                  <a:pt x="1649336" y="762842"/>
                </a:lnTo>
                <a:lnTo>
                  <a:pt x="1649562" y="763241"/>
                </a:lnTo>
                <a:lnTo>
                  <a:pt x="1649797" y="763632"/>
                </a:lnTo>
                <a:lnTo>
                  <a:pt x="1650044" y="764003"/>
                </a:lnTo>
                <a:lnTo>
                  <a:pt x="1650303" y="764368"/>
                </a:lnTo>
                <a:lnTo>
                  <a:pt x="1650575" y="764728"/>
                </a:lnTo>
                <a:lnTo>
                  <a:pt x="1650860" y="765082"/>
                </a:lnTo>
                <a:lnTo>
                  <a:pt x="1651158" y="765431"/>
                </a:lnTo>
                <a:lnTo>
                  <a:pt x="1651469" y="765774"/>
                </a:lnTo>
                <a:lnTo>
                  <a:pt x="1651792" y="766112"/>
                </a:lnTo>
                <a:lnTo>
                  <a:pt x="1652128" y="766444"/>
                </a:lnTo>
                <a:lnTo>
                  <a:pt x="1652477" y="766770"/>
                </a:lnTo>
                <a:lnTo>
                  <a:pt x="1652839" y="767091"/>
                </a:lnTo>
                <a:lnTo>
                  <a:pt x="1653214" y="767406"/>
                </a:lnTo>
                <a:lnTo>
                  <a:pt x="1653601" y="767716"/>
                </a:lnTo>
                <a:lnTo>
                  <a:pt x="1654001" y="768020"/>
                </a:lnTo>
                <a:lnTo>
                  <a:pt x="1654414" y="768319"/>
                </a:lnTo>
                <a:lnTo>
                  <a:pt x="1654840" y="768612"/>
                </a:lnTo>
                <a:lnTo>
                  <a:pt x="1655278" y="768900"/>
                </a:lnTo>
                <a:lnTo>
                  <a:pt x="1655730" y="769182"/>
                </a:lnTo>
                <a:lnTo>
                  <a:pt x="1656194" y="769458"/>
                </a:lnTo>
                <a:lnTo>
                  <a:pt x="1656671" y="769729"/>
                </a:lnTo>
                <a:lnTo>
                  <a:pt x="1657160" y="769994"/>
                </a:lnTo>
                <a:lnTo>
                  <a:pt x="1657663" y="770254"/>
                </a:lnTo>
                <a:lnTo>
                  <a:pt x="1658178" y="770508"/>
                </a:lnTo>
                <a:lnTo>
                  <a:pt x="1658706" y="770757"/>
                </a:lnTo>
                <a:lnTo>
                  <a:pt x="1659247" y="771000"/>
                </a:lnTo>
                <a:lnTo>
                  <a:pt x="1659801" y="771225"/>
                </a:lnTo>
                <a:lnTo>
                  <a:pt x="1660370" y="771448"/>
                </a:lnTo>
                <a:lnTo>
                  <a:pt x="1660954" y="771668"/>
                </a:lnTo>
                <a:lnTo>
                  <a:pt x="1661552" y="771885"/>
                </a:lnTo>
                <a:lnTo>
                  <a:pt x="1662164" y="772099"/>
                </a:lnTo>
                <a:lnTo>
                  <a:pt x="1662791" y="772311"/>
                </a:lnTo>
                <a:lnTo>
                  <a:pt x="1663432" y="772520"/>
                </a:lnTo>
                <a:lnTo>
                  <a:pt x="1664088" y="772726"/>
                </a:lnTo>
                <a:lnTo>
                  <a:pt x="1664758" y="772929"/>
                </a:lnTo>
                <a:lnTo>
                  <a:pt x="1665442" y="773130"/>
                </a:lnTo>
                <a:lnTo>
                  <a:pt x="1666141" y="773327"/>
                </a:lnTo>
                <a:lnTo>
                  <a:pt x="1666855" y="773522"/>
                </a:lnTo>
                <a:lnTo>
                  <a:pt x="1667583" y="773714"/>
                </a:lnTo>
                <a:lnTo>
                  <a:pt x="1668325" y="773904"/>
                </a:lnTo>
                <a:lnTo>
                  <a:pt x="1669082" y="774090"/>
                </a:lnTo>
                <a:lnTo>
                  <a:pt x="1669854" y="774274"/>
                </a:lnTo>
                <a:lnTo>
                  <a:pt x="1670640" y="774455"/>
                </a:lnTo>
                <a:lnTo>
                  <a:pt x="1671440" y="774633"/>
                </a:lnTo>
                <a:lnTo>
                  <a:pt x="1672255" y="774809"/>
                </a:lnTo>
                <a:lnTo>
                  <a:pt x="1673084" y="774982"/>
                </a:lnTo>
                <a:lnTo>
                  <a:pt x="1673927" y="775151"/>
                </a:lnTo>
                <a:lnTo>
                  <a:pt x="1674786" y="775319"/>
                </a:lnTo>
                <a:lnTo>
                  <a:pt x="1675658" y="775483"/>
                </a:lnTo>
                <a:lnTo>
                  <a:pt x="1676545" y="775644"/>
                </a:lnTo>
                <a:lnTo>
                  <a:pt x="1677378" y="775778"/>
                </a:lnTo>
                <a:lnTo>
                  <a:pt x="1678194" y="775913"/>
                </a:lnTo>
                <a:lnTo>
                  <a:pt x="1678993" y="776047"/>
                </a:lnTo>
                <a:lnTo>
                  <a:pt x="1679775" y="776183"/>
                </a:lnTo>
                <a:lnTo>
                  <a:pt x="1680541" y="776319"/>
                </a:lnTo>
                <a:lnTo>
                  <a:pt x="1681290" y="776455"/>
                </a:lnTo>
                <a:lnTo>
                  <a:pt x="1682023" y="776592"/>
                </a:lnTo>
                <a:lnTo>
                  <a:pt x="1682738" y="776730"/>
                </a:lnTo>
                <a:lnTo>
                  <a:pt x="1683437" y="776868"/>
                </a:lnTo>
                <a:lnTo>
                  <a:pt x="1684120" y="777007"/>
                </a:lnTo>
                <a:lnTo>
                  <a:pt x="1684786" y="777146"/>
                </a:lnTo>
                <a:lnTo>
                  <a:pt x="1685435" y="777286"/>
                </a:lnTo>
                <a:lnTo>
                  <a:pt x="1686067" y="777427"/>
                </a:lnTo>
                <a:lnTo>
                  <a:pt x="1686683" y="777568"/>
                </a:lnTo>
                <a:lnTo>
                  <a:pt x="1687281" y="777709"/>
                </a:lnTo>
                <a:lnTo>
                  <a:pt x="1687864" y="777851"/>
                </a:lnTo>
                <a:lnTo>
                  <a:pt x="1688429" y="777994"/>
                </a:lnTo>
                <a:lnTo>
                  <a:pt x="1688978" y="778137"/>
                </a:lnTo>
                <a:lnTo>
                  <a:pt x="1689511" y="778281"/>
                </a:lnTo>
                <a:lnTo>
                  <a:pt x="1690026" y="778425"/>
                </a:lnTo>
                <a:lnTo>
                  <a:pt x="1690525" y="778570"/>
                </a:lnTo>
                <a:lnTo>
                  <a:pt x="1691007" y="778715"/>
                </a:lnTo>
                <a:lnTo>
                  <a:pt x="1691473" y="778861"/>
                </a:lnTo>
                <a:lnTo>
                  <a:pt x="1691921" y="779008"/>
                </a:lnTo>
                <a:lnTo>
                  <a:pt x="1692369" y="779156"/>
                </a:lnTo>
                <a:lnTo>
                  <a:pt x="1692806" y="779306"/>
                </a:lnTo>
                <a:lnTo>
                  <a:pt x="1693230" y="779458"/>
                </a:lnTo>
                <a:lnTo>
                  <a:pt x="1693643" y="779613"/>
                </a:lnTo>
                <a:lnTo>
                  <a:pt x="1694045" y="779770"/>
                </a:lnTo>
                <a:lnTo>
                  <a:pt x="1694434" y="779929"/>
                </a:lnTo>
                <a:lnTo>
                  <a:pt x="1694812" y="780090"/>
                </a:lnTo>
                <a:lnTo>
                  <a:pt x="1695178" y="780254"/>
                </a:lnTo>
                <a:lnTo>
                  <a:pt x="1695533" y="780419"/>
                </a:lnTo>
                <a:lnTo>
                  <a:pt x="1695876" y="780587"/>
                </a:lnTo>
                <a:lnTo>
                  <a:pt x="1696207" y="780758"/>
                </a:lnTo>
                <a:lnTo>
                  <a:pt x="1696526" y="780930"/>
                </a:lnTo>
                <a:lnTo>
                  <a:pt x="1696834" y="781105"/>
                </a:lnTo>
                <a:lnTo>
                  <a:pt x="1697130" y="781282"/>
                </a:lnTo>
                <a:lnTo>
                  <a:pt x="1697415" y="781461"/>
                </a:lnTo>
                <a:lnTo>
                  <a:pt x="1697687" y="781642"/>
                </a:lnTo>
                <a:lnTo>
                  <a:pt x="1697949" y="781825"/>
                </a:lnTo>
                <a:lnTo>
                  <a:pt x="1698198" y="782011"/>
                </a:lnTo>
                <a:lnTo>
                  <a:pt x="1698436" y="782199"/>
                </a:lnTo>
                <a:lnTo>
                  <a:pt x="1698662" y="782389"/>
                </a:lnTo>
                <a:lnTo>
                  <a:pt x="1698876" y="782582"/>
                </a:lnTo>
                <a:lnTo>
                  <a:pt x="1699079" y="782776"/>
                </a:lnTo>
                <a:lnTo>
                  <a:pt x="1699270" y="782973"/>
                </a:lnTo>
                <a:lnTo>
                  <a:pt x="1699449" y="783172"/>
                </a:lnTo>
                <a:lnTo>
                  <a:pt x="1699619" y="783375"/>
                </a:lnTo>
                <a:lnTo>
                  <a:pt x="1699782" y="783582"/>
                </a:lnTo>
                <a:lnTo>
                  <a:pt x="1699937" y="783793"/>
                </a:lnTo>
                <a:lnTo>
                  <a:pt x="1700086" y="784009"/>
                </a:lnTo>
                <a:lnTo>
                  <a:pt x="1700227" y="784229"/>
                </a:lnTo>
                <a:lnTo>
                  <a:pt x="1700360" y="784454"/>
                </a:lnTo>
                <a:lnTo>
                  <a:pt x="1700487" y="784683"/>
                </a:lnTo>
                <a:lnTo>
                  <a:pt x="1700606" y="784916"/>
                </a:lnTo>
                <a:lnTo>
                  <a:pt x="1700718" y="785155"/>
                </a:lnTo>
                <a:lnTo>
                  <a:pt x="1700823" y="785397"/>
                </a:lnTo>
                <a:lnTo>
                  <a:pt x="1700921" y="785644"/>
                </a:lnTo>
                <a:lnTo>
                  <a:pt x="1701011" y="785895"/>
                </a:lnTo>
                <a:lnTo>
                  <a:pt x="1701094" y="786151"/>
                </a:lnTo>
                <a:lnTo>
                  <a:pt x="1701170" y="786411"/>
                </a:lnTo>
                <a:lnTo>
                  <a:pt x="1701239" y="786676"/>
                </a:lnTo>
                <a:lnTo>
                  <a:pt x="1701300" y="786945"/>
                </a:lnTo>
                <a:lnTo>
                  <a:pt x="1701354" y="787219"/>
                </a:lnTo>
                <a:lnTo>
                  <a:pt x="1701401" y="787497"/>
                </a:lnTo>
                <a:lnTo>
                  <a:pt x="1701441" y="787779"/>
                </a:lnTo>
                <a:lnTo>
                  <a:pt x="1701474" y="788066"/>
                </a:lnTo>
                <a:lnTo>
                  <a:pt x="1701499" y="788358"/>
                </a:lnTo>
                <a:lnTo>
                  <a:pt x="1701517" y="788654"/>
                </a:lnTo>
                <a:lnTo>
                  <a:pt x="1701528" y="788954"/>
                </a:lnTo>
                <a:lnTo>
                  <a:pt x="1701532" y="789259"/>
                </a:lnTo>
                <a:lnTo>
                  <a:pt x="1701523" y="789722"/>
                </a:lnTo>
                <a:lnTo>
                  <a:pt x="1701496" y="790179"/>
                </a:lnTo>
                <a:lnTo>
                  <a:pt x="1701452" y="790628"/>
                </a:lnTo>
                <a:lnTo>
                  <a:pt x="1701389" y="791070"/>
                </a:lnTo>
                <a:lnTo>
                  <a:pt x="1701309" y="791504"/>
                </a:lnTo>
                <a:lnTo>
                  <a:pt x="1701211" y="791932"/>
                </a:lnTo>
                <a:lnTo>
                  <a:pt x="1701096" y="792352"/>
                </a:lnTo>
                <a:lnTo>
                  <a:pt x="1700962" y="792765"/>
                </a:lnTo>
                <a:lnTo>
                  <a:pt x="1700811" y="793170"/>
                </a:lnTo>
                <a:lnTo>
                  <a:pt x="1700642" y="793569"/>
                </a:lnTo>
                <a:lnTo>
                  <a:pt x="1700455" y="793960"/>
                </a:lnTo>
                <a:lnTo>
                  <a:pt x="1700250" y="794344"/>
                </a:lnTo>
                <a:lnTo>
                  <a:pt x="1700028" y="794721"/>
                </a:lnTo>
                <a:lnTo>
                  <a:pt x="1699788" y="795091"/>
                </a:lnTo>
                <a:lnTo>
                  <a:pt x="1699529" y="795453"/>
                </a:lnTo>
                <a:lnTo>
                  <a:pt x="1699254" y="795808"/>
                </a:lnTo>
                <a:lnTo>
                  <a:pt x="1698960" y="796156"/>
                </a:lnTo>
                <a:lnTo>
                  <a:pt x="1698649" y="796496"/>
                </a:lnTo>
                <a:lnTo>
                  <a:pt x="1698319" y="796830"/>
                </a:lnTo>
                <a:lnTo>
                  <a:pt x="1697972" y="797156"/>
                </a:lnTo>
                <a:lnTo>
                  <a:pt x="1697607" y="797475"/>
                </a:lnTo>
                <a:lnTo>
                  <a:pt x="1697225" y="797787"/>
                </a:lnTo>
                <a:lnTo>
                  <a:pt x="1696824" y="798091"/>
                </a:lnTo>
                <a:lnTo>
                  <a:pt x="1696406" y="798388"/>
                </a:lnTo>
                <a:lnTo>
                  <a:pt x="1695984" y="798663"/>
                </a:lnTo>
                <a:lnTo>
                  <a:pt x="1695545" y="798926"/>
                </a:lnTo>
                <a:lnTo>
                  <a:pt x="1695090" y="799177"/>
                </a:lnTo>
                <a:lnTo>
                  <a:pt x="1694618" y="799416"/>
                </a:lnTo>
                <a:lnTo>
                  <a:pt x="1694129" y="799644"/>
                </a:lnTo>
                <a:lnTo>
                  <a:pt x="1693623" y="799860"/>
                </a:lnTo>
                <a:lnTo>
                  <a:pt x="1693101" y="800064"/>
                </a:lnTo>
                <a:lnTo>
                  <a:pt x="1692562" y="800257"/>
                </a:lnTo>
                <a:lnTo>
                  <a:pt x="1692007" y="800438"/>
                </a:lnTo>
                <a:lnTo>
                  <a:pt x="1691434" y="800607"/>
                </a:lnTo>
                <a:lnTo>
                  <a:pt x="1690845" y="800765"/>
                </a:lnTo>
                <a:lnTo>
                  <a:pt x="1690240" y="800911"/>
                </a:lnTo>
                <a:lnTo>
                  <a:pt x="1689617" y="801045"/>
                </a:lnTo>
                <a:lnTo>
                  <a:pt x="1688978" y="801168"/>
                </a:lnTo>
                <a:lnTo>
                  <a:pt x="1688323" y="801279"/>
                </a:lnTo>
                <a:lnTo>
                  <a:pt x="1687650" y="801378"/>
                </a:lnTo>
                <a:lnTo>
                  <a:pt x="1686961" y="801466"/>
                </a:lnTo>
                <a:lnTo>
                  <a:pt x="1686255" y="801542"/>
                </a:lnTo>
                <a:lnTo>
                  <a:pt x="1685533" y="801606"/>
                </a:lnTo>
                <a:lnTo>
                  <a:pt x="1684794" y="801659"/>
                </a:lnTo>
                <a:lnTo>
                  <a:pt x="1684038" y="801699"/>
                </a:lnTo>
                <a:lnTo>
                  <a:pt x="1683266" y="801729"/>
                </a:lnTo>
                <a:lnTo>
                  <a:pt x="1682476" y="801746"/>
                </a:lnTo>
                <a:lnTo>
                  <a:pt x="1681670" y="801752"/>
                </a:lnTo>
                <a:lnTo>
                  <a:pt x="1680771" y="801746"/>
                </a:lnTo>
                <a:lnTo>
                  <a:pt x="1679890" y="801726"/>
                </a:lnTo>
                <a:lnTo>
                  <a:pt x="1679025" y="801694"/>
                </a:lnTo>
                <a:lnTo>
                  <a:pt x="1678178" y="801650"/>
                </a:lnTo>
                <a:lnTo>
                  <a:pt x="1677348" y="801592"/>
                </a:lnTo>
                <a:lnTo>
                  <a:pt x="1676535" y="801522"/>
                </a:lnTo>
                <a:lnTo>
                  <a:pt x="1675740" y="801439"/>
                </a:lnTo>
                <a:lnTo>
                  <a:pt x="1674961" y="801343"/>
                </a:lnTo>
                <a:lnTo>
                  <a:pt x="1674200" y="801234"/>
                </a:lnTo>
                <a:lnTo>
                  <a:pt x="1673456" y="801112"/>
                </a:lnTo>
                <a:lnTo>
                  <a:pt x="1672730" y="800978"/>
                </a:lnTo>
                <a:lnTo>
                  <a:pt x="1672020" y="800831"/>
                </a:lnTo>
                <a:lnTo>
                  <a:pt x="1671328" y="800671"/>
                </a:lnTo>
                <a:lnTo>
                  <a:pt x="1670653" y="800498"/>
                </a:lnTo>
                <a:lnTo>
                  <a:pt x="1669996" y="800313"/>
                </a:lnTo>
                <a:lnTo>
                  <a:pt x="1669355" y="800115"/>
                </a:lnTo>
                <a:lnTo>
                  <a:pt x="1668732" y="799904"/>
                </a:lnTo>
                <a:lnTo>
                  <a:pt x="1668126" y="799680"/>
                </a:lnTo>
                <a:lnTo>
                  <a:pt x="1667538" y="799443"/>
                </a:lnTo>
                <a:lnTo>
                  <a:pt x="1666966" y="799194"/>
                </a:lnTo>
                <a:lnTo>
                  <a:pt x="1666412" y="798932"/>
                </a:lnTo>
                <a:lnTo>
                  <a:pt x="1665875" y="798657"/>
                </a:lnTo>
                <a:lnTo>
                  <a:pt x="1665355" y="798369"/>
                </a:lnTo>
                <a:lnTo>
                  <a:pt x="1664853" y="798068"/>
                </a:lnTo>
                <a:lnTo>
                  <a:pt x="1664382" y="797743"/>
                </a:lnTo>
                <a:lnTo>
                  <a:pt x="1663932" y="797407"/>
                </a:lnTo>
                <a:lnTo>
                  <a:pt x="1663501" y="797062"/>
                </a:lnTo>
                <a:lnTo>
                  <a:pt x="1663091" y="796707"/>
                </a:lnTo>
                <a:lnTo>
                  <a:pt x="1662701" y="796341"/>
                </a:lnTo>
                <a:lnTo>
                  <a:pt x="1662330" y="795966"/>
                </a:lnTo>
                <a:lnTo>
                  <a:pt x="1661980" y="795580"/>
                </a:lnTo>
                <a:lnTo>
                  <a:pt x="1661649" y="795185"/>
                </a:lnTo>
                <a:lnTo>
                  <a:pt x="1661339" y="794780"/>
                </a:lnTo>
                <a:lnTo>
                  <a:pt x="1661049" y="794364"/>
                </a:lnTo>
                <a:lnTo>
                  <a:pt x="1660779" y="793939"/>
                </a:lnTo>
                <a:lnTo>
                  <a:pt x="1660528" y="793503"/>
                </a:lnTo>
                <a:lnTo>
                  <a:pt x="1660298" y="793058"/>
                </a:lnTo>
                <a:lnTo>
                  <a:pt x="1660088" y="792602"/>
                </a:lnTo>
                <a:lnTo>
                  <a:pt x="1659898" y="792137"/>
                </a:lnTo>
                <a:lnTo>
                  <a:pt x="1659727" y="791661"/>
                </a:lnTo>
                <a:lnTo>
                  <a:pt x="1659577" y="791176"/>
                </a:lnTo>
                <a:lnTo>
                  <a:pt x="1659447" y="790680"/>
                </a:lnTo>
                <a:lnTo>
                  <a:pt x="1659337" y="790175"/>
                </a:lnTo>
                <a:lnTo>
                  <a:pt x="1659247" y="789659"/>
                </a:lnTo>
                <a:lnTo>
                  <a:pt x="1659177" y="789134"/>
                </a:lnTo>
                <a:lnTo>
                  <a:pt x="1659127" y="788598"/>
                </a:lnTo>
                <a:lnTo>
                  <a:pt x="1659097" y="788053"/>
                </a:lnTo>
                <a:lnTo>
                  <a:pt x="1659087" y="787497"/>
                </a:lnTo>
                <a:lnTo>
                  <a:pt x="1659087" y="785895"/>
                </a:lnTo>
                <a:lnTo>
                  <a:pt x="1645312" y="785895"/>
                </a:lnTo>
                <a:lnTo>
                  <a:pt x="1645299" y="785988"/>
                </a:lnTo>
                <a:lnTo>
                  <a:pt x="1645287" y="786081"/>
                </a:lnTo>
                <a:lnTo>
                  <a:pt x="1645275" y="786173"/>
                </a:lnTo>
                <a:lnTo>
                  <a:pt x="1645263" y="786265"/>
                </a:lnTo>
                <a:lnTo>
                  <a:pt x="1645252" y="786355"/>
                </a:lnTo>
                <a:lnTo>
                  <a:pt x="1645242" y="786446"/>
                </a:lnTo>
                <a:lnTo>
                  <a:pt x="1645232" y="786536"/>
                </a:lnTo>
                <a:lnTo>
                  <a:pt x="1645223" y="786625"/>
                </a:lnTo>
                <a:lnTo>
                  <a:pt x="1645215" y="786714"/>
                </a:lnTo>
                <a:lnTo>
                  <a:pt x="1645207" y="786802"/>
                </a:lnTo>
                <a:lnTo>
                  <a:pt x="1645199" y="786889"/>
                </a:lnTo>
                <a:lnTo>
                  <a:pt x="1645192" y="786976"/>
                </a:lnTo>
                <a:lnTo>
                  <a:pt x="1645186" y="787063"/>
                </a:lnTo>
                <a:lnTo>
                  <a:pt x="1645180" y="787149"/>
                </a:lnTo>
                <a:lnTo>
                  <a:pt x="1645175" y="787234"/>
                </a:lnTo>
                <a:lnTo>
                  <a:pt x="1645170" y="787319"/>
                </a:lnTo>
                <a:lnTo>
                  <a:pt x="1645166" y="787403"/>
                </a:lnTo>
                <a:lnTo>
                  <a:pt x="1645162" y="787487"/>
                </a:lnTo>
                <a:lnTo>
                  <a:pt x="1645159" y="787570"/>
                </a:lnTo>
                <a:lnTo>
                  <a:pt x="1645157" y="787653"/>
                </a:lnTo>
                <a:lnTo>
                  <a:pt x="1645155" y="787735"/>
                </a:lnTo>
                <a:lnTo>
                  <a:pt x="1645153" y="787816"/>
                </a:lnTo>
                <a:lnTo>
                  <a:pt x="1645152" y="787897"/>
                </a:lnTo>
                <a:lnTo>
                  <a:pt x="1645152" y="787977"/>
                </a:lnTo>
                <a:lnTo>
                  <a:pt x="1645152" y="788057"/>
                </a:lnTo>
                <a:lnTo>
                  <a:pt x="1645152" y="788134"/>
                </a:lnTo>
                <a:lnTo>
                  <a:pt x="1645152" y="788210"/>
                </a:lnTo>
                <a:lnTo>
                  <a:pt x="1645152" y="788284"/>
                </a:lnTo>
                <a:lnTo>
                  <a:pt x="1645152" y="788357"/>
                </a:lnTo>
                <a:lnTo>
                  <a:pt x="1645152" y="788428"/>
                </a:lnTo>
                <a:lnTo>
                  <a:pt x="1645152" y="788497"/>
                </a:lnTo>
                <a:lnTo>
                  <a:pt x="1645152" y="788565"/>
                </a:lnTo>
                <a:lnTo>
                  <a:pt x="1645152" y="788631"/>
                </a:lnTo>
                <a:lnTo>
                  <a:pt x="1645152" y="788695"/>
                </a:lnTo>
                <a:lnTo>
                  <a:pt x="1645152" y="788757"/>
                </a:lnTo>
                <a:lnTo>
                  <a:pt x="1645152" y="788818"/>
                </a:lnTo>
                <a:lnTo>
                  <a:pt x="1645152" y="788878"/>
                </a:lnTo>
                <a:lnTo>
                  <a:pt x="1645152" y="788935"/>
                </a:lnTo>
                <a:lnTo>
                  <a:pt x="1645152" y="788991"/>
                </a:lnTo>
                <a:lnTo>
                  <a:pt x="1645152" y="789045"/>
                </a:lnTo>
                <a:lnTo>
                  <a:pt x="1645152" y="789098"/>
                </a:lnTo>
                <a:lnTo>
                  <a:pt x="1645152" y="789149"/>
                </a:lnTo>
                <a:lnTo>
                  <a:pt x="1645152" y="789198"/>
                </a:lnTo>
                <a:lnTo>
                  <a:pt x="1645152" y="789245"/>
                </a:lnTo>
                <a:lnTo>
                  <a:pt x="1645152" y="789291"/>
                </a:lnTo>
                <a:lnTo>
                  <a:pt x="1645152" y="789336"/>
                </a:lnTo>
                <a:lnTo>
                  <a:pt x="1645152" y="789378"/>
                </a:lnTo>
                <a:lnTo>
                  <a:pt x="1645152" y="789419"/>
                </a:lnTo>
                <a:lnTo>
                  <a:pt x="1645160" y="790030"/>
                </a:lnTo>
                <a:lnTo>
                  <a:pt x="1645182" y="790634"/>
                </a:lnTo>
                <a:lnTo>
                  <a:pt x="1645220" y="791231"/>
                </a:lnTo>
                <a:lnTo>
                  <a:pt x="1645272" y="791822"/>
                </a:lnTo>
                <a:lnTo>
                  <a:pt x="1645340" y="792405"/>
                </a:lnTo>
                <a:lnTo>
                  <a:pt x="1645422" y="792983"/>
                </a:lnTo>
                <a:lnTo>
                  <a:pt x="1645520" y="793553"/>
                </a:lnTo>
                <a:lnTo>
                  <a:pt x="1645633" y="794117"/>
                </a:lnTo>
                <a:lnTo>
                  <a:pt x="1645760" y="794675"/>
                </a:lnTo>
                <a:lnTo>
                  <a:pt x="1645903" y="795225"/>
                </a:lnTo>
                <a:lnTo>
                  <a:pt x="1646061" y="795769"/>
                </a:lnTo>
                <a:lnTo>
                  <a:pt x="1646233" y="796306"/>
                </a:lnTo>
                <a:lnTo>
                  <a:pt x="1646421" y="796837"/>
                </a:lnTo>
                <a:lnTo>
                  <a:pt x="1646624" y="797361"/>
                </a:lnTo>
                <a:lnTo>
                  <a:pt x="1646841" y="797878"/>
                </a:lnTo>
                <a:lnTo>
                  <a:pt x="1647074" y="798388"/>
                </a:lnTo>
                <a:lnTo>
                  <a:pt x="1647322" y="798892"/>
                </a:lnTo>
                <a:lnTo>
                  <a:pt x="1647585" y="799390"/>
                </a:lnTo>
                <a:lnTo>
                  <a:pt x="1647862" y="799880"/>
                </a:lnTo>
                <a:lnTo>
                  <a:pt x="1648155" y="800364"/>
                </a:lnTo>
                <a:lnTo>
                  <a:pt x="1648463" y="800841"/>
                </a:lnTo>
                <a:lnTo>
                  <a:pt x="1648786" y="801312"/>
                </a:lnTo>
                <a:lnTo>
                  <a:pt x="1649124" y="801775"/>
                </a:lnTo>
                <a:lnTo>
                  <a:pt x="1649477" y="802232"/>
                </a:lnTo>
                <a:lnTo>
                  <a:pt x="1649856" y="802669"/>
                </a:lnTo>
                <a:lnTo>
                  <a:pt x="1650246" y="803097"/>
                </a:lnTo>
                <a:lnTo>
                  <a:pt x="1650648" y="803516"/>
                </a:lnTo>
                <a:lnTo>
                  <a:pt x="1651061" y="803928"/>
                </a:lnTo>
                <a:lnTo>
                  <a:pt x="1651484" y="804331"/>
                </a:lnTo>
                <a:lnTo>
                  <a:pt x="1651919" y="804725"/>
                </a:lnTo>
                <a:lnTo>
                  <a:pt x="1652365" y="805111"/>
                </a:lnTo>
                <a:lnTo>
                  <a:pt x="1652822" y="805489"/>
                </a:lnTo>
                <a:lnTo>
                  <a:pt x="1653291" y="805859"/>
                </a:lnTo>
                <a:lnTo>
                  <a:pt x="1653770" y="806220"/>
                </a:lnTo>
                <a:lnTo>
                  <a:pt x="1654260" y="806573"/>
                </a:lnTo>
                <a:lnTo>
                  <a:pt x="1654762" y="806917"/>
                </a:lnTo>
                <a:lnTo>
                  <a:pt x="1655275" y="807254"/>
                </a:lnTo>
                <a:lnTo>
                  <a:pt x="1655799" y="807581"/>
                </a:lnTo>
                <a:lnTo>
                  <a:pt x="1656334" y="807901"/>
                </a:lnTo>
                <a:lnTo>
                  <a:pt x="1656880" y="808212"/>
                </a:lnTo>
                <a:lnTo>
                  <a:pt x="1657437" y="808515"/>
                </a:lnTo>
                <a:lnTo>
                  <a:pt x="1658006" y="808809"/>
                </a:lnTo>
                <a:lnTo>
                  <a:pt x="1658585" y="809096"/>
                </a:lnTo>
                <a:lnTo>
                  <a:pt x="1659176" y="809373"/>
                </a:lnTo>
                <a:lnTo>
                  <a:pt x="1659777" y="809643"/>
                </a:lnTo>
                <a:lnTo>
                  <a:pt x="1660390" y="809904"/>
                </a:lnTo>
                <a:lnTo>
                  <a:pt x="1661014" y="810157"/>
                </a:lnTo>
                <a:lnTo>
                  <a:pt x="1661649" y="810401"/>
                </a:lnTo>
                <a:lnTo>
                  <a:pt x="1662307" y="810623"/>
                </a:lnTo>
                <a:lnTo>
                  <a:pt x="1662973" y="810836"/>
                </a:lnTo>
                <a:lnTo>
                  <a:pt x="1663646" y="811039"/>
                </a:lnTo>
                <a:lnTo>
                  <a:pt x="1664328" y="811233"/>
                </a:lnTo>
                <a:lnTo>
                  <a:pt x="1665017" y="811417"/>
                </a:lnTo>
                <a:lnTo>
                  <a:pt x="1665714" y="811592"/>
                </a:lnTo>
                <a:lnTo>
                  <a:pt x="1666418" y="811758"/>
                </a:lnTo>
                <a:lnTo>
                  <a:pt x="1667131" y="811914"/>
                </a:lnTo>
                <a:lnTo>
                  <a:pt x="1667851" y="812060"/>
                </a:lnTo>
                <a:lnTo>
                  <a:pt x="1668579" y="812197"/>
                </a:lnTo>
                <a:lnTo>
                  <a:pt x="1669315" y="812325"/>
                </a:lnTo>
                <a:lnTo>
                  <a:pt x="1670058" y="812443"/>
                </a:lnTo>
                <a:lnTo>
                  <a:pt x="1670810" y="812552"/>
                </a:lnTo>
                <a:lnTo>
                  <a:pt x="1671569" y="812651"/>
                </a:lnTo>
                <a:lnTo>
                  <a:pt x="1672336" y="812741"/>
                </a:lnTo>
                <a:lnTo>
                  <a:pt x="1673110" y="812821"/>
                </a:lnTo>
                <a:lnTo>
                  <a:pt x="1673893" y="812892"/>
                </a:lnTo>
                <a:lnTo>
                  <a:pt x="1674683" y="812954"/>
                </a:lnTo>
                <a:lnTo>
                  <a:pt x="1675481" y="813006"/>
                </a:lnTo>
                <a:lnTo>
                  <a:pt x="1676287" y="813048"/>
                </a:lnTo>
                <a:lnTo>
                  <a:pt x="1677101" y="813081"/>
                </a:lnTo>
                <a:lnTo>
                  <a:pt x="1677922" y="813105"/>
                </a:lnTo>
                <a:lnTo>
                  <a:pt x="1678751" y="813119"/>
                </a:lnTo>
                <a:lnTo>
                  <a:pt x="1679588" y="813124"/>
                </a:lnTo>
                <a:lnTo>
                  <a:pt x="1680544" y="813119"/>
                </a:lnTo>
                <a:lnTo>
                  <a:pt x="1681487" y="813105"/>
                </a:lnTo>
                <a:lnTo>
                  <a:pt x="1682419" y="813081"/>
                </a:lnTo>
                <a:lnTo>
                  <a:pt x="1683339" y="813048"/>
                </a:lnTo>
                <a:lnTo>
                  <a:pt x="1684248" y="813006"/>
                </a:lnTo>
                <a:lnTo>
                  <a:pt x="1685144" y="812954"/>
                </a:lnTo>
                <a:lnTo>
                  <a:pt x="1686029" y="812892"/>
                </a:lnTo>
                <a:close/>
                <a:moveTo>
                  <a:pt x="1787640" y="946634"/>
                </a:moveTo>
                <a:lnTo>
                  <a:pt x="1772584" y="946634"/>
                </a:lnTo>
                <a:lnTo>
                  <a:pt x="1772584" y="962010"/>
                </a:lnTo>
                <a:lnTo>
                  <a:pt x="1787640" y="962010"/>
                </a:lnTo>
                <a:lnTo>
                  <a:pt x="1787640" y="946634"/>
                </a:lnTo>
                <a:close/>
                <a:moveTo>
                  <a:pt x="1699062" y="1062166"/>
                </a:moveTo>
                <a:lnTo>
                  <a:pt x="1699556" y="1062133"/>
                </a:lnTo>
                <a:lnTo>
                  <a:pt x="1700050" y="1062095"/>
                </a:lnTo>
                <a:lnTo>
                  <a:pt x="1700544" y="1062053"/>
                </a:lnTo>
                <a:lnTo>
                  <a:pt x="1701038" y="1062006"/>
                </a:lnTo>
                <a:lnTo>
                  <a:pt x="1701532" y="1061955"/>
                </a:lnTo>
                <a:lnTo>
                  <a:pt x="1702025" y="1061900"/>
                </a:lnTo>
                <a:lnTo>
                  <a:pt x="1702519" y="1061839"/>
                </a:lnTo>
                <a:lnTo>
                  <a:pt x="1703013" y="1061775"/>
                </a:lnTo>
                <a:lnTo>
                  <a:pt x="1703507" y="1061706"/>
                </a:lnTo>
                <a:lnTo>
                  <a:pt x="1704001" y="1061633"/>
                </a:lnTo>
                <a:lnTo>
                  <a:pt x="1704495" y="1061555"/>
                </a:lnTo>
                <a:lnTo>
                  <a:pt x="1704989" y="1061472"/>
                </a:lnTo>
                <a:lnTo>
                  <a:pt x="1705482" y="1061386"/>
                </a:lnTo>
                <a:lnTo>
                  <a:pt x="1705976" y="1061294"/>
                </a:lnTo>
                <a:lnTo>
                  <a:pt x="1706470" y="1061199"/>
                </a:lnTo>
                <a:lnTo>
                  <a:pt x="1706964" y="1061099"/>
                </a:lnTo>
                <a:lnTo>
                  <a:pt x="1707458" y="1060994"/>
                </a:lnTo>
                <a:lnTo>
                  <a:pt x="1707948" y="1060899"/>
                </a:lnTo>
                <a:lnTo>
                  <a:pt x="1708431" y="1060800"/>
                </a:lnTo>
                <a:lnTo>
                  <a:pt x="1708907" y="1060696"/>
                </a:lnTo>
                <a:lnTo>
                  <a:pt x="1709375" y="1060589"/>
                </a:lnTo>
                <a:lnTo>
                  <a:pt x="1709837" y="1060478"/>
                </a:lnTo>
                <a:lnTo>
                  <a:pt x="1710291" y="1060364"/>
                </a:lnTo>
                <a:lnTo>
                  <a:pt x="1710738" y="1060245"/>
                </a:lnTo>
                <a:lnTo>
                  <a:pt x="1711177" y="1060122"/>
                </a:lnTo>
                <a:lnTo>
                  <a:pt x="1711610" y="1059996"/>
                </a:lnTo>
                <a:lnTo>
                  <a:pt x="1712035" y="1059865"/>
                </a:lnTo>
                <a:lnTo>
                  <a:pt x="1712453" y="1059731"/>
                </a:lnTo>
                <a:lnTo>
                  <a:pt x="1712864" y="1059593"/>
                </a:lnTo>
                <a:lnTo>
                  <a:pt x="1713267" y="1059451"/>
                </a:lnTo>
                <a:lnTo>
                  <a:pt x="1713663" y="1059305"/>
                </a:lnTo>
                <a:lnTo>
                  <a:pt x="1714052" y="1059155"/>
                </a:lnTo>
                <a:lnTo>
                  <a:pt x="1714434" y="1059001"/>
                </a:lnTo>
                <a:lnTo>
                  <a:pt x="1714809" y="1058843"/>
                </a:lnTo>
                <a:lnTo>
                  <a:pt x="1715176" y="1058682"/>
                </a:lnTo>
                <a:lnTo>
                  <a:pt x="1715536" y="1058516"/>
                </a:lnTo>
                <a:lnTo>
                  <a:pt x="1715889" y="1058347"/>
                </a:lnTo>
                <a:lnTo>
                  <a:pt x="1716234" y="1058174"/>
                </a:lnTo>
                <a:lnTo>
                  <a:pt x="1716573" y="1057997"/>
                </a:lnTo>
                <a:lnTo>
                  <a:pt x="1716904" y="1057816"/>
                </a:lnTo>
                <a:lnTo>
                  <a:pt x="1717228" y="1057631"/>
                </a:lnTo>
                <a:lnTo>
                  <a:pt x="1717228" y="1045298"/>
                </a:lnTo>
                <a:lnTo>
                  <a:pt x="1716946" y="1045431"/>
                </a:lnTo>
                <a:lnTo>
                  <a:pt x="1716660" y="1045564"/>
                </a:lnTo>
                <a:lnTo>
                  <a:pt x="1716370" y="1045696"/>
                </a:lnTo>
                <a:lnTo>
                  <a:pt x="1716076" y="1045827"/>
                </a:lnTo>
                <a:lnTo>
                  <a:pt x="1715778" y="1045958"/>
                </a:lnTo>
                <a:lnTo>
                  <a:pt x="1715476" y="1046088"/>
                </a:lnTo>
                <a:lnTo>
                  <a:pt x="1715171" y="1046218"/>
                </a:lnTo>
                <a:lnTo>
                  <a:pt x="1714861" y="1046348"/>
                </a:lnTo>
                <a:lnTo>
                  <a:pt x="1714548" y="1046476"/>
                </a:lnTo>
                <a:lnTo>
                  <a:pt x="1714230" y="1046605"/>
                </a:lnTo>
                <a:lnTo>
                  <a:pt x="1713909" y="1046732"/>
                </a:lnTo>
                <a:lnTo>
                  <a:pt x="1713584" y="1046859"/>
                </a:lnTo>
                <a:lnTo>
                  <a:pt x="1713255" y="1046986"/>
                </a:lnTo>
                <a:lnTo>
                  <a:pt x="1712922" y="1047112"/>
                </a:lnTo>
                <a:lnTo>
                  <a:pt x="1712586" y="1047237"/>
                </a:lnTo>
                <a:lnTo>
                  <a:pt x="1712245" y="1047362"/>
                </a:lnTo>
                <a:lnTo>
                  <a:pt x="1711901" y="1047486"/>
                </a:lnTo>
                <a:lnTo>
                  <a:pt x="1711552" y="1047610"/>
                </a:lnTo>
                <a:lnTo>
                  <a:pt x="1711200" y="1047733"/>
                </a:lnTo>
                <a:lnTo>
                  <a:pt x="1710844" y="1047856"/>
                </a:lnTo>
                <a:lnTo>
                  <a:pt x="1710483" y="1047978"/>
                </a:lnTo>
                <a:lnTo>
                  <a:pt x="1710119" y="1048099"/>
                </a:lnTo>
                <a:lnTo>
                  <a:pt x="1709751" y="1048220"/>
                </a:lnTo>
                <a:lnTo>
                  <a:pt x="1709380" y="1048341"/>
                </a:lnTo>
                <a:lnTo>
                  <a:pt x="1709018" y="1048445"/>
                </a:lnTo>
                <a:lnTo>
                  <a:pt x="1708653" y="1048546"/>
                </a:lnTo>
                <a:lnTo>
                  <a:pt x="1708286" y="1048641"/>
                </a:lnTo>
                <a:lnTo>
                  <a:pt x="1707916" y="1048732"/>
                </a:lnTo>
                <a:lnTo>
                  <a:pt x="1707543" y="1048819"/>
                </a:lnTo>
                <a:lnTo>
                  <a:pt x="1707167" y="1048901"/>
                </a:lnTo>
                <a:lnTo>
                  <a:pt x="1706789" y="1048979"/>
                </a:lnTo>
                <a:lnTo>
                  <a:pt x="1706408" y="1049053"/>
                </a:lnTo>
                <a:lnTo>
                  <a:pt x="1706024" y="1049122"/>
                </a:lnTo>
                <a:lnTo>
                  <a:pt x="1705637" y="1049186"/>
                </a:lnTo>
                <a:lnTo>
                  <a:pt x="1705247" y="1049246"/>
                </a:lnTo>
                <a:lnTo>
                  <a:pt x="1704855" y="1049302"/>
                </a:lnTo>
                <a:lnTo>
                  <a:pt x="1704460" y="1049353"/>
                </a:lnTo>
                <a:lnTo>
                  <a:pt x="1704062" y="1049400"/>
                </a:lnTo>
                <a:lnTo>
                  <a:pt x="1703661" y="1049442"/>
                </a:lnTo>
                <a:lnTo>
                  <a:pt x="1703258" y="1049480"/>
                </a:lnTo>
                <a:lnTo>
                  <a:pt x="1702852" y="1049513"/>
                </a:lnTo>
                <a:lnTo>
                  <a:pt x="1702442" y="1049542"/>
                </a:lnTo>
                <a:lnTo>
                  <a:pt x="1702031" y="1049567"/>
                </a:lnTo>
                <a:lnTo>
                  <a:pt x="1701616" y="1049587"/>
                </a:lnTo>
                <a:lnTo>
                  <a:pt x="1701199" y="1049602"/>
                </a:lnTo>
                <a:lnTo>
                  <a:pt x="1700778" y="1049613"/>
                </a:lnTo>
                <a:lnTo>
                  <a:pt x="1700355" y="1049620"/>
                </a:lnTo>
                <a:lnTo>
                  <a:pt x="1699930" y="1049622"/>
                </a:lnTo>
                <a:lnTo>
                  <a:pt x="1699386" y="1049619"/>
                </a:lnTo>
                <a:lnTo>
                  <a:pt x="1698851" y="1049611"/>
                </a:lnTo>
                <a:lnTo>
                  <a:pt x="1698323" y="1049597"/>
                </a:lnTo>
                <a:lnTo>
                  <a:pt x="1697803" y="1049578"/>
                </a:lnTo>
                <a:lnTo>
                  <a:pt x="1697291" y="1049553"/>
                </a:lnTo>
                <a:lnTo>
                  <a:pt x="1696787" y="1049522"/>
                </a:lnTo>
                <a:lnTo>
                  <a:pt x="1696290" y="1049486"/>
                </a:lnTo>
                <a:lnTo>
                  <a:pt x="1695801" y="1049444"/>
                </a:lnTo>
                <a:lnTo>
                  <a:pt x="1695320" y="1049397"/>
                </a:lnTo>
                <a:lnTo>
                  <a:pt x="1694847" y="1049344"/>
                </a:lnTo>
                <a:lnTo>
                  <a:pt x="1694381" y="1049286"/>
                </a:lnTo>
                <a:lnTo>
                  <a:pt x="1693924" y="1049222"/>
                </a:lnTo>
                <a:lnTo>
                  <a:pt x="1693474" y="1049152"/>
                </a:lnTo>
                <a:lnTo>
                  <a:pt x="1693031" y="1049077"/>
                </a:lnTo>
                <a:lnTo>
                  <a:pt x="1692597" y="1048997"/>
                </a:lnTo>
                <a:lnTo>
                  <a:pt x="1692171" y="1048910"/>
                </a:lnTo>
                <a:lnTo>
                  <a:pt x="1691752" y="1048819"/>
                </a:lnTo>
                <a:lnTo>
                  <a:pt x="1691341" y="1048721"/>
                </a:lnTo>
                <a:lnTo>
                  <a:pt x="1690938" y="1048618"/>
                </a:lnTo>
                <a:lnTo>
                  <a:pt x="1690542" y="1048510"/>
                </a:lnTo>
                <a:lnTo>
                  <a:pt x="1690154" y="1048396"/>
                </a:lnTo>
                <a:lnTo>
                  <a:pt x="1689775" y="1048276"/>
                </a:lnTo>
                <a:lnTo>
                  <a:pt x="1689403" y="1048151"/>
                </a:lnTo>
                <a:lnTo>
                  <a:pt x="1689038" y="1048021"/>
                </a:lnTo>
                <a:lnTo>
                  <a:pt x="1688682" y="1047884"/>
                </a:lnTo>
                <a:lnTo>
                  <a:pt x="1688332" y="1047740"/>
                </a:lnTo>
                <a:lnTo>
                  <a:pt x="1687990" y="1047590"/>
                </a:lnTo>
                <a:lnTo>
                  <a:pt x="1687655" y="1047433"/>
                </a:lnTo>
                <a:lnTo>
                  <a:pt x="1687327" y="1047270"/>
                </a:lnTo>
                <a:lnTo>
                  <a:pt x="1687006" y="1047100"/>
                </a:lnTo>
                <a:lnTo>
                  <a:pt x="1686693" y="1046923"/>
                </a:lnTo>
                <a:lnTo>
                  <a:pt x="1686387" y="1046739"/>
                </a:lnTo>
                <a:lnTo>
                  <a:pt x="1686088" y="1046549"/>
                </a:lnTo>
                <a:lnTo>
                  <a:pt x="1685796" y="1046352"/>
                </a:lnTo>
                <a:lnTo>
                  <a:pt x="1685512" y="1046149"/>
                </a:lnTo>
                <a:lnTo>
                  <a:pt x="1685234" y="1045938"/>
                </a:lnTo>
                <a:lnTo>
                  <a:pt x="1684964" y="1045721"/>
                </a:lnTo>
                <a:lnTo>
                  <a:pt x="1684702" y="1045498"/>
                </a:lnTo>
                <a:lnTo>
                  <a:pt x="1684446" y="1045268"/>
                </a:lnTo>
                <a:lnTo>
                  <a:pt x="1684198" y="1045031"/>
                </a:lnTo>
                <a:lnTo>
                  <a:pt x="1683957" y="1044787"/>
                </a:lnTo>
                <a:lnTo>
                  <a:pt x="1683723" y="1044537"/>
                </a:lnTo>
                <a:lnTo>
                  <a:pt x="1683496" y="1044280"/>
                </a:lnTo>
                <a:lnTo>
                  <a:pt x="1683277" y="1044016"/>
                </a:lnTo>
                <a:lnTo>
                  <a:pt x="1683065" y="1043746"/>
                </a:lnTo>
                <a:lnTo>
                  <a:pt x="1682860" y="1043469"/>
                </a:lnTo>
                <a:lnTo>
                  <a:pt x="1682662" y="1043185"/>
                </a:lnTo>
                <a:lnTo>
                  <a:pt x="1682472" y="1042895"/>
                </a:lnTo>
                <a:lnTo>
                  <a:pt x="1682289" y="1042598"/>
                </a:lnTo>
                <a:lnTo>
                  <a:pt x="1682113" y="1042295"/>
                </a:lnTo>
                <a:lnTo>
                  <a:pt x="1681946" y="1041984"/>
                </a:lnTo>
                <a:lnTo>
                  <a:pt x="1681786" y="1041667"/>
                </a:lnTo>
                <a:lnTo>
                  <a:pt x="1681634" y="1041344"/>
                </a:lnTo>
                <a:lnTo>
                  <a:pt x="1681490" y="1041013"/>
                </a:lnTo>
                <a:lnTo>
                  <a:pt x="1681354" y="1040676"/>
                </a:lnTo>
                <a:lnTo>
                  <a:pt x="1681226" y="1040332"/>
                </a:lnTo>
                <a:lnTo>
                  <a:pt x="1681105" y="1039982"/>
                </a:lnTo>
                <a:lnTo>
                  <a:pt x="1680992" y="1039625"/>
                </a:lnTo>
                <a:lnTo>
                  <a:pt x="1680887" y="1039261"/>
                </a:lnTo>
                <a:lnTo>
                  <a:pt x="1680790" y="1038891"/>
                </a:lnTo>
                <a:lnTo>
                  <a:pt x="1680700" y="1038514"/>
                </a:lnTo>
                <a:lnTo>
                  <a:pt x="1680618" y="1038130"/>
                </a:lnTo>
                <a:lnTo>
                  <a:pt x="1680544" y="1037740"/>
                </a:lnTo>
                <a:lnTo>
                  <a:pt x="1680478" y="1037343"/>
                </a:lnTo>
                <a:lnTo>
                  <a:pt x="1680420" y="1036939"/>
                </a:lnTo>
                <a:lnTo>
                  <a:pt x="1680369" y="1036528"/>
                </a:lnTo>
                <a:lnTo>
                  <a:pt x="1680326" y="1036111"/>
                </a:lnTo>
                <a:lnTo>
                  <a:pt x="1680291" y="1035688"/>
                </a:lnTo>
                <a:lnTo>
                  <a:pt x="1680264" y="1035257"/>
                </a:lnTo>
                <a:lnTo>
                  <a:pt x="1680245" y="1034820"/>
                </a:lnTo>
                <a:lnTo>
                  <a:pt x="1680233" y="1034376"/>
                </a:lnTo>
                <a:lnTo>
                  <a:pt x="1680229" y="1033926"/>
                </a:lnTo>
                <a:lnTo>
                  <a:pt x="1680229" y="991321"/>
                </a:lnTo>
                <a:lnTo>
                  <a:pt x="1717228" y="991321"/>
                </a:lnTo>
                <a:lnTo>
                  <a:pt x="1717228" y="978828"/>
                </a:lnTo>
                <a:lnTo>
                  <a:pt x="1680229" y="978828"/>
                </a:lnTo>
                <a:lnTo>
                  <a:pt x="1680229" y="952720"/>
                </a:lnTo>
                <a:lnTo>
                  <a:pt x="1670298" y="952720"/>
                </a:lnTo>
                <a:lnTo>
                  <a:pt x="1664693" y="978828"/>
                </a:lnTo>
                <a:lnTo>
                  <a:pt x="1640507" y="978828"/>
                </a:lnTo>
                <a:lnTo>
                  <a:pt x="1640507" y="991321"/>
                </a:lnTo>
                <a:lnTo>
                  <a:pt x="1664212" y="991321"/>
                </a:lnTo>
                <a:lnTo>
                  <a:pt x="1664212" y="1035207"/>
                </a:lnTo>
                <a:lnTo>
                  <a:pt x="1664227" y="1036394"/>
                </a:lnTo>
                <a:lnTo>
                  <a:pt x="1664271" y="1037554"/>
                </a:lnTo>
                <a:lnTo>
                  <a:pt x="1664345" y="1038686"/>
                </a:lnTo>
                <a:lnTo>
                  <a:pt x="1664448" y="1039790"/>
                </a:lnTo>
                <a:lnTo>
                  <a:pt x="1664581" y="1040866"/>
                </a:lnTo>
                <a:lnTo>
                  <a:pt x="1664743" y="1041914"/>
                </a:lnTo>
                <a:lnTo>
                  <a:pt x="1664934" y="1042935"/>
                </a:lnTo>
                <a:lnTo>
                  <a:pt x="1665155" y="1043927"/>
                </a:lnTo>
                <a:lnTo>
                  <a:pt x="1665406" y="1044892"/>
                </a:lnTo>
                <a:lnTo>
                  <a:pt x="1665686" y="1045829"/>
                </a:lnTo>
                <a:lnTo>
                  <a:pt x="1665995" y="1046739"/>
                </a:lnTo>
                <a:lnTo>
                  <a:pt x="1666334" y="1047620"/>
                </a:lnTo>
                <a:lnTo>
                  <a:pt x="1666703" y="1048474"/>
                </a:lnTo>
                <a:lnTo>
                  <a:pt x="1667101" y="1049300"/>
                </a:lnTo>
                <a:lnTo>
                  <a:pt x="1667528" y="1050098"/>
                </a:lnTo>
                <a:lnTo>
                  <a:pt x="1667985" y="1050868"/>
                </a:lnTo>
                <a:lnTo>
                  <a:pt x="1668471" y="1051610"/>
                </a:lnTo>
                <a:lnTo>
                  <a:pt x="1668987" y="1052325"/>
                </a:lnTo>
                <a:lnTo>
                  <a:pt x="1669532" y="1053012"/>
                </a:lnTo>
                <a:lnTo>
                  <a:pt x="1670107" y="1053671"/>
                </a:lnTo>
                <a:lnTo>
                  <a:pt x="1670712" y="1054302"/>
                </a:lnTo>
                <a:lnTo>
                  <a:pt x="1671345" y="1054906"/>
                </a:lnTo>
                <a:lnTo>
                  <a:pt x="1672008" y="1055481"/>
                </a:lnTo>
                <a:lnTo>
                  <a:pt x="1672701" y="1056029"/>
                </a:lnTo>
                <a:lnTo>
                  <a:pt x="1673419" y="1056539"/>
                </a:lnTo>
                <a:lnTo>
                  <a:pt x="1674157" y="1057027"/>
                </a:lnTo>
                <a:lnTo>
                  <a:pt x="1674916" y="1057493"/>
                </a:lnTo>
                <a:lnTo>
                  <a:pt x="1675695" y="1057938"/>
                </a:lnTo>
                <a:lnTo>
                  <a:pt x="1676495" y="1058361"/>
                </a:lnTo>
                <a:lnTo>
                  <a:pt x="1677316" y="1058762"/>
                </a:lnTo>
                <a:lnTo>
                  <a:pt x="1678157" y="1059141"/>
                </a:lnTo>
                <a:lnTo>
                  <a:pt x="1679019" y="1059499"/>
                </a:lnTo>
                <a:lnTo>
                  <a:pt x="1679901" y="1059835"/>
                </a:lnTo>
                <a:lnTo>
                  <a:pt x="1680804" y="1060150"/>
                </a:lnTo>
                <a:lnTo>
                  <a:pt x="1681728" y="1060443"/>
                </a:lnTo>
                <a:lnTo>
                  <a:pt x="1682672" y="1060714"/>
                </a:lnTo>
                <a:lnTo>
                  <a:pt x="1683636" y="1060963"/>
                </a:lnTo>
                <a:lnTo>
                  <a:pt x="1684622" y="1061191"/>
                </a:lnTo>
                <a:lnTo>
                  <a:pt x="1685627" y="1061397"/>
                </a:lnTo>
                <a:lnTo>
                  <a:pt x="1686654" y="1061581"/>
                </a:lnTo>
                <a:lnTo>
                  <a:pt x="1687701" y="1061744"/>
                </a:lnTo>
                <a:lnTo>
                  <a:pt x="1688768" y="1061885"/>
                </a:lnTo>
                <a:lnTo>
                  <a:pt x="1689856" y="1062004"/>
                </a:lnTo>
                <a:lnTo>
                  <a:pt x="1690965" y="1062102"/>
                </a:lnTo>
                <a:lnTo>
                  <a:pt x="1692094" y="1062178"/>
                </a:lnTo>
                <a:lnTo>
                  <a:pt x="1693244" y="1062232"/>
                </a:lnTo>
                <a:lnTo>
                  <a:pt x="1694414" y="1062265"/>
                </a:lnTo>
                <a:lnTo>
                  <a:pt x="1695605" y="1062276"/>
                </a:lnTo>
                <a:lnTo>
                  <a:pt x="1696099" y="1062273"/>
                </a:lnTo>
                <a:lnTo>
                  <a:pt x="1696593" y="1062267"/>
                </a:lnTo>
                <a:lnTo>
                  <a:pt x="1697087" y="1062255"/>
                </a:lnTo>
                <a:lnTo>
                  <a:pt x="1697581" y="1062240"/>
                </a:lnTo>
                <a:lnTo>
                  <a:pt x="1698075" y="1062220"/>
                </a:lnTo>
                <a:lnTo>
                  <a:pt x="1698568" y="1062195"/>
                </a:lnTo>
                <a:lnTo>
                  <a:pt x="1699062" y="1062166"/>
                </a:lnTo>
                <a:close/>
                <a:moveTo>
                  <a:pt x="1743914" y="1060674"/>
                </a:moveTo>
                <a:lnTo>
                  <a:pt x="1773225" y="1060674"/>
                </a:lnTo>
                <a:lnTo>
                  <a:pt x="1789241" y="1060674"/>
                </a:lnTo>
                <a:lnTo>
                  <a:pt x="1816951" y="1060674"/>
                </a:lnTo>
                <a:lnTo>
                  <a:pt x="1816951" y="1048341"/>
                </a:lnTo>
                <a:lnTo>
                  <a:pt x="1789241" y="1048341"/>
                </a:lnTo>
                <a:lnTo>
                  <a:pt x="1789241" y="978828"/>
                </a:lnTo>
                <a:lnTo>
                  <a:pt x="1743914" y="978828"/>
                </a:lnTo>
                <a:lnTo>
                  <a:pt x="1743914" y="991321"/>
                </a:lnTo>
                <a:lnTo>
                  <a:pt x="1773225" y="991321"/>
                </a:lnTo>
                <a:lnTo>
                  <a:pt x="1773225" y="1048341"/>
                </a:lnTo>
                <a:lnTo>
                  <a:pt x="1743914" y="1048341"/>
                </a:lnTo>
                <a:lnTo>
                  <a:pt x="1743914" y="1060674"/>
                </a:lnTo>
                <a:close/>
                <a:moveTo>
                  <a:pt x="1950633" y="1010425"/>
                </a:moveTo>
                <a:lnTo>
                  <a:pt x="1950671" y="1009890"/>
                </a:lnTo>
                <a:lnTo>
                  <a:pt x="1950717" y="1009360"/>
                </a:lnTo>
                <a:lnTo>
                  <a:pt x="1950771" y="1008835"/>
                </a:lnTo>
                <a:lnTo>
                  <a:pt x="1950834" y="1008316"/>
                </a:lnTo>
                <a:lnTo>
                  <a:pt x="1950904" y="1007803"/>
                </a:lnTo>
                <a:lnTo>
                  <a:pt x="1950984" y="1007295"/>
                </a:lnTo>
                <a:lnTo>
                  <a:pt x="1951071" y="1006793"/>
                </a:lnTo>
                <a:lnTo>
                  <a:pt x="1951167" y="1006297"/>
                </a:lnTo>
                <a:lnTo>
                  <a:pt x="1951272" y="1005805"/>
                </a:lnTo>
                <a:lnTo>
                  <a:pt x="1951384" y="1005320"/>
                </a:lnTo>
                <a:lnTo>
                  <a:pt x="1951505" y="1004840"/>
                </a:lnTo>
                <a:lnTo>
                  <a:pt x="1951634" y="1004366"/>
                </a:lnTo>
                <a:lnTo>
                  <a:pt x="1951772" y="1003897"/>
                </a:lnTo>
                <a:lnTo>
                  <a:pt x="1951918" y="1003434"/>
                </a:lnTo>
                <a:lnTo>
                  <a:pt x="1952072" y="1002976"/>
                </a:lnTo>
                <a:lnTo>
                  <a:pt x="1952235" y="1002524"/>
                </a:lnTo>
                <a:lnTo>
                  <a:pt x="1952406" y="1002077"/>
                </a:lnTo>
                <a:lnTo>
                  <a:pt x="1952585" y="1001636"/>
                </a:lnTo>
                <a:lnTo>
                  <a:pt x="1952773" y="1001201"/>
                </a:lnTo>
                <a:lnTo>
                  <a:pt x="1952969" y="1000771"/>
                </a:lnTo>
                <a:lnTo>
                  <a:pt x="1953173" y="1000334"/>
                </a:lnTo>
                <a:lnTo>
                  <a:pt x="1953383" y="999906"/>
                </a:lnTo>
                <a:lnTo>
                  <a:pt x="1953600" y="999487"/>
                </a:lnTo>
                <a:lnTo>
                  <a:pt x="1953823" y="999076"/>
                </a:lnTo>
                <a:lnTo>
                  <a:pt x="1954054" y="998673"/>
                </a:lnTo>
                <a:lnTo>
                  <a:pt x="1954291" y="998278"/>
                </a:lnTo>
                <a:lnTo>
                  <a:pt x="1954534" y="997892"/>
                </a:lnTo>
                <a:lnTo>
                  <a:pt x="1954784" y="997514"/>
                </a:lnTo>
                <a:lnTo>
                  <a:pt x="1955041" y="997144"/>
                </a:lnTo>
                <a:lnTo>
                  <a:pt x="1955305" y="996783"/>
                </a:lnTo>
                <a:lnTo>
                  <a:pt x="1955575" y="996430"/>
                </a:lnTo>
                <a:lnTo>
                  <a:pt x="1955852" y="996086"/>
                </a:lnTo>
                <a:lnTo>
                  <a:pt x="1956136" y="995750"/>
                </a:lnTo>
                <a:lnTo>
                  <a:pt x="1956426" y="995422"/>
                </a:lnTo>
                <a:lnTo>
                  <a:pt x="1956723" y="995102"/>
                </a:lnTo>
                <a:lnTo>
                  <a:pt x="1957027" y="994791"/>
                </a:lnTo>
                <a:lnTo>
                  <a:pt x="1957337" y="994488"/>
                </a:lnTo>
                <a:lnTo>
                  <a:pt x="1957654" y="994194"/>
                </a:lnTo>
                <a:lnTo>
                  <a:pt x="1957978" y="993908"/>
                </a:lnTo>
                <a:lnTo>
                  <a:pt x="1958308" y="993630"/>
                </a:lnTo>
                <a:lnTo>
                  <a:pt x="1958645" y="993360"/>
                </a:lnTo>
                <a:lnTo>
                  <a:pt x="1958989" y="993099"/>
                </a:lnTo>
                <a:lnTo>
                  <a:pt x="1959339" y="992847"/>
                </a:lnTo>
                <a:lnTo>
                  <a:pt x="1959696" y="992602"/>
                </a:lnTo>
                <a:lnTo>
                  <a:pt x="1960059" y="992354"/>
                </a:lnTo>
                <a:lnTo>
                  <a:pt x="1960428" y="992116"/>
                </a:lnTo>
                <a:lnTo>
                  <a:pt x="1960802" y="991889"/>
                </a:lnTo>
                <a:lnTo>
                  <a:pt x="1961182" y="991672"/>
                </a:lnTo>
                <a:lnTo>
                  <a:pt x="1961568" y="991466"/>
                </a:lnTo>
                <a:lnTo>
                  <a:pt x="1961959" y="991271"/>
                </a:lnTo>
                <a:lnTo>
                  <a:pt x="1962355" y="991086"/>
                </a:lnTo>
                <a:lnTo>
                  <a:pt x="1962757" y="990911"/>
                </a:lnTo>
                <a:lnTo>
                  <a:pt x="1963165" y="990748"/>
                </a:lnTo>
                <a:lnTo>
                  <a:pt x="1963578" y="990594"/>
                </a:lnTo>
                <a:lnTo>
                  <a:pt x="1963997" y="990452"/>
                </a:lnTo>
                <a:lnTo>
                  <a:pt x="1964421" y="990320"/>
                </a:lnTo>
                <a:lnTo>
                  <a:pt x="1964851" y="990198"/>
                </a:lnTo>
                <a:lnTo>
                  <a:pt x="1965287" y="990087"/>
                </a:lnTo>
                <a:lnTo>
                  <a:pt x="1965728" y="989987"/>
                </a:lnTo>
                <a:lnTo>
                  <a:pt x="1966174" y="989897"/>
                </a:lnTo>
                <a:lnTo>
                  <a:pt x="1966626" y="989818"/>
                </a:lnTo>
                <a:lnTo>
                  <a:pt x="1967084" y="989749"/>
                </a:lnTo>
                <a:lnTo>
                  <a:pt x="1967547" y="989691"/>
                </a:lnTo>
                <a:lnTo>
                  <a:pt x="1968016" y="989643"/>
                </a:lnTo>
                <a:lnTo>
                  <a:pt x="1968491" y="989606"/>
                </a:lnTo>
                <a:lnTo>
                  <a:pt x="1968970" y="989580"/>
                </a:lnTo>
                <a:lnTo>
                  <a:pt x="1969456" y="989564"/>
                </a:lnTo>
                <a:lnTo>
                  <a:pt x="1969947" y="989559"/>
                </a:lnTo>
                <a:lnTo>
                  <a:pt x="1970648" y="989568"/>
                </a:lnTo>
                <a:lnTo>
                  <a:pt x="1971335" y="989596"/>
                </a:lnTo>
                <a:lnTo>
                  <a:pt x="1972009" y="989641"/>
                </a:lnTo>
                <a:lnTo>
                  <a:pt x="1972670" y="989706"/>
                </a:lnTo>
                <a:lnTo>
                  <a:pt x="1973317" y="989788"/>
                </a:lnTo>
                <a:lnTo>
                  <a:pt x="1973951" y="989889"/>
                </a:lnTo>
                <a:lnTo>
                  <a:pt x="1974572" y="990008"/>
                </a:lnTo>
                <a:lnTo>
                  <a:pt x="1975179" y="990146"/>
                </a:lnTo>
                <a:lnTo>
                  <a:pt x="1975773" y="990302"/>
                </a:lnTo>
                <a:lnTo>
                  <a:pt x="1976354" y="990476"/>
                </a:lnTo>
                <a:lnTo>
                  <a:pt x="1976921" y="990669"/>
                </a:lnTo>
                <a:lnTo>
                  <a:pt x="1977475" y="990880"/>
                </a:lnTo>
                <a:lnTo>
                  <a:pt x="1978015" y="991110"/>
                </a:lnTo>
                <a:lnTo>
                  <a:pt x="1978543" y="991357"/>
                </a:lnTo>
                <a:lnTo>
                  <a:pt x="1979057" y="991624"/>
                </a:lnTo>
                <a:lnTo>
                  <a:pt x="1979557" y="991908"/>
                </a:lnTo>
                <a:lnTo>
                  <a:pt x="1980044" y="992211"/>
                </a:lnTo>
                <a:lnTo>
                  <a:pt x="1980518" y="992532"/>
                </a:lnTo>
                <a:lnTo>
                  <a:pt x="1980979" y="992872"/>
                </a:lnTo>
                <a:lnTo>
                  <a:pt x="1981426" y="993229"/>
                </a:lnTo>
                <a:lnTo>
                  <a:pt x="1981860" y="993606"/>
                </a:lnTo>
                <a:lnTo>
                  <a:pt x="1982280" y="994000"/>
                </a:lnTo>
                <a:lnTo>
                  <a:pt x="1982687" y="994413"/>
                </a:lnTo>
                <a:lnTo>
                  <a:pt x="1983081" y="994844"/>
                </a:lnTo>
                <a:lnTo>
                  <a:pt x="1983473" y="995296"/>
                </a:lnTo>
                <a:lnTo>
                  <a:pt x="1983848" y="995769"/>
                </a:lnTo>
                <a:lnTo>
                  <a:pt x="1984207" y="996263"/>
                </a:lnTo>
                <a:lnTo>
                  <a:pt x="1984549" y="996780"/>
                </a:lnTo>
                <a:lnTo>
                  <a:pt x="1984874" y="997318"/>
                </a:lnTo>
                <a:lnTo>
                  <a:pt x="1985183" y="997878"/>
                </a:lnTo>
                <a:lnTo>
                  <a:pt x="1985475" y="998459"/>
                </a:lnTo>
                <a:lnTo>
                  <a:pt x="1985750" y="999062"/>
                </a:lnTo>
                <a:lnTo>
                  <a:pt x="1986009" y="999687"/>
                </a:lnTo>
                <a:lnTo>
                  <a:pt x="1986251" y="1000334"/>
                </a:lnTo>
                <a:lnTo>
                  <a:pt x="1986476" y="1001002"/>
                </a:lnTo>
                <a:lnTo>
                  <a:pt x="1986685" y="1001692"/>
                </a:lnTo>
                <a:lnTo>
                  <a:pt x="1986877" y="1002403"/>
                </a:lnTo>
                <a:lnTo>
                  <a:pt x="1987052" y="1003137"/>
                </a:lnTo>
                <a:lnTo>
                  <a:pt x="1987210" y="1003891"/>
                </a:lnTo>
                <a:lnTo>
                  <a:pt x="1987352" y="1004668"/>
                </a:lnTo>
                <a:lnTo>
                  <a:pt x="1987477" y="1005466"/>
                </a:lnTo>
                <a:lnTo>
                  <a:pt x="1987586" y="1006287"/>
                </a:lnTo>
                <a:lnTo>
                  <a:pt x="1987677" y="1007128"/>
                </a:lnTo>
                <a:lnTo>
                  <a:pt x="1987752" y="1007992"/>
                </a:lnTo>
                <a:lnTo>
                  <a:pt x="1987811" y="1008877"/>
                </a:lnTo>
                <a:lnTo>
                  <a:pt x="1987853" y="1009784"/>
                </a:lnTo>
                <a:lnTo>
                  <a:pt x="1987878" y="1010712"/>
                </a:lnTo>
                <a:lnTo>
                  <a:pt x="1987886" y="1011662"/>
                </a:lnTo>
                <a:lnTo>
                  <a:pt x="1987886" y="1060674"/>
                </a:lnTo>
                <a:lnTo>
                  <a:pt x="2003903" y="1060674"/>
                </a:lnTo>
                <a:lnTo>
                  <a:pt x="2003903" y="1007017"/>
                </a:lnTo>
                <a:lnTo>
                  <a:pt x="2003889" y="1005802"/>
                </a:lnTo>
                <a:lnTo>
                  <a:pt x="2003847" y="1004611"/>
                </a:lnTo>
                <a:lnTo>
                  <a:pt x="2003778" y="1003446"/>
                </a:lnTo>
                <a:lnTo>
                  <a:pt x="2003680" y="1002306"/>
                </a:lnTo>
                <a:lnTo>
                  <a:pt x="2003555" y="1001190"/>
                </a:lnTo>
                <a:lnTo>
                  <a:pt x="2003402" y="1000100"/>
                </a:lnTo>
                <a:lnTo>
                  <a:pt x="2003222" y="999035"/>
                </a:lnTo>
                <a:lnTo>
                  <a:pt x="2003013" y="997994"/>
                </a:lnTo>
                <a:lnTo>
                  <a:pt x="2002777" y="996979"/>
                </a:lnTo>
                <a:lnTo>
                  <a:pt x="2002512" y="995989"/>
                </a:lnTo>
                <a:lnTo>
                  <a:pt x="2002220" y="995024"/>
                </a:lnTo>
                <a:lnTo>
                  <a:pt x="2001901" y="994084"/>
                </a:lnTo>
                <a:lnTo>
                  <a:pt x="2001553" y="993169"/>
                </a:lnTo>
                <a:lnTo>
                  <a:pt x="2001178" y="992278"/>
                </a:lnTo>
                <a:lnTo>
                  <a:pt x="2000774" y="991413"/>
                </a:lnTo>
                <a:lnTo>
                  <a:pt x="2000343" y="990573"/>
                </a:lnTo>
                <a:lnTo>
                  <a:pt x="1999885" y="989758"/>
                </a:lnTo>
                <a:lnTo>
                  <a:pt x="1999398" y="988968"/>
                </a:lnTo>
                <a:lnTo>
                  <a:pt x="1998884" y="988203"/>
                </a:lnTo>
                <a:lnTo>
                  <a:pt x="1998341" y="987463"/>
                </a:lnTo>
                <a:lnTo>
                  <a:pt x="1997771" y="986748"/>
                </a:lnTo>
                <a:lnTo>
                  <a:pt x="1997173" y="986059"/>
                </a:lnTo>
                <a:lnTo>
                  <a:pt x="1996548" y="985394"/>
                </a:lnTo>
                <a:lnTo>
                  <a:pt x="1995894" y="984754"/>
                </a:lnTo>
                <a:lnTo>
                  <a:pt x="1995218" y="984140"/>
                </a:lnTo>
                <a:lnTo>
                  <a:pt x="1994522" y="983551"/>
                </a:lnTo>
                <a:lnTo>
                  <a:pt x="1993807" y="982989"/>
                </a:lnTo>
                <a:lnTo>
                  <a:pt x="1993074" y="982454"/>
                </a:lnTo>
                <a:lnTo>
                  <a:pt x="1992321" y="981944"/>
                </a:lnTo>
                <a:lnTo>
                  <a:pt x="1991550" y="981460"/>
                </a:lnTo>
                <a:lnTo>
                  <a:pt x="1990760" y="981003"/>
                </a:lnTo>
                <a:lnTo>
                  <a:pt x="1989950" y="980572"/>
                </a:lnTo>
                <a:lnTo>
                  <a:pt x="1989122" y="980166"/>
                </a:lnTo>
                <a:lnTo>
                  <a:pt x="1988275" y="979787"/>
                </a:lnTo>
                <a:lnTo>
                  <a:pt x="1987409" y="979435"/>
                </a:lnTo>
                <a:lnTo>
                  <a:pt x="1986525" y="979108"/>
                </a:lnTo>
                <a:lnTo>
                  <a:pt x="1985621" y="978807"/>
                </a:lnTo>
                <a:lnTo>
                  <a:pt x="1984698" y="978533"/>
                </a:lnTo>
                <a:lnTo>
                  <a:pt x="1983757" y="978285"/>
                </a:lnTo>
                <a:lnTo>
                  <a:pt x="1982796" y="978062"/>
                </a:lnTo>
                <a:lnTo>
                  <a:pt x="1981817" y="977866"/>
                </a:lnTo>
                <a:lnTo>
                  <a:pt x="1980819" y="977696"/>
                </a:lnTo>
                <a:lnTo>
                  <a:pt x="1979801" y="977553"/>
                </a:lnTo>
                <a:lnTo>
                  <a:pt x="1978765" y="977435"/>
                </a:lnTo>
                <a:lnTo>
                  <a:pt x="1977710" y="977344"/>
                </a:lnTo>
                <a:lnTo>
                  <a:pt x="1976636" y="977278"/>
                </a:lnTo>
                <a:lnTo>
                  <a:pt x="1975543" y="977239"/>
                </a:lnTo>
                <a:lnTo>
                  <a:pt x="1974432" y="977226"/>
                </a:lnTo>
                <a:lnTo>
                  <a:pt x="1973754" y="977231"/>
                </a:lnTo>
                <a:lnTo>
                  <a:pt x="1973080" y="977248"/>
                </a:lnTo>
                <a:lnTo>
                  <a:pt x="1972412" y="977276"/>
                </a:lnTo>
                <a:lnTo>
                  <a:pt x="1971749" y="977315"/>
                </a:lnTo>
                <a:lnTo>
                  <a:pt x="1971091" y="977365"/>
                </a:lnTo>
                <a:lnTo>
                  <a:pt x="1970438" y="977426"/>
                </a:lnTo>
                <a:lnTo>
                  <a:pt x="1969789" y="977498"/>
                </a:lnTo>
                <a:lnTo>
                  <a:pt x="1969146" y="977582"/>
                </a:lnTo>
                <a:lnTo>
                  <a:pt x="1968508" y="977676"/>
                </a:lnTo>
                <a:lnTo>
                  <a:pt x="1967875" y="977782"/>
                </a:lnTo>
                <a:lnTo>
                  <a:pt x="1967247" y="977899"/>
                </a:lnTo>
                <a:lnTo>
                  <a:pt x="1966624" y="978027"/>
                </a:lnTo>
                <a:lnTo>
                  <a:pt x="1966005" y="978166"/>
                </a:lnTo>
                <a:lnTo>
                  <a:pt x="1965392" y="978316"/>
                </a:lnTo>
                <a:lnTo>
                  <a:pt x="1964784" y="978477"/>
                </a:lnTo>
                <a:lnTo>
                  <a:pt x="1964181" y="978650"/>
                </a:lnTo>
                <a:lnTo>
                  <a:pt x="1963583" y="978833"/>
                </a:lnTo>
                <a:lnTo>
                  <a:pt x="1962990" y="979028"/>
                </a:lnTo>
                <a:lnTo>
                  <a:pt x="1962402" y="979234"/>
                </a:lnTo>
                <a:lnTo>
                  <a:pt x="1961818" y="979450"/>
                </a:lnTo>
                <a:lnTo>
                  <a:pt x="1961240" y="979678"/>
                </a:lnTo>
                <a:lnTo>
                  <a:pt x="1960667" y="979918"/>
                </a:lnTo>
                <a:lnTo>
                  <a:pt x="1960099" y="980168"/>
                </a:lnTo>
                <a:lnTo>
                  <a:pt x="1959536" y="980429"/>
                </a:lnTo>
                <a:lnTo>
                  <a:pt x="1958981" y="980703"/>
                </a:lnTo>
                <a:lnTo>
                  <a:pt x="1958436" y="980989"/>
                </a:lnTo>
                <a:lnTo>
                  <a:pt x="1957902" y="981288"/>
                </a:lnTo>
                <a:lnTo>
                  <a:pt x="1957378" y="981599"/>
                </a:lnTo>
                <a:lnTo>
                  <a:pt x="1956865" y="981924"/>
                </a:lnTo>
                <a:lnTo>
                  <a:pt x="1956363" y="982261"/>
                </a:lnTo>
                <a:lnTo>
                  <a:pt x="1955871" y="982611"/>
                </a:lnTo>
                <a:lnTo>
                  <a:pt x="1955389" y="982974"/>
                </a:lnTo>
                <a:lnTo>
                  <a:pt x="1954919" y="983350"/>
                </a:lnTo>
                <a:lnTo>
                  <a:pt x="1954458" y="983738"/>
                </a:lnTo>
                <a:lnTo>
                  <a:pt x="1954009" y="984140"/>
                </a:lnTo>
                <a:lnTo>
                  <a:pt x="1953570" y="984554"/>
                </a:lnTo>
                <a:lnTo>
                  <a:pt x="1953141" y="984980"/>
                </a:lnTo>
                <a:lnTo>
                  <a:pt x="1952723" y="985420"/>
                </a:lnTo>
                <a:lnTo>
                  <a:pt x="1952316" y="985872"/>
                </a:lnTo>
                <a:lnTo>
                  <a:pt x="1951919" y="986338"/>
                </a:lnTo>
                <a:lnTo>
                  <a:pt x="1951533" y="986816"/>
                </a:lnTo>
                <a:lnTo>
                  <a:pt x="1951157" y="987307"/>
                </a:lnTo>
                <a:lnTo>
                  <a:pt x="1950792" y="987810"/>
                </a:lnTo>
                <a:lnTo>
                  <a:pt x="1950438" y="988326"/>
                </a:lnTo>
                <a:lnTo>
                  <a:pt x="1950094" y="988856"/>
                </a:lnTo>
                <a:lnTo>
                  <a:pt x="1949760" y="989398"/>
                </a:lnTo>
                <a:lnTo>
                  <a:pt x="1949437" y="989952"/>
                </a:lnTo>
                <a:lnTo>
                  <a:pt x="1949125" y="990520"/>
                </a:lnTo>
                <a:lnTo>
                  <a:pt x="1947523" y="978828"/>
                </a:lnTo>
                <a:lnTo>
                  <a:pt x="1934550" y="978828"/>
                </a:lnTo>
                <a:lnTo>
                  <a:pt x="1934550" y="1060674"/>
                </a:lnTo>
                <a:lnTo>
                  <a:pt x="1950567" y="1060674"/>
                </a:lnTo>
                <a:lnTo>
                  <a:pt x="1950567" y="1012623"/>
                </a:lnTo>
                <a:lnTo>
                  <a:pt x="1950571" y="1012065"/>
                </a:lnTo>
                <a:lnTo>
                  <a:pt x="1950583" y="1011513"/>
                </a:lnTo>
                <a:lnTo>
                  <a:pt x="1950604" y="1010966"/>
                </a:lnTo>
                <a:lnTo>
                  <a:pt x="1950633" y="1010425"/>
                </a:lnTo>
                <a:close/>
                <a:moveTo>
                  <a:pt x="1495260" y="1061839"/>
                </a:moveTo>
                <a:lnTo>
                  <a:pt x="1496160" y="1061706"/>
                </a:lnTo>
                <a:lnTo>
                  <a:pt x="1497048" y="1061555"/>
                </a:lnTo>
                <a:lnTo>
                  <a:pt x="1497925" y="1061386"/>
                </a:lnTo>
                <a:lnTo>
                  <a:pt x="1498790" y="1061199"/>
                </a:lnTo>
                <a:lnTo>
                  <a:pt x="1499644" y="1060994"/>
                </a:lnTo>
                <a:lnTo>
                  <a:pt x="1500485" y="1060772"/>
                </a:lnTo>
                <a:lnTo>
                  <a:pt x="1501315" y="1060531"/>
                </a:lnTo>
                <a:lnTo>
                  <a:pt x="1502134" y="1060273"/>
                </a:lnTo>
                <a:lnTo>
                  <a:pt x="1502940" y="1059998"/>
                </a:lnTo>
                <a:lnTo>
                  <a:pt x="1503735" y="1059704"/>
                </a:lnTo>
                <a:lnTo>
                  <a:pt x="1504519" y="1059392"/>
                </a:lnTo>
                <a:lnTo>
                  <a:pt x="1505290" y="1059063"/>
                </a:lnTo>
                <a:lnTo>
                  <a:pt x="1506050" y="1058716"/>
                </a:lnTo>
                <a:lnTo>
                  <a:pt x="1506799" y="1058351"/>
                </a:lnTo>
                <a:lnTo>
                  <a:pt x="1507535" y="1057969"/>
                </a:lnTo>
                <a:lnTo>
                  <a:pt x="1508260" y="1057568"/>
                </a:lnTo>
                <a:lnTo>
                  <a:pt x="1508974" y="1057150"/>
                </a:lnTo>
                <a:lnTo>
                  <a:pt x="1509674" y="1056703"/>
                </a:lnTo>
                <a:lnTo>
                  <a:pt x="1510361" y="1056241"/>
                </a:lnTo>
                <a:lnTo>
                  <a:pt x="1511033" y="1055766"/>
                </a:lnTo>
                <a:lnTo>
                  <a:pt x="1511692" y="1055277"/>
                </a:lnTo>
                <a:lnTo>
                  <a:pt x="1512337" y="1054774"/>
                </a:lnTo>
                <a:lnTo>
                  <a:pt x="1512968" y="1054257"/>
                </a:lnTo>
                <a:lnTo>
                  <a:pt x="1513585" y="1053726"/>
                </a:lnTo>
                <a:lnTo>
                  <a:pt x="1514188" y="1053182"/>
                </a:lnTo>
                <a:lnTo>
                  <a:pt x="1514777" y="1052623"/>
                </a:lnTo>
                <a:lnTo>
                  <a:pt x="1515352" y="1052050"/>
                </a:lnTo>
                <a:lnTo>
                  <a:pt x="1515914" y="1051464"/>
                </a:lnTo>
                <a:lnTo>
                  <a:pt x="1516461" y="1050864"/>
                </a:lnTo>
                <a:lnTo>
                  <a:pt x="1516995" y="1050249"/>
                </a:lnTo>
                <a:lnTo>
                  <a:pt x="1517515" y="1049621"/>
                </a:lnTo>
                <a:lnTo>
                  <a:pt x="1518021" y="1048979"/>
                </a:lnTo>
                <a:lnTo>
                  <a:pt x="1518512" y="1048323"/>
                </a:lnTo>
                <a:lnTo>
                  <a:pt x="1518990" y="1047653"/>
                </a:lnTo>
                <a:lnTo>
                  <a:pt x="1519455" y="1046969"/>
                </a:lnTo>
                <a:lnTo>
                  <a:pt x="1519905" y="1046272"/>
                </a:lnTo>
                <a:lnTo>
                  <a:pt x="1520341" y="1045560"/>
                </a:lnTo>
                <a:lnTo>
                  <a:pt x="1520763" y="1044835"/>
                </a:lnTo>
                <a:lnTo>
                  <a:pt x="1521172" y="1044095"/>
                </a:lnTo>
                <a:lnTo>
                  <a:pt x="1521567" y="1043342"/>
                </a:lnTo>
                <a:lnTo>
                  <a:pt x="1521947" y="1042575"/>
                </a:lnTo>
                <a:lnTo>
                  <a:pt x="1522313" y="1041796"/>
                </a:lnTo>
                <a:lnTo>
                  <a:pt x="1522663" y="1041007"/>
                </a:lnTo>
                <a:lnTo>
                  <a:pt x="1522998" y="1040207"/>
                </a:lnTo>
                <a:lnTo>
                  <a:pt x="1523317" y="1039398"/>
                </a:lnTo>
                <a:lnTo>
                  <a:pt x="1523621" y="1038579"/>
                </a:lnTo>
                <a:lnTo>
                  <a:pt x="1523909" y="1037750"/>
                </a:lnTo>
                <a:lnTo>
                  <a:pt x="1524182" y="1036911"/>
                </a:lnTo>
                <a:lnTo>
                  <a:pt x="1524439" y="1036061"/>
                </a:lnTo>
                <a:lnTo>
                  <a:pt x="1524680" y="1035202"/>
                </a:lnTo>
                <a:lnTo>
                  <a:pt x="1524906" y="1034333"/>
                </a:lnTo>
                <a:lnTo>
                  <a:pt x="1525116" y="1033454"/>
                </a:lnTo>
                <a:lnTo>
                  <a:pt x="1525311" y="1032564"/>
                </a:lnTo>
                <a:lnTo>
                  <a:pt x="1525490" y="1031665"/>
                </a:lnTo>
                <a:lnTo>
                  <a:pt x="1525653" y="1030756"/>
                </a:lnTo>
                <a:lnTo>
                  <a:pt x="1525801" y="1029836"/>
                </a:lnTo>
                <a:lnTo>
                  <a:pt x="1525933" y="1028907"/>
                </a:lnTo>
                <a:lnTo>
                  <a:pt x="1526050" y="1027968"/>
                </a:lnTo>
                <a:lnTo>
                  <a:pt x="1526151" y="1027018"/>
                </a:lnTo>
                <a:lnTo>
                  <a:pt x="1526237" y="1026059"/>
                </a:lnTo>
                <a:lnTo>
                  <a:pt x="1526307" y="1025090"/>
                </a:lnTo>
                <a:lnTo>
                  <a:pt x="1526362" y="1024110"/>
                </a:lnTo>
                <a:lnTo>
                  <a:pt x="1526401" y="1023121"/>
                </a:lnTo>
                <a:lnTo>
                  <a:pt x="1526424" y="1022122"/>
                </a:lnTo>
                <a:lnTo>
                  <a:pt x="1526432" y="1021112"/>
                </a:lnTo>
                <a:lnTo>
                  <a:pt x="1526432" y="1018389"/>
                </a:lnTo>
                <a:lnTo>
                  <a:pt x="1526424" y="1017393"/>
                </a:lnTo>
                <a:lnTo>
                  <a:pt x="1526401" y="1016406"/>
                </a:lnTo>
                <a:lnTo>
                  <a:pt x="1526362" y="1015429"/>
                </a:lnTo>
                <a:lnTo>
                  <a:pt x="1526307" y="1014461"/>
                </a:lnTo>
                <a:lnTo>
                  <a:pt x="1526237" y="1013502"/>
                </a:lnTo>
                <a:lnTo>
                  <a:pt x="1526151" y="1012553"/>
                </a:lnTo>
                <a:lnTo>
                  <a:pt x="1526050" y="1011614"/>
                </a:lnTo>
                <a:lnTo>
                  <a:pt x="1525933" y="1010683"/>
                </a:lnTo>
                <a:lnTo>
                  <a:pt x="1525801" y="1009763"/>
                </a:lnTo>
                <a:lnTo>
                  <a:pt x="1525653" y="1008851"/>
                </a:lnTo>
                <a:lnTo>
                  <a:pt x="1525490" y="1007950"/>
                </a:lnTo>
                <a:lnTo>
                  <a:pt x="1525311" y="1007057"/>
                </a:lnTo>
                <a:lnTo>
                  <a:pt x="1525116" y="1006174"/>
                </a:lnTo>
                <a:lnTo>
                  <a:pt x="1524906" y="1005301"/>
                </a:lnTo>
                <a:lnTo>
                  <a:pt x="1524680" y="1004437"/>
                </a:lnTo>
                <a:lnTo>
                  <a:pt x="1524439" y="1003583"/>
                </a:lnTo>
                <a:lnTo>
                  <a:pt x="1524182" y="1002738"/>
                </a:lnTo>
                <a:lnTo>
                  <a:pt x="1523909" y="1001902"/>
                </a:lnTo>
                <a:lnTo>
                  <a:pt x="1523621" y="1001076"/>
                </a:lnTo>
                <a:lnTo>
                  <a:pt x="1523317" y="1000259"/>
                </a:lnTo>
                <a:lnTo>
                  <a:pt x="1522998" y="999452"/>
                </a:lnTo>
                <a:lnTo>
                  <a:pt x="1522663" y="998654"/>
                </a:lnTo>
                <a:lnTo>
                  <a:pt x="1522313" y="997866"/>
                </a:lnTo>
                <a:lnTo>
                  <a:pt x="1521947" y="997087"/>
                </a:lnTo>
                <a:lnTo>
                  <a:pt x="1521567" y="996320"/>
                </a:lnTo>
                <a:lnTo>
                  <a:pt x="1521172" y="995566"/>
                </a:lnTo>
                <a:lnTo>
                  <a:pt x="1520763" y="994827"/>
                </a:lnTo>
                <a:lnTo>
                  <a:pt x="1520341" y="994101"/>
                </a:lnTo>
                <a:lnTo>
                  <a:pt x="1519905" y="993390"/>
                </a:lnTo>
                <a:lnTo>
                  <a:pt x="1519455" y="992692"/>
                </a:lnTo>
                <a:lnTo>
                  <a:pt x="1518990" y="992008"/>
                </a:lnTo>
                <a:lnTo>
                  <a:pt x="1518512" y="991339"/>
                </a:lnTo>
                <a:lnTo>
                  <a:pt x="1518021" y="990683"/>
                </a:lnTo>
                <a:lnTo>
                  <a:pt x="1517515" y="990040"/>
                </a:lnTo>
                <a:lnTo>
                  <a:pt x="1516995" y="989412"/>
                </a:lnTo>
                <a:lnTo>
                  <a:pt x="1516461" y="988798"/>
                </a:lnTo>
                <a:lnTo>
                  <a:pt x="1515914" y="988198"/>
                </a:lnTo>
                <a:lnTo>
                  <a:pt x="1515352" y="987611"/>
                </a:lnTo>
                <a:lnTo>
                  <a:pt x="1514777" y="987039"/>
                </a:lnTo>
                <a:lnTo>
                  <a:pt x="1514188" y="986480"/>
                </a:lnTo>
                <a:lnTo>
                  <a:pt x="1513585" y="985935"/>
                </a:lnTo>
                <a:lnTo>
                  <a:pt x="1512968" y="985404"/>
                </a:lnTo>
                <a:lnTo>
                  <a:pt x="1512337" y="984888"/>
                </a:lnTo>
                <a:lnTo>
                  <a:pt x="1511692" y="984385"/>
                </a:lnTo>
                <a:lnTo>
                  <a:pt x="1511033" y="983895"/>
                </a:lnTo>
                <a:lnTo>
                  <a:pt x="1510361" y="983420"/>
                </a:lnTo>
                <a:lnTo>
                  <a:pt x="1509674" y="982959"/>
                </a:lnTo>
                <a:lnTo>
                  <a:pt x="1508974" y="982511"/>
                </a:lnTo>
                <a:lnTo>
                  <a:pt x="1508260" y="982080"/>
                </a:lnTo>
                <a:lnTo>
                  <a:pt x="1507534" y="981667"/>
                </a:lnTo>
                <a:lnTo>
                  <a:pt x="1506796" y="981273"/>
                </a:lnTo>
                <a:lnTo>
                  <a:pt x="1506046" y="980896"/>
                </a:lnTo>
                <a:lnTo>
                  <a:pt x="1505284" y="980539"/>
                </a:lnTo>
                <a:lnTo>
                  <a:pt x="1504509" y="980199"/>
                </a:lnTo>
                <a:lnTo>
                  <a:pt x="1503722" y="979878"/>
                </a:lnTo>
                <a:lnTo>
                  <a:pt x="1502923" y="979575"/>
                </a:lnTo>
                <a:lnTo>
                  <a:pt x="1502111" y="979291"/>
                </a:lnTo>
                <a:lnTo>
                  <a:pt x="1501288" y="979024"/>
                </a:lnTo>
                <a:lnTo>
                  <a:pt x="1500452" y="978777"/>
                </a:lnTo>
                <a:lnTo>
                  <a:pt x="1499604" y="978547"/>
                </a:lnTo>
                <a:lnTo>
                  <a:pt x="1498743" y="978336"/>
                </a:lnTo>
                <a:lnTo>
                  <a:pt x="1497871" y="978144"/>
                </a:lnTo>
                <a:lnTo>
                  <a:pt x="1496986" y="977969"/>
                </a:lnTo>
                <a:lnTo>
                  <a:pt x="1496089" y="977813"/>
                </a:lnTo>
                <a:lnTo>
                  <a:pt x="1495180" y="977676"/>
                </a:lnTo>
                <a:lnTo>
                  <a:pt x="1494258" y="977556"/>
                </a:lnTo>
                <a:lnTo>
                  <a:pt x="1493324" y="977455"/>
                </a:lnTo>
                <a:lnTo>
                  <a:pt x="1492378" y="977373"/>
                </a:lnTo>
                <a:lnTo>
                  <a:pt x="1491420" y="977308"/>
                </a:lnTo>
                <a:lnTo>
                  <a:pt x="1490450" y="977263"/>
                </a:lnTo>
                <a:lnTo>
                  <a:pt x="1489467" y="977235"/>
                </a:lnTo>
                <a:lnTo>
                  <a:pt x="1488472" y="977226"/>
                </a:lnTo>
                <a:lnTo>
                  <a:pt x="1487503" y="977235"/>
                </a:lnTo>
                <a:lnTo>
                  <a:pt x="1486545" y="977263"/>
                </a:lnTo>
                <a:lnTo>
                  <a:pt x="1485599" y="977308"/>
                </a:lnTo>
                <a:lnTo>
                  <a:pt x="1484663" y="977373"/>
                </a:lnTo>
                <a:lnTo>
                  <a:pt x="1483739" y="977455"/>
                </a:lnTo>
                <a:lnTo>
                  <a:pt x="1482826" y="977556"/>
                </a:lnTo>
                <a:lnTo>
                  <a:pt x="1481924" y="977676"/>
                </a:lnTo>
                <a:lnTo>
                  <a:pt x="1481033" y="977813"/>
                </a:lnTo>
                <a:lnTo>
                  <a:pt x="1480153" y="977969"/>
                </a:lnTo>
                <a:lnTo>
                  <a:pt x="1479284" y="978144"/>
                </a:lnTo>
                <a:lnTo>
                  <a:pt x="1478427" y="978336"/>
                </a:lnTo>
                <a:lnTo>
                  <a:pt x="1477580" y="978547"/>
                </a:lnTo>
                <a:lnTo>
                  <a:pt x="1476745" y="978777"/>
                </a:lnTo>
                <a:lnTo>
                  <a:pt x="1475921" y="979024"/>
                </a:lnTo>
                <a:lnTo>
                  <a:pt x="1475108" y="979291"/>
                </a:lnTo>
                <a:lnTo>
                  <a:pt x="1474306" y="979575"/>
                </a:lnTo>
                <a:lnTo>
                  <a:pt x="1473515" y="979878"/>
                </a:lnTo>
                <a:lnTo>
                  <a:pt x="1472735" y="980199"/>
                </a:lnTo>
                <a:lnTo>
                  <a:pt x="1471967" y="980539"/>
                </a:lnTo>
                <a:lnTo>
                  <a:pt x="1471209" y="980896"/>
                </a:lnTo>
                <a:lnTo>
                  <a:pt x="1470463" y="981273"/>
                </a:lnTo>
                <a:lnTo>
                  <a:pt x="1469728" y="981667"/>
                </a:lnTo>
                <a:lnTo>
                  <a:pt x="1469004" y="982080"/>
                </a:lnTo>
                <a:lnTo>
                  <a:pt x="1468291" y="982511"/>
                </a:lnTo>
                <a:lnTo>
                  <a:pt x="1467590" y="982946"/>
                </a:lnTo>
                <a:lnTo>
                  <a:pt x="1466904" y="983395"/>
                </a:lnTo>
                <a:lnTo>
                  <a:pt x="1466231" y="983858"/>
                </a:lnTo>
                <a:lnTo>
                  <a:pt x="1465572" y="984336"/>
                </a:lnTo>
                <a:lnTo>
                  <a:pt x="1464927" y="984828"/>
                </a:lnTo>
                <a:lnTo>
                  <a:pt x="1464296" y="985334"/>
                </a:lnTo>
                <a:lnTo>
                  <a:pt x="1463679" y="985856"/>
                </a:lnTo>
                <a:lnTo>
                  <a:pt x="1463076" y="986391"/>
                </a:lnTo>
                <a:lnTo>
                  <a:pt x="1462487" y="986941"/>
                </a:lnTo>
                <a:lnTo>
                  <a:pt x="1461912" y="987506"/>
                </a:lnTo>
                <a:lnTo>
                  <a:pt x="1461350" y="988085"/>
                </a:lnTo>
                <a:lnTo>
                  <a:pt x="1460803" y="988678"/>
                </a:lnTo>
                <a:lnTo>
                  <a:pt x="1460269" y="989286"/>
                </a:lnTo>
                <a:lnTo>
                  <a:pt x="1459749" y="989908"/>
                </a:lnTo>
                <a:lnTo>
                  <a:pt x="1459244" y="990545"/>
                </a:lnTo>
                <a:lnTo>
                  <a:pt x="1458752" y="991196"/>
                </a:lnTo>
                <a:lnTo>
                  <a:pt x="1458274" y="991862"/>
                </a:lnTo>
                <a:lnTo>
                  <a:pt x="1457810" y="992542"/>
                </a:lnTo>
                <a:lnTo>
                  <a:pt x="1457359" y="993237"/>
                </a:lnTo>
                <a:lnTo>
                  <a:pt x="1456923" y="993946"/>
                </a:lnTo>
                <a:lnTo>
                  <a:pt x="1456501" y="994669"/>
                </a:lnTo>
                <a:lnTo>
                  <a:pt x="1456092" y="995407"/>
                </a:lnTo>
                <a:lnTo>
                  <a:pt x="1455698" y="996160"/>
                </a:lnTo>
                <a:lnTo>
                  <a:pt x="1455317" y="996927"/>
                </a:lnTo>
                <a:lnTo>
                  <a:pt x="1454951" y="997706"/>
                </a:lnTo>
                <a:lnTo>
                  <a:pt x="1454601" y="998495"/>
                </a:lnTo>
                <a:lnTo>
                  <a:pt x="1454266" y="999294"/>
                </a:lnTo>
                <a:lnTo>
                  <a:pt x="1453947" y="1000103"/>
                </a:lnTo>
                <a:lnTo>
                  <a:pt x="1453643" y="1000923"/>
                </a:lnTo>
                <a:lnTo>
                  <a:pt x="1453355" y="1001752"/>
                </a:lnTo>
                <a:lnTo>
                  <a:pt x="1453082" y="1002591"/>
                </a:lnTo>
                <a:lnTo>
                  <a:pt x="1452825" y="1003440"/>
                </a:lnTo>
                <a:lnTo>
                  <a:pt x="1452584" y="1004299"/>
                </a:lnTo>
                <a:lnTo>
                  <a:pt x="1452358" y="1005169"/>
                </a:lnTo>
                <a:lnTo>
                  <a:pt x="1452148" y="1006048"/>
                </a:lnTo>
                <a:lnTo>
                  <a:pt x="1451953" y="1006937"/>
                </a:lnTo>
                <a:lnTo>
                  <a:pt x="1451774" y="1007836"/>
                </a:lnTo>
                <a:lnTo>
                  <a:pt x="1451611" y="1008746"/>
                </a:lnTo>
                <a:lnTo>
                  <a:pt x="1451463" y="1009665"/>
                </a:lnTo>
                <a:lnTo>
                  <a:pt x="1451330" y="1010594"/>
                </a:lnTo>
                <a:lnTo>
                  <a:pt x="1451214" y="1011534"/>
                </a:lnTo>
                <a:lnTo>
                  <a:pt x="1451112" y="1012483"/>
                </a:lnTo>
                <a:lnTo>
                  <a:pt x="1451027" y="1013442"/>
                </a:lnTo>
                <a:lnTo>
                  <a:pt x="1450957" y="1014412"/>
                </a:lnTo>
                <a:lnTo>
                  <a:pt x="1450902" y="1015391"/>
                </a:lnTo>
                <a:lnTo>
                  <a:pt x="1450863" y="1016381"/>
                </a:lnTo>
                <a:lnTo>
                  <a:pt x="1450840" y="1017380"/>
                </a:lnTo>
                <a:lnTo>
                  <a:pt x="1450832" y="1018389"/>
                </a:lnTo>
                <a:lnTo>
                  <a:pt x="1450832" y="1021112"/>
                </a:lnTo>
                <a:lnTo>
                  <a:pt x="1450840" y="1022096"/>
                </a:lnTo>
                <a:lnTo>
                  <a:pt x="1450863" y="1023071"/>
                </a:lnTo>
                <a:lnTo>
                  <a:pt x="1450902" y="1024038"/>
                </a:lnTo>
                <a:lnTo>
                  <a:pt x="1450957" y="1024996"/>
                </a:lnTo>
                <a:lnTo>
                  <a:pt x="1451027" y="1025946"/>
                </a:lnTo>
                <a:lnTo>
                  <a:pt x="1451112" y="1026888"/>
                </a:lnTo>
                <a:lnTo>
                  <a:pt x="1451214" y="1027822"/>
                </a:lnTo>
                <a:lnTo>
                  <a:pt x="1451330" y="1028747"/>
                </a:lnTo>
                <a:lnTo>
                  <a:pt x="1451463" y="1029664"/>
                </a:lnTo>
                <a:lnTo>
                  <a:pt x="1451611" y="1030572"/>
                </a:lnTo>
                <a:lnTo>
                  <a:pt x="1451774" y="1031472"/>
                </a:lnTo>
                <a:lnTo>
                  <a:pt x="1451953" y="1032364"/>
                </a:lnTo>
                <a:lnTo>
                  <a:pt x="1452148" y="1033247"/>
                </a:lnTo>
                <a:lnTo>
                  <a:pt x="1452358" y="1034123"/>
                </a:lnTo>
                <a:lnTo>
                  <a:pt x="1452584" y="1034989"/>
                </a:lnTo>
                <a:lnTo>
                  <a:pt x="1452825" y="1035848"/>
                </a:lnTo>
                <a:lnTo>
                  <a:pt x="1453082" y="1036698"/>
                </a:lnTo>
                <a:lnTo>
                  <a:pt x="1453355" y="1037539"/>
                </a:lnTo>
                <a:lnTo>
                  <a:pt x="1453643" y="1038373"/>
                </a:lnTo>
                <a:lnTo>
                  <a:pt x="1453947" y="1039198"/>
                </a:lnTo>
                <a:lnTo>
                  <a:pt x="1454266" y="1040015"/>
                </a:lnTo>
                <a:lnTo>
                  <a:pt x="1454601" y="1040823"/>
                </a:lnTo>
                <a:lnTo>
                  <a:pt x="1454951" y="1041623"/>
                </a:lnTo>
                <a:lnTo>
                  <a:pt x="1455317" y="1042415"/>
                </a:lnTo>
                <a:lnTo>
                  <a:pt x="1455698" y="1043182"/>
                </a:lnTo>
                <a:lnTo>
                  <a:pt x="1456092" y="1043935"/>
                </a:lnTo>
                <a:lnTo>
                  <a:pt x="1456501" y="1044674"/>
                </a:lnTo>
                <a:lnTo>
                  <a:pt x="1456923" y="1045400"/>
                </a:lnTo>
                <a:lnTo>
                  <a:pt x="1457359" y="1046112"/>
                </a:lnTo>
                <a:lnTo>
                  <a:pt x="1457810" y="1046809"/>
                </a:lnTo>
                <a:lnTo>
                  <a:pt x="1458274" y="1047493"/>
                </a:lnTo>
                <a:lnTo>
                  <a:pt x="1458752" y="1048163"/>
                </a:lnTo>
                <a:lnTo>
                  <a:pt x="1459244" y="1048819"/>
                </a:lnTo>
                <a:lnTo>
                  <a:pt x="1459749" y="1049461"/>
                </a:lnTo>
                <a:lnTo>
                  <a:pt x="1460269" y="1050089"/>
                </a:lnTo>
                <a:lnTo>
                  <a:pt x="1460803" y="1050703"/>
                </a:lnTo>
                <a:lnTo>
                  <a:pt x="1461350" y="1051304"/>
                </a:lnTo>
                <a:lnTo>
                  <a:pt x="1461912" y="1051890"/>
                </a:lnTo>
                <a:lnTo>
                  <a:pt x="1462487" y="1052463"/>
                </a:lnTo>
                <a:lnTo>
                  <a:pt x="1463076" y="1053021"/>
                </a:lnTo>
                <a:lnTo>
                  <a:pt x="1463679" y="1053566"/>
                </a:lnTo>
                <a:lnTo>
                  <a:pt x="1464296" y="1054097"/>
                </a:lnTo>
                <a:lnTo>
                  <a:pt x="1464927" y="1054614"/>
                </a:lnTo>
                <a:lnTo>
                  <a:pt x="1465572" y="1055117"/>
                </a:lnTo>
                <a:lnTo>
                  <a:pt x="1466231" y="1055606"/>
                </a:lnTo>
                <a:lnTo>
                  <a:pt x="1466904" y="1056081"/>
                </a:lnTo>
                <a:lnTo>
                  <a:pt x="1467590" y="1056543"/>
                </a:lnTo>
                <a:lnTo>
                  <a:pt x="1468291" y="1056990"/>
                </a:lnTo>
                <a:lnTo>
                  <a:pt x="1469004" y="1057421"/>
                </a:lnTo>
                <a:lnTo>
                  <a:pt x="1469729" y="1057834"/>
                </a:lnTo>
                <a:lnTo>
                  <a:pt x="1470465" y="1058229"/>
                </a:lnTo>
                <a:lnTo>
                  <a:pt x="1471214" y="1058605"/>
                </a:lnTo>
                <a:lnTo>
                  <a:pt x="1471974" y="1058963"/>
                </a:lnTo>
                <a:lnTo>
                  <a:pt x="1472745" y="1059302"/>
                </a:lnTo>
                <a:lnTo>
                  <a:pt x="1473529" y="1059624"/>
                </a:lnTo>
                <a:lnTo>
                  <a:pt x="1474324" y="1059926"/>
                </a:lnTo>
                <a:lnTo>
                  <a:pt x="1475130" y="1060211"/>
                </a:lnTo>
                <a:lnTo>
                  <a:pt x="1475949" y="1060477"/>
                </a:lnTo>
                <a:lnTo>
                  <a:pt x="1476779" y="1060725"/>
                </a:lnTo>
                <a:lnTo>
                  <a:pt x="1477620" y="1060954"/>
                </a:lnTo>
                <a:lnTo>
                  <a:pt x="1478474" y="1061165"/>
                </a:lnTo>
                <a:lnTo>
                  <a:pt x="1479339" y="1061358"/>
                </a:lnTo>
                <a:lnTo>
                  <a:pt x="1480216" y="1061532"/>
                </a:lnTo>
                <a:lnTo>
                  <a:pt x="1481104" y="1061688"/>
                </a:lnTo>
                <a:lnTo>
                  <a:pt x="1482004" y="1061826"/>
                </a:lnTo>
                <a:lnTo>
                  <a:pt x="1482916" y="1061945"/>
                </a:lnTo>
                <a:lnTo>
                  <a:pt x="1483839" y="1062046"/>
                </a:lnTo>
                <a:lnTo>
                  <a:pt x="1484775" y="1062129"/>
                </a:lnTo>
                <a:lnTo>
                  <a:pt x="1485721" y="1062193"/>
                </a:lnTo>
                <a:lnTo>
                  <a:pt x="1486680" y="1062239"/>
                </a:lnTo>
                <a:lnTo>
                  <a:pt x="1487650" y="1062266"/>
                </a:lnTo>
                <a:lnTo>
                  <a:pt x="1488632" y="1062276"/>
                </a:lnTo>
                <a:lnTo>
                  <a:pt x="1489614" y="1062267"/>
                </a:lnTo>
                <a:lnTo>
                  <a:pt x="1490584" y="1062240"/>
                </a:lnTo>
                <a:lnTo>
                  <a:pt x="1491543" y="1062195"/>
                </a:lnTo>
                <a:lnTo>
                  <a:pt x="1492489" y="1062133"/>
                </a:lnTo>
                <a:lnTo>
                  <a:pt x="1493425" y="1062053"/>
                </a:lnTo>
                <a:lnTo>
                  <a:pt x="1494348" y="1061955"/>
                </a:lnTo>
                <a:lnTo>
                  <a:pt x="1495260" y="1061839"/>
                </a:lnTo>
                <a:close/>
                <a:moveTo>
                  <a:pt x="1483565" y="1050331"/>
                </a:moveTo>
                <a:lnTo>
                  <a:pt x="1482884" y="1050156"/>
                </a:lnTo>
                <a:lnTo>
                  <a:pt x="1482213" y="1049958"/>
                </a:lnTo>
                <a:lnTo>
                  <a:pt x="1481552" y="1049736"/>
                </a:lnTo>
                <a:lnTo>
                  <a:pt x="1480902" y="1049490"/>
                </a:lnTo>
                <a:lnTo>
                  <a:pt x="1480263" y="1049222"/>
                </a:lnTo>
                <a:lnTo>
                  <a:pt x="1479634" y="1048930"/>
                </a:lnTo>
                <a:lnTo>
                  <a:pt x="1479016" y="1048614"/>
                </a:lnTo>
                <a:lnTo>
                  <a:pt x="1478409" y="1048276"/>
                </a:lnTo>
                <a:lnTo>
                  <a:pt x="1477812" y="1047914"/>
                </a:lnTo>
                <a:lnTo>
                  <a:pt x="1477225" y="1047528"/>
                </a:lnTo>
                <a:lnTo>
                  <a:pt x="1476649" y="1047120"/>
                </a:lnTo>
                <a:lnTo>
                  <a:pt x="1476084" y="1046687"/>
                </a:lnTo>
                <a:lnTo>
                  <a:pt x="1475529" y="1046232"/>
                </a:lnTo>
                <a:lnTo>
                  <a:pt x="1474985" y="1045753"/>
                </a:lnTo>
                <a:lnTo>
                  <a:pt x="1474452" y="1045251"/>
                </a:lnTo>
                <a:lnTo>
                  <a:pt x="1473929" y="1044725"/>
                </a:lnTo>
                <a:lnTo>
                  <a:pt x="1473416" y="1044176"/>
                </a:lnTo>
                <a:lnTo>
                  <a:pt x="1472932" y="1043593"/>
                </a:lnTo>
                <a:lnTo>
                  <a:pt x="1472470" y="1042992"/>
                </a:lnTo>
                <a:lnTo>
                  <a:pt x="1472027" y="1042372"/>
                </a:lnTo>
                <a:lnTo>
                  <a:pt x="1471605" y="1041734"/>
                </a:lnTo>
                <a:lnTo>
                  <a:pt x="1471204" y="1041077"/>
                </a:lnTo>
                <a:lnTo>
                  <a:pt x="1470823" y="1040402"/>
                </a:lnTo>
                <a:lnTo>
                  <a:pt x="1470463" y="1039709"/>
                </a:lnTo>
                <a:lnTo>
                  <a:pt x="1470124" y="1038998"/>
                </a:lnTo>
                <a:lnTo>
                  <a:pt x="1469805" y="1038268"/>
                </a:lnTo>
                <a:lnTo>
                  <a:pt x="1469506" y="1037519"/>
                </a:lnTo>
                <a:lnTo>
                  <a:pt x="1469229" y="1036753"/>
                </a:lnTo>
                <a:lnTo>
                  <a:pt x="1468971" y="1035968"/>
                </a:lnTo>
                <a:lnTo>
                  <a:pt x="1468735" y="1035164"/>
                </a:lnTo>
                <a:lnTo>
                  <a:pt x="1468519" y="1034343"/>
                </a:lnTo>
                <a:lnTo>
                  <a:pt x="1468323" y="1033503"/>
                </a:lnTo>
                <a:lnTo>
                  <a:pt x="1468148" y="1032644"/>
                </a:lnTo>
                <a:lnTo>
                  <a:pt x="1467994" y="1031768"/>
                </a:lnTo>
                <a:lnTo>
                  <a:pt x="1467860" y="1030872"/>
                </a:lnTo>
                <a:lnTo>
                  <a:pt x="1467747" y="1029959"/>
                </a:lnTo>
                <a:lnTo>
                  <a:pt x="1467654" y="1029027"/>
                </a:lnTo>
                <a:lnTo>
                  <a:pt x="1467582" y="1028077"/>
                </a:lnTo>
                <a:lnTo>
                  <a:pt x="1467531" y="1027108"/>
                </a:lnTo>
                <a:lnTo>
                  <a:pt x="1467500" y="1026122"/>
                </a:lnTo>
                <a:lnTo>
                  <a:pt x="1467490" y="1025116"/>
                </a:lnTo>
                <a:lnTo>
                  <a:pt x="1467490" y="1014385"/>
                </a:lnTo>
                <a:lnTo>
                  <a:pt x="1467500" y="1013380"/>
                </a:lnTo>
                <a:lnTo>
                  <a:pt x="1467531" y="1012394"/>
                </a:lnTo>
                <a:lnTo>
                  <a:pt x="1467582" y="1011427"/>
                </a:lnTo>
                <a:lnTo>
                  <a:pt x="1467654" y="1010479"/>
                </a:lnTo>
                <a:lnTo>
                  <a:pt x="1467747" y="1009549"/>
                </a:lnTo>
                <a:lnTo>
                  <a:pt x="1467860" y="1008639"/>
                </a:lnTo>
                <a:lnTo>
                  <a:pt x="1467994" y="1007748"/>
                </a:lnTo>
                <a:lnTo>
                  <a:pt x="1468148" y="1006875"/>
                </a:lnTo>
                <a:lnTo>
                  <a:pt x="1468323" y="1006021"/>
                </a:lnTo>
                <a:lnTo>
                  <a:pt x="1468519" y="1005186"/>
                </a:lnTo>
                <a:lnTo>
                  <a:pt x="1468735" y="1004371"/>
                </a:lnTo>
                <a:lnTo>
                  <a:pt x="1468971" y="1003574"/>
                </a:lnTo>
                <a:lnTo>
                  <a:pt x="1469229" y="1002796"/>
                </a:lnTo>
                <a:lnTo>
                  <a:pt x="1469506" y="1002037"/>
                </a:lnTo>
                <a:lnTo>
                  <a:pt x="1469805" y="1001296"/>
                </a:lnTo>
                <a:lnTo>
                  <a:pt x="1470124" y="1000575"/>
                </a:lnTo>
                <a:lnTo>
                  <a:pt x="1470463" y="999873"/>
                </a:lnTo>
                <a:lnTo>
                  <a:pt x="1470823" y="999189"/>
                </a:lnTo>
                <a:lnTo>
                  <a:pt x="1471204" y="998524"/>
                </a:lnTo>
                <a:lnTo>
                  <a:pt x="1471605" y="997879"/>
                </a:lnTo>
                <a:lnTo>
                  <a:pt x="1472027" y="997252"/>
                </a:lnTo>
                <a:lnTo>
                  <a:pt x="1472470" y="996644"/>
                </a:lnTo>
                <a:lnTo>
                  <a:pt x="1472932" y="996055"/>
                </a:lnTo>
                <a:lnTo>
                  <a:pt x="1473416" y="995485"/>
                </a:lnTo>
                <a:lnTo>
                  <a:pt x="1473929" y="994923"/>
                </a:lnTo>
                <a:lnTo>
                  <a:pt x="1474452" y="994385"/>
                </a:lnTo>
                <a:lnTo>
                  <a:pt x="1474985" y="993871"/>
                </a:lnTo>
                <a:lnTo>
                  <a:pt x="1475529" y="993381"/>
                </a:lnTo>
                <a:lnTo>
                  <a:pt x="1476084" y="992914"/>
                </a:lnTo>
                <a:lnTo>
                  <a:pt x="1476649" y="992472"/>
                </a:lnTo>
                <a:lnTo>
                  <a:pt x="1477225" y="992054"/>
                </a:lnTo>
                <a:lnTo>
                  <a:pt x="1477812" y="991659"/>
                </a:lnTo>
                <a:lnTo>
                  <a:pt x="1478409" y="991288"/>
                </a:lnTo>
                <a:lnTo>
                  <a:pt x="1479016" y="990941"/>
                </a:lnTo>
                <a:lnTo>
                  <a:pt x="1479634" y="990619"/>
                </a:lnTo>
                <a:lnTo>
                  <a:pt x="1480263" y="990320"/>
                </a:lnTo>
                <a:lnTo>
                  <a:pt x="1480902" y="990045"/>
                </a:lnTo>
                <a:lnTo>
                  <a:pt x="1481552" y="989794"/>
                </a:lnTo>
                <a:lnTo>
                  <a:pt x="1482213" y="989566"/>
                </a:lnTo>
                <a:lnTo>
                  <a:pt x="1482884" y="989363"/>
                </a:lnTo>
                <a:lnTo>
                  <a:pt x="1483565" y="989184"/>
                </a:lnTo>
                <a:lnTo>
                  <a:pt x="1484257" y="989028"/>
                </a:lnTo>
                <a:lnTo>
                  <a:pt x="1484960" y="988897"/>
                </a:lnTo>
                <a:lnTo>
                  <a:pt x="1485673" y="988789"/>
                </a:lnTo>
                <a:lnTo>
                  <a:pt x="1486397" y="988706"/>
                </a:lnTo>
                <a:lnTo>
                  <a:pt x="1487131" y="988646"/>
                </a:lnTo>
                <a:lnTo>
                  <a:pt x="1487876" y="988610"/>
                </a:lnTo>
                <a:lnTo>
                  <a:pt x="1488632" y="988598"/>
                </a:lnTo>
                <a:lnTo>
                  <a:pt x="1489400" y="988610"/>
                </a:lnTo>
                <a:lnTo>
                  <a:pt x="1490157" y="988646"/>
                </a:lnTo>
                <a:lnTo>
                  <a:pt x="1490902" y="988706"/>
                </a:lnTo>
                <a:lnTo>
                  <a:pt x="1491635" y="988789"/>
                </a:lnTo>
                <a:lnTo>
                  <a:pt x="1492357" y="988897"/>
                </a:lnTo>
                <a:lnTo>
                  <a:pt x="1493067" y="989028"/>
                </a:lnTo>
                <a:lnTo>
                  <a:pt x="1493765" y="989184"/>
                </a:lnTo>
                <a:lnTo>
                  <a:pt x="1494451" y="989363"/>
                </a:lnTo>
                <a:lnTo>
                  <a:pt x="1495126" y="989566"/>
                </a:lnTo>
                <a:lnTo>
                  <a:pt x="1495790" y="989794"/>
                </a:lnTo>
                <a:lnTo>
                  <a:pt x="1496441" y="990045"/>
                </a:lnTo>
                <a:lnTo>
                  <a:pt x="1497081" y="990320"/>
                </a:lnTo>
                <a:lnTo>
                  <a:pt x="1497709" y="990619"/>
                </a:lnTo>
                <a:lnTo>
                  <a:pt x="1498326" y="990941"/>
                </a:lnTo>
                <a:lnTo>
                  <a:pt x="1498930" y="991288"/>
                </a:lnTo>
                <a:lnTo>
                  <a:pt x="1499524" y="991659"/>
                </a:lnTo>
                <a:lnTo>
                  <a:pt x="1500105" y="992054"/>
                </a:lnTo>
                <a:lnTo>
                  <a:pt x="1500675" y="992472"/>
                </a:lnTo>
                <a:lnTo>
                  <a:pt x="1501233" y="992914"/>
                </a:lnTo>
                <a:lnTo>
                  <a:pt x="1501779" y="993381"/>
                </a:lnTo>
                <a:lnTo>
                  <a:pt x="1502314" y="993871"/>
                </a:lnTo>
                <a:lnTo>
                  <a:pt x="1502837" y="994385"/>
                </a:lnTo>
                <a:lnTo>
                  <a:pt x="1503348" y="994923"/>
                </a:lnTo>
                <a:lnTo>
                  <a:pt x="1503848" y="995485"/>
                </a:lnTo>
                <a:lnTo>
                  <a:pt x="1504332" y="996055"/>
                </a:lnTo>
                <a:lnTo>
                  <a:pt x="1504795" y="996644"/>
                </a:lnTo>
                <a:lnTo>
                  <a:pt x="1505237" y="997252"/>
                </a:lnTo>
                <a:lnTo>
                  <a:pt x="1505659" y="997879"/>
                </a:lnTo>
                <a:lnTo>
                  <a:pt x="1506060" y="998524"/>
                </a:lnTo>
                <a:lnTo>
                  <a:pt x="1506441" y="999189"/>
                </a:lnTo>
                <a:lnTo>
                  <a:pt x="1506801" y="999873"/>
                </a:lnTo>
                <a:lnTo>
                  <a:pt x="1507140" y="1000575"/>
                </a:lnTo>
                <a:lnTo>
                  <a:pt x="1507459" y="1001296"/>
                </a:lnTo>
                <a:lnTo>
                  <a:pt x="1507758" y="1002037"/>
                </a:lnTo>
                <a:lnTo>
                  <a:pt x="1508036" y="1002796"/>
                </a:lnTo>
                <a:lnTo>
                  <a:pt x="1508293" y="1003574"/>
                </a:lnTo>
                <a:lnTo>
                  <a:pt x="1508529" y="1004371"/>
                </a:lnTo>
                <a:lnTo>
                  <a:pt x="1508746" y="1005186"/>
                </a:lnTo>
                <a:lnTo>
                  <a:pt x="1508941" y="1006021"/>
                </a:lnTo>
                <a:lnTo>
                  <a:pt x="1509116" y="1006875"/>
                </a:lnTo>
                <a:lnTo>
                  <a:pt x="1509270" y="1007748"/>
                </a:lnTo>
                <a:lnTo>
                  <a:pt x="1509404" y="1008639"/>
                </a:lnTo>
                <a:lnTo>
                  <a:pt x="1509517" y="1009549"/>
                </a:lnTo>
                <a:lnTo>
                  <a:pt x="1509610" y="1010479"/>
                </a:lnTo>
                <a:lnTo>
                  <a:pt x="1509682" y="1011427"/>
                </a:lnTo>
                <a:lnTo>
                  <a:pt x="1509733" y="1012394"/>
                </a:lnTo>
                <a:lnTo>
                  <a:pt x="1509764" y="1013380"/>
                </a:lnTo>
                <a:lnTo>
                  <a:pt x="1509774" y="1014385"/>
                </a:lnTo>
                <a:lnTo>
                  <a:pt x="1509774" y="1025116"/>
                </a:lnTo>
                <a:lnTo>
                  <a:pt x="1509764" y="1026122"/>
                </a:lnTo>
                <a:lnTo>
                  <a:pt x="1509733" y="1027108"/>
                </a:lnTo>
                <a:lnTo>
                  <a:pt x="1509682" y="1028077"/>
                </a:lnTo>
                <a:lnTo>
                  <a:pt x="1509610" y="1029027"/>
                </a:lnTo>
                <a:lnTo>
                  <a:pt x="1509517" y="1029959"/>
                </a:lnTo>
                <a:lnTo>
                  <a:pt x="1509404" y="1030872"/>
                </a:lnTo>
                <a:lnTo>
                  <a:pt x="1509270" y="1031768"/>
                </a:lnTo>
                <a:lnTo>
                  <a:pt x="1509116" y="1032644"/>
                </a:lnTo>
                <a:lnTo>
                  <a:pt x="1508941" y="1033503"/>
                </a:lnTo>
                <a:lnTo>
                  <a:pt x="1508746" y="1034343"/>
                </a:lnTo>
                <a:lnTo>
                  <a:pt x="1508529" y="1035164"/>
                </a:lnTo>
                <a:lnTo>
                  <a:pt x="1508293" y="1035968"/>
                </a:lnTo>
                <a:lnTo>
                  <a:pt x="1508036" y="1036753"/>
                </a:lnTo>
                <a:lnTo>
                  <a:pt x="1507758" y="1037519"/>
                </a:lnTo>
                <a:lnTo>
                  <a:pt x="1507459" y="1038268"/>
                </a:lnTo>
                <a:lnTo>
                  <a:pt x="1507140" y="1038998"/>
                </a:lnTo>
                <a:lnTo>
                  <a:pt x="1506801" y="1039709"/>
                </a:lnTo>
                <a:lnTo>
                  <a:pt x="1506441" y="1040402"/>
                </a:lnTo>
                <a:lnTo>
                  <a:pt x="1506060" y="1041077"/>
                </a:lnTo>
                <a:lnTo>
                  <a:pt x="1505659" y="1041734"/>
                </a:lnTo>
                <a:lnTo>
                  <a:pt x="1505237" y="1042372"/>
                </a:lnTo>
                <a:lnTo>
                  <a:pt x="1504795" y="1042992"/>
                </a:lnTo>
                <a:lnTo>
                  <a:pt x="1504332" y="1043593"/>
                </a:lnTo>
                <a:lnTo>
                  <a:pt x="1503848" y="1044176"/>
                </a:lnTo>
                <a:lnTo>
                  <a:pt x="1503348" y="1044725"/>
                </a:lnTo>
                <a:lnTo>
                  <a:pt x="1502837" y="1045251"/>
                </a:lnTo>
                <a:lnTo>
                  <a:pt x="1502314" y="1045753"/>
                </a:lnTo>
                <a:lnTo>
                  <a:pt x="1501779" y="1046232"/>
                </a:lnTo>
                <a:lnTo>
                  <a:pt x="1501233" y="1046687"/>
                </a:lnTo>
                <a:lnTo>
                  <a:pt x="1500675" y="1047120"/>
                </a:lnTo>
                <a:lnTo>
                  <a:pt x="1500105" y="1047528"/>
                </a:lnTo>
                <a:lnTo>
                  <a:pt x="1499524" y="1047914"/>
                </a:lnTo>
                <a:lnTo>
                  <a:pt x="1498930" y="1048276"/>
                </a:lnTo>
                <a:lnTo>
                  <a:pt x="1498326" y="1048614"/>
                </a:lnTo>
                <a:lnTo>
                  <a:pt x="1497709" y="1048930"/>
                </a:lnTo>
                <a:lnTo>
                  <a:pt x="1497081" y="1049222"/>
                </a:lnTo>
                <a:lnTo>
                  <a:pt x="1496441" y="1049490"/>
                </a:lnTo>
                <a:lnTo>
                  <a:pt x="1495790" y="1049736"/>
                </a:lnTo>
                <a:lnTo>
                  <a:pt x="1495126" y="1049958"/>
                </a:lnTo>
                <a:lnTo>
                  <a:pt x="1494451" y="1050156"/>
                </a:lnTo>
                <a:lnTo>
                  <a:pt x="1493765" y="1050331"/>
                </a:lnTo>
                <a:lnTo>
                  <a:pt x="1493067" y="1050483"/>
                </a:lnTo>
                <a:lnTo>
                  <a:pt x="1492357" y="1050612"/>
                </a:lnTo>
                <a:lnTo>
                  <a:pt x="1491635" y="1050717"/>
                </a:lnTo>
                <a:lnTo>
                  <a:pt x="1490902" y="1050798"/>
                </a:lnTo>
                <a:lnTo>
                  <a:pt x="1490157" y="1050857"/>
                </a:lnTo>
                <a:lnTo>
                  <a:pt x="1489400" y="1050892"/>
                </a:lnTo>
                <a:lnTo>
                  <a:pt x="1488632" y="1050904"/>
                </a:lnTo>
                <a:lnTo>
                  <a:pt x="1487876" y="1050892"/>
                </a:lnTo>
                <a:lnTo>
                  <a:pt x="1487131" y="1050857"/>
                </a:lnTo>
                <a:lnTo>
                  <a:pt x="1486397" y="1050798"/>
                </a:lnTo>
                <a:lnTo>
                  <a:pt x="1485673" y="1050717"/>
                </a:lnTo>
                <a:lnTo>
                  <a:pt x="1484960" y="1050612"/>
                </a:lnTo>
                <a:lnTo>
                  <a:pt x="1484257" y="1050483"/>
                </a:lnTo>
                <a:lnTo>
                  <a:pt x="1483565" y="1050331"/>
                </a:lnTo>
                <a:close/>
                <a:moveTo>
                  <a:pt x="1879415" y="1061839"/>
                </a:moveTo>
                <a:lnTo>
                  <a:pt x="1880315" y="1061706"/>
                </a:lnTo>
                <a:lnTo>
                  <a:pt x="1881203" y="1061555"/>
                </a:lnTo>
                <a:lnTo>
                  <a:pt x="1882080" y="1061386"/>
                </a:lnTo>
                <a:lnTo>
                  <a:pt x="1882945" y="1061199"/>
                </a:lnTo>
                <a:lnTo>
                  <a:pt x="1883799" y="1060994"/>
                </a:lnTo>
                <a:lnTo>
                  <a:pt x="1884640" y="1060772"/>
                </a:lnTo>
                <a:lnTo>
                  <a:pt x="1885470" y="1060531"/>
                </a:lnTo>
                <a:lnTo>
                  <a:pt x="1886289" y="1060273"/>
                </a:lnTo>
                <a:lnTo>
                  <a:pt x="1887096" y="1059998"/>
                </a:lnTo>
                <a:lnTo>
                  <a:pt x="1887891" y="1059704"/>
                </a:lnTo>
                <a:lnTo>
                  <a:pt x="1888674" y="1059392"/>
                </a:lnTo>
                <a:lnTo>
                  <a:pt x="1889446" y="1059063"/>
                </a:lnTo>
                <a:lnTo>
                  <a:pt x="1890206" y="1058716"/>
                </a:lnTo>
                <a:lnTo>
                  <a:pt x="1890954" y="1058351"/>
                </a:lnTo>
                <a:lnTo>
                  <a:pt x="1891690" y="1057969"/>
                </a:lnTo>
                <a:lnTo>
                  <a:pt x="1892415" y="1057568"/>
                </a:lnTo>
                <a:lnTo>
                  <a:pt x="1893129" y="1057150"/>
                </a:lnTo>
                <a:lnTo>
                  <a:pt x="1893829" y="1056703"/>
                </a:lnTo>
                <a:lnTo>
                  <a:pt x="1894516" y="1056241"/>
                </a:lnTo>
                <a:lnTo>
                  <a:pt x="1895188" y="1055766"/>
                </a:lnTo>
                <a:lnTo>
                  <a:pt x="1895847" y="1055277"/>
                </a:lnTo>
                <a:lnTo>
                  <a:pt x="1896492" y="1054774"/>
                </a:lnTo>
                <a:lnTo>
                  <a:pt x="1897123" y="1054257"/>
                </a:lnTo>
                <a:lnTo>
                  <a:pt x="1897740" y="1053726"/>
                </a:lnTo>
                <a:lnTo>
                  <a:pt x="1898343" y="1053182"/>
                </a:lnTo>
                <a:lnTo>
                  <a:pt x="1898932" y="1052623"/>
                </a:lnTo>
                <a:lnTo>
                  <a:pt x="1899508" y="1052050"/>
                </a:lnTo>
                <a:lnTo>
                  <a:pt x="1900069" y="1051464"/>
                </a:lnTo>
                <a:lnTo>
                  <a:pt x="1900616" y="1050864"/>
                </a:lnTo>
                <a:lnTo>
                  <a:pt x="1901150" y="1050249"/>
                </a:lnTo>
                <a:lnTo>
                  <a:pt x="1901670" y="1049621"/>
                </a:lnTo>
                <a:lnTo>
                  <a:pt x="1902176" y="1048979"/>
                </a:lnTo>
                <a:lnTo>
                  <a:pt x="1902667" y="1048323"/>
                </a:lnTo>
                <a:lnTo>
                  <a:pt x="1903145" y="1047653"/>
                </a:lnTo>
                <a:lnTo>
                  <a:pt x="1903610" y="1046969"/>
                </a:lnTo>
                <a:lnTo>
                  <a:pt x="1904060" y="1046272"/>
                </a:lnTo>
                <a:lnTo>
                  <a:pt x="1904496" y="1045560"/>
                </a:lnTo>
                <a:lnTo>
                  <a:pt x="1904918" y="1044835"/>
                </a:lnTo>
                <a:lnTo>
                  <a:pt x="1905327" y="1044095"/>
                </a:lnTo>
                <a:lnTo>
                  <a:pt x="1905721" y="1043342"/>
                </a:lnTo>
                <a:lnTo>
                  <a:pt x="1906102" y="1042575"/>
                </a:lnTo>
                <a:lnTo>
                  <a:pt x="1906468" y="1041796"/>
                </a:lnTo>
                <a:lnTo>
                  <a:pt x="1906818" y="1041007"/>
                </a:lnTo>
                <a:lnTo>
                  <a:pt x="1907153" y="1040207"/>
                </a:lnTo>
                <a:lnTo>
                  <a:pt x="1907472" y="1039398"/>
                </a:lnTo>
                <a:lnTo>
                  <a:pt x="1907776" y="1038579"/>
                </a:lnTo>
                <a:lnTo>
                  <a:pt x="1908064" y="1037750"/>
                </a:lnTo>
                <a:lnTo>
                  <a:pt x="1908337" y="1036911"/>
                </a:lnTo>
                <a:lnTo>
                  <a:pt x="1908594" y="1036061"/>
                </a:lnTo>
                <a:lnTo>
                  <a:pt x="1908835" y="1035202"/>
                </a:lnTo>
                <a:lnTo>
                  <a:pt x="1909061" y="1034333"/>
                </a:lnTo>
                <a:lnTo>
                  <a:pt x="1909271" y="1033454"/>
                </a:lnTo>
                <a:lnTo>
                  <a:pt x="1909466" y="1032564"/>
                </a:lnTo>
                <a:lnTo>
                  <a:pt x="1909645" y="1031665"/>
                </a:lnTo>
                <a:lnTo>
                  <a:pt x="1909808" y="1030756"/>
                </a:lnTo>
                <a:lnTo>
                  <a:pt x="1909956" y="1029836"/>
                </a:lnTo>
                <a:lnTo>
                  <a:pt x="1910089" y="1028907"/>
                </a:lnTo>
                <a:lnTo>
                  <a:pt x="1910205" y="1027968"/>
                </a:lnTo>
                <a:lnTo>
                  <a:pt x="1910307" y="1027018"/>
                </a:lnTo>
                <a:lnTo>
                  <a:pt x="1910392" y="1026059"/>
                </a:lnTo>
                <a:lnTo>
                  <a:pt x="1910462" y="1025090"/>
                </a:lnTo>
                <a:lnTo>
                  <a:pt x="1910517" y="1024110"/>
                </a:lnTo>
                <a:lnTo>
                  <a:pt x="1910556" y="1023121"/>
                </a:lnTo>
                <a:lnTo>
                  <a:pt x="1910579" y="1022122"/>
                </a:lnTo>
                <a:lnTo>
                  <a:pt x="1910587" y="1021112"/>
                </a:lnTo>
                <a:lnTo>
                  <a:pt x="1910587" y="1018389"/>
                </a:lnTo>
                <a:lnTo>
                  <a:pt x="1910579" y="1017393"/>
                </a:lnTo>
                <a:lnTo>
                  <a:pt x="1910556" y="1016406"/>
                </a:lnTo>
                <a:lnTo>
                  <a:pt x="1910517" y="1015429"/>
                </a:lnTo>
                <a:lnTo>
                  <a:pt x="1910462" y="1014461"/>
                </a:lnTo>
                <a:lnTo>
                  <a:pt x="1910392" y="1013502"/>
                </a:lnTo>
                <a:lnTo>
                  <a:pt x="1910307" y="1012553"/>
                </a:lnTo>
                <a:lnTo>
                  <a:pt x="1910205" y="1011614"/>
                </a:lnTo>
                <a:lnTo>
                  <a:pt x="1910089" y="1010683"/>
                </a:lnTo>
                <a:lnTo>
                  <a:pt x="1909956" y="1009763"/>
                </a:lnTo>
                <a:lnTo>
                  <a:pt x="1909808" y="1008851"/>
                </a:lnTo>
                <a:lnTo>
                  <a:pt x="1909645" y="1007950"/>
                </a:lnTo>
                <a:lnTo>
                  <a:pt x="1909466" y="1007057"/>
                </a:lnTo>
                <a:lnTo>
                  <a:pt x="1909271" y="1006174"/>
                </a:lnTo>
                <a:lnTo>
                  <a:pt x="1909061" y="1005301"/>
                </a:lnTo>
                <a:lnTo>
                  <a:pt x="1908835" y="1004437"/>
                </a:lnTo>
                <a:lnTo>
                  <a:pt x="1908594" y="1003583"/>
                </a:lnTo>
                <a:lnTo>
                  <a:pt x="1908337" y="1002738"/>
                </a:lnTo>
                <a:lnTo>
                  <a:pt x="1908064" y="1001902"/>
                </a:lnTo>
                <a:lnTo>
                  <a:pt x="1907776" y="1001076"/>
                </a:lnTo>
                <a:lnTo>
                  <a:pt x="1907472" y="1000259"/>
                </a:lnTo>
                <a:lnTo>
                  <a:pt x="1907153" y="999452"/>
                </a:lnTo>
                <a:lnTo>
                  <a:pt x="1906818" y="998654"/>
                </a:lnTo>
                <a:lnTo>
                  <a:pt x="1906468" y="997866"/>
                </a:lnTo>
                <a:lnTo>
                  <a:pt x="1906102" y="997087"/>
                </a:lnTo>
                <a:lnTo>
                  <a:pt x="1905721" y="996320"/>
                </a:lnTo>
                <a:lnTo>
                  <a:pt x="1905327" y="995566"/>
                </a:lnTo>
                <a:lnTo>
                  <a:pt x="1904918" y="994827"/>
                </a:lnTo>
                <a:lnTo>
                  <a:pt x="1904496" y="994101"/>
                </a:lnTo>
                <a:lnTo>
                  <a:pt x="1904060" y="993390"/>
                </a:lnTo>
                <a:lnTo>
                  <a:pt x="1903610" y="992692"/>
                </a:lnTo>
                <a:lnTo>
                  <a:pt x="1903145" y="992008"/>
                </a:lnTo>
                <a:lnTo>
                  <a:pt x="1902667" y="991339"/>
                </a:lnTo>
                <a:lnTo>
                  <a:pt x="1902176" y="990683"/>
                </a:lnTo>
                <a:lnTo>
                  <a:pt x="1901670" y="990040"/>
                </a:lnTo>
                <a:lnTo>
                  <a:pt x="1901150" y="989412"/>
                </a:lnTo>
                <a:lnTo>
                  <a:pt x="1900616" y="988798"/>
                </a:lnTo>
                <a:lnTo>
                  <a:pt x="1900069" y="988198"/>
                </a:lnTo>
                <a:lnTo>
                  <a:pt x="1899508" y="987611"/>
                </a:lnTo>
                <a:lnTo>
                  <a:pt x="1898932" y="987039"/>
                </a:lnTo>
                <a:lnTo>
                  <a:pt x="1898343" y="986480"/>
                </a:lnTo>
                <a:lnTo>
                  <a:pt x="1897740" y="985935"/>
                </a:lnTo>
                <a:lnTo>
                  <a:pt x="1897123" y="985404"/>
                </a:lnTo>
                <a:lnTo>
                  <a:pt x="1896492" y="984888"/>
                </a:lnTo>
                <a:lnTo>
                  <a:pt x="1895847" y="984385"/>
                </a:lnTo>
                <a:lnTo>
                  <a:pt x="1895188" y="983895"/>
                </a:lnTo>
                <a:lnTo>
                  <a:pt x="1894516" y="983420"/>
                </a:lnTo>
                <a:lnTo>
                  <a:pt x="1893829" y="982959"/>
                </a:lnTo>
                <a:lnTo>
                  <a:pt x="1893129" y="982511"/>
                </a:lnTo>
                <a:lnTo>
                  <a:pt x="1892415" y="982080"/>
                </a:lnTo>
                <a:lnTo>
                  <a:pt x="1891689" y="981667"/>
                </a:lnTo>
                <a:lnTo>
                  <a:pt x="1890951" y="981273"/>
                </a:lnTo>
                <a:lnTo>
                  <a:pt x="1890201" y="980896"/>
                </a:lnTo>
                <a:lnTo>
                  <a:pt x="1889439" y="980539"/>
                </a:lnTo>
                <a:lnTo>
                  <a:pt x="1888664" y="980199"/>
                </a:lnTo>
                <a:lnTo>
                  <a:pt x="1887877" y="979878"/>
                </a:lnTo>
                <a:lnTo>
                  <a:pt x="1887078" y="979575"/>
                </a:lnTo>
                <a:lnTo>
                  <a:pt x="1886266" y="979291"/>
                </a:lnTo>
                <a:lnTo>
                  <a:pt x="1885443" y="979024"/>
                </a:lnTo>
                <a:lnTo>
                  <a:pt x="1884607" y="978777"/>
                </a:lnTo>
                <a:lnTo>
                  <a:pt x="1883759" y="978547"/>
                </a:lnTo>
                <a:lnTo>
                  <a:pt x="1882898" y="978336"/>
                </a:lnTo>
                <a:lnTo>
                  <a:pt x="1882026" y="978144"/>
                </a:lnTo>
                <a:lnTo>
                  <a:pt x="1881141" y="977969"/>
                </a:lnTo>
                <a:lnTo>
                  <a:pt x="1880244" y="977813"/>
                </a:lnTo>
                <a:lnTo>
                  <a:pt x="1879335" y="977676"/>
                </a:lnTo>
                <a:lnTo>
                  <a:pt x="1878413" y="977556"/>
                </a:lnTo>
                <a:lnTo>
                  <a:pt x="1877479" y="977455"/>
                </a:lnTo>
                <a:lnTo>
                  <a:pt x="1876533" y="977373"/>
                </a:lnTo>
                <a:lnTo>
                  <a:pt x="1875575" y="977308"/>
                </a:lnTo>
                <a:lnTo>
                  <a:pt x="1874605" y="977263"/>
                </a:lnTo>
                <a:lnTo>
                  <a:pt x="1873622" y="977235"/>
                </a:lnTo>
                <a:lnTo>
                  <a:pt x="1872627" y="977226"/>
                </a:lnTo>
                <a:lnTo>
                  <a:pt x="1871658" y="977235"/>
                </a:lnTo>
                <a:lnTo>
                  <a:pt x="1870700" y="977263"/>
                </a:lnTo>
                <a:lnTo>
                  <a:pt x="1869754" y="977308"/>
                </a:lnTo>
                <a:lnTo>
                  <a:pt x="1868818" y="977373"/>
                </a:lnTo>
                <a:lnTo>
                  <a:pt x="1867894" y="977455"/>
                </a:lnTo>
                <a:lnTo>
                  <a:pt x="1866981" y="977556"/>
                </a:lnTo>
                <a:lnTo>
                  <a:pt x="1866079" y="977676"/>
                </a:lnTo>
                <a:lnTo>
                  <a:pt x="1865188" y="977813"/>
                </a:lnTo>
                <a:lnTo>
                  <a:pt x="1864308" y="977969"/>
                </a:lnTo>
                <a:lnTo>
                  <a:pt x="1863439" y="978144"/>
                </a:lnTo>
                <a:lnTo>
                  <a:pt x="1862582" y="978336"/>
                </a:lnTo>
                <a:lnTo>
                  <a:pt x="1861735" y="978547"/>
                </a:lnTo>
                <a:lnTo>
                  <a:pt x="1860900" y="978777"/>
                </a:lnTo>
                <a:lnTo>
                  <a:pt x="1860076" y="979024"/>
                </a:lnTo>
                <a:lnTo>
                  <a:pt x="1859263" y="979291"/>
                </a:lnTo>
                <a:lnTo>
                  <a:pt x="1858461" y="979575"/>
                </a:lnTo>
                <a:lnTo>
                  <a:pt x="1857670" y="979878"/>
                </a:lnTo>
                <a:lnTo>
                  <a:pt x="1856890" y="980199"/>
                </a:lnTo>
                <a:lnTo>
                  <a:pt x="1856122" y="980539"/>
                </a:lnTo>
                <a:lnTo>
                  <a:pt x="1855364" y="980896"/>
                </a:lnTo>
                <a:lnTo>
                  <a:pt x="1854618" y="981273"/>
                </a:lnTo>
                <a:lnTo>
                  <a:pt x="1853883" y="981667"/>
                </a:lnTo>
                <a:lnTo>
                  <a:pt x="1853159" y="982080"/>
                </a:lnTo>
                <a:lnTo>
                  <a:pt x="1852446" y="982511"/>
                </a:lnTo>
                <a:lnTo>
                  <a:pt x="1851745" y="982946"/>
                </a:lnTo>
                <a:lnTo>
                  <a:pt x="1851059" y="983395"/>
                </a:lnTo>
                <a:lnTo>
                  <a:pt x="1850386" y="983858"/>
                </a:lnTo>
                <a:lnTo>
                  <a:pt x="1849727" y="984336"/>
                </a:lnTo>
                <a:lnTo>
                  <a:pt x="1849082" y="984828"/>
                </a:lnTo>
                <a:lnTo>
                  <a:pt x="1848451" y="985334"/>
                </a:lnTo>
                <a:lnTo>
                  <a:pt x="1847834" y="985856"/>
                </a:lnTo>
                <a:lnTo>
                  <a:pt x="1847231" y="986391"/>
                </a:lnTo>
                <a:lnTo>
                  <a:pt x="1846642" y="986941"/>
                </a:lnTo>
                <a:lnTo>
                  <a:pt x="1846067" y="987506"/>
                </a:lnTo>
                <a:lnTo>
                  <a:pt x="1845505" y="988085"/>
                </a:lnTo>
                <a:lnTo>
                  <a:pt x="1844958" y="988678"/>
                </a:lnTo>
                <a:lnTo>
                  <a:pt x="1844424" y="989286"/>
                </a:lnTo>
                <a:lnTo>
                  <a:pt x="1843904" y="989908"/>
                </a:lnTo>
                <a:lnTo>
                  <a:pt x="1843399" y="990545"/>
                </a:lnTo>
                <a:lnTo>
                  <a:pt x="1842907" y="991196"/>
                </a:lnTo>
                <a:lnTo>
                  <a:pt x="1842429" y="991862"/>
                </a:lnTo>
                <a:lnTo>
                  <a:pt x="1841965" y="992542"/>
                </a:lnTo>
                <a:lnTo>
                  <a:pt x="1841514" y="993237"/>
                </a:lnTo>
                <a:lnTo>
                  <a:pt x="1841078" y="993946"/>
                </a:lnTo>
                <a:lnTo>
                  <a:pt x="1840656" y="994669"/>
                </a:lnTo>
                <a:lnTo>
                  <a:pt x="1840247" y="995407"/>
                </a:lnTo>
                <a:lnTo>
                  <a:pt x="1839853" y="996160"/>
                </a:lnTo>
                <a:lnTo>
                  <a:pt x="1839472" y="996927"/>
                </a:lnTo>
                <a:lnTo>
                  <a:pt x="1839106" y="997706"/>
                </a:lnTo>
                <a:lnTo>
                  <a:pt x="1838756" y="998495"/>
                </a:lnTo>
                <a:lnTo>
                  <a:pt x="1838421" y="999294"/>
                </a:lnTo>
                <a:lnTo>
                  <a:pt x="1838102" y="1000103"/>
                </a:lnTo>
                <a:lnTo>
                  <a:pt x="1837798" y="1000923"/>
                </a:lnTo>
                <a:lnTo>
                  <a:pt x="1837510" y="1001752"/>
                </a:lnTo>
                <a:lnTo>
                  <a:pt x="1837237" y="1002591"/>
                </a:lnTo>
                <a:lnTo>
                  <a:pt x="1836980" y="1003440"/>
                </a:lnTo>
                <a:lnTo>
                  <a:pt x="1836739" y="1004299"/>
                </a:lnTo>
                <a:lnTo>
                  <a:pt x="1836513" y="1005169"/>
                </a:lnTo>
                <a:lnTo>
                  <a:pt x="1836303" y="1006048"/>
                </a:lnTo>
                <a:lnTo>
                  <a:pt x="1836108" y="1006937"/>
                </a:lnTo>
                <a:lnTo>
                  <a:pt x="1835929" y="1007836"/>
                </a:lnTo>
                <a:lnTo>
                  <a:pt x="1835766" y="1008746"/>
                </a:lnTo>
                <a:lnTo>
                  <a:pt x="1835618" y="1009665"/>
                </a:lnTo>
                <a:lnTo>
                  <a:pt x="1835485" y="1010594"/>
                </a:lnTo>
                <a:lnTo>
                  <a:pt x="1835369" y="1011534"/>
                </a:lnTo>
                <a:lnTo>
                  <a:pt x="1835267" y="1012483"/>
                </a:lnTo>
                <a:lnTo>
                  <a:pt x="1835182" y="1013442"/>
                </a:lnTo>
                <a:lnTo>
                  <a:pt x="1835112" y="1014412"/>
                </a:lnTo>
                <a:lnTo>
                  <a:pt x="1835057" y="1015391"/>
                </a:lnTo>
                <a:lnTo>
                  <a:pt x="1835018" y="1016381"/>
                </a:lnTo>
                <a:lnTo>
                  <a:pt x="1834995" y="1017380"/>
                </a:lnTo>
                <a:lnTo>
                  <a:pt x="1834987" y="1018389"/>
                </a:lnTo>
                <a:lnTo>
                  <a:pt x="1834987" y="1021112"/>
                </a:lnTo>
                <a:lnTo>
                  <a:pt x="1834995" y="1022096"/>
                </a:lnTo>
                <a:lnTo>
                  <a:pt x="1835018" y="1023071"/>
                </a:lnTo>
                <a:lnTo>
                  <a:pt x="1835057" y="1024038"/>
                </a:lnTo>
                <a:lnTo>
                  <a:pt x="1835112" y="1024996"/>
                </a:lnTo>
                <a:lnTo>
                  <a:pt x="1835182" y="1025946"/>
                </a:lnTo>
                <a:lnTo>
                  <a:pt x="1835267" y="1026888"/>
                </a:lnTo>
                <a:lnTo>
                  <a:pt x="1835369" y="1027822"/>
                </a:lnTo>
                <a:lnTo>
                  <a:pt x="1835485" y="1028747"/>
                </a:lnTo>
                <a:lnTo>
                  <a:pt x="1835618" y="1029664"/>
                </a:lnTo>
                <a:lnTo>
                  <a:pt x="1835766" y="1030572"/>
                </a:lnTo>
                <a:lnTo>
                  <a:pt x="1835929" y="1031472"/>
                </a:lnTo>
                <a:lnTo>
                  <a:pt x="1836108" y="1032364"/>
                </a:lnTo>
                <a:lnTo>
                  <a:pt x="1836303" y="1033247"/>
                </a:lnTo>
                <a:lnTo>
                  <a:pt x="1836513" y="1034123"/>
                </a:lnTo>
                <a:lnTo>
                  <a:pt x="1836739" y="1034989"/>
                </a:lnTo>
                <a:lnTo>
                  <a:pt x="1836980" y="1035848"/>
                </a:lnTo>
                <a:lnTo>
                  <a:pt x="1837237" y="1036698"/>
                </a:lnTo>
                <a:lnTo>
                  <a:pt x="1837510" y="1037539"/>
                </a:lnTo>
                <a:lnTo>
                  <a:pt x="1837798" y="1038373"/>
                </a:lnTo>
                <a:lnTo>
                  <a:pt x="1838102" y="1039198"/>
                </a:lnTo>
                <a:lnTo>
                  <a:pt x="1838421" y="1040015"/>
                </a:lnTo>
                <a:lnTo>
                  <a:pt x="1838756" y="1040823"/>
                </a:lnTo>
                <a:lnTo>
                  <a:pt x="1839106" y="1041623"/>
                </a:lnTo>
                <a:lnTo>
                  <a:pt x="1839472" y="1042415"/>
                </a:lnTo>
                <a:lnTo>
                  <a:pt x="1839853" y="1043182"/>
                </a:lnTo>
                <a:lnTo>
                  <a:pt x="1840247" y="1043935"/>
                </a:lnTo>
                <a:lnTo>
                  <a:pt x="1840656" y="1044674"/>
                </a:lnTo>
                <a:lnTo>
                  <a:pt x="1841078" y="1045400"/>
                </a:lnTo>
                <a:lnTo>
                  <a:pt x="1841514" y="1046112"/>
                </a:lnTo>
                <a:lnTo>
                  <a:pt x="1841965" y="1046809"/>
                </a:lnTo>
                <a:lnTo>
                  <a:pt x="1842429" y="1047493"/>
                </a:lnTo>
                <a:lnTo>
                  <a:pt x="1842907" y="1048163"/>
                </a:lnTo>
                <a:lnTo>
                  <a:pt x="1843399" y="1048819"/>
                </a:lnTo>
                <a:lnTo>
                  <a:pt x="1843904" y="1049461"/>
                </a:lnTo>
                <a:lnTo>
                  <a:pt x="1844424" y="1050089"/>
                </a:lnTo>
                <a:lnTo>
                  <a:pt x="1844958" y="1050703"/>
                </a:lnTo>
                <a:lnTo>
                  <a:pt x="1845505" y="1051304"/>
                </a:lnTo>
                <a:lnTo>
                  <a:pt x="1846067" y="1051890"/>
                </a:lnTo>
                <a:lnTo>
                  <a:pt x="1846642" y="1052463"/>
                </a:lnTo>
                <a:lnTo>
                  <a:pt x="1847231" y="1053021"/>
                </a:lnTo>
                <a:lnTo>
                  <a:pt x="1847834" y="1053566"/>
                </a:lnTo>
                <a:lnTo>
                  <a:pt x="1848451" y="1054097"/>
                </a:lnTo>
                <a:lnTo>
                  <a:pt x="1849082" y="1054614"/>
                </a:lnTo>
                <a:lnTo>
                  <a:pt x="1849727" y="1055117"/>
                </a:lnTo>
                <a:lnTo>
                  <a:pt x="1850386" y="1055606"/>
                </a:lnTo>
                <a:lnTo>
                  <a:pt x="1851059" y="1056081"/>
                </a:lnTo>
                <a:lnTo>
                  <a:pt x="1851745" y="1056543"/>
                </a:lnTo>
                <a:lnTo>
                  <a:pt x="1852446" y="1056990"/>
                </a:lnTo>
                <a:lnTo>
                  <a:pt x="1853159" y="1057421"/>
                </a:lnTo>
                <a:lnTo>
                  <a:pt x="1853884" y="1057834"/>
                </a:lnTo>
                <a:lnTo>
                  <a:pt x="1854620" y="1058229"/>
                </a:lnTo>
                <a:lnTo>
                  <a:pt x="1855369" y="1058605"/>
                </a:lnTo>
                <a:lnTo>
                  <a:pt x="1856129" y="1058963"/>
                </a:lnTo>
                <a:lnTo>
                  <a:pt x="1856900" y="1059302"/>
                </a:lnTo>
                <a:lnTo>
                  <a:pt x="1857684" y="1059624"/>
                </a:lnTo>
                <a:lnTo>
                  <a:pt x="1858479" y="1059926"/>
                </a:lnTo>
                <a:lnTo>
                  <a:pt x="1859285" y="1060211"/>
                </a:lnTo>
                <a:lnTo>
                  <a:pt x="1860104" y="1060477"/>
                </a:lnTo>
                <a:lnTo>
                  <a:pt x="1860934" y="1060725"/>
                </a:lnTo>
                <a:lnTo>
                  <a:pt x="1861775" y="1060954"/>
                </a:lnTo>
                <a:lnTo>
                  <a:pt x="1862629" y="1061165"/>
                </a:lnTo>
                <a:lnTo>
                  <a:pt x="1863494" y="1061358"/>
                </a:lnTo>
                <a:lnTo>
                  <a:pt x="1864371" y="1061532"/>
                </a:lnTo>
                <a:lnTo>
                  <a:pt x="1865259" y="1061688"/>
                </a:lnTo>
                <a:lnTo>
                  <a:pt x="1866159" y="1061826"/>
                </a:lnTo>
                <a:lnTo>
                  <a:pt x="1867071" y="1061945"/>
                </a:lnTo>
                <a:lnTo>
                  <a:pt x="1867994" y="1062046"/>
                </a:lnTo>
                <a:lnTo>
                  <a:pt x="1868930" y="1062129"/>
                </a:lnTo>
                <a:lnTo>
                  <a:pt x="1869876" y="1062193"/>
                </a:lnTo>
                <a:lnTo>
                  <a:pt x="1870835" y="1062239"/>
                </a:lnTo>
                <a:lnTo>
                  <a:pt x="1871805" y="1062266"/>
                </a:lnTo>
                <a:lnTo>
                  <a:pt x="1872787" y="1062276"/>
                </a:lnTo>
                <a:lnTo>
                  <a:pt x="1873769" y="1062267"/>
                </a:lnTo>
                <a:lnTo>
                  <a:pt x="1874739" y="1062240"/>
                </a:lnTo>
                <a:lnTo>
                  <a:pt x="1875698" y="1062195"/>
                </a:lnTo>
                <a:lnTo>
                  <a:pt x="1876644" y="1062133"/>
                </a:lnTo>
                <a:lnTo>
                  <a:pt x="1877580" y="1062053"/>
                </a:lnTo>
                <a:lnTo>
                  <a:pt x="1878503" y="1061955"/>
                </a:lnTo>
                <a:lnTo>
                  <a:pt x="1879415" y="1061839"/>
                </a:lnTo>
                <a:close/>
                <a:moveTo>
                  <a:pt x="1867720" y="1050331"/>
                </a:moveTo>
                <a:lnTo>
                  <a:pt x="1867039" y="1050156"/>
                </a:lnTo>
                <a:lnTo>
                  <a:pt x="1866368" y="1049958"/>
                </a:lnTo>
                <a:lnTo>
                  <a:pt x="1865707" y="1049736"/>
                </a:lnTo>
                <a:lnTo>
                  <a:pt x="1865057" y="1049490"/>
                </a:lnTo>
                <a:lnTo>
                  <a:pt x="1864418" y="1049222"/>
                </a:lnTo>
                <a:lnTo>
                  <a:pt x="1863789" y="1048930"/>
                </a:lnTo>
                <a:lnTo>
                  <a:pt x="1863171" y="1048614"/>
                </a:lnTo>
                <a:lnTo>
                  <a:pt x="1862564" y="1048276"/>
                </a:lnTo>
                <a:lnTo>
                  <a:pt x="1861967" y="1047914"/>
                </a:lnTo>
                <a:lnTo>
                  <a:pt x="1861380" y="1047528"/>
                </a:lnTo>
                <a:lnTo>
                  <a:pt x="1860804" y="1047120"/>
                </a:lnTo>
                <a:lnTo>
                  <a:pt x="1860239" y="1046687"/>
                </a:lnTo>
                <a:lnTo>
                  <a:pt x="1859684" y="1046232"/>
                </a:lnTo>
                <a:lnTo>
                  <a:pt x="1859140" y="1045753"/>
                </a:lnTo>
                <a:lnTo>
                  <a:pt x="1858607" y="1045251"/>
                </a:lnTo>
                <a:lnTo>
                  <a:pt x="1858084" y="1044725"/>
                </a:lnTo>
                <a:lnTo>
                  <a:pt x="1857571" y="1044176"/>
                </a:lnTo>
                <a:lnTo>
                  <a:pt x="1857088" y="1043593"/>
                </a:lnTo>
                <a:lnTo>
                  <a:pt x="1856625" y="1042992"/>
                </a:lnTo>
                <a:lnTo>
                  <a:pt x="1856182" y="1042372"/>
                </a:lnTo>
                <a:lnTo>
                  <a:pt x="1855760" y="1041734"/>
                </a:lnTo>
                <a:lnTo>
                  <a:pt x="1855359" y="1041077"/>
                </a:lnTo>
                <a:lnTo>
                  <a:pt x="1854978" y="1040402"/>
                </a:lnTo>
                <a:lnTo>
                  <a:pt x="1854618" y="1039709"/>
                </a:lnTo>
                <a:lnTo>
                  <a:pt x="1854279" y="1038998"/>
                </a:lnTo>
                <a:lnTo>
                  <a:pt x="1853960" y="1038268"/>
                </a:lnTo>
                <a:lnTo>
                  <a:pt x="1853661" y="1037519"/>
                </a:lnTo>
                <a:lnTo>
                  <a:pt x="1853384" y="1036753"/>
                </a:lnTo>
                <a:lnTo>
                  <a:pt x="1853126" y="1035968"/>
                </a:lnTo>
                <a:lnTo>
                  <a:pt x="1852890" y="1035164"/>
                </a:lnTo>
                <a:lnTo>
                  <a:pt x="1852674" y="1034343"/>
                </a:lnTo>
                <a:lnTo>
                  <a:pt x="1852478" y="1033503"/>
                </a:lnTo>
                <a:lnTo>
                  <a:pt x="1852303" y="1032644"/>
                </a:lnTo>
                <a:lnTo>
                  <a:pt x="1852149" y="1031768"/>
                </a:lnTo>
                <a:lnTo>
                  <a:pt x="1852015" y="1030872"/>
                </a:lnTo>
                <a:lnTo>
                  <a:pt x="1851902" y="1029959"/>
                </a:lnTo>
                <a:lnTo>
                  <a:pt x="1851809" y="1029027"/>
                </a:lnTo>
                <a:lnTo>
                  <a:pt x="1851737" y="1028077"/>
                </a:lnTo>
                <a:lnTo>
                  <a:pt x="1851686" y="1027108"/>
                </a:lnTo>
                <a:lnTo>
                  <a:pt x="1851655" y="1026122"/>
                </a:lnTo>
                <a:lnTo>
                  <a:pt x="1851645" y="1025116"/>
                </a:lnTo>
                <a:lnTo>
                  <a:pt x="1851645" y="1014385"/>
                </a:lnTo>
                <a:lnTo>
                  <a:pt x="1851655" y="1013380"/>
                </a:lnTo>
                <a:lnTo>
                  <a:pt x="1851686" y="1012394"/>
                </a:lnTo>
                <a:lnTo>
                  <a:pt x="1851737" y="1011427"/>
                </a:lnTo>
                <a:lnTo>
                  <a:pt x="1851809" y="1010479"/>
                </a:lnTo>
                <a:lnTo>
                  <a:pt x="1851902" y="1009549"/>
                </a:lnTo>
                <a:lnTo>
                  <a:pt x="1852015" y="1008639"/>
                </a:lnTo>
                <a:lnTo>
                  <a:pt x="1852149" y="1007748"/>
                </a:lnTo>
                <a:lnTo>
                  <a:pt x="1852303" y="1006875"/>
                </a:lnTo>
                <a:lnTo>
                  <a:pt x="1852478" y="1006021"/>
                </a:lnTo>
                <a:lnTo>
                  <a:pt x="1852674" y="1005186"/>
                </a:lnTo>
                <a:lnTo>
                  <a:pt x="1852890" y="1004371"/>
                </a:lnTo>
                <a:lnTo>
                  <a:pt x="1853126" y="1003574"/>
                </a:lnTo>
                <a:lnTo>
                  <a:pt x="1853384" y="1002796"/>
                </a:lnTo>
                <a:lnTo>
                  <a:pt x="1853661" y="1002037"/>
                </a:lnTo>
                <a:lnTo>
                  <a:pt x="1853960" y="1001296"/>
                </a:lnTo>
                <a:lnTo>
                  <a:pt x="1854279" y="1000575"/>
                </a:lnTo>
                <a:lnTo>
                  <a:pt x="1854618" y="999873"/>
                </a:lnTo>
                <a:lnTo>
                  <a:pt x="1854978" y="999189"/>
                </a:lnTo>
                <a:lnTo>
                  <a:pt x="1855359" y="998524"/>
                </a:lnTo>
                <a:lnTo>
                  <a:pt x="1855760" y="997879"/>
                </a:lnTo>
                <a:lnTo>
                  <a:pt x="1856182" y="997252"/>
                </a:lnTo>
                <a:lnTo>
                  <a:pt x="1856625" y="996644"/>
                </a:lnTo>
                <a:lnTo>
                  <a:pt x="1857088" y="996055"/>
                </a:lnTo>
                <a:lnTo>
                  <a:pt x="1857571" y="995485"/>
                </a:lnTo>
                <a:lnTo>
                  <a:pt x="1858084" y="994923"/>
                </a:lnTo>
                <a:lnTo>
                  <a:pt x="1858607" y="994385"/>
                </a:lnTo>
                <a:lnTo>
                  <a:pt x="1859140" y="993871"/>
                </a:lnTo>
                <a:lnTo>
                  <a:pt x="1859684" y="993381"/>
                </a:lnTo>
                <a:lnTo>
                  <a:pt x="1860239" y="992914"/>
                </a:lnTo>
                <a:lnTo>
                  <a:pt x="1860804" y="992472"/>
                </a:lnTo>
                <a:lnTo>
                  <a:pt x="1861380" y="992054"/>
                </a:lnTo>
                <a:lnTo>
                  <a:pt x="1861967" y="991659"/>
                </a:lnTo>
                <a:lnTo>
                  <a:pt x="1862564" y="991288"/>
                </a:lnTo>
                <a:lnTo>
                  <a:pt x="1863171" y="990941"/>
                </a:lnTo>
                <a:lnTo>
                  <a:pt x="1863789" y="990619"/>
                </a:lnTo>
                <a:lnTo>
                  <a:pt x="1864418" y="990320"/>
                </a:lnTo>
                <a:lnTo>
                  <a:pt x="1865057" y="990045"/>
                </a:lnTo>
                <a:lnTo>
                  <a:pt x="1865707" y="989794"/>
                </a:lnTo>
                <a:lnTo>
                  <a:pt x="1866368" y="989566"/>
                </a:lnTo>
                <a:lnTo>
                  <a:pt x="1867039" y="989363"/>
                </a:lnTo>
                <a:lnTo>
                  <a:pt x="1867720" y="989184"/>
                </a:lnTo>
                <a:lnTo>
                  <a:pt x="1868412" y="989028"/>
                </a:lnTo>
                <a:lnTo>
                  <a:pt x="1869115" y="988897"/>
                </a:lnTo>
                <a:lnTo>
                  <a:pt x="1869828" y="988789"/>
                </a:lnTo>
                <a:lnTo>
                  <a:pt x="1870552" y="988706"/>
                </a:lnTo>
                <a:lnTo>
                  <a:pt x="1871287" y="988646"/>
                </a:lnTo>
                <a:lnTo>
                  <a:pt x="1872031" y="988610"/>
                </a:lnTo>
                <a:lnTo>
                  <a:pt x="1872787" y="988598"/>
                </a:lnTo>
                <a:lnTo>
                  <a:pt x="1873555" y="988610"/>
                </a:lnTo>
                <a:lnTo>
                  <a:pt x="1874312" y="988646"/>
                </a:lnTo>
                <a:lnTo>
                  <a:pt x="1875057" y="988706"/>
                </a:lnTo>
                <a:lnTo>
                  <a:pt x="1875790" y="988789"/>
                </a:lnTo>
                <a:lnTo>
                  <a:pt x="1876512" y="988897"/>
                </a:lnTo>
                <a:lnTo>
                  <a:pt x="1877222" y="989028"/>
                </a:lnTo>
                <a:lnTo>
                  <a:pt x="1877920" y="989184"/>
                </a:lnTo>
                <a:lnTo>
                  <a:pt x="1878606" y="989363"/>
                </a:lnTo>
                <a:lnTo>
                  <a:pt x="1879281" y="989566"/>
                </a:lnTo>
                <a:lnTo>
                  <a:pt x="1879945" y="989794"/>
                </a:lnTo>
                <a:lnTo>
                  <a:pt x="1880596" y="990045"/>
                </a:lnTo>
                <a:lnTo>
                  <a:pt x="1881236" y="990320"/>
                </a:lnTo>
                <a:lnTo>
                  <a:pt x="1881864" y="990619"/>
                </a:lnTo>
                <a:lnTo>
                  <a:pt x="1882481" y="990941"/>
                </a:lnTo>
                <a:lnTo>
                  <a:pt x="1883085" y="991288"/>
                </a:lnTo>
                <a:lnTo>
                  <a:pt x="1883678" y="991659"/>
                </a:lnTo>
                <a:lnTo>
                  <a:pt x="1884260" y="992054"/>
                </a:lnTo>
                <a:lnTo>
                  <a:pt x="1884830" y="992472"/>
                </a:lnTo>
                <a:lnTo>
                  <a:pt x="1885388" y="992914"/>
                </a:lnTo>
                <a:lnTo>
                  <a:pt x="1885934" y="993381"/>
                </a:lnTo>
                <a:lnTo>
                  <a:pt x="1886469" y="993871"/>
                </a:lnTo>
                <a:lnTo>
                  <a:pt x="1886992" y="994385"/>
                </a:lnTo>
                <a:lnTo>
                  <a:pt x="1887503" y="994923"/>
                </a:lnTo>
                <a:lnTo>
                  <a:pt x="1888003" y="995485"/>
                </a:lnTo>
                <a:lnTo>
                  <a:pt x="1888487" y="996055"/>
                </a:lnTo>
                <a:lnTo>
                  <a:pt x="1888950" y="996644"/>
                </a:lnTo>
                <a:lnTo>
                  <a:pt x="1889392" y="997252"/>
                </a:lnTo>
                <a:lnTo>
                  <a:pt x="1889814" y="997879"/>
                </a:lnTo>
                <a:lnTo>
                  <a:pt x="1890215" y="998524"/>
                </a:lnTo>
                <a:lnTo>
                  <a:pt x="1890596" y="999189"/>
                </a:lnTo>
                <a:lnTo>
                  <a:pt x="1890956" y="999873"/>
                </a:lnTo>
                <a:lnTo>
                  <a:pt x="1891295" y="1000575"/>
                </a:lnTo>
                <a:lnTo>
                  <a:pt x="1891614" y="1001296"/>
                </a:lnTo>
                <a:lnTo>
                  <a:pt x="1891913" y="1002037"/>
                </a:lnTo>
                <a:lnTo>
                  <a:pt x="1892191" y="1002796"/>
                </a:lnTo>
                <a:lnTo>
                  <a:pt x="1892448" y="1003574"/>
                </a:lnTo>
                <a:lnTo>
                  <a:pt x="1892684" y="1004371"/>
                </a:lnTo>
                <a:lnTo>
                  <a:pt x="1892900" y="1005186"/>
                </a:lnTo>
                <a:lnTo>
                  <a:pt x="1893096" y="1006021"/>
                </a:lnTo>
                <a:lnTo>
                  <a:pt x="1893271" y="1006875"/>
                </a:lnTo>
                <a:lnTo>
                  <a:pt x="1893425" y="1007748"/>
                </a:lnTo>
                <a:lnTo>
                  <a:pt x="1893559" y="1008639"/>
                </a:lnTo>
                <a:lnTo>
                  <a:pt x="1893672" y="1009549"/>
                </a:lnTo>
                <a:lnTo>
                  <a:pt x="1893765" y="1010479"/>
                </a:lnTo>
                <a:lnTo>
                  <a:pt x="1893837" y="1011427"/>
                </a:lnTo>
                <a:lnTo>
                  <a:pt x="1893888" y="1012394"/>
                </a:lnTo>
                <a:lnTo>
                  <a:pt x="1893919" y="1013380"/>
                </a:lnTo>
                <a:lnTo>
                  <a:pt x="1893929" y="1014385"/>
                </a:lnTo>
                <a:lnTo>
                  <a:pt x="1893929" y="1025116"/>
                </a:lnTo>
                <a:lnTo>
                  <a:pt x="1893919" y="1026122"/>
                </a:lnTo>
                <a:lnTo>
                  <a:pt x="1893888" y="1027108"/>
                </a:lnTo>
                <a:lnTo>
                  <a:pt x="1893837" y="1028077"/>
                </a:lnTo>
                <a:lnTo>
                  <a:pt x="1893765" y="1029027"/>
                </a:lnTo>
                <a:lnTo>
                  <a:pt x="1893672" y="1029959"/>
                </a:lnTo>
                <a:lnTo>
                  <a:pt x="1893559" y="1030872"/>
                </a:lnTo>
                <a:lnTo>
                  <a:pt x="1893425" y="1031768"/>
                </a:lnTo>
                <a:lnTo>
                  <a:pt x="1893271" y="1032644"/>
                </a:lnTo>
                <a:lnTo>
                  <a:pt x="1893096" y="1033503"/>
                </a:lnTo>
                <a:lnTo>
                  <a:pt x="1892900" y="1034343"/>
                </a:lnTo>
                <a:lnTo>
                  <a:pt x="1892684" y="1035164"/>
                </a:lnTo>
                <a:lnTo>
                  <a:pt x="1892448" y="1035968"/>
                </a:lnTo>
                <a:lnTo>
                  <a:pt x="1892191" y="1036753"/>
                </a:lnTo>
                <a:lnTo>
                  <a:pt x="1891913" y="1037519"/>
                </a:lnTo>
                <a:lnTo>
                  <a:pt x="1891614" y="1038268"/>
                </a:lnTo>
                <a:lnTo>
                  <a:pt x="1891295" y="1038998"/>
                </a:lnTo>
                <a:lnTo>
                  <a:pt x="1890956" y="1039709"/>
                </a:lnTo>
                <a:lnTo>
                  <a:pt x="1890596" y="1040402"/>
                </a:lnTo>
                <a:lnTo>
                  <a:pt x="1890215" y="1041077"/>
                </a:lnTo>
                <a:lnTo>
                  <a:pt x="1889814" y="1041734"/>
                </a:lnTo>
                <a:lnTo>
                  <a:pt x="1889392" y="1042372"/>
                </a:lnTo>
                <a:lnTo>
                  <a:pt x="1888950" y="1042992"/>
                </a:lnTo>
                <a:lnTo>
                  <a:pt x="1888487" y="1043593"/>
                </a:lnTo>
                <a:lnTo>
                  <a:pt x="1888003" y="1044176"/>
                </a:lnTo>
                <a:lnTo>
                  <a:pt x="1887503" y="1044725"/>
                </a:lnTo>
                <a:lnTo>
                  <a:pt x="1886992" y="1045251"/>
                </a:lnTo>
                <a:lnTo>
                  <a:pt x="1886469" y="1045753"/>
                </a:lnTo>
                <a:lnTo>
                  <a:pt x="1885934" y="1046232"/>
                </a:lnTo>
                <a:lnTo>
                  <a:pt x="1885388" y="1046687"/>
                </a:lnTo>
                <a:lnTo>
                  <a:pt x="1884830" y="1047120"/>
                </a:lnTo>
                <a:lnTo>
                  <a:pt x="1884260" y="1047528"/>
                </a:lnTo>
                <a:lnTo>
                  <a:pt x="1883678" y="1047914"/>
                </a:lnTo>
                <a:lnTo>
                  <a:pt x="1883085" y="1048276"/>
                </a:lnTo>
                <a:lnTo>
                  <a:pt x="1882481" y="1048614"/>
                </a:lnTo>
                <a:lnTo>
                  <a:pt x="1881864" y="1048930"/>
                </a:lnTo>
                <a:lnTo>
                  <a:pt x="1881236" y="1049222"/>
                </a:lnTo>
                <a:lnTo>
                  <a:pt x="1880596" y="1049490"/>
                </a:lnTo>
                <a:lnTo>
                  <a:pt x="1879945" y="1049736"/>
                </a:lnTo>
                <a:lnTo>
                  <a:pt x="1879281" y="1049958"/>
                </a:lnTo>
                <a:lnTo>
                  <a:pt x="1878606" y="1050156"/>
                </a:lnTo>
                <a:lnTo>
                  <a:pt x="1877920" y="1050331"/>
                </a:lnTo>
                <a:lnTo>
                  <a:pt x="1877222" y="1050483"/>
                </a:lnTo>
                <a:lnTo>
                  <a:pt x="1876512" y="1050612"/>
                </a:lnTo>
                <a:lnTo>
                  <a:pt x="1875790" y="1050717"/>
                </a:lnTo>
                <a:lnTo>
                  <a:pt x="1875057" y="1050798"/>
                </a:lnTo>
                <a:lnTo>
                  <a:pt x="1874312" y="1050857"/>
                </a:lnTo>
                <a:lnTo>
                  <a:pt x="1873555" y="1050892"/>
                </a:lnTo>
                <a:lnTo>
                  <a:pt x="1872787" y="1050904"/>
                </a:lnTo>
                <a:lnTo>
                  <a:pt x="1872031" y="1050892"/>
                </a:lnTo>
                <a:lnTo>
                  <a:pt x="1871287" y="1050857"/>
                </a:lnTo>
                <a:lnTo>
                  <a:pt x="1870552" y="1050798"/>
                </a:lnTo>
                <a:lnTo>
                  <a:pt x="1869828" y="1050717"/>
                </a:lnTo>
                <a:lnTo>
                  <a:pt x="1869115" y="1050612"/>
                </a:lnTo>
                <a:lnTo>
                  <a:pt x="1868412" y="1050483"/>
                </a:lnTo>
                <a:lnTo>
                  <a:pt x="1867720" y="1050331"/>
                </a:lnTo>
                <a:close/>
                <a:moveTo>
                  <a:pt x="2069299" y="1062105"/>
                </a:moveTo>
                <a:lnTo>
                  <a:pt x="2070184" y="1062044"/>
                </a:lnTo>
                <a:lnTo>
                  <a:pt x="2071058" y="1061973"/>
                </a:lnTo>
                <a:lnTo>
                  <a:pt x="2071920" y="1061893"/>
                </a:lnTo>
                <a:lnTo>
                  <a:pt x="2072770" y="1061803"/>
                </a:lnTo>
                <a:lnTo>
                  <a:pt x="2073608" y="1061703"/>
                </a:lnTo>
                <a:lnTo>
                  <a:pt x="2074435" y="1061595"/>
                </a:lnTo>
                <a:lnTo>
                  <a:pt x="2075250" y="1061477"/>
                </a:lnTo>
                <a:lnTo>
                  <a:pt x="2076053" y="1061349"/>
                </a:lnTo>
                <a:lnTo>
                  <a:pt x="2076845" y="1061212"/>
                </a:lnTo>
                <a:lnTo>
                  <a:pt x="2077625" y="1061065"/>
                </a:lnTo>
                <a:lnTo>
                  <a:pt x="2078393" y="1060909"/>
                </a:lnTo>
                <a:lnTo>
                  <a:pt x="2079150" y="1060744"/>
                </a:lnTo>
                <a:lnTo>
                  <a:pt x="2079895" y="1060569"/>
                </a:lnTo>
                <a:lnTo>
                  <a:pt x="2080628" y="1060385"/>
                </a:lnTo>
                <a:lnTo>
                  <a:pt x="2081350" y="1060191"/>
                </a:lnTo>
                <a:lnTo>
                  <a:pt x="2082059" y="1059988"/>
                </a:lnTo>
                <a:lnTo>
                  <a:pt x="2082758" y="1059775"/>
                </a:lnTo>
                <a:lnTo>
                  <a:pt x="2083444" y="1059553"/>
                </a:lnTo>
                <a:lnTo>
                  <a:pt x="2084131" y="1059321"/>
                </a:lnTo>
                <a:lnTo>
                  <a:pt x="2084805" y="1059079"/>
                </a:lnTo>
                <a:lnTo>
                  <a:pt x="2085464" y="1058827"/>
                </a:lnTo>
                <a:lnTo>
                  <a:pt x="2086109" y="1058565"/>
                </a:lnTo>
                <a:lnTo>
                  <a:pt x="2086741" y="1058293"/>
                </a:lnTo>
                <a:lnTo>
                  <a:pt x="2087358" y="1058011"/>
                </a:lnTo>
                <a:lnTo>
                  <a:pt x="2087962" y="1057719"/>
                </a:lnTo>
                <a:lnTo>
                  <a:pt x="2088552" y="1057417"/>
                </a:lnTo>
                <a:lnTo>
                  <a:pt x="2089128" y="1057105"/>
                </a:lnTo>
                <a:lnTo>
                  <a:pt x="2089690" y="1056783"/>
                </a:lnTo>
                <a:lnTo>
                  <a:pt x="2090238" y="1056451"/>
                </a:lnTo>
                <a:lnTo>
                  <a:pt x="2090772" y="1056109"/>
                </a:lnTo>
                <a:lnTo>
                  <a:pt x="2091292" y="1055757"/>
                </a:lnTo>
                <a:lnTo>
                  <a:pt x="2091799" y="1055395"/>
                </a:lnTo>
                <a:lnTo>
                  <a:pt x="2092291" y="1055023"/>
                </a:lnTo>
                <a:lnTo>
                  <a:pt x="2092770" y="1054641"/>
                </a:lnTo>
                <a:lnTo>
                  <a:pt x="2093234" y="1054249"/>
                </a:lnTo>
                <a:lnTo>
                  <a:pt x="2093685" y="1053847"/>
                </a:lnTo>
                <a:lnTo>
                  <a:pt x="2094122" y="1053435"/>
                </a:lnTo>
                <a:lnTo>
                  <a:pt x="2094545" y="1053012"/>
                </a:lnTo>
                <a:lnTo>
                  <a:pt x="2094954" y="1052580"/>
                </a:lnTo>
                <a:lnTo>
                  <a:pt x="2095349" y="1052138"/>
                </a:lnTo>
                <a:lnTo>
                  <a:pt x="2095730" y="1051686"/>
                </a:lnTo>
                <a:lnTo>
                  <a:pt x="2096097" y="1051224"/>
                </a:lnTo>
                <a:lnTo>
                  <a:pt x="2096463" y="1050752"/>
                </a:lnTo>
                <a:lnTo>
                  <a:pt x="2096814" y="1050270"/>
                </a:lnTo>
                <a:lnTo>
                  <a:pt x="2097149" y="1049777"/>
                </a:lnTo>
                <a:lnTo>
                  <a:pt x="2097468" y="1049275"/>
                </a:lnTo>
                <a:lnTo>
                  <a:pt x="2097771" y="1048763"/>
                </a:lnTo>
                <a:lnTo>
                  <a:pt x="2098060" y="1048241"/>
                </a:lnTo>
                <a:lnTo>
                  <a:pt x="2098332" y="1047709"/>
                </a:lnTo>
                <a:lnTo>
                  <a:pt x="2098589" y="1047166"/>
                </a:lnTo>
                <a:lnTo>
                  <a:pt x="2098830" y="1046614"/>
                </a:lnTo>
                <a:lnTo>
                  <a:pt x="2099056" y="1046052"/>
                </a:lnTo>
                <a:lnTo>
                  <a:pt x="2099266" y="1045480"/>
                </a:lnTo>
                <a:lnTo>
                  <a:pt x="2099461" y="1044897"/>
                </a:lnTo>
                <a:lnTo>
                  <a:pt x="2099640" y="1044305"/>
                </a:lnTo>
                <a:lnTo>
                  <a:pt x="2099804" y="1043703"/>
                </a:lnTo>
                <a:lnTo>
                  <a:pt x="2099952" y="1043090"/>
                </a:lnTo>
                <a:lnTo>
                  <a:pt x="2100084" y="1042468"/>
                </a:lnTo>
                <a:lnTo>
                  <a:pt x="2100201" y="1041836"/>
                </a:lnTo>
                <a:lnTo>
                  <a:pt x="2100302" y="1041193"/>
                </a:lnTo>
                <a:lnTo>
                  <a:pt x="2100388" y="1040541"/>
                </a:lnTo>
                <a:lnTo>
                  <a:pt x="2100458" y="1039879"/>
                </a:lnTo>
                <a:lnTo>
                  <a:pt x="2100512" y="1039206"/>
                </a:lnTo>
                <a:lnTo>
                  <a:pt x="2100551" y="1038524"/>
                </a:lnTo>
                <a:lnTo>
                  <a:pt x="2100574" y="1037831"/>
                </a:lnTo>
                <a:lnTo>
                  <a:pt x="2100582" y="1037129"/>
                </a:lnTo>
                <a:lnTo>
                  <a:pt x="2100577" y="1036507"/>
                </a:lnTo>
                <a:lnTo>
                  <a:pt x="2100561" y="1035894"/>
                </a:lnTo>
                <a:lnTo>
                  <a:pt x="2100535" y="1035292"/>
                </a:lnTo>
                <a:lnTo>
                  <a:pt x="2100498" y="1034700"/>
                </a:lnTo>
                <a:lnTo>
                  <a:pt x="2100450" y="1034118"/>
                </a:lnTo>
                <a:lnTo>
                  <a:pt x="2100392" y="1033545"/>
                </a:lnTo>
                <a:lnTo>
                  <a:pt x="2100323" y="1032983"/>
                </a:lnTo>
                <a:lnTo>
                  <a:pt x="2100244" y="1032431"/>
                </a:lnTo>
                <a:lnTo>
                  <a:pt x="2100154" y="1031889"/>
                </a:lnTo>
                <a:lnTo>
                  <a:pt x="2100054" y="1031356"/>
                </a:lnTo>
                <a:lnTo>
                  <a:pt x="2099943" y="1030834"/>
                </a:lnTo>
                <a:lnTo>
                  <a:pt x="2099821" y="1030322"/>
                </a:lnTo>
                <a:lnTo>
                  <a:pt x="2099689" y="1029820"/>
                </a:lnTo>
                <a:lnTo>
                  <a:pt x="2099547" y="1029327"/>
                </a:lnTo>
                <a:lnTo>
                  <a:pt x="2099393" y="1028845"/>
                </a:lnTo>
                <a:lnTo>
                  <a:pt x="2099230" y="1028373"/>
                </a:lnTo>
                <a:lnTo>
                  <a:pt x="2099055" y="1027911"/>
                </a:lnTo>
                <a:lnTo>
                  <a:pt x="2098870" y="1027459"/>
                </a:lnTo>
                <a:lnTo>
                  <a:pt x="2098675" y="1027017"/>
                </a:lnTo>
                <a:lnTo>
                  <a:pt x="2098469" y="1026585"/>
                </a:lnTo>
                <a:lnTo>
                  <a:pt x="2098252" y="1026162"/>
                </a:lnTo>
                <a:lnTo>
                  <a:pt x="2098025" y="1025750"/>
                </a:lnTo>
                <a:lnTo>
                  <a:pt x="2097787" y="1025348"/>
                </a:lnTo>
                <a:lnTo>
                  <a:pt x="2097539" y="1024956"/>
                </a:lnTo>
                <a:lnTo>
                  <a:pt x="2097279" y="1024559"/>
                </a:lnTo>
                <a:lnTo>
                  <a:pt x="2097005" y="1024168"/>
                </a:lnTo>
                <a:lnTo>
                  <a:pt x="2096718" y="1023782"/>
                </a:lnTo>
                <a:lnTo>
                  <a:pt x="2096418" y="1023403"/>
                </a:lnTo>
                <a:lnTo>
                  <a:pt x="2096104" y="1023031"/>
                </a:lnTo>
                <a:lnTo>
                  <a:pt x="2095777" y="1022664"/>
                </a:lnTo>
                <a:lnTo>
                  <a:pt x="2095437" y="1022303"/>
                </a:lnTo>
                <a:lnTo>
                  <a:pt x="2095083" y="1021949"/>
                </a:lnTo>
                <a:lnTo>
                  <a:pt x="2094716" y="1021600"/>
                </a:lnTo>
                <a:lnTo>
                  <a:pt x="2094336" y="1021258"/>
                </a:lnTo>
                <a:lnTo>
                  <a:pt x="2093942" y="1020922"/>
                </a:lnTo>
                <a:lnTo>
                  <a:pt x="2093535" y="1020592"/>
                </a:lnTo>
                <a:lnTo>
                  <a:pt x="2093114" y="1020268"/>
                </a:lnTo>
                <a:lnTo>
                  <a:pt x="2092681" y="1019950"/>
                </a:lnTo>
                <a:lnTo>
                  <a:pt x="2092233" y="1019638"/>
                </a:lnTo>
                <a:lnTo>
                  <a:pt x="2091773" y="1019333"/>
                </a:lnTo>
                <a:lnTo>
                  <a:pt x="2091299" y="1019033"/>
                </a:lnTo>
                <a:lnTo>
                  <a:pt x="2090812" y="1018740"/>
                </a:lnTo>
                <a:lnTo>
                  <a:pt x="2090311" y="1018452"/>
                </a:lnTo>
                <a:lnTo>
                  <a:pt x="2089797" y="1018171"/>
                </a:lnTo>
                <a:lnTo>
                  <a:pt x="2089270" y="1017896"/>
                </a:lnTo>
                <a:lnTo>
                  <a:pt x="2088730" y="1017627"/>
                </a:lnTo>
                <a:lnTo>
                  <a:pt x="2088176" y="1017365"/>
                </a:lnTo>
                <a:lnTo>
                  <a:pt x="2087609" y="1017108"/>
                </a:lnTo>
                <a:lnTo>
                  <a:pt x="2087039" y="1016856"/>
                </a:lnTo>
                <a:lnTo>
                  <a:pt x="2086453" y="1016607"/>
                </a:lnTo>
                <a:lnTo>
                  <a:pt x="2085849" y="1016362"/>
                </a:lnTo>
                <a:lnTo>
                  <a:pt x="2085228" y="1016120"/>
                </a:lnTo>
                <a:lnTo>
                  <a:pt x="2084590" y="1015882"/>
                </a:lnTo>
                <a:lnTo>
                  <a:pt x="2083935" y="1015646"/>
                </a:lnTo>
                <a:lnTo>
                  <a:pt x="2083262" y="1015414"/>
                </a:lnTo>
                <a:lnTo>
                  <a:pt x="2082572" y="1015186"/>
                </a:lnTo>
                <a:lnTo>
                  <a:pt x="2081865" y="1014961"/>
                </a:lnTo>
                <a:lnTo>
                  <a:pt x="2081141" y="1014739"/>
                </a:lnTo>
                <a:lnTo>
                  <a:pt x="2080399" y="1014520"/>
                </a:lnTo>
                <a:lnTo>
                  <a:pt x="2079640" y="1014305"/>
                </a:lnTo>
                <a:lnTo>
                  <a:pt x="2078864" y="1014093"/>
                </a:lnTo>
                <a:lnTo>
                  <a:pt x="2078071" y="1013885"/>
                </a:lnTo>
                <a:lnTo>
                  <a:pt x="2077260" y="1013679"/>
                </a:lnTo>
                <a:lnTo>
                  <a:pt x="2076432" y="1013477"/>
                </a:lnTo>
                <a:lnTo>
                  <a:pt x="2075587" y="1013279"/>
                </a:lnTo>
                <a:lnTo>
                  <a:pt x="2074725" y="1013084"/>
                </a:lnTo>
                <a:lnTo>
                  <a:pt x="2073845" y="1012892"/>
                </a:lnTo>
                <a:lnTo>
                  <a:pt x="2072949" y="1012703"/>
                </a:lnTo>
                <a:lnTo>
                  <a:pt x="2072035" y="1012518"/>
                </a:lnTo>
                <a:lnTo>
                  <a:pt x="2071103" y="1012336"/>
                </a:lnTo>
                <a:lnTo>
                  <a:pt x="2070155" y="1012158"/>
                </a:lnTo>
                <a:lnTo>
                  <a:pt x="2069189" y="1011983"/>
                </a:lnTo>
                <a:lnTo>
                  <a:pt x="2068409" y="1011836"/>
                </a:lnTo>
                <a:lnTo>
                  <a:pt x="2067644" y="1011690"/>
                </a:lnTo>
                <a:lnTo>
                  <a:pt x="2066894" y="1011545"/>
                </a:lnTo>
                <a:lnTo>
                  <a:pt x="2066159" y="1011400"/>
                </a:lnTo>
                <a:lnTo>
                  <a:pt x="2065439" y="1011255"/>
                </a:lnTo>
                <a:lnTo>
                  <a:pt x="2064734" y="1011112"/>
                </a:lnTo>
                <a:lnTo>
                  <a:pt x="2064045" y="1010968"/>
                </a:lnTo>
                <a:lnTo>
                  <a:pt x="2063370" y="1010826"/>
                </a:lnTo>
                <a:lnTo>
                  <a:pt x="2062710" y="1010684"/>
                </a:lnTo>
                <a:lnTo>
                  <a:pt x="2062065" y="1010542"/>
                </a:lnTo>
                <a:lnTo>
                  <a:pt x="2061435" y="1010401"/>
                </a:lnTo>
                <a:lnTo>
                  <a:pt x="2060820" y="1010261"/>
                </a:lnTo>
                <a:lnTo>
                  <a:pt x="2060221" y="1010121"/>
                </a:lnTo>
                <a:lnTo>
                  <a:pt x="2059636" y="1009982"/>
                </a:lnTo>
                <a:lnTo>
                  <a:pt x="2059066" y="1009843"/>
                </a:lnTo>
                <a:lnTo>
                  <a:pt x="2058511" y="1009705"/>
                </a:lnTo>
                <a:lnTo>
                  <a:pt x="2057971" y="1009567"/>
                </a:lnTo>
                <a:lnTo>
                  <a:pt x="2057447" y="1009430"/>
                </a:lnTo>
                <a:lnTo>
                  <a:pt x="2056937" y="1009293"/>
                </a:lnTo>
                <a:lnTo>
                  <a:pt x="2056442" y="1009157"/>
                </a:lnTo>
                <a:lnTo>
                  <a:pt x="2055963" y="1009022"/>
                </a:lnTo>
                <a:lnTo>
                  <a:pt x="2055498" y="1008887"/>
                </a:lnTo>
                <a:lnTo>
                  <a:pt x="2055048" y="1008753"/>
                </a:lnTo>
                <a:lnTo>
                  <a:pt x="2054614" y="1008619"/>
                </a:lnTo>
                <a:lnTo>
                  <a:pt x="2054205" y="1008485"/>
                </a:lnTo>
                <a:lnTo>
                  <a:pt x="2053807" y="1008350"/>
                </a:lnTo>
                <a:lnTo>
                  <a:pt x="2053420" y="1008214"/>
                </a:lnTo>
                <a:lnTo>
                  <a:pt x="2053043" y="1008076"/>
                </a:lnTo>
                <a:lnTo>
                  <a:pt x="2052677" y="1007938"/>
                </a:lnTo>
                <a:lnTo>
                  <a:pt x="2052321" y="1007798"/>
                </a:lnTo>
                <a:lnTo>
                  <a:pt x="2051976" y="1007657"/>
                </a:lnTo>
                <a:lnTo>
                  <a:pt x="2051642" y="1007516"/>
                </a:lnTo>
                <a:lnTo>
                  <a:pt x="2051318" y="1007373"/>
                </a:lnTo>
                <a:lnTo>
                  <a:pt x="2051004" y="1007229"/>
                </a:lnTo>
                <a:lnTo>
                  <a:pt x="2050702" y="1007083"/>
                </a:lnTo>
                <a:lnTo>
                  <a:pt x="2050409" y="1006937"/>
                </a:lnTo>
                <a:lnTo>
                  <a:pt x="2050128" y="1006790"/>
                </a:lnTo>
                <a:lnTo>
                  <a:pt x="2049857" y="1006641"/>
                </a:lnTo>
                <a:lnTo>
                  <a:pt x="2049596" y="1006492"/>
                </a:lnTo>
                <a:lnTo>
                  <a:pt x="2049346" y="1006341"/>
                </a:lnTo>
                <a:lnTo>
                  <a:pt x="2049107" y="1006189"/>
                </a:lnTo>
                <a:lnTo>
                  <a:pt x="2048878" y="1006036"/>
                </a:lnTo>
                <a:lnTo>
                  <a:pt x="2048659" y="1005882"/>
                </a:lnTo>
                <a:lnTo>
                  <a:pt x="2048452" y="1005727"/>
                </a:lnTo>
                <a:lnTo>
                  <a:pt x="2048255" y="1005571"/>
                </a:lnTo>
                <a:lnTo>
                  <a:pt x="2048068" y="1005413"/>
                </a:lnTo>
                <a:lnTo>
                  <a:pt x="2047892" y="1005255"/>
                </a:lnTo>
                <a:lnTo>
                  <a:pt x="2047726" y="1005095"/>
                </a:lnTo>
                <a:lnTo>
                  <a:pt x="2047570" y="1004920"/>
                </a:lnTo>
                <a:lnTo>
                  <a:pt x="2047419" y="1004742"/>
                </a:lnTo>
                <a:lnTo>
                  <a:pt x="2047276" y="1004560"/>
                </a:lnTo>
                <a:lnTo>
                  <a:pt x="2047139" y="1004374"/>
                </a:lnTo>
                <a:lnTo>
                  <a:pt x="2047009" y="1004186"/>
                </a:lnTo>
                <a:lnTo>
                  <a:pt x="2046886" y="1003994"/>
                </a:lnTo>
                <a:lnTo>
                  <a:pt x="2046769" y="1003799"/>
                </a:lnTo>
                <a:lnTo>
                  <a:pt x="2046659" y="1003600"/>
                </a:lnTo>
                <a:lnTo>
                  <a:pt x="2046555" y="1003398"/>
                </a:lnTo>
                <a:lnTo>
                  <a:pt x="2046458" y="1003193"/>
                </a:lnTo>
                <a:lnTo>
                  <a:pt x="2046368" y="1002985"/>
                </a:lnTo>
                <a:lnTo>
                  <a:pt x="2046285" y="1002773"/>
                </a:lnTo>
                <a:lnTo>
                  <a:pt x="2046208" y="1002558"/>
                </a:lnTo>
                <a:lnTo>
                  <a:pt x="2046138" y="1002339"/>
                </a:lnTo>
                <a:lnTo>
                  <a:pt x="2046075" y="1002117"/>
                </a:lnTo>
                <a:lnTo>
                  <a:pt x="2046018" y="1001892"/>
                </a:lnTo>
                <a:lnTo>
                  <a:pt x="2045968" y="1001663"/>
                </a:lnTo>
                <a:lnTo>
                  <a:pt x="2045925" y="1001431"/>
                </a:lnTo>
                <a:lnTo>
                  <a:pt x="2045888" y="1001196"/>
                </a:lnTo>
                <a:lnTo>
                  <a:pt x="2045858" y="1000958"/>
                </a:lnTo>
                <a:lnTo>
                  <a:pt x="2045834" y="1000716"/>
                </a:lnTo>
                <a:lnTo>
                  <a:pt x="2045818" y="1000470"/>
                </a:lnTo>
                <a:lnTo>
                  <a:pt x="2045808" y="1000222"/>
                </a:lnTo>
                <a:lnTo>
                  <a:pt x="2045804" y="999970"/>
                </a:lnTo>
                <a:lnTo>
                  <a:pt x="2045837" y="999029"/>
                </a:lnTo>
                <a:lnTo>
                  <a:pt x="2045933" y="998128"/>
                </a:lnTo>
                <a:lnTo>
                  <a:pt x="2046095" y="997267"/>
                </a:lnTo>
                <a:lnTo>
                  <a:pt x="2046321" y="996446"/>
                </a:lnTo>
                <a:lnTo>
                  <a:pt x="2046611" y="995665"/>
                </a:lnTo>
                <a:lnTo>
                  <a:pt x="2046966" y="994925"/>
                </a:lnTo>
                <a:lnTo>
                  <a:pt x="2047385" y="994224"/>
                </a:lnTo>
                <a:lnTo>
                  <a:pt x="2047869" y="993563"/>
                </a:lnTo>
                <a:lnTo>
                  <a:pt x="2048417" y="992942"/>
                </a:lnTo>
                <a:lnTo>
                  <a:pt x="2049030" y="992362"/>
                </a:lnTo>
                <a:lnTo>
                  <a:pt x="2049707" y="991821"/>
                </a:lnTo>
                <a:lnTo>
                  <a:pt x="2050449" y="991321"/>
                </a:lnTo>
                <a:lnTo>
                  <a:pt x="2051256" y="990860"/>
                </a:lnTo>
                <a:lnTo>
                  <a:pt x="2052127" y="990440"/>
                </a:lnTo>
                <a:lnTo>
                  <a:pt x="2053062" y="990059"/>
                </a:lnTo>
                <a:lnTo>
                  <a:pt x="2054062" y="989719"/>
                </a:lnTo>
                <a:lnTo>
                  <a:pt x="2055126" y="989419"/>
                </a:lnTo>
                <a:lnTo>
                  <a:pt x="2056255" y="989158"/>
                </a:lnTo>
                <a:lnTo>
                  <a:pt x="2057449" y="988938"/>
                </a:lnTo>
                <a:lnTo>
                  <a:pt x="2058707" y="988758"/>
                </a:lnTo>
                <a:lnTo>
                  <a:pt x="2060029" y="988618"/>
                </a:lnTo>
                <a:lnTo>
                  <a:pt x="2061416" y="988518"/>
                </a:lnTo>
                <a:lnTo>
                  <a:pt x="2062868" y="988458"/>
                </a:lnTo>
                <a:lnTo>
                  <a:pt x="2064384" y="988438"/>
                </a:lnTo>
                <a:lnTo>
                  <a:pt x="2064823" y="988440"/>
                </a:lnTo>
                <a:lnTo>
                  <a:pt x="2065258" y="988445"/>
                </a:lnTo>
                <a:lnTo>
                  <a:pt x="2065690" y="988455"/>
                </a:lnTo>
                <a:lnTo>
                  <a:pt x="2066119" y="988469"/>
                </a:lnTo>
                <a:lnTo>
                  <a:pt x="2066545" y="988486"/>
                </a:lnTo>
                <a:lnTo>
                  <a:pt x="2066967" y="988508"/>
                </a:lnTo>
                <a:lnTo>
                  <a:pt x="2067386" y="988533"/>
                </a:lnTo>
                <a:lnTo>
                  <a:pt x="2067801" y="988562"/>
                </a:lnTo>
                <a:lnTo>
                  <a:pt x="2068213" y="988595"/>
                </a:lnTo>
                <a:lnTo>
                  <a:pt x="2068622" y="988632"/>
                </a:lnTo>
                <a:lnTo>
                  <a:pt x="2069027" y="988673"/>
                </a:lnTo>
                <a:lnTo>
                  <a:pt x="2069429" y="988718"/>
                </a:lnTo>
                <a:lnTo>
                  <a:pt x="2069828" y="988767"/>
                </a:lnTo>
                <a:lnTo>
                  <a:pt x="2070224" y="988819"/>
                </a:lnTo>
                <a:lnTo>
                  <a:pt x="2070616" y="988876"/>
                </a:lnTo>
                <a:lnTo>
                  <a:pt x="2071004" y="988936"/>
                </a:lnTo>
                <a:lnTo>
                  <a:pt x="2071390" y="989000"/>
                </a:lnTo>
                <a:lnTo>
                  <a:pt x="2071772" y="989068"/>
                </a:lnTo>
                <a:lnTo>
                  <a:pt x="2072151" y="989140"/>
                </a:lnTo>
                <a:lnTo>
                  <a:pt x="2072526" y="989216"/>
                </a:lnTo>
                <a:lnTo>
                  <a:pt x="2072898" y="989296"/>
                </a:lnTo>
                <a:lnTo>
                  <a:pt x="2073267" y="989380"/>
                </a:lnTo>
                <a:lnTo>
                  <a:pt x="2073632" y="989467"/>
                </a:lnTo>
                <a:lnTo>
                  <a:pt x="2073994" y="989559"/>
                </a:lnTo>
                <a:lnTo>
                  <a:pt x="2074365" y="989643"/>
                </a:lnTo>
                <a:lnTo>
                  <a:pt x="2074728" y="989733"/>
                </a:lnTo>
                <a:lnTo>
                  <a:pt x="2075085" y="989832"/>
                </a:lnTo>
                <a:lnTo>
                  <a:pt x="2075436" y="989937"/>
                </a:lnTo>
                <a:lnTo>
                  <a:pt x="2075779" y="990050"/>
                </a:lnTo>
                <a:lnTo>
                  <a:pt x="2076116" y="990169"/>
                </a:lnTo>
                <a:lnTo>
                  <a:pt x="2076447" y="990297"/>
                </a:lnTo>
                <a:lnTo>
                  <a:pt x="2076771" y="990431"/>
                </a:lnTo>
                <a:lnTo>
                  <a:pt x="2077088" y="990572"/>
                </a:lnTo>
                <a:lnTo>
                  <a:pt x="2077398" y="990721"/>
                </a:lnTo>
                <a:lnTo>
                  <a:pt x="2077701" y="990877"/>
                </a:lnTo>
                <a:lnTo>
                  <a:pt x="2077998" y="991040"/>
                </a:lnTo>
                <a:lnTo>
                  <a:pt x="2078289" y="991211"/>
                </a:lnTo>
                <a:lnTo>
                  <a:pt x="2078572" y="991389"/>
                </a:lnTo>
                <a:lnTo>
                  <a:pt x="2078849" y="991573"/>
                </a:lnTo>
                <a:lnTo>
                  <a:pt x="2079120" y="991766"/>
                </a:lnTo>
                <a:lnTo>
                  <a:pt x="2079383" y="991965"/>
                </a:lnTo>
                <a:lnTo>
                  <a:pt x="2079640" y="992172"/>
                </a:lnTo>
                <a:lnTo>
                  <a:pt x="2079890" y="992385"/>
                </a:lnTo>
                <a:lnTo>
                  <a:pt x="2080134" y="992607"/>
                </a:lnTo>
                <a:lnTo>
                  <a:pt x="2080371" y="992835"/>
                </a:lnTo>
                <a:lnTo>
                  <a:pt x="2080601" y="993070"/>
                </a:lnTo>
                <a:lnTo>
                  <a:pt x="2080825" y="993313"/>
                </a:lnTo>
                <a:lnTo>
                  <a:pt x="2081042" y="993563"/>
                </a:lnTo>
                <a:lnTo>
                  <a:pt x="2081264" y="993808"/>
                </a:lnTo>
                <a:lnTo>
                  <a:pt x="2081477" y="994064"/>
                </a:lnTo>
                <a:lnTo>
                  <a:pt x="2081680" y="994329"/>
                </a:lnTo>
                <a:lnTo>
                  <a:pt x="2081874" y="994604"/>
                </a:lnTo>
                <a:lnTo>
                  <a:pt x="2082058" y="994889"/>
                </a:lnTo>
                <a:lnTo>
                  <a:pt x="2082233" y="995185"/>
                </a:lnTo>
                <a:lnTo>
                  <a:pt x="2082398" y="995490"/>
                </a:lnTo>
                <a:lnTo>
                  <a:pt x="2082554" y="995805"/>
                </a:lnTo>
                <a:lnTo>
                  <a:pt x="2082701" y="996131"/>
                </a:lnTo>
                <a:lnTo>
                  <a:pt x="2082838" y="996466"/>
                </a:lnTo>
                <a:lnTo>
                  <a:pt x="2082966" y="996812"/>
                </a:lnTo>
                <a:lnTo>
                  <a:pt x="2083084" y="997167"/>
                </a:lnTo>
                <a:lnTo>
                  <a:pt x="2083192" y="997532"/>
                </a:lnTo>
                <a:lnTo>
                  <a:pt x="2083292" y="997908"/>
                </a:lnTo>
                <a:lnTo>
                  <a:pt x="2083382" y="998293"/>
                </a:lnTo>
                <a:lnTo>
                  <a:pt x="2083462" y="998689"/>
                </a:lnTo>
                <a:lnTo>
                  <a:pt x="2083533" y="999094"/>
                </a:lnTo>
                <a:lnTo>
                  <a:pt x="2083594" y="999509"/>
                </a:lnTo>
                <a:lnTo>
                  <a:pt x="2083646" y="999935"/>
                </a:lnTo>
                <a:lnTo>
                  <a:pt x="2083689" y="1000370"/>
                </a:lnTo>
                <a:lnTo>
                  <a:pt x="2083722" y="1000816"/>
                </a:lnTo>
                <a:lnTo>
                  <a:pt x="2083746" y="1001271"/>
                </a:lnTo>
                <a:lnTo>
                  <a:pt x="2083760" y="1001737"/>
                </a:lnTo>
                <a:lnTo>
                  <a:pt x="2083764" y="1002212"/>
                </a:lnTo>
                <a:lnTo>
                  <a:pt x="2097699" y="1002212"/>
                </a:lnTo>
                <a:lnTo>
                  <a:pt x="2097725" y="1002120"/>
                </a:lnTo>
                <a:lnTo>
                  <a:pt x="2097750" y="1002029"/>
                </a:lnTo>
                <a:lnTo>
                  <a:pt x="2097774" y="1001939"/>
                </a:lnTo>
                <a:lnTo>
                  <a:pt x="2097797" y="1001852"/>
                </a:lnTo>
                <a:lnTo>
                  <a:pt x="2097819" y="1001766"/>
                </a:lnTo>
                <a:lnTo>
                  <a:pt x="2097839" y="1001682"/>
                </a:lnTo>
                <a:lnTo>
                  <a:pt x="2097859" y="1001599"/>
                </a:lnTo>
                <a:lnTo>
                  <a:pt x="2097877" y="1001518"/>
                </a:lnTo>
                <a:lnTo>
                  <a:pt x="2097894" y="1001439"/>
                </a:lnTo>
                <a:lnTo>
                  <a:pt x="2097911" y="1001361"/>
                </a:lnTo>
                <a:lnTo>
                  <a:pt x="2097926" y="1001285"/>
                </a:lnTo>
                <a:lnTo>
                  <a:pt x="2097939" y="1001211"/>
                </a:lnTo>
                <a:lnTo>
                  <a:pt x="2097952" y="1001139"/>
                </a:lnTo>
                <a:lnTo>
                  <a:pt x="2097964" y="1001068"/>
                </a:lnTo>
                <a:lnTo>
                  <a:pt x="2097975" y="1000998"/>
                </a:lnTo>
                <a:lnTo>
                  <a:pt x="2097984" y="1000931"/>
                </a:lnTo>
                <a:lnTo>
                  <a:pt x="2097992" y="1000865"/>
                </a:lnTo>
                <a:lnTo>
                  <a:pt x="2098000" y="1000801"/>
                </a:lnTo>
                <a:lnTo>
                  <a:pt x="2098006" y="1000738"/>
                </a:lnTo>
                <a:lnTo>
                  <a:pt x="2098011" y="1000677"/>
                </a:lnTo>
                <a:lnTo>
                  <a:pt x="2098015" y="1000618"/>
                </a:lnTo>
                <a:lnTo>
                  <a:pt x="2098017" y="1000561"/>
                </a:lnTo>
                <a:lnTo>
                  <a:pt x="2098019" y="1000505"/>
                </a:lnTo>
                <a:lnTo>
                  <a:pt x="2098020" y="1000450"/>
                </a:lnTo>
                <a:lnTo>
                  <a:pt x="2098020" y="1000397"/>
                </a:lnTo>
                <a:lnTo>
                  <a:pt x="2098020" y="1000345"/>
                </a:lnTo>
                <a:lnTo>
                  <a:pt x="2098020" y="1000293"/>
                </a:lnTo>
                <a:lnTo>
                  <a:pt x="2098020" y="1000241"/>
                </a:lnTo>
                <a:lnTo>
                  <a:pt x="2098020" y="1000190"/>
                </a:lnTo>
                <a:lnTo>
                  <a:pt x="2098020" y="1000140"/>
                </a:lnTo>
                <a:lnTo>
                  <a:pt x="2098020" y="1000090"/>
                </a:lnTo>
                <a:lnTo>
                  <a:pt x="2098020" y="1000041"/>
                </a:lnTo>
                <a:lnTo>
                  <a:pt x="2098020" y="999992"/>
                </a:lnTo>
                <a:lnTo>
                  <a:pt x="2098020" y="999944"/>
                </a:lnTo>
                <a:lnTo>
                  <a:pt x="2098020" y="999897"/>
                </a:lnTo>
                <a:lnTo>
                  <a:pt x="2098020" y="999850"/>
                </a:lnTo>
                <a:lnTo>
                  <a:pt x="2098020" y="999803"/>
                </a:lnTo>
                <a:lnTo>
                  <a:pt x="2098020" y="999757"/>
                </a:lnTo>
                <a:lnTo>
                  <a:pt x="2098020" y="999712"/>
                </a:lnTo>
                <a:lnTo>
                  <a:pt x="2098020" y="999667"/>
                </a:lnTo>
                <a:lnTo>
                  <a:pt x="2098020" y="999623"/>
                </a:lnTo>
                <a:lnTo>
                  <a:pt x="2098020" y="999579"/>
                </a:lnTo>
                <a:lnTo>
                  <a:pt x="2098020" y="999536"/>
                </a:lnTo>
                <a:lnTo>
                  <a:pt x="2098020" y="999494"/>
                </a:lnTo>
                <a:lnTo>
                  <a:pt x="2098020" y="999452"/>
                </a:lnTo>
                <a:lnTo>
                  <a:pt x="2098020" y="999410"/>
                </a:lnTo>
                <a:lnTo>
                  <a:pt x="2098020" y="999370"/>
                </a:lnTo>
                <a:lnTo>
                  <a:pt x="2098020" y="999329"/>
                </a:lnTo>
                <a:lnTo>
                  <a:pt x="2098012" y="998759"/>
                </a:lnTo>
                <a:lnTo>
                  <a:pt x="2097990" y="998196"/>
                </a:lnTo>
                <a:lnTo>
                  <a:pt x="2097952" y="997640"/>
                </a:lnTo>
                <a:lnTo>
                  <a:pt x="2097900" y="997091"/>
                </a:lnTo>
                <a:lnTo>
                  <a:pt x="2097832" y="996550"/>
                </a:lnTo>
                <a:lnTo>
                  <a:pt x="2097749" y="996016"/>
                </a:lnTo>
                <a:lnTo>
                  <a:pt x="2097652" y="995489"/>
                </a:lnTo>
                <a:lnTo>
                  <a:pt x="2097539" y="994969"/>
                </a:lnTo>
                <a:lnTo>
                  <a:pt x="2097411" y="994457"/>
                </a:lnTo>
                <a:lnTo>
                  <a:pt x="2097269" y="993951"/>
                </a:lnTo>
                <a:lnTo>
                  <a:pt x="2097111" y="993453"/>
                </a:lnTo>
                <a:lnTo>
                  <a:pt x="2096938" y="992963"/>
                </a:lnTo>
                <a:lnTo>
                  <a:pt x="2096751" y="992479"/>
                </a:lnTo>
                <a:lnTo>
                  <a:pt x="2096548" y="992003"/>
                </a:lnTo>
                <a:lnTo>
                  <a:pt x="2096330" y="991533"/>
                </a:lnTo>
                <a:lnTo>
                  <a:pt x="2096098" y="991072"/>
                </a:lnTo>
                <a:lnTo>
                  <a:pt x="2095850" y="990617"/>
                </a:lnTo>
                <a:lnTo>
                  <a:pt x="2095587" y="990170"/>
                </a:lnTo>
                <a:lnTo>
                  <a:pt x="2095309" y="989729"/>
                </a:lnTo>
                <a:lnTo>
                  <a:pt x="2095016" y="989296"/>
                </a:lnTo>
                <a:lnTo>
                  <a:pt x="2094709" y="988871"/>
                </a:lnTo>
                <a:lnTo>
                  <a:pt x="2094386" y="988452"/>
                </a:lnTo>
                <a:lnTo>
                  <a:pt x="2094048" y="988041"/>
                </a:lnTo>
                <a:lnTo>
                  <a:pt x="2093695" y="987637"/>
                </a:lnTo>
                <a:lnTo>
                  <a:pt x="2093329" y="987227"/>
                </a:lnTo>
                <a:lnTo>
                  <a:pt x="2092953" y="986825"/>
                </a:lnTo>
                <a:lnTo>
                  <a:pt x="2092566" y="986431"/>
                </a:lnTo>
                <a:lnTo>
                  <a:pt x="2092169" y="986044"/>
                </a:lnTo>
                <a:lnTo>
                  <a:pt x="2091761" y="985665"/>
                </a:lnTo>
                <a:lnTo>
                  <a:pt x="2091343" y="985294"/>
                </a:lnTo>
                <a:lnTo>
                  <a:pt x="2090914" y="984931"/>
                </a:lnTo>
                <a:lnTo>
                  <a:pt x="2090474" y="984576"/>
                </a:lnTo>
                <a:lnTo>
                  <a:pt x="2090024" y="984228"/>
                </a:lnTo>
                <a:lnTo>
                  <a:pt x="2089563" y="983888"/>
                </a:lnTo>
                <a:lnTo>
                  <a:pt x="2089092" y="983556"/>
                </a:lnTo>
                <a:lnTo>
                  <a:pt x="2088610" y="983232"/>
                </a:lnTo>
                <a:lnTo>
                  <a:pt x="2088117" y="982916"/>
                </a:lnTo>
                <a:lnTo>
                  <a:pt x="2087614" y="982607"/>
                </a:lnTo>
                <a:lnTo>
                  <a:pt x="2087101" y="982306"/>
                </a:lnTo>
                <a:lnTo>
                  <a:pt x="2086576" y="982013"/>
                </a:lnTo>
                <a:lnTo>
                  <a:pt x="2086042" y="981728"/>
                </a:lnTo>
                <a:lnTo>
                  <a:pt x="2085496" y="981450"/>
                </a:lnTo>
                <a:lnTo>
                  <a:pt x="2084941" y="981181"/>
                </a:lnTo>
                <a:lnTo>
                  <a:pt x="2084374" y="980919"/>
                </a:lnTo>
                <a:lnTo>
                  <a:pt x="2083797" y="980665"/>
                </a:lnTo>
                <a:lnTo>
                  <a:pt x="2083210" y="980418"/>
                </a:lnTo>
                <a:lnTo>
                  <a:pt x="2082611" y="980180"/>
                </a:lnTo>
                <a:lnTo>
                  <a:pt x="2082003" y="979949"/>
                </a:lnTo>
                <a:lnTo>
                  <a:pt x="2081399" y="979727"/>
                </a:lnTo>
                <a:lnTo>
                  <a:pt x="2080788" y="979514"/>
                </a:lnTo>
                <a:lnTo>
                  <a:pt x="2080171" y="979311"/>
                </a:lnTo>
                <a:lnTo>
                  <a:pt x="2079547" y="979117"/>
                </a:lnTo>
                <a:lnTo>
                  <a:pt x="2078916" y="978932"/>
                </a:lnTo>
                <a:lnTo>
                  <a:pt x="2078279" y="978758"/>
                </a:lnTo>
                <a:lnTo>
                  <a:pt x="2077635" y="978592"/>
                </a:lnTo>
                <a:lnTo>
                  <a:pt x="2076984" y="978436"/>
                </a:lnTo>
                <a:lnTo>
                  <a:pt x="2076327" y="978290"/>
                </a:lnTo>
                <a:lnTo>
                  <a:pt x="2075663" y="978152"/>
                </a:lnTo>
                <a:lnTo>
                  <a:pt x="2074992" y="978025"/>
                </a:lnTo>
                <a:lnTo>
                  <a:pt x="2074315" y="977907"/>
                </a:lnTo>
                <a:lnTo>
                  <a:pt x="2073631" y="977798"/>
                </a:lnTo>
                <a:lnTo>
                  <a:pt x="2072940" y="977699"/>
                </a:lnTo>
                <a:lnTo>
                  <a:pt x="2072242" y="977609"/>
                </a:lnTo>
                <a:lnTo>
                  <a:pt x="2071538" y="977528"/>
                </a:lnTo>
                <a:lnTo>
                  <a:pt x="2070828" y="977458"/>
                </a:lnTo>
                <a:lnTo>
                  <a:pt x="2070110" y="977396"/>
                </a:lnTo>
                <a:lnTo>
                  <a:pt x="2069386" y="977344"/>
                </a:lnTo>
                <a:lnTo>
                  <a:pt x="2068655" y="977302"/>
                </a:lnTo>
                <a:lnTo>
                  <a:pt x="2067918" y="977268"/>
                </a:lnTo>
                <a:lnTo>
                  <a:pt x="2067174" y="977245"/>
                </a:lnTo>
                <a:lnTo>
                  <a:pt x="2066423" y="977231"/>
                </a:lnTo>
                <a:lnTo>
                  <a:pt x="2065666" y="977226"/>
                </a:lnTo>
                <a:lnTo>
                  <a:pt x="2064802" y="977231"/>
                </a:lnTo>
                <a:lnTo>
                  <a:pt x="2063948" y="977245"/>
                </a:lnTo>
                <a:lnTo>
                  <a:pt x="2063103" y="977268"/>
                </a:lnTo>
                <a:lnTo>
                  <a:pt x="2062266" y="977302"/>
                </a:lnTo>
                <a:lnTo>
                  <a:pt x="2061439" y="977344"/>
                </a:lnTo>
                <a:lnTo>
                  <a:pt x="2060620" y="977396"/>
                </a:lnTo>
                <a:lnTo>
                  <a:pt x="2059810" y="977458"/>
                </a:lnTo>
                <a:lnTo>
                  <a:pt x="2059010" y="977528"/>
                </a:lnTo>
                <a:lnTo>
                  <a:pt x="2058218" y="977609"/>
                </a:lnTo>
                <a:lnTo>
                  <a:pt x="2057435" y="977699"/>
                </a:lnTo>
                <a:lnTo>
                  <a:pt x="2056660" y="977798"/>
                </a:lnTo>
                <a:lnTo>
                  <a:pt x="2055895" y="977907"/>
                </a:lnTo>
                <a:lnTo>
                  <a:pt x="2055139" y="978025"/>
                </a:lnTo>
                <a:lnTo>
                  <a:pt x="2054391" y="978152"/>
                </a:lnTo>
                <a:lnTo>
                  <a:pt x="2053653" y="978290"/>
                </a:lnTo>
                <a:lnTo>
                  <a:pt x="2052923" y="978436"/>
                </a:lnTo>
                <a:lnTo>
                  <a:pt x="2052202" y="978592"/>
                </a:lnTo>
                <a:lnTo>
                  <a:pt x="2051490" y="978758"/>
                </a:lnTo>
                <a:lnTo>
                  <a:pt x="2050787" y="978932"/>
                </a:lnTo>
                <a:lnTo>
                  <a:pt x="2050093" y="979117"/>
                </a:lnTo>
                <a:lnTo>
                  <a:pt x="2049408" y="979311"/>
                </a:lnTo>
                <a:lnTo>
                  <a:pt x="2048732" y="979514"/>
                </a:lnTo>
                <a:lnTo>
                  <a:pt x="2048065" y="979727"/>
                </a:lnTo>
                <a:lnTo>
                  <a:pt x="2047406" y="979949"/>
                </a:lnTo>
                <a:lnTo>
                  <a:pt x="2046771" y="980180"/>
                </a:lnTo>
                <a:lnTo>
                  <a:pt x="2046148" y="980420"/>
                </a:lnTo>
                <a:lnTo>
                  <a:pt x="2045537" y="980670"/>
                </a:lnTo>
                <a:lnTo>
                  <a:pt x="2044937" y="980928"/>
                </a:lnTo>
                <a:lnTo>
                  <a:pt x="2044349" y="981195"/>
                </a:lnTo>
                <a:lnTo>
                  <a:pt x="2043772" y="981470"/>
                </a:lnTo>
                <a:lnTo>
                  <a:pt x="2043208" y="981755"/>
                </a:lnTo>
                <a:lnTo>
                  <a:pt x="2042654" y="982049"/>
                </a:lnTo>
                <a:lnTo>
                  <a:pt x="2042113" y="982351"/>
                </a:lnTo>
                <a:lnTo>
                  <a:pt x="2041583" y="982663"/>
                </a:lnTo>
                <a:lnTo>
                  <a:pt x="2041065" y="982983"/>
                </a:lnTo>
                <a:lnTo>
                  <a:pt x="2040559" y="983312"/>
                </a:lnTo>
                <a:lnTo>
                  <a:pt x="2040064" y="983650"/>
                </a:lnTo>
                <a:lnTo>
                  <a:pt x="2039581" y="983997"/>
                </a:lnTo>
                <a:lnTo>
                  <a:pt x="2039110" y="984353"/>
                </a:lnTo>
                <a:lnTo>
                  <a:pt x="2038650" y="984718"/>
                </a:lnTo>
                <a:lnTo>
                  <a:pt x="2038202" y="985092"/>
                </a:lnTo>
                <a:lnTo>
                  <a:pt x="2037766" y="985475"/>
                </a:lnTo>
                <a:lnTo>
                  <a:pt x="2037341" y="985866"/>
                </a:lnTo>
                <a:lnTo>
                  <a:pt x="2036928" y="986267"/>
                </a:lnTo>
                <a:lnTo>
                  <a:pt x="2036527" y="986676"/>
                </a:lnTo>
                <a:lnTo>
                  <a:pt x="2036138" y="987094"/>
                </a:lnTo>
                <a:lnTo>
                  <a:pt x="2035760" y="987521"/>
                </a:lnTo>
                <a:lnTo>
                  <a:pt x="2035393" y="987957"/>
                </a:lnTo>
                <a:lnTo>
                  <a:pt x="2035041" y="988402"/>
                </a:lnTo>
                <a:lnTo>
                  <a:pt x="2034703" y="988857"/>
                </a:lnTo>
                <a:lnTo>
                  <a:pt x="2034380" y="989321"/>
                </a:lnTo>
                <a:lnTo>
                  <a:pt x="2034072" y="989795"/>
                </a:lnTo>
                <a:lnTo>
                  <a:pt x="2033779" y="990278"/>
                </a:lnTo>
                <a:lnTo>
                  <a:pt x="2033502" y="990770"/>
                </a:lnTo>
                <a:lnTo>
                  <a:pt x="2033239" y="991272"/>
                </a:lnTo>
                <a:lnTo>
                  <a:pt x="2032991" y="991783"/>
                </a:lnTo>
                <a:lnTo>
                  <a:pt x="2032758" y="992304"/>
                </a:lnTo>
                <a:lnTo>
                  <a:pt x="2032541" y="992835"/>
                </a:lnTo>
                <a:lnTo>
                  <a:pt x="2032338" y="993374"/>
                </a:lnTo>
                <a:lnTo>
                  <a:pt x="2032150" y="993923"/>
                </a:lnTo>
                <a:lnTo>
                  <a:pt x="2031978" y="994482"/>
                </a:lnTo>
                <a:lnTo>
                  <a:pt x="2031820" y="995050"/>
                </a:lnTo>
                <a:lnTo>
                  <a:pt x="2031677" y="995628"/>
                </a:lnTo>
                <a:lnTo>
                  <a:pt x="2031550" y="996215"/>
                </a:lnTo>
                <a:lnTo>
                  <a:pt x="2031437" y="996811"/>
                </a:lnTo>
                <a:lnTo>
                  <a:pt x="2031339" y="997417"/>
                </a:lnTo>
                <a:lnTo>
                  <a:pt x="2031257" y="998033"/>
                </a:lnTo>
                <a:lnTo>
                  <a:pt x="2031189" y="998657"/>
                </a:lnTo>
                <a:lnTo>
                  <a:pt x="2031137" y="999292"/>
                </a:lnTo>
                <a:lnTo>
                  <a:pt x="2031099" y="999935"/>
                </a:lnTo>
                <a:lnTo>
                  <a:pt x="2031077" y="1000589"/>
                </a:lnTo>
                <a:lnTo>
                  <a:pt x="2031069" y="1001251"/>
                </a:lnTo>
                <a:lnTo>
                  <a:pt x="2031074" y="1001821"/>
                </a:lnTo>
                <a:lnTo>
                  <a:pt x="2031089" y="1002384"/>
                </a:lnTo>
                <a:lnTo>
                  <a:pt x="2031114" y="1002938"/>
                </a:lnTo>
                <a:lnTo>
                  <a:pt x="2031149" y="1003485"/>
                </a:lnTo>
                <a:lnTo>
                  <a:pt x="2031194" y="1004024"/>
                </a:lnTo>
                <a:lnTo>
                  <a:pt x="2031249" y="1004555"/>
                </a:lnTo>
                <a:lnTo>
                  <a:pt x="2031314" y="1005078"/>
                </a:lnTo>
                <a:lnTo>
                  <a:pt x="2031389" y="1005594"/>
                </a:lnTo>
                <a:lnTo>
                  <a:pt x="2031474" y="1006101"/>
                </a:lnTo>
                <a:lnTo>
                  <a:pt x="2031570" y="1006601"/>
                </a:lnTo>
                <a:lnTo>
                  <a:pt x="2031675" y="1007093"/>
                </a:lnTo>
                <a:lnTo>
                  <a:pt x="2031790" y="1007578"/>
                </a:lnTo>
                <a:lnTo>
                  <a:pt x="2031915" y="1008054"/>
                </a:lnTo>
                <a:lnTo>
                  <a:pt x="2032050" y="1008523"/>
                </a:lnTo>
                <a:lnTo>
                  <a:pt x="2032195" y="1008984"/>
                </a:lnTo>
                <a:lnTo>
                  <a:pt x="2032350" y="1009438"/>
                </a:lnTo>
                <a:lnTo>
                  <a:pt x="2032516" y="1009883"/>
                </a:lnTo>
                <a:lnTo>
                  <a:pt x="2032691" y="1010321"/>
                </a:lnTo>
                <a:lnTo>
                  <a:pt x="2032876" y="1010751"/>
                </a:lnTo>
                <a:lnTo>
                  <a:pt x="2033071" y="1011173"/>
                </a:lnTo>
                <a:lnTo>
                  <a:pt x="2033276" y="1011587"/>
                </a:lnTo>
                <a:lnTo>
                  <a:pt x="2033492" y="1011994"/>
                </a:lnTo>
                <a:lnTo>
                  <a:pt x="2033717" y="1012392"/>
                </a:lnTo>
                <a:lnTo>
                  <a:pt x="2033952" y="1012783"/>
                </a:lnTo>
                <a:lnTo>
                  <a:pt x="2034199" y="1013154"/>
                </a:lnTo>
                <a:lnTo>
                  <a:pt x="2034458" y="1013520"/>
                </a:lnTo>
                <a:lnTo>
                  <a:pt x="2034730" y="1013880"/>
                </a:lnTo>
                <a:lnTo>
                  <a:pt x="2035015" y="1014234"/>
                </a:lnTo>
                <a:lnTo>
                  <a:pt x="2035313" y="1014582"/>
                </a:lnTo>
                <a:lnTo>
                  <a:pt x="2035624" y="1014926"/>
                </a:lnTo>
                <a:lnTo>
                  <a:pt x="2035947" y="1015263"/>
                </a:lnTo>
                <a:lnTo>
                  <a:pt x="2036283" y="1015595"/>
                </a:lnTo>
                <a:lnTo>
                  <a:pt x="2036632" y="1015922"/>
                </a:lnTo>
                <a:lnTo>
                  <a:pt x="2036994" y="1016243"/>
                </a:lnTo>
                <a:lnTo>
                  <a:pt x="2037369" y="1016558"/>
                </a:lnTo>
                <a:lnTo>
                  <a:pt x="2037756" y="1016868"/>
                </a:lnTo>
                <a:lnTo>
                  <a:pt x="2038156" y="1017172"/>
                </a:lnTo>
                <a:lnTo>
                  <a:pt x="2038569" y="1017471"/>
                </a:lnTo>
                <a:lnTo>
                  <a:pt x="2038995" y="1017764"/>
                </a:lnTo>
                <a:lnTo>
                  <a:pt x="2039433" y="1018051"/>
                </a:lnTo>
                <a:lnTo>
                  <a:pt x="2039885" y="1018333"/>
                </a:lnTo>
                <a:lnTo>
                  <a:pt x="2040349" y="1018610"/>
                </a:lnTo>
                <a:lnTo>
                  <a:pt x="2040826" y="1018880"/>
                </a:lnTo>
                <a:lnTo>
                  <a:pt x="2041315" y="1019146"/>
                </a:lnTo>
                <a:lnTo>
                  <a:pt x="2041818" y="1019405"/>
                </a:lnTo>
                <a:lnTo>
                  <a:pt x="2042333" y="1019660"/>
                </a:lnTo>
                <a:lnTo>
                  <a:pt x="2042861" y="1019908"/>
                </a:lnTo>
                <a:lnTo>
                  <a:pt x="2043402" y="1020151"/>
                </a:lnTo>
                <a:lnTo>
                  <a:pt x="2043957" y="1020377"/>
                </a:lnTo>
                <a:lnTo>
                  <a:pt x="2044525" y="1020599"/>
                </a:lnTo>
                <a:lnTo>
                  <a:pt x="2045109" y="1020819"/>
                </a:lnTo>
                <a:lnTo>
                  <a:pt x="2045707" y="1021037"/>
                </a:lnTo>
                <a:lnTo>
                  <a:pt x="2046319" y="1021251"/>
                </a:lnTo>
                <a:lnTo>
                  <a:pt x="2046946" y="1021463"/>
                </a:lnTo>
                <a:lnTo>
                  <a:pt x="2047587" y="1021671"/>
                </a:lnTo>
                <a:lnTo>
                  <a:pt x="2048243" y="1021877"/>
                </a:lnTo>
                <a:lnTo>
                  <a:pt x="2048913" y="1022081"/>
                </a:lnTo>
                <a:lnTo>
                  <a:pt x="2049597" y="1022281"/>
                </a:lnTo>
                <a:lnTo>
                  <a:pt x="2050296" y="1022479"/>
                </a:lnTo>
                <a:lnTo>
                  <a:pt x="2051010" y="1022674"/>
                </a:lnTo>
                <a:lnTo>
                  <a:pt x="2051738" y="1022866"/>
                </a:lnTo>
                <a:lnTo>
                  <a:pt x="2052480" y="1023055"/>
                </a:lnTo>
                <a:lnTo>
                  <a:pt x="2053237" y="1023242"/>
                </a:lnTo>
                <a:lnTo>
                  <a:pt x="2054009" y="1023426"/>
                </a:lnTo>
                <a:lnTo>
                  <a:pt x="2054795" y="1023607"/>
                </a:lnTo>
                <a:lnTo>
                  <a:pt x="2055595" y="1023785"/>
                </a:lnTo>
                <a:lnTo>
                  <a:pt x="2056410" y="1023960"/>
                </a:lnTo>
                <a:lnTo>
                  <a:pt x="2057239" y="1024133"/>
                </a:lnTo>
                <a:lnTo>
                  <a:pt x="2058083" y="1024303"/>
                </a:lnTo>
                <a:lnTo>
                  <a:pt x="2058941" y="1024470"/>
                </a:lnTo>
                <a:lnTo>
                  <a:pt x="2059813" y="1024634"/>
                </a:lnTo>
                <a:lnTo>
                  <a:pt x="2060700" y="1024796"/>
                </a:lnTo>
                <a:lnTo>
                  <a:pt x="2061533" y="1024930"/>
                </a:lnTo>
                <a:lnTo>
                  <a:pt x="2062349" y="1025064"/>
                </a:lnTo>
                <a:lnTo>
                  <a:pt x="2063148" y="1025199"/>
                </a:lnTo>
                <a:lnTo>
                  <a:pt x="2063930" y="1025334"/>
                </a:lnTo>
                <a:lnTo>
                  <a:pt x="2064696" y="1025470"/>
                </a:lnTo>
                <a:lnTo>
                  <a:pt x="2065445" y="1025607"/>
                </a:lnTo>
                <a:lnTo>
                  <a:pt x="2066178" y="1025744"/>
                </a:lnTo>
                <a:lnTo>
                  <a:pt x="2066893" y="1025882"/>
                </a:lnTo>
                <a:lnTo>
                  <a:pt x="2067592" y="1026020"/>
                </a:lnTo>
                <a:lnTo>
                  <a:pt x="2068275" y="1026159"/>
                </a:lnTo>
                <a:lnTo>
                  <a:pt x="2068941" y="1026298"/>
                </a:lnTo>
                <a:lnTo>
                  <a:pt x="2069590" y="1026438"/>
                </a:lnTo>
                <a:lnTo>
                  <a:pt x="2070222" y="1026578"/>
                </a:lnTo>
                <a:lnTo>
                  <a:pt x="2070838" y="1026719"/>
                </a:lnTo>
                <a:lnTo>
                  <a:pt x="2071436" y="1026861"/>
                </a:lnTo>
                <a:lnTo>
                  <a:pt x="2072019" y="1027003"/>
                </a:lnTo>
                <a:lnTo>
                  <a:pt x="2072584" y="1027145"/>
                </a:lnTo>
                <a:lnTo>
                  <a:pt x="2073133" y="1027289"/>
                </a:lnTo>
                <a:lnTo>
                  <a:pt x="2073665" y="1027432"/>
                </a:lnTo>
                <a:lnTo>
                  <a:pt x="2074181" y="1027577"/>
                </a:lnTo>
                <a:lnTo>
                  <a:pt x="2074680" y="1027722"/>
                </a:lnTo>
                <a:lnTo>
                  <a:pt x="2075162" y="1027867"/>
                </a:lnTo>
                <a:lnTo>
                  <a:pt x="2075628" y="1028013"/>
                </a:lnTo>
                <a:lnTo>
                  <a:pt x="2076076" y="1028160"/>
                </a:lnTo>
                <a:lnTo>
                  <a:pt x="2076524" y="1028307"/>
                </a:lnTo>
                <a:lnTo>
                  <a:pt x="2076961" y="1028458"/>
                </a:lnTo>
                <a:lnTo>
                  <a:pt x="2077385" y="1028610"/>
                </a:lnTo>
                <a:lnTo>
                  <a:pt x="2077798" y="1028765"/>
                </a:lnTo>
                <a:lnTo>
                  <a:pt x="2078200" y="1028921"/>
                </a:lnTo>
                <a:lnTo>
                  <a:pt x="2078589" y="1029081"/>
                </a:lnTo>
                <a:lnTo>
                  <a:pt x="2078967" y="1029242"/>
                </a:lnTo>
                <a:lnTo>
                  <a:pt x="2079333" y="1029405"/>
                </a:lnTo>
                <a:lnTo>
                  <a:pt x="2079688" y="1029571"/>
                </a:lnTo>
                <a:lnTo>
                  <a:pt x="2080031" y="1029739"/>
                </a:lnTo>
                <a:lnTo>
                  <a:pt x="2080362" y="1029909"/>
                </a:lnTo>
                <a:lnTo>
                  <a:pt x="2080681" y="1030082"/>
                </a:lnTo>
                <a:lnTo>
                  <a:pt x="2080989" y="1030256"/>
                </a:lnTo>
                <a:lnTo>
                  <a:pt x="2081285" y="1030433"/>
                </a:lnTo>
                <a:lnTo>
                  <a:pt x="2081570" y="1030612"/>
                </a:lnTo>
                <a:lnTo>
                  <a:pt x="2081843" y="1030793"/>
                </a:lnTo>
                <a:lnTo>
                  <a:pt x="2082104" y="1030977"/>
                </a:lnTo>
                <a:lnTo>
                  <a:pt x="2082353" y="1031163"/>
                </a:lnTo>
                <a:lnTo>
                  <a:pt x="2082591" y="1031351"/>
                </a:lnTo>
                <a:lnTo>
                  <a:pt x="2082817" y="1031541"/>
                </a:lnTo>
                <a:lnTo>
                  <a:pt x="2083031" y="1031733"/>
                </a:lnTo>
                <a:lnTo>
                  <a:pt x="2083234" y="1031928"/>
                </a:lnTo>
                <a:lnTo>
                  <a:pt x="2083425" y="1032125"/>
                </a:lnTo>
                <a:lnTo>
                  <a:pt x="2083604" y="1032324"/>
                </a:lnTo>
                <a:lnTo>
                  <a:pt x="2083774" y="1032526"/>
                </a:lnTo>
                <a:lnTo>
                  <a:pt x="2083937" y="1032733"/>
                </a:lnTo>
                <a:lnTo>
                  <a:pt x="2084092" y="1032945"/>
                </a:lnTo>
                <a:lnTo>
                  <a:pt x="2084241" y="1033160"/>
                </a:lnTo>
                <a:lnTo>
                  <a:pt x="2084382" y="1033381"/>
                </a:lnTo>
                <a:lnTo>
                  <a:pt x="2084515" y="1033605"/>
                </a:lnTo>
                <a:lnTo>
                  <a:pt x="2084642" y="1033834"/>
                </a:lnTo>
                <a:lnTo>
                  <a:pt x="2084761" y="1034068"/>
                </a:lnTo>
                <a:lnTo>
                  <a:pt x="2084873" y="1034306"/>
                </a:lnTo>
                <a:lnTo>
                  <a:pt x="2084978" y="1034549"/>
                </a:lnTo>
                <a:lnTo>
                  <a:pt x="2085076" y="1034795"/>
                </a:lnTo>
                <a:lnTo>
                  <a:pt x="2085166" y="1035047"/>
                </a:lnTo>
                <a:lnTo>
                  <a:pt x="2085249" y="1035303"/>
                </a:lnTo>
                <a:lnTo>
                  <a:pt x="2085325" y="1035563"/>
                </a:lnTo>
                <a:lnTo>
                  <a:pt x="2085394" y="1035828"/>
                </a:lnTo>
                <a:lnTo>
                  <a:pt x="2085455" y="1036097"/>
                </a:lnTo>
                <a:lnTo>
                  <a:pt x="2085509" y="1036370"/>
                </a:lnTo>
                <a:lnTo>
                  <a:pt x="2085556" y="1036649"/>
                </a:lnTo>
                <a:lnTo>
                  <a:pt x="2085596" y="1036931"/>
                </a:lnTo>
                <a:lnTo>
                  <a:pt x="2085629" y="1037218"/>
                </a:lnTo>
                <a:lnTo>
                  <a:pt x="2085654" y="1037509"/>
                </a:lnTo>
                <a:lnTo>
                  <a:pt x="2085672" y="1037805"/>
                </a:lnTo>
                <a:lnTo>
                  <a:pt x="2085683" y="1038106"/>
                </a:lnTo>
                <a:lnTo>
                  <a:pt x="2085687" y="1038410"/>
                </a:lnTo>
                <a:lnTo>
                  <a:pt x="2085678" y="1038874"/>
                </a:lnTo>
                <a:lnTo>
                  <a:pt x="2085651" y="1039330"/>
                </a:lnTo>
                <a:lnTo>
                  <a:pt x="2085607" y="1039779"/>
                </a:lnTo>
                <a:lnTo>
                  <a:pt x="2085544" y="1040221"/>
                </a:lnTo>
                <a:lnTo>
                  <a:pt x="2085464" y="1040656"/>
                </a:lnTo>
                <a:lnTo>
                  <a:pt x="2085366" y="1041083"/>
                </a:lnTo>
                <a:lnTo>
                  <a:pt x="2085251" y="1041503"/>
                </a:lnTo>
                <a:lnTo>
                  <a:pt x="2085117" y="1041916"/>
                </a:lnTo>
                <a:lnTo>
                  <a:pt x="2084966" y="1042322"/>
                </a:lnTo>
                <a:lnTo>
                  <a:pt x="2084797" y="1042721"/>
                </a:lnTo>
                <a:lnTo>
                  <a:pt x="2084610" y="1043112"/>
                </a:lnTo>
                <a:lnTo>
                  <a:pt x="2084405" y="1043496"/>
                </a:lnTo>
                <a:lnTo>
                  <a:pt x="2084183" y="1043873"/>
                </a:lnTo>
                <a:lnTo>
                  <a:pt x="2083943" y="1044242"/>
                </a:lnTo>
                <a:lnTo>
                  <a:pt x="2083684" y="1044604"/>
                </a:lnTo>
                <a:lnTo>
                  <a:pt x="2083409" y="1044960"/>
                </a:lnTo>
                <a:lnTo>
                  <a:pt x="2083115" y="1045307"/>
                </a:lnTo>
                <a:lnTo>
                  <a:pt x="2082804" y="1045648"/>
                </a:lnTo>
                <a:lnTo>
                  <a:pt x="2082474" y="1045981"/>
                </a:lnTo>
                <a:lnTo>
                  <a:pt x="2082127" y="1046308"/>
                </a:lnTo>
                <a:lnTo>
                  <a:pt x="2081762" y="1046627"/>
                </a:lnTo>
                <a:lnTo>
                  <a:pt x="2081380" y="1046938"/>
                </a:lnTo>
                <a:lnTo>
                  <a:pt x="2080979" y="1047243"/>
                </a:lnTo>
                <a:lnTo>
                  <a:pt x="2080561" y="1047540"/>
                </a:lnTo>
                <a:lnTo>
                  <a:pt x="2080139" y="1047814"/>
                </a:lnTo>
                <a:lnTo>
                  <a:pt x="2079700" y="1048077"/>
                </a:lnTo>
                <a:lnTo>
                  <a:pt x="2079245" y="1048328"/>
                </a:lnTo>
                <a:lnTo>
                  <a:pt x="2078773" y="1048568"/>
                </a:lnTo>
                <a:lnTo>
                  <a:pt x="2078284" y="1048796"/>
                </a:lnTo>
                <a:lnTo>
                  <a:pt x="2077778" y="1049012"/>
                </a:lnTo>
                <a:lnTo>
                  <a:pt x="2077256" y="1049216"/>
                </a:lnTo>
                <a:lnTo>
                  <a:pt x="2076717" y="1049409"/>
                </a:lnTo>
                <a:lnTo>
                  <a:pt x="2076162" y="1049590"/>
                </a:lnTo>
                <a:lnTo>
                  <a:pt x="2075589" y="1049759"/>
                </a:lnTo>
                <a:lnTo>
                  <a:pt x="2075000" y="1049917"/>
                </a:lnTo>
                <a:lnTo>
                  <a:pt x="2074395" y="1050063"/>
                </a:lnTo>
                <a:lnTo>
                  <a:pt x="2073772" y="1050197"/>
                </a:lnTo>
                <a:lnTo>
                  <a:pt x="2073133" y="1050320"/>
                </a:lnTo>
                <a:lnTo>
                  <a:pt x="2072478" y="1050431"/>
                </a:lnTo>
                <a:lnTo>
                  <a:pt x="2071805" y="1050530"/>
                </a:lnTo>
                <a:lnTo>
                  <a:pt x="2071116" y="1050617"/>
                </a:lnTo>
                <a:lnTo>
                  <a:pt x="2070410" y="1050693"/>
                </a:lnTo>
                <a:lnTo>
                  <a:pt x="2069688" y="1050758"/>
                </a:lnTo>
                <a:lnTo>
                  <a:pt x="2068949" y="1050810"/>
                </a:lnTo>
                <a:lnTo>
                  <a:pt x="2068193" y="1050851"/>
                </a:lnTo>
                <a:lnTo>
                  <a:pt x="2067421" y="1050880"/>
                </a:lnTo>
                <a:lnTo>
                  <a:pt x="2066631" y="1050898"/>
                </a:lnTo>
                <a:lnTo>
                  <a:pt x="2065826" y="1050904"/>
                </a:lnTo>
                <a:lnTo>
                  <a:pt x="2064927" y="1050897"/>
                </a:lnTo>
                <a:lnTo>
                  <a:pt x="2064045" y="1050878"/>
                </a:lnTo>
                <a:lnTo>
                  <a:pt x="2063180" y="1050846"/>
                </a:lnTo>
                <a:lnTo>
                  <a:pt x="2062333" y="1050801"/>
                </a:lnTo>
                <a:lnTo>
                  <a:pt x="2061503" y="1050744"/>
                </a:lnTo>
                <a:lnTo>
                  <a:pt x="2060690" y="1050673"/>
                </a:lnTo>
                <a:lnTo>
                  <a:pt x="2059895" y="1050590"/>
                </a:lnTo>
                <a:lnTo>
                  <a:pt x="2059116" y="1050494"/>
                </a:lnTo>
                <a:lnTo>
                  <a:pt x="2058355" y="1050385"/>
                </a:lnTo>
                <a:lnTo>
                  <a:pt x="2057611" y="1050264"/>
                </a:lnTo>
                <a:lnTo>
                  <a:pt x="2056885" y="1050130"/>
                </a:lnTo>
                <a:lnTo>
                  <a:pt x="2056175" y="1049983"/>
                </a:lnTo>
                <a:lnTo>
                  <a:pt x="2055483" y="1049823"/>
                </a:lnTo>
                <a:lnTo>
                  <a:pt x="2054808" y="1049650"/>
                </a:lnTo>
                <a:lnTo>
                  <a:pt x="2054151" y="1049465"/>
                </a:lnTo>
                <a:lnTo>
                  <a:pt x="2053510" y="1049266"/>
                </a:lnTo>
                <a:lnTo>
                  <a:pt x="2052887" y="1049055"/>
                </a:lnTo>
                <a:lnTo>
                  <a:pt x="2052281" y="1048831"/>
                </a:lnTo>
                <a:lnTo>
                  <a:pt x="2051693" y="1048595"/>
                </a:lnTo>
                <a:lnTo>
                  <a:pt x="2051121" y="1048345"/>
                </a:lnTo>
                <a:lnTo>
                  <a:pt x="2050567" y="1048083"/>
                </a:lnTo>
                <a:lnTo>
                  <a:pt x="2050030" y="1047808"/>
                </a:lnTo>
                <a:lnTo>
                  <a:pt x="2049510" y="1047520"/>
                </a:lnTo>
                <a:lnTo>
                  <a:pt x="2049008" y="1047220"/>
                </a:lnTo>
                <a:lnTo>
                  <a:pt x="2048537" y="1046894"/>
                </a:lnTo>
                <a:lnTo>
                  <a:pt x="2048087" y="1046559"/>
                </a:lnTo>
                <a:lnTo>
                  <a:pt x="2047656" y="1046214"/>
                </a:lnTo>
                <a:lnTo>
                  <a:pt x="2047246" y="1045858"/>
                </a:lnTo>
                <a:lnTo>
                  <a:pt x="2046856" y="1045493"/>
                </a:lnTo>
                <a:lnTo>
                  <a:pt x="2046485" y="1045117"/>
                </a:lnTo>
                <a:lnTo>
                  <a:pt x="2046135" y="1044732"/>
                </a:lnTo>
                <a:lnTo>
                  <a:pt x="2045805" y="1044337"/>
                </a:lnTo>
                <a:lnTo>
                  <a:pt x="2045494" y="1043931"/>
                </a:lnTo>
                <a:lnTo>
                  <a:pt x="2045204" y="1043516"/>
                </a:lnTo>
                <a:lnTo>
                  <a:pt x="2044934" y="1043090"/>
                </a:lnTo>
                <a:lnTo>
                  <a:pt x="2044683" y="1042655"/>
                </a:lnTo>
                <a:lnTo>
                  <a:pt x="2044453" y="1042209"/>
                </a:lnTo>
                <a:lnTo>
                  <a:pt x="2044243" y="1041754"/>
                </a:lnTo>
                <a:lnTo>
                  <a:pt x="2044053" y="1041288"/>
                </a:lnTo>
                <a:lnTo>
                  <a:pt x="2043882" y="1040813"/>
                </a:lnTo>
                <a:lnTo>
                  <a:pt x="2043732" y="1040327"/>
                </a:lnTo>
                <a:lnTo>
                  <a:pt x="2043602" y="1039832"/>
                </a:lnTo>
                <a:lnTo>
                  <a:pt x="2043492" y="1039326"/>
                </a:lnTo>
                <a:lnTo>
                  <a:pt x="2043402" y="1038811"/>
                </a:lnTo>
                <a:lnTo>
                  <a:pt x="2043332" y="1038285"/>
                </a:lnTo>
                <a:lnTo>
                  <a:pt x="2043282" y="1037750"/>
                </a:lnTo>
                <a:lnTo>
                  <a:pt x="2043252" y="1037204"/>
                </a:lnTo>
                <a:lnTo>
                  <a:pt x="2043242" y="1036649"/>
                </a:lnTo>
                <a:lnTo>
                  <a:pt x="2043242" y="1035047"/>
                </a:lnTo>
                <a:lnTo>
                  <a:pt x="2029467" y="1035047"/>
                </a:lnTo>
                <a:lnTo>
                  <a:pt x="2029454" y="1035140"/>
                </a:lnTo>
                <a:lnTo>
                  <a:pt x="2029442" y="1035233"/>
                </a:lnTo>
                <a:lnTo>
                  <a:pt x="2029430" y="1035325"/>
                </a:lnTo>
                <a:lnTo>
                  <a:pt x="2029418" y="1035416"/>
                </a:lnTo>
                <a:lnTo>
                  <a:pt x="2029407" y="1035507"/>
                </a:lnTo>
                <a:lnTo>
                  <a:pt x="2029397" y="1035597"/>
                </a:lnTo>
                <a:lnTo>
                  <a:pt x="2029387" y="1035687"/>
                </a:lnTo>
                <a:lnTo>
                  <a:pt x="2029378" y="1035776"/>
                </a:lnTo>
                <a:lnTo>
                  <a:pt x="2029370" y="1035865"/>
                </a:lnTo>
                <a:lnTo>
                  <a:pt x="2029362" y="1035953"/>
                </a:lnTo>
                <a:lnTo>
                  <a:pt x="2029354" y="1036041"/>
                </a:lnTo>
                <a:lnTo>
                  <a:pt x="2029347" y="1036128"/>
                </a:lnTo>
                <a:lnTo>
                  <a:pt x="2029341" y="1036214"/>
                </a:lnTo>
                <a:lnTo>
                  <a:pt x="2029335" y="1036300"/>
                </a:lnTo>
                <a:lnTo>
                  <a:pt x="2029330" y="1036386"/>
                </a:lnTo>
                <a:lnTo>
                  <a:pt x="2029325" y="1036471"/>
                </a:lnTo>
                <a:lnTo>
                  <a:pt x="2029321" y="1036555"/>
                </a:lnTo>
                <a:lnTo>
                  <a:pt x="2029317" y="1036639"/>
                </a:lnTo>
                <a:lnTo>
                  <a:pt x="2029314" y="1036722"/>
                </a:lnTo>
                <a:lnTo>
                  <a:pt x="2029312" y="1036804"/>
                </a:lnTo>
                <a:lnTo>
                  <a:pt x="2029310" y="1036886"/>
                </a:lnTo>
                <a:lnTo>
                  <a:pt x="2029308" y="1036968"/>
                </a:lnTo>
                <a:lnTo>
                  <a:pt x="2029307" y="1037049"/>
                </a:lnTo>
                <a:lnTo>
                  <a:pt x="2029307" y="1037129"/>
                </a:lnTo>
                <a:lnTo>
                  <a:pt x="2029307" y="1037208"/>
                </a:lnTo>
                <a:lnTo>
                  <a:pt x="2029307" y="1037286"/>
                </a:lnTo>
                <a:lnTo>
                  <a:pt x="2029307" y="1037362"/>
                </a:lnTo>
                <a:lnTo>
                  <a:pt x="2029307" y="1037436"/>
                </a:lnTo>
                <a:lnTo>
                  <a:pt x="2029307" y="1037509"/>
                </a:lnTo>
                <a:lnTo>
                  <a:pt x="2029307" y="1037580"/>
                </a:lnTo>
                <a:lnTo>
                  <a:pt x="2029307" y="1037649"/>
                </a:lnTo>
                <a:lnTo>
                  <a:pt x="2029307" y="1037716"/>
                </a:lnTo>
                <a:lnTo>
                  <a:pt x="2029307" y="1037782"/>
                </a:lnTo>
                <a:lnTo>
                  <a:pt x="2029307" y="1037847"/>
                </a:lnTo>
                <a:lnTo>
                  <a:pt x="2029307" y="1037909"/>
                </a:lnTo>
                <a:lnTo>
                  <a:pt x="2029307" y="1037970"/>
                </a:lnTo>
                <a:lnTo>
                  <a:pt x="2029307" y="1038029"/>
                </a:lnTo>
                <a:lnTo>
                  <a:pt x="2029307" y="1038087"/>
                </a:lnTo>
                <a:lnTo>
                  <a:pt x="2029307" y="1038143"/>
                </a:lnTo>
                <a:lnTo>
                  <a:pt x="2029307" y="1038197"/>
                </a:lnTo>
                <a:lnTo>
                  <a:pt x="2029307" y="1038249"/>
                </a:lnTo>
                <a:lnTo>
                  <a:pt x="2029307" y="1038300"/>
                </a:lnTo>
                <a:lnTo>
                  <a:pt x="2029307" y="1038350"/>
                </a:lnTo>
                <a:lnTo>
                  <a:pt x="2029307" y="1038397"/>
                </a:lnTo>
                <a:lnTo>
                  <a:pt x="2029307" y="1038443"/>
                </a:lnTo>
                <a:lnTo>
                  <a:pt x="2029307" y="1038487"/>
                </a:lnTo>
                <a:lnTo>
                  <a:pt x="2029307" y="1038530"/>
                </a:lnTo>
                <a:lnTo>
                  <a:pt x="2029307" y="1038571"/>
                </a:lnTo>
                <a:lnTo>
                  <a:pt x="2029315" y="1039181"/>
                </a:lnTo>
                <a:lnTo>
                  <a:pt x="2029337" y="1039785"/>
                </a:lnTo>
                <a:lnTo>
                  <a:pt x="2029375" y="1040383"/>
                </a:lnTo>
                <a:lnTo>
                  <a:pt x="2029427" y="1040973"/>
                </a:lnTo>
                <a:lnTo>
                  <a:pt x="2029495" y="1041557"/>
                </a:lnTo>
                <a:lnTo>
                  <a:pt x="2029577" y="1042134"/>
                </a:lnTo>
                <a:lnTo>
                  <a:pt x="2029675" y="1042705"/>
                </a:lnTo>
                <a:lnTo>
                  <a:pt x="2029788" y="1043269"/>
                </a:lnTo>
                <a:lnTo>
                  <a:pt x="2029915" y="1043826"/>
                </a:lnTo>
                <a:lnTo>
                  <a:pt x="2030058" y="1044377"/>
                </a:lnTo>
                <a:lnTo>
                  <a:pt x="2030216" y="1044921"/>
                </a:lnTo>
                <a:lnTo>
                  <a:pt x="2030388" y="1045458"/>
                </a:lnTo>
                <a:lnTo>
                  <a:pt x="2030576" y="1045988"/>
                </a:lnTo>
                <a:lnTo>
                  <a:pt x="2030779" y="1046512"/>
                </a:lnTo>
                <a:lnTo>
                  <a:pt x="2030996" y="1047029"/>
                </a:lnTo>
                <a:lnTo>
                  <a:pt x="2031229" y="1047540"/>
                </a:lnTo>
                <a:lnTo>
                  <a:pt x="2031477" y="1048044"/>
                </a:lnTo>
                <a:lnTo>
                  <a:pt x="2031740" y="1048541"/>
                </a:lnTo>
                <a:lnTo>
                  <a:pt x="2032017" y="1049032"/>
                </a:lnTo>
                <a:lnTo>
                  <a:pt x="2032310" y="1049515"/>
                </a:lnTo>
                <a:lnTo>
                  <a:pt x="2032618" y="1049993"/>
                </a:lnTo>
                <a:lnTo>
                  <a:pt x="2032941" y="1050463"/>
                </a:lnTo>
                <a:lnTo>
                  <a:pt x="2033279" y="1050927"/>
                </a:lnTo>
                <a:lnTo>
                  <a:pt x="2033632" y="1051384"/>
                </a:lnTo>
                <a:lnTo>
                  <a:pt x="2034011" y="1051820"/>
                </a:lnTo>
                <a:lnTo>
                  <a:pt x="2034401" y="1052248"/>
                </a:lnTo>
                <a:lnTo>
                  <a:pt x="2034803" y="1052668"/>
                </a:lnTo>
                <a:lnTo>
                  <a:pt x="2035216" y="1053079"/>
                </a:lnTo>
                <a:lnTo>
                  <a:pt x="2035639" y="1053482"/>
                </a:lnTo>
                <a:lnTo>
                  <a:pt x="2036074" y="1053877"/>
                </a:lnTo>
                <a:lnTo>
                  <a:pt x="2036520" y="1054263"/>
                </a:lnTo>
                <a:lnTo>
                  <a:pt x="2036977" y="1054641"/>
                </a:lnTo>
                <a:lnTo>
                  <a:pt x="2037446" y="1055010"/>
                </a:lnTo>
                <a:lnTo>
                  <a:pt x="2037925" y="1055372"/>
                </a:lnTo>
                <a:lnTo>
                  <a:pt x="2038416" y="1055725"/>
                </a:lnTo>
                <a:lnTo>
                  <a:pt x="2038917" y="1056069"/>
                </a:lnTo>
                <a:lnTo>
                  <a:pt x="2039430" y="1056405"/>
                </a:lnTo>
                <a:lnTo>
                  <a:pt x="2039954" y="1056733"/>
                </a:lnTo>
                <a:lnTo>
                  <a:pt x="2040489" y="1057053"/>
                </a:lnTo>
                <a:lnTo>
                  <a:pt x="2041035" y="1057364"/>
                </a:lnTo>
                <a:lnTo>
                  <a:pt x="2041592" y="1057667"/>
                </a:lnTo>
                <a:lnTo>
                  <a:pt x="2042161" y="1057961"/>
                </a:lnTo>
                <a:lnTo>
                  <a:pt x="2042740" y="1058247"/>
                </a:lnTo>
                <a:lnTo>
                  <a:pt x="2043331" y="1058525"/>
                </a:lnTo>
                <a:lnTo>
                  <a:pt x="2043932" y="1058794"/>
                </a:lnTo>
                <a:lnTo>
                  <a:pt x="2044545" y="1059055"/>
                </a:lnTo>
                <a:lnTo>
                  <a:pt x="2045169" y="1059308"/>
                </a:lnTo>
                <a:lnTo>
                  <a:pt x="2045804" y="1059553"/>
                </a:lnTo>
                <a:lnTo>
                  <a:pt x="2046462" y="1059775"/>
                </a:lnTo>
                <a:lnTo>
                  <a:pt x="2047128" y="1059988"/>
                </a:lnTo>
                <a:lnTo>
                  <a:pt x="2047802" y="1060191"/>
                </a:lnTo>
                <a:lnTo>
                  <a:pt x="2048483" y="1060385"/>
                </a:lnTo>
                <a:lnTo>
                  <a:pt x="2049172" y="1060569"/>
                </a:lnTo>
                <a:lnTo>
                  <a:pt x="2049869" y="1060744"/>
                </a:lnTo>
                <a:lnTo>
                  <a:pt x="2050573" y="1060909"/>
                </a:lnTo>
                <a:lnTo>
                  <a:pt x="2051286" y="1061065"/>
                </a:lnTo>
                <a:lnTo>
                  <a:pt x="2052006" y="1061212"/>
                </a:lnTo>
                <a:lnTo>
                  <a:pt x="2052734" y="1061349"/>
                </a:lnTo>
                <a:lnTo>
                  <a:pt x="2053470" y="1061477"/>
                </a:lnTo>
                <a:lnTo>
                  <a:pt x="2054213" y="1061595"/>
                </a:lnTo>
                <a:lnTo>
                  <a:pt x="2054965" y="1061703"/>
                </a:lnTo>
                <a:lnTo>
                  <a:pt x="2055724" y="1061803"/>
                </a:lnTo>
                <a:lnTo>
                  <a:pt x="2056491" y="1061893"/>
                </a:lnTo>
                <a:lnTo>
                  <a:pt x="2057265" y="1061973"/>
                </a:lnTo>
                <a:lnTo>
                  <a:pt x="2058048" y="1062044"/>
                </a:lnTo>
                <a:lnTo>
                  <a:pt x="2058838" y="1062105"/>
                </a:lnTo>
                <a:lnTo>
                  <a:pt x="2059636" y="1062157"/>
                </a:lnTo>
                <a:lnTo>
                  <a:pt x="2060442" y="1062200"/>
                </a:lnTo>
                <a:lnTo>
                  <a:pt x="2061256" y="1062233"/>
                </a:lnTo>
                <a:lnTo>
                  <a:pt x="2062077" y="1062257"/>
                </a:lnTo>
                <a:lnTo>
                  <a:pt x="2062906" y="1062271"/>
                </a:lnTo>
                <a:lnTo>
                  <a:pt x="2063743" y="1062276"/>
                </a:lnTo>
                <a:lnTo>
                  <a:pt x="2064699" y="1062271"/>
                </a:lnTo>
                <a:lnTo>
                  <a:pt x="2065642" y="1062257"/>
                </a:lnTo>
                <a:lnTo>
                  <a:pt x="2066574" y="1062233"/>
                </a:lnTo>
                <a:lnTo>
                  <a:pt x="2067494" y="1062200"/>
                </a:lnTo>
                <a:lnTo>
                  <a:pt x="2068402" y="1062157"/>
                </a:lnTo>
                <a:lnTo>
                  <a:pt x="2069299" y="1062105"/>
                </a:lnTo>
                <a:close/>
                <a:moveTo>
                  <a:pt x="1568725" y="1053511"/>
                </a:moveTo>
                <a:lnTo>
                  <a:pt x="1569054" y="1053857"/>
                </a:lnTo>
                <a:lnTo>
                  <a:pt x="1569392" y="1054198"/>
                </a:lnTo>
                <a:lnTo>
                  <a:pt x="1569739" y="1054534"/>
                </a:lnTo>
                <a:lnTo>
                  <a:pt x="1570095" y="1054865"/>
                </a:lnTo>
                <a:lnTo>
                  <a:pt x="1570460" y="1055191"/>
                </a:lnTo>
                <a:lnTo>
                  <a:pt x="1570834" y="1055513"/>
                </a:lnTo>
                <a:lnTo>
                  <a:pt x="1571217" y="1055829"/>
                </a:lnTo>
                <a:lnTo>
                  <a:pt x="1571608" y="1056140"/>
                </a:lnTo>
                <a:lnTo>
                  <a:pt x="1572009" y="1056446"/>
                </a:lnTo>
                <a:lnTo>
                  <a:pt x="1572418" y="1056747"/>
                </a:lnTo>
                <a:lnTo>
                  <a:pt x="1572836" y="1057043"/>
                </a:lnTo>
                <a:lnTo>
                  <a:pt x="1573263" y="1057335"/>
                </a:lnTo>
                <a:lnTo>
                  <a:pt x="1573699" y="1057621"/>
                </a:lnTo>
                <a:lnTo>
                  <a:pt x="1574144" y="1057902"/>
                </a:lnTo>
                <a:lnTo>
                  <a:pt x="1574598" y="1058178"/>
                </a:lnTo>
                <a:lnTo>
                  <a:pt x="1575061" y="1058449"/>
                </a:lnTo>
                <a:lnTo>
                  <a:pt x="1575532" y="1058715"/>
                </a:lnTo>
                <a:lnTo>
                  <a:pt x="1576013" y="1058976"/>
                </a:lnTo>
                <a:lnTo>
                  <a:pt x="1576502" y="1059232"/>
                </a:lnTo>
                <a:lnTo>
                  <a:pt x="1577013" y="1059481"/>
                </a:lnTo>
                <a:lnTo>
                  <a:pt x="1577531" y="1059718"/>
                </a:lnTo>
                <a:lnTo>
                  <a:pt x="1578056" y="1059946"/>
                </a:lnTo>
                <a:lnTo>
                  <a:pt x="1578589" y="1060162"/>
                </a:lnTo>
                <a:lnTo>
                  <a:pt x="1579129" y="1060368"/>
                </a:lnTo>
                <a:lnTo>
                  <a:pt x="1579676" y="1060564"/>
                </a:lnTo>
                <a:lnTo>
                  <a:pt x="1580230" y="1060749"/>
                </a:lnTo>
                <a:lnTo>
                  <a:pt x="1580791" y="1060923"/>
                </a:lnTo>
                <a:lnTo>
                  <a:pt x="1581360" y="1061087"/>
                </a:lnTo>
                <a:lnTo>
                  <a:pt x="1581936" y="1061240"/>
                </a:lnTo>
                <a:lnTo>
                  <a:pt x="1582519" y="1061383"/>
                </a:lnTo>
                <a:lnTo>
                  <a:pt x="1583109" y="1061515"/>
                </a:lnTo>
                <a:lnTo>
                  <a:pt x="1583707" y="1061636"/>
                </a:lnTo>
                <a:lnTo>
                  <a:pt x="1584312" y="1061747"/>
                </a:lnTo>
                <a:lnTo>
                  <a:pt x="1584924" y="1061848"/>
                </a:lnTo>
                <a:lnTo>
                  <a:pt x="1585543" y="1061937"/>
                </a:lnTo>
                <a:lnTo>
                  <a:pt x="1586169" y="1062017"/>
                </a:lnTo>
                <a:lnTo>
                  <a:pt x="1586803" y="1062085"/>
                </a:lnTo>
                <a:lnTo>
                  <a:pt x="1587444" y="1062143"/>
                </a:lnTo>
                <a:lnTo>
                  <a:pt x="1588092" y="1062191"/>
                </a:lnTo>
                <a:lnTo>
                  <a:pt x="1588748" y="1062228"/>
                </a:lnTo>
                <a:lnTo>
                  <a:pt x="1589410" y="1062254"/>
                </a:lnTo>
                <a:lnTo>
                  <a:pt x="1590080" y="1062270"/>
                </a:lnTo>
                <a:lnTo>
                  <a:pt x="1590757" y="1062276"/>
                </a:lnTo>
                <a:lnTo>
                  <a:pt x="1591515" y="1062267"/>
                </a:lnTo>
                <a:lnTo>
                  <a:pt x="1592267" y="1062243"/>
                </a:lnTo>
                <a:lnTo>
                  <a:pt x="1593012" y="1062203"/>
                </a:lnTo>
                <a:lnTo>
                  <a:pt x="1593751" y="1062146"/>
                </a:lnTo>
                <a:lnTo>
                  <a:pt x="1594485" y="1062074"/>
                </a:lnTo>
                <a:lnTo>
                  <a:pt x="1595212" y="1061985"/>
                </a:lnTo>
                <a:lnTo>
                  <a:pt x="1595933" y="1061880"/>
                </a:lnTo>
                <a:lnTo>
                  <a:pt x="1596648" y="1061759"/>
                </a:lnTo>
                <a:lnTo>
                  <a:pt x="1597357" y="1061622"/>
                </a:lnTo>
                <a:lnTo>
                  <a:pt x="1598059" y="1061469"/>
                </a:lnTo>
                <a:lnTo>
                  <a:pt x="1598756" y="1061300"/>
                </a:lnTo>
                <a:lnTo>
                  <a:pt x="1599446" y="1061114"/>
                </a:lnTo>
                <a:lnTo>
                  <a:pt x="1600131" y="1060913"/>
                </a:lnTo>
                <a:lnTo>
                  <a:pt x="1600809" y="1060695"/>
                </a:lnTo>
                <a:lnTo>
                  <a:pt x="1601481" y="1060461"/>
                </a:lnTo>
                <a:lnTo>
                  <a:pt x="1602147" y="1060211"/>
                </a:lnTo>
                <a:lnTo>
                  <a:pt x="1602807" y="1059945"/>
                </a:lnTo>
                <a:lnTo>
                  <a:pt x="1603461" y="1059663"/>
                </a:lnTo>
                <a:lnTo>
                  <a:pt x="1604108" y="1059364"/>
                </a:lnTo>
                <a:lnTo>
                  <a:pt x="1604750" y="1059050"/>
                </a:lnTo>
                <a:lnTo>
                  <a:pt x="1605385" y="1058719"/>
                </a:lnTo>
                <a:lnTo>
                  <a:pt x="1606014" y="1058373"/>
                </a:lnTo>
                <a:lnTo>
                  <a:pt x="1606638" y="1058010"/>
                </a:lnTo>
                <a:lnTo>
                  <a:pt x="1607255" y="1057631"/>
                </a:lnTo>
                <a:lnTo>
                  <a:pt x="1607877" y="1057223"/>
                </a:lnTo>
                <a:lnTo>
                  <a:pt x="1608488" y="1056800"/>
                </a:lnTo>
                <a:lnTo>
                  <a:pt x="1609089" y="1056362"/>
                </a:lnTo>
                <a:lnTo>
                  <a:pt x="1609679" y="1055909"/>
                </a:lnTo>
                <a:lnTo>
                  <a:pt x="1610259" y="1055441"/>
                </a:lnTo>
                <a:lnTo>
                  <a:pt x="1610828" y="1054958"/>
                </a:lnTo>
                <a:lnTo>
                  <a:pt x="1611387" y="1054460"/>
                </a:lnTo>
                <a:lnTo>
                  <a:pt x="1611935" y="1053947"/>
                </a:lnTo>
                <a:lnTo>
                  <a:pt x="1612473" y="1053419"/>
                </a:lnTo>
                <a:lnTo>
                  <a:pt x="1613000" y="1052876"/>
                </a:lnTo>
                <a:lnTo>
                  <a:pt x="1613516" y="1052318"/>
                </a:lnTo>
                <a:lnTo>
                  <a:pt x="1614022" y="1051744"/>
                </a:lnTo>
                <a:lnTo>
                  <a:pt x="1614517" y="1051156"/>
                </a:lnTo>
                <a:lnTo>
                  <a:pt x="1615002" y="1050553"/>
                </a:lnTo>
                <a:lnTo>
                  <a:pt x="1615476" y="1049935"/>
                </a:lnTo>
                <a:lnTo>
                  <a:pt x="1615939" y="1049302"/>
                </a:lnTo>
                <a:lnTo>
                  <a:pt x="1616392" y="1048654"/>
                </a:lnTo>
                <a:lnTo>
                  <a:pt x="1616835" y="1047990"/>
                </a:lnTo>
                <a:lnTo>
                  <a:pt x="1617267" y="1047312"/>
                </a:lnTo>
                <a:lnTo>
                  <a:pt x="1617688" y="1046619"/>
                </a:lnTo>
                <a:lnTo>
                  <a:pt x="1618099" y="1045911"/>
                </a:lnTo>
                <a:lnTo>
                  <a:pt x="1618499" y="1045188"/>
                </a:lnTo>
                <a:lnTo>
                  <a:pt x="1618888" y="1044449"/>
                </a:lnTo>
                <a:lnTo>
                  <a:pt x="1619267" y="1043696"/>
                </a:lnTo>
                <a:lnTo>
                  <a:pt x="1619633" y="1042915"/>
                </a:lnTo>
                <a:lnTo>
                  <a:pt x="1619984" y="1042119"/>
                </a:lnTo>
                <a:lnTo>
                  <a:pt x="1620318" y="1041308"/>
                </a:lnTo>
                <a:lnTo>
                  <a:pt x="1620638" y="1040484"/>
                </a:lnTo>
                <a:lnTo>
                  <a:pt x="1620941" y="1039644"/>
                </a:lnTo>
                <a:lnTo>
                  <a:pt x="1621229" y="1038791"/>
                </a:lnTo>
                <a:lnTo>
                  <a:pt x="1621502" y="1037923"/>
                </a:lnTo>
                <a:lnTo>
                  <a:pt x="1621759" y="1037040"/>
                </a:lnTo>
                <a:lnTo>
                  <a:pt x="1622000" y="1036143"/>
                </a:lnTo>
                <a:lnTo>
                  <a:pt x="1622226" y="1035231"/>
                </a:lnTo>
                <a:lnTo>
                  <a:pt x="1622436" y="1034306"/>
                </a:lnTo>
                <a:lnTo>
                  <a:pt x="1622631" y="1033365"/>
                </a:lnTo>
                <a:lnTo>
                  <a:pt x="1622810" y="1032410"/>
                </a:lnTo>
                <a:lnTo>
                  <a:pt x="1622973" y="1031441"/>
                </a:lnTo>
                <a:lnTo>
                  <a:pt x="1623121" y="1030457"/>
                </a:lnTo>
                <a:lnTo>
                  <a:pt x="1623254" y="1029459"/>
                </a:lnTo>
                <a:lnTo>
                  <a:pt x="1623371" y="1028446"/>
                </a:lnTo>
                <a:lnTo>
                  <a:pt x="1623472" y="1027419"/>
                </a:lnTo>
                <a:lnTo>
                  <a:pt x="1623557" y="1026377"/>
                </a:lnTo>
                <a:lnTo>
                  <a:pt x="1623627" y="1025321"/>
                </a:lnTo>
                <a:lnTo>
                  <a:pt x="1623682" y="1024251"/>
                </a:lnTo>
                <a:lnTo>
                  <a:pt x="1623721" y="1023165"/>
                </a:lnTo>
                <a:lnTo>
                  <a:pt x="1623744" y="1022066"/>
                </a:lnTo>
                <a:lnTo>
                  <a:pt x="1623752" y="1020952"/>
                </a:lnTo>
                <a:lnTo>
                  <a:pt x="1623752" y="1018870"/>
                </a:lnTo>
                <a:lnTo>
                  <a:pt x="1623744" y="1017665"/>
                </a:lnTo>
                <a:lnTo>
                  <a:pt x="1623722" y="1016478"/>
                </a:lnTo>
                <a:lnTo>
                  <a:pt x="1623684" y="1015311"/>
                </a:lnTo>
                <a:lnTo>
                  <a:pt x="1623632" y="1014163"/>
                </a:lnTo>
                <a:lnTo>
                  <a:pt x="1623564" y="1013033"/>
                </a:lnTo>
                <a:lnTo>
                  <a:pt x="1623482" y="1011922"/>
                </a:lnTo>
                <a:lnTo>
                  <a:pt x="1623384" y="1010831"/>
                </a:lnTo>
                <a:lnTo>
                  <a:pt x="1623271" y="1009758"/>
                </a:lnTo>
                <a:lnTo>
                  <a:pt x="1623144" y="1008704"/>
                </a:lnTo>
                <a:lnTo>
                  <a:pt x="1623001" y="1007669"/>
                </a:lnTo>
                <a:lnTo>
                  <a:pt x="1622844" y="1006653"/>
                </a:lnTo>
                <a:lnTo>
                  <a:pt x="1622671" y="1005656"/>
                </a:lnTo>
                <a:lnTo>
                  <a:pt x="1622483" y="1004678"/>
                </a:lnTo>
                <a:lnTo>
                  <a:pt x="1622280" y="1003718"/>
                </a:lnTo>
                <a:lnTo>
                  <a:pt x="1622063" y="1002778"/>
                </a:lnTo>
                <a:lnTo>
                  <a:pt x="1621830" y="1001856"/>
                </a:lnTo>
                <a:lnTo>
                  <a:pt x="1621582" y="1000954"/>
                </a:lnTo>
                <a:lnTo>
                  <a:pt x="1621319" y="1000070"/>
                </a:lnTo>
                <a:lnTo>
                  <a:pt x="1621042" y="999205"/>
                </a:lnTo>
                <a:lnTo>
                  <a:pt x="1620749" y="998359"/>
                </a:lnTo>
                <a:lnTo>
                  <a:pt x="1620441" y="997532"/>
                </a:lnTo>
                <a:lnTo>
                  <a:pt x="1620118" y="996724"/>
                </a:lnTo>
                <a:lnTo>
                  <a:pt x="1619780" y="995935"/>
                </a:lnTo>
                <a:lnTo>
                  <a:pt x="1619427" y="995165"/>
                </a:lnTo>
                <a:lnTo>
                  <a:pt x="1619075" y="994412"/>
                </a:lnTo>
                <a:lnTo>
                  <a:pt x="1618711" y="993677"/>
                </a:lnTo>
                <a:lnTo>
                  <a:pt x="1618336" y="992957"/>
                </a:lnTo>
                <a:lnTo>
                  <a:pt x="1617950" y="992255"/>
                </a:lnTo>
                <a:lnTo>
                  <a:pt x="1617553" y="991569"/>
                </a:lnTo>
                <a:lnTo>
                  <a:pt x="1617145" y="990900"/>
                </a:lnTo>
                <a:lnTo>
                  <a:pt x="1616726" y="990248"/>
                </a:lnTo>
                <a:lnTo>
                  <a:pt x="1616295" y="989612"/>
                </a:lnTo>
                <a:lnTo>
                  <a:pt x="1615854" y="988993"/>
                </a:lnTo>
                <a:lnTo>
                  <a:pt x="1615401" y="988391"/>
                </a:lnTo>
                <a:lnTo>
                  <a:pt x="1614937" y="987805"/>
                </a:lnTo>
                <a:lnTo>
                  <a:pt x="1614462" y="987236"/>
                </a:lnTo>
                <a:lnTo>
                  <a:pt x="1613976" y="986684"/>
                </a:lnTo>
                <a:lnTo>
                  <a:pt x="1613479" y="986149"/>
                </a:lnTo>
                <a:lnTo>
                  <a:pt x="1612971" y="985630"/>
                </a:lnTo>
                <a:lnTo>
                  <a:pt x="1612451" y="985128"/>
                </a:lnTo>
                <a:lnTo>
                  <a:pt x="1611921" y="984642"/>
                </a:lnTo>
                <a:lnTo>
                  <a:pt x="1611379" y="984173"/>
                </a:lnTo>
                <a:lnTo>
                  <a:pt x="1610826" y="983721"/>
                </a:lnTo>
                <a:lnTo>
                  <a:pt x="1610262" y="983286"/>
                </a:lnTo>
                <a:lnTo>
                  <a:pt x="1609687" y="982867"/>
                </a:lnTo>
                <a:lnTo>
                  <a:pt x="1609101" y="982465"/>
                </a:lnTo>
                <a:lnTo>
                  <a:pt x="1608504" y="982079"/>
                </a:lnTo>
                <a:lnTo>
                  <a:pt x="1607895" y="981711"/>
                </a:lnTo>
                <a:lnTo>
                  <a:pt x="1607291" y="981345"/>
                </a:lnTo>
                <a:lnTo>
                  <a:pt x="1606680" y="980994"/>
                </a:lnTo>
                <a:lnTo>
                  <a:pt x="1606061" y="980660"/>
                </a:lnTo>
                <a:lnTo>
                  <a:pt x="1605435" y="980340"/>
                </a:lnTo>
                <a:lnTo>
                  <a:pt x="1604802" y="980037"/>
                </a:lnTo>
                <a:lnTo>
                  <a:pt x="1604161" y="979749"/>
                </a:lnTo>
                <a:lnTo>
                  <a:pt x="1603514" y="979476"/>
                </a:lnTo>
                <a:lnTo>
                  <a:pt x="1602859" y="979219"/>
                </a:lnTo>
                <a:lnTo>
                  <a:pt x="1602197" y="978978"/>
                </a:lnTo>
                <a:lnTo>
                  <a:pt x="1601527" y="978752"/>
                </a:lnTo>
                <a:lnTo>
                  <a:pt x="1600851" y="978542"/>
                </a:lnTo>
                <a:lnTo>
                  <a:pt x="1600167" y="978347"/>
                </a:lnTo>
                <a:lnTo>
                  <a:pt x="1599476" y="978168"/>
                </a:lnTo>
                <a:lnTo>
                  <a:pt x="1598778" y="978005"/>
                </a:lnTo>
                <a:lnTo>
                  <a:pt x="1598072" y="977857"/>
                </a:lnTo>
                <a:lnTo>
                  <a:pt x="1597360" y="977724"/>
                </a:lnTo>
                <a:lnTo>
                  <a:pt x="1596640" y="977607"/>
                </a:lnTo>
                <a:lnTo>
                  <a:pt x="1595913" y="977506"/>
                </a:lnTo>
                <a:lnTo>
                  <a:pt x="1595178" y="977421"/>
                </a:lnTo>
                <a:lnTo>
                  <a:pt x="1594437" y="977350"/>
                </a:lnTo>
                <a:lnTo>
                  <a:pt x="1593688" y="977296"/>
                </a:lnTo>
                <a:lnTo>
                  <a:pt x="1592932" y="977257"/>
                </a:lnTo>
                <a:lnTo>
                  <a:pt x="1592168" y="977234"/>
                </a:lnTo>
                <a:lnTo>
                  <a:pt x="1591398" y="977226"/>
                </a:lnTo>
                <a:lnTo>
                  <a:pt x="1590655" y="977232"/>
                </a:lnTo>
                <a:lnTo>
                  <a:pt x="1589920" y="977249"/>
                </a:lnTo>
                <a:lnTo>
                  <a:pt x="1589193" y="977278"/>
                </a:lnTo>
                <a:lnTo>
                  <a:pt x="1588475" y="977319"/>
                </a:lnTo>
                <a:lnTo>
                  <a:pt x="1587765" y="977372"/>
                </a:lnTo>
                <a:lnTo>
                  <a:pt x="1587063" y="977436"/>
                </a:lnTo>
                <a:lnTo>
                  <a:pt x="1586370" y="977512"/>
                </a:lnTo>
                <a:lnTo>
                  <a:pt x="1585685" y="977600"/>
                </a:lnTo>
                <a:lnTo>
                  <a:pt x="1585009" y="977699"/>
                </a:lnTo>
                <a:lnTo>
                  <a:pt x="1584340" y="977810"/>
                </a:lnTo>
                <a:lnTo>
                  <a:pt x="1583681" y="977932"/>
                </a:lnTo>
                <a:lnTo>
                  <a:pt x="1583029" y="978067"/>
                </a:lnTo>
                <a:lnTo>
                  <a:pt x="1582386" y="978213"/>
                </a:lnTo>
                <a:lnTo>
                  <a:pt x="1581751" y="978370"/>
                </a:lnTo>
                <a:lnTo>
                  <a:pt x="1581125" y="978540"/>
                </a:lnTo>
                <a:lnTo>
                  <a:pt x="1580506" y="978721"/>
                </a:lnTo>
                <a:lnTo>
                  <a:pt x="1579897" y="978914"/>
                </a:lnTo>
                <a:lnTo>
                  <a:pt x="1579295" y="979118"/>
                </a:lnTo>
                <a:lnTo>
                  <a:pt x="1578702" y="979334"/>
                </a:lnTo>
                <a:lnTo>
                  <a:pt x="1578117" y="979562"/>
                </a:lnTo>
                <a:lnTo>
                  <a:pt x="1577541" y="979801"/>
                </a:lnTo>
                <a:lnTo>
                  <a:pt x="1576973" y="980052"/>
                </a:lnTo>
                <a:lnTo>
                  <a:pt x="1576413" y="980315"/>
                </a:lnTo>
                <a:lnTo>
                  <a:pt x="1575861" y="980589"/>
                </a:lnTo>
                <a:lnTo>
                  <a:pt x="1575333" y="980875"/>
                </a:lnTo>
                <a:lnTo>
                  <a:pt x="1574814" y="981172"/>
                </a:lnTo>
                <a:lnTo>
                  <a:pt x="1574305" y="981480"/>
                </a:lnTo>
                <a:lnTo>
                  <a:pt x="1573806" y="981800"/>
                </a:lnTo>
                <a:lnTo>
                  <a:pt x="1573317" y="982130"/>
                </a:lnTo>
                <a:lnTo>
                  <a:pt x="1572838" y="982471"/>
                </a:lnTo>
                <a:lnTo>
                  <a:pt x="1572370" y="982824"/>
                </a:lnTo>
                <a:lnTo>
                  <a:pt x="1571911" y="983188"/>
                </a:lnTo>
                <a:lnTo>
                  <a:pt x="1571462" y="983563"/>
                </a:lnTo>
                <a:lnTo>
                  <a:pt x="1571023" y="983949"/>
                </a:lnTo>
                <a:lnTo>
                  <a:pt x="1570594" y="984346"/>
                </a:lnTo>
                <a:lnTo>
                  <a:pt x="1570176" y="984754"/>
                </a:lnTo>
                <a:lnTo>
                  <a:pt x="1569767" y="985173"/>
                </a:lnTo>
                <a:lnTo>
                  <a:pt x="1569368" y="985604"/>
                </a:lnTo>
                <a:lnTo>
                  <a:pt x="1568979" y="986045"/>
                </a:lnTo>
                <a:lnTo>
                  <a:pt x="1568601" y="986498"/>
                </a:lnTo>
                <a:lnTo>
                  <a:pt x="1568232" y="986962"/>
                </a:lnTo>
                <a:lnTo>
                  <a:pt x="1567873" y="987437"/>
                </a:lnTo>
                <a:lnTo>
                  <a:pt x="1567524" y="987923"/>
                </a:lnTo>
                <a:lnTo>
                  <a:pt x="1567186" y="988420"/>
                </a:lnTo>
                <a:lnTo>
                  <a:pt x="1566857" y="988928"/>
                </a:lnTo>
                <a:lnTo>
                  <a:pt x="1566538" y="989448"/>
                </a:lnTo>
                <a:lnTo>
                  <a:pt x="1566230" y="989978"/>
                </a:lnTo>
                <a:lnTo>
                  <a:pt x="1565931" y="990520"/>
                </a:lnTo>
                <a:lnTo>
                  <a:pt x="1564169" y="978828"/>
                </a:lnTo>
                <a:lnTo>
                  <a:pt x="1551195" y="978828"/>
                </a:lnTo>
                <a:lnTo>
                  <a:pt x="1551195" y="1089664"/>
                </a:lnTo>
                <a:lnTo>
                  <a:pt x="1567212" y="1089664"/>
                </a:lnTo>
                <a:lnTo>
                  <a:pt x="1567212" y="1051704"/>
                </a:lnTo>
                <a:lnTo>
                  <a:pt x="1567497" y="1052076"/>
                </a:lnTo>
                <a:lnTo>
                  <a:pt x="1567791" y="1052442"/>
                </a:lnTo>
                <a:lnTo>
                  <a:pt x="1568093" y="1052803"/>
                </a:lnTo>
                <a:lnTo>
                  <a:pt x="1568405" y="1053159"/>
                </a:lnTo>
                <a:lnTo>
                  <a:pt x="1568725" y="1053511"/>
                </a:lnTo>
                <a:close/>
                <a:moveTo>
                  <a:pt x="1582674" y="1050198"/>
                </a:moveTo>
                <a:lnTo>
                  <a:pt x="1582019" y="1050032"/>
                </a:lnTo>
                <a:lnTo>
                  <a:pt x="1581375" y="1049842"/>
                </a:lnTo>
                <a:lnTo>
                  <a:pt x="1580741" y="1049631"/>
                </a:lnTo>
                <a:lnTo>
                  <a:pt x="1580118" y="1049398"/>
                </a:lnTo>
                <a:lnTo>
                  <a:pt x="1579505" y="1049142"/>
                </a:lnTo>
                <a:lnTo>
                  <a:pt x="1578903" y="1048864"/>
                </a:lnTo>
                <a:lnTo>
                  <a:pt x="1578312" y="1048563"/>
                </a:lnTo>
                <a:lnTo>
                  <a:pt x="1577731" y="1048241"/>
                </a:lnTo>
                <a:lnTo>
                  <a:pt x="1577161" y="1047896"/>
                </a:lnTo>
                <a:lnTo>
                  <a:pt x="1576601" y="1047529"/>
                </a:lnTo>
                <a:lnTo>
                  <a:pt x="1576052" y="1047140"/>
                </a:lnTo>
                <a:lnTo>
                  <a:pt x="1575513" y="1046728"/>
                </a:lnTo>
                <a:lnTo>
                  <a:pt x="1574985" y="1046294"/>
                </a:lnTo>
                <a:lnTo>
                  <a:pt x="1574468" y="1045838"/>
                </a:lnTo>
                <a:lnTo>
                  <a:pt x="1573961" y="1045360"/>
                </a:lnTo>
                <a:lnTo>
                  <a:pt x="1573464" y="1044859"/>
                </a:lnTo>
                <a:lnTo>
                  <a:pt x="1572978" y="1044337"/>
                </a:lnTo>
                <a:lnTo>
                  <a:pt x="1572508" y="1043791"/>
                </a:lnTo>
                <a:lnTo>
                  <a:pt x="1572057" y="1043220"/>
                </a:lnTo>
                <a:lnTo>
                  <a:pt x="1571627" y="1042625"/>
                </a:lnTo>
                <a:lnTo>
                  <a:pt x="1571217" y="1042005"/>
                </a:lnTo>
                <a:lnTo>
                  <a:pt x="1570826" y="1041361"/>
                </a:lnTo>
                <a:lnTo>
                  <a:pt x="1570456" y="1040693"/>
                </a:lnTo>
                <a:lnTo>
                  <a:pt x="1570105" y="1040000"/>
                </a:lnTo>
                <a:lnTo>
                  <a:pt x="1569775" y="1039282"/>
                </a:lnTo>
                <a:lnTo>
                  <a:pt x="1569465" y="1038541"/>
                </a:lnTo>
                <a:lnTo>
                  <a:pt x="1569174" y="1037774"/>
                </a:lnTo>
                <a:lnTo>
                  <a:pt x="1568904" y="1036983"/>
                </a:lnTo>
                <a:lnTo>
                  <a:pt x="1568654" y="1036168"/>
                </a:lnTo>
                <a:lnTo>
                  <a:pt x="1568424" y="1035328"/>
                </a:lnTo>
                <a:lnTo>
                  <a:pt x="1568213" y="1034464"/>
                </a:lnTo>
                <a:lnTo>
                  <a:pt x="1568023" y="1033575"/>
                </a:lnTo>
                <a:lnTo>
                  <a:pt x="1567853" y="1032662"/>
                </a:lnTo>
                <a:lnTo>
                  <a:pt x="1567703" y="1031724"/>
                </a:lnTo>
                <a:lnTo>
                  <a:pt x="1567573" y="1030762"/>
                </a:lnTo>
                <a:lnTo>
                  <a:pt x="1567463" y="1029776"/>
                </a:lnTo>
                <a:lnTo>
                  <a:pt x="1567373" y="1028765"/>
                </a:lnTo>
                <a:lnTo>
                  <a:pt x="1567302" y="1027729"/>
                </a:lnTo>
                <a:lnTo>
                  <a:pt x="1567252" y="1026669"/>
                </a:lnTo>
                <a:lnTo>
                  <a:pt x="1567222" y="1025585"/>
                </a:lnTo>
                <a:lnTo>
                  <a:pt x="1567212" y="1024476"/>
                </a:lnTo>
                <a:lnTo>
                  <a:pt x="1567212" y="1015186"/>
                </a:lnTo>
                <a:lnTo>
                  <a:pt x="1567217" y="1014366"/>
                </a:lnTo>
                <a:lnTo>
                  <a:pt x="1567232" y="1013560"/>
                </a:lnTo>
                <a:lnTo>
                  <a:pt x="1567257" y="1012768"/>
                </a:lnTo>
                <a:lnTo>
                  <a:pt x="1567292" y="1011991"/>
                </a:lnTo>
                <a:lnTo>
                  <a:pt x="1567338" y="1011229"/>
                </a:lnTo>
                <a:lnTo>
                  <a:pt x="1567393" y="1010481"/>
                </a:lnTo>
                <a:lnTo>
                  <a:pt x="1567458" y="1009747"/>
                </a:lnTo>
                <a:lnTo>
                  <a:pt x="1567533" y="1009028"/>
                </a:lnTo>
                <a:lnTo>
                  <a:pt x="1567618" y="1008324"/>
                </a:lnTo>
                <a:lnTo>
                  <a:pt x="1567713" y="1007634"/>
                </a:lnTo>
                <a:lnTo>
                  <a:pt x="1567818" y="1006958"/>
                </a:lnTo>
                <a:lnTo>
                  <a:pt x="1567933" y="1006297"/>
                </a:lnTo>
                <a:lnTo>
                  <a:pt x="1568058" y="1005650"/>
                </a:lnTo>
                <a:lnTo>
                  <a:pt x="1568193" y="1005017"/>
                </a:lnTo>
                <a:lnTo>
                  <a:pt x="1568339" y="1004400"/>
                </a:lnTo>
                <a:lnTo>
                  <a:pt x="1568494" y="1003796"/>
                </a:lnTo>
                <a:lnTo>
                  <a:pt x="1568659" y="1003207"/>
                </a:lnTo>
                <a:lnTo>
                  <a:pt x="1568834" y="1002633"/>
                </a:lnTo>
                <a:lnTo>
                  <a:pt x="1569019" y="1002073"/>
                </a:lnTo>
                <a:lnTo>
                  <a:pt x="1569214" y="1001527"/>
                </a:lnTo>
                <a:lnTo>
                  <a:pt x="1569420" y="1000996"/>
                </a:lnTo>
                <a:lnTo>
                  <a:pt x="1569635" y="1000479"/>
                </a:lnTo>
                <a:lnTo>
                  <a:pt x="1569860" y="999977"/>
                </a:lnTo>
                <a:lnTo>
                  <a:pt x="1570095" y="999489"/>
                </a:lnTo>
                <a:lnTo>
                  <a:pt x="1570339" y="999002"/>
                </a:lnTo>
                <a:lnTo>
                  <a:pt x="1570588" y="998526"/>
                </a:lnTo>
                <a:lnTo>
                  <a:pt x="1570844" y="998063"/>
                </a:lnTo>
                <a:lnTo>
                  <a:pt x="1571105" y="997612"/>
                </a:lnTo>
                <a:lnTo>
                  <a:pt x="1571373" y="997173"/>
                </a:lnTo>
                <a:lnTo>
                  <a:pt x="1571647" y="996746"/>
                </a:lnTo>
                <a:lnTo>
                  <a:pt x="1571927" y="996332"/>
                </a:lnTo>
                <a:lnTo>
                  <a:pt x="1572213" y="995930"/>
                </a:lnTo>
                <a:lnTo>
                  <a:pt x="1572505" y="995540"/>
                </a:lnTo>
                <a:lnTo>
                  <a:pt x="1572804" y="995163"/>
                </a:lnTo>
                <a:lnTo>
                  <a:pt x="1573108" y="994797"/>
                </a:lnTo>
                <a:lnTo>
                  <a:pt x="1573419" y="994444"/>
                </a:lnTo>
                <a:lnTo>
                  <a:pt x="1573736" y="994103"/>
                </a:lnTo>
                <a:lnTo>
                  <a:pt x="1574058" y="993774"/>
                </a:lnTo>
                <a:lnTo>
                  <a:pt x="1574387" y="993458"/>
                </a:lnTo>
                <a:lnTo>
                  <a:pt x="1574723" y="993154"/>
                </a:lnTo>
                <a:lnTo>
                  <a:pt x="1575064" y="992862"/>
                </a:lnTo>
                <a:lnTo>
                  <a:pt x="1575411" y="992582"/>
                </a:lnTo>
                <a:lnTo>
                  <a:pt x="1575764" y="992315"/>
                </a:lnTo>
                <a:lnTo>
                  <a:pt x="1576124" y="992059"/>
                </a:lnTo>
                <a:lnTo>
                  <a:pt x="1576490" y="991816"/>
                </a:lnTo>
                <a:lnTo>
                  <a:pt x="1576861" y="991586"/>
                </a:lnTo>
                <a:lnTo>
                  <a:pt x="1577239" y="991367"/>
                </a:lnTo>
                <a:lnTo>
                  <a:pt x="1577623" y="991161"/>
                </a:lnTo>
                <a:lnTo>
                  <a:pt x="1578012" y="990952"/>
                </a:lnTo>
                <a:lnTo>
                  <a:pt x="1578402" y="990751"/>
                </a:lnTo>
                <a:lnTo>
                  <a:pt x="1578795" y="990560"/>
                </a:lnTo>
                <a:lnTo>
                  <a:pt x="1579190" y="990378"/>
                </a:lnTo>
                <a:lnTo>
                  <a:pt x="1579587" y="990204"/>
                </a:lnTo>
                <a:lnTo>
                  <a:pt x="1579986" y="990039"/>
                </a:lnTo>
                <a:lnTo>
                  <a:pt x="1580387" y="989884"/>
                </a:lnTo>
                <a:lnTo>
                  <a:pt x="1580791" y="989737"/>
                </a:lnTo>
                <a:lnTo>
                  <a:pt x="1581197" y="989599"/>
                </a:lnTo>
                <a:lnTo>
                  <a:pt x="1581605" y="989470"/>
                </a:lnTo>
                <a:lnTo>
                  <a:pt x="1582016" y="989350"/>
                </a:lnTo>
                <a:lnTo>
                  <a:pt x="1582428" y="989239"/>
                </a:lnTo>
                <a:lnTo>
                  <a:pt x="1582843" y="989136"/>
                </a:lnTo>
                <a:lnTo>
                  <a:pt x="1583260" y="989043"/>
                </a:lnTo>
                <a:lnTo>
                  <a:pt x="1583680" y="988958"/>
                </a:lnTo>
                <a:lnTo>
                  <a:pt x="1584101" y="988883"/>
                </a:lnTo>
                <a:lnTo>
                  <a:pt x="1584525" y="988816"/>
                </a:lnTo>
                <a:lnTo>
                  <a:pt x="1584951" y="988758"/>
                </a:lnTo>
                <a:lnTo>
                  <a:pt x="1585379" y="988709"/>
                </a:lnTo>
                <a:lnTo>
                  <a:pt x="1585810" y="988669"/>
                </a:lnTo>
                <a:lnTo>
                  <a:pt x="1586242" y="988638"/>
                </a:lnTo>
                <a:lnTo>
                  <a:pt x="1586677" y="988616"/>
                </a:lnTo>
                <a:lnTo>
                  <a:pt x="1587114" y="988602"/>
                </a:lnTo>
                <a:lnTo>
                  <a:pt x="1587554" y="988598"/>
                </a:lnTo>
                <a:lnTo>
                  <a:pt x="1588006" y="988603"/>
                </a:lnTo>
                <a:lnTo>
                  <a:pt x="1588455" y="988617"/>
                </a:lnTo>
                <a:lnTo>
                  <a:pt x="1588900" y="988640"/>
                </a:lnTo>
                <a:lnTo>
                  <a:pt x="1589342" y="988674"/>
                </a:lnTo>
                <a:lnTo>
                  <a:pt x="1589781" y="988716"/>
                </a:lnTo>
                <a:lnTo>
                  <a:pt x="1590217" y="988768"/>
                </a:lnTo>
                <a:lnTo>
                  <a:pt x="1590649" y="988830"/>
                </a:lnTo>
                <a:lnTo>
                  <a:pt x="1591078" y="988900"/>
                </a:lnTo>
                <a:lnTo>
                  <a:pt x="1591503" y="988981"/>
                </a:lnTo>
                <a:lnTo>
                  <a:pt x="1591925" y="989071"/>
                </a:lnTo>
                <a:lnTo>
                  <a:pt x="1592344" y="989170"/>
                </a:lnTo>
                <a:lnTo>
                  <a:pt x="1592759" y="989279"/>
                </a:lnTo>
                <a:lnTo>
                  <a:pt x="1593171" y="989397"/>
                </a:lnTo>
                <a:lnTo>
                  <a:pt x="1593580" y="989524"/>
                </a:lnTo>
                <a:lnTo>
                  <a:pt x="1593986" y="989662"/>
                </a:lnTo>
                <a:lnTo>
                  <a:pt x="1594388" y="989808"/>
                </a:lnTo>
                <a:lnTo>
                  <a:pt x="1594786" y="989964"/>
                </a:lnTo>
                <a:lnTo>
                  <a:pt x="1595182" y="990130"/>
                </a:lnTo>
                <a:lnTo>
                  <a:pt x="1595574" y="990304"/>
                </a:lnTo>
                <a:lnTo>
                  <a:pt x="1595963" y="990489"/>
                </a:lnTo>
                <a:lnTo>
                  <a:pt x="1596348" y="990683"/>
                </a:lnTo>
                <a:lnTo>
                  <a:pt x="1596730" y="990886"/>
                </a:lnTo>
                <a:lnTo>
                  <a:pt x="1597109" y="991099"/>
                </a:lnTo>
                <a:lnTo>
                  <a:pt x="1597484" y="991321"/>
                </a:lnTo>
                <a:lnTo>
                  <a:pt x="1597868" y="991540"/>
                </a:lnTo>
                <a:lnTo>
                  <a:pt x="1598245" y="991770"/>
                </a:lnTo>
                <a:lnTo>
                  <a:pt x="1598615" y="992011"/>
                </a:lnTo>
                <a:lnTo>
                  <a:pt x="1598979" y="992264"/>
                </a:lnTo>
                <a:lnTo>
                  <a:pt x="1599336" y="992528"/>
                </a:lnTo>
                <a:lnTo>
                  <a:pt x="1599687" y="992802"/>
                </a:lnTo>
                <a:lnTo>
                  <a:pt x="1600030" y="993088"/>
                </a:lnTo>
                <a:lnTo>
                  <a:pt x="1600367" y="993385"/>
                </a:lnTo>
                <a:lnTo>
                  <a:pt x="1600698" y="993693"/>
                </a:lnTo>
                <a:lnTo>
                  <a:pt x="1601021" y="994012"/>
                </a:lnTo>
                <a:lnTo>
                  <a:pt x="1601338" y="994343"/>
                </a:lnTo>
                <a:lnTo>
                  <a:pt x="1601649" y="994684"/>
                </a:lnTo>
                <a:lnTo>
                  <a:pt x="1601952" y="995037"/>
                </a:lnTo>
                <a:lnTo>
                  <a:pt x="1602249" y="995401"/>
                </a:lnTo>
                <a:lnTo>
                  <a:pt x="1602540" y="995775"/>
                </a:lnTo>
                <a:lnTo>
                  <a:pt x="1602823" y="996161"/>
                </a:lnTo>
                <a:lnTo>
                  <a:pt x="1603100" y="996558"/>
                </a:lnTo>
                <a:lnTo>
                  <a:pt x="1603371" y="996967"/>
                </a:lnTo>
                <a:lnTo>
                  <a:pt x="1603634" y="997386"/>
                </a:lnTo>
                <a:lnTo>
                  <a:pt x="1603891" y="997816"/>
                </a:lnTo>
                <a:lnTo>
                  <a:pt x="1604141" y="998258"/>
                </a:lnTo>
                <a:lnTo>
                  <a:pt x="1604385" y="998711"/>
                </a:lnTo>
                <a:lnTo>
                  <a:pt x="1604622" y="999175"/>
                </a:lnTo>
                <a:lnTo>
                  <a:pt x="1604852" y="999650"/>
                </a:lnTo>
                <a:lnTo>
                  <a:pt x="1605074" y="1000137"/>
                </a:lnTo>
                <a:lnTo>
                  <a:pt x="1605287" y="1000638"/>
                </a:lnTo>
                <a:lnTo>
                  <a:pt x="1605490" y="1001154"/>
                </a:lnTo>
                <a:lnTo>
                  <a:pt x="1605684" y="1001683"/>
                </a:lnTo>
                <a:lnTo>
                  <a:pt x="1605868" y="1002226"/>
                </a:lnTo>
                <a:lnTo>
                  <a:pt x="1606043" y="1002783"/>
                </a:lnTo>
                <a:lnTo>
                  <a:pt x="1606209" y="1003354"/>
                </a:lnTo>
                <a:lnTo>
                  <a:pt x="1606365" y="1003938"/>
                </a:lnTo>
                <a:lnTo>
                  <a:pt x="1606511" y="1004537"/>
                </a:lnTo>
                <a:lnTo>
                  <a:pt x="1606648" y="1005150"/>
                </a:lnTo>
                <a:lnTo>
                  <a:pt x="1606776" y="1005776"/>
                </a:lnTo>
                <a:lnTo>
                  <a:pt x="1606894" y="1006417"/>
                </a:lnTo>
                <a:lnTo>
                  <a:pt x="1607003" y="1007071"/>
                </a:lnTo>
                <a:lnTo>
                  <a:pt x="1607102" y="1007739"/>
                </a:lnTo>
                <a:lnTo>
                  <a:pt x="1607192" y="1008421"/>
                </a:lnTo>
                <a:lnTo>
                  <a:pt x="1607272" y="1009117"/>
                </a:lnTo>
                <a:lnTo>
                  <a:pt x="1607343" y="1009827"/>
                </a:lnTo>
                <a:lnTo>
                  <a:pt x="1607405" y="1010551"/>
                </a:lnTo>
                <a:lnTo>
                  <a:pt x="1607457" y="1011289"/>
                </a:lnTo>
                <a:lnTo>
                  <a:pt x="1607499" y="1012040"/>
                </a:lnTo>
                <a:lnTo>
                  <a:pt x="1607532" y="1012806"/>
                </a:lnTo>
                <a:lnTo>
                  <a:pt x="1607556" y="1013585"/>
                </a:lnTo>
                <a:lnTo>
                  <a:pt x="1607570" y="1014379"/>
                </a:lnTo>
                <a:lnTo>
                  <a:pt x="1607575" y="1015186"/>
                </a:lnTo>
                <a:lnTo>
                  <a:pt x="1607575" y="1024476"/>
                </a:lnTo>
                <a:lnTo>
                  <a:pt x="1607565" y="1025585"/>
                </a:lnTo>
                <a:lnTo>
                  <a:pt x="1607536" y="1026669"/>
                </a:lnTo>
                <a:lnTo>
                  <a:pt x="1607487" y="1027729"/>
                </a:lnTo>
                <a:lnTo>
                  <a:pt x="1607419" y="1028765"/>
                </a:lnTo>
                <a:lnTo>
                  <a:pt x="1607332" y="1029776"/>
                </a:lnTo>
                <a:lnTo>
                  <a:pt x="1607225" y="1030762"/>
                </a:lnTo>
                <a:lnTo>
                  <a:pt x="1607098" y="1031724"/>
                </a:lnTo>
                <a:lnTo>
                  <a:pt x="1606952" y="1032662"/>
                </a:lnTo>
                <a:lnTo>
                  <a:pt x="1606787" y="1033575"/>
                </a:lnTo>
                <a:lnTo>
                  <a:pt x="1606602" y="1034464"/>
                </a:lnTo>
                <a:lnTo>
                  <a:pt x="1606397" y="1035328"/>
                </a:lnTo>
                <a:lnTo>
                  <a:pt x="1606173" y="1036168"/>
                </a:lnTo>
                <a:lnTo>
                  <a:pt x="1605930" y="1036983"/>
                </a:lnTo>
                <a:lnTo>
                  <a:pt x="1605667" y="1037774"/>
                </a:lnTo>
                <a:lnTo>
                  <a:pt x="1605385" y="1038541"/>
                </a:lnTo>
                <a:lnTo>
                  <a:pt x="1605083" y="1039282"/>
                </a:lnTo>
                <a:lnTo>
                  <a:pt x="1604762" y="1040000"/>
                </a:lnTo>
                <a:lnTo>
                  <a:pt x="1604422" y="1040693"/>
                </a:lnTo>
                <a:lnTo>
                  <a:pt x="1604062" y="1041361"/>
                </a:lnTo>
                <a:lnTo>
                  <a:pt x="1603682" y="1042005"/>
                </a:lnTo>
                <a:lnTo>
                  <a:pt x="1603283" y="1042625"/>
                </a:lnTo>
                <a:lnTo>
                  <a:pt x="1602864" y="1043220"/>
                </a:lnTo>
                <a:lnTo>
                  <a:pt x="1602426" y="1043791"/>
                </a:lnTo>
                <a:lnTo>
                  <a:pt x="1601969" y="1044337"/>
                </a:lnTo>
                <a:lnTo>
                  <a:pt x="1601496" y="1044859"/>
                </a:lnTo>
                <a:lnTo>
                  <a:pt x="1601012" y="1045360"/>
                </a:lnTo>
                <a:lnTo>
                  <a:pt x="1600517" y="1045838"/>
                </a:lnTo>
                <a:lnTo>
                  <a:pt x="1600011" y="1046294"/>
                </a:lnTo>
                <a:lnTo>
                  <a:pt x="1599494" y="1046728"/>
                </a:lnTo>
                <a:lnTo>
                  <a:pt x="1598966" y="1047140"/>
                </a:lnTo>
                <a:lnTo>
                  <a:pt x="1598426" y="1047529"/>
                </a:lnTo>
                <a:lnTo>
                  <a:pt x="1597876" y="1047896"/>
                </a:lnTo>
                <a:lnTo>
                  <a:pt x="1597314" y="1048241"/>
                </a:lnTo>
                <a:lnTo>
                  <a:pt x="1596741" y="1048563"/>
                </a:lnTo>
                <a:lnTo>
                  <a:pt x="1596157" y="1048864"/>
                </a:lnTo>
                <a:lnTo>
                  <a:pt x="1595562" y="1049142"/>
                </a:lnTo>
                <a:lnTo>
                  <a:pt x="1594956" y="1049398"/>
                </a:lnTo>
                <a:lnTo>
                  <a:pt x="1594339" y="1049631"/>
                </a:lnTo>
                <a:lnTo>
                  <a:pt x="1593710" y="1049842"/>
                </a:lnTo>
                <a:lnTo>
                  <a:pt x="1593071" y="1050032"/>
                </a:lnTo>
                <a:lnTo>
                  <a:pt x="1592420" y="1050198"/>
                </a:lnTo>
                <a:lnTo>
                  <a:pt x="1591758" y="1050343"/>
                </a:lnTo>
                <a:lnTo>
                  <a:pt x="1591085" y="1050465"/>
                </a:lnTo>
                <a:lnTo>
                  <a:pt x="1590401" y="1050565"/>
                </a:lnTo>
                <a:lnTo>
                  <a:pt x="1589706" y="1050643"/>
                </a:lnTo>
                <a:lnTo>
                  <a:pt x="1589000" y="1050699"/>
                </a:lnTo>
                <a:lnTo>
                  <a:pt x="1588282" y="1050732"/>
                </a:lnTo>
                <a:lnTo>
                  <a:pt x="1587554" y="1050743"/>
                </a:lnTo>
                <a:lnTo>
                  <a:pt x="1586825" y="1050732"/>
                </a:lnTo>
                <a:lnTo>
                  <a:pt x="1586107" y="1050699"/>
                </a:lnTo>
                <a:lnTo>
                  <a:pt x="1585399" y="1050643"/>
                </a:lnTo>
                <a:lnTo>
                  <a:pt x="1584702" y="1050565"/>
                </a:lnTo>
                <a:lnTo>
                  <a:pt x="1584015" y="1050465"/>
                </a:lnTo>
                <a:lnTo>
                  <a:pt x="1583339" y="1050343"/>
                </a:lnTo>
                <a:lnTo>
                  <a:pt x="1582674" y="1050198"/>
                </a:lnTo>
                <a:close/>
                <a:moveTo>
                  <a:pt x="2162916" y="1081015"/>
                </a:moveTo>
                <a:lnTo>
                  <a:pt x="2163248" y="1080519"/>
                </a:lnTo>
                <a:lnTo>
                  <a:pt x="2163573" y="1080019"/>
                </a:lnTo>
                <a:lnTo>
                  <a:pt x="2163889" y="1079514"/>
                </a:lnTo>
                <a:lnTo>
                  <a:pt x="2164197" y="1079004"/>
                </a:lnTo>
                <a:lnTo>
                  <a:pt x="2164496" y="1078490"/>
                </a:lnTo>
                <a:lnTo>
                  <a:pt x="2164787" y="1077972"/>
                </a:lnTo>
                <a:lnTo>
                  <a:pt x="2165070" y="1077449"/>
                </a:lnTo>
                <a:lnTo>
                  <a:pt x="2165345" y="1076922"/>
                </a:lnTo>
                <a:lnTo>
                  <a:pt x="2165611" y="1076390"/>
                </a:lnTo>
                <a:lnTo>
                  <a:pt x="2165869" y="1075854"/>
                </a:lnTo>
                <a:lnTo>
                  <a:pt x="2166118" y="1075314"/>
                </a:lnTo>
                <a:lnTo>
                  <a:pt x="2166359" y="1074769"/>
                </a:lnTo>
                <a:lnTo>
                  <a:pt x="2166592" y="1074219"/>
                </a:lnTo>
                <a:lnTo>
                  <a:pt x="2166816" y="1073665"/>
                </a:lnTo>
                <a:lnTo>
                  <a:pt x="2167032" y="1073107"/>
                </a:lnTo>
                <a:lnTo>
                  <a:pt x="2167240" y="1072544"/>
                </a:lnTo>
                <a:lnTo>
                  <a:pt x="2167439" y="1071977"/>
                </a:lnTo>
                <a:lnTo>
                  <a:pt x="2167630" y="1071405"/>
                </a:lnTo>
                <a:lnTo>
                  <a:pt x="2167827" y="1070844"/>
                </a:lnTo>
                <a:lnTo>
                  <a:pt x="2168014" y="1070282"/>
                </a:lnTo>
                <a:lnTo>
                  <a:pt x="2168194" y="1069718"/>
                </a:lnTo>
                <a:lnTo>
                  <a:pt x="2168365" y="1069154"/>
                </a:lnTo>
                <a:lnTo>
                  <a:pt x="2168527" y="1068588"/>
                </a:lnTo>
                <a:lnTo>
                  <a:pt x="2168682" y="1068022"/>
                </a:lnTo>
                <a:lnTo>
                  <a:pt x="2168828" y="1067454"/>
                </a:lnTo>
                <a:lnTo>
                  <a:pt x="2168965" y="1066885"/>
                </a:lnTo>
                <a:lnTo>
                  <a:pt x="2169094" y="1066315"/>
                </a:lnTo>
                <a:lnTo>
                  <a:pt x="2169215" y="1065744"/>
                </a:lnTo>
                <a:lnTo>
                  <a:pt x="2169328" y="1065171"/>
                </a:lnTo>
                <a:lnTo>
                  <a:pt x="2169432" y="1064598"/>
                </a:lnTo>
                <a:lnTo>
                  <a:pt x="2169528" y="1064024"/>
                </a:lnTo>
                <a:lnTo>
                  <a:pt x="2169616" y="1063448"/>
                </a:lnTo>
                <a:lnTo>
                  <a:pt x="2169695" y="1062871"/>
                </a:lnTo>
                <a:lnTo>
                  <a:pt x="2169766" y="1062293"/>
                </a:lnTo>
                <a:lnTo>
                  <a:pt x="2169828" y="1061714"/>
                </a:lnTo>
                <a:lnTo>
                  <a:pt x="2169883" y="1061134"/>
                </a:lnTo>
                <a:lnTo>
                  <a:pt x="2169929" y="1060553"/>
                </a:lnTo>
                <a:lnTo>
                  <a:pt x="2169966" y="1059971"/>
                </a:lnTo>
                <a:lnTo>
                  <a:pt x="2169995" y="1059388"/>
                </a:lnTo>
                <a:lnTo>
                  <a:pt x="2170016" y="1058803"/>
                </a:lnTo>
                <a:lnTo>
                  <a:pt x="2170029" y="1058217"/>
                </a:lnTo>
                <a:lnTo>
                  <a:pt x="2170033" y="1057631"/>
                </a:lnTo>
                <a:lnTo>
                  <a:pt x="2170033" y="1038891"/>
                </a:lnTo>
                <a:lnTo>
                  <a:pt x="2151774" y="1038891"/>
                </a:lnTo>
                <a:lnTo>
                  <a:pt x="2151774" y="1060674"/>
                </a:lnTo>
                <a:lnTo>
                  <a:pt x="2159942" y="1060674"/>
                </a:lnTo>
                <a:lnTo>
                  <a:pt x="2159938" y="1061140"/>
                </a:lnTo>
                <a:lnTo>
                  <a:pt x="2159927" y="1061606"/>
                </a:lnTo>
                <a:lnTo>
                  <a:pt x="2159907" y="1062070"/>
                </a:lnTo>
                <a:lnTo>
                  <a:pt x="2159880" y="1062534"/>
                </a:lnTo>
                <a:lnTo>
                  <a:pt x="2159845" y="1062996"/>
                </a:lnTo>
                <a:lnTo>
                  <a:pt x="2159802" y="1063457"/>
                </a:lnTo>
                <a:lnTo>
                  <a:pt x="2159752" y="1063917"/>
                </a:lnTo>
                <a:lnTo>
                  <a:pt x="2159693" y="1064376"/>
                </a:lnTo>
                <a:lnTo>
                  <a:pt x="2159627" y="1064833"/>
                </a:lnTo>
                <a:lnTo>
                  <a:pt x="2159553" y="1065290"/>
                </a:lnTo>
                <a:lnTo>
                  <a:pt x="2159471" y="1065745"/>
                </a:lnTo>
                <a:lnTo>
                  <a:pt x="2159382" y="1066200"/>
                </a:lnTo>
                <a:lnTo>
                  <a:pt x="2159284" y="1066653"/>
                </a:lnTo>
                <a:lnTo>
                  <a:pt x="2159179" y="1067105"/>
                </a:lnTo>
                <a:lnTo>
                  <a:pt x="2159066" y="1067556"/>
                </a:lnTo>
                <a:lnTo>
                  <a:pt x="2158946" y="1068006"/>
                </a:lnTo>
                <a:lnTo>
                  <a:pt x="2158817" y="1068455"/>
                </a:lnTo>
                <a:lnTo>
                  <a:pt x="2158681" y="1068903"/>
                </a:lnTo>
                <a:lnTo>
                  <a:pt x="2158537" y="1069349"/>
                </a:lnTo>
                <a:lnTo>
                  <a:pt x="2158385" y="1069795"/>
                </a:lnTo>
                <a:lnTo>
                  <a:pt x="2158225" y="1070239"/>
                </a:lnTo>
                <a:lnTo>
                  <a:pt x="2158058" y="1070682"/>
                </a:lnTo>
                <a:lnTo>
                  <a:pt x="2157883" y="1071124"/>
                </a:lnTo>
                <a:lnTo>
                  <a:pt x="2157700" y="1071565"/>
                </a:lnTo>
                <a:lnTo>
                  <a:pt x="2157509" y="1072005"/>
                </a:lnTo>
                <a:lnTo>
                  <a:pt x="2157312" y="1072444"/>
                </a:lnTo>
                <a:lnTo>
                  <a:pt x="2157107" y="1072882"/>
                </a:lnTo>
                <a:lnTo>
                  <a:pt x="2156895" y="1073318"/>
                </a:lnTo>
                <a:lnTo>
                  <a:pt x="2156675" y="1073754"/>
                </a:lnTo>
                <a:lnTo>
                  <a:pt x="2156449" y="1074188"/>
                </a:lnTo>
                <a:lnTo>
                  <a:pt x="2156215" y="1074621"/>
                </a:lnTo>
                <a:lnTo>
                  <a:pt x="2155974" y="1075053"/>
                </a:lnTo>
                <a:lnTo>
                  <a:pt x="2155725" y="1075484"/>
                </a:lnTo>
                <a:lnTo>
                  <a:pt x="2155470" y="1075914"/>
                </a:lnTo>
                <a:lnTo>
                  <a:pt x="2155207" y="1076343"/>
                </a:lnTo>
                <a:lnTo>
                  <a:pt x="2154937" y="1076771"/>
                </a:lnTo>
                <a:lnTo>
                  <a:pt x="2154660" y="1077197"/>
                </a:lnTo>
                <a:lnTo>
                  <a:pt x="2154375" y="1077623"/>
                </a:lnTo>
                <a:lnTo>
                  <a:pt x="2154084" y="1078047"/>
                </a:lnTo>
                <a:lnTo>
                  <a:pt x="2153785" y="1078470"/>
                </a:lnTo>
                <a:lnTo>
                  <a:pt x="2153479" y="1078893"/>
                </a:lnTo>
                <a:lnTo>
                  <a:pt x="2153165" y="1079314"/>
                </a:lnTo>
                <a:lnTo>
                  <a:pt x="2152845" y="1079733"/>
                </a:lnTo>
                <a:lnTo>
                  <a:pt x="2152517" y="1080152"/>
                </a:lnTo>
                <a:lnTo>
                  <a:pt x="2152182" y="1080570"/>
                </a:lnTo>
                <a:lnTo>
                  <a:pt x="2151839" y="1080986"/>
                </a:lnTo>
                <a:lnTo>
                  <a:pt x="2151490" y="1081402"/>
                </a:lnTo>
                <a:lnTo>
                  <a:pt x="2151133" y="1081816"/>
                </a:lnTo>
                <a:lnTo>
                  <a:pt x="2151133" y="1083898"/>
                </a:lnTo>
                <a:lnTo>
                  <a:pt x="2160743" y="1083898"/>
                </a:lnTo>
                <a:lnTo>
                  <a:pt x="2161126" y="1083429"/>
                </a:lnTo>
                <a:lnTo>
                  <a:pt x="2161501" y="1082955"/>
                </a:lnTo>
                <a:lnTo>
                  <a:pt x="2161867" y="1082477"/>
                </a:lnTo>
                <a:lnTo>
                  <a:pt x="2162225" y="1081994"/>
                </a:lnTo>
                <a:lnTo>
                  <a:pt x="2162574" y="1081507"/>
                </a:lnTo>
                <a:lnTo>
                  <a:pt x="2162916" y="1081015"/>
                </a:lnTo>
                <a:close/>
                <a:moveTo>
                  <a:pt x="1602530" y="1311347"/>
                </a:moveTo>
                <a:lnTo>
                  <a:pt x="1603023" y="1311318"/>
                </a:lnTo>
                <a:lnTo>
                  <a:pt x="1603517" y="1311285"/>
                </a:lnTo>
                <a:lnTo>
                  <a:pt x="1604011" y="1311247"/>
                </a:lnTo>
                <a:lnTo>
                  <a:pt x="1604505" y="1311205"/>
                </a:lnTo>
                <a:lnTo>
                  <a:pt x="1604999" y="1311158"/>
                </a:lnTo>
                <a:lnTo>
                  <a:pt x="1605493" y="1311107"/>
                </a:lnTo>
                <a:lnTo>
                  <a:pt x="1605987" y="1311051"/>
                </a:lnTo>
                <a:lnTo>
                  <a:pt x="1606480" y="1310991"/>
                </a:lnTo>
                <a:lnTo>
                  <a:pt x="1606974" y="1310927"/>
                </a:lnTo>
                <a:lnTo>
                  <a:pt x="1607468" y="1310858"/>
                </a:lnTo>
                <a:lnTo>
                  <a:pt x="1607962" y="1310784"/>
                </a:lnTo>
                <a:lnTo>
                  <a:pt x="1608456" y="1310706"/>
                </a:lnTo>
                <a:lnTo>
                  <a:pt x="1608950" y="1310624"/>
                </a:lnTo>
                <a:lnTo>
                  <a:pt x="1609444" y="1310537"/>
                </a:lnTo>
                <a:lnTo>
                  <a:pt x="1609937" y="1310446"/>
                </a:lnTo>
                <a:lnTo>
                  <a:pt x="1610431" y="1310350"/>
                </a:lnTo>
                <a:lnTo>
                  <a:pt x="1610925" y="1310250"/>
                </a:lnTo>
                <a:lnTo>
                  <a:pt x="1611419" y="1310146"/>
                </a:lnTo>
                <a:lnTo>
                  <a:pt x="1611909" y="1310050"/>
                </a:lnTo>
                <a:lnTo>
                  <a:pt x="1612392" y="1309951"/>
                </a:lnTo>
                <a:lnTo>
                  <a:pt x="1612868" y="1309848"/>
                </a:lnTo>
                <a:lnTo>
                  <a:pt x="1613337" y="1309741"/>
                </a:lnTo>
                <a:lnTo>
                  <a:pt x="1613798" y="1309630"/>
                </a:lnTo>
                <a:lnTo>
                  <a:pt x="1614252" y="1309515"/>
                </a:lnTo>
                <a:lnTo>
                  <a:pt x="1614699" y="1309396"/>
                </a:lnTo>
                <a:lnTo>
                  <a:pt x="1615138" y="1309274"/>
                </a:lnTo>
                <a:lnTo>
                  <a:pt x="1615571" y="1309147"/>
                </a:lnTo>
                <a:lnTo>
                  <a:pt x="1615996" y="1309017"/>
                </a:lnTo>
                <a:lnTo>
                  <a:pt x="1616414" y="1308883"/>
                </a:lnTo>
                <a:lnTo>
                  <a:pt x="1616825" y="1308744"/>
                </a:lnTo>
                <a:lnTo>
                  <a:pt x="1617228" y="1308602"/>
                </a:lnTo>
                <a:lnTo>
                  <a:pt x="1617624" y="1308456"/>
                </a:lnTo>
                <a:lnTo>
                  <a:pt x="1618013" y="1308306"/>
                </a:lnTo>
                <a:lnTo>
                  <a:pt x="1618395" y="1308153"/>
                </a:lnTo>
                <a:lnTo>
                  <a:pt x="1618770" y="1307995"/>
                </a:lnTo>
                <a:lnTo>
                  <a:pt x="1619137" y="1307833"/>
                </a:lnTo>
                <a:lnTo>
                  <a:pt x="1619497" y="1307668"/>
                </a:lnTo>
                <a:lnTo>
                  <a:pt x="1619850" y="1307499"/>
                </a:lnTo>
                <a:lnTo>
                  <a:pt x="1620196" y="1307325"/>
                </a:lnTo>
                <a:lnTo>
                  <a:pt x="1620534" y="1307148"/>
                </a:lnTo>
                <a:lnTo>
                  <a:pt x="1620865" y="1306967"/>
                </a:lnTo>
                <a:lnTo>
                  <a:pt x="1621189" y="1306782"/>
                </a:lnTo>
                <a:lnTo>
                  <a:pt x="1621189" y="1294449"/>
                </a:lnTo>
                <a:lnTo>
                  <a:pt x="1620907" y="1294582"/>
                </a:lnTo>
                <a:lnTo>
                  <a:pt x="1620621" y="1294715"/>
                </a:lnTo>
                <a:lnTo>
                  <a:pt x="1620331" y="1294847"/>
                </a:lnTo>
                <a:lnTo>
                  <a:pt x="1620037" y="1294979"/>
                </a:lnTo>
                <a:lnTo>
                  <a:pt x="1619739" y="1295110"/>
                </a:lnTo>
                <a:lnTo>
                  <a:pt x="1619437" y="1295240"/>
                </a:lnTo>
                <a:lnTo>
                  <a:pt x="1619132" y="1295370"/>
                </a:lnTo>
                <a:lnTo>
                  <a:pt x="1618822" y="1295499"/>
                </a:lnTo>
                <a:lnTo>
                  <a:pt x="1618509" y="1295628"/>
                </a:lnTo>
                <a:lnTo>
                  <a:pt x="1618192" y="1295756"/>
                </a:lnTo>
                <a:lnTo>
                  <a:pt x="1617871" y="1295884"/>
                </a:lnTo>
                <a:lnTo>
                  <a:pt x="1617545" y="1296011"/>
                </a:lnTo>
                <a:lnTo>
                  <a:pt x="1617217" y="1296137"/>
                </a:lnTo>
                <a:lnTo>
                  <a:pt x="1616884" y="1296263"/>
                </a:lnTo>
                <a:lnTo>
                  <a:pt x="1616547" y="1296389"/>
                </a:lnTo>
                <a:lnTo>
                  <a:pt x="1616206" y="1296514"/>
                </a:lnTo>
                <a:lnTo>
                  <a:pt x="1615862" y="1296638"/>
                </a:lnTo>
                <a:lnTo>
                  <a:pt x="1615513" y="1296762"/>
                </a:lnTo>
                <a:lnTo>
                  <a:pt x="1615161" y="1296885"/>
                </a:lnTo>
                <a:lnTo>
                  <a:pt x="1614805" y="1297007"/>
                </a:lnTo>
                <a:lnTo>
                  <a:pt x="1614445" y="1297130"/>
                </a:lnTo>
                <a:lnTo>
                  <a:pt x="1614081" y="1297251"/>
                </a:lnTo>
                <a:lnTo>
                  <a:pt x="1613713" y="1297372"/>
                </a:lnTo>
                <a:lnTo>
                  <a:pt x="1613341" y="1297492"/>
                </a:lnTo>
                <a:lnTo>
                  <a:pt x="1612979" y="1297597"/>
                </a:lnTo>
                <a:lnTo>
                  <a:pt x="1612615" y="1297697"/>
                </a:lnTo>
                <a:lnTo>
                  <a:pt x="1612247" y="1297793"/>
                </a:lnTo>
                <a:lnTo>
                  <a:pt x="1611877" y="1297884"/>
                </a:lnTo>
                <a:lnTo>
                  <a:pt x="1611504" y="1297971"/>
                </a:lnTo>
                <a:lnTo>
                  <a:pt x="1611129" y="1298053"/>
                </a:lnTo>
                <a:lnTo>
                  <a:pt x="1610750" y="1298131"/>
                </a:lnTo>
                <a:lnTo>
                  <a:pt x="1610369" y="1298204"/>
                </a:lnTo>
                <a:lnTo>
                  <a:pt x="1609985" y="1298273"/>
                </a:lnTo>
                <a:lnTo>
                  <a:pt x="1609598" y="1298338"/>
                </a:lnTo>
                <a:lnTo>
                  <a:pt x="1609209" y="1298398"/>
                </a:lnTo>
                <a:lnTo>
                  <a:pt x="1608816" y="1298453"/>
                </a:lnTo>
                <a:lnTo>
                  <a:pt x="1608421" y="1298505"/>
                </a:lnTo>
                <a:lnTo>
                  <a:pt x="1608023" y="1298551"/>
                </a:lnTo>
                <a:lnTo>
                  <a:pt x="1607622" y="1298594"/>
                </a:lnTo>
                <a:lnTo>
                  <a:pt x="1607219" y="1298631"/>
                </a:lnTo>
                <a:lnTo>
                  <a:pt x="1606813" y="1298665"/>
                </a:lnTo>
                <a:lnTo>
                  <a:pt x="1606404" y="1298694"/>
                </a:lnTo>
                <a:lnTo>
                  <a:pt x="1605992" y="1298718"/>
                </a:lnTo>
                <a:lnTo>
                  <a:pt x="1605577" y="1298738"/>
                </a:lnTo>
                <a:lnTo>
                  <a:pt x="1605160" y="1298754"/>
                </a:lnTo>
                <a:lnTo>
                  <a:pt x="1604740" y="1298765"/>
                </a:lnTo>
                <a:lnTo>
                  <a:pt x="1604317" y="1298772"/>
                </a:lnTo>
                <a:lnTo>
                  <a:pt x="1603891" y="1298774"/>
                </a:lnTo>
                <a:lnTo>
                  <a:pt x="1603348" y="1298771"/>
                </a:lnTo>
                <a:lnTo>
                  <a:pt x="1602812" y="1298763"/>
                </a:lnTo>
                <a:lnTo>
                  <a:pt x="1602284" y="1298749"/>
                </a:lnTo>
                <a:lnTo>
                  <a:pt x="1601764" y="1298729"/>
                </a:lnTo>
                <a:lnTo>
                  <a:pt x="1601252" y="1298704"/>
                </a:lnTo>
                <a:lnTo>
                  <a:pt x="1600748" y="1298674"/>
                </a:lnTo>
                <a:lnTo>
                  <a:pt x="1600251" y="1298638"/>
                </a:lnTo>
                <a:lnTo>
                  <a:pt x="1599762" y="1298596"/>
                </a:lnTo>
                <a:lnTo>
                  <a:pt x="1599281" y="1298549"/>
                </a:lnTo>
                <a:lnTo>
                  <a:pt x="1598808" y="1298496"/>
                </a:lnTo>
                <a:lnTo>
                  <a:pt x="1598342" y="1298437"/>
                </a:lnTo>
                <a:lnTo>
                  <a:pt x="1597885" y="1298373"/>
                </a:lnTo>
                <a:lnTo>
                  <a:pt x="1597435" y="1298304"/>
                </a:lnTo>
                <a:lnTo>
                  <a:pt x="1596993" y="1298229"/>
                </a:lnTo>
                <a:lnTo>
                  <a:pt x="1596558" y="1298148"/>
                </a:lnTo>
                <a:lnTo>
                  <a:pt x="1596132" y="1298062"/>
                </a:lnTo>
                <a:lnTo>
                  <a:pt x="1595713" y="1297970"/>
                </a:lnTo>
                <a:lnTo>
                  <a:pt x="1595302" y="1297873"/>
                </a:lnTo>
                <a:lnTo>
                  <a:pt x="1594899" y="1297770"/>
                </a:lnTo>
                <a:lnTo>
                  <a:pt x="1594503" y="1297662"/>
                </a:lnTo>
                <a:lnTo>
                  <a:pt x="1594116" y="1297548"/>
                </a:lnTo>
                <a:lnTo>
                  <a:pt x="1593736" y="1297428"/>
                </a:lnTo>
                <a:lnTo>
                  <a:pt x="1593364" y="1297303"/>
                </a:lnTo>
                <a:lnTo>
                  <a:pt x="1593000" y="1297172"/>
                </a:lnTo>
                <a:lnTo>
                  <a:pt x="1592643" y="1297035"/>
                </a:lnTo>
                <a:lnTo>
                  <a:pt x="1592293" y="1296892"/>
                </a:lnTo>
                <a:lnTo>
                  <a:pt x="1591951" y="1296742"/>
                </a:lnTo>
                <a:lnTo>
                  <a:pt x="1591616" y="1296585"/>
                </a:lnTo>
                <a:lnTo>
                  <a:pt x="1591288" y="1296421"/>
                </a:lnTo>
                <a:lnTo>
                  <a:pt x="1590967" y="1296251"/>
                </a:lnTo>
                <a:lnTo>
                  <a:pt x="1590654" y="1296074"/>
                </a:lnTo>
                <a:lnTo>
                  <a:pt x="1590348" y="1295891"/>
                </a:lnTo>
                <a:lnTo>
                  <a:pt x="1590049" y="1295701"/>
                </a:lnTo>
                <a:lnTo>
                  <a:pt x="1589757" y="1295504"/>
                </a:lnTo>
                <a:lnTo>
                  <a:pt x="1589473" y="1295300"/>
                </a:lnTo>
                <a:lnTo>
                  <a:pt x="1589196" y="1295090"/>
                </a:lnTo>
                <a:lnTo>
                  <a:pt x="1588926" y="1294873"/>
                </a:lnTo>
                <a:lnTo>
                  <a:pt x="1588663" y="1294649"/>
                </a:lnTo>
                <a:lnTo>
                  <a:pt x="1588407" y="1294419"/>
                </a:lnTo>
                <a:lnTo>
                  <a:pt x="1588159" y="1294182"/>
                </a:lnTo>
                <a:lnTo>
                  <a:pt x="1587918" y="1293939"/>
                </a:lnTo>
                <a:lnTo>
                  <a:pt x="1587684" y="1293688"/>
                </a:lnTo>
                <a:lnTo>
                  <a:pt x="1587457" y="1293431"/>
                </a:lnTo>
                <a:lnTo>
                  <a:pt x="1587238" y="1293168"/>
                </a:lnTo>
                <a:lnTo>
                  <a:pt x="1587026" y="1292898"/>
                </a:lnTo>
                <a:lnTo>
                  <a:pt x="1586821" y="1292621"/>
                </a:lnTo>
                <a:lnTo>
                  <a:pt x="1586623" y="1292337"/>
                </a:lnTo>
                <a:lnTo>
                  <a:pt x="1586433" y="1292047"/>
                </a:lnTo>
                <a:lnTo>
                  <a:pt x="1586250" y="1291750"/>
                </a:lnTo>
                <a:lnTo>
                  <a:pt x="1586074" y="1291446"/>
                </a:lnTo>
                <a:lnTo>
                  <a:pt x="1585907" y="1291136"/>
                </a:lnTo>
                <a:lnTo>
                  <a:pt x="1585747" y="1290819"/>
                </a:lnTo>
                <a:lnTo>
                  <a:pt x="1585596" y="1290495"/>
                </a:lnTo>
                <a:lnTo>
                  <a:pt x="1585452" y="1290165"/>
                </a:lnTo>
                <a:lnTo>
                  <a:pt x="1585315" y="1289828"/>
                </a:lnTo>
                <a:lnTo>
                  <a:pt x="1585187" y="1289484"/>
                </a:lnTo>
                <a:lnTo>
                  <a:pt x="1585066" y="1289134"/>
                </a:lnTo>
                <a:lnTo>
                  <a:pt x="1584953" y="1288777"/>
                </a:lnTo>
                <a:lnTo>
                  <a:pt x="1584848" y="1288413"/>
                </a:lnTo>
                <a:lnTo>
                  <a:pt x="1584751" y="1288043"/>
                </a:lnTo>
                <a:lnTo>
                  <a:pt x="1584661" y="1287665"/>
                </a:lnTo>
                <a:lnTo>
                  <a:pt x="1584580" y="1287282"/>
                </a:lnTo>
                <a:lnTo>
                  <a:pt x="1584506" y="1286891"/>
                </a:lnTo>
                <a:lnTo>
                  <a:pt x="1584439" y="1286494"/>
                </a:lnTo>
                <a:lnTo>
                  <a:pt x="1584381" y="1286090"/>
                </a:lnTo>
                <a:lnTo>
                  <a:pt x="1584330" y="1285680"/>
                </a:lnTo>
                <a:lnTo>
                  <a:pt x="1584288" y="1285263"/>
                </a:lnTo>
                <a:lnTo>
                  <a:pt x="1584253" y="1284839"/>
                </a:lnTo>
                <a:lnTo>
                  <a:pt x="1584225" y="1284409"/>
                </a:lnTo>
                <a:lnTo>
                  <a:pt x="1584206" y="1283972"/>
                </a:lnTo>
                <a:lnTo>
                  <a:pt x="1584194" y="1283528"/>
                </a:lnTo>
                <a:lnTo>
                  <a:pt x="1584190" y="1283077"/>
                </a:lnTo>
                <a:lnTo>
                  <a:pt x="1584190" y="1240472"/>
                </a:lnTo>
                <a:lnTo>
                  <a:pt x="1621189" y="1240472"/>
                </a:lnTo>
                <a:lnTo>
                  <a:pt x="1621189" y="1227979"/>
                </a:lnTo>
                <a:lnTo>
                  <a:pt x="1584190" y="1227979"/>
                </a:lnTo>
                <a:lnTo>
                  <a:pt x="1584190" y="1201872"/>
                </a:lnTo>
                <a:lnTo>
                  <a:pt x="1574260" y="1201872"/>
                </a:lnTo>
                <a:lnTo>
                  <a:pt x="1568654" y="1227979"/>
                </a:lnTo>
                <a:lnTo>
                  <a:pt x="1544468" y="1227979"/>
                </a:lnTo>
                <a:lnTo>
                  <a:pt x="1544468" y="1240472"/>
                </a:lnTo>
                <a:lnTo>
                  <a:pt x="1568173" y="1240472"/>
                </a:lnTo>
                <a:lnTo>
                  <a:pt x="1568173" y="1284359"/>
                </a:lnTo>
                <a:lnTo>
                  <a:pt x="1568188" y="1285546"/>
                </a:lnTo>
                <a:lnTo>
                  <a:pt x="1568232" y="1286706"/>
                </a:lnTo>
                <a:lnTo>
                  <a:pt x="1568306" y="1287837"/>
                </a:lnTo>
                <a:lnTo>
                  <a:pt x="1568409" y="1288941"/>
                </a:lnTo>
                <a:lnTo>
                  <a:pt x="1568542" y="1290017"/>
                </a:lnTo>
                <a:lnTo>
                  <a:pt x="1568704" y="1291066"/>
                </a:lnTo>
                <a:lnTo>
                  <a:pt x="1568896" y="1292086"/>
                </a:lnTo>
                <a:lnTo>
                  <a:pt x="1569117" y="1293079"/>
                </a:lnTo>
                <a:lnTo>
                  <a:pt x="1569367" y="1294044"/>
                </a:lnTo>
                <a:lnTo>
                  <a:pt x="1569647" y="1294981"/>
                </a:lnTo>
                <a:lnTo>
                  <a:pt x="1569957" y="1295890"/>
                </a:lnTo>
                <a:lnTo>
                  <a:pt x="1570296" y="1296772"/>
                </a:lnTo>
                <a:lnTo>
                  <a:pt x="1570664" y="1297625"/>
                </a:lnTo>
                <a:lnTo>
                  <a:pt x="1571062" y="1298451"/>
                </a:lnTo>
                <a:lnTo>
                  <a:pt x="1571489" y="1299249"/>
                </a:lnTo>
                <a:lnTo>
                  <a:pt x="1571946" y="1300020"/>
                </a:lnTo>
                <a:lnTo>
                  <a:pt x="1572433" y="1300762"/>
                </a:lnTo>
                <a:lnTo>
                  <a:pt x="1572948" y="1301477"/>
                </a:lnTo>
                <a:lnTo>
                  <a:pt x="1573494" y="1302163"/>
                </a:lnTo>
                <a:lnTo>
                  <a:pt x="1574068" y="1302823"/>
                </a:lnTo>
                <a:lnTo>
                  <a:pt x="1574673" y="1303454"/>
                </a:lnTo>
                <a:lnTo>
                  <a:pt x="1575306" y="1304057"/>
                </a:lnTo>
                <a:lnTo>
                  <a:pt x="1575970" y="1304633"/>
                </a:lnTo>
                <a:lnTo>
                  <a:pt x="1576662" y="1305181"/>
                </a:lnTo>
                <a:lnTo>
                  <a:pt x="1577380" y="1305690"/>
                </a:lnTo>
                <a:lnTo>
                  <a:pt x="1578118" y="1306178"/>
                </a:lnTo>
                <a:lnTo>
                  <a:pt x="1578877" y="1306645"/>
                </a:lnTo>
                <a:lnTo>
                  <a:pt x="1579657" y="1307089"/>
                </a:lnTo>
                <a:lnTo>
                  <a:pt x="1580457" y="1307512"/>
                </a:lnTo>
                <a:lnTo>
                  <a:pt x="1581277" y="1307913"/>
                </a:lnTo>
                <a:lnTo>
                  <a:pt x="1582118" y="1308293"/>
                </a:lnTo>
                <a:lnTo>
                  <a:pt x="1582980" y="1308651"/>
                </a:lnTo>
                <a:lnTo>
                  <a:pt x="1583862" y="1308987"/>
                </a:lnTo>
                <a:lnTo>
                  <a:pt x="1584765" y="1309302"/>
                </a:lnTo>
                <a:lnTo>
                  <a:pt x="1585689" y="1309594"/>
                </a:lnTo>
                <a:lnTo>
                  <a:pt x="1586633" y="1309865"/>
                </a:lnTo>
                <a:lnTo>
                  <a:pt x="1587597" y="1310115"/>
                </a:lnTo>
                <a:lnTo>
                  <a:pt x="1588583" y="1310343"/>
                </a:lnTo>
                <a:lnTo>
                  <a:pt x="1589588" y="1310549"/>
                </a:lnTo>
                <a:lnTo>
                  <a:pt x="1590615" y="1310733"/>
                </a:lnTo>
                <a:lnTo>
                  <a:pt x="1591662" y="1310896"/>
                </a:lnTo>
                <a:lnTo>
                  <a:pt x="1592729" y="1311037"/>
                </a:lnTo>
                <a:lnTo>
                  <a:pt x="1593817" y="1311156"/>
                </a:lnTo>
                <a:lnTo>
                  <a:pt x="1594926" y="1311254"/>
                </a:lnTo>
                <a:lnTo>
                  <a:pt x="1596055" y="1311329"/>
                </a:lnTo>
                <a:lnTo>
                  <a:pt x="1597205" y="1311384"/>
                </a:lnTo>
                <a:lnTo>
                  <a:pt x="1598376" y="1311416"/>
                </a:lnTo>
                <a:lnTo>
                  <a:pt x="1599566" y="1311427"/>
                </a:lnTo>
                <a:lnTo>
                  <a:pt x="1600060" y="1311425"/>
                </a:lnTo>
                <a:lnTo>
                  <a:pt x="1600554" y="1311418"/>
                </a:lnTo>
                <a:lnTo>
                  <a:pt x="1601048" y="1311407"/>
                </a:lnTo>
                <a:lnTo>
                  <a:pt x="1601542" y="1311391"/>
                </a:lnTo>
                <a:lnTo>
                  <a:pt x="1602036" y="1311371"/>
                </a:lnTo>
                <a:lnTo>
                  <a:pt x="1602530" y="1311347"/>
                </a:lnTo>
                <a:close/>
                <a:moveTo>
                  <a:pt x="1891140" y="1311318"/>
                </a:moveTo>
                <a:lnTo>
                  <a:pt x="1891634" y="1311285"/>
                </a:lnTo>
                <a:lnTo>
                  <a:pt x="1892128" y="1311247"/>
                </a:lnTo>
                <a:lnTo>
                  <a:pt x="1892621" y="1311205"/>
                </a:lnTo>
                <a:lnTo>
                  <a:pt x="1893115" y="1311158"/>
                </a:lnTo>
                <a:lnTo>
                  <a:pt x="1893609" y="1311107"/>
                </a:lnTo>
                <a:lnTo>
                  <a:pt x="1894103" y="1311051"/>
                </a:lnTo>
                <a:lnTo>
                  <a:pt x="1894597" y="1310991"/>
                </a:lnTo>
                <a:lnTo>
                  <a:pt x="1895091" y="1310927"/>
                </a:lnTo>
                <a:lnTo>
                  <a:pt x="1895585" y="1310858"/>
                </a:lnTo>
                <a:lnTo>
                  <a:pt x="1896078" y="1310784"/>
                </a:lnTo>
                <a:lnTo>
                  <a:pt x="1896572" y="1310706"/>
                </a:lnTo>
                <a:lnTo>
                  <a:pt x="1897066" y="1310624"/>
                </a:lnTo>
                <a:lnTo>
                  <a:pt x="1897560" y="1310537"/>
                </a:lnTo>
                <a:lnTo>
                  <a:pt x="1898054" y="1310446"/>
                </a:lnTo>
                <a:lnTo>
                  <a:pt x="1898548" y="1310350"/>
                </a:lnTo>
                <a:lnTo>
                  <a:pt x="1899042" y="1310250"/>
                </a:lnTo>
                <a:lnTo>
                  <a:pt x="1899535" y="1310146"/>
                </a:lnTo>
                <a:lnTo>
                  <a:pt x="1900026" y="1310050"/>
                </a:lnTo>
                <a:lnTo>
                  <a:pt x="1900509" y="1309951"/>
                </a:lnTo>
                <a:lnTo>
                  <a:pt x="1900984" y="1309848"/>
                </a:lnTo>
                <a:lnTo>
                  <a:pt x="1901453" y="1309741"/>
                </a:lnTo>
                <a:lnTo>
                  <a:pt x="1901914" y="1309630"/>
                </a:lnTo>
                <a:lnTo>
                  <a:pt x="1902368" y="1309515"/>
                </a:lnTo>
                <a:lnTo>
                  <a:pt x="1902815" y="1309396"/>
                </a:lnTo>
                <a:lnTo>
                  <a:pt x="1903255" y="1309274"/>
                </a:lnTo>
                <a:lnTo>
                  <a:pt x="1903687" y="1309147"/>
                </a:lnTo>
                <a:lnTo>
                  <a:pt x="1904112" y="1309017"/>
                </a:lnTo>
                <a:lnTo>
                  <a:pt x="1904530" y="1308883"/>
                </a:lnTo>
                <a:lnTo>
                  <a:pt x="1904941" y="1308744"/>
                </a:lnTo>
                <a:lnTo>
                  <a:pt x="1905345" y="1308602"/>
                </a:lnTo>
                <a:lnTo>
                  <a:pt x="1905741" y="1308456"/>
                </a:lnTo>
                <a:lnTo>
                  <a:pt x="1906130" y="1308306"/>
                </a:lnTo>
                <a:lnTo>
                  <a:pt x="1906512" y="1308153"/>
                </a:lnTo>
                <a:lnTo>
                  <a:pt x="1906886" y="1307995"/>
                </a:lnTo>
                <a:lnTo>
                  <a:pt x="1907253" y="1307833"/>
                </a:lnTo>
                <a:lnTo>
                  <a:pt x="1907614" y="1307668"/>
                </a:lnTo>
                <a:lnTo>
                  <a:pt x="1907966" y="1307499"/>
                </a:lnTo>
                <a:lnTo>
                  <a:pt x="1908312" y="1307325"/>
                </a:lnTo>
                <a:lnTo>
                  <a:pt x="1908650" y="1307148"/>
                </a:lnTo>
                <a:lnTo>
                  <a:pt x="1908982" y="1306967"/>
                </a:lnTo>
                <a:lnTo>
                  <a:pt x="1909306" y="1306782"/>
                </a:lnTo>
                <a:lnTo>
                  <a:pt x="1909306" y="1294449"/>
                </a:lnTo>
                <a:lnTo>
                  <a:pt x="1909023" y="1294582"/>
                </a:lnTo>
                <a:lnTo>
                  <a:pt x="1908737" y="1294715"/>
                </a:lnTo>
                <a:lnTo>
                  <a:pt x="1908447" y="1294847"/>
                </a:lnTo>
                <a:lnTo>
                  <a:pt x="1908153" y="1294979"/>
                </a:lnTo>
                <a:lnTo>
                  <a:pt x="1907855" y="1295110"/>
                </a:lnTo>
                <a:lnTo>
                  <a:pt x="1907554" y="1295240"/>
                </a:lnTo>
                <a:lnTo>
                  <a:pt x="1907248" y="1295370"/>
                </a:lnTo>
                <a:lnTo>
                  <a:pt x="1906939" y="1295499"/>
                </a:lnTo>
                <a:lnTo>
                  <a:pt x="1906625" y="1295628"/>
                </a:lnTo>
                <a:lnTo>
                  <a:pt x="1906308" y="1295756"/>
                </a:lnTo>
                <a:lnTo>
                  <a:pt x="1905987" y="1295884"/>
                </a:lnTo>
                <a:lnTo>
                  <a:pt x="1905662" y="1296011"/>
                </a:lnTo>
                <a:lnTo>
                  <a:pt x="1905333" y="1296137"/>
                </a:lnTo>
                <a:lnTo>
                  <a:pt x="1905000" y="1296263"/>
                </a:lnTo>
                <a:lnTo>
                  <a:pt x="1904663" y="1296389"/>
                </a:lnTo>
                <a:lnTo>
                  <a:pt x="1904323" y="1296514"/>
                </a:lnTo>
                <a:lnTo>
                  <a:pt x="1903978" y="1296638"/>
                </a:lnTo>
                <a:lnTo>
                  <a:pt x="1903630" y="1296762"/>
                </a:lnTo>
                <a:lnTo>
                  <a:pt x="1903277" y="1296885"/>
                </a:lnTo>
                <a:lnTo>
                  <a:pt x="1902921" y="1297007"/>
                </a:lnTo>
                <a:lnTo>
                  <a:pt x="1902561" y="1297130"/>
                </a:lnTo>
                <a:lnTo>
                  <a:pt x="1902197" y="1297251"/>
                </a:lnTo>
                <a:lnTo>
                  <a:pt x="1901829" y="1297372"/>
                </a:lnTo>
                <a:lnTo>
                  <a:pt x="1901457" y="1297492"/>
                </a:lnTo>
                <a:lnTo>
                  <a:pt x="1901095" y="1297597"/>
                </a:lnTo>
                <a:lnTo>
                  <a:pt x="1900731" y="1297697"/>
                </a:lnTo>
                <a:lnTo>
                  <a:pt x="1900364" y="1297793"/>
                </a:lnTo>
                <a:lnTo>
                  <a:pt x="1899994" y="1297884"/>
                </a:lnTo>
                <a:lnTo>
                  <a:pt x="1899621" y="1297971"/>
                </a:lnTo>
                <a:lnTo>
                  <a:pt x="1899245" y="1298053"/>
                </a:lnTo>
                <a:lnTo>
                  <a:pt x="1898867" y="1298131"/>
                </a:lnTo>
                <a:lnTo>
                  <a:pt x="1898485" y="1298204"/>
                </a:lnTo>
                <a:lnTo>
                  <a:pt x="1898101" y="1298273"/>
                </a:lnTo>
                <a:lnTo>
                  <a:pt x="1897714" y="1298338"/>
                </a:lnTo>
                <a:lnTo>
                  <a:pt x="1897325" y="1298398"/>
                </a:lnTo>
                <a:lnTo>
                  <a:pt x="1896933" y="1298453"/>
                </a:lnTo>
                <a:lnTo>
                  <a:pt x="1896537" y="1298505"/>
                </a:lnTo>
                <a:lnTo>
                  <a:pt x="1896139" y="1298551"/>
                </a:lnTo>
                <a:lnTo>
                  <a:pt x="1895739" y="1298594"/>
                </a:lnTo>
                <a:lnTo>
                  <a:pt x="1895335" y="1298631"/>
                </a:lnTo>
                <a:lnTo>
                  <a:pt x="1894929" y="1298665"/>
                </a:lnTo>
                <a:lnTo>
                  <a:pt x="1894520" y="1298694"/>
                </a:lnTo>
                <a:lnTo>
                  <a:pt x="1894108" y="1298718"/>
                </a:lnTo>
                <a:lnTo>
                  <a:pt x="1893694" y="1298738"/>
                </a:lnTo>
                <a:lnTo>
                  <a:pt x="1893276" y="1298754"/>
                </a:lnTo>
                <a:lnTo>
                  <a:pt x="1892856" y="1298765"/>
                </a:lnTo>
                <a:lnTo>
                  <a:pt x="1892433" y="1298772"/>
                </a:lnTo>
                <a:lnTo>
                  <a:pt x="1892007" y="1298774"/>
                </a:lnTo>
                <a:lnTo>
                  <a:pt x="1891464" y="1298771"/>
                </a:lnTo>
                <a:lnTo>
                  <a:pt x="1890928" y="1298763"/>
                </a:lnTo>
                <a:lnTo>
                  <a:pt x="1890401" y="1298749"/>
                </a:lnTo>
                <a:lnTo>
                  <a:pt x="1889881" y="1298729"/>
                </a:lnTo>
                <a:lnTo>
                  <a:pt x="1889368" y="1298704"/>
                </a:lnTo>
                <a:lnTo>
                  <a:pt x="1888864" y="1298674"/>
                </a:lnTo>
                <a:lnTo>
                  <a:pt x="1888367" y="1298638"/>
                </a:lnTo>
                <a:lnTo>
                  <a:pt x="1887879" y="1298596"/>
                </a:lnTo>
                <a:lnTo>
                  <a:pt x="1887398" y="1298549"/>
                </a:lnTo>
                <a:lnTo>
                  <a:pt x="1886924" y="1298496"/>
                </a:lnTo>
                <a:lnTo>
                  <a:pt x="1886459" y="1298437"/>
                </a:lnTo>
                <a:lnTo>
                  <a:pt x="1886001" y="1298373"/>
                </a:lnTo>
                <a:lnTo>
                  <a:pt x="1885551" y="1298304"/>
                </a:lnTo>
                <a:lnTo>
                  <a:pt x="1885109" y="1298229"/>
                </a:lnTo>
                <a:lnTo>
                  <a:pt x="1884675" y="1298148"/>
                </a:lnTo>
                <a:lnTo>
                  <a:pt x="1884248" y="1298062"/>
                </a:lnTo>
                <a:lnTo>
                  <a:pt x="1883829" y="1297970"/>
                </a:lnTo>
                <a:lnTo>
                  <a:pt x="1883418" y="1297873"/>
                </a:lnTo>
                <a:lnTo>
                  <a:pt x="1883015" y="1297770"/>
                </a:lnTo>
                <a:lnTo>
                  <a:pt x="1882620" y="1297662"/>
                </a:lnTo>
                <a:lnTo>
                  <a:pt x="1882232" y="1297548"/>
                </a:lnTo>
                <a:lnTo>
                  <a:pt x="1881852" y="1297428"/>
                </a:lnTo>
                <a:lnTo>
                  <a:pt x="1881480" y="1297303"/>
                </a:lnTo>
                <a:lnTo>
                  <a:pt x="1881116" y="1297172"/>
                </a:lnTo>
                <a:lnTo>
                  <a:pt x="1880759" y="1297035"/>
                </a:lnTo>
                <a:lnTo>
                  <a:pt x="1880410" y="1296892"/>
                </a:lnTo>
                <a:lnTo>
                  <a:pt x="1880067" y="1296742"/>
                </a:lnTo>
                <a:lnTo>
                  <a:pt x="1879732" y="1296585"/>
                </a:lnTo>
                <a:lnTo>
                  <a:pt x="1879404" y="1296421"/>
                </a:lnTo>
                <a:lnTo>
                  <a:pt x="1879084" y="1296251"/>
                </a:lnTo>
                <a:lnTo>
                  <a:pt x="1878770" y="1296074"/>
                </a:lnTo>
                <a:lnTo>
                  <a:pt x="1878464" y="1295891"/>
                </a:lnTo>
                <a:lnTo>
                  <a:pt x="1878165" y="1295701"/>
                </a:lnTo>
                <a:lnTo>
                  <a:pt x="1877874" y="1295504"/>
                </a:lnTo>
                <a:lnTo>
                  <a:pt x="1877589" y="1295300"/>
                </a:lnTo>
                <a:lnTo>
                  <a:pt x="1877312" y="1295090"/>
                </a:lnTo>
                <a:lnTo>
                  <a:pt x="1877042" y="1294873"/>
                </a:lnTo>
                <a:lnTo>
                  <a:pt x="1876779" y="1294649"/>
                </a:lnTo>
                <a:lnTo>
                  <a:pt x="1876524" y="1294419"/>
                </a:lnTo>
                <a:lnTo>
                  <a:pt x="1876275" y="1294182"/>
                </a:lnTo>
                <a:lnTo>
                  <a:pt x="1876034" y="1293939"/>
                </a:lnTo>
                <a:lnTo>
                  <a:pt x="1875800" y="1293688"/>
                </a:lnTo>
                <a:lnTo>
                  <a:pt x="1875574" y="1293431"/>
                </a:lnTo>
                <a:lnTo>
                  <a:pt x="1875354" y="1293168"/>
                </a:lnTo>
                <a:lnTo>
                  <a:pt x="1875142" y="1292898"/>
                </a:lnTo>
                <a:lnTo>
                  <a:pt x="1874937" y="1292621"/>
                </a:lnTo>
                <a:lnTo>
                  <a:pt x="1874740" y="1292337"/>
                </a:lnTo>
                <a:lnTo>
                  <a:pt x="1874549" y="1292047"/>
                </a:lnTo>
                <a:lnTo>
                  <a:pt x="1874366" y="1291750"/>
                </a:lnTo>
                <a:lnTo>
                  <a:pt x="1874191" y="1291446"/>
                </a:lnTo>
                <a:lnTo>
                  <a:pt x="1874023" y="1291136"/>
                </a:lnTo>
                <a:lnTo>
                  <a:pt x="1873864" y="1290819"/>
                </a:lnTo>
                <a:lnTo>
                  <a:pt x="1873712" y="1290495"/>
                </a:lnTo>
                <a:lnTo>
                  <a:pt x="1873568" y="1290165"/>
                </a:lnTo>
                <a:lnTo>
                  <a:pt x="1873432" y="1289828"/>
                </a:lnTo>
                <a:lnTo>
                  <a:pt x="1873303" y="1289484"/>
                </a:lnTo>
                <a:lnTo>
                  <a:pt x="1873182" y="1289134"/>
                </a:lnTo>
                <a:lnTo>
                  <a:pt x="1873070" y="1288777"/>
                </a:lnTo>
                <a:lnTo>
                  <a:pt x="1872964" y="1288413"/>
                </a:lnTo>
                <a:lnTo>
                  <a:pt x="1872867" y="1288043"/>
                </a:lnTo>
                <a:lnTo>
                  <a:pt x="1872778" y="1287665"/>
                </a:lnTo>
                <a:lnTo>
                  <a:pt x="1872696" y="1287282"/>
                </a:lnTo>
                <a:lnTo>
                  <a:pt x="1872622" y="1286891"/>
                </a:lnTo>
                <a:lnTo>
                  <a:pt x="1872556" y="1286494"/>
                </a:lnTo>
                <a:lnTo>
                  <a:pt x="1872497" y="1286090"/>
                </a:lnTo>
                <a:lnTo>
                  <a:pt x="1872447" y="1285680"/>
                </a:lnTo>
                <a:lnTo>
                  <a:pt x="1872404" y="1285263"/>
                </a:lnTo>
                <a:lnTo>
                  <a:pt x="1872369" y="1284839"/>
                </a:lnTo>
                <a:lnTo>
                  <a:pt x="1872342" y="1284409"/>
                </a:lnTo>
                <a:lnTo>
                  <a:pt x="1872322" y="1283972"/>
                </a:lnTo>
                <a:lnTo>
                  <a:pt x="1872310" y="1283528"/>
                </a:lnTo>
                <a:lnTo>
                  <a:pt x="1872306" y="1283077"/>
                </a:lnTo>
                <a:lnTo>
                  <a:pt x="1872306" y="1240472"/>
                </a:lnTo>
                <a:lnTo>
                  <a:pt x="1909306" y="1240472"/>
                </a:lnTo>
                <a:lnTo>
                  <a:pt x="1909306" y="1227979"/>
                </a:lnTo>
                <a:lnTo>
                  <a:pt x="1872306" y="1227979"/>
                </a:lnTo>
                <a:lnTo>
                  <a:pt x="1872306" y="1201872"/>
                </a:lnTo>
                <a:lnTo>
                  <a:pt x="1862376" y="1201872"/>
                </a:lnTo>
                <a:lnTo>
                  <a:pt x="1856770" y="1227979"/>
                </a:lnTo>
                <a:lnTo>
                  <a:pt x="1832585" y="1227979"/>
                </a:lnTo>
                <a:lnTo>
                  <a:pt x="1832585" y="1240472"/>
                </a:lnTo>
                <a:lnTo>
                  <a:pt x="1856290" y="1240472"/>
                </a:lnTo>
                <a:lnTo>
                  <a:pt x="1856290" y="1284359"/>
                </a:lnTo>
                <a:lnTo>
                  <a:pt x="1856305" y="1285546"/>
                </a:lnTo>
                <a:lnTo>
                  <a:pt x="1856349" y="1286706"/>
                </a:lnTo>
                <a:lnTo>
                  <a:pt x="1856422" y="1287837"/>
                </a:lnTo>
                <a:lnTo>
                  <a:pt x="1856526" y="1288941"/>
                </a:lnTo>
                <a:lnTo>
                  <a:pt x="1856658" y="1290017"/>
                </a:lnTo>
                <a:lnTo>
                  <a:pt x="1856820" y="1291066"/>
                </a:lnTo>
                <a:lnTo>
                  <a:pt x="1857012" y="1292086"/>
                </a:lnTo>
                <a:lnTo>
                  <a:pt x="1857233" y="1293079"/>
                </a:lnTo>
                <a:lnTo>
                  <a:pt x="1857483" y="1294044"/>
                </a:lnTo>
                <a:lnTo>
                  <a:pt x="1857763" y="1294981"/>
                </a:lnTo>
                <a:lnTo>
                  <a:pt x="1858073" y="1295890"/>
                </a:lnTo>
                <a:lnTo>
                  <a:pt x="1858412" y="1296772"/>
                </a:lnTo>
                <a:lnTo>
                  <a:pt x="1858780" y="1297625"/>
                </a:lnTo>
                <a:lnTo>
                  <a:pt x="1859178" y="1298451"/>
                </a:lnTo>
                <a:lnTo>
                  <a:pt x="1859606" y="1299249"/>
                </a:lnTo>
                <a:lnTo>
                  <a:pt x="1860063" y="1300020"/>
                </a:lnTo>
                <a:lnTo>
                  <a:pt x="1860549" y="1300762"/>
                </a:lnTo>
                <a:lnTo>
                  <a:pt x="1861065" y="1301477"/>
                </a:lnTo>
                <a:lnTo>
                  <a:pt x="1861610" y="1302163"/>
                </a:lnTo>
                <a:lnTo>
                  <a:pt x="1862185" y="1302823"/>
                </a:lnTo>
                <a:lnTo>
                  <a:pt x="1862789" y="1303454"/>
                </a:lnTo>
                <a:lnTo>
                  <a:pt x="1863423" y="1304057"/>
                </a:lnTo>
                <a:lnTo>
                  <a:pt x="1864086" y="1304633"/>
                </a:lnTo>
                <a:lnTo>
                  <a:pt x="1864779" y="1305181"/>
                </a:lnTo>
                <a:lnTo>
                  <a:pt x="1865496" y="1305690"/>
                </a:lnTo>
                <a:lnTo>
                  <a:pt x="1866235" y="1306178"/>
                </a:lnTo>
                <a:lnTo>
                  <a:pt x="1866993" y="1306645"/>
                </a:lnTo>
                <a:lnTo>
                  <a:pt x="1867773" y="1307089"/>
                </a:lnTo>
                <a:lnTo>
                  <a:pt x="1868573" y="1307512"/>
                </a:lnTo>
                <a:lnTo>
                  <a:pt x="1869394" y="1307913"/>
                </a:lnTo>
                <a:lnTo>
                  <a:pt x="1870235" y="1308293"/>
                </a:lnTo>
                <a:lnTo>
                  <a:pt x="1871096" y="1308651"/>
                </a:lnTo>
                <a:lnTo>
                  <a:pt x="1871979" y="1308987"/>
                </a:lnTo>
                <a:lnTo>
                  <a:pt x="1872882" y="1309302"/>
                </a:lnTo>
                <a:lnTo>
                  <a:pt x="1873805" y="1309594"/>
                </a:lnTo>
                <a:lnTo>
                  <a:pt x="1874749" y="1309865"/>
                </a:lnTo>
                <a:lnTo>
                  <a:pt x="1875714" y="1310115"/>
                </a:lnTo>
                <a:lnTo>
                  <a:pt x="1876699" y="1310343"/>
                </a:lnTo>
                <a:lnTo>
                  <a:pt x="1877705" y="1310549"/>
                </a:lnTo>
                <a:lnTo>
                  <a:pt x="1878731" y="1310733"/>
                </a:lnTo>
                <a:lnTo>
                  <a:pt x="1879778" y="1310896"/>
                </a:lnTo>
                <a:lnTo>
                  <a:pt x="1880846" y="1311037"/>
                </a:lnTo>
                <a:lnTo>
                  <a:pt x="1881934" y="1311156"/>
                </a:lnTo>
                <a:lnTo>
                  <a:pt x="1883042" y="1311254"/>
                </a:lnTo>
                <a:lnTo>
                  <a:pt x="1884172" y="1311329"/>
                </a:lnTo>
                <a:lnTo>
                  <a:pt x="1885321" y="1311384"/>
                </a:lnTo>
                <a:lnTo>
                  <a:pt x="1886492" y="1311416"/>
                </a:lnTo>
                <a:lnTo>
                  <a:pt x="1887683" y="1311427"/>
                </a:lnTo>
                <a:lnTo>
                  <a:pt x="1888177" y="1311425"/>
                </a:lnTo>
                <a:lnTo>
                  <a:pt x="1888671" y="1311418"/>
                </a:lnTo>
                <a:lnTo>
                  <a:pt x="1889164" y="1311407"/>
                </a:lnTo>
                <a:lnTo>
                  <a:pt x="1889658" y="1311391"/>
                </a:lnTo>
                <a:lnTo>
                  <a:pt x="1890152" y="1311371"/>
                </a:lnTo>
                <a:lnTo>
                  <a:pt x="1890646" y="1311347"/>
                </a:lnTo>
                <a:lnTo>
                  <a:pt x="1891140" y="1311318"/>
                </a:lnTo>
                <a:close/>
                <a:moveTo>
                  <a:pt x="1686897" y="1311100"/>
                </a:moveTo>
                <a:lnTo>
                  <a:pt x="1687739" y="1311000"/>
                </a:lnTo>
                <a:lnTo>
                  <a:pt x="1688570" y="1310887"/>
                </a:lnTo>
                <a:lnTo>
                  <a:pt x="1689391" y="1310760"/>
                </a:lnTo>
                <a:lnTo>
                  <a:pt x="1690201" y="1310620"/>
                </a:lnTo>
                <a:lnTo>
                  <a:pt x="1691000" y="1310466"/>
                </a:lnTo>
                <a:lnTo>
                  <a:pt x="1691789" y="1310299"/>
                </a:lnTo>
                <a:lnTo>
                  <a:pt x="1692568" y="1310119"/>
                </a:lnTo>
                <a:lnTo>
                  <a:pt x="1693335" y="1309926"/>
                </a:lnTo>
                <a:lnTo>
                  <a:pt x="1694093" y="1309719"/>
                </a:lnTo>
                <a:lnTo>
                  <a:pt x="1694839" y="1309498"/>
                </a:lnTo>
                <a:lnTo>
                  <a:pt x="1695575" y="1309265"/>
                </a:lnTo>
                <a:lnTo>
                  <a:pt x="1696301" y="1309018"/>
                </a:lnTo>
                <a:lnTo>
                  <a:pt x="1697016" y="1308758"/>
                </a:lnTo>
                <a:lnTo>
                  <a:pt x="1697720" y="1308484"/>
                </a:lnTo>
                <a:lnTo>
                  <a:pt x="1698414" y="1308197"/>
                </a:lnTo>
                <a:lnTo>
                  <a:pt x="1699097" y="1307897"/>
                </a:lnTo>
                <a:lnTo>
                  <a:pt x="1699770" y="1307583"/>
                </a:lnTo>
                <a:lnTo>
                  <a:pt x="1700444" y="1307257"/>
                </a:lnTo>
                <a:lnTo>
                  <a:pt x="1701106" y="1306920"/>
                </a:lnTo>
                <a:lnTo>
                  <a:pt x="1701754" y="1306572"/>
                </a:lnTo>
                <a:lnTo>
                  <a:pt x="1702390" y="1306213"/>
                </a:lnTo>
                <a:lnTo>
                  <a:pt x="1703013" y="1305842"/>
                </a:lnTo>
                <a:lnTo>
                  <a:pt x="1703624" y="1305461"/>
                </a:lnTo>
                <a:lnTo>
                  <a:pt x="1704221" y="1305068"/>
                </a:lnTo>
                <a:lnTo>
                  <a:pt x="1704806" y="1304664"/>
                </a:lnTo>
                <a:lnTo>
                  <a:pt x="1705378" y="1304250"/>
                </a:lnTo>
                <a:lnTo>
                  <a:pt x="1705937" y="1303824"/>
                </a:lnTo>
                <a:lnTo>
                  <a:pt x="1706484" y="1303386"/>
                </a:lnTo>
                <a:lnTo>
                  <a:pt x="1707017" y="1302938"/>
                </a:lnTo>
                <a:lnTo>
                  <a:pt x="1707538" y="1302479"/>
                </a:lnTo>
                <a:lnTo>
                  <a:pt x="1708046" y="1302008"/>
                </a:lnTo>
                <a:lnTo>
                  <a:pt x="1708541" y="1301527"/>
                </a:lnTo>
                <a:lnTo>
                  <a:pt x="1709024" y="1301034"/>
                </a:lnTo>
                <a:lnTo>
                  <a:pt x="1709494" y="1300530"/>
                </a:lnTo>
                <a:lnTo>
                  <a:pt x="1709950" y="1300015"/>
                </a:lnTo>
                <a:lnTo>
                  <a:pt x="1710395" y="1299489"/>
                </a:lnTo>
                <a:lnTo>
                  <a:pt x="1710826" y="1298952"/>
                </a:lnTo>
                <a:lnTo>
                  <a:pt x="1711244" y="1298403"/>
                </a:lnTo>
                <a:lnTo>
                  <a:pt x="1711650" y="1297844"/>
                </a:lnTo>
                <a:lnTo>
                  <a:pt x="1712043" y="1297273"/>
                </a:lnTo>
                <a:lnTo>
                  <a:pt x="1712423" y="1296692"/>
                </a:lnTo>
                <a:lnTo>
                  <a:pt x="1712802" y="1296087"/>
                </a:lnTo>
                <a:lnTo>
                  <a:pt x="1713165" y="1295473"/>
                </a:lnTo>
                <a:lnTo>
                  <a:pt x="1713512" y="1294850"/>
                </a:lnTo>
                <a:lnTo>
                  <a:pt x="1713842" y="1294218"/>
                </a:lnTo>
                <a:lnTo>
                  <a:pt x="1714157" y="1293577"/>
                </a:lnTo>
                <a:lnTo>
                  <a:pt x="1714455" y="1292928"/>
                </a:lnTo>
                <a:lnTo>
                  <a:pt x="1714737" y="1292269"/>
                </a:lnTo>
                <a:lnTo>
                  <a:pt x="1715004" y="1291602"/>
                </a:lnTo>
                <a:lnTo>
                  <a:pt x="1715254" y="1290926"/>
                </a:lnTo>
                <a:lnTo>
                  <a:pt x="1715487" y="1290240"/>
                </a:lnTo>
                <a:lnTo>
                  <a:pt x="1715705" y="1289546"/>
                </a:lnTo>
                <a:lnTo>
                  <a:pt x="1715907" y="1288843"/>
                </a:lnTo>
                <a:lnTo>
                  <a:pt x="1716092" y="1288132"/>
                </a:lnTo>
                <a:lnTo>
                  <a:pt x="1716262" y="1287411"/>
                </a:lnTo>
                <a:lnTo>
                  <a:pt x="1716415" y="1286681"/>
                </a:lnTo>
                <a:lnTo>
                  <a:pt x="1716552" y="1285943"/>
                </a:lnTo>
                <a:lnTo>
                  <a:pt x="1716673" y="1285195"/>
                </a:lnTo>
                <a:lnTo>
                  <a:pt x="1716778" y="1284439"/>
                </a:lnTo>
                <a:lnTo>
                  <a:pt x="1716866" y="1283673"/>
                </a:lnTo>
                <a:lnTo>
                  <a:pt x="1716939" y="1282899"/>
                </a:lnTo>
                <a:lnTo>
                  <a:pt x="1716995" y="1282116"/>
                </a:lnTo>
                <a:lnTo>
                  <a:pt x="1717036" y="1281324"/>
                </a:lnTo>
                <a:lnTo>
                  <a:pt x="1717060" y="1280523"/>
                </a:lnTo>
                <a:lnTo>
                  <a:pt x="1717068" y="1279714"/>
                </a:lnTo>
                <a:lnTo>
                  <a:pt x="1702012" y="1279714"/>
                </a:lnTo>
                <a:lnTo>
                  <a:pt x="1702003" y="1280572"/>
                </a:lnTo>
                <a:lnTo>
                  <a:pt x="1701974" y="1281411"/>
                </a:lnTo>
                <a:lnTo>
                  <a:pt x="1701927" y="1282231"/>
                </a:lnTo>
                <a:lnTo>
                  <a:pt x="1701861" y="1283033"/>
                </a:lnTo>
                <a:lnTo>
                  <a:pt x="1701776" y="1283815"/>
                </a:lnTo>
                <a:lnTo>
                  <a:pt x="1701672" y="1284579"/>
                </a:lnTo>
                <a:lnTo>
                  <a:pt x="1701549" y="1285323"/>
                </a:lnTo>
                <a:lnTo>
                  <a:pt x="1701407" y="1286049"/>
                </a:lnTo>
                <a:lnTo>
                  <a:pt x="1701246" y="1286756"/>
                </a:lnTo>
                <a:lnTo>
                  <a:pt x="1701067" y="1287444"/>
                </a:lnTo>
                <a:lnTo>
                  <a:pt x="1700868" y="1288113"/>
                </a:lnTo>
                <a:lnTo>
                  <a:pt x="1700651" y="1288763"/>
                </a:lnTo>
                <a:lnTo>
                  <a:pt x="1700414" y="1289394"/>
                </a:lnTo>
                <a:lnTo>
                  <a:pt x="1700159" y="1290007"/>
                </a:lnTo>
                <a:lnTo>
                  <a:pt x="1699885" y="1290600"/>
                </a:lnTo>
                <a:lnTo>
                  <a:pt x="1699592" y="1291175"/>
                </a:lnTo>
                <a:lnTo>
                  <a:pt x="1699280" y="1291730"/>
                </a:lnTo>
                <a:lnTo>
                  <a:pt x="1698949" y="1292267"/>
                </a:lnTo>
                <a:lnTo>
                  <a:pt x="1698599" y="1292785"/>
                </a:lnTo>
                <a:lnTo>
                  <a:pt x="1698230" y="1293284"/>
                </a:lnTo>
                <a:lnTo>
                  <a:pt x="1697843" y="1293763"/>
                </a:lnTo>
                <a:lnTo>
                  <a:pt x="1697436" y="1294225"/>
                </a:lnTo>
                <a:lnTo>
                  <a:pt x="1697011" y="1294667"/>
                </a:lnTo>
                <a:lnTo>
                  <a:pt x="1696566" y="1295090"/>
                </a:lnTo>
                <a:lnTo>
                  <a:pt x="1696117" y="1295495"/>
                </a:lnTo>
                <a:lnTo>
                  <a:pt x="1695651" y="1295883"/>
                </a:lnTo>
                <a:lnTo>
                  <a:pt x="1695167" y="1296254"/>
                </a:lnTo>
                <a:lnTo>
                  <a:pt x="1694667" y="1296607"/>
                </a:lnTo>
                <a:lnTo>
                  <a:pt x="1694148" y="1296943"/>
                </a:lnTo>
                <a:lnTo>
                  <a:pt x="1693613" y="1297262"/>
                </a:lnTo>
                <a:lnTo>
                  <a:pt x="1693061" y="1297564"/>
                </a:lnTo>
                <a:lnTo>
                  <a:pt x="1692491" y="1297848"/>
                </a:lnTo>
                <a:lnTo>
                  <a:pt x="1691904" y="1298116"/>
                </a:lnTo>
                <a:lnTo>
                  <a:pt x="1691300" y="1298366"/>
                </a:lnTo>
                <a:lnTo>
                  <a:pt x="1690678" y="1298598"/>
                </a:lnTo>
                <a:lnTo>
                  <a:pt x="1690039" y="1298814"/>
                </a:lnTo>
                <a:lnTo>
                  <a:pt x="1689383" y="1299012"/>
                </a:lnTo>
                <a:lnTo>
                  <a:pt x="1688710" y="1299193"/>
                </a:lnTo>
                <a:lnTo>
                  <a:pt x="1688020" y="1299357"/>
                </a:lnTo>
                <a:lnTo>
                  <a:pt x="1687312" y="1299503"/>
                </a:lnTo>
                <a:lnTo>
                  <a:pt x="1686587" y="1299633"/>
                </a:lnTo>
                <a:lnTo>
                  <a:pt x="1685845" y="1299745"/>
                </a:lnTo>
                <a:lnTo>
                  <a:pt x="1685086" y="1299840"/>
                </a:lnTo>
                <a:lnTo>
                  <a:pt x="1684309" y="1299917"/>
                </a:lnTo>
                <a:lnTo>
                  <a:pt x="1683515" y="1299978"/>
                </a:lnTo>
                <a:lnTo>
                  <a:pt x="1682704" y="1300021"/>
                </a:lnTo>
                <a:lnTo>
                  <a:pt x="1681876" y="1300046"/>
                </a:lnTo>
                <a:lnTo>
                  <a:pt x="1681030" y="1300055"/>
                </a:lnTo>
                <a:lnTo>
                  <a:pt x="1680261" y="1300044"/>
                </a:lnTo>
                <a:lnTo>
                  <a:pt x="1679504" y="1300009"/>
                </a:lnTo>
                <a:lnTo>
                  <a:pt x="1678758" y="1299952"/>
                </a:lnTo>
                <a:lnTo>
                  <a:pt x="1678022" y="1299873"/>
                </a:lnTo>
                <a:lnTo>
                  <a:pt x="1677298" y="1299770"/>
                </a:lnTo>
                <a:lnTo>
                  <a:pt x="1676585" y="1299645"/>
                </a:lnTo>
                <a:lnTo>
                  <a:pt x="1675883" y="1299496"/>
                </a:lnTo>
                <a:lnTo>
                  <a:pt x="1675193" y="1299325"/>
                </a:lnTo>
                <a:lnTo>
                  <a:pt x="1674513" y="1299132"/>
                </a:lnTo>
                <a:lnTo>
                  <a:pt x="1673845" y="1298915"/>
                </a:lnTo>
                <a:lnTo>
                  <a:pt x="1673187" y="1298676"/>
                </a:lnTo>
                <a:lnTo>
                  <a:pt x="1672541" y="1298413"/>
                </a:lnTo>
                <a:lnTo>
                  <a:pt x="1671906" y="1298128"/>
                </a:lnTo>
                <a:lnTo>
                  <a:pt x="1671282" y="1297821"/>
                </a:lnTo>
                <a:lnTo>
                  <a:pt x="1670669" y="1297490"/>
                </a:lnTo>
                <a:lnTo>
                  <a:pt x="1670067" y="1297136"/>
                </a:lnTo>
                <a:lnTo>
                  <a:pt x="1669477" y="1296760"/>
                </a:lnTo>
                <a:lnTo>
                  <a:pt x="1668897" y="1296361"/>
                </a:lnTo>
                <a:lnTo>
                  <a:pt x="1668329" y="1295939"/>
                </a:lnTo>
                <a:lnTo>
                  <a:pt x="1667772" y="1295495"/>
                </a:lnTo>
                <a:lnTo>
                  <a:pt x="1667225" y="1295027"/>
                </a:lnTo>
                <a:lnTo>
                  <a:pt x="1666690" y="1294537"/>
                </a:lnTo>
                <a:lnTo>
                  <a:pt x="1666167" y="1294024"/>
                </a:lnTo>
                <a:lnTo>
                  <a:pt x="1665654" y="1293488"/>
                </a:lnTo>
                <a:lnTo>
                  <a:pt x="1665157" y="1292930"/>
                </a:lnTo>
                <a:lnTo>
                  <a:pt x="1664682" y="1292351"/>
                </a:lnTo>
                <a:lnTo>
                  <a:pt x="1664227" y="1291751"/>
                </a:lnTo>
                <a:lnTo>
                  <a:pt x="1663794" y="1291130"/>
                </a:lnTo>
                <a:lnTo>
                  <a:pt x="1663382" y="1290488"/>
                </a:lnTo>
                <a:lnTo>
                  <a:pt x="1662991" y="1289824"/>
                </a:lnTo>
                <a:lnTo>
                  <a:pt x="1662621" y="1289140"/>
                </a:lnTo>
                <a:lnTo>
                  <a:pt x="1662272" y="1288434"/>
                </a:lnTo>
                <a:lnTo>
                  <a:pt x="1661945" y="1287707"/>
                </a:lnTo>
                <a:lnTo>
                  <a:pt x="1661638" y="1286959"/>
                </a:lnTo>
                <a:lnTo>
                  <a:pt x="1661353" y="1286190"/>
                </a:lnTo>
                <a:lnTo>
                  <a:pt x="1661089" y="1285400"/>
                </a:lnTo>
                <a:lnTo>
                  <a:pt x="1660846" y="1284588"/>
                </a:lnTo>
                <a:lnTo>
                  <a:pt x="1660624" y="1283756"/>
                </a:lnTo>
                <a:lnTo>
                  <a:pt x="1660423" y="1282902"/>
                </a:lnTo>
                <a:lnTo>
                  <a:pt x="1660244" y="1282027"/>
                </a:lnTo>
                <a:lnTo>
                  <a:pt x="1660085" y="1281131"/>
                </a:lnTo>
                <a:lnTo>
                  <a:pt x="1659948" y="1280214"/>
                </a:lnTo>
                <a:lnTo>
                  <a:pt x="1659831" y="1279276"/>
                </a:lnTo>
                <a:lnTo>
                  <a:pt x="1659736" y="1278317"/>
                </a:lnTo>
                <a:lnTo>
                  <a:pt x="1659662" y="1277336"/>
                </a:lnTo>
                <a:lnTo>
                  <a:pt x="1659610" y="1276335"/>
                </a:lnTo>
                <a:lnTo>
                  <a:pt x="1659578" y="1275312"/>
                </a:lnTo>
                <a:lnTo>
                  <a:pt x="1659567" y="1274268"/>
                </a:lnTo>
                <a:lnTo>
                  <a:pt x="1659567" y="1271545"/>
                </a:lnTo>
                <a:lnTo>
                  <a:pt x="1717068" y="1271545"/>
                </a:lnTo>
                <a:lnTo>
                  <a:pt x="1717068" y="1260654"/>
                </a:lnTo>
                <a:lnTo>
                  <a:pt x="1717060" y="1259830"/>
                </a:lnTo>
                <a:lnTo>
                  <a:pt x="1717037" y="1259014"/>
                </a:lnTo>
                <a:lnTo>
                  <a:pt x="1716998" y="1258206"/>
                </a:lnTo>
                <a:lnTo>
                  <a:pt x="1716943" y="1257406"/>
                </a:lnTo>
                <a:lnTo>
                  <a:pt x="1716873" y="1256613"/>
                </a:lnTo>
                <a:lnTo>
                  <a:pt x="1716788" y="1255829"/>
                </a:lnTo>
                <a:lnTo>
                  <a:pt x="1716686" y="1255052"/>
                </a:lnTo>
                <a:lnTo>
                  <a:pt x="1716570" y="1254282"/>
                </a:lnTo>
                <a:lnTo>
                  <a:pt x="1716437" y="1253521"/>
                </a:lnTo>
                <a:lnTo>
                  <a:pt x="1716289" y="1252768"/>
                </a:lnTo>
                <a:lnTo>
                  <a:pt x="1716126" y="1252022"/>
                </a:lnTo>
                <a:lnTo>
                  <a:pt x="1715947" y="1251284"/>
                </a:lnTo>
                <a:lnTo>
                  <a:pt x="1715752" y="1250554"/>
                </a:lnTo>
                <a:lnTo>
                  <a:pt x="1715542" y="1249831"/>
                </a:lnTo>
                <a:lnTo>
                  <a:pt x="1715316" y="1249116"/>
                </a:lnTo>
                <a:lnTo>
                  <a:pt x="1715075" y="1248410"/>
                </a:lnTo>
                <a:lnTo>
                  <a:pt x="1714818" y="1247711"/>
                </a:lnTo>
                <a:lnTo>
                  <a:pt x="1714545" y="1247019"/>
                </a:lnTo>
                <a:lnTo>
                  <a:pt x="1714257" y="1246336"/>
                </a:lnTo>
                <a:lnTo>
                  <a:pt x="1713953" y="1245660"/>
                </a:lnTo>
                <a:lnTo>
                  <a:pt x="1713634" y="1244992"/>
                </a:lnTo>
                <a:lnTo>
                  <a:pt x="1713299" y="1244332"/>
                </a:lnTo>
                <a:lnTo>
                  <a:pt x="1712949" y="1243680"/>
                </a:lnTo>
                <a:lnTo>
                  <a:pt x="1712583" y="1243035"/>
                </a:lnTo>
                <a:lnTo>
                  <a:pt x="1712216" y="1242400"/>
                </a:lnTo>
                <a:lnTo>
                  <a:pt x="1711837" y="1241776"/>
                </a:lnTo>
                <a:lnTo>
                  <a:pt x="1711444" y="1241163"/>
                </a:lnTo>
                <a:lnTo>
                  <a:pt x="1711039" y="1240561"/>
                </a:lnTo>
                <a:lnTo>
                  <a:pt x="1710621" y="1239971"/>
                </a:lnTo>
                <a:lnTo>
                  <a:pt x="1710191" y="1239391"/>
                </a:lnTo>
                <a:lnTo>
                  <a:pt x="1709747" y="1238823"/>
                </a:lnTo>
                <a:lnTo>
                  <a:pt x="1709291" y="1238266"/>
                </a:lnTo>
                <a:lnTo>
                  <a:pt x="1708822" y="1237719"/>
                </a:lnTo>
                <a:lnTo>
                  <a:pt x="1708340" y="1237184"/>
                </a:lnTo>
                <a:lnTo>
                  <a:pt x="1707845" y="1236661"/>
                </a:lnTo>
                <a:lnTo>
                  <a:pt x="1707338" y="1236148"/>
                </a:lnTo>
                <a:lnTo>
                  <a:pt x="1706817" y="1235646"/>
                </a:lnTo>
                <a:lnTo>
                  <a:pt x="1706284" y="1235156"/>
                </a:lnTo>
                <a:lnTo>
                  <a:pt x="1705738" y="1234676"/>
                </a:lnTo>
                <a:lnTo>
                  <a:pt x="1705180" y="1234208"/>
                </a:lnTo>
                <a:lnTo>
                  <a:pt x="1704608" y="1233751"/>
                </a:lnTo>
                <a:lnTo>
                  <a:pt x="1704024" y="1233305"/>
                </a:lnTo>
                <a:lnTo>
                  <a:pt x="1703427" y="1232870"/>
                </a:lnTo>
                <a:lnTo>
                  <a:pt x="1702817" y="1232446"/>
                </a:lnTo>
                <a:lnTo>
                  <a:pt x="1702195" y="1232033"/>
                </a:lnTo>
                <a:lnTo>
                  <a:pt x="1701559" y="1231632"/>
                </a:lnTo>
                <a:lnTo>
                  <a:pt x="1700911" y="1231242"/>
                </a:lnTo>
                <a:lnTo>
                  <a:pt x="1700250" y="1230862"/>
                </a:lnTo>
                <a:lnTo>
                  <a:pt x="1699590" y="1230496"/>
                </a:lnTo>
                <a:lnTo>
                  <a:pt x="1698920" y="1230146"/>
                </a:lnTo>
                <a:lnTo>
                  <a:pt x="1698238" y="1229811"/>
                </a:lnTo>
                <a:lnTo>
                  <a:pt x="1697545" y="1229492"/>
                </a:lnTo>
                <a:lnTo>
                  <a:pt x="1696841" y="1229188"/>
                </a:lnTo>
                <a:lnTo>
                  <a:pt x="1696126" y="1228900"/>
                </a:lnTo>
                <a:lnTo>
                  <a:pt x="1695399" y="1228628"/>
                </a:lnTo>
                <a:lnTo>
                  <a:pt x="1694662" y="1228371"/>
                </a:lnTo>
                <a:lnTo>
                  <a:pt x="1693913" y="1228129"/>
                </a:lnTo>
                <a:lnTo>
                  <a:pt x="1693154" y="1227903"/>
                </a:lnTo>
                <a:lnTo>
                  <a:pt x="1692383" y="1227693"/>
                </a:lnTo>
                <a:lnTo>
                  <a:pt x="1691601" y="1227499"/>
                </a:lnTo>
                <a:lnTo>
                  <a:pt x="1690808" y="1227320"/>
                </a:lnTo>
                <a:lnTo>
                  <a:pt x="1690004" y="1227156"/>
                </a:lnTo>
                <a:lnTo>
                  <a:pt x="1689189" y="1227008"/>
                </a:lnTo>
                <a:lnTo>
                  <a:pt x="1688362" y="1226876"/>
                </a:lnTo>
                <a:lnTo>
                  <a:pt x="1687525" y="1226759"/>
                </a:lnTo>
                <a:lnTo>
                  <a:pt x="1686676" y="1226658"/>
                </a:lnTo>
                <a:lnTo>
                  <a:pt x="1685816" y="1226572"/>
                </a:lnTo>
                <a:lnTo>
                  <a:pt x="1684945" y="1226502"/>
                </a:lnTo>
                <a:lnTo>
                  <a:pt x="1684063" y="1226447"/>
                </a:lnTo>
                <a:lnTo>
                  <a:pt x="1683170" y="1226409"/>
                </a:lnTo>
                <a:lnTo>
                  <a:pt x="1682266" y="1226385"/>
                </a:lnTo>
                <a:lnTo>
                  <a:pt x="1681350" y="1226377"/>
                </a:lnTo>
                <a:lnTo>
                  <a:pt x="1680368" y="1226386"/>
                </a:lnTo>
                <a:lnTo>
                  <a:pt x="1679397" y="1226413"/>
                </a:lnTo>
                <a:lnTo>
                  <a:pt x="1678437" y="1226457"/>
                </a:lnTo>
                <a:lnTo>
                  <a:pt x="1677488" y="1226520"/>
                </a:lnTo>
                <a:lnTo>
                  <a:pt x="1676551" y="1226600"/>
                </a:lnTo>
                <a:lnTo>
                  <a:pt x="1675624" y="1226698"/>
                </a:lnTo>
                <a:lnTo>
                  <a:pt x="1674709" y="1226813"/>
                </a:lnTo>
                <a:lnTo>
                  <a:pt x="1673805" y="1226947"/>
                </a:lnTo>
                <a:lnTo>
                  <a:pt x="1672911" y="1227098"/>
                </a:lnTo>
                <a:lnTo>
                  <a:pt x="1672029" y="1227267"/>
                </a:lnTo>
                <a:lnTo>
                  <a:pt x="1671158" y="1227454"/>
                </a:lnTo>
                <a:lnTo>
                  <a:pt x="1670299" y="1227659"/>
                </a:lnTo>
                <a:lnTo>
                  <a:pt x="1669450" y="1227881"/>
                </a:lnTo>
                <a:lnTo>
                  <a:pt x="1668612" y="1228121"/>
                </a:lnTo>
                <a:lnTo>
                  <a:pt x="1667786" y="1228380"/>
                </a:lnTo>
                <a:lnTo>
                  <a:pt x="1666971" y="1228655"/>
                </a:lnTo>
                <a:lnTo>
                  <a:pt x="1666166" y="1228949"/>
                </a:lnTo>
                <a:lnTo>
                  <a:pt x="1665373" y="1229260"/>
                </a:lnTo>
                <a:lnTo>
                  <a:pt x="1664591" y="1229590"/>
                </a:lnTo>
                <a:lnTo>
                  <a:pt x="1663821" y="1229937"/>
                </a:lnTo>
                <a:lnTo>
                  <a:pt x="1663061" y="1230302"/>
                </a:lnTo>
                <a:lnTo>
                  <a:pt x="1662312" y="1230684"/>
                </a:lnTo>
                <a:lnTo>
                  <a:pt x="1661575" y="1231085"/>
                </a:lnTo>
                <a:lnTo>
                  <a:pt x="1660849" y="1231503"/>
                </a:lnTo>
                <a:lnTo>
                  <a:pt x="1660135" y="1231924"/>
                </a:lnTo>
                <a:lnTo>
                  <a:pt x="1659435" y="1232359"/>
                </a:lnTo>
                <a:lnTo>
                  <a:pt x="1658749" y="1232809"/>
                </a:lnTo>
                <a:lnTo>
                  <a:pt x="1658077" y="1233274"/>
                </a:lnTo>
                <a:lnTo>
                  <a:pt x="1657419" y="1233752"/>
                </a:lnTo>
                <a:lnTo>
                  <a:pt x="1656774" y="1234246"/>
                </a:lnTo>
                <a:lnTo>
                  <a:pt x="1656144" y="1234753"/>
                </a:lnTo>
                <a:lnTo>
                  <a:pt x="1655528" y="1235276"/>
                </a:lnTo>
                <a:lnTo>
                  <a:pt x="1654925" y="1235812"/>
                </a:lnTo>
                <a:lnTo>
                  <a:pt x="1654336" y="1236363"/>
                </a:lnTo>
                <a:lnTo>
                  <a:pt x="1653761" y="1236929"/>
                </a:lnTo>
                <a:lnTo>
                  <a:pt x="1653201" y="1237509"/>
                </a:lnTo>
                <a:lnTo>
                  <a:pt x="1652654" y="1238104"/>
                </a:lnTo>
                <a:lnTo>
                  <a:pt x="1652121" y="1238713"/>
                </a:lnTo>
                <a:lnTo>
                  <a:pt x="1651601" y="1239336"/>
                </a:lnTo>
                <a:lnTo>
                  <a:pt x="1651096" y="1239974"/>
                </a:lnTo>
                <a:lnTo>
                  <a:pt x="1650605" y="1240626"/>
                </a:lnTo>
                <a:lnTo>
                  <a:pt x="1650127" y="1241293"/>
                </a:lnTo>
                <a:lnTo>
                  <a:pt x="1649664" y="1241974"/>
                </a:lnTo>
                <a:lnTo>
                  <a:pt x="1649214" y="1242670"/>
                </a:lnTo>
                <a:lnTo>
                  <a:pt x="1648778" y="1243380"/>
                </a:lnTo>
                <a:lnTo>
                  <a:pt x="1648357" y="1244105"/>
                </a:lnTo>
                <a:lnTo>
                  <a:pt x="1647949" y="1244844"/>
                </a:lnTo>
                <a:lnTo>
                  <a:pt x="1647555" y="1245598"/>
                </a:lnTo>
                <a:lnTo>
                  <a:pt x="1647175" y="1246364"/>
                </a:lnTo>
                <a:lnTo>
                  <a:pt x="1646813" y="1247143"/>
                </a:lnTo>
                <a:lnTo>
                  <a:pt x="1646466" y="1247933"/>
                </a:lnTo>
                <a:lnTo>
                  <a:pt x="1646135" y="1248734"/>
                </a:lnTo>
                <a:lnTo>
                  <a:pt x="1645821" y="1249548"/>
                </a:lnTo>
                <a:lnTo>
                  <a:pt x="1645522" y="1250373"/>
                </a:lnTo>
                <a:lnTo>
                  <a:pt x="1645240" y="1251209"/>
                </a:lnTo>
                <a:lnTo>
                  <a:pt x="1644974" y="1252058"/>
                </a:lnTo>
                <a:lnTo>
                  <a:pt x="1644724" y="1252918"/>
                </a:lnTo>
                <a:lnTo>
                  <a:pt x="1644490" y="1253790"/>
                </a:lnTo>
                <a:lnTo>
                  <a:pt x="1644272" y="1254673"/>
                </a:lnTo>
                <a:lnTo>
                  <a:pt x="1644071" y="1255568"/>
                </a:lnTo>
                <a:lnTo>
                  <a:pt x="1643885" y="1256475"/>
                </a:lnTo>
                <a:lnTo>
                  <a:pt x="1643716" y="1257394"/>
                </a:lnTo>
                <a:lnTo>
                  <a:pt x="1643563" y="1258324"/>
                </a:lnTo>
                <a:lnTo>
                  <a:pt x="1643426" y="1259266"/>
                </a:lnTo>
                <a:lnTo>
                  <a:pt x="1643305" y="1260219"/>
                </a:lnTo>
                <a:lnTo>
                  <a:pt x="1643200" y="1261184"/>
                </a:lnTo>
                <a:lnTo>
                  <a:pt x="1643111" y="1262161"/>
                </a:lnTo>
                <a:lnTo>
                  <a:pt x="1643039" y="1263150"/>
                </a:lnTo>
                <a:lnTo>
                  <a:pt x="1642982" y="1264150"/>
                </a:lnTo>
                <a:lnTo>
                  <a:pt x="1642942" y="1265162"/>
                </a:lnTo>
                <a:lnTo>
                  <a:pt x="1642918" y="1266185"/>
                </a:lnTo>
                <a:lnTo>
                  <a:pt x="1642910" y="1267221"/>
                </a:lnTo>
                <a:lnTo>
                  <a:pt x="1642910" y="1270584"/>
                </a:lnTo>
                <a:lnTo>
                  <a:pt x="1642917" y="1271580"/>
                </a:lnTo>
                <a:lnTo>
                  <a:pt x="1642937" y="1272567"/>
                </a:lnTo>
                <a:lnTo>
                  <a:pt x="1642972" y="1273545"/>
                </a:lnTo>
                <a:lnTo>
                  <a:pt x="1643021" y="1274513"/>
                </a:lnTo>
                <a:lnTo>
                  <a:pt x="1643083" y="1275471"/>
                </a:lnTo>
                <a:lnTo>
                  <a:pt x="1643160" y="1276420"/>
                </a:lnTo>
                <a:lnTo>
                  <a:pt x="1643250" y="1277360"/>
                </a:lnTo>
                <a:lnTo>
                  <a:pt x="1643355" y="1278290"/>
                </a:lnTo>
                <a:lnTo>
                  <a:pt x="1643473" y="1279211"/>
                </a:lnTo>
                <a:lnTo>
                  <a:pt x="1643605" y="1280122"/>
                </a:lnTo>
                <a:lnTo>
                  <a:pt x="1643751" y="1281024"/>
                </a:lnTo>
                <a:lnTo>
                  <a:pt x="1643911" y="1281916"/>
                </a:lnTo>
                <a:lnTo>
                  <a:pt x="1644085" y="1282799"/>
                </a:lnTo>
                <a:lnTo>
                  <a:pt x="1644272" y="1283672"/>
                </a:lnTo>
                <a:lnTo>
                  <a:pt x="1644474" y="1284536"/>
                </a:lnTo>
                <a:lnTo>
                  <a:pt x="1644689" y="1285391"/>
                </a:lnTo>
                <a:lnTo>
                  <a:pt x="1644919" y="1286236"/>
                </a:lnTo>
                <a:lnTo>
                  <a:pt x="1645162" y="1287071"/>
                </a:lnTo>
                <a:lnTo>
                  <a:pt x="1645419" y="1287898"/>
                </a:lnTo>
                <a:lnTo>
                  <a:pt x="1645690" y="1288714"/>
                </a:lnTo>
                <a:lnTo>
                  <a:pt x="1645976" y="1289521"/>
                </a:lnTo>
                <a:lnTo>
                  <a:pt x="1646274" y="1290319"/>
                </a:lnTo>
                <a:lnTo>
                  <a:pt x="1646587" y="1291108"/>
                </a:lnTo>
                <a:lnTo>
                  <a:pt x="1646914" y="1291886"/>
                </a:lnTo>
                <a:lnTo>
                  <a:pt x="1647268" y="1292653"/>
                </a:lnTo>
                <a:lnTo>
                  <a:pt x="1647637" y="1293406"/>
                </a:lnTo>
                <a:lnTo>
                  <a:pt x="1648020" y="1294144"/>
                </a:lnTo>
                <a:lnTo>
                  <a:pt x="1648418" y="1294867"/>
                </a:lnTo>
                <a:lnTo>
                  <a:pt x="1648830" y="1295576"/>
                </a:lnTo>
                <a:lnTo>
                  <a:pt x="1649256" y="1296271"/>
                </a:lnTo>
                <a:lnTo>
                  <a:pt x="1649697" y="1296951"/>
                </a:lnTo>
                <a:lnTo>
                  <a:pt x="1650153" y="1297617"/>
                </a:lnTo>
                <a:lnTo>
                  <a:pt x="1650623" y="1298268"/>
                </a:lnTo>
                <a:lnTo>
                  <a:pt x="1651107" y="1298905"/>
                </a:lnTo>
                <a:lnTo>
                  <a:pt x="1651606" y="1299527"/>
                </a:lnTo>
                <a:lnTo>
                  <a:pt x="1652119" y="1300135"/>
                </a:lnTo>
                <a:lnTo>
                  <a:pt x="1652647" y="1300729"/>
                </a:lnTo>
                <a:lnTo>
                  <a:pt x="1653189" y="1301308"/>
                </a:lnTo>
                <a:lnTo>
                  <a:pt x="1653746" y="1301872"/>
                </a:lnTo>
                <a:lnTo>
                  <a:pt x="1654317" y="1302422"/>
                </a:lnTo>
                <a:lnTo>
                  <a:pt x="1654903" y="1302958"/>
                </a:lnTo>
                <a:lnTo>
                  <a:pt x="1655503" y="1303479"/>
                </a:lnTo>
                <a:lnTo>
                  <a:pt x="1656118" y="1303985"/>
                </a:lnTo>
                <a:lnTo>
                  <a:pt x="1656746" y="1304478"/>
                </a:lnTo>
                <a:lnTo>
                  <a:pt x="1657390" y="1304955"/>
                </a:lnTo>
                <a:lnTo>
                  <a:pt x="1658048" y="1305419"/>
                </a:lnTo>
                <a:lnTo>
                  <a:pt x="1658720" y="1305867"/>
                </a:lnTo>
                <a:lnTo>
                  <a:pt x="1659407" y="1306302"/>
                </a:lnTo>
                <a:lnTo>
                  <a:pt x="1660122" y="1306720"/>
                </a:lnTo>
                <a:lnTo>
                  <a:pt x="1660852" y="1307120"/>
                </a:lnTo>
                <a:lnTo>
                  <a:pt x="1661597" y="1307503"/>
                </a:lnTo>
                <a:lnTo>
                  <a:pt x="1662357" y="1307868"/>
                </a:lnTo>
                <a:lnTo>
                  <a:pt x="1663132" y="1308215"/>
                </a:lnTo>
                <a:lnTo>
                  <a:pt x="1663922" y="1308544"/>
                </a:lnTo>
                <a:lnTo>
                  <a:pt x="1664727" y="1308856"/>
                </a:lnTo>
                <a:lnTo>
                  <a:pt x="1665547" y="1309149"/>
                </a:lnTo>
                <a:lnTo>
                  <a:pt x="1666382" y="1309425"/>
                </a:lnTo>
                <a:lnTo>
                  <a:pt x="1667232" y="1309683"/>
                </a:lnTo>
                <a:lnTo>
                  <a:pt x="1668097" y="1309923"/>
                </a:lnTo>
                <a:lnTo>
                  <a:pt x="1668977" y="1310146"/>
                </a:lnTo>
                <a:lnTo>
                  <a:pt x="1669872" y="1310350"/>
                </a:lnTo>
                <a:lnTo>
                  <a:pt x="1670782" y="1310537"/>
                </a:lnTo>
                <a:lnTo>
                  <a:pt x="1671708" y="1310706"/>
                </a:lnTo>
                <a:lnTo>
                  <a:pt x="1672648" y="1310858"/>
                </a:lnTo>
                <a:lnTo>
                  <a:pt x="1673603" y="1310991"/>
                </a:lnTo>
                <a:lnTo>
                  <a:pt x="1674573" y="1311107"/>
                </a:lnTo>
                <a:lnTo>
                  <a:pt x="1675558" y="1311205"/>
                </a:lnTo>
                <a:lnTo>
                  <a:pt x="1676558" y="1311285"/>
                </a:lnTo>
                <a:lnTo>
                  <a:pt x="1677574" y="1311347"/>
                </a:lnTo>
                <a:lnTo>
                  <a:pt x="1678604" y="1311391"/>
                </a:lnTo>
                <a:lnTo>
                  <a:pt x="1679649" y="1311418"/>
                </a:lnTo>
                <a:lnTo>
                  <a:pt x="1680709" y="1311427"/>
                </a:lnTo>
                <a:lnTo>
                  <a:pt x="1681625" y="1311420"/>
                </a:lnTo>
                <a:lnTo>
                  <a:pt x="1682530" y="1311400"/>
                </a:lnTo>
                <a:lnTo>
                  <a:pt x="1683425" y="1311367"/>
                </a:lnTo>
                <a:lnTo>
                  <a:pt x="1684309" y="1311320"/>
                </a:lnTo>
                <a:lnTo>
                  <a:pt x="1685182" y="1311260"/>
                </a:lnTo>
                <a:lnTo>
                  <a:pt x="1686045" y="1311187"/>
                </a:lnTo>
                <a:lnTo>
                  <a:pt x="1686897" y="1311100"/>
                </a:lnTo>
                <a:close/>
                <a:moveTo>
                  <a:pt x="1659878" y="1257630"/>
                </a:moveTo>
                <a:lnTo>
                  <a:pt x="1659932" y="1257184"/>
                </a:lnTo>
                <a:lnTo>
                  <a:pt x="1659994" y="1256738"/>
                </a:lnTo>
                <a:lnTo>
                  <a:pt x="1660065" y="1256294"/>
                </a:lnTo>
                <a:lnTo>
                  <a:pt x="1660145" y="1255851"/>
                </a:lnTo>
                <a:lnTo>
                  <a:pt x="1660232" y="1255409"/>
                </a:lnTo>
                <a:lnTo>
                  <a:pt x="1660328" y="1254968"/>
                </a:lnTo>
                <a:lnTo>
                  <a:pt x="1660432" y="1254528"/>
                </a:lnTo>
                <a:lnTo>
                  <a:pt x="1660545" y="1254089"/>
                </a:lnTo>
                <a:lnTo>
                  <a:pt x="1660666" y="1253651"/>
                </a:lnTo>
                <a:lnTo>
                  <a:pt x="1660795" y="1253215"/>
                </a:lnTo>
                <a:lnTo>
                  <a:pt x="1660933" y="1252779"/>
                </a:lnTo>
                <a:lnTo>
                  <a:pt x="1661079" y="1252345"/>
                </a:lnTo>
                <a:lnTo>
                  <a:pt x="1661233" y="1251912"/>
                </a:lnTo>
                <a:lnTo>
                  <a:pt x="1661396" y="1251480"/>
                </a:lnTo>
                <a:lnTo>
                  <a:pt x="1661567" y="1251048"/>
                </a:lnTo>
                <a:lnTo>
                  <a:pt x="1661746" y="1250619"/>
                </a:lnTo>
                <a:lnTo>
                  <a:pt x="1661934" y="1250190"/>
                </a:lnTo>
                <a:lnTo>
                  <a:pt x="1662130" y="1249762"/>
                </a:lnTo>
                <a:lnTo>
                  <a:pt x="1662347" y="1249325"/>
                </a:lnTo>
                <a:lnTo>
                  <a:pt x="1662571" y="1248895"/>
                </a:lnTo>
                <a:lnTo>
                  <a:pt x="1662803" y="1248471"/>
                </a:lnTo>
                <a:lnTo>
                  <a:pt x="1663042" y="1248054"/>
                </a:lnTo>
                <a:lnTo>
                  <a:pt x="1663288" y="1247643"/>
                </a:lnTo>
                <a:lnTo>
                  <a:pt x="1663541" y="1247239"/>
                </a:lnTo>
                <a:lnTo>
                  <a:pt x="1663802" y="1246842"/>
                </a:lnTo>
                <a:lnTo>
                  <a:pt x="1664070" y="1246452"/>
                </a:lnTo>
                <a:lnTo>
                  <a:pt x="1664345" y="1246068"/>
                </a:lnTo>
                <a:lnTo>
                  <a:pt x="1664627" y="1245691"/>
                </a:lnTo>
                <a:lnTo>
                  <a:pt x="1664916" y="1245321"/>
                </a:lnTo>
                <a:lnTo>
                  <a:pt x="1665213" y="1244957"/>
                </a:lnTo>
                <a:lnTo>
                  <a:pt x="1665517" y="1244600"/>
                </a:lnTo>
                <a:lnTo>
                  <a:pt x="1665828" y="1244250"/>
                </a:lnTo>
                <a:lnTo>
                  <a:pt x="1666147" y="1243906"/>
                </a:lnTo>
                <a:lnTo>
                  <a:pt x="1666472" y="1243569"/>
                </a:lnTo>
                <a:lnTo>
                  <a:pt x="1666805" y="1243239"/>
                </a:lnTo>
                <a:lnTo>
                  <a:pt x="1667145" y="1242915"/>
                </a:lnTo>
                <a:lnTo>
                  <a:pt x="1667493" y="1242598"/>
                </a:lnTo>
                <a:lnTo>
                  <a:pt x="1667847" y="1242288"/>
                </a:lnTo>
                <a:lnTo>
                  <a:pt x="1668209" y="1241984"/>
                </a:lnTo>
                <a:lnTo>
                  <a:pt x="1668578" y="1241687"/>
                </a:lnTo>
                <a:lnTo>
                  <a:pt x="1668954" y="1241397"/>
                </a:lnTo>
                <a:lnTo>
                  <a:pt x="1669337" y="1241113"/>
                </a:lnTo>
                <a:lnTo>
                  <a:pt x="1669742" y="1240839"/>
                </a:lnTo>
                <a:lnTo>
                  <a:pt x="1670153" y="1240576"/>
                </a:lnTo>
                <a:lnTo>
                  <a:pt x="1670571" y="1240325"/>
                </a:lnTo>
                <a:lnTo>
                  <a:pt x="1670997" y="1240085"/>
                </a:lnTo>
                <a:lnTo>
                  <a:pt x="1671430" y="1239858"/>
                </a:lnTo>
                <a:lnTo>
                  <a:pt x="1671870" y="1239641"/>
                </a:lnTo>
                <a:lnTo>
                  <a:pt x="1672318" y="1239437"/>
                </a:lnTo>
                <a:lnTo>
                  <a:pt x="1672772" y="1239244"/>
                </a:lnTo>
                <a:lnTo>
                  <a:pt x="1673234" y="1239063"/>
                </a:lnTo>
                <a:lnTo>
                  <a:pt x="1673703" y="1238894"/>
                </a:lnTo>
                <a:lnTo>
                  <a:pt x="1674180" y="1238736"/>
                </a:lnTo>
                <a:lnTo>
                  <a:pt x="1674663" y="1238590"/>
                </a:lnTo>
                <a:lnTo>
                  <a:pt x="1675154" y="1238456"/>
                </a:lnTo>
                <a:lnTo>
                  <a:pt x="1675652" y="1238333"/>
                </a:lnTo>
                <a:lnTo>
                  <a:pt x="1676157" y="1238222"/>
                </a:lnTo>
                <a:lnTo>
                  <a:pt x="1676670" y="1238123"/>
                </a:lnTo>
                <a:lnTo>
                  <a:pt x="1677189" y="1238036"/>
                </a:lnTo>
                <a:lnTo>
                  <a:pt x="1677716" y="1237960"/>
                </a:lnTo>
                <a:lnTo>
                  <a:pt x="1678251" y="1237895"/>
                </a:lnTo>
                <a:lnTo>
                  <a:pt x="1678792" y="1237843"/>
                </a:lnTo>
                <a:lnTo>
                  <a:pt x="1679341" y="1237802"/>
                </a:lnTo>
                <a:lnTo>
                  <a:pt x="1679897" y="1237773"/>
                </a:lnTo>
                <a:lnTo>
                  <a:pt x="1680460" y="1237755"/>
                </a:lnTo>
                <a:lnTo>
                  <a:pt x="1681030" y="1237749"/>
                </a:lnTo>
                <a:lnTo>
                  <a:pt x="1681535" y="1237754"/>
                </a:lnTo>
                <a:lnTo>
                  <a:pt x="1682034" y="1237768"/>
                </a:lnTo>
                <a:lnTo>
                  <a:pt x="1682529" y="1237792"/>
                </a:lnTo>
                <a:lnTo>
                  <a:pt x="1683019" y="1237825"/>
                </a:lnTo>
                <a:lnTo>
                  <a:pt x="1683503" y="1237868"/>
                </a:lnTo>
                <a:lnTo>
                  <a:pt x="1683983" y="1237920"/>
                </a:lnTo>
                <a:lnTo>
                  <a:pt x="1684458" y="1237981"/>
                </a:lnTo>
                <a:lnTo>
                  <a:pt x="1684927" y="1238052"/>
                </a:lnTo>
                <a:lnTo>
                  <a:pt x="1685392" y="1238132"/>
                </a:lnTo>
                <a:lnTo>
                  <a:pt x="1685852" y="1238222"/>
                </a:lnTo>
                <a:lnTo>
                  <a:pt x="1686306" y="1238321"/>
                </a:lnTo>
                <a:lnTo>
                  <a:pt x="1686756" y="1238430"/>
                </a:lnTo>
                <a:lnTo>
                  <a:pt x="1687200" y="1238548"/>
                </a:lnTo>
                <a:lnTo>
                  <a:pt x="1687640" y="1238676"/>
                </a:lnTo>
                <a:lnTo>
                  <a:pt x="1688075" y="1238813"/>
                </a:lnTo>
                <a:lnTo>
                  <a:pt x="1688504" y="1238960"/>
                </a:lnTo>
                <a:lnTo>
                  <a:pt x="1688929" y="1239116"/>
                </a:lnTo>
                <a:lnTo>
                  <a:pt x="1689349" y="1239281"/>
                </a:lnTo>
                <a:lnTo>
                  <a:pt x="1689763" y="1239456"/>
                </a:lnTo>
                <a:lnTo>
                  <a:pt x="1690173" y="1239640"/>
                </a:lnTo>
                <a:lnTo>
                  <a:pt x="1690577" y="1239834"/>
                </a:lnTo>
                <a:lnTo>
                  <a:pt x="1690977" y="1240037"/>
                </a:lnTo>
                <a:lnTo>
                  <a:pt x="1691372" y="1240250"/>
                </a:lnTo>
                <a:lnTo>
                  <a:pt x="1691761" y="1240472"/>
                </a:lnTo>
                <a:lnTo>
                  <a:pt x="1692144" y="1240703"/>
                </a:lnTo>
                <a:lnTo>
                  <a:pt x="1692520" y="1240941"/>
                </a:lnTo>
                <a:lnTo>
                  <a:pt x="1692887" y="1241186"/>
                </a:lnTo>
                <a:lnTo>
                  <a:pt x="1693247" y="1241438"/>
                </a:lnTo>
                <a:lnTo>
                  <a:pt x="1693599" y="1241697"/>
                </a:lnTo>
                <a:lnTo>
                  <a:pt x="1693943" y="1241964"/>
                </a:lnTo>
                <a:lnTo>
                  <a:pt x="1694280" y="1242238"/>
                </a:lnTo>
                <a:lnTo>
                  <a:pt x="1694609" y="1242519"/>
                </a:lnTo>
                <a:lnTo>
                  <a:pt x="1694930" y="1242807"/>
                </a:lnTo>
                <a:lnTo>
                  <a:pt x="1695243" y="1243103"/>
                </a:lnTo>
                <a:lnTo>
                  <a:pt x="1695548" y="1243406"/>
                </a:lnTo>
                <a:lnTo>
                  <a:pt x="1695846" y="1243716"/>
                </a:lnTo>
                <a:lnTo>
                  <a:pt x="1696135" y="1244033"/>
                </a:lnTo>
                <a:lnTo>
                  <a:pt x="1696417" y="1244358"/>
                </a:lnTo>
                <a:lnTo>
                  <a:pt x="1696691" y="1244689"/>
                </a:lnTo>
                <a:lnTo>
                  <a:pt x="1696958" y="1245028"/>
                </a:lnTo>
                <a:lnTo>
                  <a:pt x="1697216" y="1245374"/>
                </a:lnTo>
                <a:lnTo>
                  <a:pt x="1697467" y="1245728"/>
                </a:lnTo>
                <a:lnTo>
                  <a:pt x="1697710" y="1246089"/>
                </a:lnTo>
                <a:lnTo>
                  <a:pt x="1697946" y="1246456"/>
                </a:lnTo>
                <a:lnTo>
                  <a:pt x="1698173" y="1246832"/>
                </a:lnTo>
                <a:lnTo>
                  <a:pt x="1698393" y="1247214"/>
                </a:lnTo>
                <a:lnTo>
                  <a:pt x="1698605" y="1247603"/>
                </a:lnTo>
                <a:lnTo>
                  <a:pt x="1698809" y="1248000"/>
                </a:lnTo>
                <a:lnTo>
                  <a:pt x="1699018" y="1248390"/>
                </a:lnTo>
                <a:lnTo>
                  <a:pt x="1699218" y="1248784"/>
                </a:lnTo>
                <a:lnTo>
                  <a:pt x="1699409" y="1249184"/>
                </a:lnTo>
                <a:lnTo>
                  <a:pt x="1699592" y="1249589"/>
                </a:lnTo>
                <a:lnTo>
                  <a:pt x="1699765" y="1249998"/>
                </a:lnTo>
                <a:lnTo>
                  <a:pt x="1699930" y="1250413"/>
                </a:lnTo>
                <a:lnTo>
                  <a:pt x="1700086" y="1250832"/>
                </a:lnTo>
                <a:lnTo>
                  <a:pt x="1700232" y="1251257"/>
                </a:lnTo>
                <a:lnTo>
                  <a:pt x="1700370" y="1251687"/>
                </a:lnTo>
                <a:lnTo>
                  <a:pt x="1700499" y="1252121"/>
                </a:lnTo>
                <a:lnTo>
                  <a:pt x="1700620" y="1252561"/>
                </a:lnTo>
                <a:lnTo>
                  <a:pt x="1700731" y="1253006"/>
                </a:lnTo>
                <a:lnTo>
                  <a:pt x="1700833" y="1253455"/>
                </a:lnTo>
                <a:lnTo>
                  <a:pt x="1700926" y="1253910"/>
                </a:lnTo>
                <a:lnTo>
                  <a:pt x="1701011" y="1254370"/>
                </a:lnTo>
                <a:lnTo>
                  <a:pt x="1701087" y="1254834"/>
                </a:lnTo>
                <a:lnTo>
                  <a:pt x="1701153" y="1255304"/>
                </a:lnTo>
                <a:lnTo>
                  <a:pt x="1701211" y="1255778"/>
                </a:lnTo>
                <a:lnTo>
                  <a:pt x="1701260" y="1256258"/>
                </a:lnTo>
                <a:lnTo>
                  <a:pt x="1701300" y="1256743"/>
                </a:lnTo>
                <a:lnTo>
                  <a:pt x="1701331" y="1257232"/>
                </a:lnTo>
                <a:lnTo>
                  <a:pt x="1701354" y="1257727"/>
                </a:lnTo>
                <a:lnTo>
                  <a:pt x="1701367" y="1258227"/>
                </a:lnTo>
                <a:lnTo>
                  <a:pt x="1701371" y="1258732"/>
                </a:lnTo>
                <a:lnTo>
                  <a:pt x="1701371" y="1261134"/>
                </a:lnTo>
                <a:lnTo>
                  <a:pt x="1659728" y="1261134"/>
                </a:lnTo>
                <a:lnTo>
                  <a:pt x="1659728" y="1260333"/>
                </a:lnTo>
                <a:lnTo>
                  <a:pt x="1659732" y="1259880"/>
                </a:lnTo>
                <a:lnTo>
                  <a:pt x="1659744" y="1259428"/>
                </a:lnTo>
                <a:lnTo>
                  <a:pt x="1659765" y="1258977"/>
                </a:lnTo>
                <a:lnTo>
                  <a:pt x="1659794" y="1258527"/>
                </a:lnTo>
                <a:lnTo>
                  <a:pt x="1659832" y="1258078"/>
                </a:lnTo>
                <a:lnTo>
                  <a:pt x="1659878" y="1257630"/>
                </a:lnTo>
                <a:close/>
                <a:moveTo>
                  <a:pt x="1781183" y="1311257"/>
                </a:moveTo>
                <a:lnTo>
                  <a:pt x="1782068" y="1311195"/>
                </a:lnTo>
                <a:lnTo>
                  <a:pt x="1782942" y="1311125"/>
                </a:lnTo>
                <a:lnTo>
                  <a:pt x="1783803" y="1311044"/>
                </a:lnTo>
                <a:lnTo>
                  <a:pt x="1784653" y="1310954"/>
                </a:lnTo>
                <a:lnTo>
                  <a:pt x="1785492" y="1310855"/>
                </a:lnTo>
                <a:lnTo>
                  <a:pt x="1786318" y="1310746"/>
                </a:lnTo>
                <a:lnTo>
                  <a:pt x="1787133" y="1310628"/>
                </a:lnTo>
                <a:lnTo>
                  <a:pt x="1787937" y="1310501"/>
                </a:lnTo>
                <a:lnTo>
                  <a:pt x="1788728" y="1310363"/>
                </a:lnTo>
                <a:lnTo>
                  <a:pt x="1789508" y="1310217"/>
                </a:lnTo>
                <a:lnTo>
                  <a:pt x="1790277" y="1310061"/>
                </a:lnTo>
                <a:lnTo>
                  <a:pt x="1791033" y="1309895"/>
                </a:lnTo>
                <a:lnTo>
                  <a:pt x="1791778" y="1309721"/>
                </a:lnTo>
                <a:lnTo>
                  <a:pt x="1792512" y="1309536"/>
                </a:lnTo>
                <a:lnTo>
                  <a:pt x="1793233" y="1309342"/>
                </a:lnTo>
                <a:lnTo>
                  <a:pt x="1793943" y="1309139"/>
                </a:lnTo>
                <a:lnTo>
                  <a:pt x="1794641" y="1308926"/>
                </a:lnTo>
                <a:lnTo>
                  <a:pt x="1795328" y="1308704"/>
                </a:lnTo>
                <a:lnTo>
                  <a:pt x="1796015" y="1308472"/>
                </a:lnTo>
                <a:lnTo>
                  <a:pt x="1796688" y="1308230"/>
                </a:lnTo>
                <a:lnTo>
                  <a:pt x="1797348" y="1307978"/>
                </a:lnTo>
                <a:lnTo>
                  <a:pt x="1797993" y="1307717"/>
                </a:lnTo>
                <a:lnTo>
                  <a:pt x="1798624" y="1307445"/>
                </a:lnTo>
                <a:lnTo>
                  <a:pt x="1799242" y="1307163"/>
                </a:lnTo>
                <a:lnTo>
                  <a:pt x="1799846" y="1306871"/>
                </a:lnTo>
                <a:lnTo>
                  <a:pt x="1800436" y="1306569"/>
                </a:lnTo>
                <a:lnTo>
                  <a:pt x="1801011" y="1306257"/>
                </a:lnTo>
                <a:lnTo>
                  <a:pt x="1801573" y="1305935"/>
                </a:lnTo>
                <a:lnTo>
                  <a:pt x="1802121" y="1305603"/>
                </a:lnTo>
                <a:lnTo>
                  <a:pt x="1802656" y="1305261"/>
                </a:lnTo>
                <a:lnTo>
                  <a:pt x="1803176" y="1304909"/>
                </a:lnTo>
                <a:lnTo>
                  <a:pt x="1803682" y="1304547"/>
                </a:lnTo>
                <a:lnTo>
                  <a:pt x="1804175" y="1304175"/>
                </a:lnTo>
                <a:lnTo>
                  <a:pt x="1804653" y="1303792"/>
                </a:lnTo>
                <a:lnTo>
                  <a:pt x="1805118" y="1303400"/>
                </a:lnTo>
                <a:lnTo>
                  <a:pt x="1805569" y="1302998"/>
                </a:lnTo>
                <a:lnTo>
                  <a:pt x="1806006" y="1302586"/>
                </a:lnTo>
                <a:lnTo>
                  <a:pt x="1806429" y="1302164"/>
                </a:lnTo>
                <a:lnTo>
                  <a:pt x="1806838" y="1301732"/>
                </a:lnTo>
                <a:lnTo>
                  <a:pt x="1807233" y="1301290"/>
                </a:lnTo>
                <a:lnTo>
                  <a:pt x="1807614" y="1300838"/>
                </a:lnTo>
                <a:lnTo>
                  <a:pt x="1807981" y="1300376"/>
                </a:lnTo>
                <a:lnTo>
                  <a:pt x="1808347" y="1299903"/>
                </a:lnTo>
                <a:lnTo>
                  <a:pt x="1808698" y="1299421"/>
                </a:lnTo>
                <a:lnTo>
                  <a:pt x="1809032" y="1298929"/>
                </a:lnTo>
                <a:lnTo>
                  <a:pt x="1809352" y="1298427"/>
                </a:lnTo>
                <a:lnTo>
                  <a:pt x="1809655" y="1297915"/>
                </a:lnTo>
                <a:lnTo>
                  <a:pt x="1809943" y="1297392"/>
                </a:lnTo>
                <a:lnTo>
                  <a:pt x="1810216" y="1296860"/>
                </a:lnTo>
                <a:lnTo>
                  <a:pt x="1810473" y="1296318"/>
                </a:lnTo>
                <a:lnTo>
                  <a:pt x="1810714" y="1295766"/>
                </a:lnTo>
                <a:lnTo>
                  <a:pt x="1810940" y="1295203"/>
                </a:lnTo>
                <a:lnTo>
                  <a:pt x="1811150" y="1294631"/>
                </a:lnTo>
                <a:lnTo>
                  <a:pt x="1811345" y="1294049"/>
                </a:lnTo>
                <a:lnTo>
                  <a:pt x="1811524" y="1293457"/>
                </a:lnTo>
                <a:lnTo>
                  <a:pt x="1811687" y="1292854"/>
                </a:lnTo>
                <a:lnTo>
                  <a:pt x="1811835" y="1292242"/>
                </a:lnTo>
                <a:lnTo>
                  <a:pt x="1811968" y="1291620"/>
                </a:lnTo>
                <a:lnTo>
                  <a:pt x="1812084" y="1290987"/>
                </a:lnTo>
                <a:lnTo>
                  <a:pt x="1812186" y="1290345"/>
                </a:lnTo>
                <a:lnTo>
                  <a:pt x="1812271" y="1289693"/>
                </a:lnTo>
                <a:lnTo>
                  <a:pt x="1812341" y="1289030"/>
                </a:lnTo>
                <a:lnTo>
                  <a:pt x="1812396" y="1288358"/>
                </a:lnTo>
                <a:lnTo>
                  <a:pt x="1812435" y="1287675"/>
                </a:lnTo>
                <a:lnTo>
                  <a:pt x="1812458" y="1286983"/>
                </a:lnTo>
                <a:lnTo>
                  <a:pt x="1812466" y="1286281"/>
                </a:lnTo>
                <a:lnTo>
                  <a:pt x="1812461" y="1285658"/>
                </a:lnTo>
                <a:lnTo>
                  <a:pt x="1812445" y="1285046"/>
                </a:lnTo>
                <a:lnTo>
                  <a:pt x="1812418" y="1284444"/>
                </a:lnTo>
                <a:lnTo>
                  <a:pt x="1812381" y="1283851"/>
                </a:lnTo>
                <a:lnTo>
                  <a:pt x="1812334" y="1283269"/>
                </a:lnTo>
                <a:lnTo>
                  <a:pt x="1812276" y="1282697"/>
                </a:lnTo>
                <a:lnTo>
                  <a:pt x="1812207" y="1282135"/>
                </a:lnTo>
                <a:lnTo>
                  <a:pt x="1812128" y="1281582"/>
                </a:lnTo>
                <a:lnTo>
                  <a:pt x="1812038" y="1281040"/>
                </a:lnTo>
                <a:lnTo>
                  <a:pt x="1811938" y="1280508"/>
                </a:lnTo>
                <a:lnTo>
                  <a:pt x="1811827" y="1279986"/>
                </a:lnTo>
                <a:lnTo>
                  <a:pt x="1811705" y="1279473"/>
                </a:lnTo>
                <a:lnTo>
                  <a:pt x="1811573" y="1278971"/>
                </a:lnTo>
                <a:lnTo>
                  <a:pt x="1811430" y="1278479"/>
                </a:lnTo>
                <a:lnTo>
                  <a:pt x="1811277" y="1277997"/>
                </a:lnTo>
                <a:lnTo>
                  <a:pt x="1811113" y="1277525"/>
                </a:lnTo>
                <a:lnTo>
                  <a:pt x="1810939" y="1277063"/>
                </a:lnTo>
                <a:lnTo>
                  <a:pt x="1810754" y="1276610"/>
                </a:lnTo>
                <a:lnTo>
                  <a:pt x="1810559" y="1276168"/>
                </a:lnTo>
                <a:lnTo>
                  <a:pt x="1810353" y="1275736"/>
                </a:lnTo>
                <a:lnTo>
                  <a:pt x="1810136" y="1275314"/>
                </a:lnTo>
                <a:lnTo>
                  <a:pt x="1809909" y="1274902"/>
                </a:lnTo>
                <a:lnTo>
                  <a:pt x="1809671" y="1274500"/>
                </a:lnTo>
                <a:lnTo>
                  <a:pt x="1809423" y="1274108"/>
                </a:lnTo>
                <a:lnTo>
                  <a:pt x="1809162" y="1273710"/>
                </a:lnTo>
                <a:lnTo>
                  <a:pt x="1808889" y="1273319"/>
                </a:lnTo>
                <a:lnTo>
                  <a:pt x="1808602" y="1272934"/>
                </a:lnTo>
                <a:lnTo>
                  <a:pt x="1808302" y="1272555"/>
                </a:lnTo>
                <a:lnTo>
                  <a:pt x="1807988" y="1272182"/>
                </a:lnTo>
                <a:lnTo>
                  <a:pt x="1807661" y="1271815"/>
                </a:lnTo>
                <a:lnTo>
                  <a:pt x="1807321" y="1271455"/>
                </a:lnTo>
                <a:lnTo>
                  <a:pt x="1806967" y="1271100"/>
                </a:lnTo>
                <a:lnTo>
                  <a:pt x="1806600" y="1270752"/>
                </a:lnTo>
                <a:lnTo>
                  <a:pt x="1806219" y="1270409"/>
                </a:lnTo>
                <a:lnTo>
                  <a:pt x="1805826" y="1270073"/>
                </a:lnTo>
                <a:lnTo>
                  <a:pt x="1805419" y="1269743"/>
                </a:lnTo>
                <a:lnTo>
                  <a:pt x="1804998" y="1269419"/>
                </a:lnTo>
                <a:lnTo>
                  <a:pt x="1804564" y="1269101"/>
                </a:lnTo>
                <a:lnTo>
                  <a:pt x="1804117" y="1268790"/>
                </a:lnTo>
                <a:lnTo>
                  <a:pt x="1803657" y="1268484"/>
                </a:lnTo>
                <a:lnTo>
                  <a:pt x="1803183" y="1268185"/>
                </a:lnTo>
                <a:lnTo>
                  <a:pt x="1802696" y="1267891"/>
                </a:lnTo>
                <a:lnTo>
                  <a:pt x="1802195" y="1267604"/>
                </a:lnTo>
                <a:lnTo>
                  <a:pt x="1801681" y="1267323"/>
                </a:lnTo>
                <a:lnTo>
                  <a:pt x="1801154" y="1267048"/>
                </a:lnTo>
                <a:lnTo>
                  <a:pt x="1800613" y="1266779"/>
                </a:lnTo>
                <a:lnTo>
                  <a:pt x="1800060" y="1266516"/>
                </a:lnTo>
                <a:lnTo>
                  <a:pt x="1799492" y="1266260"/>
                </a:lnTo>
                <a:lnTo>
                  <a:pt x="1798923" y="1266008"/>
                </a:lnTo>
                <a:lnTo>
                  <a:pt x="1798337" y="1265759"/>
                </a:lnTo>
                <a:lnTo>
                  <a:pt x="1797733" y="1265514"/>
                </a:lnTo>
                <a:lnTo>
                  <a:pt x="1797112" y="1265272"/>
                </a:lnTo>
                <a:lnTo>
                  <a:pt x="1796474" y="1265033"/>
                </a:lnTo>
                <a:lnTo>
                  <a:pt x="1795818" y="1264798"/>
                </a:lnTo>
                <a:lnTo>
                  <a:pt x="1795146" y="1264566"/>
                </a:lnTo>
                <a:lnTo>
                  <a:pt x="1794456" y="1264337"/>
                </a:lnTo>
                <a:lnTo>
                  <a:pt x="1793749" y="1264112"/>
                </a:lnTo>
                <a:lnTo>
                  <a:pt x="1793024" y="1263890"/>
                </a:lnTo>
                <a:lnTo>
                  <a:pt x="1792283" y="1263672"/>
                </a:lnTo>
                <a:lnTo>
                  <a:pt x="1791524" y="1263457"/>
                </a:lnTo>
                <a:lnTo>
                  <a:pt x="1790748" y="1263245"/>
                </a:lnTo>
                <a:lnTo>
                  <a:pt x="1789954" y="1263036"/>
                </a:lnTo>
                <a:lnTo>
                  <a:pt x="1789144" y="1262831"/>
                </a:lnTo>
                <a:lnTo>
                  <a:pt x="1788316" y="1262629"/>
                </a:lnTo>
                <a:lnTo>
                  <a:pt x="1787471" y="1262430"/>
                </a:lnTo>
                <a:lnTo>
                  <a:pt x="1786609" y="1262235"/>
                </a:lnTo>
                <a:lnTo>
                  <a:pt x="1785729" y="1262043"/>
                </a:lnTo>
                <a:lnTo>
                  <a:pt x="1784832" y="1261855"/>
                </a:lnTo>
                <a:lnTo>
                  <a:pt x="1783918" y="1261670"/>
                </a:lnTo>
                <a:lnTo>
                  <a:pt x="1782987" y="1261488"/>
                </a:lnTo>
                <a:lnTo>
                  <a:pt x="1782039" y="1261309"/>
                </a:lnTo>
                <a:lnTo>
                  <a:pt x="1781073" y="1261134"/>
                </a:lnTo>
                <a:lnTo>
                  <a:pt x="1780293" y="1260988"/>
                </a:lnTo>
                <a:lnTo>
                  <a:pt x="1779528" y="1260842"/>
                </a:lnTo>
                <a:lnTo>
                  <a:pt x="1778778" y="1260696"/>
                </a:lnTo>
                <a:lnTo>
                  <a:pt x="1778043" y="1260551"/>
                </a:lnTo>
                <a:lnTo>
                  <a:pt x="1777323" y="1260407"/>
                </a:lnTo>
                <a:lnTo>
                  <a:pt x="1776618" y="1260263"/>
                </a:lnTo>
                <a:lnTo>
                  <a:pt x="1775928" y="1260120"/>
                </a:lnTo>
                <a:lnTo>
                  <a:pt x="1775253" y="1259977"/>
                </a:lnTo>
                <a:lnTo>
                  <a:pt x="1774594" y="1259835"/>
                </a:lnTo>
                <a:lnTo>
                  <a:pt x="1773949" y="1259694"/>
                </a:lnTo>
                <a:lnTo>
                  <a:pt x="1773319" y="1259553"/>
                </a:lnTo>
                <a:lnTo>
                  <a:pt x="1772704" y="1259412"/>
                </a:lnTo>
                <a:lnTo>
                  <a:pt x="1772104" y="1259272"/>
                </a:lnTo>
                <a:lnTo>
                  <a:pt x="1771519" y="1259133"/>
                </a:lnTo>
                <a:lnTo>
                  <a:pt x="1770950" y="1258994"/>
                </a:lnTo>
                <a:lnTo>
                  <a:pt x="1770395" y="1258856"/>
                </a:lnTo>
                <a:lnTo>
                  <a:pt x="1769855" y="1258718"/>
                </a:lnTo>
                <a:lnTo>
                  <a:pt x="1769331" y="1258581"/>
                </a:lnTo>
                <a:lnTo>
                  <a:pt x="1768821" y="1258445"/>
                </a:lnTo>
                <a:lnTo>
                  <a:pt x="1768326" y="1258309"/>
                </a:lnTo>
                <a:lnTo>
                  <a:pt x="1767846" y="1258173"/>
                </a:lnTo>
                <a:lnTo>
                  <a:pt x="1767382" y="1258039"/>
                </a:lnTo>
                <a:lnTo>
                  <a:pt x="1766932" y="1257904"/>
                </a:lnTo>
                <a:lnTo>
                  <a:pt x="1766498" y="1257771"/>
                </a:lnTo>
                <a:lnTo>
                  <a:pt x="1766089" y="1257636"/>
                </a:lnTo>
                <a:lnTo>
                  <a:pt x="1765691" y="1257501"/>
                </a:lnTo>
                <a:lnTo>
                  <a:pt x="1765304" y="1257365"/>
                </a:lnTo>
                <a:lnTo>
                  <a:pt x="1764927" y="1257228"/>
                </a:lnTo>
                <a:lnTo>
                  <a:pt x="1764561" y="1257089"/>
                </a:lnTo>
                <a:lnTo>
                  <a:pt x="1764205" y="1256950"/>
                </a:lnTo>
                <a:lnTo>
                  <a:pt x="1763860" y="1256809"/>
                </a:lnTo>
                <a:lnTo>
                  <a:pt x="1763525" y="1256667"/>
                </a:lnTo>
                <a:lnTo>
                  <a:pt x="1763202" y="1256524"/>
                </a:lnTo>
                <a:lnTo>
                  <a:pt x="1762888" y="1256380"/>
                </a:lnTo>
                <a:lnTo>
                  <a:pt x="1762585" y="1256235"/>
                </a:lnTo>
                <a:lnTo>
                  <a:pt x="1762293" y="1256089"/>
                </a:lnTo>
                <a:lnTo>
                  <a:pt x="1762011" y="1255941"/>
                </a:lnTo>
                <a:lnTo>
                  <a:pt x="1761740" y="1255793"/>
                </a:lnTo>
                <a:lnTo>
                  <a:pt x="1761480" y="1255643"/>
                </a:lnTo>
                <a:lnTo>
                  <a:pt x="1761230" y="1255493"/>
                </a:lnTo>
                <a:lnTo>
                  <a:pt x="1760990" y="1255341"/>
                </a:lnTo>
                <a:lnTo>
                  <a:pt x="1760761" y="1255188"/>
                </a:lnTo>
                <a:lnTo>
                  <a:pt x="1760543" y="1255034"/>
                </a:lnTo>
                <a:lnTo>
                  <a:pt x="1760335" y="1254879"/>
                </a:lnTo>
                <a:lnTo>
                  <a:pt x="1760138" y="1254722"/>
                </a:lnTo>
                <a:lnTo>
                  <a:pt x="1759952" y="1254565"/>
                </a:lnTo>
                <a:lnTo>
                  <a:pt x="1759776" y="1254406"/>
                </a:lnTo>
                <a:lnTo>
                  <a:pt x="1759610" y="1254247"/>
                </a:lnTo>
                <a:lnTo>
                  <a:pt x="1759453" y="1254072"/>
                </a:lnTo>
                <a:lnTo>
                  <a:pt x="1759303" y="1253893"/>
                </a:lnTo>
                <a:lnTo>
                  <a:pt x="1759160" y="1253711"/>
                </a:lnTo>
                <a:lnTo>
                  <a:pt x="1759023" y="1253526"/>
                </a:lnTo>
                <a:lnTo>
                  <a:pt x="1758893" y="1253338"/>
                </a:lnTo>
                <a:lnTo>
                  <a:pt x="1758769" y="1253146"/>
                </a:lnTo>
                <a:lnTo>
                  <a:pt x="1758653" y="1252951"/>
                </a:lnTo>
                <a:lnTo>
                  <a:pt x="1758542" y="1252752"/>
                </a:lnTo>
                <a:lnTo>
                  <a:pt x="1758439" y="1252550"/>
                </a:lnTo>
                <a:lnTo>
                  <a:pt x="1758342" y="1252345"/>
                </a:lnTo>
                <a:lnTo>
                  <a:pt x="1758252" y="1252136"/>
                </a:lnTo>
                <a:lnTo>
                  <a:pt x="1758169" y="1251924"/>
                </a:lnTo>
                <a:lnTo>
                  <a:pt x="1758092" y="1251709"/>
                </a:lnTo>
                <a:lnTo>
                  <a:pt x="1758022" y="1251491"/>
                </a:lnTo>
                <a:lnTo>
                  <a:pt x="1757959" y="1251269"/>
                </a:lnTo>
                <a:lnTo>
                  <a:pt x="1757902" y="1251043"/>
                </a:lnTo>
                <a:lnTo>
                  <a:pt x="1757852" y="1250815"/>
                </a:lnTo>
                <a:lnTo>
                  <a:pt x="1757808" y="1250583"/>
                </a:lnTo>
                <a:lnTo>
                  <a:pt x="1757772" y="1250348"/>
                </a:lnTo>
                <a:lnTo>
                  <a:pt x="1757742" y="1250109"/>
                </a:lnTo>
                <a:lnTo>
                  <a:pt x="1757718" y="1249867"/>
                </a:lnTo>
                <a:lnTo>
                  <a:pt x="1757702" y="1249622"/>
                </a:lnTo>
                <a:lnTo>
                  <a:pt x="1757692" y="1249373"/>
                </a:lnTo>
                <a:lnTo>
                  <a:pt x="1757688" y="1249121"/>
                </a:lnTo>
                <a:lnTo>
                  <a:pt x="1757720" y="1248180"/>
                </a:lnTo>
                <a:lnTo>
                  <a:pt x="1757817" y="1247279"/>
                </a:lnTo>
                <a:lnTo>
                  <a:pt x="1757979" y="1246419"/>
                </a:lnTo>
                <a:lnTo>
                  <a:pt x="1758204" y="1245598"/>
                </a:lnTo>
                <a:lnTo>
                  <a:pt x="1758495" y="1244817"/>
                </a:lnTo>
                <a:lnTo>
                  <a:pt x="1758849" y="1244076"/>
                </a:lnTo>
                <a:lnTo>
                  <a:pt x="1759269" y="1243375"/>
                </a:lnTo>
                <a:lnTo>
                  <a:pt x="1759753" y="1242715"/>
                </a:lnTo>
                <a:lnTo>
                  <a:pt x="1760301" y="1242094"/>
                </a:lnTo>
                <a:lnTo>
                  <a:pt x="1760914" y="1241513"/>
                </a:lnTo>
                <a:lnTo>
                  <a:pt x="1761591" y="1240973"/>
                </a:lnTo>
                <a:lnTo>
                  <a:pt x="1762333" y="1240472"/>
                </a:lnTo>
                <a:lnTo>
                  <a:pt x="1763140" y="1240012"/>
                </a:lnTo>
                <a:lnTo>
                  <a:pt x="1764010" y="1239591"/>
                </a:lnTo>
                <a:lnTo>
                  <a:pt x="1764946" y="1239211"/>
                </a:lnTo>
                <a:lnTo>
                  <a:pt x="1765946" y="1238871"/>
                </a:lnTo>
                <a:lnTo>
                  <a:pt x="1767010" y="1238570"/>
                </a:lnTo>
                <a:lnTo>
                  <a:pt x="1768139" y="1238310"/>
                </a:lnTo>
                <a:lnTo>
                  <a:pt x="1769333" y="1238090"/>
                </a:lnTo>
                <a:lnTo>
                  <a:pt x="1770591" y="1237910"/>
                </a:lnTo>
                <a:lnTo>
                  <a:pt x="1771913" y="1237770"/>
                </a:lnTo>
                <a:lnTo>
                  <a:pt x="1773300" y="1237669"/>
                </a:lnTo>
                <a:lnTo>
                  <a:pt x="1774752" y="1237609"/>
                </a:lnTo>
                <a:lnTo>
                  <a:pt x="1776268" y="1237589"/>
                </a:lnTo>
                <a:lnTo>
                  <a:pt x="1776707" y="1237591"/>
                </a:lnTo>
                <a:lnTo>
                  <a:pt x="1777142" y="1237597"/>
                </a:lnTo>
                <a:lnTo>
                  <a:pt x="1777574" y="1237607"/>
                </a:lnTo>
                <a:lnTo>
                  <a:pt x="1778003" y="1237620"/>
                </a:lnTo>
                <a:lnTo>
                  <a:pt x="1778428" y="1237638"/>
                </a:lnTo>
                <a:lnTo>
                  <a:pt x="1778851" y="1237659"/>
                </a:lnTo>
                <a:lnTo>
                  <a:pt x="1779269" y="1237685"/>
                </a:lnTo>
                <a:lnTo>
                  <a:pt x="1779685" y="1237714"/>
                </a:lnTo>
                <a:lnTo>
                  <a:pt x="1780097" y="1237747"/>
                </a:lnTo>
                <a:lnTo>
                  <a:pt x="1780506" y="1237784"/>
                </a:lnTo>
                <a:lnTo>
                  <a:pt x="1780911" y="1237825"/>
                </a:lnTo>
                <a:lnTo>
                  <a:pt x="1781313" y="1237870"/>
                </a:lnTo>
                <a:lnTo>
                  <a:pt x="1781712" y="1237918"/>
                </a:lnTo>
                <a:lnTo>
                  <a:pt x="1782107" y="1237971"/>
                </a:lnTo>
                <a:lnTo>
                  <a:pt x="1782499" y="1238027"/>
                </a:lnTo>
                <a:lnTo>
                  <a:pt x="1782888" y="1238088"/>
                </a:lnTo>
                <a:lnTo>
                  <a:pt x="1783274" y="1238152"/>
                </a:lnTo>
                <a:lnTo>
                  <a:pt x="1783656" y="1238220"/>
                </a:lnTo>
                <a:lnTo>
                  <a:pt x="1784034" y="1238292"/>
                </a:lnTo>
                <a:lnTo>
                  <a:pt x="1784410" y="1238368"/>
                </a:lnTo>
                <a:lnTo>
                  <a:pt x="1784782" y="1238448"/>
                </a:lnTo>
                <a:lnTo>
                  <a:pt x="1785151" y="1238531"/>
                </a:lnTo>
                <a:lnTo>
                  <a:pt x="1785516" y="1238619"/>
                </a:lnTo>
                <a:lnTo>
                  <a:pt x="1785878" y="1238710"/>
                </a:lnTo>
                <a:lnTo>
                  <a:pt x="1786248" y="1238794"/>
                </a:lnTo>
                <a:lnTo>
                  <a:pt x="1786612" y="1238885"/>
                </a:lnTo>
                <a:lnTo>
                  <a:pt x="1786969" y="1238983"/>
                </a:lnTo>
                <a:lnTo>
                  <a:pt x="1787319" y="1239089"/>
                </a:lnTo>
                <a:lnTo>
                  <a:pt x="1787663" y="1239201"/>
                </a:lnTo>
                <a:lnTo>
                  <a:pt x="1788000" y="1239321"/>
                </a:lnTo>
                <a:lnTo>
                  <a:pt x="1788331" y="1239448"/>
                </a:lnTo>
                <a:lnTo>
                  <a:pt x="1788654" y="1239582"/>
                </a:lnTo>
                <a:lnTo>
                  <a:pt x="1788971" y="1239724"/>
                </a:lnTo>
                <a:lnTo>
                  <a:pt x="1789282" y="1239873"/>
                </a:lnTo>
                <a:lnTo>
                  <a:pt x="1789585" y="1240029"/>
                </a:lnTo>
                <a:lnTo>
                  <a:pt x="1789882" y="1240192"/>
                </a:lnTo>
                <a:lnTo>
                  <a:pt x="1790172" y="1240362"/>
                </a:lnTo>
                <a:lnTo>
                  <a:pt x="1790456" y="1240540"/>
                </a:lnTo>
                <a:lnTo>
                  <a:pt x="1790733" y="1240725"/>
                </a:lnTo>
                <a:lnTo>
                  <a:pt x="1791003" y="1240917"/>
                </a:lnTo>
                <a:lnTo>
                  <a:pt x="1791267" y="1241117"/>
                </a:lnTo>
                <a:lnTo>
                  <a:pt x="1791524" y="1241323"/>
                </a:lnTo>
                <a:lnTo>
                  <a:pt x="1791774" y="1241537"/>
                </a:lnTo>
                <a:lnTo>
                  <a:pt x="1792018" y="1241758"/>
                </a:lnTo>
                <a:lnTo>
                  <a:pt x="1792255" y="1241986"/>
                </a:lnTo>
                <a:lnTo>
                  <a:pt x="1792485" y="1242222"/>
                </a:lnTo>
                <a:lnTo>
                  <a:pt x="1792708" y="1242465"/>
                </a:lnTo>
                <a:lnTo>
                  <a:pt x="1792925" y="1242715"/>
                </a:lnTo>
                <a:lnTo>
                  <a:pt x="1793148" y="1242960"/>
                </a:lnTo>
                <a:lnTo>
                  <a:pt x="1793360" y="1243215"/>
                </a:lnTo>
                <a:lnTo>
                  <a:pt x="1793564" y="1243480"/>
                </a:lnTo>
                <a:lnTo>
                  <a:pt x="1793757" y="1243756"/>
                </a:lnTo>
                <a:lnTo>
                  <a:pt x="1793942" y="1244041"/>
                </a:lnTo>
                <a:lnTo>
                  <a:pt x="1794117" y="1244336"/>
                </a:lnTo>
                <a:lnTo>
                  <a:pt x="1794282" y="1244642"/>
                </a:lnTo>
                <a:lnTo>
                  <a:pt x="1794438" y="1244957"/>
                </a:lnTo>
                <a:lnTo>
                  <a:pt x="1794585" y="1245282"/>
                </a:lnTo>
                <a:lnTo>
                  <a:pt x="1794722" y="1245618"/>
                </a:lnTo>
                <a:lnTo>
                  <a:pt x="1794849" y="1245963"/>
                </a:lnTo>
                <a:lnTo>
                  <a:pt x="1794968" y="1246318"/>
                </a:lnTo>
                <a:lnTo>
                  <a:pt x="1795076" y="1246684"/>
                </a:lnTo>
                <a:lnTo>
                  <a:pt x="1795176" y="1247059"/>
                </a:lnTo>
                <a:lnTo>
                  <a:pt x="1795265" y="1247445"/>
                </a:lnTo>
                <a:lnTo>
                  <a:pt x="1795346" y="1247840"/>
                </a:lnTo>
                <a:lnTo>
                  <a:pt x="1795417" y="1248246"/>
                </a:lnTo>
                <a:lnTo>
                  <a:pt x="1795478" y="1248661"/>
                </a:lnTo>
                <a:lnTo>
                  <a:pt x="1795530" y="1249086"/>
                </a:lnTo>
                <a:lnTo>
                  <a:pt x="1795573" y="1249522"/>
                </a:lnTo>
                <a:lnTo>
                  <a:pt x="1795606" y="1249967"/>
                </a:lnTo>
                <a:lnTo>
                  <a:pt x="1795629" y="1250423"/>
                </a:lnTo>
                <a:lnTo>
                  <a:pt x="1795644" y="1250888"/>
                </a:lnTo>
                <a:lnTo>
                  <a:pt x="1795648" y="1251364"/>
                </a:lnTo>
                <a:lnTo>
                  <a:pt x="1809583" y="1251364"/>
                </a:lnTo>
                <a:lnTo>
                  <a:pt x="1809609" y="1251271"/>
                </a:lnTo>
                <a:lnTo>
                  <a:pt x="1809634" y="1251180"/>
                </a:lnTo>
                <a:lnTo>
                  <a:pt x="1809658" y="1251091"/>
                </a:lnTo>
                <a:lnTo>
                  <a:pt x="1809681" y="1251003"/>
                </a:lnTo>
                <a:lnTo>
                  <a:pt x="1809703" y="1250917"/>
                </a:lnTo>
                <a:lnTo>
                  <a:pt x="1809723" y="1250833"/>
                </a:lnTo>
                <a:lnTo>
                  <a:pt x="1809743" y="1250751"/>
                </a:lnTo>
                <a:lnTo>
                  <a:pt x="1809761" y="1250670"/>
                </a:lnTo>
                <a:lnTo>
                  <a:pt x="1809778" y="1250590"/>
                </a:lnTo>
                <a:lnTo>
                  <a:pt x="1809794" y="1250513"/>
                </a:lnTo>
                <a:lnTo>
                  <a:pt x="1809809" y="1250437"/>
                </a:lnTo>
                <a:lnTo>
                  <a:pt x="1809823" y="1250363"/>
                </a:lnTo>
                <a:lnTo>
                  <a:pt x="1809836" y="1250290"/>
                </a:lnTo>
                <a:lnTo>
                  <a:pt x="1809848" y="1250219"/>
                </a:lnTo>
                <a:lnTo>
                  <a:pt x="1809858" y="1250150"/>
                </a:lnTo>
                <a:lnTo>
                  <a:pt x="1809868" y="1250082"/>
                </a:lnTo>
                <a:lnTo>
                  <a:pt x="1809876" y="1250017"/>
                </a:lnTo>
                <a:lnTo>
                  <a:pt x="1809883" y="1249952"/>
                </a:lnTo>
                <a:lnTo>
                  <a:pt x="1809889" y="1249890"/>
                </a:lnTo>
                <a:lnTo>
                  <a:pt x="1809894" y="1249829"/>
                </a:lnTo>
                <a:lnTo>
                  <a:pt x="1809898" y="1249770"/>
                </a:lnTo>
                <a:lnTo>
                  <a:pt x="1809901" y="1249712"/>
                </a:lnTo>
                <a:lnTo>
                  <a:pt x="1809903" y="1249656"/>
                </a:lnTo>
                <a:lnTo>
                  <a:pt x="1809903" y="1249602"/>
                </a:lnTo>
                <a:lnTo>
                  <a:pt x="1809903" y="1249549"/>
                </a:lnTo>
                <a:lnTo>
                  <a:pt x="1809903" y="1249496"/>
                </a:lnTo>
                <a:lnTo>
                  <a:pt x="1809903" y="1249444"/>
                </a:lnTo>
                <a:lnTo>
                  <a:pt x="1809903" y="1249393"/>
                </a:lnTo>
                <a:lnTo>
                  <a:pt x="1809903" y="1249342"/>
                </a:lnTo>
                <a:lnTo>
                  <a:pt x="1809903" y="1249292"/>
                </a:lnTo>
                <a:lnTo>
                  <a:pt x="1809903" y="1249242"/>
                </a:lnTo>
                <a:lnTo>
                  <a:pt x="1809903" y="1249193"/>
                </a:lnTo>
                <a:lnTo>
                  <a:pt x="1809903" y="1249144"/>
                </a:lnTo>
                <a:lnTo>
                  <a:pt x="1809903" y="1249096"/>
                </a:lnTo>
                <a:lnTo>
                  <a:pt x="1809903" y="1249048"/>
                </a:lnTo>
                <a:lnTo>
                  <a:pt x="1809903" y="1249001"/>
                </a:lnTo>
                <a:lnTo>
                  <a:pt x="1809903" y="1248955"/>
                </a:lnTo>
                <a:lnTo>
                  <a:pt x="1809903" y="1248909"/>
                </a:lnTo>
                <a:lnTo>
                  <a:pt x="1809903" y="1248864"/>
                </a:lnTo>
                <a:lnTo>
                  <a:pt x="1809903" y="1248819"/>
                </a:lnTo>
                <a:lnTo>
                  <a:pt x="1809903" y="1248775"/>
                </a:lnTo>
                <a:lnTo>
                  <a:pt x="1809903" y="1248731"/>
                </a:lnTo>
                <a:lnTo>
                  <a:pt x="1809903" y="1248688"/>
                </a:lnTo>
                <a:lnTo>
                  <a:pt x="1809903" y="1248645"/>
                </a:lnTo>
                <a:lnTo>
                  <a:pt x="1809903" y="1248603"/>
                </a:lnTo>
                <a:lnTo>
                  <a:pt x="1809903" y="1248562"/>
                </a:lnTo>
                <a:lnTo>
                  <a:pt x="1809903" y="1248521"/>
                </a:lnTo>
                <a:lnTo>
                  <a:pt x="1809903" y="1248481"/>
                </a:lnTo>
                <a:lnTo>
                  <a:pt x="1809896" y="1247910"/>
                </a:lnTo>
                <a:lnTo>
                  <a:pt x="1809873" y="1247347"/>
                </a:lnTo>
                <a:lnTo>
                  <a:pt x="1809836" y="1246792"/>
                </a:lnTo>
                <a:lnTo>
                  <a:pt x="1809783" y="1246243"/>
                </a:lnTo>
                <a:lnTo>
                  <a:pt x="1809716" y="1245701"/>
                </a:lnTo>
                <a:lnTo>
                  <a:pt x="1809633" y="1245167"/>
                </a:lnTo>
                <a:lnTo>
                  <a:pt x="1809535" y="1244640"/>
                </a:lnTo>
                <a:lnTo>
                  <a:pt x="1809423" y="1244121"/>
                </a:lnTo>
                <a:lnTo>
                  <a:pt x="1809295" y="1243608"/>
                </a:lnTo>
                <a:lnTo>
                  <a:pt x="1809152" y="1243103"/>
                </a:lnTo>
                <a:lnTo>
                  <a:pt x="1808995" y="1242605"/>
                </a:lnTo>
                <a:lnTo>
                  <a:pt x="1808822" y="1242114"/>
                </a:lnTo>
                <a:lnTo>
                  <a:pt x="1808634" y="1241630"/>
                </a:lnTo>
                <a:lnTo>
                  <a:pt x="1808432" y="1241154"/>
                </a:lnTo>
                <a:lnTo>
                  <a:pt x="1808214" y="1240685"/>
                </a:lnTo>
                <a:lnTo>
                  <a:pt x="1807981" y="1240223"/>
                </a:lnTo>
                <a:lnTo>
                  <a:pt x="1807733" y="1239768"/>
                </a:lnTo>
                <a:lnTo>
                  <a:pt x="1807471" y="1239321"/>
                </a:lnTo>
                <a:lnTo>
                  <a:pt x="1807193" y="1238881"/>
                </a:lnTo>
                <a:lnTo>
                  <a:pt x="1806900" y="1238448"/>
                </a:lnTo>
                <a:lnTo>
                  <a:pt x="1806592" y="1238022"/>
                </a:lnTo>
                <a:lnTo>
                  <a:pt x="1806269" y="1237604"/>
                </a:lnTo>
                <a:lnTo>
                  <a:pt x="1805932" y="1237192"/>
                </a:lnTo>
                <a:lnTo>
                  <a:pt x="1805579" y="1236788"/>
                </a:lnTo>
                <a:lnTo>
                  <a:pt x="1805213" y="1236379"/>
                </a:lnTo>
                <a:lnTo>
                  <a:pt x="1804837" y="1235976"/>
                </a:lnTo>
                <a:lnTo>
                  <a:pt x="1804450" y="1235582"/>
                </a:lnTo>
                <a:lnTo>
                  <a:pt x="1804053" y="1235196"/>
                </a:lnTo>
                <a:lnTo>
                  <a:pt x="1803645" y="1234817"/>
                </a:lnTo>
                <a:lnTo>
                  <a:pt x="1803226" y="1234446"/>
                </a:lnTo>
                <a:lnTo>
                  <a:pt x="1802797" y="1234083"/>
                </a:lnTo>
                <a:lnTo>
                  <a:pt x="1802358" y="1233727"/>
                </a:lnTo>
                <a:lnTo>
                  <a:pt x="1801907" y="1233380"/>
                </a:lnTo>
                <a:lnTo>
                  <a:pt x="1801447" y="1233040"/>
                </a:lnTo>
                <a:lnTo>
                  <a:pt x="1800975" y="1232708"/>
                </a:lnTo>
                <a:lnTo>
                  <a:pt x="1800493" y="1232384"/>
                </a:lnTo>
                <a:lnTo>
                  <a:pt x="1800001" y="1232067"/>
                </a:lnTo>
                <a:lnTo>
                  <a:pt x="1799498" y="1231759"/>
                </a:lnTo>
                <a:lnTo>
                  <a:pt x="1798984" y="1231458"/>
                </a:lnTo>
                <a:lnTo>
                  <a:pt x="1798460" y="1231165"/>
                </a:lnTo>
                <a:lnTo>
                  <a:pt x="1797925" y="1230879"/>
                </a:lnTo>
                <a:lnTo>
                  <a:pt x="1797380" y="1230602"/>
                </a:lnTo>
                <a:lnTo>
                  <a:pt x="1796824" y="1230332"/>
                </a:lnTo>
                <a:lnTo>
                  <a:pt x="1796258" y="1230070"/>
                </a:lnTo>
                <a:lnTo>
                  <a:pt x="1795681" y="1229816"/>
                </a:lnTo>
                <a:lnTo>
                  <a:pt x="1795093" y="1229570"/>
                </a:lnTo>
                <a:lnTo>
                  <a:pt x="1794495" y="1229331"/>
                </a:lnTo>
                <a:lnTo>
                  <a:pt x="1793886" y="1229100"/>
                </a:lnTo>
                <a:lnTo>
                  <a:pt x="1793282" y="1228878"/>
                </a:lnTo>
                <a:lnTo>
                  <a:pt x="1792672" y="1228665"/>
                </a:lnTo>
                <a:lnTo>
                  <a:pt x="1792055" y="1228462"/>
                </a:lnTo>
                <a:lnTo>
                  <a:pt x="1791431" y="1228268"/>
                </a:lnTo>
                <a:lnTo>
                  <a:pt x="1790800" y="1228084"/>
                </a:lnTo>
                <a:lnTo>
                  <a:pt x="1790163" y="1227909"/>
                </a:lnTo>
                <a:lnTo>
                  <a:pt x="1789519" y="1227744"/>
                </a:lnTo>
                <a:lnTo>
                  <a:pt x="1788868" y="1227588"/>
                </a:lnTo>
                <a:lnTo>
                  <a:pt x="1788211" y="1227441"/>
                </a:lnTo>
                <a:lnTo>
                  <a:pt x="1787546" y="1227304"/>
                </a:lnTo>
                <a:lnTo>
                  <a:pt x="1786876" y="1227176"/>
                </a:lnTo>
                <a:lnTo>
                  <a:pt x="1786198" y="1227058"/>
                </a:lnTo>
                <a:lnTo>
                  <a:pt x="1785514" y="1226949"/>
                </a:lnTo>
                <a:lnTo>
                  <a:pt x="1784824" y="1226850"/>
                </a:lnTo>
                <a:lnTo>
                  <a:pt x="1784126" y="1226760"/>
                </a:lnTo>
                <a:lnTo>
                  <a:pt x="1783422" y="1226680"/>
                </a:lnTo>
                <a:lnTo>
                  <a:pt x="1782711" y="1226609"/>
                </a:lnTo>
                <a:lnTo>
                  <a:pt x="1781994" y="1226548"/>
                </a:lnTo>
                <a:lnTo>
                  <a:pt x="1781270" y="1226496"/>
                </a:lnTo>
                <a:lnTo>
                  <a:pt x="1780539" y="1226453"/>
                </a:lnTo>
                <a:lnTo>
                  <a:pt x="1779802" y="1226420"/>
                </a:lnTo>
                <a:lnTo>
                  <a:pt x="1779057" y="1226396"/>
                </a:lnTo>
                <a:lnTo>
                  <a:pt x="1778307" y="1226382"/>
                </a:lnTo>
                <a:lnTo>
                  <a:pt x="1777549" y="1226377"/>
                </a:lnTo>
                <a:lnTo>
                  <a:pt x="1776686" y="1226382"/>
                </a:lnTo>
                <a:lnTo>
                  <a:pt x="1775832" y="1226396"/>
                </a:lnTo>
                <a:lnTo>
                  <a:pt x="1774986" y="1226420"/>
                </a:lnTo>
                <a:lnTo>
                  <a:pt x="1774150" y="1226453"/>
                </a:lnTo>
                <a:lnTo>
                  <a:pt x="1773322" y="1226496"/>
                </a:lnTo>
                <a:lnTo>
                  <a:pt x="1772504" y="1226548"/>
                </a:lnTo>
                <a:lnTo>
                  <a:pt x="1771694" y="1226609"/>
                </a:lnTo>
                <a:lnTo>
                  <a:pt x="1770893" y="1226680"/>
                </a:lnTo>
                <a:lnTo>
                  <a:pt x="1770101" y="1226760"/>
                </a:lnTo>
                <a:lnTo>
                  <a:pt x="1769318" y="1226850"/>
                </a:lnTo>
                <a:lnTo>
                  <a:pt x="1768544" y="1226949"/>
                </a:lnTo>
                <a:lnTo>
                  <a:pt x="1767779" y="1227058"/>
                </a:lnTo>
                <a:lnTo>
                  <a:pt x="1767023" y="1227176"/>
                </a:lnTo>
                <a:lnTo>
                  <a:pt x="1766275" y="1227304"/>
                </a:lnTo>
                <a:lnTo>
                  <a:pt x="1765537" y="1227441"/>
                </a:lnTo>
                <a:lnTo>
                  <a:pt x="1764807" y="1227588"/>
                </a:lnTo>
                <a:lnTo>
                  <a:pt x="1764086" y="1227744"/>
                </a:lnTo>
                <a:lnTo>
                  <a:pt x="1763374" y="1227909"/>
                </a:lnTo>
                <a:lnTo>
                  <a:pt x="1762671" y="1228084"/>
                </a:lnTo>
                <a:lnTo>
                  <a:pt x="1761977" y="1228268"/>
                </a:lnTo>
                <a:lnTo>
                  <a:pt x="1761292" y="1228462"/>
                </a:lnTo>
                <a:lnTo>
                  <a:pt x="1760616" y="1228665"/>
                </a:lnTo>
                <a:lnTo>
                  <a:pt x="1759948" y="1228878"/>
                </a:lnTo>
                <a:lnTo>
                  <a:pt x="1759290" y="1229100"/>
                </a:lnTo>
                <a:lnTo>
                  <a:pt x="1758655" y="1229332"/>
                </a:lnTo>
                <a:lnTo>
                  <a:pt x="1758032" y="1229572"/>
                </a:lnTo>
                <a:lnTo>
                  <a:pt x="1757420" y="1229821"/>
                </a:lnTo>
                <a:lnTo>
                  <a:pt x="1756821" y="1230079"/>
                </a:lnTo>
                <a:lnTo>
                  <a:pt x="1756233" y="1230346"/>
                </a:lnTo>
                <a:lnTo>
                  <a:pt x="1755656" y="1230622"/>
                </a:lnTo>
                <a:lnTo>
                  <a:pt x="1755091" y="1230907"/>
                </a:lnTo>
                <a:lnTo>
                  <a:pt x="1754538" y="1231200"/>
                </a:lnTo>
                <a:lnTo>
                  <a:pt x="1753997" y="1231503"/>
                </a:lnTo>
                <a:lnTo>
                  <a:pt x="1753467" y="1231814"/>
                </a:lnTo>
                <a:lnTo>
                  <a:pt x="1752949" y="1232135"/>
                </a:lnTo>
                <a:lnTo>
                  <a:pt x="1752443" y="1232464"/>
                </a:lnTo>
                <a:lnTo>
                  <a:pt x="1751948" y="1232802"/>
                </a:lnTo>
                <a:lnTo>
                  <a:pt x="1751465" y="1233149"/>
                </a:lnTo>
                <a:lnTo>
                  <a:pt x="1750994" y="1233505"/>
                </a:lnTo>
                <a:lnTo>
                  <a:pt x="1750534" y="1233870"/>
                </a:lnTo>
                <a:lnTo>
                  <a:pt x="1750086" y="1234244"/>
                </a:lnTo>
                <a:lnTo>
                  <a:pt x="1749650" y="1234626"/>
                </a:lnTo>
                <a:lnTo>
                  <a:pt x="1749225" y="1235018"/>
                </a:lnTo>
                <a:lnTo>
                  <a:pt x="1748812" y="1235418"/>
                </a:lnTo>
                <a:lnTo>
                  <a:pt x="1748411" y="1235827"/>
                </a:lnTo>
                <a:lnTo>
                  <a:pt x="1748021" y="1236246"/>
                </a:lnTo>
                <a:lnTo>
                  <a:pt x="1747643" y="1236673"/>
                </a:lnTo>
                <a:lnTo>
                  <a:pt x="1747277" y="1237109"/>
                </a:lnTo>
                <a:lnTo>
                  <a:pt x="1746924" y="1237554"/>
                </a:lnTo>
                <a:lnTo>
                  <a:pt x="1746587" y="1238009"/>
                </a:lnTo>
                <a:lnTo>
                  <a:pt x="1746264" y="1238473"/>
                </a:lnTo>
                <a:lnTo>
                  <a:pt x="1745956" y="1238946"/>
                </a:lnTo>
                <a:lnTo>
                  <a:pt x="1745663" y="1239429"/>
                </a:lnTo>
                <a:lnTo>
                  <a:pt x="1745385" y="1239922"/>
                </a:lnTo>
                <a:lnTo>
                  <a:pt x="1745122" y="1240424"/>
                </a:lnTo>
                <a:lnTo>
                  <a:pt x="1744875" y="1240935"/>
                </a:lnTo>
                <a:lnTo>
                  <a:pt x="1744642" y="1241456"/>
                </a:lnTo>
                <a:lnTo>
                  <a:pt x="1744424" y="1241986"/>
                </a:lnTo>
                <a:lnTo>
                  <a:pt x="1744222" y="1242526"/>
                </a:lnTo>
                <a:lnTo>
                  <a:pt x="1744034" y="1243075"/>
                </a:lnTo>
                <a:lnTo>
                  <a:pt x="1743861" y="1243634"/>
                </a:lnTo>
                <a:lnTo>
                  <a:pt x="1743703" y="1244202"/>
                </a:lnTo>
                <a:lnTo>
                  <a:pt x="1743561" y="1244779"/>
                </a:lnTo>
                <a:lnTo>
                  <a:pt x="1743433" y="1245366"/>
                </a:lnTo>
                <a:lnTo>
                  <a:pt x="1743321" y="1245963"/>
                </a:lnTo>
                <a:lnTo>
                  <a:pt x="1743223" y="1246569"/>
                </a:lnTo>
                <a:lnTo>
                  <a:pt x="1743140" y="1247184"/>
                </a:lnTo>
                <a:lnTo>
                  <a:pt x="1743073" y="1247809"/>
                </a:lnTo>
                <a:lnTo>
                  <a:pt x="1743020" y="1248443"/>
                </a:lnTo>
                <a:lnTo>
                  <a:pt x="1742983" y="1249087"/>
                </a:lnTo>
                <a:lnTo>
                  <a:pt x="1742960" y="1249740"/>
                </a:lnTo>
                <a:lnTo>
                  <a:pt x="1742953" y="1250403"/>
                </a:lnTo>
                <a:lnTo>
                  <a:pt x="1742958" y="1250973"/>
                </a:lnTo>
                <a:lnTo>
                  <a:pt x="1742973" y="1251535"/>
                </a:lnTo>
                <a:lnTo>
                  <a:pt x="1742998" y="1252090"/>
                </a:lnTo>
                <a:lnTo>
                  <a:pt x="1743033" y="1252636"/>
                </a:lnTo>
                <a:lnTo>
                  <a:pt x="1743078" y="1253175"/>
                </a:lnTo>
                <a:lnTo>
                  <a:pt x="1743133" y="1253706"/>
                </a:lnTo>
                <a:lnTo>
                  <a:pt x="1743198" y="1254230"/>
                </a:lnTo>
                <a:lnTo>
                  <a:pt x="1743273" y="1254745"/>
                </a:lnTo>
                <a:lnTo>
                  <a:pt x="1743358" y="1255253"/>
                </a:lnTo>
                <a:lnTo>
                  <a:pt x="1743453" y="1255753"/>
                </a:lnTo>
                <a:lnTo>
                  <a:pt x="1743558" y="1256245"/>
                </a:lnTo>
                <a:lnTo>
                  <a:pt x="1743673" y="1256729"/>
                </a:lnTo>
                <a:lnTo>
                  <a:pt x="1743799" y="1257206"/>
                </a:lnTo>
                <a:lnTo>
                  <a:pt x="1743934" y="1257675"/>
                </a:lnTo>
                <a:lnTo>
                  <a:pt x="1744079" y="1258136"/>
                </a:lnTo>
                <a:lnTo>
                  <a:pt x="1744234" y="1258589"/>
                </a:lnTo>
                <a:lnTo>
                  <a:pt x="1744399" y="1259035"/>
                </a:lnTo>
                <a:lnTo>
                  <a:pt x="1744574" y="1259472"/>
                </a:lnTo>
                <a:lnTo>
                  <a:pt x="1744760" y="1259902"/>
                </a:lnTo>
                <a:lnTo>
                  <a:pt x="1744955" y="1260324"/>
                </a:lnTo>
                <a:lnTo>
                  <a:pt x="1745160" y="1260739"/>
                </a:lnTo>
                <a:lnTo>
                  <a:pt x="1745375" y="1261145"/>
                </a:lnTo>
                <a:lnTo>
                  <a:pt x="1745600" y="1261544"/>
                </a:lnTo>
                <a:lnTo>
                  <a:pt x="1745836" y="1261935"/>
                </a:lnTo>
                <a:lnTo>
                  <a:pt x="1746082" y="1262306"/>
                </a:lnTo>
                <a:lnTo>
                  <a:pt x="1746342" y="1262671"/>
                </a:lnTo>
                <a:lnTo>
                  <a:pt x="1746614" y="1263031"/>
                </a:lnTo>
                <a:lnTo>
                  <a:pt x="1746899" y="1263385"/>
                </a:lnTo>
                <a:lnTo>
                  <a:pt x="1747197" y="1263734"/>
                </a:lnTo>
                <a:lnTo>
                  <a:pt x="1747507" y="1264077"/>
                </a:lnTo>
                <a:lnTo>
                  <a:pt x="1747831" y="1264415"/>
                </a:lnTo>
                <a:lnTo>
                  <a:pt x="1748167" y="1264747"/>
                </a:lnTo>
                <a:lnTo>
                  <a:pt x="1748516" y="1265073"/>
                </a:lnTo>
                <a:lnTo>
                  <a:pt x="1748878" y="1265394"/>
                </a:lnTo>
                <a:lnTo>
                  <a:pt x="1749252" y="1265709"/>
                </a:lnTo>
                <a:lnTo>
                  <a:pt x="1749640" y="1266019"/>
                </a:lnTo>
                <a:lnTo>
                  <a:pt x="1750040" y="1266323"/>
                </a:lnTo>
                <a:lnTo>
                  <a:pt x="1750453" y="1266622"/>
                </a:lnTo>
                <a:lnTo>
                  <a:pt x="1750879" y="1266915"/>
                </a:lnTo>
                <a:lnTo>
                  <a:pt x="1751317" y="1267203"/>
                </a:lnTo>
                <a:lnTo>
                  <a:pt x="1751768" y="1267485"/>
                </a:lnTo>
                <a:lnTo>
                  <a:pt x="1752232" y="1267761"/>
                </a:lnTo>
                <a:lnTo>
                  <a:pt x="1752709" y="1268032"/>
                </a:lnTo>
                <a:lnTo>
                  <a:pt x="1753199" y="1268297"/>
                </a:lnTo>
                <a:lnTo>
                  <a:pt x="1753702" y="1268557"/>
                </a:lnTo>
                <a:lnTo>
                  <a:pt x="1754217" y="1268811"/>
                </a:lnTo>
                <a:lnTo>
                  <a:pt x="1754745" y="1269060"/>
                </a:lnTo>
                <a:lnTo>
                  <a:pt x="1755286" y="1269303"/>
                </a:lnTo>
                <a:lnTo>
                  <a:pt x="1755840" y="1269528"/>
                </a:lnTo>
                <a:lnTo>
                  <a:pt x="1756409" y="1269751"/>
                </a:lnTo>
                <a:lnTo>
                  <a:pt x="1756992" y="1269971"/>
                </a:lnTo>
                <a:lnTo>
                  <a:pt x="1757590" y="1270188"/>
                </a:lnTo>
                <a:lnTo>
                  <a:pt x="1758203" y="1270402"/>
                </a:lnTo>
                <a:lnTo>
                  <a:pt x="1758829" y="1270614"/>
                </a:lnTo>
                <a:lnTo>
                  <a:pt x="1759471" y="1270823"/>
                </a:lnTo>
                <a:lnTo>
                  <a:pt x="1760126" y="1271029"/>
                </a:lnTo>
                <a:lnTo>
                  <a:pt x="1760797" y="1271232"/>
                </a:lnTo>
                <a:lnTo>
                  <a:pt x="1761481" y="1271433"/>
                </a:lnTo>
                <a:lnTo>
                  <a:pt x="1762180" y="1271630"/>
                </a:lnTo>
                <a:lnTo>
                  <a:pt x="1762894" y="1271825"/>
                </a:lnTo>
                <a:lnTo>
                  <a:pt x="1763622" y="1272018"/>
                </a:lnTo>
                <a:lnTo>
                  <a:pt x="1764364" y="1272207"/>
                </a:lnTo>
                <a:lnTo>
                  <a:pt x="1765121" y="1272393"/>
                </a:lnTo>
                <a:lnTo>
                  <a:pt x="1765892" y="1272577"/>
                </a:lnTo>
                <a:lnTo>
                  <a:pt x="1766678" y="1272758"/>
                </a:lnTo>
                <a:lnTo>
                  <a:pt x="1767479" y="1272937"/>
                </a:lnTo>
                <a:lnTo>
                  <a:pt x="1768293" y="1273112"/>
                </a:lnTo>
                <a:lnTo>
                  <a:pt x="1769123" y="1273285"/>
                </a:lnTo>
                <a:lnTo>
                  <a:pt x="1769966" y="1273455"/>
                </a:lnTo>
                <a:lnTo>
                  <a:pt x="1770824" y="1273622"/>
                </a:lnTo>
                <a:lnTo>
                  <a:pt x="1771697" y="1273786"/>
                </a:lnTo>
                <a:lnTo>
                  <a:pt x="1772584" y="1273948"/>
                </a:lnTo>
                <a:lnTo>
                  <a:pt x="1773416" y="1274081"/>
                </a:lnTo>
                <a:lnTo>
                  <a:pt x="1774232" y="1274216"/>
                </a:lnTo>
                <a:lnTo>
                  <a:pt x="1775032" y="1274351"/>
                </a:lnTo>
                <a:lnTo>
                  <a:pt x="1775814" y="1274486"/>
                </a:lnTo>
                <a:lnTo>
                  <a:pt x="1776580" y="1274622"/>
                </a:lnTo>
                <a:lnTo>
                  <a:pt x="1777329" y="1274758"/>
                </a:lnTo>
                <a:lnTo>
                  <a:pt x="1778061" y="1274896"/>
                </a:lnTo>
                <a:lnTo>
                  <a:pt x="1778777" y="1275033"/>
                </a:lnTo>
                <a:lnTo>
                  <a:pt x="1779476" y="1275171"/>
                </a:lnTo>
                <a:lnTo>
                  <a:pt x="1780159" y="1275310"/>
                </a:lnTo>
                <a:lnTo>
                  <a:pt x="1780824" y="1275449"/>
                </a:lnTo>
                <a:lnTo>
                  <a:pt x="1781473" y="1275589"/>
                </a:lnTo>
                <a:lnTo>
                  <a:pt x="1782106" y="1275730"/>
                </a:lnTo>
                <a:lnTo>
                  <a:pt x="1782721" y="1275871"/>
                </a:lnTo>
                <a:lnTo>
                  <a:pt x="1783320" y="1276012"/>
                </a:lnTo>
                <a:lnTo>
                  <a:pt x="1783903" y="1276154"/>
                </a:lnTo>
                <a:lnTo>
                  <a:pt x="1784468" y="1276297"/>
                </a:lnTo>
                <a:lnTo>
                  <a:pt x="1785017" y="1276440"/>
                </a:lnTo>
                <a:lnTo>
                  <a:pt x="1785549" y="1276584"/>
                </a:lnTo>
                <a:lnTo>
                  <a:pt x="1786065" y="1276728"/>
                </a:lnTo>
                <a:lnTo>
                  <a:pt x="1786564" y="1276873"/>
                </a:lnTo>
                <a:lnTo>
                  <a:pt x="1787046" y="1277019"/>
                </a:lnTo>
                <a:lnTo>
                  <a:pt x="1787511" y="1277165"/>
                </a:lnTo>
                <a:lnTo>
                  <a:pt x="1787960" y="1277311"/>
                </a:lnTo>
                <a:lnTo>
                  <a:pt x="1788408" y="1277459"/>
                </a:lnTo>
                <a:lnTo>
                  <a:pt x="1788844" y="1277609"/>
                </a:lnTo>
                <a:lnTo>
                  <a:pt x="1789269" y="1277762"/>
                </a:lnTo>
                <a:lnTo>
                  <a:pt x="1789682" y="1277916"/>
                </a:lnTo>
                <a:lnTo>
                  <a:pt x="1790083" y="1278073"/>
                </a:lnTo>
                <a:lnTo>
                  <a:pt x="1790473" y="1278232"/>
                </a:lnTo>
                <a:lnTo>
                  <a:pt x="1790851" y="1278393"/>
                </a:lnTo>
                <a:lnTo>
                  <a:pt x="1791217" y="1278557"/>
                </a:lnTo>
                <a:lnTo>
                  <a:pt x="1791571" y="1278723"/>
                </a:lnTo>
                <a:lnTo>
                  <a:pt x="1791914" y="1278891"/>
                </a:lnTo>
                <a:lnTo>
                  <a:pt x="1792245" y="1279061"/>
                </a:lnTo>
                <a:lnTo>
                  <a:pt x="1792565" y="1279233"/>
                </a:lnTo>
                <a:lnTo>
                  <a:pt x="1792873" y="1279408"/>
                </a:lnTo>
                <a:lnTo>
                  <a:pt x="1793169" y="1279585"/>
                </a:lnTo>
                <a:lnTo>
                  <a:pt x="1793453" y="1279764"/>
                </a:lnTo>
                <a:lnTo>
                  <a:pt x="1793726" y="1279945"/>
                </a:lnTo>
                <a:lnTo>
                  <a:pt x="1793987" y="1280129"/>
                </a:lnTo>
                <a:lnTo>
                  <a:pt x="1794237" y="1280314"/>
                </a:lnTo>
                <a:lnTo>
                  <a:pt x="1794475" y="1280502"/>
                </a:lnTo>
                <a:lnTo>
                  <a:pt x="1794701" y="1280693"/>
                </a:lnTo>
                <a:lnTo>
                  <a:pt x="1794915" y="1280885"/>
                </a:lnTo>
                <a:lnTo>
                  <a:pt x="1795118" y="1281080"/>
                </a:lnTo>
                <a:lnTo>
                  <a:pt x="1795309" y="1281276"/>
                </a:lnTo>
                <a:lnTo>
                  <a:pt x="1795488" y="1281476"/>
                </a:lnTo>
                <a:lnTo>
                  <a:pt x="1795658" y="1281678"/>
                </a:lnTo>
                <a:lnTo>
                  <a:pt x="1795821" y="1281885"/>
                </a:lnTo>
                <a:lnTo>
                  <a:pt x="1795976" y="1282096"/>
                </a:lnTo>
                <a:lnTo>
                  <a:pt x="1796124" y="1282312"/>
                </a:lnTo>
                <a:lnTo>
                  <a:pt x="1796265" y="1282532"/>
                </a:lnTo>
                <a:lnTo>
                  <a:pt x="1796399" y="1282757"/>
                </a:lnTo>
                <a:lnTo>
                  <a:pt x="1796526" y="1282986"/>
                </a:lnTo>
                <a:lnTo>
                  <a:pt x="1796645" y="1283220"/>
                </a:lnTo>
                <a:lnTo>
                  <a:pt x="1796757" y="1283458"/>
                </a:lnTo>
                <a:lnTo>
                  <a:pt x="1796862" y="1283700"/>
                </a:lnTo>
                <a:lnTo>
                  <a:pt x="1796959" y="1283947"/>
                </a:lnTo>
                <a:lnTo>
                  <a:pt x="1797050" y="1284198"/>
                </a:lnTo>
                <a:lnTo>
                  <a:pt x="1797133" y="1284454"/>
                </a:lnTo>
                <a:lnTo>
                  <a:pt x="1797209" y="1284715"/>
                </a:lnTo>
                <a:lnTo>
                  <a:pt x="1797277" y="1284979"/>
                </a:lnTo>
                <a:lnTo>
                  <a:pt x="1797339" y="1285248"/>
                </a:lnTo>
                <a:lnTo>
                  <a:pt x="1797393" y="1285522"/>
                </a:lnTo>
                <a:lnTo>
                  <a:pt x="1797440" y="1285800"/>
                </a:lnTo>
                <a:lnTo>
                  <a:pt x="1797480" y="1286083"/>
                </a:lnTo>
                <a:lnTo>
                  <a:pt x="1797512" y="1286370"/>
                </a:lnTo>
                <a:lnTo>
                  <a:pt x="1797538" y="1286661"/>
                </a:lnTo>
                <a:lnTo>
                  <a:pt x="1797556" y="1286957"/>
                </a:lnTo>
                <a:lnTo>
                  <a:pt x="1797567" y="1287257"/>
                </a:lnTo>
                <a:lnTo>
                  <a:pt x="1797570" y="1287562"/>
                </a:lnTo>
                <a:lnTo>
                  <a:pt x="1797561" y="1288026"/>
                </a:lnTo>
                <a:lnTo>
                  <a:pt x="1797535" y="1288482"/>
                </a:lnTo>
                <a:lnTo>
                  <a:pt x="1797490" y="1288931"/>
                </a:lnTo>
                <a:lnTo>
                  <a:pt x="1797428" y="1289373"/>
                </a:lnTo>
                <a:lnTo>
                  <a:pt x="1797348" y="1289807"/>
                </a:lnTo>
                <a:lnTo>
                  <a:pt x="1797250" y="1290235"/>
                </a:lnTo>
                <a:lnTo>
                  <a:pt x="1797134" y="1290655"/>
                </a:lnTo>
                <a:lnTo>
                  <a:pt x="1797001" y="1291068"/>
                </a:lnTo>
                <a:lnTo>
                  <a:pt x="1796850" y="1291474"/>
                </a:lnTo>
                <a:lnTo>
                  <a:pt x="1796680" y="1291872"/>
                </a:lnTo>
                <a:lnTo>
                  <a:pt x="1796494" y="1292263"/>
                </a:lnTo>
                <a:lnTo>
                  <a:pt x="1796289" y="1292647"/>
                </a:lnTo>
                <a:lnTo>
                  <a:pt x="1796066" y="1293024"/>
                </a:lnTo>
                <a:lnTo>
                  <a:pt x="1795826" y="1293394"/>
                </a:lnTo>
                <a:lnTo>
                  <a:pt x="1795568" y="1293756"/>
                </a:lnTo>
                <a:lnTo>
                  <a:pt x="1795292" y="1294111"/>
                </a:lnTo>
                <a:lnTo>
                  <a:pt x="1794999" y="1294459"/>
                </a:lnTo>
                <a:lnTo>
                  <a:pt x="1794687" y="1294800"/>
                </a:lnTo>
                <a:lnTo>
                  <a:pt x="1794358" y="1295133"/>
                </a:lnTo>
                <a:lnTo>
                  <a:pt x="1794011" y="1295459"/>
                </a:lnTo>
                <a:lnTo>
                  <a:pt x="1793646" y="1295778"/>
                </a:lnTo>
                <a:lnTo>
                  <a:pt x="1793264" y="1296090"/>
                </a:lnTo>
                <a:lnTo>
                  <a:pt x="1792863" y="1296394"/>
                </a:lnTo>
                <a:lnTo>
                  <a:pt x="1792445" y="1296692"/>
                </a:lnTo>
                <a:lnTo>
                  <a:pt x="1792023" y="1296966"/>
                </a:lnTo>
                <a:lnTo>
                  <a:pt x="1791584" y="1297229"/>
                </a:lnTo>
                <a:lnTo>
                  <a:pt x="1791128" y="1297480"/>
                </a:lnTo>
                <a:lnTo>
                  <a:pt x="1790656" y="1297719"/>
                </a:lnTo>
                <a:lnTo>
                  <a:pt x="1790167" y="1297947"/>
                </a:lnTo>
                <a:lnTo>
                  <a:pt x="1789662" y="1298163"/>
                </a:lnTo>
                <a:lnTo>
                  <a:pt x="1789140" y="1298368"/>
                </a:lnTo>
                <a:lnTo>
                  <a:pt x="1788601" y="1298560"/>
                </a:lnTo>
                <a:lnTo>
                  <a:pt x="1788045" y="1298741"/>
                </a:lnTo>
                <a:lnTo>
                  <a:pt x="1787473" y="1298911"/>
                </a:lnTo>
                <a:lnTo>
                  <a:pt x="1786884" y="1299068"/>
                </a:lnTo>
                <a:lnTo>
                  <a:pt x="1786278" y="1299214"/>
                </a:lnTo>
                <a:lnTo>
                  <a:pt x="1785656" y="1299349"/>
                </a:lnTo>
                <a:lnTo>
                  <a:pt x="1785017" y="1299471"/>
                </a:lnTo>
                <a:lnTo>
                  <a:pt x="1784361" y="1299582"/>
                </a:lnTo>
                <a:lnTo>
                  <a:pt x="1783689" y="1299681"/>
                </a:lnTo>
                <a:lnTo>
                  <a:pt x="1783000" y="1299769"/>
                </a:lnTo>
                <a:lnTo>
                  <a:pt x="1782294" y="1299845"/>
                </a:lnTo>
                <a:lnTo>
                  <a:pt x="1781572" y="1299909"/>
                </a:lnTo>
                <a:lnTo>
                  <a:pt x="1780833" y="1299962"/>
                </a:lnTo>
                <a:lnTo>
                  <a:pt x="1780077" y="1300003"/>
                </a:lnTo>
                <a:lnTo>
                  <a:pt x="1779304" y="1300032"/>
                </a:lnTo>
                <a:lnTo>
                  <a:pt x="1778515" y="1300049"/>
                </a:lnTo>
                <a:lnTo>
                  <a:pt x="1777709" y="1300055"/>
                </a:lnTo>
                <a:lnTo>
                  <a:pt x="1776810" y="1300049"/>
                </a:lnTo>
                <a:lnTo>
                  <a:pt x="1775929" y="1300030"/>
                </a:lnTo>
                <a:lnTo>
                  <a:pt x="1775064" y="1299998"/>
                </a:lnTo>
                <a:lnTo>
                  <a:pt x="1774217" y="1299953"/>
                </a:lnTo>
                <a:lnTo>
                  <a:pt x="1773387" y="1299895"/>
                </a:lnTo>
                <a:lnTo>
                  <a:pt x="1772574" y="1299825"/>
                </a:lnTo>
                <a:lnTo>
                  <a:pt x="1771778" y="1299742"/>
                </a:lnTo>
                <a:lnTo>
                  <a:pt x="1771000" y="1299646"/>
                </a:lnTo>
                <a:lnTo>
                  <a:pt x="1770239" y="1299537"/>
                </a:lnTo>
                <a:lnTo>
                  <a:pt x="1769495" y="1299416"/>
                </a:lnTo>
                <a:lnTo>
                  <a:pt x="1768769" y="1299281"/>
                </a:lnTo>
                <a:lnTo>
                  <a:pt x="1768059" y="1299134"/>
                </a:lnTo>
                <a:lnTo>
                  <a:pt x="1767367" y="1298974"/>
                </a:lnTo>
                <a:lnTo>
                  <a:pt x="1766692" y="1298802"/>
                </a:lnTo>
                <a:lnTo>
                  <a:pt x="1766035" y="1298616"/>
                </a:lnTo>
                <a:lnTo>
                  <a:pt x="1765394" y="1298418"/>
                </a:lnTo>
                <a:lnTo>
                  <a:pt x="1764771" y="1298207"/>
                </a:lnTo>
                <a:lnTo>
                  <a:pt x="1764165" y="1297983"/>
                </a:lnTo>
                <a:lnTo>
                  <a:pt x="1763576" y="1297746"/>
                </a:lnTo>
                <a:lnTo>
                  <a:pt x="1763005" y="1297497"/>
                </a:lnTo>
                <a:lnTo>
                  <a:pt x="1762451" y="1297235"/>
                </a:lnTo>
                <a:lnTo>
                  <a:pt x="1761914" y="1296960"/>
                </a:lnTo>
                <a:lnTo>
                  <a:pt x="1761394" y="1296672"/>
                </a:lnTo>
                <a:lnTo>
                  <a:pt x="1760892" y="1296371"/>
                </a:lnTo>
                <a:lnTo>
                  <a:pt x="1760421" y="1296046"/>
                </a:lnTo>
                <a:lnTo>
                  <a:pt x="1759971" y="1295711"/>
                </a:lnTo>
                <a:lnTo>
                  <a:pt x="1759540" y="1295365"/>
                </a:lnTo>
                <a:lnTo>
                  <a:pt x="1759130" y="1295010"/>
                </a:lnTo>
                <a:lnTo>
                  <a:pt x="1758739" y="1294644"/>
                </a:lnTo>
                <a:lnTo>
                  <a:pt x="1758369" y="1294269"/>
                </a:lnTo>
                <a:lnTo>
                  <a:pt x="1758019" y="1293884"/>
                </a:lnTo>
                <a:lnTo>
                  <a:pt x="1757688" y="1293488"/>
                </a:lnTo>
                <a:lnTo>
                  <a:pt x="1757378" y="1293083"/>
                </a:lnTo>
                <a:lnTo>
                  <a:pt x="1757088" y="1292667"/>
                </a:lnTo>
                <a:lnTo>
                  <a:pt x="1756817" y="1292242"/>
                </a:lnTo>
                <a:lnTo>
                  <a:pt x="1756567" y="1291806"/>
                </a:lnTo>
                <a:lnTo>
                  <a:pt x="1756337" y="1291361"/>
                </a:lnTo>
                <a:lnTo>
                  <a:pt x="1756127" y="1290906"/>
                </a:lnTo>
                <a:lnTo>
                  <a:pt x="1755936" y="1290440"/>
                </a:lnTo>
                <a:lnTo>
                  <a:pt x="1755766" y="1289965"/>
                </a:lnTo>
                <a:lnTo>
                  <a:pt x="1755616" y="1289479"/>
                </a:lnTo>
                <a:lnTo>
                  <a:pt x="1755486" y="1288983"/>
                </a:lnTo>
                <a:lnTo>
                  <a:pt x="1755376" y="1288478"/>
                </a:lnTo>
                <a:lnTo>
                  <a:pt x="1755286" y="1287962"/>
                </a:lnTo>
                <a:lnTo>
                  <a:pt x="1755216" y="1287437"/>
                </a:lnTo>
                <a:lnTo>
                  <a:pt x="1755166" y="1286901"/>
                </a:lnTo>
                <a:lnTo>
                  <a:pt x="1755136" y="1286356"/>
                </a:lnTo>
                <a:lnTo>
                  <a:pt x="1755126" y="1285800"/>
                </a:lnTo>
                <a:lnTo>
                  <a:pt x="1755126" y="1284198"/>
                </a:lnTo>
                <a:lnTo>
                  <a:pt x="1741351" y="1284198"/>
                </a:lnTo>
                <a:lnTo>
                  <a:pt x="1741338" y="1284292"/>
                </a:lnTo>
                <a:lnTo>
                  <a:pt x="1741325" y="1284384"/>
                </a:lnTo>
                <a:lnTo>
                  <a:pt x="1741313" y="1284476"/>
                </a:lnTo>
                <a:lnTo>
                  <a:pt x="1741302" y="1284568"/>
                </a:lnTo>
                <a:lnTo>
                  <a:pt x="1741291" y="1284659"/>
                </a:lnTo>
                <a:lnTo>
                  <a:pt x="1741281" y="1284749"/>
                </a:lnTo>
                <a:lnTo>
                  <a:pt x="1741271" y="1284839"/>
                </a:lnTo>
                <a:lnTo>
                  <a:pt x="1741262" y="1284928"/>
                </a:lnTo>
                <a:lnTo>
                  <a:pt x="1741253" y="1285017"/>
                </a:lnTo>
                <a:lnTo>
                  <a:pt x="1741245" y="1285105"/>
                </a:lnTo>
                <a:lnTo>
                  <a:pt x="1741238" y="1285193"/>
                </a:lnTo>
                <a:lnTo>
                  <a:pt x="1741231" y="1285280"/>
                </a:lnTo>
                <a:lnTo>
                  <a:pt x="1741224" y="1285366"/>
                </a:lnTo>
                <a:lnTo>
                  <a:pt x="1741219" y="1285452"/>
                </a:lnTo>
                <a:lnTo>
                  <a:pt x="1741213" y="1285537"/>
                </a:lnTo>
                <a:lnTo>
                  <a:pt x="1741209" y="1285622"/>
                </a:lnTo>
                <a:lnTo>
                  <a:pt x="1741204" y="1285706"/>
                </a:lnTo>
                <a:lnTo>
                  <a:pt x="1741201" y="1285790"/>
                </a:lnTo>
                <a:lnTo>
                  <a:pt x="1741198" y="1285873"/>
                </a:lnTo>
                <a:lnTo>
                  <a:pt x="1741195" y="1285956"/>
                </a:lnTo>
                <a:lnTo>
                  <a:pt x="1741193" y="1286038"/>
                </a:lnTo>
                <a:lnTo>
                  <a:pt x="1741192" y="1286119"/>
                </a:lnTo>
                <a:lnTo>
                  <a:pt x="1741191" y="1286200"/>
                </a:lnTo>
                <a:lnTo>
                  <a:pt x="1741191" y="1286281"/>
                </a:lnTo>
                <a:lnTo>
                  <a:pt x="1741191" y="1286360"/>
                </a:lnTo>
                <a:lnTo>
                  <a:pt x="1741191" y="1286438"/>
                </a:lnTo>
                <a:lnTo>
                  <a:pt x="1741191" y="1286513"/>
                </a:lnTo>
                <a:lnTo>
                  <a:pt x="1741191" y="1286588"/>
                </a:lnTo>
                <a:lnTo>
                  <a:pt x="1741191" y="1286660"/>
                </a:lnTo>
                <a:lnTo>
                  <a:pt x="1741191" y="1286731"/>
                </a:lnTo>
                <a:lnTo>
                  <a:pt x="1741191" y="1286800"/>
                </a:lnTo>
                <a:lnTo>
                  <a:pt x="1741191" y="1286868"/>
                </a:lnTo>
                <a:lnTo>
                  <a:pt x="1741191" y="1286934"/>
                </a:lnTo>
                <a:lnTo>
                  <a:pt x="1741191" y="1286998"/>
                </a:lnTo>
                <a:lnTo>
                  <a:pt x="1741191" y="1287061"/>
                </a:lnTo>
                <a:lnTo>
                  <a:pt x="1741191" y="1287122"/>
                </a:lnTo>
                <a:lnTo>
                  <a:pt x="1741191" y="1287181"/>
                </a:lnTo>
                <a:lnTo>
                  <a:pt x="1741191" y="1287238"/>
                </a:lnTo>
                <a:lnTo>
                  <a:pt x="1741191" y="1287294"/>
                </a:lnTo>
                <a:lnTo>
                  <a:pt x="1741191" y="1287349"/>
                </a:lnTo>
                <a:lnTo>
                  <a:pt x="1741191" y="1287401"/>
                </a:lnTo>
                <a:lnTo>
                  <a:pt x="1741191" y="1287452"/>
                </a:lnTo>
                <a:lnTo>
                  <a:pt x="1741191" y="1287501"/>
                </a:lnTo>
                <a:lnTo>
                  <a:pt x="1741191" y="1287549"/>
                </a:lnTo>
                <a:lnTo>
                  <a:pt x="1741191" y="1287595"/>
                </a:lnTo>
                <a:lnTo>
                  <a:pt x="1741191" y="1287639"/>
                </a:lnTo>
                <a:lnTo>
                  <a:pt x="1741191" y="1287681"/>
                </a:lnTo>
                <a:lnTo>
                  <a:pt x="1741191" y="1287722"/>
                </a:lnTo>
                <a:lnTo>
                  <a:pt x="1741198" y="1288333"/>
                </a:lnTo>
                <a:lnTo>
                  <a:pt x="1741221" y="1288937"/>
                </a:lnTo>
                <a:lnTo>
                  <a:pt x="1741258" y="1289534"/>
                </a:lnTo>
                <a:lnTo>
                  <a:pt x="1741311" y="1290125"/>
                </a:lnTo>
                <a:lnTo>
                  <a:pt x="1741379" y="1290709"/>
                </a:lnTo>
                <a:lnTo>
                  <a:pt x="1741461" y="1291286"/>
                </a:lnTo>
                <a:lnTo>
                  <a:pt x="1741559" y="1291856"/>
                </a:lnTo>
                <a:lnTo>
                  <a:pt x="1741671" y="1292420"/>
                </a:lnTo>
                <a:lnTo>
                  <a:pt x="1741799" y="1292978"/>
                </a:lnTo>
                <a:lnTo>
                  <a:pt x="1741942" y="1293528"/>
                </a:lnTo>
                <a:lnTo>
                  <a:pt x="1742099" y="1294072"/>
                </a:lnTo>
                <a:lnTo>
                  <a:pt x="1742272" y="1294609"/>
                </a:lnTo>
                <a:lnTo>
                  <a:pt x="1742460" y="1295140"/>
                </a:lnTo>
                <a:lnTo>
                  <a:pt x="1742662" y="1295664"/>
                </a:lnTo>
                <a:lnTo>
                  <a:pt x="1742880" y="1296181"/>
                </a:lnTo>
                <a:lnTo>
                  <a:pt x="1743113" y="1296692"/>
                </a:lnTo>
                <a:lnTo>
                  <a:pt x="1743361" y="1297195"/>
                </a:lnTo>
                <a:lnTo>
                  <a:pt x="1743623" y="1297693"/>
                </a:lnTo>
                <a:lnTo>
                  <a:pt x="1743901" y="1298183"/>
                </a:lnTo>
                <a:lnTo>
                  <a:pt x="1744194" y="1298667"/>
                </a:lnTo>
                <a:lnTo>
                  <a:pt x="1744502" y="1299144"/>
                </a:lnTo>
                <a:lnTo>
                  <a:pt x="1744825" y="1299615"/>
                </a:lnTo>
                <a:lnTo>
                  <a:pt x="1745163" y="1300078"/>
                </a:lnTo>
                <a:lnTo>
                  <a:pt x="1745515" y="1300536"/>
                </a:lnTo>
                <a:lnTo>
                  <a:pt x="1745895" y="1300972"/>
                </a:lnTo>
                <a:lnTo>
                  <a:pt x="1746285" y="1301400"/>
                </a:lnTo>
                <a:lnTo>
                  <a:pt x="1746687" y="1301819"/>
                </a:lnTo>
                <a:lnTo>
                  <a:pt x="1747099" y="1302231"/>
                </a:lnTo>
                <a:lnTo>
                  <a:pt x="1747523" y="1302634"/>
                </a:lnTo>
                <a:lnTo>
                  <a:pt x="1747958" y="1303028"/>
                </a:lnTo>
                <a:lnTo>
                  <a:pt x="1748404" y="1303415"/>
                </a:lnTo>
                <a:lnTo>
                  <a:pt x="1748861" y="1303792"/>
                </a:lnTo>
                <a:lnTo>
                  <a:pt x="1749329" y="1304162"/>
                </a:lnTo>
                <a:lnTo>
                  <a:pt x="1749809" y="1304523"/>
                </a:lnTo>
                <a:lnTo>
                  <a:pt x="1750299" y="1304876"/>
                </a:lnTo>
                <a:lnTo>
                  <a:pt x="1750801" y="1305221"/>
                </a:lnTo>
                <a:lnTo>
                  <a:pt x="1751314" y="1305557"/>
                </a:lnTo>
                <a:lnTo>
                  <a:pt x="1751838" y="1305885"/>
                </a:lnTo>
                <a:lnTo>
                  <a:pt x="1752373" y="1306204"/>
                </a:lnTo>
                <a:lnTo>
                  <a:pt x="1752919" y="1306515"/>
                </a:lnTo>
                <a:lnTo>
                  <a:pt x="1753476" y="1306818"/>
                </a:lnTo>
                <a:lnTo>
                  <a:pt x="1754044" y="1307113"/>
                </a:lnTo>
                <a:lnTo>
                  <a:pt x="1754624" y="1307399"/>
                </a:lnTo>
                <a:lnTo>
                  <a:pt x="1755214" y="1307677"/>
                </a:lnTo>
                <a:lnTo>
                  <a:pt x="1755816" y="1307946"/>
                </a:lnTo>
                <a:lnTo>
                  <a:pt x="1756429" y="1308207"/>
                </a:lnTo>
                <a:lnTo>
                  <a:pt x="1757053" y="1308460"/>
                </a:lnTo>
                <a:lnTo>
                  <a:pt x="1757688" y="1308704"/>
                </a:lnTo>
                <a:lnTo>
                  <a:pt x="1758346" y="1308926"/>
                </a:lnTo>
                <a:lnTo>
                  <a:pt x="1759012" y="1309139"/>
                </a:lnTo>
                <a:lnTo>
                  <a:pt x="1759685" y="1309342"/>
                </a:lnTo>
                <a:lnTo>
                  <a:pt x="1760367" y="1309536"/>
                </a:lnTo>
                <a:lnTo>
                  <a:pt x="1761056" y="1309721"/>
                </a:lnTo>
                <a:lnTo>
                  <a:pt x="1761753" y="1309895"/>
                </a:lnTo>
                <a:lnTo>
                  <a:pt x="1762457" y="1310061"/>
                </a:lnTo>
                <a:lnTo>
                  <a:pt x="1763170" y="1310217"/>
                </a:lnTo>
                <a:lnTo>
                  <a:pt x="1763890" y="1310363"/>
                </a:lnTo>
                <a:lnTo>
                  <a:pt x="1764618" y="1310501"/>
                </a:lnTo>
                <a:lnTo>
                  <a:pt x="1765354" y="1310628"/>
                </a:lnTo>
                <a:lnTo>
                  <a:pt x="1766097" y="1310746"/>
                </a:lnTo>
                <a:lnTo>
                  <a:pt x="1766848" y="1310855"/>
                </a:lnTo>
                <a:lnTo>
                  <a:pt x="1767608" y="1310954"/>
                </a:lnTo>
                <a:lnTo>
                  <a:pt x="1768374" y="1311044"/>
                </a:lnTo>
                <a:lnTo>
                  <a:pt x="1769149" y="1311125"/>
                </a:lnTo>
                <a:lnTo>
                  <a:pt x="1769932" y="1311195"/>
                </a:lnTo>
                <a:lnTo>
                  <a:pt x="1770722" y="1311257"/>
                </a:lnTo>
                <a:lnTo>
                  <a:pt x="1771520" y="1311309"/>
                </a:lnTo>
                <a:lnTo>
                  <a:pt x="1772326" y="1311351"/>
                </a:lnTo>
                <a:lnTo>
                  <a:pt x="1773140" y="1311385"/>
                </a:lnTo>
                <a:lnTo>
                  <a:pt x="1773961" y="1311408"/>
                </a:lnTo>
                <a:lnTo>
                  <a:pt x="1774790" y="1311422"/>
                </a:lnTo>
                <a:lnTo>
                  <a:pt x="1775627" y="1311427"/>
                </a:lnTo>
                <a:lnTo>
                  <a:pt x="1776582" y="1311422"/>
                </a:lnTo>
                <a:lnTo>
                  <a:pt x="1777526" y="1311408"/>
                </a:lnTo>
                <a:lnTo>
                  <a:pt x="1778458" y="1311385"/>
                </a:lnTo>
                <a:lnTo>
                  <a:pt x="1779378" y="1311351"/>
                </a:lnTo>
                <a:lnTo>
                  <a:pt x="1780286" y="1311309"/>
                </a:lnTo>
                <a:lnTo>
                  <a:pt x="1781183" y="1311257"/>
                </a:lnTo>
                <a:close/>
                <a:moveTo>
                  <a:pt x="1493952" y="1311195"/>
                </a:moveTo>
                <a:lnTo>
                  <a:pt x="1494825" y="1311125"/>
                </a:lnTo>
                <a:lnTo>
                  <a:pt x="1495687" y="1311044"/>
                </a:lnTo>
                <a:lnTo>
                  <a:pt x="1496537" y="1310954"/>
                </a:lnTo>
                <a:lnTo>
                  <a:pt x="1497375" y="1310855"/>
                </a:lnTo>
                <a:lnTo>
                  <a:pt x="1498202" y="1310746"/>
                </a:lnTo>
                <a:lnTo>
                  <a:pt x="1499017" y="1310628"/>
                </a:lnTo>
                <a:lnTo>
                  <a:pt x="1499821" y="1310501"/>
                </a:lnTo>
                <a:lnTo>
                  <a:pt x="1500612" y="1310363"/>
                </a:lnTo>
                <a:lnTo>
                  <a:pt x="1501392" y="1310217"/>
                </a:lnTo>
                <a:lnTo>
                  <a:pt x="1502161" y="1310061"/>
                </a:lnTo>
                <a:lnTo>
                  <a:pt x="1502917" y="1309895"/>
                </a:lnTo>
                <a:lnTo>
                  <a:pt x="1503662" y="1309721"/>
                </a:lnTo>
                <a:lnTo>
                  <a:pt x="1504395" y="1309536"/>
                </a:lnTo>
                <a:lnTo>
                  <a:pt x="1505117" y="1309342"/>
                </a:lnTo>
                <a:lnTo>
                  <a:pt x="1505827" y="1309139"/>
                </a:lnTo>
                <a:lnTo>
                  <a:pt x="1506525" y="1308926"/>
                </a:lnTo>
                <a:lnTo>
                  <a:pt x="1507212" y="1308704"/>
                </a:lnTo>
                <a:lnTo>
                  <a:pt x="1507899" y="1308472"/>
                </a:lnTo>
                <a:lnTo>
                  <a:pt x="1508572" y="1308230"/>
                </a:lnTo>
                <a:lnTo>
                  <a:pt x="1509231" y="1307978"/>
                </a:lnTo>
                <a:lnTo>
                  <a:pt x="1509877" y="1307717"/>
                </a:lnTo>
                <a:lnTo>
                  <a:pt x="1510508" y="1307445"/>
                </a:lnTo>
                <a:lnTo>
                  <a:pt x="1511126" y="1307163"/>
                </a:lnTo>
                <a:lnTo>
                  <a:pt x="1511730" y="1306871"/>
                </a:lnTo>
                <a:lnTo>
                  <a:pt x="1512319" y="1306569"/>
                </a:lnTo>
                <a:lnTo>
                  <a:pt x="1512895" y="1306257"/>
                </a:lnTo>
                <a:lnTo>
                  <a:pt x="1513457" y="1305935"/>
                </a:lnTo>
                <a:lnTo>
                  <a:pt x="1514005" y="1305603"/>
                </a:lnTo>
                <a:lnTo>
                  <a:pt x="1514539" y="1305261"/>
                </a:lnTo>
                <a:lnTo>
                  <a:pt x="1515060" y="1304909"/>
                </a:lnTo>
                <a:lnTo>
                  <a:pt x="1515566" y="1304547"/>
                </a:lnTo>
                <a:lnTo>
                  <a:pt x="1516059" y="1304175"/>
                </a:lnTo>
                <a:lnTo>
                  <a:pt x="1516537" y="1303792"/>
                </a:lnTo>
                <a:lnTo>
                  <a:pt x="1517002" y="1303400"/>
                </a:lnTo>
                <a:lnTo>
                  <a:pt x="1517452" y="1302998"/>
                </a:lnTo>
                <a:lnTo>
                  <a:pt x="1517889" y="1302586"/>
                </a:lnTo>
                <a:lnTo>
                  <a:pt x="1518312" y="1302164"/>
                </a:lnTo>
                <a:lnTo>
                  <a:pt x="1518721" y="1301732"/>
                </a:lnTo>
                <a:lnTo>
                  <a:pt x="1519116" y="1301290"/>
                </a:lnTo>
                <a:lnTo>
                  <a:pt x="1519498" y="1300838"/>
                </a:lnTo>
                <a:lnTo>
                  <a:pt x="1519865" y="1300376"/>
                </a:lnTo>
                <a:lnTo>
                  <a:pt x="1520231" y="1299903"/>
                </a:lnTo>
                <a:lnTo>
                  <a:pt x="1520581" y="1299421"/>
                </a:lnTo>
                <a:lnTo>
                  <a:pt x="1520916" y="1298929"/>
                </a:lnTo>
                <a:lnTo>
                  <a:pt x="1521235" y="1298427"/>
                </a:lnTo>
                <a:lnTo>
                  <a:pt x="1521539" y="1297915"/>
                </a:lnTo>
                <a:lnTo>
                  <a:pt x="1521827" y="1297392"/>
                </a:lnTo>
                <a:lnTo>
                  <a:pt x="1522100" y="1296860"/>
                </a:lnTo>
                <a:lnTo>
                  <a:pt x="1522357" y="1296318"/>
                </a:lnTo>
                <a:lnTo>
                  <a:pt x="1522598" y="1295766"/>
                </a:lnTo>
                <a:lnTo>
                  <a:pt x="1522824" y="1295203"/>
                </a:lnTo>
                <a:lnTo>
                  <a:pt x="1523034" y="1294631"/>
                </a:lnTo>
                <a:lnTo>
                  <a:pt x="1523229" y="1294049"/>
                </a:lnTo>
                <a:lnTo>
                  <a:pt x="1523408" y="1293457"/>
                </a:lnTo>
                <a:lnTo>
                  <a:pt x="1523571" y="1292854"/>
                </a:lnTo>
                <a:lnTo>
                  <a:pt x="1523719" y="1292242"/>
                </a:lnTo>
                <a:lnTo>
                  <a:pt x="1523851" y="1291620"/>
                </a:lnTo>
                <a:lnTo>
                  <a:pt x="1523968" y="1290987"/>
                </a:lnTo>
                <a:lnTo>
                  <a:pt x="1524069" y="1290345"/>
                </a:lnTo>
                <a:lnTo>
                  <a:pt x="1524155" y="1289693"/>
                </a:lnTo>
                <a:lnTo>
                  <a:pt x="1524225" y="1289030"/>
                </a:lnTo>
                <a:lnTo>
                  <a:pt x="1524280" y="1288358"/>
                </a:lnTo>
                <a:lnTo>
                  <a:pt x="1524319" y="1287675"/>
                </a:lnTo>
                <a:lnTo>
                  <a:pt x="1524342" y="1286983"/>
                </a:lnTo>
                <a:lnTo>
                  <a:pt x="1524350" y="1286281"/>
                </a:lnTo>
                <a:lnTo>
                  <a:pt x="1524344" y="1285658"/>
                </a:lnTo>
                <a:lnTo>
                  <a:pt x="1524329" y="1285046"/>
                </a:lnTo>
                <a:lnTo>
                  <a:pt x="1524302" y="1284444"/>
                </a:lnTo>
                <a:lnTo>
                  <a:pt x="1524265" y="1283851"/>
                </a:lnTo>
                <a:lnTo>
                  <a:pt x="1524218" y="1283269"/>
                </a:lnTo>
                <a:lnTo>
                  <a:pt x="1524160" y="1282697"/>
                </a:lnTo>
                <a:lnTo>
                  <a:pt x="1524091" y="1282135"/>
                </a:lnTo>
                <a:lnTo>
                  <a:pt x="1524012" y="1281582"/>
                </a:lnTo>
                <a:lnTo>
                  <a:pt x="1523922" y="1281040"/>
                </a:lnTo>
                <a:lnTo>
                  <a:pt x="1523821" y="1280508"/>
                </a:lnTo>
                <a:lnTo>
                  <a:pt x="1523710" y="1279986"/>
                </a:lnTo>
                <a:lnTo>
                  <a:pt x="1523589" y="1279473"/>
                </a:lnTo>
                <a:lnTo>
                  <a:pt x="1523457" y="1278971"/>
                </a:lnTo>
                <a:lnTo>
                  <a:pt x="1523314" y="1278479"/>
                </a:lnTo>
                <a:lnTo>
                  <a:pt x="1523161" y="1277997"/>
                </a:lnTo>
                <a:lnTo>
                  <a:pt x="1522997" y="1277525"/>
                </a:lnTo>
                <a:lnTo>
                  <a:pt x="1522823" y="1277063"/>
                </a:lnTo>
                <a:lnTo>
                  <a:pt x="1522638" y="1276610"/>
                </a:lnTo>
                <a:lnTo>
                  <a:pt x="1522442" y="1276168"/>
                </a:lnTo>
                <a:lnTo>
                  <a:pt x="1522236" y="1275736"/>
                </a:lnTo>
                <a:lnTo>
                  <a:pt x="1522020" y="1275314"/>
                </a:lnTo>
                <a:lnTo>
                  <a:pt x="1521793" y="1274902"/>
                </a:lnTo>
                <a:lnTo>
                  <a:pt x="1521555" y="1274500"/>
                </a:lnTo>
                <a:lnTo>
                  <a:pt x="1521307" y="1274108"/>
                </a:lnTo>
                <a:lnTo>
                  <a:pt x="1521046" y="1273710"/>
                </a:lnTo>
                <a:lnTo>
                  <a:pt x="1520773" y="1273319"/>
                </a:lnTo>
                <a:lnTo>
                  <a:pt x="1520486" y="1272934"/>
                </a:lnTo>
                <a:lnTo>
                  <a:pt x="1520185" y="1272555"/>
                </a:lnTo>
                <a:lnTo>
                  <a:pt x="1519872" y="1272182"/>
                </a:lnTo>
                <a:lnTo>
                  <a:pt x="1519545" y="1271815"/>
                </a:lnTo>
                <a:lnTo>
                  <a:pt x="1519204" y="1271455"/>
                </a:lnTo>
                <a:lnTo>
                  <a:pt x="1518851" y="1271100"/>
                </a:lnTo>
                <a:lnTo>
                  <a:pt x="1518483" y="1270752"/>
                </a:lnTo>
                <a:lnTo>
                  <a:pt x="1518103" y="1270409"/>
                </a:lnTo>
                <a:lnTo>
                  <a:pt x="1517709" y="1270073"/>
                </a:lnTo>
                <a:lnTo>
                  <a:pt x="1517302" y="1269743"/>
                </a:lnTo>
                <a:lnTo>
                  <a:pt x="1516882" y="1269419"/>
                </a:lnTo>
                <a:lnTo>
                  <a:pt x="1516448" y="1269101"/>
                </a:lnTo>
                <a:lnTo>
                  <a:pt x="1516001" y="1268790"/>
                </a:lnTo>
                <a:lnTo>
                  <a:pt x="1515540" y="1268484"/>
                </a:lnTo>
                <a:lnTo>
                  <a:pt x="1515067" y="1268185"/>
                </a:lnTo>
                <a:lnTo>
                  <a:pt x="1514579" y="1267891"/>
                </a:lnTo>
                <a:lnTo>
                  <a:pt x="1514079" y="1267604"/>
                </a:lnTo>
                <a:lnTo>
                  <a:pt x="1513565" y="1267323"/>
                </a:lnTo>
                <a:lnTo>
                  <a:pt x="1513038" y="1267048"/>
                </a:lnTo>
                <a:lnTo>
                  <a:pt x="1512497" y="1266779"/>
                </a:lnTo>
                <a:lnTo>
                  <a:pt x="1511943" y="1266516"/>
                </a:lnTo>
                <a:lnTo>
                  <a:pt x="1511376" y="1266260"/>
                </a:lnTo>
                <a:lnTo>
                  <a:pt x="1510807" y="1266008"/>
                </a:lnTo>
                <a:lnTo>
                  <a:pt x="1510220" y="1265759"/>
                </a:lnTo>
                <a:lnTo>
                  <a:pt x="1509617" y="1265514"/>
                </a:lnTo>
                <a:lnTo>
                  <a:pt x="1508996" y="1265272"/>
                </a:lnTo>
                <a:lnTo>
                  <a:pt x="1508357" y="1265033"/>
                </a:lnTo>
                <a:lnTo>
                  <a:pt x="1507702" y="1264798"/>
                </a:lnTo>
                <a:lnTo>
                  <a:pt x="1507029" y="1264566"/>
                </a:lnTo>
                <a:lnTo>
                  <a:pt x="1506339" y="1264337"/>
                </a:lnTo>
                <a:lnTo>
                  <a:pt x="1505632" y="1264112"/>
                </a:lnTo>
                <a:lnTo>
                  <a:pt x="1504908" y="1263890"/>
                </a:lnTo>
                <a:lnTo>
                  <a:pt x="1504166" y="1263672"/>
                </a:lnTo>
                <a:lnTo>
                  <a:pt x="1503408" y="1263457"/>
                </a:lnTo>
                <a:lnTo>
                  <a:pt x="1502631" y="1263245"/>
                </a:lnTo>
                <a:lnTo>
                  <a:pt x="1501838" y="1263036"/>
                </a:lnTo>
                <a:lnTo>
                  <a:pt x="1501028" y="1262831"/>
                </a:lnTo>
                <a:lnTo>
                  <a:pt x="1500200" y="1262629"/>
                </a:lnTo>
                <a:lnTo>
                  <a:pt x="1499355" y="1262430"/>
                </a:lnTo>
                <a:lnTo>
                  <a:pt x="1498492" y="1262235"/>
                </a:lnTo>
                <a:lnTo>
                  <a:pt x="1497613" y="1262043"/>
                </a:lnTo>
                <a:lnTo>
                  <a:pt x="1496716" y="1261855"/>
                </a:lnTo>
                <a:lnTo>
                  <a:pt x="1495802" y="1261670"/>
                </a:lnTo>
                <a:lnTo>
                  <a:pt x="1494871" y="1261488"/>
                </a:lnTo>
                <a:lnTo>
                  <a:pt x="1493922" y="1261309"/>
                </a:lnTo>
                <a:lnTo>
                  <a:pt x="1492957" y="1261134"/>
                </a:lnTo>
                <a:lnTo>
                  <a:pt x="1492177" y="1260988"/>
                </a:lnTo>
                <a:lnTo>
                  <a:pt x="1491412" y="1260842"/>
                </a:lnTo>
                <a:lnTo>
                  <a:pt x="1490662" y="1260696"/>
                </a:lnTo>
                <a:lnTo>
                  <a:pt x="1489927" y="1260551"/>
                </a:lnTo>
                <a:lnTo>
                  <a:pt x="1489207" y="1260407"/>
                </a:lnTo>
                <a:lnTo>
                  <a:pt x="1488502" y="1260263"/>
                </a:lnTo>
                <a:lnTo>
                  <a:pt x="1487812" y="1260120"/>
                </a:lnTo>
                <a:lnTo>
                  <a:pt x="1487137" y="1259977"/>
                </a:lnTo>
                <a:lnTo>
                  <a:pt x="1486477" y="1259835"/>
                </a:lnTo>
                <a:lnTo>
                  <a:pt x="1485832" y="1259694"/>
                </a:lnTo>
                <a:lnTo>
                  <a:pt x="1485203" y="1259553"/>
                </a:lnTo>
                <a:lnTo>
                  <a:pt x="1484588" y="1259412"/>
                </a:lnTo>
                <a:lnTo>
                  <a:pt x="1483988" y="1259272"/>
                </a:lnTo>
                <a:lnTo>
                  <a:pt x="1483403" y="1259133"/>
                </a:lnTo>
                <a:lnTo>
                  <a:pt x="1482833" y="1258994"/>
                </a:lnTo>
                <a:lnTo>
                  <a:pt x="1482279" y="1258856"/>
                </a:lnTo>
                <a:lnTo>
                  <a:pt x="1481739" y="1258718"/>
                </a:lnTo>
                <a:lnTo>
                  <a:pt x="1481214" y="1258581"/>
                </a:lnTo>
                <a:lnTo>
                  <a:pt x="1480705" y="1258445"/>
                </a:lnTo>
                <a:lnTo>
                  <a:pt x="1480210" y="1258309"/>
                </a:lnTo>
                <a:lnTo>
                  <a:pt x="1479730" y="1258173"/>
                </a:lnTo>
                <a:lnTo>
                  <a:pt x="1479266" y="1258039"/>
                </a:lnTo>
                <a:lnTo>
                  <a:pt x="1478816" y="1257904"/>
                </a:lnTo>
                <a:lnTo>
                  <a:pt x="1478381" y="1257771"/>
                </a:lnTo>
                <a:lnTo>
                  <a:pt x="1477973" y="1257636"/>
                </a:lnTo>
                <a:lnTo>
                  <a:pt x="1477575" y="1257501"/>
                </a:lnTo>
                <a:lnTo>
                  <a:pt x="1477188" y="1257365"/>
                </a:lnTo>
                <a:lnTo>
                  <a:pt x="1476811" y="1257228"/>
                </a:lnTo>
                <a:lnTo>
                  <a:pt x="1476445" y="1257089"/>
                </a:lnTo>
                <a:lnTo>
                  <a:pt x="1476089" y="1256950"/>
                </a:lnTo>
                <a:lnTo>
                  <a:pt x="1475744" y="1256809"/>
                </a:lnTo>
                <a:lnTo>
                  <a:pt x="1475409" y="1256667"/>
                </a:lnTo>
                <a:lnTo>
                  <a:pt x="1475085" y="1256524"/>
                </a:lnTo>
                <a:lnTo>
                  <a:pt x="1474772" y="1256380"/>
                </a:lnTo>
                <a:lnTo>
                  <a:pt x="1474469" y="1256235"/>
                </a:lnTo>
                <a:lnTo>
                  <a:pt x="1474177" y="1256089"/>
                </a:lnTo>
                <a:lnTo>
                  <a:pt x="1473895" y="1255941"/>
                </a:lnTo>
                <a:lnTo>
                  <a:pt x="1473624" y="1255793"/>
                </a:lnTo>
                <a:lnTo>
                  <a:pt x="1473363" y="1255643"/>
                </a:lnTo>
                <a:lnTo>
                  <a:pt x="1473113" y="1255493"/>
                </a:lnTo>
                <a:lnTo>
                  <a:pt x="1472874" y="1255341"/>
                </a:lnTo>
                <a:lnTo>
                  <a:pt x="1472645" y="1255188"/>
                </a:lnTo>
                <a:lnTo>
                  <a:pt x="1472427" y="1255034"/>
                </a:lnTo>
                <a:lnTo>
                  <a:pt x="1472219" y="1254879"/>
                </a:lnTo>
                <a:lnTo>
                  <a:pt x="1472022" y="1254722"/>
                </a:lnTo>
                <a:lnTo>
                  <a:pt x="1471835" y="1254565"/>
                </a:lnTo>
                <a:lnTo>
                  <a:pt x="1471659" y="1254406"/>
                </a:lnTo>
                <a:lnTo>
                  <a:pt x="1471494" y="1254247"/>
                </a:lnTo>
                <a:lnTo>
                  <a:pt x="1471337" y="1254072"/>
                </a:lnTo>
                <a:lnTo>
                  <a:pt x="1471187" y="1253893"/>
                </a:lnTo>
                <a:lnTo>
                  <a:pt x="1471044" y="1253711"/>
                </a:lnTo>
                <a:lnTo>
                  <a:pt x="1470907" y="1253526"/>
                </a:lnTo>
                <a:lnTo>
                  <a:pt x="1470777" y="1253338"/>
                </a:lnTo>
                <a:lnTo>
                  <a:pt x="1470653" y="1253146"/>
                </a:lnTo>
                <a:lnTo>
                  <a:pt x="1470536" y="1252951"/>
                </a:lnTo>
                <a:lnTo>
                  <a:pt x="1470426" y="1252752"/>
                </a:lnTo>
                <a:lnTo>
                  <a:pt x="1470323" y="1252550"/>
                </a:lnTo>
                <a:lnTo>
                  <a:pt x="1470226" y="1252345"/>
                </a:lnTo>
                <a:lnTo>
                  <a:pt x="1470136" y="1252136"/>
                </a:lnTo>
                <a:lnTo>
                  <a:pt x="1470052" y="1251924"/>
                </a:lnTo>
                <a:lnTo>
                  <a:pt x="1469976" y="1251709"/>
                </a:lnTo>
                <a:lnTo>
                  <a:pt x="1469906" y="1251491"/>
                </a:lnTo>
                <a:lnTo>
                  <a:pt x="1469842" y="1251269"/>
                </a:lnTo>
                <a:lnTo>
                  <a:pt x="1469785" y="1251043"/>
                </a:lnTo>
                <a:lnTo>
                  <a:pt x="1469735" y="1250815"/>
                </a:lnTo>
                <a:lnTo>
                  <a:pt x="1469692" y="1250583"/>
                </a:lnTo>
                <a:lnTo>
                  <a:pt x="1469655" y="1250348"/>
                </a:lnTo>
                <a:lnTo>
                  <a:pt x="1469625" y="1250109"/>
                </a:lnTo>
                <a:lnTo>
                  <a:pt x="1469602" y="1249867"/>
                </a:lnTo>
                <a:lnTo>
                  <a:pt x="1469585" y="1249622"/>
                </a:lnTo>
                <a:lnTo>
                  <a:pt x="1469575" y="1249373"/>
                </a:lnTo>
                <a:lnTo>
                  <a:pt x="1469572" y="1249121"/>
                </a:lnTo>
                <a:lnTo>
                  <a:pt x="1469604" y="1248180"/>
                </a:lnTo>
                <a:lnTo>
                  <a:pt x="1469701" y="1247279"/>
                </a:lnTo>
                <a:lnTo>
                  <a:pt x="1469862" y="1246419"/>
                </a:lnTo>
                <a:lnTo>
                  <a:pt x="1470088" y="1245598"/>
                </a:lnTo>
                <a:lnTo>
                  <a:pt x="1470378" y="1244817"/>
                </a:lnTo>
                <a:lnTo>
                  <a:pt x="1470733" y="1244076"/>
                </a:lnTo>
                <a:lnTo>
                  <a:pt x="1471152" y="1243375"/>
                </a:lnTo>
                <a:lnTo>
                  <a:pt x="1471636" y="1242715"/>
                </a:lnTo>
                <a:lnTo>
                  <a:pt x="1472185" y="1242094"/>
                </a:lnTo>
                <a:lnTo>
                  <a:pt x="1472797" y="1241513"/>
                </a:lnTo>
                <a:lnTo>
                  <a:pt x="1473475" y="1240973"/>
                </a:lnTo>
                <a:lnTo>
                  <a:pt x="1474217" y="1240472"/>
                </a:lnTo>
                <a:lnTo>
                  <a:pt x="1475023" y="1240012"/>
                </a:lnTo>
                <a:lnTo>
                  <a:pt x="1475894" y="1239591"/>
                </a:lnTo>
                <a:lnTo>
                  <a:pt x="1476829" y="1239211"/>
                </a:lnTo>
                <a:lnTo>
                  <a:pt x="1477829" y="1238871"/>
                </a:lnTo>
                <a:lnTo>
                  <a:pt x="1478894" y="1238570"/>
                </a:lnTo>
                <a:lnTo>
                  <a:pt x="1480023" y="1238310"/>
                </a:lnTo>
                <a:lnTo>
                  <a:pt x="1481216" y="1238090"/>
                </a:lnTo>
                <a:lnTo>
                  <a:pt x="1482474" y="1237910"/>
                </a:lnTo>
                <a:lnTo>
                  <a:pt x="1483797" y="1237770"/>
                </a:lnTo>
                <a:lnTo>
                  <a:pt x="1485184" y="1237669"/>
                </a:lnTo>
                <a:lnTo>
                  <a:pt x="1486635" y="1237609"/>
                </a:lnTo>
                <a:lnTo>
                  <a:pt x="1488151" y="1237589"/>
                </a:lnTo>
                <a:lnTo>
                  <a:pt x="1488590" y="1237591"/>
                </a:lnTo>
                <a:lnTo>
                  <a:pt x="1489026" y="1237597"/>
                </a:lnTo>
                <a:lnTo>
                  <a:pt x="1489458" y="1237607"/>
                </a:lnTo>
                <a:lnTo>
                  <a:pt x="1489887" y="1237620"/>
                </a:lnTo>
                <a:lnTo>
                  <a:pt x="1490312" y="1237638"/>
                </a:lnTo>
                <a:lnTo>
                  <a:pt x="1490734" y="1237659"/>
                </a:lnTo>
                <a:lnTo>
                  <a:pt x="1491153" y="1237685"/>
                </a:lnTo>
                <a:lnTo>
                  <a:pt x="1491568" y="1237714"/>
                </a:lnTo>
                <a:lnTo>
                  <a:pt x="1491981" y="1237747"/>
                </a:lnTo>
                <a:lnTo>
                  <a:pt x="1492389" y="1237784"/>
                </a:lnTo>
                <a:lnTo>
                  <a:pt x="1492795" y="1237825"/>
                </a:lnTo>
                <a:lnTo>
                  <a:pt x="1493197" y="1237870"/>
                </a:lnTo>
                <a:lnTo>
                  <a:pt x="1493596" y="1237918"/>
                </a:lnTo>
                <a:lnTo>
                  <a:pt x="1493991" y="1237971"/>
                </a:lnTo>
                <a:lnTo>
                  <a:pt x="1494383" y="1238027"/>
                </a:lnTo>
                <a:lnTo>
                  <a:pt x="1494772" y="1238088"/>
                </a:lnTo>
                <a:lnTo>
                  <a:pt x="1495157" y="1238152"/>
                </a:lnTo>
                <a:lnTo>
                  <a:pt x="1495539" y="1238220"/>
                </a:lnTo>
                <a:lnTo>
                  <a:pt x="1495918" y="1238292"/>
                </a:lnTo>
                <a:lnTo>
                  <a:pt x="1496293" y="1238368"/>
                </a:lnTo>
                <a:lnTo>
                  <a:pt x="1496665" y="1238448"/>
                </a:lnTo>
                <a:lnTo>
                  <a:pt x="1497034" y="1238531"/>
                </a:lnTo>
                <a:lnTo>
                  <a:pt x="1497400" y="1238619"/>
                </a:lnTo>
                <a:lnTo>
                  <a:pt x="1497762" y="1238710"/>
                </a:lnTo>
                <a:lnTo>
                  <a:pt x="1498132" y="1238794"/>
                </a:lnTo>
                <a:lnTo>
                  <a:pt x="1498496" y="1238885"/>
                </a:lnTo>
                <a:lnTo>
                  <a:pt x="1498853" y="1238983"/>
                </a:lnTo>
                <a:lnTo>
                  <a:pt x="1499203" y="1239089"/>
                </a:lnTo>
                <a:lnTo>
                  <a:pt x="1499547" y="1239201"/>
                </a:lnTo>
                <a:lnTo>
                  <a:pt x="1499884" y="1239321"/>
                </a:lnTo>
                <a:lnTo>
                  <a:pt x="1500214" y="1239448"/>
                </a:lnTo>
                <a:lnTo>
                  <a:pt x="1500538" y="1239582"/>
                </a:lnTo>
                <a:lnTo>
                  <a:pt x="1500855" y="1239724"/>
                </a:lnTo>
                <a:lnTo>
                  <a:pt x="1501165" y="1239873"/>
                </a:lnTo>
                <a:lnTo>
                  <a:pt x="1501469" y="1240029"/>
                </a:lnTo>
                <a:lnTo>
                  <a:pt x="1501766" y="1240192"/>
                </a:lnTo>
                <a:lnTo>
                  <a:pt x="1502056" y="1240362"/>
                </a:lnTo>
                <a:lnTo>
                  <a:pt x="1502340" y="1240540"/>
                </a:lnTo>
                <a:lnTo>
                  <a:pt x="1502617" y="1240725"/>
                </a:lnTo>
                <a:lnTo>
                  <a:pt x="1502887" y="1240917"/>
                </a:lnTo>
                <a:lnTo>
                  <a:pt x="1503151" y="1241117"/>
                </a:lnTo>
                <a:lnTo>
                  <a:pt x="1503408" y="1241323"/>
                </a:lnTo>
                <a:lnTo>
                  <a:pt x="1503658" y="1241537"/>
                </a:lnTo>
                <a:lnTo>
                  <a:pt x="1503902" y="1241758"/>
                </a:lnTo>
                <a:lnTo>
                  <a:pt x="1504138" y="1241986"/>
                </a:lnTo>
                <a:lnTo>
                  <a:pt x="1504369" y="1242222"/>
                </a:lnTo>
                <a:lnTo>
                  <a:pt x="1504592" y="1242465"/>
                </a:lnTo>
                <a:lnTo>
                  <a:pt x="1504809" y="1242715"/>
                </a:lnTo>
                <a:lnTo>
                  <a:pt x="1505031" y="1242960"/>
                </a:lnTo>
                <a:lnTo>
                  <a:pt x="1505244" y="1243215"/>
                </a:lnTo>
                <a:lnTo>
                  <a:pt x="1505447" y="1243480"/>
                </a:lnTo>
                <a:lnTo>
                  <a:pt x="1505641" y="1243756"/>
                </a:lnTo>
                <a:lnTo>
                  <a:pt x="1505825" y="1244041"/>
                </a:lnTo>
                <a:lnTo>
                  <a:pt x="1506000" y="1244336"/>
                </a:lnTo>
                <a:lnTo>
                  <a:pt x="1506166" y="1244642"/>
                </a:lnTo>
                <a:lnTo>
                  <a:pt x="1506322" y="1244957"/>
                </a:lnTo>
                <a:lnTo>
                  <a:pt x="1506468" y="1245282"/>
                </a:lnTo>
                <a:lnTo>
                  <a:pt x="1506605" y="1245618"/>
                </a:lnTo>
                <a:lnTo>
                  <a:pt x="1506733" y="1245963"/>
                </a:lnTo>
                <a:lnTo>
                  <a:pt x="1506851" y="1246318"/>
                </a:lnTo>
                <a:lnTo>
                  <a:pt x="1506960" y="1246684"/>
                </a:lnTo>
                <a:lnTo>
                  <a:pt x="1507059" y="1247059"/>
                </a:lnTo>
                <a:lnTo>
                  <a:pt x="1507149" y="1247445"/>
                </a:lnTo>
                <a:lnTo>
                  <a:pt x="1507229" y="1247840"/>
                </a:lnTo>
                <a:lnTo>
                  <a:pt x="1507300" y="1248246"/>
                </a:lnTo>
                <a:lnTo>
                  <a:pt x="1507362" y="1248661"/>
                </a:lnTo>
                <a:lnTo>
                  <a:pt x="1507414" y="1249086"/>
                </a:lnTo>
                <a:lnTo>
                  <a:pt x="1507456" y="1249522"/>
                </a:lnTo>
                <a:lnTo>
                  <a:pt x="1507489" y="1249967"/>
                </a:lnTo>
                <a:lnTo>
                  <a:pt x="1507513" y="1250423"/>
                </a:lnTo>
                <a:lnTo>
                  <a:pt x="1507527" y="1250888"/>
                </a:lnTo>
                <a:lnTo>
                  <a:pt x="1507532" y="1251364"/>
                </a:lnTo>
                <a:lnTo>
                  <a:pt x="1521467" y="1251364"/>
                </a:lnTo>
                <a:lnTo>
                  <a:pt x="1521493" y="1251271"/>
                </a:lnTo>
                <a:lnTo>
                  <a:pt x="1521518" y="1251180"/>
                </a:lnTo>
                <a:lnTo>
                  <a:pt x="1521542" y="1251091"/>
                </a:lnTo>
                <a:lnTo>
                  <a:pt x="1521564" y="1251003"/>
                </a:lnTo>
                <a:lnTo>
                  <a:pt x="1521586" y="1250917"/>
                </a:lnTo>
                <a:lnTo>
                  <a:pt x="1521607" y="1250833"/>
                </a:lnTo>
                <a:lnTo>
                  <a:pt x="1521626" y="1250751"/>
                </a:lnTo>
                <a:lnTo>
                  <a:pt x="1521645" y="1250670"/>
                </a:lnTo>
                <a:lnTo>
                  <a:pt x="1521662" y="1250590"/>
                </a:lnTo>
                <a:lnTo>
                  <a:pt x="1521678" y="1250513"/>
                </a:lnTo>
                <a:lnTo>
                  <a:pt x="1521693" y="1250437"/>
                </a:lnTo>
                <a:lnTo>
                  <a:pt x="1521707" y="1250363"/>
                </a:lnTo>
                <a:lnTo>
                  <a:pt x="1521720" y="1250290"/>
                </a:lnTo>
                <a:lnTo>
                  <a:pt x="1521731" y="1250219"/>
                </a:lnTo>
                <a:lnTo>
                  <a:pt x="1521742" y="1250150"/>
                </a:lnTo>
                <a:lnTo>
                  <a:pt x="1521751" y="1250082"/>
                </a:lnTo>
                <a:lnTo>
                  <a:pt x="1521760" y="1250017"/>
                </a:lnTo>
                <a:lnTo>
                  <a:pt x="1521767" y="1249952"/>
                </a:lnTo>
                <a:lnTo>
                  <a:pt x="1521773" y="1249890"/>
                </a:lnTo>
                <a:lnTo>
                  <a:pt x="1521778" y="1249829"/>
                </a:lnTo>
                <a:lnTo>
                  <a:pt x="1521782" y="1249770"/>
                </a:lnTo>
                <a:lnTo>
                  <a:pt x="1521785" y="1249712"/>
                </a:lnTo>
                <a:lnTo>
                  <a:pt x="1521787" y="1249656"/>
                </a:lnTo>
                <a:lnTo>
                  <a:pt x="1521787" y="1249602"/>
                </a:lnTo>
                <a:lnTo>
                  <a:pt x="1521787" y="1249549"/>
                </a:lnTo>
                <a:lnTo>
                  <a:pt x="1521787" y="1249496"/>
                </a:lnTo>
                <a:lnTo>
                  <a:pt x="1521787" y="1249444"/>
                </a:lnTo>
                <a:lnTo>
                  <a:pt x="1521787" y="1249393"/>
                </a:lnTo>
                <a:lnTo>
                  <a:pt x="1521787" y="1249342"/>
                </a:lnTo>
                <a:lnTo>
                  <a:pt x="1521787" y="1249292"/>
                </a:lnTo>
                <a:lnTo>
                  <a:pt x="1521787" y="1249242"/>
                </a:lnTo>
                <a:lnTo>
                  <a:pt x="1521787" y="1249193"/>
                </a:lnTo>
                <a:lnTo>
                  <a:pt x="1521787" y="1249144"/>
                </a:lnTo>
                <a:lnTo>
                  <a:pt x="1521787" y="1249096"/>
                </a:lnTo>
                <a:lnTo>
                  <a:pt x="1521787" y="1249048"/>
                </a:lnTo>
                <a:lnTo>
                  <a:pt x="1521787" y="1249001"/>
                </a:lnTo>
                <a:lnTo>
                  <a:pt x="1521787" y="1248955"/>
                </a:lnTo>
                <a:lnTo>
                  <a:pt x="1521787" y="1248909"/>
                </a:lnTo>
                <a:lnTo>
                  <a:pt x="1521787" y="1248864"/>
                </a:lnTo>
                <a:lnTo>
                  <a:pt x="1521787" y="1248819"/>
                </a:lnTo>
                <a:lnTo>
                  <a:pt x="1521787" y="1248775"/>
                </a:lnTo>
                <a:lnTo>
                  <a:pt x="1521787" y="1248731"/>
                </a:lnTo>
                <a:lnTo>
                  <a:pt x="1521787" y="1248688"/>
                </a:lnTo>
                <a:lnTo>
                  <a:pt x="1521787" y="1248645"/>
                </a:lnTo>
                <a:lnTo>
                  <a:pt x="1521787" y="1248603"/>
                </a:lnTo>
                <a:lnTo>
                  <a:pt x="1521787" y="1248562"/>
                </a:lnTo>
                <a:lnTo>
                  <a:pt x="1521787" y="1248521"/>
                </a:lnTo>
                <a:lnTo>
                  <a:pt x="1521787" y="1248481"/>
                </a:lnTo>
                <a:lnTo>
                  <a:pt x="1521780" y="1247910"/>
                </a:lnTo>
                <a:lnTo>
                  <a:pt x="1521757" y="1247347"/>
                </a:lnTo>
                <a:lnTo>
                  <a:pt x="1521719" y="1246792"/>
                </a:lnTo>
                <a:lnTo>
                  <a:pt x="1521667" y="1246243"/>
                </a:lnTo>
                <a:lnTo>
                  <a:pt x="1521599" y="1245701"/>
                </a:lnTo>
                <a:lnTo>
                  <a:pt x="1521517" y="1245167"/>
                </a:lnTo>
                <a:lnTo>
                  <a:pt x="1521419" y="1244640"/>
                </a:lnTo>
                <a:lnTo>
                  <a:pt x="1521307" y="1244121"/>
                </a:lnTo>
                <a:lnTo>
                  <a:pt x="1521179" y="1243608"/>
                </a:lnTo>
                <a:lnTo>
                  <a:pt x="1521036" y="1243103"/>
                </a:lnTo>
                <a:lnTo>
                  <a:pt x="1520879" y="1242605"/>
                </a:lnTo>
                <a:lnTo>
                  <a:pt x="1520706" y="1242114"/>
                </a:lnTo>
                <a:lnTo>
                  <a:pt x="1520518" y="1241630"/>
                </a:lnTo>
                <a:lnTo>
                  <a:pt x="1520316" y="1241154"/>
                </a:lnTo>
                <a:lnTo>
                  <a:pt x="1520098" y="1240685"/>
                </a:lnTo>
                <a:lnTo>
                  <a:pt x="1519865" y="1240223"/>
                </a:lnTo>
                <a:lnTo>
                  <a:pt x="1519617" y="1239768"/>
                </a:lnTo>
                <a:lnTo>
                  <a:pt x="1519354" y="1239321"/>
                </a:lnTo>
                <a:lnTo>
                  <a:pt x="1519077" y="1238881"/>
                </a:lnTo>
                <a:lnTo>
                  <a:pt x="1518784" y="1238448"/>
                </a:lnTo>
                <a:lnTo>
                  <a:pt x="1518476" y="1238022"/>
                </a:lnTo>
                <a:lnTo>
                  <a:pt x="1518153" y="1237604"/>
                </a:lnTo>
                <a:lnTo>
                  <a:pt x="1517815" y="1237192"/>
                </a:lnTo>
                <a:lnTo>
                  <a:pt x="1517462" y="1236788"/>
                </a:lnTo>
                <a:lnTo>
                  <a:pt x="1517097" y="1236379"/>
                </a:lnTo>
                <a:lnTo>
                  <a:pt x="1516721" y="1235976"/>
                </a:lnTo>
                <a:lnTo>
                  <a:pt x="1516334" y="1235582"/>
                </a:lnTo>
                <a:lnTo>
                  <a:pt x="1515936" y="1235196"/>
                </a:lnTo>
                <a:lnTo>
                  <a:pt x="1515529" y="1234817"/>
                </a:lnTo>
                <a:lnTo>
                  <a:pt x="1515110" y="1234446"/>
                </a:lnTo>
                <a:lnTo>
                  <a:pt x="1514681" y="1234083"/>
                </a:lnTo>
                <a:lnTo>
                  <a:pt x="1514241" y="1233727"/>
                </a:lnTo>
                <a:lnTo>
                  <a:pt x="1513791" y="1233380"/>
                </a:lnTo>
                <a:lnTo>
                  <a:pt x="1513330" y="1233040"/>
                </a:lnTo>
                <a:lnTo>
                  <a:pt x="1512859" y="1232708"/>
                </a:lnTo>
                <a:lnTo>
                  <a:pt x="1512377" y="1232384"/>
                </a:lnTo>
                <a:lnTo>
                  <a:pt x="1511885" y="1232067"/>
                </a:lnTo>
                <a:lnTo>
                  <a:pt x="1511382" y="1231759"/>
                </a:lnTo>
                <a:lnTo>
                  <a:pt x="1510868" y="1231458"/>
                </a:lnTo>
                <a:lnTo>
                  <a:pt x="1510344" y="1231165"/>
                </a:lnTo>
                <a:lnTo>
                  <a:pt x="1509809" y="1230879"/>
                </a:lnTo>
                <a:lnTo>
                  <a:pt x="1509264" y="1230602"/>
                </a:lnTo>
                <a:lnTo>
                  <a:pt x="1508708" y="1230332"/>
                </a:lnTo>
                <a:lnTo>
                  <a:pt x="1508142" y="1230070"/>
                </a:lnTo>
                <a:lnTo>
                  <a:pt x="1507565" y="1229816"/>
                </a:lnTo>
                <a:lnTo>
                  <a:pt x="1506977" y="1229570"/>
                </a:lnTo>
                <a:lnTo>
                  <a:pt x="1506379" y="1229331"/>
                </a:lnTo>
                <a:lnTo>
                  <a:pt x="1505770" y="1229100"/>
                </a:lnTo>
                <a:lnTo>
                  <a:pt x="1505166" y="1228878"/>
                </a:lnTo>
                <a:lnTo>
                  <a:pt x="1504556" y="1228665"/>
                </a:lnTo>
                <a:lnTo>
                  <a:pt x="1503938" y="1228462"/>
                </a:lnTo>
                <a:lnTo>
                  <a:pt x="1503314" y="1228268"/>
                </a:lnTo>
                <a:lnTo>
                  <a:pt x="1502684" y="1228084"/>
                </a:lnTo>
                <a:lnTo>
                  <a:pt x="1502046" y="1227909"/>
                </a:lnTo>
                <a:lnTo>
                  <a:pt x="1501402" y="1227744"/>
                </a:lnTo>
                <a:lnTo>
                  <a:pt x="1500752" y="1227588"/>
                </a:lnTo>
                <a:lnTo>
                  <a:pt x="1500094" y="1227441"/>
                </a:lnTo>
                <a:lnTo>
                  <a:pt x="1499430" y="1227304"/>
                </a:lnTo>
                <a:lnTo>
                  <a:pt x="1498759" y="1227176"/>
                </a:lnTo>
                <a:lnTo>
                  <a:pt x="1498082" y="1227058"/>
                </a:lnTo>
                <a:lnTo>
                  <a:pt x="1497398" y="1226949"/>
                </a:lnTo>
                <a:lnTo>
                  <a:pt x="1496707" y="1226850"/>
                </a:lnTo>
                <a:lnTo>
                  <a:pt x="1496010" y="1226760"/>
                </a:lnTo>
                <a:lnTo>
                  <a:pt x="1495306" y="1226680"/>
                </a:lnTo>
                <a:lnTo>
                  <a:pt x="1494595" y="1226609"/>
                </a:lnTo>
                <a:lnTo>
                  <a:pt x="1493878" y="1226548"/>
                </a:lnTo>
                <a:lnTo>
                  <a:pt x="1493154" y="1226496"/>
                </a:lnTo>
                <a:lnTo>
                  <a:pt x="1492423" y="1226453"/>
                </a:lnTo>
                <a:lnTo>
                  <a:pt x="1491685" y="1226420"/>
                </a:lnTo>
                <a:lnTo>
                  <a:pt x="1490941" y="1226396"/>
                </a:lnTo>
                <a:lnTo>
                  <a:pt x="1490190" y="1226382"/>
                </a:lnTo>
                <a:lnTo>
                  <a:pt x="1489433" y="1226377"/>
                </a:lnTo>
                <a:lnTo>
                  <a:pt x="1488570" y="1226382"/>
                </a:lnTo>
                <a:lnTo>
                  <a:pt x="1487716" y="1226396"/>
                </a:lnTo>
                <a:lnTo>
                  <a:pt x="1486870" y="1226420"/>
                </a:lnTo>
                <a:lnTo>
                  <a:pt x="1486034" y="1226453"/>
                </a:lnTo>
                <a:lnTo>
                  <a:pt x="1485206" y="1226496"/>
                </a:lnTo>
                <a:lnTo>
                  <a:pt x="1484388" y="1226548"/>
                </a:lnTo>
                <a:lnTo>
                  <a:pt x="1483578" y="1226609"/>
                </a:lnTo>
                <a:lnTo>
                  <a:pt x="1482777" y="1226680"/>
                </a:lnTo>
                <a:lnTo>
                  <a:pt x="1481985" y="1226760"/>
                </a:lnTo>
                <a:lnTo>
                  <a:pt x="1481202" y="1226850"/>
                </a:lnTo>
                <a:lnTo>
                  <a:pt x="1480428" y="1226949"/>
                </a:lnTo>
                <a:lnTo>
                  <a:pt x="1479663" y="1227058"/>
                </a:lnTo>
                <a:lnTo>
                  <a:pt x="1478906" y="1227176"/>
                </a:lnTo>
                <a:lnTo>
                  <a:pt x="1478159" y="1227304"/>
                </a:lnTo>
                <a:lnTo>
                  <a:pt x="1477420" y="1227441"/>
                </a:lnTo>
                <a:lnTo>
                  <a:pt x="1476691" y="1227588"/>
                </a:lnTo>
                <a:lnTo>
                  <a:pt x="1475970" y="1227744"/>
                </a:lnTo>
                <a:lnTo>
                  <a:pt x="1475258" y="1227909"/>
                </a:lnTo>
                <a:lnTo>
                  <a:pt x="1474555" y="1228084"/>
                </a:lnTo>
                <a:lnTo>
                  <a:pt x="1473861" y="1228268"/>
                </a:lnTo>
                <a:lnTo>
                  <a:pt x="1473176" y="1228462"/>
                </a:lnTo>
                <a:lnTo>
                  <a:pt x="1472500" y="1228665"/>
                </a:lnTo>
                <a:lnTo>
                  <a:pt x="1471832" y="1228878"/>
                </a:lnTo>
                <a:lnTo>
                  <a:pt x="1471174" y="1229100"/>
                </a:lnTo>
                <a:lnTo>
                  <a:pt x="1470539" y="1229332"/>
                </a:lnTo>
                <a:lnTo>
                  <a:pt x="1469916" y="1229572"/>
                </a:lnTo>
                <a:lnTo>
                  <a:pt x="1469304" y="1229821"/>
                </a:lnTo>
                <a:lnTo>
                  <a:pt x="1468704" y="1230079"/>
                </a:lnTo>
                <a:lnTo>
                  <a:pt x="1468116" y="1230346"/>
                </a:lnTo>
                <a:lnTo>
                  <a:pt x="1467540" y="1230622"/>
                </a:lnTo>
                <a:lnTo>
                  <a:pt x="1466975" y="1230907"/>
                </a:lnTo>
                <a:lnTo>
                  <a:pt x="1466422" y="1231200"/>
                </a:lnTo>
                <a:lnTo>
                  <a:pt x="1465881" y="1231503"/>
                </a:lnTo>
                <a:lnTo>
                  <a:pt x="1465351" y="1231814"/>
                </a:lnTo>
                <a:lnTo>
                  <a:pt x="1464833" y="1232135"/>
                </a:lnTo>
                <a:lnTo>
                  <a:pt x="1464326" y="1232464"/>
                </a:lnTo>
                <a:lnTo>
                  <a:pt x="1463832" y="1232802"/>
                </a:lnTo>
                <a:lnTo>
                  <a:pt x="1463349" y="1233149"/>
                </a:lnTo>
                <a:lnTo>
                  <a:pt x="1462877" y="1233505"/>
                </a:lnTo>
                <a:lnTo>
                  <a:pt x="1462418" y="1233870"/>
                </a:lnTo>
                <a:lnTo>
                  <a:pt x="1461970" y="1234244"/>
                </a:lnTo>
                <a:lnTo>
                  <a:pt x="1461534" y="1234626"/>
                </a:lnTo>
                <a:lnTo>
                  <a:pt x="1461109" y="1235018"/>
                </a:lnTo>
                <a:lnTo>
                  <a:pt x="1460696" y="1235418"/>
                </a:lnTo>
                <a:lnTo>
                  <a:pt x="1460295" y="1235827"/>
                </a:lnTo>
                <a:lnTo>
                  <a:pt x="1459905" y="1236246"/>
                </a:lnTo>
                <a:lnTo>
                  <a:pt x="1459527" y="1236673"/>
                </a:lnTo>
                <a:lnTo>
                  <a:pt x="1459161" y="1237109"/>
                </a:lnTo>
                <a:lnTo>
                  <a:pt x="1458808" y="1237554"/>
                </a:lnTo>
                <a:lnTo>
                  <a:pt x="1458470" y="1238009"/>
                </a:lnTo>
                <a:lnTo>
                  <a:pt x="1458147" y="1238473"/>
                </a:lnTo>
                <a:lnTo>
                  <a:pt x="1457840" y="1238946"/>
                </a:lnTo>
                <a:lnTo>
                  <a:pt x="1457547" y="1239429"/>
                </a:lnTo>
                <a:lnTo>
                  <a:pt x="1457269" y="1239922"/>
                </a:lnTo>
                <a:lnTo>
                  <a:pt x="1457006" y="1240424"/>
                </a:lnTo>
                <a:lnTo>
                  <a:pt x="1456758" y="1240935"/>
                </a:lnTo>
                <a:lnTo>
                  <a:pt x="1456526" y="1241456"/>
                </a:lnTo>
                <a:lnTo>
                  <a:pt x="1456308" y="1241986"/>
                </a:lnTo>
                <a:lnTo>
                  <a:pt x="1456105" y="1242526"/>
                </a:lnTo>
                <a:lnTo>
                  <a:pt x="1455918" y="1243075"/>
                </a:lnTo>
                <a:lnTo>
                  <a:pt x="1455745" y="1243634"/>
                </a:lnTo>
                <a:lnTo>
                  <a:pt x="1455587" y="1244202"/>
                </a:lnTo>
                <a:lnTo>
                  <a:pt x="1455445" y="1244779"/>
                </a:lnTo>
                <a:lnTo>
                  <a:pt x="1455317" y="1245366"/>
                </a:lnTo>
                <a:lnTo>
                  <a:pt x="1455204" y="1245963"/>
                </a:lnTo>
                <a:lnTo>
                  <a:pt x="1455107" y="1246569"/>
                </a:lnTo>
                <a:lnTo>
                  <a:pt x="1455024" y="1247184"/>
                </a:lnTo>
                <a:lnTo>
                  <a:pt x="1454957" y="1247809"/>
                </a:lnTo>
                <a:lnTo>
                  <a:pt x="1454904" y="1248443"/>
                </a:lnTo>
                <a:lnTo>
                  <a:pt x="1454867" y="1249087"/>
                </a:lnTo>
                <a:lnTo>
                  <a:pt x="1454844" y="1249740"/>
                </a:lnTo>
                <a:lnTo>
                  <a:pt x="1454836" y="1250403"/>
                </a:lnTo>
                <a:lnTo>
                  <a:pt x="1454841" y="1250973"/>
                </a:lnTo>
                <a:lnTo>
                  <a:pt x="1454856" y="1251535"/>
                </a:lnTo>
                <a:lnTo>
                  <a:pt x="1454882" y="1252090"/>
                </a:lnTo>
                <a:lnTo>
                  <a:pt x="1454917" y="1252636"/>
                </a:lnTo>
                <a:lnTo>
                  <a:pt x="1454962" y="1253175"/>
                </a:lnTo>
                <a:lnTo>
                  <a:pt x="1455017" y="1253706"/>
                </a:lnTo>
                <a:lnTo>
                  <a:pt x="1455082" y="1254230"/>
                </a:lnTo>
                <a:lnTo>
                  <a:pt x="1455157" y="1254745"/>
                </a:lnTo>
                <a:lnTo>
                  <a:pt x="1455242" y="1255253"/>
                </a:lnTo>
                <a:lnTo>
                  <a:pt x="1455337" y="1255753"/>
                </a:lnTo>
                <a:lnTo>
                  <a:pt x="1455442" y="1256245"/>
                </a:lnTo>
                <a:lnTo>
                  <a:pt x="1455557" y="1256729"/>
                </a:lnTo>
                <a:lnTo>
                  <a:pt x="1455682" y="1257206"/>
                </a:lnTo>
                <a:lnTo>
                  <a:pt x="1455817" y="1257675"/>
                </a:lnTo>
                <a:lnTo>
                  <a:pt x="1455963" y="1258136"/>
                </a:lnTo>
                <a:lnTo>
                  <a:pt x="1456118" y="1258589"/>
                </a:lnTo>
                <a:lnTo>
                  <a:pt x="1456283" y="1259035"/>
                </a:lnTo>
                <a:lnTo>
                  <a:pt x="1456458" y="1259472"/>
                </a:lnTo>
                <a:lnTo>
                  <a:pt x="1456643" y="1259902"/>
                </a:lnTo>
                <a:lnTo>
                  <a:pt x="1456838" y="1260324"/>
                </a:lnTo>
                <a:lnTo>
                  <a:pt x="1457044" y="1260739"/>
                </a:lnTo>
                <a:lnTo>
                  <a:pt x="1457259" y="1261145"/>
                </a:lnTo>
                <a:lnTo>
                  <a:pt x="1457484" y="1261544"/>
                </a:lnTo>
                <a:lnTo>
                  <a:pt x="1457719" y="1261935"/>
                </a:lnTo>
                <a:lnTo>
                  <a:pt x="1457966" y="1262306"/>
                </a:lnTo>
                <a:lnTo>
                  <a:pt x="1458225" y="1262671"/>
                </a:lnTo>
                <a:lnTo>
                  <a:pt x="1458498" y="1263031"/>
                </a:lnTo>
                <a:lnTo>
                  <a:pt x="1458783" y="1263385"/>
                </a:lnTo>
                <a:lnTo>
                  <a:pt x="1459081" y="1263734"/>
                </a:lnTo>
                <a:lnTo>
                  <a:pt x="1459391" y="1264077"/>
                </a:lnTo>
                <a:lnTo>
                  <a:pt x="1459715" y="1264415"/>
                </a:lnTo>
                <a:lnTo>
                  <a:pt x="1460051" y="1264747"/>
                </a:lnTo>
                <a:lnTo>
                  <a:pt x="1460400" y="1265073"/>
                </a:lnTo>
                <a:lnTo>
                  <a:pt x="1460762" y="1265394"/>
                </a:lnTo>
                <a:lnTo>
                  <a:pt x="1461136" y="1265709"/>
                </a:lnTo>
                <a:lnTo>
                  <a:pt x="1461523" y="1266019"/>
                </a:lnTo>
                <a:lnTo>
                  <a:pt x="1461924" y="1266323"/>
                </a:lnTo>
                <a:lnTo>
                  <a:pt x="1462337" y="1266622"/>
                </a:lnTo>
                <a:lnTo>
                  <a:pt x="1462762" y="1266915"/>
                </a:lnTo>
                <a:lnTo>
                  <a:pt x="1463201" y="1267203"/>
                </a:lnTo>
                <a:lnTo>
                  <a:pt x="1463652" y="1267485"/>
                </a:lnTo>
                <a:lnTo>
                  <a:pt x="1464116" y="1267761"/>
                </a:lnTo>
                <a:lnTo>
                  <a:pt x="1464593" y="1268032"/>
                </a:lnTo>
                <a:lnTo>
                  <a:pt x="1465083" y="1268297"/>
                </a:lnTo>
                <a:lnTo>
                  <a:pt x="1465585" y="1268557"/>
                </a:lnTo>
                <a:lnTo>
                  <a:pt x="1466101" y="1268811"/>
                </a:lnTo>
                <a:lnTo>
                  <a:pt x="1466629" y="1269060"/>
                </a:lnTo>
                <a:lnTo>
                  <a:pt x="1467169" y="1269303"/>
                </a:lnTo>
                <a:lnTo>
                  <a:pt x="1467724" y="1269528"/>
                </a:lnTo>
                <a:lnTo>
                  <a:pt x="1468293" y="1269751"/>
                </a:lnTo>
                <a:lnTo>
                  <a:pt x="1468876" y="1269971"/>
                </a:lnTo>
                <a:lnTo>
                  <a:pt x="1469474" y="1270188"/>
                </a:lnTo>
                <a:lnTo>
                  <a:pt x="1470086" y="1270402"/>
                </a:lnTo>
                <a:lnTo>
                  <a:pt x="1470713" y="1270614"/>
                </a:lnTo>
                <a:lnTo>
                  <a:pt x="1471354" y="1270823"/>
                </a:lnTo>
                <a:lnTo>
                  <a:pt x="1472010" y="1271029"/>
                </a:lnTo>
                <a:lnTo>
                  <a:pt x="1472680" y="1271232"/>
                </a:lnTo>
                <a:lnTo>
                  <a:pt x="1473365" y="1271433"/>
                </a:lnTo>
                <a:lnTo>
                  <a:pt x="1474064" y="1271630"/>
                </a:lnTo>
                <a:lnTo>
                  <a:pt x="1474777" y="1271825"/>
                </a:lnTo>
                <a:lnTo>
                  <a:pt x="1475505" y="1272018"/>
                </a:lnTo>
                <a:lnTo>
                  <a:pt x="1476248" y="1272207"/>
                </a:lnTo>
                <a:lnTo>
                  <a:pt x="1477005" y="1272393"/>
                </a:lnTo>
                <a:lnTo>
                  <a:pt x="1477776" y="1272577"/>
                </a:lnTo>
                <a:lnTo>
                  <a:pt x="1478562" y="1272758"/>
                </a:lnTo>
                <a:lnTo>
                  <a:pt x="1479362" y="1272937"/>
                </a:lnTo>
                <a:lnTo>
                  <a:pt x="1480177" y="1273112"/>
                </a:lnTo>
                <a:lnTo>
                  <a:pt x="1481006" y="1273285"/>
                </a:lnTo>
                <a:lnTo>
                  <a:pt x="1481850" y="1273455"/>
                </a:lnTo>
                <a:lnTo>
                  <a:pt x="1482708" y="1273622"/>
                </a:lnTo>
                <a:lnTo>
                  <a:pt x="1483581" y="1273786"/>
                </a:lnTo>
                <a:lnTo>
                  <a:pt x="1484468" y="1273948"/>
                </a:lnTo>
                <a:lnTo>
                  <a:pt x="1485300" y="1274081"/>
                </a:lnTo>
                <a:lnTo>
                  <a:pt x="1486116" y="1274216"/>
                </a:lnTo>
                <a:lnTo>
                  <a:pt x="1486915" y="1274351"/>
                </a:lnTo>
                <a:lnTo>
                  <a:pt x="1487698" y="1274486"/>
                </a:lnTo>
                <a:lnTo>
                  <a:pt x="1488464" y="1274622"/>
                </a:lnTo>
                <a:lnTo>
                  <a:pt x="1489213" y="1274758"/>
                </a:lnTo>
                <a:lnTo>
                  <a:pt x="1489945" y="1274896"/>
                </a:lnTo>
                <a:lnTo>
                  <a:pt x="1490661" y="1275033"/>
                </a:lnTo>
                <a:lnTo>
                  <a:pt x="1491360" y="1275171"/>
                </a:lnTo>
                <a:lnTo>
                  <a:pt x="1492042" y="1275310"/>
                </a:lnTo>
                <a:lnTo>
                  <a:pt x="1492708" y="1275449"/>
                </a:lnTo>
                <a:lnTo>
                  <a:pt x="1493357" y="1275589"/>
                </a:lnTo>
                <a:lnTo>
                  <a:pt x="1493989" y="1275730"/>
                </a:lnTo>
                <a:lnTo>
                  <a:pt x="1494605" y="1275871"/>
                </a:lnTo>
                <a:lnTo>
                  <a:pt x="1495204" y="1276012"/>
                </a:lnTo>
                <a:lnTo>
                  <a:pt x="1495786" y="1276154"/>
                </a:lnTo>
                <a:lnTo>
                  <a:pt x="1496352" y="1276297"/>
                </a:lnTo>
                <a:lnTo>
                  <a:pt x="1496901" y="1276440"/>
                </a:lnTo>
                <a:lnTo>
                  <a:pt x="1497433" y="1276584"/>
                </a:lnTo>
                <a:lnTo>
                  <a:pt x="1497949" y="1276728"/>
                </a:lnTo>
                <a:lnTo>
                  <a:pt x="1498447" y="1276873"/>
                </a:lnTo>
                <a:lnTo>
                  <a:pt x="1498930" y="1277019"/>
                </a:lnTo>
                <a:lnTo>
                  <a:pt x="1499395" y="1277165"/>
                </a:lnTo>
                <a:lnTo>
                  <a:pt x="1499844" y="1277311"/>
                </a:lnTo>
                <a:lnTo>
                  <a:pt x="1500292" y="1277459"/>
                </a:lnTo>
                <a:lnTo>
                  <a:pt x="1500728" y="1277609"/>
                </a:lnTo>
                <a:lnTo>
                  <a:pt x="1501153" y="1277762"/>
                </a:lnTo>
                <a:lnTo>
                  <a:pt x="1501566" y="1277916"/>
                </a:lnTo>
                <a:lnTo>
                  <a:pt x="1501967" y="1278073"/>
                </a:lnTo>
                <a:lnTo>
                  <a:pt x="1502357" y="1278232"/>
                </a:lnTo>
                <a:lnTo>
                  <a:pt x="1502734" y="1278393"/>
                </a:lnTo>
                <a:lnTo>
                  <a:pt x="1503101" y="1278557"/>
                </a:lnTo>
                <a:lnTo>
                  <a:pt x="1503455" y="1278723"/>
                </a:lnTo>
                <a:lnTo>
                  <a:pt x="1503798" y="1278891"/>
                </a:lnTo>
                <a:lnTo>
                  <a:pt x="1504129" y="1279061"/>
                </a:lnTo>
                <a:lnTo>
                  <a:pt x="1504449" y="1279233"/>
                </a:lnTo>
                <a:lnTo>
                  <a:pt x="1504757" y="1279408"/>
                </a:lnTo>
                <a:lnTo>
                  <a:pt x="1505053" y="1279585"/>
                </a:lnTo>
                <a:lnTo>
                  <a:pt x="1505337" y="1279764"/>
                </a:lnTo>
                <a:lnTo>
                  <a:pt x="1505610" y="1279945"/>
                </a:lnTo>
                <a:lnTo>
                  <a:pt x="1505871" y="1280129"/>
                </a:lnTo>
                <a:lnTo>
                  <a:pt x="1506121" y="1280314"/>
                </a:lnTo>
                <a:lnTo>
                  <a:pt x="1506358" y="1280502"/>
                </a:lnTo>
                <a:lnTo>
                  <a:pt x="1506584" y="1280693"/>
                </a:lnTo>
                <a:lnTo>
                  <a:pt x="1506799" y="1280885"/>
                </a:lnTo>
                <a:lnTo>
                  <a:pt x="1507001" y="1281080"/>
                </a:lnTo>
                <a:lnTo>
                  <a:pt x="1507192" y="1281276"/>
                </a:lnTo>
                <a:lnTo>
                  <a:pt x="1507372" y="1281476"/>
                </a:lnTo>
                <a:lnTo>
                  <a:pt x="1507542" y="1281678"/>
                </a:lnTo>
                <a:lnTo>
                  <a:pt x="1507704" y="1281885"/>
                </a:lnTo>
                <a:lnTo>
                  <a:pt x="1507860" y="1282096"/>
                </a:lnTo>
                <a:lnTo>
                  <a:pt x="1508008" y="1282312"/>
                </a:lnTo>
                <a:lnTo>
                  <a:pt x="1508149" y="1282532"/>
                </a:lnTo>
                <a:lnTo>
                  <a:pt x="1508283" y="1282757"/>
                </a:lnTo>
                <a:lnTo>
                  <a:pt x="1508409" y="1282986"/>
                </a:lnTo>
                <a:lnTo>
                  <a:pt x="1508529" y="1283220"/>
                </a:lnTo>
                <a:lnTo>
                  <a:pt x="1508641" y="1283458"/>
                </a:lnTo>
                <a:lnTo>
                  <a:pt x="1508746" y="1283700"/>
                </a:lnTo>
                <a:lnTo>
                  <a:pt x="1508843" y="1283947"/>
                </a:lnTo>
                <a:lnTo>
                  <a:pt x="1508934" y="1284198"/>
                </a:lnTo>
                <a:lnTo>
                  <a:pt x="1509017" y="1284454"/>
                </a:lnTo>
                <a:lnTo>
                  <a:pt x="1509093" y="1284715"/>
                </a:lnTo>
                <a:lnTo>
                  <a:pt x="1509161" y="1284979"/>
                </a:lnTo>
                <a:lnTo>
                  <a:pt x="1509223" y="1285248"/>
                </a:lnTo>
                <a:lnTo>
                  <a:pt x="1509277" y="1285522"/>
                </a:lnTo>
                <a:lnTo>
                  <a:pt x="1509324" y="1285800"/>
                </a:lnTo>
                <a:lnTo>
                  <a:pt x="1509364" y="1286083"/>
                </a:lnTo>
                <a:lnTo>
                  <a:pt x="1509396" y="1286370"/>
                </a:lnTo>
                <a:lnTo>
                  <a:pt x="1509422" y="1286661"/>
                </a:lnTo>
                <a:lnTo>
                  <a:pt x="1509440" y="1286957"/>
                </a:lnTo>
                <a:lnTo>
                  <a:pt x="1509450" y="1287257"/>
                </a:lnTo>
                <a:lnTo>
                  <a:pt x="1509454" y="1287562"/>
                </a:lnTo>
                <a:lnTo>
                  <a:pt x="1509445" y="1288026"/>
                </a:lnTo>
                <a:lnTo>
                  <a:pt x="1509418" y="1288482"/>
                </a:lnTo>
                <a:lnTo>
                  <a:pt x="1509374" y="1288931"/>
                </a:lnTo>
                <a:lnTo>
                  <a:pt x="1509312" y="1289373"/>
                </a:lnTo>
                <a:lnTo>
                  <a:pt x="1509232" y="1289807"/>
                </a:lnTo>
                <a:lnTo>
                  <a:pt x="1509134" y="1290235"/>
                </a:lnTo>
                <a:lnTo>
                  <a:pt x="1509018" y="1290655"/>
                </a:lnTo>
                <a:lnTo>
                  <a:pt x="1508885" y="1291068"/>
                </a:lnTo>
                <a:lnTo>
                  <a:pt x="1508733" y="1291474"/>
                </a:lnTo>
                <a:lnTo>
                  <a:pt x="1508564" y="1291872"/>
                </a:lnTo>
                <a:lnTo>
                  <a:pt x="1508377" y="1292263"/>
                </a:lnTo>
                <a:lnTo>
                  <a:pt x="1508173" y="1292647"/>
                </a:lnTo>
                <a:lnTo>
                  <a:pt x="1507950" y="1293024"/>
                </a:lnTo>
                <a:lnTo>
                  <a:pt x="1507710" y="1293394"/>
                </a:lnTo>
                <a:lnTo>
                  <a:pt x="1507452" y="1293756"/>
                </a:lnTo>
                <a:lnTo>
                  <a:pt x="1507176" y="1294111"/>
                </a:lnTo>
                <a:lnTo>
                  <a:pt x="1506882" y="1294459"/>
                </a:lnTo>
                <a:lnTo>
                  <a:pt x="1506571" y="1294800"/>
                </a:lnTo>
                <a:lnTo>
                  <a:pt x="1506242" y="1295133"/>
                </a:lnTo>
                <a:lnTo>
                  <a:pt x="1505895" y="1295459"/>
                </a:lnTo>
                <a:lnTo>
                  <a:pt x="1505530" y="1295778"/>
                </a:lnTo>
                <a:lnTo>
                  <a:pt x="1505147" y="1296090"/>
                </a:lnTo>
                <a:lnTo>
                  <a:pt x="1504747" y="1296394"/>
                </a:lnTo>
                <a:lnTo>
                  <a:pt x="1504329" y="1296692"/>
                </a:lnTo>
                <a:lnTo>
                  <a:pt x="1503907" y="1296966"/>
                </a:lnTo>
                <a:lnTo>
                  <a:pt x="1503468" y="1297229"/>
                </a:lnTo>
                <a:lnTo>
                  <a:pt x="1503012" y="1297480"/>
                </a:lnTo>
                <a:lnTo>
                  <a:pt x="1502540" y="1297719"/>
                </a:lnTo>
                <a:lnTo>
                  <a:pt x="1502051" y="1297947"/>
                </a:lnTo>
                <a:lnTo>
                  <a:pt x="1501546" y="1298163"/>
                </a:lnTo>
                <a:lnTo>
                  <a:pt x="1501023" y="1298368"/>
                </a:lnTo>
                <a:lnTo>
                  <a:pt x="1500485" y="1298560"/>
                </a:lnTo>
                <a:lnTo>
                  <a:pt x="1499929" y="1298741"/>
                </a:lnTo>
                <a:lnTo>
                  <a:pt x="1499357" y="1298911"/>
                </a:lnTo>
                <a:lnTo>
                  <a:pt x="1498768" y="1299068"/>
                </a:lnTo>
                <a:lnTo>
                  <a:pt x="1498162" y="1299214"/>
                </a:lnTo>
                <a:lnTo>
                  <a:pt x="1497540" y="1299349"/>
                </a:lnTo>
                <a:lnTo>
                  <a:pt x="1496901" y="1299471"/>
                </a:lnTo>
                <a:lnTo>
                  <a:pt x="1496245" y="1299582"/>
                </a:lnTo>
                <a:lnTo>
                  <a:pt x="1495573" y="1299681"/>
                </a:lnTo>
                <a:lnTo>
                  <a:pt x="1494884" y="1299769"/>
                </a:lnTo>
                <a:lnTo>
                  <a:pt x="1494178" y="1299845"/>
                </a:lnTo>
                <a:lnTo>
                  <a:pt x="1493455" y="1299909"/>
                </a:lnTo>
                <a:lnTo>
                  <a:pt x="1492716" y="1299962"/>
                </a:lnTo>
                <a:lnTo>
                  <a:pt x="1491960" y="1300003"/>
                </a:lnTo>
                <a:lnTo>
                  <a:pt x="1491188" y="1300032"/>
                </a:lnTo>
                <a:lnTo>
                  <a:pt x="1490399" y="1300049"/>
                </a:lnTo>
                <a:lnTo>
                  <a:pt x="1489593" y="1300055"/>
                </a:lnTo>
                <a:lnTo>
                  <a:pt x="1488694" y="1300049"/>
                </a:lnTo>
                <a:lnTo>
                  <a:pt x="1487812" y="1300030"/>
                </a:lnTo>
                <a:lnTo>
                  <a:pt x="1486948" y="1299998"/>
                </a:lnTo>
                <a:lnTo>
                  <a:pt x="1486100" y="1299953"/>
                </a:lnTo>
                <a:lnTo>
                  <a:pt x="1485270" y="1299895"/>
                </a:lnTo>
                <a:lnTo>
                  <a:pt x="1484458" y="1299825"/>
                </a:lnTo>
                <a:lnTo>
                  <a:pt x="1483662" y="1299742"/>
                </a:lnTo>
                <a:lnTo>
                  <a:pt x="1482884" y="1299646"/>
                </a:lnTo>
                <a:lnTo>
                  <a:pt x="1482123" y="1299537"/>
                </a:lnTo>
                <a:lnTo>
                  <a:pt x="1481379" y="1299416"/>
                </a:lnTo>
                <a:lnTo>
                  <a:pt x="1480652" y="1299281"/>
                </a:lnTo>
                <a:lnTo>
                  <a:pt x="1479943" y="1299134"/>
                </a:lnTo>
                <a:lnTo>
                  <a:pt x="1479251" y="1298974"/>
                </a:lnTo>
                <a:lnTo>
                  <a:pt x="1478576" y="1298802"/>
                </a:lnTo>
                <a:lnTo>
                  <a:pt x="1477918" y="1298616"/>
                </a:lnTo>
                <a:lnTo>
                  <a:pt x="1477278" y="1298418"/>
                </a:lnTo>
                <a:lnTo>
                  <a:pt x="1476655" y="1298207"/>
                </a:lnTo>
                <a:lnTo>
                  <a:pt x="1476049" y="1297983"/>
                </a:lnTo>
                <a:lnTo>
                  <a:pt x="1475460" y="1297746"/>
                </a:lnTo>
                <a:lnTo>
                  <a:pt x="1474889" y="1297497"/>
                </a:lnTo>
                <a:lnTo>
                  <a:pt x="1474334" y="1297235"/>
                </a:lnTo>
                <a:lnTo>
                  <a:pt x="1473797" y="1296960"/>
                </a:lnTo>
                <a:lnTo>
                  <a:pt x="1473278" y="1296672"/>
                </a:lnTo>
                <a:lnTo>
                  <a:pt x="1472775" y="1296371"/>
                </a:lnTo>
                <a:lnTo>
                  <a:pt x="1472305" y="1296046"/>
                </a:lnTo>
                <a:lnTo>
                  <a:pt x="1471854" y="1295711"/>
                </a:lnTo>
                <a:lnTo>
                  <a:pt x="1471424" y="1295365"/>
                </a:lnTo>
                <a:lnTo>
                  <a:pt x="1471013" y="1295010"/>
                </a:lnTo>
                <a:lnTo>
                  <a:pt x="1470623" y="1294644"/>
                </a:lnTo>
                <a:lnTo>
                  <a:pt x="1470253" y="1294269"/>
                </a:lnTo>
                <a:lnTo>
                  <a:pt x="1469902" y="1293884"/>
                </a:lnTo>
                <a:lnTo>
                  <a:pt x="1469572" y="1293488"/>
                </a:lnTo>
                <a:lnTo>
                  <a:pt x="1469262" y="1293083"/>
                </a:lnTo>
                <a:lnTo>
                  <a:pt x="1468971" y="1292667"/>
                </a:lnTo>
                <a:lnTo>
                  <a:pt x="1468701" y="1292242"/>
                </a:lnTo>
                <a:lnTo>
                  <a:pt x="1468451" y="1291806"/>
                </a:lnTo>
                <a:lnTo>
                  <a:pt x="1468221" y="1291361"/>
                </a:lnTo>
                <a:lnTo>
                  <a:pt x="1468010" y="1290906"/>
                </a:lnTo>
                <a:lnTo>
                  <a:pt x="1467820" y="1290440"/>
                </a:lnTo>
                <a:lnTo>
                  <a:pt x="1467650" y="1289965"/>
                </a:lnTo>
                <a:lnTo>
                  <a:pt x="1467500" y="1289479"/>
                </a:lnTo>
                <a:lnTo>
                  <a:pt x="1467370" y="1288983"/>
                </a:lnTo>
                <a:lnTo>
                  <a:pt x="1467260" y="1288478"/>
                </a:lnTo>
                <a:lnTo>
                  <a:pt x="1467169" y="1287962"/>
                </a:lnTo>
                <a:lnTo>
                  <a:pt x="1467099" y="1287437"/>
                </a:lnTo>
                <a:lnTo>
                  <a:pt x="1467049" y="1286901"/>
                </a:lnTo>
                <a:lnTo>
                  <a:pt x="1467019" y="1286356"/>
                </a:lnTo>
                <a:lnTo>
                  <a:pt x="1467009" y="1285800"/>
                </a:lnTo>
                <a:lnTo>
                  <a:pt x="1467009" y="1284198"/>
                </a:lnTo>
                <a:lnTo>
                  <a:pt x="1453235" y="1284198"/>
                </a:lnTo>
                <a:lnTo>
                  <a:pt x="1453222" y="1284292"/>
                </a:lnTo>
                <a:lnTo>
                  <a:pt x="1453209" y="1284384"/>
                </a:lnTo>
                <a:lnTo>
                  <a:pt x="1453197" y="1284476"/>
                </a:lnTo>
                <a:lnTo>
                  <a:pt x="1453186" y="1284568"/>
                </a:lnTo>
                <a:lnTo>
                  <a:pt x="1453175" y="1284659"/>
                </a:lnTo>
                <a:lnTo>
                  <a:pt x="1453165" y="1284749"/>
                </a:lnTo>
                <a:lnTo>
                  <a:pt x="1453155" y="1284839"/>
                </a:lnTo>
                <a:lnTo>
                  <a:pt x="1453146" y="1284928"/>
                </a:lnTo>
                <a:lnTo>
                  <a:pt x="1453137" y="1285017"/>
                </a:lnTo>
                <a:lnTo>
                  <a:pt x="1453129" y="1285105"/>
                </a:lnTo>
                <a:lnTo>
                  <a:pt x="1453122" y="1285193"/>
                </a:lnTo>
                <a:lnTo>
                  <a:pt x="1453115" y="1285280"/>
                </a:lnTo>
                <a:lnTo>
                  <a:pt x="1453108" y="1285366"/>
                </a:lnTo>
                <a:lnTo>
                  <a:pt x="1453102" y="1285452"/>
                </a:lnTo>
                <a:lnTo>
                  <a:pt x="1453097" y="1285537"/>
                </a:lnTo>
                <a:lnTo>
                  <a:pt x="1453092" y="1285622"/>
                </a:lnTo>
                <a:lnTo>
                  <a:pt x="1453088" y="1285706"/>
                </a:lnTo>
                <a:lnTo>
                  <a:pt x="1453085" y="1285790"/>
                </a:lnTo>
                <a:lnTo>
                  <a:pt x="1453082" y="1285873"/>
                </a:lnTo>
                <a:lnTo>
                  <a:pt x="1453079" y="1285956"/>
                </a:lnTo>
                <a:lnTo>
                  <a:pt x="1453077" y="1286038"/>
                </a:lnTo>
                <a:lnTo>
                  <a:pt x="1453076" y="1286119"/>
                </a:lnTo>
                <a:lnTo>
                  <a:pt x="1453075" y="1286200"/>
                </a:lnTo>
                <a:lnTo>
                  <a:pt x="1453075" y="1286281"/>
                </a:lnTo>
                <a:lnTo>
                  <a:pt x="1453075" y="1286360"/>
                </a:lnTo>
                <a:lnTo>
                  <a:pt x="1453075" y="1286438"/>
                </a:lnTo>
                <a:lnTo>
                  <a:pt x="1453075" y="1286513"/>
                </a:lnTo>
                <a:lnTo>
                  <a:pt x="1453075" y="1286588"/>
                </a:lnTo>
                <a:lnTo>
                  <a:pt x="1453075" y="1286660"/>
                </a:lnTo>
                <a:lnTo>
                  <a:pt x="1453075" y="1286731"/>
                </a:lnTo>
                <a:lnTo>
                  <a:pt x="1453075" y="1286800"/>
                </a:lnTo>
                <a:lnTo>
                  <a:pt x="1453075" y="1286868"/>
                </a:lnTo>
                <a:lnTo>
                  <a:pt x="1453075" y="1286934"/>
                </a:lnTo>
                <a:lnTo>
                  <a:pt x="1453075" y="1286998"/>
                </a:lnTo>
                <a:lnTo>
                  <a:pt x="1453075" y="1287061"/>
                </a:lnTo>
                <a:lnTo>
                  <a:pt x="1453075" y="1287122"/>
                </a:lnTo>
                <a:lnTo>
                  <a:pt x="1453075" y="1287181"/>
                </a:lnTo>
                <a:lnTo>
                  <a:pt x="1453075" y="1287238"/>
                </a:lnTo>
                <a:lnTo>
                  <a:pt x="1453075" y="1287294"/>
                </a:lnTo>
                <a:lnTo>
                  <a:pt x="1453075" y="1287349"/>
                </a:lnTo>
                <a:lnTo>
                  <a:pt x="1453075" y="1287401"/>
                </a:lnTo>
                <a:lnTo>
                  <a:pt x="1453075" y="1287452"/>
                </a:lnTo>
                <a:lnTo>
                  <a:pt x="1453075" y="1287501"/>
                </a:lnTo>
                <a:lnTo>
                  <a:pt x="1453075" y="1287549"/>
                </a:lnTo>
                <a:lnTo>
                  <a:pt x="1453075" y="1287595"/>
                </a:lnTo>
                <a:lnTo>
                  <a:pt x="1453075" y="1287639"/>
                </a:lnTo>
                <a:lnTo>
                  <a:pt x="1453075" y="1287681"/>
                </a:lnTo>
                <a:lnTo>
                  <a:pt x="1453075" y="1287722"/>
                </a:lnTo>
                <a:lnTo>
                  <a:pt x="1453082" y="1288333"/>
                </a:lnTo>
                <a:lnTo>
                  <a:pt x="1453105" y="1288937"/>
                </a:lnTo>
                <a:lnTo>
                  <a:pt x="1453142" y="1289534"/>
                </a:lnTo>
                <a:lnTo>
                  <a:pt x="1453195" y="1290125"/>
                </a:lnTo>
                <a:lnTo>
                  <a:pt x="1453262" y="1290709"/>
                </a:lnTo>
                <a:lnTo>
                  <a:pt x="1453345" y="1291286"/>
                </a:lnTo>
                <a:lnTo>
                  <a:pt x="1453443" y="1291856"/>
                </a:lnTo>
                <a:lnTo>
                  <a:pt x="1453555" y="1292420"/>
                </a:lnTo>
                <a:lnTo>
                  <a:pt x="1453683" y="1292978"/>
                </a:lnTo>
                <a:lnTo>
                  <a:pt x="1453825" y="1293528"/>
                </a:lnTo>
                <a:lnTo>
                  <a:pt x="1453983" y="1294072"/>
                </a:lnTo>
                <a:lnTo>
                  <a:pt x="1454156" y="1294609"/>
                </a:lnTo>
                <a:lnTo>
                  <a:pt x="1454343" y="1295140"/>
                </a:lnTo>
                <a:lnTo>
                  <a:pt x="1454546" y="1295664"/>
                </a:lnTo>
                <a:lnTo>
                  <a:pt x="1454764" y="1296181"/>
                </a:lnTo>
                <a:lnTo>
                  <a:pt x="1454997" y="1296692"/>
                </a:lnTo>
                <a:lnTo>
                  <a:pt x="1455244" y="1297195"/>
                </a:lnTo>
                <a:lnTo>
                  <a:pt x="1455507" y="1297693"/>
                </a:lnTo>
                <a:lnTo>
                  <a:pt x="1455785" y="1298183"/>
                </a:lnTo>
                <a:lnTo>
                  <a:pt x="1456078" y="1298667"/>
                </a:lnTo>
                <a:lnTo>
                  <a:pt x="1456386" y="1299144"/>
                </a:lnTo>
                <a:lnTo>
                  <a:pt x="1456708" y="1299615"/>
                </a:lnTo>
                <a:lnTo>
                  <a:pt x="1457046" y="1300078"/>
                </a:lnTo>
                <a:lnTo>
                  <a:pt x="1457399" y="1300536"/>
                </a:lnTo>
                <a:lnTo>
                  <a:pt x="1457778" y="1300972"/>
                </a:lnTo>
                <a:lnTo>
                  <a:pt x="1458169" y="1301400"/>
                </a:lnTo>
                <a:lnTo>
                  <a:pt x="1458570" y="1301819"/>
                </a:lnTo>
                <a:lnTo>
                  <a:pt x="1458983" y="1302231"/>
                </a:lnTo>
                <a:lnTo>
                  <a:pt x="1459407" y="1302634"/>
                </a:lnTo>
                <a:lnTo>
                  <a:pt x="1459842" y="1303028"/>
                </a:lnTo>
                <a:lnTo>
                  <a:pt x="1460288" y="1303415"/>
                </a:lnTo>
                <a:lnTo>
                  <a:pt x="1460745" y="1303792"/>
                </a:lnTo>
                <a:lnTo>
                  <a:pt x="1461213" y="1304162"/>
                </a:lnTo>
                <a:lnTo>
                  <a:pt x="1461693" y="1304523"/>
                </a:lnTo>
                <a:lnTo>
                  <a:pt x="1462183" y="1304876"/>
                </a:lnTo>
                <a:lnTo>
                  <a:pt x="1462685" y="1305221"/>
                </a:lnTo>
                <a:lnTo>
                  <a:pt x="1463197" y="1305557"/>
                </a:lnTo>
                <a:lnTo>
                  <a:pt x="1463721" y="1305885"/>
                </a:lnTo>
                <a:lnTo>
                  <a:pt x="1464256" y="1306204"/>
                </a:lnTo>
                <a:lnTo>
                  <a:pt x="1464802" y="1306515"/>
                </a:lnTo>
                <a:lnTo>
                  <a:pt x="1465360" y="1306818"/>
                </a:lnTo>
                <a:lnTo>
                  <a:pt x="1465928" y="1307113"/>
                </a:lnTo>
                <a:lnTo>
                  <a:pt x="1466508" y="1307399"/>
                </a:lnTo>
                <a:lnTo>
                  <a:pt x="1467098" y="1307677"/>
                </a:lnTo>
                <a:lnTo>
                  <a:pt x="1467700" y="1307946"/>
                </a:lnTo>
                <a:lnTo>
                  <a:pt x="1468313" y="1308207"/>
                </a:lnTo>
                <a:lnTo>
                  <a:pt x="1468937" y="1308460"/>
                </a:lnTo>
                <a:lnTo>
                  <a:pt x="1469572" y="1308704"/>
                </a:lnTo>
                <a:lnTo>
                  <a:pt x="1470230" y="1308926"/>
                </a:lnTo>
                <a:lnTo>
                  <a:pt x="1470895" y="1309139"/>
                </a:lnTo>
                <a:lnTo>
                  <a:pt x="1471569" y="1309342"/>
                </a:lnTo>
                <a:lnTo>
                  <a:pt x="1472250" y="1309536"/>
                </a:lnTo>
                <a:lnTo>
                  <a:pt x="1472939" y="1309721"/>
                </a:lnTo>
                <a:lnTo>
                  <a:pt x="1473636" y="1309895"/>
                </a:lnTo>
                <a:lnTo>
                  <a:pt x="1474341" y="1310061"/>
                </a:lnTo>
                <a:lnTo>
                  <a:pt x="1475053" y="1310217"/>
                </a:lnTo>
                <a:lnTo>
                  <a:pt x="1475773" y="1310363"/>
                </a:lnTo>
                <a:lnTo>
                  <a:pt x="1476501" y="1310501"/>
                </a:lnTo>
                <a:lnTo>
                  <a:pt x="1477237" y="1310628"/>
                </a:lnTo>
                <a:lnTo>
                  <a:pt x="1477981" y="1310746"/>
                </a:lnTo>
                <a:lnTo>
                  <a:pt x="1478732" y="1310855"/>
                </a:lnTo>
                <a:lnTo>
                  <a:pt x="1479491" y="1310954"/>
                </a:lnTo>
                <a:lnTo>
                  <a:pt x="1480258" y="1311044"/>
                </a:lnTo>
                <a:lnTo>
                  <a:pt x="1481033" y="1311125"/>
                </a:lnTo>
                <a:lnTo>
                  <a:pt x="1481815" y="1311195"/>
                </a:lnTo>
                <a:lnTo>
                  <a:pt x="1482606" y="1311257"/>
                </a:lnTo>
                <a:lnTo>
                  <a:pt x="1483404" y="1311309"/>
                </a:lnTo>
                <a:lnTo>
                  <a:pt x="1484210" y="1311351"/>
                </a:lnTo>
                <a:lnTo>
                  <a:pt x="1485023" y="1311385"/>
                </a:lnTo>
                <a:lnTo>
                  <a:pt x="1485845" y="1311408"/>
                </a:lnTo>
                <a:lnTo>
                  <a:pt x="1486674" y="1311422"/>
                </a:lnTo>
                <a:lnTo>
                  <a:pt x="1487511" y="1311427"/>
                </a:lnTo>
                <a:lnTo>
                  <a:pt x="1488466" y="1311422"/>
                </a:lnTo>
                <a:lnTo>
                  <a:pt x="1489410" y="1311408"/>
                </a:lnTo>
                <a:lnTo>
                  <a:pt x="1490341" y="1311385"/>
                </a:lnTo>
                <a:lnTo>
                  <a:pt x="1491262" y="1311351"/>
                </a:lnTo>
                <a:lnTo>
                  <a:pt x="1492170" y="1311309"/>
                </a:lnTo>
                <a:lnTo>
                  <a:pt x="1493067" y="1311257"/>
                </a:lnTo>
                <a:lnTo>
                  <a:pt x="1493952" y="1311195"/>
                </a:lnTo>
                <a:close/>
                <a:moveTo>
                  <a:pt x="1958415" y="1289965"/>
                </a:moveTo>
                <a:lnTo>
                  <a:pt x="1958415" y="1309825"/>
                </a:lnTo>
                <a:lnTo>
                  <a:pt x="1979237" y="1309825"/>
                </a:lnTo>
                <a:lnTo>
                  <a:pt x="1979237" y="1289965"/>
                </a:lnTo>
                <a:lnTo>
                  <a:pt x="1958415" y="1289965"/>
                </a:lnTo>
                <a:close/>
              </a:path>
            </a:pathLst>
          </a:custGeom>
          <a:solidFill xmlns:a="http://schemas.openxmlformats.org/drawingml/2006/main">
            <a:srgbClr val="D32F2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70A1D8-EEC6-4647-886D-70887F1813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7101" y="2804349"/>
            <a:ext cx="2294742" cy="1355634"/>
          </a:xfrm>
          <a:custGeom xmlns:a="http://schemas.openxmlformats.org/drawingml/2006/main">
            <a:pathLst>
              <a:path w="2294742" h="1355634">
                <a:moveTo>
                  <a:pt x="205372" y="298237"/>
                </a:moveTo>
                <a:lnTo>
                  <a:pt x="205372" y="298221"/>
                </a:lnTo>
                <a:lnTo>
                  <a:pt x="205372" y="298206"/>
                </a:lnTo>
                <a:lnTo>
                  <a:pt x="205372" y="298218"/>
                </a:lnTo>
                <a:lnTo>
                  <a:pt x="205372" y="298237"/>
                </a:lnTo>
                <a:close/>
                <a:moveTo>
                  <a:pt x="205372" y="298288"/>
                </a:moveTo>
                <a:lnTo>
                  <a:pt x="205372" y="298293"/>
                </a:lnTo>
                <a:lnTo>
                  <a:pt x="205372" y="298272"/>
                </a:lnTo>
                <a:lnTo>
                  <a:pt x="205372" y="298243"/>
                </a:lnTo>
                <a:lnTo>
                  <a:pt x="205372" y="298237"/>
                </a:lnTo>
                <a:lnTo>
                  <a:pt x="205372" y="298253"/>
                </a:lnTo>
                <a:lnTo>
                  <a:pt x="205372" y="298270"/>
                </a:lnTo>
                <a:lnTo>
                  <a:pt x="205372" y="298288"/>
                </a:lnTo>
                <a:close/>
                <a:moveTo>
                  <a:pt x="205372" y="298363"/>
                </a:moveTo>
                <a:lnTo>
                  <a:pt x="205372" y="298344"/>
                </a:lnTo>
                <a:lnTo>
                  <a:pt x="205372" y="298329"/>
                </a:lnTo>
                <a:lnTo>
                  <a:pt x="205372" y="298338"/>
                </a:lnTo>
                <a:lnTo>
                  <a:pt x="205372" y="298363"/>
                </a:lnTo>
                <a:close/>
                <a:moveTo>
                  <a:pt x="205372" y="298541"/>
                </a:moveTo>
                <a:lnTo>
                  <a:pt x="205372" y="298566"/>
                </a:lnTo>
                <a:lnTo>
                  <a:pt x="205372" y="298592"/>
                </a:lnTo>
                <a:lnTo>
                  <a:pt x="205372" y="298617"/>
                </a:lnTo>
                <a:lnTo>
                  <a:pt x="205372" y="298619"/>
                </a:lnTo>
                <a:lnTo>
                  <a:pt x="205372" y="298564"/>
                </a:lnTo>
                <a:lnTo>
                  <a:pt x="205372" y="298512"/>
                </a:lnTo>
                <a:lnTo>
                  <a:pt x="205372" y="298484"/>
                </a:lnTo>
                <a:lnTo>
                  <a:pt x="205372" y="298494"/>
                </a:lnTo>
                <a:lnTo>
                  <a:pt x="205372" y="298517"/>
                </a:lnTo>
                <a:lnTo>
                  <a:pt x="205372" y="298541"/>
                </a:lnTo>
                <a:close/>
                <a:moveTo>
                  <a:pt x="125897" y="306207"/>
                </a:moveTo>
                <a:lnTo>
                  <a:pt x="125934" y="305747"/>
                </a:lnTo>
                <a:lnTo>
                  <a:pt x="125980" y="305291"/>
                </a:lnTo>
                <a:lnTo>
                  <a:pt x="126035" y="304839"/>
                </a:lnTo>
                <a:lnTo>
                  <a:pt x="126097" y="304392"/>
                </a:lnTo>
                <a:lnTo>
                  <a:pt x="126168" y="303949"/>
                </a:lnTo>
                <a:lnTo>
                  <a:pt x="126247" y="303511"/>
                </a:lnTo>
                <a:lnTo>
                  <a:pt x="126335" y="303077"/>
                </a:lnTo>
                <a:lnTo>
                  <a:pt x="126431" y="302648"/>
                </a:lnTo>
                <a:lnTo>
                  <a:pt x="126535" y="302223"/>
                </a:lnTo>
                <a:lnTo>
                  <a:pt x="126648" y="301803"/>
                </a:lnTo>
                <a:lnTo>
                  <a:pt x="126769" y="301387"/>
                </a:lnTo>
                <a:lnTo>
                  <a:pt x="126898" y="300975"/>
                </a:lnTo>
                <a:lnTo>
                  <a:pt x="127036" y="300568"/>
                </a:lnTo>
                <a:lnTo>
                  <a:pt x="127182" y="300165"/>
                </a:lnTo>
                <a:lnTo>
                  <a:pt x="127336" y="299767"/>
                </a:lnTo>
                <a:lnTo>
                  <a:pt x="127499" y="299373"/>
                </a:lnTo>
                <a:lnTo>
                  <a:pt x="127670" y="298984"/>
                </a:lnTo>
                <a:lnTo>
                  <a:pt x="127849" y="298599"/>
                </a:lnTo>
                <a:lnTo>
                  <a:pt x="128037" y="298219"/>
                </a:lnTo>
                <a:lnTo>
                  <a:pt x="128233" y="297843"/>
                </a:lnTo>
                <a:lnTo>
                  <a:pt x="128450" y="297459"/>
                </a:lnTo>
                <a:lnTo>
                  <a:pt x="128673" y="297083"/>
                </a:lnTo>
                <a:lnTo>
                  <a:pt x="128903" y="296714"/>
                </a:lnTo>
                <a:lnTo>
                  <a:pt x="129140" y="296352"/>
                </a:lnTo>
                <a:lnTo>
                  <a:pt x="129384" y="295998"/>
                </a:lnTo>
                <a:lnTo>
                  <a:pt x="129634" y="295651"/>
                </a:lnTo>
                <a:lnTo>
                  <a:pt x="129891" y="295311"/>
                </a:lnTo>
                <a:lnTo>
                  <a:pt x="130155" y="294978"/>
                </a:lnTo>
                <a:lnTo>
                  <a:pt x="130425" y="294652"/>
                </a:lnTo>
                <a:lnTo>
                  <a:pt x="130702" y="294334"/>
                </a:lnTo>
                <a:lnTo>
                  <a:pt x="130986" y="294023"/>
                </a:lnTo>
                <a:lnTo>
                  <a:pt x="131276" y="293719"/>
                </a:lnTo>
                <a:lnTo>
                  <a:pt x="131573" y="293422"/>
                </a:lnTo>
                <a:lnTo>
                  <a:pt x="131877" y="293132"/>
                </a:lnTo>
                <a:lnTo>
                  <a:pt x="132187" y="292850"/>
                </a:lnTo>
                <a:lnTo>
                  <a:pt x="132504" y="292575"/>
                </a:lnTo>
                <a:lnTo>
                  <a:pt x="132828" y="292307"/>
                </a:lnTo>
                <a:lnTo>
                  <a:pt x="133158" y="292047"/>
                </a:lnTo>
                <a:lnTo>
                  <a:pt x="133495" y="291793"/>
                </a:lnTo>
                <a:lnTo>
                  <a:pt x="133839" y="291547"/>
                </a:lnTo>
                <a:lnTo>
                  <a:pt x="134189" y="291309"/>
                </a:lnTo>
                <a:lnTo>
                  <a:pt x="134546" y="291077"/>
                </a:lnTo>
                <a:lnTo>
                  <a:pt x="134910" y="290852"/>
                </a:lnTo>
                <a:lnTo>
                  <a:pt x="135280" y="290635"/>
                </a:lnTo>
                <a:lnTo>
                  <a:pt x="135656" y="290413"/>
                </a:lnTo>
                <a:lnTo>
                  <a:pt x="136034" y="290200"/>
                </a:lnTo>
                <a:lnTo>
                  <a:pt x="136416" y="289997"/>
                </a:lnTo>
                <a:lnTo>
                  <a:pt x="136802" y="289803"/>
                </a:lnTo>
                <a:lnTo>
                  <a:pt x="137190" y="289619"/>
                </a:lnTo>
                <a:lnTo>
                  <a:pt x="137583" y="289444"/>
                </a:lnTo>
                <a:lnTo>
                  <a:pt x="137978" y="289279"/>
                </a:lnTo>
                <a:lnTo>
                  <a:pt x="138377" y="289123"/>
                </a:lnTo>
                <a:lnTo>
                  <a:pt x="138779" y="288976"/>
                </a:lnTo>
                <a:lnTo>
                  <a:pt x="139184" y="288839"/>
                </a:lnTo>
                <a:lnTo>
                  <a:pt x="139593" y="288711"/>
                </a:lnTo>
                <a:lnTo>
                  <a:pt x="140005" y="288593"/>
                </a:lnTo>
                <a:lnTo>
                  <a:pt x="140421" y="288484"/>
                </a:lnTo>
                <a:lnTo>
                  <a:pt x="140839" y="288385"/>
                </a:lnTo>
                <a:lnTo>
                  <a:pt x="141261" y="288295"/>
                </a:lnTo>
                <a:lnTo>
                  <a:pt x="141687" y="288215"/>
                </a:lnTo>
                <a:lnTo>
                  <a:pt x="142116" y="288144"/>
                </a:lnTo>
                <a:lnTo>
                  <a:pt x="142548" y="288083"/>
                </a:lnTo>
                <a:lnTo>
                  <a:pt x="142983" y="288031"/>
                </a:lnTo>
                <a:lnTo>
                  <a:pt x="143422" y="287988"/>
                </a:lnTo>
                <a:lnTo>
                  <a:pt x="143864" y="287955"/>
                </a:lnTo>
                <a:lnTo>
                  <a:pt x="144310" y="287931"/>
                </a:lnTo>
                <a:lnTo>
                  <a:pt x="144758" y="287917"/>
                </a:lnTo>
                <a:lnTo>
                  <a:pt x="145211" y="287912"/>
                </a:lnTo>
                <a:lnTo>
                  <a:pt x="145899" y="287921"/>
                </a:lnTo>
                <a:lnTo>
                  <a:pt x="146574" y="287948"/>
                </a:lnTo>
                <a:lnTo>
                  <a:pt x="147238" y="287993"/>
                </a:lnTo>
                <a:lnTo>
                  <a:pt x="147889" y="288055"/>
                </a:lnTo>
                <a:lnTo>
                  <a:pt x="148528" y="288135"/>
                </a:lnTo>
                <a:lnTo>
                  <a:pt x="149155" y="288233"/>
                </a:lnTo>
                <a:lnTo>
                  <a:pt x="149769" y="288348"/>
                </a:lnTo>
                <a:lnTo>
                  <a:pt x="150372" y="288482"/>
                </a:lnTo>
                <a:lnTo>
                  <a:pt x="150962" y="288633"/>
                </a:lnTo>
                <a:lnTo>
                  <a:pt x="151539" y="288802"/>
                </a:lnTo>
                <a:lnTo>
                  <a:pt x="152105" y="288989"/>
                </a:lnTo>
                <a:lnTo>
                  <a:pt x="152658" y="289194"/>
                </a:lnTo>
                <a:lnTo>
                  <a:pt x="153200" y="289416"/>
                </a:lnTo>
                <a:lnTo>
                  <a:pt x="153728" y="289657"/>
                </a:lnTo>
                <a:lnTo>
                  <a:pt x="154245" y="289915"/>
                </a:lnTo>
                <a:lnTo>
                  <a:pt x="154750" y="290190"/>
                </a:lnTo>
                <a:lnTo>
                  <a:pt x="155242" y="290484"/>
                </a:lnTo>
                <a:lnTo>
                  <a:pt x="155722" y="290795"/>
                </a:lnTo>
                <a:lnTo>
                  <a:pt x="156189" y="291125"/>
                </a:lnTo>
                <a:lnTo>
                  <a:pt x="156645" y="291472"/>
                </a:lnTo>
                <a:lnTo>
                  <a:pt x="157088" y="291837"/>
                </a:lnTo>
                <a:lnTo>
                  <a:pt x="157519" y="292219"/>
                </a:lnTo>
                <a:lnTo>
                  <a:pt x="157938" y="292620"/>
                </a:lnTo>
                <a:lnTo>
                  <a:pt x="158344" y="293038"/>
                </a:lnTo>
                <a:lnTo>
                  <a:pt x="158737" y="293461"/>
                </a:lnTo>
                <a:lnTo>
                  <a:pt x="159112" y="293901"/>
                </a:lnTo>
                <a:lnTo>
                  <a:pt x="159471" y="294359"/>
                </a:lnTo>
                <a:lnTo>
                  <a:pt x="159813" y="294835"/>
                </a:lnTo>
                <a:lnTo>
                  <a:pt x="160138" y="295329"/>
                </a:lnTo>
                <a:lnTo>
                  <a:pt x="160447" y="295841"/>
                </a:lnTo>
                <a:lnTo>
                  <a:pt x="160739" y="296370"/>
                </a:lnTo>
                <a:lnTo>
                  <a:pt x="161014" y="296917"/>
                </a:lnTo>
                <a:lnTo>
                  <a:pt x="161273" y="297483"/>
                </a:lnTo>
                <a:lnTo>
                  <a:pt x="161514" y="298065"/>
                </a:lnTo>
                <a:lnTo>
                  <a:pt x="161740" y="298666"/>
                </a:lnTo>
                <a:lnTo>
                  <a:pt x="161948" y="299284"/>
                </a:lnTo>
                <a:lnTo>
                  <a:pt x="162140" y="299921"/>
                </a:lnTo>
                <a:lnTo>
                  <a:pt x="162315" y="300575"/>
                </a:lnTo>
                <a:lnTo>
                  <a:pt x="162474" y="301247"/>
                </a:lnTo>
                <a:lnTo>
                  <a:pt x="162616" y="301936"/>
                </a:lnTo>
                <a:lnTo>
                  <a:pt x="162741" y="302644"/>
                </a:lnTo>
                <a:lnTo>
                  <a:pt x="162849" y="303369"/>
                </a:lnTo>
                <a:lnTo>
                  <a:pt x="162941" y="304112"/>
                </a:lnTo>
                <a:lnTo>
                  <a:pt x="163016" y="304873"/>
                </a:lnTo>
                <a:lnTo>
                  <a:pt x="163074" y="305651"/>
                </a:lnTo>
                <a:lnTo>
                  <a:pt x="163116" y="306448"/>
                </a:lnTo>
                <a:lnTo>
                  <a:pt x="163141" y="307262"/>
                </a:lnTo>
                <a:lnTo>
                  <a:pt x="163150" y="308094"/>
                </a:lnTo>
                <a:lnTo>
                  <a:pt x="163150" y="359027"/>
                </a:lnTo>
                <a:lnTo>
                  <a:pt x="179166" y="359027"/>
                </a:lnTo>
                <a:lnTo>
                  <a:pt x="179166" y="304570"/>
                </a:lnTo>
                <a:lnTo>
                  <a:pt x="179160" y="303762"/>
                </a:lnTo>
                <a:lnTo>
                  <a:pt x="179141" y="302965"/>
                </a:lnTo>
                <a:lnTo>
                  <a:pt x="179109" y="302180"/>
                </a:lnTo>
                <a:lnTo>
                  <a:pt x="179064" y="301407"/>
                </a:lnTo>
                <a:lnTo>
                  <a:pt x="179007" y="300645"/>
                </a:lnTo>
                <a:lnTo>
                  <a:pt x="178936" y="299895"/>
                </a:lnTo>
                <a:lnTo>
                  <a:pt x="178853" y="299157"/>
                </a:lnTo>
                <a:lnTo>
                  <a:pt x="178757" y="298430"/>
                </a:lnTo>
                <a:lnTo>
                  <a:pt x="178648" y="297715"/>
                </a:lnTo>
                <a:lnTo>
                  <a:pt x="178527" y="297012"/>
                </a:lnTo>
                <a:lnTo>
                  <a:pt x="178393" y="296320"/>
                </a:lnTo>
                <a:lnTo>
                  <a:pt x="178245" y="295641"/>
                </a:lnTo>
                <a:lnTo>
                  <a:pt x="178086" y="294972"/>
                </a:lnTo>
                <a:lnTo>
                  <a:pt x="177913" y="294316"/>
                </a:lnTo>
                <a:lnTo>
                  <a:pt x="177727" y="293671"/>
                </a:lnTo>
                <a:lnTo>
                  <a:pt x="177529" y="293038"/>
                </a:lnTo>
                <a:lnTo>
                  <a:pt x="177318" y="292416"/>
                </a:lnTo>
                <a:lnTo>
                  <a:pt x="177094" y="291807"/>
                </a:lnTo>
                <a:lnTo>
                  <a:pt x="176858" y="291208"/>
                </a:lnTo>
                <a:lnTo>
                  <a:pt x="176608" y="290622"/>
                </a:lnTo>
                <a:lnTo>
                  <a:pt x="176346" y="290047"/>
                </a:lnTo>
                <a:lnTo>
                  <a:pt x="176071" y="289484"/>
                </a:lnTo>
                <a:lnTo>
                  <a:pt x="175783" y="288933"/>
                </a:lnTo>
                <a:lnTo>
                  <a:pt x="175483" y="288393"/>
                </a:lnTo>
                <a:lnTo>
                  <a:pt x="175171" y="287865"/>
                </a:lnTo>
                <a:lnTo>
                  <a:pt x="174849" y="287347"/>
                </a:lnTo>
                <a:lnTo>
                  <a:pt x="174516" y="286841"/>
                </a:lnTo>
                <a:lnTo>
                  <a:pt x="174174" y="286346"/>
                </a:lnTo>
                <a:lnTo>
                  <a:pt x="173822" y="285863"/>
                </a:lnTo>
                <a:lnTo>
                  <a:pt x="173460" y="285390"/>
                </a:lnTo>
                <a:lnTo>
                  <a:pt x="173088" y="284928"/>
                </a:lnTo>
                <a:lnTo>
                  <a:pt x="172706" y="284478"/>
                </a:lnTo>
                <a:lnTo>
                  <a:pt x="172314" y="284038"/>
                </a:lnTo>
                <a:lnTo>
                  <a:pt x="171912" y="283610"/>
                </a:lnTo>
                <a:lnTo>
                  <a:pt x="171500" y="283193"/>
                </a:lnTo>
                <a:lnTo>
                  <a:pt x="171078" y="282787"/>
                </a:lnTo>
                <a:lnTo>
                  <a:pt x="170646" y="282392"/>
                </a:lnTo>
                <a:lnTo>
                  <a:pt x="170204" y="282008"/>
                </a:lnTo>
                <a:lnTo>
                  <a:pt x="169751" y="281636"/>
                </a:lnTo>
                <a:lnTo>
                  <a:pt x="169289" y="281274"/>
                </a:lnTo>
                <a:lnTo>
                  <a:pt x="168817" y="280924"/>
                </a:lnTo>
                <a:lnTo>
                  <a:pt x="168335" y="280585"/>
                </a:lnTo>
                <a:lnTo>
                  <a:pt x="167843" y="280257"/>
                </a:lnTo>
                <a:lnTo>
                  <a:pt x="167341" y="279940"/>
                </a:lnTo>
                <a:lnTo>
                  <a:pt x="166828" y="279634"/>
                </a:lnTo>
                <a:lnTo>
                  <a:pt x="166306" y="279339"/>
                </a:lnTo>
                <a:lnTo>
                  <a:pt x="165774" y="279055"/>
                </a:lnTo>
                <a:lnTo>
                  <a:pt x="165232" y="278783"/>
                </a:lnTo>
                <a:lnTo>
                  <a:pt x="164695" y="278521"/>
                </a:lnTo>
                <a:lnTo>
                  <a:pt x="164152" y="278271"/>
                </a:lnTo>
                <a:lnTo>
                  <a:pt x="163602" y="278032"/>
                </a:lnTo>
                <a:lnTo>
                  <a:pt x="163047" y="277804"/>
                </a:lnTo>
                <a:lnTo>
                  <a:pt x="162486" y="277587"/>
                </a:lnTo>
                <a:lnTo>
                  <a:pt x="161918" y="277381"/>
                </a:lnTo>
                <a:lnTo>
                  <a:pt x="161345" y="277187"/>
                </a:lnTo>
                <a:lnTo>
                  <a:pt x="160765" y="277003"/>
                </a:lnTo>
                <a:lnTo>
                  <a:pt x="160179" y="276831"/>
                </a:lnTo>
                <a:lnTo>
                  <a:pt x="159587" y="276669"/>
                </a:lnTo>
                <a:lnTo>
                  <a:pt x="158989" y="276519"/>
                </a:lnTo>
                <a:lnTo>
                  <a:pt x="158384" y="276380"/>
                </a:lnTo>
                <a:lnTo>
                  <a:pt x="157774" y="276252"/>
                </a:lnTo>
                <a:lnTo>
                  <a:pt x="157158" y="276136"/>
                </a:lnTo>
                <a:lnTo>
                  <a:pt x="156535" y="276030"/>
                </a:lnTo>
                <a:lnTo>
                  <a:pt x="155906" y="275935"/>
                </a:lnTo>
                <a:lnTo>
                  <a:pt x="155271" y="275852"/>
                </a:lnTo>
                <a:lnTo>
                  <a:pt x="154631" y="275780"/>
                </a:lnTo>
                <a:lnTo>
                  <a:pt x="153983" y="275718"/>
                </a:lnTo>
                <a:lnTo>
                  <a:pt x="153330" y="275668"/>
                </a:lnTo>
                <a:lnTo>
                  <a:pt x="152671" y="275629"/>
                </a:lnTo>
                <a:lnTo>
                  <a:pt x="152006" y="275602"/>
                </a:lnTo>
                <a:lnTo>
                  <a:pt x="151334" y="275585"/>
                </a:lnTo>
                <a:lnTo>
                  <a:pt x="150656" y="275579"/>
                </a:lnTo>
                <a:lnTo>
                  <a:pt x="150057" y="275585"/>
                </a:lnTo>
                <a:lnTo>
                  <a:pt x="149458" y="275602"/>
                </a:lnTo>
                <a:lnTo>
                  <a:pt x="148862" y="275629"/>
                </a:lnTo>
                <a:lnTo>
                  <a:pt x="148267" y="275668"/>
                </a:lnTo>
                <a:lnTo>
                  <a:pt x="147674" y="275718"/>
                </a:lnTo>
                <a:lnTo>
                  <a:pt x="147083" y="275780"/>
                </a:lnTo>
                <a:lnTo>
                  <a:pt x="146493" y="275852"/>
                </a:lnTo>
                <a:lnTo>
                  <a:pt x="145905" y="275935"/>
                </a:lnTo>
                <a:lnTo>
                  <a:pt x="145318" y="276030"/>
                </a:lnTo>
                <a:lnTo>
                  <a:pt x="144733" y="276136"/>
                </a:lnTo>
                <a:lnTo>
                  <a:pt x="144150" y="276252"/>
                </a:lnTo>
                <a:lnTo>
                  <a:pt x="143569" y="276380"/>
                </a:lnTo>
                <a:lnTo>
                  <a:pt x="142989" y="276519"/>
                </a:lnTo>
                <a:lnTo>
                  <a:pt x="142411" y="276669"/>
                </a:lnTo>
                <a:lnTo>
                  <a:pt x="141835" y="276831"/>
                </a:lnTo>
                <a:lnTo>
                  <a:pt x="141260" y="277003"/>
                </a:lnTo>
                <a:lnTo>
                  <a:pt x="140687" y="277187"/>
                </a:lnTo>
                <a:lnTo>
                  <a:pt x="140115" y="277381"/>
                </a:lnTo>
                <a:lnTo>
                  <a:pt x="139545" y="277587"/>
                </a:lnTo>
                <a:lnTo>
                  <a:pt x="138977" y="277804"/>
                </a:lnTo>
                <a:lnTo>
                  <a:pt x="138411" y="278032"/>
                </a:lnTo>
                <a:lnTo>
                  <a:pt x="137846" y="278271"/>
                </a:lnTo>
                <a:lnTo>
                  <a:pt x="137283" y="278521"/>
                </a:lnTo>
                <a:lnTo>
                  <a:pt x="136722" y="278783"/>
                </a:lnTo>
                <a:lnTo>
                  <a:pt x="136166" y="279042"/>
                </a:lnTo>
                <a:lnTo>
                  <a:pt x="135618" y="279312"/>
                </a:lnTo>
                <a:lnTo>
                  <a:pt x="135080" y="279594"/>
                </a:lnTo>
                <a:lnTo>
                  <a:pt x="134550" y="279886"/>
                </a:lnTo>
                <a:lnTo>
                  <a:pt x="134030" y="280190"/>
                </a:lnTo>
                <a:lnTo>
                  <a:pt x="133518" y="280505"/>
                </a:lnTo>
                <a:lnTo>
                  <a:pt x="133016" y="280831"/>
                </a:lnTo>
                <a:lnTo>
                  <a:pt x="132522" y="281168"/>
                </a:lnTo>
                <a:lnTo>
                  <a:pt x="132037" y="281516"/>
                </a:lnTo>
                <a:lnTo>
                  <a:pt x="131561" y="281875"/>
                </a:lnTo>
                <a:lnTo>
                  <a:pt x="131093" y="282245"/>
                </a:lnTo>
                <a:lnTo>
                  <a:pt x="130635" y="282627"/>
                </a:lnTo>
                <a:lnTo>
                  <a:pt x="130186" y="283020"/>
                </a:lnTo>
                <a:lnTo>
                  <a:pt x="129745" y="283423"/>
                </a:lnTo>
                <a:lnTo>
                  <a:pt x="129314" y="283838"/>
                </a:lnTo>
                <a:lnTo>
                  <a:pt x="128891" y="284264"/>
                </a:lnTo>
                <a:lnTo>
                  <a:pt x="128477" y="284701"/>
                </a:lnTo>
                <a:lnTo>
                  <a:pt x="128073" y="285150"/>
                </a:lnTo>
                <a:lnTo>
                  <a:pt x="127677" y="285609"/>
                </a:lnTo>
                <a:lnTo>
                  <a:pt x="127289" y="286079"/>
                </a:lnTo>
                <a:lnTo>
                  <a:pt x="126911" y="286561"/>
                </a:lnTo>
                <a:lnTo>
                  <a:pt x="126542" y="287054"/>
                </a:lnTo>
                <a:lnTo>
                  <a:pt x="126182" y="287558"/>
                </a:lnTo>
                <a:lnTo>
                  <a:pt x="125830" y="288073"/>
                </a:lnTo>
                <a:lnTo>
                  <a:pt x="125830" y="243706"/>
                </a:lnTo>
                <a:lnTo>
                  <a:pt x="109813" y="243706"/>
                </a:lnTo>
                <a:lnTo>
                  <a:pt x="109813" y="359027"/>
                </a:lnTo>
                <a:lnTo>
                  <a:pt x="125830" y="359027"/>
                </a:lnTo>
                <a:lnTo>
                  <a:pt x="125830" y="308094"/>
                </a:lnTo>
                <a:lnTo>
                  <a:pt x="125834" y="307615"/>
                </a:lnTo>
                <a:lnTo>
                  <a:pt x="125847" y="307142"/>
                </a:lnTo>
                <a:lnTo>
                  <a:pt x="125868" y="306672"/>
                </a:lnTo>
                <a:lnTo>
                  <a:pt x="125897" y="306207"/>
                </a:lnTo>
                <a:close/>
                <a:moveTo>
                  <a:pt x="317974" y="308779"/>
                </a:moveTo>
                <a:lnTo>
                  <a:pt x="318012" y="308243"/>
                </a:lnTo>
                <a:lnTo>
                  <a:pt x="318058" y="307713"/>
                </a:lnTo>
                <a:lnTo>
                  <a:pt x="318112" y="307189"/>
                </a:lnTo>
                <a:lnTo>
                  <a:pt x="318175" y="306670"/>
                </a:lnTo>
                <a:lnTo>
                  <a:pt x="318246" y="306157"/>
                </a:lnTo>
                <a:lnTo>
                  <a:pt x="318325" y="305649"/>
                </a:lnTo>
                <a:lnTo>
                  <a:pt x="318412" y="305147"/>
                </a:lnTo>
                <a:lnTo>
                  <a:pt x="318508" y="304650"/>
                </a:lnTo>
                <a:lnTo>
                  <a:pt x="318613" y="304159"/>
                </a:lnTo>
                <a:lnTo>
                  <a:pt x="318725" y="303674"/>
                </a:lnTo>
                <a:lnTo>
                  <a:pt x="318846" y="303194"/>
                </a:lnTo>
                <a:lnTo>
                  <a:pt x="318975" y="302719"/>
                </a:lnTo>
                <a:lnTo>
                  <a:pt x="319113" y="302250"/>
                </a:lnTo>
                <a:lnTo>
                  <a:pt x="319259" y="301787"/>
                </a:lnTo>
                <a:lnTo>
                  <a:pt x="319413" y="301329"/>
                </a:lnTo>
                <a:lnTo>
                  <a:pt x="319576" y="300877"/>
                </a:lnTo>
                <a:lnTo>
                  <a:pt x="319747" y="300431"/>
                </a:lnTo>
                <a:lnTo>
                  <a:pt x="319926" y="299990"/>
                </a:lnTo>
                <a:lnTo>
                  <a:pt x="320114" y="299554"/>
                </a:lnTo>
                <a:lnTo>
                  <a:pt x="320310" y="299124"/>
                </a:lnTo>
                <a:lnTo>
                  <a:pt x="320514" y="298688"/>
                </a:lnTo>
                <a:lnTo>
                  <a:pt x="320724" y="298260"/>
                </a:lnTo>
                <a:lnTo>
                  <a:pt x="320941" y="297840"/>
                </a:lnTo>
                <a:lnTo>
                  <a:pt x="321164" y="297429"/>
                </a:lnTo>
                <a:lnTo>
                  <a:pt x="321395" y="297026"/>
                </a:lnTo>
                <a:lnTo>
                  <a:pt x="321632" y="296632"/>
                </a:lnTo>
                <a:lnTo>
                  <a:pt x="321875" y="296245"/>
                </a:lnTo>
                <a:lnTo>
                  <a:pt x="322125" y="295868"/>
                </a:lnTo>
                <a:lnTo>
                  <a:pt x="322382" y="295498"/>
                </a:lnTo>
                <a:lnTo>
                  <a:pt x="322646" y="295137"/>
                </a:lnTo>
                <a:lnTo>
                  <a:pt x="322916" y="294784"/>
                </a:lnTo>
                <a:lnTo>
                  <a:pt x="323193" y="294439"/>
                </a:lnTo>
                <a:lnTo>
                  <a:pt x="323477" y="294103"/>
                </a:lnTo>
                <a:lnTo>
                  <a:pt x="323767" y="293775"/>
                </a:lnTo>
                <a:lnTo>
                  <a:pt x="324064" y="293456"/>
                </a:lnTo>
                <a:lnTo>
                  <a:pt x="324368" y="293145"/>
                </a:lnTo>
                <a:lnTo>
                  <a:pt x="324678" y="292842"/>
                </a:lnTo>
                <a:lnTo>
                  <a:pt x="324995" y="292547"/>
                </a:lnTo>
                <a:lnTo>
                  <a:pt x="325319" y="292261"/>
                </a:lnTo>
                <a:lnTo>
                  <a:pt x="325649" y="291983"/>
                </a:lnTo>
                <a:lnTo>
                  <a:pt x="325986" y="291714"/>
                </a:lnTo>
                <a:lnTo>
                  <a:pt x="326330" y="291453"/>
                </a:lnTo>
                <a:lnTo>
                  <a:pt x="326680" y="291200"/>
                </a:lnTo>
                <a:lnTo>
                  <a:pt x="327037" y="290956"/>
                </a:lnTo>
                <a:lnTo>
                  <a:pt x="327400" y="290707"/>
                </a:lnTo>
                <a:lnTo>
                  <a:pt x="327769" y="290470"/>
                </a:lnTo>
                <a:lnTo>
                  <a:pt x="328143" y="290242"/>
                </a:lnTo>
                <a:lnTo>
                  <a:pt x="328523" y="290026"/>
                </a:lnTo>
                <a:lnTo>
                  <a:pt x="328909" y="289820"/>
                </a:lnTo>
                <a:lnTo>
                  <a:pt x="329300" y="289624"/>
                </a:lnTo>
                <a:lnTo>
                  <a:pt x="329696" y="289439"/>
                </a:lnTo>
                <a:lnTo>
                  <a:pt x="330098" y="289265"/>
                </a:lnTo>
                <a:lnTo>
                  <a:pt x="330506" y="289101"/>
                </a:lnTo>
                <a:lnTo>
                  <a:pt x="330919" y="288948"/>
                </a:lnTo>
                <a:lnTo>
                  <a:pt x="331338" y="288805"/>
                </a:lnTo>
                <a:lnTo>
                  <a:pt x="331762" y="288673"/>
                </a:lnTo>
                <a:lnTo>
                  <a:pt x="332192" y="288552"/>
                </a:lnTo>
                <a:lnTo>
                  <a:pt x="332628" y="288441"/>
                </a:lnTo>
                <a:lnTo>
                  <a:pt x="333069" y="288340"/>
                </a:lnTo>
                <a:lnTo>
                  <a:pt x="333515" y="288251"/>
                </a:lnTo>
                <a:lnTo>
                  <a:pt x="333967" y="288171"/>
                </a:lnTo>
                <a:lnTo>
                  <a:pt x="334425" y="288103"/>
                </a:lnTo>
                <a:lnTo>
                  <a:pt x="334888" y="288045"/>
                </a:lnTo>
                <a:lnTo>
                  <a:pt x="335357" y="287997"/>
                </a:lnTo>
                <a:lnTo>
                  <a:pt x="335832" y="287960"/>
                </a:lnTo>
                <a:lnTo>
                  <a:pt x="336312" y="287934"/>
                </a:lnTo>
                <a:lnTo>
                  <a:pt x="336797" y="287918"/>
                </a:lnTo>
                <a:lnTo>
                  <a:pt x="337288" y="287912"/>
                </a:lnTo>
                <a:lnTo>
                  <a:pt x="337989" y="287922"/>
                </a:lnTo>
                <a:lnTo>
                  <a:pt x="338676" y="287949"/>
                </a:lnTo>
                <a:lnTo>
                  <a:pt x="339350" y="287995"/>
                </a:lnTo>
                <a:lnTo>
                  <a:pt x="340011" y="288059"/>
                </a:lnTo>
                <a:lnTo>
                  <a:pt x="340658" y="288142"/>
                </a:lnTo>
                <a:lnTo>
                  <a:pt x="341292" y="288243"/>
                </a:lnTo>
                <a:lnTo>
                  <a:pt x="341913" y="288362"/>
                </a:lnTo>
                <a:lnTo>
                  <a:pt x="342520" y="288500"/>
                </a:lnTo>
                <a:lnTo>
                  <a:pt x="343114" y="288656"/>
                </a:lnTo>
                <a:lnTo>
                  <a:pt x="343695" y="288830"/>
                </a:lnTo>
                <a:lnTo>
                  <a:pt x="344262" y="289023"/>
                </a:lnTo>
                <a:lnTo>
                  <a:pt x="344816" y="289234"/>
                </a:lnTo>
                <a:lnTo>
                  <a:pt x="345357" y="289463"/>
                </a:lnTo>
                <a:lnTo>
                  <a:pt x="345884" y="289711"/>
                </a:lnTo>
                <a:lnTo>
                  <a:pt x="346398" y="289977"/>
                </a:lnTo>
                <a:lnTo>
                  <a:pt x="346898" y="290262"/>
                </a:lnTo>
                <a:lnTo>
                  <a:pt x="347385" y="290564"/>
                </a:lnTo>
                <a:lnTo>
                  <a:pt x="347859" y="290886"/>
                </a:lnTo>
                <a:lnTo>
                  <a:pt x="348320" y="291225"/>
                </a:lnTo>
                <a:lnTo>
                  <a:pt x="348767" y="291583"/>
                </a:lnTo>
                <a:lnTo>
                  <a:pt x="349201" y="291959"/>
                </a:lnTo>
                <a:lnTo>
                  <a:pt x="349621" y="292354"/>
                </a:lnTo>
                <a:lnTo>
                  <a:pt x="350028" y="292767"/>
                </a:lnTo>
                <a:lnTo>
                  <a:pt x="350422" y="293198"/>
                </a:lnTo>
                <a:lnTo>
                  <a:pt x="350814" y="293649"/>
                </a:lnTo>
                <a:lnTo>
                  <a:pt x="351189" y="294122"/>
                </a:lnTo>
                <a:lnTo>
                  <a:pt x="351548" y="294617"/>
                </a:lnTo>
                <a:lnTo>
                  <a:pt x="351890" y="295133"/>
                </a:lnTo>
                <a:lnTo>
                  <a:pt x="352216" y="295671"/>
                </a:lnTo>
                <a:lnTo>
                  <a:pt x="352524" y="296231"/>
                </a:lnTo>
                <a:lnTo>
                  <a:pt x="352816" y="296813"/>
                </a:lnTo>
                <a:lnTo>
                  <a:pt x="353091" y="297416"/>
                </a:lnTo>
                <a:lnTo>
                  <a:pt x="353350" y="298041"/>
                </a:lnTo>
                <a:lnTo>
                  <a:pt x="353592" y="298687"/>
                </a:lnTo>
                <a:lnTo>
                  <a:pt x="353817" y="299355"/>
                </a:lnTo>
                <a:lnTo>
                  <a:pt x="354026" y="300045"/>
                </a:lnTo>
                <a:lnTo>
                  <a:pt x="354218" y="300757"/>
                </a:lnTo>
                <a:lnTo>
                  <a:pt x="354393" y="301490"/>
                </a:lnTo>
                <a:lnTo>
                  <a:pt x="354551" y="302245"/>
                </a:lnTo>
                <a:lnTo>
                  <a:pt x="354693" y="303022"/>
                </a:lnTo>
                <a:lnTo>
                  <a:pt x="354818" y="303820"/>
                </a:lnTo>
                <a:lnTo>
                  <a:pt x="354927" y="304640"/>
                </a:lnTo>
                <a:lnTo>
                  <a:pt x="355018" y="305482"/>
                </a:lnTo>
                <a:lnTo>
                  <a:pt x="355094" y="306345"/>
                </a:lnTo>
                <a:lnTo>
                  <a:pt x="355152" y="307230"/>
                </a:lnTo>
                <a:lnTo>
                  <a:pt x="355194" y="308137"/>
                </a:lnTo>
                <a:lnTo>
                  <a:pt x="355219" y="309066"/>
                </a:lnTo>
                <a:lnTo>
                  <a:pt x="355227" y="310016"/>
                </a:lnTo>
                <a:lnTo>
                  <a:pt x="355227" y="359027"/>
                </a:lnTo>
                <a:lnTo>
                  <a:pt x="371244" y="359027"/>
                </a:lnTo>
                <a:lnTo>
                  <a:pt x="371244" y="305371"/>
                </a:lnTo>
                <a:lnTo>
                  <a:pt x="371230" y="304155"/>
                </a:lnTo>
                <a:lnTo>
                  <a:pt x="371188" y="302965"/>
                </a:lnTo>
                <a:lnTo>
                  <a:pt x="371119" y="301800"/>
                </a:lnTo>
                <a:lnTo>
                  <a:pt x="371021" y="300659"/>
                </a:lnTo>
                <a:lnTo>
                  <a:pt x="370896" y="299544"/>
                </a:lnTo>
                <a:lnTo>
                  <a:pt x="370743" y="298454"/>
                </a:lnTo>
                <a:lnTo>
                  <a:pt x="370563" y="297388"/>
                </a:lnTo>
                <a:lnTo>
                  <a:pt x="370354" y="296348"/>
                </a:lnTo>
                <a:lnTo>
                  <a:pt x="370118" y="295333"/>
                </a:lnTo>
                <a:lnTo>
                  <a:pt x="369854" y="294343"/>
                </a:lnTo>
                <a:lnTo>
                  <a:pt x="369562" y="293377"/>
                </a:lnTo>
                <a:lnTo>
                  <a:pt x="369242" y="292437"/>
                </a:lnTo>
                <a:lnTo>
                  <a:pt x="368894" y="291522"/>
                </a:lnTo>
                <a:lnTo>
                  <a:pt x="368519" y="290632"/>
                </a:lnTo>
                <a:lnTo>
                  <a:pt x="368116" y="289767"/>
                </a:lnTo>
                <a:lnTo>
                  <a:pt x="367685" y="288927"/>
                </a:lnTo>
                <a:lnTo>
                  <a:pt x="367226" y="288112"/>
                </a:lnTo>
                <a:lnTo>
                  <a:pt x="366739" y="287322"/>
                </a:lnTo>
                <a:lnTo>
                  <a:pt x="366225" y="286557"/>
                </a:lnTo>
                <a:lnTo>
                  <a:pt x="365683" y="285817"/>
                </a:lnTo>
                <a:lnTo>
                  <a:pt x="365112" y="285102"/>
                </a:lnTo>
                <a:lnTo>
                  <a:pt x="364515" y="284412"/>
                </a:lnTo>
                <a:lnTo>
                  <a:pt x="363889" y="283747"/>
                </a:lnTo>
                <a:lnTo>
                  <a:pt x="363235" y="283107"/>
                </a:lnTo>
                <a:lnTo>
                  <a:pt x="362559" y="282493"/>
                </a:lnTo>
                <a:lnTo>
                  <a:pt x="361863" y="281905"/>
                </a:lnTo>
                <a:lnTo>
                  <a:pt x="361148" y="281343"/>
                </a:lnTo>
                <a:lnTo>
                  <a:pt x="360415" y="280807"/>
                </a:lnTo>
                <a:lnTo>
                  <a:pt x="359662" y="280297"/>
                </a:lnTo>
                <a:lnTo>
                  <a:pt x="358891" y="279814"/>
                </a:lnTo>
                <a:lnTo>
                  <a:pt x="358101" y="279356"/>
                </a:lnTo>
                <a:lnTo>
                  <a:pt x="357291" y="278925"/>
                </a:lnTo>
                <a:lnTo>
                  <a:pt x="356463" y="278520"/>
                </a:lnTo>
                <a:lnTo>
                  <a:pt x="355616" y="278141"/>
                </a:lnTo>
                <a:lnTo>
                  <a:pt x="354750" y="277788"/>
                </a:lnTo>
                <a:lnTo>
                  <a:pt x="353866" y="277461"/>
                </a:lnTo>
                <a:lnTo>
                  <a:pt x="352962" y="277161"/>
                </a:lnTo>
                <a:lnTo>
                  <a:pt x="352039" y="276886"/>
                </a:lnTo>
                <a:lnTo>
                  <a:pt x="351098" y="276638"/>
                </a:lnTo>
                <a:lnTo>
                  <a:pt x="350137" y="276416"/>
                </a:lnTo>
                <a:lnTo>
                  <a:pt x="349158" y="276220"/>
                </a:lnTo>
                <a:lnTo>
                  <a:pt x="348160" y="276050"/>
                </a:lnTo>
                <a:lnTo>
                  <a:pt x="347142" y="275906"/>
                </a:lnTo>
                <a:lnTo>
                  <a:pt x="346106" y="275789"/>
                </a:lnTo>
                <a:lnTo>
                  <a:pt x="345051" y="275697"/>
                </a:lnTo>
                <a:lnTo>
                  <a:pt x="343977" y="275632"/>
                </a:lnTo>
                <a:lnTo>
                  <a:pt x="342885" y="275593"/>
                </a:lnTo>
                <a:lnTo>
                  <a:pt x="341773" y="275579"/>
                </a:lnTo>
                <a:lnTo>
                  <a:pt x="341095" y="275585"/>
                </a:lnTo>
                <a:lnTo>
                  <a:pt x="340421" y="275602"/>
                </a:lnTo>
                <a:lnTo>
                  <a:pt x="339753" y="275629"/>
                </a:lnTo>
                <a:lnTo>
                  <a:pt x="339090" y="275668"/>
                </a:lnTo>
                <a:lnTo>
                  <a:pt x="338432" y="275718"/>
                </a:lnTo>
                <a:lnTo>
                  <a:pt x="337779" y="275780"/>
                </a:lnTo>
                <a:lnTo>
                  <a:pt x="337130" y="275852"/>
                </a:lnTo>
                <a:lnTo>
                  <a:pt x="336487" y="275935"/>
                </a:lnTo>
                <a:lnTo>
                  <a:pt x="335849" y="276030"/>
                </a:lnTo>
                <a:lnTo>
                  <a:pt x="335216" y="276136"/>
                </a:lnTo>
                <a:lnTo>
                  <a:pt x="334588" y="276252"/>
                </a:lnTo>
                <a:lnTo>
                  <a:pt x="333965" y="276380"/>
                </a:lnTo>
                <a:lnTo>
                  <a:pt x="333346" y="276519"/>
                </a:lnTo>
                <a:lnTo>
                  <a:pt x="332733" y="276669"/>
                </a:lnTo>
                <a:lnTo>
                  <a:pt x="332125" y="276831"/>
                </a:lnTo>
                <a:lnTo>
                  <a:pt x="331522" y="277003"/>
                </a:lnTo>
                <a:lnTo>
                  <a:pt x="330924" y="277187"/>
                </a:lnTo>
                <a:lnTo>
                  <a:pt x="330331" y="277381"/>
                </a:lnTo>
                <a:lnTo>
                  <a:pt x="329743" y="277587"/>
                </a:lnTo>
                <a:lnTo>
                  <a:pt x="329160" y="277804"/>
                </a:lnTo>
                <a:lnTo>
                  <a:pt x="328581" y="278032"/>
                </a:lnTo>
                <a:lnTo>
                  <a:pt x="328008" y="278271"/>
                </a:lnTo>
                <a:lnTo>
                  <a:pt x="327440" y="278521"/>
                </a:lnTo>
                <a:lnTo>
                  <a:pt x="326877" y="278783"/>
                </a:lnTo>
                <a:lnTo>
                  <a:pt x="326322" y="279056"/>
                </a:lnTo>
                <a:lnTo>
                  <a:pt x="325777" y="279342"/>
                </a:lnTo>
                <a:lnTo>
                  <a:pt x="325243" y="279641"/>
                </a:lnTo>
                <a:lnTo>
                  <a:pt x="324719" y="279953"/>
                </a:lnTo>
                <a:lnTo>
                  <a:pt x="324206" y="280277"/>
                </a:lnTo>
                <a:lnTo>
                  <a:pt x="323704" y="280615"/>
                </a:lnTo>
                <a:lnTo>
                  <a:pt x="323212" y="280965"/>
                </a:lnTo>
                <a:lnTo>
                  <a:pt x="322731" y="281328"/>
                </a:lnTo>
                <a:lnTo>
                  <a:pt x="322260" y="281703"/>
                </a:lnTo>
                <a:lnTo>
                  <a:pt x="321800" y="282092"/>
                </a:lnTo>
                <a:lnTo>
                  <a:pt x="321350" y="282493"/>
                </a:lnTo>
                <a:lnTo>
                  <a:pt x="320911" y="282907"/>
                </a:lnTo>
                <a:lnTo>
                  <a:pt x="320482" y="283334"/>
                </a:lnTo>
                <a:lnTo>
                  <a:pt x="320064" y="283774"/>
                </a:lnTo>
                <a:lnTo>
                  <a:pt x="319657" y="284226"/>
                </a:lnTo>
                <a:lnTo>
                  <a:pt x="319260" y="284691"/>
                </a:lnTo>
                <a:lnTo>
                  <a:pt x="318874" y="285169"/>
                </a:lnTo>
                <a:lnTo>
                  <a:pt x="318498" y="285660"/>
                </a:lnTo>
                <a:lnTo>
                  <a:pt x="318133" y="286164"/>
                </a:lnTo>
                <a:lnTo>
                  <a:pt x="317779" y="286680"/>
                </a:lnTo>
                <a:lnTo>
                  <a:pt x="317435" y="287209"/>
                </a:lnTo>
                <a:lnTo>
                  <a:pt x="317101" y="287751"/>
                </a:lnTo>
                <a:lnTo>
                  <a:pt x="316778" y="288306"/>
                </a:lnTo>
                <a:lnTo>
                  <a:pt x="316466" y="288873"/>
                </a:lnTo>
                <a:lnTo>
                  <a:pt x="314864" y="277181"/>
                </a:lnTo>
                <a:lnTo>
                  <a:pt x="301891" y="277181"/>
                </a:lnTo>
                <a:lnTo>
                  <a:pt x="301891" y="359027"/>
                </a:lnTo>
                <a:lnTo>
                  <a:pt x="317908" y="359027"/>
                </a:lnTo>
                <a:lnTo>
                  <a:pt x="317908" y="310977"/>
                </a:lnTo>
                <a:lnTo>
                  <a:pt x="317912" y="310419"/>
                </a:lnTo>
                <a:lnTo>
                  <a:pt x="317924" y="309867"/>
                </a:lnTo>
                <a:lnTo>
                  <a:pt x="317945" y="309320"/>
                </a:lnTo>
                <a:lnTo>
                  <a:pt x="317974" y="308779"/>
                </a:lnTo>
                <a:close/>
                <a:moveTo>
                  <a:pt x="52345" y="360462"/>
                </a:moveTo>
                <a:lnTo>
                  <a:pt x="53116" y="360389"/>
                </a:lnTo>
                <a:lnTo>
                  <a:pt x="53880" y="360302"/>
                </a:lnTo>
                <a:lnTo>
                  <a:pt x="54635" y="360202"/>
                </a:lnTo>
                <a:lnTo>
                  <a:pt x="55383" y="360089"/>
                </a:lnTo>
                <a:lnTo>
                  <a:pt x="56124" y="359962"/>
                </a:lnTo>
                <a:lnTo>
                  <a:pt x="56856" y="359822"/>
                </a:lnTo>
                <a:lnTo>
                  <a:pt x="57581" y="359668"/>
                </a:lnTo>
                <a:lnTo>
                  <a:pt x="58298" y="359501"/>
                </a:lnTo>
                <a:lnTo>
                  <a:pt x="59007" y="359321"/>
                </a:lnTo>
                <a:lnTo>
                  <a:pt x="59708" y="359128"/>
                </a:lnTo>
                <a:lnTo>
                  <a:pt x="60401" y="358921"/>
                </a:lnTo>
                <a:lnTo>
                  <a:pt x="61087" y="358700"/>
                </a:lnTo>
                <a:lnTo>
                  <a:pt x="61765" y="358467"/>
                </a:lnTo>
                <a:lnTo>
                  <a:pt x="62435" y="358220"/>
                </a:lnTo>
                <a:lnTo>
                  <a:pt x="63098" y="357960"/>
                </a:lnTo>
                <a:lnTo>
                  <a:pt x="63752" y="357686"/>
                </a:lnTo>
                <a:lnTo>
                  <a:pt x="64399" y="357399"/>
                </a:lnTo>
                <a:lnTo>
                  <a:pt x="65038" y="357099"/>
                </a:lnTo>
                <a:lnTo>
                  <a:pt x="65669" y="356785"/>
                </a:lnTo>
                <a:lnTo>
                  <a:pt x="66304" y="356445"/>
                </a:lnTo>
                <a:lnTo>
                  <a:pt x="66927" y="356093"/>
                </a:lnTo>
                <a:lnTo>
                  <a:pt x="67539" y="355729"/>
                </a:lnTo>
                <a:lnTo>
                  <a:pt x="68139" y="355352"/>
                </a:lnTo>
                <a:lnTo>
                  <a:pt x="68727" y="354964"/>
                </a:lnTo>
                <a:lnTo>
                  <a:pt x="69303" y="354563"/>
                </a:lnTo>
                <a:lnTo>
                  <a:pt x="69868" y="354150"/>
                </a:lnTo>
                <a:lnTo>
                  <a:pt x="70421" y="353724"/>
                </a:lnTo>
                <a:lnTo>
                  <a:pt x="70962" y="353286"/>
                </a:lnTo>
                <a:lnTo>
                  <a:pt x="71492" y="352836"/>
                </a:lnTo>
                <a:lnTo>
                  <a:pt x="72010" y="352374"/>
                </a:lnTo>
                <a:lnTo>
                  <a:pt x="72516" y="351900"/>
                </a:lnTo>
                <a:lnTo>
                  <a:pt x="73011" y="351413"/>
                </a:lnTo>
                <a:lnTo>
                  <a:pt x="73494" y="350914"/>
                </a:lnTo>
                <a:lnTo>
                  <a:pt x="73965" y="350403"/>
                </a:lnTo>
                <a:lnTo>
                  <a:pt x="74425" y="349880"/>
                </a:lnTo>
                <a:lnTo>
                  <a:pt x="74873" y="349344"/>
                </a:lnTo>
                <a:lnTo>
                  <a:pt x="75309" y="348797"/>
                </a:lnTo>
                <a:lnTo>
                  <a:pt x="75734" y="348237"/>
                </a:lnTo>
                <a:lnTo>
                  <a:pt x="76147" y="347664"/>
                </a:lnTo>
                <a:lnTo>
                  <a:pt x="76548" y="347080"/>
                </a:lnTo>
                <a:lnTo>
                  <a:pt x="76938" y="346483"/>
                </a:lnTo>
                <a:lnTo>
                  <a:pt x="77316" y="345874"/>
                </a:lnTo>
                <a:lnTo>
                  <a:pt x="77682" y="345253"/>
                </a:lnTo>
                <a:lnTo>
                  <a:pt x="78048" y="344620"/>
                </a:lnTo>
                <a:lnTo>
                  <a:pt x="78398" y="343976"/>
                </a:lnTo>
                <a:lnTo>
                  <a:pt x="78733" y="343321"/>
                </a:lnTo>
                <a:lnTo>
                  <a:pt x="79052" y="342655"/>
                </a:lnTo>
                <a:lnTo>
                  <a:pt x="79356" y="341977"/>
                </a:lnTo>
                <a:lnTo>
                  <a:pt x="79644" y="341289"/>
                </a:lnTo>
                <a:lnTo>
                  <a:pt x="79916" y="340589"/>
                </a:lnTo>
                <a:lnTo>
                  <a:pt x="80173" y="339878"/>
                </a:lnTo>
                <a:lnTo>
                  <a:pt x="80415" y="339156"/>
                </a:lnTo>
                <a:lnTo>
                  <a:pt x="80641" y="338423"/>
                </a:lnTo>
                <a:lnTo>
                  <a:pt x="80851" y="337679"/>
                </a:lnTo>
                <a:lnTo>
                  <a:pt x="81045" y="336924"/>
                </a:lnTo>
                <a:lnTo>
                  <a:pt x="81225" y="336158"/>
                </a:lnTo>
                <a:lnTo>
                  <a:pt x="81388" y="335380"/>
                </a:lnTo>
                <a:lnTo>
                  <a:pt x="81536" y="334592"/>
                </a:lnTo>
                <a:lnTo>
                  <a:pt x="81668" y="333792"/>
                </a:lnTo>
                <a:lnTo>
                  <a:pt x="81785" y="332981"/>
                </a:lnTo>
                <a:lnTo>
                  <a:pt x="81886" y="332159"/>
                </a:lnTo>
                <a:lnTo>
                  <a:pt x="81972" y="331326"/>
                </a:lnTo>
                <a:lnTo>
                  <a:pt x="82042" y="330482"/>
                </a:lnTo>
                <a:lnTo>
                  <a:pt x="82097" y="329626"/>
                </a:lnTo>
                <a:lnTo>
                  <a:pt x="82135" y="328760"/>
                </a:lnTo>
                <a:lnTo>
                  <a:pt x="82159" y="327882"/>
                </a:lnTo>
                <a:lnTo>
                  <a:pt x="82167" y="326994"/>
                </a:lnTo>
                <a:lnTo>
                  <a:pt x="67912" y="326994"/>
                </a:lnTo>
                <a:lnTo>
                  <a:pt x="67907" y="327643"/>
                </a:lnTo>
                <a:lnTo>
                  <a:pt x="67894" y="328282"/>
                </a:lnTo>
                <a:lnTo>
                  <a:pt x="67872" y="328911"/>
                </a:lnTo>
                <a:lnTo>
                  <a:pt x="67840" y="329530"/>
                </a:lnTo>
                <a:lnTo>
                  <a:pt x="67800" y="330139"/>
                </a:lnTo>
                <a:lnTo>
                  <a:pt x="67751" y="330738"/>
                </a:lnTo>
                <a:lnTo>
                  <a:pt x="67694" y="331327"/>
                </a:lnTo>
                <a:lnTo>
                  <a:pt x="67627" y="331906"/>
                </a:lnTo>
                <a:lnTo>
                  <a:pt x="67551" y="332474"/>
                </a:lnTo>
                <a:lnTo>
                  <a:pt x="67467" y="333033"/>
                </a:lnTo>
                <a:lnTo>
                  <a:pt x="67373" y="333582"/>
                </a:lnTo>
                <a:lnTo>
                  <a:pt x="67271" y="334121"/>
                </a:lnTo>
                <a:lnTo>
                  <a:pt x="67160" y="334650"/>
                </a:lnTo>
                <a:lnTo>
                  <a:pt x="67040" y="335169"/>
                </a:lnTo>
                <a:lnTo>
                  <a:pt x="66911" y="335678"/>
                </a:lnTo>
                <a:lnTo>
                  <a:pt x="66773" y="336177"/>
                </a:lnTo>
                <a:lnTo>
                  <a:pt x="66626" y="336666"/>
                </a:lnTo>
                <a:lnTo>
                  <a:pt x="66470" y="337144"/>
                </a:lnTo>
                <a:lnTo>
                  <a:pt x="66305" y="337613"/>
                </a:lnTo>
                <a:lnTo>
                  <a:pt x="66132" y="338072"/>
                </a:lnTo>
                <a:lnTo>
                  <a:pt x="65950" y="338521"/>
                </a:lnTo>
                <a:lnTo>
                  <a:pt x="65758" y="338960"/>
                </a:lnTo>
                <a:lnTo>
                  <a:pt x="65558" y="339388"/>
                </a:lnTo>
                <a:lnTo>
                  <a:pt x="65349" y="339807"/>
                </a:lnTo>
                <a:lnTo>
                  <a:pt x="65145" y="340203"/>
                </a:lnTo>
                <a:lnTo>
                  <a:pt x="64934" y="340591"/>
                </a:lnTo>
                <a:lnTo>
                  <a:pt x="64716" y="340971"/>
                </a:lnTo>
                <a:lnTo>
                  <a:pt x="64490" y="341342"/>
                </a:lnTo>
                <a:lnTo>
                  <a:pt x="64257" y="341705"/>
                </a:lnTo>
                <a:lnTo>
                  <a:pt x="64017" y="342060"/>
                </a:lnTo>
                <a:lnTo>
                  <a:pt x="63770" y="342406"/>
                </a:lnTo>
                <a:lnTo>
                  <a:pt x="63516" y="342744"/>
                </a:lnTo>
                <a:lnTo>
                  <a:pt x="63254" y="343073"/>
                </a:lnTo>
                <a:lnTo>
                  <a:pt x="62985" y="343394"/>
                </a:lnTo>
                <a:lnTo>
                  <a:pt x="62709" y="343707"/>
                </a:lnTo>
                <a:lnTo>
                  <a:pt x="62426" y="344012"/>
                </a:lnTo>
                <a:lnTo>
                  <a:pt x="62135" y="344308"/>
                </a:lnTo>
                <a:lnTo>
                  <a:pt x="61837" y="344596"/>
                </a:lnTo>
                <a:lnTo>
                  <a:pt x="61532" y="344875"/>
                </a:lnTo>
                <a:lnTo>
                  <a:pt x="61220" y="345146"/>
                </a:lnTo>
                <a:lnTo>
                  <a:pt x="60901" y="345409"/>
                </a:lnTo>
                <a:lnTo>
                  <a:pt x="60574" y="345663"/>
                </a:lnTo>
                <a:lnTo>
                  <a:pt x="60240" y="345909"/>
                </a:lnTo>
                <a:lnTo>
                  <a:pt x="59899" y="346147"/>
                </a:lnTo>
                <a:lnTo>
                  <a:pt x="59550" y="346377"/>
                </a:lnTo>
                <a:lnTo>
                  <a:pt x="59195" y="346598"/>
                </a:lnTo>
                <a:lnTo>
                  <a:pt x="58832" y="346810"/>
                </a:lnTo>
                <a:lnTo>
                  <a:pt x="58462" y="347015"/>
                </a:lnTo>
                <a:lnTo>
                  <a:pt x="58099" y="347198"/>
                </a:lnTo>
                <a:lnTo>
                  <a:pt x="57731" y="347373"/>
                </a:lnTo>
                <a:lnTo>
                  <a:pt x="57358" y="347540"/>
                </a:lnTo>
                <a:lnTo>
                  <a:pt x="56980" y="347700"/>
                </a:lnTo>
                <a:lnTo>
                  <a:pt x="56597" y="347852"/>
                </a:lnTo>
                <a:lnTo>
                  <a:pt x="56209" y="347996"/>
                </a:lnTo>
                <a:lnTo>
                  <a:pt x="55816" y="348132"/>
                </a:lnTo>
                <a:lnTo>
                  <a:pt x="55418" y="348261"/>
                </a:lnTo>
                <a:lnTo>
                  <a:pt x="55016" y="348381"/>
                </a:lnTo>
                <a:lnTo>
                  <a:pt x="54608" y="348494"/>
                </a:lnTo>
                <a:lnTo>
                  <a:pt x="54195" y="348599"/>
                </a:lnTo>
                <a:lnTo>
                  <a:pt x="53777" y="348697"/>
                </a:lnTo>
                <a:lnTo>
                  <a:pt x="53354" y="348786"/>
                </a:lnTo>
                <a:lnTo>
                  <a:pt x="52926" y="348868"/>
                </a:lnTo>
                <a:lnTo>
                  <a:pt x="52493" y="348942"/>
                </a:lnTo>
                <a:lnTo>
                  <a:pt x="52055" y="349008"/>
                </a:lnTo>
                <a:lnTo>
                  <a:pt x="51612" y="349066"/>
                </a:lnTo>
                <a:lnTo>
                  <a:pt x="51164" y="349117"/>
                </a:lnTo>
                <a:lnTo>
                  <a:pt x="50711" y="349160"/>
                </a:lnTo>
                <a:lnTo>
                  <a:pt x="50253" y="349195"/>
                </a:lnTo>
                <a:lnTo>
                  <a:pt x="49790" y="349222"/>
                </a:lnTo>
                <a:lnTo>
                  <a:pt x="49322" y="349242"/>
                </a:lnTo>
                <a:lnTo>
                  <a:pt x="48849" y="349253"/>
                </a:lnTo>
                <a:lnTo>
                  <a:pt x="48371" y="349257"/>
                </a:lnTo>
                <a:lnTo>
                  <a:pt x="47590" y="349246"/>
                </a:lnTo>
                <a:lnTo>
                  <a:pt x="46820" y="349212"/>
                </a:lnTo>
                <a:lnTo>
                  <a:pt x="46064" y="349155"/>
                </a:lnTo>
                <a:lnTo>
                  <a:pt x="45319" y="349075"/>
                </a:lnTo>
                <a:lnTo>
                  <a:pt x="44586" y="348972"/>
                </a:lnTo>
                <a:lnTo>
                  <a:pt x="43866" y="348847"/>
                </a:lnTo>
                <a:lnTo>
                  <a:pt x="43158" y="348698"/>
                </a:lnTo>
                <a:lnTo>
                  <a:pt x="42463" y="348527"/>
                </a:lnTo>
                <a:lnTo>
                  <a:pt x="41779" y="348334"/>
                </a:lnTo>
                <a:lnTo>
                  <a:pt x="41108" y="348117"/>
                </a:lnTo>
                <a:lnTo>
                  <a:pt x="40449" y="347878"/>
                </a:lnTo>
                <a:lnTo>
                  <a:pt x="39802" y="347615"/>
                </a:lnTo>
                <a:lnTo>
                  <a:pt x="39167" y="347330"/>
                </a:lnTo>
                <a:lnTo>
                  <a:pt x="38545" y="347023"/>
                </a:lnTo>
                <a:lnTo>
                  <a:pt x="37935" y="346692"/>
                </a:lnTo>
                <a:lnTo>
                  <a:pt x="37337" y="346339"/>
                </a:lnTo>
                <a:lnTo>
                  <a:pt x="36752" y="345962"/>
                </a:lnTo>
                <a:lnTo>
                  <a:pt x="36178" y="345563"/>
                </a:lnTo>
                <a:lnTo>
                  <a:pt x="35617" y="345141"/>
                </a:lnTo>
                <a:lnTo>
                  <a:pt x="35068" y="344697"/>
                </a:lnTo>
                <a:lnTo>
                  <a:pt x="34531" y="344229"/>
                </a:lnTo>
                <a:lnTo>
                  <a:pt x="34007" y="343739"/>
                </a:lnTo>
                <a:lnTo>
                  <a:pt x="33495" y="343226"/>
                </a:lnTo>
                <a:lnTo>
                  <a:pt x="32995" y="342690"/>
                </a:lnTo>
                <a:lnTo>
                  <a:pt x="32524" y="342132"/>
                </a:lnTo>
                <a:lnTo>
                  <a:pt x="32074" y="341553"/>
                </a:lnTo>
                <a:lnTo>
                  <a:pt x="31643" y="340953"/>
                </a:lnTo>
                <a:lnTo>
                  <a:pt x="31233" y="340332"/>
                </a:lnTo>
                <a:lnTo>
                  <a:pt x="30843" y="339690"/>
                </a:lnTo>
                <a:lnTo>
                  <a:pt x="30472" y="339026"/>
                </a:lnTo>
                <a:lnTo>
                  <a:pt x="30122" y="338342"/>
                </a:lnTo>
                <a:lnTo>
                  <a:pt x="29791" y="337636"/>
                </a:lnTo>
                <a:lnTo>
                  <a:pt x="29481" y="336909"/>
                </a:lnTo>
                <a:lnTo>
                  <a:pt x="29191" y="336161"/>
                </a:lnTo>
                <a:lnTo>
                  <a:pt x="28920" y="335392"/>
                </a:lnTo>
                <a:lnTo>
                  <a:pt x="28670" y="334602"/>
                </a:lnTo>
                <a:lnTo>
                  <a:pt x="28440" y="333790"/>
                </a:lnTo>
                <a:lnTo>
                  <a:pt x="28230" y="332958"/>
                </a:lnTo>
                <a:lnTo>
                  <a:pt x="28040" y="332104"/>
                </a:lnTo>
                <a:lnTo>
                  <a:pt x="27869" y="331229"/>
                </a:lnTo>
                <a:lnTo>
                  <a:pt x="27719" y="330333"/>
                </a:lnTo>
                <a:lnTo>
                  <a:pt x="27589" y="329416"/>
                </a:lnTo>
                <a:lnTo>
                  <a:pt x="27479" y="328478"/>
                </a:lnTo>
                <a:lnTo>
                  <a:pt x="27389" y="327519"/>
                </a:lnTo>
                <a:lnTo>
                  <a:pt x="27319" y="326538"/>
                </a:lnTo>
                <a:lnTo>
                  <a:pt x="27269" y="325537"/>
                </a:lnTo>
                <a:lnTo>
                  <a:pt x="27239" y="324514"/>
                </a:lnTo>
                <a:lnTo>
                  <a:pt x="27229" y="323470"/>
                </a:lnTo>
                <a:lnTo>
                  <a:pt x="27229" y="312739"/>
                </a:lnTo>
                <a:lnTo>
                  <a:pt x="27239" y="311656"/>
                </a:lnTo>
                <a:lnTo>
                  <a:pt x="27270" y="310598"/>
                </a:lnTo>
                <a:lnTo>
                  <a:pt x="27321" y="309563"/>
                </a:lnTo>
                <a:lnTo>
                  <a:pt x="27393" y="308552"/>
                </a:lnTo>
                <a:lnTo>
                  <a:pt x="27486" y="307565"/>
                </a:lnTo>
                <a:lnTo>
                  <a:pt x="27599" y="306602"/>
                </a:lnTo>
                <a:lnTo>
                  <a:pt x="27733" y="305663"/>
                </a:lnTo>
                <a:lnTo>
                  <a:pt x="27887" y="304748"/>
                </a:lnTo>
                <a:lnTo>
                  <a:pt x="28062" y="303857"/>
                </a:lnTo>
                <a:lnTo>
                  <a:pt x="28258" y="302989"/>
                </a:lnTo>
                <a:lnTo>
                  <a:pt x="28474" y="302146"/>
                </a:lnTo>
                <a:lnTo>
                  <a:pt x="28710" y="301327"/>
                </a:lnTo>
                <a:lnTo>
                  <a:pt x="28967" y="300531"/>
                </a:lnTo>
                <a:lnTo>
                  <a:pt x="29245" y="299759"/>
                </a:lnTo>
                <a:lnTo>
                  <a:pt x="29544" y="299012"/>
                </a:lnTo>
                <a:lnTo>
                  <a:pt x="29863" y="298288"/>
                </a:lnTo>
                <a:lnTo>
                  <a:pt x="30202" y="297588"/>
                </a:lnTo>
                <a:lnTo>
                  <a:pt x="30562" y="296912"/>
                </a:lnTo>
                <a:lnTo>
                  <a:pt x="30943" y="296260"/>
                </a:lnTo>
                <a:lnTo>
                  <a:pt x="31344" y="295632"/>
                </a:lnTo>
                <a:lnTo>
                  <a:pt x="31766" y="295027"/>
                </a:lnTo>
                <a:lnTo>
                  <a:pt x="32208" y="294447"/>
                </a:lnTo>
                <a:lnTo>
                  <a:pt x="32671" y="293891"/>
                </a:lnTo>
                <a:lnTo>
                  <a:pt x="33155" y="293358"/>
                </a:lnTo>
                <a:lnTo>
                  <a:pt x="33667" y="292835"/>
                </a:lnTo>
                <a:lnTo>
                  <a:pt x="34187" y="292335"/>
                </a:lnTo>
                <a:lnTo>
                  <a:pt x="34717" y="291857"/>
                </a:lnTo>
                <a:lnTo>
                  <a:pt x="35255" y="291401"/>
                </a:lnTo>
                <a:lnTo>
                  <a:pt x="35802" y="290967"/>
                </a:lnTo>
                <a:lnTo>
                  <a:pt x="36358" y="290555"/>
                </a:lnTo>
                <a:lnTo>
                  <a:pt x="36923" y="290166"/>
                </a:lnTo>
                <a:lnTo>
                  <a:pt x="37497" y="289799"/>
                </a:lnTo>
                <a:lnTo>
                  <a:pt x="38080" y="289454"/>
                </a:lnTo>
                <a:lnTo>
                  <a:pt x="38672" y="289132"/>
                </a:lnTo>
                <a:lnTo>
                  <a:pt x="39273" y="288831"/>
                </a:lnTo>
                <a:lnTo>
                  <a:pt x="39882" y="288553"/>
                </a:lnTo>
                <a:lnTo>
                  <a:pt x="40500" y="288297"/>
                </a:lnTo>
                <a:lnTo>
                  <a:pt x="41128" y="288064"/>
                </a:lnTo>
                <a:lnTo>
                  <a:pt x="41764" y="287852"/>
                </a:lnTo>
                <a:lnTo>
                  <a:pt x="42409" y="287663"/>
                </a:lnTo>
                <a:lnTo>
                  <a:pt x="43063" y="287496"/>
                </a:lnTo>
                <a:lnTo>
                  <a:pt x="43726" y="287352"/>
                </a:lnTo>
                <a:lnTo>
                  <a:pt x="44398" y="287230"/>
                </a:lnTo>
                <a:lnTo>
                  <a:pt x="45079" y="287129"/>
                </a:lnTo>
                <a:lnTo>
                  <a:pt x="45768" y="287052"/>
                </a:lnTo>
                <a:lnTo>
                  <a:pt x="46467" y="286996"/>
                </a:lnTo>
                <a:lnTo>
                  <a:pt x="47174" y="286963"/>
                </a:lnTo>
                <a:lnTo>
                  <a:pt x="47890" y="286951"/>
                </a:lnTo>
                <a:lnTo>
                  <a:pt x="48382" y="286956"/>
                </a:lnTo>
                <a:lnTo>
                  <a:pt x="48867" y="286968"/>
                </a:lnTo>
                <a:lnTo>
                  <a:pt x="49347" y="286989"/>
                </a:lnTo>
                <a:lnTo>
                  <a:pt x="49821" y="287018"/>
                </a:lnTo>
                <a:lnTo>
                  <a:pt x="50290" y="287056"/>
                </a:lnTo>
                <a:lnTo>
                  <a:pt x="50754" y="287102"/>
                </a:lnTo>
                <a:lnTo>
                  <a:pt x="51211" y="287156"/>
                </a:lnTo>
                <a:lnTo>
                  <a:pt x="51663" y="287218"/>
                </a:lnTo>
                <a:lnTo>
                  <a:pt x="52110" y="287289"/>
                </a:lnTo>
                <a:lnTo>
                  <a:pt x="52551" y="287369"/>
                </a:lnTo>
                <a:lnTo>
                  <a:pt x="52986" y="287456"/>
                </a:lnTo>
                <a:lnTo>
                  <a:pt x="53416" y="287552"/>
                </a:lnTo>
                <a:lnTo>
                  <a:pt x="53841" y="287656"/>
                </a:lnTo>
                <a:lnTo>
                  <a:pt x="54259" y="287769"/>
                </a:lnTo>
                <a:lnTo>
                  <a:pt x="54673" y="287890"/>
                </a:lnTo>
                <a:lnTo>
                  <a:pt x="55080" y="288019"/>
                </a:lnTo>
                <a:lnTo>
                  <a:pt x="55482" y="288157"/>
                </a:lnTo>
                <a:lnTo>
                  <a:pt x="55879" y="288303"/>
                </a:lnTo>
                <a:lnTo>
                  <a:pt x="56270" y="288457"/>
                </a:lnTo>
                <a:lnTo>
                  <a:pt x="56655" y="288620"/>
                </a:lnTo>
                <a:lnTo>
                  <a:pt x="57035" y="288791"/>
                </a:lnTo>
                <a:lnTo>
                  <a:pt x="57409" y="288970"/>
                </a:lnTo>
                <a:lnTo>
                  <a:pt x="57778" y="289158"/>
                </a:lnTo>
                <a:lnTo>
                  <a:pt x="58141" y="289354"/>
                </a:lnTo>
                <a:lnTo>
                  <a:pt x="58512" y="289546"/>
                </a:lnTo>
                <a:lnTo>
                  <a:pt x="58875" y="289747"/>
                </a:lnTo>
                <a:lnTo>
                  <a:pt x="59232" y="289957"/>
                </a:lnTo>
                <a:lnTo>
                  <a:pt x="59583" y="290177"/>
                </a:lnTo>
                <a:lnTo>
                  <a:pt x="59927" y="290406"/>
                </a:lnTo>
                <a:lnTo>
                  <a:pt x="60264" y="290645"/>
                </a:lnTo>
                <a:lnTo>
                  <a:pt x="60594" y="290894"/>
                </a:lnTo>
                <a:lnTo>
                  <a:pt x="60918" y="291151"/>
                </a:lnTo>
                <a:lnTo>
                  <a:pt x="61235" y="291419"/>
                </a:lnTo>
                <a:lnTo>
                  <a:pt x="61545" y="291695"/>
                </a:lnTo>
                <a:lnTo>
                  <a:pt x="61849" y="291981"/>
                </a:lnTo>
                <a:lnTo>
                  <a:pt x="62146" y="292277"/>
                </a:lnTo>
                <a:lnTo>
                  <a:pt x="62436" y="292582"/>
                </a:lnTo>
                <a:lnTo>
                  <a:pt x="62719" y="292897"/>
                </a:lnTo>
                <a:lnTo>
                  <a:pt x="62996" y="293221"/>
                </a:lnTo>
                <a:lnTo>
                  <a:pt x="63267" y="293554"/>
                </a:lnTo>
                <a:lnTo>
                  <a:pt x="63530" y="293897"/>
                </a:lnTo>
                <a:lnTo>
                  <a:pt x="63787" y="294249"/>
                </a:lnTo>
                <a:lnTo>
                  <a:pt x="64038" y="294611"/>
                </a:lnTo>
                <a:lnTo>
                  <a:pt x="64281" y="294982"/>
                </a:lnTo>
                <a:lnTo>
                  <a:pt x="64518" y="295363"/>
                </a:lnTo>
                <a:lnTo>
                  <a:pt x="64748" y="295753"/>
                </a:lnTo>
                <a:lnTo>
                  <a:pt x="64972" y="296153"/>
                </a:lnTo>
                <a:lnTo>
                  <a:pt x="65189" y="296562"/>
                </a:lnTo>
                <a:lnTo>
                  <a:pt x="65398" y="296967"/>
                </a:lnTo>
                <a:lnTo>
                  <a:pt x="65598" y="297384"/>
                </a:lnTo>
                <a:lnTo>
                  <a:pt x="65789" y="297810"/>
                </a:lnTo>
                <a:lnTo>
                  <a:pt x="65972" y="298248"/>
                </a:lnTo>
                <a:lnTo>
                  <a:pt x="66145" y="298696"/>
                </a:lnTo>
                <a:lnTo>
                  <a:pt x="66310" y="299154"/>
                </a:lnTo>
                <a:lnTo>
                  <a:pt x="66466" y="299623"/>
                </a:lnTo>
                <a:lnTo>
                  <a:pt x="66612" y="300103"/>
                </a:lnTo>
                <a:lnTo>
                  <a:pt x="66750" y="300593"/>
                </a:lnTo>
                <a:lnTo>
                  <a:pt x="66879" y="301094"/>
                </a:lnTo>
                <a:lnTo>
                  <a:pt x="67000" y="301605"/>
                </a:lnTo>
                <a:lnTo>
                  <a:pt x="67111" y="302127"/>
                </a:lnTo>
                <a:lnTo>
                  <a:pt x="67213" y="302660"/>
                </a:lnTo>
                <a:lnTo>
                  <a:pt x="67307" y="303203"/>
                </a:lnTo>
                <a:lnTo>
                  <a:pt x="67391" y="303757"/>
                </a:lnTo>
                <a:lnTo>
                  <a:pt x="67467" y="304321"/>
                </a:lnTo>
                <a:lnTo>
                  <a:pt x="67533" y="304896"/>
                </a:lnTo>
                <a:lnTo>
                  <a:pt x="67591" y="305481"/>
                </a:lnTo>
                <a:lnTo>
                  <a:pt x="67640" y="306077"/>
                </a:lnTo>
                <a:lnTo>
                  <a:pt x="67680" y="306683"/>
                </a:lnTo>
                <a:lnTo>
                  <a:pt x="67711" y="307300"/>
                </a:lnTo>
                <a:lnTo>
                  <a:pt x="67734" y="307928"/>
                </a:lnTo>
                <a:lnTo>
                  <a:pt x="67747" y="308566"/>
                </a:lnTo>
                <a:lnTo>
                  <a:pt x="67751" y="309215"/>
                </a:lnTo>
                <a:lnTo>
                  <a:pt x="82167" y="309215"/>
                </a:lnTo>
                <a:lnTo>
                  <a:pt x="82159" y="308340"/>
                </a:lnTo>
                <a:lnTo>
                  <a:pt x="82137" y="307475"/>
                </a:lnTo>
                <a:lnTo>
                  <a:pt x="82099" y="306622"/>
                </a:lnTo>
                <a:lnTo>
                  <a:pt x="82047" y="305780"/>
                </a:lnTo>
                <a:lnTo>
                  <a:pt x="81979" y="304949"/>
                </a:lnTo>
                <a:lnTo>
                  <a:pt x="81896" y="304130"/>
                </a:lnTo>
                <a:lnTo>
                  <a:pt x="81799" y="303321"/>
                </a:lnTo>
                <a:lnTo>
                  <a:pt x="81686" y="302523"/>
                </a:lnTo>
                <a:lnTo>
                  <a:pt x="81558" y="301737"/>
                </a:lnTo>
                <a:lnTo>
                  <a:pt x="81416" y="300962"/>
                </a:lnTo>
                <a:lnTo>
                  <a:pt x="81258" y="300198"/>
                </a:lnTo>
                <a:lnTo>
                  <a:pt x="81085" y="299445"/>
                </a:lnTo>
                <a:lnTo>
                  <a:pt x="80898" y="298703"/>
                </a:lnTo>
                <a:lnTo>
                  <a:pt x="80695" y="297972"/>
                </a:lnTo>
                <a:lnTo>
                  <a:pt x="80477" y="297252"/>
                </a:lnTo>
                <a:lnTo>
                  <a:pt x="80245" y="296544"/>
                </a:lnTo>
                <a:lnTo>
                  <a:pt x="79997" y="295846"/>
                </a:lnTo>
                <a:lnTo>
                  <a:pt x="79734" y="295160"/>
                </a:lnTo>
                <a:lnTo>
                  <a:pt x="79456" y="294485"/>
                </a:lnTo>
                <a:lnTo>
                  <a:pt x="79163" y="293821"/>
                </a:lnTo>
                <a:lnTo>
                  <a:pt x="78856" y="293168"/>
                </a:lnTo>
                <a:lnTo>
                  <a:pt x="78533" y="292526"/>
                </a:lnTo>
                <a:lnTo>
                  <a:pt x="78195" y="291896"/>
                </a:lnTo>
                <a:lnTo>
                  <a:pt x="77842" y="291276"/>
                </a:lnTo>
                <a:lnTo>
                  <a:pt x="77476" y="290655"/>
                </a:lnTo>
                <a:lnTo>
                  <a:pt x="77099" y="290046"/>
                </a:lnTo>
                <a:lnTo>
                  <a:pt x="76711" y="289449"/>
                </a:lnTo>
                <a:lnTo>
                  <a:pt x="76312" y="288865"/>
                </a:lnTo>
                <a:lnTo>
                  <a:pt x="75901" y="288292"/>
                </a:lnTo>
                <a:lnTo>
                  <a:pt x="75480" y="287732"/>
                </a:lnTo>
                <a:lnTo>
                  <a:pt x="75047" y="287184"/>
                </a:lnTo>
                <a:lnTo>
                  <a:pt x="74603" y="286649"/>
                </a:lnTo>
                <a:lnTo>
                  <a:pt x="74148" y="286126"/>
                </a:lnTo>
                <a:lnTo>
                  <a:pt x="73682" y="285614"/>
                </a:lnTo>
                <a:lnTo>
                  <a:pt x="73205" y="285116"/>
                </a:lnTo>
                <a:lnTo>
                  <a:pt x="72717" y="284629"/>
                </a:lnTo>
                <a:lnTo>
                  <a:pt x="72217" y="284155"/>
                </a:lnTo>
                <a:lnTo>
                  <a:pt x="71707" y="283692"/>
                </a:lnTo>
                <a:lnTo>
                  <a:pt x="71185" y="283243"/>
                </a:lnTo>
                <a:lnTo>
                  <a:pt x="70652" y="282805"/>
                </a:lnTo>
                <a:lnTo>
                  <a:pt x="70108" y="282379"/>
                </a:lnTo>
                <a:lnTo>
                  <a:pt x="69553" y="281966"/>
                </a:lnTo>
                <a:lnTo>
                  <a:pt x="68987" y="281565"/>
                </a:lnTo>
                <a:lnTo>
                  <a:pt x="68410" y="281176"/>
                </a:lnTo>
                <a:lnTo>
                  <a:pt x="67822" y="280800"/>
                </a:lnTo>
                <a:lnTo>
                  <a:pt x="67222" y="280436"/>
                </a:lnTo>
                <a:lnTo>
                  <a:pt x="66611" y="280084"/>
                </a:lnTo>
                <a:lnTo>
                  <a:pt x="65990" y="279744"/>
                </a:lnTo>
                <a:lnTo>
                  <a:pt x="65358" y="279404"/>
                </a:lnTo>
                <a:lnTo>
                  <a:pt x="64718" y="279079"/>
                </a:lnTo>
                <a:lnTo>
                  <a:pt x="64070" y="278768"/>
                </a:lnTo>
                <a:lnTo>
                  <a:pt x="63414" y="278471"/>
                </a:lnTo>
                <a:lnTo>
                  <a:pt x="62749" y="278189"/>
                </a:lnTo>
                <a:lnTo>
                  <a:pt x="62075" y="277922"/>
                </a:lnTo>
                <a:lnTo>
                  <a:pt x="61394" y="277669"/>
                </a:lnTo>
                <a:lnTo>
                  <a:pt x="60704" y="277430"/>
                </a:lnTo>
                <a:lnTo>
                  <a:pt x="60006" y="277206"/>
                </a:lnTo>
                <a:lnTo>
                  <a:pt x="59299" y="276996"/>
                </a:lnTo>
                <a:lnTo>
                  <a:pt x="58584" y="276801"/>
                </a:lnTo>
                <a:lnTo>
                  <a:pt x="57861" y="276621"/>
                </a:lnTo>
                <a:lnTo>
                  <a:pt x="57129" y="276454"/>
                </a:lnTo>
                <a:lnTo>
                  <a:pt x="56389" y="276302"/>
                </a:lnTo>
                <a:lnTo>
                  <a:pt x="55641" y="276165"/>
                </a:lnTo>
                <a:lnTo>
                  <a:pt x="54885" y="276042"/>
                </a:lnTo>
                <a:lnTo>
                  <a:pt x="54120" y="275934"/>
                </a:lnTo>
                <a:lnTo>
                  <a:pt x="53346" y="275840"/>
                </a:lnTo>
                <a:lnTo>
                  <a:pt x="52565" y="275760"/>
                </a:lnTo>
                <a:lnTo>
                  <a:pt x="51775" y="275695"/>
                </a:lnTo>
                <a:lnTo>
                  <a:pt x="50976" y="275645"/>
                </a:lnTo>
                <a:lnTo>
                  <a:pt x="50170" y="275608"/>
                </a:lnTo>
                <a:lnTo>
                  <a:pt x="49355" y="275587"/>
                </a:lnTo>
                <a:lnTo>
                  <a:pt x="48531" y="275579"/>
                </a:lnTo>
                <a:lnTo>
                  <a:pt x="46609" y="275579"/>
                </a:lnTo>
                <a:lnTo>
                  <a:pt x="45957" y="275584"/>
                </a:lnTo>
                <a:lnTo>
                  <a:pt x="45310" y="275599"/>
                </a:lnTo>
                <a:lnTo>
                  <a:pt x="44667" y="275624"/>
                </a:lnTo>
                <a:lnTo>
                  <a:pt x="44029" y="275660"/>
                </a:lnTo>
                <a:lnTo>
                  <a:pt x="43395" y="275705"/>
                </a:lnTo>
                <a:lnTo>
                  <a:pt x="42765" y="275760"/>
                </a:lnTo>
                <a:lnTo>
                  <a:pt x="42140" y="275825"/>
                </a:lnTo>
                <a:lnTo>
                  <a:pt x="41519" y="275900"/>
                </a:lnTo>
                <a:lnTo>
                  <a:pt x="40903" y="275985"/>
                </a:lnTo>
                <a:lnTo>
                  <a:pt x="40291" y="276080"/>
                </a:lnTo>
                <a:lnTo>
                  <a:pt x="39684" y="276185"/>
                </a:lnTo>
                <a:lnTo>
                  <a:pt x="39081" y="276300"/>
                </a:lnTo>
                <a:lnTo>
                  <a:pt x="38483" y="276425"/>
                </a:lnTo>
                <a:lnTo>
                  <a:pt x="37889" y="276560"/>
                </a:lnTo>
                <a:lnTo>
                  <a:pt x="37299" y="276706"/>
                </a:lnTo>
                <a:lnTo>
                  <a:pt x="36714" y="276861"/>
                </a:lnTo>
                <a:lnTo>
                  <a:pt x="36134" y="277026"/>
                </a:lnTo>
                <a:lnTo>
                  <a:pt x="35557" y="277201"/>
                </a:lnTo>
                <a:lnTo>
                  <a:pt x="34986" y="277386"/>
                </a:lnTo>
                <a:lnTo>
                  <a:pt x="34419" y="277582"/>
                </a:lnTo>
                <a:lnTo>
                  <a:pt x="33856" y="277787"/>
                </a:lnTo>
                <a:lnTo>
                  <a:pt x="33297" y="278002"/>
                </a:lnTo>
                <a:lnTo>
                  <a:pt x="32743" y="278227"/>
                </a:lnTo>
                <a:lnTo>
                  <a:pt x="32194" y="278462"/>
                </a:lnTo>
                <a:lnTo>
                  <a:pt x="31649" y="278694"/>
                </a:lnTo>
                <a:lnTo>
                  <a:pt x="31111" y="278935"/>
                </a:lnTo>
                <a:lnTo>
                  <a:pt x="30577" y="279186"/>
                </a:lnTo>
                <a:lnTo>
                  <a:pt x="30049" y="279446"/>
                </a:lnTo>
                <a:lnTo>
                  <a:pt x="29527" y="279715"/>
                </a:lnTo>
                <a:lnTo>
                  <a:pt x="29011" y="279994"/>
                </a:lnTo>
                <a:lnTo>
                  <a:pt x="28499" y="280282"/>
                </a:lnTo>
                <a:lnTo>
                  <a:pt x="27994" y="280580"/>
                </a:lnTo>
                <a:lnTo>
                  <a:pt x="27494" y="280888"/>
                </a:lnTo>
                <a:lnTo>
                  <a:pt x="27000" y="281204"/>
                </a:lnTo>
                <a:lnTo>
                  <a:pt x="26511" y="281530"/>
                </a:lnTo>
                <a:lnTo>
                  <a:pt x="26027" y="281866"/>
                </a:lnTo>
                <a:lnTo>
                  <a:pt x="25550" y="282211"/>
                </a:lnTo>
                <a:lnTo>
                  <a:pt x="25078" y="282566"/>
                </a:lnTo>
                <a:lnTo>
                  <a:pt x="24611" y="282930"/>
                </a:lnTo>
                <a:lnTo>
                  <a:pt x="24150" y="283303"/>
                </a:lnTo>
                <a:lnTo>
                  <a:pt x="23694" y="283686"/>
                </a:lnTo>
                <a:lnTo>
                  <a:pt x="23245" y="284078"/>
                </a:lnTo>
                <a:lnTo>
                  <a:pt x="22800" y="284480"/>
                </a:lnTo>
                <a:lnTo>
                  <a:pt x="22361" y="284891"/>
                </a:lnTo>
                <a:lnTo>
                  <a:pt x="21928" y="285312"/>
                </a:lnTo>
                <a:lnTo>
                  <a:pt x="21500" y="285742"/>
                </a:lnTo>
                <a:lnTo>
                  <a:pt x="21078" y="286182"/>
                </a:lnTo>
                <a:lnTo>
                  <a:pt x="20662" y="286631"/>
                </a:lnTo>
                <a:lnTo>
                  <a:pt x="20265" y="287075"/>
                </a:lnTo>
                <a:lnTo>
                  <a:pt x="19875" y="287528"/>
                </a:lnTo>
                <a:lnTo>
                  <a:pt x="19493" y="287988"/>
                </a:lnTo>
                <a:lnTo>
                  <a:pt x="19118" y="288455"/>
                </a:lnTo>
                <a:lnTo>
                  <a:pt x="18750" y="288931"/>
                </a:lnTo>
                <a:lnTo>
                  <a:pt x="18389" y="289414"/>
                </a:lnTo>
                <a:lnTo>
                  <a:pt x="18036" y="289905"/>
                </a:lnTo>
                <a:lnTo>
                  <a:pt x="17690" y="290404"/>
                </a:lnTo>
                <a:lnTo>
                  <a:pt x="17351" y="290911"/>
                </a:lnTo>
                <a:lnTo>
                  <a:pt x="17019" y="291425"/>
                </a:lnTo>
                <a:lnTo>
                  <a:pt x="16695" y="291947"/>
                </a:lnTo>
                <a:lnTo>
                  <a:pt x="16377" y="292477"/>
                </a:lnTo>
                <a:lnTo>
                  <a:pt x="16067" y="293015"/>
                </a:lnTo>
                <a:lnTo>
                  <a:pt x="15764" y="293561"/>
                </a:lnTo>
                <a:lnTo>
                  <a:pt x="15469" y="294114"/>
                </a:lnTo>
                <a:lnTo>
                  <a:pt x="15180" y="294675"/>
                </a:lnTo>
                <a:lnTo>
                  <a:pt x="14899" y="295244"/>
                </a:lnTo>
                <a:lnTo>
                  <a:pt x="14625" y="295821"/>
                </a:lnTo>
                <a:lnTo>
                  <a:pt x="14359" y="296405"/>
                </a:lnTo>
                <a:lnTo>
                  <a:pt x="14099" y="296998"/>
                </a:lnTo>
                <a:lnTo>
                  <a:pt x="13847" y="297598"/>
                </a:lnTo>
                <a:lnTo>
                  <a:pt x="13602" y="298206"/>
                </a:lnTo>
                <a:lnTo>
                  <a:pt x="13364" y="298821"/>
                </a:lnTo>
                <a:lnTo>
                  <a:pt x="13134" y="299445"/>
                </a:lnTo>
                <a:lnTo>
                  <a:pt x="12912" y="300062"/>
                </a:lnTo>
                <a:lnTo>
                  <a:pt x="12699" y="300686"/>
                </a:lnTo>
                <a:lnTo>
                  <a:pt x="12496" y="301317"/>
                </a:lnTo>
                <a:lnTo>
                  <a:pt x="12302" y="301954"/>
                </a:lnTo>
                <a:lnTo>
                  <a:pt x="12117" y="302598"/>
                </a:lnTo>
                <a:lnTo>
                  <a:pt x="11943" y="303249"/>
                </a:lnTo>
                <a:lnTo>
                  <a:pt x="11777" y="303906"/>
                </a:lnTo>
                <a:lnTo>
                  <a:pt x="11621" y="304570"/>
                </a:lnTo>
                <a:lnTo>
                  <a:pt x="11475" y="305241"/>
                </a:lnTo>
                <a:lnTo>
                  <a:pt x="11338" y="305918"/>
                </a:lnTo>
                <a:lnTo>
                  <a:pt x="11210" y="306602"/>
                </a:lnTo>
                <a:lnTo>
                  <a:pt x="11092" y="307293"/>
                </a:lnTo>
                <a:lnTo>
                  <a:pt x="10983" y="307990"/>
                </a:lnTo>
                <a:lnTo>
                  <a:pt x="10884" y="308694"/>
                </a:lnTo>
                <a:lnTo>
                  <a:pt x="10794" y="309405"/>
                </a:lnTo>
                <a:lnTo>
                  <a:pt x="10714" y="310123"/>
                </a:lnTo>
                <a:lnTo>
                  <a:pt x="10643" y="310847"/>
                </a:lnTo>
                <a:lnTo>
                  <a:pt x="10581" y="311577"/>
                </a:lnTo>
                <a:lnTo>
                  <a:pt x="10529" y="312315"/>
                </a:lnTo>
                <a:lnTo>
                  <a:pt x="10487" y="313059"/>
                </a:lnTo>
                <a:lnTo>
                  <a:pt x="10454" y="313810"/>
                </a:lnTo>
                <a:lnTo>
                  <a:pt x="10430" y="314567"/>
                </a:lnTo>
                <a:lnTo>
                  <a:pt x="10416" y="315331"/>
                </a:lnTo>
                <a:lnTo>
                  <a:pt x="10411" y="316102"/>
                </a:lnTo>
                <a:lnTo>
                  <a:pt x="10411" y="319946"/>
                </a:lnTo>
                <a:lnTo>
                  <a:pt x="10416" y="320717"/>
                </a:lnTo>
                <a:lnTo>
                  <a:pt x="10430" y="321482"/>
                </a:lnTo>
                <a:lnTo>
                  <a:pt x="10454" y="322241"/>
                </a:lnTo>
                <a:lnTo>
                  <a:pt x="10487" y="322994"/>
                </a:lnTo>
                <a:lnTo>
                  <a:pt x="10529" y="323741"/>
                </a:lnTo>
                <a:lnTo>
                  <a:pt x="10581" y="324481"/>
                </a:lnTo>
                <a:lnTo>
                  <a:pt x="10643" y="325215"/>
                </a:lnTo>
                <a:lnTo>
                  <a:pt x="10714" y="325944"/>
                </a:lnTo>
                <a:lnTo>
                  <a:pt x="10794" y="326666"/>
                </a:lnTo>
                <a:lnTo>
                  <a:pt x="10884" y="327382"/>
                </a:lnTo>
                <a:lnTo>
                  <a:pt x="10983" y="328092"/>
                </a:lnTo>
                <a:lnTo>
                  <a:pt x="11092" y="328796"/>
                </a:lnTo>
                <a:lnTo>
                  <a:pt x="11210" y="329493"/>
                </a:lnTo>
                <a:lnTo>
                  <a:pt x="11338" y="330185"/>
                </a:lnTo>
                <a:lnTo>
                  <a:pt x="11475" y="330870"/>
                </a:lnTo>
                <a:lnTo>
                  <a:pt x="11621" y="331550"/>
                </a:lnTo>
                <a:lnTo>
                  <a:pt x="11777" y="332223"/>
                </a:lnTo>
                <a:lnTo>
                  <a:pt x="11943" y="332890"/>
                </a:lnTo>
                <a:lnTo>
                  <a:pt x="12117" y="333551"/>
                </a:lnTo>
                <a:lnTo>
                  <a:pt x="12302" y="334206"/>
                </a:lnTo>
                <a:lnTo>
                  <a:pt x="12496" y="334854"/>
                </a:lnTo>
                <a:lnTo>
                  <a:pt x="12699" y="335497"/>
                </a:lnTo>
                <a:lnTo>
                  <a:pt x="12912" y="336134"/>
                </a:lnTo>
                <a:lnTo>
                  <a:pt x="13134" y="336764"/>
                </a:lnTo>
                <a:lnTo>
                  <a:pt x="13364" y="337375"/>
                </a:lnTo>
                <a:lnTo>
                  <a:pt x="13602" y="337979"/>
                </a:lnTo>
                <a:lnTo>
                  <a:pt x="13847" y="338576"/>
                </a:lnTo>
                <a:lnTo>
                  <a:pt x="14099" y="339166"/>
                </a:lnTo>
                <a:lnTo>
                  <a:pt x="14359" y="339750"/>
                </a:lnTo>
                <a:lnTo>
                  <a:pt x="14625" y="340328"/>
                </a:lnTo>
                <a:lnTo>
                  <a:pt x="14899" y="340898"/>
                </a:lnTo>
                <a:lnTo>
                  <a:pt x="15180" y="341462"/>
                </a:lnTo>
                <a:lnTo>
                  <a:pt x="15469" y="342020"/>
                </a:lnTo>
                <a:lnTo>
                  <a:pt x="15764" y="342570"/>
                </a:lnTo>
                <a:lnTo>
                  <a:pt x="16067" y="343114"/>
                </a:lnTo>
                <a:lnTo>
                  <a:pt x="16377" y="343651"/>
                </a:lnTo>
                <a:lnTo>
                  <a:pt x="16695" y="344182"/>
                </a:lnTo>
                <a:lnTo>
                  <a:pt x="17019" y="344706"/>
                </a:lnTo>
                <a:lnTo>
                  <a:pt x="17351" y="345223"/>
                </a:lnTo>
                <a:lnTo>
                  <a:pt x="17690" y="345733"/>
                </a:lnTo>
                <a:lnTo>
                  <a:pt x="18036" y="346237"/>
                </a:lnTo>
                <a:lnTo>
                  <a:pt x="18389" y="346734"/>
                </a:lnTo>
                <a:lnTo>
                  <a:pt x="18750" y="347225"/>
                </a:lnTo>
                <a:lnTo>
                  <a:pt x="19118" y="347709"/>
                </a:lnTo>
                <a:lnTo>
                  <a:pt x="19493" y="348186"/>
                </a:lnTo>
                <a:lnTo>
                  <a:pt x="19875" y="348657"/>
                </a:lnTo>
                <a:lnTo>
                  <a:pt x="20265" y="349120"/>
                </a:lnTo>
                <a:lnTo>
                  <a:pt x="20662" y="349577"/>
                </a:lnTo>
                <a:lnTo>
                  <a:pt x="21078" y="350014"/>
                </a:lnTo>
                <a:lnTo>
                  <a:pt x="21500" y="350442"/>
                </a:lnTo>
                <a:lnTo>
                  <a:pt x="21928" y="350861"/>
                </a:lnTo>
                <a:lnTo>
                  <a:pt x="22361" y="351273"/>
                </a:lnTo>
                <a:lnTo>
                  <a:pt x="22800" y="351676"/>
                </a:lnTo>
                <a:lnTo>
                  <a:pt x="23245" y="352070"/>
                </a:lnTo>
                <a:lnTo>
                  <a:pt x="23694" y="352456"/>
                </a:lnTo>
                <a:lnTo>
                  <a:pt x="24150" y="352834"/>
                </a:lnTo>
                <a:lnTo>
                  <a:pt x="24611" y="353204"/>
                </a:lnTo>
                <a:lnTo>
                  <a:pt x="25078" y="353565"/>
                </a:lnTo>
                <a:lnTo>
                  <a:pt x="25550" y="353918"/>
                </a:lnTo>
                <a:lnTo>
                  <a:pt x="26027" y="354262"/>
                </a:lnTo>
                <a:lnTo>
                  <a:pt x="26511" y="354599"/>
                </a:lnTo>
                <a:lnTo>
                  <a:pt x="27000" y="354926"/>
                </a:lnTo>
                <a:lnTo>
                  <a:pt x="27494" y="355246"/>
                </a:lnTo>
                <a:lnTo>
                  <a:pt x="27994" y="355557"/>
                </a:lnTo>
                <a:lnTo>
                  <a:pt x="28499" y="355860"/>
                </a:lnTo>
                <a:lnTo>
                  <a:pt x="29011" y="356154"/>
                </a:lnTo>
                <a:lnTo>
                  <a:pt x="29527" y="356441"/>
                </a:lnTo>
                <a:lnTo>
                  <a:pt x="30049" y="356718"/>
                </a:lnTo>
                <a:lnTo>
                  <a:pt x="30577" y="356988"/>
                </a:lnTo>
                <a:lnTo>
                  <a:pt x="31111" y="357249"/>
                </a:lnTo>
                <a:lnTo>
                  <a:pt x="31649" y="357502"/>
                </a:lnTo>
                <a:lnTo>
                  <a:pt x="32194" y="357746"/>
                </a:lnTo>
                <a:lnTo>
                  <a:pt x="32756" y="357981"/>
                </a:lnTo>
                <a:lnTo>
                  <a:pt x="33321" y="358207"/>
                </a:lnTo>
                <a:lnTo>
                  <a:pt x="33888" y="358422"/>
                </a:lnTo>
                <a:lnTo>
                  <a:pt x="34459" y="358627"/>
                </a:lnTo>
                <a:lnTo>
                  <a:pt x="35032" y="358822"/>
                </a:lnTo>
                <a:lnTo>
                  <a:pt x="35608" y="359007"/>
                </a:lnTo>
                <a:lnTo>
                  <a:pt x="36186" y="359183"/>
                </a:lnTo>
                <a:lnTo>
                  <a:pt x="36768" y="359348"/>
                </a:lnTo>
                <a:lnTo>
                  <a:pt x="37352" y="359503"/>
                </a:lnTo>
                <a:lnTo>
                  <a:pt x="37939" y="359648"/>
                </a:lnTo>
                <a:lnTo>
                  <a:pt x="38529" y="359783"/>
                </a:lnTo>
                <a:lnTo>
                  <a:pt x="39121" y="359908"/>
                </a:lnTo>
                <a:lnTo>
                  <a:pt x="39717" y="360023"/>
                </a:lnTo>
                <a:lnTo>
                  <a:pt x="40315" y="360129"/>
                </a:lnTo>
                <a:lnTo>
                  <a:pt x="40916" y="360224"/>
                </a:lnTo>
                <a:lnTo>
                  <a:pt x="41519" y="360309"/>
                </a:lnTo>
                <a:lnTo>
                  <a:pt x="42126" y="360384"/>
                </a:lnTo>
                <a:lnTo>
                  <a:pt x="42735" y="360449"/>
                </a:lnTo>
                <a:lnTo>
                  <a:pt x="43347" y="360504"/>
                </a:lnTo>
                <a:lnTo>
                  <a:pt x="43962" y="360549"/>
                </a:lnTo>
                <a:lnTo>
                  <a:pt x="44580" y="360584"/>
                </a:lnTo>
                <a:lnTo>
                  <a:pt x="45200" y="360609"/>
                </a:lnTo>
                <a:lnTo>
                  <a:pt x="45823" y="360624"/>
                </a:lnTo>
                <a:lnTo>
                  <a:pt x="46449" y="360629"/>
                </a:lnTo>
                <a:lnTo>
                  <a:pt x="48371" y="360629"/>
                </a:lnTo>
                <a:lnTo>
                  <a:pt x="49181" y="360622"/>
                </a:lnTo>
                <a:lnTo>
                  <a:pt x="49984" y="360602"/>
                </a:lnTo>
                <a:lnTo>
                  <a:pt x="50779" y="360569"/>
                </a:lnTo>
                <a:lnTo>
                  <a:pt x="51565" y="360522"/>
                </a:lnTo>
                <a:lnTo>
                  <a:pt x="52345" y="360462"/>
                </a:lnTo>
                <a:close/>
                <a:moveTo>
                  <a:pt x="205414" y="299032"/>
                </a:moveTo>
                <a:lnTo>
                  <a:pt x="205429" y="299120"/>
                </a:lnTo>
                <a:lnTo>
                  <a:pt x="205445" y="299214"/>
                </a:lnTo>
                <a:lnTo>
                  <a:pt x="205462" y="299314"/>
                </a:lnTo>
                <a:lnTo>
                  <a:pt x="205479" y="299421"/>
                </a:lnTo>
                <a:lnTo>
                  <a:pt x="205496" y="299534"/>
                </a:lnTo>
                <a:lnTo>
                  <a:pt x="205514" y="299652"/>
                </a:lnTo>
                <a:lnTo>
                  <a:pt x="205533" y="299777"/>
                </a:lnTo>
                <a:lnTo>
                  <a:pt x="205552" y="299908"/>
                </a:lnTo>
                <a:lnTo>
                  <a:pt x="205572" y="300045"/>
                </a:lnTo>
                <a:lnTo>
                  <a:pt x="205592" y="300188"/>
                </a:lnTo>
                <a:lnTo>
                  <a:pt x="205613" y="300338"/>
                </a:lnTo>
                <a:lnTo>
                  <a:pt x="205634" y="300493"/>
                </a:lnTo>
                <a:lnTo>
                  <a:pt x="205656" y="300655"/>
                </a:lnTo>
                <a:lnTo>
                  <a:pt x="205679" y="300822"/>
                </a:lnTo>
                <a:lnTo>
                  <a:pt x="205702" y="300996"/>
                </a:lnTo>
                <a:lnTo>
                  <a:pt x="205726" y="301176"/>
                </a:lnTo>
                <a:lnTo>
                  <a:pt x="205750" y="301362"/>
                </a:lnTo>
                <a:lnTo>
                  <a:pt x="205774" y="301554"/>
                </a:lnTo>
                <a:lnTo>
                  <a:pt x="205800" y="301753"/>
                </a:lnTo>
                <a:lnTo>
                  <a:pt x="205826" y="301957"/>
                </a:lnTo>
                <a:lnTo>
                  <a:pt x="205852" y="302167"/>
                </a:lnTo>
                <a:lnTo>
                  <a:pt x="220588" y="302167"/>
                </a:lnTo>
                <a:lnTo>
                  <a:pt x="220588" y="300245"/>
                </a:lnTo>
                <a:lnTo>
                  <a:pt x="220596" y="299717"/>
                </a:lnTo>
                <a:lnTo>
                  <a:pt x="220620" y="299198"/>
                </a:lnTo>
                <a:lnTo>
                  <a:pt x="220660" y="298689"/>
                </a:lnTo>
                <a:lnTo>
                  <a:pt x="220717" y="298190"/>
                </a:lnTo>
                <a:lnTo>
                  <a:pt x="220789" y="297701"/>
                </a:lnTo>
                <a:lnTo>
                  <a:pt x="220878" y="297222"/>
                </a:lnTo>
                <a:lnTo>
                  <a:pt x="220983" y="296753"/>
                </a:lnTo>
                <a:lnTo>
                  <a:pt x="221104" y="296295"/>
                </a:lnTo>
                <a:lnTo>
                  <a:pt x="221241" y="295846"/>
                </a:lnTo>
                <a:lnTo>
                  <a:pt x="221394" y="295407"/>
                </a:lnTo>
                <a:lnTo>
                  <a:pt x="221563" y="294978"/>
                </a:lnTo>
                <a:lnTo>
                  <a:pt x="221749" y="294559"/>
                </a:lnTo>
                <a:lnTo>
                  <a:pt x="221950" y="294151"/>
                </a:lnTo>
                <a:lnTo>
                  <a:pt x="222168" y="293752"/>
                </a:lnTo>
                <a:lnTo>
                  <a:pt x="222402" y="293363"/>
                </a:lnTo>
                <a:lnTo>
                  <a:pt x="222652" y="292984"/>
                </a:lnTo>
                <a:lnTo>
                  <a:pt x="222918" y="292616"/>
                </a:lnTo>
                <a:lnTo>
                  <a:pt x="223200" y="292257"/>
                </a:lnTo>
                <a:lnTo>
                  <a:pt x="223499" y="291908"/>
                </a:lnTo>
                <a:lnTo>
                  <a:pt x="223813" y="291570"/>
                </a:lnTo>
                <a:lnTo>
                  <a:pt x="224144" y="291241"/>
                </a:lnTo>
                <a:lnTo>
                  <a:pt x="224491" y="290922"/>
                </a:lnTo>
                <a:lnTo>
                  <a:pt x="224853" y="290614"/>
                </a:lnTo>
                <a:lnTo>
                  <a:pt x="225232" y="290315"/>
                </a:lnTo>
                <a:lnTo>
                  <a:pt x="225626" y="290027"/>
                </a:lnTo>
                <a:lnTo>
                  <a:pt x="226033" y="289752"/>
                </a:lnTo>
                <a:lnTo>
                  <a:pt x="226454" y="289489"/>
                </a:lnTo>
                <a:lnTo>
                  <a:pt x="226888" y="289238"/>
                </a:lnTo>
                <a:lnTo>
                  <a:pt x="227335" y="289000"/>
                </a:lnTo>
                <a:lnTo>
                  <a:pt x="227795" y="288773"/>
                </a:lnTo>
                <a:lnTo>
                  <a:pt x="228269" y="288559"/>
                </a:lnTo>
                <a:lnTo>
                  <a:pt x="228756" y="288357"/>
                </a:lnTo>
                <a:lnTo>
                  <a:pt x="229257" y="288168"/>
                </a:lnTo>
                <a:lnTo>
                  <a:pt x="229771" y="287990"/>
                </a:lnTo>
                <a:lnTo>
                  <a:pt x="230298" y="287825"/>
                </a:lnTo>
                <a:lnTo>
                  <a:pt x="230838" y="287672"/>
                </a:lnTo>
                <a:lnTo>
                  <a:pt x="231392" y="287532"/>
                </a:lnTo>
                <a:lnTo>
                  <a:pt x="231960" y="287403"/>
                </a:lnTo>
                <a:lnTo>
                  <a:pt x="232540" y="287287"/>
                </a:lnTo>
                <a:lnTo>
                  <a:pt x="233134" y="287183"/>
                </a:lnTo>
                <a:lnTo>
                  <a:pt x="233741" y="287091"/>
                </a:lnTo>
                <a:lnTo>
                  <a:pt x="234362" y="287012"/>
                </a:lnTo>
                <a:lnTo>
                  <a:pt x="234996" y="286944"/>
                </a:lnTo>
                <a:lnTo>
                  <a:pt x="235643" y="286889"/>
                </a:lnTo>
                <a:lnTo>
                  <a:pt x="236304" y="286846"/>
                </a:lnTo>
                <a:lnTo>
                  <a:pt x="236978" y="286816"/>
                </a:lnTo>
                <a:lnTo>
                  <a:pt x="237666" y="286797"/>
                </a:lnTo>
                <a:lnTo>
                  <a:pt x="238366" y="286791"/>
                </a:lnTo>
                <a:lnTo>
                  <a:pt x="239131" y="286797"/>
                </a:lnTo>
                <a:lnTo>
                  <a:pt x="239877" y="286816"/>
                </a:lnTo>
                <a:lnTo>
                  <a:pt x="240604" y="286846"/>
                </a:lnTo>
                <a:lnTo>
                  <a:pt x="241312" y="286889"/>
                </a:lnTo>
                <a:lnTo>
                  <a:pt x="242001" y="286944"/>
                </a:lnTo>
                <a:lnTo>
                  <a:pt x="242671" y="287012"/>
                </a:lnTo>
                <a:lnTo>
                  <a:pt x="243322" y="287091"/>
                </a:lnTo>
                <a:lnTo>
                  <a:pt x="243954" y="287183"/>
                </a:lnTo>
                <a:lnTo>
                  <a:pt x="244568" y="287287"/>
                </a:lnTo>
                <a:lnTo>
                  <a:pt x="245162" y="287403"/>
                </a:lnTo>
                <a:lnTo>
                  <a:pt x="245738" y="287532"/>
                </a:lnTo>
                <a:lnTo>
                  <a:pt x="246295" y="287672"/>
                </a:lnTo>
                <a:lnTo>
                  <a:pt x="246832" y="287825"/>
                </a:lnTo>
                <a:lnTo>
                  <a:pt x="247351" y="287990"/>
                </a:lnTo>
                <a:lnTo>
                  <a:pt x="247851" y="288168"/>
                </a:lnTo>
                <a:lnTo>
                  <a:pt x="248332" y="288357"/>
                </a:lnTo>
                <a:lnTo>
                  <a:pt x="248795" y="288559"/>
                </a:lnTo>
                <a:lnTo>
                  <a:pt x="249238" y="288773"/>
                </a:lnTo>
                <a:lnTo>
                  <a:pt x="249662" y="289000"/>
                </a:lnTo>
                <a:lnTo>
                  <a:pt x="250068" y="289238"/>
                </a:lnTo>
                <a:lnTo>
                  <a:pt x="250454" y="289489"/>
                </a:lnTo>
                <a:lnTo>
                  <a:pt x="250822" y="289752"/>
                </a:lnTo>
                <a:lnTo>
                  <a:pt x="251170" y="290027"/>
                </a:lnTo>
                <a:lnTo>
                  <a:pt x="251500" y="290315"/>
                </a:lnTo>
                <a:lnTo>
                  <a:pt x="251827" y="290616"/>
                </a:lnTo>
                <a:lnTo>
                  <a:pt x="252140" y="290931"/>
                </a:lnTo>
                <a:lnTo>
                  <a:pt x="252439" y="291261"/>
                </a:lnTo>
                <a:lnTo>
                  <a:pt x="252724" y="291605"/>
                </a:lnTo>
                <a:lnTo>
                  <a:pt x="252995" y="291964"/>
                </a:lnTo>
                <a:lnTo>
                  <a:pt x="253252" y="292337"/>
                </a:lnTo>
                <a:lnTo>
                  <a:pt x="253495" y="292725"/>
                </a:lnTo>
                <a:lnTo>
                  <a:pt x="253725" y="293127"/>
                </a:lnTo>
                <a:lnTo>
                  <a:pt x="253940" y="293543"/>
                </a:lnTo>
                <a:lnTo>
                  <a:pt x="254142" y="293974"/>
                </a:lnTo>
                <a:lnTo>
                  <a:pt x="254330" y="294420"/>
                </a:lnTo>
                <a:lnTo>
                  <a:pt x="254503" y="294880"/>
                </a:lnTo>
                <a:lnTo>
                  <a:pt x="254663" y="295354"/>
                </a:lnTo>
                <a:lnTo>
                  <a:pt x="254809" y="295843"/>
                </a:lnTo>
                <a:lnTo>
                  <a:pt x="254941" y="296346"/>
                </a:lnTo>
                <a:lnTo>
                  <a:pt x="255059" y="296864"/>
                </a:lnTo>
                <a:lnTo>
                  <a:pt x="255164" y="297396"/>
                </a:lnTo>
                <a:lnTo>
                  <a:pt x="255254" y="297943"/>
                </a:lnTo>
                <a:lnTo>
                  <a:pt x="255331" y="298504"/>
                </a:lnTo>
                <a:lnTo>
                  <a:pt x="255393" y="299080"/>
                </a:lnTo>
                <a:lnTo>
                  <a:pt x="255442" y="299670"/>
                </a:lnTo>
                <a:lnTo>
                  <a:pt x="255477" y="300274"/>
                </a:lnTo>
                <a:lnTo>
                  <a:pt x="255497" y="300893"/>
                </a:lnTo>
                <a:lnTo>
                  <a:pt x="255504" y="301527"/>
                </a:lnTo>
                <a:lnTo>
                  <a:pt x="255504" y="310496"/>
                </a:lnTo>
                <a:lnTo>
                  <a:pt x="253929" y="310501"/>
                </a:lnTo>
                <a:lnTo>
                  <a:pt x="252379" y="310515"/>
                </a:lnTo>
                <a:lnTo>
                  <a:pt x="250854" y="310539"/>
                </a:lnTo>
                <a:lnTo>
                  <a:pt x="249356" y="310572"/>
                </a:lnTo>
                <a:lnTo>
                  <a:pt x="247882" y="310614"/>
                </a:lnTo>
                <a:lnTo>
                  <a:pt x="246435" y="310666"/>
                </a:lnTo>
                <a:lnTo>
                  <a:pt x="245013" y="310728"/>
                </a:lnTo>
                <a:lnTo>
                  <a:pt x="243616" y="310799"/>
                </a:lnTo>
                <a:lnTo>
                  <a:pt x="242245" y="310879"/>
                </a:lnTo>
                <a:lnTo>
                  <a:pt x="240900" y="310969"/>
                </a:lnTo>
                <a:lnTo>
                  <a:pt x="239580" y="311068"/>
                </a:lnTo>
                <a:lnTo>
                  <a:pt x="238286" y="311177"/>
                </a:lnTo>
                <a:lnTo>
                  <a:pt x="237018" y="311295"/>
                </a:lnTo>
                <a:lnTo>
                  <a:pt x="235775" y="311423"/>
                </a:lnTo>
                <a:lnTo>
                  <a:pt x="234557" y="311560"/>
                </a:lnTo>
                <a:lnTo>
                  <a:pt x="233365" y="311706"/>
                </a:lnTo>
                <a:lnTo>
                  <a:pt x="232199" y="311862"/>
                </a:lnTo>
                <a:lnTo>
                  <a:pt x="231059" y="312028"/>
                </a:lnTo>
                <a:lnTo>
                  <a:pt x="229944" y="312203"/>
                </a:lnTo>
                <a:lnTo>
                  <a:pt x="228854" y="312387"/>
                </a:lnTo>
                <a:lnTo>
                  <a:pt x="227790" y="312581"/>
                </a:lnTo>
                <a:lnTo>
                  <a:pt x="226752" y="312784"/>
                </a:lnTo>
                <a:lnTo>
                  <a:pt x="225739" y="312997"/>
                </a:lnTo>
                <a:lnTo>
                  <a:pt x="224752" y="313219"/>
                </a:lnTo>
                <a:lnTo>
                  <a:pt x="223802" y="313452"/>
                </a:lnTo>
                <a:lnTo>
                  <a:pt x="222873" y="313695"/>
                </a:lnTo>
                <a:lnTo>
                  <a:pt x="221967" y="313950"/>
                </a:lnTo>
                <a:lnTo>
                  <a:pt x="221081" y="314216"/>
                </a:lnTo>
                <a:lnTo>
                  <a:pt x="220218" y="314493"/>
                </a:lnTo>
                <a:lnTo>
                  <a:pt x="219376" y="314781"/>
                </a:lnTo>
                <a:lnTo>
                  <a:pt x="218556" y="315080"/>
                </a:lnTo>
                <a:lnTo>
                  <a:pt x="217758" y="315390"/>
                </a:lnTo>
                <a:lnTo>
                  <a:pt x="216981" y="315712"/>
                </a:lnTo>
                <a:lnTo>
                  <a:pt x="216226" y="316044"/>
                </a:lnTo>
                <a:lnTo>
                  <a:pt x="215493" y="316388"/>
                </a:lnTo>
                <a:lnTo>
                  <a:pt x="214781" y="316743"/>
                </a:lnTo>
                <a:lnTo>
                  <a:pt x="214092" y="317109"/>
                </a:lnTo>
                <a:lnTo>
                  <a:pt x="213423" y="317486"/>
                </a:lnTo>
                <a:lnTo>
                  <a:pt x="212777" y="317874"/>
                </a:lnTo>
                <a:lnTo>
                  <a:pt x="212152" y="318273"/>
                </a:lnTo>
                <a:lnTo>
                  <a:pt x="211549" y="318684"/>
                </a:lnTo>
                <a:lnTo>
                  <a:pt x="210967" y="319105"/>
                </a:lnTo>
                <a:lnTo>
                  <a:pt x="210408" y="319538"/>
                </a:lnTo>
                <a:lnTo>
                  <a:pt x="209870" y="319982"/>
                </a:lnTo>
                <a:lnTo>
                  <a:pt x="209353" y="320437"/>
                </a:lnTo>
                <a:lnTo>
                  <a:pt x="208859" y="320903"/>
                </a:lnTo>
                <a:lnTo>
                  <a:pt x="208386" y="321380"/>
                </a:lnTo>
                <a:lnTo>
                  <a:pt x="207934" y="321868"/>
                </a:lnTo>
                <a:lnTo>
                  <a:pt x="207516" y="322355"/>
                </a:lnTo>
                <a:lnTo>
                  <a:pt x="207116" y="322856"/>
                </a:lnTo>
                <a:lnTo>
                  <a:pt x="206733" y="323370"/>
                </a:lnTo>
                <a:lnTo>
                  <a:pt x="206368" y="323897"/>
                </a:lnTo>
                <a:lnTo>
                  <a:pt x="206021" y="324438"/>
                </a:lnTo>
                <a:lnTo>
                  <a:pt x="205692" y="324992"/>
                </a:lnTo>
                <a:lnTo>
                  <a:pt x="205380" y="325559"/>
                </a:lnTo>
                <a:lnTo>
                  <a:pt x="205087" y="326139"/>
                </a:lnTo>
                <a:lnTo>
                  <a:pt x="204811" y="326733"/>
                </a:lnTo>
                <a:lnTo>
                  <a:pt x="204553" y="327341"/>
                </a:lnTo>
                <a:lnTo>
                  <a:pt x="204313" y="327961"/>
                </a:lnTo>
                <a:lnTo>
                  <a:pt x="204090" y="328595"/>
                </a:lnTo>
                <a:lnTo>
                  <a:pt x="203886" y="329243"/>
                </a:lnTo>
                <a:lnTo>
                  <a:pt x="203699" y="329903"/>
                </a:lnTo>
                <a:lnTo>
                  <a:pt x="203530" y="330577"/>
                </a:lnTo>
                <a:lnTo>
                  <a:pt x="203378" y="331265"/>
                </a:lnTo>
                <a:lnTo>
                  <a:pt x="203245" y="331966"/>
                </a:lnTo>
                <a:lnTo>
                  <a:pt x="203129" y="332680"/>
                </a:lnTo>
                <a:lnTo>
                  <a:pt x="203031" y="333407"/>
                </a:lnTo>
                <a:lnTo>
                  <a:pt x="202951" y="334148"/>
                </a:lnTo>
                <a:lnTo>
                  <a:pt x="202889" y="334902"/>
                </a:lnTo>
                <a:lnTo>
                  <a:pt x="202844" y="335669"/>
                </a:lnTo>
                <a:lnTo>
                  <a:pt x="202818" y="336450"/>
                </a:lnTo>
                <a:lnTo>
                  <a:pt x="202809" y="337244"/>
                </a:lnTo>
                <a:lnTo>
                  <a:pt x="202820" y="338196"/>
                </a:lnTo>
                <a:lnTo>
                  <a:pt x="202856" y="339128"/>
                </a:lnTo>
                <a:lnTo>
                  <a:pt x="202914" y="340040"/>
                </a:lnTo>
                <a:lnTo>
                  <a:pt x="202996" y="340933"/>
                </a:lnTo>
                <a:lnTo>
                  <a:pt x="203101" y="341806"/>
                </a:lnTo>
                <a:lnTo>
                  <a:pt x="203229" y="342660"/>
                </a:lnTo>
                <a:lnTo>
                  <a:pt x="203381" y="343495"/>
                </a:lnTo>
                <a:lnTo>
                  <a:pt x="203556" y="344310"/>
                </a:lnTo>
                <a:lnTo>
                  <a:pt x="203755" y="345105"/>
                </a:lnTo>
                <a:lnTo>
                  <a:pt x="203977" y="345881"/>
                </a:lnTo>
                <a:lnTo>
                  <a:pt x="204222" y="346638"/>
                </a:lnTo>
                <a:lnTo>
                  <a:pt x="204491" y="347375"/>
                </a:lnTo>
                <a:lnTo>
                  <a:pt x="204783" y="348093"/>
                </a:lnTo>
                <a:lnTo>
                  <a:pt x="205098" y="348791"/>
                </a:lnTo>
                <a:lnTo>
                  <a:pt x="205437" y="349470"/>
                </a:lnTo>
                <a:lnTo>
                  <a:pt x="205799" y="350129"/>
                </a:lnTo>
                <a:lnTo>
                  <a:pt x="206184" y="350769"/>
                </a:lnTo>
                <a:lnTo>
                  <a:pt x="206593" y="351389"/>
                </a:lnTo>
                <a:lnTo>
                  <a:pt x="207025" y="351990"/>
                </a:lnTo>
                <a:lnTo>
                  <a:pt x="207480" y="352572"/>
                </a:lnTo>
                <a:lnTo>
                  <a:pt x="207959" y="353134"/>
                </a:lnTo>
                <a:lnTo>
                  <a:pt x="208461" y="353676"/>
                </a:lnTo>
                <a:lnTo>
                  <a:pt x="208987" y="354199"/>
                </a:lnTo>
                <a:lnTo>
                  <a:pt x="209536" y="354703"/>
                </a:lnTo>
                <a:lnTo>
                  <a:pt x="210120" y="355186"/>
                </a:lnTo>
                <a:lnTo>
                  <a:pt x="210724" y="355649"/>
                </a:lnTo>
                <a:lnTo>
                  <a:pt x="211348" y="356092"/>
                </a:lnTo>
                <a:lnTo>
                  <a:pt x="211992" y="356514"/>
                </a:lnTo>
                <a:lnTo>
                  <a:pt x="212656" y="356915"/>
                </a:lnTo>
                <a:lnTo>
                  <a:pt x="213340" y="357296"/>
                </a:lnTo>
                <a:lnTo>
                  <a:pt x="214044" y="357656"/>
                </a:lnTo>
                <a:lnTo>
                  <a:pt x="214768" y="357995"/>
                </a:lnTo>
                <a:lnTo>
                  <a:pt x="215512" y="358314"/>
                </a:lnTo>
                <a:lnTo>
                  <a:pt x="216276" y="358613"/>
                </a:lnTo>
                <a:lnTo>
                  <a:pt x="217061" y="358890"/>
                </a:lnTo>
                <a:lnTo>
                  <a:pt x="217865" y="359148"/>
                </a:lnTo>
                <a:lnTo>
                  <a:pt x="218689" y="359384"/>
                </a:lnTo>
                <a:lnTo>
                  <a:pt x="219533" y="359600"/>
                </a:lnTo>
                <a:lnTo>
                  <a:pt x="220397" y="359796"/>
                </a:lnTo>
                <a:lnTo>
                  <a:pt x="221282" y="359971"/>
                </a:lnTo>
                <a:lnTo>
                  <a:pt x="222186" y="360125"/>
                </a:lnTo>
                <a:lnTo>
                  <a:pt x="223110" y="360259"/>
                </a:lnTo>
                <a:lnTo>
                  <a:pt x="224055" y="360372"/>
                </a:lnTo>
                <a:lnTo>
                  <a:pt x="225019" y="360464"/>
                </a:lnTo>
                <a:lnTo>
                  <a:pt x="226003" y="360537"/>
                </a:lnTo>
                <a:lnTo>
                  <a:pt x="227008" y="360588"/>
                </a:lnTo>
                <a:lnTo>
                  <a:pt x="228032" y="360619"/>
                </a:lnTo>
                <a:lnTo>
                  <a:pt x="229077" y="360629"/>
                </a:lnTo>
                <a:lnTo>
                  <a:pt x="229556" y="360627"/>
                </a:lnTo>
                <a:lnTo>
                  <a:pt x="230034" y="360620"/>
                </a:lnTo>
                <a:lnTo>
                  <a:pt x="230511" y="360609"/>
                </a:lnTo>
                <a:lnTo>
                  <a:pt x="230985" y="360594"/>
                </a:lnTo>
                <a:lnTo>
                  <a:pt x="231458" y="360574"/>
                </a:lnTo>
                <a:lnTo>
                  <a:pt x="231930" y="360549"/>
                </a:lnTo>
                <a:lnTo>
                  <a:pt x="232399" y="360520"/>
                </a:lnTo>
                <a:lnTo>
                  <a:pt x="232867" y="360487"/>
                </a:lnTo>
                <a:lnTo>
                  <a:pt x="233334" y="360449"/>
                </a:lnTo>
                <a:lnTo>
                  <a:pt x="233798" y="360407"/>
                </a:lnTo>
                <a:lnTo>
                  <a:pt x="234261" y="360360"/>
                </a:lnTo>
                <a:lnTo>
                  <a:pt x="234722" y="360309"/>
                </a:lnTo>
                <a:lnTo>
                  <a:pt x="235182" y="360253"/>
                </a:lnTo>
                <a:lnTo>
                  <a:pt x="235640" y="360193"/>
                </a:lnTo>
                <a:lnTo>
                  <a:pt x="236096" y="360129"/>
                </a:lnTo>
                <a:lnTo>
                  <a:pt x="236551" y="360060"/>
                </a:lnTo>
                <a:lnTo>
                  <a:pt x="237004" y="359986"/>
                </a:lnTo>
                <a:lnTo>
                  <a:pt x="237455" y="359908"/>
                </a:lnTo>
                <a:lnTo>
                  <a:pt x="237905" y="359826"/>
                </a:lnTo>
                <a:lnTo>
                  <a:pt x="238353" y="359739"/>
                </a:lnTo>
                <a:lnTo>
                  <a:pt x="238799" y="359648"/>
                </a:lnTo>
                <a:lnTo>
                  <a:pt x="239244" y="359552"/>
                </a:lnTo>
                <a:lnTo>
                  <a:pt x="239687" y="359452"/>
                </a:lnTo>
                <a:lnTo>
                  <a:pt x="240128" y="359348"/>
                </a:lnTo>
                <a:lnTo>
                  <a:pt x="240567" y="359251"/>
                </a:lnTo>
                <a:lnTo>
                  <a:pt x="241002" y="359149"/>
                </a:lnTo>
                <a:lnTo>
                  <a:pt x="241435" y="359040"/>
                </a:lnTo>
                <a:lnTo>
                  <a:pt x="241863" y="358925"/>
                </a:lnTo>
                <a:lnTo>
                  <a:pt x="242289" y="358804"/>
                </a:lnTo>
                <a:lnTo>
                  <a:pt x="242711" y="358677"/>
                </a:lnTo>
                <a:lnTo>
                  <a:pt x="243130" y="358544"/>
                </a:lnTo>
                <a:lnTo>
                  <a:pt x="243545" y="358405"/>
                </a:lnTo>
                <a:lnTo>
                  <a:pt x="243957" y="358259"/>
                </a:lnTo>
                <a:lnTo>
                  <a:pt x="244366" y="358108"/>
                </a:lnTo>
                <a:lnTo>
                  <a:pt x="244771" y="357950"/>
                </a:lnTo>
                <a:lnTo>
                  <a:pt x="245174" y="357786"/>
                </a:lnTo>
                <a:lnTo>
                  <a:pt x="245572" y="357616"/>
                </a:lnTo>
                <a:lnTo>
                  <a:pt x="245968" y="357440"/>
                </a:lnTo>
                <a:lnTo>
                  <a:pt x="246360" y="357258"/>
                </a:lnTo>
                <a:lnTo>
                  <a:pt x="246748" y="357070"/>
                </a:lnTo>
                <a:lnTo>
                  <a:pt x="247134" y="356875"/>
                </a:lnTo>
                <a:lnTo>
                  <a:pt x="247516" y="356675"/>
                </a:lnTo>
                <a:lnTo>
                  <a:pt x="247895" y="356468"/>
                </a:lnTo>
                <a:lnTo>
                  <a:pt x="248270" y="356256"/>
                </a:lnTo>
                <a:lnTo>
                  <a:pt x="248642" y="356037"/>
                </a:lnTo>
                <a:lnTo>
                  <a:pt x="249011" y="355812"/>
                </a:lnTo>
                <a:lnTo>
                  <a:pt x="249376" y="355581"/>
                </a:lnTo>
                <a:lnTo>
                  <a:pt x="249738" y="355344"/>
                </a:lnTo>
                <a:lnTo>
                  <a:pt x="250096" y="355087"/>
                </a:lnTo>
                <a:lnTo>
                  <a:pt x="250448" y="354823"/>
                </a:lnTo>
                <a:lnTo>
                  <a:pt x="250794" y="354553"/>
                </a:lnTo>
                <a:lnTo>
                  <a:pt x="251135" y="354276"/>
                </a:lnTo>
                <a:lnTo>
                  <a:pt x="251471" y="353992"/>
                </a:lnTo>
                <a:lnTo>
                  <a:pt x="251800" y="353702"/>
                </a:lnTo>
                <a:lnTo>
                  <a:pt x="252125" y="353405"/>
                </a:lnTo>
                <a:lnTo>
                  <a:pt x="252443" y="353101"/>
                </a:lnTo>
                <a:lnTo>
                  <a:pt x="252756" y="352791"/>
                </a:lnTo>
                <a:lnTo>
                  <a:pt x="253064" y="352474"/>
                </a:lnTo>
                <a:lnTo>
                  <a:pt x="253366" y="352150"/>
                </a:lnTo>
                <a:lnTo>
                  <a:pt x="253662" y="351820"/>
                </a:lnTo>
                <a:lnTo>
                  <a:pt x="253953" y="351483"/>
                </a:lnTo>
                <a:lnTo>
                  <a:pt x="254239" y="351139"/>
                </a:lnTo>
                <a:lnTo>
                  <a:pt x="254518" y="350789"/>
                </a:lnTo>
                <a:lnTo>
                  <a:pt x="254793" y="350432"/>
                </a:lnTo>
                <a:lnTo>
                  <a:pt x="255061" y="350068"/>
                </a:lnTo>
                <a:lnTo>
                  <a:pt x="255324" y="349698"/>
                </a:lnTo>
                <a:lnTo>
                  <a:pt x="255582" y="349321"/>
                </a:lnTo>
                <a:lnTo>
                  <a:pt x="255834" y="348937"/>
                </a:lnTo>
                <a:lnTo>
                  <a:pt x="256080" y="348546"/>
                </a:lnTo>
                <a:lnTo>
                  <a:pt x="256321" y="348149"/>
                </a:lnTo>
                <a:lnTo>
                  <a:pt x="256556" y="347746"/>
                </a:lnTo>
                <a:lnTo>
                  <a:pt x="256786" y="347335"/>
                </a:lnTo>
                <a:lnTo>
                  <a:pt x="256827" y="347758"/>
                </a:lnTo>
                <a:lnTo>
                  <a:pt x="256872" y="348174"/>
                </a:lnTo>
                <a:lnTo>
                  <a:pt x="256921" y="348581"/>
                </a:lnTo>
                <a:lnTo>
                  <a:pt x="256973" y="348981"/>
                </a:lnTo>
                <a:lnTo>
                  <a:pt x="257028" y="349373"/>
                </a:lnTo>
                <a:lnTo>
                  <a:pt x="257086" y="349758"/>
                </a:lnTo>
                <a:lnTo>
                  <a:pt x="257148" y="350134"/>
                </a:lnTo>
                <a:lnTo>
                  <a:pt x="257213" y="350503"/>
                </a:lnTo>
                <a:lnTo>
                  <a:pt x="257281" y="350864"/>
                </a:lnTo>
                <a:lnTo>
                  <a:pt x="257353" y="351217"/>
                </a:lnTo>
                <a:lnTo>
                  <a:pt x="257428" y="351562"/>
                </a:lnTo>
                <a:lnTo>
                  <a:pt x="257507" y="351900"/>
                </a:lnTo>
                <a:lnTo>
                  <a:pt x="257588" y="352230"/>
                </a:lnTo>
                <a:lnTo>
                  <a:pt x="257673" y="352552"/>
                </a:lnTo>
                <a:lnTo>
                  <a:pt x="257762" y="352866"/>
                </a:lnTo>
                <a:lnTo>
                  <a:pt x="257854" y="353172"/>
                </a:lnTo>
                <a:lnTo>
                  <a:pt x="257949" y="353471"/>
                </a:lnTo>
                <a:lnTo>
                  <a:pt x="258047" y="353762"/>
                </a:lnTo>
                <a:lnTo>
                  <a:pt x="258149" y="354045"/>
                </a:lnTo>
                <a:lnTo>
                  <a:pt x="258254" y="354320"/>
                </a:lnTo>
                <a:lnTo>
                  <a:pt x="258362" y="354588"/>
                </a:lnTo>
                <a:lnTo>
                  <a:pt x="258474" y="354847"/>
                </a:lnTo>
                <a:lnTo>
                  <a:pt x="258589" y="355099"/>
                </a:lnTo>
                <a:lnTo>
                  <a:pt x="258708" y="355344"/>
                </a:lnTo>
                <a:lnTo>
                  <a:pt x="258831" y="355581"/>
                </a:lnTo>
                <a:lnTo>
                  <a:pt x="258959" y="355812"/>
                </a:lnTo>
                <a:lnTo>
                  <a:pt x="259093" y="356037"/>
                </a:lnTo>
                <a:lnTo>
                  <a:pt x="259233" y="356256"/>
                </a:lnTo>
                <a:lnTo>
                  <a:pt x="259378" y="356468"/>
                </a:lnTo>
                <a:lnTo>
                  <a:pt x="259529" y="356675"/>
                </a:lnTo>
                <a:lnTo>
                  <a:pt x="259685" y="356875"/>
                </a:lnTo>
                <a:lnTo>
                  <a:pt x="259847" y="357070"/>
                </a:lnTo>
                <a:lnTo>
                  <a:pt x="260014" y="357258"/>
                </a:lnTo>
                <a:lnTo>
                  <a:pt x="260187" y="357440"/>
                </a:lnTo>
                <a:lnTo>
                  <a:pt x="260366" y="357616"/>
                </a:lnTo>
                <a:lnTo>
                  <a:pt x="260550" y="357786"/>
                </a:lnTo>
                <a:lnTo>
                  <a:pt x="260739" y="357950"/>
                </a:lnTo>
                <a:lnTo>
                  <a:pt x="260935" y="358108"/>
                </a:lnTo>
                <a:lnTo>
                  <a:pt x="261135" y="358259"/>
                </a:lnTo>
                <a:lnTo>
                  <a:pt x="261342" y="358405"/>
                </a:lnTo>
                <a:lnTo>
                  <a:pt x="261554" y="358544"/>
                </a:lnTo>
                <a:lnTo>
                  <a:pt x="261771" y="358677"/>
                </a:lnTo>
                <a:lnTo>
                  <a:pt x="261994" y="358804"/>
                </a:lnTo>
                <a:lnTo>
                  <a:pt x="262223" y="358925"/>
                </a:lnTo>
                <a:lnTo>
                  <a:pt x="262457" y="359040"/>
                </a:lnTo>
                <a:lnTo>
                  <a:pt x="262696" y="359149"/>
                </a:lnTo>
                <a:lnTo>
                  <a:pt x="262942" y="359251"/>
                </a:lnTo>
                <a:lnTo>
                  <a:pt x="263192" y="359348"/>
                </a:lnTo>
                <a:lnTo>
                  <a:pt x="263449" y="359452"/>
                </a:lnTo>
                <a:lnTo>
                  <a:pt x="263712" y="359552"/>
                </a:lnTo>
                <a:lnTo>
                  <a:pt x="263981" y="359648"/>
                </a:lnTo>
                <a:lnTo>
                  <a:pt x="264256" y="359739"/>
                </a:lnTo>
                <a:lnTo>
                  <a:pt x="264537" y="359826"/>
                </a:lnTo>
                <a:lnTo>
                  <a:pt x="264824" y="359908"/>
                </a:lnTo>
                <a:lnTo>
                  <a:pt x="265118" y="359986"/>
                </a:lnTo>
                <a:lnTo>
                  <a:pt x="265417" y="360060"/>
                </a:lnTo>
                <a:lnTo>
                  <a:pt x="265723" y="360129"/>
                </a:lnTo>
                <a:lnTo>
                  <a:pt x="266034" y="360193"/>
                </a:lnTo>
                <a:lnTo>
                  <a:pt x="266352" y="360253"/>
                </a:lnTo>
                <a:lnTo>
                  <a:pt x="266676" y="360309"/>
                </a:lnTo>
                <a:lnTo>
                  <a:pt x="267006" y="360360"/>
                </a:lnTo>
                <a:lnTo>
                  <a:pt x="267342" y="360407"/>
                </a:lnTo>
                <a:lnTo>
                  <a:pt x="267685" y="360449"/>
                </a:lnTo>
                <a:lnTo>
                  <a:pt x="268033" y="360487"/>
                </a:lnTo>
                <a:lnTo>
                  <a:pt x="268388" y="360520"/>
                </a:lnTo>
                <a:lnTo>
                  <a:pt x="268748" y="360549"/>
                </a:lnTo>
                <a:lnTo>
                  <a:pt x="269115" y="360574"/>
                </a:lnTo>
                <a:lnTo>
                  <a:pt x="269488" y="360594"/>
                </a:lnTo>
                <a:lnTo>
                  <a:pt x="269867" y="360609"/>
                </a:lnTo>
                <a:lnTo>
                  <a:pt x="270252" y="360620"/>
                </a:lnTo>
                <a:lnTo>
                  <a:pt x="270643" y="360627"/>
                </a:lnTo>
                <a:lnTo>
                  <a:pt x="271041" y="360629"/>
                </a:lnTo>
                <a:lnTo>
                  <a:pt x="271321" y="360628"/>
                </a:lnTo>
                <a:lnTo>
                  <a:pt x="271599" y="360624"/>
                </a:lnTo>
                <a:lnTo>
                  <a:pt x="271877" y="360617"/>
                </a:lnTo>
                <a:lnTo>
                  <a:pt x="272153" y="360607"/>
                </a:lnTo>
                <a:lnTo>
                  <a:pt x="272428" y="360594"/>
                </a:lnTo>
                <a:lnTo>
                  <a:pt x="272703" y="360579"/>
                </a:lnTo>
                <a:lnTo>
                  <a:pt x="272976" y="360561"/>
                </a:lnTo>
                <a:lnTo>
                  <a:pt x="273248" y="360540"/>
                </a:lnTo>
                <a:lnTo>
                  <a:pt x="273518" y="360516"/>
                </a:lnTo>
                <a:lnTo>
                  <a:pt x="273788" y="360490"/>
                </a:lnTo>
                <a:lnTo>
                  <a:pt x="274057" y="360461"/>
                </a:lnTo>
                <a:lnTo>
                  <a:pt x="274324" y="360429"/>
                </a:lnTo>
                <a:lnTo>
                  <a:pt x="274591" y="360394"/>
                </a:lnTo>
                <a:lnTo>
                  <a:pt x="274856" y="360357"/>
                </a:lnTo>
                <a:lnTo>
                  <a:pt x="275120" y="360316"/>
                </a:lnTo>
                <a:lnTo>
                  <a:pt x="275383" y="360273"/>
                </a:lnTo>
                <a:lnTo>
                  <a:pt x="275645" y="360227"/>
                </a:lnTo>
                <a:lnTo>
                  <a:pt x="275906" y="360179"/>
                </a:lnTo>
                <a:lnTo>
                  <a:pt x="276166" y="360127"/>
                </a:lnTo>
                <a:lnTo>
                  <a:pt x="276424" y="360073"/>
                </a:lnTo>
                <a:lnTo>
                  <a:pt x="276682" y="360016"/>
                </a:lnTo>
                <a:lnTo>
                  <a:pt x="276938" y="359956"/>
                </a:lnTo>
                <a:lnTo>
                  <a:pt x="277193" y="359894"/>
                </a:lnTo>
                <a:lnTo>
                  <a:pt x="277448" y="359828"/>
                </a:lnTo>
                <a:lnTo>
                  <a:pt x="277699" y="359760"/>
                </a:lnTo>
                <a:lnTo>
                  <a:pt x="277948" y="359690"/>
                </a:lnTo>
                <a:lnTo>
                  <a:pt x="278193" y="359618"/>
                </a:lnTo>
                <a:lnTo>
                  <a:pt x="278435" y="359544"/>
                </a:lnTo>
                <a:lnTo>
                  <a:pt x="278674" y="359467"/>
                </a:lnTo>
                <a:lnTo>
                  <a:pt x="278909" y="359388"/>
                </a:lnTo>
                <a:lnTo>
                  <a:pt x="279141" y="359307"/>
                </a:lnTo>
                <a:lnTo>
                  <a:pt x="279370" y="359223"/>
                </a:lnTo>
                <a:lnTo>
                  <a:pt x="279595" y="359138"/>
                </a:lnTo>
                <a:lnTo>
                  <a:pt x="279817" y="359050"/>
                </a:lnTo>
                <a:lnTo>
                  <a:pt x="280035" y="358960"/>
                </a:lnTo>
                <a:lnTo>
                  <a:pt x="280250" y="358867"/>
                </a:lnTo>
                <a:lnTo>
                  <a:pt x="280462" y="358773"/>
                </a:lnTo>
                <a:lnTo>
                  <a:pt x="280671" y="358676"/>
                </a:lnTo>
                <a:lnTo>
                  <a:pt x="280876" y="358577"/>
                </a:lnTo>
                <a:lnTo>
                  <a:pt x="281078" y="358476"/>
                </a:lnTo>
                <a:lnTo>
                  <a:pt x="281277" y="358372"/>
                </a:lnTo>
                <a:lnTo>
                  <a:pt x="281472" y="358267"/>
                </a:lnTo>
                <a:lnTo>
                  <a:pt x="281664" y="358159"/>
                </a:lnTo>
                <a:lnTo>
                  <a:pt x="281852" y="358049"/>
                </a:lnTo>
                <a:lnTo>
                  <a:pt x="282037" y="357936"/>
                </a:lnTo>
                <a:lnTo>
                  <a:pt x="282219" y="357822"/>
                </a:lnTo>
                <a:lnTo>
                  <a:pt x="282398" y="357705"/>
                </a:lnTo>
                <a:lnTo>
                  <a:pt x="282573" y="357586"/>
                </a:lnTo>
                <a:lnTo>
                  <a:pt x="282573" y="347175"/>
                </a:lnTo>
                <a:lnTo>
                  <a:pt x="282344" y="347332"/>
                </a:lnTo>
                <a:lnTo>
                  <a:pt x="282112" y="347482"/>
                </a:lnTo>
                <a:lnTo>
                  <a:pt x="281877" y="347625"/>
                </a:lnTo>
                <a:lnTo>
                  <a:pt x="281639" y="347762"/>
                </a:lnTo>
                <a:lnTo>
                  <a:pt x="281397" y="347892"/>
                </a:lnTo>
                <a:lnTo>
                  <a:pt x="281151" y="348016"/>
                </a:lnTo>
                <a:lnTo>
                  <a:pt x="280903" y="348133"/>
                </a:lnTo>
                <a:lnTo>
                  <a:pt x="280651" y="348243"/>
                </a:lnTo>
                <a:lnTo>
                  <a:pt x="280396" y="348346"/>
                </a:lnTo>
                <a:lnTo>
                  <a:pt x="280137" y="348443"/>
                </a:lnTo>
                <a:lnTo>
                  <a:pt x="279875" y="348533"/>
                </a:lnTo>
                <a:lnTo>
                  <a:pt x="279610" y="348616"/>
                </a:lnTo>
                <a:lnTo>
                  <a:pt x="279341" y="348693"/>
                </a:lnTo>
                <a:lnTo>
                  <a:pt x="279069" y="348763"/>
                </a:lnTo>
                <a:lnTo>
                  <a:pt x="278794" y="348827"/>
                </a:lnTo>
                <a:lnTo>
                  <a:pt x="278515" y="348883"/>
                </a:lnTo>
                <a:lnTo>
                  <a:pt x="278233" y="348933"/>
                </a:lnTo>
                <a:lnTo>
                  <a:pt x="277948" y="348977"/>
                </a:lnTo>
                <a:lnTo>
                  <a:pt x="277659" y="349014"/>
                </a:lnTo>
                <a:lnTo>
                  <a:pt x="277367" y="349044"/>
                </a:lnTo>
                <a:lnTo>
                  <a:pt x="277072" y="349067"/>
                </a:lnTo>
                <a:lnTo>
                  <a:pt x="276773" y="349084"/>
                </a:lnTo>
                <a:lnTo>
                  <a:pt x="276472" y="349094"/>
                </a:lnTo>
                <a:lnTo>
                  <a:pt x="276166" y="349097"/>
                </a:lnTo>
                <a:lnTo>
                  <a:pt x="275994" y="349095"/>
                </a:lnTo>
                <a:lnTo>
                  <a:pt x="275825" y="349089"/>
                </a:lnTo>
                <a:lnTo>
                  <a:pt x="275658" y="349079"/>
                </a:lnTo>
                <a:lnTo>
                  <a:pt x="275494" y="349066"/>
                </a:lnTo>
                <a:lnTo>
                  <a:pt x="275333" y="349048"/>
                </a:lnTo>
                <a:lnTo>
                  <a:pt x="275175" y="349027"/>
                </a:lnTo>
                <a:lnTo>
                  <a:pt x="275020" y="349002"/>
                </a:lnTo>
                <a:lnTo>
                  <a:pt x="274867" y="348972"/>
                </a:lnTo>
                <a:lnTo>
                  <a:pt x="274717" y="348939"/>
                </a:lnTo>
                <a:lnTo>
                  <a:pt x="274570" y="348902"/>
                </a:lnTo>
                <a:lnTo>
                  <a:pt x="274426" y="348861"/>
                </a:lnTo>
                <a:lnTo>
                  <a:pt x="274284" y="348817"/>
                </a:lnTo>
                <a:lnTo>
                  <a:pt x="274145" y="348768"/>
                </a:lnTo>
                <a:lnTo>
                  <a:pt x="274009" y="348715"/>
                </a:lnTo>
                <a:lnTo>
                  <a:pt x="273876" y="348659"/>
                </a:lnTo>
                <a:lnTo>
                  <a:pt x="273746" y="348599"/>
                </a:lnTo>
                <a:lnTo>
                  <a:pt x="273618" y="348534"/>
                </a:lnTo>
                <a:lnTo>
                  <a:pt x="273493" y="348466"/>
                </a:lnTo>
                <a:lnTo>
                  <a:pt x="273371" y="348394"/>
                </a:lnTo>
                <a:lnTo>
                  <a:pt x="273252" y="348318"/>
                </a:lnTo>
                <a:lnTo>
                  <a:pt x="273135" y="348239"/>
                </a:lnTo>
                <a:lnTo>
                  <a:pt x="273022" y="348155"/>
                </a:lnTo>
                <a:lnTo>
                  <a:pt x="272911" y="348067"/>
                </a:lnTo>
                <a:lnTo>
                  <a:pt x="272803" y="347976"/>
                </a:lnTo>
                <a:lnTo>
                  <a:pt x="272698" y="347880"/>
                </a:lnTo>
                <a:lnTo>
                  <a:pt x="272598" y="347779"/>
                </a:lnTo>
                <a:lnTo>
                  <a:pt x="272502" y="347673"/>
                </a:lnTo>
                <a:lnTo>
                  <a:pt x="272411" y="347562"/>
                </a:lnTo>
                <a:lnTo>
                  <a:pt x="272324" y="347446"/>
                </a:lnTo>
                <a:lnTo>
                  <a:pt x="272242" y="347325"/>
                </a:lnTo>
                <a:lnTo>
                  <a:pt x="272164" y="347199"/>
                </a:lnTo>
                <a:lnTo>
                  <a:pt x="272091" y="347068"/>
                </a:lnTo>
                <a:lnTo>
                  <a:pt x="272022" y="346932"/>
                </a:lnTo>
                <a:lnTo>
                  <a:pt x="271957" y="346791"/>
                </a:lnTo>
                <a:lnTo>
                  <a:pt x="271897" y="346645"/>
                </a:lnTo>
                <a:lnTo>
                  <a:pt x="271842" y="346494"/>
                </a:lnTo>
                <a:lnTo>
                  <a:pt x="271790" y="346338"/>
                </a:lnTo>
                <a:lnTo>
                  <a:pt x="271744" y="346177"/>
                </a:lnTo>
                <a:lnTo>
                  <a:pt x="271701" y="346011"/>
                </a:lnTo>
                <a:lnTo>
                  <a:pt x="271664" y="345840"/>
                </a:lnTo>
                <a:lnTo>
                  <a:pt x="271630" y="345664"/>
                </a:lnTo>
                <a:lnTo>
                  <a:pt x="271601" y="345483"/>
                </a:lnTo>
                <a:lnTo>
                  <a:pt x="271577" y="345297"/>
                </a:lnTo>
                <a:lnTo>
                  <a:pt x="271557" y="345106"/>
                </a:lnTo>
                <a:lnTo>
                  <a:pt x="271541" y="344910"/>
                </a:lnTo>
                <a:lnTo>
                  <a:pt x="271530" y="344709"/>
                </a:lnTo>
                <a:lnTo>
                  <a:pt x="271523" y="344503"/>
                </a:lnTo>
                <a:lnTo>
                  <a:pt x="271521" y="344292"/>
                </a:lnTo>
                <a:lnTo>
                  <a:pt x="271521" y="300886"/>
                </a:lnTo>
                <a:lnTo>
                  <a:pt x="271507" y="299830"/>
                </a:lnTo>
                <a:lnTo>
                  <a:pt x="271463" y="298796"/>
                </a:lnTo>
                <a:lnTo>
                  <a:pt x="271391" y="297785"/>
                </a:lnTo>
                <a:lnTo>
                  <a:pt x="271290" y="296797"/>
                </a:lnTo>
                <a:lnTo>
                  <a:pt x="271160" y="295832"/>
                </a:lnTo>
                <a:lnTo>
                  <a:pt x="271001" y="294890"/>
                </a:lnTo>
                <a:lnTo>
                  <a:pt x="270813" y="293970"/>
                </a:lnTo>
                <a:lnTo>
                  <a:pt x="270596" y="293073"/>
                </a:lnTo>
                <a:lnTo>
                  <a:pt x="270350" y="292199"/>
                </a:lnTo>
                <a:lnTo>
                  <a:pt x="270075" y="291348"/>
                </a:lnTo>
                <a:lnTo>
                  <a:pt x="269772" y="290520"/>
                </a:lnTo>
                <a:lnTo>
                  <a:pt x="269439" y="289714"/>
                </a:lnTo>
                <a:lnTo>
                  <a:pt x="269078" y="288932"/>
                </a:lnTo>
                <a:lnTo>
                  <a:pt x="268687" y="288172"/>
                </a:lnTo>
                <a:lnTo>
                  <a:pt x="268268" y="287434"/>
                </a:lnTo>
                <a:lnTo>
                  <a:pt x="267820" y="286720"/>
                </a:lnTo>
                <a:lnTo>
                  <a:pt x="267342" y="286029"/>
                </a:lnTo>
                <a:lnTo>
                  <a:pt x="266836" y="285360"/>
                </a:lnTo>
                <a:lnTo>
                  <a:pt x="266301" y="284714"/>
                </a:lnTo>
                <a:lnTo>
                  <a:pt x="265737" y="284091"/>
                </a:lnTo>
                <a:lnTo>
                  <a:pt x="265145" y="283490"/>
                </a:lnTo>
                <a:lnTo>
                  <a:pt x="264523" y="282913"/>
                </a:lnTo>
                <a:lnTo>
                  <a:pt x="263872" y="282358"/>
                </a:lnTo>
                <a:lnTo>
                  <a:pt x="263192" y="281826"/>
                </a:lnTo>
                <a:lnTo>
                  <a:pt x="262498" y="281316"/>
                </a:lnTo>
                <a:lnTo>
                  <a:pt x="261775" y="280828"/>
                </a:lnTo>
                <a:lnTo>
                  <a:pt x="261025" y="280362"/>
                </a:lnTo>
                <a:lnTo>
                  <a:pt x="260247" y="279917"/>
                </a:lnTo>
                <a:lnTo>
                  <a:pt x="259441" y="279494"/>
                </a:lnTo>
                <a:lnTo>
                  <a:pt x="258608" y="279093"/>
                </a:lnTo>
                <a:lnTo>
                  <a:pt x="257746" y="278714"/>
                </a:lnTo>
                <a:lnTo>
                  <a:pt x="256857" y="278356"/>
                </a:lnTo>
                <a:lnTo>
                  <a:pt x="255940" y="278020"/>
                </a:lnTo>
                <a:lnTo>
                  <a:pt x="254995" y="277705"/>
                </a:lnTo>
                <a:lnTo>
                  <a:pt x="254022" y="277412"/>
                </a:lnTo>
                <a:lnTo>
                  <a:pt x="253022" y="277141"/>
                </a:lnTo>
                <a:lnTo>
                  <a:pt x="251993" y="276892"/>
                </a:lnTo>
                <a:lnTo>
                  <a:pt x="250937" y="276664"/>
                </a:lnTo>
                <a:lnTo>
                  <a:pt x="249853" y="276458"/>
                </a:lnTo>
                <a:lnTo>
                  <a:pt x="248742" y="276274"/>
                </a:lnTo>
                <a:lnTo>
                  <a:pt x="247602" y="276111"/>
                </a:lnTo>
                <a:lnTo>
                  <a:pt x="246435" y="275970"/>
                </a:lnTo>
                <a:lnTo>
                  <a:pt x="245240" y="275851"/>
                </a:lnTo>
                <a:lnTo>
                  <a:pt x="244017" y="275753"/>
                </a:lnTo>
                <a:lnTo>
                  <a:pt x="242766" y="275677"/>
                </a:lnTo>
                <a:lnTo>
                  <a:pt x="241487" y="275623"/>
                </a:lnTo>
                <a:lnTo>
                  <a:pt x="240181" y="275590"/>
                </a:lnTo>
                <a:lnTo>
                  <a:pt x="238847" y="275579"/>
                </a:lnTo>
                <a:lnTo>
                  <a:pt x="237589" y="275590"/>
                </a:lnTo>
                <a:lnTo>
                  <a:pt x="236353" y="275623"/>
                </a:lnTo>
                <a:lnTo>
                  <a:pt x="235138" y="275677"/>
                </a:lnTo>
                <a:lnTo>
                  <a:pt x="233944" y="275753"/>
                </a:lnTo>
                <a:lnTo>
                  <a:pt x="232771" y="275851"/>
                </a:lnTo>
                <a:lnTo>
                  <a:pt x="231619" y="275970"/>
                </a:lnTo>
                <a:lnTo>
                  <a:pt x="230489" y="276111"/>
                </a:lnTo>
                <a:lnTo>
                  <a:pt x="229379" y="276274"/>
                </a:lnTo>
                <a:lnTo>
                  <a:pt x="228291" y="276458"/>
                </a:lnTo>
                <a:lnTo>
                  <a:pt x="227223" y="276664"/>
                </a:lnTo>
                <a:lnTo>
                  <a:pt x="226177" y="276892"/>
                </a:lnTo>
                <a:lnTo>
                  <a:pt x="225152" y="277141"/>
                </a:lnTo>
                <a:lnTo>
                  <a:pt x="224149" y="277412"/>
                </a:lnTo>
                <a:lnTo>
                  <a:pt x="223166" y="277705"/>
                </a:lnTo>
                <a:lnTo>
                  <a:pt x="222204" y="278020"/>
                </a:lnTo>
                <a:lnTo>
                  <a:pt x="221264" y="278356"/>
                </a:lnTo>
                <a:lnTo>
                  <a:pt x="220345" y="278714"/>
                </a:lnTo>
                <a:lnTo>
                  <a:pt x="219446" y="279093"/>
                </a:lnTo>
                <a:lnTo>
                  <a:pt x="218569" y="279494"/>
                </a:lnTo>
                <a:lnTo>
                  <a:pt x="217713" y="279917"/>
                </a:lnTo>
                <a:lnTo>
                  <a:pt x="216879" y="280362"/>
                </a:lnTo>
                <a:lnTo>
                  <a:pt x="216065" y="280828"/>
                </a:lnTo>
                <a:lnTo>
                  <a:pt x="215273" y="281316"/>
                </a:lnTo>
                <a:lnTo>
                  <a:pt x="214501" y="281826"/>
                </a:lnTo>
                <a:lnTo>
                  <a:pt x="213769" y="282354"/>
                </a:lnTo>
                <a:lnTo>
                  <a:pt x="213069" y="282897"/>
                </a:lnTo>
                <a:lnTo>
                  <a:pt x="212399" y="283455"/>
                </a:lnTo>
                <a:lnTo>
                  <a:pt x="211760" y="284028"/>
                </a:lnTo>
                <a:lnTo>
                  <a:pt x="211153" y="284616"/>
                </a:lnTo>
                <a:lnTo>
                  <a:pt x="210577" y="285220"/>
                </a:lnTo>
                <a:lnTo>
                  <a:pt x="210032" y="285838"/>
                </a:lnTo>
                <a:lnTo>
                  <a:pt x="209518" y="286471"/>
                </a:lnTo>
                <a:lnTo>
                  <a:pt x="209035" y="287119"/>
                </a:lnTo>
                <a:lnTo>
                  <a:pt x="208584" y="287782"/>
                </a:lnTo>
                <a:lnTo>
                  <a:pt x="208163" y="288461"/>
                </a:lnTo>
                <a:lnTo>
                  <a:pt x="207774" y="289154"/>
                </a:lnTo>
                <a:lnTo>
                  <a:pt x="207416" y="289862"/>
                </a:lnTo>
                <a:lnTo>
                  <a:pt x="207089" y="290585"/>
                </a:lnTo>
                <a:lnTo>
                  <a:pt x="206793" y="291324"/>
                </a:lnTo>
                <a:lnTo>
                  <a:pt x="206528" y="292077"/>
                </a:lnTo>
                <a:lnTo>
                  <a:pt x="206295" y="292845"/>
                </a:lnTo>
                <a:lnTo>
                  <a:pt x="206092" y="293628"/>
                </a:lnTo>
                <a:lnTo>
                  <a:pt x="205921" y="294427"/>
                </a:lnTo>
                <a:lnTo>
                  <a:pt x="205781" y="295240"/>
                </a:lnTo>
                <a:lnTo>
                  <a:pt x="205672" y="296069"/>
                </a:lnTo>
                <a:lnTo>
                  <a:pt x="205594" y="296912"/>
                </a:lnTo>
                <a:lnTo>
                  <a:pt x="205547" y="297770"/>
                </a:lnTo>
                <a:lnTo>
                  <a:pt x="205532" y="298644"/>
                </a:lnTo>
                <a:lnTo>
                  <a:pt x="205531" y="298669"/>
                </a:lnTo>
                <a:lnTo>
                  <a:pt x="205531" y="298693"/>
                </a:lnTo>
                <a:lnTo>
                  <a:pt x="205529" y="298714"/>
                </a:lnTo>
                <a:lnTo>
                  <a:pt x="205527" y="298733"/>
                </a:lnTo>
                <a:lnTo>
                  <a:pt x="205525" y="298749"/>
                </a:lnTo>
                <a:lnTo>
                  <a:pt x="205522" y="298764"/>
                </a:lnTo>
                <a:lnTo>
                  <a:pt x="205518" y="298776"/>
                </a:lnTo>
                <a:lnTo>
                  <a:pt x="205514" y="298786"/>
                </a:lnTo>
                <a:lnTo>
                  <a:pt x="205509" y="298794"/>
                </a:lnTo>
                <a:lnTo>
                  <a:pt x="205504" y="298799"/>
                </a:lnTo>
                <a:lnTo>
                  <a:pt x="205498" y="298803"/>
                </a:lnTo>
                <a:lnTo>
                  <a:pt x="205492" y="298804"/>
                </a:lnTo>
                <a:lnTo>
                  <a:pt x="205485" y="298803"/>
                </a:lnTo>
                <a:lnTo>
                  <a:pt x="205477" y="298799"/>
                </a:lnTo>
                <a:lnTo>
                  <a:pt x="205469" y="298794"/>
                </a:lnTo>
                <a:lnTo>
                  <a:pt x="205461" y="298786"/>
                </a:lnTo>
                <a:lnTo>
                  <a:pt x="205451" y="298776"/>
                </a:lnTo>
                <a:lnTo>
                  <a:pt x="205442" y="298764"/>
                </a:lnTo>
                <a:lnTo>
                  <a:pt x="205431" y="298749"/>
                </a:lnTo>
                <a:lnTo>
                  <a:pt x="205420" y="298733"/>
                </a:lnTo>
                <a:lnTo>
                  <a:pt x="205409" y="298714"/>
                </a:lnTo>
                <a:lnTo>
                  <a:pt x="205397" y="298693"/>
                </a:lnTo>
                <a:lnTo>
                  <a:pt x="205385" y="298669"/>
                </a:lnTo>
                <a:lnTo>
                  <a:pt x="205372" y="298644"/>
                </a:lnTo>
                <a:lnTo>
                  <a:pt x="205372" y="298619"/>
                </a:lnTo>
                <a:lnTo>
                  <a:pt x="205372" y="298677"/>
                </a:lnTo>
                <a:lnTo>
                  <a:pt x="205372" y="298739"/>
                </a:lnTo>
                <a:lnTo>
                  <a:pt x="205372" y="298804"/>
                </a:lnTo>
                <a:lnTo>
                  <a:pt x="205385" y="298874"/>
                </a:lnTo>
                <a:lnTo>
                  <a:pt x="205399" y="298950"/>
                </a:lnTo>
                <a:lnTo>
                  <a:pt x="205414" y="299032"/>
                </a:lnTo>
                <a:close/>
                <a:moveTo>
                  <a:pt x="230368" y="349057"/>
                </a:moveTo>
                <a:lnTo>
                  <a:pt x="229804" y="348985"/>
                </a:lnTo>
                <a:lnTo>
                  <a:pt x="229254" y="348901"/>
                </a:lnTo>
                <a:lnTo>
                  <a:pt x="228719" y="348807"/>
                </a:lnTo>
                <a:lnTo>
                  <a:pt x="228197" y="348701"/>
                </a:lnTo>
                <a:lnTo>
                  <a:pt x="227689" y="348584"/>
                </a:lnTo>
                <a:lnTo>
                  <a:pt x="227195" y="348456"/>
                </a:lnTo>
                <a:lnTo>
                  <a:pt x="226714" y="348317"/>
                </a:lnTo>
                <a:lnTo>
                  <a:pt x="226248" y="348167"/>
                </a:lnTo>
                <a:lnTo>
                  <a:pt x="225796" y="348006"/>
                </a:lnTo>
                <a:lnTo>
                  <a:pt x="225357" y="347833"/>
                </a:lnTo>
                <a:lnTo>
                  <a:pt x="224932" y="347650"/>
                </a:lnTo>
                <a:lnTo>
                  <a:pt x="224522" y="347455"/>
                </a:lnTo>
                <a:lnTo>
                  <a:pt x="224125" y="347249"/>
                </a:lnTo>
                <a:lnTo>
                  <a:pt x="223742" y="347033"/>
                </a:lnTo>
                <a:lnTo>
                  <a:pt x="223373" y="346805"/>
                </a:lnTo>
                <a:lnTo>
                  <a:pt x="223018" y="346565"/>
                </a:lnTo>
                <a:lnTo>
                  <a:pt x="222677" y="346315"/>
                </a:lnTo>
                <a:lnTo>
                  <a:pt x="222349" y="346054"/>
                </a:lnTo>
                <a:lnTo>
                  <a:pt x="222049" y="345781"/>
                </a:lnTo>
                <a:lnTo>
                  <a:pt x="221761" y="345498"/>
                </a:lnTo>
                <a:lnTo>
                  <a:pt x="221486" y="345203"/>
                </a:lnTo>
                <a:lnTo>
                  <a:pt x="221224" y="344897"/>
                </a:lnTo>
                <a:lnTo>
                  <a:pt x="220974" y="344580"/>
                </a:lnTo>
                <a:lnTo>
                  <a:pt x="220738" y="344252"/>
                </a:lnTo>
                <a:lnTo>
                  <a:pt x="220514" y="343913"/>
                </a:lnTo>
                <a:lnTo>
                  <a:pt x="220303" y="343562"/>
                </a:lnTo>
                <a:lnTo>
                  <a:pt x="220105" y="343201"/>
                </a:lnTo>
                <a:lnTo>
                  <a:pt x="219919" y="342828"/>
                </a:lnTo>
                <a:lnTo>
                  <a:pt x="219746" y="342444"/>
                </a:lnTo>
                <a:lnTo>
                  <a:pt x="219587" y="342050"/>
                </a:lnTo>
                <a:lnTo>
                  <a:pt x="219439" y="341644"/>
                </a:lnTo>
                <a:lnTo>
                  <a:pt x="219305" y="341226"/>
                </a:lnTo>
                <a:lnTo>
                  <a:pt x="219184" y="340798"/>
                </a:lnTo>
                <a:lnTo>
                  <a:pt x="219075" y="340359"/>
                </a:lnTo>
                <a:lnTo>
                  <a:pt x="218979" y="339908"/>
                </a:lnTo>
                <a:lnTo>
                  <a:pt x="218896" y="339447"/>
                </a:lnTo>
                <a:lnTo>
                  <a:pt x="218825" y="338974"/>
                </a:lnTo>
                <a:lnTo>
                  <a:pt x="218768" y="338490"/>
                </a:lnTo>
                <a:lnTo>
                  <a:pt x="218723" y="337995"/>
                </a:lnTo>
                <a:lnTo>
                  <a:pt x="218691" y="337489"/>
                </a:lnTo>
                <a:lnTo>
                  <a:pt x="218672" y="336972"/>
                </a:lnTo>
                <a:lnTo>
                  <a:pt x="218666" y="336444"/>
                </a:lnTo>
                <a:lnTo>
                  <a:pt x="218671" y="335928"/>
                </a:lnTo>
                <a:lnTo>
                  <a:pt x="218689" y="335423"/>
                </a:lnTo>
                <a:lnTo>
                  <a:pt x="218718" y="334927"/>
                </a:lnTo>
                <a:lnTo>
                  <a:pt x="218759" y="334442"/>
                </a:lnTo>
                <a:lnTo>
                  <a:pt x="218812" y="333966"/>
                </a:lnTo>
                <a:lnTo>
                  <a:pt x="218876" y="333501"/>
                </a:lnTo>
                <a:lnTo>
                  <a:pt x="218952" y="333045"/>
                </a:lnTo>
                <a:lnTo>
                  <a:pt x="219039" y="332600"/>
                </a:lnTo>
                <a:lnTo>
                  <a:pt x="219139" y="332164"/>
                </a:lnTo>
                <a:lnTo>
                  <a:pt x="219250" y="331739"/>
                </a:lnTo>
                <a:lnTo>
                  <a:pt x="219372" y="331323"/>
                </a:lnTo>
                <a:lnTo>
                  <a:pt x="219506" y="330918"/>
                </a:lnTo>
                <a:lnTo>
                  <a:pt x="219652" y="330522"/>
                </a:lnTo>
                <a:lnTo>
                  <a:pt x="219810" y="330137"/>
                </a:lnTo>
                <a:lnTo>
                  <a:pt x="219979" y="329762"/>
                </a:lnTo>
                <a:lnTo>
                  <a:pt x="220160" y="329396"/>
                </a:lnTo>
                <a:lnTo>
                  <a:pt x="220353" y="329041"/>
                </a:lnTo>
                <a:lnTo>
                  <a:pt x="220558" y="328695"/>
                </a:lnTo>
                <a:lnTo>
                  <a:pt x="220774" y="328360"/>
                </a:lnTo>
                <a:lnTo>
                  <a:pt x="221001" y="328035"/>
                </a:lnTo>
                <a:lnTo>
                  <a:pt x="221241" y="327719"/>
                </a:lnTo>
                <a:lnTo>
                  <a:pt x="221492" y="327414"/>
                </a:lnTo>
                <a:lnTo>
                  <a:pt x="221755" y="327119"/>
                </a:lnTo>
                <a:lnTo>
                  <a:pt x="222029" y="326834"/>
                </a:lnTo>
                <a:lnTo>
                  <a:pt x="222331" y="326543"/>
                </a:lnTo>
                <a:lnTo>
                  <a:pt x="222648" y="326261"/>
                </a:lnTo>
                <a:lnTo>
                  <a:pt x="222980" y="325985"/>
                </a:lnTo>
                <a:lnTo>
                  <a:pt x="223328" y="325717"/>
                </a:lnTo>
                <a:lnTo>
                  <a:pt x="223692" y="325456"/>
                </a:lnTo>
                <a:lnTo>
                  <a:pt x="224071" y="325202"/>
                </a:lnTo>
                <a:lnTo>
                  <a:pt x="224466" y="324955"/>
                </a:lnTo>
                <a:lnTo>
                  <a:pt x="224877" y="324716"/>
                </a:lnTo>
                <a:lnTo>
                  <a:pt x="225303" y="324484"/>
                </a:lnTo>
                <a:lnTo>
                  <a:pt x="225744" y="324259"/>
                </a:lnTo>
                <a:lnTo>
                  <a:pt x="226201" y="324041"/>
                </a:lnTo>
                <a:lnTo>
                  <a:pt x="226674" y="323830"/>
                </a:lnTo>
                <a:lnTo>
                  <a:pt x="227162" y="323627"/>
                </a:lnTo>
                <a:lnTo>
                  <a:pt x="227666" y="323431"/>
                </a:lnTo>
                <a:lnTo>
                  <a:pt x="228186" y="323242"/>
                </a:lnTo>
                <a:lnTo>
                  <a:pt x="228721" y="323061"/>
                </a:lnTo>
                <a:lnTo>
                  <a:pt x="229271" y="322886"/>
                </a:lnTo>
                <a:lnTo>
                  <a:pt x="229837" y="322719"/>
                </a:lnTo>
                <a:lnTo>
                  <a:pt x="230419" y="322559"/>
                </a:lnTo>
                <a:lnTo>
                  <a:pt x="231016" y="322407"/>
                </a:lnTo>
                <a:lnTo>
                  <a:pt x="231629" y="322261"/>
                </a:lnTo>
                <a:lnTo>
                  <a:pt x="232258" y="322123"/>
                </a:lnTo>
                <a:lnTo>
                  <a:pt x="232902" y="321992"/>
                </a:lnTo>
                <a:lnTo>
                  <a:pt x="233561" y="321868"/>
                </a:lnTo>
                <a:lnTo>
                  <a:pt x="234252" y="321738"/>
                </a:lnTo>
                <a:lnTo>
                  <a:pt x="234962" y="321612"/>
                </a:lnTo>
                <a:lnTo>
                  <a:pt x="235691" y="321493"/>
                </a:lnTo>
                <a:lnTo>
                  <a:pt x="236440" y="321379"/>
                </a:lnTo>
                <a:lnTo>
                  <a:pt x="237208" y="321270"/>
                </a:lnTo>
                <a:lnTo>
                  <a:pt x="237996" y="321168"/>
                </a:lnTo>
                <a:lnTo>
                  <a:pt x="238803" y="321070"/>
                </a:lnTo>
                <a:lnTo>
                  <a:pt x="239630" y="320978"/>
                </a:lnTo>
                <a:lnTo>
                  <a:pt x="240476" y="320892"/>
                </a:lnTo>
                <a:lnTo>
                  <a:pt x="241342" y="320812"/>
                </a:lnTo>
                <a:lnTo>
                  <a:pt x="242227" y="320737"/>
                </a:lnTo>
                <a:lnTo>
                  <a:pt x="243131" y="320667"/>
                </a:lnTo>
                <a:lnTo>
                  <a:pt x="244055" y="320603"/>
                </a:lnTo>
                <a:lnTo>
                  <a:pt x="244999" y="320545"/>
                </a:lnTo>
                <a:lnTo>
                  <a:pt x="245962" y="320492"/>
                </a:lnTo>
                <a:lnTo>
                  <a:pt x="246944" y="320445"/>
                </a:lnTo>
                <a:lnTo>
                  <a:pt x="247946" y="320403"/>
                </a:lnTo>
                <a:lnTo>
                  <a:pt x="248968" y="320367"/>
                </a:lnTo>
                <a:lnTo>
                  <a:pt x="250008" y="320336"/>
                </a:lnTo>
                <a:lnTo>
                  <a:pt x="251069" y="320311"/>
                </a:lnTo>
                <a:lnTo>
                  <a:pt x="252148" y="320292"/>
                </a:lnTo>
                <a:lnTo>
                  <a:pt x="253248" y="320278"/>
                </a:lnTo>
                <a:lnTo>
                  <a:pt x="254366" y="320269"/>
                </a:lnTo>
                <a:lnTo>
                  <a:pt x="255504" y="320267"/>
                </a:lnTo>
                <a:lnTo>
                  <a:pt x="255504" y="325232"/>
                </a:lnTo>
                <a:lnTo>
                  <a:pt x="255500" y="325790"/>
                </a:lnTo>
                <a:lnTo>
                  <a:pt x="255488" y="326344"/>
                </a:lnTo>
                <a:lnTo>
                  <a:pt x="255467" y="326894"/>
                </a:lnTo>
                <a:lnTo>
                  <a:pt x="255438" y="327439"/>
                </a:lnTo>
                <a:lnTo>
                  <a:pt x="255400" y="327979"/>
                </a:lnTo>
                <a:lnTo>
                  <a:pt x="255354" y="328515"/>
                </a:lnTo>
                <a:lnTo>
                  <a:pt x="255300" y="329047"/>
                </a:lnTo>
                <a:lnTo>
                  <a:pt x="255237" y="329574"/>
                </a:lnTo>
                <a:lnTo>
                  <a:pt x="255167" y="330097"/>
                </a:lnTo>
                <a:lnTo>
                  <a:pt x="255087" y="330615"/>
                </a:lnTo>
                <a:lnTo>
                  <a:pt x="255000" y="331129"/>
                </a:lnTo>
                <a:lnTo>
                  <a:pt x="254904" y="331639"/>
                </a:lnTo>
                <a:lnTo>
                  <a:pt x="254799" y="332144"/>
                </a:lnTo>
                <a:lnTo>
                  <a:pt x="254687" y="332644"/>
                </a:lnTo>
                <a:lnTo>
                  <a:pt x="254566" y="333140"/>
                </a:lnTo>
                <a:lnTo>
                  <a:pt x="254437" y="333632"/>
                </a:lnTo>
                <a:lnTo>
                  <a:pt x="254299" y="334119"/>
                </a:lnTo>
                <a:lnTo>
                  <a:pt x="254153" y="334602"/>
                </a:lnTo>
                <a:lnTo>
                  <a:pt x="253999" y="335080"/>
                </a:lnTo>
                <a:lnTo>
                  <a:pt x="253836" y="335554"/>
                </a:lnTo>
                <a:lnTo>
                  <a:pt x="253665" y="336023"/>
                </a:lnTo>
                <a:lnTo>
                  <a:pt x="253486" y="336488"/>
                </a:lnTo>
                <a:lnTo>
                  <a:pt x="253298" y="336949"/>
                </a:lnTo>
                <a:lnTo>
                  <a:pt x="253102" y="337405"/>
                </a:lnTo>
                <a:lnTo>
                  <a:pt x="252911" y="337855"/>
                </a:lnTo>
                <a:lnTo>
                  <a:pt x="252710" y="338297"/>
                </a:lnTo>
                <a:lnTo>
                  <a:pt x="252501" y="338731"/>
                </a:lnTo>
                <a:lnTo>
                  <a:pt x="252283" y="339158"/>
                </a:lnTo>
                <a:lnTo>
                  <a:pt x="252056" y="339576"/>
                </a:lnTo>
                <a:lnTo>
                  <a:pt x="251821" y="339987"/>
                </a:lnTo>
                <a:lnTo>
                  <a:pt x="251576" y="340391"/>
                </a:lnTo>
                <a:lnTo>
                  <a:pt x="251322" y="340786"/>
                </a:lnTo>
                <a:lnTo>
                  <a:pt x="251060" y="341174"/>
                </a:lnTo>
                <a:lnTo>
                  <a:pt x="250788" y="341553"/>
                </a:lnTo>
                <a:lnTo>
                  <a:pt x="250508" y="341926"/>
                </a:lnTo>
                <a:lnTo>
                  <a:pt x="250219" y="342290"/>
                </a:lnTo>
                <a:lnTo>
                  <a:pt x="249921" y="342646"/>
                </a:lnTo>
                <a:lnTo>
                  <a:pt x="249614" y="342995"/>
                </a:lnTo>
                <a:lnTo>
                  <a:pt x="249298" y="343336"/>
                </a:lnTo>
                <a:lnTo>
                  <a:pt x="248973" y="343669"/>
                </a:lnTo>
                <a:lnTo>
                  <a:pt x="248639" y="343994"/>
                </a:lnTo>
                <a:lnTo>
                  <a:pt x="248297" y="344312"/>
                </a:lnTo>
                <a:lnTo>
                  <a:pt x="247945" y="344622"/>
                </a:lnTo>
                <a:lnTo>
                  <a:pt x="247585" y="344924"/>
                </a:lnTo>
                <a:lnTo>
                  <a:pt x="247216" y="345218"/>
                </a:lnTo>
                <a:lnTo>
                  <a:pt x="246837" y="345504"/>
                </a:lnTo>
                <a:lnTo>
                  <a:pt x="246450" y="345783"/>
                </a:lnTo>
                <a:lnTo>
                  <a:pt x="246054" y="346054"/>
                </a:lnTo>
                <a:lnTo>
                  <a:pt x="245663" y="346315"/>
                </a:lnTo>
                <a:lnTo>
                  <a:pt x="245261" y="346565"/>
                </a:lnTo>
                <a:lnTo>
                  <a:pt x="244851" y="346805"/>
                </a:lnTo>
                <a:lnTo>
                  <a:pt x="244430" y="347033"/>
                </a:lnTo>
                <a:lnTo>
                  <a:pt x="244001" y="347249"/>
                </a:lnTo>
                <a:lnTo>
                  <a:pt x="243562" y="347455"/>
                </a:lnTo>
                <a:lnTo>
                  <a:pt x="243113" y="347650"/>
                </a:lnTo>
                <a:lnTo>
                  <a:pt x="242655" y="347833"/>
                </a:lnTo>
                <a:lnTo>
                  <a:pt x="242188" y="348006"/>
                </a:lnTo>
                <a:lnTo>
                  <a:pt x="241711" y="348167"/>
                </a:lnTo>
                <a:lnTo>
                  <a:pt x="241225" y="348317"/>
                </a:lnTo>
                <a:lnTo>
                  <a:pt x="240729" y="348456"/>
                </a:lnTo>
                <a:lnTo>
                  <a:pt x="240224" y="348584"/>
                </a:lnTo>
                <a:lnTo>
                  <a:pt x="239709" y="348701"/>
                </a:lnTo>
                <a:lnTo>
                  <a:pt x="239185" y="348807"/>
                </a:lnTo>
                <a:lnTo>
                  <a:pt x="238651" y="348901"/>
                </a:lnTo>
                <a:lnTo>
                  <a:pt x="238108" y="348985"/>
                </a:lnTo>
                <a:lnTo>
                  <a:pt x="237555" y="349057"/>
                </a:lnTo>
                <a:lnTo>
                  <a:pt x="236993" y="349118"/>
                </a:lnTo>
                <a:lnTo>
                  <a:pt x="236422" y="349168"/>
                </a:lnTo>
                <a:lnTo>
                  <a:pt x="235841" y="349207"/>
                </a:lnTo>
                <a:lnTo>
                  <a:pt x="235251" y="349235"/>
                </a:lnTo>
                <a:lnTo>
                  <a:pt x="234651" y="349252"/>
                </a:lnTo>
                <a:lnTo>
                  <a:pt x="234042" y="349257"/>
                </a:lnTo>
                <a:lnTo>
                  <a:pt x="233395" y="349252"/>
                </a:lnTo>
                <a:lnTo>
                  <a:pt x="232762" y="349235"/>
                </a:lnTo>
                <a:lnTo>
                  <a:pt x="232142" y="349207"/>
                </a:lnTo>
                <a:lnTo>
                  <a:pt x="231537" y="349168"/>
                </a:lnTo>
                <a:lnTo>
                  <a:pt x="230945" y="349118"/>
                </a:lnTo>
                <a:lnTo>
                  <a:pt x="230368" y="349057"/>
                </a:lnTo>
                <a:close/>
                <a:moveTo>
                  <a:pt x="533580" y="360389"/>
                </a:moveTo>
                <a:lnTo>
                  <a:pt x="534432" y="360302"/>
                </a:lnTo>
                <a:lnTo>
                  <a:pt x="535274" y="360202"/>
                </a:lnTo>
                <a:lnTo>
                  <a:pt x="536105" y="360089"/>
                </a:lnTo>
                <a:lnTo>
                  <a:pt x="536926" y="359962"/>
                </a:lnTo>
                <a:lnTo>
                  <a:pt x="537736" y="359822"/>
                </a:lnTo>
                <a:lnTo>
                  <a:pt x="538535" y="359668"/>
                </a:lnTo>
                <a:lnTo>
                  <a:pt x="539324" y="359501"/>
                </a:lnTo>
                <a:lnTo>
                  <a:pt x="540103" y="359321"/>
                </a:lnTo>
                <a:lnTo>
                  <a:pt x="540870" y="359128"/>
                </a:lnTo>
                <a:lnTo>
                  <a:pt x="541627" y="358921"/>
                </a:lnTo>
                <a:lnTo>
                  <a:pt x="542374" y="358700"/>
                </a:lnTo>
                <a:lnTo>
                  <a:pt x="543110" y="358467"/>
                </a:lnTo>
                <a:lnTo>
                  <a:pt x="543836" y="358220"/>
                </a:lnTo>
                <a:lnTo>
                  <a:pt x="544551" y="357960"/>
                </a:lnTo>
                <a:lnTo>
                  <a:pt x="545255" y="357686"/>
                </a:lnTo>
                <a:lnTo>
                  <a:pt x="545949" y="357399"/>
                </a:lnTo>
                <a:lnTo>
                  <a:pt x="546632" y="357099"/>
                </a:lnTo>
                <a:lnTo>
                  <a:pt x="547305" y="356785"/>
                </a:lnTo>
                <a:lnTo>
                  <a:pt x="547979" y="356459"/>
                </a:lnTo>
                <a:lnTo>
                  <a:pt x="548640" y="356122"/>
                </a:lnTo>
                <a:lnTo>
                  <a:pt x="549289" y="355774"/>
                </a:lnTo>
                <a:lnTo>
                  <a:pt x="549925" y="355415"/>
                </a:lnTo>
                <a:lnTo>
                  <a:pt x="550548" y="355044"/>
                </a:lnTo>
                <a:lnTo>
                  <a:pt x="551159" y="354663"/>
                </a:lnTo>
                <a:lnTo>
                  <a:pt x="551756" y="354270"/>
                </a:lnTo>
                <a:lnTo>
                  <a:pt x="552341" y="353866"/>
                </a:lnTo>
                <a:lnTo>
                  <a:pt x="552913" y="353452"/>
                </a:lnTo>
                <a:lnTo>
                  <a:pt x="553472" y="353026"/>
                </a:lnTo>
                <a:lnTo>
                  <a:pt x="554019" y="352588"/>
                </a:lnTo>
                <a:lnTo>
                  <a:pt x="554552" y="352140"/>
                </a:lnTo>
                <a:lnTo>
                  <a:pt x="555073" y="351681"/>
                </a:lnTo>
                <a:lnTo>
                  <a:pt x="555581" y="351210"/>
                </a:lnTo>
                <a:lnTo>
                  <a:pt x="556076" y="350729"/>
                </a:lnTo>
                <a:lnTo>
                  <a:pt x="556559" y="350236"/>
                </a:lnTo>
                <a:lnTo>
                  <a:pt x="557028" y="349732"/>
                </a:lnTo>
                <a:lnTo>
                  <a:pt x="557485" y="349217"/>
                </a:lnTo>
                <a:lnTo>
                  <a:pt x="557929" y="348691"/>
                </a:lnTo>
                <a:lnTo>
                  <a:pt x="558361" y="348154"/>
                </a:lnTo>
                <a:lnTo>
                  <a:pt x="558779" y="347605"/>
                </a:lnTo>
                <a:lnTo>
                  <a:pt x="559185" y="347046"/>
                </a:lnTo>
                <a:lnTo>
                  <a:pt x="559578" y="346475"/>
                </a:lnTo>
                <a:lnTo>
                  <a:pt x="559958" y="345894"/>
                </a:lnTo>
                <a:lnTo>
                  <a:pt x="560337" y="345289"/>
                </a:lnTo>
                <a:lnTo>
                  <a:pt x="560700" y="344675"/>
                </a:lnTo>
                <a:lnTo>
                  <a:pt x="561047" y="344052"/>
                </a:lnTo>
                <a:lnTo>
                  <a:pt x="561377" y="343420"/>
                </a:lnTo>
                <a:lnTo>
                  <a:pt x="561692" y="342779"/>
                </a:lnTo>
                <a:lnTo>
                  <a:pt x="561990" y="342130"/>
                </a:lnTo>
                <a:lnTo>
                  <a:pt x="562272" y="341471"/>
                </a:lnTo>
                <a:lnTo>
                  <a:pt x="562538" y="340804"/>
                </a:lnTo>
                <a:lnTo>
                  <a:pt x="562788" y="340128"/>
                </a:lnTo>
                <a:lnTo>
                  <a:pt x="563022" y="339442"/>
                </a:lnTo>
                <a:lnTo>
                  <a:pt x="563240" y="338748"/>
                </a:lnTo>
                <a:lnTo>
                  <a:pt x="563442" y="338045"/>
                </a:lnTo>
                <a:lnTo>
                  <a:pt x="563627" y="337333"/>
                </a:lnTo>
                <a:lnTo>
                  <a:pt x="563796" y="336613"/>
                </a:lnTo>
                <a:lnTo>
                  <a:pt x="563950" y="335883"/>
                </a:lnTo>
                <a:lnTo>
                  <a:pt x="564087" y="335144"/>
                </a:lnTo>
                <a:lnTo>
                  <a:pt x="564208" y="334397"/>
                </a:lnTo>
                <a:lnTo>
                  <a:pt x="564312" y="333641"/>
                </a:lnTo>
                <a:lnTo>
                  <a:pt x="564401" y="332875"/>
                </a:lnTo>
                <a:lnTo>
                  <a:pt x="564474" y="332101"/>
                </a:lnTo>
                <a:lnTo>
                  <a:pt x="564530" y="331318"/>
                </a:lnTo>
                <a:lnTo>
                  <a:pt x="564571" y="330526"/>
                </a:lnTo>
                <a:lnTo>
                  <a:pt x="564595" y="329725"/>
                </a:lnTo>
                <a:lnTo>
                  <a:pt x="564603" y="328916"/>
                </a:lnTo>
                <a:lnTo>
                  <a:pt x="549547" y="328916"/>
                </a:lnTo>
                <a:lnTo>
                  <a:pt x="549537" y="329774"/>
                </a:lnTo>
                <a:lnTo>
                  <a:pt x="549509" y="330613"/>
                </a:lnTo>
                <a:lnTo>
                  <a:pt x="549462" y="331433"/>
                </a:lnTo>
                <a:lnTo>
                  <a:pt x="549396" y="332235"/>
                </a:lnTo>
                <a:lnTo>
                  <a:pt x="549311" y="333017"/>
                </a:lnTo>
                <a:lnTo>
                  <a:pt x="549207" y="333781"/>
                </a:lnTo>
                <a:lnTo>
                  <a:pt x="549084" y="334525"/>
                </a:lnTo>
                <a:lnTo>
                  <a:pt x="548942" y="335251"/>
                </a:lnTo>
                <a:lnTo>
                  <a:pt x="548781" y="335958"/>
                </a:lnTo>
                <a:lnTo>
                  <a:pt x="548601" y="336646"/>
                </a:lnTo>
                <a:lnTo>
                  <a:pt x="548403" y="337315"/>
                </a:lnTo>
                <a:lnTo>
                  <a:pt x="548185" y="337965"/>
                </a:lnTo>
                <a:lnTo>
                  <a:pt x="547949" y="338596"/>
                </a:lnTo>
                <a:lnTo>
                  <a:pt x="547694" y="339209"/>
                </a:lnTo>
                <a:lnTo>
                  <a:pt x="547420" y="339802"/>
                </a:lnTo>
                <a:lnTo>
                  <a:pt x="547127" y="340377"/>
                </a:lnTo>
                <a:lnTo>
                  <a:pt x="546815" y="340932"/>
                </a:lnTo>
                <a:lnTo>
                  <a:pt x="546484" y="341469"/>
                </a:lnTo>
                <a:lnTo>
                  <a:pt x="546134" y="341987"/>
                </a:lnTo>
                <a:lnTo>
                  <a:pt x="545765" y="342486"/>
                </a:lnTo>
                <a:lnTo>
                  <a:pt x="545378" y="342966"/>
                </a:lnTo>
                <a:lnTo>
                  <a:pt x="544971" y="343427"/>
                </a:lnTo>
                <a:lnTo>
                  <a:pt x="544546" y="343869"/>
                </a:lnTo>
                <a:lnTo>
                  <a:pt x="544101" y="344292"/>
                </a:lnTo>
                <a:lnTo>
                  <a:pt x="543652" y="344697"/>
                </a:lnTo>
                <a:lnTo>
                  <a:pt x="543186" y="345085"/>
                </a:lnTo>
                <a:lnTo>
                  <a:pt x="542702" y="345456"/>
                </a:lnTo>
                <a:lnTo>
                  <a:pt x="542201" y="345809"/>
                </a:lnTo>
                <a:lnTo>
                  <a:pt x="541683" y="346145"/>
                </a:lnTo>
                <a:lnTo>
                  <a:pt x="541148" y="346464"/>
                </a:lnTo>
                <a:lnTo>
                  <a:pt x="540596" y="346766"/>
                </a:lnTo>
                <a:lnTo>
                  <a:pt x="540026" y="347050"/>
                </a:lnTo>
                <a:lnTo>
                  <a:pt x="539439" y="347318"/>
                </a:lnTo>
                <a:lnTo>
                  <a:pt x="538835" y="347568"/>
                </a:lnTo>
                <a:lnTo>
                  <a:pt x="538213" y="347800"/>
                </a:lnTo>
                <a:lnTo>
                  <a:pt x="537574" y="348016"/>
                </a:lnTo>
                <a:lnTo>
                  <a:pt x="536918" y="348214"/>
                </a:lnTo>
                <a:lnTo>
                  <a:pt x="536245" y="348395"/>
                </a:lnTo>
                <a:lnTo>
                  <a:pt x="535555" y="348559"/>
                </a:lnTo>
                <a:lnTo>
                  <a:pt x="534847" y="348705"/>
                </a:lnTo>
                <a:lnTo>
                  <a:pt x="534122" y="348835"/>
                </a:lnTo>
                <a:lnTo>
                  <a:pt x="533380" y="348947"/>
                </a:lnTo>
                <a:lnTo>
                  <a:pt x="532620" y="349042"/>
                </a:lnTo>
                <a:lnTo>
                  <a:pt x="531844" y="349119"/>
                </a:lnTo>
                <a:lnTo>
                  <a:pt x="531050" y="349180"/>
                </a:lnTo>
                <a:lnTo>
                  <a:pt x="530239" y="349223"/>
                </a:lnTo>
                <a:lnTo>
                  <a:pt x="529410" y="349249"/>
                </a:lnTo>
                <a:lnTo>
                  <a:pt x="528565" y="349257"/>
                </a:lnTo>
                <a:lnTo>
                  <a:pt x="527796" y="349246"/>
                </a:lnTo>
                <a:lnTo>
                  <a:pt x="527039" y="349212"/>
                </a:lnTo>
                <a:lnTo>
                  <a:pt x="526292" y="349155"/>
                </a:lnTo>
                <a:lnTo>
                  <a:pt x="525557" y="349075"/>
                </a:lnTo>
                <a:lnTo>
                  <a:pt x="524833" y="348972"/>
                </a:lnTo>
                <a:lnTo>
                  <a:pt x="524120" y="348847"/>
                </a:lnTo>
                <a:lnTo>
                  <a:pt x="523418" y="348698"/>
                </a:lnTo>
                <a:lnTo>
                  <a:pt x="522728" y="348527"/>
                </a:lnTo>
                <a:lnTo>
                  <a:pt x="522048" y="348334"/>
                </a:lnTo>
                <a:lnTo>
                  <a:pt x="521379" y="348117"/>
                </a:lnTo>
                <a:lnTo>
                  <a:pt x="520722" y="347878"/>
                </a:lnTo>
                <a:lnTo>
                  <a:pt x="520076" y="347615"/>
                </a:lnTo>
                <a:lnTo>
                  <a:pt x="519441" y="347330"/>
                </a:lnTo>
                <a:lnTo>
                  <a:pt x="518817" y="347023"/>
                </a:lnTo>
                <a:lnTo>
                  <a:pt x="518204" y="346692"/>
                </a:lnTo>
                <a:lnTo>
                  <a:pt x="517602" y="346339"/>
                </a:lnTo>
                <a:lnTo>
                  <a:pt x="517012" y="345962"/>
                </a:lnTo>
                <a:lnTo>
                  <a:pt x="516432" y="345563"/>
                </a:lnTo>
                <a:lnTo>
                  <a:pt x="515864" y="345141"/>
                </a:lnTo>
                <a:lnTo>
                  <a:pt x="515306" y="344697"/>
                </a:lnTo>
                <a:lnTo>
                  <a:pt x="514760" y="344229"/>
                </a:lnTo>
                <a:lnTo>
                  <a:pt x="514225" y="343739"/>
                </a:lnTo>
                <a:lnTo>
                  <a:pt x="513701" y="343226"/>
                </a:lnTo>
                <a:lnTo>
                  <a:pt x="513189" y="342690"/>
                </a:lnTo>
                <a:lnTo>
                  <a:pt x="512692" y="342132"/>
                </a:lnTo>
                <a:lnTo>
                  <a:pt x="512216" y="341553"/>
                </a:lnTo>
                <a:lnTo>
                  <a:pt x="511762" y="340953"/>
                </a:lnTo>
                <a:lnTo>
                  <a:pt x="511329" y="340332"/>
                </a:lnTo>
                <a:lnTo>
                  <a:pt x="510917" y="339690"/>
                </a:lnTo>
                <a:lnTo>
                  <a:pt x="510526" y="339026"/>
                </a:lnTo>
                <a:lnTo>
                  <a:pt x="510156" y="338342"/>
                </a:lnTo>
                <a:lnTo>
                  <a:pt x="509807" y="337636"/>
                </a:lnTo>
                <a:lnTo>
                  <a:pt x="509480" y="336909"/>
                </a:lnTo>
                <a:lnTo>
                  <a:pt x="509173" y="336161"/>
                </a:lnTo>
                <a:lnTo>
                  <a:pt x="508888" y="335392"/>
                </a:lnTo>
                <a:lnTo>
                  <a:pt x="508624" y="334602"/>
                </a:lnTo>
                <a:lnTo>
                  <a:pt x="508381" y="333790"/>
                </a:lnTo>
                <a:lnTo>
                  <a:pt x="508159" y="332958"/>
                </a:lnTo>
                <a:lnTo>
                  <a:pt x="507958" y="332104"/>
                </a:lnTo>
                <a:lnTo>
                  <a:pt x="507778" y="331229"/>
                </a:lnTo>
                <a:lnTo>
                  <a:pt x="507620" y="330333"/>
                </a:lnTo>
                <a:lnTo>
                  <a:pt x="507483" y="329416"/>
                </a:lnTo>
                <a:lnTo>
                  <a:pt x="507366" y="328478"/>
                </a:lnTo>
                <a:lnTo>
                  <a:pt x="507271" y="327519"/>
                </a:lnTo>
                <a:lnTo>
                  <a:pt x="507197" y="326538"/>
                </a:lnTo>
                <a:lnTo>
                  <a:pt x="507144" y="325537"/>
                </a:lnTo>
                <a:lnTo>
                  <a:pt x="507113" y="324514"/>
                </a:lnTo>
                <a:lnTo>
                  <a:pt x="507102" y="323470"/>
                </a:lnTo>
                <a:lnTo>
                  <a:pt x="507102" y="320747"/>
                </a:lnTo>
                <a:lnTo>
                  <a:pt x="564603" y="320747"/>
                </a:lnTo>
                <a:lnTo>
                  <a:pt x="564603" y="309856"/>
                </a:lnTo>
                <a:lnTo>
                  <a:pt x="564595" y="309032"/>
                </a:lnTo>
                <a:lnTo>
                  <a:pt x="564572" y="308216"/>
                </a:lnTo>
                <a:lnTo>
                  <a:pt x="564533" y="307408"/>
                </a:lnTo>
                <a:lnTo>
                  <a:pt x="564478" y="306608"/>
                </a:lnTo>
                <a:lnTo>
                  <a:pt x="564408" y="305815"/>
                </a:lnTo>
                <a:lnTo>
                  <a:pt x="564322" y="305030"/>
                </a:lnTo>
                <a:lnTo>
                  <a:pt x="564221" y="304254"/>
                </a:lnTo>
                <a:lnTo>
                  <a:pt x="564104" y="303484"/>
                </a:lnTo>
                <a:lnTo>
                  <a:pt x="563972" y="302723"/>
                </a:lnTo>
                <a:lnTo>
                  <a:pt x="563824" y="301969"/>
                </a:lnTo>
                <a:lnTo>
                  <a:pt x="563661" y="301224"/>
                </a:lnTo>
                <a:lnTo>
                  <a:pt x="563482" y="300486"/>
                </a:lnTo>
                <a:lnTo>
                  <a:pt x="563287" y="299755"/>
                </a:lnTo>
                <a:lnTo>
                  <a:pt x="563077" y="299033"/>
                </a:lnTo>
                <a:lnTo>
                  <a:pt x="562851" y="298318"/>
                </a:lnTo>
                <a:lnTo>
                  <a:pt x="562610" y="297612"/>
                </a:lnTo>
                <a:lnTo>
                  <a:pt x="562353" y="296912"/>
                </a:lnTo>
                <a:lnTo>
                  <a:pt x="562080" y="296221"/>
                </a:lnTo>
                <a:lnTo>
                  <a:pt x="561792" y="295538"/>
                </a:lnTo>
                <a:lnTo>
                  <a:pt x="561488" y="294862"/>
                </a:lnTo>
                <a:lnTo>
                  <a:pt x="561169" y="294194"/>
                </a:lnTo>
                <a:lnTo>
                  <a:pt x="560834" y="293534"/>
                </a:lnTo>
                <a:lnTo>
                  <a:pt x="560484" y="292882"/>
                </a:lnTo>
                <a:lnTo>
                  <a:pt x="560118" y="292237"/>
                </a:lnTo>
                <a:lnTo>
                  <a:pt x="559751" y="291602"/>
                </a:lnTo>
                <a:lnTo>
                  <a:pt x="559372" y="290978"/>
                </a:lnTo>
                <a:lnTo>
                  <a:pt x="558979" y="290365"/>
                </a:lnTo>
                <a:lnTo>
                  <a:pt x="558574" y="289763"/>
                </a:lnTo>
                <a:lnTo>
                  <a:pt x="558156" y="289173"/>
                </a:lnTo>
                <a:lnTo>
                  <a:pt x="557726" y="288593"/>
                </a:lnTo>
                <a:lnTo>
                  <a:pt x="557282" y="288025"/>
                </a:lnTo>
                <a:lnTo>
                  <a:pt x="556826" y="287468"/>
                </a:lnTo>
                <a:lnTo>
                  <a:pt x="556357" y="286921"/>
                </a:lnTo>
                <a:lnTo>
                  <a:pt x="555875" y="286386"/>
                </a:lnTo>
                <a:lnTo>
                  <a:pt x="555380" y="285863"/>
                </a:lnTo>
                <a:lnTo>
                  <a:pt x="554873" y="285350"/>
                </a:lnTo>
                <a:lnTo>
                  <a:pt x="554352" y="284848"/>
                </a:lnTo>
                <a:lnTo>
                  <a:pt x="553819" y="284358"/>
                </a:lnTo>
                <a:lnTo>
                  <a:pt x="553273" y="283878"/>
                </a:lnTo>
                <a:lnTo>
                  <a:pt x="552715" y="283410"/>
                </a:lnTo>
                <a:lnTo>
                  <a:pt x="552143" y="282953"/>
                </a:lnTo>
                <a:lnTo>
                  <a:pt x="551559" y="282507"/>
                </a:lnTo>
                <a:lnTo>
                  <a:pt x="550962" y="282072"/>
                </a:lnTo>
                <a:lnTo>
                  <a:pt x="550352" y="281648"/>
                </a:lnTo>
                <a:lnTo>
                  <a:pt x="549730" y="281235"/>
                </a:lnTo>
                <a:lnTo>
                  <a:pt x="549094" y="280834"/>
                </a:lnTo>
                <a:lnTo>
                  <a:pt x="548446" y="280443"/>
                </a:lnTo>
                <a:lnTo>
                  <a:pt x="547785" y="280064"/>
                </a:lnTo>
                <a:lnTo>
                  <a:pt x="547125" y="279698"/>
                </a:lnTo>
                <a:lnTo>
                  <a:pt x="546455" y="279348"/>
                </a:lnTo>
                <a:lnTo>
                  <a:pt x="545773" y="279013"/>
                </a:lnTo>
                <a:lnTo>
                  <a:pt x="545080" y="278694"/>
                </a:lnTo>
                <a:lnTo>
                  <a:pt x="544376" y="278390"/>
                </a:lnTo>
                <a:lnTo>
                  <a:pt x="543661" y="278102"/>
                </a:lnTo>
                <a:lnTo>
                  <a:pt x="542934" y="277830"/>
                </a:lnTo>
                <a:lnTo>
                  <a:pt x="542197" y="277573"/>
                </a:lnTo>
                <a:lnTo>
                  <a:pt x="541448" y="277331"/>
                </a:lnTo>
                <a:lnTo>
                  <a:pt x="540689" y="277105"/>
                </a:lnTo>
                <a:lnTo>
                  <a:pt x="539918" y="276895"/>
                </a:lnTo>
                <a:lnTo>
                  <a:pt x="539136" y="276701"/>
                </a:lnTo>
                <a:lnTo>
                  <a:pt x="538343" y="276522"/>
                </a:lnTo>
                <a:lnTo>
                  <a:pt x="537539" y="276358"/>
                </a:lnTo>
                <a:lnTo>
                  <a:pt x="536723" y="276210"/>
                </a:lnTo>
                <a:lnTo>
                  <a:pt x="535897" y="276078"/>
                </a:lnTo>
                <a:lnTo>
                  <a:pt x="535059" y="275961"/>
                </a:lnTo>
                <a:lnTo>
                  <a:pt x="534211" y="275860"/>
                </a:lnTo>
                <a:lnTo>
                  <a:pt x="533351" y="275774"/>
                </a:lnTo>
                <a:lnTo>
                  <a:pt x="532480" y="275704"/>
                </a:lnTo>
                <a:lnTo>
                  <a:pt x="531598" y="275650"/>
                </a:lnTo>
                <a:lnTo>
                  <a:pt x="530705" y="275611"/>
                </a:lnTo>
                <a:lnTo>
                  <a:pt x="529801" y="275587"/>
                </a:lnTo>
                <a:lnTo>
                  <a:pt x="528885" y="275579"/>
                </a:lnTo>
                <a:lnTo>
                  <a:pt x="527903" y="275588"/>
                </a:lnTo>
                <a:lnTo>
                  <a:pt x="526932" y="275615"/>
                </a:lnTo>
                <a:lnTo>
                  <a:pt x="525972" y="275660"/>
                </a:lnTo>
                <a:lnTo>
                  <a:pt x="525023" y="275722"/>
                </a:lnTo>
                <a:lnTo>
                  <a:pt x="524086" y="275802"/>
                </a:lnTo>
                <a:lnTo>
                  <a:pt x="523159" y="275900"/>
                </a:lnTo>
                <a:lnTo>
                  <a:pt x="522244" y="276015"/>
                </a:lnTo>
                <a:lnTo>
                  <a:pt x="521339" y="276149"/>
                </a:lnTo>
                <a:lnTo>
                  <a:pt x="520446" y="276300"/>
                </a:lnTo>
                <a:lnTo>
                  <a:pt x="519564" y="276469"/>
                </a:lnTo>
                <a:lnTo>
                  <a:pt x="518693" y="276656"/>
                </a:lnTo>
                <a:lnTo>
                  <a:pt x="517833" y="276861"/>
                </a:lnTo>
                <a:lnTo>
                  <a:pt x="516985" y="277083"/>
                </a:lnTo>
                <a:lnTo>
                  <a:pt x="516147" y="277324"/>
                </a:lnTo>
                <a:lnTo>
                  <a:pt x="515321" y="277582"/>
                </a:lnTo>
                <a:lnTo>
                  <a:pt x="514506" y="277857"/>
                </a:lnTo>
                <a:lnTo>
                  <a:pt x="513701" y="278151"/>
                </a:lnTo>
                <a:lnTo>
                  <a:pt x="512908" y="278462"/>
                </a:lnTo>
                <a:lnTo>
                  <a:pt x="512126" y="278792"/>
                </a:lnTo>
                <a:lnTo>
                  <a:pt x="511356" y="279139"/>
                </a:lnTo>
                <a:lnTo>
                  <a:pt x="510596" y="279504"/>
                </a:lnTo>
                <a:lnTo>
                  <a:pt x="509847" y="279886"/>
                </a:lnTo>
                <a:lnTo>
                  <a:pt x="509110" y="280287"/>
                </a:lnTo>
                <a:lnTo>
                  <a:pt x="508384" y="280705"/>
                </a:lnTo>
                <a:lnTo>
                  <a:pt x="507670" y="281126"/>
                </a:lnTo>
                <a:lnTo>
                  <a:pt x="506970" y="281561"/>
                </a:lnTo>
                <a:lnTo>
                  <a:pt x="506284" y="282011"/>
                </a:lnTo>
                <a:lnTo>
                  <a:pt x="505612" y="282476"/>
                </a:lnTo>
                <a:lnTo>
                  <a:pt x="504954" y="282954"/>
                </a:lnTo>
                <a:lnTo>
                  <a:pt x="504309" y="283448"/>
                </a:lnTo>
                <a:lnTo>
                  <a:pt x="503679" y="283955"/>
                </a:lnTo>
                <a:lnTo>
                  <a:pt x="503062" y="284478"/>
                </a:lnTo>
                <a:lnTo>
                  <a:pt x="502460" y="285014"/>
                </a:lnTo>
                <a:lnTo>
                  <a:pt x="501871" y="285566"/>
                </a:lnTo>
                <a:lnTo>
                  <a:pt x="501296" y="286131"/>
                </a:lnTo>
                <a:lnTo>
                  <a:pt x="500735" y="286711"/>
                </a:lnTo>
                <a:lnTo>
                  <a:pt x="500188" y="287306"/>
                </a:lnTo>
                <a:lnTo>
                  <a:pt x="499655" y="287915"/>
                </a:lnTo>
                <a:lnTo>
                  <a:pt x="499136" y="288538"/>
                </a:lnTo>
                <a:lnTo>
                  <a:pt x="498631" y="289176"/>
                </a:lnTo>
                <a:lnTo>
                  <a:pt x="498140" y="289828"/>
                </a:lnTo>
                <a:lnTo>
                  <a:pt x="497662" y="290495"/>
                </a:lnTo>
                <a:lnTo>
                  <a:pt x="497199" y="291176"/>
                </a:lnTo>
                <a:lnTo>
                  <a:pt x="496749" y="291872"/>
                </a:lnTo>
                <a:lnTo>
                  <a:pt x="496313" y="292582"/>
                </a:lnTo>
                <a:lnTo>
                  <a:pt x="495891" y="293307"/>
                </a:lnTo>
                <a:lnTo>
                  <a:pt x="495484" y="294046"/>
                </a:lnTo>
                <a:lnTo>
                  <a:pt x="495089" y="294800"/>
                </a:lnTo>
                <a:lnTo>
                  <a:pt x="494710" y="295566"/>
                </a:lnTo>
                <a:lnTo>
                  <a:pt x="494348" y="296345"/>
                </a:lnTo>
                <a:lnTo>
                  <a:pt x="494001" y="297135"/>
                </a:lnTo>
                <a:lnTo>
                  <a:pt x="493670" y="297936"/>
                </a:lnTo>
                <a:lnTo>
                  <a:pt x="493356" y="298750"/>
                </a:lnTo>
                <a:lnTo>
                  <a:pt x="493057" y="299575"/>
                </a:lnTo>
                <a:lnTo>
                  <a:pt x="492775" y="300411"/>
                </a:lnTo>
                <a:lnTo>
                  <a:pt x="492509" y="301260"/>
                </a:lnTo>
                <a:lnTo>
                  <a:pt x="492259" y="302120"/>
                </a:lnTo>
                <a:lnTo>
                  <a:pt x="492025" y="302992"/>
                </a:lnTo>
                <a:lnTo>
                  <a:pt x="491807" y="303875"/>
                </a:lnTo>
                <a:lnTo>
                  <a:pt x="491606" y="304770"/>
                </a:lnTo>
                <a:lnTo>
                  <a:pt x="491420" y="305677"/>
                </a:lnTo>
                <a:lnTo>
                  <a:pt x="491251" y="306595"/>
                </a:lnTo>
                <a:lnTo>
                  <a:pt x="491098" y="307526"/>
                </a:lnTo>
                <a:lnTo>
                  <a:pt x="490961" y="308467"/>
                </a:lnTo>
                <a:lnTo>
                  <a:pt x="490840" y="309421"/>
                </a:lnTo>
                <a:lnTo>
                  <a:pt x="490735" y="310386"/>
                </a:lnTo>
                <a:lnTo>
                  <a:pt x="490646" y="311363"/>
                </a:lnTo>
                <a:lnTo>
                  <a:pt x="490574" y="312352"/>
                </a:lnTo>
                <a:lnTo>
                  <a:pt x="490517" y="313352"/>
                </a:lnTo>
                <a:lnTo>
                  <a:pt x="490477" y="314364"/>
                </a:lnTo>
                <a:lnTo>
                  <a:pt x="490453" y="315387"/>
                </a:lnTo>
                <a:lnTo>
                  <a:pt x="490445" y="316423"/>
                </a:lnTo>
                <a:lnTo>
                  <a:pt x="490445" y="319786"/>
                </a:lnTo>
                <a:lnTo>
                  <a:pt x="490452" y="320782"/>
                </a:lnTo>
                <a:lnTo>
                  <a:pt x="490472" y="321769"/>
                </a:lnTo>
                <a:lnTo>
                  <a:pt x="490507" y="322747"/>
                </a:lnTo>
                <a:lnTo>
                  <a:pt x="490556" y="323715"/>
                </a:lnTo>
                <a:lnTo>
                  <a:pt x="490618" y="324673"/>
                </a:lnTo>
                <a:lnTo>
                  <a:pt x="490695" y="325622"/>
                </a:lnTo>
                <a:lnTo>
                  <a:pt x="490785" y="326562"/>
                </a:lnTo>
                <a:lnTo>
                  <a:pt x="490890" y="327492"/>
                </a:lnTo>
                <a:lnTo>
                  <a:pt x="491008" y="328413"/>
                </a:lnTo>
                <a:lnTo>
                  <a:pt x="491140" y="329324"/>
                </a:lnTo>
                <a:lnTo>
                  <a:pt x="491286" y="330226"/>
                </a:lnTo>
                <a:lnTo>
                  <a:pt x="491446" y="331118"/>
                </a:lnTo>
                <a:lnTo>
                  <a:pt x="491619" y="332001"/>
                </a:lnTo>
                <a:lnTo>
                  <a:pt x="491807" y="332874"/>
                </a:lnTo>
                <a:lnTo>
                  <a:pt x="492009" y="333738"/>
                </a:lnTo>
                <a:lnTo>
                  <a:pt x="492224" y="334593"/>
                </a:lnTo>
                <a:lnTo>
                  <a:pt x="492454" y="335438"/>
                </a:lnTo>
                <a:lnTo>
                  <a:pt x="492697" y="336273"/>
                </a:lnTo>
                <a:lnTo>
                  <a:pt x="492954" y="337100"/>
                </a:lnTo>
                <a:lnTo>
                  <a:pt x="493225" y="337916"/>
                </a:lnTo>
                <a:lnTo>
                  <a:pt x="493510" y="338724"/>
                </a:lnTo>
                <a:lnTo>
                  <a:pt x="493809" y="339521"/>
                </a:lnTo>
                <a:lnTo>
                  <a:pt x="494122" y="340310"/>
                </a:lnTo>
                <a:lnTo>
                  <a:pt x="494449" y="341089"/>
                </a:lnTo>
                <a:lnTo>
                  <a:pt x="494803" y="341855"/>
                </a:lnTo>
                <a:lnTo>
                  <a:pt x="495172" y="342608"/>
                </a:lnTo>
                <a:lnTo>
                  <a:pt x="495555" y="343346"/>
                </a:lnTo>
                <a:lnTo>
                  <a:pt x="495953" y="344069"/>
                </a:lnTo>
                <a:lnTo>
                  <a:pt x="496365" y="344779"/>
                </a:lnTo>
                <a:lnTo>
                  <a:pt x="496791" y="345473"/>
                </a:lnTo>
                <a:lnTo>
                  <a:pt x="497232" y="346153"/>
                </a:lnTo>
                <a:lnTo>
                  <a:pt x="497688" y="346819"/>
                </a:lnTo>
                <a:lnTo>
                  <a:pt x="498158" y="347470"/>
                </a:lnTo>
                <a:lnTo>
                  <a:pt x="498642" y="348107"/>
                </a:lnTo>
                <a:lnTo>
                  <a:pt x="499141" y="348729"/>
                </a:lnTo>
                <a:lnTo>
                  <a:pt x="499654" y="349337"/>
                </a:lnTo>
                <a:lnTo>
                  <a:pt x="500182" y="349931"/>
                </a:lnTo>
                <a:lnTo>
                  <a:pt x="500724" y="350510"/>
                </a:lnTo>
                <a:lnTo>
                  <a:pt x="501281" y="351074"/>
                </a:lnTo>
                <a:lnTo>
                  <a:pt x="501852" y="351624"/>
                </a:lnTo>
                <a:lnTo>
                  <a:pt x="502438" y="352160"/>
                </a:lnTo>
                <a:lnTo>
                  <a:pt x="503038" y="352681"/>
                </a:lnTo>
                <a:lnTo>
                  <a:pt x="503652" y="353187"/>
                </a:lnTo>
                <a:lnTo>
                  <a:pt x="504281" y="353680"/>
                </a:lnTo>
                <a:lnTo>
                  <a:pt x="504925" y="354157"/>
                </a:lnTo>
                <a:lnTo>
                  <a:pt x="505583" y="354621"/>
                </a:lnTo>
                <a:lnTo>
                  <a:pt x="506255" y="355069"/>
                </a:lnTo>
                <a:lnTo>
                  <a:pt x="506942" y="355504"/>
                </a:lnTo>
                <a:lnTo>
                  <a:pt x="507657" y="355922"/>
                </a:lnTo>
                <a:lnTo>
                  <a:pt x="508387" y="356322"/>
                </a:lnTo>
                <a:lnTo>
                  <a:pt x="509132" y="356705"/>
                </a:lnTo>
                <a:lnTo>
                  <a:pt x="509892" y="357070"/>
                </a:lnTo>
                <a:lnTo>
                  <a:pt x="510667" y="357417"/>
                </a:lnTo>
                <a:lnTo>
                  <a:pt x="511457" y="357746"/>
                </a:lnTo>
                <a:lnTo>
                  <a:pt x="512262" y="358058"/>
                </a:lnTo>
                <a:lnTo>
                  <a:pt x="513082" y="358351"/>
                </a:lnTo>
                <a:lnTo>
                  <a:pt x="513917" y="358627"/>
                </a:lnTo>
                <a:lnTo>
                  <a:pt x="514767" y="358885"/>
                </a:lnTo>
                <a:lnTo>
                  <a:pt x="515632" y="359125"/>
                </a:lnTo>
                <a:lnTo>
                  <a:pt x="516512" y="359348"/>
                </a:lnTo>
                <a:lnTo>
                  <a:pt x="517407" y="359552"/>
                </a:lnTo>
                <a:lnTo>
                  <a:pt x="518317" y="359739"/>
                </a:lnTo>
                <a:lnTo>
                  <a:pt x="519242" y="359908"/>
                </a:lnTo>
                <a:lnTo>
                  <a:pt x="520183" y="360060"/>
                </a:lnTo>
                <a:lnTo>
                  <a:pt x="521138" y="360193"/>
                </a:lnTo>
                <a:lnTo>
                  <a:pt x="522108" y="360309"/>
                </a:lnTo>
                <a:lnTo>
                  <a:pt x="523093" y="360407"/>
                </a:lnTo>
                <a:lnTo>
                  <a:pt x="524093" y="360487"/>
                </a:lnTo>
                <a:lnTo>
                  <a:pt x="525109" y="360549"/>
                </a:lnTo>
                <a:lnTo>
                  <a:pt x="526139" y="360594"/>
                </a:lnTo>
                <a:lnTo>
                  <a:pt x="527184" y="360620"/>
                </a:lnTo>
                <a:lnTo>
                  <a:pt x="528244" y="360629"/>
                </a:lnTo>
                <a:lnTo>
                  <a:pt x="529160" y="360622"/>
                </a:lnTo>
                <a:lnTo>
                  <a:pt x="530065" y="360602"/>
                </a:lnTo>
                <a:lnTo>
                  <a:pt x="530960" y="360569"/>
                </a:lnTo>
                <a:lnTo>
                  <a:pt x="531844" y="360522"/>
                </a:lnTo>
                <a:lnTo>
                  <a:pt x="532717" y="360462"/>
                </a:lnTo>
                <a:lnTo>
                  <a:pt x="533580" y="360389"/>
                </a:lnTo>
                <a:close/>
                <a:moveTo>
                  <a:pt x="507367" y="307280"/>
                </a:moveTo>
                <a:lnTo>
                  <a:pt x="507412" y="306832"/>
                </a:lnTo>
                <a:lnTo>
                  <a:pt x="507467" y="306386"/>
                </a:lnTo>
                <a:lnTo>
                  <a:pt x="507529" y="305940"/>
                </a:lnTo>
                <a:lnTo>
                  <a:pt x="507600" y="305496"/>
                </a:lnTo>
                <a:lnTo>
                  <a:pt x="507679" y="305053"/>
                </a:lnTo>
                <a:lnTo>
                  <a:pt x="507767" y="304611"/>
                </a:lnTo>
                <a:lnTo>
                  <a:pt x="507863" y="304170"/>
                </a:lnTo>
                <a:lnTo>
                  <a:pt x="507967" y="303730"/>
                </a:lnTo>
                <a:lnTo>
                  <a:pt x="508080" y="303291"/>
                </a:lnTo>
                <a:lnTo>
                  <a:pt x="508201" y="302853"/>
                </a:lnTo>
                <a:lnTo>
                  <a:pt x="508330" y="302417"/>
                </a:lnTo>
                <a:lnTo>
                  <a:pt x="508468" y="301981"/>
                </a:lnTo>
                <a:lnTo>
                  <a:pt x="508614" y="301547"/>
                </a:lnTo>
                <a:lnTo>
                  <a:pt x="508768" y="301114"/>
                </a:lnTo>
                <a:lnTo>
                  <a:pt x="508931" y="300681"/>
                </a:lnTo>
                <a:lnTo>
                  <a:pt x="509102" y="300250"/>
                </a:lnTo>
                <a:lnTo>
                  <a:pt x="509281" y="299821"/>
                </a:lnTo>
                <a:lnTo>
                  <a:pt x="509469" y="299392"/>
                </a:lnTo>
                <a:lnTo>
                  <a:pt x="509665" y="298964"/>
                </a:lnTo>
                <a:lnTo>
                  <a:pt x="509882" y="298527"/>
                </a:lnTo>
                <a:lnTo>
                  <a:pt x="510106" y="298097"/>
                </a:lnTo>
                <a:lnTo>
                  <a:pt x="510338" y="297673"/>
                </a:lnTo>
                <a:lnTo>
                  <a:pt x="510577" y="297256"/>
                </a:lnTo>
                <a:lnTo>
                  <a:pt x="510823" y="296845"/>
                </a:lnTo>
                <a:lnTo>
                  <a:pt x="511076" y="296441"/>
                </a:lnTo>
                <a:lnTo>
                  <a:pt x="511337" y="296044"/>
                </a:lnTo>
                <a:lnTo>
                  <a:pt x="511605" y="295654"/>
                </a:lnTo>
                <a:lnTo>
                  <a:pt x="511880" y="295270"/>
                </a:lnTo>
                <a:lnTo>
                  <a:pt x="512162" y="294893"/>
                </a:lnTo>
                <a:lnTo>
                  <a:pt x="512451" y="294523"/>
                </a:lnTo>
                <a:lnTo>
                  <a:pt x="512748" y="294159"/>
                </a:lnTo>
                <a:lnTo>
                  <a:pt x="513052" y="293802"/>
                </a:lnTo>
                <a:lnTo>
                  <a:pt x="513363" y="293452"/>
                </a:lnTo>
                <a:lnTo>
                  <a:pt x="513682" y="293108"/>
                </a:lnTo>
                <a:lnTo>
                  <a:pt x="514007" y="292771"/>
                </a:lnTo>
                <a:lnTo>
                  <a:pt x="514340" y="292441"/>
                </a:lnTo>
                <a:lnTo>
                  <a:pt x="514680" y="292117"/>
                </a:lnTo>
                <a:lnTo>
                  <a:pt x="515027" y="291800"/>
                </a:lnTo>
                <a:lnTo>
                  <a:pt x="515382" y="291490"/>
                </a:lnTo>
                <a:lnTo>
                  <a:pt x="515744" y="291186"/>
                </a:lnTo>
                <a:lnTo>
                  <a:pt x="516113" y="290889"/>
                </a:lnTo>
                <a:lnTo>
                  <a:pt x="516489" y="290599"/>
                </a:lnTo>
                <a:lnTo>
                  <a:pt x="516872" y="290315"/>
                </a:lnTo>
                <a:lnTo>
                  <a:pt x="517277" y="290041"/>
                </a:lnTo>
                <a:lnTo>
                  <a:pt x="517688" y="289778"/>
                </a:lnTo>
                <a:lnTo>
                  <a:pt x="518106" y="289527"/>
                </a:lnTo>
                <a:lnTo>
                  <a:pt x="518532" y="289287"/>
                </a:lnTo>
                <a:lnTo>
                  <a:pt x="518965" y="289059"/>
                </a:lnTo>
                <a:lnTo>
                  <a:pt x="519405" y="288843"/>
                </a:lnTo>
                <a:lnTo>
                  <a:pt x="519853" y="288639"/>
                </a:lnTo>
                <a:lnTo>
                  <a:pt x="520307" y="288446"/>
                </a:lnTo>
                <a:lnTo>
                  <a:pt x="520769" y="288265"/>
                </a:lnTo>
                <a:lnTo>
                  <a:pt x="521238" y="288096"/>
                </a:lnTo>
                <a:lnTo>
                  <a:pt x="521715" y="287938"/>
                </a:lnTo>
                <a:lnTo>
                  <a:pt x="522198" y="287792"/>
                </a:lnTo>
                <a:lnTo>
                  <a:pt x="522689" y="287658"/>
                </a:lnTo>
                <a:lnTo>
                  <a:pt x="523187" y="287535"/>
                </a:lnTo>
                <a:lnTo>
                  <a:pt x="523692" y="287424"/>
                </a:lnTo>
                <a:lnTo>
                  <a:pt x="524205" y="287325"/>
                </a:lnTo>
                <a:lnTo>
                  <a:pt x="524724" y="287238"/>
                </a:lnTo>
                <a:lnTo>
                  <a:pt x="525251" y="287162"/>
                </a:lnTo>
                <a:lnTo>
                  <a:pt x="525785" y="287097"/>
                </a:lnTo>
                <a:lnTo>
                  <a:pt x="526327" y="287045"/>
                </a:lnTo>
                <a:lnTo>
                  <a:pt x="526876" y="287004"/>
                </a:lnTo>
                <a:lnTo>
                  <a:pt x="527431" y="286975"/>
                </a:lnTo>
                <a:lnTo>
                  <a:pt x="527994" y="286957"/>
                </a:lnTo>
                <a:lnTo>
                  <a:pt x="528565" y="286951"/>
                </a:lnTo>
                <a:lnTo>
                  <a:pt x="529070" y="286956"/>
                </a:lnTo>
                <a:lnTo>
                  <a:pt x="529569" y="286970"/>
                </a:lnTo>
                <a:lnTo>
                  <a:pt x="530064" y="286994"/>
                </a:lnTo>
                <a:lnTo>
                  <a:pt x="530554" y="287027"/>
                </a:lnTo>
                <a:lnTo>
                  <a:pt x="531038" y="287070"/>
                </a:lnTo>
                <a:lnTo>
                  <a:pt x="531518" y="287122"/>
                </a:lnTo>
                <a:lnTo>
                  <a:pt x="531993" y="287183"/>
                </a:lnTo>
                <a:lnTo>
                  <a:pt x="532462" y="287254"/>
                </a:lnTo>
                <a:lnTo>
                  <a:pt x="532927" y="287334"/>
                </a:lnTo>
                <a:lnTo>
                  <a:pt x="533387" y="287424"/>
                </a:lnTo>
                <a:lnTo>
                  <a:pt x="533841" y="287523"/>
                </a:lnTo>
                <a:lnTo>
                  <a:pt x="534291" y="287632"/>
                </a:lnTo>
                <a:lnTo>
                  <a:pt x="534735" y="287750"/>
                </a:lnTo>
                <a:lnTo>
                  <a:pt x="535175" y="287878"/>
                </a:lnTo>
                <a:lnTo>
                  <a:pt x="535610" y="288015"/>
                </a:lnTo>
                <a:lnTo>
                  <a:pt x="536039" y="288162"/>
                </a:lnTo>
                <a:lnTo>
                  <a:pt x="536464" y="288318"/>
                </a:lnTo>
                <a:lnTo>
                  <a:pt x="536884" y="288483"/>
                </a:lnTo>
                <a:lnTo>
                  <a:pt x="537298" y="288658"/>
                </a:lnTo>
                <a:lnTo>
                  <a:pt x="537708" y="288842"/>
                </a:lnTo>
                <a:lnTo>
                  <a:pt x="538112" y="289036"/>
                </a:lnTo>
                <a:lnTo>
                  <a:pt x="538512" y="289239"/>
                </a:lnTo>
                <a:lnTo>
                  <a:pt x="538907" y="289452"/>
                </a:lnTo>
                <a:lnTo>
                  <a:pt x="539296" y="289674"/>
                </a:lnTo>
                <a:lnTo>
                  <a:pt x="539679" y="289905"/>
                </a:lnTo>
                <a:lnTo>
                  <a:pt x="540055" y="290143"/>
                </a:lnTo>
                <a:lnTo>
                  <a:pt x="540422" y="290388"/>
                </a:lnTo>
                <a:lnTo>
                  <a:pt x="540782" y="290640"/>
                </a:lnTo>
                <a:lnTo>
                  <a:pt x="541134" y="290899"/>
                </a:lnTo>
                <a:lnTo>
                  <a:pt x="541478" y="291166"/>
                </a:lnTo>
                <a:lnTo>
                  <a:pt x="541815" y="291440"/>
                </a:lnTo>
                <a:lnTo>
                  <a:pt x="542144" y="291721"/>
                </a:lnTo>
                <a:lnTo>
                  <a:pt x="542464" y="292009"/>
                </a:lnTo>
                <a:lnTo>
                  <a:pt x="542778" y="292305"/>
                </a:lnTo>
                <a:lnTo>
                  <a:pt x="543083" y="292608"/>
                </a:lnTo>
                <a:lnTo>
                  <a:pt x="543380" y="292918"/>
                </a:lnTo>
                <a:lnTo>
                  <a:pt x="543670" y="293235"/>
                </a:lnTo>
                <a:lnTo>
                  <a:pt x="543952" y="293560"/>
                </a:lnTo>
                <a:lnTo>
                  <a:pt x="544226" y="293891"/>
                </a:lnTo>
                <a:lnTo>
                  <a:pt x="544493" y="294230"/>
                </a:lnTo>
                <a:lnTo>
                  <a:pt x="544751" y="294576"/>
                </a:lnTo>
                <a:lnTo>
                  <a:pt x="545002" y="294930"/>
                </a:lnTo>
                <a:lnTo>
                  <a:pt x="545245" y="295291"/>
                </a:lnTo>
                <a:lnTo>
                  <a:pt x="545480" y="295658"/>
                </a:lnTo>
                <a:lnTo>
                  <a:pt x="545708" y="296034"/>
                </a:lnTo>
                <a:lnTo>
                  <a:pt x="545928" y="296416"/>
                </a:lnTo>
                <a:lnTo>
                  <a:pt x="546139" y="296805"/>
                </a:lnTo>
                <a:lnTo>
                  <a:pt x="546344" y="297202"/>
                </a:lnTo>
                <a:lnTo>
                  <a:pt x="546553" y="297592"/>
                </a:lnTo>
                <a:lnTo>
                  <a:pt x="546753" y="297986"/>
                </a:lnTo>
                <a:lnTo>
                  <a:pt x="546944" y="298386"/>
                </a:lnTo>
                <a:lnTo>
                  <a:pt x="547127" y="298791"/>
                </a:lnTo>
                <a:lnTo>
                  <a:pt x="547300" y="299200"/>
                </a:lnTo>
                <a:lnTo>
                  <a:pt x="547465" y="299615"/>
                </a:lnTo>
                <a:lnTo>
                  <a:pt x="547620" y="300034"/>
                </a:lnTo>
                <a:lnTo>
                  <a:pt x="547767" y="300459"/>
                </a:lnTo>
                <a:lnTo>
                  <a:pt x="547905" y="300889"/>
                </a:lnTo>
                <a:lnTo>
                  <a:pt x="548034" y="301323"/>
                </a:lnTo>
                <a:lnTo>
                  <a:pt x="548154" y="301763"/>
                </a:lnTo>
                <a:lnTo>
                  <a:pt x="548266" y="302208"/>
                </a:lnTo>
                <a:lnTo>
                  <a:pt x="548368" y="302657"/>
                </a:lnTo>
                <a:lnTo>
                  <a:pt x="548461" y="303112"/>
                </a:lnTo>
                <a:lnTo>
                  <a:pt x="548546" y="303571"/>
                </a:lnTo>
                <a:lnTo>
                  <a:pt x="548621" y="304036"/>
                </a:lnTo>
                <a:lnTo>
                  <a:pt x="548688" y="304506"/>
                </a:lnTo>
                <a:lnTo>
                  <a:pt x="548746" y="304980"/>
                </a:lnTo>
                <a:lnTo>
                  <a:pt x="548795" y="305460"/>
                </a:lnTo>
                <a:lnTo>
                  <a:pt x="548835" y="305945"/>
                </a:lnTo>
                <a:lnTo>
                  <a:pt x="548866" y="306434"/>
                </a:lnTo>
                <a:lnTo>
                  <a:pt x="548888" y="306929"/>
                </a:lnTo>
                <a:lnTo>
                  <a:pt x="548902" y="307429"/>
                </a:lnTo>
                <a:lnTo>
                  <a:pt x="548906" y="307934"/>
                </a:lnTo>
                <a:lnTo>
                  <a:pt x="548906" y="310336"/>
                </a:lnTo>
                <a:lnTo>
                  <a:pt x="507262" y="310336"/>
                </a:lnTo>
                <a:lnTo>
                  <a:pt x="507262" y="309535"/>
                </a:lnTo>
                <a:lnTo>
                  <a:pt x="507267" y="309082"/>
                </a:lnTo>
                <a:lnTo>
                  <a:pt x="507279" y="308630"/>
                </a:lnTo>
                <a:lnTo>
                  <a:pt x="507300" y="308179"/>
                </a:lnTo>
                <a:lnTo>
                  <a:pt x="507329" y="307729"/>
                </a:lnTo>
                <a:lnTo>
                  <a:pt x="507367" y="307280"/>
                </a:lnTo>
                <a:close/>
                <a:moveTo>
                  <a:pt x="455327" y="388847"/>
                </a:moveTo>
                <a:lnTo>
                  <a:pt x="456211" y="388719"/>
                </a:lnTo>
                <a:lnTo>
                  <a:pt x="457076" y="388567"/>
                </a:lnTo>
                <a:lnTo>
                  <a:pt x="457922" y="388392"/>
                </a:lnTo>
                <a:lnTo>
                  <a:pt x="458749" y="388193"/>
                </a:lnTo>
                <a:lnTo>
                  <a:pt x="459557" y="387971"/>
                </a:lnTo>
                <a:lnTo>
                  <a:pt x="460346" y="387726"/>
                </a:lnTo>
                <a:lnTo>
                  <a:pt x="461116" y="387457"/>
                </a:lnTo>
                <a:lnTo>
                  <a:pt x="461868" y="387165"/>
                </a:lnTo>
                <a:lnTo>
                  <a:pt x="462600" y="386850"/>
                </a:lnTo>
                <a:lnTo>
                  <a:pt x="463314" y="386511"/>
                </a:lnTo>
                <a:lnTo>
                  <a:pt x="464008" y="386149"/>
                </a:lnTo>
                <a:lnTo>
                  <a:pt x="464684" y="385764"/>
                </a:lnTo>
                <a:lnTo>
                  <a:pt x="465341" y="385355"/>
                </a:lnTo>
                <a:lnTo>
                  <a:pt x="465979" y="384923"/>
                </a:lnTo>
                <a:lnTo>
                  <a:pt x="466598" y="384468"/>
                </a:lnTo>
                <a:lnTo>
                  <a:pt x="467198" y="383989"/>
                </a:lnTo>
                <a:lnTo>
                  <a:pt x="467779" y="383487"/>
                </a:lnTo>
                <a:lnTo>
                  <a:pt x="468341" y="382961"/>
                </a:lnTo>
                <a:lnTo>
                  <a:pt x="468884" y="382412"/>
                </a:lnTo>
                <a:lnTo>
                  <a:pt x="469420" y="381858"/>
                </a:lnTo>
                <a:lnTo>
                  <a:pt x="469933" y="381291"/>
                </a:lnTo>
                <a:lnTo>
                  <a:pt x="470423" y="380710"/>
                </a:lnTo>
                <a:lnTo>
                  <a:pt x="470891" y="380116"/>
                </a:lnTo>
                <a:lnTo>
                  <a:pt x="471336" y="379509"/>
                </a:lnTo>
                <a:lnTo>
                  <a:pt x="471757" y="378888"/>
                </a:lnTo>
                <a:lnTo>
                  <a:pt x="472156" y="378254"/>
                </a:lnTo>
                <a:lnTo>
                  <a:pt x="472533" y="377607"/>
                </a:lnTo>
                <a:lnTo>
                  <a:pt x="472886" y="376946"/>
                </a:lnTo>
                <a:lnTo>
                  <a:pt x="473217" y="376272"/>
                </a:lnTo>
                <a:lnTo>
                  <a:pt x="473525" y="375585"/>
                </a:lnTo>
                <a:lnTo>
                  <a:pt x="473810" y="374884"/>
                </a:lnTo>
                <a:lnTo>
                  <a:pt x="474072" y="374170"/>
                </a:lnTo>
                <a:lnTo>
                  <a:pt x="474311" y="373443"/>
                </a:lnTo>
                <a:lnTo>
                  <a:pt x="474528" y="372702"/>
                </a:lnTo>
                <a:lnTo>
                  <a:pt x="474722" y="371948"/>
                </a:lnTo>
                <a:lnTo>
                  <a:pt x="474893" y="371180"/>
                </a:lnTo>
                <a:lnTo>
                  <a:pt x="475041" y="370399"/>
                </a:lnTo>
                <a:lnTo>
                  <a:pt x="475166" y="369605"/>
                </a:lnTo>
                <a:lnTo>
                  <a:pt x="475269" y="368798"/>
                </a:lnTo>
                <a:lnTo>
                  <a:pt x="475349" y="367977"/>
                </a:lnTo>
                <a:lnTo>
                  <a:pt x="475406" y="367143"/>
                </a:lnTo>
                <a:lnTo>
                  <a:pt x="475440" y="366295"/>
                </a:lnTo>
                <a:lnTo>
                  <a:pt x="475451" y="365434"/>
                </a:lnTo>
                <a:lnTo>
                  <a:pt x="475440" y="364640"/>
                </a:lnTo>
                <a:lnTo>
                  <a:pt x="475406" y="363859"/>
                </a:lnTo>
                <a:lnTo>
                  <a:pt x="475349" y="363092"/>
                </a:lnTo>
                <a:lnTo>
                  <a:pt x="475269" y="362338"/>
                </a:lnTo>
                <a:lnTo>
                  <a:pt x="475166" y="361597"/>
                </a:lnTo>
                <a:lnTo>
                  <a:pt x="475041" y="360869"/>
                </a:lnTo>
                <a:lnTo>
                  <a:pt x="474893" y="360155"/>
                </a:lnTo>
                <a:lnTo>
                  <a:pt x="474722" y="359455"/>
                </a:lnTo>
                <a:lnTo>
                  <a:pt x="474528" y="358767"/>
                </a:lnTo>
                <a:lnTo>
                  <a:pt x="474311" y="358093"/>
                </a:lnTo>
                <a:lnTo>
                  <a:pt x="474072" y="357432"/>
                </a:lnTo>
                <a:lnTo>
                  <a:pt x="473810" y="356785"/>
                </a:lnTo>
                <a:lnTo>
                  <a:pt x="473525" y="356151"/>
                </a:lnTo>
                <a:lnTo>
                  <a:pt x="473217" y="355530"/>
                </a:lnTo>
                <a:lnTo>
                  <a:pt x="472886" y="354923"/>
                </a:lnTo>
                <a:lnTo>
                  <a:pt x="472533" y="354329"/>
                </a:lnTo>
                <a:lnTo>
                  <a:pt x="472156" y="353749"/>
                </a:lnTo>
                <a:lnTo>
                  <a:pt x="471757" y="353181"/>
                </a:lnTo>
                <a:lnTo>
                  <a:pt x="471336" y="352627"/>
                </a:lnTo>
                <a:lnTo>
                  <a:pt x="470891" y="352087"/>
                </a:lnTo>
                <a:lnTo>
                  <a:pt x="470423" y="351560"/>
                </a:lnTo>
                <a:lnTo>
                  <a:pt x="469933" y="351046"/>
                </a:lnTo>
                <a:lnTo>
                  <a:pt x="469420" y="350545"/>
                </a:lnTo>
                <a:lnTo>
                  <a:pt x="468884" y="350058"/>
                </a:lnTo>
                <a:lnTo>
                  <a:pt x="468342" y="349574"/>
                </a:lnTo>
                <a:lnTo>
                  <a:pt x="467782" y="349111"/>
                </a:lnTo>
                <a:lnTo>
                  <a:pt x="467205" y="348669"/>
                </a:lnTo>
                <a:lnTo>
                  <a:pt x="466611" y="348247"/>
                </a:lnTo>
                <a:lnTo>
                  <a:pt x="465999" y="347846"/>
                </a:lnTo>
                <a:lnTo>
                  <a:pt x="465371" y="347465"/>
                </a:lnTo>
                <a:lnTo>
                  <a:pt x="464725" y="347105"/>
                </a:lnTo>
                <a:lnTo>
                  <a:pt x="464062" y="346766"/>
                </a:lnTo>
                <a:lnTo>
                  <a:pt x="463381" y="346447"/>
                </a:lnTo>
                <a:lnTo>
                  <a:pt x="462683" y="346148"/>
                </a:lnTo>
                <a:lnTo>
                  <a:pt x="461968" y="345871"/>
                </a:lnTo>
                <a:lnTo>
                  <a:pt x="461236" y="345613"/>
                </a:lnTo>
                <a:lnTo>
                  <a:pt x="460487" y="345377"/>
                </a:lnTo>
                <a:lnTo>
                  <a:pt x="459720" y="345161"/>
                </a:lnTo>
                <a:lnTo>
                  <a:pt x="458936" y="344965"/>
                </a:lnTo>
                <a:lnTo>
                  <a:pt x="458135" y="344790"/>
                </a:lnTo>
                <a:lnTo>
                  <a:pt x="457317" y="344636"/>
                </a:lnTo>
                <a:lnTo>
                  <a:pt x="456481" y="344502"/>
                </a:lnTo>
                <a:lnTo>
                  <a:pt x="455628" y="344389"/>
                </a:lnTo>
                <a:lnTo>
                  <a:pt x="454758" y="344296"/>
                </a:lnTo>
                <a:lnTo>
                  <a:pt x="453871" y="344224"/>
                </a:lnTo>
                <a:lnTo>
                  <a:pt x="452967" y="344173"/>
                </a:lnTo>
                <a:lnTo>
                  <a:pt x="452045" y="344142"/>
                </a:lnTo>
                <a:lnTo>
                  <a:pt x="451106" y="344132"/>
                </a:lnTo>
                <a:lnTo>
                  <a:pt x="422115" y="344132"/>
                </a:lnTo>
                <a:lnTo>
                  <a:pt x="421718" y="344128"/>
                </a:lnTo>
                <a:lnTo>
                  <a:pt x="421329" y="344117"/>
                </a:lnTo>
                <a:lnTo>
                  <a:pt x="420946" y="344099"/>
                </a:lnTo>
                <a:lnTo>
                  <a:pt x="420571" y="344074"/>
                </a:lnTo>
                <a:lnTo>
                  <a:pt x="420203" y="344041"/>
                </a:lnTo>
                <a:lnTo>
                  <a:pt x="419843" y="344002"/>
                </a:lnTo>
                <a:lnTo>
                  <a:pt x="419489" y="343955"/>
                </a:lnTo>
                <a:lnTo>
                  <a:pt x="419143" y="343900"/>
                </a:lnTo>
                <a:lnTo>
                  <a:pt x="418804" y="343839"/>
                </a:lnTo>
                <a:lnTo>
                  <a:pt x="418472" y="343770"/>
                </a:lnTo>
                <a:lnTo>
                  <a:pt x="418148" y="343694"/>
                </a:lnTo>
                <a:lnTo>
                  <a:pt x="417831" y="343611"/>
                </a:lnTo>
                <a:lnTo>
                  <a:pt x="417521" y="343521"/>
                </a:lnTo>
                <a:lnTo>
                  <a:pt x="417218" y="343423"/>
                </a:lnTo>
                <a:lnTo>
                  <a:pt x="416922" y="343318"/>
                </a:lnTo>
                <a:lnTo>
                  <a:pt x="416634" y="343206"/>
                </a:lnTo>
                <a:lnTo>
                  <a:pt x="416353" y="343087"/>
                </a:lnTo>
                <a:lnTo>
                  <a:pt x="416079" y="342960"/>
                </a:lnTo>
                <a:lnTo>
                  <a:pt x="415812" y="342827"/>
                </a:lnTo>
                <a:lnTo>
                  <a:pt x="415553" y="342686"/>
                </a:lnTo>
                <a:lnTo>
                  <a:pt x="415300" y="342538"/>
                </a:lnTo>
                <a:lnTo>
                  <a:pt x="415055" y="342382"/>
                </a:lnTo>
                <a:lnTo>
                  <a:pt x="414818" y="342219"/>
                </a:lnTo>
                <a:lnTo>
                  <a:pt x="414587" y="342050"/>
                </a:lnTo>
                <a:lnTo>
                  <a:pt x="414365" y="341860"/>
                </a:lnTo>
                <a:lnTo>
                  <a:pt x="414152" y="341664"/>
                </a:lnTo>
                <a:lnTo>
                  <a:pt x="413949" y="341461"/>
                </a:lnTo>
                <a:lnTo>
                  <a:pt x="413755" y="341253"/>
                </a:lnTo>
                <a:lnTo>
                  <a:pt x="413571" y="341039"/>
                </a:lnTo>
                <a:lnTo>
                  <a:pt x="413396" y="340818"/>
                </a:lnTo>
                <a:lnTo>
                  <a:pt x="413230" y="340592"/>
                </a:lnTo>
                <a:lnTo>
                  <a:pt x="413074" y="340359"/>
                </a:lnTo>
                <a:lnTo>
                  <a:pt x="412928" y="340120"/>
                </a:lnTo>
                <a:lnTo>
                  <a:pt x="412791" y="339875"/>
                </a:lnTo>
                <a:lnTo>
                  <a:pt x="412663" y="339624"/>
                </a:lnTo>
                <a:lnTo>
                  <a:pt x="412545" y="339367"/>
                </a:lnTo>
                <a:lnTo>
                  <a:pt x="412436" y="339103"/>
                </a:lnTo>
                <a:lnTo>
                  <a:pt x="412337" y="338834"/>
                </a:lnTo>
                <a:lnTo>
                  <a:pt x="412247" y="338558"/>
                </a:lnTo>
                <a:lnTo>
                  <a:pt x="412167" y="338277"/>
                </a:lnTo>
                <a:lnTo>
                  <a:pt x="412096" y="337989"/>
                </a:lnTo>
                <a:lnTo>
                  <a:pt x="412034" y="337695"/>
                </a:lnTo>
                <a:lnTo>
                  <a:pt x="411982" y="337395"/>
                </a:lnTo>
                <a:lnTo>
                  <a:pt x="411940" y="337089"/>
                </a:lnTo>
                <a:lnTo>
                  <a:pt x="411907" y="336776"/>
                </a:lnTo>
                <a:lnTo>
                  <a:pt x="411883" y="336458"/>
                </a:lnTo>
                <a:lnTo>
                  <a:pt x="411869" y="336134"/>
                </a:lnTo>
                <a:lnTo>
                  <a:pt x="411864" y="335803"/>
                </a:lnTo>
                <a:lnTo>
                  <a:pt x="411869" y="335472"/>
                </a:lnTo>
                <a:lnTo>
                  <a:pt x="411883" y="335148"/>
                </a:lnTo>
                <a:lnTo>
                  <a:pt x="411907" y="334829"/>
                </a:lnTo>
                <a:lnTo>
                  <a:pt x="411940" y="334517"/>
                </a:lnTo>
                <a:lnTo>
                  <a:pt x="411982" y="334211"/>
                </a:lnTo>
                <a:lnTo>
                  <a:pt x="412034" y="333911"/>
                </a:lnTo>
                <a:lnTo>
                  <a:pt x="412096" y="333617"/>
                </a:lnTo>
                <a:lnTo>
                  <a:pt x="412167" y="333329"/>
                </a:lnTo>
                <a:lnTo>
                  <a:pt x="412247" y="333048"/>
                </a:lnTo>
                <a:lnTo>
                  <a:pt x="412337" y="332772"/>
                </a:lnTo>
                <a:lnTo>
                  <a:pt x="412436" y="332503"/>
                </a:lnTo>
                <a:lnTo>
                  <a:pt x="412545" y="332239"/>
                </a:lnTo>
                <a:lnTo>
                  <a:pt x="412663" y="331982"/>
                </a:lnTo>
                <a:lnTo>
                  <a:pt x="412791" y="331731"/>
                </a:lnTo>
                <a:lnTo>
                  <a:pt x="412928" y="331486"/>
                </a:lnTo>
                <a:lnTo>
                  <a:pt x="413074" y="331247"/>
                </a:lnTo>
                <a:lnTo>
                  <a:pt x="413230" y="331014"/>
                </a:lnTo>
                <a:lnTo>
                  <a:pt x="413396" y="330788"/>
                </a:lnTo>
                <a:lnTo>
                  <a:pt x="413571" y="330567"/>
                </a:lnTo>
                <a:lnTo>
                  <a:pt x="413755" y="330353"/>
                </a:lnTo>
                <a:lnTo>
                  <a:pt x="413949" y="330144"/>
                </a:lnTo>
                <a:lnTo>
                  <a:pt x="414152" y="329942"/>
                </a:lnTo>
                <a:lnTo>
                  <a:pt x="414365" y="329746"/>
                </a:lnTo>
                <a:lnTo>
                  <a:pt x="414587" y="329556"/>
                </a:lnTo>
                <a:lnTo>
                  <a:pt x="414831" y="329373"/>
                </a:lnTo>
                <a:lnTo>
                  <a:pt x="415081" y="329198"/>
                </a:lnTo>
                <a:lnTo>
                  <a:pt x="415338" y="329031"/>
                </a:lnTo>
                <a:lnTo>
                  <a:pt x="415602" y="328871"/>
                </a:lnTo>
                <a:lnTo>
                  <a:pt x="415872" y="328719"/>
                </a:lnTo>
                <a:lnTo>
                  <a:pt x="416149" y="328575"/>
                </a:lnTo>
                <a:lnTo>
                  <a:pt x="416432" y="328439"/>
                </a:lnTo>
                <a:lnTo>
                  <a:pt x="416723" y="328311"/>
                </a:lnTo>
                <a:lnTo>
                  <a:pt x="417020" y="328190"/>
                </a:lnTo>
                <a:lnTo>
                  <a:pt x="417323" y="328077"/>
                </a:lnTo>
                <a:lnTo>
                  <a:pt x="417634" y="327972"/>
                </a:lnTo>
                <a:lnTo>
                  <a:pt x="417951" y="327875"/>
                </a:lnTo>
                <a:lnTo>
                  <a:pt x="418274" y="327785"/>
                </a:lnTo>
                <a:lnTo>
                  <a:pt x="418605" y="327703"/>
                </a:lnTo>
                <a:lnTo>
                  <a:pt x="418942" y="327629"/>
                </a:lnTo>
                <a:lnTo>
                  <a:pt x="419285" y="327563"/>
                </a:lnTo>
                <a:lnTo>
                  <a:pt x="419636" y="327505"/>
                </a:lnTo>
                <a:lnTo>
                  <a:pt x="419993" y="327454"/>
                </a:lnTo>
                <a:lnTo>
                  <a:pt x="420357" y="327411"/>
                </a:lnTo>
                <a:lnTo>
                  <a:pt x="420727" y="327376"/>
                </a:lnTo>
                <a:lnTo>
                  <a:pt x="421104" y="327349"/>
                </a:lnTo>
                <a:lnTo>
                  <a:pt x="421488" y="327330"/>
                </a:lnTo>
                <a:lnTo>
                  <a:pt x="421878" y="327318"/>
                </a:lnTo>
                <a:lnTo>
                  <a:pt x="422275" y="327314"/>
                </a:lnTo>
                <a:lnTo>
                  <a:pt x="435409" y="327314"/>
                </a:lnTo>
                <a:lnTo>
                  <a:pt x="436665" y="327302"/>
                </a:lnTo>
                <a:lnTo>
                  <a:pt x="437895" y="327265"/>
                </a:lnTo>
                <a:lnTo>
                  <a:pt x="439100" y="327204"/>
                </a:lnTo>
                <a:lnTo>
                  <a:pt x="440281" y="327118"/>
                </a:lnTo>
                <a:lnTo>
                  <a:pt x="441436" y="327008"/>
                </a:lnTo>
                <a:lnTo>
                  <a:pt x="442567" y="326874"/>
                </a:lnTo>
                <a:lnTo>
                  <a:pt x="443672" y="326714"/>
                </a:lnTo>
                <a:lnTo>
                  <a:pt x="444752" y="326531"/>
                </a:lnTo>
                <a:lnTo>
                  <a:pt x="445808" y="326323"/>
                </a:lnTo>
                <a:lnTo>
                  <a:pt x="446838" y="326091"/>
                </a:lnTo>
                <a:lnTo>
                  <a:pt x="447843" y="325834"/>
                </a:lnTo>
                <a:lnTo>
                  <a:pt x="448823" y="325552"/>
                </a:lnTo>
                <a:lnTo>
                  <a:pt x="449778" y="325246"/>
                </a:lnTo>
                <a:lnTo>
                  <a:pt x="450709" y="324916"/>
                </a:lnTo>
                <a:lnTo>
                  <a:pt x="451614" y="324561"/>
                </a:lnTo>
                <a:lnTo>
                  <a:pt x="452494" y="324182"/>
                </a:lnTo>
                <a:lnTo>
                  <a:pt x="453349" y="323778"/>
                </a:lnTo>
                <a:lnTo>
                  <a:pt x="454179" y="323350"/>
                </a:lnTo>
                <a:lnTo>
                  <a:pt x="454984" y="322897"/>
                </a:lnTo>
                <a:lnTo>
                  <a:pt x="455764" y="322420"/>
                </a:lnTo>
                <a:lnTo>
                  <a:pt x="456519" y="321918"/>
                </a:lnTo>
                <a:lnTo>
                  <a:pt x="457249" y="321392"/>
                </a:lnTo>
                <a:lnTo>
                  <a:pt x="457954" y="320842"/>
                </a:lnTo>
                <a:lnTo>
                  <a:pt x="458634" y="320267"/>
                </a:lnTo>
                <a:lnTo>
                  <a:pt x="459300" y="319671"/>
                </a:lnTo>
                <a:lnTo>
                  <a:pt x="459938" y="319059"/>
                </a:lnTo>
                <a:lnTo>
                  <a:pt x="460548" y="318430"/>
                </a:lnTo>
                <a:lnTo>
                  <a:pt x="461130" y="317784"/>
                </a:lnTo>
                <a:lnTo>
                  <a:pt x="461683" y="317122"/>
                </a:lnTo>
                <a:lnTo>
                  <a:pt x="462207" y="316443"/>
                </a:lnTo>
                <a:lnTo>
                  <a:pt x="462704" y="315747"/>
                </a:lnTo>
                <a:lnTo>
                  <a:pt x="463172" y="315034"/>
                </a:lnTo>
                <a:lnTo>
                  <a:pt x="463611" y="314305"/>
                </a:lnTo>
                <a:lnTo>
                  <a:pt x="464023" y="313560"/>
                </a:lnTo>
                <a:lnTo>
                  <a:pt x="464405" y="312797"/>
                </a:lnTo>
                <a:lnTo>
                  <a:pt x="464760" y="312018"/>
                </a:lnTo>
                <a:lnTo>
                  <a:pt x="465086" y="311222"/>
                </a:lnTo>
                <a:lnTo>
                  <a:pt x="465384" y="310410"/>
                </a:lnTo>
                <a:lnTo>
                  <a:pt x="465653" y="309580"/>
                </a:lnTo>
                <a:lnTo>
                  <a:pt x="465895" y="308734"/>
                </a:lnTo>
                <a:lnTo>
                  <a:pt x="466107" y="307872"/>
                </a:lnTo>
                <a:lnTo>
                  <a:pt x="466292" y="306993"/>
                </a:lnTo>
                <a:lnTo>
                  <a:pt x="466448" y="306097"/>
                </a:lnTo>
                <a:lnTo>
                  <a:pt x="466575" y="305184"/>
                </a:lnTo>
                <a:lnTo>
                  <a:pt x="466675" y="304255"/>
                </a:lnTo>
                <a:lnTo>
                  <a:pt x="466745" y="303309"/>
                </a:lnTo>
                <a:lnTo>
                  <a:pt x="466788" y="302346"/>
                </a:lnTo>
                <a:lnTo>
                  <a:pt x="466802" y="301367"/>
                </a:lnTo>
                <a:lnTo>
                  <a:pt x="466799" y="300914"/>
                </a:lnTo>
                <a:lnTo>
                  <a:pt x="466788" y="300465"/>
                </a:lnTo>
                <a:lnTo>
                  <a:pt x="466770" y="300018"/>
                </a:lnTo>
                <a:lnTo>
                  <a:pt x="466744" y="299574"/>
                </a:lnTo>
                <a:lnTo>
                  <a:pt x="466712" y="299132"/>
                </a:lnTo>
                <a:lnTo>
                  <a:pt x="466672" y="298694"/>
                </a:lnTo>
                <a:lnTo>
                  <a:pt x="466625" y="298258"/>
                </a:lnTo>
                <a:lnTo>
                  <a:pt x="466571" y="297825"/>
                </a:lnTo>
                <a:lnTo>
                  <a:pt x="466509" y="297395"/>
                </a:lnTo>
                <a:lnTo>
                  <a:pt x="466441" y="296968"/>
                </a:lnTo>
                <a:lnTo>
                  <a:pt x="466365" y="296543"/>
                </a:lnTo>
                <a:lnTo>
                  <a:pt x="466282" y="296121"/>
                </a:lnTo>
                <a:lnTo>
                  <a:pt x="466191" y="295702"/>
                </a:lnTo>
                <a:lnTo>
                  <a:pt x="466094" y="295286"/>
                </a:lnTo>
                <a:lnTo>
                  <a:pt x="465989" y="294872"/>
                </a:lnTo>
                <a:lnTo>
                  <a:pt x="465877" y="294462"/>
                </a:lnTo>
                <a:lnTo>
                  <a:pt x="465757" y="294054"/>
                </a:lnTo>
                <a:lnTo>
                  <a:pt x="465631" y="293648"/>
                </a:lnTo>
                <a:lnTo>
                  <a:pt x="465497" y="293246"/>
                </a:lnTo>
                <a:lnTo>
                  <a:pt x="465356" y="292847"/>
                </a:lnTo>
                <a:lnTo>
                  <a:pt x="465208" y="292450"/>
                </a:lnTo>
                <a:lnTo>
                  <a:pt x="465053" y="292056"/>
                </a:lnTo>
                <a:lnTo>
                  <a:pt x="464890" y="291664"/>
                </a:lnTo>
                <a:lnTo>
                  <a:pt x="464720" y="291276"/>
                </a:lnTo>
                <a:lnTo>
                  <a:pt x="464556" y="290879"/>
                </a:lnTo>
                <a:lnTo>
                  <a:pt x="464386" y="290487"/>
                </a:lnTo>
                <a:lnTo>
                  <a:pt x="464209" y="290102"/>
                </a:lnTo>
                <a:lnTo>
                  <a:pt x="464026" y="289723"/>
                </a:lnTo>
                <a:lnTo>
                  <a:pt x="463836" y="289350"/>
                </a:lnTo>
                <a:lnTo>
                  <a:pt x="463639" y="288984"/>
                </a:lnTo>
                <a:lnTo>
                  <a:pt x="463435" y="288623"/>
                </a:lnTo>
                <a:lnTo>
                  <a:pt x="463225" y="288268"/>
                </a:lnTo>
                <a:lnTo>
                  <a:pt x="463008" y="287920"/>
                </a:lnTo>
                <a:lnTo>
                  <a:pt x="462785" y="287578"/>
                </a:lnTo>
                <a:lnTo>
                  <a:pt x="462554" y="287241"/>
                </a:lnTo>
                <a:lnTo>
                  <a:pt x="462317" y="286911"/>
                </a:lnTo>
                <a:lnTo>
                  <a:pt x="462074" y="286587"/>
                </a:lnTo>
                <a:lnTo>
                  <a:pt x="461824" y="286270"/>
                </a:lnTo>
                <a:lnTo>
                  <a:pt x="461567" y="285958"/>
                </a:lnTo>
                <a:lnTo>
                  <a:pt x="461303" y="285652"/>
                </a:lnTo>
                <a:lnTo>
                  <a:pt x="461033" y="285353"/>
                </a:lnTo>
                <a:lnTo>
                  <a:pt x="460756" y="285059"/>
                </a:lnTo>
                <a:lnTo>
                  <a:pt x="460472" y="284772"/>
                </a:lnTo>
                <a:lnTo>
                  <a:pt x="460182" y="284491"/>
                </a:lnTo>
                <a:lnTo>
                  <a:pt x="459885" y="284216"/>
                </a:lnTo>
                <a:lnTo>
                  <a:pt x="459581" y="283947"/>
                </a:lnTo>
                <a:lnTo>
                  <a:pt x="459271" y="283684"/>
                </a:lnTo>
                <a:lnTo>
                  <a:pt x="458954" y="283428"/>
                </a:lnTo>
                <a:lnTo>
                  <a:pt x="458954" y="283107"/>
                </a:lnTo>
                <a:lnTo>
                  <a:pt x="459563" y="282967"/>
                </a:lnTo>
                <a:lnTo>
                  <a:pt x="460162" y="282814"/>
                </a:lnTo>
                <a:lnTo>
                  <a:pt x="460751" y="282647"/>
                </a:lnTo>
                <a:lnTo>
                  <a:pt x="461330" y="282467"/>
                </a:lnTo>
                <a:lnTo>
                  <a:pt x="461899" y="282273"/>
                </a:lnTo>
                <a:lnTo>
                  <a:pt x="462458" y="282066"/>
                </a:lnTo>
                <a:lnTo>
                  <a:pt x="463007" y="281846"/>
                </a:lnTo>
                <a:lnTo>
                  <a:pt x="463545" y="281612"/>
                </a:lnTo>
                <a:lnTo>
                  <a:pt x="464074" y="281366"/>
                </a:lnTo>
                <a:lnTo>
                  <a:pt x="464593" y="281105"/>
                </a:lnTo>
                <a:lnTo>
                  <a:pt x="465102" y="280832"/>
                </a:lnTo>
                <a:lnTo>
                  <a:pt x="465601" y="280545"/>
                </a:lnTo>
                <a:lnTo>
                  <a:pt x="466090" y="280244"/>
                </a:lnTo>
                <a:lnTo>
                  <a:pt x="466569" y="279931"/>
                </a:lnTo>
                <a:lnTo>
                  <a:pt x="467037" y="279604"/>
                </a:lnTo>
                <a:lnTo>
                  <a:pt x="467496" y="279263"/>
                </a:lnTo>
                <a:lnTo>
                  <a:pt x="467945" y="278910"/>
                </a:lnTo>
                <a:lnTo>
                  <a:pt x="468384" y="278543"/>
                </a:lnTo>
                <a:lnTo>
                  <a:pt x="468813" y="278162"/>
                </a:lnTo>
                <a:lnTo>
                  <a:pt x="469231" y="277768"/>
                </a:lnTo>
                <a:lnTo>
                  <a:pt x="469640" y="277361"/>
                </a:lnTo>
                <a:lnTo>
                  <a:pt x="470039" y="276941"/>
                </a:lnTo>
                <a:lnTo>
                  <a:pt x="470428" y="276507"/>
                </a:lnTo>
                <a:lnTo>
                  <a:pt x="470806" y="276060"/>
                </a:lnTo>
                <a:lnTo>
                  <a:pt x="471185" y="275589"/>
                </a:lnTo>
                <a:lnTo>
                  <a:pt x="471548" y="275109"/>
                </a:lnTo>
                <a:lnTo>
                  <a:pt x="471895" y="274621"/>
                </a:lnTo>
                <a:lnTo>
                  <a:pt x="472226" y="274125"/>
                </a:lnTo>
                <a:lnTo>
                  <a:pt x="472540" y="273620"/>
                </a:lnTo>
                <a:lnTo>
                  <a:pt x="472839" y="273107"/>
                </a:lnTo>
                <a:lnTo>
                  <a:pt x="473121" y="272585"/>
                </a:lnTo>
                <a:lnTo>
                  <a:pt x="473387" y="272056"/>
                </a:lnTo>
                <a:lnTo>
                  <a:pt x="473637" y="271518"/>
                </a:lnTo>
                <a:lnTo>
                  <a:pt x="473871" y="270971"/>
                </a:lnTo>
                <a:lnTo>
                  <a:pt x="474088" y="270417"/>
                </a:lnTo>
                <a:lnTo>
                  <a:pt x="474290" y="269853"/>
                </a:lnTo>
                <a:lnTo>
                  <a:pt x="474476" y="269282"/>
                </a:lnTo>
                <a:lnTo>
                  <a:pt x="474645" y="268702"/>
                </a:lnTo>
                <a:lnTo>
                  <a:pt x="474798" y="268114"/>
                </a:lnTo>
                <a:lnTo>
                  <a:pt x="474935" y="267518"/>
                </a:lnTo>
                <a:lnTo>
                  <a:pt x="475056" y="266913"/>
                </a:lnTo>
                <a:lnTo>
                  <a:pt x="475161" y="266300"/>
                </a:lnTo>
                <a:lnTo>
                  <a:pt x="475250" y="265678"/>
                </a:lnTo>
                <a:lnTo>
                  <a:pt x="475322" y="265048"/>
                </a:lnTo>
                <a:lnTo>
                  <a:pt x="475379" y="264410"/>
                </a:lnTo>
                <a:lnTo>
                  <a:pt x="475419" y="263764"/>
                </a:lnTo>
                <a:lnTo>
                  <a:pt x="475443" y="263109"/>
                </a:lnTo>
                <a:lnTo>
                  <a:pt x="475451" y="262446"/>
                </a:lnTo>
                <a:lnTo>
                  <a:pt x="462478" y="262446"/>
                </a:lnTo>
                <a:lnTo>
                  <a:pt x="462433" y="262911"/>
                </a:lnTo>
                <a:lnTo>
                  <a:pt x="462378" y="263371"/>
                </a:lnTo>
                <a:lnTo>
                  <a:pt x="462312" y="263827"/>
                </a:lnTo>
                <a:lnTo>
                  <a:pt x="462237" y="264279"/>
                </a:lnTo>
                <a:lnTo>
                  <a:pt x="462152" y="264726"/>
                </a:lnTo>
                <a:lnTo>
                  <a:pt x="462057" y="265168"/>
                </a:lnTo>
                <a:lnTo>
                  <a:pt x="461952" y="265607"/>
                </a:lnTo>
                <a:lnTo>
                  <a:pt x="461837" y="266041"/>
                </a:lnTo>
                <a:lnTo>
                  <a:pt x="461712" y="266470"/>
                </a:lnTo>
                <a:lnTo>
                  <a:pt x="461577" y="266895"/>
                </a:lnTo>
                <a:lnTo>
                  <a:pt x="461432" y="267315"/>
                </a:lnTo>
                <a:lnTo>
                  <a:pt x="461276" y="267731"/>
                </a:lnTo>
                <a:lnTo>
                  <a:pt x="461111" y="268143"/>
                </a:lnTo>
                <a:lnTo>
                  <a:pt x="460936" y="268550"/>
                </a:lnTo>
                <a:lnTo>
                  <a:pt x="460751" y="268952"/>
                </a:lnTo>
                <a:lnTo>
                  <a:pt x="460556" y="269351"/>
                </a:lnTo>
                <a:lnTo>
                  <a:pt x="460350" y="269744"/>
                </a:lnTo>
                <a:lnTo>
                  <a:pt x="460135" y="270134"/>
                </a:lnTo>
                <a:lnTo>
                  <a:pt x="459910" y="270519"/>
                </a:lnTo>
                <a:lnTo>
                  <a:pt x="459675" y="270899"/>
                </a:lnTo>
                <a:lnTo>
                  <a:pt x="459429" y="271275"/>
                </a:lnTo>
                <a:lnTo>
                  <a:pt x="459174" y="271646"/>
                </a:lnTo>
                <a:lnTo>
                  <a:pt x="458909" y="272013"/>
                </a:lnTo>
                <a:lnTo>
                  <a:pt x="458634" y="272376"/>
                </a:lnTo>
                <a:lnTo>
                  <a:pt x="458361" y="272719"/>
                </a:lnTo>
                <a:lnTo>
                  <a:pt x="458077" y="273053"/>
                </a:lnTo>
                <a:lnTo>
                  <a:pt x="457783" y="273380"/>
                </a:lnTo>
                <a:lnTo>
                  <a:pt x="457477" y="273697"/>
                </a:lnTo>
                <a:lnTo>
                  <a:pt x="457160" y="274007"/>
                </a:lnTo>
                <a:lnTo>
                  <a:pt x="456832" y="274308"/>
                </a:lnTo>
                <a:lnTo>
                  <a:pt x="456492" y="274601"/>
                </a:lnTo>
                <a:lnTo>
                  <a:pt x="456142" y="274885"/>
                </a:lnTo>
                <a:lnTo>
                  <a:pt x="455781" y="275162"/>
                </a:lnTo>
                <a:lnTo>
                  <a:pt x="455408" y="275429"/>
                </a:lnTo>
                <a:lnTo>
                  <a:pt x="455024" y="275689"/>
                </a:lnTo>
                <a:lnTo>
                  <a:pt x="454629" y="275940"/>
                </a:lnTo>
                <a:lnTo>
                  <a:pt x="454223" y="276183"/>
                </a:lnTo>
                <a:lnTo>
                  <a:pt x="453806" y="276417"/>
                </a:lnTo>
                <a:lnTo>
                  <a:pt x="453378" y="276643"/>
                </a:lnTo>
                <a:lnTo>
                  <a:pt x="452939" y="276861"/>
                </a:lnTo>
                <a:lnTo>
                  <a:pt x="452488" y="277070"/>
                </a:lnTo>
                <a:lnTo>
                  <a:pt x="452027" y="277271"/>
                </a:lnTo>
                <a:lnTo>
                  <a:pt x="451554" y="277464"/>
                </a:lnTo>
                <a:lnTo>
                  <a:pt x="451070" y="277648"/>
                </a:lnTo>
                <a:lnTo>
                  <a:pt x="450575" y="277824"/>
                </a:lnTo>
                <a:lnTo>
                  <a:pt x="450069" y="277992"/>
                </a:lnTo>
                <a:lnTo>
                  <a:pt x="449552" y="278151"/>
                </a:lnTo>
                <a:lnTo>
                  <a:pt x="449023" y="278302"/>
                </a:lnTo>
                <a:lnTo>
                  <a:pt x="448510" y="278080"/>
                </a:lnTo>
                <a:lnTo>
                  <a:pt x="447982" y="277867"/>
                </a:lnTo>
                <a:lnTo>
                  <a:pt x="447442" y="277664"/>
                </a:lnTo>
                <a:lnTo>
                  <a:pt x="446888" y="277470"/>
                </a:lnTo>
                <a:lnTo>
                  <a:pt x="446321" y="277286"/>
                </a:lnTo>
                <a:lnTo>
                  <a:pt x="445740" y="277111"/>
                </a:lnTo>
                <a:lnTo>
                  <a:pt x="445146" y="276946"/>
                </a:lnTo>
                <a:lnTo>
                  <a:pt x="444539" y="276790"/>
                </a:lnTo>
                <a:lnTo>
                  <a:pt x="443918" y="276643"/>
                </a:lnTo>
                <a:lnTo>
                  <a:pt x="443284" y="276506"/>
                </a:lnTo>
                <a:lnTo>
                  <a:pt x="442637" y="276378"/>
                </a:lnTo>
                <a:lnTo>
                  <a:pt x="441976" y="276260"/>
                </a:lnTo>
                <a:lnTo>
                  <a:pt x="441302" y="276151"/>
                </a:lnTo>
                <a:lnTo>
                  <a:pt x="440615" y="276052"/>
                </a:lnTo>
                <a:lnTo>
                  <a:pt x="439914" y="275962"/>
                </a:lnTo>
                <a:lnTo>
                  <a:pt x="439200" y="275882"/>
                </a:lnTo>
                <a:lnTo>
                  <a:pt x="438472" y="275811"/>
                </a:lnTo>
                <a:lnTo>
                  <a:pt x="437732" y="275750"/>
                </a:lnTo>
                <a:lnTo>
                  <a:pt x="436977" y="275698"/>
                </a:lnTo>
                <a:lnTo>
                  <a:pt x="436210" y="275655"/>
                </a:lnTo>
                <a:lnTo>
                  <a:pt x="435429" y="275622"/>
                </a:lnTo>
                <a:lnTo>
                  <a:pt x="434635" y="275598"/>
                </a:lnTo>
                <a:lnTo>
                  <a:pt x="433827" y="275584"/>
                </a:lnTo>
                <a:lnTo>
                  <a:pt x="433007" y="275579"/>
                </a:lnTo>
                <a:lnTo>
                  <a:pt x="431619" y="275591"/>
                </a:lnTo>
                <a:lnTo>
                  <a:pt x="430260" y="275627"/>
                </a:lnTo>
                <a:lnTo>
                  <a:pt x="428930" y="275687"/>
                </a:lnTo>
                <a:lnTo>
                  <a:pt x="427628" y="275771"/>
                </a:lnTo>
                <a:lnTo>
                  <a:pt x="426354" y="275878"/>
                </a:lnTo>
                <a:lnTo>
                  <a:pt x="425108" y="276010"/>
                </a:lnTo>
                <a:lnTo>
                  <a:pt x="423891" y="276165"/>
                </a:lnTo>
                <a:lnTo>
                  <a:pt x="422702" y="276345"/>
                </a:lnTo>
                <a:lnTo>
                  <a:pt x="421542" y="276548"/>
                </a:lnTo>
                <a:lnTo>
                  <a:pt x="420410" y="276775"/>
                </a:lnTo>
                <a:lnTo>
                  <a:pt x="419306" y="277026"/>
                </a:lnTo>
                <a:lnTo>
                  <a:pt x="418231" y="277301"/>
                </a:lnTo>
                <a:lnTo>
                  <a:pt x="417184" y="277600"/>
                </a:lnTo>
                <a:lnTo>
                  <a:pt x="416165" y="277923"/>
                </a:lnTo>
                <a:lnTo>
                  <a:pt x="415175" y="278270"/>
                </a:lnTo>
                <a:lnTo>
                  <a:pt x="414213" y="278640"/>
                </a:lnTo>
                <a:lnTo>
                  <a:pt x="413280" y="279035"/>
                </a:lnTo>
                <a:lnTo>
                  <a:pt x="412375" y="279454"/>
                </a:lnTo>
                <a:lnTo>
                  <a:pt x="411498" y="279896"/>
                </a:lnTo>
                <a:lnTo>
                  <a:pt x="410650" y="280362"/>
                </a:lnTo>
                <a:lnTo>
                  <a:pt x="409830" y="280853"/>
                </a:lnTo>
                <a:lnTo>
                  <a:pt x="409038" y="281367"/>
                </a:lnTo>
                <a:lnTo>
                  <a:pt x="408275" y="281905"/>
                </a:lnTo>
                <a:lnTo>
                  <a:pt x="407540" y="282467"/>
                </a:lnTo>
                <a:lnTo>
                  <a:pt x="406847" y="283050"/>
                </a:lnTo>
                <a:lnTo>
                  <a:pt x="406184" y="283650"/>
                </a:lnTo>
                <a:lnTo>
                  <a:pt x="405550" y="284269"/>
                </a:lnTo>
                <a:lnTo>
                  <a:pt x="404946" y="284905"/>
                </a:lnTo>
                <a:lnTo>
                  <a:pt x="404371" y="285559"/>
                </a:lnTo>
                <a:lnTo>
                  <a:pt x="403826" y="286231"/>
                </a:lnTo>
                <a:lnTo>
                  <a:pt x="403310" y="286920"/>
                </a:lnTo>
                <a:lnTo>
                  <a:pt x="402824" y="287628"/>
                </a:lnTo>
                <a:lnTo>
                  <a:pt x="402367" y="288353"/>
                </a:lnTo>
                <a:lnTo>
                  <a:pt x="401939" y="289096"/>
                </a:lnTo>
                <a:lnTo>
                  <a:pt x="401541" y="289857"/>
                </a:lnTo>
                <a:lnTo>
                  <a:pt x="401173" y="290635"/>
                </a:lnTo>
                <a:lnTo>
                  <a:pt x="400834" y="291432"/>
                </a:lnTo>
                <a:lnTo>
                  <a:pt x="400525" y="292246"/>
                </a:lnTo>
                <a:lnTo>
                  <a:pt x="400245" y="293078"/>
                </a:lnTo>
                <a:lnTo>
                  <a:pt x="399994" y="293928"/>
                </a:lnTo>
                <a:lnTo>
                  <a:pt x="399773" y="294795"/>
                </a:lnTo>
                <a:lnTo>
                  <a:pt x="399581" y="295681"/>
                </a:lnTo>
                <a:lnTo>
                  <a:pt x="399419" y="296584"/>
                </a:lnTo>
                <a:lnTo>
                  <a:pt x="399287" y="297505"/>
                </a:lnTo>
                <a:lnTo>
                  <a:pt x="399183" y="298444"/>
                </a:lnTo>
                <a:lnTo>
                  <a:pt x="399110" y="299400"/>
                </a:lnTo>
                <a:lnTo>
                  <a:pt x="399065" y="300375"/>
                </a:lnTo>
                <a:lnTo>
                  <a:pt x="399051" y="301367"/>
                </a:lnTo>
                <a:lnTo>
                  <a:pt x="399056" y="301938"/>
                </a:lnTo>
                <a:lnTo>
                  <a:pt x="399071" y="302503"/>
                </a:lnTo>
                <a:lnTo>
                  <a:pt x="399096" y="303063"/>
                </a:lnTo>
                <a:lnTo>
                  <a:pt x="399131" y="303618"/>
                </a:lnTo>
                <a:lnTo>
                  <a:pt x="399176" y="304167"/>
                </a:lnTo>
                <a:lnTo>
                  <a:pt x="399231" y="304710"/>
                </a:lnTo>
                <a:lnTo>
                  <a:pt x="399296" y="305248"/>
                </a:lnTo>
                <a:lnTo>
                  <a:pt x="399371" y="305780"/>
                </a:lnTo>
                <a:lnTo>
                  <a:pt x="399456" y="306307"/>
                </a:lnTo>
                <a:lnTo>
                  <a:pt x="399551" y="306828"/>
                </a:lnTo>
                <a:lnTo>
                  <a:pt x="399656" y="307344"/>
                </a:lnTo>
                <a:lnTo>
                  <a:pt x="399772" y="307853"/>
                </a:lnTo>
                <a:lnTo>
                  <a:pt x="399897" y="308358"/>
                </a:lnTo>
                <a:lnTo>
                  <a:pt x="400032" y="308857"/>
                </a:lnTo>
                <a:lnTo>
                  <a:pt x="400177" y="309350"/>
                </a:lnTo>
                <a:lnTo>
                  <a:pt x="400332" y="309838"/>
                </a:lnTo>
                <a:lnTo>
                  <a:pt x="400497" y="310320"/>
                </a:lnTo>
                <a:lnTo>
                  <a:pt x="400672" y="310797"/>
                </a:lnTo>
                <a:lnTo>
                  <a:pt x="400858" y="311268"/>
                </a:lnTo>
                <a:lnTo>
                  <a:pt x="401053" y="311733"/>
                </a:lnTo>
                <a:lnTo>
                  <a:pt x="401258" y="312193"/>
                </a:lnTo>
                <a:lnTo>
                  <a:pt x="401473" y="312647"/>
                </a:lnTo>
                <a:lnTo>
                  <a:pt x="401699" y="313096"/>
                </a:lnTo>
                <a:lnTo>
                  <a:pt x="401934" y="313539"/>
                </a:lnTo>
                <a:lnTo>
                  <a:pt x="402179" y="313977"/>
                </a:lnTo>
                <a:lnTo>
                  <a:pt x="402434" y="314407"/>
                </a:lnTo>
                <a:lnTo>
                  <a:pt x="402700" y="314831"/>
                </a:lnTo>
                <a:lnTo>
                  <a:pt x="402975" y="315248"/>
                </a:lnTo>
                <a:lnTo>
                  <a:pt x="403260" y="315658"/>
                </a:lnTo>
                <a:lnTo>
                  <a:pt x="403555" y="316062"/>
                </a:lnTo>
                <a:lnTo>
                  <a:pt x="403861" y="316459"/>
                </a:lnTo>
                <a:lnTo>
                  <a:pt x="404176" y="316850"/>
                </a:lnTo>
                <a:lnTo>
                  <a:pt x="404501" y="317233"/>
                </a:lnTo>
                <a:lnTo>
                  <a:pt x="404837" y="317610"/>
                </a:lnTo>
                <a:lnTo>
                  <a:pt x="405182" y="317981"/>
                </a:lnTo>
                <a:lnTo>
                  <a:pt x="405538" y="318345"/>
                </a:lnTo>
                <a:lnTo>
                  <a:pt x="405903" y="318702"/>
                </a:lnTo>
                <a:lnTo>
                  <a:pt x="406278" y="319052"/>
                </a:lnTo>
                <a:lnTo>
                  <a:pt x="406664" y="319396"/>
                </a:lnTo>
                <a:lnTo>
                  <a:pt x="407059" y="319733"/>
                </a:lnTo>
                <a:lnTo>
                  <a:pt x="407465" y="320063"/>
                </a:lnTo>
                <a:lnTo>
                  <a:pt x="407880" y="320387"/>
                </a:lnTo>
                <a:lnTo>
                  <a:pt x="408306" y="320704"/>
                </a:lnTo>
                <a:lnTo>
                  <a:pt x="408741" y="321014"/>
                </a:lnTo>
                <a:lnTo>
                  <a:pt x="409186" y="321318"/>
                </a:lnTo>
                <a:lnTo>
                  <a:pt x="409642" y="321615"/>
                </a:lnTo>
                <a:lnTo>
                  <a:pt x="410107" y="321905"/>
                </a:lnTo>
                <a:lnTo>
                  <a:pt x="410583" y="322189"/>
                </a:lnTo>
                <a:lnTo>
                  <a:pt x="410054" y="322301"/>
                </a:lnTo>
                <a:lnTo>
                  <a:pt x="409534" y="322424"/>
                </a:lnTo>
                <a:lnTo>
                  <a:pt x="409024" y="322559"/>
                </a:lnTo>
                <a:lnTo>
                  <a:pt x="408523" y="322705"/>
                </a:lnTo>
                <a:lnTo>
                  <a:pt x="408032" y="322861"/>
                </a:lnTo>
                <a:lnTo>
                  <a:pt x="407550" y="323029"/>
                </a:lnTo>
                <a:lnTo>
                  <a:pt x="407077" y="323209"/>
                </a:lnTo>
                <a:lnTo>
                  <a:pt x="406614" y="323399"/>
                </a:lnTo>
                <a:lnTo>
                  <a:pt x="406161" y="323600"/>
                </a:lnTo>
                <a:lnTo>
                  <a:pt x="405717" y="323812"/>
                </a:lnTo>
                <a:lnTo>
                  <a:pt x="405282" y="324036"/>
                </a:lnTo>
                <a:lnTo>
                  <a:pt x="404857" y="324271"/>
                </a:lnTo>
                <a:lnTo>
                  <a:pt x="404441" y="324517"/>
                </a:lnTo>
                <a:lnTo>
                  <a:pt x="404035" y="324774"/>
                </a:lnTo>
                <a:lnTo>
                  <a:pt x="403638" y="325042"/>
                </a:lnTo>
                <a:lnTo>
                  <a:pt x="403251" y="325321"/>
                </a:lnTo>
                <a:lnTo>
                  <a:pt x="402873" y="325611"/>
                </a:lnTo>
                <a:lnTo>
                  <a:pt x="402504" y="325913"/>
                </a:lnTo>
                <a:lnTo>
                  <a:pt x="402145" y="326225"/>
                </a:lnTo>
                <a:lnTo>
                  <a:pt x="401796" y="326549"/>
                </a:lnTo>
                <a:lnTo>
                  <a:pt x="401456" y="326884"/>
                </a:lnTo>
                <a:lnTo>
                  <a:pt x="401125" y="327229"/>
                </a:lnTo>
                <a:lnTo>
                  <a:pt x="400804" y="327586"/>
                </a:lnTo>
                <a:lnTo>
                  <a:pt x="400492" y="327955"/>
                </a:lnTo>
                <a:lnTo>
                  <a:pt x="400192" y="328330"/>
                </a:lnTo>
                <a:lnTo>
                  <a:pt x="399904" y="328710"/>
                </a:lnTo>
                <a:lnTo>
                  <a:pt x="399629" y="329093"/>
                </a:lnTo>
                <a:lnTo>
                  <a:pt x="399367" y="329481"/>
                </a:lnTo>
                <a:lnTo>
                  <a:pt x="399117" y="329872"/>
                </a:lnTo>
                <a:lnTo>
                  <a:pt x="398881" y="330267"/>
                </a:lnTo>
                <a:lnTo>
                  <a:pt x="398657" y="330666"/>
                </a:lnTo>
                <a:lnTo>
                  <a:pt x="398446" y="331069"/>
                </a:lnTo>
                <a:lnTo>
                  <a:pt x="398247" y="331476"/>
                </a:lnTo>
                <a:lnTo>
                  <a:pt x="398062" y="331887"/>
                </a:lnTo>
                <a:lnTo>
                  <a:pt x="397889" y="332301"/>
                </a:lnTo>
                <a:lnTo>
                  <a:pt x="397729" y="332720"/>
                </a:lnTo>
                <a:lnTo>
                  <a:pt x="397582" y="333142"/>
                </a:lnTo>
                <a:lnTo>
                  <a:pt x="397448" y="333568"/>
                </a:lnTo>
                <a:lnTo>
                  <a:pt x="397326" y="333999"/>
                </a:lnTo>
                <a:lnTo>
                  <a:pt x="397218" y="334433"/>
                </a:lnTo>
                <a:lnTo>
                  <a:pt x="397122" y="334871"/>
                </a:lnTo>
                <a:lnTo>
                  <a:pt x="397039" y="335312"/>
                </a:lnTo>
                <a:lnTo>
                  <a:pt x="396968" y="335758"/>
                </a:lnTo>
                <a:lnTo>
                  <a:pt x="396911" y="336208"/>
                </a:lnTo>
                <a:lnTo>
                  <a:pt x="396866" y="336661"/>
                </a:lnTo>
                <a:lnTo>
                  <a:pt x="396834" y="337119"/>
                </a:lnTo>
                <a:lnTo>
                  <a:pt x="396815" y="337580"/>
                </a:lnTo>
                <a:lnTo>
                  <a:pt x="396808" y="338045"/>
                </a:lnTo>
                <a:lnTo>
                  <a:pt x="396812" y="338392"/>
                </a:lnTo>
                <a:lnTo>
                  <a:pt x="396822" y="338736"/>
                </a:lnTo>
                <a:lnTo>
                  <a:pt x="396838" y="339079"/>
                </a:lnTo>
                <a:lnTo>
                  <a:pt x="396862" y="339420"/>
                </a:lnTo>
                <a:lnTo>
                  <a:pt x="396892" y="339760"/>
                </a:lnTo>
                <a:lnTo>
                  <a:pt x="396929" y="340097"/>
                </a:lnTo>
                <a:lnTo>
                  <a:pt x="396972" y="340434"/>
                </a:lnTo>
                <a:lnTo>
                  <a:pt x="397022" y="340768"/>
                </a:lnTo>
                <a:lnTo>
                  <a:pt x="397079" y="341101"/>
                </a:lnTo>
                <a:lnTo>
                  <a:pt x="397142" y="341432"/>
                </a:lnTo>
                <a:lnTo>
                  <a:pt x="397212" y="341762"/>
                </a:lnTo>
                <a:lnTo>
                  <a:pt x="397289" y="342090"/>
                </a:lnTo>
                <a:lnTo>
                  <a:pt x="397372" y="342416"/>
                </a:lnTo>
                <a:lnTo>
                  <a:pt x="397462" y="342740"/>
                </a:lnTo>
                <a:lnTo>
                  <a:pt x="397559" y="343063"/>
                </a:lnTo>
                <a:lnTo>
                  <a:pt x="397663" y="343384"/>
                </a:lnTo>
                <a:lnTo>
                  <a:pt x="397773" y="343704"/>
                </a:lnTo>
                <a:lnTo>
                  <a:pt x="397890" y="344022"/>
                </a:lnTo>
                <a:lnTo>
                  <a:pt x="398013" y="344338"/>
                </a:lnTo>
                <a:lnTo>
                  <a:pt x="398143" y="344652"/>
                </a:lnTo>
                <a:lnTo>
                  <a:pt x="398280" y="344965"/>
                </a:lnTo>
                <a:lnTo>
                  <a:pt x="398423" y="345276"/>
                </a:lnTo>
                <a:lnTo>
                  <a:pt x="398574" y="345586"/>
                </a:lnTo>
                <a:lnTo>
                  <a:pt x="398730" y="345894"/>
                </a:lnTo>
                <a:lnTo>
                  <a:pt x="398906" y="346198"/>
                </a:lnTo>
                <a:lnTo>
                  <a:pt x="399087" y="346498"/>
                </a:lnTo>
                <a:lnTo>
                  <a:pt x="399273" y="346792"/>
                </a:lnTo>
                <a:lnTo>
                  <a:pt x="399465" y="347082"/>
                </a:lnTo>
                <a:lnTo>
                  <a:pt x="399661" y="347366"/>
                </a:lnTo>
                <a:lnTo>
                  <a:pt x="399862" y="347645"/>
                </a:lnTo>
                <a:lnTo>
                  <a:pt x="400068" y="347920"/>
                </a:lnTo>
                <a:lnTo>
                  <a:pt x="400279" y="348189"/>
                </a:lnTo>
                <a:lnTo>
                  <a:pt x="400495" y="348454"/>
                </a:lnTo>
                <a:lnTo>
                  <a:pt x="400716" y="348713"/>
                </a:lnTo>
                <a:lnTo>
                  <a:pt x="400942" y="348968"/>
                </a:lnTo>
                <a:lnTo>
                  <a:pt x="401173" y="349217"/>
                </a:lnTo>
                <a:lnTo>
                  <a:pt x="401409" y="349462"/>
                </a:lnTo>
                <a:lnTo>
                  <a:pt x="401650" y="349701"/>
                </a:lnTo>
                <a:lnTo>
                  <a:pt x="401896" y="349935"/>
                </a:lnTo>
                <a:lnTo>
                  <a:pt x="402147" y="350165"/>
                </a:lnTo>
                <a:lnTo>
                  <a:pt x="402403" y="350389"/>
                </a:lnTo>
                <a:lnTo>
                  <a:pt x="402665" y="350609"/>
                </a:lnTo>
                <a:lnTo>
                  <a:pt x="402931" y="350823"/>
                </a:lnTo>
                <a:lnTo>
                  <a:pt x="403202" y="351032"/>
                </a:lnTo>
                <a:lnTo>
                  <a:pt x="403478" y="351237"/>
                </a:lnTo>
                <a:lnTo>
                  <a:pt x="403759" y="351436"/>
                </a:lnTo>
                <a:lnTo>
                  <a:pt x="404045" y="351630"/>
                </a:lnTo>
                <a:lnTo>
                  <a:pt x="404336" y="351820"/>
                </a:lnTo>
                <a:lnTo>
                  <a:pt x="403899" y="352011"/>
                </a:lnTo>
                <a:lnTo>
                  <a:pt x="403469" y="352211"/>
                </a:lnTo>
                <a:lnTo>
                  <a:pt x="403045" y="352420"/>
                </a:lnTo>
                <a:lnTo>
                  <a:pt x="402628" y="352638"/>
                </a:lnTo>
                <a:lnTo>
                  <a:pt x="402217" y="352865"/>
                </a:lnTo>
                <a:lnTo>
                  <a:pt x="401814" y="353101"/>
                </a:lnTo>
                <a:lnTo>
                  <a:pt x="401417" y="353346"/>
                </a:lnTo>
                <a:lnTo>
                  <a:pt x="401026" y="353599"/>
                </a:lnTo>
                <a:lnTo>
                  <a:pt x="400642" y="353862"/>
                </a:lnTo>
                <a:lnTo>
                  <a:pt x="400265" y="354133"/>
                </a:lnTo>
                <a:lnTo>
                  <a:pt x="399895" y="354414"/>
                </a:lnTo>
                <a:lnTo>
                  <a:pt x="399531" y="354703"/>
                </a:lnTo>
                <a:lnTo>
                  <a:pt x="399174" y="355001"/>
                </a:lnTo>
                <a:lnTo>
                  <a:pt x="398824" y="355308"/>
                </a:lnTo>
                <a:lnTo>
                  <a:pt x="398480" y="355624"/>
                </a:lnTo>
                <a:lnTo>
                  <a:pt x="398143" y="355949"/>
                </a:lnTo>
                <a:lnTo>
                  <a:pt x="397813" y="356282"/>
                </a:lnTo>
                <a:lnTo>
                  <a:pt x="397489" y="356625"/>
                </a:lnTo>
                <a:lnTo>
                  <a:pt x="397172" y="356976"/>
                </a:lnTo>
                <a:lnTo>
                  <a:pt x="396862" y="357337"/>
                </a:lnTo>
                <a:lnTo>
                  <a:pt x="396558" y="357706"/>
                </a:lnTo>
                <a:lnTo>
                  <a:pt x="396261" y="358084"/>
                </a:lnTo>
                <a:lnTo>
                  <a:pt x="395971" y="358471"/>
                </a:lnTo>
                <a:lnTo>
                  <a:pt x="395687" y="358867"/>
                </a:lnTo>
                <a:lnTo>
                  <a:pt x="395413" y="359270"/>
                </a:lnTo>
                <a:lnTo>
                  <a:pt x="395150" y="359677"/>
                </a:lnTo>
                <a:lnTo>
                  <a:pt x="394899" y="360089"/>
                </a:lnTo>
                <a:lnTo>
                  <a:pt x="394659" y="360505"/>
                </a:lnTo>
                <a:lnTo>
                  <a:pt x="394432" y="360925"/>
                </a:lnTo>
                <a:lnTo>
                  <a:pt x="394216" y="361350"/>
                </a:lnTo>
                <a:lnTo>
                  <a:pt x="394011" y="361779"/>
                </a:lnTo>
                <a:lnTo>
                  <a:pt x="393819" y="362213"/>
                </a:lnTo>
                <a:lnTo>
                  <a:pt x="393638" y="362651"/>
                </a:lnTo>
                <a:lnTo>
                  <a:pt x="393468" y="363094"/>
                </a:lnTo>
                <a:lnTo>
                  <a:pt x="393311" y="363541"/>
                </a:lnTo>
                <a:lnTo>
                  <a:pt x="393165" y="363993"/>
                </a:lnTo>
                <a:lnTo>
                  <a:pt x="393030" y="364449"/>
                </a:lnTo>
                <a:lnTo>
                  <a:pt x="392908" y="364909"/>
                </a:lnTo>
                <a:lnTo>
                  <a:pt x="392797" y="365374"/>
                </a:lnTo>
                <a:lnTo>
                  <a:pt x="392697" y="365844"/>
                </a:lnTo>
                <a:lnTo>
                  <a:pt x="392610" y="366317"/>
                </a:lnTo>
                <a:lnTo>
                  <a:pt x="392534" y="366796"/>
                </a:lnTo>
                <a:lnTo>
                  <a:pt x="392470" y="367278"/>
                </a:lnTo>
                <a:lnTo>
                  <a:pt x="392417" y="367766"/>
                </a:lnTo>
                <a:lnTo>
                  <a:pt x="392376" y="368257"/>
                </a:lnTo>
                <a:lnTo>
                  <a:pt x="392347" y="368753"/>
                </a:lnTo>
                <a:lnTo>
                  <a:pt x="392329" y="369254"/>
                </a:lnTo>
                <a:lnTo>
                  <a:pt x="392324" y="369759"/>
                </a:lnTo>
                <a:lnTo>
                  <a:pt x="392333" y="370435"/>
                </a:lnTo>
                <a:lnTo>
                  <a:pt x="392363" y="371102"/>
                </a:lnTo>
                <a:lnTo>
                  <a:pt x="392411" y="371761"/>
                </a:lnTo>
                <a:lnTo>
                  <a:pt x="392479" y="372410"/>
                </a:lnTo>
                <a:lnTo>
                  <a:pt x="392567" y="373051"/>
                </a:lnTo>
                <a:lnTo>
                  <a:pt x="392674" y="373683"/>
                </a:lnTo>
                <a:lnTo>
                  <a:pt x="392801" y="374306"/>
                </a:lnTo>
                <a:lnTo>
                  <a:pt x="392947" y="374920"/>
                </a:lnTo>
                <a:lnTo>
                  <a:pt x="393112" y="375525"/>
                </a:lnTo>
                <a:lnTo>
                  <a:pt x="393297" y="376121"/>
                </a:lnTo>
                <a:lnTo>
                  <a:pt x="393501" y="376708"/>
                </a:lnTo>
                <a:lnTo>
                  <a:pt x="393725" y="377287"/>
                </a:lnTo>
                <a:lnTo>
                  <a:pt x="393968" y="377856"/>
                </a:lnTo>
                <a:lnTo>
                  <a:pt x="394231" y="378417"/>
                </a:lnTo>
                <a:lnTo>
                  <a:pt x="394513" y="378968"/>
                </a:lnTo>
                <a:lnTo>
                  <a:pt x="394815" y="379511"/>
                </a:lnTo>
                <a:lnTo>
                  <a:pt x="395136" y="380045"/>
                </a:lnTo>
                <a:lnTo>
                  <a:pt x="395477" y="380570"/>
                </a:lnTo>
                <a:lnTo>
                  <a:pt x="395837" y="381086"/>
                </a:lnTo>
                <a:lnTo>
                  <a:pt x="396217" y="381593"/>
                </a:lnTo>
                <a:lnTo>
                  <a:pt x="396616" y="382092"/>
                </a:lnTo>
                <a:lnTo>
                  <a:pt x="397034" y="382581"/>
                </a:lnTo>
                <a:lnTo>
                  <a:pt x="397472" y="383062"/>
                </a:lnTo>
                <a:lnTo>
                  <a:pt x="397930" y="383533"/>
                </a:lnTo>
                <a:lnTo>
                  <a:pt x="398405" y="383991"/>
                </a:lnTo>
                <a:lnTo>
                  <a:pt x="398896" y="384429"/>
                </a:lnTo>
                <a:lnTo>
                  <a:pt x="399404" y="384847"/>
                </a:lnTo>
                <a:lnTo>
                  <a:pt x="399927" y="385246"/>
                </a:lnTo>
                <a:lnTo>
                  <a:pt x="400467" y="385626"/>
                </a:lnTo>
                <a:lnTo>
                  <a:pt x="401023" y="385986"/>
                </a:lnTo>
                <a:lnTo>
                  <a:pt x="401595" y="386326"/>
                </a:lnTo>
                <a:lnTo>
                  <a:pt x="402183" y="386648"/>
                </a:lnTo>
                <a:lnTo>
                  <a:pt x="402787" y="386949"/>
                </a:lnTo>
                <a:lnTo>
                  <a:pt x="403408" y="387232"/>
                </a:lnTo>
                <a:lnTo>
                  <a:pt x="404044" y="387494"/>
                </a:lnTo>
                <a:lnTo>
                  <a:pt x="404697" y="387738"/>
                </a:lnTo>
                <a:lnTo>
                  <a:pt x="405365" y="387962"/>
                </a:lnTo>
                <a:lnTo>
                  <a:pt x="406050" y="388166"/>
                </a:lnTo>
                <a:lnTo>
                  <a:pt x="406751" y="388351"/>
                </a:lnTo>
                <a:lnTo>
                  <a:pt x="407469" y="388516"/>
                </a:lnTo>
                <a:lnTo>
                  <a:pt x="408202" y="388662"/>
                </a:lnTo>
                <a:lnTo>
                  <a:pt x="408951" y="388789"/>
                </a:lnTo>
                <a:lnTo>
                  <a:pt x="409717" y="388896"/>
                </a:lnTo>
                <a:lnTo>
                  <a:pt x="410498" y="388983"/>
                </a:lnTo>
                <a:lnTo>
                  <a:pt x="411296" y="389052"/>
                </a:lnTo>
                <a:lnTo>
                  <a:pt x="412110" y="389100"/>
                </a:lnTo>
                <a:lnTo>
                  <a:pt x="412940" y="389129"/>
                </a:lnTo>
                <a:lnTo>
                  <a:pt x="413786" y="389139"/>
                </a:lnTo>
                <a:lnTo>
                  <a:pt x="450625" y="389139"/>
                </a:lnTo>
                <a:lnTo>
                  <a:pt x="451603" y="389128"/>
                </a:lnTo>
                <a:lnTo>
                  <a:pt x="452563" y="389092"/>
                </a:lnTo>
                <a:lnTo>
                  <a:pt x="453503" y="389034"/>
                </a:lnTo>
                <a:lnTo>
                  <a:pt x="454425" y="388952"/>
                </a:lnTo>
                <a:lnTo>
                  <a:pt x="455327" y="388847"/>
                </a:lnTo>
                <a:close/>
                <a:moveTo>
                  <a:pt x="415558" y="378368"/>
                </a:moveTo>
                <a:lnTo>
                  <a:pt x="415139" y="378296"/>
                </a:lnTo>
                <a:lnTo>
                  <a:pt x="414730" y="378212"/>
                </a:lnTo>
                <a:lnTo>
                  <a:pt x="414329" y="378118"/>
                </a:lnTo>
                <a:lnTo>
                  <a:pt x="413939" y="378012"/>
                </a:lnTo>
                <a:lnTo>
                  <a:pt x="413557" y="377895"/>
                </a:lnTo>
                <a:lnTo>
                  <a:pt x="413186" y="377767"/>
                </a:lnTo>
                <a:lnTo>
                  <a:pt x="412823" y="377628"/>
                </a:lnTo>
                <a:lnTo>
                  <a:pt x="412470" y="377478"/>
                </a:lnTo>
                <a:lnTo>
                  <a:pt x="412127" y="377317"/>
                </a:lnTo>
                <a:lnTo>
                  <a:pt x="411793" y="377144"/>
                </a:lnTo>
                <a:lnTo>
                  <a:pt x="411469" y="376961"/>
                </a:lnTo>
                <a:lnTo>
                  <a:pt x="411154" y="376766"/>
                </a:lnTo>
                <a:lnTo>
                  <a:pt x="410848" y="376560"/>
                </a:lnTo>
                <a:lnTo>
                  <a:pt x="410552" y="376343"/>
                </a:lnTo>
                <a:lnTo>
                  <a:pt x="410265" y="376115"/>
                </a:lnTo>
                <a:lnTo>
                  <a:pt x="409988" y="375876"/>
                </a:lnTo>
                <a:lnTo>
                  <a:pt x="409720" y="375626"/>
                </a:lnTo>
                <a:lnTo>
                  <a:pt x="409462" y="375365"/>
                </a:lnTo>
                <a:lnTo>
                  <a:pt x="409213" y="375096"/>
                </a:lnTo>
                <a:lnTo>
                  <a:pt x="408976" y="374823"/>
                </a:lnTo>
                <a:lnTo>
                  <a:pt x="408748" y="374546"/>
                </a:lnTo>
                <a:lnTo>
                  <a:pt x="408532" y="374266"/>
                </a:lnTo>
                <a:lnTo>
                  <a:pt x="408326" y="373981"/>
                </a:lnTo>
                <a:lnTo>
                  <a:pt x="408130" y="373693"/>
                </a:lnTo>
                <a:lnTo>
                  <a:pt x="407945" y="373401"/>
                </a:lnTo>
                <a:lnTo>
                  <a:pt x="407771" y="373104"/>
                </a:lnTo>
                <a:lnTo>
                  <a:pt x="407607" y="372804"/>
                </a:lnTo>
                <a:lnTo>
                  <a:pt x="407454" y="372501"/>
                </a:lnTo>
                <a:lnTo>
                  <a:pt x="407311" y="372193"/>
                </a:lnTo>
                <a:lnTo>
                  <a:pt x="407179" y="371881"/>
                </a:lnTo>
                <a:lnTo>
                  <a:pt x="407058" y="371565"/>
                </a:lnTo>
                <a:lnTo>
                  <a:pt x="406947" y="371246"/>
                </a:lnTo>
                <a:lnTo>
                  <a:pt x="406846" y="370922"/>
                </a:lnTo>
                <a:lnTo>
                  <a:pt x="406757" y="370595"/>
                </a:lnTo>
                <a:lnTo>
                  <a:pt x="406677" y="370264"/>
                </a:lnTo>
                <a:lnTo>
                  <a:pt x="406609" y="369929"/>
                </a:lnTo>
                <a:lnTo>
                  <a:pt x="406551" y="369590"/>
                </a:lnTo>
                <a:lnTo>
                  <a:pt x="406503" y="369247"/>
                </a:lnTo>
                <a:lnTo>
                  <a:pt x="406466" y="368900"/>
                </a:lnTo>
                <a:lnTo>
                  <a:pt x="406440" y="368550"/>
                </a:lnTo>
                <a:lnTo>
                  <a:pt x="406424" y="368195"/>
                </a:lnTo>
                <a:lnTo>
                  <a:pt x="406418" y="367837"/>
                </a:lnTo>
                <a:lnTo>
                  <a:pt x="406424" y="367465"/>
                </a:lnTo>
                <a:lnTo>
                  <a:pt x="406440" y="367098"/>
                </a:lnTo>
                <a:lnTo>
                  <a:pt x="406466" y="366736"/>
                </a:lnTo>
                <a:lnTo>
                  <a:pt x="406503" y="366377"/>
                </a:lnTo>
                <a:lnTo>
                  <a:pt x="406551" y="366024"/>
                </a:lnTo>
                <a:lnTo>
                  <a:pt x="406609" y="365674"/>
                </a:lnTo>
                <a:lnTo>
                  <a:pt x="406677" y="365330"/>
                </a:lnTo>
                <a:lnTo>
                  <a:pt x="406757" y="364989"/>
                </a:lnTo>
                <a:lnTo>
                  <a:pt x="406846" y="364653"/>
                </a:lnTo>
                <a:lnTo>
                  <a:pt x="406947" y="364322"/>
                </a:lnTo>
                <a:lnTo>
                  <a:pt x="407058" y="363995"/>
                </a:lnTo>
                <a:lnTo>
                  <a:pt x="407179" y="363672"/>
                </a:lnTo>
                <a:lnTo>
                  <a:pt x="407311" y="363354"/>
                </a:lnTo>
                <a:lnTo>
                  <a:pt x="407454" y="363041"/>
                </a:lnTo>
                <a:lnTo>
                  <a:pt x="407607" y="362731"/>
                </a:lnTo>
                <a:lnTo>
                  <a:pt x="407771" y="362427"/>
                </a:lnTo>
                <a:lnTo>
                  <a:pt x="407945" y="362126"/>
                </a:lnTo>
                <a:lnTo>
                  <a:pt x="408130" y="361830"/>
                </a:lnTo>
                <a:lnTo>
                  <a:pt x="408326" y="361539"/>
                </a:lnTo>
                <a:lnTo>
                  <a:pt x="408532" y="361252"/>
                </a:lnTo>
                <a:lnTo>
                  <a:pt x="408748" y="360969"/>
                </a:lnTo>
                <a:lnTo>
                  <a:pt x="408976" y="360691"/>
                </a:lnTo>
                <a:lnTo>
                  <a:pt x="409213" y="360418"/>
                </a:lnTo>
                <a:lnTo>
                  <a:pt x="409462" y="360149"/>
                </a:lnTo>
                <a:lnTo>
                  <a:pt x="409720" y="359900"/>
                </a:lnTo>
                <a:lnTo>
                  <a:pt x="409988" y="359663"/>
                </a:lnTo>
                <a:lnTo>
                  <a:pt x="410265" y="359435"/>
                </a:lnTo>
                <a:lnTo>
                  <a:pt x="410552" y="359219"/>
                </a:lnTo>
                <a:lnTo>
                  <a:pt x="410848" y="359013"/>
                </a:lnTo>
                <a:lnTo>
                  <a:pt x="411154" y="358817"/>
                </a:lnTo>
                <a:lnTo>
                  <a:pt x="411469" y="358632"/>
                </a:lnTo>
                <a:lnTo>
                  <a:pt x="411793" y="358458"/>
                </a:lnTo>
                <a:lnTo>
                  <a:pt x="412127" y="358294"/>
                </a:lnTo>
                <a:lnTo>
                  <a:pt x="412470" y="358141"/>
                </a:lnTo>
                <a:lnTo>
                  <a:pt x="412823" y="357998"/>
                </a:lnTo>
                <a:lnTo>
                  <a:pt x="413186" y="357866"/>
                </a:lnTo>
                <a:lnTo>
                  <a:pt x="413557" y="357745"/>
                </a:lnTo>
                <a:lnTo>
                  <a:pt x="413939" y="357634"/>
                </a:lnTo>
                <a:lnTo>
                  <a:pt x="414329" y="357533"/>
                </a:lnTo>
                <a:lnTo>
                  <a:pt x="414730" y="357444"/>
                </a:lnTo>
                <a:lnTo>
                  <a:pt x="415139" y="357364"/>
                </a:lnTo>
                <a:lnTo>
                  <a:pt x="415558" y="357296"/>
                </a:lnTo>
                <a:lnTo>
                  <a:pt x="415987" y="357237"/>
                </a:lnTo>
                <a:lnTo>
                  <a:pt x="416425" y="357190"/>
                </a:lnTo>
                <a:lnTo>
                  <a:pt x="416872" y="357153"/>
                </a:lnTo>
                <a:lnTo>
                  <a:pt x="417329" y="357127"/>
                </a:lnTo>
                <a:lnTo>
                  <a:pt x="417795" y="357111"/>
                </a:lnTo>
                <a:lnTo>
                  <a:pt x="418271" y="357105"/>
                </a:lnTo>
                <a:lnTo>
                  <a:pt x="448543" y="357105"/>
                </a:lnTo>
                <a:lnTo>
                  <a:pt x="449045" y="357111"/>
                </a:lnTo>
                <a:lnTo>
                  <a:pt x="449535" y="357127"/>
                </a:lnTo>
                <a:lnTo>
                  <a:pt x="450014" y="357153"/>
                </a:lnTo>
                <a:lnTo>
                  <a:pt x="450483" y="357190"/>
                </a:lnTo>
                <a:lnTo>
                  <a:pt x="450940" y="357237"/>
                </a:lnTo>
                <a:lnTo>
                  <a:pt x="451386" y="357296"/>
                </a:lnTo>
                <a:lnTo>
                  <a:pt x="451821" y="357364"/>
                </a:lnTo>
                <a:lnTo>
                  <a:pt x="452245" y="357444"/>
                </a:lnTo>
                <a:lnTo>
                  <a:pt x="452657" y="357533"/>
                </a:lnTo>
                <a:lnTo>
                  <a:pt x="453059" y="357634"/>
                </a:lnTo>
                <a:lnTo>
                  <a:pt x="453449" y="357745"/>
                </a:lnTo>
                <a:lnTo>
                  <a:pt x="453829" y="357866"/>
                </a:lnTo>
                <a:lnTo>
                  <a:pt x="454197" y="357998"/>
                </a:lnTo>
                <a:lnTo>
                  <a:pt x="454554" y="358141"/>
                </a:lnTo>
                <a:lnTo>
                  <a:pt x="454900" y="358294"/>
                </a:lnTo>
                <a:lnTo>
                  <a:pt x="455234" y="358458"/>
                </a:lnTo>
                <a:lnTo>
                  <a:pt x="455558" y="358632"/>
                </a:lnTo>
                <a:lnTo>
                  <a:pt x="455871" y="358817"/>
                </a:lnTo>
                <a:lnTo>
                  <a:pt x="456172" y="359013"/>
                </a:lnTo>
                <a:lnTo>
                  <a:pt x="456462" y="359219"/>
                </a:lnTo>
                <a:lnTo>
                  <a:pt x="456742" y="359435"/>
                </a:lnTo>
                <a:lnTo>
                  <a:pt x="457010" y="359663"/>
                </a:lnTo>
                <a:lnTo>
                  <a:pt x="457267" y="359900"/>
                </a:lnTo>
                <a:lnTo>
                  <a:pt x="457512" y="360149"/>
                </a:lnTo>
                <a:lnTo>
                  <a:pt x="457761" y="360405"/>
                </a:lnTo>
                <a:lnTo>
                  <a:pt x="457998" y="360666"/>
                </a:lnTo>
                <a:lnTo>
                  <a:pt x="458226" y="360932"/>
                </a:lnTo>
                <a:lnTo>
                  <a:pt x="458442" y="361203"/>
                </a:lnTo>
                <a:lnTo>
                  <a:pt x="458648" y="361479"/>
                </a:lnTo>
                <a:lnTo>
                  <a:pt x="458844" y="361760"/>
                </a:lnTo>
                <a:lnTo>
                  <a:pt x="459029" y="362046"/>
                </a:lnTo>
                <a:lnTo>
                  <a:pt x="459203" y="362338"/>
                </a:lnTo>
                <a:lnTo>
                  <a:pt x="459367" y="362634"/>
                </a:lnTo>
                <a:lnTo>
                  <a:pt x="459520" y="362935"/>
                </a:lnTo>
                <a:lnTo>
                  <a:pt x="459663" y="363241"/>
                </a:lnTo>
                <a:lnTo>
                  <a:pt x="459795" y="363552"/>
                </a:lnTo>
                <a:lnTo>
                  <a:pt x="459916" y="363868"/>
                </a:lnTo>
                <a:lnTo>
                  <a:pt x="460027" y="364190"/>
                </a:lnTo>
                <a:lnTo>
                  <a:pt x="460128" y="364516"/>
                </a:lnTo>
                <a:lnTo>
                  <a:pt x="460217" y="364847"/>
                </a:lnTo>
                <a:lnTo>
                  <a:pt x="460297" y="365183"/>
                </a:lnTo>
                <a:lnTo>
                  <a:pt x="460365" y="365524"/>
                </a:lnTo>
                <a:lnTo>
                  <a:pt x="460424" y="365870"/>
                </a:lnTo>
                <a:lnTo>
                  <a:pt x="460471" y="366222"/>
                </a:lnTo>
                <a:lnTo>
                  <a:pt x="460508" y="366578"/>
                </a:lnTo>
                <a:lnTo>
                  <a:pt x="460534" y="366939"/>
                </a:lnTo>
                <a:lnTo>
                  <a:pt x="460550" y="367305"/>
                </a:lnTo>
                <a:lnTo>
                  <a:pt x="460556" y="367677"/>
                </a:lnTo>
                <a:lnTo>
                  <a:pt x="460550" y="368061"/>
                </a:lnTo>
                <a:lnTo>
                  <a:pt x="460534" y="368440"/>
                </a:lnTo>
                <a:lnTo>
                  <a:pt x="460508" y="368813"/>
                </a:lnTo>
                <a:lnTo>
                  <a:pt x="460471" y="369180"/>
                </a:lnTo>
                <a:lnTo>
                  <a:pt x="460424" y="369542"/>
                </a:lnTo>
                <a:lnTo>
                  <a:pt x="460365" y="369899"/>
                </a:lnTo>
                <a:lnTo>
                  <a:pt x="460297" y="370250"/>
                </a:lnTo>
                <a:lnTo>
                  <a:pt x="460217" y="370595"/>
                </a:lnTo>
                <a:lnTo>
                  <a:pt x="460128" y="370935"/>
                </a:lnTo>
                <a:lnTo>
                  <a:pt x="460027" y="371269"/>
                </a:lnTo>
                <a:lnTo>
                  <a:pt x="459916" y="371598"/>
                </a:lnTo>
                <a:lnTo>
                  <a:pt x="459795" y="371921"/>
                </a:lnTo>
                <a:lnTo>
                  <a:pt x="459663" y="372239"/>
                </a:lnTo>
                <a:lnTo>
                  <a:pt x="459520" y="372551"/>
                </a:lnTo>
                <a:lnTo>
                  <a:pt x="459367" y="372857"/>
                </a:lnTo>
                <a:lnTo>
                  <a:pt x="459203" y="373158"/>
                </a:lnTo>
                <a:lnTo>
                  <a:pt x="459029" y="373453"/>
                </a:lnTo>
                <a:lnTo>
                  <a:pt x="458844" y="373743"/>
                </a:lnTo>
                <a:lnTo>
                  <a:pt x="458648" y="374027"/>
                </a:lnTo>
                <a:lnTo>
                  <a:pt x="458442" y="374306"/>
                </a:lnTo>
                <a:lnTo>
                  <a:pt x="458226" y="374579"/>
                </a:lnTo>
                <a:lnTo>
                  <a:pt x="457998" y="374846"/>
                </a:lnTo>
                <a:lnTo>
                  <a:pt x="457761" y="375108"/>
                </a:lnTo>
                <a:lnTo>
                  <a:pt x="457512" y="375365"/>
                </a:lnTo>
                <a:lnTo>
                  <a:pt x="457254" y="375626"/>
                </a:lnTo>
                <a:lnTo>
                  <a:pt x="456985" y="375876"/>
                </a:lnTo>
                <a:lnTo>
                  <a:pt x="456707" y="376115"/>
                </a:lnTo>
                <a:lnTo>
                  <a:pt x="456418" y="376343"/>
                </a:lnTo>
                <a:lnTo>
                  <a:pt x="456119" y="376560"/>
                </a:lnTo>
                <a:lnTo>
                  <a:pt x="455811" y="376766"/>
                </a:lnTo>
                <a:lnTo>
                  <a:pt x="455492" y="376961"/>
                </a:lnTo>
                <a:lnTo>
                  <a:pt x="455163" y="377144"/>
                </a:lnTo>
                <a:lnTo>
                  <a:pt x="454825" y="377317"/>
                </a:lnTo>
                <a:lnTo>
                  <a:pt x="454476" y="377478"/>
                </a:lnTo>
                <a:lnTo>
                  <a:pt x="454117" y="377628"/>
                </a:lnTo>
                <a:lnTo>
                  <a:pt x="453748" y="377767"/>
                </a:lnTo>
                <a:lnTo>
                  <a:pt x="453370" y="377895"/>
                </a:lnTo>
                <a:lnTo>
                  <a:pt x="452981" y="378012"/>
                </a:lnTo>
                <a:lnTo>
                  <a:pt x="452582" y="378118"/>
                </a:lnTo>
                <a:lnTo>
                  <a:pt x="452173" y="378212"/>
                </a:lnTo>
                <a:lnTo>
                  <a:pt x="451755" y="378296"/>
                </a:lnTo>
                <a:lnTo>
                  <a:pt x="451326" y="378368"/>
                </a:lnTo>
                <a:lnTo>
                  <a:pt x="450887" y="378429"/>
                </a:lnTo>
                <a:lnTo>
                  <a:pt x="450438" y="378479"/>
                </a:lnTo>
                <a:lnTo>
                  <a:pt x="449979" y="378518"/>
                </a:lnTo>
                <a:lnTo>
                  <a:pt x="449511" y="378546"/>
                </a:lnTo>
                <a:lnTo>
                  <a:pt x="449032" y="378562"/>
                </a:lnTo>
                <a:lnTo>
                  <a:pt x="448543" y="378568"/>
                </a:lnTo>
                <a:lnTo>
                  <a:pt x="418271" y="378568"/>
                </a:lnTo>
                <a:lnTo>
                  <a:pt x="417795" y="378562"/>
                </a:lnTo>
                <a:lnTo>
                  <a:pt x="417329" y="378546"/>
                </a:lnTo>
                <a:lnTo>
                  <a:pt x="416872" y="378518"/>
                </a:lnTo>
                <a:lnTo>
                  <a:pt x="416425" y="378479"/>
                </a:lnTo>
                <a:lnTo>
                  <a:pt x="415987" y="378429"/>
                </a:lnTo>
                <a:lnTo>
                  <a:pt x="415558" y="378368"/>
                </a:lnTo>
                <a:close/>
                <a:moveTo>
                  <a:pt x="429062" y="316813"/>
                </a:moveTo>
                <a:lnTo>
                  <a:pt x="428421" y="316723"/>
                </a:lnTo>
                <a:lnTo>
                  <a:pt x="427792" y="316618"/>
                </a:lnTo>
                <a:lnTo>
                  <a:pt x="427175" y="316500"/>
                </a:lnTo>
                <a:lnTo>
                  <a:pt x="426571" y="316368"/>
                </a:lnTo>
                <a:lnTo>
                  <a:pt x="425979" y="316222"/>
                </a:lnTo>
                <a:lnTo>
                  <a:pt x="425399" y="316062"/>
                </a:lnTo>
                <a:lnTo>
                  <a:pt x="424831" y="315888"/>
                </a:lnTo>
                <a:lnTo>
                  <a:pt x="424275" y="315701"/>
                </a:lnTo>
                <a:lnTo>
                  <a:pt x="423732" y="315499"/>
                </a:lnTo>
                <a:lnTo>
                  <a:pt x="423201" y="315284"/>
                </a:lnTo>
                <a:lnTo>
                  <a:pt x="422682" y="315054"/>
                </a:lnTo>
                <a:lnTo>
                  <a:pt x="422175" y="314811"/>
                </a:lnTo>
                <a:lnTo>
                  <a:pt x="421681" y="314554"/>
                </a:lnTo>
                <a:lnTo>
                  <a:pt x="421199" y="314282"/>
                </a:lnTo>
                <a:lnTo>
                  <a:pt x="420729" y="313997"/>
                </a:lnTo>
                <a:lnTo>
                  <a:pt x="420271" y="313699"/>
                </a:lnTo>
                <a:lnTo>
                  <a:pt x="419825" y="313386"/>
                </a:lnTo>
                <a:lnTo>
                  <a:pt x="419392" y="313059"/>
                </a:lnTo>
                <a:lnTo>
                  <a:pt x="418987" y="312706"/>
                </a:lnTo>
                <a:lnTo>
                  <a:pt x="418599" y="312343"/>
                </a:lnTo>
                <a:lnTo>
                  <a:pt x="418228" y="311968"/>
                </a:lnTo>
                <a:lnTo>
                  <a:pt x="417875" y="311582"/>
                </a:lnTo>
                <a:lnTo>
                  <a:pt x="417539" y="311185"/>
                </a:lnTo>
                <a:lnTo>
                  <a:pt x="417220" y="310777"/>
                </a:lnTo>
                <a:lnTo>
                  <a:pt x="416918" y="310357"/>
                </a:lnTo>
                <a:lnTo>
                  <a:pt x="416634" y="309927"/>
                </a:lnTo>
                <a:lnTo>
                  <a:pt x="416367" y="309485"/>
                </a:lnTo>
                <a:lnTo>
                  <a:pt x="416117" y="309033"/>
                </a:lnTo>
                <a:lnTo>
                  <a:pt x="415884" y="308569"/>
                </a:lnTo>
                <a:lnTo>
                  <a:pt x="415668" y="308094"/>
                </a:lnTo>
                <a:lnTo>
                  <a:pt x="415470" y="307608"/>
                </a:lnTo>
                <a:lnTo>
                  <a:pt x="415289" y="307110"/>
                </a:lnTo>
                <a:lnTo>
                  <a:pt x="415125" y="306602"/>
                </a:lnTo>
                <a:lnTo>
                  <a:pt x="414979" y="306083"/>
                </a:lnTo>
                <a:lnTo>
                  <a:pt x="414849" y="305552"/>
                </a:lnTo>
                <a:lnTo>
                  <a:pt x="414737" y="305010"/>
                </a:lnTo>
                <a:lnTo>
                  <a:pt x="414642" y="304458"/>
                </a:lnTo>
                <a:lnTo>
                  <a:pt x="414565" y="303894"/>
                </a:lnTo>
                <a:lnTo>
                  <a:pt x="414505" y="303319"/>
                </a:lnTo>
                <a:lnTo>
                  <a:pt x="414461" y="302733"/>
                </a:lnTo>
                <a:lnTo>
                  <a:pt x="414436" y="302135"/>
                </a:lnTo>
                <a:lnTo>
                  <a:pt x="414427" y="301527"/>
                </a:lnTo>
                <a:lnTo>
                  <a:pt x="414436" y="300906"/>
                </a:lnTo>
                <a:lnTo>
                  <a:pt x="414461" y="300297"/>
                </a:lnTo>
                <a:lnTo>
                  <a:pt x="414505" y="299700"/>
                </a:lnTo>
                <a:lnTo>
                  <a:pt x="414565" y="299115"/>
                </a:lnTo>
                <a:lnTo>
                  <a:pt x="414642" y="298543"/>
                </a:lnTo>
                <a:lnTo>
                  <a:pt x="414737" y="297983"/>
                </a:lnTo>
                <a:lnTo>
                  <a:pt x="414849" y="297435"/>
                </a:lnTo>
                <a:lnTo>
                  <a:pt x="414979" y="296900"/>
                </a:lnTo>
                <a:lnTo>
                  <a:pt x="415125" y="296376"/>
                </a:lnTo>
                <a:lnTo>
                  <a:pt x="415289" y="295865"/>
                </a:lnTo>
                <a:lnTo>
                  <a:pt x="415470" y="295366"/>
                </a:lnTo>
                <a:lnTo>
                  <a:pt x="415668" y="294880"/>
                </a:lnTo>
                <a:lnTo>
                  <a:pt x="415884" y="294405"/>
                </a:lnTo>
                <a:lnTo>
                  <a:pt x="416117" y="293943"/>
                </a:lnTo>
                <a:lnTo>
                  <a:pt x="416367" y="293493"/>
                </a:lnTo>
                <a:lnTo>
                  <a:pt x="416634" y="293056"/>
                </a:lnTo>
                <a:lnTo>
                  <a:pt x="416918" y="292630"/>
                </a:lnTo>
                <a:lnTo>
                  <a:pt x="417220" y="292217"/>
                </a:lnTo>
                <a:lnTo>
                  <a:pt x="417539" y="291816"/>
                </a:lnTo>
                <a:lnTo>
                  <a:pt x="417875" y="291427"/>
                </a:lnTo>
                <a:lnTo>
                  <a:pt x="418228" y="291051"/>
                </a:lnTo>
                <a:lnTo>
                  <a:pt x="418599" y="290687"/>
                </a:lnTo>
                <a:lnTo>
                  <a:pt x="418987" y="290334"/>
                </a:lnTo>
                <a:lnTo>
                  <a:pt x="419392" y="289995"/>
                </a:lnTo>
                <a:lnTo>
                  <a:pt x="419825" y="289668"/>
                </a:lnTo>
                <a:lnTo>
                  <a:pt x="420271" y="289355"/>
                </a:lnTo>
                <a:lnTo>
                  <a:pt x="420729" y="289056"/>
                </a:lnTo>
                <a:lnTo>
                  <a:pt x="421199" y="288771"/>
                </a:lnTo>
                <a:lnTo>
                  <a:pt x="421681" y="288500"/>
                </a:lnTo>
                <a:lnTo>
                  <a:pt x="422175" y="288243"/>
                </a:lnTo>
                <a:lnTo>
                  <a:pt x="422682" y="287999"/>
                </a:lnTo>
                <a:lnTo>
                  <a:pt x="423201" y="287770"/>
                </a:lnTo>
                <a:lnTo>
                  <a:pt x="423732" y="287555"/>
                </a:lnTo>
                <a:lnTo>
                  <a:pt x="424275" y="287353"/>
                </a:lnTo>
                <a:lnTo>
                  <a:pt x="424831" y="287165"/>
                </a:lnTo>
                <a:lnTo>
                  <a:pt x="425399" y="286991"/>
                </a:lnTo>
                <a:lnTo>
                  <a:pt x="425979" y="286832"/>
                </a:lnTo>
                <a:lnTo>
                  <a:pt x="426571" y="286686"/>
                </a:lnTo>
                <a:lnTo>
                  <a:pt x="427175" y="286554"/>
                </a:lnTo>
                <a:lnTo>
                  <a:pt x="427792" y="286435"/>
                </a:lnTo>
                <a:lnTo>
                  <a:pt x="428421" y="286331"/>
                </a:lnTo>
                <a:lnTo>
                  <a:pt x="429062" y="286241"/>
                </a:lnTo>
                <a:lnTo>
                  <a:pt x="429716" y="286164"/>
                </a:lnTo>
                <a:lnTo>
                  <a:pt x="430382" y="286102"/>
                </a:lnTo>
                <a:lnTo>
                  <a:pt x="431059" y="286053"/>
                </a:lnTo>
                <a:lnTo>
                  <a:pt x="431750" y="286018"/>
                </a:lnTo>
                <a:lnTo>
                  <a:pt x="432452" y="285997"/>
                </a:lnTo>
                <a:lnTo>
                  <a:pt x="433167" y="285990"/>
                </a:lnTo>
                <a:lnTo>
                  <a:pt x="433894" y="285997"/>
                </a:lnTo>
                <a:lnTo>
                  <a:pt x="434608" y="286018"/>
                </a:lnTo>
                <a:lnTo>
                  <a:pt x="435309" y="286053"/>
                </a:lnTo>
                <a:lnTo>
                  <a:pt x="435996" y="286102"/>
                </a:lnTo>
                <a:lnTo>
                  <a:pt x="436670" y="286164"/>
                </a:lnTo>
                <a:lnTo>
                  <a:pt x="437331" y="286241"/>
                </a:lnTo>
                <a:lnTo>
                  <a:pt x="437978" y="286331"/>
                </a:lnTo>
                <a:lnTo>
                  <a:pt x="438612" y="286435"/>
                </a:lnTo>
                <a:lnTo>
                  <a:pt x="439233" y="286554"/>
                </a:lnTo>
                <a:lnTo>
                  <a:pt x="439840" y="286686"/>
                </a:lnTo>
                <a:lnTo>
                  <a:pt x="440434" y="286832"/>
                </a:lnTo>
                <a:lnTo>
                  <a:pt x="441015" y="286991"/>
                </a:lnTo>
                <a:lnTo>
                  <a:pt x="441582" y="287165"/>
                </a:lnTo>
                <a:lnTo>
                  <a:pt x="442136" y="287353"/>
                </a:lnTo>
                <a:lnTo>
                  <a:pt x="442677" y="287555"/>
                </a:lnTo>
                <a:lnTo>
                  <a:pt x="443204" y="287770"/>
                </a:lnTo>
                <a:lnTo>
                  <a:pt x="443718" y="287999"/>
                </a:lnTo>
                <a:lnTo>
                  <a:pt x="444218" y="288243"/>
                </a:lnTo>
                <a:lnTo>
                  <a:pt x="444706" y="288500"/>
                </a:lnTo>
                <a:lnTo>
                  <a:pt x="445179" y="288771"/>
                </a:lnTo>
                <a:lnTo>
                  <a:pt x="445640" y="289056"/>
                </a:lnTo>
                <a:lnTo>
                  <a:pt x="446087" y="289355"/>
                </a:lnTo>
                <a:lnTo>
                  <a:pt x="446521" y="289668"/>
                </a:lnTo>
                <a:lnTo>
                  <a:pt x="446941" y="289995"/>
                </a:lnTo>
                <a:lnTo>
                  <a:pt x="447346" y="290334"/>
                </a:lnTo>
                <a:lnTo>
                  <a:pt x="447734" y="290687"/>
                </a:lnTo>
                <a:lnTo>
                  <a:pt x="448105" y="291051"/>
                </a:lnTo>
                <a:lnTo>
                  <a:pt x="448458" y="291427"/>
                </a:lnTo>
                <a:lnTo>
                  <a:pt x="448795" y="291816"/>
                </a:lnTo>
                <a:lnTo>
                  <a:pt x="449114" y="292217"/>
                </a:lnTo>
                <a:lnTo>
                  <a:pt x="449415" y="292630"/>
                </a:lnTo>
                <a:lnTo>
                  <a:pt x="449700" y="293056"/>
                </a:lnTo>
                <a:lnTo>
                  <a:pt x="449967" y="293493"/>
                </a:lnTo>
                <a:lnTo>
                  <a:pt x="450217" y="293943"/>
                </a:lnTo>
                <a:lnTo>
                  <a:pt x="450450" y="294405"/>
                </a:lnTo>
                <a:lnTo>
                  <a:pt x="450665" y="294880"/>
                </a:lnTo>
                <a:lnTo>
                  <a:pt x="450863" y="295366"/>
                </a:lnTo>
                <a:lnTo>
                  <a:pt x="451044" y="295865"/>
                </a:lnTo>
                <a:lnTo>
                  <a:pt x="451208" y="296376"/>
                </a:lnTo>
                <a:lnTo>
                  <a:pt x="451355" y="296900"/>
                </a:lnTo>
                <a:lnTo>
                  <a:pt x="451484" y="297435"/>
                </a:lnTo>
                <a:lnTo>
                  <a:pt x="451596" y="297983"/>
                </a:lnTo>
                <a:lnTo>
                  <a:pt x="451691" y="298543"/>
                </a:lnTo>
                <a:lnTo>
                  <a:pt x="451769" y="299115"/>
                </a:lnTo>
                <a:lnTo>
                  <a:pt x="451829" y="299700"/>
                </a:lnTo>
                <a:lnTo>
                  <a:pt x="451872" y="300297"/>
                </a:lnTo>
                <a:lnTo>
                  <a:pt x="451898" y="300906"/>
                </a:lnTo>
                <a:lnTo>
                  <a:pt x="451906" y="301527"/>
                </a:lnTo>
                <a:lnTo>
                  <a:pt x="451898" y="302135"/>
                </a:lnTo>
                <a:lnTo>
                  <a:pt x="451872" y="302733"/>
                </a:lnTo>
                <a:lnTo>
                  <a:pt x="451829" y="303319"/>
                </a:lnTo>
                <a:lnTo>
                  <a:pt x="451769" y="303894"/>
                </a:lnTo>
                <a:lnTo>
                  <a:pt x="451691" y="304458"/>
                </a:lnTo>
                <a:lnTo>
                  <a:pt x="451596" y="305010"/>
                </a:lnTo>
                <a:lnTo>
                  <a:pt x="451484" y="305552"/>
                </a:lnTo>
                <a:lnTo>
                  <a:pt x="451355" y="306083"/>
                </a:lnTo>
                <a:lnTo>
                  <a:pt x="451208" y="306602"/>
                </a:lnTo>
                <a:lnTo>
                  <a:pt x="451044" y="307110"/>
                </a:lnTo>
                <a:lnTo>
                  <a:pt x="450863" y="307608"/>
                </a:lnTo>
                <a:lnTo>
                  <a:pt x="450665" y="308094"/>
                </a:lnTo>
                <a:lnTo>
                  <a:pt x="450450" y="308569"/>
                </a:lnTo>
                <a:lnTo>
                  <a:pt x="450217" y="309033"/>
                </a:lnTo>
                <a:lnTo>
                  <a:pt x="449967" y="309485"/>
                </a:lnTo>
                <a:lnTo>
                  <a:pt x="449700" y="309927"/>
                </a:lnTo>
                <a:lnTo>
                  <a:pt x="449415" y="310357"/>
                </a:lnTo>
                <a:lnTo>
                  <a:pt x="449114" y="310777"/>
                </a:lnTo>
                <a:lnTo>
                  <a:pt x="448795" y="311185"/>
                </a:lnTo>
                <a:lnTo>
                  <a:pt x="448458" y="311582"/>
                </a:lnTo>
                <a:lnTo>
                  <a:pt x="448105" y="311968"/>
                </a:lnTo>
                <a:lnTo>
                  <a:pt x="447734" y="312343"/>
                </a:lnTo>
                <a:lnTo>
                  <a:pt x="447346" y="312706"/>
                </a:lnTo>
                <a:lnTo>
                  <a:pt x="446941" y="313059"/>
                </a:lnTo>
                <a:lnTo>
                  <a:pt x="446521" y="313386"/>
                </a:lnTo>
                <a:lnTo>
                  <a:pt x="446087" y="313699"/>
                </a:lnTo>
                <a:lnTo>
                  <a:pt x="445640" y="313997"/>
                </a:lnTo>
                <a:lnTo>
                  <a:pt x="445179" y="314282"/>
                </a:lnTo>
                <a:lnTo>
                  <a:pt x="444706" y="314554"/>
                </a:lnTo>
                <a:lnTo>
                  <a:pt x="444218" y="314811"/>
                </a:lnTo>
                <a:lnTo>
                  <a:pt x="443718" y="315054"/>
                </a:lnTo>
                <a:lnTo>
                  <a:pt x="443204" y="315284"/>
                </a:lnTo>
                <a:lnTo>
                  <a:pt x="442677" y="315499"/>
                </a:lnTo>
                <a:lnTo>
                  <a:pt x="442136" y="315701"/>
                </a:lnTo>
                <a:lnTo>
                  <a:pt x="441582" y="315888"/>
                </a:lnTo>
                <a:lnTo>
                  <a:pt x="441015" y="316062"/>
                </a:lnTo>
                <a:lnTo>
                  <a:pt x="440434" y="316222"/>
                </a:lnTo>
                <a:lnTo>
                  <a:pt x="439840" y="316368"/>
                </a:lnTo>
                <a:lnTo>
                  <a:pt x="439233" y="316500"/>
                </a:lnTo>
                <a:lnTo>
                  <a:pt x="438612" y="316618"/>
                </a:lnTo>
                <a:lnTo>
                  <a:pt x="437978" y="316723"/>
                </a:lnTo>
                <a:lnTo>
                  <a:pt x="437331" y="316813"/>
                </a:lnTo>
                <a:lnTo>
                  <a:pt x="436670" y="316889"/>
                </a:lnTo>
                <a:lnTo>
                  <a:pt x="435996" y="316952"/>
                </a:lnTo>
                <a:lnTo>
                  <a:pt x="435309" y="317001"/>
                </a:lnTo>
                <a:lnTo>
                  <a:pt x="434608" y="317035"/>
                </a:lnTo>
                <a:lnTo>
                  <a:pt x="433894" y="317056"/>
                </a:lnTo>
                <a:lnTo>
                  <a:pt x="433167" y="317063"/>
                </a:lnTo>
                <a:lnTo>
                  <a:pt x="432452" y="317056"/>
                </a:lnTo>
                <a:lnTo>
                  <a:pt x="431750" y="317035"/>
                </a:lnTo>
                <a:lnTo>
                  <a:pt x="431059" y="317001"/>
                </a:lnTo>
                <a:lnTo>
                  <a:pt x="430382" y="316952"/>
                </a:lnTo>
                <a:lnTo>
                  <a:pt x="429716" y="316889"/>
                </a:lnTo>
                <a:lnTo>
                  <a:pt x="429062" y="316813"/>
                </a:lnTo>
                <a:close/>
                <a:moveTo>
                  <a:pt x="635175" y="494139"/>
                </a:moveTo>
                <a:lnTo>
                  <a:pt x="620119" y="494139"/>
                </a:lnTo>
                <a:lnTo>
                  <a:pt x="620119" y="509515"/>
                </a:lnTo>
                <a:lnTo>
                  <a:pt x="635175" y="509515"/>
                </a:lnTo>
                <a:lnTo>
                  <a:pt x="635175" y="494139"/>
                </a:lnTo>
                <a:close/>
                <a:moveTo>
                  <a:pt x="397449" y="547422"/>
                </a:moveTo>
                <a:lnTo>
                  <a:pt x="397449" y="547439"/>
                </a:lnTo>
                <a:lnTo>
                  <a:pt x="397449" y="547444"/>
                </a:lnTo>
                <a:lnTo>
                  <a:pt x="397449" y="547423"/>
                </a:lnTo>
                <a:lnTo>
                  <a:pt x="397449" y="547395"/>
                </a:lnTo>
                <a:lnTo>
                  <a:pt x="397449" y="547373"/>
                </a:lnTo>
                <a:lnTo>
                  <a:pt x="397449" y="547389"/>
                </a:lnTo>
                <a:lnTo>
                  <a:pt x="397449" y="547405"/>
                </a:lnTo>
                <a:lnTo>
                  <a:pt x="397449" y="547422"/>
                </a:lnTo>
                <a:close/>
                <a:moveTo>
                  <a:pt x="397449" y="547528"/>
                </a:moveTo>
                <a:lnTo>
                  <a:pt x="397449" y="547570"/>
                </a:lnTo>
                <a:lnTo>
                  <a:pt x="397449" y="547590"/>
                </a:lnTo>
                <a:lnTo>
                  <a:pt x="397449" y="547578"/>
                </a:lnTo>
                <a:lnTo>
                  <a:pt x="397449" y="547556"/>
                </a:lnTo>
                <a:lnTo>
                  <a:pt x="397449" y="547535"/>
                </a:lnTo>
                <a:lnTo>
                  <a:pt x="397449" y="547528"/>
                </a:lnTo>
                <a:close/>
                <a:moveTo>
                  <a:pt x="350637" y="562145"/>
                </a:moveTo>
                <a:lnTo>
                  <a:pt x="351338" y="562095"/>
                </a:lnTo>
                <a:lnTo>
                  <a:pt x="352034" y="562030"/>
                </a:lnTo>
                <a:lnTo>
                  <a:pt x="352724" y="561950"/>
                </a:lnTo>
                <a:lnTo>
                  <a:pt x="353409" y="561856"/>
                </a:lnTo>
                <a:lnTo>
                  <a:pt x="354088" y="561748"/>
                </a:lnTo>
                <a:lnTo>
                  <a:pt x="354762" y="561625"/>
                </a:lnTo>
                <a:lnTo>
                  <a:pt x="355429" y="561488"/>
                </a:lnTo>
                <a:lnTo>
                  <a:pt x="356092" y="561336"/>
                </a:lnTo>
                <a:lnTo>
                  <a:pt x="356749" y="561169"/>
                </a:lnTo>
                <a:lnTo>
                  <a:pt x="357400" y="560989"/>
                </a:lnTo>
                <a:lnTo>
                  <a:pt x="358046" y="560793"/>
                </a:lnTo>
                <a:lnTo>
                  <a:pt x="358686" y="560584"/>
                </a:lnTo>
                <a:lnTo>
                  <a:pt x="359320" y="560360"/>
                </a:lnTo>
                <a:lnTo>
                  <a:pt x="359949" y="560121"/>
                </a:lnTo>
                <a:lnTo>
                  <a:pt x="360573" y="559868"/>
                </a:lnTo>
                <a:lnTo>
                  <a:pt x="361191" y="559601"/>
                </a:lnTo>
                <a:lnTo>
                  <a:pt x="361803" y="559319"/>
                </a:lnTo>
                <a:lnTo>
                  <a:pt x="362410" y="559022"/>
                </a:lnTo>
                <a:lnTo>
                  <a:pt x="363011" y="558711"/>
                </a:lnTo>
                <a:lnTo>
                  <a:pt x="363606" y="558386"/>
                </a:lnTo>
                <a:lnTo>
                  <a:pt x="364196" y="558046"/>
                </a:lnTo>
                <a:lnTo>
                  <a:pt x="364779" y="557681"/>
                </a:lnTo>
                <a:lnTo>
                  <a:pt x="365351" y="557305"/>
                </a:lnTo>
                <a:lnTo>
                  <a:pt x="365913" y="556920"/>
                </a:lnTo>
                <a:lnTo>
                  <a:pt x="366466" y="556525"/>
                </a:lnTo>
                <a:lnTo>
                  <a:pt x="367008" y="556119"/>
                </a:lnTo>
                <a:lnTo>
                  <a:pt x="367540" y="555704"/>
                </a:lnTo>
                <a:lnTo>
                  <a:pt x="368062" y="555278"/>
                </a:lnTo>
                <a:lnTo>
                  <a:pt x="368574" y="554843"/>
                </a:lnTo>
                <a:lnTo>
                  <a:pt x="369077" y="554397"/>
                </a:lnTo>
                <a:lnTo>
                  <a:pt x="369569" y="553942"/>
                </a:lnTo>
                <a:lnTo>
                  <a:pt x="370051" y="553476"/>
                </a:lnTo>
                <a:lnTo>
                  <a:pt x="370523" y="553001"/>
                </a:lnTo>
                <a:lnTo>
                  <a:pt x="370985" y="552515"/>
                </a:lnTo>
                <a:lnTo>
                  <a:pt x="371437" y="552020"/>
                </a:lnTo>
                <a:lnTo>
                  <a:pt x="371880" y="551514"/>
                </a:lnTo>
                <a:lnTo>
                  <a:pt x="372312" y="550999"/>
                </a:lnTo>
                <a:lnTo>
                  <a:pt x="372734" y="550473"/>
                </a:lnTo>
                <a:lnTo>
                  <a:pt x="373146" y="549938"/>
                </a:lnTo>
                <a:lnTo>
                  <a:pt x="373548" y="549392"/>
                </a:lnTo>
                <a:lnTo>
                  <a:pt x="373940" y="548836"/>
                </a:lnTo>
                <a:lnTo>
                  <a:pt x="374322" y="548271"/>
                </a:lnTo>
                <a:lnTo>
                  <a:pt x="374694" y="547695"/>
                </a:lnTo>
                <a:lnTo>
                  <a:pt x="375056" y="547110"/>
                </a:lnTo>
                <a:lnTo>
                  <a:pt x="375408" y="546514"/>
                </a:lnTo>
                <a:lnTo>
                  <a:pt x="375761" y="545911"/>
                </a:lnTo>
                <a:lnTo>
                  <a:pt x="376099" y="545304"/>
                </a:lnTo>
                <a:lnTo>
                  <a:pt x="376422" y="544692"/>
                </a:lnTo>
                <a:lnTo>
                  <a:pt x="376730" y="544076"/>
                </a:lnTo>
                <a:lnTo>
                  <a:pt x="377023" y="543455"/>
                </a:lnTo>
                <a:lnTo>
                  <a:pt x="377300" y="542830"/>
                </a:lnTo>
                <a:lnTo>
                  <a:pt x="377563" y="542201"/>
                </a:lnTo>
                <a:lnTo>
                  <a:pt x="377811" y="541567"/>
                </a:lnTo>
                <a:lnTo>
                  <a:pt x="378044" y="540928"/>
                </a:lnTo>
                <a:lnTo>
                  <a:pt x="378261" y="540285"/>
                </a:lnTo>
                <a:lnTo>
                  <a:pt x="378464" y="539638"/>
                </a:lnTo>
                <a:lnTo>
                  <a:pt x="378652" y="538986"/>
                </a:lnTo>
                <a:lnTo>
                  <a:pt x="378824" y="538330"/>
                </a:lnTo>
                <a:lnTo>
                  <a:pt x="378982" y="537669"/>
                </a:lnTo>
                <a:lnTo>
                  <a:pt x="379125" y="537004"/>
                </a:lnTo>
                <a:lnTo>
                  <a:pt x="379252" y="536334"/>
                </a:lnTo>
                <a:lnTo>
                  <a:pt x="379365" y="535660"/>
                </a:lnTo>
                <a:lnTo>
                  <a:pt x="379463" y="534982"/>
                </a:lnTo>
                <a:lnTo>
                  <a:pt x="379545" y="534299"/>
                </a:lnTo>
                <a:lnTo>
                  <a:pt x="379613" y="533611"/>
                </a:lnTo>
                <a:lnTo>
                  <a:pt x="379665" y="532920"/>
                </a:lnTo>
                <a:lnTo>
                  <a:pt x="379703" y="532223"/>
                </a:lnTo>
                <a:lnTo>
                  <a:pt x="379725" y="531523"/>
                </a:lnTo>
                <a:lnTo>
                  <a:pt x="379733" y="530817"/>
                </a:lnTo>
                <a:lnTo>
                  <a:pt x="379733" y="529216"/>
                </a:lnTo>
                <a:lnTo>
                  <a:pt x="379725" y="528511"/>
                </a:lnTo>
                <a:lnTo>
                  <a:pt x="379703" y="527811"/>
                </a:lnTo>
                <a:lnTo>
                  <a:pt x="379665" y="527116"/>
                </a:lnTo>
                <a:lnTo>
                  <a:pt x="379613" y="526426"/>
                </a:lnTo>
                <a:lnTo>
                  <a:pt x="379545" y="525741"/>
                </a:lnTo>
                <a:lnTo>
                  <a:pt x="379463" y="525061"/>
                </a:lnTo>
                <a:lnTo>
                  <a:pt x="379365" y="524386"/>
                </a:lnTo>
                <a:lnTo>
                  <a:pt x="379252" y="523717"/>
                </a:lnTo>
                <a:lnTo>
                  <a:pt x="379125" y="523052"/>
                </a:lnTo>
                <a:lnTo>
                  <a:pt x="378982" y="522392"/>
                </a:lnTo>
                <a:lnTo>
                  <a:pt x="378824" y="521737"/>
                </a:lnTo>
                <a:lnTo>
                  <a:pt x="378652" y="521087"/>
                </a:lnTo>
                <a:lnTo>
                  <a:pt x="378464" y="520442"/>
                </a:lnTo>
                <a:lnTo>
                  <a:pt x="378261" y="519802"/>
                </a:lnTo>
                <a:lnTo>
                  <a:pt x="378044" y="519168"/>
                </a:lnTo>
                <a:lnTo>
                  <a:pt x="377811" y="518538"/>
                </a:lnTo>
                <a:lnTo>
                  <a:pt x="377563" y="517913"/>
                </a:lnTo>
                <a:lnTo>
                  <a:pt x="377300" y="517293"/>
                </a:lnTo>
                <a:lnTo>
                  <a:pt x="377023" y="516678"/>
                </a:lnTo>
                <a:lnTo>
                  <a:pt x="376730" y="516069"/>
                </a:lnTo>
                <a:lnTo>
                  <a:pt x="376422" y="515464"/>
                </a:lnTo>
                <a:lnTo>
                  <a:pt x="376099" y="514864"/>
                </a:lnTo>
                <a:lnTo>
                  <a:pt x="375761" y="514269"/>
                </a:lnTo>
                <a:lnTo>
                  <a:pt x="375408" y="513679"/>
                </a:lnTo>
                <a:lnTo>
                  <a:pt x="375056" y="513097"/>
                </a:lnTo>
                <a:lnTo>
                  <a:pt x="374694" y="512525"/>
                </a:lnTo>
                <a:lnTo>
                  <a:pt x="374322" y="511963"/>
                </a:lnTo>
                <a:lnTo>
                  <a:pt x="373940" y="511410"/>
                </a:lnTo>
                <a:lnTo>
                  <a:pt x="373548" y="510868"/>
                </a:lnTo>
                <a:lnTo>
                  <a:pt x="373146" y="510336"/>
                </a:lnTo>
                <a:lnTo>
                  <a:pt x="372734" y="509814"/>
                </a:lnTo>
                <a:lnTo>
                  <a:pt x="372312" y="509301"/>
                </a:lnTo>
                <a:lnTo>
                  <a:pt x="371880" y="508799"/>
                </a:lnTo>
                <a:lnTo>
                  <a:pt x="371437" y="508307"/>
                </a:lnTo>
                <a:lnTo>
                  <a:pt x="370985" y="507825"/>
                </a:lnTo>
                <a:lnTo>
                  <a:pt x="370523" y="507353"/>
                </a:lnTo>
                <a:lnTo>
                  <a:pt x="370051" y="506891"/>
                </a:lnTo>
                <a:lnTo>
                  <a:pt x="369569" y="506438"/>
                </a:lnTo>
                <a:lnTo>
                  <a:pt x="369077" y="505996"/>
                </a:lnTo>
                <a:lnTo>
                  <a:pt x="368574" y="505564"/>
                </a:lnTo>
                <a:lnTo>
                  <a:pt x="368062" y="505142"/>
                </a:lnTo>
                <a:lnTo>
                  <a:pt x="367540" y="504730"/>
                </a:lnTo>
                <a:lnTo>
                  <a:pt x="367008" y="504328"/>
                </a:lnTo>
                <a:lnTo>
                  <a:pt x="366466" y="503936"/>
                </a:lnTo>
                <a:lnTo>
                  <a:pt x="365913" y="503554"/>
                </a:lnTo>
                <a:lnTo>
                  <a:pt x="365351" y="503182"/>
                </a:lnTo>
                <a:lnTo>
                  <a:pt x="364779" y="502820"/>
                </a:lnTo>
                <a:lnTo>
                  <a:pt x="364196" y="502468"/>
                </a:lnTo>
                <a:lnTo>
                  <a:pt x="363606" y="502128"/>
                </a:lnTo>
                <a:lnTo>
                  <a:pt x="363011" y="501802"/>
                </a:lnTo>
                <a:lnTo>
                  <a:pt x="362410" y="501492"/>
                </a:lnTo>
                <a:lnTo>
                  <a:pt x="361803" y="501195"/>
                </a:lnTo>
                <a:lnTo>
                  <a:pt x="361191" y="500913"/>
                </a:lnTo>
                <a:lnTo>
                  <a:pt x="360573" y="500646"/>
                </a:lnTo>
                <a:lnTo>
                  <a:pt x="359949" y="500393"/>
                </a:lnTo>
                <a:lnTo>
                  <a:pt x="359320" y="500154"/>
                </a:lnTo>
                <a:lnTo>
                  <a:pt x="358686" y="499930"/>
                </a:lnTo>
                <a:lnTo>
                  <a:pt x="358046" y="499720"/>
                </a:lnTo>
                <a:lnTo>
                  <a:pt x="357400" y="499525"/>
                </a:lnTo>
                <a:lnTo>
                  <a:pt x="356749" y="499344"/>
                </a:lnTo>
                <a:lnTo>
                  <a:pt x="356092" y="499178"/>
                </a:lnTo>
                <a:lnTo>
                  <a:pt x="355429" y="499026"/>
                </a:lnTo>
                <a:lnTo>
                  <a:pt x="354762" y="498889"/>
                </a:lnTo>
                <a:lnTo>
                  <a:pt x="354088" y="498766"/>
                </a:lnTo>
                <a:lnTo>
                  <a:pt x="353409" y="498657"/>
                </a:lnTo>
                <a:lnTo>
                  <a:pt x="352724" y="498563"/>
                </a:lnTo>
                <a:lnTo>
                  <a:pt x="352034" y="498484"/>
                </a:lnTo>
                <a:lnTo>
                  <a:pt x="351338" y="498419"/>
                </a:lnTo>
                <a:lnTo>
                  <a:pt x="350637" y="498368"/>
                </a:lnTo>
                <a:lnTo>
                  <a:pt x="349930" y="498332"/>
                </a:lnTo>
                <a:lnTo>
                  <a:pt x="349218" y="498310"/>
                </a:lnTo>
                <a:lnTo>
                  <a:pt x="348500" y="498303"/>
                </a:lnTo>
                <a:lnTo>
                  <a:pt x="299969" y="498303"/>
                </a:lnTo>
                <a:lnTo>
                  <a:pt x="299969" y="608179"/>
                </a:lnTo>
                <a:lnTo>
                  <a:pt x="316626" y="608179"/>
                </a:lnTo>
                <a:lnTo>
                  <a:pt x="316626" y="562211"/>
                </a:lnTo>
                <a:lnTo>
                  <a:pt x="348500" y="562211"/>
                </a:lnTo>
                <a:lnTo>
                  <a:pt x="349218" y="562203"/>
                </a:lnTo>
                <a:lnTo>
                  <a:pt x="349930" y="562182"/>
                </a:lnTo>
                <a:lnTo>
                  <a:pt x="350637" y="562145"/>
                </a:lnTo>
                <a:close/>
                <a:moveTo>
                  <a:pt x="346222" y="511829"/>
                </a:moveTo>
                <a:lnTo>
                  <a:pt x="346642" y="511869"/>
                </a:lnTo>
                <a:lnTo>
                  <a:pt x="347058" y="511918"/>
                </a:lnTo>
                <a:lnTo>
                  <a:pt x="347470" y="511975"/>
                </a:lnTo>
                <a:lnTo>
                  <a:pt x="347877" y="512042"/>
                </a:lnTo>
                <a:lnTo>
                  <a:pt x="348280" y="512118"/>
                </a:lnTo>
                <a:lnTo>
                  <a:pt x="348678" y="512202"/>
                </a:lnTo>
                <a:lnTo>
                  <a:pt x="349072" y="512296"/>
                </a:lnTo>
                <a:lnTo>
                  <a:pt x="349461" y="512398"/>
                </a:lnTo>
                <a:lnTo>
                  <a:pt x="349846" y="512509"/>
                </a:lnTo>
                <a:lnTo>
                  <a:pt x="350226" y="512629"/>
                </a:lnTo>
                <a:lnTo>
                  <a:pt x="350602" y="512758"/>
                </a:lnTo>
                <a:lnTo>
                  <a:pt x="350974" y="512896"/>
                </a:lnTo>
                <a:lnTo>
                  <a:pt x="351341" y="513043"/>
                </a:lnTo>
                <a:lnTo>
                  <a:pt x="351703" y="513199"/>
                </a:lnTo>
                <a:lnTo>
                  <a:pt x="352061" y="513363"/>
                </a:lnTo>
                <a:lnTo>
                  <a:pt x="352415" y="513537"/>
                </a:lnTo>
                <a:lnTo>
                  <a:pt x="352764" y="513719"/>
                </a:lnTo>
                <a:lnTo>
                  <a:pt x="353109" y="513911"/>
                </a:lnTo>
                <a:lnTo>
                  <a:pt x="353450" y="514111"/>
                </a:lnTo>
                <a:lnTo>
                  <a:pt x="353786" y="514320"/>
                </a:lnTo>
                <a:lnTo>
                  <a:pt x="354130" y="514523"/>
                </a:lnTo>
                <a:lnTo>
                  <a:pt x="354467" y="514733"/>
                </a:lnTo>
                <a:lnTo>
                  <a:pt x="354799" y="514948"/>
                </a:lnTo>
                <a:lnTo>
                  <a:pt x="355125" y="515170"/>
                </a:lnTo>
                <a:lnTo>
                  <a:pt x="355444" y="515398"/>
                </a:lnTo>
                <a:lnTo>
                  <a:pt x="355758" y="515631"/>
                </a:lnTo>
                <a:lnTo>
                  <a:pt x="356065" y="515871"/>
                </a:lnTo>
                <a:lnTo>
                  <a:pt x="356366" y="516117"/>
                </a:lnTo>
                <a:lnTo>
                  <a:pt x="356661" y="516370"/>
                </a:lnTo>
                <a:lnTo>
                  <a:pt x="356950" y="516628"/>
                </a:lnTo>
                <a:lnTo>
                  <a:pt x="357233" y="516892"/>
                </a:lnTo>
                <a:lnTo>
                  <a:pt x="357509" y="517163"/>
                </a:lnTo>
                <a:lnTo>
                  <a:pt x="357780" y="517440"/>
                </a:lnTo>
                <a:lnTo>
                  <a:pt x="358044" y="517723"/>
                </a:lnTo>
                <a:lnTo>
                  <a:pt x="358303" y="518011"/>
                </a:lnTo>
                <a:lnTo>
                  <a:pt x="358555" y="518306"/>
                </a:lnTo>
                <a:lnTo>
                  <a:pt x="358801" y="518608"/>
                </a:lnTo>
                <a:lnTo>
                  <a:pt x="359041" y="518915"/>
                </a:lnTo>
                <a:lnTo>
                  <a:pt x="359275" y="519228"/>
                </a:lnTo>
                <a:lnTo>
                  <a:pt x="359503" y="519548"/>
                </a:lnTo>
                <a:lnTo>
                  <a:pt x="359724" y="519873"/>
                </a:lnTo>
                <a:lnTo>
                  <a:pt x="359940" y="520205"/>
                </a:lnTo>
                <a:lnTo>
                  <a:pt x="360149" y="520543"/>
                </a:lnTo>
                <a:lnTo>
                  <a:pt x="360352" y="520887"/>
                </a:lnTo>
                <a:lnTo>
                  <a:pt x="360548" y="521236"/>
                </a:lnTo>
                <a:lnTo>
                  <a:pt x="360736" y="521588"/>
                </a:lnTo>
                <a:lnTo>
                  <a:pt x="360916" y="521943"/>
                </a:lnTo>
                <a:lnTo>
                  <a:pt x="361087" y="522302"/>
                </a:lnTo>
                <a:lnTo>
                  <a:pt x="361249" y="522664"/>
                </a:lnTo>
                <a:lnTo>
                  <a:pt x="361404" y="523029"/>
                </a:lnTo>
                <a:lnTo>
                  <a:pt x="361550" y="523398"/>
                </a:lnTo>
                <a:lnTo>
                  <a:pt x="361687" y="523770"/>
                </a:lnTo>
                <a:lnTo>
                  <a:pt x="361816" y="524145"/>
                </a:lnTo>
                <a:lnTo>
                  <a:pt x="361937" y="524524"/>
                </a:lnTo>
                <a:lnTo>
                  <a:pt x="362050" y="524906"/>
                </a:lnTo>
                <a:lnTo>
                  <a:pt x="362154" y="525292"/>
                </a:lnTo>
                <a:lnTo>
                  <a:pt x="362250" y="525680"/>
                </a:lnTo>
                <a:lnTo>
                  <a:pt x="362338" y="526072"/>
                </a:lnTo>
                <a:lnTo>
                  <a:pt x="362417" y="526468"/>
                </a:lnTo>
                <a:lnTo>
                  <a:pt x="362488" y="526867"/>
                </a:lnTo>
                <a:lnTo>
                  <a:pt x="362551" y="527269"/>
                </a:lnTo>
                <a:lnTo>
                  <a:pt x="362605" y="527674"/>
                </a:lnTo>
                <a:lnTo>
                  <a:pt x="362651" y="528083"/>
                </a:lnTo>
                <a:lnTo>
                  <a:pt x="362688" y="528495"/>
                </a:lnTo>
                <a:lnTo>
                  <a:pt x="362717" y="528910"/>
                </a:lnTo>
                <a:lnTo>
                  <a:pt x="362738" y="529329"/>
                </a:lnTo>
                <a:lnTo>
                  <a:pt x="362751" y="529751"/>
                </a:lnTo>
                <a:lnTo>
                  <a:pt x="362755" y="530177"/>
                </a:lnTo>
                <a:lnTo>
                  <a:pt x="362751" y="530615"/>
                </a:lnTo>
                <a:lnTo>
                  <a:pt x="362738" y="531050"/>
                </a:lnTo>
                <a:lnTo>
                  <a:pt x="362717" y="531481"/>
                </a:lnTo>
                <a:lnTo>
                  <a:pt x="362688" y="531907"/>
                </a:lnTo>
                <a:lnTo>
                  <a:pt x="362651" y="532330"/>
                </a:lnTo>
                <a:lnTo>
                  <a:pt x="362605" y="532749"/>
                </a:lnTo>
                <a:lnTo>
                  <a:pt x="362551" y="533165"/>
                </a:lnTo>
                <a:lnTo>
                  <a:pt x="362488" y="533576"/>
                </a:lnTo>
                <a:lnTo>
                  <a:pt x="362417" y="533983"/>
                </a:lnTo>
                <a:lnTo>
                  <a:pt x="362338" y="534387"/>
                </a:lnTo>
                <a:lnTo>
                  <a:pt x="362250" y="534786"/>
                </a:lnTo>
                <a:lnTo>
                  <a:pt x="362154" y="535182"/>
                </a:lnTo>
                <a:lnTo>
                  <a:pt x="362050" y="535574"/>
                </a:lnTo>
                <a:lnTo>
                  <a:pt x="361937" y="535962"/>
                </a:lnTo>
                <a:lnTo>
                  <a:pt x="361816" y="536346"/>
                </a:lnTo>
                <a:lnTo>
                  <a:pt x="361687" y="536726"/>
                </a:lnTo>
                <a:lnTo>
                  <a:pt x="361550" y="537102"/>
                </a:lnTo>
                <a:lnTo>
                  <a:pt x="361404" y="537474"/>
                </a:lnTo>
                <a:lnTo>
                  <a:pt x="361249" y="537843"/>
                </a:lnTo>
                <a:lnTo>
                  <a:pt x="361087" y="538207"/>
                </a:lnTo>
                <a:lnTo>
                  <a:pt x="360916" y="538568"/>
                </a:lnTo>
                <a:lnTo>
                  <a:pt x="360736" y="538925"/>
                </a:lnTo>
                <a:lnTo>
                  <a:pt x="360548" y="539278"/>
                </a:lnTo>
                <a:lnTo>
                  <a:pt x="360352" y="539627"/>
                </a:lnTo>
                <a:lnTo>
                  <a:pt x="360149" y="539971"/>
                </a:lnTo>
                <a:lnTo>
                  <a:pt x="359940" y="540309"/>
                </a:lnTo>
                <a:lnTo>
                  <a:pt x="359724" y="540640"/>
                </a:lnTo>
                <a:lnTo>
                  <a:pt x="359503" y="540966"/>
                </a:lnTo>
                <a:lnTo>
                  <a:pt x="359275" y="541285"/>
                </a:lnTo>
                <a:lnTo>
                  <a:pt x="359041" y="541599"/>
                </a:lnTo>
                <a:lnTo>
                  <a:pt x="358801" y="541906"/>
                </a:lnTo>
                <a:lnTo>
                  <a:pt x="358555" y="542207"/>
                </a:lnTo>
                <a:lnTo>
                  <a:pt x="358303" y="542502"/>
                </a:lnTo>
                <a:lnTo>
                  <a:pt x="358044" y="542791"/>
                </a:lnTo>
                <a:lnTo>
                  <a:pt x="357780" y="543074"/>
                </a:lnTo>
                <a:lnTo>
                  <a:pt x="357509" y="543351"/>
                </a:lnTo>
                <a:lnTo>
                  <a:pt x="357233" y="543621"/>
                </a:lnTo>
                <a:lnTo>
                  <a:pt x="356950" y="543886"/>
                </a:lnTo>
                <a:lnTo>
                  <a:pt x="356661" y="544144"/>
                </a:lnTo>
                <a:lnTo>
                  <a:pt x="356366" y="544396"/>
                </a:lnTo>
                <a:lnTo>
                  <a:pt x="356065" y="544642"/>
                </a:lnTo>
                <a:lnTo>
                  <a:pt x="355758" y="544882"/>
                </a:lnTo>
                <a:lnTo>
                  <a:pt x="355444" y="545116"/>
                </a:lnTo>
                <a:lnTo>
                  <a:pt x="355125" y="545344"/>
                </a:lnTo>
                <a:lnTo>
                  <a:pt x="354799" y="545565"/>
                </a:lnTo>
                <a:lnTo>
                  <a:pt x="354467" y="545781"/>
                </a:lnTo>
                <a:lnTo>
                  <a:pt x="354130" y="545990"/>
                </a:lnTo>
                <a:lnTo>
                  <a:pt x="353786" y="546194"/>
                </a:lnTo>
                <a:lnTo>
                  <a:pt x="353437" y="546390"/>
                </a:lnTo>
                <a:lnTo>
                  <a:pt x="353085" y="546577"/>
                </a:lnTo>
                <a:lnTo>
                  <a:pt x="352729" y="546757"/>
                </a:lnTo>
                <a:lnTo>
                  <a:pt x="352371" y="546928"/>
                </a:lnTo>
                <a:lnTo>
                  <a:pt x="352009" y="547090"/>
                </a:lnTo>
                <a:lnTo>
                  <a:pt x="351643" y="547245"/>
                </a:lnTo>
                <a:lnTo>
                  <a:pt x="351275" y="547391"/>
                </a:lnTo>
                <a:lnTo>
                  <a:pt x="350902" y="547528"/>
                </a:lnTo>
                <a:lnTo>
                  <a:pt x="350527" y="547658"/>
                </a:lnTo>
                <a:lnTo>
                  <a:pt x="350148" y="547779"/>
                </a:lnTo>
                <a:lnTo>
                  <a:pt x="349766" y="547891"/>
                </a:lnTo>
                <a:lnTo>
                  <a:pt x="349381" y="547996"/>
                </a:lnTo>
                <a:lnTo>
                  <a:pt x="348992" y="548091"/>
                </a:lnTo>
                <a:lnTo>
                  <a:pt x="348600" y="548179"/>
                </a:lnTo>
                <a:lnTo>
                  <a:pt x="348205" y="548258"/>
                </a:lnTo>
                <a:lnTo>
                  <a:pt x="347806" y="548329"/>
                </a:lnTo>
                <a:lnTo>
                  <a:pt x="347404" y="548392"/>
                </a:lnTo>
                <a:lnTo>
                  <a:pt x="346998" y="548446"/>
                </a:lnTo>
                <a:lnTo>
                  <a:pt x="346590" y="548492"/>
                </a:lnTo>
                <a:lnTo>
                  <a:pt x="346178" y="548529"/>
                </a:lnTo>
                <a:lnTo>
                  <a:pt x="345762" y="548559"/>
                </a:lnTo>
                <a:lnTo>
                  <a:pt x="345343" y="548580"/>
                </a:lnTo>
                <a:lnTo>
                  <a:pt x="344921" y="548592"/>
                </a:lnTo>
                <a:lnTo>
                  <a:pt x="344496" y="548596"/>
                </a:lnTo>
                <a:lnTo>
                  <a:pt x="316626" y="548596"/>
                </a:lnTo>
                <a:lnTo>
                  <a:pt x="316626" y="511757"/>
                </a:lnTo>
                <a:lnTo>
                  <a:pt x="344496" y="511757"/>
                </a:lnTo>
                <a:lnTo>
                  <a:pt x="344934" y="511762"/>
                </a:lnTo>
                <a:lnTo>
                  <a:pt x="345368" y="511775"/>
                </a:lnTo>
                <a:lnTo>
                  <a:pt x="345797" y="511797"/>
                </a:lnTo>
                <a:lnTo>
                  <a:pt x="346222" y="511829"/>
                </a:lnTo>
                <a:close/>
                <a:moveTo>
                  <a:pt x="65909" y="609701"/>
                </a:moveTo>
                <a:lnTo>
                  <a:pt x="66403" y="609672"/>
                </a:lnTo>
                <a:lnTo>
                  <a:pt x="66897" y="609638"/>
                </a:lnTo>
                <a:lnTo>
                  <a:pt x="67391" y="609601"/>
                </a:lnTo>
                <a:lnTo>
                  <a:pt x="67885" y="609558"/>
                </a:lnTo>
                <a:lnTo>
                  <a:pt x="68379" y="609512"/>
                </a:lnTo>
                <a:lnTo>
                  <a:pt x="68873" y="609460"/>
                </a:lnTo>
                <a:lnTo>
                  <a:pt x="69366" y="609405"/>
                </a:lnTo>
                <a:lnTo>
                  <a:pt x="69860" y="609345"/>
                </a:lnTo>
                <a:lnTo>
                  <a:pt x="70354" y="609280"/>
                </a:lnTo>
                <a:lnTo>
                  <a:pt x="70848" y="609211"/>
                </a:lnTo>
                <a:lnTo>
                  <a:pt x="71342" y="609138"/>
                </a:lnTo>
                <a:lnTo>
                  <a:pt x="71836" y="609060"/>
                </a:lnTo>
                <a:lnTo>
                  <a:pt x="72330" y="608978"/>
                </a:lnTo>
                <a:lnTo>
                  <a:pt x="72823" y="608891"/>
                </a:lnTo>
                <a:lnTo>
                  <a:pt x="73317" y="608800"/>
                </a:lnTo>
                <a:lnTo>
                  <a:pt x="73811" y="608704"/>
                </a:lnTo>
                <a:lnTo>
                  <a:pt x="74305" y="608604"/>
                </a:lnTo>
                <a:lnTo>
                  <a:pt x="74799" y="608499"/>
                </a:lnTo>
                <a:lnTo>
                  <a:pt x="75289" y="608404"/>
                </a:lnTo>
                <a:lnTo>
                  <a:pt x="75772" y="608305"/>
                </a:lnTo>
                <a:lnTo>
                  <a:pt x="76248" y="608202"/>
                </a:lnTo>
                <a:lnTo>
                  <a:pt x="76716" y="608094"/>
                </a:lnTo>
                <a:lnTo>
                  <a:pt x="77178" y="607984"/>
                </a:lnTo>
                <a:lnTo>
                  <a:pt x="77632" y="607869"/>
                </a:lnTo>
                <a:lnTo>
                  <a:pt x="78079" y="607750"/>
                </a:lnTo>
                <a:lnTo>
                  <a:pt x="78518" y="607627"/>
                </a:lnTo>
                <a:lnTo>
                  <a:pt x="78951" y="607501"/>
                </a:lnTo>
                <a:lnTo>
                  <a:pt x="79376" y="607370"/>
                </a:lnTo>
                <a:lnTo>
                  <a:pt x="79794" y="607236"/>
                </a:lnTo>
                <a:lnTo>
                  <a:pt x="80205" y="607098"/>
                </a:lnTo>
                <a:lnTo>
                  <a:pt x="80608" y="606956"/>
                </a:lnTo>
                <a:lnTo>
                  <a:pt x="81004" y="606810"/>
                </a:lnTo>
                <a:lnTo>
                  <a:pt x="81393" y="606660"/>
                </a:lnTo>
                <a:lnTo>
                  <a:pt x="81775" y="606506"/>
                </a:lnTo>
                <a:lnTo>
                  <a:pt x="82150" y="606348"/>
                </a:lnTo>
                <a:lnTo>
                  <a:pt x="82517" y="606187"/>
                </a:lnTo>
                <a:lnTo>
                  <a:pt x="82877" y="606021"/>
                </a:lnTo>
                <a:lnTo>
                  <a:pt x="83230" y="605852"/>
                </a:lnTo>
                <a:lnTo>
                  <a:pt x="83576" y="605679"/>
                </a:lnTo>
                <a:lnTo>
                  <a:pt x="83914" y="605502"/>
                </a:lnTo>
                <a:lnTo>
                  <a:pt x="84245" y="605321"/>
                </a:lnTo>
                <a:lnTo>
                  <a:pt x="84569" y="605136"/>
                </a:lnTo>
                <a:lnTo>
                  <a:pt x="84569" y="592803"/>
                </a:lnTo>
                <a:lnTo>
                  <a:pt x="84287" y="592936"/>
                </a:lnTo>
                <a:lnTo>
                  <a:pt x="84001" y="593069"/>
                </a:lnTo>
                <a:lnTo>
                  <a:pt x="83711" y="593201"/>
                </a:lnTo>
                <a:lnTo>
                  <a:pt x="83417" y="593332"/>
                </a:lnTo>
                <a:lnTo>
                  <a:pt x="83119" y="593463"/>
                </a:lnTo>
                <a:lnTo>
                  <a:pt x="82817" y="593594"/>
                </a:lnTo>
                <a:lnTo>
                  <a:pt x="82512" y="593724"/>
                </a:lnTo>
                <a:lnTo>
                  <a:pt x="82202" y="593853"/>
                </a:lnTo>
                <a:lnTo>
                  <a:pt x="81889" y="593982"/>
                </a:lnTo>
                <a:lnTo>
                  <a:pt x="81572" y="594110"/>
                </a:lnTo>
                <a:lnTo>
                  <a:pt x="81250" y="594237"/>
                </a:lnTo>
                <a:lnTo>
                  <a:pt x="80925" y="594364"/>
                </a:lnTo>
                <a:lnTo>
                  <a:pt x="80596" y="594491"/>
                </a:lnTo>
                <a:lnTo>
                  <a:pt x="80264" y="594617"/>
                </a:lnTo>
                <a:lnTo>
                  <a:pt x="79927" y="594742"/>
                </a:lnTo>
                <a:lnTo>
                  <a:pt x="79586" y="594867"/>
                </a:lnTo>
                <a:lnTo>
                  <a:pt x="79242" y="594992"/>
                </a:lnTo>
                <a:lnTo>
                  <a:pt x="78893" y="595115"/>
                </a:lnTo>
                <a:lnTo>
                  <a:pt x="78541" y="595238"/>
                </a:lnTo>
                <a:lnTo>
                  <a:pt x="78185" y="595361"/>
                </a:lnTo>
                <a:lnTo>
                  <a:pt x="77825" y="595483"/>
                </a:lnTo>
                <a:lnTo>
                  <a:pt x="77461" y="595605"/>
                </a:lnTo>
                <a:lnTo>
                  <a:pt x="77093" y="595726"/>
                </a:lnTo>
                <a:lnTo>
                  <a:pt x="76721" y="595846"/>
                </a:lnTo>
                <a:lnTo>
                  <a:pt x="76359" y="595951"/>
                </a:lnTo>
                <a:lnTo>
                  <a:pt x="75995" y="596051"/>
                </a:lnTo>
                <a:lnTo>
                  <a:pt x="75627" y="596146"/>
                </a:lnTo>
                <a:lnTo>
                  <a:pt x="75257" y="596238"/>
                </a:lnTo>
                <a:lnTo>
                  <a:pt x="74884" y="596324"/>
                </a:lnTo>
                <a:lnTo>
                  <a:pt x="74509" y="596407"/>
                </a:lnTo>
                <a:lnTo>
                  <a:pt x="74130" y="596484"/>
                </a:lnTo>
                <a:lnTo>
                  <a:pt x="73749" y="596558"/>
                </a:lnTo>
                <a:lnTo>
                  <a:pt x="73365" y="596627"/>
                </a:lnTo>
                <a:lnTo>
                  <a:pt x="72978" y="596691"/>
                </a:lnTo>
                <a:lnTo>
                  <a:pt x="72588" y="596751"/>
                </a:lnTo>
                <a:lnTo>
                  <a:pt x="72196" y="596807"/>
                </a:lnTo>
                <a:lnTo>
                  <a:pt x="71801" y="596858"/>
                </a:lnTo>
                <a:lnTo>
                  <a:pt x="71403" y="596905"/>
                </a:lnTo>
                <a:lnTo>
                  <a:pt x="71002" y="596947"/>
                </a:lnTo>
                <a:lnTo>
                  <a:pt x="70599" y="596985"/>
                </a:lnTo>
                <a:lnTo>
                  <a:pt x="70193" y="597018"/>
                </a:lnTo>
                <a:lnTo>
                  <a:pt x="69784" y="597047"/>
                </a:lnTo>
                <a:lnTo>
                  <a:pt x="69372" y="597072"/>
                </a:lnTo>
                <a:lnTo>
                  <a:pt x="68957" y="597092"/>
                </a:lnTo>
                <a:lnTo>
                  <a:pt x="68540" y="597107"/>
                </a:lnTo>
                <a:lnTo>
                  <a:pt x="68120" y="597118"/>
                </a:lnTo>
                <a:lnTo>
                  <a:pt x="67697" y="597125"/>
                </a:lnTo>
                <a:lnTo>
                  <a:pt x="67271" y="597127"/>
                </a:lnTo>
                <a:lnTo>
                  <a:pt x="66728" y="597125"/>
                </a:lnTo>
                <a:lnTo>
                  <a:pt x="66192" y="597116"/>
                </a:lnTo>
                <a:lnTo>
                  <a:pt x="65664" y="597102"/>
                </a:lnTo>
                <a:lnTo>
                  <a:pt x="65144" y="597083"/>
                </a:lnTo>
                <a:lnTo>
                  <a:pt x="64632" y="597058"/>
                </a:lnTo>
                <a:lnTo>
                  <a:pt x="64128" y="597027"/>
                </a:lnTo>
                <a:lnTo>
                  <a:pt x="63631" y="596991"/>
                </a:lnTo>
                <a:lnTo>
                  <a:pt x="63142" y="596949"/>
                </a:lnTo>
                <a:lnTo>
                  <a:pt x="62661" y="596902"/>
                </a:lnTo>
                <a:lnTo>
                  <a:pt x="62188" y="596849"/>
                </a:lnTo>
                <a:lnTo>
                  <a:pt x="61722" y="596791"/>
                </a:lnTo>
                <a:lnTo>
                  <a:pt x="61265" y="596727"/>
                </a:lnTo>
                <a:lnTo>
                  <a:pt x="60815" y="596657"/>
                </a:lnTo>
                <a:lnTo>
                  <a:pt x="60373" y="596582"/>
                </a:lnTo>
                <a:lnTo>
                  <a:pt x="59938" y="596502"/>
                </a:lnTo>
                <a:lnTo>
                  <a:pt x="59512" y="596416"/>
                </a:lnTo>
                <a:lnTo>
                  <a:pt x="59093" y="596324"/>
                </a:lnTo>
                <a:lnTo>
                  <a:pt x="58682" y="596226"/>
                </a:lnTo>
                <a:lnTo>
                  <a:pt x="58279" y="596124"/>
                </a:lnTo>
                <a:lnTo>
                  <a:pt x="57883" y="596015"/>
                </a:lnTo>
                <a:lnTo>
                  <a:pt x="57496" y="595901"/>
                </a:lnTo>
                <a:lnTo>
                  <a:pt x="57116" y="595782"/>
                </a:lnTo>
                <a:lnTo>
                  <a:pt x="56744" y="595656"/>
                </a:lnTo>
                <a:lnTo>
                  <a:pt x="56379" y="595526"/>
                </a:lnTo>
                <a:lnTo>
                  <a:pt x="56023" y="595389"/>
                </a:lnTo>
                <a:lnTo>
                  <a:pt x="55673" y="595245"/>
                </a:lnTo>
                <a:lnTo>
                  <a:pt x="55331" y="595095"/>
                </a:lnTo>
                <a:lnTo>
                  <a:pt x="54996" y="594938"/>
                </a:lnTo>
                <a:lnTo>
                  <a:pt x="54668" y="594775"/>
                </a:lnTo>
                <a:lnTo>
                  <a:pt x="54347" y="594605"/>
                </a:lnTo>
                <a:lnTo>
                  <a:pt x="54034" y="594428"/>
                </a:lnTo>
                <a:lnTo>
                  <a:pt x="53728" y="594244"/>
                </a:lnTo>
                <a:lnTo>
                  <a:pt x="53429" y="594054"/>
                </a:lnTo>
                <a:lnTo>
                  <a:pt x="53137" y="593857"/>
                </a:lnTo>
                <a:lnTo>
                  <a:pt x="52853" y="593654"/>
                </a:lnTo>
                <a:lnTo>
                  <a:pt x="52575" y="593443"/>
                </a:lnTo>
                <a:lnTo>
                  <a:pt x="52305" y="593227"/>
                </a:lnTo>
                <a:lnTo>
                  <a:pt x="52043" y="593003"/>
                </a:lnTo>
                <a:lnTo>
                  <a:pt x="51787" y="592773"/>
                </a:lnTo>
                <a:lnTo>
                  <a:pt x="51539" y="592536"/>
                </a:lnTo>
                <a:lnTo>
                  <a:pt x="51298" y="592292"/>
                </a:lnTo>
                <a:lnTo>
                  <a:pt x="51064" y="592042"/>
                </a:lnTo>
                <a:lnTo>
                  <a:pt x="50837" y="591785"/>
                </a:lnTo>
                <a:lnTo>
                  <a:pt x="50618" y="591521"/>
                </a:lnTo>
                <a:lnTo>
                  <a:pt x="50406" y="591251"/>
                </a:lnTo>
                <a:lnTo>
                  <a:pt x="50201" y="590974"/>
                </a:lnTo>
                <a:lnTo>
                  <a:pt x="50003" y="590691"/>
                </a:lnTo>
                <a:lnTo>
                  <a:pt x="49813" y="590400"/>
                </a:lnTo>
                <a:lnTo>
                  <a:pt x="49630" y="590103"/>
                </a:lnTo>
                <a:lnTo>
                  <a:pt x="49454" y="589800"/>
                </a:lnTo>
                <a:lnTo>
                  <a:pt x="49287" y="589489"/>
                </a:lnTo>
                <a:lnTo>
                  <a:pt x="49127" y="589172"/>
                </a:lnTo>
                <a:lnTo>
                  <a:pt x="48976" y="588849"/>
                </a:lnTo>
                <a:lnTo>
                  <a:pt x="48831" y="588518"/>
                </a:lnTo>
                <a:lnTo>
                  <a:pt x="48695" y="588181"/>
                </a:lnTo>
                <a:lnTo>
                  <a:pt x="48567" y="587838"/>
                </a:lnTo>
                <a:lnTo>
                  <a:pt x="48446" y="587487"/>
                </a:lnTo>
                <a:lnTo>
                  <a:pt x="48333" y="587130"/>
                </a:lnTo>
                <a:lnTo>
                  <a:pt x="48228" y="586766"/>
                </a:lnTo>
                <a:lnTo>
                  <a:pt x="48131" y="586396"/>
                </a:lnTo>
                <a:lnTo>
                  <a:pt x="48041" y="586019"/>
                </a:lnTo>
                <a:lnTo>
                  <a:pt x="47959" y="585635"/>
                </a:lnTo>
                <a:lnTo>
                  <a:pt x="47885" y="585245"/>
                </a:lnTo>
                <a:lnTo>
                  <a:pt x="47819" y="584848"/>
                </a:lnTo>
                <a:lnTo>
                  <a:pt x="47761" y="584444"/>
                </a:lnTo>
                <a:lnTo>
                  <a:pt x="47710" y="584034"/>
                </a:lnTo>
                <a:lnTo>
                  <a:pt x="47667" y="583616"/>
                </a:lnTo>
                <a:lnTo>
                  <a:pt x="47632" y="583193"/>
                </a:lnTo>
                <a:lnTo>
                  <a:pt x="47605" y="582762"/>
                </a:lnTo>
                <a:lnTo>
                  <a:pt x="47586" y="582325"/>
                </a:lnTo>
                <a:lnTo>
                  <a:pt x="47574" y="581881"/>
                </a:lnTo>
                <a:lnTo>
                  <a:pt x="47570" y="581431"/>
                </a:lnTo>
                <a:lnTo>
                  <a:pt x="47570" y="538826"/>
                </a:lnTo>
                <a:lnTo>
                  <a:pt x="84569" y="538826"/>
                </a:lnTo>
                <a:lnTo>
                  <a:pt x="84569" y="526333"/>
                </a:lnTo>
                <a:lnTo>
                  <a:pt x="47570" y="526333"/>
                </a:lnTo>
                <a:lnTo>
                  <a:pt x="47570" y="500225"/>
                </a:lnTo>
                <a:lnTo>
                  <a:pt x="37640" y="500225"/>
                </a:lnTo>
                <a:lnTo>
                  <a:pt x="32034" y="526333"/>
                </a:lnTo>
                <a:lnTo>
                  <a:pt x="7848" y="526333"/>
                </a:lnTo>
                <a:lnTo>
                  <a:pt x="7848" y="538826"/>
                </a:lnTo>
                <a:lnTo>
                  <a:pt x="31553" y="538826"/>
                </a:lnTo>
                <a:lnTo>
                  <a:pt x="31553" y="582712"/>
                </a:lnTo>
                <a:lnTo>
                  <a:pt x="31568" y="583900"/>
                </a:lnTo>
                <a:lnTo>
                  <a:pt x="31612" y="585059"/>
                </a:lnTo>
                <a:lnTo>
                  <a:pt x="31686" y="586191"/>
                </a:lnTo>
                <a:lnTo>
                  <a:pt x="31789" y="587295"/>
                </a:lnTo>
                <a:lnTo>
                  <a:pt x="31922" y="588371"/>
                </a:lnTo>
                <a:lnTo>
                  <a:pt x="32084" y="589419"/>
                </a:lnTo>
                <a:lnTo>
                  <a:pt x="32275" y="590440"/>
                </a:lnTo>
                <a:lnTo>
                  <a:pt x="32496" y="591432"/>
                </a:lnTo>
                <a:lnTo>
                  <a:pt x="32747" y="592397"/>
                </a:lnTo>
                <a:lnTo>
                  <a:pt x="33027" y="593334"/>
                </a:lnTo>
                <a:lnTo>
                  <a:pt x="33337" y="594244"/>
                </a:lnTo>
                <a:lnTo>
                  <a:pt x="33676" y="595125"/>
                </a:lnTo>
                <a:lnTo>
                  <a:pt x="34044" y="595979"/>
                </a:lnTo>
                <a:lnTo>
                  <a:pt x="34442" y="596805"/>
                </a:lnTo>
                <a:lnTo>
                  <a:pt x="34869" y="597603"/>
                </a:lnTo>
                <a:lnTo>
                  <a:pt x="35326" y="598373"/>
                </a:lnTo>
                <a:lnTo>
                  <a:pt x="35812" y="599116"/>
                </a:lnTo>
                <a:lnTo>
                  <a:pt x="36328" y="599830"/>
                </a:lnTo>
                <a:lnTo>
                  <a:pt x="36874" y="600517"/>
                </a:lnTo>
                <a:lnTo>
                  <a:pt x="37448" y="601176"/>
                </a:lnTo>
                <a:lnTo>
                  <a:pt x="38053" y="601807"/>
                </a:lnTo>
                <a:lnTo>
                  <a:pt x="38686" y="602411"/>
                </a:lnTo>
                <a:lnTo>
                  <a:pt x="39350" y="602986"/>
                </a:lnTo>
                <a:lnTo>
                  <a:pt x="40042" y="603534"/>
                </a:lnTo>
                <a:lnTo>
                  <a:pt x="40760" y="604044"/>
                </a:lnTo>
                <a:lnTo>
                  <a:pt x="41498" y="604532"/>
                </a:lnTo>
                <a:lnTo>
                  <a:pt x="42257" y="604998"/>
                </a:lnTo>
                <a:lnTo>
                  <a:pt x="43036" y="605443"/>
                </a:lnTo>
                <a:lnTo>
                  <a:pt x="43836" y="605866"/>
                </a:lnTo>
                <a:lnTo>
                  <a:pt x="44657" y="606267"/>
                </a:lnTo>
                <a:lnTo>
                  <a:pt x="45498" y="606647"/>
                </a:lnTo>
                <a:lnTo>
                  <a:pt x="46360" y="607004"/>
                </a:lnTo>
                <a:lnTo>
                  <a:pt x="47242" y="607341"/>
                </a:lnTo>
                <a:lnTo>
                  <a:pt x="48145" y="607655"/>
                </a:lnTo>
                <a:lnTo>
                  <a:pt x="49069" y="607948"/>
                </a:lnTo>
                <a:lnTo>
                  <a:pt x="50013" y="608219"/>
                </a:lnTo>
                <a:lnTo>
                  <a:pt x="50977" y="608468"/>
                </a:lnTo>
                <a:lnTo>
                  <a:pt x="51963" y="608696"/>
                </a:lnTo>
                <a:lnTo>
                  <a:pt x="52968" y="608902"/>
                </a:lnTo>
                <a:lnTo>
                  <a:pt x="53995" y="609087"/>
                </a:lnTo>
                <a:lnTo>
                  <a:pt x="55042" y="609249"/>
                </a:lnTo>
                <a:lnTo>
                  <a:pt x="56109" y="609390"/>
                </a:lnTo>
                <a:lnTo>
                  <a:pt x="57197" y="609510"/>
                </a:lnTo>
                <a:lnTo>
                  <a:pt x="58306" y="609607"/>
                </a:lnTo>
                <a:lnTo>
                  <a:pt x="59435" y="609683"/>
                </a:lnTo>
                <a:lnTo>
                  <a:pt x="60585" y="609737"/>
                </a:lnTo>
                <a:lnTo>
                  <a:pt x="61755" y="609770"/>
                </a:lnTo>
                <a:lnTo>
                  <a:pt x="62946" y="609781"/>
                </a:lnTo>
                <a:lnTo>
                  <a:pt x="63440" y="609778"/>
                </a:lnTo>
                <a:lnTo>
                  <a:pt x="63934" y="609772"/>
                </a:lnTo>
                <a:lnTo>
                  <a:pt x="64428" y="609761"/>
                </a:lnTo>
                <a:lnTo>
                  <a:pt x="64922" y="609745"/>
                </a:lnTo>
                <a:lnTo>
                  <a:pt x="65416" y="609725"/>
                </a:lnTo>
                <a:lnTo>
                  <a:pt x="65909" y="609701"/>
                </a:lnTo>
                <a:close/>
                <a:moveTo>
                  <a:pt x="524030" y="555193"/>
                </a:moveTo>
                <a:lnTo>
                  <a:pt x="524070" y="554777"/>
                </a:lnTo>
                <a:lnTo>
                  <a:pt x="524116" y="554362"/>
                </a:lnTo>
                <a:lnTo>
                  <a:pt x="524168" y="553949"/>
                </a:lnTo>
                <a:lnTo>
                  <a:pt x="524226" y="553538"/>
                </a:lnTo>
                <a:lnTo>
                  <a:pt x="524290" y="553128"/>
                </a:lnTo>
                <a:lnTo>
                  <a:pt x="524360" y="552721"/>
                </a:lnTo>
                <a:lnTo>
                  <a:pt x="524437" y="552314"/>
                </a:lnTo>
                <a:lnTo>
                  <a:pt x="524519" y="551910"/>
                </a:lnTo>
                <a:lnTo>
                  <a:pt x="524608" y="551507"/>
                </a:lnTo>
                <a:lnTo>
                  <a:pt x="524703" y="551106"/>
                </a:lnTo>
                <a:lnTo>
                  <a:pt x="524804" y="550706"/>
                </a:lnTo>
                <a:lnTo>
                  <a:pt x="524911" y="550308"/>
                </a:lnTo>
                <a:lnTo>
                  <a:pt x="525024" y="549912"/>
                </a:lnTo>
                <a:lnTo>
                  <a:pt x="525143" y="549517"/>
                </a:lnTo>
                <a:lnTo>
                  <a:pt x="525269" y="549124"/>
                </a:lnTo>
                <a:lnTo>
                  <a:pt x="525400" y="548733"/>
                </a:lnTo>
                <a:lnTo>
                  <a:pt x="525538" y="548343"/>
                </a:lnTo>
                <a:lnTo>
                  <a:pt x="525682" y="547956"/>
                </a:lnTo>
                <a:lnTo>
                  <a:pt x="525832" y="547571"/>
                </a:lnTo>
                <a:lnTo>
                  <a:pt x="525988" y="547193"/>
                </a:lnTo>
                <a:lnTo>
                  <a:pt x="526150" y="546819"/>
                </a:lnTo>
                <a:lnTo>
                  <a:pt x="526318" y="546452"/>
                </a:lnTo>
                <a:lnTo>
                  <a:pt x="526492" y="546090"/>
                </a:lnTo>
                <a:lnTo>
                  <a:pt x="526673" y="545733"/>
                </a:lnTo>
                <a:lnTo>
                  <a:pt x="526859" y="545382"/>
                </a:lnTo>
                <a:lnTo>
                  <a:pt x="527052" y="545037"/>
                </a:lnTo>
                <a:lnTo>
                  <a:pt x="527251" y="544697"/>
                </a:lnTo>
                <a:lnTo>
                  <a:pt x="527456" y="544363"/>
                </a:lnTo>
                <a:lnTo>
                  <a:pt x="527667" y="544034"/>
                </a:lnTo>
                <a:lnTo>
                  <a:pt x="527884" y="543711"/>
                </a:lnTo>
                <a:lnTo>
                  <a:pt x="528107" y="543393"/>
                </a:lnTo>
                <a:lnTo>
                  <a:pt x="528337" y="543081"/>
                </a:lnTo>
                <a:lnTo>
                  <a:pt x="528572" y="542775"/>
                </a:lnTo>
                <a:lnTo>
                  <a:pt x="528814" y="542474"/>
                </a:lnTo>
                <a:lnTo>
                  <a:pt x="529062" y="542179"/>
                </a:lnTo>
                <a:lnTo>
                  <a:pt x="529316" y="541889"/>
                </a:lnTo>
                <a:lnTo>
                  <a:pt x="529576" y="541605"/>
                </a:lnTo>
                <a:lnTo>
                  <a:pt x="529842" y="541326"/>
                </a:lnTo>
                <a:lnTo>
                  <a:pt x="530114" y="541053"/>
                </a:lnTo>
                <a:lnTo>
                  <a:pt x="530392" y="540786"/>
                </a:lnTo>
                <a:lnTo>
                  <a:pt x="530677" y="540524"/>
                </a:lnTo>
                <a:lnTo>
                  <a:pt x="530967" y="540267"/>
                </a:lnTo>
                <a:lnTo>
                  <a:pt x="531277" y="540019"/>
                </a:lnTo>
                <a:lnTo>
                  <a:pt x="531592" y="539781"/>
                </a:lnTo>
                <a:lnTo>
                  <a:pt x="531913" y="539554"/>
                </a:lnTo>
                <a:lnTo>
                  <a:pt x="532240" y="539338"/>
                </a:lnTo>
                <a:lnTo>
                  <a:pt x="532572" y="539131"/>
                </a:lnTo>
                <a:lnTo>
                  <a:pt x="532909" y="538936"/>
                </a:lnTo>
                <a:lnTo>
                  <a:pt x="533253" y="538751"/>
                </a:lnTo>
                <a:lnTo>
                  <a:pt x="533601" y="538577"/>
                </a:lnTo>
                <a:lnTo>
                  <a:pt x="533955" y="538413"/>
                </a:lnTo>
                <a:lnTo>
                  <a:pt x="534315" y="538260"/>
                </a:lnTo>
                <a:lnTo>
                  <a:pt x="534681" y="538117"/>
                </a:lnTo>
                <a:lnTo>
                  <a:pt x="535052" y="537985"/>
                </a:lnTo>
                <a:lnTo>
                  <a:pt x="535428" y="537863"/>
                </a:lnTo>
                <a:lnTo>
                  <a:pt x="535810" y="537753"/>
                </a:lnTo>
                <a:lnTo>
                  <a:pt x="536198" y="537652"/>
                </a:lnTo>
                <a:lnTo>
                  <a:pt x="536591" y="537562"/>
                </a:lnTo>
                <a:lnTo>
                  <a:pt x="536990" y="537483"/>
                </a:lnTo>
                <a:lnTo>
                  <a:pt x="537394" y="537414"/>
                </a:lnTo>
                <a:lnTo>
                  <a:pt x="537804" y="537356"/>
                </a:lnTo>
                <a:lnTo>
                  <a:pt x="538219" y="537309"/>
                </a:lnTo>
                <a:lnTo>
                  <a:pt x="538640" y="537272"/>
                </a:lnTo>
                <a:lnTo>
                  <a:pt x="539067" y="537245"/>
                </a:lnTo>
                <a:lnTo>
                  <a:pt x="539499" y="537229"/>
                </a:lnTo>
                <a:lnTo>
                  <a:pt x="539937" y="537224"/>
                </a:lnTo>
                <a:lnTo>
                  <a:pt x="540387" y="537228"/>
                </a:lnTo>
                <a:lnTo>
                  <a:pt x="540830" y="537241"/>
                </a:lnTo>
                <a:lnTo>
                  <a:pt x="541266" y="537262"/>
                </a:lnTo>
                <a:lnTo>
                  <a:pt x="541694" y="537291"/>
                </a:lnTo>
                <a:lnTo>
                  <a:pt x="542115" y="537328"/>
                </a:lnTo>
                <a:lnTo>
                  <a:pt x="542530" y="537374"/>
                </a:lnTo>
                <a:lnTo>
                  <a:pt x="542936" y="537429"/>
                </a:lnTo>
                <a:lnTo>
                  <a:pt x="543336" y="537491"/>
                </a:lnTo>
                <a:lnTo>
                  <a:pt x="543728" y="537562"/>
                </a:lnTo>
                <a:lnTo>
                  <a:pt x="544113" y="537641"/>
                </a:lnTo>
                <a:lnTo>
                  <a:pt x="544491" y="537729"/>
                </a:lnTo>
                <a:lnTo>
                  <a:pt x="544862" y="537825"/>
                </a:lnTo>
                <a:lnTo>
                  <a:pt x="545225" y="537929"/>
                </a:lnTo>
                <a:lnTo>
                  <a:pt x="545582" y="538042"/>
                </a:lnTo>
                <a:lnTo>
                  <a:pt x="545931" y="538163"/>
                </a:lnTo>
                <a:lnTo>
                  <a:pt x="546272" y="538292"/>
                </a:lnTo>
                <a:lnTo>
                  <a:pt x="546607" y="538430"/>
                </a:lnTo>
                <a:lnTo>
                  <a:pt x="546934" y="538576"/>
                </a:lnTo>
                <a:lnTo>
                  <a:pt x="547254" y="538730"/>
                </a:lnTo>
                <a:lnTo>
                  <a:pt x="547567" y="538893"/>
                </a:lnTo>
                <a:lnTo>
                  <a:pt x="547873" y="539064"/>
                </a:lnTo>
                <a:lnTo>
                  <a:pt x="548171" y="539243"/>
                </a:lnTo>
                <a:lnTo>
                  <a:pt x="548462" y="539431"/>
                </a:lnTo>
                <a:lnTo>
                  <a:pt x="548746" y="539627"/>
                </a:lnTo>
                <a:lnTo>
                  <a:pt x="549036" y="539816"/>
                </a:lnTo>
                <a:lnTo>
                  <a:pt x="549320" y="540010"/>
                </a:lnTo>
                <a:lnTo>
                  <a:pt x="549597" y="540210"/>
                </a:lnTo>
                <a:lnTo>
                  <a:pt x="549867" y="540414"/>
                </a:lnTo>
                <a:lnTo>
                  <a:pt x="550131" y="540624"/>
                </a:lnTo>
                <a:lnTo>
                  <a:pt x="550388" y="540838"/>
                </a:lnTo>
                <a:lnTo>
                  <a:pt x="550638" y="541057"/>
                </a:lnTo>
                <a:lnTo>
                  <a:pt x="550882" y="541282"/>
                </a:lnTo>
                <a:lnTo>
                  <a:pt x="551119" y="541511"/>
                </a:lnTo>
                <a:lnTo>
                  <a:pt x="551349" y="541746"/>
                </a:lnTo>
                <a:lnTo>
                  <a:pt x="551572" y="541985"/>
                </a:lnTo>
                <a:lnTo>
                  <a:pt x="551789" y="542229"/>
                </a:lnTo>
                <a:lnTo>
                  <a:pt x="552000" y="542479"/>
                </a:lnTo>
                <a:lnTo>
                  <a:pt x="552203" y="542733"/>
                </a:lnTo>
                <a:lnTo>
                  <a:pt x="552400" y="542993"/>
                </a:lnTo>
                <a:lnTo>
                  <a:pt x="552590" y="543257"/>
                </a:lnTo>
                <a:lnTo>
                  <a:pt x="552774" y="543527"/>
                </a:lnTo>
                <a:lnTo>
                  <a:pt x="552951" y="543801"/>
                </a:lnTo>
                <a:lnTo>
                  <a:pt x="553121" y="544081"/>
                </a:lnTo>
                <a:lnTo>
                  <a:pt x="553284" y="544365"/>
                </a:lnTo>
                <a:lnTo>
                  <a:pt x="553441" y="544655"/>
                </a:lnTo>
                <a:lnTo>
                  <a:pt x="553591" y="544949"/>
                </a:lnTo>
                <a:lnTo>
                  <a:pt x="553735" y="545248"/>
                </a:lnTo>
                <a:lnTo>
                  <a:pt x="553871" y="545553"/>
                </a:lnTo>
                <a:lnTo>
                  <a:pt x="554015" y="545861"/>
                </a:lnTo>
                <a:lnTo>
                  <a:pt x="554153" y="546171"/>
                </a:lnTo>
                <a:lnTo>
                  <a:pt x="554284" y="546484"/>
                </a:lnTo>
                <a:lnTo>
                  <a:pt x="554410" y="546799"/>
                </a:lnTo>
                <a:lnTo>
                  <a:pt x="554529" y="547116"/>
                </a:lnTo>
                <a:lnTo>
                  <a:pt x="554642" y="547435"/>
                </a:lnTo>
                <a:lnTo>
                  <a:pt x="554749" y="547756"/>
                </a:lnTo>
                <a:lnTo>
                  <a:pt x="554850" y="548080"/>
                </a:lnTo>
                <a:lnTo>
                  <a:pt x="554945" y="548406"/>
                </a:lnTo>
                <a:lnTo>
                  <a:pt x="555034" y="548734"/>
                </a:lnTo>
                <a:lnTo>
                  <a:pt x="555116" y="549064"/>
                </a:lnTo>
                <a:lnTo>
                  <a:pt x="555193" y="549397"/>
                </a:lnTo>
                <a:lnTo>
                  <a:pt x="555263" y="549732"/>
                </a:lnTo>
                <a:lnTo>
                  <a:pt x="555327" y="550069"/>
                </a:lnTo>
                <a:lnTo>
                  <a:pt x="555386" y="550408"/>
                </a:lnTo>
                <a:lnTo>
                  <a:pt x="555438" y="550750"/>
                </a:lnTo>
                <a:lnTo>
                  <a:pt x="555483" y="551093"/>
                </a:lnTo>
                <a:lnTo>
                  <a:pt x="555523" y="551439"/>
                </a:lnTo>
                <a:lnTo>
                  <a:pt x="555557" y="551787"/>
                </a:lnTo>
                <a:lnTo>
                  <a:pt x="555584" y="552138"/>
                </a:lnTo>
                <a:lnTo>
                  <a:pt x="555606" y="552490"/>
                </a:lnTo>
                <a:lnTo>
                  <a:pt x="555621" y="552845"/>
                </a:lnTo>
                <a:lnTo>
                  <a:pt x="555630" y="553202"/>
                </a:lnTo>
                <a:lnTo>
                  <a:pt x="555633" y="553561"/>
                </a:lnTo>
                <a:lnTo>
                  <a:pt x="555633" y="556925"/>
                </a:lnTo>
                <a:lnTo>
                  <a:pt x="569248" y="556925"/>
                </a:lnTo>
                <a:lnTo>
                  <a:pt x="569274" y="556753"/>
                </a:lnTo>
                <a:lnTo>
                  <a:pt x="569299" y="556582"/>
                </a:lnTo>
                <a:lnTo>
                  <a:pt x="569323" y="556414"/>
                </a:lnTo>
                <a:lnTo>
                  <a:pt x="569346" y="556249"/>
                </a:lnTo>
                <a:lnTo>
                  <a:pt x="569367" y="556085"/>
                </a:lnTo>
                <a:lnTo>
                  <a:pt x="569388" y="555924"/>
                </a:lnTo>
                <a:lnTo>
                  <a:pt x="569407" y="555765"/>
                </a:lnTo>
                <a:lnTo>
                  <a:pt x="569426" y="555608"/>
                </a:lnTo>
                <a:lnTo>
                  <a:pt x="569443" y="555453"/>
                </a:lnTo>
                <a:lnTo>
                  <a:pt x="569459" y="555301"/>
                </a:lnTo>
                <a:lnTo>
                  <a:pt x="569474" y="555151"/>
                </a:lnTo>
                <a:lnTo>
                  <a:pt x="569488" y="555003"/>
                </a:lnTo>
                <a:lnTo>
                  <a:pt x="569501" y="554857"/>
                </a:lnTo>
                <a:lnTo>
                  <a:pt x="569512" y="554714"/>
                </a:lnTo>
                <a:lnTo>
                  <a:pt x="569523" y="554572"/>
                </a:lnTo>
                <a:lnTo>
                  <a:pt x="569532" y="554433"/>
                </a:lnTo>
                <a:lnTo>
                  <a:pt x="569541" y="554297"/>
                </a:lnTo>
                <a:lnTo>
                  <a:pt x="569548" y="554162"/>
                </a:lnTo>
                <a:lnTo>
                  <a:pt x="569554" y="554030"/>
                </a:lnTo>
                <a:lnTo>
                  <a:pt x="569559" y="553900"/>
                </a:lnTo>
                <a:lnTo>
                  <a:pt x="569563" y="553772"/>
                </a:lnTo>
                <a:lnTo>
                  <a:pt x="569566" y="553646"/>
                </a:lnTo>
                <a:lnTo>
                  <a:pt x="569567" y="553523"/>
                </a:lnTo>
                <a:lnTo>
                  <a:pt x="569568" y="553401"/>
                </a:lnTo>
                <a:lnTo>
                  <a:pt x="569581" y="553268"/>
                </a:lnTo>
                <a:lnTo>
                  <a:pt x="569594" y="553133"/>
                </a:lnTo>
                <a:lnTo>
                  <a:pt x="569606" y="552998"/>
                </a:lnTo>
                <a:lnTo>
                  <a:pt x="569617" y="552863"/>
                </a:lnTo>
                <a:lnTo>
                  <a:pt x="569628" y="552727"/>
                </a:lnTo>
                <a:lnTo>
                  <a:pt x="569638" y="552590"/>
                </a:lnTo>
                <a:lnTo>
                  <a:pt x="569648" y="552453"/>
                </a:lnTo>
                <a:lnTo>
                  <a:pt x="569657" y="552316"/>
                </a:lnTo>
                <a:lnTo>
                  <a:pt x="569666" y="552177"/>
                </a:lnTo>
                <a:lnTo>
                  <a:pt x="569674" y="552039"/>
                </a:lnTo>
                <a:lnTo>
                  <a:pt x="569681" y="551899"/>
                </a:lnTo>
                <a:lnTo>
                  <a:pt x="569688" y="551760"/>
                </a:lnTo>
                <a:lnTo>
                  <a:pt x="569695" y="551619"/>
                </a:lnTo>
                <a:lnTo>
                  <a:pt x="569700" y="551478"/>
                </a:lnTo>
                <a:lnTo>
                  <a:pt x="569706" y="551337"/>
                </a:lnTo>
                <a:lnTo>
                  <a:pt x="569710" y="551194"/>
                </a:lnTo>
                <a:lnTo>
                  <a:pt x="569715" y="551052"/>
                </a:lnTo>
                <a:lnTo>
                  <a:pt x="569718" y="550909"/>
                </a:lnTo>
                <a:lnTo>
                  <a:pt x="569721" y="550765"/>
                </a:lnTo>
                <a:lnTo>
                  <a:pt x="569724" y="550621"/>
                </a:lnTo>
                <a:lnTo>
                  <a:pt x="569726" y="550476"/>
                </a:lnTo>
                <a:lnTo>
                  <a:pt x="569727" y="550330"/>
                </a:lnTo>
                <a:lnTo>
                  <a:pt x="569728" y="550184"/>
                </a:lnTo>
                <a:lnTo>
                  <a:pt x="569728" y="550038"/>
                </a:lnTo>
                <a:lnTo>
                  <a:pt x="569717" y="549124"/>
                </a:lnTo>
                <a:lnTo>
                  <a:pt x="569683" y="548224"/>
                </a:lnTo>
                <a:lnTo>
                  <a:pt x="569626" y="547337"/>
                </a:lnTo>
                <a:lnTo>
                  <a:pt x="569546" y="546465"/>
                </a:lnTo>
                <a:lnTo>
                  <a:pt x="569443" y="545607"/>
                </a:lnTo>
                <a:lnTo>
                  <a:pt x="569318" y="544762"/>
                </a:lnTo>
                <a:lnTo>
                  <a:pt x="569170" y="543932"/>
                </a:lnTo>
                <a:lnTo>
                  <a:pt x="568998" y="543115"/>
                </a:lnTo>
                <a:lnTo>
                  <a:pt x="568805" y="542312"/>
                </a:lnTo>
                <a:lnTo>
                  <a:pt x="568588" y="541523"/>
                </a:lnTo>
                <a:lnTo>
                  <a:pt x="568349" y="540748"/>
                </a:lnTo>
                <a:lnTo>
                  <a:pt x="568086" y="539987"/>
                </a:lnTo>
                <a:lnTo>
                  <a:pt x="567801" y="539240"/>
                </a:lnTo>
                <a:lnTo>
                  <a:pt x="567494" y="538507"/>
                </a:lnTo>
                <a:lnTo>
                  <a:pt x="567163" y="537787"/>
                </a:lnTo>
                <a:lnTo>
                  <a:pt x="566810" y="537082"/>
                </a:lnTo>
                <a:lnTo>
                  <a:pt x="566433" y="536390"/>
                </a:lnTo>
                <a:lnTo>
                  <a:pt x="566034" y="535713"/>
                </a:lnTo>
                <a:lnTo>
                  <a:pt x="565612" y="535049"/>
                </a:lnTo>
                <a:lnTo>
                  <a:pt x="565168" y="534399"/>
                </a:lnTo>
                <a:lnTo>
                  <a:pt x="564700" y="533763"/>
                </a:lnTo>
                <a:lnTo>
                  <a:pt x="564210" y="533141"/>
                </a:lnTo>
                <a:lnTo>
                  <a:pt x="563697" y="532533"/>
                </a:lnTo>
                <a:lnTo>
                  <a:pt x="563161" y="531939"/>
                </a:lnTo>
                <a:lnTo>
                  <a:pt x="562618" y="531351"/>
                </a:lnTo>
                <a:lnTo>
                  <a:pt x="562055" y="530787"/>
                </a:lnTo>
                <a:lnTo>
                  <a:pt x="561472" y="530249"/>
                </a:lnTo>
                <a:lnTo>
                  <a:pt x="560870" y="529736"/>
                </a:lnTo>
                <a:lnTo>
                  <a:pt x="560248" y="529248"/>
                </a:lnTo>
                <a:lnTo>
                  <a:pt x="559608" y="528785"/>
                </a:lnTo>
                <a:lnTo>
                  <a:pt x="558947" y="528347"/>
                </a:lnTo>
                <a:lnTo>
                  <a:pt x="558267" y="527934"/>
                </a:lnTo>
                <a:lnTo>
                  <a:pt x="557568" y="527546"/>
                </a:lnTo>
                <a:lnTo>
                  <a:pt x="556849" y="527184"/>
                </a:lnTo>
                <a:lnTo>
                  <a:pt x="556111" y="526846"/>
                </a:lnTo>
                <a:lnTo>
                  <a:pt x="555353" y="526533"/>
                </a:lnTo>
                <a:lnTo>
                  <a:pt x="554576" y="526245"/>
                </a:lnTo>
                <a:lnTo>
                  <a:pt x="553779" y="525982"/>
                </a:lnTo>
                <a:lnTo>
                  <a:pt x="552963" y="525745"/>
                </a:lnTo>
                <a:lnTo>
                  <a:pt x="552127" y="525532"/>
                </a:lnTo>
                <a:lnTo>
                  <a:pt x="551272" y="525344"/>
                </a:lnTo>
                <a:lnTo>
                  <a:pt x="550398" y="525182"/>
                </a:lnTo>
                <a:lnTo>
                  <a:pt x="549504" y="525044"/>
                </a:lnTo>
                <a:lnTo>
                  <a:pt x="548590" y="524931"/>
                </a:lnTo>
                <a:lnTo>
                  <a:pt x="547657" y="524844"/>
                </a:lnTo>
                <a:lnTo>
                  <a:pt x="546705" y="524781"/>
                </a:lnTo>
                <a:lnTo>
                  <a:pt x="545733" y="524744"/>
                </a:lnTo>
                <a:lnTo>
                  <a:pt x="544742" y="524731"/>
                </a:lnTo>
                <a:lnTo>
                  <a:pt x="544091" y="524737"/>
                </a:lnTo>
                <a:lnTo>
                  <a:pt x="543446" y="524757"/>
                </a:lnTo>
                <a:lnTo>
                  <a:pt x="542807" y="524789"/>
                </a:lnTo>
                <a:lnTo>
                  <a:pt x="542175" y="524833"/>
                </a:lnTo>
                <a:lnTo>
                  <a:pt x="541548" y="524891"/>
                </a:lnTo>
                <a:lnTo>
                  <a:pt x="540928" y="524961"/>
                </a:lnTo>
                <a:lnTo>
                  <a:pt x="540314" y="525044"/>
                </a:lnTo>
                <a:lnTo>
                  <a:pt x="539705" y="525140"/>
                </a:lnTo>
                <a:lnTo>
                  <a:pt x="539103" y="525249"/>
                </a:lnTo>
                <a:lnTo>
                  <a:pt x="538508" y="525371"/>
                </a:lnTo>
                <a:lnTo>
                  <a:pt x="537918" y="525505"/>
                </a:lnTo>
                <a:lnTo>
                  <a:pt x="537334" y="525652"/>
                </a:lnTo>
                <a:lnTo>
                  <a:pt x="536756" y="525812"/>
                </a:lnTo>
                <a:lnTo>
                  <a:pt x="536185" y="525985"/>
                </a:lnTo>
                <a:lnTo>
                  <a:pt x="535620" y="526170"/>
                </a:lnTo>
                <a:lnTo>
                  <a:pt x="535061" y="526368"/>
                </a:lnTo>
                <a:lnTo>
                  <a:pt x="534507" y="526579"/>
                </a:lnTo>
                <a:lnTo>
                  <a:pt x="533960" y="526803"/>
                </a:lnTo>
                <a:lnTo>
                  <a:pt x="533420" y="527040"/>
                </a:lnTo>
                <a:lnTo>
                  <a:pt x="532885" y="527289"/>
                </a:lnTo>
                <a:lnTo>
                  <a:pt x="532356" y="527552"/>
                </a:lnTo>
                <a:lnTo>
                  <a:pt x="531834" y="527827"/>
                </a:lnTo>
                <a:lnTo>
                  <a:pt x="531317" y="528114"/>
                </a:lnTo>
                <a:lnTo>
                  <a:pt x="530807" y="528415"/>
                </a:lnTo>
                <a:lnTo>
                  <a:pt x="530319" y="528714"/>
                </a:lnTo>
                <a:lnTo>
                  <a:pt x="529841" y="529022"/>
                </a:lnTo>
                <a:lnTo>
                  <a:pt x="529373" y="529341"/>
                </a:lnTo>
                <a:lnTo>
                  <a:pt x="528916" y="529670"/>
                </a:lnTo>
                <a:lnTo>
                  <a:pt x="528470" y="530008"/>
                </a:lnTo>
                <a:lnTo>
                  <a:pt x="528034" y="530357"/>
                </a:lnTo>
                <a:lnTo>
                  <a:pt x="527609" y="530716"/>
                </a:lnTo>
                <a:lnTo>
                  <a:pt x="527194" y="531084"/>
                </a:lnTo>
                <a:lnTo>
                  <a:pt x="526790" y="531463"/>
                </a:lnTo>
                <a:lnTo>
                  <a:pt x="526397" y="531852"/>
                </a:lnTo>
                <a:lnTo>
                  <a:pt x="526014" y="532251"/>
                </a:lnTo>
                <a:lnTo>
                  <a:pt x="525642" y="532659"/>
                </a:lnTo>
                <a:lnTo>
                  <a:pt x="525280" y="533078"/>
                </a:lnTo>
                <a:lnTo>
                  <a:pt x="524929" y="533507"/>
                </a:lnTo>
                <a:lnTo>
                  <a:pt x="524588" y="533946"/>
                </a:lnTo>
                <a:lnTo>
                  <a:pt x="524258" y="534395"/>
                </a:lnTo>
                <a:lnTo>
                  <a:pt x="523939" y="534853"/>
                </a:lnTo>
                <a:lnTo>
                  <a:pt x="523630" y="535322"/>
                </a:lnTo>
                <a:lnTo>
                  <a:pt x="523331" y="535801"/>
                </a:lnTo>
                <a:lnTo>
                  <a:pt x="523043" y="536290"/>
                </a:lnTo>
                <a:lnTo>
                  <a:pt x="522766" y="536789"/>
                </a:lnTo>
                <a:lnTo>
                  <a:pt x="522500" y="537298"/>
                </a:lnTo>
                <a:lnTo>
                  <a:pt x="522243" y="537816"/>
                </a:lnTo>
                <a:lnTo>
                  <a:pt x="521998" y="538345"/>
                </a:lnTo>
                <a:lnTo>
                  <a:pt x="521197" y="526333"/>
                </a:lnTo>
                <a:lnTo>
                  <a:pt x="487562" y="526333"/>
                </a:lnTo>
                <a:lnTo>
                  <a:pt x="487562" y="538826"/>
                </a:lnTo>
                <a:lnTo>
                  <a:pt x="508223" y="538826"/>
                </a:lnTo>
                <a:lnTo>
                  <a:pt x="508223" y="595846"/>
                </a:lnTo>
                <a:lnTo>
                  <a:pt x="486761" y="595846"/>
                </a:lnTo>
                <a:lnTo>
                  <a:pt x="486761" y="608179"/>
                </a:lnTo>
                <a:lnTo>
                  <a:pt x="508223" y="608179"/>
                </a:lnTo>
                <a:lnTo>
                  <a:pt x="523920" y="608179"/>
                </a:lnTo>
                <a:lnTo>
                  <a:pt x="560599" y="608179"/>
                </a:lnTo>
                <a:lnTo>
                  <a:pt x="560599" y="595846"/>
                </a:lnTo>
                <a:lnTo>
                  <a:pt x="523920" y="595846"/>
                </a:lnTo>
                <a:lnTo>
                  <a:pt x="523920" y="557726"/>
                </a:lnTo>
                <a:lnTo>
                  <a:pt x="523923" y="557300"/>
                </a:lnTo>
                <a:lnTo>
                  <a:pt x="523932" y="556875"/>
                </a:lnTo>
                <a:lnTo>
                  <a:pt x="523947" y="556452"/>
                </a:lnTo>
                <a:lnTo>
                  <a:pt x="523969" y="556031"/>
                </a:lnTo>
                <a:lnTo>
                  <a:pt x="523996" y="555611"/>
                </a:lnTo>
                <a:lnTo>
                  <a:pt x="524030" y="555193"/>
                </a:lnTo>
                <a:close/>
                <a:moveTo>
                  <a:pt x="636776" y="526333"/>
                </a:moveTo>
                <a:lnTo>
                  <a:pt x="591449" y="526333"/>
                </a:lnTo>
                <a:lnTo>
                  <a:pt x="591449" y="538826"/>
                </a:lnTo>
                <a:lnTo>
                  <a:pt x="620760" y="538826"/>
                </a:lnTo>
                <a:lnTo>
                  <a:pt x="620760" y="595846"/>
                </a:lnTo>
                <a:lnTo>
                  <a:pt x="591449" y="595846"/>
                </a:lnTo>
                <a:lnTo>
                  <a:pt x="591449" y="608179"/>
                </a:lnTo>
                <a:lnTo>
                  <a:pt x="620760" y="608179"/>
                </a:lnTo>
                <a:lnTo>
                  <a:pt x="636776" y="608179"/>
                </a:lnTo>
                <a:lnTo>
                  <a:pt x="664486" y="608179"/>
                </a:lnTo>
                <a:lnTo>
                  <a:pt x="664486" y="595846"/>
                </a:lnTo>
                <a:lnTo>
                  <a:pt x="636776" y="595846"/>
                </a:lnTo>
                <a:lnTo>
                  <a:pt x="636776" y="526333"/>
                </a:lnTo>
                <a:close/>
                <a:moveTo>
                  <a:pt x="149805" y="609460"/>
                </a:moveTo>
                <a:lnTo>
                  <a:pt x="150717" y="609345"/>
                </a:lnTo>
                <a:lnTo>
                  <a:pt x="151617" y="609211"/>
                </a:lnTo>
                <a:lnTo>
                  <a:pt x="152506" y="609060"/>
                </a:lnTo>
                <a:lnTo>
                  <a:pt x="153383" y="608891"/>
                </a:lnTo>
                <a:lnTo>
                  <a:pt x="154248" y="608704"/>
                </a:lnTo>
                <a:lnTo>
                  <a:pt x="155101" y="608499"/>
                </a:lnTo>
                <a:lnTo>
                  <a:pt x="155943" y="608277"/>
                </a:lnTo>
                <a:lnTo>
                  <a:pt x="156773" y="608037"/>
                </a:lnTo>
                <a:lnTo>
                  <a:pt x="157591" y="607779"/>
                </a:lnTo>
                <a:lnTo>
                  <a:pt x="158398" y="607503"/>
                </a:lnTo>
                <a:lnTo>
                  <a:pt x="159193" y="607209"/>
                </a:lnTo>
                <a:lnTo>
                  <a:pt x="159976" y="606898"/>
                </a:lnTo>
                <a:lnTo>
                  <a:pt x="160748" y="606568"/>
                </a:lnTo>
                <a:lnTo>
                  <a:pt x="161508" y="606221"/>
                </a:lnTo>
                <a:lnTo>
                  <a:pt x="162256" y="605857"/>
                </a:lnTo>
                <a:lnTo>
                  <a:pt x="162993" y="605474"/>
                </a:lnTo>
                <a:lnTo>
                  <a:pt x="163718" y="605074"/>
                </a:lnTo>
                <a:lnTo>
                  <a:pt x="164431" y="604655"/>
                </a:lnTo>
                <a:lnTo>
                  <a:pt x="165131" y="604208"/>
                </a:lnTo>
                <a:lnTo>
                  <a:pt x="165818" y="603747"/>
                </a:lnTo>
                <a:lnTo>
                  <a:pt x="166491" y="603271"/>
                </a:lnTo>
                <a:lnTo>
                  <a:pt x="167149" y="602782"/>
                </a:lnTo>
                <a:lnTo>
                  <a:pt x="167794" y="602279"/>
                </a:lnTo>
                <a:lnTo>
                  <a:pt x="168425" y="601762"/>
                </a:lnTo>
                <a:lnTo>
                  <a:pt x="169042" y="601231"/>
                </a:lnTo>
                <a:lnTo>
                  <a:pt x="169645" y="600687"/>
                </a:lnTo>
                <a:lnTo>
                  <a:pt x="170234" y="600128"/>
                </a:lnTo>
                <a:lnTo>
                  <a:pt x="170810" y="599555"/>
                </a:lnTo>
                <a:lnTo>
                  <a:pt x="171371" y="598969"/>
                </a:lnTo>
                <a:lnTo>
                  <a:pt x="171919" y="598369"/>
                </a:lnTo>
                <a:lnTo>
                  <a:pt x="172452" y="597754"/>
                </a:lnTo>
                <a:lnTo>
                  <a:pt x="172972" y="597126"/>
                </a:lnTo>
                <a:lnTo>
                  <a:pt x="173478" y="596484"/>
                </a:lnTo>
                <a:lnTo>
                  <a:pt x="173970" y="595828"/>
                </a:lnTo>
                <a:lnTo>
                  <a:pt x="174448" y="595158"/>
                </a:lnTo>
                <a:lnTo>
                  <a:pt x="174912" y="594475"/>
                </a:lnTo>
                <a:lnTo>
                  <a:pt x="175362" y="593777"/>
                </a:lnTo>
                <a:lnTo>
                  <a:pt x="175798" y="593065"/>
                </a:lnTo>
                <a:lnTo>
                  <a:pt x="176221" y="592340"/>
                </a:lnTo>
                <a:lnTo>
                  <a:pt x="176629" y="591600"/>
                </a:lnTo>
                <a:lnTo>
                  <a:pt x="177024" y="590847"/>
                </a:lnTo>
                <a:lnTo>
                  <a:pt x="177405" y="590080"/>
                </a:lnTo>
                <a:lnTo>
                  <a:pt x="177770" y="589301"/>
                </a:lnTo>
                <a:lnTo>
                  <a:pt x="178121" y="588512"/>
                </a:lnTo>
                <a:lnTo>
                  <a:pt x="178456" y="587712"/>
                </a:lnTo>
                <a:lnTo>
                  <a:pt x="178775" y="586903"/>
                </a:lnTo>
                <a:lnTo>
                  <a:pt x="179079" y="586084"/>
                </a:lnTo>
                <a:lnTo>
                  <a:pt x="179367" y="585255"/>
                </a:lnTo>
                <a:lnTo>
                  <a:pt x="179639" y="584416"/>
                </a:lnTo>
                <a:lnTo>
                  <a:pt x="179896" y="583566"/>
                </a:lnTo>
                <a:lnTo>
                  <a:pt x="180137" y="582707"/>
                </a:lnTo>
                <a:lnTo>
                  <a:pt x="180363" y="581838"/>
                </a:lnTo>
                <a:lnTo>
                  <a:pt x="180573" y="580959"/>
                </a:lnTo>
                <a:lnTo>
                  <a:pt x="180768" y="580069"/>
                </a:lnTo>
                <a:lnTo>
                  <a:pt x="180947" y="579170"/>
                </a:lnTo>
                <a:lnTo>
                  <a:pt x="181111" y="578261"/>
                </a:lnTo>
                <a:lnTo>
                  <a:pt x="181259" y="577341"/>
                </a:lnTo>
                <a:lnTo>
                  <a:pt x="181391" y="576412"/>
                </a:lnTo>
                <a:lnTo>
                  <a:pt x="181508" y="575473"/>
                </a:lnTo>
                <a:lnTo>
                  <a:pt x="181609" y="574524"/>
                </a:lnTo>
                <a:lnTo>
                  <a:pt x="181695" y="573564"/>
                </a:lnTo>
                <a:lnTo>
                  <a:pt x="181765" y="572595"/>
                </a:lnTo>
                <a:lnTo>
                  <a:pt x="181819" y="571615"/>
                </a:lnTo>
                <a:lnTo>
                  <a:pt x="181858" y="570626"/>
                </a:lnTo>
                <a:lnTo>
                  <a:pt x="181881" y="569627"/>
                </a:lnTo>
                <a:lnTo>
                  <a:pt x="181889" y="568617"/>
                </a:lnTo>
                <a:lnTo>
                  <a:pt x="181889" y="565894"/>
                </a:lnTo>
                <a:lnTo>
                  <a:pt x="181881" y="564898"/>
                </a:lnTo>
                <a:lnTo>
                  <a:pt x="181858" y="563911"/>
                </a:lnTo>
                <a:lnTo>
                  <a:pt x="181819" y="562934"/>
                </a:lnTo>
                <a:lnTo>
                  <a:pt x="181765" y="561966"/>
                </a:lnTo>
                <a:lnTo>
                  <a:pt x="181695" y="561007"/>
                </a:lnTo>
                <a:lnTo>
                  <a:pt x="181609" y="560058"/>
                </a:lnTo>
                <a:lnTo>
                  <a:pt x="181508" y="559119"/>
                </a:lnTo>
                <a:lnTo>
                  <a:pt x="181391" y="558189"/>
                </a:lnTo>
                <a:lnTo>
                  <a:pt x="181259" y="557268"/>
                </a:lnTo>
                <a:lnTo>
                  <a:pt x="181111" y="556357"/>
                </a:lnTo>
                <a:lnTo>
                  <a:pt x="180947" y="555455"/>
                </a:lnTo>
                <a:lnTo>
                  <a:pt x="180768" y="554562"/>
                </a:lnTo>
                <a:lnTo>
                  <a:pt x="180573" y="553680"/>
                </a:lnTo>
                <a:lnTo>
                  <a:pt x="180363" y="552806"/>
                </a:lnTo>
                <a:lnTo>
                  <a:pt x="180137" y="551942"/>
                </a:lnTo>
                <a:lnTo>
                  <a:pt x="179896" y="551088"/>
                </a:lnTo>
                <a:lnTo>
                  <a:pt x="179639" y="550243"/>
                </a:lnTo>
                <a:lnTo>
                  <a:pt x="179367" y="549407"/>
                </a:lnTo>
                <a:lnTo>
                  <a:pt x="179079" y="548581"/>
                </a:lnTo>
                <a:lnTo>
                  <a:pt x="178775" y="547764"/>
                </a:lnTo>
                <a:lnTo>
                  <a:pt x="178456" y="546957"/>
                </a:lnTo>
                <a:lnTo>
                  <a:pt x="178121" y="546159"/>
                </a:lnTo>
                <a:lnTo>
                  <a:pt x="177770" y="545371"/>
                </a:lnTo>
                <a:lnTo>
                  <a:pt x="177405" y="544592"/>
                </a:lnTo>
                <a:lnTo>
                  <a:pt x="177024" y="543825"/>
                </a:lnTo>
                <a:lnTo>
                  <a:pt x="176629" y="543071"/>
                </a:lnTo>
                <a:lnTo>
                  <a:pt x="176221" y="542332"/>
                </a:lnTo>
                <a:lnTo>
                  <a:pt x="175798" y="541607"/>
                </a:lnTo>
                <a:lnTo>
                  <a:pt x="175362" y="540895"/>
                </a:lnTo>
                <a:lnTo>
                  <a:pt x="174912" y="540197"/>
                </a:lnTo>
                <a:lnTo>
                  <a:pt x="174448" y="539514"/>
                </a:lnTo>
                <a:lnTo>
                  <a:pt x="173970" y="538844"/>
                </a:lnTo>
                <a:lnTo>
                  <a:pt x="173478" y="538188"/>
                </a:lnTo>
                <a:lnTo>
                  <a:pt x="172972" y="537546"/>
                </a:lnTo>
                <a:lnTo>
                  <a:pt x="172452" y="536917"/>
                </a:lnTo>
                <a:lnTo>
                  <a:pt x="171919" y="536303"/>
                </a:lnTo>
                <a:lnTo>
                  <a:pt x="171371" y="535703"/>
                </a:lnTo>
                <a:lnTo>
                  <a:pt x="170810" y="535116"/>
                </a:lnTo>
                <a:lnTo>
                  <a:pt x="170234" y="534544"/>
                </a:lnTo>
                <a:lnTo>
                  <a:pt x="169645" y="533985"/>
                </a:lnTo>
                <a:lnTo>
                  <a:pt x="169042" y="533440"/>
                </a:lnTo>
                <a:lnTo>
                  <a:pt x="168425" y="532910"/>
                </a:lnTo>
                <a:lnTo>
                  <a:pt x="167794" y="532393"/>
                </a:lnTo>
                <a:lnTo>
                  <a:pt x="167149" y="531890"/>
                </a:lnTo>
                <a:lnTo>
                  <a:pt x="166491" y="531401"/>
                </a:lnTo>
                <a:lnTo>
                  <a:pt x="165818" y="530925"/>
                </a:lnTo>
                <a:lnTo>
                  <a:pt x="165131" y="530464"/>
                </a:lnTo>
                <a:lnTo>
                  <a:pt x="164431" y="530017"/>
                </a:lnTo>
                <a:lnTo>
                  <a:pt x="163717" y="529585"/>
                </a:lnTo>
                <a:lnTo>
                  <a:pt x="162992" y="529172"/>
                </a:lnTo>
                <a:lnTo>
                  <a:pt x="162254" y="528778"/>
                </a:lnTo>
                <a:lnTo>
                  <a:pt x="161503" y="528402"/>
                </a:lnTo>
                <a:lnTo>
                  <a:pt x="160741" y="528044"/>
                </a:lnTo>
                <a:lnTo>
                  <a:pt x="159966" y="527704"/>
                </a:lnTo>
                <a:lnTo>
                  <a:pt x="159179" y="527383"/>
                </a:lnTo>
                <a:lnTo>
                  <a:pt x="158380" y="527080"/>
                </a:lnTo>
                <a:lnTo>
                  <a:pt x="157569" y="526796"/>
                </a:lnTo>
                <a:lnTo>
                  <a:pt x="156745" y="526530"/>
                </a:lnTo>
                <a:lnTo>
                  <a:pt x="155909" y="526282"/>
                </a:lnTo>
                <a:lnTo>
                  <a:pt x="155061" y="526052"/>
                </a:lnTo>
                <a:lnTo>
                  <a:pt x="154201" y="525841"/>
                </a:lnTo>
                <a:lnTo>
                  <a:pt x="153328" y="525649"/>
                </a:lnTo>
                <a:lnTo>
                  <a:pt x="152443" y="525474"/>
                </a:lnTo>
                <a:lnTo>
                  <a:pt x="151546" y="525318"/>
                </a:lnTo>
                <a:lnTo>
                  <a:pt x="150637" y="525181"/>
                </a:lnTo>
                <a:lnTo>
                  <a:pt x="149715" y="525061"/>
                </a:lnTo>
                <a:lnTo>
                  <a:pt x="148782" y="524960"/>
                </a:lnTo>
                <a:lnTo>
                  <a:pt x="147836" y="524878"/>
                </a:lnTo>
                <a:lnTo>
                  <a:pt x="146877" y="524814"/>
                </a:lnTo>
                <a:lnTo>
                  <a:pt x="145907" y="524768"/>
                </a:lnTo>
                <a:lnTo>
                  <a:pt x="144924" y="524740"/>
                </a:lnTo>
                <a:lnTo>
                  <a:pt x="143929" y="524731"/>
                </a:lnTo>
                <a:lnTo>
                  <a:pt x="142960" y="524740"/>
                </a:lnTo>
                <a:lnTo>
                  <a:pt x="142003" y="524768"/>
                </a:lnTo>
                <a:lnTo>
                  <a:pt x="141056" y="524814"/>
                </a:lnTo>
                <a:lnTo>
                  <a:pt x="140121" y="524878"/>
                </a:lnTo>
                <a:lnTo>
                  <a:pt x="139196" y="524960"/>
                </a:lnTo>
                <a:lnTo>
                  <a:pt x="138283" y="525061"/>
                </a:lnTo>
                <a:lnTo>
                  <a:pt x="137381" y="525181"/>
                </a:lnTo>
                <a:lnTo>
                  <a:pt x="136490" y="525318"/>
                </a:lnTo>
                <a:lnTo>
                  <a:pt x="135610" y="525474"/>
                </a:lnTo>
                <a:lnTo>
                  <a:pt x="134742" y="525649"/>
                </a:lnTo>
                <a:lnTo>
                  <a:pt x="133884" y="525841"/>
                </a:lnTo>
                <a:lnTo>
                  <a:pt x="133038" y="526052"/>
                </a:lnTo>
                <a:lnTo>
                  <a:pt x="132202" y="526282"/>
                </a:lnTo>
                <a:lnTo>
                  <a:pt x="131378" y="526530"/>
                </a:lnTo>
                <a:lnTo>
                  <a:pt x="130565" y="526796"/>
                </a:lnTo>
                <a:lnTo>
                  <a:pt x="129763" y="527080"/>
                </a:lnTo>
                <a:lnTo>
                  <a:pt x="128972" y="527383"/>
                </a:lnTo>
                <a:lnTo>
                  <a:pt x="128193" y="527704"/>
                </a:lnTo>
                <a:lnTo>
                  <a:pt x="127424" y="528044"/>
                </a:lnTo>
                <a:lnTo>
                  <a:pt x="126667" y="528402"/>
                </a:lnTo>
                <a:lnTo>
                  <a:pt x="125920" y="528778"/>
                </a:lnTo>
                <a:lnTo>
                  <a:pt x="125185" y="529172"/>
                </a:lnTo>
                <a:lnTo>
                  <a:pt x="124461" y="529585"/>
                </a:lnTo>
                <a:lnTo>
                  <a:pt x="123748" y="530017"/>
                </a:lnTo>
                <a:lnTo>
                  <a:pt x="123048" y="530451"/>
                </a:lnTo>
                <a:lnTo>
                  <a:pt x="122361" y="530900"/>
                </a:lnTo>
                <a:lnTo>
                  <a:pt x="121688" y="531363"/>
                </a:lnTo>
                <a:lnTo>
                  <a:pt x="121030" y="531841"/>
                </a:lnTo>
                <a:lnTo>
                  <a:pt x="120385" y="532333"/>
                </a:lnTo>
                <a:lnTo>
                  <a:pt x="119754" y="532840"/>
                </a:lnTo>
                <a:lnTo>
                  <a:pt x="119137" y="533361"/>
                </a:lnTo>
                <a:lnTo>
                  <a:pt x="118534" y="533896"/>
                </a:lnTo>
                <a:lnTo>
                  <a:pt x="117944" y="534446"/>
                </a:lnTo>
                <a:lnTo>
                  <a:pt x="117369" y="535011"/>
                </a:lnTo>
                <a:lnTo>
                  <a:pt x="116808" y="535590"/>
                </a:lnTo>
                <a:lnTo>
                  <a:pt x="116260" y="536183"/>
                </a:lnTo>
                <a:lnTo>
                  <a:pt x="115726" y="536791"/>
                </a:lnTo>
                <a:lnTo>
                  <a:pt x="115207" y="537413"/>
                </a:lnTo>
                <a:lnTo>
                  <a:pt x="114701" y="538050"/>
                </a:lnTo>
                <a:lnTo>
                  <a:pt x="114209" y="538701"/>
                </a:lnTo>
                <a:lnTo>
                  <a:pt x="113731" y="539367"/>
                </a:lnTo>
                <a:lnTo>
                  <a:pt x="113267" y="540047"/>
                </a:lnTo>
                <a:lnTo>
                  <a:pt x="112817" y="540742"/>
                </a:lnTo>
                <a:lnTo>
                  <a:pt x="112380" y="541451"/>
                </a:lnTo>
                <a:lnTo>
                  <a:pt x="111958" y="542174"/>
                </a:lnTo>
                <a:lnTo>
                  <a:pt x="111550" y="542912"/>
                </a:lnTo>
                <a:lnTo>
                  <a:pt x="111155" y="543665"/>
                </a:lnTo>
                <a:lnTo>
                  <a:pt x="110774" y="544432"/>
                </a:lnTo>
                <a:lnTo>
                  <a:pt x="110408" y="545211"/>
                </a:lnTo>
                <a:lnTo>
                  <a:pt x="110058" y="546000"/>
                </a:lnTo>
                <a:lnTo>
                  <a:pt x="109723" y="546799"/>
                </a:lnTo>
                <a:lnTo>
                  <a:pt x="109404" y="547608"/>
                </a:lnTo>
                <a:lnTo>
                  <a:pt x="109100" y="548428"/>
                </a:lnTo>
                <a:lnTo>
                  <a:pt x="108812" y="549257"/>
                </a:lnTo>
                <a:lnTo>
                  <a:pt x="108540" y="550096"/>
                </a:lnTo>
                <a:lnTo>
                  <a:pt x="108283" y="550945"/>
                </a:lnTo>
                <a:lnTo>
                  <a:pt x="108041" y="551805"/>
                </a:lnTo>
                <a:lnTo>
                  <a:pt x="107816" y="552674"/>
                </a:lnTo>
                <a:lnTo>
                  <a:pt x="107605" y="553553"/>
                </a:lnTo>
                <a:lnTo>
                  <a:pt x="107411" y="554442"/>
                </a:lnTo>
                <a:lnTo>
                  <a:pt x="107232" y="555342"/>
                </a:lnTo>
                <a:lnTo>
                  <a:pt x="107068" y="556251"/>
                </a:lnTo>
                <a:lnTo>
                  <a:pt x="106920" y="557170"/>
                </a:lnTo>
                <a:lnTo>
                  <a:pt x="106788" y="558100"/>
                </a:lnTo>
                <a:lnTo>
                  <a:pt x="106671" y="559039"/>
                </a:lnTo>
                <a:lnTo>
                  <a:pt x="106570" y="559988"/>
                </a:lnTo>
                <a:lnTo>
                  <a:pt x="106484" y="560948"/>
                </a:lnTo>
                <a:lnTo>
                  <a:pt x="106414" y="561917"/>
                </a:lnTo>
                <a:lnTo>
                  <a:pt x="106360" y="562896"/>
                </a:lnTo>
                <a:lnTo>
                  <a:pt x="106321" y="563886"/>
                </a:lnTo>
                <a:lnTo>
                  <a:pt x="106297" y="564885"/>
                </a:lnTo>
                <a:lnTo>
                  <a:pt x="106290" y="565894"/>
                </a:lnTo>
                <a:lnTo>
                  <a:pt x="106290" y="568617"/>
                </a:lnTo>
                <a:lnTo>
                  <a:pt x="106297" y="569601"/>
                </a:lnTo>
                <a:lnTo>
                  <a:pt x="106321" y="570576"/>
                </a:lnTo>
                <a:lnTo>
                  <a:pt x="106360" y="571543"/>
                </a:lnTo>
                <a:lnTo>
                  <a:pt x="106414" y="572501"/>
                </a:lnTo>
                <a:lnTo>
                  <a:pt x="106484" y="573452"/>
                </a:lnTo>
                <a:lnTo>
                  <a:pt x="106570" y="574393"/>
                </a:lnTo>
                <a:lnTo>
                  <a:pt x="106671" y="575327"/>
                </a:lnTo>
                <a:lnTo>
                  <a:pt x="106788" y="576252"/>
                </a:lnTo>
                <a:lnTo>
                  <a:pt x="106920" y="577169"/>
                </a:lnTo>
                <a:lnTo>
                  <a:pt x="107068" y="578077"/>
                </a:lnTo>
                <a:lnTo>
                  <a:pt x="107232" y="578977"/>
                </a:lnTo>
                <a:lnTo>
                  <a:pt x="107411" y="579869"/>
                </a:lnTo>
                <a:lnTo>
                  <a:pt x="107605" y="580753"/>
                </a:lnTo>
                <a:lnTo>
                  <a:pt x="107816" y="581628"/>
                </a:lnTo>
                <a:lnTo>
                  <a:pt x="108041" y="582494"/>
                </a:lnTo>
                <a:lnTo>
                  <a:pt x="108283" y="583353"/>
                </a:lnTo>
                <a:lnTo>
                  <a:pt x="108540" y="584203"/>
                </a:lnTo>
                <a:lnTo>
                  <a:pt x="108812" y="585045"/>
                </a:lnTo>
                <a:lnTo>
                  <a:pt x="109100" y="585878"/>
                </a:lnTo>
                <a:lnTo>
                  <a:pt x="109404" y="586703"/>
                </a:lnTo>
                <a:lnTo>
                  <a:pt x="109723" y="587520"/>
                </a:lnTo>
                <a:lnTo>
                  <a:pt x="110058" y="588328"/>
                </a:lnTo>
                <a:lnTo>
                  <a:pt x="110408" y="589128"/>
                </a:lnTo>
                <a:lnTo>
                  <a:pt x="110774" y="589920"/>
                </a:lnTo>
                <a:lnTo>
                  <a:pt x="111155" y="590687"/>
                </a:lnTo>
                <a:lnTo>
                  <a:pt x="111550" y="591440"/>
                </a:lnTo>
                <a:lnTo>
                  <a:pt x="111958" y="592180"/>
                </a:lnTo>
                <a:lnTo>
                  <a:pt x="112380" y="592905"/>
                </a:lnTo>
                <a:lnTo>
                  <a:pt x="112817" y="593617"/>
                </a:lnTo>
                <a:lnTo>
                  <a:pt x="113267" y="594314"/>
                </a:lnTo>
                <a:lnTo>
                  <a:pt x="113731" y="594998"/>
                </a:lnTo>
                <a:lnTo>
                  <a:pt x="114209" y="595668"/>
                </a:lnTo>
                <a:lnTo>
                  <a:pt x="114701" y="596324"/>
                </a:lnTo>
                <a:lnTo>
                  <a:pt x="115207" y="596966"/>
                </a:lnTo>
                <a:lnTo>
                  <a:pt x="115726" y="597594"/>
                </a:lnTo>
                <a:lnTo>
                  <a:pt x="116260" y="598208"/>
                </a:lnTo>
                <a:lnTo>
                  <a:pt x="116808" y="598809"/>
                </a:lnTo>
                <a:lnTo>
                  <a:pt x="117369" y="599395"/>
                </a:lnTo>
                <a:lnTo>
                  <a:pt x="117944" y="599968"/>
                </a:lnTo>
                <a:lnTo>
                  <a:pt x="118534" y="600526"/>
                </a:lnTo>
                <a:lnTo>
                  <a:pt x="119137" y="601071"/>
                </a:lnTo>
                <a:lnTo>
                  <a:pt x="119754" y="601602"/>
                </a:lnTo>
                <a:lnTo>
                  <a:pt x="120385" y="602119"/>
                </a:lnTo>
                <a:lnTo>
                  <a:pt x="121030" y="602622"/>
                </a:lnTo>
                <a:lnTo>
                  <a:pt x="121688" y="603111"/>
                </a:lnTo>
                <a:lnTo>
                  <a:pt x="122361" y="603586"/>
                </a:lnTo>
                <a:lnTo>
                  <a:pt x="123048" y="604048"/>
                </a:lnTo>
                <a:lnTo>
                  <a:pt x="123748" y="604495"/>
                </a:lnTo>
                <a:lnTo>
                  <a:pt x="124461" y="604926"/>
                </a:lnTo>
                <a:lnTo>
                  <a:pt x="125186" y="605339"/>
                </a:lnTo>
                <a:lnTo>
                  <a:pt x="125923" y="605734"/>
                </a:lnTo>
                <a:lnTo>
                  <a:pt x="126671" y="606110"/>
                </a:lnTo>
                <a:lnTo>
                  <a:pt x="127431" y="606468"/>
                </a:lnTo>
                <a:lnTo>
                  <a:pt x="128203" y="606808"/>
                </a:lnTo>
                <a:lnTo>
                  <a:pt x="128986" y="607129"/>
                </a:lnTo>
                <a:lnTo>
                  <a:pt x="129781" y="607432"/>
                </a:lnTo>
                <a:lnTo>
                  <a:pt x="130588" y="607716"/>
                </a:lnTo>
                <a:lnTo>
                  <a:pt x="131406" y="607982"/>
                </a:lnTo>
                <a:lnTo>
                  <a:pt x="132236" y="608230"/>
                </a:lnTo>
                <a:lnTo>
                  <a:pt x="133078" y="608459"/>
                </a:lnTo>
                <a:lnTo>
                  <a:pt x="133931" y="608670"/>
                </a:lnTo>
                <a:lnTo>
                  <a:pt x="134796" y="608863"/>
                </a:lnTo>
                <a:lnTo>
                  <a:pt x="135673" y="609037"/>
                </a:lnTo>
                <a:lnTo>
                  <a:pt x="136561" y="609193"/>
                </a:lnTo>
                <a:lnTo>
                  <a:pt x="137462" y="609331"/>
                </a:lnTo>
                <a:lnTo>
                  <a:pt x="138373" y="609450"/>
                </a:lnTo>
                <a:lnTo>
                  <a:pt x="139297" y="609551"/>
                </a:lnTo>
                <a:lnTo>
                  <a:pt x="140232" y="609634"/>
                </a:lnTo>
                <a:lnTo>
                  <a:pt x="141179" y="609698"/>
                </a:lnTo>
                <a:lnTo>
                  <a:pt x="142137" y="609744"/>
                </a:lnTo>
                <a:lnTo>
                  <a:pt x="143108" y="609772"/>
                </a:lnTo>
                <a:lnTo>
                  <a:pt x="144089" y="609781"/>
                </a:lnTo>
                <a:lnTo>
                  <a:pt x="145071" y="609772"/>
                </a:lnTo>
                <a:lnTo>
                  <a:pt x="146041" y="609745"/>
                </a:lnTo>
                <a:lnTo>
                  <a:pt x="147000" y="609701"/>
                </a:lnTo>
                <a:lnTo>
                  <a:pt x="147947" y="609638"/>
                </a:lnTo>
                <a:lnTo>
                  <a:pt x="148882" y="609558"/>
                </a:lnTo>
                <a:lnTo>
                  <a:pt x="149805" y="609460"/>
                </a:lnTo>
                <a:close/>
                <a:moveTo>
                  <a:pt x="139715" y="597988"/>
                </a:moveTo>
                <a:lnTo>
                  <a:pt x="139023" y="597836"/>
                </a:lnTo>
                <a:lnTo>
                  <a:pt x="138341" y="597661"/>
                </a:lnTo>
                <a:lnTo>
                  <a:pt x="137670" y="597463"/>
                </a:lnTo>
                <a:lnTo>
                  <a:pt x="137010" y="597241"/>
                </a:lnTo>
                <a:lnTo>
                  <a:pt x="136360" y="596996"/>
                </a:lnTo>
                <a:lnTo>
                  <a:pt x="135721" y="596727"/>
                </a:lnTo>
                <a:lnTo>
                  <a:pt x="135092" y="596435"/>
                </a:lnTo>
                <a:lnTo>
                  <a:pt x="134474" y="596120"/>
                </a:lnTo>
                <a:lnTo>
                  <a:pt x="133866" y="595781"/>
                </a:lnTo>
                <a:lnTo>
                  <a:pt x="133269" y="595419"/>
                </a:lnTo>
                <a:lnTo>
                  <a:pt x="132683" y="595033"/>
                </a:lnTo>
                <a:lnTo>
                  <a:pt x="132107" y="594625"/>
                </a:lnTo>
                <a:lnTo>
                  <a:pt x="131541" y="594193"/>
                </a:lnTo>
                <a:lnTo>
                  <a:pt x="130987" y="593737"/>
                </a:lnTo>
                <a:lnTo>
                  <a:pt x="130443" y="593258"/>
                </a:lnTo>
                <a:lnTo>
                  <a:pt x="129909" y="592756"/>
                </a:lnTo>
                <a:lnTo>
                  <a:pt x="129386" y="592231"/>
                </a:lnTo>
                <a:lnTo>
                  <a:pt x="128873" y="591682"/>
                </a:lnTo>
                <a:lnTo>
                  <a:pt x="128390" y="591098"/>
                </a:lnTo>
                <a:lnTo>
                  <a:pt x="127927" y="590497"/>
                </a:lnTo>
                <a:lnTo>
                  <a:pt x="127484" y="589877"/>
                </a:lnTo>
                <a:lnTo>
                  <a:pt x="127063" y="589239"/>
                </a:lnTo>
                <a:lnTo>
                  <a:pt x="126661" y="588583"/>
                </a:lnTo>
                <a:lnTo>
                  <a:pt x="126281" y="587908"/>
                </a:lnTo>
                <a:lnTo>
                  <a:pt x="125921" y="587214"/>
                </a:lnTo>
                <a:lnTo>
                  <a:pt x="125581" y="586503"/>
                </a:lnTo>
                <a:lnTo>
                  <a:pt x="125262" y="585773"/>
                </a:lnTo>
                <a:lnTo>
                  <a:pt x="124964" y="585025"/>
                </a:lnTo>
                <a:lnTo>
                  <a:pt x="124686" y="584258"/>
                </a:lnTo>
                <a:lnTo>
                  <a:pt x="124429" y="583473"/>
                </a:lnTo>
                <a:lnTo>
                  <a:pt x="124192" y="582670"/>
                </a:lnTo>
                <a:lnTo>
                  <a:pt x="123976" y="581848"/>
                </a:lnTo>
                <a:lnTo>
                  <a:pt x="123781" y="581008"/>
                </a:lnTo>
                <a:lnTo>
                  <a:pt x="123606" y="580149"/>
                </a:lnTo>
                <a:lnTo>
                  <a:pt x="123451" y="579273"/>
                </a:lnTo>
                <a:lnTo>
                  <a:pt x="123318" y="578378"/>
                </a:lnTo>
                <a:lnTo>
                  <a:pt x="123204" y="577464"/>
                </a:lnTo>
                <a:lnTo>
                  <a:pt x="123112" y="576532"/>
                </a:lnTo>
                <a:lnTo>
                  <a:pt x="123040" y="575582"/>
                </a:lnTo>
                <a:lnTo>
                  <a:pt x="122988" y="574614"/>
                </a:lnTo>
                <a:lnTo>
                  <a:pt x="122957" y="573627"/>
                </a:lnTo>
                <a:lnTo>
                  <a:pt x="122947" y="572622"/>
                </a:lnTo>
                <a:lnTo>
                  <a:pt x="122947" y="561890"/>
                </a:lnTo>
                <a:lnTo>
                  <a:pt x="122957" y="560885"/>
                </a:lnTo>
                <a:lnTo>
                  <a:pt x="122988" y="559899"/>
                </a:lnTo>
                <a:lnTo>
                  <a:pt x="123040" y="558932"/>
                </a:lnTo>
                <a:lnTo>
                  <a:pt x="123112" y="557984"/>
                </a:lnTo>
                <a:lnTo>
                  <a:pt x="123204" y="557055"/>
                </a:lnTo>
                <a:lnTo>
                  <a:pt x="123318" y="556144"/>
                </a:lnTo>
                <a:lnTo>
                  <a:pt x="123451" y="555253"/>
                </a:lnTo>
                <a:lnTo>
                  <a:pt x="123606" y="554380"/>
                </a:lnTo>
                <a:lnTo>
                  <a:pt x="123781" y="553526"/>
                </a:lnTo>
                <a:lnTo>
                  <a:pt x="123976" y="552692"/>
                </a:lnTo>
                <a:lnTo>
                  <a:pt x="124192" y="551876"/>
                </a:lnTo>
                <a:lnTo>
                  <a:pt x="124429" y="551079"/>
                </a:lnTo>
                <a:lnTo>
                  <a:pt x="124686" y="550301"/>
                </a:lnTo>
                <a:lnTo>
                  <a:pt x="124964" y="549542"/>
                </a:lnTo>
                <a:lnTo>
                  <a:pt x="125262" y="548801"/>
                </a:lnTo>
                <a:lnTo>
                  <a:pt x="125581" y="548080"/>
                </a:lnTo>
                <a:lnTo>
                  <a:pt x="125921" y="547378"/>
                </a:lnTo>
                <a:lnTo>
                  <a:pt x="126281" y="546694"/>
                </a:lnTo>
                <a:lnTo>
                  <a:pt x="126661" y="546030"/>
                </a:lnTo>
                <a:lnTo>
                  <a:pt x="127063" y="545384"/>
                </a:lnTo>
                <a:lnTo>
                  <a:pt x="127484" y="544757"/>
                </a:lnTo>
                <a:lnTo>
                  <a:pt x="127927" y="544149"/>
                </a:lnTo>
                <a:lnTo>
                  <a:pt x="128390" y="543560"/>
                </a:lnTo>
                <a:lnTo>
                  <a:pt x="128873" y="542990"/>
                </a:lnTo>
                <a:lnTo>
                  <a:pt x="129386" y="542428"/>
                </a:lnTo>
                <a:lnTo>
                  <a:pt x="129909" y="541890"/>
                </a:lnTo>
                <a:lnTo>
                  <a:pt x="130443" y="541376"/>
                </a:lnTo>
                <a:lnTo>
                  <a:pt x="130987" y="540886"/>
                </a:lnTo>
                <a:lnTo>
                  <a:pt x="131541" y="540420"/>
                </a:lnTo>
                <a:lnTo>
                  <a:pt x="132107" y="539977"/>
                </a:lnTo>
                <a:lnTo>
                  <a:pt x="132683" y="539559"/>
                </a:lnTo>
                <a:lnTo>
                  <a:pt x="133269" y="539164"/>
                </a:lnTo>
                <a:lnTo>
                  <a:pt x="133866" y="538793"/>
                </a:lnTo>
                <a:lnTo>
                  <a:pt x="134474" y="538447"/>
                </a:lnTo>
                <a:lnTo>
                  <a:pt x="135092" y="538124"/>
                </a:lnTo>
                <a:lnTo>
                  <a:pt x="135721" y="537825"/>
                </a:lnTo>
                <a:lnTo>
                  <a:pt x="136360" y="537550"/>
                </a:lnTo>
                <a:lnTo>
                  <a:pt x="137010" y="537299"/>
                </a:lnTo>
                <a:lnTo>
                  <a:pt x="137670" y="537072"/>
                </a:lnTo>
                <a:lnTo>
                  <a:pt x="138341" y="536868"/>
                </a:lnTo>
                <a:lnTo>
                  <a:pt x="139023" y="536689"/>
                </a:lnTo>
                <a:lnTo>
                  <a:pt x="139715" y="536533"/>
                </a:lnTo>
                <a:lnTo>
                  <a:pt x="140417" y="536402"/>
                </a:lnTo>
                <a:lnTo>
                  <a:pt x="141131" y="536294"/>
                </a:lnTo>
                <a:lnTo>
                  <a:pt x="141855" y="536211"/>
                </a:lnTo>
                <a:lnTo>
                  <a:pt x="142589" y="536151"/>
                </a:lnTo>
                <a:lnTo>
                  <a:pt x="143334" y="536115"/>
                </a:lnTo>
                <a:lnTo>
                  <a:pt x="144089" y="536103"/>
                </a:lnTo>
                <a:lnTo>
                  <a:pt x="144858" y="536115"/>
                </a:lnTo>
                <a:lnTo>
                  <a:pt x="145614" y="536151"/>
                </a:lnTo>
                <a:lnTo>
                  <a:pt x="146359" y="536211"/>
                </a:lnTo>
                <a:lnTo>
                  <a:pt x="147093" y="536294"/>
                </a:lnTo>
                <a:lnTo>
                  <a:pt x="147814" y="536402"/>
                </a:lnTo>
                <a:lnTo>
                  <a:pt x="148524" y="536533"/>
                </a:lnTo>
                <a:lnTo>
                  <a:pt x="149222" y="536689"/>
                </a:lnTo>
                <a:lnTo>
                  <a:pt x="149909" y="536868"/>
                </a:lnTo>
                <a:lnTo>
                  <a:pt x="150584" y="537072"/>
                </a:lnTo>
                <a:lnTo>
                  <a:pt x="151247" y="537299"/>
                </a:lnTo>
                <a:lnTo>
                  <a:pt x="151898" y="537550"/>
                </a:lnTo>
                <a:lnTo>
                  <a:pt x="152538" y="537825"/>
                </a:lnTo>
                <a:lnTo>
                  <a:pt x="153166" y="538124"/>
                </a:lnTo>
                <a:lnTo>
                  <a:pt x="153783" y="538447"/>
                </a:lnTo>
                <a:lnTo>
                  <a:pt x="154388" y="538793"/>
                </a:lnTo>
                <a:lnTo>
                  <a:pt x="154981" y="539164"/>
                </a:lnTo>
                <a:lnTo>
                  <a:pt x="155562" y="539559"/>
                </a:lnTo>
                <a:lnTo>
                  <a:pt x="156132" y="539977"/>
                </a:lnTo>
                <a:lnTo>
                  <a:pt x="156690" y="540420"/>
                </a:lnTo>
                <a:lnTo>
                  <a:pt x="157237" y="540886"/>
                </a:lnTo>
                <a:lnTo>
                  <a:pt x="157771" y="541376"/>
                </a:lnTo>
                <a:lnTo>
                  <a:pt x="158294" y="541890"/>
                </a:lnTo>
                <a:lnTo>
                  <a:pt x="158806" y="542428"/>
                </a:lnTo>
                <a:lnTo>
                  <a:pt x="159305" y="542990"/>
                </a:lnTo>
                <a:lnTo>
                  <a:pt x="159789" y="543560"/>
                </a:lnTo>
                <a:lnTo>
                  <a:pt x="160252" y="544149"/>
                </a:lnTo>
                <a:lnTo>
                  <a:pt x="160694" y="544757"/>
                </a:lnTo>
                <a:lnTo>
                  <a:pt x="161116" y="545384"/>
                </a:lnTo>
                <a:lnTo>
                  <a:pt x="161518" y="546030"/>
                </a:lnTo>
                <a:lnTo>
                  <a:pt x="161898" y="546694"/>
                </a:lnTo>
                <a:lnTo>
                  <a:pt x="162258" y="547378"/>
                </a:lnTo>
                <a:lnTo>
                  <a:pt x="162598" y="548080"/>
                </a:lnTo>
                <a:lnTo>
                  <a:pt x="162917" y="548801"/>
                </a:lnTo>
                <a:lnTo>
                  <a:pt x="163215" y="549542"/>
                </a:lnTo>
                <a:lnTo>
                  <a:pt x="163493" y="550301"/>
                </a:lnTo>
                <a:lnTo>
                  <a:pt x="163750" y="551079"/>
                </a:lnTo>
                <a:lnTo>
                  <a:pt x="163987" y="551876"/>
                </a:lnTo>
                <a:lnTo>
                  <a:pt x="164203" y="552692"/>
                </a:lnTo>
                <a:lnTo>
                  <a:pt x="164398" y="553526"/>
                </a:lnTo>
                <a:lnTo>
                  <a:pt x="164573" y="554380"/>
                </a:lnTo>
                <a:lnTo>
                  <a:pt x="164728" y="555253"/>
                </a:lnTo>
                <a:lnTo>
                  <a:pt x="164861" y="556144"/>
                </a:lnTo>
                <a:lnTo>
                  <a:pt x="164975" y="557055"/>
                </a:lnTo>
                <a:lnTo>
                  <a:pt x="165067" y="557984"/>
                </a:lnTo>
                <a:lnTo>
                  <a:pt x="165139" y="558932"/>
                </a:lnTo>
                <a:lnTo>
                  <a:pt x="165191" y="559899"/>
                </a:lnTo>
                <a:lnTo>
                  <a:pt x="165221" y="560885"/>
                </a:lnTo>
                <a:lnTo>
                  <a:pt x="165232" y="561890"/>
                </a:lnTo>
                <a:lnTo>
                  <a:pt x="165232" y="572622"/>
                </a:lnTo>
                <a:lnTo>
                  <a:pt x="165221" y="573627"/>
                </a:lnTo>
                <a:lnTo>
                  <a:pt x="165191" y="574614"/>
                </a:lnTo>
                <a:lnTo>
                  <a:pt x="165139" y="575582"/>
                </a:lnTo>
                <a:lnTo>
                  <a:pt x="165067" y="576532"/>
                </a:lnTo>
                <a:lnTo>
                  <a:pt x="164975" y="577464"/>
                </a:lnTo>
                <a:lnTo>
                  <a:pt x="164861" y="578378"/>
                </a:lnTo>
                <a:lnTo>
                  <a:pt x="164728" y="579273"/>
                </a:lnTo>
                <a:lnTo>
                  <a:pt x="164573" y="580149"/>
                </a:lnTo>
                <a:lnTo>
                  <a:pt x="164398" y="581008"/>
                </a:lnTo>
                <a:lnTo>
                  <a:pt x="164203" y="581848"/>
                </a:lnTo>
                <a:lnTo>
                  <a:pt x="163987" y="582670"/>
                </a:lnTo>
                <a:lnTo>
                  <a:pt x="163750" y="583473"/>
                </a:lnTo>
                <a:lnTo>
                  <a:pt x="163493" y="584258"/>
                </a:lnTo>
                <a:lnTo>
                  <a:pt x="163215" y="585025"/>
                </a:lnTo>
                <a:lnTo>
                  <a:pt x="162917" y="585773"/>
                </a:lnTo>
                <a:lnTo>
                  <a:pt x="162598" y="586503"/>
                </a:lnTo>
                <a:lnTo>
                  <a:pt x="162258" y="587214"/>
                </a:lnTo>
                <a:lnTo>
                  <a:pt x="161898" y="587908"/>
                </a:lnTo>
                <a:lnTo>
                  <a:pt x="161518" y="588583"/>
                </a:lnTo>
                <a:lnTo>
                  <a:pt x="161116" y="589239"/>
                </a:lnTo>
                <a:lnTo>
                  <a:pt x="160694" y="589877"/>
                </a:lnTo>
                <a:lnTo>
                  <a:pt x="160252" y="590497"/>
                </a:lnTo>
                <a:lnTo>
                  <a:pt x="159789" y="591098"/>
                </a:lnTo>
                <a:lnTo>
                  <a:pt x="159305" y="591682"/>
                </a:lnTo>
                <a:lnTo>
                  <a:pt x="158806" y="592231"/>
                </a:lnTo>
                <a:lnTo>
                  <a:pt x="158294" y="592756"/>
                </a:lnTo>
                <a:lnTo>
                  <a:pt x="157771" y="593258"/>
                </a:lnTo>
                <a:lnTo>
                  <a:pt x="157237" y="593737"/>
                </a:lnTo>
                <a:lnTo>
                  <a:pt x="156690" y="594193"/>
                </a:lnTo>
                <a:lnTo>
                  <a:pt x="156132" y="594625"/>
                </a:lnTo>
                <a:lnTo>
                  <a:pt x="155562" y="595033"/>
                </a:lnTo>
                <a:lnTo>
                  <a:pt x="154981" y="595419"/>
                </a:lnTo>
                <a:lnTo>
                  <a:pt x="154388" y="595781"/>
                </a:lnTo>
                <a:lnTo>
                  <a:pt x="153783" y="596120"/>
                </a:lnTo>
                <a:lnTo>
                  <a:pt x="153166" y="596435"/>
                </a:lnTo>
                <a:lnTo>
                  <a:pt x="152538" y="596727"/>
                </a:lnTo>
                <a:lnTo>
                  <a:pt x="151898" y="596996"/>
                </a:lnTo>
                <a:lnTo>
                  <a:pt x="151247" y="597241"/>
                </a:lnTo>
                <a:lnTo>
                  <a:pt x="150584" y="597463"/>
                </a:lnTo>
                <a:lnTo>
                  <a:pt x="149909" y="597661"/>
                </a:lnTo>
                <a:lnTo>
                  <a:pt x="149222" y="597836"/>
                </a:lnTo>
                <a:lnTo>
                  <a:pt x="148524" y="597988"/>
                </a:lnTo>
                <a:lnTo>
                  <a:pt x="147814" y="598117"/>
                </a:lnTo>
                <a:lnTo>
                  <a:pt x="147093" y="598222"/>
                </a:lnTo>
                <a:lnTo>
                  <a:pt x="146359" y="598304"/>
                </a:lnTo>
                <a:lnTo>
                  <a:pt x="145614" y="598362"/>
                </a:lnTo>
                <a:lnTo>
                  <a:pt x="144858" y="598397"/>
                </a:lnTo>
                <a:lnTo>
                  <a:pt x="144089" y="598409"/>
                </a:lnTo>
                <a:lnTo>
                  <a:pt x="143334" y="598397"/>
                </a:lnTo>
                <a:lnTo>
                  <a:pt x="142589" y="598362"/>
                </a:lnTo>
                <a:lnTo>
                  <a:pt x="141855" y="598304"/>
                </a:lnTo>
                <a:lnTo>
                  <a:pt x="141131" y="598222"/>
                </a:lnTo>
                <a:lnTo>
                  <a:pt x="140417" y="598117"/>
                </a:lnTo>
                <a:lnTo>
                  <a:pt x="139715" y="597988"/>
                </a:lnTo>
                <a:close/>
                <a:moveTo>
                  <a:pt x="397492" y="548183"/>
                </a:moveTo>
                <a:lnTo>
                  <a:pt x="397507" y="548271"/>
                </a:lnTo>
                <a:lnTo>
                  <a:pt x="397523" y="548366"/>
                </a:lnTo>
                <a:lnTo>
                  <a:pt x="397539" y="548466"/>
                </a:lnTo>
                <a:lnTo>
                  <a:pt x="397556" y="548573"/>
                </a:lnTo>
                <a:lnTo>
                  <a:pt x="397574" y="548685"/>
                </a:lnTo>
                <a:lnTo>
                  <a:pt x="397592" y="548804"/>
                </a:lnTo>
                <a:lnTo>
                  <a:pt x="397610" y="548929"/>
                </a:lnTo>
                <a:lnTo>
                  <a:pt x="397630" y="549060"/>
                </a:lnTo>
                <a:lnTo>
                  <a:pt x="397649" y="549197"/>
                </a:lnTo>
                <a:lnTo>
                  <a:pt x="397670" y="549340"/>
                </a:lnTo>
                <a:lnTo>
                  <a:pt x="397690" y="549489"/>
                </a:lnTo>
                <a:lnTo>
                  <a:pt x="397712" y="549645"/>
                </a:lnTo>
                <a:lnTo>
                  <a:pt x="397734" y="549806"/>
                </a:lnTo>
                <a:lnTo>
                  <a:pt x="397756" y="549974"/>
                </a:lnTo>
                <a:lnTo>
                  <a:pt x="397779" y="550148"/>
                </a:lnTo>
                <a:lnTo>
                  <a:pt x="397803" y="550328"/>
                </a:lnTo>
                <a:lnTo>
                  <a:pt x="397827" y="550514"/>
                </a:lnTo>
                <a:lnTo>
                  <a:pt x="397852" y="550706"/>
                </a:lnTo>
                <a:lnTo>
                  <a:pt x="397877" y="550904"/>
                </a:lnTo>
                <a:lnTo>
                  <a:pt x="397903" y="551109"/>
                </a:lnTo>
                <a:lnTo>
                  <a:pt x="397930" y="551319"/>
                </a:lnTo>
                <a:lnTo>
                  <a:pt x="412665" y="551319"/>
                </a:lnTo>
                <a:lnTo>
                  <a:pt x="412665" y="549397"/>
                </a:lnTo>
                <a:lnTo>
                  <a:pt x="412673" y="548868"/>
                </a:lnTo>
                <a:lnTo>
                  <a:pt x="412697" y="548349"/>
                </a:lnTo>
                <a:lnTo>
                  <a:pt x="412738" y="547840"/>
                </a:lnTo>
                <a:lnTo>
                  <a:pt x="412794" y="547342"/>
                </a:lnTo>
                <a:lnTo>
                  <a:pt x="412867" y="546853"/>
                </a:lnTo>
                <a:lnTo>
                  <a:pt x="412955" y="546374"/>
                </a:lnTo>
                <a:lnTo>
                  <a:pt x="413060" y="545905"/>
                </a:lnTo>
                <a:lnTo>
                  <a:pt x="413181" y="545446"/>
                </a:lnTo>
                <a:lnTo>
                  <a:pt x="413318" y="544997"/>
                </a:lnTo>
                <a:lnTo>
                  <a:pt x="413471" y="544559"/>
                </a:lnTo>
                <a:lnTo>
                  <a:pt x="413641" y="544130"/>
                </a:lnTo>
                <a:lnTo>
                  <a:pt x="413826" y="543711"/>
                </a:lnTo>
                <a:lnTo>
                  <a:pt x="414028" y="543302"/>
                </a:lnTo>
                <a:lnTo>
                  <a:pt x="414246" y="542904"/>
                </a:lnTo>
                <a:lnTo>
                  <a:pt x="414480" y="542515"/>
                </a:lnTo>
                <a:lnTo>
                  <a:pt x="414729" y="542136"/>
                </a:lnTo>
                <a:lnTo>
                  <a:pt x="414996" y="541767"/>
                </a:lnTo>
                <a:lnTo>
                  <a:pt x="415278" y="541409"/>
                </a:lnTo>
                <a:lnTo>
                  <a:pt x="415576" y="541060"/>
                </a:lnTo>
                <a:lnTo>
                  <a:pt x="415891" y="540721"/>
                </a:lnTo>
                <a:lnTo>
                  <a:pt x="416221" y="540393"/>
                </a:lnTo>
                <a:lnTo>
                  <a:pt x="416568" y="540074"/>
                </a:lnTo>
                <a:lnTo>
                  <a:pt x="416931" y="539765"/>
                </a:lnTo>
                <a:lnTo>
                  <a:pt x="417310" y="539467"/>
                </a:lnTo>
                <a:lnTo>
                  <a:pt x="417704" y="539179"/>
                </a:lnTo>
                <a:lnTo>
                  <a:pt x="418111" y="538904"/>
                </a:lnTo>
                <a:lnTo>
                  <a:pt x="418531" y="538641"/>
                </a:lnTo>
                <a:lnTo>
                  <a:pt x="418965" y="538390"/>
                </a:lnTo>
                <a:lnTo>
                  <a:pt x="419412" y="538151"/>
                </a:lnTo>
                <a:lnTo>
                  <a:pt x="419873" y="537925"/>
                </a:lnTo>
                <a:lnTo>
                  <a:pt x="420347" y="537711"/>
                </a:lnTo>
                <a:lnTo>
                  <a:pt x="420834" y="537509"/>
                </a:lnTo>
                <a:lnTo>
                  <a:pt x="421334" y="537319"/>
                </a:lnTo>
                <a:lnTo>
                  <a:pt x="421848" y="537142"/>
                </a:lnTo>
                <a:lnTo>
                  <a:pt x="422375" y="536977"/>
                </a:lnTo>
                <a:lnTo>
                  <a:pt x="422916" y="536824"/>
                </a:lnTo>
                <a:lnTo>
                  <a:pt x="423470" y="536683"/>
                </a:lnTo>
                <a:lnTo>
                  <a:pt x="424037" y="536555"/>
                </a:lnTo>
                <a:lnTo>
                  <a:pt x="424618" y="536438"/>
                </a:lnTo>
                <a:lnTo>
                  <a:pt x="425212" y="536334"/>
                </a:lnTo>
                <a:lnTo>
                  <a:pt x="425819" y="536243"/>
                </a:lnTo>
                <a:lnTo>
                  <a:pt x="426440" y="536163"/>
                </a:lnTo>
                <a:lnTo>
                  <a:pt x="427074" y="536096"/>
                </a:lnTo>
                <a:lnTo>
                  <a:pt x="427721" y="536041"/>
                </a:lnTo>
                <a:lnTo>
                  <a:pt x="428382" y="535998"/>
                </a:lnTo>
                <a:lnTo>
                  <a:pt x="429056" y="535967"/>
                </a:lnTo>
                <a:lnTo>
                  <a:pt x="429743" y="535949"/>
                </a:lnTo>
                <a:lnTo>
                  <a:pt x="430444" y="535943"/>
                </a:lnTo>
                <a:lnTo>
                  <a:pt x="431209" y="535949"/>
                </a:lnTo>
                <a:lnTo>
                  <a:pt x="431954" y="535967"/>
                </a:lnTo>
                <a:lnTo>
                  <a:pt x="432681" y="535998"/>
                </a:lnTo>
                <a:lnTo>
                  <a:pt x="433389" y="536041"/>
                </a:lnTo>
                <a:lnTo>
                  <a:pt x="434078" y="536096"/>
                </a:lnTo>
                <a:lnTo>
                  <a:pt x="434748" y="536163"/>
                </a:lnTo>
                <a:lnTo>
                  <a:pt x="435400" y="536243"/>
                </a:lnTo>
                <a:lnTo>
                  <a:pt x="436032" y="536334"/>
                </a:lnTo>
                <a:lnTo>
                  <a:pt x="436645" y="536438"/>
                </a:lnTo>
                <a:lnTo>
                  <a:pt x="437240" y="536555"/>
                </a:lnTo>
                <a:lnTo>
                  <a:pt x="437815" y="536683"/>
                </a:lnTo>
                <a:lnTo>
                  <a:pt x="438372" y="536824"/>
                </a:lnTo>
                <a:lnTo>
                  <a:pt x="438910" y="536977"/>
                </a:lnTo>
                <a:lnTo>
                  <a:pt x="439429" y="537142"/>
                </a:lnTo>
                <a:lnTo>
                  <a:pt x="439929" y="537319"/>
                </a:lnTo>
                <a:lnTo>
                  <a:pt x="440410" y="537509"/>
                </a:lnTo>
                <a:lnTo>
                  <a:pt x="440872" y="537711"/>
                </a:lnTo>
                <a:lnTo>
                  <a:pt x="441315" y="537925"/>
                </a:lnTo>
                <a:lnTo>
                  <a:pt x="441740" y="538151"/>
                </a:lnTo>
                <a:lnTo>
                  <a:pt x="442145" y="538390"/>
                </a:lnTo>
                <a:lnTo>
                  <a:pt x="442532" y="538641"/>
                </a:lnTo>
                <a:lnTo>
                  <a:pt x="442899" y="538904"/>
                </a:lnTo>
                <a:lnTo>
                  <a:pt x="443248" y="539179"/>
                </a:lnTo>
                <a:lnTo>
                  <a:pt x="443578" y="539467"/>
                </a:lnTo>
                <a:lnTo>
                  <a:pt x="443904" y="539767"/>
                </a:lnTo>
                <a:lnTo>
                  <a:pt x="444217" y="540083"/>
                </a:lnTo>
                <a:lnTo>
                  <a:pt x="444516" y="540413"/>
                </a:lnTo>
                <a:lnTo>
                  <a:pt x="444801" y="540757"/>
                </a:lnTo>
                <a:lnTo>
                  <a:pt x="445072" y="541116"/>
                </a:lnTo>
                <a:lnTo>
                  <a:pt x="445330" y="541489"/>
                </a:lnTo>
                <a:lnTo>
                  <a:pt x="445573" y="541876"/>
                </a:lnTo>
                <a:lnTo>
                  <a:pt x="445802" y="542278"/>
                </a:lnTo>
                <a:lnTo>
                  <a:pt x="446018" y="542695"/>
                </a:lnTo>
                <a:lnTo>
                  <a:pt x="446219" y="543126"/>
                </a:lnTo>
                <a:lnTo>
                  <a:pt x="446407" y="543571"/>
                </a:lnTo>
                <a:lnTo>
                  <a:pt x="446581" y="544031"/>
                </a:lnTo>
                <a:lnTo>
                  <a:pt x="446741" y="544506"/>
                </a:lnTo>
                <a:lnTo>
                  <a:pt x="446887" y="544995"/>
                </a:lnTo>
                <a:lnTo>
                  <a:pt x="447019" y="545498"/>
                </a:lnTo>
                <a:lnTo>
                  <a:pt x="447137" y="546016"/>
                </a:lnTo>
                <a:lnTo>
                  <a:pt x="447241" y="546548"/>
                </a:lnTo>
                <a:lnTo>
                  <a:pt x="447332" y="547095"/>
                </a:lnTo>
                <a:lnTo>
                  <a:pt x="447408" y="547656"/>
                </a:lnTo>
                <a:lnTo>
                  <a:pt x="447471" y="548231"/>
                </a:lnTo>
                <a:lnTo>
                  <a:pt x="447519" y="548821"/>
                </a:lnTo>
                <a:lnTo>
                  <a:pt x="447554" y="549426"/>
                </a:lnTo>
                <a:lnTo>
                  <a:pt x="447575" y="550045"/>
                </a:lnTo>
                <a:lnTo>
                  <a:pt x="447582" y="550678"/>
                </a:lnTo>
                <a:lnTo>
                  <a:pt x="447582" y="559648"/>
                </a:lnTo>
                <a:lnTo>
                  <a:pt x="446006" y="559653"/>
                </a:lnTo>
                <a:lnTo>
                  <a:pt x="444456" y="559667"/>
                </a:lnTo>
                <a:lnTo>
                  <a:pt x="442932" y="559690"/>
                </a:lnTo>
                <a:lnTo>
                  <a:pt x="441433" y="559723"/>
                </a:lnTo>
                <a:lnTo>
                  <a:pt x="439960" y="559766"/>
                </a:lnTo>
                <a:lnTo>
                  <a:pt x="438512" y="559818"/>
                </a:lnTo>
                <a:lnTo>
                  <a:pt x="437090" y="559879"/>
                </a:lnTo>
                <a:lnTo>
                  <a:pt x="435694" y="559950"/>
                </a:lnTo>
                <a:lnTo>
                  <a:pt x="434323" y="560031"/>
                </a:lnTo>
                <a:lnTo>
                  <a:pt x="432978" y="560121"/>
                </a:lnTo>
                <a:lnTo>
                  <a:pt x="431658" y="560220"/>
                </a:lnTo>
                <a:lnTo>
                  <a:pt x="430364" y="560329"/>
                </a:lnTo>
                <a:lnTo>
                  <a:pt x="429095" y="560447"/>
                </a:lnTo>
                <a:lnTo>
                  <a:pt x="427852" y="560574"/>
                </a:lnTo>
                <a:lnTo>
                  <a:pt x="426635" y="560711"/>
                </a:lnTo>
                <a:lnTo>
                  <a:pt x="425443" y="560858"/>
                </a:lnTo>
                <a:lnTo>
                  <a:pt x="424277" y="561014"/>
                </a:lnTo>
                <a:lnTo>
                  <a:pt x="423136" y="561179"/>
                </a:lnTo>
                <a:lnTo>
                  <a:pt x="422021" y="561354"/>
                </a:lnTo>
                <a:lnTo>
                  <a:pt x="420932" y="561539"/>
                </a:lnTo>
                <a:lnTo>
                  <a:pt x="419868" y="561733"/>
                </a:lnTo>
                <a:lnTo>
                  <a:pt x="418829" y="561936"/>
                </a:lnTo>
                <a:lnTo>
                  <a:pt x="417817" y="562149"/>
                </a:lnTo>
                <a:lnTo>
                  <a:pt x="416829" y="562371"/>
                </a:lnTo>
                <a:lnTo>
                  <a:pt x="415879" y="562603"/>
                </a:lnTo>
                <a:lnTo>
                  <a:pt x="414951" y="562847"/>
                </a:lnTo>
                <a:lnTo>
                  <a:pt x="414044" y="563101"/>
                </a:lnTo>
                <a:lnTo>
                  <a:pt x="413159" y="563367"/>
                </a:lnTo>
                <a:lnTo>
                  <a:pt x="412296" y="563644"/>
                </a:lnTo>
                <a:lnTo>
                  <a:pt x="411454" y="563932"/>
                </a:lnTo>
                <a:lnTo>
                  <a:pt x="410634" y="564232"/>
                </a:lnTo>
                <a:lnTo>
                  <a:pt x="409835" y="564542"/>
                </a:lnTo>
                <a:lnTo>
                  <a:pt x="409059" y="564863"/>
                </a:lnTo>
                <a:lnTo>
                  <a:pt x="408304" y="565196"/>
                </a:lnTo>
                <a:lnTo>
                  <a:pt x="407571" y="565540"/>
                </a:lnTo>
                <a:lnTo>
                  <a:pt x="406859" y="565894"/>
                </a:lnTo>
                <a:lnTo>
                  <a:pt x="406169" y="566260"/>
                </a:lnTo>
                <a:lnTo>
                  <a:pt x="405501" y="566637"/>
                </a:lnTo>
                <a:lnTo>
                  <a:pt x="404854" y="567026"/>
                </a:lnTo>
                <a:lnTo>
                  <a:pt x="404230" y="567425"/>
                </a:lnTo>
                <a:lnTo>
                  <a:pt x="403626" y="567835"/>
                </a:lnTo>
                <a:lnTo>
                  <a:pt x="403045" y="568257"/>
                </a:lnTo>
                <a:lnTo>
                  <a:pt x="402485" y="568690"/>
                </a:lnTo>
                <a:lnTo>
                  <a:pt x="401947" y="569133"/>
                </a:lnTo>
                <a:lnTo>
                  <a:pt x="401431" y="569588"/>
                </a:lnTo>
                <a:lnTo>
                  <a:pt x="400936" y="570054"/>
                </a:lnTo>
                <a:lnTo>
                  <a:pt x="400463" y="570532"/>
                </a:lnTo>
                <a:lnTo>
                  <a:pt x="400012" y="571020"/>
                </a:lnTo>
                <a:lnTo>
                  <a:pt x="399594" y="571507"/>
                </a:lnTo>
                <a:lnTo>
                  <a:pt x="399193" y="572008"/>
                </a:lnTo>
                <a:lnTo>
                  <a:pt x="398811" y="572521"/>
                </a:lnTo>
                <a:lnTo>
                  <a:pt x="398446" y="573049"/>
                </a:lnTo>
                <a:lnTo>
                  <a:pt x="398099" y="573589"/>
                </a:lnTo>
                <a:lnTo>
                  <a:pt x="397769" y="574143"/>
                </a:lnTo>
                <a:lnTo>
                  <a:pt x="397458" y="574710"/>
                </a:lnTo>
                <a:lnTo>
                  <a:pt x="397164" y="575291"/>
                </a:lnTo>
                <a:lnTo>
                  <a:pt x="396888" y="575885"/>
                </a:lnTo>
                <a:lnTo>
                  <a:pt x="396630" y="576492"/>
                </a:lnTo>
                <a:lnTo>
                  <a:pt x="396390" y="577113"/>
                </a:lnTo>
                <a:lnTo>
                  <a:pt x="396168" y="577747"/>
                </a:lnTo>
                <a:lnTo>
                  <a:pt x="395963" y="578394"/>
                </a:lnTo>
                <a:lnTo>
                  <a:pt x="395776" y="579055"/>
                </a:lnTo>
                <a:lnTo>
                  <a:pt x="395607" y="579729"/>
                </a:lnTo>
                <a:lnTo>
                  <a:pt x="395456" y="580416"/>
                </a:lnTo>
                <a:lnTo>
                  <a:pt x="395322" y="581117"/>
                </a:lnTo>
                <a:lnTo>
                  <a:pt x="395207" y="581831"/>
                </a:lnTo>
                <a:lnTo>
                  <a:pt x="395109" y="582559"/>
                </a:lnTo>
                <a:lnTo>
                  <a:pt x="395029" y="583299"/>
                </a:lnTo>
                <a:lnTo>
                  <a:pt x="394966" y="584054"/>
                </a:lnTo>
                <a:lnTo>
                  <a:pt x="394922" y="584821"/>
                </a:lnTo>
                <a:lnTo>
                  <a:pt x="394895" y="585602"/>
                </a:lnTo>
                <a:lnTo>
                  <a:pt x="394886" y="586396"/>
                </a:lnTo>
                <a:lnTo>
                  <a:pt x="394898" y="587347"/>
                </a:lnTo>
                <a:lnTo>
                  <a:pt x="394933" y="588279"/>
                </a:lnTo>
                <a:lnTo>
                  <a:pt x="394991" y="589191"/>
                </a:lnTo>
                <a:lnTo>
                  <a:pt x="395073" y="590084"/>
                </a:lnTo>
                <a:lnTo>
                  <a:pt x="395178" y="590958"/>
                </a:lnTo>
                <a:lnTo>
                  <a:pt x="395307" y="591812"/>
                </a:lnTo>
                <a:lnTo>
                  <a:pt x="395459" y="592646"/>
                </a:lnTo>
                <a:lnTo>
                  <a:pt x="395634" y="593461"/>
                </a:lnTo>
                <a:lnTo>
                  <a:pt x="395832" y="594257"/>
                </a:lnTo>
                <a:lnTo>
                  <a:pt x="396054" y="595033"/>
                </a:lnTo>
                <a:lnTo>
                  <a:pt x="396300" y="595790"/>
                </a:lnTo>
                <a:lnTo>
                  <a:pt x="396568" y="596527"/>
                </a:lnTo>
                <a:lnTo>
                  <a:pt x="396860" y="597244"/>
                </a:lnTo>
                <a:lnTo>
                  <a:pt x="397175" y="597943"/>
                </a:lnTo>
                <a:lnTo>
                  <a:pt x="397514" y="598621"/>
                </a:lnTo>
                <a:lnTo>
                  <a:pt x="397876" y="599281"/>
                </a:lnTo>
                <a:lnTo>
                  <a:pt x="398262" y="599921"/>
                </a:lnTo>
                <a:lnTo>
                  <a:pt x="398670" y="600541"/>
                </a:lnTo>
                <a:lnTo>
                  <a:pt x="399102" y="601142"/>
                </a:lnTo>
                <a:lnTo>
                  <a:pt x="399558" y="601723"/>
                </a:lnTo>
                <a:lnTo>
                  <a:pt x="400037" y="602285"/>
                </a:lnTo>
                <a:lnTo>
                  <a:pt x="400539" y="602828"/>
                </a:lnTo>
                <a:lnTo>
                  <a:pt x="401065" y="603351"/>
                </a:lnTo>
                <a:lnTo>
                  <a:pt x="401613" y="603854"/>
                </a:lnTo>
                <a:lnTo>
                  <a:pt x="402197" y="604338"/>
                </a:lnTo>
                <a:lnTo>
                  <a:pt x="402801" y="604801"/>
                </a:lnTo>
                <a:lnTo>
                  <a:pt x="403425" y="605243"/>
                </a:lnTo>
                <a:lnTo>
                  <a:pt x="404069" y="605665"/>
                </a:lnTo>
                <a:lnTo>
                  <a:pt x="404733" y="606067"/>
                </a:lnTo>
                <a:lnTo>
                  <a:pt x="405417" y="606447"/>
                </a:lnTo>
                <a:lnTo>
                  <a:pt x="406122" y="606807"/>
                </a:lnTo>
                <a:lnTo>
                  <a:pt x="406846" y="607147"/>
                </a:lnTo>
                <a:lnTo>
                  <a:pt x="407590" y="607466"/>
                </a:lnTo>
                <a:lnTo>
                  <a:pt x="408354" y="607764"/>
                </a:lnTo>
                <a:lnTo>
                  <a:pt x="409138" y="608042"/>
                </a:lnTo>
                <a:lnTo>
                  <a:pt x="409942" y="608299"/>
                </a:lnTo>
                <a:lnTo>
                  <a:pt x="410766" y="608536"/>
                </a:lnTo>
                <a:lnTo>
                  <a:pt x="411611" y="608752"/>
                </a:lnTo>
                <a:lnTo>
                  <a:pt x="412475" y="608947"/>
                </a:lnTo>
                <a:lnTo>
                  <a:pt x="413359" y="609122"/>
                </a:lnTo>
                <a:lnTo>
                  <a:pt x="414263" y="609277"/>
                </a:lnTo>
                <a:lnTo>
                  <a:pt x="415188" y="609410"/>
                </a:lnTo>
                <a:lnTo>
                  <a:pt x="416132" y="609523"/>
                </a:lnTo>
                <a:lnTo>
                  <a:pt x="417096" y="609616"/>
                </a:lnTo>
                <a:lnTo>
                  <a:pt x="418081" y="609688"/>
                </a:lnTo>
                <a:lnTo>
                  <a:pt x="419085" y="609740"/>
                </a:lnTo>
                <a:lnTo>
                  <a:pt x="420110" y="609770"/>
                </a:lnTo>
                <a:lnTo>
                  <a:pt x="421154" y="609781"/>
                </a:lnTo>
                <a:lnTo>
                  <a:pt x="421634" y="609778"/>
                </a:lnTo>
                <a:lnTo>
                  <a:pt x="422112" y="609772"/>
                </a:lnTo>
                <a:lnTo>
                  <a:pt x="422588" y="609761"/>
                </a:lnTo>
                <a:lnTo>
                  <a:pt x="423063" y="609745"/>
                </a:lnTo>
                <a:lnTo>
                  <a:pt x="423536" y="609725"/>
                </a:lnTo>
                <a:lnTo>
                  <a:pt x="424007" y="609701"/>
                </a:lnTo>
                <a:lnTo>
                  <a:pt x="424477" y="609672"/>
                </a:lnTo>
                <a:lnTo>
                  <a:pt x="424945" y="609638"/>
                </a:lnTo>
                <a:lnTo>
                  <a:pt x="425411" y="609601"/>
                </a:lnTo>
                <a:lnTo>
                  <a:pt x="425876" y="609558"/>
                </a:lnTo>
                <a:lnTo>
                  <a:pt x="426339" y="609512"/>
                </a:lnTo>
                <a:lnTo>
                  <a:pt x="426800" y="609460"/>
                </a:lnTo>
                <a:lnTo>
                  <a:pt x="427260" y="609405"/>
                </a:lnTo>
                <a:lnTo>
                  <a:pt x="427718" y="609345"/>
                </a:lnTo>
                <a:lnTo>
                  <a:pt x="428174" y="609280"/>
                </a:lnTo>
                <a:lnTo>
                  <a:pt x="428629" y="609211"/>
                </a:lnTo>
                <a:lnTo>
                  <a:pt x="429082" y="609138"/>
                </a:lnTo>
                <a:lnTo>
                  <a:pt x="429533" y="609060"/>
                </a:lnTo>
                <a:lnTo>
                  <a:pt x="429983" y="608978"/>
                </a:lnTo>
                <a:lnTo>
                  <a:pt x="430431" y="608891"/>
                </a:lnTo>
                <a:lnTo>
                  <a:pt x="430877" y="608800"/>
                </a:lnTo>
                <a:lnTo>
                  <a:pt x="431321" y="608704"/>
                </a:lnTo>
                <a:lnTo>
                  <a:pt x="431764" y="608604"/>
                </a:lnTo>
                <a:lnTo>
                  <a:pt x="432206" y="608499"/>
                </a:lnTo>
                <a:lnTo>
                  <a:pt x="432645" y="608403"/>
                </a:lnTo>
                <a:lnTo>
                  <a:pt x="433080" y="608300"/>
                </a:lnTo>
                <a:lnTo>
                  <a:pt x="433512" y="608192"/>
                </a:lnTo>
                <a:lnTo>
                  <a:pt x="433941" y="608077"/>
                </a:lnTo>
                <a:lnTo>
                  <a:pt x="434366" y="607956"/>
                </a:lnTo>
                <a:lnTo>
                  <a:pt x="434788" y="607829"/>
                </a:lnTo>
                <a:lnTo>
                  <a:pt x="435207" y="607695"/>
                </a:lnTo>
                <a:lnTo>
                  <a:pt x="435623" y="607556"/>
                </a:lnTo>
                <a:lnTo>
                  <a:pt x="436035" y="607411"/>
                </a:lnTo>
                <a:lnTo>
                  <a:pt x="436444" y="607259"/>
                </a:lnTo>
                <a:lnTo>
                  <a:pt x="436849" y="607101"/>
                </a:lnTo>
                <a:lnTo>
                  <a:pt x="437251" y="606938"/>
                </a:lnTo>
                <a:lnTo>
                  <a:pt x="437650" y="606768"/>
                </a:lnTo>
                <a:lnTo>
                  <a:pt x="438045" y="606592"/>
                </a:lnTo>
                <a:lnTo>
                  <a:pt x="438437" y="606410"/>
                </a:lnTo>
                <a:lnTo>
                  <a:pt x="438826" y="606221"/>
                </a:lnTo>
                <a:lnTo>
                  <a:pt x="439211" y="606027"/>
                </a:lnTo>
                <a:lnTo>
                  <a:pt x="439593" y="605827"/>
                </a:lnTo>
                <a:lnTo>
                  <a:pt x="439972" y="605620"/>
                </a:lnTo>
                <a:lnTo>
                  <a:pt x="440348" y="605407"/>
                </a:lnTo>
                <a:lnTo>
                  <a:pt x="440720" y="605188"/>
                </a:lnTo>
                <a:lnTo>
                  <a:pt x="441088" y="604963"/>
                </a:lnTo>
                <a:lnTo>
                  <a:pt x="441454" y="604732"/>
                </a:lnTo>
                <a:lnTo>
                  <a:pt x="441816" y="604495"/>
                </a:lnTo>
                <a:lnTo>
                  <a:pt x="442173" y="604238"/>
                </a:lnTo>
                <a:lnTo>
                  <a:pt x="442525" y="603975"/>
                </a:lnTo>
                <a:lnTo>
                  <a:pt x="442872" y="603704"/>
                </a:lnTo>
                <a:lnTo>
                  <a:pt x="443213" y="603427"/>
                </a:lnTo>
                <a:lnTo>
                  <a:pt x="443548" y="603144"/>
                </a:lnTo>
                <a:lnTo>
                  <a:pt x="443878" y="602853"/>
                </a:lnTo>
                <a:lnTo>
                  <a:pt x="444202" y="602556"/>
                </a:lnTo>
                <a:lnTo>
                  <a:pt x="444521" y="602253"/>
                </a:lnTo>
                <a:lnTo>
                  <a:pt x="444834" y="601942"/>
                </a:lnTo>
                <a:lnTo>
                  <a:pt x="445142" y="601625"/>
                </a:lnTo>
                <a:lnTo>
                  <a:pt x="445444" y="601302"/>
                </a:lnTo>
                <a:lnTo>
                  <a:pt x="445740" y="600971"/>
                </a:lnTo>
                <a:lnTo>
                  <a:pt x="446031" y="600634"/>
                </a:lnTo>
                <a:lnTo>
                  <a:pt x="446316" y="600291"/>
                </a:lnTo>
                <a:lnTo>
                  <a:pt x="446596" y="599940"/>
                </a:lnTo>
                <a:lnTo>
                  <a:pt x="446870" y="599583"/>
                </a:lnTo>
                <a:lnTo>
                  <a:pt x="447139" y="599220"/>
                </a:lnTo>
                <a:lnTo>
                  <a:pt x="447402" y="598849"/>
                </a:lnTo>
                <a:lnTo>
                  <a:pt x="447659" y="598472"/>
                </a:lnTo>
                <a:lnTo>
                  <a:pt x="447911" y="598088"/>
                </a:lnTo>
                <a:lnTo>
                  <a:pt x="448158" y="597698"/>
                </a:lnTo>
                <a:lnTo>
                  <a:pt x="448398" y="597301"/>
                </a:lnTo>
                <a:lnTo>
                  <a:pt x="448634" y="596897"/>
                </a:lnTo>
                <a:lnTo>
                  <a:pt x="448863" y="596487"/>
                </a:lnTo>
                <a:lnTo>
                  <a:pt x="448905" y="596910"/>
                </a:lnTo>
                <a:lnTo>
                  <a:pt x="448950" y="597325"/>
                </a:lnTo>
                <a:lnTo>
                  <a:pt x="448998" y="597733"/>
                </a:lnTo>
                <a:lnTo>
                  <a:pt x="449050" y="598133"/>
                </a:lnTo>
                <a:lnTo>
                  <a:pt x="449105" y="598525"/>
                </a:lnTo>
                <a:lnTo>
                  <a:pt x="449164" y="598909"/>
                </a:lnTo>
                <a:lnTo>
                  <a:pt x="449225" y="599286"/>
                </a:lnTo>
                <a:lnTo>
                  <a:pt x="449290" y="599654"/>
                </a:lnTo>
                <a:lnTo>
                  <a:pt x="449359" y="600015"/>
                </a:lnTo>
                <a:lnTo>
                  <a:pt x="449431" y="600369"/>
                </a:lnTo>
                <a:lnTo>
                  <a:pt x="449506" y="600714"/>
                </a:lnTo>
                <a:lnTo>
                  <a:pt x="449584" y="601051"/>
                </a:lnTo>
                <a:lnTo>
                  <a:pt x="449666" y="601381"/>
                </a:lnTo>
                <a:lnTo>
                  <a:pt x="449751" y="601703"/>
                </a:lnTo>
                <a:lnTo>
                  <a:pt x="449839" y="602018"/>
                </a:lnTo>
                <a:lnTo>
                  <a:pt x="449931" y="602324"/>
                </a:lnTo>
                <a:lnTo>
                  <a:pt x="450026" y="602623"/>
                </a:lnTo>
                <a:lnTo>
                  <a:pt x="450125" y="602913"/>
                </a:lnTo>
                <a:lnTo>
                  <a:pt x="450226" y="603197"/>
                </a:lnTo>
                <a:lnTo>
                  <a:pt x="450331" y="603472"/>
                </a:lnTo>
                <a:lnTo>
                  <a:pt x="450440" y="603739"/>
                </a:lnTo>
                <a:lnTo>
                  <a:pt x="450552" y="603999"/>
                </a:lnTo>
                <a:lnTo>
                  <a:pt x="450667" y="604251"/>
                </a:lnTo>
                <a:lnTo>
                  <a:pt x="450785" y="604495"/>
                </a:lnTo>
                <a:lnTo>
                  <a:pt x="450908" y="604732"/>
                </a:lnTo>
                <a:lnTo>
                  <a:pt x="451037" y="604963"/>
                </a:lnTo>
                <a:lnTo>
                  <a:pt x="451171" y="605188"/>
                </a:lnTo>
                <a:lnTo>
                  <a:pt x="451310" y="605407"/>
                </a:lnTo>
                <a:lnTo>
                  <a:pt x="451455" y="605620"/>
                </a:lnTo>
                <a:lnTo>
                  <a:pt x="451606" y="605827"/>
                </a:lnTo>
                <a:lnTo>
                  <a:pt x="451762" y="606027"/>
                </a:lnTo>
                <a:lnTo>
                  <a:pt x="451924" y="606221"/>
                </a:lnTo>
                <a:lnTo>
                  <a:pt x="452092" y="606410"/>
                </a:lnTo>
                <a:lnTo>
                  <a:pt x="452265" y="606592"/>
                </a:lnTo>
                <a:lnTo>
                  <a:pt x="452443" y="606768"/>
                </a:lnTo>
                <a:lnTo>
                  <a:pt x="452627" y="606938"/>
                </a:lnTo>
                <a:lnTo>
                  <a:pt x="452817" y="607101"/>
                </a:lnTo>
                <a:lnTo>
                  <a:pt x="453012" y="607259"/>
                </a:lnTo>
                <a:lnTo>
                  <a:pt x="453213" y="607411"/>
                </a:lnTo>
                <a:lnTo>
                  <a:pt x="453419" y="607556"/>
                </a:lnTo>
                <a:lnTo>
                  <a:pt x="453631" y="607695"/>
                </a:lnTo>
                <a:lnTo>
                  <a:pt x="453849" y="607829"/>
                </a:lnTo>
                <a:lnTo>
                  <a:pt x="454072" y="607956"/>
                </a:lnTo>
                <a:lnTo>
                  <a:pt x="454300" y="608077"/>
                </a:lnTo>
                <a:lnTo>
                  <a:pt x="454534" y="608192"/>
                </a:lnTo>
                <a:lnTo>
                  <a:pt x="454774" y="608300"/>
                </a:lnTo>
                <a:lnTo>
                  <a:pt x="455019" y="608403"/>
                </a:lnTo>
                <a:lnTo>
                  <a:pt x="455270" y="608499"/>
                </a:lnTo>
                <a:lnTo>
                  <a:pt x="455527" y="608604"/>
                </a:lnTo>
                <a:lnTo>
                  <a:pt x="455789" y="608704"/>
                </a:lnTo>
                <a:lnTo>
                  <a:pt x="456058" y="608800"/>
                </a:lnTo>
                <a:lnTo>
                  <a:pt x="456333" y="608891"/>
                </a:lnTo>
                <a:lnTo>
                  <a:pt x="456614" y="608978"/>
                </a:lnTo>
                <a:lnTo>
                  <a:pt x="456902" y="609060"/>
                </a:lnTo>
                <a:lnTo>
                  <a:pt x="457195" y="609138"/>
                </a:lnTo>
                <a:lnTo>
                  <a:pt x="457495" y="609211"/>
                </a:lnTo>
                <a:lnTo>
                  <a:pt x="457800" y="609280"/>
                </a:lnTo>
                <a:lnTo>
                  <a:pt x="458112" y="609345"/>
                </a:lnTo>
                <a:lnTo>
                  <a:pt x="458430" y="609405"/>
                </a:lnTo>
                <a:lnTo>
                  <a:pt x="458754" y="609460"/>
                </a:lnTo>
                <a:lnTo>
                  <a:pt x="459084" y="609512"/>
                </a:lnTo>
                <a:lnTo>
                  <a:pt x="459420" y="609558"/>
                </a:lnTo>
                <a:lnTo>
                  <a:pt x="459762" y="609601"/>
                </a:lnTo>
                <a:lnTo>
                  <a:pt x="460111" y="609638"/>
                </a:lnTo>
                <a:lnTo>
                  <a:pt x="460465" y="609672"/>
                </a:lnTo>
                <a:lnTo>
                  <a:pt x="460826" y="609701"/>
                </a:lnTo>
                <a:lnTo>
                  <a:pt x="461193" y="609725"/>
                </a:lnTo>
                <a:lnTo>
                  <a:pt x="461566" y="609745"/>
                </a:lnTo>
                <a:lnTo>
                  <a:pt x="461945" y="609761"/>
                </a:lnTo>
                <a:lnTo>
                  <a:pt x="462330" y="609772"/>
                </a:lnTo>
                <a:lnTo>
                  <a:pt x="462721" y="609778"/>
                </a:lnTo>
                <a:lnTo>
                  <a:pt x="463118" y="609781"/>
                </a:lnTo>
                <a:lnTo>
                  <a:pt x="463398" y="609779"/>
                </a:lnTo>
                <a:lnTo>
                  <a:pt x="463677" y="609775"/>
                </a:lnTo>
                <a:lnTo>
                  <a:pt x="463954" y="609768"/>
                </a:lnTo>
                <a:lnTo>
                  <a:pt x="464231" y="609758"/>
                </a:lnTo>
                <a:lnTo>
                  <a:pt x="464506" y="609746"/>
                </a:lnTo>
                <a:lnTo>
                  <a:pt x="464780" y="609731"/>
                </a:lnTo>
                <a:lnTo>
                  <a:pt x="465053" y="609713"/>
                </a:lnTo>
                <a:lnTo>
                  <a:pt x="465325" y="609692"/>
                </a:lnTo>
                <a:lnTo>
                  <a:pt x="465596" y="609668"/>
                </a:lnTo>
                <a:lnTo>
                  <a:pt x="465866" y="609642"/>
                </a:lnTo>
                <a:lnTo>
                  <a:pt x="466134" y="609612"/>
                </a:lnTo>
                <a:lnTo>
                  <a:pt x="466402" y="609580"/>
                </a:lnTo>
                <a:lnTo>
                  <a:pt x="466668" y="609546"/>
                </a:lnTo>
                <a:lnTo>
                  <a:pt x="466933" y="609508"/>
                </a:lnTo>
                <a:lnTo>
                  <a:pt x="467198" y="609468"/>
                </a:lnTo>
                <a:lnTo>
                  <a:pt x="467461" y="609425"/>
                </a:lnTo>
                <a:lnTo>
                  <a:pt x="467723" y="609379"/>
                </a:lnTo>
                <a:lnTo>
                  <a:pt x="467983" y="609330"/>
                </a:lnTo>
                <a:lnTo>
                  <a:pt x="468243" y="609279"/>
                </a:lnTo>
                <a:lnTo>
                  <a:pt x="468502" y="609225"/>
                </a:lnTo>
                <a:lnTo>
                  <a:pt x="468759" y="609168"/>
                </a:lnTo>
                <a:lnTo>
                  <a:pt x="469016" y="609108"/>
                </a:lnTo>
                <a:lnTo>
                  <a:pt x="469271" y="609045"/>
                </a:lnTo>
                <a:lnTo>
                  <a:pt x="469525" y="608980"/>
                </a:lnTo>
                <a:lnTo>
                  <a:pt x="469777" y="608912"/>
                </a:lnTo>
                <a:lnTo>
                  <a:pt x="470026" y="608842"/>
                </a:lnTo>
                <a:lnTo>
                  <a:pt x="470271" y="608770"/>
                </a:lnTo>
                <a:lnTo>
                  <a:pt x="470513" y="608695"/>
                </a:lnTo>
                <a:lnTo>
                  <a:pt x="470751" y="608618"/>
                </a:lnTo>
                <a:lnTo>
                  <a:pt x="470987" y="608539"/>
                </a:lnTo>
                <a:lnTo>
                  <a:pt x="471219" y="608458"/>
                </a:lnTo>
                <a:lnTo>
                  <a:pt x="471447" y="608375"/>
                </a:lnTo>
                <a:lnTo>
                  <a:pt x="471672" y="608289"/>
                </a:lnTo>
                <a:lnTo>
                  <a:pt x="471894" y="608201"/>
                </a:lnTo>
                <a:lnTo>
                  <a:pt x="472113" y="608111"/>
                </a:lnTo>
                <a:lnTo>
                  <a:pt x="472328" y="608019"/>
                </a:lnTo>
                <a:lnTo>
                  <a:pt x="472540" y="607924"/>
                </a:lnTo>
                <a:lnTo>
                  <a:pt x="472748" y="607828"/>
                </a:lnTo>
                <a:lnTo>
                  <a:pt x="472954" y="607729"/>
                </a:lnTo>
                <a:lnTo>
                  <a:pt x="473156" y="607627"/>
                </a:lnTo>
                <a:lnTo>
                  <a:pt x="473354" y="607524"/>
                </a:lnTo>
                <a:lnTo>
                  <a:pt x="473549" y="607418"/>
                </a:lnTo>
                <a:lnTo>
                  <a:pt x="473741" y="607310"/>
                </a:lnTo>
                <a:lnTo>
                  <a:pt x="473930" y="607200"/>
                </a:lnTo>
                <a:lnTo>
                  <a:pt x="474115" y="607088"/>
                </a:lnTo>
                <a:lnTo>
                  <a:pt x="474297" y="606973"/>
                </a:lnTo>
                <a:lnTo>
                  <a:pt x="474475" y="606857"/>
                </a:lnTo>
                <a:lnTo>
                  <a:pt x="474650" y="606737"/>
                </a:lnTo>
                <a:lnTo>
                  <a:pt x="474650" y="596327"/>
                </a:lnTo>
                <a:lnTo>
                  <a:pt x="474422" y="596483"/>
                </a:lnTo>
                <a:lnTo>
                  <a:pt x="474190" y="596634"/>
                </a:lnTo>
                <a:lnTo>
                  <a:pt x="473955" y="596777"/>
                </a:lnTo>
                <a:lnTo>
                  <a:pt x="473716" y="596914"/>
                </a:lnTo>
                <a:lnTo>
                  <a:pt x="473474" y="597044"/>
                </a:lnTo>
                <a:lnTo>
                  <a:pt x="473229" y="597167"/>
                </a:lnTo>
                <a:lnTo>
                  <a:pt x="472980" y="597284"/>
                </a:lnTo>
                <a:lnTo>
                  <a:pt x="472728" y="597394"/>
                </a:lnTo>
                <a:lnTo>
                  <a:pt x="472473" y="597498"/>
                </a:lnTo>
                <a:lnTo>
                  <a:pt x="472215" y="597595"/>
                </a:lnTo>
                <a:lnTo>
                  <a:pt x="471953" y="597685"/>
                </a:lnTo>
                <a:lnTo>
                  <a:pt x="471687" y="597768"/>
                </a:lnTo>
                <a:lnTo>
                  <a:pt x="471419" y="597845"/>
                </a:lnTo>
                <a:lnTo>
                  <a:pt x="471147" y="597915"/>
                </a:lnTo>
                <a:lnTo>
                  <a:pt x="470871" y="597978"/>
                </a:lnTo>
                <a:lnTo>
                  <a:pt x="470593" y="598035"/>
                </a:lnTo>
                <a:lnTo>
                  <a:pt x="470311" y="598085"/>
                </a:lnTo>
                <a:lnTo>
                  <a:pt x="470026" y="598128"/>
                </a:lnTo>
                <a:lnTo>
                  <a:pt x="469737" y="598165"/>
                </a:lnTo>
                <a:lnTo>
                  <a:pt x="469445" y="598195"/>
                </a:lnTo>
                <a:lnTo>
                  <a:pt x="469150" y="598219"/>
                </a:lnTo>
                <a:lnTo>
                  <a:pt x="468851" y="598235"/>
                </a:lnTo>
                <a:lnTo>
                  <a:pt x="468549" y="598245"/>
                </a:lnTo>
                <a:lnTo>
                  <a:pt x="468244" y="598249"/>
                </a:lnTo>
                <a:lnTo>
                  <a:pt x="468072" y="598247"/>
                </a:lnTo>
                <a:lnTo>
                  <a:pt x="467902" y="598241"/>
                </a:lnTo>
                <a:lnTo>
                  <a:pt x="467736" y="598231"/>
                </a:lnTo>
                <a:lnTo>
                  <a:pt x="467572" y="598217"/>
                </a:lnTo>
                <a:lnTo>
                  <a:pt x="467411" y="598200"/>
                </a:lnTo>
                <a:lnTo>
                  <a:pt x="467253" y="598178"/>
                </a:lnTo>
                <a:lnTo>
                  <a:pt x="467097" y="598153"/>
                </a:lnTo>
                <a:lnTo>
                  <a:pt x="466945" y="598124"/>
                </a:lnTo>
                <a:lnTo>
                  <a:pt x="466795" y="598091"/>
                </a:lnTo>
                <a:lnTo>
                  <a:pt x="466648" y="598054"/>
                </a:lnTo>
                <a:lnTo>
                  <a:pt x="466503" y="598013"/>
                </a:lnTo>
                <a:lnTo>
                  <a:pt x="466362" y="597968"/>
                </a:lnTo>
                <a:lnTo>
                  <a:pt x="466223" y="597920"/>
                </a:lnTo>
                <a:lnTo>
                  <a:pt x="466087" y="597867"/>
                </a:lnTo>
                <a:lnTo>
                  <a:pt x="465954" y="597811"/>
                </a:lnTo>
                <a:lnTo>
                  <a:pt x="465823" y="597750"/>
                </a:lnTo>
                <a:lnTo>
                  <a:pt x="465696" y="597686"/>
                </a:lnTo>
                <a:lnTo>
                  <a:pt x="465571" y="597618"/>
                </a:lnTo>
                <a:lnTo>
                  <a:pt x="465449" y="597546"/>
                </a:lnTo>
                <a:lnTo>
                  <a:pt x="465330" y="597470"/>
                </a:lnTo>
                <a:lnTo>
                  <a:pt x="465213" y="597390"/>
                </a:lnTo>
                <a:lnTo>
                  <a:pt x="465099" y="597306"/>
                </a:lnTo>
                <a:lnTo>
                  <a:pt x="464988" y="597219"/>
                </a:lnTo>
                <a:lnTo>
                  <a:pt x="464880" y="597127"/>
                </a:lnTo>
                <a:lnTo>
                  <a:pt x="464776" y="597031"/>
                </a:lnTo>
                <a:lnTo>
                  <a:pt x="464675" y="596930"/>
                </a:lnTo>
                <a:lnTo>
                  <a:pt x="464580" y="596825"/>
                </a:lnTo>
                <a:lnTo>
                  <a:pt x="464489" y="596714"/>
                </a:lnTo>
                <a:lnTo>
                  <a:pt x="464402" y="596598"/>
                </a:lnTo>
                <a:lnTo>
                  <a:pt x="464320" y="596477"/>
                </a:lnTo>
                <a:lnTo>
                  <a:pt x="464242" y="596351"/>
                </a:lnTo>
                <a:lnTo>
                  <a:pt x="464168" y="596220"/>
                </a:lnTo>
                <a:lnTo>
                  <a:pt x="464099" y="596084"/>
                </a:lnTo>
                <a:lnTo>
                  <a:pt x="464035" y="595943"/>
                </a:lnTo>
                <a:lnTo>
                  <a:pt x="463975" y="595797"/>
                </a:lnTo>
                <a:lnTo>
                  <a:pt x="463919" y="595646"/>
                </a:lnTo>
                <a:lnTo>
                  <a:pt x="463868" y="595490"/>
                </a:lnTo>
                <a:lnTo>
                  <a:pt x="463821" y="595329"/>
                </a:lnTo>
                <a:lnTo>
                  <a:pt x="463779" y="595163"/>
                </a:lnTo>
                <a:lnTo>
                  <a:pt x="463741" y="594992"/>
                </a:lnTo>
                <a:lnTo>
                  <a:pt x="463708" y="594816"/>
                </a:lnTo>
                <a:lnTo>
                  <a:pt x="463679" y="594635"/>
                </a:lnTo>
                <a:lnTo>
                  <a:pt x="463654" y="594449"/>
                </a:lnTo>
                <a:lnTo>
                  <a:pt x="463634" y="594258"/>
                </a:lnTo>
                <a:lnTo>
                  <a:pt x="463619" y="594062"/>
                </a:lnTo>
                <a:lnTo>
                  <a:pt x="463608" y="593861"/>
                </a:lnTo>
                <a:lnTo>
                  <a:pt x="463601" y="593655"/>
                </a:lnTo>
                <a:lnTo>
                  <a:pt x="463599" y="593443"/>
                </a:lnTo>
                <a:lnTo>
                  <a:pt x="463599" y="550038"/>
                </a:lnTo>
                <a:lnTo>
                  <a:pt x="463584" y="548981"/>
                </a:lnTo>
                <a:lnTo>
                  <a:pt x="463541" y="547948"/>
                </a:lnTo>
                <a:lnTo>
                  <a:pt x="463469" y="546937"/>
                </a:lnTo>
                <a:lnTo>
                  <a:pt x="463367" y="545949"/>
                </a:lnTo>
                <a:lnTo>
                  <a:pt x="463237" y="544984"/>
                </a:lnTo>
                <a:lnTo>
                  <a:pt x="463078" y="544041"/>
                </a:lnTo>
                <a:lnTo>
                  <a:pt x="462890" y="543122"/>
                </a:lnTo>
                <a:lnTo>
                  <a:pt x="462673" y="542225"/>
                </a:lnTo>
                <a:lnTo>
                  <a:pt x="462428" y="541351"/>
                </a:lnTo>
                <a:lnTo>
                  <a:pt x="462153" y="540500"/>
                </a:lnTo>
                <a:lnTo>
                  <a:pt x="461849" y="539672"/>
                </a:lnTo>
                <a:lnTo>
                  <a:pt x="461517" y="538866"/>
                </a:lnTo>
                <a:lnTo>
                  <a:pt x="461155" y="538083"/>
                </a:lnTo>
                <a:lnTo>
                  <a:pt x="460765" y="537323"/>
                </a:lnTo>
                <a:lnTo>
                  <a:pt x="460345" y="536586"/>
                </a:lnTo>
                <a:lnTo>
                  <a:pt x="459897" y="535872"/>
                </a:lnTo>
                <a:lnTo>
                  <a:pt x="459420" y="535180"/>
                </a:lnTo>
                <a:lnTo>
                  <a:pt x="458914" y="534511"/>
                </a:lnTo>
                <a:lnTo>
                  <a:pt x="458379" y="533865"/>
                </a:lnTo>
                <a:lnTo>
                  <a:pt x="457815" y="533242"/>
                </a:lnTo>
                <a:lnTo>
                  <a:pt x="457222" y="532642"/>
                </a:lnTo>
                <a:lnTo>
                  <a:pt x="456600" y="532064"/>
                </a:lnTo>
                <a:lnTo>
                  <a:pt x="455950" y="531510"/>
                </a:lnTo>
                <a:lnTo>
                  <a:pt x="455270" y="530978"/>
                </a:lnTo>
                <a:lnTo>
                  <a:pt x="454575" y="530468"/>
                </a:lnTo>
                <a:lnTo>
                  <a:pt x="453853" y="529980"/>
                </a:lnTo>
                <a:lnTo>
                  <a:pt x="453103" y="529514"/>
                </a:lnTo>
                <a:lnTo>
                  <a:pt x="452325" y="529069"/>
                </a:lnTo>
                <a:lnTo>
                  <a:pt x="451519" y="528646"/>
                </a:lnTo>
                <a:lnTo>
                  <a:pt x="450685" y="528245"/>
                </a:lnTo>
                <a:lnTo>
                  <a:pt x="449824" y="527865"/>
                </a:lnTo>
                <a:lnTo>
                  <a:pt x="448934" y="527507"/>
                </a:lnTo>
                <a:lnTo>
                  <a:pt x="448017" y="527171"/>
                </a:lnTo>
                <a:lnTo>
                  <a:pt x="447072" y="526857"/>
                </a:lnTo>
                <a:lnTo>
                  <a:pt x="446100" y="526564"/>
                </a:lnTo>
                <a:lnTo>
                  <a:pt x="445099" y="526293"/>
                </a:lnTo>
                <a:lnTo>
                  <a:pt x="444071" y="526043"/>
                </a:lnTo>
                <a:lnTo>
                  <a:pt x="443015" y="525816"/>
                </a:lnTo>
                <a:lnTo>
                  <a:pt x="441931" y="525609"/>
                </a:lnTo>
                <a:lnTo>
                  <a:pt x="440819" y="525425"/>
                </a:lnTo>
                <a:lnTo>
                  <a:pt x="439680" y="525262"/>
                </a:lnTo>
                <a:lnTo>
                  <a:pt x="438512" y="525121"/>
                </a:lnTo>
                <a:lnTo>
                  <a:pt x="437317" y="525002"/>
                </a:lnTo>
                <a:lnTo>
                  <a:pt x="436094" y="524905"/>
                </a:lnTo>
                <a:lnTo>
                  <a:pt x="434843" y="524829"/>
                </a:lnTo>
                <a:lnTo>
                  <a:pt x="433565" y="524774"/>
                </a:lnTo>
                <a:lnTo>
                  <a:pt x="432259" y="524742"/>
                </a:lnTo>
                <a:lnTo>
                  <a:pt x="430924" y="524731"/>
                </a:lnTo>
                <a:lnTo>
                  <a:pt x="429667" y="524742"/>
                </a:lnTo>
                <a:lnTo>
                  <a:pt x="428431" y="524774"/>
                </a:lnTo>
                <a:lnTo>
                  <a:pt x="427215" y="524829"/>
                </a:lnTo>
                <a:lnTo>
                  <a:pt x="426021" y="524905"/>
                </a:lnTo>
                <a:lnTo>
                  <a:pt x="424849" y="525002"/>
                </a:lnTo>
                <a:lnTo>
                  <a:pt x="423697" y="525121"/>
                </a:lnTo>
                <a:lnTo>
                  <a:pt x="422566" y="525262"/>
                </a:lnTo>
                <a:lnTo>
                  <a:pt x="421457" y="525425"/>
                </a:lnTo>
                <a:lnTo>
                  <a:pt x="420368" y="525609"/>
                </a:lnTo>
                <a:lnTo>
                  <a:pt x="419301" y="525816"/>
                </a:lnTo>
                <a:lnTo>
                  <a:pt x="418255" y="526043"/>
                </a:lnTo>
                <a:lnTo>
                  <a:pt x="417230" y="526293"/>
                </a:lnTo>
                <a:lnTo>
                  <a:pt x="416226" y="526564"/>
                </a:lnTo>
                <a:lnTo>
                  <a:pt x="415243" y="526857"/>
                </a:lnTo>
                <a:lnTo>
                  <a:pt x="414282" y="527171"/>
                </a:lnTo>
                <a:lnTo>
                  <a:pt x="413341" y="527507"/>
                </a:lnTo>
                <a:lnTo>
                  <a:pt x="412422" y="527865"/>
                </a:lnTo>
                <a:lnTo>
                  <a:pt x="411524" y="528245"/>
                </a:lnTo>
                <a:lnTo>
                  <a:pt x="410647" y="528646"/>
                </a:lnTo>
                <a:lnTo>
                  <a:pt x="409791" y="529069"/>
                </a:lnTo>
                <a:lnTo>
                  <a:pt x="408956" y="529514"/>
                </a:lnTo>
                <a:lnTo>
                  <a:pt x="408143" y="529980"/>
                </a:lnTo>
                <a:lnTo>
                  <a:pt x="407350" y="530468"/>
                </a:lnTo>
                <a:lnTo>
                  <a:pt x="406579" y="530978"/>
                </a:lnTo>
                <a:lnTo>
                  <a:pt x="405847" y="531506"/>
                </a:lnTo>
                <a:lnTo>
                  <a:pt x="405146" y="532049"/>
                </a:lnTo>
                <a:lnTo>
                  <a:pt x="404476" y="532607"/>
                </a:lnTo>
                <a:lnTo>
                  <a:pt x="403838" y="533180"/>
                </a:lnTo>
                <a:lnTo>
                  <a:pt x="403231" y="533768"/>
                </a:lnTo>
                <a:lnTo>
                  <a:pt x="402655" y="534371"/>
                </a:lnTo>
                <a:lnTo>
                  <a:pt x="402110" y="534989"/>
                </a:lnTo>
                <a:lnTo>
                  <a:pt x="401596" y="535623"/>
                </a:lnTo>
                <a:lnTo>
                  <a:pt x="401113" y="536271"/>
                </a:lnTo>
                <a:lnTo>
                  <a:pt x="400661" y="536934"/>
                </a:lnTo>
                <a:lnTo>
                  <a:pt x="400241" y="537612"/>
                </a:lnTo>
                <a:lnTo>
                  <a:pt x="399852" y="538305"/>
                </a:lnTo>
                <a:lnTo>
                  <a:pt x="399493" y="539014"/>
                </a:lnTo>
                <a:lnTo>
                  <a:pt x="399166" y="539737"/>
                </a:lnTo>
                <a:lnTo>
                  <a:pt x="398871" y="540475"/>
                </a:lnTo>
                <a:lnTo>
                  <a:pt x="398606" y="541228"/>
                </a:lnTo>
                <a:lnTo>
                  <a:pt x="398372" y="541997"/>
                </a:lnTo>
                <a:lnTo>
                  <a:pt x="398170" y="542780"/>
                </a:lnTo>
                <a:lnTo>
                  <a:pt x="397999" y="543578"/>
                </a:lnTo>
                <a:lnTo>
                  <a:pt x="397858" y="544392"/>
                </a:lnTo>
                <a:lnTo>
                  <a:pt x="397749" y="545220"/>
                </a:lnTo>
                <a:lnTo>
                  <a:pt x="397672" y="546064"/>
                </a:lnTo>
                <a:lnTo>
                  <a:pt x="397625" y="546922"/>
                </a:lnTo>
                <a:lnTo>
                  <a:pt x="397609" y="547795"/>
                </a:lnTo>
                <a:lnTo>
                  <a:pt x="397609" y="547821"/>
                </a:lnTo>
                <a:lnTo>
                  <a:pt x="397608" y="547844"/>
                </a:lnTo>
                <a:lnTo>
                  <a:pt x="397607" y="547865"/>
                </a:lnTo>
                <a:lnTo>
                  <a:pt x="397605" y="547884"/>
                </a:lnTo>
                <a:lnTo>
                  <a:pt x="397602" y="547901"/>
                </a:lnTo>
                <a:lnTo>
                  <a:pt x="397599" y="547915"/>
                </a:lnTo>
                <a:lnTo>
                  <a:pt x="397596" y="547928"/>
                </a:lnTo>
                <a:lnTo>
                  <a:pt x="397591" y="547938"/>
                </a:lnTo>
                <a:lnTo>
                  <a:pt x="397587" y="547946"/>
                </a:lnTo>
                <a:lnTo>
                  <a:pt x="397581" y="547951"/>
                </a:lnTo>
                <a:lnTo>
                  <a:pt x="397576" y="547954"/>
                </a:lnTo>
                <a:lnTo>
                  <a:pt x="397569" y="547956"/>
                </a:lnTo>
                <a:lnTo>
                  <a:pt x="397562" y="547954"/>
                </a:lnTo>
                <a:lnTo>
                  <a:pt x="397555" y="547951"/>
                </a:lnTo>
                <a:lnTo>
                  <a:pt x="397547" y="547946"/>
                </a:lnTo>
                <a:lnTo>
                  <a:pt x="397538" y="547938"/>
                </a:lnTo>
                <a:lnTo>
                  <a:pt x="397529" y="547928"/>
                </a:lnTo>
                <a:lnTo>
                  <a:pt x="397519" y="547915"/>
                </a:lnTo>
                <a:lnTo>
                  <a:pt x="397509" y="547901"/>
                </a:lnTo>
                <a:lnTo>
                  <a:pt x="397498" y="547884"/>
                </a:lnTo>
                <a:lnTo>
                  <a:pt x="397487" y="547865"/>
                </a:lnTo>
                <a:lnTo>
                  <a:pt x="397475" y="547844"/>
                </a:lnTo>
                <a:lnTo>
                  <a:pt x="397462" y="547821"/>
                </a:lnTo>
                <a:lnTo>
                  <a:pt x="397449" y="547795"/>
                </a:lnTo>
                <a:lnTo>
                  <a:pt x="397449" y="547788"/>
                </a:lnTo>
                <a:lnTo>
                  <a:pt x="397449" y="547829"/>
                </a:lnTo>
                <a:lnTo>
                  <a:pt x="397449" y="547890"/>
                </a:lnTo>
                <a:lnTo>
                  <a:pt x="397449" y="547956"/>
                </a:lnTo>
                <a:lnTo>
                  <a:pt x="397463" y="548025"/>
                </a:lnTo>
                <a:lnTo>
                  <a:pt x="397477" y="548101"/>
                </a:lnTo>
                <a:lnTo>
                  <a:pt x="397492" y="548183"/>
                </a:lnTo>
                <a:close/>
                <a:moveTo>
                  <a:pt x="422445" y="598208"/>
                </a:moveTo>
                <a:lnTo>
                  <a:pt x="421882" y="598136"/>
                </a:lnTo>
                <a:lnTo>
                  <a:pt x="421332" y="598053"/>
                </a:lnTo>
                <a:lnTo>
                  <a:pt x="420796" y="597958"/>
                </a:lnTo>
                <a:lnTo>
                  <a:pt x="420274" y="597853"/>
                </a:lnTo>
                <a:lnTo>
                  <a:pt x="419766" y="597736"/>
                </a:lnTo>
                <a:lnTo>
                  <a:pt x="419272" y="597608"/>
                </a:lnTo>
                <a:lnTo>
                  <a:pt x="418792" y="597469"/>
                </a:lnTo>
                <a:lnTo>
                  <a:pt x="418325" y="597319"/>
                </a:lnTo>
                <a:lnTo>
                  <a:pt x="417873" y="597157"/>
                </a:lnTo>
                <a:lnTo>
                  <a:pt x="417435" y="596985"/>
                </a:lnTo>
                <a:lnTo>
                  <a:pt x="417010" y="596801"/>
                </a:lnTo>
                <a:lnTo>
                  <a:pt x="416599" y="596607"/>
                </a:lnTo>
                <a:lnTo>
                  <a:pt x="416202" y="596401"/>
                </a:lnTo>
                <a:lnTo>
                  <a:pt x="415820" y="596184"/>
                </a:lnTo>
                <a:lnTo>
                  <a:pt x="415451" y="595956"/>
                </a:lnTo>
                <a:lnTo>
                  <a:pt x="415095" y="595717"/>
                </a:lnTo>
                <a:lnTo>
                  <a:pt x="414754" y="595467"/>
                </a:lnTo>
                <a:lnTo>
                  <a:pt x="414427" y="595205"/>
                </a:lnTo>
                <a:lnTo>
                  <a:pt x="414126" y="594933"/>
                </a:lnTo>
                <a:lnTo>
                  <a:pt x="413839" y="594649"/>
                </a:lnTo>
                <a:lnTo>
                  <a:pt x="413564" y="594354"/>
                </a:lnTo>
                <a:lnTo>
                  <a:pt x="413301" y="594049"/>
                </a:lnTo>
                <a:lnTo>
                  <a:pt x="413052" y="593732"/>
                </a:lnTo>
                <a:lnTo>
                  <a:pt x="412815" y="593403"/>
                </a:lnTo>
                <a:lnTo>
                  <a:pt x="412591" y="593064"/>
                </a:lnTo>
                <a:lnTo>
                  <a:pt x="412380" y="592714"/>
                </a:lnTo>
                <a:lnTo>
                  <a:pt x="412182" y="592352"/>
                </a:lnTo>
                <a:lnTo>
                  <a:pt x="411997" y="591980"/>
                </a:lnTo>
                <a:lnTo>
                  <a:pt x="411824" y="591596"/>
                </a:lnTo>
                <a:lnTo>
                  <a:pt x="411664" y="591201"/>
                </a:lnTo>
                <a:lnTo>
                  <a:pt x="411517" y="590795"/>
                </a:lnTo>
                <a:lnTo>
                  <a:pt x="411383" y="590378"/>
                </a:lnTo>
                <a:lnTo>
                  <a:pt x="411261" y="589950"/>
                </a:lnTo>
                <a:lnTo>
                  <a:pt x="411152" y="589510"/>
                </a:lnTo>
                <a:lnTo>
                  <a:pt x="411056" y="589060"/>
                </a:lnTo>
                <a:lnTo>
                  <a:pt x="410973" y="588598"/>
                </a:lnTo>
                <a:lnTo>
                  <a:pt x="410903" y="588126"/>
                </a:lnTo>
                <a:lnTo>
                  <a:pt x="410845" y="587642"/>
                </a:lnTo>
                <a:lnTo>
                  <a:pt x="410801" y="587147"/>
                </a:lnTo>
                <a:lnTo>
                  <a:pt x="410769" y="586641"/>
                </a:lnTo>
                <a:lnTo>
                  <a:pt x="410749" y="586124"/>
                </a:lnTo>
                <a:lnTo>
                  <a:pt x="410743" y="585595"/>
                </a:lnTo>
                <a:lnTo>
                  <a:pt x="410749" y="585080"/>
                </a:lnTo>
                <a:lnTo>
                  <a:pt x="410766" y="584574"/>
                </a:lnTo>
                <a:lnTo>
                  <a:pt x="410796" y="584079"/>
                </a:lnTo>
                <a:lnTo>
                  <a:pt x="410836" y="583593"/>
                </a:lnTo>
                <a:lnTo>
                  <a:pt x="410889" y="583118"/>
                </a:lnTo>
                <a:lnTo>
                  <a:pt x="410953" y="582652"/>
                </a:lnTo>
                <a:lnTo>
                  <a:pt x="411029" y="582197"/>
                </a:lnTo>
                <a:lnTo>
                  <a:pt x="411117" y="581751"/>
                </a:lnTo>
                <a:lnTo>
                  <a:pt x="411216" y="581316"/>
                </a:lnTo>
                <a:lnTo>
                  <a:pt x="411327" y="580890"/>
                </a:lnTo>
                <a:lnTo>
                  <a:pt x="411450" y="580475"/>
                </a:lnTo>
                <a:lnTo>
                  <a:pt x="411584" y="580069"/>
                </a:lnTo>
                <a:lnTo>
                  <a:pt x="411730" y="579674"/>
                </a:lnTo>
                <a:lnTo>
                  <a:pt x="411888" y="579289"/>
                </a:lnTo>
                <a:lnTo>
                  <a:pt x="412057" y="578913"/>
                </a:lnTo>
                <a:lnTo>
                  <a:pt x="412238" y="578548"/>
                </a:lnTo>
                <a:lnTo>
                  <a:pt x="412431" y="578192"/>
                </a:lnTo>
                <a:lnTo>
                  <a:pt x="412635" y="577847"/>
                </a:lnTo>
                <a:lnTo>
                  <a:pt x="412851" y="577512"/>
                </a:lnTo>
                <a:lnTo>
                  <a:pt x="413079" y="577186"/>
                </a:lnTo>
                <a:lnTo>
                  <a:pt x="413318" y="576871"/>
                </a:lnTo>
                <a:lnTo>
                  <a:pt x="413569" y="576566"/>
                </a:lnTo>
                <a:lnTo>
                  <a:pt x="413832" y="576270"/>
                </a:lnTo>
                <a:lnTo>
                  <a:pt x="414107" y="575985"/>
                </a:lnTo>
                <a:lnTo>
                  <a:pt x="414408" y="575695"/>
                </a:lnTo>
                <a:lnTo>
                  <a:pt x="414725" y="575412"/>
                </a:lnTo>
                <a:lnTo>
                  <a:pt x="415058" y="575137"/>
                </a:lnTo>
                <a:lnTo>
                  <a:pt x="415406" y="574868"/>
                </a:lnTo>
                <a:lnTo>
                  <a:pt x="415769" y="574607"/>
                </a:lnTo>
                <a:lnTo>
                  <a:pt x="416149" y="574353"/>
                </a:lnTo>
                <a:lnTo>
                  <a:pt x="416544" y="574107"/>
                </a:lnTo>
                <a:lnTo>
                  <a:pt x="416954" y="573867"/>
                </a:lnTo>
                <a:lnTo>
                  <a:pt x="417380" y="573635"/>
                </a:lnTo>
                <a:lnTo>
                  <a:pt x="417822" y="573410"/>
                </a:lnTo>
                <a:lnTo>
                  <a:pt x="418279" y="573192"/>
                </a:lnTo>
                <a:lnTo>
                  <a:pt x="418752" y="572982"/>
                </a:lnTo>
                <a:lnTo>
                  <a:pt x="419240" y="572779"/>
                </a:lnTo>
                <a:lnTo>
                  <a:pt x="419744" y="572583"/>
                </a:lnTo>
                <a:lnTo>
                  <a:pt x="420263" y="572394"/>
                </a:lnTo>
                <a:lnTo>
                  <a:pt x="420798" y="572212"/>
                </a:lnTo>
                <a:lnTo>
                  <a:pt x="421349" y="572038"/>
                </a:lnTo>
                <a:lnTo>
                  <a:pt x="421915" y="571871"/>
                </a:lnTo>
                <a:lnTo>
                  <a:pt x="422497" y="571711"/>
                </a:lnTo>
                <a:lnTo>
                  <a:pt x="423094" y="571558"/>
                </a:lnTo>
                <a:lnTo>
                  <a:pt x="423707" y="571413"/>
                </a:lnTo>
                <a:lnTo>
                  <a:pt x="424335" y="571275"/>
                </a:lnTo>
                <a:lnTo>
                  <a:pt x="424979" y="571144"/>
                </a:lnTo>
                <a:lnTo>
                  <a:pt x="425639" y="571020"/>
                </a:lnTo>
                <a:lnTo>
                  <a:pt x="426329" y="570889"/>
                </a:lnTo>
                <a:lnTo>
                  <a:pt x="427039" y="570764"/>
                </a:lnTo>
                <a:lnTo>
                  <a:pt x="427769" y="570644"/>
                </a:lnTo>
                <a:lnTo>
                  <a:pt x="428517" y="570530"/>
                </a:lnTo>
                <a:lnTo>
                  <a:pt x="429286" y="570422"/>
                </a:lnTo>
                <a:lnTo>
                  <a:pt x="430073" y="570319"/>
                </a:lnTo>
                <a:lnTo>
                  <a:pt x="430881" y="570222"/>
                </a:lnTo>
                <a:lnTo>
                  <a:pt x="431707" y="570130"/>
                </a:lnTo>
                <a:lnTo>
                  <a:pt x="432554" y="570044"/>
                </a:lnTo>
                <a:lnTo>
                  <a:pt x="433419" y="569963"/>
                </a:lnTo>
                <a:lnTo>
                  <a:pt x="434304" y="569888"/>
                </a:lnTo>
                <a:lnTo>
                  <a:pt x="435209" y="569819"/>
                </a:lnTo>
                <a:lnTo>
                  <a:pt x="436133" y="569755"/>
                </a:lnTo>
                <a:lnTo>
                  <a:pt x="437076" y="569696"/>
                </a:lnTo>
                <a:lnTo>
                  <a:pt x="438039" y="569643"/>
                </a:lnTo>
                <a:lnTo>
                  <a:pt x="439022" y="569596"/>
                </a:lnTo>
                <a:lnTo>
                  <a:pt x="440024" y="569554"/>
                </a:lnTo>
                <a:lnTo>
                  <a:pt x="441045" y="569518"/>
                </a:lnTo>
                <a:lnTo>
                  <a:pt x="442086" y="569488"/>
                </a:lnTo>
                <a:lnTo>
                  <a:pt x="443146" y="569463"/>
                </a:lnTo>
                <a:lnTo>
                  <a:pt x="444226" y="569443"/>
                </a:lnTo>
                <a:lnTo>
                  <a:pt x="445325" y="569429"/>
                </a:lnTo>
                <a:lnTo>
                  <a:pt x="446444" y="569421"/>
                </a:lnTo>
                <a:lnTo>
                  <a:pt x="447582" y="569418"/>
                </a:lnTo>
                <a:lnTo>
                  <a:pt x="447582" y="574383"/>
                </a:lnTo>
                <a:lnTo>
                  <a:pt x="447578" y="574942"/>
                </a:lnTo>
                <a:lnTo>
                  <a:pt x="447565" y="575496"/>
                </a:lnTo>
                <a:lnTo>
                  <a:pt x="447544" y="576045"/>
                </a:lnTo>
                <a:lnTo>
                  <a:pt x="447515" y="576590"/>
                </a:lnTo>
                <a:lnTo>
                  <a:pt x="447478" y="577131"/>
                </a:lnTo>
                <a:lnTo>
                  <a:pt x="447432" y="577667"/>
                </a:lnTo>
                <a:lnTo>
                  <a:pt x="447378" y="578199"/>
                </a:lnTo>
                <a:lnTo>
                  <a:pt x="447315" y="578726"/>
                </a:lnTo>
                <a:lnTo>
                  <a:pt x="447244" y="579249"/>
                </a:lnTo>
                <a:lnTo>
                  <a:pt x="447165" y="579767"/>
                </a:lnTo>
                <a:lnTo>
                  <a:pt x="447077" y="580281"/>
                </a:lnTo>
                <a:lnTo>
                  <a:pt x="446981" y="580790"/>
                </a:lnTo>
                <a:lnTo>
                  <a:pt x="446877" y="581295"/>
                </a:lnTo>
                <a:lnTo>
                  <a:pt x="446764" y="581796"/>
                </a:lnTo>
                <a:lnTo>
                  <a:pt x="446643" y="582292"/>
                </a:lnTo>
                <a:lnTo>
                  <a:pt x="446514" y="582783"/>
                </a:lnTo>
                <a:lnTo>
                  <a:pt x="446376" y="583271"/>
                </a:lnTo>
                <a:lnTo>
                  <a:pt x="446231" y="583753"/>
                </a:lnTo>
                <a:lnTo>
                  <a:pt x="446076" y="584232"/>
                </a:lnTo>
                <a:lnTo>
                  <a:pt x="445914" y="584705"/>
                </a:lnTo>
                <a:lnTo>
                  <a:pt x="445742" y="585175"/>
                </a:lnTo>
                <a:lnTo>
                  <a:pt x="445563" y="585640"/>
                </a:lnTo>
                <a:lnTo>
                  <a:pt x="445375" y="586100"/>
                </a:lnTo>
                <a:lnTo>
                  <a:pt x="445179" y="586556"/>
                </a:lnTo>
                <a:lnTo>
                  <a:pt x="444988" y="587006"/>
                </a:lnTo>
                <a:lnTo>
                  <a:pt x="444788" y="587448"/>
                </a:lnTo>
                <a:lnTo>
                  <a:pt x="444579" y="587883"/>
                </a:lnTo>
                <a:lnTo>
                  <a:pt x="444361" y="588309"/>
                </a:lnTo>
                <a:lnTo>
                  <a:pt x="444134" y="588728"/>
                </a:lnTo>
                <a:lnTo>
                  <a:pt x="443898" y="589139"/>
                </a:lnTo>
                <a:lnTo>
                  <a:pt x="443653" y="589542"/>
                </a:lnTo>
                <a:lnTo>
                  <a:pt x="443400" y="589938"/>
                </a:lnTo>
                <a:lnTo>
                  <a:pt x="443137" y="590325"/>
                </a:lnTo>
                <a:lnTo>
                  <a:pt x="442866" y="590705"/>
                </a:lnTo>
                <a:lnTo>
                  <a:pt x="442586" y="591077"/>
                </a:lnTo>
                <a:lnTo>
                  <a:pt x="442296" y="591441"/>
                </a:lnTo>
                <a:lnTo>
                  <a:pt x="441998" y="591798"/>
                </a:lnTo>
                <a:lnTo>
                  <a:pt x="441691" y="592147"/>
                </a:lnTo>
                <a:lnTo>
                  <a:pt x="441375" y="592487"/>
                </a:lnTo>
                <a:lnTo>
                  <a:pt x="441051" y="592821"/>
                </a:lnTo>
                <a:lnTo>
                  <a:pt x="440717" y="593146"/>
                </a:lnTo>
                <a:lnTo>
                  <a:pt x="440374" y="593463"/>
                </a:lnTo>
                <a:lnTo>
                  <a:pt x="440023" y="593773"/>
                </a:lnTo>
                <a:lnTo>
                  <a:pt x="439662" y="594075"/>
                </a:lnTo>
                <a:lnTo>
                  <a:pt x="439293" y="594369"/>
                </a:lnTo>
                <a:lnTo>
                  <a:pt x="438915" y="594656"/>
                </a:lnTo>
                <a:lnTo>
                  <a:pt x="438528" y="594934"/>
                </a:lnTo>
                <a:lnTo>
                  <a:pt x="438132" y="595205"/>
                </a:lnTo>
                <a:lnTo>
                  <a:pt x="437740" y="595467"/>
                </a:lnTo>
                <a:lnTo>
                  <a:pt x="437339" y="595717"/>
                </a:lnTo>
                <a:lnTo>
                  <a:pt x="436928" y="595956"/>
                </a:lnTo>
                <a:lnTo>
                  <a:pt x="436508" y="596184"/>
                </a:lnTo>
                <a:lnTo>
                  <a:pt x="436078" y="596401"/>
                </a:lnTo>
                <a:lnTo>
                  <a:pt x="435639" y="596607"/>
                </a:lnTo>
                <a:lnTo>
                  <a:pt x="435191" y="596801"/>
                </a:lnTo>
                <a:lnTo>
                  <a:pt x="434733" y="596985"/>
                </a:lnTo>
                <a:lnTo>
                  <a:pt x="434265" y="597157"/>
                </a:lnTo>
                <a:lnTo>
                  <a:pt x="433788" y="597319"/>
                </a:lnTo>
                <a:lnTo>
                  <a:pt x="433302" y="597469"/>
                </a:lnTo>
                <a:lnTo>
                  <a:pt x="432806" y="597608"/>
                </a:lnTo>
                <a:lnTo>
                  <a:pt x="432301" y="597736"/>
                </a:lnTo>
                <a:lnTo>
                  <a:pt x="431786" y="597853"/>
                </a:lnTo>
                <a:lnTo>
                  <a:pt x="431262" y="597958"/>
                </a:lnTo>
                <a:lnTo>
                  <a:pt x="430729" y="598053"/>
                </a:lnTo>
                <a:lnTo>
                  <a:pt x="430186" y="598136"/>
                </a:lnTo>
                <a:lnTo>
                  <a:pt x="429633" y="598208"/>
                </a:lnTo>
                <a:lnTo>
                  <a:pt x="429071" y="598270"/>
                </a:lnTo>
                <a:lnTo>
                  <a:pt x="428500" y="598320"/>
                </a:lnTo>
                <a:lnTo>
                  <a:pt x="427919" y="598359"/>
                </a:lnTo>
                <a:lnTo>
                  <a:pt x="427328" y="598386"/>
                </a:lnTo>
                <a:lnTo>
                  <a:pt x="426729" y="598403"/>
                </a:lnTo>
                <a:lnTo>
                  <a:pt x="426119" y="598409"/>
                </a:lnTo>
                <a:lnTo>
                  <a:pt x="425472" y="598403"/>
                </a:lnTo>
                <a:lnTo>
                  <a:pt x="424839" y="598386"/>
                </a:lnTo>
                <a:lnTo>
                  <a:pt x="424220" y="598359"/>
                </a:lnTo>
                <a:lnTo>
                  <a:pt x="423614" y="598320"/>
                </a:lnTo>
                <a:lnTo>
                  <a:pt x="423023" y="598270"/>
                </a:lnTo>
                <a:lnTo>
                  <a:pt x="422445" y="598208"/>
                </a:lnTo>
                <a:close/>
                <a:moveTo>
                  <a:pt x="1185300" y="44527"/>
                </a:moveTo>
                <a:lnTo>
                  <a:pt x="1191707" y="44527"/>
                </a:lnTo>
                <a:lnTo>
                  <a:pt x="1195390" y="23545"/>
                </a:lnTo>
                <a:lnTo>
                  <a:pt x="1195390" y="0"/>
                </a:lnTo>
                <a:lnTo>
                  <a:pt x="1181616" y="0"/>
                </a:lnTo>
                <a:lnTo>
                  <a:pt x="1181616" y="23545"/>
                </a:lnTo>
                <a:lnTo>
                  <a:pt x="1185300" y="44527"/>
                </a:lnTo>
                <a:close/>
                <a:moveTo>
                  <a:pt x="1209165" y="44527"/>
                </a:moveTo>
                <a:lnTo>
                  <a:pt x="1215572" y="44527"/>
                </a:lnTo>
                <a:lnTo>
                  <a:pt x="1219255" y="23545"/>
                </a:lnTo>
                <a:lnTo>
                  <a:pt x="1219255" y="0"/>
                </a:lnTo>
                <a:lnTo>
                  <a:pt x="1205481" y="0"/>
                </a:lnTo>
                <a:lnTo>
                  <a:pt x="1205481" y="23545"/>
                </a:lnTo>
                <a:lnTo>
                  <a:pt x="1209165" y="44527"/>
                </a:lnTo>
                <a:close/>
                <a:moveTo>
                  <a:pt x="1297035" y="51254"/>
                </a:moveTo>
                <a:lnTo>
                  <a:pt x="1269806" y="0"/>
                </a:lnTo>
                <a:lnTo>
                  <a:pt x="1251387" y="0"/>
                </a:lnTo>
                <a:lnTo>
                  <a:pt x="1288226" y="69033"/>
                </a:lnTo>
                <a:lnTo>
                  <a:pt x="1288226" y="109876"/>
                </a:lnTo>
                <a:lnTo>
                  <a:pt x="1305044" y="109876"/>
                </a:lnTo>
                <a:lnTo>
                  <a:pt x="1305044" y="69033"/>
                </a:lnTo>
                <a:lnTo>
                  <a:pt x="1341722" y="0"/>
                </a:lnTo>
                <a:lnTo>
                  <a:pt x="1324744" y="0"/>
                </a:lnTo>
                <a:lnTo>
                  <a:pt x="1297676" y="51254"/>
                </a:lnTo>
                <a:lnTo>
                  <a:pt x="1297035" y="51254"/>
                </a:lnTo>
                <a:close/>
                <a:moveTo>
                  <a:pt x="1398309" y="111157"/>
                </a:moveTo>
                <a:lnTo>
                  <a:pt x="1399221" y="111042"/>
                </a:lnTo>
                <a:lnTo>
                  <a:pt x="1400121" y="110908"/>
                </a:lnTo>
                <a:lnTo>
                  <a:pt x="1401010" y="110757"/>
                </a:lnTo>
                <a:lnTo>
                  <a:pt x="1401886" y="110588"/>
                </a:lnTo>
                <a:lnTo>
                  <a:pt x="1402751" y="110401"/>
                </a:lnTo>
                <a:lnTo>
                  <a:pt x="1403605" y="110196"/>
                </a:lnTo>
                <a:lnTo>
                  <a:pt x="1404447" y="109974"/>
                </a:lnTo>
                <a:lnTo>
                  <a:pt x="1405277" y="109733"/>
                </a:lnTo>
                <a:lnTo>
                  <a:pt x="1406095" y="109475"/>
                </a:lnTo>
                <a:lnTo>
                  <a:pt x="1406902" y="109200"/>
                </a:lnTo>
                <a:lnTo>
                  <a:pt x="1407697" y="108906"/>
                </a:lnTo>
                <a:lnTo>
                  <a:pt x="1408480" y="108595"/>
                </a:lnTo>
                <a:lnTo>
                  <a:pt x="1409252" y="108265"/>
                </a:lnTo>
                <a:lnTo>
                  <a:pt x="1410012" y="107918"/>
                </a:lnTo>
                <a:lnTo>
                  <a:pt x="1410760" y="107553"/>
                </a:lnTo>
                <a:lnTo>
                  <a:pt x="1411497" y="107171"/>
                </a:lnTo>
                <a:lnTo>
                  <a:pt x="1412221" y="106770"/>
                </a:lnTo>
                <a:lnTo>
                  <a:pt x="1412935" y="106352"/>
                </a:lnTo>
                <a:lnTo>
                  <a:pt x="1413635" y="105905"/>
                </a:lnTo>
                <a:lnTo>
                  <a:pt x="1414322" y="105443"/>
                </a:lnTo>
                <a:lnTo>
                  <a:pt x="1414994" y="104968"/>
                </a:lnTo>
                <a:lnTo>
                  <a:pt x="1415653" y="104479"/>
                </a:lnTo>
                <a:lnTo>
                  <a:pt x="1416298" y="103976"/>
                </a:lnTo>
                <a:lnTo>
                  <a:pt x="1416929" y="103459"/>
                </a:lnTo>
                <a:lnTo>
                  <a:pt x="1417546" y="102928"/>
                </a:lnTo>
                <a:lnTo>
                  <a:pt x="1418149" y="102384"/>
                </a:lnTo>
                <a:lnTo>
                  <a:pt x="1418738" y="101825"/>
                </a:lnTo>
                <a:lnTo>
                  <a:pt x="1419314" y="101252"/>
                </a:lnTo>
                <a:lnTo>
                  <a:pt x="1419875" y="100666"/>
                </a:lnTo>
                <a:lnTo>
                  <a:pt x="1420423" y="100066"/>
                </a:lnTo>
                <a:lnTo>
                  <a:pt x="1420956" y="99451"/>
                </a:lnTo>
                <a:lnTo>
                  <a:pt x="1421476" y="98823"/>
                </a:lnTo>
                <a:lnTo>
                  <a:pt x="1421982" y="98181"/>
                </a:lnTo>
                <a:lnTo>
                  <a:pt x="1422474" y="97525"/>
                </a:lnTo>
                <a:lnTo>
                  <a:pt x="1422952" y="96855"/>
                </a:lnTo>
                <a:lnTo>
                  <a:pt x="1423416" y="96171"/>
                </a:lnTo>
                <a:lnTo>
                  <a:pt x="1423866" y="95474"/>
                </a:lnTo>
                <a:lnTo>
                  <a:pt x="1424302" y="94762"/>
                </a:lnTo>
                <a:lnTo>
                  <a:pt x="1424725" y="94037"/>
                </a:lnTo>
                <a:lnTo>
                  <a:pt x="1425133" y="93297"/>
                </a:lnTo>
                <a:lnTo>
                  <a:pt x="1425528" y="92544"/>
                </a:lnTo>
                <a:lnTo>
                  <a:pt x="1425908" y="91777"/>
                </a:lnTo>
                <a:lnTo>
                  <a:pt x="1426274" y="90998"/>
                </a:lnTo>
                <a:lnTo>
                  <a:pt x="1426625" y="90208"/>
                </a:lnTo>
                <a:lnTo>
                  <a:pt x="1426959" y="89409"/>
                </a:lnTo>
                <a:lnTo>
                  <a:pt x="1427279" y="88600"/>
                </a:lnTo>
                <a:lnTo>
                  <a:pt x="1427582" y="87781"/>
                </a:lnTo>
                <a:lnTo>
                  <a:pt x="1427870" y="86952"/>
                </a:lnTo>
                <a:lnTo>
                  <a:pt x="1428143" y="86112"/>
                </a:lnTo>
                <a:lnTo>
                  <a:pt x="1428400" y="85263"/>
                </a:lnTo>
                <a:lnTo>
                  <a:pt x="1428641" y="84404"/>
                </a:lnTo>
                <a:lnTo>
                  <a:pt x="1428867" y="83535"/>
                </a:lnTo>
                <a:lnTo>
                  <a:pt x="1429077" y="82655"/>
                </a:lnTo>
                <a:lnTo>
                  <a:pt x="1429272" y="81766"/>
                </a:lnTo>
                <a:lnTo>
                  <a:pt x="1429451" y="80867"/>
                </a:lnTo>
                <a:lnTo>
                  <a:pt x="1429615" y="79958"/>
                </a:lnTo>
                <a:lnTo>
                  <a:pt x="1429762" y="79038"/>
                </a:lnTo>
                <a:lnTo>
                  <a:pt x="1429895" y="78109"/>
                </a:lnTo>
                <a:lnTo>
                  <a:pt x="1430012" y="77170"/>
                </a:lnTo>
                <a:lnTo>
                  <a:pt x="1430113" y="76220"/>
                </a:lnTo>
                <a:lnTo>
                  <a:pt x="1430198" y="75261"/>
                </a:lnTo>
                <a:lnTo>
                  <a:pt x="1430269" y="74292"/>
                </a:lnTo>
                <a:lnTo>
                  <a:pt x="1430323" y="73312"/>
                </a:lnTo>
                <a:lnTo>
                  <a:pt x="1430362" y="72323"/>
                </a:lnTo>
                <a:lnTo>
                  <a:pt x="1430385" y="71324"/>
                </a:lnTo>
                <a:lnTo>
                  <a:pt x="1430393" y="70314"/>
                </a:lnTo>
                <a:lnTo>
                  <a:pt x="1430393" y="67591"/>
                </a:lnTo>
                <a:lnTo>
                  <a:pt x="1430385" y="66595"/>
                </a:lnTo>
                <a:lnTo>
                  <a:pt x="1430362" y="65608"/>
                </a:lnTo>
                <a:lnTo>
                  <a:pt x="1430323" y="64631"/>
                </a:lnTo>
                <a:lnTo>
                  <a:pt x="1430269" y="63663"/>
                </a:lnTo>
                <a:lnTo>
                  <a:pt x="1430198" y="62704"/>
                </a:lnTo>
                <a:lnTo>
                  <a:pt x="1430113" y="61755"/>
                </a:lnTo>
                <a:lnTo>
                  <a:pt x="1430012" y="60816"/>
                </a:lnTo>
                <a:lnTo>
                  <a:pt x="1429895" y="59885"/>
                </a:lnTo>
                <a:lnTo>
                  <a:pt x="1429762" y="58965"/>
                </a:lnTo>
                <a:lnTo>
                  <a:pt x="1429615" y="58053"/>
                </a:lnTo>
                <a:lnTo>
                  <a:pt x="1429451" y="57152"/>
                </a:lnTo>
                <a:lnTo>
                  <a:pt x="1429272" y="56259"/>
                </a:lnTo>
                <a:lnTo>
                  <a:pt x="1429077" y="55376"/>
                </a:lnTo>
                <a:lnTo>
                  <a:pt x="1428867" y="54503"/>
                </a:lnTo>
                <a:lnTo>
                  <a:pt x="1428641" y="53639"/>
                </a:lnTo>
                <a:lnTo>
                  <a:pt x="1428400" y="52785"/>
                </a:lnTo>
                <a:lnTo>
                  <a:pt x="1428143" y="51939"/>
                </a:lnTo>
                <a:lnTo>
                  <a:pt x="1427870" y="51104"/>
                </a:lnTo>
                <a:lnTo>
                  <a:pt x="1427582" y="50278"/>
                </a:lnTo>
                <a:lnTo>
                  <a:pt x="1427279" y="49461"/>
                </a:lnTo>
                <a:lnTo>
                  <a:pt x="1426959" y="48654"/>
                </a:lnTo>
                <a:lnTo>
                  <a:pt x="1426625" y="47856"/>
                </a:lnTo>
                <a:lnTo>
                  <a:pt x="1426274" y="47068"/>
                </a:lnTo>
                <a:lnTo>
                  <a:pt x="1425908" y="46289"/>
                </a:lnTo>
                <a:lnTo>
                  <a:pt x="1425528" y="45522"/>
                </a:lnTo>
                <a:lnTo>
                  <a:pt x="1425133" y="44768"/>
                </a:lnTo>
                <a:lnTo>
                  <a:pt x="1424725" y="44029"/>
                </a:lnTo>
                <a:lnTo>
                  <a:pt x="1424302" y="43303"/>
                </a:lnTo>
                <a:lnTo>
                  <a:pt x="1423866" y="42592"/>
                </a:lnTo>
                <a:lnTo>
                  <a:pt x="1423416" y="41894"/>
                </a:lnTo>
                <a:lnTo>
                  <a:pt x="1422952" y="41210"/>
                </a:lnTo>
                <a:lnTo>
                  <a:pt x="1422474" y="40541"/>
                </a:lnTo>
                <a:lnTo>
                  <a:pt x="1421982" y="39885"/>
                </a:lnTo>
                <a:lnTo>
                  <a:pt x="1421476" y="39242"/>
                </a:lnTo>
                <a:lnTo>
                  <a:pt x="1420956" y="38614"/>
                </a:lnTo>
                <a:lnTo>
                  <a:pt x="1420423" y="38000"/>
                </a:lnTo>
                <a:lnTo>
                  <a:pt x="1419875" y="37400"/>
                </a:lnTo>
                <a:lnTo>
                  <a:pt x="1419314" y="36813"/>
                </a:lnTo>
                <a:lnTo>
                  <a:pt x="1418738" y="36241"/>
                </a:lnTo>
                <a:lnTo>
                  <a:pt x="1418149" y="35682"/>
                </a:lnTo>
                <a:lnTo>
                  <a:pt x="1417546" y="35137"/>
                </a:lnTo>
                <a:lnTo>
                  <a:pt x="1416929" y="34606"/>
                </a:lnTo>
                <a:lnTo>
                  <a:pt x="1416298" y="34090"/>
                </a:lnTo>
                <a:lnTo>
                  <a:pt x="1415653" y="33587"/>
                </a:lnTo>
                <a:lnTo>
                  <a:pt x="1414994" y="33097"/>
                </a:lnTo>
                <a:lnTo>
                  <a:pt x="1414322" y="32622"/>
                </a:lnTo>
                <a:lnTo>
                  <a:pt x="1413635" y="32161"/>
                </a:lnTo>
                <a:lnTo>
                  <a:pt x="1412935" y="31713"/>
                </a:lnTo>
                <a:lnTo>
                  <a:pt x="1412221" y="31282"/>
                </a:lnTo>
                <a:lnTo>
                  <a:pt x="1411495" y="30869"/>
                </a:lnTo>
                <a:lnTo>
                  <a:pt x="1410757" y="30475"/>
                </a:lnTo>
                <a:lnTo>
                  <a:pt x="1410007" y="30098"/>
                </a:lnTo>
                <a:lnTo>
                  <a:pt x="1409245" y="29741"/>
                </a:lnTo>
                <a:lnTo>
                  <a:pt x="1408470" y="29401"/>
                </a:lnTo>
                <a:lnTo>
                  <a:pt x="1407683" y="29080"/>
                </a:lnTo>
                <a:lnTo>
                  <a:pt x="1406884" y="28777"/>
                </a:lnTo>
                <a:lnTo>
                  <a:pt x="1406072" y="28493"/>
                </a:lnTo>
                <a:lnTo>
                  <a:pt x="1405249" y="28226"/>
                </a:lnTo>
                <a:lnTo>
                  <a:pt x="1404413" y="27979"/>
                </a:lnTo>
                <a:lnTo>
                  <a:pt x="1403565" y="27749"/>
                </a:lnTo>
                <a:lnTo>
                  <a:pt x="1402704" y="27538"/>
                </a:lnTo>
                <a:lnTo>
                  <a:pt x="1401832" y="27346"/>
                </a:lnTo>
                <a:lnTo>
                  <a:pt x="1400947" y="27171"/>
                </a:lnTo>
                <a:lnTo>
                  <a:pt x="1400050" y="27015"/>
                </a:lnTo>
                <a:lnTo>
                  <a:pt x="1399141" y="26878"/>
                </a:lnTo>
                <a:lnTo>
                  <a:pt x="1398219" y="26758"/>
                </a:lnTo>
                <a:lnTo>
                  <a:pt x="1397285" y="26657"/>
                </a:lnTo>
                <a:lnTo>
                  <a:pt x="1396339" y="26575"/>
                </a:lnTo>
                <a:lnTo>
                  <a:pt x="1395381" y="26510"/>
                </a:lnTo>
                <a:lnTo>
                  <a:pt x="1394411" y="26465"/>
                </a:lnTo>
                <a:lnTo>
                  <a:pt x="1393428" y="26437"/>
                </a:lnTo>
                <a:lnTo>
                  <a:pt x="1392433" y="26428"/>
                </a:lnTo>
                <a:lnTo>
                  <a:pt x="1391464" y="26437"/>
                </a:lnTo>
                <a:lnTo>
                  <a:pt x="1390507" y="26465"/>
                </a:lnTo>
                <a:lnTo>
                  <a:pt x="1389560" y="26510"/>
                </a:lnTo>
                <a:lnTo>
                  <a:pt x="1388625" y="26575"/>
                </a:lnTo>
                <a:lnTo>
                  <a:pt x="1387700" y="26657"/>
                </a:lnTo>
                <a:lnTo>
                  <a:pt x="1386787" y="26758"/>
                </a:lnTo>
                <a:lnTo>
                  <a:pt x="1385885" y="26878"/>
                </a:lnTo>
                <a:lnTo>
                  <a:pt x="1384994" y="27015"/>
                </a:lnTo>
                <a:lnTo>
                  <a:pt x="1384114" y="27171"/>
                </a:lnTo>
                <a:lnTo>
                  <a:pt x="1383246" y="27346"/>
                </a:lnTo>
                <a:lnTo>
                  <a:pt x="1382388" y="27538"/>
                </a:lnTo>
                <a:lnTo>
                  <a:pt x="1381542" y="27749"/>
                </a:lnTo>
                <a:lnTo>
                  <a:pt x="1380706" y="27979"/>
                </a:lnTo>
                <a:lnTo>
                  <a:pt x="1379882" y="28226"/>
                </a:lnTo>
                <a:lnTo>
                  <a:pt x="1379069" y="28493"/>
                </a:lnTo>
                <a:lnTo>
                  <a:pt x="1378267" y="28777"/>
                </a:lnTo>
                <a:lnTo>
                  <a:pt x="1377476" y="29080"/>
                </a:lnTo>
                <a:lnTo>
                  <a:pt x="1376696" y="29401"/>
                </a:lnTo>
                <a:lnTo>
                  <a:pt x="1375928" y="29741"/>
                </a:lnTo>
                <a:lnTo>
                  <a:pt x="1375170" y="30098"/>
                </a:lnTo>
                <a:lnTo>
                  <a:pt x="1374424" y="30475"/>
                </a:lnTo>
                <a:lnTo>
                  <a:pt x="1373689" y="30869"/>
                </a:lnTo>
                <a:lnTo>
                  <a:pt x="1372965" y="31282"/>
                </a:lnTo>
                <a:lnTo>
                  <a:pt x="1372252" y="31713"/>
                </a:lnTo>
                <a:lnTo>
                  <a:pt x="1371551" y="32148"/>
                </a:lnTo>
                <a:lnTo>
                  <a:pt x="1370865" y="32597"/>
                </a:lnTo>
                <a:lnTo>
                  <a:pt x="1370192" y="33060"/>
                </a:lnTo>
                <a:lnTo>
                  <a:pt x="1369533" y="33538"/>
                </a:lnTo>
                <a:lnTo>
                  <a:pt x="1368889" y="34030"/>
                </a:lnTo>
                <a:lnTo>
                  <a:pt x="1368258" y="34536"/>
                </a:lnTo>
                <a:lnTo>
                  <a:pt x="1367641" y="35058"/>
                </a:lnTo>
                <a:lnTo>
                  <a:pt x="1367037" y="35593"/>
                </a:lnTo>
                <a:lnTo>
                  <a:pt x="1366448" y="36143"/>
                </a:lnTo>
                <a:lnTo>
                  <a:pt x="1365873" y="36708"/>
                </a:lnTo>
                <a:lnTo>
                  <a:pt x="1365311" y="37287"/>
                </a:lnTo>
                <a:lnTo>
                  <a:pt x="1364764" y="37880"/>
                </a:lnTo>
                <a:lnTo>
                  <a:pt x="1364230" y="38488"/>
                </a:lnTo>
                <a:lnTo>
                  <a:pt x="1363711" y="39110"/>
                </a:lnTo>
                <a:lnTo>
                  <a:pt x="1363205" y="39747"/>
                </a:lnTo>
                <a:lnTo>
                  <a:pt x="1362713" y="40398"/>
                </a:lnTo>
                <a:lnTo>
                  <a:pt x="1362235" y="41064"/>
                </a:lnTo>
                <a:lnTo>
                  <a:pt x="1361771" y="41744"/>
                </a:lnTo>
                <a:lnTo>
                  <a:pt x="1361321" y="42439"/>
                </a:lnTo>
                <a:lnTo>
                  <a:pt x="1360884" y="43148"/>
                </a:lnTo>
                <a:lnTo>
                  <a:pt x="1360462" y="43871"/>
                </a:lnTo>
                <a:lnTo>
                  <a:pt x="1360053" y="44609"/>
                </a:lnTo>
                <a:lnTo>
                  <a:pt x="1359659" y="45362"/>
                </a:lnTo>
                <a:lnTo>
                  <a:pt x="1359278" y="46129"/>
                </a:lnTo>
                <a:lnTo>
                  <a:pt x="1358912" y="46908"/>
                </a:lnTo>
                <a:lnTo>
                  <a:pt x="1358562" y="47697"/>
                </a:lnTo>
                <a:lnTo>
                  <a:pt x="1358227" y="48496"/>
                </a:lnTo>
                <a:lnTo>
                  <a:pt x="1357908" y="49305"/>
                </a:lnTo>
                <a:lnTo>
                  <a:pt x="1357604" y="50125"/>
                </a:lnTo>
                <a:lnTo>
                  <a:pt x="1357316" y="50954"/>
                </a:lnTo>
                <a:lnTo>
                  <a:pt x="1357044" y="51793"/>
                </a:lnTo>
                <a:lnTo>
                  <a:pt x="1356787" y="52642"/>
                </a:lnTo>
                <a:lnTo>
                  <a:pt x="1356545" y="53501"/>
                </a:lnTo>
                <a:lnTo>
                  <a:pt x="1356319" y="54371"/>
                </a:lnTo>
                <a:lnTo>
                  <a:pt x="1356109" y="55250"/>
                </a:lnTo>
                <a:lnTo>
                  <a:pt x="1355915" y="56139"/>
                </a:lnTo>
                <a:lnTo>
                  <a:pt x="1355736" y="57038"/>
                </a:lnTo>
                <a:lnTo>
                  <a:pt x="1355572" y="57948"/>
                </a:lnTo>
                <a:lnTo>
                  <a:pt x="1355424" y="58867"/>
                </a:lnTo>
                <a:lnTo>
                  <a:pt x="1355292" y="59796"/>
                </a:lnTo>
                <a:lnTo>
                  <a:pt x="1355175" y="60736"/>
                </a:lnTo>
                <a:lnTo>
                  <a:pt x="1355074" y="61685"/>
                </a:lnTo>
                <a:lnTo>
                  <a:pt x="1354988" y="62644"/>
                </a:lnTo>
                <a:lnTo>
                  <a:pt x="1354918" y="63614"/>
                </a:lnTo>
                <a:lnTo>
                  <a:pt x="1354863" y="64593"/>
                </a:lnTo>
                <a:lnTo>
                  <a:pt x="1354825" y="65582"/>
                </a:lnTo>
                <a:lnTo>
                  <a:pt x="1354801" y="66582"/>
                </a:lnTo>
                <a:lnTo>
                  <a:pt x="1354793" y="67591"/>
                </a:lnTo>
                <a:lnTo>
                  <a:pt x="1354793" y="70314"/>
                </a:lnTo>
                <a:lnTo>
                  <a:pt x="1354801" y="71298"/>
                </a:lnTo>
                <a:lnTo>
                  <a:pt x="1354825" y="72273"/>
                </a:lnTo>
                <a:lnTo>
                  <a:pt x="1354863" y="73240"/>
                </a:lnTo>
                <a:lnTo>
                  <a:pt x="1354918" y="74198"/>
                </a:lnTo>
                <a:lnTo>
                  <a:pt x="1354988" y="75148"/>
                </a:lnTo>
                <a:lnTo>
                  <a:pt x="1355074" y="76090"/>
                </a:lnTo>
                <a:lnTo>
                  <a:pt x="1355175" y="77024"/>
                </a:lnTo>
                <a:lnTo>
                  <a:pt x="1355292" y="77949"/>
                </a:lnTo>
                <a:lnTo>
                  <a:pt x="1355424" y="78866"/>
                </a:lnTo>
                <a:lnTo>
                  <a:pt x="1355572" y="79774"/>
                </a:lnTo>
                <a:lnTo>
                  <a:pt x="1355736" y="80674"/>
                </a:lnTo>
                <a:lnTo>
                  <a:pt x="1355915" y="81566"/>
                </a:lnTo>
                <a:lnTo>
                  <a:pt x="1356109" y="82449"/>
                </a:lnTo>
                <a:lnTo>
                  <a:pt x="1356319" y="83325"/>
                </a:lnTo>
                <a:lnTo>
                  <a:pt x="1356545" y="84191"/>
                </a:lnTo>
                <a:lnTo>
                  <a:pt x="1356787" y="85050"/>
                </a:lnTo>
                <a:lnTo>
                  <a:pt x="1357044" y="85900"/>
                </a:lnTo>
                <a:lnTo>
                  <a:pt x="1357316" y="86741"/>
                </a:lnTo>
                <a:lnTo>
                  <a:pt x="1357604" y="87575"/>
                </a:lnTo>
                <a:lnTo>
                  <a:pt x="1357908" y="88400"/>
                </a:lnTo>
                <a:lnTo>
                  <a:pt x="1358227" y="89217"/>
                </a:lnTo>
                <a:lnTo>
                  <a:pt x="1358562" y="90025"/>
                </a:lnTo>
                <a:lnTo>
                  <a:pt x="1358912" y="90825"/>
                </a:lnTo>
                <a:lnTo>
                  <a:pt x="1359278" y="91617"/>
                </a:lnTo>
                <a:lnTo>
                  <a:pt x="1359659" y="92384"/>
                </a:lnTo>
                <a:lnTo>
                  <a:pt x="1360053" y="93137"/>
                </a:lnTo>
                <a:lnTo>
                  <a:pt x="1360462" y="93876"/>
                </a:lnTo>
                <a:lnTo>
                  <a:pt x="1360884" y="94602"/>
                </a:lnTo>
                <a:lnTo>
                  <a:pt x="1361321" y="95314"/>
                </a:lnTo>
                <a:lnTo>
                  <a:pt x="1361771" y="96011"/>
                </a:lnTo>
                <a:lnTo>
                  <a:pt x="1362235" y="96695"/>
                </a:lnTo>
                <a:lnTo>
                  <a:pt x="1362713" y="97365"/>
                </a:lnTo>
                <a:lnTo>
                  <a:pt x="1363205" y="98021"/>
                </a:lnTo>
                <a:lnTo>
                  <a:pt x="1363711" y="98663"/>
                </a:lnTo>
                <a:lnTo>
                  <a:pt x="1364230" y="99291"/>
                </a:lnTo>
                <a:lnTo>
                  <a:pt x="1364764" y="99905"/>
                </a:lnTo>
                <a:lnTo>
                  <a:pt x="1365311" y="100506"/>
                </a:lnTo>
                <a:lnTo>
                  <a:pt x="1365873" y="101092"/>
                </a:lnTo>
                <a:lnTo>
                  <a:pt x="1366448" y="101665"/>
                </a:lnTo>
                <a:lnTo>
                  <a:pt x="1367037" y="102223"/>
                </a:lnTo>
                <a:lnTo>
                  <a:pt x="1367641" y="102768"/>
                </a:lnTo>
                <a:lnTo>
                  <a:pt x="1368258" y="103299"/>
                </a:lnTo>
                <a:lnTo>
                  <a:pt x="1368889" y="103816"/>
                </a:lnTo>
                <a:lnTo>
                  <a:pt x="1369533" y="104319"/>
                </a:lnTo>
                <a:lnTo>
                  <a:pt x="1370192" y="104808"/>
                </a:lnTo>
                <a:lnTo>
                  <a:pt x="1370865" y="105283"/>
                </a:lnTo>
                <a:lnTo>
                  <a:pt x="1371551" y="105745"/>
                </a:lnTo>
                <a:lnTo>
                  <a:pt x="1372252" y="106192"/>
                </a:lnTo>
                <a:lnTo>
                  <a:pt x="1372965" y="106623"/>
                </a:lnTo>
                <a:lnTo>
                  <a:pt x="1373690" y="107036"/>
                </a:lnTo>
                <a:lnTo>
                  <a:pt x="1374427" y="107431"/>
                </a:lnTo>
                <a:lnTo>
                  <a:pt x="1375175" y="107807"/>
                </a:lnTo>
                <a:lnTo>
                  <a:pt x="1375935" y="108165"/>
                </a:lnTo>
                <a:lnTo>
                  <a:pt x="1376706" y="108504"/>
                </a:lnTo>
                <a:lnTo>
                  <a:pt x="1377490" y="108826"/>
                </a:lnTo>
                <a:lnTo>
                  <a:pt x="1378285" y="109128"/>
                </a:lnTo>
                <a:lnTo>
                  <a:pt x="1379092" y="109413"/>
                </a:lnTo>
                <a:lnTo>
                  <a:pt x="1379910" y="109679"/>
                </a:lnTo>
                <a:lnTo>
                  <a:pt x="1380740" y="109927"/>
                </a:lnTo>
                <a:lnTo>
                  <a:pt x="1381582" y="110156"/>
                </a:lnTo>
                <a:lnTo>
                  <a:pt x="1382435" y="110367"/>
                </a:lnTo>
                <a:lnTo>
                  <a:pt x="1383300" y="110560"/>
                </a:lnTo>
                <a:lnTo>
                  <a:pt x="1384177" y="110734"/>
                </a:lnTo>
                <a:lnTo>
                  <a:pt x="1385065" y="110890"/>
                </a:lnTo>
                <a:lnTo>
                  <a:pt x="1385965" y="111028"/>
                </a:lnTo>
                <a:lnTo>
                  <a:pt x="1386877" y="111147"/>
                </a:lnTo>
                <a:lnTo>
                  <a:pt x="1387801" y="111248"/>
                </a:lnTo>
                <a:lnTo>
                  <a:pt x="1388736" y="111331"/>
                </a:lnTo>
                <a:lnTo>
                  <a:pt x="1389683" y="111395"/>
                </a:lnTo>
                <a:lnTo>
                  <a:pt x="1390641" y="111441"/>
                </a:lnTo>
                <a:lnTo>
                  <a:pt x="1391611" y="111468"/>
                </a:lnTo>
                <a:lnTo>
                  <a:pt x="1392593" y="111478"/>
                </a:lnTo>
                <a:lnTo>
                  <a:pt x="1393575" y="111469"/>
                </a:lnTo>
                <a:lnTo>
                  <a:pt x="1394545" y="111442"/>
                </a:lnTo>
                <a:lnTo>
                  <a:pt x="1395504" y="111397"/>
                </a:lnTo>
                <a:lnTo>
                  <a:pt x="1396451" y="111335"/>
                </a:lnTo>
                <a:lnTo>
                  <a:pt x="1397386" y="111255"/>
                </a:lnTo>
                <a:lnTo>
                  <a:pt x="1398309" y="111157"/>
                </a:lnTo>
                <a:close/>
                <a:moveTo>
                  <a:pt x="1388219" y="99685"/>
                </a:moveTo>
                <a:lnTo>
                  <a:pt x="1387527" y="99533"/>
                </a:lnTo>
                <a:lnTo>
                  <a:pt x="1386845" y="99358"/>
                </a:lnTo>
                <a:lnTo>
                  <a:pt x="1386174" y="99160"/>
                </a:lnTo>
                <a:lnTo>
                  <a:pt x="1385514" y="98938"/>
                </a:lnTo>
                <a:lnTo>
                  <a:pt x="1384864" y="98692"/>
                </a:lnTo>
                <a:lnTo>
                  <a:pt x="1384224" y="98424"/>
                </a:lnTo>
                <a:lnTo>
                  <a:pt x="1383596" y="98132"/>
                </a:lnTo>
                <a:lnTo>
                  <a:pt x="1382978" y="97816"/>
                </a:lnTo>
                <a:lnTo>
                  <a:pt x="1382370" y="97478"/>
                </a:lnTo>
                <a:lnTo>
                  <a:pt x="1381773" y="97116"/>
                </a:lnTo>
                <a:lnTo>
                  <a:pt x="1381186" y="96730"/>
                </a:lnTo>
                <a:lnTo>
                  <a:pt x="1380611" y="96322"/>
                </a:lnTo>
                <a:lnTo>
                  <a:pt x="1380045" y="95889"/>
                </a:lnTo>
                <a:lnTo>
                  <a:pt x="1379491" y="95434"/>
                </a:lnTo>
                <a:lnTo>
                  <a:pt x="1378946" y="94955"/>
                </a:lnTo>
                <a:lnTo>
                  <a:pt x="1378413" y="94453"/>
                </a:lnTo>
                <a:lnTo>
                  <a:pt x="1377890" y="93927"/>
                </a:lnTo>
                <a:lnTo>
                  <a:pt x="1377377" y="93378"/>
                </a:lnTo>
                <a:lnTo>
                  <a:pt x="1376894" y="92795"/>
                </a:lnTo>
                <a:lnTo>
                  <a:pt x="1376431" y="92194"/>
                </a:lnTo>
                <a:lnTo>
                  <a:pt x="1375988" y="91574"/>
                </a:lnTo>
                <a:lnTo>
                  <a:pt x="1375566" y="90936"/>
                </a:lnTo>
                <a:lnTo>
                  <a:pt x="1375165" y="90279"/>
                </a:lnTo>
                <a:lnTo>
                  <a:pt x="1374784" y="89604"/>
                </a:lnTo>
                <a:lnTo>
                  <a:pt x="1374424" y="88911"/>
                </a:lnTo>
                <a:lnTo>
                  <a:pt x="1374085" y="88200"/>
                </a:lnTo>
                <a:lnTo>
                  <a:pt x="1373766" y="87470"/>
                </a:lnTo>
                <a:lnTo>
                  <a:pt x="1373468" y="86721"/>
                </a:lnTo>
                <a:lnTo>
                  <a:pt x="1373190" y="85955"/>
                </a:lnTo>
                <a:lnTo>
                  <a:pt x="1372933" y="85170"/>
                </a:lnTo>
                <a:lnTo>
                  <a:pt x="1372696" y="84366"/>
                </a:lnTo>
                <a:lnTo>
                  <a:pt x="1372480" y="83545"/>
                </a:lnTo>
                <a:lnTo>
                  <a:pt x="1372284" y="82705"/>
                </a:lnTo>
                <a:lnTo>
                  <a:pt x="1372109" y="81846"/>
                </a:lnTo>
                <a:lnTo>
                  <a:pt x="1371955" y="80970"/>
                </a:lnTo>
                <a:lnTo>
                  <a:pt x="1371821" y="80074"/>
                </a:lnTo>
                <a:lnTo>
                  <a:pt x="1371708" y="79161"/>
                </a:lnTo>
                <a:lnTo>
                  <a:pt x="1371616" y="78229"/>
                </a:lnTo>
                <a:lnTo>
                  <a:pt x="1371544" y="77279"/>
                </a:lnTo>
                <a:lnTo>
                  <a:pt x="1371492" y="76310"/>
                </a:lnTo>
                <a:lnTo>
                  <a:pt x="1371461" y="75324"/>
                </a:lnTo>
                <a:lnTo>
                  <a:pt x="1371451" y="74318"/>
                </a:lnTo>
                <a:lnTo>
                  <a:pt x="1371451" y="63587"/>
                </a:lnTo>
                <a:lnTo>
                  <a:pt x="1371461" y="62582"/>
                </a:lnTo>
                <a:lnTo>
                  <a:pt x="1371492" y="61596"/>
                </a:lnTo>
                <a:lnTo>
                  <a:pt x="1371544" y="60629"/>
                </a:lnTo>
                <a:lnTo>
                  <a:pt x="1371616" y="59681"/>
                </a:lnTo>
                <a:lnTo>
                  <a:pt x="1371708" y="58751"/>
                </a:lnTo>
                <a:lnTo>
                  <a:pt x="1371821" y="57841"/>
                </a:lnTo>
                <a:lnTo>
                  <a:pt x="1371955" y="56949"/>
                </a:lnTo>
                <a:lnTo>
                  <a:pt x="1372109" y="56077"/>
                </a:lnTo>
                <a:lnTo>
                  <a:pt x="1372284" y="55223"/>
                </a:lnTo>
                <a:lnTo>
                  <a:pt x="1372480" y="54388"/>
                </a:lnTo>
                <a:lnTo>
                  <a:pt x="1372696" y="53573"/>
                </a:lnTo>
                <a:lnTo>
                  <a:pt x="1372933" y="52776"/>
                </a:lnTo>
                <a:lnTo>
                  <a:pt x="1373190" y="51998"/>
                </a:lnTo>
                <a:lnTo>
                  <a:pt x="1373468" y="51238"/>
                </a:lnTo>
                <a:lnTo>
                  <a:pt x="1373766" y="50498"/>
                </a:lnTo>
                <a:lnTo>
                  <a:pt x="1374085" y="49777"/>
                </a:lnTo>
                <a:lnTo>
                  <a:pt x="1374424" y="49075"/>
                </a:lnTo>
                <a:lnTo>
                  <a:pt x="1374784" y="48391"/>
                </a:lnTo>
                <a:lnTo>
                  <a:pt x="1375165" y="47726"/>
                </a:lnTo>
                <a:lnTo>
                  <a:pt x="1375566" y="47081"/>
                </a:lnTo>
                <a:lnTo>
                  <a:pt x="1375988" y="46454"/>
                </a:lnTo>
                <a:lnTo>
                  <a:pt x="1376431" y="45846"/>
                </a:lnTo>
                <a:lnTo>
                  <a:pt x="1376894" y="45257"/>
                </a:lnTo>
                <a:lnTo>
                  <a:pt x="1377377" y="44687"/>
                </a:lnTo>
                <a:lnTo>
                  <a:pt x="1377890" y="44125"/>
                </a:lnTo>
                <a:lnTo>
                  <a:pt x="1378413" y="43587"/>
                </a:lnTo>
                <a:lnTo>
                  <a:pt x="1378946" y="43073"/>
                </a:lnTo>
                <a:lnTo>
                  <a:pt x="1379491" y="42583"/>
                </a:lnTo>
                <a:lnTo>
                  <a:pt x="1380045" y="42116"/>
                </a:lnTo>
                <a:lnTo>
                  <a:pt x="1380611" y="41674"/>
                </a:lnTo>
                <a:lnTo>
                  <a:pt x="1381186" y="41255"/>
                </a:lnTo>
                <a:lnTo>
                  <a:pt x="1381773" y="40861"/>
                </a:lnTo>
                <a:lnTo>
                  <a:pt x="1382370" y="40490"/>
                </a:lnTo>
                <a:lnTo>
                  <a:pt x="1382978" y="40143"/>
                </a:lnTo>
                <a:lnTo>
                  <a:pt x="1383596" y="39821"/>
                </a:lnTo>
                <a:lnTo>
                  <a:pt x="1384224" y="39522"/>
                </a:lnTo>
                <a:lnTo>
                  <a:pt x="1384864" y="39247"/>
                </a:lnTo>
                <a:lnTo>
                  <a:pt x="1385514" y="38996"/>
                </a:lnTo>
                <a:lnTo>
                  <a:pt x="1386174" y="38768"/>
                </a:lnTo>
                <a:lnTo>
                  <a:pt x="1386845" y="38565"/>
                </a:lnTo>
                <a:lnTo>
                  <a:pt x="1387527" y="38386"/>
                </a:lnTo>
                <a:lnTo>
                  <a:pt x="1388219" y="38230"/>
                </a:lnTo>
                <a:lnTo>
                  <a:pt x="1388921" y="38099"/>
                </a:lnTo>
                <a:lnTo>
                  <a:pt x="1389635" y="37991"/>
                </a:lnTo>
                <a:lnTo>
                  <a:pt x="1390358" y="37907"/>
                </a:lnTo>
                <a:lnTo>
                  <a:pt x="1391093" y="37848"/>
                </a:lnTo>
                <a:lnTo>
                  <a:pt x="1391838" y="37812"/>
                </a:lnTo>
                <a:lnTo>
                  <a:pt x="1392593" y="37800"/>
                </a:lnTo>
                <a:lnTo>
                  <a:pt x="1393362" y="37812"/>
                </a:lnTo>
                <a:lnTo>
                  <a:pt x="1394118" y="37848"/>
                </a:lnTo>
                <a:lnTo>
                  <a:pt x="1394863" y="37907"/>
                </a:lnTo>
                <a:lnTo>
                  <a:pt x="1395596" y="37991"/>
                </a:lnTo>
                <a:lnTo>
                  <a:pt x="1396318" y="38099"/>
                </a:lnTo>
                <a:lnTo>
                  <a:pt x="1397028" y="38230"/>
                </a:lnTo>
                <a:lnTo>
                  <a:pt x="1397726" y="38386"/>
                </a:lnTo>
                <a:lnTo>
                  <a:pt x="1398413" y="38565"/>
                </a:lnTo>
                <a:lnTo>
                  <a:pt x="1399088" y="38768"/>
                </a:lnTo>
                <a:lnTo>
                  <a:pt x="1399751" y="38996"/>
                </a:lnTo>
                <a:lnTo>
                  <a:pt x="1400402" y="39247"/>
                </a:lnTo>
                <a:lnTo>
                  <a:pt x="1401042" y="39522"/>
                </a:lnTo>
                <a:lnTo>
                  <a:pt x="1401670" y="39821"/>
                </a:lnTo>
                <a:lnTo>
                  <a:pt x="1402287" y="40143"/>
                </a:lnTo>
                <a:lnTo>
                  <a:pt x="1402892" y="40490"/>
                </a:lnTo>
                <a:lnTo>
                  <a:pt x="1403485" y="40861"/>
                </a:lnTo>
                <a:lnTo>
                  <a:pt x="1404066" y="41255"/>
                </a:lnTo>
                <a:lnTo>
                  <a:pt x="1404636" y="41674"/>
                </a:lnTo>
                <a:lnTo>
                  <a:pt x="1405194" y="42116"/>
                </a:lnTo>
                <a:lnTo>
                  <a:pt x="1405740" y="42583"/>
                </a:lnTo>
                <a:lnTo>
                  <a:pt x="1406275" y="43073"/>
                </a:lnTo>
                <a:lnTo>
                  <a:pt x="1406798" y="43587"/>
                </a:lnTo>
                <a:lnTo>
                  <a:pt x="1407310" y="44125"/>
                </a:lnTo>
                <a:lnTo>
                  <a:pt x="1407809" y="44687"/>
                </a:lnTo>
                <a:lnTo>
                  <a:pt x="1408293" y="45257"/>
                </a:lnTo>
                <a:lnTo>
                  <a:pt x="1408756" y="45846"/>
                </a:lnTo>
                <a:lnTo>
                  <a:pt x="1409198" y="46454"/>
                </a:lnTo>
                <a:lnTo>
                  <a:pt x="1409620" y="47081"/>
                </a:lnTo>
                <a:lnTo>
                  <a:pt x="1410021" y="47726"/>
                </a:lnTo>
                <a:lnTo>
                  <a:pt x="1410402" y="48391"/>
                </a:lnTo>
                <a:lnTo>
                  <a:pt x="1410762" y="49075"/>
                </a:lnTo>
                <a:lnTo>
                  <a:pt x="1411102" y="49777"/>
                </a:lnTo>
                <a:lnTo>
                  <a:pt x="1411421" y="50498"/>
                </a:lnTo>
                <a:lnTo>
                  <a:pt x="1411719" y="51238"/>
                </a:lnTo>
                <a:lnTo>
                  <a:pt x="1411997" y="51998"/>
                </a:lnTo>
                <a:lnTo>
                  <a:pt x="1412254" y="52776"/>
                </a:lnTo>
                <a:lnTo>
                  <a:pt x="1412491" y="53573"/>
                </a:lnTo>
                <a:lnTo>
                  <a:pt x="1412707" y="54388"/>
                </a:lnTo>
                <a:lnTo>
                  <a:pt x="1412902" y="55223"/>
                </a:lnTo>
                <a:lnTo>
                  <a:pt x="1413077" y="56077"/>
                </a:lnTo>
                <a:lnTo>
                  <a:pt x="1413231" y="56949"/>
                </a:lnTo>
                <a:lnTo>
                  <a:pt x="1413365" y="57841"/>
                </a:lnTo>
                <a:lnTo>
                  <a:pt x="1413478" y="58751"/>
                </a:lnTo>
                <a:lnTo>
                  <a:pt x="1413571" y="59681"/>
                </a:lnTo>
                <a:lnTo>
                  <a:pt x="1413643" y="60629"/>
                </a:lnTo>
                <a:lnTo>
                  <a:pt x="1413694" y="61596"/>
                </a:lnTo>
                <a:lnTo>
                  <a:pt x="1413725" y="62582"/>
                </a:lnTo>
                <a:lnTo>
                  <a:pt x="1413736" y="63587"/>
                </a:lnTo>
                <a:lnTo>
                  <a:pt x="1413736" y="74318"/>
                </a:lnTo>
                <a:lnTo>
                  <a:pt x="1413725" y="75324"/>
                </a:lnTo>
                <a:lnTo>
                  <a:pt x="1413694" y="76310"/>
                </a:lnTo>
                <a:lnTo>
                  <a:pt x="1413643" y="77279"/>
                </a:lnTo>
                <a:lnTo>
                  <a:pt x="1413571" y="78229"/>
                </a:lnTo>
                <a:lnTo>
                  <a:pt x="1413478" y="79161"/>
                </a:lnTo>
                <a:lnTo>
                  <a:pt x="1413365" y="80074"/>
                </a:lnTo>
                <a:lnTo>
                  <a:pt x="1413231" y="80970"/>
                </a:lnTo>
                <a:lnTo>
                  <a:pt x="1413077" y="81846"/>
                </a:lnTo>
                <a:lnTo>
                  <a:pt x="1412902" y="82705"/>
                </a:lnTo>
                <a:lnTo>
                  <a:pt x="1412707" y="83545"/>
                </a:lnTo>
                <a:lnTo>
                  <a:pt x="1412491" y="84366"/>
                </a:lnTo>
                <a:lnTo>
                  <a:pt x="1412254" y="85170"/>
                </a:lnTo>
                <a:lnTo>
                  <a:pt x="1411997" y="85955"/>
                </a:lnTo>
                <a:lnTo>
                  <a:pt x="1411719" y="86721"/>
                </a:lnTo>
                <a:lnTo>
                  <a:pt x="1411421" y="87470"/>
                </a:lnTo>
                <a:lnTo>
                  <a:pt x="1411102" y="88200"/>
                </a:lnTo>
                <a:lnTo>
                  <a:pt x="1410762" y="88911"/>
                </a:lnTo>
                <a:lnTo>
                  <a:pt x="1410402" y="89604"/>
                </a:lnTo>
                <a:lnTo>
                  <a:pt x="1410021" y="90279"/>
                </a:lnTo>
                <a:lnTo>
                  <a:pt x="1409620" y="90936"/>
                </a:lnTo>
                <a:lnTo>
                  <a:pt x="1409198" y="91574"/>
                </a:lnTo>
                <a:lnTo>
                  <a:pt x="1408756" y="92194"/>
                </a:lnTo>
                <a:lnTo>
                  <a:pt x="1408293" y="92795"/>
                </a:lnTo>
                <a:lnTo>
                  <a:pt x="1407809" y="93378"/>
                </a:lnTo>
                <a:lnTo>
                  <a:pt x="1407310" y="93927"/>
                </a:lnTo>
                <a:lnTo>
                  <a:pt x="1406798" y="94453"/>
                </a:lnTo>
                <a:lnTo>
                  <a:pt x="1406275" y="94955"/>
                </a:lnTo>
                <a:lnTo>
                  <a:pt x="1405740" y="95434"/>
                </a:lnTo>
                <a:lnTo>
                  <a:pt x="1405194" y="95889"/>
                </a:lnTo>
                <a:lnTo>
                  <a:pt x="1404636" y="96322"/>
                </a:lnTo>
                <a:lnTo>
                  <a:pt x="1404066" y="96730"/>
                </a:lnTo>
                <a:lnTo>
                  <a:pt x="1403485" y="97116"/>
                </a:lnTo>
                <a:lnTo>
                  <a:pt x="1402892" y="97478"/>
                </a:lnTo>
                <a:lnTo>
                  <a:pt x="1402287" y="97816"/>
                </a:lnTo>
                <a:lnTo>
                  <a:pt x="1401670" y="98132"/>
                </a:lnTo>
                <a:lnTo>
                  <a:pt x="1401042" y="98424"/>
                </a:lnTo>
                <a:lnTo>
                  <a:pt x="1400402" y="98692"/>
                </a:lnTo>
                <a:lnTo>
                  <a:pt x="1399751" y="98938"/>
                </a:lnTo>
                <a:lnTo>
                  <a:pt x="1399088" y="99160"/>
                </a:lnTo>
                <a:lnTo>
                  <a:pt x="1398413" y="99358"/>
                </a:lnTo>
                <a:lnTo>
                  <a:pt x="1397726" y="99533"/>
                </a:lnTo>
                <a:lnTo>
                  <a:pt x="1397028" y="99685"/>
                </a:lnTo>
                <a:lnTo>
                  <a:pt x="1396318" y="99814"/>
                </a:lnTo>
                <a:lnTo>
                  <a:pt x="1395596" y="99919"/>
                </a:lnTo>
                <a:lnTo>
                  <a:pt x="1394863" y="100000"/>
                </a:lnTo>
                <a:lnTo>
                  <a:pt x="1394118" y="100059"/>
                </a:lnTo>
                <a:lnTo>
                  <a:pt x="1393362" y="100094"/>
                </a:lnTo>
                <a:lnTo>
                  <a:pt x="1392593" y="100106"/>
                </a:lnTo>
                <a:lnTo>
                  <a:pt x="1391838" y="100094"/>
                </a:lnTo>
                <a:lnTo>
                  <a:pt x="1391093" y="100059"/>
                </a:lnTo>
                <a:lnTo>
                  <a:pt x="1390358" y="100000"/>
                </a:lnTo>
                <a:lnTo>
                  <a:pt x="1389635" y="99919"/>
                </a:lnTo>
                <a:lnTo>
                  <a:pt x="1388921" y="99814"/>
                </a:lnTo>
                <a:lnTo>
                  <a:pt x="1388219" y="99685"/>
                </a:lnTo>
                <a:close/>
                <a:moveTo>
                  <a:pt x="1484628" y="111377"/>
                </a:moveTo>
                <a:lnTo>
                  <a:pt x="1485120" y="111341"/>
                </a:lnTo>
                <a:lnTo>
                  <a:pt x="1485607" y="111300"/>
                </a:lnTo>
                <a:lnTo>
                  <a:pt x="1486089" y="111252"/>
                </a:lnTo>
                <a:lnTo>
                  <a:pt x="1486568" y="111199"/>
                </a:lnTo>
                <a:lnTo>
                  <a:pt x="1487042" y="111141"/>
                </a:lnTo>
                <a:lnTo>
                  <a:pt x="1487511" y="111077"/>
                </a:lnTo>
                <a:lnTo>
                  <a:pt x="1487976" y="111008"/>
                </a:lnTo>
                <a:lnTo>
                  <a:pt x="1488436" y="110933"/>
                </a:lnTo>
                <a:lnTo>
                  <a:pt x="1488892" y="110852"/>
                </a:lnTo>
                <a:lnTo>
                  <a:pt x="1489344" y="110766"/>
                </a:lnTo>
                <a:lnTo>
                  <a:pt x="1489791" y="110674"/>
                </a:lnTo>
                <a:lnTo>
                  <a:pt x="1490234" y="110577"/>
                </a:lnTo>
                <a:lnTo>
                  <a:pt x="1490672" y="110474"/>
                </a:lnTo>
                <a:lnTo>
                  <a:pt x="1491106" y="110365"/>
                </a:lnTo>
                <a:lnTo>
                  <a:pt x="1491535" y="110251"/>
                </a:lnTo>
                <a:lnTo>
                  <a:pt x="1491960" y="110132"/>
                </a:lnTo>
                <a:lnTo>
                  <a:pt x="1492380" y="110007"/>
                </a:lnTo>
                <a:lnTo>
                  <a:pt x="1492796" y="109876"/>
                </a:lnTo>
                <a:lnTo>
                  <a:pt x="1493208" y="109753"/>
                </a:lnTo>
                <a:lnTo>
                  <a:pt x="1493615" y="109626"/>
                </a:lnTo>
                <a:lnTo>
                  <a:pt x="1494018" y="109493"/>
                </a:lnTo>
                <a:lnTo>
                  <a:pt x="1494416" y="109355"/>
                </a:lnTo>
                <a:lnTo>
                  <a:pt x="1494810" y="109213"/>
                </a:lnTo>
                <a:lnTo>
                  <a:pt x="1495199" y="109065"/>
                </a:lnTo>
                <a:lnTo>
                  <a:pt x="1495584" y="108912"/>
                </a:lnTo>
                <a:lnTo>
                  <a:pt x="1495964" y="108755"/>
                </a:lnTo>
                <a:lnTo>
                  <a:pt x="1496340" y="108592"/>
                </a:lnTo>
                <a:lnTo>
                  <a:pt x="1496712" y="108424"/>
                </a:lnTo>
                <a:lnTo>
                  <a:pt x="1497079" y="108252"/>
                </a:lnTo>
                <a:lnTo>
                  <a:pt x="1497441" y="108074"/>
                </a:lnTo>
                <a:lnTo>
                  <a:pt x="1497799" y="107891"/>
                </a:lnTo>
                <a:lnTo>
                  <a:pt x="1498153" y="107704"/>
                </a:lnTo>
                <a:lnTo>
                  <a:pt x="1498502" y="107511"/>
                </a:lnTo>
                <a:lnTo>
                  <a:pt x="1498847" y="107313"/>
                </a:lnTo>
                <a:lnTo>
                  <a:pt x="1499188" y="107110"/>
                </a:lnTo>
                <a:lnTo>
                  <a:pt x="1499523" y="106903"/>
                </a:lnTo>
                <a:lnTo>
                  <a:pt x="1499855" y="106690"/>
                </a:lnTo>
                <a:lnTo>
                  <a:pt x="1500182" y="106472"/>
                </a:lnTo>
                <a:lnTo>
                  <a:pt x="1500504" y="106250"/>
                </a:lnTo>
                <a:lnTo>
                  <a:pt x="1500823" y="106022"/>
                </a:lnTo>
                <a:lnTo>
                  <a:pt x="1501136" y="105789"/>
                </a:lnTo>
                <a:lnTo>
                  <a:pt x="1501445" y="105551"/>
                </a:lnTo>
                <a:lnTo>
                  <a:pt x="1501750" y="105295"/>
                </a:lnTo>
                <a:lnTo>
                  <a:pt x="1502051" y="105035"/>
                </a:lnTo>
                <a:lnTo>
                  <a:pt x="1502346" y="104770"/>
                </a:lnTo>
                <a:lnTo>
                  <a:pt x="1502638" y="104501"/>
                </a:lnTo>
                <a:lnTo>
                  <a:pt x="1502925" y="104228"/>
                </a:lnTo>
                <a:lnTo>
                  <a:pt x="1503207" y="103950"/>
                </a:lnTo>
                <a:lnTo>
                  <a:pt x="1503485" y="103667"/>
                </a:lnTo>
                <a:lnTo>
                  <a:pt x="1503759" y="103380"/>
                </a:lnTo>
                <a:lnTo>
                  <a:pt x="1504028" y="103089"/>
                </a:lnTo>
                <a:lnTo>
                  <a:pt x="1504293" y="102793"/>
                </a:lnTo>
                <a:lnTo>
                  <a:pt x="1504553" y="102493"/>
                </a:lnTo>
                <a:lnTo>
                  <a:pt x="1504809" y="102188"/>
                </a:lnTo>
                <a:lnTo>
                  <a:pt x="1505060" y="101879"/>
                </a:lnTo>
                <a:lnTo>
                  <a:pt x="1505307" y="101565"/>
                </a:lnTo>
                <a:lnTo>
                  <a:pt x="1505550" y="101247"/>
                </a:lnTo>
                <a:lnTo>
                  <a:pt x="1505788" y="100924"/>
                </a:lnTo>
                <a:lnTo>
                  <a:pt x="1506021" y="100597"/>
                </a:lnTo>
                <a:lnTo>
                  <a:pt x="1506251" y="100266"/>
                </a:lnTo>
                <a:lnTo>
                  <a:pt x="1506475" y="99930"/>
                </a:lnTo>
                <a:lnTo>
                  <a:pt x="1506696" y="99589"/>
                </a:lnTo>
                <a:lnTo>
                  <a:pt x="1506911" y="99245"/>
                </a:lnTo>
                <a:lnTo>
                  <a:pt x="1507123" y="98895"/>
                </a:lnTo>
                <a:lnTo>
                  <a:pt x="1507330" y="98542"/>
                </a:lnTo>
                <a:lnTo>
                  <a:pt x="1507532" y="98184"/>
                </a:lnTo>
                <a:lnTo>
                  <a:pt x="1507560" y="98502"/>
                </a:lnTo>
                <a:lnTo>
                  <a:pt x="1507590" y="98819"/>
                </a:lnTo>
                <a:lnTo>
                  <a:pt x="1507622" y="99132"/>
                </a:lnTo>
                <a:lnTo>
                  <a:pt x="1507657" y="99443"/>
                </a:lnTo>
                <a:lnTo>
                  <a:pt x="1507693" y="99750"/>
                </a:lnTo>
                <a:lnTo>
                  <a:pt x="1507732" y="100056"/>
                </a:lnTo>
                <a:lnTo>
                  <a:pt x="1507773" y="100358"/>
                </a:lnTo>
                <a:lnTo>
                  <a:pt x="1507817" y="100657"/>
                </a:lnTo>
                <a:lnTo>
                  <a:pt x="1507862" y="100954"/>
                </a:lnTo>
                <a:lnTo>
                  <a:pt x="1507910" y="101248"/>
                </a:lnTo>
                <a:lnTo>
                  <a:pt x="1507960" y="101539"/>
                </a:lnTo>
                <a:lnTo>
                  <a:pt x="1508012" y="101827"/>
                </a:lnTo>
                <a:lnTo>
                  <a:pt x="1508067" y="102113"/>
                </a:lnTo>
                <a:lnTo>
                  <a:pt x="1508124" y="102396"/>
                </a:lnTo>
                <a:lnTo>
                  <a:pt x="1508183" y="102676"/>
                </a:lnTo>
                <a:lnTo>
                  <a:pt x="1508244" y="102953"/>
                </a:lnTo>
                <a:lnTo>
                  <a:pt x="1508307" y="103227"/>
                </a:lnTo>
                <a:lnTo>
                  <a:pt x="1508373" y="103499"/>
                </a:lnTo>
                <a:lnTo>
                  <a:pt x="1508441" y="103768"/>
                </a:lnTo>
                <a:lnTo>
                  <a:pt x="1508511" y="104034"/>
                </a:lnTo>
                <a:lnTo>
                  <a:pt x="1508583" y="104297"/>
                </a:lnTo>
                <a:lnTo>
                  <a:pt x="1508658" y="104558"/>
                </a:lnTo>
                <a:lnTo>
                  <a:pt x="1508734" y="104816"/>
                </a:lnTo>
                <a:lnTo>
                  <a:pt x="1508813" y="105071"/>
                </a:lnTo>
                <a:lnTo>
                  <a:pt x="1508910" y="105322"/>
                </a:lnTo>
                <a:lnTo>
                  <a:pt x="1509012" y="105569"/>
                </a:lnTo>
                <a:lnTo>
                  <a:pt x="1509121" y="105812"/>
                </a:lnTo>
                <a:lnTo>
                  <a:pt x="1509236" y="106050"/>
                </a:lnTo>
                <a:lnTo>
                  <a:pt x="1509357" y="106283"/>
                </a:lnTo>
                <a:lnTo>
                  <a:pt x="1509484" y="106512"/>
                </a:lnTo>
                <a:lnTo>
                  <a:pt x="1509617" y="106737"/>
                </a:lnTo>
                <a:lnTo>
                  <a:pt x="1509757" y="106957"/>
                </a:lnTo>
                <a:lnTo>
                  <a:pt x="1509902" y="107173"/>
                </a:lnTo>
                <a:lnTo>
                  <a:pt x="1510054" y="107384"/>
                </a:lnTo>
                <a:lnTo>
                  <a:pt x="1510211" y="107591"/>
                </a:lnTo>
                <a:lnTo>
                  <a:pt x="1510375" y="107794"/>
                </a:lnTo>
                <a:lnTo>
                  <a:pt x="1510545" y="107992"/>
                </a:lnTo>
                <a:lnTo>
                  <a:pt x="1510721" y="108185"/>
                </a:lnTo>
                <a:lnTo>
                  <a:pt x="1510903" y="108374"/>
                </a:lnTo>
                <a:lnTo>
                  <a:pt x="1511091" y="108559"/>
                </a:lnTo>
                <a:lnTo>
                  <a:pt x="1511286" y="108739"/>
                </a:lnTo>
                <a:lnTo>
                  <a:pt x="1511486" y="108915"/>
                </a:lnTo>
                <a:lnTo>
                  <a:pt x="1511693" y="109086"/>
                </a:lnTo>
                <a:lnTo>
                  <a:pt x="1511905" y="109253"/>
                </a:lnTo>
                <a:lnTo>
                  <a:pt x="1512124" y="109415"/>
                </a:lnTo>
                <a:lnTo>
                  <a:pt x="1512349" y="109573"/>
                </a:lnTo>
                <a:lnTo>
                  <a:pt x="1512580" y="109727"/>
                </a:lnTo>
                <a:lnTo>
                  <a:pt x="1512817" y="109876"/>
                </a:lnTo>
                <a:lnTo>
                  <a:pt x="1513076" y="110007"/>
                </a:lnTo>
                <a:lnTo>
                  <a:pt x="1513344" y="110132"/>
                </a:lnTo>
                <a:lnTo>
                  <a:pt x="1513621" y="110251"/>
                </a:lnTo>
                <a:lnTo>
                  <a:pt x="1513908" y="110365"/>
                </a:lnTo>
                <a:lnTo>
                  <a:pt x="1514204" y="110474"/>
                </a:lnTo>
                <a:lnTo>
                  <a:pt x="1514509" y="110577"/>
                </a:lnTo>
                <a:lnTo>
                  <a:pt x="1514824" y="110674"/>
                </a:lnTo>
                <a:lnTo>
                  <a:pt x="1515149" y="110766"/>
                </a:lnTo>
                <a:lnTo>
                  <a:pt x="1515483" y="110852"/>
                </a:lnTo>
                <a:lnTo>
                  <a:pt x="1515826" y="110933"/>
                </a:lnTo>
                <a:lnTo>
                  <a:pt x="1516179" y="111008"/>
                </a:lnTo>
                <a:lnTo>
                  <a:pt x="1516542" y="111077"/>
                </a:lnTo>
                <a:lnTo>
                  <a:pt x="1516913" y="111141"/>
                </a:lnTo>
                <a:lnTo>
                  <a:pt x="1517295" y="111199"/>
                </a:lnTo>
                <a:lnTo>
                  <a:pt x="1517685" y="111252"/>
                </a:lnTo>
                <a:lnTo>
                  <a:pt x="1518085" y="111300"/>
                </a:lnTo>
                <a:lnTo>
                  <a:pt x="1518495" y="111341"/>
                </a:lnTo>
                <a:lnTo>
                  <a:pt x="1518914" y="111377"/>
                </a:lnTo>
                <a:lnTo>
                  <a:pt x="1519343" y="111408"/>
                </a:lnTo>
                <a:lnTo>
                  <a:pt x="1519781" y="111433"/>
                </a:lnTo>
                <a:lnTo>
                  <a:pt x="1520228" y="111453"/>
                </a:lnTo>
                <a:lnTo>
                  <a:pt x="1520685" y="111466"/>
                </a:lnTo>
                <a:lnTo>
                  <a:pt x="1521151" y="111475"/>
                </a:lnTo>
                <a:lnTo>
                  <a:pt x="1521627" y="111478"/>
                </a:lnTo>
                <a:lnTo>
                  <a:pt x="1521894" y="111476"/>
                </a:lnTo>
                <a:lnTo>
                  <a:pt x="1522160" y="111472"/>
                </a:lnTo>
                <a:lnTo>
                  <a:pt x="1522425" y="111465"/>
                </a:lnTo>
                <a:lnTo>
                  <a:pt x="1522690" y="111455"/>
                </a:lnTo>
                <a:lnTo>
                  <a:pt x="1522955" y="111443"/>
                </a:lnTo>
                <a:lnTo>
                  <a:pt x="1523219" y="111427"/>
                </a:lnTo>
                <a:lnTo>
                  <a:pt x="1523482" y="111409"/>
                </a:lnTo>
                <a:lnTo>
                  <a:pt x="1523745" y="111389"/>
                </a:lnTo>
                <a:lnTo>
                  <a:pt x="1524007" y="111365"/>
                </a:lnTo>
                <a:lnTo>
                  <a:pt x="1524269" y="111339"/>
                </a:lnTo>
                <a:lnTo>
                  <a:pt x="1524530" y="111309"/>
                </a:lnTo>
                <a:lnTo>
                  <a:pt x="1524790" y="111277"/>
                </a:lnTo>
                <a:lnTo>
                  <a:pt x="1525050" y="111243"/>
                </a:lnTo>
                <a:lnTo>
                  <a:pt x="1525310" y="111205"/>
                </a:lnTo>
                <a:lnTo>
                  <a:pt x="1525569" y="111165"/>
                </a:lnTo>
                <a:lnTo>
                  <a:pt x="1525827" y="111122"/>
                </a:lnTo>
                <a:lnTo>
                  <a:pt x="1526085" y="111076"/>
                </a:lnTo>
                <a:lnTo>
                  <a:pt x="1526342" y="111027"/>
                </a:lnTo>
                <a:lnTo>
                  <a:pt x="1526599" y="110976"/>
                </a:lnTo>
                <a:lnTo>
                  <a:pt x="1526855" y="110921"/>
                </a:lnTo>
                <a:lnTo>
                  <a:pt x="1527110" y="110864"/>
                </a:lnTo>
                <a:lnTo>
                  <a:pt x="1527365" y="110805"/>
                </a:lnTo>
                <a:lnTo>
                  <a:pt x="1527620" y="110742"/>
                </a:lnTo>
                <a:lnTo>
                  <a:pt x="1527873" y="110677"/>
                </a:lnTo>
                <a:lnTo>
                  <a:pt x="1528138" y="110609"/>
                </a:lnTo>
                <a:lnTo>
                  <a:pt x="1528400" y="110539"/>
                </a:lnTo>
                <a:lnTo>
                  <a:pt x="1528657" y="110466"/>
                </a:lnTo>
                <a:lnTo>
                  <a:pt x="1528910" y="110392"/>
                </a:lnTo>
                <a:lnTo>
                  <a:pt x="1529160" y="110315"/>
                </a:lnTo>
                <a:lnTo>
                  <a:pt x="1529405" y="110236"/>
                </a:lnTo>
                <a:lnTo>
                  <a:pt x="1529647" y="110155"/>
                </a:lnTo>
                <a:lnTo>
                  <a:pt x="1529884" y="110072"/>
                </a:lnTo>
                <a:lnTo>
                  <a:pt x="1530118" y="109986"/>
                </a:lnTo>
                <a:lnTo>
                  <a:pt x="1530348" y="109898"/>
                </a:lnTo>
                <a:lnTo>
                  <a:pt x="1530574" y="109808"/>
                </a:lnTo>
                <a:lnTo>
                  <a:pt x="1530797" y="109716"/>
                </a:lnTo>
                <a:lnTo>
                  <a:pt x="1531015" y="109621"/>
                </a:lnTo>
                <a:lnTo>
                  <a:pt x="1531229" y="109524"/>
                </a:lnTo>
                <a:lnTo>
                  <a:pt x="1531440" y="109425"/>
                </a:lnTo>
                <a:lnTo>
                  <a:pt x="1531646" y="109324"/>
                </a:lnTo>
                <a:lnTo>
                  <a:pt x="1531849" y="109221"/>
                </a:lnTo>
                <a:lnTo>
                  <a:pt x="1532048" y="109115"/>
                </a:lnTo>
                <a:lnTo>
                  <a:pt x="1532243" y="109007"/>
                </a:lnTo>
                <a:lnTo>
                  <a:pt x="1532434" y="108897"/>
                </a:lnTo>
                <a:lnTo>
                  <a:pt x="1532621" y="108785"/>
                </a:lnTo>
                <a:lnTo>
                  <a:pt x="1532804" y="108670"/>
                </a:lnTo>
                <a:lnTo>
                  <a:pt x="1532984" y="108553"/>
                </a:lnTo>
                <a:lnTo>
                  <a:pt x="1533159" y="108434"/>
                </a:lnTo>
                <a:lnTo>
                  <a:pt x="1533159" y="98023"/>
                </a:lnTo>
                <a:lnTo>
                  <a:pt x="1533013" y="98128"/>
                </a:lnTo>
                <a:lnTo>
                  <a:pt x="1532867" y="98230"/>
                </a:lnTo>
                <a:lnTo>
                  <a:pt x="1532721" y="98329"/>
                </a:lnTo>
                <a:lnTo>
                  <a:pt x="1532576" y="98424"/>
                </a:lnTo>
                <a:lnTo>
                  <a:pt x="1532432" y="98516"/>
                </a:lnTo>
                <a:lnTo>
                  <a:pt x="1532288" y="98604"/>
                </a:lnTo>
                <a:lnTo>
                  <a:pt x="1532145" y="98689"/>
                </a:lnTo>
                <a:lnTo>
                  <a:pt x="1532002" y="98771"/>
                </a:lnTo>
                <a:lnTo>
                  <a:pt x="1531860" y="98849"/>
                </a:lnTo>
                <a:lnTo>
                  <a:pt x="1531719" y="98924"/>
                </a:lnTo>
                <a:lnTo>
                  <a:pt x="1531578" y="98996"/>
                </a:lnTo>
                <a:lnTo>
                  <a:pt x="1531437" y="99064"/>
                </a:lnTo>
                <a:lnTo>
                  <a:pt x="1531297" y="99130"/>
                </a:lnTo>
                <a:lnTo>
                  <a:pt x="1531158" y="99191"/>
                </a:lnTo>
                <a:lnTo>
                  <a:pt x="1531019" y="99250"/>
                </a:lnTo>
                <a:lnTo>
                  <a:pt x="1530881" y="99305"/>
                </a:lnTo>
                <a:lnTo>
                  <a:pt x="1530743" y="99356"/>
                </a:lnTo>
                <a:lnTo>
                  <a:pt x="1530606" y="99405"/>
                </a:lnTo>
                <a:lnTo>
                  <a:pt x="1530470" y="99450"/>
                </a:lnTo>
                <a:lnTo>
                  <a:pt x="1530334" y="99492"/>
                </a:lnTo>
                <a:lnTo>
                  <a:pt x="1530198" y="99530"/>
                </a:lnTo>
                <a:lnTo>
                  <a:pt x="1530064" y="99565"/>
                </a:lnTo>
                <a:lnTo>
                  <a:pt x="1529929" y="99597"/>
                </a:lnTo>
                <a:lnTo>
                  <a:pt x="1529795" y="99625"/>
                </a:lnTo>
                <a:lnTo>
                  <a:pt x="1529662" y="99651"/>
                </a:lnTo>
                <a:lnTo>
                  <a:pt x="1529529" y="99676"/>
                </a:lnTo>
                <a:lnTo>
                  <a:pt x="1529395" y="99700"/>
                </a:lnTo>
                <a:lnTo>
                  <a:pt x="1529262" y="99723"/>
                </a:lnTo>
                <a:lnTo>
                  <a:pt x="1529128" y="99745"/>
                </a:lnTo>
                <a:lnTo>
                  <a:pt x="1528995" y="99765"/>
                </a:lnTo>
                <a:lnTo>
                  <a:pt x="1528861" y="99785"/>
                </a:lnTo>
                <a:lnTo>
                  <a:pt x="1528728" y="99803"/>
                </a:lnTo>
                <a:lnTo>
                  <a:pt x="1528594" y="99820"/>
                </a:lnTo>
                <a:lnTo>
                  <a:pt x="1528461" y="99836"/>
                </a:lnTo>
                <a:lnTo>
                  <a:pt x="1528327" y="99851"/>
                </a:lnTo>
                <a:lnTo>
                  <a:pt x="1528194" y="99865"/>
                </a:lnTo>
                <a:lnTo>
                  <a:pt x="1528060" y="99878"/>
                </a:lnTo>
                <a:lnTo>
                  <a:pt x="1527927" y="99890"/>
                </a:lnTo>
                <a:lnTo>
                  <a:pt x="1527793" y="99900"/>
                </a:lnTo>
                <a:lnTo>
                  <a:pt x="1527660" y="99910"/>
                </a:lnTo>
                <a:lnTo>
                  <a:pt x="1527526" y="99918"/>
                </a:lnTo>
                <a:lnTo>
                  <a:pt x="1527393" y="99925"/>
                </a:lnTo>
                <a:lnTo>
                  <a:pt x="1527259" y="99931"/>
                </a:lnTo>
                <a:lnTo>
                  <a:pt x="1527126" y="99936"/>
                </a:lnTo>
                <a:lnTo>
                  <a:pt x="1526993" y="99940"/>
                </a:lnTo>
                <a:lnTo>
                  <a:pt x="1526859" y="99943"/>
                </a:lnTo>
                <a:lnTo>
                  <a:pt x="1526726" y="99945"/>
                </a:lnTo>
                <a:lnTo>
                  <a:pt x="1526592" y="99945"/>
                </a:lnTo>
                <a:lnTo>
                  <a:pt x="1526407" y="99943"/>
                </a:lnTo>
                <a:lnTo>
                  <a:pt x="1526226" y="99938"/>
                </a:lnTo>
                <a:lnTo>
                  <a:pt x="1526049" y="99928"/>
                </a:lnTo>
                <a:lnTo>
                  <a:pt x="1525876" y="99914"/>
                </a:lnTo>
                <a:lnTo>
                  <a:pt x="1525706" y="99897"/>
                </a:lnTo>
                <a:lnTo>
                  <a:pt x="1525541" y="99875"/>
                </a:lnTo>
                <a:lnTo>
                  <a:pt x="1525379" y="99850"/>
                </a:lnTo>
                <a:lnTo>
                  <a:pt x="1525222" y="99821"/>
                </a:lnTo>
                <a:lnTo>
                  <a:pt x="1525068" y="99788"/>
                </a:lnTo>
                <a:lnTo>
                  <a:pt x="1524918" y="99751"/>
                </a:lnTo>
                <a:lnTo>
                  <a:pt x="1524772" y="99710"/>
                </a:lnTo>
                <a:lnTo>
                  <a:pt x="1524630" y="99665"/>
                </a:lnTo>
                <a:lnTo>
                  <a:pt x="1524492" y="99616"/>
                </a:lnTo>
                <a:lnTo>
                  <a:pt x="1524357" y="99564"/>
                </a:lnTo>
                <a:lnTo>
                  <a:pt x="1524227" y="99507"/>
                </a:lnTo>
                <a:lnTo>
                  <a:pt x="1524100" y="99447"/>
                </a:lnTo>
                <a:lnTo>
                  <a:pt x="1523978" y="99383"/>
                </a:lnTo>
                <a:lnTo>
                  <a:pt x="1523859" y="99315"/>
                </a:lnTo>
                <a:lnTo>
                  <a:pt x="1523744" y="99243"/>
                </a:lnTo>
                <a:lnTo>
                  <a:pt x="1523633" y="99167"/>
                </a:lnTo>
                <a:lnTo>
                  <a:pt x="1523526" y="99087"/>
                </a:lnTo>
                <a:lnTo>
                  <a:pt x="1523423" y="99003"/>
                </a:lnTo>
                <a:lnTo>
                  <a:pt x="1523324" y="98916"/>
                </a:lnTo>
                <a:lnTo>
                  <a:pt x="1523228" y="98824"/>
                </a:lnTo>
                <a:lnTo>
                  <a:pt x="1523137" y="98728"/>
                </a:lnTo>
                <a:lnTo>
                  <a:pt x="1523049" y="98627"/>
                </a:lnTo>
                <a:lnTo>
                  <a:pt x="1522966" y="98521"/>
                </a:lnTo>
                <a:lnTo>
                  <a:pt x="1522886" y="98410"/>
                </a:lnTo>
                <a:lnTo>
                  <a:pt x="1522810" y="98294"/>
                </a:lnTo>
                <a:lnTo>
                  <a:pt x="1522738" y="98174"/>
                </a:lnTo>
                <a:lnTo>
                  <a:pt x="1522670" y="98048"/>
                </a:lnTo>
                <a:lnTo>
                  <a:pt x="1522606" y="97917"/>
                </a:lnTo>
                <a:lnTo>
                  <a:pt x="1522545" y="97781"/>
                </a:lnTo>
                <a:lnTo>
                  <a:pt x="1522489" y="97640"/>
                </a:lnTo>
                <a:lnTo>
                  <a:pt x="1522436" y="97494"/>
                </a:lnTo>
                <a:lnTo>
                  <a:pt x="1522388" y="97343"/>
                </a:lnTo>
                <a:lnTo>
                  <a:pt x="1522343" y="97187"/>
                </a:lnTo>
                <a:lnTo>
                  <a:pt x="1522302" y="97026"/>
                </a:lnTo>
                <a:lnTo>
                  <a:pt x="1522265" y="96860"/>
                </a:lnTo>
                <a:lnTo>
                  <a:pt x="1522232" y="96689"/>
                </a:lnTo>
                <a:lnTo>
                  <a:pt x="1522203" y="96513"/>
                </a:lnTo>
                <a:lnTo>
                  <a:pt x="1522177" y="96332"/>
                </a:lnTo>
                <a:lnTo>
                  <a:pt x="1522156" y="96146"/>
                </a:lnTo>
                <a:lnTo>
                  <a:pt x="1522139" y="95955"/>
                </a:lnTo>
                <a:lnTo>
                  <a:pt x="1522125" y="95758"/>
                </a:lnTo>
                <a:lnTo>
                  <a:pt x="1522115" y="95557"/>
                </a:lnTo>
                <a:lnTo>
                  <a:pt x="1522109" y="95351"/>
                </a:lnTo>
                <a:lnTo>
                  <a:pt x="1522107" y="95140"/>
                </a:lnTo>
                <a:lnTo>
                  <a:pt x="1522107" y="28030"/>
                </a:lnTo>
                <a:lnTo>
                  <a:pt x="1506090" y="28030"/>
                </a:lnTo>
                <a:lnTo>
                  <a:pt x="1506090" y="77842"/>
                </a:lnTo>
                <a:lnTo>
                  <a:pt x="1506086" y="78334"/>
                </a:lnTo>
                <a:lnTo>
                  <a:pt x="1506073" y="78822"/>
                </a:lnTo>
                <a:lnTo>
                  <a:pt x="1506050" y="79306"/>
                </a:lnTo>
                <a:lnTo>
                  <a:pt x="1506019" y="79786"/>
                </a:lnTo>
                <a:lnTo>
                  <a:pt x="1505979" y="80263"/>
                </a:lnTo>
                <a:lnTo>
                  <a:pt x="1505930" y="80735"/>
                </a:lnTo>
                <a:lnTo>
                  <a:pt x="1505872" y="81204"/>
                </a:lnTo>
                <a:lnTo>
                  <a:pt x="1505806" y="81668"/>
                </a:lnTo>
                <a:lnTo>
                  <a:pt x="1505730" y="82129"/>
                </a:lnTo>
                <a:lnTo>
                  <a:pt x="1505646" y="82586"/>
                </a:lnTo>
                <a:lnTo>
                  <a:pt x="1505552" y="83039"/>
                </a:lnTo>
                <a:lnTo>
                  <a:pt x="1505450" y="83488"/>
                </a:lnTo>
                <a:lnTo>
                  <a:pt x="1505339" y="83933"/>
                </a:lnTo>
                <a:lnTo>
                  <a:pt x="1505218" y="84375"/>
                </a:lnTo>
                <a:lnTo>
                  <a:pt x="1505089" y="84812"/>
                </a:lnTo>
                <a:lnTo>
                  <a:pt x="1504952" y="85245"/>
                </a:lnTo>
                <a:lnTo>
                  <a:pt x="1504805" y="85675"/>
                </a:lnTo>
                <a:lnTo>
                  <a:pt x="1504649" y="86101"/>
                </a:lnTo>
                <a:lnTo>
                  <a:pt x="1504484" y="86523"/>
                </a:lnTo>
                <a:lnTo>
                  <a:pt x="1504311" y="86941"/>
                </a:lnTo>
                <a:lnTo>
                  <a:pt x="1504128" y="87355"/>
                </a:lnTo>
                <a:lnTo>
                  <a:pt x="1503937" y="87765"/>
                </a:lnTo>
                <a:lnTo>
                  <a:pt x="1503737" y="88171"/>
                </a:lnTo>
                <a:lnTo>
                  <a:pt x="1503528" y="88573"/>
                </a:lnTo>
                <a:lnTo>
                  <a:pt x="1503324" y="88970"/>
                </a:lnTo>
                <a:lnTo>
                  <a:pt x="1503113" y="89361"/>
                </a:lnTo>
                <a:lnTo>
                  <a:pt x="1502895" y="89745"/>
                </a:lnTo>
                <a:lnTo>
                  <a:pt x="1502669" y="90122"/>
                </a:lnTo>
                <a:lnTo>
                  <a:pt x="1502436" y="90492"/>
                </a:lnTo>
                <a:lnTo>
                  <a:pt x="1502196" y="90856"/>
                </a:lnTo>
                <a:lnTo>
                  <a:pt x="1501949" y="91213"/>
                </a:lnTo>
                <a:lnTo>
                  <a:pt x="1501695" y="91563"/>
                </a:lnTo>
                <a:lnTo>
                  <a:pt x="1501433" y="91907"/>
                </a:lnTo>
                <a:lnTo>
                  <a:pt x="1501164" y="92244"/>
                </a:lnTo>
                <a:lnTo>
                  <a:pt x="1500888" y="92574"/>
                </a:lnTo>
                <a:lnTo>
                  <a:pt x="1500605" y="92898"/>
                </a:lnTo>
                <a:lnTo>
                  <a:pt x="1500314" y="93215"/>
                </a:lnTo>
                <a:lnTo>
                  <a:pt x="1500016" y="93525"/>
                </a:lnTo>
                <a:lnTo>
                  <a:pt x="1499711" y="93829"/>
                </a:lnTo>
                <a:lnTo>
                  <a:pt x="1499399" y="94126"/>
                </a:lnTo>
                <a:lnTo>
                  <a:pt x="1499080" y="94416"/>
                </a:lnTo>
                <a:lnTo>
                  <a:pt x="1498753" y="94700"/>
                </a:lnTo>
                <a:lnTo>
                  <a:pt x="1498419" y="94977"/>
                </a:lnTo>
                <a:lnTo>
                  <a:pt x="1498078" y="95247"/>
                </a:lnTo>
                <a:lnTo>
                  <a:pt x="1497729" y="95511"/>
                </a:lnTo>
                <a:lnTo>
                  <a:pt x="1497374" y="95768"/>
                </a:lnTo>
                <a:lnTo>
                  <a:pt x="1497011" y="96018"/>
                </a:lnTo>
                <a:lnTo>
                  <a:pt x="1496641" y="96261"/>
                </a:lnTo>
                <a:lnTo>
                  <a:pt x="1496278" y="96484"/>
                </a:lnTo>
                <a:lnTo>
                  <a:pt x="1495911" y="96696"/>
                </a:lnTo>
                <a:lnTo>
                  <a:pt x="1495539" y="96900"/>
                </a:lnTo>
                <a:lnTo>
                  <a:pt x="1495163" y="97093"/>
                </a:lnTo>
                <a:lnTo>
                  <a:pt x="1494783" y="97278"/>
                </a:lnTo>
                <a:lnTo>
                  <a:pt x="1494398" y="97453"/>
                </a:lnTo>
                <a:lnTo>
                  <a:pt x="1494009" y="97618"/>
                </a:lnTo>
                <a:lnTo>
                  <a:pt x="1493615" y="97774"/>
                </a:lnTo>
                <a:lnTo>
                  <a:pt x="1493217" y="97921"/>
                </a:lnTo>
                <a:lnTo>
                  <a:pt x="1492814" y="98058"/>
                </a:lnTo>
                <a:lnTo>
                  <a:pt x="1492407" y="98185"/>
                </a:lnTo>
                <a:lnTo>
                  <a:pt x="1491996" y="98304"/>
                </a:lnTo>
                <a:lnTo>
                  <a:pt x="1491580" y="98412"/>
                </a:lnTo>
                <a:lnTo>
                  <a:pt x="1491159" y="98512"/>
                </a:lnTo>
                <a:lnTo>
                  <a:pt x="1490734" y="98601"/>
                </a:lnTo>
                <a:lnTo>
                  <a:pt x="1490305" y="98682"/>
                </a:lnTo>
                <a:lnTo>
                  <a:pt x="1489871" y="98753"/>
                </a:lnTo>
                <a:lnTo>
                  <a:pt x="1489433" y="98814"/>
                </a:lnTo>
                <a:lnTo>
                  <a:pt x="1488990" y="98866"/>
                </a:lnTo>
                <a:lnTo>
                  <a:pt x="1488543" y="98909"/>
                </a:lnTo>
                <a:lnTo>
                  <a:pt x="1488092" y="98942"/>
                </a:lnTo>
                <a:lnTo>
                  <a:pt x="1487635" y="98965"/>
                </a:lnTo>
                <a:lnTo>
                  <a:pt x="1487175" y="98980"/>
                </a:lnTo>
                <a:lnTo>
                  <a:pt x="1486710" y="98984"/>
                </a:lnTo>
                <a:lnTo>
                  <a:pt x="1486009" y="98976"/>
                </a:lnTo>
                <a:lnTo>
                  <a:pt x="1485321" y="98950"/>
                </a:lnTo>
                <a:lnTo>
                  <a:pt x="1484645" y="98907"/>
                </a:lnTo>
                <a:lnTo>
                  <a:pt x="1483983" y="98846"/>
                </a:lnTo>
                <a:lnTo>
                  <a:pt x="1483333" y="98769"/>
                </a:lnTo>
                <a:lnTo>
                  <a:pt x="1482696" y="98674"/>
                </a:lnTo>
                <a:lnTo>
                  <a:pt x="1482072" y="98562"/>
                </a:lnTo>
                <a:lnTo>
                  <a:pt x="1481460" y="98433"/>
                </a:lnTo>
                <a:lnTo>
                  <a:pt x="1480861" y="98286"/>
                </a:lnTo>
                <a:lnTo>
                  <a:pt x="1480276" y="98122"/>
                </a:lnTo>
                <a:lnTo>
                  <a:pt x="1479702" y="97941"/>
                </a:lnTo>
                <a:lnTo>
                  <a:pt x="1479142" y="97743"/>
                </a:lnTo>
                <a:lnTo>
                  <a:pt x="1478595" y="97528"/>
                </a:lnTo>
                <a:lnTo>
                  <a:pt x="1478060" y="97295"/>
                </a:lnTo>
                <a:lnTo>
                  <a:pt x="1477538" y="97045"/>
                </a:lnTo>
                <a:lnTo>
                  <a:pt x="1477029" y="96778"/>
                </a:lnTo>
                <a:lnTo>
                  <a:pt x="1476532" y="96493"/>
                </a:lnTo>
                <a:lnTo>
                  <a:pt x="1476049" y="96191"/>
                </a:lnTo>
                <a:lnTo>
                  <a:pt x="1475578" y="95872"/>
                </a:lnTo>
                <a:lnTo>
                  <a:pt x="1475120" y="95536"/>
                </a:lnTo>
                <a:lnTo>
                  <a:pt x="1474675" y="95183"/>
                </a:lnTo>
                <a:lnTo>
                  <a:pt x="1474242" y="94812"/>
                </a:lnTo>
                <a:lnTo>
                  <a:pt x="1473823" y="94424"/>
                </a:lnTo>
                <a:lnTo>
                  <a:pt x="1473416" y="94019"/>
                </a:lnTo>
                <a:lnTo>
                  <a:pt x="1473037" y="93596"/>
                </a:lnTo>
                <a:lnTo>
                  <a:pt x="1472674" y="93155"/>
                </a:lnTo>
                <a:lnTo>
                  <a:pt x="1472327" y="92695"/>
                </a:lnTo>
                <a:lnTo>
                  <a:pt x="1471997" y="92217"/>
                </a:lnTo>
                <a:lnTo>
                  <a:pt x="1471682" y="91721"/>
                </a:lnTo>
                <a:lnTo>
                  <a:pt x="1471384" y="91206"/>
                </a:lnTo>
                <a:lnTo>
                  <a:pt x="1471102" y="90673"/>
                </a:lnTo>
                <a:lnTo>
                  <a:pt x="1470835" y="90122"/>
                </a:lnTo>
                <a:lnTo>
                  <a:pt x="1470585" y="89552"/>
                </a:lnTo>
                <a:lnTo>
                  <a:pt x="1470352" y="88964"/>
                </a:lnTo>
                <a:lnTo>
                  <a:pt x="1470134" y="88357"/>
                </a:lnTo>
                <a:lnTo>
                  <a:pt x="1469932" y="87733"/>
                </a:lnTo>
                <a:lnTo>
                  <a:pt x="1469747" y="87089"/>
                </a:lnTo>
                <a:lnTo>
                  <a:pt x="1469578" y="86428"/>
                </a:lnTo>
                <a:lnTo>
                  <a:pt x="1469424" y="85748"/>
                </a:lnTo>
                <a:lnTo>
                  <a:pt x="1469287" y="85050"/>
                </a:lnTo>
                <a:lnTo>
                  <a:pt x="1469166" y="84333"/>
                </a:lnTo>
                <a:lnTo>
                  <a:pt x="1469061" y="83598"/>
                </a:lnTo>
                <a:lnTo>
                  <a:pt x="1468973" y="82845"/>
                </a:lnTo>
                <a:lnTo>
                  <a:pt x="1468900" y="82073"/>
                </a:lnTo>
                <a:lnTo>
                  <a:pt x="1468844" y="81283"/>
                </a:lnTo>
                <a:lnTo>
                  <a:pt x="1468803" y="80475"/>
                </a:lnTo>
                <a:lnTo>
                  <a:pt x="1468779" y="79648"/>
                </a:lnTo>
                <a:lnTo>
                  <a:pt x="1468771" y="78803"/>
                </a:lnTo>
                <a:lnTo>
                  <a:pt x="1468771" y="28030"/>
                </a:lnTo>
                <a:lnTo>
                  <a:pt x="1452594" y="28030"/>
                </a:lnTo>
                <a:lnTo>
                  <a:pt x="1452594" y="81846"/>
                </a:lnTo>
                <a:lnTo>
                  <a:pt x="1452608" y="83075"/>
                </a:lnTo>
                <a:lnTo>
                  <a:pt x="1452649" y="84277"/>
                </a:lnTo>
                <a:lnTo>
                  <a:pt x="1452717" y="85453"/>
                </a:lnTo>
                <a:lnTo>
                  <a:pt x="1452812" y="86602"/>
                </a:lnTo>
                <a:lnTo>
                  <a:pt x="1452935" y="87726"/>
                </a:lnTo>
                <a:lnTo>
                  <a:pt x="1453085" y="88824"/>
                </a:lnTo>
                <a:lnTo>
                  <a:pt x="1453262" y="89895"/>
                </a:lnTo>
                <a:lnTo>
                  <a:pt x="1453466" y="90940"/>
                </a:lnTo>
                <a:lnTo>
                  <a:pt x="1453698" y="91959"/>
                </a:lnTo>
                <a:lnTo>
                  <a:pt x="1453957" y="92952"/>
                </a:lnTo>
                <a:lnTo>
                  <a:pt x="1454243" y="93919"/>
                </a:lnTo>
                <a:lnTo>
                  <a:pt x="1454556" y="94860"/>
                </a:lnTo>
                <a:lnTo>
                  <a:pt x="1454897" y="95775"/>
                </a:lnTo>
                <a:lnTo>
                  <a:pt x="1455265" y="96663"/>
                </a:lnTo>
                <a:lnTo>
                  <a:pt x="1455660" y="97525"/>
                </a:lnTo>
                <a:lnTo>
                  <a:pt x="1456082" y="98361"/>
                </a:lnTo>
                <a:lnTo>
                  <a:pt x="1456532" y="99172"/>
                </a:lnTo>
                <a:lnTo>
                  <a:pt x="1457009" y="99955"/>
                </a:lnTo>
                <a:lnTo>
                  <a:pt x="1457513" y="100713"/>
                </a:lnTo>
                <a:lnTo>
                  <a:pt x="1458044" y="101445"/>
                </a:lnTo>
                <a:lnTo>
                  <a:pt x="1458603" y="102150"/>
                </a:lnTo>
                <a:lnTo>
                  <a:pt x="1459189" y="102830"/>
                </a:lnTo>
                <a:lnTo>
                  <a:pt x="1459802" y="103483"/>
                </a:lnTo>
                <a:lnTo>
                  <a:pt x="1460442" y="104110"/>
                </a:lnTo>
                <a:lnTo>
                  <a:pt x="1461118" y="104711"/>
                </a:lnTo>
                <a:lnTo>
                  <a:pt x="1461813" y="105287"/>
                </a:lnTo>
                <a:lnTo>
                  <a:pt x="1462524" y="105837"/>
                </a:lnTo>
                <a:lnTo>
                  <a:pt x="1463254" y="106361"/>
                </a:lnTo>
                <a:lnTo>
                  <a:pt x="1464002" y="106860"/>
                </a:lnTo>
                <a:lnTo>
                  <a:pt x="1464767" y="107333"/>
                </a:lnTo>
                <a:lnTo>
                  <a:pt x="1465550" y="107781"/>
                </a:lnTo>
                <a:lnTo>
                  <a:pt x="1466351" y="108203"/>
                </a:lnTo>
                <a:lnTo>
                  <a:pt x="1467169" y="108600"/>
                </a:lnTo>
                <a:lnTo>
                  <a:pt x="1468006" y="108970"/>
                </a:lnTo>
                <a:lnTo>
                  <a:pt x="1468860" y="109316"/>
                </a:lnTo>
                <a:lnTo>
                  <a:pt x="1469732" y="109636"/>
                </a:lnTo>
                <a:lnTo>
                  <a:pt x="1470622" y="109930"/>
                </a:lnTo>
                <a:lnTo>
                  <a:pt x="1471530" y="110198"/>
                </a:lnTo>
                <a:lnTo>
                  <a:pt x="1472455" y="110441"/>
                </a:lnTo>
                <a:lnTo>
                  <a:pt x="1473398" y="110659"/>
                </a:lnTo>
                <a:lnTo>
                  <a:pt x="1474359" y="110851"/>
                </a:lnTo>
                <a:lnTo>
                  <a:pt x="1475338" y="111017"/>
                </a:lnTo>
                <a:lnTo>
                  <a:pt x="1476335" y="111158"/>
                </a:lnTo>
                <a:lnTo>
                  <a:pt x="1477349" y="111273"/>
                </a:lnTo>
                <a:lnTo>
                  <a:pt x="1478381" y="111362"/>
                </a:lnTo>
                <a:lnTo>
                  <a:pt x="1479431" y="111426"/>
                </a:lnTo>
                <a:lnTo>
                  <a:pt x="1480499" y="111465"/>
                </a:lnTo>
                <a:lnTo>
                  <a:pt x="1481585" y="111478"/>
                </a:lnTo>
                <a:lnTo>
                  <a:pt x="1482103" y="111475"/>
                </a:lnTo>
                <a:lnTo>
                  <a:pt x="1482617" y="111466"/>
                </a:lnTo>
                <a:lnTo>
                  <a:pt x="1483126" y="111453"/>
                </a:lnTo>
                <a:lnTo>
                  <a:pt x="1483631" y="111433"/>
                </a:lnTo>
                <a:lnTo>
                  <a:pt x="1484132" y="111408"/>
                </a:lnTo>
                <a:lnTo>
                  <a:pt x="1484628" y="111377"/>
                </a:lnTo>
                <a:close/>
                <a:moveTo>
                  <a:pt x="1595562" y="244987"/>
                </a:moveTo>
                <a:lnTo>
                  <a:pt x="1580506" y="244987"/>
                </a:lnTo>
                <a:lnTo>
                  <a:pt x="1580506" y="260363"/>
                </a:lnTo>
                <a:lnTo>
                  <a:pt x="1595562" y="260363"/>
                </a:lnTo>
                <a:lnTo>
                  <a:pt x="1595562" y="244987"/>
                </a:lnTo>
                <a:close/>
                <a:moveTo>
                  <a:pt x="1198273" y="360419"/>
                </a:moveTo>
                <a:lnTo>
                  <a:pt x="1198963" y="360343"/>
                </a:lnTo>
                <a:lnTo>
                  <a:pt x="1199644" y="360255"/>
                </a:lnTo>
                <a:lnTo>
                  <a:pt x="1200316" y="360156"/>
                </a:lnTo>
                <a:lnTo>
                  <a:pt x="1200978" y="360045"/>
                </a:lnTo>
                <a:lnTo>
                  <a:pt x="1201632" y="359923"/>
                </a:lnTo>
                <a:lnTo>
                  <a:pt x="1202278" y="359788"/>
                </a:lnTo>
                <a:lnTo>
                  <a:pt x="1202914" y="359642"/>
                </a:lnTo>
                <a:lnTo>
                  <a:pt x="1203541" y="359485"/>
                </a:lnTo>
                <a:lnTo>
                  <a:pt x="1204160" y="359315"/>
                </a:lnTo>
                <a:lnTo>
                  <a:pt x="1204769" y="359134"/>
                </a:lnTo>
                <a:lnTo>
                  <a:pt x="1205370" y="358942"/>
                </a:lnTo>
                <a:lnTo>
                  <a:pt x="1205962" y="358737"/>
                </a:lnTo>
                <a:lnTo>
                  <a:pt x="1206544" y="358521"/>
                </a:lnTo>
                <a:lnTo>
                  <a:pt x="1207118" y="358293"/>
                </a:lnTo>
                <a:lnTo>
                  <a:pt x="1207683" y="358054"/>
                </a:lnTo>
                <a:lnTo>
                  <a:pt x="1208239" y="357803"/>
                </a:lnTo>
                <a:lnTo>
                  <a:pt x="1208787" y="357540"/>
                </a:lnTo>
                <a:lnTo>
                  <a:pt x="1209325" y="357266"/>
                </a:lnTo>
                <a:lnTo>
                  <a:pt x="1209854" y="356967"/>
                </a:lnTo>
                <a:lnTo>
                  <a:pt x="1210373" y="356658"/>
                </a:lnTo>
                <a:lnTo>
                  <a:pt x="1210882" y="356340"/>
                </a:lnTo>
                <a:lnTo>
                  <a:pt x="1211381" y="356011"/>
                </a:lnTo>
                <a:lnTo>
                  <a:pt x="1211869" y="355672"/>
                </a:lnTo>
                <a:lnTo>
                  <a:pt x="1212348" y="355324"/>
                </a:lnTo>
                <a:lnTo>
                  <a:pt x="1212817" y="354965"/>
                </a:lnTo>
                <a:lnTo>
                  <a:pt x="1213276" y="354596"/>
                </a:lnTo>
                <a:lnTo>
                  <a:pt x="1213725" y="354217"/>
                </a:lnTo>
                <a:lnTo>
                  <a:pt x="1214163" y="353829"/>
                </a:lnTo>
                <a:lnTo>
                  <a:pt x="1214592" y="353430"/>
                </a:lnTo>
                <a:lnTo>
                  <a:pt x="1215011" y="353021"/>
                </a:lnTo>
                <a:lnTo>
                  <a:pt x="1215420" y="352602"/>
                </a:lnTo>
                <a:lnTo>
                  <a:pt x="1215819" y="352174"/>
                </a:lnTo>
                <a:lnTo>
                  <a:pt x="1216207" y="351735"/>
                </a:lnTo>
                <a:lnTo>
                  <a:pt x="1216586" y="351286"/>
                </a:lnTo>
                <a:lnTo>
                  <a:pt x="1216955" y="350827"/>
                </a:lnTo>
                <a:lnTo>
                  <a:pt x="1217313" y="350358"/>
                </a:lnTo>
                <a:lnTo>
                  <a:pt x="1217662" y="349879"/>
                </a:lnTo>
                <a:lnTo>
                  <a:pt x="1218001" y="349391"/>
                </a:lnTo>
                <a:lnTo>
                  <a:pt x="1218330" y="348892"/>
                </a:lnTo>
                <a:lnTo>
                  <a:pt x="1218648" y="348383"/>
                </a:lnTo>
                <a:lnTo>
                  <a:pt x="1218957" y="347864"/>
                </a:lnTo>
                <a:lnTo>
                  <a:pt x="1219255" y="347335"/>
                </a:lnTo>
                <a:lnTo>
                  <a:pt x="1221017" y="359027"/>
                </a:lnTo>
                <a:lnTo>
                  <a:pt x="1233991" y="359027"/>
                </a:lnTo>
                <a:lnTo>
                  <a:pt x="1233991" y="243706"/>
                </a:lnTo>
                <a:lnTo>
                  <a:pt x="1217974" y="243706"/>
                </a:lnTo>
                <a:lnTo>
                  <a:pt x="1217974" y="286631"/>
                </a:lnTo>
                <a:lnTo>
                  <a:pt x="1217689" y="286208"/>
                </a:lnTo>
                <a:lnTo>
                  <a:pt x="1217395" y="285792"/>
                </a:lnTo>
                <a:lnTo>
                  <a:pt x="1217091" y="285385"/>
                </a:lnTo>
                <a:lnTo>
                  <a:pt x="1216777" y="284985"/>
                </a:lnTo>
                <a:lnTo>
                  <a:pt x="1216454" y="284593"/>
                </a:lnTo>
                <a:lnTo>
                  <a:pt x="1216122" y="284209"/>
                </a:lnTo>
                <a:lnTo>
                  <a:pt x="1215780" y="283832"/>
                </a:lnTo>
                <a:lnTo>
                  <a:pt x="1215429" y="283463"/>
                </a:lnTo>
                <a:lnTo>
                  <a:pt x="1215069" y="283102"/>
                </a:lnTo>
                <a:lnTo>
                  <a:pt x="1214698" y="282749"/>
                </a:lnTo>
                <a:lnTo>
                  <a:pt x="1214319" y="282404"/>
                </a:lnTo>
                <a:lnTo>
                  <a:pt x="1213930" y="282066"/>
                </a:lnTo>
                <a:lnTo>
                  <a:pt x="1213531" y="281736"/>
                </a:lnTo>
                <a:lnTo>
                  <a:pt x="1213123" y="281414"/>
                </a:lnTo>
                <a:lnTo>
                  <a:pt x="1212706" y="281100"/>
                </a:lnTo>
                <a:lnTo>
                  <a:pt x="1212279" y="280794"/>
                </a:lnTo>
                <a:lnTo>
                  <a:pt x="1211843" y="280495"/>
                </a:lnTo>
                <a:lnTo>
                  <a:pt x="1211397" y="280204"/>
                </a:lnTo>
                <a:lnTo>
                  <a:pt x="1210942" y="279921"/>
                </a:lnTo>
                <a:lnTo>
                  <a:pt x="1210477" y="279646"/>
                </a:lnTo>
                <a:lnTo>
                  <a:pt x="1210003" y="279378"/>
                </a:lnTo>
                <a:lnTo>
                  <a:pt x="1209520" y="279119"/>
                </a:lnTo>
                <a:lnTo>
                  <a:pt x="1209027" y="278867"/>
                </a:lnTo>
                <a:lnTo>
                  <a:pt x="1208524" y="278623"/>
                </a:lnTo>
                <a:lnTo>
                  <a:pt x="1208013" y="278374"/>
                </a:lnTo>
                <a:lnTo>
                  <a:pt x="1207495" y="278137"/>
                </a:lnTo>
                <a:lnTo>
                  <a:pt x="1206970" y="277909"/>
                </a:lnTo>
                <a:lnTo>
                  <a:pt x="1206438" y="277693"/>
                </a:lnTo>
                <a:lnTo>
                  <a:pt x="1205898" y="277487"/>
                </a:lnTo>
                <a:lnTo>
                  <a:pt x="1205351" y="277291"/>
                </a:lnTo>
                <a:lnTo>
                  <a:pt x="1204797" y="277106"/>
                </a:lnTo>
                <a:lnTo>
                  <a:pt x="1204235" y="276932"/>
                </a:lnTo>
                <a:lnTo>
                  <a:pt x="1203667" y="276768"/>
                </a:lnTo>
                <a:lnTo>
                  <a:pt x="1203091" y="276615"/>
                </a:lnTo>
                <a:lnTo>
                  <a:pt x="1202508" y="276472"/>
                </a:lnTo>
                <a:lnTo>
                  <a:pt x="1201917" y="276340"/>
                </a:lnTo>
                <a:lnTo>
                  <a:pt x="1201320" y="276219"/>
                </a:lnTo>
                <a:lnTo>
                  <a:pt x="1200715" y="276108"/>
                </a:lnTo>
                <a:lnTo>
                  <a:pt x="1200103" y="276007"/>
                </a:lnTo>
                <a:lnTo>
                  <a:pt x="1199484" y="275918"/>
                </a:lnTo>
                <a:lnTo>
                  <a:pt x="1198857" y="275838"/>
                </a:lnTo>
                <a:lnTo>
                  <a:pt x="1198223" y="275770"/>
                </a:lnTo>
                <a:lnTo>
                  <a:pt x="1197582" y="275712"/>
                </a:lnTo>
                <a:lnTo>
                  <a:pt x="1196934" y="275664"/>
                </a:lnTo>
                <a:lnTo>
                  <a:pt x="1196279" y="275627"/>
                </a:lnTo>
                <a:lnTo>
                  <a:pt x="1195616" y="275601"/>
                </a:lnTo>
                <a:lnTo>
                  <a:pt x="1194946" y="275585"/>
                </a:lnTo>
                <a:lnTo>
                  <a:pt x="1194269" y="275579"/>
                </a:lnTo>
                <a:lnTo>
                  <a:pt x="1193511" y="275588"/>
                </a:lnTo>
                <a:lnTo>
                  <a:pt x="1192759" y="275613"/>
                </a:lnTo>
                <a:lnTo>
                  <a:pt x="1192012" y="275655"/>
                </a:lnTo>
                <a:lnTo>
                  <a:pt x="1191270" y="275713"/>
                </a:lnTo>
                <a:lnTo>
                  <a:pt x="1190535" y="275788"/>
                </a:lnTo>
                <a:lnTo>
                  <a:pt x="1189804" y="275880"/>
                </a:lnTo>
                <a:lnTo>
                  <a:pt x="1189080" y="275988"/>
                </a:lnTo>
                <a:lnTo>
                  <a:pt x="1188361" y="276113"/>
                </a:lnTo>
                <a:lnTo>
                  <a:pt x="1187647" y="276255"/>
                </a:lnTo>
                <a:lnTo>
                  <a:pt x="1186939" y="276414"/>
                </a:lnTo>
                <a:lnTo>
                  <a:pt x="1186237" y="276589"/>
                </a:lnTo>
                <a:lnTo>
                  <a:pt x="1185540" y="276781"/>
                </a:lnTo>
                <a:lnTo>
                  <a:pt x="1184849" y="276989"/>
                </a:lnTo>
                <a:lnTo>
                  <a:pt x="1184163" y="277215"/>
                </a:lnTo>
                <a:lnTo>
                  <a:pt x="1183483" y="277456"/>
                </a:lnTo>
                <a:lnTo>
                  <a:pt x="1182808" y="277715"/>
                </a:lnTo>
                <a:lnTo>
                  <a:pt x="1182139" y="277990"/>
                </a:lnTo>
                <a:lnTo>
                  <a:pt x="1181476" y="278282"/>
                </a:lnTo>
                <a:lnTo>
                  <a:pt x="1180818" y="278591"/>
                </a:lnTo>
                <a:lnTo>
                  <a:pt x="1180165" y="278916"/>
                </a:lnTo>
                <a:lnTo>
                  <a:pt x="1179519" y="279258"/>
                </a:lnTo>
                <a:lnTo>
                  <a:pt x="1178877" y="279617"/>
                </a:lnTo>
                <a:lnTo>
                  <a:pt x="1178242" y="279992"/>
                </a:lnTo>
                <a:lnTo>
                  <a:pt x="1177612" y="280385"/>
                </a:lnTo>
                <a:lnTo>
                  <a:pt x="1177003" y="280793"/>
                </a:lnTo>
                <a:lnTo>
                  <a:pt x="1176405" y="281218"/>
                </a:lnTo>
                <a:lnTo>
                  <a:pt x="1175817" y="281658"/>
                </a:lnTo>
                <a:lnTo>
                  <a:pt x="1175240" y="282115"/>
                </a:lnTo>
                <a:lnTo>
                  <a:pt x="1174674" y="282588"/>
                </a:lnTo>
                <a:lnTo>
                  <a:pt x="1174118" y="283077"/>
                </a:lnTo>
                <a:lnTo>
                  <a:pt x="1173573" y="283583"/>
                </a:lnTo>
                <a:lnTo>
                  <a:pt x="1173038" y="284104"/>
                </a:lnTo>
                <a:lnTo>
                  <a:pt x="1172514" y="284642"/>
                </a:lnTo>
                <a:lnTo>
                  <a:pt x="1172000" y="285195"/>
                </a:lnTo>
                <a:lnTo>
                  <a:pt x="1171497" y="285765"/>
                </a:lnTo>
                <a:lnTo>
                  <a:pt x="1171005" y="286351"/>
                </a:lnTo>
                <a:lnTo>
                  <a:pt x="1170523" y="286953"/>
                </a:lnTo>
                <a:lnTo>
                  <a:pt x="1170051" y="287571"/>
                </a:lnTo>
                <a:lnTo>
                  <a:pt x="1169591" y="288205"/>
                </a:lnTo>
                <a:lnTo>
                  <a:pt x="1169140" y="288856"/>
                </a:lnTo>
                <a:lnTo>
                  <a:pt x="1168701" y="289522"/>
                </a:lnTo>
                <a:lnTo>
                  <a:pt x="1168272" y="290205"/>
                </a:lnTo>
                <a:lnTo>
                  <a:pt x="1167853" y="290904"/>
                </a:lnTo>
                <a:lnTo>
                  <a:pt x="1167445" y="291619"/>
                </a:lnTo>
                <a:lnTo>
                  <a:pt x="1167048" y="292350"/>
                </a:lnTo>
                <a:lnTo>
                  <a:pt x="1166661" y="293097"/>
                </a:lnTo>
                <a:lnTo>
                  <a:pt x="1166285" y="293860"/>
                </a:lnTo>
                <a:lnTo>
                  <a:pt x="1165919" y="294640"/>
                </a:lnTo>
                <a:lnTo>
                  <a:pt x="1165566" y="295434"/>
                </a:lnTo>
                <a:lnTo>
                  <a:pt x="1165229" y="296243"/>
                </a:lnTo>
                <a:lnTo>
                  <a:pt x="1164906" y="297067"/>
                </a:lnTo>
                <a:lnTo>
                  <a:pt x="1164598" y="297905"/>
                </a:lnTo>
                <a:lnTo>
                  <a:pt x="1164305" y="298758"/>
                </a:lnTo>
                <a:lnTo>
                  <a:pt x="1164027" y="299625"/>
                </a:lnTo>
                <a:lnTo>
                  <a:pt x="1163765" y="300506"/>
                </a:lnTo>
                <a:lnTo>
                  <a:pt x="1163517" y="301402"/>
                </a:lnTo>
                <a:lnTo>
                  <a:pt x="1163284" y="302313"/>
                </a:lnTo>
                <a:lnTo>
                  <a:pt x="1163066" y="303237"/>
                </a:lnTo>
                <a:lnTo>
                  <a:pt x="1162864" y="304177"/>
                </a:lnTo>
                <a:lnTo>
                  <a:pt x="1162676" y="305131"/>
                </a:lnTo>
                <a:lnTo>
                  <a:pt x="1162503" y="306099"/>
                </a:lnTo>
                <a:lnTo>
                  <a:pt x="1162346" y="307082"/>
                </a:lnTo>
                <a:lnTo>
                  <a:pt x="1162203" y="308079"/>
                </a:lnTo>
                <a:lnTo>
                  <a:pt x="1162075" y="309090"/>
                </a:lnTo>
                <a:lnTo>
                  <a:pt x="1161963" y="310116"/>
                </a:lnTo>
                <a:lnTo>
                  <a:pt x="1161865" y="311157"/>
                </a:lnTo>
                <a:lnTo>
                  <a:pt x="1161782" y="312212"/>
                </a:lnTo>
                <a:lnTo>
                  <a:pt x="1161715" y="313281"/>
                </a:lnTo>
                <a:lnTo>
                  <a:pt x="1161662" y="314365"/>
                </a:lnTo>
                <a:lnTo>
                  <a:pt x="1161625" y="315464"/>
                </a:lnTo>
                <a:lnTo>
                  <a:pt x="1161602" y="316577"/>
                </a:lnTo>
                <a:lnTo>
                  <a:pt x="1161595" y="317704"/>
                </a:lnTo>
                <a:lnTo>
                  <a:pt x="1161595" y="319466"/>
                </a:lnTo>
                <a:lnTo>
                  <a:pt x="1161602" y="320671"/>
                </a:lnTo>
                <a:lnTo>
                  <a:pt x="1161625" y="321857"/>
                </a:lnTo>
                <a:lnTo>
                  <a:pt x="1161662" y="323024"/>
                </a:lnTo>
                <a:lnTo>
                  <a:pt x="1161715" y="324173"/>
                </a:lnTo>
                <a:lnTo>
                  <a:pt x="1161782" y="325302"/>
                </a:lnTo>
                <a:lnTo>
                  <a:pt x="1161865" y="326413"/>
                </a:lnTo>
                <a:lnTo>
                  <a:pt x="1161963" y="327505"/>
                </a:lnTo>
                <a:lnTo>
                  <a:pt x="1162075" y="328578"/>
                </a:lnTo>
                <a:lnTo>
                  <a:pt x="1162203" y="329631"/>
                </a:lnTo>
                <a:lnTo>
                  <a:pt x="1162346" y="330666"/>
                </a:lnTo>
                <a:lnTo>
                  <a:pt x="1162503" y="331682"/>
                </a:lnTo>
                <a:lnTo>
                  <a:pt x="1162676" y="332680"/>
                </a:lnTo>
                <a:lnTo>
                  <a:pt x="1162864" y="333658"/>
                </a:lnTo>
                <a:lnTo>
                  <a:pt x="1163066" y="334617"/>
                </a:lnTo>
                <a:lnTo>
                  <a:pt x="1163284" y="335558"/>
                </a:lnTo>
                <a:lnTo>
                  <a:pt x="1163517" y="336479"/>
                </a:lnTo>
                <a:lnTo>
                  <a:pt x="1163765" y="337382"/>
                </a:lnTo>
                <a:lnTo>
                  <a:pt x="1164027" y="338266"/>
                </a:lnTo>
                <a:lnTo>
                  <a:pt x="1164305" y="339130"/>
                </a:lnTo>
                <a:lnTo>
                  <a:pt x="1164598" y="339976"/>
                </a:lnTo>
                <a:lnTo>
                  <a:pt x="1164906" y="340803"/>
                </a:lnTo>
                <a:lnTo>
                  <a:pt x="1165229" y="341611"/>
                </a:lnTo>
                <a:lnTo>
                  <a:pt x="1165566" y="342400"/>
                </a:lnTo>
                <a:lnTo>
                  <a:pt x="1165919" y="343171"/>
                </a:lnTo>
                <a:lnTo>
                  <a:pt x="1166298" y="343910"/>
                </a:lnTo>
                <a:lnTo>
                  <a:pt x="1166687" y="344633"/>
                </a:lnTo>
                <a:lnTo>
                  <a:pt x="1167086" y="345341"/>
                </a:lnTo>
                <a:lnTo>
                  <a:pt x="1167494" y="346032"/>
                </a:lnTo>
                <a:lnTo>
                  <a:pt x="1167913" y="346706"/>
                </a:lnTo>
                <a:lnTo>
                  <a:pt x="1168342" y="347365"/>
                </a:lnTo>
                <a:lnTo>
                  <a:pt x="1168781" y="348008"/>
                </a:lnTo>
                <a:lnTo>
                  <a:pt x="1169230" y="348634"/>
                </a:lnTo>
                <a:lnTo>
                  <a:pt x="1169688" y="349245"/>
                </a:lnTo>
                <a:lnTo>
                  <a:pt x="1170157" y="349839"/>
                </a:lnTo>
                <a:lnTo>
                  <a:pt x="1170636" y="350417"/>
                </a:lnTo>
                <a:lnTo>
                  <a:pt x="1171125" y="350979"/>
                </a:lnTo>
                <a:lnTo>
                  <a:pt x="1171624" y="351525"/>
                </a:lnTo>
                <a:lnTo>
                  <a:pt x="1172133" y="352055"/>
                </a:lnTo>
                <a:lnTo>
                  <a:pt x="1172651" y="352568"/>
                </a:lnTo>
                <a:lnTo>
                  <a:pt x="1173180" y="353066"/>
                </a:lnTo>
                <a:lnTo>
                  <a:pt x="1173719" y="353547"/>
                </a:lnTo>
                <a:lnTo>
                  <a:pt x="1174268" y="354012"/>
                </a:lnTo>
                <a:lnTo>
                  <a:pt x="1174827" y="354461"/>
                </a:lnTo>
                <a:lnTo>
                  <a:pt x="1175396" y="354894"/>
                </a:lnTo>
                <a:lnTo>
                  <a:pt x="1175975" y="355311"/>
                </a:lnTo>
                <a:lnTo>
                  <a:pt x="1176564" y="355712"/>
                </a:lnTo>
                <a:lnTo>
                  <a:pt x="1177163" y="356096"/>
                </a:lnTo>
                <a:lnTo>
                  <a:pt x="1177772" y="356465"/>
                </a:lnTo>
                <a:lnTo>
                  <a:pt x="1178388" y="356805"/>
                </a:lnTo>
                <a:lnTo>
                  <a:pt x="1179010" y="357130"/>
                </a:lnTo>
                <a:lnTo>
                  <a:pt x="1179636" y="357441"/>
                </a:lnTo>
                <a:lnTo>
                  <a:pt x="1180268" y="357737"/>
                </a:lnTo>
                <a:lnTo>
                  <a:pt x="1180904" y="358019"/>
                </a:lnTo>
                <a:lnTo>
                  <a:pt x="1181546" y="358287"/>
                </a:lnTo>
                <a:lnTo>
                  <a:pt x="1182192" y="358540"/>
                </a:lnTo>
                <a:lnTo>
                  <a:pt x="1182844" y="358778"/>
                </a:lnTo>
                <a:lnTo>
                  <a:pt x="1183500" y="359002"/>
                </a:lnTo>
                <a:lnTo>
                  <a:pt x="1184162" y="359212"/>
                </a:lnTo>
                <a:lnTo>
                  <a:pt x="1184828" y="359407"/>
                </a:lnTo>
                <a:lnTo>
                  <a:pt x="1185500" y="359588"/>
                </a:lnTo>
                <a:lnTo>
                  <a:pt x="1186176" y="359754"/>
                </a:lnTo>
                <a:lnTo>
                  <a:pt x="1186858" y="359906"/>
                </a:lnTo>
                <a:lnTo>
                  <a:pt x="1187545" y="360044"/>
                </a:lnTo>
                <a:lnTo>
                  <a:pt x="1188236" y="360166"/>
                </a:lnTo>
                <a:lnTo>
                  <a:pt x="1188933" y="360275"/>
                </a:lnTo>
                <a:lnTo>
                  <a:pt x="1189634" y="360369"/>
                </a:lnTo>
                <a:lnTo>
                  <a:pt x="1190341" y="360448"/>
                </a:lnTo>
                <a:lnTo>
                  <a:pt x="1191052" y="360513"/>
                </a:lnTo>
                <a:lnTo>
                  <a:pt x="1191769" y="360564"/>
                </a:lnTo>
                <a:lnTo>
                  <a:pt x="1192491" y="360600"/>
                </a:lnTo>
                <a:lnTo>
                  <a:pt x="1193217" y="360622"/>
                </a:lnTo>
                <a:lnTo>
                  <a:pt x="1193949" y="360629"/>
                </a:lnTo>
                <a:lnTo>
                  <a:pt x="1194692" y="360623"/>
                </a:lnTo>
                <a:lnTo>
                  <a:pt x="1195426" y="360606"/>
                </a:lnTo>
                <a:lnTo>
                  <a:pt x="1196151" y="360577"/>
                </a:lnTo>
                <a:lnTo>
                  <a:pt x="1196867" y="360536"/>
                </a:lnTo>
                <a:lnTo>
                  <a:pt x="1197575" y="360483"/>
                </a:lnTo>
                <a:lnTo>
                  <a:pt x="1198273" y="360419"/>
                </a:lnTo>
                <a:close/>
                <a:moveTo>
                  <a:pt x="1193578" y="348687"/>
                </a:moveTo>
                <a:lnTo>
                  <a:pt x="1192913" y="348538"/>
                </a:lnTo>
                <a:lnTo>
                  <a:pt x="1192258" y="348367"/>
                </a:lnTo>
                <a:lnTo>
                  <a:pt x="1191614" y="348173"/>
                </a:lnTo>
                <a:lnTo>
                  <a:pt x="1190980" y="347957"/>
                </a:lnTo>
                <a:lnTo>
                  <a:pt x="1190357" y="347717"/>
                </a:lnTo>
                <a:lnTo>
                  <a:pt x="1189744" y="347455"/>
                </a:lnTo>
                <a:lnTo>
                  <a:pt x="1189142" y="347170"/>
                </a:lnTo>
                <a:lnTo>
                  <a:pt x="1188551" y="346862"/>
                </a:lnTo>
                <a:lnTo>
                  <a:pt x="1187970" y="346532"/>
                </a:lnTo>
                <a:lnTo>
                  <a:pt x="1187400" y="346178"/>
                </a:lnTo>
                <a:lnTo>
                  <a:pt x="1186840" y="345802"/>
                </a:lnTo>
                <a:lnTo>
                  <a:pt x="1186291" y="345403"/>
                </a:lnTo>
                <a:lnTo>
                  <a:pt x="1185752" y="344981"/>
                </a:lnTo>
                <a:lnTo>
                  <a:pt x="1185224" y="344537"/>
                </a:lnTo>
                <a:lnTo>
                  <a:pt x="1184707" y="344069"/>
                </a:lnTo>
                <a:lnTo>
                  <a:pt x="1184200" y="343579"/>
                </a:lnTo>
                <a:lnTo>
                  <a:pt x="1183703" y="343066"/>
                </a:lnTo>
                <a:lnTo>
                  <a:pt x="1183217" y="342530"/>
                </a:lnTo>
                <a:lnTo>
                  <a:pt x="1182760" y="341971"/>
                </a:lnTo>
                <a:lnTo>
                  <a:pt x="1182322" y="341387"/>
                </a:lnTo>
                <a:lnTo>
                  <a:pt x="1181904" y="340778"/>
                </a:lnTo>
                <a:lnTo>
                  <a:pt x="1181505" y="340145"/>
                </a:lnTo>
                <a:lnTo>
                  <a:pt x="1181125" y="339488"/>
                </a:lnTo>
                <a:lnTo>
                  <a:pt x="1180765" y="338806"/>
                </a:lnTo>
                <a:lnTo>
                  <a:pt x="1180424" y="338100"/>
                </a:lnTo>
                <a:lnTo>
                  <a:pt x="1180103" y="337369"/>
                </a:lnTo>
                <a:lnTo>
                  <a:pt x="1179801" y="336614"/>
                </a:lnTo>
                <a:lnTo>
                  <a:pt x="1179519" y="335834"/>
                </a:lnTo>
                <a:lnTo>
                  <a:pt x="1179256" y="335030"/>
                </a:lnTo>
                <a:lnTo>
                  <a:pt x="1179013" y="334201"/>
                </a:lnTo>
                <a:lnTo>
                  <a:pt x="1178789" y="333348"/>
                </a:lnTo>
                <a:lnTo>
                  <a:pt x="1178585" y="332471"/>
                </a:lnTo>
                <a:lnTo>
                  <a:pt x="1178400" y="331568"/>
                </a:lnTo>
                <a:lnTo>
                  <a:pt x="1178235" y="330642"/>
                </a:lnTo>
                <a:lnTo>
                  <a:pt x="1178089" y="329691"/>
                </a:lnTo>
                <a:lnTo>
                  <a:pt x="1177962" y="328715"/>
                </a:lnTo>
                <a:lnTo>
                  <a:pt x="1177855" y="327716"/>
                </a:lnTo>
                <a:lnTo>
                  <a:pt x="1177767" y="326691"/>
                </a:lnTo>
                <a:lnTo>
                  <a:pt x="1177699" y="325642"/>
                </a:lnTo>
                <a:lnTo>
                  <a:pt x="1177651" y="324569"/>
                </a:lnTo>
                <a:lnTo>
                  <a:pt x="1177621" y="323471"/>
                </a:lnTo>
                <a:lnTo>
                  <a:pt x="1177612" y="322349"/>
                </a:lnTo>
                <a:lnTo>
                  <a:pt x="1177612" y="313539"/>
                </a:lnTo>
                <a:lnTo>
                  <a:pt x="1177621" y="312443"/>
                </a:lnTo>
                <a:lnTo>
                  <a:pt x="1177651" y="311371"/>
                </a:lnTo>
                <a:lnTo>
                  <a:pt x="1177699" y="310321"/>
                </a:lnTo>
                <a:lnTo>
                  <a:pt x="1177767" y="309295"/>
                </a:lnTo>
                <a:lnTo>
                  <a:pt x="1177855" y="308292"/>
                </a:lnTo>
                <a:lnTo>
                  <a:pt x="1177962" y="307313"/>
                </a:lnTo>
                <a:lnTo>
                  <a:pt x="1178089" y="306357"/>
                </a:lnTo>
                <a:lnTo>
                  <a:pt x="1178235" y="305424"/>
                </a:lnTo>
                <a:lnTo>
                  <a:pt x="1178400" y="304515"/>
                </a:lnTo>
                <a:lnTo>
                  <a:pt x="1178585" y="303629"/>
                </a:lnTo>
                <a:lnTo>
                  <a:pt x="1178789" y="302766"/>
                </a:lnTo>
                <a:lnTo>
                  <a:pt x="1179013" y="301927"/>
                </a:lnTo>
                <a:lnTo>
                  <a:pt x="1179256" y="301111"/>
                </a:lnTo>
                <a:lnTo>
                  <a:pt x="1179519" y="300319"/>
                </a:lnTo>
                <a:lnTo>
                  <a:pt x="1179801" y="299550"/>
                </a:lnTo>
                <a:lnTo>
                  <a:pt x="1180103" y="298804"/>
                </a:lnTo>
                <a:lnTo>
                  <a:pt x="1180424" y="298082"/>
                </a:lnTo>
                <a:lnTo>
                  <a:pt x="1180765" y="297382"/>
                </a:lnTo>
                <a:lnTo>
                  <a:pt x="1181125" y="296707"/>
                </a:lnTo>
                <a:lnTo>
                  <a:pt x="1181505" y="296054"/>
                </a:lnTo>
                <a:lnTo>
                  <a:pt x="1181904" y="295425"/>
                </a:lnTo>
                <a:lnTo>
                  <a:pt x="1182322" y="294820"/>
                </a:lnTo>
                <a:lnTo>
                  <a:pt x="1182760" y="294237"/>
                </a:lnTo>
                <a:lnTo>
                  <a:pt x="1183217" y="293679"/>
                </a:lnTo>
                <a:lnTo>
                  <a:pt x="1183703" y="293130"/>
                </a:lnTo>
                <a:lnTo>
                  <a:pt x="1184200" y="292604"/>
                </a:lnTo>
                <a:lnTo>
                  <a:pt x="1184707" y="292102"/>
                </a:lnTo>
                <a:lnTo>
                  <a:pt x="1185224" y="291623"/>
                </a:lnTo>
                <a:lnTo>
                  <a:pt x="1185752" y="291168"/>
                </a:lnTo>
                <a:lnTo>
                  <a:pt x="1186291" y="290735"/>
                </a:lnTo>
                <a:lnTo>
                  <a:pt x="1186840" y="290327"/>
                </a:lnTo>
                <a:lnTo>
                  <a:pt x="1187400" y="289941"/>
                </a:lnTo>
                <a:lnTo>
                  <a:pt x="1187970" y="289579"/>
                </a:lnTo>
                <a:lnTo>
                  <a:pt x="1188551" y="289241"/>
                </a:lnTo>
                <a:lnTo>
                  <a:pt x="1189142" y="288925"/>
                </a:lnTo>
                <a:lnTo>
                  <a:pt x="1189744" y="288633"/>
                </a:lnTo>
                <a:lnTo>
                  <a:pt x="1190357" y="288365"/>
                </a:lnTo>
                <a:lnTo>
                  <a:pt x="1190980" y="288119"/>
                </a:lnTo>
                <a:lnTo>
                  <a:pt x="1191614" y="287897"/>
                </a:lnTo>
                <a:lnTo>
                  <a:pt x="1192258" y="287699"/>
                </a:lnTo>
                <a:lnTo>
                  <a:pt x="1192913" y="287524"/>
                </a:lnTo>
                <a:lnTo>
                  <a:pt x="1193578" y="287372"/>
                </a:lnTo>
                <a:lnTo>
                  <a:pt x="1194254" y="287243"/>
                </a:lnTo>
                <a:lnTo>
                  <a:pt x="1194941" y="287138"/>
                </a:lnTo>
                <a:lnTo>
                  <a:pt x="1195638" y="287057"/>
                </a:lnTo>
                <a:lnTo>
                  <a:pt x="1196346" y="286998"/>
                </a:lnTo>
                <a:lnTo>
                  <a:pt x="1197064" y="286963"/>
                </a:lnTo>
                <a:lnTo>
                  <a:pt x="1197793" y="286951"/>
                </a:lnTo>
                <a:lnTo>
                  <a:pt x="1198521" y="286963"/>
                </a:lnTo>
                <a:lnTo>
                  <a:pt x="1199239" y="286997"/>
                </a:lnTo>
                <a:lnTo>
                  <a:pt x="1199945" y="287054"/>
                </a:lnTo>
                <a:lnTo>
                  <a:pt x="1200640" y="287134"/>
                </a:lnTo>
                <a:lnTo>
                  <a:pt x="1201324" y="287236"/>
                </a:lnTo>
                <a:lnTo>
                  <a:pt x="1201997" y="287362"/>
                </a:lnTo>
                <a:lnTo>
                  <a:pt x="1202659" y="287510"/>
                </a:lnTo>
                <a:lnTo>
                  <a:pt x="1203310" y="287681"/>
                </a:lnTo>
                <a:lnTo>
                  <a:pt x="1203949" y="287875"/>
                </a:lnTo>
                <a:lnTo>
                  <a:pt x="1204578" y="288092"/>
                </a:lnTo>
                <a:lnTo>
                  <a:pt x="1205195" y="288331"/>
                </a:lnTo>
                <a:lnTo>
                  <a:pt x="1205801" y="288593"/>
                </a:lnTo>
                <a:lnTo>
                  <a:pt x="1206396" y="288878"/>
                </a:lnTo>
                <a:lnTo>
                  <a:pt x="1206980" y="289186"/>
                </a:lnTo>
                <a:lnTo>
                  <a:pt x="1207553" y="289517"/>
                </a:lnTo>
                <a:lnTo>
                  <a:pt x="1208115" y="289870"/>
                </a:lnTo>
                <a:lnTo>
                  <a:pt x="1208666" y="290246"/>
                </a:lnTo>
                <a:lnTo>
                  <a:pt x="1209205" y="290645"/>
                </a:lnTo>
                <a:lnTo>
                  <a:pt x="1209733" y="291067"/>
                </a:lnTo>
                <a:lnTo>
                  <a:pt x="1210251" y="291512"/>
                </a:lnTo>
                <a:lnTo>
                  <a:pt x="1210757" y="291979"/>
                </a:lnTo>
                <a:lnTo>
                  <a:pt x="1211252" y="292469"/>
                </a:lnTo>
                <a:lnTo>
                  <a:pt x="1211735" y="292983"/>
                </a:lnTo>
                <a:lnTo>
                  <a:pt x="1212208" y="293518"/>
                </a:lnTo>
                <a:lnTo>
                  <a:pt x="1212679" y="294078"/>
                </a:lnTo>
                <a:lnTo>
                  <a:pt x="1213129" y="294661"/>
                </a:lnTo>
                <a:lnTo>
                  <a:pt x="1213560" y="295268"/>
                </a:lnTo>
                <a:lnTo>
                  <a:pt x="1213970" y="295899"/>
                </a:lnTo>
                <a:lnTo>
                  <a:pt x="1214360" y="296554"/>
                </a:lnTo>
                <a:lnTo>
                  <a:pt x="1214731" y="297232"/>
                </a:lnTo>
                <a:lnTo>
                  <a:pt x="1215081" y="297935"/>
                </a:lnTo>
                <a:lnTo>
                  <a:pt x="1215411" y="298662"/>
                </a:lnTo>
                <a:lnTo>
                  <a:pt x="1215722" y="299412"/>
                </a:lnTo>
                <a:lnTo>
                  <a:pt x="1216012" y="300187"/>
                </a:lnTo>
                <a:lnTo>
                  <a:pt x="1216282" y="300985"/>
                </a:lnTo>
                <a:lnTo>
                  <a:pt x="1216533" y="301807"/>
                </a:lnTo>
                <a:lnTo>
                  <a:pt x="1216763" y="302653"/>
                </a:lnTo>
                <a:lnTo>
                  <a:pt x="1216973" y="303523"/>
                </a:lnTo>
                <a:lnTo>
                  <a:pt x="1217163" y="304417"/>
                </a:lnTo>
                <a:lnTo>
                  <a:pt x="1217333" y="305335"/>
                </a:lnTo>
                <a:lnTo>
                  <a:pt x="1217484" y="306277"/>
                </a:lnTo>
                <a:lnTo>
                  <a:pt x="1217614" y="307243"/>
                </a:lnTo>
                <a:lnTo>
                  <a:pt x="1217724" y="308233"/>
                </a:lnTo>
                <a:lnTo>
                  <a:pt x="1217814" y="309246"/>
                </a:lnTo>
                <a:lnTo>
                  <a:pt x="1217884" y="310284"/>
                </a:lnTo>
                <a:lnTo>
                  <a:pt x="1217934" y="311345"/>
                </a:lnTo>
                <a:lnTo>
                  <a:pt x="1217964" y="312430"/>
                </a:lnTo>
                <a:lnTo>
                  <a:pt x="1217974" y="313539"/>
                </a:lnTo>
                <a:lnTo>
                  <a:pt x="1217974" y="322509"/>
                </a:lnTo>
                <a:lnTo>
                  <a:pt x="1217964" y="323631"/>
                </a:lnTo>
                <a:lnTo>
                  <a:pt x="1217934" y="324729"/>
                </a:lnTo>
                <a:lnTo>
                  <a:pt x="1217884" y="325802"/>
                </a:lnTo>
                <a:lnTo>
                  <a:pt x="1217814" y="326851"/>
                </a:lnTo>
                <a:lnTo>
                  <a:pt x="1217724" y="327876"/>
                </a:lnTo>
                <a:lnTo>
                  <a:pt x="1217614" y="328876"/>
                </a:lnTo>
                <a:lnTo>
                  <a:pt x="1217484" y="329851"/>
                </a:lnTo>
                <a:lnTo>
                  <a:pt x="1217333" y="330802"/>
                </a:lnTo>
                <a:lnTo>
                  <a:pt x="1217163" y="331729"/>
                </a:lnTo>
                <a:lnTo>
                  <a:pt x="1216973" y="332631"/>
                </a:lnTo>
                <a:lnTo>
                  <a:pt x="1216763" y="333508"/>
                </a:lnTo>
                <a:lnTo>
                  <a:pt x="1216533" y="334361"/>
                </a:lnTo>
                <a:lnTo>
                  <a:pt x="1216282" y="335190"/>
                </a:lnTo>
                <a:lnTo>
                  <a:pt x="1216012" y="335994"/>
                </a:lnTo>
                <a:lnTo>
                  <a:pt x="1215722" y="336774"/>
                </a:lnTo>
                <a:lnTo>
                  <a:pt x="1215411" y="337529"/>
                </a:lnTo>
                <a:lnTo>
                  <a:pt x="1215081" y="338260"/>
                </a:lnTo>
                <a:lnTo>
                  <a:pt x="1214731" y="338966"/>
                </a:lnTo>
                <a:lnTo>
                  <a:pt x="1214360" y="339648"/>
                </a:lnTo>
                <a:lnTo>
                  <a:pt x="1213970" y="340305"/>
                </a:lnTo>
                <a:lnTo>
                  <a:pt x="1213560" y="340938"/>
                </a:lnTo>
                <a:lnTo>
                  <a:pt x="1213129" y="341547"/>
                </a:lnTo>
                <a:lnTo>
                  <a:pt x="1212679" y="342131"/>
                </a:lnTo>
                <a:lnTo>
                  <a:pt x="1212208" y="342690"/>
                </a:lnTo>
                <a:lnTo>
                  <a:pt x="1211735" y="343213"/>
                </a:lnTo>
                <a:lnTo>
                  <a:pt x="1211252" y="343714"/>
                </a:lnTo>
                <a:lnTo>
                  <a:pt x="1210757" y="344192"/>
                </a:lnTo>
                <a:lnTo>
                  <a:pt x="1210251" y="344648"/>
                </a:lnTo>
                <a:lnTo>
                  <a:pt x="1209733" y="345082"/>
                </a:lnTo>
                <a:lnTo>
                  <a:pt x="1209205" y="345493"/>
                </a:lnTo>
                <a:lnTo>
                  <a:pt x="1208666" y="345882"/>
                </a:lnTo>
                <a:lnTo>
                  <a:pt x="1208115" y="346250"/>
                </a:lnTo>
                <a:lnTo>
                  <a:pt x="1207553" y="346594"/>
                </a:lnTo>
                <a:lnTo>
                  <a:pt x="1206980" y="346917"/>
                </a:lnTo>
                <a:lnTo>
                  <a:pt x="1206396" y="347217"/>
                </a:lnTo>
                <a:lnTo>
                  <a:pt x="1205801" y="347495"/>
                </a:lnTo>
                <a:lnTo>
                  <a:pt x="1205195" y="347751"/>
                </a:lnTo>
                <a:lnTo>
                  <a:pt x="1204578" y="347985"/>
                </a:lnTo>
                <a:lnTo>
                  <a:pt x="1203949" y="348196"/>
                </a:lnTo>
                <a:lnTo>
                  <a:pt x="1203310" y="348385"/>
                </a:lnTo>
                <a:lnTo>
                  <a:pt x="1202659" y="348552"/>
                </a:lnTo>
                <a:lnTo>
                  <a:pt x="1201997" y="348697"/>
                </a:lnTo>
                <a:lnTo>
                  <a:pt x="1201324" y="348819"/>
                </a:lnTo>
                <a:lnTo>
                  <a:pt x="1200640" y="348919"/>
                </a:lnTo>
                <a:lnTo>
                  <a:pt x="1199945" y="348997"/>
                </a:lnTo>
                <a:lnTo>
                  <a:pt x="1199239" y="349052"/>
                </a:lnTo>
                <a:lnTo>
                  <a:pt x="1198521" y="349086"/>
                </a:lnTo>
                <a:lnTo>
                  <a:pt x="1197793" y="349097"/>
                </a:lnTo>
                <a:lnTo>
                  <a:pt x="1197064" y="349086"/>
                </a:lnTo>
                <a:lnTo>
                  <a:pt x="1196346" y="349051"/>
                </a:lnTo>
                <a:lnTo>
                  <a:pt x="1195638" y="348994"/>
                </a:lnTo>
                <a:lnTo>
                  <a:pt x="1194941" y="348915"/>
                </a:lnTo>
                <a:lnTo>
                  <a:pt x="1194254" y="348812"/>
                </a:lnTo>
                <a:lnTo>
                  <a:pt x="1193578" y="348687"/>
                </a:lnTo>
                <a:close/>
                <a:moveTo>
                  <a:pt x="1506491" y="360549"/>
                </a:moveTo>
                <a:lnTo>
                  <a:pt x="1506985" y="360520"/>
                </a:lnTo>
                <a:lnTo>
                  <a:pt x="1507479" y="360487"/>
                </a:lnTo>
                <a:lnTo>
                  <a:pt x="1507972" y="360449"/>
                </a:lnTo>
                <a:lnTo>
                  <a:pt x="1508466" y="360407"/>
                </a:lnTo>
                <a:lnTo>
                  <a:pt x="1508960" y="360360"/>
                </a:lnTo>
                <a:lnTo>
                  <a:pt x="1509454" y="360309"/>
                </a:lnTo>
                <a:lnTo>
                  <a:pt x="1509948" y="360253"/>
                </a:lnTo>
                <a:lnTo>
                  <a:pt x="1510442" y="360193"/>
                </a:lnTo>
                <a:lnTo>
                  <a:pt x="1510936" y="360129"/>
                </a:lnTo>
                <a:lnTo>
                  <a:pt x="1511429" y="360060"/>
                </a:lnTo>
                <a:lnTo>
                  <a:pt x="1511923" y="359986"/>
                </a:lnTo>
                <a:lnTo>
                  <a:pt x="1512417" y="359908"/>
                </a:lnTo>
                <a:lnTo>
                  <a:pt x="1512911" y="359826"/>
                </a:lnTo>
                <a:lnTo>
                  <a:pt x="1513405" y="359739"/>
                </a:lnTo>
                <a:lnTo>
                  <a:pt x="1513899" y="359648"/>
                </a:lnTo>
                <a:lnTo>
                  <a:pt x="1514393" y="359552"/>
                </a:lnTo>
                <a:lnTo>
                  <a:pt x="1514886" y="359452"/>
                </a:lnTo>
                <a:lnTo>
                  <a:pt x="1515380" y="359348"/>
                </a:lnTo>
                <a:lnTo>
                  <a:pt x="1515871" y="359252"/>
                </a:lnTo>
                <a:lnTo>
                  <a:pt x="1516354" y="359153"/>
                </a:lnTo>
                <a:lnTo>
                  <a:pt x="1516829" y="359050"/>
                </a:lnTo>
                <a:lnTo>
                  <a:pt x="1517298" y="358943"/>
                </a:lnTo>
                <a:lnTo>
                  <a:pt x="1517759" y="358832"/>
                </a:lnTo>
                <a:lnTo>
                  <a:pt x="1518213" y="358717"/>
                </a:lnTo>
                <a:lnTo>
                  <a:pt x="1518660" y="358598"/>
                </a:lnTo>
                <a:lnTo>
                  <a:pt x="1519100" y="358476"/>
                </a:lnTo>
                <a:lnTo>
                  <a:pt x="1519532" y="358349"/>
                </a:lnTo>
                <a:lnTo>
                  <a:pt x="1519957" y="358219"/>
                </a:lnTo>
                <a:lnTo>
                  <a:pt x="1520375" y="358085"/>
                </a:lnTo>
                <a:lnTo>
                  <a:pt x="1520786" y="357946"/>
                </a:lnTo>
                <a:lnTo>
                  <a:pt x="1521189" y="357804"/>
                </a:lnTo>
                <a:lnTo>
                  <a:pt x="1521586" y="357658"/>
                </a:lnTo>
                <a:lnTo>
                  <a:pt x="1521975" y="357508"/>
                </a:lnTo>
                <a:lnTo>
                  <a:pt x="1522357" y="357355"/>
                </a:lnTo>
                <a:lnTo>
                  <a:pt x="1522731" y="357197"/>
                </a:lnTo>
                <a:lnTo>
                  <a:pt x="1523098" y="357035"/>
                </a:lnTo>
                <a:lnTo>
                  <a:pt x="1523459" y="356870"/>
                </a:lnTo>
                <a:lnTo>
                  <a:pt x="1523811" y="356701"/>
                </a:lnTo>
                <a:lnTo>
                  <a:pt x="1524157" y="356527"/>
                </a:lnTo>
                <a:lnTo>
                  <a:pt x="1524495" y="356350"/>
                </a:lnTo>
                <a:lnTo>
                  <a:pt x="1524827" y="356169"/>
                </a:lnTo>
                <a:lnTo>
                  <a:pt x="1525151" y="355984"/>
                </a:lnTo>
                <a:lnTo>
                  <a:pt x="1525151" y="343651"/>
                </a:lnTo>
                <a:lnTo>
                  <a:pt x="1524868" y="343784"/>
                </a:lnTo>
                <a:lnTo>
                  <a:pt x="1524582" y="343917"/>
                </a:lnTo>
                <a:lnTo>
                  <a:pt x="1524292" y="344049"/>
                </a:lnTo>
                <a:lnTo>
                  <a:pt x="1523998" y="344181"/>
                </a:lnTo>
                <a:lnTo>
                  <a:pt x="1523700" y="344312"/>
                </a:lnTo>
                <a:lnTo>
                  <a:pt x="1523399" y="344442"/>
                </a:lnTo>
                <a:lnTo>
                  <a:pt x="1523093" y="344572"/>
                </a:lnTo>
                <a:lnTo>
                  <a:pt x="1522784" y="344701"/>
                </a:lnTo>
                <a:lnTo>
                  <a:pt x="1522470" y="344830"/>
                </a:lnTo>
                <a:lnTo>
                  <a:pt x="1522153" y="344958"/>
                </a:lnTo>
                <a:lnTo>
                  <a:pt x="1521832" y="345086"/>
                </a:lnTo>
                <a:lnTo>
                  <a:pt x="1521507" y="345213"/>
                </a:lnTo>
                <a:lnTo>
                  <a:pt x="1521178" y="345339"/>
                </a:lnTo>
                <a:lnTo>
                  <a:pt x="1520845" y="345465"/>
                </a:lnTo>
                <a:lnTo>
                  <a:pt x="1520508" y="345591"/>
                </a:lnTo>
                <a:lnTo>
                  <a:pt x="1520168" y="345716"/>
                </a:lnTo>
                <a:lnTo>
                  <a:pt x="1519823" y="345840"/>
                </a:lnTo>
                <a:lnTo>
                  <a:pt x="1519475" y="345964"/>
                </a:lnTo>
                <a:lnTo>
                  <a:pt x="1519122" y="346087"/>
                </a:lnTo>
                <a:lnTo>
                  <a:pt x="1518766" y="346209"/>
                </a:lnTo>
                <a:lnTo>
                  <a:pt x="1518406" y="346332"/>
                </a:lnTo>
                <a:lnTo>
                  <a:pt x="1518042" y="346453"/>
                </a:lnTo>
                <a:lnTo>
                  <a:pt x="1517674" y="346574"/>
                </a:lnTo>
                <a:lnTo>
                  <a:pt x="1517302" y="346694"/>
                </a:lnTo>
                <a:lnTo>
                  <a:pt x="1516940" y="346799"/>
                </a:lnTo>
                <a:lnTo>
                  <a:pt x="1516576" y="346899"/>
                </a:lnTo>
                <a:lnTo>
                  <a:pt x="1516209" y="346995"/>
                </a:lnTo>
                <a:lnTo>
                  <a:pt x="1515838" y="347086"/>
                </a:lnTo>
                <a:lnTo>
                  <a:pt x="1515466" y="347173"/>
                </a:lnTo>
                <a:lnTo>
                  <a:pt x="1515090" y="347255"/>
                </a:lnTo>
                <a:lnTo>
                  <a:pt x="1514711" y="347333"/>
                </a:lnTo>
                <a:lnTo>
                  <a:pt x="1514330" y="347406"/>
                </a:lnTo>
                <a:lnTo>
                  <a:pt x="1513946" y="347475"/>
                </a:lnTo>
                <a:lnTo>
                  <a:pt x="1513559" y="347540"/>
                </a:lnTo>
                <a:lnTo>
                  <a:pt x="1513170" y="347600"/>
                </a:lnTo>
                <a:lnTo>
                  <a:pt x="1512778" y="347655"/>
                </a:lnTo>
                <a:lnTo>
                  <a:pt x="1512382" y="347707"/>
                </a:lnTo>
                <a:lnTo>
                  <a:pt x="1511984" y="347753"/>
                </a:lnTo>
                <a:lnTo>
                  <a:pt x="1511584" y="347796"/>
                </a:lnTo>
                <a:lnTo>
                  <a:pt x="1511180" y="347833"/>
                </a:lnTo>
                <a:lnTo>
                  <a:pt x="1510774" y="347867"/>
                </a:lnTo>
                <a:lnTo>
                  <a:pt x="1510365" y="347896"/>
                </a:lnTo>
                <a:lnTo>
                  <a:pt x="1509953" y="347920"/>
                </a:lnTo>
                <a:lnTo>
                  <a:pt x="1509539" y="347940"/>
                </a:lnTo>
                <a:lnTo>
                  <a:pt x="1509121" y="347956"/>
                </a:lnTo>
                <a:lnTo>
                  <a:pt x="1508701" y="347967"/>
                </a:lnTo>
                <a:lnTo>
                  <a:pt x="1508278" y="347974"/>
                </a:lnTo>
                <a:lnTo>
                  <a:pt x="1507852" y="347976"/>
                </a:lnTo>
                <a:lnTo>
                  <a:pt x="1507309" y="347973"/>
                </a:lnTo>
                <a:lnTo>
                  <a:pt x="1506773" y="347965"/>
                </a:lnTo>
                <a:lnTo>
                  <a:pt x="1506246" y="347951"/>
                </a:lnTo>
                <a:lnTo>
                  <a:pt x="1505726" y="347931"/>
                </a:lnTo>
                <a:lnTo>
                  <a:pt x="1505213" y="347906"/>
                </a:lnTo>
                <a:lnTo>
                  <a:pt x="1504709" y="347876"/>
                </a:lnTo>
                <a:lnTo>
                  <a:pt x="1504212" y="347840"/>
                </a:lnTo>
                <a:lnTo>
                  <a:pt x="1503724" y="347798"/>
                </a:lnTo>
                <a:lnTo>
                  <a:pt x="1503243" y="347751"/>
                </a:lnTo>
                <a:lnTo>
                  <a:pt x="1502769" y="347698"/>
                </a:lnTo>
                <a:lnTo>
                  <a:pt x="1502304" y="347639"/>
                </a:lnTo>
                <a:lnTo>
                  <a:pt x="1501846" y="347575"/>
                </a:lnTo>
                <a:lnTo>
                  <a:pt x="1501396" y="347506"/>
                </a:lnTo>
                <a:lnTo>
                  <a:pt x="1500954" y="347431"/>
                </a:lnTo>
                <a:lnTo>
                  <a:pt x="1500520" y="347350"/>
                </a:lnTo>
                <a:lnTo>
                  <a:pt x="1500093" y="347264"/>
                </a:lnTo>
                <a:lnTo>
                  <a:pt x="1499674" y="347172"/>
                </a:lnTo>
                <a:lnTo>
                  <a:pt x="1499263" y="347075"/>
                </a:lnTo>
                <a:lnTo>
                  <a:pt x="1498860" y="346972"/>
                </a:lnTo>
                <a:lnTo>
                  <a:pt x="1498465" y="346864"/>
                </a:lnTo>
                <a:lnTo>
                  <a:pt x="1498077" y="346749"/>
                </a:lnTo>
                <a:lnTo>
                  <a:pt x="1497697" y="346630"/>
                </a:lnTo>
                <a:lnTo>
                  <a:pt x="1497325" y="346505"/>
                </a:lnTo>
                <a:lnTo>
                  <a:pt x="1496961" y="346374"/>
                </a:lnTo>
                <a:lnTo>
                  <a:pt x="1496604" y="346237"/>
                </a:lnTo>
                <a:lnTo>
                  <a:pt x="1496255" y="346094"/>
                </a:lnTo>
                <a:lnTo>
                  <a:pt x="1495912" y="345944"/>
                </a:lnTo>
                <a:lnTo>
                  <a:pt x="1495577" y="345787"/>
                </a:lnTo>
                <a:lnTo>
                  <a:pt x="1495249" y="345623"/>
                </a:lnTo>
                <a:lnTo>
                  <a:pt x="1494929" y="345453"/>
                </a:lnTo>
                <a:lnTo>
                  <a:pt x="1494615" y="345276"/>
                </a:lnTo>
                <a:lnTo>
                  <a:pt x="1494309" y="345093"/>
                </a:lnTo>
                <a:lnTo>
                  <a:pt x="1494010" y="344903"/>
                </a:lnTo>
                <a:lnTo>
                  <a:pt x="1493719" y="344706"/>
                </a:lnTo>
                <a:lnTo>
                  <a:pt x="1493434" y="344502"/>
                </a:lnTo>
                <a:lnTo>
                  <a:pt x="1493157" y="344292"/>
                </a:lnTo>
                <a:lnTo>
                  <a:pt x="1492887" y="344075"/>
                </a:lnTo>
                <a:lnTo>
                  <a:pt x="1492624" y="343851"/>
                </a:lnTo>
                <a:lnTo>
                  <a:pt x="1492369" y="343621"/>
                </a:lnTo>
                <a:lnTo>
                  <a:pt x="1492120" y="343384"/>
                </a:lnTo>
                <a:lnTo>
                  <a:pt x="1491879" y="343141"/>
                </a:lnTo>
                <a:lnTo>
                  <a:pt x="1491645" y="342890"/>
                </a:lnTo>
                <a:lnTo>
                  <a:pt x="1491419" y="342633"/>
                </a:lnTo>
                <a:lnTo>
                  <a:pt x="1491199" y="342370"/>
                </a:lnTo>
                <a:lnTo>
                  <a:pt x="1490987" y="342100"/>
                </a:lnTo>
                <a:lnTo>
                  <a:pt x="1490782" y="341823"/>
                </a:lnTo>
                <a:lnTo>
                  <a:pt x="1490584" y="341539"/>
                </a:lnTo>
                <a:lnTo>
                  <a:pt x="1490394" y="341249"/>
                </a:lnTo>
                <a:lnTo>
                  <a:pt x="1490211" y="340952"/>
                </a:lnTo>
                <a:lnTo>
                  <a:pt x="1490036" y="340648"/>
                </a:lnTo>
                <a:lnTo>
                  <a:pt x="1489868" y="340338"/>
                </a:lnTo>
                <a:lnTo>
                  <a:pt x="1489709" y="340021"/>
                </a:lnTo>
                <a:lnTo>
                  <a:pt x="1489557" y="339697"/>
                </a:lnTo>
                <a:lnTo>
                  <a:pt x="1489413" y="339367"/>
                </a:lnTo>
                <a:lnTo>
                  <a:pt x="1489277" y="339030"/>
                </a:lnTo>
                <a:lnTo>
                  <a:pt x="1489148" y="338686"/>
                </a:lnTo>
                <a:lnTo>
                  <a:pt x="1489027" y="338336"/>
                </a:lnTo>
                <a:lnTo>
                  <a:pt x="1488914" y="337979"/>
                </a:lnTo>
                <a:lnTo>
                  <a:pt x="1488809" y="337615"/>
                </a:lnTo>
                <a:lnTo>
                  <a:pt x="1488712" y="337244"/>
                </a:lnTo>
                <a:lnTo>
                  <a:pt x="1488622" y="336867"/>
                </a:lnTo>
                <a:lnTo>
                  <a:pt x="1488541" y="336484"/>
                </a:lnTo>
                <a:lnTo>
                  <a:pt x="1488467" y="336093"/>
                </a:lnTo>
                <a:lnTo>
                  <a:pt x="1488401" y="335696"/>
                </a:lnTo>
                <a:lnTo>
                  <a:pt x="1488342" y="335292"/>
                </a:lnTo>
                <a:lnTo>
                  <a:pt x="1488292" y="334882"/>
                </a:lnTo>
                <a:lnTo>
                  <a:pt x="1488249" y="334465"/>
                </a:lnTo>
                <a:lnTo>
                  <a:pt x="1488214" y="334041"/>
                </a:lnTo>
                <a:lnTo>
                  <a:pt x="1488186" y="333611"/>
                </a:lnTo>
                <a:lnTo>
                  <a:pt x="1488167" y="333174"/>
                </a:lnTo>
                <a:lnTo>
                  <a:pt x="1488155" y="332730"/>
                </a:lnTo>
                <a:lnTo>
                  <a:pt x="1488151" y="332279"/>
                </a:lnTo>
                <a:lnTo>
                  <a:pt x="1488151" y="289674"/>
                </a:lnTo>
                <a:lnTo>
                  <a:pt x="1525151" y="289674"/>
                </a:lnTo>
                <a:lnTo>
                  <a:pt x="1525151" y="277181"/>
                </a:lnTo>
                <a:lnTo>
                  <a:pt x="1488151" y="277181"/>
                </a:lnTo>
                <a:lnTo>
                  <a:pt x="1488151" y="251074"/>
                </a:lnTo>
                <a:lnTo>
                  <a:pt x="1478221" y="251074"/>
                </a:lnTo>
                <a:lnTo>
                  <a:pt x="1472615" y="277181"/>
                </a:lnTo>
                <a:lnTo>
                  <a:pt x="1448430" y="277181"/>
                </a:lnTo>
                <a:lnTo>
                  <a:pt x="1448430" y="289674"/>
                </a:lnTo>
                <a:lnTo>
                  <a:pt x="1472135" y="289674"/>
                </a:lnTo>
                <a:lnTo>
                  <a:pt x="1472135" y="333561"/>
                </a:lnTo>
                <a:lnTo>
                  <a:pt x="1472149" y="334748"/>
                </a:lnTo>
                <a:lnTo>
                  <a:pt x="1472194" y="335907"/>
                </a:lnTo>
                <a:lnTo>
                  <a:pt x="1472267" y="337039"/>
                </a:lnTo>
                <a:lnTo>
                  <a:pt x="1472371" y="338143"/>
                </a:lnTo>
                <a:lnTo>
                  <a:pt x="1472503" y="339219"/>
                </a:lnTo>
                <a:lnTo>
                  <a:pt x="1472665" y="340268"/>
                </a:lnTo>
                <a:lnTo>
                  <a:pt x="1472857" y="341288"/>
                </a:lnTo>
                <a:lnTo>
                  <a:pt x="1473078" y="342281"/>
                </a:lnTo>
                <a:lnTo>
                  <a:pt x="1473328" y="343246"/>
                </a:lnTo>
                <a:lnTo>
                  <a:pt x="1473608" y="344183"/>
                </a:lnTo>
                <a:lnTo>
                  <a:pt x="1473918" y="345092"/>
                </a:lnTo>
                <a:lnTo>
                  <a:pt x="1474257" y="345974"/>
                </a:lnTo>
                <a:lnTo>
                  <a:pt x="1474625" y="346827"/>
                </a:lnTo>
                <a:lnTo>
                  <a:pt x="1475023" y="347653"/>
                </a:lnTo>
                <a:lnTo>
                  <a:pt x="1475451" y="348451"/>
                </a:lnTo>
                <a:lnTo>
                  <a:pt x="1475908" y="349222"/>
                </a:lnTo>
                <a:lnTo>
                  <a:pt x="1476394" y="349964"/>
                </a:lnTo>
                <a:lnTo>
                  <a:pt x="1476910" y="350679"/>
                </a:lnTo>
                <a:lnTo>
                  <a:pt x="1477455" y="351365"/>
                </a:lnTo>
                <a:lnTo>
                  <a:pt x="1478030" y="352024"/>
                </a:lnTo>
                <a:lnTo>
                  <a:pt x="1478634" y="352656"/>
                </a:lnTo>
                <a:lnTo>
                  <a:pt x="1479268" y="353259"/>
                </a:lnTo>
                <a:lnTo>
                  <a:pt x="1479931" y="353835"/>
                </a:lnTo>
                <a:lnTo>
                  <a:pt x="1480624" y="354383"/>
                </a:lnTo>
                <a:lnTo>
                  <a:pt x="1481341" y="354892"/>
                </a:lnTo>
                <a:lnTo>
                  <a:pt x="1482080" y="355380"/>
                </a:lnTo>
                <a:lnTo>
                  <a:pt x="1482838" y="355847"/>
                </a:lnTo>
                <a:lnTo>
                  <a:pt x="1483618" y="356291"/>
                </a:lnTo>
                <a:lnTo>
                  <a:pt x="1484418" y="356714"/>
                </a:lnTo>
                <a:lnTo>
                  <a:pt x="1485239" y="357115"/>
                </a:lnTo>
                <a:lnTo>
                  <a:pt x="1486080" y="357495"/>
                </a:lnTo>
                <a:lnTo>
                  <a:pt x="1486941" y="357853"/>
                </a:lnTo>
                <a:lnTo>
                  <a:pt x="1487824" y="358189"/>
                </a:lnTo>
                <a:lnTo>
                  <a:pt x="1488727" y="358504"/>
                </a:lnTo>
                <a:lnTo>
                  <a:pt x="1489650" y="358796"/>
                </a:lnTo>
                <a:lnTo>
                  <a:pt x="1490594" y="359067"/>
                </a:lnTo>
                <a:lnTo>
                  <a:pt x="1491559" y="359317"/>
                </a:lnTo>
                <a:lnTo>
                  <a:pt x="1492544" y="359545"/>
                </a:lnTo>
                <a:lnTo>
                  <a:pt x="1493550" y="359751"/>
                </a:lnTo>
                <a:lnTo>
                  <a:pt x="1494576" y="359935"/>
                </a:lnTo>
                <a:lnTo>
                  <a:pt x="1495623" y="360098"/>
                </a:lnTo>
                <a:lnTo>
                  <a:pt x="1496691" y="360239"/>
                </a:lnTo>
                <a:lnTo>
                  <a:pt x="1497779" y="360358"/>
                </a:lnTo>
                <a:lnTo>
                  <a:pt x="1498887" y="360456"/>
                </a:lnTo>
                <a:lnTo>
                  <a:pt x="1500017" y="360532"/>
                </a:lnTo>
                <a:lnTo>
                  <a:pt x="1501166" y="360586"/>
                </a:lnTo>
                <a:lnTo>
                  <a:pt x="1502337" y="360618"/>
                </a:lnTo>
                <a:lnTo>
                  <a:pt x="1503528" y="360629"/>
                </a:lnTo>
                <a:lnTo>
                  <a:pt x="1504022" y="360627"/>
                </a:lnTo>
                <a:lnTo>
                  <a:pt x="1504516" y="360620"/>
                </a:lnTo>
                <a:lnTo>
                  <a:pt x="1505009" y="360609"/>
                </a:lnTo>
                <a:lnTo>
                  <a:pt x="1505503" y="360594"/>
                </a:lnTo>
                <a:lnTo>
                  <a:pt x="1505997" y="360574"/>
                </a:lnTo>
                <a:lnTo>
                  <a:pt x="1506491" y="360549"/>
                </a:lnTo>
                <a:close/>
                <a:moveTo>
                  <a:pt x="1004190" y="306460"/>
                </a:moveTo>
                <a:lnTo>
                  <a:pt x="1004224" y="306042"/>
                </a:lnTo>
                <a:lnTo>
                  <a:pt x="1004264" y="305625"/>
                </a:lnTo>
                <a:lnTo>
                  <a:pt x="1004309" y="305211"/>
                </a:lnTo>
                <a:lnTo>
                  <a:pt x="1004361" y="304798"/>
                </a:lnTo>
                <a:lnTo>
                  <a:pt x="1004420" y="304386"/>
                </a:lnTo>
                <a:lnTo>
                  <a:pt x="1004484" y="303977"/>
                </a:lnTo>
                <a:lnTo>
                  <a:pt x="1004554" y="303569"/>
                </a:lnTo>
                <a:lnTo>
                  <a:pt x="1004631" y="303163"/>
                </a:lnTo>
                <a:lnTo>
                  <a:pt x="1004713" y="302758"/>
                </a:lnTo>
                <a:lnTo>
                  <a:pt x="1004802" y="302355"/>
                </a:lnTo>
                <a:lnTo>
                  <a:pt x="1004897" y="301954"/>
                </a:lnTo>
                <a:lnTo>
                  <a:pt x="1004998" y="301554"/>
                </a:lnTo>
                <a:lnTo>
                  <a:pt x="1005105" y="301156"/>
                </a:lnTo>
                <a:lnTo>
                  <a:pt x="1005218" y="300760"/>
                </a:lnTo>
                <a:lnTo>
                  <a:pt x="1005337" y="300366"/>
                </a:lnTo>
                <a:lnTo>
                  <a:pt x="1005463" y="299973"/>
                </a:lnTo>
                <a:lnTo>
                  <a:pt x="1005594" y="299581"/>
                </a:lnTo>
                <a:lnTo>
                  <a:pt x="1005732" y="299192"/>
                </a:lnTo>
                <a:lnTo>
                  <a:pt x="1005876" y="298804"/>
                </a:lnTo>
                <a:lnTo>
                  <a:pt x="1006025" y="298420"/>
                </a:lnTo>
                <a:lnTo>
                  <a:pt x="1006181" y="298041"/>
                </a:lnTo>
                <a:lnTo>
                  <a:pt x="1006344" y="297668"/>
                </a:lnTo>
                <a:lnTo>
                  <a:pt x="1006512" y="297300"/>
                </a:lnTo>
                <a:lnTo>
                  <a:pt x="1006686" y="296938"/>
                </a:lnTo>
                <a:lnTo>
                  <a:pt x="1006867" y="296582"/>
                </a:lnTo>
                <a:lnTo>
                  <a:pt x="1007053" y="296231"/>
                </a:lnTo>
                <a:lnTo>
                  <a:pt x="1007246" y="295885"/>
                </a:lnTo>
                <a:lnTo>
                  <a:pt x="1007445" y="295546"/>
                </a:lnTo>
                <a:lnTo>
                  <a:pt x="1007650" y="295211"/>
                </a:lnTo>
                <a:lnTo>
                  <a:pt x="1007861" y="294883"/>
                </a:lnTo>
                <a:lnTo>
                  <a:pt x="1008078" y="294559"/>
                </a:lnTo>
                <a:lnTo>
                  <a:pt x="1008301" y="294242"/>
                </a:lnTo>
                <a:lnTo>
                  <a:pt x="1008531" y="293930"/>
                </a:lnTo>
                <a:lnTo>
                  <a:pt x="1008766" y="293623"/>
                </a:lnTo>
                <a:lnTo>
                  <a:pt x="1009008" y="293323"/>
                </a:lnTo>
                <a:lnTo>
                  <a:pt x="1009256" y="293027"/>
                </a:lnTo>
                <a:lnTo>
                  <a:pt x="1009509" y="292738"/>
                </a:lnTo>
                <a:lnTo>
                  <a:pt x="1009769" y="292453"/>
                </a:lnTo>
                <a:lnTo>
                  <a:pt x="1010036" y="292175"/>
                </a:lnTo>
                <a:lnTo>
                  <a:pt x="1010308" y="291902"/>
                </a:lnTo>
                <a:lnTo>
                  <a:pt x="1010586" y="291634"/>
                </a:lnTo>
                <a:lnTo>
                  <a:pt x="1010871" y="291372"/>
                </a:lnTo>
                <a:lnTo>
                  <a:pt x="1011161" y="291116"/>
                </a:lnTo>
                <a:lnTo>
                  <a:pt x="1011471" y="290868"/>
                </a:lnTo>
                <a:lnTo>
                  <a:pt x="1011786" y="290630"/>
                </a:lnTo>
                <a:lnTo>
                  <a:pt x="1012107" y="290403"/>
                </a:lnTo>
                <a:lnTo>
                  <a:pt x="1012434" y="290186"/>
                </a:lnTo>
                <a:lnTo>
                  <a:pt x="1012766" y="289980"/>
                </a:lnTo>
                <a:lnTo>
                  <a:pt x="1013103" y="289784"/>
                </a:lnTo>
                <a:lnTo>
                  <a:pt x="1013446" y="289600"/>
                </a:lnTo>
                <a:lnTo>
                  <a:pt x="1013795" y="289425"/>
                </a:lnTo>
                <a:lnTo>
                  <a:pt x="1014149" y="289261"/>
                </a:lnTo>
                <a:lnTo>
                  <a:pt x="1014509" y="289108"/>
                </a:lnTo>
                <a:lnTo>
                  <a:pt x="1014875" y="288966"/>
                </a:lnTo>
                <a:lnTo>
                  <a:pt x="1015245" y="288833"/>
                </a:lnTo>
                <a:lnTo>
                  <a:pt x="1015622" y="288712"/>
                </a:lnTo>
                <a:lnTo>
                  <a:pt x="1016004" y="288601"/>
                </a:lnTo>
                <a:lnTo>
                  <a:pt x="1016392" y="288501"/>
                </a:lnTo>
                <a:lnTo>
                  <a:pt x="1016785" y="288411"/>
                </a:lnTo>
                <a:lnTo>
                  <a:pt x="1017184" y="288332"/>
                </a:lnTo>
                <a:lnTo>
                  <a:pt x="1017588" y="288263"/>
                </a:lnTo>
                <a:lnTo>
                  <a:pt x="1017998" y="288205"/>
                </a:lnTo>
                <a:lnTo>
                  <a:pt x="1018413" y="288157"/>
                </a:lnTo>
                <a:lnTo>
                  <a:pt x="1018834" y="288120"/>
                </a:lnTo>
                <a:lnTo>
                  <a:pt x="1019261" y="288094"/>
                </a:lnTo>
                <a:lnTo>
                  <a:pt x="1019693" y="288078"/>
                </a:lnTo>
                <a:lnTo>
                  <a:pt x="1020131" y="288073"/>
                </a:lnTo>
                <a:lnTo>
                  <a:pt x="1020581" y="288077"/>
                </a:lnTo>
                <a:lnTo>
                  <a:pt x="1021024" y="288089"/>
                </a:lnTo>
                <a:lnTo>
                  <a:pt x="1021459" y="288110"/>
                </a:lnTo>
                <a:lnTo>
                  <a:pt x="1021888" y="288139"/>
                </a:lnTo>
                <a:lnTo>
                  <a:pt x="1022309" y="288177"/>
                </a:lnTo>
                <a:lnTo>
                  <a:pt x="1022723" y="288223"/>
                </a:lnTo>
                <a:lnTo>
                  <a:pt x="1023130" y="288277"/>
                </a:lnTo>
                <a:lnTo>
                  <a:pt x="1023530" y="288340"/>
                </a:lnTo>
                <a:lnTo>
                  <a:pt x="1023922" y="288410"/>
                </a:lnTo>
                <a:lnTo>
                  <a:pt x="1024307" y="288490"/>
                </a:lnTo>
                <a:lnTo>
                  <a:pt x="1024685" y="288577"/>
                </a:lnTo>
                <a:lnTo>
                  <a:pt x="1025056" y="288673"/>
                </a:lnTo>
                <a:lnTo>
                  <a:pt x="1025419" y="288778"/>
                </a:lnTo>
                <a:lnTo>
                  <a:pt x="1025775" y="288890"/>
                </a:lnTo>
                <a:lnTo>
                  <a:pt x="1026124" y="289011"/>
                </a:lnTo>
                <a:lnTo>
                  <a:pt x="1026466" y="289140"/>
                </a:lnTo>
                <a:lnTo>
                  <a:pt x="1026801" y="289278"/>
                </a:lnTo>
                <a:lnTo>
                  <a:pt x="1027128" y="289424"/>
                </a:lnTo>
                <a:lnTo>
                  <a:pt x="1027448" y="289578"/>
                </a:lnTo>
                <a:lnTo>
                  <a:pt x="1027761" y="289741"/>
                </a:lnTo>
                <a:lnTo>
                  <a:pt x="1028066" y="289912"/>
                </a:lnTo>
                <a:lnTo>
                  <a:pt x="1028365" y="290091"/>
                </a:lnTo>
                <a:lnTo>
                  <a:pt x="1028656" y="290279"/>
                </a:lnTo>
                <a:lnTo>
                  <a:pt x="1028940" y="290475"/>
                </a:lnTo>
                <a:lnTo>
                  <a:pt x="1029230" y="290665"/>
                </a:lnTo>
                <a:lnTo>
                  <a:pt x="1029514" y="290859"/>
                </a:lnTo>
                <a:lnTo>
                  <a:pt x="1029791" y="291058"/>
                </a:lnTo>
                <a:lnTo>
                  <a:pt x="1030061" y="291263"/>
                </a:lnTo>
                <a:lnTo>
                  <a:pt x="1030325" y="291472"/>
                </a:lnTo>
                <a:lnTo>
                  <a:pt x="1030582" y="291686"/>
                </a:lnTo>
                <a:lnTo>
                  <a:pt x="1030832" y="291906"/>
                </a:lnTo>
                <a:lnTo>
                  <a:pt x="1031075" y="292130"/>
                </a:lnTo>
                <a:lnTo>
                  <a:pt x="1031312" y="292360"/>
                </a:lnTo>
                <a:lnTo>
                  <a:pt x="1031543" y="292594"/>
                </a:lnTo>
                <a:lnTo>
                  <a:pt x="1031766" y="292833"/>
                </a:lnTo>
                <a:lnTo>
                  <a:pt x="1031983" y="293078"/>
                </a:lnTo>
                <a:lnTo>
                  <a:pt x="1032193" y="293327"/>
                </a:lnTo>
                <a:lnTo>
                  <a:pt x="1032397" y="293582"/>
                </a:lnTo>
                <a:lnTo>
                  <a:pt x="1032594" y="293841"/>
                </a:lnTo>
                <a:lnTo>
                  <a:pt x="1032784" y="294106"/>
                </a:lnTo>
                <a:lnTo>
                  <a:pt x="1032967" y="294375"/>
                </a:lnTo>
                <a:lnTo>
                  <a:pt x="1033144" y="294650"/>
                </a:lnTo>
                <a:lnTo>
                  <a:pt x="1033314" y="294929"/>
                </a:lnTo>
                <a:lnTo>
                  <a:pt x="1033478" y="295213"/>
                </a:lnTo>
                <a:lnTo>
                  <a:pt x="1033635" y="295503"/>
                </a:lnTo>
                <a:lnTo>
                  <a:pt x="1033785" y="295797"/>
                </a:lnTo>
                <a:lnTo>
                  <a:pt x="1033928" y="296097"/>
                </a:lnTo>
                <a:lnTo>
                  <a:pt x="1034065" y="296401"/>
                </a:lnTo>
                <a:lnTo>
                  <a:pt x="1034209" y="296710"/>
                </a:lnTo>
                <a:lnTo>
                  <a:pt x="1034347" y="297020"/>
                </a:lnTo>
                <a:lnTo>
                  <a:pt x="1034478" y="297332"/>
                </a:lnTo>
                <a:lnTo>
                  <a:pt x="1034604" y="297647"/>
                </a:lnTo>
                <a:lnTo>
                  <a:pt x="1034723" y="297964"/>
                </a:lnTo>
                <a:lnTo>
                  <a:pt x="1034836" y="298283"/>
                </a:lnTo>
                <a:lnTo>
                  <a:pt x="1034943" y="298605"/>
                </a:lnTo>
                <a:lnTo>
                  <a:pt x="1035044" y="298929"/>
                </a:lnTo>
                <a:lnTo>
                  <a:pt x="1035139" y="299254"/>
                </a:lnTo>
                <a:lnTo>
                  <a:pt x="1035228" y="299583"/>
                </a:lnTo>
                <a:lnTo>
                  <a:pt x="1035310" y="299913"/>
                </a:lnTo>
                <a:lnTo>
                  <a:pt x="1035387" y="300245"/>
                </a:lnTo>
                <a:lnTo>
                  <a:pt x="1035457" y="300580"/>
                </a:lnTo>
                <a:lnTo>
                  <a:pt x="1035521" y="300917"/>
                </a:lnTo>
                <a:lnTo>
                  <a:pt x="1035579" y="301257"/>
                </a:lnTo>
                <a:lnTo>
                  <a:pt x="1035631" y="301598"/>
                </a:lnTo>
                <a:lnTo>
                  <a:pt x="1035677" y="301942"/>
                </a:lnTo>
                <a:lnTo>
                  <a:pt x="1035717" y="302288"/>
                </a:lnTo>
                <a:lnTo>
                  <a:pt x="1035751" y="302636"/>
                </a:lnTo>
                <a:lnTo>
                  <a:pt x="1035778" y="302986"/>
                </a:lnTo>
                <a:lnTo>
                  <a:pt x="1035800" y="303339"/>
                </a:lnTo>
                <a:lnTo>
                  <a:pt x="1035815" y="303694"/>
                </a:lnTo>
                <a:lnTo>
                  <a:pt x="1035824" y="304051"/>
                </a:lnTo>
                <a:lnTo>
                  <a:pt x="1035827" y="304410"/>
                </a:lnTo>
                <a:lnTo>
                  <a:pt x="1035827" y="307773"/>
                </a:lnTo>
                <a:lnTo>
                  <a:pt x="1049442" y="307773"/>
                </a:lnTo>
                <a:lnTo>
                  <a:pt x="1049468" y="307601"/>
                </a:lnTo>
                <a:lnTo>
                  <a:pt x="1049493" y="307431"/>
                </a:lnTo>
                <a:lnTo>
                  <a:pt x="1049517" y="307263"/>
                </a:lnTo>
                <a:lnTo>
                  <a:pt x="1049539" y="307097"/>
                </a:lnTo>
                <a:lnTo>
                  <a:pt x="1049561" y="306934"/>
                </a:lnTo>
                <a:lnTo>
                  <a:pt x="1049582" y="306772"/>
                </a:lnTo>
                <a:lnTo>
                  <a:pt x="1049601" y="306613"/>
                </a:lnTo>
                <a:lnTo>
                  <a:pt x="1049619" y="306456"/>
                </a:lnTo>
                <a:lnTo>
                  <a:pt x="1049637" y="306302"/>
                </a:lnTo>
                <a:lnTo>
                  <a:pt x="1049653" y="306149"/>
                </a:lnTo>
                <a:lnTo>
                  <a:pt x="1049668" y="305999"/>
                </a:lnTo>
                <a:lnTo>
                  <a:pt x="1049682" y="305851"/>
                </a:lnTo>
                <a:lnTo>
                  <a:pt x="1049695" y="305706"/>
                </a:lnTo>
                <a:lnTo>
                  <a:pt x="1049706" y="305562"/>
                </a:lnTo>
                <a:lnTo>
                  <a:pt x="1049717" y="305421"/>
                </a:lnTo>
                <a:lnTo>
                  <a:pt x="1049726" y="305282"/>
                </a:lnTo>
                <a:lnTo>
                  <a:pt x="1049735" y="305145"/>
                </a:lnTo>
                <a:lnTo>
                  <a:pt x="1049742" y="305010"/>
                </a:lnTo>
                <a:lnTo>
                  <a:pt x="1049748" y="304878"/>
                </a:lnTo>
                <a:lnTo>
                  <a:pt x="1049753" y="304748"/>
                </a:lnTo>
                <a:lnTo>
                  <a:pt x="1049757" y="304620"/>
                </a:lnTo>
                <a:lnTo>
                  <a:pt x="1049760" y="304494"/>
                </a:lnTo>
                <a:lnTo>
                  <a:pt x="1049761" y="304371"/>
                </a:lnTo>
                <a:lnTo>
                  <a:pt x="1049762" y="304250"/>
                </a:lnTo>
                <a:lnTo>
                  <a:pt x="1049775" y="304116"/>
                </a:lnTo>
                <a:lnTo>
                  <a:pt x="1049787" y="303982"/>
                </a:lnTo>
                <a:lnTo>
                  <a:pt x="1049799" y="303847"/>
                </a:lnTo>
                <a:lnTo>
                  <a:pt x="1049811" y="303711"/>
                </a:lnTo>
                <a:lnTo>
                  <a:pt x="1049822" y="303575"/>
                </a:lnTo>
                <a:lnTo>
                  <a:pt x="1049832" y="303439"/>
                </a:lnTo>
                <a:lnTo>
                  <a:pt x="1049842" y="303302"/>
                </a:lnTo>
                <a:lnTo>
                  <a:pt x="1049851" y="303164"/>
                </a:lnTo>
                <a:lnTo>
                  <a:pt x="1049859" y="303026"/>
                </a:lnTo>
                <a:lnTo>
                  <a:pt x="1049867" y="302887"/>
                </a:lnTo>
                <a:lnTo>
                  <a:pt x="1049875" y="302748"/>
                </a:lnTo>
                <a:lnTo>
                  <a:pt x="1049882" y="302608"/>
                </a:lnTo>
                <a:lnTo>
                  <a:pt x="1049888" y="302468"/>
                </a:lnTo>
                <a:lnTo>
                  <a:pt x="1049894" y="302327"/>
                </a:lnTo>
                <a:lnTo>
                  <a:pt x="1049899" y="302185"/>
                </a:lnTo>
                <a:lnTo>
                  <a:pt x="1049904" y="302043"/>
                </a:lnTo>
                <a:lnTo>
                  <a:pt x="1049908" y="301900"/>
                </a:lnTo>
                <a:lnTo>
                  <a:pt x="1049912" y="301757"/>
                </a:lnTo>
                <a:lnTo>
                  <a:pt x="1049915" y="301613"/>
                </a:lnTo>
                <a:lnTo>
                  <a:pt x="1049918" y="301469"/>
                </a:lnTo>
                <a:lnTo>
                  <a:pt x="1049919" y="301324"/>
                </a:lnTo>
                <a:lnTo>
                  <a:pt x="1049921" y="301179"/>
                </a:lnTo>
                <a:lnTo>
                  <a:pt x="1049922" y="301033"/>
                </a:lnTo>
                <a:lnTo>
                  <a:pt x="1049922" y="300886"/>
                </a:lnTo>
                <a:lnTo>
                  <a:pt x="1049911" y="299972"/>
                </a:lnTo>
                <a:lnTo>
                  <a:pt x="1049876" y="299072"/>
                </a:lnTo>
                <a:lnTo>
                  <a:pt x="1049819" y="298186"/>
                </a:lnTo>
                <a:lnTo>
                  <a:pt x="1049740" y="297313"/>
                </a:lnTo>
                <a:lnTo>
                  <a:pt x="1049637" y="296455"/>
                </a:lnTo>
                <a:lnTo>
                  <a:pt x="1049512" y="295611"/>
                </a:lnTo>
                <a:lnTo>
                  <a:pt x="1049363" y="294780"/>
                </a:lnTo>
                <a:lnTo>
                  <a:pt x="1049192" y="293963"/>
                </a:lnTo>
                <a:lnTo>
                  <a:pt x="1048998" y="293160"/>
                </a:lnTo>
                <a:lnTo>
                  <a:pt x="1048782" y="292372"/>
                </a:lnTo>
                <a:lnTo>
                  <a:pt x="1048542" y="291597"/>
                </a:lnTo>
                <a:lnTo>
                  <a:pt x="1048280" y="290836"/>
                </a:lnTo>
                <a:lnTo>
                  <a:pt x="1047995" y="290088"/>
                </a:lnTo>
                <a:lnTo>
                  <a:pt x="1047687" y="289355"/>
                </a:lnTo>
                <a:lnTo>
                  <a:pt x="1047357" y="288636"/>
                </a:lnTo>
                <a:lnTo>
                  <a:pt x="1047003" y="287930"/>
                </a:lnTo>
                <a:lnTo>
                  <a:pt x="1046627" y="287239"/>
                </a:lnTo>
                <a:lnTo>
                  <a:pt x="1046228" y="286561"/>
                </a:lnTo>
                <a:lnTo>
                  <a:pt x="1045806" y="285897"/>
                </a:lnTo>
                <a:lnTo>
                  <a:pt x="1045362" y="285247"/>
                </a:lnTo>
                <a:lnTo>
                  <a:pt x="1044894" y="284611"/>
                </a:lnTo>
                <a:lnTo>
                  <a:pt x="1044404" y="283989"/>
                </a:lnTo>
                <a:lnTo>
                  <a:pt x="1043891" y="283381"/>
                </a:lnTo>
                <a:lnTo>
                  <a:pt x="1043355" y="282787"/>
                </a:lnTo>
                <a:lnTo>
                  <a:pt x="1042811" y="282199"/>
                </a:lnTo>
                <a:lnTo>
                  <a:pt x="1042248" y="281636"/>
                </a:lnTo>
                <a:lnTo>
                  <a:pt x="1041666" y="281098"/>
                </a:lnTo>
                <a:lnTo>
                  <a:pt x="1041064" y="280585"/>
                </a:lnTo>
                <a:lnTo>
                  <a:pt x="1040442" y="280097"/>
                </a:lnTo>
                <a:lnTo>
                  <a:pt x="1039801" y="279634"/>
                </a:lnTo>
                <a:lnTo>
                  <a:pt x="1039141" y="279196"/>
                </a:lnTo>
                <a:lnTo>
                  <a:pt x="1038461" y="278783"/>
                </a:lnTo>
                <a:lnTo>
                  <a:pt x="1037762" y="278395"/>
                </a:lnTo>
                <a:lnTo>
                  <a:pt x="1037043" y="278032"/>
                </a:lnTo>
                <a:lnTo>
                  <a:pt x="1036305" y="277694"/>
                </a:lnTo>
                <a:lnTo>
                  <a:pt x="1035547" y="277381"/>
                </a:lnTo>
                <a:lnTo>
                  <a:pt x="1034770" y="277094"/>
                </a:lnTo>
                <a:lnTo>
                  <a:pt x="1033973" y="276831"/>
                </a:lnTo>
                <a:lnTo>
                  <a:pt x="1033157" y="276593"/>
                </a:lnTo>
                <a:lnTo>
                  <a:pt x="1032321" y="276380"/>
                </a:lnTo>
                <a:lnTo>
                  <a:pt x="1031466" y="276193"/>
                </a:lnTo>
                <a:lnTo>
                  <a:pt x="1030592" y="276030"/>
                </a:lnTo>
                <a:lnTo>
                  <a:pt x="1029698" y="275892"/>
                </a:lnTo>
                <a:lnTo>
                  <a:pt x="1028784" y="275780"/>
                </a:lnTo>
                <a:lnTo>
                  <a:pt x="1027851" y="275692"/>
                </a:lnTo>
                <a:lnTo>
                  <a:pt x="1026899" y="275629"/>
                </a:lnTo>
                <a:lnTo>
                  <a:pt x="1025927" y="275592"/>
                </a:lnTo>
                <a:lnTo>
                  <a:pt x="1024936" y="275579"/>
                </a:lnTo>
                <a:lnTo>
                  <a:pt x="1024285" y="275586"/>
                </a:lnTo>
                <a:lnTo>
                  <a:pt x="1023640" y="275605"/>
                </a:lnTo>
                <a:lnTo>
                  <a:pt x="1023001" y="275637"/>
                </a:lnTo>
                <a:lnTo>
                  <a:pt x="1022368" y="275682"/>
                </a:lnTo>
                <a:lnTo>
                  <a:pt x="1021742" y="275739"/>
                </a:lnTo>
                <a:lnTo>
                  <a:pt x="1021122" y="275810"/>
                </a:lnTo>
                <a:lnTo>
                  <a:pt x="1020507" y="275893"/>
                </a:lnTo>
                <a:lnTo>
                  <a:pt x="1019899" y="275989"/>
                </a:lnTo>
                <a:lnTo>
                  <a:pt x="1019297" y="276097"/>
                </a:lnTo>
                <a:lnTo>
                  <a:pt x="1018701" y="276219"/>
                </a:lnTo>
                <a:lnTo>
                  <a:pt x="1018112" y="276353"/>
                </a:lnTo>
                <a:lnTo>
                  <a:pt x="1017528" y="276500"/>
                </a:lnTo>
                <a:lnTo>
                  <a:pt x="1016950" y="276660"/>
                </a:lnTo>
                <a:lnTo>
                  <a:pt x="1016379" y="276833"/>
                </a:lnTo>
                <a:lnTo>
                  <a:pt x="1015814" y="277018"/>
                </a:lnTo>
                <a:lnTo>
                  <a:pt x="1015254" y="277217"/>
                </a:lnTo>
                <a:lnTo>
                  <a:pt x="1014701" y="277428"/>
                </a:lnTo>
                <a:lnTo>
                  <a:pt x="1014154" y="277652"/>
                </a:lnTo>
                <a:lnTo>
                  <a:pt x="1013613" y="277888"/>
                </a:lnTo>
                <a:lnTo>
                  <a:pt x="1013079" y="278138"/>
                </a:lnTo>
                <a:lnTo>
                  <a:pt x="1012550" y="278400"/>
                </a:lnTo>
                <a:lnTo>
                  <a:pt x="1012028" y="278675"/>
                </a:lnTo>
                <a:lnTo>
                  <a:pt x="1011511" y="278963"/>
                </a:lnTo>
                <a:lnTo>
                  <a:pt x="1011001" y="279263"/>
                </a:lnTo>
                <a:lnTo>
                  <a:pt x="1010512" y="279562"/>
                </a:lnTo>
                <a:lnTo>
                  <a:pt x="1010034" y="279871"/>
                </a:lnTo>
                <a:lnTo>
                  <a:pt x="1009567" y="280189"/>
                </a:lnTo>
                <a:lnTo>
                  <a:pt x="1009110" y="280518"/>
                </a:lnTo>
                <a:lnTo>
                  <a:pt x="1008664" y="280857"/>
                </a:lnTo>
                <a:lnTo>
                  <a:pt x="1008228" y="281205"/>
                </a:lnTo>
                <a:lnTo>
                  <a:pt x="1007803" y="281564"/>
                </a:lnTo>
                <a:lnTo>
                  <a:pt x="1007388" y="281933"/>
                </a:lnTo>
                <a:lnTo>
                  <a:pt x="1006984" y="282312"/>
                </a:lnTo>
                <a:lnTo>
                  <a:pt x="1006591" y="282700"/>
                </a:lnTo>
                <a:lnTo>
                  <a:pt x="1006208" y="283099"/>
                </a:lnTo>
                <a:lnTo>
                  <a:pt x="1005836" y="283508"/>
                </a:lnTo>
                <a:lnTo>
                  <a:pt x="1005474" y="283927"/>
                </a:lnTo>
                <a:lnTo>
                  <a:pt x="1005123" y="284355"/>
                </a:lnTo>
                <a:lnTo>
                  <a:pt x="1004782" y="284794"/>
                </a:lnTo>
                <a:lnTo>
                  <a:pt x="1004452" y="285243"/>
                </a:lnTo>
                <a:lnTo>
                  <a:pt x="1004132" y="285702"/>
                </a:lnTo>
                <a:lnTo>
                  <a:pt x="1003823" y="286171"/>
                </a:lnTo>
                <a:lnTo>
                  <a:pt x="1003525" y="286649"/>
                </a:lnTo>
                <a:lnTo>
                  <a:pt x="1003237" y="287138"/>
                </a:lnTo>
                <a:lnTo>
                  <a:pt x="1002960" y="287637"/>
                </a:lnTo>
                <a:lnTo>
                  <a:pt x="1002693" y="288146"/>
                </a:lnTo>
                <a:lnTo>
                  <a:pt x="1002437" y="288665"/>
                </a:lnTo>
                <a:lnTo>
                  <a:pt x="1002192" y="289194"/>
                </a:lnTo>
                <a:lnTo>
                  <a:pt x="1001391" y="277181"/>
                </a:lnTo>
                <a:lnTo>
                  <a:pt x="967755" y="277181"/>
                </a:lnTo>
                <a:lnTo>
                  <a:pt x="967755" y="289674"/>
                </a:lnTo>
                <a:lnTo>
                  <a:pt x="988417" y="289674"/>
                </a:lnTo>
                <a:lnTo>
                  <a:pt x="988417" y="346694"/>
                </a:lnTo>
                <a:lnTo>
                  <a:pt x="966955" y="346694"/>
                </a:lnTo>
                <a:lnTo>
                  <a:pt x="966955" y="359027"/>
                </a:lnTo>
                <a:lnTo>
                  <a:pt x="988417" y="359027"/>
                </a:lnTo>
                <a:lnTo>
                  <a:pt x="1004114" y="359027"/>
                </a:lnTo>
                <a:lnTo>
                  <a:pt x="1040792" y="359027"/>
                </a:lnTo>
                <a:lnTo>
                  <a:pt x="1040792" y="346694"/>
                </a:lnTo>
                <a:lnTo>
                  <a:pt x="1004114" y="346694"/>
                </a:lnTo>
                <a:lnTo>
                  <a:pt x="1004114" y="308574"/>
                </a:lnTo>
                <a:lnTo>
                  <a:pt x="1004117" y="308148"/>
                </a:lnTo>
                <a:lnTo>
                  <a:pt x="1004126" y="307723"/>
                </a:lnTo>
                <a:lnTo>
                  <a:pt x="1004141" y="307300"/>
                </a:lnTo>
                <a:lnTo>
                  <a:pt x="1004163" y="306879"/>
                </a:lnTo>
                <a:lnTo>
                  <a:pt x="1004190" y="306460"/>
                </a:lnTo>
                <a:close/>
                <a:moveTo>
                  <a:pt x="1597164" y="277181"/>
                </a:moveTo>
                <a:lnTo>
                  <a:pt x="1551836" y="277181"/>
                </a:lnTo>
                <a:lnTo>
                  <a:pt x="1551836" y="289674"/>
                </a:lnTo>
                <a:lnTo>
                  <a:pt x="1581147" y="289674"/>
                </a:lnTo>
                <a:lnTo>
                  <a:pt x="1581147" y="346694"/>
                </a:lnTo>
                <a:lnTo>
                  <a:pt x="1551836" y="346694"/>
                </a:lnTo>
                <a:lnTo>
                  <a:pt x="1551836" y="359027"/>
                </a:lnTo>
                <a:lnTo>
                  <a:pt x="1581147" y="359027"/>
                </a:lnTo>
                <a:lnTo>
                  <a:pt x="1597164" y="359027"/>
                </a:lnTo>
                <a:lnTo>
                  <a:pt x="1624873" y="359027"/>
                </a:lnTo>
                <a:lnTo>
                  <a:pt x="1624873" y="346694"/>
                </a:lnTo>
                <a:lnTo>
                  <a:pt x="1597164" y="346694"/>
                </a:lnTo>
                <a:lnTo>
                  <a:pt x="1597164" y="277181"/>
                </a:lnTo>
                <a:close/>
                <a:moveTo>
                  <a:pt x="822989" y="360193"/>
                </a:moveTo>
                <a:lnTo>
                  <a:pt x="823889" y="360060"/>
                </a:lnTo>
                <a:lnTo>
                  <a:pt x="824777" y="359908"/>
                </a:lnTo>
                <a:lnTo>
                  <a:pt x="825654" y="359739"/>
                </a:lnTo>
                <a:lnTo>
                  <a:pt x="826519" y="359552"/>
                </a:lnTo>
                <a:lnTo>
                  <a:pt x="827372" y="359348"/>
                </a:lnTo>
                <a:lnTo>
                  <a:pt x="828214" y="359125"/>
                </a:lnTo>
                <a:lnTo>
                  <a:pt x="829044" y="358885"/>
                </a:lnTo>
                <a:lnTo>
                  <a:pt x="829862" y="358627"/>
                </a:lnTo>
                <a:lnTo>
                  <a:pt x="830669" y="358351"/>
                </a:lnTo>
                <a:lnTo>
                  <a:pt x="831464" y="358058"/>
                </a:lnTo>
                <a:lnTo>
                  <a:pt x="832248" y="357746"/>
                </a:lnTo>
                <a:lnTo>
                  <a:pt x="833019" y="357417"/>
                </a:lnTo>
                <a:lnTo>
                  <a:pt x="833779" y="357070"/>
                </a:lnTo>
                <a:lnTo>
                  <a:pt x="834527" y="356705"/>
                </a:lnTo>
                <a:lnTo>
                  <a:pt x="835264" y="356322"/>
                </a:lnTo>
                <a:lnTo>
                  <a:pt x="835989" y="355922"/>
                </a:lnTo>
                <a:lnTo>
                  <a:pt x="836702" y="355504"/>
                </a:lnTo>
                <a:lnTo>
                  <a:pt x="837403" y="355056"/>
                </a:lnTo>
                <a:lnTo>
                  <a:pt x="838089" y="354595"/>
                </a:lnTo>
                <a:lnTo>
                  <a:pt x="838762" y="354120"/>
                </a:lnTo>
                <a:lnTo>
                  <a:pt x="839421" y="353631"/>
                </a:lnTo>
                <a:lnTo>
                  <a:pt x="840065" y="353128"/>
                </a:lnTo>
                <a:lnTo>
                  <a:pt x="840696" y="352611"/>
                </a:lnTo>
                <a:lnTo>
                  <a:pt x="841313" y="352080"/>
                </a:lnTo>
                <a:lnTo>
                  <a:pt x="841917" y="351535"/>
                </a:lnTo>
                <a:lnTo>
                  <a:pt x="842506" y="350976"/>
                </a:lnTo>
                <a:lnTo>
                  <a:pt x="843081" y="350404"/>
                </a:lnTo>
                <a:lnTo>
                  <a:pt x="843643" y="349817"/>
                </a:lnTo>
                <a:lnTo>
                  <a:pt x="844190" y="349217"/>
                </a:lnTo>
                <a:lnTo>
                  <a:pt x="844724" y="348603"/>
                </a:lnTo>
                <a:lnTo>
                  <a:pt x="845243" y="347975"/>
                </a:lnTo>
                <a:lnTo>
                  <a:pt x="845749" y="347333"/>
                </a:lnTo>
                <a:lnTo>
                  <a:pt x="846241" y="346677"/>
                </a:lnTo>
                <a:lnTo>
                  <a:pt x="846719" y="346007"/>
                </a:lnTo>
                <a:lnTo>
                  <a:pt x="847183" y="345323"/>
                </a:lnTo>
                <a:lnTo>
                  <a:pt x="847633" y="344625"/>
                </a:lnTo>
                <a:lnTo>
                  <a:pt x="848070" y="343914"/>
                </a:lnTo>
                <a:lnTo>
                  <a:pt x="848492" y="343188"/>
                </a:lnTo>
                <a:lnTo>
                  <a:pt x="848901" y="342449"/>
                </a:lnTo>
                <a:lnTo>
                  <a:pt x="849295" y="341696"/>
                </a:lnTo>
                <a:lnTo>
                  <a:pt x="849676" y="340928"/>
                </a:lnTo>
                <a:lnTo>
                  <a:pt x="850042" y="340149"/>
                </a:lnTo>
                <a:lnTo>
                  <a:pt x="850392" y="339360"/>
                </a:lnTo>
                <a:lnTo>
                  <a:pt x="850727" y="338561"/>
                </a:lnTo>
                <a:lnTo>
                  <a:pt x="851046" y="337752"/>
                </a:lnTo>
                <a:lnTo>
                  <a:pt x="851350" y="336932"/>
                </a:lnTo>
                <a:lnTo>
                  <a:pt x="851638" y="336103"/>
                </a:lnTo>
                <a:lnTo>
                  <a:pt x="851910" y="335264"/>
                </a:lnTo>
                <a:lnTo>
                  <a:pt x="852167" y="334415"/>
                </a:lnTo>
                <a:lnTo>
                  <a:pt x="852409" y="333556"/>
                </a:lnTo>
                <a:lnTo>
                  <a:pt x="852635" y="332686"/>
                </a:lnTo>
                <a:lnTo>
                  <a:pt x="852845" y="331807"/>
                </a:lnTo>
                <a:lnTo>
                  <a:pt x="853039" y="330918"/>
                </a:lnTo>
                <a:lnTo>
                  <a:pt x="853219" y="330019"/>
                </a:lnTo>
                <a:lnTo>
                  <a:pt x="853382" y="329109"/>
                </a:lnTo>
                <a:lnTo>
                  <a:pt x="853530" y="328190"/>
                </a:lnTo>
                <a:lnTo>
                  <a:pt x="853662" y="327261"/>
                </a:lnTo>
                <a:lnTo>
                  <a:pt x="853779" y="326321"/>
                </a:lnTo>
                <a:lnTo>
                  <a:pt x="853880" y="325372"/>
                </a:lnTo>
                <a:lnTo>
                  <a:pt x="853966" y="324413"/>
                </a:lnTo>
                <a:lnTo>
                  <a:pt x="854036" y="323443"/>
                </a:lnTo>
                <a:lnTo>
                  <a:pt x="854091" y="322464"/>
                </a:lnTo>
                <a:lnTo>
                  <a:pt x="854129" y="321475"/>
                </a:lnTo>
                <a:lnTo>
                  <a:pt x="854153" y="320475"/>
                </a:lnTo>
                <a:lnTo>
                  <a:pt x="854161" y="319466"/>
                </a:lnTo>
                <a:lnTo>
                  <a:pt x="854161" y="316743"/>
                </a:lnTo>
                <a:lnTo>
                  <a:pt x="854153" y="315747"/>
                </a:lnTo>
                <a:lnTo>
                  <a:pt x="854129" y="314760"/>
                </a:lnTo>
                <a:lnTo>
                  <a:pt x="854091" y="313782"/>
                </a:lnTo>
                <a:lnTo>
                  <a:pt x="854036" y="312814"/>
                </a:lnTo>
                <a:lnTo>
                  <a:pt x="853966" y="311856"/>
                </a:lnTo>
                <a:lnTo>
                  <a:pt x="853880" y="310907"/>
                </a:lnTo>
                <a:lnTo>
                  <a:pt x="853779" y="309967"/>
                </a:lnTo>
                <a:lnTo>
                  <a:pt x="853662" y="309037"/>
                </a:lnTo>
                <a:lnTo>
                  <a:pt x="853530" y="308116"/>
                </a:lnTo>
                <a:lnTo>
                  <a:pt x="853382" y="307205"/>
                </a:lnTo>
                <a:lnTo>
                  <a:pt x="853219" y="306303"/>
                </a:lnTo>
                <a:lnTo>
                  <a:pt x="853039" y="305411"/>
                </a:lnTo>
                <a:lnTo>
                  <a:pt x="852845" y="304528"/>
                </a:lnTo>
                <a:lnTo>
                  <a:pt x="852635" y="303655"/>
                </a:lnTo>
                <a:lnTo>
                  <a:pt x="852409" y="302791"/>
                </a:lnTo>
                <a:lnTo>
                  <a:pt x="852167" y="301936"/>
                </a:lnTo>
                <a:lnTo>
                  <a:pt x="851910" y="301091"/>
                </a:lnTo>
                <a:lnTo>
                  <a:pt x="851638" y="300255"/>
                </a:lnTo>
                <a:lnTo>
                  <a:pt x="851350" y="299429"/>
                </a:lnTo>
                <a:lnTo>
                  <a:pt x="851046" y="298613"/>
                </a:lnTo>
                <a:lnTo>
                  <a:pt x="850727" y="297805"/>
                </a:lnTo>
                <a:lnTo>
                  <a:pt x="850392" y="297008"/>
                </a:lnTo>
                <a:lnTo>
                  <a:pt x="850042" y="296219"/>
                </a:lnTo>
                <a:lnTo>
                  <a:pt x="849676" y="295440"/>
                </a:lnTo>
                <a:lnTo>
                  <a:pt x="849295" y="294673"/>
                </a:lnTo>
                <a:lnTo>
                  <a:pt x="848901" y="293920"/>
                </a:lnTo>
                <a:lnTo>
                  <a:pt x="848492" y="293181"/>
                </a:lnTo>
                <a:lnTo>
                  <a:pt x="848070" y="292455"/>
                </a:lnTo>
                <a:lnTo>
                  <a:pt x="847633" y="291743"/>
                </a:lnTo>
                <a:lnTo>
                  <a:pt x="847183" y="291046"/>
                </a:lnTo>
                <a:lnTo>
                  <a:pt x="846719" y="290362"/>
                </a:lnTo>
                <a:lnTo>
                  <a:pt x="846241" y="289692"/>
                </a:lnTo>
                <a:lnTo>
                  <a:pt x="845749" y="289036"/>
                </a:lnTo>
                <a:lnTo>
                  <a:pt x="845243" y="288394"/>
                </a:lnTo>
                <a:lnTo>
                  <a:pt x="844724" y="287766"/>
                </a:lnTo>
                <a:lnTo>
                  <a:pt x="844190" y="287152"/>
                </a:lnTo>
                <a:lnTo>
                  <a:pt x="843643" y="286551"/>
                </a:lnTo>
                <a:lnTo>
                  <a:pt x="843081" y="285965"/>
                </a:lnTo>
                <a:lnTo>
                  <a:pt x="842506" y="285392"/>
                </a:lnTo>
                <a:lnTo>
                  <a:pt x="841917" y="284834"/>
                </a:lnTo>
                <a:lnTo>
                  <a:pt x="841313" y="284289"/>
                </a:lnTo>
                <a:lnTo>
                  <a:pt x="840696" y="283758"/>
                </a:lnTo>
                <a:lnTo>
                  <a:pt x="840065" y="283241"/>
                </a:lnTo>
                <a:lnTo>
                  <a:pt x="839421" y="282738"/>
                </a:lnTo>
                <a:lnTo>
                  <a:pt x="838762" y="282249"/>
                </a:lnTo>
                <a:lnTo>
                  <a:pt x="838089" y="281774"/>
                </a:lnTo>
                <a:lnTo>
                  <a:pt x="837403" y="281312"/>
                </a:lnTo>
                <a:lnTo>
                  <a:pt x="836702" y="280865"/>
                </a:lnTo>
                <a:lnTo>
                  <a:pt x="835989" y="280434"/>
                </a:lnTo>
                <a:lnTo>
                  <a:pt x="835263" y="280021"/>
                </a:lnTo>
                <a:lnTo>
                  <a:pt x="834525" y="279626"/>
                </a:lnTo>
                <a:lnTo>
                  <a:pt x="833775" y="279250"/>
                </a:lnTo>
                <a:lnTo>
                  <a:pt x="833012" y="278892"/>
                </a:lnTo>
                <a:lnTo>
                  <a:pt x="832237" y="278553"/>
                </a:lnTo>
                <a:lnTo>
                  <a:pt x="831451" y="278231"/>
                </a:lnTo>
                <a:lnTo>
                  <a:pt x="830651" y="277929"/>
                </a:lnTo>
                <a:lnTo>
                  <a:pt x="829840" y="277644"/>
                </a:lnTo>
                <a:lnTo>
                  <a:pt x="829016" y="277378"/>
                </a:lnTo>
                <a:lnTo>
                  <a:pt x="828180" y="277130"/>
                </a:lnTo>
                <a:lnTo>
                  <a:pt x="827332" y="276901"/>
                </a:lnTo>
                <a:lnTo>
                  <a:pt x="826472" y="276690"/>
                </a:lnTo>
                <a:lnTo>
                  <a:pt x="825599" y="276497"/>
                </a:lnTo>
                <a:lnTo>
                  <a:pt x="824715" y="276323"/>
                </a:lnTo>
                <a:lnTo>
                  <a:pt x="823818" y="276167"/>
                </a:lnTo>
                <a:lnTo>
                  <a:pt x="822908" y="276029"/>
                </a:lnTo>
                <a:lnTo>
                  <a:pt x="821987" y="275910"/>
                </a:lnTo>
                <a:lnTo>
                  <a:pt x="821053" y="275809"/>
                </a:lnTo>
                <a:lnTo>
                  <a:pt x="820107" y="275726"/>
                </a:lnTo>
                <a:lnTo>
                  <a:pt x="819149" y="275662"/>
                </a:lnTo>
                <a:lnTo>
                  <a:pt x="818178" y="275616"/>
                </a:lnTo>
                <a:lnTo>
                  <a:pt x="817196" y="275589"/>
                </a:lnTo>
                <a:lnTo>
                  <a:pt x="816201" y="275579"/>
                </a:lnTo>
                <a:lnTo>
                  <a:pt x="815232" y="275589"/>
                </a:lnTo>
                <a:lnTo>
                  <a:pt x="814274" y="275616"/>
                </a:lnTo>
                <a:lnTo>
                  <a:pt x="813328" y="275662"/>
                </a:lnTo>
                <a:lnTo>
                  <a:pt x="812392" y="275726"/>
                </a:lnTo>
                <a:lnTo>
                  <a:pt x="811468" y="275809"/>
                </a:lnTo>
                <a:lnTo>
                  <a:pt x="810555" y="275910"/>
                </a:lnTo>
                <a:lnTo>
                  <a:pt x="809653" y="276029"/>
                </a:lnTo>
                <a:lnTo>
                  <a:pt x="808762" y="276167"/>
                </a:lnTo>
                <a:lnTo>
                  <a:pt x="807882" y="276323"/>
                </a:lnTo>
                <a:lnTo>
                  <a:pt x="807013" y="276497"/>
                </a:lnTo>
                <a:lnTo>
                  <a:pt x="806156" y="276690"/>
                </a:lnTo>
                <a:lnTo>
                  <a:pt x="805309" y="276901"/>
                </a:lnTo>
                <a:lnTo>
                  <a:pt x="804474" y="277130"/>
                </a:lnTo>
                <a:lnTo>
                  <a:pt x="803650" y="277378"/>
                </a:lnTo>
                <a:lnTo>
                  <a:pt x="802836" y="277644"/>
                </a:lnTo>
                <a:lnTo>
                  <a:pt x="802035" y="277929"/>
                </a:lnTo>
                <a:lnTo>
                  <a:pt x="801244" y="278231"/>
                </a:lnTo>
                <a:lnTo>
                  <a:pt x="800464" y="278553"/>
                </a:lnTo>
                <a:lnTo>
                  <a:pt x="799695" y="278892"/>
                </a:lnTo>
                <a:lnTo>
                  <a:pt x="798938" y="279250"/>
                </a:lnTo>
                <a:lnTo>
                  <a:pt x="798192" y="279626"/>
                </a:lnTo>
                <a:lnTo>
                  <a:pt x="797456" y="280021"/>
                </a:lnTo>
                <a:lnTo>
                  <a:pt x="796732" y="280434"/>
                </a:lnTo>
                <a:lnTo>
                  <a:pt x="796019" y="280865"/>
                </a:lnTo>
                <a:lnTo>
                  <a:pt x="795319" y="281299"/>
                </a:lnTo>
                <a:lnTo>
                  <a:pt x="794632" y="281748"/>
                </a:lnTo>
                <a:lnTo>
                  <a:pt x="793960" y="282211"/>
                </a:lnTo>
                <a:lnTo>
                  <a:pt x="793301" y="282689"/>
                </a:lnTo>
                <a:lnTo>
                  <a:pt x="792656" y="283181"/>
                </a:lnTo>
                <a:lnTo>
                  <a:pt x="792025" y="283688"/>
                </a:lnTo>
                <a:lnTo>
                  <a:pt x="791408" y="284209"/>
                </a:lnTo>
                <a:lnTo>
                  <a:pt x="790805" y="284745"/>
                </a:lnTo>
                <a:lnTo>
                  <a:pt x="790216" y="285295"/>
                </a:lnTo>
                <a:lnTo>
                  <a:pt x="789640" y="285859"/>
                </a:lnTo>
                <a:lnTo>
                  <a:pt x="789079" y="286438"/>
                </a:lnTo>
                <a:lnTo>
                  <a:pt x="788531" y="287032"/>
                </a:lnTo>
                <a:lnTo>
                  <a:pt x="787998" y="287639"/>
                </a:lnTo>
                <a:lnTo>
                  <a:pt x="787478" y="288262"/>
                </a:lnTo>
                <a:lnTo>
                  <a:pt x="786972" y="288898"/>
                </a:lnTo>
                <a:lnTo>
                  <a:pt x="786480" y="289550"/>
                </a:lnTo>
                <a:lnTo>
                  <a:pt x="786002" y="290215"/>
                </a:lnTo>
                <a:lnTo>
                  <a:pt x="785538" y="290896"/>
                </a:lnTo>
                <a:lnTo>
                  <a:pt x="785088" y="291590"/>
                </a:lnTo>
                <a:lnTo>
                  <a:pt x="784652" y="292299"/>
                </a:lnTo>
                <a:lnTo>
                  <a:pt x="784229" y="293023"/>
                </a:lnTo>
                <a:lnTo>
                  <a:pt x="783821" y="293761"/>
                </a:lnTo>
                <a:lnTo>
                  <a:pt x="783426" y="294513"/>
                </a:lnTo>
                <a:lnTo>
                  <a:pt x="783046" y="295280"/>
                </a:lnTo>
                <a:lnTo>
                  <a:pt x="782680" y="296059"/>
                </a:lnTo>
                <a:lnTo>
                  <a:pt x="782329" y="296849"/>
                </a:lnTo>
                <a:lnTo>
                  <a:pt x="781995" y="297648"/>
                </a:lnTo>
                <a:lnTo>
                  <a:pt x="781675" y="298457"/>
                </a:lnTo>
                <a:lnTo>
                  <a:pt x="781372" y="299276"/>
                </a:lnTo>
                <a:lnTo>
                  <a:pt x="781084" y="300105"/>
                </a:lnTo>
                <a:lnTo>
                  <a:pt x="780811" y="300945"/>
                </a:lnTo>
                <a:lnTo>
                  <a:pt x="780554" y="301794"/>
                </a:lnTo>
                <a:lnTo>
                  <a:pt x="780313" y="302653"/>
                </a:lnTo>
                <a:lnTo>
                  <a:pt x="780087" y="303522"/>
                </a:lnTo>
                <a:lnTo>
                  <a:pt x="779877" y="304401"/>
                </a:lnTo>
                <a:lnTo>
                  <a:pt x="779682" y="305291"/>
                </a:lnTo>
                <a:lnTo>
                  <a:pt x="779503" y="306190"/>
                </a:lnTo>
                <a:lnTo>
                  <a:pt x="779339" y="307099"/>
                </a:lnTo>
                <a:lnTo>
                  <a:pt x="779192" y="308019"/>
                </a:lnTo>
                <a:lnTo>
                  <a:pt x="779059" y="308948"/>
                </a:lnTo>
                <a:lnTo>
                  <a:pt x="778942" y="309887"/>
                </a:lnTo>
                <a:lnTo>
                  <a:pt x="778841" y="310837"/>
                </a:lnTo>
                <a:lnTo>
                  <a:pt x="778756" y="311796"/>
                </a:lnTo>
                <a:lnTo>
                  <a:pt x="778685" y="312765"/>
                </a:lnTo>
                <a:lnTo>
                  <a:pt x="778631" y="313745"/>
                </a:lnTo>
                <a:lnTo>
                  <a:pt x="778592" y="314734"/>
                </a:lnTo>
                <a:lnTo>
                  <a:pt x="778569" y="315733"/>
                </a:lnTo>
                <a:lnTo>
                  <a:pt x="778561" y="316743"/>
                </a:lnTo>
                <a:lnTo>
                  <a:pt x="778561" y="319466"/>
                </a:lnTo>
                <a:lnTo>
                  <a:pt x="778569" y="320449"/>
                </a:lnTo>
                <a:lnTo>
                  <a:pt x="778592" y="321424"/>
                </a:lnTo>
                <a:lnTo>
                  <a:pt x="778631" y="322391"/>
                </a:lnTo>
                <a:lnTo>
                  <a:pt x="778685" y="323350"/>
                </a:lnTo>
                <a:lnTo>
                  <a:pt x="778756" y="324300"/>
                </a:lnTo>
                <a:lnTo>
                  <a:pt x="778841" y="325242"/>
                </a:lnTo>
                <a:lnTo>
                  <a:pt x="778942" y="326175"/>
                </a:lnTo>
                <a:lnTo>
                  <a:pt x="779059" y="327100"/>
                </a:lnTo>
                <a:lnTo>
                  <a:pt x="779192" y="328017"/>
                </a:lnTo>
                <a:lnTo>
                  <a:pt x="779339" y="328926"/>
                </a:lnTo>
                <a:lnTo>
                  <a:pt x="779503" y="329826"/>
                </a:lnTo>
                <a:lnTo>
                  <a:pt x="779682" y="330718"/>
                </a:lnTo>
                <a:lnTo>
                  <a:pt x="779877" y="331601"/>
                </a:lnTo>
                <a:lnTo>
                  <a:pt x="780087" y="332476"/>
                </a:lnTo>
                <a:lnTo>
                  <a:pt x="780313" y="333343"/>
                </a:lnTo>
                <a:lnTo>
                  <a:pt x="780554" y="334201"/>
                </a:lnTo>
                <a:lnTo>
                  <a:pt x="780811" y="335051"/>
                </a:lnTo>
                <a:lnTo>
                  <a:pt x="781084" y="335893"/>
                </a:lnTo>
                <a:lnTo>
                  <a:pt x="781372" y="336726"/>
                </a:lnTo>
                <a:lnTo>
                  <a:pt x="781675" y="337551"/>
                </a:lnTo>
                <a:lnTo>
                  <a:pt x="781995" y="338368"/>
                </a:lnTo>
                <a:lnTo>
                  <a:pt x="782329" y="339177"/>
                </a:lnTo>
                <a:lnTo>
                  <a:pt x="782680" y="339977"/>
                </a:lnTo>
                <a:lnTo>
                  <a:pt x="783046" y="340768"/>
                </a:lnTo>
                <a:lnTo>
                  <a:pt x="783426" y="341535"/>
                </a:lnTo>
                <a:lnTo>
                  <a:pt x="783821" y="342289"/>
                </a:lnTo>
                <a:lnTo>
                  <a:pt x="784229" y="343028"/>
                </a:lnTo>
                <a:lnTo>
                  <a:pt x="784652" y="343754"/>
                </a:lnTo>
                <a:lnTo>
                  <a:pt x="785088" y="344465"/>
                </a:lnTo>
                <a:lnTo>
                  <a:pt x="785538" y="345163"/>
                </a:lnTo>
                <a:lnTo>
                  <a:pt x="786002" y="345847"/>
                </a:lnTo>
                <a:lnTo>
                  <a:pt x="786480" y="346516"/>
                </a:lnTo>
                <a:lnTo>
                  <a:pt x="786972" y="347172"/>
                </a:lnTo>
                <a:lnTo>
                  <a:pt x="787478" y="347814"/>
                </a:lnTo>
                <a:lnTo>
                  <a:pt x="787998" y="348443"/>
                </a:lnTo>
                <a:lnTo>
                  <a:pt x="788531" y="349057"/>
                </a:lnTo>
                <a:lnTo>
                  <a:pt x="789079" y="349657"/>
                </a:lnTo>
                <a:lnTo>
                  <a:pt x="789640" y="350244"/>
                </a:lnTo>
                <a:lnTo>
                  <a:pt x="790216" y="350816"/>
                </a:lnTo>
                <a:lnTo>
                  <a:pt x="790805" y="351375"/>
                </a:lnTo>
                <a:lnTo>
                  <a:pt x="791408" y="351920"/>
                </a:lnTo>
                <a:lnTo>
                  <a:pt x="792025" y="352451"/>
                </a:lnTo>
                <a:lnTo>
                  <a:pt x="792656" y="352967"/>
                </a:lnTo>
                <a:lnTo>
                  <a:pt x="793301" y="353470"/>
                </a:lnTo>
                <a:lnTo>
                  <a:pt x="793960" y="353960"/>
                </a:lnTo>
                <a:lnTo>
                  <a:pt x="794632" y="354435"/>
                </a:lnTo>
                <a:lnTo>
                  <a:pt x="795319" y="354896"/>
                </a:lnTo>
                <a:lnTo>
                  <a:pt x="796019" y="355344"/>
                </a:lnTo>
                <a:lnTo>
                  <a:pt x="796733" y="355775"/>
                </a:lnTo>
                <a:lnTo>
                  <a:pt x="797457" y="356188"/>
                </a:lnTo>
                <a:lnTo>
                  <a:pt x="798194" y="356582"/>
                </a:lnTo>
                <a:lnTo>
                  <a:pt x="798942" y="356959"/>
                </a:lnTo>
                <a:lnTo>
                  <a:pt x="799702" y="357316"/>
                </a:lnTo>
                <a:lnTo>
                  <a:pt x="800474" y="357656"/>
                </a:lnTo>
                <a:lnTo>
                  <a:pt x="801257" y="357977"/>
                </a:lnTo>
                <a:lnTo>
                  <a:pt x="802052" y="358280"/>
                </a:lnTo>
                <a:lnTo>
                  <a:pt x="802859" y="358564"/>
                </a:lnTo>
                <a:lnTo>
                  <a:pt x="803677" y="358831"/>
                </a:lnTo>
                <a:lnTo>
                  <a:pt x="804507" y="359078"/>
                </a:lnTo>
                <a:lnTo>
                  <a:pt x="805349" y="359308"/>
                </a:lnTo>
                <a:lnTo>
                  <a:pt x="806203" y="359519"/>
                </a:lnTo>
                <a:lnTo>
                  <a:pt x="807068" y="359711"/>
                </a:lnTo>
                <a:lnTo>
                  <a:pt x="807944" y="359886"/>
                </a:lnTo>
                <a:lnTo>
                  <a:pt x="808833" y="360042"/>
                </a:lnTo>
                <a:lnTo>
                  <a:pt x="809733" y="360179"/>
                </a:lnTo>
                <a:lnTo>
                  <a:pt x="810645" y="360299"/>
                </a:lnTo>
                <a:lnTo>
                  <a:pt x="811568" y="360400"/>
                </a:lnTo>
                <a:lnTo>
                  <a:pt x="812503" y="360482"/>
                </a:lnTo>
                <a:lnTo>
                  <a:pt x="813450" y="360547"/>
                </a:lnTo>
                <a:lnTo>
                  <a:pt x="814409" y="360592"/>
                </a:lnTo>
                <a:lnTo>
                  <a:pt x="815379" y="360620"/>
                </a:lnTo>
                <a:lnTo>
                  <a:pt x="816361" y="360629"/>
                </a:lnTo>
                <a:lnTo>
                  <a:pt x="817343" y="360620"/>
                </a:lnTo>
                <a:lnTo>
                  <a:pt x="818313" y="360594"/>
                </a:lnTo>
                <a:lnTo>
                  <a:pt x="819271" y="360549"/>
                </a:lnTo>
                <a:lnTo>
                  <a:pt x="820218" y="360487"/>
                </a:lnTo>
                <a:lnTo>
                  <a:pt x="821153" y="360407"/>
                </a:lnTo>
                <a:lnTo>
                  <a:pt x="822077" y="360309"/>
                </a:lnTo>
                <a:lnTo>
                  <a:pt x="822989" y="360193"/>
                </a:lnTo>
                <a:close/>
                <a:moveTo>
                  <a:pt x="811294" y="348685"/>
                </a:moveTo>
                <a:lnTo>
                  <a:pt x="810612" y="348510"/>
                </a:lnTo>
                <a:lnTo>
                  <a:pt x="809942" y="348311"/>
                </a:lnTo>
                <a:lnTo>
                  <a:pt x="809281" y="348089"/>
                </a:lnTo>
                <a:lnTo>
                  <a:pt x="808631" y="347844"/>
                </a:lnTo>
                <a:lnTo>
                  <a:pt x="807992" y="347575"/>
                </a:lnTo>
                <a:lnTo>
                  <a:pt x="807363" y="347283"/>
                </a:lnTo>
                <a:lnTo>
                  <a:pt x="806745" y="346968"/>
                </a:lnTo>
                <a:lnTo>
                  <a:pt x="806137" y="346629"/>
                </a:lnTo>
                <a:lnTo>
                  <a:pt x="805540" y="346267"/>
                </a:lnTo>
                <a:lnTo>
                  <a:pt x="804954" y="345882"/>
                </a:lnTo>
                <a:lnTo>
                  <a:pt x="804378" y="345473"/>
                </a:lnTo>
                <a:lnTo>
                  <a:pt x="803813" y="345041"/>
                </a:lnTo>
                <a:lnTo>
                  <a:pt x="803258" y="344586"/>
                </a:lnTo>
                <a:lnTo>
                  <a:pt x="802714" y="344107"/>
                </a:lnTo>
                <a:lnTo>
                  <a:pt x="802180" y="343604"/>
                </a:lnTo>
                <a:lnTo>
                  <a:pt x="801657" y="343079"/>
                </a:lnTo>
                <a:lnTo>
                  <a:pt x="801145" y="342530"/>
                </a:lnTo>
                <a:lnTo>
                  <a:pt x="800661" y="341947"/>
                </a:lnTo>
                <a:lnTo>
                  <a:pt x="800198" y="341345"/>
                </a:lnTo>
                <a:lnTo>
                  <a:pt x="799756" y="340726"/>
                </a:lnTo>
                <a:lnTo>
                  <a:pt x="799334" y="340087"/>
                </a:lnTo>
                <a:lnTo>
                  <a:pt x="798933" y="339431"/>
                </a:lnTo>
                <a:lnTo>
                  <a:pt x="798552" y="338756"/>
                </a:lnTo>
                <a:lnTo>
                  <a:pt x="798192" y="338063"/>
                </a:lnTo>
                <a:lnTo>
                  <a:pt x="797852" y="337351"/>
                </a:lnTo>
                <a:lnTo>
                  <a:pt x="797533" y="336621"/>
                </a:lnTo>
                <a:lnTo>
                  <a:pt x="797235" y="335873"/>
                </a:lnTo>
                <a:lnTo>
                  <a:pt x="796957" y="335106"/>
                </a:lnTo>
                <a:lnTo>
                  <a:pt x="796700" y="334321"/>
                </a:lnTo>
                <a:lnTo>
                  <a:pt x="796463" y="333518"/>
                </a:lnTo>
                <a:lnTo>
                  <a:pt x="796247" y="332696"/>
                </a:lnTo>
                <a:lnTo>
                  <a:pt x="796052" y="331856"/>
                </a:lnTo>
                <a:lnTo>
                  <a:pt x="795877" y="330998"/>
                </a:lnTo>
                <a:lnTo>
                  <a:pt x="795723" y="330121"/>
                </a:lnTo>
                <a:lnTo>
                  <a:pt x="795589" y="329226"/>
                </a:lnTo>
                <a:lnTo>
                  <a:pt x="795476" y="328313"/>
                </a:lnTo>
                <a:lnTo>
                  <a:pt x="795383" y="327381"/>
                </a:lnTo>
                <a:lnTo>
                  <a:pt x="795311" y="326431"/>
                </a:lnTo>
                <a:lnTo>
                  <a:pt x="795260" y="325462"/>
                </a:lnTo>
                <a:lnTo>
                  <a:pt x="795229" y="324475"/>
                </a:lnTo>
                <a:lnTo>
                  <a:pt x="795218" y="323470"/>
                </a:lnTo>
                <a:lnTo>
                  <a:pt x="795218" y="312739"/>
                </a:lnTo>
                <a:lnTo>
                  <a:pt x="795229" y="311734"/>
                </a:lnTo>
                <a:lnTo>
                  <a:pt x="795260" y="310748"/>
                </a:lnTo>
                <a:lnTo>
                  <a:pt x="795311" y="309781"/>
                </a:lnTo>
                <a:lnTo>
                  <a:pt x="795383" y="308832"/>
                </a:lnTo>
                <a:lnTo>
                  <a:pt x="795476" y="307903"/>
                </a:lnTo>
                <a:lnTo>
                  <a:pt x="795589" y="306993"/>
                </a:lnTo>
                <a:lnTo>
                  <a:pt x="795723" y="306101"/>
                </a:lnTo>
                <a:lnTo>
                  <a:pt x="795877" y="305228"/>
                </a:lnTo>
                <a:lnTo>
                  <a:pt x="796052" y="304375"/>
                </a:lnTo>
                <a:lnTo>
                  <a:pt x="796247" y="303540"/>
                </a:lnTo>
                <a:lnTo>
                  <a:pt x="796463" y="302724"/>
                </a:lnTo>
                <a:lnTo>
                  <a:pt x="796700" y="301927"/>
                </a:lnTo>
                <a:lnTo>
                  <a:pt x="796957" y="301149"/>
                </a:lnTo>
                <a:lnTo>
                  <a:pt x="797235" y="300390"/>
                </a:lnTo>
                <a:lnTo>
                  <a:pt x="797533" y="299650"/>
                </a:lnTo>
                <a:lnTo>
                  <a:pt x="797852" y="298929"/>
                </a:lnTo>
                <a:lnTo>
                  <a:pt x="798192" y="298226"/>
                </a:lnTo>
                <a:lnTo>
                  <a:pt x="798552" y="297543"/>
                </a:lnTo>
                <a:lnTo>
                  <a:pt x="798933" y="296878"/>
                </a:lnTo>
                <a:lnTo>
                  <a:pt x="799334" y="296232"/>
                </a:lnTo>
                <a:lnTo>
                  <a:pt x="799756" y="295606"/>
                </a:lnTo>
                <a:lnTo>
                  <a:pt x="800198" y="294998"/>
                </a:lnTo>
                <a:lnTo>
                  <a:pt x="800661" y="294409"/>
                </a:lnTo>
                <a:lnTo>
                  <a:pt x="801145" y="293839"/>
                </a:lnTo>
                <a:lnTo>
                  <a:pt x="801657" y="293277"/>
                </a:lnTo>
                <a:lnTo>
                  <a:pt x="802180" y="292739"/>
                </a:lnTo>
                <a:lnTo>
                  <a:pt x="802714" y="292225"/>
                </a:lnTo>
                <a:lnTo>
                  <a:pt x="803258" y="291734"/>
                </a:lnTo>
                <a:lnTo>
                  <a:pt x="803813" y="291268"/>
                </a:lnTo>
                <a:lnTo>
                  <a:pt x="804378" y="290826"/>
                </a:lnTo>
                <a:lnTo>
                  <a:pt x="804954" y="290407"/>
                </a:lnTo>
                <a:lnTo>
                  <a:pt x="805540" y="290012"/>
                </a:lnTo>
                <a:lnTo>
                  <a:pt x="806137" y="289642"/>
                </a:lnTo>
                <a:lnTo>
                  <a:pt x="806745" y="289295"/>
                </a:lnTo>
                <a:lnTo>
                  <a:pt x="807363" y="288972"/>
                </a:lnTo>
                <a:lnTo>
                  <a:pt x="807992" y="288673"/>
                </a:lnTo>
                <a:lnTo>
                  <a:pt x="808631" y="288398"/>
                </a:lnTo>
                <a:lnTo>
                  <a:pt x="809281" y="288147"/>
                </a:lnTo>
                <a:lnTo>
                  <a:pt x="809942" y="287920"/>
                </a:lnTo>
                <a:lnTo>
                  <a:pt x="810612" y="287717"/>
                </a:lnTo>
                <a:lnTo>
                  <a:pt x="811294" y="287537"/>
                </a:lnTo>
                <a:lnTo>
                  <a:pt x="811986" y="287382"/>
                </a:lnTo>
                <a:lnTo>
                  <a:pt x="812689" y="287250"/>
                </a:lnTo>
                <a:lnTo>
                  <a:pt x="813402" y="287143"/>
                </a:lnTo>
                <a:lnTo>
                  <a:pt x="814126" y="287059"/>
                </a:lnTo>
                <a:lnTo>
                  <a:pt x="814860" y="286999"/>
                </a:lnTo>
                <a:lnTo>
                  <a:pt x="815605" y="286963"/>
                </a:lnTo>
                <a:lnTo>
                  <a:pt x="816361" y="286951"/>
                </a:lnTo>
                <a:lnTo>
                  <a:pt x="817129" y="286963"/>
                </a:lnTo>
                <a:lnTo>
                  <a:pt x="817886" y="286999"/>
                </a:lnTo>
                <a:lnTo>
                  <a:pt x="818631" y="287059"/>
                </a:lnTo>
                <a:lnTo>
                  <a:pt x="819364" y="287143"/>
                </a:lnTo>
                <a:lnTo>
                  <a:pt x="820086" y="287250"/>
                </a:lnTo>
                <a:lnTo>
                  <a:pt x="820795" y="287382"/>
                </a:lnTo>
                <a:lnTo>
                  <a:pt x="821494" y="287537"/>
                </a:lnTo>
                <a:lnTo>
                  <a:pt x="822180" y="287717"/>
                </a:lnTo>
                <a:lnTo>
                  <a:pt x="822855" y="287920"/>
                </a:lnTo>
                <a:lnTo>
                  <a:pt x="823518" y="288147"/>
                </a:lnTo>
                <a:lnTo>
                  <a:pt x="824170" y="288398"/>
                </a:lnTo>
                <a:lnTo>
                  <a:pt x="824810" y="288673"/>
                </a:lnTo>
                <a:lnTo>
                  <a:pt x="825438" y="288972"/>
                </a:lnTo>
                <a:lnTo>
                  <a:pt x="826054" y="289295"/>
                </a:lnTo>
                <a:lnTo>
                  <a:pt x="826659" y="289642"/>
                </a:lnTo>
                <a:lnTo>
                  <a:pt x="827252" y="290012"/>
                </a:lnTo>
                <a:lnTo>
                  <a:pt x="827834" y="290407"/>
                </a:lnTo>
                <a:lnTo>
                  <a:pt x="828403" y="290826"/>
                </a:lnTo>
                <a:lnTo>
                  <a:pt x="828962" y="291268"/>
                </a:lnTo>
                <a:lnTo>
                  <a:pt x="829508" y="291734"/>
                </a:lnTo>
                <a:lnTo>
                  <a:pt x="830043" y="292225"/>
                </a:lnTo>
                <a:lnTo>
                  <a:pt x="830566" y="292739"/>
                </a:lnTo>
                <a:lnTo>
                  <a:pt x="831077" y="293277"/>
                </a:lnTo>
                <a:lnTo>
                  <a:pt x="831577" y="293839"/>
                </a:lnTo>
                <a:lnTo>
                  <a:pt x="832060" y="294409"/>
                </a:lnTo>
                <a:lnTo>
                  <a:pt x="832523" y="294998"/>
                </a:lnTo>
                <a:lnTo>
                  <a:pt x="832966" y="295606"/>
                </a:lnTo>
                <a:lnTo>
                  <a:pt x="833388" y="296232"/>
                </a:lnTo>
                <a:lnTo>
                  <a:pt x="833789" y="296878"/>
                </a:lnTo>
                <a:lnTo>
                  <a:pt x="834170" y="297543"/>
                </a:lnTo>
                <a:lnTo>
                  <a:pt x="834530" y="298226"/>
                </a:lnTo>
                <a:lnTo>
                  <a:pt x="834869" y="298929"/>
                </a:lnTo>
                <a:lnTo>
                  <a:pt x="835188" y="299650"/>
                </a:lnTo>
                <a:lnTo>
                  <a:pt x="835486" y="300390"/>
                </a:lnTo>
                <a:lnTo>
                  <a:pt x="835764" y="301149"/>
                </a:lnTo>
                <a:lnTo>
                  <a:pt x="836021" y="301927"/>
                </a:lnTo>
                <a:lnTo>
                  <a:pt x="836258" y="302724"/>
                </a:lnTo>
                <a:lnTo>
                  <a:pt x="836474" y="303540"/>
                </a:lnTo>
                <a:lnTo>
                  <a:pt x="836670" y="304375"/>
                </a:lnTo>
                <a:lnTo>
                  <a:pt x="836845" y="305228"/>
                </a:lnTo>
                <a:lnTo>
                  <a:pt x="836999" y="306101"/>
                </a:lnTo>
                <a:lnTo>
                  <a:pt x="837133" y="306993"/>
                </a:lnTo>
                <a:lnTo>
                  <a:pt x="837246" y="307903"/>
                </a:lnTo>
                <a:lnTo>
                  <a:pt x="837338" y="308832"/>
                </a:lnTo>
                <a:lnTo>
                  <a:pt x="837410" y="309781"/>
                </a:lnTo>
                <a:lnTo>
                  <a:pt x="837462" y="310748"/>
                </a:lnTo>
                <a:lnTo>
                  <a:pt x="837493" y="311734"/>
                </a:lnTo>
                <a:lnTo>
                  <a:pt x="837503" y="312739"/>
                </a:lnTo>
                <a:lnTo>
                  <a:pt x="837503" y="323470"/>
                </a:lnTo>
                <a:lnTo>
                  <a:pt x="837493" y="324475"/>
                </a:lnTo>
                <a:lnTo>
                  <a:pt x="837462" y="325462"/>
                </a:lnTo>
                <a:lnTo>
                  <a:pt x="837410" y="326431"/>
                </a:lnTo>
                <a:lnTo>
                  <a:pt x="837338" y="327381"/>
                </a:lnTo>
                <a:lnTo>
                  <a:pt x="837246" y="328313"/>
                </a:lnTo>
                <a:lnTo>
                  <a:pt x="837133" y="329226"/>
                </a:lnTo>
                <a:lnTo>
                  <a:pt x="836999" y="330121"/>
                </a:lnTo>
                <a:lnTo>
                  <a:pt x="836845" y="330998"/>
                </a:lnTo>
                <a:lnTo>
                  <a:pt x="836670" y="331856"/>
                </a:lnTo>
                <a:lnTo>
                  <a:pt x="836474" y="332696"/>
                </a:lnTo>
                <a:lnTo>
                  <a:pt x="836258" y="333518"/>
                </a:lnTo>
                <a:lnTo>
                  <a:pt x="836021" y="334321"/>
                </a:lnTo>
                <a:lnTo>
                  <a:pt x="835764" y="335106"/>
                </a:lnTo>
                <a:lnTo>
                  <a:pt x="835486" y="335873"/>
                </a:lnTo>
                <a:lnTo>
                  <a:pt x="835188" y="336621"/>
                </a:lnTo>
                <a:lnTo>
                  <a:pt x="834869" y="337351"/>
                </a:lnTo>
                <a:lnTo>
                  <a:pt x="834530" y="338063"/>
                </a:lnTo>
                <a:lnTo>
                  <a:pt x="834170" y="338756"/>
                </a:lnTo>
                <a:lnTo>
                  <a:pt x="833789" y="339431"/>
                </a:lnTo>
                <a:lnTo>
                  <a:pt x="833388" y="340087"/>
                </a:lnTo>
                <a:lnTo>
                  <a:pt x="832966" y="340726"/>
                </a:lnTo>
                <a:lnTo>
                  <a:pt x="832523" y="341345"/>
                </a:lnTo>
                <a:lnTo>
                  <a:pt x="832060" y="341947"/>
                </a:lnTo>
                <a:lnTo>
                  <a:pt x="831577" y="342530"/>
                </a:lnTo>
                <a:lnTo>
                  <a:pt x="831077" y="343079"/>
                </a:lnTo>
                <a:lnTo>
                  <a:pt x="830566" y="343604"/>
                </a:lnTo>
                <a:lnTo>
                  <a:pt x="830043" y="344107"/>
                </a:lnTo>
                <a:lnTo>
                  <a:pt x="829508" y="344586"/>
                </a:lnTo>
                <a:lnTo>
                  <a:pt x="828962" y="345041"/>
                </a:lnTo>
                <a:lnTo>
                  <a:pt x="828403" y="345473"/>
                </a:lnTo>
                <a:lnTo>
                  <a:pt x="827834" y="345882"/>
                </a:lnTo>
                <a:lnTo>
                  <a:pt x="827252" y="346267"/>
                </a:lnTo>
                <a:lnTo>
                  <a:pt x="826659" y="346629"/>
                </a:lnTo>
                <a:lnTo>
                  <a:pt x="826054" y="346968"/>
                </a:lnTo>
                <a:lnTo>
                  <a:pt x="825438" y="347283"/>
                </a:lnTo>
                <a:lnTo>
                  <a:pt x="824810" y="347575"/>
                </a:lnTo>
                <a:lnTo>
                  <a:pt x="824170" y="347844"/>
                </a:lnTo>
                <a:lnTo>
                  <a:pt x="823518" y="348089"/>
                </a:lnTo>
                <a:lnTo>
                  <a:pt x="822855" y="348311"/>
                </a:lnTo>
                <a:lnTo>
                  <a:pt x="822180" y="348510"/>
                </a:lnTo>
                <a:lnTo>
                  <a:pt x="821494" y="348685"/>
                </a:lnTo>
                <a:lnTo>
                  <a:pt x="820795" y="348837"/>
                </a:lnTo>
                <a:lnTo>
                  <a:pt x="820086" y="348965"/>
                </a:lnTo>
                <a:lnTo>
                  <a:pt x="819364" y="349070"/>
                </a:lnTo>
                <a:lnTo>
                  <a:pt x="818631" y="349152"/>
                </a:lnTo>
                <a:lnTo>
                  <a:pt x="817886" y="349210"/>
                </a:lnTo>
                <a:lnTo>
                  <a:pt x="817129" y="349245"/>
                </a:lnTo>
                <a:lnTo>
                  <a:pt x="816361" y="349257"/>
                </a:lnTo>
                <a:lnTo>
                  <a:pt x="815605" y="349245"/>
                </a:lnTo>
                <a:lnTo>
                  <a:pt x="814860" y="349210"/>
                </a:lnTo>
                <a:lnTo>
                  <a:pt x="814126" y="349152"/>
                </a:lnTo>
                <a:lnTo>
                  <a:pt x="813402" y="349070"/>
                </a:lnTo>
                <a:lnTo>
                  <a:pt x="812689" y="348965"/>
                </a:lnTo>
                <a:lnTo>
                  <a:pt x="811986" y="348837"/>
                </a:lnTo>
                <a:lnTo>
                  <a:pt x="811294" y="348685"/>
                </a:lnTo>
                <a:close/>
                <a:moveTo>
                  <a:pt x="1301890" y="360389"/>
                </a:moveTo>
                <a:lnTo>
                  <a:pt x="1302742" y="360302"/>
                </a:lnTo>
                <a:lnTo>
                  <a:pt x="1303584" y="360202"/>
                </a:lnTo>
                <a:lnTo>
                  <a:pt x="1304415" y="360089"/>
                </a:lnTo>
                <a:lnTo>
                  <a:pt x="1305236" y="359962"/>
                </a:lnTo>
                <a:lnTo>
                  <a:pt x="1306046" y="359822"/>
                </a:lnTo>
                <a:lnTo>
                  <a:pt x="1306845" y="359668"/>
                </a:lnTo>
                <a:lnTo>
                  <a:pt x="1307634" y="359501"/>
                </a:lnTo>
                <a:lnTo>
                  <a:pt x="1308413" y="359321"/>
                </a:lnTo>
                <a:lnTo>
                  <a:pt x="1309180" y="359128"/>
                </a:lnTo>
                <a:lnTo>
                  <a:pt x="1309938" y="358921"/>
                </a:lnTo>
                <a:lnTo>
                  <a:pt x="1310684" y="358700"/>
                </a:lnTo>
                <a:lnTo>
                  <a:pt x="1311420" y="358467"/>
                </a:lnTo>
                <a:lnTo>
                  <a:pt x="1312146" y="358220"/>
                </a:lnTo>
                <a:lnTo>
                  <a:pt x="1312861" y="357960"/>
                </a:lnTo>
                <a:lnTo>
                  <a:pt x="1313565" y="357686"/>
                </a:lnTo>
                <a:lnTo>
                  <a:pt x="1314259" y="357399"/>
                </a:lnTo>
                <a:lnTo>
                  <a:pt x="1314942" y="357099"/>
                </a:lnTo>
                <a:lnTo>
                  <a:pt x="1315615" y="356785"/>
                </a:lnTo>
                <a:lnTo>
                  <a:pt x="1316289" y="356459"/>
                </a:lnTo>
                <a:lnTo>
                  <a:pt x="1316951" y="356122"/>
                </a:lnTo>
                <a:lnTo>
                  <a:pt x="1317599" y="355774"/>
                </a:lnTo>
                <a:lnTo>
                  <a:pt x="1318235" y="355415"/>
                </a:lnTo>
                <a:lnTo>
                  <a:pt x="1318858" y="355044"/>
                </a:lnTo>
                <a:lnTo>
                  <a:pt x="1319469" y="354663"/>
                </a:lnTo>
                <a:lnTo>
                  <a:pt x="1320066" y="354270"/>
                </a:lnTo>
                <a:lnTo>
                  <a:pt x="1320651" y="353866"/>
                </a:lnTo>
                <a:lnTo>
                  <a:pt x="1321223" y="353452"/>
                </a:lnTo>
                <a:lnTo>
                  <a:pt x="1321782" y="353026"/>
                </a:lnTo>
                <a:lnTo>
                  <a:pt x="1322329" y="352588"/>
                </a:lnTo>
                <a:lnTo>
                  <a:pt x="1322862" y="352140"/>
                </a:lnTo>
                <a:lnTo>
                  <a:pt x="1323383" y="351681"/>
                </a:lnTo>
                <a:lnTo>
                  <a:pt x="1323891" y="351210"/>
                </a:lnTo>
                <a:lnTo>
                  <a:pt x="1324386" y="350729"/>
                </a:lnTo>
                <a:lnTo>
                  <a:pt x="1324869" y="350236"/>
                </a:lnTo>
                <a:lnTo>
                  <a:pt x="1325339" y="349732"/>
                </a:lnTo>
                <a:lnTo>
                  <a:pt x="1325795" y="349217"/>
                </a:lnTo>
                <a:lnTo>
                  <a:pt x="1326239" y="348691"/>
                </a:lnTo>
                <a:lnTo>
                  <a:pt x="1326671" y="348154"/>
                </a:lnTo>
                <a:lnTo>
                  <a:pt x="1327089" y="347605"/>
                </a:lnTo>
                <a:lnTo>
                  <a:pt x="1327495" y="347046"/>
                </a:lnTo>
                <a:lnTo>
                  <a:pt x="1327888" y="346475"/>
                </a:lnTo>
                <a:lnTo>
                  <a:pt x="1328268" y="345894"/>
                </a:lnTo>
                <a:lnTo>
                  <a:pt x="1328647" y="345289"/>
                </a:lnTo>
                <a:lnTo>
                  <a:pt x="1329010" y="344675"/>
                </a:lnTo>
                <a:lnTo>
                  <a:pt x="1329357" y="344052"/>
                </a:lnTo>
                <a:lnTo>
                  <a:pt x="1329687" y="343420"/>
                </a:lnTo>
                <a:lnTo>
                  <a:pt x="1330002" y="342779"/>
                </a:lnTo>
                <a:lnTo>
                  <a:pt x="1330300" y="342130"/>
                </a:lnTo>
                <a:lnTo>
                  <a:pt x="1330582" y="341471"/>
                </a:lnTo>
                <a:lnTo>
                  <a:pt x="1330849" y="340804"/>
                </a:lnTo>
                <a:lnTo>
                  <a:pt x="1331098" y="340128"/>
                </a:lnTo>
                <a:lnTo>
                  <a:pt x="1331332" y="339442"/>
                </a:lnTo>
                <a:lnTo>
                  <a:pt x="1331550" y="338748"/>
                </a:lnTo>
                <a:lnTo>
                  <a:pt x="1331752" y="338045"/>
                </a:lnTo>
                <a:lnTo>
                  <a:pt x="1331937" y="337333"/>
                </a:lnTo>
                <a:lnTo>
                  <a:pt x="1332106" y="336613"/>
                </a:lnTo>
                <a:lnTo>
                  <a:pt x="1332260" y="335883"/>
                </a:lnTo>
                <a:lnTo>
                  <a:pt x="1332397" y="335144"/>
                </a:lnTo>
                <a:lnTo>
                  <a:pt x="1332518" y="334397"/>
                </a:lnTo>
                <a:lnTo>
                  <a:pt x="1332623" y="333641"/>
                </a:lnTo>
                <a:lnTo>
                  <a:pt x="1332711" y="332875"/>
                </a:lnTo>
                <a:lnTo>
                  <a:pt x="1332784" y="332101"/>
                </a:lnTo>
                <a:lnTo>
                  <a:pt x="1332840" y="331318"/>
                </a:lnTo>
                <a:lnTo>
                  <a:pt x="1332881" y="330526"/>
                </a:lnTo>
                <a:lnTo>
                  <a:pt x="1332905" y="329725"/>
                </a:lnTo>
                <a:lnTo>
                  <a:pt x="1332913" y="328916"/>
                </a:lnTo>
                <a:lnTo>
                  <a:pt x="1317857" y="328916"/>
                </a:lnTo>
                <a:lnTo>
                  <a:pt x="1317848" y="329774"/>
                </a:lnTo>
                <a:lnTo>
                  <a:pt x="1317819" y="330613"/>
                </a:lnTo>
                <a:lnTo>
                  <a:pt x="1317772" y="331433"/>
                </a:lnTo>
                <a:lnTo>
                  <a:pt x="1317706" y="332235"/>
                </a:lnTo>
                <a:lnTo>
                  <a:pt x="1317621" y="333017"/>
                </a:lnTo>
                <a:lnTo>
                  <a:pt x="1317517" y="333781"/>
                </a:lnTo>
                <a:lnTo>
                  <a:pt x="1317394" y="334525"/>
                </a:lnTo>
                <a:lnTo>
                  <a:pt x="1317252" y="335251"/>
                </a:lnTo>
                <a:lnTo>
                  <a:pt x="1317091" y="335958"/>
                </a:lnTo>
                <a:lnTo>
                  <a:pt x="1316912" y="336646"/>
                </a:lnTo>
                <a:lnTo>
                  <a:pt x="1316713" y="337315"/>
                </a:lnTo>
                <a:lnTo>
                  <a:pt x="1316496" y="337965"/>
                </a:lnTo>
                <a:lnTo>
                  <a:pt x="1316259" y="338596"/>
                </a:lnTo>
                <a:lnTo>
                  <a:pt x="1316004" y="339209"/>
                </a:lnTo>
                <a:lnTo>
                  <a:pt x="1315730" y="339802"/>
                </a:lnTo>
                <a:lnTo>
                  <a:pt x="1315437" y="340377"/>
                </a:lnTo>
                <a:lnTo>
                  <a:pt x="1315125" y="340932"/>
                </a:lnTo>
                <a:lnTo>
                  <a:pt x="1314794" y="341469"/>
                </a:lnTo>
                <a:lnTo>
                  <a:pt x="1314444" y="341987"/>
                </a:lnTo>
                <a:lnTo>
                  <a:pt x="1314075" y="342486"/>
                </a:lnTo>
                <a:lnTo>
                  <a:pt x="1313688" y="342966"/>
                </a:lnTo>
                <a:lnTo>
                  <a:pt x="1313281" y="343427"/>
                </a:lnTo>
                <a:lnTo>
                  <a:pt x="1312856" y="343869"/>
                </a:lnTo>
                <a:lnTo>
                  <a:pt x="1312411" y="344292"/>
                </a:lnTo>
                <a:lnTo>
                  <a:pt x="1311962" y="344697"/>
                </a:lnTo>
                <a:lnTo>
                  <a:pt x="1311496" y="345085"/>
                </a:lnTo>
                <a:lnTo>
                  <a:pt x="1311012" y="345456"/>
                </a:lnTo>
                <a:lnTo>
                  <a:pt x="1310511" y="345809"/>
                </a:lnTo>
                <a:lnTo>
                  <a:pt x="1309993" y="346145"/>
                </a:lnTo>
                <a:lnTo>
                  <a:pt x="1309458" y="346464"/>
                </a:lnTo>
                <a:lnTo>
                  <a:pt x="1308906" y="346766"/>
                </a:lnTo>
                <a:lnTo>
                  <a:pt x="1308336" y="347050"/>
                </a:lnTo>
                <a:lnTo>
                  <a:pt x="1307749" y="347318"/>
                </a:lnTo>
                <a:lnTo>
                  <a:pt x="1307145" y="347568"/>
                </a:lnTo>
                <a:lnTo>
                  <a:pt x="1306523" y="347800"/>
                </a:lnTo>
                <a:lnTo>
                  <a:pt x="1305884" y="348016"/>
                </a:lnTo>
                <a:lnTo>
                  <a:pt x="1305228" y="348214"/>
                </a:lnTo>
                <a:lnTo>
                  <a:pt x="1304555" y="348395"/>
                </a:lnTo>
                <a:lnTo>
                  <a:pt x="1303865" y="348559"/>
                </a:lnTo>
                <a:lnTo>
                  <a:pt x="1303157" y="348705"/>
                </a:lnTo>
                <a:lnTo>
                  <a:pt x="1302432" y="348835"/>
                </a:lnTo>
                <a:lnTo>
                  <a:pt x="1301690" y="348947"/>
                </a:lnTo>
                <a:lnTo>
                  <a:pt x="1300931" y="349042"/>
                </a:lnTo>
                <a:lnTo>
                  <a:pt x="1300154" y="349119"/>
                </a:lnTo>
                <a:lnTo>
                  <a:pt x="1299360" y="349180"/>
                </a:lnTo>
                <a:lnTo>
                  <a:pt x="1298549" y="349223"/>
                </a:lnTo>
                <a:lnTo>
                  <a:pt x="1297721" y="349249"/>
                </a:lnTo>
                <a:lnTo>
                  <a:pt x="1296875" y="349257"/>
                </a:lnTo>
                <a:lnTo>
                  <a:pt x="1296106" y="349246"/>
                </a:lnTo>
                <a:lnTo>
                  <a:pt x="1295349" y="349212"/>
                </a:lnTo>
                <a:lnTo>
                  <a:pt x="1294603" y="349155"/>
                </a:lnTo>
                <a:lnTo>
                  <a:pt x="1293867" y="349075"/>
                </a:lnTo>
                <a:lnTo>
                  <a:pt x="1293143" y="348972"/>
                </a:lnTo>
                <a:lnTo>
                  <a:pt x="1292430" y="348847"/>
                </a:lnTo>
                <a:lnTo>
                  <a:pt x="1291728" y="348698"/>
                </a:lnTo>
                <a:lnTo>
                  <a:pt x="1291038" y="348527"/>
                </a:lnTo>
                <a:lnTo>
                  <a:pt x="1290358" y="348334"/>
                </a:lnTo>
                <a:lnTo>
                  <a:pt x="1289690" y="348117"/>
                </a:lnTo>
                <a:lnTo>
                  <a:pt x="1289032" y="347878"/>
                </a:lnTo>
                <a:lnTo>
                  <a:pt x="1288386" y="347615"/>
                </a:lnTo>
                <a:lnTo>
                  <a:pt x="1287751" y="347330"/>
                </a:lnTo>
                <a:lnTo>
                  <a:pt x="1287127" y="347023"/>
                </a:lnTo>
                <a:lnTo>
                  <a:pt x="1286514" y="346692"/>
                </a:lnTo>
                <a:lnTo>
                  <a:pt x="1285912" y="346339"/>
                </a:lnTo>
                <a:lnTo>
                  <a:pt x="1285322" y="345962"/>
                </a:lnTo>
                <a:lnTo>
                  <a:pt x="1284742" y="345563"/>
                </a:lnTo>
                <a:lnTo>
                  <a:pt x="1284174" y="345141"/>
                </a:lnTo>
                <a:lnTo>
                  <a:pt x="1283616" y="344697"/>
                </a:lnTo>
                <a:lnTo>
                  <a:pt x="1283070" y="344229"/>
                </a:lnTo>
                <a:lnTo>
                  <a:pt x="1282535" y="343739"/>
                </a:lnTo>
                <a:lnTo>
                  <a:pt x="1282011" y="343226"/>
                </a:lnTo>
                <a:lnTo>
                  <a:pt x="1281499" y="342690"/>
                </a:lnTo>
                <a:lnTo>
                  <a:pt x="1281002" y="342132"/>
                </a:lnTo>
                <a:lnTo>
                  <a:pt x="1280527" y="341553"/>
                </a:lnTo>
                <a:lnTo>
                  <a:pt x="1280072" y="340953"/>
                </a:lnTo>
                <a:lnTo>
                  <a:pt x="1279639" y="340332"/>
                </a:lnTo>
                <a:lnTo>
                  <a:pt x="1279227" y="339690"/>
                </a:lnTo>
                <a:lnTo>
                  <a:pt x="1278836" y="339026"/>
                </a:lnTo>
                <a:lnTo>
                  <a:pt x="1278466" y="338342"/>
                </a:lnTo>
                <a:lnTo>
                  <a:pt x="1278117" y="337636"/>
                </a:lnTo>
                <a:lnTo>
                  <a:pt x="1277790" y="336909"/>
                </a:lnTo>
                <a:lnTo>
                  <a:pt x="1277483" y="336161"/>
                </a:lnTo>
                <a:lnTo>
                  <a:pt x="1277198" y="335392"/>
                </a:lnTo>
                <a:lnTo>
                  <a:pt x="1276934" y="334602"/>
                </a:lnTo>
                <a:lnTo>
                  <a:pt x="1276691" y="333790"/>
                </a:lnTo>
                <a:lnTo>
                  <a:pt x="1276469" y="332958"/>
                </a:lnTo>
                <a:lnTo>
                  <a:pt x="1276268" y="332104"/>
                </a:lnTo>
                <a:lnTo>
                  <a:pt x="1276089" y="331229"/>
                </a:lnTo>
                <a:lnTo>
                  <a:pt x="1275930" y="330333"/>
                </a:lnTo>
                <a:lnTo>
                  <a:pt x="1275793" y="329416"/>
                </a:lnTo>
                <a:lnTo>
                  <a:pt x="1275676" y="328478"/>
                </a:lnTo>
                <a:lnTo>
                  <a:pt x="1275581" y="327519"/>
                </a:lnTo>
                <a:lnTo>
                  <a:pt x="1275507" y="326538"/>
                </a:lnTo>
                <a:lnTo>
                  <a:pt x="1275455" y="325537"/>
                </a:lnTo>
                <a:lnTo>
                  <a:pt x="1275423" y="324514"/>
                </a:lnTo>
                <a:lnTo>
                  <a:pt x="1275412" y="323470"/>
                </a:lnTo>
                <a:lnTo>
                  <a:pt x="1275412" y="320747"/>
                </a:lnTo>
                <a:lnTo>
                  <a:pt x="1332913" y="320747"/>
                </a:lnTo>
                <a:lnTo>
                  <a:pt x="1332913" y="309856"/>
                </a:lnTo>
                <a:lnTo>
                  <a:pt x="1332905" y="309032"/>
                </a:lnTo>
                <a:lnTo>
                  <a:pt x="1332882" y="308216"/>
                </a:lnTo>
                <a:lnTo>
                  <a:pt x="1332843" y="307408"/>
                </a:lnTo>
                <a:lnTo>
                  <a:pt x="1332788" y="306608"/>
                </a:lnTo>
                <a:lnTo>
                  <a:pt x="1332718" y="305815"/>
                </a:lnTo>
                <a:lnTo>
                  <a:pt x="1332633" y="305030"/>
                </a:lnTo>
                <a:lnTo>
                  <a:pt x="1332531" y="304254"/>
                </a:lnTo>
                <a:lnTo>
                  <a:pt x="1332415" y="303484"/>
                </a:lnTo>
                <a:lnTo>
                  <a:pt x="1332282" y="302723"/>
                </a:lnTo>
                <a:lnTo>
                  <a:pt x="1332134" y="301969"/>
                </a:lnTo>
                <a:lnTo>
                  <a:pt x="1331971" y="301224"/>
                </a:lnTo>
                <a:lnTo>
                  <a:pt x="1331792" y="300486"/>
                </a:lnTo>
                <a:lnTo>
                  <a:pt x="1331597" y="299755"/>
                </a:lnTo>
                <a:lnTo>
                  <a:pt x="1331387" y="299033"/>
                </a:lnTo>
                <a:lnTo>
                  <a:pt x="1331161" y="298318"/>
                </a:lnTo>
                <a:lnTo>
                  <a:pt x="1330920" y="297612"/>
                </a:lnTo>
                <a:lnTo>
                  <a:pt x="1330663" y="296912"/>
                </a:lnTo>
                <a:lnTo>
                  <a:pt x="1330390" y="296221"/>
                </a:lnTo>
                <a:lnTo>
                  <a:pt x="1330102" y="295538"/>
                </a:lnTo>
                <a:lnTo>
                  <a:pt x="1329798" y="294862"/>
                </a:lnTo>
                <a:lnTo>
                  <a:pt x="1329479" y="294194"/>
                </a:lnTo>
                <a:lnTo>
                  <a:pt x="1329144" y="293534"/>
                </a:lnTo>
                <a:lnTo>
                  <a:pt x="1328794" y="292882"/>
                </a:lnTo>
                <a:lnTo>
                  <a:pt x="1328428" y="292237"/>
                </a:lnTo>
                <a:lnTo>
                  <a:pt x="1328061" y="291602"/>
                </a:lnTo>
                <a:lnTo>
                  <a:pt x="1327682" y="290978"/>
                </a:lnTo>
                <a:lnTo>
                  <a:pt x="1327289" y="290365"/>
                </a:lnTo>
                <a:lnTo>
                  <a:pt x="1326884" y="289763"/>
                </a:lnTo>
                <a:lnTo>
                  <a:pt x="1326466" y="289173"/>
                </a:lnTo>
                <a:lnTo>
                  <a:pt x="1326036" y="288593"/>
                </a:lnTo>
                <a:lnTo>
                  <a:pt x="1325592" y="288025"/>
                </a:lnTo>
                <a:lnTo>
                  <a:pt x="1325136" y="287468"/>
                </a:lnTo>
                <a:lnTo>
                  <a:pt x="1324667" y="286921"/>
                </a:lnTo>
                <a:lnTo>
                  <a:pt x="1324185" y="286386"/>
                </a:lnTo>
                <a:lnTo>
                  <a:pt x="1323690" y="285863"/>
                </a:lnTo>
                <a:lnTo>
                  <a:pt x="1323183" y="285350"/>
                </a:lnTo>
                <a:lnTo>
                  <a:pt x="1322662" y="284848"/>
                </a:lnTo>
                <a:lnTo>
                  <a:pt x="1322129" y="284358"/>
                </a:lnTo>
                <a:lnTo>
                  <a:pt x="1321583" y="283878"/>
                </a:lnTo>
                <a:lnTo>
                  <a:pt x="1321025" y="283410"/>
                </a:lnTo>
                <a:lnTo>
                  <a:pt x="1320453" y="282953"/>
                </a:lnTo>
                <a:lnTo>
                  <a:pt x="1319869" y="282507"/>
                </a:lnTo>
                <a:lnTo>
                  <a:pt x="1319272" y="282072"/>
                </a:lnTo>
                <a:lnTo>
                  <a:pt x="1318662" y="281648"/>
                </a:lnTo>
                <a:lnTo>
                  <a:pt x="1318040" y="281235"/>
                </a:lnTo>
                <a:lnTo>
                  <a:pt x="1317404" y="280834"/>
                </a:lnTo>
                <a:lnTo>
                  <a:pt x="1316756" y="280443"/>
                </a:lnTo>
                <a:lnTo>
                  <a:pt x="1316095" y="280064"/>
                </a:lnTo>
                <a:lnTo>
                  <a:pt x="1315435" y="279698"/>
                </a:lnTo>
                <a:lnTo>
                  <a:pt x="1314765" y="279348"/>
                </a:lnTo>
                <a:lnTo>
                  <a:pt x="1314083" y="279013"/>
                </a:lnTo>
                <a:lnTo>
                  <a:pt x="1313390" y="278694"/>
                </a:lnTo>
                <a:lnTo>
                  <a:pt x="1312686" y="278390"/>
                </a:lnTo>
                <a:lnTo>
                  <a:pt x="1311971" y="278102"/>
                </a:lnTo>
                <a:lnTo>
                  <a:pt x="1311244" y="277830"/>
                </a:lnTo>
                <a:lnTo>
                  <a:pt x="1310507" y="277573"/>
                </a:lnTo>
                <a:lnTo>
                  <a:pt x="1309758" y="277331"/>
                </a:lnTo>
                <a:lnTo>
                  <a:pt x="1308999" y="277105"/>
                </a:lnTo>
                <a:lnTo>
                  <a:pt x="1308228" y="276895"/>
                </a:lnTo>
                <a:lnTo>
                  <a:pt x="1307446" y="276701"/>
                </a:lnTo>
                <a:lnTo>
                  <a:pt x="1306653" y="276522"/>
                </a:lnTo>
                <a:lnTo>
                  <a:pt x="1305849" y="276358"/>
                </a:lnTo>
                <a:lnTo>
                  <a:pt x="1305033" y="276210"/>
                </a:lnTo>
                <a:lnTo>
                  <a:pt x="1304207" y="276078"/>
                </a:lnTo>
                <a:lnTo>
                  <a:pt x="1303370" y="275961"/>
                </a:lnTo>
                <a:lnTo>
                  <a:pt x="1302521" y="275860"/>
                </a:lnTo>
                <a:lnTo>
                  <a:pt x="1301661" y="275774"/>
                </a:lnTo>
                <a:lnTo>
                  <a:pt x="1300790" y="275704"/>
                </a:lnTo>
                <a:lnTo>
                  <a:pt x="1299908" y="275650"/>
                </a:lnTo>
                <a:lnTo>
                  <a:pt x="1299015" y="275611"/>
                </a:lnTo>
                <a:lnTo>
                  <a:pt x="1298111" y="275587"/>
                </a:lnTo>
                <a:lnTo>
                  <a:pt x="1297195" y="275579"/>
                </a:lnTo>
                <a:lnTo>
                  <a:pt x="1296213" y="275588"/>
                </a:lnTo>
                <a:lnTo>
                  <a:pt x="1295242" y="275615"/>
                </a:lnTo>
                <a:lnTo>
                  <a:pt x="1294282" y="275660"/>
                </a:lnTo>
                <a:lnTo>
                  <a:pt x="1293333" y="275722"/>
                </a:lnTo>
                <a:lnTo>
                  <a:pt x="1292396" y="275802"/>
                </a:lnTo>
                <a:lnTo>
                  <a:pt x="1291469" y="275900"/>
                </a:lnTo>
                <a:lnTo>
                  <a:pt x="1290554" y="276015"/>
                </a:lnTo>
                <a:lnTo>
                  <a:pt x="1289649" y="276149"/>
                </a:lnTo>
                <a:lnTo>
                  <a:pt x="1288756" y="276300"/>
                </a:lnTo>
                <a:lnTo>
                  <a:pt x="1287874" y="276469"/>
                </a:lnTo>
                <a:lnTo>
                  <a:pt x="1287003" y="276656"/>
                </a:lnTo>
                <a:lnTo>
                  <a:pt x="1286144" y="276861"/>
                </a:lnTo>
                <a:lnTo>
                  <a:pt x="1285295" y="277083"/>
                </a:lnTo>
                <a:lnTo>
                  <a:pt x="1284457" y="277324"/>
                </a:lnTo>
                <a:lnTo>
                  <a:pt x="1283631" y="277582"/>
                </a:lnTo>
                <a:lnTo>
                  <a:pt x="1282816" y="277857"/>
                </a:lnTo>
                <a:lnTo>
                  <a:pt x="1282011" y="278151"/>
                </a:lnTo>
                <a:lnTo>
                  <a:pt x="1281218" y="278462"/>
                </a:lnTo>
                <a:lnTo>
                  <a:pt x="1280436" y="278792"/>
                </a:lnTo>
                <a:lnTo>
                  <a:pt x="1279666" y="279139"/>
                </a:lnTo>
                <a:lnTo>
                  <a:pt x="1278906" y="279504"/>
                </a:lnTo>
                <a:lnTo>
                  <a:pt x="1278157" y="279886"/>
                </a:lnTo>
                <a:lnTo>
                  <a:pt x="1277420" y="280287"/>
                </a:lnTo>
                <a:lnTo>
                  <a:pt x="1276694" y="280705"/>
                </a:lnTo>
                <a:lnTo>
                  <a:pt x="1275980" y="281126"/>
                </a:lnTo>
                <a:lnTo>
                  <a:pt x="1275280" y="281561"/>
                </a:lnTo>
                <a:lnTo>
                  <a:pt x="1274594" y="282011"/>
                </a:lnTo>
                <a:lnTo>
                  <a:pt x="1273922" y="282476"/>
                </a:lnTo>
                <a:lnTo>
                  <a:pt x="1273264" y="282954"/>
                </a:lnTo>
                <a:lnTo>
                  <a:pt x="1272619" y="283448"/>
                </a:lnTo>
                <a:lnTo>
                  <a:pt x="1271989" y="283955"/>
                </a:lnTo>
                <a:lnTo>
                  <a:pt x="1271372" y="284478"/>
                </a:lnTo>
                <a:lnTo>
                  <a:pt x="1270770" y="285014"/>
                </a:lnTo>
                <a:lnTo>
                  <a:pt x="1270181" y="285566"/>
                </a:lnTo>
                <a:lnTo>
                  <a:pt x="1269606" y="286131"/>
                </a:lnTo>
                <a:lnTo>
                  <a:pt x="1269046" y="286711"/>
                </a:lnTo>
                <a:lnTo>
                  <a:pt x="1268499" y="287306"/>
                </a:lnTo>
                <a:lnTo>
                  <a:pt x="1267966" y="287915"/>
                </a:lnTo>
                <a:lnTo>
                  <a:pt x="1267446" y="288538"/>
                </a:lnTo>
                <a:lnTo>
                  <a:pt x="1266941" y="289176"/>
                </a:lnTo>
                <a:lnTo>
                  <a:pt x="1266450" y="289828"/>
                </a:lnTo>
                <a:lnTo>
                  <a:pt x="1265972" y="290495"/>
                </a:lnTo>
                <a:lnTo>
                  <a:pt x="1265509" y="291176"/>
                </a:lnTo>
                <a:lnTo>
                  <a:pt x="1265059" y="291872"/>
                </a:lnTo>
                <a:lnTo>
                  <a:pt x="1264623" y="292582"/>
                </a:lnTo>
                <a:lnTo>
                  <a:pt x="1264202" y="293307"/>
                </a:lnTo>
                <a:lnTo>
                  <a:pt x="1263794" y="294046"/>
                </a:lnTo>
                <a:lnTo>
                  <a:pt x="1263400" y="294800"/>
                </a:lnTo>
                <a:lnTo>
                  <a:pt x="1263021" y="295566"/>
                </a:lnTo>
                <a:lnTo>
                  <a:pt x="1262658" y="296345"/>
                </a:lnTo>
                <a:lnTo>
                  <a:pt x="1262311" y="297135"/>
                </a:lnTo>
                <a:lnTo>
                  <a:pt x="1261980" y="297936"/>
                </a:lnTo>
                <a:lnTo>
                  <a:pt x="1261666" y="298750"/>
                </a:lnTo>
                <a:lnTo>
                  <a:pt x="1261367" y="299575"/>
                </a:lnTo>
                <a:lnTo>
                  <a:pt x="1261085" y="300411"/>
                </a:lnTo>
                <a:lnTo>
                  <a:pt x="1260819" y="301260"/>
                </a:lnTo>
                <a:lnTo>
                  <a:pt x="1260569" y="302120"/>
                </a:lnTo>
                <a:lnTo>
                  <a:pt x="1260335" y="302992"/>
                </a:lnTo>
                <a:lnTo>
                  <a:pt x="1260117" y="303875"/>
                </a:lnTo>
                <a:lnTo>
                  <a:pt x="1259916" y="304770"/>
                </a:lnTo>
                <a:lnTo>
                  <a:pt x="1259730" y="305677"/>
                </a:lnTo>
                <a:lnTo>
                  <a:pt x="1259561" y="306595"/>
                </a:lnTo>
                <a:lnTo>
                  <a:pt x="1259408" y="307526"/>
                </a:lnTo>
                <a:lnTo>
                  <a:pt x="1259271" y="308467"/>
                </a:lnTo>
                <a:lnTo>
                  <a:pt x="1259150" y="309421"/>
                </a:lnTo>
                <a:lnTo>
                  <a:pt x="1259045" y="310386"/>
                </a:lnTo>
                <a:lnTo>
                  <a:pt x="1258956" y="311363"/>
                </a:lnTo>
                <a:lnTo>
                  <a:pt x="1258884" y="312352"/>
                </a:lnTo>
                <a:lnTo>
                  <a:pt x="1258827" y="313352"/>
                </a:lnTo>
                <a:lnTo>
                  <a:pt x="1258787" y="314364"/>
                </a:lnTo>
                <a:lnTo>
                  <a:pt x="1258763" y="315387"/>
                </a:lnTo>
                <a:lnTo>
                  <a:pt x="1258755" y="316423"/>
                </a:lnTo>
                <a:lnTo>
                  <a:pt x="1258755" y="319786"/>
                </a:lnTo>
                <a:lnTo>
                  <a:pt x="1258761" y="320782"/>
                </a:lnTo>
                <a:lnTo>
                  <a:pt x="1258782" y="321769"/>
                </a:lnTo>
                <a:lnTo>
                  <a:pt x="1258817" y="322747"/>
                </a:lnTo>
                <a:lnTo>
                  <a:pt x="1258866" y="323715"/>
                </a:lnTo>
                <a:lnTo>
                  <a:pt x="1258928" y="324673"/>
                </a:lnTo>
                <a:lnTo>
                  <a:pt x="1259005" y="325622"/>
                </a:lnTo>
                <a:lnTo>
                  <a:pt x="1259095" y="326562"/>
                </a:lnTo>
                <a:lnTo>
                  <a:pt x="1259199" y="327492"/>
                </a:lnTo>
                <a:lnTo>
                  <a:pt x="1259318" y="328413"/>
                </a:lnTo>
                <a:lnTo>
                  <a:pt x="1259450" y="329324"/>
                </a:lnTo>
                <a:lnTo>
                  <a:pt x="1259596" y="330226"/>
                </a:lnTo>
                <a:lnTo>
                  <a:pt x="1259756" y="331118"/>
                </a:lnTo>
                <a:lnTo>
                  <a:pt x="1259929" y="332001"/>
                </a:lnTo>
                <a:lnTo>
                  <a:pt x="1260117" y="332874"/>
                </a:lnTo>
                <a:lnTo>
                  <a:pt x="1260319" y="333738"/>
                </a:lnTo>
                <a:lnTo>
                  <a:pt x="1260534" y="334593"/>
                </a:lnTo>
                <a:lnTo>
                  <a:pt x="1260764" y="335438"/>
                </a:lnTo>
                <a:lnTo>
                  <a:pt x="1261007" y="336273"/>
                </a:lnTo>
                <a:lnTo>
                  <a:pt x="1261264" y="337100"/>
                </a:lnTo>
                <a:lnTo>
                  <a:pt x="1261535" y="337916"/>
                </a:lnTo>
                <a:lnTo>
                  <a:pt x="1261820" y="338724"/>
                </a:lnTo>
                <a:lnTo>
                  <a:pt x="1262119" y="339521"/>
                </a:lnTo>
                <a:lnTo>
                  <a:pt x="1262432" y="340310"/>
                </a:lnTo>
                <a:lnTo>
                  <a:pt x="1262759" y="341089"/>
                </a:lnTo>
                <a:lnTo>
                  <a:pt x="1263113" y="341855"/>
                </a:lnTo>
                <a:lnTo>
                  <a:pt x="1263482" y="342608"/>
                </a:lnTo>
                <a:lnTo>
                  <a:pt x="1263865" y="343346"/>
                </a:lnTo>
                <a:lnTo>
                  <a:pt x="1264263" y="344069"/>
                </a:lnTo>
                <a:lnTo>
                  <a:pt x="1264675" y="344779"/>
                </a:lnTo>
                <a:lnTo>
                  <a:pt x="1265101" y="345473"/>
                </a:lnTo>
                <a:lnTo>
                  <a:pt x="1265542" y="346153"/>
                </a:lnTo>
                <a:lnTo>
                  <a:pt x="1265998" y="346819"/>
                </a:lnTo>
                <a:lnTo>
                  <a:pt x="1266468" y="347470"/>
                </a:lnTo>
                <a:lnTo>
                  <a:pt x="1266952" y="348107"/>
                </a:lnTo>
                <a:lnTo>
                  <a:pt x="1267451" y="348729"/>
                </a:lnTo>
                <a:lnTo>
                  <a:pt x="1267964" y="349337"/>
                </a:lnTo>
                <a:lnTo>
                  <a:pt x="1268492" y="349931"/>
                </a:lnTo>
                <a:lnTo>
                  <a:pt x="1269034" y="350510"/>
                </a:lnTo>
                <a:lnTo>
                  <a:pt x="1269591" y="351074"/>
                </a:lnTo>
                <a:lnTo>
                  <a:pt x="1270162" y="351624"/>
                </a:lnTo>
                <a:lnTo>
                  <a:pt x="1270748" y="352160"/>
                </a:lnTo>
                <a:lnTo>
                  <a:pt x="1271348" y="352681"/>
                </a:lnTo>
                <a:lnTo>
                  <a:pt x="1271963" y="353187"/>
                </a:lnTo>
                <a:lnTo>
                  <a:pt x="1272592" y="353680"/>
                </a:lnTo>
                <a:lnTo>
                  <a:pt x="1273235" y="354157"/>
                </a:lnTo>
                <a:lnTo>
                  <a:pt x="1273893" y="354621"/>
                </a:lnTo>
                <a:lnTo>
                  <a:pt x="1274565" y="355069"/>
                </a:lnTo>
                <a:lnTo>
                  <a:pt x="1275252" y="355504"/>
                </a:lnTo>
                <a:lnTo>
                  <a:pt x="1275967" y="355922"/>
                </a:lnTo>
                <a:lnTo>
                  <a:pt x="1276697" y="356322"/>
                </a:lnTo>
                <a:lnTo>
                  <a:pt x="1277442" y="356705"/>
                </a:lnTo>
                <a:lnTo>
                  <a:pt x="1278202" y="357070"/>
                </a:lnTo>
                <a:lnTo>
                  <a:pt x="1278977" y="357417"/>
                </a:lnTo>
                <a:lnTo>
                  <a:pt x="1279767" y="357746"/>
                </a:lnTo>
                <a:lnTo>
                  <a:pt x="1280572" y="358058"/>
                </a:lnTo>
                <a:lnTo>
                  <a:pt x="1281392" y="358351"/>
                </a:lnTo>
                <a:lnTo>
                  <a:pt x="1282227" y="358627"/>
                </a:lnTo>
                <a:lnTo>
                  <a:pt x="1283077" y="358885"/>
                </a:lnTo>
                <a:lnTo>
                  <a:pt x="1283942" y="359125"/>
                </a:lnTo>
                <a:lnTo>
                  <a:pt x="1284822" y="359348"/>
                </a:lnTo>
                <a:lnTo>
                  <a:pt x="1285717" y="359552"/>
                </a:lnTo>
                <a:lnTo>
                  <a:pt x="1286627" y="359739"/>
                </a:lnTo>
                <a:lnTo>
                  <a:pt x="1287553" y="359908"/>
                </a:lnTo>
                <a:lnTo>
                  <a:pt x="1288493" y="360060"/>
                </a:lnTo>
                <a:lnTo>
                  <a:pt x="1289448" y="360193"/>
                </a:lnTo>
                <a:lnTo>
                  <a:pt x="1290418" y="360309"/>
                </a:lnTo>
                <a:lnTo>
                  <a:pt x="1291403" y="360407"/>
                </a:lnTo>
                <a:lnTo>
                  <a:pt x="1292403" y="360487"/>
                </a:lnTo>
                <a:lnTo>
                  <a:pt x="1293419" y="360549"/>
                </a:lnTo>
                <a:lnTo>
                  <a:pt x="1294449" y="360594"/>
                </a:lnTo>
                <a:lnTo>
                  <a:pt x="1295494" y="360620"/>
                </a:lnTo>
                <a:lnTo>
                  <a:pt x="1296555" y="360629"/>
                </a:lnTo>
                <a:lnTo>
                  <a:pt x="1297470" y="360622"/>
                </a:lnTo>
                <a:lnTo>
                  <a:pt x="1298375" y="360602"/>
                </a:lnTo>
                <a:lnTo>
                  <a:pt x="1299270" y="360569"/>
                </a:lnTo>
                <a:lnTo>
                  <a:pt x="1300154" y="360522"/>
                </a:lnTo>
                <a:lnTo>
                  <a:pt x="1301027" y="360462"/>
                </a:lnTo>
                <a:lnTo>
                  <a:pt x="1301890" y="360389"/>
                </a:lnTo>
                <a:close/>
                <a:moveTo>
                  <a:pt x="1275677" y="307280"/>
                </a:moveTo>
                <a:lnTo>
                  <a:pt x="1275723" y="306832"/>
                </a:lnTo>
                <a:lnTo>
                  <a:pt x="1275777" y="306386"/>
                </a:lnTo>
                <a:lnTo>
                  <a:pt x="1275839" y="305940"/>
                </a:lnTo>
                <a:lnTo>
                  <a:pt x="1275910" y="305496"/>
                </a:lnTo>
                <a:lnTo>
                  <a:pt x="1275990" y="305053"/>
                </a:lnTo>
                <a:lnTo>
                  <a:pt x="1276077" y="304611"/>
                </a:lnTo>
                <a:lnTo>
                  <a:pt x="1276173" y="304170"/>
                </a:lnTo>
                <a:lnTo>
                  <a:pt x="1276277" y="303730"/>
                </a:lnTo>
                <a:lnTo>
                  <a:pt x="1276390" y="303291"/>
                </a:lnTo>
                <a:lnTo>
                  <a:pt x="1276511" y="302853"/>
                </a:lnTo>
                <a:lnTo>
                  <a:pt x="1276640" y="302417"/>
                </a:lnTo>
                <a:lnTo>
                  <a:pt x="1276778" y="301981"/>
                </a:lnTo>
                <a:lnTo>
                  <a:pt x="1276924" y="301547"/>
                </a:lnTo>
                <a:lnTo>
                  <a:pt x="1277078" y="301114"/>
                </a:lnTo>
                <a:lnTo>
                  <a:pt x="1277241" y="300681"/>
                </a:lnTo>
                <a:lnTo>
                  <a:pt x="1277412" y="300250"/>
                </a:lnTo>
                <a:lnTo>
                  <a:pt x="1277591" y="299821"/>
                </a:lnTo>
                <a:lnTo>
                  <a:pt x="1277779" y="299392"/>
                </a:lnTo>
                <a:lnTo>
                  <a:pt x="1277975" y="298964"/>
                </a:lnTo>
                <a:lnTo>
                  <a:pt x="1278192" y="298527"/>
                </a:lnTo>
                <a:lnTo>
                  <a:pt x="1278417" y="298097"/>
                </a:lnTo>
                <a:lnTo>
                  <a:pt x="1278648" y="297673"/>
                </a:lnTo>
                <a:lnTo>
                  <a:pt x="1278887" y="297256"/>
                </a:lnTo>
                <a:lnTo>
                  <a:pt x="1279133" y="296845"/>
                </a:lnTo>
                <a:lnTo>
                  <a:pt x="1279386" y="296441"/>
                </a:lnTo>
                <a:lnTo>
                  <a:pt x="1279647" y="296044"/>
                </a:lnTo>
                <a:lnTo>
                  <a:pt x="1279915" y="295654"/>
                </a:lnTo>
                <a:lnTo>
                  <a:pt x="1280190" y="295270"/>
                </a:lnTo>
                <a:lnTo>
                  <a:pt x="1280472" y="294893"/>
                </a:lnTo>
                <a:lnTo>
                  <a:pt x="1280762" y="294523"/>
                </a:lnTo>
                <a:lnTo>
                  <a:pt x="1281058" y="294159"/>
                </a:lnTo>
                <a:lnTo>
                  <a:pt x="1281362" y="293802"/>
                </a:lnTo>
                <a:lnTo>
                  <a:pt x="1281673" y="293452"/>
                </a:lnTo>
                <a:lnTo>
                  <a:pt x="1281992" y="293108"/>
                </a:lnTo>
                <a:lnTo>
                  <a:pt x="1282317" y="292771"/>
                </a:lnTo>
                <a:lnTo>
                  <a:pt x="1282650" y="292441"/>
                </a:lnTo>
                <a:lnTo>
                  <a:pt x="1282990" y="292117"/>
                </a:lnTo>
                <a:lnTo>
                  <a:pt x="1283338" y="291800"/>
                </a:lnTo>
                <a:lnTo>
                  <a:pt x="1283692" y="291490"/>
                </a:lnTo>
                <a:lnTo>
                  <a:pt x="1284054" y="291186"/>
                </a:lnTo>
                <a:lnTo>
                  <a:pt x="1284423" y="290889"/>
                </a:lnTo>
                <a:lnTo>
                  <a:pt x="1284799" y="290599"/>
                </a:lnTo>
                <a:lnTo>
                  <a:pt x="1285183" y="290315"/>
                </a:lnTo>
                <a:lnTo>
                  <a:pt x="1285587" y="290041"/>
                </a:lnTo>
                <a:lnTo>
                  <a:pt x="1285998" y="289778"/>
                </a:lnTo>
                <a:lnTo>
                  <a:pt x="1286416" y="289527"/>
                </a:lnTo>
                <a:lnTo>
                  <a:pt x="1286842" y="289287"/>
                </a:lnTo>
                <a:lnTo>
                  <a:pt x="1287275" y="289059"/>
                </a:lnTo>
                <a:lnTo>
                  <a:pt x="1287715" y="288843"/>
                </a:lnTo>
                <a:lnTo>
                  <a:pt x="1288163" y="288639"/>
                </a:lnTo>
                <a:lnTo>
                  <a:pt x="1288617" y="288446"/>
                </a:lnTo>
                <a:lnTo>
                  <a:pt x="1289079" y="288265"/>
                </a:lnTo>
                <a:lnTo>
                  <a:pt x="1289548" y="288096"/>
                </a:lnTo>
                <a:lnTo>
                  <a:pt x="1290025" y="287938"/>
                </a:lnTo>
                <a:lnTo>
                  <a:pt x="1290508" y="287792"/>
                </a:lnTo>
                <a:lnTo>
                  <a:pt x="1290999" y="287658"/>
                </a:lnTo>
                <a:lnTo>
                  <a:pt x="1291497" y="287535"/>
                </a:lnTo>
                <a:lnTo>
                  <a:pt x="1292002" y="287424"/>
                </a:lnTo>
                <a:lnTo>
                  <a:pt x="1292515" y="287325"/>
                </a:lnTo>
                <a:lnTo>
                  <a:pt x="1293034" y="287238"/>
                </a:lnTo>
                <a:lnTo>
                  <a:pt x="1293561" y="287162"/>
                </a:lnTo>
                <a:lnTo>
                  <a:pt x="1294096" y="287097"/>
                </a:lnTo>
                <a:lnTo>
                  <a:pt x="1294637" y="287045"/>
                </a:lnTo>
                <a:lnTo>
                  <a:pt x="1295186" y="287004"/>
                </a:lnTo>
                <a:lnTo>
                  <a:pt x="1295741" y="286975"/>
                </a:lnTo>
                <a:lnTo>
                  <a:pt x="1296305" y="286957"/>
                </a:lnTo>
                <a:lnTo>
                  <a:pt x="1296875" y="286951"/>
                </a:lnTo>
                <a:lnTo>
                  <a:pt x="1297380" y="286956"/>
                </a:lnTo>
                <a:lnTo>
                  <a:pt x="1297879" y="286970"/>
                </a:lnTo>
                <a:lnTo>
                  <a:pt x="1298374" y="286994"/>
                </a:lnTo>
                <a:lnTo>
                  <a:pt x="1298864" y="287027"/>
                </a:lnTo>
                <a:lnTo>
                  <a:pt x="1299348" y="287070"/>
                </a:lnTo>
                <a:lnTo>
                  <a:pt x="1299828" y="287122"/>
                </a:lnTo>
                <a:lnTo>
                  <a:pt x="1300303" y="287183"/>
                </a:lnTo>
                <a:lnTo>
                  <a:pt x="1300772" y="287254"/>
                </a:lnTo>
                <a:lnTo>
                  <a:pt x="1301237" y="287334"/>
                </a:lnTo>
                <a:lnTo>
                  <a:pt x="1301697" y="287424"/>
                </a:lnTo>
                <a:lnTo>
                  <a:pt x="1302151" y="287523"/>
                </a:lnTo>
                <a:lnTo>
                  <a:pt x="1302601" y="287632"/>
                </a:lnTo>
                <a:lnTo>
                  <a:pt x="1303045" y="287750"/>
                </a:lnTo>
                <a:lnTo>
                  <a:pt x="1303485" y="287878"/>
                </a:lnTo>
                <a:lnTo>
                  <a:pt x="1303920" y="288015"/>
                </a:lnTo>
                <a:lnTo>
                  <a:pt x="1304349" y="288162"/>
                </a:lnTo>
                <a:lnTo>
                  <a:pt x="1304774" y="288318"/>
                </a:lnTo>
                <a:lnTo>
                  <a:pt x="1305194" y="288483"/>
                </a:lnTo>
                <a:lnTo>
                  <a:pt x="1305608" y="288658"/>
                </a:lnTo>
                <a:lnTo>
                  <a:pt x="1306018" y="288842"/>
                </a:lnTo>
                <a:lnTo>
                  <a:pt x="1306422" y="289036"/>
                </a:lnTo>
                <a:lnTo>
                  <a:pt x="1306822" y="289239"/>
                </a:lnTo>
                <a:lnTo>
                  <a:pt x="1307217" y="289452"/>
                </a:lnTo>
                <a:lnTo>
                  <a:pt x="1307606" y="289674"/>
                </a:lnTo>
                <a:lnTo>
                  <a:pt x="1307989" y="289905"/>
                </a:lnTo>
                <a:lnTo>
                  <a:pt x="1308365" y="290143"/>
                </a:lnTo>
                <a:lnTo>
                  <a:pt x="1308732" y="290388"/>
                </a:lnTo>
                <a:lnTo>
                  <a:pt x="1309092" y="290640"/>
                </a:lnTo>
                <a:lnTo>
                  <a:pt x="1309444" y="290899"/>
                </a:lnTo>
                <a:lnTo>
                  <a:pt x="1309789" y="291166"/>
                </a:lnTo>
                <a:lnTo>
                  <a:pt x="1310125" y="291440"/>
                </a:lnTo>
                <a:lnTo>
                  <a:pt x="1310454" y="291721"/>
                </a:lnTo>
                <a:lnTo>
                  <a:pt x="1310775" y="292009"/>
                </a:lnTo>
                <a:lnTo>
                  <a:pt x="1311088" y="292305"/>
                </a:lnTo>
                <a:lnTo>
                  <a:pt x="1311393" y="292608"/>
                </a:lnTo>
                <a:lnTo>
                  <a:pt x="1311691" y="292918"/>
                </a:lnTo>
                <a:lnTo>
                  <a:pt x="1311980" y="293235"/>
                </a:lnTo>
                <a:lnTo>
                  <a:pt x="1312262" y="293560"/>
                </a:lnTo>
                <a:lnTo>
                  <a:pt x="1312536" y="293891"/>
                </a:lnTo>
                <a:lnTo>
                  <a:pt x="1312803" y="294230"/>
                </a:lnTo>
                <a:lnTo>
                  <a:pt x="1313061" y="294576"/>
                </a:lnTo>
                <a:lnTo>
                  <a:pt x="1313312" y="294930"/>
                </a:lnTo>
                <a:lnTo>
                  <a:pt x="1313555" y="295291"/>
                </a:lnTo>
                <a:lnTo>
                  <a:pt x="1313791" y="295658"/>
                </a:lnTo>
                <a:lnTo>
                  <a:pt x="1314018" y="296034"/>
                </a:lnTo>
                <a:lnTo>
                  <a:pt x="1314238" y="296416"/>
                </a:lnTo>
                <a:lnTo>
                  <a:pt x="1314450" y="296805"/>
                </a:lnTo>
                <a:lnTo>
                  <a:pt x="1314654" y="297202"/>
                </a:lnTo>
                <a:lnTo>
                  <a:pt x="1314863" y="297592"/>
                </a:lnTo>
                <a:lnTo>
                  <a:pt x="1315063" y="297986"/>
                </a:lnTo>
                <a:lnTo>
                  <a:pt x="1315254" y="298386"/>
                </a:lnTo>
                <a:lnTo>
                  <a:pt x="1315437" y="298791"/>
                </a:lnTo>
                <a:lnTo>
                  <a:pt x="1315610" y="299200"/>
                </a:lnTo>
                <a:lnTo>
                  <a:pt x="1315775" y="299615"/>
                </a:lnTo>
                <a:lnTo>
                  <a:pt x="1315931" y="300034"/>
                </a:lnTo>
                <a:lnTo>
                  <a:pt x="1316077" y="300459"/>
                </a:lnTo>
                <a:lnTo>
                  <a:pt x="1316215" y="300889"/>
                </a:lnTo>
                <a:lnTo>
                  <a:pt x="1316344" y="301323"/>
                </a:lnTo>
                <a:lnTo>
                  <a:pt x="1316464" y="301763"/>
                </a:lnTo>
                <a:lnTo>
                  <a:pt x="1316576" y="302208"/>
                </a:lnTo>
                <a:lnTo>
                  <a:pt x="1316678" y="302657"/>
                </a:lnTo>
                <a:lnTo>
                  <a:pt x="1316771" y="303112"/>
                </a:lnTo>
                <a:lnTo>
                  <a:pt x="1316856" y="303571"/>
                </a:lnTo>
                <a:lnTo>
                  <a:pt x="1316932" y="304036"/>
                </a:lnTo>
                <a:lnTo>
                  <a:pt x="1316998" y="304506"/>
                </a:lnTo>
                <a:lnTo>
                  <a:pt x="1317056" y="304980"/>
                </a:lnTo>
                <a:lnTo>
                  <a:pt x="1317105" y="305460"/>
                </a:lnTo>
                <a:lnTo>
                  <a:pt x="1317145" y="305945"/>
                </a:lnTo>
                <a:lnTo>
                  <a:pt x="1317176" y="306434"/>
                </a:lnTo>
                <a:lnTo>
                  <a:pt x="1317199" y="306929"/>
                </a:lnTo>
                <a:lnTo>
                  <a:pt x="1317212" y="307429"/>
                </a:lnTo>
                <a:lnTo>
                  <a:pt x="1317216" y="307934"/>
                </a:lnTo>
                <a:lnTo>
                  <a:pt x="1317216" y="310336"/>
                </a:lnTo>
                <a:lnTo>
                  <a:pt x="1275572" y="310336"/>
                </a:lnTo>
                <a:lnTo>
                  <a:pt x="1275572" y="309535"/>
                </a:lnTo>
                <a:lnTo>
                  <a:pt x="1275577" y="309082"/>
                </a:lnTo>
                <a:lnTo>
                  <a:pt x="1275589" y="308630"/>
                </a:lnTo>
                <a:lnTo>
                  <a:pt x="1275610" y="308179"/>
                </a:lnTo>
                <a:lnTo>
                  <a:pt x="1275639" y="307729"/>
                </a:lnTo>
                <a:lnTo>
                  <a:pt x="1275677" y="307280"/>
                </a:lnTo>
                <a:close/>
                <a:moveTo>
                  <a:pt x="1397028" y="360459"/>
                </a:moveTo>
                <a:lnTo>
                  <a:pt x="1397913" y="360397"/>
                </a:lnTo>
                <a:lnTo>
                  <a:pt x="1398786" y="360327"/>
                </a:lnTo>
                <a:lnTo>
                  <a:pt x="1399648" y="360246"/>
                </a:lnTo>
                <a:lnTo>
                  <a:pt x="1400498" y="360156"/>
                </a:lnTo>
                <a:lnTo>
                  <a:pt x="1401337" y="360057"/>
                </a:lnTo>
                <a:lnTo>
                  <a:pt x="1402163" y="359948"/>
                </a:lnTo>
                <a:lnTo>
                  <a:pt x="1402978" y="359830"/>
                </a:lnTo>
                <a:lnTo>
                  <a:pt x="1403782" y="359703"/>
                </a:lnTo>
                <a:lnTo>
                  <a:pt x="1404573" y="359566"/>
                </a:lnTo>
                <a:lnTo>
                  <a:pt x="1405353" y="359419"/>
                </a:lnTo>
                <a:lnTo>
                  <a:pt x="1406122" y="359263"/>
                </a:lnTo>
                <a:lnTo>
                  <a:pt x="1406878" y="359098"/>
                </a:lnTo>
                <a:lnTo>
                  <a:pt x="1407623" y="358923"/>
                </a:lnTo>
                <a:lnTo>
                  <a:pt x="1408357" y="358738"/>
                </a:lnTo>
                <a:lnTo>
                  <a:pt x="1409078" y="358544"/>
                </a:lnTo>
                <a:lnTo>
                  <a:pt x="1409788" y="358341"/>
                </a:lnTo>
                <a:lnTo>
                  <a:pt x="1410486" y="358128"/>
                </a:lnTo>
                <a:lnTo>
                  <a:pt x="1411173" y="357906"/>
                </a:lnTo>
                <a:lnTo>
                  <a:pt x="1411860" y="357674"/>
                </a:lnTo>
                <a:lnTo>
                  <a:pt x="1412533" y="357432"/>
                </a:lnTo>
                <a:lnTo>
                  <a:pt x="1413193" y="357180"/>
                </a:lnTo>
                <a:lnTo>
                  <a:pt x="1413838" y="356919"/>
                </a:lnTo>
                <a:lnTo>
                  <a:pt x="1414469" y="356647"/>
                </a:lnTo>
                <a:lnTo>
                  <a:pt x="1415087" y="356365"/>
                </a:lnTo>
                <a:lnTo>
                  <a:pt x="1415691" y="356073"/>
                </a:lnTo>
                <a:lnTo>
                  <a:pt x="1416280" y="355771"/>
                </a:lnTo>
                <a:lnTo>
                  <a:pt x="1416856" y="355459"/>
                </a:lnTo>
                <a:lnTo>
                  <a:pt x="1417418" y="355137"/>
                </a:lnTo>
                <a:lnTo>
                  <a:pt x="1417966" y="354805"/>
                </a:lnTo>
                <a:lnTo>
                  <a:pt x="1418501" y="354463"/>
                </a:lnTo>
                <a:lnTo>
                  <a:pt x="1419021" y="354111"/>
                </a:lnTo>
                <a:lnTo>
                  <a:pt x="1419527" y="353749"/>
                </a:lnTo>
                <a:lnTo>
                  <a:pt x="1420020" y="353376"/>
                </a:lnTo>
                <a:lnTo>
                  <a:pt x="1420498" y="352994"/>
                </a:lnTo>
                <a:lnTo>
                  <a:pt x="1420963" y="352602"/>
                </a:lnTo>
                <a:lnTo>
                  <a:pt x="1421414" y="352200"/>
                </a:lnTo>
                <a:lnTo>
                  <a:pt x="1421850" y="351788"/>
                </a:lnTo>
                <a:lnTo>
                  <a:pt x="1422273" y="351366"/>
                </a:lnTo>
                <a:lnTo>
                  <a:pt x="1422682" y="350934"/>
                </a:lnTo>
                <a:lnTo>
                  <a:pt x="1423078" y="350492"/>
                </a:lnTo>
                <a:lnTo>
                  <a:pt x="1423459" y="350040"/>
                </a:lnTo>
                <a:lnTo>
                  <a:pt x="1423826" y="349577"/>
                </a:lnTo>
                <a:lnTo>
                  <a:pt x="1424192" y="349105"/>
                </a:lnTo>
                <a:lnTo>
                  <a:pt x="1424542" y="348623"/>
                </a:lnTo>
                <a:lnTo>
                  <a:pt x="1424877" y="348131"/>
                </a:lnTo>
                <a:lnTo>
                  <a:pt x="1425197" y="347629"/>
                </a:lnTo>
                <a:lnTo>
                  <a:pt x="1425500" y="347117"/>
                </a:lnTo>
                <a:lnTo>
                  <a:pt x="1425788" y="346594"/>
                </a:lnTo>
                <a:lnTo>
                  <a:pt x="1426061" y="346062"/>
                </a:lnTo>
                <a:lnTo>
                  <a:pt x="1426318" y="345520"/>
                </a:lnTo>
                <a:lnTo>
                  <a:pt x="1426559" y="344968"/>
                </a:lnTo>
                <a:lnTo>
                  <a:pt x="1426785" y="344405"/>
                </a:lnTo>
                <a:lnTo>
                  <a:pt x="1426995" y="343833"/>
                </a:lnTo>
                <a:lnTo>
                  <a:pt x="1427190" y="343251"/>
                </a:lnTo>
                <a:lnTo>
                  <a:pt x="1427369" y="342659"/>
                </a:lnTo>
                <a:lnTo>
                  <a:pt x="1427532" y="342056"/>
                </a:lnTo>
                <a:lnTo>
                  <a:pt x="1427680" y="341444"/>
                </a:lnTo>
                <a:lnTo>
                  <a:pt x="1427813" y="340822"/>
                </a:lnTo>
                <a:lnTo>
                  <a:pt x="1427929" y="340189"/>
                </a:lnTo>
                <a:lnTo>
                  <a:pt x="1428031" y="339547"/>
                </a:lnTo>
                <a:lnTo>
                  <a:pt x="1428116" y="338895"/>
                </a:lnTo>
                <a:lnTo>
                  <a:pt x="1428186" y="338232"/>
                </a:lnTo>
                <a:lnTo>
                  <a:pt x="1428241" y="337560"/>
                </a:lnTo>
                <a:lnTo>
                  <a:pt x="1428280" y="336877"/>
                </a:lnTo>
                <a:lnTo>
                  <a:pt x="1428303" y="336185"/>
                </a:lnTo>
                <a:lnTo>
                  <a:pt x="1428311" y="335483"/>
                </a:lnTo>
                <a:lnTo>
                  <a:pt x="1428306" y="334860"/>
                </a:lnTo>
                <a:lnTo>
                  <a:pt x="1428290" y="334248"/>
                </a:lnTo>
                <a:lnTo>
                  <a:pt x="1428263" y="333646"/>
                </a:lnTo>
                <a:lnTo>
                  <a:pt x="1428226" y="333053"/>
                </a:lnTo>
                <a:lnTo>
                  <a:pt x="1428179" y="332471"/>
                </a:lnTo>
                <a:lnTo>
                  <a:pt x="1428121" y="331899"/>
                </a:lnTo>
                <a:lnTo>
                  <a:pt x="1428052" y="331337"/>
                </a:lnTo>
                <a:lnTo>
                  <a:pt x="1427973" y="330784"/>
                </a:lnTo>
                <a:lnTo>
                  <a:pt x="1427883" y="330242"/>
                </a:lnTo>
                <a:lnTo>
                  <a:pt x="1427783" y="329710"/>
                </a:lnTo>
                <a:lnTo>
                  <a:pt x="1427672" y="329188"/>
                </a:lnTo>
                <a:lnTo>
                  <a:pt x="1427550" y="328675"/>
                </a:lnTo>
                <a:lnTo>
                  <a:pt x="1427418" y="328173"/>
                </a:lnTo>
                <a:lnTo>
                  <a:pt x="1427275" y="327681"/>
                </a:lnTo>
                <a:lnTo>
                  <a:pt x="1427122" y="327199"/>
                </a:lnTo>
                <a:lnTo>
                  <a:pt x="1426958" y="326727"/>
                </a:lnTo>
                <a:lnTo>
                  <a:pt x="1426784" y="326265"/>
                </a:lnTo>
                <a:lnTo>
                  <a:pt x="1426599" y="325812"/>
                </a:lnTo>
                <a:lnTo>
                  <a:pt x="1426404" y="325370"/>
                </a:lnTo>
                <a:lnTo>
                  <a:pt x="1426198" y="324938"/>
                </a:lnTo>
                <a:lnTo>
                  <a:pt x="1425981" y="324516"/>
                </a:lnTo>
                <a:lnTo>
                  <a:pt x="1425754" y="324104"/>
                </a:lnTo>
                <a:lnTo>
                  <a:pt x="1425516" y="323702"/>
                </a:lnTo>
                <a:lnTo>
                  <a:pt x="1425268" y="323310"/>
                </a:lnTo>
                <a:lnTo>
                  <a:pt x="1425008" y="322912"/>
                </a:lnTo>
                <a:lnTo>
                  <a:pt x="1424734" y="322521"/>
                </a:lnTo>
                <a:lnTo>
                  <a:pt x="1424447" y="322136"/>
                </a:lnTo>
                <a:lnTo>
                  <a:pt x="1424147" y="321757"/>
                </a:lnTo>
                <a:lnTo>
                  <a:pt x="1423833" y="321384"/>
                </a:lnTo>
                <a:lnTo>
                  <a:pt x="1423506" y="321017"/>
                </a:lnTo>
                <a:lnTo>
                  <a:pt x="1423166" y="320657"/>
                </a:lnTo>
                <a:lnTo>
                  <a:pt x="1422812" y="320302"/>
                </a:lnTo>
                <a:lnTo>
                  <a:pt x="1422445" y="319954"/>
                </a:lnTo>
                <a:lnTo>
                  <a:pt x="1422064" y="319611"/>
                </a:lnTo>
                <a:lnTo>
                  <a:pt x="1421671" y="319275"/>
                </a:lnTo>
                <a:lnTo>
                  <a:pt x="1421263" y="318945"/>
                </a:lnTo>
                <a:lnTo>
                  <a:pt x="1420843" y="318621"/>
                </a:lnTo>
                <a:lnTo>
                  <a:pt x="1420409" y="318303"/>
                </a:lnTo>
                <a:lnTo>
                  <a:pt x="1419962" y="317992"/>
                </a:lnTo>
                <a:lnTo>
                  <a:pt x="1419502" y="317686"/>
                </a:lnTo>
                <a:lnTo>
                  <a:pt x="1419028" y="317387"/>
                </a:lnTo>
                <a:lnTo>
                  <a:pt x="1418541" y="317093"/>
                </a:lnTo>
                <a:lnTo>
                  <a:pt x="1418040" y="316806"/>
                </a:lnTo>
                <a:lnTo>
                  <a:pt x="1417526" y="316525"/>
                </a:lnTo>
                <a:lnTo>
                  <a:pt x="1416999" y="316250"/>
                </a:lnTo>
                <a:lnTo>
                  <a:pt x="1416458" y="315981"/>
                </a:lnTo>
                <a:lnTo>
                  <a:pt x="1415904" y="315718"/>
                </a:lnTo>
                <a:lnTo>
                  <a:pt x="1415337" y="315462"/>
                </a:lnTo>
                <a:lnTo>
                  <a:pt x="1414768" y="315210"/>
                </a:lnTo>
                <a:lnTo>
                  <a:pt x="1414182" y="314961"/>
                </a:lnTo>
                <a:lnTo>
                  <a:pt x="1413578" y="314716"/>
                </a:lnTo>
                <a:lnTo>
                  <a:pt x="1412957" y="314474"/>
                </a:lnTo>
                <a:lnTo>
                  <a:pt x="1412319" y="314235"/>
                </a:lnTo>
                <a:lnTo>
                  <a:pt x="1411663" y="314000"/>
                </a:lnTo>
                <a:lnTo>
                  <a:pt x="1410991" y="313768"/>
                </a:lnTo>
                <a:lnTo>
                  <a:pt x="1410301" y="313539"/>
                </a:lnTo>
                <a:lnTo>
                  <a:pt x="1409594" y="313314"/>
                </a:lnTo>
                <a:lnTo>
                  <a:pt x="1408869" y="313092"/>
                </a:lnTo>
                <a:lnTo>
                  <a:pt x="1408128" y="312874"/>
                </a:lnTo>
                <a:lnTo>
                  <a:pt x="1407369" y="312659"/>
                </a:lnTo>
                <a:lnTo>
                  <a:pt x="1406593" y="312447"/>
                </a:lnTo>
                <a:lnTo>
                  <a:pt x="1405799" y="312238"/>
                </a:lnTo>
                <a:lnTo>
                  <a:pt x="1404989" y="312033"/>
                </a:lnTo>
                <a:lnTo>
                  <a:pt x="1404161" y="311831"/>
                </a:lnTo>
                <a:lnTo>
                  <a:pt x="1403316" y="311632"/>
                </a:lnTo>
                <a:lnTo>
                  <a:pt x="1402454" y="311437"/>
                </a:lnTo>
                <a:lnTo>
                  <a:pt x="1401574" y="311245"/>
                </a:lnTo>
                <a:lnTo>
                  <a:pt x="1400677" y="311057"/>
                </a:lnTo>
                <a:lnTo>
                  <a:pt x="1399763" y="310872"/>
                </a:lnTo>
                <a:lnTo>
                  <a:pt x="1398832" y="310690"/>
                </a:lnTo>
                <a:lnTo>
                  <a:pt x="1397884" y="310511"/>
                </a:lnTo>
                <a:lnTo>
                  <a:pt x="1396918" y="310336"/>
                </a:lnTo>
                <a:lnTo>
                  <a:pt x="1396138" y="310190"/>
                </a:lnTo>
                <a:lnTo>
                  <a:pt x="1395373" y="310044"/>
                </a:lnTo>
                <a:lnTo>
                  <a:pt x="1394623" y="309898"/>
                </a:lnTo>
                <a:lnTo>
                  <a:pt x="1393888" y="309753"/>
                </a:lnTo>
                <a:lnTo>
                  <a:pt x="1393168" y="309609"/>
                </a:lnTo>
                <a:lnTo>
                  <a:pt x="1392463" y="309465"/>
                </a:lnTo>
                <a:lnTo>
                  <a:pt x="1391773" y="309322"/>
                </a:lnTo>
                <a:lnTo>
                  <a:pt x="1391098" y="309179"/>
                </a:lnTo>
                <a:lnTo>
                  <a:pt x="1390439" y="309037"/>
                </a:lnTo>
                <a:lnTo>
                  <a:pt x="1389794" y="308896"/>
                </a:lnTo>
                <a:lnTo>
                  <a:pt x="1389164" y="308755"/>
                </a:lnTo>
                <a:lnTo>
                  <a:pt x="1388549" y="308614"/>
                </a:lnTo>
                <a:lnTo>
                  <a:pt x="1387949" y="308474"/>
                </a:lnTo>
                <a:lnTo>
                  <a:pt x="1387364" y="308335"/>
                </a:lnTo>
                <a:lnTo>
                  <a:pt x="1386795" y="308196"/>
                </a:lnTo>
                <a:lnTo>
                  <a:pt x="1386240" y="308058"/>
                </a:lnTo>
                <a:lnTo>
                  <a:pt x="1385700" y="307921"/>
                </a:lnTo>
                <a:lnTo>
                  <a:pt x="1385175" y="307783"/>
                </a:lnTo>
                <a:lnTo>
                  <a:pt x="1384666" y="307647"/>
                </a:lnTo>
                <a:lnTo>
                  <a:pt x="1384171" y="307511"/>
                </a:lnTo>
                <a:lnTo>
                  <a:pt x="1383691" y="307375"/>
                </a:lnTo>
                <a:lnTo>
                  <a:pt x="1383227" y="307241"/>
                </a:lnTo>
                <a:lnTo>
                  <a:pt x="1382777" y="307106"/>
                </a:lnTo>
                <a:lnTo>
                  <a:pt x="1382342" y="306973"/>
                </a:lnTo>
                <a:lnTo>
                  <a:pt x="1381934" y="306839"/>
                </a:lnTo>
                <a:lnTo>
                  <a:pt x="1381536" y="306703"/>
                </a:lnTo>
                <a:lnTo>
                  <a:pt x="1381149" y="306567"/>
                </a:lnTo>
                <a:lnTo>
                  <a:pt x="1380772" y="306430"/>
                </a:lnTo>
                <a:lnTo>
                  <a:pt x="1380406" y="306291"/>
                </a:lnTo>
                <a:lnTo>
                  <a:pt x="1380050" y="306152"/>
                </a:lnTo>
                <a:lnTo>
                  <a:pt x="1379705" y="306011"/>
                </a:lnTo>
                <a:lnTo>
                  <a:pt x="1379370" y="305869"/>
                </a:lnTo>
                <a:lnTo>
                  <a:pt x="1379047" y="305726"/>
                </a:lnTo>
                <a:lnTo>
                  <a:pt x="1378733" y="305582"/>
                </a:lnTo>
                <a:lnTo>
                  <a:pt x="1378430" y="305437"/>
                </a:lnTo>
                <a:lnTo>
                  <a:pt x="1378138" y="305291"/>
                </a:lnTo>
                <a:lnTo>
                  <a:pt x="1377856" y="305143"/>
                </a:lnTo>
                <a:lnTo>
                  <a:pt x="1377585" y="304995"/>
                </a:lnTo>
                <a:lnTo>
                  <a:pt x="1377325" y="304845"/>
                </a:lnTo>
                <a:lnTo>
                  <a:pt x="1377075" y="304695"/>
                </a:lnTo>
                <a:lnTo>
                  <a:pt x="1376835" y="304543"/>
                </a:lnTo>
                <a:lnTo>
                  <a:pt x="1376606" y="304390"/>
                </a:lnTo>
                <a:lnTo>
                  <a:pt x="1376388" y="304236"/>
                </a:lnTo>
                <a:lnTo>
                  <a:pt x="1376180" y="304081"/>
                </a:lnTo>
                <a:lnTo>
                  <a:pt x="1375983" y="303924"/>
                </a:lnTo>
                <a:lnTo>
                  <a:pt x="1375797" y="303767"/>
                </a:lnTo>
                <a:lnTo>
                  <a:pt x="1375621" y="303608"/>
                </a:lnTo>
                <a:lnTo>
                  <a:pt x="1375455" y="303449"/>
                </a:lnTo>
                <a:lnTo>
                  <a:pt x="1375298" y="303274"/>
                </a:lnTo>
                <a:lnTo>
                  <a:pt x="1375148" y="303095"/>
                </a:lnTo>
                <a:lnTo>
                  <a:pt x="1375005" y="302913"/>
                </a:lnTo>
                <a:lnTo>
                  <a:pt x="1374868" y="302728"/>
                </a:lnTo>
                <a:lnTo>
                  <a:pt x="1374738" y="302540"/>
                </a:lnTo>
                <a:lnTo>
                  <a:pt x="1374614" y="302348"/>
                </a:lnTo>
                <a:lnTo>
                  <a:pt x="1374498" y="302152"/>
                </a:lnTo>
                <a:lnTo>
                  <a:pt x="1374387" y="301954"/>
                </a:lnTo>
                <a:lnTo>
                  <a:pt x="1374284" y="301752"/>
                </a:lnTo>
                <a:lnTo>
                  <a:pt x="1374187" y="301547"/>
                </a:lnTo>
                <a:lnTo>
                  <a:pt x="1374097" y="301338"/>
                </a:lnTo>
                <a:lnTo>
                  <a:pt x="1374014" y="301126"/>
                </a:lnTo>
                <a:lnTo>
                  <a:pt x="1373937" y="300911"/>
                </a:lnTo>
                <a:lnTo>
                  <a:pt x="1373867" y="300693"/>
                </a:lnTo>
                <a:lnTo>
                  <a:pt x="1373803" y="300471"/>
                </a:lnTo>
                <a:lnTo>
                  <a:pt x="1373747" y="300245"/>
                </a:lnTo>
                <a:lnTo>
                  <a:pt x="1373697" y="300017"/>
                </a:lnTo>
                <a:lnTo>
                  <a:pt x="1373653" y="299785"/>
                </a:lnTo>
                <a:lnTo>
                  <a:pt x="1373617" y="299550"/>
                </a:lnTo>
                <a:lnTo>
                  <a:pt x="1373587" y="299311"/>
                </a:lnTo>
                <a:lnTo>
                  <a:pt x="1373563" y="299069"/>
                </a:lnTo>
                <a:lnTo>
                  <a:pt x="1373546" y="298824"/>
                </a:lnTo>
                <a:lnTo>
                  <a:pt x="1373536" y="298575"/>
                </a:lnTo>
                <a:lnTo>
                  <a:pt x="1373533" y="298323"/>
                </a:lnTo>
                <a:lnTo>
                  <a:pt x="1373565" y="297382"/>
                </a:lnTo>
                <a:lnTo>
                  <a:pt x="1373662" y="296481"/>
                </a:lnTo>
                <a:lnTo>
                  <a:pt x="1373823" y="295621"/>
                </a:lnTo>
                <a:lnTo>
                  <a:pt x="1374049" y="294800"/>
                </a:lnTo>
                <a:lnTo>
                  <a:pt x="1374340" y="294019"/>
                </a:lnTo>
                <a:lnTo>
                  <a:pt x="1374694" y="293278"/>
                </a:lnTo>
                <a:lnTo>
                  <a:pt x="1375114" y="292577"/>
                </a:lnTo>
                <a:lnTo>
                  <a:pt x="1375598" y="291917"/>
                </a:lnTo>
                <a:lnTo>
                  <a:pt x="1376146" y="291296"/>
                </a:lnTo>
                <a:lnTo>
                  <a:pt x="1376759" y="290715"/>
                </a:lnTo>
                <a:lnTo>
                  <a:pt x="1377436" y="290175"/>
                </a:lnTo>
                <a:lnTo>
                  <a:pt x="1378178" y="289674"/>
                </a:lnTo>
                <a:lnTo>
                  <a:pt x="1378984" y="289214"/>
                </a:lnTo>
                <a:lnTo>
                  <a:pt x="1379855" y="288793"/>
                </a:lnTo>
                <a:lnTo>
                  <a:pt x="1380791" y="288413"/>
                </a:lnTo>
                <a:lnTo>
                  <a:pt x="1381791" y="288073"/>
                </a:lnTo>
                <a:lnTo>
                  <a:pt x="1382855" y="287772"/>
                </a:lnTo>
                <a:lnTo>
                  <a:pt x="1383984" y="287512"/>
                </a:lnTo>
                <a:lnTo>
                  <a:pt x="1385178" y="287292"/>
                </a:lnTo>
                <a:lnTo>
                  <a:pt x="1386436" y="287112"/>
                </a:lnTo>
                <a:lnTo>
                  <a:pt x="1387758" y="286971"/>
                </a:lnTo>
                <a:lnTo>
                  <a:pt x="1389145" y="286871"/>
                </a:lnTo>
                <a:lnTo>
                  <a:pt x="1390597" y="286811"/>
                </a:lnTo>
                <a:lnTo>
                  <a:pt x="1392113" y="286791"/>
                </a:lnTo>
                <a:lnTo>
                  <a:pt x="1392552" y="286793"/>
                </a:lnTo>
                <a:lnTo>
                  <a:pt x="1392987" y="286799"/>
                </a:lnTo>
                <a:lnTo>
                  <a:pt x="1393419" y="286809"/>
                </a:lnTo>
                <a:lnTo>
                  <a:pt x="1393848" y="286822"/>
                </a:lnTo>
                <a:lnTo>
                  <a:pt x="1394273" y="286840"/>
                </a:lnTo>
                <a:lnTo>
                  <a:pt x="1394695" y="286861"/>
                </a:lnTo>
                <a:lnTo>
                  <a:pt x="1395114" y="286887"/>
                </a:lnTo>
                <a:lnTo>
                  <a:pt x="1395530" y="286916"/>
                </a:lnTo>
                <a:lnTo>
                  <a:pt x="1395942" y="286949"/>
                </a:lnTo>
                <a:lnTo>
                  <a:pt x="1396351" y="286986"/>
                </a:lnTo>
                <a:lnTo>
                  <a:pt x="1396756" y="287027"/>
                </a:lnTo>
                <a:lnTo>
                  <a:pt x="1397158" y="287072"/>
                </a:lnTo>
                <a:lnTo>
                  <a:pt x="1397557" y="287120"/>
                </a:lnTo>
                <a:lnTo>
                  <a:pt x="1397952" y="287173"/>
                </a:lnTo>
                <a:lnTo>
                  <a:pt x="1398344" y="287229"/>
                </a:lnTo>
                <a:lnTo>
                  <a:pt x="1398733" y="287290"/>
                </a:lnTo>
                <a:lnTo>
                  <a:pt x="1399118" y="287354"/>
                </a:lnTo>
                <a:lnTo>
                  <a:pt x="1399501" y="287422"/>
                </a:lnTo>
                <a:lnTo>
                  <a:pt x="1399879" y="287494"/>
                </a:lnTo>
                <a:lnTo>
                  <a:pt x="1400255" y="287570"/>
                </a:lnTo>
                <a:lnTo>
                  <a:pt x="1400627" y="287650"/>
                </a:lnTo>
                <a:lnTo>
                  <a:pt x="1400995" y="287733"/>
                </a:lnTo>
                <a:lnTo>
                  <a:pt x="1401361" y="287821"/>
                </a:lnTo>
                <a:lnTo>
                  <a:pt x="1401723" y="287912"/>
                </a:lnTo>
                <a:lnTo>
                  <a:pt x="1402093" y="287996"/>
                </a:lnTo>
                <a:lnTo>
                  <a:pt x="1402457" y="288087"/>
                </a:lnTo>
                <a:lnTo>
                  <a:pt x="1402814" y="288185"/>
                </a:lnTo>
                <a:lnTo>
                  <a:pt x="1403164" y="288291"/>
                </a:lnTo>
                <a:lnTo>
                  <a:pt x="1403508" y="288403"/>
                </a:lnTo>
                <a:lnTo>
                  <a:pt x="1403845" y="288523"/>
                </a:lnTo>
                <a:lnTo>
                  <a:pt x="1404176" y="288650"/>
                </a:lnTo>
                <a:lnTo>
                  <a:pt x="1404499" y="288784"/>
                </a:lnTo>
                <a:lnTo>
                  <a:pt x="1404816" y="288926"/>
                </a:lnTo>
                <a:lnTo>
                  <a:pt x="1405127" y="289075"/>
                </a:lnTo>
                <a:lnTo>
                  <a:pt x="1405430" y="289231"/>
                </a:lnTo>
                <a:lnTo>
                  <a:pt x="1405727" y="289394"/>
                </a:lnTo>
                <a:lnTo>
                  <a:pt x="1406017" y="289564"/>
                </a:lnTo>
                <a:lnTo>
                  <a:pt x="1406301" y="289742"/>
                </a:lnTo>
                <a:lnTo>
                  <a:pt x="1406578" y="289927"/>
                </a:lnTo>
                <a:lnTo>
                  <a:pt x="1406848" y="290119"/>
                </a:lnTo>
                <a:lnTo>
                  <a:pt x="1407112" y="290319"/>
                </a:lnTo>
                <a:lnTo>
                  <a:pt x="1407369" y="290525"/>
                </a:lnTo>
                <a:lnTo>
                  <a:pt x="1407619" y="290739"/>
                </a:lnTo>
                <a:lnTo>
                  <a:pt x="1407863" y="290960"/>
                </a:lnTo>
                <a:lnTo>
                  <a:pt x="1408100" y="291188"/>
                </a:lnTo>
                <a:lnTo>
                  <a:pt x="1408330" y="291424"/>
                </a:lnTo>
                <a:lnTo>
                  <a:pt x="1408553" y="291667"/>
                </a:lnTo>
                <a:lnTo>
                  <a:pt x="1408770" y="291917"/>
                </a:lnTo>
                <a:lnTo>
                  <a:pt x="1408992" y="292162"/>
                </a:lnTo>
                <a:lnTo>
                  <a:pt x="1409205" y="292417"/>
                </a:lnTo>
                <a:lnTo>
                  <a:pt x="1409408" y="292682"/>
                </a:lnTo>
                <a:lnTo>
                  <a:pt x="1409602" y="292958"/>
                </a:lnTo>
                <a:lnTo>
                  <a:pt x="1409787" y="293243"/>
                </a:lnTo>
                <a:lnTo>
                  <a:pt x="1409962" y="293538"/>
                </a:lnTo>
                <a:lnTo>
                  <a:pt x="1410127" y="293844"/>
                </a:lnTo>
                <a:lnTo>
                  <a:pt x="1410283" y="294159"/>
                </a:lnTo>
                <a:lnTo>
                  <a:pt x="1410430" y="294484"/>
                </a:lnTo>
                <a:lnTo>
                  <a:pt x="1410567" y="294820"/>
                </a:lnTo>
                <a:lnTo>
                  <a:pt x="1410694" y="295165"/>
                </a:lnTo>
                <a:lnTo>
                  <a:pt x="1410812" y="295520"/>
                </a:lnTo>
                <a:lnTo>
                  <a:pt x="1410921" y="295886"/>
                </a:lnTo>
                <a:lnTo>
                  <a:pt x="1411020" y="296261"/>
                </a:lnTo>
                <a:lnTo>
                  <a:pt x="1411110" y="296647"/>
                </a:lnTo>
                <a:lnTo>
                  <a:pt x="1411191" y="297042"/>
                </a:lnTo>
                <a:lnTo>
                  <a:pt x="1411262" y="297448"/>
                </a:lnTo>
                <a:lnTo>
                  <a:pt x="1411323" y="297863"/>
                </a:lnTo>
                <a:lnTo>
                  <a:pt x="1411375" y="298288"/>
                </a:lnTo>
                <a:lnTo>
                  <a:pt x="1411418" y="298724"/>
                </a:lnTo>
                <a:lnTo>
                  <a:pt x="1411451" y="299169"/>
                </a:lnTo>
                <a:lnTo>
                  <a:pt x="1411474" y="299625"/>
                </a:lnTo>
                <a:lnTo>
                  <a:pt x="1411488" y="300090"/>
                </a:lnTo>
                <a:lnTo>
                  <a:pt x="1411493" y="300566"/>
                </a:lnTo>
                <a:lnTo>
                  <a:pt x="1425428" y="300566"/>
                </a:lnTo>
                <a:lnTo>
                  <a:pt x="1425454" y="300473"/>
                </a:lnTo>
                <a:lnTo>
                  <a:pt x="1425479" y="300382"/>
                </a:lnTo>
                <a:lnTo>
                  <a:pt x="1425503" y="300293"/>
                </a:lnTo>
                <a:lnTo>
                  <a:pt x="1425526" y="300205"/>
                </a:lnTo>
                <a:lnTo>
                  <a:pt x="1425547" y="300119"/>
                </a:lnTo>
                <a:lnTo>
                  <a:pt x="1425568" y="300035"/>
                </a:lnTo>
                <a:lnTo>
                  <a:pt x="1425588" y="299953"/>
                </a:lnTo>
                <a:lnTo>
                  <a:pt x="1425606" y="299872"/>
                </a:lnTo>
                <a:lnTo>
                  <a:pt x="1425623" y="299792"/>
                </a:lnTo>
                <a:lnTo>
                  <a:pt x="1425639" y="299715"/>
                </a:lnTo>
                <a:lnTo>
                  <a:pt x="1425654" y="299639"/>
                </a:lnTo>
                <a:lnTo>
                  <a:pt x="1425668" y="299565"/>
                </a:lnTo>
                <a:lnTo>
                  <a:pt x="1425681" y="299492"/>
                </a:lnTo>
                <a:lnTo>
                  <a:pt x="1425693" y="299421"/>
                </a:lnTo>
                <a:lnTo>
                  <a:pt x="1425703" y="299352"/>
                </a:lnTo>
                <a:lnTo>
                  <a:pt x="1425713" y="299284"/>
                </a:lnTo>
                <a:lnTo>
                  <a:pt x="1425721" y="299219"/>
                </a:lnTo>
                <a:lnTo>
                  <a:pt x="1425728" y="299154"/>
                </a:lnTo>
                <a:lnTo>
                  <a:pt x="1425734" y="299092"/>
                </a:lnTo>
                <a:lnTo>
                  <a:pt x="1425739" y="299031"/>
                </a:lnTo>
                <a:lnTo>
                  <a:pt x="1425743" y="298972"/>
                </a:lnTo>
                <a:lnTo>
                  <a:pt x="1425746" y="298914"/>
                </a:lnTo>
                <a:lnTo>
                  <a:pt x="1425748" y="298858"/>
                </a:lnTo>
                <a:lnTo>
                  <a:pt x="1425748" y="298804"/>
                </a:lnTo>
                <a:lnTo>
                  <a:pt x="1425748" y="298751"/>
                </a:lnTo>
                <a:lnTo>
                  <a:pt x="1425748" y="298698"/>
                </a:lnTo>
                <a:lnTo>
                  <a:pt x="1425748" y="298646"/>
                </a:lnTo>
                <a:lnTo>
                  <a:pt x="1425748" y="298595"/>
                </a:lnTo>
                <a:lnTo>
                  <a:pt x="1425748" y="298544"/>
                </a:lnTo>
                <a:lnTo>
                  <a:pt x="1425748" y="298494"/>
                </a:lnTo>
                <a:lnTo>
                  <a:pt x="1425748" y="298444"/>
                </a:lnTo>
                <a:lnTo>
                  <a:pt x="1425748" y="298395"/>
                </a:lnTo>
                <a:lnTo>
                  <a:pt x="1425748" y="298346"/>
                </a:lnTo>
                <a:lnTo>
                  <a:pt x="1425748" y="298298"/>
                </a:lnTo>
                <a:lnTo>
                  <a:pt x="1425748" y="298250"/>
                </a:lnTo>
                <a:lnTo>
                  <a:pt x="1425748" y="298203"/>
                </a:lnTo>
                <a:lnTo>
                  <a:pt x="1425748" y="298157"/>
                </a:lnTo>
                <a:lnTo>
                  <a:pt x="1425748" y="298111"/>
                </a:lnTo>
                <a:lnTo>
                  <a:pt x="1425748" y="298066"/>
                </a:lnTo>
                <a:lnTo>
                  <a:pt x="1425748" y="298021"/>
                </a:lnTo>
                <a:lnTo>
                  <a:pt x="1425748" y="297977"/>
                </a:lnTo>
                <a:lnTo>
                  <a:pt x="1425748" y="297933"/>
                </a:lnTo>
                <a:lnTo>
                  <a:pt x="1425748" y="297890"/>
                </a:lnTo>
                <a:lnTo>
                  <a:pt x="1425748" y="297847"/>
                </a:lnTo>
                <a:lnTo>
                  <a:pt x="1425748" y="297805"/>
                </a:lnTo>
                <a:lnTo>
                  <a:pt x="1425748" y="297764"/>
                </a:lnTo>
                <a:lnTo>
                  <a:pt x="1425748" y="297723"/>
                </a:lnTo>
                <a:lnTo>
                  <a:pt x="1425748" y="297683"/>
                </a:lnTo>
                <a:lnTo>
                  <a:pt x="1425741" y="297112"/>
                </a:lnTo>
                <a:lnTo>
                  <a:pt x="1425718" y="296549"/>
                </a:lnTo>
                <a:lnTo>
                  <a:pt x="1425681" y="295993"/>
                </a:lnTo>
                <a:lnTo>
                  <a:pt x="1425628" y="295445"/>
                </a:lnTo>
                <a:lnTo>
                  <a:pt x="1425561" y="294903"/>
                </a:lnTo>
                <a:lnTo>
                  <a:pt x="1425478" y="294369"/>
                </a:lnTo>
                <a:lnTo>
                  <a:pt x="1425380" y="293842"/>
                </a:lnTo>
                <a:lnTo>
                  <a:pt x="1425268" y="293323"/>
                </a:lnTo>
                <a:lnTo>
                  <a:pt x="1425140" y="292810"/>
                </a:lnTo>
                <a:lnTo>
                  <a:pt x="1424998" y="292305"/>
                </a:lnTo>
                <a:lnTo>
                  <a:pt x="1424840" y="291807"/>
                </a:lnTo>
                <a:lnTo>
                  <a:pt x="1424667" y="291316"/>
                </a:lnTo>
                <a:lnTo>
                  <a:pt x="1424479" y="290832"/>
                </a:lnTo>
                <a:lnTo>
                  <a:pt x="1424277" y="290356"/>
                </a:lnTo>
                <a:lnTo>
                  <a:pt x="1424059" y="289887"/>
                </a:lnTo>
                <a:lnTo>
                  <a:pt x="1423826" y="289425"/>
                </a:lnTo>
                <a:lnTo>
                  <a:pt x="1423578" y="288971"/>
                </a:lnTo>
                <a:lnTo>
                  <a:pt x="1423316" y="288523"/>
                </a:lnTo>
                <a:lnTo>
                  <a:pt x="1423038" y="288083"/>
                </a:lnTo>
                <a:lnTo>
                  <a:pt x="1422745" y="287650"/>
                </a:lnTo>
                <a:lnTo>
                  <a:pt x="1422437" y="287224"/>
                </a:lnTo>
                <a:lnTo>
                  <a:pt x="1422114" y="286806"/>
                </a:lnTo>
                <a:lnTo>
                  <a:pt x="1421777" y="286394"/>
                </a:lnTo>
                <a:lnTo>
                  <a:pt x="1421424" y="285990"/>
                </a:lnTo>
                <a:lnTo>
                  <a:pt x="1421058" y="285581"/>
                </a:lnTo>
                <a:lnTo>
                  <a:pt x="1420682" y="285178"/>
                </a:lnTo>
                <a:lnTo>
                  <a:pt x="1420295" y="284784"/>
                </a:lnTo>
                <a:lnTo>
                  <a:pt x="1419898" y="284398"/>
                </a:lnTo>
                <a:lnTo>
                  <a:pt x="1419490" y="284019"/>
                </a:lnTo>
                <a:lnTo>
                  <a:pt x="1419071" y="283648"/>
                </a:lnTo>
                <a:lnTo>
                  <a:pt x="1418642" y="283285"/>
                </a:lnTo>
                <a:lnTo>
                  <a:pt x="1418203" y="282929"/>
                </a:lnTo>
                <a:lnTo>
                  <a:pt x="1417752" y="282582"/>
                </a:lnTo>
                <a:lnTo>
                  <a:pt x="1417292" y="282242"/>
                </a:lnTo>
                <a:lnTo>
                  <a:pt x="1416820" y="281910"/>
                </a:lnTo>
                <a:lnTo>
                  <a:pt x="1416338" y="281586"/>
                </a:lnTo>
                <a:lnTo>
                  <a:pt x="1415846" y="281269"/>
                </a:lnTo>
                <a:lnTo>
                  <a:pt x="1415343" y="280961"/>
                </a:lnTo>
                <a:lnTo>
                  <a:pt x="1414829" y="280660"/>
                </a:lnTo>
                <a:lnTo>
                  <a:pt x="1414305" y="280367"/>
                </a:lnTo>
                <a:lnTo>
                  <a:pt x="1413770" y="280081"/>
                </a:lnTo>
                <a:lnTo>
                  <a:pt x="1413225" y="279804"/>
                </a:lnTo>
                <a:lnTo>
                  <a:pt x="1412669" y="279534"/>
                </a:lnTo>
                <a:lnTo>
                  <a:pt x="1412103" y="279272"/>
                </a:lnTo>
                <a:lnTo>
                  <a:pt x="1411526" y="279018"/>
                </a:lnTo>
                <a:lnTo>
                  <a:pt x="1410938" y="278772"/>
                </a:lnTo>
                <a:lnTo>
                  <a:pt x="1410340" y="278533"/>
                </a:lnTo>
                <a:lnTo>
                  <a:pt x="1409731" y="278302"/>
                </a:lnTo>
                <a:lnTo>
                  <a:pt x="1409127" y="278080"/>
                </a:lnTo>
                <a:lnTo>
                  <a:pt x="1408517" y="277867"/>
                </a:lnTo>
                <a:lnTo>
                  <a:pt x="1407899" y="277664"/>
                </a:lnTo>
                <a:lnTo>
                  <a:pt x="1407275" y="277470"/>
                </a:lnTo>
                <a:lnTo>
                  <a:pt x="1406645" y="277286"/>
                </a:lnTo>
                <a:lnTo>
                  <a:pt x="1406007" y="277111"/>
                </a:lnTo>
                <a:lnTo>
                  <a:pt x="1405363" y="276946"/>
                </a:lnTo>
                <a:lnTo>
                  <a:pt x="1404713" y="276790"/>
                </a:lnTo>
                <a:lnTo>
                  <a:pt x="1404055" y="276643"/>
                </a:lnTo>
                <a:lnTo>
                  <a:pt x="1403391" y="276506"/>
                </a:lnTo>
                <a:lnTo>
                  <a:pt x="1402721" y="276378"/>
                </a:lnTo>
                <a:lnTo>
                  <a:pt x="1402043" y="276260"/>
                </a:lnTo>
                <a:lnTo>
                  <a:pt x="1401359" y="276151"/>
                </a:lnTo>
                <a:lnTo>
                  <a:pt x="1400669" y="276052"/>
                </a:lnTo>
                <a:lnTo>
                  <a:pt x="1399971" y="275962"/>
                </a:lnTo>
                <a:lnTo>
                  <a:pt x="1399267" y="275882"/>
                </a:lnTo>
                <a:lnTo>
                  <a:pt x="1398556" y="275811"/>
                </a:lnTo>
                <a:lnTo>
                  <a:pt x="1397839" y="275750"/>
                </a:lnTo>
                <a:lnTo>
                  <a:pt x="1397115" y="275698"/>
                </a:lnTo>
                <a:lnTo>
                  <a:pt x="1396384" y="275655"/>
                </a:lnTo>
                <a:lnTo>
                  <a:pt x="1395647" y="275622"/>
                </a:lnTo>
                <a:lnTo>
                  <a:pt x="1394902" y="275598"/>
                </a:lnTo>
                <a:lnTo>
                  <a:pt x="1394152" y="275584"/>
                </a:lnTo>
                <a:lnTo>
                  <a:pt x="1393394" y="275579"/>
                </a:lnTo>
                <a:lnTo>
                  <a:pt x="1392531" y="275584"/>
                </a:lnTo>
                <a:lnTo>
                  <a:pt x="1391677" y="275598"/>
                </a:lnTo>
                <a:lnTo>
                  <a:pt x="1390832" y="275622"/>
                </a:lnTo>
                <a:lnTo>
                  <a:pt x="1389995" y="275655"/>
                </a:lnTo>
                <a:lnTo>
                  <a:pt x="1389168" y="275698"/>
                </a:lnTo>
                <a:lnTo>
                  <a:pt x="1388349" y="275750"/>
                </a:lnTo>
                <a:lnTo>
                  <a:pt x="1387539" y="275811"/>
                </a:lnTo>
                <a:lnTo>
                  <a:pt x="1386738" y="275882"/>
                </a:lnTo>
                <a:lnTo>
                  <a:pt x="1385946" y="275962"/>
                </a:lnTo>
                <a:lnTo>
                  <a:pt x="1385163" y="276052"/>
                </a:lnTo>
                <a:lnTo>
                  <a:pt x="1384389" y="276151"/>
                </a:lnTo>
                <a:lnTo>
                  <a:pt x="1383624" y="276260"/>
                </a:lnTo>
                <a:lnTo>
                  <a:pt x="1382867" y="276378"/>
                </a:lnTo>
                <a:lnTo>
                  <a:pt x="1382120" y="276506"/>
                </a:lnTo>
                <a:lnTo>
                  <a:pt x="1381381" y="276643"/>
                </a:lnTo>
                <a:lnTo>
                  <a:pt x="1380652" y="276790"/>
                </a:lnTo>
                <a:lnTo>
                  <a:pt x="1379931" y="276946"/>
                </a:lnTo>
                <a:lnTo>
                  <a:pt x="1379219" y="277111"/>
                </a:lnTo>
                <a:lnTo>
                  <a:pt x="1378516" y="277286"/>
                </a:lnTo>
                <a:lnTo>
                  <a:pt x="1377822" y="277470"/>
                </a:lnTo>
                <a:lnTo>
                  <a:pt x="1377137" y="277664"/>
                </a:lnTo>
                <a:lnTo>
                  <a:pt x="1376461" y="277867"/>
                </a:lnTo>
                <a:lnTo>
                  <a:pt x="1375793" y="278080"/>
                </a:lnTo>
                <a:lnTo>
                  <a:pt x="1375135" y="278302"/>
                </a:lnTo>
                <a:lnTo>
                  <a:pt x="1374500" y="278534"/>
                </a:lnTo>
                <a:lnTo>
                  <a:pt x="1373877" y="278774"/>
                </a:lnTo>
                <a:lnTo>
                  <a:pt x="1373265" y="279023"/>
                </a:lnTo>
                <a:lnTo>
                  <a:pt x="1372666" y="279281"/>
                </a:lnTo>
                <a:lnTo>
                  <a:pt x="1372077" y="279548"/>
                </a:lnTo>
                <a:lnTo>
                  <a:pt x="1371501" y="279824"/>
                </a:lnTo>
                <a:lnTo>
                  <a:pt x="1370936" y="280109"/>
                </a:lnTo>
                <a:lnTo>
                  <a:pt x="1370383" y="280402"/>
                </a:lnTo>
                <a:lnTo>
                  <a:pt x="1369842" y="280705"/>
                </a:lnTo>
                <a:lnTo>
                  <a:pt x="1369312" y="281016"/>
                </a:lnTo>
                <a:lnTo>
                  <a:pt x="1368794" y="281337"/>
                </a:lnTo>
                <a:lnTo>
                  <a:pt x="1368288" y="281666"/>
                </a:lnTo>
                <a:lnTo>
                  <a:pt x="1367793" y="282004"/>
                </a:lnTo>
                <a:lnTo>
                  <a:pt x="1367310" y="282351"/>
                </a:lnTo>
                <a:lnTo>
                  <a:pt x="1366839" y="282707"/>
                </a:lnTo>
                <a:lnTo>
                  <a:pt x="1366379" y="283072"/>
                </a:lnTo>
                <a:lnTo>
                  <a:pt x="1365931" y="283446"/>
                </a:lnTo>
                <a:lnTo>
                  <a:pt x="1365495" y="283828"/>
                </a:lnTo>
                <a:lnTo>
                  <a:pt x="1365070" y="284220"/>
                </a:lnTo>
                <a:lnTo>
                  <a:pt x="1364657" y="284620"/>
                </a:lnTo>
                <a:lnTo>
                  <a:pt x="1364256" y="285029"/>
                </a:lnTo>
                <a:lnTo>
                  <a:pt x="1363866" y="285448"/>
                </a:lnTo>
                <a:lnTo>
                  <a:pt x="1363488" y="285875"/>
                </a:lnTo>
                <a:lnTo>
                  <a:pt x="1363122" y="286311"/>
                </a:lnTo>
                <a:lnTo>
                  <a:pt x="1362769" y="286756"/>
                </a:lnTo>
                <a:lnTo>
                  <a:pt x="1362431" y="287211"/>
                </a:lnTo>
                <a:lnTo>
                  <a:pt x="1362109" y="287675"/>
                </a:lnTo>
                <a:lnTo>
                  <a:pt x="1361801" y="288148"/>
                </a:lnTo>
                <a:lnTo>
                  <a:pt x="1361508" y="288631"/>
                </a:lnTo>
                <a:lnTo>
                  <a:pt x="1361230" y="289124"/>
                </a:lnTo>
                <a:lnTo>
                  <a:pt x="1360967" y="289626"/>
                </a:lnTo>
                <a:lnTo>
                  <a:pt x="1360720" y="290137"/>
                </a:lnTo>
                <a:lnTo>
                  <a:pt x="1360487" y="290658"/>
                </a:lnTo>
                <a:lnTo>
                  <a:pt x="1360269" y="291188"/>
                </a:lnTo>
                <a:lnTo>
                  <a:pt x="1360067" y="291728"/>
                </a:lnTo>
                <a:lnTo>
                  <a:pt x="1359879" y="292277"/>
                </a:lnTo>
                <a:lnTo>
                  <a:pt x="1359706" y="292836"/>
                </a:lnTo>
                <a:lnTo>
                  <a:pt x="1359548" y="293404"/>
                </a:lnTo>
                <a:lnTo>
                  <a:pt x="1359406" y="293981"/>
                </a:lnTo>
                <a:lnTo>
                  <a:pt x="1359278" y="294568"/>
                </a:lnTo>
                <a:lnTo>
                  <a:pt x="1359166" y="295165"/>
                </a:lnTo>
                <a:lnTo>
                  <a:pt x="1359068" y="295771"/>
                </a:lnTo>
                <a:lnTo>
                  <a:pt x="1358985" y="296386"/>
                </a:lnTo>
                <a:lnTo>
                  <a:pt x="1358918" y="297011"/>
                </a:lnTo>
                <a:lnTo>
                  <a:pt x="1358865" y="297645"/>
                </a:lnTo>
                <a:lnTo>
                  <a:pt x="1358828" y="298289"/>
                </a:lnTo>
                <a:lnTo>
                  <a:pt x="1358805" y="298942"/>
                </a:lnTo>
                <a:lnTo>
                  <a:pt x="1358798" y="299605"/>
                </a:lnTo>
                <a:lnTo>
                  <a:pt x="1358803" y="300175"/>
                </a:lnTo>
                <a:lnTo>
                  <a:pt x="1358818" y="300737"/>
                </a:lnTo>
                <a:lnTo>
                  <a:pt x="1358843" y="301292"/>
                </a:lnTo>
                <a:lnTo>
                  <a:pt x="1358878" y="301838"/>
                </a:lnTo>
                <a:lnTo>
                  <a:pt x="1358923" y="302377"/>
                </a:lnTo>
                <a:lnTo>
                  <a:pt x="1358978" y="302908"/>
                </a:lnTo>
                <a:lnTo>
                  <a:pt x="1359043" y="303432"/>
                </a:lnTo>
                <a:lnTo>
                  <a:pt x="1359118" y="303947"/>
                </a:lnTo>
                <a:lnTo>
                  <a:pt x="1359203" y="304455"/>
                </a:lnTo>
                <a:lnTo>
                  <a:pt x="1359298" y="304955"/>
                </a:lnTo>
                <a:lnTo>
                  <a:pt x="1359403" y="305447"/>
                </a:lnTo>
                <a:lnTo>
                  <a:pt x="1359518" y="305931"/>
                </a:lnTo>
                <a:lnTo>
                  <a:pt x="1359644" y="306408"/>
                </a:lnTo>
                <a:lnTo>
                  <a:pt x="1359779" y="306877"/>
                </a:lnTo>
                <a:lnTo>
                  <a:pt x="1359924" y="307338"/>
                </a:lnTo>
                <a:lnTo>
                  <a:pt x="1360079" y="307791"/>
                </a:lnTo>
                <a:lnTo>
                  <a:pt x="1360244" y="308237"/>
                </a:lnTo>
                <a:lnTo>
                  <a:pt x="1360419" y="308674"/>
                </a:lnTo>
                <a:lnTo>
                  <a:pt x="1360605" y="309104"/>
                </a:lnTo>
                <a:lnTo>
                  <a:pt x="1360800" y="309526"/>
                </a:lnTo>
                <a:lnTo>
                  <a:pt x="1361005" y="309941"/>
                </a:lnTo>
                <a:lnTo>
                  <a:pt x="1361220" y="310347"/>
                </a:lnTo>
                <a:lnTo>
                  <a:pt x="1361445" y="310746"/>
                </a:lnTo>
                <a:lnTo>
                  <a:pt x="1361681" y="311137"/>
                </a:lnTo>
                <a:lnTo>
                  <a:pt x="1361927" y="311508"/>
                </a:lnTo>
                <a:lnTo>
                  <a:pt x="1362187" y="311873"/>
                </a:lnTo>
                <a:lnTo>
                  <a:pt x="1362459" y="312233"/>
                </a:lnTo>
                <a:lnTo>
                  <a:pt x="1362744" y="312587"/>
                </a:lnTo>
                <a:lnTo>
                  <a:pt x="1363042" y="312936"/>
                </a:lnTo>
                <a:lnTo>
                  <a:pt x="1363352" y="313279"/>
                </a:lnTo>
                <a:lnTo>
                  <a:pt x="1363676" y="313617"/>
                </a:lnTo>
                <a:lnTo>
                  <a:pt x="1364012" y="313949"/>
                </a:lnTo>
                <a:lnTo>
                  <a:pt x="1364361" y="314275"/>
                </a:lnTo>
                <a:lnTo>
                  <a:pt x="1364723" y="314596"/>
                </a:lnTo>
                <a:lnTo>
                  <a:pt x="1365097" y="314911"/>
                </a:lnTo>
                <a:lnTo>
                  <a:pt x="1365485" y="315221"/>
                </a:lnTo>
                <a:lnTo>
                  <a:pt x="1365885" y="315525"/>
                </a:lnTo>
                <a:lnTo>
                  <a:pt x="1366298" y="315824"/>
                </a:lnTo>
                <a:lnTo>
                  <a:pt x="1366724" y="316117"/>
                </a:lnTo>
                <a:lnTo>
                  <a:pt x="1367162" y="316405"/>
                </a:lnTo>
                <a:lnTo>
                  <a:pt x="1367613" y="316687"/>
                </a:lnTo>
                <a:lnTo>
                  <a:pt x="1368077" y="316963"/>
                </a:lnTo>
                <a:lnTo>
                  <a:pt x="1368554" y="317234"/>
                </a:lnTo>
                <a:lnTo>
                  <a:pt x="1369044" y="317499"/>
                </a:lnTo>
                <a:lnTo>
                  <a:pt x="1369547" y="317759"/>
                </a:lnTo>
                <a:lnTo>
                  <a:pt x="1370062" y="318013"/>
                </a:lnTo>
                <a:lnTo>
                  <a:pt x="1370590" y="318262"/>
                </a:lnTo>
                <a:lnTo>
                  <a:pt x="1371131" y="318505"/>
                </a:lnTo>
                <a:lnTo>
                  <a:pt x="1371685" y="318730"/>
                </a:lnTo>
                <a:lnTo>
                  <a:pt x="1372254" y="318953"/>
                </a:lnTo>
                <a:lnTo>
                  <a:pt x="1372838" y="319173"/>
                </a:lnTo>
                <a:lnTo>
                  <a:pt x="1373435" y="319390"/>
                </a:lnTo>
                <a:lnTo>
                  <a:pt x="1374048" y="319604"/>
                </a:lnTo>
                <a:lnTo>
                  <a:pt x="1374674" y="319816"/>
                </a:lnTo>
                <a:lnTo>
                  <a:pt x="1375316" y="320025"/>
                </a:lnTo>
                <a:lnTo>
                  <a:pt x="1375971" y="320231"/>
                </a:lnTo>
                <a:lnTo>
                  <a:pt x="1376642" y="320434"/>
                </a:lnTo>
                <a:lnTo>
                  <a:pt x="1377326" y="320635"/>
                </a:lnTo>
                <a:lnTo>
                  <a:pt x="1378025" y="320832"/>
                </a:lnTo>
                <a:lnTo>
                  <a:pt x="1378739" y="321027"/>
                </a:lnTo>
                <a:lnTo>
                  <a:pt x="1379467" y="321219"/>
                </a:lnTo>
                <a:lnTo>
                  <a:pt x="1380209" y="321409"/>
                </a:lnTo>
                <a:lnTo>
                  <a:pt x="1380966" y="321595"/>
                </a:lnTo>
                <a:lnTo>
                  <a:pt x="1381737" y="321779"/>
                </a:lnTo>
                <a:lnTo>
                  <a:pt x="1382523" y="321960"/>
                </a:lnTo>
                <a:lnTo>
                  <a:pt x="1383324" y="322139"/>
                </a:lnTo>
                <a:lnTo>
                  <a:pt x="1384138" y="322314"/>
                </a:lnTo>
                <a:lnTo>
                  <a:pt x="1384968" y="322487"/>
                </a:lnTo>
                <a:lnTo>
                  <a:pt x="1385811" y="322657"/>
                </a:lnTo>
                <a:lnTo>
                  <a:pt x="1386669" y="322824"/>
                </a:lnTo>
                <a:lnTo>
                  <a:pt x="1387542" y="322988"/>
                </a:lnTo>
                <a:lnTo>
                  <a:pt x="1388429" y="323150"/>
                </a:lnTo>
                <a:lnTo>
                  <a:pt x="1389262" y="323283"/>
                </a:lnTo>
                <a:lnTo>
                  <a:pt x="1390077" y="323418"/>
                </a:lnTo>
                <a:lnTo>
                  <a:pt x="1390877" y="323553"/>
                </a:lnTo>
                <a:lnTo>
                  <a:pt x="1391659" y="323688"/>
                </a:lnTo>
                <a:lnTo>
                  <a:pt x="1392425" y="323824"/>
                </a:lnTo>
                <a:lnTo>
                  <a:pt x="1393174" y="323960"/>
                </a:lnTo>
                <a:lnTo>
                  <a:pt x="1393906" y="324098"/>
                </a:lnTo>
                <a:lnTo>
                  <a:pt x="1394622" y="324235"/>
                </a:lnTo>
                <a:lnTo>
                  <a:pt x="1395321" y="324373"/>
                </a:lnTo>
                <a:lnTo>
                  <a:pt x="1396004" y="324512"/>
                </a:lnTo>
                <a:lnTo>
                  <a:pt x="1396669" y="324651"/>
                </a:lnTo>
                <a:lnTo>
                  <a:pt x="1397318" y="324791"/>
                </a:lnTo>
                <a:lnTo>
                  <a:pt x="1397951" y="324932"/>
                </a:lnTo>
                <a:lnTo>
                  <a:pt x="1398566" y="325073"/>
                </a:lnTo>
                <a:lnTo>
                  <a:pt x="1399165" y="325214"/>
                </a:lnTo>
                <a:lnTo>
                  <a:pt x="1399747" y="325356"/>
                </a:lnTo>
                <a:lnTo>
                  <a:pt x="1400313" y="325499"/>
                </a:lnTo>
                <a:lnTo>
                  <a:pt x="1400862" y="325642"/>
                </a:lnTo>
                <a:lnTo>
                  <a:pt x="1401394" y="325786"/>
                </a:lnTo>
                <a:lnTo>
                  <a:pt x="1401910" y="325930"/>
                </a:lnTo>
                <a:lnTo>
                  <a:pt x="1402409" y="326075"/>
                </a:lnTo>
                <a:lnTo>
                  <a:pt x="1402891" y="326221"/>
                </a:lnTo>
                <a:lnTo>
                  <a:pt x="1403356" y="326367"/>
                </a:lnTo>
                <a:lnTo>
                  <a:pt x="1403805" y="326513"/>
                </a:lnTo>
                <a:lnTo>
                  <a:pt x="1404253" y="326661"/>
                </a:lnTo>
                <a:lnTo>
                  <a:pt x="1404689" y="326811"/>
                </a:lnTo>
                <a:lnTo>
                  <a:pt x="1405114" y="326964"/>
                </a:lnTo>
                <a:lnTo>
                  <a:pt x="1405527" y="327118"/>
                </a:lnTo>
                <a:lnTo>
                  <a:pt x="1405928" y="327275"/>
                </a:lnTo>
                <a:lnTo>
                  <a:pt x="1406318" y="327434"/>
                </a:lnTo>
                <a:lnTo>
                  <a:pt x="1406696" y="327595"/>
                </a:lnTo>
                <a:lnTo>
                  <a:pt x="1407062" y="327759"/>
                </a:lnTo>
                <a:lnTo>
                  <a:pt x="1407416" y="327925"/>
                </a:lnTo>
                <a:lnTo>
                  <a:pt x="1407759" y="328093"/>
                </a:lnTo>
                <a:lnTo>
                  <a:pt x="1408091" y="328263"/>
                </a:lnTo>
                <a:lnTo>
                  <a:pt x="1408410" y="328435"/>
                </a:lnTo>
                <a:lnTo>
                  <a:pt x="1408718" y="328610"/>
                </a:lnTo>
                <a:lnTo>
                  <a:pt x="1409014" y="328787"/>
                </a:lnTo>
                <a:lnTo>
                  <a:pt x="1409298" y="328966"/>
                </a:lnTo>
                <a:lnTo>
                  <a:pt x="1409571" y="329147"/>
                </a:lnTo>
                <a:lnTo>
                  <a:pt x="1409832" y="329331"/>
                </a:lnTo>
                <a:lnTo>
                  <a:pt x="1410082" y="329516"/>
                </a:lnTo>
                <a:lnTo>
                  <a:pt x="1410320" y="329704"/>
                </a:lnTo>
                <a:lnTo>
                  <a:pt x="1410546" y="329894"/>
                </a:lnTo>
                <a:lnTo>
                  <a:pt x="1410760" y="330087"/>
                </a:lnTo>
                <a:lnTo>
                  <a:pt x="1410963" y="330282"/>
                </a:lnTo>
                <a:lnTo>
                  <a:pt x="1411154" y="330478"/>
                </a:lnTo>
                <a:lnTo>
                  <a:pt x="1411333" y="330678"/>
                </a:lnTo>
                <a:lnTo>
                  <a:pt x="1411503" y="330880"/>
                </a:lnTo>
                <a:lnTo>
                  <a:pt x="1411666" y="331087"/>
                </a:lnTo>
                <a:lnTo>
                  <a:pt x="1411821" y="331298"/>
                </a:lnTo>
                <a:lnTo>
                  <a:pt x="1411969" y="331514"/>
                </a:lnTo>
                <a:lnTo>
                  <a:pt x="1412110" y="331734"/>
                </a:lnTo>
                <a:lnTo>
                  <a:pt x="1412244" y="331959"/>
                </a:lnTo>
                <a:lnTo>
                  <a:pt x="1412371" y="332188"/>
                </a:lnTo>
                <a:lnTo>
                  <a:pt x="1412490" y="332422"/>
                </a:lnTo>
                <a:lnTo>
                  <a:pt x="1412602" y="332660"/>
                </a:lnTo>
                <a:lnTo>
                  <a:pt x="1412707" y="332902"/>
                </a:lnTo>
                <a:lnTo>
                  <a:pt x="1412804" y="333149"/>
                </a:lnTo>
                <a:lnTo>
                  <a:pt x="1412895" y="333400"/>
                </a:lnTo>
                <a:lnTo>
                  <a:pt x="1412978" y="333656"/>
                </a:lnTo>
                <a:lnTo>
                  <a:pt x="1413054" y="333917"/>
                </a:lnTo>
                <a:lnTo>
                  <a:pt x="1413122" y="334181"/>
                </a:lnTo>
                <a:lnTo>
                  <a:pt x="1413184" y="334450"/>
                </a:lnTo>
                <a:lnTo>
                  <a:pt x="1413238" y="334724"/>
                </a:lnTo>
                <a:lnTo>
                  <a:pt x="1413285" y="335002"/>
                </a:lnTo>
                <a:lnTo>
                  <a:pt x="1413325" y="335285"/>
                </a:lnTo>
                <a:lnTo>
                  <a:pt x="1413357" y="335572"/>
                </a:lnTo>
                <a:lnTo>
                  <a:pt x="1413383" y="335863"/>
                </a:lnTo>
                <a:lnTo>
                  <a:pt x="1413401" y="336159"/>
                </a:lnTo>
                <a:lnTo>
                  <a:pt x="1413412" y="336459"/>
                </a:lnTo>
                <a:lnTo>
                  <a:pt x="1413415" y="336764"/>
                </a:lnTo>
                <a:lnTo>
                  <a:pt x="1413406" y="337227"/>
                </a:lnTo>
                <a:lnTo>
                  <a:pt x="1413380" y="337684"/>
                </a:lnTo>
                <a:lnTo>
                  <a:pt x="1413335" y="338133"/>
                </a:lnTo>
                <a:lnTo>
                  <a:pt x="1413273" y="338575"/>
                </a:lnTo>
                <a:lnTo>
                  <a:pt x="1413193" y="339009"/>
                </a:lnTo>
                <a:lnTo>
                  <a:pt x="1413095" y="339437"/>
                </a:lnTo>
                <a:lnTo>
                  <a:pt x="1412979" y="339857"/>
                </a:lnTo>
                <a:lnTo>
                  <a:pt x="1412846" y="340270"/>
                </a:lnTo>
                <a:lnTo>
                  <a:pt x="1412695" y="340676"/>
                </a:lnTo>
                <a:lnTo>
                  <a:pt x="1412525" y="341074"/>
                </a:lnTo>
                <a:lnTo>
                  <a:pt x="1412339" y="341465"/>
                </a:lnTo>
                <a:lnTo>
                  <a:pt x="1412134" y="341849"/>
                </a:lnTo>
                <a:lnTo>
                  <a:pt x="1411911" y="342226"/>
                </a:lnTo>
                <a:lnTo>
                  <a:pt x="1411671" y="342596"/>
                </a:lnTo>
                <a:lnTo>
                  <a:pt x="1411413" y="342958"/>
                </a:lnTo>
                <a:lnTo>
                  <a:pt x="1411137" y="343313"/>
                </a:lnTo>
                <a:lnTo>
                  <a:pt x="1410844" y="343661"/>
                </a:lnTo>
                <a:lnTo>
                  <a:pt x="1410532" y="344002"/>
                </a:lnTo>
                <a:lnTo>
                  <a:pt x="1410203" y="344335"/>
                </a:lnTo>
                <a:lnTo>
                  <a:pt x="1409856" y="344661"/>
                </a:lnTo>
                <a:lnTo>
                  <a:pt x="1409491" y="344980"/>
                </a:lnTo>
                <a:lnTo>
                  <a:pt x="1409108" y="345292"/>
                </a:lnTo>
                <a:lnTo>
                  <a:pt x="1408708" y="345596"/>
                </a:lnTo>
                <a:lnTo>
                  <a:pt x="1408290" y="345894"/>
                </a:lnTo>
                <a:lnTo>
                  <a:pt x="1407868" y="346168"/>
                </a:lnTo>
                <a:lnTo>
                  <a:pt x="1407429" y="346431"/>
                </a:lnTo>
                <a:lnTo>
                  <a:pt x="1406973" y="346682"/>
                </a:lnTo>
                <a:lnTo>
                  <a:pt x="1406501" y="346921"/>
                </a:lnTo>
                <a:lnTo>
                  <a:pt x="1406012" y="347149"/>
                </a:lnTo>
                <a:lnTo>
                  <a:pt x="1405507" y="347365"/>
                </a:lnTo>
                <a:lnTo>
                  <a:pt x="1404985" y="347570"/>
                </a:lnTo>
                <a:lnTo>
                  <a:pt x="1404446" y="347762"/>
                </a:lnTo>
                <a:lnTo>
                  <a:pt x="1403890" y="347943"/>
                </a:lnTo>
                <a:lnTo>
                  <a:pt x="1403318" y="348113"/>
                </a:lnTo>
                <a:lnTo>
                  <a:pt x="1402729" y="348270"/>
                </a:lnTo>
                <a:lnTo>
                  <a:pt x="1402123" y="348416"/>
                </a:lnTo>
                <a:lnTo>
                  <a:pt x="1401501" y="348551"/>
                </a:lnTo>
                <a:lnTo>
                  <a:pt x="1400862" y="348673"/>
                </a:lnTo>
                <a:lnTo>
                  <a:pt x="1400206" y="348784"/>
                </a:lnTo>
                <a:lnTo>
                  <a:pt x="1399534" y="348883"/>
                </a:lnTo>
                <a:lnTo>
                  <a:pt x="1398845" y="348971"/>
                </a:lnTo>
                <a:lnTo>
                  <a:pt x="1398139" y="349047"/>
                </a:lnTo>
                <a:lnTo>
                  <a:pt x="1397417" y="349111"/>
                </a:lnTo>
                <a:lnTo>
                  <a:pt x="1396678" y="349164"/>
                </a:lnTo>
                <a:lnTo>
                  <a:pt x="1395922" y="349205"/>
                </a:lnTo>
                <a:lnTo>
                  <a:pt x="1395149" y="349234"/>
                </a:lnTo>
                <a:lnTo>
                  <a:pt x="1394360" y="349251"/>
                </a:lnTo>
                <a:lnTo>
                  <a:pt x="1393554" y="349257"/>
                </a:lnTo>
                <a:lnTo>
                  <a:pt x="1392655" y="349251"/>
                </a:lnTo>
                <a:lnTo>
                  <a:pt x="1391773" y="349232"/>
                </a:lnTo>
                <a:lnTo>
                  <a:pt x="1390909" y="349200"/>
                </a:lnTo>
                <a:lnTo>
                  <a:pt x="1390062" y="349155"/>
                </a:lnTo>
                <a:lnTo>
                  <a:pt x="1389232" y="349097"/>
                </a:lnTo>
                <a:lnTo>
                  <a:pt x="1388419" y="349027"/>
                </a:lnTo>
                <a:lnTo>
                  <a:pt x="1387623" y="348944"/>
                </a:lnTo>
                <a:lnTo>
                  <a:pt x="1386845" y="348848"/>
                </a:lnTo>
                <a:lnTo>
                  <a:pt x="1386084" y="348739"/>
                </a:lnTo>
                <a:lnTo>
                  <a:pt x="1385340" y="348618"/>
                </a:lnTo>
                <a:lnTo>
                  <a:pt x="1384613" y="348483"/>
                </a:lnTo>
                <a:lnTo>
                  <a:pt x="1383904" y="348336"/>
                </a:lnTo>
                <a:lnTo>
                  <a:pt x="1383212" y="348176"/>
                </a:lnTo>
                <a:lnTo>
                  <a:pt x="1382537" y="348004"/>
                </a:lnTo>
                <a:lnTo>
                  <a:pt x="1381879" y="347818"/>
                </a:lnTo>
                <a:lnTo>
                  <a:pt x="1381239" y="347620"/>
                </a:lnTo>
                <a:lnTo>
                  <a:pt x="1380616" y="347409"/>
                </a:lnTo>
                <a:lnTo>
                  <a:pt x="1380010" y="347185"/>
                </a:lnTo>
                <a:lnTo>
                  <a:pt x="1379421" y="346948"/>
                </a:lnTo>
                <a:lnTo>
                  <a:pt x="1378850" y="346699"/>
                </a:lnTo>
                <a:lnTo>
                  <a:pt x="1378296" y="346437"/>
                </a:lnTo>
                <a:lnTo>
                  <a:pt x="1377759" y="346162"/>
                </a:lnTo>
                <a:lnTo>
                  <a:pt x="1377239" y="345874"/>
                </a:lnTo>
                <a:lnTo>
                  <a:pt x="1376737" y="345573"/>
                </a:lnTo>
                <a:lnTo>
                  <a:pt x="1376266" y="345248"/>
                </a:lnTo>
                <a:lnTo>
                  <a:pt x="1375816" y="344913"/>
                </a:lnTo>
                <a:lnTo>
                  <a:pt x="1375385" y="344567"/>
                </a:lnTo>
                <a:lnTo>
                  <a:pt x="1374975" y="344212"/>
                </a:lnTo>
                <a:lnTo>
                  <a:pt x="1374584" y="343846"/>
                </a:lnTo>
                <a:lnTo>
                  <a:pt x="1374214" y="343471"/>
                </a:lnTo>
                <a:lnTo>
                  <a:pt x="1373864" y="343086"/>
                </a:lnTo>
                <a:lnTo>
                  <a:pt x="1373533" y="342690"/>
                </a:lnTo>
                <a:lnTo>
                  <a:pt x="1373223" y="342285"/>
                </a:lnTo>
                <a:lnTo>
                  <a:pt x="1372933" y="341869"/>
                </a:lnTo>
                <a:lnTo>
                  <a:pt x="1372662" y="341444"/>
                </a:lnTo>
                <a:lnTo>
                  <a:pt x="1372412" y="341008"/>
                </a:lnTo>
                <a:lnTo>
                  <a:pt x="1372182" y="340563"/>
                </a:lnTo>
                <a:lnTo>
                  <a:pt x="1371972" y="340107"/>
                </a:lnTo>
                <a:lnTo>
                  <a:pt x="1371781" y="339642"/>
                </a:lnTo>
                <a:lnTo>
                  <a:pt x="1371611" y="339166"/>
                </a:lnTo>
                <a:lnTo>
                  <a:pt x="1371461" y="338681"/>
                </a:lnTo>
                <a:lnTo>
                  <a:pt x="1371331" y="338185"/>
                </a:lnTo>
                <a:lnTo>
                  <a:pt x="1371221" y="337680"/>
                </a:lnTo>
                <a:lnTo>
                  <a:pt x="1371131" y="337164"/>
                </a:lnTo>
                <a:lnTo>
                  <a:pt x="1371061" y="336639"/>
                </a:lnTo>
                <a:lnTo>
                  <a:pt x="1371010" y="336103"/>
                </a:lnTo>
                <a:lnTo>
                  <a:pt x="1370980" y="335558"/>
                </a:lnTo>
                <a:lnTo>
                  <a:pt x="1370970" y="335002"/>
                </a:lnTo>
                <a:lnTo>
                  <a:pt x="1370970" y="333400"/>
                </a:lnTo>
                <a:lnTo>
                  <a:pt x="1357196" y="333400"/>
                </a:lnTo>
                <a:lnTo>
                  <a:pt x="1357183" y="333494"/>
                </a:lnTo>
                <a:lnTo>
                  <a:pt x="1357170" y="333586"/>
                </a:lnTo>
                <a:lnTo>
                  <a:pt x="1357158" y="333678"/>
                </a:lnTo>
                <a:lnTo>
                  <a:pt x="1357147" y="333770"/>
                </a:lnTo>
                <a:lnTo>
                  <a:pt x="1357136" y="333861"/>
                </a:lnTo>
                <a:lnTo>
                  <a:pt x="1357126" y="333951"/>
                </a:lnTo>
                <a:lnTo>
                  <a:pt x="1357116" y="334041"/>
                </a:lnTo>
                <a:lnTo>
                  <a:pt x="1357107" y="334130"/>
                </a:lnTo>
                <a:lnTo>
                  <a:pt x="1357098" y="334219"/>
                </a:lnTo>
                <a:lnTo>
                  <a:pt x="1357090" y="334307"/>
                </a:lnTo>
                <a:lnTo>
                  <a:pt x="1357083" y="334395"/>
                </a:lnTo>
                <a:lnTo>
                  <a:pt x="1357076" y="334482"/>
                </a:lnTo>
                <a:lnTo>
                  <a:pt x="1357069" y="334568"/>
                </a:lnTo>
                <a:lnTo>
                  <a:pt x="1357064" y="334654"/>
                </a:lnTo>
                <a:lnTo>
                  <a:pt x="1357058" y="334739"/>
                </a:lnTo>
                <a:lnTo>
                  <a:pt x="1357054" y="334824"/>
                </a:lnTo>
                <a:lnTo>
                  <a:pt x="1357049" y="334908"/>
                </a:lnTo>
                <a:lnTo>
                  <a:pt x="1357046" y="334992"/>
                </a:lnTo>
                <a:lnTo>
                  <a:pt x="1357043" y="335075"/>
                </a:lnTo>
                <a:lnTo>
                  <a:pt x="1357040" y="335158"/>
                </a:lnTo>
                <a:lnTo>
                  <a:pt x="1357038" y="335240"/>
                </a:lnTo>
                <a:lnTo>
                  <a:pt x="1357037" y="335321"/>
                </a:lnTo>
                <a:lnTo>
                  <a:pt x="1357036" y="335402"/>
                </a:lnTo>
                <a:lnTo>
                  <a:pt x="1357036" y="335483"/>
                </a:lnTo>
                <a:lnTo>
                  <a:pt x="1357036" y="335562"/>
                </a:lnTo>
                <a:lnTo>
                  <a:pt x="1357036" y="335639"/>
                </a:lnTo>
                <a:lnTo>
                  <a:pt x="1357036" y="335715"/>
                </a:lnTo>
                <a:lnTo>
                  <a:pt x="1357036" y="335790"/>
                </a:lnTo>
                <a:lnTo>
                  <a:pt x="1357036" y="335862"/>
                </a:lnTo>
                <a:lnTo>
                  <a:pt x="1357036" y="335933"/>
                </a:lnTo>
                <a:lnTo>
                  <a:pt x="1357036" y="336002"/>
                </a:lnTo>
                <a:lnTo>
                  <a:pt x="1357036" y="336070"/>
                </a:lnTo>
                <a:lnTo>
                  <a:pt x="1357036" y="336136"/>
                </a:lnTo>
                <a:lnTo>
                  <a:pt x="1357036" y="336200"/>
                </a:lnTo>
                <a:lnTo>
                  <a:pt x="1357036" y="336263"/>
                </a:lnTo>
                <a:lnTo>
                  <a:pt x="1357036" y="336324"/>
                </a:lnTo>
                <a:lnTo>
                  <a:pt x="1357036" y="336383"/>
                </a:lnTo>
                <a:lnTo>
                  <a:pt x="1357036" y="336440"/>
                </a:lnTo>
                <a:lnTo>
                  <a:pt x="1357036" y="336496"/>
                </a:lnTo>
                <a:lnTo>
                  <a:pt x="1357036" y="336550"/>
                </a:lnTo>
                <a:lnTo>
                  <a:pt x="1357036" y="336603"/>
                </a:lnTo>
                <a:lnTo>
                  <a:pt x="1357036" y="336654"/>
                </a:lnTo>
                <a:lnTo>
                  <a:pt x="1357036" y="336703"/>
                </a:lnTo>
                <a:lnTo>
                  <a:pt x="1357036" y="336751"/>
                </a:lnTo>
                <a:lnTo>
                  <a:pt x="1357036" y="336796"/>
                </a:lnTo>
                <a:lnTo>
                  <a:pt x="1357036" y="336841"/>
                </a:lnTo>
                <a:lnTo>
                  <a:pt x="1357036" y="336883"/>
                </a:lnTo>
                <a:lnTo>
                  <a:pt x="1357036" y="336924"/>
                </a:lnTo>
                <a:lnTo>
                  <a:pt x="1357043" y="337535"/>
                </a:lnTo>
                <a:lnTo>
                  <a:pt x="1357066" y="338139"/>
                </a:lnTo>
                <a:lnTo>
                  <a:pt x="1357103" y="338736"/>
                </a:lnTo>
                <a:lnTo>
                  <a:pt x="1357156" y="339327"/>
                </a:lnTo>
                <a:lnTo>
                  <a:pt x="1357224" y="339911"/>
                </a:lnTo>
                <a:lnTo>
                  <a:pt x="1357306" y="340488"/>
                </a:lnTo>
                <a:lnTo>
                  <a:pt x="1357404" y="341058"/>
                </a:lnTo>
                <a:lnTo>
                  <a:pt x="1357516" y="341622"/>
                </a:lnTo>
                <a:lnTo>
                  <a:pt x="1357644" y="342180"/>
                </a:lnTo>
                <a:lnTo>
                  <a:pt x="1357787" y="342730"/>
                </a:lnTo>
                <a:lnTo>
                  <a:pt x="1357944" y="343274"/>
                </a:lnTo>
                <a:lnTo>
                  <a:pt x="1358117" y="343811"/>
                </a:lnTo>
                <a:lnTo>
                  <a:pt x="1358305" y="344342"/>
                </a:lnTo>
                <a:lnTo>
                  <a:pt x="1358507" y="344866"/>
                </a:lnTo>
                <a:lnTo>
                  <a:pt x="1358725" y="345383"/>
                </a:lnTo>
                <a:lnTo>
                  <a:pt x="1358958" y="345894"/>
                </a:lnTo>
                <a:lnTo>
                  <a:pt x="1359206" y="346397"/>
                </a:lnTo>
                <a:lnTo>
                  <a:pt x="1359468" y="346895"/>
                </a:lnTo>
                <a:lnTo>
                  <a:pt x="1359746" y="347385"/>
                </a:lnTo>
                <a:lnTo>
                  <a:pt x="1360039" y="347869"/>
                </a:lnTo>
                <a:lnTo>
                  <a:pt x="1360347" y="348346"/>
                </a:lnTo>
                <a:lnTo>
                  <a:pt x="1360670" y="348817"/>
                </a:lnTo>
                <a:lnTo>
                  <a:pt x="1361007" y="349280"/>
                </a:lnTo>
                <a:lnTo>
                  <a:pt x="1361360" y="349738"/>
                </a:lnTo>
                <a:lnTo>
                  <a:pt x="1361740" y="350174"/>
                </a:lnTo>
                <a:lnTo>
                  <a:pt x="1362130" y="350602"/>
                </a:lnTo>
                <a:lnTo>
                  <a:pt x="1362532" y="351021"/>
                </a:lnTo>
                <a:lnTo>
                  <a:pt x="1362944" y="351433"/>
                </a:lnTo>
                <a:lnTo>
                  <a:pt x="1363368" y="351836"/>
                </a:lnTo>
                <a:lnTo>
                  <a:pt x="1363803" y="352230"/>
                </a:lnTo>
                <a:lnTo>
                  <a:pt x="1364249" y="352617"/>
                </a:lnTo>
                <a:lnTo>
                  <a:pt x="1364706" y="352994"/>
                </a:lnTo>
                <a:lnTo>
                  <a:pt x="1365174" y="353364"/>
                </a:lnTo>
                <a:lnTo>
                  <a:pt x="1365654" y="353725"/>
                </a:lnTo>
                <a:lnTo>
                  <a:pt x="1366144" y="354078"/>
                </a:lnTo>
                <a:lnTo>
                  <a:pt x="1366646" y="354423"/>
                </a:lnTo>
                <a:lnTo>
                  <a:pt x="1367159" y="354759"/>
                </a:lnTo>
                <a:lnTo>
                  <a:pt x="1367683" y="355087"/>
                </a:lnTo>
                <a:lnTo>
                  <a:pt x="1368218" y="355406"/>
                </a:lnTo>
                <a:lnTo>
                  <a:pt x="1368764" y="355717"/>
                </a:lnTo>
                <a:lnTo>
                  <a:pt x="1369321" y="356020"/>
                </a:lnTo>
                <a:lnTo>
                  <a:pt x="1369889" y="356315"/>
                </a:lnTo>
                <a:lnTo>
                  <a:pt x="1370469" y="356601"/>
                </a:lnTo>
                <a:lnTo>
                  <a:pt x="1371059" y="356879"/>
                </a:lnTo>
                <a:lnTo>
                  <a:pt x="1371661" y="357148"/>
                </a:lnTo>
                <a:lnTo>
                  <a:pt x="1372274" y="357409"/>
                </a:lnTo>
                <a:lnTo>
                  <a:pt x="1372898" y="357662"/>
                </a:lnTo>
                <a:lnTo>
                  <a:pt x="1373533" y="357906"/>
                </a:lnTo>
                <a:lnTo>
                  <a:pt x="1374191" y="358128"/>
                </a:lnTo>
                <a:lnTo>
                  <a:pt x="1374857" y="358341"/>
                </a:lnTo>
                <a:lnTo>
                  <a:pt x="1375530" y="358544"/>
                </a:lnTo>
                <a:lnTo>
                  <a:pt x="1376212" y="358738"/>
                </a:lnTo>
                <a:lnTo>
                  <a:pt x="1376901" y="358923"/>
                </a:lnTo>
                <a:lnTo>
                  <a:pt x="1377597" y="359098"/>
                </a:lnTo>
                <a:lnTo>
                  <a:pt x="1378302" y="359263"/>
                </a:lnTo>
                <a:lnTo>
                  <a:pt x="1379015" y="359419"/>
                </a:lnTo>
                <a:lnTo>
                  <a:pt x="1379735" y="359566"/>
                </a:lnTo>
                <a:lnTo>
                  <a:pt x="1380463" y="359703"/>
                </a:lnTo>
                <a:lnTo>
                  <a:pt x="1381198" y="359830"/>
                </a:lnTo>
                <a:lnTo>
                  <a:pt x="1381942" y="359948"/>
                </a:lnTo>
                <a:lnTo>
                  <a:pt x="1382693" y="360057"/>
                </a:lnTo>
                <a:lnTo>
                  <a:pt x="1383453" y="360156"/>
                </a:lnTo>
                <a:lnTo>
                  <a:pt x="1384219" y="360246"/>
                </a:lnTo>
                <a:lnTo>
                  <a:pt x="1384994" y="360327"/>
                </a:lnTo>
                <a:lnTo>
                  <a:pt x="1385777" y="360397"/>
                </a:lnTo>
                <a:lnTo>
                  <a:pt x="1386567" y="360459"/>
                </a:lnTo>
                <a:lnTo>
                  <a:pt x="1387365" y="360511"/>
                </a:lnTo>
                <a:lnTo>
                  <a:pt x="1388171" y="360553"/>
                </a:lnTo>
                <a:lnTo>
                  <a:pt x="1388984" y="360587"/>
                </a:lnTo>
                <a:lnTo>
                  <a:pt x="1389806" y="360610"/>
                </a:lnTo>
                <a:lnTo>
                  <a:pt x="1390635" y="360624"/>
                </a:lnTo>
                <a:lnTo>
                  <a:pt x="1391472" y="360629"/>
                </a:lnTo>
                <a:lnTo>
                  <a:pt x="1392427" y="360624"/>
                </a:lnTo>
                <a:lnTo>
                  <a:pt x="1393371" y="360610"/>
                </a:lnTo>
                <a:lnTo>
                  <a:pt x="1394303" y="360587"/>
                </a:lnTo>
                <a:lnTo>
                  <a:pt x="1395223" y="360553"/>
                </a:lnTo>
                <a:lnTo>
                  <a:pt x="1396131" y="360511"/>
                </a:lnTo>
                <a:lnTo>
                  <a:pt x="1397028" y="360459"/>
                </a:lnTo>
                <a:close/>
                <a:moveTo>
                  <a:pt x="908395" y="360529"/>
                </a:moveTo>
                <a:lnTo>
                  <a:pt x="908887" y="360493"/>
                </a:lnTo>
                <a:lnTo>
                  <a:pt x="909374" y="360451"/>
                </a:lnTo>
                <a:lnTo>
                  <a:pt x="909857" y="360404"/>
                </a:lnTo>
                <a:lnTo>
                  <a:pt x="910335" y="360351"/>
                </a:lnTo>
                <a:lnTo>
                  <a:pt x="910809" y="360293"/>
                </a:lnTo>
                <a:lnTo>
                  <a:pt x="911278" y="360229"/>
                </a:lnTo>
                <a:lnTo>
                  <a:pt x="911743" y="360159"/>
                </a:lnTo>
                <a:lnTo>
                  <a:pt x="912204" y="360084"/>
                </a:lnTo>
                <a:lnTo>
                  <a:pt x="912660" y="360003"/>
                </a:lnTo>
                <a:lnTo>
                  <a:pt x="913111" y="359917"/>
                </a:lnTo>
                <a:lnTo>
                  <a:pt x="913558" y="359825"/>
                </a:lnTo>
                <a:lnTo>
                  <a:pt x="914001" y="359728"/>
                </a:lnTo>
                <a:lnTo>
                  <a:pt x="914439" y="359625"/>
                </a:lnTo>
                <a:lnTo>
                  <a:pt x="914873" y="359517"/>
                </a:lnTo>
                <a:lnTo>
                  <a:pt x="915303" y="359403"/>
                </a:lnTo>
                <a:lnTo>
                  <a:pt x="915727" y="359283"/>
                </a:lnTo>
                <a:lnTo>
                  <a:pt x="916148" y="359158"/>
                </a:lnTo>
                <a:lnTo>
                  <a:pt x="916564" y="359027"/>
                </a:lnTo>
                <a:lnTo>
                  <a:pt x="916975" y="358905"/>
                </a:lnTo>
                <a:lnTo>
                  <a:pt x="917383" y="358777"/>
                </a:lnTo>
                <a:lnTo>
                  <a:pt x="917785" y="358645"/>
                </a:lnTo>
                <a:lnTo>
                  <a:pt x="918183" y="358507"/>
                </a:lnTo>
                <a:lnTo>
                  <a:pt x="918577" y="358364"/>
                </a:lnTo>
                <a:lnTo>
                  <a:pt x="918966" y="358217"/>
                </a:lnTo>
                <a:lnTo>
                  <a:pt x="919351" y="358064"/>
                </a:lnTo>
                <a:lnTo>
                  <a:pt x="919732" y="357906"/>
                </a:lnTo>
                <a:lnTo>
                  <a:pt x="920108" y="357744"/>
                </a:lnTo>
                <a:lnTo>
                  <a:pt x="920479" y="357576"/>
                </a:lnTo>
                <a:lnTo>
                  <a:pt x="920846" y="357403"/>
                </a:lnTo>
                <a:lnTo>
                  <a:pt x="921209" y="357226"/>
                </a:lnTo>
                <a:lnTo>
                  <a:pt x="921567" y="357043"/>
                </a:lnTo>
                <a:lnTo>
                  <a:pt x="921921" y="356855"/>
                </a:lnTo>
                <a:lnTo>
                  <a:pt x="922270" y="356662"/>
                </a:lnTo>
                <a:lnTo>
                  <a:pt x="922615" y="356465"/>
                </a:lnTo>
                <a:lnTo>
                  <a:pt x="922955" y="356262"/>
                </a:lnTo>
                <a:lnTo>
                  <a:pt x="923291" y="356054"/>
                </a:lnTo>
                <a:lnTo>
                  <a:pt x="923622" y="355842"/>
                </a:lnTo>
                <a:lnTo>
                  <a:pt x="923949" y="355624"/>
                </a:lnTo>
                <a:lnTo>
                  <a:pt x="924272" y="355401"/>
                </a:lnTo>
                <a:lnTo>
                  <a:pt x="924590" y="355173"/>
                </a:lnTo>
                <a:lnTo>
                  <a:pt x="924904" y="354941"/>
                </a:lnTo>
                <a:lnTo>
                  <a:pt x="925213" y="354703"/>
                </a:lnTo>
                <a:lnTo>
                  <a:pt x="925518" y="354447"/>
                </a:lnTo>
                <a:lnTo>
                  <a:pt x="925818" y="354187"/>
                </a:lnTo>
                <a:lnTo>
                  <a:pt x="926114" y="353922"/>
                </a:lnTo>
                <a:lnTo>
                  <a:pt x="926405" y="353653"/>
                </a:lnTo>
                <a:lnTo>
                  <a:pt x="926692" y="353379"/>
                </a:lnTo>
                <a:lnTo>
                  <a:pt x="926975" y="353101"/>
                </a:lnTo>
                <a:lnTo>
                  <a:pt x="927253" y="352819"/>
                </a:lnTo>
                <a:lnTo>
                  <a:pt x="927527" y="352532"/>
                </a:lnTo>
                <a:lnTo>
                  <a:pt x="927796" y="352240"/>
                </a:lnTo>
                <a:lnTo>
                  <a:pt x="928060" y="351944"/>
                </a:lnTo>
                <a:lnTo>
                  <a:pt x="928321" y="351644"/>
                </a:lnTo>
                <a:lnTo>
                  <a:pt x="928577" y="351339"/>
                </a:lnTo>
                <a:lnTo>
                  <a:pt x="928828" y="351030"/>
                </a:lnTo>
                <a:lnTo>
                  <a:pt x="929075" y="350716"/>
                </a:lnTo>
                <a:lnTo>
                  <a:pt x="929317" y="350398"/>
                </a:lnTo>
                <a:lnTo>
                  <a:pt x="929555" y="350076"/>
                </a:lnTo>
                <a:lnTo>
                  <a:pt x="929789" y="349749"/>
                </a:lnTo>
                <a:lnTo>
                  <a:pt x="930018" y="349417"/>
                </a:lnTo>
                <a:lnTo>
                  <a:pt x="930243" y="349081"/>
                </a:lnTo>
                <a:lnTo>
                  <a:pt x="930463" y="348741"/>
                </a:lnTo>
                <a:lnTo>
                  <a:pt x="930679" y="348396"/>
                </a:lnTo>
                <a:lnTo>
                  <a:pt x="930890" y="348047"/>
                </a:lnTo>
                <a:lnTo>
                  <a:pt x="931097" y="347693"/>
                </a:lnTo>
                <a:lnTo>
                  <a:pt x="931299" y="347335"/>
                </a:lnTo>
                <a:lnTo>
                  <a:pt x="931327" y="347654"/>
                </a:lnTo>
                <a:lnTo>
                  <a:pt x="931357" y="347970"/>
                </a:lnTo>
                <a:lnTo>
                  <a:pt x="931390" y="348284"/>
                </a:lnTo>
                <a:lnTo>
                  <a:pt x="931424" y="348594"/>
                </a:lnTo>
                <a:lnTo>
                  <a:pt x="931461" y="348902"/>
                </a:lnTo>
                <a:lnTo>
                  <a:pt x="931500" y="349207"/>
                </a:lnTo>
                <a:lnTo>
                  <a:pt x="931541" y="349509"/>
                </a:lnTo>
                <a:lnTo>
                  <a:pt x="931584" y="349809"/>
                </a:lnTo>
                <a:lnTo>
                  <a:pt x="931630" y="350106"/>
                </a:lnTo>
                <a:lnTo>
                  <a:pt x="931678" y="350399"/>
                </a:lnTo>
                <a:lnTo>
                  <a:pt x="931728" y="350691"/>
                </a:lnTo>
                <a:lnTo>
                  <a:pt x="931780" y="350979"/>
                </a:lnTo>
                <a:lnTo>
                  <a:pt x="931834" y="351265"/>
                </a:lnTo>
                <a:lnTo>
                  <a:pt x="931891" y="351547"/>
                </a:lnTo>
                <a:lnTo>
                  <a:pt x="931950" y="351827"/>
                </a:lnTo>
                <a:lnTo>
                  <a:pt x="932011" y="352105"/>
                </a:lnTo>
                <a:lnTo>
                  <a:pt x="932075" y="352379"/>
                </a:lnTo>
                <a:lnTo>
                  <a:pt x="932140" y="352651"/>
                </a:lnTo>
                <a:lnTo>
                  <a:pt x="932208" y="352920"/>
                </a:lnTo>
                <a:lnTo>
                  <a:pt x="932278" y="353186"/>
                </a:lnTo>
                <a:lnTo>
                  <a:pt x="932351" y="353449"/>
                </a:lnTo>
                <a:lnTo>
                  <a:pt x="932425" y="353710"/>
                </a:lnTo>
                <a:lnTo>
                  <a:pt x="932502" y="353967"/>
                </a:lnTo>
                <a:lnTo>
                  <a:pt x="932581" y="354222"/>
                </a:lnTo>
                <a:lnTo>
                  <a:pt x="932677" y="354474"/>
                </a:lnTo>
                <a:lnTo>
                  <a:pt x="932780" y="354721"/>
                </a:lnTo>
                <a:lnTo>
                  <a:pt x="932889" y="354963"/>
                </a:lnTo>
                <a:lnTo>
                  <a:pt x="933003" y="355201"/>
                </a:lnTo>
                <a:lnTo>
                  <a:pt x="933124" y="355435"/>
                </a:lnTo>
                <a:lnTo>
                  <a:pt x="933251" y="355664"/>
                </a:lnTo>
                <a:lnTo>
                  <a:pt x="933385" y="355889"/>
                </a:lnTo>
                <a:lnTo>
                  <a:pt x="933524" y="356109"/>
                </a:lnTo>
                <a:lnTo>
                  <a:pt x="933669" y="356325"/>
                </a:lnTo>
                <a:lnTo>
                  <a:pt x="933821" y="356536"/>
                </a:lnTo>
                <a:lnTo>
                  <a:pt x="933979" y="356743"/>
                </a:lnTo>
                <a:lnTo>
                  <a:pt x="934142" y="356945"/>
                </a:lnTo>
                <a:lnTo>
                  <a:pt x="934312" y="357143"/>
                </a:lnTo>
                <a:lnTo>
                  <a:pt x="934488" y="357337"/>
                </a:lnTo>
                <a:lnTo>
                  <a:pt x="934670" y="357526"/>
                </a:lnTo>
                <a:lnTo>
                  <a:pt x="934859" y="357710"/>
                </a:lnTo>
                <a:lnTo>
                  <a:pt x="935053" y="357891"/>
                </a:lnTo>
                <a:lnTo>
                  <a:pt x="935254" y="358066"/>
                </a:lnTo>
                <a:lnTo>
                  <a:pt x="935460" y="358238"/>
                </a:lnTo>
                <a:lnTo>
                  <a:pt x="935673" y="358405"/>
                </a:lnTo>
                <a:lnTo>
                  <a:pt x="935892" y="358567"/>
                </a:lnTo>
                <a:lnTo>
                  <a:pt x="936117" y="358725"/>
                </a:lnTo>
                <a:lnTo>
                  <a:pt x="936348" y="358878"/>
                </a:lnTo>
                <a:lnTo>
                  <a:pt x="936585" y="359027"/>
                </a:lnTo>
                <a:lnTo>
                  <a:pt x="936843" y="359158"/>
                </a:lnTo>
                <a:lnTo>
                  <a:pt x="937111" y="359283"/>
                </a:lnTo>
                <a:lnTo>
                  <a:pt x="937388" y="359403"/>
                </a:lnTo>
                <a:lnTo>
                  <a:pt x="937675" y="359517"/>
                </a:lnTo>
                <a:lnTo>
                  <a:pt x="937971" y="359625"/>
                </a:lnTo>
                <a:lnTo>
                  <a:pt x="938277" y="359728"/>
                </a:lnTo>
                <a:lnTo>
                  <a:pt x="938592" y="359825"/>
                </a:lnTo>
                <a:lnTo>
                  <a:pt x="938916" y="359917"/>
                </a:lnTo>
                <a:lnTo>
                  <a:pt x="939250" y="360003"/>
                </a:lnTo>
                <a:lnTo>
                  <a:pt x="939594" y="360084"/>
                </a:lnTo>
                <a:lnTo>
                  <a:pt x="939947" y="360159"/>
                </a:lnTo>
                <a:lnTo>
                  <a:pt x="940309" y="360229"/>
                </a:lnTo>
                <a:lnTo>
                  <a:pt x="940681" y="360293"/>
                </a:lnTo>
                <a:lnTo>
                  <a:pt x="941062" y="360351"/>
                </a:lnTo>
                <a:lnTo>
                  <a:pt x="941453" y="360404"/>
                </a:lnTo>
                <a:lnTo>
                  <a:pt x="941853" y="360451"/>
                </a:lnTo>
                <a:lnTo>
                  <a:pt x="942262" y="360493"/>
                </a:lnTo>
                <a:lnTo>
                  <a:pt x="942681" y="360529"/>
                </a:lnTo>
                <a:lnTo>
                  <a:pt x="943110" y="360560"/>
                </a:lnTo>
                <a:lnTo>
                  <a:pt x="943548" y="360585"/>
                </a:lnTo>
                <a:lnTo>
                  <a:pt x="943995" y="360604"/>
                </a:lnTo>
                <a:lnTo>
                  <a:pt x="944452" y="360618"/>
                </a:lnTo>
                <a:lnTo>
                  <a:pt x="944919" y="360626"/>
                </a:lnTo>
                <a:lnTo>
                  <a:pt x="945394" y="360629"/>
                </a:lnTo>
                <a:lnTo>
                  <a:pt x="945661" y="360628"/>
                </a:lnTo>
                <a:lnTo>
                  <a:pt x="945927" y="360624"/>
                </a:lnTo>
                <a:lnTo>
                  <a:pt x="946193" y="360617"/>
                </a:lnTo>
                <a:lnTo>
                  <a:pt x="946458" y="360607"/>
                </a:lnTo>
                <a:lnTo>
                  <a:pt x="946722" y="360594"/>
                </a:lnTo>
                <a:lnTo>
                  <a:pt x="946986" y="360579"/>
                </a:lnTo>
                <a:lnTo>
                  <a:pt x="947249" y="360561"/>
                </a:lnTo>
                <a:lnTo>
                  <a:pt x="947512" y="360540"/>
                </a:lnTo>
                <a:lnTo>
                  <a:pt x="947774" y="360516"/>
                </a:lnTo>
                <a:lnTo>
                  <a:pt x="948036" y="360490"/>
                </a:lnTo>
                <a:lnTo>
                  <a:pt x="948297" y="360461"/>
                </a:lnTo>
                <a:lnTo>
                  <a:pt x="948558" y="360429"/>
                </a:lnTo>
                <a:lnTo>
                  <a:pt x="948818" y="360394"/>
                </a:lnTo>
                <a:lnTo>
                  <a:pt x="949077" y="360357"/>
                </a:lnTo>
                <a:lnTo>
                  <a:pt x="949336" y="360316"/>
                </a:lnTo>
                <a:lnTo>
                  <a:pt x="949594" y="360273"/>
                </a:lnTo>
                <a:lnTo>
                  <a:pt x="949852" y="360227"/>
                </a:lnTo>
                <a:lnTo>
                  <a:pt x="950109" y="360179"/>
                </a:lnTo>
                <a:lnTo>
                  <a:pt x="950366" y="360127"/>
                </a:lnTo>
                <a:lnTo>
                  <a:pt x="950622" y="360073"/>
                </a:lnTo>
                <a:lnTo>
                  <a:pt x="950878" y="360016"/>
                </a:lnTo>
                <a:lnTo>
                  <a:pt x="951133" y="359956"/>
                </a:lnTo>
                <a:lnTo>
                  <a:pt x="951387" y="359894"/>
                </a:lnTo>
                <a:lnTo>
                  <a:pt x="951641" y="359828"/>
                </a:lnTo>
                <a:lnTo>
                  <a:pt x="951906" y="359760"/>
                </a:lnTo>
                <a:lnTo>
                  <a:pt x="952167" y="359690"/>
                </a:lnTo>
                <a:lnTo>
                  <a:pt x="952424" y="359618"/>
                </a:lnTo>
                <a:lnTo>
                  <a:pt x="952678" y="359544"/>
                </a:lnTo>
                <a:lnTo>
                  <a:pt x="952927" y="359467"/>
                </a:lnTo>
                <a:lnTo>
                  <a:pt x="953172" y="359388"/>
                </a:lnTo>
                <a:lnTo>
                  <a:pt x="953414" y="359307"/>
                </a:lnTo>
                <a:lnTo>
                  <a:pt x="953652" y="359223"/>
                </a:lnTo>
                <a:lnTo>
                  <a:pt x="953886" y="359138"/>
                </a:lnTo>
                <a:lnTo>
                  <a:pt x="954116" y="359050"/>
                </a:lnTo>
                <a:lnTo>
                  <a:pt x="954342" y="358960"/>
                </a:lnTo>
                <a:lnTo>
                  <a:pt x="954564" y="358867"/>
                </a:lnTo>
                <a:lnTo>
                  <a:pt x="954782" y="358773"/>
                </a:lnTo>
                <a:lnTo>
                  <a:pt x="954997" y="358676"/>
                </a:lnTo>
                <a:lnTo>
                  <a:pt x="955207" y="358577"/>
                </a:lnTo>
                <a:lnTo>
                  <a:pt x="955414" y="358476"/>
                </a:lnTo>
                <a:lnTo>
                  <a:pt x="955616" y="358372"/>
                </a:lnTo>
                <a:lnTo>
                  <a:pt x="955815" y="358267"/>
                </a:lnTo>
                <a:lnTo>
                  <a:pt x="956010" y="358159"/>
                </a:lnTo>
                <a:lnTo>
                  <a:pt x="956201" y="358049"/>
                </a:lnTo>
                <a:lnTo>
                  <a:pt x="956388" y="357936"/>
                </a:lnTo>
                <a:lnTo>
                  <a:pt x="956572" y="357822"/>
                </a:lnTo>
                <a:lnTo>
                  <a:pt x="956751" y="357705"/>
                </a:lnTo>
                <a:lnTo>
                  <a:pt x="956926" y="357586"/>
                </a:lnTo>
                <a:lnTo>
                  <a:pt x="956926" y="347175"/>
                </a:lnTo>
                <a:lnTo>
                  <a:pt x="956780" y="347280"/>
                </a:lnTo>
                <a:lnTo>
                  <a:pt x="956634" y="347382"/>
                </a:lnTo>
                <a:lnTo>
                  <a:pt x="956488" y="347480"/>
                </a:lnTo>
                <a:lnTo>
                  <a:pt x="956344" y="347575"/>
                </a:lnTo>
                <a:lnTo>
                  <a:pt x="956199" y="347667"/>
                </a:lnTo>
                <a:lnTo>
                  <a:pt x="956056" y="347756"/>
                </a:lnTo>
                <a:lnTo>
                  <a:pt x="955912" y="347841"/>
                </a:lnTo>
                <a:lnTo>
                  <a:pt x="955770" y="347922"/>
                </a:lnTo>
                <a:lnTo>
                  <a:pt x="955628" y="348001"/>
                </a:lnTo>
                <a:lnTo>
                  <a:pt x="955486" y="348076"/>
                </a:lnTo>
                <a:lnTo>
                  <a:pt x="955345" y="348148"/>
                </a:lnTo>
                <a:lnTo>
                  <a:pt x="955205" y="348216"/>
                </a:lnTo>
                <a:lnTo>
                  <a:pt x="955065" y="348281"/>
                </a:lnTo>
                <a:lnTo>
                  <a:pt x="954925" y="348343"/>
                </a:lnTo>
                <a:lnTo>
                  <a:pt x="954787" y="348401"/>
                </a:lnTo>
                <a:lnTo>
                  <a:pt x="954648" y="348456"/>
                </a:lnTo>
                <a:lnTo>
                  <a:pt x="954511" y="348508"/>
                </a:lnTo>
                <a:lnTo>
                  <a:pt x="954374" y="348556"/>
                </a:lnTo>
                <a:lnTo>
                  <a:pt x="954237" y="348601"/>
                </a:lnTo>
                <a:lnTo>
                  <a:pt x="954101" y="348643"/>
                </a:lnTo>
                <a:lnTo>
                  <a:pt x="953966" y="348682"/>
                </a:lnTo>
                <a:lnTo>
                  <a:pt x="953831" y="348717"/>
                </a:lnTo>
                <a:lnTo>
                  <a:pt x="953697" y="348748"/>
                </a:lnTo>
                <a:lnTo>
                  <a:pt x="953563" y="348777"/>
                </a:lnTo>
                <a:lnTo>
                  <a:pt x="953429" y="348803"/>
                </a:lnTo>
                <a:lnTo>
                  <a:pt x="953296" y="348828"/>
                </a:lnTo>
                <a:lnTo>
                  <a:pt x="953162" y="348852"/>
                </a:lnTo>
                <a:lnTo>
                  <a:pt x="953029" y="348875"/>
                </a:lnTo>
                <a:lnTo>
                  <a:pt x="952896" y="348896"/>
                </a:lnTo>
                <a:lnTo>
                  <a:pt x="952762" y="348917"/>
                </a:lnTo>
                <a:lnTo>
                  <a:pt x="952629" y="348936"/>
                </a:lnTo>
                <a:lnTo>
                  <a:pt x="952495" y="348955"/>
                </a:lnTo>
                <a:lnTo>
                  <a:pt x="952362" y="348972"/>
                </a:lnTo>
                <a:lnTo>
                  <a:pt x="952228" y="348988"/>
                </a:lnTo>
                <a:lnTo>
                  <a:pt x="952095" y="349003"/>
                </a:lnTo>
                <a:lnTo>
                  <a:pt x="951961" y="349017"/>
                </a:lnTo>
                <a:lnTo>
                  <a:pt x="951828" y="349030"/>
                </a:lnTo>
                <a:lnTo>
                  <a:pt x="951694" y="349041"/>
                </a:lnTo>
                <a:lnTo>
                  <a:pt x="951561" y="349052"/>
                </a:lnTo>
                <a:lnTo>
                  <a:pt x="951427" y="349061"/>
                </a:lnTo>
                <a:lnTo>
                  <a:pt x="951294" y="349070"/>
                </a:lnTo>
                <a:lnTo>
                  <a:pt x="951160" y="349077"/>
                </a:lnTo>
                <a:lnTo>
                  <a:pt x="951027" y="349083"/>
                </a:lnTo>
                <a:lnTo>
                  <a:pt x="950893" y="349088"/>
                </a:lnTo>
                <a:lnTo>
                  <a:pt x="950760" y="349092"/>
                </a:lnTo>
                <a:lnTo>
                  <a:pt x="950626" y="349095"/>
                </a:lnTo>
                <a:lnTo>
                  <a:pt x="950493" y="349096"/>
                </a:lnTo>
                <a:lnTo>
                  <a:pt x="950360" y="349097"/>
                </a:lnTo>
                <a:lnTo>
                  <a:pt x="950175" y="349095"/>
                </a:lnTo>
                <a:lnTo>
                  <a:pt x="949994" y="349089"/>
                </a:lnTo>
                <a:lnTo>
                  <a:pt x="949816" y="349079"/>
                </a:lnTo>
                <a:lnTo>
                  <a:pt x="949643" y="349066"/>
                </a:lnTo>
                <a:lnTo>
                  <a:pt x="949474" y="349048"/>
                </a:lnTo>
                <a:lnTo>
                  <a:pt x="949308" y="349027"/>
                </a:lnTo>
                <a:lnTo>
                  <a:pt x="949147" y="349002"/>
                </a:lnTo>
                <a:lnTo>
                  <a:pt x="948989" y="348972"/>
                </a:lnTo>
                <a:lnTo>
                  <a:pt x="948835" y="348939"/>
                </a:lnTo>
                <a:lnTo>
                  <a:pt x="948686" y="348902"/>
                </a:lnTo>
                <a:lnTo>
                  <a:pt x="948540" y="348861"/>
                </a:lnTo>
                <a:lnTo>
                  <a:pt x="948397" y="348817"/>
                </a:lnTo>
                <a:lnTo>
                  <a:pt x="948259" y="348768"/>
                </a:lnTo>
                <a:lnTo>
                  <a:pt x="948125" y="348715"/>
                </a:lnTo>
                <a:lnTo>
                  <a:pt x="947995" y="348659"/>
                </a:lnTo>
                <a:lnTo>
                  <a:pt x="947868" y="348599"/>
                </a:lnTo>
                <a:lnTo>
                  <a:pt x="947745" y="348534"/>
                </a:lnTo>
                <a:lnTo>
                  <a:pt x="947627" y="348466"/>
                </a:lnTo>
                <a:lnTo>
                  <a:pt x="947512" y="348394"/>
                </a:lnTo>
                <a:lnTo>
                  <a:pt x="947401" y="348318"/>
                </a:lnTo>
                <a:lnTo>
                  <a:pt x="947294" y="348239"/>
                </a:lnTo>
                <a:lnTo>
                  <a:pt x="947191" y="348155"/>
                </a:lnTo>
                <a:lnTo>
                  <a:pt x="947091" y="348067"/>
                </a:lnTo>
                <a:lnTo>
                  <a:pt x="946996" y="347976"/>
                </a:lnTo>
                <a:lnTo>
                  <a:pt x="946904" y="347880"/>
                </a:lnTo>
                <a:lnTo>
                  <a:pt x="946817" y="347779"/>
                </a:lnTo>
                <a:lnTo>
                  <a:pt x="946733" y="347673"/>
                </a:lnTo>
                <a:lnTo>
                  <a:pt x="946653" y="347562"/>
                </a:lnTo>
                <a:lnTo>
                  <a:pt x="946577" y="347446"/>
                </a:lnTo>
                <a:lnTo>
                  <a:pt x="946505" y="347325"/>
                </a:lnTo>
                <a:lnTo>
                  <a:pt x="946437" y="347199"/>
                </a:lnTo>
                <a:lnTo>
                  <a:pt x="946373" y="347068"/>
                </a:lnTo>
                <a:lnTo>
                  <a:pt x="946313" y="346932"/>
                </a:lnTo>
                <a:lnTo>
                  <a:pt x="946256" y="346791"/>
                </a:lnTo>
                <a:lnTo>
                  <a:pt x="946204" y="346645"/>
                </a:lnTo>
                <a:lnTo>
                  <a:pt x="946155" y="346494"/>
                </a:lnTo>
                <a:lnTo>
                  <a:pt x="946110" y="346338"/>
                </a:lnTo>
                <a:lnTo>
                  <a:pt x="946069" y="346177"/>
                </a:lnTo>
                <a:lnTo>
                  <a:pt x="946032" y="346011"/>
                </a:lnTo>
                <a:lnTo>
                  <a:pt x="945999" y="345840"/>
                </a:lnTo>
                <a:lnTo>
                  <a:pt x="945970" y="345664"/>
                </a:lnTo>
                <a:lnTo>
                  <a:pt x="945945" y="345483"/>
                </a:lnTo>
                <a:lnTo>
                  <a:pt x="945923" y="345297"/>
                </a:lnTo>
                <a:lnTo>
                  <a:pt x="945906" y="345106"/>
                </a:lnTo>
                <a:lnTo>
                  <a:pt x="945892" y="344910"/>
                </a:lnTo>
                <a:lnTo>
                  <a:pt x="945883" y="344709"/>
                </a:lnTo>
                <a:lnTo>
                  <a:pt x="945877" y="344503"/>
                </a:lnTo>
                <a:lnTo>
                  <a:pt x="945875" y="344292"/>
                </a:lnTo>
                <a:lnTo>
                  <a:pt x="945875" y="277181"/>
                </a:lnTo>
                <a:lnTo>
                  <a:pt x="929858" y="277181"/>
                </a:lnTo>
                <a:lnTo>
                  <a:pt x="929858" y="326994"/>
                </a:lnTo>
                <a:lnTo>
                  <a:pt x="929853" y="327486"/>
                </a:lnTo>
                <a:lnTo>
                  <a:pt x="929840" y="327974"/>
                </a:lnTo>
                <a:lnTo>
                  <a:pt x="929818" y="328458"/>
                </a:lnTo>
                <a:lnTo>
                  <a:pt x="929787" y="328938"/>
                </a:lnTo>
                <a:lnTo>
                  <a:pt x="929747" y="329414"/>
                </a:lnTo>
                <a:lnTo>
                  <a:pt x="929698" y="329887"/>
                </a:lnTo>
                <a:lnTo>
                  <a:pt x="929640" y="330355"/>
                </a:lnTo>
                <a:lnTo>
                  <a:pt x="929573" y="330820"/>
                </a:lnTo>
                <a:lnTo>
                  <a:pt x="929498" y="331281"/>
                </a:lnTo>
                <a:lnTo>
                  <a:pt x="929413" y="331738"/>
                </a:lnTo>
                <a:lnTo>
                  <a:pt x="929320" y="332191"/>
                </a:lnTo>
                <a:lnTo>
                  <a:pt x="929217" y="332640"/>
                </a:lnTo>
                <a:lnTo>
                  <a:pt x="929106" y="333085"/>
                </a:lnTo>
                <a:lnTo>
                  <a:pt x="928986" y="333526"/>
                </a:lnTo>
                <a:lnTo>
                  <a:pt x="928857" y="333964"/>
                </a:lnTo>
                <a:lnTo>
                  <a:pt x="928719" y="334397"/>
                </a:lnTo>
                <a:lnTo>
                  <a:pt x="928572" y="334827"/>
                </a:lnTo>
                <a:lnTo>
                  <a:pt x="928416" y="335252"/>
                </a:lnTo>
                <a:lnTo>
                  <a:pt x="928252" y="335674"/>
                </a:lnTo>
                <a:lnTo>
                  <a:pt x="928078" y="336092"/>
                </a:lnTo>
                <a:lnTo>
                  <a:pt x="927896" y="336506"/>
                </a:lnTo>
                <a:lnTo>
                  <a:pt x="927705" y="336916"/>
                </a:lnTo>
                <a:lnTo>
                  <a:pt x="927504" y="337323"/>
                </a:lnTo>
                <a:lnTo>
                  <a:pt x="927295" y="337725"/>
                </a:lnTo>
                <a:lnTo>
                  <a:pt x="927091" y="338122"/>
                </a:lnTo>
                <a:lnTo>
                  <a:pt x="926880" y="338512"/>
                </a:lnTo>
                <a:lnTo>
                  <a:pt x="926662" y="338896"/>
                </a:lnTo>
                <a:lnTo>
                  <a:pt x="926437" y="339273"/>
                </a:lnTo>
                <a:lnTo>
                  <a:pt x="926204" y="339644"/>
                </a:lnTo>
                <a:lnTo>
                  <a:pt x="925964" y="340007"/>
                </a:lnTo>
                <a:lnTo>
                  <a:pt x="925717" y="340364"/>
                </a:lnTo>
                <a:lnTo>
                  <a:pt x="925462" y="340715"/>
                </a:lnTo>
                <a:lnTo>
                  <a:pt x="925200" y="341058"/>
                </a:lnTo>
                <a:lnTo>
                  <a:pt x="924932" y="341396"/>
                </a:lnTo>
                <a:lnTo>
                  <a:pt x="924655" y="341726"/>
                </a:lnTo>
                <a:lnTo>
                  <a:pt x="924372" y="342050"/>
                </a:lnTo>
                <a:lnTo>
                  <a:pt x="924082" y="342367"/>
                </a:lnTo>
                <a:lnTo>
                  <a:pt x="923784" y="342677"/>
                </a:lnTo>
                <a:lnTo>
                  <a:pt x="923479" y="342981"/>
                </a:lnTo>
                <a:lnTo>
                  <a:pt x="923166" y="343277"/>
                </a:lnTo>
                <a:lnTo>
                  <a:pt x="922847" y="343568"/>
                </a:lnTo>
                <a:lnTo>
                  <a:pt x="922520" y="343851"/>
                </a:lnTo>
                <a:lnTo>
                  <a:pt x="922186" y="344128"/>
                </a:lnTo>
                <a:lnTo>
                  <a:pt x="921845" y="344399"/>
                </a:lnTo>
                <a:lnTo>
                  <a:pt x="921497" y="344662"/>
                </a:lnTo>
                <a:lnTo>
                  <a:pt x="921141" y="344919"/>
                </a:lnTo>
                <a:lnTo>
                  <a:pt x="920778" y="345169"/>
                </a:lnTo>
                <a:lnTo>
                  <a:pt x="920408" y="345413"/>
                </a:lnTo>
                <a:lnTo>
                  <a:pt x="920045" y="345635"/>
                </a:lnTo>
                <a:lnTo>
                  <a:pt x="919678" y="345848"/>
                </a:lnTo>
                <a:lnTo>
                  <a:pt x="919307" y="346051"/>
                </a:lnTo>
                <a:lnTo>
                  <a:pt x="918931" y="346245"/>
                </a:lnTo>
                <a:lnTo>
                  <a:pt x="918550" y="346429"/>
                </a:lnTo>
                <a:lnTo>
                  <a:pt x="918166" y="346604"/>
                </a:lnTo>
                <a:lnTo>
                  <a:pt x="917776" y="346770"/>
                </a:lnTo>
                <a:lnTo>
                  <a:pt x="917383" y="346926"/>
                </a:lnTo>
                <a:lnTo>
                  <a:pt x="916984" y="347072"/>
                </a:lnTo>
                <a:lnTo>
                  <a:pt x="916582" y="347209"/>
                </a:lnTo>
                <a:lnTo>
                  <a:pt x="916175" y="347337"/>
                </a:lnTo>
                <a:lnTo>
                  <a:pt x="915763" y="347455"/>
                </a:lnTo>
                <a:lnTo>
                  <a:pt x="915347" y="347564"/>
                </a:lnTo>
                <a:lnTo>
                  <a:pt x="914927" y="347663"/>
                </a:lnTo>
                <a:lnTo>
                  <a:pt x="914502" y="347753"/>
                </a:lnTo>
                <a:lnTo>
                  <a:pt x="914072" y="347833"/>
                </a:lnTo>
                <a:lnTo>
                  <a:pt x="913639" y="347904"/>
                </a:lnTo>
                <a:lnTo>
                  <a:pt x="913200" y="347966"/>
                </a:lnTo>
                <a:lnTo>
                  <a:pt x="912758" y="348018"/>
                </a:lnTo>
                <a:lnTo>
                  <a:pt x="912311" y="348060"/>
                </a:lnTo>
                <a:lnTo>
                  <a:pt x="911859" y="348093"/>
                </a:lnTo>
                <a:lnTo>
                  <a:pt x="911403" y="348117"/>
                </a:lnTo>
                <a:lnTo>
                  <a:pt x="910942" y="348131"/>
                </a:lnTo>
                <a:lnTo>
                  <a:pt x="910477" y="348136"/>
                </a:lnTo>
                <a:lnTo>
                  <a:pt x="909776" y="348127"/>
                </a:lnTo>
                <a:lnTo>
                  <a:pt x="909088" y="348101"/>
                </a:lnTo>
                <a:lnTo>
                  <a:pt x="908413" y="348058"/>
                </a:lnTo>
                <a:lnTo>
                  <a:pt x="907750" y="347998"/>
                </a:lnTo>
                <a:lnTo>
                  <a:pt x="907100" y="347920"/>
                </a:lnTo>
                <a:lnTo>
                  <a:pt x="906463" y="347826"/>
                </a:lnTo>
                <a:lnTo>
                  <a:pt x="905839" y="347714"/>
                </a:lnTo>
                <a:lnTo>
                  <a:pt x="905227" y="347584"/>
                </a:lnTo>
                <a:lnTo>
                  <a:pt x="904629" y="347438"/>
                </a:lnTo>
                <a:lnTo>
                  <a:pt x="904043" y="347274"/>
                </a:lnTo>
                <a:lnTo>
                  <a:pt x="903470" y="347093"/>
                </a:lnTo>
                <a:lnTo>
                  <a:pt x="902909" y="346895"/>
                </a:lnTo>
                <a:lnTo>
                  <a:pt x="902362" y="346679"/>
                </a:lnTo>
                <a:lnTo>
                  <a:pt x="901827" y="346446"/>
                </a:lnTo>
                <a:lnTo>
                  <a:pt x="901305" y="346196"/>
                </a:lnTo>
                <a:lnTo>
                  <a:pt x="900796" y="345929"/>
                </a:lnTo>
                <a:lnTo>
                  <a:pt x="900300" y="345645"/>
                </a:lnTo>
                <a:lnTo>
                  <a:pt x="899816" y="345343"/>
                </a:lnTo>
                <a:lnTo>
                  <a:pt x="899345" y="345024"/>
                </a:lnTo>
                <a:lnTo>
                  <a:pt x="898887" y="344688"/>
                </a:lnTo>
                <a:lnTo>
                  <a:pt x="898442" y="344334"/>
                </a:lnTo>
                <a:lnTo>
                  <a:pt x="898010" y="343964"/>
                </a:lnTo>
                <a:lnTo>
                  <a:pt x="897590" y="343576"/>
                </a:lnTo>
                <a:lnTo>
                  <a:pt x="897183" y="343171"/>
                </a:lnTo>
                <a:lnTo>
                  <a:pt x="896804" y="342748"/>
                </a:lnTo>
                <a:lnTo>
                  <a:pt x="896442" y="342306"/>
                </a:lnTo>
                <a:lnTo>
                  <a:pt x="896095" y="341847"/>
                </a:lnTo>
                <a:lnTo>
                  <a:pt x="895764" y="341369"/>
                </a:lnTo>
                <a:lnTo>
                  <a:pt x="895450" y="340872"/>
                </a:lnTo>
                <a:lnTo>
                  <a:pt x="895151" y="340358"/>
                </a:lnTo>
                <a:lnTo>
                  <a:pt x="894869" y="339825"/>
                </a:lnTo>
                <a:lnTo>
                  <a:pt x="894603" y="339273"/>
                </a:lnTo>
                <a:lnTo>
                  <a:pt x="894353" y="338704"/>
                </a:lnTo>
                <a:lnTo>
                  <a:pt x="894119" y="338115"/>
                </a:lnTo>
                <a:lnTo>
                  <a:pt x="893901" y="337509"/>
                </a:lnTo>
                <a:lnTo>
                  <a:pt x="893700" y="336884"/>
                </a:lnTo>
                <a:lnTo>
                  <a:pt x="893514" y="336241"/>
                </a:lnTo>
                <a:lnTo>
                  <a:pt x="893345" y="335579"/>
                </a:lnTo>
                <a:lnTo>
                  <a:pt x="893192" y="334899"/>
                </a:lnTo>
                <a:lnTo>
                  <a:pt x="893055" y="334201"/>
                </a:lnTo>
                <a:lnTo>
                  <a:pt x="892934" y="333485"/>
                </a:lnTo>
                <a:lnTo>
                  <a:pt x="892829" y="332750"/>
                </a:lnTo>
                <a:lnTo>
                  <a:pt x="892740" y="331996"/>
                </a:lnTo>
                <a:lnTo>
                  <a:pt x="892668" y="331225"/>
                </a:lnTo>
                <a:lnTo>
                  <a:pt x="892611" y="330435"/>
                </a:lnTo>
                <a:lnTo>
                  <a:pt x="892571" y="329626"/>
                </a:lnTo>
                <a:lnTo>
                  <a:pt x="892547" y="328800"/>
                </a:lnTo>
                <a:lnTo>
                  <a:pt x="892539" y="327955"/>
                </a:lnTo>
                <a:lnTo>
                  <a:pt x="892539" y="277181"/>
                </a:lnTo>
                <a:lnTo>
                  <a:pt x="876361" y="277181"/>
                </a:lnTo>
                <a:lnTo>
                  <a:pt x="876361" y="330998"/>
                </a:lnTo>
                <a:lnTo>
                  <a:pt x="876375" y="332226"/>
                </a:lnTo>
                <a:lnTo>
                  <a:pt x="876416" y="333428"/>
                </a:lnTo>
                <a:lnTo>
                  <a:pt x="876484" y="334604"/>
                </a:lnTo>
                <a:lnTo>
                  <a:pt x="876580" y="335754"/>
                </a:lnTo>
                <a:lnTo>
                  <a:pt x="876702" y="336878"/>
                </a:lnTo>
                <a:lnTo>
                  <a:pt x="876852" y="337975"/>
                </a:lnTo>
                <a:lnTo>
                  <a:pt x="877029" y="339047"/>
                </a:lnTo>
                <a:lnTo>
                  <a:pt x="877234" y="340092"/>
                </a:lnTo>
                <a:lnTo>
                  <a:pt x="877465" y="341111"/>
                </a:lnTo>
                <a:lnTo>
                  <a:pt x="877724" y="342104"/>
                </a:lnTo>
                <a:lnTo>
                  <a:pt x="878010" y="343071"/>
                </a:lnTo>
                <a:lnTo>
                  <a:pt x="878324" y="344012"/>
                </a:lnTo>
                <a:lnTo>
                  <a:pt x="878664" y="344926"/>
                </a:lnTo>
                <a:lnTo>
                  <a:pt x="879032" y="345815"/>
                </a:lnTo>
                <a:lnTo>
                  <a:pt x="879427" y="346677"/>
                </a:lnTo>
                <a:lnTo>
                  <a:pt x="879850" y="347513"/>
                </a:lnTo>
                <a:lnTo>
                  <a:pt x="880299" y="348323"/>
                </a:lnTo>
                <a:lnTo>
                  <a:pt x="880776" y="349107"/>
                </a:lnTo>
                <a:lnTo>
                  <a:pt x="881280" y="349865"/>
                </a:lnTo>
                <a:lnTo>
                  <a:pt x="881812" y="350596"/>
                </a:lnTo>
                <a:lnTo>
                  <a:pt x="882370" y="351302"/>
                </a:lnTo>
                <a:lnTo>
                  <a:pt x="882956" y="351981"/>
                </a:lnTo>
                <a:lnTo>
                  <a:pt x="883569" y="352634"/>
                </a:lnTo>
                <a:lnTo>
                  <a:pt x="884210" y="353261"/>
                </a:lnTo>
                <a:lnTo>
                  <a:pt x="884886" y="353863"/>
                </a:lnTo>
                <a:lnTo>
                  <a:pt x="885580" y="354438"/>
                </a:lnTo>
                <a:lnTo>
                  <a:pt x="886292" y="354988"/>
                </a:lnTo>
                <a:lnTo>
                  <a:pt x="887022" y="355513"/>
                </a:lnTo>
                <a:lnTo>
                  <a:pt x="887769" y="356011"/>
                </a:lnTo>
                <a:lnTo>
                  <a:pt x="888534" y="356485"/>
                </a:lnTo>
                <a:lnTo>
                  <a:pt x="889317" y="356932"/>
                </a:lnTo>
                <a:lnTo>
                  <a:pt x="890118" y="357355"/>
                </a:lnTo>
                <a:lnTo>
                  <a:pt x="890937" y="357751"/>
                </a:lnTo>
                <a:lnTo>
                  <a:pt x="891773" y="358122"/>
                </a:lnTo>
                <a:lnTo>
                  <a:pt x="892628" y="358467"/>
                </a:lnTo>
                <a:lnTo>
                  <a:pt x="893500" y="358787"/>
                </a:lnTo>
                <a:lnTo>
                  <a:pt x="894389" y="359081"/>
                </a:lnTo>
                <a:lnTo>
                  <a:pt x="895297" y="359350"/>
                </a:lnTo>
                <a:lnTo>
                  <a:pt x="896222" y="359593"/>
                </a:lnTo>
                <a:lnTo>
                  <a:pt x="897166" y="359810"/>
                </a:lnTo>
                <a:lnTo>
                  <a:pt x="898127" y="360002"/>
                </a:lnTo>
                <a:lnTo>
                  <a:pt x="899105" y="360169"/>
                </a:lnTo>
                <a:lnTo>
                  <a:pt x="900102" y="360309"/>
                </a:lnTo>
                <a:lnTo>
                  <a:pt x="901116" y="360424"/>
                </a:lnTo>
                <a:lnTo>
                  <a:pt x="902149" y="360514"/>
                </a:lnTo>
                <a:lnTo>
                  <a:pt x="903199" y="360578"/>
                </a:lnTo>
                <a:lnTo>
                  <a:pt x="904266" y="360616"/>
                </a:lnTo>
                <a:lnTo>
                  <a:pt x="905352" y="360629"/>
                </a:lnTo>
                <a:lnTo>
                  <a:pt x="905870" y="360626"/>
                </a:lnTo>
                <a:lnTo>
                  <a:pt x="906384" y="360618"/>
                </a:lnTo>
                <a:lnTo>
                  <a:pt x="906894" y="360604"/>
                </a:lnTo>
                <a:lnTo>
                  <a:pt x="907399" y="360585"/>
                </a:lnTo>
                <a:lnTo>
                  <a:pt x="907899" y="360560"/>
                </a:lnTo>
                <a:lnTo>
                  <a:pt x="908395" y="360529"/>
                </a:lnTo>
                <a:close/>
                <a:moveTo>
                  <a:pt x="702453" y="388539"/>
                </a:moveTo>
                <a:lnTo>
                  <a:pt x="703072" y="388437"/>
                </a:lnTo>
                <a:lnTo>
                  <a:pt x="703682" y="388321"/>
                </a:lnTo>
                <a:lnTo>
                  <a:pt x="704283" y="388188"/>
                </a:lnTo>
                <a:lnTo>
                  <a:pt x="704874" y="388040"/>
                </a:lnTo>
                <a:lnTo>
                  <a:pt x="705455" y="387877"/>
                </a:lnTo>
                <a:lnTo>
                  <a:pt x="706027" y="387698"/>
                </a:lnTo>
                <a:lnTo>
                  <a:pt x="706589" y="387503"/>
                </a:lnTo>
                <a:lnTo>
                  <a:pt x="707143" y="387293"/>
                </a:lnTo>
                <a:lnTo>
                  <a:pt x="707686" y="387067"/>
                </a:lnTo>
                <a:lnTo>
                  <a:pt x="708220" y="386826"/>
                </a:lnTo>
                <a:lnTo>
                  <a:pt x="708745" y="386569"/>
                </a:lnTo>
                <a:lnTo>
                  <a:pt x="709260" y="386296"/>
                </a:lnTo>
                <a:lnTo>
                  <a:pt x="709766" y="386008"/>
                </a:lnTo>
                <a:lnTo>
                  <a:pt x="710262" y="385704"/>
                </a:lnTo>
                <a:lnTo>
                  <a:pt x="710749" y="385385"/>
                </a:lnTo>
                <a:lnTo>
                  <a:pt x="711227" y="385050"/>
                </a:lnTo>
                <a:lnTo>
                  <a:pt x="711695" y="384700"/>
                </a:lnTo>
                <a:lnTo>
                  <a:pt x="712153" y="384334"/>
                </a:lnTo>
                <a:lnTo>
                  <a:pt x="712604" y="383955"/>
                </a:lnTo>
                <a:lnTo>
                  <a:pt x="713050" y="383566"/>
                </a:lnTo>
                <a:lnTo>
                  <a:pt x="713490" y="383165"/>
                </a:lnTo>
                <a:lnTo>
                  <a:pt x="713924" y="382755"/>
                </a:lnTo>
                <a:lnTo>
                  <a:pt x="714353" y="382333"/>
                </a:lnTo>
                <a:lnTo>
                  <a:pt x="714776" y="381902"/>
                </a:lnTo>
                <a:lnTo>
                  <a:pt x="715194" y="381459"/>
                </a:lnTo>
                <a:lnTo>
                  <a:pt x="715606" y="381006"/>
                </a:lnTo>
                <a:lnTo>
                  <a:pt x="716012" y="380543"/>
                </a:lnTo>
                <a:lnTo>
                  <a:pt x="716413" y="380069"/>
                </a:lnTo>
                <a:lnTo>
                  <a:pt x="716809" y="379584"/>
                </a:lnTo>
                <a:lnTo>
                  <a:pt x="717199" y="379089"/>
                </a:lnTo>
                <a:lnTo>
                  <a:pt x="717583" y="378583"/>
                </a:lnTo>
                <a:lnTo>
                  <a:pt x="717962" y="378066"/>
                </a:lnTo>
                <a:lnTo>
                  <a:pt x="718335" y="377539"/>
                </a:lnTo>
                <a:lnTo>
                  <a:pt x="718702" y="377002"/>
                </a:lnTo>
                <a:lnTo>
                  <a:pt x="719065" y="376454"/>
                </a:lnTo>
                <a:lnTo>
                  <a:pt x="719421" y="375895"/>
                </a:lnTo>
                <a:lnTo>
                  <a:pt x="719772" y="375326"/>
                </a:lnTo>
                <a:lnTo>
                  <a:pt x="720117" y="374746"/>
                </a:lnTo>
                <a:lnTo>
                  <a:pt x="720457" y="374156"/>
                </a:lnTo>
                <a:lnTo>
                  <a:pt x="720791" y="373555"/>
                </a:lnTo>
                <a:lnTo>
                  <a:pt x="721120" y="372944"/>
                </a:lnTo>
                <a:lnTo>
                  <a:pt x="721443" y="372321"/>
                </a:lnTo>
                <a:lnTo>
                  <a:pt x="721776" y="371691"/>
                </a:lnTo>
                <a:lnTo>
                  <a:pt x="722107" y="371056"/>
                </a:lnTo>
                <a:lnTo>
                  <a:pt x="722437" y="370414"/>
                </a:lnTo>
                <a:lnTo>
                  <a:pt x="722765" y="369768"/>
                </a:lnTo>
                <a:lnTo>
                  <a:pt x="723091" y="369115"/>
                </a:lnTo>
                <a:lnTo>
                  <a:pt x="723415" y="368457"/>
                </a:lnTo>
                <a:lnTo>
                  <a:pt x="723738" y="367794"/>
                </a:lnTo>
                <a:lnTo>
                  <a:pt x="724059" y="367125"/>
                </a:lnTo>
                <a:lnTo>
                  <a:pt x="724379" y="366450"/>
                </a:lnTo>
                <a:lnTo>
                  <a:pt x="724697" y="365770"/>
                </a:lnTo>
                <a:lnTo>
                  <a:pt x="725013" y="365084"/>
                </a:lnTo>
                <a:lnTo>
                  <a:pt x="725327" y="364393"/>
                </a:lnTo>
                <a:lnTo>
                  <a:pt x="725640" y="363696"/>
                </a:lnTo>
                <a:lnTo>
                  <a:pt x="725951" y="362994"/>
                </a:lnTo>
                <a:lnTo>
                  <a:pt x="726261" y="362286"/>
                </a:lnTo>
                <a:lnTo>
                  <a:pt x="726569" y="361572"/>
                </a:lnTo>
                <a:lnTo>
                  <a:pt x="726875" y="360853"/>
                </a:lnTo>
                <a:lnTo>
                  <a:pt x="727179" y="360129"/>
                </a:lnTo>
                <a:lnTo>
                  <a:pt x="727482" y="359398"/>
                </a:lnTo>
                <a:lnTo>
                  <a:pt x="727783" y="358663"/>
                </a:lnTo>
                <a:lnTo>
                  <a:pt x="728083" y="357921"/>
                </a:lnTo>
                <a:lnTo>
                  <a:pt x="728380" y="357174"/>
                </a:lnTo>
                <a:lnTo>
                  <a:pt x="728677" y="356422"/>
                </a:lnTo>
                <a:lnTo>
                  <a:pt x="728971" y="355664"/>
                </a:lnTo>
                <a:lnTo>
                  <a:pt x="759724" y="277181"/>
                </a:lnTo>
                <a:lnTo>
                  <a:pt x="744027" y="277181"/>
                </a:lnTo>
                <a:lnTo>
                  <a:pt x="721763" y="337725"/>
                </a:lnTo>
                <a:lnTo>
                  <a:pt x="720802" y="337725"/>
                </a:lnTo>
                <a:lnTo>
                  <a:pt x="698059" y="277181"/>
                </a:lnTo>
                <a:lnTo>
                  <a:pt x="680920" y="277181"/>
                </a:lnTo>
                <a:lnTo>
                  <a:pt x="712634" y="357426"/>
                </a:lnTo>
                <a:lnTo>
                  <a:pt x="712408" y="358008"/>
                </a:lnTo>
                <a:lnTo>
                  <a:pt x="712185" y="358580"/>
                </a:lnTo>
                <a:lnTo>
                  <a:pt x="711963" y="359143"/>
                </a:lnTo>
                <a:lnTo>
                  <a:pt x="711744" y="359695"/>
                </a:lnTo>
                <a:lnTo>
                  <a:pt x="711527" y="360237"/>
                </a:lnTo>
                <a:lnTo>
                  <a:pt x="711312" y="360769"/>
                </a:lnTo>
                <a:lnTo>
                  <a:pt x="711100" y="361291"/>
                </a:lnTo>
                <a:lnTo>
                  <a:pt x="710890" y="361804"/>
                </a:lnTo>
                <a:lnTo>
                  <a:pt x="710682" y="362306"/>
                </a:lnTo>
                <a:lnTo>
                  <a:pt x="710476" y="362798"/>
                </a:lnTo>
                <a:lnTo>
                  <a:pt x="710272" y="363280"/>
                </a:lnTo>
                <a:lnTo>
                  <a:pt x="710071" y="363752"/>
                </a:lnTo>
                <a:lnTo>
                  <a:pt x="709872" y="364215"/>
                </a:lnTo>
                <a:lnTo>
                  <a:pt x="709675" y="364667"/>
                </a:lnTo>
                <a:lnTo>
                  <a:pt x="709481" y="365109"/>
                </a:lnTo>
                <a:lnTo>
                  <a:pt x="709288" y="365541"/>
                </a:lnTo>
                <a:lnTo>
                  <a:pt x="709098" y="365963"/>
                </a:lnTo>
                <a:lnTo>
                  <a:pt x="708910" y="366375"/>
                </a:lnTo>
                <a:lnTo>
                  <a:pt x="708724" y="366777"/>
                </a:lnTo>
                <a:lnTo>
                  <a:pt x="708541" y="367169"/>
                </a:lnTo>
                <a:lnTo>
                  <a:pt x="708359" y="367551"/>
                </a:lnTo>
                <a:lnTo>
                  <a:pt x="708180" y="367923"/>
                </a:lnTo>
                <a:lnTo>
                  <a:pt x="708003" y="368286"/>
                </a:lnTo>
                <a:lnTo>
                  <a:pt x="707829" y="368638"/>
                </a:lnTo>
                <a:lnTo>
                  <a:pt x="707668" y="368994"/>
                </a:lnTo>
                <a:lnTo>
                  <a:pt x="707504" y="369342"/>
                </a:lnTo>
                <a:lnTo>
                  <a:pt x="707338" y="369681"/>
                </a:lnTo>
                <a:lnTo>
                  <a:pt x="707170" y="370012"/>
                </a:lnTo>
                <a:lnTo>
                  <a:pt x="707000" y="370335"/>
                </a:lnTo>
                <a:lnTo>
                  <a:pt x="706828" y="370650"/>
                </a:lnTo>
                <a:lnTo>
                  <a:pt x="706653" y="370956"/>
                </a:lnTo>
                <a:lnTo>
                  <a:pt x="706476" y="371254"/>
                </a:lnTo>
                <a:lnTo>
                  <a:pt x="706297" y="371543"/>
                </a:lnTo>
                <a:lnTo>
                  <a:pt x="706116" y="371824"/>
                </a:lnTo>
                <a:lnTo>
                  <a:pt x="705932" y="372097"/>
                </a:lnTo>
                <a:lnTo>
                  <a:pt x="705747" y="372362"/>
                </a:lnTo>
                <a:lnTo>
                  <a:pt x="705559" y="372618"/>
                </a:lnTo>
                <a:lnTo>
                  <a:pt x="705368" y="372865"/>
                </a:lnTo>
                <a:lnTo>
                  <a:pt x="705176" y="373105"/>
                </a:lnTo>
                <a:lnTo>
                  <a:pt x="704981" y="373336"/>
                </a:lnTo>
                <a:lnTo>
                  <a:pt x="704784" y="373559"/>
                </a:lnTo>
                <a:lnTo>
                  <a:pt x="704585" y="373773"/>
                </a:lnTo>
                <a:lnTo>
                  <a:pt x="704384" y="373979"/>
                </a:lnTo>
                <a:lnTo>
                  <a:pt x="704180" y="374177"/>
                </a:lnTo>
                <a:lnTo>
                  <a:pt x="703975" y="374366"/>
                </a:lnTo>
                <a:lnTo>
                  <a:pt x="703767" y="374547"/>
                </a:lnTo>
                <a:lnTo>
                  <a:pt x="703557" y="374720"/>
                </a:lnTo>
                <a:lnTo>
                  <a:pt x="703344" y="374884"/>
                </a:lnTo>
                <a:lnTo>
                  <a:pt x="703127" y="375054"/>
                </a:lnTo>
                <a:lnTo>
                  <a:pt x="702904" y="375217"/>
                </a:lnTo>
                <a:lnTo>
                  <a:pt x="702673" y="375372"/>
                </a:lnTo>
                <a:lnTo>
                  <a:pt x="702436" y="375520"/>
                </a:lnTo>
                <a:lnTo>
                  <a:pt x="702193" y="375661"/>
                </a:lnTo>
                <a:lnTo>
                  <a:pt x="701943" y="375795"/>
                </a:lnTo>
                <a:lnTo>
                  <a:pt x="701686" y="375922"/>
                </a:lnTo>
                <a:lnTo>
                  <a:pt x="701422" y="376041"/>
                </a:lnTo>
                <a:lnTo>
                  <a:pt x="701152" y="376153"/>
                </a:lnTo>
                <a:lnTo>
                  <a:pt x="700875" y="376258"/>
                </a:lnTo>
                <a:lnTo>
                  <a:pt x="700591" y="376355"/>
                </a:lnTo>
                <a:lnTo>
                  <a:pt x="700301" y="376446"/>
                </a:lnTo>
                <a:lnTo>
                  <a:pt x="700004" y="376529"/>
                </a:lnTo>
                <a:lnTo>
                  <a:pt x="699700" y="376605"/>
                </a:lnTo>
                <a:lnTo>
                  <a:pt x="699390" y="376674"/>
                </a:lnTo>
                <a:lnTo>
                  <a:pt x="699073" y="376735"/>
                </a:lnTo>
                <a:lnTo>
                  <a:pt x="698749" y="376789"/>
                </a:lnTo>
                <a:lnTo>
                  <a:pt x="698419" y="376836"/>
                </a:lnTo>
                <a:lnTo>
                  <a:pt x="698082" y="376876"/>
                </a:lnTo>
                <a:lnTo>
                  <a:pt x="697738" y="376909"/>
                </a:lnTo>
                <a:lnTo>
                  <a:pt x="697388" y="376934"/>
                </a:lnTo>
                <a:lnTo>
                  <a:pt x="697031" y="376952"/>
                </a:lnTo>
                <a:lnTo>
                  <a:pt x="696667" y="376963"/>
                </a:lnTo>
                <a:lnTo>
                  <a:pt x="696297" y="376966"/>
                </a:lnTo>
                <a:lnTo>
                  <a:pt x="696083" y="376965"/>
                </a:lnTo>
                <a:lnTo>
                  <a:pt x="695868" y="376961"/>
                </a:lnTo>
                <a:lnTo>
                  <a:pt x="695653" y="376954"/>
                </a:lnTo>
                <a:lnTo>
                  <a:pt x="695438" y="376944"/>
                </a:lnTo>
                <a:lnTo>
                  <a:pt x="695222" y="376932"/>
                </a:lnTo>
                <a:lnTo>
                  <a:pt x="695005" y="376916"/>
                </a:lnTo>
                <a:lnTo>
                  <a:pt x="694788" y="376898"/>
                </a:lnTo>
                <a:lnTo>
                  <a:pt x="694570" y="376877"/>
                </a:lnTo>
                <a:lnTo>
                  <a:pt x="694352" y="376854"/>
                </a:lnTo>
                <a:lnTo>
                  <a:pt x="694133" y="376827"/>
                </a:lnTo>
                <a:lnTo>
                  <a:pt x="693914" y="376798"/>
                </a:lnTo>
                <a:lnTo>
                  <a:pt x="693694" y="376766"/>
                </a:lnTo>
                <a:lnTo>
                  <a:pt x="693473" y="376731"/>
                </a:lnTo>
                <a:lnTo>
                  <a:pt x="693252" y="376694"/>
                </a:lnTo>
                <a:lnTo>
                  <a:pt x="693031" y="376654"/>
                </a:lnTo>
                <a:lnTo>
                  <a:pt x="692809" y="376610"/>
                </a:lnTo>
                <a:lnTo>
                  <a:pt x="692586" y="376565"/>
                </a:lnTo>
                <a:lnTo>
                  <a:pt x="692363" y="376516"/>
                </a:lnTo>
                <a:lnTo>
                  <a:pt x="692139" y="376464"/>
                </a:lnTo>
                <a:lnTo>
                  <a:pt x="691914" y="376410"/>
                </a:lnTo>
                <a:lnTo>
                  <a:pt x="691689" y="376353"/>
                </a:lnTo>
                <a:lnTo>
                  <a:pt x="691464" y="376293"/>
                </a:lnTo>
                <a:lnTo>
                  <a:pt x="691238" y="376231"/>
                </a:lnTo>
                <a:lnTo>
                  <a:pt x="691011" y="376165"/>
                </a:lnTo>
                <a:lnTo>
                  <a:pt x="690786" y="376112"/>
                </a:lnTo>
                <a:lnTo>
                  <a:pt x="690564" y="376058"/>
                </a:lnTo>
                <a:lnTo>
                  <a:pt x="690345" y="376003"/>
                </a:lnTo>
                <a:lnTo>
                  <a:pt x="690130" y="375947"/>
                </a:lnTo>
                <a:lnTo>
                  <a:pt x="689918" y="375892"/>
                </a:lnTo>
                <a:lnTo>
                  <a:pt x="689710" y="375835"/>
                </a:lnTo>
                <a:lnTo>
                  <a:pt x="689504" y="375778"/>
                </a:lnTo>
                <a:lnTo>
                  <a:pt x="689303" y="375721"/>
                </a:lnTo>
                <a:lnTo>
                  <a:pt x="689104" y="375662"/>
                </a:lnTo>
                <a:lnTo>
                  <a:pt x="688909" y="375604"/>
                </a:lnTo>
                <a:lnTo>
                  <a:pt x="688717" y="375545"/>
                </a:lnTo>
                <a:lnTo>
                  <a:pt x="688528" y="375485"/>
                </a:lnTo>
                <a:lnTo>
                  <a:pt x="688343" y="375424"/>
                </a:lnTo>
                <a:lnTo>
                  <a:pt x="688161" y="375364"/>
                </a:lnTo>
                <a:lnTo>
                  <a:pt x="687983" y="375302"/>
                </a:lnTo>
                <a:lnTo>
                  <a:pt x="687808" y="375240"/>
                </a:lnTo>
                <a:lnTo>
                  <a:pt x="687636" y="375178"/>
                </a:lnTo>
                <a:lnTo>
                  <a:pt x="687467" y="375114"/>
                </a:lnTo>
                <a:lnTo>
                  <a:pt x="687302" y="375051"/>
                </a:lnTo>
                <a:lnTo>
                  <a:pt x="687140" y="374986"/>
                </a:lnTo>
                <a:lnTo>
                  <a:pt x="686982" y="374922"/>
                </a:lnTo>
                <a:lnTo>
                  <a:pt x="686827" y="374856"/>
                </a:lnTo>
                <a:lnTo>
                  <a:pt x="686675" y="374790"/>
                </a:lnTo>
                <a:lnTo>
                  <a:pt x="686526" y="374724"/>
                </a:lnTo>
                <a:lnTo>
                  <a:pt x="686526" y="386576"/>
                </a:lnTo>
                <a:lnTo>
                  <a:pt x="686754" y="386669"/>
                </a:lnTo>
                <a:lnTo>
                  <a:pt x="686981" y="386759"/>
                </a:lnTo>
                <a:lnTo>
                  <a:pt x="687210" y="386847"/>
                </a:lnTo>
                <a:lnTo>
                  <a:pt x="687438" y="386932"/>
                </a:lnTo>
                <a:lnTo>
                  <a:pt x="687668" y="387016"/>
                </a:lnTo>
                <a:lnTo>
                  <a:pt x="687898" y="387097"/>
                </a:lnTo>
                <a:lnTo>
                  <a:pt x="688128" y="387176"/>
                </a:lnTo>
                <a:lnTo>
                  <a:pt x="688359" y="387253"/>
                </a:lnTo>
                <a:lnTo>
                  <a:pt x="688591" y="387327"/>
                </a:lnTo>
                <a:lnTo>
                  <a:pt x="688823" y="387400"/>
                </a:lnTo>
                <a:lnTo>
                  <a:pt x="689056" y="387470"/>
                </a:lnTo>
                <a:lnTo>
                  <a:pt x="689289" y="387537"/>
                </a:lnTo>
                <a:lnTo>
                  <a:pt x="689523" y="387603"/>
                </a:lnTo>
                <a:lnTo>
                  <a:pt x="689758" y="387667"/>
                </a:lnTo>
                <a:lnTo>
                  <a:pt x="689992" y="387728"/>
                </a:lnTo>
                <a:lnTo>
                  <a:pt x="690228" y="387787"/>
                </a:lnTo>
                <a:lnTo>
                  <a:pt x="690464" y="387843"/>
                </a:lnTo>
                <a:lnTo>
                  <a:pt x="690701" y="387898"/>
                </a:lnTo>
                <a:lnTo>
                  <a:pt x="690938" y="387950"/>
                </a:lnTo>
                <a:lnTo>
                  <a:pt x="691176" y="388000"/>
                </a:lnTo>
                <a:lnTo>
                  <a:pt x="691414" y="388048"/>
                </a:lnTo>
                <a:lnTo>
                  <a:pt x="691653" y="388094"/>
                </a:lnTo>
                <a:lnTo>
                  <a:pt x="691892" y="388137"/>
                </a:lnTo>
                <a:lnTo>
                  <a:pt x="692132" y="388178"/>
                </a:lnTo>
                <a:lnTo>
                  <a:pt x="692386" y="388230"/>
                </a:lnTo>
                <a:lnTo>
                  <a:pt x="692642" y="388280"/>
                </a:lnTo>
                <a:lnTo>
                  <a:pt x="692898" y="388328"/>
                </a:lnTo>
                <a:lnTo>
                  <a:pt x="693156" y="388374"/>
                </a:lnTo>
                <a:lnTo>
                  <a:pt x="693414" y="388417"/>
                </a:lnTo>
                <a:lnTo>
                  <a:pt x="693674" y="388458"/>
                </a:lnTo>
                <a:lnTo>
                  <a:pt x="693935" y="388497"/>
                </a:lnTo>
                <a:lnTo>
                  <a:pt x="694197" y="388534"/>
                </a:lnTo>
                <a:lnTo>
                  <a:pt x="694460" y="388569"/>
                </a:lnTo>
                <a:lnTo>
                  <a:pt x="694724" y="388601"/>
                </a:lnTo>
                <a:lnTo>
                  <a:pt x="694989" y="388631"/>
                </a:lnTo>
                <a:lnTo>
                  <a:pt x="695256" y="388659"/>
                </a:lnTo>
                <a:lnTo>
                  <a:pt x="695523" y="388684"/>
                </a:lnTo>
                <a:lnTo>
                  <a:pt x="695792" y="388708"/>
                </a:lnTo>
                <a:lnTo>
                  <a:pt x="696061" y="388729"/>
                </a:lnTo>
                <a:lnTo>
                  <a:pt x="696332" y="388748"/>
                </a:lnTo>
                <a:lnTo>
                  <a:pt x="696604" y="388764"/>
                </a:lnTo>
                <a:lnTo>
                  <a:pt x="696877" y="388779"/>
                </a:lnTo>
                <a:lnTo>
                  <a:pt x="697151" y="388791"/>
                </a:lnTo>
                <a:lnTo>
                  <a:pt x="697427" y="388801"/>
                </a:lnTo>
                <a:lnTo>
                  <a:pt x="697703" y="388809"/>
                </a:lnTo>
                <a:lnTo>
                  <a:pt x="697981" y="388814"/>
                </a:lnTo>
                <a:lnTo>
                  <a:pt x="698259" y="388818"/>
                </a:lnTo>
                <a:lnTo>
                  <a:pt x="698539" y="388819"/>
                </a:lnTo>
                <a:lnTo>
                  <a:pt x="699215" y="388811"/>
                </a:lnTo>
                <a:lnTo>
                  <a:pt x="699882" y="388788"/>
                </a:lnTo>
                <a:lnTo>
                  <a:pt x="700539" y="388749"/>
                </a:lnTo>
                <a:lnTo>
                  <a:pt x="701186" y="388694"/>
                </a:lnTo>
                <a:lnTo>
                  <a:pt x="701824" y="388624"/>
                </a:lnTo>
                <a:lnTo>
                  <a:pt x="702453" y="388539"/>
                </a:lnTo>
                <a:close/>
                <a:moveTo>
                  <a:pt x="724757" y="609611"/>
                </a:moveTo>
                <a:lnTo>
                  <a:pt x="725642" y="609549"/>
                </a:lnTo>
                <a:lnTo>
                  <a:pt x="726515" y="609478"/>
                </a:lnTo>
                <a:lnTo>
                  <a:pt x="727377" y="609398"/>
                </a:lnTo>
                <a:lnTo>
                  <a:pt x="728227" y="609308"/>
                </a:lnTo>
                <a:lnTo>
                  <a:pt x="729065" y="609209"/>
                </a:lnTo>
                <a:lnTo>
                  <a:pt x="729892" y="609100"/>
                </a:lnTo>
                <a:lnTo>
                  <a:pt x="730707" y="608982"/>
                </a:lnTo>
                <a:lnTo>
                  <a:pt x="731510" y="608854"/>
                </a:lnTo>
                <a:lnTo>
                  <a:pt x="732302" y="608717"/>
                </a:lnTo>
                <a:lnTo>
                  <a:pt x="733082" y="608571"/>
                </a:lnTo>
                <a:lnTo>
                  <a:pt x="733850" y="608415"/>
                </a:lnTo>
                <a:lnTo>
                  <a:pt x="734607" y="608249"/>
                </a:lnTo>
                <a:lnTo>
                  <a:pt x="735352" y="608074"/>
                </a:lnTo>
                <a:lnTo>
                  <a:pt x="736085" y="607890"/>
                </a:lnTo>
                <a:lnTo>
                  <a:pt x="736807" y="607696"/>
                </a:lnTo>
                <a:lnTo>
                  <a:pt x="737517" y="607493"/>
                </a:lnTo>
                <a:lnTo>
                  <a:pt x="738215" y="607280"/>
                </a:lnTo>
                <a:lnTo>
                  <a:pt x="738902" y="607058"/>
                </a:lnTo>
                <a:lnTo>
                  <a:pt x="739589" y="606826"/>
                </a:lnTo>
                <a:lnTo>
                  <a:pt x="740262" y="606584"/>
                </a:lnTo>
                <a:lnTo>
                  <a:pt x="740921" y="606332"/>
                </a:lnTo>
                <a:lnTo>
                  <a:pt x="741567" y="606070"/>
                </a:lnTo>
                <a:lnTo>
                  <a:pt x="742198" y="605798"/>
                </a:lnTo>
                <a:lnTo>
                  <a:pt x="742816" y="605516"/>
                </a:lnTo>
                <a:lnTo>
                  <a:pt x="743419" y="605224"/>
                </a:lnTo>
                <a:lnTo>
                  <a:pt x="744009" y="604922"/>
                </a:lnTo>
                <a:lnTo>
                  <a:pt x="744585" y="604610"/>
                </a:lnTo>
                <a:lnTo>
                  <a:pt x="745147" y="604288"/>
                </a:lnTo>
                <a:lnTo>
                  <a:pt x="745695" y="603956"/>
                </a:lnTo>
                <a:lnTo>
                  <a:pt x="746229" y="603614"/>
                </a:lnTo>
                <a:lnTo>
                  <a:pt x="746750" y="603262"/>
                </a:lnTo>
                <a:lnTo>
                  <a:pt x="747256" y="602900"/>
                </a:lnTo>
                <a:lnTo>
                  <a:pt x="747748" y="602528"/>
                </a:lnTo>
                <a:lnTo>
                  <a:pt x="748227" y="602146"/>
                </a:lnTo>
                <a:lnTo>
                  <a:pt x="748692" y="601754"/>
                </a:lnTo>
                <a:lnTo>
                  <a:pt x="749142" y="601352"/>
                </a:lnTo>
                <a:lnTo>
                  <a:pt x="749579" y="600940"/>
                </a:lnTo>
                <a:lnTo>
                  <a:pt x="750002" y="600518"/>
                </a:lnTo>
                <a:lnTo>
                  <a:pt x="750411" y="600085"/>
                </a:lnTo>
                <a:lnTo>
                  <a:pt x="750806" y="599643"/>
                </a:lnTo>
                <a:lnTo>
                  <a:pt x="751188" y="599191"/>
                </a:lnTo>
                <a:lnTo>
                  <a:pt x="751555" y="598729"/>
                </a:lnTo>
                <a:lnTo>
                  <a:pt x="751921" y="598257"/>
                </a:lnTo>
                <a:lnTo>
                  <a:pt x="752271" y="597775"/>
                </a:lnTo>
                <a:lnTo>
                  <a:pt x="752606" y="597283"/>
                </a:lnTo>
                <a:lnTo>
                  <a:pt x="752925" y="596780"/>
                </a:lnTo>
                <a:lnTo>
                  <a:pt x="753229" y="596268"/>
                </a:lnTo>
                <a:lnTo>
                  <a:pt x="753517" y="595746"/>
                </a:lnTo>
                <a:lnTo>
                  <a:pt x="753789" y="595214"/>
                </a:lnTo>
                <a:lnTo>
                  <a:pt x="754046" y="594671"/>
                </a:lnTo>
                <a:lnTo>
                  <a:pt x="754288" y="594119"/>
                </a:lnTo>
                <a:lnTo>
                  <a:pt x="754514" y="593557"/>
                </a:lnTo>
                <a:lnTo>
                  <a:pt x="754724" y="592985"/>
                </a:lnTo>
                <a:lnTo>
                  <a:pt x="754918" y="592402"/>
                </a:lnTo>
                <a:lnTo>
                  <a:pt x="755098" y="591810"/>
                </a:lnTo>
                <a:lnTo>
                  <a:pt x="755261" y="591208"/>
                </a:lnTo>
                <a:lnTo>
                  <a:pt x="755409" y="590595"/>
                </a:lnTo>
                <a:lnTo>
                  <a:pt x="755541" y="589973"/>
                </a:lnTo>
                <a:lnTo>
                  <a:pt x="755658" y="589341"/>
                </a:lnTo>
                <a:lnTo>
                  <a:pt x="755759" y="588698"/>
                </a:lnTo>
                <a:lnTo>
                  <a:pt x="755845" y="588046"/>
                </a:lnTo>
                <a:lnTo>
                  <a:pt x="755915" y="587384"/>
                </a:lnTo>
                <a:lnTo>
                  <a:pt x="755970" y="586711"/>
                </a:lnTo>
                <a:lnTo>
                  <a:pt x="756008" y="586029"/>
                </a:lnTo>
                <a:lnTo>
                  <a:pt x="756032" y="585337"/>
                </a:lnTo>
                <a:lnTo>
                  <a:pt x="756040" y="584634"/>
                </a:lnTo>
                <a:lnTo>
                  <a:pt x="756034" y="584012"/>
                </a:lnTo>
                <a:lnTo>
                  <a:pt x="756018" y="583400"/>
                </a:lnTo>
                <a:lnTo>
                  <a:pt x="755992" y="582797"/>
                </a:lnTo>
                <a:lnTo>
                  <a:pt x="755955" y="582205"/>
                </a:lnTo>
                <a:lnTo>
                  <a:pt x="755908" y="581623"/>
                </a:lnTo>
                <a:lnTo>
                  <a:pt x="755849" y="581050"/>
                </a:lnTo>
                <a:lnTo>
                  <a:pt x="755781" y="580488"/>
                </a:lnTo>
                <a:lnTo>
                  <a:pt x="755701" y="579936"/>
                </a:lnTo>
                <a:lnTo>
                  <a:pt x="755612" y="579394"/>
                </a:lnTo>
                <a:lnTo>
                  <a:pt x="755511" y="578861"/>
                </a:lnTo>
                <a:lnTo>
                  <a:pt x="755400" y="578339"/>
                </a:lnTo>
                <a:lnTo>
                  <a:pt x="755279" y="577827"/>
                </a:lnTo>
                <a:lnTo>
                  <a:pt x="755147" y="577325"/>
                </a:lnTo>
                <a:lnTo>
                  <a:pt x="755004" y="576833"/>
                </a:lnTo>
                <a:lnTo>
                  <a:pt x="754851" y="576350"/>
                </a:lnTo>
                <a:lnTo>
                  <a:pt x="754687" y="575878"/>
                </a:lnTo>
                <a:lnTo>
                  <a:pt x="754513" y="575416"/>
                </a:lnTo>
                <a:lnTo>
                  <a:pt x="754328" y="574964"/>
                </a:lnTo>
                <a:lnTo>
                  <a:pt x="754132" y="574522"/>
                </a:lnTo>
                <a:lnTo>
                  <a:pt x="753926" y="574090"/>
                </a:lnTo>
                <a:lnTo>
                  <a:pt x="753710" y="573668"/>
                </a:lnTo>
                <a:lnTo>
                  <a:pt x="753482" y="573256"/>
                </a:lnTo>
                <a:lnTo>
                  <a:pt x="753245" y="572853"/>
                </a:lnTo>
                <a:lnTo>
                  <a:pt x="752996" y="572461"/>
                </a:lnTo>
                <a:lnTo>
                  <a:pt x="752736" y="572064"/>
                </a:lnTo>
                <a:lnTo>
                  <a:pt x="752463" y="571673"/>
                </a:lnTo>
                <a:lnTo>
                  <a:pt x="752176" y="571288"/>
                </a:lnTo>
                <a:lnTo>
                  <a:pt x="751875" y="570909"/>
                </a:lnTo>
                <a:lnTo>
                  <a:pt x="751562" y="570536"/>
                </a:lnTo>
                <a:lnTo>
                  <a:pt x="751235" y="570169"/>
                </a:lnTo>
                <a:lnTo>
                  <a:pt x="750894" y="569808"/>
                </a:lnTo>
                <a:lnTo>
                  <a:pt x="750540" y="569454"/>
                </a:lnTo>
                <a:lnTo>
                  <a:pt x="750173" y="569105"/>
                </a:lnTo>
                <a:lnTo>
                  <a:pt x="749793" y="568763"/>
                </a:lnTo>
                <a:lnTo>
                  <a:pt x="749399" y="568427"/>
                </a:lnTo>
                <a:lnTo>
                  <a:pt x="748992" y="568097"/>
                </a:lnTo>
                <a:lnTo>
                  <a:pt x="748572" y="567773"/>
                </a:lnTo>
                <a:lnTo>
                  <a:pt x="748138" y="567455"/>
                </a:lnTo>
                <a:lnTo>
                  <a:pt x="747691" y="567143"/>
                </a:lnTo>
                <a:lnTo>
                  <a:pt x="747230" y="566838"/>
                </a:lnTo>
                <a:lnTo>
                  <a:pt x="746756" y="566538"/>
                </a:lnTo>
                <a:lnTo>
                  <a:pt x="746269" y="566245"/>
                </a:lnTo>
                <a:lnTo>
                  <a:pt x="745769" y="565958"/>
                </a:lnTo>
                <a:lnTo>
                  <a:pt x="745255" y="565676"/>
                </a:lnTo>
                <a:lnTo>
                  <a:pt x="744728" y="565401"/>
                </a:lnTo>
                <a:lnTo>
                  <a:pt x="744187" y="565133"/>
                </a:lnTo>
                <a:lnTo>
                  <a:pt x="743633" y="564870"/>
                </a:lnTo>
                <a:lnTo>
                  <a:pt x="743066" y="564613"/>
                </a:lnTo>
                <a:lnTo>
                  <a:pt x="742497" y="564361"/>
                </a:lnTo>
                <a:lnTo>
                  <a:pt x="741910" y="564113"/>
                </a:lnTo>
                <a:lnTo>
                  <a:pt x="741307" y="563867"/>
                </a:lnTo>
                <a:lnTo>
                  <a:pt x="740686" y="563625"/>
                </a:lnTo>
                <a:lnTo>
                  <a:pt x="740047" y="563387"/>
                </a:lnTo>
                <a:lnTo>
                  <a:pt x="739392" y="563152"/>
                </a:lnTo>
                <a:lnTo>
                  <a:pt x="738719" y="562920"/>
                </a:lnTo>
                <a:lnTo>
                  <a:pt x="738030" y="562691"/>
                </a:lnTo>
                <a:lnTo>
                  <a:pt x="737322" y="562466"/>
                </a:lnTo>
                <a:lnTo>
                  <a:pt x="736598" y="562244"/>
                </a:lnTo>
                <a:lnTo>
                  <a:pt x="735856" y="562025"/>
                </a:lnTo>
                <a:lnTo>
                  <a:pt x="735098" y="561810"/>
                </a:lnTo>
                <a:lnTo>
                  <a:pt x="734321" y="561598"/>
                </a:lnTo>
                <a:lnTo>
                  <a:pt x="733528" y="561390"/>
                </a:lnTo>
                <a:lnTo>
                  <a:pt x="732718" y="561184"/>
                </a:lnTo>
                <a:lnTo>
                  <a:pt x="731890" y="560983"/>
                </a:lnTo>
                <a:lnTo>
                  <a:pt x="731045" y="560784"/>
                </a:lnTo>
                <a:lnTo>
                  <a:pt x="730182" y="560589"/>
                </a:lnTo>
                <a:lnTo>
                  <a:pt x="729303" y="560397"/>
                </a:lnTo>
                <a:lnTo>
                  <a:pt x="728406" y="560208"/>
                </a:lnTo>
                <a:lnTo>
                  <a:pt x="727492" y="560023"/>
                </a:lnTo>
                <a:lnTo>
                  <a:pt x="726561" y="559841"/>
                </a:lnTo>
                <a:lnTo>
                  <a:pt x="725612" y="559663"/>
                </a:lnTo>
                <a:lnTo>
                  <a:pt x="724647" y="559488"/>
                </a:lnTo>
                <a:lnTo>
                  <a:pt x="723867" y="559341"/>
                </a:lnTo>
                <a:lnTo>
                  <a:pt x="723102" y="559195"/>
                </a:lnTo>
                <a:lnTo>
                  <a:pt x="722352" y="559050"/>
                </a:lnTo>
                <a:lnTo>
                  <a:pt x="721617" y="558905"/>
                </a:lnTo>
                <a:lnTo>
                  <a:pt x="720897" y="558761"/>
                </a:lnTo>
                <a:lnTo>
                  <a:pt x="720192" y="558617"/>
                </a:lnTo>
                <a:lnTo>
                  <a:pt x="719502" y="558474"/>
                </a:lnTo>
                <a:lnTo>
                  <a:pt x="718827" y="558331"/>
                </a:lnTo>
                <a:lnTo>
                  <a:pt x="718167" y="558189"/>
                </a:lnTo>
                <a:lnTo>
                  <a:pt x="717522" y="558047"/>
                </a:lnTo>
                <a:lnTo>
                  <a:pt x="716893" y="557906"/>
                </a:lnTo>
                <a:lnTo>
                  <a:pt x="716278" y="557766"/>
                </a:lnTo>
                <a:lnTo>
                  <a:pt x="715678" y="557626"/>
                </a:lnTo>
                <a:lnTo>
                  <a:pt x="715093" y="557487"/>
                </a:lnTo>
                <a:lnTo>
                  <a:pt x="714523" y="557348"/>
                </a:lnTo>
                <a:lnTo>
                  <a:pt x="713969" y="557210"/>
                </a:lnTo>
                <a:lnTo>
                  <a:pt x="713429" y="557072"/>
                </a:lnTo>
                <a:lnTo>
                  <a:pt x="712904" y="556935"/>
                </a:lnTo>
                <a:lnTo>
                  <a:pt x="712394" y="556798"/>
                </a:lnTo>
                <a:lnTo>
                  <a:pt x="711900" y="556662"/>
                </a:lnTo>
                <a:lnTo>
                  <a:pt x="711420" y="556527"/>
                </a:lnTo>
                <a:lnTo>
                  <a:pt x="710955" y="556392"/>
                </a:lnTo>
                <a:lnTo>
                  <a:pt x="710506" y="556258"/>
                </a:lnTo>
                <a:lnTo>
                  <a:pt x="710071" y="556124"/>
                </a:lnTo>
                <a:lnTo>
                  <a:pt x="709663" y="555990"/>
                </a:lnTo>
                <a:lnTo>
                  <a:pt x="709265" y="555855"/>
                </a:lnTo>
                <a:lnTo>
                  <a:pt x="708877" y="555719"/>
                </a:lnTo>
                <a:lnTo>
                  <a:pt x="708501" y="555581"/>
                </a:lnTo>
                <a:lnTo>
                  <a:pt x="708134" y="555443"/>
                </a:lnTo>
                <a:lnTo>
                  <a:pt x="707779" y="555303"/>
                </a:lnTo>
                <a:lnTo>
                  <a:pt x="707434" y="555163"/>
                </a:lnTo>
                <a:lnTo>
                  <a:pt x="707099" y="555021"/>
                </a:lnTo>
                <a:lnTo>
                  <a:pt x="706775" y="554878"/>
                </a:lnTo>
                <a:lnTo>
                  <a:pt x="706462" y="554734"/>
                </a:lnTo>
                <a:lnTo>
                  <a:pt x="706159" y="554589"/>
                </a:lnTo>
                <a:lnTo>
                  <a:pt x="705867" y="554442"/>
                </a:lnTo>
                <a:lnTo>
                  <a:pt x="705585" y="554295"/>
                </a:lnTo>
                <a:lnTo>
                  <a:pt x="705314" y="554146"/>
                </a:lnTo>
                <a:lnTo>
                  <a:pt x="705053" y="553997"/>
                </a:lnTo>
                <a:lnTo>
                  <a:pt x="704803" y="553846"/>
                </a:lnTo>
                <a:lnTo>
                  <a:pt x="704564" y="553694"/>
                </a:lnTo>
                <a:lnTo>
                  <a:pt x="704335" y="553541"/>
                </a:lnTo>
                <a:lnTo>
                  <a:pt x="704117" y="553387"/>
                </a:lnTo>
                <a:lnTo>
                  <a:pt x="703909" y="553232"/>
                </a:lnTo>
                <a:lnTo>
                  <a:pt x="703712" y="553076"/>
                </a:lnTo>
                <a:lnTo>
                  <a:pt x="703525" y="552919"/>
                </a:lnTo>
                <a:lnTo>
                  <a:pt x="703349" y="552760"/>
                </a:lnTo>
                <a:lnTo>
                  <a:pt x="703184" y="552600"/>
                </a:lnTo>
                <a:lnTo>
                  <a:pt x="703027" y="552425"/>
                </a:lnTo>
                <a:lnTo>
                  <a:pt x="702877" y="552247"/>
                </a:lnTo>
                <a:lnTo>
                  <a:pt x="702733" y="552065"/>
                </a:lnTo>
                <a:lnTo>
                  <a:pt x="702597" y="551880"/>
                </a:lnTo>
                <a:lnTo>
                  <a:pt x="702466" y="551691"/>
                </a:lnTo>
                <a:lnTo>
                  <a:pt x="702343" y="551499"/>
                </a:lnTo>
                <a:lnTo>
                  <a:pt x="702226" y="551304"/>
                </a:lnTo>
                <a:lnTo>
                  <a:pt x="702116" y="551105"/>
                </a:lnTo>
                <a:lnTo>
                  <a:pt x="702013" y="550904"/>
                </a:lnTo>
                <a:lnTo>
                  <a:pt x="701916" y="550698"/>
                </a:lnTo>
                <a:lnTo>
                  <a:pt x="701826" y="550490"/>
                </a:lnTo>
                <a:lnTo>
                  <a:pt x="701742" y="550278"/>
                </a:lnTo>
                <a:lnTo>
                  <a:pt x="701666" y="550063"/>
                </a:lnTo>
                <a:lnTo>
                  <a:pt x="701596" y="549844"/>
                </a:lnTo>
                <a:lnTo>
                  <a:pt x="701532" y="549622"/>
                </a:lnTo>
                <a:lnTo>
                  <a:pt x="701475" y="549397"/>
                </a:lnTo>
                <a:lnTo>
                  <a:pt x="701425" y="549168"/>
                </a:lnTo>
                <a:lnTo>
                  <a:pt x="701382" y="548937"/>
                </a:lnTo>
                <a:lnTo>
                  <a:pt x="701345" y="548701"/>
                </a:lnTo>
                <a:lnTo>
                  <a:pt x="701315" y="548463"/>
                </a:lnTo>
                <a:lnTo>
                  <a:pt x="701292" y="548221"/>
                </a:lnTo>
                <a:lnTo>
                  <a:pt x="701275" y="547976"/>
                </a:lnTo>
                <a:lnTo>
                  <a:pt x="701265" y="547727"/>
                </a:lnTo>
                <a:lnTo>
                  <a:pt x="701262" y="547475"/>
                </a:lnTo>
                <a:lnTo>
                  <a:pt x="701294" y="546534"/>
                </a:lnTo>
                <a:lnTo>
                  <a:pt x="701391" y="545633"/>
                </a:lnTo>
                <a:lnTo>
                  <a:pt x="701552" y="544772"/>
                </a:lnTo>
                <a:lnTo>
                  <a:pt x="701778" y="543951"/>
                </a:lnTo>
                <a:lnTo>
                  <a:pt x="702068" y="543170"/>
                </a:lnTo>
                <a:lnTo>
                  <a:pt x="702423" y="542430"/>
                </a:lnTo>
                <a:lnTo>
                  <a:pt x="702842" y="541729"/>
                </a:lnTo>
                <a:lnTo>
                  <a:pt x="703326" y="541068"/>
                </a:lnTo>
                <a:lnTo>
                  <a:pt x="703875" y="540448"/>
                </a:lnTo>
                <a:lnTo>
                  <a:pt x="704488" y="539867"/>
                </a:lnTo>
                <a:lnTo>
                  <a:pt x="705165" y="539326"/>
                </a:lnTo>
                <a:lnTo>
                  <a:pt x="705907" y="538826"/>
                </a:lnTo>
                <a:lnTo>
                  <a:pt x="706713" y="538365"/>
                </a:lnTo>
                <a:lnTo>
                  <a:pt x="707584" y="537945"/>
                </a:lnTo>
                <a:lnTo>
                  <a:pt x="708520" y="537565"/>
                </a:lnTo>
                <a:lnTo>
                  <a:pt x="709519" y="537224"/>
                </a:lnTo>
                <a:lnTo>
                  <a:pt x="710584" y="536924"/>
                </a:lnTo>
                <a:lnTo>
                  <a:pt x="711713" y="536664"/>
                </a:lnTo>
                <a:lnTo>
                  <a:pt x="712906" y="536443"/>
                </a:lnTo>
                <a:lnTo>
                  <a:pt x="714164" y="536263"/>
                </a:lnTo>
                <a:lnTo>
                  <a:pt x="715487" y="536123"/>
                </a:lnTo>
                <a:lnTo>
                  <a:pt x="716874" y="536023"/>
                </a:lnTo>
                <a:lnTo>
                  <a:pt x="718325" y="535963"/>
                </a:lnTo>
                <a:lnTo>
                  <a:pt x="719841" y="535943"/>
                </a:lnTo>
                <a:lnTo>
                  <a:pt x="720280" y="535945"/>
                </a:lnTo>
                <a:lnTo>
                  <a:pt x="720716" y="535951"/>
                </a:lnTo>
                <a:lnTo>
                  <a:pt x="721148" y="535960"/>
                </a:lnTo>
                <a:lnTo>
                  <a:pt x="721577" y="535974"/>
                </a:lnTo>
                <a:lnTo>
                  <a:pt x="722002" y="535992"/>
                </a:lnTo>
                <a:lnTo>
                  <a:pt x="722424" y="536013"/>
                </a:lnTo>
                <a:lnTo>
                  <a:pt x="722843" y="536038"/>
                </a:lnTo>
                <a:lnTo>
                  <a:pt x="723258" y="536067"/>
                </a:lnTo>
                <a:lnTo>
                  <a:pt x="723671" y="536101"/>
                </a:lnTo>
                <a:lnTo>
                  <a:pt x="724079" y="536137"/>
                </a:lnTo>
                <a:lnTo>
                  <a:pt x="724485" y="536178"/>
                </a:lnTo>
                <a:lnTo>
                  <a:pt x="724887" y="536223"/>
                </a:lnTo>
                <a:lnTo>
                  <a:pt x="725286" y="536272"/>
                </a:lnTo>
                <a:lnTo>
                  <a:pt x="725681" y="536324"/>
                </a:lnTo>
                <a:lnTo>
                  <a:pt x="726073" y="536381"/>
                </a:lnTo>
                <a:lnTo>
                  <a:pt x="726462" y="536441"/>
                </a:lnTo>
                <a:lnTo>
                  <a:pt x="726847" y="536505"/>
                </a:lnTo>
                <a:lnTo>
                  <a:pt x="727229" y="536574"/>
                </a:lnTo>
                <a:lnTo>
                  <a:pt x="727608" y="536646"/>
                </a:lnTo>
                <a:lnTo>
                  <a:pt x="727983" y="536721"/>
                </a:lnTo>
                <a:lnTo>
                  <a:pt x="728355" y="536801"/>
                </a:lnTo>
                <a:lnTo>
                  <a:pt x="728724" y="536885"/>
                </a:lnTo>
                <a:lnTo>
                  <a:pt x="729090" y="536973"/>
                </a:lnTo>
                <a:lnTo>
                  <a:pt x="729452" y="537064"/>
                </a:lnTo>
                <a:lnTo>
                  <a:pt x="729822" y="537148"/>
                </a:lnTo>
                <a:lnTo>
                  <a:pt x="730186" y="537239"/>
                </a:lnTo>
                <a:lnTo>
                  <a:pt x="730543" y="537337"/>
                </a:lnTo>
                <a:lnTo>
                  <a:pt x="730893" y="537442"/>
                </a:lnTo>
                <a:lnTo>
                  <a:pt x="731237" y="537555"/>
                </a:lnTo>
                <a:lnTo>
                  <a:pt x="731574" y="537675"/>
                </a:lnTo>
                <a:lnTo>
                  <a:pt x="731904" y="537802"/>
                </a:lnTo>
                <a:lnTo>
                  <a:pt x="732228" y="537936"/>
                </a:lnTo>
                <a:lnTo>
                  <a:pt x="732545" y="538078"/>
                </a:lnTo>
                <a:lnTo>
                  <a:pt x="732855" y="538226"/>
                </a:lnTo>
                <a:lnTo>
                  <a:pt x="733159" y="538382"/>
                </a:lnTo>
                <a:lnTo>
                  <a:pt x="733456" y="538546"/>
                </a:lnTo>
                <a:lnTo>
                  <a:pt x="733746" y="538716"/>
                </a:lnTo>
                <a:lnTo>
                  <a:pt x="734030" y="538894"/>
                </a:lnTo>
                <a:lnTo>
                  <a:pt x="734307" y="539079"/>
                </a:lnTo>
                <a:lnTo>
                  <a:pt x="734577" y="539271"/>
                </a:lnTo>
                <a:lnTo>
                  <a:pt x="734841" y="539470"/>
                </a:lnTo>
                <a:lnTo>
                  <a:pt x="735098" y="539677"/>
                </a:lnTo>
                <a:lnTo>
                  <a:pt x="735348" y="539891"/>
                </a:lnTo>
                <a:lnTo>
                  <a:pt x="735591" y="540112"/>
                </a:lnTo>
                <a:lnTo>
                  <a:pt x="735828" y="540340"/>
                </a:lnTo>
                <a:lnTo>
                  <a:pt x="736059" y="540576"/>
                </a:lnTo>
                <a:lnTo>
                  <a:pt x="736282" y="540818"/>
                </a:lnTo>
                <a:lnTo>
                  <a:pt x="736499" y="541068"/>
                </a:lnTo>
                <a:lnTo>
                  <a:pt x="736721" y="541314"/>
                </a:lnTo>
                <a:lnTo>
                  <a:pt x="736934" y="541569"/>
                </a:lnTo>
                <a:lnTo>
                  <a:pt x="737137" y="541834"/>
                </a:lnTo>
                <a:lnTo>
                  <a:pt x="737331" y="542109"/>
                </a:lnTo>
                <a:lnTo>
                  <a:pt x="737515" y="542395"/>
                </a:lnTo>
                <a:lnTo>
                  <a:pt x="737690" y="542690"/>
                </a:lnTo>
                <a:lnTo>
                  <a:pt x="737856" y="542995"/>
                </a:lnTo>
                <a:lnTo>
                  <a:pt x="738012" y="543311"/>
                </a:lnTo>
                <a:lnTo>
                  <a:pt x="738158" y="543636"/>
                </a:lnTo>
                <a:lnTo>
                  <a:pt x="738295" y="543971"/>
                </a:lnTo>
                <a:lnTo>
                  <a:pt x="738423" y="544317"/>
                </a:lnTo>
                <a:lnTo>
                  <a:pt x="738541" y="544672"/>
                </a:lnTo>
                <a:lnTo>
                  <a:pt x="738650" y="545037"/>
                </a:lnTo>
                <a:lnTo>
                  <a:pt x="738749" y="545413"/>
                </a:lnTo>
                <a:lnTo>
                  <a:pt x="738839" y="545798"/>
                </a:lnTo>
                <a:lnTo>
                  <a:pt x="738919" y="546194"/>
                </a:lnTo>
                <a:lnTo>
                  <a:pt x="738990" y="546599"/>
                </a:lnTo>
                <a:lnTo>
                  <a:pt x="739052" y="547015"/>
                </a:lnTo>
                <a:lnTo>
                  <a:pt x="739104" y="547440"/>
                </a:lnTo>
                <a:lnTo>
                  <a:pt x="739146" y="547875"/>
                </a:lnTo>
                <a:lnTo>
                  <a:pt x="739179" y="548321"/>
                </a:lnTo>
                <a:lnTo>
                  <a:pt x="739203" y="548776"/>
                </a:lnTo>
                <a:lnTo>
                  <a:pt x="739217" y="549242"/>
                </a:lnTo>
                <a:lnTo>
                  <a:pt x="739222" y="549717"/>
                </a:lnTo>
                <a:lnTo>
                  <a:pt x="753157" y="549717"/>
                </a:lnTo>
                <a:lnTo>
                  <a:pt x="753183" y="549625"/>
                </a:lnTo>
                <a:lnTo>
                  <a:pt x="753208" y="549534"/>
                </a:lnTo>
                <a:lnTo>
                  <a:pt x="753232" y="549445"/>
                </a:lnTo>
                <a:lnTo>
                  <a:pt x="753254" y="549357"/>
                </a:lnTo>
                <a:lnTo>
                  <a:pt x="753276" y="549271"/>
                </a:lnTo>
                <a:lnTo>
                  <a:pt x="753297" y="549187"/>
                </a:lnTo>
                <a:lnTo>
                  <a:pt x="753316" y="549104"/>
                </a:lnTo>
                <a:lnTo>
                  <a:pt x="753335" y="549023"/>
                </a:lnTo>
                <a:lnTo>
                  <a:pt x="753352" y="548944"/>
                </a:lnTo>
                <a:lnTo>
                  <a:pt x="753368" y="548866"/>
                </a:lnTo>
                <a:lnTo>
                  <a:pt x="753383" y="548791"/>
                </a:lnTo>
                <a:lnTo>
                  <a:pt x="753397" y="548716"/>
                </a:lnTo>
                <a:lnTo>
                  <a:pt x="753410" y="548644"/>
                </a:lnTo>
                <a:lnTo>
                  <a:pt x="753421" y="548573"/>
                </a:lnTo>
                <a:lnTo>
                  <a:pt x="753432" y="548504"/>
                </a:lnTo>
                <a:lnTo>
                  <a:pt x="753441" y="548436"/>
                </a:lnTo>
                <a:lnTo>
                  <a:pt x="753450" y="548370"/>
                </a:lnTo>
                <a:lnTo>
                  <a:pt x="753457" y="548306"/>
                </a:lnTo>
                <a:lnTo>
                  <a:pt x="753463" y="548243"/>
                </a:lnTo>
                <a:lnTo>
                  <a:pt x="753468" y="548182"/>
                </a:lnTo>
                <a:lnTo>
                  <a:pt x="753472" y="548123"/>
                </a:lnTo>
                <a:lnTo>
                  <a:pt x="753475" y="548066"/>
                </a:lnTo>
                <a:lnTo>
                  <a:pt x="753476" y="548010"/>
                </a:lnTo>
                <a:lnTo>
                  <a:pt x="753477" y="547956"/>
                </a:lnTo>
                <a:lnTo>
                  <a:pt x="753477" y="547902"/>
                </a:lnTo>
                <a:lnTo>
                  <a:pt x="753477" y="547850"/>
                </a:lnTo>
                <a:lnTo>
                  <a:pt x="753477" y="547798"/>
                </a:lnTo>
                <a:lnTo>
                  <a:pt x="753477" y="547746"/>
                </a:lnTo>
                <a:lnTo>
                  <a:pt x="753477" y="547696"/>
                </a:lnTo>
                <a:lnTo>
                  <a:pt x="753477" y="547645"/>
                </a:lnTo>
                <a:lnTo>
                  <a:pt x="753477" y="547595"/>
                </a:lnTo>
                <a:lnTo>
                  <a:pt x="753477" y="547546"/>
                </a:lnTo>
                <a:lnTo>
                  <a:pt x="753477" y="547498"/>
                </a:lnTo>
                <a:lnTo>
                  <a:pt x="753477" y="547449"/>
                </a:lnTo>
                <a:lnTo>
                  <a:pt x="753477" y="547402"/>
                </a:lnTo>
                <a:lnTo>
                  <a:pt x="753477" y="547355"/>
                </a:lnTo>
                <a:lnTo>
                  <a:pt x="753477" y="547308"/>
                </a:lnTo>
                <a:lnTo>
                  <a:pt x="753477" y="547263"/>
                </a:lnTo>
                <a:lnTo>
                  <a:pt x="753477" y="547217"/>
                </a:lnTo>
                <a:lnTo>
                  <a:pt x="753477" y="547172"/>
                </a:lnTo>
                <a:lnTo>
                  <a:pt x="753477" y="547128"/>
                </a:lnTo>
                <a:lnTo>
                  <a:pt x="753477" y="547085"/>
                </a:lnTo>
                <a:lnTo>
                  <a:pt x="753477" y="547042"/>
                </a:lnTo>
                <a:lnTo>
                  <a:pt x="753477" y="546999"/>
                </a:lnTo>
                <a:lnTo>
                  <a:pt x="753477" y="546957"/>
                </a:lnTo>
                <a:lnTo>
                  <a:pt x="753477" y="546916"/>
                </a:lnTo>
                <a:lnTo>
                  <a:pt x="753477" y="546875"/>
                </a:lnTo>
                <a:lnTo>
                  <a:pt x="753477" y="546834"/>
                </a:lnTo>
                <a:lnTo>
                  <a:pt x="753469" y="546264"/>
                </a:lnTo>
                <a:lnTo>
                  <a:pt x="753447" y="545701"/>
                </a:lnTo>
                <a:lnTo>
                  <a:pt x="753409" y="545145"/>
                </a:lnTo>
                <a:lnTo>
                  <a:pt x="753357" y="544596"/>
                </a:lnTo>
                <a:lnTo>
                  <a:pt x="753289" y="544055"/>
                </a:lnTo>
                <a:lnTo>
                  <a:pt x="753207" y="543521"/>
                </a:lnTo>
                <a:lnTo>
                  <a:pt x="753109" y="542994"/>
                </a:lnTo>
                <a:lnTo>
                  <a:pt x="752996" y="542474"/>
                </a:lnTo>
                <a:lnTo>
                  <a:pt x="752869" y="541962"/>
                </a:lnTo>
                <a:lnTo>
                  <a:pt x="752726" y="541456"/>
                </a:lnTo>
                <a:lnTo>
                  <a:pt x="752568" y="540958"/>
                </a:lnTo>
                <a:lnTo>
                  <a:pt x="752396" y="540468"/>
                </a:lnTo>
                <a:lnTo>
                  <a:pt x="752208" y="539984"/>
                </a:lnTo>
                <a:lnTo>
                  <a:pt x="752005" y="539508"/>
                </a:lnTo>
                <a:lnTo>
                  <a:pt x="751788" y="539039"/>
                </a:lnTo>
                <a:lnTo>
                  <a:pt x="751555" y="538577"/>
                </a:lnTo>
                <a:lnTo>
                  <a:pt x="751307" y="538122"/>
                </a:lnTo>
                <a:lnTo>
                  <a:pt x="751044" y="537675"/>
                </a:lnTo>
                <a:lnTo>
                  <a:pt x="750767" y="537234"/>
                </a:lnTo>
                <a:lnTo>
                  <a:pt x="750474" y="536802"/>
                </a:lnTo>
                <a:lnTo>
                  <a:pt x="750166" y="536376"/>
                </a:lnTo>
                <a:lnTo>
                  <a:pt x="749843" y="535957"/>
                </a:lnTo>
                <a:lnTo>
                  <a:pt x="749505" y="535546"/>
                </a:lnTo>
                <a:lnTo>
                  <a:pt x="749152" y="535142"/>
                </a:lnTo>
                <a:lnTo>
                  <a:pt x="748787" y="534732"/>
                </a:lnTo>
                <a:lnTo>
                  <a:pt x="748410" y="534330"/>
                </a:lnTo>
                <a:lnTo>
                  <a:pt x="748024" y="533936"/>
                </a:lnTo>
                <a:lnTo>
                  <a:pt x="747626" y="533549"/>
                </a:lnTo>
                <a:lnTo>
                  <a:pt x="747218" y="533170"/>
                </a:lnTo>
                <a:lnTo>
                  <a:pt x="746800" y="532800"/>
                </a:lnTo>
                <a:lnTo>
                  <a:pt x="746371" y="532436"/>
                </a:lnTo>
                <a:lnTo>
                  <a:pt x="745931" y="532081"/>
                </a:lnTo>
                <a:lnTo>
                  <a:pt x="745481" y="531733"/>
                </a:lnTo>
                <a:lnTo>
                  <a:pt x="745020" y="531394"/>
                </a:lnTo>
                <a:lnTo>
                  <a:pt x="744549" y="531062"/>
                </a:lnTo>
                <a:lnTo>
                  <a:pt x="744067" y="530737"/>
                </a:lnTo>
                <a:lnTo>
                  <a:pt x="743575" y="530421"/>
                </a:lnTo>
                <a:lnTo>
                  <a:pt x="743071" y="530112"/>
                </a:lnTo>
                <a:lnTo>
                  <a:pt x="742558" y="529811"/>
                </a:lnTo>
                <a:lnTo>
                  <a:pt x="742034" y="529518"/>
                </a:lnTo>
                <a:lnTo>
                  <a:pt x="741499" y="529233"/>
                </a:lnTo>
                <a:lnTo>
                  <a:pt x="740954" y="528955"/>
                </a:lnTo>
                <a:lnTo>
                  <a:pt x="740398" y="528686"/>
                </a:lnTo>
                <a:lnTo>
                  <a:pt x="739831" y="528424"/>
                </a:lnTo>
                <a:lnTo>
                  <a:pt x="739254" y="528170"/>
                </a:lnTo>
                <a:lnTo>
                  <a:pt x="738667" y="527923"/>
                </a:lnTo>
                <a:lnTo>
                  <a:pt x="738069" y="527685"/>
                </a:lnTo>
                <a:lnTo>
                  <a:pt x="737460" y="527454"/>
                </a:lnTo>
                <a:lnTo>
                  <a:pt x="736856" y="527232"/>
                </a:lnTo>
                <a:lnTo>
                  <a:pt x="736245" y="527019"/>
                </a:lnTo>
                <a:lnTo>
                  <a:pt x="735628" y="526816"/>
                </a:lnTo>
                <a:lnTo>
                  <a:pt x="735004" y="526622"/>
                </a:lnTo>
                <a:lnTo>
                  <a:pt x="734373" y="526438"/>
                </a:lnTo>
                <a:lnTo>
                  <a:pt x="733736" y="526263"/>
                </a:lnTo>
                <a:lnTo>
                  <a:pt x="733092" y="526097"/>
                </a:lnTo>
                <a:lnTo>
                  <a:pt x="732441" y="525941"/>
                </a:lnTo>
                <a:lnTo>
                  <a:pt x="731784" y="525795"/>
                </a:lnTo>
                <a:lnTo>
                  <a:pt x="731120" y="525658"/>
                </a:lnTo>
                <a:lnTo>
                  <a:pt x="730449" y="525530"/>
                </a:lnTo>
                <a:lnTo>
                  <a:pt x="729772" y="525412"/>
                </a:lnTo>
                <a:lnTo>
                  <a:pt x="729088" y="525303"/>
                </a:lnTo>
                <a:lnTo>
                  <a:pt x="728397" y="525204"/>
                </a:lnTo>
                <a:lnTo>
                  <a:pt x="727700" y="525114"/>
                </a:lnTo>
                <a:lnTo>
                  <a:pt x="726996" y="525034"/>
                </a:lnTo>
                <a:lnTo>
                  <a:pt x="726285" y="524963"/>
                </a:lnTo>
                <a:lnTo>
                  <a:pt x="725567" y="524901"/>
                </a:lnTo>
                <a:lnTo>
                  <a:pt x="724843" y="524849"/>
                </a:lnTo>
                <a:lnTo>
                  <a:pt x="724113" y="524807"/>
                </a:lnTo>
                <a:lnTo>
                  <a:pt x="723375" y="524774"/>
                </a:lnTo>
                <a:lnTo>
                  <a:pt x="722631" y="524750"/>
                </a:lnTo>
                <a:lnTo>
                  <a:pt x="721880" y="524736"/>
                </a:lnTo>
                <a:lnTo>
                  <a:pt x="721123" y="524731"/>
                </a:lnTo>
                <a:lnTo>
                  <a:pt x="720260" y="524736"/>
                </a:lnTo>
                <a:lnTo>
                  <a:pt x="719405" y="524750"/>
                </a:lnTo>
                <a:lnTo>
                  <a:pt x="718560" y="524774"/>
                </a:lnTo>
                <a:lnTo>
                  <a:pt x="717724" y="524807"/>
                </a:lnTo>
                <a:lnTo>
                  <a:pt x="716896" y="524849"/>
                </a:lnTo>
                <a:lnTo>
                  <a:pt x="716077" y="524901"/>
                </a:lnTo>
                <a:lnTo>
                  <a:pt x="715268" y="524963"/>
                </a:lnTo>
                <a:lnTo>
                  <a:pt x="714467" y="525034"/>
                </a:lnTo>
                <a:lnTo>
                  <a:pt x="713675" y="525114"/>
                </a:lnTo>
                <a:lnTo>
                  <a:pt x="712892" y="525204"/>
                </a:lnTo>
                <a:lnTo>
                  <a:pt x="712118" y="525303"/>
                </a:lnTo>
                <a:lnTo>
                  <a:pt x="711353" y="525412"/>
                </a:lnTo>
                <a:lnTo>
                  <a:pt x="710596" y="525530"/>
                </a:lnTo>
                <a:lnTo>
                  <a:pt x="709849" y="525658"/>
                </a:lnTo>
                <a:lnTo>
                  <a:pt x="709110" y="525795"/>
                </a:lnTo>
                <a:lnTo>
                  <a:pt x="708380" y="525941"/>
                </a:lnTo>
                <a:lnTo>
                  <a:pt x="707660" y="526097"/>
                </a:lnTo>
                <a:lnTo>
                  <a:pt x="706948" y="526263"/>
                </a:lnTo>
                <a:lnTo>
                  <a:pt x="706245" y="526438"/>
                </a:lnTo>
                <a:lnTo>
                  <a:pt x="705551" y="526622"/>
                </a:lnTo>
                <a:lnTo>
                  <a:pt x="704866" y="526816"/>
                </a:lnTo>
                <a:lnTo>
                  <a:pt x="704189" y="527019"/>
                </a:lnTo>
                <a:lnTo>
                  <a:pt x="703522" y="527232"/>
                </a:lnTo>
                <a:lnTo>
                  <a:pt x="702864" y="527454"/>
                </a:lnTo>
                <a:lnTo>
                  <a:pt x="702229" y="527685"/>
                </a:lnTo>
                <a:lnTo>
                  <a:pt x="701606" y="527926"/>
                </a:lnTo>
                <a:lnTo>
                  <a:pt x="700994" y="528175"/>
                </a:lnTo>
                <a:lnTo>
                  <a:pt x="700394" y="528433"/>
                </a:lnTo>
                <a:lnTo>
                  <a:pt x="699806" y="528700"/>
                </a:lnTo>
                <a:lnTo>
                  <a:pt x="699230" y="528976"/>
                </a:lnTo>
                <a:lnTo>
                  <a:pt x="698665" y="529260"/>
                </a:lnTo>
                <a:lnTo>
                  <a:pt x="698112" y="529554"/>
                </a:lnTo>
                <a:lnTo>
                  <a:pt x="697570" y="529856"/>
                </a:lnTo>
                <a:lnTo>
                  <a:pt x="697041" y="530168"/>
                </a:lnTo>
                <a:lnTo>
                  <a:pt x="696523" y="530488"/>
                </a:lnTo>
                <a:lnTo>
                  <a:pt x="696016" y="530817"/>
                </a:lnTo>
                <a:lnTo>
                  <a:pt x="695522" y="531156"/>
                </a:lnTo>
                <a:lnTo>
                  <a:pt x="695039" y="531503"/>
                </a:lnTo>
                <a:lnTo>
                  <a:pt x="694567" y="531859"/>
                </a:lnTo>
                <a:lnTo>
                  <a:pt x="694108" y="532223"/>
                </a:lnTo>
                <a:lnTo>
                  <a:pt x="693660" y="532597"/>
                </a:lnTo>
                <a:lnTo>
                  <a:pt x="693223" y="532980"/>
                </a:lnTo>
                <a:lnTo>
                  <a:pt x="692799" y="533371"/>
                </a:lnTo>
                <a:lnTo>
                  <a:pt x="692386" y="533772"/>
                </a:lnTo>
                <a:lnTo>
                  <a:pt x="691985" y="534181"/>
                </a:lnTo>
                <a:lnTo>
                  <a:pt x="691595" y="534599"/>
                </a:lnTo>
                <a:lnTo>
                  <a:pt x="691217" y="535026"/>
                </a:lnTo>
                <a:lnTo>
                  <a:pt x="690851" y="535462"/>
                </a:lnTo>
                <a:lnTo>
                  <a:pt x="690498" y="535908"/>
                </a:lnTo>
                <a:lnTo>
                  <a:pt x="690160" y="536362"/>
                </a:lnTo>
                <a:lnTo>
                  <a:pt x="689837" y="536826"/>
                </a:lnTo>
                <a:lnTo>
                  <a:pt x="689529" y="537300"/>
                </a:lnTo>
                <a:lnTo>
                  <a:pt x="689237" y="537783"/>
                </a:lnTo>
                <a:lnTo>
                  <a:pt x="688959" y="538275"/>
                </a:lnTo>
                <a:lnTo>
                  <a:pt x="688696" y="538777"/>
                </a:lnTo>
                <a:lnTo>
                  <a:pt x="688448" y="539289"/>
                </a:lnTo>
                <a:lnTo>
                  <a:pt x="688216" y="539809"/>
                </a:lnTo>
                <a:lnTo>
                  <a:pt x="687998" y="540340"/>
                </a:lnTo>
                <a:lnTo>
                  <a:pt x="687795" y="540879"/>
                </a:lnTo>
                <a:lnTo>
                  <a:pt x="687607" y="541429"/>
                </a:lnTo>
                <a:lnTo>
                  <a:pt x="687435" y="541987"/>
                </a:lnTo>
                <a:lnTo>
                  <a:pt x="687277" y="542555"/>
                </a:lnTo>
                <a:lnTo>
                  <a:pt x="687134" y="543133"/>
                </a:lnTo>
                <a:lnTo>
                  <a:pt x="687007" y="543720"/>
                </a:lnTo>
                <a:lnTo>
                  <a:pt x="686894" y="544316"/>
                </a:lnTo>
                <a:lnTo>
                  <a:pt x="686797" y="544922"/>
                </a:lnTo>
                <a:lnTo>
                  <a:pt x="686714" y="545538"/>
                </a:lnTo>
                <a:lnTo>
                  <a:pt x="686646" y="546163"/>
                </a:lnTo>
                <a:lnTo>
                  <a:pt x="686594" y="546797"/>
                </a:lnTo>
                <a:lnTo>
                  <a:pt x="686556" y="547441"/>
                </a:lnTo>
                <a:lnTo>
                  <a:pt x="686534" y="548094"/>
                </a:lnTo>
                <a:lnTo>
                  <a:pt x="686526" y="548756"/>
                </a:lnTo>
                <a:lnTo>
                  <a:pt x="686531" y="549326"/>
                </a:lnTo>
                <a:lnTo>
                  <a:pt x="686546" y="549889"/>
                </a:lnTo>
                <a:lnTo>
                  <a:pt x="686571" y="550443"/>
                </a:lnTo>
                <a:lnTo>
                  <a:pt x="686606" y="550990"/>
                </a:lnTo>
                <a:lnTo>
                  <a:pt x="686651" y="551529"/>
                </a:lnTo>
                <a:lnTo>
                  <a:pt x="686707" y="552060"/>
                </a:lnTo>
                <a:lnTo>
                  <a:pt x="686772" y="552583"/>
                </a:lnTo>
                <a:lnTo>
                  <a:pt x="686847" y="553099"/>
                </a:lnTo>
                <a:lnTo>
                  <a:pt x="686932" y="553606"/>
                </a:lnTo>
                <a:lnTo>
                  <a:pt x="687027" y="554106"/>
                </a:lnTo>
                <a:lnTo>
                  <a:pt x="687132" y="554599"/>
                </a:lnTo>
                <a:lnTo>
                  <a:pt x="687247" y="555083"/>
                </a:lnTo>
                <a:lnTo>
                  <a:pt x="687372" y="555560"/>
                </a:lnTo>
                <a:lnTo>
                  <a:pt x="687507" y="556028"/>
                </a:lnTo>
                <a:lnTo>
                  <a:pt x="687653" y="556490"/>
                </a:lnTo>
                <a:lnTo>
                  <a:pt x="687808" y="556943"/>
                </a:lnTo>
                <a:lnTo>
                  <a:pt x="687973" y="557388"/>
                </a:lnTo>
                <a:lnTo>
                  <a:pt x="688148" y="557826"/>
                </a:lnTo>
                <a:lnTo>
                  <a:pt x="688333" y="558256"/>
                </a:lnTo>
                <a:lnTo>
                  <a:pt x="688528" y="558678"/>
                </a:lnTo>
                <a:lnTo>
                  <a:pt x="688734" y="559092"/>
                </a:lnTo>
                <a:lnTo>
                  <a:pt x="688949" y="559499"/>
                </a:lnTo>
                <a:lnTo>
                  <a:pt x="689174" y="559898"/>
                </a:lnTo>
                <a:lnTo>
                  <a:pt x="689409" y="560289"/>
                </a:lnTo>
                <a:lnTo>
                  <a:pt x="689656" y="560659"/>
                </a:lnTo>
                <a:lnTo>
                  <a:pt x="689915" y="561025"/>
                </a:lnTo>
                <a:lnTo>
                  <a:pt x="690188" y="561385"/>
                </a:lnTo>
                <a:lnTo>
                  <a:pt x="690473" y="561739"/>
                </a:lnTo>
                <a:lnTo>
                  <a:pt x="690771" y="562088"/>
                </a:lnTo>
                <a:lnTo>
                  <a:pt x="691081" y="562431"/>
                </a:lnTo>
                <a:lnTo>
                  <a:pt x="691405" y="562768"/>
                </a:lnTo>
                <a:lnTo>
                  <a:pt x="691741" y="563100"/>
                </a:lnTo>
                <a:lnTo>
                  <a:pt x="692090" y="563427"/>
                </a:lnTo>
                <a:lnTo>
                  <a:pt x="692451" y="563748"/>
                </a:lnTo>
                <a:lnTo>
                  <a:pt x="692826" y="564063"/>
                </a:lnTo>
                <a:lnTo>
                  <a:pt x="693213" y="564373"/>
                </a:lnTo>
                <a:lnTo>
                  <a:pt x="693614" y="564677"/>
                </a:lnTo>
                <a:lnTo>
                  <a:pt x="694026" y="564976"/>
                </a:lnTo>
                <a:lnTo>
                  <a:pt x="694452" y="565269"/>
                </a:lnTo>
                <a:lnTo>
                  <a:pt x="694891" y="565556"/>
                </a:lnTo>
                <a:lnTo>
                  <a:pt x="695342" y="565838"/>
                </a:lnTo>
                <a:lnTo>
                  <a:pt x="695806" y="566115"/>
                </a:lnTo>
                <a:lnTo>
                  <a:pt x="696283" y="566386"/>
                </a:lnTo>
                <a:lnTo>
                  <a:pt x="696773" y="566651"/>
                </a:lnTo>
                <a:lnTo>
                  <a:pt x="697275" y="566911"/>
                </a:lnTo>
                <a:lnTo>
                  <a:pt x="697790" y="567165"/>
                </a:lnTo>
                <a:lnTo>
                  <a:pt x="698318" y="567413"/>
                </a:lnTo>
                <a:lnTo>
                  <a:pt x="698859" y="567656"/>
                </a:lnTo>
                <a:lnTo>
                  <a:pt x="699414" y="567882"/>
                </a:lnTo>
                <a:lnTo>
                  <a:pt x="699983" y="568105"/>
                </a:lnTo>
                <a:lnTo>
                  <a:pt x="700566" y="568324"/>
                </a:lnTo>
                <a:lnTo>
                  <a:pt x="701164" y="568542"/>
                </a:lnTo>
                <a:lnTo>
                  <a:pt x="701776" y="568756"/>
                </a:lnTo>
                <a:lnTo>
                  <a:pt x="702403" y="568968"/>
                </a:lnTo>
                <a:lnTo>
                  <a:pt x="703044" y="569176"/>
                </a:lnTo>
                <a:lnTo>
                  <a:pt x="703700" y="569383"/>
                </a:lnTo>
                <a:lnTo>
                  <a:pt x="704370" y="569586"/>
                </a:lnTo>
                <a:lnTo>
                  <a:pt x="705055" y="569786"/>
                </a:lnTo>
                <a:lnTo>
                  <a:pt x="705754" y="569984"/>
                </a:lnTo>
                <a:lnTo>
                  <a:pt x="706467" y="570179"/>
                </a:lnTo>
                <a:lnTo>
                  <a:pt x="707195" y="570371"/>
                </a:lnTo>
                <a:lnTo>
                  <a:pt x="707938" y="570560"/>
                </a:lnTo>
                <a:lnTo>
                  <a:pt x="708695" y="570747"/>
                </a:lnTo>
                <a:lnTo>
                  <a:pt x="709466" y="570931"/>
                </a:lnTo>
                <a:lnTo>
                  <a:pt x="710252" y="571112"/>
                </a:lnTo>
                <a:lnTo>
                  <a:pt x="711052" y="571290"/>
                </a:lnTo>
                <a:lnTo>
                  <a:pt x="711867" y="571466"/>
                </a:lnTo>
                <a:lnTo>
                  <a:pt x="712696" y="571638"/>
                </a:lnTo>
                <a:lnTo>
                  <a:pt x="713540" y="571808"/>
                </a:lnTo>
                <a:lnTo>
                  <a:pt x="714398" y="571975"/>
                </a:lnTo>
                <a:lnTo>
                  <a:pt x="715271" y="572140"/>
                </a:lnTo>
                <a:lnTo>
                  <a:pt x="716158" y="572301"/>
                </a:lnTo>
                <a:lnTo>
                  <a:pt x="716990" y="572435"/>
                </a:lnTo>
                <a:lnTo>
                  <a:pt x="717806" y="572569"/>
                </a:lnTo>
                <a:lnTo>
                  <a:pt x="718605" y="572704"/>
                </a:lnTo>
                <a:lnTo>
                  <a:pt x="719388" y="572840"/>
                </a:lnTo>
                <a:lnTo>
                  <a:pt x="720153" y="572976"/>
                </a:lnTo>
                <a:lnTo>
                  <a:pt x="720903" y="573112"/>
                </a:lnTo>
                <a:lnTo>
                  <a:pt x="721635" y="573249"/>
                </a:lnTo>
                <a:lnTo>
                  <a:pt x="722351" y="573387"/>
                </a:lnTo>
                <a:lnTo>
                  <a:pt x="723050" y="573525"/>
                </a:lnTo>
                <a:lnTo>
                  <a:pt x="723732" y="573664"/>
                </a:lnTo>
                <a:lnTo>
                  <a:pt x="724398" y="573803"/>
                </a:lnTo>
                <a:lnTo>
                  <a:pt x="725047" y="573943"/>
                </a:lnTo>
                <a:lnTo>
                  <a:pt x="725679" y="574083"/>
                </a:lnTo>
                <a:lnTo>
                  <a:pt x="726295" y="574224"/>
                </a:lnTo>
                <a:lnTo>
                  <a:pt x="726894" y="574366"/>
                </a:lnTo>
                <a:lnTo>
                  <a:pt x="727476" y="574508"/>
                </a:lnTo>
                <a:lnTo>
                  <a:pt x="728042" y="574651"/>
                </a:lnTo>
                <a:lnTo>
                  <a:pt x="728591" y="574794"/>
                </a:lnTo>
                <a:lnTo>
                  <a:pt x="729123" y="574938"/>
                </a:lnTo>
                <a:lnTo>
                  <a:pt x="729638" y="575082"/>
                </a:lnTo>
                <a:lnTo>
                  <a:pt x="730137" y="575227"/>
                </a:lnTo>
                <a:lnTo>
                  <a:pt x="730620" y="575372"/>
                </a:lnTo>
                <a:lnTo>
                  <a:pt x="731085" y="575518"/>
                </a:lnTo>
                <a:lnTo>
                  <a:pt x="731534" y="575665"/>
                </a:lnTo>
                <a:lnTo>
                  <a:pt x="731982" y="575813"/>
                </a:lnTo>
                <a:lnTo>
                  <a:pt x="732418" y="575963"/>
                </a:lnTo>
                <a:lnTo>
                  <a:pt x="732843" y="576115"/>
                </a:lnTo>
                <a:lnTo>
                  <a:pt x="733256" y="576270"/>
                </a:lnTo>
                <a:lnTo>
                  <a:pt x="733657" y="576427"/>
                </a:lnTo>
                <a:lnTo>
                  <a:pt x="734046" y="576586"/>
                </a:lnTo>
                <a:lnTo>
                  <a:pt x="734424" y="576747"/>
                </a:lnTo>
                <a:lnTo>
                  <a:pt x="734791" y="576910"/>
                </a:lnTo>
                <a:lnTo>
                  <a:pt x="735145" y="577076"/>
                </a:lnTo>
                <a:lnTo>
                  <a:pt x="735488" y="577244"/>
                </a:lnTo>
                <a:lnTo>
                  <a:pt x="735819" y="577414"/>
                </a:lnTo>
                <a:lnTo>
                  <a:pt x="736139" y="577587"/>
                </a:lnTo>
                <a:lnTo>
                  <a:pt x="736446" y="577761"/>
                </a:lnTo>
                <a:lnTo>
                  <a:pt x="736743" y="577938"/>
                </a:lnTo>
                <a:lnTo>
                  <a:pt x="737027" y="578117"/>
                </a:lnTo>
                <a:lnTo>
                  <a:pt x="737300" y="578299"/>
                </a:lnTo>
                <a:lnTo>
                  <a:pt x="737561" y="578482"/>
                </a:lnTo>
                <a:lnTo>
                  <a:pt x="737810" y="578668"/>
                </a:lnTo>
                <a:lnTo>
                  <a:pt x="738048" y="578856"/>
                </a:lnTo>
                <a:lnTo>
                  <a:pt x="738274" y="579046"/>
                </a:lnTo>
                <a:lnTo>
                  <a:pt x="738489" y="579239"/>
                </a:lnTo>
                <a:lnTo>
                  <a:pt x="738691" y="579433"/>
                </a:lnTo>
                <a:lnTo>
                  <a:pt x="738882" y="579630"/>
                </a:lnTo>
                <a:lnTo>
                  <a:pt x="739062" y="579829"/>
                </a:lnTo>
                <a:lnTo>
                  <a:pt x="739232" y="580032"/>
                </a:lnTo>
                <a:lnTo>
                  <a:pt x="739394" y="580238"/>
                </a:lnTo>
                <a:lnTo>
                  <a:pt x="739550" y="580450"/>
                </a:lnTo>
                <a:lnTo>
                  <a:pt x="739698" y="580666"/>
                </a:lnTo>
                <a:lnTo>
                  <a:pt x="739839" y="580886"/>
                </a:lnTo>
                <a:lnTo>
                  <a:pt x="739973" y="581110"/>
                </a:lnTo>
                <a:lnTo>
                  <a:pt x="740099" y="581340"/>
                </a:lnTo>
                <a:lnTo>
                  <a:pt x="740218" y="581573"/>
                </a:lnTo>
                <a:lnTo>
                  <a:pt x="740331" y="581811"/>
                </a:lnTo>
                <a:lnTo>
                  <a:pt x="740435" y="582054"/>
                </a:lnTo>
                <a:lnTo>
                  <a:pt x="740533" y="582301"/>
                </a:lnTo>
                <a:lnTo>
                  <a:pt x="740623" y="582552"/>
                </a:lnTo>
                <a:lnTo>
                  <a:pt x="740706" y="582808"/>
                </a:lnTo>
                <a:lnTo>
                  <a:pt x="740782" y="583068"/>
                </a:lnTo>
                <a:lnTo>
                  <a:pt x="740851" y="583333"/>
                </a:lnTo>
                <a:lnTo>
                  <a:pt x="740913" y="583602"/>
                </a:lnTo>
                <a:lnTo>
                  <a:pt x="740967" y="583876"/>
                </a:lnTo>
                <a:lnTo>
                  <a:pt x="741014" y="584154"/>
                </a:lnTo>
                <a:lnTo>
                  <a:pt x="741054" y="584436"/>
                </a:lnTo>
                <a:lnTo>
                  <a:pt x="741086" y="584723"/>
                </a:lnTo>
                <a:lnTo>
                  <a:pt x="741111" y="585015"/>
                </a:lnTo>
                <a:lnTo>
                  <a:pt x="741129" y="585310"/>
                </a:lnTo>
                <a:lnTo>
                  <a:pt x="741140" y="585611"/>
                </a:lnTo>
                <a:lnTo>
                  <a:pt x="741144" y="585916"/>
                </a:lnTo>
                <a:lnTo>
                  <a:pt x="741135" y="586379"/>
                </a:lnTo>
                <a:lnTo>
                  <a:pt x="741108" y="586835"/>
                </a:lnTo>
                <a:lnTo>
                  <a:pt x="741064" y="587284"/>
                </a:lnTo>
                <a:lnTo>
                  <a:pt x="741002" y="587726"/>
                </a:lnTo>
                <a:lnTo>
                  <a:pt x="740921" y="588161"/>
                </a:lnTo>
                <a:lnTo>
                  <a:pt x="740824" y="588588"/>
                </a:lnTo>
                <a:lnTo>
                  <a:pt x="740708" y="589009"/>
                </a:lnTo>
                <a:lnTo>
                  <a:pt x="740574" y="589421"/>
                </a:lnTo>
                <a:lnTo>
                  <a:pt x="740423" y="589827"/>
                </a:lnTo>
                <a:lnTo>
                  <a:pt x="740254" y="590226"/>
                </a:lnTo>
                <a:lnTo>
                  <a:pt x="740067" y="590617"/>
                </a:lnTo>
                <a:lnTo>
                  <a:pt x="739863" y="591001"/>
                </a:lnTo>
                <a:lnTo>
                  <a:pt x="739640" y="591378"/>
                </a:lnTo>
                <a:lnTo>
                  <a:pt x="739400" y="591747"/>
                </a:lnTo>
                <a:lnTo>
                  <a:pt x="739142" y="592110"/>
                </a:lnTo>
                <a:lnTo>
                  <a:pt x="738866" y="592465"/>
                </a:lnTo>
                <a:lnTo>
                  <a:pt x="738572" y="592813"/>
                </a:lnTo>
                <a:lnTo>
                  <a:pt x="738261" y="593153"/>
                </a:lnTo>
                <a:lnTo>
                  <a:pt x="737932" y="593487"/>
                </a:lnTo>
                <a:lnTo>
                  <a:pt x="737585" y="593813"/>
                </a:lnTo>
                <a:lnTo>
                  <a:pt x="737220" y="594132"/>
                </a:lnTo>
                <a:lnTo>
                  <a:pt x="736837" y="594443"/>
                </a:lnTo>
                <a:lnTo>
                  <a:pt x="736437" y="594748"/>
                </a:lnTo>
                <a:lnTo>
                  <a:pt x="736019" y="595045"/>
                </a:lnTo>
                <a:lnTo>
                  <a:pt x="735596" y="595320"/>
                </a:lnTo>
                <a:lnTo>
                  <a:pt x="735158" y="595582"/>
                </a:lnTo>
                <a:lnTo>
                  <a:pt x="734702" y="595834"/>
                </a:lnTo>
                <a:lnTo>
                  <a:pt x="734230" y="596073"/>
                </a:lnTo>
                <a:lnTo>
                  <a:pt x="733741" y="596301"/>
                </a:lnTo>
                <a:lnTo>
                  <a:pt x="733236" y="596517"/>
                </a:lnTo>
                <a:lnTo>
                  <a:pt x="732713" y="596721"/>
                </a:lnTo>
                <a:lnTo>
                  <a:pt x="732174" y="596914"/>
                </a:lnTo>
                <a:lnTo>
                  <a:pt x="731619" y="597095"/>
                </a:lnTo>
                <a:lnTo>
                  <a:pt x="731047" y="597264"/>
                </a:lnTo>
                <a:lnTo>
                  <a:pt x="730458" y="597422"/>
                </a:lnTo>
                <a:lnTo>
                  <a:pt x="729852" y="597568"/>
                </a:lnTo>
                <a:lnTo>
                  <a:pt x="729230" y="597702"/>
                </a:lnTo>
                <a:lnTo>
                  <a:pt x="728591" y="597825"/>
                </a:lnTo>
                <a:lnTo>
                  <a:pt x="727935" y="597936"/>
                </a:lnTo>
                <a:lnTo>
                  <a:pt x="727263" y="598035"/>
                </a:lnTo>
                <a:lnTo>
                  <a:pt x="726574" y="598123"/>
                </a:lnTo>
                <a:lnTo>
                  <a:pt x="725868" y="598198"/>
                </a:lnTo>
                <a:lnTo>
                  <a:pt x="725145" y="598263"/>
                </a:lnTo>
                <a:lnTo>
                  <a:pt x="724406" y="598315"/>
                </a:lnTo>
                <a:lnTo>
                  <a:pt x="723651" y="598356"/>
                </a:lnTo>
                <a:lnTo>
                  <a:pt x="722878" y="598385"/>
                </a:lnTo>
                <a:lnTo>
                  <a:pt x="722089" y="598403"/>
                </a:lnTo>
                <a:lnTo>
                  <a:pt x="721283" y="598409"/>
                </a:lnTo>
                <a:lnTo>
                  <a:pt x="720384" y="598402"/>
                </a:lnTo>
                <a:lnTo>
                  <a:pt x="719502" y="598383"/>
                </a:lnTo>
                <a:lnTo>
                  <a:pt x="718638" y="598351"/>
                </a:lnTo>
                <a:lnTo>
                  <a:pt x="717790" y="598306"/>
                </a:lnTo>
                <a:lnTo>
                  <a:pt x="716960" y="598249"/>
                </a:lnTo>
                <a:lnTo>
                  <a:pt x="716148" y="598178"/>
                </a:lnTo>
                <a:lnTo>
                  <a:pt x="715352" y="598095"/>
                </a:lnTo>
                <a:lnTo>
                  <a:pt x="714574" y="597999"/>
                </a:lnTo>
                <a:lnTo>
                  <a:pt x="713813" y="597891"/>
                </a:lnTo>
                <a:lnTo>
                  <a:pt x="713069" y="597769"/>
                </a:lnTo>
                <a:lnTo>
                  <a:pt x="712342" y="597635"/>
                </a:lnTo>
                <a:lnTo>
                  <a:pt x="711633" y="597488"/>
                </a:lnTo>
                <a:lnTo>
                  <a:pt x="710941" y="597328"/>
                </a:lnTo>
                <a:lnTo>
                  <a:pt x="710266" y="597155"/>
                </a:lnTo>
                <a:lnTo>
                  <a:pt x="709608" y="596970"/>
                </a:lnTo>
                <a:lnTo>
                  <a:pt x="708968" y="596771"/>
                </a:lnTo>
                <a:lnTo>
                  <a:pt x="708345" y="596560"/>
                </a:lnTo>
                <a:lnTo>
                  <a:pt x="707739" y="596337"/>
                </a:lnTo>
                <a:lnTo>
                  <a:pt x="707150" y="596100"/>
                </a:lnTo>
                <a:lnTo>
                  <a:pt x="706579" y="595850"/>
                </a:lnTo>
                <a:lnTo>
                  <a:pt x="706024" y="595588"/>
                </a:lnTo>
                <a:lnTo>
                  <a:pt x="705487" y="595313"/>
                </a:lnTo>
                <a:lnTo>
                  <a:pt x="704968" y="595025"/>
                </a:lnTo>
                <a:lnTo>
                  <a:pt x="704465" y="594725"/>
                </a:lnTo>
                <a:lnTo>
                  <a:pt x="703995" y="594399"/>
                </a:lnTo>
                <a:lnTo>
                  <a:pt x="703544" y="594064"/>
                </a:lnTo>
                <a:lnTo>
                  <a:pt x="703114" y="593719"/>
                </a:lnTo>
                <a:lnTo>
                  <a:pt x="702703" y="593363"/>
                </a:lnTo>
                <a:lnTo>
                  <a:pt x="702313" y="592998"/>
                </a:lnTo>
                <a:lnTo>
                  <a:pt x="701943" y="592623"/>
                </a:lnTo>
                <a:lnTo>
                  <a:pt x="701592" y="592237"/>
                </a:lnTo>
                <a:lnTo>
                  <a:pt x="701262" y="591842"/>
                </a:lnTo>
                <a:lnTo>
                  <a:pt x="700952" y="591436"/>
                </a:lnTo>
                <a:lnTo>
                  <a:pt x="700661" y="591021"/>
                </a:lnTo>
                <a:lnTo>
                  <a:pt x="700391" y="590595"/>
                </a:lnTo>
                <a:lnTo>
                  <a:pt x="700141" y="590160"/>
                </a:lnTo>
                <a:lnTo>
                  <a:pt x="699910" y="589715"/>
                </a:lnTo>
                <a:lnTo>
                  <a:pt x="699700" y="589259"/>
                </a:lnTo>
                <a:lnTo>
                  <a:pt x="699510" y="588794"/>
                </a:lnTo>
                <a:lnTo>
                  <a:pt x="699340" y="588318"/>
                </a:lnTo>
                <a:lnTo>
                  <a:pt x="699190" y="587833"/>
                </a:lnTo>
                <a:lnTo>
                  <a:pt x="699060" y="587337"/>
                </a:lnTo>
                <a:lnTo>
                  <a:pt x="698949" y="586832"/>
                </a:lnTo>
                <a:lnTo>
                  <a:pt x="698859" y="586316"/>
                </a:lnTo>
                <a:lnTo>
                  <a:pt x="698789" y="585790"/>
                </a:lnTo>
                <a:lnTo>
                  <a:pt x="698739" y="585255"/>
                </a:lnTo>
                <a:lnTo>
                  <a:pt x="698709" y="584709"/>
                </a:lnTo>
                <a:lnTo>
                  <a:pt x="698699" y="584154"/>
                </a:lnTo>
                <a:lnTo>
                  <a:pt x="698699" y="582552"/>
                </a:lnTo>
                <a:lnTo>
                  <a:pt x="684925" y="582552"/>
                </a:lnTo>
                <a:lnTo>
                  <a:pt x="684912" y="582645"/>
                </a:lnTo>
                <a:lnTo>
                  <a:pt x="684899" y="582738"/>
                </a:lnTo>
                <a:lnTo>
                  <a:pt x="684887" y="582830"/>
                </a:lnTo>
                <a:lnTo>
                  <a:pt x="684876" y="582921"/>
                </a:lnTo>
                <a:lnTo>
                  <a:pt x="684865" y="583012"/>
                </a:lnTo>
                <a:lnTo>
                  <a:pt x="684855" y="583103"/>
                </a:lnTo>
                <a:lnTo>
                  <a:pt x="684845" y="583192"/>
                </a:lnTo>
                <a:lnTo>
                  <a:pt x="684836" y="583282"/>
                </a:lnTo>
                <a:lnTo>
                  <a:pt x="684827" y="583370"/>
                </a:lnTo>
                <a:lnTo>
                  <a:pt x="684819" y="583459"/>
                </a:lnTo>
                <a:lnTo>
                  <a:pt x="684811" y="583546"/>
                </a:lnTo>
                <a:lnTo>
                  <a:pt x="684805" y="583633"/>
                </a:lnTo>
                <a:lnTo>
                  <a:pt x="684798" y="583720"/>
                </a:lnTo>
                <a:lnTo>
                  <a:pt x="684792" y="583806"/>
                </a:lnTo>
                <a:lnTo>
                  <a:pt x="684787" y="583891"/>
                </a:lnTo>
                <a:lnTo>
                  <a:pt x="684782" y="583976"/>
                </a:lnTo>
                <a:lnTo>
                  <a:pt x="684778" y="584060"/>
                </a:lnTo>
                <a:lnTo>
                  <a:pt x="684774" y="584144"/>
                </a:lnTo>
                <a:lnTo>
                  <a:pt x="684771" y="584227"/>
                </a:lnTo>
                <a:lnTo>
                  <a:pt x="684769" y="584309"/>
                </a:lnTo>
                <a:lnTo>
                  <a:pt x="684767" y="584391"/>
                </a:lnTo>
                <a:lnTo>
                  <a:pt x="684766" y="584473"/>
                </a:lnTo>
                <a:lnTo>
                  <a:pt x="684765" y="584554"/>
                </a:lnTo>
                <a:lnTo>
                  <a:pt x="684764" y="584634"/>
                </a:lnTo>
                <a:lnTo>
                  <a:pt x="684764" y="584713"/>
                </a:lnTo>
                <a:lnTo>
                  <a:pt x="684764" y="584791"/>
                </a:lnTo>
                <a:lnTo>
                  <a:pt x="684764" y="584867"/>
                </a:lnTo>
                <a:lnTo>
                  <a:pt x="684764" y="584941"/>
                </a:lnTo>
                <a:lnTo>
                  <a:pt x="684764" y="585014"/>
                </a:lnTo>
                <a:lnTo>
                  <a:pt x="684764" y="585085"/>
                </a:lnTo>
                <a:lnTo>
                  <a:pt x="684764" y="585154"/>
                </a:lnTo>
                <a:lnTo>
                  <a:pt x="684764" y="585221"/>
                </a:lnTo>
                <a:lnTo>
                  <a:pt x="684764" y="585287"/>
                </a:lnTo>
                <a:lnTo>
                  <a:pt x="684764" y="585352"/>
                </a:lnTo>
                <a:lnTo>
                  <a:pt x="684764" y="585414"/>
                </a:lnTo>
                <a:lnTo>
                  <a:pt x="684764" y="585475"/>
                </a:lnTo>
                <a:lnTo>
                  <a:pt x="684764" y="585534"/>
                </a:lnTo>
                <a:lnTo>
                  <a:pt x="684764" y="585592"/>
                </a:lnTo>
                <a:lnTo>
                  <a:pt x="684764" y="585648"/>
                </a:lnTo>
                <a:lnTo>
                  <a:pt x="684764" y="585702"/>
                </a:lnTo>
                <a:lnTo>
                  <a:pt x="684764" y="585755"/>
                </a:lnTo>
                <a:lnTo>
                  <a:pt x="684764" y="585805"/>
                </a:lnTo>
                <a:lnTo>
                  <a:pt x="684764" y="585855"/>
                </a:lnTo>
                <a:lnTo>
                  <a:pt x="684764" y="585902"/>
                </a:lnTo>
                <a:lnTo>
                  <a:pt x="684764" y="585948"/>
                </a:lnTo>
                <a:lnTo>
                  <a:pt x="684764" y="585992"/>
                </a:lnTo>
                <a:lnTo>
                  <a:pt x="684764" y="586035"/>
                </a:lnTo>
                <a:lnTo>
                  <a:pt x="684764" y="586076"/>
                </a:lnTo>
                <a:lnTo>
                  <a:pt x="684772" y="586686"/>
                </a:lnTo>
                <a:lnTo>
                  <a:pt x="684794" y="587290"/>
                </a:lnTo>
                <a:lnTo>
                  <a:pt x="684832" y="587888"/>
                </a:lnTo>
                <a:lnTo>
                  <a:pt x="684885" y="588478"/>
                </a:lnTo>
                <a:lnTo>
                  <a:pt x="684952" y="589062"/>
                </a:lnTo>
                <a:lnTo>
                  <a:pt x="685035" y="589639"/>
                </a:lnTo>
                <a:lnTo>
                  <a:pt x="685132" y="590210"/>
                </a:lnTo>
                <a:lnTo>
                  <a:pt x="685245" y="590774"/>
                </a:lnTo>
                <a:lnTo>
                  <a:pt x="685373" y="591331"/>
                </a:lnTo>
                <a:lnTo>
                  <a:pt x="685515" y="591882"/>
                </a:lnTo>
                <a:lnTo>
                  <a:pt x="685673" y="592426"/>
                </a:lnTo>
                <a:lnTo>
                  <a:pt x="685846" y="592963"/>
                </a:lnTo>
                <a:lnTo>
                  <a:pt x="686033" y="593494"/>
                </a:lnTo>
                <a:lnTo>
                  <a:pt x="686236" y="594017"/>
                </a:lnTo>
                <a:lnTo>
                  <a:pt x="686454" y="594535"/>
                </a:lnTo>
                <a:lnTo>
                  <a:pt x="686686" y="595045"/>
                </a:lnTo>
                <a:lnTo>
                  <a:pt x="686934" y="595549"/>
                </a:lnTo>
                <a:lnTo>
                  <a:pt x="687197" y="596046"/>
                </a:lnTo>
                <a:lnTo>
                  <a:pt x="687475" y="596537"/>
                </a:lnTo>
                <a:lnTo>
                  <a:pt x="687768" y="597021"/>
                </a:lnTo>
                <a:lnTo>
                  <a:pt x="688075" y="597498"/>
                </a:lnTo>
                <a:lnTo>
                  <a:pt x="688398" y="597968"/>
                </a:lnTo>
                <a:lnTo>
                  <a:pt x="688736" y="598432"/>
                </a:lnTo>
                <a:lnTo>
                  <a:pt x="689089" y="598889"/>
                </a:lnTo>
                <a:lnTo>
                  <a:pt x="689468" y="599326"/>
                </a:lnTo>
                <a:lnTo>
                  <a:pt x="689859" y="599753"/>
                </a:lnTo>
                <a:lnTo>
                  <a:pt x="690260" y="600173"/>
                </a:lnTo>
                <a:lnTo>
                  <a:pt x="690673" y="600584"/>
                </a:lnTo>
                <a:lnTo>
                  <a:pt x="691097" y="600987"/>
                </a:lnTo>
                <a:lnTo>
                  <a:pt x="691532" y="601382"/>
                </a:lnTo>
                <a:lnTo>
                  <a:pt x="691978" y="601768"/>
                </a:lnTo>
                <a:lnTo>
                  <a:pt x="692435" y="602146"/>
                </a:lnTo>
                <a:lnTo>
                  <a:pt x="692903" y="602516"/>
                </a:lnTo>
                <a:lnTo>
                  <a:pt x="693382" y="602877"/>
                </a:lnTo>
                <a:lnTo>
                  <a:pt x="693873" y="603230"/>
                </a:lnTo>
                <a:lnTo>
                  <a:pt x="694375" y="603574"/>
                </a:lnTo>
                <a:lnTo>
                  <a:pt x="694887" y="603910"/>
                </a:lnTo>
                <a:lnTo>
                  <a:pt x="695411" y="604238"/>
                </a:lnTo>
                <a:lnTo>
                  <a:pt x="695946" y="604558"/>
                </a:lnTo>
                <a:lnTo>
                  <a:pt x="696492" y="604869"/>
                </a:lnTo>
                <a:lnTo>
                  <a:pt x="697050" y="605172"/>
                </a:lnTo>
                <a:lnTo>
                  <a:pt x="697618" y="605466"/>
                </a:lnTo>
                <a:lnTo>
                  <a:pt x="698198" y="605752"/>
                </a:lnTo>
                <a:lnTo>
                  <a:pt x="698788" y="606030"/>
                </a:lnTo>
                <a:lnTo>
                  <a:pt x="699390" y="606300"/>
                </a:lnTo>
                <a:lnTo>
                  <a:pt x="700003" y="606561"/>
                </a:lnTo>
                <a:lnTo>
                  <a:pt x="700627" y="606813"/>
                </a:lnTo>
                <a:lnTo>
                  <a:pt x="701262" y="607058"/>
                </a:lnTo>
                <a:lnTo>
                  <a:pt x="701920" y="607280"/>
                </a:lnTo>
                <a:lnTo>
                  <a:pt x="702586" y="607493"/>
                </a:lnTo>
                <a:lnTo>
                  <a:pt x="703259" y="607696"/>
                </a:lnTo>
                <a:lnTo>
                  <a:pt x="703940" y="607890"/>
                </a:lnTo>
                <a:lnTo>
                  <a:pt x="704629" y="608074"/>
                </a:lnTo>
                <a:lnTo>
                  <a:pt x="705326" y="608249"/>
                </a:lnTo>
                <a:lnTo>
                  <a:pt x="706031" y="608415"/>
                </a:lnTo>
                <a:lnTo>
                  <a:pt x="706743" y="608571"/>
                </a:lnTo>
                <a:lnTo>
                  <a:pt x="707463" y="608717"/>
                </a:lnTo>
                <a:lnTo>
                  <a:pt x="708191" y="608854"/>
                </a:lnTo>
                <a:lnTo>
                  <a:pt x="708927" y="608982"/>
                </a:lnTo>
                <a:lnTo>
                  <a:pt x="709671" y="609100"/>
                </a:lnTo>
                <a:lnTo>
                  <a:pt x="710422" y="609209"/>
                </a:lnTo>
                <a:lnTo>
                  <a:pt x="711181" y="609308"/>
                </a:lnTo>
                <a:lnTo>
                  <a:pt x="711948" y="609398"/>
                </a:lnTo>
                <a:lnTo>
                  <a:pt x="712723" y="609478"/>
                </a:lnTo>
                <a:lnTo>
                  <a:pt x="713505" y="609549"/>
                </a:lnTo>
                <a:lnTo>
                  <a:pt x="714296" y="609611"/>
                </a:lnTo>
                <a:lnTo>
                  <a:pt x="715094" y="609663"/>
                </a:lnTo>
                <a:lnTo>
                  <a:pt x="715900" y="609705"/>
                </a:lnTo>
                <a:lnTo>
                  <a:pt x="716713" y="609738"/>
                </a:lnTo>
                <a:lnTo>
                  <a:pt x="717535" y="609762"/>
                </a:lnTo>
                <a:lnTo>
                  <a:pt x="718364" y="609776"/>
                </a:lnTo>
                <a:lnTo>
                  <a:pt x="719201" y="609781"/>
                </a:lnTo>
                <a:lnTo>
                  <a:pt x="720156" y="609776"/>
                </a:lnTo>
                <a:lnTo>
                  <a:pt x="721099" y="609762"/>
                </a:lnTo>
                <a:lnTo>
                  <a:pt x="722031" y="609738"/>
                </a:lnTo>
                <a:lnTo>
                  <a:pt x="722951" y="609705"/>
                </a:lnTo>
                <a:lnTo>
                  <a:pt x="723860" y="609663"/>
                </a:lnTo>
                <a:lnTo>
                  <a:pt x="724757" y="609611"/>
                </a:lnTo>
                <a:close/>
                <a:moveTo>
                  <a:pt x="1741992" y="49119"/>
                </a:moveTo>
                <a:lnTo>
                  <a:pt x="1741992" y="49136"/>
                </a:lnTo>
                <a:lnTo>
                  <a:pt x="1741992" y="49120"/>
                </a:lnTo>
                <a:lnTo>
                  <a:pt x="1741992" y="49092"/>
                </a:lnTo>
                <a:lnTo>
                  <a:pt x="1741992" y="49077"/>
                </a:lnTo>
                <a:lnTo>
                  <a:pt x="1741992" y="49085"/>
                </a:lnTo>
                <a:lnTo>
                  <a:pt x="1741992" y="49102"/>
                </a:lnTo>
                <a:lnTo>
                  <a:pt x="1741992" y="49119"/>
                </a:lnTo>
                <a:close/>
                <a:moveTo>
                  <a:pt x="1741992" y="49466"/>
                </a:moveTo>
                <a:lnTo>
                  <a:pt x="1741992" y="49467"/>
                </a:lnTo>
                <a:lnTo>
                  <a:pt x="1741992" y="49412"/>
                </a:lnTo>
                <a:lnTo>
                  <a:pt x="1741992" y="49386"/>
                </a:lnTo>
                <a:lnTo>
                  <a:pt x="1741992" y="49390"/>
                </a:lnTo>
                <a:lnTo>
                  <a:pt x="1741992" y="49415"/>
                </a:lnTo>
                <a:lnTo>
                  <a:pt x="1741992" y="49440"/>
                </a:lnTo>
                <a:lnTo>
                  <a:pt x="1741992" y="49466"/>
                </a:lnTo>
                <a:close/>
                <a:moveTo>
                  <a:pt x="1986685" y="111397"/>
                </a:moveTo>
                <a:lnTo>
                  <a:pt x="1987179" y="111369"/>
                </a:lnTo>
                <a:lnTo>
                  <a:pt x="1987672" y="111335"/>
                </a:lnTo>
                <a:lnTo>
                  <a:pt x="1988166" y="111297"/>
                </a:lnTo>
                <a:lnTo>
                  <a:pt x="1988660" y="111255"/>
                </a:lnTo>
                <a:lnTo>
                  <a:pt x="1989154" y="111208"/>
                </a:lnTo>
                <a:lnTo>
                  <a:pt x="1989648" y="111157"/>
                </a:lnTo>
                <a:lnTo>
                  <a:pt x="1990142" y="111102"/>
                </a:lnTo>
                <a:lnTo>
                  <a:pt x="1990636" y="111042"/>
                </a:lnTo>
                <a:lnTo>
                  <a:pt x="1991129" y="110977"/>
                </a:lnTo>
                <a:lnTo>
                  <a:pt x="1991623" y="110908"/>
                </a:lnTo>
                <a:lnTo>
                  <a:pt x="1992117" y="110835"/>
                </a:lnTo>
                <a:lnTo>
                  <a:pt x="1992611" y="110757"/>
                </a:lnTo>
                <a:lnTo>
                  <a:pt x="1993105" y="110674"/>
                </a:lnTo>
                <a:lnTo>
                  <a:pt x="1993599" y="110588"/>
                </a:lnTo>
                <a:lnTo>
                  <a:pt x="1994093" y="110497"/>
                </a:lnTo>
                <a:lnTo>
                  <a:pt x="1994586" y="110401"/>
                </a:lnTo>
                <a:lnTo>
                  <a:pt x="1995080" y="110301"/>
                </a:lnTo>
                <a:lnTo>
                  <a:pt x="1995574" y="110196"/>
                </a:lnTo>
                <a:lnTo>
                  <a:pt x="1996064" y="110101"/>
                </a:lnTo>
                <a:lnTo>
                  <a:pt x="1996547" y="110002"/>
                </a:lnTo>
                <a:lnTo>
                  <a:pt x="1997023" y="109898"/>
                </a:lnTo>
                <a:lnTo>
                  <a:pt x="1997492" y="109791"/>
                </a:lnTo>
                <a:lnTo>
                  <a:pt x="1997953" y="109680"/>
                </a:lnTo>
                <a:lnTo>
                  <a:pt x="1998407" y="109566"/>
                </a:lnTo>
                <a:lnTo>
                  <a:pt x="1998854" y="109447"/>
                </a:lnTo>
                <a:lnTo>
                  <a:pt x="1999294" y="109324"/>
                </a:lnTo>
                <a:lnTo>
                  <a:pt x="1999726" y="109198"/>
                </a:lnTo>
                <a:lnTo>
                  <a:pt x="2000151" y="109067"/>
                </a:lnTo>
                <a:lnTo>
                  <a:pt x="2000569" y="108933"/>
                </a:lnTo>
                <a:lnTo>
                  <a:pt x="2000980" y="108795"/>
                </a:lnTo>
                <a:lnTo>
                  <a:pt x="2001383" y="108653"/>
                </a:lnTo>
                <a:lnTo>
                  <a:pt x="2001779" y="108507"/>
                </a:lnTo>
                <a:lnTo>
                  <a:pt x="2002169" y="108357"/>
                </a:lnTo>
                <a:lnTo>
                  <a:pt x="2002550" y="108203"/>
                </a:lnTo>
                <a:lnTo>
                  <a:pt x="2002925" y="108045"/>
                </a:lnTo>
                <a:lnTo>
                  <a:pt x="2003292" y="107884"/>
                </a:lnTo>
                <a:lnTo>
                  <a:pt x="2003652" y="107718"/>
                </a:lnTo>
                <a:lnTo>
                  <a:pt x="2004005" y="107549"/>
                </a:lnTo>
                <a:lnTo>
                  <a:pt x="2004351" y="107376"/>
                </a:lnTo>
                <a:lnTo>
                  <a:pt x="2004689" y="107199"/>
                </a:lnTo>
                <a:lnTo>
                  <a:pt x="2005020" y="107018"/>
                </a:lnTo>
                <a:lnTo>
                  <a:pt x="2005344" y="106833"/>
                </a:lnTo>
                <a:lnTo>
                  <a:pt x="2005344" y="94500"/>
                </a:lnTo>
                <a:lnTo>
                  <a:pt x="2005062" y="94633"/>
                </a:lnTo>
                <a:lnTo>
                  <a:pt x="2004776" y="94765"/>
                </a:lnTo>
                <a:lnTo>
                  <a:pt x="2004486" y="94898"/>
                </a:lnTo>
                <a:lnTo>
                  <a:pt x="2004192" y="95029"/>
                </a:lnTo>
                <a:lnTo>
                  <a:pt x="2003894" y="95160"/>
                </a:lnTo>
                <a:lnTo>
                  <a:pt x="2003593" y="95290"/>
                </a:lnTo>
                <a:lnTo>
                  <a:pt x="2003287" y="95420"/>
                </a:lnTo>
                <a:lnTo>
                  <a:pt x="2002977" y="95550"/>
                </a:lnTo>
                <a:lnTo>
                  <a:pt x="2002664" y="95678"/>
                </a:lnTo>
                <a:lnTo>
                  <a:pt x="2002347" y="95807"/>
                </a:lnTo>
                <a:lnTo>
                  <a:pt x="2002026" y="95934"/>
                </a:lnTo>
                <a:lnTo>
                  <a:pt x="2001701" y="96061"/>
                </a:lnTo>
                <a:lnTo>
                  <a:pt x="2001372" y="96188"/>
                </a:lnTo>
                <a:lnTo>
                  <a:pt x="2001039" y="96314"/>
                </a:lnTo>
                <a:lnTo>
                  <a:pt x="2000702" y="96439"/>
                </a:lnTo>
                <a:lnTo>
                  <a:pt x="2000361" y="96564"/>
                </a:lnTo>
                <a:lnTo>
                  <a:pt x="2000017" y="96688"/>
                </a:lnTo>
                <a:lnTo>
                  <a:pt x="1999668" y="96812"/>
                </a:lnTo>
                <a:lnTo>
                  <a:pt x="1999316" y="96935"/>
                </a:lnTo>
                <a:lnTo>
                  <a:pt x="1998960" y="97058"/>
                </a:lnTo>
                <a:lnTo>
                  <a:pt x="1998600" y="97180"/>
                </a:lnTo>
                <a:lnTo>
                  <a:pt x="1998236" y="97301"/>
                </a:lnTo>
                <a:lnTo>
                  <a:pt x="1997868" y="97422"/>
                </a:lnTo>
                <a:lnTo>
                  <a:pt x="1997496" y="97543"/>
                </a:lnTo>
                <a:lnTo>
                  <a:pt x="1997134" y="97647"/>
                </a:lnTo>
                <a:lnTo>
                  <a:pt x="1996770" y="97748"/>
                </a:lnTo>
                <a:lnTo>
                  <a:pt x="1996402" y="97843"/>
                </a:lnTo>
                <a:lnTo>
                  <a:pt x="1996032" y="97934"/>
                </a:lnTo>
                <a:lnTo>
                  <a:pt x="1995659" y="98021"/>
                </a:lnTo>
                <a:lnTo>
                  <a:pt x="1995284" y="98103"/>
                </a:lnTo>
                <a:lnTo>
                  <a:pt x="1994905" y="98181"/>
                </a:lnTo>
                <a:lnTo>
                  <a:pt x="1994524" y="98255"/>
                </a:lnTo>
                <a:lnTo>
                  <a:pt x="1994140" y="98324"/>
                </a:lnTo>
                <a:lnTo>
                  <a:pt x="1993753" y="98388"/>
                </a:lnTo>
                <a:lnTo>
                  <a:pt x="1993364" y="98448"/>
                </a:lnTo>
                <a:lnTo>
                  <a:pt x="1992971" y="98504"/>
                </a:lnTo>
                <a:lnTo>
                  <a:pt x="1992576" y="98555"/>
                </a:lnTo>
                <a:lnTo>
                  <a:pt x="1992178" y="98602"/>
                </a:lnTo>
                <a:lnTo>
                  <a:pt x="1991778" y="98644"/>
                </a:lnTo>
                <a:lnTo>
                  <a:pt x="1991374" y="98682"/>
                </a:lnTo>
                <a:lnTo>
                  <a:pt x="1990968" y="98715"/>
                </a:lnTo>
                <a:lnTo>
                  <a:pt x="1990559" y="98744"/>
                </a:lnTo>
                <a:lnTo>
                  <a:pt x="1990147" y="98769"/>
                </a:lnTo>
                <a:lnTo>
                  <a:pt x="1989732" y="98789"/>
                </a:lnTo>
                <a:lnTo>
                  <a:pt x="1989315" y="98804"/>
                </a:lnTo>
                <a:lnTo>
                  <a:pt x="1988895" y="98815"/>
                </a:lnTo>
                <a:lnTo>
                  <a:pt x="1988472" y="98822"/>
                </a:lnTo>
                <a:lnTo>
                  <a:pt x="1988046" y="98824"/>
                </a:lnTo>
                <a:lnTo>
                  <a:pt x="1987503" y="98821"/>
                </a:lnTo>
                <a:lnTo>
                  <a:pt x="1986967" y="98813"/>
                </a:lnTo>
                <a:lnTo>
                  <a:pt x="1986439" y="98799"/>
                </a:lnTo>
                <a:lnTo>
                  <a:pt x="1985919" y="98780"/>
                </a:lnTo>
                <a:lnTo>
                  <a:pt x="1985407" y="98755"/>
                </a:lnTo>
                <a:lnTo>
                  <a:pt x="1984903" y="98724"/>
                </a:lnTo>
                <a:lnTo>
                  <a:pt x="1984406" y="98688"/>
                </a:lnTo>
                <a:lnTo>
                  <a:pt x="1983917" y="98646"/>
                </a:lnTo>
                <a:lnTo>
                  <a:pt x="1983436" y="98599"/>
                </a:lnTo>
                <a:lnTo>
                  <a:pt x="1982963" y="98546"/>
                </a:lnTo>
                <a:lnTo>
                  <a:pt x="1982497" y="98488"/>
                </a:lnTo>
                <a:lnTo>
                  <a:pt x="1982040" y="98424"/>
                </a:lnTo>
                <a:lnTo>
                  <a:pt x="1981590" y="98354"/>
                </a:lnTo>
                <a:lnTo>
                  <a:pt x="1981148" y="98279"/>
                </a:lnTo>
                <a:lnTo>
                  <a:pt x="1980713" y="98199"/>
                </a:lnTo>
                <a:lnTo>
                  <a:pt x="1980287" y="98112"/>
                </a:lnTo>
                <a:lnTo>
                  <a:pt x="1979868" y="98021"/>
                </a:lnTo>
                <a:lnTo>
                  <a:pt x="1979457" y="97923"/>
                </a:lnTo>
                <a:lnTo>
                  <a:pt x="1979054" y="97820"/>
                </a:lnTo>
                <a:lnTo>
                  <a:pt x="1978658" y="97712"/>
                </a:lnTo>
                <a:lnTo>
                  <a:pt x="1978271" y="97598"/>
                </a:lnTo>
                <a:lnTo>
                  <a:pt x="1977891" y="97478"/>
                </a:lnTo>
                <a:lnTo>
                  <a:pt x="1977519" y="97353"/>
                </a:lnTo>
                <a:lnTo>
                  <a:pt x="1977155" y="97223"/>
                </a:lnTo>
                <a:lnTo>
                  <a:pt x="1976798" y="97086"/>
                </a:lnTo>
                <a:lnTo>
                  <a:pt x="1976448" y="96942"/>
                </a:lnTo>
                <a:lnTo>
                  <a:pt x="1976106" y="96792"/>
                </a:lnTo>
                <a:lnTo>
                  <a:pt x="1975771" y="96635"/>
                </a:lnTo>
                <a:lnTo>
                  <a:pt x="1975443" y="96472"/>
                </a:lnTo>
                <a:lnTo>
                  <a:pt x="1975123" y="96302"/>
                </a:lnTo>
                <a:lnTo>
                  <a:pt x="1974809" y="96125"/>
                </a:lnTo>
                <a:lnTo>
                  <a:pt x="1974503" y="95941"/>
                </a:lnTo>
                <a:lnTo>
                  <a:pt x="1974204" y="95751"/>
                </a:lnTo>
                <a:lnTo>
                  <a:pt x="1973912" y="95554"/>
                </a:lnTo>
                <a:lnTo>
                  <a:pt x="1973628" y="95351"/>
                </a:lnTo>
                <a:lnTo>
                  <a:pt x="1973351" y="95140"/>
                </a:lnTo>
                <a:lnTo>
                  <a:pt x="1973081" y="94923"/>
                </a:lnTo>
                <a:lnTo>
                  <a:pt x="1972818" y="94700"/>
                </a:lnTo>
                <a:lnTo>
                  <a:pt x="1972562" y="94470"/>
                </a:lnTo>
                <a:lnTo>
                  <a:pt x="1972314" y="94233"/>
                </a:lnTo>
                <a:lnTo>
                  <a:pt x="1972073" y="93989"/>
                </a:lnTo>
                <a:lnTo>
                  <a:pt x="1971839" y="93739"/>
                </a:lnTo>
                <a:lnTo>
                  <a:pt x="1971612" y="93482"/>
                </a:lnTo>
                <a:lnTo>
                  <a:pt x="1971393" y="93218"/>
                </a:lnTo>
                <a:lnTo>
                  <a:pt x="1971181" y="92948"/>
                </a:lnTo>
                <a:lnTo>
                  <a:pt x="1970976" y="92671"/>
                </a:lnTo>
                <a:lnTo>
                  <a:pt x="1970778" y="92387"/>
                </a:lnTo>
                <a:lnTo>
                  <a:pt x="1970588" y="92097"/>
                </a:lnTo>
                <a:lnTo>
                  <a:pt x="1970405" y="91800"/>
                </a:lnTo>
                <a:lnTo>
                  <a:pt x="1970230" y="91496"/>
                </a:lnTo>
                <a:lnTo>
                  <a:pt x="1970062" y="91186"/>
                </a:lnTo>
                <a:lnTo>
                  <a:pt x="1969903" y="90869"/>
                </a:lnTo>
                <a:lnTo>
                  <a:pt x="1969751" y="90545"/>
                </a:lnTo>
                <a:lnTo>
                  <a:pt x="1969607" y="90215"/>
                </a:lnTo>
                <a:lnTo>
                  <a:pt x="1969470" y="89878"/>
                </a:lnTo>
                <a:lnTo>
                  <a:pt x="1969342" y="89534"/>
                </a:lnTo>
                <a:lnTo>
                  <a:pt x="1969221" y="89184"/>
                </a:lnTo>
                <a:lnTo>
                  <a:pt x="1969108" y="88827"/>
                </a:lnTo>
                <a:lnTo>
                  <a:pt x="1969003" y="88463"/>
                </a:lnTo>
                <a:lnTo>
                  <a:pt x="1968906" y="88093"/>
                </a:lnTo>
                <a:lnTo>
                  <a:pt x="1968816" y="87716"/>
                </a:lnTo>
                <a:lnTo>
                  <a:pt x="1968735" y="87332"/>
                </a:lnTo>
                <a:lnTo>
                  <a:pt x="1968661" y="86942"/>
                </a:lnTo>
                <a:lnTo>
                  <a:pt x="1968594" y="86545"/>
                </a:lnTo>
                <a:lnTo>
                  <a:pt x="1968536" y="86141"/>
                </a:lnTo>
                <a:lnTo>
                  <a:pt x="1968485" y="85730"/>
                </a:lnTo>
                <a:lnTo>
                  <a:pt x="1968443" y="85313"/>
                </a:lnTo>
                <a:lnTo>
                  <a:pt x="1968408" y="84890"/>
                </a:lnTo>
                <a:lnTo>
                  <a:pt x="1968380" y="84459"/>
                </a:lnTo>
                <a:lnTo>
                  <a:pt x="1968361" y="84022"/>
                </a:lnTo>
                <a:lnTo>
                  <a:pt x="1968349" y="83578"/>
                </a:lnTo>
                <a:lnTo>
                  <a:pt x="1968345" y="83128"/>
                </a:lnTo>
                <a:lnTo>
                  <a:pt x="1968345" y="40523"/>
                </a:lnTo>
                <a:lnTo>
                  <a:pt x="2005344" y="40523"/>
                </a:lnTo>
                <a:lnTo>
                  <a:pt x="2005344" y="28030"/>
                </a:lnTo>
                <a:lnTo>
                  <a:pt x="1968345" y="28030"/>
                </a:lnTo>
                <a:lnTo>
                  <a:pt x="1968345" y="1922"/>
                </a:lnTo>
                <a:lnTo>
                  <a:pt x="1958415" y="1922"/>
                </a:lnTo>
                <a:lnTo>
                  <a:pt x="1952809" y="28030"/>
                </a:lnTo>
                <a:lnTo>
                  <a:pt x="1928623" y="28030"/>
                </a:lnTo>
                <a:lnTo>
                  <a:pt x="1928623" y="40523"/>
                </a:lnTo>
                <a:lnTo>
                  <a:pt x="1952328" y="40523"/>
                </a:lnTo>
                <a:lnTo>
                  <a:pt x="1952328" y="84409"/>
                </a:lnTo>
                <a:lnTo>
                  <a:pt x="1952343" y="85596"/>
                </a:lnTo>
                <a:lnTo>
                  <a:pt x="1952387" y="86756"/>
                </a:lnTo>
                <a:lnTo>
                  <a:pt x="1952461" y="87888"/>
                </a:lnTo>
                <a:lnTo>
                  <a:pt x="1952564" y="88992"/>
                </a:lnTo>
                <a:lnTo>
                  <a:pt x="1952697" y="90068"/>
                </a:lnTo>
                <a:lnTo>
                  <a:pt x="1952859" y="91116"/>
                </a:lnTo>
                <a:lnTo>
                  <a:pt x="1953051" y="92137"/>
                </a:lnTo>
                <a:lnTo>
                  <a:pt x="1953272" y="93129"/>
                </a:lnTo>
                <a:lnTo>
                  <a:pt x="1953522" y="94094"/>
                </a:lnTo>
                <a:lnTo>
                  <a:pt x="1953802" y="95031"/>
                </a:lnTo>
                <a:lnTo>
                  <a:pt x="1954112" y="95941"/>
                </a:lnTo>
                <a:lnTo>
                  <a:pt x="1954451" y="96822"/>
                </a:lnTo>
                <a:lnTo>
                  <a:pt x="1954819" y="97676"/>
                </a:lnTo>
                <a:lnTo>
                  <a:pt x="1955217" y="98502"/>
                </a:lnTo>
                <a:lnTo>
                  <a:pt x="1955644" y="99300"/>
                </a:lnTo>
                <a:lnTo>
                  <a:pt x="1956101" y="100070"/>
                </a:lnTo>
                <a:lnTo>
                  <a:pt x="1956588" y="100812"/>
                </a:lnTo>
                <a:lnTo>
                  <a:pt x="1957104" y="101527"/>
                </a:lnTo>
                <a:lnTo>
                  <a:pt x="1957649" y="102214"/>
                </a:lnTo>
                <a:lnTo>
                  <a:pt x="1958224" y="102873"/>
                </a:lnTo>
                <a:lnTo>
                  <a:pt x="1958828" y="103504"/>
                </a:lnTo>
                <a:lnTo>
                  <a:pt x="1959462" y="104108"/>
                </a:lnTo>
                <a:lnTo>
                  <a:pt x="1960125" y="104683"/>
                </a:lnTo>
                <a:lnTo>
                  <a:pt x="1960817" y="105231"/>
                </a:lnTo>
                <a:lnTo>
                  <a:pt x="1961535" y="105741"/>
                </a:lnTo>
                <a:lnTo>
                  <a:pt x="1962273" y="106229"/>
                </a:lnTo>
                <a:lnTo>
                  <a:pt x="1963032" y="106695"/>
                </a:lnTo>
                <a:lnTo>
                  <a:pt x="1963812" y="107140"/>
                </a:lnTo>
                <a:lnTo>
                  <a:pt x="1964612" y="107563"/>
                </a:lnTo>
                <a:lnTo>
                  <a:pt x="1965432" y="107964"/>
                </a:lnTo>
                <a:lnTo>
                  <a:pt x="1966273" y="108343"/>
                </a:lnTo>
                <a:lnTo>
                  <a:pt x="1967135" y="108701"/>
                </a:lnTo>
                <a:lnTo>
                  <a:pt x="1968018" y="109037"/>
                </a:lnTo>
                <a:lnTo>
                  <a:pt x="1968920" y="109352"/>
                </a:lnTo>
                <a:lnTo>
                  <a:pt x="1969844" y="109645"/>
                </a:lnTo>
                <a:lnTo>
                  <a:pt x="1970788" y="109916"/>
                </a:lnTo>
                <a:lnTo>
                  <a:pt x="1971753" y="110165"/>
                </a:lnTo>
                <a:lnTo>
                  <a:pt x="1972738" y="110393"/>
                </a:lnTo>
                <a:lnTo>
                  <a:pt x="1973744" y="110599"/>
                </a:lnTo>
                <a:lnTo>
                  <a:pt x="1974770" y="110783"/>
                </a:lnTo>
                <a:lnTo>
                  <a:pt x="1975817" y="110946"/>
                </a:lnTo>
                <a:lnTo>
                  <a:pt x="1976884" y="111087"/>
                </a:lnTo>
                <a:lnTo>
                  <a:pt x="1977972" y="111206"/>
                </a:lnTo>
                <a:lnTo>
                  <a:pt x="1979081" y="111304"/>
                </a:lnTo>
                <a:lnTo>
                  <a:pt x="1980210" y="111380"/>
                </a:lnTo>
                <a:lnTo>
                  <a:pt x="1981360" y="111434"/>
                </a:lnTo>
                <a:lnTo>
                  <a:pt x="1982531" y="111467"/>
                </a:lnTo>
                <a:lnTo>
                  <a:pt x="1983722" y="111478"/>
                </a:lnTo>
                <a:lnTo>
                  <a:pt x="1984215" y="111475"/>
                </a:lnTo>
                <a:lnTo>
                  <a:pt x="1984709" y="111469"/>
                </a:lnTo>
                <a:lnTo>
                  <a:pt x="1985203" y="111458"/>
                </a:lnTo>
                <a:lnTo>
                  <a:pt x="1985697" y="111442"/>
                </a:lnTo>
                <a:lnTo>
                  <a:pt x="1986191" y="111422"/>
                </a:lnTo>
                <a:lnTo>
                  <a:pt x="1986685" y="111397"/>
                </a:lnTo>
                <a:close/>
                <a:moveTo>
                  <a:pt x="2179256" y="111369"/>
                </a:moveTo>
                <a:lnTo>
                  <a:pt x="2179750" y="111335"/>
                </a:lnTo>
                <a:lnTo>
                  <a:pt x="2180244" y="111297"/>
                </a:lnTo>
                <a:lnTo>
                  <a:pt x="2180738" y="111255"/>
                </a:lnTo>
                <a:lnTo>
                  <a:pt x="2181231" y="111208"/>
                </a:lnTo>
                <a:lnTo>
                  <a:pt x="2181725" y="111157"/>
                </a:lnTo>
                <a:lnTo>
                  <a:pt x="2182219" y="111102"/>
                </a:lnTo>
                <a:lnTo>
                  <a:pt x="2182713" y="111042"/>
                </a:lnTo>
                <a:lnTo>
                  <a:pt x="2183207" y="110977"/>
                </a:lnTo>
                <a:lnTo>
                  <a:pt x="2183701" y="110908"/>
                </a:lnTo>
                <a:lnTo>
                  <a:pt x="2184195" y="110835"/>
                </a:lnTo>
                <a:lnTo>
                  <a:pt x="2184688" y="110757"/>
                </a:lnTo>
                <a:lnTo>
                  <a:pt x="2185182" y="110674"/>
                </a:lnTo>
                <a:lnTo>
                  <a:pt x="2185676" y="110588"/>
                </a:lnTo>
                <a:lnTo>
                  <a:pt x="2186170" y="110497"/>
                </a:lnTo>
                <a:lnTo>
                  <a:pt x="2186664" y="110401"/>
                </a:lnTo>
                <a:lnTo>
                  <a:pt x="2187158" y="110301"/>
                </a:lnTo>
                <a:lnTo>
                  <a:pt x="2187652" y="110196"/>
                </a:lnTo>
                <a:lnTo>
                  <a:pt x="2188142" y="110101"/>
                </a:lnTo>
                <a:lnTo>
                  <a:pt x="2188625" y="110002"/>
                </a:lnTo>
                <a:lnTo>
                  <a:pt x="2189101" y="109898"/>
                </a:lnTo>
                <a:lnTo>
                  <a:pt x="2189569" y="109791"/>
                </a:lnTo>
                <a:lnTo>
                  <a:pt x="2190030" y="109680"/>
                </a:lnTo>
                <a:lnTo>
                  <a:pt x="2190485" y="109566"/>
                </a:lnTo>
                <a:lnTo>
                  <a:pt x="2190931" y="109447"/>
                </a:lnTo>
                <a:lnTo>
                  <a:pt x="2191371" y="109324"/>
                </a:lnTo>
                <a:lnTo>
                  <a:pt x="2191803" y="109198"/>
                </a:lnTo>
                <a:lnTo>
                  <a:pt x="2192229" y="109067"/>
                </a:lnTo>
                <a:lnTo>
                  <a:pt x="2192647" y="108933"/>
                </a:lnTo>
                <a:lnTo>
                  <a:pt x="2193057" y="108795"/>
                </a:lnTo>
                <a:lnTo>
                  <a:pt x="2193461" y="108653"/>
                </a:lnTo>
                <a:lnTo>
                  <a:pt x="2193857" y="108507"/>
                </a:lnTo>
                <a:lnTo>
                  <a:pt x="2194246" y="108357"/>
                </a:lnTo>
                <a:lnTo>
                  <a:pt x="2194628" y="108203"/>
                </a:lnTo>
                <a:lnTo>
                  <a:pt x="2195002" y="108045"/>
                </a:lnTo>
                <a:lnTo>
                  <a:pt x="2195370" y="107884"/>
                </a:lnTo>
                <a:lnTo>
                  <a:pt x="2195730" y="107718"/>
                </a:lnTo>
                <a:lnTo>
                  <a:pt x="2196083" y="107549"/>
                </a:lnTo>
                <a:lnTo>
                  <a:pt x="2196428" y="107376"/>
                </a:lnTo>
                <a:lnTo>
                  <a:pt x="2196767" y="107199"/>
                </a:lnTo>
                <a:lnTo>
                  <a:pt x="2197098" y="107018"/>
                </a:lnTo>
                <a:lnTo>
                  <a:pt x="2197422" y="106833"/>
                </a:lnTo>
                <a:lnTo>
                  <a:pt x="2197422" y="94500"/>
                </a:lnTo>
                <a:lnTo>
                  <a:pt x="2197140" y="94633"/>
                </a:lnTo>
                <a:lnTo>
                  <a:pt x="2196853" y="94765"/>
                </a:lnTo>
                <a:lnTo>
                  <a:pt x="2196563" y="94898"/>
                </a:lnTo>
                <a:lnTo>
                  <a:pt x="2196270" y="95029"/>
                </a:lnTo>
                <a:lnTo>
                  <a:pt x="2195972" y="95160"/>
                </a:lnTo>
                <a:lnTo>
                  <a:pt x="2195670" y="95290"/>
                </a:lnTo>
                <a:lnTo>
                  <a:pt x="2195364" y="95420"/>
                </a:lnTo>
                <a:lnTo>
                  <a:pt x="2195055" y="95550"/>
                </a:lnTo>
                <a:lnTo>
                  <a:pt x="2194742" y="95678"/>
                </a:lnTo>
                <a:lnTo>
                  <a:pt x="2194424" y="95807"/>
                </a:lnTo>
                <a:lnTo>
                  <a:pt x="2194103" y="95934"/>
                </a:lnTo>
                <a:lnTo>
                  <a:pt x="2193778" y="96061"/>
                </a:lnTo>
                <a:lnTo>
                  <a:pt x="2193449" y="96188"/>
                </a:lnTo>
                <a:lnTo>
                  <a:pt x="2193116" y="96314"/>
                </a:lnTo>
                <a:lnTo>
                  <a:pt x="2192779" y="96439"/>
                </a:lnTo>
                <a:lnTo>
                  <a:pt x="2192439" y="96564"/>
                </a:lnTo>
                <a:lnTo>
                  <a:pt x="2192094" y="96688"/>
                </a:lnTo>
                <a:lnTo>
                  <a:pt x="2191746" y="96812"/>
                </a:lnTo>
                <a:lnTo>
                  <a:pt x="2191394" y="96935"/>
                </a:lnTo>
                <a:lnTo>
                  <a:pt x="2191037" y="97058"/>
                </a:lnTo>
                <a:lnTo>
                  <a:pt x="2190677" y="97180"/>
                </a:lnTo>
                <a:lnTo>
                  <a:pt x="2190313" y="97301"/>
                </a:lnTo>
                <a:lnTo>
                  <a:pt x="2189945" y="97422"/>
                </a:lnTo>
                <a:lnTo>
                  <a:pt x="2189573" y="97543"/>
                </a:lnTo>
                <a:lnTo>
                  <a:pt x="2189212" y="97647"/>
                </a:lnTo>
                <a:lnTo>
                  <a:pt x="2188847" y="97748"/>
                </a:lnTo>
                <a:lnTo>
                  <a:pt x="2188480" y="97843"/>
                </a:lnTo>
                <a:lnTo>
                  <a:pt x="2188110" y="97934"/>
                </a:lnTo>
                <a:lnTo>
                  <a:pt x="2187737" y="98021"/>
                </a:lnTo>
                <a:lnTo>
                  <a:pt x="2187361" y="98103"/>
                </a:lnTo>
                <a:lnTo>
                  <a:pt x="2186983" y="98181"/>
                </a:lnTo>
                <a:lnTo>
                  <a:pt x="2186602" y="98255"/>
                </a:lnTo>
                <a:lnTo>
                  <a:pt x="2186218" y="98324"/>
                </a:lnTo>
                <a:lnTo>
                  <a:pt x="2185831" y="98388"/>
                </a:lnTo>
                <a:lnTo>
                  <a:pt x="2185441" y="98448"/>
                </a:lnTo>
                <a:lnTo>
                  <a:pt x="2185049" y="98504"/>
                </a:lnTo>
                <a:lnTo>
                  <a:pt x="2184654" y="98555"/>
                </a:lnTo>
                <a:lnTo>
                  <a:pt x="2184256" y="98602"/>
                </a:lnTo>
                <a:lnTo>
                  <a:pt x="2183855" y="98644"/>
                </a:lnTo>
                <a:lnTo>
                  <a:pt x="2183452" y="98682"/>
                </a:lnTo>
                <a:lnTo>
                  <a:pt x="2183045" y="98715"/>
                </a:lnTo>
                <a:lnTo>
                  <a:pt x="2182636" y="98744"/>
                </a:lnTo>
                <a:lnTo>
                  <a:pt x="2182224" y="98769"/>
                </a:lnTo>
                <a:lnTo>
                  <a:pt x="2181810" y="98789"/>
                </a:lnTo>
                <a:lnTo>
                  <a:pt x="2181392" y="98804"/>
                </a:lnTo>
                <a:lnTo>
                  <a:pt x="2180972" y="98815"/>
                </a:lnTo>
                <a:lnTo>
                  <a:pt x="2180549" y="98822"/>
                </a:lnTo>
                <a:lnTo>
                  <a:pt x="2180124" y="98824"/>
                </a:lnTo>
                <a:lnTo>
                  <a:pt x="2179580" y="98821"/>
                </a:lnTo>
                <a:lnTo>
                  <a:pt x="2179045" y="98813"/>
                </a:lnTo>
                <a:lnTo>
                  <a:pt x="2178517" y="98799"/>
                </a:lnTo>
                <a:lnTo>
                  <a:pt x="2177997" y="98780"/>
                </a:lnTo>
                <a:lnTo>
                  <a:pt x="2177485" y="98755"/>
                </a:lnTo>
                <a:lnTo>
                  <a:pt x="2176980" y="98724"/>
                </a:lnTo>
                <a:lnTo>
                  <a:pt x="2176484" y="98688"/>
                </a:lnTo>
                <a:lnTo>
                  <a:pt x="2175995" y="98646"/>
                </a:lnTo>
                <a:lnTo>
                  <a:pt x="2175514" y="98599"/>
                </a:lnTo>
                <a:lnTo>
                  <a:pt x="2175041" y="98546"/>
                </a:lnTo>
                <a:lnTo>
                  <a:pt x="2174575" y="98488"/>
                </a:lnTo>
                <a:lnTo>
                  <a:pt x="2174117" y="98424"/>
                </a:lnTo>
                <a:lnTo>
                  <a:pt x="2173667" y="98354"/>
                </a:lnTo>
                <a:lnTo>
                  <a:pt x="2173225" y="98279"/>
                </a:lnTo>
                <a:lnTo>
                  <a:pt x="2172791" y="98199"/>
                </a:lnTo>
                <a:lnTo>
                  <a:pt x="2172364" y="98112"/>
                </a:lnTo>
                <a:lnTo>
                  <a:pt x="2171946" y="98021"/>
                </a:lnTo>
                <a:lnTo>
                  <a:pt x="2171535" y="97923"/>
                </a:lnTo>
                <a:lnTo>
                  <a:pt x="2171131" y="97820"/>
                </a:lnTo>
                <a:lnTo>
                  <a:pt x="2170736" y="97712"/>
                </a:lnTo>
                <a:lnTo>
                  <a:pt x="2170348" y="97598"/>
                </a:lnTo>
                <a:lnTo>
                  <a:pt x="2169968" y="97478"/>
                </a:lnTo>
                <a:lnTo>
                  <a:pt x="2169596" y="97353"/>
                </a:lnTo>
                <a:lnTo>
                  <a:pt x="2169232" y="97223"/>
                </a:lnTo>
                <a:lnTo>
                  <a:pt x="2168875" y="97086"/>
                </a:lnTo>
                <a:lnTo>
                  <a:pt x="2168526" y="96942"/>
                </a:lnTo>
                <a:lnTo>
                  <a:pt x="2168184" y="96792"/>
                </a:lnTo>
                <a:lnTo>
                  <a:pt x="2167848" y="96635"/>
                </a:lnTo>
                <a:lnTo>
                  <a:pt x="2167521" y="96472"/>
                </a:lnTo>
                <a:lnTo>
                  <a:pt x="2167200" y="96302"/>
                </a:lnTo>
                <a:lnTo>
                  <a:pt x="2166887" y="96125"/>
                </a:lnTo>
                <a:lnTo>
                  <a:pt x="2166580" y="95941"/>
                </a:lnTo>
                <a:lnTo>
                  <a:pt x="2166282" y="95751"/>
                </a:lnTo>
                <a:lnTo>
                  <a:pt x="2165990" y="95554"/>
                </a:lnTo>
                <a:lnTo>
                  <a:pt x="2165705" y="95351"/>
                </a:lnTo>
                <a:lnTo>
                  <a:pt x="2165428" y="95140"/>
                </a:lnTo>
                <a:lnTo>
                  <a:pt x="2165158" y="94923"/>
                </a:lnTo>
                <a:lnTo>
                  <a:pt x="2164895" y="94700"/>
                </a:lnTo>
                <a:lnTo>
                  <a:pt x="2164640" y="94470"/>
                </a:lnTo>
                <a:lnTo>
                  <a:pt x="2164392" y="94233"/>
                </a:lnTo>
                <a:lnTo>
                  <a:pt x="2164150" y="93989"/>
                </a:lnTo>
                <a:lnTo>
                  <a:pt x="2163917" y="93739"/>
                </a:lnTo>
                <a:lnTo>
                  <a:pt x="2163690" y="93482"/>
                </a:lnTo>
                <a:lnTo>
                  <a:pt x="2163471" y="93218"/>
                </a:lnTo>
                <a:lnTo>
                  <a:pt x="2163258" y="92948"/>
                </a:lnTo>
                <a:lnTo>
                  <a:pt x="2163053" y="92671"/>
                </a:lnTo>
                <a:lnTo>
                  <a:pt x="2162856" y="92387"/>
                </a:lnTo>
                <a:lnTo>
                  <a:pt x="2162665" y="92097"/>
                </a:lnTo>
                <a:lnTo>
                  <a:pt x="2162482" y="91800"/>
                </a:lnTo>
                <a:lnTo>
                  <a:pt x="2162307" y="91496"/>
                </a:lnTo>
                <a:lnTo>
                  <a:pt x="2162140" y="91186"/>
                </a:lnTo>
                <a:lnTo>
                  <a:pt x="2161980" y="90869"/>
                </a:lnTo>
                <a:lnTo>
                  <a:pt x="2161828" y="90545"/>
                </a:lnTo>
                <a:lnTo>
                  <a:pt x="2161684" y="90215"/>
                </a:lnTo>
                <a:lnTo>
                  <a:pt x="2161548" y="89878"/>
                </a:lnTo>
                <a:lnTo>
                  <a:pt x="2161419" y="89534"/>
                </a:lnTo>
                <a:lnTo>
                  <a:pt x="2161299" y="89184"/>
                </a:lnTo>
                <a:lnTo>
                  <a:pt x="2161186" y="88827"/>
                </a:lnTo>
                <a:lnTo>
                  <a:pt x="2161081" y="88463"/>
                </a:lnTo>
                <a:lnTo>
                  <a:pt x="2160983" y="88093"/>
                </a:lnTo>
                <a:lnTo>
                  <a:pt x="2160894" y="87716"/>
                </a:lnTo>
                <a:lnTo>
                  <a:pt x="2160812" y="87332"/>
                </a:lnTo>
                <a:lnTo>
                  <a:pt x="2160738" y="86942"/>
                </a:lnTo>
                <a:lnTo>
                  <a:pt x="2160672" y="86545"/>
                </a:lnTo>
                <a:lnTo>
                  <a:pt x="2160613" y="86141"/>
                </a:lnTo>
                <a:lnTo>
                  <a:pt x="2160563" y="85730"/>
                </a:lnTo>
                <a:lnTo>
                  <a:pt x="2160520" y="85313"/>
                </a:lnTo>
                <a:lnTo>
                  <a:pt x="2160485" y="84890"/>
                </a:lnTo>
                <a:lnTo>
                  <a:pt x="2160458" y="84459"/>
                </a:lnTo>
                <a:lnTo>
                  <a:pt x="2160438" y="84022"/>
                </a:lnTo>
                <a:lnTo>
                  <a:pt x="2160427" y="83578"/>
                </a:lnTo>
                <a:lnTo>
                  <a:pt x="2160423" y="83128"/>
                </a:lnTo>
                <a:lnTo>
                  <a:pt x="2160423" y="40523"/>
                </a:lnTo>
                <a:lnTo>
                  <a:pt x="2197422" y="40523"/>
                </a:lnTo>
                <a:lnTo>
                  <a:pt x="2197422" y="28030"/>
                </a:lnTo>
                <a:lnTo>
                  <a:pt x="2160423" y="28030"/>
                </a:lnTo>
                <a:lnTo>
                  <a:pt x="2160423" y="1922"/>
                </a:lnTo>
                <a:lnTo>
                  <a:pt x="2150492" y="1922"/>
                </a:lnTo>
                <a:lnTo>
                  <a:pt x="2144887" y="28030"/>
                </a:lnTo>
                <a:lnTo>
                  <a:pt x="2120701" y="28030"/>
                </a:lnTo>
                <a:lnTo>
                  <a:pt x="2120701" y="40523"/>
                </a:lnTo>
                <a:lnTo>
                  <a:pt x="2144406" y="40523"/>
                </a:lnTo>
                <a:lnTo>
                  <a:pt x="2144406" y="84409"/>
                </a:lnTo>
                <a:lnTo>
                  <a:pt x="2144421" y="85596"/>
                </a:lnTo>
                <a:lnTo>
                  <a:pt x="2144465" y="86756"/>
                </a:lnTo>
                <a:lnTo>
                  <a:pt x="2144539" y="87888"/>
                </a:lnTo>
                <a:lnTo>
                  <a:pt x="2144642" y="88992"/>
                </a:lnTo>
                <a:lnTo>
                  <a:pt x="2144774" y="90068"/>
                </a:lnTo>
                <a:lnTo>
                  <a:pt x="2144937" y="91116"/>
                </a:lnTo>
                <a:lnTo>
                  <a:pt x="2145128" y="92137"/>
                </a:lnTo>
                <a:lnTo>
                  <a:pt x="2145349" y="93129"/>
                </a:lnTo>
                <a:lnTo>
                  <a:pt x="2145600" y="94094"/>
                </a:lnTo>
                <a:lnTo>
                  <a:pt x="2145880" y="95031"/>
                </a:lnTo>
                <a:lnTo>
                  <a:pt x="2146189" y="95941"/>
                </a:lnTo>
                <a:lnTo>
                  <a:pt x="2146528" y="96822"/>
                </a:lnTo>
                <a:lnTo>
                  <a:pt x="2146897" y="97676"/>
                </a:lnTo>
                <a:lnTo>
                  <a:pt x="2147295" y="98502"/>
                </a:lnTo>
                <a:lnTo>
                  <a:pt x="2147722" y="99300"/>
                </a:lnTo>
                <a:lnTo>
                  <a:pt x="2148179" y="100070"/>
                </a:lnTo>
                <a:lnTo>
                  <a:pt x="2148665" y="100812"/>
                </a:lnTo>
                <a:lnTo>
                  <a:pt x="2149181" y="101527"/>
                </a:lnTo>
                <a:lnTo>
                  <a:pt x="2149726" y="102214"/>
                </a:lnTo>
                <a:lnTo>
                  <a:pt x="2150301" y="102873"/>
                </a:lnTo>
                <a:lnTo>
                  <a:pt x="2150905" y="103504"/>
                </a:lnTo>
                <a:lnTo>
                  <a:pt x="2151539" y="104108"/>
                </a:lnTo>
                <a:lnTo>
                  <a:pt x="2152202" y="104683"/>
                </a:lnTo>
                <a:lnTo>
                  <a:pt x="2152895" y="105231"/>
                </a:lnTo>
                <a:lnTo>
                  <a:pt x="2153613" y="105741"/>
                </a:lnTo>
                <a:lnTo>
                  <a:pt x="2154351" y="106229"/>
                </a:lnTo>
                <a:lnTo>
                  <a:pt x="2155110" y="106695"/>
                </a:lnTo>
                <a:lnTo>
                  <a:pt x="2155889" y="107140"/>
                </a:lnTo>
                <a:lnTo>
                  <a:pt x="2156689" y="107563"/>
                </a:lnTo>
                <a:lnTo>
                  <a:pt x="2157510" y="107964"/>
                </a:lnTo>
                <a:lnTo>
                  <a:pt x="2158351" y="108343"/>
                </a:lnTo>
                <a:lnTo>
                  <a:pt x="2159213" y="108701"/>
                </a:lnTo>
                <a:lnTo>
                  <a:pt x="2160095" y="109037"/>
                </a:lnTo>
                <a:lnTo>
                  <a:pt x="2160998" y="109352"/>
                </a:lnTo>
                <a:lnTo>
                  <a:pt x="2161921" y="109645"/>
                </a:lnTo>
                <a:lnTo>
                  <a:pt x="2162865" y="109916"/>
                </a:lnTo>
                <a:lnTo>
                  <a:pt x="2163830" y="110165"/>
                </a:lnTo>
                <a:lnTo>
                  <a:pt x="2164815" y="110393"/>
                </a:lnTo>
                <a:lnTo>
                  <a:pt x="2165821" y="110599"/>
                </a:lnTo>
                <a:lnTo>
                  <a:pt x="2166847" y="110783"/>
                </a:lnTo>
                <a:lnTo>
                  <a:pt x="2167894" y="110946"/>
                </a:lnTo>
                <a:lnTo>
                  <a:pt x="2168962" y="111087"/>
                </a:lnTo>
                <a:lnTo>
                  <a:pt x="2170050" y="111206"/>
                </a:lnTo>
                <a:lnTo>
                  <a:pt x="2171159" y="111304"/>
                </a:lnTo>
                <a:lnTo>
                  <a:pt x="2172288" y="111380"/>
                </a:lnTo>
                <a:lnTo>
                  <a:pt x="2173438" y="111434"/>
                </a:lnTo>
                <a:lnTo>
                  <a:pt x="2174608" y="111467"/>
                </a:lnTo>
                <a:lnTo>
                  <a:pt x="2175799" y="111478"/>
                </a:lnTo>
                <a:lnTo>
                  <a:pt x="2176293" y="111475"/>
                </a:lnTo>
                <a:lnTo>
                  <a:pt x="2176787" y="111469"/>
                </a:lnTo>
                <a:lnTo>
                  <a:pt x="2177281" y="111458"/>
                </a:lnTo>
                <a:lnTo>
                  <a:pt x="2177775" y="111442"/>
                </a:lnTo>
                <a:lnTo>
                  <a:pt x="2178268" y="111422"/>
                </a:lnTo>
                <a:lnTo>
                  <a:pt x="2178762" y="111397"/>
                </a:lnTo>
                <a:lnTo>
                  <a:pt x="2179256" y="111369"/>
                </a:lnTo>
                <a:close/>
                <a:moveTo>
                  <a:pt x="1854632" y="59092"/>
                </a:moveTo>
                <a:lnTo>
                  <a:pt x="1854678" y="58562"/>
                </a:lnTo>
                <a:lnTo>
                  <a:pt x="1854732" y="58037"/>
                </a:lnTo>
                <a:lnTo>
                  <a:pt x="1854795" y="57518"/>
                </a:lnTo>
                <a:lnTo>
                  <a:pt x="1854866" y="57005"/>
                </a:lnTo>
                <a:lnTo>
                  <a:pt x="1854945" y="56497"/>
                </a:lnTo>
                <a:lnTo>
                  <a:pt x="1855033" y="55995"/>
                </a:lnTo>
                <a:lnTo>
                  <a:pt x="1855129" y="55499"/>
                </a:lnTo>
                <a:lnTo>
                  <a:pt x="1855233" y="55007"/>
                </a:lnTo>
                <a:lnTo>
                  <a:pt x="1855345" y="54522"/>
                </a:lnTo>
                <a:lnTo>
                  <a:pt x="1855466" y="54042"/>
                </a:lnTo>
                <a:lnTo>
                  <a:pt x="1855596" y="53568"/>
                </a:lnTo>
                <a:lnTo>
                  <a:pt x="1855733" y="53099"/>
                </a:lnTo>
                <a:lnTo>
                  <a:pt x="1855879" y="52635"/>
                </a:lnTo>
                <a:lnTo>
                  <a:pt x="1856034" y="52178"/>
                </a:lnTo>
                <a:lnTo>
                  <a:pt x="1856196" y="51726"/>
                </a:lnTo>
                <a:lnTo>
                  <a:pt x="1856367" y="51279"/>
                </a:lnTo>
                <a:lnTo>
                  <a:pt x="1856547" y="50838"/>
                </a:lnTo>
                <a:lnTo>
                  <a:pt x="1856734" y="50403"/>
                </a:lnTo>
                <a:lnTo>
                  <a:pt x="1856930" y="49973"/>
                </a:lnTo>
                <a:lnTo>
                  <a:pt x="1857134" y="49536"/>
                </a:lnTo>
                <a:lnTo>
                  <a:pt x="1857344" y="49108"/>
                </a:lnTo>
                <a:lnTo>
                  <a:pt x="1857561" y="48689"/>
                </a:lnTo>
                <a:lnTo>
                  <a:pt x="1857785" y="48278"/>
                </a:lnTo>
                <a:lnTo>
                  <a:pt x="1858015" y="47875"/>
                </a:lnTo>
                <a:lnTo>
                  <a:pt x="1858252" y="47480"/>
                </a:lnTo>
                <a:lnTo>
                  <a:pt x="1858495" y="47094"/>
                </a:lnTo>
                <a:lnTo>
                  <a:pt x="1858746" y="46716"/>
                </a:lnTo>
                <a:lnTo>
                  <a:pt x="1859003" y="46346"/>
                </a:lnTo>
                <a:lnTo>
                  <a:pt x="1859266" y="45985"/>
                </a:lnTo>
                <a:lnTo>
                  <a:pt x="1859536" y="45632"/>
                </a:lnTo>
                <a:lnTo>
                  <a:pt x="1859813" y="45288"/>
                </a:lnTo>
                <a:lnTo>
                  <a:pt x="1860097" y="44952"/>
                </a:lnTo>
                <a:lnTo>
                  <a:pt x="1860387" y="44624"/>
                </a:lnTo>
                <a:lnTo>
                  <a:pt x="1860684" y="44304"/>
                </a:lnTo>
                <a:lnTo>
                  <a:pt x="1860988" y="43993"/>
                </a:lnTo>
                <a:lnTo>
                  <a:pt x="1861298" y="43690"/>
                </a:lnTo>
                <a:lnTo>
                  <a:pt x="1861615" y="43396"/>
                </a:lnTo>
                <a:lnTo>
                  <a:pt x="1861939" y="43110"/>
                </a:lnTo>
                <a:lnTo>
                  <a:pt x="1862269" y="42832"/>
                </a:lnTo>
                <a:lnTo>
                  <a:pt x="1862606" y="42562"/>
                </a:lnTo>
                <a:lnTo>
                  <a:pt x="1862950" y="42301"/>
                </a:lnTo>
                <a:lnTo>
                  <a:pt x="1863300" y="42049"/>
                </a:lnTo>
                <a:lnTo>
                  <a:pt x="1863657" y="41804"/>
                </a:lnTo>
                <a:lnTo>
                  <a:pt x="1864021" y="41556"/>
                </a:lnTo>
                <a:lnTo>
                  <a:pt x="1864389" y="41318"/>
                </a:lnTo>
                <a:lnTo>
                  <a:pt x="1864764" y="41091"/>
                </a:lnTo>
                <a:lnTo>
                  <a:pt x="1865143" y="40874"/>
                </a:lnTo>
                <a:lnTo>
                  <a:pt x="1865529" y="40668"/>
                </a:lnTo>
                <a:lnTo>
                  <a:pt x="1865920" y="40473"/>
                </a:lnTo>
                <a:lnTo>
                  <a:pt x="1866316" y="40288"/>
                </a:lnTo>
                <a:lnTo>
                  <a:pt x="1866718" y="40113"/>
                </a:lnTo>
                <a:lnTo>
                  <a:pt x="1867126" y="39950"/>
                </a:lnTo>
                <a:lnTo>
                  <a:pt x="1867539" y="39796"/>
                </a:lnTo>
                <a:lnTo>
                  <a:pt x="1867958" y="39654"/>
                </a:lnTo>
                <a:lnTo>
                  <a:pt x="1868382" y="39522"/>
                </a:lnTo>
                <a:lnTo>
                  <a:pt x="1868812" y="39400"/>
                </a:lnTo>
                <a:lnTo>
                  <a:pt x="1869248" y="39289"/>
                </a:lnTo>
                <a:lnTo>
                  <a:pt x="1869689" y="39189"/>
                </a:lnTo>
                <a:lnTo>
                  <a:pt x="1870135" y="39099"/>
                </a:lnTo>
                <a:lnTo>
                  <a:pt x="1870587" y="39020"/>
                </a:lnTo>
                <a:lnTo>
                  <a:pt x="1871045" y="38951"/>
                </a:lnTo>
                <a:lnTo>
                  <a:pt x="1871508" y="38893"/>
                </a:lnTo>
                <a:lnTo>
                  <a:pt x="1871977" y="38845"/>
                </a:lnTo>
                <a:lnTo>
                  <a:pt x="1872452" y="38808"/>
                </a:lnTo>
                <a:lnTo>
                  <a:pt x="1872932" y="38782"/>
                </a:lnTo>
                <a:lnTo>
                  <a:pt x="1873417" y="38766"/>
                </a:lnTo>
                <a:lnTo>
                  <a:pt x="1873908" y="38761"/>
                </a:lnTo>
                <a:lnTo>
                  <a:pt x="1874609" y="38770"/>
                </a:lnTo>
                <a:lnTo>
                  <a:pt x="1875296" y="38798"/>
                </a:lnTo>
                <a:lnTo>
                  <a:pt x="1875970" y="38843"/>
                </a:lnTo>
                <a:lnTo>
                  <a:pt x="1876631" y="38908"/>
                </a:lnTo>
                <a:lnTo>
                  <a:pt x="1877278" y="38990"/>
                </a:lnTo>
                <a:lnTo>
                  <a:pt x="1877912" y="39091"/>
                </a:lnTo>
                <a:lnTo>
                  <a:pt x="1878533" y="39211"/>
                </a:lnTo>
                <a:lnTo>
                  <a:pt x="1879140" y="39348"/>
                </a:lnTo>
                <a:lnTo>
                  <a:pt x="1879734" y="39504"/>
                </a:lnTo>
                <a:lnTo>
                  <a:pt x="1880315" y="39679"/>
                </a:lnTo>
                <a:lnTo>
                  <a:pt x="1880882" y="39871"/>
                </a:lnTo>
                <a:lnTo>
                  <a:pt x="1881436" y="40082"/>
                </a:lnTo>
                <a:lnTo>
                  <a:pt x="1881977" y="40312"/>
                </a:lnTo>
                <a:lnTo>
                  <a:pt x="1882504" y="40559"/>
                </a:lnTo>
                <a:lnTo>
                  <a:pt x="1883018" y="40826"/>
                </a:lnTo>
                <a:lnTo>
                  <a:pt x="1883518" y="41110"/>
                </a:lnTo>
                <a:lnTo>
                  <a:pt x="1884006" y="41413"/>
                </a:lnTo>
                <a:lnTo>
                  <a:pt x="1884479" y="41734"/>
                </a:lnTo>
                <a:lnTo>
                  <a:pt x="1884940" y="42074"/>
                </a:lnTo>
                <a:lnTo>
                  <a:pt x="1885387" y="42431"/>
                </a:lnTo>
                <a:lnTo>
                  <a:pt x="1885821" y="42808"/>
                </a:lnTo>
                <a:lnTo>
                  <a:pt x="1886241" y="43202"/>
                </a:lnTo>
                <a:lnTo>
                  <a:pt x="1886648" y="43615"/>
                </a:lnTo>
                <a:lnTo>
                  <a:pt x="1887042" y="44046"/>
                </a:lnTo>
                <a:lnTo>
                  <a:pt x="1887434" y="44498"/>
                </a:lnTo>
                <a:lnTo>
                  <a:pt x="1887810" y="44971"/>
                </a:lnTo>
                <a:lnTo>
                  <a:pt x="1888168" y="45465"/>
                </a:lnTo>
                <a:lnTo>
                  <a:pt x="1888510" y="45982"/>
                </a:lnTo>
                <a:lnTo>
                  <a:pt x="1888836" y="46520"/>
                </a:lnTo>
                <a:lnTo>
                  <a:pt x="1889144" y="47080"/>
                </a:lnTo>
                <a:lnTo>
                  <a:pt x="1889436" y="47661"/>
                </a:lnTo>
                <a:lnTo>
                  <a:pt x="1889712" y="48264"/>
                </a:lnTo>
                <a:lnTo>
                  <a:pt x="1889970" y="48889"/>
                </a:lnTo>
                <a:lnTo>
                  <a:pt x="1890212" y="49536"/>
                </a:lnTo>
                <a:lnTo>
                  <a:pt x="1890437" y="50204"/>
                </a:lnTo>
                <a:lnTo>
                  <a:pt x="1890646" y="50894"/>
                </a:lnTo>
                <a:lnTo>
                  <a:pt x="1890838" y="51605"/>
                </a:lnTo>
                <a:lnTo>
                  <a:pt x="1891013" y="52339"/>
                </a:lnTo>
                <a:lnTo>
                  <a:pt x="1891172" y="53093"/>
                </a:lnTo>
                <a:lnTo>
                  <a:pt x="1891313" y="53870"/>
                </a:lnTo>
                <a:lnTo>
                  <a:pt x="1891438" y="54668"/>
                </a:lnTo>
                <a:lnTo>
                  <a:pt x="1891547" y="55489"/>
                </a:lnTo>
                <a:lnTo>
                  <a:pt x="1891639" y="56330"/>
                </a:lnTo>
                <a:lnTo>
                  <a:pt x="1891714" y="57194"/>
                </a:lnTo>
                <a:lnTo>
                  <a:pt x="1891772" y="58079"/>
                </a:lnTo>
                <a:lnTo>
                  <a:pt x="1891814" y="58986"/>
                </a:lnTo>
                <a:lnTo>
                  <a:pt x="1891839" y="59914"/>
                </a:lnTo>
                <a:lnTo>
                  <a:pt x="1891847" y="60864"/>
                </a:lnTo>
                <a:lnTo>
                  <a:pt x="1891847" y="109876"/>
                </a:lnTo>
                <a:lnTo>
                  <a:pt x="1907864" y="109876"/>
                </a:lnTo>
                <a:lnTo>
                  <a:pt x="1907864" y="56219"/>
                </a:lnTo>
                <a:lnTo>
                  <a:pt x="1907850" y="55004"/>
                </a:lnTo>
                <a:lnTo>
                  <a:pt x="1907808" y="53813"/>
                </a:lnTo>
                <a:lnTo>
                  <a:pt x="1907739" y="52648"/>
                </a:lnTo>
                <a:lnTo>
                  <a:pt x="1907642" y="51508"/>
                </a:lnTo>
                <a:lnTo>
                  <a:pt x="1907516" y="50392"/>
                </a:lnTo>
                <a:lnTo>
                  <a:pt x="1907363" y="49302"/>
                </a:lnTo>
                <a:lnTo>
                  <a:pt x="1907183" y="48237"/>
                </a:lnTo>
                <a:lnTo>
                  <a:pt x="1906974" y="47196"/>
                </a:lnTo>
                <a:lnTo>
                  <a:pt x="1906738" y="46181"/>
                </a:lnTo>
                <a:lnTo>
                  <a:pt x="1906474" y="45191"/>
                </a:lnTo>
                <a:lnTo>
                  <a:pt x="1906182" y="44226"/>
                </a:lnTo>
                <a:lnTo>
                  <a:pt x="1905862" y="43286"/>
                </a:lnTo>
                <a:lnTo>
                  <a:pt x="1905514" y="42371"/>
                </a:lnTo>
                <a:lnTo>
                  <a:pt x="1905139" y="41480"/>
                </a:lnTo>
                <a:lnTo>
                  <a:pt x="1904736" y="40615"/>
                </a:lnTo>
                <a:lnTo>
                  <a:pt x="1904305" y="39775"/>
                </a:lnTo>
                <a:lnTo>
                  <a:pt x="1903846" y="38960"/>
                </a:lnTo>
                <a:lnTo>
                  <a:pt x="1903359" y="38170"/>
                </a:lnTo>
                <a:lnTo>
                  <a:pt x="1902845" y="37405"/>
                </a:lnTo>
                <a:lnTo>
                  <a:pt x="1902303" y="36665"/>
                </a:lnTo>
                <a:lnTo>
                  <a:pt x="1901733" y="35950"/>
                </a:lnTo>
                <a:lnTo>
                  <a:pt x="1901135" y="35261"/>
                </a:lnTo>
                <a:lnTo>
                  <a:pt x="1900509" y="34596"/>
                </a:lnTo>
                <a:lnTo>
                  <a:pt x="1899856" y="33956"/>
                </a:lnTo>
                <a:lnTo>
                  <a:pt x="1899179" y="33342"/>
                </a:lnTo>
                <a:lnTo>
                  <a:pt x="1898483" y="32753"/>
                </a:lnTo>
                <a:lnTo>
                  <a:pt x="1897768" y="32191"/>
                </a:lnTo>
                <a:lnTo>
                  <a:pt x="1897035" y="31656"/>
                </a:lnTo>
                <a:lnTo>
                  <a:pt x="1896282" y="31146"/>
                </a:lnTo>
                <a:lnTo>
                  <a:pt x="1895511" y="30662"/>
                </a:lnTo>
                <a:lnTo>
                  <a:pt x="1894721" y="30205"/>
                </a:lnTo>
                <a:lnTo>
                  <a:pt x="1893912" y="29774"/>
                </a:lnTo>
                <a:lnTo>
                  <a:pt x="1893084" y="29368"/>
                </a:lnTo>
                <a:lnTo>
                  <a:pt x="1892237" y="28989"/>
                </a:lnTo>
                <a:lnTo>
                  <a:pt x="1891371" y="28637"/>
                </a:lnTo>
                <a:lnTo>
                  <a:pt x="1890486" y="28310"/>
                </a:lnTo>
                <a:lnTo>
                  <a:pt x="1889582" y="28009"/>
                </a:lnTo>
                <a:lnTo>
                  <a:pt x="1888659" y="27735"/>
                </a:lnTo>
                <a:lnTo>
                  <a:pt x="1887718" y="27486"/>
                </a:lnTo>
                <a:lnTo>
                  <a:pt x="1886757" y="27264"/>
                </a:lnTo>
                <a:lnTo>
                  <a:pt x="1885778" y="27068"/>
                </a:lnTo>
                <a:lnTo>
                  <a:pt x="1884780" y="26898"/>
                </a:lnTo>
                <a:lnTo>
                  <a:pt x="1883763" y="26755"/>
                </a:lnTo>
                <a:lnTo>
                  <a:pt x="1882726" y="26637"/>
                </a:lnTo>
                <a:lnTo>
                  <a:pt x="1881671" y="26545"/>
                </a:lnTo>
                <a:lnTo>
                  <a:pt x="1880598" y="26480"/>
                </a:lnTo>
                <a:lnTo>
                  <a:pt x="1879505" y="26441"/>
                </a:lnTo>
                <a:lnTo>
                  <a:pt x="1878393" y="26428"/>
                </a:lnTo>
                <a:lnTo>
                  <a:pt x="1877715" y="26433"/>
                </a:lnTo>
                <a:lnTo>
                  <a:pt x="1877041" y="26450"/>
                </a:lnTo>
                <a:lnTo>
                  <a:pt x="1876373" y="26478"/>
                </a:lnTo>
                <a:lnTo>
                  <a:pt x="1875710" y="26517"/>
                </a:lnTo>
                <a:lnTo>
                  <a:pt x="1875052" y="26567"/>
                </a:lnTo>
                <a:lnTo>
                  <a:pt x="1874399" y="26628"/>
                </a:lnTo>
                <a:lnTo>
                  <a:pt x="1873751" y="26700"/>
                </a:lnTo>
                <a:lnTo>
                  <a:pt x="1873107" y="26784"/>
                </a:lnTo>
                <a:lnTo>
                  <a:pt x="1872469" y="26878"/>
                </a:lnTo>
                <a:lnTo>
                  <a:pt x="1871836" y="26984"/>
                </a:lnTo>
                <a:lnTo>
                  <a:pt x="1871208" y="27101"/>
                </a:lnTo>
                <a:lnTo>
                  <a:pt x="1870585" y="27229"/>
                </a:lnTo>
                <a:lnTo>
                  <a:pt x="1869967" y="27368"/>
                </a:lnTo>
                <a:lnTo>
                  <a:pt x="1869353" y="27518"/>
                </a:lnTo>
                <a:lnTo>
                  <a:pt x="1868745" y="27679"/>
                </a:lnTo>
                <a:lnTo>
                  <a:pt x="1868142" y="27852"/>
                </a:lnTo>
                <a:lnTo>
                  <a:pt x="1867544" y="28035"/>
                </a:lnTo>
                <a:lnTo>
                  <a:pt x="1866951" y="28230"/>
                </a:lnTo>
                <a:lnTo>
                  <a:pt x="1866363" y="28436"/>
                </a:lnTo>
                <a:lnTo>
                  <a:pt x="1865780" y="28652"/>
                </a:lnTo>
                <a:lnTo>
                  <a:pt x="1865202" y="28880"/>
                </a:lnTo>
                <a:lnTo>
                  <a:pt x="1864629" y="29120"/>
                </a:lnTo>
                <a:lnTo>
                  <a:pt x="1864060" y="29370"/>
                </a:lnTo>
                <a:lnTo>
                  <a:pt x="1863497" y="29631"/>
                </a:lnTo>
                <a:lnTo>
                  <a:pt x="1862942" y="29905"/>
                </a:lnTo>
                <a:lnTo>
                  <a:pt x="1862397" y="30191"/>
                </a:lnTo>
                <a:lnTo>
                  <a:pt x="1861863" y="30490"/>
                </a:lnTo>
                <a:lnTo>
                  <a:pt x="1861340" y="30801"/>
                </a:lnTo>
                <a:lnTo>
                  <a:pt x="1860826" y="31126"/>
                </a:lnTo>
                <a:lnTo>
                  <a:pt x="1860324" y="31463"/>
                </a:lnTo>
                <a:lnTo>
                  <a:pt x="1859832" y="31813"/>
                </a:lnTo>
                <a:lnTo>
                  <a:pt x="1859351" y="32176"/>
                </a:lnTo>
                <a:lnTo>
                  <a:pt x="1858880" y="32552"/>
                </a:lnTo>
                <a:lnTo>
                  <a:pt x="1858420" y="32940"/>
                </a:lnTo>
                <a:lnTo>
                  <a:pt x="1857970" y="33342"/>
                </a:lnTo>
                <a:lnTo>
                  <a:pt x="1857531" y="33756"/>
                </a:lnTo>
                <a:lnTo>
                  <a:pt x="1857103" y="34182"/>
                </a:lnTo>
                <a:lnTo>
                  <a:pt x="1856685" y="34622"/>
                </a:lnTo>
                <a:lnTo>
                  <a:pt x="1856277" y="35074"/>
                </a:lnTo>
                <a:lnTo>
                  <a:pt x="1855880" y="35540"/>
                </a:lnTo>
                <a:lnTo>
                  <a:pt x="1855494" y="36018"/>
                </a:lnTo>
                <a:lnTo>
                  <a:pt x="1855119" y="36508"/>
                </a:lnTo>
                <a:lnTo>
                  <a:pt x="1854753" y="37012"/>
                </a:lnTo>
                <a:lnTo>
                  <a:pt x="1854399" y="37528"/>
                </a:lnTo>
                <a:lnTo>
                  <a:pt x="1854055" y="38058"/>
                </a:lnTo>
                <a:lnTo>
                  <a:pt x="1853722" y="38600"/>
                </a:lnTo>
                <a:lnTo>
                  <a:pt x="1853399" y="39154"/>
                </a:lnTo>
                <a:lnTo>
                  <a:pt x="1853086" y="39722"/>
                </a:lnTo>
                <a:lnTo>
                  <a:pt x="1851485" y="28030"/>
                </a:lnTo>
                <a:lnTo>
                  <a:pt x="1838511" y="28030"/>
                </a:lnTo>
                <a:lnTo>
                  <a:pt x="1838511" y="109876"/>
                </a:lnTo>
                <a:lnTo>
                  <a:pt x="1854528" y="109876"/>
                </a:lnTo>
                <a:lnTo>
                  <a:pt x="1854528" y="61825"/>
                </a:lnTo>
                <a:lnTo>
                  <a:pt x="1854532" y="61267"/>
                </a:lnTo>
                <a:lnTo>
                  <a:pt x="1854545" y="60715"/>
                </a:lnTo>
                <a:lnTo>
                  <a:pt x="1854565" y="60168"/>
                </a:lnTo>
                <a:lnTo>
                  <a:pt x="1854595" y="59627"/>
                </a:lnTo>
                <a:lnTo>
                  <a:pt x="1854632" y="59092"/>
                </a:lnTo>
                <a:close/>
                <a:moveTo>
                  <a:pt x="1728760" y="28030"/>
                </a:moveTo>
                <a:lnTo>
                  <a:pt x="1715947" y="28030"/>
                </a:lnTo>
                <a:lnTo>
                  <a:pt x="1702172" y="87452"/>
                </a:lnTo>
                <a:lnTo>
                  <a:pt x="1701532" y="87452"/>
                </a:lnTo>
                <a:lnTo>
                  <a:pt x="1689199" y="28030"/>
                </a:lnTo>
                <a:lnTo>
                  <a:pt x="1673982" y="28030"/>
                </a:lnTo>
                <a:lnTo>
                  <a:pt x="1660688" y="87452"/>
                </a:lnTo>
                <a:lnTo>
                  <a:pt x="1660048" y="87452"/>
                </a:lnTo>
                <a:lnTo>
                  <a:pt x="1645953" y="28030"/>
                </a:lnTo>
                <a:lnTo>
                  <a:pt x="1632659" y="28030"/>
                </a:lnTo>
                <a:lnTo>
                  <a:pt x="1651238" y="109876"/>
                </a:lnTo>
                <a:lnTo>
                  <a:pt x="1667255" y="109876"/>
                </a:lnTo>
                <a:lnTo>
                  <a:pt x="1681190" y="48691"/>
                </a:lnTo>
                <a:lnTo>
                  <a:pt x="1681831" y="48691"/>
                </a:lnTo>
                <a:lnTo>
                  <a:pt x="1694484" y="109876"/>
                </a:lnTo>
                <a:lnTo>
                  <a:pt x="1710661" y="109876"/>
                </a:lnTo>
                <a:lnTo>
                  <a:pt x="1728760" y="28030"/>
                </a:lnTo>
                <a:close/>
                <a:moveTo>
                  <a:pt x="1742034" y="49880"/>
                </a:moveTo>
                <a:lnTo>
                  <a:pt x="1742050" y="49968"/>
                </a:lnTo>
                <a:lnTo>
                  <a:pt x="1742065" y="50063"/>
                </a:lnTo>
                <a:lnTo>
                  <a:pt x="1742082" y="50163"/>
                </a:lnTo>
                <a:lnTo>
                  <a:pt x="1742099" y="50269"/>
                </a:lnTo>
                <a:lnTo>
                  <a:pt x="1742116" y="50382"/>
                </a:lnTo>
                <a:lnTo>
                  <a:pt x="1742134" y="50501"/>
                </a:lnTo>
                <a:lnTo>
                  <a:pt x="1742153" y="50626"/>
                </a:lnTo>
                <a:lnTo>
                  <a:pt x="1742172" y="50757"/>
                </a:lnTo>
                <a:lnTo>
                  <a:pt x="1742192" y="50894"/>
                </a:lnTo>
                <a:lnTo>
                  <a:pt x="1742212" y="51037"/>
                </a:lnTo>
                <a:lnTo>
                  <a:pt x="1742233" y="51186"/>
                </a:lnTo>
                <a:lnTo>
                  <a:pt x="1742254" y="51342"/>
                </a:lnTo>
                <a:lnTo>
                  <a:pt x="1742276" y="51503"/>
                </a:lnTo>
                <a:lnTo>
                  <a:pt x="1742299" y="51671"/>
                </a:lnTo>
                <a:lnTo>
                  <a:pt x="1742322" y="51845"/>
                </a:lnTo>
                <a:lnTo>
                  <a:pt x="1742346" y="52025"/>
                </a:lnTo>
                <a:lnTo>
                  <a:pt x="1742370" y="52211"/>
                </a:lnTo>
                <a:lnTo>
                  <a:pt x="1742395" y="52403"/>
                </a:lnTo>
                <a:lnTo>
                  <a:pt x="1742420" y="52601"/>
                </a:lnTo>
                <a:lnTo>
                  <a:pt x="1742446" y="52805"/>
                </a:lnTo>
                <a:lnTo>
                  <a:pt x="1742472" y="53016"/>
                </a:lnTo>
                <a:lnTo>
                  <a:pt x="1757208" y="53016"/>
                </a:lnTo>
                <a:lnTo>
                  <a:pt x="1757208" y="51094"/>
                </a:lnTo>
                <a:lnTo>
                  <a:pt x="1757216" y="50565"/>
                </a:lnTo>
                <a:lnTo>
                  <a:pt x="1757240" y="50046"/>
                </a:lnTo>
                <a:lnTo>
                  <a:pt x="1757280" y="49537"/>
                </a:lnTo>
                <a:lnTo>
                  <a:pt x="1757337" y="49038"/>
                </a:lnTo>
                <a:lnTo>
                  <a:pt x="1757409" y="48550"/>
                </a:lnTo>
                <a:lnTo>
                  <a:pt x="1757498" y="48071"/>
                </a:lnTo>
                <a:lnTo>
                  <a:pt x="1757603" y="47602"/>
                </a:lnTo>
                <a:lnTo>
                  <a:pt x="1757724" y="47143"/>
                </a:lnTo>
                <a:lnTo>
                  <a:pt x="1757861" y="46694"/>
                </a:lnTo>
                <a:lnTo>
                  <a:pt x="1758014" y="46255"/>
                </a:lnTo>
                <a:lnTo>
                  <a:pt x="1758183" y="45827"/>
                </a:lnTo>
                <a:lnTo>
                  <a:pt x="1758369" y="45408"/>
                </a:lnTo>
                <a:lnTo>
                  <a:pt x="1758571" y="44999"/>
                </a:lnTo>
                <a:lnTo>
                  <a:pt x="1758788" y="44600"/>
                </a:lnTo>
                <a:lnTo>
                  <a:pt x="1759022" y="44212"/>
                </a:lnTo>
                <a:lnTo>
                  <a:pt x="1759272" y="43833"/>
                </a:lnTo>
                <a:lnTo>
                  <a:pt x="1759538" y="43464"/>
                </a:lnTo>
                <a:lnTo>
                  <a:pt x="1759820" y="43105"/>
                </a:lnTo>
                <a:lnTo>
                  <a:pt x="1760119" y="42757"/>
                </a:lnTo>
                <a:lnTo>
                  <a:pt x="1760433" y="42418"/>
                </a:lnTo>
                <a:lnTo>
                  <a:pt x="1760764" y="42089"/>
                </a:lnTo>
                <a:lnTo>
                  <a:pt x="1761111" y="41771"/>
                </a:lnTo>
                <a:lnTo>
                  <a:pt x="1761474" y="41462"/>
                </a:lnTo>
                <a:lnTo>
                  <a:pt x="1761853" y="41163"/>
                </a:lnTo>
                <a:lnTo>
                  <a:pt x="1762246" y="40876"/>
                </a:lnTo>
                <a:lnTo>
                  <a:pt x="1762653" y="40601"/>
                </a:lnTo>
                <a:lnTo>
                  <a:pt x="1763074" y="40338"/>
                </a:lnTo>
                <a:lnTo>
                  <a:pt x="1763508" y="40087"/>
                </a:lnTo>
                <a:lnTo>
                  <a:pt x="1763955" y="39848"/>
                </a:lnTo>
                <a:lnTo>
                  <a:pt x="1764415" y="39622"/>
                </a:lnTo>
                <a:lnTo>
                  <a:pt x="1764889" y="39408"/>
                </a:lnTo>
                <a:lnTo>
                  <a:pt x="1765376" y="39206"/>
                </a:lnTo>
                <a:lnTo>
                  <a:pt x="1765877" y="39016"/>
                </a:lnTo>
                <a:lnTo>
                  <a:pt x="1766391" y="38839"/>
                </a:lnTo>
                <a:lnTo>
                  <a:pt x="1766918" y="38674"/>
                </a:lnTo>
                <a:lnTo>
                  <a:pt x="1767459" y="38521"/>
                </a:lnTo>
                <a:lnTo>
                  <a:pt x="1768012" y="38380"/>
                </a:lnTo>
                <a:lnTo>
                  <a:pt x="1768580" y="38251"/>
                </a:lnTo>
                <a:lnTo>
                  <a:pt x="1769160" y="38135"/>
                </a:lnTo>
                <a:lnTo>
                  <a:pt x="1769754" y="38031"/>
                </a:lnTo>
                <a:lnTo>
                  <a:pt x="1770362" y="37939"/>
                </a:lnTo>
                <a:lnTo>
                  <a:pt x="1770982" y="37860"/>
                </a:lnTo>
                <a:lnTo>
                  <a:pt x="1771616" y="37793"/>
                </a:lnTo>
                <a:lnTo>
                  <a:pt x="1772264" y="37738"/>
                </a:lnTo>
                <a:lnTo>
                  <a:pt x="1772924" y="37695"/>
                </a:lnTo>
                <a:lnTo>
                  <a:pt x="1773598" y="37664"/>
                </a:lnTo>
                <a:lnTo>
                  <a:pt x="1774286" y="37646"/>
                </a:lnTo>
                <a:lnTo>
                  <a:pt x="1774986" y="37640"/>
                </a:lnTo>
                <a:lnTo>
                  <a:pt x="1775751" y="37646"/>
                </a:lnTo>
                <a:lnTo>
                  <a:pt x="1776497" y="37664"/>
                </a:lnTo>
                <a:lnTo>
                  <a:pt x="1777224" y="37695"/>
                </a:lnTo>
                <a:lnTo>
                  <a:pt x="1777932" y="37738"/>
                </a:lnTo>
                <a:lnTo>
                  <a:pt x="1778621" y="37793"/>
                </a:lnTo>
                <a:lnTo>
                  <a:pt x="1779291" y="37860"/>
                </a:lnTo>
                <a:lnTo>
                  <a:pt x="1779942" y="37939"/>
                </a:lnTo>
                <a:lnTo>
                  <a:pt x="1780575" y="38031"/>
                </a:lnTo>
                <a:lnTo>
                  <a:pt x="1781188" y="38135"/>
                </a:lnTo>
                <a:lnTo>
                  <a:pt x="1781783" y="38251"/>
                </a:lnTo>
                <a:lnTo>
                  <a:pt x="1782358" y="38380"/>
                </a:lnTo>
                <a:lnTo>
                  <a:pt x="1782915" y="38521"/>
                </a:lnTo>
                <a:lnTo>
                  <a:pt x="1783453" y="38674"/>
                </a:lnTo>
                <a:lnTo>
                  <a:pt x="1783971" y="38839"/>
                </a:lnTo>
                <a:lnTo>
                  <a:pt x="1784471" y="39016"/>
                </a:lnTo>
                <a:lnTo>
                  <a:pt x="1784953" y="39206"/>
                </a:lnTo>
                <a:lnTo>
                  <a:pt x="1785415" y="39408"/>
                </a:lnTo>
                <a:lnTo>
                  <a:pt x="1785858" y="39622"/>
                </a:lnTo>
                <a:lnTo>
                  <a:pt x="1786282" y="39848"/>
                </a:lnTo>
                <a:lnTo>
                  <a:pt x="1786688" y="40087"/>
                </a:lnTo>
                <a:lnTo>
                  <a:pt x="1787074" y="40338"/>
                </a:lnTo>
                <a:lnTo>
                  <a:pt x="1787442" y="40601"/>
                </a:lnTo>
                <a:lnTo>
                  <a:pt x="1787791" y="40876"/>
                </a:lnTo>
                <a:lnTo>
                  <a:pt x="1788120" y="41163"/>
                </a:lnTo>
                <a:lnTo>
                  <a:pt x="1788447" y="41464"/>
                </a:lnTo>
                <a:lnTo>
                  <a:pt x="1788760" y="41780"/>
                </a:lnTo>
                <a:lnTo>
                  <a:pt x="1789059" y="42109"/>
                </a:lnTo>
                <a:lnTo>
                  <a:pt x="1789344" y="42454"/>
                </a:lnTo>
                <a:lnTo>
                  <a:pt x="1789615" y="42812"/>
                </a:lnTo>
                <a:lnTo>
                  <a:pt x="1789872" y="43186"/>
                </a:lnTo>
                <a:lnTo>
                  <a:pt x="1790115" y="43573"/>
                </a:lnTo>
                <a:lnTo>
                  <a:pt x="1790345" y="43975"/>
                </a:lnTo>
                <a:lnTo>
                  <a:pt x="1790560" y="44392"/>
                </a:lnTo>
                <a:lnTo>
                  <a:pt x="1790762" y="44823"/>
                </a:lnTo>
                <a:lnTo>
                  <a:pt x="1790950" y="45268"/>
                </a:lnTo>
                <a:lnTo>
                  <a:pt x="1791123" y="45728"/>
                </a:lnTo>
                <a:lnTo>
                  <a:pt x="1791283" y="46203"/>
                </a:lnTo>
                <a:lnTo>
                  <a:pt x="1791429" y="46691"/>
                </a:lnTo>
                <a:lnTo>
                  <a:pt x="1791561" y="47195"/>
                </a:lnTo>
                <a:lnTo>
                  <a:pt x="1791680" y="47713"/>
                </a:lnTo>
                <a:lnTo>
                  <a:pt x="1791784" y="48245"/>
                </a:lnTo>
                <a:lnTo>
                  <a:pt x="1791874" y="48791"/>
                </a:lnTo>
                <a:lnTo>
                  <a:pt x="1791951" y="49353"/>
                </a:lnTo>
                <a:lnTo>
                  <a:pt x="1792013" y="49928"/>
                </a:lnTo>
                <a:lnTo>
                  <a:pt x="1792062" y="50518"/>
                </a:lnTo>
                <a:lnTo>
                  <a:pt x="1792097" y="51123"/>
                </a:lnTo>
                <a:lnTo>
                  <a:pt x="1792118" y="51742"/>
                </a:lnTo>
                <a:lnTo>
                  <a:pt x="1792125" y="52375"/>
                </a:lnTo>
                <a:lnTo>
                  <a:pt x="1792125" y="61345"/>
                </a:lnTo>
                <a:lnTo>
                  <a:pt x="1790549" y="61349"/>
                </a:lnTo>
                <a:lnTo>
                  <a:pt x="1788999" y="61364"/>
                </a:lnTo>
                <a:lnTo>
                  <a:pt x="1787475" y="61387"/>
                </a:lnTo>
                <a:lnTo>
                  <a:pt x="1785976" y="61420"/>
                </a:lnTo>
                <a:lnTo>
                  <a:pt x="1784503" y="61463"/>
                </a:lnTo>
                <a:lnTo>
                  <a:pt x="1783055" y="61515"/>
                </a:lnTo>
                <a:lnTo>
                  <a:pt x="1781633" y="61576"/>
                </a:lnTo>
                <a:lnTo>
                  <a:pt x="1780237" y="61647"/>
                </a:lnTo>
                <a:lnTo>
                  <a:pt x="1778866" y="61728"/>
                </a:lnTo>
                <a:lnTo>
                  <a:pt x="1777520" y="61817"/>
                </a:lnTo>
                <a:lnTo>
                  <a:pt x="1776201" y="61917"/>
                </a:lnTo>
                <a:lnTo>
                  <a:pt x="1774906" y="62025"/>
                </a:lnTo>
                <a:lnTo>
                  <a:pt x="1773638" y="62144"/>
                </a:lnTo>
                <a:lnTo>
                  <a:pt x="1772395" y="62271"/>
                </a:lnTo>
                <a:lnTo>
                  <a:pt x="1771177" y="62408"/>
                </a:lnTo>
                <a:lnTo>
                  <a:pt x="1769986" y="62555"/>
                </a:lnTo>
                <a:lnTo>
                  <a:pt x="1768819" y="62711"/>
                </a:lnTo>
                <a:lnTo>
                  <a:pt x="1767679" y="62876"/>
                </a:lnTo>
                <a:lnTo>
                  <a:pt x="1766564" y="63051"/>
                </a:lnTo>
                <a:lnTo>
                  <a:pt x="1765474" y="63236"/>
                </a:lnTo>
                <a:lnTo>
                  <a:pt x="1764410" y="63429"/>
                </a:lnTo>
                <a:lnTo>
                  <a:pt x="1763372" y="63633"/>
                </a:lnTo>
                <a:lnTo>
                  <a:pt x="1762359" y="63845"/>
                </a:lnTo>
                <a:lnTo>
                  <a:pt x="1761372" y="64068"/>
                </a:lnTo>
                <a:lnTo>
                  <a:pt x="1760422" y="64300"/>
                </a:lnTo>
                <a:lnTo>
                  <a:pt x="1759493" y="64544"/>
                </a:lnTo>
                <a:lnTo>
                  <a:pt x="1758587" y="64798"/>
                </a:lnTo>
                <a:lnTo>
                  <a:pt x="1757702" y="65064"/>
                </a:lnTo>
                <a:lnTo>
                  <a:pt x="1756838" y="65341"/>
                </a:lnTo>
                <a:lnTo>
                  <a:pt x="1755996" y="65629"/>
                </a:lnTo>
                <a:lnTo>
                  <a:pt x="1755176" y="65928"/>
                </a:lnTo>
                <a:lnTo>
                  <a:pt x="1754378" y="66239"/>
                </a:lnTo>
                <a:lnTo>
                  <a:pt x="1753601" y="66560"/>
                </a:lnTo>
                <a:lnTo>
                  <a:pt x="1752846" y="66893"/>
                </a:lnTo>
                <a:lnTo>
                  <a:pt x="1752113" y="67236"/>
                </a:lnTo>
                <a:lnTo>
                  <a:pt x="1751402" y="67591"/>
                </a:lnTo>
                <a:lnTo>
                  <a:pt x="1750712" y="67957"/>
                </a:lnTo>
                <a:lnTo>
                  <a:pt x="1750044" y="68334"/>
                </a:lnTo>
                <a:lnTo>
                  <a:pt x="1749397" y="68722"/>
                </a:lnTo>
                <a:lnTo>
                  <a:pt x="1748772" y="69122"/>
                </a:lnTo>
                <a:lnTo>
                  <a:pt x="1748169" y="69532"/>
                </a:lnTo>
                <a:lnTo>
                  <a:pt x="1747588" y="69954"/>
                </a:lnTo>
                <a:lnTo>
                  <a:pt x="1747028" y="70386"/>
                </a:lnTo>
                <a:lnTo>
                  <a:pt x="1746490" y="70830"/>
                </a:lnTo>
                <a:lnTo>
                  <a:pt x="1745973" y="71285"/>
                </a:lnTo>
                <a:lnTo>
                  <a:pt x="1745479" y="71751"/>
                </a:lnTo>
                <a:lnTo>
                  <a:pt x="1745006" y="72228"/>
                </a:lnTo>
                <a:lnTo>
                  <a:pt x="1744554" y="72717"/>
                </a:lnTo>
                <a:lnTo>
                  <a:pt x="1744136" y="73204"/>
                </a:lnTo>
                <a:lnTo>
                  <a:pt x="1743736" y="73704"/>
                </a:lnTo>
                <a:lnTo>
                  <a:pt x="1743353" y="74218"/>
                </a:lnTo>
                <a:lnTo>
                  <a:pt x="1742988" y="74745"/>
                </a:lnTo>
                <a:lnTo>
                  <a:pt x="1742641" y="75286"/>
                </a:lnTo>
                <a:lnTo>
                  <a:pt x="1742312" y="75840"/>
                </a:lnTo>
                <a:lnTo>
                  <a:pt x="1742001" y="76407"/>
                </a:lnTo>
                <a:lnTo>
                  <a:pt x="1741707" y="76988"/>
                </a:lnTo>
                <a:lnTo>
                  <a:pt x="1741431" y="77582"/>
                </a:lnTo>
                <a:lnTo>
                  <a:pt x="1741173" y="78189"/>
                </a:lnTo>
                <a:lnTo>
                  <a:pt x="1740933" y="78810"/>
                </a:lnTo>
                <a:lnTo>
                  <a:pt x="1740710" y="79444"/>
                </a:lnTo>
                <a:lnTo>
                  <a:pt x="1740506" y="80091"/>
                </a:lnTo>
                <a:lnTo>
                  <a:pt x="1740319" y="80752"/>
                </a:lnTo>
                <a:lnTo>
                  <a:pt x="1740150" y="81426"/>
                </a:lnTo>
                <a:lnTo>
                  <a:pt x="1739998" y="82113"/>
                </a:lnTo>
                <a:lnTo>
                  <a:pt x="1739865" y="82814"/>
                </a:lnTo>
                <a:lnTo>
                  <a:pt x="1739749" y="83528"/>
                </a:lnTo>
                <a:lnTo>
                  <a:pt x="1739651" y="84256"/>
                </a:lnTo>
                <a:lnTo>
                  <a:pt x="1739571" y="84996"/>
                </a:lnTo>
                <a:lnTo>
                  <a:pt x="1739509" y="85750"/>
                </a:lnTo>
                <a:lnTo>
                  <a:pt x="1739465" y="86518"/>
                </a:lnTo>
                <a:lnTo>
                  <a:pt x="1739438" y="87299"/>
                </a:lnTo>
                <a:lnTo>
                  <a:pt x="1739429" y="88093"/>
                </a:lnTo>
                <a:lnTo>
                  <a:pt x="1739441" y="89044"/>
                </a:lnTo>
                <a:lnTo>
                  <a:pt x="1739476" y="89976"/>
                </a:lnTo>
                <a:lnTo>
                  <a:pt x="1739534" y="90888"/>
                </a:lnTo>
                <a:lnTo>
                  <a:pt x="1739616" y="91781"/>
                </a:lnTo>
                <a:lnTo>
                  <a:pt x="1739721" y="92655"/>
                </a:lnTo>
                <a:lnTo>
                  <a:pt x="1739849" y="93509"/>
                </a:lnTo>
                <a:lnTo>
                  <a:pt x="1740001" y="94343"/>
                </a:lnTo>
                <a:lnTo>
                  <a:pt x="1740176" y="95158"/>
                </a:lnTo>
                <a:lnTo>
                  <a:pt x="1740375" y="95954"/>
                </a:lnTo>
                <a:lnTo>
                  <a:pt x="1740597" y="96730"/>
                </a:lnTo>
                <a:lnTo>
                  <a:pt x="1740842" y="97486"/>
                </a:lnTo>
                <a:lnTo>
                  <a:pt x="1741111" y="98224"/>
                </a:lnTo>
                <a:lnTo>
                  <a:pt x="1741403" y="98941"/>
                </a:lnTo>
                <a:lnTo>
                  <a:pt x="1741718" y="99639"/>
                </a:lnTo>
                <a:lnTo>
                  <a:pt x="1742057" y="100318"/>
                </a:lnTo>
                <a:lnTo>
                  <a:pt x="1742419" y="100978"/>
                </a:lnTo>
                <a:lnTo>
                  <a:pt x="1742804" y="101617"/>
                </a:lnTo>
                <a:lnTo>
                  <a:pt x="1743213" y="102238"/>
                </a:lnTo>
                <a:lnTo>
                  <a:pt x="1743645" y="102839"/>
                </a:lnTo>
                <a:lnTo>
                  <a:pt x="1744101" y="103420"/>
                </a:lnTo>
                <a:lnTo>
                  <a:pt x="1744579" y="103982"/>
                </a:lnTo>
                <a:lnTo>
                  <a:pt x="1745082" y="104525"/>
                </a:lnTo>
                <a:lnTo>
                  <a:pt x="1745607" y="105048"/>
                </a:lnTo>
                <a:lnTo>
                  <a:pt x="1746156" y="105551"/>
                </a:lnTo>
                <a:lnTo>
                  <a:pt x="1746740" y="106035"/>
                </a:lnTo>
                <a:lnTo>
                  <a:pt x="1747344" y="106498"/>
                </a:lnTo>
                <a:lnTo>
                  <a:pt x="1747968" y="106940"/>
                </a:lnTo>
                <a:lnTo>
                  <a:pt x="1748612" y="107362"/>
                </a:lnTo>
                <a:lnTo>
                  <a:pt x="1749276" y="107763"/>
                </a:lnTo>
                <a:lnTo>
                  <a:pt x="1749960" y="108144"/>
                </a:lnTo>
                <a:lnTo>
                  <a:pt x="1750664" y="108504"/>
                </a:lnTo>
                <a:lnTo>
                  <a:pt x="1751388" y="108844"/>
                </a:lnTo>
                <a:lnTo>
                  <a:pt x="1752132" y="109163"/>
                </a:lnTo>
                <a:lnTo>
                  <a:pt x="1752897" y="109461"/>
                </a:lnTo>
                <a:lnTo>
                  <a:pt x="1753681" y="109739"/>
                </a:lnTo>
                <a:lnTo>
                  <a:pt x="1754485" y="109996"/>
                </a:lnTo>
                <a:lnTo>
                  <a:pt x="1755309" y="110233"/>
                </a:lnTo>
                <a:lnTo>
                  <a:pt x="1756153" y="110449"/>
                </a:lnTo>
                <a:lnTo>
                  <a:pt x="1757018" y="110644"/>
                </a:lnTo>
                <a:lnTo>
                  <a:pt x="1757902" y="110819"/>
                </a:lnTo>
                <a:lnTo>
                  <a:pt x="1758806" y="110973"/>
                </a:lnTo>
                <a:lnTo>
                  <a:pt x="1759730" y="111107"/>
                </a:lnTo>
                <a:lnTo>
                  <a:pt x="1760675" y="111220"/>
                </a:lnTo>
                <a:lnTo>
                  <a:pt x="1761639" y="111313"/>
                </a:lnTo>
                <a:lnTo>
                  <a:pt x="1762623" y="111385"/>
                </a:lnTo>
                <a:lnTo>
                  <a:pt x="1763628" y="111436"/>
                </a:lnTo>
                <a:lnTo>
                  <a:pt x="1764652" y="111467"/>
                </a:lnTo>
                <a:lnTo>
                  <a:pt x="1765697" y="111478"/>
                </a:lnTo>
                <a:lnTo>
                  <a:pt x="1766176" y="111475"/>
                </a:lnTo>
                <a:lnTo>
                  <a:pt x="1766654" y="111469"/>
                </a:lnTo>
                <a:lnTo>
                  <a:pt x="1767131" y="111458"/>
                </a:lnTo>
                <a:lnTo>
                  <a:pt x="1767605" y="111442"/>
                </a:lnTo>
                <a:lnTo>
                  <a:pt x="1768078" y="111422"/>
                </a:lnTo>
                <a:lnTo>
                  <a:pt x="1768550" y="111397"/>
                </a:lnTo>
                <a:lnTo>
                  <a:pt x="1769019" y="111369"/>
                </a:lnTo>
                <a:lnTo>
                  <a:pt x="1769487" y="111335"/>
                </a:lnTo>
                <a:lnTo>
                  <a:pt x="1769954" y="111297"/>
                </a:lnTo>
                <a:lnTo>
                  <a:pt x="1770418" y="111255"/>
                </a:lnTo>
                <a:lnTo>
                  <a:pt x="1770881" y="111208"/>
                </a:lnTo>
                <a:lnTo>
                  <a:pt x="1771343" y="111157"/>
                </a:lnTo>
                <a:lnTo>
                  <a:pt x="1771802" y="111102"/>
                </a:lnTo>
                <a:lnTo>
                  <a:pt x="1772260" y="111042"/>
                </a:lnTo>
                <a:lnTo>
                  <a:pt x="1772717" y="110977"/>
                </a:lnTo>
                <a:lnTo>
                  <a:pt x="1773171" y="110908"/>
                </a:lnTo>
                <a:lnTo>
                  <a:pt x="1773624" y="110835"/>
                </a:lnTo>
                <a:lnTo>
                  <a:pt x="1774075" y="110757"/>
                </a:lnTo>
                <a:lnTo>
                  <a:pt x="1774525" y="110674"/>
                </a:lnTo>
                <a:lnTo>
                  <a:pt x="1774973" y="110588"/>
                </a:lnTo>
                <a:lnTo>
                  <a:pt x="1775419" y="110497"/>
                </a:lnTo>
                <a:lnTo>
                  <a:pt x="1775864" y="110401"/>
                </a:lnTo>
                <a:lnTo>
                  <a:pt x="1776307" y="110301"/>
                </a:lnTo>
                <a:lnTo>
                  <a:pt x="1776748" y="110196"/>
                </a:lnTo>
                <a:lnTo>
                  <a:pt x="1777187" y="110100"/>
                </a:lnTo>
                <a:lnTo>
                  <a:pt x="1777623" y="109997"/>
                </a:lnTo>
                <a:lnTo>
                  <a:pt x="1778055" y="109888"/>
                </a:lnTo>
                <a:lnTo>
                  <a:pt x="1778483" y="109774"/>
                </a:lnTo>
                <a:lnTo>
                  <a:pt x="1778909" y="109653"/>
                </a:lnTo>
                <a:lnTo>
                  <a:pt x="1779331" y="109525"/>
                </a:lnTo>
                <a:lnTo>
                  <a:pt x="1779750" y="109392"/>
                </a:lnTo>
                <a:lnTo>
                  <a:pt x="1780165" y="109253"/>
                </a:lnTo>
                <a:lnTo>
                  <a:pt x="1780577" y="109108"/>
                </a:lnTo>
                <a:lnTo>
                  <a:pt x="1780986" y="108956"/>
                </a:lnTo>
                <a:lnTo>
                  <a:pt x="1781392" y="108798"/>
                </a:lnTo>
                <a:lnTo>
                  <a:pt x="1781794" y="108635"/>
                </a:lnTo>
                <a:lnTo>
                  <a:pt x="1782192" y="108465"/>
                </a:lnTo>
                <a:lnTo>
                  <a:pt x="1782588" y="108289"/>
                </a:lnTo>
                <a:lnTo>
                  <a:pt x="1782980" y="108106"/>
                </a:lnTo>
                <a:lnTo>
                  <a:pt x="1783369" y="107918"/>
                </a:lnTo>
                <a:lnTo>
                  <a:pt x="1783754" y="107724"/>
                </a:lnTo>
                <a:lnTo>
                  <a:pt x="1784136" y="107523"/>
                </a:lnTo>
                <a:lnTo>
                  <a:pt x="1784515" y="107317"/>
                </a:lnTo>
                <a:lnTo>
                  <a:pt x="1784890" y="107104"/>
                </a:lnTo>
                <a:lnTo>
                  <a:pt x="1785262" y="106885"/>
                </a:lnTo>
                <a:lnTo>
                  <a:pt x="1785631" y="106660"/>
                </a:lnTo>
                <a:lnTo>
                  <a:pt x="1785996" y="106429"/>
                </a:lnTo>
                <a:lnTo>
                  <a:pt x="1786358" y="106192"/>
                </a:lnTo>
                <a:lnTo>
                  <a:pt x="1786716" y="105935"/>
                </a:lnTo>
                <a:lnTo>
                  <a:pt x="1787068" y="105671"/>
                </a:lnTo>
                <a:lnTo>
                  <a:pt x="1787415" y="105401"/>
                </a:lnTo>
                <a:lnTo>
                  <a:pt x="1787755" y="105124"/>
                </a:lnTo>
                <a:lnTo>
                  <a:pt x="1788091" y="104841"/>
                </a:lnTo>
                <a:lnTo>
                  <a:pt x="1788421" y="104550"/>
                </a:lnTo>
                <a:lnTo>
                  <a:pt x="1788745" y="104253"/>
                </a:lnTo>
                <a:lnTo>
                  <a:pt x="1789064" y="103950"/>
                </a:lnTo>
                <a:lnTo>
                  <a:pt x="1789377" y="103639"/>
                </a:lnTo>
                <a:lnTo>
                  <a:pt x="1789684" y="103322"/>
                </a:lnTo>
                <a:lnTo>
                  <a:pt x="1789986" y="102999"/>
                </a:lnTo>
                <a:lnTo>
                  <a:pt x="1790283" y="102668"/>
                </a:lnTo>
                <a:lnTo>
                  <a:pt x="1790573" y="102331"/>
                </a:lnTo>
                <a:lnTo>
                  <a:pt x="1790859" y="101988"/>
                </a:lnTo>
                <a:lnTo>
                  <a:pt x="1791138" y="101637"/>
                </a:lnTo>
                <a:lnTo>
                  <a:pt x="1791413" y="101280"/>
                </a:lnTo>
                <a:lnTo>
                  <a:pt x="1791681" y="100916"/>
                </a:lnTo>
                <a:lnTo>
                  <a:pt x="1791944" y="100546"/>
                </a:lnTo>
                <a:lnTo>
                  <a:pt x="1792202" y="100169"/>
                </a:lnTo>
                <a:lnTo>
                  <a:pt x="1792454" y="99785"/>
                </a:lnTo>
                <a:lnTo>
                  <a:pt x="1792700" y="99395"/>
                </a:lnTo>
                <a:lnTo>
                  <a:pt x="1792941" y="98998"/>
                </a:lnTo>
                <a:lnTo>
                  <a:pt x="1793176" y="98594"/>
                </a:lnTo>
                <a:lnTo>
                  <a:pt x="1793406" y="98184"/>
                </a:lnTo>
                <a:lnTo>
                  <a:pt x="1793448" y="98607"/>
                </a:lnTo>
                <a:lnTo>
                  <a:pt x="1793493" y="99022"/>
                </a:lnTo>
                <a:lnTo>
                  <a:pt x="1793541" y="99430"/>
                </a:lnTo>
                <a:lnTo>
                  <a:pt x="1793593" y="99830"/>
                </a:lnTo>
                <a:lnTo>
                  <a:pt x="1793648" y="100222"/>
                </a:lnTo>
                <a:lnTo>
                  <a:pt x="1793706" y="100606"/>
                </a:lnTo>
                <a:lnTo>
                  <a:pt x="1793768" y="100983"/>
                </a:lnTo>
                <a:lnTo>
                  <a:pt x="1793833" y="101351"/>
                </a:lnTo>
                <a:lnTo>
                  <a:pt x="1793901" y="101712"/>
                </a:lnTo>
                <a:lnTo>
                  <a:pt x="1793973" y="102065"/>
                </a:lnTo>
                <a:lnTo>
                  <a:pt x="1794048" y="102411"/>
                </a:lnTo>
                <a:lnTo>
                  <a:pt x="1794127" y="102748"/>
                </a:lnTo>
                <a:lnTo>
                  <a:pt x="1794208" y="103078"/>
                </a:lnTo>
                <a:lnTo>
                  <a:pt x="1794293" y="103400"/>
                </a:lnTo>
                <a:lnTo>
                  <a:pt x="1794382" y="103714"/>
                </a:lnTo>
                <a:lnTo>
                  <a:pt x="1794474" y="104021"/>
                </a:lnTo>
                <a:lnTo>
                  <a:pt x="1794569" y="104319"/>
                </a:lnTo>
                <a:lnTo>
                  <a:pt x="1794667" y="104610"/>
                </a:lnTo>
                <a:lnTo>
                  <a:pt x="1794769" y="104893"/>
                </a:lnTo>
                <a:lnTo>
                  <a:pt x="1794874" y="105169"/>
                </a:lnTo>
                <a:lnTo>
                  <a:pt x="1794983" y="105436"/>
                </a:lnTo>
                <a:lnTo>
                  <a:pt x="1795094" y="105696"/>
                </a:lnTo>
                <a:lnTo>
                  <a:pt x="1795209" y="105948"/>
                </a:lnTo>
                <a:lnTo>
                  <a:pt x="1795328" y="106192"/>
                </a:lnTo>
                <a:lnTo>
                  <a:pt x="1795451" y="106429"/>
                </a:lnTo>
                <a:lnTo>
                  <a:pt x="1795579" y="106660"/>
                </a:lnTo>
                <a:lnTo>
                  <a:pt x="1795713" y="106885"/>
                </a:lnTo>
                <a:lnTo>
                  <a:pt x="1795853" y="107104"/>
                </a:lnTo>
                <a:lnTo>
                  <a:pt x="1795998" y="107317"/>
                </a:lnTo>
                <a:lnTo>
                  <a:pt x="1796149" y="107523"/>
                </a:lnTo>
                <a:lnTo>
                  <a:pt x="1796305" y="107724"/>
                </a:lnTo>
                <a:lnTo>
                  <a:pt x="1796467" y="107918"/>
                </a:lnTo>
                <a:lnTo>
                  <a:pt x="1796634" y="108106"/>
                </a:lnTo>
                <a:lnTo>
                  <a:pt x="1796807" y="108289"/>
                </a:lnTo>
                <a:lnTo>
                  <a:pt x="1796986" y="108465"/>
                </a:lnTo>
                <a:lnTo>
                  <a:pt x="1797170" y="108635"/>
                </a:lnTo>
                <a:lnTo>
                  <a:pt x="1797359" y="108798"/>
                </a:lnTo>
                <a:lnTo>
                  <a:pt x="1797555" y="108956"/>
                </a:lnTo>
                <a:lnTo>
                  <a:pt x="1797755" y="109108"/>
                </a:lnTo>
                <a:lnTo>
                  <a:pt x="1797962" y="109253"/>
                </a:lnTo>
                <a:lnTo>
                  <a:pt x="1798174" y="109392"/>
                </a:lnTo>
                <a:lnTo>
                  <a:pt x="1798391" y="109525"/>
                </a:lnTo>
                <a:lnTo>
                  <a:pt x="1798614" y="109653"/>
                </a:lnTo>
                <a:lnTo>
                  <a:pt x="1798843" y="109774"/>
                </a:lnTo>
                <a:lnTo>
                  <a:pt x="1799077" y="109888"/>
                </a:lnTo>
                <a:lnTo>
                  <a:pt x="1799317" y="109997"/>
                </a:lnTo>
                <a:lnTo>
                  <a:pt x="1799562" y="110100"/>
                </a:lnTo>
                <a:lnTo>
                  <a:pt x="1799813" y="110196"/>
                </a:lnTo>
                <a:lnTo>
                  <a:pt x="1800069" y="110301"/>
                </a:lnTo>
                <a:lnTo>
                  <a:pt x="1800332" y="110401"/>
                </a:lnTo>
                <a:lnTo>
                  <a:pt x="1800601" y="110497"/>
                </a:lnTo>
                <a:lnTo>
                  <a:pt x="1800876" y="110588"/>
                </a:lnTo>
                <a:lnTo>
                  <a:pt x="1801157" y="110674"/>
                </a:lnTo>
                <a:lnTo>
                  <a:pt x="1801444" y="110757"/>
                </a:lnTo>
                <a:lnTo>
                  <a:pt x="1801738" y="110835"/>
                </a:lnTo>
                <a:lnTo>
                  <a:pt x="1802037" y="110908"/>
                </a:lnTo>
                <a:lnTo>
                  <a:pt x="1802343" y="110977"/>
                </a:lnTo>
                <a:lnTo>
                  <a:pt x="1802655" y="111042"/>
                </a:lnTo>
                <a:lnTo>
                  <a:pt x="1802972" y="111102"/>
                </a:lnTo>
                <a:lnTo>
                  <a:pt x="1803296" y="111157"/>
                </a:lnTo>
                <a:lnTo>
                  <a:pt x="1803626" y="111208"/>
                </a:lnTo>
                <a:lnTo>
                  <a:pt x="1803963" y="111255"/>
                </a:lnTo>
                <a:lnTo>
                  <a:pt x="1804305" y="111297"/>
                </a:lnTo>
                <a:lnTo>
                  <a:pt x="1804653" y="111335"/>
                </a:lnTo>
                <a:lnTo>
                  <a:pt x="1805008" y="111369"/>
                </a:lnTo>
                <a:lnTo>
                  <a:pt x="1805368" y="111397"/>
                </a:lnTo>
                <a:lnTo>
                  <a:pt x="1805735" y="111422"/>
                </a:lnTo>
                <a:lnTo>
                  <a:pt x="1806108" y="111442"/>
                </a:lnTo>
                <a:lnTo>
                  <a:pt x="1806487" y="111458"/>
                </a:lnTo>
                <a:lnTo>
                  <a:pt x="1806872" y="111469"/>
                </a:lnTo>
                <a:lnTo>
                  <a:pt x="1807264" y="111475"/>
                </a:lnTo>
                <a:lnTo>
                  <a:pt x="1807661" y="111478"/>
                </a:lnTo>
                <a:lnTo>
                  <a:pt x="1807941" y="111476"/>
                </a:lnTo>
                <a:lnTo>
                  <a:pt x="1808219" y="111472"/>
                </a:lnTo>
                <a:lnTo>
                  <a:pt x="1808497" y="111465"/>
                </a:lnTo>
                <a:lnTo>
                  <a:pt x="1808773" y="111455"/>
                </a:lnTo>
                <a:lnTo>
                  <a:pt x="1809048" y="111443"/>
                </a:lnTo>
                <a:lnTo>
                  <a:pt x="1809323" y="111427"/>
                </a:lnTo>
                <a:lnTo>
                  <a:pt x="1809596" y="111409"/>
                </a:lnTo>
                <a:lnTo>
                  <a:pt x="1809868" y="111389"/>
                </a:lnTo>
                <a:lnTo>
                  <a:pt x="1810139" y="111365"/>
                </a:lnTo>
                <a:lnTo>
                  <a:pt x="1810408" y="111339"/>
                </a:lnTo>
                <a:lnTo>
                  <a:pt x="1810677" y="111309"/>
                </a:lnTo>
                <a:lnTo>
                  <a:pt x="1810944" y="111277"/>
                </a:lnTo>
                <a:lnTo>
                  <a:pt x="1811211" y="111243"/>
                </a:lnTo>
                <a:lnTo>
                  <a:pt x="1811476" y="111205"/>
                </a:lnTo>
                <a:lnTo>
                  <a:pt x="1811740" y="111165"/>
                </a:lnTo>
                <a:lnTo>
                  <a:pt x="1812003" y="111122"/>
                </a:lnTo>
                <a:lnTo>
                  <a:pt x="1812265" y="111076"/>
                </a:lnTo>
                <a:lnTo>
                  <a:pt x="1812526" y="111027"/>
                </a:lnTo>
                <a:lnTo>
                  <a:pt x="1812786" y="110976"/>
                </a:lnTo>
                <a:lnTo>
                  <a:pt x="1813044" y="110921"/>
                </a:lnTo>
                <a:lnTo>
                  <a:pt x="1813302" y="110864"/>
                </a:lnTo>
                <a:lnTo>
                  <a:pt x="1813558" y="110805"/>
                </a:lnTo>
                <a:lnTo>
                  <a:pt x="1813813" y="110742"/>
                </a:lnTo>
                <a:lnTo>
                  <a:pt x="1814068" y="110677"/>
                </a:lnTo>
                <a:lnTo>
                  <a:pt x="1814320" y="110609"/>
                </a:lnTo>
                <a:lnTo>
                  <a:pt x="1814568" y="110539"/>
                </a:lnTo>
                <a:lnTo>
                  <a:pt x="1814813" y="110466"/>
                </a:lnTo>
                <a:lnTo>
                  <a:pt x="1815055" y="110392"/>
                </a:lnTo>
                <a:lnTo>
                  <a:pt x="1815294" y="110315"/>
                </a:lnTo>
                <a:lnTo>
                  <a:pt x="1815529" y="110236"/>
                </a:lnTo>
                <a:lnTo>
                  <a:pt x="1815761" y="110155"/>
                </a:lnTo>
                <a:lnTo>
                  <a:pt x="1815990" y="110072"/>
                </a:lnTo>
                <a:lnTo>
                  <a:pt x="1816215" y="109986"/>
                </a:lnTo>
                <a:lnTo>
                  <a:pt x="1816437" y="109898"/>
                </a:lnTo>
                <a:lnTo>
                  <a:pt x="1816655" y="109808"/>
                </a:lnTo>
                <a:lnTo>
                  <a:pt x="1816871" y="109716"/>
                </a:lnTo>
                <a:lnTo>
                  <a:pt x="1817083" y="109621"/>
                </a:lnTo>
                <a:lnTo>
                  <a:pt x="1817291" y="109524"/>
                </a:lnTo>
                <a:lnTo>
                  <a:pt x="1817496" y="109425"/>
                </a:lnTo>
                <a:lnTo>
                  <a:pt x="1817698" y="109324"/>
                </a:lnTo>
                <a:lnTo>
                  <a:pt x="1817897" y="109221"/>
                </a:lnTo>
                <a:lnTo>
                  <a:pt x="1818092" y="109115"/>
                </a:lnTo>
                <a:lnTo>
                  <a:pt x="1818284" y="109007"/>
                </a:lnTo>
                <a:lnTo>
                  <a:pt x="1818472" y="108897"/>
                </a:lnTo>
                <a:lnTo>
                  <a:pt x="1818658" y="108785"/>
                </a:lnTo>
                <a:lnTo>
                  <a:pt x="1818839" y="108670"/>
                </a:lnTo>
                <a:lnTo>
                  <a:pt x="1819018" y="108553"/>
                </a:lnTo>
                <a:lnTo>
                  <a:pt x="1819193" y="108434"/>
                </a:lnTo>
                <a:lnTo>
                  <a:pt x="1819193" y="98023"/>
                </a:lnTo>
                <a:lnTo>
                  <a:pt x="1818965" y="98180"/>
                </a:lnTo>
                <a:lnTo>
                  <a:pt x="1818733" y="98330"/>
                </a:lnTo>
                <a:lnTo>
                  <a:pt x="1818497" y="98474"/>
                </a:lnTo>
                <a:lnTo>
                  <a:pt x="1818259" y="98611"/>
                </a:lnTo>
                <a:lnTo>
                  <a:pt x="1818017" y="98741"/>
                </a:lnTo>
                <a:lnTo>
                  <a:pt x="1817772" y="98864"/>
                </a:lnTo>
                <a:lnTo>
                  <a:pt x="1817523" y="98981"/>
                </a:lnTo>
                <a:lnTo>
                  <a:pt x="1817271" y="99091"/>
                </a:lnTo>
                <a:lnTo>
                  <a:pt x="1817016" y="99195"/>
                </a:lnTo>
                <a:lnTo>
                  <a:pt x="1816757" y="99291"/>
                </a:lnTo>
                <a:lnTo>
                  <a:pt x="1816495" y="99381"/>
                </a:lnTo>
                <a:lnTo>
                  <a:pt x="1816230" y="99465"/>
                </a:lnTo>
                <a:lnTo>
                  <a:pt x="1815961" y="99542"/>
                </a:lnTo>
                <a:lnTo>
                  <a:pt x="1815689" y="99612"/>
                </a:lnTo>
                <a:lnTo>
                  <a:pt x="1815414" y="99675"/>
                </a:lnTo>
                <a:lnTo>
                  <a:pt x="1815135" y="99732"/>
                </a:lnTo>
                <a:lnTo>
                  <a:pt x="1814853" y="99782"/>
                </a:lnTo>
                <a:lnTo>
                  <a:pt x="1814568" y="99825"/>
                </a:lnTo>
                <a:lnTo>
                  <a:pt x="1814280" y="99862"/>
                </a:lnTo>
                <a:lnTo>
                  <a:pt x="1813988" y="99892"/>
                </a:lnTo>
                <a:lnTo>
                  <a:pt x="1813692" y="99915"/>
                </a:lnTo>
                <a:lnTo>
                  <a:pt x="1813394" y="99932"/>
                </a:lnTo>
                <a:lnTo>
                  <a:pt x="1813092" y="99942"/>
                </a:lnTo>
                <a:lnTo>
                  <a:pt x="1812786" y="99945"/>
                </a:lnTo>
                <a:lnTo>
                  <a:pt x="1812614" y="99943"/>
                </a:lnTo>
                <a:lnTo>
                  <a:pt x="1812445" y="99938"/>
                </a:lnTo>
                <a:lnTo>
                  <a:pt x="1812278" y="99928"/>
                </a:lnTo>
                <a:lnTo>
                  <a:pt x="1812115" y="99914"/>
                </a:lnTo>
                <a:lnTo>
                  <a:pt x="1811953" y="99897"/>
                </a:lnTo>
                <a:lnTo>
                  <a:pt x="1811795" y="99875"/>
                </a:lnTo>
                <a:lnTo>
                  <a:pt x="1811640" y="99850"/>
                </a:lnTo>
                <a:lnTo>
                  <a:pt x="1811487" y="99821"/>
                </a:lnTo>
                <a:lnTo>
                  <a:pt x="1811337" y="99788"/>
                </a:lnTo>
                <a:lnTo>
                  <a:pt x="1811190" y="99751"/>
                </a:lnTo>
                <a:lnTo>
                  <a:pt x="1811046" y="99710"/>
                </a:lnTo>
                <a:lnTo>
                  <a:pt x="1810904" y="99665"/>
                </a:lnTo>
                <a:lnTo>
                  <a:pt x="1810766" y="99616"/>
                </a:lnTo>
                <a:lnTo>
                  <a:pt x="1810630" y="99564"/>
                </a:lnTo>
                <a:lnTo>
                  <a:pt x="1810496" y="99507"/>
                </a:lnTo>
                <a:lnTo>
                  <a:pt x="1810366" y="99447"/>
                </a:lnTo>
                <a:lnTo>
                  <a:pt x="1810238" y="99383"/>
                </a:lnTo>
                <a:lnTo>
                  <a:pt x="1810114" y="99315"/>
                </a:lnTo>
                <a:lnTo>
                  <a:pt x="1809991" y="99243"/>
                </a:lnTo>
                <a:lnTo>
                  <a:pt x="1809872" y="99167"/>
                </a:lnTo>
                <a:lnTo>
                  <a:pt x="1809756" y="99087"/>
                </a:lnTo>
                <a:lnTo>
                  <a:pt x="1809642" y="99003"/>
                </a:lnTo>
                <a:lnTo>
                  <a:pt x="1809531" y="98916"/>
                </a:lnTo>
                <a:lnTo>
                  <a:pt x="1809423" y="98824"/>
                </a:lnTo>
                <a:lnTo>
                  <a:pt x="1809318" y="98728"/>
                </a:lnTo>
                <a:lnTo>
                  <a:pt x="1809218" y="98627"/>
                </a:lnTo>
                <a:lnTo>
                  <a:pt x="1809122" y="98521"/>
                </a:lnTo>
                <a:lnTo>
                  <a:pt x="1809031" y="98410"/>
                </a:lnTo>
                <a:lnTo>
                  <a:pt x="1808944" y="98294"/>
                </a:lnTo>
                <a:lnTo>
                  <a:pt x="1808862" y="98174"/>
                </a:lnTo>
                <a:lnTo>
                  <a:pt x="1808784" y="98048"/>
                </a:lnTo>
                <a:lnTo>
                  <a:pt x="1808711" y="97917"/>
                </a:lnTo>
                <a:lnTo>
                  <a:pt x="1808642" y="97781"/>
                </a:lnTo>
                <a:lnTo>
                  <a:pt x="1808577" y="97640"/>
                </a:lnTo>
                <a:lnTo>
                  <a:pt x="1808517" y="97494"/>
                </a:lnTo>
                <a:lnTo>
                  <a:pt x="1808462" y="97343"/>
                </a:lnTo>
                <a:lnTo>
                  <a:pt x="1808411" y="97187"/>
                </a:lnTo>
                <a:lnTo>
                  <a:pt x="1808364" y="97026"/>
                </a:lnTo>
                <a:lnTo>
                  <a:pt x="1808322" y="96860"/>
                </a:lnTo>
                <a:lnTo>
                  <a:pt x="1808284" y="96689"/>
                </a:lnTo>
                <a:lnTo>
                  <a:pt x="1808250" y="96513"/>
                </a:lnTo>
                <a:lnTo>
                  <a:pt x="1808221" y="96332"/>
                </a:lnTo>
                <a:lnTo>
                  <a:pt x="1808197" y="96146"/>
                </a:lnTo>
                <a:lnTo>
                  <a:pt x="1808177" y="95955"/>
                </a:lnTo>
                <a:lnTo>
                  <a:pt x="1808161" y="95758"/>
                </a:lnTo>
                <a:lnTo>
                  <a:pt x="1808150" y="95557"/>
                </a:lnTo>
                <a:lnTo>
                  <a:pt x="1808144" y="95351"/>
                </a:lnTo>
                <a:lnTo>
                  <a:pt x="1808141" y="95140"/>
                </a:lnTo>
                <a:lnTo>
                  <a:pt x="1808141" y="51735"/>
                </a:lnTo>
                <a:lnTo>
                  <a:pt x="1808127" y="50678"/>
                </a:lnTo>
                <a:lnTo>
                  <a:pt x="1808084" y="49645"/>
                </a:lnTo>
                <a:lnTo>
                  <a:pt x="1808011" y="48634"/>
                </a:lnTo>
                <a:lnTo>
                  <a:pt x="1807910" y="47646"/>
                </a:lnTo>
                <a:lnTo>
                  <a:pt x="1807780" y="46681"/>
                </a:lnTo>
                <a:lnTo>
                  <a:pt x="1807621" y="45738"/>
                </a:lnTo>
                <a:lnTo>
                  <a:pt x="1807433" y="44819"/>
                </a:lnTo>
                <a:lnTo>
                  <a:pt x="1807216" y="43922"/>
                </a:lnTo>
                <a:lnTo>
                  <a:pt x="1806970" y="43048"/>
                </a:lnTo>
                <a:lnTo>
                  <a:pt x="1806695" y="42197"/>
                </a:lnTo>
                <a:lnTo>
                  <a:pt x="1806392" y="41368"/>
                </a:lnTo>
                <a:lnTo>
                  <a:pt x="1806059" y="40563"/>
                </a:lnTo>
                <a:lnTo>
                  <a:pt x="1805698" y="39780"/>
                </a:lnTo>
                <a:lnTo>
                  <a:pt x="1805307" y="39020"/>
                </a:lnTo>
                <a:lnTo>
                  <a:pt x="1804888" y="38283"/>
                </a:lnTo>
                <a:lnTo>
                  <a:pt x="1804440" y="37568"/>
                </a:lnTo>
                <a:lnTo>
                  <a:pt x="1803963" y="36877"/>
                </a:lnTo>
                <a:lnTo>
                  <a:pt x="1803456" y="36208"/>
                </a:lnTo>
                <a:lnTo>
                  <a:pt x="1802921" y="35562"/>
                </a:lnTo>
                <a:lnTo>
                  <a:pt x="1802358" y="34939"/>
                </a:lnTo>
                <a:lnTo>
                  <a:pt x="1801765" y="34339"/>
                </a:lnTo>
                <a:lnTo>
                  <a:pt x="1801143" y="33761"/>
                </a:lnTo>
                <a:lnTo>
                  <a:pt x="1800492" y="33206"/>
                </a:lnTo>
                <a:lnTo>
                  <a:pt x="1799813" y="32674"/>
                </a:lnTo>
                <a:lnTo>
                  <a:pt x="1799118" y="32165"/>
                </a:lnTo>
                <a:lnTo>
                  <a:pt x="1798396" y="31677"/>
                </a:lnTo>
                <a:lnTo>
                  <a:pt x="1797645" y="31210"/>
                </a:lnTo>
                <a:lnTo>
                  <a:pt x="1796867" y="30766"/>
                </a:lnTo>
                <a:lnTo>
                  <a:pt x="1796061" y="30343"/>
                </a:lnTo>
                <a:lnTo>
                  <a:pt x="1795228" y="29942"/>
                </a:lnTo>
                <a:lnTo>
                  <a:pt x="1794366" y="29562"/>
                </a:lnTo>
                <a:lnTo>
                  <a:pt x="1793477" y="29204"/>
                </a:lnTo>
                <a:lnTo>
                  <a:pt x="1792560" y="28868"/>
                </a:lnTo>
                <a:lnTo>
                  <a:pt x="1791615" y="28553"/>
                </a:lnTo>
                <a:lnTo>
                  <a:pt x="1790642" y="28261"/>
                </a:lnTo>
                <a:lnTo>
                  <a:pt x="1789642" y="27990"/>
                </a:lnTo>
                <a:lnTo>
                  <a:pt x="1788614" y="27740"/>
                </a:lnTo>
                <a:lnTo>
                  <a:pt x="1787557" y="27512"/>
                </a:lnTo>
                <a:lnTo>
                  <a:pt x="1786474" y="27306"/>
                </a:lnTo>
                <a:lnTo>
                  <a:pt x="1785362" y="27122"/>
                </a:lnTo>
                <a:lnTo>
                  <a:pt x="1784222" y="26959"/>
                </a:lnTo>
                <a:lnTo>
                  <a:pt x="1783055" y="26818"/>
                </a:lnTo>
                <a:lnTo>
                  <a:pt x="1781860" y="26699"/>
                </a:lnTo>
                <a:lnTo>
                  <a:pt x="1780637" y="26601"/>
                </a:lnTo>
                <a:lnTo>
                  <a:pt x="1779386" y="26525"/>
                </a:lnTo>
                <a:lnTo>
                  <a:pt x="1778108" y="26471"/>
                </a:lnTo>
                <a:lnTo>
                  <a:pt x="1776801" y="26439"/>
                </a:lnTo>
                <a:lnTo>
                  <a:pt x="1775467" y="26428"/>
                </a:lnTo>
                <a:lnTo>
                  <a:pt x="1774210" y="26439"/>
                </a:lnTo>
                <a:lnTo>
                  <a:pt x="1772973" y="26471"/>
                </a:lnTo>
                <a:lnTo>
                  <a:pt x="1771758" y="26525"/>
                </a:lnTo>
                <a:lnTo>
                  <a:pt x="1770564" y="26601"/>
                </a:lnTo>
                <a:lnTo>
                  <a:pt x="1769391" y="26699"/>
                </a:lnTo>
                <a:lnTo>
                  <a:pt x="1768239" y="26818"/>
                </a:lnTo>
                <a:lnTo>
                  <a:pt x="1767109" y="26959"/>
                </a:lnTo>
                <a:lnTo>
                  <a:pt x="1765999" y="27122"/>
                </a:lnTo>
                <a:lnTo>
                  <a:pt x="1764911" y="27306"/>
                </a:lnTo>
                <a:lnTo>
                  <a:pt x="1763844" y="27512"/>
                </a:lnTo>
                <a:lnTo>
                  <a:pt x="1762798" y="27740"/>
                </a:lnTo>
                <a:lnTo>
                  <a:pt x="1761773" y="27990"/>
                </a:lnTo>
                <a:lnTo>
                  <a:pt x="1760769" y="28261"/>
                </a:lnTo>
                <a:lnTo>
                  <a:pt x="1759786" y="28553"/>
                </a:lnTo>
                <a:lnTo>
                  <a:pt x="1758824" y="28868"/>
                </a:lnTo>
                <a:lnTo>
                  <a:pt x="1757884" y="29204"/>
                </a:lnTo>
                <a:lnTo>
                  <a:pt x="1756965" y="29562"/>
                </a:lnTo>
                <a:lnTo>
                  <a:pt x="1756067" y="29942"/>
                </a:lnTo>
                <a:lnTo>
                  <a:pt x="1755189" y="30343"/>
                </a:lnTo>
                <a:lnTo>
                  <a:pt x="1754334" y="30766"/>
                </a:lnTo>
                <a:lnTo>
                  <a:pt x="1753499" y="31210"/>
                </a:lnTo>
                <a:lnTo>
                  <a:pt x="1752685" y="31677"/>
                </a:lnTo>
                <a:lnTo>
                  <a:pt x="1751893" y="32165"/>
                </a:lnTo>
                <a:lnTo>
                  <a:pt x="1751121" y="32674"/>
                </a:lnTo>
                <a:lnTo>
                  <a:pt x="1750389" y="33203"/>
                </a:lnTo>
                <a:lnTo>
                  <a:pt x="1749689" y="33746"/>
                </a:lnTo>
                <a:lnTo>
                  <a:pt x="1749019" y="34304"/>
                </a:lnTo>
                <a:lnTo>
                  <a:pt x="1748381" y="34877"/>
                </a:lnTo>
                <a:lnTo>
                  <a:pt x="1747773" y="35465"/>
                </a:lnTo>
                <a:lnTo>
                  <a:pt x="1747197" y="36068"/>
                </a:lnTo>
                <a:lnTo>
                  <a:pt x="1746652" y="36686"/>
                </a:lnTo>
                <a:lnTo>
                  <a:pt x="1746138" y="37319"/>
                </a:lnTo>
                <a:lnTo>
                  <a:pt x="1745656" y="37968"/>
                </a:lnTo>
                <a:lnTo>
                  <a:pt x="1745204" y="38631"/>
                </a:lnTo>
                <a:lnTo>
                  <a:pt x="1744783" y="39309"/>
                </a:lnTo>
                <a:lnTo>
                  <a:pt x="1744394" y="40002"/>
                </a:lnTo>
                <a:lnTo>
                  <a:pt x="1744036" y="40710"/>
                </a:lnTo>
                <a:lnTo>
                  <a:pt x="1743709" y="41434"/>
                </a:lnTo>
                <a:lnTo>
                  <a:pt x="1743413" y="42172"/>
                </a:lnTo>
                <a:lnTo>
                  <a:pt x="1743148" y="42925"/>
                </a:lnTo>
                <a:lnTo>
                  <a:pt x="1742915" y="43694"/>
                </a:lnTo>
                <a:lnTo>
                  <a:pt x="1742712" y="44477"/>
                </a:lnTo>
                <a:lnTo>
                  <a:pt x="1742541" y="45275"/>
                </a:lnTo>
                <a:lnTo>
                  <a:pt x="1742401" y="46089"/>
                </a:lnTo>
                <a:lnTo>
                  <a:pt x="1742292" y="46917"/>
                </a:lnTo>
                <a:lnTo>
                  <a:pt x="1742214" y="47760"/>
                </a:lnTo>
                <a:lnTo>
                  <a:pt x="1742167" y="48619"/>
                </a:lnTo>
                <a:lnTo>
                  <a:pt x="1742152" y="49492"/>
                </a:lnTo>
                <a:lnTo>
                  <a:pt x="1742152" y="49518"/>
                </a:lnTo>
                <a:lnTo>
                  <a:pt x="1742151" y="49541"/>
                </a:lnTo>
                <a:lnTo>
                  <a:pt x="1742149" y="49562"/>
                </a:lnTo>
                <a:lnTo>
                  <a:pt x="1742147" y="49581"/>
                </a:lnTo>
                <a:lnTo>
                  <a:pt x="1742145" y="49598"/>
                </a:lnTo>
                <a:lnTo>
                  <a:pt x="1742142" y="49612"/>
                </a:lnTo>
                <a:lnTo>
                  <a:pt x="1742138" y="49625"/>
                </a:lnTo>
                <a:lnTo>
                  <a:pt x="1742134" y="49635"/>
                </a:lnTo>
                <a:lnTo>
                  <a:pt x="1742129" y="49642"/>
                </a:lnTo>
                <a:lnTo>
                  <a:pt x="1742124" y="49648"/>
                </a:lnTo>
                <a:lnTo>
                  <a:pt x="1742118" y="49651"/>
                </a:lnTo>
                <a:lnTo>
                  <a:pt x="1742112" y="49652"/>
                </a:lnTo>
                <a:lnTo>
                  <a:pt x="1742105" y="49651"/>
                </a:lnTo>
                <a:lnTo>
                  <a:pt x="1742097" y="49648"/>
                </a:lnTo>
                <a:lnTo>
                  <a:pt x="1742089" y="49642"/>
                </a:lnTo>
                <a:lnTo>
                  <a:pt x="1742081" y="49635"/>
                </a:lnTo>
                <a:lnTo>
                  <a:pt x="1742071" y="49625"/>
                </a:lnTo>
                <a:lnTo>
                  <a:pt x="1742062" y="49612"/>
                </a:lnTo>
                <a:lnTo>
                  <a:pt x="1742051" y="49598"/>
                </a:lnTo>
                <a:lnTo>
                  <a:pt x="1742041" y="49581"/>
                </a:lnTo>
                <a:lnTo>
                  <a:pt x="1742029" y="49562"/>
                </a:lnTo>
                <a:lnTo>
                  <a:pt x="1742017" y="49541"/>
                </a:lnTo>
                <a:lnTo>
                  <a:pt x="1742005" y="49518"/>
                </a:lnTo>
                <a:lnTo>
                  <a:pt x="1741992" y="49492"/>
                </a:lnTo>
                <a:lnTo>
                  <a:pt x="1741992" y="49526"/>
                </a:lnTo>
                <a:lnTo>
                  <a:pt x="1741992" y="49587"/>
                </a:lnTo>
                <a:lnTo>
                  <a:pt x="1741992" y="49652"/>
                </a:lnTo>
                <a:lnTo>
                  <a:pt x="1742005" y="49722"/>
                </a:lnTo>
                <a:lnTo>
                  <a:pt x="1742019" y="49798"/>
                </a:lnTo>
                <a:lnTo>
                  <a:pt x="1742034" y="49880"/>
                </a:lnTo>
                <a:close/>
                <a:moveTo>
                  <a:pt x="1766988" y="99905"/>
                </a:moveTo>
                <a:lnTo>
                  <a:pt x="1766424" y="99833"/>
                </a:lnTo>
                <a:lnTo>
                  <a:pt x="1765875" y="99750"/>
                </a:lnTo>
                <a:lnTo>
                  <a:pt x="1765339" y="99655"/>
                </a:lnTo>
                <a:lnTo>
                  <a:pt x="1764817" y="99549"/>
                </a:lnTo>
                <a:lnTo>
                  <a:pt x="1764309" y="99433"/>
                </a:lnTo>
                <a:lnTo>
                  <a:pt x="1763815" y="99305"/>
                </a:lnTo>
                <a:lnTo>
                  <a:pt x="1763334" y="99166"/>
                </a:lnTo>
                <a:lnTo>
                  <a:pt x="1762868" y="99016"/>
                </a:lnTo>
                <a:lnTo>
                  <a:pt x="1762416" y="98854"/>
                </a:lnTo>
                <a:lnTo>
                  <a:pt x="1761977" y="98682"/>
                </a:lnTo>
                <a:lnTo>
                  <a:pt x="1761553" y="98498"/>
                </a:lnTo>
                <a:lnTo>
                  <a:pt x="1761142" y="98304"/>
                </a:lnTo>
                <a:lnTo>
                  <a:pt x="1760745" y="98098"/>
                </a:lnTo>
                <a:lnTo>
                  <a:pt x="1760362" y="97881"/>
                </a:lnTo>
                <a:lnTo>
                  <a:pt x="1759993" y="97653"/>
                </a:lnTo>
                <a:lnTo>
                  <a:pt x="1759638" y="97414"/>
                </a:lnTo>
                <a:lnTo>
                  <a:pt x="1759297" y="97164"/>
                </a:lnTo>
                <a:lnTo>
                  <a:pt x="1758970" y="96902"/>
                </a:lnTo>
                <a:lnTo>
                  <a:pt x="1758669" y="96630"/>
                </a:lnTo>
                <a:lnTo>
                  <a:pt x="1758381" y="96346"/>
                </a:lnTo>
                <a:lnTo>
                  <a:pt x="1758106" y="96051"/>
                </a:lnTo>
                <a:lnTo>
                  <a:pt x="1757844" y="95745"/>
                </a:lnTo>
                <a:lnTo>
                  <a:pt x="1757595" y="95428"/>
                </a:lnTo>
                <a:lnTo>
                  <a:pt x="1757358" y="95100"/>
                </a:lnTo>
                <a:lnTo>
                  <a:pt x="1757134" y="94761"/>
                </a:lnTo>
                <a:lnTo>
                  <a:pt x="1756923" y="94411"/>
                </a:lnTo>
                <a:lnTo>
                  <a:pt x="1756725" y="94049"/>
                </a:lnTo>
                <a:lnTo>
                  <a:pt x="1756539" y="93677"/>
                </a:lnTo>
                <a:lnTo>
                  <a:pt x="1756367" y="93293"/>
                </a:lnTo>
                <a:lnTo>
                  <a:pt x="1756207" y="92898"/>
                </a:lnTo>
                <a:lnTo>
                  <a:pt x="1756060" y="92492"/>
                </a:lnTo>
                <a:lnTo>
                  <a:pt x="1755925" y="92075"/>
                </a:lnTo>
                <a:lnTo>
                  <a:pt x="1755804" y="91647"/>
                </a:lnTo>
                <a:lnTo>
                  <a:pt x="1755695" y="91207"/>
                </a:lnTo>
                <a:lnTo>
                  <a:pt x="1755599" y="90757"/>
                </a:lnTo>
                <a:lnTo>
                  <a:pt x="1755516" y="90295"/>
                </a:lnTo>
                <a:lnTo>
                  <a:pt x="1755446" y="89822"/>
                </a:lnTo>
                <a:lnTo>
                  <a:pt x="1755388" y="89339"/>
                </a:lnTo>
                <a:lnTo>
                  <a:pt x="1755343" y="88844"/>
                </a:lnTo>
                <a:lnTo>
                  <a:pt x="1755311" y="88338"/>
                </a:lnTo>
                <a:lnTo>
                  <a:pt x="1755292" y="87820"/>
                </a:lnTo>
                <a:lnTo>
                  <a:pt x="1755286" y="87292"/>
                </a:lnTo>
                <a:lnTo>
                  <a:pt x="1755292" y="86776"/>
                </a:lnTo>
                <a:lnTo>
                  <a:pt x="1755309" y="86271"/>
                </a:lnTo>
                <a:lnTo>
                  <a:pt x="1755338" y="85775"/>
                </a:lnTo>
                <a:lnTo>
                  <a:pt x="1755379" y="85290"/>
                </a:lnTo>
                <a:lnTo>
                  <a:pt x="1755432" y="84814"/>
                </a:lnTo>
                <a:lnTo>
                  <a:pt x="1755496" y="84349"/>
                </a:lnTo>
                <a:lnTo>
                  <a:pt x="1755572" y="83893"/>
                </a:lnTo>
                <a:lnTo>
                  <a:pt x="1755659" y="83448"/>
                </a:lnTo>
                <a:lnTo>
                  <a:pt x="1755759" y="83013"/>
                </a:lnTo>
                <a:lnTo>
                  <a:pt x="1755870" y="82587"/>
                </a:lnTo>
                <a:lnTo>
                  <a:pt x="1755992" y="82172"/>
                </a:lnTo>
                <a:lnTo>
                  <a:pt x="1756127" y="81766"/>
                </a:lnTo>
                <a:lnTo>
                  <a:pt x="1756273" y="81371"/>
                </a:lnTo>
                <a:lnTo>
                  <a:pt x="1756430" y="80985"/>
                </a:lnTo>
                <a:lnTo>
                  <a:pt x="1756600" y="80610"/>
                </a:lnTo>
                <a:lnTo>
                  <a:pt x="1756781" y="80245"/>
                </a:lnTo>
                <a:lnTo>
                  <a:pt x="1756973" y="79889"/>
                </a:lnTo>
                <a:lnTo>
                  <a:pt x="1757178" y="79544"/>
                </a:lnTo>
                <a:lnTo>
                  <a:pt x="1757394" y="79209"/>
                </a:lnTo>
                <a:lnTo>
                  <a:pt x="1757621" y="78883"/>
                </a:lnTo>
                <a:lnTo>
                  <a:pt x="1757861" y="78568"/>
                </a:lnTo>
                <a:lnTo>
                  <a:pt x="1758112" y="78263"/>
                </a:lnTo>
                <a:lnTo>
                  <a:pt x="1758375" y="77967"/>
                </a:lnTo>
                <a:lnTo>
                  <a:pt x="1758649" y="77682"/>
                </a:lnTo>
                <a:lnTo>
                  <a:pt x="1758951" y="77392"/>
                </a:lnTo>
                <a:lnTo>
                  <a:pt x="1759268" y="77109"/>
                </a:lnTo>
                <a:lnTo>
                  <a:pt x="1759600" y="76834"/>
                </a:lnTo>
                <a:lnTo>
                  <a:pt x="1759948" y="76565"/>
                </a:lnTo>
                <a:lnTo>
                  <a:pt x="1760312" y="76304"/>
                </a:lnTo>
                <a:lnTo>
                  <a:pt x="1760691" y="76050"/>
                </a:lnTo>
                <a:lnTo>
                  <a:pt x="1761086" y="75804"/>
                </a:lnTo>
                <a:lnTo>
                  <a:pt x="1761497" y="75564"/>
                </a:lnTo>
                <a:lnTo>
                  <a:pt x="1761923" y="75332"/>
                </a:lnTo>
                <a:lnTo>
                  <a:pt x="1762364" y="75107"/>
                </a:lnTo>
                <a:lnTo>
                  <a:pt x="1762821" y="74889"/>
                </a:lnTo>
                <a:lnTo>
                  <a:pt x="1763294" y="74679"/>
                </a:lnTo>
                <a:lnTo>
                  <a:pt x="1763782" y="74475"/>
                </a:lnTo>
                <a:lnTo>
                  <a:pt x="1764286" y="74279"/>
                </a:lnTo>
                <a:lnTo>
                  <a:pt x="1764806" y="74091"/>
                </a:lnTo>
                <a:lnTo>
                  <a:pt x="1765341" y="73909"/>
                </a:lnTo>
                <a:lnTo>
                  <a:pt x="1765891" y="73735"/>
                </a:lnTo>
                <a:lnTo>
                  <a:pt x="1766457" y="73568"/>
                </a:lnTo>
                <a:lnTo>
                  <a:pt x="1767039" y="73408"/>
                </a:lnTo>
                <a:lnTo>
                  <a:pt x="1767636" y="73255"/>
                </a:lnTo>
                <a:lnTo>
                  <a:pt x="1768249" y="73110"/>
                </a:lnTo>
                <a:lnTo>
                  <a:pt x="1768878" y="72971"/>
                </a:lnTo>
                <a:lnTo>
                  <a:pt x="1769522" y="72840"/>
                </a:lnTo>
                <a:lnTo>
                  <a:pt x="1770181" y="72717"/>
                </a:lnTo>
                <a:lnTo>
                  <a:pt x="1770872" y="72586"/>
                </a:lnTo>
                <a:lnTo>
                  <a:pt x="1771582" y="72461"/>
                </a:lnTo>
                <a:lnTo>
                  <a:pt x="1772311" y="72341"/>
                </a:lnTo>
                <a:lnTo>
                  <a:pt x="1773060" y="72227"/>
                </a:lnTo>
                <a:lnTo>
                  <a:pt x="1773828" y="72119"/>
                </a:lnTo>
                <a:lnTo>
                  <a:pt x="1774616" y="72016"/>
                </a:lnTo>
                <a:lnTo>
                  <a:pt x="1775423" y="71919"/>
                </a:lnTo>
                <a:lnTo>
                  <a:pt x="1776250" y="71827"/>
                </a:lnTo>
                <a:lnTo>
                  <a:pt x="1777096" y="71741"/>
                </a:lnTo>
                <a:lnTo>
                  <a:pt x="1777962" y="71660"/>
                </a:lnTo>
                <a:lnTo>
                  <a:pt x="1778847" y="71585"/>
                </a:lnTo>
                <a:lnTo>
                  <a:pt x="1779751" y="71515"/>
                </a:lnTo>
                <a:lnTo>
                  <a:pt x="1780676" y="71451"/>
                </a:lnTo>
                <a:lnTo>
                  <a:pt x="1781619" y="71393"/>
                </a:lnTo>
                <a:lnTo>
                  <a:pt x="1782582" y="71340"/>
                </a:lnTo>
                <a:lnTo>
                  <a:pt x="1783564" y="71293"/>
                </a:lnTo>
                <a:lnTo>
                  <a:pt x="1784566" y="71251"/>
                </a:lnTo>
                <a:lnTo>
                  <a:pt x="1785588" y="71215"/>
                </a:lnTo>
                <a:lnTo>
                  <a:pt x="1786628" y="71184"/>
                </a:lnTo>
                <a:lnTo>
                  <a:pt x="1787689" y="71159"/>
                </a:lnTo>
                <a:lnTo>
                  <a:pt x="1788768" y="71140"/>
                </a:lnTo>
                <a:lnTo>
                  <a:pt x="1789868" y="71126"/>
                </a:lnTo>
                <a:lnTo>
                  <a:pt x="1790986" y="71118"/>
                </a:lnTo>
                <a:lnTo>
                  <a:pt x="1792125" y="71115"/>
                </a:lnTo>
                <a:lnTo>
                  <a:pt x="1792125" y="76080"/>
                </a:lnTo>
                <a:lnTo>
                  <a:pt x="1792120" y="76639"/>
                </a:lnTo>
                <a:lnTo>
                  <a:pt x="1792108" y="77192"/>
                </a:lnTo>
                <a:lnTo>
                  <a:pt x="1792087" y="77742"/>
                </a:lnTo>
                <a:lnTo>
                  <a:pt x="1792058" y="78287"/>
                </a:lnTo>
                <a:lnTo>
                  <a:pt x="1792020" y="78828"/>
                </a:lnTo>
                <a:lnTo>
                  <a:pt x="1791974" y="79364"/>
                </a:lnTo>
                <a:lnTo>
                  <a:pt x="1791920" y="79895"/>
                </a:lnTo>
                <a:lnTo>
                  <a:pt x="1791858" y="80423"/>
                </a:lnTo>
                <a:lnTo>
                  <a:pt x="1791787" y="80945"/>
                </a:lnTo>
                <a:lnTo>
                  <a:pt x="1791707" y="81464"/>
                </a:lnTo>
                <a:lnTo>
                  <a:pt x="1791620" y="81978"/>
                </a:lnTo>
                <a:lnTo>
                  <a:pt x="1791524" y="82487"/>
                </a:lnTo>
                <a:lnTo>
                  <a:pt x="1791420" y="82992"/>
                </a:lnTo>
                <a:lnTo>
                  <a:pt x="1791307" y="83492"/>
                </a:lnTo>
                <a:lnTo>
                  <a:pt x="1791186" y="83989"/>
                </a:lnTo>
                <a:lnTo>
                  <a:pt x="1791057" y="84480"/>
                </a:lnTo>
                <a:lnTo>
                  <a:pt x="1790919" y="84967"/>
                </a:lnTo>
                <a:lnTo>
                  <a:pt x="1790773" y="85450"/>
                </a:lnTo>
                <a:lnTo>
                  <a:pt x="1790619" y="85928"/>
                </a:lnTo>
                <a:lnTo>
                  <a:pt x="1790456" y="86402"/>
                </a:lnTo>
                <a:lnTo>
                  <a:pt x="1790285" y="86872"/>
                </a:lnTo>
                <a:lnTo>
                  <a:pt x="1790106" y="87337"/>
                </a:lnTo>
                <a:lnTo>
                  <a:pt x="1789918" y="87797"/>
                </a:lnTo>
                <a:lnTo>
                  <a:pt x="1789722" y="88253"/>
                </a:lnTo>
                <a:lnTo>
                  <a:pt x="1789531" y="88703"/>
                </a:lnTo>
                <a:lnTo>
                  <a:pt x="1789330" y="89145"/>
                </a:lnTo>
                <a:lnTo>
                  <a:pt x="1789121" y="89579"/>
                </a:lnTo>
                <a:lnTo>
                  <a:pt x="1788903" y="90006"/>
                </a:lnTo>
                <a:lnTo>
                  <a:pt x="1788676" y="90425"/>
                </a:lnTo>
                <a:lnTo>
                  <a:pt x="1788441" y="90836"/>
                </a:lnTo>
                <a:lnTo>
                  <a:pt x="1788196" y="91239"/>
                </a:lnTo>
                <a:lnTo>
                  <a:pt x="1787942" y="91634"/>
                </a:lnTo>
                <a:lnTo>
                  <a:pt x="1787680" y="92022"/>
                </a:lnTo>
                <a:lnTo>
                  <a:pt x="1787408" y="92402"/>
                </a:lnTo>
                <a:lnTo>
                  <a:pt x="1787128" y="92774"/>
                </a:lnTo>
                <a:lnTo>
                  <a:pt x="1786839" y="93138"/>
                </a:lnTo>
                <a:lnTo>
                  <a:pt x="1786541" y="93495"/>
                </a:lnTo>
                <a:lnTo>
                  <a:pt x="1786234" y="93843"/>
                </a:lnTo>
                <a:lnTo>
                  <a:pt x="1785918" y="94184"/>
                </a:lnTo>
                <a:lnTo>
                  <a:pt x="1785593" y="94517"/>
                </a:lnTo>
                <a:lnTo>
                  <a:pt x="1785260" y="94843"/>
                </a:lnTo>
                <a:lnTo>
                  <a:pt x="1784917" y="95160"/>
                </a:lnTo>
                <a:lnTo>
                  <a:pt x="1784565" y="95470"/>
                </a:lnTo>
                <a:lnTo>
                  <a:pt x="1784205" y="95772"/>
                </a:lnTo>
                <a:lnTo>
                  <a:pt x="1783836" y="96066"/>
                </a:lnTo>
                <a:lnTo>
                  <a:pt x="1783458" y="96353"/>
                </a:lnTo>
                <a:lnTo>
                  <a:pt x="1783071" y="96631"/>
                </a:lnTo>
                <a:lnTo>
                  <a:pt x="1782675" y="96902"/>
                </a:lnTo>
                <a:lnTo>
                  <a:pt x="1782283" y="97164"/>
                </a:lnTo>
                <a:lnTo>
                  <a:pt x="1781882" y="97414"/>
                </a:lnTo>
                <a:lnTo>
                  <a:pt x="1781471" y="97653"/>
                </a:lnTo>
                <a:lnTo>
                  <a:pt x="1781051" y="97881"/>
                </a:lnTo>
                <a:lnTo>
                  <a:pt x="1780621" y="98098"/>
                </a:lnTo>
                <a:lnTo>
                  <a:pt x="1780182" y="98304"/>
                </a:lnTo>
                <a:lnTo>
                  <a:pt x="1779733" y="98498"/>
                </a:lnTo>
                <a:lnTo>
                  <a:pt x="1779275" y="98682"/>
                </a:lnTo>
                <a:lnTo>
                  <a:pt x="1778808" y="98854"/>
                </a:lnTo>
                <a:lnTo>
                  <a:pt x="1778331" y="99016"/>
                </a:lnTo>
                <a:lnTo>
                  <a:pt x="1777845" y="99166"/>
                </a:lnTo>
                <a:lnTo>
                  <a:pt x="1777349" y="99305"/>
                </a:lnTo>
                <a:lnTo>
                  <a:pt x="1776844" y="99433"/>
                </a:lnTo>
                <a:lnTo>
                  <a:pt x="1776329" y="99549"/>
                </a:lnTo>
                <a:lnTo>
                  <a:pt x="1775805" y="99655"/>
                </a:lnTo>
                <a:lnTo>
                  <a:pt x="1775271" y="99750"/>
                </a:lnTo>
                <a:lnTo>
                  <a:pt x="1774728" y="99833"/>
                </a:lnTo>
                <a:lnTo>
                  <a:pt x="1774176" y="99905"/>
                </a:lnTo>
                <a:lnTo>
                  <a:pt x="1773614" y="99967"/>
                </a:lnTo>
                <a:lnTo>
                  <a:pt x="1773042" y="100017"/>
                </a:lnTo>
                <a:lnTo>
                  <a:pt x="1772461" y="100055"/>
                </a:lnTo>
                <a:lnTo>
                  <a:pt x="1771871" y="100083"/>
                </a:lnTo>
                <a:lnTo>
                  <a:pt x="1771271" y="100100"/>
                </a:lnTo>
                <a:lnTo>
                  <a:pt x="1770662" y="100106"/>
                </a:lnTo>
                <a:lnTo>
                  <a:pt x="1770015" y="100100"/>
                </a:lnTo>
                <a:lnTo>
                  <a:pt x="1769382" y="100083"/>
                </a:lnTo>
                <a:lnTo>
                  <a:pt x="1768762" y="100055"/>
                </a:lnTo>
                <a:lnTo>
                  <a:pt x="1768157" y="100017"/>
                </a:lnTo>
                <a:lnTo>
                  <a:pt x="1767566" y="99967"/>
                </a:lnTo>
                <a:lnTo>
                  <a:pt x="1766988" y="99905"/>
                </a:lnTo>
                <a:close/>
                <a:moveTo>
                  <a:pt x="2262658" y="111157"/>
                </a:moveTo>
                <a:lnTo>
                  <a:pt x="2263570" y="111042"/>
                </a:lnTo>
                <a:lnTo>
                  <a:pt x="2264470" y="110908"/>
                </a:lnTo>
                <a:lnTo>
                  <a:pt x="2265358" y="110757"/>
                </a:lnTo>
                <a:lnTo>
                  <a:pt x="2266235" y="110588"/>
                </a:lnTo>
                <a:lnTo>
                  <a:pt x="2267100" y="110401"/>
                </a:lnTo>
                <a:lnTo>
                  <a:pt x="2267954" y="110196"/>
                </a:lnTo>
                <a:lnTo>
                  <a:pt x="2268795" y="109974"/>
                </a:lnTo>
                <a:lnTo>
                  <a:pt x="2269625" y="109733"/>
                </a:lnTo>
                <a:lnTo>
                  <a:pt x="2270444" y="109475"/>
                </a:lnTo>
                <a:lnTo>
                  <a:pt x="2271250" y="109200"/>
                </a:lnTo>
                <a:lnTo>
                  <a:pt x="2272046" y="108906"/>
                </a:lnTo>
                <a:lnTo>
                  <a:pt x="2272829" y="108595"/>
                </a:lnTo>
                <a:lnTo>
                  <a:pt x="2273600" y="108265"/>
                </a:lnTo>
                <a:lnTo>
                  <a:pt x="2274360" y="107918"/>
                </a:lnTo>
                <a:lnTo>
                  <a:pt x="2275109" y="107553"/>
                </a:lnTo>
                <a:lnTo>
                  <a:pt x="2275845" y="107171"/>
                </a:lnTo>
                <a:lnTo>
                  <a:pt x="2276570" y="106770"/>
                </a:lnTo>
                <a:lnTo>
                  <a:pt x="2277284" y="106352"/>
                </a:lnTo>
                <a:lnTo>
                  <a:pt x="2277984" y="105905"/>
                </a:lnTo>
                <a:lnTo>
                  <a:pt x="2278671" y="105443"/>
                </a:lnTo>
                <a:lnTo>
                  <a:pt x="2279343" y="104968"/>
                </a:lnTo>
                <a:lnTo>
                  <a:pt x="2280002" y="104479"/>
                </a:lnTo>
                <a:lnTo>
                  <a:pt x="2280647" y="103976"/>
                </a:lnTo>
                <a:lnTo>
                  <a:pt x="2281278" y="103459"/>
                </a:lnTo>
                <a:lnTo>
                  <a:pt x="2281895" y="102928"/>
                </a:lnTo>
                <a:lnTo>
                  <a:pt x="2282498" y="102384"/>
                </a:lnTo>
                <a:lnTo>
                  <a:pt x="2283087" y="101825"/>
                </a:lnTo>
                <a:lnTo>
                  <a:pt x="2283663" y="101252"/>
                </a:lnTo>
                <a:lnTo>
                  <a:pt x="2284224" y="100666"/>
                </a:lnTo>
                <a:lnTo>
                  <a:pt x="2284772" y="100066"/>
                </a:lnTo>
                <a:lnTo>
                  <a:pt x="2285305" y="99451"/>
                </a:lnTo>
                <a:lnTo>
                  <a:pt x="2285825" y="98823"/>
                </a:lnTo>
                <a:lnTo>
                  <a:pt x="2286331" y="98181"/>
                </a:lnTo>
                <a:lnTo>
                  <a:pt x="2286823" y="97525"/>
                </a:lnTo>
                <a:lnTo>
                  <a:pt x="2287301" y="96855"/>
                </a:lnTo>
                <a:lnTo>
                  <a:pt x="2287765" y="96171"/>
                </a:lnTo>
                <a:lnTo>
                  <a:pt x="2288215" y="95474"/>
                </a:lnTo>
                <a:lnTo>
                  <a:pt x="2288651" y="94762"/>
                </a:lnTo>
                <a:lnTo>
                  <a:pt x="2289074" y="94037"/>
                </a:lnTo>
                <a:lnTo>
                  <a:pt x="2289482" y="93297"/>
                </a:lnTo>
                <a:lnTo>
                  <a:pt x="2289877" y="92544"/>
                </a:lnTo>
                <a:lnTo>
                  <a:pt x="2290257" y="91777"/>
                </a:lnTo>
                <a:lnTo>
                  <a:pt x="2290623" y="90998"/>
                </a:lnTo>
                <a:lnTo>
                  <a:pt x="2290974" y="90208"/>
                </a:lnTo>
                <a:lnTo>
                  <a:pt x="2291308" y="89409"/>
                </a:lnTo>
                <a:lnTo>
                  <a:pt x="2291628" y="88600"/>
                </a:lnTo>
                <a:lnTo>
                  <a:pt x="2291931" y="87781"/>
                </a:lnTo>
                <a:lnTo>
                  <a:pt x="2292219" y="86952"/>
                </a:lnTo>
                <a:lnTo>
                  <a:pt x="2292492" y="86112"/>
                </a:lnTo>
                <a:lnTo>
                  <a:pt x="2292749" y="85263"/>
                </a:lnTo>
                <a:lnTo>
                  <a:pt x="2292990" y="84404"/>
                </a:lnTo>
                <a:lnTo>
                  <a:pt x="2293216" y="83535"/>
                </a:lnTo>
                <a:lnTo>
                  <a:pt x="2293426" y="82655"/>
                </a:lnTo>
                <a:lnTo>
                  <a:pt x="2293621" y="81766"/>
                </a:lnTo>
                <a:lnTo>
                  <a:pt x="2293800" y="80867"/>
                </a:lnTo>
                <a:lnTo>
                  <a:pt x="2293964" y="79958"/>
                </a:lnTo>
                <a:lnTo>
                  <a:pt x="2294111" y="79038"/>
                </a:lnTo>
                <a:lnTo>
                  <a:pt x="2294244" y="78109"/>
                </a:lnTo>
                <a:lnTo>
                  <a:pt x="2294361" y="77170"/>
                </a:lnTo>
                <a:lnTo>
                  <a:pt x="2294462" y="76220"/>
                </a:lnTo>
                <a:lnTo>
                  <a:pt x="2294547" y="75261"/>
                </a:lnTo>
                <a:lnTo>
                  <a:pt x="2294618" y="74292"/>
                </a:lnTo>
                <a:lnTo>
                  <a:pt x="2294672" y="73312"/>
                </a:lnTo>
                <a:lnTo>
                  <a:pt x="2294711" y="72323"/>
                </a:lnTo>
                <a:lnTo>
                  <a:pt x="2294734" y="71324"/>
                </a:lnTo>
                <a:lnTo>
                  <a:pt x="2294742" y="70314"/>
                </a:lnTo>
                <a:lnTo>
                  <a:pt x="2294742" y="67591"/>
                </a:lnTo>
                <a:lnTo>
                  <a:pt x="2294734" y="66595"/>
                </a:lnTo>
                <a:lnTo>
                  <a:pt x="2294711" y="65608"/>
                </a:lnTo>
                <a:lnTo>
                  <a:pt x="2294672" y="64631"/>
                </a:lnTo>
                <a:lnTo>
                  <a:pt x="2294618" y="63663"/>
                </a:lnTo>
                <a:lnTo>
                  <a:pt x="2294547" y="62704"/>
                </a:lnTo>
                <a:lnTo>
                  <a:pt x="2294462" y="61755"/>
                </a:lnTo>
                <a:lnTo>
                  <a:pt x="2294361" y="60816"/>
                </a:lnTo>
                <a:lnTo>
                  <a:pt x="2294244" y="59885"/>
                </a:lnTo>
                <a:lnTo>
                  <a:pt x="2294111" y="58965"/>
                </a:lnTo>
                <a:lnTo>
                  <a:pt x="2293964" y="58053"/>
                </a:lnTo>
                <a:lnTo>
                  <a:pt x="2293800" y="57152"/>
                </a:lnTo>
                <a:lnTo>
                  <a:pt x="2293621" y="56259"/>
                </a:lnTo>
                <a:lnTo>
                  <a:pt x="2293426" y="55376"/>
                </a:lnTo>
                <a:lnTo>
                  <a:pt x="2293216" y="54503"/>
                </a:lnTo>
                <a:lnTo>
                  <a:pt x="2292990" y="53639"/>
                </a:lnTo>
                <a:lnTo>
                  <a:pt x="2292749" y="52785"/>
                </a:lnTo>
                <a:lnTo>
                  <a:pt x="2292492" y="51939"/>
                </a:lnTo>
                <a:lnTo>
                  <a:pt x="2292219" y="51104"/>
                </a:lnTo>
                <a:lnTo>
                  <a:pt x="2291931" y="50278"/>
                </a:lnTo>
                <a:lnTo>
                  <a:pt x="2291628" y="49461"/>
                </a:lnTo>
                <a:lnTo>
                  <a:pt x="2291308" y="48654"/>
                </a:lnTo>
                <a:lnTo>
                  <a:pt x="2290974" y="47856"/>
                </a:lnTo>
                <a:lnTo>
                  <a:pt x="2290623" y="47068"/>
                </a:lnTo>
                <a:lnTo>
                  <a:pt x="2290257" y="46289"/>
                </a:lnTo>
                <a:lnTo>
                  <a:pt x="2289877" y="45522"/>
                </a:lnTo>
                <a:lnTo>
                  <a:pt x="2289482" y="44768"/>
                </a:lnTo>
                <a:lnTo>
                  <a:pt x="2289074" y="44029"/>
                </a:lnTo>
                <a:lnTo>
                  <a:pt x="2288651" y="43303"/>
                </a:lnTo>
                <a:lnTo>
                  <a:pt x="2288215" y="42592"/>
                </a:lnTo>
                <a:lnTo>
                  <a:pt x="2287765" y="41894"/>
                </a:lnTo>
                <a:lnTo>
                  <a:pt x="2287301" y="41210"/>
                </a:lnTo>
                <a:lnTo>
                  <a:pt x="2286823" y="40541"/>
                </a:lnTo>
                <a:lnTo>
                  <a:pt x="2286331" y="39885"/>
                </a:lnTo>
                <a:lnTo>
                  <a:pt x="2285825" y="39242"/>
                </a:lnTo>
                <a:lnTo>
                  <a:pt x="2285305" y="38614"/>
                </a:lnTo>
                <a:lnTo>
                  <a:pt x="2284772" y="38000"/>
                </a:lnTo>
                <a:lnTo>
                  <a:pt x="2284224" y="37400"/>
                </a:lnTo>
                <a:lnTo>
                  <a:pt x="2283663" y="36813"/>
                </a:lnTo>
                <a:lnTo>
                  <a:pt x="2283087" y="36241"/>
                </a:lnTo>
                <a:lnTo>
                  <a:pt x="2282498" y="35682"/>
                </a:lnTo>
                <a:lnTo>
                  <a:pt x="2281895" y="35137"/>
                </a:lnTo>
                <a:lnTo>
                  <a:pt x="2281278" y="34606"/>
                </a:lnTo>
                <a:lnTo>
                  <a:pt x="2280647" y="34090"/>
                </a:lnTo>
                <a:lnTo>
                  <a:pt x="2280002" y="33587"/>
                </a:lnTo>
                <a:lnTo>
                  <a:pt x="2279343" y="33097"/>
                </a:lnTo>
                <a:lnTo>
                  <a:pt x="2278671" y="32622"/>
                </a:lnTo>
                <a:lnTo>
                  <a:pt x="2277984" y="32161"/>
                </a:lnTo>
                <a:lnTo>
                  <a:pt x="2277284" y="31713"/>
                </a:lnTo>
                <a:lnTo>
                  <a:pt x="2276570" y="31282"/>
                </a:lnTo>
                <a:lnTo>
                  <a:pt x="2275844" y="30869"/>
                </a:lnTo>
                <a:lnTo>
                  <a:pt x="2275106" y="30475"/>
                </a:lnTo>
                <a:lnTo>
                  <a:pt x="2274356" y="30098"/>
                </a:lnTo>
                <a:lnTo>
                  <a:pt x="2273594" y="29741"/>
                </a:lnTo>
                <a:lnTo>
                  <a:pt x="2272819" y="29401"/>
                </a:lnTo>
                <a:lnTo>
                  <a:pt x="2272032" y="29080"/>
                </a:lnTo>
                <a:lnTo>
                  <a:pt x="2271233" y="28777"/>
                </a:lnTo>
                <a:lnTo>
                  <a:pt x="2270421" y="28493"/>
                </a:lnTo>
                <a:lnTo>
                  <a:pt x="2269598" y="28226"/>
                </a:lnTo>
                <a:lnTo>
                  <a:pt x="2268762" y="27979"/>
                </a:lnTo>
                <a:lnTo>
                  <a:pt x="2267914" y="27749"/>
                </a:lnTo>
                <a:lnTo>
                  <a:pt x="2267053" y="27538"/>
                </a:lnTo>
                <a:lnTo>
                  <a:pt x="2266181" y="27346"/>
                </a:lnTo>
                <a:lnTo>
                  <a:pt x="2265296" y="27171"/>
                </a:lnTo>
                <a:lnTo>
                  <a:pt x="2264399" y="27015"/>
                </a:lnTo>
                <a:lnTo>
                  <a:pt x="2263490" y="26878"/>
                </a:lnTo>
                <a:lnTo>
                  <a:pt x="2262568" y="26758"/>
                </a:lnTo>
                <a:lnTo>
                  <a:pt x="2261634" y="26657"/>
                </a:lnTo>
                <a:lnTo>
                  <a:pt x="2260688" y="26575"/>
                </a:lnTo>
                <a:lnTo>
                  <a:pt x="2259730" y="26510"/>
                </a:lnTo>
                <a:lnTo>
                  <a:pt x="2258760" y="26465"/>
                </a:lnTo>
                <a:lnTo>
                  <a:pt x="2257777" y="26437"/>
                </a:lnTo>
                <a:lnTo>
                  <a:pt x="2256782" y="26428"/>
                </a:lnTo>
                <a:lnTo>
                  <a:pt x="2255813" y="26437"/>
                </a:lnTo>
                <a:lnTo>
                  <a:pt x="2254855" y="26465"/>
                </a:lnTo>
                <a:lnTo>
                  <a:pt x="2253909" y="26510"/>
                </a:lnTo>
                <a:lnTo>
                  <a:pt x="2252973" y="26575"/>
                </a:lnTo>
                <a:lnTo>
                  <a:pt x="2252049" y="26657"/>
                </a:lnTo>
                <a:lnTo>
                  <a:pt x="2251136" y="26758"/>
                </a:lnTo>
                <a:lnTo>
                  <a:pt x="2250234" y="26878"/>
                </a:lnTo>
                <a:lnTo>
                  <a:pt x="2249343" y="27015"/>
                </a:lnTo>
                <a:lnTo>
                  <a:pt x="2248463" y="27171"/>
                </a:lnTo>
                <a:lnTo>
                  <a:pt x="2247594" y="27346"/>
                </a:lnTo>
                <a:lnTo>
                  <a:pt x="2246737" y="27538"/>
                </a:lnTo>
                <a:lnTo>
                  <a:pt x="2245890" y="27749"/>
                </a:lnTo>
                <a:lnTo>
                  <a:pt x="2245055" y="27979"/>
                </a:lnTo>
                <a:lnTo>
                  <a:pt x="2244231" y="28226"/>
                </a:lnTo>
                <a:lnTo>
                  <a:pt x="2243418" y="28493"/>
                </a:lnTo>
                <a:lnTo>
                  <a:pt x="2242616" y="28777"/>
                </a:lnTo>
                <a:lnTo>
                  <a:pt x="2241825" y="29080"/>
                </a:lnTo>
                <a:lnTo>
                  <a:pt x="2241045" y="29401"/>
                </a:lnTo>
                <a:lnTo>
                  <a:pt x="2240277" y="29741"/>
                </a:lnTo>
                <a:lnTo>
                  <a:pt x="2239519" y="30098"/>
                </a:lnTo>
                <a:lnTo>
                  <a:pt x="2238773" y="30475"/>
                </a:lnTo>
                <a:lnTo>
                  <a:pt x="2238038" y="30869"/>
                </a:lnTo>
                <a:lnTo>
                  <a:pt x="2237314" y="31282"/>
                </a:lnTo>
                <a:lnTo>
                  <a:pt x="2236601" y="31713"/>
                </a:lnTo>
                <a:lnTo>
                  <a:pt x="2235900" y="32148"/>
                </a:lnTo>
                <a:lnTo>
                  <a:pt x="2235214" y="32597"/>
                </a:lnTo>
                <a:lnTo>
                  <a:pt x="2234541" y="33060"/>
                </a:lnTo>
                <a:lnTo>
                  <a:pt x="2233882" y="33538"/>
                </a:lnTo>
                <a:lnTo>
                  <a:pt x="2233237" y="34030"/>
                </a:lnTo>
                <a:lnTo>
                  <a:pt x="2232606" y="34536"/>
                </a:lnTo>
                <a:lnTo>
                  <a:pt x="2231989" y="35058"/>
                </a:lnTo>
                <a:lnTo>
                  <a:pt x="2231386" y="35593"/>
                </a:lnTo>
                <a:lnTo>
                  <a:pt x="2230797" y="36143"/>
                </a:lnTo>
                <a:lnTo>
                  <a:pt x="2230222" y="36708"/>
                </a:lnTo>
                <a:lnTo>
                  <a:pt x="2229660" y="37287"/>
                </a:lnTo>
                <a:lnTo>
                  <a:pt x="2229113" y="37880"/>
                </a:lnTo>
                <a:lnTo>
                  <a:pt x="2228579" y="38488"/>
                </a:lnTo>
                <a:lnTo>
                  <a:pt x="2228059" y="39110"/>
                </a:lnTo>
                <a:lnTo>
                  <a:pt x="2227554" y="39747"/>
                </a:lnTo>
                <a:lnTo>
                  <a:pt x="2227062" y="40398"/>
                </a:lnTo>
                <a:lnTo>
                  <a:pt x="2226584" y="41064"/>
                </a:lnTo>
                <a:lnTo>
                  <a:pt x="2226120" y="41744"/>
                </a:lnTo>
                <a:lnTo>
                  <a:pt x="2225669" y="42439"/>
                </a:lnTo>
                <a:lnTo>
                  <a:pt x="2225233" y="43148"/>
                </a:lnTo>
                <a:lnTo>
                  <a:pt x="2224811" y="43871"/>
                </a:lnTo>
                <a:lnTo>
                  <a:pt x="2224402" y="44609"/>
                </a:lnTo>
                <a:lnTo>
                  <a:pt x="2224008" y="45362"/>
                </a:lnTo>
                <a:lnTo>
                  <a:pt x="2223627" y="46129"/>
                </a:lnTo>
                <a:lnTo>
                  <a:pt x="2223261" y="46908"/>
                </a:lnTo>
                <a:lnTo>
                  <a:pt x="2222911" y="47697"/>
                </a:lnTo>
                <a:lnTo>
                  <a:pt x="2222576" y="48496"/>
                </a:lnTo>
                <a:lnTo>
                  <a:pt x="2222257" y="49305"/>
                </a:lnTo>
                <a:lnTo>
                  <a:pt x="2221953" y="50125"/>
                </a:lnTo>
                <a:lnTo>
                  <a:pt x="2221665" y="50954"/>
                </a:lnTo>
                <a:lnTo>
                  <a:pt x="2221392" y="51793"/>
                </a:lnTo>
                <a:lnTo>
                  <a:pt x="2221135" y="52642"/>
                </a:lnTo>
                <a:lnTo>
                  <a:pt x="2220894" y="53501"/>
                </a:lnTo>
                <a:lnTo>
                  <a:pt x="2220668" y="54371"/>
                </a:lnTo>
                <a:lnTo>
                  <a:pt x="2220458" y="55250"/>
                </a:lnTo>
                <a:lnTo>
                  <a:pt x="2220263" y="56139"/>
                </a:lnTo>
                <a:lnTo>
                  <a:pt x="2220084" y="57038"/>
                </a:lnTo>
                <a:lnTo>
                  <a:pt x="2219921" y="57948"/>
                </a:lnTo>
                <a:lnTo>
                  <a:pt x="2219773" y="58867"/>
                </a:lnTo>
                <a:lnTo>
                  <a:pt x="2219641" y="59796"/>
                </a:lnTo>
                <a:lnTo>
                  <a:pt x="2219524" y="60736"/>
                </a:lnTo>
                <a:lnTo>
                  <a:pt x="2219423" y="61685"/>
                </a:lnTo>
                <a:lnTo>
                  <a:pt x="2219337" y="62644"/>
                </a:lnTo>
                <a:lnTo>
                  <a:pt x="2219267" y="63614"/>
                </a:lnTo>
                <a:lnTo>
                  <a:pt x="2219212" y="64593"/>
                </a:lnTo>
                <a:lnTo>
                  <a:pt x="2219173" y="65582"/>
                </a:lnTo>
                <a:lnTo>
                  <a:pt x="2219150" y="66582"/>
                </a:lnTo>
                <a:lnTo>
                  <a:pt x="2219142" y="67591"/>
                </a:lnTo>
                <a:lnTo>
                  <a:pt x="2219142" y="70314"/>
                </a:lnTo>
                <a:lnTo>
                  <a:pt x="2219150" y="71298"/>
                </a:lnTo>
                <a:lnTo>
                  <a:pt x="2219173" y="72273"/>
                </a:lnTo>
                <a:lnTo>
                  <a:pt x="2219212" y="73240"/>
                </a:lnTo>
                <a:lnTo>
                  <a:pt x="2219267" y="74198"/>
                </a:lnTo>
                <a:lnTo>
                  <a:pt x="2219337" y="75148"/>
                </a:lnTo>
                <a:lnTo>
                  <a:pt x="2219423" y="76090"/>
                </a:lnTo>
                <a:lnTo>
                  <a:pt x="2219524" y="77024"/>
                </a:lnTo>
                <a:lnTo>
                  <a:pt x="2219641" y="77949"/>
                </a:lnTo>
                <a:lnTo>
                  <a:pt x="2219773" y="78866"/>
                </a:lnTo>
                <a:lnTo>
                  <a:pt x="2219921" y="79774"/>
                </a:lnTo>
                <a:lnTo>
                  <a:pt x="2220084" y="80674"/>
                </a:lnTo>
                <a:lnTo>
                  <a:pt x="2220263" y="81566"/>
                </a:lnTo>
                <a:lnTo>
                  <a:pt x="2220458" y="82449"/>
                </a:lnTo>
                <a:lnTo>
                  <a:pt x="2220668" y="83325"/>
                </a:lnTo>
                <a:lnTo>
                  <a:pt x="2220894" y="84191"/>
                </a:lnTo>
                <a:lnTo>
                  <a:pt x="2221135" y="85050"/>
                </a:lnTo>
                <a:lnTo>
                  <a:pt x="2221392" y="85900"/>
                </a:lnTo>
                <a:lnTo>
                  <a:pt x="2221665" y="86741"/>
                </a:lnTo>
                <a:lnTo>
                  <a:pt x="2221953" y="87575"/>
                </a:lnTo>
                <a:lnTo>
                  <a:pt x="2222257" y="88400"/>
                </a:lnTo>
                <a:lnTo>
                  <a:pt x="2222576" y="89217"/>
                </a:lnTo>
                <a:lnTo>
                  <a:pt x="2222911" y="90025"/>
                </a:lnTo>
                <a:lnTo>
                  <a:pt x="2223261" y="90825"/>
                </a:lnTo>
                <a:lnTo>
                  <a:pt x="2223627" y="91617"/>
                </a:lnTo>
                <a:lnTo>
                  <a:pt x="2224008" y="92384"/>
                </a:lnTo>
                <a:lnTo>
                  <a:pt x="2224402" y="93137"/>
                </a:lnTo>
                <a:lnTo>
                  <a:pt x="2224811" y="93876"/>
                </a:lnTo>
                <a:lnTo>
                  <a:pt x="2225233" y="94602"/>
                </a:lnTo>
                <a:lnTo>
                  <a:pt x="2225669" y="95314"/>
                </a:lnTo>
                <a:lnTo>
                  <a:pt x="2226120" y="96011"/>
                </a:lnTo>
                <a:lnTo>
                  <a:pt x="2226584" y="96695"/>
                </a:lnTo>
                <a:lnTo>
                  <a:pt x="2227062" y="97365"/>
                </a:lnTo>
                <a:lnTo>
                  <a:pt x="2227554" y="98021"/>
                </a:lnTo>
                <a:lnTo>
                  <a:pt x="2228059" y="98663"/>
                </a:lnTo>
                <a:lnTo>
                  <a:pt x="2228579" y="99291"/>
                </a:lnTo>
                <a:lnTo>
                  <a:pt x="2229113" y="99905"/>
                </a:lnTo>
                <a:lnTo>
                  <a:pt x="2229660" y="100506"/>
                </a:lnTo>
                <a:lnTo>
                  <a:pt x="2230222" y="101092"/>
                </a:lnTo>
                <a:lnTo>
                  <a:pt x="2230797" y="101665"/>
                </a:lnTo>
                <a:lnTo>
                  <a:pt x="2231386" y="102223"/>
                </a:lnTo>
                <a:lnTo>
                  <a:pt x="2231989" y="102768"/>
                </a:lnTo>
                <a:lnTo>
                  <a:pt x="2232606" y="103299"/>
                </a:lnTo>
                <a:lnTo>
                  <a:pt x="2233237" y="103816"/>
                </a:lnTo>
                <a:lnTo>
                  <a:pt x="2233882" y="104319"/>
                </a:lnTo>
                <a:lnTo>
                  <a:pt x="2234541" y="104808"/>
                </a:lnTo>
                <a:lnTo>
                  <a:pt x="2235214" y="105283"/>
                </a:lnTo>
                <a:lnTo>
                  <a:pt x="2235900" y="105745"/>
                </a:lnTo>
                <a:lnTo>
                  <a:pt x="2236601" y="106192"/>
                </a:lnTo>
                <a:lnTo>
                  <a:pt x="2237314" y="106623"/>
                </a:lnTo>
                <a:lnTo>
                  <a:pt x="2238039" y="107036"/>
                </a:lnTo>
                <a:lnTo>
                  <a:pt x="2238775" y="107431"/>
                </a:lnTo>
                <a:lnTo>
                  <a:pt x="2239524" y="107807"/>
                </a:lnTo>
                <a:lnTo>
                  <a:pt x="2240284" y="108165"/>
                </a:lnTo>
                <a:lnTo>
                  <a:pt x="2241055" y="108504"/>
                </a:lnTo>
                <a:lnTo>
                  <a:pt x="2241839" y="108826"/>
                </a:lnTo>
                <a:lnTo>
                  <a:pt x="2242634" y="109128"/>
                </a:lnTo>
                <a:lnTo>
                  <a:pt x="2243440" y="109413"/>
                </a:lnTo>
                <a:lnTo>
                  <a:pt x="2244259" y="109679"/>
                </a:lnTo>
                <a:lnTo>
                  <a:pt x="2245089" y="109927"/>
                </a:lnTo>
                <a:lnTo>
                  <a:pt x="2245930" y="110156"/>
                </a:lnTo>
                <a:lnTo>
                  <a:pt x="2246784" y="110367"/>
                </a:lnTo>
                <a:lnTo>
                  <a:pt x="2247649" y="110560"/>
                </a:lnTo>
                <a:lnTo>
                  <a:pt x="2248526" y="110734"/>
                </a:lnTo>
                <a:lnTo>
                  <a:pt x="2249414" y="110890"/>
                </a:lnTo>
                <a:lnTo>
                  <a:pt x="2250314" y="111028"/>
                </a:lnTo>
                <a:lnTo>
                  <a:pt x="2251226" y="111147"/>
                </a:lnTo>
                <a:lnTo>
                  <a:pt x="2252150" y="111248"/>
                </a:lnTo>
                <a:lnTo>
                  <a:pt x="2253085" y="111331"/>
                </a:lnTo>
                <a:lnTo>
                  <a:pt x="2254032" y="111395"/>
                </a:lnTo>
                <a:lnTo>
                  <a:pt x="2254990" y="111441"/>
                </a:lnTo>
                <a:lnTo>
                  <a:pt x="2255960" y="111468"/>
                </a:lnTo>
                <a:lnTo>
                  <a:pt x="2256942" y="111478"/>
                </a:lnTo>
                <a:lnTo>
                  <a:pt x="2257924" y="111469"/>
                </a:lnTo>
                <a:lnTo>
                  <a:pt x="2258894" y="111442"/>
                </a:lnTo>
                <a:lnTo>
                  <a:pt x="2259853" y="111397"/>
                </a:lnTo>
                <a:lnTo>
                  <a:pt x="2260799" y="111335"/>
                </a:lnTo>
                <a:lnTo>
                  <a:pt x="2261735" y="111255"/>
                </a:lnTo>
                <a:lnTo>
                  <a:pt x="2262658" y="111157"/>
                </a:lnTo>
                <a:close/>
                <a:moveTo>
                  <a:pt x="2252567" y="99685"/>
                </a:moveTo>
                <a:lnTo>
                  <a:pt x="2251875" y="99533"/>
                </a:lnTo>
                <a:lnTo>
                  <a:pt x="2251194" y="99358"/>
                </a:lnTo>
                <a:lnTo>
                  <a:pt x="2250523" y="99160"/>
                </a:lnTo>
                <a:lnTo>
                  <a:pt x="2249862" y="98938"/>
                </a:lnTo>
                <a:lnTo>
                  <a:pt x="2249213" y="98692"/>
                </a:lnTo>
                <a:lnTo>
                  <a:pt x="2248573" y="98424"/>
                </a:lnTo>
                <a:lnTo>
                  <a:pt x="2247945" y="98132"/>
                </a:lnTo>
                <a:lnTo>
                  <a:pt x="2247326" y="97816"/>
                </a:lnTo>
                <a:lnTo>
                  <a:pt x="2246719" y="97478"/>
                </a:lnTo>
                <a:lnTo>
                  <a:pt x="2246122" y="97116"/>
                </a:lnTo>
                <a:lnTo>
                  <a:pt x="2245535" y="96730"/>
                </a:lnTo>
                <a:lnTo>
                  <a:pt x="2244959" y="96322"/>
                </a:lnTo>
                <a:lnTo>
                  <a:pt x="2244394" y="95889"/>
                </a:lnTo>
                <a:lnTo>
                  <a:pt x="2243839" y="95434"/>
                </a:lnTo>
                <a:lnTo>
                  <a:pt x="2243295" y="94955"/>
                </a:lnTo>
                <a:lnTo>
                  <a:pt x="2242762" y="94453"/>
                </a:lnTo>
                <a:lnTo>
                  <a:pt x="2242239" y="93927"/>
                </a:lnTo>
                <a:lnTo>
                  <a:pt x="2241726" y="93378"/>
                </a:lnTo>
                <a:lnTo>
                  <a:pt x="2241242" y="92795"/>
                </a:lnTo>
                <a:lnTo>
                  <a:pt x="2240779" y="92194"/>
                </a:lnTo>
                <a:lnTo>
                  <a:pt x="2240337" y="91574"/>
                </a:lnTo>
                <a:lnTo>
                  <a:pt x="2239915" y="90936"/>
                </a:lnTo>
                <a:lnTo>
                  <a:pt x="2239514" y="90279"/>
                </a:lnTo>
                <a:lnTo>
                  <a:pt x="2239133" y="89604"/>
                </a:lnTo>
                <a:lnTo>
                  <a:pt x="2238773" y="88911"/>
                </a:lnTo>
                <a:lnTo>
                  <a:pt x="2238434" y="88200"/>
                </a:lnTo>
                <a:lnTo>
                  <a:pt x="2238115" y="87470"/>
                </a:lnTo>
                <a:lnTo>
                  <a:pt x="2237816" y="86721"/>
                </a:lnTo>
                <a:lnTo>
                  <a:pt x="2237539" y="85955"/>
                </a:lnTo>
                <a:lnTo>
                  <a:pt x="2237281" y="85170"/>
                </a:lnTo>
                <a:lnTo>
                  <a:pt x="2237045" y="84366"/>
                </a:lnTo>
                <a:lnTo>
                  <a:pt x="2236829" y="83545"/>
                </a:lnTo>
                <a:lnTo>
                  <a:pt x="2236633" y="82705"/>
                </a:lnTo>
                <a:lnTo>
                  <a:pt x="2236458" y="81846"/>
                </a:lnTo>
                <a:lnTo>
                  <a:pt x="2236304" y="80970"/>
                </a:lnTo>
                <a:lnTo>
                  <a:pt x="2236170" y="80074"/>
                </a:lnTo>
                <a:lnTo>
                  <a:pt x="2236057" y="79161"/>
                </a:lnTo>
                <a:lnTo>
                  <a:pt x="2235964" y="78229"/>
                </a:lnTo>
                <a:lnTo>
                  <a:pt x="2235892" y="77279"/>
                </a:lnTo>
                <a:lnTo>
                  <a:pt x="2235841" y="76310"/>
                </a:lnTo>
                <a:lnTo>
                  <a:pt x="2235810" y="75324"/>
                </a:lnTo>
                <a:lnTo>
                  <a:pt x="2235800" y="74318"/>
                </a:lnTo>
                <a:lnTo>
                  <a:pt x="2235800" y="63587"/>
                </a:lnTo>
                <a:lnTo>
                  <a:pt x="2235810" y="62582"/>
                </a:lnTo>
                <a:lnTo>
                  <a:pt x="2235841" y="61596"/>
                </a:lnTo>
                <a:lnTo>
                  <a:pt x="2235892" y="60629"/>
                </a:lnTo>
                <a:lnTo>
                  <a:pt x="2235964" y="59681"/>
                </a:lnTo>
                <a:lnTo>
                  <a:pt x="2236057" y="58751"/>
                </a:lnTo>
                <a:lnTo>
                  <a:pt x="2236170" y="57841"/>
                </a:lnTo>
                <a:lnTo>
                  <a:pt x="2236304" y="56949"/>
                </a:lnTo>
                <a:lnTo>
                  <a:pt x="2236458" y="56077"/>
                </a:lnTo>
                <a:lnTo>
                  <a:pt x="2236633" y="55223"/>
                </a:lnTo>
                <a:lnTo>
                  <a:pt x="2236829" y="54388"/>
                </a:lnTo>
                <a:lnTo>
                  <a:pt x="2237045" y="53573"/>
                </a:lnTo>
                <a:lnTo>
                  <a:pt x="2237281" y="52776"/>
                </a:lnTo>
                <a:lnTo>
                  <a:pt x="2237539" y="51998"/>
                </a:lnTo>
                <a:lnTo>
                  <a:pt x="2237816" y="51238"/>
                </a:lnTo>
                <a:lnTo>
                  <a:pt x="2238115" y="50498"/>
                </a:lnTo>
                <a:lnTo>
                  <a:pt x="2238434" y="49777"/>
                </a:lnTo>
                <a:lnTo>
                  <a:pt x="2238773" y="49075"/>
                </a:lnTo>
                <a:lnTo>
                  <a:pt x="2239133" y="48391"/>
                </a:lnTo>
                <a:lnTo>
                  <a:pt x="2239514" y="47726"/>
                </a:lnTo>
                <a:lnTo>
                  <a:pt x="2239915" y="47081"/>
                </a:lnTo>
                <a:lnTo>
                  <a:pt x="2240337" y="46454"/>
                </a:lnTo>
                <a:lnTo>
                  <a:pt x="2240779" y="45846"/>
                </a:lnTo>
                <a:lnTo>
                  <a:pt x="2241242" y="45257"/>
                </a:lnTo>
                <a:lnTo>
                  <a:pt x="2241726" y="44687"/>
                </a:lnTo>
                <a:lnTo>
                  <a:pt x="2242239" y="44125"/>
                </a:lnTo>
                <a:lnTo>
                  <a:pt x="2242762" y="43587"/>
                </a:lnTo>
                <a:lnTo>
                  <a:pt x="2243295" y="43073"/>
                </a:lnTo>
                <a:lnTo>
                  <a:pt x="2243839" y="42583"/>
                </a:lnTo>
                <a:lnTo>
                  <a:pt x="2244394" y="42116"/>
                </a:lnTo>
                <a:lnTo>
                  <a:pt x="2244959" y="41674"/>
                </a:lnTo>
                <a:lnTo>
                  <a:pt x="2245535" y="41255"/>
                </a:lnTo>
                <a:lnTo>
                  <a:pt x="2246122" y="40861"/>
                </a:lnTo>
                <a:lnTo>
                  <a:pt x="2246719" y="40490"/>
                </a:lnTo>
                <a:lnTo>
                  <a:pt x="2247326" y="40143"/>
                </a:lnTo>
                <a:lnTo>
                  <a:pt x="2247945" y="39821"/>
                </a:lnTo>
                <a:lnTo>
                  <a:pt x="2248573" y="39522"/>
                </a:lnTo>
                <a:lnTo>
                  <a:pt x="2249213" y="39247"/>
                </a:lnTo>
                <a:lnTo>
                  <a:pt x="2249862" y="38996"/>
                </a:lnTo>
                <a:lnTo>
                  <a:pt x="2250523" y="38768"/>
                </a:lnTo>
                <a:lnTo>
                  <a:pt x="2251194" y="38565"/>
                </a:lnTo>
                <a:lnTo>
                  <a:pt x="2251875" y="38386"/>
                </a:lnTo>
                <a:lnTo>
                  <a:pt x="2252567" y="38230"/>
                </a:lnTo>
                <a:lnTo>
                  <a:pt x="2253270" y="38099"/>
                </a:lnTo>
                <a:lnTo>
                  <a:pt x="2253983" y="37991"/>
                </a:lnTo>
                <a:lnTo>
                  <a:pt x="2254707" y="37907"/>
                </a:lnTo>
                <a:lnTo>
                  <a:pt x="2255442" y="37848"/>
                </a:lnTo>
                <a:lnTo>
                  <a:pt x="2256187" y="37812"/>
                </a:lnTo>
                <a:lnTo>
                  <a:pt x="2256942" y="37800"/>
                </a:lnTo>
                <a:lnTo>
                  <a:pt x="2257710" y="37812"/>
                </a:lnTo>
                <a:lnTo>
                  <a:pt x="2258467" y="37848"/>
                </a:lnTo>
                <a:lnTo>
                  <a:pt x="2259212" y="37907"/>
                </a:lnTo>
                <a:lnTo>
                  <a:pt x="2259945" y="37991"/>
                </a:lnTo>
                <a:lnTo>
                  <a:pt x="2260667" y="38099"/>
                </a:lnTo>
                <a:lnTo>
                  <a:pt x="2261377" y="38230"/>
                </a:lnTo>
                <a:lnTo>
                  <a:pt x="2262075" y="38386"/>
                </a:lnTo>
                <a:lnTo>
                  <a:pt x="2262762" y="38565"/>
                </a:lnTo>
                <a:lnTo>
                  <a:pt x="2263436" y="38768"/>
                </a:lnTo>
                <a:lnTo>
                  <a:pt x="2264100" y="38996"/>
                </a:lnTo>
                <a:lnTo>
                  <a:pt x="2264751" y="39247"/>
                </a:lnTo>
                <a:lnTo>
                  <a:pt x="2265391" y="39522"/>
                </a:lnTo>
                <a:lnTo>
                  <a:pt x="2266019" y="39821"/>
                </a:lnTo>
                <a:lnTo>
                  <a:pt x="2266636" y="40143"/>
                </a:lnTo>
                <a:lnTo>
                  <a:pt x="2267240" y="40490"/>
                </a:lnTo>
                <a:lnTo>
                  <a:pt x="2267834" y="40861"/>
                </a:lnTo>
                <a:lnTo>
                  <a:pt x="2268415" y="41255"/>
                </a:lnTo>
                <a:lnTo>
                  <a:pt x="2268985" y="41674"/>
                </a:lnTo>
                <a:lnTo>
                  <a:pt x="2269543" y="42116"/>
                </a:lnTo>
                <a:lnTo>
                  <a:pt x="2270089" y="42583"/>
                </a:lnTo>
                <a:lnTo>
                  <a:pt x="2270624" y="43073"/>
                </a:lnTo>
                <a:lnTo>
                  <a:pt x="2271147" y="43587"/>
                </a:lnTo>
                <a:lnTo>
                  <a:pt x="2271658" y="44125"/>
                </a:lnTo>
                <a:lnTo>
                  <a:pt x="2272158" y="44687"/>
                </a:lnTo>
                <a:lnTo>
                  <a:pt x="2272642" y="45257"/>
                </a:lnTo>
                <a:lnTo>
                  <a:pt x="2273105" y="45846"/>
                </a:lnTo>
                <a:lnTo>
                  <a:pt x="2273547" y="46454"/>
                </a:lnTo>
                <a:lnTo>
                  <a:pt x="2273969" y="47081"/>
                </a:lnTo>
                <a:lnTo>
                  <a:pt x="2274370" y="47726"/>
                </a:lnTo>
                <a:lnTo>
                  <a:pt x="2274751" y="48391"/>
                </a:lnTo>
                <a:lnTo>
                  <a:pt x="2275111" y="49075"/>
                </a:lnTo>
                <a:lnTo>
                  <a:pt x="2275450" y="49777"/>
                </a:lnTo>
                <a:lnTo>
                  <a:pt x="2275769" y="50498"/>
                </a:lnTo>
                <a:lnTo>
                  <a:pt x="2276068" y="51238"/>
                </a:lnTo>
                <a:lnTo>
                  <a:pt x="2276346" y="51998"/>
                </a:lnTo>
                <a:lnTo>
                  <a:pt x="2276603" y="52776"/>
                </a:lnTo>
                <a:lnTo>
                  <a:pt x="2276839" y="53573"/>
                </a:lnTo>
                <a:lnTo>
                  <a:pt x="2277056" y="54388"/>
                </a:lnTo>
                <a:lnTo>
                  <a:pt x="2277251" y="55223"/>
                </a:lnTo>
                <a:lnTo>
                  <a:pt x="2277426" y="56077"/>
                </a:lnTo>
                <a:lnTo>
                  <a:pt x="2277580" y="56949"/>
                </a:lnTo>
                <a:lnTo>
                  <a:pt x="2277714" y="57841"/>
                </a:lnTo>
                <a:lnTo>
                  <a:pt x="2277827" y="58751"/>
                </a:lnTo>
                <a:lnTo>
                  <a:pt x="2277920" y="59681"/>
                </a:lnTo>
                <a:lnTo>
                  <a:pt x="2277992" y="60629"/>
                </a:lnTo>
                <a:lnTo>
                  <a:pt x="2278043" y="61596"/>
                </a:lnTo>
                <a:lnTo>
                  <a:pt x="2278074" y="62582"/>
                </a:lnTo>
                <a:lnTo>
                  <a:pt x="2278084" y="63587"/>
                </a:lnTo>
                <a:lnTo>
                  <a:pt x="2278084" y="74318"/>
                </a:lnTo>
                <a:lnTo>
                  <a:pt x="2278074" y="75324"/>
                </a:lnTo>
                <a:lnTo>
                  <a:pt x="2278043" y="76310"/>
                </a:lnTo>
                <a:lnTo>
                  <a:pt x="2277992" y="77279"/>
                </a:lnTo>
                <a:lnTo>
                  <a:pt x="2277920" y="78229"/>
                </a:lnTo>
                <a:lnTo>
                  <a:pt x="2277827" y="79161"/>
                </a:lnTo>
                <a:lnTo>
                  <a:pt x="2277714" y="80074"/>
                </a:lnTo>
                <a:lnTo>
                  <a:pt x="2277580" y="80970"/>
                </a:lnTo>
                <a:lnTo>
                  <a:pt x="2277426" y="81846"/>
                </a:lnTo>
                <a:lnTo>
                  <a:pt x="2277251" y="82705"/>
                </a:lnTo>
                <a:lnTo>
                  <a:pt x="2277056" y="83545"/>
                </a:lnTo>
                <a:lnTo>
                  <a:pt x="2276839" y="84366"/>
                </a:lnTo>
                <a:lnTo>
                  <a:pt x="2276603" y="85170"/>
                </a:lnTo>
                <a:lnTo>
                  <a:pt x="2276346" y="85955"/>
                </a:lnTo>
                <a:lnTo>
                  <a:pt x="2276068" y="86721"/>
                </a:lnTo>
                <a:lnTo>
                  <a:pt x="2275769" y="87470"/>
                </a:lnTo>
                <a:lnTo>
                  <a:pt x="2275450" y="88200"/>
                </a:lnTo>
                <a:lnTo>
                  <a:pt x="2275111" y="88911"/>
                </a:lnTo>
                <a:lnTo>
                  <a:pt x="2274751" y="89604"/>
                </a:lnTo>
                <a:lnTo>
                  <a:pt x="2274370" y="90279"/>
                </a:lnTo>
                <a:lnTo>
                  <a:pt x="2273969" y="90936"/>
                </a:lnTo>
                <a:lnTo>
                  <a:pt x="2273547" y="91574"/>
                </a:lnTo>
                <a:lnTo>
                  <a:pt x="2273105" y="92194"/>
                </a:lnTo>
                <a:lnTo>
                  <a:pt x="2272642" y="92795"/>
                </a:lnTo>
                <a:lnTo>
                  <a:pt x="2272158" y="93378"/>
                </a:lnTo>
                <a:lnTo>
                  <a:pt x="2271658" y="93927"/>
                </a:lnTo>
                <a:lnTo>
                  <a:pt x="2271147" y="94453"/>
                </a:lnTo>
                <a:lnTo>
                  <a:pt x="2270624" y="94955"/>
                </a:lnTo>
                <a:lnTo>
                  <a:pt x="2270089" y="95434"/>
                </a:lnTo>
                <a:lnTo>
                  <a:pt x="2269543" y="95889"/>
                </a:lnTo>
                <a:lnTo>
                  <a:pt x="2268985" y="96322"/>
                </a:lnTo>
                <a:lnTo>
                  <a:pt x="2268415" y="96730"/>
                </a:lnTo>
                <a:lnTo>
                  <a:pt x="2267834" y="97116"/>
                </a:lnTo>
                <a:lnTo>
                  <a:pt x="2267240" y="97478"/>
                </a:lnTo>
                <a:lnTo>
                  <a:pt x="2266636" y="97816"/>
                </a:lnTo>
                <a:lnTo>
                  <a:pt x="2266019" y="98132"/>
                </a:lnTo>
                <a:lnTo>
                  <a:pt x="2265391" y="98424"/>
                </a:lnTo>
                <a:lnTo>
                  <a:pt x="2264751" y="98692"/>
                </a:lnTo>
                <a:lnTo>
                  <a:pt x="2264100" y="98938"/>
                </a:lnTo>
                <a:lnTo>
                  <a:pt x="2263436" y="99160"/>
                </a:lnTo>
                <a:lnTo>
                  <a:pt x="2262762" y="99358"/>
                </a:lnTo>
                <a:lnTo>
                  <a:pt x="2262075" y="99533"/>
                </a:lnTo>
                <a:lnTo>
                  <a:pt x="2261377" y="99685"/>
                </a:lnTo>
                <a:lnTo>
                  <a:pt x="2260667" y="99814"/>
                </a:lnTo>
                <a:lnTo>
                  <a:pt x="2259945" y="99919"/>
                </a:lnTo>
                <a:lnTo>
                  <a:pt x="2259212" y="100000"/>
                </a:lnTo>
                <a:lnTo>
                  <a:pt x="2258467" y="100059"/>
                </a:lnTo>
                <a:lnTo>
                  <a:pt x="2257710" y="100094"/>
                </a:lnTo>
                <a:lnTo>
                  <a:pt x="2256942" y="100106"/>
                </a:lnTo>
                <a:lnTo>
                  <a:pt x="2256187" y="100094"/>
                </a:lnTo>
                <a:lnTo>
                  <a:pt x="2255442" y="100059"/>
                </a:lnTo>
                <a:lnTo>
                  <a:pt x="2254707" y="100000"/>
                </a:lnTo>
                <a:lnTo>
                  <a:pt x="2253983" y="99919"/>
                </a:lnTo>
                <a:lnTo>
                  <a:pt x="2253270" y="99814"/>
                </a:lnTo>
                <a:lnTo>
                  <a:pt x="2252567" y="99685"/>
                </a:lnTo>
                <a:close/>
                <a:moveTo>
                  <a:pt x="1979717" y="244987"/>
                </a:moveTo>
                <a:lnTo>
                  <a:pt x="1964661" y="244987"/>
                </a:lnTo>
                <a:lnTo>
                  <a:pt x="1964661" y="260363"/>
                </a:lnTo>
                <a:lnTo>
                  <a:pt x="1979717" y="260363"/>
                </a:lnTo>
                <a:lnTo>
                  <a:pt x="1979717" y="244987"/>
                </a:lnTo>
                <a:close/>
                <a:moveTo>
                  <a:pt x="1741992" y="298270"/>
                </a:moveTo>
                <a:lnTo>
                  <a:pt x="1741992" y="298288"/>
                </a:lnTo>
                <a:lnTo>
                  <a:pt x="1741992" y="298272"/>
                </a:lnTo>
                <a:lnTo>
                  <a:pt x="1741992" y="298243"/>
                </a:lnTo>
                <a:lnTo>
                  <a:pt x="1741992" y="298229"/>
                </a:lnTo>
                <a:lnTo>
                  <a:pt x="1741992" y="298237"/>
                </a:lnTo>
                <a:lnTo>
                  <a:pt x="1741992" y="298253"/>
                </a:lnTo>
                <a:lnTo>
                  <a:pt x="1741992" y="298270"/>
                </a:lnTo>
                <a:close/>
                <a:moveTo>
                  <a:pt x="1741992" y="298617"/>
                </a:moveTo>
                <a:lnTo>
                  <a:pt x="1741992" y="298619"/>
                </a:lnTo>
                <a:lnTo>
                  <a:pt x="1741992" y="298564"/>
                </a:lnTo>
                <a:lnTo>
                  <a:pt x="1741992" y="298538"/>
                </a:lnTo>
                <a:lnTo>
                  <a:pt x="1741992" y="298541"/>
                </a:lnTo>
                <a:lnTo>
                  <a:pt x="1741992" y="298566"/>
                </a:lnTo>
                <a:lnTo>
                  <a:pt x="1741992" y="298592"/>
                </a:lnTo>
                <a:lnTo>
                  <a:pt x="1741992" y="298617"/>
                </a:lnTo>
                <a:close/>
                <a:moveTo>
                  <a:pt x="1890646" y="360549"/>
                </a:moveTo>
                <a:lnTo>
                  <a:pt x="1891140" y="360520"/>
                </a:lnTo>
                <a:lnTo>
                  <a:pt x="1891634" y="360487"/>
                </a:lnTo>
                <a:lnTo>
                  <a:pt x="1892128" y="360449"/>
                </a:lnTo>
                <a:lnTo>
                  <a:pt x="1892621" y="360407"/>
                </a:lnTo>
                <a:lnTo>
                  <a:pt x="1893115" y="360360"/>
                </a:lnTo>
                <a:lnTo>
                  <a:pt x="1893609" y="360309"/>
                </a:lnTo>
                <a:lnTo>
                  <a:pt x="1894103" y="360253"/>
                </a:lnTo>
                <a:lnTo>
                  <a:pt x="1894597" y="360193"/>
                </a:lnTo>
                <a:lnTo>
                  <a:pt x="1895091" y="360129"/>
                </a:lnTo>
                <a:lnTo>
                  <a:pt x="1895585" y="360060"/>
                </a:lnTo>
                <a:lnTo>
                  <a:pt x="1896078" y="359986"/>
                </a:lnTo>
                <a:lnTo>
                  <a:pt x="1896572" y="359908"/>
                </a:lnTo>
                <a:lnTo>
                  <a:pt x="1897066" y="359826"/>
                </a:lnTo>
                <a:lnTo>
                  <a:pt x="1897560" y="359739"/>
                </a:lnTo>
                <a:lnTo>
                  <a:pt x="1898054" y="359648"/>
                </a:lnTo>
                <a:lnTo>
                  <a:pt x="1898548" y="359552"/>
                </a:lnTo>
                <a:lnTo>
                  <a:pt x="1899042" y="359452"/>
                </a:lnTo>
                <a:lnTo>
                  <a:pt x="1899535" y="359348"/>
                </a:lnTo>
                <a:lnTo>
                  <a:pt x="1900026" y="359252"/>
                </a:lnTo>
                <a:lnTo>
                  <a:pt x="1900509" y="359153"/>
                </a:lnTo>
                <a:lnTo>
                  <a:pt x="1900984" y="359050"/>
                </a:lnTo>
                <a:lnTo>
                  <a:pt x="1901453" y="358943"/>
                </a:lnTo>
                <a:lnTo>
                  <a:pt x="1901914" y="358832"/>
                </a:lnTo>
                <a:lnTo>
                  <a:pt x="1902368" y="358717"/>
                </a:lnTo>
                <a:lnTo>
                  <a:pt x="1902815" y="358598"/>
                </a:lnTo>
                <a:lnTo>
                  <a:pt x="1903255" y="358476"/>
                </a:lnTo>
                <a:lnTo>
                  <a:pt x="1903687" y="358349"/>
                </a:lnTo>
                <a:lnTo>
                  <a:pt x="1904112" y="358219"/>
                </a:lnTo>
                <a:lnTo>
                  <a:pt x="1904530" y="358085"/>
                </a:lnTo>
                <a:lnTo>
                  <a:pt x="1904941" y="357946"/>
                </a:lnTo>
                <a:lnTo>
                  <a:pt x="1905345" y="357804"/>
                </a:lnTo>
                <a:lnTo>
                  <a:pt x="1905741" y="357658"/>
                </a:lnTo>
                <a:lnTo>
                  <a:pt x="1906130" y="357508"/>
                </a:lnTo>
                <a:lnTo>
                  <a:pt x="1906512" y="357355"/>
                </a:lnTo>
                <a:lnTo>
                  <a:pt x="1906886" y="357197"/>
                </a:lnTo>
                <a:lnTo>
                  <a:pt x="1907253" y="357035"/>
                </a:lnTo>
                <a:lnTo>
                  <a:pt x="1907614" y="356870"/>
                </a:lnTo>
                <a:lnTo>
                  <a:pt x="1907966" y="356701"/>
                </a:lnTo>
                <a:lnTo>
                  <a:pt x="1908312" y="356527"/>
                </a:lnTo>
                <a:lnTo>
                  <a:pt x="1908650" y="356350"/>
                </a:lnTo>
                <a:lnTo>
                  <a:pt x="1908982" y="356169"/>
                </a:lnTo>
                <a:lnTo>
                  <a:pt x="1909306" y="355984"/>
                </a:lnTo>
                <a:lnTo>
                  <a:pt x="1909306" y="343651"/>
                </a:lnTo>
                <a:lnTo>
                  <a:pt x="1909023" y="343784"/>
                </a:lnTo>
                <a:lnTo>
                  <a:pt x="1908737" y="343917"/>
                </a:lnTo>
                <a:lnTo>
                  <a:pt x="1908447" y="344049"/>
                </a:lnTo>
                <a:lnTo>
                  <a:pt x="1908153" y="344181"/>
                </a:lnTo>
                <a:lnTo>
                  <a:pt x="1907855" y="344312"/>
                </a:lnTo>
                <a:lnTo>
                  <a:pt x="1907554" y="344442"/>
                </a:lnTo>
                <a:lnTo>
                  <a:pt x="1907248" y="344572"/>
                </a:lnTo>
                <a:lnTo>
                  <a:pt x="1906939" y="344701"/>
                </a:lnTo>
                <a:lnTo>
                  <a:pt x="1906625" y="344830"/>
                </a:lnTo>
                <a:lnTo>
                  <a:pt x="1906308" y="344958"/>
                </a:lnTo>
                <a:lnTo>
                  <a:pt x="1905987" y="345086"/>
                </a:lnTo>
                <a:lnTo>
                  <a:pt x="1905662" y="345213"/>
                </a:lnTo>
                <a:lnTo>
                  <a:pt x="1905333" y="345339"/>
                </a:lnTo>
                <a:lnTo>
                  <a:pt x="1905000" y="345465"/>
                </a:lnTo>
                <a:lnTo>
                  <a:pt x="1904663" y="345591"/>
                </a:lnTo>
                <a:lnTo>
                  <a:pt x="1904323" y="345716"/>
                </a:lnTo>
                <a:lnTo>
                  <a:pt x="1903978" y="345840"/>
                </a:lnTo>
                <a:lnTo>
                  <a:pt x="1903630" y="345964"/>
                </a:lnTo>
                <a:lnTo>
                  <a:pt x="1903277" y="346087"/>
                </a:lnTo>
                <a:lnTo>
                  <a:pt x="1902921" y="346209"/>
                </a:lnTo>
                <a:lnTo>
                  <a:pt x="1902561" y="346332"/>
                </a:lnTo>
                <a:lnTo>
                  <a:pt x="1902197" y="346453"/>
                </a:lnTo>
                <a:lnTo>
                  <a:pt x="1901829" y="346574"/>
                </a:lnTo>
                <a:lnTo>
                  <a:pt x="1901457" y="346694"/>
                </a:lnTo>
                <a:lnTo>
                  <a:pt x="1901095" y="346799"/>
                </a:lnTo>
                <a:lnTo>
                  <a:pt x="1900731" y="346899"/>
                </a:lnTo>
                <a:lnTo>
                  <a:pt x="1900364" y="346995"/>
                </a:lnTo>
                <a:lnTo>
                  <a:pt x="1899994" y="347086"/>
                </a:lnTo>
                <a:lnTo>
                  <a:pt x="1899621" y="347173"/>
                </a:lnTo>
                <a:lnTo>
                  <a:pt x="1899245" y="347255"/>
                </a:lnTo>
                <a:lnTo>
                  <a:pt x="1898867" y="347333"/>
                </a:lnTo>
                <a:lnTo>
                  <a:pt x="1898485" y="347406"/>
                </a:lnTo>
                <a:lnTo>
                  <a:pt x="1898101" y="347475"/>
                </a:lnTo>
                <a:lnTo>
                  <a:pt x="1897714" y="347540"/>
                </a:lnTo>
                <a:lnTo>
                  <a:pt x="1897325" y="347600"/>
                </a:lnTo>
                <a:lnTo>
                  <a:pt x="1896933" y="347655"/>
                </a:lnTo>
                <a:lnTo>
                  <a:pt x="1896537" y="347707"/>
                </a:lnTo>
                <a:lnTo>
                  <a:pt x="1896139" y="347753"/>
                </a:lnTo>
                <a:lnTo>
                  <a:pt x="1895739" y="347796"/>
                </a:lnTo>
                <a:lnTo>
                  <a:pt x="1895335" y="347833"/>
                </a:lnTo>
                <a:lnTo>
                  <a:pt x="1894929" y="347867"/>
                </a:lnTo>
                <a:lnTo>
                  <a:pt x="1894520" y="347896"/>
                </a:lnTo>
                <a:lnTo>
                  <a:pt x="1894108" y="347920"/>
                </a:lnTo>
                <a:lnTo>
                  <a:pt x="1893694" y="347940"/>
                </a:lnTo>
                <a:lnTo>
                  <a:pt x="1893276" y="347956"/>
                </a:lnTo>
                <a:lnTo>
                  <a:pt x="1892856" y="347967"/>
                </a:lnTo>
                <a:lnTo>
                  <a:pt x="1892433" y="347974"/>
                </a:lnTo>
                <a:lnTo>
                  <a:pt x="1892007" y="347976"/>
                </a:lnTo>
                <a:lnTo>
                  <a:pt x="1891464" y="347973"/>
                </a:lnTo>
                <a:lnTo>
                  <a:pt x="1890928" y="347965"/>
                </a:lnTo>
                <a:lnTo>
                  <a:pt x="1890401" y="347951"/>
                </a:lnTo>
                <a:lnTo>
                  <a:pt x="1889881" y="347931"/>
                </a:lnTo>
                <a:lnTo>
                  <a:pt x="1889368" y="347906"/>
                </a:lnTo>
                <a:lnTo>
                  <a:pt x="1888864" y="347876"/>
                </a:lnTo>
                <a:lnTo>
                  <a:pt x="1888367" y="347840"/>
                </a:lnTo>
                <a:lnTo>
                  <a:pt x="1887879" y="347798"/>
                </a:lnTo>
                <a:lnTo>
                  <a:pt x="1887398" y="347751"/>
                </a:lnTo>
                <a:lnTo>
                  <a:pt x="1886924" y="347698"/>
                </a:lnTo>
                <a:lnTo>
                  <a:pt x="1886459" y="347639"/>
                </a:lnTo>
                <a:lnTo>
                  <a:pt x="1886001" y="347575"/>
                </a:lnTo>
                <a:lnTo>
                  <a:pt x="1885551" y="347506"/>
                </a:lnTo>
                <a:lnTo>
                  <a:pt x="1885109" y="347431"/>
                </a:lnTo>
                <a:lnTo>
                  <a:pt x="1884675" y="347350"/>
                </a:lnTo>
                <a:lnTo>
                  <a:pt x="1884248" y="347264"/>
                </a:lnTo>
                <a:lnTo>
                  <a:pt x="1883829" y="347172"/>
                </a:lnTo>
                <a:lnTo>
                  <a:pt x="1883418" y="347075"/>
                </a:lnTo>
                <a:lnTo>
                  <a:pt x="1883015" y="346972"/>
                </a:lnTo>
                <a:lnTo>
                  <a:pt x="1882620" y="346864"/>
                </a:lnTo>
                <a:lnTo>
                  <a:pt x="1882232" y="346749"/>
                </a:lnTo>
                <a:lnTo>
                  <a:pt x="1881852" y="346630"/>
                </a:lnTo>
                <a:lnTo>
                  <a:pt x="1881480" y="346505"/>
                </a:lnTo>
                <a:lnTo>
                  <a:pt x="1881116" y="346374"/>
                </a:lnTo>
                <a:lnTo>
                  <a:pt x="1880759" y="346237"/>
                </a:lnTo>
                <a:lnTo>
                  <a:pt x="1880410" y="346094"/>
                </a:lnTo>
                <a:lnTo>
                  <a:pt x="1880067" y="345944"/>
                </a:lnTo>
                <a:lnTo>
                  <a:pt x="1879732" y="345787"/>
                </a:lnTo>
                <a:lnTo>
                  <a:pt x="1879404" y="345623"/>
                </a:lnTo>
                <a:lnTo>
                  <a:pt x="1879084" y="345453"/>
                </a:lnTo>
                <a:lnTo>
                  <a:pt x="1878770" y="345276"/>
                </a:lnTo>
                <a:lnTo>
                  <a:pt x="1878464" y="345093"/>
                </a:lnTo>
                <a:lnTo>
                  <a:pt x="1878165" y="344903"/>
                </a:lnTo>
                <a:lnTo>
                  <a:pt x="1877874" y="344706"/>
                </a:lnTo>
                <a:lnTo>
                  <a:pt x="1877589" y="344502"/>
                </a:lnTo>
                <a:lnTo>
                  <a:pt x="1877312" y="344292"/>
                </a:lnTo>
                <a:lnTo>
                  <a:pt x="1877042" y="344075"/>
                </a:lnTo>
                <a:lnTo>
                  <a:pt x="1876779" y="343851"/>
                </a:lnTo>
                <a:lnTo>
                  <a:pt x="1876524" y="343621"/>
                </a:lnTo>
                <a:lnTo>
                  <a:pt x="1876275" y="343384"/>
                </a:lnTo>
                <a:lnTo>
                  <a:pt x="1876034" y="343141"/>
                </a:lnTo>
                <a:lnTo>
                  <a:pt x="1875800" y="342890"/>
                </a:lnTo>
                <a:lnTo>
                  <a:pt x="1875574" y="342633"/>
                </a:lnTo>
                <a:lnTo>
                  <a:pt x="1875354" y="342370"/>
                </a:lnTo>
                <a:lnTo>
                  <a:pt x="1875142" y="342100"/>
                </a:lnTo>
                <a:lnTo>
                  <a:pt x="1874937" y="341823"/>
                </a:lnTo>
                <a:lnTo>
                  <a:pt x="1874740" y="341539"/>
                </a:lnTo>
                <a:lnTo>
                  <a:pt x="1874549" y="341249"/>
                </a:lnTo>
                <a:lnTo>
                  <a:pt x="1874366" y="340952"/>
                </a:lnTo>
                <a:lnTo>
                  <a:pt x="1874191" y="340648"/>
                </a:lnTo>
                <a:lnTo>
                  <a:pt x="1874023" y="340338"/>
                </a:lnTo>
                <a:lnTo>
                  <a:pt x="1873864" y="340021"/>
                </a:lnTo>
                <a:lnTo>
                  <a:pt x="1873712" y="339697"/>
                </a:lnTo>
                <a:lnTo>
                  <a:pt x="1873568" y="339367"/>
                </a:lnTo>
                <a:lnTo>
                  <a:pt x="1873432" y="339030"/>
                </a:lnTo>
                <a:lnTo>
                  <a:pt x="1873303" y="338686"/>
                </a:lnTo>
                <a:lnTo>
                  <a:pt x="1873182" y="338336"/>
                </a:lnTo>
                <a:lnTo>
                  <a:pt x="1873070" y="337979"/>
                </a:lnTo>
                <a:lnTo>
                  <a:pt x="1872964" y="337615"/>
                </a:lnTo>
                <a:lnTo>
                  <a:pt x="1872867" y="337244"/>
                </a:lnTo>
                <a:lnTo>
                  <a:pt x="1872778" y="336867"/>
                </a:lnTo>
                <a:lnTo>
                  <a:pt x="1872696" y="336484"/>
                </a:lnTo>
                <a:lnTo>
                  <a:pt x="1872622" y="336093"/>
                </a:lnTo>
                <a:lnTo>
                  <a:pt x="1872556" y="335696"/>
                </a:lnTo>
                <a:lnTo>
                  <a:pt x="1872497" y="335292"/>
                </a:lnTo>
                <a:lnTo>
                  <a:pt x="1872447" y="334882"/>
                </a:lnTo>
                <a:lnTo>
                  <a:pt x="1872404" y="334465"/>
                </a:lnTo>
                <a:lnTo>
                  <a:pt x="1872369" y="334041"/>
                </a:lnTo>
                <a:lnTo>
                  <a:pt x="1872342" y="333611"/>
                </a:lnTo>
                <a:lnTo>
                  <a:pt x="1872322" y="333174"/>
                </a:lnTo>
                <a:lnTo>
                  <a:pt x="1872310" y="332730"/>
                </a:lnTo>
                <a:lnTo>
                  <a:pt x="1872306" y="332279"/>
                </a:lnTo>
                <a:lnTo>
                  <a:pt x="1872306" y="289674"/>
                </a:lnTo>
                <a:lnTo>
                  <a:pt x="1909306" y="289674"/>
                </a:lnTo>
                <a:lnTo>
                  <a:pt x="1909306" y="277181"/>
                </a:lnTo>
                <a:lnTo>
                  <a:pt x="1872306" y="277181"/>
                </a:lnTo>
                <a:lnTo>
                  <a:pt x="1872306" y="251074"/>
                </a:lnTo>
                <a:lnTo>
                  <a:pt x="1862376" y="251074"/>
                </a:lnTo>
                <a:lnTo>
                  <a:pt x="1856770" y="277181"/>
                </a:lnTo>
                <a:lnTo>
                  <a:pt x="1832585" y="277181"/>
                </a:lnTo>
                <a:lnTo>
                  <a:pt x="1832585" y="289674"/>
                </a:lnTo>
                <a:lnTo>
                  <a:pt x="1856290" y="289674"/>
                </a:lnTo>
                <a:lnTo>
                  <a:pt x="1856290" y="333561"/>
                </a:lnTo>
                <a:lnTo>
                  <a:pt x="1856305" y="334748"/>
                </a:lnTo>
                <a:lnTo>
                  <a:pt x="1856349" y="335907"/>
                </a:lnTo>
                <a:lnTo>
                  <a:pt x="1856422" y="337039"/>
                </a:lnTo>
                <a:lnTo>
                  <a:pt x="1856526" y="338143"/>
                </a:lnTo>
                <a:lnTo>
                  <a:pt x="1856658" y="339219"/>
                </a:lnTo>
                <a:lnTo>
                  <a:pt x="1856820" y="340268"/>
                </a:lnTo>
                <a:lnTo>
                  <a:pt x="1857012" y="341288"/>
                </a:lnTo>
                <a:lnTo>
                  <a:pt x="1857233" y="342281"/>
                </a:lnTo>
                <a:lnTo>
                  <a:pt x="1857483" y="343246"/>
                </a:lnTo>
                <a:lnTo>
                  <a:pt x="1857763" y="344183"/>
                </a:lnTo>
                <a:lnTo>
                  <a:pt x="1858073" y="345092"/>
                </a:lnTo>
                <a:lnTo>
                  <a:pt x="1858412" y="345974"/>
                </a:lnTo>
                <a:lnTo>
                  <a:pt x="1858780" y="346827"/>
                </a:lnTo>
                <a:lnTo>
                  <a:pt x="1859178" y="347653"/>
                </a:lnTo>
                <a:lnTo>
                  <a:pt x="1859606" y="348451"/>
                </a:lnTo>
                <a:lnTo>
                  <a:pt x="1860063" y="349222"/>
                </a:lnTo>
                <a:lnTo>
                  <a:pt x="1860549" y="349964"/>
                </a:lnTo>
                <a:lnTo>
                  <a:pt x="1861065" y="350679"/>
                </a:lnTo>
                <a:lnTo>
                  <a:pt x="1861610" y="351365"/>
                </a:lnTo>
                <a:lnTo>
                  <a:pt x="1862185" y="352024"/>
                </a:lnTo>
                <a:lnTo>
                  <a:pt x="1862789" y="352656"/>
                </a:lnTo>
                <a:lnTo>
                  <a:pt x="1863423" y="353259"/>
                </a:lnTo>
                <a:lnTo>
                  <a:pt x="1864086" y="353835"/>
                </a:lnTo>
                <a:lnTo>
                  <a:pt x="1864779" y="354383"/>
                </a:lnTo>
                <a:lnTo>
                  <a:pt x="1865496" y="354892"/>
                </a:lnTo>
                <a:lnTo>
                  <a:pt x="1866235" y="355380"/>
                </a:lnTo>
                <a:lnTo>
                  <a:pt x="1866993" y="355847"/>
                </a:lnTo>
                <a:lnTo>
                  <a:pt x="1867773" y="356291"/>
                </a:lnTo>
                <a:lnTo>
                  <a:pt x="1868573" y="356714"/>
                </a:lnTo>
                <a:lnTo>
                  <a:pt x="1869394" y="357115"/>
                </a:lnTo>
                <a:lnTo>
                  <a:pt x="1870235" y="357495"/>
                </a:lnTo>
                <a:lnTo>
                  <a:pt x="1871096" y="357853"/>
                </a:lnTo>
                <a:lnTo>
                  <a:pt x="1871979" y="358189"/>
                </a:lnTo>
                <a:lnTo>
                  <a:pt x="1872882" y="358504"/>
                </a:lnTo>
                <a:lnTo>
                  <a:pt x="1873805" y="358796"/>
                </a:lnTo>
                <a:lnTo>
                  <a:pt x="1874749" y="359067"/>
                </a:lnTo>
                <a:lnTo>
                  <a:pt x="1875714" y="359317"/>
                </a:lnTo>
                <a:lnTo>
                  <a:pt x="1876699" y="359545"/>
                </a:lnTo>
                <a:lnTo>
                  <a:pt x="1877705" y="359751"/>
                </a:lnTo>
                <a:lnTo>
                  <a:pt x="1878731" y="359935"/>
                </a:lnTo>
                <a:lnTo>
                  <a:pt x="1879778" y="360098"/>
                </a:lnTo>
                <a:lnTo>
                  <a:pt x="1880846" y="360239"/>
                </a:lnTo>
                <a:lnTo>
                  <a:pt x="1881934" y="360358"/>
                </a:lnTo>
                <a:lnTo>
                  <a:pt x="1883042" y="360456"/>
                </a:lnTo>
                <a:lnTo>
                  <a:pt x="1884172" y="360532"/>
                </a:lnTo>
                <a:lnTo>
                  <a:pt x="1885321" y="360586"/>
                </a:lnTo>
                <a:lnTo>
                  <a:pt x="1886492" y="360618"/>
                </a:lnTo>
                <a:lnTo>
                  <a:pt x="1887683" y="360629"/>
                </a:lnTo>
                <a:lnTo>
                  <a:pt x="1888177" y="360627"/>
                </a:lnTo>
                <a:lnTo>
                  <a:pt x="1888671" y="360620"/>
                </a:lnTo>
                <a:lnTo>
                  <a:pt x="1889164" y="360609"/>
                </a:lnTo>
                <a:lnTo>
                  <a:pt x="1889658" y="360594"/>
                </a:lnTo>
                <a:lnTo>
                  <a:pt x="1890152" y="360574"/>
                </a:lnTo>
                <a:lnTo>
                  <a:pt x="1890646" y="360549"/>
                </a:lnTo>
                <a:close/>
                <a:moveTo>
                  <a:pt x="1935991" y="359027"/>
                </a:moveTo>
                <a:lnTo>
                  <a:pt x="1965302" y="359027"/>
                </a:lnTo>
                <a:lnTo>
                  <a:pt x="1981319" y="359027"/>
                </a:lnTo>
                <a:lnTo>
                  <a:pt x="2009028" y="359027"/>
                </a:lnTo>
                <a:lnTo>
                  <a:pt x="2009028" y="346694"/>
                </a:lnTo>
                <a:lnTo>
                  <a:pt x="1981319" y="346694"/>
                </a:lnTo>
                <a:lnTo>
                  <a:pt x="1981319" y="277181"/>
                </a:lnTo>
                <a:lnTo>
                  <a:pt x="1935991" y="277181"/>
                </a:lnTo>
                <a:lnTo>
                  <a:pt x="1935991" y="289674"/>
                </a:lnTo>
                <a:lnTo>
                  <a:pt x="1965302" y="289674"/>
                </a:lnTo>
                <a:lnTo>
                  <a:pt x="1965302" y="346694"/>
                </a:lnTo>
                <a:lnTo>
                  <a:pt x="1935991" y="346694"/>
                </a:lnTo>
                <a:lnTo>
                  <a:pt x="1935991" y="359027"/>
                </a:lnTo>
                <a:close/>
                <a:moveTo>
                  <a:pt x="1662555" y="308243"/>
                </a:moveTo>
                <a:lnTo>
                  <a:pt x="1662601" y="307713"/>
                </a:lnTo>
                <a:lnTo>
                  <a:pt x="1662655" y="307189"/>
                </a:lnTo>
                <a:lnTo>
                  <a:pt x="1662717" y="306670"/>
                </a:lnTo>
                <a:lnTo>
                  <a:pt x="1662788" y="306157"/>
                </a:lnTo>
                <a:lnTo>
                  <a:pt x="1662867" y="305649"/>
                </a:lnTo>
                <a:lnTo>
                  <a:pt x="1662955" y="305147"/>
                </a:lnTo>
                <a:lnTo>
                  <a:pt x="1663051" y="304650"/>
                </a:lnTo>
                <a:lnTo>
                  <a:pt x="1663155" y="304159"/>
                </a:lnTo>
                <a:lnTo>
                  <a:pt x="1663268" y="303674"/>
                </a:lnTo>
                <a:lnTo>
                  <a:pt x="1663389" y="303194"/>
                </a:lnTo>
                <a:lnTo>
                  <a:pt x="1663518" y="302719"/>
                </a:lnTo>
                <a:lnTo>
                  <a:pt x="1663656" y="302250"/>
                </a:lnTo>
                <a:lnTo>
                  <a:pt x="1663802" y="301787"/>
                </a:lnTo>
                <a:lnTo>
                  <a:pt x="1663956" y="301329"/>
                </a:lnTo>
                <a:lnTo>
                  <a:pt x="1664119" y="300877"/>
                </a:lnTo>
                <a:lnTo>
                  <a:pt x="1664290" y="300431"/>
                </a:lnTo>
                <a:lnTo>
                  <a:pt x="1664469" y="299990"/>
                </a:lnTo>
                <a:lnTo>
                  <a:pt x="1664657" y="299554"/>
                </a:lnTo>
                <a:lnTo>
                  <a:pt x="1664853" y="299124"/>
                </a:lnTo>
                <a:lnTo>
                  <a:pt x="1665056" y="298688"/>
                </a:lnTo>
                <a:lnTo>
                  <a:pt x="1665267" y="298260"/>
                </a:lnTo>
                <a:lnTo>
                  <a:pt x="1665483" y="297840"/>
                </a:lnTo>
                <a:lnTo>
                  <a:pt x="1665707" y="297429"/>
                </a:lnTo>
                <a:lnTo>
                  <a:pt x="1665937" y="297026"/>
                </a:lnTo>
                <a:lnTo>
                  <a:pt x="1666174" y="296632"/>
                </a:lnTo>
                <a:lnTo>
                  <a:pt x="1666418" y="296245"/>
                </a:lnTo>
                <a:lnTo>
                  <a:pt x="1666668" y="295868"/>
                </a:lnTo>
                <a:lnTo>
                  <a:pt x="1666925" y="295498"/>
                </a:lnTo>
                <a:lnTo>
                  <a:pt x="1667189" y="295137"/>
                </a:lnTo>
                <a:lnTo>
                  <a:pt x="1667459" y="294784"/>
                </a:lnTo>
                <a:lnTo>
                  <a:pt x="1667736" y="294439"/>
                </a:lnTo>
                <a:lnTo>
                  <a:pt x="1668020" y="294103"/>
                </a:lnTo>
                <a:lnTo>
                  <a:pt x="1668310" y="293775"/>
                </a:lnTo>
                <a:lnTo>
                  <a:pt x="1668607" y="293456"/>
                </a:lnTo>
                <a:lnTo>
                  <a:pt x="1668910" y="293145"/>
                </a:lnTo>
                <a:lnTo>
                  <a:pt x="1669221" y="292842"/>
                </a:lnTo>
                <a:lnTo>
                  <a:pt x="1669538" y="292547"/>
                </a:lnTo>
                <a:lnTo>
                  <a:pt x="1669861" y="292261"/>
                </a:lnTo>
                <a:lnTo>
                  <a:pt x="1670192" y="291983"/>
                </a:lnTo>
                <a:lnTo>
                  <a:pt x="1670529" y="291714"/>
                </a:lnTo>
                <a:lnTo>
                  <a:pt x="1670872" y="291453"/>
                </a:lnTo>
                <a:lnTo>
                  <a:pt x="1671223" y="291200"/>
                </a:lnTo>
                <a:lnTo>
                  <a:pt x="1671580" y="290956"/>
                </a:lnTo>
                <a:lnTo>
                  <a:pt x="1671943" y="290707"/>
                </a:lnTo>
                <a:lnTo>
                  <a:pt x="1672312" y="290470"/>
                </a:lnTo>
                <a:lnTo>
                  <a:pt x="1672686" y="290242"/>
                </a:lnTo>
                <a:lnTo>
                  <a:pt x="1673066" y="290026"/>
                </a:lnTo>
                <a:lnTo>
                  <a:pt x="1673451" y="289820"/>
                </a:lnTo>
                <a:lnTo>
                  <a:pt x="1673842" y="289624"/>
                </a:lnTo>
                <a:lnTo>
                  <a:pt x="1674239" y="289439"/>
                </a:lnTo>
                <a:lnTo>
                  <a:pt x="1674641" y="289265"/>
                </a:lnTo>
                <a:lnTo>
                  <a:pt x="1675049" y="289101"/>
                </a:lnTo>
                <a:lnTo>
                  <a:pt x="1675462" y="288948"/>
                </a:lnTo>
                <a:lnTo>
                  <a:pt x="1675881" y="288805"/>
                </a:lnTo>
                <a:lnTo>
                  <a:pt x="1676305" y="288673"/>
                </a:lnTo>
                <a:lnTo>
                  <a:pt x="1676735" y="288552"/>
                </a:lnTo>
                <a:lnTo>
                  <a:pt x="1677170" y="288441"/>
                </a:lnTo>
                <a:lnTo>
                  <a:pt x="1677611" y="288340"/>
                </a:lnTo>
                <a:lnTo>
                  <a:pt x="1678058" y="288251"/>
                </a:lnTo>
                <a:lnTo>
                  <a:pt x="1678510" y="288171"/>
                </a:lnTo>
                <a:lnTo>
                  <a:pt x="1678968" y="288103"/>
                </a:lnTo>
                <a:lnTo>
                  <a:pt x="1679431" y="288045"/>
                </a:lnTo>
                <a:lnTo>
                  <a:pt x="1679900" y="287997"/>
                </a:lnTo>
                <a:lnTo>
                  <a:pt x="1680374" y="287960"/>
                </a:lnTo>
                <a:lnTo>
                  <a:pt x="1680854" y="287934"/>
                </a:lnTo>
                <a:lnTo>
                  <a:pt x="1681340" y="287918"/>
                </a:lnTo>
                <a:lnTo>
                  <a:pt x="1681831" y="287912"/>
                </a:lnTo>
                <a:lnTo>
                  <a:pt x="1682532" y="287922"/>
                </a:lnTo>
                <a:lnTo>
                  <a:pt x="1683219" y="287949"/>
                </a:lnTo>
                <a:lnTo>
                  <a:pt x="1683893" y="287995"/>
                </a:lnTo>
                <a:lnTo>
                  <a:pt x="1684554" y="288059"/>
                </a:lnTo>
                <a:lnTo>
                  <a:pt x="1685201" y="288142"/>
                </a:lnTo>
                <a:lnTo>
                  <a:pt x="1685835" y="288243"/>
                </a:lnTo>
                <a:lnTo>
                  <a:pt x="1686456" y="288362"/>
                </a:lnTo>
                <a:lnTo>
                  <a:pt x="1687063" y="288500"/>
                </a:lnTo>
                <a:lnTo>
                  <a:pt x="1687657" y="288656"/>
                </a:lnTo>
                <a:lnTo>
                  <a:pt x="1688238" y="288830"/>
                </a:lnTo>
                <a:lnTo>
                  <a:pt x="1688805" y="289023"/>
                </a:lnTo>
                <a:lnTo>
                  <a:pt x="1689359" y="289234"/>
                </a:lnTo>
                <a:lnTo>
                  <a:pt x="1689899" y="289463"/>
                </a:lnTo>
                <a:lnTo>
                  <a:pt x="1690426" y="289711"/>
                </a:lnTo>
                <a:lnTo>
                  <a:pt x="1690940" y="289977"/>
                </a:lnTo>
                <a:lnTo>
                  <a:pt x="1691441" y="290262"/>
                </a:lnTo>
                <a:lnTo>
                  <a:pt x="1691928" y="290564"/>
                </a:lnTo>
                <a:lnTo>
                  <a:pt x="1692402" y="290886"/>
                </a:lnTo>
                <a:lnTo>
                  <a:pt x="1692862" y="291225"/>
                </a:lnTo>
                <a:lnTo>
                  <a:pt x="1693310" y="291583"/>
                </a:lnTo>
                <a:lnTo>
                  <a:pt x="1693743" y="291959"/>
                </a:lnTo>
                <a:lnTo>
                  <a:pt x="1694164" y="292354"/>
                </a:lnTo>
                <a:lnTo>
                  <a:pt x="1694571" y="292767"/>
                </a:lnTo>
                <a:lnTo>
                  <a:pt x="1694965" y="293198"/>
                </a:lnTo>
                <a:lnTo>
                  <a:pt x="1695357" y="293649"/>
                </a:lnTo>
                <a:lnTo>
                  <a:pt x="1695732" y="294122"/>
                </a:lnTo>
                <a:lnTo>
                  <a:pt x="1696091" y="294617"/>
                </a:lnTo>
                <a:lnTo>
                  <a:pt x="1696433" y="295133"/>
                </a:lnTo>
                <a:lnTo>
                  <a:pt x="1696758" y="295671"/>
                </a:lnTo>
                <a:lnTo>
                  <a:pt x="1697067" y="296231"/>
                </a:lnTo>
                <a:lnTo>
                  <a:pt x="1697359" y="296813"/>
                </a:lnTo>
                <a:lnTo>
                  <a:pt x="1697634" y="297416"/>
                </a:lnTo>
                <a:lnTo>
                  <a:pt x="1697893" y="298041"/>
                </a:lnTo>
                <a:lnTo>
                  <a:pt x="1698135" y="298687"/>
                </a:lnTo>
                <a:lnTo>
                  <a:pt x="1698360" y="299355"/>
                </a:lnTo>
                <a:lnTo>
                  <a:pt x="1698568" y="300045"/>
                </a:lnTo>
                <a:lnTo>
                  <a:pt x="1698760" y="300757"/>
                </a:lnTo>
                <a:lnTo>
                  <a:pt x="1698936" y="301490"/>
                </a:lnTo>
                <a:lnTo>
                  <a:pt x="1699094" y="302245"/>
                </a:lnTo>
                <a:lnTo>
                  <a:pt x="1699236" y="303022"/>
                </a:lnTo>
                <a:lnTo>
                  <a:pt x="1699361" y="303820"/>
                </a:lnTo>
                <a:lnTo>
                  <a:pt x="1699469" y="304640"/>
                </a:lnTo>
                <a:lnTo>
                  <a:pt x="1699561" y="305482"/>
                </a:lnTo>
                <a:lnTo>
                  <a:pt x="1699636" y="306345"/>
                </a:lnTo>
                <a:lnTo>
                  <a:pt x="1699695" y="307230"/>
                </a:lnTo>
                <a:lnTo>
                  <a:pt x="1699736" y="308137"/>
                </a:lnTo>
                <a:lnTo>
                  <a:pt x="1699761" y="309066"/>
                </a:lnTo>
                <a:lnTo>
                  <a:pt x="1699770" y="310016"/>
                </a:lnTo>
                <a:lnTo>
                  <a:pt x="1699770" y="359027"/>
                </a:lnTo>
                <a:lnTo>
                  <a:pt x="1715786" y="359027"/>
                </a:lnTo>
                <a:lnTo>
                  <a:pt x="1715786" y="305371"/>
                </a:lnTo>
                <a:lnTo>
                  <a:pt x="1715773" y="304155"/>
                </a:lnTo>
                <a:lnTo>
                  <a:pt x="1715731" y="302965"/>
                </a:lnTo>
                <a:lnTo>
                  <a:pt x="1715661" y="301800"/>
                </a:lnTo>
                <a:lnTo>
                  <a:pt x="1715564" y="300659"/>
                </a:lnTo>
                <a:lnTo>
                  <a:pt x="1715439" y="299544"/>
                </a:lnTo>
                <a:lnTo>
                  <a:pt x="1715286" y="298454"/>
                </a:lnTo>
                <a:lnTo>
                  <a:pt x="1715105" y="297388"/>
                </a:lnTo>
                <a:lnTo>
                  <a:pt x="1714897" y="296348"/>
                </a:lnTo>
                <a:lnTo>
                  <a:pt x="1714660" y="295333"/>
                </a:lnTo>
                <a:lnTo>
                  <a:pt x="1714396" y="294343"/>
                </a:lnTo>
                <a:lnTo>
                  <a:pt x="1714104" y="293377"/>
                </a:lnTo>
                <a:lnTo>
                  <a:pt x="1713784" y="292437"/>
                </a:lnTo>
                <a:lnTo>
                  <a:pt x="1713437" y="291522"/>
                </a:lnTo>
                <a:lnTo>
                  <a:pt x="1713061" y="290632"/>
                </a:lnTo>
                <a:lnTo>
                  <a:pt x="1712658" y="289767"/>
                </a:lnTo>
                <a:lnTo>
                  <a:pt x="1712227" y="288927"/>
                </a:lnTo>
                <a:lnTo>
                  <a:pt x="1711768" y="288112"/>
                </a:lnTo>
                <a:lnTo>
                  <a:pt x="1711282" y="287322"/>
                </a:lnTo>
                <a:lnTo>
                  <a:pt x="1710767" y="286557"/>
                </a:lnTo>
                <a:lnTo>
                  <a:pt x="1710225" y="285817"/>
                </a:lnTo>
                <a:lnTo>
                  <a:pt x="1709655" y="285102"/>
                </a:lnTo>
                <a:lnTo>
                  <a:pt x="1709057" y="284412"/>
                </a:lnTo>
                <a:lnTo>
                  <a:pt x="1708432" y="283747"/>
                </a:lnTo>
                <a:lnTo>
                  <a:pt x="1707778" y="283107"/>
                </a:lnTo>
                <a:lnTo>
                  <a:pt x="1707101" y="282493"/>
                </a:lnTo>
                <a:lnTo>
                  <a:pt x="1706406" y="281905"/>
                </a:lnTo>
                <a:lnTo>
                  <a:pt x="1705691" y="281343"/>
                </a:lnTo>
                <a:lnTo>
                  <a:pt x="1704957" y="280807"/>
                </a:lnTo>
                <a:lnTo>
                  <a:pt x="1704205" y="280297"/>
                </a:lnTo>
                <a:lnTo>
                  <a:pt x="1703434" y="279814"/>
                </a:lnTo>
                <a:lnTo>
                  <a:pt x="1702643" y="279356"/>
                </a:lnTo>
                <a:lnTo>
                  <a:pt x="1701834" y="278925"/>
                </a:lnTo>
                <a:lnTo>
                  <a:pt x="1701006" y="278520"/>
                </a:lnTo>
                <a:lnTo>
                  <a:pt x="1700159" y="278141"/>
                </a:lnTo>
                <a:lnTo>
                  <a:pt x="1699293" y="277788"/>
                </a:lnTo>
                <a:lnTo>
                  <a:pt x="1698408" y="277461"/>
                </a:lnTo>
                <a:lnTo>
                  <a:pt x="1697505" y="277161"/>
                </a:lnTo>
                <a:lnTo>
                  <a:pt x="1696582" y="276886"/>
                </a:lnTo>
                <a:lnTo>
                  <a:pt x="1695640" y="276638"/>
                </a:lnTo>
                <a:lnTo>
                  <a:pt x="1694680" y="276416"/>
                </a:lnTo>
                <a:lnTo>
                  <a:pt x="1693700" y="276220"/>
                </a:lnTo>
                <a:lnTo>
                  <a:pt x="1692702" y="276050"/>
                </a:lnTo>
                <a:lnTo>
                  <a:pt x="1691685" y="275906"/>
                </a:lnTo>
                <a:lnTo>
                  <a:pt x="1690649" y="275789"/>
                </a:lnTo>
                <a:lnTo>
                  <a:pt x="1689594" y="275697"/>
                </a:lnTo>
                <a:lnTo>
                  <a:pt x="1688520" y="275632"/>
                </a:lnTo>
                <a:lnTo>
                  <a:pt x="1687427" y="275593"/>
                </a:lnTo>
                <a:lnTo>
                  <a:pt x="1686315" y="275579"/>
                </a:lnTo>
                <a:lnTo>
                  <a:pt x="1685637" y="275585"/>
                </a:lnTo>
                <a:lnTo>
                  <a:pt x="1684964" y="275602"/>
                </a:lnTo>
                <a:lnTo>
                  <a:pt x="1684296" y="275629"/>
                </a:lnTo>
                <a:lnTo>
                  <a:pt x="1683633" y="275668"/>
                </a:lnTo>
                <a:lnTo>
                  <a:pt x="1682974" y="275718"/>
                </a:lnTo>
                <a:lnTo>
                  <a:pt x="1682321" y="275780"/>
                </a:lnTo>
                <a:lnTo>
                  <a:pt x="1681673" y="275852"/>
                </a:lnTo>
                <a:lnTo>
                  <a:pt x="1681030" y="275935"/>
                </a:lnTo>
                <a:lnTo>
                  <a:pt x="1680392" y="276030"/>
                </a:lnTo>
                <a:lnTo>
                  <a:pt x="1679759" y="276136"/>
                </a:lnTo>
                <a:lnTo>
                  <a:pt x="1679130" y="276252"/>
                </a:lnTo>
                <a:lnTo>
                  <a:pt x="1678507" y="276380"/>
                </a:lnTo>
                <a:lnTo>
                  <a:pt x="1677889" y="276519"/>
                </a:lnTo>
                <a:lnTo>
                  <a:pt x="1677276" y="276669"/>
                </a:lnTo>
                <a:lnTo>
                  <a:pt x="1676668" y="276831"/>
                </a:lnTo>
                <a:lnTo>
                  <a:pt x="1676065" y="277003"/>
                </a:lnTo>
                <a:lnTo>
                  <a:pt x="1675467" y="277187"/>
                </a:lnTo>
                <a:lnTo>
                  <a:pt x="1674873" y="277381"/>
                </a:lnTo>
                <a:lnTo>
                  <a:pt x="1674285" y="277587"/>
                </a:lnTo>
                <a:lnTo>
                  <a:pt x="1673702" y="277804"/>
                </a:lnTo>
                <a:lnTo>
                  <a:pt x="1673124" y="278032"/>
                </a:lnTo>
                <a:lnTo>
                  <a:pt x="1672551" y="278271"/>
                </a:lnTo>
                <a:lnTo>
                  <a:pt x="1671983" y="278521"/>
                </a:lnTo>
                <a:lnTo>
                  <a:pt x="1671420" y="278783"/>
                </a:lnTo>
                <a:lnTo>
                  <a:pt x="1670865" y="279056"/>
                </a:lnTo>
                <a:lnTo>
                  <a:pt x="1670320" y="279342"/>
                </a:lnTo>
                <a:lnTo>
                  <a:pt x="1669786" y="279641"/>
                </a:lnTo>
                <a:lnTo>
                  <a:pt x="1669262" y="279953"/>
                </a:lnTo>
                <a:lnTo>
                  <a:pt x="1668749" y="280277"/>
                </a:lnTo>
                <a:lnTo>
                  <a:pt x="1668246" y="280615"/>
                </a:lnTo>
                <a:lnTo>
                  <a:pt x="1667755" y="280965"/>
                </a:lnTo>
                <a:lnTo>
                  <a:pt x="1667273" y="281328"/>
                </a:lnTo>
                <a:lnTo>
                  <a:pt x="1666802" y="281703"/>
                </a:lnTo>
                <a:lnTo>
                  <a:pt x="1666342" y="282092"/>
                </a:lnTo>
                <a:lnTo>
                  <a:pt x="1665893" y="282493"/>
                </a:lnTo>
                <a:lnTo>
                  <a:pt x="1665454" y="282907"/>
                </a:lnTo>
                <a:lnTo>
                  <a:pt x="1665025" y="283334"/>
                </a:lnTo>
                <a:lnTo>
                  <a:pt x="1664607" y="283774"/>
                </a:lnTo>
                <a:lnTo>
                  <a:pt x="1664200" y="284226"/>
                </a:lnTo>
                <a:lnTo>
                  <a:pt x="1663803" y="284691"/>
                </a:lnTo>
                <a:lnTo>
                  <a:pt x="1663417" y="285169"/>
                </a:lnTo>
                <a:lnTo>
                  <a:pt x="1663041" y="285660"/>
                </a:lnTo>
                <a:lnTo>
                  <a:pt x="1662676" y="286164"/>
                </a:lnTo>
                <a:lnTo>
                  <a:pt x="1662321" y="286680"/>
                </a:lnTo>
                <a:lnTo>
                  <a:pt x="1661977" y="287209"/>
                </a:lnTo>
                <a:lnTo>
                  <a:pt x="1661644" y="287751"/>
                </a:lnTo>
                <a:lnTo>
                  <a:pt x="1661321" y="288306"/>
                </a:lnTo>
                <a:lnTo>
                  <a:pt x="1661009" y="288873"/>
                </a:lnTo>
                <a:lnTo>
                  <a:pt x="1659407" y="277181"/>
                </a:lnTo>
                <a:lnTo>
                  <a:pt x="1646434" y="277181"/>
                </a:lnTo>
                <a:lnTo>
                  <a:pt x="1646434" y="359027"/>
                </a:lnTo>
                <a:lnTo>
                  <a:pt x="1662450" y="359027"/>
                </a:lnTo>
                <a:lnTo>
                  <a:pt x="1662450" y="310977"/>
                </a:lnTo>
                <a:lnTo>
                  <a:pt x="1662455" y="310419"/>
                </a:lnTo>
                <a:lnTo>
                  <a:pt x="1662467" y="309867"/>
                </a:lnTo>
                <a:lnTo>
                  <a:pt x="1662488" y="309320"/>
                </a:lnTo>
                <a:lnTo>
                  <a:pt x="1662517" y="308779"/>
                </a:lnTo>
                <a:lnTo>
                  <a:pt x="1662555" y="308243"/>
                </a:lnTo>
                <a:close/>
                <a:moveTo>
                  <a:pt x="2142711" y="308779"/>
                </a:moveTo>
                <a:lnTo>
                  <a:pt x="2142748" y="308243"/>
                </a:lnTo>
                <a:lnTo>
                  <a:pt x="2142794" y="307713"/>
                </a:lnTo>
                <a:lnTo>
                  <a:pt x="2142849" y="307189"/>
                </a:lnTo>
                <a:lnTo>
                  <a:pt x="2142911" y="306670"/>
                </a:lnTo>
                <a:lnTo>
                  <a:pt x="2142982" y="306157"/>
                </a:lnTo>
                <a:lnTo>
                  <a:pt x="2143061" y="305649"/>
                </a:lnTo>
                <a:lnTo>
                  <a:pt x="2143149" y="305147"/>
                </a:lnTo>
                <a:lnTo>
                  <a:pt x="2143245" y="304650"/>
                </a:lnTo>
                <a:lnTo>
                  <a:pt x="2143349" y="304159"/>
                </a:lnTo>
                <a:lnTo>
                  <a:pt x="2143462" y="303674"/>
                </a:lnTo>
                <a:lnTo>
                  <a:pt x="2143583" y="303194"/>
                </a:lnTo>
                <a:lnTo>
                  <a:pt x="2143712" y="302719"/>
                </a:lnTo>
                <a:lnTo>
                  <a:pt x="2143850" y="302250"/>
                </a:lnTo>
                <a:lnTo>
                  <a:pt x="2143996" y="301787"/>
                </a:lnTo>
                <a:lnTo>
                  <a:pt x="2144150" y="301329"/>
                </a:lnTo>
                <a:lnTo>
                  <a:pt x="2144313" y="300877"/>
                </a:lnTo>
                <a:lnTo>
                  <a:pt x="2144484" y="300431"/>
                </a:lnTo>
                <a:lnTo>
                  <a:pt x="2144663" y="299990"/>
                </a:lnTo>
                <a:lnTo>
                  <a:pt x="2144851" y="299554"/>
                </a:lnTo>
                <a:lnTo>
                  <a:pt x="2145047" y="299124"/>
                </a:lnTo>
                <a:lnTo>
                  <a:pt x="2145250" y="298688"/>
                </a:lnTo>
                <a:lnTo>
                  <a:pt x="2145460" y="298260"/>
                </a:lnTo>
                <a:lnTo>
                  <a:pt x="2145677" y="297840"/>
                </a:lnTo>
                <a:lnTo>
                  <a:pt x="2145901" y="297429"/>
                </a:lnTo>
                <a:lnTo>
                  <a:pt x="2146131" y="297026"/>
                </a:lnTo>
                <a:lnTo>
                  <a:pt x="2146368" y="296632"/>
                </a:lnTo>
                <a:lnTo>
                  <a:pt x="2146612" y="296245"/>
                </a:lnTo>
                <a:lnTo>
                  <a:pt x="2146862" y="295868"/>
                </a:lnTo>
                <a:lnTo>
                  <a:pt x="2147119" y="295498"/>
                </a:lnTo>
                <a:lnTo>
                  <a:pt x="2147382" y="295137"/>
                </a:lnTo>
                <a:lnTo>
                  <a:pt x="2147653" y="294784"/>
                </a:lnTo>
                <a:lnTo>
                  <a:pt x="2147930" y="294439"/>
                </a:lnTo>
                <a:lnTo>
                  <a:pt x="2148213" y="294103"/>
                </a:lnTo>
                <a:lnTo>
                  <a:pt x="2148504" y="293775"/>
                </a:lnTo>
                <a:lnTo>
                  <a:pt x="2148801" y="293456"/>
                </a:lnTo>
                <a:lnTo>
                  <a:pt x="2149104" y="293145"/>
                </a:lnTo>
                <a:lnTo>
                  <a:pt x="2149415" y="292842"/>
                </a:lnTo>
                <a:lnTo>
                  <a:pt x="2149732" y="292547"/>
                </a:lnTo>
                <a:lnTo>
                  <a:pt x="2150055" y="292261"/>
                </a:lnTo>
                <a:lnTo>
                  <a:pt x="2150386" y="291983"/>
                </a:lnTo>
                <a:lnTo>
                  <a:pt x="2150723" y="291714"/>
                </a:lnTo>
                <a:lnTo>
                  <a:pt x="2151066" y="291453"/>
                </a:lnTo>
                <a:lnTo>
                  <a:pt x="2151417" y="291200"/>
                </a:lnTo>
                <a:lnTo>
                  <a:pt x="2151774" y="290956"/>
                </a:lnTo>
                <a:lnTo>
                  <a:pt x="2152137" y="290707"/>
                </a:lnTo>
                <a:lnTo>
                  <a:pt x="2152506" y="290470"/>
                </a:lnTo>
                <a:lnTo>
                  <a:pt x="2152880" y="290242"/>
                </a:lnTo>
                <a:lnTo>
                  <a:pt x="2153260" y="290026"/>
                </a:lnTo>
                <a:lnTo>
                  <a:pt x="2153645" y="289820"/>
                </a:lnTo>
                <a:lnTo>
                  <a:pt x="2154036" y="289624"/>
                </a:lnTo>
                <a:lnTo>
                  <a:pt x="2154433" y="289439"/>
                </a:lnTo>
                <a:lnTo>
                  <a:pt x="2154835" y="289265"/>
                </a:lnTo>
                <a:lnTo>
                  <a:pt x="2155242" y="289101"/>
                </a:lnTo>
                <a:lnTo>
                  <a:pt x="2155656" y="288948"/>
                </a:lnTo>
                <a:lnTo>
                  <a:pt x="2156074" y="288805"/>
                </a:lnTo>
                <a:lnTo>
                  <a:pt x="2156499" y="288673"/>
                </a:lnTo>
                <a:lnTo>
                  <a:pt x="2156929" y="288552"/>
                </a:lnTo>
                <a:lnTo>
                  <a:pt x="2157364" y="288441"/>
                </a:lnTo>
                <a:lnTo>
                  <a:pt x="2157805" y="288340"/>
                </a:lnTo>
                <a:lnTo>
                  <a:pt x="2158252" y="288251"/>
                </a:lnTo>
                <a:lnTo>
                  <a:pt x="2158704" y="288171"/>
                </a:lnTo>
                <a:lnTo>
                  <a:pt x="2159162" y="288103"/>
                </a:lnTo>
                <a:lnTo>
                  <a:pt x="2159625" y="288045"/>
                </a:lnTo>
                <a:lnTo>
                  <a:pt x="2160094" y="287997"/>
                </a:lnTo>
                <a:lnTo>
                  <a:pt x="2160568" y="287960"/>
                </a:lnTo>
                <a:lnTo>
                  <a:pt x="2161048" y="287934"/>
                </a:lnTo>
                <a:lnTo>
                  <a:pt x="2161534" y="287918"/>
                </a:lnTo>
                <a:lnTo>
                  <a:pt x="2162025" y="287912"/>
                </a:lnTo>
                <a:lnTo>
                  <a:pt x="2162725" y="287922"/>
                </a:lnTo>
                <a:lnTo>
                  <a:pt x="2163413" y="287949"/>
                </a:lnTo>
                <a:lnTo>
                  <a:pt x="2164087" y="287995"/>
                </a:lnTo>
                <a:lnTo>
                  <a:pt x="2164747" y="288059"/>
                </a:lnTo>
                <a:lnTo>
                  <a:pt x="2165395" y="288142"/>
                </a:lnTo>
                <a:lnTo>
                  <a:pt x="2166029" y="288243"/>
                </a:lnTo>
                <a:lnTo>
                  <a:pt x="2166649" y="288362"/>
                </a:lnTo>
                <a:lnTo>
                  <a:pt x="2167257" y="288500"/>
                </a:lnTo>
                <a:lnTo>
                  <a:pt x="2167851" y="288656"/>
                </a:lnTo>
                <a:lnTo>
                  <a:pt x="2168431" y="288830"/>
                </a:lnTo>
                <a:lnTo>
                  <a:pt x="2168999" y="289023"/>
                </a:lnTo>
                <a:lnTo>
                  <a:pt x="2169552" y="289234"/>
                </a:lnTo>
                <a:lnTo>
                  <a:pt x="2170093" y="289463"/>
                </a:lnTo>
                <a:lnTo>
                  <a:pt x="2170620" y="289711"/>
                </a:lnTo>
                <a:lnTo>
                  <a:pt x="2171134" y="289977"/>
                </a:lnTo>
                <a:lnTo>
                  <a:pt x="2171635" y="290262"/>
                </a:lnTo>
                <a:lnTo>
                  <a:pt x="2172122" y="290564"/>
                </a:lnTo>
                <a:lnTo>
                  <a:pt x="2172596" y="290886"/>
                </a:lnTo>
                <a:lnTo>
                  <a:pt x="2173056" y="291225"/>
                </a:lnTo>
                <a:lnTo>
                  <a:pt x="2173503" y="291583"/>
                </a:lnTo>
                <a:lnTo>
                  <a:pt x="2173937" y="291959"/>
                </a:lnTo>
                <a:lnTo>
                  <a:pt x="2174358" y="292354"/>
                </a:lnTo>
                <a:lnTo>
                  <a:pt x="2174765" y="292767"/>
                </a:lnTo>
                <a:lnTo>
                  <a:pt x="2175158" y="293198"/>
                </a:lnTo>
                <a:lnTo>
                  <a:pt x="2175550" y="293649"/>
                </a:lnTo>
                <a:lnTo>
                  <a:pt x="2175926" y="294122"/>
                </a:lnTo>
                <a:lnTo>
                  <a:pt x="2176285" y="294617"/>
                </a:lnTo>
                <a:lnTo>
                  <a:pt x="2176627" y="295133"/>
                </a:lnTo>
                <a:lnTo>
                  <a:pt x="2176952" y="295671"/>
                </a:lnTo>
                <a:lnTo>
                  <a:pt x="2177261" y="296231"/>
                </a:lnTo>
                <a:lnTo>
                  <a:pt x="2177553" y="296813"/>
                </a:lnTo>
                <a:lnTo>
                  <a:pt x="2177828" y="297416"/>
                </a:lnTo>
                <a:lnTo>
                  <a:pt x="2178087" y="298041"/>
                </a:lnTo>
                <a:lnTo>
                  <a:pt x="2178328" y="298687"/>
                </a:lnTo>
                <a:lnTo>
                  <a:pt x="2178554" y="299355"/>
                </a:lnTo>
                <a:lnTo>
                  <a:pt x="2178762" y="300045"/>
                </a:lnTo>
                <a:lnTo>
                  <a:pt x="2178954" y="300757"/>
                </a:lnTo>
                <a:lnTo>
                  <a:pt x="2179129" y="301490"/>
                </a:lnTo>
                <a:lnTo>
                  <a:pt x="2179288" y="302245"/>
                </a:lnTo>
                <a:lnTo>
                  <a:pt x="2179430" y="303022"/>
                </a:lnTo>
                <a:lnTo>
                  <a:pt x="2179555" y="303820"/>
                </a:lnTo>
                <a:lnTo>
                  <a:pt x="2179663" y="304640"/>
                </a:lnTo>
                <a:lnTo>
                  <a:pt x="2179755" y="305482"/>
                </a:lnTo>
                <a:lnTo>
                  <a:pt x="2179830" y="306345"/>
                </a:lnTo>
                <a:lnTo>
                  <a:pt x="2179888" y="307230"/>
                </a:lnTo>
                <a:lnTo>
                  <a:pt x="2179930" y="308137"/>
                </a:lnTo>
                <a:lnTo>
                  <a:pt x="2179955" y="309066"/>
                </a:lnTo>
                <a:lnTo>
                  <a:pt x="2179963" y="310016"/>
                </a:lnTo>
                <a:lnTo>
                  <a:pt x="2179963" y="359027"/>
                </a:lnTo>
                <a:lnTo>
                  <a:pt x="2195980" y="359027"/>
                </a:lnTo>
                <a:lnTo>
                  <a:pt x="2195980" y="305371"/>
                </a:lnTo>
                <a:lnTo>
                  <a:pt x="2195966" y="304155"/>
                </a:lnTo>
                <a:lnTo>
                  <a:pt x="2195925" y="302965"/>
                </a:lnTo>
                <a:lnTo>
                  <a:pt x="2195855" y="301800"/>
                </a:lnTo>
                <a:lnTo>
                  <a:pt x="2195758" y="300659"/>
                </a:lnTo>
                <a:lnTo>
                  <a:pt x="2195633" y="299544"/>
                </a:lnTo>
                <a:lnTo>
                  <a:pt x="2195480" y="298454"/>
                </a:lnTo>
                <a:lnTo>
                  <a:pt x="2195299" y="297388"/>
                </a:lnTo>
                <a:lnTo>
                  <a:pt x="2195090" y="296348"/>
                </a:lnTo>
                <a:lnTo>
                  <a:pt x="2194854" y="295333"/>
                </a:lnTo>
                <a:lnTo>
                  <a:pt x="2194590" y="294343"/>
                </a:lnTo>
                <a:lnTo>
                  <a:pt x="2194298" y="293377"/>
                </a:lnTo>
                <a:lnTo>
                  <a:pt x="2193978" y="292437"/>
                </a:lnTo>
                <a:lnTo>
                  <a:pt x="2193631" y="291522"/>
                </a:lnTo>
                <a:lnTo>
                  <a:pt x="2193255" y="290632"/>
                </a:lnTo>
                <a:lnTo>
                  <a:pt x="2192852" y="289767"/>
                </a:lnTo>
                <a:lnTo>
                  <a:pt x="2192421" y="288927"/>
                </a:lnTo>
                <a:lnTo>
                  <a:pt x="2191962" y="288112"/>
                </a:lnTo>
                <a:lnTo>
                  <a:pt x="2191476" y="287322"/>
                </a:lnTo>
                <a:lnTo>
                  <a:pt x="2190961" y="286557"/>
                </a:lnTo>
                <a:lnTo>
                  <a:pt x="2190419" y="285817"/>
                </a:lnTo>
                <a:lnTo>
                  <a:pt x="2189849" y="285102"/>
                </a:lnTo>
                <a:lnTo>
                  <a:pt x="2189251" y="284412"/>
                </a:lnTo>
                <a:lnTo>
                  <a:pt x="2188625" y="283747"/>
                </a:lnTo>
                <a:lnTo>
                  <a:pt x="2187972" y="283107"/>
                </a:lnTo>
                <a:lnTo>
                  <a:pt x="2187295" y="282493"/>
                </a:lnTo>
                <a:lnTo>
                  <a:pt x="2186599" y="281905"/>
                </a:lnTo>
                <a:lnTo>
                  <a:pt x="2185885" y="281343"/>
                </a:lnTo>
                <a:lnTo>
                  <a:pt x="2185151" y="280807"/>
                </a:lnTo>
                <a:lnTo>
                  <a:pt x="2184399" y="280297"/>
                </a:lnTo>
                <a:lnTo>
                  <a:pt x="2183627" y="279814"/>
                </a:lnTo>
                <a:lnTo>
                  <a:pt x="2182837" y="279356"/>
                </a:lnTo>
                <a:lnTo>
                  <a:pt x="2182028" y="278925"/>
                </a:lnTo>
                <a:lnTo>
                  <a:pt x="2181200" y="278520"/>
                </a:lnTo>
                <a:lnTo>
                  <a:pt x="2180353" y="278141"/>
                </a:lnTo>
                <a:lnTo>
                  <a:pt x="2179487" y="277788"/>
                </a:lnTo>
                <a:lnTo>
                  <a:pt x="2178602" y="277461"/>
                </a:lnTo>
                <a:lnTo>
                  <a:pt x="2177698" y="277161"/>
                </a:lnTo>
                <a:lnTo>
                  <a:pt x="2176776" y="276886"/>
                </a:lnTo>
                <a:lnTo>
                  <a:pt x="2175834" y="276638"/>
                </a:lnTo>
                <a:lnTo>
                  <a:pt x="2174874" y="276416"/>
                </a:lnTo>
                <a:lnTo>
                  <a:pt x="2173894" y="276220"/>
                </a:lnTo>
                <a:lnTo>
                  <a:pt x="2172896" y="276050"/>
                </a:lnTo>
                <a:lnTo>
                  <a:pt x="2171879" y="275906"/>
                </a:lnTo>
                <a:lnTo>
                  <a:pt x="2170843" y="275789"/>
                </a:lnTo>
                <a:lnTo>
                  <a:pt x="2169788" y="275697"/>
                </a:lnTo>
                <a:lnTo>
                  <a:pt x="2168714" y="275632"/>
                </a:lnTo>
                <a:lnTo>
                  <a:pt x="2167621" y="275593"/>
                </a:lnTo>
                <a:lnTo>
                  <a:pt x="2166509" y="275579"/>
                </a:lnTo>
                <a:lnTo>
                  <a:pt x="2165831" y="275585"/>
                </a:lnTo>
                <a:lnTo>
                  <a:pt x="2165158" y="275602"/>
                </a:lnTo>
                <a:lnTo>
                  <a:pt x="2164490" y="275629"/>
                </a:lnTo>
                <a:lnTo>
                  <a:pt x="2163826" y="275668"/>
                </a:lnTo>
                <a:lnTo>
                  <a:pt x="2163168" y="275718"/>
                </a:lnTo>
                <a:lnTo>
                  <a:pt x="2162515" y="275780"/>
                </a:lnTo>
                <a:lnTo>
                  <a:pt x="2161867" y="275852"/>
                </a:lnTo>
                <a:lnTo>
                  <a:pt x="2161224" y="275935"/>
                </a:lnTo>
                <a:lnTo>
                  <a:pt x="2160586" y="276030"/>
                </a:lnTo>
                <a:lnTo>
                  <a:pt x="2159952" y="276136"/>
                </a:lnTo>
                <a:lnTo>
                  <a:pt x="2159324" y="276252"/>
                </a:lnTo>
                <a:lnTo>
                  <a:pt x="2158701" y="276380"/>
                </a:lnTo>
                <a:lnTo>
                  <a:pt x="2158083" y="276519"/>
                </a:lnTo>
                <a:lnTo>
                  <a:pt x="2157470" y="276669"/>
                </a:lnTo>
                <a:lnTo>
                  <a:pt x="2156862" y="276831"/>
                </a:lnTo>
                <a:lnTo>
                  <a:pt x="2156258" y="277003"/>
                </a:lnTo>
                <a:lnTo>
                  <a:pt x="2155660" y="277187"/>
                </a:lnTo>
                <a:lnTo>
                  <a:pt x="2155067" y="277381"/>
                </a:lnTo>
                <a:lnTo>
                  <a:pt x="2154479" y="277587"/>
                </a:lnTo>
                <a:lnTo>
                  <a:pt x="2153896" y="277804"/>
                </a:lnTo>
                <a:lnTo>
                  <a:pt x="2153318" y="278032"/>
                </a:lnTo>
                <a:lnTo>
                  <a:pt x="2152745" y="278271"/>
                </a:lnTo>
                <a:lnTo>
                  <a:pt x="2152177" y="278521"/>
                </a:lnTo>
                <a:lnTo>
                  <a:pt x="2151614" y="278783"/>
                </a:lnTo>
                <a:lnTo>
                  <a:pt x="2151058" y="279056"/>
                </a:lnTo>
                <a:lnTo>
                  <a:pt x="2150514" y="279342"/>
                </a:lnTo>
                <a:lnTo>
                  <a:pt x="2149979" y="279641"/>
                </a:lnTo>
                <a:lnTo>
                  <a:pt x="2149456" y="279953"/>
                </a:lnTo>
                <a:lnTo>
                  <a:pt x="2148943" y="280277"/>
                </a:lnTo>
                <a:lnTo>
                  <a:pt x="2148440" y="280615"/>
                </a:lnTo>
                <a:lnTo>
                  <a:pt x="2147948" y="280965"/>
                </a:lnTo>
                <a:lnTo>
                  <a:pt x="2147467" y="281328"/>
                </a:lnTo>
                <a:lnTo>
                  <a:pt x="2146996" y="281703"/>
                </a:lnTo>
                <a:lnTo>
                  <a:pt x="2146536" y="282092"/>
                </a:lnTo>
                <a:lnTo>
                  <a:pt x="2146086" y="282493"/>
                </a:lnTo>
                <a:lnTo>
                  <a:pt x="2145647" y="282907"/>
                </a:lnTo>
                <a:lnTo>
                  <a:pt x="2145219" y="283334"/>
                </a:lnTo>
                <a:lnTo>
                  <a:pt x="2144801" y="283774"/>
                </a:lnTo>
                <a:lnTo>
                  <a:pt x="2144393" y="284226"/>
                </a:lnTo>
                <a:lnTo>
                  <a:pt x="2143997" y="284691"/>
                </a:lnTo>
                <a:lnTo>
                  <a:pt x="2143610" y="285169"/>
                </a:lnTo>
                <a:lnTo>
                  <a:pt x="2143235" y="285660"/>
                </a:lnTo>
                <a:lnTo>
                  <a:pt x="2142870" y="286164"/>
                </a:lnTo>
                <a:lnTo>
                  <a:pt x="2142515" y="286680"/>
                </a:lnTo>
                <a:lnTo>
                  <a:pt x="2142171" y="287209"/>
                </a:lnTo>
                <a:lnTo>
                  <a:pt x="2141838" y="287751"/>
                </a:lnTo>
                <a:lnTo>
                  <a:pt x="2141515" y="288306"/>
                </a:lnTo>
                <a:lnTo>
                  <a:pt x="2141203" y="288873"/>
                </a:lnTo>
                <a:lnTo>
                  <a:pt x="2139601" y="277181"/>
                </a:lnTo>
                <a:lnTo>
                  <a:pt x="2126627" y="277181"/>
                </a:lnTo>
                <a:lnTo>
                  <a:pt x="2126627" y="359027"/>
                </a:lnTo>
                <a:lnTo>
                  <a:pt x="2142644" y="359027"/>
                </a:lnTo>
                <a:lnTo>
                  <a:pt x="2142644" y="310977"/>
                </a:lnTo>
                <a:lnTo>
                  <a:pt x="2142648" y="310419"/>
                </a:lnTo>
                <a:lnTo>
                  <a:pt x="2142661" y="309867"/>
                </a:lnTo>
                <a:lnTo>
                  <a:pt x="2142682" y="309320"/>
                </a:lnTo>
                <a:lnTo>
                  <a:pt x="2142711" y="308779"/>
                </a:lnTo>
                <a:close/>
                <a:moveTo>
                  <a:pt x="1742034" y="299032"/>
                </a:moveTo>
                <a:lnTo>
                  <a:pt x="1742050" y="299120"/>
                </a:lnTo>
                <a:lnTo>
                  <a:pt x="1742065" y="299214"/>
                </a:lnTo>
                <a:lnTo>
                  <a:pt x="1742082" y="299314"/>
                </a:lnTo>
                <a:lnTo>
                  <a:pt x="1742099" y="299421"/>
                </a:lnTo>
                <a:lnTo>
                  <a:pt x="1742116" y="299534"/>
                </a:lnTo>
                <a:lnTo>
                  <a:pt x="1742134" y="299652"/>
                </a:lnTo>
                <a:lnTo>
                  <a:pt x="1742153" y="299777"/>
                </a:lnTo>
                <a:lnTo>
                  <a:pt x="1742172" y="299908"/>
                </a:lnTo>
                <a:lnTo>
                  <a:pt x="1742192" y="300045"/>
                </a:lnTo>
                <a:lnTo>
                  <a:pt x="1742212" y="300188"/>
                </a:lnTo>
                <a:lnTo>
                  <a:pt x="1742233" y="300338"/>
                </a:lnTo>
                <a:lnTo>
                  <a:pt x="1742254" y="300493"/>
                </a:lnTo>
                <a:lnTo>
                  <a:pt x="1742276" y="300655"/>
                </a:lnTo>
                <a:lnTo>
                  <a:pt x="1742299" y="300822"/>
                </a:lnTo>
                <a:lnTo>
                  <a:pt x="1742322" y="300996"/>
                </a:lnTo>
                <a:lnTo>
                  <a:pt x="1742346" y="301176"/>
                </a:lnTo>
                <a:lnTo>
                  <a:pt x="1742370" y="301362"/>
                </a:lnTo>
                <a:lnTo>
                  <a:pt x="1742395" y="301554"/>
                </a:lnTo>
                <a:lnTo>
                  <a:pt x="1742420" y="301753"/>
                </a:lnTo>
                <a:lnTo>
                  <a:pt x="1742446" y="301957"/>
                </a:lnTo>
                <a:lnTo>
                  <a:pt x="1742472" y="302167"/>
                </a:lnTo>
                <a:lnTo>
                  <a:pt x="1757208" y="302167"/>
                </a:lnTo>
                <a:lnTo>
                  <a:pt x="1757208" y="300245"/>
                </a:lnTo>
                <a:lnTo>
                  <a:pt x="1757216" y="299717"/>
                </a:lnTo>
                <a:lnTo>
                  <a:pt x="1757240" y="299198"/>
                </a:lnTo>
                <a:lnTo>
                  <a:pt x="1757280" y="298689"/>
                </a:lnTo>
                <a:lnTo>
                  <a:pt x="1757337" y="298190"/>
                </a:lnTo>
                <a:lnTo>
                  <a:pt x="1757409" y="297701"/>
                </a:lnTo>
                <a:lnTo>
                  <a:pt x="1757498" y="297222"/>
                </a:lnTo>
                <a:lnTo>
                  <a:pt x="1757603" y="296753"/>
                </a:lnTo>
                <a:lnTo>
                  <a:pt x="1757724" y="296295"/>
                </a:lnTo>
                <a:lnTo>
                  <a:pt x="1757861" y="295846"/>
                </a:lnTo>
                <a:lnTo>
                  <a:pt x="1758014" y="295407"/>
                </a:lnTo>
                <a:lnTo>
                  <a:pt x="1758183" y="294978"/>
                </a:lnTo>
                <a:lnTo>
                  <a:pt x="1758369" y="294559"/>
                </a:lnTo>
                <a:lnTo>
                  <a:pt x="1758571" y="294151"/>
                </a:lnTo>
                <a:lnTo>
                  <a:pt x="1758788" y="293752"/>
                </a:lnTo>
                <a:lnTo>
                  <a:pt x="1759022" y="293363"/>
                </a:lnTo>
                <a:lnTo>
                  <a:pt x="1759272" y="292984"/>
                </a:lnTo>
                <a:lnTo>
                  <a:pt x="1759538" y="292616"/>
                </a:lnTo>
                <a:lnTo>
                  <a:pt x="1759820" y="292257"/>
                </a:lnTo>
                <a:lnTo>
                  <a:pt x="1760119" y="291908"/>
                </a:lnTo>
                <a:lnTo>
                  <a:pt x="1760433" y="291570"/>
                </a:lnTo>
                <a:lnTo>
                  <a:pt x="1760764" y="291241"/>
                </a:lnTo>
                <a:lnTo>
                  <a:pt x="1761111" y="290922"/>
                </a:lnTo>
                <a:lnTo>
                  <a:pt x="1761474" y="290614"/>
                </a:lnTo>
                <a:lnTo>
                  <a:pt x="1761853" y="290315"/>
                </a:lnTo>
                <a:lnTo>
                  <a:pt x="1762246" y="290027"/>
                </a:lnTo>
                <a:lnTo>
                  <a:pt x="1762653" y="289752"/>
                </a:lnTo>
                <a:lnTo>
                  <a:pt x="1763074" y="289489"/>
                </a:lnTo>
                <a:lnTo>
                  <a:pt x="1763508" y="289238"/>
                </a:lnTo>
                <a:lnTo>
                  <a:pt x="1763955" y="289000"/>
                </a:lnTo>
                <a:lnTo>
                  <a:pt x="1764415" y="288773"/>
                </a:lnTo>
                <a:lnTo>
                  <a:pt x="1764889" y="288559"/>
                </a:lnTo>
                <a:lnTo>
                  <a:pt x="1765376" y="288357"/>
                </a:lnTo>
                <a:lnTo>
                  <a:pt x="1765877" y="288168"/>
                </a:lnTo>
                <a:lnTo>
                  <a:pt x="1766391" y="287990"/>
                </a:lnTo>
                <a:lnTo>
                  <a:pt x="1766918" y="287825"/>
                </a:lnTo>
                <a:lnTo>
                  <a:pt x="1767459" y="287672"/>
                </a:lnTo>
                <a:lnTo>
                  <a:pt x="1768012" y="287532"/>
                </a:lnTo>
                <a:lnTo>
                  <a:pt x="1768580" y="287403"/>
                </a:lnTo>
                <a:lnTo>
                  <a:pt x="1769160" y="287287"/>
                </a:lnTo>
                <a:lnTo>
                  <a:pt x="1769754" y="287183"/>
                </a:lnTo>
                <a:lnTo>
                  <a:pt x="1770362" y="287091"/>
                </a:lnTo>
                <a:lnTo>
                  <a:pt x="1770982" y="287012"/>
                </a:lnTo>
                <a:lnTo>
                  <a:pt x="1771616" y="286944"/>
                </a:lnTo>
                <a:lnTo>
                  <a:pt x="1772264" y="286889"/>
                </a:lnTo>
                <a:lnTo>
                  <a:pt x="1772924" y="286846"/>
                </a:lnTo>
                <a:lnTo>
                  <a:pt x="1773598" y="286816"/>
                </a:lnTo>
                <a:lnTo>
                  <a:pt x="1774286" y="286797"/>
                </a:lnTo>
                <a:lnTo>
                  <a:pt x="1774986" y="286791"/>
                </a:lnTo>
                <a:lnTo>
                  <a:pt x="1775751" y="286797"/>
                </a:lnTo>
                <a:lnTo>
                  <a:pt x="1776497" y="286816"/>
                </a:lnTo>
                <a:lnTo>
                  <a:pt x="1777224" y="286846"/>
                </a:lnTo>
                <a:lnTo>
                  <a:pt x="1777932" y="286889"/>
                </a:lnTo>
                <a:lnTo>
                  <a:pt x="1778621" y="286944"/>
                </a:lnTo>
                <a:lnTo>
                  <a:pt x="1779291" y="287012"/>
                </a:lnTo>
                <a:lnTo>
                  <a:pt x="1779942" y="287091"/>
                </a:lnTo>
                <a:lnTo>
                  <a:pt x="1780575" y="287183"/>
                </a:lnTo>
                <a:lnTo>
                  <a:pt x="1781188" y="287287"/>
                </a:lnTo>
                <a:lnTo>
                  <a:pt x="1781783" y="287403"/>
                </a:lnTo>
                <a:lnTo>
                  <a:pt x="1782358" y="287532"/>
                </a:lnTo>
                <a:lnTo>
                  <a:pt x="1782915" y="287672"/>
                </a:lnTo>
                <a:lnTo>
                  <a:pt x="1783453" y="287825"/>
                </a:lnTo>
                <a:lnTo>
                  <a:pt x="1783971" y="287990"/>
                </a:lnTo>
                <a:lnTo>
                  <a:pt x="1784471" y="288168"/>
                </a:lnTo>
                <a:lnTo>
                  <a:pt x="1784953" y="288357"/>
                </a:lnTo>
                <a:lnTo>
                  <a:pt x="1785415" y="288559"/>
                </a:lnTo>
                <a:lnTo>
                  <a:pt x="1785858" y="288773"/>
                </a:lnTo>
                <a:lnTo>
                  <a:pt x="1786282" y="289000"/>
                </a:lnTo>
                <a:lnTo>
                  <a:pt x="1786688" y="289238"/>
                </a:lnTo>
                <a:lnTo>
                  <a:pt x="1787074" y="289489"/>
                </a:lnTo>
                <a:lnTo>
                  <a:pt x="1787442" y="289752"/>
                </a:lnTo>
                <a:lnTo>
                  <a:pt x="1787791" y="290027"/>
                </a:lnTo>
                <a:lnTo>
                  <a:pt x="1788120" y="290315"/>
                </a:lnTo>
                <a:lnTo>
                  <a:pt x="1788447" y="290616"/>
                </a:lnTo>
                <a:lnTo>
                  <a:pt x="1788760" y="290931"/>
                </a:lnTo>
                <a:lnTo>
                  <a:pt x="1789059" y="291261"/>
                </a:lnTo>
                <a:lnTo>
                  <a:pt x="1789344" y="291605"/>
                </a:lnTo>
                <a:lnTo>
                  <a:pt x="1789615" y="291964"/>
                </a:lnTo>
                <a:lnTo>
                  <a:pt x="1789872" y="292337"/>
                </a:lnTo>
                <a:lnTo>
                  <a:pt x="1790115" y="292725"/>
                </a:lnTo>
                <a:lnTo>
                  <a:pt x="1790345" y="293127"/>
                </a:lnTo>
                <a:lnTo>
                  <a:pt x="1790560" y="293543"/>
                </a:lnTo>
                <a:lnTo>
                  <a:pt x="1790762" y="293974"/>
                </a:lnTo>
                <a:lnTo>
                  <a:pt x="1790950" y="294420"/>
                </a:lnTo>
                <a:lnTo>
                  <a:pt x="1791123" y="294880"/>
                </a:lnTo>
                <a:lnTo>
                  <a:pt x="1791283" y="295354"/>
                </a:lnTo>
                <a:lnTo>
                  <a:pt x="1791429" y="295843"/>
                </a:lnTo>
                <a:lnTo>
                  <a:pt x="1791561" y="296346"/>
                </a:lnTo>
                <a:lnTo>
                  <a:pt x="1791680" y="296864"/>
                </a:lnTo>
                <a:lnTo>
                  <a:pt x="1791784" y="297396"/>
                </a:lnTo>
                <a:lnTo>
                  <a:pt x="1791874" y="297943"/>
                </a:lnTo>
                <a:lnTo>
                  <a:pt x="1791951" y="298504"/>
                </a:lnTo>
                <a:lnTo>
                  <a:pt x="1792013" y="299080"/>
                </a:lnTo>
                <a:lnTo>
                  <a:pt x="1792062" y="299670"/>
                </a:lnTo>
                <a:lnTo>
                  <a:pt x="1792097" y="300274"/>
                </a:lnTo>
                <a:lnTo>
                  <a:pt x="1792118" y="300893"/>
                </a:lnTo>
                <a:lnTo>
                  <a:pt x="1792125" y="301527"/>
                </a:lnTo>
                <a:lnTo>
                  <a:pt x="1792125" y="310496"/>
                </a:lnTo>
                <a:lnTo>
                  <a:pt x="1790549" y="310501"/>
                </a:lnTo>
                <a:lnTo>
                  <a:pt x="1788999" y="310515"/>
                </a:lnTo>
                <a:lnTo>
                  <a:pt x="1787475" y="310539"/>
                </a:lnTo>
                <a:lnTo>
                  <a:pt x="1785976" y="310572"/>
                </a:lnTo>
                <a:lnTo>
                  <a:pt x="1784503" y="310614"/>
                </a:lnTo>
                <a:lnTo>
                  <a:pt x="1783055" y="310666"/>
                </a:lnTo>
                <a:lnTo>
                  <a:pt x="1781633" y="310728"/>
                </a:lnTo>
                <a:lnTo>
                  <a:pt x="1780237" y="310799"/>
                </a:lnTo>
                <a:lnTo>
                  <a:pt x="1778866" y="310879"/>
                </a:lnTo>
                <a:lnTo>
                  <a:pt x="1777520" y="310969"/>
                </a:lnTo>
                <a:lnTo>
                  <a:pt x="1776201" y="311068"/>
                </a:lnTo>
                <a:lnTo>
                  <a:pt x="1774906" y="311177"/>
                </a:lnTo>
                <a:lnTo>
                  <a:pt x="1773638" y="311295"/>
                </a:lnTo>
                <a:lnTo>
                  <a:pt x="1772395" y="311423"/>
                </a:lnTo>
                <a:lnTo>
                  <a:pt x="1771177" y="311560"/>
                </a:lnTo>
                <a:lnTo>
                  <a:pt x="1769986" y="311706"/>
                </a:lnTo>
                <a:lnTo>
                  <a:pt x="1768819" y="311862"/>
                </a:lnTo>
                <a:lnTo>
                  <a:pt x="1767679" y="312028"/>
                </a:lnTo>
                <a:lnTo>
                  <a:pt x="1766564" y="312203"/>
                </a:lnTo>
                <a:lnTo>
                  <a:pt x="1765474" y="312387"/>
                </a:lnTo>
                <a:lnTo>
                  <a:pt x="1764410" y="312581"/>
                </a:lnTo>
                <a:lnTo>
                  <a:pt x="1763372" y="312784"/>
                </a:lnTo>
                <a:lnTo>
                  <a:pt x="1762359" y="312997"/>
                </a:lnTo>
                <a:lnTo>
                  <a:pt x="1761372" y="313219"/>
                </a:lnTo>
                <a:lnTo>
                  <a:pt x="1760422" y="313452"/>
                </a:lnTo>
                <a:lnTo>
                  <a:pt x="1759493" y="313695"/>
                </a:lnTo>
                <a:lnTo>
                  <a:pt x="1758587" y="313950"/>
                </a:lnTo>
                <a:lnTo>
                  <a:pt x="1757702" y="314216"/>
                </a:lnTo>
                <a:lnTo>
                  <a:pt x="1756838" y="314493"/>
                </a:lnTo>
                <a:lnTo>
                  <a:pt x="1755996" y="314781"/>
                </a:lnTo>
                <a:lnTo>
                  <a:pt x="1755176" y="315080"/>
                </a:lnTo>
                <a:lnTo>
                  <a:pt x="1754378" y="315390"/>
                </a:lnTo>
                <a:lnTo>
                  <a:pt x="1753601" y="315712"/>
                </a:lnTo>
                <a:lnTo>
                  <a:pt x="1752846" y="316044"/>
                </a:lnTo>
                <a:lnTo>
                  <a:pt x="1752113" y="316388"/>
                </a:lnTo>
                <a:lnTo>
                  <a:pt x="1751402" y="316743"/>
                </a:lnTo>
                <a:lnTo>
                  <a:pt x="1750712" y="317109"/>
                </a:lnTo>
                <a:lnTo>
                  <a:pt x="1750044" y="317486"/>
                </a:lnTo>
                <a:lnTo>
                  <a:pt x="1749397" y="317874"/>
                </a:lnTo>
                <a:lnTo>
                  <a:pt x="1748772" y="318273"/>
                </a:lnTo>
                <a:lnTo>
                  <a:pt x="1748169" y="318684"/>
                </a:lnTo>
                <a:lnTo>
                  <a:pt x="1747588" y="319105"/>
                </a:lnTo>
                <a:lnTo>
                  <a:pt x="1747028" y="319538"/>
                </a:lnTo>
                <a:lnTo>
                  <a:pt x="1746490" y="319982"/>
                </a:lnTo>
                <a:lnTo>
                  <a:pt x="1745973" y="320437"/>
                </a:lnTo>
                <a:lnTo>
                  <a:pt x="1745479" y="320903"/>
                </a:lnTo>
                <a:lnTo>
                  <a:pt x="1745006" y="321380"/>
                </a:lnTo>
                <a:lnTo>
                  <a:pt x="1744554" y="321868"/>
                </a:lnTo>
                <a:lnTo>
                  <a:pt x="1744136" y="322355"/>
                </a:lnTo>
                <a:lnTo>
                  <a:pt x="1743736" y="322856"/>
                </a:lnTo>
                <a:lnTo>
                  <a:pt x="1743353" y="323370"/>
                </a:lnTo>
                <a:lnTo>
                  <a:pt x="1742988" y="323897"/>
                </a:lnTo>
                <a:lnTo>
                  <a:pt x="1742641" y="324438"/>
                </a:lnTo>
                <a:lnTo>
                  <a:pt x="1742312" y="324992"/>
                </a:lnTo>
                <a:lnTo>
                  <a:pt x="1742001" y="325559"/>
                </a:lnTo>
                <a:lnTo>
                  <a:pt x="1741707" y="326139"/>
                </a:lnTo>
                <a:lnTo>
                  <a:pt x="1741431" y="326733"/>
                </a:lnTo>
                <a:lnTo>
                  <a:pt x="1741173" y="327341"/>
                </a:lnTo>
                <a:lnTo>
                  <a:pt x="1740933" y="327961"/>
                </a:lnTo>
                <a:lnTo>
                  <a:pt x="1740710" y="328595"/>
                </a:lnTo>
                <a:lnTo>
                  <a:pt x="1740506" y="329243"/>
                </a:lnTo>
                <a:lnTo>
                  <a:pt x="1740319" y="329903"/>
                </a:lnTo>
                <a:lnTo>
                  <a:pt x="1740150" y="330577"/>
                </a:lnTo>
                <a:lnTo>
                  <a:pt x="1739998" y="331265"/>
                </a:lnTo>
                <a:lnTo>
                  <a:pt x="1739865" y="331966"/>
                </a:lnTo>
                <a:lnTo>
                  <a:pt x="1739749" y="332680"/>
                </a:lnTo>
                <a:lnTo>
                  <a:pt x="1739651" y="333407"/>
                </a:lnTo>
                <a:lnTo>
                  <a:pt x="1739571" y="334148"/>
                </a:lnTo>
                <a:lnTo>
                  <a:pt x="1739509" y="334902"/>
                </a:lnTo>
                <a:lnTo>
                  <a:pt x="1739465" y="335669"/>
                </a:lnTo>
                <a:lnTo>
                  <a:pt x="1739438" y="336450"/>
                </a:lnTo>
                <a:lnTo>
                  <a:pt x="1739429" y="337244"/>
                </a:lnTo>
                <a:lnTo>
                  <a:pt x="1739441" y="338196"/>
                </a:lnTo>
                <a:lnTo>
                  <a:pt x="1739476" y="339128"/>
                </a:lnTo>
                <a:lnTo>
                  <a:pt x="1739534" y="340040"/>
                </a:lnTo>
                <a:lnTo>
                  <a:pt x="1739616" y="340933"/>
                </a:lnTo>
                <a:lnTo>
                  <a:pt x="1739721" y="341806"/>
                </a:lnTo>
                <a:lnTo>
                  <a:pt x="1739849" y="342660"/>
                </a:lnTo>
                <a:lnTo>
                  <a:pt x="1740001" y="343495"/>
                </a:lnTo>
                <a:lnTo>
                  <a:pt x="1740176" y="344310"/>
                </a:lnTo>
                <a:lnTo>
                  <a:pt x="1740375" y="345105"/>
                </a:lnTo>
                <a:lnTo>
                  <a:pt x="1740597" y="345881"/>
                </a:lnTo>
                <a:lnTo>
                  <a:pt x="1740842" y="346638"/>
                </a:lnTo>
                <a:lnTo>
                  <a:pt x="1741111" y="347375"/>
                </a:lnTo>
                <a:lnTo>
                  <a:pt x="1741403" y="348093"/>
                </a:lnTo>
                <a:lnTo>
                  <a:pt x="1741718" y="348791"/>
                </a:lnTo>
                <a:lnTo>
                  <a:pt x="1742057" y="349470"/>
                </a:lnTo>
                <a:lnTo>
                  <a:pt x="1742419" y="350129"/>
                </a:lnTo>
                <a:lnTo>
                  <a:pt x="1742804" y="350769"/>
                </a:lnTo>
                <a:lnTo>
                  <a:pt x="1743213" y="351389"/>
                </a:lnTo>
                <a:lnTo>
                  <a:pt x="1743645" y="351990"/>
                </a:lnTo>
                <a:lnTo>
                  <a:pt x="1744101" y="352572"/>
                </a:lnTo>
                <a:lnTo>
                  <a:pt x="1744579" y="353134"/>
                </a:lnTo>
                <a:lnTo>
                  <a:pt x="1745082" y="353676"/>
                </a:lnTo>
                <a:lnTo>
                  <a:pt x="1745607" y="354199"/>
                </a:lnTo>
                <a:lnTo>
                  <a:pt x="1746156" y="354703"/>
                </a:lnTo>
                <a:lnTo>
                  <a:pt x="1746740" y="355186"/>
                </a:lnTo>
                <a:lnTo>
                  <a:pt x="1747344" y="355649"/>
                </a:lnTo>
                <a:lnTo>
                  <a:pt x="1747968" y="356092"/>
                </a:lnTo>
                <a:lnTo>
                  <a:pt x="1748612" y="356514"/>
                </a:lnTo>
                <a:lnTo>
                  <a:pt x="1749276" y="356915"/>
                </a:lnTo>
                <a:lnTo>
                  <a:pt x="1749960" y="357296"/>
                </a:lnTo>
                <a:lnTo>
                  <a:pt x="1750664" y="357656"/>
                </a:lnTo>
                <a:lnTo>
                  <a:pt x="1751388" y="357995"/>
                </a:lnTo>
                <a:lnTo>
                  <a:pt x="1752132" y="358314"/>
                </a:lnTo>
                <a:lnTo>
                  <a:pt x="1752897" y="358613"/>
                </a:lnTo>
                <a:lnTo>
                  <a:pt x="1753681" y="358890"/>
                </a:lnTo>
                <a:lnTo>
                  <a:pt x="1754485" y="359148"/>
                </a:lnTo>
                <a:lnTo>
                  <a:pt x="1755309" y="359384"/>
                </a:lnTo>
                <a:lnTo>
                  <a:pt x="1756153" y="359600"/>
                </a:lnTo>
                <a:lnTo>
                  <a:pt x="1757018" y="359796"/>
                </a:lnTo>
                <a:lnTo>
                  <a:pt x="1757902" y="359971"/>
                </a:lnTo>
                <a:lnTo>
                  <a:pt x="1758806" y="360125"/>
                </a:lnTo>
                <a:lnTo>
                  <a:pt x="1759730" y="360259"/>
                </a:lnTo>
                <a:lnTo>
                  <a:pt x="1760675" y="360372"/>
                </a:lnTo>
                <a:lnTo>
                  <a:pt x="1761639" y="360464"/>
                </a:lnTo>
                <a:lnTo>
                  <a:pt x="1762623" y="360537"/>
                </a:lnTo>
                <a:lnTo>
                  <a:pt x="1763628" y="360588"/>
                </a:lnTo>
                <a:lnTo>
                  <a:pt x="1764652" y="360619"/>
                </a:lnTo>
                <a:lnTo>
                  <a:pt x="1765697" y="360629"/>
                </a:lnTo>
                <a:lnTo>
                  <a:pt x="1766176" y="360627"/>
                </a:lnTo>
                <a:lnTo>
                  <a:pt x="1766654" y="360620"/>
                </a:lnTo>
                <a:lnTo>
                  <a:pt x="1767131" y="360609"/>
                </a:lnTo>
                <a:lnTo>
                  <a:pt x="1767605" y="360594"/>
                </a:lnTo>
                <a:lnTo>
                  <a:pt x="1768078" y="360574"/>
                </a:lnTo>
                <a:lnTo>
                  <a:pt x="1768550" y="360549"/>
                </a:lnTo>
                <a:lnTo>
                  <a:pt x="1769019" y="360520"/>
                </a:lnTo>
                <a:lnTo>
                  <a:pt x="1769487" y="360487"/>
                </a:lnTo>
                <a:lnTo>
                  <a:pt x="1769954" y="360449"/>
                </a:lnTo>
                <a:lnTo>
                  <a:pt x="1770418" y="360407"/>
                </a:lnTo>
                <a:lnTo>
                  <a:pt x="1770881" y="360360"/>
                </a:lnTo>
                <a:lnTo>
                  <a:pt x="1771343" y="360309"/>
                </a:lnTo>
                <a:lnTo>
                  <a:pt x="1771802" y="360253"/>
                </a:lnTo>
                <a:lnTo>
                  <a:pt x="1772260" y="360193"/>
                </a:lnTo>
                <a:lnTo>
                  <a:pt x="1772717" y="360129"/>
                </a:lnTo>
                <a:lnTo>
                  <a:pt x="1773171" y="360060"/>
                </a:lnTo>
                <a:lnTo>
                  <a:pt x="1773624" y="359986"/>
                </a:lnTo>
                <a:lnTo>
                  <a:pt x="1774075" y="359908"/>
                </a:lnTo>
                <a:lnTo>
                  <a:pt x="1774525" y="359826"/>
                </a:lnTo>
                <a:lnTo>
                  <a:pt x="1774973" y="359739"/>
                </a:lnTo>
                <a:lnTo>
                  <a:pt x="1775419" y="359648"/>
                </a:lnTo>
                <a:lnTo>
                  <a:pt x="1775864" y="359552"/>
                </a:lnTo>
                <a:lnTo>
                  <a:pt x="1776307" y="359452"/>
                </a:lnTo>
                <a:lnTo>
                  <a:pt x="1776748" y="359348"/>
                </a:lnTo>
                <a:lnTo>
                  <a:pt x="1777187" y="359251"/>
                </a:lnTo>
                <a:lnTo>
                  <a:pt x="1777623" y="359149"/>
                </a:lnTo>
                <a:lnTo>
                  <a:pt x="1778055" y="359040"/>
                </a:lnTo>
                <a:lnTo>
                  <a:pt x="1778483" y="358925"/>
                </a:lnTo>
                <a:lnTo>
                  <a:pt x="1778909" y="358804"/>
                </a:lnTo>
                <a:lnTo>
                  <a:pt x="1779331" y="358677"/>
                </a:lnTo>
                <a:lnTo>
                  <a:pt x="1779750" y="358544"/>
                </a:lnTo>
                <a:lnTo>
                  <a:pt x="1780165" y="358405"/>
                </a:lnTo>
                <a:lnTo>
                  <a:pt x="1780577" y="358259"/>
                </a:lnTo>
                <a:lnTo>
                  <a:pt x="1780986" y="358108"/>
                </a:lnTo>
                <a:lnTo>
                  <a:pt x="1781392" y="357950"/>
                </a:lnTo>
                <a:lnTo>
                  <a:pt x="1781794" y="357786"/>
                </a:lnTo>
                <a:lnTo>
                  <a:pt x="1782192" y="357616"/>
                </a:lnTo>
                <a:lnTo>
                  <a:pt x="1782588" y="357440"/>
                </a:lnTo>
                <a:lnTo>
                  <a:pt x="1782980" y="357258"/>
                </a:lnTo>
                <a:lnTo>
                  <a:pt x="1783369" y="357070"/>
                </a:lnTo>
                <a:lnTo>
                  <a:pt x="1783754" y="356875"/>
                </a:lnTo>
                <a:lnTo>
                  <a:pt x="1784136" y="356675"/>
                </a:lnTo>
                <a:lnTo>
                  <a:pt x="1784515" y="356468"/>
                </a:lnTo>
                <a:lnTo>
                  <a:pt x="1784890" y="356256"/>
                </a:lnTo>
                <a:lnTo>
                  <a:pt x="1785262" y="356037"/>
                </a:lnTo>
                <a:lnTo>
                  <a:pt x="1785631" y="355812"/>
                </a:lnTo>
                <a:lnTo>
                  <a:pt x="1785996" y="355581"/>
                </a:lnTo>
                <a:lnTo>
                  <a:pt x="1786358" y="355344"/>
                </a:lnTo>
                <a:lnTo>
                  <a:pt x="1786716" y="355087"/>
                </a:lnTo>
                <a:lnTo>
                  <a:pt x="1787068" y="354823"/>
                </a:lnTo>
                <a:lnTo>
                  <a:pt x="1787415" y="354553"/>
                </a:lnTo>
                <a:lnTo>
                  <a:pt x="1787755" y="354276"/>
                </a:lnTo>
                <a:lnTo>
                  <a:pt x="1788091" y="353992"/>
                </a:lnTo>
                <a:lnTo>
                  <a:pt x="1788421" y="353702"/>
                </a:lnTo>
                <a:lnTo>
                  <a:pt x="1788745" y="353405"/>
                </a:lnTo>
                <a:lnTo>
                  <a:pt x="1789064" y="353101"/>
                </a:lnTo>
                <a:lnTo>
                  <a:pt x="1789377" y="352791"/>
                </a:lnTo>
                <a:lnTo>
                  <a:pt x="1789684" y="352474"/>
                </a:lnTo>
                <a:lnTo>
                  <a:pt x="1789986" y="352150"/>
                </a:lnTo>
                <a:lnTo>
                  <a:pt x="1790283" y="351820"/>
                </a:lnTo>
                <a:lnTo>
                  <a:pt x="1790573" y="351483"/>
                </a:lnTo>
                <a:lnTo>
                  <a:pt x="1790859" y="351139"/>
                </a:lnTo>
                <a:lnTo>
                  <a:pt x="1791138" y="350789"/>
                </a:lnTo>
                <a:lnTo>
                  <a:pt x="1791413" y="350432"/>
                </a:lnTo>
                <a:lnTo>
                  <a:pt x="1791681" y="350068"/>
                </a:lnTo>
                <a:lnTo>
                  <a:pt x="1791944" y="349698"/>
                </a:lnTo>
                <a:lnTo>
                  <a:pt x="1792202" y="349321"/>
                </a:lnTo>
                <a:lnTo>
                  <a:pt x="1792454" y="348937"/>
                </a:lnTo>
                <a:lnTo>
                  <a:pt x="1792700" y="348546"/>
                </a:lnTo>
                <a:lnTo>
                  <a:pt x="1792941" y="348149"/>
                </a:lnTo>
                <a:lnTo>
                  <a:pt x="1793176" y="347746"/>
                </a:lnTo>
                <a:lnTo>
                  <a:pt x="1793406" y="347335"/>
                </a:lnTo>
                <a:lnTo>
                  <a:pt x="1793448" y="347758"/>
                </a:lnTo>
                <a:lnTo>
                  <a:pt x="1793493" y="348174"/>
                </a:lnTo>
                <a:lnTo>
                  <a:pt x="1793541" y="348581"/>
                </a:lnTo>
                <a:lnTo>
                  <a:pt x="1793593" y="348981"/>
                </a:lnTo>
                <a:lnTo>
                  <a:pt x="1793648" y="349373"/>
                </a:lnTo>
                <a:lnTo>
                  <a:pt x="1793706" y="349758"/>
                </a:lnTo>
                <a:lnTo>
                  <a:pt x="1793768" y="350134"/>
                </a:lnTo>
                <a:lnTo>
                  <a:pt x="1793833" y="350503"/>
                </a:lnTo>
                <a:lnTo>
                  <a:pt x="1793901" y="350864"/>
                </a:lnTo>
                <a:lnTo>
                  <a:pt x="1793973" y="351217"/>
                </a:lnTo>
                <a:lnTo>
                  <a:pt x="1794048" y="351562"/>
                </a:lnTo>
                <a:lnTo>
                  <a:pt x="1794127" y="351900"/>
                </a:lnTo>
                <a:lnTo>
                  <a:pt x="1794208" y="352230"/>
                </a:lnTo>
                <a:lnTo>
                  <a:pt x="1794293" y="352552"/>
                </a:lnTo>
                <a:lnTo>
                  <a:pt x="1794382" y="352866"/>
                </a:lnTo>
                <a:lnTo>
                  <a:pt x="1794474" y="353172"/>
                </a:lnTo>
                <a:lnTo>
                  <a:pt x="1794569" y="353471"/>
                </a:lnTo>
                <a:lnTo>
                  <a:pt x="1794667" y="353762"/>
                </a:lnTo>
                <a:lnTo>
                  <a:pt x="1794769" y="354045"/>
                </a:lnTo>
                <a:lnTo>
                  <a:pt x="1794874" y="354320"/>
                </a:lnTo>
                <a:lnTo>
                  <a:pt x="1794983" y="354588"/>
                </a:lnTo>
                <a:lnTo>
                  <a:pt x="1795094" y="354847"/>
                </a:lnTo>
                <a:lnTo>
                  <a:pt x="1795209" y="355099"/>
                </a:lnTo>
                <a:lnTo>
                  <a:pt x="1795328" y="355344"/>
                </a:lnTo>
                <a:lnTo>
                  <a:pt x="1795451" y="355581"/>
                </a:lnTo>
                <a:lnTo>
                  <a:pt x="1795579" y="355812"/>
                </a:lnTo>
                <a:lnTo>
                  <a:pt x="1795713" y="356037"/>
                </a:lnTo>
                <a:lnTo>
                  <a:pt x="1795853" y="356256"/>
                </a:lnTo>
                <a:lnTo>
                  <a:pt x="1795998" y="356468"/>
                </a:lnTo>
                <a:lnTo>
                  <a:pt x="1796149" y="356675"/>
                </a:lnTo>
                <a:lnTo>
                  <a:pt x="1796305" y="356875"/>
                </a:lnTo>
                <a:lnTo>
                  <a:pt x="1796467" y="357070"/>
                </a:lnTo>
                <a:lnTo>
                  <a:pt x="1796634" y="357258"/>
                </a:lnTo>
                <a:lnTo>
                  <a:pt x="1796807" y="357440"/>
                </a:lnTo>
                <a:lnTo>
                  <a:pt x="1796986" y="357616"/>
                </a:lnTo>
                <a:lnTo>
                  <a:pt x="1797170" y="357786"/>
                </a:lnTo>
                <a:lnTo>
                  <a:pt x="1797359" y="357950"/>
                </a:lnTo>
                <a:lnTo>
                  <a:pt x="1797555" y="358108"/>
                </a:lnTo>
                <a:lnTo>
                  <a:pt x="1797755" y="358259"/>
                </a:lnTo>
                <a:lnTo>
                  <a:pt x="1797962" y="358405"/>
                </a:lnTo>
                <a:lnTo>
                  <a:pt x="1798174" y="358544"/>
                </a:lnTo>
                <a:lnTo>
                  <a:pt x="1798391" y="358677"/>
                </a:lnTo>
                <a:lnTo>
                  <a:pt x="1798614" y="358804"/>
                </a:lnTo>
                <a:lnTo>
                  <a:pt x="1798843" y="358925"/>
                </a:lnTo>
                <a:lnTo>
                  <a:pt x="1799077" y="359040"/>
                </a:lnTo>
                <a:lnTo>
                  <a:pt x="1799317" y="359149"/>
                </a:lnTo>
                <a:lnTo>
                  <a:pt x="1799562" y="359251"/>
                </a:lnTo>
                <a:lnTo>
                  <a:pt x="1799813" y="359348"/>
                </a:lnTo>
                <a:lnTo>
                  <a:pt x="1800069" y="359452"/>
                </a:lnTo>
                <a:lnTo>
                  <a:pt x="1800332" y="359552"/>
                </a:lnTo>
                <a:lnTo>
                  <a:pt x="1800601" y="359648"/>
                </a:lnTo>
                <a:lnTo>
                  <a:pt x="1800876" y="359739"/>
                </a:lnTo>
                <a:lnTo>
                  <a:pt x="1801157" y="359826"/>
                </a:lnTo>
                <a:lnTo>
                  <a:pt x="1801444" y="359908"/>
                </a:lnTo>
                <a:lnTo>
                  <a:pt x="1801738" y="359986"/>
                </a:lnTo>
                <a:lnTo>
                  <a:pt x="1802037" y="360060"/>
                </a:lnTo>
                <a:lnTo>
                  <a:pt x="1802343" y="360129"/>
                </a:lnTo>
                <a:lnTo>
                  <a:pt x="1802655" y="360193"/>
                </a:lnTo>
                <a:lnTo>
                  <a:pt x="1802972" y="360253"/>
                </a:lnTo>
                <a:lnTo>
                  <a:pt x="1803296" y="360309"/>
                </a:lnTo>
                <a:lnTo>
                  <a:pt x="1803626" y="360360"/>
                </a:lnTo>
                <a:lnTo>
                  <a:pt x="1803963" y="360407"/>
                </a:lnTo>
                <a:lnTo>
                  <a:pt x="1804305" y="360449"/>
                </a:lnTo>
                <a:lnTo>
                  <a:pt x="1804653" y="360487"/>
                </a:lnTo>
                <a:lnTo>
                  <a:pt x="1805008" y="360520"/>
                </a:lnTo>
                <a:lnTo>
                  <a:pt x="1805368" y="360549"/>
                </a:lnTo>
                <a:lnTo>
                  <a:pt x="1805735" y="360574"/>
                </a:lnTo>
                <a:lnTo>
                  <a:pt x="1806108" y="360594"/>
                </a:lnTo>
                <a:lnTo>
                  <a:pt x="1806487" y="360609"/>
                </a:lnTo>
                <a:lnTo>
                  <a:pt x="1806872" y="360620"/>
                </a:lnTo>
                <a:lnTo>
                  <a:pt x="1807264" y="360627"/>
                </a:lnTo>
                <a:lnTo>
                  <a:pt x="1807661" y="360629"/>
                </a:lnTo>
                <a:lnTo>
                  <a:pt x="1807941" y="360628"/>
                </a:lnTo>
                <a:lnTo>
                  <a:pt x="1808219" y="360624"/>
                </a:lnTo>
                <a:lnTo>
                  <a:pt x="1808497" y="360617"/>
                </a:lnTo>
                <a:lnTo>
                  <a:pt x="1808773" y="360607"/>
                </a:lnTo>
                <a:lnTo>
                  <a:pt x="1809048" y="360594"/>
                </a:lnTo>
                <a:lnTo>
                  <a:pt x="1809323" y="360579"/>
                </a:lnTo>
                <a:lnTo>
                  <a:pt x="1809596" y="360561"/>
                </a:lnTo>
                <a:lnTo>
                  <a:pt x="1809868" y="360540"/>
                </a:lnTo>
                <a:lnTo>
                  <a:pt x="1810139" y="360516"/>
                </a:lnTo>
                <a:lnTo>
                  <a:pt x="1810408" y="360490"/>
                </a:lnTo>
                <a:lnTo>
                  <a:pt x="1810677" y="360461"/>
                </a:lnTo>
                <a:lnTo>
                  <a:pt x="1810944" y="360429"/>
                </a:lnTo>
                <a:lnTo>
                  <a:pt x="1811211" y="360394"/>
                </a:lnTo>
                <a:lnTo>
                  <a:pt x="1811476" y="360357"/>
                </a:lnTo>
                <a:lnTo>
                  <a:pt x="1811740" y="360316"/>
                </a:lnTo>
                <a:lnTo>
                  <a:pt x="1812003" y="360273"/>
                </a:lnTo>
                <a:lnTo>
                  <a:pt x="1812265" y="360227"/>
                </a:lnTo>
                <a:lnTo>
                  <a:pt x="1812526" y="360179"/>
                </a:lnTo>
                <a:lnTo>
                  <a:pt x="1812786" y="360127"/>
                </a:lnTo>
                <a:lnTo>
                  <a:pt x="1813044" y="360073"/>
                </a:lnTo>
                <a:lnTo>
                  <a:pt x="1813302" y="360016"/>
                </a:lnTo>
                <a:lnTo>
                  <a:pt x="1813558" y="359956"/>
                </a:lnTo>
                <a:lnTo>
                  <a:pt x="1813813" y="359894"/>
                </a:lnTo>
                <a:lnTo>
                  <a:pt x="1814068" y="359828"/>
                </a:lnTo>
                <a:lnTo>
                  <a:pt x="1814320" y="359760"/>
                </a:lnTo>
                <a:lnTo>
                  <a:pt x="1814568" y="359690"/>
                </a:lnTo>
                <a:lnTo>
                  <a:pt x="1814813" y="359618"/>
                </a:lnTo>
                <a:lnTo>
                  <a:pt x="1815055" y="359544"/>
                </a:lnTo>
                <a:lnTo>
                  <a:pt x="1815294" y="359467"/>
                </a:lnTo>
                <a:lnTo>
                  <a:pt x="1815529" y="359388"/>
                </a:lnTo>
                <a:lnTo>
                  <a:pt x="1815761" y="359307"/>
                </a:lnTo>
                <a:lnTo>
                  <a:pt x="1815990" y="359223"/>
                </a:lnTo>
                <a:lnTo>
                  <a:pt x="1816215" y="359138"/>
                </a:lnTo>
                <a:lnTo>
                  <a:pt x="1816437" y="359050"/>
                </a:lnTo>
                <a:lnTo>
                  <a:pt x="1816655" y="358960"/>
                </a:lnTo>
                <a:lnTo>
                  <a:pt x="1816871" y="358867"/>
                </a:lnTo>
                <a:lnTo>
                  <a:pt x="1817083" y="358773"/>
                </a:lnTo>
                <a:lnTo>
                  <a:pt x="1817291" y="358676"/>
                </a:lnTo>
                <a:lnTo>
                  <a:pt x="1817496" y="358577"/>
                </a:lnTo>
                <a:lnTo>
                  <a:pt x="1817698" y="358476"/>
                </a:lnTo>
                <a:lnTo>
                  <a:pt x="1817897" y="358372"/>
                </a:lnTo>
                <a:lnTo>
                  <a:pt x="1818092" y="358267"/>
                </a:lnTo>
                <a:lnTo>
                  <a:pt x="1818284" y="358159"/>
                </a:lnTo>
                <a:lnTo>
                  <a:pt x="1818472" y="358049"/>
                </a:lnTo>
                <a:lnTo>
                  <a:pt x="1818658" y="357936"/>
                </a:lnTo>
                <a:lnTo>
                  <a:pt x="1818839" y="357822"/>
                </a:lnTo>
                <a:lnTo>
                  <a:pt x="1819018" y="357705"/>
                </a:lnTo>
                <a:lnTo>
                  <a:pt x="1819193" y="357586"/>
                </a:lnTo>
                <a:lnTo>
                  <a:pt x="1819193" y="347175"/>
                </a:lnTo>
                <a:lnTo>
                  <a:pt x="1818965" y="347332"/>
                </a:lnTo>
                <a:lnTo>
                  <a:pt x="1818733" y="347482"/>
                </a:lnTo>
                <a:lnTo>
                  <a:pt x="1818497" y="347625"/>
                </a:lnTo>
                <a:lnTo>
                  <a:pt x="1818259" y="347762"/>
                </a:lnTo>
                <a:lnTo>
                  <a:pt x="1818017" y="347892"/>
                </a:lnTo>
                <a:lnTo>
                  <a:pt x="1817772" y="348016"/>
                </a:lnTo>
                <a:lnTo>
                  <a:pt x="1817523" y="348133"/>
                </a:lnTo>
                <a:lnTo>
                  <a:pt x="1817271" y="348243"/>
                </a:lnTo>
                <a:lnTo>
                  <a:pt x="1817016" y="348346"/>
                </a:lnTo>
                <a:lnTo>
                  <a:pt x="1816757" y="348443"/>
                </a:lnTo>
                <a:lnTo>
                  <a:pt x="1816495" y="348533"/>
                </a:lnTo>
                <a:lnTo>
                  <a:pt x="1816230" y="348616"/>
                </a:lnTo>
                <a:lnTo>
                  <a:pt x="1815961" y="348693"/>
                </a:lnTo>
                <a:lnTo>
                  <a:pt x="1815689" y="348763"/>
                </a:lnTo>
                <a:lnTo>
                  <a:pt x="1815414" y="348827"/>
                </a:lnTo>
                <a:lnTo>
                  <a:pt x="1815135" y="348883"/>
                </a:lnTo>
                <a:lnTo>
                  <a:pt x="1814853" y="348933"/>
                </a:lnTo>
                <a:lnTo>
                  <a:pt x="1814568" y="348977"/>
                </a:lnTo>
                <a:lnTo>
                  <a:pt x="1814280" y="349014"/>
                </a:lnTo>
                <a:lnTo>
                  <a:pt x="1813988" y="349044"/>
                </a:lnTo>
                <a:lnTo>
                  <a:pt x="1813692" y="349067"/>
                </a:lnTo>
                <a:lnTo>
                  <a:pt x="1813394" y="349084"/>
                </a:lnTo>
                <a:lnTo>
                  <a:pt x="1813092" y="349094"/>
                </a:lnTo>
                <a:lnTo>
                  <a:pt x="1812786" y="349097"/>
                </a:lnTo>
                <a:lnTo>
                  <a:pt x="1812614" y="349095"/>
                </a:lnTo>
                <a:lnTo>
                  <a:pt x="1812445" y="349089"/>
                </a:lnTo>
                <a:lnTo>
                  <a:pt x="1812278" y="349079"/>
                </a:lnTo>
                <a:lnTo>
                  <a:pt x="1812115" y="349066"/>
                </a:lnTo>
                <a:lnTo>
                  <a:pt x="1811953" y="349048"/>
                </a:lnTo>
                <a:lnTo>
                  <a:pt x="1811795" y="349027"/>
                </a:lnTo>
                <a:lnTo>
                  <a:pt x="1811640" y="349002"/>
                </a:lnTo>
                <a:lnTo>
                  <a:pt x="1811487" y="348972"/>
                </a:lnTo>
                <a:lnTo>
                  <a:pt x="1811337" y="348939"/>
                </a:lnTo>
                <a:lnTo>
                  <a:pt x="1811190" y="348902"/>
                </a:lnTo>
                <a:lnTo>
                  <a:pt x="1811046" y="348861"/>
                </a:lnTo>
                <a:lnTo>
                  <a:pt x="1810904" y="348817"/>
                </a:lnTo>
                <a:lnTo>
                  <a:pt x="1810766" y="348768"/>
                </a:lnTo>
                <a:lnTo>
                  <a:pt x="1810630" y="348715"/>
                </a:lnTo>
                <a:lnTo>
                  <a:pt x="1810496" y="348659"/>
                </a:lnTo>
                <a:lnTo>
                  <a:pt x="1810366" y="348599"/>
                </a:lnTo>
                <a:lnTo>
                  <a:pt x="1810238" y="348534"/>
                </a:lnTo>
                <a:lnTo>
                  <a:pt x="1810114" y="348466"/>
                </a:lnTo>
                <a:lnTo>
                  <a:pt x="1809991" y="348394"/>
                </a:lnTo>
                <a:lnTo>
                  <a:pt x="1809872" y="348318"/>
                </a:lnTo>
                <a:lnTo>
                  <a:pt x="1809756" y="348239"/>
                </a:lnTo>
                <a:lnTo>
                  <a:pt x="1809642" y="348155"/>
                </a:lnTo>
                <a:lnTo>
                  <a:pt x="1809531" y="348067"/>
                </a:lnTo>
                <a:lnTo>
                  <a:pt x="1809423" y="347976"/>
                </a:lnTo>
                <a:lnTo>
                  <a:pt x="1809318" y="347880"/>
                </a:lnTo>
                <a:lnTo>
                  <a:pt x="1809218" y="347779"/>
                </a:lnTo>
                <a:lnTo>
                  <a:pt x="1809122" y="347673"/>
                </a:lnTo>
                <a:lnTo>
                  <a:pt x="1809031" y="347562"/>
                </a:lnTo>
                <a:lnTo>
                  <a:pt x="1808944" y="347446"/>
                </a:lnTo>
                <a:lnTo>
                  <a:pt x="1808862" y="347325"/>
                </a:lnTo>
                <a:lnTo>
                  <a:pt x="1808784" y="347199"/>
                </a:lnTo>
                <a:lnTo>
                  <a:pt x="1808711" y="347068"/>
                </a:lnTo>
                <a:lnTo>
                  <a:pt x="1808642" y="346932"/>
                </a:lnTo>
                <a:lnTo>
                  <a:pt x="1808577" y="346791"/>
                </a:lnTo>
                <a:lnTo>
                  <a:pt x="1808517" y="346645"/>
                </a:lnTo>
                <a:lnTo>
                  <a:pt x="1808462" y="346494"/>
                </a:lnTo>
                <a:lnTo>
                  <a:pt x="1808411" y="346338"/>
                </a:lnTo>
                <a:lnTo>
                  <a:pt x="1808364" y="346177"/>
                </a:lnTo>
                <a:lnTo>
                  <a:pt x="1808322" y="346011"/>
                </a:lnTo>
                <a:lnTo>
                  <a:pt x="1808284" y="345840"/>
                </a:lnTo>
                <a:lnTo>
                  <a:pt x="1808250" y="345664"/>
                </a:lnTo>
                <a:lnTo>
                  <a:pt x="1808221" y="345483"/>
                </a:lnTo>
                <a:lnTo>
                  <a:pt x="1808197" y="345297"/>
                </a:lnTo>
                <a:lnTo>
                  <a:pt x="1808177" y="345106"/>
                </a:lnTo>
                <a:lnTo>
                  <a:pt x="1808161" y="344910"/>
                </a:lnTo>
                <a:lnTo>
                  <a:pt x="1808150" y="344709"/>
                </a:lnTo>
                <a:lnTo>
                  <a:pt x="1808144" y="344503"/>
                </a:lnTo>
                <a:lnTo>
                  <a:pt x="1808141" y="344292"/>
                </a:lnTo>
                <a:lnTo>
                  <a:pt x="1808141" y="300886"/>
                </a:lnTo>
                <a:lnTo>
                  <a:pt x="1808127" y="299830"/>
                </a:lnTo>
                <a:lnTo>
                  <a:pt x="1808084" y="298796"/>
                </a:lnTo>
                <a:lnTo>
                  <a:pt x="1808011" y="297785"/>
                </a:lnTo>
                <a:lnTo>
                  <a:pt x="1807910" y="296797"/>
                </a:lnTo>
                <a:lnTo>
                  <a:pt x="1807780" y="295832"/>
                </a:lnTo>
                <a:lnTo>
                  <a:pt x="1807621" y="294890"/>
                </a:lnTo>
                <a:lnTo>
                  <a:pt x="1807433" y="293970"/>
                </a:lnTo>
                <a:lnTo>
                  <a:pt x="1807216" y="293073"/>
                </a:lnTo>
                <a:lnTo>
                  <a:pt x="1806970" y="292199"/>
                </a:lnTo>
                <a:lnTo>
                  <a:pt x="1806695" y="291348"/>
                </a:lnTo>
                <a:lnTo>
                  <a:pt x="1806392" y="290520"/>
                </a:lnTo>
                <a:lnTo>
                  <a:pt x="1806059" y="289714"/>
                </a:lnTo>
                <a:lnTo>
                  <a:pt x="1805698" y="288932"/>
                </a:lnTo>
                <a:lnTo>
                  <a:pt x="1805307" y="288172"/>
                </a:lnTo>
                <a:lnTo>
                  <a:pt x="1804888" y="287434"/>
                </a:lnTo>
                <a:lnTo>
                  <a:pt x="1804440" y="286720"/>
                </a:lnTo>
                <a:lnTo>
                  <a:pt x="1803963" y="286029"/>
                </a:lnTo>
                <a:lnTo>
                  <a:pt x="1803456" y="285360"/>
                </a:lnTo>
                <a:lnTo>
                  <a:pt x="1802921" y="284714"/>
                </a:lnTo>
                <a:lnTo>
                  <a:pt x="1802358" y="284091"/>
                </a:lnTo>
                <a:lnTo>
                  <a:pt x="1801765" y="283490"/>
                </a:lnTo>
                <a:lnTo>
                  <a:pt x="1801143" y="282913"/>
                </a:lnTo>
                <a:lnTo>
                  <a:pt x="1800492" y="282358"/>
                </a:lnTo>
                <a:lnTo>
                  <a:pt x="1799813" y="281826"/>
                </a:lnTo>
                <a:lnTo>
                  <a:pt x="1799118" y="281316"/>
                </a:lnTo>
                <a:lnTo>
                  <a:pt x="1798396" y="280828"/>
                </a:lnTo>
                <a:lnTo>
                  <a:pt x="1797645" y="280362"/>
                </a:lnTo>
                <a:lnTo>
                  <a:pt x="1796867" y="279917"/>
                </a:lnTo>
                <a:lnTo>
                  <a:pt x="1796061" y="279494"/>
                </a:lnTo>
                <a:lnTo>
                  <a:pt x="1795228" y="279093"/>
                </a:lnTo>
                <a:lnTo>
                  <a:pt x="1794366" y="278714"/>
                </a:lnTo>
                <a:lnTo>
                  <a:pt x="1793477" y="278356"/>
                </a:lnTo>
                <a:lnTo>
                  <a:pt x="1792560" y="278020"/>
                </a:lnTo>
                <a:lnTo>
                  <a:pt x="1791615" y="277705"/>
                </a:lnTo>
                <a:lnTo>
                  <a:pt x="1790642" y="277412"/>
                </a:lnTo>
                <a:lnTo>
                  <a:pt x="1789642" y="277141"/>
                </a:lnTo>
                <a:lnTo>
                  <a:pt x="1788614" y="276892"/>
                </a:lnTo>
                <a:lnTo>
                  <a:pt x="1787557" y="276664"/>
                </a:lnTo>
                <a:lnTo>
                  <a:pt x="1786474" y="276458"/>
                </a:lnTo>
                <a:lnTo>
                  <a:pt x="1785362" y="276274"/>
                </a:lnTo>
                <a:lnTo>
                  <a:pt x="1784222" y="276111"/>
                </a:lnTo>
                <a:lnTo>
                  <a:pt x="1783055" y="275970"/>
                </a:lnTo>
                <a:lnTo>
                  <a:pt x="1781860" y="275851"/>
                </a:lnTo>
                <a:lnTo>
                  <a:pt x="1780637" y="275753"/>
                </a:lnTo>
                <a:lnTo>
                  <a:pt x="1779386" y="275677"/>
                </a:lnTo>
                <a:lnTo>
                  <a:pt x="1778108" y="275623"/>
                </a:lnTo>
                <a:lnTo>
                  <a:pt x="1776801" y="275590"/>
                </a:lnTo>
                <a:lnTo>
                  <a:pt x="1775467" y="275579"/>
                </a:lnTo>
                <a:lnTo>
                  <a:pt x="1774210" y="275590"/>
                </a:lnTo>
                <a:lnTo>
                  <a:pt x="1772973" y="275623"/>
                </a:lnTo>
                <a:lnTo>
                  <a:pt x="1771758" y="275677"/>
                </a:lnTo>
                <a:lnTo>
                  <a:pt x="1770564" y="275753"/>
                </a:lnTo>
                <a:lnTo>
                  <a:pt x="1769391" y="275851"/>
                </a:lnTo>
                <a:lnTo>
                  <a:pt x="1768239" y="275970"/>
                </a:lnTo>
                <a:lnTo>
                  <a:pt x="1767109" y="276111"/>
                </a:lnTo>
                <a:lnTo>
                  <a:pt x="1765999" y="276274"/>
                </a:lnTo>
                <a:lnTo>
                  <a:pt x="1764911" y="276458"/>
                </a:lnTo>
                <a:lnTo>
                  <a:pt x="1763844" y="276664"/>
                </a:lnTo>
                <a:lnTo>
                  <a:pt x="1762798" y="276892"/>
                </a:lnTo>
                <a:lnTo>
                  <a:pt x="1761773" y="277141"/>
                </a:lnTo>
                <a:lnTo>
                  <a:pt x="1760769" y="277412"/>
                </a:lnTo>
                <a:lnTo>
                  <a:pt x="1759786" y="277705"/>
                </a:lnTo>
                <a:lnTo>
                  <a:pt x="1758824" y="278020"/>
                </a:lnTo>
                <a:lnTo>
                  <a:pt x="1757884" y="278356"/>
                </a:lnTo>
                <a:lnTo>
                  <a:pt x="1756965" y="278714"/>
                </a:lnTo>
                <a:lnTo>
                  <a:pt x="1756067" y="279093"/>
                </a:lnTo>
                <a:lnTo>
                  <a:pt x="1755189" y="279494"/>
                </a:lnTo>
                <a:lnTo>
                  <a:pt x="1754334" y="279917"/>
                </a:lnTo>
                <a:lnTo>
                  <a:pt x="1753499" y="280362"/>
                </a:lnTo>
                <a:lnTo>
                  <a:pt x="1752685" y="280828"/>
                </a:lnTo>
                <a:lnTo>
                  <a:pt x="1751893" y="281316"/>
                </a:lnTo>
                <a:lnTo>
                  <a:pt x="1751121" y="281826"/>
                </a:lnTo>
                <a:lnTo>
                  <a:pt x="1750389" y="282354"/>
                </a:lnTo>
                <a:lnTo>
                  <a:pt x="1749689" y="282897"/>
                </a:lnTo>
                <a:lnTo>
                  <a:pt x="1749019" y="283455"/>
                </a:lnTo>
                <a:lnTo>
                  <a:pt x="1748381" y="284028"/>
                </a:lnTo>
                <a:lnTo>
                  <a:pt x="1747773" y="284616"/>
                </a:lnTo>
                <a:lnTo>
                  <a:pt x="1747197" y="285220"/>
                </a:lnTo>
                <a:lnTo>
                  <a:pt x="1746652" y="285838"/>
                </a:lnTo>
                <a:lnTo>
                  <a:pt x="1746138" y="286471"/>
                </a:lnTo>
                <a:lnTo>
                  <a:pt x="1745656" y="287119"/>
                </a:lnTo>
                <a:lnTo>
                  <a:pt x="1745204" y="287782"/>
                </a:lnTo>
                <a:lnTo>
                  <a:pt x="1744783" y="288461"/>
                </a:lnTo>
                <a:lnTo>
                  <a:pt x="1744394" y="289154"/>
                </a:lnTo>
                <a:lnTo>
                  <a:pt x="1744036" y="289862"/>
                </a:lnTo>
                <a:lnTo>
                  <a:pt x="1743709" y="290585"/>
                </a:lnTo>
                <a:lnTo>
                  <a:pt x="1743413" y="291324"/>
                </a:lnTo>
                <a:lnTo>
                  <a:pt x="1743148" y="292077"/>
                </a:lnTo>
                <a:lnTo>
                  <a:pt x="1742915" y="292845"/>
                </a:lnTo>
                <a:lnTo>
                  <a:pt x="1742712" y="293628"/>
                </a:lnTo>
                <a:lnTo>
                  <a:pt x="1742541" y="294427"/>
                </a:lnTo>
                <a:lnTo>
                  <a:pt x="1742401" y="295240"/>
                </a:lnTo>
                <a:lnTo>
                  <a:pt x="1742292" y="296069"/>
                </a:lnTo>
                <a:lnTo>
                  <a:pt x="1742214" y="296912"/>
                </a:lnTo>
                <a:lnTo>
                  <a:pt x="1742167" y="297770"/>
                </a:lnTo>
                <a:lnTo>
                  <a:pt x="1742152" y="298644"/>
                </a:lnTo>
                <a:lnTo>
                  <a:pt x="1742152" y="298669"/>
                </a:lnTo>
                <a:lnTo>
                  <a:pt x="1742151" y="298693"/>
                </a:lnTo>
                <a:lnTo>
                  <a:pt x="1742149" y="298714"/>
                </a:lnTo>
                <a:lnTo>
                  <a:pt x="1742147" y="298733"/>
                </a:lnTo>
                <a:lnTo>
                  <a:pt x="1742145" y="298749"/>
                </a:lnTo>
                <a:lnTo>
                  <a:pt x="1742142" y="298764"/>
                </a:lnTo>
                <a:lnTo>
                  <a:pt x="1742138" y="298776"/>
                </a:lnTo>
                <a:lnTo>
                  <a:pt x="1742134" y="298786"/>
                </a:lnTo>
                <a:lnTo>
                  <a:pt x="1742129" y="298794"/>
                </a:lnTo>
                <a:lnTo>
                  <a:pt x="1742124" y="298799"/>
                </a:lnTo>
                <a:lnTo>
                  <a:pt x="1742118" y="298803"/>
                </a:lnTo>
                <a:lnTo>
                  <a:pt x="1742112" y="298804"/>
                </a:lnTo>
                <a:lnTo>
                  <a:pt x="1742105" y="298803"/>
                </a:lnTo>
                <a:lnTo>
                  <a:pt x="1742097" y="298799"/>
                </a:lnTo>
                <a:lnTo>
                  <a:pt x="1742089" y="298794"/>
                </a:lnTo>
                <a:lnTo>
                  <a:pt x="1742081" y="298786"/>
                </a:lnTo>
                <a:lnTo>
                  <a:pt x="1742071" y="298776"/>
                </a:lnTo>
                <a:lnTo>
                  <a:pt x="1742062" y="298764"/>
                </a:lnTo>
                <a:lnTo>
                  <a:pt x="1742051" y="298749"/>
                </a:lnTo>
                <a:lnTo>
                  <a:pt x="1742041" y="298733"/>
                </a:lnTo>
                <a:lnTo>
                  <a:pt x="1742029" y="298714"/>
                </a:lnTo>
                <a:lnTo>
                  <a:pt x="1742017" y="298693"/>
                </a:lnTo>
                <a:lnTo>
                  <a:pt x="1742005" y="298669"/>
                </a:lnTo>
                <a:lnTo>
                  <a:pt x="1741992" y="298644"/>
                </a:lnTo>
                <a:lnTo>
                  <a:pt x="1741992" y="298677"/>
                </a:lnTo>
                <a:lnTo>
                  <a:pt x="1741992" y="298739"/>
                </a:lnTo>
                <a:lnTo>
                  <a:pt x="1741992" y="298804"/>
                </a:lnTo>
                <a:lnTo>
                  <a:pt x="1742005" y="298874"/>
                </a:lnTo>
                <a:lnTo>
                  <a:pt x="1742019" y="298950"/>
                </a:lnTo>
                <a:lnTo>
                  <a:pt x="1742034" y="299032"/>
                </a:lnTo>
                <a:close/>
                <a:moveTo>
                  <a:pt x="1766988" y="349057"/>
                </a:moveTo>
                <a:lnTo>
                  <a:pt x="1766424" y="348985"/>
                </a:lnTo>
                <a:lnTo>
                  <a:pt x="1765875" y="348901"/>
                </a:lnTo>
                <a:lnTo>
                  <a:pt x="1765339" y="348807"/>
                </a:lnTo>
                <a:lnTo>
                  <a:pt x="1764817" y="348701"/>
                </a:lnTo>
                <a:lnTo>
                  <a:pt x="1764309" y="348584"/>
                </a:lnTo>
                <a:lnTo>
                  <a:pt x="1763815" y="348456"/>
                </a:lnTo>
                <a:lnTo>
                  <a:pt x="1763334" y="348317"/>
                </a:lnTo>
                <a:lnTo>
                  <a:pt x="1762868" y="348167"/>
                </a:lnTo>
                <a:lnTo>
                  <a:pt x="1762416" y="348006"/>
                </a:lnTo>
                <a:lnTo>
                  <a:pt x="1761977" y="347833"/>
                </a:lnTo>
                <a:lnTo>
                  <a:pt x="1761553" y="347650"/>
                </a:lnTo>
                <a:lnTo>
                  <a:pt x="1761142" y="347455"/>
                </a:lnTo>
                <a:lnTo>
                  <a:pt x="1760745" y="347249"/>
                </a:lnTo>
                <a:lnTo>
                  <a:pt x="1760362" y="347033"/>
                </a:lnTo>
                <a:lnTo>
                  <a:pt x="1759993" y="346805"/>
                </a:lnTo>
                <a:lnTo>
                  <a:pt x="1759638" y="346565"/>
                </a:lnTo>
                <a:lnTo>
                  <a:pt x="1759297" y="346315"/>
                </a:lnTo>
                <a:lnTo>
                  <a:pt x="1758970" y="346054"/>
                </a:lnTo>
                <a:lnTo>
                  <a:pt x="1758669" y="345781"/>
                </a:lnTo>
                <a:lnTo>
                  <a:pt x="1758381" y="345498"/>
                </a:lnTo>
                <a:lnTo>
                  <a:pt x="1758106" y="345203"/>
                </a:lnTo>
                <a:lnTo>
                  <a:pt x="1757844" y="344897"/>
                </a:lnTo>
                <a:lnTo>
                  <a:pt x="1757595" y="344580"/>
                </a:lnTo>
                <a:lnTo>
                  <a:pt x="1757358" y="344252"/>
                </a:lnTo>
                <a:lnTo>
                  <a:pt x="1757134" y="343913"/>
                </a:lnTo>
                <a:lnTo>
                  <a:pt x="1756923" y="343562"/>
                </a:lnTo>
                <a:lnTo>
                  <a:pt x="1756725" y="343201"/>
                </a:lnTo>
                <a:lnTo>
                  <a:pt x="1756539" y="342828"/>
                </a:lnTo>
                <a:lnTo>
                  <a:pt x="1756367" y="342444"/>
                </a:lnTo>
                <a:lnTo>
                  <a:pt x="1756207" y="342050"/>
                </a:lnTo>
                <a:lnTo>
                  <a:pt x="1756060" y="341644"/>
                </a:lnTo>
                <a:lnTo>
                  <a:pt x="1755925" y="341226"/>
                </a:lnTo>
                <a:lnTo>
                  <a:pt x="1755804" y="340798"/>
                </a:lnTo>
                <a:lnTo>
                  <a:pt x="1755695" y="340359"/>
                </a:lnTo>
                <a:lnTo>
                  <a:pt x="1755599" y="339908"/>
                </a:lnTo>
                <a:lnTo>
                  <a:pt x="1755516" y="339447"/>
                </a:lnTo>
                <a:lnTo>
                  <a:pt x="1755446" y="338974"/>
                </a:lnTo>
                <a:lnTo>
                  <a:pt x="1755388" y="338490"/>
                </a:lnTo>
                <a:lnTo>
                  <a:pt x="1755343" y="337995"/>
                </a:lnTo>
                <a:lnTo>
                  <a:pt x="1755311" y="337489"/>
                </a:lnTo>
                <a:lnTo>
                  <a:pt x="1755292" y="336972"/>
                </a:lnTo>
                <a:lnTo>
                  <a:pt x="1755286" y="336444"/>
                </a:lnTo>
                <a:lnTo>
                  <a:pt x="1755292" y="335928"/>
                </a:lnTo>
                <a:lnTo>
                  <a:pt x="1755309" y="335423"/>
                </a:lnTo>
                <a:lnTo>
                  <a:pt x="1755338" y="334927"/>
                </a:lnTo>
                <a:lnTo>
                  <a:pt x="1755379" y="334442"/>
                </a:lnTo>
                <a:lnTo>
                  <a:pt x="1755432" y="333966"/>
                </a:lnTo>
                <a:lnTo>
                  <a:pt x="1755496" y="333501"/>
                </a:lnTo>
                <a:lnTo>
                  <a:pt x="1755572" y="333045"/>
                </a:lnTo>
                <a:lnTo>
                  <a:pt x="1755659" y="332600"/>
                </a:lnTo>
                <a:lnTo>
                  <a:pt x="1755759" y="332164"/>
                </a:lnTo>
                <a:lnTo>
                  <a:pt x="1755870" y="331739"/>
                </a:lnTo>
                <a:lnTo>
                  <a:pt x="1755992" y="331323"/>
                </a:lnTo>
                <a:lnTo>
                  <a:pt x="1756127" y="330918"/>
                </a:lnTo>
                <a:lnTo>
                  <a:pt x="1756273" y="330522"/>
                </a:lnTo>
                <a:lnTo>
                  <a:pt x="1756430" y="330137"/>
                </a:lnTo>
                <a:lnTo>
                  <a:pt x="1756600" y="329762"/>
                </a:lnTo>
                <a:lnTo>
                  <a:pt x="1756781" y="329396"/>
                </a:lnTo>
                <a:lnTo>
                  <a:pt x="1756973" y="329041"/>
                </a:lnTo>
                <a:lnTo>
                  <a:pt x="1757178" y="328695"/>
                </a:lnTo>
                <a:lnTo>
                  <a:pt x="1757394" y="328360"/>
                </a:lnTo>
                <a:lnTo>
                  <a:pt x="1757621" y="328035"/>
                </a:lnTo>
                <a:lnTo>
                  <a:pt x="1757861" y="327719"/>
                </a:lnTo>
                <a:lnTo>
                  <a:pt x="1758112" y="327414"/>
                </a:lnTo>
                <a:lnTo>
                  <a:pt x="1758375" y="327119"/>
                </a:lnTo>
                <a:lnTo>
                  <a:pt x="1758649" y="326834"/>
                </a:lnTo>
                <a:lnTo>
                  <a:pt x="1758951" y="326543"/>
                </a:lnTo>
                <a:lnTo>
                  <a:pt x="1759268" y="326261"/>
                </a:lnTo>
                <a:lnTo>
                  <a:pt x="1759600" y="325985"/>
                </a:lnTo>
                <a:lnTo>
                  <a:pt x="1759948" y="325717"/>
                </a:lnTo>
                <a:lnTo>
                  <a:pt x="1760312" y="325456"/>
                </a:lnTo>
                <a:lnTo>
                  <a:pt x="1760691" y="325202"/>
                </a:lnTo>
                <a:lnTo>
                  <a:pt x="1761086" y="324955"/>
                </a:lnTo>
                <a:lnTo>
                  <a:pt x="1761497" y="324716"/>
                </a:lnTo>
                <a:lnTo>
                  <a:pt x="1761923" y="324484"/>
                </a:lnTo>
                <a:lnTo>
                  <a:pt x="1762364" y="324259"/>
                </a:lnTo>
                <a:lnTo>
                  <a:pt x="1762821" y="324041"/>
                </a:lnTo>
                <a:lnTo>
                  <a:pt x="1763294" y="323830"/>
                </a:lnTo>
                <a:lnTo>
                  <a:pt x="1763782" y="323627"/>
                </a:lnTo>
                <a:lnTo>
                  <a:pt x="1764286" y="323431"/>
                </a:lnTo>
                <a:lnTo>
                  <a:pt x="1764806" y="323242"/>
                </a:lnTo>
                <a:lnTo>
                  <a:pt x="1765341" y="323061"/>
                </a:lnTo>
                <a:lnTo>
                  <a:pt x="1765891" y="322886"/>
                </a:lnTo>
                <a:lnTo>
                  <a:pt x="1766457" y="322719"/>
                </a:lnTo>
                <a:lnTo>
                  <a:pt x="1767039" y="322559"/>
                </a:lnTo>
                <a:lnTo>
                  <a:pt x="1767636" y="322407"/>
                </a:lnTo>
                <a:lnTo>
                  <a:pt x="1768249" y="322261"/>
                </a:lnTo>
                <a:lnTo>
                  <a:pt x="1768878" y="322123"/>
                </a:lnTo>
                <a:lnTo>
                  <a:pt x="1769522" y="321992"/>
                </a:lnTo>
                <a:lnTo>
                  <a:pt x="1770181" y="321868"/>
                </a:lnTo>
                <a:lnTo>
                  <a:pt x="1770872" y="321738"/>
                </a:lnTo>
                <a:lnTo>
                  <a:pt x="1771582" y="321612"/>
                </a:lnTo>
                <a:lnTo>
                  <a:pt x="1772311" y="321493"/>
                </a:lnTo>
                <a:lnTo>
                  <a:pt x="1773060" y="321379"/>
                </a:lnTo>
                <a:lnTo>
                  <a:pt x="1773828" y="321270"/>
                </a:lnTo>
                <a:lnTo>
                  <a:pt x="1774616" y="321168"/>
                </a:lnTo>
                <a:lnTo>
                  <a:pt x="1775423" y="321070"/>
                </a:lnTo>
                <a:lnTo>
                  <a:pt x="1776250" y="320978"/>
                </a:lnTo>
                <a:lnTo>
                  <a:pt x="1777096" y="320892"/>
                </a:lnTo>
                <a:lnTo>
                  <a:pt x="1777962" y="320812"/>
                </a:lnTo>
                <a:lnTo>
                  <a:pt x="1778847" y="320737"/>
                </a:lnTo>
                <a:lnTo>
                  <a:pt x="1779751" y="320667"/>
                </a:lnTo>
                <a:lnTo>
                  <a:pt x="1780676" y="320603"/>
                </a:lnTo>
                <a:lnTo>
                  <a:pt x="1781619" y="320545"/>
                </a:lnTo>
                <a:lnTo>
                  <a:pt x="1782582" y="320492"/>
                </a:lnTo>
                <a:lnTo>
                  <a:pt x="1783564" y="320445"/>
                </a:lnTo>
                <a:lnTo>
                  <a:pt x="1784566" y="320403"/>
                </a:lnTo>
                <a:lnTo>
                  <a:pt x="1785588" y="320367"/>
                </a:lnTo>
                <a:lnTo>
                  <a:pt x="1786628" y="320336"/>
                </a:lnTo>
                <a:lnTo>
                  <a:pt x="1787689" y="320311"/>
                </a:lnTo>
                <a:lnTo>
                  <a:pt x="1788768" y="320292"/>
                </a:lnTo>
                <a:lnTo>
                  <a:pt x="1789868" y="320278"/>
                </a:lnTo>
                <a:lnTo>
                  <a:pt x="1790986" y="320269"/>
                </a:lnTo>
                <a:lnTo>
                  <a:pt x="1792125" y="320267"/>
                </a:lnTo>
                <a:lnTo>
                  <a:pt x="1792125" y="325232"/>
                </a:lnTo>
                <a:lnTo>
                  <a:pt x="1792120" y="325790"/>
                </a:lnTo>
                <a:lnTo>
                  <a:pt x="1792108" y="326344"/>
                </a:lnTo>
                <a:lnTo>
                  <a:pt x="1792087" y="326894"/>
                </a:lnTo>
                <a:lnTo>
                  <a:pt x="1792058" y="327439"/>
                </a:lnTo>
                <a:lnTo>
                  <a:pt x="1792020" y="327979"/>
                </a:lnTo>
                <a:lnTo>
                  <a:pt x="1791974" y="328515"/>
                </a:lnTo>
                <a:lnTo>
                  <a:pt x="1791920" y="329047"/>
                </a:lnTo>
                <a:lnTo>
                  <a:pt x="1791858" y="329574"/>
                </a:lnTo>
                <a:lnTo>
                  <a:pt x="1791787" y="330097"/>
                </a:lnTo>
                <a:lnTo>
                  <a:pt x="1791707" y="330615"/>
                </a:lnTo>
                <a:lnTo>
                  <a:pt x="1791620" y="331129"/>
                </a:lnTo>
                <a:lnTo>
                  <a:pt x="1791524" y="331639"/>
                </a:lnTo>
                <a:lnTo>
                  <a:pt x="1791420" y="332144"/>
                </a:lnTo>
                <a:lnTo>
                  <a:pt x="1791307" y="332644"/>
                </a:lnTo>
                <a:lnTo>
                  <a:pt x="1791186" y="333140"/>
                </a:lnTo>
                <a:lnTo>
                  <a:pt x="1791057" y="333632"/>
                </a:lnTo>
                <a:lnTo>
                  <a:pt x="1790919" y="334119"/>
                </a:lnTo>
                <a:lnTo>
                  <a:pt x="1790773" y="334602"/>
                </a:lnTo>
                <a:lnTo>
                  <a:pt x="1790619" y="335080"/>
                </a:lnTo>
                <a:lnTo>
                  <a:pt x="1790456" y="335554"/>
                </a:lnTo>
                <a:lnTo>
                  <a:pt x="1790285" y="336023"/>
                </a:lnTo>
                <a:lnTo>
                  <a:pt x="1790106" y="336488"/>
                </a:lnTo>
                <a:lnTo>
                  <a:pt x="1789918" y="336949"/>
                </a:lnTo>
                <a:lnTo>
                  <a:pt x="1789722" y="337405"/>
                </a:lnTo>
                <a:lnTo>
                  <a:pt x="1789531" y="337855"/>
                </a:lnTo>
                <a:lnTo>
                  <a:pt x="1789330" y="338297"/>
                </a:lnTo>
                <a:lnTo>
                  <a:pt x="1789121" y="338731"/>
                </a:lnTo>
                <a:lnTo>
                  <a:pt x="1788903" y="339158"/>
                </a:lnTo>
                <a:lnTo>
                  <a:pt x="1788676" y="339576"/>
                </a:lnTo>
                <a:lnTo>
                  <a:pt x="1788441" y="339987"/>
                </a:lnTo>
                <a:lnTo>
                  <a:pt x="1788196" y="340391"/>
                </a:lnTo>
                <a:lnTo>
                  <a:pt x="1787942" y="340786"/>
                </a:lnTo>
                <a:lnTo>
                  <a:pt x="1787680" y="341174"/>
                </a:lnTo>
                <a:lnTo>
                  <a:pt x="1787408" y="341553"/>
                </a:lnTo>
                <a:lnTo>
                  <a:pt x="1787128" y="341926"/>
                </a:lnTo>
                <a:lnTo>
                  <a:pt x="1786839" y="342290"/>
                </a:lnTo>
                <a:lnTo>
                  <a:pt x="1786541" y="342646"/>
                </a:lnTo>
                <a:lnTo>
                  <a:pt x="1786234" y="342995"/>
                </a:lnTo>
                <a:lnTo>
                  <a:pt x="1785918" y="343336"/>
                </a:lnTo>
                <a:lnTo>
                  <a:pt x="1785593" y="343669"/>
                </a:lnTo>
                <a:lnTo>
                  <a:pt x="1785260" y="343994"/>
                </a:lnTo>
                <a:lnTo>
                  <a:pt x="1784917" y="344312"/>
                </a:lnTo>
                <a:lnTo>
                  <a:pt x="1784565" y="344622"/>
                </a:lnTo>
                <a:lnTo>
                  <a:pt x="1784205" y="344924"/>
                </a:lnTo>
                <a:lnTo>
                  <a:pt x="1783836" y="345218"/>
                </a:lnTo>
                <a:lnTo>
                  <a:pt x="1783458" y="345504"/>
                </a:lnTo>
                <a:lnTo>
                  <a:pt x="1783071" y="345783"/>
                </a:lnTo>
                <a:lnTo>
                  <a:pt x="1782675" y="346054"/>
                </a:lnTo>
                <a:lnTo>
                  <a:pt x="1782283" y="346315"/>
                </a:lnTo>
                <a:lnTo>
                  <a:pt x="1781882" y="346565"/>
                </a:lnTo>
                <a:lnTo>
                  <a:pt x="1781471" y="346805"/>
                </a:lnTo>
                <a:lnTo>
                  <a:pt x="1781051" y="347033"/>
                </a:lnTo>
                <a:lnTo>
                  <a:pt x="1780621" y="347249"/>
                </a:lnTo>
                <a:lnTo>
                  <a:pt x="1780182" y="347455"/>
                </a:lnTo>
                <a:lnTo>
                  <a:pt x="1779733" y="347650"/>
                </a:lnTo>
                <a:lnTo>
                  <a:pt x="1779275" y="347833"/>
                </a:lnTo>
                <a:lnTo>
                  <a:pt x="1778808" y="348006"/>
                </a:lnTo>
                <a:lnTo>
                  <a:pt x="1778331" y="348167"/>
                </a:lnTo>
                <a:lnTo>
                  <a:pt x="1777845" y="348317"/>
                </a:lnTo>
                <a:lnTo>
                  <a:pt x="1777349" y="348456"/>
                </a:lnTo>
                <a:lnTo>
                  <a:pt x="1776844" y="348584"/>
                </a:lnTo>
                <a:lnTo>
                  <a:pt x="1776329" y="348701"/>
                </a:lnTo>
                <a:lnTo>
                  <a:pt x="1775805" y="348807"/>
                </a:lnTo>
                <a:lnTo>
                  <a:pt x="1775271" y="348901"/>
                </a:lnTo>
                <a:lnTo>
                  <a:pt x="1774728" y="348985"/>
                </a:lnTo>
                <a:lnTo>
                  <a:pt x="1774176" y="349057"/>
                </a:lnTo>
                <a:lnTo>
                  <a:pt x="1773614" y="349118"/>
                </a:lnTo>
                <a:lnTo>
                  <a:pt x="1773042" y="349168"/>
                </a:lnTo>
                <a:lnTo>
                  <a:pt x="1772461" y="349207"/>
                </a:lnTo>
                <a:lnTo>
                  <a:pt x="1771871" y="349235"/>
                </a:lnTo>
                <a:lnTo>
                  <a:pt x="1771271" y="349252"/>
                </a:lnTo>
                <a:lnTo>
                  <a:pt x="1770662" y="349257"/>
                </a:lnTo>
                <a:lnTo>
                  <a:pt x="1770015" y="349252"/>
                </a:lnTo>
                <a:lnTo>
                  <a:pt x="1769382" y="349235"/>
                </a:lnTo>
                <a:lnTo>
                  <a:pt x="1768762" y="349207"/>
                </a:lnTo>
                <a:lnTo>
                  <a:pt x="1768157" y="349168"/>
                </a:lnTo>
                <a:lnTo>
                  <a:pt x="1767566" y="349118"/>
                </a:lnTo>
                <a:lnTo>
                  <a:pt x="1766988" y="349057"/>
                </a:lnTo>
                <a:close/>
                <a:moveTo>
                  <a:pt x="2070581" y="360309"/>
                </a:moveTo>
                <a:lnTo>
                  <a:pt x="2071492" y="360193"/>
                </a:lnTo>
                <a:lnTo>
                  <a:pt x="2072392" y="360060"/>
                </a:lnTo>
                <a:lnTo>
                  <a:pt x="2073281" y="359908"/>
                </a:lnTo>
                <a:lnTo>
                  <a:pt x="2074158" y="359739"/>
                </a:lnTo>
                <a:lnTo>
                  <a:pt x="2075023" y="359552"/>
                </a:lnTo>
                <a:lnTo>
                  <a:pt x="2075876" y="359348"/>
                </a:lnTo>
                <a:lnTo>
                  <a:pt x="2076718" y="359125"/>
                </a:lnTo>
                <a:lnTo>
                  <a:pt x="2077548" y="358885"/>
                </a:lnTo>
                <a:lnTo>
                  <a:pt x="2078366" y="358627"/>
                </a:lnTo>
                <a:lnTo>
                  <a:pt x="2079173" y="358351"/>
                </a:lnTo>
                <a:lnTo>
                  <a:pt x="2079968" y="358058"/>
                </a:lnTo>
                <a:lnTo>
                  <a:pt x="2080751" y="357746"/>
                </a:lnTo>
                <a:lnTo>
                  <a:pt x="2081523" y="357417"/>
                </a:lnTo>
                <a:lnTo>
                  <a:pt x="2082283" y="357070"/>
                </a:lnTo>
                <a:lnTo>
                  <a:pt x="2083031" y="356705"/>
                </a:lnTo>
                <a:lnTo>
                  <a:pt x="2083768" y="356322"/>
                </a:lnTo>
                <a:lnTo>
                  <a:pt x="2084493" y="355922"/>
                </a:lnTo>
                <a:lnTo>
                  <a:pt x="2085206" y="355504"/>
                </a:lnTo>
                <a:lnTo>
                  <a:pt x="2085907" y="355056"/>
                </a:lnTo>
                <a:lnTo>
                  <a:pt x="2086593" y="354595"/>
                </a:lnTo>
                <a:lnTo>
                  <a:pt x="2087266" y="354120"/>
                </a:lnTo>
                <a:lnTo>
                  <a:pt x="2087925" y="353631"/>
                </a:lnTo>
                <a:lnTo>
                  <a:pt x="2088569" y="353128"/>
                </a:lnTo>
                <a:lnTo>
                  <a:pt x="2089200" y="352611"/>
                </a:lnTo>
                <a:lnTo>
                  <a:pt x="2089817" y="352080"/>
                </a:lnTo>
                <a:lnTo>
                  <a:pt x="2090420" y="351535"/>
                </a:lnTo>
                <a:lnTo>
                  <a:pt x="2091010" y="350976"/>
                </a:lnTo>
                <a:lnTo>
                  <a:pt x="2091585" y="350404"/>
                </a:lnTo>
                <a:lnTo>
                  <a:pt x="2092146" y="349817"/>
                </a:lnTo>
                <a:lnTo>
                  <a:pt x="2092694" y="349217"/>
                </a:lnTo>
                <a:lnTo>
                  <a:pt x="2093228" y="348603"/>
                </a:lnTo>
                <a:lnTo>
                  <a:pt x="2093747" y="347975"/>
                </a:lnTo>
                <a:lnTo>
                  <a:pt x="2094253" y="347333"/>
                </a:lnTo>
                <a:lnTo>
                  <a:pt x="2094745" y="346677"/>
                </a:lnTo>
                <a:lnTo>
                  <a:pt x="2095223" y="346007"/>
                </a:lnTo>
                <a:lnTo>
                  <a:pt x="2095687" y="345323"/>
                </a:lnTo>
                <a:lnTo>
                  <a:pt x="2096137" y="344625"/>
                </a:lnTo>
                <a:lnTo>
                  <a:pt x="2096574" y="343914"/>
                </a:lnTo>
                <a:lnTo>
                  <a:pt x="2096996" y="343188"/>
                </a:lnTo>
                <a:lnTo>
                  <a:pt x="2097404" y="342449"/>
                </a:lnTo>
                <a:lnTo>
                  <a:pt x="2097799" y="341696"/>
                </a:lnTo>
                <a:lnTo>
                  <a:pt x="2098180" y="340928"/>
                </a:lnTo>
                <a:lnTo>
                  <a:pt x="2098546" y="340149"/>
                </a:lnTo>
                <a:lnTo>
                  <a:pt x="2098896" y="339360"/>
                </a:lnTo>
                <a:lnTo>
                  <a:pt x="2099231" y="338561"/>
                </a:lnTo>
                <a:lnTo>
                  <a:pt x="2099550" y="337752"/>
                </a:lnTo>
                <a:lnTo>
                  <a:pt x="2099854" y="336932"/>
                </a:lnTo>
                <a:lnTo>
                  <a:pt x="2100142" y="336103"/>
                </a:lnTo>
                <a:lnTo>
                  <a:pt x="2100414" y="335264"/>
                </a:lnTo>
                <a:lnTo>
                  <a:pt x="2100671" y="334415"/>
                </a:lnTo>
                <a:lnTo>
                  <a:pt x="2100913" y="333556"/>
                </a:lnTo>
                <a:lnTo>
                  <a:pt x="2101138" y="332686"/>
                </a:lnTo>
                <a:lnTo>
                  <a:pt x="2101349" y="331807"/>
                </a:lnTo>
                <a:lnTo>
                  <a:pt x="2101543" y="330918"/>
                </a:lnTo>
                <a:lnTo>
                  <a:pt x="2101722" y="330019"/>
                </a:lnTo>
                <a:lnTo>
                  <a:pt x="2101886" y="329109"/>
                </a:lnTo>
                <a:lnTo>
                  <a:pt x="2102034" y="328190"/>
                </a:lnTo>
                <a:lnTo>
                  <a:pt x="2102166" y="327261"/>
                </a:lnTo>
                <a:lnTo>
                  <a:pt x="2102283" y="326321"/>
                </a:lnTo>
                <a:lnTo>
                  <a:pt x="2102384" y="325372"/>
                </a:lnTo>
                <a:lnTo>
                  <a:pt x="2102470" y="324413"/>
                </a:lnTo>
                <a:lnTo>
                  <a:pt x="2102540" y="323443"/>
                </a:lnTo>
                <a:lnTo>
                  <a:pt x="2102594" y="322464"/>
                </a:lnTo>
                <a:lnTo>
                  <a:pt x="2102633" y="321475"/>
                </a:lnTo>
                <a:lnTo>
                  <a:pt x="2102657" y="320475"/>
                </a:lnTo>
                <a:lnTo>
                  <a:pt x="2102664" y="319466"/>
                </a:lnTo>
                <a:lnTo>
                  <a:pt x="2102664" y="316743"/>
                </a:lnTo>
                <a:lnTo>
                  <a:pt x="2102657" y="315747"/>
                </a:lnTo>
                <a:lnTo>
                  <a:pt x="2102633" y="314760"/>
                </a:lnTo>
                <a:lnTo>
                  <a:pt x="2102594" y="313782"/>
                </a:lnTo>
                <a:lnTo>
                  <a:pt x="2102540" y="312814"/>
                </a:lnTo>
                <a:lnTo>
                  <a:pt x="2102470" y="311856"/>
                </a:lnTo>
                <a:lnTo>
                  <a:pt x="2102384" y="310907"/>
                </a:lnTo>
                <a:lnTo>
                  <a:pt x="2102283" y="309967"/>
                </a:lnTo>
                <a:lnTo>
                  <a:pt x="2102166" y="309037"/>
                </a:lnTo>
                <a:lnTo>
                  <a:pt x="2102034" y="308116"/>
                </a:lnTo>
                <a:lnTo>
                  <a:pt x="2101886" y="307205"/>
                </a:lnTo>
                <a:lnTo>
                  <a:pt x="2101722" y="306303"/>
                </a:lnTo>
                <a:lnTo>
                  <a:pt x="2101543" y="305411"/>
                </a:lnTo>
                <a:lnTo>
                  <a:pt x="2101349" y="304528"/>
                </a:lnTo>
                <a:lnTo>
                  <a:pt x="2101138" y="303655"/>
                </a:lnTo>
                <a:lnTo>
                  <a:pt x="2100913" y="302791"/>
                </a:lnTo>
                <a:lnTo>
                  <a:pt x="2100671" y="301936"/>
                </a:lnTo>
                <a:lnTo>
                  <a:pt x="2100414" y="301091"/>
                </a:lnTo>
                <a:lnTo>
                  <a:pt x="2100142" y="300255"/>
                </a:lnTo>
                <a:lnTo>
                  <a:pt x="2099854" y="299429"/>
                </a:lnTo>
                <a:lnTo>
                  <a:pt x="2099550" y="298613"/>
                </a:lnTo>
                <a:lnTo>
                  <a:pt x="2099231" y="297805"/>
                </a:lnTo>
                <a:lnTo>
                  <a:pt x="2098896" y="297008"/>
                </a:lnTo>
                <a:lnTo>
                  <a:pt x="2098546" y="296219"/>
                </a:lnTo>
                <a:lnTo>
                  <a:pt x="2098180" y="295440"/>
                </a:lnTo>
                <a:lnTo>
                  <a:pt x="2097799" y="294673"/>
                </a:lnTo>
                <a:lnTo>
                  <a:pt x="2097404" y="293920"/>
                </a:lnTo>
                <a:lnTo>
                  <a:pt x="2096996" y="293181"/>
                </a:lnTo>
                <a:lnTo>
                  <a:pt x="2096574" y="292455"/>
                </a:lnTo>
                <a:lnTo>
                  <a:pt x="2096137" y="291743"/>
                </a:lnTo>
                <a:lnTo>
                  <a:pt x="2095687" y="291046"/>
                </a:lnTo>
                <a:lnTo>
                  <a:pt x="2095223" y="290362"/>
                </a:lnTo>
                <a:lnTo>
                  <a:pt x="2094745" y="289692"/>
                </a:lnTo>
                <a:lnTo>
                  <a:pt x="2094253" y="289036"/>
                </a:lnTo>
                <a:lnTo>
                  <a:pt x="2093747" y="288394"/>
                </a:lnTo>
                <a:lnTo>
                  <a:pt x="2093228" y="287766"/>
                </a:lnTo>
                <a:lnTo>
                  <a:pt x="2092694" y="287152"/>
                </a:lnTo>
                <a:lnTo>
                  <a:pt x="2092146" y="286551"/>
                </a:lnTo>
                <a:lnTo>
                  <a:pt x="2091585" y="285965"/>
                </a:lnTo>
                <a:lnTo>
                  <a:pt x="2091010" y="285392"/>
                </a:lnTo>
                <a:lnTo>
                  <a:pt x="2090420" y="284834"/>
                </a:lnTo>
                <a:lnTo>
                  <a:pt x="2089817" y="284289"/>
                </a:lnTo>
                <a:lnTo>
                  <a:pt x="2089200" y="283758"/>
                </a:lnTo>
                <a:lnTo>
                  <a:pt x="2088569" y="283241"/>
                </a:lnTo>
                <a:lnTo>
                  <a:pt x="2087925" y="282738"/>
                </a:lnTo>
                <a:lnTo>
                  <a:pt x="2087266" y="282249"/>
                </a:lnTo>
                <a:lnTo>
                  <a:pt x="2086593" y="281774"/>
                </a:lnTo>
                <a:lnTo>
                  <a:pt x="2085907" y="281312"/>
                </a:lnTo>
                <a:lnTo>
                  <a:pt x="2085206" y="280865"/>
                </a:lnTo>
                <a:lnTo>
                  <a:pt x="2084493" y="280434"/>
                </a:lnTo>
                <a:lnTo>
                  <a:pt x="2083767" y="280021"/>
                </a:lnTo>
                <a:lnTo>
                  <a:pt x="2083029" y="279626"/>
                </a:lnTo>
                <a:lnTo>
                  <a:pt x="2082279" y="279250"/>
                </a:lnTo>
                <a:lnTo>
                  <a:pt x="2081516" y="278892"/>
                </a:lnTo>
                <a:lnTo>
                  <a:pt x="2080741" y="278553"/>
                </a:lnTo>
                <a:lnTo>
                  <a:pt x="2079954" y="278231"/>
                </a:lnTo>
                <a:lnTo>
                  <a:pt x="2079155" y="277929"/>
                </a:lnTo>
                <a:lnTo>
                  <a:pt x="2078344" y="277644"/>
                </a:lnTo>
                <a:lnTo>
                  <a:pt x="2077520" y="277378"/>
                </a:lnTo>
                <a:lnTo>
                  <a:pt x="2076684" y="277130"/>
                </a:lnTo>
                <a:lnTo>
                  <a:pt x="2075836" y="276901"/>
                </a:lnTo>
                <a:lnTo>
                  <a:pt x="2074976" y="276690"/>
                </a:lnTo>
                <a:lnTo>
                  <a:pt x="2074103" y="276497"/>
                </a:lnTo>
                <a:lnTo>
                  <a:pt x="2073218" y="276323"/>
                </a:lnTo>
                <a:lnTo>
                  <a:pt x="2072321" y="276167"/>
                </a:lnTo>
                <a:lnTo>
                  <a:pt x="2071412" y="276029"/>
                </a:lnTo>
                <a:lnTo>
                  <a:pt x="2070490" y="275910"/>
                </a:lnTo>
                <a:lnTo>
                  <a:pt x="2069557" y="275809"/>
                </a:lnTo>
                <a:lnTo>
                  <a:pt x="2068611" y="275726"/>
                </a:lnTo>
                <a:lnTo>
                  <a:pt x="2067652" y="275662"/>
                </a:lnTo>
                <a:lnTo>
                  <a:pt x="2066682" y="275616"/>
                </a:lnTo>
                <a:lnTo>
                  <a:pt x="2065699" y="275589"/>
                </a:lnTo>
                <a:lnTo>
                  <a:pt x="2064704" y="275579"/>
                </a:lnTo>
                <a:lnTo>
                  <a:pt x="2063736" y="275589"/>
                </a:lnTo>
                <a:lnTo>
                  <a:pt x="2062778" y="275616"/>
                </a:lnTo>
                <a:lnTo>
                  <a:pt x="2061831" y="275662"/>
                </a:lnTo>
                <a:lnTo>
                  <a:pt x="2060896" y="275726"/>
                </a:lnTo>
                <a:lnTo>
                  <a:pt x="2059972" y="275809"/>
                </a:lnTo>
                <a:lnTo>
                  <a:pt x="2059058" y="275910"/>
                </a:lnTo>
                <a:lnTo>
                  <a:pt x="2058156" y="276029"/>
                </a:lnTo>
                <a:lnTo>
                  <a:pt x="2057265" y="276167"/>
                </a:lnTo>
                <a:lnTo>
                  <a:pt x="2056386" y="276323"/>
                </a:lnTo>
                <a:lnTo>
                  <a:pt x="2055517" y="276497"/>
                </a:lnTo>
                <a:lnTo>
                  <a:pt x="2054659" y="276690"/>
                </a:lnTo>
                <a:lnTo>
                  <a:pt x="2053813" y="276901"/>
                </a:lnTo>
                <a:lnTo>
                  <a:pt x="2052978" y="277130"/>
                </a:lnTo>
                <a:lnTo>
                  <a:pt x="2052153" y="277378"/>
                </a:lnTo>
                <a:lnTo>
                  <a:pt x="2051340" y="277644"/>
                </a:lnTo>
                <a:lnTo>
                  <a:pt x="2050538" y="277929"/>
                </a:lnTo>
                <a:lnTo>
                  <a:pt x="2049747" y="278231"/>
                </a:lnTo>
                <a:lnTo>
                  <a:pt x="2048968" y="278553"/>
                </a:lnTo>
                <a:lnTo>
                  <a:pt x="2048199" y="278892"/>
                </a:lnTo>
                <a:lnTo>
                  <a:pt x="2047442" y="279250"/>
                </a:lnTo>
                <a:lnTo>
                  <a:pt x="2046695" y="279626"/>
                </a:lnTo>
                <a:lnTo>
                  <a:pt x="2045960" y="280021"/>
                </a:lnTo>
                <a:lnTo>
                  <a:pt x="2045236" y="280434"/>
                </a:lnTo>
                <a:lnTo>
                  <a:pt x="2044523" y="280865"/>
                </a:lnTo>
                <a:lnTo>
                  <a:pt x="2043823" y="281299"/>
                </a:lnTo>
                <a:lnTo>
                  <a:pt x="2043136" y="281748"/>
                </a:lnTo>
                <a:lnTo>
                  <a:pt x="2042463" y="282211"/>
                </a:lnTo>
                <a:lnTo>
                  <a:pt x="2041805" y="282689"/>
                </a:lnTo>
                <a:lnTo>
                  <a:pt x="2041160" y="283181"/>
                </a:lnTo>
                <a:lnTo>
                  <a:pt x="2040529" y="283688"/>
                </a:lnTo>
                <a:lnTo>
                  <a:pt x="2039912" y="284209"/>
                </a:lnTo>
                <a:lnTo>
                  <a:pt x="2039309" y="284745"/>
                </a:lnTo>
                <a:lnTo>
                  <a:pt x="2038720" y="285295"/>
                </a:lnTo>
                <a:lnTo>
                  <a:pt x="2038144" y="285859"/>
                </a:lnTo>
                <a:lnTo>
                  <a:pt x="2037583" y="286438"/>
                </a:lnTo>
                <a:lnTo>
                  <a:pt x="2037035" y="287032"/>
                </a:lnTo>
                <a:lnTo>
                  <a:pt x="2036502" y="287639"/>
                </a:lnTo>
                <a:lnTo>
                  <a:pt x="2035982" y="288262"/>
                </a:lnTo>
                <a:lnTo>
                  <a:pt x="2035476" y="288898"/>
                </a:lnTo>
                <a:lnTo>
                  <a:pt x="2034984" y="289550"/>
                </a:lnTo>
                <a:lnTo>
                  <a:pt x="2034506" y="290215"/>
                </a:lnTo>
                <a:lnTo>
                  <a:pt x="2034042" y="290896"/>
                </a:lnTo>
                <a:lnTo>
                  <a:pt x="2033592" y="291590"/>
                </a:lnTo>
                <a:lnTo>
                  <a:pt x="2033156" y="292299"/>
                </a:lnTo>
                <a:lnTo>
                  <a:pt x="2032733" y="293023"/>
                </a:lnTo>
                <a:lnTo>
                  <a:pt x="2032325" y="293761"/>
                </a:lnTo>
                <a:lnTo>
                  <a:pt x="2031930" y="294513"/>
                </a:lnTo>
                <a:lnTo>
                  <a:pt x="2031550" y="295280"/>
                </a:lnTo>
                <a:lnTo>
                  <a:pt x="2031184" y="296059"/>
                </a:lnTo>
                <a:lnTo>
                  <a:pt x="2030833" y="296849"/>
                </a:lnTo>
                <a:lnTo>
                  <a:pt x="2030498" y="297648"/>
                </a:lnTo>
                <a:lnTo>
                  <a:pt x="2030179" y="298457"/>
                </a:lnTo>
                <a:lnTo>
                  <a:pt x="2029875" y="299276"/>
                </a:lnTo>
                <a:lnTo>
                  <a:pt x="2029587" y="300105"/>
                </a:lnTo>
                <a:lnTo>
                  <a:pt x="2029315" y="300945"/>
                </a:lnTo>
                <a:lnTo>
                  <a:pt x="2029058" y="301794"/>
                </a:lnTo>
                <a:lnTo>
                  <a:pt x="2028817" y="302653"/>
                </a:lnTo>
                <a:lnTo>
                  <a:pt x="2028591" y="303522"/>
                </a:lnTo>
                <a:lnTo>
                  <a:pt x="2028381" y="304401"/>
                </a:lnTo>
                <a:lnTo>
                  <a:pt x="2028186" y="305291"/>
                </a:lnTo>
                <a:lnTo>
                  <a:pt x="2028007" y="306190"/>
                </a:lnTo>
                <a:lnTo>
                  <a:pt x="2027843" y="307099"/>
                </a:lnTo>
                <a:lnTo>
                  <a:pt x="2027695" y="308019"/>
                </a:lnTo>
                <a:lnTo>
                  <a:pt x="2027563" y="308948"/>
                </a:lnTo>
                <a:lnTo>
                  <a:pt x="2027446" y="309887"/>
                </a:lnTo>
                <a:lnTo>
                  <a:pt x="2027345" y="310837"/>
                </a:lnTo>
                <a:lnTo>
                  <a:pt x="2027259" y="311796"/>
                </a:lnTo>
                <a:lnTo>
                  <a:pt x="2027189" y="312765"/>
                </a:lnTo>
                <a:lnTo>
                  <a:pt x="2027135" y="313745"/>
                </a:lnTo>
                <a:lnTo>
                  <a:pt x="2027096" y="314734"/>
                </a:lnTo>
                <a:lnTo>
                  <a:pt x="2027072" y="315733"/>
                </a:lnTo>
                <a:lnTo>
                  <a:pt x="2027065" y="316743"/>
                </a:lnTo>
                <a:lnTo>
                  <a:pt x="2027065" y="319466"/>
                </a:lnTo>
                <a:lnTo>
                  <a:pt x="2027072" y="320449"/>
                </a:lnTo>
                <a:lnTo>
                  <a:pt x="2027096" y="321424"/>
                </a:lnTo>
                <a:lnTo>
                  <a:pt x="2027135" y="322391"/>
                </a:lnTo>
                <a:lnTo>
                  <a:pt x="2027189" y="323350"/>
                </a:lnTo>
                <a:lnTo>
                  <a:pt x="2027259" y="324300"/>
                </a:lnTo>
                <a:lnTo>
                  <a:pt x="2027345" y="325242"/>
                </a:lnTo>
                <a:lnTo>
                  <a:pt x="2027446" y="326175"/>
                </a:lnTo>
                <a:lnTo>
                  <a:pt x="2027563" y="327100"/>
                </a:lnTo>
                <a:lnTo>
                  <a:pt x="2027695" y="328017"/>
                </a:lnTo>
                <a:lnTo>
                  <a:pt x="2027843" y="328926"/>
                </a:lnTo>
                <a:lnTo>
                  <a:pt x="2028007" y="329826"/>
                </a:lnTo>
                <a:lnTo>
                  <a:pt x="2028186" y="330718"/>
                </a:lnTo>
                <a:lnTo>
                  <a:pt x="2028381" y="331601"/>
                </a:lnTo>
                <a:lnTo>
                  <a:pt x="2028591" y="332476"/>
                </a:lnTo>
                <a:lnTo>
                  <a:pt x="2028817" y="333343"/>
                </a:lnTo>
                <a:lnTo>
                  <a:pt x="2029058" y="334201"/>
                </a:lnTo>
                <a:lnTo>
                  <a:pt x="2029315" y="335051"/>
                </a:lnTo>
                <a:lnTo>
                  <a:pt x="2029587" y="335893"/>
                </a:lnTo>
                <a:lnTo>
                  <a:pt x="2029875" y="336726"/>
                </a:lnTo>
                <a:lnTo>
                  <a:pt x="2030179" y="337551"/>
                </a:lnTo>
                <a:lnTo>
                  <a:pt x="2030498" y="338368"/>
                </a:lnTo>
                <a:lnTo>
                  <a:pt x="2030833" y="339177"/>
                </a:lnTo>
                <a:lnTo>
                  <a:pt x="2031184" y="339977"/>
                </a:lnTo>
                <a:lnTo>
                  <a:pt x="2031550" y="340768"/>
                </a:lnTo>
                <a:lnTo>
                  <a:pt x="2031930" y="341535"/>
                </a:lnTo>
                <a:lnTo>
                  <a:pt x="2032325" y="342289"/>
                </a:lnTo>
                <a:lnTo>
                  <a:pt x="2032733" y="343028"/>
                </a:lnTo>
                <a:lnTo>
                  <a:pt x="2033156" y="343754"/>
                </a:lnTo>
                <a:lnTo>
                  <a:pt x="2033592" y="344465"/>
                </a:lnTo>
                <a:lnTo>
                  <a:pt x="2034042" y="345163"/>
                </a:lnTo>
                <a:lnTo>
                  <a:pt x="2034506" y="345847"/>
                </a:lnTo>
                <a:lnTo>
                  <a:pt x="2034984" y="346516"/>
                </a:lnTo>
                <a:lnTo>
                  <a:pt x="2035476" y="347172"/>
                </a:lnTo>
                <a:lnTo>
                  <a:pt x="2035982" y="347814"/>
                </a:lnTo>
                <a:lnTo>
                  <a:pt x="2036502" y="348443"/>
                </a:lnTo>
                <a:lnTo>
                  <a:pt x="2037035" y="349057"/>
                </a:lnTo>
                <a:lnTo>
                  <a:pt x="2037583" y="349657"/>
                </a:lnTo>
                <a:lnTo>
                  <a:pt x="2038144" y="350244"/>
                </a:lnTo>
                <a:lnTo>
                  <a:pt x="2038720" y="350816"/>
                </a:lnTo>
                <a:lnTo>
                  <a:pt x="2039309" y="351375"/>
                </a:lnTo>
                <a:lnTo>
                  <a:pt x="2039912" y="351920"/>
                </a:lnTo>
                <a:lnTo>
                  <a:pt x="2040529" y="352451"/>
                </a:lnTo>
                <a:lnTo>
                  <a:pt x="2041160" y="352967"/>
                </a:lnTo>
                <a:lnTo>
                  <a:pt x="2041805" y="353470"/>
                </a:lnTo>
                <a:lnTo>
                  <a:pt x="2042463" y="353960"/>
                </a:lnTo>
                <a:lnTo>
                  <a:pt x="2043136" y="354435"/>
                </a:lnTo>
                <a:lnTo>
                  <a:pt x="2043823" y="354896"/>
                </a:lnTo>
                <a:lnTo>
                  <a:pt x="2044523" y="355344"/>
                </a:lnTo>
                <a:lnTo>
                  <a:pt x="2045236" y="355775"/>
                </a:lnTo>
                <a:lnTo>
                  <a:pt x="2045961" y="356188"/>
                </a:lnTo>
                <a:lnTo>
                  <a:pt x="2046698" y="356582"/>
                </a:lnTo>
                <a:lnTo>
                  <a:pt x="2047446" y="356959"/>
                </a:lnTo>
                <a:lnTo>
                  <a:pt x="2048206" y="357316"/>
                </a:lnTo>
                <a:lnTo>
                  <a:pt x="2048978" y="357656"/>
                </a:lnTo>
                <a:lnTo>
                  <a:pt x="2049761" y="357977"/>
                </a:lnTo>
                <a:lnTo>
                  <a:pt x="2050556" y="358280"/>
                </a:lnTo>
                <a:lnTo>
                  <a:pt x="2051363" y="358564"/>
                </a:lnTo>
                <a:lnTo>
                  <a:pt x="2052181" y="358831"/>
                </a:lnTo>
                <a:lnTo>
                  <a:pt x="2053011" y="359078"/>
                </a:lnTo>
                <a:lnTo>
                  <a:pt x="2053853" y="359308"/>
                </a:lnTo>
                <a:lnTo>
                  <a:pt x="2054706" y="359519"/>
                </a:lnTo>
                <a:lnTo>
                  <a:pt x="2055571" y="359711"/>
                </a:lnTo>
                <a:lnTo>
                  <a:pt x="2056448" y="359886"/>
                </a:lnTo>
                <a:lnTo>
                  <a:pt x="2057337" y="360042"/>
                </a:lnTo>
                <a:lnTo>
                  <a:pt x="2058237" y="360179"/>
                </a:lnTo>
                <a:lnTo>
                  <a:pt x="2059149" y="360299"/>
                </a:lnTo>
                <a:lnTo>
                  <a:pt x="2060072" y="360400"/>
                </a:lnTo>
                <a:lnTo>
                  <a:pt x="2061007" y="360482"/>
                </a:lnTo>
                <a:lnTo>
                  <a:pt x="2061954" y="360547"/>
                </a:lnTo>
                <a:lnTo>
                  <a:pt x="2062912" y="360592"/>
                </a:lnTo>
                <a:lnTo>
                  <a:pt x="2063883" y="360620"/>
                </a:lnTo>
                <a:lnTo>
                  <a:pt x="2064865" y="360629"/>
                </a:lnTo>
                <a:lnTo>
                  <a:pt x="2065846" y="360620"/>
                </a:lnTo>
                <a:lnTo>
                  <a:pt x="2066817" y="360594"/>
                </a:lnTo>
                <a:lnTo>
                  <a:pt x="2067775" y="360549"/>
                </a:lnTo>
                <a:lnTo>
                  <a:pt x="2068722" y="360487"/>
                </a:lnTo>
                <a:lnTo>
                  <a:pt x="2069657" y="360407"/>
                </a:lnTo>
                <a:lnTo>
                  <a:pt x="2070581" y="360309"/>
                </a:lnTo>
                <a:close/>
                <a:moveTo>
                  <a:pt x="2060490" y="348837"/>
                </a:moveTo>
                <a:lnTo>
                  <a:pt x="2059798" y="348685"/>
                </a:lnTo>
                <a:lnTo>
                  <a:pt x="2059116" y="348510"/>
                </a:lnTo>
                <a:lnTo>
                  <a:pt x="2058445" y="348311"/>
                </a:lnTo>
                <a:lnTo>
                  <a:pt x="2057785" y="348089"/>
                </a:lnTo>
                <a:lnTo>
                  <a:pt x="2057135" y="347844"/>
                </a:lnTo>
                <a:lnTo>
                  <a:pt x="2056496" y="347575"/>
                </a:lnTo>
                <a:lnTo>
                  <a:pt x="2055867" y="347283"/>
                </a:lnTo>
                <a:lnTo>
                  <a:pt x="2055249" y="346968"/>
                </a:lnTo>
                <a:lnTo>
                  <a:pt x="2054641" y="346629"/>
                </a:lnTo>
                <a:lnTo>
                  <a:pt x="2054044" y="346267"/>
                </a:lnTo>
                <a:lnTo>
                  <a:pt x="2053458" y="345882"/>
                </a:lnTo>
                <a:lnTo>
                  <a:pt x="2052882" y="345473"/>
                </a:lnTo>
                <a:lnTo>
                  <a:pt x="2052317" y="345041"/>
                </a:lnTo>
                <a:lnTo>
                  <a:pt x="2051762" y="344586"/>
                </a:lnTo>
                <a:lnTo>
                  <a:pt x="2051218" y="344107"/>
                </a:lnTo>
                <a:lnTo>
                  <a:pt x="2050684" y="343604"/>
                </a:lnTo>
                <a:lnTo>
                  <a:pt x="2050161" y="343079"/>
                </a:lnTo>
                <a:lnTo>
                  <a:pt x="2049648" y="342530"/>
                </a:lnTo>
                <a:lnTo>
                  <a:pt x="2049165" y="341947"/>
                </a:lnTo>
                <a:lnTo>
                  <a:pt x="2048702" y="341345"/>
                </a:lnTo>
                <a:lnTo>
                  <a:pt x="2048260" y="340726"/>
                </a:lnTo>
                <a:lnTo>
                  <a:pt x="2047838" y="340087"/>
                </a:lnTo>
                <a:lnTo>
                  <a:pt x="2047436" y="339431"/>
                </a:lnTo>
                <a:lnTo>
                  <a:pt x="2047056" y="338756"/>
                </a:lnTo>
                <a:lnTo>
                  <a:pt x="2046696" y="338063"/>
                </a:lnTo>
                <a:lnTo>
                  <a:pt x="2046356" y="337351"/>
                </a:lnTo>
                <a:lnTo>
                  <a:pt x="2046037" y="336621"/>
                </a:lnTo>
                <a:lnTo>
                  <a:pt x="2045739" y="335873"/>
                </a:lnTo>
                <a:lnTo>
                  <a:pt x="2045461" y="335106"/>
                </a:lnTo>
                <a:lnTo>
                  <a:pt x="2045204" y="334321"/>
                </a:lnTo>
                <a:lnTo>
                  <a:pt x="2044967" y="333518"/>
                </a:lnTo>
                <a:lnTo>
                  <a:pt x="2044751" y="332696"/>
                </a:lnTo>
                <a:lnTo>
                  <a:pt x="2044556" y="331856"/>
                </a:lnTo>
                <a:lnTo>
                  <a:pt x="2044381" y="330998"/>
                </a:lnTo>
                <a:lnTo>
                  <a:pt x="2044226" y="330121"/>
                </a:lnTo>
                <a:lnTo>
                  <a:pt x="2044093" y="329226"/>
                </a:lnTo>
                <a:lnTo>
                  <a:pt x="2043979" y="328313"/>
                </a:lnTo>
                <a:lnTo>
                  <a:pt x="2043887" y="327381"/>
                </a:lnTo>
                <a:lnTo>
                  <a:pt x="2043815" y="326431"/>
                </a:lnTo>
                <a:lnTo>
                  <a:pt x="2043763" y="325462"/>
                </a:lnTo>
                <a:lnTo>
                  <a:pt x="2043733" y="324475"/>
                </a:lnTo>
                <a:lnTo>
                  <a:pt x="2043722" y="323470"/>
                </a:lnTo>
                <a:lnTo>
                  <a:pt x="2043722" y="312739"/>
                </a:lnTo>
                <a:lnTo>
                  <a:pt x="2043733" y="311734"/>
                </a:lnTo>
                <a:lnTo>
                  <a:pt x="2043763" y="310748"/>
                </a:lnTo>
                <a:lnTo>
                  <a:pt x="2043815" y="309781"/>
                </a:lnTo>
                <a:lnTo>
                  <a:pt x="2043887" y="308832"/>
                </a:lnTo>
                <a:lnTo>
                  <a:pt x="2043979" y="307903"/>
                </a:lnTo>
                <a:lnTo>
                  <a:pt x="2044093" y="306993"/>
                </a:lnTo>
                <a:lnTo>
                  <a:pt x="2044226" y="306101"/>
                </a:lnTo>
                <a:lnTo>
                  <a:pt x="2044381" y="305228"/>
                </a:lnTo>
                <a:lnTo>
                  <a:pt x="2044556" y="304375"/>
                </a:lnTo>
                <a:lnTo>
                  <a:pt x="2044751" y="303540"/>
                </a:lnTo>
                <a:lnTo>
                  <a:pt x="2044967" y="302724"/>
                </a:lnTo>
                <a:lnTo>
                  <a:pt x="2045204" y="301927"/>
                </a:lnTo>
                <a:lnTo>
                  <a:pt x="2045461" y="301149"/>
                </a:lnTo>
                <a:lnTo>
                  <a:pt x="2045739" y="300390"/>
                </a:lnTo>
                <a:lnTo>
                  <a:pt x="2046037" y="299650"/>
                </a:lnTo>
                <a:lnTo>
                  <a:pt x="2046356" y="298929"/>
                </a:lnTo>
                <a:lnTo>
                  <a:pt x="2046696" y="298226"/>
                </a:lnTo>
                <a:lnTo>
                  <a:pt x="2047056" y="297543"/>
                </a:lnTo>
                <a:lnTo>
                  <a:pt x="2047436" y="296878"/>
                </a:lnTo>
                <a:lnTo>
                  <a:pt x="2047838" y="296232"/>
                </a:lnTo>
                <a:lnTo>
                  <a:pt x="2048260" y="295606"/>
                </a:lnTo>
                <a:lnTo>
                  <a:pt x="2048702" y="294998"/>
                </a:lnTo>
                <a:lnTo>
                  <a:pt x="2049165" y="294409"/>
                </a:lnTo>
                <a:lnTo>
                  <a:pt x="2049648" y="293839"/>
                </a:lnTo>
                <a:lnTo>
                  <a:pt x="2050161" y="293277"/>
                </a:lnTo>
                <a:lnTo>
                  <a:pt x="2050684" y="292739"/>
                </a:lnTo>
                <a:lnTo>
                  <a:pt x="2051218" y="292225"/>
                </a:lnTo>
                <a:lnTo>
                  <a:pt x="2051762" y="291734"/>
                </a:lnTo>
                <a:lnTo>
                  <a:pt x="2052317" y="291268"/>
                </a:lnTo>
                <a:lnTo>
                  <a:pt x="2052882" y="290826"/>
                </a:lnTo>
                <a:lnTo>
                  <a:pt x="2053458" y="290407"/>
                </a:lnTo>
                <a:lnTo>
                  <a:pt x="2054044" y="290012"/>
                </a:lnTo>
                <a:lnTo>
                  <a:pt x="2054641" y="289642"/>
                </a:lnTo>
                <a:lnTo>
                  <a:pt x="2055249" y="289295"/>
                </a:lnTo>
                <a:lnTo>
                  <a:pt x="2055867" y="288972"/>
                </a:lnTo>
                <a:lnTo>
                  <a:pt x="2056496" y="288673"/>
                </a:lnTo>
                <a:lnTo>
                  <a:pt x="2057135" y="288398"/>
                </a:lnTo>
                <a:lnTo>
                  <a:pt x="2057785" y="288147"/>
                </a:lnTo>
                <a:lnTo>
                  <a:pt x="2058445" y="287920"/>
                </a:lnTo>
                <a:lnTo>
                  <a:pt x="2059116" y="287717"/>
                </a:lnTo>
                <a:lnTo>
                  <a:pt x="2059798" y="287537"/>
                </a:lnTo>
                <a:lnTo>
                  <a:pt x="2060490" y="287382"/>
                </a:lnTo>
                <a:lnTo>
                  <a:pt x="2061193" y="287250"/>
                </a:lnTo>
                <a:lnTo>
                  <a:pt x="2061906" y="287143"/>
                </a:lnTo>
                <a:lnTo>
                  <a:pt x="2062630" y="287059"/>
                </a:lnTo>
                <a:lnTo>
                  <a:pt x="2063364" y="286999"/>
                </a:lnTo>
                <a:lnTo>
                  <a:pt x="2064109" y="286963"/>
                </a:lnTo>
                <a:lnTo>
                  <a:pt x="2064865" y="286951"/>
                </a:lnTo>
                <a:lnTo>
                  <a:pt x="2065633" y="286963"/>
                </a:lnTo>
                <a:lnTo>
                  <a:pt x="2066389" y="286999"/>
                </a:lnTo>
                <a:lnTo>
                  <a:pt x="2067134" y="287059"/>
                </a:lnTo>
                <a:lnTo>
                  <a:pt x="2067868" y="287143"/>
                </a:lnTo>
                <a:lnTo>
                  <a:pt x="2068589" y="287250"/>
                </a:lnTo>
                <a:lnTo>
                  <a:pt x="2069299" y="287382"/>
                </a:lnTo>
                <a:lnTo>
                  <a:pt x="2069997" y="287537"/>
                </a:lnTo>
                <a:lnTo>
                  <a:pt x="2070684" y="287717"/>
                </a:lnTo>
                <a:lnTo>
                  <a:pt x="2071359" y="287920"/>
                </a:lnTo>
                <a:lnTo>
                  <a:pt x="2072022" y="288147"/>
                </a:lnTo>
                <a:lnTo>
                  <a:pt x="2072674" y="288398"/>
                </a:lnTo>
                <a:lnTo>
                  <a:pt x="2073313" y="288673"/>
                </a:lnTo>
                <a:lnTo>
                  <a:pt x="2073942" y="288972"/>
                </a:lnTo>
                <a:lnTo>
                  <a:pt x="2074558" y="289295"/>
                </a:lnTo>
                <a:lnTo>
                  <a:pt x="2075163" y="289642"/>
                </a:lnTo>
                <a:lnTo>
                  <a:pt x="2075756" y="290012"/>
                </a:lnTo>
                <a:lnTo>
                  <a:pt x="2076337" y="290407"/>
                </a:lnTo>
                <a:lnTo>
                  <a:pt x="2076907" y="290826"/>
                </a:lnTo>
                <a:lnTo>
                  <a:pt x="2077465" y="291268"/>
                </a:lnTo>
                <a:lnTo>
                  <a:pt x="2078012" y="291734"/>
                </a:lnTo>
                <a:lnTo>
                  <a:pt x="2078546" y="292225"/>
                </a:lnTo>
                <a:lnTo>
                  <a:pt x="2079070" y="292739"/>
                </a:lnTo>
                <a:lnTo>
                  <a:pt x="2079581" y="293277"/>
                </a:lnTo>
                <a:lnTo>
                  <a:pt x="2080081" y="293839"/>
                </a:lnTo>
                <a:lnTo>
                  <a:pt x="2080564" y="294409"/>
                </a:lnTo>
                <a:lnTo>
                  <a:pt x="2081027" y="294998"/>
                </a:lnTo>
                <a:lnTo>
                  <a:pt x="2081470" y="295606"/>
                </a:lnTo>
                <a:lnTo>
                  <a:pt x="2081891" y="296232"/>
                </a:lnTo>
                <a:lnTo>
                  <a:pt x="2082293" y="296878"/>
                </a:lnTo>
                <a:lnTo>
                  <a:pt x="2082673" y="297543"/>
                </a:lnTo>
                <a:lnTo>
                  <a:pt x="2083033" y="298226"/>
                </a:lnTo>
                <a:lnTo>
                  <a:pt x="2083373" y="298929"/>
                </a:lnTo>
                <a:lnTo>
                  <a:pt x="2083692" y="299650"/>
                </a:lnTo>
                <a:lnTo>
                  <a:pt x="2083990" y="300390"/>
                </a:lnTo>
                <a:lnTo>
                  <a:pt x="2084268" y="301149"/>
                </a:lnTo>
                <a:lnTo>
                  <a:pt x="2084525" y="301927"/>
                </a:lnTo>
                <a:lnTo>
                  <a:pt x="2084762" y="302724"/>
                </a:lnTo>
                <a:lnTo>
                  <a:pt x="2084978" y="303540"/>
                </a:lnTo>
                <a:lnTo>
                  <a:pt x="2085173" y="304375"/>
                </a:lnTo>
                <a:lnTo>
                  <a:pt x="2085348" y="305228"/>
                </a:lnTo>
                <a:lnTo>
                  <a:pt x="2085503" y="306101"/>
                </a:lnTo>
                <a:lnTo>
                  <a:pt x="2085636" y="306993"/>
                </a:lnTo>
                <a:lnTo>
                  <a:pt x="2085750" y="307903"/>
                </a:lnTo>
                <a:lnTo>
                  <a:pt x="2085842" y="308832"/>
                </a:lnTo>
                <a:lnTo>
                  <a:pt x="2085914" y="309781"/>
                </a:lnTo>
                <a:lnTo>
                  <a:pt x="2085966" y="310748"/>
                </a:lnTo>
                <a:lnTo>
                  <a:pt x="2085997" y="311734"/>
                </a:lnTo>
                <a:lnTo>
                  <a:pt x="2086007" y="312739"/>
                </a:lnTo>
                <a:lnTo>
                  <a:pt x="2086007" y="323470"/>
                </a:lnTo>
                <a:lnTo>
                  <a:pt x="2085997" y="324475"/>
                </a:lnTo>
                <a:lnTo>
                  <a:pt x="2085966" y="325462"/>
                </a:lnTo>
                <a:lnTo>
                  <a:pt x="2085914" y="326431"/>
                </a:lnTo>
                <a:lnTo>
                  <a:pt x="2085842" y="327381"/>
                </a:lnTo>
                <a:lnTo>
                  <a:pt x="2085750" y="328313"/>
                </a:lnTo>
                <a:lnTo>
                  <a:pt x="2085636" y="329226"/>
                </a:lnTo>
                <a:lnTo>
                  <a:pt x="2085503" y="330121"/>
                </a:lnTo>
                <a:lnTo>
                  <a:pt x="2085348" y="330998"/>
                </a:lnTo>
                <a:lnTo>
                  <a:pt x="2085173" y="331856"/>
                </a:lnTo>
                <a:lnTo>
                  <a:pt x="2084978" y="332696"/>
                </a:lnTo>
                <a:lnTo>
                  <a:pt x="2084762" y="333518"/>
                </a:lnTo>
                <a:lnTo>
                  <a:pt x="2084525" y="334321"/>
                </a:lnTo>
                <a:lnTo>
                  <a:pt x="2084268" y="335106"/>
                </a:lnTo>
                <a:lnTo>
                  <a:pt x="2083990" y="335873"/>
                </a:lnTo>
                <a:lnTo>
                  <a:pt x="2083692" y="336621"/>
                </a:lnTo>
                <a:lnTo>
                  <a:pt x="2083373" y="337351"/>
                </a:lnTo>
                <a:lnTo>
                  <a:pt x="2083033" y="338063"/>
                </a:lnTo>
                <a:lnTo>
                  <a:pt x="2082673" y="338756"/>
                </a:lnTo>
                <a:lnTo>
                  <a:pt x="2082293" y="339431"/>
                </a:lnTo>
                <a:lnTo>
                  <a:pt x="2081891" y="340087"/>
                </a:lnTo>
                <a:lnTo>
                  <a:pt x="2081470" y="340726"/>
                </a:lnTo>
                <a:lnTo>
                  <a:pt x="2081027" y="341345"/>
                </a:lnTo>
                <a:lnTo>
                  <a:pt x="2080564" y="341947"/>
                </a:lnTo>
                <a:lnTo>
                  <a:pt x="2080081" y="342530"/>
                </a:lnTo>
                <a:lnTo>
                  <a:pt x="2079581" y="343079"/>
                </a:lnTo>
                <a:lnTo>
                  <a:pt x="2079070" y="343604"/>
                </a:lnTo>
                <a:lnTo>
                  <a:pt x="2078546" y="344107"/>
                </a:lnTo>
                <a:lnTo>
                  <a:pt x="2078012" y="344586"/>
                </a:lnTo>
                <a:lnTo>
                  <a:pt x="2077465" y="345041"/>
                </a:lnTo>
                <a:lnTo>
                  <a:pt x="2076907" y="345473"/>
                </a:lnTo>
                <a:lnTo>
                  <a:pt x="2076337" y="345882"/>
                </a:lnTo>
                <a:lnTo>
                  <a:pt x="2075756" y="346267"/>
                </a:lnTo>
                <a:lnTo>
                  <a:pt x="2075163" y="346629"/>
                </a:lnTo>
                <a:lnTo>
                  <a:pt x="2074558" y="346968"/>
                </a:lnTo>
                <a:lnTo>
                  <a:pt x="2073942" y="347283"/>
                </a:lnTo>
                <a:lnTo>
                  <a:pt x="2073313" y="347575"/>
                </a:lnTo>
                <a:lnTo>
                  <a:pt x="2072674" y="347844"/>
                </a:lnTo>
                <a:lnTo>
                  <a:pt x="2072022" y="348089"/>
                </a:lnTo>
                <a:lnTo>
                  <a:pt x="2071359" y="348311"/>
                </a:lnTo>
                <a:lnTo>
                  <a:pt x="2070684" y="348510"/>
                </a:lnTo>
                <a:lnTo>
                  <a:pt x="2069997" y="348685"/>
                </a:lnTo>
                <a:lnTo>
                  <a:pt x="2069299" y="348837"/>
                </a:lnTo>
                <a:lnTo>
                  <a:pt x="2068589" y="348965"/>
                </a:lnTo>
                <a:lnTo>
                  <a:pt x="2067868" y="349070"/>
                </a:lnTo>
                <a:lnTo>
                  <a:pt x="2067134" y="349152"/>
                </a:lnTo>
                <a:lnTo>
                  <a:pt x="2066389" y="349210"/>
                </a:lnTo>
                <a:lnTo>
                  <a:pt x="2065633" y="349245"/>
                </a:lnTo>
                <a:lnTo>
                  <a:pt x="2064865" y="349257"/>
                </a:lnTo>
                <a:lnTo>
                  <a:pt x="2064109" y="349245"/>
                </a:lnTo>
                <a:lnTo>
                  <a:pt x="2063364" y="349210"/>
                </a:lnTo>
                <a:lnTo>
                  <a:pt x="2062630" y="349152"/>
                </a:lnTo>
                <a:lnTo>
                  <a:pt x="2061906" y="349070"/>
                </a:lnTo>
                <a:lnTo>
                  <a:pt x="2061193" y="348965"/>
                </a:lnTo>
                <a:lnTo>
                  <a:pt x="2060490" y="348837"/>
                </a:lnTo>
                <a:close/>
                <a:moveTo>
                  <a:pt x="2056055" y="1290285"/>
                </a:moveTo>
                <a:lnTo>
                  <a:pt x="2059739" y="1269303"/>
                </a:lnTo>
                <a:lnTo>
                  <a:pt x="2059739" y="1245758"/>
                </a:lnTo>
                <a:lnTo>
                  <a:pt x="2045965" y="1245758"/>
                </a:lnTo>
                <a:lnTo>
                  <a:pt x="2045965" y="1269303"/>
                </a:lnTo>
                <a:lnTo>
                  <a:pt x="2049648" y="1290285"/>
                </a:lnTo>
                <a:lnTo>
                  <a:pt x="2056055" y="1290285"/>
                </a:lnTo>
                <a:close/>
                <a:moveTo>
                  <a:pt x="2079920" y="1290285"/>
                </a:moveTo>
                <a:lnTo>
                  <a:pt x="2083604" y="1269303"/>
                </a:lnTo>
                <a:lnTo>
                  <a:pt x="2083604" y="1245758"/>
                </a:lnTo>
                <a:lnTo>
                  <a:pt x="2069830" y="1245758"/>
                </a:lnTo>
                <a:lnTo>
                  <a:pt x="2069830" y="1269303"/>
                </a:lnTo>
                <a:lnTo>
                  <a:pt x="2073514" y="1290285"/>
                </a:lnTo>
                <a:lnTo>
                  <a:pt x="2079920" y="1290285"/>
                </a:lnTo>
                <a:close/>
              </a:path>
            </a:pathLst>
          </a:custGeom>
          <a:solidFill xmlns:a="http://schemas.openxmlformats.org/drawingml/2006/main">
            <a:srgbClr val="22863A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4BE8F5-4D25-497C-B441-E4307EB0A1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61496" y="2817981"/>
            <a:ext cx="1043515" cy="115642"/>
          </a:xfrm>
          <a:custGeom xmlns:a="http://schemas.openxmlformats.org/drawingml/2006/main">
            <a:pathLst>
              <a:path w="1043515" h="115642">
                <a:moveTo>
                  <a:pt x="43886" y="15376"/>
                </a:moveTo>
                <a:lnTo>
                  <a:pt x="58942" y="15376"/>
                </a:lnTo>
                <a:lnTo>
                  <a:pt x="58942" y="0"/>
                </a:lnTo>
                <a:lnTo>
                  <a:pt x="43886" y="0"/>
                </a:lnTo>
                <a:lnTo>
                  <a:pt x="43886" y="15376"/>
                </a:lnTo>
                <a:close/>
                <a:moveTo>
                  <a:pt x="353038" y="115606"/>
                </a:moveTo>
                <a:lnTo>
                  <a:pt x="353532" y="115586"/>
                </a:lnTo>
                <a:lnTo>
                  <a:pt x="354026" y="115562"/>
                </a:lnTo>
                <a:lnTo>
                  <a:pt x="354520" y="115533"/>
                </a:lnTo>
                <a:lnTo>
                  <a:pt x="355013" y="115500"/>
                </a:lnTo>
                <a:lnTo>
                  <a:pt x="355507" y="115462"/>
                </a:lnTo>
                <a:lnTo>
                  <a:pt x="356001" y="115419"/>
                </a:lnTo>
                <a:lnTo>
                  <a:pt x="356495" y="115373"/>
                </a:lnTo>
                <a:lnTo>
                  <a:pt x="356989" y="115322"/>
                </a:lnTo>
                <a:lnTo>
                  <a:pt x="357483" y="115266"/>
                </a:lnTo>
                <a:lnTo>
                  <a:pt x="357977" y="115206"/>
                </a:lnTo>
                <a:lnTo>
                  <a:pt x="358470" y="115141"/>
                </a:lnTo>
                <a:lnTo>
                  <a:pt x="358964" y="115072"/>
                </a:lnTo>
                <a:lnTo>
                  <a:pt x="359458" y="114999"/>
                </a:lnTo>
                <a:lnTo>
                  <a:pt x="359952" y="114921"/>
                </a:lnTo>
                <a:lnTo>
                  <a:pt x="360446" y="114839"/>
                </a:lnTo>
                <a:lnTo>
                  <a:pt x="360940" y="114752"/>
                </a:lnTo>
                <a:lnTo>
                  <a:pt x="361434" y="114661"/>
                </a:lnTo>
                <a:lnTo>
                  <a:pt x="361927" y="114565"/>
                </a:lnTo>
                <a:lnTo>
                  <a:pt x="362421" y="114465"/>
                </a:lnTo>
                <a:lnTo>
                  <a:pt x="362915" y="114361"/>
                </a:lnTo>
                <a:lnTo>
                  <a:pt x="363405" y="114265"/>
                </a:lnTo>
                <a:lnTo>
                  <a:pt x="363888" y="114166"/>
                </a:lnTo>
                <a:lnTo>
                  <a:pt x="364364" y="114063"/>
                </a:lnTo>
                <a:lnTo>
                  <a:pt x="364833" y="113956"/>
                </a:lnTo>
                <a:lnTo>
                  <a:pt x="365294" y="113845"/>
                </a:lnTo>
                <a:lnTo>
                  <a:pt x="365748" y="113730"/>
                </a:lnTo>
                <a:lnTo>
                  <a:pt x="366195" y="113611"/>
                </a:lnTo>
                <a:lnTo>
                  <a:pt x="366635" y="113489"/>
                </a:lnTo>
                <a:lnTo>
                  <a:pt x="367067" y="113362"/>
                </a:lnTo>
                <a:lnTo>
                  <a:pt x="367492" y="113232"/>
                </a:lnTo>
                <a:lnTo>
                  <a:pt x="367910" y="113097"/>
                </a:lnTo>
                <a:lnTo>
                  <a:pt x="368321" y="112959"/>
                </a:lnTo>
                <a:lnTo>
                  <a:pt x="368724" y="112817"/>
                </a:lnTo>
                <a:lnTo>
                  <a:pt x="369121" y="112671"/>
                </a:lnTo>
                <a:lnTo>
                  <a:pt x="369510" y="112521"/>
                </a:lnTo>
                <a:lnTo>
                  <a:pt x="369891" y="112367"/>
                </a:lnTo>
                <a:lnTo>
                  <a:pt x="370266" y="112210"/>
                </a:lnTo>
                <a:lnTo>
                  <a:pt x="370633" y="112048"/>
                </a:lnTo>
                <a:lnTo>
                  <a:pt x="370993" y="111883"/>
                </a:lnTo>
                <a:lnTo>
                  <a:pt x="371346" y="111713"/>
                </a:lnTo>
                <a:lnTo>
                  <a:pt x="371692" y="111540"/>
                </a:lnTo>
                <a:lnTo>
                  <a:pt x="372030" y="111363"/>
                </a:lnTo>
                <a:lnTo>
                  <a:pt x="372361" y="111182"/>
                </a:lnTo>
                <a:lnTo>
                  <a:pt x="372685" y="110997"/>
                </a:lnTo>
                <a:lnTo>
                  <a:pt x="372685" y="98664"/>
                </a:lnTo>
                <a:lnTo>
                  <a:pt x="372403" y="98797"/>
                </a:lnTo>
                <a:lnTo>
                  <a:pt x="372117" y="98930"/>
                </a:lnTo>
                <a:lnTo>
                  <a:pt x="371827" y="99062"/>
                </a:lnTo>
                <a:lnTo>
                  <a:pt x="371533" y="99193"/>
                </a:lnTo>
                <a:lnTo>
                  <a:pt x="371235" y="99324"/>
                </a:lnTo>
                <a:lnTo>
                  <a:pt x="370934" y="99455"/>
                </a:lnTo>
                <a:lnTo>
                  <a:pt x="370628" y="99585"/>
                </a:lnTo>
                <a:lnTo>
                  <a:pt x="370319" y="99714"/>
                </a:lnTo>
                <a:lnTo>
                  <a:pt x="370005" y="99843"/>
                </a:lnTo>
                <a:lnTo>
                  <a:pt x="369688" y="99971"/>
                </a:lnTo>
                <a:lnTo>
                  <a:pt x="369367" y="100099"/>
                </a:lnTo>
                <a:lnTo>
                  <a:pt x="369042" y="100226"/>
                </a:lnTo>
                <a:lnTo>
                  <a:pt x="368713" y="100352"/>
                </a:lnTo>
                <a:lnTo>
                  <a:pt x="368380" y="100478"/>
                </a:lnTo>
                <a:lnTo>
                  <a:pt x="368043" y="100604"/>
                </a:lnTo>
                <a:lnTo>
                  <a:pt x="367702" y="100728"/>
                </a:lnTo>
                <a:lnTo>
                  <a:pt x="367358" y="100853"/>
                </a:lnTo>
                <a:lnTo>
                  <a:pt x="367009" y="100976"/>
                </a:lnTo>
                <a:lnTo>
                  <a:pt x="366657" y="101100"/>
                </a:lnTo>
                <a:lnTo>
                  <a:pt x="366301" y="101222"/>
                </a:lnTo>
                <a:lnTo>
                  <a:pt x="365941" y="101344"/>
                </a:lnTo>
                <a:lnTo>
                  <a:pt x="365577" y="101466"/>
                </a:lnTo>
                <a:lnTo>
                  <a:pt x="365209" y="101587"/>
                </a:lnTo>
                <a:lnTo>
                  <a:pt x="364837" y="101707"/>
                </a:lnTo>
                <a:lnTo>
                  <a:pt x="364475" y="101812"/>
                </a:lnTo>
                <a:lnTo>
                  <a:pt x="364111" y="101912"/>
                </a:lnTo>
                <a:lnTo>
                  <a:pt x="363744" y="102008"/>
                </a:lnTo>
                <a:lnTo>
                  <a:pt x="363373" y="102099"/>
                </a:lnTo>
                <a:lnTo>
                  <a:pt x="363001" y="102186"/>
                </a:lnTo>
                <a:lnTo>
                  <a:pt x="362625" y="102268"/>
                </a:lnTo>
                <a:lnTo>
                  <a:pt x="362246" y="102346"/>
                </a:lnTo>
                <a:lnTo>
                  <a:pt x="361865" y="102419"/>
                </a:lnTo>
                <a:lnTo>
                  <a:pt x="361481" y="102488"/>
                </a:lnTo>
                <a:lnTo>
                  <a:pt x="361094" y="102553"/>
                </a:lnTo>
                <a:lnTo>
                  <a:pt x="360705" y="102613"/>
                </a:lnTo>
                <a:lnTo>
                  <a:pt x="360312" y="102668"/>
                </a:lnTo>
                <a:lnTo>
                  <a:pt x="359917" y="102719"/>
                </a:lnTo>
                <a:lnTo>
                  <a:pt x="359519" y="102766"/>
                </a:lnTo>
                <a:lnTo>
                  <a:pt x="359119" y="102808"/>
                </a:lnTo>
                <a:lnTo>
                  <a:pt x="358715" y="102846"/>
                </a:lnTo>
                <a:lnTo>
                  <a:pt x="358309" y="102880"/>
                </a:lnTo>
                <a:lnTo>
                  <a:pt x="357900" y="102908"/>
                </a:lnTo>
                <a:lnTo>
                  <a:pt x="357488" y="102933"/>
                </a:lnTo>
                <a:lnTo>
                  <a:pt x="357073" y="102953"/>
                </a:lnTo>
                <a:lnTo>
                  <a:pt x="356656" y="102969"/>
                </a:lnTo>
                <a:lnTo>
                  <a:pt x="356236" y="102980"/>
                </a:lnTo>
                <a:lnTo>
                  <a:pt x="355813" y="102986"/>
                </a:lnTo>
                <a:lnTo>
                  <a:pt x="355387" y="102989"/>
                </a:lnTo>
                <a:lnTo>
                  <a:pt x="354844" y="102986"/>
                </a:lnTo>
                <a:lnTo>
                  <a:pt x="354308" y="102977"/>
                </a:lnTo>
                <a:lnTo>
                  <a:pt x="353781" y="102964"/>
                </a:lnTo>
                <a:lnTo>
                  <a:pt x="353261" y="102944"/>
                </a:lnTo>
                <a:lnTo>
                  <a:pt x="352748" y="102919"/>
                </a:lnTo>
                <a:lnTo>
                  <a:pt x="352244" y="102888"/>
                </a:lnTo>
                <a:lnTo>
                  <a:pt x="351747" y="102852"/>
                </a:lnTo>
                <a:lnTo>
                  <a:pt x="351258" y="102811"/>
                </a:lnTo>
                <a:lnTo>
                  <a:pt x="350777" y="102763"/>
                </a:lnTo>
                <a:lnTo>
                  <a:pt x="350304" y="102711"/>
                </a:lnTo>
                <a:lnTo>
                  <a:pt x="349839" y="102652"/>
                </a:lnTo>
                <a:lnTo>
                  <a:pt x="349381" y="102588"/>
                </a:lnTo>
                <a:lnTo>
                  <a:pt x="348931" y="102519"/>
                </a:lnTo>
                <a:lnTo>
                  <a:pt x="348489" y="102444"/>
                </a:lnTo>
                <a:lnTo>
                  <a:pt x="348054" y="102363"/>
                </a:lnTo>
                <a:lnTo>
                  <a:pt x="347628" y="102277"/>
                </a:lnTo>
                <a:lnTo>
                  <a:pt x="347209" y="102185"/>
                </a:lnTo>
                <a:lnTo>
                  <a:pt x="346798" y="102088"/>
                </a:lnTo>
                <a:lnTo>
                  <a:pt x="346395" y="101985"/>
                </a:lnTo>
                <a:lnTo>
                  <a:pt x="346000" y="101876"/>
                </a:lnTo>
                <a:lnTo>
                  <a:pt x="345612" y="101762"/>
                </a:lnTo>
                <a:lnTo>
                  <a:pt x="345232" y="101643"/>
                </a:lnTo>
                <a:lnTo>
                  <a:pt x="344860" y="101518"/>
                </a:lnTo>
                <a:lnTo>
                  <a:pt x="344496" y="101387"/>
                </a:lnTo>
                <a:lnTo>
                  <a:pt x="344139" y="101250"/>
                </a:lnTo>
                <a:lnTo>
                  <a:pt x="343789" y="101107"/>
                </a:lnTo>
                <a:lnTo>
                  <a:pt x="343447" y="100956"/>
                </a:lnTo>
                <a:lnTo>
                  <a:pt x="343112" y="100800"/>
                </a:lnTo>
                <a:lnTo>
                  <a:pt x="342784" y="100636"/>
                </a:lnTo>
                <a:lnTo>
                  <a:pt x="342464" y="100466"/>
                </a:lnTo>
                <a:lnTo>
                  <a:pt x="342150" y="100289"/>
                </a:lnTo>
                <a:lnTo>
                  <a:pt x="341844" y="100106"/>
                </a:lnTo>
                <a:lnTo>
                  <a:pt x="341545" y="99915"/>
                </a:lnTo>
                <a:lnTo>
                  <a:pt x="341253" y="99718"/>
                </a:lnTo>
                <a:lnTo>
                  <a:pt x="340969" y="99515"/>
                </a:lnTo>
                <a:lnTo>
                  <a:pt x="340692" y="99305"/>
                </a:lnTo>
                <a:lnTo>
                  <a:pt x="340422" y="99088"/>
                </a:lnTo>
                <a:lnTo>
                  <a:pt x="340159" y="98864"/>
                </a:lnTo>
                <a:lnTo>
                  <a:pt x="339903" y="98634"/>
                </a:lnTo>
                <a:lnTo>
                  <a:pt x="339655" y="98397"/>
                </a:lnTo>
                <a:lnTo>
                  <a:pt x="339414" y="98153"/>
                </a:lnTo>
                <a:lnTo>
                  <a:pt x="339180" y="97903"/>
                </a:lnTo>
                <a:lnTo>
                  <a:pt x="338953" y="97646"/>
                </a:lnTo>
                <a:lnTo>
                  <a:pt x="338734" y="97383"/>
                </a:lnTo>
                <a:lnTo>
                  <a:pt x="338522" y="97112"/>
                </a:lnTo>
                <a:lnTo>
                  <a:pt x="338317" y="96835"/>
                </a:lnTo>
                <a:lnTo>
                  <a:pt x="338119" y="96552"/>
                </a:lnTo>
                <a:lnTo>
                  <a:pt x="337929" y="96261"/>
                </a:lnTo>
                <a:lnTo>
                  <a:pt x="337746" y="95964"/>
                </a:lnTo>
                <a:lnTo>
                  <a:pt x="337571" y="95661"/>
                </a:lnTo>
                <a:lnTo>
                  <a:pt x="337403" y="95351"/>
                </a:lnTo>
                <a:lnTo>
                  <a:pt x="337244" y="95034"/>
                </a:lnTo>
                <a:lnTo>
                  <a:pt x="337092" y="94710"/>
                </a:lnTo>
                <a:lnTo>
                  <a:pt x="336948" y="94380"/>
                </a:lnTo>
                <a:lnTo>
                  <a:pt x="336812" y="94042"/>
                </a:lnTo>
                <a:lnTo>
                  <a:pt x="336683" y="93699"/>
                </a:lnTo>
                <a:lnTo>
                  <a:pt x="336562" y="93348"/>
                </a:lnTo>
                <a:lnTo>
                  <a:pt x="336449" y="92991"/>
                </a:lnTo>
                <a:lnTo>
                  <a:pt x="336344" y="92628"/>
                </a:lnTo>
                <a:lnTo>
                  <a:pt x="336247" y="92257"/>
                </a:lnTo>
                <a:lnTo>
                  <a:pt x="336157" y="91880"/>
                </a:lnTo>
                <a:lnTo>
                  <a:pt x="336076" y="91496"/>
                </a:lnTo>
                <a:lnTo>
                  <a:pt x="336002" y="91106"/>
                </a:lnTo>
                <a:lnTo>
                  <a:pt x="335936" y="90709"/>
                </a:lnTo>
                <a:lnTo>
                  <a:pt x="335877" y="90305"/>
                </a:lnTo>
                <a:lnTo>
                  <a:pt x="335827" y="89895"/>
                </a:lnTo>
                <a:lnTo>
                  <a:pt x="335784" y="89478"/>
                </a:lnTo>
                <a:lnTo>
                  <a:pt x="335749" y="89054"/>
                </a:lnTo>
                <a:lnTo>
                  <a:pt x="335721" y="88623"/>
                </a:lnTo>
                <a:lnTo>
                  <a:pt x="335702" y="88186"/>
                </a:lnTo>
                <a:lnTo>
                  <a:pt x="335690" y="87743"/>
                </a:lnTo>
                <a:lnTo>
                  <a:pt x="335686" y="87292"/>
                </a:lnTo>
                <a:lnTo>
                  <a:pt x="335686" y="44687"/>
                </a:lnTo>
                <a:lnTo>
                  <a:pt x="372685" y="44687"/>
                </a:lnTo>
                <a:lnTo>
                  <a:pt x="372685" y="32194"/>
                </a:lnTo>
                <a:lnTo>
                  <a:pt x="335686" y="32194"/>
                </a:lnTo>
                <a:lnTo>
                  <a:pt x="335686" y="6086"/>
                </a:lnTo>
                <a:lnTo>
                  <a:pt x="325756" y="6086"/>
                </a:lnTo>
                <a:lnTo>
                  <a:pt x="320150" y="32194"/>
                </a:lnTo>
                <a:lnTo>
                  <a:pt x="295965" y="32194"/>
                </a:lnTo>
                <a:lnTo>
                  <a:pt x="295965" y="44687"/>
                </a:lnTo>
                <a:lnTo>
                  <a:pt x="319670" y="44687"/>
                </a:lnTo>
                <a:lnTo>
                  <a:pt x="319670" y="88573"/>
                </a:lnTo>
                <a:lnTo>
                  <a:pt x="319684" y="89761"/>
                </a:lnTo>
                <a:lnTo>
                  <a:pt x="319729" y="90920"/>
                </a:lnTo>
                <a:lnTo>
                  <a:pt x="319802" y="92052"/>
                </a:lnTo>
                <a:lnTo>
                  <a:pt x="319905" y="93156"/>
                </a:lnTo>
                <a:lnTo>
                  <a:pt x="320038" y="94232"/>
                </a:lnTo>
                <a:lnTo>
                  <a:pt x="320200" y="95280"/>
                </a:lnTo>
                <a:lnTo>
                  <a:pt x="320392" y="96301"/>
                </a:lnTo>
                <a:lnTo>
                  <a:pt x="320613" y="97294"/>
                </a:lnTo>
                <a:lnTo>
                  <a:pt x="320863" y="98259"/>
                </a:lnTo>
                <a:lnTo>
                  <a:pt x="321143" y="99196"/>
                </a:lnTo>
                <a:lnTo>
                  <a:pt x="321453" y="100105"/>
                </a:lnTo>
                <a:lnTo>
                  <a:pt x="321792" y="100986"/>
                </a:lnTo>
                <a:lnTo>
                  <a:pt x="322160" y="101840"/>
                </a:lnTo>
                <a:lnTo>
                  <a:pt x="322558" y="102666"/>
                </a:lnTo>
                <a:lnTo>
                  <a:pt x="322986" y="103464"/>
                </a:lnTo>
                <a:lnTo>
                  <a:pt x="323442" y="104234"/>
                </a:lnTo>
                <a:lnTo>
                  <a:pt x="323929" y="104977"/>
                </a:lnTo>
                <a:lnTo>
                  <a:pt x="324445" y="105691"/>
                </a:lnTo>
                <a:lnTo>
                  <a:pt x="324990" y="106378"/>
                </a:lnTo>
                <a:lnTo>
                  <a:pt x="325565" y="107037"/>
                </a:lnTo>
                <a:lnTo>
                  <a:pt x="326169" y="107669"/>
                </a:lnTo>
                <a:lnTo>
                  <a:pt x="326803" y="108272"/>
                </a:lnTo>
                <a:lnTo>
                  <a:pt x="327466" y="108848"/>
                </a:lnTo>
                <a:lnTo>
                  <a:pt x="328159" y="109395"/>
                </a:lnTo>
                <a:lnTo>
                  <a:pt x="328876" y="109905"/>
                </a:lnTo>
                <a:lnTo>
                  <a:pt x="329614" y="110393"/>
                </a:lnTo>
                <a:lnTo>
                  <a:pt x="330373" y="110859"/>
                </a:lnTo>
                <a:lnTo>
                  <a:pt x="331153" y="111304"/>
                </a:lnTo>
                <a:lnTo>
                  <a:pt x="331953" y="111727"/>
                </a:lnTo>
                <a:lnTo>
                  <a:pt x="332773" y="112128"/>
                </a:lnTo>
                <a:lnTo>
                  <a:pt x="333615" y="112508"/>
                </a:lnTo>
                <a:lnTo>
                  <a:pt x="334476" y="112866"/>
                </a:lnTo>
                <a:lnTo>
                  <a:pt x="335359" y="113202"/>
                </a:lnTo>
                <a:lnTo>
                  <a:pt x="336261" y="113516"/>
                </a:lnTo>
                <a:lnTo>
                  <a:pt x="337185" y="113809"/>
                </a:lnTo>
                <a:lnTo>
                  <a:pt x="338129" y="114080"/>
                </a:lnTo>
                <a:lnTo>
                  <a:pt x="339094" y="114330"/>
                </a:lnTo>
                <a:lnTo>
                  <a:pt x="340079" y="114557"/>
                </a:lnTo>
                <a:lnTo>
                  <a:pt x="341085" y="114764"/>
                </a:lnTo>
                <a:lnTo>
                  <a:pt x="342111" y="114948"/>
                </a:lnTo>
                <a:lnTo>
                  <a:pt x="343158" y="115111"/>
                </a:lnTo>
                <a:lnTo>
                  <a:pt x="344225" y="115252"/>
                </a:lnTo>
                <a:lnTo>
                  <a:pt x="345314" y="115371"/>
                </a:lnTo>
                <a:lnTo>
                  <a:pt x="346422" y="115468"/>
                </a:lnTo>
                <a:lnTo>
                  <a:pt x="347551" y="115544"/>
                </a:lnTo>
                <a:lnTo>
                  <a:pt x="348701" y="115599"/>
                </a:lnTo>
                <a:lnTo>
                  <a:pt x="349872" y="115631"/>
                </a:lnTo>
                <a:lnTo>
                  <a:pt x="351063" y="115642"/>
                </a:lnTo>
                <a:lnTo>
                  <a:pt x="351557" y="115640"/>
                </a:lnTo>
                <a:lnTo>
                  <a:pt x="352050" y="115633"/>
                </a:lnTo>
                <a:lnTo>
                  <a:pt x="352544" y="115622"/>
                </a:lnTo>
                <a:lnTo>
                  <a:pt x="353038" y="115606"/>
                </a:lnTo>
                <a:close/>
                <a:moveTo>
                  <a:pt x="427909" y="62313"/>
                </a:moveTo>
                <a:lnTo>
                  <a:pt x="427930" y="61892"/>
                </a:lnTo>
                <a:lnTo>
                  <a:pt x="427958" y="61472"/>
                </a:lnTo>
                <a:lnTo>
                  <a:pt x="427991" y="61054"/>
                </a:lnTo>
                <a:lnTo>
                  <a:pt x="428031" y="60638"/>
                </a:lnTo>
                <a:lnTo>
                  <a:pt x="428077" y="60223"/>
                </a:lnTo>
                <a:lnTo>
                  <a:pt x="428129" y="59811"/>
                </a:lnTo>
                <a:lnTo>
                  <a:pt x="428187" y="59399"/>
                </a:lnTo>
                <a:lnTo>
                  <a:pt x="428251" y="58990"/>
                </a:lnTo>
                <a:lnTo>
                  <a:pt x="428322" y="58582"/>
                </a:lnTo>
                <a:lnTo>
                  <a:pt x="428398" y="58176"/>
                </a:lnTo>
                <a:lnTo>
                  <a:pt x="428481" y="57771"/>
                </a:lnTo>
                <a:lnTo>
                  <a:pt x="428569" y="57368"/>
                </a:lnTo>
                <a:lnTo>
                  <a:pt x="428664" y="56967"/>
                </a:lnTo>
                <a:lnTo>
                  <a:pt x="428765" y="56567"/>
                </a:lnTo>
                <a:lnTo>
                  <a:pt x="428872" y="56169"/>
                </a:lnTo>
                <a:lnTo>
                  <a:pt x="428985" y="55773"/>
                </a:lnTo>
                <a:lnTo>
                  <a:pt x="429105" y="55378"/>
                </a:lnTo>
                <a:lnTo>
                  <a:pt x="429230" y="54985"/>
                </a:lnTo>
                <a:lnTo>
                  <a:pt x="429362" y="54594"/>
                </a:lnTo>
                <a:lnTo>
                  <a:pt x="429499" y="54205"/>
                </a:lnTo>
                <a:lnTo>
                  <a:pt x="429643" y="53817"/>
                </a:lnTo>
                <a:lnTo>
                  <a:pt x="429793" y="53432"/>
                </a:lnTo>
                <a:lnTo>
                  <a:pt x="429949" y="53054"/>
                </a:lnTo>
                <a:lnTo>
                  <a:pt x="430111" y="52681"/>
                </a:lnTo>
                <a:lnTo>
                  <a:pt x="430279" y="52313"/>
                </a:lnTo>
                <a:lnTo>
                  <a:pt x="430454" y="51951"/>
                </a:lnTo>
                <a:lnTo>
                  <a:pt x="430634" y="51594"/>
                </a:lnTo>
                <a:lnTo>
                  <a:pt x="430821" y="51243"/>
                </a:lnTo>
                <a:lnTo>
                  <a:pt x="431013" y="50898"/>
                </a:lnTo>
                <a:lnTo>
                  <a:pt x="431212" y="50558"/>
                </a:lnTo>
                <a:lnTo>
                  <a:pt x="431417" y="50224"/>
                </a:lnTo>
                <a:lnTo>
                  <a:pt x="431628" y="49895"/>
                </a:lnTo>
                <a:lnTo>
                  <a:pt x="431845" y="49572"/>
                </a:lnTo>
                <a:lnTo>
                  <a:pt x="432069" y="49255"/>
                </a:lnTo>
                <a:lnTo>
                  <a:pt x="432298" y="48943"/>
                </a:lnTo>
                <a:lnTo>
                  <a:pt x="432534" y="48636"/>
                </a:lnTo>
                <a:lnTo>
                  <a:pt x="432775" y="48335"/>
                </a:lnTo>
                <a:lnTo>
                  <a:pt x="433023" y="48040"/>
                </a:lnTo>
                <a:lnTo>
                  <a:pt x="433277" y="47750"/>
                </a:lnTo>
                <a:lnTo>
                  <a:pt x="433537" y="47466"/>
                </a:lnTo>
                <a:lnTo>
                  <a:pt x="433803" y="47188"/>
                </a:lnTo>
                <a:lnTo>
                  <a:pt x="434075" y="46914"/>
                </a:lnTo>
                <a:lnTo>
                  <a:pt x="434354" y="46647"/>
                </a:lnTo>
                <a:lnTo>
                  <a:pt x="434638" y="46385"/>
                </a:lnTo>
                <a:lnTo>
                  <a:pt x="434929" y="46129"/>
                </a:lnTo>
                <a:lnTo>
                  <a:pt x="435238" y="45880"/>
                </a:lnTo>
                <a:lnTo>
                  <a:pt x="435554" y="45643"/>
                </a:lnTo>
                <a:lnTo>
                  <a:pt x="435875" y="45415"/>
                </a:lnTo>
                <a:lnTo>
                  <a:pt x="436201" y="45199"/>
                </a:lnTo>
                <a:lnTo>
                  <a:pt x="436533" y="44993"/>
                </a:lnTo>
                <a:lnTo>
                  <a:pt x="436871" y="44797"/>
                </a:lnTo>
                <a:lnTo>
                  <a:pt x="437214" y="44612"/>
                </a:lnTo>
                <a:lnTo>
                  <a:pt x="437562" y="44438"/>
                </a:lnTo>
                <a:lnTo>
                  <a:pt x="437917" y="44274"/>
                </a:lnTo>
                <a:lnTo>
                  <a:pt x="438277" y="44121"/>
                </a:lnTo>
                <a:lnTo>
                  <a:pt x="438642" y="43978"/>
                </a:lnTo>
                <a:lnTo>
                  <a:pt x="439013" y="43846"/>
                </a:lnTo>
                <a:lnTo>
                  <a:pt x="439389" y="43725"/>
                </a:lnTo>
                <a:lnTo>
                  <a:pt x="439771" y="43614"/>
                </a:lnTo>
                <a:lnTo>
                  <a:pt x="440159" y="43513"/>
                </a:lnTo>
                <a:lnTo>
                  <a:pt x="440552" y="43424"/>
                </a:lnTo>
                <a:lnTo>
                  <a:pt x="440951" y="43344"/>
                </a:lnTo>
                <a:lnTo>
                  <a:pt x="441355" y="43276"/>
                </a:lnTo>
                <a:lnTo>
                  <a:pt x="441765" y="43218"/>
                </a:lnTo>
                <a:lnTo>
                  <a:pt x="442181" y="43170"/>
                </a:lnTo>
                <a:lnTo>
                  <a:pt x="442602" y="43133"/>
                </a:lnTo>
                <a:lnTo>
                  <a:pt x="443028" y="43107"/>
                </a:lnTo>
                <a:lnTo>
                  <a:pt x="443460" y="43091"/>
                </a:lnTo>
                <a:lnTo>
                  <a:pt x="443898" y="43085"/>
                </a:lnTo>
                <a:lnTo>
                  <a:pt x="444348" y="43090"/>
                </a:lnTo>
                <a:lnTo>
                  <a:pt x="444791" y="43102"/>
                </a:lnTo>
                <a:lnTo>
                  <a:pt x="445227" y="43123"/>
                </a:lnTo>
                <a:lnTo>
                  <a:pt x="445655" y="43152"/>
                </a:lnTo>
                <a:lnTo>
                  <a:pt x="446077" y="43190"/>
                </a:lnTo>
                <a:lnTo>
                  <a:pt x="446491" y="43236"/>
                </a:lnTo>
                <a:lnTo>
                  <a:pt x="446898" y="43290"/>
                </a:lnTo>
                <a:lnTo>
                  <a:pt x="447297" y="43352"/>
                </a:lnTo>
                <a:lnTo>
                  <a:pt x="447690" y="43423"/>
                </a:lnTo>
                <a:lnTo>
                  <a:pt x="448075" y="43503"/>
                </a:lnTo>
                <a:lnTo>
                  <a:pt x="448453" y="43590"/>
                </a:lnTo>
                <a:lnTo>
                  <a:pt x="448823" y="43686"/>
                </a:lnTo>
                <a:lnTo>
                  <a:pt x="449187" y="43790"/>
                </a:lnTo>
                <a:lnTo>
                  <a:pt x="449543" y="43903"/>
                </a:lnTo>
                <a:lnTo>
                  <a:pt x="449892" y="44024"/>
                </a:lnTo>
                <a:lnTo>
                  <a:pt x="450234" y="44153"/>
                </a:lnTo>
                <a:lnTo>
                  <a:pt x="450568" y="44291"/>
                </a:lnTo>
                <a:lnTo>
                  <a:pt x="450895" y="44437"/>
                </a:lnTo>
                <a:lnTo>
                  <a:pt x="451215" y="44591"/>
                </a:lnTo>
                <a:lnTo>
                  <a:pt x="451528" y="44754"/>
                </a:lnTo>
                <a:lnTo>
                  <a:pt x="451834" y="44925"/>
                </a:lnTo>
                <a:lnTo>
                  <a:pt x="452132" y="45104"/>
                </a:lnTo>
                <a:lnTo>
                  <a:pt x="452423" y="45292"/>
                </a:lnTo>
                <a:lnTo>
                  <a:pt x="452707" y="45488"/>
                </a:lnTo>
                <a:lnTo>
                  <a:pt x="452998" y="45677"/>
                </a:lnTo>
                <a:lnTo>
                  <a:pt x="453281" y="45872"/>
                </a:lnTo>
                <a:lnTo>
                  <a:pt x="453558" y="46071"/>
                </a:lnTo>
                <a:lnTo>
                  <a:pt x="453829" y="46275"/>
                </a:lnTo>
                <a:lnTo>
                  <a:pt x="454092" y="46485"/>
                </a:lnTo>
                <a:lnTo>
                  <a:pt x="454349" y="46699"/>
                </a:lnTo>
                <a:lnTo>
                  <a:pt x="454599" y="46919"/>
                </a:lnTo>
                <a:lnTo>
                  <a:pt x="454843" y="47143"/>
                </a:lnTo>
                <a:lnTo>
                  <a:pt x="455080" y="47372"/>
                </a:lnTo>
                <a:lnTo>
                  <a:pt x="455310" y="47607"/>
                </a:lnTo>
                <a:lnTo>
                  <a:pt x="455534" y="47846"/>
                </a:lnTo>
                <a:lnTo>
                  <a:pt x="455751" y="48091"/>
                </a:lnTo>
                <a:lnTo>
                  <a:pt x="455961" y="48340"/>
                </a:lnTo>
                <a:lnTo>
                  <a:pt x="456164" y="48595"/>
                </a:lnTo>
                <a:lnTo>
                  <a:pt x="456361" y="48854"/>
                </a:lnTo>
                <a:lnTo>
                  <a:pt x="456551" y="49118"/>
                </a:lnTo>
                <a:lnTo>
                  <a:pt x="456735" y="49388"/>
                </a:lnTo>
                <a:lnTo>
                  <a:pt x="456912" y="49662"/>
                </a:lnTo>
                <a:lnTo>
                  <a:pt x="457082" y="49942"/>
                </a:lnTo>
                <a:lnTo>
                  <a:pt x="457245" y="50226"/>
                </a:lnTo>
                <a:lnTo>
                  <a:pt x="457402" y="50516"/>
                </a:lnTo>
                <a:lnTo>
                  <a:pt x="457552" y="50810"/>
                </a:lnTo>
                <a:lnTo>
                  <a:pt x="457696" y="51110"/>
                </a:lnTo>
                <a:lnTo>
                  <a:pt x="457833" y="51414"/>
                </a:lnTo>
                <a:lnTo>
                  <a:pt x="457976" y="51722"/>
                </a:lnTo>
                <a:lnTo>
                  <a:pt x="458114" y="52033"/>
                </a:lnTo>
                <a:lnTo>
                  <a:pt x="458246" y="52345"/>
                </a:lnTo>
                <a:lnTo>
                  <a:pt x="458371" y="52660"/>
                </a:lnTo>
                <a:lnTo>
                  <a:pt x="458490" y="52977"/>
                </a:lnTo>
                <a:lnTo>
                  <a:pt x="458604" y="53296"/>
                </a:lnTo>
                <a:lnTo>
                  <a:pt x="458711" y="53618"/>
                </a:lnTo>
                <a:lnTo>
                  <a:pt x="458812" y="53941"/>
                </a:lnTo>
                <a:lnTo>
                  <a:pt x="458906" y="54267"/>
                </a:lnTo>
                <a:lnTo>
                  <a:pt x="458995" y="54595"/>
                </a:lnTo>
                <a:lnTo>
                  <a:pt x="459078" y="54926"/>
                </a:lnTo>
                <a:lnTo>
                  <a:pt x="459154" y="55258"/>
                </a:lnTo>
                <a:lnTo>
                  <a:pt x="459224" y="55593"/>
                </a:lnTo>
                <a:lnTo>
                  <a:pt x="459289" y="55930"/>
                </a:lnTo>
                <a:lnTo>
                  <a:pt x="459347" y="56269"/>
                </a:lnTo>
                <a:lnTo>
                  <a:pt x="459399" y="56611"/>
                </a:lnTo>
                <a:lnTo>
                  <a:pt x="459445" y="56954"/>
                </a:lnTo>
                <a:lnTo>
                  <a:pt x="459484" y="57300"/>
                </a:lnTo>
                <a:lnTo>
                  <a:pt x="459518" y="57649"/>
                </a:lnTo>
                <a:lnTo>
                  <a:pt x="459546" y="57999"/>
                </a:lnTo>
                <a:lnTo>
                  <a:pt x="459567" y="58352"/>
                </a:lnTo>
                <a:lnTo>
                  <a:pt x="459582" y="58706"/>
                </a:lnTo>
                <a:lnTo>
                  <a:pt x="459592" y="59063"/>
                </a:lnTo>
                <a:lnTo>
                  <a:pt x="459595" y="59423"/>
                </a:lnTo>
                <a:lnTo>
                  <a:pt x="459595" y="62786"/>
                </a:lnTo>
                <a:lnTo>
                  <a:pt x="473209" y="62786"/>
                </a:lnTo>
                <a:lnTo>
                  <a:pt x="473235" y="62614"/>
                </a:lnTo>
                <a:lnTo>
                  <a:pt x="473260" y="62444"/>
                </a:lnTo>
                <a:lnTo>
                  <a:pt x="473284" y="62276"/>
                </a:lnTo>
                <a:lnTo>
                  <a:pt x="473307" y="62110"/>
                </a:lnTo>
                <a:lnTo>
                  <a:pt x="473328" y="61946"/>
                </a:lnTo>
                <a:lnTo>
                  <a:pt x="473349" y="61785"/>
                </a:lnTo>
                <a:lnTo>
                  <a:pt x="473369" y="61626"/>
                </a:lnTo>
                <a:lnTo>
                  <a:pt x="473387" y="61469"/>
                </a:lnTo>
                <a:lnTo>
                  <a:pt x="473404" y="61315"/>
                </a:lnTo>
                <a:lnTo>
                  <a:pt x="473420" y="61162"/>
                </a:lnTo>
                <a:lnTo>
                  <a:pt x="473435" y="61012"/>
                </a:lnTo>
                <a:lnTo>
                  <a:pt x="473449" y="60864"/>
                </a:lnTo>
                <a:lnTo>
                  <a:pt x="473462" y="60718"/>
                </a:lnTo>
                <a:lnTo>
                  <a:pt x="473474" y="60575"/>
                </a:lnTo>
                <a:lnTo>
                  <a:pt x="473484" y="60434"/>
                </a:lnTo>
                <a:lnTo>
                  <a:pt x="473494" y="60295"/>
                </a:lnTo>
                <a:lnTo>
                  <a:pt x="473502" y="60158"/>
                </a:lnTo>
                <a:lnTo>
                  <a:pt x="473509" y="60023"/>
                </a:lnTo>
                <a:lnTo>
                  <a:pt x="473515" y="59891"/>
                </a:lnTo>
                <a:lnTo>
                  <a:pt x="473520" y="59761"/>
                </a:lnTo>
                <a:lnTo>
                  <a:pt x="473524" y="59633"/>
                </a:lnTo>
                <a:lnTo>
                  <a:pt x="473527" y="59507"/>
                </a:lnTo>
                <a:lnTo>
                  <a:pt x="473529" y="59384"/>
                </a:lnTo>
                <a:lnTo>
                  <a:pt x="473529" y="59262"/>
                </a:lnTo>
                <a:lnTo>
                  <a:pt x="473542" y="59129"/>
                </a:lnTo>
                <a:lnTo>
                  <a:pt x="473555" y="58994"/>
                </a:lnTo>
                <a:lnTo>
                  <a:pt x="473567" y="58860"/>
                </a:lnTo>
                <a:lnTo>
                  <a:pt x="473578" y="58724"/>
                </a:lnTo>
                <a:lnTo>
                  <a:pt x="473589" y="58588"/>
                </a:lnTo>
                <a:lnTo>
                  <a:pt x="473599" y="58452"/>
                </a:lnTo>
                <a:lnTo>
                  <a:pt x="473609" y="58315"/>
                </a:lnTo>
                <a:lnTo>
                  <a:pt x="473618" y="58177"/>
                </a:lnTo>
                <a:lnTo>
                  <a:pt x="473627" y="58039"/>
                </a:lnTo>
                <a:lnTo>
                  <a:pt x="473635" y="57900"/>
                </a:lnTo>
                <a:lnTo>
                  <a:pt x="473642" y="57761"/>
                </a:lnTo>
                <a:lnTo>
                  <a:pt x="473649" y="57621"/>
                </a:lnTo>
                <a:lnTo>
                  <a:pt x="473656" y="57480"/>
                </a:lnTo>
                <a:lnTo>
                  <a:pt x="473662" y="57339"/>
                </a:lnTo>
                <a:lnTo>
                  <a:pt x="473667" y="57198"/>
                </a:lnTo>
                <a:lnTo>
                  <a:pt x="473672" y="57056"/>
                </a:lnTo>
                <a:lnTo>
                  <a:pt x="473676" y="56913"/>
                </a:lnTo>
                <a:lnTo>
                  <a:pt x="473679" y="56770"/>
                </a:lnTo>
                <a:lnTo>
                  <a:pt x="473682" y="56626"/>
                </a:lnTo>
                <a:lnTo>
                  <a:pt x="473685" y="56482"/>
                </a:lnTo>
                <a:lnTo>
                  <a:pt x="473687" y="56337"/>
                </a:lnTo>
                <a:lnTo>
                  <a:pt x="473688" y="56191"/>
                </a:lnTo>
                <a:lnTo>
                  <a:pt x="473689" y="56045"/>
                </a:lnTo>
                <a:lnTo>
                  <a:pt x="473689" y="55899"/>
                </a:lnTo>
                <a:lnTo>
                  <a:pt x="473678" y="54985"/>
                </a:lnTo>
                <a:lnTo>
                  <a:pt x="473644" y="54085"/>
                </a:lnTo>
                <a:lnTo>
                  <a:pt x="473587" y="53199"/>
                </a:lnTo>
                <a:lnTo>
                  <a:pt x="473507" y="52326"/>
                </a:lnTo>
                <a:lnTo>
                  <a:pt x="473404" y="51468"/>
                </a:lnTo>
                <a:lnTo>
                  <a:pt x="473279" y="50623"/>
                </a:lnTo>
                <a:lnTo>
                  <a:pt x="473131" y="49793"/>
                </a:lnTo>
                <a:lnTo>
                  <a:pt x="472960" y="48976"/>
                </a:lnTo>
                <a:lnTo>
                  <a:pt x="472766" y="48173"/>
                </a:lnTo>
                <a:lnTo>
                  <a:pt x="472549" y="47384"/>
                </a:lnTo>
                <a:lnTo>
                  <a:pt x="472310" y="46609"/>
                </a:lnTo>
                <a:lnTo>
                  <a:pt x="472048" y="45848"/>
                </a:lnTo>
                <a:lnTo>
                  <a:pt x="471763" y="45101"/>
                </a:lnTo>
                <a:lnTo>
                  <a:pt x="471455" y="44368"/>
                </a:lnTo>
                <a:lnTo>
                  <a:pt x="471124" y="43649"/>
                </a:lnTo>
                <a:lnTo>
                  <a:pt x="470771" y="42943"/>
                </a:lnTo>
                <a:lnTo>
                  <a:pt x="470395" y="42251"/>
                </a:lnTo>
                <a:lnTo>
                  <a:pt x="469996" y="41574"/>
                </a:lnTo>
                <a:lnTo>
                  <a:pt x="469574" y="40910"/>
                </a:lnTo>
                <a:lnTo>
                  <a:pt x="469129" y="40260"/>
                </a:lnTo>
                <a:lnTo>
                  <a:pt x="468662" y="39624"/>
                </a:lnTo>
                <a:lnTo>
                  <a:pt x="468171" y="39002"/>
                </a:lnTo>
                <a:lnTo>
                  <a:pt x="467658" y="38394"/>
                </a:lnTo>
                <a:lnTo>
                  <a:pt x="467123" y="37800"/>
                </a:lnTo>
                <a:lnTo>
                  <a:pt x="466579" y="37212"/>
                </a:lnTo>
                <a:lnTo>
                  <a:pt x="466016" y="36649"/>
                </a:lnTo>
                <a:lnTo>
                  <a:pt x="465433" y="36111"/>
                </a:lnTo>
                <a:lnTo>
                  <a:pt x="464831" y="35598"/>
                </a:lnTo>
                <a:lnTo>
                  <a:pt x="464210" y="35110"/>
                </a:lnTo>
                <a:lnTo>
                  <a:pt x="463569" y="34647"/>
                </a:lnTo>
                <a:lnTo>
                  <a:pt x="462908" y="34209"/>
                </a:lnTo>
                <a:lnTo>
                  <a:pt x="462228" y="33796"/>
                </a:lnTo>
                <a:lnTo>
                  <a:pt x="461529" y="33408"/>
                </a:lnTo>
                <a:lnTo>
                  <a:pt x="460810" y="33045"/>
                </a:lnTo>
                <a:lnTo>
                  <a:pt x="460072" y="32707"/>
                </a:lnTo>
                <a:lnTo>
                  <a:pt x="459314" y="32394"/>
                </a:lnTo>
                <a:lnTo>
                  <a:pt x="458537" y="32106"/>
                </a:lnTo>
                <a:lnTo>
                  <a:pt x="457740" y="31844"/>
                </a:lnTo>
                <a:lnTo>
                  <a:pt x="456924" y="31606"/>
                </a:lnTo>
                <a:lnTo>
                  <a:pt x="456089" y="31393"/>
                </a:lnTo>
                <a:lnTo>
                  <a:pt x="455234" y="31205"/>
                </a:lnTo>
                <a:lnTo>
                  <a:pt x="454359" y="31043"/>
                </a:lnTo>
                <a:lnTo>
                  <a:pt x="453465" y="30905"/>
                </a:lnTo>
                <a:lnTo>
                  <a:pt x="452552" y="30792"/>
                </a:lnTo>
                <a:lnTo>
                  <a:pt x="451619" y="30705"/>
                </a:lnTo>
                <a:lnTo>
                  <a:pt x="450666" y="30642"/>
                </a:lnTo>
                <a:lnTo>
                  <a:pt x="449694" y="30605"/>
                </a:lnTo>
                <a:lnTo>
                  <a:pt x="448703" y="30592"/>
                </a:lnTo>
                <a:lnTo>
                  <a:pt x="448052" y="30599"/>
                </a:lnTo>
                <a:lnTo>
                  <a:pt x="447407" y="30618"/>
                </a:lnTo>
                <a:lnTo>
                  <a:pt x="446769" y="30650"/>
                </a:lnTo>
                <a:lnTo>
                  <a:pt x="446136" y="30695"/>
                </a:lnTo>
                <a:lnTo>
                  <a:pt x="445509" y="30752"/>
                </a:lnTo>
                <a:lnTo>
                  <a:pt x="444889" y="30822"/>
                </a:lnTo>
                <a:lnTo>
                  <a:pt x="444275" y="30906"/>
                </a:lnTo>
                <a:lnTo>
                  <a:pt x="443667" y="31002"/>
                </a:lnTo>
                <a:lnTo>
                  <a:pt x="443065" y="31110"/>
                </a:lnTo>
                <a:lnTo>
                  <a:pt x="442469" y="31232"/>
                </a:lnTo>
                <a:lnTo>
                  <a:pt x="441879" y="31366"/>
                </a:lnTo>
                <a:lnTo>
                  <a:pt x="441295" y="31513"/>
                </a:lnTo>
                <a:lnTo>
                  <a:pt x="440718" y="31673"/>
                </a:lnTo>
                <a:lnTo>
                  <a:pt x="440146" y="31846"/>
                </a:lnTo>
                <a:lnTo>
                  <a:pt x="439581" y="32031"/>
                </a:lnTo>
                <a:lnTo>
                  <a:pt x="439022" y="32230"/>
                </a:lnTo>
                <a:lnTo>
                  <a:pt x="438469" y="32441"/>
                </a:lnTo>
                <a:lnTo>
                  <a:pt x="437922" y="32664"/>
                </a:lnTo>
                <a:lnTo>
                  <a:pt x="437381" y="32901"/>
                </a:lnTo>
                <a:lnTo>
                  <a:pt x="436846" y="33151"/>
                </a:lnTo>
                <a:lnTo>
                  <a:pt x="436318" y="33413"/>
                </a:lnTo>
                <a:lnTo>
                  <a:pt x="435795" y="33688"/>
                </a:lnTo>
                <a:lnTo>
                  <a:pt x="435279" y="33976"/>
                </a:lnTo>
                <a:lnTo>
                  <a:pt x="434768" y="34276"/>
                </a:lnTo>
                <a:lnTo>
                  <a:pt x="434280" y="34575"/>
                </a:lnTo>
                <a:lnTo>
                  <a:pt x="433802" y="34883"/>
                </a:lnTo>
                <a:lnTo>
                  <a:pt x="433334" y="35202"/>
                </a:lnTo>
                <a:lnTo>
                  <a:pt x="432878" y="35531"/>
                </a:lnTo>
                <a:lnTo>
                  <a:pt x="432431" y="35869"/>
                </a:lnTo>
                <a:lnTo>
                  <a:pt x="431995" y="36218"/>
                </a:lnTo>
                <a:lnTo>
                  <a:pt x="431570" y="36577"/>
                </a:lnTo>
                <a:lnTo>
                  <a:pt x="431156" y="36946"/>
                </a:lnTo>
                <a:lnTo>
                  <a:pt x="430752" y="37324"/>
                </a:lnTo>
                <a:lnTo>
                  <a:pt x="430358" y="37713"/>
                </a:lnTo>
                <a:lnTo>
                  <a:pt x="429975" y="38112"/>
                </a:lnTo>
                <a:lnTo>
                  <a:pt x="429603" y="38521"/>
                </a:lnTo>
                <a:lnTo>
                  <a:pt x="429241" y="38939"/>
                </a:lnTo>
                <a:lnTo>
                  <a:pt x="428890" y="39368"/>
                </a:lnTo>
                <a:lnTo>
                  <a:pt x="428549" y="39807"/>
                </a:lnTo>
                <a:lnTo>
                  <a:pt x="428219" y="40256"/>
                </a:lnTo>
                <a:lnTo>
                  <a:pt x="427900" y="40715"/>
                </a:lnTo>
                <a:lnTo>
                  <a:pt x="427591" y="41183"/>
                </a:lnTo>
                <a:lnTo>
                  <a:pt x="427292" y="41662"/>
                </a:lnTo>
                <a:lnTo>
                  <a:pt x="427005" y="42151"/>
                </a:lnTo>
                <a:lnTo>
                  <a:pt x="426727" y="42650"/>
                </a:lnTo>
                <a:lnTo>
                  <a:pt x="426461" y="43159"/>
                </a:lnTo>
                <a:lnTo>
                  <a:pt x="426205" y="43678"/>
                </a:lnTo>
                <a:lnTo>
                  <a:pt x="425959" y="44207"/>
                </a:lnTo>
                <a:lnTo>
                  <a:pt x="425158" y="32194"/>
                </a:lnTo>
                <a:lnTo>
                  <a:pt x="391523" y="32194"/>
                </a:lnTo>
                <a:lnTo>
                  <a:pt x="391523" y="44687"/>
                </a:lnTo>
                <a:lnTo>
                  <a:pt x="412185" y="44687"/>
                </a:lnTo>
                <a:lnTo>
                  <a:pt x="412185" y="101707"/>
                </a:lnTo>
                <a:lnTo>
                  <a:pt x="390722" y="101707"/>
                </a:lnTo>
                <a:lnTo>
                  <a:pt x="390722" y="114040"/>
                </a:lnTo>
                <a:lnTo>
                  <a:pt x="412185" y="114040"/>
                </a:lnTo>
                <a:lnTo>
                  <a:pt x="427881" y="114040"/>
                </a:lnTo>
                <a:lnTo>
                  <a:pt x="464560" y="114040"/>
                </a:lnTo>
                <a:lnTo>
                  <a:pt x="464560" y="101707"/>
                </a:lnTo>
                <a:lnTo>
                  <a:pt x="427881" y="101707"/>
                </a:lnTo>
                <a:lnTo>
                  <a:pt x="427881" y="63587"/>
                </a:lnTo>
                <a:lnTo>
                  <a:pt x="427884" y="63161"/>
                </a:lnTo>
                <a:lnTo>
                  <a:pt x="427893" y="62736"/>
                </a:lnTo>
                <a:lnTo>
                  <a:pt x="427909" y="62313"/>
                </a:lnTo>
                <a:close/>
                <a:moveTo>
                  <a:pt x="44527" y="101707"/>
                </a:moveTo>
                <a:lnTo>
                  <a:pt x="15216" y="101707"/>
                </a:lnTo>
                <a:lnTo>
                  <a:pt x="15216" y="114040"/>
                </a:lnTo>
                <a:lnTo>
                  <a:pt x="44527" y="114040"/>
                </a:lnTo>
                <a:lnTo>
                  <a:pt x="60544" y="114040"/>
                </a:lnTo>
                <a:lnTo>
                  <a:pt x="88253" y="114040"/>
                </a:lnTo>
                <a:lnTo>
                  <a:pt x="88253" y="101707"/>
                </a:lnTo>
                <a:lnTo>
                  <a:pt x="60544" y="101707"/>
                </a:lnTo>
                <a:lnTo>
                  <a:pt x="60544" y="32194"/>
                </a:lnTo>
                <a:lnTo>
                  <a:pt x="15216" y="32194"/>
                </a:lnTo>
                <a:lnTo>
                  <a:pt x="15216" y="44687"/>
                </a:lnTo>
                <a:lnTo>
                  <a:pt x="44527" y="44687"/>
                </a:lnTo>
                <a:lnTo>
                  <a:pt x="44527" y="101707"/>
                </a:lnTo>
                <a:close/>
                <a:moveTo>
                  <a:pt x="125868" y="64333"/>
                </a:moveTo>
                <a:lnTo>
                  <a:pt x="125897" y="63792"/>
                </a:lnTo>
                <a:lnTo>
                  <a:pt x="125934" y="63256"/>
                </a:lnTo>
                <a:lnTo>
                  <a:pt x="125980" y="62726"/>
                </a:lnTo>
                <a:lnTo>
                  <a:pt x="126035" y="62202"/>
                </a:lnTo>
                <a:lnTo>
                  <a:pt x="126097" y="61683"/>
                </a:lnTo>
                <a:lnTo>
                  <a:pt x="126168" y="61169"/>
                </a:lnTo>
                <a:lnTo>
                  <a:pt x="126247" y="60662"/>
                </a:lnTo>
                <a:lnTo>
                  <a:pt x="126335" y="60160"/>
                </a:lnTo>
                <a:lnTo>
                  <a:pt x="126431" y="59663"/>
                </a:lnTo>
                <a:lnTo>
                  <a:pt x="126535" y="59172"/>
                </a:lnTo>
                <a:lnTo>
                  <a:pt x="126648" y="58686"/>
                </a:lnTo>
                <a:lnTo>
                  <a:pt x="126769" y="58206"/>
                </a:lnTo>
                <a:lnTo>
                  <a:pt x="126898" y="57732"/>
                </a:lnTo>
                <a:lnTo>
                  <a:pt x="127036" y="57263"/>
                </a:lnTo>
                <a:lnTo>
                  <a:pt x="127182" y="56800"/>
                </a:lnTo>
                <a:lnTo>
                  <a:pt x="127336" y="56342"/>
                </a:lnTo>
                <a:lnTo>
                  <a:pt x="127499" y="55890"/>
                </a:lnTo>
                <a:lnTo>
                  <a:pt x="127670" y="55443"/>
                </a:lnTo>
                <a:lnTo>
                  <a:pt x="127849" y="55002"/>
                </a:lnTo>
                <a:lnTo>
                  <a:pt x="128037" y="54567"/>
                </a:lnTo>
                <a:lnTo>
                  <a:pt x="128233" y="54137"/>
                </a:lnTo>
                <a:lnTo>
                  <a:pt x="128436" y="53701"/>
                </a:lnTo>
                <a:lnTo>
                  <a:pt x="128646" y="53273"/>
                </a:lnTo>
                <a:lnTo>
                  <a:pt x="128863" y="52853"/>
                </a:lnTo>
                <a:lnTo>
                  <a:pt x="129087" y="52442"/>
                </a:lnTo>
                <a:lnTo>
                  <a:pt x="129317" y="52039"/>
                </a:lnTo>
                <a:lnTo>
                  <a:pt x="129554" y="51644"/>
                </a:lnTo>
                <a:lnTo>
                  <a:pt x="129798" y="51258"/>
                </a:lnTo>
                <a:lnTo>
                  <a:pt x="130048" y="50880"/>
                </a:lnTo>
                <a:lnTo>
                  <a:pt x="130305" y="50511"/>
                </a:lnTo>
                <a:lnTo>
                  <a:pt x="130568" y="50150"/>
                </a:lnTo>
                <a:lnTo>
                  <a:pt x="130839" y="49797"/>
                </a:lnTo>
                <a:lnTo>
                  <a:pt x="131116" y="49452"/>
                </a:lnTo>
                <a:lnTo>
                  <a:pt x="131399" y="49116"/>
                </a:lnTo>
                <a:lnTo>
                  <a:pt x="131690" y="48788"/>
                </a:lnTo>
                <a:lnTo>
                  <a:pt x="131987" y="48469"/>
                </a:lnTo>
                <a:lnTo>
                  <a:pt x="132290" y="48157"/>
                </a:lnTo>
                <a:lnTo>
                  <a:pt x="132601" y="47855"/>
                </a:lnTo>
                <a:lnTo>
                  <a:pt x="132918" y="47560"/>
                </a:lnTo>
                <a:lnTo>
                  <a:pt x="133241" y="47274"/>
                </a:lnTo>
                <a:lnTo>
                  <a:pt x="133572" y="46996"/>
                </a:lnTo>
                <a:lnTo>
                  <a:pt x="133909" y="46727"/>
                </a:lnTo>
                <a:lnTo>
                  <a:pt x="134252" y="46466"/>
                </a:lnTo>
                <a:lnTo>
                  <a:pt x="134603" y="46213"/>
                </a:lnTo>
                <a:lnTo>
                  <a:pt x="134960" y="45968"/>
                </a:lnTo>
                <a:lnTo>
                  <a:pt x="135323" y="45720"/>
                </a:lnTo>
                <a:lnTo>
                  <a:pt x="135692" y="45482"/>
                </a:lnTo>
                <a:lnTo>
                  <a:pt x="136066" y="45255"/>
                </a:lnTo>
                <a:lnTo>
                  <a:pt x="136446" y="45039"/>
                </a:lnTo>
                <a:lnTo>
                  <a:pt x="136831" y="44833"/>
                </a:lnTo>
                <a:lnTo>
                  <a:pt x="137222" y="44637"/>
                </a:lnTo>
                <a:lnTo>
                  <a:pt x="137619" y="44452"/>
                </a:lnTo>
                <a:lnTo>
                  <a:pt x="138021" y="44278"/>
                </a:lnTo>
                <a:lnTo>
                  <a:pt x="138428" y="44114"/>
                </a:lnTo>
                <a:lnTo>
                  <a:pt x="138842" y="43961"/>
                </a:lnTo>
                <a:lnTo>
                  <a:pt x="139260" y="43818"/>
                </a:lnTo>
                <a:lnTo>
                  <a:pt x="139685" y="43686"/>
                </a:lnTo>
                <a:lnTo>
                  <a:pt x="140115" y="43565"/>
                </a:lnTo>
                <a:lnTo>
                  <a:pt x="140550" y="43454"/>
                </a:lnTo>
                <a:lnTo>
                  <a:pt x="140991" y="43353"/>
                </a:lnTo>
                <a:lnTo>
                  <a:pt x="141438" y="43263"/>
                </a:lnTo>
                <a:lnTo>
                  <a:pt x="141890" y="43184"/>
                </a:lnTo>
                <a:lnTo>
                  <a:pt x="142348" y="43115"/>
                </a:lnTo>
                <a:lnTo>
                  <a:pt x="142811" y="43057"/>
                </a:lnTo>
                <a:lnTo>
                  <a:pt x="143280" y="43010"/>
                </a:lnTo>
                <a:lnTo>
                  <a:pt x="143754" y="42973"/>
                </a:lnTo>
                <a:lnTo>
                  <a:pt x="144234" y="42946"/>
                </a:lnTo>
                <a:lnTo>
                  <a:pt x="144720" y="42931"/>
                </a:lnTo>
                <a:lnTo>
                  <a:pt x="145211" y="42925"/>
                </a:lnTo>
                <a:lnTo>
                  <a:pt x="145911" y="42934"/>
                </a:lnTo>
                <a:lnTo>
                  <a:pt x="146599" y="42962"/>
                </a:lnTo>
                <a:lnTo>
                  <a:pt x="147273" y="43008"/>
                </a:lnTo>
                <a:lnTo>
                  <a:pt x="147933" y="43072"/>
                </a:lnTo>
                <a:lnTo>
                  <a:pt x="148581" y="43155"/>
                </a:lnTo>
                <a:lnTo>
                  <a:pt x="149215" y="43256"/>
                </a:lnTo>
                <a:lnTo>
                  <a:pt x="149835" y="43375"/>
                </a:lnTo>
                <a:lnTo>
                  <a:pt x="150443" y="43513"/>
                </a:lnTo>
                <a:lnTo>
                  <a:pt x="151037" y="43669"/>
                </a:lnTo>
                <a:lnTo>
                  <a:pt x="151617" y="43843"/>
                </a:lnTo>
                <a:lnTo>
                  <a:pt x="152185" y="44036"/>
                </a:lnTo>
                <a:lnTo>
                  <a:pt x="152739" y="44247"/>
                </a:lnTo>
                <a:lnTo>
                  <a:pt x="153279" y="44476"/>
                </a:lnTo>
                <a:lnTo>
                  <a:pt x="153806" y="44724"/>
                </a:lnTo>
                <a:lnTo>
                  <a:pt x="154320" y="44990"/>
                </a:lnTo>
                <a:lnTo>
                  <a:pt x="154821" y="45274"/>
                </a:lnTo>
                <a:lnTo>
                  <a:pt x="155308" y="45577"/>
                </a:lnTo>
                <a:lnTo>
                  <a:pt x="155782" y="45898"/>
                </a:lnTo>
                <a:lnTo>
                  <a:pt x="156242" y="46238"/>
                </a:lnTo>
                <a:lnTo>
                  <a:pt x="156689" y="46596"/>
                </a:lnTo>
                <a:lnTo>
                  <a:pt x="157123" y="46972"/>
                </a:lnTo>
                <a:lnTo>
                  <a:pt x="157544" y="47367"/>
                </a:lnTo>
                <a:lnTo>
                  <a:pt x="157951" y="47780"/>
                </a:lnTo>
                <a:lnTo>
                  <a:pt x="158344" y="48211"/>
                </a:lnTo>
                <a:lnTo>
                  <a:pt x="158737" y="48662"/>
                </a:lnTo>
                <a:lnTo>
                  <a:pt x="159112" y="49135"/>
                </a:lnTo>
                <a:lnTo>
                  <a:pt x="159471" y="49630"/>
                </a:lnTo>
                <a:lnTo>
                  <a:pt x="159813" y="50146"/>
                </a:lnTo>
                <a:lnTo>
                  <a:pt x="160138" y="50684"/>
                </a:lnTo>
                <a:lnTo>
                  <a:pt x="160447" y="51244"/>
                </a:lnTo>
                <a:lnTo>
                  <a:pt x="160739" y="51825"/>
                </a:lnTo>
                <a:lnTo>
                  <a:pt x="161014" y="52429"/>
                </a:lnTo>
                <a:lnTo>
                  <a:pt x="161273" y="53053"/>
                </a:lnTo>
                <a:lnTo>
                  <a:pt x="161514" y="53700"/>
                </a:lnTo>
                <a:lnTo>
                  <a:pt x="161740" y="54368"/>
                </a:lnTo>
                <a:lnTo>
                  <a:pt x="161948" y="55058"/>
                </a:lnTo>
                <a:lnTo>
                  <a:pt x="162140" y="55770"/>
                </a:lnTo>
                <a:lnTo>
                  <a:pt x="162315" y="56503"/>
                </a:lnTo>
                <a:lnTo>
                  <a:pt x="162474" y="57258"/>
                </a:lnTo>
                <a:lnTo>
                  <a:pt x="162616" y="58035"/>
                </a:lnTo>
                <a:lnTo>
                  <a:pt x="162741" y="58833"/>
                </a:lnTo>
                <a:lnTo>
                  <a:pt x="162849" y="59653"/>
                </a:lnTo>
                <a:lnTo>
                  <a:pt x="162941" y="60495"/>
                </a:lnTo>
                <a:lnTo>
                  <a:pt x="163016" y="61358"/>
                </a:lnTo>
                <a:lnTo>
                  <a:pt x="163074" y="62243"/>
                </a:lnTo>
                <a:lnTo>
                  <a:pt x="163116" y="63150"/>
                </a:lnTo>
                <a:lnTo>
                  <a:pt x="163141" y="64078"/>
                </a:lnTo>
                <a:lnTo>
                  <a:pt x="163150" y="65029"/>
                </a:lnTo>
                <a:lnTo>
                  <a:pt x="163150" y="114040"/>
                </a:lnTo>
                <a:lnTo>
                  <a:pt x="179166" y="114040"/>
                </a:lnTo>
                <a:lnTo>
                  <a:pt x="179166" y="60384"/>
                </a:lnTo>
                <a:lnTo>
                  <a:pt x="179153" y="59168"/>
                </a:lnTo>
                <a:lnTo>
                  <a:pt x="179111" y="57978"/>
                </a:lnTo>
                <a:lnTo>
                  <a:pt x="179041" y="56812"/>
                </a:lnTo>
                <a:lnTo>
                  <a:pt x="178944" y="55672"/>
                </a:lnTo>
                <a:lnTo>
                  <a:pt x="178819" y="54557"/>
                </a:lnTo>
                <a:lnTo>
                  <a:pt x="178666" y="53466"/>
                </a:lnTo>
                <a:lnTo>
                  <a:pt x="178485" y="52401"/>
                </a:lnTo>
                <a:lnTo>
                  <a:pt x="178277" y="51361"/>
                </a:lnTo>
                <a:lnTo>
                  <a:pt x="178040" y="50346"/>
                </a:lnTo>
                <a:lnTo>
                  <a:pt x="177776" y="49355"/>
                </a:lnTo>
                <a:lnTo>
                  <a:pt x="177484" y="48390"/>
                </a:lnTo>
                <a:lnTo>
                  <a:pt x="177164" y="47450"/>
                </a:lnTo>
                <a:lnTo>
                  <a:pt x="176817" y="46535"/>
                </a:lnTo>
                <a:lnTo>
                  <a:pt x="176441" y="45645"/>
                </a:lnTo>
                <a:lnTo>
                  <a:pt x="176038" y="44780"/>
                </a:lnTo>
                <a:lnTo>
                  <a:pt x="175607" y="43940"/>
                </a:lnTo>
                <a:lnTo>
                  <a:pt x="175148" y="43125"/>
                </a:lnTo>
                <a:lnTo>
                  <a:pt x="174662" y="42335"/>
                </a:lnTo>
                <a:lnTo>
                  <a:pt x="174147" y="41570"/>
                </a:lnTo>
                <a:lnTo>
                  <a:pt x="173605" y="40830"/>
                </a:lnTo>
                <a:lnTo>
                  <a:pt x="173035" y="40115"/>
                </a:lnTo>
                <a:lnTo>
                  <a:pt x="172437" y="39425"/>
                </a:lnTo>
                <a:lnTo>
                  <a:pt x="171811" y="38760"/>
                </a:lnTo>
                <a:lnTo>
                  <a:pt x="171158" y="38120"/>
                </a:lnTo>
                <a:lnTo>
                  <a:pt x="170481" y="37506"/>
                </a:lnTo>
                <a:lnTo>
                  <a:pt x="169785" y="36918"/>
                </a:lnTo>
                <a:lnTo>
                  <a:pt x="169071" y="36356"/>
                </a:lnTo>
                <a:lnTo>
                  <a:pt x="168337" y="35820"/>
                </a:lnTo>
                <a:lnTo>
                  <a:pt x="167585" y="35310"/>
                </a:lnTo>
                <a:lnTo>
                  <a:pt x="166813" y="34827"/>
                </a:lnTo>
                <a:lnTo>
                  <a:pt x="166023" y="34369"/>
                </a:lnTo>
                <a:lnTo>
                  <a:pt x="165214" y="33938"/>
                </a:lnTo>
                <a:lnTo>
                  <a:pt x="164386" y="33533"/>
                </a:lnTo>
                <a:lnTo>
                  <a:pt x="163539" y="33154"/>
                </a:lnTo>
                <a:lnTo>
                  <a:pt x="162673" y="32801"/>
                </a:lnTo>
                <a:lnTo>
                  <a:pt x="161788" y="32474"/>
                </a:lnTo>
                <a:lnTo>
                  <a:pt x="160884" y="32174"/>
                </a:lnTo>
                <a:lnTo>
                  <a:pt x="159962" y="31899"/>
                </a:lnTo>
                <a:lnTo>
                  <a:pt x="159020" y="31651"/>
                </a:lnTo>
                <a:lnTo>
                  <a:pt x="158060" y="31429"/>
                </a:lnTo>
                <a:lnTo>
                  <a:pt x="157080" y="31233"/>
                </a:lnTo>
                <a:lnTo>
                  <a:pt x="156082" y="31063"/>
                </a:lnTo>
                <a:lnTo>
                  <a:pt x="155065" y="30919"/>
                </a:lnTo>
                <a:lnTo>
                  <a:pt x="154029" y="30801"/>
                </a:lnTo>
                <a:lnTo>
                  <a:pt x="152974" y="30710"/>
                </a:lnTo>
                <a:lnTo>
                  <a:pt x="151900" y="30645"/>
                </a:lnTo>
                <a:lnTo>
                  <a:pt x="150807" y="30605"/>
                </a:lnTo>
                <a:lnTo>
                  <a:pt x="149695" y="30592"/>
                </a:lnTo>
                <a:lnTo>
                  <a:pt x="149017" y="30598"/>
                </a:lnTo>
                <a:lnTo>
                  <a:pt x="148344" y="30615"/>
                </a:lnTo>
                <a:lnTo>
                  <a:pt x="147676" y="30642"/>
                </a:lnTo>
                <a:lnTo>
                  <a:pt x="147013" y="30681"/>
                </a:lnTo>
                <a:lnTo>
                  <a:pt x="146354" y="30731"/>
                </a:lnTo>
                <a:lnTo>
                  <a:pt x="145701" y="30792"/>
                </a:lnTo>
                <a:lnTo>
                  <a:pt x="145053" y="30865"/>
                </a:lnTo>
                <a:lnTo>
                  <a:pt x="144410" y="30948"/>
                </a:lnTo>
                <a:lnTo>
                  <a:pt x="143772" y="31043"/>
                </a:lnTo>
                <a:lnTo>
                  <a:pt x="143138" y="31148"/>
                </a:lnTo>
                <a:lnTo>
                  <a:pt x="142510" y="31265"/>
                </a:lnTo>
                <a:lnTo>
                  <a:pt x="141887" y="31393"/>
                </a:lnTo>
                <a:lnTo>
                  <a:pt x="141269" y="31532"/>
                </a:lnTo>
                <a:lnTo>
                  <a:pt x="140656" y="31682"/>
                </a:lnTo>
                <a:lnTo>
                  <a:pt x="140048" y="31844"/>
                </a:lnTo>
                <a:lnTo>
                  <a:pt x="139445" y="32016"/>
                </a:lnTo>
                <a:lnTo>
                  <a:pt x="138846" y="32200"/>
                </a:lnTo>
                <a:lnTo>
                  <a:pt x="138253" y="32394"/>
                </a:lnTo>
                <a:lnTo>
                  <a:pt x="137665" y="32600"/>
                </a:lnTo>
                <a:lnTo>
                  <a:pt x="137082" y="32817"/>
                </a:lnTo>
                <a:lnTo>
                  <a:pt x="136504" y="33045"/>
                </a:lnTo>
                <a:lnTo>
                  <a:pt x="135931" y="33284"/>
                </a:lnTo>
                <a:lnTo>
                  <a:pt x="135363" y="33534"/>
                </a:lnTo>
                <a:lnTo>
                  <a:pt x="134800" y="33796"/>
                </a:lnTo>
                <a:lnTo>
                  <a:pt x="134244" y="34069"/>
                </a:lnTo>
                <a:lnTo>
                  <a:pt x="133700" y="34355"/>
                </a:lnTo>
                <a:lnTo>
                  <a:pt x="133165" y="34654"/>
                </a:lnTo>
                <a:lnTo>
                  <a:pt x="132642" y="34966"/>
                </a:lnTo>
                <a:lnTo>
                  <a:pt x="132129" y="35290"/>
                </a:lnTo>
                <a:lnTo>
                  <a:pt x="131626" y="35628"/>
                </a:lnTo>
                <a:lnTo>
                  <a:pt x="131134" y="35978"/>
                </a:lnTo>
                <a:lnTo>
                  <a:pt x="130653" y="36341"/>
                </a:lnTo>
                <a:lnTo>
                  <a:pt x="130182" y="36716"/>
                </a:lnTo>
                <a:lnTo>
                  <a:pt x="129722" y="37105"/>
                </a:lnTo>
                <a:lnTo>
                  <a:pt x="129272" y="37506"/>
                </a:lnTo>
                <a:lnTo>
                  <a:pt x="128833" y="37920"/>
                </a:lnTo>
                <a:lnTo>
                  <a:pt x="128405" y="38347"/>
                </a:lnTo>
                <a:lnTo>
                  <a:pt x="127987" y="38786"/>
                </a:lnTo>
                <a:lnTo>
                  <a:pt x="127580" y="39239"/>
                </a:lnTo>
                <a:lnTo>
                  <a:pt x="127183" y="39704"/>
                </a:lnTo>
                <a:lnTo>
                  <a:pt x="126796" y="40182"/>
                </a:lnTo>
                <a:lnTo>
                  <a:pt x="126421" y="40673"/>
                </a:lnTo>
                <a:lnTo>
                  <a:pt x="126056" y="41176"/>
                </a:lnTo>
                <a:lnTo>
                  <a:pt x="125701" y="41693"/>
                </a:lnTo>
                <a:lnTo>
                  <a:pt x="125357" y="42222"/>
                </a:lnTo>
                <a:lnTo>
                  <a:pt x="125024" y="42764"/>
                </a:lnTo>
                <a:lnTo>
                  <a:pt x="124701" y="43319"/>
                </a:lnTo>
                <a:lnTo>
                  <a:pt x="124389" y="43886"/>
                </a:lnTo>
                <a:lnTo>
                  <a:pt x="122787" y="32194"/>
                </a:lnTo>
                <a:lnTo>
                  <a:pt x="109813" y="32194"/>
                </a:lnTo>
                <a:lnTo>
                  <a:pt x="109813" y="114040"/>
                </a:lnTo>
                <a:lnTo>
                  <a:pt x="125830" y="114040"/>
                </a:lnTo>
                <a:lnTo>
                  <a:pt x="125830" y="65990"/>
                </a:lnTo>
                <a:lnTo>
                  <a:pt x="125834" y="65432"/>
                </a:lnTo>
                <a:lnTo>
                  <a:pt x="125847" y="64880"/>
                </a:lnTo>
                <a:lnTo>
                  <a:pt x="125868" y="64333"/>
                </a:lnTo>
                <a:close/>
                <a:moveTo>
                  <a:pt x="242758" y="115566"/>
                </a:moveTo>
                <a:lnTo>
                  <a:pt x="243666" y="115524"/>
                </a:lnTo>
                <a:lnTo>
                  <a:pt x="244563" y="115472"/>
                </a:lnTo>
                <a:lnTo>
                  <a:pt x="245448" y="115410"/>
                </a:lnTo>
                <a:lnTo>
                  <a:pt x="246321" y="115339"/>
                </a:lnTo>
                <a:lnTo>
                  <a:pt x="247183" y="115259"/>
                </a:lnTo>
                <a:lnTo>
                  <a:pt x="248033" y="115169"/>
                </a:lnTo>
                <a:lnTo>
                  <a:pt x="248872" y="115070"/>
                </a:lnTo>
                <a:lnTo>
                  <a:pt x="249698" y="114961"/>
                </a:lnTo>
                <a:lnTo>
                  <a:pt x="250513" y="114843"/>
                </a:lnTo>
                <a:lnTo>
                  <a:pt x="251317" y="114715"/>
                </a:lnTo>
                <a:lnTo>
                  <a:pt x="252108" y="114578"/>
                </a:lnTo>
                <a:lnTo>
                  <a:pt x="252888" y="114432"/>
                </a:lnTo>
                <a:lnTo>
                  <a:pt x="253657" y="114276"/>
                </a:lnTo>
                <a:lnTo>
                  <a:pt x="254413" y="114110"/>
                </a:lnTo>
                <a:lnTo>
                  <a:pt x="255158" y="113935"/>
                </a:lnTo>
                <a:lnTo>
                  <a:pt x="255891" y="113751"/>
                </a:lnTo>
                <a:lnTo>
                  <a:pt x="256613" y="113557"/>
                </a:lnTo>
                <a:lnTo>
                  <a:pt x="257323" y="113354"/>
                </a:lnTo>
                <a:lnTo>
                  <a:pt x="258021" y="113141"/>
                </a:lnTo>
                <a:lnTo>
                  <a:pt x="258708" y="112919"/>
                </a:lnTo>
                <a:lnTo>
                  <a:pt x="259395" y="112687"/>
                </a:lnTo>
                <a:lnTo>
                  <a:pt x="260068" y="112445"/>
                </a:lnTo>
                <a:lnTo>
                  <a:pt x="260727" y="112193"/>
                </a:lnTo>
                <a:lnTo>
                  <a:pt x="261373" y="111931"/>
                </a:lnTo>
                <a:lnTo>
                  <a:pt x="262004" y="111659"/>
                </a:lnTo>
                <a:lnTo>
                  <a:pt x="262622" y="111377"/>
                </a:lnTo>
                <a:lnTo>
                  <a:pt x="263226" y="111085"/>
                </a:lnTo>
                <a:lnTo>
                  <a:pt x="263815" y="110783"/>
                </a:lnTo>
                <a:lnTo>
                  <a:pt x="264391" y="110471"/>
                </a:lnTo>
                <a:lnTo>
                  <a:pt x="264953" y="110149"/>
                </a:lnTo>
                <a:lnTo>
                  <a:pt x="265501" y="109817"/>
                </a:lnTo>
                <a:lnTo>
                  <a:pt x="266035" y="109475"/>
                </a:lnTo>
                <a:lnTo>
                  <a:pt x="266556" y="109123"/>
                </a:lnTo>
                <a:lnTo>
                  <a:pt x="267062" y="108761"/>
                </a:lnTo>
                <a:lnTo>
                  <a:pt x="267555" y="108389"/>
                </a:lnTo>
                <a:lnTo>
                  <a:pt x="268033" y="108007"/>
                </a:lnTo>
                <a:lnTo>
                  <a:pt x="268498" y="107615"/>
                </a:lnTo>
                <a:lnTo>
                  <a:pt x="268949" y="107213"/>
                </a:lnTo>
                <a:lnTo>
                  <a:pt x="269385" y="106801"/>
                </a:lnTo>
                <a:lnTo>
                  <a:pt x="269808" y="106379"/>
                </a:lnTo>
                <a:lnTo>
                  <a:pt x="270217" y="105947"/>
                </a:lnTo>
                <a:lnTo>
                  <a:pt x="270613" y="105505"/>
                </a:lnTo>
                <a:lnTo>
                  <a:pt x="270994" y="105052"/>
                </a:lnTo>
                <a:lnTo>
                  <a:pt x="271361" y="104590"/>
                </a:lnTo>
                <a:lnTo>
                  <a:pt x="271727" y="104118"/>
                </a:lnTo>
                <a:lnTo>
                  <a:pt x="272077" y="103636"/>
                </a:lnTo>
                <a:lnTo>
                  <a:pt x="272412" y="103144"/>
                </a:lnTo>
                <a:lnTo>
                  <a:pt x="272731" y="102642"/>
                </a:lnTo>
                <a:lnTo>
                  <a:pt x="273035" y="102129"/>
                </a:lnTo>
                <a:lnTo>
                  <a:pt x="273323" y="101607"/>
                </a:lnTo>
                <a:lnTo>
                  <a:pt x="273596" y="101075"/>
                </a:lnTo>
                <a:lnTo>
                  <a:pt x="273853" y="100533"/>
                </a:lnTo>
                <a:lnTo>
                  <a:pt x="274094" y="99980"/>
                </a:lnTo>
                <a:lnTo>
                  <a:pt x="274320" y="99418"/>
                </a:lnTo>
                <a:lnTo>
                  <a:pt x="274530" y="98846"/>
                </a:lnTo>
                <a:lnTo>
                  <a:pt x="274725" y="98264"/>
                </a:lnTo>
                <a:lnTo>
                  <a:pt x="274904" y="97671"/>
                </a:lnTo>
                <a:lnTo>
                  <a:pt x="275067" y="97069"/>
                </a:lnTo>
                <a:lnTo>
                  <a:pt x="275215" y="96457"/>
                </a:lnTo>
                <a:lnTo>
                  <a:pt x="275348" y="95834"/>
                </a:lnTo>
                <a:lnTo>
                  <a:pt x="275464" y="95202"/>
                </a:lnTo>
                <a:lnTo>
                  <a:pt x="275566" y="94560"/>
                </a:lnTo>
                <a:lnTo>
                  <a:pt x="275651" y="93907"/>
                </a:lnTo>
                <a:lnTo>
                  <a:pt x="275721" y="93245"/>
                </a:lnTo>
                <a:lnTo>
                  <a:pt x="275776" y="92573"/>
                </a:lnTo>
                <a:lnTo>
                  <a:pt x="275815" y="91890"/>
                </a:lnTo>
                <a:lnTo>
                  <a:pt x="275838" y="91198"/>
                </a:lnTo>
                <a:lnTo>
                  <a:pt x="275846" y="90495"/>
                </a:lnTo>
                <a:lnTo>
                  <a:pt x="275841" y="89873"/>
                </a:lnTo>
                <a:lnTo>
                  <a:pt x="275825" y="89261"/>
                </a:lnTo>
                <a:lnTo>
                  <a:pt x="275798" y="88658"/>
                </a:lnTo>
                <a:lnTo>
                  <a:pt x="275761" y="88066"/>
                </a:lnTo>
                <a:lnTo>
                  <a:pt x="275714" y="87484"/>
                </a:lnTo>
                <a:lnTo>
                  <a:pt x="275656" y="86912"/>
                </a:lnTo>
                <a:lnTo>
                  <a:pt x="275587" y="86349"/>
                </a:lnTo>
                <a:lnTo>
                  <a:pt x="275508" y="85797"/>
                </a:lnTo>
                <a:lnTo>
                  <a:pt x="275418" y="85255"/>
                </a:lnTo>
                <a:lnTo>
                  <a:pt x="275318" y="84723"/>
                </a:lnTo>
                <a:lnTo>
                  <a:pt x="275207" y="84200"/>
                </a:lnTo>
                <a:lnTo>
                  <a:pt x="275085" y="83688"/>
                </a:lnTo>
                <a:lnTo>
                  <a:pt x="274953" y="83186"/>
                </a:lnTo>
                <a:lnTo>
                  <a:pt x="274810" y="82694"/>
                </a:lnTo>
                <a:lnTo>
                  <a:pt x="274657" y="82212"/>
                </a:lnTo>
                <a:lnTo>
                  <a:pt x="274493" y="81740"/>
                </a:lnTo>
                <a:lnTo>
                  <a:pt x="274319" y="81277"/>
                </a:lnTo>
                <a:lnTo>
                  <a:pt x="274134" y="80825"/>
                </a:lnTo>
                <a:lnTo>
                  <a:pt x="273939" y="80383"/>
                </a:lnTo>
                <a:lnTo>
                  <a:pt x="273732" y="79951"/>
                </a:lnTo>
                <a:lnTo>
                  <a:pt x="273516" y="79529"/>
                </a:lnTo>
                <a:lnTo>
                  <a:pt x="273289" y="79117"/>
                </a:lnTo>
                <a:lnTo>
                  <a:pt x="273051" y="78715"/>
                </a:lnTo>
                <a:lnTo>
                  <a:pt x="272803" y="78323"/>
                </a:lnTo>
                <a:lnTo>
                  <a:pt x="272542" y="77925"/>
                </a:lnTo>
                <a:lnTo>
                  <a:pt x="272269" y="77534"/>
                </a:lnTo>
                <a:lnTo>
                  <a:pt x="271982" y="77149"/>
                </a:lnTo>
                <a:lnTo>
                  <a:pt x="271681" y="76770"/>
                </a:lnTo>
                <a:lnTo>
                  <a:pt x="271368" y="76397"/>
                </a:lnTo>
                <a:lnTo>
                  <a:pt x="271041" y="76030"/>
                </a:lnTo>
                <a:lnTo>
                  <a:pt x="270700" y="75670"/>
                </a:lnTo>
                <a:lnTo>
                  <a:pt x="270347" y="75315"/>
                </a:lnTo>
                <a:lnTo>
                  <a:pt x="269980" y="74967"/>
                </a:lnTo>
                <a:lnTo>
                  <a:pt x="269599" y="74624"/>
                </a:lnTo>
                <a:lnTo>
                  <a:pt x="269206" y="74288"/>
                </a:lnTo>
                <a:lnTo>
                  <a:pt x="268798" y="73958"/>
                </a:lnTo>
                <a:lnTo>
                  <a:pt x="268378" y="73634"/>
                </a:lnTo>
                <a:lnTo>
                  <a:pt x="267944" y="73316"/>
                </a:lnTo>
                <a:lnTo>
                  <a:pt x="267497" y="73004"/>
                </a:lnTo>
                <a:lnTo>
                  <a:pt x="267037" y="72699"/>
                </a:lnTo>
                <a:lnTo>
                  <a:pt x="266563" y="72399"/>
                </a:lnTo>
                <a:lnTo>
                  <a:pt x="266076" y="72106"/>
                </a:lnTo>
                <a:lnTo>
                  <a:pt x="265575" y="71819"/>
                </a:lnTo>
                <a:lnTo>
                  <a:pt x="265061" y="71538"/>
                </a:lnTo>
                <a:lnTo>
                  <a:pt x="264534" y="71263"/>
                </a:lnTo>
                <a:lnTo>
                  <a:pt x="263993" y="70994"/>
                </a:lnTo>
                <a:lnTo>
                  <a:pt x="263439" y="70731"/>
                </a:lnTo>
                <a:lnTo>
                  <a:pt x="262872" y="70474"/>
                </a:lnTo>
                <a:lnTo>
                  <a:pt x="262303" y="70222"/>
                </a:lnTo>
                <a:lnTo>
                  <a:pt x="261717" y="69974"/>
                </a:lnTo>
                <a:lnTo>
                  <a:pt x="261113" y="69729"/>
                </a:lnTo>
                <a:lnTo>
                  <a:pt x="260492" y="69487"/>
                </a:lnTo>
                <a:lnTo>
                  <a:pt x="259854" y="69248"/>
                </a:lnTo>
                <a:lnTo>
                  <a:pt x="259198" y="69013"/>
                </a:lnTo>
                <a:lnTo>
                  <a:pt x="258526" y="68781"/>
                </a:lnTo>
                <a:lnTo>
                  <a:pt x="257836" y="68552"/>
                </a:lnTo>
                <a:lnTo>
                  <a:pt x="257129" y="68327"/>
                </a:lnTo>
                <a:lnTo>
                  <a:pt x="256404" y="68105"/>
                </a:lnTo>
                <a:lnTo>
                  <a:pt x="255663" y="67887"/>
                </a:lnTo>
                <a:lnTo>
                  <a:pt x="254904" y="67671"/>
                </a:lnTo>
                <a:lnTo>
                  <a:pt x="254128" y="67459"/>
                </a:lnTo>
                <a:lnTo>
                  <a:pt x="253334" y="67251"/>
                </a:lnTo>
                <a:lnTo>
                  <a:pt x="252524" y="67046"/>
                </a:lnTo>
                <a:lnTo>
                  <a:pt x="251696" y="66844"/>
                </a:lnTo>
                <a:lnTo>
                  <a:pt x="250851" y="66645"/>
                </a:lnTo>
                <a:lnTo>
                  <a:pt x="249989" y="66450"/>
                </a:lnTo>
                <a:lnTo>
                  <a:pt x="249109" y="66258"/>
                </a:lnTo>
                <a:lnTo>
                  <a:pt x="248212" y="66070"/>
                </a:lnTo>
                <a:lnTo>
                  <a:pt x="247298" y="65884"/>
                </a:lnTo>
                <a:lnTo>
                  <a:pt x="246367" y="65703"/>
                </a:lnTo>
                <a:lnTo>
                  <a:pt x="245418" y="65524"/>
                </a:lnTo>
                <a:lnTo>
                  <a:pt x="244453" y="65349"/>
                </a:lnTo>
                <a:lnTo>
                  <a:pt x="243673" y="65202"/>
                </a:lnTo>
                <a:lnTo>
                  <a:pt x="242908" y="65056"/>
                </a:lnTo>
                <a:lnTo>
                  <a:pt x="242158" y="64911"/>
                </a:lnTo>
                <a:lnTo>
                  <a:pt x="241423" y="64766"/>
                </a:lnTo>
                <a:lnTo>
                  <a:pt x="240703" y="64622"/>
                </a:lnTo>
                <a:lnTo>
                  <a:pt x="239998" y="64478"/>
                </a:lnTo>
                <a:lnTo>
                  <a:pt x="239308" y="64335"/>
                </a:lnTo>
                <a:lnTo>
                  <a:pt x="238633" y="64192"/>
                </a:lnTo>
                <a:lnTo>
                  <a:pt x="237973" y="64050"/>
                </a:lnTo>
                <a:lnTo>
                  <a:pt x="237329" y="63908"/>
                </a:lnTo>
                <a:lnTo>
                  <a:pt x="236699" y="63768"/>
                </a:lnTo>
                <a:lnTo>
                  <a:pt x="236084" y="63627"/>
                </a:lnTo>
                <a:lnTo>
                  <a:pt x="235484" y="63487"/>
                </a:lnTo>
                <a:lnTo>
                  <a:pt x="234899" y="63348"/>
                </a:lnTo>
                <a:lnTo>
                  <a:pt x="234330" y="63209"/>
                </a:lnTo>
                <a:lnTo>
                  <a:pt x="233775" y="63071"/>
                </a:lnTo>
                <a:lnTo>
                  <a:pt x="233235" y="62933"/>
                </a:lnTo>
                <a:lnTo>
                  <a:pt x="232710" y="62796"/>
                </a:lnTo>
                <a:lnTo>
                  <a:pt x="232201" y="62660"/>
                </a:lnTo>
                <a:lnTo>
                  <a:pt x="231706" y="62524"/>
                </a:lnTo>
                <a:lnTo>
                  <a:pt x="231226" y="62388"/>
                </a:lnTo>
                <a:lnTo>
                  <a:pt x="230762" y="62253"/>
                </a:lnTo>
                <a:lnTo>
                  <a:pt x="230312" y="62119"/>
                </a:lnTo>
                <a:lnTo>
                  <a:pt x="229877" y="61985"/>
                </a:lnTo>
                <a:lnTo>
                  <a:pt x="229469" y="61851"/>
                </a:lnTo>
                <a:lnTo>
                  <a:pt x="229071" y="61716"/>
                </a:lnTo>
                <a:lnTo>
                  <a:pt x="228684" y="61580"/>
                </a:lnTo>
                <a:lnTo>
                  <a:pt x="228307" y="61443"/>
                </a:lnTo>
                <a:lnTo>
                  <a:pt x="227941" y="61304"/>
                </a:lnTo>
                <a:lnTo>
                  <a:pt x="227585" y="61164"/>
                </a:lnTo>
                <a:lnTo>
                  <a:pt x="227240" y="61024"/>
                </a:lnTo>
                <a:lnTo>
                  <a:pt x="226905" y="60882"/>
                </a:lnTo>
                <a:lnTo>
                  <a:pt x="226581" y="60739"/>
                </a:lnTo>
                <a:lnTo>
                  <a:pt x="226268" y="60595"/>
                </a:lnTo>
                <a:lnTo>
                  <a:pt x="225965" y="60450"/>
                </a:lnTo>
                <a:lnTo>
                  <a:pt x="225673" y="60304"/>
                </a:lnTo>
                <a:lnTo>
                  <a:pt x="225391" y="60156"/>
                </a:lnTo>
                <a:lnTo>
                  <a:pt x="225120" y="60008"/>
                </a:lnTo>
                <a:lnTo>
                  <a:pt x="224860" y="59858"/>
                </a:lnTo>
                <a:lnTo>
                  <a:pt x="224610" y="59707"/>
                </a:lnTo>
                <a:lnTo>
                  <a:pt x="224370" y="59556"/>
                </a:lnTo>
                <a:lnTo>
                  <a:pt x="224141" y="59403"/>
                </a:lnTo>
                <a:lnTo>
                  <a:pt x="223923" y="59249"/>
                </a:lnTo>
                <a:lnTo>
                  <a:pt x="223715" y="59093"/>
                </a:lnTo>
                <a:lnTo>
                  <a:pt x="223518" y="58937"/>
                </a:lnTo>
                <a:lnTo>
                  <a:pt x="223332" y="58780"/>
                </a:lnTo>
                <a:lnTo>
                  <a:pt x="223156" y="58621"/>
                </a:lnTo>
                <a:lnTo>
                  <a:pt x="222990" y="58462"/>
                </a:lnTo>
                <a:lnTo>
                  <a:pt x="222833" y="58286"/>
                </a:lnTo>
                <a:lnTo>
                  <a:pt x="222683" y="58108"/>
                </a:lnTo>
                <a:lnTo>
                  <a:pt x="222540" y="57926"/>
                </a:lnTo>
                <a:lnTo>
                  <a:pt x="222403" y="57741"/>
                </a:lnTo>
                <a:lnTo>
                  <a:pt x="222273" y="57552"/>
                </a:lnTo>
                <a:lnTo>
                  <a:pt x="222149" y="57360"/>
                </a:lnTo>
                <a:lnTo>
                  <a:pt x="222032" y="57165"/>
                </a:lnTo>
                <a:lnTo>
                  <a:pt x="221922" y="56967"/>
                </a:lnTo>
                <a:lnTo>
                  <a:pt x="221819" y="56765"/>
                </a:lnTo>
                <a:lnTo>
                  <a:pt x="221722" y="56560"/>
                </a:lnTo>
                <a:lnTo>
                  <a:pt x="221632" y="56351"/>
                </a:lnTo>
                <a:lnTo>
                  <a:pt x="221549" y="56139"/>
                </a:lnTo>
                <a:lnTo>
                  <a:pt x="221472" y="55924"/>
                </a:lnTo>
                <a:lnTo>
                  <a:pt x="221402" y="55705"/>
                </a:lnTo>
                <a:lnTo>
                  <a:pt x="221338" y="55483"/>
                </a:lnTo>
                <a:lnTo>
                  <a:pt x="221282" y="55258"/>
                </a:lnTo>
                <a:lnTo>
                  <a:pt x="221232" y="55030"/>
                </a:lnTo>
                <a:lnTo>
                  <a:pt x="221188" y="54798"/>
                </a:lnTo>
                <a:lnTo>
                  <a:pt x="221151" y="54563"/>
                </a:lnTo>
                <a:lnTo>
                  <a:pt x="221121" y="54324"/>
                </a:lnTo>
                <a:lnTo>
                  <a:pt x="221098" y="54082"/>
                </a:lnTo>
                <a:lnTo>
                  <a:pt x="221081" y="53837"/>
                </a:lnTo>
                <a:lnTo>
                  <a:pt x="221071" y="53588"/>
                </a:lnTo>
                <a:lnTo>
                  <a:pt x="221068" y="53336"/>
                </a:lnTo>
                <a:lnTo>
                  <a:pt x="221100" y="52395"/>
                </a:lnTo>
                <a:lnTo>
                  <a:pt x="221197" y="51494"/>
                </a:lnTo>
                <a:lnTo>
                  <a:pt x="221358" y="50633"/>
                </a:lnTo>
                <a:lnTo>
                  <a:pt x="221584" y="49813"/>
                </a:lnTo>
                <a:lnTo>
                  <a:pt x="221874" y="49032"/>
                </a:lnTo>
                <a:lnTo>
                  <a:pt x="222229" y="48291"/>
                </a:lnTo>
                <a:lnTo>
                  <a:pt x="222649" y="47590"/>
                </a:lnTo>
                <a:lnTo>
                  <a:pt x="223132" y="46929"/>
                </a:lnTo>
                <a:lnTo>
                  <a:pt x="223681" y="46309"/>
                </a:lnTo>
                <a:lnTo>
                  <a:pt x="224294" y="45728"/>
                </a:lnTo>
                <a:lnTo>
                  <a:pt x="224971" y="45188"/>
                </a:lnTo>
                <a:lnTo>
                  <a:pt x="225713" y="44687"/>
                </a:lnTo>
                <a:lnTo>
                  <a:pt x="226519" y="44227"/>
                </a:lnTo>
                <a:lnTo>
                  <a:pt x="227390" y="43806"/>
                </a:lnTo>
                <a:lnTo>
                  <a:pt x="228326" y="43426"/>
                </a:lnTo>
                <a:lnTo>
                  <a:pt x="229326" y="43085"/>
                </a:lnTo>
                <a:lnTo>
                  <a:pt x="230390" y="42785"/>
                </a:lnTo>
                <a:lnTo>
                  <a:pt x="231519" y="42525"/>
                </a:lnTo>
                <a:lnTo>
                  <a:pt x="232713" y="42305"/>
                </a:lnTo>
                <a:lnTo>
                  <a:pt x="233971" y="42124"/>
                </a:lnTo>
                <a:lnTo>
                  <a:pt x="235293" y="41984"/>
                </a:lnTo>
                <a:lnTo>
                  <a:pt x="236680" y="41884"/>
                </a:lnTo>
                <a:lnTo>
                  <a:pt x="238132" y="41824"/>
                </a:lnTo>
                <a:lnTo>
                  <a:pt x="239648" y="41804"/>
                </a:lnTo>
                <a:lnTo>
                  <a:pt x="240086" y="41806"/>
                </a:lnTo>
                <a:lnTo>
                  <a:pt x="240522" y="41812"/>
                </a:lnTo>
                <a:lnTo>
                  <a:pt x="240954" y="41822"/>
                </a:lnTo>
                <a:lnTo>
                  <a:pt x="241383" y="41835"/>
                </a:lnTo>
                <a:lnTo>
                  <a:pt x="241808" y="41853"/>
                </a:lnTo>
                <a:lnTo>
                  <a:pt x="242230" y="41874"/>
                </a:lnTo>
                <a:lnTo>
                  <a:pt x="242649" y="41899"/>
                </a:lnTo>
                <a:lnTo>
                  <a:pt x="243065" y="41929"/>
                </a:lnTo>
                <a:lnTo>
                  <a:pt x="243477" y="41962"/>
                </a:lnTo>
                <a:lnTo>
                  <a:pt x="243885" y="41999"/>
                </a:lnTo>
                <a:lnTo>
                  <a:pt x="244291" y="42040"/>
                </a:lnTo>
                <a:lnTo>
                  <a:pt x="244693" y="42084"/>
                </a:lnTo>
                <a:lnTo>
                  <a:pt x="245092" y="42133"/>
                </a:lnTo>
                <a:lnTo>
                  <a:pt x="245487" y="42186"/>
                </a:lnTo>
                <a:lnTo>
                  <a:pt x="245879" y="42242"/>
                </a:lnTo>
                <a:lnTo>
                  <a:pt x="246268" y="42302"/>
                </a:lnTo>
                <a:lnTo>
                  <a:pt x="246653" y="42367"/>
                </a:lnTo>
                <a:lnTo>
                  <a:pt x="247035" y="42435"/>
                </a:lnTo>
                <a:lnTo>
                  <a:pt x="247414" y="42507"/>
                </a:lnTo>
                <a:lnTo>
                  <a:pt x="247790" y="42583"/>
                </a:lnTo>
                <a:lnTo>
                  <a:pt x="248162" y="42662"/>
                </a:lnTo>
                <a:lnTo>
                  <a:pt x="248530" y="42746"/>
                </a:lnTo>
                <a:lnTo>
                  <a:pt x="248896" y="42834"/>
                </a:lnTo>
                <a:lnTo>
                  <a:pt x="249258" y="42925"/>
                </a:lnTo>
                <a:lnTo>
                  <a:pt x="249628" y="43009"/>
                </a:lnTo>
                <a:lnTo>
                  <a:pt x="249992" y="43100"/>
                </a:lnTo>
                <a:lnTo>
                  <a:pt x="250349" y="43198"/>
                </a:lnTo>
                <a:lnTo>
                  <a:pt x="250699" y="43303"/>
                </a:lnTo>
                <a:lnTo>
                  <a:pt x="251043" y="43416"/>
                </a:lnTo>
                <a:lnTo>
                  <a:pt x="251380" y="43536"/>
                </a:lnTo>
                <a:lnTo>
                  <a:pt x="251710" y="43663"/>
                </a:lnTo>
                <a:lnTo>
                  <a:pt x="252034" y="43797"/>
                </a:lnTo>
                <a:lnTo>
                  <a:pt x="252351" y="43939"/>
                </a:lnTo>
                <a:lnTo>
                  <a:pt x="252661" y="44088"/>
                </a:lnTo>
                <a:lnTo>
                  <a:pt x="252965" y="44244"/>
                </a:lnTo>
                <a:lnTo>
                  <a:pt x="253262" y="44407"/>
                </a:lnTo>
                <a:lnTo>
                  <a:pt x="253552" y="44577"/>
                </a:lnTo>
                <a:lnTo>
                  <a:pt x="253836" y="44755"/>
                </a:lnTo>
                <a:lnTo>
                  <a:pt x="254113" y="44940"/>
                </a:lnTo>
                <a:lnTo>
                  <a:pt x="254383" y="45132"/>
                </a:lnTo>
                <a:lnTo>
                  <a:pt x="254647" y="45331"/>
                </a:lnTo>
                <a:lnTo>
                  <a:pt x="254904" y="45538"/>
                </a:lnTo>
                <a:lnTo>
                  <a:pt x="255154" y="45752"/>
                </a:lnTo>
                <a:lnTo>
                  <a:pt x="255398" y="45973"/>
                </a:lnTo>
                <a:lnTo>
                  <a:pt x="255635" y="46201"/>
                </a:lnTo>
                <a:lnTo>
                  <a:pt x="255865" y="46437"/>
                </a:lnTo>
                <a:lnTo>
                  <a:pt x="256088" y="46679"/>
                </a:lnTo>
                <a:lnTo>
                  <a:pt x="256305" y="46929"/>
                </a:lnTo>
                <a:lnTo>
                  <a:pt x="256527" y="47175"/>
                </a:lnTo>
                <a:lnTo>
                  <a:pt x="256740" y="47430"/>
                </a:lnTo>
                <a:lnTo>
                  <a:pt x="256943" y="47695"/>
                </a:lnTo>
                <a:lnTo>
                  <a:pt x="257137" y="47971"/>
                </a:lnTo>
                <a:lnTo>
                  <a:pt x="257322" y="48256"/>
                </a:lnTo>
                <a:lnTo>
                  <a:pt x="257496" y="48551"/>
                </a:lnTo>
                <a:lnTo>
                  <a:pt x="257662" y="48857"/>
                </a:lnTo>
                <a:lnTo>
                  <a:pt x="257818" y="49172"/>
                </a:lnTo>
                <a:lnTo>
                  <a:pt x="257964" y="49497"/>
                </a:lnTo>
                <a:lnTo>
                  <a:pt x="258102" y="49833"/>
                </a:lnTo>
                <a:lnTo>
                  <a:pt x="258229" y="50178"/>
                </a:lnTo>
                <a:lnTo>
                  <a:pt x="258347" y="50533"/>
                </a:lnTo>
                <a:lnTo>
                  <a:pt x="258456" y="50899"/>
                </a:lnTo>
                <a:lnTo>
                  <a:pt x="258555" y="51274"/>
                </a:lnTo>
                <a:lnTo>
                  <a:pt x="258645" y="51659"/>
                </a:lnTo>
                <a:lnTo>
                  <a:pt x="258726" y="52055"/>
                </a:lnTo>
                <a:lnTo>
                  <a:pt x="258796" y="52460"/>
                </a:lnTo>
                <a:lnTo>
                  <a:pt x="258858" y="52876"/>
                </a:lnTo>
                <a:lnTo>
                  <a:pt x="258910" y="53301"/>
                </a:lnTo>
                <a:lnTo>
                  <a:pt x="258952" y="53737"/>
                </a:lnTo>
                <a:lnTo>
                  <a:pt x="258986" y="54182"/>
                </a:lnTo>
                <a:lnTo>
                  <a:pt x="259009" y="54638"/>
                </a:lnTo>
                <a:lnTo>
                  <a:pt x="259023" y="55103"/>
                </a:lnTo>
                <a:lnTo>
                  <a:pt x="259028" y="55579"/>
                </a:lnTo>
                <a:lnTo>
                  <a:pt x="272963" y="55579"/>
                </a:lnTo>
                <a:lnTo>
                  <a:pt x="272989" y="55486"/>
                </a:lnTo>
                <a:lnTo>
                  <a:pt x="273014" y="55395"/>
                </a:lnTo>
                <a:lnTo>
                  <a:pt x="273038" y="55306"/>
                </a:lnTo>
                <a:lnTo>
                  <a:pt x="273061" y="55218"/>
                </a:lnTo>
                <a:lnTo>
                  <a:pt x="273082" y="55132"/>
                </a:lnTo>
                <a:lnTo>
                  <a:pt x="273103" y="55048"/>
                </a:lnTo>
                <a:lnTo>
                  <a:pt x="273122" y="54965"/>
                </a:lnTo>
                <a:lnTo>
                  <a:pt x="273141" y="54885"/>
                </a:lnTo>
                <a:lnTo>
                  <a:pt x="273158" y="54805"/>
                </a:lnTo>
                <a:lnTo>
                  <a:pt x="273174" y="54728"/>
                </a:lnTo>
                <a:lnTo>
                  <a:pt x="273189" y="54652"/>
                </a:lnTo>
                <a:lnTo>
                  <a:pt x="273203" y="54578"/>
                </a:lnTo>
                <a:lnTo>
                  <a:pt x="273216" y="54505"/>
                </a:lnTo>
                <a:lnTo>
                  <a:pt x="273228" y="54434"/>
                </a:lnTo>
                <a:lnTo>
                  <a:pt x="273238" y="54365"/>
                </a:lnTo>
                <a:lnTo>
                  <a:pt x="273248" y="54297"/>
                </a:lnTo>
                <a:lnTo>
                  <a:pt x="273256" y="54231"/>
                </a:lnTo>
                <a:lnTo>
                  <a:pt x="273263" y="54167"/>
                </a:lnTo>
                <a:lnTo>
                  <a:pt x="273269" y="54105"/>
                </a:lnTo>
                <a:lnTo>
                  <a:pt x="273274" y="54044"/>
                </a:lnTo>
                <a:lnTo>
                  <a:pt x="273278" y="53984"/>
                </a:lnTo>
                <a:lnTo>
                  <a:pt x="273281" y="53927"/>
                </a:lnTo>
                <a:lnTo>
                  <a:pt x="273283" y="53871"/>
                </a:lnTo>
                <a:lnTo>
                  <a:pt x="273283" y="53817"/>
                </a:lnTo>
                <a:lnTo>
                  <a:pt x="273283" y="53764"/>
                </a:lnTo>
                <a:lnTo>
                  <a:pt x="273283" y="53711"/>
                </a:lnTo>
                <a:lnTo>
                  <a:pt x="273283" y="53659"/>
                </a:lnTo>
                <a:lnTo>
                  <a:pt x="273283" y="53608"/>
                </a:lnTo>
                <a:lnTo>
                  <a:pt x="273283" y="53557"/>
                </a:lnTo>
                <a:lnTo>
                  <a:pt x="273283" y="53506"/>
                </a:lnTo>
                <a:lnTo>
                  <a:pt x="273283" y="53457"/>
                </a:lnTo>
                <a:lnTo>
                  <a:pt x="273283" y="53407"/>
                </a:lnTo>
                <a:lnTo>
                  <a:pt x="273283" y="53359"/>
                </a:lnTo>
                <a:lnTo>
                  <a:pt x="273283" y="53311"/>
                </a:lnTo>
                <a:lnTo>
                  <a:pt x="273283" y="53263"/>
                </a:lnTo>
                <a:lnTo>
                  <a:pt x="273283" y="53216"/>
                </a:lnTo>
                <a:lnTo>
                  <a:pt x="273283" y="53170"/>
                </a:lnTo>
                <a:lnTo>
                  <a:pt x="273283" y="53124"/>
                </a:lnTo>
                <a:lnTo>
                  <a:pt x="273283" y="53078"/>
                </a:lnTo>
                <a:lnTo>
                  <a:pt x="273283" y="53034"/>
                </a:lnTo>
                <a:lnTo>
                  <a:pt x="273283" y="52989"/>
                </a:lnTo>
                <a:lnTo>
                  <a:pt x="273283" y="52946"/>
                </a:lnTo>
                <a:lnTo>
                  <a:pt x="273283" y="52903"/>
                </a:lnTo>
                <a:lnTo>
                  <a:pt x="273283" y="52860"/>
                </a:lnTo>
                <a:lnTo>
                  <a:pt x="273283" y="52818"/>
                </a:lnTo>
                <a:lnTo>
                  <a:pt x="273283" y="52777"/>
                </a:lnTo>
                <a:lnTo>
                  <a:pt x="273283" y="52736"/>
                </a:lnTo>
                <a:lnTo>
                  <a:pt x="273283" y="52696"/>
                </a:lnTo>
                <a:lnTo>
                  <a:pt x="273276" y="52125"/>
                </a:lnTo>
                <a:lnTo>
                  <a:pt x="273253" y="51562"/>
                </a:lnTo>
                <a:lnTo>
                  <a:pt x="273216" y="51006"/>
                </a:lnTo>
                <a:lnTo>
                  <a:pt x="273163" y="50458"/>
                </a:lnTo>
                <a:lnTo>
                  <a:pt x="273095" y="49916"/>
                </a:lnTo>
                <a:lnTo>
                  <a:pt x="273013" y="49382"/>
                </a:lnTo>
                <a:lnTo>
                  <a:pt x="272915" y="48855"/>
                </a:lnTo>
                <a:lnTo>
                  <a:pt x="272803" y="48335"/>
                </a:lnTo>
                <a:lnTo>
                  <a:pt x="272675" y="47823"/>
                </a:lnTo>
                <a:lnTo>
                  <a:pt x="272532" y="47318"/>
                </a:lnTo>
                <a:lnTo>
                  <a:pt x="272375" y="46820"/>
                </a:lnTo>
                <a:lnTo>
                  <a:pt x="272202" y="46329"/>
                </a:lnTo>
                <a:lnTo>
                  <a:pt x="272014" y="45845"/>
                </a:lnTo>
                <a:lnTo>
                  <a:pt x="271812" y="45369"/>
                </a:lnTo>
                <a:lnTo>
                  <a:pt x="271594" y="44900"/>
                </a:lnTo>
                <a:lnTo>
                  <a:pt x="271361" y="44438"/>
                </a:lnTo>
                <a:lnTo>
                  <a:pt x="271113" y="43983"/>
                </a:lnTo>
                <a:lnTo>
                  <a:pt x="270851" y="43536"/>
                </a:lnTo>
                <a:lnTo>
                  <a:pt x="270573" y="43096"/>
                </a:lnTo>
                <a:lnTo>
                  <a:pt x="270280" y="42663"/>
                </a:lnTo>
                <a:lnTo>
                  <a:pt x="269972" y="42237"/>
                </a:lnTo>
                <a:lnTo>
                  <a:pt x="269649" y="41819"/>
                </a:lnTo>
                <a:lnTo>
                  <a:pt x="269311" y="41407"/>
                </a:lnTo>
                <a:lnTo>
                  <a:pt x="268959" y="41003"/>
                </a:lnTo>
                <a:lnTo>
                  <a:pt x="268593" y="40593"/>
                </a:lnTo>
                <a:lnTo>
                  <a:pt x="268217" y="40191"/>
                </a:lnTo>
                <a:lnTo>
                  <a:pt x="267830" y="39797"/>
                </a:lnTo>
                <a:lnTo>
                  <a:pt x="267433" y="39410"/>
                </a:lnTo>
                <a:lnTo>
                  <a:pt x="267025" y="39032"/>
                </a:lnTo>
                <a:lnTo>
                  <a:pt x="266606" y="38661"/>
                </a:lnTo>
                <a:lnTo>
                  <a:pt x="266177" y="38298"/>
                </a:lnTo>
                <a:lnTo>
                  <a:pt x="265737" y="37942"/>
                </a:lnTo>
                <a:lnTo>
                  <a:pt x="265287" y="37595"/>
                </a:lnTo>
                <a:lnTo>
                  <a:pt x="264826" y="37255"/>
                </a:lnTo>
                <a:lnTo>
                  <a:pt x="264355" y="36923"/>
                </a:lnTo>
                <a:lnTo>
                  <a:pt x="263873" y="36599"/>
                </a:lnTo>
                <a:lnTo>
                  <a:pt x="263381" y="36282"/>
                </a:lnTo>
                <a:lnTo>
                  <a:pt x="262878" y="35973"/>
                </a:lnTo>
                <a:lnTo>
                  <a:pt x="262364" y="35673"/>
                </a:lnTo>
                <a:lnTo>
                  <a:pt x="261840" y="35380"/>
                </a:lnTo>
                <a:lnTo>
                  <a:pt x="261305" y="35094"/>
                </a:lnTo>
                <a:lnTo>
                  <a:pt x="260760" y="34817"/>
                </a:lnTo>
                <a:lnTo>
                  <a:pt x="260204" y="34547"/>
                </a:lnTo>
                <a:lnTo>
                  <a:pt x="259638" y="34285"/>
                </a:lnTo>
                <a:lnTo>
                  <a:pt x="259061" y="34031"/>
                </a:lnTo>
                <a:lnTo>
                  <a:pt x="258473" y="33785"/>
                </a:lnTo>
                <a:lnTo>
                  <a:pt x="257875" y="33546"/>
                </a:lnTo>
                <a:lnTo>
                  <a:pt x="257266" y="33315"/>
                </a:lnTo>
                <a:lnTo>
                  <a:pt x="256662" y="33093"/>
                </a:lnTo>
                <a:lnTo>
                  <a:pt x="256052" y="32880"/>
                </a:lnTo>
                <a:lnTo>
                  <a:pt x="255434" y="32677"/>
                </a:lnTo>
                <a:lnTo>
                  <a:pt x="254810" y="32483"/>
                </a:lnTo>
                <a:lnTo>
                  <a:pt x="254180" y="32299"/>
                </a:lnTo>
                <a:lnTo>
                  <a:pt x="253542" y="32124"/>
                </a:lnTo>
                <a:lnTo>
                  <a:pt x="252898" y="31958"/>
                </a:lnTo>
                <a:lnTo>
                  <a:pt x="252248" y="31802"/>
                </a:lnTo>
                <a:lnTo>
                  <a:pt x="251590" y="31656"/>
                </a:lnTo>
                <a:lnTo>
                  <a:pt x="250926" y="31519"/>
                </a:lnTo>
                <a:lnTo>
                  <a:pt x="250256" y="31391"/>
                </a:lnTo>
                <a:lnTo>
                  <a:pt x="249578" y="31273"/>
                </a:lnTo>
                <a:lnTo>
                  <a:pt x="248894" y="31164"/>
                </a:lnTo>
                <a:lnTo>
                  <a:pt x="248203" y="31065"/>
                </a:lnTo>
                <a:lnTo>
                  <a:pt x="247506" y="30975"/>
                </a:lnTo>
                <a:lnTo>
                  <a:pt x="246802" y="30895"/>
                </a:lnTo>
                <a:lnTo>
                  <a:pt x="246091" y="30824"/>
                </a:lnTo>
                <a:lnTo>
                  <a:pt x="245374" y="30762"/>
                </a:lnTo>
                <a:lnTo>
                  <a:pt x="244650" y="30710"/>
                </a:lnTo>
                <a:lnTo>
                  <a:pt x="243919" y="30668"/>
                </a:lnTo>
                <a:lnTo>
                  <a:pt x="243181" y="30635"/>
                </a:lnTo>
                <a:lnTo>
                  <a:pt x="242437" y="30611"/>
                </a:lnTo>
                <a:lnTo>
                  <a:pt x="241686" y="30597"/>
                </a:lnTo>
                <a:lnTo>
                  <a:pt x="240929" y="30592"/>
                </a:lnTo>
                <a:lnTo>
                  <a:pt x="240066" y="30597"/>
                </a:lnTo>
                <a:lnTo>
                  <a:pt x="239212" y="30611"/>
                </a:lnTo>
                <a:lnTo>
                  <a:pt x="238366" y="30635"/>
                </a:lnTo>
                <a:lnTo>
                  <a:pt x="237530" y="30668"/>
                </a:lnTo>
                <a:lnTo>
                  <a:pt x="236702" y="30710"/>
                </a:lnTo>
                <a:lnTo>
                  <a:pt x="235884" y="30762"/>
                </a:lnTo>
                <a:lnTo>
                  <a:pt x="235074" y="30824"/>
                </a:lnTo>
                <a:lnTo>
                  <a:pt x="234273" y="30895"/>
                </a:lnTo>
                <a:lnTo>
                  <a:pt x="233481" y="30975"/>
                </a:lnTo>
                <a:lnTo>
                  <a:pt x="232698" y="31065"/>
                </a:lnTo>
                <a:lnTo>
                  <a:pt x="231924" y="31164"/>
                </a:lnTo>
                <a:lnTo>
                  <a:pt x="231159" y="31273"/>
                </a:lnTo>
                <a:lnTo>
                  <a:pt x="230402" y="31391"/>
                </a:lnTo>
                <a:lnTo>
                  <a:pt x="229655" y="31519"/>
                </a:lnTo>
                <a:lnTo>
                  <a:pt x="228916" y="31656"/>
                </a:lnTo>
                <a:lnTo>
                  <a:pt x="228187" y="31802"/>
                </a:lnTo>
                <a:lnTo>
                  <a:pt x="227466" y="31958"/>
                </a:lnTo>
                <a:lnTo>
                  <a:pt x="226754" y="32124"/>
                </a:lnTo>
                <a:lnTo>
                  <a:pt x="226051" y="32299"/>
                </a:lnTo>
                <a:lnTo>
                  <a:pt x="225357" y="32483"/>
                </a:lnTo>
                <a:lnTo>
                  <a:pt x="224672" y="32677"/>
                </a:lnTo>
                <a:lnTo>
                  <a:pt x="223996" y="32880"/>
                </a:lnTo>
                <a:lnTo>
                  <a:pt x="223328" y="33093"/>
                </a:lnTo>
                <a:lnTo>
                  <a:pt x="222670" y="33315"/>
                </a:lnTo>
                <a:lnTo>
                  <a:pt x="222035" y="33546"/>
                </a:lnTo>
                <a:lnTo>
                  <a:pt x="221412" y="33787"/>
                </a:lnTo>
                <a:lnTo>
                  <a:pt x="220800" y="34036"/>
                </a:lnTo>
                <a:lnTo>
                  <a:pt x="220201" y="34294"/>
                </a:lnTo>
                <a:lnTo>
                  <a:pt x="219612" y="34561"/>
                </a:lnTo>
                <a:lnTo>
                  <a:pt x="219036" y="34837"/>
                </a:lnTo>
                <a:lnTo>
                  <a:pt x="218471" y="35121"/>
                </a:lnTo>
                <a:lnTo>
                  <a:pt x="217918" y="35415"/>
                </a:lnTo>
                <a:lnTo>
                  <a:pt x="217377" y="35718"/>
                </a:lnTo>
                <a:lnTo>
                  <a:pt x="216847" y="36029"/>
                </a:lnTo>
                <a:lnTo>
                  <a:pt x="216329" y="36349"/>
                </a:lnTo>
                <a:lnTo>
                  <a:pt x="215823" y="36679"/>
                </a:lnTo>
                <a:lnTo>
                  <a:pt x="215328" y="37017"/>
                </a:lnTo>
                <a:lnTo>
                  <a:pt x="214845" y="37364"/>
                </a:lnTo>
                <a:lnTo>
                  <a:pt x="214374" y="37720"/>
                </a:lnTo>
                <a:lnTo>
                  <a:pt x="213914" y="38085"/>
                </a:lnTo>
                <a:lnTo>
                  <a:pt x="213466" y="38458"/>
                </a:lnTo>
                <a:lnTo>
                  <a:pt x="213030" y="38841"/>
                </a:lnTo>
                <a:lnTo>
                  <a:pt x="212605" y="39232"/>
                </a:lnTo>
                <a:lnTo>
                  <a:pt x="212192" y="39633"/>
                </a:lnTo>
                <a:lnTo>
                  <a:pt x="211791" y="40042"/>
                </a:lnTo>
                <a:lnTo>
                  <a:pt x="211401" y="40460"/>
                </a:lnTo>
                <a:lnTo>
                  <a:pt x="211023" y="40888"/>
                </a:lnTo>
                <a:lnTo>
                  <a:pt x="210657" y="41324"/>
                </a:lnTo>
                <a:lnTo>
                  <a:pt x="210304" y="41769"/>
                </a:lnTo>
                <a:lnTo>
                  <a:pt x="209966" y="42223"/>
                </a:lnTo>
                <a:lnTo>
                  <a:pt x="209644" y="42687"/>
                </a:lnTo>
                <a:lnTo>
                  <a:pt x="209336" y="43161"/>
                </a:lnTo>
                <a:lnTo>
                  <a:pt x="209043" y="43644"/>
                </a:lnTo>
                <a:lnTo>
                  <a:pt x="208765" y="44137"/>
                </a:lnTo>
                <a:lnTo>
                  <a:pt x="208502" y="44638"/>
                </a:lnTo>
                <a:lnTo>
                  <a:pt x="208255" y="45150"/>
                </a:lnTo>
                <a:lnTo>
                  <a:pt x="208022" y="45671"/>
                </a:lnTo>
                <a:lnTo>
                  <a:pt x="207804" y="46201"/>
                </a:lnTo>
                <a:lnTo>
                  <a:pt x="207601" y="46741"/>
                </a:lnTo>
                <a:lnTo>
                  <a:pt x="207414" y="47290"/>
                </a:lnTo>
                <a:lnTo>
                  <a:pt x="207241" y="47848"/>
                </a:lnTo>
                <a:lnTo>
                  <a:pt x="207083" y="48417"/>
                </a:lnTo>
                <a:lnTo>
                  <a:pt x="206941" y="48994"/>
                </a:lnTo>
                <a:lnTo>
                  <a:pt x="206813" y="49581"/>
                </a:lnTo>
                <a:lnTo>
                  <a:pt x="206700" y="50178"/>
                </a:lnTo>
                <a:lnTo>
                  <a:pt x="206603" y="50784"/>
                </a:lnTo>
                <a:lnTo>
                  <a:pt x="206520" y="51399"/>
                </a:lnTo>
                <a:lnTo>
                  <a:pt x="206453" y="52024"/>
                </a:lnTo>
                <a:lnTo>
                  <a:pt x="206400" y="52658"/>
                </a:lnTo>
                <a:lnTo>
                  <a:pt x="206363" y="53302"/>
                </a:lnTo>
                <a:lnTo>
                  <a:pt x="206340" y="53955"/>
                </a:lnTo>
                <a:lnTo>
                  <a:pt x="206333" y="54618"/>
                </a:lnTo>
                <a:lnTo>
                  <a:pt x="206338" y="55188"/>
                </a:lnTo>
                <a:lnTo>
                  <a:pt x="206353" y="55750"/>
                </a:lnTo>
                <a:lnTo>
                  <a:pt x="206378" y="56304"/>
                </a:lnTo>
                <a:lnTo>
                  <a:pt x="206413" y="56851"/>
                </a:lnTo>
                <a:lnTo>
                  <a:pt x="206458" y="57390"/>
                </a:lnTo>
                <a:lnTo>
                  <a:pt x="206513" y="57921"/>
                </a:lnTo>
                <a:lnTo>
                  <a:pt x="206578" y="58444"/>
                </a:lnTo>
                <a:lnTo>
                  <a:pt x="206653" y="58960"/>
                </a:lnTo>
                <a:lnTo>
                  <a:pt x="206738" y="59468"/>
                </a:lnTo>
                <a:lnTo>
                  <a:pt x="206833" y="59968"/>
                </a:lnTo>
                <a:lnTo>
                  <a:pt x="206938" y="60460"/>
                </a:lnTo>
                <a:lnTo>
                  <a:pt x="207053" y="60944"/>
                </a:lnTo>
                <a:lnTo>
                  <a:pt x="207178" y="61421"/>
                </a:lnTo>
                <a:lnTo>
                  <a:pt x="207314" y="61890"/>
                </a:lnTo>
                <a:lnTo>
                  <a:pt x="207459" y="62351"/>
                </a:lnTo>
                <a:lnTo>
                  <a:pt x="207614" y="62804"/>
                </a:lnTo>
                <a:lnTo>
                  <a:pt x="207779" y="63249"/>
                </a:lnTo>
                <a:lnTo>
                  <a:pt x="207954" y="63687"/>
                </a:lnTo>
                <a:lnTo>
                  <a:pt x="208139" y="64117"/>
                </a:lnTo>
                <a:lnTo>
                  <a:pt x="208335" y="64539"/>
                </a:lnTo>
                <a:lnTo>
                  <a:pt x="208540" y="64953"/>
                </a:lnTo>
                <a:lnTo>
                  <a:pt x="208755" y="65360"/>
                </a:lnTo>
                <a:lnTo>
                  <a:pt x="208980" y="65759"/>
                </a:lnTo>
                <a:lnTo>
                  <a:pt x="209216" y="66150"/>
                </a:lnTo>
                <a:lnTo>
                  <a:pt x="209462" y="66521"/>
                </a:lnTo>
                <a:lnTo>
                  <a:pt x="209722" y="66886"/>
                </a:lnTo>
                <a:lnTo>
                  <a:pt x="209994" y="67246"/>
                </a:lnTo>
                <a:lnTo>
                  <a:pt x="210279" y="67600"/>
                </a:lnTo>
                <a:lnTo>
                  <a:pt x="210577" y="67949"/>
                </a:lnTo>
                <a:lnTo>
                  <a:pt x="210887" y="68292"/>
                </a:lnTo>
                <a:lnTo>
                  <a:pt x="211211" y="68630"/>
                </a:lnTo>
                <a:lnTo>
                  <a:pt x="211547" y="68962"/>
                </a:lnTo>
                <a:lnTo>
                  <a:pt x="211896" y="69288"/>
                </a:lnTo>
                <a:lnTo>
                  <a:pt x="212258" y="69609"/>
                </a:lnTo>
                <a:lnTo>
                  <a:pt x="212632" y="69924"/>
                </a:lnTo>
                <a:lnTo>
                  <a:pt x="213020" y="70234"/>
                </a:lnTo>
                <a:lnTo>
                  <a:pt x="213420" y="70538"/>
                </a:lnTo>
                <a:lnTo>
                  <a:pt x="213833" y="70837"/>
                </a:lnTo>
                <a:lnTo>
                  <a:pt x="214258" y="71130"/>
                </a:lnTo>
                <a:lnTo>
                  <a:pt x="214697" y="71418"/>
                </a:lnTo>
                <a:lnTo>
                  <a:pt x="215148" y="71699"/>
                </a:lnTo>
                <a:lnTo>
                  <a:pt x="215612" y="71976"/>
                </a:lnTo>
                <a:lnTo>
                  <a:pt x="216089" y="72247"/>
                </a:lnTo>
                <a:lnTo>
                  <a:pt x="216579" y="72512"/>
                </a:lnTo>
                <a:lnTo>
                  <a:pt x="217081" y="72772"/>
                </a:lnTo>
                <a:lnTo>
                  <a:pt x="217597" y="73026"/>
                </a:lnTo>
                <a:lnTo>
                  <a:pt x="218125" y="73274"/>
                </a:lnTo>
                <a:lnTo>
                  <a:pt x="218666" y="73517"/>
                </a:lnTo>
                <a:lnTo>
                  <a:pt x="219220" y="73743"/>
                </a:lnTo>
                <a:lnTo>
                  <a:pt x="219789" y="73966"/>
                </a:lnTo>
                <a:lnTo>
                  <a:pt x="220372" y="74186"/>
                </a:lnTo>
                <a:lnTo>
                  <a:pt x="220970" y="74403"/>
                </a:lnTo>
                <a:lnTo>
                  <a:pt x="221583" y="74617"/>
                </a:lnTo>
                <a:lnTo>
                  <a:pt x="222209" y="74829"/>
                </a:lnTo>
                <a:lnTo>
                  <a:pt x="222851" y="75038"/>
                </a:lnTo>
                <a:lnTo>
                  <a:pt x="223506" y="75244"/>
                </a:lnTo>
                <a:lnTo>
                  <a:pt x="224176" y="75447"/>
                </a:lnTo>
                <a:lnTo>
                  <a:pt x="224861" y="75648"/>
                </a:lnTo>
                <a:lnTo>
                  <a:pt x="225560" y="75845"/>
                </a:lnTo>
                <a:lnTo>
                  <a:pt x="226274" y="76040"/>
                </a:lnTo>
                <a:lnTo>
                  <a:pt x="227002" y="76232"/>
                </a:lnTo>
                <a:lnTo>
                  <a:pt x="227744" y="76422"/>
                </a:lnTo>
                <a:lnTo>
                  <a:pt x="228501" y="76608"/>
                </a:lnTo>
                <a:lnTo>
                  <a:pt x="229272" y="76792"/>
                </a:lnTo>
                <a:lnTo>
                  <a:pt x="230058" y="76973"/>
                </a:lnTo>
                <a:lnTo>
                  <a:pt x="230858" y="77151"/>
                </a:lnTo>
                <a:lnTo>
                  <a:pt x="231673" y="77327"/>
                </a:lnTo>
                <a:lnTo>
                  <a:pt x="232502" y="77499"/>
                </a:lnTo>
                <a:lnTo>
                  <a:pt x="233346" y="77669"/>
                </a:lnTo>
                <a:lnTo>
                  <a:pt x="234204" y="77837"/>
                </a:lnTo>
                <a:lnTo>
                  <a:pt x="235077" y="78001"/>
                </a:lnTo>
                <a:lnTo>
                  <a:pt x="235964" y="78162"/>
                </a:lnTo>
                <a:lnTo>
                  <a:pt x="236796" y="78296"/>
                </a:lnTo>
                <a:lnTo>
                  <a:pt x="237612" y="78430"/>
                </a:lnTo>
                <a:lnTo>
                  <a:pt x="238411" y="78565"/>
                </a:lnTo>
                <a:lnTo>
                  <a:pt x="239194" y="78701"/>
                </a:lnTo>
                <a:lnTo>
                  <a:pt x="239960" y="78837"/>
                </a:lnTo>
                <a:lnTo>
                  <a:pt x="240709" y="78973"/>
                </a:lnTo>
                <a:lnTo>
                  <a:pt x="241441" y="79110"/>
                </a:lnTo>
                <a:lnTo>
                  <a:pt x="242157" y="79248"/>
                </a:lnTo>
                <a:lnTo>
                  <a:pt x="242856" y="79386"/>
                </a:lnTo>
                <a:lnTo>
                  <a:pt x="243538" y="79525"/>
                </a:lnTo>
                <a:lnTo>
                  <a:pt x="244204" y="79664"/>
                </a:lnTo>
                <a:lnTo>
                  <a:pt x="244853" y="79804"/>
                </a:lnTo>
                <a:lnTo>
                  <a:pt x="245485" y="79945"/>
                </a:lnTo>
                <a:lnTo>
                  <a:pt x="246101" y="80086"/>
                </a:lnTo>
                <a:lnTo>
                  <a:pt x="246700" y="80227"/>
                </a:lnTo>
                <a:lnTo>
                  <a:pt x="247282" y="80369"/>
                </a:lnTo>
                <a:lnTo>
                  <a:pt x="247848" y="80512"/>
                </a:lnTo>
                <a:lnTo>
                  <a:pt x="248397" y="80655"/>
                </a:lnTo>
                <a:lnTo>
                  <a:pt x="248929" y="80799"/>
                </a:lnTo>
                <a:lnTo>
                  <a:pt x="249445" y="80943"/>
                </a:lnTo>
                <a:lnTo>
                  <a:pt x="249944" y="81088"/>
                </a:lnTo>
                <a:lnTo>
                  <a:pt x="250426" y="81233"/>
                </a:lnTo>
                <a:lnTo>
                  <a:pt x="250891" y="81379"/>
                </a:lnTo>
                <a:lnTo>
                  <a:pt x="251340" y="81526"/>
                </a:lnTo>
                <a:lnTo>
                  <a:pt x="251788" y="81674"/>
                </a:lnTo>
                <a:lnTo>
                  <a:pt x="252224" y="81824"/>
                </a:lnTo>
                <a:lnTo>
                  <a:pt x="252649" y="81976"/>
                </a:lnTo>
                <a:lnTo>
                  <a:pt x="253062" y="82131"/>
                </a:lnTo>
                <a:lnTo>
                  <a:pt x="253463" y="82288"/>
                </a:lnTo>
                <a:lnTo>
                  <a:pt x="253853" y="82447"/>
                </a:lnTo>
                <a:lnTo>
                  <a:pt x="254231" y="82608"/>
                </a:lnTo>
                <a:lnTo>
                  <a:pt x="254597" y="82772"/>
                </a:lnTo>
                <a:lnTo>
                  <a:pt x="254951" y="82937"/>
                </a:lnTo>
                <a:lnTo>
                  <a:pt x="255294" y="83105"/>
                </a:lnTo>
                <a:lnTo>
                  <a:pt x="255625" y="83276"/>
                </a:lnTo>
                <a:lnTo>
                  <a:pt x="255945" y="83448"/>
                </a:lnTo>
                <a:lnTo>
                  <a:pt x="256253" y="83623"/>
                </a:lnTo>
                <a:lnTo>
                  <a:pt x="256549" y="83799"/>
                </a:lnTo>
                <a:lnTo>
                  <a:pt x="256833" y="83979"/>
                </a:lnTo>
                <a:lnTo>
                  <a:pt x="257106" y="84160"/>
                </a:lnTo>
                <a:lnTo>
                  <a:pt x="257367" y="84343"/>
                </a:lnTo>
                <a:lnTo>
                  <a:pt x="257617" y="84529"/>
                </a:lnTo>
                <a:lnTo>
                  <a:pt x="257854" y="84717"/>
                </a:lnTo>
                <a:lnTo>
                  <a:pt x="258080" y="84907"/>
                </a:lnTo>
                <a:lnTo>
                  <a:pt x="258295" y="85100"/>
                </a:lnTo>
                <a:lnTo>
                  <a:pt x="258498" y="85294"/>
                </a:lnTo>
                <a:lnTo>
                  <a:pt x="258689" y="85491"/>
                </a:lnTo>
                <a:lnTo>
                  <a:pt x="258868" y="85690"/>
                </a:lnTo>
                <a:lnTo>
                  <a:pt x="259038" y="85893"/>
                </a:lnTo>
                <a:lnTo>
                  <a:pt x="259201" y="86100"/>
                </a:lnTo>
                <a:lnTo>
                  <a:pt x="259356" y="86311"/>
                </a:lnTo>
                <a:lnTo>
                  <a:pt x="259504" y="86527"/>
                </a:lnTo>
                <a:lnTo>
                  <a:pt x="259645" y="86747"/>
                </a:lnTo>
                <a:lnTo>
                  <a:pt x="259779" y="86972"/>
                </a:lnTo>
                <a:lnTo>
                  <a:pt x="259905" y="87201"/>
                </a:lnTo>
                <a:lnTo>
                  <a:pt x="260025" y="87434"/>
                </a:lnTo>
                <a:lnTo>
                  <a:pt x="260137" y="87672"/>
                </a:lnTo>
                <a:lnTo>
                  <a:pt x="260242" y="87915"/>
                </a:lnTo>
                <a:lnTo>
                  <a:pt x="260339" y="88162"/>
                </a:lnTo>
                <a:lnTo>
                  <a:pt x="260430" y="88413"/>
                </a:lnTo>
                <a:lnTo>
                  <a:pt x="260513" y="88669"/>
                </a:lnTo>
                <a:lnTo>
                  <a:pt x="260589" y="88929"/>
                </a:lnTo>
                <a:lnTo>
                  <a:pt x="260657" y="89194"/>
                </a:lnTo>
                <a:lnTo>
                  <a:pt x="260719" y="89463"/>
                </a:lnTo>
                <a:lnTo>
                  <a:pt x="260773" y="89737"/>
                </a:lnTo>
                <a:lnTo>
                  <a:pt x="260820" y="90015"/>
                </a:lnTo>
                <a:lnTo>
                  <a:pt x="260860" y="90297"/>
                </a:lnTo>
                <a:lnTo>
                  <a:pt x="260892" y="90584"/>
                </a:lnTo>
                <a:lnTo>
                  <a:pt x="260918" y="90876"/>
                </a:lnTo>
                <a:lnTo>
                  <a:pt x="260936" y="91172"/>
                </a:lnTo>
                <a:lnTo>
                  <a:pt x="260947" y="91472"/>
                </a:lnTo>
                <a:lnTo>
                  <a:pt x="260950" y="91777"/>
                </a:lnTo>
                <a:lnTo>
                  <a:pt x="260941" y="92240"/>
                </a:lnTo>
                <a:lnTo>
                  <a:pt x="260915" y="92697"/>
                </a:lnTo>
                <a:lnTo>
                  <a:pt x="260870" y="93146"/>
                </a:lnTo>
                <a:lnTo>
                  <a:pt x="260808" y="93588"/>
                </a:lnTo>
                <a:lnTo>
                  <a:pt x="260728" y="94022"/>
                </a:lnTo>
                <a:lnTo>
                  <a:pt x="260630" y="94450"/>
                </a:lnTo>
                <a:lnTo>
                  <a:pt x="260514" y="94870"/>
                </a:lnTo>
                <a:lnTo>
                  <a:pt x="260381" y="95283"/>
                </a:lnTo>
                <a:lnTo>
                  <a:pt x="260229" y="95688"/>
                </a:lnTo>
                <a:lnTo>
                  <a:pt x="260060" y="96087"/>
                </a:lnTo>
                <a:lnTo>
                  <a:pt x="259873" y="96478"/>
                </a:lnTo>
                <a:lnTo>
                  <a:pt x="259669" y="96862"/>
                </a:lnTo>
                <a:lnTo>
                  <a:pt x="259446" y="97239"/>
                </a:lnTo>
                <a:lnTo>
                  <a:pt x="259206" y="97608"/>
                </a:lnTo>
                <a:lnTo>
                  <a:pt x="258948" y="97971"/>
                </a:lnTo>
                <a:lnTo>
                  <a:pt x="258672" y="98326"/>
                </a:lnTo>
                <a:lnTo>
                  <a:pt x="258379" y="98674"/>
                </a:lnTo>
                <a:lnTo>
                  <a:pt x="258067" y="99014"/>
                </a:lnTo>
                <a:lnTo>
                  <a:pt x="257738" y="99348"/>
                </a:lnTo>
                <a:lnTo>
                  <a:pt x="257391" y="99674"/>
                </a:lnTo>
                <a:lnTo>
                  <a:pt x="257026" y="99993"/>
                </a:lnTo>
                <a:lnTo>
                  <a:pt x="256643" y="100305"/>
                </a:lnTo>
                <a:lnTo>
                  <a:pt x="256243" y="100609"/>
                </a:lnTo>
                <a:lnTo>
                  <a:pt x="255825" y="100906"/>
                </a:lnTo>
                <a:lnTo>
                  <a:pt x="255403" y="101181"/>
                </a:lnTo>
                <a:lnTo>
                  <a:pt x="254964" y="101444"/>
                </a:lnTo>
                <a:lnTo>
                  <a:pt x="254508" y="101695"/>
                </a:lnTo>
                <a:lnTo>
                  <a:pt x="254036" y="101934"/>
                </a:lnTo>
                <a:lnTo>
                  <a:pt x="253547" y="102162"/>
                </a:lnTo>
                <a:lnTo>
                  <a:pt x="253042" y="102378"/>
                </a:lnTo>
                <a:lnTo>
                  <a:pt x="252520" y="102582"/>
                </a:lnTo>
                <a:lnTo>
                  <a:pt x="251981" y="102775"/>
                </a:lnTo>
                <a:lnTo>
                  <a:pt x="251425" y="102956"/>
                </a:lnTo>
                <a:lnTo>
                  <a:pt x="250853" y="103125"/>
                </a:lnTo>
                <a:lnTo>
                  <a:pt x="250264" y="103283"/>
                </a:lnTo>
                <a:lnTo>
                  <a:pt x="249658" y="103429"/>
                </a:lnTo>
                <a:lnTo>
                  <a:pt x="249036" y="103563"/>
                </a:lnTo>
                <a:lnTo>
                  <a:pt x="248397" y="103686"/>
                </a:lnTo>
                <a:lnTo>
                  <a:pt x="247741" y="103797"/>
                </a:lnTo>
                <a:lnTo>
                  <a:pt x="247069" y="103896"/>
                </a:lnTo>
                <a:lnTo>
                  <a:pt x="246380" y="103984"/>
                </a:lnTo>
                <a:lnTo>
                  <a:pt x="245674" y="104060"/>
                </a:lnTo>
                <a:lnTo>
                  <a:pt x="244952" y="104124"/>
                </a:lnTo>
                <a:lnTo>
                  <a:pt x="244212" y="104177"/>
                </a:lnTo>
                <a:lnTo>
                  <a:pt x="243457" y="104217"/>
                </a:lnTo>
                <a:lnTo>
                  <a:pt x="242684" y="104247"/>
                </a:lnTo>
                <a:lnTo>
                  <a:pt x="241895" y="104264"/>
                </a:lnTo>
                <a:lnTo>
                  <a:pt x="241089" y="104270"/>
                </a:lnTo>
                <a:lnTo>
                  <a:pt x="240190" y="104264"/>
                </a:lnTo>
                <a:lnTo>
                  <a:pt x="239308" y="104244"/>
                </a:lnTo>
                <a:lnTo>
                  <a:pt x="238444" y="104212"/>
                </a:lnTo>
                <a:lnTo>
                  <a:pt x="237597" y="104168"/>
                </a:lnTo>
                <a:lnTo>
                  <a:pt x="236767" y="104110"/>
                </a:lnTo>
                <a:lnTo>
                  <a:pt x="235954" y="104040"/>
                </a:lnTo>
                <a:lnTo>
                  <a:pt x="235158" y="103957"/>
                </a:lnTo>
                <a:lnTo>
                  <a:pt x="234380" y="103861"/>
                </a:lnTo>
                <a:lnTo>
                  <a:pt x="233619" y="103752"/>
                </a:lnTo>
                <a:lnTo>
                  <a:pt x="232875" y="103630"/>
                </a:lnTo>
                <a:lnTo>
                  <a:pt x="232148" y="103496"/>
                </a:lnTo>
                <a:lnTo>
                  <a:pt x="231439" y="103349"/>
                </a:lnTo>
                <a:lnTo>
                  <a:pt x="230747" y="103189"/>
                </a:lnTo>
                <a:lnTo>
                  <a:pt x="230072" y="103016"/>
                </a:lnTo>
                <a:lnTo>
                  <a:pt x="229414" y="102831"/>
                </a:lnTo>
                <a:lnTo>
                  <a:pt x="228774" y="102633"/>
                </a:lnTo>
                <a:lnTo>
                  <a:pt x="228151" y="102422"/>
                </a:lnTo>
                <a:lnTo>
                  <a:pt x="227545" y="102198"/>
                </a:lnTo>
                <a:lnTo>
                  <a:pt x="226956" y="101961"/>
                </a:lnTo>
                <a:lnTo>
                  <a:pt x="226385" y="101712"/>
                </a:lnTo>
                <a:lnTo>
                  <a:pt x="225831" y="101449"/>
                </a:lnTo>
                <a:lnTo>
                  <a:pt x="225294" y="101174"/>
                </a:lnTo>
                <a:lnTo>
                  <a:pt x="224774" y="100887"/>
                </a:lnTo>
                <a:lnTo>
                  <a:pt x="224271" y="100586"/>
                </a:lnTo>
                <a:lnTo>
                  <a:pt x="223801" y="100261"/>
                </a:lnTo>
                <a:lnTo>
                  <a:pt x="223350" y="99925"/>
                </a:lnTo>
                <a:lnTo>
                  <a:pt x="222920" y="99580"/>
                </a:lnTo>
                <a:lnTo>
                  <a:pt x="222510" y="99225"/>
                </a:lnTo>
                <a:lnTo>
                  <a:pt x="222119" y="98859"/>
                </a:lnTo>
                <a:lnTo>
                  <a:pt x="221749" y="98484"/>
                </a:lnTo>
                <a:lnTo>
                  <a:pt x="221398" y="98098"/>
                </a:lnTo>
                <a:lnTo>
                  <a:pt x="221068" y="97703"/>
                </a:lnTo>
                <a:lnTo>
                  <a:pt x="220758" y="97298"/>
                </a:lnTo>
                <a:lnTo>
                  <a:pt x="220467" y="96882"/>
                </a:lnTo>
                <a:lnTo>
                  <a:pt x="220197" y="96457"/>
                </a:lnTo>
                <a:lnTo>
                  <a:pt x="219947" y="96021"/>
                </a:lnTo>
                <a:lnTo>
                  <a:pt x="219717" y="95576"/>
                </a:lnTo>
                <a:lnTo>
                  <a:pt x="219506" y="95120"/>
                </a:lnTo>
                <a:lnTo>
                  <a:pt x="219316" y="94655"/>
                </a:lnTo>
                <a:lnTo>
                  <a:pt x="219146" y="94179"/>
                </a:lnTo>
                <a:lnTo>
                  <a:pt x="218996" y="93694"/>
                </a:lnTo>
                <a:lnTo>
                  <a:pt x="218866" y="93198"/>
                </a:lnTo>
                <a:lnTo>
                  <a:pt x="218756" y="92693"/>
                </a:lnTo>
                <a:lnTo>
                  <a:pt x="218666" y="92177"/>
                </a:lnTo>
                <a:lnTo>
                  <a:pt x="218595" y="91652"/>
                </a:lnTo>
                <a:lnTo>
                  <a:pt x="218545" y="91116"/>
                </a:lnTo>
                <a:lnTo>
                  <a:pt x="218515" y="90570"/>
                </a:lnTo>
                <a:lnTo>
                  <a:pt x="218505" y="90015"/>
                </a:lnTo>
                <a:lnTo>
                  <a:pt x="218505" y="88413"/>
                </a:lnTo>
                <a:lnTo>
                  <a:pt x="204731" y="88413"/>
                </a:lnTo>
                <a:lnTo>
                  <a:pt x="204718" y="88506"/>
                </a:lnTo>
                <a:lnTo>
                  <a:pt x="204705" y="88599"/>
                </a:lnTo>
                <a:lnTo>
                  <a:pt x="204693" y="88691"/>
                </a:lnTo>
                <a:lnTo>
                  <a:pt x="204682" y="88782"/>
                </a:lnTo>
                <a:lnTo>
                  <a:pt x="204671" y="88873"/>
                </a:lnTo>
                <a:lnTo>
                  <a:pt x="204661" y="88964"/>
                </a:lnTo>
                <a:lnTo>
                  <a:pt x="204651" y="89054"/>
                </a:lnTo>
                <a:lnTo>
                  <a:pt x="204642" y="89143"/>
                </a:lnTo>
                <a:lnTo>
                  <a:pt x="204633" y="89232"/>
                </a:lnTo>
                <a:lnTo>
                  <a:pt x="204625" y="89320"/>
                </a:lnTo>
                <a:lnTo>
                  <a:pt x="204618" y="89407"/>
                </a:lnTo>
                <a:lnTo>
                  <a:pt x="204611" y="89494"/>
                </a:lnTo>
                <a:lnTo>
                  <a:pt x="204604" y="89581"/>
                </a:lnTo>
                <a:lnTo>
                  <a:pt x="204598" y="89667"/>
                </a:lnTo>
                <a:lnTo>
                  <a:pt x="204593" y="89752"/>
                </a:lnTo>
                <a:lnTo>
                  <a:pt x="204588" y="89837"/>
                </a:lnTo>
                <a:lnTo>
                  <a:pt x="204584" y="89921"/>
                </a:lnTo>
                <a:lnTo>
                  <a:pt x="204581" y="90005"/>
                </a:lnTo>
                <a:lnTo>
                  <a:pt x="204578" y="90088"/>
                </a:lnTo>
                <a:lnTo>
                  <a:pt x="204575" y="90171"/>
                </a:lnTo>
                <a:lnTo>
                  <a:pt x="204573" y="90253"/>
                </a:lnTo>
                <a:lnTo>
                  <a:pt x="204572" y="90334"/>
                </a:lnTo>
                <a:lnTo>
                  <a:pt x="204571" y="90415"/>
                </a:lnTo>
                <a:lnTo>
                  <a:pt x="204571" y="90495"/>
                </a:lnTo>
                <a:lnTo>
                  <a:pt x="204571" y="90575"/>
                </a:lnTo>
                <a:lnTo>
                  <a:pt x="204571" y="90652"/>
                </a:lnTo>
                <a:lnTo>
                  <a:pt x="204571" y="90728"/>
                </a:lnTo>
                <a:lnTo>
                  <a:pt x="204571" y="90802"/>
                </a:lnTo>
                <a:lnTo>
                  <a:pt x="204571" y="90875"/>
                </a:lnTo>
                <a:lnTo>
                  <a:pt x="204571" y="90946"/>
                </a:lnTo>
                <a:lnTo>
                  <a:pt x="204571" y="91015"/>
                </a:lnTo>
                <a:lnTo>
                  <a:pt x="204571" y="91083"/>
                </a:lnTo>
                <a:lnTo>
                  <a:pt x="204571" y="91149"/>
                </a:lnTo>
                <a:lnTo>
                  <a:pt x="204571" y="91213"/>
                </a:lnTo>
                <a:lnTo>
                  <a:pt x="204571" y="91275"/>
                </a:lnTo>
                <a:lnTo>
                  <a:pt x="204571" y="91336"/>
                </a:lnTo>
                <a:lnTo>
                  <a:pt x="204571" y="91396"/>
                </a:lnTo>
                <a:lnTo>
                  <a:pt x="204571" y="91453"/>
                </a:lnTo>
                <a:lnTo>
                  <a:pt x="204571" y="91509"/>
                </a:lnTo>
                <a:lnTo>
                  <a:pt x="204571" y="91563"/>
                </a:lnTo>
                <a:lnTo>
                  <a:pt x="204571" y="91616"/>
                </a:lnTo>
                <a:lnTo>
                  <a:pt x="204571" y="91667"/>
                </a:lnTo>
                <a:lnTo>
                  <a:pt x="204571" y="91716"/>
                </a:lnTo>
                <a:lnTo>
                  <a:pt x="204571" y="91763"/>
                </a:lnTo>
                <a:lnTo>
                  <a:pt x="204571" y="91809"/>
                </a:lnTo>
                <a:lnTo>
                  <a:pt x="204571" y="91853"/>
                </a:lnTo>
                <a:lnTo>
                  <a:pt x="204571" y="91896"/>
                </a:lnTo>
                <a:lnTo>
                  <a:pt x="204571" y="91937"/>
                </a:lnTo>
                <a:lnTo>
                  <a:pt x="204578" y="92548"/>
                </a:lnTo>
                <a:lnTo>
                  <a:pt x="204601" y="93152"/>
                </a:lnTo>
                <a:lnTo>
                  <a:pt x="204638" y="93749"/>
                </a:lnTo>
                <a:lnTo>
                  <a:pt x="204691" y="94339"/>
                </a:lnTo>
                <a:lnTo>
                  <a:pt x="204758" y="94923"/>
                </a:lnTo>
                <a:lnTo>
                  <a:pt x="204841" y="95501"/>
                </a:lnTo>
                <a:lnTo>
                  <a:pt x="204939" y="96071"/>
                </a:lnTo>
                <a:lnTo>
                  <a:pt x="205051" y="96635"/>
                </a:lnTo>
                <a:lnTo>
                  <a:pt x="205179" y="97192"/>
                </a:lnTo>
                <a:lnTo>
                  <a:pt x="205321" y="97743"/>
                </a:lnTo>
                <a:lnTo>
                  <a:pt x="205479" y="98287"/>
                </a:lnTo>
                <a:lnTo>
                  <a:pt x="205652" y="98824"/>
                </a:lnTo>
                <a:lnTo>
                  <a:pt x="205840" y="99355"/>
                </a:lnTo>
                <a:lnTo>
                  <a:pt x="206042" y="99879"/>
                </a:lnTo>
                <a:lnTo>
                  <a:pt x="206260" y="100396"/>
                </a:lnTo>
                <a:lnTo>
                  <a:pt x="206493" y="100906"/>
                </a:lnTo>
                <a:lnTo>
                  <a:pt x="206740" y="101410"/>
                </a:lnTo>
                <a:lnTo>
                  <a:pt x="207003" y="101907"/>
                </a:lnTo>
                <a:lnTo>
                  <a:pt x="207281" y="102398"/>
                </a:lnTo>
                <a:lnTo>
                  <a:pt x="207574" y="102882"/>
                </a:lnTo>
                <a:lnTo>
                  <a:pt x="207882" y="103359"/>
                </a:lnTo>
                <a:lnTo>
                  <a:pt x="208205" y="103829"/>
                </a:lnTo>
                <a:lnTo>
                  <a:pt x="208542" y="104293"/>
                </a:lnTo>
                <a:lnTo>
                  <a:pt x="208895" y="104750"/>
                </a:lnTo>
                <a:lnTo>
                  <a:pt x="209275" y="105187"/>
                </a:lnTo>
                <a:lnTo>
                  <a:pt x="209665" y="105615"/>
                </a:lnTo>
                <a:lnTo>
                  <a:pt x="210066" y="106034"/>
                </a:lnTo>
                <a:lnTo>
                  <a:pt x="210479" y="106446"/>
                </a:lnTo>
                <a:lnTo>
                  <a:pt x="210903" y="106848"/>
                </a:lnTo>
                <a:lnTo>
                  <a:pt x="211338" y="107243"/>
                </a:lnTo>
                <a:lnTo>
                  <a:pt x="211784" y="107629"/>
                </a:lnTo>
                <a:lnTo>
                  <a:pt x="212241" y="108007"/>
                </a:lnTo>
                <a:lnTo>
                  <a:pt x="212709" y="108377"/>
                </a:lnTo>
                <a:lnTo>
                  <a:pt x="213189" y="108738"/>
                </a:lnTo>
                <a:lnTo>
                  <a:pt x="213679" y="109091"/>
                </a:lnTo>
                <a:lnTo>
                  <a:pt x="214181" y="109435"/>
                </a:lnTo>
                <a:lnTo>
                  <a:pt x="214694" y="109772"/>
                </a:lnTo>
                <a:lnTo>
                  <a:pt x="215217" y="110099"/>
                </a:lnTo>
                <a:lnTo>
                  <a:pt x="215752" y="110419"/>
                </a:lnTo>
                <a:lnTo>
                  <a:pt x="216299" y="110730"/>
                </a:lnTo>
                <a:lnTo>
                  <a:pt x="216856" y="111033"/>
                </a:lnTo>
                <a:lnTo>
                  <a:pt x="217424" y="111327"/>
                </a:lnTo>
                <a:lnTo>
                  <a:pt x="218004" y="111614"/>
                </a:lnTo>
                <a:lnTo>
                  <a:pt x="218594" y="111891"/>
                </a:lnTo>
                <a:lnTo>
                  <a:pt x="219196" y="112161"/>
                </a:lnTo>
                <a:lnTo>
                  <a:pt x="219809" y="112422"/>
                </a:lnTo>
                <a:lnTo>
                  <a:pt x="220433" y="112675"/>
                </a:lnTo>
                <a:lnTo>
                  <a:pt x="221068" y="112919"/>
                </a:lnTo>
                <a:lnTo>
                  <a:pt x="221726" y="113141"/>
                </a:lnTo>
                <a:lnTo>
                  <a:pt x="222392" y="113354"/>
                </a:lnTo>
                <a:lnTo>
                  <a:pt x="223065" y="113557"/>
                </a:lnTo>
                <a:lnTo>
                  <a:pt x="223746" y="113751"/>
                </a:lnTo>
                <a:lnTo>
                  <a:pt x="224436" y="113935"/>
                </a:lnTo>
                <a:lnTo>
                  <a:pt x="225132" y="114110"/>
                </a:lnTo>
                <a:lnTo>
                  <a:pt x="225837" y="114276"/>
                </a:lnTo>
                <a:lnTo>
                  <a:pt x="226549" y="114432"/>
                </a:lnTo>
                <a:lnTo>
                  <a:pt x="227270" y="114578"/>
                </a:lnTo>
                <a:lnTo>
                  <a:pt x="227998" y="114715"/>
                </a:lnTo>
                <a:lnTo>
                  <a:pt x="228733" y="114843"/>
                </a:lnTo>
                <a:lnTo>
                  <a:pt x="229477" y="114961"/>
                </a:lnTo>
                <a:lnTo>
                  <a:pt x="230228" y="115070"/>
                </a:lnTo>
                <a:lnTo>
                  <a:pt x="230987" y="115169"/>
                </a:lnTo>
                <a:lnTo>
                  <a:pt x="231754" y="115259"/>
                </a:lnTo>
                <a:lnTo>
                  <a:pt x="232529" y="115339"/>
                </a:lnTo>
                <a:lnTo>
                  <a:pt x="233312" y="115410"/>
                </a:lnTo>
                <a:lnTo>
                  <a:pt x="234102" y="115472"/>
                </a:lnTo>
                <a:lnTo>
                  <a:pt x="234900" y="115524"/>
                </a:lnTo>
                <a:lnTo>
                  <a:pt x="235706" y="115566"/>
                </a:lnTo>
                <a:lnTo>
                  <a:pt x="236519" y="115599"/>
                </a:lnTo>
                <a:lnTo>
                  <a:pt x="237341" y="115623"/>
                </a:lnTo>
                <a:lnTo>
                  <a:pt x="238170" y="115637"/>
                </a:lnTo>
                <a:lnTo>
                  <a:pt x="239007" y="115642"/>
                </a:lnTo>
                <a:lnTo>
                  <a:pt x="239962" y="115637"/>
                </a:lnTo>
                <a:lnTo>
                  <a:pt x="240906" y="115623"/>
                </a:lnTo>
                <a:lnTo>
                  <a:pt x="241837" y="115599"/>
                </a:lnTo>
                <a:lnTo>
                  <a:pt x="242758" y="115566"/>
                </a:lnTo>
                <a:close/>
                <a:moveTo>
                  <a:pt x="812196" y="15376"/>
                </a:moveTo>
                <a:lnTo>
                  <a:pt x="827252" y="15376"/>
                </a:lnTo>
                <a:lnTo>
                  <a:pt x="827252" y="0"/>
                </a:lnTo>
                <a:lnTo>
                  <a:pt x="812196" y="0"/>
                </a:lnTo>
                <a:lnTo>
                  <a:pt x="812196" y="15376"/>
                </a:lnTo>
                <a:close/>
                <a:moveTo>
                  <a:pt x="737193" y="115606"/>
                </a:moveTo>
                <a:lnTo>
                  <a:pt x="737687" y="115586"/>
                </a:lnTo>
                <a:lnTo>
                  <a:pt x="738181" y="115562"/>
                </a:lnTo>
                <a:lnTo>
                  <a:pt x="738675" y="115533"/>
                </a:lnTo>
                <a:lnTo>
                  <a:pt x="739168" y="115500"/>
                </a:lnTo>
                <a:lnTo>
                  <a:pt x="739662" y="115462"/>
                </a:lnTo>
                <a:lnTo>
                  <a:pt x="740156" y="115419"/>
                </a:lnTo>
                <a:lnTo>
                  <a:pt x="740650" y="115373"/>
                </a:lnTo>
                <a:lnTo>
                  <a:pt x="741144" y="115322"/>
                </a:lnTo>
                <a:lnTo>
                  <a:pt x="741638" y="115266"/>
                </a:lnTo>
                <a:lnTo>
                  <a:pt x="742132" y="115206"/>
                </a:lnTo>
                <a:lnTo>
                  <a:pt x="742625" y="115141"/>
                </a:lnTo>
                <a:lnTo>
                  <a:pt x="743119" y="115072"/>
                </a:lnTo>
                <a:lnTo>
                  <a:pt x="743613" y="114999"/>
                </a:lnTo>
                <a:lnTo>
                  <a:pt x="744107" y="114921"/>
                </a:lnTo>
                <a:lnTo>
                  <a:pt x="744601" y="114839"/>
                </a:lnTo>
                <a:lnTo>
                  <a:pt x="745095" y="114752"/>
                </a:lnTo>
                <a:lnTo>
                  <a:pt x="745589" y="114661"/>
                </a:lnTo>
                <a:lnTo>
                  <a:pt x="746082" y="114565"/>
                </a:lnTo>
                <a:lnTo>
                  <a:pt x="746576" y="114465"/>
                </a:lnTo>
                <a:lnTo>
                  <a:pt x="747070" y="114361"/>
                </a:lnTo>
                <a:lnTo>
                  <a:pt x="747560" y="114265"/>
                </a:lnTo>
                <a:lnTo>
                  <a:pt x="748043" y="114166"/>
                </a:lnTo>
                <a:lnTo>
                  <a:pt x="748519" y="114063"/>
                </a:lnTo>
                <a:lnTo>
                  <a:pt x="748988" y="113956"/>
                </a:lnTo>
                <a:lnTo>
                  <a:pt x="749449" y="113845"/>
                </a:lnTo>
                <a:lnTo>
                  <a:pt x="749903" y="113730"/>
                </a:lnTo>
                <a:lnTo>
                  <a:pt x="750350" y="113611"/>
                </a:lnTo>
                <a:lnTo>
                  <a:pt x="750790" y="113489"/>
                </a:lnTo>
                <a:lnTo>
                  <a:pt x="751222" y="113362"/>
                </a:lnTo>
                <a:lnTo>
                  <a:pt x="751647" y="113232"/>
                </a:lnTo>
                <a:lnTo>
                  <a:pt x="752065" y="113097"/>
                </a:lnTo>
                <a:lnTo>
                  <a:pt x="752476" y="112959"/>
                </a:lnTo>
                <a:lnTo>
                  <a:pt x="752879" y="112817"/>
                </a:lnTo>
                <a:lnTo>
                  <a:pt x="753276" y="112671"/>
                </a:lnTo>
                <a:lnTo>
                  <a:pt x="753665" y="112521"/>
                </a:lnTo>
                <a:lnTo>
                  <a:pt x="754046" y="112367"/>
                </a:lnTo>
                <a:lnTo>
                  <a:pt x="754421" y="112210"/>
                </a:lnTo>
                <a:lnTo>
                  <a:pt x="754788" y="112048"/>
                </a:lnTo>
                <a:lnTo>
                  <a:pt x="755148" y="111883"/>
                </a:lnTo>
                <a:lnTo>
                  <a:pt x="755501" y="111713"/>
                </a:lnTo>
                <a:lnTo>
                  <a:pt x="755847" y="111540"/>
                </a:lnTo>
                <a:lnTo>
                  <a:pt x="756185" y="111363"/>
                </a:lnTo>
                <a:lnTo>
                  <a:pt x="756517" y="111182"/>
                </a:lnTo>
                <a:lnTo>
                  <a:pt x="756840" y="110997"/>
                </a:lnTo>
                <a:lnTo>
                  <a:pt x="756840" y="98664"/>
                </a:lnTo>
                <a:lnTo>
                  <a:pt x="756558" y="98797"/>
                </a:lnTo>
                <a:lnTo>
                  <a:pt x="756272" y="98930"/>
                </a:lnTo>
                <a:lnTo>
                  <a:pt x="755982" y="99062"/>
                </a:lnTo>
                <a:lnTo>
                  <a:pt x="755688" y="99193"/>
                </a:lnTo>
                <a:lnTo>
                  <a:pt x="755390" y="99324"/>
                </a:lnTo>
                <a:lnTo>
                  <a:pt x="755089" y="99455"/>
                </a:lnTo>
                <a:lnTo>
                  <a:pt x="754783" y="99585"/>
                </a:lnTo>
                <a:lnTo>
                  <a:pt x="754474" y="99714"/>
                </a:lnTo>
                <a:lnTo>
                  <a:pt x="754160" y="99843"/>
                </a:lnTo>
                <a:lnTo>
                  <a:pt x="753843" y="99971"/>
                </a:lnTo>
                <a:lnTo>
                  <a:pt x="753522" y="100099"/>
                </a:lnTo>
                <a:lnTo>
                  <a:pt x="753197" y="100226"/>
                </a:lnTo>
                <a:lnTo>
                  <a:pt x="752868" y="100352"/>
                </a:lnTo>
                <a:lnTo>
                  <a:pt x="752535" y="100478"/>
                </a:lnTo>
                <a:lnTo>
                  <a:pt x="752198" y="100604"/>
                </a:lnTo>
                <a:lnTo>
                  <a:pt x="751857" y="100728"/>
                </a:lnTo>
                <a:lnTo>
                  <a:pt x="751513" y="100853"/>
                </a:lnTo>
                <a:lnTo>
                  <a:pt x="751164" y="100976"/>
                </a:lnTo>
                <a:lnTo>
                  <a:pt x="750812" y="101100"/>
                </a:lnTo>
                <a:lnTo>
                  <a:pt x="750456" y="101222"/>
                </a:lnTo>
                <a:lnTo>
                  <a:pt x="750096" y="101344"/>
                </a:lnTo>
                <a:lnTo>
                  <a:pt x="749732" y="101466"/>
                </a:lnTo>
                <a:lnTo>
                  <a:pt x="749364" y="101587"/>
                </a:lnTo>
                <a:lnTo>
                  <a:pt x="748992" y="101707"/>
                </a:lnTo>
                <a:lnTo>
                  <a:pt x="748630" y="101812"/>
                </a:lnTo>
                <a:lnTo>
                  <a:pt x="748266" y="101912"/>
                </a:lnTo>
                <a:lnTo>
                  <a:pt x="747899" y="102008"/>
                </a:lnTo>
                <a:lnTo>
                  <a:pt x="747528" y="102099"/>
                </a:lnTo>
                <a:lnTo>
                  <a:pt x="747156" y="102186"/>
                </a:lnTo>
                <a:lnTo>
                  <a:pt x="746780" y="102268"/>
                </a:lnTo>
                <a:lnTo>
                  <a:pt x="746401" y="102346"/>
                </a:lnTo>
                <a:lnTo>
                  <a:pt x="746020" y="102419"/>
                </a:lnTo>
                <a:lnTo>
                  <a:pt x="745636" y="102488"/>
                </a:lnTo>
                <a:lnTo>
                  <a:pt x="745249" y="102553"/>
                </a:lnTo>
                <a:lnTo>
                  <a:pt x="744860" y="102613"/>
                </a:lnTo>
                <a:lnTo>
                  <a:pt x="744467" y="102668"/>
                </a:lnTo>
                <a:lnTo>
                  <a:pt x="744072" y="102719"/>
                </a:lnTo>
                <a:lnTo>
                  <a:pt x="743674" y="102766"/>
                </a:lnTo>
                <a:lnTo>
                  <a:pt x="743274" y="102808"/>
                </a:lnTo>
                <a:lnTo>
                  <a:pt x="742870" y="102846"/>
                </a:lnTo>
                <a:lnTo>
                  <a:pt x="742464" y="102880"/>
                </a:lnTo>
                <a:lnTo>
                  <a:pt x="742055" y="102908"/>
                </a:lnTo>
                <a:lnTo>
                  <a:pt x="741643" y="102933"/>
                </a:lnTo>
                <a:lnTo>
                  <a:pt x="741228" y="102953"/>
                </a:lnTo>
                <a:lnTo>
                  <a:pt x="740811" y="102969"/>
                </a:lnTo>
                <a:lnTo>
                  <a:pt x="740391" y="102980"/>
                </a:lnTo>
                <a:lnTo>
                  <a:pt x="739968" y="102986"/>
                </a:lnTo>
                <a:lnTo>
                  <a:pt x="739542" y="102989"/>
                </a:lnTo>
                <a:lnTo>
                  <a:pt x="738999" y="102986"/>
                </a:lnTo>
                <a:lnTo>
                  <a:pt x="738463" y="102977"/>
                </a:lnTo>
                <a:lnTo>
                  <a:pt x="737936" y="102964"/>
                </a:lnTo>
                <a:lnTo>
                  <a:pt x="737416" y="102944"/>
                </a:lnTo>
                <a:lnTo>
                  <a:pt x="736903" y="102919"/>
                </a:lnTo>
                <a:lnTo>
                  <a:pt x="736399" y="102888"/>
                </a:lnTo>
                <a:lnTo>
                  <a:pt x="735902" y="102852"/>
                </a:lnTo>
                <a:lnTo>
                  <a:pt x="735413" y="102811"/>
                </a:lnTo>
                <a:lnTo>
                  <a:pt x="734932" y="102763"/>
                </a:lnTo>
                <a:lnTo>
                  <a:pt x="734459" y="102711"/>
                </a:lnTo>
                <a:lnTo>
                  <a:pt x="733994" y="102652"/>
                </a:lnTo>
                <a:lnTo>
                  <a:pt x="733536" y="102588"/>
                </a:lnTo>
                <a:lnTo>
                  <a:pt x="733086" y="102519"/>
                </a:lnTo>
                <a:lnTo>
                  <a:pt x="732644" y="102444"/>
                </a:lnTo>
                <a:lnTo>
                  <a:pt x="732209" y="102363"/>
                </a:lnTo>
                <a:lnTo>
                  <a:pt x="731783" y="102277"/>
                </a:lnTo>
                <a:lnTo>
                  <a:pt x="731364" y="102185"/>
                </a:lnTo>
                <a:lnTo>
                  <a:pt x="730953" y="102088"/>
                </a:lnTo>
                <a:lnTo>
                  <a:pt x="730550" y="101985"/>
                </a:lnTo>
                <a:lnTo>
                  <a:pt x="730155" y="101876"/>
                </a:lnTo>
                <a:lnTo>
                  <a:pt x="729767" y="101762"/>
                </a:lnTo>
                <a:lnTo>
                  <a:pt x="729387" y="101643"/>
                </a:lnTo>
                <a:lnTo>
                  <a:pt x="729015" y="101518"/>
                </a:lnTo>
                <a:lnTo>
                  <a:pt x="728651" y="101387"/>
                </a:lnTo>
                <a:lnTo>
                  <a:pt x="728294" y="101250"/>
                </a:lnTo>
                <a:lnTo>
                  <a:pt x="727944" y="101107"/>
                </a:lnTo>
                <a:lnTo>
                  <a:pt x="727602" y="100956"/>
                </a:lnTo>
                <a:lnTo>
                  <a:pt x="727267" y="100800"/>
                </a:lnTo>
                <a:lnTo>
                  <a:pt x="726939" y="100636"/>
                </a:lnTo>
                <a:lnTo>
                  <a:pt x="726619" y="100466"/>
                </a:lnTo>
                <a:lnTo>
                  <a:pt x="726305" y="100289"/>
                </a:lnTo>
                <a:lnTo>
                  <a:pt x="725999" y="100106"/>
                </a:lnTo>
                <a:lnTo>
                  <a:pt x="725700" y="99915"/>
                </a:lnTo>
                <a:lnTo>
                  <a:pt x="725408" y="99718"/>
                </a:lnTo>
                <a:lnTo>
                  <a:pt x="725124" y="99515"/>
                </a:lnTo>
                <a:lnTo>
                  <a:pt x="724847" y="99305"/>
                </a:lnTo>
                <a:lnTo>
                  <a:pt x="724577" y="99088"/>
                </a:lnTo>
                <a:lnTo>
                  <a:pt x="724314" y="98864"/>
                </a:lnTo>
                <a:lnTo>
                  <a:pt x="724058" y="98634"/>
                </a:lnTo>
                <a:lnTo>
                  <a:pt x="723810" y="98397"/>
                </a:lnTo>
                <a:lnTo>
                  <a:pt x="723569" y="98153"/>
                </a:lnTo>
                <a:lnTo>
                  <a:pt x="723335" y="97903"/>
                </a:lnTo>
                <a:lnTo>
                  <a:pt x="723109" y="97646"/>
                </a:lnTo>
                <a:lnTo>
                  <a:pt x="722889" y="97383"/>
                </a:lnTo>
                <a:lnTo>
                  <a:pt x="722677" y="97112"/>
                </a:lnTo>
                <a:lnTo>
                  <a:pt x="722472" y="96835"/>
                </a:lnTo>
                <a:lnTo>
                  <a:pt x="722274" y="96552"/>
                </a:lnTo>
                <a:lnTo>
                  <a:pt x="722084" y="96261"/>
                </a:lnTo>
                <a:lnTo>
                  <a:pt x="721901" y="95964"/>
                </a:lnTo>
                <a:lnTo>
                  <a:pt x="721726" y="95661"/>
                </a:lnTo>
                <a:lnTo>
                  <a:pt x="721558" y="95351"/>
                </a:lnTo>
                <a:lnTo>
                  <a:pt x="721399" y="95034"/>
                </a:lnTo>
                <a:lnTo>
                  <a:pt x="721247" y="94710"/>
                </a:lnTo>
                <a:lnTo>
                  <a:pt x="721103" y="94380"/>
                </a:lnTo>
                <a:lnTo>
                  <a:pt x="720967" y="94042"/>
                </a:lnTo>
                <a:lnTo>
                  <a:pt x="720838" y="93699"/>
                </a:lnTo>
                <a:lnTo>
                  <a:pt x="720717" y="93348"/>
                </a:lnTo>
                <a:lnTo>
                  <a:pt x="720604" y="92991"/>
                </a:lnTo>
                <a:lnTo>
                  <a:pt x="720499" y="92628"/>
                </a:lnTo>
                <a:lnTo>
                  <a:pt x="720402" y="92257"/>
                </a:lnTo>
                <a:lnTo>
                  <a:pt x="720313" y="91880"/>
                </a:lnTo>
                <a:lnTo>
                  <a:pt x="720231" y="91496"/>
                </a:lnTo>
                <a:lnTo>
                  <a:pt x="720157" y="91106"/>
                </a:lnTo>
                <a:lnTo>
                  <a:pt x="720091" y="90709"/>
                </a:lnTo>
                <a:lnTo>
                  <a:pt x="720032" y="90305"/>
                </a:lnTo>
                <a:lnTo>
                  <a:pt x="719982" y="89895"/>
                </a:lnTo>
                <a:lnTo>
                  <a:pt x="719939" y="89478"/>
                </a:lnTo>
                <a:lnTo>
                  <a:pt x="719904" y="89054"/>
                </a:lnTo>
                <a:lnTo>
                  <a:pt x="719876" y="88623"/>
                </a:lnTo>
                <a:lnTo>
                  <a:pt x="719857" y="88186"/>
                </a:lnTo>
                <a:lnTo>
                  <a:pt x="719845" y="87743"/>
                </a:lnTo>
                <a:lnTo>
                  <a:pt x="719841" y="87292"/>
                </a:lnTo>
                <a:lnTo>
                  <a:pt x="719841" y="44687"/>
                </a:lnTo>
                <a:lnTo>
                  <a:pt x="756840" y="44687"/>
                </a:lnTo>
                <a:lnTo>
                  <a:pt x="756840" y="32194"/>
                </a:lnTo>
                <a:lnTo>
                  <a:pt x="719841" y="32194"/>
                </a:lnTo>
                <a:lnTo>
                  <a:pt x="719841" y="6086"/>
                </a:lnTo>
                <a:lnTo>
                  <a:pt x="709911" y="6086"/>
                </a:lnTo>
                <a:lnTo>
                  <a:pt x="704305" y="32194"/>
                </a:lnTo>
                <a:lnTo>
                  <a:pt x="680120" y="32194"/>
                </a:lnTo>
                <a:lnTo>
                  <a:pt x="680120" y="44687"/>
                </a:lnTo>
                <a:lnTo>
                  <a:pt x="703825" y="44687"/>
                </a:lnTo>
                <a:lnTo>
                  <a:pt x="703825" y="88573"/>
                </a:lnTo>
                <a:lnTo>
                  <a:pt x="703839" y="89761"/>
                </a:lnTo>
                <a:lnTo>
                  <a:pt x="703884" y="90920"/>
                </a:lnTo>
                <a:lnTo>
                  <a:pt x="703957" y="92052"/>
                </a:lnTo>
                <a:lnTo>
                  <a:pt x="704060" y="93156"/>
                </a:lnTo>
                <a:lnTo>
                  <a:pt x="704193" y="94232"/>
                </a:lnTo>
                <a:lnTo>
                  <a:pt x="704355" y="95280"/>
                </a:lnTo>
                <a:lnTo>
                  <a:pt x="704547" y="96301"/>
                </a:lnTo>
                <a:lnTo>
                  <a:pt x="704768" y="97294"/>
                </a:lnTo>
                <a:lnTo>
                  <a:pt x="705018" y="98259"/>
                </a:lnTo>
                <a:lnTo>
                  <a:pt x="705298" y="99196"/>
                </a:lnTo>
                <a:lnTo>
                  <a:pt x="705608" y="100105"/>
                </a:lnTo>
                <a:lnTo>
                  <a:pt x="705947" y="100986"/>
                </a:lnTo>
                <a:lnTo>
                  <a:pt x="706315" y="101840"/>
                </a:lnTo>
                <a:lnTo>
                  <a:pt x="706713" y="102666"/>
                </a:lnTo>
                <a:lnTo>
                  <a:pt x="707141" y="103464"/>
                </a:lnTo>
                <a:lnTo>
                  <a:pt x="707597" y="104234"/>
                </a:lnTo>
                <a:lnTo>
                  <a:pt x="708084" y="104977"/>
                </a:lnTo>
                <a:lnTo>
                  <a:pt x="708600" y="105691"/>
                </a:lnTo>
                <a:lnTo>
                  <a:pt x="709145" y="106378"/>
                </a:lnTo>
                <a:lnTo>
                  <a:pt x="709720" y="107037"/>
                </a:lnTo>
                <a:lnTo>
                  <a:pt x="710324" y="107669"/>
                </a:lnTo>
                <a:lnTo>
                  <a:pt x="710958" y="108272"/>
                </a:lnTo>
                <a:lnTo>
                  <a:pt x="711621" y="108848"/>
                </a:lnTo>
                <a:lnTo>
                  <a:pt x="712314" y="109395"/>
                </a:lnTo>
                <a:lnTo>
                  <a:pt x="713031" y="109905"/>
                </a:lnTo>
                <a:lnTo>
                  <a:pt x="713769" y="110393"/>
                </a:lnTo>
                <a:lnTo>
                  <a:pt x="714528" y="110859"/>
                </a:lnTo>
                <a:lnTo>
                  <a:pt x="715308" y="111304"/>
                </a:lnTo>
                <a:lnTo>
                  <a:pt x="716108" y="111727"/>
                </a:lnTo>
                <a:lnTo>
                  <a:pt x="716928" y="112128"/>
                </a:lnTo>
                <a:lnTo>
                  <a:pt x="717770" y="112508"/>
                </a:lnTo>
                <a:lnTo>
                  <a:pt x="718631" y="112866"/>
                </a:lnTo>
                <a:lnTo>
                  <a:pt x="719514" y="113202"/>
                </a:lnTo>
                <a:lnTo>
                  <a:pt x="720417" y="113516"/>
                </a:lnTo>
                <a:lnTo>
                  <a:pt x="721340" y="113809"/>
                </a:lnTo>
                <a:lnTo>
                  <a:pt x="722284" y="114080"/>
                </a:lnTo>
                <a:lnTo>
                  <a:pt x="723249" y="114330"/>
                </a:lnTo>
                <a:lnTo>
                  <a:pt x="724234" y="114557"/>
                </a:lnTo>
                <a:lnTo>
                  <a:pt x="725240" y="114764"/>
                </a:lnTo>
                <a:lnTo>
                  <a:pt x="726266" y="114948"/>
                </a:lnTo>
                <a:lnTo>
                  <a:pt x="727313" y="115111"/>
                </a:lnTo>
                <a:lnTo>
                  <a:pt x="728380" y="115252"/>
                </a:lnTo>
                <a:lnTo>
                  <a:pt x="729469" y="115371"/>
                </a:lnTo>
                <a:lnTo>
                  <a:pt x="730577" y="115468"/>
                </a:lnTo>
                <a:lnTo>
                  <a:pt x="731706" y="115544"/>
                </a:lnTo>
                <a:lnTo>
                  <a:pt x="732856" y="115599"/>
                </a:lnTo>
                <a:lnTo>
                  <a:pt x="734027" y="115631"/>
                </a:lnTo>
                <a:lnTo>
                  <a:pt x="735218" y="115642"/>
                </a:lnTo>
                <a:lnTo>
                  <a:pt x="735712" y="115640"/>
                </a:lnTo>
                <a:lnTo>
                  <a:pt x="736205" y="115633"/>
                </a:lnTo>
                <a:lnTo>
                  <a:pt x="736699" y="115622"/>
                </a:lnTo>
                <a:lnTo>
                  <a:pt x="737193" y="115606"/>
                </a:lnTo>
                <a:close/>
                <a:moveTo>
                  <a:pt x="812837" y="44687"/>
                </a:moveTo>
                <a:lnTo>
                  <a:pt x="812837" y="101707"/>
                </a:lnTo>
                <a:lnTo>
                  <a:pt x="783526" y="101707"/>
                </a:lnTo>
                <a:lnTo>
                  <a:pt x="783526" y="114040"/>
                </a:lnTo>
                <a:lnTo>
                  <a:pt x="812837" y="114040"/>
                </a:lnTo>
                <a:lnTo>
                  <a:pt x="828854" y="114040"/>
                </a:lnTo>
                <a:lnTo>
                  <a:pt x="856563" y="114040"/>
                </a:lnTo>
                <a:lnTo>
                  <a:pt x="856563" y="101707"/>
                </a:lnTo>
                <a:lnTo>
                  <a:pt x="828854" y="101707"/>
                </a:lnTo>
                <a:lnTo>
                  <a:pt x="828854" y="32194"/>
                </a:lnTo>
                <a:lnTo>
                  <a:pt x="783526" y="32194"/>
                </a:lnTo>
                <a:lnTo>
                  <a:pt x="783526" y="44687"/>
                </a:lnTo>
                <a:lnTo>
                  <a:pt x="812837" y="44687"/>
                </a:lnTo>
                <a:close/>
                <a:moveTo>
                  <a:pt x="990217" y="64333"/>
                </a:moveTo>
                <a:lnTo>
                  <a:pt x="990246" y="63792"/>
                </a:lnTo>
                <a:lnTo>
                  <a:pt x="990283" y="63256"/>
                </a:lnTo>
                <a:lnTo>
                  <a:pt x="990329" y="62726"/>
                </a:lnTo>
                <a:lnTo>
                  <a:pt x="990383" y="62202"/>
                </a:lnTo>
                <a:lnTo>
                  <a:pt x="990446" y="61683"/>
                </a:lnTo>
                <a:lnTo>
                  <a:pt x="990517" y="61169"/>
                </a:lnTo>
                <a:lnTo>
                  <a:pt x="990596" y="60662"/>
                </a:lnTo>
                <a:lnTo>
                  <a:pt x="990684" y="60160"/>
                </a:lnTo>
                <a:lnTo>
                  <a:pt x="990780" y="59663"/>
                </a:lnTo>
                <a:lnTo>
                  <a:pt x="990884" y="59172"/>
                </a:lnTo>
                <a:lnTo>
                  <a:pt x="990997" y="58686"/>
                </a:lnTo>
                <a:lnTo>
                  <a:pt x="991118" y="58206"/>
                </a:lnTo>
                <a:lnTo>
                  <a:pt x="991247" y="57732"/>
                </a:lnTo>
                <a:lnTo>
                  <a:pt x="991384" y="57263"/>
                </a:lnTo>
                <a:lnTo>
                  <a:pt x="991530" y="56800"/>
                </a:lnTo>
                <a:lnTo>
                  <a:pt x="991685" y="56342"/>
                </a:lnTo>
                <a:lnTo>
                  <a:pt x="991847" y="55890"/>
                </a:lnTo>
                <a:lnTo>
                  <a:pt x="992018" y="55443"/>
                </a:lnTo>
                <a:lnTo>
                  <a:pt x="992198" y="55002"/>
                </a:lnTo>
                <a:lnTo>
                  <a:pt x="992386" y="54567"/>
                </a:lnTo>
                <a:lnTo>
                  <a:pt x="992582" y="54137"/>
                </a:lnTo>
                <a:lnTo>
                  <a:pt x="992785" y="53701"/>
                </a:lnTo>
                <a:lnTo>
                  <a:pt x="992995" y="53273"/>
                </a:lnTo>
                <a:lnTo>
                  <a:pt x="993212" y="52853"/>
                </a:lnTo>
                <a:lnTo>
                  <a:pt x="993436" y="52442"/>
                </a:lnTo>
                <a:lnTo>
                  <a:pt x="993666" y="52039"/>
                </a:lnTo>
                <a:lnTo>
                  <a:pt x="993903" y="51644"/>
                </a:lnTo>
                <a:lnTo>
                  <a:pt x="994147" y="51258"/>
                </a:lnTo>
                <a:lnTo>
                  <a:pt x="994397" y="50880"/>
                </a:lnTo>
                <a:lnTo>
                  <a:pt x="994654" y="50511"/>
                </a:lnTo>
                <a:lnTo>
                  <a:pt x="994917" y="50150"/>
                </a:lnTo>
                <a:lnTo>
                  <a:pt x="995188" y="49797"/>
                </a:lnTo>
                <a:lnTo>
                  <a:pt x="995465" y="49452"/>
                </a:lnTo>
                <a:lnTo>
                  <a:pt x="995748" y="49116"/>
                </a:lnTo>
                <a:lnTo>
                  <a:pt x="996039" y="48788"/>
                </a:lnTo>
                <a:lnTo>
                  <a:pt x="996336" y="48469"/>
                </a:lnTo>
                <a:lnTo>
                  <a:pt x="996639" y="48157"/>
                </a:lnTo>
                <a:lnTo>
                  <a:pt x="996950" y="47855"/>
                </a:lnTo>
                <a:lnTo>
                  <a:pt x="997267" y="47560"/>
                </a:lnTo>
                <a:lnTo>
                  <a:pt x="997590" y="47274"/>
                </a:lnTo>
                <a:lnTo>
                  <a:pt x="997921" y="46996"/>
                </a:lnTo>
                <a:lnTo>
                  <a:pt x="998258" y="46727"/>
                </a:lnTo>
                <a:lnTo>
                  <a:pt x="998601" y="46466"/>
                </a:lnTo>
                <a:lnTo>
                  <a:pt x="998952" y="46213"/>
                </a:lnTo>
                <a:lnTo>
                  <a:pt x="999309" y="45968"/>
                </a:lnTo>
                <a:lnTo>
                  <a:pt x="999672" y="45720"/>
                </a:lnTo>
                <a:lnTo>
                  <a:pt x="1000041" y="45482"/>
                </a:lnTo>
                <a:lnTo>
                  <a:pt x="1000415" y="45255"/>
                </a:lnTo>
                <a:lnTo>
                  <a:pt x="1000795" y="45039"/>
                </a:lnTo>
                <a:lnTo>
                  <a:pt x="1001180" y="44833"/>
                </a:lnTo>
                <a:lnTo>
                  <a:pt x="1001571" y="44637"/>
                </a:lnTo>
                <a:lnTo>
                  <a:pt x="1001968" y="44452"/>
                </a:lnTo>
                <a:lnTo>
                  <a:pt x="1002370" y="44278"/>
                </a:lnTo>
                <a:lnTo>
                  <a:pt x="1002777" y="44114"/>
                </a:lnTo>
                <a:lnTo>
                  <a:pt x="1003191" y="43961"/>
                </a:lnTo>
                <a:lnTo>
                  <a:pt x="1003609" y="43818"/>
                </a:lnTo>
                <a:lnTo>
                  <a:pt x="1004034" y="43686"/>
                </a:lnTo>
                <a:lnTo>
                  <a:pt x="1004464" y="43565"/>
                </a:lnTo>
                <a:lnTo>
                  <a:pt x="1004899" y="43454"/>
                </a:lnTo>
                <a:lnTo>
                  <a:pt x="1005340" y="43353"/>
                </a:lnTo>
                <a:lnTo>
                  <a:pt x="1005787" y="43263"/>
                </a:lnTo>
                <a:lnTo>
                  <a:pt x="1006239" y="43184"/>
                </a:lnTo>
                <a:lnTo>
                  <a:pt x="1006696" y="43115"/>
                </a:lnTo>
                <a:lnTo>
                  <a:pt x="1007160" y="43057"/>
                </a:lnTo>
                <a:lnTo>
                  <a:pt x="1007629" y="43010"/>
                </a:lnTo>
                <a:lnTo>
                  <a:pt x="1008103" y="42973"/>
                </a:lnTo>
                <a:lnTo>
                  <a:pt x="1008583" y="42946"/>
                </a:lnTo>
                <a:lnTo>
                  <a:pt x="1009068" y="42931"/>
                </a:lnTo>
                <a:lnTo>
                  <a:pt x="1009559" y="42925"/>
                </a:lnTo>
                <a:lnTo>
                  <a:pt x="1010260" y="42934"/>
                </a:lnTo>
                <a:lnTo>
                  <a:pt x="1010948" y="42962"/>
                </a:lnTo>
                <a:lnTo>
                  <a:pt x="1011622" y="43008"/>
                </a:lnTo>
                <a:lnTo>
                  <a:pt x="1012282" y="43072"/>
                </a:lnTo>
                <a:lnTo>
                  <a:pt x="1012930" y="43155"/>
                </a:lnTo>
                <a:lnTo>
                  <a:pt x="1013564" y="43256"/>
                </a:lnTo>
                <a:lnTo>
                  <a:pt x="1014184" y="43375"/>
                </a:lnTo>
                <a:lnTo>
                  <a:pt x="1014792" y="43513"/>
                </a:lnTo>
                <a:lnTo>
                  <a:pt x="1015386" y="43669"/>
                </a:lnTo>
                <a:lnTo>
                  <a:pt x="1015966" y="43843"/>
                </a:lnTo>
                <a:lnTo>
                  <a:pt x="1016533" y="44036"/>
                </a:lnTo>
                <a:lnTo>
                  <a:pt x="1017087" y="44247"/>
                </a:lnTo>
                <a:lnTo>
                  <a:pt x="1017628" y="44476"/>
                </a:lnTo>
                <a:lnTo>
                  <a:pt x="1018155" y="44724"/>
                </a:lnTo>
                <a:lnTo>
                  <a:pt x="1018669" y="44990"/>
                </a:lnTo>
                <a:lnTo>
                  <a:pt x="1019170" y="45274"/>
                </a:lnTo>
                <a:lnTo>
                  <a:pt x="1019657" y="45577"/>
                </a:lnTo>
                <a:lnTo>
                  <a:pt x="1020131" y="45898"/>
                </a:lnTo>
                <a:lnTo>
                  <a:pt x="1020591" y="46238"/>
                </a:lnTo>
                <a:lnTo>
                  <a:pt x="1021038" y="46596"/>
                </a:lnTo>
                <a:lnTo>
                  <a:pt x="1021472" y="46972"/>
                </a:lnTo>
                <a:lnTo>
                  <a:pt x="1021892" y="47367"/>
                </a:lnTo>
                <a:lnTo>
                  <a:pt x="1022300" y="47780"/>
                </a:lnTo>
                <a:lnTo>
                  <a:pt x="1022693" y="48211"/>
                </a:lnTo>
                <a:lnTo>
                  <a:pt x="1023085" y="48662"/>
                </a:lnTo>
                <a:lnTo>
                  <a:pt x="1023461" y="49135"/>
                </a:lnTo>
                <a:lnTo>
                  <a:pt x="1023819" y="49630"/>
                </a:lnTo>
                <a:lnTo>
                  <a:pt x="1024162" y="50146"/>
                </a:lnTo>
                <a:lnTo>
                  <a:pt x="1024487" y="50684"/>
                </a:lnTo>
                <a:lnTo>
                  <a:pt x="1024796" y="51244"/>
                </a:lnTo>
                <a:lnTo>
                  <a:pt x="1025087" y="51825"/>
                </a:lnTo>
                <a:lnTo>
                  <a:pt x="1025363" y="52429"/>
                </a:lnTo>
                <a:lnTo>
                  <a:pt x="1025621" y="53053"/>
                </a:lnTo>
                <a:lnTo>
                  <a:pt x="1025863" y="53700"/>
                </a:lnTo>
                <a:lnTo>
                  <a:pt x="1026089" y="54368"/>
                </a:lnTo>
                <a:lnTo>
                  <a:pt x="1026297" y="55058"/>
                </a:lnTo>
                <a:lnTo>
                  <a:pt x="1026489" y="55770"/>
                </a:lnTo>
                <a:lnTo>
                  <a:pt x="1026664" y="56503"/>
                </a:lnTo>
                <a:lnTo>
                  <a:pt x="1026823" y="57258"/>
                </a:lnTo>
                <a:lnTo>
                  <a:pt x="1026964" y="58035"/>
                </a:lnTo>
                <a:lnTo>
                  <a:pt x="1027090" y="58833"/>
                </a:lnTo>
                <a:lnTo>
                  <a:pt x="1027198" y="59653"/>
                </a:lnTo>
                <a:lnTo>
                  <a:pt x="1027290" y="60495"/>
                </a:lnTo>
                <a:lnTo>
                  <a:pt x="1027365" y="61358"/>
                </a:lnTo>
                <a:lnTo>
                  <a:pt x="1027423" y="62243"/>
                </a:lnTo>
                <a:lnTo>
                  <a:pt x="1027465" y="63150"/>
                </a:lnTo>
                <a:lnTo>
                  <a:pt x="1027490" y="64078"/>
                </a:lnTo>
                <a:lnTo>
                  <a:pt x="1027498" y="65029"/>
                </a:lnTo>
                <a:lnTo>
                  <a:pt x="1027498" y="114040"/>
                </a:lnTo>
                <a:lnTo>
                  <a:pt x="1043515" y="114040"/>
                </a:lnTo>
                <a:lnTo>
                  <a:pt x="1043515" y="60384"/>
                </a:lnTo>
                <a:lnTo>
                  <a:pt x="1043501" y="59168"/>
                </a:lnTo>
                <a:lnTo>
                  <a:pt x="1043460" y="57978"/>
                </a:lnTo>
                <a:lnTo>
                  <a:pt x="1043390" y="56812"/>
                </a:lnTo>
                <a:lnTo>
                  <a:pt x="1043293" y="55672"/>
                </a:lnTo>
                <a:lnTo>
                  <a:pt x="1043168" y="54557"/>
                </a:lnTo>
                <a:lnTo>
                  <a:pt x="1043015" y="53466"/>
                </a:lnTo>
                <a:lnTo>
                  <a:pt x="1042834" y="52401"/>
                </a:lnTo>
                <a:lnTo>
                  <a:pt x="1042625" y="51361"/>
                </a:lnTo>
                <a:lnTo>
                  <a:pt x="1042389" y="50346"/>
                </a:lnTo>
                <a:lnTo>
                  <a:pt x="1042125" y="49355"/>
                </a:lnTo>
                <a:lnTo>
                  <a:pt x="1041833" y="48390"/>
                </a:lnTo>
                <a:lnTo>
                  <a:pt x="1041513" y="47450"/>
                </a:lnTo>
                <a:lnTo>
                  <a:pt x="1041166" y="46535"/>
                </a:lnTo>
                <a:lnTo>
                  <a:pt x="1040790" y="45645"/>
                </a:lnTo>
                <a:lnTo>
                  <a:pt x="1040387" y="44780"/>
                </a:lnTo>
                <a:lnTo>
                  <a:pt x="1039956" y="43940"/>
                </a:lnTo>
                <a:lnTo>
                  <a:pt x="1039497" y="43125"/>
                </a:lnTo>
                <a:lnTo>
                  <a:pt x="1039011" y="42335"/>
                </a:lnTo>
                <a:lnTo>
                  <a:pt x="1038496" y="41570"/>
                </a:lnTo>
                <a:lnTo>
                  <a:pt x="1037954" y="40830"/>
                </a:lnTo>
                <a:lnTo>
                  <a:pt x="1037384" y="40115"/>
                </a:lnTo>
                <a:lnTo>
                  <a:pt x="1036786" y="39425"/>
                </a:lnTo>
                <a:lnTo>
                  <a:pt x="1036160" y="38760"/>
                </a:lnTo>
                <a:lnTo>
                  <a:pt x="1035507" y="38120"/>
                </a:lnTo>
                <a:lnTo>
                  <a:pt x="1034830" y="37506"/>
                </a:lnTo>
                <a:lnTo>
                  <a:pt x="1034134" y="36918"/>
                </a:lnTo>
                <a:lnTo>
                  <a:pt x="1033420" y="36356"/>
                </a:lnTo>
                <a:lnTo>
                  <a:pt x="1032686" y="35820"/>
                </a:lnTo>
                <a:lnTo>
                  <a:pt x="1031934" y="35310"/>
                </a:lnTo>
                <a:lnTo>
                  <a:pt x="1031162" y="34827"/>
                </a:lnTo>
                <a:lnTo>
                  <a:pt x="1030372" y="34369"/>
                </a:lnTo>
                <a:lnTo>
                  <a:pt x="1029563" y="33938"/>
                </a:lnTo>
                <a:lnTo>
                  <a:pt x="1028735" y="33533"/>
                </a:lnTo>
                <a:lnTo>
                  <a:pt x="1027888" y="33154"/>
                </a:lnTo>
                <a:lnTo>
                  <a:pt x="1027022" y="32801"/>
                </a:lnTo>
                <a:lnTo>
                  <a:pt x="1026137" y="32474"/>
                </a:lnTo>
                <a:lnTo>
                  <a:pt x="1025233" y="32174"/>
                </a:lnTo>
                <a:lnTo>
                  <a:pt x="1024311" y="31899"/>
                </a:lnTo>
                <a:lnTo>
                  <a:pt x="1023369" y="31651"/>
                </a:lnTo>
                <a:lnTo>
                  <a:pt x="1022409" y="31429"/>
                </a:lnTo>
                <a:lnTo>
                  <a:pt x="1021429" y="31233"/>
                </a:lnTo>
                <a:lnTo>
                  <a:pt x="1020431" y="31063"/>
                </a:lnTo>
                <a:lnTo>
                  <a:pt x="1019414" y="30919"/>
                </a:lnTo>
                <a:lnTo>
                  <a:pt x="1018378" y="30801"/>
                </a:lnTo>
                <a:lnTo>
                  <a:pt x="1017323" y="30710"/>
                </a:lnTo>
                <a:lnTo>
                  <a:pt x="1016249" y="30645"/>
                </a:lnTo>
                <a:lnTo>
                  <a:pt x="1015156" y="30605"/>
                </a:lnTo>
                <a:lnTo>
                  <a:pt x="1014044" y="30592"/>
                </a:lnTo>
                <a:lnTo>
                  <a:pt x="1013366" y="30598"/>
                </a:lnTo>
                <a:lnTo>
                  <a:pt x="1012693" y="30615"/>
                </a:lnTo>
                <a:lnTo>
                  <a:pt x="1012025" y="30642"/>
                </a:lnTo>
                <a:lnTo>
                  <a:pt x="1011361" y="30681"/>
                </a:lnTo>
                <a:lnTo>
                  <a:pt x="1010703" y="30731"/>
                </a:lnTo>
                <a:lnTo>
                  <a:pt x="1010050" y="30792"/>
                </a:lnTo>
                <a:lnTo>
                  <a:pt x="1009402" y="30865"/>
                </a:lnTo>
                <a:lnTo>
                  <a:pt x="1008759" y="30948"/>
                </a:lnTo>
                <a:lnTo>
                  <a:pt x="1008120" y="31043"/>
                </a:lnTo>
                <a:lnTo>
                  <a:pt x="1007487" y="31148"/>
                </a:lnTo>
                <a:lnTo>
                  <a:pt x="1006859" y="31265"/>
                </a:lnTo>
                <a:lnTo>
                  <a:pt x="1006236" y="31393"/>
                </a:lnTo>
                <a:lnTo>
                  <a:pt x="1005618" y="31532"/>
                </a:lnTo>
                <a:lnTo>
                  <a:pt x="1005005" y="31682"/>
                </a:lnTo>
                <a:lnTo>
                  <a:pt x="1004397" y="31844"/>
                </a:lnTo>
                <a:lnTo>
                  <a:pt x="1003793" y="32016"/>
                </a:lnTo>
                <a:lnTo>
                  <a:pt x="1003195" y="32200"/>
                </a:lnTo>
                <a:lnTo>
                  <a:pt x="1002602" y="32394"/>
                </a:lnTo>
                <a:lnTo>
                  <a:pt x="1002014" y="32600"/>
                </a:lnTo>
                <a:lnTo>
                  <a:pt x="1001431" y="32817"/>
                </a:lnTo>
                <a:lnTo>
                  <a:pt x="1000853" y="33045"/>
                </a:lnTo>
                <a:lnTo>
                  <a:pt x="1000280" y="33284"/>
                </a:lnTo>
                <a:lnTo>
                  <a:pt x="999712" y="33534"/>
                </a:lnTo>
                <a:lnTo>
                  <a:pt x="999149" y="33796"/>
                </a:lnTo>
                <a:lnTo>
                  <a:pt x="998593" y="34069"/>
                </a:lnTo>
                <a:lnTo>
                  <a:pt x="998048" y="34355"/>
                </a:lnTo>
                <a:lnTo>
                  <a:pt x="997514" y="34654"/>
                </a:lnTo>
                <a:lnTo>
                  <a:pt x="996991" y="34966"/>
                </a:lnTo>
                <a:lnTo>
                  <a:pt x="996478" y="35290"/>
                </a:lnTo>
                <a:lnTo>
                  <a:pt x="995975" y="35628"/>
                </a:lnTo>
                <a:lnTo>
                  <a:pt x="995483" y="35978"/>
                </a:lnTo>
                <a:lnTo>
                  <a:pt x="995002" y="36341"/>
                </a:lnTo>
                <a:lnTo>
                  <a:pt x="994531" y="36716"/>
                </a:lnTo>
                <a:lnTo>
                  <a:pt x="994071" y="37105"/>
                </a:lnTo>
                <a:lnTo>
                  <a:pt x="993621" y="37506"/>
                </a:lnTo>
                <a:lnTo>
                  <a:pt x="993182" y="37920"/>
                </a:lnTo>
                <a:lnTo>
                  <a:pt x="992754" y="38347"/>
                </a:lnTo>
                <a:lnTo>
                  <a:pt x="992336" y="38786"/>
                </a:lnTo>
                <a:lnTo>
                  <a:pt x="991928" y="39239"/>
                </a:lnTo>
                <a:lnTo>
                  <a:pt x="991532" y="39704"/>
                </a:lnTo>
                <a:lnTo>
                  <a:pt x="991145" y="40182"/>
                </a:lnTo>
                <a:lnTo>
                  <a:pt x="990770" y="40673"/>
                </a:lnTo>
                <a:lnTo>
                  <a:pt x="990405" y="41176"/>
                </a:lnTo>
                <a:lnTo>
                  <a:pt x="990050" y="41693"/>
                </a:lnTo>
                <a:lnTo>
                  <a:pt x="989706" y="42222"/>
                </a:lnTo>
                <a:lnTo>
                  <a:pt x="989373" y="42764"/>
                </a:lnTo>
                <a:lnTo>
                  <a:pt x="989050" y="43319"/>
                </a:lnTo>
                <a:lnTo>
                  <a:pt x="988737" y="43886"/>
                </a:lnTo>
                <a:lnTo>
                  <a:pt x="987136" y="32194"/>
                </a:lnTo>
                <a:lnTo>
                  <a:pt x="974162" y="32194"/>
                </a:lnTo>
                <a:lnTo>
                  <a:pt x="974162" y="114040"/>
                </a:lnTo>
                <a:lnTo>
                  <a:pt x="990179" y="114040"/>
                </a:lnTo>
                <a:lnTo>
                  <a:pt x="990179" y="65990"/>
                </a:lnTo>
                <a:lnTo>
                  <a:pt x="990183" y="65432"/>
                </a:lnTo>
                <a:lnTo>
                  <a:pt x="990196" y="64880"/>
                </a:lnTo>
                <a:lnTo>
                  <a:pt x="990217" y="64333"/>
                </a:lnTo>
                <a:close/>
                <a:moveTo>
                  <a:pt x="627798" y="115535"/>
                </a:moveTo>
                <a:lnTo>
                  <a:pt x="628577" y="115475"/>
                </a:lnTo>
                <a:lnTo>
                  <a:pt x="629349" y="115402"/>
                </a:lnTo>
                <a:lnTo>
                  <a:pt x="630112" y="115315"/>
                </a:lnTo>
                <a:lnTo>
                  <a:pt x="630868" y="115215"/>
                </a:lnTo>
                <a:lnTo>
                  <a:pt x="631616" y="115101"/>
                </a:lnTo>
                <a:lnTo>
                  <a:pt x="632356" y="114975"/>
                </a:lnTo>
                <a:lnTo>
                  <a:pt x="633089" y="114834"/>
                </a:lnTo>
                <a:lnTo>
                  <a:pt x="633813" y="114681"/>
                </a:lnTo>
                <a:lnTo>
                  <a:pt x="634530" y="114514"/>
                </a:lnTo>
                <a:lnTo>
                  <a:pt x="635239" y="114334"/>
                </a:lnTo>
                <a:lnTo>
                  <a:pt x="635940" y="114140"/>
                </a:lnTo>
                <a:lnTo>
                  <a:pt x="636634" y="113933"/>
                </a:lnTo>
                <a:lnTo>
                  <a:pt x="637320" y="113713"/>
                </a:lnTo>
                <a:lnTo>
                  <a:pt x="637998" y="113480"/>
                </a:lnTo>
                <a:lnTo>
                  <a:pt x="638668" y="113233"/>
                </a:lnTo>
                <a:lnTo>
                  <a:pt x="639330" y="112972"/>
                </a:lnTo>
                <a:lnTo>
                  <a:pt x="639985" y="112699"/>
                </a:lnTo>
                <a:lnTo>
                  <a:pt x="640632" y="112412"/>
                </a:lnTo>
                <a:lnTo>
                  <a:pt x="641271" y="112112"/>
                </a:lnTo>
                <a:lnTo>
                  <a:pt x="641902" y="111798"/>
                </a:lnTo>
                <a:lnTo>
                  <a:pt x="642537" y="111458"/>
                </a:lnTo>
                <a:lnTo>
                  <a:pt x="643160" y="111106"/>
                </a:lnTo>
                <a:lnTo>
                  <a:pt x="643771" y="110742"/>
                </a:lnTo>
                <a:lnTo>
                  <a:pt x="644371" y="110365"/>
                </a:lnTo>
                <a:lnTo>
                  <a:pt x="644959" y="109976"/>
                </a:lnTo>
                <a:lnTo>
                  <a:pt x="645536" y="109576"/>
                </a:lnTo>
                <a:lnTo>
                  <a:pt x="646100" y="109162"/>
                </a:lnTo>
                <a:lnTo>
                  <a:pt x="646653" y="108737"/>
                </a:lnTo>
                <a:lnTo>
                  <a:pt x="647195" y="108299"/>
                </a:lnTo>
                <a:lnTo>
                  <a:pt x="647725" y="107849"/>
                </a:lnTo>
                <a:lnTo>
                  <a:pt x="648243" y="107387"/>
                </a:lnTo>
                <a:lnTo>
                  <a:pt x="648749" y="106913"/>
                </a:lnTo>
                <a:lnTo>
                  <a:pt x="649244" y="106426"/>
                </a:lnTo>
                <a:lnTo>
                  <a:pt x="649727" y="105927"/>
                </a:lnTo>
                <a:lnTo>
                  <a:pt x="650198" y="105416"/>
                </a:lnTo>
                <a:lnTo>
                  <a:pt x="650658" y="104893"/>
                </a:lnTo>
                <a:lnTo>
                  <a:pt x="651106" y="104357"/>
                </a:lnTo>
                <a:lnTo>
                  <a:pt x="651542" y="103809"/>
                </a:lnTo>
                <a:lnTo>
                  <a:pt x="651967" y="103249"/>
                </a:lnTo>
                <a:lnTo>
                  <a:pt x="652380" y="102677"/>
                </a:lnTo>
                <a:lnTo>
                  <a:pt x="652781" y="102093"/>
                </a:lnTo>
                <a:lnTo>
                  <a:pt x="653170" y="101496"/>
                </a:lnTo>
                <a:lnTo>
                  <a:pt x="653548" y="100887"/>
                </a:lnTo>
                <a:lnTo>
                  <a:pt x="653914" y="100266"/>
                </a:lnTo>
                <a:lnTo>
                  <a:pt x="654280" y="99633"/>
                </a:lnTo>
                <a:lnTo>
                  <a:pt x="654631" y="98989"/>
                </a:lnTo>
                <a:lnTo>
                  <a:pt x="654966" y="98334"/>
                </a:lnTo>
                <a:lnTo>
                  <a:pt x="655285" y="97667"/>
                </a:lnTo>
                <a:lnTo>
                  <a:pt x="655588" y="96990"/>
                </a:lnTo>
                <a:lnTo>
                  <a:pt x="655877" y="96302"/>
                </a:lnTo>
                <a:lnTo>
                  <a:pt x="656149" y="95602"/>
                </a:lnTo>
                <a:lnTo>
                  <a:pt x="656406" y="94891"/>
                </a:lnTo>
                <a:lnTo>
                  <a:pt x="656647" y="94169"/>
                </a:lnTo>
                <a:lnTo>
                  <a:pt x="656873" y="93436"/>
                </a:lnTo>
                <a:lnTo>
                  <a:pt x="657083" y="92692"/>
                </a:lnTo>
                <a:lnTo>
                  <a:pt x="657278" y="91937"/>
                </a:lnTo>
                <a:lnTo>
                  <a:pt x="657457" y="91171"/>
                </a:lnTo>
                <a:lnTo>
                  <a:pt x="657621" y="90393"/>
                </a:lnTo>
                <a:lnTo>
                  <a:pt x="657769" y="89604"/>
                </a:lnTo>
                <a:lnTo>
                  <a:pt x="657901" y="88805"/>
                </a:lnTo>
                <a:lnTo>
                  <a:pt x="658018" y="87994"/>
                </a:lnTo>
                <a:lnTo>
                  <a:pt x="658119" y="87172"/>
                </a:lnTo>
                <a:lnTo>
                  <a:pt x="658205" y="86339"/>
                </a:lnTo>
                <a:lnTo>
                  <a:pt x="658275" y="85495"/>
                </a:lnTo>
                <a:lnTo>
                  <a:pt x="658329" y="84639"/>
                </a:lnTo>
                <a:lnTo>
                  <a:pt x="658368" y="83773"/>
                </a:lnTo>
                <a:lnTo>
                  <a:pt x="658391" y="82895"/>
                </a:lnTo>
                <a:lnTo>
                  <a:pt x="658399" y="82006"/>
                </a:lnTo>
                <a:lnTo>
                  <a:pt x="644144" y="82006"/>
                </a:lnTo>
                <a:lnTo>
                  <a:pt x="644140" y="82655"/>
                </a:lnTo>
                <a:lnTo>
                  <a:pt x="644126" y="83294"/>
                </a:lnTo>
                <a:lnTo>
                  <a:pt x="644104" y="83923"/>
                </a:lnTo>
                <a:lnTo>
                  <a:pt x="644073" y="84542"/>
                </a:lnTo>
                <a:lnTo>
                  <a:pt x="644033" y="85151"/>
                </a:lnTo>
                <a:lnTo>
                  <a:pt x="643984" y="85750"/>
                </a:lnTo>
                <a:lnTo>
                  <a:pt x="643926" y="86339"/>
                </a:lnTo>
                <a:lnTo>
                  <a:pt x="643859" y="86918"/>
                </a:lnTo>
                <a:lnTo>
                  <a:pt x="643784" y="87487"/>
                </a:lnTo>
                <a:lnTo>
                  <a:pt x="643699" y="88046"/>
                </a:lnTo>
                <a:lnTo>
                  <a:pt x="643606" y="88595"/>
                </a:lnTo>
                <a:lnTo>
                  <a:pt x="643504" y="89134"/>
                </a:lnTo>
                <a:lnTo>
                  <a:pt x="643392" y="89663"/>
                </a:lnTo>
                <a:lnTo>
                  <a:pt x="643272" y="90182"/>
                </a:lnTo>
                <a:lnTo>
                  <a:pt x="643143" y="90691"/>
                </a:lnTo>
                <a:lnTo>
                  <a:pt x="643005" y="91189"/>
                </a:lnTo>
                <a:lnTo>
                  <a:pt x="642858" y="91678"/>
                </a:lnTo>
                <a:lnTo>
                  <a:pt x="642703" y="92157"/>
                </a:lnTo>
                <a:lnTo>
                  <a:pt x="642538" y="92626"/>
                </a:lnTo>
                <a:lnTo>
                  <a:pt x="642365" y="93085"/>
                </a:lnTo>
                <a:lnTo>
                  <a:pt x="642182" y="93534"/>
                </a:lnTo>
                <a:lnTo>
                  <a:pt x="641991" y="93972"/>
                </a:lnTo>
                <a:lnTo>
                  <a:pt x="641791" y="94401"/>
                </a:lnTo>
                <a:lnTo>
                  <a:pt x="641581" y="94820"/>
                </a:lnTo>
                <a:lnTo>
                  <a:pt x="641378" y="95216"/>
                </a:lnTo>
                <a:lnTo>
                  <a:pt x="641167" y="95604"/>
                </a:lnTo>
                <a:lnTo>
                  <a:pt x="640948" y="95984"/>
                </a:lnTo>
                <a:lnTo>
                  <a:pt x="640723" y="96355"/>
                </a:lnTo>
                <a:lnTo>
                  <a:pt x="640490" y="96718"/>
                </a:lnTo>
                <a:lnTo>
                  <a:pt x="640250" y="97072"/>
                </a:lnTo>
                <a:lnTo>
                  <a:pt x="640003" y="97419"/>
                </a:lnTo>
                <a:lnTo>
                  <a:pt x="639748" y="97756"/>
                </a:lnTo>
                <a:lnTo>
                  <a:pt x="639487" y="98086"/>
                </a:lnTo>
                <a:lnTo>
                  <a:pt x="639218" y="98407"/>
                </a:lnTo>
                <a:lnTo>
                  <a:pt x="638942" y="98720"/>
                </a:lnTo>
                <a:lnTo>
                  <a:pt x="638658" y="99024"/>
                </a:lnTo>
                <a:lnTo>
                  <a:pt x="638368" y="99321"/>
                </a:lnTo>
                <a:lnTo>
                  <a:pt x="638070" y="99608"/>
                </a:lnTo>
                <a:lnTo>
                  <a:pt x="637765" y="99888"/>
                </a:lnTo>
                <a:lnTo>
                  <a:pt x="637453" y="100159"/>
                </a:lnTo>
                <a:lnTo>
                  <a:pt x="637133" y="100422"/>
                </a:lnTo>
                <a:lnTo>
                  <a:pt x="636806" y="100676"/>
                </a:lnTo>
                <a:lnTo>
                  <a:pt x="636472" y="100922"/>
                </a:lnTo>
                <a:lnTo>
                  <a:pt x="636131" y="101160"/>
                </a:lnTo>
                <a:lnTo>
                  <a:pt x="635783" y="101389"/>
                </a:lnTo>
                <a:lnTo>
                  <a:pt x="635427" y="101610"/>
                </a:lnTo>
                <a:lnTo>
                  <a:pt x="635064" y="101823"/>
                </a:lnTo>
                <a:lnTo>
                  <a:pt x="634694" y="102028"/>
                </a:lnTo>
                <a:lnTo>
                  <a:pt x="634331" y="102211"/>
                </a:lnTo>
                <a:lnTo>
                  <a:pt x="633963" y="102386"/>
                </a:lnTo>
                <a:lnTo>
                  <a:pt x="633591" y="102553"/>
                </a:lnTo>
                <a:lnTo>
                  <a:pt x="633213" y="102713"/>
                </a:lnTo>
                <a:lnTo>
                  <a:pt x="632830" y="102865"/>
                </a:lnTo>
                <a:lnTo>
                  <a:pt x="632442" y="103009"/>
                </a:lnTo>
                <a:lnTo>
                  <a:pt x="632049" y="103145"/>
                </a:lnTo>
                <a:lnTo>
                  <a:pt x="631651" y="103273"/>
                </a:lnTo>
                <a:lnTo>
                  <a:pt x="631248" y="103394"/>
                </a:lnTo>
                <a:lnTo>
                  <a:pt x="630840" y="103507"/>
                </a:lnTo>
                <a:lnTo>
                  <a:pt x="630427" y="103612"/>
                </a:lnTo>
                <a:lnTo>
                  <a:pt x="630009" y="103709"/>
                </a:lnTo>
                <a:lnTo>
                  <a:pt x="629586" y="103799"/>
                </a:lnTo>
                <a:lnTo>
                  <a:pt x="629158" y="103881"/>
                </a:lnTo>
                <a:lnTo>
                  <a:pt x="628725" y="103955"/>
                </a:lnTo>
                <a:lnTo>
                  <a:pt x="628287" y="104021"/>
                </a:lnTo>
                <a:lnTo>
                  <a:pt x="627844" y="104079"/>
                </a:lnTo>
                <a:lnTo>
                  <a:pt x="627396" y="104130"/>
                </a:lnTo>
                <a:lnTo>
                  <a:pt x="626944" y="104173"/>
                </a:lnTo>
                <a:lnTo>
                  <a:pt x="626486" y="104208"/>
                </a:lnTo>
                <a:lnTo>
                  <a:pt x="626023" y="104235"/>
                </a:lnTo>
                <a:lnTo>
                  <a:pt x="625555" y="104254"/>
                </a:lnTo>
                <a:lnTo>
                  <a:pt x="625082" y="104266"/>
                </a:lnTo>
                <a:lnTo>
                  <a:pt x="624604" y="104270"/>
                </a:lnTo>
                <a:lnTo>
                  <a:pt x="623822" y="104259"/>
                </a:lnTo>
                <a:lnTo>
                  <a:pt x="623053" y="104224"/>
                </a:lnTo>
                <a:lnTo>
                  <a:pt x="622296" y="104167"/>
                </a:lnTo>
                <a:lnTo>
                  <a:pt x="621551" y="104088"/>
                </a:lnTo>
                <a:lnTo>
                  <a:pt x="620819" y="103985"/>
                </a:lnTo>
                <a:lnTo>
                  <a:pt x="620099" y="103860"/>
                </a:lnTo>
                <a:lnTo>
                  <a:pt x="619391" y="103711"/>
                </a:lnTo>
                <a:lnTo>
                  <a:pt x="618695" y="103540"/>
                </a:lnTo>
                <a:lnTo>
                  <a:pt x="618012" y="103346"/>
                </a:lnTo>
                <a:lnTo>
                  <a:pt x="617340" y="103130"/>
                </a:lnTo>
                <a:lnTo>
                  <a:pt x="616681" y="102890"/>
                </a:lnTo>
                <a:lnTo>
                  <a:pt x="616035" y="102628"/>
                </a:lnTo>
                <a:lnTo>
                  <a:pt x="615400" y="102343"/>
                </a:lnTo>
                <a:lnTo>
                  <a:pt x="614778" y="102035"/>
                </a:lnTo>
                <a:lnTo>
                  <a:pt x="614168" y="101705"/>
                </a:lnTo>
                <a:lnTo>
                  <a:pt x="613570" y="101351"/>
                </a:lnTo>
                <a:lnTo>
                  <a:pt x="612984" y="100975"/>
                </a:lnTo>
                <a:lnTo>
                  <a:pt x="612411" y="100576"/>
                </a:lnTo>
                <a:lnTo>
                  <a:pt x="611850" y="100154"/>
                </a:lnTo>
                <a:lnTo>
                  <a:pt x="611301" y="99710"/>
                </a:lnTo>
                <a:lnTo>
                  <a:pt x="610764" y="99242"/>
                </a:lnTo>
                <a:lnTo>
                  <a:pt x="610240" y="98752"/>
                </a:lnTo>
                <a:lnTo>
                  <a:pt x="609727" y="98239"/>
                </a:lnTo>
                <a:lnTo>
                  <a:pt x="609227" y="97703"/>
                </a:lnTo>
                <a:lnTo>
                  <a:pt x="608757" y="97145"/>
                </a:lnTo>
                <a:lnTo>
                  <a:pt x="608306" y="96566"/>
                </a:lnTo>
                <a:lnTo>
                  <a:pt x="607876" y="95966"/>
                </a:lnTo>
                <a:lnTo>
                  <a:pt x="607466" y="95345"/>
                </a:lnTo>
                <a:lnTo>
                  <a:pt x="607075" y="94703"/>
                </a:lnTo>
                <a:lnTo>
                  <a:pt x="606705" y="94039"/>
                </a:lnTo>
                <a:lnTo>
                  <a:pt x="606354" y="93355"/>
                </a:lnTo>
                <a:lnTo>
                  <a:pt x="606024" y="92649"/>
                </a:lnTo>
                <a:lnTo>
                  <a:pt x="605714" y="91922"/>
                </a:lnTo>
                <a:lnTo>
                  <a:pt x="605423" y="91174"/>
                </a:lnTo>
                <a:lnTo>
                  <a:pt x="605153" y="90405"/>
                </a:lnTo>
                <a:lnTo>
                  <a:pt x="604903" y="89614"/>
                </a:lnTo>
                <a:lnTo>
                  <a:pt x="604673" y="88803"/>
                </a:lnTo>
                <a:lnTo>
                  <a:pt x="604462" y="87971"/>
                </a:lnTo>
                <a:lnTo>
                  <a:pt x="604272" y="87117"/>
                </a:lnTo>
                <a:lnTo>
                  <a:pt x="604102" y="86242"/>
                </a:lnTo>
                <a:lnTo>
                  <a:pt x="603952" y="85346"/>
                </a:lnTo>
                <a:lnTo>
                  <a:pt x="603822" y="84429"/>
                </a:lnTo>
                <a:lnTo>
                  <a:pt x="603712" y="83491"/>
                </a:lnTo>
                <a:lnTo>
                  <a:pt x="603621" y="82531"/>
                </a:lnTo>
                <a:lnTo>
                  <a:pt x="603551" y="81551"/>
                </a:lnTo>
                <a:lnTo>
                  <a:pt x="603501" y="80549"/>
                </a:lnTo>
                <a:lnTo>
                  <a:pt x="603471" y="79527"/>
                </a:lnTo>
                <a:lnTo>
                  <a:pt x="603461" y="78483"/>
                </a:lnTo>
                <a:lnTo>
                  <a:pt x="603461" y="67751"/>
                </a:lnTo>
                <a:lnTo>
                  <a:pt x="603472" y="66669"/>
                </a:lnTo>
                <a:lnTo>
                  <a:pt x="603502" y="65610"/>
                </a:lnTo>
                <a:lnTo>
                  <a:pt x="603554" y="64576"/>
                </a:lnTo>
                <a:lnTo>
                  <a:pt x="603626" y="63565"/>
                </a:lnTo>
                <a:lnTo>
                  <a:pt x="603718" y="62578"/>
                </a:lnTo>
                <a:lnTo>
                  <a:pt x="603832" y="61615"/>
                </a:lnTo>
                <a:lnTo>
                  <a:pt x="603965" y="60676"/>
                </a:lnTo>
                <a:lnTo>
                  <a:pt x="604120" y="59761"/>
                </a:lnTo>
                <a:lnTo>
                  <a:pt x="604295" y="58870"/>
                </a:lnTo>
                <a:lnTo>
                  <a:pt x="604490" y="58002"/>
                </a:lnTo>
                <a:lnTo>
                  <a:pt x="604706" y="57159"/>
                </a:lnTo>
                <a:lnTo>
                  <a:pt x="604943" y="56339"/>
                </a:lnTo>
                <a:lnTo>
                  <a:pt x="605200" y="55544"/>
                </a:lnTo>
                <a:lnTo>
                  <a:pt x="605478" y="54772"/>
                </a:lnTo>
                <a:lnTo>
                  <a:pt x="605776" y="54024"/>
                </a:lnTo>
                <a:lnTo>
                  <a:pt x="606095" y="53301"/>
                </a:lnTo>
                <a:lnTo>
                  <a:pt x="606435" y="52601"/>
                </a:lnTo>
                <a:lnTo>
                  <a:pt x="606795" y="51925"/>
                </a:lnTo>
                <a:lnTo>
                  <a:pt x="607175" y="51273"/>
                </a:lnTo>
                <a:lnTo>
                  <a:pt x="607577" y="50645"/>
                </a:lnTo>
                <a:lnTo>
                  <a:pt x="607999" y="50040"/>
                </a:lnTo>
                <a:lnTo>
                  <a:pt x="608441" y="49460"/>
                </a:lnTo>
                <a:lnTo>
                  <a:pt x="608904" y="48904"/>
                </a:lnTo>
                <a:lnTo>
                  <a:pt x="609388" y="48371"/>
                </a:lnTo>
                <a:lnTo>
                  <a:pt x="609899" y="47848"/>
                </a:lnTo>
                <a:lnTo>
                  <a:pt x="610420" y="47348"/>
                </a:lnTo>
                <a:lnTo>
                  <a:pt x="610949" y="46869"/>
                </a:lnTo>
                <a:lnTo>
                  <a:pt x="611488" y="46413"/>
                </a:lnTo>
                <a:lnTo>
                  <a:pt x="612035" y="45980"/>
                </a:lnTo>
                <a:lnTo>
                  <a:pt x="612591" y="45568"/>
                </a:lnTo>
                <a:lnTo>
                  <a:pt x="613156" y="45179"/>
                </a:lnTo>
                <a:lnTo>
                  <a:pt x="613730" y="44812"/>
                </a:lnTo>
                <a:lnTo>
                  <a:pt x="614313" y="44467"/>
                </a:lnTo>
                <a:lnTo>
                  <a:pt x="614904" y="44144"/>
                </a:lnTo>
                <a:lnTo>
                  <a:pt x="615505" y="43844"/>
                </a:lnTo>
                <a:lnTo>
                  <a:pt x="616115" y="43566"/>
                </a:lnTo>
                <a:lnTo>
                  <a:pt x="616733" y="43310"/>
                </a:lnTo>
                <a:lnTo>
                  <a:pt x="617360" y="43077"/>
                </a:lnTo>
                <a:lnTo>
                  <a:pt x="617997" y="42865"/>
                </a:lnTo>
                <a:lnTo>
                  <a:pt x="618642" y="42676"/>
                </a:lnTo>
                <a:lnTo>
                  <a:pt x="619296" y="42509"/>
                </a:lnTo>
                <a:lnTo>
                  <a:pt x="619959" y="42365"/>
                </a:lnTo>
                <a:lnTo>
                  <a:pt x="620631" y="42242"/>
                </a:lnTo>
                <a:lnTo>
                  <a:pt x="621311" y="42142"/>
                </a:lnTo>
                <a:lnTo>
                  <a:pt x="622001" y="42064"/>
                </a:lnTo>
                <a:lnTo>
                  <a:pt x="622699" y="42009"/>
                </a:lnTo>
                <a:lnTo>
                  <a:pt x="623407" y="41975"/>
                </a:lnTo>
                <a:lnTo>
                  <a:pt x="624123" y="41964"/>
                </a:lnTo>
                <a:lnTo>
                  <a:pt x="624614" y="41968"/>
                </a:lnTo>
                <a:lnTo>
                  <a:pt x="625100" y="41981"/>
                </a:lnTo>
                <a:lnTo>
                  <a:pt x="625580" y="42002"/>
                </a:lnTo>
                <a:lnTo>
                  <a:pt x="626054" y="42031"/>
                </a:lnTo>
                <a:lnTo>
                  <a:pt x="626523" y="42069"/>
                </a:lnTo>
                <a:lnTo>
                  <a:pt x="626986" y="42114"/>
                </a:lnTo>
                <a:lnTo>
                  <a:pt x="627444" y="42169"/>
                </a:lnTo>
                <a:lnTo>
                  <a:pt x="627896" y="42231"/>
                </a:lnTo>
                <a:lnTo>
                  <a:pt x="628343" y="42302"/>
                </a:lnTo>
                <a:lnTo>
                  <a:pt x="628784" y="42381"/>
                </a:lnTo>
                <a:lnTo>
                  <a:pt x="629219" y="42469"/>
                </a:lnTo>
                <a:lnTo>
                  <a:pt x="629649" y="42565"/>
                </a:lnTo>
                <a:lnTo>
                  <a:pt x="630073" y="42669"/>
                </a:lnTo>
                <a:lnTo>
                  <a:pt x="630492" y="42782"/>
                </a:lnTo>
                <a:lnTo>
                  <a:pt x="630905" y="42903"/>
                </a:lnTo>
                <a:lnTo>
                  <a:pt x="631313" y="43032"/>
                </a:lnTo>
                <a:lnTo>
                  <a:pt x="631715" y="43170"/>
                </a:lnTo>
                <a:lnTo>
                  <a:pt x="632111" y="43316"/>
                </a:lnTo>
                <a:lnTo>
                  <a:pt x="632502" y="43470"/>
                </a:lnTo>
                <a:lnTo>
                  <a:pt x="632888" y="43633"/>
                </a:lnTo>
                <a:lnTo>
                  <a:pt x="633268" y="43804"/>
                </a:lnTo>
                <a:lnTo>
                  <a:pt x="633642" y="43983"/>
                </a:lnTo>
                <a:lnTo>
                  <a:pt x="634011" y="44171"/>
                </a:lnTo>
                <a:lnTo>
                  <a:pt x="634374" y="44367"/>
                </a:lnTo>
                <a:lnTo>
                  <a:pt x="634744" y="44558"/>
                </a:lnTo>
                <a:lnTo>
                  <a:pt x="635108" y="44759"/>
                </a:lnTo>
                <a:lnTo>
                  <a:pt x="635465" y="44970"/>
                </a:lnTo>
                <a:lnTo>
                  <a:pt x="635815" y="45190"/>
                </a:lnTo>
                <a:lnTo>
                  <a:pt x="636159" y="45419"/>
                </a:lnTo>
                <a:lnTo>
                  <a:pt x="636496" y="45658"/>
                </a:lnTo>
                <a:lnTo>
                  <a:pt x="636826" y="45906"/>
                </a:lnTo>
                <a:lnTo>
                  <a:pt x="637150" y="46164"/>
                </a:lnTo>
                <a:lnTo>
                  <a:pt x="637467" y="46431"/>
                </a:lnTo>
                <a:lnTo>
                  <a:pt x="637777" y="46708"/>
                </a:lnTo>
                <a:lnTo>
                  <a:pt x="638081" y="46994"/>
                </a:lnTo>
                <a:lnTo>
                  <a:pt x="638378" y="47290"/>
                </a:lnTo>
                <a:lnTo>
                  <a:pt x="638668" y="47595"/>
                </a:lnTo>
                <a:lnTo>
                  <a:pt x="638952" y="47909"/>
                </a:lnTo>
                <a:lnTo>
                  <a:pt x="639229" y="48233"/>
                </a:lnTo>
                <a:lnTo>
                  <a:pt x="639499" y="48567"/>
                </a:lnTo>
                <a:lnTo>
                  <a:pt x="639763" y="48910"/>
                </a:lnTo>
                <a:lnTo>
                  <a:pt x="640020" y="49262"/>
                </a:lnTo>
                <a:lnTo>
                  <a:pt x="640270" y="49624"/>
                </a:lnTo>
                <a:lnTo>
                  <a:pt x="640514" y="49995"/>
                </a:lnTo>
                <a:lnTo>
                  <a:pt x="640751" y="50376"/>
                </a:lnTo>
                <a:lnTo>
                  <a:pt x="640981" y="50766"/>
                </a:lnTo>
                <a:lnTo>
                  <a:pt x="641204" y="51165"/>
                </a:lnTo>
                <a:lnTo>
                  <a:pt x="641421" y="51574"/>
                </a:lnTo>
                <a:lnTo>
                  <a:pt x="641630" y="51980"/>
                </a:lnTo>
                <a:lnTo>
                  <a:pt x="641831" y="52396"/>
                </a:lnTo>
                <a:lnTo>
                  <a:pt x="642022" y="52823"/>
                </a:lnTo>
                <a:lnTo>
                  <a:pt x="642204" y="53261"/>
                </a:lnTo>
                <a:lnTo>
                  <a:pt x="642378" y="53709"/>
                </a:lnTo>
                <a:lnTo>
                  <a:pt x="642542" y="54167"/>
                </a:lnTo>
                <a:lnTo>
                  <a:pt x="642698" y="54636"/>
                </a:lnTo>
                <a:lnTo>
                  <a:pt x="642845" y="55116"/>
                </a:lnTo>
                <a:lnTo>
                  <a:pt x="642983" y="55606"/>
                </a:lnTo>
                <a:lnTo>
                  <a:pt x="643112" y="56107"/>
                </a:lnTo>
                <a:lnTo>
                  <a:pt x="643232" y="56618"/>
                </a:lnTo>
                <a:lnTo>
                  <a:pt x="643343" y="57140"/>
                </a:lnTo>
                <a:lnTo>
                  <a:pt x="643446" y="57673"/>
                </a:lnTo>
                <a:lnTo>
                  <a:pt x="643539" y="58216"/>
                </a:lnTo>
                <a:lnTo>
                  <a:pt x="643624" y="58769"/>
                </a:lnTo>
                <a:lnTo>
                  <a:pt x="643699" y="59334"/>
                </a:lnTo>
                <a:lnTo>
                  <a:pt x="643766" y="59908"/>
                </a:lnTo>
                <a:lnTo>
                  <a:pt x="643824" y="60494"/>
                </a:lnTo>
                <a:lnTo>
                  <a:pt x="643873" y="61090"/>
                </a:lnTo>
                <a:lnTo>
                  <a:pt x="643913" y="61696"/>
                </a:lnTo>
                <a:lnTo>
                  <a:pt x="643944" y="62313"/>
                </a:lnTo>
                <a:lnTo>
                  <a:pt x="643966" y="62941"/>
                </a:lnTo>
                <a:lnTo>
                  <a:pt x="643980" y="63579"/>
                </a:lnTo>
                <a:lnTo>
                  <a:pt x="643984" y="64228"/>
                </a:lnTo>
                <a:lnTo>
                  <a:pt x="658399" y="64228"/>
                </a:lnTo>
                <a:lnTo>
                  <a:pt x="658392" y="63352"/>
                </a:lnTo>
                <a:lnTo>
                  <a:pt x="658369" y="62488"/>
                </a:lnTo>
                <a:lnTo>
                  <a:pt x="658332" y="61635"/>
                </a:lnTo>
                <a:lnTo>
                  <a:pt x="658279" y="60793"/>
                </a:lnTo>
                <a:lnTo>
                  <a:pt x="658212" y="59962"/>
                </a:lnTo>
                <a:lnTo>
                  <a:pt x="658129" y="59142"/>
                </a:lnTo>
                <a:lnTo>
                  <a:pt x="658031" y="58334"/>
                </a:lnTo>
                <a:lnTo>
                  <a:pt x="657919" y="57536"/>
                </a:lnTo>
                <a:lnTo>
                  <a:pt x="657791" y="56750"/>
                </a:lnTo>
                <a:lnTo>
                  <a:pt x="657648" y="55975"/>
                </a:lnTo>
                <a:lnTo>
                  <a:pt x="657491" y="55210"/>
                </a:lnTo>
                <a:lnTo>
                  <a:pt x="657318" y="54457"/>
                </a:lnTo>
                <a:lnTo>
                  <a:pt x="657130" y="53716"/>
                </a:lnTo>
                <a:lnTo>
                  <a:pt x="656928" y="52985"/>
                </a:lnTo>
                <a:lnTo>
                  <a:pt x="656710" y="52265"/>
                </a:lnTo>
                <a:lnTo>
                  <a:pt x="656477" y="51557"/>
                </a:lnTo>
                <a:lnTo>
                  <a:pt x="656229" y="50859"/>
                </a:lnTo>
                <a:lnTo>
                  <a:pt x="655967" y="50173"/>
                </a:lnTo>
                <a:lnTo>
                  <a:pt x="655689" y="49498"/>
                </a:lnTo>
                <a:lnTo>
                  <a:pt x="655396" y="48834"/>
                </a:lnTo>
                <a:lnTo>
                  <a:pt x="655088" y="48181"/>
                </a:lnTo>
                <a:lnTo>
                  <a:pt x="654765" y="47539"/>
                </a:lnTo>
                <a:lnTo>
                  <a:pt x="654428" y="46908"/>
                </a:lnTo>
                <a:lnTo>
                  <a:pt x="654075" y="46289"/>
                </a:lnTo>
                <a:lnTo>
                  <a:pt x="653709" y="45668"/>
                </a:lnTo>
                <a:lnTo>
                  <a:pt x="653332" y="45059"/>
                </a:lnTo>
                <a:lnTo>
                  <a:pt x="652943" y="44462"/>
                </a:lnTo>
                <a:lnTo>
                  <a:pt x="652544" y="43877"/>
                </a:lnTo>
                <a:lnTo>
                  <a:pt x="652134" y="43305"/>
                </a:lnTo>
                <a:lnTo>
                  <a:pt x="651712" y="42745"/>
                </a:lnTo>
                <a:lnTo>
                  <a:pt x="651279" y="42197"/>
                </a:lnTo>
                <a:lnTo>
                  <a:pt x="650836" y="41662"/>
                </a:lnTo>
                <a:lnTo>
                  <a:pt x="650381" y="41138"/>
                </a:lnTo>
                <a:lnTo>
                  <a:pt x="649915" y="40627"/>
                </a:lnTo>
                <a:lnTo>
                  <a:pt x="649438" y="40128"/>
                </a:lnTo>
                <a:lnTo>
                  <a:pt x="648949" y="39642"/>
                </a:lnTo>
                <a:lnTo>
                  <a:pt x="648450" y="39167"/>
                </a:lnTo>
                <a:lnTo>
                  <a:pt x="647939" y="38705"/>
                </a:lnTo>
                <a:lnTo>
                  <a:pt x="647418" y="38255"/>
                </a:lnTo>
                <a:lnTo>
                  <a:pt x="646885" y="37818"/>
                </a:lnTo>
                <a:lnTo>
                  <a:pt x="646341" y="37392"/>
                </a:lnTo>
                <a:lnTo>
                  <a:pt x="645786" y="36979"/>
                </a:lnTo>
                <a:lnTo>
                  <a:pt x="645220" y="36578"/>
                </a:lnTo>
                <a:lnTo>
                  <a:pt x="644642" y="36189"/>
                </a:lnTo>
                <a:lnTo>
                  <a:pt x="644054" y="35813"/>
                </a:lnTo>
                <a:lnTo>
                  <a:pt x="643455" y="35448"/>
                </a:lnTo>
                <a:lnTo>
                  <a:pt x="642844" y="35096"/>
                </a:lnTo>
                <a:lnTo>
                  <a:pt x="642222" y="34757"/>
                </a:lnTo>
                <a:lnTo>
                  <a:pt x="641591" y="34417"/>
                </a:lnTo>
                <a:lnTo>
                  <a:pt x="640951" y="34091"/>
                </a:lnTo>
                <a:lnTo>
                  <a:pt x="640303" y="33781"/>
                </a:lnTo>
                <a:lnTo>
                  <a:pt x="639646" y="33484"/>
                </a:lnTo>
                <a:lnTo>
                  <a:pt x="638981" y="33202"/>
                </a:lnTo>
                <a:lnTo>
                  <a:pt x="638308" y="32935"/>
                </a:lnTo>
                <a:lnTo>
                  <a:pt x="637626" y="32682"/>
                </a:lnTo>
                <a:lnTo>
                  <a:pt x="636937" y="32443"/>
                </a:lnTo>
                <a:lnTo>
                  <a:pt x="636238" y="32219"/>
                </a:lnTo>
                <a:lnTo>
                  <a:pt x="635532" y="32009"/>
                </a:lnTo>
                <a:lnTo>
                  <a:pt x="634817" y="31814"/>
                </a:lnTo>
                <a:lnTo>
                  <a:pt x="634094" y="31633"/>
                </a:lnTo>
                <a:lnTo>
                  <a:pt x="633362" y="31467"/>
                </a:lnTo>
                <a:lnTo>
                  <a:pt x="632622" y="31315"/>
                </a:lnTo>
                <a:lnTo>
                  <a:pt x="631874" y="31178"/>
                </a:lnTo>
                <a:lnTo>
                  <a:pt x="631117" y="31055"/>
                </a:lnTo>
                <a:lnTo>
                  <a:pt x="630352" y="30947"/>
                </a:lnTo>
                <a:lnTo>
                  <a:pt x="629579" y="30853"/>
                </a:lnTo>
                <a:lnTo>
                  <a:pt x="628797" y="30773"/>
                </a:lnTo>
                <a:lnTo>
                  <a:pt x="628007" y="30708"/>
                </a:lnTo>
                <a:lnTo>
                  <a:pt x="627209" y="30657"/>
                </a:lnTo>
                <a:lnTo>
                  <a:pt x="626402" y="30621"/>
                </a:lnTo>
                <a:lnTo>
                  <a:pt x="625587" y="30599"/>
                </a:lnTo>
                <a:lnTo>
                  <a:pt x="624764" y="30592"/>
                </a:lnTo>
                <a:lnTo>
                  <a:pt x="622842" y="30592"/>
                </a:lnTo>
                <a:lnTo>
                  <a:pt x="622190" y="30597"/>
                </a:lnTo>
                <a:lnTo>
                  <a:pt x="621543" y="30612"/>
                </a:lnTo>
                <a:lnTo>
                  <a:pt x="620900" y="30637"/>
                </a:lnTo>
                <a:lnTo>
                  <a:pt x="620261" y="30672"/>
                </a:lnTo>
                <a:lnTo>
                  <a:pt x="619627" y="30717"/>
                </a:lnTo>
                <a:lnTo>
                  <a:pt x="618998" y="30772"/>
                </a:lnTo>
                <a:lnTo>
                  <a:pt x="618373" y="30838"/>
                </a:lnTo>
                <a:lnTo>
                  <a:pt x="617752" y="30913"/>
                </a:lnTo>
                <a:lnTo>
                  <a:pt x="617136" y="30998"/>
                </a:lnTo>
                <a:lnTo>
                  <a:pt x="616524" y="31093"/>
                </a:lnTo>
                <a:lnTo>
                  <a:pt x="615917" y="31198"/>
                </a:lnTo>
                <a:lnTo>
                  <a:pt x="615314" y="31313"/>
                </a:lnTo>
                <a:lnTo>
                  <a:pt x="614715" y="31438"/>
                </a:lnTo>
                <a:lnTo>
                  <a:pt x="614121" y="31573"/>
                </a:lnTo>
                <a:lnTo>
                  <a:pt x="613532" y="31718"/>
                </a:lnTo>
                <a:lnTo>
                  <a:pt x="612947" y="31874"/>
                </a:lnTo>
                <a:lnTo>
                  <a:pt x="612366" y="32039"/>
                </a:lnTo>
                <a:lnTo>
                  <a:pt x="611790" y="32214"/>
                </a:lnTo>
                <a:lnTo>
                  <a:pt x="611218" y="32399"/>
                </a:lnTo>
                <a:lnTo>
                  <a:pt x="610651" y="32594"/>
                </a:lnTo>
                <a:lnTo>
                  <a:pt x="610088" y="32800"/>
                </a:lnTo>
                <a:lnTo>
                  <a:pt x="609530" y="33015"/>
                </a:lnTo>
                <a:lnTo>
                  <a:pt x="608976" y="33240"/>
                </a:lnTo>
                <a:lnTo>
                  <a:pt x="608427" y="33475"/>
                </a:lnTo>
                <a:lnTo>
                  <a:pt x="607882" y="33707"/>
                </a:lnTo>
                <a:lnTo>
                  <a:pt x="607343" y="33948"/>
                </a:lnTo>
                <a:lnTo>
                  <a:pt x="606810" y="34199"/>
                </a:lnTo>
                <a:lnTo>
                  <a:pt x="606282" y="34459"/>
                </a:lnTo>
                <a:lnTo>
                  <a:pt x="605760" y="34728"/>
                </a:lnTo>
                <a:lnTo>
                  <a:pt x="605243" y="35007"/>
                </a:lnTo>
                <a:lnTo>
                  <a:pt x="604732" y="35295"/>
                </a:lnTo>
                <a:lnTo>
                  <a:pt x="604227" y="35593"/>
                </a:lnTo>
                <a:lnTo>
                  <a:pt x="603727" y="35900"/>
                </a:lnTo>
                <a:lnTo>
                  <a:pt x="603232" y="36217"/>
                </a:lnTo>
                <a:lnTo>
                  <a:pt x="602743" y="36543"/>
                </a:lnTo>
                <a:lnTo>
                  <a:pt x="602260" y="36879"/>
                </a:lnTo>
                <a:lnTo>
                  <a:pt x="601782" y="37224"/>
                </a:lnTo>
                <a:lnTo>
                  <a:pt x="601310" y="37579"/>
                </a:lnTo>
                <a:lnTo>
                  <a:pt x="600844" y="37943"/>
                </a:lnTo>
                <a:lnTo>
                  <a:pt x="600382" y="38316"/>
                </a:lnTo>
                <a:lnTo>
                  <a:pt x="599927" y="38699"/>
                </a:lnTo>
                <a:lnTo>
                  <a:pt x="599477" y="39091"/>
                </a:lnTo>
                <a:lnTo>
                  <a:pt x="599033" y="39493"/>
                </a:lnTo>
                <a:lnTo>
                  <a:pt x="598594" y="39904"/>
                </a:lnTo>
                <a:lnTo>
                  <a:pt x="598161" y="40325"/>
                </a:lnTo>
                <a:lnTo>
                  <a:pt x="597733" y="40755"/>
                </a:lnTo>
                <a:lnTo>
                  <a:pt x="597311" y="41195"/>
                </a:lnTo>
                <a:lnTo>
                  <a:pt x="596894" y="41644"/>
                </a:lnTo>
                <a:lnTo>
                  <a:pt x="596498" y="42088"/>
                </a:lnTo>
                <a:lnTo>
                  <a:pt x="596108" y="42540"/>
                </a:lnTo>
                <a:lnTo>
                  <a:pt x="595726" y="43000"/>
                </a:lnTo>
                <a:lnTo>
                  <a:pt x="595350" y="43468"/>
                </a:lnTo>
                <a:lnTo>
                  <a:pt x="594983" y="43944"/>
                </a:lnTo>
                <a:lnTo>
                  <a:pt x="594622" y="44427"/>
                </a:lnTo>
                <a:lnTo>
                  <a:pt x="594269" y="44918"/>
                </a:lnTo>
                <a:lnTo>
                  <a:pt x="593922" y="45417"/>
                </a:lnTo>
                <a:lnTo>
                  <a:pt x="593583" y="45923"/>
                </a:lnTo>
                <a:lnTo>
                  <a:pt x="593252" y="46438"/>
                </a:lnTo>
                <a:lnTo>
                  <a:pt x="592927" y="46960"/>
                </a:lnTo>
                <a:lnTo>
                  <a:pt x="592610" y="47490"/>
                </a:lnTo>
                <a:lnTo>
                  <a:pt x="592300" y="48028"/>
                </a:lnTo>
                <a:lnTo>
                  <a:pt x="591997" y="48573"/>
                </a:lnTo>
                <a:lnTo>
                  <a:pt x="591701" y="49127"/>
                </a:lnTo>
                <a:lnTo>
                  <a:pt x="591413" y="49688"/>
                </a:lnTo>
                <a:lnTo>
                  <a:pt x="591132" y="50257"/>
                </a:lnTo>
                <a:lnTo>
                  <a:pt x="590858" y="50834"/>
                </a:lnTo>
                <a:lnTo>
                  <a:pt x="590591" y="51418"/>
                </a:lnTo>
                <a:lnTo>
                  <a:pt x="590332" y="52010"/>
                </a:lnTo>
                <a:lnTo>
                  <a:pt x="590080" y="52610"/>
                </a:lnTo>
                <a:lnTo>
                  <a:pt x="589835" y="53218"/>
                </a:lnTo>
                <a:lnTo>
                  <a:pt x="589597" y="53834"/>
                </a:lnTo>
                <a:lnTo>
                  <a:pt x="589366" y="54457"/>
                </a:lnTo>
                <a:lnTo>
                  <a:pt x="589144" y="55075"/>
                </a:lnTo>
                <a:lnTo>
                  <a:pt x="588931" y="55699"/>
                </a:lnTo>
                <a:lnTo>
                  <a:pt x="588728" y="56329"/>
                </a:lnTo>
                <a:lnTo>
                  <a:pt x="588534" y="56967"/>
                </a:lnTo>
                <a:lnTo>
                  <a:pt x="588350" y="57611"/>
                </a:lnTo>
                <a:lnTo>
                  <a:pt x="588175" y="58261"/>
                </a:lnTo>
                <a:lnTo>
                  <a:pt x="588010" y="58919"/>
                </a:lnTo>
                <a:lnTo>
                  <a:pt x="587854" y="59583"/>
                </a:lnTo>
                <a:lnTo>
                  <a:pt x="587707" y="60254"/>
                </a:lnTo>
                <a:lnTo>
                  <a:pt x="587570" y="60931"/>
                </a:lnTo>
                <a:lnTo>
                  <a:pt x="587442" y="61615"/>
                </a:lnTo>
                <a:lnTo>
                  <a:pt x="587324" y="62306"/>
                </a:lnTo>
                <a:lnTo>
                  <a:pt x="587216" y="63003"/>
                </a:lnTo>
                <a:lnTo>
                  <a:pt x="587116" y="63707"/>
                </a:lnTo>
                <a:lnTo>
                  <a:pt x="587026" y="64418"/>
                </a:lnTo>
                <a:lnTo>
                  <a:pt x="586946" y="65135"/>
                </a:lnTo>
                <a:lnTo>
                  <a:pt x="586875" y="65859"/>
                </a:lnTo>
                <a:lnTo>
                  <a:pt x="586814" y="66590"/>
                </a:lnTo>
                <a:lnTo>
                  <a:pt x="586762" y="67328"/>
                </a:lnTo>
                <a:lnTo>
                  <a:pt x="586719" y="68072"/>
                </a:lnTo>
                <a:lnTo>
                  <a:pt x="586686" y="68823"/>
                </a:lnTo>
                <a:lnTo>
                  <a:pt x="586662" y="69580"/>
                </a:lnTo>
                <a:lnTo>
                  <a:pt x="586648" y="70344"/>
                </a:lnTo>
                <a:lnTo>
                  <a:pt x="586644" y="71115"/>
                </a:lnTo>
                <a:lnTo>
                  <a:pt x="586644" y="74959"/>
                </a:lnTo>
                <a:lnTo>
                  <a:pt x="586648" y="75730"/>
                </a:lnTo>
                <a:lnTo>
                  <a:pt x="586662" y="76495"/>
                </a:lnTo>
                <a:lnTo>
                  <a:pt x="586686" y="77254"/>
                </a:lnTo>
                <a:lnTo>
                  <a:pt x="586719" y="78007"/>
                </a:lnTo>
                <a:lnTo>
                  <a:pt x="586762" y="78753"/>
                </a:lnTo>
                <a:lnTo>
                  <a:pt x="586814" y="79494"/>
                </a:lnTo>
                <a:lnTo>
                  <a:pt x="586875" y="80228"/>
                </a:lnTo>
                <a:lnTo>
                  <a:pt x="586946" y="80956"/>
                </a:lnTo>
                <a:lnTo>
                  <a:pt x="587026" y="81679"/>
                </a:lnTo>
                <a:lnTo>
                  <a:pt x="587116" y="82395"/>
                </a:lnTo>
                <a:lnTo>
                  <a:pt x="587216" y="83105"/>
                </a:lnTo>
                <a:lnTo>
                  <a:pt x="587324" y="83808"/>
                </a:lnTo>
                <a:lnTo>
                  <a:pt x="587442" y="84506"/>
                </a:lnTo>
                <a:lnTo>
                  <a:pt x="587570" y="85198"/>
                </a:lnTo>
                <a:lnTo>
                  <a:pt x="587707" y="85883"/>
                </a:lnTo>
                <a:lnTo>
                  <a:pt x="587854" y="86562"/>
                </a:lnTo>
                <a:lnTo>
                  <a:pt x="588010" y="87236"/>
                </a:lnTo>
                <a:lnTo>
                  <a:pt x="588175" y="87903"/>
                </a:lnTo>
                <a:lnTo>
                  <a:pt x="588350" y="88564"/>
                </a:lnTo>
                <a:lnTo>
                  <a:pt x="588534" y="89219"/>
                </a:lnTo>
                <a:lnTo>
                  <a:pt x="588728" y="89867"/>
                </a:lnTo>
                <a:lnTo>
                  <a:pt x="588931" y="90510"/>
                </a:lnTo>
                <a:lnTo>
                  <a:pt x="589144" y="91146"/>
                </a:lnTo>
                <a:lnTo>
                  <a:pt x="589366" y="91777"/>
                </a:lnTo>
                <a:lnTo>
                  <a:pt x="589597" y="92387"/>
                </a:lnTo>
                <a:lnTo>
                  <a:pt x="589835" y="92991"/>
                </a:lnTo>
                <a:lnTo>
                  <a:pt x="590080" y="93589"/>
                </a:lnTo>
                <a:lnTo>
                  <a:pt x="590332" y="94179"/>
                </a:lnTo>
                <a:lnTo>
                  <a:pt x="590591" y="94763"/>
                </a:lnTo>
                <a:lnTo>
                  <a:pt x="590858" y="95341"/>
                </a:lnTo>
                <a:lnTo>
                  <a:pt x="591132" y="95911"/>
                </a:lnTo>
                <a:lnTo>
                  <a:pt x="591413" y="96475"/>
                </a:lnTo>
                <a:lnTo>
                  <a:pt x="591701" y="97032"/>
                </a:lnTo>
                <a:lnTo>
                  <a:pt x="591997" y="97583"/>
                </a:lnTo>
                <a:lnTo>
                  <a:pt x="592300" y="98127"/>
                </a:lnTo>
                <a:lnTo>
                  <a:pt x="592610" y="98664"/>
                </a:lnTo>
                <a:lnTo>
                  <a:pt x="592927" y="99195"/>
                </a:lnTo>
                <a:lnTo>
                  <a:pt x="593252" y="99718"/>
                </a:lnTo>
                <a:lnTo>
                  <a:pt x="593583" y="100236"/>
                </a:lnTo>
                <a:lnTo>
                  <a:pt x="593922" y="100746"/>
                </a:lnTo>
                <a:lnTo>
                  <a:pt x="594269" y="101250"/>
                </a:lnTo>
                <a:lnTo>
                  <a:pt x="594622" y="101747"/>
                </a:lnTo>
                <a:lnTo>
                  <a:pt x="594983" y="102238"/>
                </a:lnTo>
                <a:lnTo>
                  <a:pt x="595350" y="102722"/>
                </a:lnTo>
                <a:lnTo>
                  <a:pt x="595726" y="103199"/>
                </a:lnTo>
                <a:lnTo>
                  <a:pt x="596108" y="103669"/>
                </a:lnTo>
                <a:lnTo>
                  <a:pt x="596498" y="104133"/>
                </a:lnTo>
                <a:lnTo>
                  <a:pt x="596894" y="104590"/>
                </a:lnTo>
                <a:lnTo>
                  <a:pt x="597311" y="105027"/>
                </a:lnTo>
                <a:lnTo>
                  <a:pt x="597733" y="105455"/>
                </a:lnTo>
                <a:lnTo>
                  <a:pt x="598161" y="105874"/>
                </a:lnTo>
                <a:lnTo>
                  <a:pt x="598594" y="106285"/>
                </a:lnTo>
                <a:lnTo>
                  <a:pt x="599033" y="106688"/>
                </a:lnTo>
                <a:lnTo>
                  <a:pt x="599477" y="107083"/>
                </a:lnTo>
                <a:lnTo>
                  <a:pt x="599927" y="107469"/>
                </a:lnTo>
                <a:lnTo>
                  <a:pt x="600382" y="107847"/>
                </a:lnTo>
                <a:lnTo>
                  <a:pt x="600844" y="108217"/>
                </a:lnTo>
                <a:lnTo>
                  <a:pt x="601310" y="108578"/>
                </a:lnTo>
                <a:lnTo>
                  <a:pt x="601782" y="108931"/>
                </a:lnTo>
                <a:lnTo>
                  <a:pt x="602260" y="109275"/>
                </a:lnTo>
                <a:lnTo>
                  <a:pt x="602743" y="109611"/>
                </a:lnTo>
                <a:lnTo>
                  <a:pt x="603232" y="109939"/>
                </a:lnTo>
                <a:lnTo>
                  <a:pt x="603727" y="110259"/>
                </a:lnTo>
                <a:lnTo>
                  <a:pt x="604227" y="110570"/>
                </a:lnTo>
                <a:lnTo>
                  <a:pt x="604732" y="110873"/>
                </a:lnTo>
                <a:lnTo>
                  <a:pt x="605243" y="111167"/>
                </a:lnTo>
                <a:lnTo>
                  <a:pt x="605760" y="111453"/>
                </a:lnTo>
                <a:lnTo>
                  <a:pt x="606282" y="111731"/>
                </a:lnTo>
                <a:lnTo>
                  <a:pt x="606810" y="112001"/>
                </a:lnTo>
                <a:lnTo>
                  <a:pt x="607343" y="112262"/>
                </a:lnTo>
                <a:lnTo>
                  <a:pt x="607882" y="112514"/>
                </a:lnTo>
                <a:lnTo>
                  <a:pt x="608427" y="112759"/>
                </a:lnTo>
                <a:lnTo>
                  <a:pt x="608989" y="112994"/>
                </a:lnTo>
                <a:lnTo>
                  <a:pt x="609553" y="113219"/>
                </a:lnTo>
                <a:lnTo>
                  <a:pt x="610121" y="113435"/>
                </a:lnTo>
                <a:lnTo>
                  <a:pt x="610691" y="113640"/>
                </a:lnTo>
                <a:lnTo>
                  <a:pt x="611264" y="113835"/>
                </a:lnTo>
                <a:lnTo>
                  <a:pt x="611840" y="114020"/>
                </a:lnTo>
                <a:lnTo>
                  <a:pt x="612419" y="114195"/>
                </a:lnTo>
                <a:lnTo>
                  <a:pt x="613000" y="114361"/>
                </a:lnTo>
                <a:lnTo>
                  <a:pt x="613584" y="114516"/>
                </a:lnTo>
                <a:lnTo>
                  <a:pt x="614171" y="114661"/>
                </a:lnTo>
                <a:lnTo>
                  <a:pt x="614761" y="114796"/>
                </a:lnTo>
                <a:lnTo>
                  <a:pt x="615354" y="114921"/>
                </a:lnTo>
                <a:lnTo>
                  <a:pt x="615949" y="115036"/>
                </a:lnTo>
                <a:lnTo>
                  <a:pt x="616547" y="115141"/>
                </a:lnTo>
                <a:lnTo>
                  <a:pt x="617148" y="115236"/>
                </a:lnTo>
                <a:lnTo>
                  <a:pt x="617752" y="115322"/>
                </a:lnTo>
                <a:lnTo>
                  <a:pt x="618358" y="115397"/>
                </a:lnTo>
                <a:lnTo>
                  <a:pt x="618968" y="115462"/>
                </a:lnTo>
                <a:lnTo>
                  <a:pt x="619580" y="115517"/>
                </a:lnTo>
                <a:lnTo>
                  <a:pt x="620194" y="115562"/>
                </a:lnTo>
                <a:lnTo>
                  <a:pt x="620812" y="115597"/>
                </a:lnTo>
                <a:lnTo>
                  <a:pt x="621432" y="115622"/>
                </a:lnTo>
                <a:lnTo>
                  <a:pt x="622056" y="115637"/>
                </a:lnTo>
                <a:lnTo>
                  <a:pt x="622682" y="115642"/>
                </a:lnTo>
                <a:lnTo>
                  <a:pt x="624604" y="115642"/>
                </a:lnTo>
                <a:lnTo>
                  <a:pt x="625414" y="115635"/>
                </a:lnTo>
                <a:lnTo>
                  <a:pt x="626216" y="115615"/>
                </a:lnTo>
                <a:lnTo>
                  <a:pt x="627011" y="115582"/>
                </a:lnTo>
                <a:lnTo>
                  <a:pt x="627798" y="115535"/>
                </a:lnTo>
                <a:close/>
                <a:moveTo>
                  <a:pt x="916257" y="115500"/>
                </a:moveTo>
                <a:lnTo>
                  <a:pt x="917192" y="115419"/>
                </a:lnTo>
                <a:lnTo>
                  <a:pt x="918116" y="115322"/>
                </a:lnTo>
                <a:lnTo>
                  <a:pt x="919027" y="115206"/>
                </a:lnTo>
                <a:lnTo>
                  <a:pt x="919927" y="115072"/>
                </a:lnTo>
                <a:lnTo>
                  <a:pt x="920816" y="114921"/>
                </a:lnTo>
                <a:lnTo>
                  <a:pt x="921693" y="114752"/>
                </a:lnTo>
                <a:lnTo>
                  <a:pt x="922558" y="114565"/>
                </a:lnTo>
                <a:lnTo>
                  <a:pt x="923411" y="114361"/>
                </a:lnTo>
                <a:lnTo>
                  <a:pt x="924253" y="114138"/>
                </a:lnTo>
                <a:lnTo>
                  <a:pt x="925083" y="113898"/>
                </a:lnTo>
                <a:lnTo>
                  <a:pt x="925901" y="113640"/>
                </a:lnTo>
                <a:lnTo>
                  <a:pt x="926708" y="113364"/>
                </a:lnTo>
                <a:lnTo>
                  <a:pt x="927503" y="113070"/>
                </a:lnTo>
                <a:lnTo>
                  <a:pt x="928286" y="112759"/>
                </a:lnTo>
                <a:lnTo>
                  <a:pt x="929058" y="112430"/>
                </a:lnTo>
                <a:lnTo>
                  <a:pt x="929818" y="112083"/>
                </a:lnTo>
                <a:lnTo>
                  <a:pt x="930566" y="111718"/>
                </a:lnTo>
                <a:lnTo>
                  <a:pt x="931303" y="111335"/>
                </a:lnTo>
                <a:lnTo>
                  <a:pt x="932028" y="110935"/>
                </a:lnTo>
                <a:lnTo>
                  <a:pt x="932741" y="110517"/>
                </a:lnTo>
                <a:lnTo>
                  <a:pt x="933441" y="110069"/>
                </a:lnTo>
                <a:lnTo>
                  <a:pt x="934128" y="109608"/>
                </a:lnTo>
                <a:lnTo>
                  <a:pt x="934801" y="109133"/>
                </a:lnTo>
                <a:lnTo>
                  <a:pt x="935459" y="108643"/>
                </a:lnTo>
                <a:lnTo>
                  <a:pt x="936104" y="108140"/>
                </a:lnTo>
                <a:lnTo>
                  <a:pt x="936735" y="107623"/>
                </a:lnTo>
                <a:lnTo>
                  <a:pt x="937352" y="107093"/>
                </a:lnTo>
                <a:lnTo>
                  <a:pt x="937955" y="106548"/>
                </a:lnTo>
                <a:lnTo>
                  <a:pt x="938545" y="105989"/>
                </a:lnTo>
                <a:lnTo>
                  <a:pt x="939120" y="105417"/>
                </a:lnTo>
                <a:lnTo>
                  <a:pt x="939681" y="104830"/>
                </a:lnTo>
                <a:lnTo>
                  <a:pt x="940229" y="104230"/>
                </a:lnTo>
                <a:lnTo>
                  <a:pt x="940762" y="103616"/>
                </a:lnTo>
                <a:lnTo>
                  <a:pt x="941282" y="102987"/>
                </a:lnTo>
                <a:lnTo>
                  <a:pt x="941788" y="102345"/>
                </a:lnTo>
                <a:lnTo>
                  <a:pt x="942280" y="101689"/>
                </a:lnTo>
                <a:lnTo>
                  <a:pt x="942758" y="101020"/>
                </a:lnTo>
                <a:lnTo>
                  <a:pt x="943222" y="100336"/>
                </a:lnTo>
                <a:lnTo>
                  <a:pt x="943672" y="99638"/>
                </a:lnTo>
                <a:lnTo>
                  <a:pt x="944108" y="98927"/>
                </a:lnTo>
                <a:lnTo>
                  <a:pt x="944531" y="98201"/>
                </a:lnTo>
                <a:lnTo>
                  <a:pt x="944939" y="97462"/>
                </a:lnTo>
                <a:lnTo>
                  <a:pt x="945334" y="96708"/>
                </a:lnTo>
                <a:lnTo>
                  <a:pt x="945715" y="95941"/>
                </a:lnTo>
                <a:lnTo>
                  <a:pt x="946081" y="95162"/>
                </a:lnTo>
                <a:lnTo>
                  <a:pt x="946431" y="94373"/>
                </a:lnTo>
                <a:lnTo>
                  <a:pt x="946766" y="93574"/>
                </a:lnTo>
                <a:lnTo>
                  <a:pt x="947085" y="92764"/>
                </a:lnTo>
                <a:lnTo>
                  <a:pt x="947389" y="91945"/>
                </a:lnTo>
                <a:lnTo>
                  <a:pt x="947677" y="91116"/>
                </a:lnTo>
                <a:lnTo>
                  <a:pt x="947949" y="90277"/>
                </a:lnTo>
                <a:lnTo>
                  <a:pt x="948206" y="89428"/>
                </a:lnTo>
                <a:lnTo>
                  <a:pt x="948447" y="88568"/>
                </a:lnTo>
                <a:lnTo>
                  <a:pt x="948673" y="87699"/>
                </a:lnTo>
                <a:lnTo>
                  <a:pt x="948884" y="86820"/>
                </a:lnTo>
                <a:lnTo>
                  <a:pt x="949078" y="85931"/>
                </a:lnTo>
                <a:lnTo>
                  <a:pt x="949257" y="85031"/>
                </a:lnTo>
                <a:lnTo>
                  <a:pt x="949421" y="84122"/>
                </a:lnTo>
                <a:lnTo>
                  <a:pt x="949569" y="83203"/>
                </a:lnTo>
                <a:lnTo>
                  <a:pt x="949701" y="82273"/>
                </a:lnTo>
                <a:lnTo>
                  <a:pt x="949818" y="81334"/>
                </a:lnTo>
                <a:lnTo>
                  <a:pt x="949919" y="80385"/>
                </a:lnTo>
                <a:lnTo>
                  <a:pt x="950005" y="79425"/>
                </a:lnTo>
                <a:lnTo>
                  <a:pt x="950075" y="78456"/>
                </a:lnTo>
                <a:lnTo>
                  <a:pt x="950129" y="77477"/>
                </a:lnTo>
                <a:lnTo>
                  <a:pt x="950168" y="76487"/>
                </a:lnTo>
                <a:lnTo>
                  <a:pt x="950192" y="75488"/>
                </a:lnTo>
                <a:lnTo>
                  <a:pt x="950199" y="74479"/>
                </a:lnTo>
                <a:lnTo>
                  <a:pt x="950199" y="71756"/>
                </a:lnTo>
                <a:lnTo>
                  <a:pt x="950192" y="70759"/>
                </a:lnTo>
                <a:lnTo>
                  <a:pt x="950168" y="69772"/>
                </a:lnTo>
                <a:lnTo>
                  <a:pt x="950129" y="68795"/>
                </a:lnTo>
                <a:lnTo>
                  <a:pt x="950075" y="67827"/>
                </a:lnTo>
                <a:lnTo>
                  <a:pt x="950005" y="66869"/>
                </a:lnTo>
                <a:lnTo>
                  <a:pt x="949919" y="65920"/>
                </a:lnTo>
                <a:lnTo>
                  <a:pt x="949818" y="64980"/>
                </a:lnTo>
                <a:lnTo>
                  <a:pt x="949701" y="64050"/>
                </a:lnTo>
                <a:lnTo>
                  <a:pt x="949569" y="63129"/>
                </a:lnTo>
                <a:lnTo>
                  <a:pt x="949421" y="62218"/>
                </a:lnTo>
                <a:lnTo>
                  <a:pt x="949257" y="61316"/>
                </a:lnTo>
                <a:lnTo>
                  <a:pt x="949078" y="60424"/>
                </a:lnTo>
                <a:lnTo>
                  <a:pt x="948884" y="59541"/>
                </a:lnTo>
                <a:lnTo>
                  <a:pt x="948673" y="58667"/>
                </a:lnTo>
                <a:lnTo>
                  <a:pt x="948447" y="57803"/>
                </a:lnTo>
                <a:lnTo>
                  <a:pt x="948206" y="56949"/>
                </a:lnTo>
                <a:lnTo>
                  <a:pt x="947949" y="56104"/>
                </a:lnTo>
                <a:lnTo>
                  <a:pt x="947677" y="55268"/>
                </a:lnTo>
                <a:lnTo>
                  <a:pt x="947389" y="54442"/>
                </a:lnTo>
                <a:lnTo>
                  <a:pt x="947085" y="53625"/>
                </a:lnTo>
                <a:lnTo>
                  <a:pt x="946766" y="52818"/>
                </a:lnTo>
                <a:lnTo>
                  <a:pt x="946431" y="52020"/>
                </a:lnTo>
                <a:lnTo>
                  <a:pt x="946081" y="51232"/>
                </a:lnTo>
                <a:lnTo>
                  <a:pt x="945715" y="50453"/>
                </a:lnTo>
                <a:lnTo>
                  <a:pt x="945334" y="49686"/>
                </a:lnTo>
                <a:lnTo>
                  <a:pt x="944939" y="48933"/>
                </a:lnTo>
                <a:lnTo>
                  <a:pt x="944531" y="48193"/>
                </a:lnTo>
                <a:lnTo>
                  <a:pt x="944108" y="47468"/>
                </a:lnTo>
                <a:lnTo>
                  <a:pt x="943672" y="46756"/>
                </a:lnTo>
                <a:lnTo>
                  <a:pt x="943222" y="46059"/>
                </a:lnTo>
                <a:lnTo>
                  <a:pt x="942758" y="45375"/>
                </a:lnTo>
                <a:lnTo>
                  <a:pt x="942280" y="44705"/>
                </a:lnTo>
                <a:lnTo>
                  <a:pt x="941788" y="44049"/>
                </a:lnTo>
                <a:lnTo>
                  <a:pt x="941282" y="43407"/>
                </a:lnTo>
                <a:lnTo>
                  <a:pt x="940762" y="42779"/>
                </a:lnTo>
                <a:lnTo>
                  <a:pt x="940229" y="42164"/>
                </a:lnTo>
                <a:lnTo>
                  <a:pt x="939681" y="41564"/>
                </a:lnTo>
                <a:lnTo>
                  <a:pt x="939120" y="40978"/>
                </a:lnTo>
                <a:lnTo>
                  <a:pt x="938545" y="40405"/>
                </a:lnTo>
                <a:lnTo>
                  <a:pt x="937955" y="39846"/>
                </a:lnTo>
                <a:lnTo>
                  <a:pt x="937352" y="39302"/>
                </a:lnTo>
                <a:lnTo>
                  <a:pt x="936735" y="38771"/>
                </a:lnTo>
                <a:lnTo>
                  <a:pt x="936104" y="38254"/>
                </a:lnTo>
                <a:lnTo>
                  <a:pt x="935459" y="37751"/>
                </a:lnTo>
                <a:lnTo>
                  <a:pt x="934801" y="37262"/>
                </a:lnTo>
                <a:lnTo>
                  <a:pt x="934128" y="36787"/>
                </a:lnTo>
                <a:lnTo>
                  <a:pt x="933441" y="36325"/>
                </a:lnTo>
                <a:lnTo>
                  <a:pt x="932741" y="35878"/>
                </a:lnTo>
                <a:lnTo>
                  <a:pt x="932027" y="35447"/>
                </a:lnTo>
                <a:lnTo>
                  <a:pt x="931302" y="35034"/>
                </a:lnTo>
                <a:lnTo>
                  <a:pt x="930564" y="34639"/>
                </a:lnTo>
                <a:lnTo>
                  <a:pt x="929813" y="34263"/>
                </a:lnTo>
                <a:lnTo>
                  <a:pt x="929051" y="33905"/>
                </a:lnTo>
                <a:lnTo>
                  <a:pt x="928276" y="33565"/>
                </a:lnTo>
                <a:lnTo>
                  <a:pt x="927489" y="33244"/>
                </a:lnTo>
                <a:lnTo>
                  <a:pt x="926690" y="32941"/>
                </a:lnTo>
                <a:lnTo>
                  <a:pt x="925879" y="32657"/>
                </a:lnTo>
                <a:lnTo>
                  <a:pt x="925055" y="32391"/>
                </a:lnTo>
                <a:lnTo>
                  <a:pt x="924219" y="32143"/>
                </a:lnTo>
                <a:lnTo>
                  <a:pt x="923371" y="31914"/>
                </a:lnTo>
                <a:lnTo>
                  <a:pt x="922511" y="31703"/>
                </a:lnTo>
                <a:lnTo>
                  <a:pt x="921638" y="31510"/>
                </a:lnTo>
                <a:lnTo>
                  <a:pt x="920753" y="31336"/>
                </a:lnTo>
                <a:lnTo>
                  <a:pt x="919856" y="31180"/>
                </a:lnTo>
                <a:lnTo>
                  <a:pt x="918947" y="31042"/>
                </a:lnTo>
                <a:lnTo>
                  <a:pt x="918025" y="30923"/>
                </a:lnTo>
                <a:lnTo>
                  <a:pt x="917092" y="30822"/>
                </a:lnTo>
                <a:lnTo>
                  <a:pt x="916146" y="30739"/>
                </a:lnTo>
                <a:lnTo>
                  <a:pt x="915187" y="30675"/>
                </a:lnTo>
                <a:lnTo>
                  <a:pt x="914217" y="30629"/>
                </a:lnTo>
                <a:lnTo>
                  <a:pt x="913234" y="30601"/>
                </a:lnTo>
                <a:lnTo>
                  <a:pt x="912239" y="30592"/>
                </a:lnTo>
                <a:lnTo>
                  <a:pt x="911271" y="30601"/>
                </a:lnTo>
                <a:lnTo>
                  <a:pt x="910313" y="30629"/>
                </a:lnTo>
                <a:lnTo>
                  <a:pt x="909366" y="30675"/>
                </a:lnTo>
                <a:lnTo>
                  <a:pt x="908431" y="30739"/>
                </a:lnTo>
                <a:lnTo>
                  <a:pt x="907507" y="30822"/>
                </a:lnTo>
                <a:lnTo>
                  <a:pt x="906593" y="30923"/>
                </a:lnTo>
                <a:lnTo>
                  <a:pt x="905691" y="31042"/>
                </a:lnTo>
                <a:lnTo>
                  <a:pt x="904800" y="31180"/>
                </a:lnTo>
                <a:lnTo>
                  <a:pt x="903921" y="31336"/>
                </a:lnTo>
                <a:lnTo>
                  <a:pt x="903052" y="31510"/>
                </a:lnTo>
                <a:lnTo>
                  <a:pt x="902194" y="31703"/>
                </a:lnTo>
                <a:lnTo>
                  <a:pt x="901348" y="31914"/>
                </a:lnTo>
                <a:lnTo>
                  <a:pt x="900513" y="32143"/>
                </a:lnTo>
                <a:lnTo>
                  <a:pt x="899688" y="32391"/>
                </a:lnTo>
                <a:lnTo>
                  <a:pt x="898875" y="32657"/>
                </a:lnTo>
                <a:lnTo>
                  <a:pt x="898073" y="32941"/>
                </a:lnTo>
                <a:lnTo>
                  <a:pt x="897282" y="33244"/>
                </a:lnTo>
                <a:lnTo>
                  <a:pt x="896503" y="33565"/>
                </a:lnTo>
                <a:lnTo>
                  <a:pt x="895734" y="33905"/>
                </a:lnTo>
                <a:lnTo>
                  <a:pt x="894977" y="34263"/>
                </a:lnTo>
                <a:lnTo>
                  <a:pt x="894230" y="34639"/>
                </a:lnTo>
                <a:lnTo>
                  <a:pt x="893495" y="35034"/>
                </a:lnTo>
                <a:lnTo>
                  <a:pt x="892771" y="35447"/>
                </a:lnTo>
                <a:lnTo>
                  <a:pt x="892058" y="35878"/>
                </a:lnTo>
                <a:lnTo>
                  <a:pt x="891358" y="36312"/>
                </a:lnTo>
                <a:lnTo>
                  <a:pt x="890671" y="36761"/>
                </a:lnTo>
                <a:lnTo>
                  <a:pt x="889998" y="37224"/>
                </a:lnTo>
                <a:lnTo>
                  <a:pt x="889340" y="37702"/>
                </a:lnTo>
                <a:lnTo>
                  <a:pt x="888695" y="38194"/>
                </a:lnTo>
                <a:lnTo>
                  <a:pt x="888064" y="38701"/>
                </a:lnTo>
                <a:lnTo>
                  <a:pt x="887447" y="39222"/>
                </a:lnTo>
                <a:lnTo>
                  <a:pt x="886844" y="39757"/>
                </a:lnTo>
                <a:lnTo>
                  <a:pt x="886254" y="40307"/>
                </a:lnTo>
                <a:lnTo>
                  <a:pt x="885679" y="40872"/>
                </a:lnTo>
                <a:lnTo>
                  <a:pt x="885118" y="41451"/>
                </a:lnTo>
                <a:lnTo>
                  <a:pt x="884570" y="42044"/>
                </a:lnTo>
                <a:lnTo>
                  <a:pt x="884037" y="42652"/>
                </a:lnTo>
                <a:lnTo>
                  <a:pt x="883517" y="43275"/>
                </a:lnTo>
                <a:lnTo>
                  <a:pt x="883011" y="43911"/>
                </a:lnTo>
                <a:lnTo>
                  <a:pt x="882519" y="44563"/>
                </a:lnTo>
                <a:lnTo>
                  <a:pt x="882041" y="45228"/>
                </a:lnTo>
                <a:lnTo>
                  <a:pt x="881577" y="45908"/>
                </a:lnTo>
                <a:lnTo>
                  <a:pt x="881127" y="46603"/>
                </a:lnTo>
                <a:lnTo>
                  <a:pt x="880691" y="47312"/>
                </a:lnTo>
                <a:lnTo>
                  <a:pt x="880268" y="48036"/>
                </a:lnTo>
                <a:lnTo>
                  <a:pt x="879860" y="48774"/>
                </a:lnTo>
                <a:lnTo>
                  <a:pt x="879465" y="49526"/>
                </a:lnTo>
                <a:lnTo>
                  <a:pt x="879084" y="50293"/>
                </a:lnTo>
                <a:lnTo>
                  <a:pt x="878718" y="51072"/>
                </a:lnTo>
                <a:lnTo>
                  <a:pt x="878368" y="51861"/>
                </a:lnTo>
                <a:lnTo>
                  <a:pt x="878033" y="52661"/>
                </a:lnTo>
                <a:lnTo>
                  <a:pt x="877714" y="53470"/>
                </a:lnTo>
                <a:lnTo>
                  <a:pt x="877410" y="54289"/>
                </a:lnTo>
                <a:lnTo>
                  <a:pt x="877122" y="55118"/>
                </a:lnTo>
                <a:lnTo>
                  <a:pt x="876850" y="55957"/>
                </a:lnTo>
                <a:lnTo>
                  <a:pt x="876593" y="56807"/>
                </a:lnTo>
                <a:lnTo>
                  <a:pt x="876351" y="57666"/>
                </a:lnTo>
                <a:lnTo>
                  <a:pt x="876126" y="58535"/>
                </a:lnTo>
                <a:lnTo>
                  <a:pt x="875915" y="59414"/>
                </a:lnTo>
                <a:lnTo>
                  <a:pt x="875721" y="60304"/>
                </a:lnTo>
                <a:lnTo>
                  <a:pt x="875542" y="61203"/>
                </a:lnTo>
                <a:lnTo>
                  <a:pt x="875378" y="62112"/>
                </a:lnTo>
                <a:lnTo>
                  <a:pt x="875230" y="63031"/>
                </a:lnTo>
                <a:lnTo>
                  <a:pt x="875098" y="63961"/>
                </a:lnTo>
                <a:lnTo>
                  <a:pt x="874981" y="64900"/>
                </a:lnTo>
                <a:lnTo>
                  <a:pt x="874880" y="65849"/>
                </a:lnTo>
                <a:lnTo>
                  <a:pt x="874794" y="66809"/>
                </a:lnTo>
                <a:lnTo>
                  <a:pt x="874724" y="67778"/>
                </a:lnTo>
                <a:lnTo>
                  <a:pt x="874670" y="68757"/>
                </a:lnTo>
                <a:lnTo>
                  <a:pt x="874631" y="69747"/>
                </a:lnTo>
                <a:lnTo>
                  <a:pt x="874607" y="70746"/>
                </a:lnTo>
                <a:lnTo>
                  <a:pt x="874600" y="71756"/>
                </a:lnTo>
                <a:lnTo>
                  <a:pt x="874600" y="74479"/>
                </a:lnTo>
                <a:lnTo>
                  <a:pt x="874607" y="75462"/>
                </a:lnTo>
                <a:lnTo>
                  <a:pt x="874631" y="76437"/>
                </a:lnTo>
                <a:lnTo>
                  <a:pt x="874670" y="77404"/>
                </a:lnTo>
                <a:lnTo>
                  <a:pt x="874724" y="78363"/>
                </a:lnTo>
                <a:lnTo>
                  <a:pt x="874794" y="79313"/>
                </a:lnTo>
                <a:lnTo>
                  <a:pt x="874880" y="80255"/>
                </a:lnTo>
                <a:lnTo>
                  <a:pt x="874981" y="81188"/>
                </a:lnTo>
                <a:lnTo>
                  <a:pt x="875098" y="82113"/>
                </a:lnTo>
                <a:lnTo>
                  <a:pt x="875230" y="83030"/>
                </a:lnTo>
                <a:lnTo>
                  <a:pt x="875378" y="83938"/>
                </a:lnTo>
                <a:lnTo>
                  <a:pt x="875542" y="84839"/>
                </a:lnTo>
                <a:lnTo>
                  <a:pt x="875721" y="85730"/>
                </a:lnTo>
                <a:lnTo>
                  <a:pt x="875915" y="86614"/>
                </a:lnTo>
                <a:lnTo>
                  <a:pt x="876126" y="87489"/>
                </a:lnTo>
                <a:lnTo>
                  <a:pt x="876351" y="88356"/>
                </a:lnTo>
                <a:lnTo>
                  <a:pt x="876593" y="89214"/>
                </a:lnTo>
                <a:lnTo>
                  <a:pt x="876850" y="90064"/>
                </a:lnTo>
                <a:lnTo>
                  <a:pt x="877122" y="90906"/>
                </a:lnTo>
                <a:lnTo>
                  <a:pt x="877410" y="91739"/>
                </a:lnTo>
                <a:lnTo>
                  <a:pt x="877714" y="92564"/>
                </a:lnTo>
                <a:lnTo>
                  <a:pt x="878033" y="93381"/>
                </a:lnTo>
                <a:lnTo>
                  <a:pt x="878368" y="94189"/>
                </a:lnTo>
                <a:lnTo>
                  <a:pt x="878718" y="94989"/>
                </a:lnTo>
                <a:lnTo>
                  <a:pt x="879084" y="95781"/>
                </a:lnTo>
                <a:lnTo>
                  <a:pt x="879465" y="96548"/>
                </a:lnTo>
                <a:lnTo>
                  <a:pt x="879860" y="97301"/>
                </a:lnTo>
                <a:lnTo>
                  <a:pt x="880268" y="98041"/>
                </a:lnTo>
                <a:lnTo>
                  <a:pt x="880691" y="98766"/>
                </a:lnTo>
                <a:lnTo>
                  <a:pt x="881127" y="99478"/>
                </a:lnTo>
                <a:lnTo>
                  <a:pt x="881577" y="100176"/>
                </a:lnTo>
                <a:lnTo>
                  <a:pt x="882041" y="100859"/>
                </a:lnTo>
                <a:lnTo>
                  <a:pt x="882519" y="101529"/>
                </a:lnTo>
                <a:lnTo>
                  <a:pt x="883011" y="102185"/>
                </a:lnTo>
                <a:lnTo>
                  <a:pt x="883517" y="102827"/>
                </a:lnTo>
                <a:lnTo>
                  <a:pt x="884037" y="103455"/>
                </a:lnTo>
                <a:lnTo>
                  <a:pt x="884570" y="104070"/>
                </a:lnTo>
                <a:lnTo>
                  <a:pt x="885118" y="104670"/>
                </a:lnTo>
                <a:lnTo>
                  <a:pt x="885679" y="105257"/>
                </a:lnTo>
                <a:lnTo>
                  <a:pt x="886254" y="105829"/>
                </a:lnTo>
                <a:lnTo>
                  <a:pt x="886844" y="106388"/>
                </a:lnTo>
                <a:lnTo>
                  <a:pt x="887447" y="106932"/>
                </a:lnTo>
                <a:lnTo>
                  <a:pt x="888064" y="107463"/>
                </a:lnTo>
                <a:lnTo>
                  <a:pt x="888695" y="107980"/>
                </a:lnTo>
                <a:lnTo>
                  <a:pt x="889340" y="108483"/>
                </a:lnTo>
                <a:lnTo>
                  <a:pt x="889998" y="108972"/>
                </a:lnTo>
                <a:lnTo>
                  <a:pt x="890671" y="109448"/>
                </a:lnTo>
                <a:lnTo>
                  <a:pt x="891358" y="109909"/>
                </a:lnTo>
                <a:lnTo>
                  <a:pt x="892058" y="110356"/>
                </a:lnTo>
                <a:lnTo>
                  <a:pt x="892771" y="110788"/>
                </a:lnTo>
                <a:lnTo>
                  <a:pt x="893496" y="111201"/>
                </a:lnTo>
                <a:lnTo>
                  <a:pt x="894233" y="111595"/>
                </a:lnTo>
                <a:lnTo>
                  <a:pt x="894981" y="111971"/>
                </a:lnTo>
                <a:lnTo>
                  <a:pt x="895741" y="112329"/>
                </a:lnTo>
                <a:lnTo>
                  <a:pt x="896513" y="112669"/>
                </a:lnTo>
                <a:lnTo>
                  <a:pt x="897296" y="112990"/>
                </a:lnTo>
                <a:lnTo>
                  <a:pt x="898091" y="113293"/>
                </a:lnTo>
                <a:lnTo>
                  <a:pt x="898898" y="113577"/>
                </a:lnTo>
                <a:lnTo>
                  <a:pt x="899716" y="113843"/>
                </a:lnTo>
                <a:lnTo>
                  <a:pt x="900546" y="114091"/>
                </a:lnTo>
                <a:lnTo>
                  <a:pt x="901388" y="114321"/>
                </a:lnTo>
                <a:lnTo>
                  <a:pt x="902241" y="114532"/>
                </a:lnTo>
                <a:lnTo>
                  <a:pt x="903106" y="114724"/>
                </a:lnTo>
                <a:lnTo>
                  <a:pt x="903983" y="114899"/>
                </a:lnTo>
                <a:lnTo>
                  <a:pt x="904872" y="115055"/>
                </a:lnTo>
                <a:lnTo>
                  <a:pt x="905772" y="115192"/>
                </a:lnTo>
                <a:lnTo>
                  <a:pt x="906683" y="115312"/>
                </a:lnTo>
                <a:lnTo>
                  <a:pt x="907607" y="115413"/>
                </a:lnTo>
                <a:lnTo>
                  <a:pt x="908542" y="115495"/>
                </a:lnTo>
                <a:lnTo>
                  <a:pt x="909489" y="115559"/>
                </a:lnTo>
                <a:lnTo>
                  <a:pt x="910447" y="115605"/>
                </a:lnTo>
                <a:lnTo>
                  <a:pt x="911418" y="115633"/>
                </a:lnTo>
                <a:lnTo>
                  <a:pt x="912399" y="115642"/>
                </a:lnTo>
                <a:lnTo>
                  <a:pt x="913381" y="115633"/>
                </a:lnTo>
                <a:lnTo>
                  <a:pt x="914352" y="115606"/>
                </a:lnTo>
                <a:lnTo>
                  <a:pt x="915310" y="115562"/>
                </a:lnTo>
                <a:lnTo>
                  <a:pt x="916257" y="115500"/>
                </a:lnTo>
                <a:close/>
                <a:moveTo>
                  <a:pt x="909441" y="104083"/>
                </a:moveTo>
                <a:lnTo>
                  <a:pt x="908728" y="103978"/>
                </a:lnTo>
                <a:lnTo>
                  <a:pt x="908025" y="103849"/>
                </a:lnTo>
                <a:lnTo>
                  <a:pt x="907333" y="103698"/>
                </a:lnTo>
                <a:lnTo>
                  <a:pt x="906651" y="103522"/>
                </a:lnTo>
                <a:lnTo>
                  <a:pt x="905980" y="103324"/>
                </a:lnTo>
                <a:lnTo>
                  <a:pt x="905320" y="103102"/>
                </a:lnTo>
                <a:lnTo>
                  <a:pt x="904670" y="102857"/>
                </a:lnTo>
                <a:lnTo>
                  <a:pt x="904031" y="102588"/>
                </a:lnTo>
                <a:lnTo>
                  <a:pt x="903402" y="102296"/>
                </a:lnTo>
                <a:lnTo>
                  <a:pt x="902784" y="101981"/>
                </a:lnTo>
                <a:lnTo>
                  <a:pt x="902176" y="101642"/>
                </a:lnTo>
                <a:lnTo>
                  <a:pt x="901579" y="101280"/>
                </a:lnTo>
                <a:lnTo>
                  <a:pt x="900993" y="100895"/>
                </a:lnTo>
                <a:lnTo>
                  <a:pt x="900417" y="100486"/>
                </a:lnTo>
                <a:lnTo>
                  <a:pt x="899852" y="100054"/>
                </a:lnTo>
                <a:lnTo>
                  <a:pt x="899297" y="99598"/>
                </a:lnTo>
                <a:lnTo>
                  <a:pt x="898753" y="99120"/>
                </a:lnTo>
                <a:lnTo>
                  <a:pt x="898219" y="98617"/>
                </a:lnTo>
                <a:lnTo>
                  <a:pt x="897696" y="98092"/>
                </a:lnTo>
                <a:lnTo>
                  <a:pt x="897183" y="97543"/>
                </a:lnTo>
                <a:lnTo>
                  <a:pt x="896700" y="96960"/>
                </a:lnTo>
                <a:lnTo>
                  <a:pt x="896237" y="96358"/>
                </a:lnTo>
                <a:lnTo>
                  <a:pt x="895794" y="95738"/>
                </a:lnTo>
                <a:lnTo>
                  <a:pt x="895373" y="95100"/>
                </a:lnTo>
                <a:lnTo>
                  <a:pt x="894971" y="94444"/>
                </a:lnTo>
                <a:lnTo>
                  <a:pt x="894591" y="93769"/>
                </a:lnTo>
                <a:lnTo>
                  <a:pt x="894231" y="93076"/>
                </a:lnTo>
                <a:lnTo>
                  <a:pt x="893891" y="92364"/>
                </a:lnTo>
                <a:lnTo>
                  <a:pt x="893572" y="91634"/>
                </a:lnTo>
                <a:lnTo>
                  <a:pt x="893274" y="90886"/>
                </a:lnTo>
                <a:lnTo>
                  <a:pt x="892996" y="90119"/>
                </a:lnTo>
                <a:lnTo>
                  <a:pt x="892739" y="89334"/>
                </a:lnTo>
                <a:lnTo>
                  <a:pt x="892502" y="88531"/>
                </a:lnTo>
                <a:lnTo>
                  <a:pt x="892286" y="87709"/>
                </a:lnTo>
                <a:lnTo>
                  <a:pt x="892091" y="86869"/>
                </a:lnTo>
                <a:lnTo>
                  <a:pt x="891916" y="86011"/>
                </a:lnTo>
                <a:lnTo>
                  <a:pt x="891761" y="85134"/>
                </a:lnTo>
                <a:lnTo>
                  <a:pt x="891628" y="84239"/>
                </a:lnTo>
                <a:lnTo>
                  <a:pt x="891514" y="83325"/>
                </a:lnTo>
                <a:lnTo>
                  <a:pt x="891422" y="82394"/>
                </a:lnTo>
                <a:lnTo>
                  <a:pt x="891350" y="81443"/>
                </a:lnTo>
                <a:lnTo>
                  <a:pt x="891298" y="80475"/>
                </a:lnTo>
                <a:lnTo>
                  <a:pt x="891267" y="79488"/>
                </a:lnTo>
                <a:lnTo>
                  <a:pt x="891257" y="78483"/>
                </a:lnTo>
                <a:lnTo>
                  <a:pt x="891257" y="67751"/>
                </a:lnTo>
                <a:lnTo>
                  <a:pt x="891267" y="66746"/>
                </a:lnTo>
                <a:lnTo>
                  <a:pt x="891298" y="65760"/>
                </a:lnTo>
                <a:lnTo>
                  <a:pt x="891350" y="64793"/>
                </a:lnTo>
                <a:lnTo>
                  <a:pt x="891422" y="63845"/>
                </a:lnTo>
                <a:lnTo>
                  <a:pt x="891514" y="62916"/>
                </a:lnTo>
                <a:lnTo>
                  <a:pt x="891628" y="62005"/>
                </a:lnTo>
                <a:lnTo>
                  <a:pt x="891761" y="61114"/>
                </a:lnTo>
                <a:lnTo>
                  <a:pt x="891916" y="60241"/>
                </a:lnTo>
                <a:lnTo>
                  <a:pt x="892091" y="59388"/>
                </a:lnTo>
                <a:lnTo>
                  <a:pt x="892286" y="58553"/>
                </a:lnTo>
                <a:lnTo>
                  <a:pt x="892502" y="57737"/>
                </a:lnTo>
                <a:lnTo>
                  <a:pt x="892739" y="56940"/>
                </a:lnTo>
                <a:lnTo>
                  <a:pt x="892996" y="56162"/>
                </a:lnTo>
                <a:lnTo>
                  <a:pt x="893274" y="55403"/>
                </a:lnTo>
                <a:lnTo>
                  <a:pt x="893572" y="54663"/>
                </a:lnTo>
                <a:lnTo>
                  <a:pt x="893891" y="53941"/>
                </a:lnTo>
                <a:lnTo>
                  <a:pt x="894231" y="53239"/>
                </a:lnTo>
                <a:lnTo>
                  <a:pt x="894591" y="52555"/>
                </a:lnTo>
                <a:lnTo>
                  <a:pt x="894971" y="51891"/>
                </a:lnTo>
                <a:lnTo>
                  <a:pt x="895373" y="51245"/>
                </a:lnTo>
                <a:lnTo>
                  <a:pt x="895794" y="50618"/>
                </a:lnTo>
                <a:lnTo>
                  <a:pt x="896237" y="50011"/>
                </a:lnTo>
                <a:lnTo>
                  <a:pt x="896700" y="49422"/>
                </a:lnTo>
                <a:lnTo>
                  <a:pt x="897183" y="48852"/>
                </a:lnTo>
                <a:lnTo>
                  <a:pt x="897696" y="48290"/>
                </a:lnTo>
                <a:lnTo>
                  <a:pt x="898219" y="47751"/>
                </a:lnTo>
                <a:lnTo>
                  <a:pt x="898753" y="47237"/>
                </a:lnTo>
                <a:lnTo>
                  <a:pt x="899297" y="46747"/>
                </a:lnTo>
                <a:lnTo>
                  <a:pt x="899852" y="46281"/>
                </a:lnTo>
                <a:lnTo>
                  <a:pt x="900417" y="45838"/>
                </a:lnTo>
                <a:lnTo>
                  <a:pt x="900993" y="45420"/>
                </a:lnTo>
                <a:lnTo>
                  <a:pt x="901579" y="45025"/>
                </a:lnTo>
                <a:lnTo>
                  <a:pt x="902176" y="44655"/>
                </a:lnTo>
                <a:lnTo>
                  <a:pt x="902784" y="44308"/>
                </a:lnTo>
                <a:lnTo>
                  <a:pt x="903402" y="43985"/>
                </a:lnTo>
                <a:lnTo>
                  <a:pt x="904031" y="43686"/>
                </a:lnTo>
                <a:lnTo>
                  <a:pt x="904670" y="43411"/>
                </a:lnTo>
                <a:lnTo>
                  <a:pt x="905320" y="43160"/>
                </a:lnTo>
                <a:lnTo>
                  <a:pt x="905980" y="42933"/>
                </a:lnTo>
                <a:lnTo>
                  <a:pt x="906651" y="42729"/>
                </a:lnTo>
                <a:lnTo>
                  <a:pt x="907333" y="42550"/>
                </a:lnTo>
                <a:lnTo>
                  <a:pt x="908025" y="42395"/>
                </a:lnTo>
                <a:lnTo>
                  <a:pt x="908728" y="42263"/>
                </a:lnTo>
                <a:lnTo>
                  <a:pt x="909441" y="42156"/>
                </a:lnTo>
                <a:lnTo>
                  <a:pt x="910165" y="42072"/>
                </a:lnTo>
                <a:lnTo>
                  <a:pt x="910899" y="42012"/>
                </a:lnTo>
                <a:lnTo>
                  <a:pt x="911644" y="41976"/>
                </a:lnTo>
                <a:lnTo>
                  <a:pt x="912399" y="41964"/>
                </a:lnTo>
                <a:lnTo>
                  <a:pt x="913168" y="41976"/>
                </a:lnTo>
                <a:lnTo>
                  <a:pt x="913924" y="42012"/>
                </a:lnTo>
                <a:lnTo>
                  <a:pt x="914669" y="42072"/>
                </a:lnTo>
                <a:lnTo>
                  <a:pt x="915403" y="42156"/>
                </a:lnTo>
                <a:lnTo>
                  <a:pt x="916124" y="42263"/>
                </a:lnTo>
                <a:lnTo>
                  <a:pt x="916834" y="42395"/>
                </a:lnTo>
                <a:lnTo>
                  <a:pt x="917532" y="42550"/>
                </a:lnTo>
                <a:lnTo>
                  <a:pt x="918219" y="42729"/>
                </a:lnTo>
                <a:lnTo>
                  <a:pt x="918894" y="42933"/>
                </a:lnTo>
                <a:lnTo>
                  <a:pt x="919557" y="43160"/>
                </a:lnTo>
                <a:lnTo>
                  <a:pt x="920209" y="43411"/>
                </a:lnTo>
                <a:lnTo>
                  <a:pt x="920848" y="43686"/>
                </a:lnTo>
                <a:lnTo>
                  <a:pt x="921477" y="43985"/>
                </a:lnTo>
                <a:lnTo>
                  <a:pt x="922093" y="44308"/>
                </a:lnTo>
                <a:lnTo>
                  <a:pt x="922698" y="44655"/>
                </a:lnTo>
                <a:lnTo>
                  <a:pt x="923291" y="45025"/>
                </a:lnTo>
                <a:lnTo>
                  <a:pt x="923872" y="45420"/>
                </a:lnTo>
                <a:lnTo>
                  <a:pt x="924442" y="45838"/>
                </a:lnTo>
                <a:lnTo>
                  <a:pt x="925000" y="46281"/>
                </a:lnTo>
                <a:lnTo>
                  <a:pt x="925547" y="46747"/>
                </a:lnTo>
                <a:lnTo>
                  <a:pt x="926081" y="47237"/>
                </a:lnTo>
                <a:lnTo>
                  <a:pt x="926604" y="47751"/>
                </a:lnTo>
                <a:lnTo>
                  <a:pt x="927116" y="48290"/>
                </a:lnTo>
                <a:lnTo>
                  <a:pt x="927616" y="48852"/>
                </a:lnTo>
                <a:lnTo>
                  <a:pt x="928099" y="49422"/>
                </a:lnTo>
                <a:lnTo>
                  <a:pt x="928562" y="50011"/>
                </a:lnTo>
                <a:lnTo>
                  <a:pt x="929005" y="50618"/>
                </a:lnTo>
                <a:lnTo>
                  <a:pt x="929426" y="51245"/>
                </a:lnTo>
                <a:lnTo>
                  <a:pt x="929828" y="51891"/>
                </a:lnTo>
                <a:lnTo>
                  <a:pt x="930208" y="52555"/>
                </a:lnTo>
                <a:lnTo>
                  <a:pt x="930568" y="53239"/>
                </a:lnTo>
                <a:lnTo>
                  <a:pt x="930908" y="53941"/>
                </a:lnTo>
                <a:lnTo>
                  <a:pt x="931227" y="54663"/>
                </a:lnTo>
                <a:lnTo>
                  <a:pt x="931525" y="55403"/>
                </a:lnTo>
                <a:lnTo>
                  <a:pt x="931803" y="56162"/>
                </a:lnTo>
                <a:lnTo>
                  <a:pt x="932060" y="56940"/>
                </a:lnTo>
                <a:lnTo>
                  <a:pt x="932297" y="57737"/>
                </a:lnTo>
                <a:lnTo>
                  <a:pt x="932513" y="58553"/>
                </a:lnTo>
                <a:lnTo>
                  <a:pt x="932708" y="59388"/>
                </a:lnTo>
                <a:lnTo>
                  <a:pt x="932883" y="60241"/>
                </a:lnTo>
                <a:lnTo>
                  <a:pt x="933038" y="61114"/>
                </a:lnTo>
                <a:lnTo>
                  <a:pt x="933171" y="62005"/>
                </a:lnTo>
                <a:lnTo>
                  <a:pt x="933285" y="62916"/>
                </a:lnTo>
                <a:lnTo>
                  <a:pt x="933377" y="63845"/>
                </a:lnTo>
                <a:lnTo>
                  <a:pt x="933449" y="64793"/>
                </a:lnTo>
                <a:lnTo>
                  <a:pt x="933501" y="65760"/>
                </a:lnTo>
                <a:lnTo>
                  <a:pt x="933531" y="66746"/>
                </a:lnTo>
                <a:lnTo>
                  <a:pt x="933542" y="67751"/>
                </a:lnTo>
                <a:lnTo>
                  <a:pt x="933542" y="78483"/>
                </a:lnTo>
                <a:lnTo>
                  <a:pt x="933531" y="79488"/>
                </a:lnTo>
                <a:lnTo>
                  <a:pt x="933501" y="80475"/>
                </a:lnTo>
                <a:lnTo>
                  <a:pt x="933449" y="81443"/>
                </a:lnTo>
                <a:lnTo>
                  <a:pt x="933377" y="82394"/>
                </a:lnTo>
                <a:lnTo>
                  <a:pt x="933285" y="83325"/>
                </a:lnTo>
                <a:lnTo>
                  <a:pt x="933171" y="84239"/>
                </a:lnTo>
                <a:lnTo>
                  <a:pt x="933038" y="85134"/>
                </a:lnTo>
                <a:lnTo>
                  <a:pt x="932883" y="86011"/>
                </a:lnTo>
                <a:lnTo>
                  <a:pt x="932708" y="86869"/>
                </a:lnTo>
                <a:lnTo>
                  <a:pt x="932513" y="87709"/>
                </a:lnTo>
                <a:lnTo>
                  <a:pt x="932297" y="88531"/>
                </a:lnTo>
                <a:lnTo>
                  <a:pt x="932060" y="89334"/>
                </a:lnTo>
                <a:lnTo>
                  <a:pt x="931803" y="90119"/>
                </a:lnTo>
                <a:lnTo>
                  <a:pt x="931525" y="90886"/>
                </a:lnTo>
                <a:lnTo>
                  <a:pt x="931227" y="91634"/>
                </a:lnTo>
                <a:lnTo>
                  <a:pt x="930908" y="92364"/>
                </a:lnTo>
                <a:lnTo>
                  <a:pt x="930568" y="93076"/>
                </a:lnTo>
                <a:lnTo>
                  <a:pt x="930208" y="93769"/>
                </a:lnTo>
                <a:lnTo>
                  <a:pt x="929828" y="94444"/>
                </a:lnTo>
                <a:lnTo>
                  <a:pt x="929426" y="95100"/>
                </a:lnTo>
                <a:lnTo>
                  <a:pt x="929005" y="95738"/>
                </a:lnTo>
                <a:lnTo>
                  <a:pt x="928562" y="96358"/>
                </a:lnTo>
                <a:lnTo>
                  <a:pt x="928099" y="96960"/>
                </a:lnTo>
                <a:lnTo>
                  <a:pt x="927616" y="97543"/>
                </a:lnTo>
                <a:lnTo>
                  <a:pt x="927116" y="98092"/>
                </a:lnTo>
                <a:lnTo>
                  <a:pt x="926604" y="98617"/>
                </a:lnTo>
                <a:lnTo>
                  <a:pt x="926081" y="99120"/>
                </a:lnTo>
                <a:lnTo>
                  <a:pt x="925547" y="99598"/>
                </a:lnTo>
                <a:lnTo>
                  <a:pt x="925000" y="100054"/>
                </a:lnTo>
                <a:lnTo>
                  <a:pt x="924442" y="100486"/>
                </a:lnTo>
                <a:lnTo>
                  <a:pt x="923872" y="100895"/>
                </a:lnTo>
                <a:lnTo>
                  <a:pt x="923291" y="101280"/>
                </a:lnTo>
                <a:lnTo>
                  <a:pt x="922698" y="101642"/>
                </a:lnTo>
                <a:lnTo>
                  <a:pt x="922093" y="101981"/>
                </a:lnTo>
                <a:lnTo>
                  <a:pt x="921477" y="102296"/>
                </a:lnTo>
                <a:lnTo>
                  <a:pt x="920848" y="102588"/>
                </a:lnTo>
                <a:lnTo>
                  <a:pt x="920209" y="102857"/>
                </a:lnTo>
                <a:lnTo>
                  <a:pt x="919557" y="103102"/>
                </a:lnTo>
                <a:lnTo>
                  <a:pt x="918894" y="103324"/>
                </a:lnTo>
                <a:lnTo>
                  <a:pt x="918219" y="103522"/>
                </a:lnTo>
                <a:lnTo>
                  <a:pt x="917532" y="103698"/>
                </a:lnTo>
                <a:lnTo>
                  <a:pt x="916834" y="103849"/>
                </a:lnTo>
                <a:lnTo>
                  <a:pt x="916124" y="103978"/>
                </a:lnTo>
                <a:lnTo>
                  <a:pt x="915403" y="104083"/>
                </a:lnTo>
                <a:lnTo>
                  <a:pt x="914669" y="104165"/>
                </a:lnTo>
                <a:lnTo>
                  <a:pt x="913924" y="104223"/>
                </a:lnTo>
                <a:lnTo>
                  <a:pt x="913168" y="104258"/>
                </a:lnTo>
                <a:lnTo>
                  <a:pt x="912399" y="104270"/>
                </a:lnTo>
                <a:lnTo>
                  <a:pt x="911644" y="104258"/>
                </a:lnTo>
                <a:lnTo>
                  <a:pt x="910899" y="104223"/>
                </a:lnTo>
                <a:lnTo>
                  <a:pt x="910165" y="104165"/>
                </a:lnTo>
                <a:lnTo>
                  <a:pt x="909441" y="104083"/>
                </a:lnTo>
                <a:close/>
                <a:moveTo>
                  <a:pt x="523744" y="115572"/>
                </a:moveTo>
                <a:lnTo>
                  <a:pt x="524240" y="115542"/>
                </a:lnTo>
                <a:lnTo>
                  <a:pt x="524732" y="115506"/>
                </a:lnTo>
                <a:lnTo>
                  <a:pt x="525219" y="115464"/>
                </a:lnTo>
                <a:lnTo>
                  <a:pt x="525702" y="115417"/>
                </a:lnTo>
                <a:lnTo>
                  <a:pt x="526180" y="115364"/>
                </a:lnTo>
                <a:lnTo>
                  <a:pt x="526654" y="115305"/>
                </a:lnTo>
                <a:lnTo>
                  <a:pt x="527123" y="115242"/>
                </a:lnTo>
                <a:lnTo>
                  <a:pt x="527588" y="115172"/>
                </a:lnTo>
                <a:lnTo>
                  <a:pt x="528049" y="115097"/>
                </a:lnTo>
                <a:lnTo>
                  <a:pt x="528505" y="115016"/>
                </a:lnTo>
                <a:lnTo>
                  <a:pt x="528956" y="114930"/>
                </a:lnTo>
                <a:lnTo>
                  <a:pt x="529403" y="114838"/>
                </a:lnTo>
                <a:lnTo>
                  <a:pt x="529846" y="114741"/>
                </a:lnTo>
                <a:lnTo>
                  <a:pt x="530284" y="114638"/>
                </a:lnTo>
                <a:lnTo>
                  <a:pt x="530718" y="114530"/>
                </a:lnTo>
                <a:lnTo>
                  <a:pt x="531148" y="114416"/>
                </a:lnTo>
                <a:lnTo>
                  <a:pt x="531572" y="114296"/>
                </a:lnTo>
                <a:lnTo>
                  <a:pt x="531993" y="114171"/>
                </a:lnTo>
                <a:lnTo>
                  <a:pt x="532409" y="114040"/>
                </a:lnTo>
                <a:lnTo>
                  <a:pt x="532820" y="113918"/>
                </a:lnTo>
                <a:lnTo>
                  <a:pt x="533227" y="113790"/>
                </a:lnTo>
                <a:lnTo>
                  <a:pt x="533630" y="113657"/>
                </a:lnTo>
                <a:lnTo>
                  <a:pt x="534028" y="113520"/>
                </a:lnTo>
                <a:lnTo>
                  <a:pt x="534422" y="113377"/>
                </a:lnTo>
                <a:lnTo>
                  <a:pt x="534811" y="113229"/>
                </a:lnTo>
                <a:lnTo>
                  <a:pt x="535196" y="113077"/>
                </a:lnTo>
                <a:lnTo>
                  <a:pt x="535577" y="112919"/>
                </a:lnTo>
                <a:lnTo>
                  <a:pt x="535953" y="112756"/>
                </a:lnTo>
                <a:lnTo>
                  <a:pt x="536324" y="112589"/>
                </a:lnTo>
                <a:lnTo>
                  <a:pt x="536691" y="112416"/>
                </a:lnTo>
                <a:lnTo>
                  <a:pt x="537054" y="112238"/>
                </a:lnTo>
                <a:lnTo>
                  <a:pt x="537412" y="112056"/>
                </a:lnTo>
                <a:lnTo>
                  <a:pt x="537766" y="111868"/>
                </a:lnTo>
                <a:lnTo>
                  <a:pt x="538115" y="111675"/>
                </a:lnTo>
                <a:lnTo>
                  <a:pt x="538460" y="111478"/>
                </a:lnTo>
                <a:lnTo>
                  <a:pt x="538800" y="111275"/>
                </a:lnTo>
                <a:lnTo>
                  <a:pt x="539136" y="111067"/>
                </a:lnTo>
                <a:lnTo>
                  <a:pt x="539467" y="110854"/>
                </a:lnTo>
                <a:lnTo>
                  <a:pt x="539794" y="110637"/>
                </a:lnTo>
                <a:lnTo>
                  <a:pt x="540117" y="110414"/>
                </a:lnTo>
                <a:lnTo>
                  <a:pt x="540435" y="110186"/>
                </a:lnTo>
                <a:lnTo>
                  <a:pt x="540749" y="109953"/>
                </a:lnTo>
                <a:lnTo>
                  <a:pt x="541058" y="109716"/>
                </a:lnTo>
                <a:lnTo>
                  <a:pt x="541363" y="109460"/>
                </a:lnTo>
                <a:lnTo>
                  <a:pt x="541663" y="109200"/>
                </a:lnTo>
                <a:lnTo>
                  <a:pt x="541959" y="108935"/>
                </a:lnTo>
                <a:lnTo>
                  <a:pt x="542250" y="108666"/>
                </a:lnTo>
                <a:lnTo>
                  <a:pt x="542537" y="108392"/>
                </a:lnTo>
                <a:lnTo>
                  <a:pt x="542820" y="108114"/>
                </a:lnTo>
                <a:lnTo>
                  <a:pt x="543098" y="107831"/>
                </a:lnTo>
                <a:lnTo>
                  <a:pt x="543372" y="107545"/>
                </a:lnTo>
                <a:lnTo>
                  <a:pt x="543641" y="107253"/>
                </a:lnTo>
                <a:lnTo>
                  <a:pt x="543905" y="106957"/>
                </a:lnTo>
                <a:lnTo>
                  <a:pt x="544166" y="106657"/>
                </a:lnTo>
                <a:lnTo>
                  <a:pt x="544422" y="106352"/>
                </a:lnTo>
                <a:lnTo>
                  <a:pt x="544673" y="106043"/>
                </a:lnTo>
                <a:lnTo>
                  <a:pt x="544920" y="105729"/>
                </a:lnTo>
                <a:lnTo>
                  <a:pt x="545162" y="105411"/>
                </a:lnTo>
                <a:lnTo>
                  <a:pt x="545400" y="105089"/>
                </a:lnTo>
                <a:lnTo>
                  <a:pt x="545634" y="104762"/>
                </a:lnTo>
                <a:lnTo>
                  <a:pt x="545863" y="104430"/>
                </a:lnTo>
                <a:lnTo>
                  <a:pt x="546088" y="104094"/>
                </a:lnTo>
                <a:lnTo>
                  <a:pt x="546308" y="103754"/>
                </a:lnTo>
                <a:lnTo>
                  <a:pt x="546524" y="103409"/>
                </a:lnTo>
                <a:lnTo>
                  <a:pt x="546735" y="103060"/>
                </a:lnTo>
                <a:lnTo>
                  <a:pt x="546942" y="102706"/>
                </a:lnTo>
                <a:lnTo>
                  <a:pt x="547144" y="102348"/>
                </a:lnTo>
                <a:lnTo>
                  <a:pt x="547172" y="102667"/>
                </a:lnTo>
                <a:lnTo>
                  <a:pt x="547202" y="102983"/>
                </a:lnTo>
                <a:lnTo>
                  <a:pt x="547234" y="103296"/>
                </a:lnTo>
                <a:lnTo>
                  <a:pt x="547269" y="103607"/>
                </a:lnTo>
                <a:lnTo>
                  <a:pt x="547306" y="103915"/>
                </a:lnTo>
                <a:lnTo>
                  <a:pt x="547345" y="104220"/>
                </a:lnTo>
                <a:lnTo>
                  <a:pt x="547386" y="104522"/>
                </a:lnTo>
                <a:lnTo>
                  <a:pt x="547429" y="104822"/>
                </a:lnTo>
                <a:lnTo>
                  <a:pt x="547475" y="105118"/>
                </a:lnTo>
                <a:lnTo>
                  <a:pt x="547523" y="105412"/>
                </a:lnTo>
                <a:lnTo>
                  <a:pt x="547573" y="105703"/>
                </a:lnTo>
                <a:lnTo>
                  <a:pt x="547625" y="105992"/>
                </a:lnTo>
                <a:lnTo>
                  <a:pt x="547679" y="106277"/>
                </a:lnTo>
                <a:lnTo>
                  <a:pt x="547736" y="106560"/>
                </a:lnTo>
                <a:lnTo>
                  <a:pt x="547795" y="106840"/>
                </a:lnTo>
                <a:lnTo>
                  <a:pt x="547856" y="107117"/>
                </a:lnTo>
                <a:lnTo>
                  <a:pt x="547920" y="107392"/>
                </a:lnTo>
                <a:lnTo>
                  <a:pt x="547985" y="107664"/>
                </a:lnTo>
                <a:lnTo>
                  <a:pt x="548053" y="107932"/>
                </a:lnTo>
                <a:lnTo>
                  <a:pt x="548123" y="108199"/>
                </a:lnTo>
                <a:lnTo>
                  <a:pt x="548195" y="108462"/>
                </a:lnTo>
                <a:lnTo>
                  <a:pt x="548270" y="108722"/>
                </a:lnTo>
                <a:lnTo>
                  <a:pt x="548347" y="108980"/>
                </a:lnTo>
                <a:lnTo>
                  <a:pt x="548426" y="109235"/>
                </a:lnTo>
                <a:lnTo>
                  <a:pt x="548522" y="109487"/>
                </a:lnTo>
                <a:lnTo>
                  <a:pt x="548625" y="109733"/>
                </a:lnTo>
                <a:lnTo>
                  <a:pt x="548734" y="109976"/>
                </a:lnTo>
                <a:lnTo>
                  <a:pt x="548848" y="110214"/>
                </a:lnTo>
                <a:lnTo>
                  <a:pt x="548969" y="110448"/>
                </a:lnTo>
                <a:lnTo>
                  <a:pt x="549096" y="110677"/>
                </a:lnTo>
                <a:lnTo>
                  <a:pt x="549230" y="110901"/>
                </a:lnTo>
                <a:lnTo>
                  <a:pt x="549369" y="111122"/>
                </a:lnTo>
                <a:lnTo>
                  <a:pt x="549514" y="111337"/>
                </a:lnTo>
                <a:lnTo>
                  <a:pt x="549666" y="111549"/>
                </a:lnTo>
                <a:lnTo>
                  <a:pt x="549824" y="111756"/>
                </a:lnTo>
                <a:lnTo>
                  <a:pt x="549987" y="111958"/>
                </a:lnTo>
                <a:lnTo>
                  <a:pt x="550157" y="112156"/>
                </a:lnTo>
                <a:lnTo>
                  <a:pt x="550333" y="112350"/>
                </a:lnTo>
                <a:lnTo>
                  <a:pt x="550515" y="112539"/>
                </a:lnTo>
                <a:lnTo>
                  <a:pt x="550704" y="112723"/>
                </a:lnTo>
                <a:lnTo>
                  <a:pt x="550898" y="112903"/>
                </a:lnTo>
                <a:lnTo>
                  <a:pt x="551099" y="113079"/>
                </a:lnTo>
                <a:lnTo>
                  <a:pt x="551305" y="113251"/>
                </a:lnTo>
                <a:lnTo>
                  <a:pt x="551518" y="113417"/>
                </a:lnTo>
                <a:lnTo>
                  <a:pt x="551737" y="113580"/>
                </a:lnTo>
                <a:lnTo>
                  <a:pt x="551962" y="113738"/>
                </a:lnTo>
                <a:lnTo>
                  <a:pt x="552193" y="113891"/>
                </a:lnTo>
                <a:lnTo>
                  <a:pt x="552430" y="114040"/>
                </a:lnTo>
                <a:lnTo>
                  <a:pt x="552688" y="114171"/>
                </a:lnTo>
                <a:lnTo>
                  <a:pt x="552956" y="114296"/>
                </a:lnTo>
                <a:lnTo>
                  <a:pt x="553233" y="114416"/>
                </a:lnTo>
                <a:lnTo>
                  <a:pt x="553520" y="114530"/>
                </a:lnTo>
                <a:lnTo>
                  <a:pt x="553816" y="114638"/>
                </a:lnTo>
                <a:lnTo>
                  <a:pt x="554122" y="114741"/>
                </a:lnTo>
                <a:lnTo>
                  <a:pt x="554437" y="114838"/>
                </a:lnTo>
                <a:lnTo>
                  <a:pt x="554761" y="114930"/>
                </a:lnTo>
                <a:lnTo>
                  <a:pt x="555095" y="115016"/>
                </a:lnTo>
                <a:lnTo>
                  <a:pt x="555439" y="115097"/>
                </a:lnTo>
                <a:lnTo>
                  <a:pt x="555792" y="115172"/>
                </a:lnTo>
                <a:lnTo>
                  <a:pt x="556154" y="115242"/>
                </a:lnTo>
                <a:lnTo>
                  <a:pt x="556526" y="115305"/>
                </a:lnTo>
                <a:lnTo>
                  <a:pt x="556907" y="115364"/>
                </a:lnTo>
                <a:lnTo>
                  <a:pt x="557298" y="115417"/>
                </a:lnTo>
                <a:lnTo>
                  <a:pt x="557698" y="115464"/>
                </a:lnTo>
                <a:lnTo>
                  <a:pt x="558107" y="115506"/>
                </a:lnTo>
                <a:lnTo>
                  <a:pt x="558526" y="115542"/>
                </a:lnTo>
                <a:lnTo>
                  <a:pt x="558955" y="115572"/>
                </a:lnTo>
                <a:lnTo>
                  <a:pt x="559393" y="115597"/>
                </a:lnTo>
                <a:lnTo>
                  <a:pt x="559840" y="115617"/>
                </a:lnTo>
                <a:lnTo>
                  <a:pt x="560297" y="115631"/>
                </a:lnTo>
                <a:lnTo>
                  <a:pt x="560763" y="115639"/>
                </a:lnTo>
                <a:lnTo>
                  <a:pt x="561239" y="115642"/>
                </a:lnTo>
                <a:lnTo>
                  <a:pt x="561506" y="115641"/>
                </a:lnTo>
                <a:lnTo>
                  <a:pt x="561772" y="115636"/>
                </a:lnTo>
                <a:lnTo>
                  <a:pt x="562038" y="115629"/>
                </a:lnTo>
                <a:lnTo>
                  <a:pt x="562303" y="115620"/>
                </a:lnTo>
                <a:lnTo>
                  <a:pt x="562567" y="115607"/>
                </a:lnTo>
                <a:lnTo>
                  <a:pt x="562831" y="115592"/>
                </a:lnTo>
                <a:lnTo>
                  <a:pt x="563094" y="115574"/>
                </a:lnTo>
                <a:lnTo>
                  <a:pt x="563357" y="115553"/>
                </a:lnTo>
                <a:lnTo>
                  <a:pt x="563619" y="115529"/>
                </a:lnTo>
                <a:lnTo>
                  <a:pt x="563881" y="115503"/>
                </a:lnTo>
                <a:lnTo>
                  <a:pt x="564142" y="115474"/>
                </a:lnTo>
                <a:lnTo>
                  <a:pt x="564403" y="115442"/>
                </a:lnTo>
                <a:lnTo>
                  <a:pt x="564663" y="115407"/>
                </a:lnTo>
                <a:lnTo>
                  <a:pt x="564922" y="115369"/>
                </a:lnTo>
                <a:lnTo>
                  <a:pt x="565181" y="115329"/>
                </a:lnTo>
                <a:lnTo>
                  <a:pt x="565439" y="115286"/>
                </a:lnTo>
                <a:lnTo>
                  <a:pt x="565697" y="115240"/>
                </a:lnTo>
                <a:lnTo>
                  <a:pt x="565954" y="115191"/>
                </a:lnTo>
                <a:lnTo>
                  <a:pt x="566211" y="115140"/>
                </a:lnTo>
                <a:lnTo>
                  <a:pt x="566467" y="115086"/>
                </a:lnTo>
                <a:lnTo>
                  <a:pt x="566723" y="115029"/>
                </a:lnTo>
                <a:lnTo>
                  <a:pt x="566978" y="114969"/>
                </a:lnTo>
                <a:lnTo>
                  <a:pt x="567232" y="114906"/>
                </a:lnTo>
                <a:lnTo>
                  <a:pt x="567486" y="114841"/>
                </a:lnTo>
                <a:lnTo>
                  <a:pt x="567751" y="114773"/>
                </a:lnTo>
                <a:lnTo>
                  <a:pt x="568012" y="114703"/>
                </a:lnTo>
                <a:lnTo>
                  <a:pt x="568269" y="114631"/>
                </a:lnTo>
                <a:lnTo>
                  <a:pt x="568523" y="114556"/>
                </a:lnTo>
                <a:lnTo>
                  <a:pt x="568772" y="114480"/>
                </a:lnTo>
                <a:lnTo>
                  <a:pt x="569017" y="114401"/>
                </a:lnTo>
                <a:lnTo>
                  <a:pt x="569259" y="114319"/>
                </a:lnTo>
                <a:lnTo>
                  <a:pt x="569497" y="114236"/>
                </a:lnTo>
                <a:lnTo>
                  <a:pt x="569731" y="114150"/>
                </a:lnTo>
                <a:lnTo>
                  <a:pt x="569961" y="114062"/>
                </a:lnTo>
                <a:lnTo>
                  <a:pt x="570187" y="113972"/>
                </a:lnTo>
                <a:lnTo>
                  <a:pt x="570409" y="113880"/>
                </a:lnTo>
                <a:lnTo>
                  <a:pt x="570627" y="113786"/>
                </a:lnTo>
                <a:lnTo>
                  <a:pt x="570842" y="113689"/>
                </a:lnTo>
                <a:lnTo>
                  <a:pt x="571052" y="113590"/>
                </a:lnTo>
                <a:lnTo>
                  <a:pt x="571259" y="113489"/>
                </a:lnTo>
                <a:lnTo>
                  <a:pt x="571461" y="113385"/>
                </a:lnTo>
                <a:lnTo>
                  <a:pt x="571660" y="113279"/>
                </a:lnTo>
                <a:lnTo>
                  <a:pt x="571855" y="113172"/>
                </a:lnTo>
                <a:lnTo>
                  <a:pt x="572046" y="113061"/>
                </a:lnTo>
                <a:lnTo>
                  <a:pt x="572233" y="112949"/>
                </a:lnTo>
                <a:lnTo>
                  <a:pt x="572417" y="112835"/>
                </a:lnTo>
                <a:lnTo>
                  <a:pt x="572596" y="112718"/>
                </a:lnTo>
                <a:lnTo>
                  <a:pt x="572771" y="112599"/>
                </a:lnTo>
                <a:lnTo>
                  <a:pt x="572771" y="102188"/>
                </a:lnTo>
                <a:lnTo>
                  <a:pt x="572625" y="102293"/>
                </a:lnTo>
                <a:lnTo>
                  <a:pt x="572479" y="102395"/>
                </a:lnTo>
                <a:lnTo>
                  <a:pt x="572333" y="102493"/>
                </a:lnTo>
                <a:lnTo>
                  <a:pt x="572189" y="102588"/>
                </a:lnTo>
                <a:lnTo>
                  <a:pt x="572044" y="102680"/>
                </a:lnTo>
                <a:lnTo>
                  <a:pt x="571900" y="102768"/>
                </a:lnTo>
                <a:lnTo>
                  <a:pt x="571757" y="102853"/>
                </a:lnTo>
                <a:lnTo>
                  <a:pt x="571615" y="102935"/>
                </a:lnTo>
                <a:lnTo>
                  <a:pt x="571473" y="103014"/>
                </a:lnTo>
                <a:lnTo>
                  <a:pt x="571331" y="103089"/>
                </a:lnTo>
                <a:lnTo>
                  <a:pt x="571190" y="103160"/>
                </a:lnTo>
                <a:lnTo>
                  <a:pt x="571050" y="103229"/>
                </a:lnTo>
                <a:lnTo>
                  <a:pt x="570910" y="103294"/>
                </a:lnTo>
                <a:lnTo>
                  <a:pt x="570770" y="103356"/>
                </a:lnTo>
                <a:lnTo>
                  <a:pt x="570632" y="103414"/>
                </a:lnTo>
                <a:lnTo>
                  <a:pt x="570493" y="103469"/>
                </a:lnTo>
                <a:lnTo>
                  <a:pt x="570356" y="103521"/>
                </a:lnTo>
                <a:lnTo>
                  <a:pt x="570219" y="103569"/>
                </a:lnTo>
                <a:lnTo>
                  <a:pt x="570082" y="103614"/>
                </a:lnTo>
                <a:lnTo>
                  <a:pt x="569946" y="103656"/>
                </a:lnTo>
                <a:lnTo>
                  <a:pt x="569811" y="103694"/>
                </a:lnTo>
                <a:lnTo>
                  <a:pt x="569676" y="103729"/>
                </a:lnTo>
                <a:lnTo>
                  <a:pt x="569542" y="103761"/>
                </a:lnTo>
                <a:lnTo>
                  <a:pt x="569408" y="103789"/>
                </a:lnTo>
                <a:lnTo>
                  <a:pt x="569274" y="103816"/>
                </a:lnTo>
                <a:lnTo>
                  <a:pt x="569141" y="103841"/>
                </a:lnTo>
                <a:lnTo>
                  <a:pt x="569007" y="103865"/>
                </a:lnTo>
                <a:lnTo>
                  <a:pt x="568874" y="103887"/>
                </a:lnTo>
                <a:lnTo>
                  <a:pt x="568740" y="103909"/>
                </a:lnTo>
                <a:lnTo>
                  <a:pt x="568607" y="103930"/>
                </a:lnTo>
                <a:lnTo>
                  <a:pt x="568474" y="103949"/>
                </a:lnTo>
                <a:lnTo>
                  <a:pt x="568340" y="103967"/>
                </a:lnTo>
                <a:lnTo>
                  <a:pt x="568207" y="103985"/>
                </a:lnTo>
                <a:lnTo>
                  <a:pt x="568073" y="104001"/>
                </a:lnTo>
                <a:lnTo>
                  <a:pt x="567940" y="104016"/>
                </a:lnTo>
                <a:lnTo>
                  <a:pt x="567806" y="104030"/>
                </a:lnTo>
                <a:lnTo>
                  <a:pt x="567673" y="104042"/>
                </a:lnTo>
                <a:lnTo>
                  <a:pt x="567539" y="104054"/>
                </a:lnTo>
                <a:lnTo>
                  <a:pt x="567406" y="104065"/>
                </a:lnTo>
                <a:lnTo>
                  <a:pt x="567272" y="104074"/>
                </a:lnTo>
                <a:lnTo>
                  <a:pt x="567139" y="104083"/>
                </a:lnTo>
                <a:lnTo>
                  <a:pt x="567005" y="104090"/>
                </a:lnTo>
                <a:lnTo>
                  <a:pt x="566872" y="104096"/>
                </a:lnTo>
                <a:lnTo>
                  <a:pt x="566738" y="104101"/>
                </a:lnTo>
                <a:lnTo>
                  <a:pt x="566605" y="104105"/>
                </a:lnTo>
                <a:lnTo>
                  <a:pt x="566471" y="104108"/>
                </a:lnTo>
                <a:lnTo>
                  <a:pt x="566338" y="104109"/>
                </a:lnTo>
                <a:lnTo>
                  <a:pt x="566204" y="104110"/>
                </a:lnTo>
                <a:lnTo>
                  <a:pt x="566020" y="104108"/>
                </a:lnTo>
                <a:lnTo>
                  <a:pt x="565839" y="104102"/>
                </a:lnTo>
                <a:lnTo>
                  <a:pt x="565661" y="104092"/>
                </a:lnTo>
                <a:lnTo>
                  <a:pt x="565488" y="104079"/>
                </a:lnTo>
                <a:lnTo>
                  <a:pt x="565319" y="104061"/>
                </a:lnTo>
                <a:lnTo>
                  <a:pt x="565153" y="104040"/>
                </a:lnTo>
                <a:lnTo>
                  <a:pt x="564992" y="104014"/>
                </a:lnTo>
                <a:lnTo>
                  <a:pt x="564834" y="103985"/>
                </a:lnTo>
                <a:lnTo>
                  <a:pt x="564680" y="103952"/>
                </a:lnTo>
                <a:lnTo>
                  <a:pt x="564531" y="103915"/>
                </a:lnTo>
                <a:lnTo>
                  <a:pt x="564385" y="103874"/>
                </a:lnTo>
                <a:lnTo>
                  <a:pt x="564242" y="103829"/>
                </a:lnTo>
                <a:lnTo>
                  <a:pt x="564104" y="103781"/>
                </a:lnTo>
                <a:lnTo>
                  <a:pt x="563970" y="103728"/>
                </a:lnTo>
                <a:lnTo>
                  <a:pt x="563840" y="103672"/>
                </a:lnTo>
                <a:lnTo>
                  <a:pt x="563713" y="103611"/>
                </a:lnTo>
                <a:lnTo>
                  <a:pt x="563590" y="103547"/>
                </a:lnTo>
                <a:lnTo>
                  <a:pt x="563472" y="103479"/>
                </a:lnTo>
                <a:lnTo>
                  <a:pt x="563357" y="103407"/>
                </a:lnTo>
                <a:lnTo>
                  <a:pt x="563246" y="103331"/>
                </a:lnTo>
                <a:lnTo>
                  <a:pt x="563139" y="103251"/>
                </a:lnTo>
                <a:lnTo>
                  <a:pt x="563036" y="103168"/>
                </a:lnTo>
                <a:lnTo>
                  <a:pt x="562936" y="103080"/>
                </a:lnTo>
                <a:lnTo>
                  <a:pt x="562841" y="102989"/>
                </a:lnTo>
                <a:lnTo>
                  <a:pt x="562749" y="102893"/>
                </a:lnTo>
                <a:lnTo>
                  <a:pt x="562662" y="102792"/>
                </a:lnTo>
                <a:lnTo>
                  <a:pt x="562578" y="102686"/>
                </a:lnTo>
                <a:lnTo>
                  <a:pt x="562498" y="102575"/>
                </a:lnTo>
                <a:lnTo>
                  <a:pt x="562422" y="102459"/>
                </a:lnTo>
                <a:lnTo>
                  <a:pt x="562350" y="102338"/>
                </a:lnTo>
                <a:lnTo>
                  <a:pt x="562282" y="102212"/>
                </a:lnTo>
                <a:lnTo>
                  <a:pt x="562218" y="102081"/>
                </a:lnTo>
                <a:lnTo>
                  <a:pt x="562158" y="101945"/>
                </a:lnTo>
                <a:lnTo>
                  <a:pt x="562101" y="101804"/>
                </a:lnTo>
                <a:lnTo>
                  <a:pt x="562049" y="101658"/>
                </a:lnTo>
                <a:lnTo>
                  <a:pt x="562000" y="101507"/>
                </a:lnTo>
                <a:lnTo>
                  <a:pt x="561955" y="101351"/>
                </a:lnTo>
                <a:lnTo>
                  <a:pt x="561914" y="101190"/>
                </a:lnTo>
                <a:lnTo>
                  <a:pt x="561877" y="101024"/>
                </a:lnTo>
                <a:lnTo>
                  <a:pt x="561844" y="100853"/>
                </a:lnTo>
                <a:lnTo>
                  <a:pt x="561815" y="100677"/>
                </a:lnTo>
                <a:lnTo>
                  <a:pt x="561790" y="100496"/>
                </a:lnTo>
                <a:lnTo>
                  <a:pt x="561768" y="100310"/>
                </a:lnTo>
                <a:lnTo>
                  <a:pt x="561751" y="100119"/>
                </a:lnTo>
                <a:lnTo>
                  <a:pt x="561737" y="99923"/>
                </a:lnTo>
                <a:lnTo>
                  <a:pt x="561728" y="99722"/>
                </a:lnTo>
                <a:lnTo>
                  <a:pt x="561722" y="99516"/>
                </a:lnTo>
                <a:lnTo>
                  <a:pt x="561720" y="99305"/>
                </a:lnTo>
                <a:lnTo>
                  <a:pt x="561720" y="32194"/>
                </a:lnTo>
                <a:lnTo>
                  <a:pt x="545703" y="32194"/>
                </a:lnTo>
                <a:lnTo>
                  <a:pt x="545703" y="82006"/>
                </a:lnTo>
                <a:lnTo>
                  <a:pt x="545698" y="82498"/>
                </a:lnTo>
                <a:lnTo>
                  <a:pt x="545685" y="82986"/>
                </a:lnTo>
                <a:lnTo>
                  <a:pt x="545663" y="83471"/>
                </a:lnTo>
                <a:lnTo>
                  <a:pt x="545632" y="83951"/>
                </a:lnTo>
                <a:lnTo>
                  <a:pt x="545592" y="84427"/>
                </a:lnTo>
                <a:lnTo>
                  <a:pt x="545543" y="84900"/>
                </a:lnTo>
                <a:lnTo>
                  <a:pt x="545485" y="85368"/>
                </a:lnTo>
                <a:lnTo>
                  <a:pt x="545418" y="85833"/>
                </a:lnTo>
                <a:lnTo>
                  <a:pt x="545342" y="86293"/>
                </a:lnTo>
                <a:lnTo>
                  <a:pt x="545258" y="86750"/>
                </a:lnTo>
                <a:lnTo>
                  <a:pt x="545165" y="87203"/>
                </a:lnTo>
                <a:lnTo>
                  <a:pt x="545062" y="87652"/>
                </a:lnTo>
                <a:lnTo>
                  <a:pt x="544951" y="88098"/>
                </a:lnTo>
                <a:lnTo>
                  <a:pt x="544831" y="88539"/>
                </a:lnTo>
                <a:lnTo>
                  <a:pt x="544702" y="88976"/>
                </a:lnTo>
                <a:lnTo>
                  <a:pt x="544564" y="89410"/>
                </a:lnTo>
                <a:lnTo>
                  <a:pt x="544417" y="89839"/>
                </a:lnTo>
                <a:lnTo>
                  <a:pt x="544261" y="90265"/>
                </a:lnTo>
                <a:lnTo>
                  <a:pt x="544097" y="90687"/>
                </a:lnTo>
                <a:lnTo>
                  <a:pt x="543923" y="91105"/>
                </a:lnTo>
                <a:lnTo>
                  <a:pt x="543741" y="91519"/>
                </a:lnTo>
                <a:lnTo>
                  <a:pt x="543549" y="91929"/>
                </a:lnTo>
                <a:lnTo>
                  <a:pt x="543349" y="92335"/>
                </a:lnTo>
                <a:lnTo>
                  <a:pt x="543140" y="92738"/>
                </a:lnTo>
                <a:lnTo>
                  <a:pt x="542936" y="93135"/>
                </a:lnTo>
                <a:lnTo>
                  <a:pt x="542725" y="93525"/>
                </a:lnTo>
                <a:lnTo>
                  <a:pt x="542507" y="93909"/>
                </a:lnTo>
                <a:lnTo>
                  <a:pt x="542281" y="94286"/>
                </a:lnTo>
                <a:lnTo>
                  <a:pt x="542049" y="94656"/>
                </a:lnTo>
                <a:lnTo>
                  <a:pt x="541809" y="95020"/>
                </a:lnTo>
                <a:lnTo>
                  <a:pt x="541562" y="95377"/>
                </a:lnTo>
                <a:lnTo>
                  <a:pt x="541307" y="95728"/>
                </a:lnTo>
                <a:lnTo>
                  <a:pt x="541045" y="96071"/>
                </a:lnTo>
                <a:lnTo>
                  <a:pt x="540777" y="96408"/>
                </a:lnTo>
                <a:lnTo>
                  <a:pt x="540500" y="96739"/>
                </a:lnTo>
                <a:lnTo>
                  <a:pt x="540217" y="97062"/>
                </a:lnTo>
                <a:lnTo>
                  <a:pt x="539927" y="97379"/>
                </a:lnTo>
                <a:lnTo>
                  <a:pt x="539629" y="97690"/>
                </a:lnTo>
                <a:lnTo>
                  <a:pt x="539324" y="97993"/>
                </a:lnTo>
                <a:lnTo>
                  <a:pt x="539011" y="98290"/>
                </a:lnTo>
                <a:lnTo>
                  <a:pt x="538692" y="98581"/>
                </a:lnTo>
                <a:lnTo>
                  <a:pt x="538365" y="98864"/>
                </a:lnTo>
                <a:lnTo>
                  <a:pt x="538031" y="99141"/>
                </a:lnTo>
                <a:lnTo>
                  <a:pt x="537690" y="99411"/>
                </a:lnTo>
                <a:lnTo>
                  <a:pt x="537342" y="99675"/>
                </a:lnTo>
                <a:lnTo>
                  <a:pt x="536986" y="99932"/>
                </a:lnTo>
                <a:lnTo>
                  <a:pt x="536623" y="100182"/>
                </a:lnTo>
                <a:lnTo>
                  <a:pt x="536253" y="100426"/>
                </a:lnTo>
                <a:lnTo>
                  <a:pt x="535890" y="100648"/>
                </a:lnTo>
                <a:lnTo>
                  <a:pt x="535523" y="100861"/>
                </a:lnTo>
                <a:lnTo>
                  <a:pt x="535152" y="101064"/>
                </a:lnTo>
                <a:lnTo>
                  <a:pt x="534776" y="101258"/>
                </a:lnTo>
                <a:lnTo>
                  <a:pt x="534395" y="101442"/>
                </a:lnTo>
                <a:lnTo>
                  <a:pt x="534011" y="101617"/>
                </a:lnTo>
                <a:lnTo>
                  <a:pt x="533621" y="101783"/>
                </a:lnTo>
                <a:lnTo>
                  <a:pt x="533227" y="101939"/>
                </a:lnTo>
                <a:lnTo>
                  <a:pt x="532829" y="102085"/>
                </a:lnTo>
                <a:lnTo>
                  <a:pt x="532427" y="102222"/>
                </a:lnTo>
                <a:lnTo>
                  <a:pt x="532020" y="102350"/>
                </a:lnTo>
                <a:lnTo>
                  <a:pt x="531608" y="102468"/>
                </a:lnTo>
                <a:lnTo>
                  <a:pt x="531192" y="102577"/>
                </a:lnTo>
                <a:lnTo>
                  <a:pt x="530772" y="102676"/>
                </a:lnTo>
                <a:lnTo>
                  <a:pt x="530347" y="102766"/>
                </a:lnTo>
                <a:lnTo>
                  <a:pt x="529917" y="102846"/>
                </a:lnTo>
                <a:lnTo>
                  <a:pt x="529484" y="102917"/>
                </a:lnTo>
                <a:lnTo>
                  <a:pt x="529045" y="102979"/>
                </a:lnTo>
                <a:lnTo>
                  <a:pt x="528603" y="103031"/>
                </a:lnTo>
                <a:lnTo>
                  <a:pt x="528155" y="103073"/>
                </a:lnTo>
                <a:lnTo>
                  <a:pt x="527704" y="103106"/>
                </a:lnTo>
                <a:lnTo>
                  <a:pt x="527248" y="103130"/>
                </a:lnTo>
                <a:lnTo>
                  <a:pt x="526787" y="103144"/>
                </a:lnTo>
                <a:lnTo>
                  <a:pt x="526322" y="103149"/>
                </a:lnTo>
                <a:lnTo>
                  <a:pt x="525621" y="103140"/>
                </a:lnTo>
                <a:lnTo>
                  <a:pt x="524933" y="103114"/>
                </a:lnTo>
                <a:lnTo>
                  <a:pt x="524258" y="103071"/>
                </a:lnTo>
                <a:lnTo>
                  <a:pt x="523595" y="103011"/>
                </a:lnTo>
                <a:lnTo>
                  <a:pt x="522945" y="102933"/>
                </a:lnTo>
                <a:lnTo>
                  <a:pt x="522308" y="102838"/>
                </a:lnTo>
                <a:lnTo>
                  <a:pt x="521684" y="102726"/>
                </a:lnTo>
                <a:lnTo>
                  <a:pt x="521072" y="102597"/>
                </a:lnTo>
                <a:lnTo>
                  <a:pt x="520474" y="102451"/>
                </a:lnTo>
                <a:lnTo>
                  <a:pt x="519888" y="102287"/>
                </a:lnTo>
                <a:lnTo>
                  <a:pt x="519315" y="102106"/>
                </a:lnTo>
                <a:lnTo>
                  <a:pt x="518754" y="101907"/>
                </a:lnTo>
                <a:lnTo>
                  <a:pt x="518207" y="101692"/>
                </a:lnTo>
                <a:lnTo>
                  <a:pt x="517672" y="101459"/>
                </a:lnTo>
                <a:lnTo>
                  <a:pt x="517150" y="101209"/>
                </a:lnTo>
                <a:lnTo>
                  <a:pt x="516641" y="100942"/>
                </a:lnTo>
                <a:lnTo>
                  <a:pt x="516145" y="100658"/>
                </a:lnTo>
                <a:lnTo>
                  <a:pt x="515661" y="100356"/>
                </a:lnTo>
                <a:lnTo>
                  <a:pt x="515190" y="100037"/>
                </a:lnTo>
                <a:lnTo>
                  <a:pt x="514732" y="99701"/>
                </a:lnTo>
                <a:lnTo>
                  <a:pt x="514287" y="99347"/>
                </a:lnTo>
                <a:lnTo>
                  <a:pt x="513855" y="98977"/>
                </a:lnTo>
                <a:lnTo>
                  <a:pt x="513435" y="98589"/>
                </a:lnTo>
                <a:lnTo>
                  <a:pt x="513028" y="98184"/>
                </a:lnTo>
                <a:lnTo>
                  <a:pt x="512649" y="97761"/>
                </a:lnTo>
                <a:lnTo>
                  <a:pt x="512287" y="97319"/>
                </a:lnTo>
                <a:lnTo>
                  <a:pt x="511940" y="96860"/>
                </a:lnTo>
                <a:lnTo>
                  <a:pt x="511609" y="96382"/>
                </a:lnTo>
                <a:lnTo>
                  <a:pt x="511295" y="95885"/>
                </a:lnTo>
                <a:lnTo>
                  <a:pt x="510996" y="95371"/>
                </a:lnTo>
                <a:lnTo>
                  <a:pt x="510714" y="94837"/>
                </a:lnTo>
                <a:lnTo>
                  <a:pt x="510448" y="94286"/>
                </a:lnTo>
                <a:lnTo>
                  <a:pt x="510198" y="93716"/>
                </a:lnTo>
                <a:lnTo>
                  <a:pt x="509964" y="93128"/>
                </a:lnTo>
                <a:lnTo>
                  <a:pt x="509746" y="92522"/>
                </a:lnTo>
                <a:lnTo>
                  <a:pt x="509545" y="91897"/>
                </a:lnTo>
                <a:lnTo>
                  <a:pt x="509359" y="91254"/>
                </a:lnTo>
                <a:lnTo>
                  <a:pt x="509190" y="90592"/>
                </a:lnTo>
                <a:lnTo>
                  <a:pt x="509037" y="89912"/>
                </a:lnTo>
                <a:lnTo>
                  <a:pt x="508900" y="89214"/>
                </a:lnTo>
                <a:lnTo>
                  <a:pt x="508779" y="88497"/>
                </a:lnTo>
                <a:lnTo>
                  <a:pt x="508674" y="87763"/>
                </a:lnTo>
                <a:lnTo>
                  <a:pt x="508585" y="87009"/>
                </a:lnTo>
                <a:lnTo>
                  <a:pt x="508513" y="86238"/>
                </a:lnTo>
                <a:lnTo>
                  <a:pt x="508456" y="85448"/>
                </a:lnTo>
                <a:lnTo>
                  <a:pt x="508416" y="84639"/>
                </a:lnTo>
                <a:lnTo>
                  <a:pt x="508392" y="83813"/>
                </a:lnTo>
                <a:lnTo>
                  <a:pt x="508384" y="82967"/>
                </a:lnTo>
                <a:lnTo>
                  <a:pt x="508384" y="32194"/>
                </a:lnTo>
                <a:lnTo>
                  <a:pt x="492206" y="32194"/>
                </a:lnTo>
                <a:lnTo>
                  <a:pt x="492206" y="86011"/>
                </a:lnTo>
                <a:lnTo>
                  <a:pt x="492220" y="87239"/>
                </a:lnTo>
                <a:lnTo>
                  <a:pt x="492261" y="88441"/>
                </a:lnTo>
                <a:lnTo>
                  <a:pt x="492329" y="89617"/>
                </a:lnTo>
                <a:lnTo>
                  <a:pt x="492424" y="90767"/>
                </a:lnTo>
                <a:lnTo>
                  <a:pt x="492547" y="91890"/>
                </a:lnTo>
                <a:lnTo>
                  <a:pt x="492697" y="92988"/>
                </a:lnTo>
                <a:lnTo>
                  <a:pt x="492874" y="94059"/>
                </a:lnTo>
                <a:lnTo>
                  <a:pt x="493078" y="95105"/>
                </a:lnTo>
                <a:lnTo>
                  <a:pt x="493310" y="96124"/>
                </a:lnTo>
                <a:lnTo>
                  <a:pt x="493569" y="97117"/>
                </a:lnTo>
                <a:lnTo>
                  <a:pt x="493855" y="98084"/>
                </a:lnTo>
                <a:lnTo>
                  <a:pt x="494169" y="99024"/>
                </a:lnTo>
                <a:lnTo>
                  <a:pt x="494509" y="99939"/>
                </a:lnTo>
                <a:lnTo>
                  <a:pt x="494877" y="100827"/>
                </a:lnTo>
                <a:lnTo>
                  <a:pt x="495272" y="101690"/>
                </a:lnTo>
                <a:lnTo>
                  <a:pt x="495695" y="102526"/>
                </a:lnTo>
                <a:lnTo>
                  <a:pt x="496144" y="103336"/>
                </a:lnTo>
                <a:lnTo>
                  <a:pt x="496621" y="104120"/>
                </a:lnTo>
                <a:lnTo>
                  <a:pt x="497125" y="104878"/>
                </a:lnTo>
                <a:lnTo>
                  <a:pt x="497657" y="105609"/>
                </a:lnTo>
                <a:lnTo>
                  <a:pt x="498215" y="106315"/>
                </a:lnTo>
                <a:lnTo>
                  <a:pt x="498801" y="106994"/>
                </a:lnTo>
                <a:lnTo>
                  <a:pt x="499414" y="107647"/>
                </a:lnTo>
                <a:lnTo>
                  <a:pt x="500055" y="108274"/>
                </a:lnTo>
                <a:lnTo>
                  <a:pt x="500731" y="108875"/>
                </a:lnTo>
                <a:lnTo>
                  <a:pt x="501425" y="109451"/>
                </a:lnTo>
                <a:lnTo>
                  <a:pt x="502137" y="110001"/>
                </a:lnTo>
                <a:lnTo>
                  <a:pt x="502867" y="110525"/>
                </a:lnTo>
                <a:lnTo>
                  <a:pt x="503614" y="111024"/>
                </a:lnTo>
                <a:lnTo>
                  <a:pt x="504379" y="111498"/>
                </a:lnTo>
                <a:lnTo>
                  <a:pt x="505162" y="111945"/>
                </a:lnTo>
                <a:lnTo>
                  <a:pt x="505963" y="112367"/>
                </a:lnTo>
                <a:lnTo>
                  <a:pt x="506782" y="112764"/>
                </a:lnTo>
                <a:lnTo>
                  <a:pt x="507618" y="113135"/>
                </a:lnTo>
                <a:lnTo>
                  <a:pt x="508473" y="113480"/>
                </a:lnTo>
                <a:lnTo>
                  <a:pt x="509345" y="113800"/>
                </a:lnTo>
                <a:lnTo>
                  <a:pt x="510234" y="114094"/>
                </a:lnTo>
                <a:lnTo>
                  <a:pt x="511142" y="114363"/>
                </a:lnTo>
                <a:lnTo>
                  <a:pt x="512067" y="114606"/>
                </a:lnTo>
                <a:lnTo>
                  <a:pt x="513011" y="114823"/>
                </a:lnTo>
                <a:lnTo>
                  <a:pt x="513972" y="115015"/>
                </a:lnTo>
                <a:lnTo>
                  <a:pt x="514950" y="115181"/>
                </a:lnTo>
                <a:lnTo>
                  <a:pt x="515947" y="115322"/>
                </a:lnTo>
                <a:lnTo>
                  <a:pt x="516961" y="115437"/>
                </a:lnTo>
                <a:lnTo>
                  <a:pt x="517994" y="115527"/>
                </a:lnTo>
                <a:lnTo>
                  <a:pt x="519044" y="115591"/>
                </a:lnTo>
                <a:lnTo>
                  <a:pt x="520111" y="115629"/>
                </a:lnTo>
                <a:lnTo>
                  <a:pt x="521197" y="115642"/>
                </a:lnTo>
                <a:lnTo>
                  <a:pt x="521715" y="115639"/>
                </a:lnTo>
                <a:lnTo>
                  <a:pt x="522229" y="115631"/>
                </a:lnTo>
                <a:lnTo>
                  <a:pt x="522739" y="115617"/>
                </a:lnTo>
                <a:lnTo>
                  <a:pt x="523244" y="115597"/>
                </a:lnTo>
                <a:lnTo>
                  <a:pt x="523744" y="115572"/>
                </a:lnTo>
                <a:close/>
              </a:path>
            </a:pathLst>
          </a:custGeom>
          <a:solidFill xmlns:a="http://schemas.openxmlformats.org/drawingml/2006/main">
            <a:srgbClr val="24292E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FB747F-8A9F-481D-9D54-EAAE1F45D0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17923" y="2867954"/>
            <a:ext cx="1691121" cy="339006"/>
          </a:xfrm>
          <a:custGeom xmlns:a="http://schemas.openxmlformats.org/drawingml/2006/main">
            <a:pathLst>
              <a:path w="1691121" h="339006">
                <a:moveTo>
                  <a:pt x="0" y="64068"/>
                </a:moveTo>
                <a:close/>
                <a:moveTo>
                  <a:pt x="7047" y="12974"/>
                </a:moveTo>
                <a:lnTo>
                  <a:pt x="7047" y="0"/>
                </a:lnTo>
                <a:lnTo>
                  <a:pt x="89054" y="0"/>
                </a:lnTo>
                <a:lnTo>
                  <a:pt x="89054" y="12974"/>
                </a:lnTo>
                <a:lnTo>
                  <a:pt x="7047" y="12974"/>
                </a:lnTo>
                <a:close/>
                <a:moveTo>
                  <a:pt x="7047" y="46929"/>
                </a:moveTo>
                <a:lnTo>
                  <a:pt x="7047" y="33796"/>
                </a:lnTo>
                <a:lnTo>
                  <a:pt x="89054" y="33796"/>
                </a:lnTo>
                <a:lnTo>
                  <a:pt x="89054" y="46929"/>
                </a:lnTo>
                <a:lnTo>
                  <a:pt x="7047" y="46929"/>
                </a:lnTo>
                <a:close/>
                <a:moveTo>
                  <a:pt x="1440581" y="313219"/>
                </a:moveTo>
                <a:close/>
                <a:moveTo>
                  <a:pt x="1480143" y="339006"/>
                </a:moveTo>
                <a:lnTo>
                  <a:pt x="1480143" y="203343"/>
                </a:lnTo>
                <a:lnTo>
                  <a:pt x="1511696" y="203343"/>
                </a:lnTo>
                <a:lnTo>
                  <a:pt x="1511696" y="211832"/>
                </a:lnTo>
                <a:lnTo>
                  <a:pt x="1493758" y="211832"/>
                </a:lnTo>
                <a:lnTo>
                  <a:pt x="1493758" y="330517"/>
                </a:lnTo>
                <a:lnTo>
                  <a:pt x="1511696" y="330517"/>
                </a:lnTo>
                <a:lnTo>
                  <a:pt x="1511696" y="339006"/>
                </a:lnTo>
                <a:lnTo>
                  <a:pt x="1480143" y="339006"/>
                </a:lnTo>
                <a:close/>
                <a:moveTo>
                  <a:pt x="1536620" y="313219"/>
                </a:moveTo>
                <a:close/>
                <a:moveTo>
                  <a:pt x="1593320" y="203343"/>
                </a:moveTo>
                <a:lnTo>
                  <a:pt x="1593320" y="339006"/>
                </a:lnTo>
                <a:lnTo>
                  <a:pt x="1561767" y="339006"/>
                </a:lnTo>
                <a:lnTo>
                  <a:pt x="1561767" y="330517"/>
                </a:lnTo>
                <a:lnTo>
                  <a:pt x="1579545" y="330517"/>
                </a:lnTo>
                <a:lnTo>
                  <a:pt x="1579545" y="211832"/>
                </a:lnTo>
                <a:lnTo>
                  <a:pt x="1561767" y="211832"/>
                </a:lnTo>
                <a:lnTo>
                  <a:pt x="1561767" y="203343"/>
                </a:lnTo>
                <a:lnTo>
                  <a:pt x="1593320" y="203343"/>
                </a:lnTo>
                <a:close/>
                <a:moveTo>
                  <a:pt x="1632659" y="313219"/>
                </a:moveTo>
                <a:close/>
                <a:moveTo>
                  <a:pt x="1670299" y="313219"/>
                </a:moveTo>
                <a:lnTo>
                  <a:pt x="1670299" y="293358"/>
                </a:lnTo>
                <a:lnTo>
                  <a:pt x="1691121" y="293358"/>
                </a:lnTo>
                <a:lnTo>
                  <a:pt x="1691121" y="313219"/>
                </a:lnTo>
                <a:lnTo>
                  <a:pt x="1670299" y="313219"/>
                </a:lnTo>
                <a:close/>
              </a:path>
            </a:pathLst>
          </a:custGeom>
          <a:solidFill xmlns:a="http://schemas.openxmlformats.org/drawingml/2006/main">
            <a:srgbClr val="D32F2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0993C2-EF65-4D27-B0FF-9DDF8BA25E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61496" y="2816700"/>
            <a:ext cx="2965572" cy="394265"/>
          </a:xfrm>
          <a:custGeom xmlns:a="http://schemas.openxmlformats.org/drawingml/2006/main">
            <a:pathLst>
              <a:path w="2965572" h="394265">
                <a:moveTo>
                  <a:pt x="1209165" y="49973"/>
                </a:moveTo>
                <a:lnTo>
                  <a:pt x="1215572" y="49973"/>
                </a:lnTo>
                <a:lnTo>
                  <a:pt x="1219255" y="28991"/>
                </a:lnTo>
                <a:lnTo>
                  <a:pt x="1219255" y="5446"/>
                </a:lnTo>
                <a:lnTo>
                  <a:pt x="1205481" y="5446"/>
                </a:lnTo>
                <a:lnTo>
                  <a:pt x="1205481" y="28991"/>
                </a:lnTo>
                <a:lnTo>
                  <a:pt x="1209165" y="49973"/>
                </a:lnTo>
                <a:close/>
                <a:moveTo>
                  <a:pt x="1185300" y="49973"/>
                </a:moveTo>
                <a:lnTo>
                  <a:pt x="1191707" y="49973"/>
                </a:lnTo>
                <a:lnTo>
                  <a:pt x="1195390" y="28991"/>
                </a:lnTo>
                <a:lnTo>
                  <a:pt x="1195390" y="5446"/>
                </a:lnTo>
                <a:lnTo>
                  <a:pt x="1181616" y="5446"/>
                </a:lnTo>
                <a:lnTo>
                  <a:pt x="1181616" y="28991"/>
                </a:lnTo>
                <a:lnTo>
                  <a:pt x="1185300" y="49973"/>
                </a:lnTo>
                <a:close/>
                <a:moveTo>
                  <a:pt x="923291" y="250433"/>
                </a:moveTo>
                <a:lnTo>
                  <a:pt x="908235" y="250433"/>
                </a:lnTo>
                <a:lnTo>
                  <a:pt x="908235" y="265809"/>
                </a:lnTo>
                <a:lnTo>
                  <a:pt x="923291" y="265809"/>
                </a:lnTo>
                <a:lnTo>
                  <a:pt x="923291" y="250433"/>
                </a:lnTo>
                <a:close/>
                <a:moveTo>
                  <a:pt x="1069720" y="303728"/>
                </a:moveTo>
                <a:lnTo>
                  <a:pt x="1069720" y="303717"/>
                </a:lnTo>
                <a:lnTo>
                  <a:pt x="1069720" y="303689"/>
                </a:lnTo>
                <a:lnTo>
                  <a:pt x="1069720" y="303675"/>
                </a:lnTo>
                <a:lnTo>
                  <a:pt x="1069720" y="303683"/>
                </a:lnTo>
                <a:lnTo>
                  <a:pt x="1069720" y="303699"/>
                </a:lnTo>
                <a:lnTo>
                  <a:pt x="1069720" y="303716"/>
                </a:lnTo>
                <a:lnTo>
                  <a:pt x="1069720" y="303728"/>
                </a:lnTo>
                <a:close/>
                <a:moveTo>
                  <a:pt x="1069720" y="303763"/>
                </a:moveTo>
                <a:lnTo>
                  <a:pt x="1069720" y="303752"/>
                </a:lnTo>
                <a:lnTo>
                  <a:pt x="1069720" y="303734"/>
                </a:lnTo>
                <a:lnTo>
                  <a:pt x="1069720" y="303728"/>
                </a:lnTo>
                <a:lnTo>
                  <a:pt x="1069720" y="303749"/>
                </a:lnTo>
                <a:lnTo>
                  <a:pt x="1069720" y="303763"/>
                </a:lnTo>
                <a:close/>
                <a:moveTo>
                  <a:pt x="1069720" y="303763"/>
                </a:moveTo>
                <a:lnTo>
                  <a:pt x="1069720" y="303770"/>
                </a:lnTo>
                <a:lnTo>
                  <a:pt x="1069720" y="303789"/>
                </a:lnTo>
                <a:lnTo>
                  <a:pt x="1069720" y="303784"/>
                </a:lnTo>
                <a:lnTo>
                  <a:pt x="1069720" y="303763"/>
                </a:lnTo>
                <a:close/>
                <a:moveTo>
                  <a:pt x="1069720" y="303823"/>
                </a:moveTo>
                <a:lnTo>
                  <a:pt x="1069720" y="303789"/>
                </a:lnTo>
                <a:lnTo>
                  <a:pt x="1069720" y="303809"/>
                </a:lnTo>
                <a:lnTo>
                  <a:pt x="1069720" y="303830"/>
                </a:lnTo>
                <a:lnTo>
                  <a:pt x="1069720" y="303843"/>
                </a:lnTo>
                <a:lnTo>
                  <a:pt x="1069720" y="303823"/>
                </a:lnTo>
                <a:close/>
                <a:moveTo>
                  <a:pt x="1069720" y="304063"/>
                </a:moveTo>
                <a:lnTo>
                  <a:pt x="1069720" y="304064"/>
                </a:lnTo>
                <a:lnTo>
                  <a:pt x="1069720" y="304009"/>
                </a:lnTo>
                <a:lnTo>
                  <a:pt x="1069720" y="303984"/>
                </a:lnTo>
                <a:lnTo>
                  <a:pt x="1069720" y="303987"/>
                </a:lnTo>
                <a:lnTo>
                  <a:pt x="1069720" y="304012"/>
                </a:lnTo>
                <a:lnTo>
                  <a:pt x="1069720" y="304037"/>
                </a:lnTo>
                <a:lnTo>
                  <a:pt x="1069720" y="304063"/>
                </a:lnTo>
                <a:close/>
                <a:moveTo>
                  <a:pt x="526692" y="365789"/>
                </a:moveTo>
                <a:lnTo>
                  <a:pt x="527372" y="365701"/>
                </a:lnTo>
                <a:lnTo>
                  <a:pt x="528044" y="365602"/>
                </a:lnTo>
                <a:lnTo>
                  <a:pt x="528707" y="365491"/>
                </a:lnTo>
                <a:lnTo>
                  <a:pt x="529361" y="365368"/>
                </a:lnTo>
                <a:lnTo>
                  <a:pt x="530006" y="365234"/>
                </a:lnTo>
                <a:lnTo>
                  <a:pt x="530643" y="365088"/>
                </a:lnTo>
                <a:lnTo>
                  <a:pt x="531270" y="364930"/>
                </a:lnTo>
                <a:lnTo>
                  <a:pt x="531888" y="364761"/>
                </a:lnTo>
                <a:lnTo>
                  <a:pt x="532498" y="364580"/>
                </a:lnTo>
                <a:lnTo>
                  <a:pt x="533098" y="364387"/>
                </a:lnTo>
                <a:lnTo>
                  <a:pt x="533690" y="364183"/>
                </a:lnTo>
                <a:lnTo>
                  <a:pt x="534273" y="363967"/>
                </a:lnTo>
                <a:lnTo>
                  <a:pt x="534847" y="363739"/>
                </a:lnTo>
                <a:lnTo>
                  <a:pt x="535412" y="363500"/>
                </a:lnTo>
                <a:lnTo>
                  <a:pt x="535968" y="363249"/>
                </a:lnTo>
                <a:lnTo>
                  <a:pt x="536515" y="362986"/>
                </a:lnTo>
                <a:lnTo>
                  <a:pt x="537054" y="362711"/>
                </a:lnTo>
                <a:lnTo>
                  <a:pt x="537583" y="362413"/>
                </a:lnTo>
                <a:lnTo>
                  <a:pt x="538102" y="362104"/>
                </a:lnTo>
                <a:lnTo>
                  <a:pt x="538610" y="361785"/>
                </a:lnTo>
                <a:lnTo>
                  <a:pt x="539109" y="361457"/>
                </a:lnTo>
                <a:lnTo>
                  <a:pt x="539598" y="361118"/>
                </a:lnTo>
                <a:lnTo>
                  <a:pt x="540077" y="360769"/>
                </a:lnTo>
                <a:lnTo>
                  <a:pt x="540546" y="360411"/>
                </a:lnTo>
                <a:lnTo>
                  <a:pt x="541005" y="360042"/>
                </a:lnTo>
                <a:lnTo>
                  <a:pt x="541453" y="359663"/>
                </a:lnTo>
                <a:lnTo>
                  <a:pt x="541892" y="359274"/>
                </a:lnTo>
                <a:lnTo>
                  <a:pt x="542321" y="358876"/>
                </a:lnTo>
                <a:lnTo>
                  <a:pt x="542740" y="358467"/>
                </a:lnTo>
                <a:lnTo>
                  <a:pt x="543149" y="358048"/>
                </a:lnTo>
                <a:lnTo>
                  <a:pt x="543547" y="357619"/>
                </a:lnTo>
                <a:lnTo>
                  <a:pt x="543936" y="357180"/>
                </a:lnTo>
                <a:lnTo>
                  <a:pt x="544315" y="356732"/>
                </a:lnTo>
                <a:lnTo>
                  <a:pt x="544683" y="356273"/>
                </a:lnTo>
                <a:lnTo>
                  <a:pt x="545042" y="355804"/>
                </a:lnTo>
                <a:lnTo>
                  <a:pt x="545391" y="355325"/>
                </a:lnTo>
                <a:lnTo>
                  <a:pt x="545730" y="354836"/>
                </a:lnTo>
                <a:lnTo>
                  <a:pt x="546058" y="354337"/>
                </a:lnTo>
                <a:lnTo>
                  <a:pt x="546377" y="353829"/>
                </a:lnTo>
                <a:lnTo>
                  <a:pt x="546686" y="353310"/>
                </a:lnTo>
                <a:lnTo>
                  <a:pt x="546984" y="352781"/>
                </a:lnTo>
                <a:lnTo>
                  <a:pt x="548746" y="364473"/>
                </a:lnTo>
                <a:lnTo>
                  <a:pt x="561720" y="364473"/>
                </a:lnTo>
                <a:lnTo>
                  <a:pt x="561720" y="249152"/>
                </a:lnTo>
                <a:lnTo>
                  <a:pt x="545703" y="249152"/>
                </a:lnTo>
                <a:lnTo>
                  <a:pt x="545703" y="292077"/>
                </a:lnTo>
                <a:lnTo>
                  <a:pt x="545418" y="291654"/>
                </a:lnTo>
                <a:lnTo>
                  <a:pt x="545123" y="291238"/>
                </a:lnTo>
                <a:lnTo>
                  <a:pt x="544819" y="290831"/>
                </a:lnTo>
                <a:lnTo>
                  <a:pt x="544506" y="290431"/>
                </a:lnTo>
                <a:lnTo>
                  <a:pt x="544183" y="290039"/>
                </a:lnTo>
                <a:lnTo>
                  <a:pt x="543851" y="289654"/>
                </a:lnTo>
                <a:lnTo>
                  <a:pt x="543509" y="289278"/>
                </a:lnTo>
                <a:lnTo>
                  <a:pt x="543158" y="288909"/>
                </a:lnTo>
                <a:lnTo>
                  <a:pt x="542797" y="288548"/>
                </a:lnTo>
                <a:lnTo>
                  <a:pt x="542427" y="288195"/>
                </a:lnTo>
                <a:lnTo>
                  <a:pt x="542048" y="287850"/>
                </a:lnTo>
                <a:lnTo>
                  <a:pt x="541659" y="287512"/>
                </a:lnTo>
                <a:lnTo>
                  <a:pt x="541260" y="287182"/>
                </a:lnTo>
                <a:lnTo>
                  <a:pt x="540852" y="286860"/>
                </a:lnTo>
                <a:lnTo>
                  <a:pt x="540435" y="286546"/>
                </a:lnTo>
                <a:lnTo>
                  <a:pt x="540008" y="286240"/>
                </a:lnTo>
                <a:lnTo>
                  <a:pt x="539572" y="285941"/>
                </a:lnTo>
                <a:lnTo>
                  <a:pt x="539126" y="285650"/>
                </a:lnTo>
                <a:lnTo>
                  <a:pt x="538671" y="285367"/>
                </a:lnTo>
                <a:lnTo>
                  <a:pt x="538206" y="285092"/>
                </a:lnTo>
                <a:lnTo>
                  <a:pt x="537732" y="284824"/>
                </a:lnTo>
                <a:lnTo>
                  <a:pt x="537248" y="284564"/>
                </a:lnTo>
                <a:lnTo>
                  <a:pt x="536755" y="284313"/>
                </a:lnTo>
                <a:lnTo>
                  <a:pt x="536253" y="284068"/>
                </a:lnTo>
                <a:lnTo>
                  <a:pt x="535742" y="283820"/>
                </a:lnTo>
                <a:lnTo>
                  <a:pt x="535224" y="283582"/>
                </a:lnTo>
                <a:lnTo>
                  <a:pt x="534699" y="283355"/>
                </a:lnTo>
                <a:lnTo>
                  <a:pt x="534166" y="283139"/>
                </a:lnTo>
                <a:lnTo>
                  <a:pt x="533627" y="282932"/>
                </a:lnTo>
                <a:lnTo>
                  <a:pt x="533080" y="282737"/>
                </a:lnTo>
                <a:lnTo>
                  <a:pt x="532525" y="282552"/>
                </a:lnTo>
                <a:lnTo>
                  <a:pt x="531964" y="282378"/>
                </a:lnTo>
                <a:lnTo>
                  <a:pt x="531395" y="282214"/>
                </a:lnTo>
                <a:lnTo>
                  <a:pt x="530819" y="282061"/>
                </a:lnTo>
                <a:lnTo>
                  <a:pt x="530236" y="281918"/>
                </a:lnTo>
                <a:lnTo>
                  <a:pt x="529646" y="281786"/>
                </a:lnTo>
                <a:lnTo>
                  <a:pt x="529048" y="281664"/>
                </a:lnTo>
                <a:lnTo>
                  <a:pt x="528444" y="281554"/>
                </a:lnTo>
                <a:lnTo>
                  <a:pt x="527832" y="281453"/>
                </a:lnTo>
                <a:lnTo>
                  <a:pt x="527212" y="281363"/>
                </a:lnTo>
                <a:lnTo>
                  <a:pt x="526586" y="281284"/>
                </a:lnTo>
                <a:lnTo>
                  <a:pt x="525952" y="281215"/>
                </a:lnTo>
                <a:lnTo>
                  <a:pt x="525311" y="281157"/>
                </a:lnTo>
                <a:lnTo>
                  <a:pt x="524663" y="281110"/>
                </a:lnTo>
                <a:lnTo>
                  <a:pt x="524008" y="281073"/>
                </a:lnTo>
                <a:lnTo>
                  <a:pt x="523345" y="281046"/>
                </a:lnTo>
                <a:lnTo>
                  <a:pt x="522675" y="281030"/>
                </a:lnTo>
                <a:lnTo>
                  <a:pt x="521998" y="281025"/>
                </a:lnTo>
                <a:lnTo>
                  <a:pt x="521240" y="281034"/>
                </a:lnTo>
                <a:lnTo>
                  <a:pt x="520487" y="281059"/>
                </a:lnTo>
                <a:lnTo>
                  <a:pt x="519740" y="281100"/>
                </a:lnTo>
                <a:lnTo>
                  <a:pt x="518999" y="281159"/>
                </a:lnTo>
                <a:lnTo>
                  <a:pt x="518263" y="281234"/>
                </a:lnTo>
                <a:lnTo>
                  <a:pt x="517533" y="281325"/>
                </a:lnTo>
                <a:lnTo>
                  <a:pt x="516809" y="281434"/>
                </a:lnTo>
                <a:lnTo>
                  <a:pt x="516089" y="281559"/>
                </a:lnTo>
                <a:lnTo>
                  <a:pt x="515376" y="281701"/>
                </a:lnTo>
                <a:lnTo>
                  <a:pt x="514668" y="281859"/>
                </a:lnTo>
                <a:lnTo>
                  <a:pt x="513966" y="282035"/>
                </a:lnTo>
                <a:lnTo>
                  <a:pt x="513269" y="282226"/>
                </a:lnTo>
                <a:lnTo>
                  <a:pt x="512577" y="282435"/>
                </a:lnTo>
                <a:lnTo>
                  <a:pt x="511892" y="282660"/>
                </a:lnTo>
                <a:lnTo>
                  <a:pt x="511211" y="282902"/>
                </a:lnTo>
                <a:lnTo>
                  <a:pt x="510537" y="283161"/>
                </a:lnTo>
                <a:lnTo>
                  <a:pt x="509868" y="283436"/>
                </a:lnTo>
                <a:lnTo>
                  <a:pt x="509204" y="283728"/>
                </a:lnTo>
                <a:lnTo>
                  <a:pt x="508546" y="284037"/>
                </a:lnTo>
                <a:lnTo>
                  <a:pt x="507894" y="284362"/>
                </a:lnTo>
                <a:lnTo>
                  <a:pt x="507247" y="284704"/>
                </a:lnTo>
                <a:lnTo>
                  <a:pt x="506606" y="285063"/>
                </a:lnTo>
                <a:lnTo>
                  <a:pt x="505970" y="285438"/>
                </a:lnTo>
                <a:lnTo>
                  <a:pt x="505340" y="285830"/>
                </a:lnTo>
                <a:lnTo>
                  <a:pt x="504732" y="286239"/>
                </a:lnTo>
                <a:lnTo>
                  <a:pt x="504133" y="286663"/>
                </a:lnTo>
                <a:lnTo>
                  <a:pt x="503546" y="287104"/>
                </a:lnTo>
                <a:lnTo>
                  <a:pt x="502969" y="287561"/>
                </a:lnTo>
                <a:lnTo>
                  <a:pt x="502402" y="288034"/>
                </a:lnTo>
                <a:lnTo>
                  <a:pt x="501847" y="288523"/>
                </a:lnTo>
                <a:lnTo>
                  <a:pt x="501301" y="289028"/>
                </a:lnTo>
                <a:lnTo>
                  <a:pt x="500767" y="289550"/>
                </a:lnTo>
                <a:lnTo>
                  <a:pt x="500242" y="290087"/>
                </a:lnTo>
                <a:lnTo>
                  <a:pt x="499729" y="290641"/>
                </a:lnTo>
                <a:lnTo>
                  <a:pt x="499226" y="291211"/>
                </a:lnTo>
                <a:lnTo>
                  <a:pt x="498733" y="291797"/>
                </a:lnTo>
                <a:lnTo>
                  <a:pt x="498251" y="292399"/>
                </a:lnTo>
                <a:lnTo>
                  <a:pt x="497780" y="293017"/>
                </a:lnTo>
                <a:lnTo>
                  <a:pt x="497319" y="293651"/>
                </a:lnTo>
                <a:lnTo>
                  <a:pt x="496869" y="294301"/>
                </a:lnTo>
                <a:lnTo>
                  <a:pt x="496430" y="294968"/>
                </a:lnTo>
                <a:lnTo>
                  <a:pt x="496000" y="295651"/>
                </a:lnTo>
                <a:lnTo>
                  <a:pt x="495582" y="296349"/>
                </a:lnTo>
                <a:lnTo>
                  <a:pt x="495174" y="297064"/>
                </a:lnTo>
                <a:lnTo>
                  <a:pt x="494777" y="297795"/>
                </a:lnTo>
                <a:lnTo>
                  <a:pt x="494390" y="298543"/>
                </a:lnTo>
                <a:lnTo>
                  <a:pt x="494014" y="299306"/>
                </a:lnTo>
                <a:lnTo>
                  <a:pt x="493648" y="300085"/>
                </a:lnTo>
                <a:lnTo>
                  <a:pt x="493295" y="300880"/>
                </a:lnTo>
                <a:lnTo>
                  <a:pt x="492957" y="301689"/>
                </a:lnTo>
                <a:lnTo>
                  <a:pt x="492634" y="302513"/>
                </a:lnTo>
                <a:lnTo>
                  <a:pt x="492327" y="303351"/>
                </a:lnTo>
                <a:lnTo>
                  <a:pt x="492034" y="304204"/>
                </a:lnTo>
                <a:lnTo>
                  <a:pt x="491756" y="305071"/>
                </a:lnTo>
                <a:lnTo>
                  <a:pt x="491493" y="305952"/>
                </a:lnTo>
                <a:lnTo>
                  <a:pt x="491245" y="306848"/>
                </a:lnTo>
                <a:lnTo>
                  <a:pt x="491013" y="307758"/>
                </a:lnTo>
                <a:lnTo>
                  <a:pt x="490795" y="308683"/>
                </a:lnTo>
                <a:lnTo>
                  <a:pt x="490592" y="309623"/>
                </a:lnTo>
                <a:lnTo>
                  <a:pt x="490405" y="310576"/>
                </a:lnTo>
                <a:lnTo>
                  <a:pt x="490232" y="311545"/>
                </a:lnTo>
                <a:lnTo>
                  <a:pt x="490074" y="312527"/>
                </a:lnTo>
                <a:lnTo>
                  <a:pt x="489932" y="313524"/>
                </a:lnTo>
                <a:lnTo>
                  <a:pt x="489804" y="314536"/>
                </a:lnTo>
                <a:lnTo>
                  <a:pt x="489691" y="315562"/>
                </a:lnTo>
                <a:lnTo>
                  <a:pt x="489594" y="316603"/>
                </a:lnTo>
                <a:lnTo>
                  <a:pt x="489511" y="317658"/>
                </a:lnTo>
                <a:lnTo>
                  <a:pt x="489444" y="318727"/>
                </a:lnTo>
                <a:lnTo>
                  <a:pt x="489391" y="319811"/>
                </a:lnTo>
                <a:lnTo>
                  <a:pt x="489353" y="320909"/>
                </a:lnTo>
                <a:lnTo>
                  <a:pt x="489331" y="322022"/>
                </a:lnTo>
                <a:lnTo>
                  <a:pt x="489323" y="323150"/>
                </a:lnTo>
                <a:lnTo>
                  <a:pt x="489323" y="324911"/>
                </a:lnTo>
                <a:lnTo>
                  <a:pt x="489331" y="326117"/>
                </a:lnTo>
                <a:lnTo>
                  <a:pt x="489353" y="327303"/>
                </a:lnTo>
                <a:lnTo>
                  <a:pt x="489391" y="328470"/>
                </a:lnTo>
                <a:lnTo>
                  <a:pt x="489444" y="329619"/>
                </a:lnTo>
                <a:lnTo>
                  <a:pt x="489511" y="330748"/>
                </a:lnTo>
                <a:lnTo>
                  <a:pt x="489594" y="331859"/>
                </a:lnTo>
                <a:lnTo>
                  <a:pt x="489691" y="332950"/>
                </a:lnTo>
                <a:lnTo>
                  <a:pt x="489804" y="334023"/>
                </a:lnTo>
                <a:lnTo>
                  <a:pt x="489932" y="335077"/>
                </a:lnTo>
                <a:lnTo>
                  <a:pt x="490074" y="336112"/>
                </a:lnTo>
                <a:lnTo>
                  <a:pt x="490232" y="337128"/>
                </a:lnTo>
                <a:lnTo>
                  <a:pt x="490405" y="338125"/>
                </a:lnTo>
                <a:lnTo>
                  <a:pt x="490592" y="339104"/>
                </a:lnTo>
                <a:lnTo>
                  <a:pt x="490795" y="340063"/>
                </a:lnTo>
                <a:lnTo>
                  <a:pt x="491013" y="341003"/>
                </a:lnTo>
                <a:lnTo>
                  <a:pt x="491245" y="341925"/>
                </a:lnTo>
                <a:lnTo>
                  <a:pt x="491493" y="342828"/>
                </a:lnTo>
                <a:lnTo>
                  <a:pt x="491756" y="343711"/>
                </a:lnTo>
                <a:lnTo>
                  <a:pt x="492034" y="344576"/>
                </a:lnTo>
                <a:lnTo>
                  <a:pt x="492327" y="345422"/>
                </a:lnTo>
                <a:lnTo>
                  <a:pt x="492634" y="346249"/>
                </a:lnTo>
                <a:lnTo>
                  <a:pt x="492957" y="347057"/>
                </a:lnTo>
                <a:lnTo>
                  <a:pt x="493295" y="347846"/>
                </a:lnTo>
                <a:lnTo>
                  <a:pt x="493648" y="348616"/>
                </a:lnTo>
                <a:lnTo>
                  <a:pt x="494027" y="349356"/>
                </a:lnTo>
                <a:lnTo>
                  <a:pt x="494415" y="350079"/>
                </a:lnTo>
                <a:lnTo>
                  <a:pt x="494814" y="350786"/>
                </a:lnTo>
                <a:lnTo>
                  <a:pt x="495223" y="351477"/>
                </a:lnTo>
                <a:lnTo>
                  <a:pt x="495642" y="352152"/>
                </a:lnTo>
                <a:lnTo>
                  <a:pt x="496071" y="352811"/>
                </a:lnTo>
                <a:lnTo>
                  <a:pt x="496509" y="353453"/>
                </a:lnTo>
                <a:lnTo>
                  <a:pt x="496958" y="354080"/>
                </a:lnTo>
                <a:lnTo>
                  <a:pt x="497417" y="354690"/>
                </a:lnTo>
                <a:lnTo>
                  <a:pt x="497886" y="355285"/>
                </a:lnTo>
                <a:lnTo>
                  <a:pt x="498365" y="355863"/>
                </a:lnTo>
                <a:lnTo>
                  <a:pt x="498853" y="356425"/>
                </a:lnTo>
                <a:lnTo>
                  <a:pt x="499352" y="356971"/>
                </a:lnTo>
                <a:lnTo>
                  <a:pt x="499861" y="357500"/>
                </a:lnTo>
                <a:lnTo>
                  <a:pt x="500380" y="358014"/>
                </a:lnTo>
                <a:lnTo>
                  <a:pt x="500909" y="358511"/>
                </a:lnTo>
                <a:lnTo>
                  <a:pt x="501448" y="358993"/>
                </a:lnTo>
                <a:lnTo>
                  <a:pt x="501997" y="359458"/>
                </a:lnTo>
                <a:lnTo>
                  <a:pt x="502556" y="359907"/>
                </a:lnTo>
                <a:lnTo>
                  <a:pt x="503125" y="360340"/>
                </a:lnTo>
                <a:lnTo>
                  <a:pt x="503704" y="360757"/>
                </a:lnTo>
                <a:lnTo>
                  <a:pt x="504293" y="361157"/>
                </a:lnTo>
                <a:lnTo>
                  <a:pt x="504892" y="361542"/>
                </a:lnTo>
                <a:lnTo>
                  <a:pt x="505500" y="361910"/>
                </a:lnTo>
                <a:lnTo>
                  <a:pt x="506117" y="362250"/>
                </a:lnTo>
                <a:lnTo>
                  <a:pt x="506738" y="362576"/>
                </a:lnTo>
                <a:lnTo>
                  <a:pt x="507365" y="362887"/>
                </a:lnTo>
                <a:lnTo>
                  <a:pt x="507996" y="363183"/>
                </a:lnTo>
                <a:lnTo>
                  <a:pt x="508633" y="363465"/>
                </a:lnTo>
                <a:lnTo>
                  <a:pt x="509274" y="363732"/>
                </a:lnTo>
                <a:lnTo>
                  <a:pt x="509921" y="363985"/>
                </a:lnTo>
                <a:lnTo>
                  <a:pt x="510572" y="364224"/>
                </a:lnTo>
                <a:lnTo>
                  <a:pt x="511229" y="364448"/>
                </a:lnTo>
                <a:lnTo>
                  <a:pt x="511891" y="364658"/>
                </a:lnTo>
                <a:lnTo>
                  <a:pt x="512557" y="364853"/>
                </a:lnTo>
                <a:lnTo>
                  <a:pt x="513229" y="365034"/>
                </a:lnTo>
                <a:lnTo>
                  <a:pt x="513905" y="365200"/>
                </a:lnTo>
                <a:lnTo>
                  <a:pt x="514587" y="365352"/>
                </a:lnTo>
                <a:lnTo>
                  <a:pt x="515273" y="365489"/>
                </a:lnTo>
                <a:lnTo>
                  <a:pt x="515965" y="365612"/>
                </a:lnTo>
                <a:lnTo>
                  <a:pt x="516661" y="365721"/>
                </a:lnTo>
                <a:lnTo>
                  <a:pt x="517363" y="365815"/>
                </a:lnTo>
                <a:lnTo>
                  <a:pt x="518070" y="365894"/>
                </a:lnTo>
                <a:lnTo>
                  <a:pt x="518781" y="365959"/>
                </a:lnTo>
                <a:lnTo>
                  <a:pt x="519498" y="366010"/>
                </a:lnTo>
                <a:lnTo>
                  <a:pt x="520219" y="366046"/>
                </a:lnTo>
                <a:lnTo>
                  <a:pt x="520946" y="366068"/>
                </a:lnTo>
                <a:lnTo>
                  <a:pt x="521678" y="366075"/>
                </a:lnTo>
                <a:lnTo>
                  <a:pt x="522421" y="366069"/>
                </a:lnTo>
                <a:lnTo>
                  <a:pt x="523155" y="366051"/>
                </a:lnTo>
                <a:lnTo>
                  <a:pt x="523880" y="366022"/>
                </a:lnTo>
                <a:lnTo>
                  <a:pt x="524596" y="365981"/>
                </a:lnTo>
                <a:lnTo>
                  <a:pt x="525304" y="365929"/>
                </a:lnTo>
                <a:lnTo>
                  <a:pt x="526002" y="365865"/>
                </a:lnTo>
                <a:lnTo>
                  <a:pt x="526692" y="365789"/>
                </a:lnTo>
                <a:close/>
                <a:moveTo>
                  <a:pt x="520642" y="353984"/>
                </a:moveTo>
                <a:lnTo>
                  <a:pt x="519987" y="353813"/>
                </a:lnTo>
                <a:lnTo>
                  <a:pt x="519343" y="353619"/>
                </a:lnTo>
                <a:lnTo>
                  <a:pt x="518709" y="353403"/>
                </a:lnTo>
                <a:lnTo>
                  <a:pt x="518086" y="353163"/>
                </a:lnTo>
                <a:lnTo>
                  <a:pt x="517473" y="352901"/>
                </a:lnTo>
                <a:lnTo>
                  <a:pt x="516871" y="352616"/>
                </a:lnTo>
                <a:lnTo>
                  <a:pt x="516280" y="352308"/>
                </a:lnTo>
                <a:lnTo>
                  <a:pt x="515699" y="351978"/>
                </a:lnTo>
                <a:lnTo>
                  <a:pt x="515128" y="351624"/>
                </a:lnTo>
                <a:lnTo>
                  <a:pt x="514569" y="351248"/>
                </a:lnTo>
                <a:lnTo>
                  <a:pt x="514019" y="350849"/>
                </a:lnTo>
                <a:lnTo>
                  <a:pt x="513481" y="350427"/>
                </a:lnTo>
                <a:lnTo>
                  <a:pt x="512953" y="349982"/>
                </a:lnTo>
                <a:lnTo>
                  <a:pt x="512435" y="349515"/>
                </a:lnTo>
                <a:lnTo>
                  <a:pt x="511928" y="349025"/>
                </a:lnTo>
                <a:lnTo>
                  <a:pt x="511432" y="348512"/>
                </a:lnTo>
                <a:lnTo>
                  <a:pt x="510946" y="347976"/>
                </a:lnTo>
                <a:lnTo>
                  <a:pt x="510489" y="347416"/>
                </a:lnTo>
                <a:lnTo>
                  <a:pt x="510051" y="346832"/>
                </a:lnTo>
                <a:lnTo>
                  <a:pt x="509632" y="346224"/>
                </a:lnTo>
                <a:lnTo>
                  <a:pt x="509233" y="345591"/>
                </a:lnTo>
                <a:lnTo>
                  <a:pt x="508854" y="344934"/>
                </a:lnTo>
                <a:lnTo>
                  <a:pt x="508494" y="344252"/>
                </a:lnTo>
                <a:lnTo>
                  <a:pt x="508153" y="343546"/>
                </a:lnTo>
                <a:lnTo>
                  <a:pt x="507832" y="342815"/>
                </a:lnTo>
                <a:lnTo>
                  <a:pt x="507530" y="342060"/>
                </a:lnTo>
                <a:lnTo>
                  <a:pt x="507248" y="341280"/>
                </a:lnTo>
                <a:lnTo>
                  <a:pt x="506985" y="340476"/>
                </a:lnTo>
                <a:lnTo>
                  <a:pt x="506742" y="339647"/>
                </a:lnTo>
                <a:lnTo>
                  <a:pt x="506518" y="338794"/>
                </a:lnTo>
                <a:lnTo>
                  <a:pt x="506314" y="337916"/>
                </a:lnTo>
                <a:lnTo>
                  <a:pt x="506129" y="337014"/>
                </a:lnTo>
                <a:lnTo>
                  <a:pt x="505963" y="336088"/>
                </a:lnTo>
                <a:lnTo>
                  <a:pt x="505817" y="335137"/>
                </a:lnTo>
                <a:lnTo>
                  <a:pt x="505691" y="334161"/>
                </a:lnTo>
                <a:lnTo>
                  <a:pt x="505584" y="333161"/>
                </a:lnTo>
                <a:lnTo>
                  <a:pt x="505496" y="332137"/>
                </a:lnTo>
                <a:lnTo>
                  <a:pt x="505428" y="331088"/>
                </a:lnTo>
                <a:lnTo>
                  <a:pt x="505379" y="330015"/>
                </a:lnTo>
                <a:lnTo>
                  <a:pt x="505350" y="328917"/>
                </a:lnTo>
                <a:lnTo>
                  <a:pt x="505340" y="327794"/>
                </a:lnTo>
                <a:lnTo>
                  <a:pt x="505340" y="318985"/>
                </a:lnTo>
                <a:lnTo>
                  <a:pt x="505350" y="317889"/>
                </a:lnTo>
                <a:lnTo>
                  <a:pt x="505379" y="316816"/>
                </a:lnTo>
                <a:lnTo>
                  <a:pt x="505428" y="315767"/>
                </a:lnTo>
                <a:lnTo>
                  <a:pt x="505496" y="314741"/>
                </a:lnTo>
                <a:lnTo>
                  <a:pt x="505584" y="313738"/>
                </a:lnTo>
                <a:lnTo>
                  <a:pt x="505691" y="312759"/>
                </a:lnTo>
                <a:lnTo>
                  <a:pt x="505817" y="311803"/>
                </a:lnTo>
                <a:lnTo>
                  <a:pt x="505963" y="310870"/>
                </a:lnTo>
                <a:lnTo>
                  <a:pt x="506129" y="309961"/>
                </a:lnTo>
                <a:lnTo>
                  <a:pt x="506314" y="309075"/>
                </a:lnTo>
                <a:lnTo>
                  <a:pt x="506518" y="308212"/>
                </a:lnTo>
                <a:lnTo>
                  <a:pt x="506742" y="307373"/>
                </a:lnTo>
                <a:lnTo>
                  <a:pt x="506985" y="306557"/>
                </a:lnTo>
                <a:lnTo>
                  <a:pt x="507248" y="305765"/>
                </a:lnTo>
                <a:lnTo>
                  <a:pt x="507530" y="304995"/>
                </a:lnTo>
                <a:lnTo>
                  <a:pt x="507832" y="304250"/>
                </a:lnTo>
                <a:lnTo>
                  <a:pt x="508153" y="303527"/>
                </a:lnTo>
                <a:lnTo>
                  <a:pt x="508494" y="302828"/>
                </a:lnTo>
                <a:lnTo>
                  <a:pt x="508854" y="302152"/>
                </a:lnTo>
                <a:lnTo>
                  <a:pt x="509233" y="301500"/>
                </a:lnTo>
                <a:lnTo>
                  <a:pt x="509632" y="300871"/>
                </a:lnTo>
                <a:lnTo>
                  <a:pt x="510051" y="300265"/>
                </a:lnTo>
                <a:lnTo>
                  <a:pt x="510489" y="299683"/>
                </a:lnTo>
                <a:lnTo>
                  <a:pt x="510946" y="299124"/>
                </a:lnTo>
                <a:lnTo>
                  <a:pt x="511432" y="298575"/>
                </a:lnTo>
                <a:lnTo>
                  <a:pt x="511928" y="298050"/>
                </a:lnTo>
                <a:lnTo>
                  <a:pt x="512435" y="297548"/>
                </a:lnTo>
                <a:lnTo>
                  <a:pt x="512953" y="297069"/>
                </a:lnTo>
                <a:lnTo>
                  <a:pt x="513481" y="296613"/>
                </a:lnTo>
                <a:lnTo>
                  <a:pt x="514019" y="296181"/>
                </a:lnTo>
                <a:lnTo>
                  <a:pt x="514569" y="295772"/>
                </a:lnTo>
                <a:lnTo>
                  <a:pt x="515128" y="295387"/>
                </a:lnTo>
                <a:lnTo>
                  <a:pt x="515699" y="295025"/>
                </a:lnTo>
                <a:lnTo>
                  <a:pt x="516280" y="294686"/>
                </a:lnTo>
                <a:lnTo>
                  <a:pt x="516871" y="294371"/>
                </a:lnTo>
                <a:lnTo>
                  <a:pt x="517473" y="294079"/>
                </a:lnTo>
                <a:lnTo>
                  <a:pt x="518086" y="293810"/>
                </a:lnTo>
                <a:lnTo>
                  <a:pt x="518709" y="293565"/>
                </a:lnTo>
                <a:lnTo>
                  <a:pt x="519343" y="293343"/>
                </a:lnTo>
                <a:lnTo>
                  <a:pt x="519987" y="293145"/>
                </a:lnTo>
                <a:lnTo>
                  <a:pt x="520642" y="292969"/>
                </a:lnTo>
                <a:lnTo>
                  <a:pt x="521307" y="292818"/>
                </a:lnTo>
                <a:lnTo>
                  <a:pt x="521983" y="292689"/>
                </a:lnTo>
                <a:lnTo>
                  <a:pt x="522670" y="292584"/>
                </a:lnTo>
                <a:lnTo>
                  <a:pt x="523367" y="292502"/>
                </a:lnTo>
                <a:lnTo>
                  <a:pt x="524075" y="292444"/>
                </a:lnTo>
                <a:lnTo>
                  <a:pt x="524793" y="292409"/>
                </a:lnTo>
                <a:lnTo>
                  <a:pt x="525522" y="292397"/>
                </a:lnTo>
                <a:lnTo>
                  <a:pt x="526250" y="292409"/>
                </a:lnTo>
                <a:lnTo>
                  <a:pt x="526968" y="292443"/>
                </a:lnTo>
                <a:lnTo>
                  <a:pt x="527674" y="292500"/>
                </a:lnTo>
                <a:lnTo>
                  <a:pt x="528369" y="292580"/>
                </a:lnTo>
                <a:lnTo>
                  <a:pt x="529053" y="292682"/>
                </a:lnTo>
                <a:lnTo>
                  <a:pt x="529726" y="292808"/>
                </a:lnTo>
                <a:lnTo>
                  <a:pt x="530388" y="292956"/>
                </a:lnTo>
                <a:lnTo>
                  <a:pt x="531039" y="293127"/>
                </a:lnTo>
                <a:lnTo>
                  <a:pt x="531678" y="293321"/>
                </a:lnTo>
                <a:lnTo>
                  <a:pt x="532307" y="293537"/>
                </a:lnTo>
                <a:lnTo>
                  <a:pt x="532924" y="293777"/>
                </a:lnTo>
                <a:lnTo>
                  <a:pt x="533530" y="294039"/>
                </a:lnTo>
                <a:lnTo>
                  <a:pt x="534125" y="294324"/>
                </a:lnTo>
                <a:lnTo>
                  <a:pt x="534709" y="294632"/>
                </a:lnTo>
                <a:lnTo>
                  <a:pt x="535282" y="294962"/>
                </a:lnTo>
                <a:lnTo>
                  <a:pt x="535844" y="295316"/>
                </a:lnTo>
                <a:lnTo>
                  <a:pt x="536394" y="295692"/>
                </a:lnTo>
                <a:lnTo>
                  <a:pt x="536934" y="296091"/>
                </a:lnTo>
                <a:lnTo>
                  <a:pt x="537462" y="296513"/>
                </a:lnTo>
                <a:lnTo>
                  <a:pt x="537979" y="296958"/>
                </a:lnTo>
                <a:lnTo>
                  <a:pt x="538485" y="297425"/>
                </a:lnTo>
                <a:lnTo>
                  <a:pt x="538980" y="297915"/>
                </a:lnTo>
                <a:lnTo>
                  <a:pt x="539464" y="298428"/>
                </a:lnTo>
                <a:lnTo>
                  <a:pt x="539937" y="298964"/>
                </a:lnTo>
                <a:lnTo>
                  <a:pt x="540407" y="299523"/>
                </a:lnTo>
                <a:lnTo>
                  <a:pt x="540858" y="300106"/>
                </a:lnTo>
                <a:lnTo>
                  <a:pt x="541288" y="300713"/>
                </a:lnTo>
                <a:lnTo>
                  <a:pt x="541699" y="301344"/>
                </a:lnTo>
                <a:lnTo>
                  <a:pt x="542089" y="301999"/>
                </a:lnTo>
                <a:lnTo>
                  <a:pt x="542459" y="302678"/>
                </a:lnTo>
                <a:lnTo>
                  <a:pt x="542810" y="303381"/>
                </a:lnTo>
                <a:lnTo>
                  <a:pt x="543140" y="304107"/>
                </a:lnTo>
                <a:lnTo>
                  <a:pt x="543450" y="304858"/>
                </a:lnTo>
                <a:lnTo>
                  <a:pt x="543741" y="305632"/>
                </a:lnTo>
                <a:lnTo>
                  <a:pt x="544011" y="306431"/>
                </a:lnTo>
                <a:lnTo>
                  <a:pt x="544261" y="307253"/>
                </a:lnTo>
                <a:lnTo>
                  <a:pt x="544492" y="308099"/>
                </a:lnTo>
                <a:lnTo>
                  <a:pt x="544702" y="308969"/>
                </a:lnTo>
                <a:lnTo>
                  <a:pt x="544892" y="309863"/>
                </a:lnTo>
                <a:lnTo>
                  <a:pt x="545062" y="310781"/>
                </a:lnTo>
                <a:lnTo>
                  <a:pt x="545212" y="311723"/>
                </a:lnTo>
                <a:lnTo>
                  <a:pt x="545342" y="312689"/>
                </a:lnTo>
                <a:lnTo>
                  <a:pt x="545453" y="313678"/>
                </a:lnTo>
                <a:lnTo>
                  <a:pt x="545543" y="314692"/>
                </a:lnTo>
                <a:lnTo>
                  <a:pt x="545613" y="315729"/>
                </a:lnTo>
                <a:lnTo>
                  <a:pt x="545663" y="316791"/>
                </a:lnTo>
                <a:lnTo>
                  <a:pt x="545693" y="317876"/>
                </a:lnTo>
                <a:lnTo>
                  <a:pt x="545703" y="318985"/>
                </a:lnTo>
                <a:lnTo>
                  <a:pt x="545703" y="327955"/>
                </a:lnTo>
                <a:lnTo>
                  <a:pt x="545693" y="329077"/>
                </a:lnTo>
                <a:lnTo>
                  <a:pt x="545663" y="330175"/>
                </a:lnTo>
                <a:lnTo>
                  <a:pt x="545613" y="331248"/>
                </a:lnTo>
                <a:lnTo>
                  <a:pt x="545543" y="332297"/>
                </a:lnTo>
                <a:lnTo>
                  <a:pt x="545453" y="333321"/>
                </a:lnTo>
                <a:lnTo>
                  <a:pt x="545342" y="334321"/>
                </a:lnTo>
                <a:lnTo>
                  <a:pt x="545212" y="335297"/>
                </a:lnTo>
                <a:lnTo>
                  <a:pt x="545062" y="336248"/>
                </a:lnTo>
                <a:lnTo>
                  <a:pt x="544892" y="337174"/>
                </a:lnTo>
                <a:lnTo>
                  <a:pt x="544702" y="338076"/>
                </a:lnTo>
                <a:lnTo>
                  <a:pt x="544492" y="338954"/>
                </a:lnTo>
                <a:lnTo>
                  <a:pt x="544261" y="339807"/>
                </a:lnTo>
                <a:lnTo>
                  <a:pt x="544011" y="340636"/>
                </a:lnTo>
                <a:lnTo>
                  <a:pt x="543741" y="341440"/>
                </a:lnTo>
                <a:lnTo>
                  <a:pt x="543450" y="342220"/>
                </a:lnTo>
                <a:lnTo>
                  <a:pt x="543140" y="342975"/>
                </a:lnTo>
                <a:lnTo>
                  <a:pt x="542810" y="343706"/>
                </a:lnTo>
                <a:lnTo>
                  <a:pt x="542459" y="344412"/>
                </a:lnTo>
                <a:lnTo>
                  <a:pt x="542089" y="345094"/>
                </a:lnTo>
                <a:lnTo>
                  <a:pt x="541699" y="345751"/>
                </a:lnTo>
                <a:lnTo>
                  <a:pt x="541288" y="346384"/>
                </a:lnTo>
                <a:lnTo>
                  <a:pt x="540858" y="346993"/>
                </a:lnTo>
                <a:lnTo>
                  <a:pt x="540407" y="347576"/>
                </a:lnTo>
                <a:lnTo>
                  <a:pt x="539937" y="348136"/>
                </a:lnTo>
                <a:lnTo>
                  <a:pt x="539464" y="348659"/>
                </a:lnTo>
                <a:lnTo>
                  <a:pt x="538980" y="349159"/>
                </a:lnTo>
                <a:lnTo>
                  <a:pt x="538485" y="349638"/>
                </a:lnTo>
                <a:lnTo>
                  <a:pt x="537979" y="350094"/>
                </a:lnTo>
                <a:lnTo>
                  <a:pt x="537462" y="350527"/>
                </a:lnTo>
                <a:lnTo>
                  <a:pt x="536934" y="350939"/>
                </a:lnTo>
                <a:lnTo>
                  <a:pt x="536394" y="351328"/>
                </a:lnTo>
                <a:lnTo>
                  <a:pt x="535844" y="351695"/>
                </a:lnTo>
                <a:lnTo>
                  <a:pt x="535282" y="352040"/>
                </a:lnTo>
                <a:lnTo>
                  <a:pt x="534709" y="352363"/>
                </a:lnTo>
                <a:lnTo>
                  <a:pt x="534125" y="352663"/>
                </a:lnTo>
                <a:lnTo>
                  <a:pt x="533530" y="352941"/>
                </a:lnTo>
                <a:lnTo>
                  <a:pt x="532924" y="353197"/>
                </a:lnTo>
                <a:lnTo>
                  <a:pt x="532307" y="353430"/>
                </a:lnTo>
                <a:lnTo>
                  <a:pt x="531678" y="353642"/>
                </a:lnTo>
                <a:lnTo>
                  <a:pt x="531039" y="353831"/>
                </a:lnTo>
                <a:lnTo>
                  <a:pt x="530388" y="353998"/>
                </a:lnTo>
                <a:lnTo>
                  <a:pt x="529726" y="354142"/>
                </a:lnTo>
                <a:lnTo>
                  <a:pt x="529053" y="354265"/>
                </a:lnTo>
                <a:lnTo>
                  <a:pt x="528369" y="354365"/>
                </a:lnTo>
                <a:lnTo>
                  <a:pt x="527674" y="354443"/>
                </a:lnTo>
                <a:lnTo>
                  <a:pt x="526968" y="354498"/>
                </a:lnTo>
                <a:lnTo>
                  <a:pt x="526250" y="354532"/>
                </a:lnTo>
                <a:lnTo>
                  <a:pt x="525522" y="354543"/>
                </a:lnTo>
                <a:lnTo>
                  <a:pt x="524793" y="354531"/>
                </a:lnTo>
                <a:lnTo>
                  <a:pt x="524075" y="354497"/>
                </a:lnTo>
                <a:lnTo>
                  <a:pt x="523367" y="354440"/>
                </a:lnTo>
                <a:lnTo>
                  <a:pt x="522670" y="354360"/>
                </a:lnTo>
                <a:lnTo>
                  <a:pt x="521983" y="354258"/>
                </a:lnTo>
                <a:lnTo>
                  <a:pt x="521307" y="354132"/>
                </a:lnTo>
                <a:lnTo>
                  <a:pt x="520642" y="353984"/>
                </a:lnTo>
                <a:close/>
                <a:moveTo>
                  <a:pt x="1218869" y="365966"/>
                </a:moveTo>
                <a:lnTo>
                  <a:pt x="1219362" y="365932"/>
                </a:lnTo>
                <a:lnTo>
                  <a:pt x="1219856" y="365895"/>
                </a:lnTo>
                <a:lnTo>
                  <a:pt x="1220350" y="365852"/>
                </a:lnTo>
                <a:lnTo>
                  <a:pt x="1220844" y="365806"/>
                </a:lnTo>
                <a:lnTo>
                  <a:pt x="1221338" y="365755"/>
                </a:lnTo>
                <a:lnTo>
                  <a:pt x="1221832" y="365699"/>
                </a:lnTo>
                <a:lnTo>
                  <a:pt x="1222326" y="365639"/>
                </a:lnTo>
                <a:lnTo>
                  <a:pt x="1222819" y="365574"/>
                </a:lnTo>
                <a:lnTo>
                  <a:pt x="1223313" y="365505"/>
                </a:lnTo>
                <a:lnTo>
                  <a:pt x="1223807" y="365432"/>
                </a:lnTo>
                <a:lnTo>
                  <a:pt x="1224301" y="365354"/>
                </a:lnTo>
                <a:lnTo>
                  <a:pt x="1224795" y="365272"/>
                </a:lnTo>
                <a:lnTo>
                  <a:pt x="1225289" y="365185"/>
                </a:lnTo>
                <a:lnTo>
                  <a:pt x="1225783" y="365094"/>
                </a:lnTo>
                <a:lnTo>
                  <a:pt x="1226276" y="364998"/>
                </a:lnTo>
                <a:lnTo>
                  <a:pt x="1226770" y="364898"/>
                </a:lnTo>
                <a:lnTo>
                  <a:pt x="1227264" y="364794"/>
                </a:lnTo>
                <a:lnTo>
                  <a:pt x="1227754" y="364698"/>
                </a:lnTo>
                <a:lnTo>
                  <a:pt x="1228237" y="364599"/>
                </a:lnTo>
                <a:lnTo>
                  <a:pt x="1228713" y="364496"/>
                </a:lnTo>
                <a:lnTo>
                  <a:pt x="1229182" y="364389"/>
                </a:lnTo>
                <a:lnTo>
                  <a:pt x="1229643" y="364278"/>
                </a:lnTo>
                <a:lnTo>
                  <a:pt x="1230097" y="364163"/>
                </a:lnTo>
                <a:lnTo>
                  <a:pt x="1230544" y="364044"/>
                </a:lnTo>
                <a:lnTo>
                  <a:pt x="1230984" y="363921"/>
                </a:lnTo>
                <a:lnTo>
                  <a:pt x="1231416" y="363795"/>
                </a:lnTo>
                <a:lnTo>
                  <a:pt x="1231841" y="363665"/>
                </a:lnTo>
                <a:lnTo>
                  <a:pt x="1232259" y="363530"/>
                </a:lnTo>
                <a:lnTo>
                  <a:pt x="1232670" y="363392"/>
                </a:lnTo>
                <a:lnTo>
                  <a:pt x="1233073" y="363250"/>
                </a:lnTo>
                <a:lnTo>
                  <a:pt x="1233469" y="363104"/>
                </a:lnTo>
                <a:lnTo>
                  <a:pt x="1233858" y="362954"/>
                </a:lnTo>
                <a:lnTo>
                  <a:pt x="1234240" y="362800"/>
                </a:lnTo>
                <a:lnTo>
                  <a:pt x="1234615" y="362643"/>
                </a:lnTo>
                <a:lnTo>
                  <a:pt x="1234982" y="362481"/>
                </a:lnTo>
                <a:lnTo>
                  <a:pt x="1235342" y="362316"/>
                </a:lnTo>
                <a:lnTo>
                  <a:pt x="1235695" y="362146"/>
                </a:lnTo>
                <a:lnTo>
                  <a:pt x="1236041" y="361973"/>
                </a:lnTo>
                <a:lnTo>
                  <a:pt x="1236379" y="361796"/>
                </a:lnTo>
                <a:lnTo>
                  <a:pt x="1236710" y="361615"/>
                </a:lnTo>
                <a:lnTo>
                  <a:pt x="1237034" y="361430"/>
                </a:lnTo>
                <a:lnTo>
                  <a:pt x="1237034" y="349097"/>
                </a:lnTo>
                <a:lnTo>
                  <a:pt x="1236752" y="349230"/>
                </a:lnTo>
                <a:lnTo>
                  <a:pt x="1236466" y="349363"/>
                </a:lnTo>
                <a:lnTo>
                  <a:pt x="1236176" y="349495"/>
                </a:lnTo>
                <a:lnTo>
                  <a:pt x="1235882" y="349626"/>
                </a:lnTo>
                <a:lnTo>
                  <a:pt x="1235584" y="349757"/>
                </a:lnTo>
                <a:lnTo>
                  <a:pt x="1235282" y="349888"/>
                </a:lnTo>
                <a:lnTo>
                  <a:pt x="1234977" y="350018"/>
                </a:lnTo>
                <a:lnTo>
                  <a:pt x="1234667" y="350147"/>
                </a:lnTo>
                <a:lnTo>
                  <a:pt x="1234354" y="350276"/>
                </a:lnTo>
                <a:lnTo>
                  <a:pt x="1234037" y="350404"/>
                </a:lnTo>
                <a:lnTo>
                  <a:pt x="1233715" y="350532"/>
                </a:lnTo>
                <a:lnTo>
                  <a:pt x="1233390" y="350659"/>
                </a:lnTo>
                <a:lnTo>
                  <a:pt x="1233061" y="350785"/>
                </a:lnTo>
                <a:lnTo>
                  <a:pt x="1232729" y="350911"/>
                </a:lnTo>
                <a:lnTo>
                  <a:pt x="1232392" y="351037"/>
                </a:lnTo>
                <a:lnTo>
                  <a:pt x="1232051" y="351161"/>
                </a:lnTo>
                <a:lnTo>
                  <a:pt x="1231707" y="351286"/>
                </a:lnTo>
                <a:lnTo>
                  <a:pt x="1231358" y="351409"/>
                </a:lnTo>
                <a:lnTo>
                  <a:pt x="1231006" y="351533"/>
                </a:lnTo>
                <a:lnTo>
                  <a:pt x="1230650" y="351655"/>
                </a:lnTo>
                <a:lnTo>
                  <a:pt x="1230290" y="351777"/>
                </a:lnTo>
                <a:lnTo>
                  <a:pt x="1229926" y="351899"/>
                </a:lnTo>
                <a:lnTo>
                  <a:pt x="1229558" y="352020"/>
                </a:lnTo>
                <a:lnTo>
                  <a:pt x="1229186" y="352140"/>
                </a:lnTo>
                <a:lnTo>
                  <a:pt x="1228824" y="352245"/>
                </a:lnTo>
                <a:lnTo>
                  <a:pt x="1228460" y="352345"/>
                </a:lnTo>
                <a:lnTo>
                  <a:pt x="1228092" y="352440"/>
                </a:lnTo>
                <a:lnTo>
                  <a:pt x="1227722" y="352532"/>
                </a:lnTo>
                <a:lnTo>
                  <a:pt x="1227349" y="352618"/>
                </a:lnTo>
                <a:lnTo>
                  <a:pt x="1226974" y="352701"/>
                </a:lnTo>
                <a:lnTo>
                  <a:pt x="1226595" y="352779"/>
                </a:lnTo>
                <a:lnTo>
                  <a:pt x="1226214" y="352852"/>
                </a:lnTo>
                <a:lnTo>
                  <a:pt x="1225830" y="352921"/>
                </a:lnTo>
                <a:lnTo>
                  <a:pt x="1225443" y="352986"/>
                </a:lnTo>
                <a:lnTo>
                  <a:pt x="1225054" y="353046"/>
                </a:lnTo>
                <a:lnTo>
                  <a:pt x="1224661" y="353101"/>
                </a:lnTo>
                <a:lnTo>
                  <a:pt x="1224266" y="353152"/>
                </a:lnTo>
                <a:lnTo>
                  <a:pt x="1223868" y="353199"/>
                </a:lnTo>
                <a:lnTo>
                  <a:pt x="1223467" y="353241"/>
                </a:lnTo>
                <a:lnTo>
                  <a:pt x="1223064" y="353279"/>
                </a:lnTo>
                <a:lnTo>
                  <a:pt x="1222658" y="353313"/>
                </a:lnTo>
                <a:lnTo>
                  <a:pt x="1222249" y="353341"/>
                </a:lnTo>
                <a:lnTo>
                  <a:pt x="1221837" y="353366"/>
                </a:lnTo>
                <a:lnTo>
                  <a:pt x="1221422" y="353386"/>
                </a:lnTo>
                <a:lnTo>
                  <a:pt x="1221005" y="353401"/>
                </a:lnTo>
                <a:lnTo>
                  <a:pt x="1220585" y="353413"/>
                </a:lnTo>
                <a:lnTo>
                  <a:pt x="1220162" y="353419"/>
                </a:lnTo>
                <a:lnTo>
                  <a:pt x="1219736" y="353422"/>
                </a:lnTo>
                <a:lnTo>
                  <a:pt x="1219193" y="353419"/>
                </a:lnTo>
                <a:lnTo>
                  <a:pt x="1218657" y="353410"/>
                </a:lnTo>
                <a:lnTo>
                  <a:pt x="1218129" y="353396"/>
                </a:lnTo>
                <a:lnTo>
                  <a:pt x="1217609" y="353377"/>
                </a:lnTo>
                <a:lnTo>
                  <a:pt x="1217097" y="353352"/>
                </a:lnTo>
                <a:lnTo>
                  <a:pt x="1216593" y="353321"/>
                </a:lnTo>
                <a:lnTo>
                  <a:pt x="1216096" y="353285"/>
                </a:lnTo>
                <a:lnTo>
                  <a:pt x="1215607" y="353244"/>
                </a:lnTo>
                <a:lnTo>
                  <a:pt x="1215126" y="353196"/>
                </a:lnTo>
                <a:lnTo>
                  <a:pt x="1214653" y="353143"/>
                </a:lnTo>
                <a:lnTo>
                  <a:pt x="1214187" y="353085"/>
                </a:lnTo>
                <a:lnTo>
                  <a:pt x="1213730" y="353021"/>
                </a:lnTo>
                <a:lnTo>
                  <a:pt x="1213280" y="352952"/>
                </a:lnTo>
                <a:lnTo>
                  <a:pt x="1212838" y="352876"/>
                </a:lnTo>
                <a:lnTo>
                  <a:pt x="1212403" y="352796"/>
                </a:lnTo>
                <a:lnTo>
                  <a:pt x="1211977" y="352710"/>
                </a:lnTo>
                <a:lnTo>
                  <a:pt x="1211558" y="352618"/>
                </a:lnTo>
                <a:lnTo>
                  <a:pt x="1211147" y="352521"/>
                </a:lnTo>
                <a:lnTo>
                  <a:pt x="1210744" y="352418"/>
                </a:lnTo>
                <a:lnTo>
                  <a:pt x="1210348" y="352309"/>
                </a:lnTo>
                <a:lnTo>
                  <a:pt x="1209961" y="352195"/>
                </a:lnTo>
                <a:lnTo>
                  <a:pt x="1209581" y="352076"/>
                </a:lnTo>
                <a:lnTo>
                  <a:pt x="1209209" y="351951"/>
                </a:lnTo>
                <a:lnTo>
                  <a:pt x="1208844" y="351820"/>
                </a:lnTo>
                <a:lnTo>
                  <a:pt x="1208488" y="351683"/>
                </a:lnTo>
                <a:lnTo>
                  <a:pt x="1208138" y="351540"/>
                </a:lnTo>
                <a:lnTo>
                  <a:pt x="1207796" y="351389"/>
                </a:lnTo>
                <a:lnTo>
                  <a:pt x="1207461" y="351233"/>
                </a:lnTo>
                <a:lnTo>
                  <a:pt x="1207133" y="351069"/>
                </a:lnTo>
                <a:lnTo>
                  <a:pt x="1206812" y="350899"/>
                </a:lnTo>
                <a:lnTo>
                  <a:pt x="1206499" y="350722"/>
                </a:lnTo>
                <a:lnTo>
                  <a:pt x="1206193" y="350538"/>
                </a:lnTo>
                <a:lnTo>
                  <a:pt x="1205894" y="350348"/>
                </a:lnTo>
                <a:lnTo>
                  <a:pt x="1205602" y="350151"/>
                </a:lnTo>
                <a:lnTo>
                  <a:pt x="1205318" y="349948"/>
                </a:lnTo>
                <a:lnTo>
                  <a:pt x="1205041" y="349738"/>
                </a:lnTo>
                <a:lnTo>
                  <a:pt x="1204771" y="349521"/>
                </a:lnTo>
                <a:lnTo>
                  <a:pt x="1204508" y="349297"/>
                </a:lnTo>
                <a:lnTo>
                  <a:pt x="1204252" y="349067"/>
                </a:lnTo>
                <a:lnTo>
                  <a:pt x="1204004" y="348830"/>
                </a:lnTo>
                <a:lnTo>
                  <a:pt x="1203763" y="348586"/>
                </a:lnTo>
                <a:lnTo>
                  <a:pt x="1203529" y="348336"/>
                </a:lnTo>
                <a:lnTo>
                  <a:pt x="1203302" y="348079"/>
                </a:lnTo>
                <a:lnTo>
                  <a:pt x="1203083" y="347816"/>
                </a:lnTo>
                <a:lnTo>
                  <a:pt x="1202871" y="347545"/>
                </a:lnTo>
                <a:lnTo>
                  <a:pt x="1202666" y="347268"/>
                </a:lnTo>
                <a:lnTo>
                  <a:pt x="1202468" y="346985"/>
                </a:lnTo>
                <a:lnTo>
                  <a:pt x="1202278" y="346694"/>
                </a:lnTo>
                <a:lnTo>
                  <a:pt x="1202095" y="346397"/>
                </a:lnTo>
                <a:lnTo>
                  <a:pt x="1201920" y="346094"/>
                </a:lnTo>
                <a:lnTo>
                  <a:pt x="1201752" y="345783"/>
                </a:lnTo>
                <a:lnTo>
                  <a:pt x="1201592" y="345466"/>
                </a:lnTo>
                <a:lnTo>
                  <a:pt x="1201441" y="345143"/>
                </a:lnTo>
                <a:lnTo>
                  <a:pt x="1201297" y="344812"/>
                </a:lnTo>
                <a:lnTo>
                  <a:pt x="1201160" y="344475"/>
                </a:lnTo>
                <a:lnTo>
                  <a:pt x="1201032" y="344132"/>
                </a:lnTo>
                <a:lnTo>
                  <a:pt x="1200911" y="343781"/>
                </a:lnTo>
                <a:lnTo>
                  <a:pt x="1200798" y="343424"/>
                </a:lnTo>
                <a:lnTo>
                  <a:pt x="1200693" y="343061"/>
                </a:lnTo>
                <a:lnTo>
                  <a:pt x="1200596" y="342690"/>
                </a:lnTo>
                <a:lnTo>
                  <a:pt x="1200506" y="342313"/>
                </a:lnTo>
                <a:lnTo>
                  <a:pt x="1200425" y="341929"/>
                </a:lnTo>
                <a:lnTo>
                  <a:pt x="1200351" y="341539"/>
                </a:lnTo>
                <a:lnTo>
                  <a:pt x="1200284" y="341142"/>
                </a:lnTo>
                <a:lnTo>
                  <a:pt x="1200226" y="340738"/>
                </a:lnTo>
                <a:lnTo>
                  <a:pt x="1200175" y="340328"/>
                </a:lnTo>
                <a:lnTo>
                  <a:pt x="1200133" y="339911"/>
                </a:lnTo>
                <a:lnTo>
                  <a:pt x="1200097" y="339487"/>
                </a:lnTo>
                <a:lnTo>
                  <a:pt x="1200070" y="339056"/>
                </a:lnTo>
                <a:lnTo>
                  <a:pt x="1200051" y="338619"/>
                </a:lnTo>
                <a:lnTo>
                  <a:pt x="1200039" y="338175"/>
                </a:lnTo>
                <a:lnTo>
                  <a:pt x="1200035" y="337725"/>
                </a:lnTo>
                <a:lnTo>
                  <a:pt x="1200035" y="295120"/>
                </a:lnTo>
                <a:lnTo>
                  <a:pt x="1237034" y="295120"/>
                </a:lnTo>
                <a:lnTo>
                  <a:pt x="1237034" y="282627"/>
                </a:lnTo>
                <a:lnTo>
                  <a:pt x="1200035" y="282627"/>
                </a:lnTo>
                <a:lnTo>
                  <a:pt x="1200035" y="256519"/>
                </a:lnTo>
                <a:lnTo>
                  <a:pt x="1190105" y="256519"/>
                </a:lnTo>
                <a:lnTo>
                  <a:pt x="1184499" y="282627"/>
                </a:lnTo>
                <a:lnTo>
                  <a:pt x="1160313" y="282627"/>
                </a:lnTo>
                <a:lnTo>
                  <a:pt x="1160313" y="295120"/>
                </a:lnTo>
                <a:lnTo>
                  <a:pt x="1184018" y="295120"/>
                </a:lnTo>
                <a:lnTo>
                  <a:pt x="1184018" y="339006"/>
                </a:lnTo>
                <a:lnTo>
                  <a:pt x="1184033" y="340194"/>
                </a:lnTo>
                <a:lnTo>
                  <a:pt x="1184077" y="341353"/>
                </a:lnTo>
                <a:lnTo>
                  <a:pt x="1184151" y="342485"/>
                </a:lnTo>
                <a:lnTo>
                  <a:pt x="1184254" y="343589"/>
                </a:lnTo>
                <a:lnTo>
                  <a:pt x="1184387" y="344665"/>
                </a:lnTo>
                <a:lnTo>
                  <a:pt x="1184549" y="345713"/>
                </a:lnTo>
                <a:lnTo>
                  <a:pt x="1184741" y="346734"/>
                </a:lnTo>
                <a:lnTo>
                  <a:pt x="1184962" y="347727"/>
                </a:lnTo>
                <a:lnTo>
                  <a:pt x="1185212" y="348692"/>
                </a:lnTo>
                <a:lnTo>
                  <a:pt x="1185492" y="349629"/>
                </a:lnTo>
                <a:lnTo>
                  <a:pt x="1185802" y="350538"/>
                </a:lnTo>
                <a:lnTo>
                  <a:pt x="1186141" y="351419"/>
                </a:lnTo>
                <a:lnTo>
                  <a:pt x="1186509" y="352273"/>
                </a:lnTo>
                <a:lnTo>
                  <a:pt x="1186907" y="353099"/>
                </a:lnTo>
                <a:lnTo>
                  <a:pt x="1187334" y="353897"/>
                </a:lnTo>
                <a:lnTo>
                  <a:pt x="1187791" y="354667"/>
                </a:lnTo>
                <a:lnTo>
                  <a:pt x="1188278" y="355410"/>
                </a:lnTo>
                <a:lnTo>
                  <a:pt x="1188793" y="356124"/>
                </a:lnTo>
                <a:lnTo>
                  <a:pt x="1189339" y="356811"/>
                </a:lnTo>
                <a:lnTo>
                  <a:pt x="1189913" y="357470"/>
                </a:lnTo>
                <a:lnTo>
                  <a:pt x="1190518" y="358101"/>
                </a:lnTo>
                <a:lnTo>
                  <a:pt x="1191151" y="358705"/>
                </a:lnTo>
                <a:lnTo>
                  <a:pt x="1191815" y="359280"/>
                </a:lnTo>
                <a:lnTo>
                  <a:pt x="1192507" y="359828"/>
                </a:lnTo>
                <a:lnTo>
                  <a:pt x="1193225" y="360338"/>
                </a:lnTo>
                <a:lnTo>
                  <a:pt x="1193963" y="360826"/>
                </a:lnTo>
                <a:lnTo>
                  <a:pt x="1194722" y="361292"/>
                </a:lnTo>
                <a:lnTo>
                  <a:pt x="1195502" y="361737"/>
                </a:lnTo>
                <a:lnTo>
                  <a:pt x="1196302" y="362160"/>
                </a:lnTo>
                <a:lnTo>
                  <a:pt x="1197122" y="362561"/>
                </a:lnTo>
                <a:lnTo>
                  <a:pt x="1197963" y="362941"/>
                </a:lnTo>
                <a:lnTo>
                  <a:pt x="1198825" y="363299"/>
                </a:lnTo>
                <a:lnTo>
                  <a:pt x="1199707" y="363635"/>
                </a:lnTo>
                <a:lnTo>
                  <a:pt x="1200610" y="363949"/>
                </a:lnTo>
                <a:lnTo>
                  <a:pt x="1201534" y="364242"/>
                </a:lnTo>
                <a:lnTo>
                  <a:pt x="1202478" y="364513"/>
                </a:lnTo>
                <a:lnTo>
                  <a:pt x="1203442" y="364763"/>
                </a:lnTo>
                <a:lnTo>
                  <a:pt x="1204428" y="364990"/>
                </a:lnTo>
                <a:lnTo>
                  <a:pt x="1205433" y="365196"/>
                </a:lnTo>
                <a:lnTo>
                  <a:pt x="1206460" y="365381"/>
                </a:lnTo>
                <a:lnTo>
                  <a:pt x="1207507" y="365543"/>
                </a:lnTo>
                <a:lnTo>
                  <a:pt x="1208574" y="365684"/>
                </a:lnTo>
                <a:lnTo>
                  <a:pt x="1209662" y="365804"/>
                </a:lnTo>
                <a:lnTo>
                  <a:pt x="1210771" y="365901"/>
                </a:lnTo>
                <a:lnTo>
                  <a:pt x="1211900" y="365977"/>
                </a:lnTo>
                <a:lnTo>
                  <a:pt x="1213050" y="366031"/>
                </a:lnTo>
                <a:lnTo>
                  <a:pt x="1214221" y="366064"/>
                </a:lnTo>
                <a:lnTo>
                  <a:pt x="1215412" y="366075"/>
                </a:lnTo>
                <a:lnTo>
                  <a:pt x="1215905" y="366073"/>
                </a:lnTo>
                <a:lnTo>
                  <a:pt x="1216399" y="366066"/>
                </a:lnTo>
                <a:lnTo>
                  <a:pt x="1216893" y="366055"/>
                </a:lnTo>
                <a:lnTo>
                  <a:pt x="1217387" y="366039"/>
                </a:lnTo>
                <a:lnTo>
                  <a:pt x="1217881" y="366019"/>
                </a:lnTo>
                <a:lnTo>
                  <a:pt x="1218375" y="365995"/>
                </a:lnTo>
                <a:lnTo>
                  <a:pt x="1218869" y="365966"/>
                </a:lnTo>
                <a:close/>
                <a:moveTo>
                  <a:pt x="834220" y="365995"/>
                </a:moveTo>
                <a:lnTo>
                  <a:pt x="834713" y="365966"/>
                </a:lnTo>
                <a:lnTo>
                  <a:pt x="835207" y="365932"/>
                </a:lnTo>
                <a:lnTo>
                  <a:pt x="835701" y="365895"/>
                </a:lnTo>
                <a:lnTo>
                  <a:pt x="836195" y="365852"/>
                </a:lnTo>
                <a:lnTo>
                  <a:pt x="836689" y="365806"/>
                </a:lnTo>
                <a:lnTo>
                  <a:pt x="837183" y="365755"/>
                </a:lnTo>
                <a:lnTo>
                  <a:pt x="837677" y="365699"/>
                </a:lnTo>
                <a:lnTo>
                  <a:pt x="838170" y="365639"/>
                </a:lnTo>
                <a:lnTo>
                  <a:pt x="838664" y="365574"/>
                </a:lnTo>
                <a:lnTo>
                  <a:pt x="839158" y="365505"/>
                </a:lnTo>
                <a:lnTo>
                  <a:pt x="839652" y="365432"/>
                </a:lnTo>
                <a:lnTo>
                  <a:pt x="840146" y="365354"/>
                </a:lnTo>
                <a:lnTo>
                  <a:pt x="840640" y="365272"/>
                </a:lnTo>
                <a:lnTo>
                  <a:pt x="841134" y="365185"/>
                </a:lnTo>
                <a:lnTo>
                  <a:pt x="841627" y="365094"/>
                </a:lnTo>
                <a:lnTo>
                  <a:pt x="842121" y="364998"/>
                </a:lnTo>
                <a:lnTo>
                  <a:pt x="842615" y="364898"/>
                </a:lnTo>
                <a:lnTo>
                  <a:pt x="843109" y="364794"/>
                </a:lnTo>
                <a:lnTo>
                  <a:pt x="843599" y="364698"/>
                </a:lnTo>
                <a:lnTo>
                  <a:pt x="844082" y="364599"/>
                </a:lnTo>
                <a:lnTo>
                  <a:pt x="844558" y="364496"/>
                </a:lnTo>
                <a:lnTo>
                  <a:pt x="845027" y="364389"/>
                </a:lnTo>
                <a:lnTo>
                  <a:pt x="845488" y="364278"/>
                </a:lnTo>
                <a:lnTo>
                  <a:pt x="845942" y="364163"/>
                </a:lnTo>
                <a:lnTo>
                  <a:pt x="846389" y="364044"/>
                </a:lnTo>
                <a:lnTo>
                  <a:pt x="846828" y="363921"/>
                </a:lnTo>
                <a:lnTo>
                  <a:pt x="847261" y="363795"/>
                </a:lnTo>
                <a:lnTo>
                  <a:pt x="847686" y="363665"/>
                </a:lnTo>
                <a:lnTo>
                  <a:pt x="848104" y="363530"/>
                </a:lnTo>
                <a:lnTo>
                  <a:pt x="848515" y="363392"/>
                </a:lnTo>
                <a:lnTo>
                  <a:pt x="848918" y="363250"/>
                </a:lnTo>
                <a:lnTo>
                  <a:pt x="849314" y="363104"/>
                </a:lnTo>
                <a:lnTo>
                  <a:pt x="849703" y="362954"/>
                </a:lnTo>
                <a:lnTo>
                  <a:pt x="850085" y="362800"/>
                </a:lnTo>
                <a:lnTo>
                  <a:pt x="850460" y="362643"/>
                </a:lnTo>
                <a:lnTo>
                  <a:pt x="850827" y="362481"/>
                </a:lnTo>
                <a:lnTo>
                  <a:pt x="851187" y="362316"/>
                </a:lnTo>
                <a:lnTo>
                  <a:pt x="851540" y="362146"/>
                </a:lnTo>
                <a:lnTo>
                  <a:pt x="851886" y="361973"/>
                </a:lnTo>
                <a:lnTo>
                  <a:pt x="852224" y="361796"/>
                </a:lnTo>
                <a:lnTo>
                  <a:pt x="852555" y="361615"/>
                </a:lnTo>
                <a:lnTo>
                  <a:pt x="852879" y="361430"/>
                </a:lnTo>
                <a:lnTo>
                  <a:pt x="852879" y="349097"/>
                </a:lnTo>
                <a:lnTo>
                  <a:pt x="852597" y="349230"/>
                </a:lnTo>
                <a:lnTo>
                  <a:pt x="852311" y="349363"/>
                </a:lnTo>
                <a:lnTo>
                  <a:pt x="852021" y="349495"/>
                </a:lnTo>
                <a:lnTo>
                  <a:pt x="851727" y="349626"/>
                </a:lnTo>
                <a:lnTo>
                  <a:pt x="851429" y="349757"/>
                </a:lnTo>
                <a:lnTo>
                  <a:pt x="851127" y="349888"/>
                </a:lnTo>
                <a:lnTo>
                  <a:pt x="850822" y="350018"/>
                </a:lnTo>
                <a:lnTo>
                  <a:pt x="850512" y="350147"/>
                </a:lnTo>
                <a:lnTo>
                  <a:pt x="850199" y="350276"/>
                </a:lnTo>
                <a:lnTo>
                  <a:pt x="849882" y="350404"/>
                </a:lnTo>
                <a:lnTo>
                  <a:pt x="849560" y="350532"/>
                </a:lnTo>
                <a:lnTo>
                  <a:pt x="849235" y="350659"/>
                </a:lnTo>
                <a:lnTo>
                  <a:pt x="848906" y="350785"/>
                </a:lnTo>
                <a:lnTo>
                  <a:pt x="848574" y="350911"/>
                </a:lnTo>
                <a:lnTo>
                  <a:pt x="848237" y="351037"/>
                </a:lnTo>
                <a:lnTo>
                  <a:pt x="847896" y="351161"/>
                </a:lnTo>
                <a:lnTo>
                  <a:pt x="847552" y="351286"/>
                </a:lnTo>
                <a:lnTo>
                  <a:pt x="847203" y="351409"/>
                </a:lnTo>
                <a:lnTo>
                  <a:pt x="846851" y="351533"/>
                </a:lnTo>
                <a:lnTo>
                  <a:pt x="846495" y="351655"/>
                </a:lnTo>
                <a:lnTo>
                  <a:pt x="846135" y="351777"/>
                </a:lnTo>
                <a:lnTo>
                  <a:pt x="845771" y="351899"/>
                </a:lnTo>
                <a:lnTo>
                  <a:pt x="845403" y="352020"/>
                </a:lnTo>
                <a:lnTo>
                  <a:pt x="845031" y="352140"/>
                </a:lnTo>
                <a:lnTo>
                  <a:pt x="844669" y="352245"/>
                </a:lnTo>
                <a:lnTo>
                  <a:pt x="844305" y="352345"/>
                </a:lnTo>
                <a:lnTo>
                  <a:pt x="843937" y="352440"/>
                </a:lnTo>
                <a:lnTo>
                  <a:pt x="843567" y="352532"/>
                </a:lnTo>
                <a:lnTo>
                  <a:pt x="843194" y="352618"/>
                </a:lnTo>
                <a:lnTo>
                  <a:pt x="842819" y="352701"/>
                </a:lnTo>
                <a:lnTo>
                  <a:pt x="842440" y="352779"/>
                </a:lnTo>
                <a:lnTo>
                  <a:pt x="842059" y="352852"/>
                </a:lnTo>
                <a:lnTo>
                  <a:pt x="841675" y="352921"/>
                </a:lnTo>
                <a:lnTo>
                  <a:pt x="841288" y="352986"/>
                </a:lnTo>
                <a:lnTo>
                  <a:pt x="840899" y="353046"/>
                </a:lnTo>
                <a:lnTo>
                  <a:pt x="840506" y="353101"/>
                </a:lnTo>
                <a:lnTo>
                  <a:pt x="840111" y="353152"/>
                </a:lnTo>
                <a:lnTo>
                  <a:pt x="839713" y="353199"/>
                </a:lnTo>
                <a:lnTo>
                  <a:pt x="839312" y="353241"/>
                </a:lnTo>
                <a:lnTo>
                  <a:pt x="838909" y="353279"/>
                </a:lnTo>
                <a:lnTo>
                  <a:pt x="838503" y="353313"/>
                </a:lnTo>
                <a:lnTo>
                  <a:pt x="838094" y="353341"/>
                </a:lnTo>
                <a:lnTo>
                  <a:pt x="837682" y="353366"/>
                </a:lnTo>
                <a:lnTo>
                  <a:pt x="837267" y="353386"/>
                </a:lnTo>
                <a:lnTo>
                  <a:pt x="836850" y="353401"/>
                </a:lnTo>
                <a:lnTo>
                  <a:pt x="836430" y="353413"/>
                </a:lnTo>
                <a:lnTo>
                  <a:pt x="836007" y="353419"/>
                </a:lnTo>
                <a:lnTo>
                  <a:pt x="835581" y="353422"/>
                </a:lnTo>
                <a:lnTo>
                  <a:pt x="835038" y="353419"/>
                </a:lnTo>
                <a:lnTo>
                  <a:pt x="834502" y="353410"/>
                </a:lnTo>
                <a:lnTo>
                  <a:pt x="833974" y="353396"/>
                </a:lnTo>
                <a:lnTo>
                  <a:pt x="833454" y="353377"/>
                </a:lnTo>
                <a:lnTo>
                  <a:pt x="832942" y="353352"/>
                </a:lnTo>
                <a:lnTo>
                  <a:pt x="832438" y="353321"/>
                </a:lnTo>
                <a:lnTo>
                  <a:pt x="831941" y="353285"/>
                </a:lnTo>
                <a:lnTo>
                  <a:pt x="831452" y="353244"/>
                </a:lnTo>
                <a:lnTo>
                  <a:pt x="830971" y="353196"/>
                </a:lnTo>
                <a:lnTo>
                  <a:pt x="830498" y="353143"/>
                </a:lnTo>
                <a:lnTo>
                  <a:pt x="830032" y="353085"/>
                </a:lnTo>
                <a:lnTo>
                  <a:pt x="829575" y="353021"/>
                </a:lnTo>
                <a:lnTo>
                  <a:pt x="829125" y="352952"/>
                </a:lnTo>
                <a:lnTo>
                  <a:pt x="828683" y="352876"/>
                </a:lnTo>
                <a:lnTo>
                  <a:pt x="828248" y="352796"/>
                </a:lnTo>
                <a:lnTo>
                  <a:pt x="827822" y="352710"/>
                </a:lnTo>
                <a:lnTo>
                  <a:pt x="827403" y="352618"/>
                </a:lnTo>
                <a:lnTo>
                  <a:pt x="826992" y="352521"/>
                </a:lnTo>
                <a:lnTo>
                  <a:pt x="826589" y="352418"/>
                </a:lnTo>
                <a:lnTo>
                  <a:pt x="826193" y="352309"/>
                </a:lnTo>
                <a:lnTo>
                  <a:pt x="825806" y="352195"/>
                </a:lnTo>
                <a:lnTo>
                  <a:pt x="825426" y="352076"/>
                </a:lnTo>
                <a:lnTo>
                  <a:pt x="825054" y="351951"/>
                </a:lnTo>
                <a:lnTo>
                  <a:pt x="824690" y="351820"/>
                </a:lnTo>
                <a:lnTo>
                  <a:pt x="824333" y="351683"/>
                </a:lnTo>
                <a:lnTo>
                  <a:pt x="823983" y="351540"/>
                </a:lnTo>
                <a:lnTo>
                  <a:pt x="823641" y="351389"/>
                </a:lnTo>
                <a:lnTo>
                  <a:pt x="823306" y="351233"/>
                </a:lnTo>
                <a:lnTo>
                  <a:pt x="822978" y="351069"/>
                </a:lnTo>
                <a:lnTo>
                  <a:pt x="822657" y="350899"/>
                </a:lnTo>
                <a:lnTo>
                  <a:pt x="822344" y="350722"/>
                </a:lnTo>
                <a:lnTo>
                  <a:pt x="822038" y="350538"/>
                </a:lnTo>
                <a:lnTo>
                  <a:pt x="821739" y="350348"/>
                </a:lnTo>
                <a:lnTo>
                  <a:pt x="821447" y="350151"/>
                </a:lnTo>
                <a:lnTo>
                  <a:pt x="821163" y="349948"/>
                </a:lnTo>
                <a:lnTo>
                  <a:pt x="820886" y="349738"/>
                </a:lnTo>
                <a:lnTo>
                  <a:pt x="820616" y="349521"/>
                </a:lnTo>
                <a:lnTo>
                  <a:pt x="820353" y="349297"/>
                </a:lnTo>
                <a:lnTo>
                  <a:pt x="820097" y="349067"/>
                </a:lnTo>
                <a:lnTo>
                  <a:pt x="819849" y="348830"/>
                </a:lnTo>
                <a:lnTo>
                  <a:pt x="819608" y="348586"/>
                </a:lnTo>
                <a:lnTo>
                  <a:pt x="819374" y="348336"/>
                </a:lnTo>
                <a:lnTo>
                  <a:pt x="819147" y="348079"/>
                </a:lnTo>
                <a:lnTo>
                  <a:pt x="818928" y="347816"/>
                </a:lnTo>
                <a:lnTo>
                  <a:pt x="818716" y="347545"/>
                </a:lnTo>
                <a:lnTo>
                  <a:pt x="818511" y="347268"/>
                </a:lnTo>
                <a:lnTo>
                  <a:pt x="818313" y="346985"/>
                </a:lnTo>
                <a:lnTo>
                  <a:pt x="818123" y="346694"/>
                </a:lnTo>
                <a:lnTo>
                  <a:pt x="817940" y="346397"/>
                </a:lnTo>
                <a:lnTo>
                  <a:pt x="817764" y="346094"/>
                </a:lnTo>
                <a:lnTo>
                  <a:pt x="817597" y="345783"/>
                </a:lnTo>
                <a:lnTo>
                  <a:pt x="817437" y="345466"/>
                </a:lnTo>
                <a:lnTo>
                  <a:pt x="817286" y="345143"/>
                </a:lnTo>
                <a:lnTo>
                  <a:pt x="817142" y="344812"/>
                </a:lnTo>
                <a:lnTo>
                  <a:pt x="817005" y="344475"/>
                </a:lnTo>
                <a:lnTo>
                  <a:pt x="816877" y="344132"/>
                </a:lnTo>
                <a:lnTo>
                  <a:pt x="816756" y="343781"/>
                </a:lnTo>
                <a:lnTo>
                  <a:pt x="816643" y="343424"/>
                </a:lnTo>
                <a:lnTo>
                  <a:pt x="816538" y="343061"/>
                </a:lnTo>
                <a:lnTo>
                  <a:pt x="816441" y="342690"/>
                </a:lnTo>
                <a:lnTo>
                  <a:pt x="816351" y="342313"/>
                </a:lnTo>
                <a:lnTo>
                  <a:pt x="816270" y="341929"/>
                </a:lnTo>
                <a:lnTo>
                  <a:pt x="816196" y="341539"/>
                </a:lnTo>
                <a:lnTo>
                  <a:pt x="816129" y="341142"/>
                </a:lnTo>
                <a:lnTo>
                  <a:pt x="816071" y="340738"/>
                </a:lnTo>
                <a:lnTo>
                  <a:pt x="816020" y="340328"/>
                </a:lnTo>
                <a:lnTo>
                  <a:pt x="815978" y="339911"/>
                </a:lnTo>
                <a:lnTo>
                  <a:pt x="815943" y="339487"/>
                </a:lnTo>
                <a:lnTo>
                  <a:pt x="815915" y="339056"/>
                </a:lnTo>
                <a:lnTo>
                  <a:pt x="815896" y="338619"/>
                </a:lnTo>
                <a:lnTo>
                  <a:pt x="815884" y="338175"/>
                </a:lnTo>
                <a:lnTo>
                  <a:pt x="815880" y="337725"/>
                </a:lnTo>
                <a:lnTo>
                  <a:pt x="815880" y="295120"/>
                </a:lnTo>
                <a:lnTo>
                  <a:pt x="852879" y="295120"/>
                </a:lnTo>
                <a:lnTo>
                  <a:pt x="852879" y="282627"/>
                </a:lnTo>
                <a:lnTo>
                  <a:pt x="815880" y="282627"/>
                </a:lnTo>
                <a:lnTo>
                  <a:pt x="815880" y="256519"/>
                </a:lnTo>
                <a:lnTo>
                  <a:pt x="805950" y="256519"/>
                </a:lnTo>
                <a:lnTo>
                  <a:pt x="800344" y="282627"/>
                </a:lnTo>
                <a:lnTo>
                  <a:pt x="776158" y="282627"/>
                </a:lnTo>
                <a:lnTo>
                  <a:pt x="776158" y="295120"/>
                </a:lnTo>
                <a:lnTo>
                  <a:pt x="799863" y="295120"/>
                </a:lnTo>
                <a:lnTo>
                  <a:pt x="799863" y="339006"/>
                </a:lnTo>
                <a:lnTo>
                  <a:pt x="799878" y="340194"/>
                </a:lnTo>
                <a:lnTo>
                  <a:pt x="799922" y="341353"/>
                </a:lnTo>
                <a:lnTo>
                  <a:pt x="799996" y="342485"/>
                </a:lnTo>
                <a:lnTo>
                  <a:pt x="800099" y="343589"/>
                </a:lnTo>
                <a:lnTo>
                  <a:pt x="800232" y="344665"/>
                </a:lnTo>
                <a:lnTo>
                  <a:pt x="800394" y="345713"/>
                </a:lnTo>
                <a:lnTo>
                  <a:pt x="800585" y="346734"/>
                </a:lnTo>
                <a:lnTo>
                  <a:pt x="800807" y="347727"/>
                </a:lnTo>
                <a:lnTo>
                  <a:pt x="801057" y="348692"/>
                </a:lnTo>
                <a:lnTo>
                  <a:pt x="801337" y="349629"/>
                </a:lnTo>
                <a:lnTo>
                  <a:pt x="801647" y="350538"/>
                </a:lnTo>
                <a:lnTo>
                  <a:pt x="801986" y="351419"/>
                </a:lnTo>
                <a:lnTo>
                  <a:pt x="802354" y="352273"/>
                </a:lnTo>
                <a:lnTo>
                  <a:pt x="802752" y="353099"/>
                </a:lnTo>
                <a:lnTo>
                  <a:pt x="803179" y="353897"/>
                </a:lnTo>
                <a:lnTo>
                  <a:pt x="803636" y="354667"/>
                </a:lnTo>
                <a:lnTo>
                  <a:pt x="804123" y="355410"/>
                </a:lnTo>
                <a:lnTo>
                  <a:pt x="804638" y="356124"/>
                </a:lnTo>
                <a:lnTo>
                  <a:pt x="805184" y="356811"/>
                </a:lnTo>
                <a:lnTo>
                  <a:pt x="805758" y="357470"/>
                </a:lnTo>
                <a:lnTo>
                  <a:pt x="806363" y="358101"/>
                </a:lnTo>
                <a:lnTo>
                  <a:pt x="806996" y="358705"/>
                </a:lnTo>
                <a:lnTo>
                  <a:pt x="807660" y="359280"/>
                </a:lnTo>
                <a:lnTo>
                  <a:pt x="808352" y="359828"/>
                </a:lnTo>
                <a:lnTo>
                  <a:pt x="809070" y="360338"/>
                </a:lnTo>
                <a:lnTo>
                  <a:pt x="809808" y="360826"/>
                </a:lnTo>
                <a:lnTo>
                  <a:pt x="810567" y="361292"/>
                </a:lnTo>
                <a:lnTo>
                  <a:pt x="811347" y="361737"/>
                </a:lnTo>
                <a:lnTo>
                  <a:pt x="812147" y="362160"/>
                </a:lnTo>
                <a:lnTo>
                  <a:pt x="812967" y="362561"/>
                </a:lnTo>
                <a:lnTo>
                  <a:pt x="813808" y="362941"/>
                </a:lnTo>
                <a:lnTo>
                  <a:pt x="814670" y="363299"/>
                </a:lnTo>
                <a:lnTo>
                  <a:pt x="815552" y="363635"/>
                </a:lnTo>
                <a:lnTo>
                  <a:pt x="816455" y="363949"/>
                </a:lnTo>
                <a:lnTo>
                  <a:pt x="817379" y="364242"/>
                </a:lnTo>
                <a:lnTo>
                  <a:pt x="818323" y="364513"/>
                </a:lnTo>
                <a:lnTo>
                  <a:pt x="819287" y="364763"/>
                </a:lnTo>
                <a:lnTo>
                  <a:pt x="820273" y="364990"/>
                </a:lnTo>
                <a:lnTo>
                  <a:pt x="821278" y="365196"/>
                </a:lnTo>
                <a:lnTo>
                  <a:pt x="822305" y="365381"/>
                </a:lnTo>
                <a:lnTo>
                  <a:pt x="823352" y="365543"/>
                </a:lnTo>
                <a:lnTo>
                  <a:pt x="824419" y="365684"/>
                </a:lnTo>
                <a:lnTo>
                  <a:pt x="825507" y="365804"/>
                </a:lnTo>
                <a:lnTo>
                  <a:pt x="826616" y="365901"/>
                </a:lnTo>
                <a:lnTo>
                  <a:pt x="827745" y="365977"/>
                </a:lnTo>
                <a:lnTo>
                  <a:pt x="828895" y="366031"/>
                </a:lnTo>
                <a:lnTo>
                  <a:pt x="830065" y="366064"/>
                </a:lnTo>
                <a:lnTo>
                  <a:pt x="831256" y="366075"/>
                </a:lnTo>
                <a:lnTo>
                  <a:pt x="831750" y="366073"/>
                </a:lnTo>
                <a:lnTo>
                  <a:pt x="832244" y="366066"/>
                </a:lnTo>
                <a:lnTo>
                  <a:pt x="832738" y="366055"/>
                </a:lnTo>
                <a:lnTo>
                  <a:pt x="833232" y="366039"/>
                </a:lnTo>
                <a:lnTo>
                  <a:pt x="833726" y="366019"/>
                </a:lnTo>
                <a:lnTo>
                  <a:pt x="834220" y="365995"/>
                </a:lnTo>
                <a:close/>
                <a:moveTo>
                  <a:pt x="331919" y="311905"/>
                </a:moveTo>
                <a:lnTo>
                  <a:pt x="331953" y="311487"/>
                </a:lnTo>
                <a:lnTo>
                  <a:pt x="331992" y="311071"/>
                </a:lnTo>
                <a:lnTo>
                  <a:pt x="332038" y="310656"/>
                </a:lnTo>
                <a:lnTo>
                  <a:pt x="332090" y="310243"/>
                </a:lnTo>
                <a:lnTo>
                  <a:pt x="332148" y="309832"/>
                </a:lnTo>
                <a:lnTo>
                  <a:pt x="332212" y="309423"/>
                </a:lnTo>
                <a:lnTo>
                  <a:pt x="332283" y="309015"/>
                </a:lnTo>
                <a:lnTo>
                  <a:pt x="332359" y="308608"/>
                </a:lnTo>
                <a:lnTo>
                  <a:pt x="332442" y="308204"/>
                </a:lnTo>
                <a:lnTo>
                  <a:pt x="332531" y="307801"/>
                </a:lnTo>
                <a:lnTo>
                  <a:pt x="332625" y="307400"/>
                </a:lnTo>
                <a:lnTo>
                  <a:pt x="332726" y="307000"/>
                </a:lnTo>
                <a:lnTo>
                  <a:pt x="332833" y="306602"/>
                </a:lnTo>
                <a:lnTo>
                  <a:pt x="332947" y="306206"/>
                </a:lnTo>
                <a:lnTo>
                  <a:pt x="333066" y="305811"/>
                </a:lnTo>
                <a:lnTo>
                  <a:pt x="333191" y="305418"/>
                </a:lnTo>
                <a:lnTo>
                  <a:pt x="333323" y="305027"/>
                </a:lnTo>
                <a:lnTo>
                  <a:pt x="333460" y="304638"/>
                </a:lnTo>
                <a:lnTo>
                  <a:pt x="333604" y="304250"/>
                </a:lnTo>
                <a:lnTo>
                  <a:pt x="333754" y="303865"/>
                </a:lnTo>
                <a:lnTo>
                  <a:pt x="333910" y="303487"/>
                </a:lnTo>
                <a:lnTo>
                  <a:pt x="334072" y="303113"/>
                </a:lnTo>
                <a:lnTo>
                  <a:pt x="334240" y="302746"/>
                </a:lnTo>
                <a:lnTo>
                  <a:pt x="334415" y="302384"/>
                </a:lnTo>
                <a:lnTo>
                  <a:pt x="334595" y="302027"/>
                </a:lnTo>
                <a:lnTo>
                  <a:pt x="334782" y="301676"/>
                </a:lnTo>
                <a:lnTo>
                  <a:pt x="334975" y="301331"/>
                </a:lnTo>
                <a:lnTo>
                  <a:pt x="335173" y="300991"/>
                </a:lnTo>
                <a:lnTo>
                  <a:pt x="335378" y="300657"/>
                </a:lnTo>
                <a:lnTo>
                  <a:pt x="335589" y="300328"/>
                </a:lnTo>
                <a:lnTo>
                  <a:pt x="335807" y="300005"/>
                </a:lnTo>
                <a:lnTo>
                  <a:pt x="336030" y="299688"/>
                </a:lnTo>
                <a:lnTo>
                  <a:pt x="336259" y="299376"/>
                </a:lnTo>
                <a:lnTo>
                  <a:pt x="336495" y="299069"/>
                </a:lnTo>
                <a:lnTo>
                  <a:pt x="336736" y="298768"/>
                </a:lnTo>
                <a:lnTo>
                  <a:pt x="336984" y="298473"/>
                </a:lnTo>
                <a:lnTo>
                  <a:pt x="337238" y="298183"/>
                </a:lnTo>
                <a:lnTo>
                  <a:pt x="337498" y="297899"/>
                </a:lnTo>
                <a:lnTo>
                  <a:pt x="337764" y="297620"/>
                </a:lnTo>
                <a:lnTo>
                  <a:pt x="338036" y="297347"/>
                </a:lnTo>
                <a:lnTo>
                  <a:pt x="338315" y="297080"/>
                </a:lnTo>
                <a:lnTo>
                  <a:pt x="338599" y="296818"/>
                </a:lnTo>
                <a:lnTo>
                  <a:pt x="338890" y="296562"/>
                </a:lnTo>
                <a:lnTo>
                  <a:pt x="339200" y="296313"/>
                </a:lnTo>
                <a:lnTo>
                  <a:pt x="339515" y="296075"/>
                </a:lnTo>
                <a:lnTo>
                  <a:pt x="339836" y="295848"/>
                </a:lnTo>
                <a:lnTo>
                  <a:pt x="340162" y="295632"/>
                </a:lnTo>
                <a:lnTo>
                  <a:pt x="340494" y="295426"/>
                </a:lnTo>
                <a:lnTo>
                  <a:pt x="340832" y="295230"/>
                </a:lnTo>
                <a:lnTo>
                  <a:pt x="341175" y="295045"/>
                </a:lnTo>
                <a:lnTo>
                  <a:pt x="341524" y="294871"/>
                </a:lnTo>
                <a:lnTo>
                  <a:pt x="341878" y="294707"/>
                </a:lnTo>
                <a:lnTo>
                  <a:pt x="342238" y="294554"/>
                </a:lnTo>
                <a:lnTo>
                  <a:pt x="342603" y="294411"/>
                </a:lnTo>
                <a:lnTo>
                  <a:pt x="342974" y="294279"/>
                </a:lnTo>
                <a:lnTo>
                  <a:pt x="343351" y="294158"/>
                </a:lnTo>
                <a:lnTo>
                  <a:pt x="343733" y="294047"/>
                </a:lnTo>
                <a:lnTo>
                  <a:pt x="344120" y="293946"/>
                </a:lnTo>
                <a:lnTo>
                  <a:pt x="344514" y="293857"/>
                </a:lnTo>
                <a:lnTo>
                  <a:pt x="344912" y="293777"/>
                </a:lnTo>
                <a:lnTo>
                  <a:pt x="345317" y="293709"/>
                </a:lnTo>
                <a:lnTo>
                  <a:pt x="345726" y="293650"/>
                </a:lnTo>
                <a:lnTo>
                  <a:pt x="346142" y="293603"/>
                </a:lnTo>
                <a:lnTo>
                  <a:pt x="346563" y="293566"/>
                </a:lnTo>
                <a:lnTo>
                  <a:pt x="346989" y="293540"/>
                </a:lnTo>
                <a:lnTo>
                  <a:pt x="347422" y="293524"/>
                </a:lnTo>
                <a:lnTo>
                  <a:pt x="347859" y="293518"/>
                </a:lnTo>
                <a:lnTo>
                  <a:pt x="348309" y="293523"/>
                </a:lnTo>
                <a:lnTo>
                  <a:pt x="348752" y="293535"/>
                </a:lnTo>
                <a:lnTo>
                  <a:pt x="349188" y="293556"/>
                </a:lnTo>
                <a:lnTo>
                  <a:pt x="349617" y="293585"/>
                </a:lnTo>
                <a:lnTo>
                  <a:pt x="350038" y="293623"/>
                </a:lnTo>
                <a:lnTo>
                  <a:pt x="350452" y="293669"/>
                </a:lnTo>
                <a:lnTo>
                  <a:pt x="350859" y="293723"/>
                </a:lnTo>
                <a:lnTo>
                  <a:pt x="351258" y="293785"/>
                </a:lnTo>
                <a:lnTo>
                  <a:pt x="351651" y="293856"/>
                </a:lnTo>
                <a:lnTo>
                  <a:pt x="352036" y="293935"/>
                </a:lnTo>
                <a:lnTo>
                  <a:pt x="352414" y="294023"/>
                </a:lnTo>
                <a:lnTo>
                  <a:pt x="352784" y="294119"/>
                </a:lnTo>
                <a:lnTo>
                  <a:pt x="353148" y="294223"/>
                </a:lnTo>
                <a:lnTo>
                  <a:pt x="353504" y="294336"/>
                </a:lnTo>
                <a:lnTo>
                  <a:pt x="353853" y="294457"/>
                </a:lnTo>
                <a:lnTo>
                  <a:pt x="354195" y="294586"/>
                </a:lnTo>
                <a:lnTo>
                  <a:pt x="354529" y="294724"/>
                </a:lnTo>
                <a:lnTo>
                  <a:pt x="354857" y="294870"/>
                </a:lnTo>
                <a:lnTo>
                  <a:pt x="355177" y="295024"/>
                </a:lnTo>
                <a:lnTo>
                  <a:pt x="355490" y="295187"/>
                </a:lnTo>
                <a:lnTo>
                  <a:pt x="355795" y="295358"/>
                </a:lnTo>
                <a:lnTo>
                  <a:pt x="356094" y="295537"/>
                </a:lnTo>
                <a:lnTo>
                  <a:pt x="356385" y="295725"/>
                </a:lnTo>
                <a:lnTo>
                  <a:pt x="356669" y="295921"/>
                </a:lnTo>
                <a:lnTo>
                  <a:pt x="356959" y="296110"/>
                </a:lnTo>
                <a:lnTo>
                  <a:pt x="357243" y="296305"/>
                </a:lnTo>
                <a:lnTo>
                  <a:pt x="357519" y="296504"/>
                </a:lnTo>
                <a:lnTo>
                  <a:pt x="357790" y="296708"/>
                </a:lnTo>
                <a:lnTo>
                  <a:pt x="358053" y="296918"/>
                </a:lnTo>
                <a:lnTo>
                  <a:pt x="358310" y="297132"/>
                </a:lnTo>
                <a:lnTo>
                  <a:pt x="358561" y="297352"/>
                </a:lnTo>
                <a:lnTo>
                  <a:pt x="358804" y="297576"/>
                </a:lnTo>
                <a:lnTo>
                  <a:pt x="359041" y="297805"/>
                </a:lnTo>
                <a:lnTo>
                  <a:pt x="359271" y="298040"/>
                </a:lnTo>
                <a:lnTo>
                  <a:pt x="359495" y="298279"/>
                </a:lnTo>
                <a:lnTo>
                  <a:pt x="359712" y="298524"/>
                </a:lnTo>
                <a:lnTo>
                  <a:pt x="359922" y="298773"/>
                </a:lnTo>
                <a:lnTo>
                  <a:pt x="360126" y="299028"/>
                </a:lnTo>
                <a:lnTo>
                  <a:pt x="360322" y="299287"/>
                </a:lnTo>
                <a:lnTo>
                  <a:pt x="360513" y="299551"/>
                </a:lnTo>
                <a:lnTo>
                  <a:pt x="360696" y="299821"/>
                </a:lnTo>
                <a:lnTo>
                  <a:pt x="360873" y="300095"/>
                </a:lnTo>
                <a:lnTo>
                  <a:pt x="361043" y="300375"/>
                </a:lnTo>
                <a:lnTo>
                  <a:pt x="361207" y="300659"/>
                </a:lnTo>
                <a:lnTo>
                  <a:pt x="361364" y="300949"/>
                </a:lnTo>
                <a:lnTo>
                  <a:pt x="361514" y="301243"/>
                </a:lnTo>
                <a:lnTo>
                  <a:pt x="361657" y="301543"/>
                </a:lnTo>
                <a:lnTo>
                  <a:pt x="361794" y="301847"/>
                </a:lnTo>
                <a:lnTo>
                  <a:pt x="361938" y="302155"/>
                </a:lnTo>
                <a:lnTo>
                  <a:pt x="362075" y="302466"/>
                </a:lnTo>
                <a:lnTo>
                  <a:pt x="362207" y="302778"/>
                </a:lnTo>
                <a:lnTo>
                  <a:pt x="362332" y="303093"/>
                </a:lnTo>
                <a:lnTo>
                  <a:pt x="362452" y="303410"/>
                </a:lnTo>
                <a:lnTo>
                  <a:pt x="362565" y="303729"/>
                </a:lnTo>
                <a:lnTo>
                  <a:pt x="362672" y="304051"/>
                </a:lnTo>
                <a:lnTo>
                  <a:pt x="362773" y="304374"/>
                </a:lnTo>
                <a:lnTo>
                  <a:pt x="362868" y="304700"/>
                </a:lnTo>
                <a:lnTo>
                  <a:pt x="362956" y="305028"/>
                </a:lnTo>
                <a:lnTo>
                  <a:pt x="363039" y="305359"/>
                </a:lnTo>
                <a:lnTo>
                  <a:pt x="363115" y="305691"/>
                </a:lnTo>
                <a:lnTo>
                  <a:pt x="363186" y="306026"/>
                </a:lnTo>
                <a:lnTo>
                  <a:pt x="363250" y="306363"/>
                </a:lnTo>
                <a:lnTo>
                  <a:pt x="363308" y="306702"/>
                </a:lnTo>
                <a:lnTo>
                  <a:pt x="363360" y="307044"/>
                </a:lnTo>
                <a:lnTo>
                  <a:pt x="363406" y="307387"/>
                </a:lnTo>
                <a:lnTo>
                  <a:pt x="363446" y="307733"/>
                </a:lnTo>
                <a:lnTo>
                  <a:pt x="363479" y="308081"/>
                </a:lnTo>
                <a:lnTo>
                  <a:pt x="363507" y="308432"/>
                </a:lnTo>
                <a:lnTo>
                  <a:pt x="363528" y="308784"/>
                </a:lnTo>
                <a:lnTo>
                  <a:pt x="363544" y="309139"/>
                </a:lnTo>
                <a:lnTo>
                  <a:pt x="363553" y="309496"/>
                </a:lnTo>
                <a:lnTo>
                  <a:pt x="363556" y="309856"/>
                </a:lnTo>
                <a:lnTo>
                  <a:pt x="363556" y="313219"/>
                </a:lnTo>
                <a:lnTo>
                  <a:pt x="377170" y="313219"/>
                </a:lnTo>
                <a:lnTo>
                  <a:pt x="377196" y="313047"/>
                </a:lnTo>
                <a:lnTo>
                  <a:pt x="377221" y="312877"/>
                </a:lnTo>
                <a:lnTo>
                  <a:pt x="377245" y="312709"/>
                </a:lnTo>
                <a:lnTo>
                  <a:pt x="377268" y="312543"/>
                </a:lnTo>
                <a:lnTo>
                  <a:pt x="377290" y="312379"/>
                </a:lnTo>
                <a:lnTo>
                  <a:pt x="377310" y="312218"/>
                </a:lnTo>
                <a:lnTo>
                  <a:pt x="377330" y="312059"/>
                </a:lnTo>
                <a:lnTo>
                  <a:pt x="377348" y="311902"/>
                </a:lnTo>
                <a:lnTo>
                  <a:pt x="377365" y="311748"/>
                </a:lnTo>
                <a:lnTo>
                  <a:pt x="377381" y="311595"/>
                </a:lnTo>
                <a:lnTo>
                  <a:pt x="377397" y="311445"/>
                </a:lnTo>
                <a:lnTo>
                  <a:pt x="377410" y="311297"/>
                </a:lnTo>
                <a:lnTo>
                  <a:pt x="377423" y="311151"/>
                </a:lnTo>
                <a:lnTo>
                  <a:pt x="377435" y="311008"/>
                </a:lnTo>
                <a:lnTo>
                  <a:pt x="377445" y="310867"/>
                </a:lnTo>
                <a:lnTo>
                  <a:pt x="377455" y="310728"/>
                </a:lnTo>
                <a:lnTo>
                  <a:pt x="377463" y="310591"/>
                </a:lnTo>
                <a:lnTo>
                  <a:pt x="377470" y="310456"/>
                </a:lnTo>
                <a:lnTo>
                  <a:pt x="377477" y="310324"/>
                </a:lnTo>
                <a:lnTo>
                  <a:pt x="377482" y="310194"/>
                </a:lnTo>
                <a:lnTo>
                  <a:pt x="377485" y="310066"/>
                </a:lnTo>
                <a:lnTo>
                  <a:pt x="377488" y="309940"/>
                </a:lnTo>
                <a:lnTo>
                  <a:pt x="377490" y="309817"/>
                </a:lnTo>
                <a:lnTo>
                  <a:pt x="377491" y="309695"/>
                </a:lnTo>
                <a:lnTo>
                  <a:pt x="377504" y="309562"/>
                </a:lnTo>
                <a:lnTo>
                  <a:pt x="377516" y="309427"/>
                </a:lnTo>
                <a:lnTo>
                  <a:pt x="377528" y="309293"/>
                </a:lnTo>
                <a:lnTo>
                  <a:pt x="377539" y="309157"/>
                </a:lnTo>
                <a:lnTo>
                  <a:pt x="377550" y="309021"/>
                </a:lnTo>
                <a:lnTo>
                  <a:pt x="377561" y="308885"/>
                </a:lnTo>
                <a:lnTo>
                  <a:pt x="377570" y="308747"/>
                </a:lnTo>
                <a:lnTo>
                  <a:pt x="377579" y="308610"/>
                </a:lnTo>
                <a:lnTo>
                  <a:pt x="377588" y="308472"/>
                </a:lnTo>
                <a:lnTo>
                  <a:pt x="377596" y="308333"/>
                </a:lnTo>
                <a:lnTo>
                  <a:pt x="377604" y="308194"/>
                </a:lnTo>
                <a:lnTo>
                  <a:pt x="377611" y="308054"/>
                </a:lnTo>
                <a:lnTo>
                  <a:pt x="377617" y="307913"/>
                </a:lnTo>
                <a:lnTo>
                  <a:pt x="377623" y="307772"/>
                </a:lnTo>
                <a:lnTo>
                  <a:pt x="377628" y="307631"/>
                </a:lnTo>
                <a:lnTo>
                  <a:pt x="377633" y="307489"/>
                </a:lnTo>
                <a:lnTo>
                  <a:pt x="377637" y="307346"/>
                </a:lnTo>
                <a:lnTo>
                  <a:pt x="377641" y="307203"/>
                </a:lnTo>
                <a:lnTo>
                  <a:pt x="377644" y="307059"/>
                </a:lnTo>
                <a:lnTo>
                  <a:pt x="377646" y="306915"/>
                </a:lnTo>
                <a:lnTo>
                  <a:pt x="377648" y="306770"/>
                </a:lnTo>
                <a:lnTo>
                  <a:pt x="377650" y="306624"/>
                </a:lnTo>
                <a:lnTo>
                  <a:pt x="377650" y="306478"/>
                </a:lnTo>
                <a:lnTo>
                  <a:pt x="377651" y="306332"/>
                </a:lnTo>
                <a:lnTo>
                  <a:pt x="377639" y="305418"/>
                </a:lnTo>
                <a:lnTo>
                  <a:pt x="377605" y="304518"/>
                </a:lnTo>
                <a:lnTo>
                  <a:pt x="377548" y="303632"/>
                </a:lnTo>
                <a:lnTo>
                  <a:pt x="377468" y="302759"/>
                </a:lnTo>
                <a:lnTo>
                  <a:pt x="377366" y="301901"/>
                </a:lnTo>
                <a:lnTo>
                  <a:pt x="377240" y="301056"/>
                </a:lnTo>
                <a:lnTo>
                  <a:pt x="377092" y="300226"/>
                </a:lnTo>
                <a:lnTo>
                  <a:pt x="376921" y="299409"/>
                </a:lnTo>
                <a:lnTo>
                  <a:pt x="376727" y="298606"/>
                </a:lnTo>
                <a:lnTo>
                  <a:pt x="376511" y="297817"/>
                </a:lnTo>
                <a:lnTo>
                  <a:pt x="376271" y="297042"/>
                </a:lnTo>
                <a:lnTo>
                  <a:pt x="376009" y="296281"/>
                </a:lnTo>
                <a:lnTo>
                  <a:pt x="375724" y="295534"/>
                </a:lnTo>
                <a:lnTo>
                  <a:pt x="375416" y="294801"/>
                </a:lnTo>
                <a:lnTo>
                  <a:pt x="375085" y="294081"/>
                </a:lnTo>
                <a:lnTo>
                  <a:pt x="374732" y="293376"/>
                </a:lnTo>
                <a:lnTo>
                  <a:pt x="374356" y="292684"/>
                </a:lnTo>
                <a:lnTo>
                  <a:pt x="373957" y="292007"/>
                </a:lnTo>
                <a:lnTo>
                  <a:pt x="373535" y="291343"/>
                </a:lnTo>
                <a:lnTo>
                  <a:pt x="373090" y="290693"/>
                </a:lnTo>
                <a:lnTo>
                  <a:pt x="372623" y="290057"/>
                </a:lnTo>
                <a:lnTo>
                  <a:pt x="372133" y="289435"/>
                </a:lnTo>
                <a:lnTo>
                  <a:pt x="371620" y="288827"/>
                </a:lnTo>
                <a:lnTo>
                  <a:pt x="371084" y="288233"/>
                </a:lnTo>
                <a:lnTo>
                  <a:pt x="370540" y="287645"/>
                </a:lnTo>
                <a:lnTo>
                  <a:pt x="369977" y="287082"/>
                </a:lnTo>
                <a:lnTo>
                  <a:pt x="369394" y="286543"/>
                </a:lnTo>
                <a:lnTo>
                  <a:pt x="368792" y="286030"/>
                </a:lnTo>
                <a:lnTo>
                  <a:pt x="368171" y="285542"/>
                </a:lnTo>
                <a:lnTo>
                  <a:pt x="367530" y="285079"/>
                </a:lnTo>
                <a:lnTo>
                  <a:pt x="366870" y="284641"/>
                </a:lnTo>
                <a:lnTo>
                  <a:pt x="366190" y="284229"/>
                </a:lnTo>
                <a:lnTo>
                  <a:pt x="365490" y="283841"/>
                </a:lnTo>
                <a:lnTo>
                  <a:pt x="364772" y="283478"/>
                </a:lnTo>
                <a:lnTo>
                  <a:pt x="364033" y="283140"/>
                </a:lnTo>
                <a:lnTo>
                  <a:pt x="363276" y="282827"/>
                </a:lnTo>
                <a:lnTo>
                  <a:pt x="362498" y="282539"/>
                </a:lnTo>
                <a:lnTo>
                  <a:pt x="361702" y="282276"/>
                </a:lnTo>
                <a:lnTo>
                  <a:pt x="360886" y="282039"/>
                </a:lnTo>
                <a:lnTo>
                  <a:pt x="360050" y="281826"/>
                </a:lnTo>
                <a:lnTo>
                  <a:pt x="359195" y="281638"/>
                </a:lnTo>
                <a:lnTo>
                  <a:pt x="358320" y="281476"/>
                </a:lnTo>
                <a:lnTo>
                  <a:pt x="357426" y="281338"/>
                </a:lnTo>
                <a:lnTo>
                  <a:pt x="356513" y="281225"/>
                </a:lnTo>
                <a:lnTo>
                  <a:pt x="355580" y="281138"/>
                </a:lnTo>
                <a:lnTo>
                  <a:pt x="354628" y="281075"/>
                </a:lnTo>
                <a:lnTo>
                  <a:pt x="353656" y="281038"/>
                </a:lnTo>
                <a:lnTo>
                  <a:pt x="352664" y="281025"/>
                </a:lnTo>
                <a:lnTo>
                  <a:pt x="352013" y="281032"/>
                </a:lnTo>
                <a:lnTo>
                  <a:pt x="351369" y="281051"/>
                </a:lnTo>
                <a:lnTo>
                  <a:pt x="350730" y="281083"/>
                </a:lnTo>
                <a:lnTo>
                  <a:pt x="350097" y="281127"/>
                </a:lnTo>
                <a:lnTo>
                  <a:pt x="349471" y="281185"/>
                </a:lnTo>
                <a:lnTo>
                  <a:pt x="348850" y="281255"/>
                </a:lnTo>
                <a:lnTo>
                  <a:pt x="348236" y="281339"/>
                </a:lnTo>
                <a:lnTo>
                  <a:pt x="347628" y="281434"/>
                </a:lnTo>
                <a:lnTo>
                  <a:pt x="347026" y="281543"/>
                </a:lnTo>
                <a:lnTo>
                  <a:pt x="346430" y="281665"/>
                </a:lnTo>
                <a:lnTo>
                  <a:pt x="345840" y="281799"/>
                </a:lnTo>
                <a:lnTo>
                  <a:pt x="345257" y="281946"/>
                </a:lnTo>
                <a:lnTo>
                  <a:pt x="344679" y="282106"/>
                </a:lnTo>
                <a:lnTo>
                  <a:pt x="344108" y="282279"/>
                </a:lnTo>
                <a:lnTo>
                  <a:pt x="343542" y="282464"/>
                </a:lnTo>
                <a:lnTo>
                  <a:pt x="342983" y="282662"/>
                </a:lnTo>
                <a:lnTo>
                  <a:pt x="342430" y="282874"/>
                </a:lnTo>
                <a:lnTo>
                  <a:pt x="341883" y="283097"/>
                </a:lnTo>
                <a:lnTo>
                  <a:pt x="341342" y="283334"/>
                </a:lnTo>
                <a:lnTo>
                  <a:pt x="340807" y="283583"/>
                </a:lnTo>
                <a:lnTo>
                  <a:pt x="340279" y="283846"/>
                </a:lnTo>
                <a:lnTo>
                  <a:pt x="339756" y="284121"/>
                </a:lnTo>
                <a:lnTo>
                  <a:pt x="339240" y="284408"/>
                </a:lnTo>
                <a:lnTo>
                  <a:pt x="338730" y="284709"/>
                </a:lnTo>
                <a:lnTo>
                  <a:pt x="338241" y="285008"/>
                </a:lnTo>
                <a:lnTo>
                  <a:pt x="337763" y="285316"/>
                </a:lnTo>
                <a:lnTo>
                  <a:pt x="337296" y="285635"/>
                </a:lnTo>
                <a:lnTo>
                  <a:pt x="336839" y="285964"/>
                </a:lnTo>
                <a:lnTo>
                  <a:pt x="336392" y="286302"/>
                </a:lnTo>
                <a:lnTo>
                  <a:pt x="335957" y="286651"/>
                </a:lnTo>
                <a:lnTo>
                  <a:pt x="335532" y="287010"/>
                </a:lnTo>
                <a:lnTo>
                  <a:pt x="335117" y="287379"/>
                </a:lnTo>
                <a:lnTo>
                  <a:pt x="334713" y="287757"/>
                </a:lnTo>
                <a:lnTo>
                  <a:pt x="334319" y="288146"/>
                </a:lnTo>
                <a:lnTo>
                  <a:pt x="333937" y="288545"/>
                </a:lnTo>
                <a:lnTo>
                  <a:pt x="333564" y="288954"/>
                </a:lnTo>
                <a:lnTo>
                  <a:pt x="333202" y="289372"/>
                </a:lnTo>
                <a:lnTo>
                  <a:pt x="332851" y="289801"/>
                </a:lnTo>
                <a:lnTo>
                  <a:pt x="332511" y="290240"/>
                </a:lnTo>
                <a:lnTo>
                  <a:pt x="332181" y="290689"/>
                </a:lnTo>
                <a:lnTo>
                  <a:pt x="331861" y="291148"/>
                </a:lnTo>
                <a:lnTo>
                  <a:pt x="331552" y="291616"/>
                </a:lnTo>
                <a:lnTo>
                  <a:pt x="331254" y="292095"/>
                </a:lnTo>
                <a:lnTo>
                  <a:pt x="330966" y="292584"/>
                </a:lnTo>
                <a:lnTo>
                  <a:pt x="330689" y="293083"/>
                </a:lnTo>
                <a:lnTo>
                  <a:pt x="330422" y="293592"/>
                </a:lnTo>
                <a:lnTo>
                  <a:pt x="330166" y="294111"/>
                </a:lnTo>
                <a:lnTo>
                  <a:pt x="329920" y="294640"/>
                </a:lnTo>
                <a:lnTo>
                  <a:pt x="329120" y="282627"/>
                </a:lnTo>
                <a:lnTo>
                  <a:pt x="295484" y="282627"/>
                </a:lnTo>
                <a:lnTo>
                  <a:pt x="295484" y="295120"/>
                </a:lnTo>
                <a:lnTo>
                  <a:pt x="316146" y="295120"/>
                </a:lnTo>
                <a:lnTo>
                  <a:pt x="316146" y="352140"/>
                </a:lnTo>
                <a:lnTo>
                  <a:pt x="294683" y="352140"/>
                </a:lnTo>
                <a:lnTo>
                  <a:pt x="294683" y="364473"/>
                </a:lnTo>
                <a:lnTo>
                  <a:pt x="316146" y="364473"/>
                </a:lnTo>
                <a:lnTo>
                  <a:pt x="331842" y="364473"/>
                </a:lnTo>
                <a:lnTo>
                  <a:pt x="368521" y="364473"/>
                </a:lnTo>
                <a:lnTo>
                  <a:pt x="368521" y="352140"/>
                </a:lnTo>
                <a:lnTo>
                  <a:pt x="331842" y="352140"/>
                </a:lnTo>
                <a:lnTo>
                  <a:pt x="331842" y="314020"/>
                </a:lnTo>
                <a:lnTo>
                  <a:pt x="331845" y="313594"/>
                </a:lnTo>
                <a:lnTo>
                  <a:pt x="331855" y="313169"/>
                </a:lnTo>
                <a:lnTo>
                  <a:pt x="331870" y="312746"/>
                </a:lnTo>
                <a:lnTo>
                  <a:pt x="331891" y="312325"/>
                </a:lnTo>
                <a:lnTo>
                  <a:pt x="331919" y="311905"/>
                </a:lnTo>
                <a:close/>
                <a:moveTo>
                  <a:pt x="879565" y="352140"/>
                </a:moveTo>
                <a:lnTo>
                  <a:pt x="879565" y="364473"/>
                </a:lnTo>
                <a:lnTo>
                  <a:pt x="908876" y="364473"/>
                </a:lnTo>
                <a:lnTo>
                  <a:pt x="924893" y="364473"/>
                </a:lnTo>
                <a:lnTo>
                  <a:pt x="952602" y="364473"/>
                </a:lnTo>
                <a:lnTo>
                  <a:pt x="952602" y="352140"/>
                </a:lnTo>
                <a:lnTo>
                  <a:pt x="924893" y="352140"/>
                </a:lnTo>
                <a:lnTo>
                  <a:pt x="924893" y="282627"/>
                </a:lnTo>
                <a:lnTo>
                  <a:pt x="879565" y="282627"/>
                </a:lnTo>
                <a:lnTo>
                  <a:pt x="879565" y="295120"/>
                </a:lnTo>
                <a:lnTo>
                  <a:pt x="908876" y="295120"/>
                </a:lnTo>
                <a:lnTo>
                  <a:pt x="908876" y="352140"/>
                </a:lnTo>
                <a:lnTo>
                  <a:pt x="879565" y="352140"/>
                </a:lnTo>
                <a:close/>
                <a:moveTo>
                  <a:pt x="1309048" y="282627"/>
                </a:moveTo>
                <a:lnTo>
                  <a:pt x="1263720" y="282627"/>
                </a:lnTo>
                <a:lnTo>
                  <a:pt x="1263720" y="295120"/>
                </a:lnTo>
                <a:lnTo>
                  <a:pt x="1293031" y="295120"/>
                </a:lnTo>
                <a:lnTo>
                  <a:pt x="1293031" y="352140"/>
                </a:lnTo>
                <a:lnTo>
                  <a:pt x="1263720" y="352140"/>
                </a:lnTo>
                <a:lnTo>
                  <a:pt x="1263720" y="364473"/>
                </a:lnTo>
                <a:lnTo>
                  <a:pt x="1293031" y="364473"/>
                </a:lnTo>
                <a:lnTo>
                  <a:pt x="1309048" y="364473"/>
                </a:lnTo>
                <a:lnTo>
                  <a:pt x="1336757" y="364473"/>
                </a:lnTo>
                <a:lnTo>
                  <a:pt x="1336757" y="352140"/>
                </a:lnTo>
                <a:lnTo>
                  <a:pt x="1309048" y="352140"/>
                </a:lnTo>
                <a:lnTo>
                  <a:pt x="1309048" y="282627"/>
                </a:lnTo>
                <a:close/>
                <a:moveTo>
                  <a:pt x="990283" y="313689"/>
                </a:moveTo>
                <a:lnTo>
                  <a:pt x="990329" y="313159"/>
                </a:lnTo>
                <a:lnTo>
                  <a:pt x="990383" y="312635"/>
                </a:lnTo>
                <a:lnTo>
                  <a:pt x="990446" y="312116"/>
                </a:lnTo>
                <a:lnTo>
                  <a:pt x="990517" y="311602"/>
                </a:lnTo>
                <a:lnTo>
                  <a:pt x="990596" y="311095"/>
                </a:lnTo>
                <a:lnTo>
                  <a:pt x="990684" y="310592"/>
                </a:lnTo>
                <a:lnTo>
                  <a:pt x="990780" y="310096"/>
                </a:lnTo>
                <a:lnTo>
                  <a:pt x="990884" y="309605"/>
                </a:lnTo>
                <a:lnTo>
                  <a:pt x="990997" y="309119"/>
                </a:lnTo>
                <a:lnTo>
                  <a:pt x="991118" y="308639"/>
                </a:lnTo>
                <a:lnTo>
                  <a:pt x="991247" y="308165"/>
                </a:lnTo>
                <a:lnTo>
                  <a:pt x="991384" y="307696"/>
                </a:lnTo>
                <a:lnTo>
                  <a:pt x="991530" y="307233"/>
                </a:lnTo>
                <a:lnTo>
                  <a:pt x="991685" y="306775"/>
                </a:lnTo>
                <a:lnTo>
                  <a:pt x="991847" y="306323"/>
                </a:lnTo>
                <a:lnTo>
                  <a:pt x="992018" y="305876"/>
                </a:lnTo>
                <a:lnTo>
                  <a:pt x="992198" y="305435"/>
                </a:lnTo>
                <a:lnTo>
                  <a:pt x="992386" y="305000"/>
                </a:lnTo>
                <a:lnTo>
                  <a:pt x="992582" y="304570"/>
                </a:lnTo>
                <a:lnTo>
                  <a:pt x="992785" y="304134"/>
                </a:lnTo>
                <a:lnTo>
                  <a:pt x="992995" y="303706"/>
                </a:lnTo>
                <a:lnTo>
                  <a:pt x="993212" y="303286"/>
                </a:lnTo>
                <a:lnTo>
                  <a:pt x="993436" y="302875"/>
                </a:lnTo>
                <a:lnTo>
                  <a:pt x="993666" y="302472"/>
                </a:lnTo>
                <a:lnTo>
                  <a:pt x="993903" y="302077"/>
                </a:lnTo>
                <a:lnTo>
                  <a:pt x="994147" y="301691"/>
                </a:lnTo>
                <a:lnTo>
                  <a:pt x="994397" y="301313"/>
                </a:lnTo>
                <a:lnTo>
                  <a:pt x="994654" y="300944"/>
                </a:lnTo>
                <a:lnTo>
                  <a:pt x="994917" y="300582"/>
                </a:lnTo>
                <a:lnTo>
                  <a:pt x="995188" y="300230"/>
                </a:lnTo>
                <a:lnTo>
                  <a:pt x="995465" y="299885"/>
                </a:lnTo>
                <a:lnTo>
                  <a:pt x="995748" y="299549"/>
                </a:lnTo>
                <a:lnTo>
                  <a:pt x="996039" y="299221"/>
                </a:lnTo>
                <a:lnTo>
                  <a:pt x="996336" y="298902"/>
                </a:lnTo>
                <a:lnTo>
                  <a:pt x="996639" y="298590"/>
                </a:lnTo>
                <a:lnTo>
                  <a:pt x="996950" y="298288"/>
                </a:lnTo>
                <a:lnTo>
                  <a:pt x="997267" y="297993"/>
                </a:lnTo>
                <a:lnTo>
                  <a:pt x="997590" y="297707"/>
                </a:lnTo>
                <a:lnTo>
                  <a:pt x="997921" y="297429"/>
                </a:lnTo>
                <a:lnTo>
                  <a:pt x="998258" y="297160"/>
                </a:lnTo>
                <a:lnTo>
                  <a:pt x="998601" y="296899"/>
                </a:lnTo>
                <a:lnTo>
                  <a:pt x="998952" y="296646"/>
                </a:lnTo>
                <a:lnTo>
                  <a:pt x="999309" y="296401"/>
                </a:lnTo>
                <a:lnTo>
                  <a:pt x="999672" y="296153"/>
                </a:lnTo>
                <a:lnTo>
                  <a:pt x="1000041" y="295915"/>
                </a:lnTo>
                <a:lnTo>
                  <a:pt x="1000415" y="295688"/>
                </a:lnTo>
                <a:lnTo>
                  <a:pt x="1000795" y="295472"/>
                </a:lnTo>
                <a:lnTo>
                  <a:pt x="1001180" y="295265"/>
                </a:lnTo>
                <a:lnTo>
                  <a:pt x="1001571" y="295070"/>
                </a:lnTo>
                <a:lnTo>
                  <a:pt x="1001968" y="294885"/>
                </a:lnTo>
                <a:lnTo>
                  <a:pt x="1002370" y="294711"/>
                </a:lnTo>
                <a:lnTo>
                  <a:pt x="1002777" y="294547"/>
                </a:lnTo>
                <a:lnTo>
                  <a:pt x="1003191" y="294394"/>
                </a:lnTo>
                <a:lnTo>
                  <a:pt x="1003609" y="294251"/>
                </a:lnTo>
                <a:lnTo>
                  <a:pt x="1004034" y="294119"/>
                </a:lnTo>
                <a:lnTo>
                  <a:pt x="1004464" y="293997"/>
                </a:lnTo>
                <a:lnTo>
                  <a:pt x="1004899" y="293887"/>
                </a:lnTo>
                <a:lnTo>
                  <a:pt x="1005340" y="293786"/>
                </a:lnTo>
                <a:lnTo>
                  <a:pt x="1005787" y="293696"/>
                </a:lnTo>
                <a:lnTo>
                  <a:pt x="1006239" y="293617"/>
                </a:lnTo>
                <a:lnTo>
                  <a:pt x="1006696" y="293548"/>
                </a:lnTo>
                <a:lnTo>
                  <a:pt x="1007160" y="293490"/>
                </a:lnTo>
                <a:lnTo>
                  <a:pt x="1007629" y="293443"/>
                </a:lnTo>
                <a:lnTo>
                  <a:pt x="1008103" y="293406"/>
                </a:lnTo>
                <a:lnTo>
                  <a:pt x="1008583" y="293379"/>
                </a:lnTo>
                <a:lnTo>
                  <a:pt x="1009068" y="293363"/>
                </a:lnTo>
                <a:lnTo>
                  <a:pt x="1009559" y="293358"/>
                </a:lnTo>
                <a:lnTo>
                  <a:pt x="1010260" y="293367"/>
                </a:lnTo>
                <a:lnTo>
                  <a:pt x="1010948" y="293395"/>
                </a:lnTo>
                <a:lnTo>
                  <a:pt x="1011622" y="293441"/>
                </a:lnTo>
                <a:lnTo>
                  <a:pt x="1012282" y="293505"/>
                </a:lnTo>
                <a:lnTo>
                  <a:pt x="1012930" y="293588"/>
                </a:lnTo>
                <a:lnTo>
                  <a:pt x="1013564" y="293689"/>
                </a:lnTo>
                <a:lnTo>
                  <a:pt x="1014184" y="293808"/>
                </a:lnTo>
                <a:lnTo>
                  <a:pt x="1014792" y="293945"/>
                </a:lnTo>
                <a:lnTo>
                  <a:pt x="1015386" y="294101"/>
                </a:lnTo>
                <a:lnTo>
                  <a:pt x="1015966" y="294276"/>
                </a:lnTo>
                <a:lnTo>
                  <a:pt x="1016533" y="294469"/>
                </a:lnTo>
                <a:lnTo>
                  <a:pt x="1017087" y="294680"/>
                </a:lnTo>
                <a:lnTo>
                  <a:pt x="1017628" y="294909"/>
                </a:lnTo>
                <a:lnTo>
                  <a:pt x="1018155" y="295157"/>
                </a:lnTo>
                <a:lnTo>
                  <a:pt x="1018669" y="295423"/>
                </a:lnTo>
                <a:lnTo>
                  <a:pt x="1019170" y="295707"/>
                </a:lnTo>
                <a:lnTo>
                  <a:pt x="1019657" y="296010"/>
                </a:lnTo>
                <a:lnTo>
                  <a:pt x="1020131" y="296331"/>
                </a:lnTo>
                <a:lnTo>
                  <a:pt x="1020591" y="296671"/>
                </a:lnTo>
                <a:lnTo>
                  <a:pt x="1021038" y="297029"/>
                </a:lnTo>
                <a:lnTo>
                  <a:pt x="1021472" y="297405"/>
                </a:lnTo>
                <a:lnTo>
                  <a:pt x="1021892" y="297800"/>
                </a:lnTo>
                <a:lnTo>
                  <a:pt x="1022300" y="298212"/>
                </a:lnTo>
                <a:lnTo>
                  <a:pt x="1022693" y="298644"/>
                </a:lnTo>
                <a:lnTo>
                  <a:pt x="1023085" y="299095"/>
                </a:lnTo>
                <a:lnTo>
                  <a:pt x="1023461" y="299568"/>
                </a:lnTo>
                <a:lnTo>
                  <a:pt x="1023819" y="300063"/>
                </a:lnTo>
                <a:lnTo>
                  <a:pt x="1024162" y="300579"/>
                </a:lnTo>
                <a:lnTo>
                  <a:pt x="1024487" y="301117"/>
                </a:lnTo>
                <a:lnTo>
                  <a:pt x="1024796" y="301677"/>
                </a:lnTo>
                <a:lnTo>
                  <a:pt x="1025087" y="302258"/>
                </a:lnTo>
                <a:lnTo>
                  <a:pt x="1025363" y="302862"/>
                </a:lnTo>
                <a:lnTo>
                  <a:pt x="1025621" y="303486"/>
                </a:lnTo>
                <a:lnTo>
                  <a:pt x="1025863" y="304133"/>
                </a:lnTo>
                <a:lnTo>
                  <a:pt x="1026089" y="304801"/>
                </a:lnTo>
                <a:lnTo>
                  <a:pt x="1026297" y="305491"/>
                </a:lnTo>
                <a:lnTo>
                  <a:pt x="1026489" y="306203"/>
                </a:lnTo>
                <a:lnTo>
                  <a:pt x="1026664" y="306936"/>
                </a:lnTo>
                <a:lnTo>
                  <a:pt x="1026823" y="307691"/>
                </a:lnTo>
                <a:lnTo>
                  <a:pt x="1026964" y="308467"/>
                </a:lnTo>
                <a:lnTo>
                  <a:pt x="1027090" y="309266"/>
                </a:lnTo>
                <a:lnTo>
                  <a:pt x="1027198" y="310086"/>
                </a:lnTo>
                <a:lnTo>
                  <a:pt x="1027290" y="310928"/>
                </a:lnTo>
                <a:lnTo>
                  <a:pt x="1027365" y="311791"/>
                </a:lnTo>
                <a:lnTo>
                  <a:pt x="1027423" y="312676"/>
                </a:lnTo>
                <a:lnTo>
                  <a:pt x="1027465" y="313583"/>
                </a:lnTo>
                <a:lnTo>
                  <a:pt x="1027490" y="314511"/>
                </a:lnTo>
                <a:lnTo>
                  <a:pt x="1027498" y="315462"/>
                </a:lnTo>
                <a:lnTo>
                  <a:pt x="1027498" y="364473"/>
                </a:lnTo>
                <a:lnTo>
                  <a:pt x="1043515" y="364473"/>
                </a:lnTo>
                <a:lnTo>
                  <a:pt x="1043515" y="310817"/>
                </a:lnTo>
                <a:lnTo>
                  <a:pt x="1043501" y="309601"/>
                </a:lnTo>
                <a:lnTo>
                  <a:pt x="1043460" y="308411"/>
                </a:lnTo>
                <a:lnTo>
                  <a:pt x="1043390" y="307245"/>
                </a:lnTo>
                <a:lnTo>
                  <a:pt x="1043293" y="306105"/>
                </a:lnTo>
                <a:lnTo>
                  <a:pt x="1043168" y="304990"/>
                </a:lnTo>
                <a:lnTo>
                  <a:pt x="1043015" y="303899"/>
                </a:lnTo>
                <a:lnTo>
                  <a:pt x="1042834" y="302834"/>
                </a:lnTo>
                <a:lnTo>
                  <a:pt x="1042625" y="301794"/>
                </a:lnTo>
                <a:lnTo>
                  <a:pt x="1042389" y="300779"/>
                </a:lnTo>
                <a:lnTo>
                  <a:pt x="1042125" y="299788"/>
                </a:lnTo>
                <a:lnTo>
                  <a:pt x="1041833" y="298823"/>
                </a:lnTo>
                <a:lnTo>
                  <a:pt x="1041513" y="297883"/>
                </a:lnTo>
                <a:lnTo>
                  <a:pt x="1041166" y="296968"/>
                </a:lnTo>
                <a:lnTo>
                  <a:pt x="1040790" y="296078"/>
                </a:lnTo>
                <a:lnTo>
                  <a:pt x="1040387" y="295213"/>
                </a:lnTo>
                <a:lnTo>
                  <a:pt x="1039956" y="294373"/>
                </a:lnTo>
                <a:lnTo>
                  <a:pt x="1039497" y="293558"/>
                </a:lnTo>
                <a:lnTo>
                  <a:pt x="1039011" y="292768"/>
                </a:lnTo>
                <a:lnTo>
                  <a:pt x="1038496" y="292003"/>
                </a:lnTo>
                <a:lnTo>
                  <a:pt x="1037954" y="291263"/>
                </a:lnTo>
                <a:lnTo>
                  <a:pt x="1037384" y="290548"/>
                </a:lnTo>
                <a:lnTo>
                  <a:pt x="1036786" y="289858"/>
                </a:lnTo>
                <a:lnTo>
                  <a:pt x="1036160" y="289193"/>
                </a:lnTo>
                <a:lnTo>
                  <a:pt x="1035507" y="288553"/>
                </a:lnTo>
                <a:lnTo>
                  <a:pt x="1034830" y="287939"/>
                </a:lnTo>
                <a:lnTo>
                  <a:pt x="1034134" y="287351"/>
                </a:lnTo>
                <a:lnTo>
                  <a:pt x="1033420" y="286789"/>
                </a:lnTo>
                <a:lnTo>
                  <a:pt x="1032686" y="286253"/>
                </a:lnTo>
                <a:lnTo>
                  <a:pt x="1031934" y="285743"/>
                </a:lnTo>
                <a:lnTo>
                  <a:pt x="1031162" y="285260"/>
                </a:lnTo>
                <a:lnTo>
                  <a:pt x="1030372" y="284802"/>
                </a:lnTo>
                <a:lnTo>
                  <a:pt x="1029563" y="284371"/>
                </a:lnTo>
                <a:lnTo>
                  <a:pt x="1028735" y="283966"/>
                </a:lnTo>
                <a:lnTo>
                  <a:pt x="1027888" y="283587"/>
                </a:lnTo>
                <a:lnTo>
                  <a:pt x="1027022" y="283234"/>
                </a:lnTo>
                <a:lnTo>
                  <a:pt x="1026137" y="282907"/>
                </a:lnTo>
                <a:lnTo>
                  <a:pt x="1025233" y="282607"/>
                </a:lnTo>
                <a:lnTo>
                  <a:pt x="1024311" y="282332"/>
                </a:lnTo>
                <a:lnTo>
                  <a:pt x="1023369" y="282084"/>
                </a:lnTo>
                <a:lnTo>
                  <a:pt x="1022409" y="281862"/>
                </a:lnTo>
                <a:lnTo>
                  <a:pt x="1021429" y="281666"/>
                </a:lnTo>
                <a:lnTo>
                  <a:pt x="1020431" y="281496"/>
                </a:lnTo>
                <a:lnTo>
                  <a:pt x="1019414" y="281352"/>
                </a:lnTo>
                <a:lnTo>
                  <a:pt x="1018378" y="281234"/>
                </a:lnTo>
                <a:lnTo>
                  <a:pt x="1017323" y="281143"/>
                </a:lnTo>
                <a:lnTo>
                  <a:pt x="1016249" y="281077"/>
                </a:lnTo>
                <a:lnTo>
                  <a:pt x="1015156" y="281038"/>
                </a:lnTo>
                <a:lnTo>
                  <a:pt x="1014044" y="281025"/>
                </a:lnTo>
                <a:lnTo>
                  <a:pt x="1013366" y="281031"/>
                </a:lnTo>
                <a:lnTo>
                  <a:pt x="1012693" y="281047"/>
                </a:lnTo>
                <a:lnTo>
                  <a:pt x="1012025" y="281075"/>
                </a:lnTo>
                <a:lnTo>
                  <a:pt x="1011361" y="281114"/>
                </a:lnTo>
                <a:lnTo>
                  <a:pt x="1010703" y="281164"/>
                </a:lnTo>
                <a:lnTo>
                  <a:pt x="1010050" y="281225"/>
                </a:lnTo>
                <a:lnTo>
                  <a:pt x="1009402" y="281298"/>
                </a:lnTo>
                <a:lnTo>
                  <a:pt x="1008759" y="281381"/>
                </a:lnTo>
                <a:lnTo>
                  <a:pt x="1008120" y="281476"/>
                </a:lnTo>
                <a:lnTo>
                  <a:pt x="1007487" y="281581"/>
                </a:lnTo>
                <a:lnTo>
                  <a:pt x="1006859" y="281698"/>
                </a:lnTo>
                <a:lnTo>
                  <a:pt x="1006236" y="281826"/>
                </a:lnTo>
                <a:lnTo>
                  <a:pt x="1005618" y="281965"/>
                </a:lnTo>
                <a:lnTo>
                  <a:pt x="1005005" y="282115"/>
                </a:lnTo>
                <a:lnTo>
                  <a:pt x="1004397" y="282276"/>
                </a:lnTo>
                <a:lnTo>
                  <a:pt x="1003793" y="282449"/>
                </a:lnTo>
                <a:lnTo>
                  <a:pt x="1003195" y="282632"/>
                </a:lnTo>
                <a:lnTo>
                  <a:pt x="1002602" y="282827"/>
                </a:lnTo>
                <a:lnTo>
                  <a:pt x="1002014" y="283033"/>
                </a:lnTo>
                <a:lnTo>
                  <a:pt x="1001431" y="283250"/>
                </a:lnTo>
                <a:lnTo>
                  <a:pt x="1000853" y="283478"/>
                </a:lnTo>
                <a:lnTo>
                  <a:pt x="1000280" y="283717"/>
                </a:lnTo>
                <a:lnTo>
                  <a:pt x="999712" y="283967"/>
                </a:lnTo>
                <a:lnTo>
                  <a:pt x="999149" y="284229"/>
                </a:lnTo>
                <a:lnTo>
                  <a:pt x="998593" y="284502"/>
                </a:lnTo>
                <a:lnTo>
                  <a:pt x="998048" y="284788"/>
                </a:lnTo>
                <a:lnTo>
                  <a:pt x="997514" y="285087"/>
                </a:lnTo>
                <a:lnTo>
                  <a:pt x="996991" y="285399"/>
                </a:lnTo>
                <a:lnTo>
                  <a:pt x="996478" y="285723"/>
                </a:lnTo>
                <a:lnTo>
                  <a:pt x="995975" y="286060"/>
                </a:lnTo>
                <a:lnTo>
                  <a:pt x="995483" y="286411"/>
                </a:lnTo>
                <a:lnTo>
                  <a:pt x="995002" y="286773"/>
                </a:lnTo>
                <a:lnTo>
                  <a:pt x="994531" y="287149"/>
                </a:lnTo>
                <a:lnTo>
                  <a:pt x="994071" y="287538"/>
                </a:lnTo>
                <a:lnTo>
                  <a:pt x="993621" y="287939"/>
                </a:lnTo>
                <a:lnTo>
                  <a:pt x="993182" y="288353"/>
                </a:lnTo>
                <a:lnTo>
                  <a:pt x="992754" y="288780"/>
                </a:lnTo>
                <a:lnTo>
                  <a:pt x="992336" y="289219"/>
                </a:lnTo>
                <a:lnTo>
                  <a:pt x="991928" y="289672"/>
                </a:lnTo>
                <a:lnTo>
                  <a:pt x="991532" y="290137"/>
                </a:lnTo>
                <a:lnTo>
                  <a:pt x="991145" y="290615"/>
                </a:lnTo>
                <a:lnTo>
                  <a:pt x="990770" y="291106"/>
                </a:lnTo>
                <a:lnTo>
                  <a:pt x="990405" y="291609"/>
                </a:lnTo>
                <a:lnTo>
                  <a:pt x="990050" y="292126"/>
                </a:lnTo>
                <a:lnTo>
                  <a:pt x="989706" y="292655"/>
                </a:lnTo>
                <a:lnTo>
                  <a:pt x="989373" y="293197"/>
                </a:lnTo>
                <a:lnTo>
                  <a:pt x="989050" y="293752"/>
                </a:lnTo>
                <a:lnTo>
                  <a:pt x="988737" y="294319"/>
                </a:lnTo>
                <a:lnTo>
                  <a:pt x="987136" y="282627"/>
                </a:lnTo>
                <a:lnTo>
                  <a:pt x="974162" y="282627"/>
                </a:lnTo>
                <a:lnTo>
                  <a:pt x="974162" y="364473"/>
                </a:lnTo>
                <a:lnTo>
                  <a:pt x="990179" y="364473"/>
                </a:lnTo>
                <a:lnTo>
                  <a:pt x="990179" y="316423"/>
                </a:lnTo>
                <a:lnTo>
                  <a:pt x="990183" y="315865"/>
                </a:lnTo>
                <a:lnTo>
                  <a:pt x="990196" y="315312"/>
                </a:lnTo>
                <a:lnTo>
                  <a:pt x="990217" y="314766"/>
                </a:lnTo>
                <a:lnTo>
                  <a:pt x="990246" y="314225"/>
                </a:lnTo>
                <a:lnTo>
                  <a:pt x="990283" y="313689"/>
                </a:lnTo>
                <a:close/>
                <a:moveTo>
                  <a:pt x="149805" y="365755"/>
                </a:moveTo>
                <a:lnTo>
                  <a:pt x="150717" y="365639"/>
                </a:lnTo>
                <a:lnTo>
                  <a:pt x="151617" y="365505"/>
                </a:lnTo>
                <a:lnTo>
                  <a:pt x="152506" y="365354"/>
                </a:lnTo>
                <a:lnTo>
                  <a:pt x="153383" y="365185"/>
                </a:lnTo>
                <a:lnTo>
                  <a:pt x="154248" y="364998"/>
                </a:lnTo>
                <a:lnTo>
                  <a:pt x="155101" y="364794"/>
                </a:lnTo>
                <a:lnTo>
                  <a:pt x="155943" y="364571"/>
                </a:lnTo>
                <a:lnTo>
                  <a:pt x="156773" y="364331"/>
                </a:lnTo>
                <a:lnTo>
                  <a:pt x="157591" y="364073"/>
                </a:lnTo>
                <a:lnTo>
                  <a:pt x="158398" y="363797"/>
                </a:lnTo>
                <a:lnTo>
                  <a:pt x="159193" y="363503"/>
                </a:lnTo>
                <a:lnTo>
                  <a:pt x="159976" y="363192"/>
                </a:lnTo>
                <a:lnTo>
                  <a:pt x="160748" y="362863"/>
                </a:lnTo>
                <a:lnTo>
                  <a:pt x="161508" y="362516"/>
                </a:lnTo>
                <a:lnTo>
                  <a:pt x="162256" y="362151"/>
                </a:lnTo>
                <a:lnTo>
                  <a:pt x="162993" y="361768"/>
                </a:lnTo>
                <a:lnTo>
                  <a:pt x="163718" y="361368"/>
                </a:lnTo>
                <a:lnTo>
                  <a:pt x="164431" y="360949"/>
                </a:lnTo>
                <a:lnTo>
                  <a:pt x="165131" y="360502"/>
                </a:lnTo>
                <a:lnTo>
                  <a:pt x="165818" y="360041"/>
                </a:lnTo>
                <a:lnTo>
                  <a:pt x="166491" y="359565"/>
                </a:lnTo>
                <a:lnTo>
                  <a:pt x="167149" y="359076"/>
                </a:lnTo>
                <a:lnTo>
                  <a:pt x="167794" y="358573"/>
                </a:lnTo>
                <a:lnTo>
                  <a:pt x="168425" y="358056"/>
                </a:lnTo>
                <a:lnTo>
                  <a:pt x="169042" y="357526"/>
                </a:lnTo>
                <a:lnTo>
                  <a:pt x="169645" y="356981"/>
                </a:lnTo>
                <a:lnTo>
                  <a:pt x="170234" y="356422"/>
                </a:lnTo>
                <a:lnTo>
                  <a:pt x="170810" y="355850"/>
                </a:lnTo>
                <a:lnTo>
                  <a:pt x="171371" y="355263"/>
                </a:lnTo>
                <a:lnTo>
                  <a:pt x="171919" y="354663"/>
                </a:lnTo>
                <a:lnTo>
                  <a:pt x="172452" y="354049"/>
                </a:lnTo>
                <a:lnTo>
                  <a:pt x="172972" y="353420"/>
                </a:lnTo>
                <a:lnTo>
                  <a:pt x="173478" y="352778"/>
                </a:lnTo>
                <a:lnTo>
                  <a:pt x="173970" y="352122"/>
                </a:lnTo>
                <a:lnTo>
                  <a:pt x="174448" y="351452"/>
                </a:lnTo>
                <a:lnTo>
                  <a:pt x="174912" y="350769"/>
                </a:lnTo>
                <a:lnTo>
                  <a:pt x="175362" y="350071"/>
                </a:lnTo>
                <a:lnTo>
                  <a:pt x="175798" y="349359"/>
                </a:lnTo>
                <a:lnTo>
                  <a:pt x="176221" y="348634"/>
                </a:lnTo>
                <a:lnTo>
                  <a:pt x="176629" y="347895"/>
                </a:lnTo>
                <a:lnTo>
                  <a:pt x="177024" y="347141"/>
                </a:lnTo>
                <a:lnTo>
                  <a:pt x="177405" y="346374"/>
                </a:lnTo>
                <a:lnTo>
                  <a:pt x="177770" y="345595"/>
                </a:lnTo>
                <a:lnTo>
                  <a:pt x="178121" y="344806"/>
                </a:lnTo>
                <a:lnTo>
                  <a:pt x="178456" y="344007"/>
                </a:lnTo>
                <a:lnTo>
                  <a:pt x="178775" y="343197"/>
                </a:lnTo>
                <a:lnTo>
                  <a:pt x="179079" y="342378"/>
                </a:lnTo>
                <a:lnTo>
                  <a:pt x="179367" y="341549"/>
                </a:lnTo>
                <a:lnTo>
                  <a:pt x="179639" y="340710"/>
                </a:lnTo>
                <a:lnTo>
                  <a:pt x="179896" y="339861"/>
                </a:lnTo>
                <a:lnTo>
                  <a:pt x="180137" y="339001"/>
                </a:lnTo>
                <a:lnTo>
                  <a:pt x="180363" y="338132"/>
                </a:lnTo>
                <a:lnTo>
                  <a:pt x="180573" y="337253"/>
                </a:lnTo>
                <a:lnTo>
                  <a:pt x="180768" y="336364"/>
                </a:lnTo>
                <a:lnTo>
                  <a:pt x="180947" y="335464"/>
                </a:lnTo>
                <a:lnTo>
                  <a:pt x="181111" y="334555"/>
                </a:lnTo>
                <a:lnTo>
                  <a:pt x="181259" y="333636"/>
                </a:lnTo>
                <a:lnTo>
                  <a:pt x="181391" y="332706"/>
                </a:lnTo>
                <a:lnTo>
                  <a:pt x="181508" y="331767"/>
                </a:lnTo>
                <a:lnTo>
                  <a:pt x="181609" y="330818"/>
                </a:lnTo>
                <a:lnTo>
                  <a:pt x="181695" y="329858"/>
                </a:lnTo>
                <a:lnTo>
                  <a:pt x="181765" y="328889"/>
                </a:lnTo>
                <a:lnTo>
                  <a:pt x="181819" y="327910"/>
                </a:lnTo>
                <a:lnTo>
                  <a:pt x="181858" y="326920"/>
                </a:lnTo>
                <a:lnTo>
                  <a:pt x="181881" y="325921"/>
                </a:lnTo>
                <a:lnTo>
                  <a:pt x="181889" y="324911"/>
                </a:lnTo>
                <a:lnTo>
                  <a:pt x="181889" y="322189"/>
                </a:lnTo>
                <a:lnTo>
                  <a:pt x="181881" y="321192"/>
                </a:lnTo>
                <a:lnTo>
                  <a:pt x="181858" y="320205"/>
                </a:lnTo>
                <a:lnTo>
                  <a:pt x="181819" y="319228"/>
                </a:lnTo>
                <a:lnTo>
                  <a:pt x="181765" y="318260"/>
                </a:lnTo>
                <a:lnTo>
                  <a:pt x="181695" y="317301"/>
                </a:lnTo>
                <a:lnTo>
                  <a:pt x="181609" y="316352"/>
                </a:lnTo>
                <a:lnTo>
                  <a:pt x="181508" y="315413"/>
                </a:lnTo>
                <a:lnTo>
                  <a:pt x="181391" y="314483"/>
                </a:lnTo>
                <a:lnTo>
                  <a:pt x="181259" y="313562"/>
                </a:lnTo>
                <a:lnTo>
                  <a:pt x="181111" y="312651"/>
                </a:lnTo>
                <a:lnTo>
                  <a:pt x="180947" y="311749"/>
                </a:lnTo>
                <a:lnTo>
                  <a:pt x="180768" y="310857"/>
                </a:lnTo>
                <a:lnTo>
                  <a:pt x="180573" y="309974"/>
                </a:lnTo>
                <a:lnTo>
                  <a:pt x="180363" y="309100"/>
                </a:lnTo>
                <a:lnTo>
                  <a:pt x="180137" y="308236"/>
                </a:lnTo>
                <a:lnTo>
                  <a:pt x="179896" y="307382"/>
                </a:lnTo>
                <a:lnTo>
                  <a:pt x="179639" y="306537"/>
                </a:lnTo>
                <a:lnTo>
                  <a:pt x="179367" y="305701"/>
                </a:lnTo>
                <a:lnTo>
                  <a:pt x="179079" y="304875"/>
                </a:lnTo>
                <a:lnTo>
                  <a:pt x="178775" y="304058"/>
                </a:lnTo>
                <a:lnTo>
                  <a:pt x="178456" y="303251"/>
                </a:lnTo>
                <a:lnTo>
                  <a:pt x="178121" y="302453"/>
                </a:lnTo>
                <a:lnTo>
                  <a:pt x="177770" y="301665"/>
                </a:lnTo>
                <a:lnTo>
                  <a:pt x="177405" y="300886"/>
                </a:lnTo>
                <a:lnTo>
                  <a:pt x="177024" y="300119"/>
                </a:lnTo>
                <a:lnTo>
                  <a:pt x="176629" y="299366"/>
                </a:lnTo>
                <a:lnTo>
                  <a:pt x="176221" y="298626"/>
                </a:lnTo>
                <a:lnTo>
                  <a:pt x="175798" y="297901"/>
                </a:lnTo>
                <a:lnTo>
                  <a:pt x="175362" y="297189"/>
                </a:lnTo>
                <a:lnTo>
                  <a:pt x="174912" y="296492"/>
                </a:lnTo>
                <a:lnTo>
                  <a:pt x="174448" y="295808"/>
                </a:lnTo>
                <a:lnTo>
                  <a:pt x="173970" y="295138"/>
                </a:lnTo>
                <a:lnTo>
                  <a:pt x="173478" y="294482"/>
                </a:lnTo>
                <a:lnTo>
                  <a:pt x="172972" y="293840"/>
                </a:lnTo>
                <a:lnTo>
                  <a:pt x="172452" y="293212"/>
                </a:lnTo>
                <a:lnTo>
                  <a:pt x="171919" y="292597"/>
                </a:lnTo>
                <a:lnTo>
                  <a:pt x="171371" y="291997"/>
                </a:lnTo>
                <a:lnTo>
                  <a:pt x="170810" y="291411"/>
                </a:lnTo>
                <a:lnTo>
                  <a:pt x="170234" y="290838"/>
                </a:lnTo>
                <a:lnTo>
                  <a:pt x="169645" y="290279"/>
                </a:lnTo>
                <a:lnTo>
                  <a:pt x="169042" y="289735"/>
                </a:lnTo>
                <a:lnTo>
                  <a:pt x="168425" y="289204"/>
                </a:lnTo>
                <a:lnTo>
                  <a:pt x="167794" y="288687"/>
                </a:lnTo>
                <a:lnTo>
                  <a:pt x="167149" y="288184"/>
                </a:lnTo>
                <a:lnTo>
                  <a:pt x="166491" y="287695"/>
                </a:lnTo>
                <a:lnTo>
                  <a:pt x="165818" y="287219"/>
                </a:lnTo>
                <a:lnTo>
                  <a:pt x="165131" y="286758"/>
                </a:lnTo>
                <a:lnTo>
                  <a:pt x="164431" y="286311"/>
                </a:lnTo>
                <a:lnTo>
                  <a:pt x="163717" y="285879"/>
                </a:lnTo>
                <a:lnTo>
                  <a:pt x="162992" y="285467"/>
                </a:lnTo>
                <a:lnTo>
                  <a:pt x="162254" y="285072"/>
                </a:lnTo>
                <a:lnTo>
                  <a:pt x="161503" y="284696"/>
                </a:lnTo>
                <a:lnTo>
                  <a:pt x="160741" y="284338"/>
                </a:lnTo>
                <a:lnTo>
                  <a:pt x="159966" y="283998"/>
                </a:lnTo>
                <a:lnTo>
                  <a:pt x="159179" y="283677"/>
                </a:lnTo>
                <a:lnTo>
                  <a:pt x="158380" y="283374"/>
                </a:lnTo>
                <a:lnTo>
                  <a:pt x="157569" y="283090"/>
                </a:lnTo>
                <a:lnTo>
                  <a:pt x="156745" y="282824"/>
                </a:lnTo>
                <a:lnTo>
                  <a:pt x="155909" y="282576"/>
                </a:lnTo>
                <a:lnTo>
                  <a:pt x="155061" y="282347"/>
                </a:lnTo>
                <a:lnTo>
                  <a:pt x="154201" y="282136"/>
                </a:lnTo>
                <a:lnTo>
                  <a:pt x="153328" y="281943"/>
                </a:lnTo>
                <a:lnTo>
                  <a:pt x="152443" y="281768"/>
                </a:lnTo>
                <a:lnTo>
                  <a:pt x="151546" y="281612"/>
                </a:lnTo>
                <a:lnTo>
                  <a:pt x="150637" y="281475"/>
                </a:lnTo>
                <a:lnTo>
                  <a:pt x="149715" y="281356"/>
                </a:lnTo>
                <a:lnTo>
                  <a:pt x="148782" y="281255"/>
                </a:lnTo>
                <a:lnTo>
                  <a:pt x="147836" y="281172"/>
                </a:lnTo>
                <a:lnTo>
                  <a:pt x="146877" y="281108"/>
                </a:lnTo>
                <a:lnTo>
                  <a:pt x="145907" y="281062"/>
                </a:lnTo>
                <a:lnTo>
                  <a:pt x="144924" y="281034"/>
                </a:lnTo>
                <a:lnTo>
                  <a:pt x="143929" y="281025"/>
                </a:lnTo>
                <a:lnTo>
                  <a:pt x="142960" y="281034"/>
                </a:lnTo>
                <a:lnTo>
                  <a:pt x="142003" y="281062"/>
                </a:lnTo>
                <a:lnTo>
                  <a:pt x="141056" y="281108"/>
                </a:lnTo>
                <a:lnTo>
                  <a:pt x="140121" y="281172"/>
                </a:lnTo>
                <a:lnTo>
                  <a:pt x="139196" y="281255"/>
                </a:lnTo>
                <a:lnTo>
                  <a:pt x="138283" y="281356"/>
                </a:lnTo>
                <a:lnTo>
                  <a:pt x="137381" y="281475"/>
                </a:lnTo>
                <a:lnTo>
                  <a:pt x="136490" y="281612"/>
                </a:lnTo>
                <a:lnTo>
                  <a:pt x="135610" y="281768"/>
                </a:lnTo>
                <a:lnTo>
                  <a:pt x="134742" y="281943"/>
                </a:lnTo>
                <a:lnTo>
                  <a:pt x="133884" y="282136"/>
                </a:lnTo>
                <a:lnTo>
                  <a:pt x="133038" y="282347"/>
                </a:lnTo>
                <a:lnTo>
                  <a:pt x="132202" y="282576"/>
                </a:lnTo>
                <a:lnTo>
                  <a:pt x="131378" y="282824"/>
                </a:lnTo>
                <a:lnTo>
                  <a:pt x="130565" y="283090"/>
                </a:lnTo>
                <a:lnTo>
                  <a:pt x="129763" y="283374"/>
                </a:lnTo>
                <a:lnTo>
                  <a:pt x="128972" y="283677"/>
                </a:lnTo>
                <a:lnTo>
                  <a:pt x="128193" y="283998"/>
                </a:lnTo>
                <a:lnTo>
                  <a:pt x="127424" y="284338"/>
                </a:lnTo>
                <a:lnTo>
                  <a:pt x="126667" y="284696"/>
                </a:lnTo>
                <a:lnTo>
                  <a:pt x="125920" y="285072"/>
                </a:lnTo>
                <a:lnTo>
                  <a:pt x="125185" y="285467"/>
                </a:lnTo>
                <a:lnTo>
                  <a:pt x="124461" y="285879"/>
                </a:lnTo>
                <a:lnTo>
                  <a:pt x="123748" y="286311"/>
                </a:lnTo>
                <a:lnTo>
                  <a:pt x="123048" y="286745"/>
                </a:lnTo>
                <a:lnTo>
                  <a:pt x="122361" y="287194"/>
                </a:lnTo>
                <a:lnTo>
                  <a:pt x="121688" y="287657"/>
                </a:lnTo>
                <a:lnTo>
                  <a:pt x="121030" y="288135"/>
                </a:lnTo>
                <a:lnTo>
                  <a:pt x="120385" y="288627"/>
                </a:lnTo>
                <a:lnTo>
                  <a:pt x="119754" y="289134"/>
                </a:lnTo>
                <a:lnTo>
                  <a:pt x="119137" y="289655"/>
                </a:lnTo>
                <a:lnTo>
                  <a:pt x="118534" y="290190"/>
                </a:lnTo>
                <a:lnTo>
                  <a:pt x="117944" y="290740"/>
                </a:lnTo>
                <a:lnTo>
                  <a:pt x="117369" y="291305"/>
                </a:lnTo>
                <a:lnTo>
                  <a:pt x="116808" y="291884"/>
                </a:lnTo>
                <a:lnTo>
                  <a:pt x="116260" y="292477"/>
                </a:lnTo>
                <a:lnTo>
                  <a:pt x="115726" y="293085"/>
                </a:lnTo>
                <a:lnTo>
                  <a:pt x="115207" y="293707"/>
                </a:lnTo>
                <a:lnTo>
                  <a:pt x="114701" y="294344"/>
                </a:lnTo>
                <a:lnTo>
                  <a:pt x="114209" y="294995"/>
                </a:lnTo>
                <a:lnTo>
                  <a:pt x="113731" y="295661"/>
                </a:lnTo>
                <a:lnTo>
                  <a:pt x="113267" y="296341"/>
                </a:lnTo>
                <a:lnTo>
                  <a:pt x="112817" y="297036"/>
                </a:lnTo>
                <a:lnTo>
                  <a:pt x="112380" y="297745"/>
                </a:lnTo>
                <a:lnTo>
                  <a:pt x="111958" y="298469"/>
                </a:lnTo>
                <a:lnTo>
                  <a:pt x="111550" y="299207"/>
                </a:lnTo>
                <a:lnTo>
                  <a:pt x="111155" y="299959"/>
                </a:lnTo>
                <a:lnTo>
                  <a:pt x="110774" y="300726"/>
                </a:lnTo>
                <a:lnTo>
                  <a:pt x="110408" y="301505"/>
                </a:lnTo>
                <a:lnTo>
                  <a:pt x="110058" y="302294"/>
                </a:lnTo>
                <a:lnTo>
                  <a:pt x="109723" y="303093"/>
                </a:lnTo>
                <a:lnTo>
                  <a:pt x="109404" y="303903"/>
                </a:lnTo>
                <a:lnTo>
                  <a:pt x="109100" y="304722"/>
                </a:lnTo>
                <a:lnTo>
                  <a:pt x="108812" y="305551"/>
                </a:lnTo>
                <a:lnTo>
                  <a:pt x="108540" y="306390"/>
                </a:lnTo>
                <a:lnTo>
                  <a:pt x="108283" y="307240"/>
                </a:lnTo>
                <a:lnTo>
                  <a:pt x="108041" y="308099"/>
                </a:lnTo>
                <a:lnTo>
                  <a:pt x="107816" y="308968"/>
                </a:lnTo>
                <a:lnTo>
                  <a:pt x="107605" y="309847"/>
                </a:lnTo>
                <a:lnTo>
                  <a:pt x="107411" y="310737"/>
                </a:lnTo>
                <a:lnTo>
                  <a:pt x="107232" y="311636"/>
                </a:lnTo>
                <a:lnTo>
                  <a:pt x="107068" y="312545"/>
                </a:lnTo>
                <a:lnTo>
                  <a:pt x="106920" y="313464"/>
                </a:lnTo>
                <a:lnTo>
                  <a:pt x="106788" y="314394"/>
                </a:lnTo>
                <a:lnTo>
                  <a:pt x="106671" y="315333"/>
                </a:lnTo>
                <a:lnTo>
                  <a:pt x="106570" y="316282"/>
                </a:lnTo>
                <a:lnTo>
                  <a:pt x="106484" y="317242"/>
                </a:lnTo>
                <a:lnTo>
                  <a:pt x="106414" y="318211"/>
                </a:lnTo>
                <a:lnTo>
                  <a:pt x="106360" y="319190"/>
                </a:lnTo>
                <a:lnTo>
                  <a:pt x="106321" y="320180"/>
                </a:lnTo>
                <a:lnTo>
                  <a:pt x="106297" y="321179"/>
                </a:lnTo>
                <a:lnTo>
                  <a:pt x="106290" y="322189"/>
                </a:lnTo>
                <a:lnTo>
                  <a:pt x="106290" y="324911"/>
                </a:lnTo>
                <a:lnTo>
                  <a:pt x="106297" y="325895"/>
                </a:lnTo>
                <a:lnTo>
                  <a:pt x="106321" y="326870"/>
                </a:lnTo>
                <a:lnTo>
                  <a:pt x="106360" y="327837"/>
                </a:lnTo>
                <a:lnTo>
                  <a:pt x="106414" y="328796"/>
                </a:lnTo>
                <a:lnTo>
                  <a:pt x="106484" y="329746"/>
                </a:lnTo>
                <a:lnTo>
                  <a:pt x="106570" y="330688"/>
                </a:lnTo>
                <a:lnTo>
                  <a:pt x="106671" y="331621"/>
                </a:lnTo>
                <a:lnTo>
                  <a:pt x="106788" y="332546"/>
                </a:lnTo>
                <a:lnTo>
                  <a:pt x="106920" y="333463"/>
                </a:lnTo>
                <a:lnTo>
                  <a:pt x="107068" y="334371"/>
                </a:lnTo>
                <a:lnTo>
                  <a:pt x="107232" y="335272"/>
                </a:lnTo>
                <a:lnTo>
                  <a:pt x="107411" y="336163"/>
                </a:lnTo>
                <a:lnTo>
                  <a:pt x="107605" y="337047"/>
                </a:lnTo>
                <a:lnTo>
                  <a:pt x="107816" y="337922"/>
                </a:lnTo>
                <a:lnTo>
                  <a:pt x="108041" y="338789"/>
                </a:lnTo>
                <a:lnTo>
                  <a:pt x="108283" y="339647"/>
                </a:lnTo>
                <a:lnTo>
                  <a:pt x="108540" y="340497"/>
                </a:lnTo>
                <a:lnTo>
                  <a:pt x="108812" y="341339"/>
                </a:lnTo>
                <a:lnTo>
                  <a:pt x="109100" y="342172"/>
                </a:lnTo>
                <a:lnTo>
                  <a:pt x="109404" y="342997"/>
                </a:lnTo>
                <a:lnTo>
                  <a:pt x="109723" y="343814"/>
                </a:lnTo>
                <a:lnTo>
                  <a:pt x="110058" y="344622"/>
                </a:lnTo>
                <a:lnTo>
                  <a:pt x="110408" y="345422"/>
                </a:lnTo>
                <a:lnTo>
                  <a:pt x="110774" y="346214"/>
                </a:lnTo>
                <a:lnTo>
                  <a:pt x="111155" y="346981"/>
                </a:lnTo>
                <a:lnTo>
                  <a:pt x="111550" y="347734"/>
                </a:lnTo>
                <a:lnTo>
                  <a:pt x="111958" y="348474"/>
                </a:lnTo>
                <a:lnTo>
                  <a:pt x="112380" y="349199"/>
                </a:lnTo>
                <a:lnTo>
                  <a:pt x="112817" y="349911"/>
                </a:lnTo>
                <a:lnTo>
                  <a:pt x="113267" y="350609"/>
                </a:lnTo>
                <a:lnTo>
                  <a:pt x="113731" y="351292"/>
                </a:lnTo>
                <a:lnTo>
                  <a:pt x="114209" y="351962"/>
                </a:lnTo>
                <a:lnTo>
                  <a:pt x="114701" y="352618"/>
                </a:lnTo>
                <a:lnTo>
                  <a:pt x="115207" y="353260"/>
                </a:lnTo>
                <a:lnTo>
                  <a:pt x="115726" y="353888"/>
                </a:lnTo>
                <a:lnTo>
                  <a:pt x="116260" y="354503"/>
                </a:lnTo>
                <a:lnTo>
                  <a:pt x="116808" y="355103"/>
                </a:lnTo>
                <a:lnTo>
                  <a:pt x="117369" y="355689"/>
                </a:lnTo>
                <a:lnTo>
                  <a:pt x="117944" y="356262"/>
                </a:lnTo>
                <a:lnTo>
                  <a:pt x="118534" y="356821"/>
                </a:lnTo>
                <a:lnTo>
                  <a:pt x="119137" y="357365"/>
                </a:lnTo>
                <a:lnTo>
                  <a:pt x="119754" y="357896"/>
                </a:lnTo>
                <a:lnTo>
                  <a:pt x="120385" y="358413"/>
                </a:lnTo>
                <a:lnTo>
                  <a:pt x="121030" y="358916"/>
                </a:lnTo>
                <a:lnTo>
                  <a:pt x="121688" y="359405"/>
                </a:lnTo>
                <a:lnTo>
                  <a:pt x="122361" y="359881"/>
                </a:lnTo>
                <a:lnTo>
                  <a:pt x="123048" y="360342"/>
                </a:lnTo>
                <a:lnTo>
                  <a:pt x="123748" y="360789"/>
                </a:lnTo>
                <a:lnTo>
                  <a:pt x="124461" y="361221"/>
                </a:lnTo>
                <a:lnTo>
                  <a:pt x="125186" y="361634"/>
                </a:lnTo>
                <a:lnTo>
                  <a:pt x="125923" y="362028"/>
                </a:lnTo>
                <a:lnTo>
                  <a:pt x="126671" y="362404"/>
                </a:lnTo>
                <a:lnTo>
                  <a:pt x="127431" y="362762"/>
                </a:lnTo>
                <a:lnTo>
                  <a:pt x="128203" y="363102"/>
                </a:lnTo>
                <a:lnTo>
                  <a:pt x="128986" y="363423"/>
                </a:lnTo>
                <a:lnTo>
                  <a:pt x="129781" y="363726"/>
                </a:lnTo>
                <a:lnTo>
                  <a:pt x="130588" y="364010"/>
                </a:lnTo>
                <a:lnTo>
                  <a:pt x="131406" y="364276"/>
                </a:lnTo>
                <a:lnTo>
                  <a:pt x="132236" y="364524"/>
                </a:lnTo>
                <a:lnTo>
                  <a:pt x="133078" y="364753"/>
                </a:lnTo>
                <a:lnTo>
                  <a:pt x="133931" y="364965"/>
                </a:lnTo>
                <a:lnTo>
                  <a:pt x="134796" y="365157"/>
                </a:lnTo>
                <a:lnTo>
                  <a:pt x="135673" y="365332"/>
                </a:lnTo>
                <a:lnTo>
                  <a:pt x="136561" y="365488"/>
                </a:lnTo>
                <a:lnTo>
                  <a:pt x="137462" y="365625"/>
                </a:lnTo>
                <a:lnTo>
                  <a:pt x="138373" y="365745"/>
                </a:lnTo>
                <a:lnTo>
                  <a:pt x="139297" y="365845"/>
                </a:lnTo>
                <a:lnTo>
                  <a:pt x="140232" y="365928"/>
                </a:lnTo>
                <a:lnTo>
                  <a:pt x="141179" y="365992"/>
                </a:lnTo>
                <a:lnTo>
                  <a:pt x="142137" y="366038"/>
                </a:lnTo>
                <a:lnTo>
                  <a:pt x="143108" y="366066"/>
                </a:lnTo>
                <a:lnTo>
                  <a:pt x="144089" y="366075"/>
                </a:lnTo>
                <a:lnTo>
                  <a:pt x="145071" y="366066"/>
                </a:lnTo>
                <a:lnTo>
                  <a:pt x="146041" y="366039"/>
                </a:lnTo>
                <a:lnTo>
                  <a:pt x="147000" y="365995"/>
                </a:lnTo>
                <a:lnTo>
                  <a:pt x="147947" y="365932"/>
                </a:lnTo>
                <a:lnTo>
                  <a:pt x="148882" y="365852"/>
                </a:lnTo>
                <a:lnTo>
                  <a:pt x="149805" y="365755"/>
                </a:lnTo>
                <a:close/>
                <a:moveTo>
                  <a:pt x="139715" y="354282"/>
                </a:moveTo>
                <a:lnTo>
                  <a:pt x="139023" y="354131"/>
                </a:lnTo>
                <a:lnTo>
                  <a:pt x="138341" y="353955"/>
                </a:lnTo>
                <a:lnTo>
                  <a:pt x="137670" y="353757"/>
                </a:lnTo>
                <a:lnTo>
                  <a:pt x="137010" y="353535"/>
                </a:lnTo>
                <a:lnTo>
                  <a:pt x="136360" y="353290"/>
                </a:lnTo>
                <a:lnTo>
                  <a:pt x="135721" y="353021"/>
                </a:lnTo>
                <a:lnTo>
                  <a:pt x="135092" y="352729"/>
                </a:lnTo>
                <a:lnTo>
                  <a:pt x="134474" y="352414"/>
                </a:lnTo>
                <a:lnTo>
                  <a:pt x="133866" y="352075"/>
                </a:lnTo>
                <a:lnTo>
                  <a:pt x="133269" y="351713"/>
                </a:lnTo>
                <a:lnTo>
                  <a:pt x="132683" y="351328"/>
                </a:lnTo>
                <a:lnTo>
                  <a:pt x="132107" y="350919"/>
                </a:lnTo>
                <a:lnTo>
                  <a:pt x="131541" y="350487"/>
                </a:lnTo>
                <a:lnTo>
                  <a:pt x="130987" y="350031"/>
                </a:lnTo>
                <a:lnTo>
                  <a:pt x="130443" y="349552"/>
                </a:lnTo>
                <a:lnTo>
                  <a:pt x="129909" y="349050"/>
                </a:lnTo>
                <a:lnTo>
                  <a:pt x="129386" y="348525"/>
                </a:lnTo>
                <a:lnTo>
                  <a:pt x="128873" y="347976"/>
                </a:lnTo>
                <a:lnTo>
                  <a:pt x="128390" y="347393"/>
                </a:lnTo>
                <a:lnTo>
                  <a:pt x="127927" y="346791"/>
                </a:lnTo>
                <a:lnTo>
                  <a:pt x="127484" y="346171"/>
                </a:lnTo>
                <a:lnTo>
                  <a:pt x="127063" y="345533"/>
                </a:lnTo>
                <a:lnTo>
                  <a:pt x="126661" y="344877"/>
                </a:lnTo>
                <a:lnTo>
                  <a:pt x="126281" y="344202"/>
                </a:lnTo>
                <a:lnTo>
                  <a:pt x="125921" y="343509"/>
                </a:lnTo>
                <a:lnTo>
                  <a:pt x="125581" y="342797"/>
                </a:lnTo>
                <a:lnTo>
                  <a:pt x="125262" y="342067"/>
                </a:lnTo>
                <a:lnTo>
                  <a:pt x="124964" y="341319"/>
                </a:lnTo>
                <a:lnTo>
                  <a:pt x="124686" y="340552"/>
                </a:lnTo>
                <a:lnTo>
                  <a:pt x="124429" y="339767"/>
                </a:lnTo>
                <a:lnTo>
                  <a:pt x="124192" y="338964"/>
                </a:lnTo>
                <a:lnTo>
                  <a:pt x="123976" y="338142"/>
                </a:lnTo>
                <a:lnTo>
                  <a:pt x="123781" y="337302"/>
                </a:lnTo>
                <a:lnTo>
                  <a:pt x="123606" y="336444"/>
                </a:lnTo>
                <a:lnTo>
                  <a:pt x="123451" y="335567"/>
                </a:lnTo>
                <a:lnTo>
                  <a:pt x="123318" y="334672"/>
                </a:lnTo>
                <a:lnTo>
                  <a:pt x="123204" y="333758"/>
                </a:lnTo>
                <a:lnTo>
                  <a:pt x="123112" y="332826"/>
                </a:lnTo>
                <a:lnTo>
                  <a:pt x="123040" y="331876"/>
                </a:lnTo>
                <a:lnTo>
                  <a:pt x="122988" y="330908"/>
                </a:lnTo>
                <a:lnTo>
                  <a:pt x="122957" y="329921"/>
                </a:lnTo>
                <a:lnTo>
                  <a:pt x="122947" y="328916"/>
                </a:lnTo>
                <a:lnTo>
                  <a:pt x="122947" y="318184"/>
                </a:lnTo>
                <a:lnTo>
                  <a:pt x="122957" y="317179"/>
                </a:lnTo>
                <a:lnTo>
                  <a:pt x="122988" y="316193"/>
                </a:lnTo>
                <a:lnTo>
                  <a:pt x="123040" y="315226"/>
                </a:lnTo>
                <a:lnTo>
                  <a:pt x="123112" y="314278"/>
                </a:lnTo>
                <a:lnTo>
                  <a:pt x="123204" y="313349"/>
                </a:lnTo>
                <a:lnTo>
                  <a:pt x="123318" y="312438"/>
                </a:lnTo>
                <a:lnTo>
                  <a:pt x="123451" y="311547"/>
                </a:lnTo>
                <a:lnTo>
                  <a:pt x="123606" y="310674"/>
                </a:lnTo>
                <a:lnTo>
                  <a:pt x="123781" y="309821"/>
                </a:lnTo>
                <a:lnTo>
                  <a:pt x="123976" y="308986"/>
                </a:lnTo>
                <a:lnTo>
                  <a:pt x="124192" y="308170"/>
                </a:lnTo>
                <a:lnTo>
                  <a:pt x="124429" y="307373"/>
                </a:lnTo>
                <a:lnTo>
                  <a:pt x="124686" y="306595"/>
                </a:lnTo>
                <a:lnTo>
                  <a:pt x="124964" y="305836"/>
                </a:lnTo>
                <a:lnTo>
                  <a:pt x="125262" y="305096"/>
                </a:lnTo>
                <a:lnTo>
                  <a:pt x="125581" y="304374"/>
                </a:lnTo>
                <a:lnTo>
                  <a:pt x="125921" y="303672"/>
                </a:lnTo>
                <a:lnTo>
                  <a:pt x="126281" y="302988"/>
                </a:lnTo>
                <a:lnTo>
                  <a:pt x="126661" y="302324"/>
                </a:lnTo>
                <a:lnTo>
                  <a:pt x="127063" y="301678"/>
                </a:lnTo>
                <a:lnTo>
                  <a:pt x="127484" y="301051"/>
                </a:lnTo>
                <a:lnTo>
                  <a:pt x="127927" y="300443"/>
                </a:lnTo>
                <a:lnTo>
                  <a:pt x="128390" y="299854"/>
                </a:lnTo>
                <a:lnTo>
                  <a:pt x="128873" y="299284"/>
                </a:lnTo>
                <a:lnTo>
                  <a:pt x="129386" y="298722"/>
                </a:lnTo>
                <a:lnTo>
                  <a:pt x="129909" y="298184"/>
                </a:lnTo>
                <a:lnTo>
                  <a:pt x="130443" y="297670"/>
                </a:lnTo>
                <a:lnTo>
                  <a:pt x="130987" y="297180"/>
                </a:lnTo>
                <a:lnTo>
                  <a:pt x="131541" y="296714"/>
                </a:lnTo>
                <a:lnTo>
                  <a:pt x="132107" y="296271"/>
                </a:lnTo>
                <a:lnTo>
                  <a:pt x="132683" y="295853"/>
                </a:lnTo>
                <a:lnTo>
                  <a:pt x="133269" y="295458"/>
                </a:lnTo>
                <a:lnTo>
                  <a:pt x="133866" y="295088"/>
                </a:lnTo>
                <a:lnTo>
                  <a:pt x="134474" y="294741"/>
                </a:lnTo>
                <a:lnTo>
                  <a:pt x="135092" y="294418"/>
                </a:lnTo>
                <a:lnTo>
                  <a:pt x="135721" y="294119"/>
                </a:lnTo>
                <a:lnTo>
                  <a:pt x="136360" y="293844"/>
                </a:lnTo>
                <a:lnTo>
                  <a:pt x="137010" y="293593"/>
                </a:lnTo>
                <a:lnTo>
                  <a:pt x="137670" y="293366"/>
                </a:lnTo>
                <a:lnTo>
                  <a:pt x="138341" y="293162"/>
                </a:lnTo>
                <a:lnTo>
                  <a:pt x="139023" y="292983"/>
                </a:lnTo>
                <a:lnTo>
                  <a:pt x="139715" y="292828"/>
                </a:lnTo>
                <a:lnTo>
                  <a:pt x="140417" y="292696"/>
                </a:lnTo>
                <a:lnTo>
                  <a:pt x="141131" y="292589"/>
                </a:lnTo>
                <a:lnTo>
                  <a:pt x="141855" y="292505"/>
                </a:lnTo>
                <a:lnTo>
                  <a:pt x="142589" y="292445"/>
                </a:lnTo>
                <a:lnTo>
                  <a:pt x="143334" y="292409"/>
                </a:lnTo>
                <a:lnTo>
                  <a:pt x="144089" y="292397"/>
                </a:lnTo>
                <a:lnTo>
                  <a:pt x="144858" y="292409"/>
                </a:lnTo>
                <a:lnTo>
                  <a:pt x="145614" y="292445"/>
                </a:lnTo>
                <a:lnTo>
                  <a:pt x="146359" y="292505"/>
                </a:lnTo>
                <a:lnTo>
                  <a:pt x="147093" y="292589"/>
                </a:lnTo>
                <a:lnTo>
                  <a:pt x="147814" y="292696"/>
                </a:lnTo>
                <a:lnTo>
                  <a:pt x="148524" y="292828"/>
                </a:lnTo>
                <a:lnTo>
                  <a:pt x="149222" y="292983"/>
                </a:lnTo>
                <a:lnTo>
                  <a:pt x="149909" y="293162"/>
                </a:lnTo>
                <a:lnTo>
                  <a:pt x="150584" y="293366"/>
                </a:lnTo>
                <a:lnTo>
                  <a:pt x="151247" y="293593"/>
                </a:lnTo>
                <a:lnTo>
                  <a:pt x="151898" y="293844"/>
                </a:lnTo>
                <a:lnTo>
                  <a:pt x="152538" y="294119"/>
                </a:lnTo>
                <a:lnTo>
                  <a:pt x="153166" y="294418"/>
                </a:lnTo>
                <a:lnTo>
                  <a:pt x="153783" y="294741"/>
                </a:lnTo>
                <a:lnTo>
                  <a:pt x="154388" y="295088"/>
                </a:lnTo>
                <a:lnTo>
                  <a:pt x="154981" y="295458"/>
                </a:lnTo>
                <a:lnTo>
                  <a:pt x="155562" y="295853"/>
                </a:lnTo>
                <a:lnTo>
                  <a:pt x="156132" y="296271"/>
                </a:lnTo>
                <a:lnTo>
                  <a:pt x="156690" y="296714"/>
                </a:lnTo>
                <a:lnTo>
                  <a:pt x="157237" y="297180"/>
                </a:lnTo>
                <a:lnTo>
                  <a:pt x="157771" y="297670"/>
                </a:lnTo>
                <a:lnTo>
                  <a:pt x="158294" y="298184"/>
                </a:lnTo>
                <a:lnTo>
                  <a:pt x="158806" y="298722"/>
                </a:lnTo>
                <a:lnTo>
                  <a:pt x="159305" y="299284"/>
                </a:lnTo>
                <a:lnTo>
                  <a:pt x="159789" y="299854"/>
                </a:lnTo>
                <a:lnTo>
                  <a:pt x="160252" y="300443"/>
                </a:lnTo>
                <a:lnTo>
                  <a:pt x="160694" y="301051"/>
                </a:lnTo>
                <a:lnTo>
                  <a:pt x="161116" y="301678"/>
                </a:lnTo>
                <a:lnTo>
                  <a:pt x="161518" y="302324"/>
                </a:lnTo>
                <a:lnTo>
                  <a:pt x="161898" y="302988"/>
                </a:lnTo>
                <a:lnTo>
                  <a:pt x="162258" y="303672"/>
                </a:lnTo>
                <a:lnTo>
                  <a:pt x="162598" y="304374"/>
                </a:lnTo>
                <a:lnTo>
                  <a:pt x="162917" y="305096"/>
                </a:lnTo>
                <a:lnTo>
                  <a:pt x="163215" y="305836"/>
                </a:lnTo>
                <a:lnTo>
                  <a:pt x="163493" y="306595"/>
                </a:lnTo>
                <a:lnTo>
                  <a:pt x="163750" y="307373"/>
                </a:lnTo>
                <a:lnTo>
                  <a:pt x="163987" y="308170"/>
                </a:lnTo>
                <a:lnTo>
                  <a:pt x="164203" y="308986"/>
                </a:lnTo>
                <a:lnTo>
                  <a:pt x="164398" y="309821"/>
                </a:lnTo>
                <a:lnTo>
                  <a:pt x="164573" y="310674"/>
                </a:lnTo>
                <a:lnTo>
                  <a:pt x="164728" y="311547"/>
                </a:lnTo>
                <a:lnTo>
                  <a:pt x="164861" y="312438"/>
                </a:lnTo>
                <a:lnTo>
                  <a:pt x="164975" y="313349"/>
                </a:lnTo>
                <a:lnTo>
                  <a:pt x="165067" y="314278"/>
                </a:lnTo>
                <a:lnTo>
                  <a:pt x="165139" y="315226"/>
                </a:lnTo>
                <a:lnTo>
                  <a:pt x="165191" y="316193"/>
                </a:lnTo>
                <a:lnTo>
                  <a:pt x="165221" y="317179"/>
                </a:lnTo>
                <a:lnTo>
                  <a:pt x="165232" y="318184"/>
                </a:lnTo>
                <a:lnTo>
                  <a:pt x="165232" y="328916"/>
                </a:lnTo>
                <a:lnTo>
                  <a:pt x="165221" y="329921"/>
                </a:lnTo>
                <a:lnTo>
                  <a:pt x="165191" y="330908"/>
                </a:lnTo>
                <a:lnTo>
                  <a:pt x="165139" y="331876"/>
                </a:lnTo>
                <a:lnTo>
                  <a:pt x="165067" y="332826"/>
                </a:lnTo>
                <a:lnTo>
                  <a:pt x="164975" y="333758"/>
                </a:lnTo>
                <a:lnTo>
                  <a:pt x="164861" y="334672"/>
                </a:lnTo>
                <a:lnTo>
                  <a:pt x="164728" y="335567"/>
                </a:lnTo>
                <a:lnTo>
                  <a:pt x="164573" y="336444"/>
                </a:lnTo>
                <a:lnTo>
                  <a:pt x="164398" y="337302"/>
                </a:lnTo>
                <a:lnTo>
                  <a:pt x="164203" y="338142"/>
                </a:lnTo>
                <a:lnTo>
                  <a:pt x="163987" y="338964"/>
                </a:lnTo>
                <a:lnTo>
                  <a:pt x="163750" y="339767"/>
                </a:lnTo>
                <a:lnTo>
                  <a:pt x="163493" y="340552"/>
                </a:lnTo>
                <a:lnTo>
                  <a:pt x="163215" y="341319"/>
                </a:lnTo>
                <a:lnTo>
                  <a:pt x="162917" y="342067"/>
                </a:lnTo>
                <a:lnTo>
                  <a:pt x="162598" y="342797"/>
                </a:lnTo>
                <a:lnTo>
                  <a:pt x="162258" y="343509"/>
                </a:lnTo>
                <a:lnTo>
                  <a:pt x="161898" y="344202"/>
                </a:lnTo>
                <a:lnTo>
                  <a:pt x="161518" y="344877"/>
                </a:lnTo>
                <a:lnTo>
                  <a:pt x="161116" y="345533"/>
                </a:lnTo>
                <a:lnTo>
                  <a:pt x="160694" y="346171"/>
                </a:lnTo>
                <a:lnTo>
                  <a:pt x="160252" y="346791"/>
                </a:lnTo>
                <a:lnTo>
                  <a:pt x="159789" y="347393"/>
                </a:lnTo>
                <a:lnTo>
                  <a:pt x="159305" y="347976"/>
                </a:lnTo>
                <a:lnTo>
                  <a:pt x="158806" y="348525"/>
                </a:lnTo>
                <a:lnTo>
                  <a:pt x="158294" y="349050"/>
                </a:lnTo>
                <a:lnTo>
                  <a:pt x="157771" y="349552"/>
                </a:lnTo>
                <a:lnTo>
                  <a:pt x="157237" y="350031"/>
                </a:lnTo>
                <a:lnTo>
                  <a:pt x="156690" y="350487"/>
                </a:lnTo>
                <a:lnTo>
                  <a:pt x="156132" y="350919"/>
                </a:lnTo>
                <a:lnTo>
                  <a:pt x="155562" y="351328"/>
                </a:lnTo>
                <a:lnTo>
                  <a:pt x="154981" y="351713"/>
                </a:lnTo>
                <a:lnTo>
                  <a:pt x="154388" y="352075"/>
                </a:lnTo>
                <a:lnTo>
                  <a:pt x="153783" y="352414"/>
                </a:lnTo>
                <a:lnTo>
                  <a:pt x="153166" y="352729"/>
                </a:lnTo>
                <a:lnTo>
                  <a:pt x="152538" y="353021"/>
                </a:lnTo>
                <a:lnTo>
                  <a:pt x="151898" y="353290"/>
                </a:lnTo>
                <a:lnTo>
                  <a:pt x="151247" y="353535"/>
                </a:lnTo>
                <a:lnTo>
                  <a:pt x="150584" y="353757"/>
                </a:lnTo>
                <a:lnTo>
                  <a:pt x="149909" y="353955"/>
                </a:lnTo>
                <a:lnTo>
                  <a:pt x="149222" y="354131"/>
                </a:lnTo>
                <a:lnTo>
                  <a:pt x="148524" y="354282"/>
                </a:lnTo>
                <a:lnTo>
                  <a:pt x="147814" y="354411"/>
                </a:lnTo>
                <a:lnTo>
                  <a:pt x="147093" y="354516"/>
                </a:lnTo>
                <a:lnTo>
                  <a:pt x="146359" y="354598"/>
                </a:lnTo>
                <a:lnTo>
                  <a:pt x="145614" y="354656"/>
                </a:lnTo>
                <a:lnTo>
                  <a:pt x="144858" y="354691"/>
                </a:lnTo>
                <a:lnTo>
                  <a:pt x="144089" y="354703"/>
                </a:lnTo>
                <a:lnTo>
                  <a:pt x="143334" y="354691"/>
                </a:lnTo>
                <a:lnTo>
                  <a:pt x="142589" y="354656"/>
                </a:lnTo>
                <a:lnTo>
                  <a:pt x="141855" y="354598"/>
                </a:lnTo>
                <a:lnTo>
                  <a:pt x="141131" y="354516"/>
                </a:lnTo>
                <a:lnTo>
                  <a:pt x="140417" y="354411"/>
                </a:lnTo>
                <a:lnTo>
                  <a:pt x="139715" y="354282"/>
                </a:lnTo>
                <a:close/>
                <a:moveTo>
                  <a:pt x="629619" y="365835"/>
                </a:moveTo>
                <a:lnTo>
                  <a:pt x="630471" y="365748"/>
                </a:lnTo>
                <a:lnTo>
                  <a:pt x="631313" y="365648"/>
                </a:lnTo>
                <a:lnTo>
                  <a:pt x="632144" y="365534"/>
                </a:lnTo>
                <a:lnTo>
                  <a:pt x="632965" y="365407"/>
                </a:lnTo>
                <a:lnTo>
                  <a:pt x="633775" y="365267"/>
                </a:lnTo>
                <a:lnTo>
                  <a:pt x="634574" y="365114"/>
                </a:lnTo>
                <a:lnTo>
                  <a:pt x="635363" y="364947"/>
                </a:lnTo>
                <a:lnTo>
                  <a:pt x="636141" y="364767"/>
                </a:lnTo>
                <a:lnTo>
                  <a:pt x="636909" y="364573"/>
                </a:lnTo>
                <a:lnTo>
                  <a:pt x="637666" y="364366"/>
                </a:lnTo>
                <a:lnTo>
                  <a:pt x="638413" y="364146"/>
                </a:lnTo>
                <a:lnTo>
                  <a:pt x="639149" y="363913"/>
                </a:lnTo>
                <a:lnTo>
                  <a:pt x="639874" y="363666"/>
                </a:lnTo>
                <a:lnTo>
                  <a:pt x="640589" y="363405"/>
                </a:lnTo>
                <a:lnTo>
                  <a:pt x="641294" y="363132"/>
                </a:lnTo>
                <a:lnTo>
                  <a:pt x="641987" y="362845"/>
                </a:lnTo>
                <a:lnTo>
                  <a:pt x="642671" y="362544"/>
                </a:lnTo>
                <a:lnTo>
                  <a:pt x="643343" y="362231"/>
                </a:lnTo>
                <a:lnTo>
                  <a:pt x="644018" y="361905"/>
                </a:lnTo>
                <a:lnTo>
                  <a:pt x="644679" y="361568"/>
                </a:lnTo>
                <a:lnTo>
                  <a:pt x="645328" y="361220"/>
                </a:lnTo>
                <a:lnTo>
                  <a:pt x="645964" y="360860"/>
                </a:lnTo>
                <a:lnTo>
                  <a:pt x="646587" y="360490"/>
                </a:lnTo>
                <a:lnTo>
                  <a:pt x="647197" y="360109"/>
                </a:lnTo>
                <a:lnTo>
                  <a:pt x="647795" y="359716"/>
                </a:lnTo>
                <a:lnTo>
                  <a:pt x="648380" y="359312"/>
                </a:lnTo>
                <a:lnTo>
                  <a:pt x="648952" y="358897"/>
                </a:lnTo>
                <a:lnTo>
                  <a:pt x="649511" y="358471"/>
                </a:lnTo>
                <a:lnTo>
                  <a:pt x="650057" y="358034"/>
                </a:lnTo>
                <a:lnTo>
                  <a:pt x="650591" y="357586"/>
                </a:lnTo>
                <a:lnTo>
                  <a:pt x="651112" y="357127"/>
                </a:lnTo>
                <a:lnTo>
                  <a:pt x="651620" y="356656"/>
                </a:lnTo>
                <a:lnTo>
                  <a:pt x="652115" y="356174"/>
                </a:lnTo>
                <a:lnTo>
                  <a:pt x="652598" y="355682"/>
                </a:lnTo>
                <a:lnTo>
                  <a:pt x="653067" y="355178"/>
                </a:lnTo>
                <a:lnTo>
                  <a:pt x="653524" y="354663"/>
                </a:lnTo>
                <a:lnTo>
                  <a:pt x="653968" y="354137"/>
                </a:lnTo>
                <a:lnTo>
                  <a:pt x="654399" y="353599"/>
                </a:lnTo>
                <a:lnTo>
                  <a:pt x="654818" y="353051"/>
                </a:lnTo>
                <a:lnTo>
                  <a:pt x="655224" y="352492"/>
                </a:lnTo>
                <a:lnTo>
                  <a:pt x="655617" y="351921"/>
                </a:lnTo>
                <a:lnTo>
                  <a:pt x="655997" y="351339"/>
                </a:lnTo>
                <a:lnTo>
                  <a:pt x="656376" y="350734"/>
                </a:lnTo>
                <a:lnTo>
                  <a:pt x="656739" y="350120"/>
                </a:lnTo>
                <a:lnTo>
                  <a:pt x="657085" y="349497"/>
                </a:lnTo>
                <a:lnTo>
                  <a:pt x="657416" y="348866"/>
                </a:lnTo>
                <a:lnTo>
                  <a:pt x="657730" y="348225"/>
                </a:lnTo>
                <a:lnTo>
                  <a:pt x="658029" y="347575"/>
                </a:lnTo>
                <a:lnTo>
                  <a:pt x="658311" y="346917"/>
                </a:lnTo>
                <a:lnTo>
                  <a:pt x="658577" y="346250"/>
                </a:lnTo>
                <a:lnTo>
                  <a:pt x="658827" y="345573"/>
                </a:lnTo>
                <a:lnTo>
                  <a:pt x="659061" y="344888"/>
                </a:lnTo>
                <a:lnTo>
                  <a:pt x="659279" y="344194"/>
                </a:lnTo>
                <a:lnTo>
                  <a:pt x="659480" y="343491"/>
                </a:lnTo>
                <a:lnTo>
                  <a:pt x="659666" y="342779"/>
                </a:lnTo>
                <a:lnTo>
                  <a:pt x="659835" y="342058"/>
                </a:lnTo>
                <a:lnTo>
                  <a:pt x="659988" y="341329"/>
                </a:lnTo>
                <a:lnTo>
                  <a:pt x="660125" y="340590"/>
                </a:lnTo>
                <a:lnTo>
                  <a:pt x="660246" y="339843"/>
                </a:lnTo>
                <a:lnTo>
                  <a:pt x="660351" y="339086"/>
                </a:lnTo>
                <a:lnTo>
                  <a:pt x="660440" y="338321"/>
                </a:lnTo>
                <a:lnTo>
                  <a:pt x="660513" y="337547"/>
                </a:lnTo>
                <a:lnTo>
                  <a:pt x="660569" y="336764"/>
                </a:lnTo>
                <a:lnTo>
                  <a:pt x="660609" y="335972"/>
                </a:lnTo>
                <a:lnTo>
                  <a:pt x="660634" y="335171"/>
                </a:lnTo>
                <a:lnTo>
                  <a:pt x="660642" y="334361"/>
                </a:lnTo>
                <a:lnTo>
                  <a:pt x="645586" y="334361"/>
                </a:lnTo>
                <a:lnTo>
                  <a:pt x="645576" y="335220"/>
                </a:lnTo>
                <a:lnTo>
                  <a:pt x="645548" y="336059"/>
                </a:lnTo>
                <a:lnTo>
                  <a:pt x="645501" y="336879"/>
                </a:lnTo>
                <a:lnTo>
                  <a:pt x="645434" y="337680"/>
                </a:lnTo>
                <a:lnTo>
                  <a:pt x="645349" y="338463"/>
                </a:lnTo>
                <a:lnTo>
                  <a:pt x="645245" y="339227"/>
                </a:lnTo>
                <a:lnTo>
                  <a:pt x="645122" y="339971"/>
                </a:lnTo>
                <a:lnTo>
                  <a:pt x="644981" y="340697"/>
                </a:lnTo>
                <a:lnTo>
                  <a:pt x="644820" y="341404"/>
                </a:lnTo>
                <a:lnTo>
                  <a:pt x="644640" y="342092"/>
                </a:lnTo>
                <a:lnTo>
                  <a:pt x="644442" y="342761"/>
                </a:lnTo>
                <a:lnTo>
                  <a:pt x="644224" y="343411"/>
                </a:lnTo>
                <a:lnTo>
                  <a:pt x="643988" y="344042"/>
                </a:lnTo>
                <a:lnTo>
                  <a:pt x="643733" y="344654"/>
                </a:lnTo>
                <a:lnTo>
                  <a:pt x="643458" y="345248"/>
                </a:lnTo>
                <a:lnTo>
                  <a:pt x="643165" y="345822"/>
                </a:lnTo>
                <a:lnTo>
                  <a:pt x="642853" y="346378"/>
                </a:lnTo>
                <a:lnTo>
                  <a:pt x="642522" y="346915"/>
                </a:lnTo>
                <a:lnTo>
                  <a:pt x="642173" y="347432"/>
                </a:lnTo>
                <a:lnTo>
                  <a:pt x="641804" y="347931"/>
                </a:lnTo>
                <a:lnTo>
                  <a:pt x="641416" y="348411"/>
                </a:lnTo>
                <a:lnTo>
                  <a:pt x="641010" y="348872"/>
                </a:lnTo>
                <a:lnTo>
                  <a:pt x="640584" y="349314"/>
                </a:lnTo>
                <a:lnTo>
                  <a:pt x="640140" y="349738"/>
                </a:lnTo>
                <a:lnTo>
                  <a:pt x="639691" y="350143"/>
                </a:lnTo>
                <a:lnTo>
                  <a:pt x="639225" y="350531"/>
                </a:lnTo>
                <a:lnTo>
                  <a:pt x="638741" y="350901"/>
                </a:lnTo>
                <a:lnTo>
                  <a:pt x="638240" y="351255"/>
                </a:lnTo>
                <a:lnTo>
                  <a:pt x="637722" y="351591"/>
                </a:lnTo>
                <a:lnTo>
                  <a:pt x="637187" y="351910"/>
                </a:lnTo>
                <a:lnTo>
                  <a:pt x="636634" y="352212"/>
                </a:lnTo>
                <a:lnTo>
                  <a:pt x="636065" y="352496"/>
                </a:lnTo>
                <a:lnTo>
                  <a:pt x="635477" y="352763"/>
                </a:lnTo>
                <a:lnTo>
                  <a:pt x="634873" y="353013"/>
                </a:lnTo>
                <a:lnTo>
                  <a:pt x="634252" y="353246"/>
                </a:lnTo>
                <a:lnTo>
                  <a:pt x="633613" y="353462"/>
                </a:lnTo>
                <a:lnTo>
                  <a:pt x="632957" y="353660"/>
                </a:lnTo>
                <a:lnTo>
                  <a:pt x="632284" y="353841"/>
                </a:lnTo>
                <a:lnTo>
                  <a:pt x="631593" y="354005"/>
                </a:lnTo>
                <a:lnTo>
                  <a:pt x="630886" y="354151"/>
                </a:lnTo>
                <a:lnTo>
                  <a:pt x="630161" y="354280"/>
                </a:lnTo>
                <a:lnTo>
                  <a:pt x="629419" y="354393"/>
                </a:lnTo>
                <a:lnTo>
                  <a:pt x="628659" y="354487"/>
                </a:lnTo>
                <a:lnTo>
                  <a:pt x="627883" y="354565"/>
                </a:lnTo>
                <a:lnTo>
                  <a:pt x="627089" y="354625"/>
                </a:lnTo>
                <a:lnTo>
                  <a:pt x="626278" y="354668"/>
                </a:lnTo>
                <a:lnTo>
                  <a:pt x="625449" y="354694"/>
                </a:lnTo>
                <a:lnTo>
                  <a:pt x="624604" y="354703"/>
                </a:lnTo>
                <a:lnTo>
                  <a:pt x="623835" y="354691"/>
                </a:lnTo>
                <a:lnTo>
                  <a:pt x="623077" y="354657"/>
                </a:lnTo>
                <a:lnTo>
                  <a:pt x="622331" y="354600"/>
                </a:lnTo>
                <a:lnTo>
                  <a:pt x="621596" y="354520"/>
                </a:lnTo>
                <a:lnTo>
                  <a:pt x="620872" y="354418"/>
                </a:lnTo>
                <a:lnTo>
                  <a:pt x="620159" y="354292"/>
                </a:lnTo>
                <a:lnTo>
                  <a:pt x="619457" y="354144"/>
                </a:lnTo>
                <a:lnTo>
                  <a:pt x="618766" y="353973"/>
                </a:lnTo>
                <a:lnTo>
                  <a:pt x="618087" y="353779"/>
                </a:lnTo>
                <a:lnTo>
                  <a:pt x="617418" y="353563"/>
                </a:lnTo>
                <a:lnTo>
                  <a:pt x="616761" y="353323"/>
                </a:lnTo>
                <a:lnTo>
                  <a:pt x="616115" y="353061"/>
                </a:lnTo>
                <a:lnTo>
                  <a:pt x="615480" y="352776"/>
                </a:lnTo>
                <a:lnTo>
                  <a:pt x="614856" y="352468"/>
                </a:lnTo>
                <a:lnTo>
                  <a:pt x="614243" y="352138"/>
                </a:lnTo>
                <a:lnTo>
                  <a:pt x="613641" y="351784"/>
                </a:lnTo>
                <a:lnTo>
                  <a:pt x="613050" y="351408"/>
                </a:lnTo>
                <a:lnTo>
                  <a:pt x="612471" y="351009"/>
                </a:lnTo>
                <a:lnTo>
                  <a:pt x="611902" y="350587"/>
                </a:lnTo>
                <a:lnTo>
                  <a:pt x="611345" y="350143"/>
                </a:lnTo>
                <a:lnTo>
                  <a:pt x="610799" y="349675"/>
                </a:lnTo>
                <a:lnTo>
                  <a:pt x="610264" y="349185"/>
                </a:lnTo>
                <a:lnTo>
                  <a:pt x="609740" y="348672"/>
                </a:lnTo>
                <a:lnTo>
                  <a:pt x="609227" y="348136"/>
                </a:lnTo>
                <a:lnTo>
                  <a:pt x="608731" y="347578"/>
                </a:lnTo>
                <a:lnTo>
                  <a:pt x="608255" y="346999"/>
                </a:lnTo>
                <a:lnTo>
                  <a:pt x="607801" y="346399"/>
                </a:lnTo>
                <a:lnTo>
                  <a:pt x="607368" y="345778"/>
                </a:lnTo>
                <a:lnTo>
                  <a:pt x="606956" y="345136"/>
                </a:lnTo>
                <a:lnTo>
                  <a:pt x="606565" y="344472"/>
                </a:lnTo>
                <a:lnTo>
                  <a:pt x="606195" y="343787"/>
                </a:lnTo>
                <a:lnTo>
                  <a:pt x="605846" y="343082"/>
                </a:lnTo>
                <a:lnTo>
                  <a:pt x="605518" y="342355"/>
                </a:lnTo>
                <a:lnTo>
                  <a:pt x="605212" y="341607"/>
                </a:lnTo>
                <a:lnTo>
                  <a:pt x="604927" y="340838"/>
                </a:lnTo>
                <a:lnTo>
                  <a:pt x="604663" y="340047"/>
                </a:lnTo>
                <a:lnTo>
                  <a:pt x="604420" y="339236"/>
                </a:lnTo>
                <a:lnTo>
                  <a:pt x="604198" y="338403"/>
                </a:lnTo>
                <a:lnTo>
                  <a:pt x="603997" y="337550"/>
                </a:lnTo>
                <a:lnTo>
                  <a:pt x="603817" y="336675"/>
                </a:lnTo>
                <a:lnTo>
                  <a:pt x="603659" y="335779"/>
                </a:lnTo>
                <a:lnTo>
                  <a:pt x="603521" y="334862"/>
                </a:lnTo>
                <a:lnTo>
                  <a:pt x="603405" y="333924"/>
                </a:lnTo>
                <a:lnTo>
                  <a:pt x="603310" y="332964"/>
                </a:lnTo>
                <a:lnTo>
                  <a:pt x="603236" y="331984"/>
                </a:lnTo>
                <a:lnTo>
                  <a:pt x="603183" y="330982"/>
                </a:lnTo>
                <a:lnTo>
                  <a:pt x="603152" y="329960"/>
                </a:lnTo>
                <a:lnTo>
                  <a:pt x="603141" y="328916"/>
                </a:lnTo>
                <a:lnTo>
                  <a:pt x="603141" y="326193"/>
                </a:lnTo>
                <a:lnTo>
                  <a:pt x="660642" y="326193"/>
                </a:lnTo>
                <a:lnTo>
                  <a:pt x="660642" y="315301"/>
                </a:lnTo>
                <a:lnTo>
                  <a:pt x="660634" y="314478"/>
                </a:lnTo>
                <a:lnTo>
                  <a:pt x="660610" y="313662"/>
                </a:lnTo>
                <a:lnTo>
                  <a:pt x="660571" y="312854"/>
                </a:lnTo>
                <a:lnTo>
                  <a:pt x="660517" y="312053"/>
                </a:lnTo>
                <a:lnTo>
                  <a:pt x="660447" y="311261"/>
                </a:lnTo>
                <a:lnTo>
                  <a:pt x="660361" y="310476"/>
                </a:lnTo>
                <a:lnTo>
                  <a:pt x="660260" y="309699"/>
                </a:lnTo>
                <a:lnTo>
                  <a:pt x="660143" y="308930"/>
                </a:lnTo>
                <a:lnTo>
                  <a:pt x="660011" y="308169"/>
                </a:lnTo>
                <a:lnTo>
                  <a:pt x="659863" y="307415"/>
                </a:lnTo>
                <a:lnTo>
                  <a:pt x="659699" y="306669"/>
                </a:lnTo>
                <a:lnTo>
                  <a:pt x="659520" y="305931"/>
                </a:lnTo>
                <a:lnTo>
                  <a:pt x="659326" y="305201"/>
                </a:lnTo>
                <a:lnTo>
                  <a:pt x="659116" y="304479"/>
                </a:lnTo>
                <a:lnTo>
                  <a:pt x="658890" y="303764"/>
                </a:lnTo>
                <a:lnTo>
                  <a:pt x="658648" y="303057"/>
                </a:lnTo>
                <a:lnTo>
                  <a:pt x="658391" y="302358"/>
                </a:lnTo>
                <a:lnTo>
                  <a:pt x="658119" y="301667"/>
                </a:lnTo>
                <a:lnTo>
                  <a:pt x="657831" y="300983"/>
                </a:lnTo>
                <a:lnTo>
                  <a:pt x="657527" y="300308"/>
                </a:lnTo>
                <a:lnTo>
                  <a:pt x="657208" y="299640"/>
                </a:lnTo>
                <a:lnTo>
                  <a:pt x="656873" y="298980"/>
                </a:lnTo>
                <a:lnTo>
                  <a:pt x="656523" y="298327"/>
                </a:lnTo>
                <a:lnTo>
                  <a:pt x="656157" y="297683"/>
                </a:lnTo>
                <a:lnTo>
                  <a:pt x="655790" y="297048"/>
                </a:lnTo>
                <a:lnTo>
                  <a:pt x="655411" y="296424"/>
                </a:lnTo>
                <a:lnTo>
                  <a:pt x="655018" y="295811"/>
                </a:lnTo>
                <a:lnTo>
                  <a:pt x="654613" y="295209"/>
                </a:lnTo>
                <a:lnTo>
                  <a:pt x="654195" y="294618"/>
                </a:lnTo>
                <a:lnTo>
                  <a:pt x="653764" y="294039"/>
                </a:lnTo>
                <a:lnTo>
                  <a:pt x="653321" y="293471"/>
                </a:lnTo>
                <a:lnTo>
                  <a:pt x="652865" y="292913"/>
                </a:lnTo>
                <a:lnTo>
                  <a:pt x="652395" y="292367"/>
                </a:lnTo>
                <a:lnTo>
                  <a:pt x="651913" y="291832"/>
                </a:lnTo>
                <a:lnTo>
                  <a:pt x="651419" y="291308"/>
                </a:lnTo>
                <a:lnTo>
                  <a:pt x="650911" y="290795"/>
                </a:lnTo>
                <a:lnTo>
                  <a:pt x="650391" y="290294"/>
                </a:lnTo>
                <a:lnTo>
                  <a:pt x="649858" y="289803"/>
                </a:lnTo>
                <a:lnTo>
                  <a:pt x="649312" y="289324"/>
                </a:lnTo>
                <a:lnTo>
                  <a:pt x="648753" y="288856"/>
                </a:lnTo>
                <a:lnTo>
                  <a:pt x="648182" y="288399"/>
                </a:lnTo>
                <a:lnTo>
                  <a:pt x="647598" y="287952"/>
                </a:lnTo>
                <a:lnTo>
                  <a:pt x="647001" y="287518"/>
                </a:lnTo>
                <a:lnTo>
                  <a:pt x="646391" y="287094"/>
                </a:lnTo>
                <a:lnTo>
                  <a:pt x="645768" y="286681"/>
                </a:lnTo>
                <a:lnTo>
                  <a:pt x="645133" y="286280"/>
                </a:lnTo>
                <a:lnTo>
                  <a:pt x="644485" y="285889"/>
                </a:lnTo>
                <a:lnTo>
                  <a:pt x="643824" y="285510"/>
                </a:lnTo>
                <a:lnTo>
                  <a:pt x="643164" y="285144"/>
                </a:lnTo>
                <a:lnTo>
                  <a:pt x="642494" y="284794"/>
                </a:lnTo>
                <a:lnTo>
                  <a:pt x="641812" y="284459"/>
                </a:lnTo>
                <a:lnTo>
                  <a:pt x="641119" y="284140"/>
                </a:lnTo>
                <a:lnTo>
                  <a:pt x="640415" y="283836"/>
                </a:lnTo>
                <a:lnTo>
                  <a:pt x="639699" y="283548"/>
                </a:lnTo>
                <a:lnTo>
                  <a:pt x="638973" y="283275"/>
                </a:lnTo>
                <a:lnTo>
                  <a:pt x="638236" y="283018"/>
                </a:lnTo>
                <a:lnTo>
                  <a:pt x="637487" y="282777"/>
                </a:lnTo>
                <a:lnTo>
                  <a:pt x="636727" y="282551"/>
                </a:lnTo>
                <a:lnTo>
                  <a:pt x="635957" y="282341"/>
                </a:lnTo>
                <a:lnTo>
                  <a:pt x="635175" y="282146"/>
                </a:lnTo>
                <a:lnTo>
                  <a:pt x="634382" y="281967"/>
                </a:lnTo>
                <a:lnTo>
                  <a:pt x="633577" y="281804"/>
                </a:lnTo>
                <a:lnTo>
                  <a:pt x="632762" y="281656"/>
                </a:lnTo>
                <a:lnTo>
                  <a:pt x="631936" y="281523"/>
                </a:lnTo>
                <a:lnTo>
                  <a:pt x="631098" y="281407"/>
                </a:lnTo>
                <a:lnTo>
                  <a:pt x="630250" y="281305"/>
                </a:lnTo>
                <a:lnTo>
                  <a:pt x="629390" y="281220"/>
                </a:lnTo>
                <a:lnTo>
                  <a:pt x="628519" y="281150"/>
                </a:lnTo>
                <a:lnTo>
                  <a:pt x="627637" y="281095"/>
                </a:lnTo>
                <a:lnTo>
                  <a:pt x="626744" y="281056"/>
                </a:lnTo>
                <a:lnTo>
                  <a:pt x="625839" y="281033"/>
                </a:lnTo>
                <a:lnTo>
                  <a:pt x="624924" y="281025"/>
                </a:lnTo>
                <a:lnTo>
                  <a:pt x="623942" y="281034"/>
                </a:lnTo>
                <a:lnTo>
                  <a:pt x="622971" y="281061"/>
                </a:lnTo>
                <a:lnTo>
                  <a:pt x="622011" y="281105"/>
                </a:lnTo>
                <a:lnTo>
                  <a:pt x="621062" y="281168"/>
                </a:lnTo>
                <a:lnTo>
                  <a:pt x="620124" y="281248"/>
                </a:lnTo>
                <a:lnTo>
                  <a:pt x="619198" y="281346"/>
                </a:lnTo>
                <a:lnTo>
                  <a:pt x="618282" y="281461"/>
                </a:lnTo>
                <a:lnTo>
                  <a:pt x="617378" y="281595"/>
                </a:lnTo>
                <a:lnTo>
                  <a:pt x="616485" y="281746"/>
                </a:lnTo>
                <a:lnTo>
                  <a:pt x="615603" y="281915"/>
                </a:lnTo>
                <a:lnTo>
                  <a:pt x="614732" y="282102"/>
                </a:lnTo>
                <a:lnTo>
                  <a:pt x="613872" y="282307"/>
                </a:lnTo>
                <a:lnTo>
                  <a:pt x="613024" y="282529"/>
                </a:lnTo>
                <a:lnTo>
                  <a:pt x="612186" y="282769"/>
                </a:lnTo>
                <a:lnTo>
                  <a:pt x="611360" y="283027"/>
                </a:lnTo>
                <a:lnTo>
                  <a:pt x="610544" y="283303"/>
                </a:lnTo>
                <a:lnTo>
                  <a:pt x="609740" y="283597"/>
                </a:lnTo>
                <a:lnTo>
                  <a:pt x="608947" y="283908"/>
                </a:lnTo>
                <a:lnTo>
                  <a:pt x="608165" y="284237"/>
                </a:lnTo>
                <a:lnTo>
                  <a:pt x="607394" y="284584"/>
                </a:lnTo>
                <a:lnTo>
                  <a:pt x="606635" y="284949"/>
                </a:lnTo>
                <a:lnTo>
                  <a:pt x="605886" y="285332"/>
                </a:lnTo>
                <a:lnTo>
                  <a:pt x="605149" y="285732"/>
                </a:lnTo>
                <a:lnTo>
                  <a:pt x="604422" y="286151"/>
                </a:lnTo>
                <a:lnTo>
                  <a:pt x="603708" y="286572"/>
                </a:lnTo>
                <a:lnTo>
                  <a:pt x="603009" y="287007"/>
                </a:lnTo>
                <a:lnTo>
                  <a:pt x="602323" y="287457"/>
                </a:lnTo>
                <a:lnTo>
                  <a:pt x="601650" y="287921"/>
                </a:lnTo>
                <a:lnTo>
                  <a:pt x="600992" y="288400"/>
                </a:lnTo>
                <a:lnTo>
                  <a:pt x="600348" y="288893"/>
                </a:lnTo>
                <a:lnTo>
                  <a:pt x="599718" y="289401"/>
                </a:lnTo>
                <a:lnTo>
                  <a:pt x="599101" y="289923"/>
                </a:lnTo>
                <a:lnTo>
                  <a:pt x="598499" y="290460"/>
                </a:lnTo>
                <a:lnTo>
                  <a:pt x="597910" y="291011"/>
                </a:lnTo>
                <a:lnTo>
                  <a:pt x="597335" y="291577"/>
                </a:lnTo>
                <a:lnTo>
                  <a:pt x="596774" y="292157"/>
                </a:lnTo>
                <a:lnTo>
                  <a:pt x="596227" y="292751"/>
                </a:lnTo>
                <a:lnTo>
                  <a:pt x="595694" y="293360"/>
                </a:lnTo>
                <a:lnTo>
                  <a:pt x="595175" y="293984"/>
                </a:lnTo>
                <a:lnTo>
                  <a:pt x="594670" y="294622"/>
                </a:lnTo>
                <a:lnTo>
                  <a:pt x="594178" y="295274"/>
                </a:lnTo>
                <a:lnTo>
                  <a:pt x="593701" y="295941"/>
                </a:lnTo>
                <a:lnTo>
                  <a:pt x="593237" y="296622"/>
                </a:lnTo>
                <a:lnTo>
                  <a:pt x="592788" y="297318"/>
                </a:lnTo>
                <a:lnTo>
                  <a:pt x="592352" y="298028"/>
                </a:lnTo>
                <a:lnTo>
                  <a:pt x="591930" y="298753"/>
                </a:lnTo>
                <a:lnTo>
                  <a:pt x="591522" y="299492"/>
                </a:lnTo>
                <a:lnTo>
                  <a:pt x="591128" y="300245"/>
                </a:lnTo>
                <a:lnTo>
                  <a:pt x="590749" y="301012"/>
                </a:lnTo>
                <a:lnTo>
                  <a:pt x="590386" y="301790"/>
                </a:lnTo>
                <a:lnTo>
                  <a:pt x="590040" y="302580"/>
                </a:lnTo>
                <a:lnTo>
                  <a:pt x="589709" y="303382"/>
                </a:lnTo>
                <a:lnTo>
                  <a:pt x="589395" y="304195"/>
                </a:lnTo>
                <a:lnTo>
                  <a:pt x="589096" y="305020"/>
                </a:lnTo>
                <a:lnTo>
                  <a:pt x="588814" y="305857"/>
                </a:lnTo>
                <a:lnTo>
                  <a:pt x="588548" y="306706"/>
                </a:lnTo>
                <a:lnTo>
                  <a:pt x="588298" y="307566"/>
                </a:lnTo>
                <a:lnTo>
                  <a:pt x="588064" y="308437"/>
                </a:lnTo>
                <a:lnTo>
                  <a:pt x="587846" y="309321"/>
                </a:lnTo>
                <a:lnTo>
                  <a:pt x="587645" y="310216"/>
                </a:lnTo>
                <a:lnTo>
                  <a:pt x="587459" y="311123"/>
                </a:lnTo>
                <a:lnTo>
                  <a:pt x="587290" y="312041"/>
                </a:lnTo>
                <a:lnTo>
                  <a:pt x="587137" y="312971"/>
                </a:lnTo>
                <a:lnTo>
                  <a:pt x="586999" y="313913"/>
                </a:lnTo>
                <a:lnTo>
                  <a:pt x="586879" y="314867"/>
                </a:lnTo>
                <a:lnTo>
                  <a:pt x="586774" y="315832"/>
                </a:lnTo>
                <a:lnTo>
                  <a:pt x="586685" y="316809"/>
                </a:lnTo>
                <a:lnTo>
                  <a:pt x="586612" y="317797"/>
                </a:lnTo>
                <a:lnTo>
                  <a:pt x="586556" y="318798"/>
                </a:lnTo>
                <a:lnTo>
                  <a:pt x="586516" y="319809"/>
                </a:lnTo>
                <a:lnTo>
                  <a:pt x="586491" y="320833"/>
                </a:lnTo>
                <a:lnTo>
                  <a:pt x="586483" y="321868"/>
                </a:lnTo>
                <a:lnTo>
                  <a:pt x="586483" y="325232"/>
                </a:lnTo>
                <a:lnTo>
                  <a:pt x="586490" y="326228"/>
                </a:lnTo>
                <a:lnTo>
                  <a:pt x="586511" y="327215"/>
                </a:lnTo>
                <a:lnTo>
                  <a:pt x="586546" y="328192"/>
                </a:lnTo>
                <a:lnTo>
                  <a:pt x="586595" y="329160"/>
                </a:lnTo>
                <a:lnTo>
                  <a:pt x="586657" y="330119"/>
                </a:lnTo>
                <a:lnTo>
                  <a:pt x="586734" y="331068"/>
                </a:lnTo>
                <a:lnTo>
                  <a:pt x="586824" y="332008"/>
                </a:lnTo>
                <a:lnTo>
                  <a:pt x="586928" y="332938"/>
                </a:lnTo>
                <a:lnTo>
                  <a:pt x="587046" y="333858"/>
                </a:lnTo>
                <a:lnTo>
                  <a:pt x="587179" y="334770"/>
                </a:lnTo>
                <a:lnTo>
                  <a:pt x="587325" y="335671"/>
                </a:lnTo>
                <a:lnTo>
                  <a:pt x="587484" y="336564"/>
                </a:lnTo>
                <a:lnTo>
                  <a:pt x="587658" y="337447"/>
                </a:lnTo>
                <a:lnTo>
                  <a:pt x="587846" y="338320"/>
                </a:lnTo>
                <a:lnTo>
                  <a:pt x="588048" y="339184"/>
                </a:lnTo>
                <a:lnTo>
                  <a:pt x="588263" y="340039"/>
                </a:lnTo>
                <a:lnTo>
                  <a:pt x="588492" y="340884"/>
                </a:lnTo>
                <a:lnTo>
                  <a:pt x="588736" y="341719"/>
                </a:lnTo>
                <a:lnTo>
                  <a:pt x="588993" y="342545"/>
                </a:lnTo>
                <a:lnTo>
                  <a:pt x="589264" y="343362"/>
                </a:lnTo>
                <a:lnTo>
                  <a:pt x="589549" y="344169"/>
                </a:lnTo>
                <a:lnTo>
                  <a:pt x="589848" y="344967"/>
                </a:lnTo>
                <a:lnTo>
                  <a:pt x="590161" y="345755"/>
                </a:lnTo>
                <a:lnTo>
                  <a:pt x="590488" y="346534"/>
                </a:lnTo>
                <a:lnTo>
                  <a:pt x="590842" y="347301"/>
                </a:lnTo>
                <a:lnTo>
                  <a:pt x="591211" y="348054"/>
                </a:lnTo>
                <a:lnTo>
                  <a:pt x="591594" y="348792"/>
                </a:lnTo>
                <a:lnTo>
                  <a:pt x="591991" y="349515"/>
                </a:lnTo>
                <a:lnTo>
                  <a:pt x="592403" y="350224"/>
                </a:lnTo>
                <a:lnTo>
                  <a:pt x="592830" y="350919"/>
                </a:lnTo>
                <a:lnTo>
                  <a:pt x="593271" y="351599"/>
                </a:lnTo>
                <a:lnTo>
                  <a:pt x="593727" y="352265"/>
                </a:lnTo>
                <a:lnTo>
                  <a:pt x="594196" y="352916"/>
                </a:lnTo>
                <a:lnTo>
                  <a:pt x="594681" y="353553"/>
                </a:lnTo>
                <a:lnTo>
                  <a:pt x="595180" y="354175"/>
                </a:lnTo>
                <a:lnTo>
                  <a:pt x="595693" y="354783"/>
                </a:lnTo>
                <a:lnTo>
                  <a:pt x="596221" y="355376"/>
                </a:lnTo>
                <a:lnTo>
                  <a:pt x="596763" y="355955"/>
                </a:lnTo>
                <a:lnTo>
                  <a:pt x="597320" y="356520"/>
                </a:lnTo>
                <a:lnTo>
                  <a:pt x="597891" y="357070"/>
                </a:lnTo>
                <a:lnTo>
                  <a:pt x="598477" y="357605"/>
                </a:lnTo>
                <a:lnTo>
                  <a:pt x="599077" y="358126"/>
                </a:lnTo>
                <a:lnTo>
                  <a:pt x="599691" y="358633"/>
                </a:lnTo>
                <a:lnTo>
                  <a:pt x="600320" y="359125"/>
                </a:lnTo>
                <a:lnTo>
                  <a:pt x="600964" y="359603"/>
                </a:lnTo>
                <a:lnTo>
                  <a:pt x="601622" y="360066"/>
                </a:lnTo>
                <a:lnTo>
                  <a:pt x="602294" y="360515"/>
                </a:lnTo>
                <a:lnTo>
                  <a:pt x="602981" y="360949"/>
                </a:lnTo>
                <a:lnTo>
                  <a:pt x="603696" y="361368"/>
                </a:lnTo>
                <a:lnTo>
                  <a:pt x="604426" y="361768"/>
                </a:lnTo>
                <a:lnTo>
                  <a:pt x="605171" y="362151"/>
                </a:lnTo>
                <a:lnTo>
                  <a:pt x="605931" y="362516"/>
                </a:lnTo>
                <a:lnTo>
                  <a:pt x="606706" y="362863"/>
                </a:lnTo>
                <a:lnTo>
                  <a:pt x="607496" y="363192"/>
                </a:lnTo>
                <a:lnTo>
                  <a:pt x="608301" y="363503"/>
                </a:lnTo>
                <a:lnTo>
                  <a:pt x="609121" y="363797"/>
                </a:lnTo>
                <a:lnTo>
                  <a:pt x="609956" y="364073"/>
                </a:lnTo>
                <a:lnTo>
                  <a:pt x="610806" y="364331"/>
                </a:lnTo>
                <a:lnTo>
                  <a:pt x="611671" y="364571"/>
                </a:lnTo>
                <a:lnTo>
                  <a:pt x="612551" y="364794"/>
                </a:lnTo>
                <a:lnTo>
                  <a:pt x="613446" y="364998"/>
                </a:lnTo>
                <a:lnTo>
                  <a:pt x="614356" y="365185"/>
                </a:lnTo>
                <a:lnTo>
                  <a:pt x="615281" y="365354"/>
                </a:lnTo>
                <a:lnTo>
                  <a:pt x="616221" y="365505"/>
                </a:lnTo>
                <a:lnTo>
                  <a:pt x="617177" y="365639"/>
                </a:lnTo>
                <a:lnTo>
                  <a:pt x="618147" y="365755"/>
                </a:lnTo>
                <a:lnTo>
                  <a:pt x="619132" y="365852"/>
                </a:lnTo>
                <a:lnTo>
                  <a:pt x="620132" y="365932"/>
                </a:lnTo>
                <a:lnTo>
                  <a:pt x="621147" y="365995"/>
                </a:lnTo>
                <a:lnTo>
                  <a:pt x="622178" y="366039"/>
                </a:lnTo>
                <a:lnTo>
                  <a:pt x="623223" y="366066"/>
                </a:lnTo>
                <a:lnTo>
                  <a:pt x="624283" y="366075"/>
                </a:lnTo>
                <a:lnTo>
                  <a:pt x="625199" y="366068"/>
                </a:lnTo>
                <a:lnTo>
                  <a:pt x="626104" y="366048"/>
                </a:lnTo>
                <a:lnTo>
                  <a:pt x="626999" y="366015"/>
                </a:lnTo>
                <a:lnTo>
                  <a:pt x="627883" y="365968"/>
                </a:lnTo>
                <a:lnTo>
                  <a:pt x="628756" y="365908"/>
                </a:lnTo>
                <a:lnTo>
                  <a:pt x="629619" y="365835"/>
                </a:lnTo>
                <a:close/>
                <a:moveTo>
                  <a:pt x="603405" y="312726"/>
                </a:moveTo>
                <a:lnTo>
                  <a:pt x="603451" y="312278"/>
                </a:lnTo>
                <a:lnTo>
                  <a:pt x="603505" y="311832"/>
                </a:lnTo>
                <a:lnTo>
                  <a:pt x="603568" y="311386"/>
                </a:lnTo>
                <a:lnTo>
                  <a:pt x="603639" y="310942"/>
                </a:lnTo>
                <a:lnTo>
                  <a:pt x="603718" y="310498"/>
                </a:lnTo>
                <a:lnTo>
                  <a:pt x="603806" y="310056"/>
                </a:lnTo>
                <a:lnTo>
                  <a:pt x="603902" y="309615"/>
                </a:lnTo>
                <a:lnTo>
                  <a:pt x="604006" y="309175"/>
                </a:lnTo>
                <a:lnTo>
                  <a:pt x="604119" y="308737"/>
                </a:lnTo>
                <a:lnTo>
                  <a:pt x="604240" y="308299"/>
                </a:lnTo>
                <a:lnTo>
                  <a:pt x="604369" y="307862"/>
                </a:lnTo>
                <a:lnTo>
                  <a:pt x="604507" y="307427"/>
                </a:lnTo>
                <a:lnTo>
                  <a:pt x="604653" y="306993"/>
                </a:lnTo>
                <a:lnTo>
                  <a:pt x="604807" y="306559"/>
                </a:lnTo>
                <a:lnTo>
                  <a:pt x="604970" y="306127"/>
                </a:lnTo>
                <a:lnTo>
                  <a:pt x="605141" y="305696"/>
                </a:lnTo>
                <a:lnTo>
                  <a:pt x="605320" y="305266"/>
                </a:lnTo>
                <a:lnTo>
                  <a:pt x="605508" y="304838"/>
                </a:lnTo>
                <a:lnTo>
                  <a:pt x="605704" y="304410"/>
                </a:lnTo>
                <a:lnTo>
                  <a:pt x="605921" y="303973"/>
                </a:lnTo>
                <a:lnTo>
                  <a:pt x="606145" y="303542"/>
                </a:lnTo>
                <a:lnTo>
                  <a:pt x="606377" y="303118"/>
                </a:lnTo>
                <a:lnTo>
                  <a:pt x="606616" y="302701"/>
                </a:lnTo>
                <a:lnTo>
                  <a:pt x="606862" y="302291"/>
                </a:lnTo>
                <a:lnTo>
                  <a:pt x="607115" y="301887"/>
                </a:lnTo>
                <a:lnTo>
                  <a:pt x="607376" y="301490"/>
                </a:lnTo>
                <a:lnTo>
                  <a:pt x="607643" y="301100"/>
                </a:lnTo>
                <a:lnTo>
                  <a:pt x="607918" y="300716"/>
                </a:lnTo>
                <a:lnTo>
                  <a:pt x="608201" y="300339"/>
                </a:lnTo>
                <a:lnTo>
                  <a:pt x="608490" y="299968"/>
                </a:lnTo>
                <a:lnTo>
                  <a:pt x="608787" y="299605"/>
                </a:lnTo>
                <a:lnTo>
                  <a:pt x="609091" y="299248"/>
                </a:lnTo>
                <a:lnTo>
                  <a:pt x="609402" y="298897"/>
                </a:lnTo>
                <a:lnTo>
                  <a:pt x="609720" y="298554"/>
                </a:lnTo>
                <a:lnTo>
                  <a:pt x="610046" y="298217"/>
                </a:lnTo>
                <a:lnTo>
                  <a:pt x="610379" y="297886"/>
                </a:lnTo>
                <a:lnTo>
                  <a:pt x="610719" y="297563"/>
                </a:lnTo>
                <a:lnTo>
                  <a:pt x="611066" y="297246"/>
                </a:lnTo>
                <a:lnTo>
                  <a:pt x="611421" y="296935"/>
                </a:lnTo>
                <a:lnTo>
                  <a:pt x="611783" y="296632"/>
                </a:lnTo>
                <a:lnTo>
                  <a:pt x="612152" y="296335"/>
                </a:lnTo>
                <a:lnTo>
                  <a:pt x="612528" y="296044"/>
                </a:lnTo>
                <a:lnTo>
                  <a:pt x="612911" y="295761"/>
                </a:lnTo>
                <a:lnTo>
                  <a:pt x="613315" y="295486"/>
                </a:lnTo>
                <a:lnTo>
                  <a:pt x="613727" y="295223"/>
                </a:lnTo>
                <a:lnTo>
                  <a:pt x="614145" y="294972"/>
                </a:lnTo>
                <a:lnTo>
                  <a:pt x="614571" y="294733"/>
                </a:lnTo>
                <a:lnTo>
                  <a:pt x="615004" y="294505"/>
                </a:lnTo>
                <a:lnTo>
                  <a:pt x="615444" y="294289"/>
                </a:lnTo>
                <a:lnTo>
                  <a:pt x="615891" y="294085"/>
                </a:lnTo>
                <a:lnTo>
                  <a:pt x="616346" y="293892"/>
                </a:lnTo>
                <a:lnTo>
                  <a:pt x="616808" y="293711"/>
                </a:lnTo>
                <a:lnTo>
                  <a:pt x="617277" y="293542"/>
                </a:lnTo>
                <a:lnTo>
                  <a:pt x="617753" y="293384"/>
                </a:lnTo>
                <a:lnTo>
                  <a:pt x="618237" y="293238"/>
                </a:lnTo>
                <a:lnTo>
                  <a:pt x="618728" y="293104"/>
                </a:lnTo>
                <a:lnTo>
                  <a:pt x="619226" y="292981"/>
                </a:lnTo>
                <a:lnTo>
                  <a:pt x="619731" y="292870"/>
                </a:lnTo>
                <a:lnTo>
                  <a:pt x="620243" y="292771"/>
                </a:lnTo>
                <a:lnTo>
                  <a:pt x="620763" y="292683"/>
                </a:lnTo>
                <a:lnTo>
                  <a:pt x="621290" y="292607"/>
                </a:lnTo>
                <a:lnTo>
                  <a:pt x="621824" y="292543"/>
                </a:lnTo>
                <a:lnTo>
                  <a:pt x="622366" y="292491"/>
                </a:lnTo>
                <a:lnTo>
                  <a:pt x="622914" y="292450"/>
                </a:lnTo>
                <a:lnTo>
                  <a:pt x="623470" y="292421"/>
                </a:lnTo>
                <a:lnTo>
                  <a:pt x="624033" y="292403"/>
                </a:lnTo>
                <a:lnTo>
                  <a:pt x="624604" y="292397"/>
                </a:lnTo>
                <a:lnTo>
                  <a:pt x="625108" y="292402"/>
                </a:lnTo>
                <a:lnTo>
                  <a:pt x="625608" y="292416"/>
                </a:lnTo>
                <a:lnTo>
                  <a:pt x="626103" y="292440"/>
                </a:lnTo>
                <a:lnTo>
                  <a:pt x="626592" y="292473"/>
                </a:lnTo>
                <a:lnTo>
                  <a:pt x="627077" y="292515"/>
                </a:lnTo>
                <a:lnTo>
                  <a:pt x="627557" y="292567"/>
                </a:lnTo>
                <a:lnTo>
                  <a:pt x="628031" y="292629"/>
                </a:lnTo>
                <a:lnTo>
                  <a:pt x="628501" y="292700"/>
                </a:lnTo>
                <a:lnTo>
                  <a:pt x="628966" y="292780"/>
                </a:lnTo>
                <a:lnTo>
                  <a:pt x="629425" y="292870"/>
                </a:lnTo>
                <a:lnTo>
                  <a:pt x="629880" y="292969"/>
                </a:lnTo>
                <a:lnTo>
                  <a:pt x="630330" y="293078"/>
                </a:lnTo>
                <a:lnTo>
                  <a:pt x="630774" y="293196"/>
                </a:lnTo>
                <a:lnTo>
                  <a:pt x="631214" y="293324"/>
                </a:lnTo>
                <a:lnTo>
                  <a:pt x="631648" y="293461"/>
                </a:lnTo>
                <a:lnTo>
                  <a:pt x="632078" y="293607"/>
                </a:lnTo>
                <a:lnTo>
                  <a:pt x="632503" y="293763"/>
                </a:lnTo>
                <a:lnTo>
                  <a:pt x="632922" y="293929"/>
                </a:lnTo>
                <a:lnTo>
                  <a:pt x="633337" y="294104"/>
                </a:lnTo>
                <a:lnTo>
                  <a:pt x="633747" y="294288"/>
                </a:lnTo>
                <a:lnTo>
                  <a:pt x="634151" y="294482"/>
                </a:lnTo>
                <a:lnTo>
                  <a:pt x="634551" y="294685"/>
                </a:lnTo>
                <a:lnTo>
                  <a:pt x="634945" y="294898"/>
                </a:lnTo>
                <a:lnTo>
                  <a:pt x="635335" y="295120"/>
                </a:lnTo>
                <a:lnTo>
                  <a:pt x="635718" y="295351"/>
                </a:lnTo>
                <a:lnTo>
                  <a:pt x="636093" y="295588"/>
                </a:lnTo>
                <a:lnTo>
                  <a:pt x="636461" y="295833"/>
                </a:lnTo>
                <a:lnTo>
                  <a:pt x="636821" y="296086"/>
                </a:lnTo>
                <a:lnTo>
                  <a:pt x="637173" y="296345"/>
                </a:lnTo>
                <a:lnTo>
                  <a:pt x="637517" y="296612"/>
                </a:lnTo>
                <a:lnTo>
                  <a:pt x="637854" y="296886"/>
                </a:lnTo>
                <a:lnTo>
                  <a:pt x="638182" y="297167"/>
                </a:lnTo>
                <a:lnTo>
                  <a:pt x="638503" y="297455"/>
                </a:lnTo>
                <a:lnTo>
                  <a:pt x="638816" y="297751"/>
                </a:lnTo>
                <a:lnTo>
                  <a:pt x="639122" y="298053"/>
                </a:lnTo>
                <a:lnTo>
                  <a:pt x="639419" y="298363"/>
                </a:lnTo>
                <a:lnTo>
                  <a:pt x="639709" y="298681"/>
                </a:lnTo>
                <a:lnTo>
                  <a:pt x="639991" y="299005"/>
                </a:lnTo>
                <a:lnTo>
                  <a:pt x="640265" y="299337"/>
                </a:lnTo>
                <a:lnTo>
                  <a:pt x="640531" y="299676"/>
                </a:lnTo>
                <a:lnTo>
                  <a:pt x="640790" y="300022"/>
                </a:lnTo>
                <a:lnTo>
                  <a:pt x="641041" y="300376"/>
                </a:lnTo>
                <a:lnTo>
                  <a:pt x="641284" y="300736"/>
                </a:lnTo>
                <a:lnTo>
                  <a:pt x="641519" y="301104"/>
                </a:lnTo>
                <a:lnTo>
                  <a:pt x="641747" y="301479"/>
                </a:lnTo>
                <a:lnTo>
                  <a:pt x="641966" y="301862"/>
                </a:lnTo>
                <a:lnTo>
                  <a:pt x="642178" y="302251"/>
                </a:lnTo>
                <a:lnTo>
                  <a:pt x="642382" y="302648"/>
                </a:lnTo>
                <a:lnTo>
                  <a:pt x="642591" y="303038"/>
                </a:lnTo>
                <a:lnTo>
                  <a:pt x="642792" y="303432"/>
                </a:lnTo>
                <a:lnTo>
                  <a:pt x="642983" y="303832"/>
                </a:lnTo>
                <a:lnTo>
                  <a:pt x="643165" y="304236"/>
                </a:lnTo>
                <a:lnTo>
                  <a:pt x="643339" y="304646"/>
                </a:lnTo>
                <a:lnTo>
                  <a:pt x="643503" y="305061"/>
                </a:lnTo>
                <a:lnTo>
                  <a:pt x="643659" y="305480"/>
                </a:lnTo>
                <a:lnTo>
                  <a:pt x="643806" y="305905"/>
                </a:lnTo>
                <a:lnTo>
                  <a:pt x="643944" y="306334"/>
                </a:lnTo>
                <a:lnTo>
                  <a:pt x="644073" y="306769"/>
                </a:lnTo>
                <a:lnTo>
                  <a:pt x="644193" y="307209"/>
                </a:lnTo>
                <a:lnTo>
                  <a:pt x="644304" y="307653"/>
                </a:lnTo>
                <a:lnTo>
                  <a:pt x="644407" y="308103"/>
                </a:lnTo>
                <a:lnTo>
                  <a:pt x="644500" y="308558"/>
                </a:lnTo>
                <a:lnTo>
                  <a:pt x="644585" y="309017"/>
                </a:lnTo>
                <a:lnTo>
                  <a:pt x="644660" y="309482"/>
                </a:lnTo>
                <a:lnTo>
                  <a:pt x="644727" y="309952"/>
                </a:lnTo>
                <a:lnTo>
                  <a:pt x="644785" y="310426"/>
                </a:lnTo>
                <a:lnTo>
                  <a:pt x="644834" y="310906"/>
                </a:lnTo>
                <a:lnTo>
                  <a:pt x="644874" y="311391"/>
                </a:lnTo>
                <a:lnTo>
                  <a:pt x="644905" y="311880"/>
                </a:lnTo>
                <a:lnTo>
                  <a:pt x="644927" y="312375"/>
                </a:lnTo>
                <a:lnTo>
                  <a:pt x="644941" y="312875"/>
                </a:lnTo>
                <a:lnTo>
                  <a:pt x="644945" y="313379"/>
                </a:lnTo>
                <a:lnTo>
                  <a:pt x="644945" y="315782"/>
                </a:lnTo>
                <a:lnTo>
                  <a:pt x="603301" y="315782"/>
                </a:lnTo>
                <a:lnTo>
                  <a:pt x="603301" y="314981"/>
                </a:lnTo>
                <a:lnTo>
                  <a:pt x="603305" y="314528"/>
                </a:lnTo>
                <a:lnTo>
                  <a:pt x="603318" y="314076"/>
                </a:lnTo>
                <a:lnTo>
                  <a:pt x="603339" y="313625"/>
                </a:lnTo>
                <a:lnTo>
                  <a:pt x="603368" y="313175"/>
                </a:lnTo>
                <a:lnTo>
                  <a:pt x="603405" y="312726"/>
                </a:lnTo>
                <a:close/>
                <a:moveTo>
                  <a:pt x="724757" y="365905"/>
                </a:moveTo>
                <a:lnTo>
                  <a:pt x="725642" y="365843"/>
                </a:lnTo>
                <a:lnTo>
                  <a:pt x="726515" y="365772"/>
                </a:lnTo>
                <a:lnTo>
                  <a:pt x="727377" y="365692"/>
                </a:lnTo>
                <a:lnTo>
                  <a:pt x="728227" y="365602"/>
                </a:lnTo>
                <a:lnTo>
                  <a:pt x="729065" y="365503"/>
                </a:lnTo>
                <a:lnTo>
                  <a:pt x="729892" y="365394"/>
                </a:lnTo>
                <a:lnTo>
                  <a:pt x="730707" y="365276"/>
                </a:lnTo>
                <a:lnTo>
                  <a:pt x="731510" y="365148"/>
                </a:lnTo>
                <a:lnTo>
                  <a:pt x="732302" y="365011"/>
                </a:lnTo>
                <a:lnTo>
                  <a:pt x="733082" y="364865"/>
                </a:lnTo>
                <a:lnTo>
                  <a:pt x="733850" y="364709"/>
                </a:lnTo>
                <a:lnTo>
                  <a:pt x="734607" y="364543"/>
                </a:lnTo>
                <a:lnTo>
                  <a:pt x="735352" y="364368"/>
                </a:lnTo>
                <a:lnTo>
                  <a:pt x="736085" y="364184"/>
                </a:lnTo>
                <a:lnTo>
                  <a:pt x="736807" y="363990"/>
                </a:lnTo>
                <a:lnTo>
                  <a:pt x="737517" y="363787"/>
                </a:lnTo>
                <a:lnTo>
                  <a:pt x="738215" y="363574"/>
                </a:lnTo>
                <a:lnTo>
                  <a:pt x="738902" y="363352"/>
                </a:lnTo>
                <a:lnTo>
                  <a:pt x="739589" y="363120"/>
                </a:lnTo>
                <a:lnTo>
                  <a:pt x="740262" y="362878"/>
                </a:lnTo>
                <a:lnTo>
                  <a:pt x="740921" y="362626"/>
                </a:lnTo>
                <a:lnTo>
                  <a:pt x="741567" y="362364"/>
                </a:lnTo>
                <a:lnTo>
                  <a:pt x="742198" y="362092"/>
                </a:lnTo>
                <a:lnTo>
                  <a:pt x="742816" y="361810"/>
                </a:lnTo>
                <a:lnTo>
                  <a:pt x="743419" y="361518"/>
                </a:lnTo>
                <a:lnTo>
                  <a:pt x="744009" y="361216"/>
                </a:lnTo>
                <a:lnTo>
                  <a:pt x="744585" y="360904"/>
                </a:lnTo>
                <a:lnTo>
                  <a:pt x="745147" y="360582"/>
                </a:lnTo>
                <a:lnTo>
                  <a:pt x="745695" y="360250"/>
                </a:lnTo>
                <a:lnTo>
                  <a:pt x="746229" y="359908"/>
                </a:lnTo>
                <a:lnTo>
                  <a:pt x="746750" y="359556"/>
                </a:lnTo>
                <a:lnTo>
                  <a:pt x="747256" y="359194"/>
                </a:lnTo>
                <a:lnTo>
                  <a:pt x="747748" y="358822"/>
                </a:lnTo>
                <a:lnTo>
                  <a:pt x="748227" y="358440"/>
                </a:lnTo>
                <a:lnTo>
                  <a:pt x="748692" y="358048"/>
                </a:lnTo>
                <a:lnTo>
                  <a:pt x="749142" y="357646"/>
                </a:lnTo>
                <a:lnTo>
                  <a:pt x="749579" y="357234"/>
                </a:lnTo>
                <a:lnTo>
                  <a:pt x="750002" y="356812"/>
                </a:lnTo>
                <a:lnTo>
                  <a:pt x="750411" y="356380"/>
                </a:lnTo>
                <a:lnTo>
                  <a:pt x="750806" y="355938"/>
                </a:lnTo>
                <a:lnTo>
                  <a:pt x="751188" y="355485"/>
                </a:lnTo>
                <a:lnTo>
                  <a:pt x="751555" y="355023"/>
                </a:lnTo>
                <a:lnTo>
                  <a:pt x="751921" y="354551"/>
                </a:lnTo>
                <a:lnTo>
                  <a:pt x="752271" y="354069"/>
                </a:lnTo>
                <a:lnTo>
                  <a:pt x="752606" y="353577"/>
                </a:lnTo>
                <a:lnTo>
                  <a:pt x="752925" y="353074"/>
                </a:lnTo>
                <a:lnTo>
                  <a:pt x="753229" y="352562"/>
                </a:lnTo>
                <a:lnTo>
                  <a:pt x="753517" y="352040"/>
                </a:lnTo>
                <a:lnTo>
                  <a:pt x="753789" y="351508"/>
                </a:lnTo>
                <a:lnTo>
                  <a:pt x="754046" y="350966"/>
                </a:lnTo>
                <a:lnTo>
                  <a:pt x="754288" y="350413"/>
                </a:lnTo>
                <a:lnTo>
                  <a:pt x="754514" y="349851"/>
                </a:lnTo>
                <a:lnTo>
                  <a:pt x="754724" y="349279"/>
                </a:lnTo>
                <a:lnTo>
                  <a:pt x="754918" y="348697"/>
                </a:lnTo>
                <a:lnTo>
                  <a:pt x="755098" y="348104"/>
                </a:lnTo>
                <a:lnTo>
                  <a:pt x="755261" y="347502"/>
                </a:lnTo>
                <a:lnTo>
                  <a:pt x="755409" y="346890"/>
                </a:lnTo>
                <a:lnTo>
                  <a:pt x="755541" y="346267"/>
                </a:lnTo>
                <a:lnTo>
                  <a:pt x="755658" y="345635"/>
                </a:lnTo>
                <a:lnTo>
                  <a:pt x="755759" y="344993"/>
                </a:lnTo>
                <a:lnTo>
                  <a:pt x="755845" y="344340"/>
                </a:lnTo>
                <a:lnTo>
                  <a:pt x="755915" y="343678"/>
                </a:lnTo>
                <a:lnTo>
                  <a:pt x="755970" y="343006"/>
                </a:lnTo>
                <a:lnTo>
                  <a:pt x="756008" y="342323"/>
                </a:lnTo>
                <a:lnTo>
                  <a:pt x="756032" y="341631"/>
                </a:lnTo>
                <a:lnTo>
                  <a:pt x="756040" y="340928"/>
                </a:lnTo>
                <a:lnTo>
                  <a:pt x="756034" y="340306"/>
                </a:lnTo>
                <a:lnTo>
                  <a:pt x="756018" y="339694"/>
                </a:lnTo>
                <a:lnTo>
                  <a:pt x="755992" y="339091"/>
                </a:lnTo>
                <a:lnTo>
                  <a:pt x="755955" y="338499"/>
                </a:lnTo>
                <a:lnTo>
                  <a:pt x="755908" y="337917"/>
                </a:lnTo>
                <a:lnTo>
                  <a:pt x="755849" y="337345"/>
                </a:lnTo>
                <a:lnTo>
                  <a:pt x="755781" y="336782"/>
                </a:lnTo>
                <a:lnTo>
                  <a:pt x="755701" y="336230"/>
                </a:lnTo>
                <a:lnTo>
                  <a:pt x="755612" y="335688"/>
                </a:lnTo>
                <a:lnTo>
                  <a:pt x="755511" y="335156"/>
                </a:lnTo>
                <a:lnTo>
                  <a:pt x="755400" y="334633"/>
                </a:lnTo>
                <a:lnTo>
                  <a:pt x="755279" y="334121"/>
                </a:lnTo>
                <a:lnTo>
                  <a:pt x="755147" y="333619"/>
                </a:lnTo>
                <a:lnTo>
                  <a:pt x="755004" y="333127"/>
                </a:lnTo>
                <a:lnTo>
                  <a:pt x="754851" y="332645"/>
                </a:lnTo>
                <a:lnTo>
                  <a:pt x="754687" y="332172"/>
                </a:lnTo>
                <a:lnTo>
                  <a:pt x="754513" y="331710"/>
                </a:lnTo>
                <a:lnTo>
                  <a:pt x="754328" y="331258"/>
                </a:lnTo>
                <a:lnTo>
                  <a:pt x="754132" y="330816"/>
                </a:lnTo>
                <a:lnTo>
                  <a:pt x="753926" y="330384"/>
                </a:lnTo>
                <a:lnTo>
                  <a:pt x="753710" y="329962"/>
                </a:lnTo>
                <a:lnTo>
                  <a:pt x="753482" y="329550"/>
                </a:lnTo>
                <a:lnTo>
                  <a:pt x="753245" y="329148"/>
                </a:lnTo>
                <a:lnTo>
                  <a:pt x="752996" y="328756"/>
                </a:lnTo>
                <a:lnTo>
                  <a:pt x="752736" y="328358"/>
                </a:lnTo>
                <a:lnTo>
                  <a:pt x="752463" y="327967"/>
                </a:lnTo>
                <a:lnTo>
                  <a:pt x="752176" y="327582"/>
                </a:lnTo>
                <a:lnTo>
                  <a:pt x="751875" y="327203"/>
                </a:lnTo>
                <a:lnTo>
                  <a:pt x="751562" y="326830"/>
                </a:lnTo>
                <a:lnTo>
                  <a:pt x="751235" y="326463"/>
                </a:lnTo>
                <a:lnTo>
                  <a:pt x="750894" y="326102"/>
                </a:lnTo>
                <a:lnTo>
                  <a:pt x="750540" y="325748"/>
                </a:lnTo>
                <a:lnTo>
                  <a:pt x="750173" y="325399"/>
                </a:lnTo>
                <a:lnTo>
                  <a:pt x="749793" y="325057"/>
                </a:lnTo>
                <a:lnTo>
                  <a:pt x="749399" y="324721"/>
                </a:lnTo>
                <a:lnTo>
                  <a:pt x="748992" y="324391"/>
                </a:lnTo>
                <a:lnTo>
                  <a:pt x="748572" y="324067"/>
                </a:lnTo>
                <a:lnTo>
                  <a:pt x="748138" y="323749"/>
                </a:lnTo>
                <a:lnTo>
                  <a:pt x="747691" y="323437"/>
                </a:lnTo>
                <a:lnTo>
                  <a:pt x="747230" y="323132"/>
                </a:lnTo>
                <a:lnTo>
                  <a:pt x="746756" y="322832"/>
                </a:lnTo>
                <a:lnTo>
                  <a:pt x="746269" y="322539"/>
                </a:lnTo>
                <a:lnTo>
                  <a:pt x="745769" y="322252"/>
                </a:lnTo>
                <a:lnTo>
                  <a:pt x="745255" y="321971"/>
                </a:lnTo>
                <a:lnTo>
                  <a:pt x="744728" y="321696"/>
                </a:lnTo>
                <a:lnTo>
                  <a:pt x="744187" y="321427"/>
                </a:lnTo>
                <a:lnTo>
                  <a:pt x="743633" y="321164"/>
                </a:lnTo>
                <a:lnTo>
                  <a:pt x="743066" y="320907"/>
                </a:lnTo>
                <a:lnTo>
                  <a:pt x="742497" y="320655"/>
                </a:lnTo>
                <a:lnTo>
                  <a:pt x="741910" y="320407"/>
                </a:lnTo>
                <a:lnTo>
                  <a:pt x="741307" y="320161"/>
                </a:lnTo>
                <a:lnTo>
                  <a:pt x="740686" y="319920"/>
                </a:lnTo>
                <a:lnTo>
                  <a:pt x="740047" y="319681"/>
                </a:lnTo>
                <a:lnTo>
                  <a:pt x="739392" y="319446"/>
                </a:lnTo>
                <a:lnTo>
                  <a:pt x="738719" y="319214"/>
                </a:lnTo>
                <a:lnTo>
                  <a:pt x="738030" y="318985"/>
                </a:lnTo>
                <a:lnTo>
                  <a:pt x="737322" y="318760"/>
                </a:lnTo>
                <a:lnTo>
                  <a:pt x="736598" y="318538"/>
                </a:lnTo>
                <a:lnTo>
                  <a:pt x="735856" y="318320"/>
                </a:lnTo>
                <a:lnTo>
                  <a:pt x="735098" y="318104"/>
                </a:lnTo>
                <a:lnTo>
                  <a:pt x="734321" y="317892"/>
                </a:lnTo>
                <a:lnTo>
                  <a:pt x="733528" y="317684"/>
                </a:lnTo>
                <a:lnTo>
                  <a:pt x="732718" y="317479"/>
                </a:lnTo>
                <a:lnTo>
                  <a:pt x="731890" y="317277"/>
                </a:lnTo>
                <a:lnTo>
                  <a:pt x="731045" y="317078"/>
                </a:lnTo>
                <a:lnTo>
                  <a:pt x="730182" y="316883"/>
                </a:lnTo>
                <a:lnTo>
                  <a:pt x="729303" y="316691"/>
                </a:lnTo>
                <a:lnTo>
                  <a:pt x="728406" y="316503"/>
                </a:lnTo>
                <a:lnTo>
                  <a:pt x="727492" y="316317"/>
                </a:lnTo>
                <a:lnTo>
                  <a:pt x="726561" y="316136"/>
                </a:lnTo>
                <a:lnTo>
                  <a:pt x="725612" y="315957"/>
                </a:lnTo>
                <a:lnTo>
                  <a:pt x="724647" y="315782"/>
                </a:lnTo>
                <a:lnTo>
                  <a:pt x="723867" y="315635"/>
                </a:lnTo>
                <a:lnTo>
                  <a:pt x="723102" y="315489"/>
                </a:lnTo>
                <a:lnTo>
                  <a:pt x="722352" y="315344"/>
                </a:lnTo>
                <a:lnTo>
                  <a:pt x="721617" y="315199"/>
                </a:lnTo>
                <a:lnTo>
                  <a:pt x="720897" y="315055"/>
                </a:lnTo>
                <a:lnTo>
                  <a:pt x="720192" y="314911"/>
                </a:lnTo>
                <a:lnTo>
                  <a:pt x="719502" y="314768"/>
                </a:lnTo>
                <a:lnTo>
                  <a:pt x="718827" y="314625"/>
                </a:lnTo>
                <a:lnTo>
                  <a:pt x="718167" y="314483"/>
                </a:lnTo>
                <a:lnTo>
                  <a:pt x="717522" y="314341"/>
                </a:lnTo>
                <a:lnTo>
                  <a:pt x="716893" y="314200"/>
                </a:lnTo>
                <a:lnTo>
                  <a:pt x="716278" y="314060"/>
                </a:lnTo>
                <a:lnTo>
                  <a:pt x="715678" y="313920"/>
                </a:lnTo>
                <a:lnTo>
                  <a:pt x="715093" y="313781"/>
                </a:lnTo>
                <a:lnTo>
                  <a:pt x="714523" y="313642"/>
                </a:lnTo>
                <a:lnTo>
                  <a:pt x="713969" y="313504"/>
                </a:lnTo>
                <a:lnTo>
                  <a:pt x="713429" y="313366"/>
                </a:lnTo>
                <a:lnTo>
                  <a:pt x="712904" y="313229"/>
                </a:lnTo>
                <a:lnTo>
                  <a:pt x="712394" y="313093"/>
                </a:lnTo>
                <a:lnTo>
                  <a:pt x="711900" y="312957"/>
                </a:lnTo>
                <a:lnTo>
                  <a:pt x="711420" y="312821"/>
                </a:lnTo>
                <a:lnTo>
                  <a:pt x="710955" y="312686"/>
                </a:lnTo>
                <a:lnTo>
                  <a:pt x="710506" y="312552"/>
                </a:lnTo>
                <a:lnTo>
                  <a:pt x="710071" y="312418"/>
                </a:lnTo>
                <a:lnTo>
                  <a:pt x="709663" y="312284"/>
                </a:lnTo>
                <a:lnTo>
                  <a:pt x="709265" y="312149"/>
                </a:lnTo>
                <a:lnTo>
                  <a:pt x="708877" y="312013"/>
                </a:lnTo>
                <a:lnTo>
                  <a:pt x="708501" y="311876"/>
                </a:lnTo>
                <a:lnTo>
                  <a:pt x="708134" y="311737"/>
                </a:lnTo>
                <a:lnTo>
                  <a:pt x="707779" y="311597"/>
                </a:lnTo>
                <a:lnTo>
                  <a:pt x="707434" y="311457"/>
                </a:lnTo>
                <a:lnTo>
                  <a:pt x="707099" y="311315"/>
                </a:lnTo>
                <a:lnTo>
                  <a:pt x="706775" y="311172"/>
                </a:lnTo>
                <a:lnTo>
                  <a:pt x="706462" y="311028"/>
                </a:lnTo>
                <a:lnTo>
                  <a:pt x="706159" y="310883"/>
                </a:lnTo>
                <a:lnTo>
                  <a:pt x="705867" y="310737"/>
                </a:lnTo>
                <a:lnTo>
                  <a:pt x="705585" y="310589"/>
                </a:lnTo>
                <a:lnTo>
                  <a:pt x="705314" y="310441"/>
                </a:lnTo>
                <a:lnTo>
                  <a:pt x="705053" y="310291"/>
                </a:lnTo>
                <a:lnTo>
                  <a:pt x="704803" y="310140"/>
                </a:lnTo>
                <a:lnTo>
                  <a:pt x="704564" y="309989"/>
                </a:lnTo>
                <a:lnTo>
                  <a:pt x="704335" y="309836"/>
                </a:lnTo>
                <a:lnTo>
                  <a:pt x="704117" y="309682"/>
                </a:lnTo>
                <a:lnTo>
                  <a:pt x="703909" y="309526"/>
                </a:lnTo>
                <a:lnTo>
                  <a:pt x="703712" y="309370"/>
                </a:lnTo>
                <a:lnTo>
                  <a:pt x="703525" y="309213"/>
                </a:lnTo>
                <a:lnTo>
                  <a:pt x="703349" y="309054"/>
                </a:lnTo>
                <a:lnTo>
                  <a:pt x="703184" y="308895"/>
                </a:lnTo>
                <a:lnTo>
                  <a:pt x="703027" y="308719"/>
                </a:lnTo>
                <a:lnTo>
                  <a:pt x="702877" y="308541"/>
                </a:lnTo>
                <a:lnTo>
                  <a:pt x="702733" y="308359"/>
                </a:lnTo>
                <a:lnTo>
                  <a:pt x="702597" y="308174"/>
                </a:lnTo>
                <a:lnTo>
                  <a:pt x="702466" y="307985"/>
                </a:lnTo>
                <a:lnTo>
                  <a:pt x="702343" y="307793"/>
                </a:lnTo>
                <a:lnTo>
                  <a:pt x="702226" y="307598"/>
                </a:lnTo>
                <a:lnTo>
                  <a:pt x="702116" y="307400"/>
                </a:lnTo>
                <a:lnTo>
                  <a:pt x="702013" y="307198"/>
                </a:lnTo>
                <a:lnTo>
                  <a:pt x="701916" y="306993"/>
                </a:lnTo>
                <a:lnTo>
                  <a:pt x="701826" y="306784"/>
                </a:lnTo>
                <a:lnTo>
                  <a:pt x="701742" y="306572"/>
                </a:lnTo>
                <a:lnTo>
                  <a:pt x="701666" y="306357"/>
                </a:lnTo>
                <a:lnTo>
                  <a:pt x="701596" y="306138"/>
                </a:lnTo>
                <a:lnTo>
                  <a:pt x="701532" y="305916"/>
                </a:lnTo>
                <a:lnTo>
                  <a:pt x="701475" y="305691"/>
                </a:lnTo>
                <a:lnTo>
                  <a:pt x="701425" y="305463"/>
                </a:lnTo>
                <a:lnTo>
                  <a:pt x="701382" y="305231"/>
                </a:lnTo>
                <a:lnTo>
                  <a:pt x="701345" y="304995"/>
                </a:lnTo>
                <a:lnTo>
                  <a:pt x="701315" y="304757"/>
                </a:lnTo>
                <a:lnTo>
                  <a:pt x="701292" y="304515"/>
                </a:lnTo>
                <a:lnTo>
                  <a:pt x="701275" y="304270"/>
                </a:lnTo>
                <a:lnTo>
                  <a:pt x="701265" y="304021"/>
                </a:lnTo>
                <a:lnTo>
                  <a:pt x="701262" y="303769"/>
                </a:lnTo>
                <a:lnTo>
                  <a:pt x="701294" y="302828"/>
                </a:lnTo>
                <a:lnTo>
                  <a:pt x="701391" y="301927"/>
                </a:lnTo>
                <a:lnTo>
                  <a:pt x="701552" y="301066"/>
                </a:lnTo>
                <a:lnTo>
                  <a:pt x="701778" y="300245"/>
                </a:lnTo>
                <a:lnTo>
                  <a:pt x="702068" y="299465"/>
                </a:lnTo>
                <a:lnTo>
                  <a:pt x="702423" y="298724"/>
                </a:lnTo>
                <a:lnTo>
                  <a:pt x="702842" y="298023"/>
                </a:lnTo>
                <a:lnTo>
                  <a:pt x="703326" y="297362"/>
                </a:lnTo>
                <a:lnTo>
                  <a:pt x="703875" y="296742"/>
                </a:lnTo>
                <a:lnTo>
                  <a:pt x="704488" y="296161"/>
                </a:lnTo>
                <a:lnTo>
                  <a:pt x="705165" y="295621"/>
                </a:lnTo>
                <a:lnTo>
                  <a:pt x="705907" y="295120"/>
                </a:lnTo>
                <a:lnTo>
                  <a:pt x="706713" y="294660"/>
                </a:lnTo>
                <a:lnTo>
                  <a:pt x="707584" y="294239"/>
                </a:lnTo>
                <a:lnTo>
                  <a:pt x="708520" y="293859"/>
                </a:lnTo>
                <a:lnTo>
                  <a:pt x="709519" y="293518"/>
                </a:lnTo>
                <a:lnTo>
                  <a:pt x="710584" y="293218"/>
                </a:lnTo>
                <a:lnTo>
                  <a:pt x="711713" y="292958"/>
                </a:lnTo>
                <a:lnTo>
                  <a:pt x="712906" y="292738"/>
                </a:lnTo>
                <a:lnTo>
                  <a:pt x="714164" y="292557"/>
                </a:lnTo>
                <a:lnTo>
                  <a:pt x="715487" y="292417"/>
                </a:lnTo>
                <a:lnTo>
                  <a:pt x="716874" y="292317"/>
                </a:lnTo>
                <a:lnTo>
                  <a:pt x="718325" y="292257"/>
                </a:lnTo>
                <a:lnTo>
                  <a:pt x="719841" y="292237"/>
                </a:lnTo>
                <a:lnTo>
                  <a:pt x="720280" y="292239"/>
                </a:lnTo>
                <a:lnTo>
                  <a:pt x="720716" y="292245"/>
                </a:lnTo>
                <a:lnTo>
                  <a:pt x="721148" y="292255"/>
                </a:lnTo>
                <a:lnTo>
                  <a:pt x="721577" y="292268"/>
                </a:lnTo>
                <a:lnTo>
                  <a:pt x="722002" y="292286"/>
                </a:lnTo>
                <a:lnTo>
                  <a:pt x="722424" y="292307"/>
                </a:lnTo>
                <a:lnTo>
                  <a:pt x="722843" y="292332"/>
                </a:lnTo>
                <a:lnTo>
                  <a:pt x="723258" y="292362"/>
                </a:lnTo>
                <a:lnTo>
                  <a:pt x="723671" y="292395"/>
                </a:lnTo>
                <a:lnTo>
                  <a:pt x="724079" y="292432"/>
                </a:lnTo>
                <a:lnTo>
                  <a:pt x="724485" y="292473"/>
                </a:lnTo>
                <a:lnTo>
                  <a:pt x="724887" y="292517"/>
                </a:lnTo>
                <a:lnTo>
                  <a:pt x="725286" y="292566"/>
                </a:lnTo>
                <a:lnTo>
                  <a:pt x="725681" y="292619"/>
                </a:lnTo>
                <a:lnTo>
                  <a:pt x="726073" y="292675"/>
                </a:lnTo>
                <a:lnTo>
                  <a:pt x="726462" y="292735"/>
                </a:lnTo>
                <a:lnTo>
                  <a:pt x="726847" y="292800"/>
                </a:lnTo>
                <a:lnTo>
                  <a:pt x="727229" y="292868"/>
                </a:lnTo>
                <a:lnTo>
                  <a:pt x="727608" y="292940"/>
                </a:lnTo>
                <a:lnTo>
                  <a:pt x="727983" y="293016"/>
                </a:lnTo>
                <a:lnTo>
                  <a:pt x="728355" y="293095"/>
                </a:lnTo>
                <a:lnTo>
                  <a:pt x="728724" y="293179"/>
                </a:lnTo>
                <a:lnTo>
                  <a:pt x="729090" y="293267"/>
                </a:lnTo>
                <a:lnTo>
                  <a:pt x="729452" y="293358"/>
                </a:lnTo>
                <a:lnTo>
                  <a:pt x="729822" y="293442"/>
                </a:lnTo>
                <a:lnTo>
                  <a:pt x="730186" y="293533"/>
                </a:lnTo>
                <a:lnTo>
                  <a:pt x="730543" y="293631"/>
                </a:lnTo>
                <a:lnTo>
                  <a:pt x="730893" y="293736"/>
                </a:lnTo>
                <a:lnTo>
                  <a:pt x="731237" y="293849"/>
                </a:lnTo>
                <a:lnTo>
                  <a:pt x="731574" y="293969"/>
                </a:lnTo>
                <a:lnTo>
                  <a:pt x="731904" y="294096"/>
                </a:lnTo>
                <a:lnTo>
                  <a:pt x="732228" y="294230"/>
                </a:lnTo>
                <a:lnTo>
                  <a:pt x="732545" y="294372"/>
                </a:lnTo>
                <a:lnTo>
                  <a:pt x="732855" y="294521"/>
                </a:lnTo>
                <a:lnTo>
                  <a:pt x="733159" y="294677"/>
                </a:lnTo>
                <a:lnTo>
                  <a:pt x="733456" y="294840"/>
                </a:lnTo>
                <a:lnTo>
                  <a:pt x="733746" y="295010"/>
                </a:lnTo>
                <a:lnTo>
                  <a:pt x="734030" y="295188"/>
                </a:lnTo>
                <a:lnTo>
                  <a:pt x="734307" y="295373"/>
                </a:lnTo>
                <a:lnTo>
                  <a:pt x="734577" y="295565"/>
                </a:lnTo>
                <a:lnTo>
                  <a:pt x="734841" y="295764"/>
                </a:lnTo>
                <a:lnTo>
                  <a:pt x="735098" y="295971"/>
                </a:lnTo>
                <a:lnTo>
                  <a:pt x="735348" y="296185"/>
                </a:lnTo>
                <a:lnTo>
                  <a:pt x="735591" y="296406"/>
                </a:lnTo>
                <a:lnTo>
                  <a:pt x="735828" y="296634"/>
                </a:lnTo>
                <a:lnTo>
                  <a:pt x="736059" y="296870"/>
                </a:lnTo>
                <a:lnTo>
                  <a:pt x="736282" y="297112"/>
                </a:lnTo>
                <a:lnTo>
                  <a:pt x="736499" y="297362"/>
                </a:lnTo>
                <a:lnTo>
                  <a:pt x="736721" y="297608"/>
                </a:lnTo>
                <a:lnTo>
                  <a:pt x="736934" y="297863"/>
                </a:lnTo>
                <a:lnTo>
                  <a:pt x="737137" y="298128"/>
                </a:lnTo>
                <a:lnTo>
                  <a:pt x="737331" y="298404"/>
                </a:lnTo>
                <a:lnTo>
                  <a:pt x="737515" y="298689"/>
                </a:lnTo>
                <a:lnTo>
                  <a:pt x="737690" y="298984"/>
                </a:lnTo>
                <a:lnTo>
                  <a:pt x="737856" y="299289"/>
                </a:lnTo>
                <a:lnTo>
                  <a:pt x="738012" y="299605"/>
                </a:lnTo>
                <a:lnTo>
                  <a:pt x="738158" y="299930"/>
                </a:lnTo>
                <a:lnTo>
                  <a:pt x="738295" y="300265"/>
                </a:lnTo>
                <a:lnTo>
                  <a:pt x="738423" y="300611"/>
                </a:lnTo>
                <a:lnTo>
                  <a:pt x="738541" y="300966"/>
                </a:lnTo>
                <a:lnTo>
                  <a:pt x="738650" y="301332"/>
                </a:lnTo>
                <a:lnTo>
                  <a:pt x="738749" y="301707"/>
                </a:lnTo>
                <a:lnTo>
                  <a:pt x="738839" y="302092"/>
                </a:lnTo>
                <a:lnTo>
                  <a:pt x="738919" y="302488"/>
                </a:lnTo>
                <a:lnTo>
                  <a:pt x="738990" y="302893"/>
                </a:lnTo>
                <a:lnTo>
                  <a:pt x="739052" y="303309"/>
                </a:lnTo>
                <a:lnTo>
                  <a:pt x="739104" y="303734"/>
                </a:lnTo>
                <a:lnTo>
                  <a:pt x="739146" y="304170"/>
                </a:lnTo>
                <a:lnTo>
                  <a:pt x="739179" y="304615"/>
                </a:lnTo>
                <a:lnTo>
                  <a:pt x="739203" y="305071"/>
                </a:lnTo>
                <a:lnTo>
                  <a:pt x="739217" y="305536"/>
                </a:lnTo>
                <a:lnTo>
                  <a:pt x="739222" y="306012"/>
                </a:lnTo>
                <a:lnTo>
                  <a:pt x="753157" y="306012"/>
                </a:lnTo>
                <a:lnTo>
                  <a:pt x="753183" y="305919"/>
                </a:lnTo>
                <a:lnTo>
                  <a:pt x="753208" y="305828"/>
                </a:lnTo>
                <a:lnTo>
                  <a:pt x="753232" y="305739"/>
                </a:lnTo>
                <a:lnTo>
                  <a:pt x="753254" y="305651"/>
                </a:lnTo>
                <a:lnTo>
                  <a:pt x="753276" y="305565"/>
                </a:lnTo>
                <a:lnTo>
                  <a:pt x="753297" y="305481"/>
                </a:lnTo>
                <a:lnTo>
                  <a:pt x="753316" y="305398"/>
                </a:lnTo>
                <a:lnTo>
                  <a:pt x="753335" y="305317"/>
                </a:lnTo>
                <a:lnTo>
                  <a:pt x="753352" y="305238"/>
                </a:lnTo>
                <a:lnTo>
                  <a:pt x="753368" y="305161"/>
                </a:lnTo>
                <a:lnTo>
                  <a:pt x="753383" y="305085"/>
                </a:lnTo>
                <a:lnTo>
                  <a:pt x="753397" y="305010"/>
                </a:lnTo>
                <a:lnTo>
                  <a:pt x="753410" y="304938"/>
                </a:lnTo>
                <a:lnTo>
                  <a:pt x="753421" y="304867"/>
                </a:lnTo>
                <a:lnTo>
                  <a:pt x="753432" y="304798"/>
                </a:lnTo>
                <a:lnTo>
                  <a:pt x="753441" y="304730"/>
                </a:lnTo>
                <a:lnTo>
                  <a:pt x="753450" y="304664"/>
                </a:lnTo>
                <a:lnTo>
                  <a:pt x="753457" y="304600"/>
                </a:lnTo>
                <a:lnTo>
                  <a:pt x="753463" y="304537"/>
                </a:lnTo>
                <a:lnTo>
                  <a:pt x="753468" y="304477"/>
                </a:lnTo>
                <a:lnTo>
                  <a:pt x="753472" y="304417"/>
                </a:lnTo>
                <a:lnTo>
                  <a:pt x="753475" y="304360"/>
                </a:lnTo>
                <a:lnTo>
                  <a:pt x="753476" y="304304"/>
                </a:lnTo>
                <a:lnTo>
                  <a:pt x="753477" y="304250"/>
                </a:lnTo>
                <a:lnTo>
                  <a:pt x="753477" y="304197"/>
                </a:lnTo>
                <a:lnTo>
                  <a:pt x="753477" y="304144"/>
                </a:lnTo>
                <a:lnTo>
                  <a:pt x="753477" y="304092"/>
                </a:lnTo>
                <a:lnTo>
                  <a:pt x="753477" y="304041"/>
                </a:lnTo>
                <a:lnTo>
                  <a:pt x="753477" y="303990"/>
                </a:lnTo>
                <a:lnTo>
                  <a:pt x="753477" y="303939"/>
                </a:lnTo>
                <a:lnTo>
                  <a:pt x="753477" y="303890"/>
                </a:lnTo>
                <a:lnTo>
                  <a:pt x="753477" y="303840"/>
                </a:lnTo>
                <a:lnTo>
                  <a:pt x="753477" y="303792"/>
                </a:lnTo>
                <a:lnTo>
                  <a:pt x="753477" y="303744"/>
                </a:lnTo>
                <a:lnTo>
                  <a:pt x="753477" y="303696"/>
                </a:lnTo>
                <a:lnTo>
                  <a:pt x="753477" y="303649"/>
                </a:lnTo>
                <a:lnTo>
                  <a:pt x="753477" y="303603"/>
                </a:lnTo>
                <a:lnTo>
                  <a:pt x="753477" y="303557"/>
                </a:lnTo>
                <a:lnTo>
                  <a:pt x="753477" y="303511"/>
                </a:lnTo>
                <a:lnTo>
                  <a:pt x="753477" y="303467"/>
                </a:lnTo>
                <a:lnTo>
                  <a:pt x="753477" y="303422"/>
                </a:lnTo>
                <a:lnTo>
                  <a:pt x="753477" y="303379"/>
                </a:lnTo>
                <a:lnTo>
                  <a:pt x="753477" y="303336"/>
                </a:lnTo>
                <a:lnTo>
                  <a:pt x="753477" y="303293"/>
                </a:lnTo>
                <a:lnTo>
                  <a:pt x="753477" y="303251"/>
                </a:lnTo>
                <a:lnTo>
                  <a:pt x="753477" y="303210"/>
                </a:lnTo>
                <a:lnTo>
                  <a:pt x="753477" y="303169"/>
                </a:lnTo>
                <a:lnTo>
                  <a:pt x="753477" y="303128"/>
                </a:lnTo>
                <a:lnTo>
                  <a:pt x="753469" y="302558"/>
                </a:lnTo>
                <a:lnTo>
                  <a:pt x="753447" y="301995"/>
                </a:lnTo>
                <a:lnTo>
                  <a:pt x="753409" y="301439"/>
                </a:lnTo>
                <a:lnTo>
                  <a:pt x="753357" y="300891"/>
                </a:lnTo>
                <a:lnTo>
                  <a:pt x="753289" y="300349"/>
                </a:lnTo>
                <a:lnTo>
                  <a:pt x="753207" y="299815"/>
                </a:lnTo>
                <a:lnTo>
                  <a:pt x="753109" y="299288"/>
                </a:lnTo>
                <a:lnTo>
                  <a:pt x="752996" y="298768"/>
                </a:lnTo>
                <a:lnTo>
                  <a:pt x="752869" y="298256"/>
                </a:lnTo>
                <a:lnTo>
                  <a:pt x="752726" y="297751"/>
                </a:lnTo>
                <a:lnTo>
                  <a:pt x="752568" y="297253"/>
                </a:lnTo>
                <a:lnTo>
                  <a:pt x="752396" y="296762"/>
                </a:lnTo>
                <a:lnTo>
                  <a:pt x="752208" y="296278"/>
                </a:lnTo>
                <a:lnTo>
                  <a:pt x="752005" y="295802"/>
                </a:lnTo>
                <a:lnTo>
                  <a:pt x="751788" y="295333"/>
                </a:lnTo>
                <a:lnTo>
                  <a:pt x="751555" y="294871"/>
                </a:lnTo>
                <a:lnTo>
                  <a:pt x="751307" y="294416"/>
                </a:lnTo>
                <a:lnTo>
                  <a:pt x="751044" y="293969"/>
                </a:lnTo>
                <a:lnTo>
                  <a:pt x="750767" y="293529"/>
                </a:lnTo>
                <a:lnTo>
                  <a:pt x="750474" y="293096"/>
                </a:lnTo>
                <a:lnTo>
                  <a:pt x="750166" y="292670"/>
                </a:lnTo>
                <a:lnTo>
                  <a:pt x="749843" y="292251"/>
                </a:lnTo>
                <a:lnTo>
                  <a:pt x="749505" y="291840"/>
                </a:lnTo>
                <a:lnTo>
                  <a:pt x="749152" y="291436"/>
                </a:lnTo>
                <a:lnTo>
                  <a:pt x="748787" y="291026"/>
                </a:lnTo>
                <a:lnTo>
                  <a:pt x="748410" y="290624"/>
                </a:lnTo>
                <a:lnTo>
                  <a:pt x="748024" y="290230"/>
                </a:lnTo>
                <a:lnTo>
                  <a:pt x="747626" y="289843"/>
                </a:lnTo>
                <a:lnTo>
                  <a:pt x="747218" y="289465"/>
                </a:lnTo>
                <a:lnTo>
                  <a:pt x="746800" y="289094"/>
                </a:lnTo>
                <a:lnTo>
                  <a:pt x="746371" y="288731"/>
                </a:lnTo>
                <a:lnTo>
                  <a:pt x="745931" y="288375"/>
                </a:lnTo>
                <a:lnTo>
                  <a:pt x="745481" y="288028"/>
                </a:lnTo>
                <a:lnTo>
                  <a:pt x="745020" y="287688"/>
                </a:lnTo>
                <a:lnTo>
                  <a:pt x="744549" y="287356"/>
                </a:lnTo>
                <a:lnTo>
                  <a:pt x="744067" y="287032"/>
                </a:lnTo>
                <a:lnTo>
                  <a:pt x="743575" y="286715"/>
                </a:lnTo>
                <a:lnTo>
                  <a:pt x="743071" y="286406"/>
                </a:lnTo>
                <a:lnTo>
                  <a:pt x="742558" y="286106"/>
                </a:lnTo>
                <a:lnTo>
                  <a:pt x="742034" y="285812"/>
                </a:lnTo>
                <a:lnTo>
                  <a:pt x="741499" y="285527"/>
                </a:lnTo>
                <a:lnTo>
                  <a:pt x="740954" y="285250"/>
                </a:lnTo>
                <a:lnTo>
                  <a:pt x="740398" y="284980"/>
                </a:lnTo>
                <a:lnTo>
                  <a:pt x="739831" y="284718"/>
                </a:lnTo>
                <a:lnTo>
                  <a:pt x="739254" y="284464"/>
                </a:lnTo>
                <a:lnTo>
                  <a:pt x="738667" y="284217"/>
                </a:lnTo>
                <a:lnTo>
                  <a:pt x="738069" y="283979"/>
                </a:lnTo>
                <a:lnTo>
                  <a:pt x="737460" y="283748"/>
                </a:lnTo>
                <a:lnTo>
                  <a:pt x="736856" y="283526"/>
                </a:lnTo>
                <a:lnTo>
                  <a:pt x="736245" y="283313"/>
                </a:lnTo>
                <a:lnTo>
                  <a:pt x="735628" y="283110"/>
                </a:lnTo>
                <a:lnTo>
                  <a:pt x="735004" y="282916"/>
                </a:lnTo>
                <a:lnTo>
                  <a:pt x="734373" y="282732"/>
                </a:lnTo>
                <a:lnTo>
                  <a:pt x="733736" y="282557"/>
                </a:lnTo>
                <a:lnTo>
                  <a:pt x="733092" y="282391"/>
                </a:lnTo>
                <a:lnTo>
                  <a:pt x="732441" y="282235"/>
                </a:lnTo>
                <a:lnTo>
                  <a:pt x="731784" y="282089"/>
                </a:lnTo>
                <a:lnTo>
                  <a:pt x="731120" y="281952"/>
                </a:lnTo>
                <a:lnTo>
                  <a:pt x="730449" y="281824"/>
                </a:lnTo>
                <a:lnTo>
                  <a:pt x="729772" y="281706"/>
                </a:lnTo>
                <a:lnTo>
                  <a:pt x="729088" y="281597"/>
                </a:lnTo>
                <a:lnTo>
                  <a:pt x="728397" y="281498"/>
                </a:lnTo>
                <a:lnTo>
                  <a:pt x="727700" y="281408"/>
                </a:lnTo>
                <a:lnTo>
                  <a:pt x="726996" y="281328"/>
                </a:lnTo>
                <a:lnTo>
                  <a:pt x="726285" y="281257"/>
                </a:lnTo>
                <a:lnTo>
                  <a:pt x="725567" y="281195"/>
                </a:lnTo>
                <a:lnTo>
                  <a:pt x="724843" y="281143"/>
                </a:lnTo>
                <a:lnTo>
                  <a:pt x="724113" y="281101"/>
                </a:lnTo>
                <a:lnTo>
                  <a:pt x="723375" y="281068"/>
                </a:lnTo>
                <a:lnTo>
                  <a:pt x="722631" y="281044"/>
                </a:lnTo>
                <a:lnTo>
                  <a:pt x="721880" y="281030"/>
                </a:lnTo>
                <a:lnTo>
                  <a:pt x="721123" y="281025"/>
                </a:lnTo>
                <a:lnTo>
                  <a:pt x="720260" y="281030"/>
                </a:lnTo>
                <a:lnTo>
                  <a:pt x="719405" y="281044"/>
                </a:lnTo>
                <a:lnTo>
                  <a:pt x="718560" y="281068"/>
                </a:lnTo>
                <a:lnTo>
                  <a:pt x="717724" y="281101"/>
                </a:lnTo>
                <a:lnTo>
                  <a:pt x="716896" y="281143"/>
                </a:lnTo>
                <a:lnTo>
                  <a:pt x="716077" y="281195"/>
                </a:lnTo>
                <a:lnTo>
                  <a:pt x="715268" y="281257"/>
                </a:lnTo>
                <a:lnTo>
                  <a:pt x="714467" y="281328"/>
                </a:lnTo>
                <a:lnTo>
                  <a:pt x="713675" y="281408"/>
                </a:lnTo>
                <a:lnTo>
                  <a:pt x="712892" y="281498"/>
                </a:lnTo>
                <a:lnTo>
                  <a:pt x="712118" y="281597"/>
                </a:lnTo>
                <a:lnTo>
                  <a:pt x="711353" y="281706"/>
                </a:lnTo>
                <a:lnTo>
                  <a:pt x="710596" y="281824"/>
                </a:lnTo>
                <a:lnTo>
                  <a:pt x="709849" y="281952"/>
                </a:lnTo>
                <a:lnTo>
                  <a:pt x="709110" y="282089"/>
                </a:lnTo>
                <a:lnTo>
                  <a:pt x="708380" y="282235"/>
                </a:lnTo>
                <a:lnTo>
                  <a:pt x="707660" y="282391"/>
                </a:lnTo>
                <a:lnTo>
                  <a:pt x="706948" y="282557"/>
                </a:lnTo>
                <a:lnTo>
                  <a:pt x="706245" y="282732"/>
                </a:lnTo>
                <a:lnTo>
                  <a:pt x="705551" y="282916"/>
                </a:lnTo>
                <a:lnTo>
                  <a:pt x="704866" y="283110"/>
                </a:lnTo>
                <a:lnTo>
                  <a:pt x="704189" y="283313"/>
                </a:lnTo>
                <a:lnTo>
                  <a:pt x="703522" y="283526"/>
                </a:lnTo>
                <a:lnTo>
                  <a:pt x="702864" y="283748"/>
                </a:lnTo>
                <a:lnTo>
                  <a:pt x="702229" y="283979"/>
                </a:lnTo>
                <a:lnTo>
                  <a:pt x="701606" y="284220"/>
                </a:lnTo>
                <a:lnTo>
                  <a:pt x="700994" y="284469"/>
                </a:lnTo>
                <a:lnTo>
                  <a:pt x="700394" y="284727"/>
                </a:lnTo>
                <a:lnTo>
                  <a:pt x="699806" y="284994"/>
                </a:lnTo>
                <a:lnTo>
                  <a:pt x="699230" y="285270"/>
                </a:lnTo>
                <a:lnTo>
                  <a:pt x="698665" y="285554"/>
                </a:lnTo>
                <a:lnTo>
                  <a:pt x="698112" y="285848"/>
                </a:lnTo>
                <a:lnTo>
                  <a:pt x="697570" y="286151"/>
                </a:lnTo>
                <a:lnTo>
                  <a:pt x="697041" y="286462"/>
                </a:lnTo>
                <a:lnTo>
                  <a:pt x="696523" y="286782"/>
                </a:lnTo>
                <a:lnTo>
                  <a:pt x="696016" y="287112"/>
                </a:lnTo>
                <a:lnTo>
                  <a:pt x="695522" y="287450"/>
                </a:lnTo>
                <a:lnTo>
                  <a:pt x="695039" y="287797"/>
                </a:lnTo>
                <a:lnTo>
                  <a:pt x="694567" y="288153"/>
                </a:lnTo>
                <a:lnTo>
                  <a:pt x="694108" y="288518"/>
                </a:lnTo>
                <a:lnTo>
                  <a:pt x="693660" y="288891"/>
                </a:lnTo>
                <a:lnTo>
                  <a:pt x="693223" y="289274"/>
                </a:lnTo>
                <a:lnTo>
                  <a:pt x="692799" y="289665"/>
                </a:lnTo>
                <a:lnTo>
                  <a:pt x="692386" y="290066"/>
                </a:lnTo>
                <a:lnTo>
                  <a:pt x="691985" y="290475"/>
                </a:lnTo>
                <a:lnTo>
                  <a:pt x="691595" y="290893"/>
                </a:lnTo>
                <a:lnTo>
                  <a:pt x="691217" y="291320"/>
                </a:lnTo>
                <a:lnTo>
                  <a:pt x="690851" y="291757"/>
                </a:lnTo>
                <a:lnTo>
                  <a:pt x="690498" y="292202"/>
                </a:lnTo>
                <a:lnTo>
                  <a:pt x="690160" y="292656"/>
                </a:lnTo>
                <a:lnTo>
                  <a:pt x="689837" y="293120"/>
                </a:lnTo>
                <a:lnTo>
                  <a:pt x="689529" y="293594"/>
                </a:lnTo>
                <a:lnTo>
                  <a:pt x="689237" y="294077"/>
                </a:lnTo>
                <a:lnTo>
                  <a:pt x="688959" y="294569"/>
                </a:lnTo>
                <a:lnTo>
                  <a:pt x="688696" y="295071"/>
                </a:lnTo>
                <a:lnTo>
                  <a:pt x="688448" y="295583"/>
                </a:lnTo>
                <a:lnTo>
                  <a:pt x="688216" y="296104"/>
                </a:lnTo>
                <a:lnTo>
                  <a:pt x="687998" y="296634"/>
                </a:lnTo>
                <a:lnTo>
                  <a:pt x="687795" y="297174"/>
                </a:lnTo>
                <a:lnTo>
                  <a:pt x="687607" y="297723"/>
                </a:lnTo>
                <a:lnTo>
                  <a:pt x="687435" y="298281"/>
                </a:lnTo>
                <a:lnTo>
                  <a:pt x="687277" y="298850"/>
                </a:lnTo>
                <a:lnTo>
                  <a:pt x="687134" y="299427"/>
                </a:lnTo>
                <a:lnTo>
                  <a:pt x="687007" y="300014"/>
                </a:lnTo>
                <a:lnTo>
                  <a:pt x="686894" y="300611"/>
                </a:lnTo>
                <a:lnTo>
                  <a:pt x="686797" y="301216"/>
                </a:lnTo>
                <a:lnTo>
                  <a:pt x="686714" y="301832"/>
                </a:lnTo>
                <a:lnTo>
                  <a:pt x="686646" y="302457"/>
                </a:lnTo>
                <a:lnTo>
                  <a:pt x="686594" y="303091"/>
                </a:lnTo>
                <a:lnTo>
                  <a:pt x="686556" y="303735"/>
                </a:lnTo>
                <a:lnTo>
                  <a:pt x="686534" y="304388"/>
                </a:lnTo>
                <a:lnTo>
                  <a:pt x="686526" y="305051"/>
                </a:lnTo>
                <a:lnTo>
                  <a:pt x="686531" y="305621"/>
                </a:lnTo>
                <a:lnTo>
                  <a:pt x="686546" y="306183"/>
                </a:lnTo>
                <a:lnTo>
                  <a:pt x="686571" y="306737"/>
                </a:lnTo>
                <a:lnTo>
                  <a:pt x="686606" y="307284"/>
                </a:lnTo>
                <a:lnTo>
                  <a:pt x="686651" y="307823"/>
                </a:lnTo>
                <a:lnTo>
                  <a:pt x="686707" y="308354"/>
                </a:lnTo>
                <a:lnTo>
                  <a:pt x="686772" y="308877"/>
                </a:lnTo>
                <a:lnTo>
                  <a:pt x="686847" y="309393"/>
                </a:lnTo>
                <a:lnTo>
                  <a:pt x="686932" y="309901"/>
                </a:lnTo>
                <a:lnTo>
                  <a:pt x="687027" y="310401"/>
                </a:lnTo>
                <a:lnTo>
                  <a:pt x="687132" y="310893"/>
                </a:lnTo>
                <a:lnTo>
                  <a:pt x="687247" y="311377"/>
                </a:lnTo>
                <a:lnTo>
                  <a:pt x="687372" y="311854"/>
                </a:lnTo>
                <a:lnTo>
                  <a:pt x="687507" y="312323"/>
                </a:lnTo>
                <a:lnTo>
                  <a:pt x="687653" y="312784"/>
                </a:lnTo>
                <a:lnTo>
                  <a:pt x="687808" y="313237"/>
                </a:lnTo>
                <a:lnTo>
                  <a:pt x="687973" y="313682"/>
                </a:lnTo>
                <a:lnTo>
                  <a:pt x="688148" y="314120"/>
                </a:lnTo>
                <a:lnTo>
                  <a:pt x="688333" y="314550"/>
                </a:lnTo>
                <a:lnTo>
                  <a:pt x="688528" y="314972"/>
                </a:lnTo>
                <a:lnTo>
                  <a:pt x="688734" y="315386"/>
                </a:lnTo>
                <a:lnTo>
                  <a:pt x="688949" y="315793"/>
                </a:lnTo>
                <a:lnTo>
                  <a:pt x="689174" y="316192"/>
                </a:lnTo>
                <a:lnTo>
                  <a:pt x="689409" y="316583"/>
                </a:lnTo>
                <a:lnTo>
                  <a:pt x="689656" y="316954"/>
                </a:lnTo>
                <a:lnTo>
                  <a:pt x="689915" y="317319"/>
                </a:lnTo>
                <a:lnTo>
                  <a:pt x="690188" y="317679"/>
                </a:lnTo>
                <a:lnTo>
                  <a:pt x="690473" y="318033"/>
                </a:lnTo>
                <a:lnTo>
                  <a:pt x="690771" y="318382"/>
                </a:lnTo>
                <a:lnTo>
                  <a:pt x="691081" y="318725"/>
                </a:lnTo>
                <a:lnTo>
                  <a:pt x="691405" y="319063"/>
                </a:lnTo>
                <a:lnTo>
                  <a:pt x="691741" y="319395"/>
                </a:lnTo>
                <a:lnTo>
                  <a:pt x="692090" y="319721"/>
                </a:lnTo>
                <a:lnTo>
                  <a:pt x="692451" y="320042"/>
                </a:lnTo>
                <a:lnTo>
                  <a:pt x="692826" y="320357"/>
                </a:lnTo>
                <a:lnTo>
                  <a:pt x="693213" y="320667"/>
                </a:lnTo>
                <a:lnTo>
                  <a:pt x="693614" y="320971"/>
                </a:lnTo>
                <a:lnTo>
                  <a:pt x="694026" y="321270"/>
                </a:lnTo>
                <a:lnTo>
                  <a:pt x="694452" y="321563"/>
                </a:lnTo>
                <a:lnTo>
                  <a:pt x="694891" y="321850"/>
                </a:lnTo>
                <a:lnTo>
                  <a:pt x="695342" y="322132"/>
                </a:lnTo>
                <a:lnTo>
                  <a:pt x="695806" y="322409"/>
                </a:lnTo>
                <a:lnTo>
                  <a:pt x="696283" y="322680"/>
                </a:lnTo>
                <a:lnTo>
                  <a:pt x="696773" y="322945"/>
                </a:lnTo>
                <a:lnTo>
                  <a:pt x="697275" y="323205"/>
                </a:lnTo>
                <a:lnTo>
                  <a:pt x="697790" y="323459"/>
                </a:lnTo>
                <a:lnTo>
                  <a:pt x="698318" y="323707"/>
                </a:lnTo>
                <a:lnTo>
                  <a:pt x="698859" y="323950"/>
                </a:lnTo>
                <a:lnTo>
                  <a:pt x="699414" y="324176"/>
                </a:lnTo>
                <a:lnTo>
                  <a:pt x="699983" y="324399"/>
                </a:lnTo>
                <a:lnTo>
                  <a:pt x="700566" y="324619"/>
                </a:lnTo>
                <a:lnTo>
                  <a:pt x="701164" y="324836"/>
                </a:lnTo>
                <a:lnTo>
                  <a:pt x="701776" y="325050"/>
                </a:lnTo>
                <a:lnTo>
                  <a:pt x="702403" y="325262"/>
                </a:lnTo>
                <a:lnTo>
                  <a:pt x="703044" y="325471"/>
                </a:lnTo>
                <a:lnTo>
                  <a:pt x="703700" y="325677"/>
                </a:lnTo>
                <a:lnTo>
                  <a:pt x="704370" y="325880"/>
                </a:lnTo>
                <a:lnTo>
                  <a:pt x="705055" y="326080"/>
                </a:lnTo>
                <a:lnTo>
                  <a:pt x="705754" y="326278"/>
                </a:lnTo>
                <a:lnTo>
                  <a:pt x="706467" y="326473"/>
                </a:lnTo>
                <a:lnTo>
                  <a:pt x="707195" y="326665"/>
                </a:lnTo>
                <a:lnTo>
                  <a:pt x="707938" y="326855"/>
                </a:lnTo>
                <a:lnTo>
                  <a:pt x="708695" y="327041"/>
                </a:lnTo>
                <a:lnTo>
                  <a:pt x="709466" y="327225"/>
                </a:lnTo>
                <a:lnTo>
                  <a:pt x="710252" y="327406"/>
                </a:lnTo>
                <a:lnTo>
                  <a:pt x="711052" y="327584"/>
                </a:lnTo>
                <a:lnTo>
                  <a:pt x="711867" y="327760"/>
                </a:lnTo>
                <a:lnTo>
                  <a:pt x="712696" y="327932"/>
                </a:lnTo>
                <a:lnTo>
                  <a:pt x="713540" y="328102"/>
                </a:lnTo>
                <a:lnTo>
                  <a:pt x="714398" y="328269"/>
                </a:lnTo>
                <a:lnTo>
                  <a:pt x="715271" y="328434"/>
                </a:lnTo>
                <a:lnTo>
                  <a:pt x="716158" y="328595"/>
                </a:lnTo>
                <a:lnTo>
                  <a:pt x="716990" y="328729"/>
                </a:lnTo>
                <a:lnTo>
                  <a:pt x="717806" y="328863"/>
                </a:lnTo>
                <a:lnTo>
                  <a:pt x="718605" y="328998"/>
                </a:lnTo>
                <a:lnTo>
                  <a:pt x="719388" y="329134"/>
                </a:lnTo>
                <a:lnTo>
                  <a:pt x="720153" y="329270"/>
                </a:lnTo>
                <a:lnTo>
                  <a:pt x="720903" y="329406"/>
                </a:lnTo>
                <a:lnTo>
                  <a:pt x="721635" y="329543"/>
                </a:lnTo>
                <a:lnTo>
                  <a:pt x="722351" y="329681"/>
                </a:lnTo>
                <a:lnTo>
                  <a:pt x="723050" y="329819"/>
                </a:lnTo>
                <a:lnTo>
                  <a:pt x="723732" y="329958"/>
                </a:lnTo>
                <a:lnTo>
                  <a:pt x="724398" y="330097"/>
                </a:lnTo>
                <a:lnTo>
                  <a:pt x="725047" y="330237"/>
                </a:lnTo>
                <a:lnTo>
                  <a:pt x="725679" y="330378"/>
                </a:lnTo>
                <a:lnTo>
                  <a:pt x="726295" y="330518"/>
                </a:lnTo>
                <a:lnTo>
                  <a:pt x="726894" y="330660"/>
                </a:lnTo>
                <a:lnTo>
                  <a:pt x="727476" y="330802"/>
                </a:lnTo>
                <a:lnTo>
                  <a:pt x="728042" y="330945"/>
                </a:lnTo>
                <a:lnTo>
                  <a:pt x="728591" y="331088"/>
                </a:lnTo>
                <a:lnTo>
                  <a:pt x="729123" y="331232"/>
                </a:lnTo>
                <a:lnTo>
                  <a:pt x="729638" y="331376"/>
                </a:lnTo>
                <a:lnTo>
                  <a:pt x="730137" y="331521"/>
                </a:lnTo>
                <a:lnTo>
                  <a:pt x="730620" y="331666"/>
                </a:lnTo>
                <a:lnTo>
                  <a:pt x="731085" y="331812"/>
                </a:lnTo>
                <a:lnTo>
                  <a:pt x="731534" y="331959"/>
                </a:lnTo>
                <a:lnTo>
                  <a:pt x="731982" y="332107"/>
                </a:lnTo>
                <a:lnTo>
                  <a:pt x="732418" y="332257"/>
                </a:lnTo>
                <a:lnTo>
                  <a:pt x="732843" y="332409"/>
                </a:lnTo>
                <a:lnTo>
                  <a:pt x="733256" y="332564"/>
                </a:lnTo>
                <a:lnTo>
                  <a:pt x="733657" y="332721"/>
                </a:lnTo>
                <a:lnTo>
                  <a:pt x="734046" y="332880"/>
                </a:lnTo>
                <a:lnTo>
                  <a:pt x="734424" y="333041"/>
                </a:lnTo>
                <a:lnTo>
                  <a:pt x="734791" y="333205"/>
                </a:lnTo>
                <a:lnTo>
                  <a:pt x="735145" y="333370"/>
                </a:lnTo>
                <a:lnTo>
                  <a:pt x="735488" y="333538"/>
                </a:lnTo>
                <a:lnTo>
                  <a:pt x="735819" y="333709"/>
                </a:lnTo>
                <a:lnTo>
                  <a:pt x="736139" y="333881"/>
                </a:lnTo>
                <a:lnTo>
                  <a:pt x="736446" y="334056"/>
                </a:lnTo>
                <a:lnTo>
                  <a:pt x="736743" y="334232"/>
                </a:lnTo>
                <a:lnTo>
                  <a:pt x="737027" y="334411"/>
                </a:lnTo>
                <a:lnTo>
                  <a:pt x="737300" y="334593"/>
                </a:lnTo>
                <a:lnTo>
                  <a:pt x="737561" y="334776"/>
                </a:lnTo>
                <a:lnTo>
                  <a:pt x="737810" y="334962"/>
                </a:lnTo>
                <a:lnTo>
                  <a:pt x="738048" y="335150"/>
                </a:lnTo>
                <a:lnTo>
                  <a:pt x="738274" y="335340"/>
                </a:lnTo>
                <a:lnTo>
                  <a:pt x="738489" y="335533"/>
                </a:lnTo>
                <a:lnTo>
                  <a:pt x="738691" y="335727"/>
                </a:lnTo>
                <a:lnTo>
                  <a:pt x="738882" y="335924"/>
                </a:lnTo>
                <a:lnTo>
                  <a:pt x="739062" y="336123"/>
                </a:lnTo>
                <a:lnTo>
                  <a:pt x="739232" y="336326"/>
                </a:lnTo>
                <a:lnTo>
                  <a:pt x="739394" y="336533"/>
                </a:lnTo>
                <a:lnTo>
                  <a:pt x="739550" y="336744"/>
                </a:lnTo>
                <a:lnTo>
                  <a:pt x="739698" y="336960"/>
                </a:lnTo>
                <a:lnTo>
                  <a:pt x="739839" y="337180"/>
                </a:lnTo>
                <a:lnTo>
                  <a:pt x="739973" y="337405"/>
                </a:lnTo>
                <a:lnTo>
                  <a:pt x="740099" y="337634"/>
                </a:lnTo>
                <a:lnTo>
                  <a:pt x="740218" y="337867"/>
                </a:lnTo>
                <a:lnTo>
                  <a:pt x="740331" y="338105"/>
                </a:lnTo>
                <a:lnTo>
                  <a:pt x="740435" y="338348"/>
                </a:lnTo>
                <a:lnTo>
                  <a:pt x="740533" y="338595"/>
                </a:lnTo>
                <a:lnTo>
                  <a:pt x="740623" y="338846"/>
                </a:lnTo>
                <a:lnTo>
                  <a:pt x="740706" y="339102"/>
                </a:lnTo>
                <a:lnTo>
                  <a:pt x="740782" y="339362"/>
                </a:lnTo>
                <a:lnTo>
                  <a:pt x="740851" y="339627"/>
                </a:lnTo>
                <a:lnTo>
                  <a:pt x="740913" y="339896"/>
                </a:lnTo>
                <a:lnTo>
                  <a:pt x="740967" y="340170"/>
                </a:lnTo>
                <a:lnTo>
                  <a:pt x="741014" y="340448"/>
                </a:lnTo>
                <a:lnTo>
                  <a:pt x="741054" y="340730"/>
                </a:lnTo>
                <a:lnTo>
                  <a:pt x="741086" y="341017"/>
                </a:lnTo>
                <a:lnTo>
                  <a:pt x="741111" y="341309"/>
                </a:lnTo>
                <a:lnTo>
                  <a:pt x="741129" y="341605"/>
                </a:lnTo>
                <a:lnTo>
                  <a:pt x="741140" y="341905"/>
                </a:lnTo>
                <a:lnTo>
                  <a:pt x="741144" y="342210"/>
                </a:lnTo>
                <a:lnTo>
                  <a:pt x="741135" y="342673"/>
                </a:lnTo>
                <a:lnTo>
                  <a:pt x="741108" y="343130"/>
                </a:lnTo>
                <a:lnTo>
                  <a:pt x="741064" y="343579"/>
                </a:lnTo>
                <a:lnTo>
                  <a:pt x="741002" y="344021"/>
                </a:lnTo>
                <a:lnTo>
                  <a:pt x="740921" y="344455"/>
                </a:lnTo>
                <a:lnTo>
                  <a:pt x="740824" y="344883"/>
                </a:lnTo>
                <a:lnTo>
                  <a:pt x="740708" y="345303"/>
                </a:lnTo>
                <a:lnTo>
                  <a:pt x="740574" y="345716"/>
                </a:lnTo>
                <a:lnTo>
                  <a:pt x="740423" y="346121"/>
                </a:lnTo>
                <a:lnTo>
                  <a:pt x="740254" y="346520"/>
                </a:lnTo>
                <a:lnTo>
                  <a:pt x="740067" y="346911"/>
                </a:lnTo>
                <a:lnTo>
                  <a:pt x="739863" y="347295"/>
                </a:lnTo>
                <a:lnTo>
                  <a:pt x="739640" y="347672"/>
                </a:lnTo>
                <a:lnTo>
                  <a:pt x="739400" y="348041"/>
                </a:lnTo>
                <a:lnTo>
                  <a:pt x="739142" y="348404"/>
                </a:lnTo>
                <a:lnTo>
                  <a:pt x="738866" y="348759"/>
                </a:lnTo>
                <a:lnTo>
                  <a:pt x="738572" y="349107"/>
                </a:lnTo>
                <a:lnTo>
                  <a:pt x="738261" y="349447"/>
                </a:lnTo>
                <a:lnTo>
                  <a:pt x="737932" y="349781"/>
                </a:lnTo>
                <a:lnTo>
                  <a:pt x="737585" y="350107"/>
                </a:lnTo>
                <a:lnTo>
                  <a:pt x="737220" y="350426"/>
                </a:lnTo>
                <a:lnTo>
                  <a:pt x="736837" y="350738"/>
                </a:lnTo>
                <a:lnTo>
                  <a:pt x="736437" y="351042"/>
                </a:lnTo>
                <a:lnTo>
                  <a:pt x="736019" y="351339"/>
                </a:lnTo>
                <a:lnTo>
                  <a:pt x="735596" y="351614"/>
                </a:lnTo>
                <a:lnTo>
                  <a:pt x="735158" y="351877"/>
                </a:lnTo>
                <a:lnTo>
                  <a:pt x="734702" y="352128"/>
                </a:lnTo>
                <a:lnTo>
                  <a:pt x="734230" y="352367"/>
                </a:lnTo>
                <a:lnTo>
                  <a:pt x="733741" y="352595"/>
                </a:lnTo>
                <a:lnTo>
                  <a:pt x="733236" y="352811"/>
                </a:lnTo>
                <a:lnTo>
                  <a:pt x="732713" y="353015"/>
                </a:lnTo>
                <a:lnTo>
                  <a:pt x="732174" y="353208"/>
                </a:lnTo>
                <a:lnTo>
                  <a:pt x="731619" y="353389"/>
                </a:lnTo>
                <a:lnTo>
                  <a:pt x="731047" y="353558"/>
                </a:lnTo>
                <a:lnTo>
                  <a:pt x="730458" y="353716"/>
                </a:lnTo>
                <a:lnTo>
                  <a:pt x="729852" y="353862"/>
                </a:lnTo>
                <a:lnTo>
                  <a:pt x="729230" y="353996"/>
                </a:lnTo>
                <a:lnTo>
                  <a:pt x="728591" y="354119"/>
                </a:lnTo>
                <a:lnTo>
                  <a:pt x="727935" y="354230"/>
                </a:lnTo>
                <a:lnTo>
                  <a:pt x="727263" y="354329"/>
                </a:lnTo>
                <a:lnTo>
                  <a:pt x="726574" y="354417"/>
                </a:lnTo>
                <a:lnTo>
                  <a:pt x="725868" y="354493"/>
                </a:lnTo>
                <a:lnTo>
                  <a:pt x="725145" y="354557"/>
                </a:lnTo>
                <a:lnTo>
                  <a:pt x="724406" y="354609"/>
                </a:lnTo>
                <a:lnTo>
                  <a:pt x="723651" y="354650"/>
                </a:lnTo>
                <a:lnTo>
                  <a:pt x="722878" y="354680"/>
                </a:lnTo>
                <a:lnTo>
                  <a:pt x="722089" y="354697"/>
                </a:lnTo>
                <a:lnTo>
                  <a:pt x="721283" y="354703"/>
                </a:lnTo>
                <a:lnTo>
                  <a:pt x="720384" y="354696"/>
                </a:lnTo>
                <a:lnTo>
                  <a:pt x="719502" y="354677"/>
                </a:lnTo>
                <a:lnTo>
                  <a:pt x="718638" y="354645"/>
                </a:lnTo>
                <a:lnTo>
                  <a:pt x="717790" y="354601"/>
                </a:lnTo>
                <a:lnTo>
                  <a:pt x="716960" y="354543"/>
                </a:lnTo>
                <a:lnTo>
                  <a:pt x="716148" y="354473"/>
                </a:lnTo>
                <a:lnTo>
                  <a:pt x="715352" y="354389"/>
                </a:lnTo>
                <a:lnTo>
                  <a:pt x="714574" y="354294"/>
                </a:lnTo>
                <a:lnTo>
                  <a:pt x="713813" y="354185"/>
                </a:lnTo>
                <a:lnTo>
                  <a:pt x="713069" y="354063"/>
                </a:lnTo>
                <a:lnTo>
                  <a:pt x="712342" y="353929"/>
                </a:lnTo>
                <a:lnTo>
                  <a:pt x="711633" y="353782"/>
                </a:lnTo>
                <a:lnTo>
                  <a:pt x="710941" y="353622"/>
                </a:lnTo>
                <a:lnTo>
                  <a:pt x="710266" y="353449"/>
                </a:lnTo>
                <a:lnTo>
                  <a:pt x="709608" y="353264"/>
                </a:lnTo>
                <a:lnTo>
                  <a:pt x="708968" y="353066"/>
                </a:lnTo>
                <a:lnTo>
                  <a:pt x="708345" y="352855"/>
                </a:lnTo>
                <a:lnTo>
                  <a:pt x="707739" y="352631"/>
                </a:lnTo>
                <a:lnTo>
                  <a:pt x="707150" y="352394"/>
                </a:lnTo>
                <a:lnTo>
                  <a:pt x="706579" y="352145"/>
                </a:lnTo>
                <a:lnTo>
                  <a:pt x="706024" y="351882"/>
                </a:lnTo>
                <a:lnTo>
                  <a:pt x="705487" y="351607"/>
                </a:lnTo>
                <a:lnTo>
                  <a:pt x="704968" y="351320"/>
                </a:lnTo>
                <a:lnTo>
                  <a:pt x="704465" y="351019"/>
                </a:lnTo>
                <a:lnTo>
                  <a:pt x="703995" y="350694"/>
                </a:lnTo>
                <a:lnTo>
                  <a:pt x="703544" y="350358"/>
                </a:lnTo>
                <a:lnTo>
                  <a:pt x="703114" y="350013"/>
                </a:lnTo>
                <a:lnTo>
                  <a:pt x="702703" y="349658"/>
                </a:lnTo>
                <a:lnTo>
                  <a:pt x="702313" y="349292"/>
                </a:lnTo>
                <a:lnTo>
                  <a:pt x="701943" y="348917"/>
                </a:lnTo>
                <a:lnTo>
                  <a:pt x="701592" y="348531"/>
                </a:lnTo>
                <a:lnTo>
                  <a:pt x="701262" y="348136"/>
                </a:lnTo>
                <a:lnTo>
                  <a:pt x="700952" y="347731"/>
                </a:lnTo>
                <a:lnTo>
                  <a:pt x="700661" y="347315"/>
                </a:lnTo>
                <a:lnTo>
                  <a:pt x="700391" y="346890"/>
                </a:lnTo>
                <a:lnTo>
                  <a:pt x="700141" y="346454"/>
                </a:lnTo>
                <a:lnTo>
                  <a:pt x="699910" y="346009"/>
                </a:lnTo>
                <a:lnTo>
                  <a:pt x="699700" y="345553"/>
                </a:lnTo>
                <a:lnTo>
                  <a:pt x="699510" y="345088"/>
                </a:lnTo>
                <a:lnTo>
                  <a:pt x="699340" y="344612"/>
                </a:lnTo>
                <a:lnTo>
                  <a:pt x="699190" y="344127"/>
                </a:lnTo>
                <a:lnTo>
                  <a:pt x="699060" y="343631"/>
                </a:lnTo>
                <a:lnTo>
                  <a:pt x="698949" y="343126"/>
                </a:lnTo>
                <a:lnTo>
                  <a:pt x="698859" y="342610"/>
                </a:lnTo>
                <a:lnTo>
                  <a:pt x="698789" y="342085"/>
                </a:lnTo>
                <a:lnTo>
                  <a:pt x="698739" y="341549"/>
                </a:lnTo>
                <a:lnTo>
                  <a:pt x="698709" y="341003"/>
                </a:lnTo>
                <a:lnTo>
                  <a:pt x="698699" y="340448"/>
                </a:lnTo>
                <a:lnTo>
                  <a:pt x="698699" y="338846"/>
                </a:lnTo>
                <a:lnTo>
                  <a:pt x="684925" y="338846"/>
                </a:lnTo>
                <a:lnTo>
                  <a:pt x="684912" y="338939"/>
                </a:lnTo>
                <a:lnTo>
                  <a:pt x="684899" y="339032"/>
                </a:lnTo>
                <a:lnTo>
                  <a:pt x="684887" y="339124"/>
                </a:lnTo>
                <a:lnTo>
                  <a:pt x="684876" y="339215"/>
                </a:lnTo>
                <a:lnTo>
                  <a:pt x="684865" y="339306"/>
                </a:lnTo>
                <a:lnTo>
                  <a:pt x="684855" y="339397"/>
                </a:lnTo>
                <a:lnTo>
                  <a:pt x="684845" y="339487"/>
                </a:lnTo>
                <a:lnTo>
                  <a:pt x="684836" y="339576"/>
                </a:lnTo>
                <a:lnTo>
                  <a:pt x="684827" y="339665"/>
                </a:lnTo>
                <a:lnTo>
                  <a:pt x="684819" y="339753"/>
                </a:lnTo>
                <a:lnTo>
                  <a:pt x="684811" y="339840"/>
                </a:lnTo>
                <a:lnTo>
                  <a:pt x="684805" y="339927"/>
                </a:lnTo>
                <a:lnTo>
                  <a:pt x="684798" y="340014"/>
                </a:lnTo>
                <a:lnTo>
                  <a:pt x="684792" y="340100"/>
                </a:lnTo>
                <a:lnTo>
                  <a:pt x="684787" y="340185"/>
                </a:lnTo>
                <a:lnTo>
                  <a:pt x="684782" y="340270"/>
                </a:lnTo>
                <a:lnTo>
                  <a:pt x="684778" y="340354"/>
                </a:lnTo>
                <a:lnTo>
                  <a:pt x="684774" y="340438"/>
                </a:lnTo>
                <a:lnTo>
                  <a:pt x="684771" y="340521"/>
                </a:lnTo>
                <a:lnTo>
                  <a:pt x="684769" y="340604"/>
                </a:lnTo>
                <a:lnTo>
                  <a:pt x="684767" y="340686"/>
                </a:lnTo>
                <a:lnTo>
                  <a:pt x="684766" y="340767"/>
                </a:lnTo>
                <a:lnTo>
                  <a:pt x="684765" y="340848"/>
                </a:lnTo>
                <a:lnTo>
                  <a:pt x="684764" y="340928"/>
                </a:lnTo>
                <a:lnTo>
                  <a:pt x="684764" y="341008"/>
                </a:lnTo>
                <a:lnTo>
                  <a:pt x="684764" y="341085"/>
                </a:lnTo>
                <a:lnTo>
                  <a:pt x="684764" y="341161"/>
                </a:lnTo>
                <a:lnTo>
                  <a:pt x="684764" y="341235"/>
                </a:lnTo>
                <a:lnTo>
                  <a:pt x="684764" y="341308"/>
                </a:lnTo>
                <a:lnTo>
                  <a:pt x="684764" y="341379"/>
                </a:lnTo>
                <a:lnTo>
                  <a:pt x="684764" y="341448"/>
                </a:lnTo>
                <a:lnTo>
                  <a:pt x="684764" y="341516"/>
                </a:lnTo>
                <a:lnTo>
                  <a:pt x="684764" y="341582"/>
                </a:lnTo>
                <a:lnTo>
                  <a:pt x="684764" y="341646"/>
                </a:lnTo>
                <a:lnTo>
                  <a:pt x="684764" y="341708"/>
                </a:lnTo>
                <a:lnTo>
                  <a:pt x="684764" y="341769"/>
                </a:lnTo>
                <a:lnTo>
                  <a:pt x="684764" y="341828"/>
                </a:lnTo>
                <a:lnTo>
                  <a:pt x="684764" y="341886"/>
                </a:lnTo>
                <a:lnTo>
                  <a:pt x="684764" y="341942"/>
                </a:lnTo>
                <a:lnTo>
                  <a:pt x="684764" y="341996"/>
                </a:lnTo>
                <a:lnTo>
                  <a:pt x="684764" y="342049"/>
                </a:lnTo>
                <a:lnTo>
                  <a:pt x="684764" y="342100"/>
                </a:lnTo>
                <a:lnTo>
                  <a:pt x="684764" y="342149"/>
                </a:lnTo>
                <a:lnTo>
                  <a:pt x="684764" y="342196"/>
                </a:lnTo>
                <a:lnTo>
                  <a:pt x="684764" y="342242"/>
                </a:lnTo>
                <a:lnTo>
                  <a:pt x="684764" y="342286"/>
                </a:lnTo>
                <a:lnTo>
                  <a:pt x="684764" y="342329"/>
                </a:lnTo>
                <a:lnTo>
                  <a:pt x="684764" y="342370"/>
                </a:lnTo>
                <a:lnTo>
                  <a:pt x="684772" y="342981"/>
                </a:lnTo>
                <a:lnTo>
                  <a:pt x="684794" y="343584"/>
                </a:lnTo>
                <a:lnTo>
                  <a:pt x="684832" y="344182"/>
                </a:lnTo>
                <a:lnTo>
                  <a:pt x="684885" y="344772"/>
                </a:lnTo>
                <a:lnTo>
                  <a:pt x="684952" y="345356"/>
                </a:lnTo>
                <a:lnTo>
                  <a:pt x="685035" y="345934"/>
                </a:lnTo>
                <a:lnTo>
                  <a:pt x="685132" y="346504"/>
                </a:lnTo>
                <a:lnTo>
                  <a:pt x="685245" y="347068"/>
                </a:lnTo>
                <a:lnTo>
                  <a:pt x="685373" y="347625"/>
                </a:lnTo>
                <a:lnTo>
                  <a:pt x="685515" y="348176"/>
                </a:lnTo>
                <a:lnTo>
                  <a:pt x="685673" y="348720"/>
                </a:lnTo>
                <a:lnTo>
                  <a:pt x="685846" y="349257"/>
                </a:lnTo>
                <a:lnTo>
                  <a:pt x="686033" y="349788"/>
                </a:lnTo>
                <a:lnTo>
                  <a:pt x="686236" y="350312"/>
                </a:lnTo>
                <a:lnTo>
                  <a:pt x="686454" y="350829"/>
                </a:lnTo>
                <a:lnTo>
                  <a:pt x="686686" y="351339"/>
                </a:lnTo>
                <a:lnTo>
                  <a:pt x="686934" y="351843"/>
                </a:lnTo>
                <a:lnTo>
                  <a:pt x="687197" y="352340"/>
                </a:lnTo>
                <a:lnTo>
                  <a:pt x="687475" y="352831"/>
                </a:lnTo>
                <a:lnTo>
                  <a:pt x="687768" y="353315"/>
                </a:lnTo>
                <a:lnTo>
                  <a:pt x="688075" y="353792"/>
                </a:lnTo>
                <a:lnTo>
                  <a:pt x="688398" y="354262"/>
                </a:lnTo>
                <a:lnTo>
                  <a:pt x="688736" y="354726"/>
                </a:lnTo>
                <a:lnTo>
                  <a:pt x="689089" y="355183"/>
                </a:lnTo>
                <a:lnTo>
                  <a:pt x="689468" y="355620"/>
                </a:lnTo>
                <a:lnTo>
                  <a:pt x="689859" y="356048"/>
                </a:lnTo>
                <a:lnTo>
                  <a:pt x="690260" y="356467"/>
                </a:lnTo>
                <a:lnTo>
                  <a:pt x="690673" y="356879"/>
                </a:lnTo>
                <a:lnTo>
                  <a:pt x="691097" y="357281"/>
                </a:lnTo>
                <a:lnTo>
                  <a:pt x="691532" y="357676"/>
                </a:lnTo>
                <a:lnTo>
                  <a:pt x="691978" y="358062"/>
                </a:lnTo>
                <a:lnTo>
                  <a:pt x="692435" y="358440"/>
                </a:lnTo>
                <a:lnTo>
                  <a:pt x="692903" y="358810"/>
                </a:lnTo>
                <a:lnTo>
                  <a:pt x="693382" y="359171"/>
                </a:lnTo>
                <a:lnTo>
                  <a:pt x="693873" y="359524"/>
                </a:lnTo>
                <a:lnTo>
                  <a:pt x="694375" y="359868"/>
                </a:lnTo>
                <a:lnTo>
                  <a:pt x="694887" y="360205"/>
                </a:lnTo>
                <a:lnTo>
                  <a:pt x="695411" y="360532"/>
                </a:lnTo>
                <a:lnTo>
                  <a:pt x="695946" y="360852"/>
                </a:lnTo>
                <a:lnTo>
                  <a:pt x="696492" y="361163"/>
                </a:lnTo>
                <a:lnTo>
                  <a:pt x="697050" y="361466"/>
                </a:lnTo>
                <a:lnTo>
                  <a:pt x="697618" y="361760"/>
                </a:lnTo>
                <a:lnTo>
                  <a:pt x="698198" y="362046"/>
                </a:lnTo>
                <a:lnTo>
                  <a:pt x="698788" y="362324"/>
                </a:lnTo>
                <a:lnTo>
                  <a:pt x="699390" y="362594"/>
                </a:lnTo>
                <a:lnTo>
                  <a:pt x="700003" y="362855"/>
                </a:lnTo>
                <a:lnTo>
                  <a:pt x="700627" y="363108"/>
                </a:lnTo>
                <a:lnTo>
                  <a:pt x="701262" y="363352"/>
                </a:lnTo>
                <a:lnTo>
                  <a:pt x="701920" y="363574"/>
                </a:lnTo>
                <a:lnTo>
                  <a:pt x="702586" y="363787"/>
                </a:lnTo>
                <a:lnTo>
                  <a:pt x="703259" y="363990"/>
                </a:lnTo>
                <a:lnTo>
                  <a:pt x="703940" y="364184"/>
                </a:lnTo>
                <a:lnTo>
                  <a:pt x="704629" y="364368"/>
                </a:lnTo>
                <a:lnTo>
                  <a:pt x="705326" y="364543"/>
                </a:lnTo>
                <a:lnTo>
                  <a:pt x="706031" y="364709"/>
                </a:lnTo>
                <a:lnTo>
                  <a:pt x="706743" y="364865"/>
                </a:lnTo>
                <a:lnTo>
                  <a:pt x="707463" y="365011"/>
                </a:lnTo>
                <a:lnTo>
                  <a:pt x="708191" y="365148"/>
                </a:lnTo>
                <a:lnTo>
                  <a:pt x="708927" y="365276"/>
                </a:lnTo>
                <a:lnTo>
                  <a:pt x="709671" y="365394"/>
                </a:lnTo>
                <a:lnTo>
                  <a:pt x="710422" y="365503"/>
                </a:lnTo>
                <a:lnTo>
                  <a:pt x="711181" y="365602"/>
                </a:lnTo>
                <a:lnTo>
                  <a:pt x="711948" y="365692"/>
                </a:lnTo>
                <a:lnTo>
                  <a:pt x="712723" y="365772"/>
                </a:lnTo>
                <a:lnTo>
                  <a:pt x="713505" y="365843"/>
                </a:lnTo>
                <a:lnTo>
                  <a:pt x="714296" y="365905"/>
                </a:lnTo>
                <a:lnTo>
                  <a:pt x="715094" y="365957"/>
                </a:lnTo>
                <a:lnTo>
                  <a:pt x="715900" y="365999"/>
                </a:lnTo>
                <a:lnTo>
                  <a:pt x="716713" y="366032"/>
                </a:lnTo>
                <a:lnTo>
                  <a:pt x="717535" y="366056"/>
                </a:lnTo>
                <a:lnTo>
                  <a:pt x="718364" y="366070"/>
                </a:lnTo>
                <a:lnTo>
                  <a:pt x="719201" y="366075"/>
                </a:lnTo>
                <a:lnTo>
                  <a:pt x="720156" y="366070"/>
                </a:lnTo>
                <a:lnTo>
                  <a:pt x="721099" y="366056"/>
                </a:lnTo>
                <a:lnTo>
                  <a:pt x="722031" y="366032"/>
                </a:lnTo>
                <a:lnTo>
                  <a:pt x="722951" y="365999"/>
                </a:lnTo>
                <a:lnTo>
                  <a:pt x="723860" y="365957"/>
                </a:lnTo>
                <a:lnTo>
                  <a:pt x="724757" y="365905"/>
                </a:lnTo>
                <a:close/>
                <a:moveTo>
                  <a:pt x="1069778" y="304566"/>
                </a:moveTo>
                <a:lnTo>
                  <a:pt x="1069794" y="304660"/>
                </a:lnTo>
                <a:lnTo>
                  <a:pt x="1069810" y="304760"/>
                </a:lnTo>
                <a:lnTo>
                  <a:pt x="1069827" y="304867"/>
                </a:lnTo>
                <a:lnTo>
                  <a:pt x="1069845" y="304979"/>
                </a:lnTo>
                <a:lnTo>
                  <a:pt x="1069863" y="305098"/>
                </a:lnTo>
                <a:lnTo>
                  <a:pt x="1069882" y="305223"/>
                </a:lnTo>
                <a:lnTo>
                  <a:pt x="1069901" y="305354"/>
                </a:lnTo>
                <a:lnTo>
                  <a:pt x="1069921" y="305491"/>
                </a:lnTo>
                <a:lnTo>
                  <a:pt x="1069941" y="305634"/>
                </a:lnTo>
                <a:lnTo>
                  <a:pt x="1069962" y="305784"/>
                </a:lnTo>
                <a:lnTo>
                  <a:pt x="1069983" y="305939"/>
                </a:lnTo>
                <a:lnTo>
                  <a:pt x="1070005" y="306101"/>
                </a:lnTo>
                <a:lnTo>
                  <a:pt x="1070028" y="306268"/>
                </a:lnTo>
                <a:lnTo>
                  <a:pt x="1070051" y="306442"/>
                </a:lnTo>
                <a:lnTo>
                  <a:pt x="1070074" y="306622"/>
                </a:lnTo>
                <a:lnTo>
                  <a:pt x="1070099" y="306808"/>
                </a:lnTo>
                <a:lnTo>
                  <a:pt x="1070123" y="307000"/>
                </a:lnTo>
                <a:lnTo>
                  <a:pt x="1070149" y="307198"/>
                </a:lnTo>
                <a:lnTo>
                  <a:pt x="1070174" y="307403"/>
                </a:lnTo>
                <a:lnTo>
                  <a:pt x="1070201" y="307613"/>
                </a:lnTo>
                <a:lnTo>
                  <a:pt x="1084936" y="307613"/>
                </a:lnTo>
                <a:lnTo>
                  <a:pt x="1084936" y="305691"/>
                </a:lnTo>
                <a:lnTo>
                  <a:pt x="1084944" y="305162"/>
                </a:lnTo>
                <a:lnTo>
                  <a:pt x="1084969" y="304643"/>
                </a:lnTo>
                <a:lnTo>
                  <a:pt x="1085009" y="304135"/>
                </a:lnTo>
                <a:lnTo>
                  <a:pt x="1085065" y="303636"/>
                </a:lnTo>
                <a:lnTo>
                  <a:pt x="1085138" y="303147"/>
                </a:lnTo>
                <a:lnTo>
                  <a:pt x="1085227" y="302668"/>
                </a:lnTo>
                <a:lnTo>
                  <a:pt x="1085332" y="302199"/>
                </a:lnTo>
                <a:lnTo>
                  <a:pt x="1085453" y="301740"/>
                </a:lnTo>
                <a:lnTo>
                  <a:pt x="1085590" y="301292"/>
                </a:lnTo>
                <a:lnTo>
                  <a:pt x="1085743" y="300853"/>
                </a:lnTo>
                <a:lnTo>
                  <a:pt x="1085912" y="300424"/>
                </a:lnTo>
                <a:lnTo>
                  <a:pt x="1086098" y="300005"/>
                </a:lnTo>
                <a:lnTo>
                  <a:pt x="1086299" y="299596"/>
                </a:lnTo>
                <a:lnTo>
                  <a:pt x="1086517" y="299198"/>
                </a:lnTo>
                <a:lnTo>
                  <a:pt x="1086751" y="298809"/>
                </a:lnTo>
                <a:lnTo>
                  <a:pt x="1087001" y="298430"/>
                </a:lnTo>
                <a:lnTo>
                  <a:pt x="1087267" y="298061"/>
                </a:lnTo>
                <a:lnTo>
                  <a:pt x="1087549" y="297703"/>
                </a:lnTo>
                <a:lnTo>
                  <a:pt x="1087848" y="297354"/>
                </a:lnTo>
                <a:lnTo>
                  <a:pt x="1088162" y="297015"/>
                </a:lnTo>
                <a:lnTo>
                  <a:pt x="1088493" y="296687"/>
                </a:lnTo>
                <a:lnTo>
                  <a:pt x="1088839" y="296368"/>
                </a:lnTo>
                <a:lnTo>
                  <a:pt x="1089202" y="296059"/>
                </a:lnTo>
                <a:lnTo>
                  <a:pt x="1089581" y="295761"/>
                </a:lnTo>
                <a:lnTo>
                  <a:pt x="1089975" y="295473"/>
                </a:lnTo>
                <a:lnTo>
                  <a:pt x="1090382" y="295198"/>
                </a:lnTo>
                <a:lnTo>
                  <a:pt x="1090803" y="294935"/>
                </a:lnTo>
                <a:lnTo>
                  <a:pt x="1091236" y="294684"/>
                </a:lnTo>
                <a:lnTo>
                  <a:pt x="1091684" y="294445"/>
                </a:lnTo>
                <a:lnTo>
                  <a:pt x="1092144" y="294219"/>
                </a:lnTo>
                <a:lnTo>
                  <a:pt x="1092618" y="294005"/>
                </a:lnTo>
                <a:lnTo>
                  <a:pt x="1093105" y="293803"/>
                </a:lnTo>
                <a:lnTo>
                  <a:pt x="1093606" y="293613"/>
                </a:lnTo>
                <a:lnTo>
                  <a:pt x="1094119" y="293436"/>
                </a:lnTo>
                <a:lnTo>
                  <a:pt x="1094647" y="293271"/>
                </a:lnTo>
                <a:lnTo>
                  <a:pt x="1095187" y="293118"/>
                </a:lnTo>
                <a:lnTo>
                  <a:pt x="1095741" y="292977"/>
                </a:lnTo>
                <a:lnTo>
                  <a:pt x="1096308" y="292849"/>
                </a:lnTo>
                <a:lnTo>
                  <a:pt x="1096889" y="292733"/>
                </a:lnTo>
                <a:lnTo>
                  <a:pt x="1097483" y="292629"/>
                </a:lnTo>
                <a:lnTo>
                  <a:pt x="1098090" y="292537"/>
                </a:lnTo>
                <a:lnTo>
                  <a:pt x="1098711" y="292457"/>
                </a:lnTo>
                <a:lnTo>
                  <a:pt x="1099345" y="292390"/>
                </a:lnTo>
                <a:lnTo>
                  <a:pt x="1099992" y="292335"/>
                </a:lnTo>
                <a:lnTo>
                  <a:pt x="1100653" y="292292"/>
                </a:lnTo>
                <a:lnTo>
                  <a:pt x="1101327" y="292261"/>
                </a:lnTo>
                <a:lnTo>
                  <a:pt x="1102014" y="292243"/>
                </a:lnTo>
                <a:lnTo>
                  <a:pt x="1102715" y="292237"/>
                </a:lnTo>
                <a:lnTo>
                  <a:pt x="1103480" y="292243"/>
                </a:lnTo>
                <a:lnTo>
                  <a:pt x="1104226" y="292261"/>
                </a:lnTo>
                <a:lnTo>
                  <a:pt x="1104953" y="292292"/>
                </a:lnTo>
                <a:lnTo>
                  <a:pt x="1105660" y="292335"/>
                </a:lnTo>
                <a:lnTo>
                  <a:pt x="1106350" y="292390"/>
                </a:lnTo>
                <a:lnTo>
                  <a:pt x="1107020" y="292457"/>
                </a:lnTo>
                <a:lnTo>
                  <a:pt x="1107671" y="292537"/>
                </a:lnTo>
                <a:lnTo>
                  <a:pt x="1108303" y="292629"/>
                </a:lnTo>
                <a:lnTo>
                  <a:pt x="1108917" y="292733"/>
                </a:lnTo>
                <a:lnTo>
                  <a:pt x="1109511" y="292849"/>
                </a:lnTo>
                <a:lnTo>
                  <a:pt x="1110087" y="292977"/>
                </a:lnTo>
                <a:lnTo>
                  <a:pt x="1110644" y="293118"/>
                </a:lnTo>
                <a:lnTo>
                  <a:pt x="1111181" y="293271"/>
                </a:lnTo>
                <a:lnTo>
                  <a:pt x="1111700" y="293436"/>
                </a:lnTo>
                <a:lnTo>
                  <a:pt x="1112200" y="293613"/>
                </a:lnTo>
                <a:lnTo>
                  <a:pt x="1112681" y="293803"/>
                </a:lnTo>
                <a:lnTo>
                  <a:pt x="1113143" y="294005"/>
                </a:lnTo>
                <a:lnTo>
                  <a:pt x="1113587" y="294219"/>
                </a:lnTo>
                <a:lnTo>
                  <a:pt x="1114011" y="294445"/>
                </a:lnTo>
                <a:lnTo>
                  <a:pt x="1114416" y="294684"/>
                </a:lnTo>
                <a:lnTo>
                  <a:pt x="1114803" y="294935"/>
                </a:lnTo>
                <a:lnTo>
                  <a:pt x="1115171" y="295198"/>
                </a:lnTo>
                <a:lnTo>
                  <a:pt x="1115519" y="295473"/>
                </a:lnTo>
                <a:lnTo>
                  <a:pt x="1115849" y="295761"/>
                </a:lnTo>
                <a:lnTo>
                  <a:pt x="1116176" y="296062"/>
                </a:lnTo>
                <a:lnTo>
                  <a:pt x="1116489" y="296377"/>
                </a:lnTo>
                <a:lnTo>
                  <a:pt x="1116787" y="296707"/>
                </a:lnTo>
                <a:lnTo>
                  <a:pt x="1117073" y="297051"/>
                </a:lnTo>
                <a:lnTo>
                  <a:pt x="1117344" y="297410"/>
                </a:lnTo>
                <a:lnTo>
                  <a:pt x="1117601" y="297783"/>
                </a:lnTo>
                <a:lnTo>
                  <a:pt x="1117844" y="298170"/>
                </a:lnTo>
                <a:lnTo>
                  <a:pt x="1118074" y="298573"/>
                </a:lnTo>
                <a:lnTo>
                  <a:pt x="1118289" y="298989"/>
                </a:lnTo>
                <a:lnTo>
                  <a:pt x="1118491" y="299420"/>
                </a:lnTo>
                <a:lnTo>
                  <a:pt x="1118678" y="299866"/>
                </a:lnTo>
                <a:lnTo>
                  <a:pt x="1118852" y="300326"/>
                </a:lnTo>
                <a:lnTo>
                  <a:pt x="1119012" y="300800"/>
                </a:lnTo>
                <a:lnTo>
                  <a:pt x="1119158" y="301289"/>
                </a:lnTo>
                <a:lnTo>
                  <a:pt x="1119290" y="301792"/>
                </a:lnTo>
                <a:lnTo>
                  <a:pt x="1119408" y="302310"/>
                </a:lnTo>
                <a:lnTo>
                  <a:pt x="1119513" y="302842"/>
                </a:lnTo>
                <a:lnTo>
                  <a:pt x="1119603" y="303389"/>
                </a:lnTo>
                <a:lnTo>
                  <a:pt x="1119679" y="303950"/>
                </a:lnTo>
                <a:lnTo>
                  <a:pt x="1119742" y="304526"/>
                </a:lnTo>
                <a:lnTo>
                  <a:pt x="1119791" y="305116"/>
                </a:lnTo>
                <a:lnTo>
                  <a:pt x="1119825" y="305720"/>
                </a:lnTo>
                <a:lnTo>
                  <a:pt x="1119846" y="306339"/>
                </a:lnTo>
                <a:lnTo>
                  <a:pt x="1119853" y="306973"/>
                </a:lnTo>
                <a:lnTo>
                  <a:pt x="1119853" y="315942"/>
                </a:lnTo>
                <a:lnTo>
                  <a:pt x="1118278" y="315947"/>
                </a:lnTo>
                <a:lnTo>
                  <a:pt x="1116728" y="315961"/>
                </a:lnTo>
                <a:lnTo>
                  <a:pt x="1115203" y="315985"/>
                </a:lnTo>
                <a:lnTo>
                  <a:pt x="1113705" y="316018"/>
                </a:lnTo>
                <a:lnTo>
                  <a:pt x="1112231" y="316060"/>
                </a:lnTo>
                <a:lnTo>
                  <a:pt x="1110784" y="316112"/>
                </a:lnTo>
                <a:lnTo>
                  <a:pt x="1109362" y="316174"/>
                </a:lnTo>
                <a:lnTo>
                  <a:pt x="1107965" y="316245"/>
                </a:lnTo>
                <a:lnTo>
                  <a:pt x="1106594" y="316325"/>
                </a:lnTo>
                <a:lnTo>
                  <a:pt x="1105249" y="316415"/>
                </a:lnTo>
                <a:lnTo>
                  <a:pt x="1103929" y="316514"/>
                </a:lnTo>
                <a:lnTo>
                  <a:pt x="1102635" y="316623"/>
                </a:lnTo>
                <a:lnTo>
                  <a:pt x="1101366" y="316741"/>
                </a:lnTo>
                <a:lnTo>
                  <a:pt x="1100124" y="316869"/>
                </a:lnTo>
                <a:lnTo>
                  <a:pt x="1098906" y="317006"/>
                </a:lnTo>
                <a:lnTo>
                  <a:pt x="1097714" y="317152"/>
                </a:lnTo>
                <a:lnTo>
                  <a:pt x="1096548" y="317308"/>
                </a:lnTo>
                <a:lnTo>
                  <a:pt x="1095407" y="317474"/>
                </a:lnTo>
                <a:lnTo>
                  <a:pt x="1094292" y="317649"/>
                </a:lnTo>
                <a:lnTo>
                  <a:pt x="1093203" y="317833"/>
                </a:lnTo>
                <a:lnTo>
                  <a:pt x="1092139" y="318027"/>
                </a:lnTo>
                <a:lnTo>
                  <a:pt x="1091101" y="318230"/>
                </a:lnTo>
                <a:lnTo>
                  <a:pt x="1090088" y="318443"/>
                </a:lnTo>
                <a:lnTo>
                  <a:pt x="1089101" y="318665"/>
                </a:lnTo>
                <a:lnTo>
                  <a:pt x="1088151" y="318897"/>
                </a:lnTo>
                <a:lnTo>
                  <a:pt x="1087222" y="319141"/>
                </a:lnTo>
                <a:lnTo>
                  <a:pt x="1086315" y="319396"/>
                </a:lnTo>
                <a:lnTo>
                  <a:pt x="1085430" y="319661"/>
                </a:lnTo>
                <a:lnTo>
                  <a:pt x="1084567" y="319938"/>
                </a:lnTo>
                <a:lnTo>
                  <a:pt x="1083725" y="320227"/>
                </a:lnTo>
                <a:lnTo>
                  <a:pt x="1082905" y="320526"/>
                </a:lnTo>
                <a:lnTo>
                  <a:pt x="1082107" y="320836"/>
                </a:lnTo>
                <a:lnTo>
                  <a:pt x="1081330" y="321158"/>
                </a:lnTo>
                <a:lnTo>
                  <a:pt x="1080575" y="321490"/>
                </a:lnTo>
                <a:lnTo>
                  <a:pt x="1079842" y="321834"/>
                </a:lnTo>
                <a:lnTo>
                  <a:pt x="1079130" y="322189"/>
                </a:lnTo>
                <a:lnTo>
                  <a:pt x="1078440" y="322555"/>
                </a:lnTo>
                <a:lnTo>
                  <a:pt x="1077772" y="322932"/>
                </a:lnTo>
                <a:lnTo>
                  <a:pt x="1077126" y="323320"/>
                </a:lnTo>
                <a:lnTo>
                  <a:pt x="1076501" y="323719"/>
                </a:lnTo>
                <a:lnTo>
                  <a:pt x="1075898" y="324130"/>
                </a:lnTo>
                <a:lnTo>
                  <a:pt x="1075316" y="324551"/>
                </a:lnTo>
                <a:lnTo>
                  <a:pt x="1074757" y="324984"/>
                </a:lnTo>
                <a:lnTo>
                  <a:pt x="1074218" y="325428"/>
                </a:lnTo>
                <a:lnTo>
                  <a:pt x="1073702" y="325882"/>
                </a:lnTo>
                <a:lnTo>
                  <a:pt x="1073207" y="326349"/>
                </a:lnTo>
                <a:lnTo>
                  <a:pt x="1072734" y="326826"/>
                </a:lnTo>
                <a:lnTo>
                  <a:pt x="1072283" y="327314"/>
                </a:lnTo>
                <a:lnTo>
                  <a:pt x="1071865" y="327801"/>
                </a:lnTo>
                <a:lnTo>
                  <a:pt x="1071464" y="328302"/>
                </a:lnTo>
                <a:lnTo>
                  <a:pt x="1071082" y="328816"/>
                </a:lnTo>
                <a:lnTo>
                  <a:pt x="1070717" y="329343"/>
                </a:lnTo>
                <a:lnTo>
                  <a:pt x="1070370" y="329883"/>
                </a:lnTo>
                <a:lnTo>
                  <a:pt x="1070041" y="330437"/>
                </a:lnTo>
                <a:lnTo>
                  <a:pt x="1069729" y="331005"/>
                </a:lnTo>
                <a:lnTo>
                  <a:pt x="1069436" y="331585"/>
                </a:lnTo>
                <a:lnTo>
                  <a:pt x="1069160" y="332179"/>
                </a:lnTo>
                <a:lnTo>
                  <a:pt x="1068902" y="332786"/>
                </a:lnTo>
                <a:lnTo>
                  <a:pt x="1068661" y="333407"/>
                </a:lnTo>
                <a:lnTo>
                  <a:pt x="1068439" y="334041"/>
                </a:lnTo>
                <a:lnTo>
                  <a:pt x="1068234" y="334688"/>
                </a:lnTo>
                <a:lnTo>
                  <a:pt x="1068048" y="335349"/>
                </a:lnTo>
                <a:lnTo>
                  <a:pt x="1067878" y="336023"/>
                </a:lnTo>
                <a:lnTo>
                  <a:pt x="1067727" y="336711"/>
                </a:lnTo>
                <a:lnTo>
                  <a:pt x="1067594" y="337411"/>
                </a:lnTo>
                <a:lnTo>
                  <a:pt x="1067478" y="338125"/>
                </a:lnTo>
                <a:lnTo>
                  <a:pt x="1067380" y="338853"/>
                </a:lnTo>
                <a:lnTo>
                  <a:pt x="1067300" y="339594"/>
                </a:lnTo>
                <a:lnTo>
                  <a:pt x="1067238" y="340348"/>
                </a:lnTo>
                <a:lnTo>
                  <a:pt x="1067193" y="341115"/>
                </a:lnTo>
                <a:lnTo>
                  <a:pt x="1067167" y="341896"/>
                </a:lnTo>
                <a:lnTo>
                  <a:pt x="1067158" y="342690"/>
                </a:lnTo>
                <a:lnTo>
                  <a:pt x="1067169" y="343641"/>
                </a:lnTo>
                <a:lnTo>
                  <a:pt x="1067204" y="344573"/>
                </a:lnTo>
                <a:lnTo>
                  <a:pt x="1067263" y="345486"/>
                </a:lnTo>
                <a:lnTo>
                  <a:pt x="1067345" y="346379"/>
                </a:lnTo>
                <a:lnTo>
                  <a:pt x="1067450" y="347252"/>
                </a:lnTo>
                <a:lnTo>
                  <a:pt x="1067578" y="348106"/>
                </a:lnTo>
                <a:lnTo>
                  <a:pt x="1067730" y="348940"/>
                </a:lnTo>
                <a:lnTo>
                  <a:pt x="1067905" y="349755"/>
                </a:lnTo>
                <a:lnTo>
                  <a:pt x="1068104" y="350551"/>
                </a:lnTo>
                <a:lnTo>
                  <a:pt x="1068326" y="351327"/>
                </a:lnTo>
                <a:lnTo>
                  <a:pt x="1068571" y="352084"/>
                </a:lnTo>
                <a:lnTo>
                  <a:pt x="1068839" y="352821"/>
                </a:lnTo>
                <a:lnTo>
                  <a:pt x="1069131" y="353539"/>
                </a:lnTo>
                <a:lnTo>
                  <a:pt x="1069447" y="354237"/>
                </a:lnTo>
                <a:lnTo>
                  <a:pt x="1069785" y="354916"/>
                </a:lnTo>
                <a:lnTo>
                  <a:pt x="1070147" y="355575"/>
                </a:lnTo>
                <a:lnTo>
                  <a:pt x="1070533" y="356215"/>
                </a:lnTo>
                <a:lnTo>
                  <a:pt x="1070942" y="356835"/>
                </a:lnTo>
                <a:lnTo>
                  <a:pt x="1071374" y="357436"/>
                </a:lnTo>
                <a:lnTo>
                  <a:pt x="1071829" y="358017"/>
                </a:lnTo>
                <a:lnTo>
                  <a:pt x="1072308" y="358579"/>
                </a:lnTo>
                <a:lnTo>
                  <a:pt x="1072810" y="359122"/>
                </a:lnTo>
                <a:lnTo>
                  <a:pt x="1073336" y="359645"/>
                </a:lnTo>
                <a:lnTo>
                  <a:pt x="1073885" y="360149"/>
                </a:lnTo>
                <a:lnTo>
                  <a:pt x="1074469" y="360632"/>
                </a:lnTo>
                <a:lnTo>
                  <a:pt x="1075073" y="361095"/>
                </a:lnTo>
                <a:lnTo>
                  <a:pt x="1075697" y="361538"/>
                </a:lnTo>
                <a:lnTo>
                  <a:pt x="1076341" y="361959"/>
                </a:lnTo>
                <a:lnTo>
                  <a:pt x="1077005" y="362361"/>
                </a:lnTo>
                <a:lnTo>
                  <a:pt x="1077689" y="362741"/>
                </a:lnTo>
                <a:lnTo>
                  <a:pt x="1078393" y="363101"/>
                </a:lnTo>
                <a:lnTo>
                  <a:pt x="1079117" y="363441"/>
                </a:lnTo>
                <a:lnTo>
                  <a:pt x="1079861" y="363760"/>
                </a:lnTo>
                <a:lnTo>
                  <a:pt x="1080625" y="364058"/>
                </a:lnTo>
                <a:lnTo>
                  <a:pt x="1081409" y="364336"/>
                </a:lnTo>
                <a:lnTo>
                  <a:pt x="1082214" y="364593"/>
                </a:lnTo>
                <a:lnTo>
                  <a:pt x="1083038" y="364830"/>
                </a:lnTo>
                <a:lnTo>
                  <a:pt x="1083882" y="365046"/>
                </a:lnTo>
                <a:lnTo>
                  <a:pt x="1084746" y="365241"/>
                </a:lnTo>
                <a:lnTo>
                  <a:pt x="1085630" y="365416"/>
                </a:lnTo>
                <a:lnTo>
                  <a:pt x="1086535" y="365571"/>
                </a:lnTo>
                <a:lnTo>
                  <a:pt x="1087459" y="365704"/>
                </a:lnTo>
                <a:lnTo>
                  <a:pt x="1088403" y="365818"/>
                </a:lnTo>
                <a:lnTo>
                  <a:pt x="1089368" y="365910"/>
                </a:lnTo>
                <a:lnTo>
                  <a:pt x="1090352" y="365982"/>
                </a:lnTo>
                <a:lnTo>
                  <a:pt x="1091356" y="366034"/>
                </a:lnTo>
                <a:lnTo>
                  <a:pt x="1092381" y="366065"/>
                </a:lnTo>
                <a:lnTo>
                  <a:pt x="1093425" y="366075"/>
                </a:lnTo>
                <a:lnTo>
                  <a:pt x="1093905" y="366073"/>
                </a:lnTo>
                <a:lnTo>
                  <a:pt x="1094383" y="366066"/>
                </a:lnTo>
                <a:lnTo>
                  <a:pt x="1094859" y="366055"/>
                </a:lnTo>
                <a:lnTo>
                  <a:pt x="1095334" y="366039"/>
                </a:lnTo>
                <a:lnTo>
                  <a:pt x="1095807" y="366019"/>
                </a:lnTo>
                <a:lnTo>
                  <a:pt x="1096278" y="365995"/>
                </a:lnTo>
                <a:lnTo>
                  <a:pt x="1096748" y="365966"/>
                </a:lnTo>
                <a:lnTo>
                  <a:pt x="1097216" y="365932"/>
                </a:lnTo>
                <a:lnTo>
                  <a:pt x="1097682" y="365895"/>
                </a:lnTo>
                <a:lnTo>
                  <a:pt x="1098147" y="365852"/>
                </a:lnTo>
                <a:lnTo>
                  <a:pt x="1098610" y="365806"/>
                </a:lnTo>
                <a:lnTo>
                  <a:pt x="1099071" y="365755"/>
                </a:lnTo>
                <a:lnTo>
                  <a:pt x="1099531" y="365699"/>
                </a:lnTo>
                <a:lnTo>
                  <a:pt x="1099989" y="365639"/>
                </a:lnTo>
                <a:lnTo>
                  <a:pt x="1100445" y="365574"/>
                </a:lnTo>
                <a:lnTo>
                  <a:pt x="1100900" y="365505"/>
                </a:lnTo>
                <a:lnTo>
                  <a:pt x="1101353" y="365432"/>
                </a:lnTo>
                <a:lnTo>
                  <a:pt x="1101804" y="365354"/>
                </a:lnTo>
                <a:lnTo>
                  <a:pt x="1102254" y="365272"/>
                </a:lnTo>
                <a:lnTo>
                  <a:pt x="1102702" y="365185"/>
                </a:lnTo>
                <a:lnTo>
                  <a:pt x="1103148" y="365094"/>
                </a:lnTo>
                <a:lnTo>
                  <a:pt x="1103593" y="364998"/>
                </a:lnTo>
                <a:lnTo>
                  <a:pt x="1104036" y="364898"/>
                </a:lnTo>
                <a:lnTo>
                  <a:pt x="1104477" y="364794"/>
                </a:lnTo>
                <a:lnTo>
                  <a:pt x="1104916" y="364697"/>
                </a:lnTo>
                <a:lnTo>
                  <a:pt x="1105351" y="364594"/>
                </a:lnTo>
                <a:lnTo>
                  <a:pt x="1105783" y="364486"/>
                </a:lnTo>
                <a:lnTo>
                  <a:pt x="1106212" y="364371"/>
                </a:lnTo>
                <a:lnTo>
                  <a:pt x="1106638" y="364250"/>
                </a:lnTo>
                <a:lnTo>
                  <a:pt x="1107060" y="364123"/>
                </a:lnTo>
                <a:lnTo>
                  <a:pt x="1107479" y="363990"/>
                </a:lnTo>
                <a:lnTo>
                  <a:pt x="1107894" y="363850"/>
                </a:lnTo>
                <a:lnTo>
                  <a:pt x="1108306" y="363705"/>
                </a:lnTo>
                <a:lnTo>
                  <a:pt x="1108715" y="363553"/>
                </a:lnTo>
                <a:lnTo>
                  <a:pt x="1109120" y="363396"/>
                </a:lnTo>
                <a:lnTo>
                  <a:pt x="1109522" y="363232"/>
                </a:lnTo>
                <a:lnTo>
                  <a:pt x="1109921" y="363062"/>
                </a:lnTo>
                <a:lnTo>
                  <a:pt x="1110317" y="362886"/>
                </a:lnTo>
                <a:lnTo>
                  <a:pt x="1110709" y="362704"/>
                </a:lnTo>
                <a:lnTo>
                  <a:pt x="1111097" y="362516"/>
                </a:lnTo>
                <a:lnTo>
                  <a:pt x="1111483" y="362321"/>
                </a:lnTo>
                <a:lnTo>
                  <a:pt x="1111865" y="362121"/>
                </a:lnTo>
                <a:lnTo>
                  <a:pt x="1112244" y="361914"/>
                </a:lnTo>
                <a:lnTo>
                  <a:pt x="1112619" y="361701"/>
                </a:lnTo>
                <a:lnTo>
                  <a:pt x="1112991" y="361483"/>
                </a:lnTo>
                <a:lnTo>
                  <a:pt x="1113360" y="361258"/>
                </a:lnTo>
                <a:lnTo>
                  <a:pt x="1113725" y="361026"/>
                </a:lnTo>
                <a:lnTo>
                  <a:pt x="1114087" y="360789"/>
                </a:lnTo>
                <a:lnTo>
                  <a:pt x="1114445" y="360532"/>
                </a:lnTo>
                <a:lnTo>
                  <a:pt x="1114797" y="360269"/>
                </a:lnTo>
                <a:lnTo>
                  <a:pt x="1115143" y="359998"/>
                </a:lnTo>
                <a:lnTo>
                  <a:pt x="1115484" y="359721"/>
                </a:lnTo>
                <a:lnTo>
                  <a:pt x="1115820" y="359438"/>
                </a:lnTo>
                <a:lnTo>
                  <a:pt x="1116149" y="359148"/>
                </a:lnTo>
                <a:lnTo>
                  <a:pt x="1116474" y="358851"/>
                </a:lnTo>
                <a:lnTo>
                  <a:pt x="1116792" y="358547"/>
                </a:lnTo>
                <a:lnTo>
                  <a:pt x="1117105" y="358237"/>
                </a:lnTo>
                <a:lnTo>
                  <a:pt x="1117413" y="357920"/>
                </a:lnTo>
                <a:lnTo>
                  <a:pt x="1117715" y="357596"/>
                </a:lnTo>
                <a:lnTo>
                  <a:pt x="1118011" y="357266"/>
                </a:lnTo>
                <a:lnTo>
                  <a:pt x="1118302" y="356929"/>
                </a:lnTo>
                <a:lnTo>
                  <a:pt x="1118587" y="356585"/>
                </a:lnTo>
                <a:lnTo>
                  <a:pt x="1118867" y="356234"/>
                </a:lnTo>
                <a:lnTo>
                  <a:pt x="1119141" y="355877"/>
                </a:lnTo>
                <a:lnTo>
                  <a:pt x="1119410" y="355514"/>
                </a:lnTo>
                <a:lnTo>
                  <a:pt x="1119673" y="355143"/>
                </a:lnTo>
                <a:lnTo>
                  <a:pt x="1119931" y="354766"/>
                </a:lnTo>
                <a:lnTo>
                  <a:pt x="1120182" y="354383"/>
                </a:lnTo>
                <a:lnTo>
                  <a:pt x="1120429" y="353992"/>
                </a:lnTo>
                <a:lnTo>
                  <a:pt x="1120670" y="353595"/>
                </a:lnTo>
                <a:lnTo>
                  <a:pt x="1120905" y="353191"/>
                </a:lnTo>
                <a:lnTo>
                  <a:pt x="1121135" y="352781"/>
                </a:lnTo>
                <a:lnTo>
                  <a:pt x="1121176" y="353204"/>
                </a:lnTo>
                <a:lnTo>
                  <a:pt x="1121221" y="353620"/>
                </a:lnTo>
                <a:lnTo>
                  <a:pt x="1121270" y="354027"/>
                </a:lnTo>
                <a:lnTo>
                  <a:pt x="1121321" y="354427"/>
                </a:lnTo>
                <a:lnTo>
                  <a:pt x="1121377" y="354819"/>
                </a:lnTo>
                <a:lnTo>
                  <a:pt x="1121435" y="355203"/>
                </a:lnTo>
                <a:lnTo>
                  <a:pt x="1121497" y="355580"/>
                </a:lnTo>
                <a:lnTo>
                  <a:pt x="1121562" y="355949"/>
                </a:lnTo>
                <a:lnTo>
                  <a:pt x="1121630" y="356310"/>
                </a:lnTo>
                <a:lnTo>
                  <a:pt x="1121702" y="356663"/>
                </a:lnTo>
                <a:lnTo>
                  <a:pt x="1121777" y="357008"/>
                </a:lnTo>
                <a:lnTo>
                  <a:pt x="1121855" y="357346"/>
                </a:lnTo>
                <a:lnTo>
                  <a:pt x="1121937" y="357675"/>
                </a:lnTo>
                <a:lnTo>
                  <a:pt x="1122022" y="357997"/>
                </a:lnTo>
                <a:lnTo>
                  <a:pt x="1122111" y="358312"/>
                </a:lnTo>
                <a:lnTo>
                  <a:pt x="1122202" y="358618"/>
                </a:lnTo>
                <a:lnTo>
                  <a:pt x="1122297" y="358917"/>
                </a:lnTo>
                <a:lnTo>
                  <a:pt x="1122396" y="359208"/>
                </a:lnTo>
                <a:lnTo>
                  <a:pt x="1122498" y="359491"/>
                </a:lnTo>
                <a:lnTo>
                  <a:pt x="1122603" y="359766"/>
                </a:lnTo>
                <a:lnTo>
                  <a:pt x="1122711" y="360033"/>
                </a:lnTo>
                <a:lnTo>
                  <a:pt x="1122823" y="360293"/>
                </a:lnTo>
                <a:lnTo>
                  <a:pt x="1122938" y="360545"/>
                </a:lnTo>
                <a:lnTo>
                  <a:pt x="1123057" y="360789"/>
                </a:lnTo>
                <a:lnTo>
                  <a:pt x="1123180" y="361026"/>
                </a:lnTo>
                <a:lnTo>
                  <a:pt x="1123308" y="361258"/>
                </a:lnTo>
                <a:lnTo>
                  <a:pt x="1123442" y="361483"/>
                </a:lnTo>
                <a:lnTo>
                  <a:pt x="1123582" y="361701"/>
                </a:lnTo>
                <a:lnTo>
                  <a:pt x="1123727" y="361914"/>
                </a:lnTo>
                <a:lnTo>
                  <a:pt x="1123877" y="362121"/>
                </a:lnTo>
                <a:lnTo>
                  <a:pt x="1124034" y="362321"/>
                </a:lnTo>
                <a:lnTo>
                  <a:pt x="1124196" y="362516"/>
                </a:lnTo>
                <a:lnTo>
                  <a:pt x="1124363" y="362704"/>
                </a:lnTo>
                <a:lnTo>
                  <a:pt x="1124536" y="362886"/>
                </a:lnTo>
                <a:lnTo>
                  <a:pt x="1124714" y="363062"/>
                </a:lnTo>
                <a:lnTo>
                  <a:pt x="1124899" y="363232"/>
                </a:lnTo>
                <a:lnTo>
                  <a:pt x="1125088" y="363396"/>
                </a:lnTo>
                <a:lnTo>
                  <a:pt x="1125283" y="363553"/>
                </a:lnTo>
                <a:lnTo>
                  <a:pt x="1125484" y="363705"/>
                </a:lnTo>
                <a:lnTo>
                  <a:pt x="1125691" y="363850"/>
                </a:lnTo>
                <a:lnTo>
                  <a:pt x="1125902" y="363990"/>
                </a:lnTo>
                <a:lnTo>
                  <a:pt x="1126120" y="364123"/>
                </a:lnTo>
                <a:lnTo>
                  <a:pt x="1126343" y="364250"/>
                </a:lnTo>
                <a:lnTo>
                  <a:pt x="1126571" y="364371"/>
                </a:lnTo>
                <a:lnTo>
                  <a:pt x="1126806" y="364486"/>
                </a:lnTo>
                <a:lnTo>
                  <a:pt x="1127045" y="364594"/>
                </a:lnTo>
                <a:lnTo>
                  <a:pt x="1127291" y="364697"/>
                </a:lnTo>
                <a:lnTo>
                  <a:pt x="1127541" y="364794"/>
                </a:lnTo>
                <a:lnTo>
                  <a:pt x="1127798" y="364898"/>
                </a:lnTo>
                <a:lnTo>
                  <a:pt x="1128061" y="364998"/>
                </a:lnTo>
                <a:lnTo>
                  <a:pt x="1128330" y="365094"/>
                </a:lnTo>
                <a:lnTo>
                  <a:pt x="1128605" y="365185"/>
                </a:lnTo>
                <a:lnTo>
                  <a:pt x="1128886" y="365272"/>
                </a:lnTo>
                <a:lnTo>
                  <a:pt x="1129173" y="365354"/>
                </a:lnTo>
                <a:lnTo>
                  <a:pt x="1129466" y="365432"/>
                </a:lnTo>
                <a:lnTo>
                  <a:pt x="1129766" y="365505"/>
                </a:lnTo>
                <a:lnTo>
                  <a:pt x="1130072" y="365574"/>
                </a:lnTo>
                <a:lnTo>
                  <a:pt x="1130383" y="365639"/>
                </a:lnTo>
                <a:lnTo>
                  <a:pt x="1130701" y="365699"/>
                </a:lnTo>
                <a:lnTo>
                  <a:pt x="1131025" y="365755"/>
                </a:lnTo>
                <a:lnTo>
                  <a:pt x="1131355" y="365806"/>
                </a:lnTo>
                <a:lnTo>
                  <a:pt x="1131691" y="365852"/>
                </a:lnTo>
                <a:lnTo>
                  <a:pt x="1132034" y="365895"/>
                </a:lnTo>
                <a:lnTo>
                  <a:pt x="1132382" y="365932"/>
                </a:lnTo>
                <a:lnTo>
                  <a:pt x="1132737" y="365966"/>
                </a:lnTo>
                <a:lnTo>
                  <a:pt x="1133097" y="365995"/>
                </a:lnTo>
                <a:lnTo>
                  <a:pt x="1133464" y="366019"/>
                </a:lnTo>
                <a:lnTo>
                  <a:pt x="1133837" y="366039"/>
                </a:lnTo>
                <a:lnTo>
                  <a:pt x="1134216" y="366055"/>
                </a:lnTo>
                <a:lnTo>
                  <a:pt x="1134601" y="366066"/>
                </a:lnTo>
                <a:lnTo>
                  <a:pt x="1134992" y="366073"/>
                </a:lnTo>
                <a:lnTo>
                  <a:pt x="1135390" y="366075"/>
                </a:lnTo>
                <a:lnTo>
                  <a:pt x="1135669" y="366073"/>
                </a:lnTo>
                <a:lnTo>
                  <a:pt x="1135948" y="366069"/>
                </a:lnTo>
                <a:lnTo>
                  <a:pt x="1136225" y="366062"/>
                </a:lnTo>
                <a:lnTo>
                  <a:pt x="1136502" y="366053"/>
                </a:lnTo>
                <a:lnTo>
                  <a:pt x="1136777" y="366040"/>
                </a:lnTo>
                <a:lnTo>
                  <a:pt x="1137051" y="366025"/>
                </a:lnTo>
                <a:lnTo>
                  <a:pt x="1137324" y="366007"/>
                </a:lnTo>
                <a:lnTo>
                  <a:pt x="1137596" y="365986"/>
                </a:lnTo>
                <a:lnTo>
                  <a:pt x="1137867" y="365962"/>
                </a:lnTo>
                <a:lnTo>
                  <a:pt x="1138137" y="365936"/>
                </a:lnTo>
                <a:lnTo>
                  <a:pt x="1138406" y="365907"/>
                </a:lnTo>
                <a:lnTo>
                  <a:pt x="1138673" y="365875"/>
                </a:lnTo>
                <a:lnTo>
                  <a:pt x="1138939" y="365840"/>
                </a:lnTo>
                <a:lnTo>
                  <a:pt x="1139205" y="365802"/>
                </a:lnTo>
                <a:lnTo>
                  <a:pt x="1139469" y="365762"/>
                </a:lnTo>
                <a:lnTo>
                  <a:pt x="1139732" y="365719"/>
                </a:lnTo>
                <a:lnTo>
                  <a:pt x="1139994" y="365673"/>
                </a:lnTo>
                <a:lnTo>
                  <a:pt x="1140255" y="365624"/>
                </a:lnTo>
                <a:lnTo>
                  <a:pt x="1140514" y="365573"/>
                </a:lnTo>
                <a:lnTo>
                  <a:pt x="1140773" y="365519"/>
                </a:lnTo>
                <a:lnTo>
                  <a:pt x="1141031" y="365462"/>
                </a:lnTo>
                <a:lnTo>
                  <a:pt x="1141287" y="365402"/>
                </a:lnTo>
                <a:lnTo>
                  <a:pt x="1141542" y="365339"/>
                </a:lnTo>
                <a:lnTo>
                  <a:pt x="1141796" y="365274"/>
                </a:lnTo>
                <a:lnTo>
                  <a:pt x="1142048" y="365206"/>
                </a:lnTo>
                <a:lnTo>
                  <a:pt x="1142297" y="365136"/>
                </a:lnTo>
                <a:lnTo>
                  <a:pt x="1142542" y="365064"/>
                </a:lnTo>
                <a:lnTo>
                  <a:pt x="1142784" y="364989"/>
                </a:lnTo>
                <a:lnTo>
                  <a:pt x="1143023" y="364913"/>
                </a:lnTo>
                <a:lnTo>
                  <a:pt x="1143258" y="364834"/>
                </a:lnTo>
                <a:lnTo>
                  <a:pt x="1143490" y="364752"/>
                </a:lnTo>
                <a:lnTo>
                  <a:pt x="1143718" y="364669"/>
                </a:lnTo>
                <a:lnTo>
                  <a:pt x="1143944" y="364583"/>
                </a:lnTo>
                <a:lnTo>
                  <a:pt x="1144166" y="364495"/>
                </a:lnTo>
                <a:lnTo>
                  <a:pt x="1144384" y="364405"/>
                </a:lnTo>
                <a:lnTo>
                  <a:pt x="1144599" y="364313"/>
                </a:lnTo>
                <a:lnTo>
                  <a:pt x="1144811" y="364218"/>
                </a:lnTo>
                <a:lnTo>
                  <a:pt x="1145020" y="364122"/>
                </a:lnTo>
                <a:lnTo>
                  <a:pt x="1145225" y="364023"/>
                </a:lnTo>
                <a:lnTo>
                  <a:pt x="1145427" y="363921"/>
                </a:lnTo>
                <a:lnTo>
                  <a:pt x="1145625" y="363818"/>
                </a:lnTo>
                <a:lnTo>
                  <a:pt x="1145821" y="363712"/>
                </a:lnTo>
                <a:lnTo>
                  <a:pt x="1146012" y="363604"/>
                </a:lnTo>
                <a:lnTo>
                  <a:pt x="1146201" y="363494"/>
                </a:lnTo>
                <a:lnTo>
                  <a:pt x="1146386" y="363382"/>
                </a:lnTo>
                <a:lnTo>
                  <a:pt x="1146568" y="363267"/>
                </a:lnTo>
                <a:lnTo>
                  <a:pt x="1146747" y="363151"/>
                </a:lnTo>
                <a:lnTo>
                  <a:pt x="1146922" y="363032"/>
                </a:lnTo>
                <a:lnTo>
                  <a:pt x="1146922" y="352621"/>
                </a:lnTo>
                <a:lnTo>
                  <a:pt x="1146693" y="352778"/>
                </a:lnTo>
                <a:lnTo>
                  <a:pt x="1146461" y="352928"/>
                </a:lnTo>
                <a:lnTo>
                  <a:pt x="1146226" y="353071"/>
                </a:lnTo>
                <a:lnTo>
                  <a:pt x="1145987" y="353208"/>
                </a:lnTo>
                <a:lnTo>
                  <a:pt x="1145746" y="353338"/>
                </a:lnTo>
                <a:lnTo>
                  <a:pt x="1145500" y="353462"/>
                </a:lnTo>
                <a:lnTo>
                  <a:pt x="1145252" y="353578"/>
                </a:lnTo>
                <a:lnTo>
                  <a:pt x="1145000" y="353688"/>
                </a:lnTo>
                <a:lnTo>
                  <a:pt x="1144744" y="353792"/>
                </a:lnTo>
                <a:lnTo>
                  <a:pt x="1144486" y="353889"/>
                </a:lnTo>
                <a:lnTo>
                  <a:pt x="1144224" y="353979"/>
                </a:lnTo>
                <a:lnTo>
                  <a:pt x="1143959" y="354062"/>
                </a:lnTo>
                <a:lnTo>
                  <a:pt x="1143690" y="354139"/>
                </a:lnTo>
                <a:lnTo>
                  <a:pt x="1143418" y="354209"/>
                </a:lnTo>
                <a:lnTo>
                  <a:pt x="1143143" y="354272"/>
                </a:lnTo>
                <a:lnTo>
                  <a:pt x="1142864" y="354329"/>
                </a:lnTo>
                <a:lnTo>
                  <a:pt x="1142582" y="354379"/>
                </a:lnTo>
                <a:lnTo>
                  <a:pt x="1142297" y="354423"/>
                </a:lnTo>
                <a:lnTo>
                  <a:pt x="1142008" y="354459"/>
                </a:lnTo>
                <a:lnTo>
                  <a:pt x="1141716" y="354489"/>
                </a:lnTo>
                <a:lnTo>
                  <a:pt x="1141421" y="354513"/>
                </a:lnTo>
                <a:lnTo>
                  <a:pt x="1141122" y="354529"/>
                </a:lnTo>
                <a:lnTo>
                  <a:pt x="1140820" y="354539"/>
                </a:lnTo>
                <a:lnTo>
                  <a:pt x="1140515" y="354543"/>
                </a:lnTo>
                <a:lnTo>
                  <a:pt x="1140343" y="354541"/>
                </a:lnTo>
                <a:lnTo>
                  <a:pt x="1140174" y="354535"/>
                </a:lnTo>
                <a:lnTo>
                  <a:pt x="1140007" y="354525"/>
                </a:lnTo>
                <a:lnTo>
                  <a:pt x="1139843" y="354512"/>
                </a:lnTo>
                <a:lnTo>
                  <a:pt x="1139682" y="354494"/>
                </a:lnTo>
                <a:lnTo>
                  <a:pt x="1139524" y="354473"/>
                </a:lnTo>
                <a:lnTo>
                  <a:pt x="1139369" y="354447"/>
                </a:lnTo>
                <a:lnTo>
                  <a:pt x="1139216" y="354418"/>
                </a:lnTo>
                <a:lnTo>
                  <a:pt x="1139066" y="354385"/>
                </a:lnTo>
                <a:lnTo>
                  <a:pt x="1138919" y="354348"/>
                </a:lnTo>
                <a:lnTo>
                  <a:pt x="1138775" y="354307"/>
                </a:lnTo>
                <a:lnTo>
                  <a:pt x="1138633" y="354262"/>
                </a:lnTo>
                <a:lnTo>
                  <a:pt x="1138494" y="354214"/>
                </a:lnTo>
                <a:lnTo>
                  <a:pt x="1138358" y="354161"/>
                </a:lnTo>
                <a:lnTo>
                  <a:pt x="1138225" y="354105"/>
                </a:lnTo>
                <a:lnTo>
                  <a:pt x="1138095" y="354044"/>
                </a:lnTo>
                <a:lnTo>
                  <a:pt x="1137967" y="353980"/>
                </a:lnTo>
                <a:lnTo>
                  <a:pt x="1137842" y="353912"/>
                </a:lnTo>
                <a:lnTo>
                  <a:pt x="1137720" y="353840"/>
                </a:lnTo>
                <a:lnTo>
                  <a:pt x="1137601" y="353764"/>
                </a:lnTo>
                <a:lnTo>
                  <a:pt x="1137484" y="353684"/>
                </a:lnTo>
                <a:lnTo>
                  <a:pt x="1137371" y="353601"/>
                </a:lnTo>
                <a:lnTo>
                  <a:pt x="1137260" y="353513"/>
                </a:lnTo>
                <a:lnTo>
                  <a:pt x="1137151" y="353422"/>
                </a:lnTo>
                <a:lnTo>
                  <a:pt x="1137047" y="353326"/>
                </a:lnTo>
                <a:lnTo>
                  <a:pt x="1136947" y="353225"/>
                </a:lnTo>
                <a:lnTo>
                  <a:pt x="1136851" y="353119"/>
                </a:lnTo>
                <a:lnTo>
                  <a:pt x="1136760" y="353008"/>
                </a:lnTo>
                <a:lnTo>
                  <a:pt x="1136673" y="352892"/>
                </a:lnTo>
                <a:lnTo>
                  <a:pt x="1136591" y="352771"/>
                </a:lnTo>
                <a:lnTo>
                  <a:pt x="1136513" y="352645"/>
                </a:lnTo>
                <a:lnTo>
                  <a:pt x="1136440" y="352514"/>
                </a:lnTo>
                <a:lnTo>
                  <a:pt x="1136371" y="352378"/>
                </a:lnTo>
                <a:lnTo>
                  <a:pt x="1136306" y="352237"/>
                </a:lnTo>
                <a:lnTo>
                  <a:pt x="1136246" y="352091"/>
                </a:lnTo>
                <a:lnTo>
                  <a:pt x="1136190" y="351940"/>
                </a:lnTo>
                <a:lnTo>
                  <a:pt x="1136139" y="351784"/>
                </a:lnTo>
                <a:lnTo>
                  <a:pt x="1136093" y="351623"/>
                </a:lnTo>
                <a:lnTo>
                  <a:pt x="1136050" y="351457"/>
                </a:lnTo>
                <a:lnTo>
                  <a:pt x="1136012" y="351286"/>
                </a:lnTo>
                <a:lnTo>
                  <a:pt x="1135979" y="351110"/>
                </a:lnTo>
                <a:lnTo>
                  <a:pt x="1135950" y="350929"/>
                </a:lnTo>
                <a:lnTo>
                  <a:pt x="1135926" y="350743"/>
                </a:lnTo>
                <a:lnTo>
                  <a:pt x="1135906" y="350552"/>
                </a:lnTo>
                <a:lnTo>
                  <a:pt x="1135890" y="350356"/>
                </a:lnTo>
                <a:lnTo>
                  <a:pt x="1135879" y="350155"/>
                </a:lnTo>
                <a:lnTo>
                  <a:pt x="1135872" y="349949"/>
                </a:lnTo>
                <a:lnTo>
                  <a:pt x="1135870" y="349738"/>
                </a:lnTo>
                <a:lnTo>
                  <a:pt x="1135870" y="306332"/>
                </a:lnTo>
                <a:lnTo>
                  <a:pt x="1135856" y="305275"/>
                </a:lnTo>
                <a:lnTo>
                  <a:pt x="1135812" y="304242"/>
                </a:lnTo>
                <a:lnTo>
                  <a:pt x="1135740" y="303231"/>
                </a:lnTo>
                <a:lnTo>
                  <a:pt x="1135639" y="302243"/>
                </a:lnTo>
                <a:lnTo>
                  <a:pt x="1135509" y="301278"/>
                </a:lnTo>
                <a:lnTo>
                  <a:pt x="1135350" y="300336"/>
                </a:lnTo>
                <a:lnTo>
                  <a:pt x="1135162" y="299416"/>
                </a:lnTo>
                <a:lnTo>
                  <a:pt x="1134945" y="298519"/>
                </a:lnTo>
                <a:lnTo>
                  <a:pt x="1134699" y="297645"/>
                </a:lnTo>
                <a:lnTo>
                  <a:pt x="1134424" y="296794"/>
                </a:lnTo>
                <a:lnTo>
                  <a:pt x="1134121" y="295966"/>
                </a:lnTo>
                <a:lnTo>
                  <a:pt x="1133788" y="295160"/>
                </a:lnTo>
                <a:lnTo>
                  <a:pt x="1133426" y="294377"/>
                </a:lnTo>
                <a:lnTo>
                  <a:pt x="1133036" y="293617"/>
                </a:lnTo>
                <a:lnTo>
                  <a:pt x="1132617" y="292880"/>
                </a:lnTo>
                <a:lnTo>
                  <a:pt x="1132168" y="292166"/>
                </a:lnTo>
                <a:lnTo>
                  <a:pt x="1131691" y="291474"/>
                </a:lnTo>
                <a:lnTo>
                  <a:pt x="1131185" y="290806"/>
                </a:lnTo>
                <a:lnTo>
                  <a:pt x="1130650" y="290160"/>
                </a:lnTo>
                <a:lnTo>
                  <a:pt x="1130086" y="289536"/>
                </a:lnTo>
                <a:lnTo>
                  <a:pt x="1129493" y="288936"/>
                </a:lnTo>
                <a:lnTo>
                  <a:pt x="1128872" y="288358"/>
                </a:lnTo>
                <a:lnTo>
                  <a:pt x="1128221" y="287804"/>
                </a:lnTo>
                <a:lnTo>
                  <a:pt x="1127541" y="287272"/>
                </a:lnTo>
                <a:lnTo>
                  <a:pt x="1126847" y="286762"/>
                </a:lnTo>
                <a:lnTo>
                  <a:pt x="1126124" y="286274"/>
                </a:lnTo>
                <a:lnTo>
                  <a:pt x="1125374" y="285808"/>
                </a:lnTo>
                <a:lnTo>
                  <a:pt x="1124596" y="285363"/>
                </a:lnTo>
                <a:lnTo>
                  <a:pt x="1123790" y="284940"/>
                </a:lnTo>
                <a:lnTo>
                  <a:pt x="1122956" y="284539"/>
                </a:lnTo>
                <a:lnTo>
                  <a:pt x="1122095" y="284159"/>
                </a:lnTo>
                <a:lnTo>
                  <a:pt x="1121206" y="283801"/>
                </a:lnTo>
                <a:lnTo>
                  <a:pt x="1120289" y="283465"/>
                </a:lnTo>
                <a:lnTo>
                  <a:pt x="1119344" y="283151"/>
                </a:lnTo>
                <a:lnTo>
                  <a:pt x="1118371" y="282858"/>
                </a:lnTo>
                <a:lnTo>
                  <a:pt x="1117371" y="282587"/>
                </a:lnTo>
                <a:lnTo>
                  <a:pt x="1116342" y="282337"/>
                </a:lnTo>
                <a:lnTo>
                  <a:pt x="1115286" y="282110"/>
                </a:lnTo>
                <a:lnTo>
                  <a:pt x="1114202" y="281904"/>
                </a:lnTo>
                <a:lnTo>
                  <a:pt x="1113091" y="281719"/>
                </a:lnTo>
                <a:lnTo>
                  <a:pt x="1111951" y="281557"/>
                </a:lnTo>
                <a:lnTo>
                  <a:pt x="1110784" y="281416"/>
                </a:lnTo>
                <a:lnTo>
                  <a:pt x="1109588" y="281296"/>
                </a:lnTo>
                <a:lnTo>
                  <a:pt x="1108366" y="281199"/>
                </a:lnTo>
                <a:lnTo>
                  <a:pt x="1107115" y="281123"/>
                </a:lnTo>
                <a:lnTo>
                  <a:pt x="1105836" y="281069"/>
                </a:lnTo>
                <a:lnTo>
                  <a:pt x="1104530" y="281036"/>
                </a:lnTo>
                <a:lnTo>
                  <a:pt x="1103196" y="281025"/>
                </a:lnTo>
                <a:lnTo>
                  <a:pt x="1101938" y="281036"/>
                </a:lnTo>
                <a:lnTo>
                  <a:pt x="1100702" y="281069"/>
                </a:lnTo>
                <a:lnTo>
                  <a:pt x="1099487" y="281123"/>
                </a:lnTo>
                <a:lnTo>
                  <a:pt x="1098293" y="281199"/>
                </a:lnTo>
                <a:lnTo>
                  <a:pt x="1097120" y="281296"/>
                </a:lnTo>
                <a:lnTo>
                  <a:pt x="1095968" y="281416"/>
                </a:lnTo>
                <a:lnTo>
                  <a:pt x="1094837" y="281557"/>
                </a:lnTo>
                <a:lnTo>
                  <a:pt x="1093728" y="281719"/>
                </a:lnTo>
                <a:lnTo>
                  <a:pt x="1092640" y="281904"/>
                </a:lnTo>
                <a:lnTo>
                  <a:pt x="1091572" y="282110"/>
                </a:lnTo>
                <a:lnTo>
                  <a:pt x="1090526" y="282337"/>
                </a:lnTo>
                <a:lnTo>
                  <a:pt x="1089501" y="282587"/>
                </a:lnTo>
                <a:lnTo>
                  <a:pt x="1088497" y="282858"/>
                </a:lnTo>
                <a:lnTo>
                  <a:pt x="1087515" y="283151"/>
                </a:lnTo>
                <a:lnTo>
                  <a:pt x="1086553" y="283465"/>
                </a:lnTo>
                <a:lnTo>
                  <a:pt x="1085613" y="283801"/>
                </a:lnTo>
                <a:lnTo>
                  <a:pt x="1084693" y="284159"/>
                </a:lnTo>
                <a:lnTo>
                  <a:pt x="1083795" y="284539"/>
                </a:lnTo>
                <a:lnTo>
                  <a:pt x="1082918" y="284940"/>
                </a:lnTo>
                <a:lnTo>
                  <a:pt x="1082062" y="285363"/>
                </a:lnTo>
                <a:lnTo>
                  <a:pt x="1081227" y="285808"/>
                </a:lnTo>
                <a:lnTo>
                  <a:pt x="1080414" y="286274"/>
                </a:lnTo>
                <a:lnTo>
                  <a:pt x="1079621" y="286762"/>
                </a:lnTo>
                <a:lnTo>
                  <a:pt x="1078850" y="287272"/>
                </a:lnTo>
                <a:lnTo>
                  <a:pt x="1078118" y="287800"/>
                </a:lnTo>
                <a:lnTo>
                  <a:pt x="1077417" y="288343"/>
                </a:lnTo>
                <a:lnTo>
                  <a:pt x="1076748" y="288901"/>
                </a:lnTo>
                <a:lnTo>
                  <a:pt x="1076109" y="289474"/>
                </a:lnTo>
                <a:lnTo>
                  <a:pt x="1075502" y="290062"/>
                </a:lnTo>
                <a:lnTo>
                  <a:pt x="1074926" y="290665"/>
                </a:lnTo>
                <a:lnTo>
                  <a:pt x="1074381" y="291284"/>
                </a:lnTo>
                <a:lnTo>
                  <a:pt x="1073867" y="291917"/>
                </a:lnTo>
                <a:lnTo>
                  <a:pt x="1073384" y="292565"/>
                </a:lnTo>
                <a:lnTo>
                  <a:pt x="1072933" y="293228"/>
                </a:lnTo>
                <a:lnTo>
                  <a:pt x="1072512" y="293906"/>
                </a:lnTo>
                <a:lnTo>
                  <a:pt x="1072123" y="294600"/>
                </a:lnTo>
                <a:lnTo>
                  <a:pt x="1071765" y="295308"/>
                </a:lnTo>
                <a:lnTo>
                  <a:pt x="1071438" y="296031"/>
                </a:lnTo>
                <a:lnTo>
                  <a:pt x="1071142" y="296769"/>
                </a:lnTo>
                <a:lnTo>
                  <a:pt x="1070877" y="297523"/>
                </a:lnTo>
                <a:lnTo>
                  <a:pt x="1070644" y="298291"/>
                </a:lnTo>
                <a:lnTo>
                  <a:pt x="1070441" y="299074"/>
                </a:lnTo>
                <a:lnTo>
                  <a:pt x="1070270" y="299873"/>
                </a:lnTo>
                <a:lnTo>
                  <a:pt x="1070130" y="300686"/>
                </a:lnTo>
                <a:lnTo>
                  <a:pt x="1070021" y="301514"/>
                </a:lnTo>
                <a:lnTo>
                  <a:pt x="1069943" y="302358"/>
                </a:lnTo>
                <a:lnTo>
                  <a:pt x="1069896" y="303216"/>
                </a:lnTo>
                <a:lnTo>
                  <a:pt x="1069881" y="304090"/>
                </a:lnTo>
                <a:lnTo>
                  <a:pt x="1069880" y="304115"/>
                </a:lnTo>
                <a:lnTo>
                  <a:pt x="1069879" y="304138"/>
                </a:lnTo>
                <a:lnTo>
                  <a:pt x="1069878" y="304160"/>
                </a:lnTo>
                <a:lnTo>
                  <a:pt x="1069876" y="304178"/>
                </a:lnTo>
                <a:lnTo>
                  <a:pt x="1069874" y="304195"/>
                </a:lnTo>
                <a:lnTo>
                  <a:pt x="1069871" y="304210"/>
                </a:lnTo>
                <a:lnTo>
                  <a:pt x="1069867" y="304222"/>
                </a:lnTo>
                <a:lnTo>
                  <a:pt x="1069863" y="304232"/>
                </a:lnTo>
                <a:lnTo>
                  <a:pt x="1069858" y="304240"/>
                </a:lnTo>
                <a:lnTo>
                  <a:pt x="1069853" y="304245"/>
                </a:lnTo>
                <a:lnTo>
                  <a:pt x="1069847" y="304249"/>
                </a:lnTo>
                <a:lnTo>
                  <a:pt x="1069841" y="304250"/>
                </a:lnTo>
                <a:lnTo>
                  <a:pt x="1069834" y="304249"/>
                </a:lnTo>
                <a:lnTo>
                  <a:pt x="1069826" y="304245"/>
                </a:lnTo>
                <a:lnTo>
                  <a:pt x="1069818" y="304240"/>
                </a:lnTo>
                <a:lnTo>
                  <a:pt x="1069809" y="304232"/>
                </a:lnTo>
                <a:lnTo>
                  <a:pt x="1069800" y="304222"/>
                </a:lnTo>
                <a:lnTo>
                  <a:pt x="1069790" y="304210"/>
                </a:lnTo>
                <a:lnTo>
                  <a:pt x="1069780" y="304195"/>
                </a:lnTo>
                <a:lnTo>
                  <a:pt x="1069769" y="304178"/>
                </a:lnTo>
                <a:lnTo>
                  <a:pt x="1069758" y="304160"/>
                </a:lnTo>
                <a:lnTo>
                  <a:pt x="1069746" y="304138"/>
                </a:lnTo>
                <a:lnTo>
                  <a:pt x="1069733" y="304115"/>
                </a:lnTo>
                <a:lnTo>
                  <a:pt x="1069720" y="304090"/>
                </a:lnTo>
                <a:lnTo>
                  <a:pt x="1069720" y="304123"/>
                </a:lnTo>
                <a:lnTo>
                  <a:pt x="1069720" y="304185"/>
                </a:lnTo>
                <a:lnTo>
                  <a:pt x="1069720" y="304250"/>
                </a:lnTo>
                <a:lnTo>
                  <a:pt x="1069734" y="304319"/>
                </a:lnTo>
                <a:lnTo>
                  <a:pt x="1069748" y="304395"/>
                </a:lnTo>
                <a:lnTo>
                  <a:pt x="1069763" y="304477"/>
                </a:lnTo>
                <a:lnTo>
                  <a:pt x="1069778" y="304566"/>
                </a:lnTo>
                <a:close/>
                <a:moveTo>
                  <a:pt x="1094153" y="354430"/>
                </a:moveTo>
                <a:lnTo>
                  <a:pt x="1093603" y="354347"/>
                </a:lnTo>
                <a:lnTo>
                  <a:pt x="1093067" y="354252"/>
                </a:lnTo>
                <a:lnTo>
                  <a:pt x="1092546" y="354147"/>
                </a:lnTo>
                <a:lnTo>
                  <a:pt x="1092038" y="354030"/>
                </a:lnTo>
                <a:lnTo>
                  <a:pt x="1091543" y="353902"/>
                </a:lnTo>
                <a:lnTo>
                  <a:pt x="1091063" y="353763"/>
                </a:lnTo>
                <a:lnTo>
                  <a:pt x="1090597" y="353613"/>
                </a:lnTo>
                <a:lnTo>
                  <a:pt x="1090144" y="353452"/>
                </a:lnTo>
                <a:lnTo>
                  <a:pt x="1089706" y="353279"/>
                </a:lnTo>
                <a:lnTo>
                  <a:pt x="1089281" y="353096"/>
                </a:lnTo>
                <a:lnTo>
                  <a:pt x="1088871" y="352901"/>
                </a:lnTo>
                <a:lnTo>
                  <a:pt x="1088474" y="352695"/>
                </a:lnTo>
                <a:lnTo>
                  <a:pt x="1088091" y="352478"/>
                </a:lnTo>
                <a:lnTo>
                  <a:pt x="1087722" y="352250"/>
                </a:lnTo>
                <a:lnTo>
                  <a:pt x="1087367" y="352011"/>
                </a:lnTo>
                <a:lnTo>
                  <a:pt x="1087026" y="351761"/>
                </a:lnTo>
                <a:lnTo>
                  <a:pt x="1086698" y="351499"/>
                </a:lnTo>
                <a:lnTo>
                  <a:pt x="1086398" y="351227"/>
                </a:lnTo>
                <a:lnTo>
                  <a:pt x="1086110" y="350943"/>
                </a:lnTo>
                <a:lnTo>
                  <a:pt x="1085835" y="350649"/>
                </a:lnTo>
                <a:lnTo>
                  <a:pt x="1085573" y="350343"/>
                </a:lnTo>
                <a:lnTo>
                  <a:pt x="1085323" y="350026"/>
                </a:lnTo>
                <a:lnTo>
                  <a:pt x="1085087" y="349698"/>
                </a:lnTo>
                <a:lnTo>
                  <a:pt x="1084863" y="349358"/>
                </a:lnTo>
                <a:lnTo>
                  <a:pt x="1084652" y="349008"/>
                </a:lnTo>
                <a:lnTo>
                  <a:pt x="1084453" y="348646"/>
                </a:lnTo>
                <a:lnTo>
                  <a:pt x="1084268" y="348274"/>
                </a:lnTo>
                <a:lnTo>
                  <a:pt x="1084095" y="347890"/>
                </a:lnTo>
                <a:lnTo>
                  <a:pt x="1083935" y="347495"/>
                </a:lnTo>
                <a:lnTo>
                  <a:pt x="1083788" y="347089"/>
                </a:lnTo>
                <a:lnTo>
                  <a:pt x="1083654" y="346672"/>
                </a:lnTo>
                <a:lnTo>
                  <a:pt x="1083532" y="346244"/>
                </a:lnTo>
                <a:lnTo>
                  <a:pt x="1083424" y="345805"/>
                </a:lnTo>
                <a:lnTo>
                  <a:pt x="1083328" y="345354"/>
                </a:lnTo>
                <a:lnTo>
                  <a:pt x="1083245" y="344893"/>
                </a:lnTo>
                <a:lnTo>
                  <a:pt x="1083174" y="344420"/>
                </a:lnTo>
                <a:lnTo>
                  <a:pt x="1083117" y="343936"/>
                </a:lnTo>
                <a:lnTo>
                  <a:pt x="1083072" y="343441"/>
                </a:lnTo>
                <a:lnTo>
                  <a:pt x="1083040" y="342935"/>
                </a:lnTo>
                <a:lnTo>
                  <a:pt x="1083021" y="342418"/>
                </a:lnTo>
                <a:lnTo>
                  <a:pt x="1083014" y="341889"/>
                </a:lnTo>
                <a:lnTo>
                  <a:pt x="1083020" y="341374"/>
                </a:lnTo>
                <a:lnTo>
                  <a:pt x="1083038" y="340868"/>
                </a:lnTo>
                <a:lnTo>
                  <a:pt x="1083067" y="340373"/>
                </a:lnTo>
                <a:lnTo>
                  <a:pt x="1083108" y="339887"/>
                </a:lnTo>
                <a:lnTo>
                  <a:pt x="1083160" y="339412"/>
                </a:lnTo>
                <a:lnTo>
                  <a:pt x="1083225" y="338946"/>
                </a:lnTo>
                <a:lnTo>
                  <a:pt x="1083301" y="338491"/>
                </a:lnTo>
                <a:lnTo>
                  <a:pt x="1083388" y="338045"/>
                </a:lnTo>
                <a:lnTo>
                  <a:pt x="1083487" y="337610"/>
                </a:lnTo>
                <a:lnTo>
                  <a:pt x="1083598" y="337184"/>
                </a:lnTo>
                <a:lnTo>
                  <a:pt x="1083721" y="336769"/>
                </a:lnTo>
                <a:lnTo>
                  <a:pt x="1083855" y="336364"/>
                </a:lnTo>
                <a:lnTo>
                  <a:pt x="1084001" y="335968"/>
                </a:lnTo>
                <a:lnTo>
                  <a:pt x="1084159" y="335583"/>
                </a:lnTo>
                <a:lnTo>
                  <a:pt x="1084328" y="335207"/>
                </a:lnTo>
                <a:lnTo>
                  <a:pt x="1084509" y="334842"/>
                </a:lnTo>
                <a:lnTo>
                  <a:pt x="1084702" y="334487"/>
                </a:lnTo>
                <a:lnTo>
                  <a:pt x="1084906" y="334141"/>
                </a:lnTo>
                <a:lnTo>
                  <a:pt x="1085122" y="333806"/>
                </a:lnTo>
                <a:lnTo>
                  <a:pt x="1085350" y="333480"/>
                </a:lnTo>
                <a:lnTo>
                  <a:pt x="1085590" y="333165"/>
                </a:lnTo>
                <a:lnTo>
                  <a:pt x="1085841" y="332860"/>
                </a:lnTo>
                <a:lnTo>
                  <a:pt x="1086103" y="332565"/>
                </a:lnTo>
                <a:lnTo>
                  <a:pt x="1086378" y="332279"/>
                </a:lnTo>
                <a:lnTo>
                  <a:pt x="1086679" y="331989"/>
                </a:lnTo>
                <a:lnTo>
                  <a:pt x="1086996" y="331706"/>
                </a:lnTo>
                <a:lnTo>
                  <a:pt x="1087329" y="331431"/>
                </a:lnTo>
                <a:lnTo>
                  <a:pt x="1087677" y="331162"/>
                </a:lnTo>
                <a:lnTo>
                  <a:pt x="1088041" y="330901"/>
                </a:lnTo>
                <a:lnTo>
                  <a:pt x="1088420" y="330648"/>
                </a:lnTo>
                <a:lnTo>
                  <a:pt x="1088815" y="330401"/>
                </a:lnTo>
                <a:lnTo>
                  <a:pt x="1089225" y="330161"/>
                </a:lnTo>
                <a:lnTo>
                  <a:pt x="1089651" y="329929"/>
                </a:lnTo>
                <a:lnTo>
                  <a:pt x="1090093" y="329704"/>
                </a:lnTo>
                <a:lnTo>
                  <a:pt x="1090550" y="329487"/>
                </a:lnTo>
                <a:lnTo>
                  <a:pt x="1091023" y="329276"/>
                </a:lnTo>
                <a:lnTo>
                  <a:pt x="1091511" y="329073"/>
                </a:lnTo>
                <a:lnTo>
                  <a:pt x="1092015" y="328877"/>
                </a:lnTo>
                <a:lnTo>
                  <a:pt x="1092534" y="328688"/>
                </a:lnTo>
                <a:lnTo>
                  <a:pt x="1093069" y="328506"/>
                </a:lnTo>
                <a:lnTo>
                  <a:pt x="1093620" y="328332"/>
                </a:lnTo>
                <a:lnTo>
                  <a:pt x="1094186" y="328165"/>
                </a:lnTo>
                <a:lnTo>
                  <a:pt x="1094768" y="328005"/>
                </a:lnTo>
                <a:lnTo>
                  <a:pt x="1095365" y="327852"/>
                </a:lnTo>
                <a:lnTo>
                  <a:pt x="1095978" y="327707"/>
                </a:lnTo>
                <a:lnTo>
                  <a:pt x="1096607" y="327569"/>
                </a:lnTo>
                <a:lnTo>
                  <a:pt x="1097251" y="327438"/>
                </a:lnTo>
                <a:lnTo>
                  <a:pt x="1097910" y="327314"/>
                </a:lnTo>
                <a:lnTo>
                  <a:pt x="1098601" y="327183"/>
                </a:lnTo>
                <a:lnTo>
                  <a:pt x="1099310" y="327058"/>
                </a:lnTo>
                <a:lnTo>
                  <a:pt x="1100040" y="326939"/>
                </a:lnTo>
                <a:lnTo>
                  <a:pt x="1100789" y="326825"/>
                </a:lnTo>
                <a:lnTo>
                  <a:pt x="1101557" y="326716"/>
                </a:lnTo>
                <a:lnTo>
                  <a:pt x="1102345" y="326613"/>
                </a:lnTo>
                <a:lnTo>
                  <a:pt x="1103152" y="326516"/>
                </a:lnTo>
                <a:lnTo>
                  <a:pt x="1103979" y="326424"/>
                </a:lnTo>
                <a:lnTo>
                  <a:pt x="1104825" y="326338"/>
                </a:lnTo>
                <a:lnTo>
                  <a:pt x="1105691" y="326257"/>
                </a:lnTo>
                <a:lnTo>
                  <a:pt x="1106576" y="326182"/>
                </a:lnTo>
                <a:lnTo>
                  <a:pt x="1107480" y="326113"/>
                </a:lnTo>
                <a:lnTo>
                  <a:pt x="1108404" y="326049"/>
                </a:lnTo>
                <a:lnTo>
                  <a:pt x="1109348" y="325990"/>
                </a:lnTo>
                <a:lnTo>
                  <a:pt x="1110311" y="325938"/>
                </a:lnTo>
                <a:lnTo>
                  <a:pt x="1111293" y="325890"/>
                </a:lnTo>
                <a:lnTo>
                  <a:pt x="1112295" y="325849"/>
                </a:lnTo>
                <a:lnTo>
                  <a:pt x="1113316" y="325812"/>
                </a:lnTo>
                <a:lnTo>
                  <a:pt x="1114357" y="325782"/>
                </a:lnTo>
                <a:lnTo>
                  <a:pt x="1115417" y="325757"/>
                </a:lnTo>
                <a:lnTo>
                  <a:pt x="1116497" y="325737"/>
                </a:lnTo>
                <a:lnTo>
                  <a:pt x="1117596" y="325723"/>
                </a:lnTo>
                <a:lnTo>
                  <a:pt x="1118715" y="325715"/>
                </a:lnTo>
                <a:lnTo>
                  <a:pt x="1119853" y="325712"/>
                </a:lnTo>
                <a:lnTo>
                  <a:pt x="1119853" y="330678"/>
                </a:lnTo>
                <a:lnTo>
                  <a:pt x="1119849" y="331236"/>
                </a:lnTo>
                <a:lnTo>
                  <a:pt x="1119837" y="331790"/>
                </a:lnTo>
                <a:lnTo>
                  <a:pt x="1119816" y="332339"/>
                </a:lnTo>
                <a:lnTo>
                  <a:pt x="1119786" y="332884"/>
                </a:lnTo>
                <a:lnTo>
                  <a:pt x="1119749" y="333425"/>
                </a:lnTo>
                <a:lnTo>
                  <a:pt x="1119703" y="333961"/>
                </a:lnTo>
                <a:lnTo>
                  <a:pt x="1119649" y="334493"/>
                </a:lnTo>
                <a:lnTo>
                  <a:pt x="1119586" y="335020"/>
                </a:lnTo>
                <a:lnTo>
                  <a:pt x="1119515" y="335543"/>
                </a:lnTo>
                <a:lnTo>
                  <a:pt x="1119436" y="336061"/>
                </a:lnTo>
                <a:lnTo>
                  <a:pt x="1119349" y="336575"/>
                </a:lnTo>
                <a:lnTo>
                  <a:pt x="1119253" y="337084"/>
                </a:lnTo>
                <a:lnTo>
                  <a:pt x="1119148" y="337589"/>
                </a:lnTo>
                <a:lnTo>
                  <a:pt x="1119036" y="338090"/>
                </a:lnTo>
                <a:lnTo>
                  <a:pt x="1118915" y="338586"/>
                </a:lnTo>
                <a:lnTo>
                  <a:pt x="1118785" y="339078"/>
                </a:lnTo>
                <a:lnTo>
                  <a:pt x="1118648" y="339565"/>
                </a:lnTo>
                <a:lnTo>
                  <a:pt x="1118502" y="340047"/>
                </a:lnTo>
                <a:lnTo>
                  <a:pt x="1118347" y="340526"/>
                </a:lnTo>
                <a:lnTo>
                  <a:pt x="1118185" y="341000"/>
                </a:lnTo>
                <a:lnTo>
                  <a:pt x="1118014" y="341469"/>
                </a:lnTo>
                <a:lnTo>
                  <a:pt x="1117834" y="341934"/>
                </a:lnTo>
                <a:lnTo>
                  <a:pt x="1117647" y="342394"/>
                </a:lnTo>
                <a:lnTo>
                  <a:pt x="1117451" y="342850"/>
                </a:lnTo>
                <a:lnTo>
                  <a:pt x="1117259" y="343300"/>
                </a:lnTo>
                <a:lnTo>
                  <a:pt x="1117059" y="343742"/>
                </a:lnTo>
                <a:lnTo>
                  <a:pt x="1116850" y="344177"/>
                </a:lnTo>
                <a:lnTo>
                  <a:pt x="1116632" y="344603"/>
                </a:lnTo>
                <a:lnTo>
                  <a:pt x="1116405" y="345022"/>
                </a:lnTo>
                <a:lnTo>
                  <a:pt x="1116169" y="345433"/>
                </a:lnTo>
                <a:lnTo>
                  <a:pt x="1115925" y="345836"/>
                </a:lnTo>
                <a:lnTo>
                  <a:pt x="1115671" y="346232"/>
                </a:lnTo>
                <a:lnTo>
                  <a:pt x="1115409" y="346619"/>
                </a:lnTo>
                <a:lnTo>
                  <a:pt x="1115137" y="346999"/>
                </a:lnTo>
                <a:lnTo>
                  <a:pt x="1114857" y="347371"/>
                </a:lnTo>
                <a:lnTo>
                  <a:pt x="1114568" y="347736"/>
                </a:lnTo>
                <a:lnTo>
                  <a:pt x="1114270" y="348092"/>
                </a:lnTo>
                <a:lnTo>
                  <a:pt x="1113963" y="348441"/>
                </a:lnTo>
                <a:lnTo>
                  <a:pt x="1113647" y="348782"/>
                </a:lnTo>
                <a:lnTo>
                  <a:pt x="1113322" y="349115"/>
                </a:lnTo>
                <a:lnTo>
                  <a:pt x="1112988" y="349440"/>
                </a:lnTo>
                <a:lnTo>
                  <a:pt x="1112646" y="349758"/>
                </a:lnTo>
                <a:lnTo>
                  <a:pt x="1112294" y="350067"/>
                </a:lnTo>
                <a:lnTo>
                  <a:pt x="1111934" y="350369"/>
                </a:lnTo>
                <a:lnTo>
                  <a:pt x="1111565" y="350664"/>
                </a:lnTo>
                <a:lnTo>
                  <a:pt x="1111186" y="350950"/>
                </a:lnTo>
                <a:lnTo>
                  <a:pt x="1110799" y="351229"/>
                </a:lnTo>
                <a:lnTo>
                  <a:pt x="1110403" y="351499"/>
                </a:lnTo>
                <a:lnTo>
                  <a:pt x="1110011" y="351761"/>
                </a:lnTo>
                <a:lnTo>
                  <a:pt x="1109610" y="352011"/>
                </a:lnTo>
                <a:lnTo>
                  <a:pt x="1109200" y="352250"/>
                </a:lnTo>
                <a:lnTo>
                  <a:pt x="1108779" y="352478"/>
                </a:lnTo>
                <a:lnTo>
                  <a:pt x="1108350" y="352695"/>
                </a:lnTo>
                <a:lnTo>
                  <a:pt x="1107911" y="352901"/>
                </a:lnTo>
                <a:lnTo>
                  <a:pt x="1107462" y="353096"/>
                </a:lnTo>
                <a:lnTo>
                  <a:pt x="1107004" y="353279"/>
                </a:lnTo>
                <a:lnTo>
                  <a:pt x="1106537" y="353452"/>
                </a:lnTo>
                <a:lnTo>
                  <a:pt x="1106060" y="353613"/>
                </a:lnTo>
                <a:lnTo>
                  <a:pt x="1105573" y="353763"/>
                </a:lnTo>
                <a:lnTo>
                  <a:pt x="1105078" y="353902"/>
                </a:lnTo>
                <a:lnTo>
                  <a:pt x="1104572" y="354030"/>
                </a:lnTo>
                <a:lnTo>
                  <a:pt x="1104058" y="354147"/>
                </a:lnTo>
                <a:lnTo>
                  <a:pt x="1103534" y="354252"/>
                </a:lnTo>
                <a:lnTo>
                  <a:pt x="1103000" y="354347"/>
                </a:lnTo>
                <a:lnTo>
                  <a:pt x="1102457" y="354430"/>
                </a:lnTo>
                <a:lnTo>
                  <a:pt x="1101904" y="354503"/>
                </a:lnTo>
                <a:lnTo>
                  <a:pt x="1101342" y="354564"/>
                </a:lnTo>
                <a:lnTo>
                  <a:pt x="1100771" y="354614"/>
                </a:lnTo>
                <a:lnTo>
                  <a:pt x="1100190" y="354653"/>
                </a:lnTo>
                <a:lnTo>
                  <a:pt x="1099600" y="354681"/>
                </a:lnTo>
                <a:lnTo>
                  <a:pt x="1099000" y="354697"/>
                </a:lnTo>
                <a:lnTo>
                  <a:pt x="1098391" y="354703"/>
                </a:lnTo>
                <a:lnTo>
                  <a:pt x="1097744" y="354697"/>
                </a:lnTo>
                <a:lnTo>
                  <a:pt x="1097110" y="354681"/>
                </a:lnTo>
                <a:lnTo>
                  <a:pt x="1096491" y="354653"/>
                </a:lnTo>
                <a:lnTo>
                  <a:pt x="1095886" y="354614"/>
                </a:lnTo>
                <a:lnTo>
                  <a:pt x="1095294" y="354564"/>
                </a:lnTo>
                <a:lnTo>
                  <a:pt x="1094717" y="354503"/>
                </a:lnTo>
                <a:lnTo>
                  <a:pt x="1094153" y="354430"/>
                </a:lnTo>
                <a:close/>
                <a:moveTo>
                  <a:pt x="236616" y="365939"/>
                </a:moveTo>
                <a:lnTo>
                  <a:pt x="237103" y="365897"/>
                </a:lnTo>
                <a:lnTo>
                  <a:pt x="237586" y="365850"/>
                </a:lnTo>
                <a:lnTo>
                  <a:pt x="238064" y="365797"/>
                </a:lnTo>
                <a:lnTo>
                  <a:pt x="238538" y="365738"/>
                </a:lnTo>
                <a:lnTo>
                  <a:pt x="239007" y="365674"/>
                </a:lnTo>
                <a:lnTo>
                  <a:pt x="239472" y="365605"/>
                </a:lnTo>
                <a:lnTo>
                  <a:pt x="239932" y="365530"/>
                </a:lnTo>
                <a:lnTo>
                  <a:pt x="240388" y="365449"/>
                </a:lnTo>
                <a:lnTo>
                  <a:pt x="240840" y="365363"/>
                </a:lnTo>
                <a:lnTo>
                  <a:pt x="241287" y="365271"/>
                </a:lnTo>
                <a:lnTo>
                  <a:pt x="241730" y="365174"/>
                </a:lnTo>
                <a:lnTo>
                  <a:pt x="242168" y="365071"/>
                </a:lnTo>
                <a:lnTo>
                  <a:pt x="242602" y="364963"/>
                </a:lnTo>
                <a:lnTo>
                  <a:pt x="243031" y="364849"/>
                </a:lnTo>
                <a:lnTo>
                  <a:pt x="243456" y="364729"/>
                </a:lnTo>
                <a:lnTo>
                  <a:pt x="243877" y="364604"/>
                </a:lnTo>
                <a:lnTo>
                  <a:pt x="244293" y="364473"/>
                </a:lnTo>
                <a:lnTo>
                  <a:pt x="244704" y="364351"/>
                </a:lnTo>
                <a:lnTo>
                  <a:pt x="245111" y="364223"/>
                </a:lnTo>
                <a:lnTo>
                  <a:pt x="245514" y="364090"/>
                </a:lnTo>
                <a:lnTo>
                  <a:pt x="245912" y="363953"/>
                </a:lnTo>
                <a:lnTo>
                  <a:pt x="246306" y="363810"/>
                </a:lnTo>
                <a:lnTo>
                  <a:pt x="246695" y="363662"/>
                </a:lnTo>
                <a:lnTo>
                  <a:pt x="247080" y="363510"/>
                </a:lnTo>
                <a:lnTo>
                  <a:pt x="247460" y="363352"/>
                </a:lnTo>
                <a:lnTo>
                  <a:pt x="247836" y="363189"/>
                </a:lnTo>
                <a:lnTo>
                  <a:pt x="248208" y="363022"/>
                </a:lnTo>
                <a:lnTo>
                  <a:pt x="248575" y="362849"/>
                </a:lnTo>
                <a:lnTo>
                  <a:pt x="248937" y="362671"/>
                </a:lnTo>
                <a:lnTo>
                  <a:pt x="249296" y="362489"/>
                </a:lnTo>
                <a:lnTo>
                  <a:pt x="249649" y="362301"/>
                </a:lnTo>
                <a:lnTo>
                  <a:pt x="249999" y="362108"/>
                </a:lnTo>
                <a:lnTo>
                  <a:pt x="250343" y="361910"/>
                </a:lnTo>
                <a:lnTo>
                  <a:pt x="250684" y="361708"/>
                </a:lnTo>
                <a:lnTo>
                  <a:pt x="251020" y="361500"/>
                </a:lnTo>
                <a:lnTo>
                  <a:pt x="251351" y="361287"/>
                </a:lnTo>
                <a:lnTo>
                  <a:pt x="251678" y="361070"/>
                </a:lnTo>
                <a:lnTo>
                  <a:pt x="252001" y="360847"/>
                </a:lnTo>
                <a:lnTo>
                  <a:pt x="252319" y="360619"/>
                </a:lnTo>
                <a:lnTo>
                  <a:pt x="252632" y="360386"/>
                </a:lnTo>
                <a:lnTo>
                  <a:pt x="252942" y="360149"/>
                </a:lnTo>
                <a:lnTo>
                  <a:pt x="253246" y="359893"/>
                </a:lnTo>
                <a:lnTo>
                  <a:pt x="253547" y="359633"/>
                </a:lnTo>
                <a:lnTo>
                  <a:pt x="253843" y="359368"/>
                </a:lnTo>
                <a:lnTo>
                  <a:pt x="254134" y="359099"/>
                </a:lnTo>
                <a:lnTo>
                  <a:pt x="254421" y="358825"/>
                </a:lnTo>
                <a:lnTo>
                  <a:pt x="254704" y="358547"/>
                </a:lnTo>
                <a:lnTo>
                  <a:pt x="254982" y="358264"/>
                </a:lnTo>
                <a:lnTo>
                  <a:pt x="255255" y="357977"/>
                </a:lnTo>
                <a:lnTo>
                  <a:pt x="255524" y="357686"/>
                </a:lnTo>
                <a:lnTo>
                  <a:pt x="255789" y="357390"/>
                </a:lnTo>
                <a:lnTo>
                  <a:pt x="256049" y="357090"/>
                </a:lnTo>
                <a:lnTo>
                  <a:pt x="256305" y="356785"/>
                </a:lnTo>
                <a:lnTo>
                  <a:pt x="256557" y="356476"/>
                </a:lnTo>
                <a:lnTo>
                  <a:pt x="256804" y="356162"/>
                </a:lnTo>
                <a:lnTo>
                  <a:pt x="257046" y="355844"/>
                </a:lnTo>
                <a:lnTo>
                  <a:pt x="257284" y="355522"/>
                </a:lnTo>
                <a:lnTo>
                  <a:pt x="257518" y="355195"/>
                </a:lnTo>
                <a:lnTo>
                  <a:pt x="257747" y="354863"/>
                </a:lnTo>
                <a:lnTo>
                  <a:pt x="257971" y="354527"/>
                </a:lnTo>
                <a:lnTo>
                  <a:pt x="258192" y="354187"/>
                </a:lnTo>
                <a:lnTo>
                  <a:pt x="258407" y="353842"/>
                </a:lnTo>
                <a:lnTo>
                  <a:pt x="258619" y="353493"/>
                </a:lnTo>
                <a:lnTo>
                  <a:pt x="258826" y="353139"/>
                </a:lnTo>
                <a:lnTo>
                  <a:pt x="259028" y="352781"/>
                </a:lnTo>
                <a:lnTo>
                  <a:pt x="259056" y="353100"/>
                </a:lnTo>
                <a:lnTo>
                  <a:pt x="259086" y="353416"/>
                </a:lnTo>
                <a:lnTo>
                  <a:pt x="259118" y="353729"/>
                </a:lnTo>
                <a:lnTo>
                  <a:pt x="259153" y="354040"/>
                </a:lnTo>
                <a:lnTo>
                  <a:pt x="259189" y="354348"/>
                </a:lnTo>
                <a:lnTo>
                  <a:pt x="259228" y="354653"/>
                </a:lnTo>
                <a:lnTo>
                  <a:pt x="259269" y="354955"/>
                </a:lnTo>
                <a:lnTo>
                  <a:pt x="259313" y="355255"/>
                </a:lnTo>
                <a:lnTo>
                  <a:pt x="259358" y="355551"/>
                </a:lnTo>
                <a:lnTo>
                  <a:pt x="259406" y="355845"/>
                </a:lnTo>
                <a:lnTo>
                  <a:pt x="259456" y="356136"/>
                </a:lnTo>
                <a:lnTo>
                  <a:pt x="259509" y="356425"/>
                </a:lnTo>
                <a:lnTo>
                  <a:pt x="259563" y="356710"/>
                </a:lnTo>
                <a:lnTo>
                  <a:pt x="259620" y="356993"/>
                </a:lnTo>
                <a:lnTo>
                  <a:pt x="259679" y="357273"/>
                </a:lnTo>
                <a:lnTo>
                  <a:pt x="259740" y="357550"/>
                </a:lnTo>
                <a:lnTo>
                  <a:pt x="259803" y="357825"/>
                </a:lnTo>
                <a:lnTo>
                  <a:pt x="259869" y="358096"/>
                </a:lnTo>
                <a:lnTo>
                  <a:pt x="259937" y="358365"/>
                </a:lnTo>
                <a:lnTo>
                  <a:pt x="260007" y="358631"/>
                </a:lnTo>
                <a:lnTo>
                  <a:pt x="260079" y="358895"/>
                </a:lnTo>
                <a:lnTo>
                  <a:pt x="260154" y="359155"/>
                </a:lnTo>
                <a:lnTo>
                  <a:pt x="260230" y="359413"/>
                </a:lnTo>
                <a:lnTo>
                  <a:pt x="260309" y="359668"/>
                </a:lnTo>
                <a:lnTo>
                  <a:pt x="260406" y="359919"/>
                </a:lnTo>
                <a:lnTo>
                  <a:pt x="260509" y="360166"/>
                </a:lnTo>
                <a:lnTo>
                  <a:pt x="260617" y="360409"/>
                </a:lnTo>
                <a:lnTo>
                  <a:pt x="260732" y="360647"/>
                </a:lnTo>
                <a:lnTo>
                  <a:pt x="260853" y="360880"/>
                </a:lnTo>
                <a:lnTo>
                  <a:pt x="260980" y="361110"/>
                </a:lnTo>
                <a:lnTo>
                  <a:pt x="261113" y="361334"/>
                </a:lnTo>
                <a:lnTo>
                  <a:pt x="261253" y="361555"/>
                </a:lnTo>
                <a:lnTo>
                  <a:pt x="261398" y="361770"/>
                </a:lnTo>
                <a:lnTo>
                  <a:pt x="261550" y="361982"/>
                </a:lnTo>
                <a:lnTo>
                  <a:pt x="261707" y="362189"/>
                </a:lnTo>
                <a:lnTo>
                  <a:pt x="261871" y="362391"/>
                </a:lnTo>
                <a:lnTo>
                  <a:pt x="262041" y="362589"/>
                </a:lnTo>
                <a:lnTo>
                  <a:pt x="262217" y="362782"/>
                </a:lnTo>
                <a:lnTo>
                  <a:pt x="262399" y="362972"/>
                </a:lnTo>
                <a:lnTo>
                  <a:pt x="262587" y="363156"/>
                </a:lnTo>
                <a:lnTo>
                  <a:pt x="262782" y="363336"/>
                </a:lnTo>
                <a:lnTo>
                  <a:pt x="262982" y="363512"/>
                </a:lnTo>
                <a:lnTo>
                  <a:pt x="263189" y="363683"/>
                </a:lnTo>
                <a:lnTo>
                  <a:pt x="263402" y="363850"/>
                </a:lnTo>
                <a:lnTo>
                  <a:pt x="263620" y="364013"/>
                </a:lnTo>
                <a:lnTo>
                  <a:pt x="263845" y="364171"/>
                </a:lnTo>
                <a:lnTo>
                  <a:pt x="264076" y="364324"/>
                </a:lnTo>
                <a:lnTo>
                  <a:pt x="264314" y="364473"/>
                </a:lnTo>
                <a:lnTo>
                  <a:pt x="264572" y="364604"/>
                </a:lnTo>
                <a:lnTo>
                  <a:pt x="264840" y="364729"/>
                </a:lnTo>
                <a:lnTo>
                  <a:pt x="265117" y="364849"/>
                </a:lnTo>
                <a:lnTo>
                  <a:pt x="265404" y="364963"/>
                </a:lnTo>
                <a:lnTo>
                  <a:pt x="265700" y="365071"/>
                </a:lnTo>
                <a:lnTo>
                  <a:pt x="266005" y="365174"/>
                </a:lnTo>
                <a:lnTo>
                  <a:pt x="266321" y="365271"/>
                </a:lnTo>
                <a:lnTo>
                  <a:pt x="266645" y="365363"/>
                </a:lnTo>
                <a:lnTo>
                  <a:pt x="266979" y="365449"/>
                </a:lnTo>
                <a:lnTo>
                  <a:pt x="267322" y="365530"/>
                </a:lnTo>
                <a:lnTo>
                  <a:pt x="267675" y="365605"/>
                </a:lnTo>
                <a:lnTo>
                  <a:pt x="268038" y="365674"/>
                </a:lnTo>
                <a:lnTo>
                  <a:pt x="268409" y="365738"/>
                </a:lnTo>
                <a:lnTo>
                  <a:pt x="268791" y="365797"/>
                </a:lnTo>
                <a:lnTo>
                  <a:pt x="269181" y="365850"/>
                </a:lnTo>
                <a:lnTo>
                  <a:pt x="269581" y="365897"/>
                </a:lnTo>
                <a:lnTo>
                  <a:pt x="269991" y="365939"/>
                </a:lnTo>
                <a:lnTo>
                  <a:pt x="270410" y="365975"/>
                </a:lnTo>
                <a:lnTo>
                  <a:pt x="270839" y="366005"/>
                </a:lnTo>
                <a:lnTo>
                  <a:pt x="271277" y="366030"/>
                </a:lnTo>
                <a:lnTo>
                  <a:pt x="271724" y="366050"/>
                </a:lnTo>
                <a:lnTo>
                  <a:pt x="272181" y="366064"/>
                </a:lnTo>
                <a:lnTo>
                  <a:pt x="272647" y="366072"/>
                </a:lnTo>
                <a:lnTo>
                  <a:pt x="273123" y="366075"/>
                </a:lnTo>
                <a:lnTo>
                  <a:pt x="273390" y="366073"/>
                </a:lnTo>
                <a:lnTo>
                  <a:pt x="273656" y="366069"/>
                </a:lnTo>
                <a:lnTo>
                  <a:pt x="273921" y="366062"/>
                </a:lnTo>
                <a:lnTo>
                  <a:pt x="274186" y="366053"/>
                </a:lnTo>
                <a:lnTo>
                  <a:pt x="274451" y="366040"/>
                </a:lnTo>
                <a:lnTo>
                  <a:pt x="274715" y="366025"/>
                </a:lnTo>
                <a:lnTo>
                  <a:pt x="274978" y="366007"/>
                </a:lnTo>
                <a:lnTo>
                  <a:pt x="275241" y="365986"/>
                </a:lnTo>
                <a:lnTo>
                  <a:pt x="275503" y="365962"/>
                </a:lnTo>
                <a:lnTo>
                  <a:pt x="275765" y="365936"/>
                </a:lnTo>
                <a:lnTo>
                  <a:pt x="276026" y="365907"/>
                </a:lnTo>
                <a:lnTo>
                  <a:pt x="276286" y="365875"/>
                </a:lnTo>
                <a:lnTo>
                  <a:pt x="276546" y="365840"/>
                </a:lnTo>
                <a:lnTo>
                  <a:pt x="276806" y="365802"/>
                </a:lnTo>
                <a:lnTo>
                  <a:pt x="277065" y="365762"/>
                </a:lnTo>
                <a:lnTo>
                  <a:pt x="277323" y="365719"/>
                </a:lnTo>
                <a:lnTo>
                  <a:pt x="277581" y="365673"/>
                </a:lnTo>
                <a:lnTo>
                  <a:pt x="277838" y="365624"/>
                </a:lnTo>
                <a:lnTo>
                  <a:pt x="278095" y="365573"/>
                </a:lnTo>
                <a:lnTo>
                  <a:pt x="278351" y="365519"/>
                </a:lnTo>
                <a:lnTo>
                  <a:pt x="278606" y="365462"/>
                </a:lnTo>
                <a:lnTo>
                  <a:pt x="278861" y="365402"/>
                </a:lnTo>
                <a:lnTo>
                  <a:pt x="279116" y="365339"/>
                </a:lnTo>
                <a:lnTo>
                  <a:pt x="279370" y="365274"/>
                </a:lnTo>
                <a:lnTo>
                  <a:pt x="279635" y="365206"/>
                </a:lnTo>
                <a:lnTo>
                  <a:pt x="279896" y="365136"/>
                </a:lnTo>
                <a:lnTo>
                  <a:pt x="280153" y="365064"/>
                </a:lnTo>
                <a:lnTo>
                  <a:pt x="280406" y="364989"/>
                </a:lnTo>
                <a:lnTo>
                  <a:pt x="280656" y="364913"/>
                </a:lnTo>
                <a:lnTo>
                  <a:pt x="280901" y="364834"/>
                </a:lnTo>
                <a:lnTo>
                  <a:pt x="281143" y="364752"/>
                </a:lnTo>
                <a:lnTo>
                  <a:pt x="281381" y="364669"/>
                </a:lnTo>
                <a:lnTo>
                  <a:pt x="281614" y="364583"/>
                </a:lnTo>
                <a:lnTo>
                  <a:pt x="281844" y="364495"/>
                </a:lnTo>
                <a:lnTo>
                  <a:pt x="282070" y="364405"/>
                </a:lnTo>
                <a:lnTo>
                  <a:pt x="282293" y="364313"/>
                </a:lnTo>
                <a:lnTo>
                  <a:pt x="282511" y="364218"/>
                </a:lnTo>
                <a:lnTo>
                  <a:pt x="282725" y="364122"/>
                </a:lnTo>
                <a:lnTo>
                  <a:pt x="282936" y="364023"/>
                </a:lnTo>
                <a:lnTo>
                  <a:pt x="283142" y="363921"/>
                </a:lnTo>
                <a:lnTo>
                  <a:pt x="283345" y="363818"/>
                </a:lnTo>
                <a:lnTo>
                  <a:pt x="283544" y="363712"/>
                </a:lnTo>
                <a:lnTo>
                  <a:pt x="283739" y="363604"/>
                </a:lnTo>
                <a:lnTo>
                  <a:pt x="283930" y="363494"/>
                </a:lnTo>
                <a:lnTo>
                  <a:pt x="284117" y="363382"/>
                </a:lnTo>
                <a:lnTo>
                  <a:pt x="284300" y="363267"/>
                </a:lnTo>
                <a:lnTo>
                  <a:pt x="284480" y="363151"/>
                </a:lnTo>
                <a:lnTo>
                  <a:pt x="284655" y="363032"/>
                </a:lnTo>
                <a:lnTo>
                  <a:pt x="284655" y="352621"/>
                </a:lnTo>
                <a:lnTo>
                  <a:pt x="284509" y="352726"/>
                </a:lnTo>
                <a:lnTo>
                  <a:pt x="284363" y="352828"/>
                </a:lnTo>
                <a:lnTo>
                  <a:pt x="284217" y="352926"/>
                </a:lnTo>
                <a:lnTo>
                  <a:pt x="284072" y="353021"/>
                </a:lnTo>
                <a:lnTo>
                  <a:pt x="283928" y="353113"/>
                </a:lnTo>
                <a:lnTo>
                  <a:pt x="283784" y="353201"/>
                </a:lnTo>
                <a:lnTo>
                  <a:pt x="283641" y="353286"/>
                </a:lnTo>
                <a:lnTo>
                  <a:pt x="283498" y="353368"/>
                </a:lnTo>
                <a:lnTo>
                  <a:pt x="283356" y="353447"/>
                </a:lnTo>
                <a:lnTo>
                  <a:pt x="283215" y="353522"/>
                </a:lnTo>
                <a:lnTo>
                  <a:pt x="283074" y="353593"/>
                </a:lnTo>
                <a:lnTo>
                  <a:pt x="282933" y="353662"/>
                </a:lnTo>
                <a:lnTo>
                  <a:pt x="282793" y="353727"/>
                </a:lnTo>
                <a:lnTo>
                  <a:pt x="282654" y="353789"/>
                </a:lnTo>
                <a:lnTo>
                  <a:pt x="282515" y="353847"/>
                </a:lnTo>
                <a:lnTo>
                  <a:pt x="282377" y="353902"/>
                </a:lnTo>
                <a:lnTo>
                  <a:pt x="282240" y="353954"/>
                </a:lnTo>
                <a:lnTo>
                  <a:pt x="282102" y="354002"/>
                </a:lnTo>
                <a:lnTo>
                  <a:pt x="281966" y="354047"/>
                </a:lnTo>
                <a:lnTo>
                  <a:pt x="281830" y="354089"/>
                </a:lnTo>
                <a:lnTo>
                  <a:pt x="281695" y="354127"/>
                </a:lnTo>
                <a:lnTo>
                  <a:pt x="281560" y="354162"/>
                </a:lnTo>
                <a:lnTo>
                  <a:pt x="281425" y="354194"/>
                </a:lnTo>
                <a:lnTo>
                  <a:pt x="281292" y="354222"/>
                </a:lnTo>
                <a:lnTo>
                  <a:pt x="281158" y="354248"/>
                </a:lnTo>
                <a:lnTo>
                  <a:pt x="281025" y="354274"/>
                </a:lnTo>
                <a:lnTo>
                  <a:pt x="280891" y="354297"/>
                </a:lnTo>
                <a:lnTo>
                  <a:pt x="280758" y="354320"/>
                </a:lnTo>
                <a:lnTo>
                  <a:pt x="280624" y="354342"/>
                </a:lnTo>
                <a:lnTo>
                  <a:pt x="280491" y="354363"/>
                </a:lnTo>
                <a:lnTo>
                  <a:pt x="280357" y="354382"/>
                </a:lnTo>
                <a:lnTo>
                  <a:pt x="280224" y="354400"/>
                </a:lnTo>
                <a:lnTo>
                  <a:pt x="280090" y="354418"/>
                </a:lnTo>
                <a:lnTo>
                  <a:pt x="279957" y="354434"/>
                </a:lnTo>
                <a:lnTo>
                  <a:pt x="279823" y="354449"/>
                </a:lnTo>
                <a:lnTo>
                  <a:pt x="279690" y="354463"/>
                </a:lnTo>
                <a:lnTo>
                  <a:pt x="279556" y="354475"/>
                </a:lnTo>
                <a:lnTo>
                  <a:pt x="279423" y="354487"/>
                </a:lnTo>
                <a:lnTo>
                  <a:pt x="279289" y="354498"/>
                </a:lnTo>
                <a:lnTo>
                  <a:pt x="279156" y="354507"/>
                </a:lnTo>
                <a:lnTo>
                  <a:pt x="279023" y="354515"/>
                </a:lnTo>
                <a:lnTo>
                  <a:pt x="278889" y="354523"/>
                </a:lnTo>
                <a:lnTo>
                  <a:pt x="278756" y="354529"/>
                </a:lnTo>
                <a:lnTo>
                  <a:pt x="278622" y="354534"/>
                </a:lnTo>
                <a:lnTo>
                  <a:pt x="278489" y="354538"/>
                </a:lnTo>
                <a:lnTo>
                  <a:pt x="278355" y="354540"/>
                </a:lnTo>
                <a:lnTo>
                  <a:pt x="278222" y="354542"/>
                </a:lnTo>
                <a:lnTo>
                  <a:pt x="278088" y="354543"/>
                </a:lnTo>
                <a:lnTo>
                  <a:pt x="277903" y="354541"/>
                </a:lnTo>
                <a:lnTo>
                  <a:pt x="277722" y="354535"/>
                </a:lnTo>
                <a:lnTo>
                  <a:pt x="277545" y="354525"/>
                </a:lnTo>
                <a:lnTo>
                  <a:pt x="277372" y="354512"/>
                </a:lnTo>
                <a:lnTo>
                  <a:pt x="277203" y="354494"/>
                </a:lnTo>
                <a:lnTo>
                  <a:pt x="277037" y="354473"/>
                </a:lnTo>
                <a:lnTo>
                  <a:pt x="276876" y="354447"/>
                </a:lnTo>
                <a:lnTo>
                  <a:pt x="276718" y="354418"/>
                </a:lnTo>
                <a:lnTo>
                  <a:pt x="276564" y="354385"/>
                </a:lnTo>
                <a:lnTo>
                  <a:pt x="276414" y="354348"/>
                </a:lnTo>
                <a:lnTo>
                  <a:pt x="276268" y="354307"/>
                </a:lnTo>
                <a:lnTo>
                  <a:pt x="276126" y="354262"/>
                </a:lnTo>
                <a:lnTo>
                  <a:pt x="275988" y="354214"/>
                </a:lnTo>
                <a:lnTo>
                  <a:pt x="275854" y="354161"/>
                </a:lnTo>
                <a:lnTo>
                  <a:pt x="275723" y="354105"/>
                </a:lnTo>
                <a:lnTo>
                  <a:pt x="275597" y="354044"/>
                </a:lnTo>
                <a:lnTo>
                  <a:pt x="275474" y="353980"/>
                </a:lnTo>
                <a:lnTo>
                  <a:pt x="275355" y="353912"/>
                </a:lnTo>
                <a:lnTo>
                  <a:pt x="275240" y="353840"/>
                </a:lnTo>
                <a:lnTo>
                  <a:pt x="275130" y="353764"/>
                </a:lnTo>
                <a:lnTo>
                  <a:pt x="275022" y="353684"/>
                </a:lnTo>
                <a:lnTo>
                  <a:pt x="274919" y="353601"/>
                </a:lnTo>
                <a:lnTo>
                  <a:pt x="274820" y="353513"/>
                </a:lnTo>
                <a:lnTo>
                  <a:pt x="274725" y="353422"/>
                </a:lnTo>
                <a:lnTo>
                  <a:pt x="274633" y="353326"/>
                </a:lnTo>
                <a:lnTo>
                  <a:pt x="274546" y="353225"/>
                </a:lnTo>
                <a:lnTo>
                  <a:pt x="274462" y="353119"/>
                </a:lnTo>
                <a:lnTo>
                  <a:pt x="274382" y="353008"/>
                </a:lnTo>
                <a:lnTo>
                  <a:pt x="274306" y="352892"/>
                </a:lnTo>
                <a:lnTo>
                  <a:pt x="274234" y="352771"/>
                </a:lnTo>
                <a:lnTo>
                  <a:pt x="274166" y="352645"/>
                </a:lnTo>
                <a:lnTo>
                  <a:pt x="274102" y="352514"/>
                </a:lnTo>
                <a:lnTo>
                  <a:pt x="274041" y="352378"/>
                </a:lnTo>
                <a:lnTo>
                  <a:pt x="273985" y="352237"/>
                </a:lnTo>
                <a:lnTo>
                  <a:pt x="273932" y="352091"/>
                </a:lnTo>
                <a:lnTo>
                  <a:pt x="273884" y="351940"/>
                </a:lnTo>
                <a:lnTo>
                  <a:pt x="273839" y="351784"/>
                </a:lnTo>
                <a:lnTo>
                  <a:pt x="273798" y="351623"/>
                </a:lnTo>
                <a:lnTo>
                  <a:pt x="273761" y="351457"/>
                </a:lnTo>
                <a:lnTo>
                  <a:pt x="273728" y="351286"/>
                </a:lnTo>
                <a:lnTo>
                  <a:pt x="273699" y="351110"/>
                </a:lnTo>
                <a:lnTo>
                  <a:pt x="273674" y="350929"/>
                </a:lnTo>
                <a:lnTo>
                  <a:pt x="273652" y="350743"/>
                </a:lnTo>
                <a:lnTo>
                  <a:pt x="273635" y="350552"/>
                </a:lnTo>
                <a:lnTo>
                  <a:pt x="273621" y="350356"/>
                </a:lnTo>
                <a:lnTo>
                  <a:pt x="273611" y="350155"/>
                </a:lnTo>
                <a:lnTo>
                  <a:pt x="273605" y="349949"/>
                </a:lnTo>
                <a:lnTo>
                  <a:pt x="273603" y="349738"/>
                </a:lnTo>
                <a:lnTo>
                  <a:pt x="273603" y="282627"/>
                </a:lnTo>
                <a:lnTo>
                  <a:pt x="257587" y="282627"/>
                </a:lnTo>
                <a:lnTo>
                  <a:pt x="257587" y="332439"/>
                </a:lnTo>
                <a:lnTo>
                  <a:pt x="257582" y="332931"/>
                </a:lnTo>
                <a:lnTo>
                  <a:pt x="257569" y="333419"/>
                </a:lnTo>
                <a:lnTo>
                  <a:pt x="257547" y="333903"/>
                </a:lnTo>
                <a:lnTo>
                  <a:pt x="257515" y="334384"/>
                </a:lnTo>
                <a:lnTo>
                  <a:pt x="257475" y="334860"/>
                </a:lnTo>
                <a:lnTo>
                  <a:pt x="257426" y="335332"/>
                </a:lnTo>
                <a:lnTo>
                  <a:pt x="257369" y="335801"/>
                </a:lnTo>
                <a:lnTo>
                  <a:pt x="257302" y="336266"/>
                </a:lnTo>
                <a:lnTo>
                  <a:pt x="257226" y="336726"/>
                </a:lnTo>
                <a:lnTo>
                  <a:pt x="257142" y="337183"/>
                </a:lnTo>
                <a:lnTo>
                  <a:pt x="257048" y="337636"/>
                </a:lnTo>
                <a:lnTo>
                  <a:pt x="256946" y="338085"/>
                </a:lnTo>
                <a:lnTo>
                  <a:pt x="256835" y="338531"/>
                </a:lnTo>
                <a:lnTo>
                  <a:pt x="256715" y="338972"/>
                </a:lnTo>
                <a:lnTo>
                  <a:pt x="256586" y="339409"/>
                </a:lnTo>
                <a:lnTo>
                  <a:pt x="256448" y="339843"/>
                </a:lnTo>
                <a:lnTo>
                  <a:pt x="256301" y="340272"/>
                </a:lnTo>
                <a:lnTo>
                  <a:pt x="256145" y="340698"/>
                </a:lnTo>
                <a:lnTo>
                  <a:pt x="255980" y="341120"/>
                </a:lnTo>
                <a:lnTo>
                  <a:pt x="255807" y="341538"/>
                </a:lnTo>
                <a:lnTo>
                  <a:pt x="255625" y="341952"/>
                </a:lnTo>
                <a:lnTo>
                  <a:pt x="255433" y="342362"/>
                </a:lnTo>
                <a:lnTo>
                  <a:pt x="255233" y="342768"/>
                </a:lnTo>
                <a:lnTo>
                  <a:pt x="255024" y="343171"/>
                </a:lnTo>
                <a:lnTo>
                  <a:pt x="254820" y="343568"/>
                </a:lnTo>
                <a:lnTo>
                  <a:pt x="254609" y="343958"/>
                </a:lnTo>
                <a:lnTo>
                  <a:pt x="254391" y="344342"/>
                </a:lnTo>
                <a:lnTo>
                  <a:pt x="254165" y="344719"/>
                </a:lnTo>
                <a:lnTo>
                  <a:pt x="253932" y="345089"/>
                </a:lnTo>
                <a:lnTo>
                  <a:pt x="253692" y="345453"/>
                </a:lnTo>
                <a:lnTo>
                  <a:pt x="253445" y="345810"/>
                </a:lnTo>
                <a:lnTo>
                  <a:pt x="253191" y="346161"/>
                </a:lnTo>
                <a:lnTo>
                  <a:pt x="252929" y="346504"/>
                </a:lnTo>
                <a:lnTo>
                  <a:pt x="252660" y="346841"/>
                </a:lnTo>
                <a:lnTo>
                  <a:pt x="252384" y="347172"/>
                </a:lnTo>
                <a:lnTo>
                  <a:pt x="252101" y="347495"/>
                </a:lnTo>
                <a:lnTo>
                  <a:pt x="251810" y="347812"/>
                </a:lnTo>
                <a:lnTo>
                  <a:pt x="251512" y="348123"/>
                </a:lnTo>
                <a:lnTo>
                  <a:pt x="251207" y="348426"/>
                </a:lnTo>
                <a:lnTo>
                  <a:pt x="250895" y="348723"/>
                </a:lnTo>
                <a:lnTo>
                  <a:pt x="250576" y="349014"/>
                </a:lnTo>
                <a:lnTo>
                  <a:pt x="250249" y="349297"/>
                </a:lnTo>
                <a:lnTo>
                  <a:pt x="249915" y="349574"/>
                </a:lnTo>
                <a:lnTo>
                  <a:pt x="249574" y="349844"/>
                </a:lnTo>
                <a:lnTo>
                  <a:pt x="249225" y="350108"/>
                </a:lnTo>
                <a:lnTo>
                  <a:pt x="248870" y="350365"/>
                </a:lnTo>
                <a:lnTo>
                  <a:pt x="248507" y="350615"/>
                </a:lnTo>
                <a:lnTo>
                  <a:pt x="248137" y="350859"/>
                </a:lnTo>
                <a:lnTo>
                  <a:pt x="247774" y="351081"/>
                </a:lnTo>
                <a:lnTo>
                  <a:pt x="247407" y="351294"/>
                </a:lnTo>
                <a:lnTo>
                  <a:pt x="247035" y="351497"/>
                </a:lnTo>
                <a:lnTo>
                  <a:pt x="246660" y="351691"/>
                </a:lnTo>
                <a:lnTo>
                  <a:pt x="246279" y="351875"/>
                </a:lnTo>
                <a:lnTo>
                  <a:pt x="245894" y="352050"/>
                </a:lnTo>
                <a:lnTo>
                  <a:pt x="245505" y="352216"/>
                </a:lnTo>
                <a:lnTo>
                  <a:pt x="245111" y="352372"/>
                </a:lnTo>
                <a:lnTo>
                  <a:pt x="244713" y="352518"/>
                </a:lnTo>
                <a:lnTo>
                  <a:pt x="244310" y="352655"/>
                </a:lnTo>
                <a:lnTo>
                  <a:pt x="243903" y="352783"/>
                </a:lnTo>
                <a:lnTo>
                  <a:pt x="243492" y="352901"/>
                </a:lnTo>
                <a:lnTo>
                  <a:pt x="243076" y="353010"/>
                </a:lnTo>
                <a:lnTo>
                  <a:pt x="242655" y="353109"/>
                </a:lnTo>
                <a:lnTo>
                  <a:pt x="242230" y="353199"/>
                </a:lnTo>
                <a:lnTo>
                  <a:pt x="241801" y="353279"/>
                </a:lnTo>
                <a:lnTo>
                  <a:pt x="241367" y="353350"/>
                </a:lnTo>
                <a:lnTo>
                  <a:pt x="240929" y="353412"/>
                </a:lnTo>
                <a:lnTo>
                  <a:pt x="240486" y="353464"/>
                </a:lnTo>
                <a:lnTo>
                  <a:pt x="240039" y="353506"/>
                </a:lnTo>
                <a:lnTo>
                  <a:pt x="239588" y="353539"/>
                </a:lnTo>
                <a:lnTo>
                  <a:pt x="239132" y="353563"/>
                </a:lnTo>
                <a:lnTo>
                  <a:pt x="238671" y="353577"/>
                </a:lnTo>
                <a:lnTo>
                  <a:pt x="238206" y="353582"/>
                </a:lnTo>
                <a:lnTo>
                  <a:pt x="237505" y="353573"/>
                </a:lnTo>
                <a:lnTo>
                  <a:pt x="236817" y="353547"/>
                </a:lnTo>
                <a:lnTo>
                  <a:pt x="236141" y="353504"/>
                </a:lnTo>
                <a:lnTo>
                  <a:pt x="235479" y="353444"/>
                </a:lnTo>
                <a:lnTo>
                  <a:pt x="234829" y="353366"/>
                </a:lnTo>
                <a:lnTo>
                  <a:pt x="234192" y="353271"/>
                </a:lnTo>
                <a:lnTo>
                  <a:pt x="233568" y="353159"/>
                </a:lnTo>
                <a:lnTo>
                  <a:pt x="232956" y="353030"/>
                </a:lnTo>
                <a:lnTo>
                  <a:pt x="232357" y="352883"/>
                </a:lnTo>
                <a:lnTo>
                  <a:pt x="231772" y="352720"/>
                </a:lnTo>
                <a:lnTo>
                  <a:pt x="231198" y="352539"/>
                </a:lnTo>
                <a:lnTo>
                  <a:pt x="230638" y="352340"/>
                </a:lnTo>
                <a:lnTo>
                  <a:pt x="230091" y="352125"/>
                </a:lnTo>
                <a:lnTo>
                  <a:pt x="229556" y="351892"/>
                </a:lnTo>
                <a:lnTo>
                  <a:pt x="229034" y="351642"/>
                </a:lnTo>
                <a:lnTo>
                  <a:pt x="228525" y="351375"/>
                </a:lnTo>
                <a:lnTo>
                  <a:pt x="228028" y="351090"/>
                </a:lnTo>
                <a:lnTo>
                  <a:pt x="227545" y="350789"/>
                </a:lnTo>
                <a:lnTo>
                  <a:pt x="227074" y="350470"/>
                </a:lnTo>
                <a:lnTo>
                  <a:pt x="226616" y="350134"/>
                </a:lnTo>
                <a:lnTo>
                  <a:pt x="226171" y="349780"/>
                </a:lnTo>
                <a:lnTo>
                  <a:pt x="225739" y="349410"/>
                </a:lnTo>
                <a:lnTo>
                  <a:pt x="225319" y="349022"/>
                </a:lnTo>
                <a:lnTo>
                  <a:pt x="224912" y="348616"/>
                </a:lnTo>
                <a:lnTo>
                  <a:pt x="224533" y="348194"/>
                </a:lnTo>
                <a:lnTo>
                  <a:pt x="224170" y="347752"/>
                </a:lnTo>
                <a:lnTo>
                  <a:pt x="223823" y="347293"/>
                </a:lnTo>
                <a:lnTo>
                  <a:pt x="223493" y="346815"/>
                </a:lnTo>
                <a:lnTo>
                  <a:pt x="223178" y="346318"/>
                </a:lnTo>
                <a:lnTo>
                  <a:pt x="222880" y="345803"/>
                </a:lnTo>
                <a:lnTo>
                  <a:pt x="222598" y="345270"/>
                </a:lnTo>
                <a:lnTo>
                  <a:pt x="222332" y="344719"/>
                </a:lnTo>
                <a:lnTo>
                  <a:pt x="222082" y="344149"/>
                </a:lnTo>
                <a:lnTo>
                  <a:pt x="221848" y="343561"/>
                </a:lnTo>
                <a:lnTo>
                  <a:pt x="221630" y="342955"/>
                </a:lnTo>
                <a:lnTo>
                  <a:pt x="221428" y="342330"/>
                </a:lnTo>
                <a:lnTo>
                  <a:pt x="221243" y="341687"/>
                </a:lnTo>
                <a:lnTo>
                  <a:pt x="221074" y="341025"/>
                </a:lnTo>
                <a:lnTo>
                  <a:pt x="220920" y="340345"/>
                </a:lnTo>
                <a:lnTo>
                  <a:pt x="220783" y="339647"/>
                </a:lnTo>
                <a:lnTo>
                  <a:pt x="220662" y="338930"/>
                </a:lnTo>
                <a:lnTo>
                  <a:pt x="220558" y="338195"/>
                </a:lnTo>
                <a:lnTo>
                  <a:pt x="220469" y="337442"/>
                </a:lnTo>
                <a:lnTo>
                  <a:pt x="220396" y="336671"/>
                </a:lnTo>
                <a:lnTo>
                  <a:pt x="220340" y="335881"/>
                </a:lnTo>
                <a:lnTo>
                  <a:pt x="220299" y="335072"/>
                </a:lnTo>
                <a:lnTo>
                  <a:pt x="220275" y="334245"/>
                </a:lnTo>
                <a:lnTo>
                  <a:pt x="220267" y="333400"/>
                </a:lnTo>
                <a:lnTo>
                  <a:pt x="220267" y="282627"/>
                </a:lnTo>
                <a:lnTo>
                  <a:pt x="204090" y="282627"/>
                </a:lnTo>
                <a:lnTo>
                  <a:pt x="204090" y="336444"/>
                </a:lnTo>
                <a:lnTo>
                  <a:pt x="204104" y="337672"/>
                </a:lnTo>
                <a:lnTo>
                  <a:pt x="204145" y="338874"/>
                </a:lnTo>
                <a:lnTo>
                  <a:pt x="204213" y="340050"/>
                </a:lnTo>
                <a:lnTo>
                  <a:pt x="204308" y="341200"/>
                </a:lnTo>
                <a:lnTo>
                  <a:pt x="204431" y="342323"/>
                </a:lnTo>
                <a:lnTo>
                  <a:pt x="204581" y="343421"/>
                </a:lnTo>
                <a:lnTo>
                  <a:pt x="204758" y="344492"/>
                </a:lnTo>
                <a:lnTo>
                  <a:pt x="204962" y="345538"/>
                </a:lnTo>
                <a:lnTo>
                  <a:pt x="205194" y="346557"/>
                </a:lnTo>
                <a:lnTo>
                  <a:pt x="205453" y="347550"/>
                </a:lnTo>
                <a:lnTo>
                  <a:pt x="205739" y="348517"/>
                </a:lnTo>
                <a:lnTo>
                  <a:pt x="206052" y="349457"/>
                </a:lnTo>
                <a:lnTo>
                  <a:pt x="206393" y="350372"/>
                </a:lnTo>
                <a:lnTo>
                  <a:pt x="206761" y="351260"/>
                </a:lnTo>
                <a:lnTo>
                  <a:pt x="207156" y="352123"/>
                </a:lnTo>
                <a:lnTo>
                  <a:pt x="207578" y="352959"/>
                </a:lnTo>
                <a:lnTo>
                  <a:pt x="208028" y="353769"/>
                </a:lnTo>
                <a:lnTo>
                  <a:pt x="208505" y="354553"/>
                </a:lnTo>
                <a:lnTo>
                  <a:pt x="209009" y="355310"/>
                </a:lnTo>
                <a:lnTo>
                  <a:pt x="209540" y="356042"/>
                </a:lnTo>
                <a:lnTo>
                  <a:pt x="210099" y="356748"/>
                </a:lnTo>
                <a:lnTo>
                  <a:pt x="210685" y="357427"/>
                </a:lnTo>
                <a:lnTo>
                  <a:pt x="211298" y="358080"/>
                </a:lnTo>
                <a:lnTo>
                  <a:pt x="211938" y="358707"/>
                </a:lnTo>
                <a:lnTo>
                  <a:pt x="212615" y="359308"/>
                </a:lnTo>
                <a:lnTo>
                  <a:pt x="213309" y="359884"/>
                </a:lnTo>
                <a:lnTo>
                  <a:pt x="214021" y="360434"/>
                </a:lnTo>
                <a:lnTo>
                  <a:pt x="214750" y="360958"/>
                </a:lnTo>
                <a:lnTo>
                  <a:pt x="215498" y="361457"/>
                </a:lnTo>
                <a:lnTo>
                  <a:pt x="216263" y="361930"/>
                </a:lnTo>
                <a:lnTo>
                  <a:pt x="217046" y="362378"/>
                </a:lnTo>
                <a:lnTo>
                  <a:pt x="217847" y="362800"/>
                </a:lnTo>
                <a:lnTo>
                  <a:pt x="218666" y="363197"/>
                </a:lnTo>
                <a:lnTo>
                  <a:pt x="219502" y="363568"/>
                </a:lnTo>
                <a:lnTo>
                  <a:pt x="220356" y="363913"/>
                </a:lnTo>
                <a:lnTo>
                  <a:pt x="221228" y="364233"/>
                </a:lnTo>
                <a:lnTo>
                  <a:pt x="222118" y="364527"/>
                </a:lnTo>
                <a:lnTo>
                  <a:pt x="223026" y="364796"/>
                </a:lnTo>
                <a:lnTo>
                  <a:pt x="223951" y="365039"/>
                </a:lnTo>
                <a:lnTo>
                  <a:pt x="224894" y="365256"/>
                </a:lnTo>
                <a:lnTo>
                  <a:pt x="225855" y="365448"/>
                </a:lnTo>
                <a:lnTo>
                  <a:pt x="226834" y="365614"/>
                </a:lnTo>
                <a:lnTo>
                  <a:pt x="227831" y="365755"/>
                </a:lnTo>
                <a:lnTo>
                  <a:pt x="228845" y="365870"/>
                </a:lnTo>
                <a:lnTo>
                  <a:pt x="229877" y="365960"/>
                </a:lnTo>
                <a:lnTo>
                  <a:pt x="230927" y="366024"/>
                </a:lnTo>
                <a:lnTo>
                  <a:pt x="231995" y="366062"/>
                </a:lnTo>
                <a:lnTo>
                  <a:pt x="233081" y="366075"/>
                </a:lnTo>
                <a:lnTo>
                  <a:pt x="233599" y="366072"/>
                </a:lnTo>
                <a:lnTo>
                  <a:pt x="234113" y="366064"/>
                </a:lnTo>
                <a:lnTo>
                  <a:pt x="234622" y="366050"/>
                </a:lnTo>
                <a:lnTo>
                  <a:pt x="235127" y="366030"/>
                </a:lnTo>
                <a:lnTo>
                  <a:pt x="235628" y="366005"/>
                </a:lnTo>
                <a:lnTo>
                  <a:pt x="236124" y="365975"/>
                </a:lnTo>
                <a:lnTo>
                  <a:pt x="236616" y="365939"/>
                </a:lnTo>
                <a:close/>
                <a:moveTo>
                  <a:pt x="30182" y="393984"/>
                </a:moveTo>
                <a:lnTo>
                  <a:pt x="30801" y="393883"/>
                </a:lnTo>
                <a:lnTo>
                  <a:pt x="31411" y="393766"/>
                </a:lnTo>
                <a:lnTo>
                  <a:pt x="32011" y="393634"/>
                </a:lnTo>
                <a:lnTo>
                  <a:pt x="32602" y="393486"/>
                </a:lnTo>
                <a:lnTo>
                  <a:pt x="33184" y="393322"/>
                </a:lnTo>
                <a:lnTo>
                  <a:pt x="33756" y="393143"/>
                </a:lnTo>
                <a:lnTo>
                  <a:pt x="34318" y="392949"/>
                </a:lnTo>
                <a:lnTo>
                  <a:pt x="34871" y="392739"/>
                </a:lnTo>
                <a:lnTo>
                  <a:pt x="35415" y="392513"/>
                </a:lnTo>
                <a:lnTo>
                  <a:pt x="35949" y="392271"/>
                </a:lnTo>
                <a:lnTo>
                  <a:pt x="36474" y="392014"/>
                </a:lnTo>
                <a:lnTo>
                  <a:pt x="36989" y="391742"/>
                </a:lnTo>
                <a:lnTo>
                  <a:pt x="37495" y="391454"/>
                </a:lnTo>
                <a:lnTo>
                  <a:pt x="37991" y="391150"/>
                </a:lnTo>
                <a:lnTo>
                  <a:pt x="38478" y="390831"/>
                </a:lnTo>
                <a:lnTo>
                  <a:pt x="38956" y="390496"/>
                </a:lnTo>
                <a:lnTo>
                  <a:pt x="39424" y="390146"/>
                </a:lnTo>
                <a:lnTo>
                  <a:pt x="39882" y="389780"/>
                </a:lnTo>
                <a:lnTo>
                  <a:pt x="40333" y="389401"/>
                </a:lnTo>
                <a:lnTo>
                  <a:pt x="40779" y="389011"/>
                </a:lnTo>
                <a:lnTo>
                  <a:pt x="41218" y="388611"/>
                </a:lnTo>
                <a:lnTo>
                  <a:pt x="41653" y="388200"/>
                </a:lnTo>
                <a:lnTo>
                  <a:pt x="42082" y="387779"/>
                </a:lnTo>
                <a:lnTo>
                  <a:pt x="42505" y="387347"/>
                </a:lnTo>
                <a:lnTo>
                  <a:pt x="42922" y="386905"/>
                </a:lnTo>
                <a:lnTo>
                  <a:pt x="43335" y="386452"/>
                </a:lnTo>
                <a:lnTo>
                  <a:pt x="43741" y="385988"/>
                </a:lnTo>
                <a:lnTo>
                  <a:pt x="44142" y="385514"/>
                </a:lnTo>
                <a:lnTo>
                  <a:pt x="44538" y="385030"/>
                </a:lnTo>
                <a:lnTo>
                  <a:pt x="44927" y="384534"/>
                </a:lnTo>
                <a:lnTo>
                  <a:pt x="45312" y="384029"/>
                </a:lnTo>
                <a:lnTo>
                  <a:pt x="45690" y="383512"/>
                </a:lnTo>
                <a:lnTo>
                  <a:pt x="46064" y="382985"/>
                </a:lnTo>
                <a:lnTo>
                  <a:pt x="46431" y="382448"/>
                </a:lnTo>
                <a:lnTo>
                  <a:pt x="46793" y="381900"/>
                </a:lnTo>
                <a:lnTo>
                  <a:pt x="47150" y="381341"/>
                </a:lnTo>
                <a:lnTo>
                  <a:pt x="47501" y="380772"/>
                </a:lnTo>
                <a:lnTo>
                  <a:pt x="47846" y="380192"/>
                </a:lnTo>
                <a:lnTo>
                  <a:pt x="48186" y="379602"/>
                </a:lnTo>
                <a:lnTo>
                  <a:pt x="48520" y="379001"/>
                </a:lnTo>
                <a:lnTo>
                  <a:pt x="48849" y="378389"/>
                </a:lnTo>
                <a:lnTo>
                  <a:pt x="49172" y="377767"/>
                </a:lnTo>
                <a:lnTo>
                  <a:pt x="49505" y="377137"/>
                </a:lnTo>
                <a:lnTo>
                  <a:pt x="49836" y="376501"/>
                </a:lnTo>
                <a:lnTo>
                  <a:pt x="50165" y="375860"/>
                </a:lnTo>
                <a:lnTo>
                  <a:pt x="50493" y="375213"/>
                </a:lnTo>
                <a:lnTo>
                  <a:pt x="50819" y="374561"/>
                </a:lnTo>
                <a:lnTo>
                  <a:pt x="51144" y="373903"/>
                </a:lnTo>
                <a:lnTo>
                  <a:pt x="51467" y="373240"/>
                </a:lnTo>
                <a:lnTo>
                  <a:pt x="51788" y="372571"/>
                </a:lnTo>
                <a:lnTo>
                  <a:pt x="52107" y="371896"/>
                </a:lnTo>
                <a:lnTo>
                  <a:pt x="52425" y="371216"/>
                </a:lnTo>
                <a:lnTo>
                  <a:pt x="52741" y="370530"/>
                </a:lnTo>
                <a:lnTo>
                  <a:pt x="53056" y="369839"/>
                </a:lnTo>
                <a:lnTo>
                  <a:pt x="53369" y="369142"/>
                </a:lnTo>
                <a:lnTo>
                  <a:pt x="53680" y="368440"/>
                </a:lnTo>
                <a:lnTo>
                  <a:pt x="53989" y="367732"/>
                </a:lnTo>
                <a:lnTo>
                  <a:pt x="54297" y="367018"/>
                </a:lnTo>
                <a:lnTo>
                  <a:pt x="54603" y="366299"/>
                </a:lnTo>
                <a:lnTo>
                  <a:pt x="54908" y="365574"/>
                </a:lnTo>
                <a:lnTo>
                  <a:pt x="55211" y="364844"/>
                </a:lnTo>
                <a:lnTo>
                  <a:pt x="55512" y="364108"/>
                </a:lnTo>
                <a:lnTo>
                  <a:pt x="55811" y="363367"/>
                </a:lnTo>
                <a:lnTo>
                  <a:pt x="56109" y="362620"/>
                </a:lnTo>
                <a:lnTo>
                  <a:pt x="56405" y="361868"/>
                </a:lnTo>
                <a:lnTo>
                  <a:pt x="56700" y="361110"/>
                </a:lnTo>
                <a:lnTo>
                  <a:pt x="87452" y="282627"/>
                </a:lnTo>
                <a:lnTo>
                  <a:pt x="71756" y="282627"/>
                </a:lnTo>
                <a:lnTo>
                  <a:pt x="49492" y="343171"/>
                </a:lnTo>
                <a:lnTo>
                  <a:pt x="48531" y="343171"/>
                </a:lnTo>
                <a:lnTo>
                  <a:pt x="25787" y="282627"/>
                </a:lnTo>
                <a:lnTo>
                  <a:pt x="8649" y="282627"/>
                </a:lnTo>
                <a:lnTo>
                  <a:pt x="40363" y="362871"/>
                </a:lnTo>
                <a:lnTo>
                  <a:pt x="40137" y="363454"/>
                </a:lnTo>
                <a:lnTo>
                  <a:pt x="39913" y="364026"/>
                </a:lnTo>
                <a:lnTo>
                  <a:pt x="39692" y="364588"/>
                </a:lnTo>
                <a:lnTo>
                  <a:pt x="39473" y="365141"/>
                </a:lnTo>
                <a:lnTo>
                  <a:pt x="39256" y="365683"/>
                </a:lnTo>
                <a:lnTo>
                  <a:pt x="39041" y="366215"/>
                </a:lnTo>
                <a:lnTo>
                  <a:pt x="38829" y="366737"/>
                </a:lnTo>
                <a:lnTo>
                  <a:pt x="38618" y="367249"/>
                </a:lnTo>
                <a:lnTo>
                  <a:pt x="38410" y="367752"/>
                </a:lnTo>
                <a:lnTo>
                  <a:pt x="38205" y="368244"/>
                </a:lnTo>
                <a:lnTo>
                  <a:pt x="38001" y="368726"/>
                </a:lnTo>
                <a:lnTo>
                  <a:pt x="37800" y="369198"/>
                </a:lnTo>
                <a:lnTo>
                  <a:pt x="37601" y="369660"/>
                </a:lnTo>
                <a:lnTo>
                  <a:pt x="37404" y="370112"/>
                </a:lnTo>
                <a:lnTo>
                  <a:pt x="37209" y="370555"/>
                </a:lnTo>
                <a:lnTo>
                  <a:pt x="37017" y="370987"/>
                </a:lnTo>
                <a:lnTo>
                  <a:pt x="36827" y="371409"/>
                </a:lnTo>
                <a:lnTo>
                  <a:pt x="36639" y="371821"/>
                </a:lnTo>
                <a:lnTo>
                  <a:pt x="36453" y="372223"/>
                </a:lnTo>
                <a:lnTo>
                  <a:pt x="36269" y="372615"/>
                </a:lnTo>
                <a:lnTo>
                  <a:pt x="36088" y="372997"/>
                </a:lnTo>
                <a:lnTo>
                  <a:pt x="35909" y="373369"/>
                </a:lnTo>
                <a:lnTo>
                  <a:pt x="35732" y="373731"/>
                </a:lnTo>
                <a:lnTo>
                  <a:pt x="35557" y="374083"/>
                </a:lnTo>
                <a:lnTo>
                  <a:pt x="35396" y="374440"/>
                </a:lnTo>
                <a:lnTo>
                  <a:pt x="35233" y="374787"/>
                </a:lnTo>
                <a:lnTo>
                  <a:pt x="35067" y="375127"/>
                </a:lnTo>
                <a:lnTo>
                  <a:pt x="34899" y="375458"/>
                </a:lnTo>
                <a:lnTo>
                  <a:pt x="34729" y="375781"/>
                </a:lnTo>
                <a:lnTo>
                  <a:pt x="34556" y="376095"/>
                </a:lnTo>
                <a:lnTo>
                  <a:pt x="34382" y="376402"/>
                </a:lnTo>
                <a:lnTo>
                  <a:pt x="34205" y="376699"/>
                </a:lnTo>
                <a:lnTo>
                  <a:pt x="34026" y="376989"/>
                </a:lnTo>
                <a:lnTo>
                  <a:pt x="33845" y="377270"/>
                </a:lnTo>
                <a:lnTo>
                  <a:pt x="33661" y="377543"/>
                </a:lnTo>
                <a:lnTo>
                  <a:pt x="33475" y="377807"/>
                </a:lnTo>
                <a:lnTo>
                  <a:pt x="33287" y="378063"/>
                </a:lnTo>
                <a:lnTo>
                  <a:pt x="33097" y="378311"/>
                </a:lnTo>
                <a:lnTo>
                  <a:pt x="32905" y="378551"/>
                </a:lnTo>
                <a:lnTo>
                  <a:pt x="32710" y="378782"/>
                </a:lnTo>
                <a:lnTo>
                  <a:pt x="32513" y="379004"/>
                </a:lnTo>
                <a:lnTo>
                  <a:pt x="32314" y="379219"/>
                </a:lnTo>
                <a:lnTo>
                  <a:pt x="32113" y="379425"/>
                </a:lnTo>
                <a:lnTo>
                  <a:pt x="31909" y="379622"/>
                </a:lnTo>
                <a:lnTo>
                  <a:pt x="31703" y="379812"/>
                </a:lnTo>
                <a:lnTo>
                  <a:pt x="31495" y="379993"/>
                </a:lnTo>
                <a:lnTo>
                  <a:pt x="31285" y="380166"/>
                </a:lnTo>
                <a:lnTo>
                  <a:pt x="31073" y="380330"/>
                </a:lnTo>
                <a:lnTo>
                  <a:pt x="30856" y="380500"/>
                </a:lnTo>
                <a:lnTo>
                  <a:pt x="30632" y="380662"/>
                </a:lnTo>
                <a:lnTo>
                  <a:pt x="30402" y="380818"/>
                </a:lnTo>
                <a:lnTo>
                  <a:pt x="30165" y="380966"/>
                </a:lnTo>
                <a:lnTo>
                  <a:pt x="29922" y="381107"/>
                </a:lnTo>
                <a:lnTo>
                  <a:pt x="29671" y="381241"/>
                </a:lnTo>
                <a:lnTo>
                  <a:pt x="29414" y="381367"/>
                </a:lnTo>
                <a:lnTo>
                  <a:pt x="29151" y="381487"/>
                </a:lnTo>
                <a:lnTo>
                  <a:pt x="28880" y="381599"/>
                </a:lnTo>
                <a:lnTo>
                  <a:pt x="28603" y="381704"/>
                </a:lnTo>
                <a:lnTo>
                  <a:pt x="28320" y="381801"/>
                </a:lnTo>
                <a:lnTo>
                  <a:pt x="28030" y="381892"/>
                </a:lnTo>
                <a:lnTo>
                  <a:pt x="27733" y="381975"/>
                </a:lnTo>
                <a:lnTo>
                  <a:pt x="27429" y="382051"/>
                </a:lnTo>
                <a:lnTo>
                  <a:pt x="27119" y="382119"/>
                </a:lnTo>
                <a:lnTo>
                  <a:pt x="26802" y="382181"/>
                </a:lnTo>
                <a:lnTo>
                  <a:pt x="26478" y="382235"/>
                </a:lnTo>
                <a:lnTo>
                  <a:pt x="26148" y="382282"/>
                </a:lnTo>
                <a:lnTo>
                  <a:pt x="25811" y="382322"/>
                </a:lnTo>
                <a:lnTo>
                  <a:pt x="25467" y="382354"/>
                </a:lnTo>
                <a:lnTo>
                  <a:pt x="25116" y="382380"/>
                </a:lnTo>
                <a:lnTo>
                  <a:pt x="24759" y="382398"/>
                </a:lnTo>
                <a:lnTo>
                  <a:pt x="24396" y="382408"/>
                </a:lnTo>
                <a:lnTo>
                  <a:pt x="24025" y="382412"/>
                </a:lnTo>
                <a:lnTo>
                  <a:pt x="23811" y="382411"/>
                </a:lnTo>
                <a:lnTo>
                  <a:pt x="23597" y="382407"/>
                </a:lnTo>
                <a:lnTo>
                  <a:pt x="23382" y="382400"/>
                </a:lnTo>
                <a:lnTo>
                  <a:pt x="23167" y="382390"/>
                </a:lnTo>
                <a:lnTo>
                  <a:pt x="22951" y="382377"/>
                </a:lnTo>
                <a:lnTo>
                  <a:pt x="22734" y="382362"/>
                </a:lnTo>
                <a:lnTo>
                  <a:pt x="22517" y="382344"/>
                </a:lnTo>
                <a:lnTo>
                  <a:pt x="22299" y="382323"/>
                </a:lnTo>
                <a:lnTo>
                  <a:pt x="22081" y="382299"/>
                </a:lnTo>
                <a:lnTo>
                  <a:pt x="21862" y="382273"/>
                </a:lnTo>
                <a:lnTo>
                  <a:pt x="21643" y="382244"/>
                </a:lnTo>
                <a:lnTo>
                  <a:pt x="21423" y="382212"/>
                </a:lnTo>
                <a:lnTo>
                  <a:pt x="21202" y="382177"/>
                </a:lnTo>
                <a:lnTo>
                  <a:pt x="20981" y="382140"/>
                </a:lnTo>
                <a:lnTo>
                  <a:pt x="20759" y="382099"/>
                </a:lnTo>
                <a:lnTo>
                  <a:pt x="20537" y="382056"/>
                </a:lnTo>
                <a:lnTo>
                  <a:pt x="20314" y="382010"/>
                </a:lnTo>
                <a:lnTo>
                  <a:pt x="20091" y="381962"/>
                </a:lnTo>
                <a:lnTo>
                  <a:pt x="19867" y="381910"/>
                </a:lnTo>
                <a:lnTo>
                  <a:pt x="19643" y="381856"/>
                </a:lnTo>
                <a:lnTo>
                  <a:pt x="19418" y="381799"/>
                </a:lnTo>
                <a:lnTo>
                  <a:pt x="19192" y="381739"/>
                </a:lnTo>
                <a:lnTo>
                  <a:pt x="18966" y="381677"/>
                </a:lnTo>
                <a:lnTo>
                  <a:pt x="18740" y="381611"/>
                </a:lnTo>
                <a:lnTo>
                  <a:pt x="18515" y="381558"/>
                </a:lnTo>
                <a:lnTo>
                  <a:pt x="18293" y="381503"/>
                </a:lnTo>
                <a:lnTo>
                  <a:pt x="18074" y="381449"/>
                </a:lnTo>
                <a:lnTo>
                  <a:pt x="17859" y="381393"/>
                </a:lnTo>
                <a:lnTo>
                  <a:pt x="17647" y="381337"/>
                </a:lnTo>
                <a:lnTo>
                  <a:pt x="17438" y="381281"/>
                </a:lnTo>
                <a:lnTo>
                  <a:pt x="17233" y="381224"/>
                </a:lnTo>
                <a:lnTo>
                  <a:pt x="17031" y="381166"/>
                </a:lnTo>
                <a:lnTo>
                  <a:pt x="16833" y="381108"/>
                </a:lnTo>
                <a:lnTo>
                  <a:pt x="16638" y="381050"/>
                </a:lnTo>
                <a:lnTo>
                  <a:pt x="16446" y="380990"/>
                </a:lnTo>
                <a:lnTo>
                  <a:pt x="16257" y="380931"/>
                </a:lnTo>
                <a:lnTo>
                  <a:pt x="16072" y="380870"/>
                </a:lnTo>
                <a:lnTo>
                  <a:pt x="15890" y="380809"/>
                </a:lnTo>
                <a:lnTo>
                  <a:pt x="15712" y="380748"/>
                </a:lnTo>
                <a:lnTo>
                  <a:pt x="15536" y="380686"/>
                </a:lnTo>
                <a:lnTo>
                  <a:pt x="15365" y="380623"/>
                </a:lnTo>
                <a:lnTo>
                  <a:pt x="15196" y="380560"/>
                </a:lnTo>
                <a:lnTo>
                  <a:pt x="15031" y="380496"/>
                </a:lnTo>
                <a:lnTo>
                  <a:pt x="14869" y="380432"/>
                </a:lnTo>
                <a:lnTo>
                  <a:pt x="14711" y="380367"/>
                </a:lnTo>
                <a:lnTo>
                  <a:pt x="14555" y="380302"/>
                </a:lnTo>
                <a:lnTo>
                  <a:pt x="14404" y="380236"/>
                </a:lnTo>
                <a:lnTo>
                  <a:pt x="14255" y="380170"/>
                </a:lnTo>
                <a:lnTo>
                  <a:pt x="14255" y="392022"/>
                </a:lnTo>
                <a:lnTo>
                  <a:pt x="14482" y="392115"/>
                </a:lnTo>
                <a:lnTo>
                  <a:pt x="14710" y="392205"/>
                </a:lnTo>
                <a:lnTo>
                  <a:pt x="14938" y="392293"/>
                </a:lnTo>
                <a:lnTo>
                  <a:pt x="15167" y="392378"/>
                </a:lnTo>
                <a:lnTo>
                  <a:pt x="15397" y="392462"/>
                </a:lnTo>
                <a:lnTo>
                  <a:pt x="15626" y="392543"/>
                </a:lnTo>
                <a:lnTo>
                  <a:pt x="15857" y="392622"/>
                </a:lnTo>
                <a:lnTo>
                  <a:pt x="16088" y="392698"/>
                </a:lnTo>
                <a:lnTo>
                  <a:pt x="16320" y="392773"/>
                </a:lnTo>
                <a:lnTo>
                  <a:pt x="16552" y="392845"/>
                </a:lnTo>
                <a:lnTo>
                  <a:pt x="16785" y="392915"/>
                </a:lnTo>
                <a:lnTo>
                  <a:pt x="17018" y="392983"/>
                </a:lnTo>
                <a:lnTo>
                  <a:pt x="17252" y="393049"/>
                </a:lnTo>
                <a:lnTo>
                  <a:pt x="17486" y="393112"/>
                </a:lnTo>
                <a:lnTo>
                  <a:pt x="17721" y="393173"/>
                </a:lnTo>
                <a:lnTo>
                  <a:pt x="17957" y="393232"/>
                </a:lnTo>
                <a:lnTo>
                  <a:pt x="18193" y="393289"/>
                </a:lnTo>
                <a:lnTo>
                  <a:pt x="18429" y="393344"/>
                </a:lnTo>
                <a:lnTo>
                  <a:pt x="18667" y="393396"/>
                </a:lnTo>
                <a:lnTo>
                  <a:pt x="18904" y="393446"/>
                </a:lnTo>
                <a:lnTo>
                  <a:pt x="19143" y="393494"/>
                </a:lnTo>
                <a:lnTo>
                  <a:pt x="19382" y="393539"/>
                </a:lnTo>
                <a:lnTo>
                  <a:pt x="19621" y="393583"/>
                </a:lnTo>
                <a:lnTo>
                  <a:pt x="19861" y="393624"/>
                </a:lnTo>
                <a:lnTo>
                  <a:pt x="20115" y="393676"/>
                </a:lnTo>
                <a:lnTo>
                  <a:pt x="20370" y="393726"/>
                </a:lnTo>
                <a:lnTo>
                  <a:pt x="20627" y="393774"/>
                </a:lnTo>
                <a:lnTo>
                  <a:pt x="20884" y="393820"/>
                </a:lnTo>
                <a:lnTo>
                  <a:pt x="21143" y="393863"/>
                </a:lnTo>
                <a:lnTo>
                  <a:pt x="21403" y="393904"/>
                </a:lnTo>
                <a:lnTo>
                  <a:pt x="21663" y="393943"/>
                </a:lnTo>
                <a:lnTo>
                  <a:pt x="21925" y="393980"/>
                </a:lnTo>
                <a:lnTo>
                  <a:pt x="22188" y="394014"/>
                </a:lnTo>
                <a:lnTo>
                  <a:pt x="22453" y="394047"/>
                </a:lnTo>
                <a:lnTo>
                  <a:pt x="22718" y="394077"/>
                </a:lnTo>
                <a:lnTo>
                  <a:pt x="22984" y="394104"/>
                </a:lnTo>
                <a:lnTo>
                  <a:pt x="23252" y="394130"/>
                </a:lnTo>
                <a:lnTo>
                  <a:pt x="23520" y="394153"/>
                </a:lnTo>
                <a:lnTo>
                  <a:pt x="23790" y="394174"/>
                </a:lnTo>
                <a:lnTo>
                  <a:pt x="24061" y="394193"/>
                </a:lnTo>
                <a:lnTo>
                  <a:pt x="24333" y="394210"/>
                </a:lnTo>
                <a:lnTo>
                  <a:pt x="24606" y="394225"/>
                </a:lnTo>
                <a:lnTo>
                  <a:pt x="24880" y="394237"/>
                </a:lnTo>
                <a:lnTo>
                  <a:pt x="25155" y="394247"/>
                </a:lnTo>
                <a:lnTo>
                  <a:pt x="25432" y="394255"/>
                </a:lnTo>
                <a:lnTo>
                  <a:pt x="25709" y="394260"/>
                </a:lnTo>
                <a:lnTo>
                  <a:pt x="25988" y="394263"/>
                </a:lnTo>
                <a:lnTo>
                  <a:pt x="26268" y="394265"/>
                </a:lnTo>
                <a:lnTo>
                  <a:pt x="26944" y="394257"/>
                </a:lnTo>
                <a:lnTo>
                  <a:pt x="27610" y="394233"/>
                </a:lnTo>
                <a:lnTo>
                  <a:pt x="28267" y="394195"/>
                </a:lnTo>
                <a:lnTo>
                  <a:pt x="28915" y="394140"/>
                </a:lnTo>
                <a:lnTo>
                  <a:pt x="29553" y="394070"/>
                </a:lnTo>
                <a:lnTo>
                  <a:pt x="30182" y="393984"/>
                </a:lnTo>
                <a:close/>
                <a:moveTo>
                  <a:pt x="1741992" y="54485"/>
                </a:moveTo>
                <a:lnTo>
                  <a:pt x="1741992" y="54498"/>
                </a:lnTo>
                <a:lnTo>
                  <a:pt x="1741992" y="54491"/>
                </a:lnTo>
                <a:lnTo>
                  <a:pt x="1741992" y="54480"/>
                </a:lnTo>
                <a:lnTo>
                  <a:pt x="1741992" y="54485"/>
                </a:lnTo>
                <a:close/>
                <a:moveTo>
                  <a:pt x="1741992" y="54526"/>
                </a:moveTo>
                <a:lnTo>
                  <a:pt x="1741992" y="54515"/>
                </a:lnTo>
                <a:lnTo>
                  <a:pt x="1741992" y="54500"/>
                </a:lnTo>
                <a:lnTo>
                  <a:pt x="1741992" y="54498"/>
                </a:lnTo>
                <a:lnTo>
                  <a:pt x="1741992" y="54512"/>
                </a:lnTo>
                <a:lnTo>
                  <a:pt x="1741992" y="54526"/>
                </a:lnTo>
                <a:close/>
                <a:moveTo>
                  <a:pt x="1741992" y="54564"/>
                </a:moveTo>
                <a:lnTo>
                  <a:pt x="1741992" y="54582"/>
                </a:lnTo>
                <a:lnTo>
                  <a:pt x="1741992" y="54587"/>
                </a:lnTo>
                <a:lnTo>
                  <a:pt x="1741992" y="54566"/>
                </a:lnTo>
                <a:lnTo>
                  <a:pt x="1741992" y="54538"/>
                </a:lnTo>
                <a:lnTo>
                  <a:pt x="1741992" y="54526"/>
                </a:lnTo>
                <a:lnTo>
                  <a:pt x="1741992" y="54531"/>
                </a:lnTo>
                <a:lnTo>
                  <a:pt x="1741992" y="54548"/>
                </a:lnTo>
                <a:lnTo>
                  <a:pt x="1741992" y="54564"/>
                </a:lnTo>
                <a:close/>
                <a:moveTo>
                  <a:pt x="1741992" y="54658"/>
                </a:moveTo>
                <a:lnTo>
                  <a:pt x="1741992" y="54638"/>
                </a:lnTo>
                <a:lnTo>
                  <a:pt x="1741992" y="54623"/>
                </a:lnTo>
                <a:lnTo>
                  <a:pt x="1741992" y="54633"/>
                </a:lnTo>
                <a:lnTo>
                  <a:pt x="1741992" y="54658"/>
                </a:lnTo>
                <a:close/>
                <a:moveTo>
                  <a:pt x="1741992" y="54788"/>
                </a:moveTo>
                <a:lnTo>
                  <a:pt x="1741992" y="54765"/>
                </a:lnTo>
                <a:lnTo>
                  <a:pt x="1741992" y="54742"/>
                </a:lnTo>
                <a:lnTo>
                  <a:pt x="1741992" y="54720"/>
                </a:lnTo>
                <a:lnTo>
                  <a:pt x="1741992" y="54758"/>
                </a:lnTo>
                <a:lnTo>
                  <a:pt x="1741992" y="54806"/>
                </a:lnTo>
                <a:lnTo>
                  <a:pt x="1741992" y="54839"/>
                </a:lnTo>
                <a:lnTo>
                  <a:pt x="1741992" y="54836"/>
                </a:lnTo>
                <a:lnTo>
                  <a:pt x="1741992" y="54811"/>
                </a:lnTo>
                <a:lnTo>
                  <a:pt x="1741992" y="54788"/>
                </a:lnTo>
                <a:close/>
                <a:moveTo>
                  <a:pt x="1741992" y="54938"/>
                </a:moveTo>
                <a:lnTo>
                  <a:pt x="1741992" y="54938"/>
                </a:lnTo>
                <a:lnTo>
                  <a:pt x="1741992" y="54913"/>
                </a:lnTo>
                <a:lnTo>
                  <a:pt x="1741992" y="54858"/>
                </a:lnTo>
                <a:lnTo>
                  <a:pt x="1741992" y="54839"/>
                </a:lnTo>
                <a:lnTo>
                  <a:pt x="1741992" y="54860"/>
                </a:lnTo>
                <a:lnTo>
                  <a:pt x="1741992" y="54886"/>
                </a:lnTo>
                <a:lnTo>
                  <a:pt x="1741992" y="54912"/>
                </a:lnTo>
                <a:lnTo>
                  <a:pt x="1741992" y="54938"/>
                </a:lnTo>
                <a:close/>
                <a:moveTo>
                  <a:pt x="1269806" y="5446"/>
                </a:moveTo>
                <a:lnTo>
                  <a:pt x="1251387" y="5446"/>
                </a:lnTo>
                <a:lnTo>
                  <a:pt x="1288226" y="74479"/>
                </a:lnTo>
                <a:lnTo>
                  <a:pt x="1288226" y="115322"/>
                </a:lnTo>
                <a:lnTo>
                  <a:pt x="1305044" y="115322"/>
                </a:lnTo>
                <a:lnTo>
                  <a:pt x="1305044" y="74479"/>
                </a:lnTo>
                <a:lnTo>
                  <a:pt x="1341722" y="5446"/>
                </a:lnTo>
                <a:lnTo>
                  <a:pt x="1324744" y="5446"/>
                </a:lnTo>
                <a:lnTo>
                  <a:pt x="1297676" y="56700"/>
                </a:lnTo>
                <a:lnTo>
                  <a:pt x="1297035" y="56700"/>
                </a:lnTo>
                <a:lnTo>
                  <a:pt x="1269806" y="5446"/>
                </a:lnTo>
                <a:close/>
                <a:moveTo>
                  <a:pt x="1986685" y="116843"/>
                </a:moveTo>
                <a:lnTo>
                  <a:pt x="1987179" y="116814"/>
                </a:lnTo>
                <a:lnTo>
                  <a:pt x="1987672" y="116781"/>
                </a:lnTo>
                <a:lnTo>
                  <a:pt x="1988166" y="116743"/>
                </a:lnTo>
                <a:lnTo>
                  <a:pt x="1988660" y="116701"/>
                </a:lnTo>
                <a:lnTo>
                  <a:pt x="1989154" y="116654"/>
                </a:lnTo>
                <a:lnTo>
                  <a:pt x="1989648" y="116603"/>
                </a:lnTo>
                <a:lnTo>
                  <a:pt x="1990142" y="116547"/>
                </a:lnTo>
                <a:lnTo>
                  <a:pt x="1990636" y="116487"/>
                </a:lnTo>
                <a:lnTo>
                  <a:pt x="1991129" y="116423"/>
                </a:lnTo>
                <a:lnTo>
                  <a:pt x="1991623" y="116354"/>
                </a:lnTo>
                <a:lnTo>
                  <a:pt x="1992117" y="116280"/>
                </a:lnTo>
                <a:lnTo>
                  <a:pt x="1992611" y="116203"/>
                </a:lnTo>
                <a:lnTo>
                  <a:pt x="1993105" y="116120"/>
                </a:lnTo>
                <a:lnTo>
                  <a:pt x="1993599" y="116033"/>
                </a:lnTo>
                <a:lnTo>
                  <a:pt x="1994093" y="115942"/>
                </a:lnTo>
                <a:lnTo>
                  <a:pt x="1994586" y="115847"/>
                </a:lnTo>
                <a:lnTo>
                  <a:pt x="1995080" y="115746"/>
                </a:lnTo>
                <a:lnTo>
                  <a:pt x="1995574" y="115642"/>
                </a:lnTo>
                <a:lnTo>
                  <a:pt x="1996064" y="115547"/>
                </a:lnTo>
                <a:lnTo>
                  <a:pt x="1996547" y="115447"/>
                </a:lnTo>
                <a:lnTo>
                  <a:pt x="1997023" y="115344"/>
                </a:lnTo>
                <a:lnTo>
                  <a:pt x="1997492" y="115237"/>
                </a:lnTo>
                <a:lnTo>
                  <a:pt x="1997953" y="115126"/>
                </a:lnTo>
                <a:lnTo>
                  <a:pt x="1998407" y="115011"/>
                </a:lnTo>
                <a:lnTo>
                  <a:pt x="1998854" y="114893"/>
                </a:lnTo>
                <a:lnTo>
                  <a:pt x="1999294" y="114770"/>
                </a:lnTo>
                <a:lnTo>
                  <a:pt x="1999726" y="114643"/>
                </a:lnTo>
                <a:lnTo>
                  <a:pt x="2000151" y="114513"/>
                </a:lnTo>
                <a:lnTo>
                  <a:pt x="2000569" y="114379"/>
                </a:lnTo>
                <a:lnTo>
                  <a:pt x="2000980" y="114240"/>
                </a:lnTo>
                <a:lnTo>
                  <a:pt x="2001383" y="114098"/>
                </a:lnTo>
                <a:lnTo>
                  <a:pt x="2001779" y="113952"/>
                </a:lnTo>
                <a:lnTo>
                  <a:pt x="2002169" y="113802"/>
                </a:lnTo>
                <a:lnTo>
                  <a:pt x="2002550" y="113649"/>
                </a:lnTo>
                <a:lnTo>
                  <a:pt x="2002925" y="113491"/>
                </a:lnTo>
                <a:lnTo>
                  <a:pt x="2003292" y="113329"/>
                </a:lnTo>
                <a:lnTo>
                  <a:pt x="2003652" y="113164"/>
                </a:lnTo>
                <a:lnTo>
                  <a:pt x="2004005" y="112995"/>
                </a:lnTo>
                <a:lnTo>
                  <a:pt x="2004351" y="112821"/>
                </a:lnTo>
                <a:lnTo>
                  <a:pt x="2004689" y="112644"/>
                </a:lnTo>
                <a:lnTo>
                  <a:pt x="2005020" y="112463"/>
                </a:lnTo>
                <a:lnTo>
                  <a:pt x="2005344" y="112278"/>
                </a:lnTo>
                <a:lnTo>
                  <a:pt x="2005344" y="99945"/>
                </a:lnTo>
                <a:lnTo>
                  <a:pt x="2005062" y="100079"/>
                </a:lnTo>
                <a:lnTo>
                  <a:pt x="2004776" y="100211"/>
                </a:lnTo>
                <a:lnTo>
                  <a:pt x="2004486" y="100343"/>
                </a:lnTo>
                <a:lnTo>
                  <a:pt x="2004192" y="100475"/>
                </a:lnTo>
                <a:lnTo>
                  <a:pt x="2003894" y="100606"/>
                </a:lnTo>
                <a:lnTo>
                  <a:pt x="2003593" y="100736"/>
                </a:lnTo>
                <a:lnTo>
                  <a:pt x="2003287" y="100866"/>
                </a:lnTo>
                <a:lnTo>
                  <a:pt x="2002977" y="100995"/>
                </a:lnTo>
                <a:lnTo>
                  <a:pt x="2002664" y="101124"/>
                </a:lnTo>
                <a:lnTo>
                  <a:pt x="2002347" y="101252"/>
                </a:lnTo>
                <a:lnTo>
                  <a:pt x="2002026" y="101380"/>
                </a:lnTo>
                <a:lnTo>
                  <a:pt x="2001701" y="101507"/>
                </a:lnTo>
                <a:lnTo>
                  <a:pt x="2001372" y="101634"/>
                </a:lnTo>
                <a:lnTo>
                  <a:pt x="2001039" y="101760"/>
                </a:lnTo>
                <a:lnTo>
                  <a:pt x="2000702" y="101885"/>
                </a:lnTo>
                <a:lnTo>
                  <a:pt x="2000361" y="102010"/>
                </a:lnTo>
                <a:lnTo>
                  <a:pt x="2000017" y="102134"/>
                </a:lnTo>
                <a:lnTo>
                  <a:pt x="1999668" y="102258"/>
                </a:lnTo>
                <a:lnTo>
                  <a:pt x="1999316" y="102381"/>
                </a:lnTo>
                <a:lnTo>
                  <a:pt x="1998960" y="102504"/>
                </a:lnTo>
                <a:lnTo>
                  <a:pt x="1998600" y="102626"/>
                </a:lnTo>
                <a:lnTo>
                  <a:pt x="1998236" y="102747"/>
                </a:lnTo>
                <a:lnTo>
                  <a:pt x="1997868" y="102868"/>
                </a:lnTo>
                <a:lnTo>
                  <a:pt x="1997496" y="102989"/>
                </a:lnTo>
                <a:lnTo>
                  <a:pt x="1997134" y="103093"/>
                </a:lnTo>
                <a:lnTo>
                  <a:pt x="1996770" y="103193"/>
                </a:lnTo>
                <a:lnTo>
                  <a:pt x="1996402" y="103289"/>
                </a:lnTo>
                <a:lnTo>
                  <a:pt x="1996032" y="103380"/>
                </a:lnTo>
                <a:lnTo>
                  <a:pt x="1995659" y="103467"/>
                </a:lnTo>
                <a:lnTo>
                  <a:pt x="1995284" y="103549"/>
                </a:lnTo>
                <a:lnTo>
                  <a:pt x="1994905" y="103627"/>
                </a:lnTo>
                <a:lnTo>
                  <a:pt x="1994524" y="103700"/>
                </a:lnTo>
                <a:lnTo>
                  <a:pt x="1994140" y="103769"/>
                </a:lnTo>
                <a:lnTo>
                  <a:pt x="1993753" y="103834"/>
                </a:lnTo>
                <a:lnTo>
                  <a:pt x="1993364" y="103894"/>
                </a:lnTo>
                <a:lnTo>
                  <a:pt x="1992971" y="103950"/>
                </a:lnTo>
                <a:lnTo>
                  <a:pt x="1992576" y="104001"/>
                </a:lnTo>
                <a:lnTo>
                  <a:pt x="1992178" y="104047"/>
                </a:lnTo>
                <a:lnTo>
                  <a:pt x="1991778" y="104090"/>
                </a:lnTo>
                <a:lnTo>
                  <a:pt x="1991374" y="104128"/>
                </a:lnTo>
                <a:lnTo>
                  <a:pt x="1990968" y="104161"/>
                </a:lnTo>
                <a:lnTo>
                  <a:pt x="1990559" y="104190"/>
                </a:lnTo>
                <a:lnTo>
                  <a:pt x="1990147" y="104214"/>
                </a:lnTo>
                <a:lnTo>
                  <a:pt x="1989732" y="104234"/>
                </a:lnTo>
                <a:lnTo>
                  <a:pt x="1989315" y="104250"/>
                </a:lnTo>
                <a:lnTo>
                  <a:pt x="1988895" y="104261"/>
                </a:lnTo>
                <a:lnTo>
                  <a:pt x="1988472" y="104268"/>
                </a:lnTo>
                <a:lnTo>
                  <a:pt x="1988046" y="104270"/>
                </a:lnTo>
                <a:lnTo>
                  <a:pt x="1987503" y="104267"/>
                </a:lnTo>
                <a:lnTo>
                  <a:pt x="1986967" y="104259"/>
                </a:lnTo>
                <a:lnTo>
                  <a:pt x="1986439" y="104245"/>
                </a:lnTo>
                <a:lnTo>
                  <a:pt x="1985919" y="104225"/>
                </a:lnTo>
                <a:lnTo>
                  <a:pt x="1985407" y="104200"/>
                </a:lnTo>
                <a:lnTo>
                  <a:pt x="1984903" y="104170"/>
                </a:lnTo>
                <a:lnTo>
                  <a:pt x="1984406" y="104134"/>
                </a:lnTo>
                <a:lnTo>
                  <a:pt x="1983917" y="104092"/>
                </a:lnTo>
                <a:lnTo>
                  <a:pt x="1983436" y="104045"/>
                </a:lnTo>
                <a:lnTo>
                  <a:pt x="1982963" y="103992"/>
                </a:lnTo>
                <a:lnTo>
                  <a:pt x="1982497" y="103933"/>
                </a:lnTo>
                <a:lnTo>
                  <a:pt x="1982040" y="103870"/>
                </a:lnTo>
                <a:lnTo>
                  <a:pt x="1981590" y="103800"/>
                </a:lnTo>
                <a:lnTo>
                  <a:pt x="1981148" y="103725"/>
                </a:lnTo>
                <a:lnTo>
                  <a:pt x="1980713" y="103644"/>
                </a:lnTo>
                <a:lnTo>
                  <a:pt x="1980287" y="103558"/>
                </a:lnTo>
                <a:lnTo>
                  <a:pt x="1979868" y="103466"/>
                </a:lnTo>
                <a:lnTo>
                  <a:pt x="1979457" y="103369"/>
                </a:lnTo>
                <a:lnTo>
                  <a:pt x="1979054" y="103266"/>
                </a:lnTo>
                <a:lnTo>
                  <a:pt x="1978658" y="103158"/>
                </a:lnTo>
                <a:lnTo>
                  <a:pt x="1978271" y="103044"/>
                </a:lnTo>
                <a:lnTo>
                  <a:pt x="1977891" y="102924"/>
                </a:lnTo>
                <a:lnTo>
                  <a:pt x="1977519" y="102799"/>
                </a:lnTo>
                <a:lnTo>
                  <a:pt x="1977155" y="102668"/>
                </a:lnTo>
                <a:lnTo>
                  <a:pt x="1976798" y="102531"/>
                </a:lnTo>
                <a:lnTo>
                  <a:pt x="1976448" y="102388"/>
                </a:lnTo>
                <a:lnTo>
                  <a:pt x="1976106" y="102238"/>
                </a:lnTo>
                <a:lnTo>
                  <a:pt x="1975771" y="102081"/>
                </a:lnTo>
                <a:lnTo>
                  <a:pt x="1975443" y="101917"/>
                </a:lnTo>
                <a:lnTo>
                  <a:pt x="1975123" y="101747"/>
                </a:lnTo>
                <a:lnTo>
                  <a:pt x="1974809" y="101570"/>
                </a:lnTo>
                <a:lnTo>
                  <a:pt x="1974503" y="101387"/>
                </a:lnTo>
                <a:lnTo>
                  <a:pt x="1974204" y="101197"/>
                </a:lnTo>
                <a:lnTo>
                  <a:pt x="1973912" y="101000"/>
                </a:lnTo>
                <a:lnTo>
                  <a:pt x="1973628" y="100796"/>
                </a:lnTo>
                <a:lnTo>
                  <a:pt x="1973351" y="100586"/>
                </a:lnTo>
                <a:lnTo>
                  <a:pt x="1973081" y="100369"/>
                </a:lnTo>
                <a:lnTo>
                  <a:pt x="1972818" y="100146"/>
                </a:lnTo>
                <a:lnTo>
                  <a:pt x="1972562" y="99915"/>
                </a:lnTo>
                <a:lnTo>
                  <a:pt x="1972314" y="99678"/>
                </a:lnTo>
                <a:lnTo>
                  <a:pt x="1972073" y="99435"/>
                </a:lnTo>
                <a:lnTo>
                  <a:pt x="1971839" y="99185"/>
                </a:lnTo>
                <a:lnTo>
                  <a:pt x="1971612" y="98928"/>
                </a:lnTo>
                <a:lnTo>
                  <a:pt x="1971393" y="98664"/>
                </a:lnTo>
                <a:lnTo>
                  <a:pt x="1971181" y="98394"/>
                </a:lnTo>
                <a:lnTo>
                  <a:pt x="1970976" y="98117"/>
                </a:lnTo>
                <a:lnTo>
                  <a:pt x="1970778" y="97833"/>
                </a:lnTo>
                <a:lnTo>
                  <a:pt x="1970588" y="97543"/>
                </a:lnTo>
                <a:lnTo>
                  <a:pt x="1970405" y="97246"/>
                </a:lnTo>
                <a:lnTo>
                  <a:pt x="1970230" y="96942"/>
                </a:lnTo>
                <a:lnTo>
                  <a:pt x="1970062" y="96632"/>
                </a:lnTo>
                <a:lnTo>
                  <a:pt x="1969903" y="96315"/>
                </a:lnTo>
                <a:lnTo>
                  <a:pt x="1969751" y="95991"/>
                </a:lnTo>
                <a:lnTo>
                  <a:pt x="1969607" y="95661"/>
                </a:lnTo>
                <a:lnTo>
                  <a:pt x="1969470" y="95324"/>
                </a:lnTo>
                <a:lnTo>
                  <a:pt x="1969342" y="94980"/>
                </a:lnTo>
                <a:lnTo>
                  <a:pt x="1969221" y="94630"/>
                </a:lnTo>
                <a:lnTo>
                  <a:pt x="1969108" y="94273"/>
                </a:lnTo>
                <a:lnTo>
                  <a:pt x="1969003" y="93909"/>
                </a:lnTo>
                <a:lnTo>
                  <a:pt x="1968906" y="93539"/>
                </a:lnTo>
                <a:lnTo>
                  <a:pt x="1968816" y="93162"/>
                </a:lnTo>
                <a:lnTo>
                  <a:pt x="1968735" y="92778"/>
                </a:lnTo>
                <a:lnTo>
                  <a:pt x="1968661" y="92387"/>
                </a:lnTo>
                <a:lnTo>
                  <a:pt x="1968594" y="91990"/>
                </a:lnTo>
                <a:lnTo>
                  <a:pt x="1968536" y="91587"/>
                </a:lnTo>
                <a:lnTo>
                  <a:pt x="1968485" y="91176"/>
                </a:lnTo>
                <a:lnTo>
                  <a:pt x="1968443" y="90759"/>
                </a:lnTo>
                <a:lnTo>
                  <a:pt x="1968408" y="90335"/>
                </a:lnTo>
                <a:lnTo>
                  <a:pt x="1968380" y="89905"/>
                </a:lnTo>
                <a:lnTo>
                  <a:pt x="1968361" y="89468"/>
                </a:lnTo>
                <a:lnTo>
                  <a:pt x="1968349" y="89024"/>
                </a:lnTo>
                <a:lnTo>
                  <a:pt x="1968345" y="88573"/>
                </a:lnTo>
                <a:lnTo>
                  <a:pt x="1968345" y="45968"/>
                </a:lnTo>
                <a:lnTo>
                  <a:pt x="2005344" y="45968"/>
                </a:lnTo>
                <a:lnTo>
                  <a:pt x="2005344" y="33475"/>
                </a:lnTo>
                <a:lnTo>
                  <a:pt x="1968345" y="33475"/>
                </a:lnTo>
                <a:lnTo>
                  <a:pt x="1968345" y="7368"/>
                </a:lnTo>
                <a:lnTo>
                  <a:pt x="1958415" y="7368"/>
                </a:lnTo>
                <a:lnTo>
                  <a:pt x="1952809" y="33475"/>
                </a:lnTo>
                <a:lnTo>
                  <a:pt x="1928623" y="33475"/>
                </a:lnTo>
                <a:lnTo>
                  <a:pt x="1928623" y="45968"/>
                </a:lnTo>
                <a:lnTo>
                  <a:pt x="1952328" y="45968"/>
                </a:lnTo>
                <a:lnTo>
                  <a:pt x="1952328" y="89855"/>
                </a:lnTo>
                <a:lnTo>
                  <a:pt x="1952343" y="91042"/>
                </a:lnTo>
                <a:lnTo>
                  <a:pt x="1952387" y="92202"/>
                </a:lnTo>
                <a:lnTo>
                  <a:pt x="1952461" y="93333"/>
                </a:lnTo>
                <a:lnTo>
                  <a:pt x="1952564" y="94437"/>
                </a:lnTo>
                <a:lnTo>
                  <a:pt x="1952697" y="95513"/>
                </a:lnTo>
                <a:lnTo>
                  <a:pt x="1952859" y="96562"/>
                </a:lnTo>
                <a:lnTo>
                  <a:pt x="1953051" y="97582"/>
                </a:lnTo>
                <a:lnTo>
                  <a:pt x="1953272" y="98575"/>
                </a:lnTo>
                <a:lnTo>
                  <a:pt x="1953522" y="99540"/>
                </a:lnTo>
                <a:lnTo>
                  <a:pt x="1953802" y="100477"/>
                </a:lnTo>
                <a:lnTo>
                  <a:pt x="1954112" y="101386"/>
                </a:lnTo>
                <a:lnTo>
                  <a:pt x="1954451" y="102268"/>
                </a:lnTo>
                <a:lnTo>
                  <a:pt x="1954819" y="103122"/>
                </a:lnTo>
                <a:lnTo>
                  <a:pt x="1955217" y="103947"/>
                </a:lnTo>
                <a:lnTo>
                  <a:pt x="1955644" y="104745"/>
                </a:lnTo>
                <a:lnTo>
                  <a:pt x="1956101" y="105516"/>
                </a:lnTo>
                <a:lnTo>
                  <a:pt x="1956588" y="106258"/>
                </a:lnTo>
                <a:lnTo>
                  <a:pt x="1957104" y="106973"/>
                </a:lnTo>
                <a:lnTo>
                  <a:pt x="1957649" y="107660"/>
                </a:lnTo>
                <a:lnTo>
                  <a:pt x="1958224" y="108319"/>
                </a:lnTo>
                <a:lnTo>
                  <a:pt x="1958828" y="108950"/>
                </a:lnTo>
                <a:lnTo>
                  <a:pt x="1959462" y="109553"/>
                </a:lnTo>
                <a:lnTo>
                  <a:pt x="1960125" y="110129"/>
                </a:lnTo>
                <a:lnTo>
                  <a:pt x="1960817" y="110677"/>
                </a:lnTo>
                <a:lnTo>
                  <a:pt x="1961535" y="111186"/>
                </a:lnTo>
                <a:lnTo>
                  <a:pt x="1962273" y="111674"/>
                </a:lnTo>
                <a:lnTo>
                  <a:pt x="1963032" y="112141"/>
                </a:lnTo>
                <a:lnTo>
                  <a:pt x="1963812" y="112585"/>
                </a:lnTo>
                <a:lnTo>
                  <a:pt x="1964612" y="113008"/>
                </a:lnTo>
                <a:lnTo>
                  <a:pt x="1965432" y="113410"/>
                </a:lnTo>
                <a:lnTo>
                  <a:pt x="1966273" y="113789"/>
                </a:lnTo>
                <a:lnTo>
                  <a:pt x="1967135" y="114147"/>
                </a:lnTo>
                <a:lnTo>
                  <a:pt x="1968018" y="114483"/>
                </a:lnTo>
                <a:lnTo>
                  <a:pt x="1968920" y="114798"/>
                </a:lnTo>
                <a:lnTo>
                  <a:pt x="1969844" y="115091"/>
                </a:lnTo>
                <a:lnTo>
                  <a:pt x="1970788" y="115362"/>
                </a:lnTo>
                <a:lnTo>
                  <a:pt x="1971753" y="115611"/>
                </a:lnTo>
                <a:lnTo>
                  <a:pt x="1972738" y="115839"/>
                </a:lnTo>
                <a:lnTo>
                  <a:pt x="1973744" y="116045"/>
                </a:lnTo>
                <a:lnTo>
                  <a:pt x="1974770" y="116229"/>
                </a:lnTo>
                <a:lnTo>
                  <a:pt x="1975817" y="116392"/>
                </a:lnTo>
                <a:lnTo>
                  <a:pt x="1976884" y="116533"/>
                </a:lnTo>
                <a:lnTo>
                  <a:pt x="1977972" y="116652"/>
                </a:lnTo>
                <a:lnTo>
                  <a:pt x="1979081" y="116750"/>
                </a:lnTo>
                <a:lnTo>
                  <a:pt x="1980210" y="116826"/>
                </a:lnTo>
                <a:lnTo>
                  <a:pt x="1981360" y="116880"/>
                </a:lnTo>
                <a:lnTo>
                  <a:pt x="1982531" y="116912"/>
                </a:lnTo>
                <a:lnTo>
                  <a:pt x="1983722" y="116923"/>
                </a:lnTo>
                <a:lnTo>
                  <a:pt x="1984215" y="116921"/>
                </a:lnTo>
                <a:lnTo>
                  <a:pt x="1984709" y="116914"/>
                </a:lnTo>
                <a:lnTo>
                  <a:pt x="1985203" y="116903"/>
                </a:lnTo>
                <a:lnTo>
                  <a:pt x="1985697" y="116888"/>
                </a:lnTo>
                <a:lnTo>
                  <a:pt x="1986191" y="116868"/>
                </a:lnTo>
                <a:lnTo>
                  <a:pt x="1986685" y="116843"/>
                </a:lnTo>
                <a:close/>
                <a:moveTo>
                  <a:pt x="1854632" y="64537"/>
                </a:moveTo>
                <a:lnTo>
                  <a:pt x="1854678" y="64007"/>
                </a:lnTo>
                <a:lnTo>
                  <a:pt x="1854732" y="63483"/>
                </a:lnTo>
                <a:lnTo>
                  <a:pt x="1854795" y="62964"/>
                </a:lnTo>
                <a:lnTo>
                  <a:pt x="1854866" y="62451"/>
                </a:lnTo>
                <a:lnTo>
                  <a:pt x="1854945" y="61943"/>
                </a:lnTo>
                <a:lnTo>
                  <a:pt x="1855033" y="61441"/>
                </a:lnTo>
                <a:lnTo>
                  <a:pt x="1855129" y="60944"/>
                </a:lnTo>
                <a:lnTo>
                  <a:pt x="1855233" y="60453"/>
                </a:lnTo>
                <a:lnTo>
                  <a:pt x="1855345" y="59968"/>
                </a:lnTo>
                <a:lnTo>
                  <a:pt x="1855466" y="59488"/>
                </a:lnTo>
                <a:lnTo>
                  <a:pt x="1855596" y="59013"/>
                </a:lnTo>
                <a:lnTo>
                  <a:pt x="1855733" y="58545"/>
                </a:lnTo>
                <a:lnTo>
                  <a:pt x="1855879" y="58081"/>
                </a:lnTo>
                <a:lnTo>
                  <a:pt x="1856034" y="57624"/>
                </a:lnTo>
                <a:lnTo>
                  <a:pt x="1856196" y="57171"/>
                </a:lnTo>
                <a:lnTo>
                  <a:pt x="1856367" y="56725"/>
                </a:lnTo>
                <a:lnTo>
                  <a:pt x="1856547" y="56284"/>
                </a:lnTo>
                <a:lnTo>
                  <a:pt x="1856734" y="55848"/>
                </a:lnTo>
                <a:lnTo>
                  <a:pt x="1856930" y="55418"/>
                </a:lnTo>
                <a:lnTo>
                  <a:pt x="1857134" y="54982"/>
                </a:lnTo>
                <a:lnTo>
                  <a:pt x="1857344" y="54554"/>
                </a:lnTo>
                <a:lnTo>
                  <a:pt x="1857561" y="54135"/>
                </a:lnTo>
                <a:lnTo>
                  <a:pt x="1857785" y="53723"/>
                </a:lnTo>
                <a:lnTo>
                  <a:pt x="1858015" y="53320"/>
                </a:lnTo>
                <a:lnTo>
                  <a:pt x="1858252" y="52926"/>
                </a:lnTo>
                <a:lnTo>
                  <a:pt x="1858495" y="52540"/>
                </a:lnTo>
                <a:lnTo>
                  <a:pt x="1858746" y="52162"/>
                </a:lnTo>
                <a:lnTo>
                  <a:pt x="1859003" y="51792"/>
                </a:lnTo>
                <a:lnTo>
                  <a:pt x="1859266" y="51431"/>
                </a:lnTo>
                <a:lnTo>
                  <a:pt x="1859536" y="51078"/>
                </a:lnTo>
                <a:lnTo>
                  <a:pt x="1859813" y="50733"/>
                </a:lnTo>
                <a:lnTo>
                  <a:pt x="1860097" y="50397"/>
                </a:lnTo>
                <a:lnTo>
                  <a:pt x="1860387" y="50069"/>
                </a:lnTo>
                <a:lnTo>
                  <a:pt x="1860684" y="49750"/>
                </a:lnTo>
                <a:lnTo>
                  <a:pt x="1860988" y="49439"/>
                </a:lnTo>
                <a:lnTo>
                  <a:pt x="1861298" y="49136"/>
                </a:lnTo>
                <a:lnTo>
                  <a:pt x="1861615" y="48841"/>
                </a:lnTo>
                <a:lnTo>
                  <a:pt x="1861939" y="48555"/>
                </a:lnTo>
                <a:lnTo>
                  <a:pt x="1862269" y="48278"/>
                </a:lnTo>
                <a:lnTo>
                  <a:pt x="1862606" y="48008"/>
                </a:lnTo>
                <a:lnTo>
                  <a:pt x="1862950" y="47747"/>
                </a:lnTo>
                <a:lnTo>
                  <a:pt x="1863300" y="47494"/>
                </a:lnTo>
                <a:lnTo>
                  <a:pt x="1863657" y="47250"/>
                </a:lnTo>
                <a:lnTo>
                  <a:pt x="1864021" y="47002"/>
                </a:lnTo>
                <a:lnTo>
                  <a:pt x="1864389" y="46764"/>
                </a:lnTo>
                <a:lnTo>
                  <a:pt x="1864764" y="46537"/>
                </a:lnTo>
                <a:lnTo>
                  <a:pt x="1865143" y="46320"/>
                </a:lnTo>
                <a:lnTo>
                  <a:pt x="1865529" y="46114"/>
                </a:lnTo>
                <a:lnTo>
                  <a:pt x="1865920" y="45918"/>
                </a:lnTo>
                <a:lnTo>
                  <a:pt x="1866316" y="45734"/>
                </a:lnTo>
                <a:lnTo>
                  <a:pt x="1866718" y="45559"/>
                </a:lnTo>
                <a:lnTo>
                  <a:pt x="1867126" y="45395"/>
                </a:lnTo>
                <a:lnTo>
                  <a:pt x="1867539" y="45242"/>
                </a:lnTo>
                <a:lnTo>
                  <a:pt x="1867958" y="45100"/>
                </a:lnTo>
                <a:lnTo>
                  <a:pt x="1868382" y="44967"/>
                </a:lnTo>
                <a:lnTo>
                  <a:pt x="1868812" y="44846"/>
                </a:lnTo>
                <a:lnTo>
                  <a:pt x="1869248" y="44735"/>
                </a:lnTo>
                <a:lnTo>
                  <a:pt x="1869689" y="44635"/>
                </a:lnTo>
                <a:lnTo>
                  <a:pt x="1870135" y="44545"/>
                </a:lnTo>
                <a:lnTo>
                  <a:pt x="1870587" y="44465"/>
                </a:lnTo>
                <a:lnTo>
                  <a:pt x="1871045" y="44397"/>
                </a:lnTo>
                <a:lnTo>
                  <a:pt x="1871508" y="44339"/>
                </a:lnTo>
                <a:lnTo>
                  <a:pt x="1871977" y="44291"/>
                </a:lnTo>
                <a:lnTo>
                  <a:pt x="1872452" y="44254"/>
                </a:lnTo>
                <a:lnTo>
                  <a:pt x="1872932" y="44228"/>
                </a:lnTo>
                <a:lnTo>
                  <a:pt x="1873417" y="44212"/>
                </a:lnTo>
                <a:lnTo>
                  <a:pt x="1873908" y="44207"/>
                </a:lnTo>
                <a:lnTo>
                  <a:pt x="1874609" y="44216"/>
                </a:lnTo>
                <a:lnTo>
                  <a:pt x="1875296" y="44243"/>
                </a:lnTo>
                <a:lnTo>
                  <a:pt x="1875970" y="44289"/>
                </a:lnTo>
                <a:lnTo>
                  <a:pt x="1876631" y="44353"/>
                </a:lnTo>
                <a:lnTo>
                  <a:pt x="1877278" y="44436"/>
                </a:lnTo>
                <a:lnTo>
                  <a:pt x="1877912" y="44537"/>
                </a:lnTo>
                <a:lnTo>
                  <a:pt x="1878533" y="44656"/>
                </a:lnTo>
                <a:lnTo>
                  <a:pt x="1879140" y="44794"/>
                </a:lnTo>
                <a:lnTo>
                  <a:pt x="1879734" y="44950"/>
                </a:lnTo>
                <a:lnTo>
                  <a:pt x="1880315" y="45124"/>
                </a:lnTo>
                <a:lnTo>
                  <a:pt x="1880882" y="45317"/>
                </a:lnTo>
                <a:lnTo>
                  <a:pt x="1881436" y="45528"/>
                </a:lnTo>
                <a:lnTo>
                  <a:pt x="1881977" y="45757"/>
                </a:lnTo>
                <a:lnTo>
                  <a:pt x="1882504" y="46005"/>
                </a:lnTo>
                <a:lnTo>
                  <a:pt x="1883018" y="46271"/>
                </a:lnTo>
                <a:lnTo>
                  <a:pt x="1883518" y="46556"/>
                </a:lnTo>
                <a:lnTo>
                  <a:pt x="1884006" y="46859"/>
                </a:lnTo>
                <a:lnTo>
                  <a:pt x="1884479" y="47180"/>
                </a:lnTo>
                <a:lnTo>
                  <a:pt x="1884940" y="47519"/>
                </a:lnTo>
                <a:lnTo>
                  <a:pt x="1885387" y="47877"/>
                </a:lnTo>
                <a:lnTo>
                  <a:pt x="1885821" y="48253"/>
                </a:lnTo>
                <a:lnTo>
                  <a:pt x="1886241" y="48648"/>
                </a:lnTo>
                <a:lnTo>
                  <a:pt x="1886648" y="49061"/>
                </a:lnTo>
                <a:lnTo>
                  <a:pt x="1887042" y="49492"/>
                </a:lnTo>
                <a:lnTo>
                  <a:pt x="1887434" y="49943"/>
                </a:lnTo>
                <a:lnTo>
                  <a:pt x="1887810" y="50416"/>
                </a:lnTo>
                <a:lnTo>
                  <a:pt x="1888168" y="50911"/>
                </a:lnTo>
                <a:lnTo>
                  <a:pt x="1888510" y="51428"/>
                </a:lnTo>
                <a:lnTo>
                  <a:pt x="1888836" y="51966"/>
                </a:lnTo>
                <a:lnTo>
                  <a:pt x="1889144" y="52525"/>
                </a:lnTo>
                <a:lnTo>
                  <a:pt x="1889436" y="53107"/>
                </a:lnTo>
                <a:lnTo>
                  <a:pt x="1889712" y="53710"/>
                </a:lnTo>
                <a:lnTo>
                  <a:pt x="1889970" y="54335"/>
                </a:lnTo>
                <a:lnTo>
                  <a:pt x="1890212" y="54981"/>
                </a:lnTo>
                <a:lnTo>
                  <a:pt x="1890437" y="55650"/>
                </a:lnTo>
                <a:lnTo>
                  <a:pt x="1890646" y="56339"/>
                </a:lnTo>
                <a:lnTo>
                  <a:pt x="1890838" y="57051"/>
                </a:lnTo>
                <a:lnTo>
                  <a:pt x="1891013" y="57784"/>
                </a:lnTo>
                <a:lnTo>
                  <a:pt x="1891172" y="58539"/>
                </a:lnTo>
                <a:lnTo>
                  <a:pt x="1891313" y="59316"/>
                </a:lnTo>
                <a:lnTo>
                  <a:pt x="1891438" y="60114"/>
                </a:lnTo>
                <a:lnTo>
                  <a:pt x="1891547" y="60934"/>
                </a:lnTo>
                <a:lnTo>
                  <a:pt x="1891639" y="61776"/>
                </a:lnTo>
                <a:lnTo>
                  <a:pt x="1891714" y="62639"/>
                </a:lnTo>
                <a:lnTo>
                  <a:pt x="1891772" y="63524"/>
                </a:lnTo>
                <a:lnTo>
                  <a:pt x="1891814" y="64431"/>
                </a:lnTo>
                <a:lnTo>
                  <a:pt x="1891839" y="65360"/>
                </a:lnTo>
                <a:lnTo>
                  <a:pt x="1891847" y="66310"/>
                </a:lnTo>
                <a:lnTo>
                  <a:pt x="1891847" y="115322"/>
                </a:lnTo>
                <a:lnTo>
                  <a:pt x="1907864" y="115322"/>
                </a:lnTo>
                <a:lnTo>
                  <a:pt x="1907864" y="61665"/>
                </a:lnTo>
                <a:lnTo>
                  <a:pt x="1907850" y="60450"/>
                </a:lnTo>
                <a:lnTo>
                  <a:pt x="1907808" y="59259"/>
                </a:lnTo>
                <a:lnTo>
                  <a:pt x="1907739" y="58094"/>
                </a:lnTo>
                <a:lnTo>
                  <a:pt x="1907642" y="56953"/>
                </a:lnTo>
                <a:lnTo>
                  <a:pt x="1907516" y="55838"/>
                </a:lnTo>
                <a:lnTo>
                  <a:pt x="1907363" y="54748"/>
                </a:lnTo>
                <a:lnTo>
                  <a:pt x="1907183" y="53682"/>
                </a:lnTo>
                <a:lnTo>
                  <a:pt x="1906974" y="52642"/>
                </a:lnTo>
                <a:lnTo>
                  <a:pt x="1906738" y="51627"/>
                </a:lnTo>
                <a:lnTo>
                  <a:pt x="1906474" y="50637"/>
                </a:lnTo>
                <a:lnTo>
                  <a:pt x="1906182" y="49672"/>
                </a:lnTo>
                <a:lnTo>
                  <a:pt x="1905862" y="48731"/>
                </a:lnTo>
                <a:lnTo>
                  <a:pt x="1905514" y="47816"/>
                </a:lnTo>
                <a:lnTo>
                  <a:pt x="1905139" y="46926"/>
                </a:lnTo>
                <a:lnTo>
                  <a:pt x="1904736" y="46061"/>
                </a:lnTo>
                <a:lnTo>
                  <a:pt x="1904305" y="45221"/>
                </a:lnTo>
                <a:lnTo>
                  <a:pt x="1903846" y="44406"/>
                </a:lnTo>
                <a:lnTo>
                  <a:pt x="1903359" y="43616"/>
                </a:lnTo>
                <a:lnTo>
                  <a:pt x="1902845" y="42851"/>
                </a:lnTo>
                <a:lnTo>
                  <a:pt x="1902303" y="42111"/>
                </a:lnTo>
                <a:lnTo>
                  <a:pt x="1901733" y="41396"/>
                </a:lnTo>
                <a:lnTo>
                  <a:pt x="1901135" y="40706"/>
                </a:lnTo>
                <a:lnTo>
                  <a:pt x="1900509" y="40041"/>
                </a:lnTo>
                <a:lnTo>
                  <a:pt x="1899856" y="39402"/>
                </a:lnTo>
                <a:lnTo>
                  <a:pt x="1899179" y="38787"/>
                </a:lnTo>
                <a:lnTo>
                  <a:pt x="1898483" y="38199"/>
                </a:lnTo>
                <a:lnTo>
                  <a:pt x="1897768" y="37637"/>
                </a:lnTo>
                <a:lnTo>
                  <a:pt x="1897035" y="37101"/>
                </a:lnTo>
                <a:lnTo>
                  <a:pt x="1896282" y="36592"/>
                </a:lnTo>
                <a:lnTo>
                  <a:pt x="1895511" y="36108"/>
                </a:lnTo>
                <a:lnTo>
                  <a:pt x="1894721" y="35651"/>
                </a:lnTo>
                <a:lnTo>
                  <a:pt x="1893912" y="35219"/>
                </a:lnTo>
                <a:lnTo>
                  <a:pt x="1893084" y="34814"/>
                </a:lnTo>
                <a:lnTo>
                  <a:pt x="1892237" y="34435"/>
                </a:lnTo>
                <a:lnTo>
                  <a:pt x="1891371" y="34082"/>
                </a:lnTo>
                <a:lnTo>
                  <a:pt x="1890486" y="33756"/>
                </a:lnTo>
                <a:lnTo>
                  <a:pt x="1889582" y="33455"/>
                </a:lnTo>
                <a:lnTo>
                  <a:pt x="1888659" y="33181"/>
                </a:lnTo>
                <a:lnTo>
                  <a:pt x="1887718" y="32932"/>
                </a:lnTo>
                <a:lnTo>
                  <a:pt x="1886757" y="32710"/>
                </a:lnTo>
                <a:lnTo>
                  <a:pt x="1885778" y="32514"/>
                </a:lnTo>
                <a:lnTo>
                  <a:pt x="1884780" y="32344"/>
                </a:lnTo>
                <a:lnTo>
                  <a:pt x="1883763" y="32200"/>
                </a:lnTo>
                <a:lnTo>
                  <a:pt x="1882726" y="32083"/>
                </a:lnTo>
                <a:lnTo>
                  <a:pt x="1881671" y="31991"/>
                </a:lnTo>
                <a:lnTo>
                  <a:pt x="1880598" y="31926"/>
                </a:lnTo>
                <a:lnTo>
                  <a:pt x="1879505" y="31887"/>
                </a:lnTo>
                <a:lnTo>
                  <a:pt x="1878393" y="31874"/>
                </a:lnTo>
                <a:lnTo>
                  <a:pt x="1877715" y="31879"/>
                </a:lnTo>
                <a:lnTo>
                  <a:pt x="1877041" y="31896"/>
                </a:lnTo>
                <a:lnTo>
                  <a:pt x="1876373" y="31924"/>
                </a:lnTo>
                <a:lnTo>
                  <a:pt x="1875710" y="31963"/>
                </a:lnTo>
                <a:lnTo>
                  <a:pt x="1875052" y="32013"/>
                </a:lnTo>
                <a:lnTo>
                  <a:pt x="1874399" y="32074"/>
                </a:lnTo>
                <a:lnTo>
                  <a:pt x="1873751" y="32146"/>
                </a:lnTo>
                <a:lnTo>
                  <a:pt x="1873107" y="32230"/>
                </a:lnTo>
                <a:lnTo>
                  <a:pt x="1872469" y="32324"/>
                </a:lnTo>
                <a:lnTo>
                  <a:pt x="1871836" y="32430"/>
                </a:lnTo>
                <a:lnTo>
                  <a:pt x="1871208" y="32547"/>
                </a:lnTo>
                <a:lnTo>
                  <a:pt x="1870585" y="32674"/>
                </a:lnTo>
                <a:lnTo>
                  <a:pt x="1869967" y="32813"/>
                </a:lnTo>
                <a:lnTo>
                  <a:pt x="1869353" y="32964"/>
                </a:lnTo>
                <a:lnTo>
                  <a:pt x="1868745" y="33125"/>
                </a:lnTo>
                <a:lnTo>
                  <a:pt x="1868142" y="33297"/>
                </a:lnTo>
                <a:lnTo>
                  <a:pt x="1867544" y="33481"/>
                </a:lnTo>
                <a:lnTo>
                  <a:pt x="1866951" y="33676"/>
                </a:lnTo>
                <a:lnTo>
                  <a:pt x="1866363" y="33881"/>
                </a:lnTo>
                <a:lnTo>
                  <a:pt x="1865780" y="34098"/>
                </a:lnTo>
                <a:lnTo>
                  <a:pt x="1865202" y="34326"/>
                </a:lnTo>
                <a:lnTo>
                  <a:pt x="1864629" y="34565"/>
                </a:lnTo>
                <a:lnTo>
                  <a:pt x="1864060" y="34816"/>
                </a:lnTo>
                <a:lnTo>
                  <a:pt x="1863497" y="35077"/>
                </a:lnTo>
                <a:lnTo>
                  <a:pt x="1862942" y="35350"/>
                </a:lnTo>
                <a:lnTo>
                  <a:pt x="1862397" y="35636"/>
                </a:lnTo>
                <a:lnTo>
                  <a:pt x="1861863" y="35935"/>
                </a:lnTo>
                <a:lnTo>
                  <a:pt x="1861340" y="36247"/>
                </a:lnTo>
                <a:lnTo>
                  <a:pt x="1860826" y="36572"/>
                </a:lnTo>
                <a:lnTo>
                  <a:pt x="1860324" y="36909"/>
                </a:lnTo>
                <a:lnTo>
                  <a:pt x="1859832" y="37259"/>
                </a:lnTo>
                <a:lnTo>
                  <a:pt x="1859351" y="37622"/>
                </a:lnTo>
                <a:lnTo>
                  <a:pt x="1858880" y="37998"/>
                </a:lnTo>
                <a:lnTo>
                  <a:pt x="1858420" y="38386"/>
                </a:lnTo>
                <a:lnTo>
                  <a:pt x="1857970" y="38787"/>
                </a:lnTo>
                <a:lnTo>
                  <a:pt x="1857531" y="39201"/>
                </a:lnTo>
                <a:lnTo>
                  <a:pt x="1857103" y="39628"/>
                </a:lnTo>
                <a:lnTo>
                  <a:pt x="1856685" y="40068"/>
                </a:lnTo>
                <a:lnTo>
                  <a:pt x="1856277" y="40520"/>
                </a:lnTo>
                <a:lnTo>
                  <a:pt x="1855880" y="40985"/>
                </a:lnTo>
                <a:lnTo>
                  <a:pt x="1855494" y="41463"/>
                </a:lnTo>
                <a:lnTo>
                  <a:pt x="1855119" y="41954"/>
                </a:lnTo>
                <a:lnTo>
                  <a:pt x="1854753" y="42458"/>
                </a:lnTo>
                <a:lnTo>
                  <a:pt x="1854399" y="42974"/>
                </a:lnTo>
                <a:lnTo>
                  <a:pt x="1854055" y="43503"/>
                </a:lnTo>
                <a:lnTo>
                  <a:pt x="1853722" y="44045"/>
                </a:lnTo>
                <a:lnTo>
                  <a:pt x="1853399" y="44600"/>
                </a:lnTo>
                <a:lnTo>
                  <a:pt x="1853086" y="45168"/>
                </a:lnTo>
                <a:lnTo>
                  <a:pt x="1851485" y="33475"/>
                </a:lnTo>
                <a:lnTo>
                  <a:pt x="1838511" y="33475"/>
                </a:lnTo>
                <a:lnTo>
                  <a:pt x="1838511" y="115322"/>
                </a:lnTo>
                <a:lnTo>
                  <a:pt x="1854528" y="115322"/>
                </a:lnTo>
                <a:lnTo>
                  <a:pt x="1854528" y="67271"/>
                </a:lnTo>
                <a:lnTo>
                  <a:pt x="1854532" y="66713"/>
                </a:lnTo>
                <a:lnTo>
                  <a:pt x="1854545" y="66161"/>
                </a:lnTo>
                <a:lnTo>
                  <a:pt x="1854565" y="65614"/>
                </a:lnTo>
                <a:lnTo>
                  <a:pt x="1854595" y="65073"/>
                </a:lnTo>
                <a:lnTo>
                  <a:pt x="1854632" y="64537"/>
                </a:lnTo>
                <a:close/>
                <a:moveTo>
                  <a:pt x="1715947" y="33475"/>
                </a:moveTo>
                <a:lnTo>
                  <a:pt x="1702172" y="92898"/>
                </a:lnTo>
                <a:lnTo>
                  <a:pt x="1701532" y="92898"/>
                </a:lnTo>
                <a:lnTo>
                  <a:pt x="1689199" y="33475"/>
                </a:lnTo>
                <a:lnTo>
                  <a:pt x="1673982" y="33475"/>
                </a:lnTo>
                <a:lnTo>
                  <a:pt x="1660688" y="92898"/>
                </a:lnTo>
                <a:lnTo>
                  <a:pt x="1660048" y="92898"/>
                </a:lnTo>
                <a:lnTo>
                  <a:pt x="1645953" y="33475"/>
                </a:lnTo>
                <a:lnTo>
                  <a:pt x="1632659" y="33475"/>
                </a:lnTo>
                <a:lnTo>
                  <a:pt x="1651238" y="115322"/>
                </a:lnTo>
                <a:lnTo>
                  <a:pt x="1667255" y="115322"/>
                </a:lnTo>
                <a:lnTo>
                  <a:pt x="1681190" y="54137"/>
                </a:lnTo>
                <a:lnTo>
                  <a:pt x="1681831" y="54137"/>
                </a:lnTo>
                <a:lnTo>
                  <a:pt x="1694484" y="115322"/>
                </a:lnTo>
                <a:lnTo>
                  <a:pt x="1710661" y="115322"/>
                </a:lnTo>
                <a:lnTo>
                  <a:pt x="1728760" y="33475"/>
                </a:lnTo>
                <a:lnTo>
                  <a:pt x="1715947" y="33475"/>
                </a:lnTo>
                <a:close/>
                <a:moveTo>
                  <a:pt x="1398309" y="116603"/>
                </a:moveTo>
                <a:lnTo>
                  <a:pt x="1399221" y="116487"/>
                </a:lnTo>
                <a:lnTo>
                  <a:pt x="1400121" y="116354"/>
                </a:lnTo>
                <a:lnTo>
                  <a:pt x="1401010" y="116203"/>
                </a:lnTo>
                <a:lnTo>
                  <a:pt x="1401886" y="116033"/>
                </a:lnTo>
                <a:lnTo>
                  <a:pt x="1402751" y="115847"/>
                </a:lnTo>
                <a:lnTo>
                  <a:pt x="1403605" y="115642"/>
                </a:lnTo>
                <a:lnTo>
                  <a:pt x="1404447" y="115419"/>
                </a:lnTo>
                <a:lnTo>
                  <a:pt x="1405277" y="115179"/>
                </a:lnTo>
                <a:lnTo>
                  <a:pt x="1406095" y="114921"/>
                </a:lnTo>
                <a:lnTo>
                  <a:pt x="1406902" y="114645"/>
                </a:lnTo>
                <a:lnTo>
                  <a:pt x="1407697" y="114352"/>
                </a:lnTo>
                <a:lnTo>
                  <a:pt x="1408480" y="114040"/>
                </a:lnTo>
                <a:lnTo>
                  <a:pt x="1409252" y="113711"/>
                </a:lnTo>
                <a:lnTo>
                  <a:pt x="1410012" y="113364"/>
                </a:lnTo>
                <a:lnTo>
                  <a:pt x="1410760" y="112999"/>
                </a:lnTo>
                <a:lnTo>
                  <a:pt x="1411497" y="112617"/>
                </a:lnTo>
                <a:lnTo>
                  <a:pt x="1412221" y="112216"/>
                </a:lnTo>
                <a:lnTo>
                  <a:pt x="1412935" y="111798"/>
                </a:lnTo>
                <a:lnTo>
                  <a:pt x="1413635" y="111350"/>
                </a:lnTo>
                <a:lnTo>
                  <a:pt x="1414322" y="110889"/>
                </a:lnTo>
                <a:lnTo>
                  <a:pt x="1414994" y="110414"/>
                </a:lnTo>
                <a:lnTo>
                  <a:pt x="1415653" y="109925"/>
                </a:lnTo>
                <a:lnTo>
                  <a:pt x="1416298" y="109422"/>
                </a:lnTo>
                <a:lnTo>
                  <a:pt x="1416929" y="108905"/>
                </a:lnTo>
                <a:lnTo>
                  <a:pt x="1417546" y="108374"/>
                </a:lnTo>
                <a:lnTo>
                  <a:pt x="1418149" y="107829"/>
                </a:lnTo>
                <a:lnTo>
                  <a:pt x="1418738" y="107271"/>
                </a:lnTo>
                <a:lnTo>
                  <a:pt x="1419314" y="106698"/>
                </a:lnTo>
                <a:lnTo>
                  <a:pt x="1419875" y="106112"/>
                </a:lnTo>
                <a:lnTo>
                  <a:pt x="1420423" y="105511"/>
                </a:lnTo>
                <a:lnTo>
                  <a:pt x="1420956" y="104897"/>
                </a:lnTo>
                <a:lnTo>
                  <a:pt x="1421476" y="104269"/>
                </a:lnTo>
                <a:lnTo>
                  <a:pt x="1421982" y="103627"/>
                </a:lnTo>
                <a:lnTo>
                  <a:pt x="1422474" y="102971"/>
                </a:lnTo>
                <a:lnTo>
                  <a:pt x="1422952" y="102301"/>
                </a:lnTo>
                <a:lnTo>
                  <a:pt x="1423416" y="101617"/>
                </a:lnTo>
                <a:lnTo>
                  <a:pt x="1423866" y="100919"/>
                </a:lnTo>
                <a:lnTo>
                  <a:pt x="1424302" y="100208"/>
                </a:lnTo>
                <a:lnTo>
                  <a:pt x="1424725" y="99482"/>
                </a:lnTo>
                <a:lnTo>
                  <a:pt x="1425133" y="98743"/>
                </a:lnTo>
                <a:lnTo>
                  <a:pt x="1425528" y="97990"/>
                </a:lnTo>
                <a:lnTo>
                  <a:pt x="1425908" y="97223"/>
                </a:lnTo>
                <a:lnTo>
                  <a:pt x="1426274" y="96443"/>
                </a:lnTo>
                <a:lnTo>
                  <a:pt x="1426625" y="95654"/>
                </a:lnTo>
                <a:lnTo>
                  <a:pt x="1426959" y="94855"/>
                </a:lnTo>
                <a:lnTo>
                  <a:pt x="1427279" y="94046"/>
                </a:lnTo>
                <a:lnTo>
                  <a:pt x="1427582" y="93227"/>
                </a:lnTo>
                <a:lnTo>
                  <a:pt x="1427870" y="92397"/>
                </a:lnTo>
                <a:lnTo>
                  <a:pt x="1428143" y="91558"/>
                </a:lnTo>
                <a:lnTo>
                  <a:pt x="1428400" y="90709"/>
                </a:lnTo>
                <a:lnTo>
                  <a:pt x="1428641" y="89850"/>
                </a:lnTo>
                <a:lnTo>
                  <a:pt x="1428867" y="88980"/>
                </a:lnTo>
                <a:lnTo>
                  <a:pt x="1429077" y="88101"/>
                </a:lnTo>
                <a:lnTo>
                  <a:pt x="1429272" y="87212"/>
                </a:lnTo>
                <a:lnTo>
                  <a:pt x="1429451" y="86313"/>
                </a:lnTo>
                <a:lnTo>
                  <a:pt x="1429615" y="85403"/>
                </a:lnTo>
                <a:lnTo>
                  <a:pt x="1429762" y="84484"/>
                </a:lnTo>
                <a:lnTo>
                  <a:pt x="1429895" y="83555"/>
                </a:lnTo>
                <a:lnTo>
                  <a:pt x="1430012" y="82615"/>
                </a:lnTo>
                <a:lnTo>
                  <a:pt x="1430113" y="81666"/>
                </a:lnTo>
                <a:lnTo>
                  <a:pt x="1430198" y="80707"/>
                </a:lnTo>
                <a:lnTo>
                  <a:pt x="1430269" y="79737"/>
                </a:lnTo>
                <a:lnTo>
                  <a:pt x="1430323" y="78758"/>
                </a:lnTo>
                <a:lnTo>
                  <a:pt x="1430362" y="77769"/>
                </a:lnTo>
                <a:lnTo>
                  <a:pt x="1430385" y="76769"/>
                </a:lnTo>
                <a:lnTo>
                  <a:pt x="1430393" y="75760"/>
                </a:lnTo>
                <a:lnTo>
                  <a:pt x="1430393" y="73037"/>
                </a:lnTo>
                <a:lnTo>
                  <a:pt x="1430385" y="72041"/>
                </a:lnTo>
                <a:lnTo>
                  <a:pt x="1430362" y="71054"/>
                </a:lnTo>
                <a:lnTo>
                  <a:pt x="1430323" y="70076"/>
                </a:lnTo>
                <a:lnTo>
                  <a:pt x="1430269" y="69108"/>
                </a:lnTo>
                <a:lnTo>
                  <a:pt x="1430198" y="68150"/>
                </a:lnTo>
                <a:lnTo>
                  <a:pt x="1430113" y="67201"/>
                </a:lnTo>
                <a:lnTo>
                  <a:pt x="1430012" y="66261"/>
                </a:lnTo>
                <a:lnTo>
                  <a:pt x="1429895" y="65331"/>
                </a:lnTo>
                <a:lnTo>
                  <a:pt x="1429762" y="64410"/>
                </a:lnTo>
                <a:lnTo>
                  <a:pt x="1429615" y="63499"/>
                </a:lnTo>
                <a:lnTo>
                  <a:pt x="1429451" y="62597"/>
                </a:lnTo>
                <a:lnTo>
                  <a:pt x="1429272" y="61705"/>
                </a:lnTo>
                <a:lnTo>
                  <a:pt x="1429077" y="60822"/>
                </a:lnTo>
                <a:lnTo>
                  <a:pt x="1428867" y="59949"/>
                </a:lnTo>
                <a:lnTo>
                  <a:pt x="1428641" y="59085"/>
                </a:lnTo>
                <a:lnTo>
                  <a:pt x="1428400" y="58230"/>
                </a:lnTo>
                <a:lnTo>
                  <a:pt x="1428143" y="57385"/>
                </a:lnTo>
                <a:lnTo>
                  <a:pt x="1427870" y="56550"/>
                </a:lnTo>
                <a:lnTo>
                  <a:pt x="1427582" y="55723"/>
                </a:lnTo>
                <a:lnTo>
                  <a:pt x="1427279" y="54907"/>
                </a:lnTo>
                <a:lnTo>
                  <a:pt x="1426959" y="54100"/>
                </a:lnTo>
                <a:lnTo>
                  <a:pt x="1426625" y="53302"/>
                </a:lnTo>
                <a:lnTo>
                  <a:pt x="1426274" y="52513"/>
                </a:lnTo>
                <a:lnTo>
                  <a:pt x="1425908" y="51735"/>
                </a:lnTo>
                <a:lnTo>
                  <a:pt x="1425528" y="50967"/>
                </a:lnTo>
                <a:lnTo>
                  <a:pt x="1425133" y="50214"/>
                </a:lnTo>
                <a:lnTo>
                  <a:pt x="1424725" y="49475"/>
                </a:lnTo>
                <a:lnTo>
                  <a:pt x="1424302" y="48749"/>
                </a:lnTo>
                <a:lnTo>
                  <a:pt x="1423866" y="48038"/>
                </a:lnTo>
                <a:lnTo>
                  <a:pt x="1423416" y="47340"/>
                </a:lnTo>
                <a:lnTo>
                  <a:pt x="1422952" y="46656"/>
                </a:lnTo>
                <a:lnTo>
                  <a:pt x="1422474" y="45986"/>
                </a:lnTo>
                <a:lnTo>
                  <a:pt x="1421982" y="45330"/>
                </a:lnTo>
                <a:lnTo>
                  <a:pt x="1421476" y="44688"/>
                </a:lnTo>
                <a:lnTo>
                  <a:pt x="1420956" y="44060"/>
                </a:lnTo>
                <a:lnTo>
                  <a:pt x="1420423" y="43446"/>
                </a:lnTo>
                <a:lnTo>
                  <a:pt x="1419875" y="42845"/>
                </a:lnTo>
                <a:lnTo>
                  <a:pt x="1419314" y="42259"/>
                </a:lnTo>
                <a:lnTo>
                  <a:pt x="1418738" y="41686"/>
                </a:lnTo>
                <a:lnTo>
                  <a:pt x="1418149" y="41128"/>
                </a:lnTo>
                <a:lnTo>
                  <a:pt x="1417546" y="40583"/>
                </a:lnTo>
                <a:lnTo>
                  <a:pt x="1416929" y="40052"/>
                </a:lnTo>
                <a:lnTo>
                  <a:pt x="1416298" y="39535"/>
                </a:lnTo>
                <a:lnTo>
                  <a:pt x="1415653" y="39032"/>
                </a:lnTo>
                <a:lnTo>
                  <a:pt x="1414994" y="38543"/>
                </a:lnTo>
                <a:lnTo>
                  <a:pt x="1414322" y="38068"/>
                </a:lnTo>
                <a:lnTo>
                  <a:pt x="1413635" y="37607"/>
                </a:lnTo>
                <a:lnTo>
                  <a:pt x="1412935" y="37159"/>
                </a:lnTo>
                <a:lnTo>
                  <a:pt x="1412221" y="36728"/>
                </a:lnTo>
                <a:lnTo>
                  <a:pt x="1411495" y="36315"/>
                </a:lnTo>
                <a:lnTo>
                  <a:pt x="1410757" y="35920"/>
                </a:lnTo>
                <a:lnTo>
                  <a:pt x="1410007" y="35544"/>
                </a:lnTo>
                <a:lnTo>
                  <a:pt x="1409245" y="35186"/>
                </a:lnTo>
                <a:lnTo>
                  <a:pt x="1408470" y="34847"/>
                </a:lnTo>
                <a:lnTo>
                  <a:pt x="1407683" y="34526"/>
                </a:lnTo>
                <a:lnTo>
                  <a:pt x="1406884" y="34223"/>
                </a:lnTo>
                <a:lnTo>
                  <a:pt x="1406072" y="33938"/>
                </a:lnTo>
                <a:lnTo>
                  <a:pt x="1405249" y="33672"/>
                </a:lnTo>
                <a:lnTo>
                  <a:pt x="1404413" y="33424"/>
                </a:lnTo>
                <a:lnTo>
                  <a:pt x="1403565" y="33195"/>
                </a:lnTo>
                <a:lnTo>
                  <a:pt x="1402704" y="32984"/>
                </a:lnTo>
                <a:lnTo>
                  <a:pt x="1401832" y="32791"/>
                </a:lnTo>
                <a:lnTo>
                  <a:pt x="1400947" y="32617"/>
                </a:lnTo>
                <a:lnTo>
                  <a:pt x="1400050" y="32461"/>
                </a:lnTo>
                <a:lnTo>
                  <a:pt x="1399141" y="32323"/>
                </a:lnTo>
                <a:lnTo>
                  <a:pt x="1398219" y="32204"/>
                </a:lnTo>
                <a:lnTo>
                  <a:pt x="1397285" y="32103"/>
                </a:lnTo>
                <a:lnTo>
                  <a:pt x="1396339" y="32020"/>
                </a:lnTo>
                <a:lnTo>
                  <a:pt x="1395381" y="31956"/>
                </a:lnTo>
                <a:lnTo>
                  <a:pt x="1394411" y="31910"/>
                </a:lnTo>
                <a:lnTo>
                  <a:pt x="1393428" y="31883"/>
                </a:lnTo>
                <a:lnTo>
                  <a:pt x="1392433" y="31874"/>
                </a:lnTo>
                <a:lnTo>
                  <a:pt x="1391464" y="31883"/>
                </a:lnTo>
                <a:lnTo>
                  <a:pt x="1390507" y="31910"/>
                </a:lnTo>
                <a:lnTo>
                  <a:pt x="1389560" y="31956"/>
                </a:lnTo>
                <a:lnTo>
                  <a:pt x="1388625" y="32020"/>
                </a:lnTo>
                <a:lnTo>
                  <a:pt x="1387700" y="32103"/>
                </a:lnTo>
                <a:lnTo>
                  <a:pt x="1386787" y="32204"/>
                </a:lnTo>
                <a:lnTo>
                  <a:pt x="1385885" y="32323"/>
                </a:lnTo>
                <a:lnTo>
                  <a:pt x="1384994" y="32461"/>
                </a:lnTo>
                <a:lnTo>
                  <a:pt x="1384114" y="32617"/>
                </a:lnTo>
                <a:lnTo>
                  <a:pt x="1383246" y="32791"/>
                </a:lnTo>
                <a:lnTo>
                  <a:pt x="1382388" y="32984"/>
                </a:lnTo>
                <a:lnTo>
                  <a:pt x="1381542" y="33195"/>
                </a:lnTo>
                <a:lnTo>
                  <a:pt x="1380706" y="33424"/>
                </a:lnTo>
                <a:lnTo>
                  <a:pt x="1379882" y="33672"/>
                </a:lnTo>
                <a:lnTo>
                  <a:pt x="1379069" y="33938"/>
                </a:lnTo>
                <a:lnTo>
                  <a:pt x="1378267" y="34223"/>
                </a:lnTo>
                <a:lnTo>
                  <a:pt x="1377476" y="34526"/>
                </a:lnTo>
                <a:lnTo>
                  <a:pt x="1376696" y="34847"/>
                </a:lnTo>
                <a:lnTo>
                  <a:pt x="1375928" y="35186"/>
                </a:lnTo>
                <a:lnTo>
                  <a:pt x="1375170" y="35544"/>
                </a:lnTo>
                <a:lnTo>
                  <a:pt x="1374424" y="35920"/>
                </a:lnTo>
                <a:lnTo>
                  <a:pt x="1373689" y="36315"/>
                </a:lnTo>
                <a:lnTo>
                  <a:pt x="1372965" y="36728"/>
                </a:lnTo>
                <a:lnTo>
                  <a:pt x="1372252" y="37159"/>
                </a:lnTo>
                <a:lnTo>
                  <a:pt x="1371551" y="37594"/>
                </a:lnTo>
                <a:lnTo>
                  <a:pt x="1370865" y="38042"/>
                </a:lnTo>
                <a:lnTo>
                  <a:pt x="1370192" y="38506"/>
                </a:lnTo>
                <a:lnTo>
                  <a:pt x="1369533" y="38983"/>
                </a:lnTo>
                <a:lnTo>
                  <a:pt x="1368889" y="39476"/>
                </a:lnTo>
                <a:lnTo>
                  <a:pt x="1368258" y="39982"/>
                </a:lnTo>
                <a:lnTo>
                  <a:pt x="1367641" y="40503"/>
                </a:lnTo>
                <a:lnTo>
                  <a:pt x="1367037" y="41039"/>
                </a:lnTo>
                <a:lnTo>
                  <a:pt x="1366448" y="41589"/>
                </a:lnTo>
                <a:lnTo>
                  <a:pt x="1365873" y="42153"/>
                </a:lnTo>
                <a:lnTo>
                  <a:pt x="1365311" y="42732"/>
                </a:lnTo>
                <a:lnTo>
                  <a:pt x="1364764" y="43326"/>
                </a:lnTo>
                <a:lnTo>
                  <a:pt x="1364230" y="43934"/>
                </a:lnTo>
                <a:lnTo>
                  <a:pt x="1363711" y="44556"/>
                </a:lnTo>
                <a:lnTo>
                  <a:pt x="1363205" y="45193"/>
                </a:lnTo>
                <a:lnTo>
                  <a:pt x="1362713" y="45844"/>
                </a:lnTo>
                <a:lnTo>
                  <a:pt x="1362235" y="46510"/>
                </a:lnTo>
                <a:lnTo>
                  <a:pt x="1361771" y="47190"/>
                </a:lnTo>
                <a:lnTo>
                  <a:pt x="1361321" y="47884"/>
                </a:lnTo>
                <a:lnTo>
                  <a:pt x="1360884" y="48593"/>
                </a:lnTo>
                <a:lnTo>
                  <a:pt x="1360462" y="49317"/>
                </a:lnTo>
                <a:lnTo>
                  <a:pt x="1360053" y="50055"/>
                </a:lnTo>
                <a:lnTo>
                  <a:pt x="1359659" y="50807"/>
                </a:lnTo>
                <a:lnTo>
                  <a:pt x="1359278" y="51574"/>
                </a:lnTo>
                <a:lnTo>
                  <a:pt x="1358912" y="52354"/>
                </a:lnTo>
                <a:lnTo>
                  <a:pt x="1358562" y="53143"/>
                </a:lnTo>
                <a:lnTo>
                  <a:pt x="1358227" y="53942"/>
                </a:lnTo>
                <a:lnTo>
                  <a:pt x="1357908" y="54751"/>
                </a:lnTo>
                <a:lnTo>
                  <a:pt x="1357604" y="55570"/>
                </a:lnTo>
                <a:lnTo>
                  <a:pt x="1357316" y="56399"/>
                </a:lnTo>
                <a:lnTo>
                  <a:pt x="1357044" y="57239"/>
                </a:lnTo>
                <a:lnTo>
                  <a:pt x="1356787" y="58088"/>
                </a:lnTo>
                <a:lnTo>
                  <a:pt x="1356545" y="58947"/>
                </a:lnTo>
                <a:lnTo>
                  <a:pt x="1356319" y="59816"/>
                </a:lnTo>
                <a:lnTo>
                  <a:pt x="1356109" y="60696"/>
                </a:lnTo>
                <a:lnTo>
                  <a:pt x="1355915" y="61585"/>
                </a:lnTo>
                <a:lnTo>
                  <a:pt x="1355736" y="62484"/>
                </a:lnTo>
                <a:lnTo>
                  <a:pt x="1355572" y="63394"/>
                </a:lnTo>
                <a:lnTo>
                  <a:pt x="1355424" y="64313"/>
                </a:lnTo>
                <a:lnTo>
                  <a:pt x="1355292" y="65242"/>
                </a:lnTo>
                <a:lnTo>
                  <a:pt x="1355175" y="66181"/>
                </a:lnTo>
                <a:lnTo>
                  <a:pt x="1355074" y="67131"/>
                </a:lnTo>
                <a:lnTo>
                  <a:pt x="1354988" y="68090"/>
                </a:lnTo>
                <a:lnTo>
                  <a:pt x="1354918" y="69059"/>
                </a:lnTo>
                <a:lnTo>
                  <a:pt x="1354863" y="70039"/>
                </a:lnTo>
                <a:lnTo>
                  <a:pt x="1354825" y="71028"/>
                </a:lnTo>
                <a:lnTo>
                  <a:pt x="1354801" y="72028"/>
                </a:lnTo>
                <a:lnTo>
                  <a:pt x="1354793" y="73037"/>
                </a:lnTo>
                <a:lnTo>
                  <a:pt x="1354793" y="75760"/>
                </a:lnTo>
                <a:lnTo>
                  <a:pt x="1354801" y="76743"/>
                </a:lnTo>
                <a:lnTo>
                  <a:pt x="1354825" y="77719"/>
                </a:lnTo>
                <a:lnTo>
                  <a:pt x="1354863" y="78685"/>
                </a:lnTo>
                <a:lnTo>
                  <a:pt x="1354918" y="79644"/>
                </a:lnTo>
                <a:lnTo>
                  <a:pt x="1354988" y="80594"/>
                </a:lnTo>
                <a:lnTo>
                  <a:pt x="1355074" y="81536"/>
                </a:lnTo>
                <a:lnTo>
                  <a:pt x="1355175" y="82469"/>
                </a:lnTo>
                <a:lnTo>
                  <a:pt x="1355292" y="83395"/>
                </a:lnTo>
                <a:lnTo>
                  <a:pt x="1355424" y="84311"/>
                </a:lnTo>
                <a:lnTo>
                  <a:pt x="1355572" y="85220"/>
                </a:lnTo>
                <a:lnTo>
                  <a:pt x="1355736" y="86120"/>
                </a:lnTo>
                <a:lnTo>
                  <a:pt x="1355915" y="87012"/>
                </a:lnTo>
                <a:lnTo>
                  <a:pt x="1356109" y="87895"/>
                </a:lnTo>
                <a:lnTo>
                  <a:pt x="1356319" y="88770"/>
                </a:lnTo>
                <a:lnTo>
                  <a:pt x="1356545" y="89637"/>
                </a:lnTo>
                <a:lnTo>
                  <a:pt x="1356787" y="90495"/>
                </a:lnTo>
                <a:lnTo>
                  <a:pt x="1357044" y="91345"/>
                </a:lnTo>
                <a:lnTo>
                  <a:pt x="1357316" y="92187"/>
                </a:lnTo>
                <a:lnTo>
                  <a:pt x="1357604" y="93021"/>
                </a:lnTo>
                <a:lnTo>
                  <a:pt x="1357908" y="93846"/>
                </a:lnTo>
                <a:lnTo>
                  <a:pt x="1358227" y="94662"/>
                </a:lnTo>
                <a:lnTo>
                  <a:pt x="1358562" y="95471"/>
                </a:lnTo>
                <a:lnTo>
                  <a:pt x="1358912" y="96271"/>
                </a:lnTo>
                <a:lnTo>
                  <a:pt x="1359278" y="97062"/>
                </a:lnTo>
                <a:lnTo>
                  <a:pt x="1359659" y="97830"/>
                </a:lnTo>
                <a:lnTo>
                  <a:pt x="1360053" y="98583"/>
                </a:lnTo>
                <a:lnTo>
                  <a:pt x="1360462" y="99322"/>
                </a:lnTo>
                <a:lnTo>
                  <a:pt x="1360884" y="100048"/>
                </a:lnTo>
                <a:lnTo>
                  <a:pt x="1361321" y="100759"/>
                </a:lnTo>
                <a:lnTo>
                  <a:pt x="1361771" y="101457"/>
                </a:lnTo>
                <a:lnTo>
                  <a:pt x="1362235" y="102141"/>
                </a:lnTo>
                <a:lnTo>
                  <a:pt x="1362713" y="102811"/>
                </a:lnTo>
                <a:lnTo>
                  <a:pt x="1363205" y="103467"/>
                </a:lnTo>
                <a:lnTo>
                  <a:pt x="1363711" y="104109"/>
                </a:lnTo>
                <a:lnTo>
                  <a:pt x="1364230" y="104737"/>
                </a:lnTo>
                <a:lnTo>
                  <a:pt x="1364764" y="105351"/>
                </a:lnTo>
                <a:lnTo>
                  <a:pt x="1365311" y="105951"/>
                </a:lnTo>
                <a:lnTo>
                  <a:pt x="1365873" y="106538"/>
                </a:lnTo>
                <a:lnTo>
                  <a:pt x="1366448" y="107110"/>
                </a:lnTo>
                <a:lnTo>
                  <a:pt x="1367037" y="107669"/>
                </a:lnTo>
                <a:lnTo>
                  <a:pt x="1367641" y="108214"/>
                </a:lnTo>
                <a:lnTo>
                  <a:pt x="1368258" y="108745"/>
                </a:lnTo>
                <a:lnTo>
                  <a:pt x="1368889" y="109262"/>
                </a:lnTo>
                <a:lnTo>
                  <a:pt x="1369533" y="109765"/>
                </a:lnTo>
                <a:lnTo>
                  <a:pt x="1370192" y="110254"/>
                </a:lnTo>
                <a:lnTo>
                  <a:pt x="1370865" y="110729"/>
                </a:lnTo>
                <a:lnTo>
                  <a:pt x="1371551" y="111190"/>
                </a:lnTo>
                <a:lnTo>
                  <a:pt x="1372252" y="111638"/>
                </a:lnTo>
                <a:lnTo>
                  <a:pt x="1372965" y="112069"/>
                </a:lnTo>
                <a:lnTo>
                  <a:pt x="1373690" y="112482"/>
                </a:lnTo>
                <a:lnTo>
                  <a:pt x="1374427" y="112877"/>
                </a:lnTo>
                <a:lnTo>
                  <a:pt x="1375175" y="113253"/>
                </a:lnTo>
                <a:lnTo>
                  <a:pt x="1375935" y="113611"/>
                </a:lnTo>
                <a:lnTo>
                  <a:pt x="1376706" y="113950"/>
                </a:lnTo>
                <a:lnTo>
                  <a:pt x="1377490" y="114271"/>
                </a:lnTo>
                <a:lnTo>
                  <a:pt x="1378285" y="114574"/>
                </a:lnTo>
                <a:lnTo>
                  <a:pt x="1379092" y="114859"/>
                </a:lnTo>
                <a:lnTo>
                  <a:pt x="1379910" y="115125"/>
                </a:lnTo>
                <a:lnTo>
                  <a:pt x="1380740" y="115372"/>
                </a:lnTo>
                <a:lnTo>
                  <a:pt x="1381582" y="115602"/>
                </a:lnTo>
                <a:lnTo>
                  <a:pt x="1382435" y="115813"/>
                </a:lnTo>
                <a:lnTo>
                  <a:pt x="1383300" y="116006"/>
                </a:lnTo>
                <a:lnTo>
                  <a:pt x="1384177" y="116180"/>
                </a:lnTo>
                <a:lnTo>
                  <a:pt x="1385065" y="116336"/>
                </a:lnTo>
                <a:lnTo>
                  <a:pt x="1385965" y="116474"/>
                </a:lnTo>
                <a:lnTo>
                  <a:pt x="1386877" y="116593"/>
                </a:lnTo>
                <a:lnTo>
                  <a:pt x="1387801" y="116694"/>
                </a:lnTo>
                <a:lnTo>
                  <a:pt x="1388736" y="116776"/>
                </a:lnTo>
                <a:lnTo>
                  <a:pt x="1389683" y="116841"/>
                </a:lnTo>
                <a:lnTo>
                  <a:pt x="1390641" y="116887"/>
                </a:lnTo>
                <a:lnTo>
                  <a:pt x="1391611" y="116914"/>
                </a:lnTo>
                <a:lnTo>
                  <a:pt x="1392593" y="116923"/>
                </a:lnTo>
                <a:lnTo>
                  <a:pt x="1393575" y="116914"/>
                </a:lnTo>
                <a:lnTo>
                  <a:pt x="1394545" y="116888"/>
                </a:lnTo>
                <a:lnTo>
                  <a:pt x="1395504" y="116843"/>
                </a:lnTo>
                <a:lnTo>
                  <a:pt x="1396451" y="116781"/>
                </a:lnTo>
                <a:lnTo>
                  <a:pt x="1397386" y="116701"/>
                </a:lnTo>
                <a:lnTo>
                  <a:pt x="1398309" y="116603"/>
                </a:lnTo>
                <a:close/>
                <a:moveTo>
                  <a:pt x="1388219" y="105131"/>
                </a:moveTo>
                <a:lnTo>
                  <a:pt x="1387527" y="104979"/>
                </a:lnTo>
                <a:lnTo>
                  <a:pt x="1386845" y="104804"/>
                </a:lnTo>
                <a:lnTo>
                  <a:pt x="1386174" y="104605"/>
                </a:lnTo>
                <a:lnTo>
                  <a:pt x="1385514" y="104383"/>
                </a:lnTo>
                <a:lnTo>
                  <a:pt x="1384864" y="104138"/>
                </a:lnTo>
                <a:lnTo>
                  <a:pt x="1384224" y="103870"/>
                </a:lnTo>
                <a:lnTo>
                  <a:pt x="1383596" y="103578"/>
                </a:lnTo>
                <a:lnTo>
                  <a:pt x="1382978" y="103262"/>
                </a:lnTo>
                <a:lnTo>
                  <a:pt x="1382370" y="102924"/>
                </a:lnTo>
                <a:lnTo>
                  <a:pt x="1381773" y="102561"/>
                </a:lnTo>
                <a:lnTo>
                  <a:pt x="1381186" y="102176"/>
                </a:lnTo>
                <a:lnTo>
                  <a:pt x="1380611" y="101767"/>
                </a:lnTo>
                <a:lnTo>
                  <a:pt x="1380045" y="101335"/>
                </a:lnTo>
                <a:lnTo>
                  <a:pt x="1379491" y="100880"/>
                </a:lnTo>
                <a:lnTo>
                  <a:pt x="1378946" y="100401"/>
                </a:lnTo>
                <a:lnTo>
                  <a:pt x="1378413" y="99899"/>
                </a:lnTo>
                <a:lnTo>
                  <a:pt x="1377890" y="99373"/>
                </a:lnTo>
                <a:lnTo>
                  <a:pt x="1377377" y="98824"/>
                </a:lnTo>
                <a:lnTo>
                  <a:pt x="1376894" y="98241"/>
                </a:lnTo>
                <a:lnTo>
                  <a:pt x="1376431" y="97640"/>
                </a:lnTo>
                <a:lnTo>
                  <a:pt x="1375988" y="97020"/>
                </a:lnTo>
                <a:lnTo>
                  <a:pt x="1375566" y="96382"/>
                </a:lnTo>
                <a:lnTo>
                  <a:pt x="1375165" y="95725"/>
                </a:lnTo>
                <a:lnTo>
                  <a:pt x="1374784" y="95050"/>
                </a:lnTo>
                <a:lnTo>
                  <a:pt x="1374424" y="94357"/>
                </a:lnTo>
                <a:lnTo>
                  <a:pt x="1374085" y="93645"/>
                </a:lnTo>
                <a:lnTo>
                  <a:pt x="1373766" y="92915"/>
                </a:lnTo>
                <a:lnTo>
                  <a:pt x="1373468" y="92167"/>
                </a:lnTo>
                <a:lnTo>
                  <a:pt x="1373190" y="91401"/>
                </a:lnTo>
                <a:lnTo>
                  <a:pt x="1372933" y="90616"/>
                </a:lnTo>
                <a:lnTo>
                  <a:pt x="1372696" y="89812"/>
                </a:lnTo>
                <a:lnTo>
                  <a:pt x="1372480" y="88990"/>
                </a:lnTo>
                <a:lnTo>
                  <a:pt x="1372284" y="88150"/>
                </a:lnTo>
                <a:lnTo>
                  <a:pt x="1372109" y="87292"/>
                </a:lnTo>
                <a:lnTo>
                  <a:pt x="1371955" y="86415"/>
                </a:lnTo>
                <a:lnTo>
                  <a:pt x="1371821" y="85520"/>
                </a:lnTo>
                <a:lnTo>
                  <a:pt x="1371708" y="84607"/>
                </a:lnTo>
                <a:lnTo>
                  <a:pt x="1371616" y="83675"/>
                </a:lnTo>
                <a:lnTo>
                  <a:pt x="1371544" y="82725"/>
                </a:lnTo>
                <a:lnTo>
                  <a:pt x="1371492" y="81756"/>
                </a:lnTo>
                <a:lnTo>
                  <a:pt x="1371461" y="80769"/>
                </a:lnTo>
                <a:lnTo>
                  <a:pt x="1371451" y="79764"/>
                </a:lnTo>
                <a:lnTo>
                  <a:pt x="1371451" y="69033"/>
                </a:lnTo>
                <a:lnTo>
                  <a:pt x="1371461" y="68028"/>
                </a:lnTo>
                <a:lnTo>
                  <a:pt x="1371492" y="67042"/>
                </a:lnTo>
                <a:lnTo>
                  <a:pt x="1371544" y="66075"/>
                </a:lnTo>
                <a:lnTo>
                  <a:pt x="1371616" y="65126"/>
                </a:lnTo>
                <a:lnTo>
                  <a:pt x="1371708" y="64197"/>
                </a:lnTo>
                <a:lnTo>
                  <a:pt x="1371821" y="63287"/>
                </a:lnTo>
                <a:lnTo>
                  <a:pt x="1371955" y="62395"/>
                </a:lnTo>
                <a:lnTo>
                  <a:pt x="1372109" y="61523"/>
                </a:lnTo>
                <a:lnTo>
                  <a:pt x="1372284" y="60669"/>
                </a:lnTo>
                <a:lnTo>
                  <a:pt x="1372480" y="59834"/>
                </a:lnTo>
                <a:lnTo>
                  <a:pt x="1372696" y="59018"/>
                </a:lnTo>
                <a:lnTo>
                  <a:pt x="1372933" y="58221"/>
                </a:lnTo>
                <a:lnTo>
                  <a:pt x="1373190" y="57443"/>
                </a:lnTo>
                <a:lnTo>
                  <a:pt x="1373468" y="56684"/>
                </a:lnTo>
                <a:lnTo>
                  <a:pt x="1373766" y="55944"/>
                </a:lnTo>
                <a:lnTo>
                  <a:pt x="1374085" y="55223"/>
                </a:lnTo>
                <a:lnTo>
                  <a:pt x="1374424" y="54520"/>
                </a:lnTo>
                <a:lnTo>
                  <a:pt x="1374784" y="53837"/>
                </a:lnTo>
                <a:lnTo>
                  <a:pt x="1375165" y="53172"/>
                </a:lnTo>
                <a:lnTo>
                  <a:pt x="1375566" y="52526"/>
                </a:lnTo>
                <a:lnTo>
                  <a:pt x="1375988" y="51900"/>
                </a:lnTo>
                <a:lnTo>
                  <a:pt x="1376431" y="51292"/>
                </a:lnTo>
                <a:lnTo>
                  <a:pt x="1376894" y="50703"/>
                </a:lnTo>
                <a:lnTo>
                  <a:pt x="1377377" y="50133"/>
                </a:lnTo>
                <a:lnTo>
                  <a:pt x="1377890" y="49571"/>
                </a:lnTo>
                <a:lnTo>
                  <a:pt x="1378413" y="49033"/>
                </a:lnTo>
                <a:lnTo>
                  <a:pt x="1378946" y="48519"/>
                </a:lnTo>
                <a:lnTo>
                  <a:pt x="1379491" y="48028"/>
                </a:lnTo>
                <a:lnTo>
                  <a:pt x="1380045" y="47562"/>
                </a:lnTo>
                <a:lnTo>
                  <a:pt x="1380611" y="47120"/>
                </a:lnTo>
                <a:lnTo>
                  <a:pt x="1381186" y="46701"/>
                </a:lnTo>
                <a:lnTo>
                  <a:pt x="1381773" y="46307"/>
                </a:lnTo>
                <a:lnTo>
                  <a:pt x="1382370" y="45936"/>
                </a:lnTo>
                <a:lnTo>
                  <a:pt x="1382978" y="45589"/>
                </a:lnTo>
                <a:lnTo>
                  <a:pt x="1383596" y="45266"/>
                </a:lnTo>
                <a:lnTo>
                  <a:pt x="1384224" y="44967"/>
                </a:lnTo>
                <a:lnTo>
                  <a:pt x="1384864" y="44692"/>
                </a:lnTo>
                <a:lnTo>
                  <a:pt x="1385514" y="44441"/>
                </a:lnTo>
                <a:lnTo>
                  <a:pt x="1386174" y="44214"/>
                </a:lnTo>
                <a:lnTo>
                  <a:pt x="1386845" y="44011"/>
                </a:lnTo>
                <a:lnTo>
                  <a:pt x="1387527" y="43832"/>
                </a:lnTo>
                <a:lnTo>
                  <a:pt x="1388219" y="43676"/>
                </a:lnTo>
                <a:lnTo>
                  <a:pt x="1388921" y="43545"/>
                </a:lnTo>
                <a:lnTo>
                  <a:pt x="1389635" y="43437"/>
                </a:lnTo>
                <a:lnTo>
                  <a:pt x="1390358" y="43353"/>
                </a:lnTo>
                <a:lnTo>
                  <a:pt x="1391093" y="43293"/>
                </a:lnTo>
                <a:lnTo>
                  <a:pt x="1391838" y="43258"/>
                </a:lnTo>
                <a:lnTo>
                  <a:pt x="1392593" y="43246"/>
                </a:lnTo>
                <a:lnTo>
                  <a:pt x="1393362" y="43258"/>
                </a:lnTo>
                <a:lnTo>
                  <a:pt x="1394118" y="43293"/>
                </a:lnTo>
                <a:lnTo>
                  <a:pt x="1394863" y="43353"/>
                </a:lnTo>
                <a:lnTo>
                  <a:pt x="1395596" y="43437"/>
                </a:lnTo>
                <a:lnTo>
                  <a:pt x="1396318" y="43545"/>
                </a:lnTo>
                <a:lnTo>
                  <a:pt x="1397028" y="43676"/>
                </a:lnTo>
                <a:lnTo>
                  <a:pt x="1397726" y="43832"/>
                </a:lnTo>
                <a:lnTo>
                  <a:pt x="1398413" y="44011"/>
                </a:lnTo>
                <a:lnTo>
                  <a:pt x="1399088" y="44214"/>
                </a:lnTo>
                <a:lnTo>
                  <a:pt x="1399751" y="44441"/>
                </a:lnTo>
                <a:lnTo>
                  <a:pt x="1400402" y="44692"/>
                </a:lnTo>
                <a:lnTo>
                  <a:pt x="1401042" y="44967"/>
                </a:lnTo>
                <a:lnTo>
                  <a:pt x="1401670" y="45266"/>
                </a:lnTo>
                <a:lnTo>
                  <a:pt x="1402287" y="45589"/>
                </a:lnTo>
                <a:lnTo>
                  <a:pt x="1402892" y="45936"/>
                </a:lnTo>
                <a:lnTo>
                  <a:pt x="1403485" y="46307"/>
                </a:lnTo>
                <a:lnTo>
                  <a:pt x="1404066" y="46701"/>
                </a:lnTo>
                <a:lnTo>
                  <a:pt x="1404636" y="47120"/>
                </a:lnTo>
                <a:lnTo>
                  <a:pt x="1405194" y="47562"/>
                </a:lnTo>
                <a:lnTo>
                  <a:pt x="1405740" y="48028"/>
                </a:lnTo>
                <a:lnTo>
                  <a:pt x="1406275" y="48519"/>
                </a:lnTo>
                <a:lnTo>
                  <a:pt x="1406798" y="49033"/>
                </a:lnTo>
                <a:lnTo>
                  <a:pt x="1407310" y="49571"/>
                </a:lnTo>
                <a:lnTo>
                  <a:pt x="1407809" y="50133"/>
                </a:lnTo>
                <a:lnTo>
                  <a:pt x="1408293" y="50703"/>
                </a:lnTo>
                <a:lnTo>
                  <a:pt x="1408756" y="51292"/>
                </a:lnTo>
                <a:lnTo>
                  <a:pt x="1409198" y="51900"/>
                </a:lnTo>
                <a:lnTo>
                  <a:pt x="1409620" y="52526"/>
                </a:lnTo>
                <a:lnTo>
                  <a:pt x="1410021" y="53172"/>
                </a:lnTo>
                <a:lnTo>
                  <a:pt x="1410402" y="53837"/>
                </a:lnTo>
                <a:lnTo>
                  <a:pt x="1410762" y="54520"/>
                </a:lnTo>
                <a:lnTo>
                  <a:pt x="1411102" y="55223"/>
                </a:lnTo>
                <a:lnTo>
                  <a:pt x="1411421" y="55944"/>
                </a:lnTo>
                <a:lnTo>
                  <a:pt x="1411719" y="56684"/>
                </a:lnTo>
                <a:lnTo>
                  <a:pt x="1411997" y="57443"/>
                </a:lnTo>
                <a:lnTo>
                  <a:pt x="1412254" y="58221"/>
                </a:lnTo>
                <a:lnTo>
                  <a:pt x="1412491" y="59018"/>
                </a:lnTo>
                <a:lnTo>
                  <a:pt x="1412707" y="59834"/>
                </a:lnTo>
                <a:lnTo>
                  <a:pt x="1412902" y="60669"/>
                </a:lnTo>
                <a:lnTo>
                  <a:pt x="1413077" y="61523"/>
                </a:lnTo>
                <a:lnTo>
                  <a:pt x="1413231" y="62395"/>
                </a:lnTo>
                <a:lnTo>
                  <a:pt x="1413365" y="63287"/>
                </a:lnTo>
                <a:lnTo>
                  <a:pt x="1413478" y="64197"/>
                </a:lnTo>
                <a:lnTo>
                  <a:pt x="1413571" y="65126"/>
                </a:lnTo>
                <a:lnTo>
                  <a:pt x="1413643" y="66075"/>
                </a:lnTo>
                <a:lnTo>
                  <a:pt x="1413694" y="67042"/>
                </a:lnTo>
                <a:lnTo>
                  <a:pt x="1413725" y="68028"/>
                </a:lnTo>
                <a:lnTo>
                  <a:pt x="1413736" y="69033"/>
                </a:lnTo>
                <a:lnTo>
                  <a:pt x="1413736" y="79764"/>
                </a:lnTo>
                <a:lnTo>
                  <a:pt x="1413725" y="80769"/>
                </a:lnTo>
                <a:lnTo>
                  <a:pt x="1413694" y="81756"/>
                </a:lnTo>
                <a:lnTo>
                  <a:pt x="1413643" y="82725"/>
                </a:lnTo>
                <a:lnTo>
                  <a:pt x="1413571" y="83675"/>
                </a:lnTo>
                <a:lnTo>
                  <a:pt x="1413478" y="84607"/>
                </a:lnTo>
                <a:lnTo>
                  <a:pt x="1413365" y="85520"/>
                </a:lnTo>
                <a:lnTo>
                  <a:pt x="1413231" y="86415"/>
                </a:lnTo>
                <a:lnTo>
                  <a:pt x="1413077" y="87292"/>
                </a:lnTo>
                <a:lnTo>
                  <a:pt x="1412902" y="88150"/>
                </a:lnTo>
                <a:lnTo>
                  <a:pt x="1412707" y="88990"/>
                </a:lnTo>
                <a:lnTo>
                  <a:pt x="1412491" y="89812"/>
                </a:lnTo>
                <a:lnTo>
                  <a:pt x="1412254" y="90616"/>
                </a:lnTo>
                <a:lnTo>
                  <a:pt x="1411997" y="91401"/>
                </a:lnTo>
                <a:lnTo>
                  <a:pt x="1411719" y="92167"/>
                </a:lnTo>
                <a:lnTo>
                  <a:pt x="1411421" y="92915"/>
                </a:lnTo>
                <a:lnTo>
                  <a:pt x="1411102" y="93645"/>
                </a:lnTo>
                <a:lnTo>
                  <a:pt x="1410762" y="94357"/>
                </a:lnTo>
                <a:lnTo>
                  <a:pt x="1410402" y="95050"/>
                </a:lnTo>
                <a:lnTo>
                  <a:pt x="1410021" y="95725"/>
                </a:lnTo>
                <a:lnTo>
                  <a:pt x="1409620" y="96382"/>
                </a:lnTo>
                <a:lnTo>
                  <a:pt x="1409198" y="97020"/>
                </a:lnTo>
                <a:lnTo>
                  <a:pt x="1408756" y="97640"/>
                </a:lnTo>
                <a:lnTo>
                  <a:pt x="1408293" y="98241"/>
                </a:lnTo>
                <a:lnTo>
                  <a:pt x="1407809" y="98824"/>
                </a:lnTo>
                <a:lnTo>
                  <a:pt x="1407310" y="99373"/>
                </a:lnTo>
                <a:lnTo>
                  <a:pt x="1406798" y="99899"/>
                </a:lnTo>
                <a:lnTo>
                  <a:pt x="1406275" y="100401"/>
                </a:lnTo>
                <a:lnTo>
                  <a:pt x="1405740" y="100880"/>
                </a:lnTo>
                <a:lnTo>
                  <a:pt x="1405194" y="101335"/>
                </a:lnTo>
                <a:lnTo>
                  <a:pt x="1404636" y="101767"/>
                </a:lnTo>
                <a:lnTo>
                  <a:pt x="1404066" y="102176"/>
                </a:lnTo>
                <a:lnTo>
                  <a:pt x="1403485" y="102561"/>
                </a:lnTo>
                <a:lnTo>
                  <a:pt x="1402892" y="102924"/>
                </a:lnTo>
                <a:lnTo>
                  <a:pt x="1402287" y="103262"/>
                </a:lnTo>
                <a:lnTo>
                  <a:pt x="1401670" y="103578"/>
                </a:lnTo>
                <a:lnTo>
                  <a:pt x="1401042" y="103870"/>
                </a:lnTo>
                <a:lnTo>
                  <a:pt x="1400402" y="104138"/>
                </a:lnTo>
                <a:lnTo>
                  <a:pt x="1399751" y="104383"/>
                </a:lnTo>
                <a:lnTo>
                  <a:pt x="1399088" y="104605"/>
                </a:lnTo>
                <a:lnTo>
                  <a:pt x="1398413" y="104804"/>
                </a:lnTo>
                <a:lnTo>
                  <a:pt x="1397726" y="104979"/>
                </a:lnTo>
                <a:lnTo>
                  <a:pt x="1397028" y="105131"/>
                </a:lnTo>
                <a:lnTo>
                  <a:pt x="1396318" y="105259"/>
                </a:lnTo>
                <a:lnTo>
                  <a:pt x="1395596" y="105364"/>
                </a:lnTo>
                <a:lnTo>
                  <a:pt x="1394863" y="105446"/>
                </a:lnTo>
                <a:lnTo>
                  <a:pt x="1394118" y="105505"/>
                </a:lnTo>
                <a:lnTo>
                  <a:pt x="1393362" y="105540"/>
                </a:lnTo>
                <a:lnTo>
                  <a:pt x="1392593" y="105551"/>
                </a:lnTo>
                <a:lnTo>
                  <a:pt x="1391838" y="105540"/>
                </a:lnTo>
                <a:lnTo>
                  <a:pt x="1391093" y="105505"/>
                </a:lnTo>
                <a:lnTo>
                  <a:pt x="1390358" y="105446"/>
                </a:lnTo>
                <a:lnTo>
                  <a:pt x="1389635" y="105364"/>
                </a:lnTo>
                <a:lnTo>
                  <a:pt x="1388921" y="105259"/>
                </a:lnTo>
                <a:lnTo>
                  <a:pt x="1388219" y="105131"/>
                </a:lnTo>
                <a:close/>
                <a:moveTo>
                  <a:pt x="1742050" y="55414"/>
                </a:moveTo>
                <a:lnTo>
                  <a:pt x="1742065" y="55508"/>
                </a:lnTo>
                <a:lnTo>
                  <a:pt x="1742082" y="55609"/>
                </a:lnTo>
                <a:lnTo>
                  <a:pt x="1742099" y="55715"/>
                </a:lnTo>
                <a:lnTo>
                  <a:pt x="1742116" y="55828"/>
                </a:lnTo>
                <a:lnTo>
                  <a:pt x="1742134" y="55946"/>
                </a:lnTo>
                <a:lnTo>
                  <a:pt x="1742153" y="56071"/>
                </a:lnTo>
                <a:lnTo>
                  <a:pt x="1742172" y="56202"/>
                </a:lnTo>
                <a:lnTo>
                  <a:pt x="1742192" y="56339"/>
                </a:lnTo>
                <a:lnTo>
                  <a:pt x="1742212" y="56483"/>
                </a:lnTo>
                <a:lnTo>
                  <a:pt x="1742233" y="56632"/>
                </a:lnTo>
                <a:lnTo>
                  <a:pt x="1742254" y="56787"/>
                </a:lnTo>
                <a:lnTo>
                  <a:pt x="1742276" y="56949"/>
                </a:lnTo>
                <a:lnTo>
                  <a:pt x="1742299" y="57117"/>
                </a:lnTo>
                <a:lnTo>
                  <a:pt x="1742322" y="57290"/>
                </a:lnTo>
                <a:lnTo>
                  <a:pt x="1742346" y="57470"/>
                </a:lnTo>
                <a:lnTo>
                  <a:pt x="1742370" y="57656"/>
                </a:lnTo>
                <a:lnTo>
                  <a:pt x="1742395" y="57849"/>
                </a:lnTo>
                <a:lnTo>
                  <a:pt x="1742420" y="58047"/>
                </a:lnTo>
                <a:lnTo>
                  <a:pt x="1742446" y="58251"/>
                </a:lnTo>
                <a:lnTo>
                  <a:pt x="1742472" y="58462"/>
                </a:lnTo>
                <a:lnTo>
                  <a:pt x="1757208" y="58462"/>
                </a:lnTo>
                <a:lnTo>
                  <a:pt x="1757208" y="56540"/>
                </a:lnTo>
                <a:lnTo>
                  <a:pt x="1757216" y="56011"/>
                </a:lnTo>
                <a:lnTo>
                  <a:pt x="1757240" y="55492"/>
                </a:lnTo>
                <a:lnTo>
                  <a:pt x="1757280" y="54983"/>
                </a:lnTo>
                <a:lnTo>
                  <a:pt x="1757337" y="54484"/>
                </a:lnTo>
                <a:lnTo>
                  <a:pt x="1757409" y="53995"/>
                </a:lnTo>
                <a:lnTo>
                  <a:pt x="1757498" y="53516"/>
                </a:lnTo>
                <a:lnTo>
                  <a:pt x="1757603" y="53048"/>
                </a:lnTo>
                <a:lnTo>
                  <a:pt x="1757724" y="52589"/>
                </a:lnTo>
                <a:lnTo>
                  <a:pt x="1757861" y="52140"/>
                </a:lnTo>
                <a:lnTo>
                  <a:pt x="1758014" y="51701"/>
                </a:lnTo>
                <a:lnTo>
                  <a:pt x="1758183" y="51272"/>
                </a:lnTo>
                <a:lnTo>
                  <a:pt x="1758369" y="50854"/>
                </a:lnTo>
                <a:lnTo>
                  <a:pt x="1758571" y="50445"/>
                </a:lnTo>
                <a:lnTo>
                  <a:pt x="1758788" y="50046"/>
                </a:lnTo>
                <a:lnTo>
                  <a:pt x="1759022" y="49657"/>
                </a:lnTo>
                <a:lnTo>
                  <a:pt x="1759272" y="49279"/>
                </a:lnTo>
                <a:lnTo>
                  <a:pt x="1759538" y="48910"/>
                </a:lnTo>
                <a:lnTo>
                  <a:pt x="1759820" y="48551"/>
                </a:lnTo>
                <a:lnTo>
                  <a:pt x="1760119" y="48202"/>
                </a:lnTo>
                <a:lnTo>
                  <a:pt x="1760433" y="47864"/>
                </a:lnTo>
                <a:lnTo>
                  <a:pt x="1760764" y="47535"/>
                </a:lnTo>
                <a:lnTo>
                  <a:pt x="1761111" y="47216"/>
                </a:lnTo>
                <a:lnTo>
                  <a:pt x="1761474" y="46908"/>
                </a:lnTo>
                <a:lnTo>
                  <a:pt x="1761853" y="46609"/>
                </a:lnTo>
                <a:lnTo>
                  <a:pt x="1762246" y="46322"/>
                </a:lnTo>
                <a:lnTo>
                  <a:pt x="1762653" y="46046"/>
                </a:lnTo>
                <a:lnTo>
                  <a:pt x="1763074" y="45783"/>
                </a:lnTo>
                <a:lnTo>
                  <a:pt x="1763508" y="45532"/>
                </a:lnTo>
                <a:lnTo>
                  <a:pt x="1763955" y="45294"/>
                </a:lnTo>
                <a:lnTo>
                  <a:pt x="1764415" y="45068"/>
                </a:lnTo>
                <a:lnTo>
                  <a:pt x="1764889" y="44853"/>
                </a:lnTo>
                <a:lnTo>
                  <a:pt x="1765376" y="44652"/>
                </a:lnTo>
                <a:lnTo>
                  <a:pt x="1765877" y="44462"/>
                </a:lnTo>
                <a:lnTo>
                  <a:pt x="1766391" y="44284"/>
                </a:lnTo>
                <a:lnTo>
                  <a:pt x="1766918" y="44119"/>
                </a:lnTo>
                <a:lnTo>
                  <a:pt x="1767459" y="43966"/>
                </a:lnTo>
                <a:lnTo>
                  <a:pt x="1768012" y="43826"/>
                </a:lnTo>
                <a:lnTo>
                  <a:pt x="1768580" y="43697"/>
                </a:lnTo>
                <a:lnTo>
                  <a:pt x="1769160" y="43581"/>
                </a:lnTo>
                <a:lnTo>
                  <a:pt x="1769754" y="43477"/>
                </a:lnTo>
                <a:lnTo>
                  <a:pt x="1770362" y="43385"/>
                </a:lnTo>
                <a:lnTo>
                  <a:pt x="1770982" y="43306"/>
                </a:lnTo>
                <a:lnTo>
                  <a:pt x="1771616" y="43238"/>
                </a:lnTo>
                <a:lnTo>
                  <a:pt x="1772264" y="43183"/>
                </a:lnTo>
                <a:lnTo>
                  <a:pt x="1772924" y="43140"/>
                </a:lnTo>
                <a:lnTo>
                  <a:pt x="1773598" y="43110"/>
                </a:lnTo>
                <a:lnTo>
                  <a:pt x="1774286" y="43092"/>
                </a:lnTo>
                <a:lnTo>
                  <a:pt x="1774986" y="43085"/>
                </a:lnTo>
                <a:lnTo>
                  <a:pt x="1775751" y="43092"/>
                </a:lnTo>
                <a:lnTo>
                  <a:pt x="1776497" y="43110"/>
                </a:lnTo>
                <a:lnTo>
                  <a:pt x="1777224" y="43140"/>
                </a:lnTo>
                <a:lnTo>
                  <a:pt x="1777932" y="43183"/>
                </a:lnTo>
                <a:lnTo>
                  <a:pt x="1778621" y="43238"/>
                </a:lnTo>
                <a:lnTo>
                  <a:pt x="1779291" y="43306"/>
                </a:lnTo>
                <a:lnTo>
                  <a:pt x="1779942" y="43385"/>
                </a:lnTo>
                <a:lnTo>
                  <a:pt x="1780575" y="43477"/>
                </a:lnTo>
                <a:lnTo>
                  <a:pt x="1781188" y="43581"/>
                </a:lnTo>
                <a:lnTo>
                  <a:pt x="1781783" y="43697"/>
                </a:lnTo>
                <a:lnTo>
                  <a:pt x="1782358" y="43826"/>
                </a:lnTo>
                <a:lnTo>
                  <a:pt x="1782915" y="43966"/>
                </a:lnTo>
                <a:lnTo>
                  <a:pt x="1783453" y="44119"/>
                </a:lnTo>
                <a:lnTo>
                  <a:pt x="1783971" y="44284"/>
                </a:lnTo>
                <a:lnTo>
                  <a:pt x="1784471" y="44462"/>
                </a:lnTo>
                <a:lnTo>
                  <a:pt x="1784953" y="44652"/>
                </a:lnTo>
                <a:lnTo>
                  <a:pt x="1785415" y="44853"/>
                </a:lnTo>
                <a:lnTo>
                  <a:pt x="1785858" y="45068"/>
                </a:lnTo>
                <a:lnTo>
                  <a:pt x="1786282" y="45294"/>
                </a:lnTo>
                <a:lnTo>
                  <a:pt x="1786688" y="45532"/>
                </a:lnTo>
                <a:lnTo>
                  <a:pt x="1787074" y="45783"/>
                </a:lnTo>
                <a:lnTo>
                  <a:pt x="1787442" y="46046"/>
                </a:lnTo>
                <a:lnTo>
                  <a:pt x="1787791" y="46322"/>
                </a:lnTo>
                <a:lnTo>
                  <a:pt x="1788120" y="46609"/>
                </a:lnTo>
                <a:lnTo>
                  <a:pt x="1788447" y="46910"/>
                </a:lnTo>
                <a:lnTo>
                  <a:pt x="1788760" y="47225"/>
                </a:lnTo>
                <a:lnTo>
                  <a:pt x="1789059" y="47555"/>
                </a:lnTo>
                <a:lnTo>
                  <a:pt x="1789344" y="47899"/>
                </a:lnTo>
                <a:lnTo>
                  <a:pt x="1789615" y="48258"/>
                </a:lnTo>
                <a:lnTo>
                  <a:pt x="1789872" y="48631"/>
                </a:lnTo>
                <a:lnTo>
                  <a:pt x="1790115" y="49019"/>
                </a:lnTo>
                <a:lnTo>
                  <a:pt x="1790345" y="49421"/>
                </a:lnTo>
                <a:lnTo>
                  <a:pt x="1790560" y="49838"/>
                </a:lnTo>
                <a:lnTo>
                  <a:pt x="1790762" y="50269"/>
                </a:lnTo>
                <a:lnTo>
                  <a:pt x="1790950" y="50714"/>
                </a:lnTo>
                <a:lnTo>
                  <a:pt x="1791123" y="51174"/>
                </a:lnTo>
                <a:lnTo>
                  <a:pt x="1791283" y="51648"/>
                </a:lnTo>
                <a:lnTo>
                  <a:pt x="1791429" y="52137"/>
                </a:lnTo>
                <a:lnTo>
                  <a:pt x="1791561" y="52640"/>
                </a:lnTo>
                <a:lnTo>
                  <a:pt x="1791680" y="53158"/>
                </a:lnTo>
                <a:lnTo>
                  <a:pt x="1791784" y="53690"/>
                </a:lnTo>
                <a:lnTo>
                  <a:pt x="1791874" y="54237"/>
                </a:lnTo>
                <a:lnTo>
                  <a:pt x="1791951" y="54798"/>
                </a:lnTo>
                <a:lnTo>
                  <a:pt x="1792013" y="55374"/>
                </a:lnTo>
                <a:lnTo>
                  <a:pt x="1792062" y="55964"/>
                </a:lnTo>
                <a:lnTo>
                  <a:pt x="1792097" y="56569"/>
                </a:lnTo>
                <a:lnTo>
                  <a:pt x="1792118" y="57188"/>
                </a:lnTo>
                <a:lnTo>
                  <a:pt x="1792125" y="57821"/>
                </a:lnTo>
                <a:lnTo>
                  <a:pt x="1792125" y="66790"/>
                </a:lnTo>
                <a:lnTo>
                  <a:pt x="1790549" y="66795"/>
                </a:lnTo>
                <a:lnTo>
                  <a:pt x="1788999" y="66809"/>
                </a:lnTo>
                <a:lnTo>
                  <a:pt x="1787475" y="66833"/>
                </a:lnTo>
                <a:lnTo>
                  <a:pt x="1785976" y="66866"/>
                </a:lnTo>
                <a:lnTo>
                  <a:pt x="1784503" y="66909"/>
                </a:lnTo>
                <a:lnTo>
                  <a:pt x="1783055" y="66961"/>
                </a:lnTo>
                <a:lnTo>
                  <a:pt x="1781633" y="67022"/>
                </a:lnTo>
                <a:lnTo>
                  <a:pt x="1780237" y="67093"/>
                </a:lnTo>
                <a:lnTo>
                  <a:pt x="1778866" y="67173"/>
                </a:lnTo>
                <a:lnTo>
                  <a:pt x="1777520" y="67263"/>
                </a:lnTo>
                <a:lnTo>
                  <a:pt x="1776201" y="67362"/>
                </a:lnTo>
                <a:lnTo>
                  <a:pt x="1774906" y="67471"/>
                </a:lnTo>
                <a:lnTo>
                  <a:pt x="1773638" y="67589"/>
                </a:lnTo>
                <a:lnTo>
                  <a:pt x="1772395" y="67717"/>
                </a:lnTo>
                <a:lnTo>
                  <a:pt x="1771177" y="67854"/>
                </a:lnTo>
                <a:lnTo>
                  <a:pt x="1769986" y="68001"/>
                </a:lnTo>
                <a:lnTo>
                  <a:pt x="1768819" y="68157"/>
                </a:lnTo>
                <a:lnTo>
                  <a:pt x="1767679" y="68322"/>
                </a:lnTo>
                <a:lnTo>
                  <a:pt x="1766564" y="68497"/>
                </a:lnTo>
                <a:lnTo>
                  <a:pt x="1765474" y="68681"/>
                </a:lnTo>
                <a:lnTo>
                  <a:pt x="1764410" y="68875"/>
                </a:lnTo>
                <a:lnTo>
                  <a:pt x="1763372" y="69078"/>
                </a:lnTo>
                <a:lnTo>
                  <a:pt x="1762359" y="69291"/>
                </a:lnTo>
                <a:lnTo>
                  <a:pt x="1761372" y="69513"/>
                </a:lnTo>
                <a:lnTo>
                  <a:pt x="1760422" y="69746"/>
                </a:lnTo>
                <a:lnTo>
                  <a:pt x="1759493" y="69989"/>
                </a:lnTo>
                <a:lnTo>
                  <a:pt x="1758587" y="70244"/>
                </a:lnTo>
                <a:lnTo>
                  <a:pt x="1757702" y="70510"/>
                </a:lnTo>
                <a:lnTo>
                  <a:pt x="1756838" y="70787"/>
                </a:lnTo>
                <a:lnTo>
                  <a:pt x="1755996" y="71075"/>
                </a:lnTo>
                <a:lnTo>
                  <a:pt x="1755176" y="71374"/>
                </a:lnTo>
                <a:lnTo>
                  <a:pt x="1754378" y="71684"/>
                </a:lnTo>
                <a:lnTo>
                  <a:pt x="1753601" y="72006"/>
                </a:lnTo>
                <a:lnTo>
                  <a:pt x="1752846" y="72338"/>
                </a:lnTo>
                <a:lnTo>
                  <a:pt x="1752113" y="72682"/>
                </a:lnTo>
                <a:lnTo>
                  <a:pt x="1751402" y="73037"/>
                </a:lnTo>
                <a:lnTo>
                  <a:pt x="1750712" y="73403"/>
                </a:lnTo>
                <a:lnTo>
                  <a:pt x="1750044" y="73780"/>
                </a:lnTo>
                <a:lnTo>
                  <a:pt x="1749397" y="74168"/>
                </a:lnTo>
                <a:lnTo>
                  <a:pt x="1748772" y="74568"/>
                </a:lnTo>
                <a:lnTo>
                  <a:pt x="1748169" y="74978"/>
                </a:lnTo>
                <a:lnTo>
                  <a:pt x="1747588" y="75400"/>
                </a:lnTo>
                <a:lnTo>
                  <a:pt x="1747028" y="75832"/>
                </a:lnTo>
                <a:lnTo>
                  <a:pt x="1746490" y="76276"/>
                </a:lnTo>
                <a:lnTo>
                  <a:pt x="1745973" y="76731"/>
                </a:lnTo>
                <a:lnTo>
                  <a:pt x="1745479" y="77197"/>
                </a:lnTo>
                <a:lnTo>
                  <a:pt x="1745006" y="77674"/>
                </a:lnTo>
                <a:lnTo>
                  <a:pt x="1744554" y="78162"/>
                </a:lnTo>
                <a:lnTo>
                  <a:pt x="1744136" y="78650"/>
                </a:lnTo>
                <a:lnTo>
                  <a:pt x="1743736" y="79150"/>
                </a:lnTo>
                <a:lnTo>
                  <a:pt x="1743353" y="79664"/>
                </a:lnTo>
                <a:lnTo>
                  <a:pt x="1742988" y="80191"/>
                </a:lnTo>
                <a:lnTo>
                  <a:pt x="1742641" y="80732"/>
                </a:lnTo>
                <a:lnTo>
                  <a:pt x="1742312" y="81286"/>
                </a:lnTo>
                <a:lnTo>
                  <a:pt x="1742001" y="81853"/>
                </a:lnTo>
                <a:lnTo>
                  <a:pt x="1741707" y="82434"/>
                </a:lnTo>
                <a:lnTo>
                  <a:pt x="1741431" y="83028"/>
                </a:lnTo>
                <a:lnTo>
                  <a:pt x="1741173" y="83635"/>
                </a:lnTo>
                <a:lnTo>
                  <a:pt x="1740933" y="84256"/>
                </a:lnTo>
                <a:lnTo>
                  <a:pt x="1740710" y="84890"/>
                </a:lnTo>
                <a:lnTo>
                  <a:pt x="1740506" y="85537"/>
                </a:lnTo>
                <a:lnTo>
                  <a:pt x="1740319" y="86198"/>
                </a:lnTo>
                <a:lnTo>
                  <a:pt x="1740150" y="86872"/>
                </a:lnTo>
                <a:lnTo>
                  <a:pt x="1739998" y="87559"/>
                </a:lnTo>
                <a:lnTo>
                  <a:pt x="1739865" y="88260"/>
                </a:lnTo>
                <a:lnTo>
                  <a:pt x="1739749" y="88974"/>
                </a:lnTo>
                <a:lnTo>
                  <a:pt x="1739651" y="89701"/>
                </a:lnTo>
                <a:lnTo>
                  <a:pt x="1739571" y="90442"/>
                </a:lnTo>
                <a:lnTo>
                  <a:pt x="1739509" y="91196"/>
                </a:lnTo>
                <a:lnTo>
                  <a:pt x="1739465" y="91964"/>
                </a:lnTo>
                <a:lnTo>
                  <a:pt x="1739438" y="92744"/>
                </a:lnTo>
                <a:lnTo>
                  <a:pt x="1739429" y="93539"/>
                </a:lnTo>
                <a:lnTo>
                  <a:pt x="1739441" y="94490"/>
                </a:lnTo>
                <a:lnTo>
                  <a:pt x="1739476" y="95422"/>
                </a:lnTo>
                <a:lnTo>
                  <a:pt x="1739534" y="96334"/>
                </a:lnTo>
                <a:lnTo>
                  <a:pt x="1739616" y="97227"/>
                </a:lnTo>
                <a:lnTo>
                  <a:pt x="1739721" y="98100"/>
                </a:lnTo>
                <a:lnTo>
                  <a:pt x="1739849" y="98954"/>
                </a:lnTo>
                <a:lnTo>
                  <a:pt x="1740001" y="99789"/>
                </a:lnTo>
                <a:lnTo>
                  <a:pt x="1740176" y="100604"/>
                </a:lnTo>
                <a:lnTo>
                  <a:pt x="1740375" y="101399"/>
                </a:lnTo>
                <a:lnTo>
                  <a:pt x="1740597" y="102176"/>
                </a:lnTo>
                <a:lnTo>
                  <a:pt x="1740842" y="102932"/>
                </a:lnTo>
                <a:lnTo>
                  <a:pt x="1741111" y="103669"/>
                </a:lnTo>
                <a:lnTo>
                  <a:pt x="1741403" y="104387"/>
                </a:lnTo>
                <a:lnTo>
                  <a:pt x="1741718" y="105085"/>
                </a:lnTo>
                <a:lnTo>
                  <a:pt x="1742057" y="105764"/>
                </a:lnTo>
                <a:lnTo>
                  <a:pt x="1742419" y="106423"/>
                </a:lnTo>
                <a:lnTo>
                  <a:pt x="1742804" y="107063"/>
                </a:lnTo>
                <a:lnTo>
                  <a:pt x="1743213" y="107684"/>
                </a:lnTo>
                <a:lnTo>
                  <a:pt x="1743645" y="108284"/>
                </a:lnTo>
                <a:lnTo>
                  <a:pt x="1744101" y="108866"/>
                </a:lnTo>
                <a:lnTo>
                  <a:pt x="1744579" y="109428"/>
                </a:lnTo>
                <a:lnTo>
                  <a:pt x="1745082" y="109970"/>
                </a:lnTo>
                <a:lnTo>
                  <a:pt x="1745607" y="110493"/>
                </a:lnTo>
                <a:lnTo>
                  <a:pt x="1746156" y="110997"/>
                </a:lnTo>
                <a:lnTo>
                  <a:pt x="1746740" y="111481"/>
                </a:lnTo>
                <a:lnTo>
                  <a:pt x="1747344" y="111944"/>
                </a:lnTo>
                <a:lnTo>
                  <a:pt x="1747968" y="112386"/>
                </a:lnTo>
                <a:lnTo>
                  <a:pt x="1748612" y="112808"/>
                </a:lnTo>
                <a:lnTo>
                  <a:pt x="1749276" y="113209"/>
                </a:lnTo>
                <a:lnTo>
                  <a:pt x="1749960" y="113590"/>
                </a:lnTo>
                <a:lnTo>
                  <a:pt x="1750664" y="113950"/>
                </a:lnTo>
                <a:lnTo>
                  <a:pt x="1751388" y="114289"/>
                </a:lnTo>
                <a:lnTo>
                  <a:pt x="1752132" y="114608"/>
                </a:lnTo>
                <a:lnTo>
                  <a:pt x="1752897" y="114907"/>
                </a:lnTo>
                <a:lnTo>
                  <a:pt x="1753681" y="115184"/>
                </a:lnTo>
                <a:lnTo>
                  <a:pt x="1754485" y="115442"/>
                </a:lnTo>
                <a:lnTo>
                  <a:pt x="1755309" y="115678"/>
                </a:lnTo>
                <a:lnTo>
                  <a:pt x="1756153" y="115894"/>
                </a:lnTo>
                <a:lnTo>
                  <a:pt x="1757018" y="116090"/>
                </a:lnTo>
                <a:lnTo>
                  <a:pt x="1757902" y="116265"/>
                </a:lnTo>
                <a:lnTo>
                  <a:pt x="1758806" y="116419"/>
                </a:lnTo>
                <a:lnTo>
                  <a:pt x="1759730" y="116553"/>
                </a:lnTo>
                <a:lnTo>
                  <a:pt x="1760675" y="116666"/>
                </a:lnTo>
                <a:lnTo>
                  <a:pt x="1761639" y="116759"/>
                </a:lnTo>
                <a:lnTo>
                  <a:pt x="1762623" y="116831"/>
                </a:lnTo>
                <a:lnTo>
                  <a:pt x="1763628" y="116882"/>
                </a:lnTo>
                <a:lnTo>
                  <a:pt x="1764652" y="116913"/>
                </a:lnTo>
                <a:lnTo>
                  <a:pt x="1765697" y="116923"/>
                </a:lnTo>
                <a:lnTo>
                  <a:pt x="1766176" y="116921"/>
                </a:lnTo>
                <a:lnTo>
                  <a:pt x="1766654" y="116914"/>
                </a:lnTo>
                <a:lnTo>
                  <a:pt x="1767131" y="116903"/>
                </a:lnTo>
                <a:lnTo>
                  <a:pt x="1767605" y="116888"/>
                </a:lnTo>
                <a:lnTo>
                  <a:pt x="1768078" y="116868"/>
                </a:lnTo>
                <a:lnTo>
                  <a:pt x="1768550" y="116843"/>
                </a:lnTo>
                <a:lnTo>
                  <a:pt x="1769019" y="116814"/>
                </a:lnTo>
                <a:lnTo>
                  <a:pt x="1769487" y="116781"/>
                </a:lnTo>
                <a:lnTo>
                  <a:pt x="1769954" y="116743"/>
                </a:lnTo>
                <a:lnTo>
                  <a:pt x="1770418" y="116701"/>
                </a:lnTo>
                <a:lnTo>
                  <a:pt x="1770881" y="116654"/>
                </a:lnTo>
                <a:lnTo>
                  <a:pt x="1771343" y="116603"/>
                </a:lnTo>
                <a:lnTo>
                  <a:pt x="1771802" y="116547"/>
                </a:lnTo>
                <a:lnTo>
                  <a:pt x="1772260" y="116487"/>
                </a:lnTo>
                <a:lnTo>
                  <a:pt x="1772717" y="116423"/>
                </a:lnTo>
                <a:lnTo>
                  <a:pt x="1773171" y="116354"/>
                </a:lnTo>
                <a:lnTo>
                  <a:pt x="1773624" y="116280"/>
                </a:lnTo>
                <a:lnTo>
                  <a:pt x="1774075" y="116203"/>
                </a:lnTo>
                <a:lnTo>
                  <a:pt x="1774525" y="116120"/>
                </a:lnTo>
                <a:lnTo>
                  <a:pt x="1774973" y="116033"/>
                </a:lnTo>
                <a:lnTo>
                  <a:pt x="1775419" y="115942"/>
                </a:lnTo>
                <a:lnTo>
                  <a:pt x="1775864" y="115847"/>
                </a:lnTo>
                <a:lnTo>
                  <a:pt x="1776307" y="115746"/>
                </a:lnTo>
                <a:lnTo>
                  <a:pt x="1776748" y="115642"/>
                </a:lnTo>
                <a:lnTo>
                  <a:pt x="1777187" y="115545"/>
                </a:lnTo>
                <a:lnTo>
                  <a:pt x="1777623" y="115443"/>
                </a:lnTo>
                <a:lnTo>
                  <a:pt x="1778055" y="115334"/>
                </a:lnTo>
                <a:lnTo>
                  <a:pt x="1778483" y="115219"/>
                </a:lnTo>
                <a:lnTo>
                  <a:pt x="1778909" y="115098"/>
                </a:lnTo>
                <a:lnTo>
                  <a:pt x="1779331" y="114971"/>
                </a:lnTo>
                <a:lnTo>
                  <a:pt x="1779750" y="114838"/>
                </a:lnTo>
                <a:lnTo>
                  <a:pt x="1780165" y="114699"/>
                </a:lnTo>
                <a:lnTo>
                  <a:pt x="1780577" y="114553"/>
                </a:lnTo>
                <a:lnTo>
                  <a:pt x="1780986" y="114402"/>
                </a:lnTo>
                <a:lnTo>
                  <a:pt x="1781392" y="114244"/>
                </a:lnTo>
                <a:lnTo>
                  <a:pt x="1781794" y="114080"/>
                </a:lnTo>
                <a:lnTo>
                  <a:pt x="1782192" y="113910"/>
                </a:lnTo>
                <a:lnTo>
                  <a:pt x="1782588" y="113734"/>
                </a:lnTo>
                <a:lnTo>
                  <a:pt x="1782980" y="113552"/>
                </a:lnTo>
                <a:lnTo>
                  <a:pt x="1783369" y="113364"/>
                </a:lnTo>
                <a:lnTo>
                  <a:pt x="1783754" y="113170"/>
                </a:lnTo>
                <a:lnTo>
                  <a:pt x="1784136" y="112969"/>
                </a:lnTo>
                <a:lnTo>
                  <a:pt x="1784515" y="112763"/>
                </a:lnTo>
                <a:lnTo>
                  <a:pt x="1784890" y="112550"/>
                </a:lnTo>
                <a:lnTo>
                  <a:pt x="1785262" y="112331"/>
                </a:lnTo>
                <a:lnTo>
                  <a:pt x="1785631" y="112106"/>
                </a:lnTo>
                <a:lnTo>
                  <a:pt x="1785996" y="111875"/>
                </a:lnTo>
                <a:lnTo>
                  <a:pt x="1786358" y="111638"/>
                </a:lnTo>
                <a:lnTo>
                  <a:pt x="1786716" y="111381"/>
                </a:lnTo>
                <a:lnTo>
                  <a:pt x="1787068" y="111117"/>
                </a:lnTo>
                <a:lnTo>
                  <a:pt x="1787415" y="110847"/>
                </a:lnTo>
                <a:lnTo>
                  <a:pt x="1787755" y="110570"/>
                </a:lnTo>
                <a:lnTo>
                  <a:pt x="1788091" y="110286"/>
                </a:lnTo>
                <a:lnTo>
                  <a:pt x="1788421" y="109996"/>
                </a:lnTo>
                <a:lnTo>
                  <a:pt x="1788745" y="109699"/>
                </a:lnTo>
                <a:lnTo>
                  <a:pt x="1789064" y="109395"/>
                </a:lnTo>
                <a:lnTo>
                  <a:pt x="1789377" y="109085"/>
                </a:lnTo>
                <a:lnTo>
                  <a:pt x="1789684" y="108768"/>
                </a:lnTo>
                <a:lnTo>
                  <a:pt x="1789986" y="108444"/>
                </a:lnTo>
                <a:lnTo>
                  <a:pt x="1790283" y="108114"/>
                </a:lnTo>
                <a:lnTo>
                  <a:pt x="1790573" y="107777"/>
                </a:lnTo>
                <a:lnTo>
                  <a:pt x="1790859" y="107433"/>
                </a:lnTo>
                <a:lnTo>
                  <a:pt x="1791138" y="107083"/>
                </a:lnTo>
                <a:lnTo>
                  <a:pt x="1791413" y="106726"/>
                </a:lnTo>
                <a:lnTo>
                  <a:pt x="1791681" y="106362"/>
                </a:lnTo>
                <a:lnTo>
                  <a:pt x="1791944" y="105992"/>
                </a:lnTo>
                <a:lnTo>
                  <a:pt x="1792202" y="105615"/>
                </a:lnTo>
                <a:lnTo>
                  <a:pt x="1792454" y="105231"/>
                </a:lnTo>
                <a:lnTo>
                  <a:pt x="1792700" y="104841"/>
                </a:lnTo>
                <a:lnTo>
                  <a:pt x="1792941" y="104443"/>
                </a:lnTo>
                <a:lnTo>
                  <a:pt x="1793176" y="104040"/>
                </a:lnTo>
                <a:lnTo>
                  <a:pt x="1793406" y="103629"/>
                </a:lnTo>
                <a:lnTo>
                  <a:pt x="1793448" y="104053"/>
                </a:lnTo>
                <a:lnTo>
                  <a:pt x="1793493" y="104468"/>
                </a:lnTo>
                <a:lnTo>
                  <a:pt x="1793541" y="104876"/>
                </a:lnTo>
                <a:lnTo>
                  <a:pt x="1793593" y="105275"/>
                </a:lnTo>
                <a:lnTo>
                  <a:pt x="1793648" y="105668"/>
                </a:lnTo>
                <a:lnTo>
                  <a:pt x="1793706" y="106052"/>
                </a:lnTo>
                <a:lnTo>
                  <a:pt x="1793768" y="106428"/>
                </a:lnTo>
                <a:lnTo>
                  <a:pt x="1793833" y="106797"/>
                </a:lnTo>
                <a:lnTo>
                  <a:pt x="1793901" y="107158"/>
                </a:lnTo>
                <a:lnTo>
                  <a:pt x="1793973" y="107511"/>
                </a:lnTo>
                <a:lnTo>
                  <a:pt x="1794048" y="107857"/>
                </a:lnTo>
                <a:lnTo>
                  <a:pt x="1794127" y="108194"/>
                </a:lnTo>
                <a:lnTo>
                  <a:pt x="1794208" y="108524"/>
                </a:lnTo>
                <a:lnTo>
                  <a:pt x="1794293" y="108846"/>
                </a:lnTo>
                <a:lnTo>
                  <a:pt x="1794382" y="109160"/>
                </a:lnTo>
                <a:lnTo>
                  <a:pt x="1794474" y="109467"/>
                </a:lnTo>
                <a:lnTo>
                  <a:pt x="1794569" y="109765"/>
                </a:lnTo>
                <a:lnTo>
                  <a:pt x="1794667" y="110056"/>
                </a:lnTo>
                <a:lnTo>
                  <a:pt x="1794769" y="110339"/>
                </a:lnTo>
                <a:lnTo>
                  <a:pt x="1794874" y="110614"/>
                </a:lnTo>
                <a:lnTo>
                  <a:pt x="1794983" y="110882"/>
                </a:lnTo>
                <a:lnTo>
                  <a:pt x="1795094" y="111142"/>
                </a:lnTo>
                <a:lnTo>
                  <a:pt x="1795209" y="111394"/>
                </a:lnTo>
                <a:lnTo>
                  <a:pt x="1795328" y="111638"/>
                </a:lnTo>
                <a:lnTo>
                  <a:pt x="1795451" y="111875"/>
                </a:lnTo>
                <a:lnTo>
                  <a:pt x="1795579" y="112106"/>
                </a:lnTo>
                <a:lnTo>
                  <a:pt x="1795713" y="112331"/>
                </a:lnTo>
                <a:lnTo>
                  <a:pt x="1795853" y="112550"/>
                </a:lnTo>
                <a:lnTo>
                  <a:pt x="1795998" y="112763"/>
                </a:lnTo>
                <a:lnTo>
                  <a:pt x="1796149" y="112969"/>
                </a:lnTo>
                <a:lnTo>
                  <a:pt x="1796305" y="113170"/>
                </a:lnTo>
                <a:lnTo>
                  <a:pt x="1796467" y="113364"/>
                </a:lnTo>
                <a:lnTo>
                  <a:pt x="1796634" y="113552"/>
                </a:lnTo>
                <a:lnTo>
                  <a:pt x="1796807" y="113734"/>
                </a:lnTo>
                <a:lnTo>
                  <a:pt x="1796986" y="113910"/>
                </a:lnTo>
                <a:lnTo>
                  <a:pt x="1797170" y="114080"/>
                </a:lnTo>
                <a:lnTo>
                  <a:pt x="1797359" y="114244"/>
                </a:lnTo>
                <a:lnTo>
                  <a:pt x="1797555" y="114402"/>
                </a:lnTo>
                <a:lnTo>
                  <a:pt x="1797755" y="114553"/>
                </a:lnTo>
                <a:lnTo>
                  <a:pt x="1797962" y="114699"/>
                </a:lnTo>
                <a:lnTo>
                  <a:pt x="1798174" y="114838"/>
                </a:lnTo>
                <a:lnTo>
                  <a:pt x="1798391" y="114971"/>
                </a:lnTo>
                <a:lnTo>
                  <a:pt x="1798614" y="115098"/>
                </a:lnTo>
                <a:lnTo>
                  <a:pt x="1798843" y="115219"/>
                </a:lnTo>
                <a:lnTo>
                  <a:pt x="1799077" y="115334"/>
                </a:lnTo>
                <a:lnTo>
                  <a:pt x="1799317" y="115443"/>
                </a:lnTo>
                <a:lnTo>
                  <a:pt x="1799562" y="115545"/>
                </a:lnTo>
                <a:lnTo>
                  <a:pt x="1799813" y="115642"/>
                </a:lnTo>
                <a:lnTo>
                  <a:pt x="1800069" y="115746"/>
                </a:lnTo>
                <a:lnTo>
                  <a:pt x="1800332" y="115847"/>
                </a:lnTo>
                <a:lnTo>
                  <a:pt x="1800601" y="115942"/>
                </a:lnTo>
                <a:lnTo>
                  <a:pt x="1800876" y="116033"/>
                </a:lnTo>
                <a:lnTo>
                  <a:pt x="1801157" y="116120"/>
                </a:lnTo>
                <a:lnTo>
                  <a:pt x="1801444" y="116203"/>
                </a:lnTo>
                <a:lnTo>
                  <a:pt x="1801738" y="116280"/>
                </a:lnTo>
                <a:lnTo>
                  <a:pt x="1802037" y="116354"/>
                </a:lnTo>
                <a:lnTo>
                  <a:pt x="1802343" y="116423"/>
                </a:lnTo>
                <a:lnTo>
                  <a:pt x="1802655" y="116487"/>
                </a:lnTo>
                <a:lnTo>
                  <a:pt x="1802972" y="116547"/>
                </a:lnTo>
                <a:lnTo>
                  <a:pt x="1803296" y="116603"/>
                </a:lnTo>
                <a:lnTo>
                  <a:pt x="1803626" y="116654"/>
                </a:lnTo>
                <a:lnTo>
                  <a:pt x="1803963" y="116701"/>
                </a:lnTo>
                <a:lnTo>
                  <a:pt x="1804305" y="116743"/>
                </a:lnTo>
                <a:lnTo>
                  <a:pt x="1804653" y="116781"/>
                </a:lnTo>
                <a:lnTo>
                  <a:pt x="1805008" y="116814"/>
                </a:lnTo>
                <a:lnTo>
                  <a:pt x="1805368" y="116843"/>
                </a:lnTo>
                <a:lnTo>
                  <a:pt x="1805735" y="116868"/>
                </a:lnTo>
                <a:lnTo>
                  <a:pt x="1806108" y="116888"/>
                </a:lnTo>
                <a:lnTo>
                  <a:pt x="1806487" y="116903"/>
                </a:lnTo>
                <a:lnTo>
                  <a:pt x="1806872" y="116914"/>
                </a:lnTo>
                <a:lnTo>
                  <a:pt x="1807264" y="116921"/>
                </a:lnTo>
                <a:lnTo>
                  <a:pt x="1807661" y="116923"/>
                </a:lnTo>
                <a:lnTo>
                  <a:pt x="1807941" y="116922"/>
                </a:lnTo>
                <a:lnTo>
                  <a:pt x="1808219" y="116918"/>
                </a:lnTo>
                <a:lnTo>
                  <a:pt x="1808497" y="116911"/>
                </a:lnTo>
                <a:lnTo>
                  <a:pt x="1808773" y="116901"/>
                </a:lnTo>
                <a:lnTo>
                  <a:pt x="1809048" y="116889"/>
                </a:lnTo>
                <a:lnTo>
                  <a:pt x="1809323" y="116873"/>
                </a:lnTo>
                <a:lnTo>
                  <a:pt x="1809596" y="116855"/>
                </a:lnTo>
                <a:lnTo>
                  <a:pt x="1809868" y="116834"/>
                </a:lnTo>
                <a:lnTo>
                  <a:pt x="1810139" y="116811"/>
                </a:lnTo>
                <a:lnTo>
                  <a:pt x="1810408" y="116784"/>
                </a:lnTo>
                <a:lnTo>
                  <a:pt x="1810677" y="116755"/>
                </a:lnTo>
                <a:lnTo>
                  <a:pt x="1810944" y="116723"/>
                </a:lnTo>
                <a:lnTo>
                  <a:pt x="1811211" y="116688"/>
                </a:lnTo>
                <a:lnTo>
                  <a:pt x="1811476" y="116651"/>
                </a:lnTo>
                <a:lnTo>
                  <a:pt x="1811740" y="116610"/>
                </a:lnTo>
                <a:lnTo>
                  <a:pt x="1812003" y="116567"/>
                </a:lnTo>
                <a:lnTo>
                  <a:pt x="1812265" y="116521"/>
                </a:lnTo>
                <a:lnTo>
                  <a:pt x="1812526" y="116473"/>
                </a:lnTo>
                <a:lnTo>
                  <a:pt x="1812786" y="116421"/>
                </a:lnTo>
                <a:lnTo>
                  <a:pt x="1813044" y="116367"/>
                </a:lnTo>
                <a:lnTo>
                  <a:pt x="1813302" y="116310"/>
                </a:lnTo>
                <a:lnTo>
                  <a:pt x="1813558" y="116250"/>
                </a:lnTo>
                <a:lnTo>
                  <a:pt x="1813813" y="116188"/>
                </a:lnTo>
                <a:lnTo>
                  <a:pt x="1814068" y="116122"/>
                </a:lnTo>
                <a:lnTo>
                  <a:pt x="1814320" y="116055"/>
                </a:lnTo>
                <a:lnTo>
                  <a:pt x="1814568" y="115985"/>
                </a:lnTo>
                <a:lnTo>
                  <a:pt x="1814813" y="115912"/>
                </a:lnTo>
                <a:lnTo>
                  <a:pt x="1815055" y="115838"/>
                </a:lnTo>
                <a:lnTo>
                  <a:pt x="1815294" y="115761"/>
                </a:lnTo>
                <a:lnTo>
                  <a:pt x="1815529" y="115682"/>
                </a:lnTo>
                <a:lnTo>
                  <a:pt x="1815761" y="115601"/>
                </a:lnTo>
                <a:lnTo>
                  <a:pt x="1815990" y="115517"/>
                </a:lnTo>
                <a:lnTo>
                  <a:pt x="1816215" y="115432"/>
                </a:lnTo>
                <a:lnTo>
                  <a:pt x="1816437" y="115344"/>
                </a:lnTo>
                <a:lnTo>
                  <a:pt x="1816655" y="115254"/>
                </a:lnTo>
                <a:lnTo>
                  <a:pt x="1816871" y="115161"/>
                </a:lnTo>
                <a:lnTo>
                  <a:pt x="1817083" y="115067"/>
                </a:lnTo>
                <a:lnTo>
                  <a:pt x="1817291" y="114970"/>
                </a:lnTo>
                <a:lnTo>
                  <a:pt x="1817496" y="114871"/>
                </a:lnTo>
                <a:lnTo>
                  <a:pt x="1817698" y="114770"/>
                </a:lnTo>
                <a:lnTo>
                  <a:pt x="1817897" y="114666"/>
                </a:lnTo>
                <a:lnTo>
                  <a:pt x="1818092" y="114561"/>
                </a:lnTo>
                <a:lnTo>
                  <a:pt x="1818284" y="114453"/>
                </a:lnTo>
                <a:lnTo>
                  <a:pt x="1818472" y="114343"/>
                </a:lnTo>
                <a:lnTo>
                  <a:pt x="1818658" y="114230"/>
                </a:lnTo>
                <a:lnTo>
                  <a:pt x="1818839" y="114116"/>
                </a:lnTo>
                <a:lnTo>
                  <a:pt x="1819018" y="113999"/>
                </a:lnTo>
                <a:lnTo>
                  <a:pt x="1819193" y="113880"/>
                </a:lnTo>
                <a:lnTo>
                  <a:pt x="1819193" y="103469"/>
                </a:lnTo>
                <a:lnTo>
                  <a:pt x="1818965" y="103626"/>
                </a:lnTo>
                <a:lnTo>
                  <a:pt x="1818733" y="103776"/>
                </a:lnTo>
                <a:lnTo>
                  <a:pt x="1818497" y="103920"/>
                </a:lnTo>
                <a:lnTo>
                  <a:pt x="1818259" y="104056"/>
                </a:lnTo>
                <a:lnTo>
                  <a:pt x="1818017" y="104187"/>
                </a:lnTo>
                <a:lnTo>
                  <a:pt x="1817772" y="104310"/>
                </a:lnTo>
                <a:lnTo>
                  <a:pt x="1817523" y="104427"/>
                </a:lnTo>
                <a:lnTo>
                  <a:pt x="1817271" y="104537"/>
                </a:lnTo>
                <a:lnTo>
                  <a:pt x="1817016" y="104640"/>
                </a:lnTo>
                <a:lnTo>
                  <a:pt x="1816757" y="104737"/>
                </a:lnTo>
                <a:lnTo>
                  <a:pt x="1816495" y="104827"/>
                </a:lnTo>
                <a:lnTo>
                  <a:pt x="1816230" y="104911"/>
                </a:lnTo>
                <a:lnTo>
                  <a:pt x="1815961" y="104987"/>
                </a:lnTo>
                <a:lnTo>
                  <a:pt x="1815689" y="105057"/>
                </a:lnTo>
                <a:lnTo>
                  <a:pt x="1815414" y="105121"/>
                </a:lnTo>
                <a:lnTo>
                  <a:pt x="1815135" y="105178"/>
                </a:lnTo>
                <a:lnTo>
                  <a:pt x="1814853" y="105228"/>
                </a:lnTo>
                <a:lnTo>
                  <a:pt x="1814568" y="105271"/>
                </a:lnTo>
                <a:lnTo>
                  <a:pt x="1814280" y="105308"/>
                </a:lnTo>
                <a:lnTo>
                  <a:pt x="1813988" y="105338"/>
                </a:lnTo>
                <a:lnTo>
                  <a:pt x="1813692" y="105361"/>
                </a:lnTo>
                <a:lnTo>
                  <a:pt x="1813394" y="105378"/>
                </a:lnTo>
                <a:lnTo>
                  <a:pt x="1813092" y="105388"/>
                </a:lnTo>
                <a:lnTo>
                  <a:pt x="1812786" y="105391"/>
                </a:lnTo>
                <a:lnTo>
                  <a:pt x="1812614" y="105389"/>
                </a:lnTo>
                <a:lnTo>
                  <a:pt x="1812445" y="105383"/>
                </a:lnTo>
                <a:lnTo>
                  <a:pt x="1812278" y="105374"/>
                </a:lnTo>
                <a:lnTo>
                  <a:pt x="1812115" y="105360"/>
                </a:lnTo>
                <a:lnTo>
                  <a:pt x="1811953" y="105342"/>
                </a:lnTo>
                <a:lnTo>
                  <a:pt x="1811795" y="105321"/>
                </a:lnTo>
                <a:lnTo>
                  <a:pt x="1811640" y="105296"/>
                </a:lnTo>
                <a:lnTo>
                  <a:pt x="1811487" y="105267"/>
                </a:lnTo>
                <a:lnTo>
                  <a:pt x="1811337" y="105233"/>
                </a:lnTo>
                <a:lnTo>
                  <a:pt x="1811190" y="105196"/>
                </a:lnTo>
                <a:lnTo>
                  <a:pt x="1811046" y="105156"/>
                </a:lnTo>
                <a:lnTo>
                  <a:pt x="1810904" y="105111"/>
                </a:lnTo>
                <a:lnTo>
                  <a:pt x="1810766" y="105062"/>
                </a:lnTo>
                <a:lnTo>
                  <a:pt x="1810630" y="105010"/>
                </a:lnTo>
                <a:lnTo>
                  <a:pt x="1810496" y="104953"/>
                </a:lnTo>
                <a:lnTo>
                  <a:pt x="1810366" y="104893"/>
                </a:lnTo>
                <a:lnTo>
                  <a:pt x="1810238" y="104829"/>
                </a:lnTo>
                <a:lnTo>
                  <a:pt x="1810114" y="104760"/>
                </a:lnTo>
                <a:lnTo>
                  <a:pt x="1809991" y="104688"/>
                </a:lnTo>
                <a:lnTo>
                  <a:pt x="1809872" y="104613"/>
                </a:lnTo>
                <a:lnTo>
                  <a:pt x="1809756" y="104533"/>
                </a:lnTo>
                <a:lnTo>
                  <a:pt x="1809642" y="104449"/>
                </a:lnTo>
                <a:lnTo>
                  <a:pt x="1809531" y="104361"/>
                </a:lnTo>
                <a:lnTo>
                  <a:pt x="1809423" y="104270"/>
                </a:lnTo>
                <a:lnTo>
                  <a:pt x="1809318" y="104174"/>
                </a:lnTo>
                <a:lnTo>
                  <a:pt x="1809218" y="104073"/>
                </a:lnTo>
                <a:lnTo>
                  <a:pt x="1809122" y="103967"/>
                </a:lnTo>
                <a:lnTo>
                  <a:pt x="1809031" y="103856"/>
                </a:lnTo>
                <a:lnTo>
                  <a:pt x="1808944" y="103740"/>
                </a:lnTo>
                <a:lnTo>
                  <a:pt x="1808862" y="103619"/>
                </a:lnTo>
                <a:lnTo>
                  <a:pt x="1808784" y="103493"/>
                </a:lnTo>
                <a:lnTo>
                  <a:pt x="1808711" y="103362"/>
                </a:lnTo>
                <a:lnTo>
                  <a:pt x="1808642" y="103226"/>
                </a:lnTo>
                <a:lnTo>
                  <a:pt x="1808577" y="103085"/>
                </a:lnTo>
                <a:lnTo>
                  <a:pt x="1808517" y="102939"/>
                </a:lnTo>
                <a:lnTo>
                  <a:pt x="1808462" y="102788"/>
                </a:lnTo>
                <a:lnTo>
                  <a:pt x="1808411" y="102632"/>
                </a:lnTo>
                <a:lnTo>
                  <a:pt x="1808364" y="102471"/>
                </a:lnTo>
                <a:lnTo>
                  <a:pt x="1808322" y="102305"/>
                </a:lnTo>
                <a:lnTo>
                  <a:pt x="1808284" y="102134"/>
                </a:lnTo>
                <a:lnTo>
                  <a:pt x="1808250" y="101958"/>
                </a:lnTo>
                <a:lnTo>
                  <a:pt x="1808221" y="101777"/>
                </a:lnTo>
                <a:lnTo>
                  <a:pt x="1808197" y="101591"/>
                </a:lnTo>
                <a:lnTo>
                  <a:pt x="1808177" y="101400"/>
                </a:lnTo>
                <a:lnTo>
                  <a:pt x="1808161" y="101204"/>
                </a:lnTo>
                <a:lnTo>
                  <a:pt x="1808150" y="101003"/>
                </a:lnTo>
                <a:lnTo>
                  <a:pt x="1808144" y="100797"/>
                </a:lnTo>
                <a:lnTo>
                  <a:pt x="1808141" y="100586"/>
                </a:lnTo>
                <a:lnTo>
                  <a:pt x="1808141" y="57180"/>
                </a:lnTo>
                <a:lnTo>
                  <a:pt x="1808127" y="56124"/>
                </a:lnTo>
                <a:lnTo>
                  <a:pt x="1808084" y="55090"/>
                </a:lnTo>
                <a:lnTo>
                  <a:pt x="1808011" y="54080"/>
                </a:lnTo>
                <a:lnTo>
                  <a:pt x="1807910" y="53092"/>
                </a:lnTo>
                <a:lnTo>
                  <a:pt x="1807780" y="52126"/>
                </a:lnTo>
                <a:lnTo>
                  <a:pt x="1807621" y="51184"/>
                </a:lnTo>
                <a:lnTo>
                  <a:pt x="1807433" y="50264"/>
                </a:lnTo>
                <a:lnTo>
                  <a:pt x="1807216" y="49368"/>
                </a:lnTo>
                <a:lnTo>
                  <a:pt x="1806970" y="48494"/>
                </a:lnTo>
                <a:lnTo>
                  <a:pt x="1806695" y="47642"/>
                </a:lnTo>
                <a:lnTo>
                  <a:pt x="1806392" y="46814"/>
                </a:lnTo>
                <a:lnTo>
                  <a:pt x="1806059" y="46009"/>
                </a:lnTo>
                <a:lnTo>
                  <a:pt x="1805698" y="45226"/>
                </a:lnTo>
                <a:lnTo>
                  <a:pt x="1805307" y="44466"/>
                </a:lnTo>
                <a:lnTo>
                  <a:pt x="1804888" y="43729"/>
                </a:lnTo>
                <a:lnTo>
                  <a:pt x="1804440" y="43014"/>
                </a:lnTo>
                <a:lnTo>
                  <a:pt x="1803963" y="42323"/>
                </a:lnTo>
                <a:lnTo>
                  <a:pt x="1803456" y="41654"/>
                </a:lnTo>
                <a:lnTo>
                  <a:pt x="1802921" y="41008"/>
                </a:lnTo>
                <a:lnTo>
                  <a:pt x="1802358" y="40385"/>
                </a:lnTo>
                <a:lnTo>
                  <a:pt x="1801765" y="39784"/>
                </a:lnTo>
                <a:lnTo>
                  <a:pt x="1801143" y="39207"/>
                </a:lnTo>
                <a:lnTo>
                  <a:pt x="1800492" y="38652"/>
                </a:lnTo>
                <a:lnTo>
                  <a:pt x="1799813" y="38120"/>
                </a:lnTo>
                <a:lnTo>
                  <a:pt x="1799118" y="37610"/>
                </a:lnTo>
                <a:lnTo>
                  <a:pt x="1798396" y="37122"/>
                </a:lnTo>
                <a:lnTo>
                  <a:pt x="1797645" y="36656"/>
                </a:lnTo>
                <a:lnTo>
                  <a:pt x="1796867" y="36211"/>
                </a:lnTo>
                <a:lnTo>
                  <a:pt x="1796061" y="35789"/>
                </a:lnTo>
                <a:lnTo>
                  <a:pt x="1795228" y="35387"/>
                </a:lnTo>
                <a:lnTo>
                  <a:pt x="1794366" y="35008"/>
                </a:lnTo>
                <a:lnTo>
                  <a:pt x="1793477" y="34650"/>
                </a:lnTo>
                <a:lnTo>
                  <a:pt x="1792560" y="34314"/>
                </a:lnTo>
                <a:lnTo>
                  <a:pt x="1791615" y="33999"/>
                </a:lnTo>
                <a:lnTo>
                  <a:pt x="1790642" y="33706"/>
                </a:lnTo>
                <a:lnTo>
                  <a:pt x="1789642" y="33435"/>
                </a:lnTo>
                <a:lnTo>
                  <a:pt x="1788614" y="33186"/>
                </a:lnTo>
                <a:lnTo>
                  <a:pt x="1787557" y="32958"/>
                </a:lnTo>
                <a:lnTo>
                  <a:pt x="1786474" y="32752"/>
                </a:lnTo>
                <a:lnTo>
                  <a:pt x="1785362" y="32568"/>
                </a:lnTo>
                <a:lnTo>
                  <a:pt x="1784222" y="32405"/>
                </a:lnTo>
                <a:lnTo>
                  <a:pt x="1783055" y="32264"/>
                </a:lnTo>
                <a:lnTo>
                  <a:pt x="1781860" y="32145"/>
                </a:lnTo>
                <a:lnTo>
                  <a:pt x="1780637" y="32047"/>
                </a:lnTo>
                <a:lnTo>
                  <a:pt x="1779386" y="31971"/>
                </a:lnTo>
                <a:lnTo>
                  <a:pt x="1778108" y="31917"/>
                </a:lnTo>
                <a:lnTo>
                  <a:pt x="1776801" y="31884"/>
                </a:lnTo>
                <a:lnTo>
                  <a:pt x="1775467" y="31874"/>
                </a:lnTo>
                <a:lnTo>
                  <a:pt x="1774210" y="31884"/>
                </a:lnTo>
                <a:lnTo>
                  <a:pt x="1772973" y="31917"/>
                </a:lnTo>
                <a:lnTo>
                  <a:pt x="1771758" y="31971"/>
                </a:lnTo>
                <a:lnTo>
                  <a:pt x="1770564" y="32047"/>
                </a:lnTo>
                <a:lnTo>
                  <a:pt x="1769391" y="32145"/>
                </a:lnTo>
                <a:lnTo>
                  <a:pt x="1768239" y="32264"/>
                </a:lnTo>
                <a:lnTo>
                  <a:pt x="1767109" y="32405"/>
                </a:lnTo>
                <a:lnTo>
                  <a:pt x="1765999" y="32568"/>
                </a:lnTo>
                <a:lnTo>
                  <a:pt x="1764911" y="32752"/>
                </a:lnTo>
                <a:lnTo>
                  <a:pt x="1763844" y="32958"/>
                </a:lnTo>
                <a:lnTo>
                  <a:pt x="1762798" y="33186"/>
                </a:lnTo>
                <a:lnTo>
                  <a:pt x="1761773" y="33435"/>
                </a:lnTo>
                <a:lnTo>
                  <a:pt x="1760769" y="33706"/>
                </a:lnTo>
                <a:lnTo>
                  <a:pt x="1759786" y="33999"/>
                </a:lnTo>
                <a:lnTo>
                  <a:pt x="1758824" y="34314"/>
                </a:lnTo>
                <a:lnTo>
                  <a:pt x="1757884" y="34650"/>
                </a:lnTo>
                <a:lnTo>
                  <a:pt x="1756965" y="35008"/>
                </a:lnTo>
                <a:lnTo>
                  <a:pt x="1756067" y="35387"/>
                </a:lnTo>
                <a:lnTo>
                  <a:pt x="1755189" y="35789"/>
                </a:lnTo>
                <a:lnTo>
                  <a:pt x="1754334" y="36211"/>
                </a:lnTo>
                <a:lnTo>
                  <a:pt x="1753499" y="36656"/>
                </a:lnTo>
                <a:lnTo>
                  <a:pt x="1752685" y="37122"/>
                </a:lnTo>
                <a:lnTo>
                  <a:pt x="1751893" y="37610"/>
                </a:lnTo>
                <a:lnTo>
                  <a:pt x="1751121" y="38120"/>
                </a:lnTo>
                <a:lnTo>
                  <a:pt x="1750389" y="38648"/>
                </a:lnTo>
                <a:lnTo>
                  <a:pt x="1749689" y="39191"/>
                </a:lnTo>
                <a:lnTo>
                  <a:pt x="1749019" y="39749"/>
                </a:lnTo>
                <a:lnTo>
                  <a:pt x="1748381" y="40323"/>
                </a:lnTo>
                <a:lnTo>
                  <a:pt x="1747773" y="40911"/>
                </a:lnTo>
                <a:lnTo>
                  <a:pt x="1747197" y="41514"/>
                </a:lnTo>
                <a:lnTo>
                  <a:pt x="1746652" y="42132"/>
                </a:lnTo>
                <a:lnTo>
                  <a:pt x="1746138" y="42765"/>
                </a:lnTo>
                <a:lnTo>
                  <a:pt x="1745656" y="43413"/>
                </a:lnTo>
                <a:lnTo>
                  <a:pt x="1745204" y="44076"/>
                </a:lnTo>
                <a:lnTo>
                  <a:pt x="1744783" y="44755"/>
                </a:lnTo>
                <a:lnTo>
                  <a:pt x="1744394" y="45448"/>
                </a:lnTo>
                <a:lnTo>
                  <a:pt x="1744036" y="46156"/>
                </a:lnTo>
                <a:lnTo>
                  <a:pt x="1743709" y="46879"/>
                </a:lnTo>
                <a:lnTo>
                  <a:pt x="1743413" y="47618"/>
                </a:lnTo>
                <a:lnTo>
                  <a:pt x="1743148" y="48371"/>
                </a:lnTo>
                <a:lnTo>
                  <a:pt x="1742915" y="49139"/>
                </a:lnTo>
                <a:lnTo>
                  <a:pt x="1742712" y="49923"/>
                </a:lnTo>
                <a:lnTo>
                  <a:pt x="1742541" y="50721"/>
                </a:lnTo>
                <a:lnTo>
                  <a:pt x="1742401" y="51534"/>
                </a:lnTo>
                <a:lnTo>
                  <a:pt x="1742292" y="52363"/>
                </a:lnTo>
                <a:lnTo>
                  <a:pt x="1742214" y="53206"/>
                </a:lnTo>
                <a:lnTo>
                  <a:pt x="1742167" y="54065"/>
                </a:lnTo>
                <a:lnTo>
                  <a:pt x="1742152" y="54938"/>
                </a:lnTo>
                <a:lnTo>
                  <a:pt x="1742152" y="54964"/>
                </a:lnTo>
                <a:lnTo>
                  <a:pt x="1742151" y="54987"/>
                </a:lnTo>
                <a:lnTo>
                  <a:pt x="1742149" y="55008"/>
                </a:lnTo>
                <a:lnTo>
                  <a:pt x="1742147" y="55027"/>
                </a:lnTo>
                <a:lnTo>
                  <a:pt x="1742145" y="55044"/>
                </a:lnTo>
                <a:lnTo>
                  <a:pt x="1742142" y="55058"/>
                </a:lnTo>
                <a:lnTo>
                  <a:pt x="1742138" y="55070"/>
                </a:lnTo>
                <a:lnTo>
                  <a:pt x="1742134" y="55080"/>
                </a:lnTo>
                <a:lnTo>
                  <a:pt x="1742129" y="55088"/>
                </a:lnTo>
                <a:lnTo>
                  <a:pt x="1742124" y="55094"/>
                </a:lnTo>
                <a:lnTo>
                  <a:pt x="1742118" y="55097"/>
                </a:lnTo>
                <a:lnTo>
                  <a:pt x="1742112" y="55098"/>
                </a:lnTo>
                <a:lnTo>
                  <a:pt x="1742105" y="55097"/>
                </a:lnTo>
                <a:lnTo>
                  <a:pt x="1742097" y="55094"/>
                </a:lnTo>
                <a:lnTo>
                  <a:pt x="1742089" y="55088"/>
                </a:lnTo>
                <a:lnTo>
                  <a:pt x="1742081" y="55080"/>
                </a:lnTo>
                <a:lnTo>
                  <a:pt x="1742071" y="55070"/>
                </a:lnTo>
                <a:lnTo>
                  <a:pt x="1742062" y="55058"/>
                </a:lnTo>
                <a:lnTo>
                  <a:pt x="1742051" y="55044"/>
                </a:lnTo>
                <a:lnTo>
                  <a:pt x="1742041" y="55027"/>
                </a:lnTo>
                <a:lnTo>
                  <a:pt x="1742029" y="55008"/>
                </a:lnTo>
                <a:lnTo>
                  <a:pt x="1742017" y="54987"/>
                </a:lnTo>
                <a:lnTo>
                  <a:pt x="1742005" y="54964"/>
                </a:lnTo>
                <a:lnTo>
                  <a:pt x="1741992" y="54938"/>
                </a:lnTo>
                <a:lnTo>
                  <a:pt x="1741992" y="54971"/>
                </a:lnTo>
                <a:lnTo>
                  <a:pt x="1741992" y="55033"/>
                </a:lnTo>
                <a:lnTo>
                  <a:pt x="1741992" y="55098"/>
                </a:lnTo>
                <a:lnTo>
                  <a:pt x="1742005" y="55168"/>
                </a:lnTo>
                <a:lnTo>
                  <a:pt x="1742019" y="55244"/>
                </a:lnTo>
                <a:lnTo>
                  <a:pt x="1742034" y="55326"/>
                </a:lnTo>
                <a:lnTo>
                  <a:pt x="1742050" y="55414"/>
                </a:lnTo>
                <a:close/>
                <a:moveTo>
                  <a:pt x="1766424" y="105279"/>
                </a:moveTo>
                <a:lnTo>
                  <a:pt x="1765875" y="105195"/>
                </a:lnTo>
                <a:lnTo>
                  <a:pt x="1765339" y="105101"/>
                </a:lnTo>
                <a:lnTo>
                  <a:pt x="1764817" y="104995"/>
                </a:lnTo>
                <a:lnTo>
                  <a:pt x="1764309" y="104878"/>
                </a:lnTo>
                <a:lnTo>
                  <a:pt x="1763815" y="104750"/>
                </a:lnTo>
                <a:lnTo>
                  <a:pt x="1763334" y="104611"/>
                </a:lnTo>
                <a:lnTo>
                  <a:pt x="1762868" y="104461"/>
                </a:lnTo>
                <a:lnTo>
                  <a:pt x="1762416" y="104300"/>
                </a:lnTo>
                <a:lnTo>
                  <a:pt x="1761977" y="104128"/>
                </a:lnTo>
                <a:lnTo>
                  <a:pt x="1761553" y="103944"/>
                </a:lnTo>
                <a:lnTo>
                  <a:pt x="1761142" y="103749"/>
                </a:lnTo>
                <a:lnTo>
                  <a:pt x="1760745" y="103544"/>
                </a:lnTo>
                <a:lnTo>
                  <a:pt x="1760362" y="103327"/>
                </a:lnTo>
                <a:lnTo>
                  <a:pt x="1759993" y="103099"/>
                </a:lnTo>
                <a:lnTo>
                  <a:pt x="1759638" y="102860"/>
                </a:lnTo>
                <a:lnTo>
                  <a:pt x="1759297" y="102609"/>
                </a:lnTo>
                <a:lnTo>
                  <a:pt x="1758970" y="102348"/>
                </a:lnTo>
                <a:lnTo>
                  <a:pt x="1758669" y="102075"/>
                </a:lnTo>
                <a:lnTo>
                  <a:pt x="1758381" y="101792"/>
                </a:lnTo>
                <a:lnTo>
                  <a:pt x="1758106" y="101497"/>
                </a:lnTo>
                <a:lnTo>
                  <a:pt x="1757844" y="101191"/>
                </a:lnTo>
                <a:lnTo>
                  <a:pt x="1757595" y="100874"/>
                </a:lnTo>
                <a:lnTo>
                  <a:pt x="1757358" y="100546"/>
                </a:lnTo>
                <a:lnTo>
                  <a:pt x="1757134" y="100207"/>
                </a:lnTo>
                <a:lnTo>
                  <a:pt x="1756923" y="99856"/>
                </a:lnTo>
                <a:lnTo>
                  <a:pt x="1756725" y="99495"/>
                </a:lnTo>
                <a:lnTo>
                  <a:pt x="1756539" y="99122"/>
                </a:lnTo>
                <a:lnTo>
                  <a:pt x="1756367" y="98739"/>
                </a:lnTo>
                <a:lnTo>
                  <a:pt x="1756207" y="98344"/>
                </a:lnTo>
                <a:lnTo>
                  <a:pt x="1756060" y="97938"/>
                </a:lnTo>
                <a:lnTo>
                  <a:pt x="1755925" y="97521"/>
                </a:lnTo>
                <a:lnTo>
                  <a:pt x="1755804" y="97092"/>
                </a:lnTo>
                <a:lnTo>
                  <a:pt x="1755695" y="96653"/>
                </a:lnTo>
                <a:lnTo>
                  <a:pt x="1755599" y="96203"/>
                </a:lnTo>
                <a:lnTo>
                  <a:pt x="1755516" y="95741"/>
                </a:lnTo>
                <a:lnTo>
                  <a:pt x="1755446" y="95268"/>
                </a:lnTo>
                <a:lnTo>
                  <a:pt x="1755388" y="94784"/>
                </a:lnTo>
                <a:lnTo>
                  <a:pt x="1755343" y="94289"/>
                </a:lnTo>
                <a:lnTo>
                  <a:pt x="1755311" y="93783"/>
                </a:lnTo>
                <a:lnTo>
                  <a:pt x="1755292" y="93266"/>
                </a:lnTo>
                <a:lnTo>
                  <a:pt x="1755286" y="92738"/>
                </a:lnTo>
                <a:lnTo>
                  <a:pt x="1755292" y="92222"/>
                </a:lnTo>
                <a:lnTo>
                  <a:pt x="1755309" y="91717"/>
                </a:lnTo>
                <a:lnTo>
                  <a:pt x="1755338" y="91221"/>
                </a:lnTo>
                <a:lnTo>
                  <a:pt x="1755379" y="90736"/>
                </a:lnTo>
                <a:lnTo>
                  <a:pt x="1755432" y="90260"/>
                </a:lnTo>
                <a:lnTo>
                  <a:pt x="1755496" y="89795"/>
                </a:lnTo>
                <a:lnTo>
                  <a:pt x="1755572" y="89339"/>
                </a:lnTo>
                <a:lnTo>
                  <a:pt x="1755659" y="88894"/>
                </a:lnTo>
                <a:lnTo>
                  <a:pt x="1755759" y="88458"/>
                </a:lnTo>
                <a:lnTo>
                  <a:pt x="1755870" y="88033"/>
                </a:lnTo>
                <a:lnTo>
                  <a:pt x="1755992" y="87617"/>
                </a:lnTo>
                <a:lnTo>
                  <a:pt x="1756127" y="87212"/>
                </a:lnTo>
                <a:lnTo>
                  <a:pt x="1756273" y="86817"/>
                </a:lnTo>
                <a:lnTo>
                  <a:pt x="1756430" y="86431"/>
                </a:lnTo>
                <a:lnTo>
                  <a:pt x="1756600" y="86056"/>
                </a:lnTo>
                <a:lnTo>
                  <a:pt x="1756781" y="85690"/>
                </a:lnTo>
                <a:lnTo>
                  <a:pt x="1756973" y="85335"/>
                </a:lnTo>
                <a:lnTo>
                  <a:pt x="1757178" y="84990"/>
                </a:lnTo>
                <a:lnTo>
                  <a:pt x="1757394" y="84654"/>
                </a:lnTo>
                <a:lnTo>
                  <a:pt x="1757621" y="84329"/>
                </a:lnTo>
                <a:lnTo>
                  <a:pt x="1757861" y="84014"/>
                </a:lnTo>
                <a:lnTo>
                  <a:pt x="1758112" y="83708"/>
                </a:lnTo>
                <a:lnTo>
                  <a:pt x="1758375" y="83413"/>
                </a:lnTo>
                <a:lnTo>
                  <a:pt x="1758649" y="83128"/>
                </a:lnTo>
                <a:lnTo>
                  <a:pt x="1758951" y="82838"/>
                </a:lnTo>
                <a:lnTo>
                  <a:pt x="1759268" y="82555"/>
                </a:lnTo>
                <a:lnTo>
                  <a:pt x="1759600" y="82279"/>
                </a:lnTo>
                <a:lnTo>
                  <a:pt x="1759948" y="82011"/>
                </a:lnTo>
                <a:lnTo>
                  <a:pt x="1760312" y="81750"/>
                </a:lnTo>
                <a:lnTo>
                  <a:pt x="1760691" y="81496"/>
                </a:lnTo>
                <a:lnTo>
                  <a:pt x="1761086" y="81249"/>
                </a:lnTo>
                <a:lnTo>
                  <a:pt x="1761497" y="81010"/>
                </a:lnTo>
                <a:lnTo>
                  <a:pt x="1761923" y="80778"/>
                </a:lnTo>
                <a:lnTo>
                  <a:pt x="1762364" y="80553"/>
                </a:lnTo>
                <a:lnTo>
                  <a:pt x="1762821" y="80335"/>
                </a:lnTo>
                <a:lnTo>
                  <a:pt x="1763294" y="80124"/>
                </a:lnTo>
                <a:lnTo>
                  <a:pt x="1763782" y="79921"/>
                </a:lnTo>
                <a:lnTo>
                  <a:pt x="1764286" y="79725"/>
                </a:lnTo>
                <a:lnTo>
                  <a:pt x="1764806" y="79536"/>
                </a:lnTo>
                <a:lnTo>
                  <a:pt x="1765341" y="79355"/>
                </a:lnTo>
                <a:lnTo>
                  <a:pt x="1765891" y="79180"/>
                </a:lnTo>
                <a:lnTo>
                  <a:pt x="1766457" y="79013"/>
                </a:lnTo>
                <a:lnTo>
                  <a:pt x="1767039" y="78853"/>
                </a:lnTo>
                <a:lnTo>
                  <a:pt x="1767636" y="78701"/>
                </a:lnTo>
                <a:lnTo>
                  <a:pt x="1768249" y="78555"/>
                </a:lnTo>
                <a:lnTo>
                  <a:pt x="1768878" y="78417"/>
                </a:lnTo>
                <a:lnTo>
                  <a:pt x="1769522" y="78286"/>
                </a:lnTo>
                <a:lnTo>
                  <a:pt x="1770181" y="78162"/>
                </a:lnTo>
                <a:lnTo>
                  <a:pt x="1770872" y="78032"/>
                </a:lnTo>
                <a:lnTo>
                  <a:pt x="1771582" y="77907"/>
                </a:lnTo>
                <a:lnTo>
                  <a:pt x="1772311" y="77787"/>
                </a:lnTo>
                <a:lnTo>
                  <a:pt x="1773060" y="77673"/>
                </a:lnTo>
                <a:lnTo>
                  <a:pt x="1773828" y="77565"/>
                </a:lnTo>
                <a:lnTo>
                  <a:pt x="1774616" y="77462"/>
                </a:lnTo>
                <a:lnTo>
                  <a:pt x="1775423" y="77364"/>
                </a:lnTo>
                <a:lnTo>
                  <a:pt x="1776250" y="77273"/>
                </a:lnTo>
                <a:lnTo>
                  <a:pt x="1777096" y="77186"/>
                </a:lnTo>
                <a:lnTo>
                  <a:pt x="1777962" y="77106"/>
                </a:lnTo>
                <a:lnTo>
                  <a:pt x="1778847" y="77031"/>
                </a:lnTo>
                <a:lnTo>
                  <a:pt x="1779751" y="76961"/>
                </a:lnTo>
                <a:lnTo>
                  <a:pt x="1780676" y="76897"/>
                </a:lnTo>
                <a:lnTo>
                  <a:pt x="1781619" y="76839"/>
                </a:lnTo>
                <a:lnTo>
                  <a:pt x="1782582" y="76786"/>
                </a:lnTo>
                <a:lnTo>
                  <a:pt x="1783564" y="76739"/>
                </a:lnTo>
                <a:lnTo>
                  <a:pt x="1784566" y="76697"/>
                </a:lnTo>
                <a:lnTo>
                  <a:pt x="1785588" y="76661"/>
                </a:lnTo>
                <a:lnTo>
                  <a:pt x="1786628" y="76630"/>
                </a:lnTo>
                <a:lnTo>
                  <a:pt x="1787689" y="76605"/>
                </a:lnTo>
                <a:lnTo>
                  <a:pt x="1788768" y="76586"/>
                </a:lnTo>
                <a:lnTo>
                  <a:pt x="1789868" y="76572"/>
                </a:lnTo>
                <a:lnTo>
                  <a:pt x="1790986" y="76564"/>
                </a:lnTo>
                <a:lnTo>
                  <a:pt x="1792125" y="76561"/>
                </a:lnTo>
                <a:lnTo>
                  <a:pt x="1792125" y="81526"/>
                </a:lnTo>
                <a:lnTo>
                  <a:pt x="1792120" y="82084"/>
                </a:lnTo>
                <a:lnTo>
                  <a:pt x="1792108" y="82638"/>
                </a:lnTo>
                <a:lnTo>
                  <a:pt x="1792087" y="83188"/>
                </a:lnTo>
                <a:lnTo>
                  <a:pt x="1792058" y="83733"/>
                </a:lnTo>
                <a:lnTo>
                  <a:pt x="1792020" y="84273"/>
                </a:lnTo>
                <a:lnTo>
                  <a:pt x="1791974" y="84809"/>
                </a:lnTo>
                <a:lnTo>
                  <a:pt x="1791920" y="85341"/>
                </a:lnTo>
                <a:lnTo>
                  <a:pt x="1791858" y="85868"/>
                </a:lnTo>
                <a:lnTo>
                  <a:pt x="1791787" y="86391"/>
                </a:lnTo>
                <a:lnTo>
                  <a:pt x="1791707" y="86909"/>
                </a:lnTo>
                <a:lnTo>
                  <a:pt x="1791620" y="87423"/>
                </a:lnTo>
                <a:lnTo>
                  <a:pt x="1791524" y="87933"/>
                </a:lnTo>
                <a:lnTo>
                  <a:pt x="1791420" y="88438"/>
                </a:lnTo>
                <a:lnTo>
                  <a:pt x="1791307" y="88938"/>
                </a:lnTo>
                <a:lnTo>
                  <a:pt x="1791186" y="89434"/>
                </a:lnTo>
                <a:lnTo>
                  <a:pt x="1791057" y="89926"/>
                </a:lnTo>
                <a:lnTo>
                  <a:pt x="1790919" y="90413"/>
                </a:lnTo>
                <a:lnTo>
                  <a:pt x="1790773" y="90896"/>
                </a:lnTo>
                <a:lnTo>
                  <a:pt x="1790619" y="91374"/>
                </a:lnTo>
                <a:lnTo>
                  <a:pt x="1790456" y="91848"/>
                </a:lnTo>
                <a:lnTo>
                  <a:pt x="1790285" y="92317"/>
                </a:lnTo>
                <a:lnTo>
                  <a:pt x="1790106" y="92782"/>
                </a:lnTo>
                <a:lnTo>
                  <a:pt x="1789918" y="93243"/>
                </a:lnTo>
                <a:lnTo>
                  <a:pt x="1789722" y="93699"/>
                </a:lnTo>
                <a:lnTo>
                  <a:pt x="1789531" y="94149"/>
                </a:lnTo>
                <a:lnTo>
                  <a:pt x="1789330" y="94591"/>
                </a:lnTo>
                <a:lnTo>
                  <a:pt x="1789121" y="95025"/>
                </a:lnTo>
                <a:lnTo>
                  <a:pt x="1788903" y="95452"/>
                </a:lnTo>
                <a:lnTo>
                  <a:pt x="1788676" y="95871"/>
                </a:lnTo>
                <a:lnTo>
                  <a:pt x="1788441" y="96282"/>
                </a:lnTo>
                <a:lnTo>
                  <a:pt x="1788196" y="96685"/>
                </a:lnTo>
                <a:lnTo>
                  <a:pt x="1787942" y="97080"/>
                </a:lnTo>
                <a:lnTo>
                  <a:pt x="1787680" y="97468"/>
                </a:lnTo>
                <a:lnTo>
                  <a:pt x="1787408" y="97848"/>
                </a:lnTo>
                <a:lnTo>
                  <a:pt x="1787128" y="98220"/>
                </a:lnTo>
                <a:lnTo>
                  <a:pt x="1786839" y="98584"/>
                </a:lnTo>
                <a:lnTo>
                  <a:pt x="1786541" y="98940"/>
                </a:lnTo>
                <a:lnTo>
                  <a:pt x="1786234" y="99289"/>
                </a:lnTo>
                <a:lnTo>
                  <a:pt x="1785918" y="99630"/>
                </a:lnTo>
                <a:lnTo>
                  <a:pt x="1785593" y="99963"/>
                </a:lnTo>
                <a:lnTo>
                  <a:pt x="1785260" y="100289"/>
                </a:lnTo>
                <a:lnTo>
                  <a:pt x="1784917" y="100606"/>
                </a:lnTo>
                <a:lnTo>
                  <a:pt x="1784565" y="100916"/>
                </a:lnTo>
                <a:lnTo>
                  <a:pt x="1784205" y="101218"/>
                </a:lnTo>
                <a:lnTo>
                  <a:pt x="1783836" y="101512"/>
                </a:lnTo>
                <a:lnTo>
                  <a:pt x="1783458" y="101798"/>
                </a:lnTo>
                <a:lnTo>
                  <a:pt x="1783071" y="102077"/>
                </a:lnTo>
                <a:lnTo>
                  <a:pt x="1782675" y="102348"/>
                </a:lnTo>
                <a:lnTo>
                  <a:pt x="1782283" y="102609"/>
                </a:lnTo>
                <a:lnTo>
                  <a:pt x="1781882" y="102860"/>
                </a:lnTo>
                <a:lnTo>
                  <a:pt x="1781471" y="103099"/>
                </a:lnTo>
                <a:lnTo>
                  <a:pt x="1781051" y="103327"/>
                </a:lnTo>
                <a:lnTo>
                  <a:pt x="1780621" y="103544"/>
                </a:lnTo>
                <a:lnTo>
                  <a:pt x="1780182" y="103749"/>
                </a:lnTo>
                <a:lnTo>
                  <a:pt x="1779733" y="103944"/>
                </a:lnTo>
                <a:lnTo>
                  <a:pt x="1779275" y="104128"/>
                </a:lnTo>
                <a:lnTo>
                  <a:pt x="1778808" y="104300"/>
                </a:lnTo>
                <a:lnTo>
                  <a:pt x="1778331" y="104461"/>
                </a:lnTo>
                <a:lnTo>
                  <a:pt x="1777845" y="104611"/>
                </a:lnTo>
                <a:lnTo>
                  <a:pt x="1777349" y="104750"/>
                </a:lnTo>
                <a:lnTo>
                  <a:pt x="1776844" y="104878"/>
                </a:lnTo>
                <a:lnTo>
                  <a:pt x="1776329" y="104995"/>
                </a:lnTo>
                <a:lnTo>
                  <a:pt x="1775805" y="105101"/>
                </a:lnTo>
                <a:lnTo>
                  <a:pt x="1775271" y="105195"/>
                </a:lnTo>
                <a:lnTo>
                  <a:pt x="1774728" y="105279"/>
                </a:lnTo>
                <a:lnTo>
                  <a:pt x="1774176" y="105351"/>
                </a:lnTo>
                <a:lnTo>
                  <a:pt x="1773614" y="105412"/>
                </a:lnTo>
                <a:lnTo>
                  <a:pt x="1773042" y="105462"/>
                </a:lnTo>
                <a:lnTo>
                  <a:pt x="1772461" y="105501"/>
                </a:lnTo>
                <a:lnTo>
                  <a:pt x="1771871" y="105529"/>
                </a:lnTo>
                <a:lnTo>
                  <a:pt x="1771271" y="105546"/>
                </a:lnTo>
                <a:lnTo>
                  <a:pt x="1770662" y="105551"/>
                </a:lnTo>
                <a:lnTo>
                  <a:pt x="1770015" y="105546"/>
                </a:lnTo>
                <a:lnTo>
                  <a:pt x="1769382" y="105529"/>
                </a:lnTo>
                <a:lnTo>
                  <a:pt x="1768762" y="105501"/>
                </a:lnTo>
                <a:lnTo>
                  <a:pt x="1768157" y="105462"/>
                </a:lnTo>
                <a:lnTo>
                  <a:pt x="1767566" y="105412"/>
                </a:lnTo>
                <a:lnTo>
                  <a:pt x="1766988" y="105351"/>
                </a:lnTo>
                <a:lnTo>
                  <a:pt x="1766424" y="105279"/>
                </a:lnTo>
                <a:close/>
                <a:moveTo>
                  <a:pt x="1485120" y="116787"/>
                </a:moveTo>
                <a:lnTo>
                  <a:pt x="1485607" y="116745"/>
                </a:lnTo>
                <a:lnTo>
                  <a:pt x="1486089" y="116698"/>
                </a:lnTo>
                <a:lnTo>
                  <a:pt x="1486568" y="116645"/>
                </a:lnTo>
                <a:lnTo>
                  <a:pt x="1487042" y="116587"/>
                </a:lnTo>
                <a:lnTo>
                  <a:pt x="1487511" y="116523"/>
                </a:lnTo>
                <a:lnTo>
                  <a:pt x="1487976" y="116453"/>
                </a:lnTo>
                <a:lnTo>
                  <a:pt x="1488436" y="116378"/>
                </a:lnTo>
                <a:lnTo>
                  <a:pt x="1488892" y="116298"/>
                </a:lnTo>
                <a:lnTo>
                  <a:pt x="1489344" y="116211"/>
                </a:lnTo>
                <a:lnTo>
                  <a:pt x="1489791" y="116120"/>
                </a:lnTo>
                <a:lnTo>
                  <a:pt x="1490234" y="116022"/>
                </a:lnTo>
                <a:lnTo>
                  <a:pt x="1490672" y="115919"/>
                </a:lnTo>
                <a:lnTo>
                  <a:pt x="1491106" y="115811"/>
                </a:lnTo>
                <a:lnTo>
                  <a:pt x="1491535" y="115697"/>
                </a:lnTo>
                <a:lnTo>
                  <a:pt x="1491960" y="115577"/>
                </a:lnTo>
                <a:lnTo>
                  <a:pt x="1492380" y="115452"/>
                </a:lnTo>
                <a:lnTo>
                  <a:pt x="1492796" y="115322"/>
                </a:lnTo>
                <a:lnTo>
                  <a:pt x="1493208" y="115199"/>
                </a:lnTo>
                <a:lnTo>
                  <a:pt x="1493615" y="115071"/>
                </a:lnTo>
                <a:lnTo>
                  <a:pt x="1494018" y="114939"/>
                </a:lnTo>
                <a:lnTo>
                  <a:pt x="1494416" y="114801"/>
                </a:lnTo>
                <a:lnTo>
                  <a:pt x="1494810" y="114658"/>
                </a:lnTo>
                <a:lnTo>
                  <a:pt x="1495199" y="114511"/>
                </a:lnTo>
                <a:lnTo>
                  <a:pt x="1495584" y="114358"/>
                </a:lnTo>
                <a:lnTo>
                  <a:pt x="1495964" y="114200"/>
                </a:lnTo>
                <a:lnTo>
                  <a:pt x="1496340" y="114038"/>
                </a:lnTo>
                <a:lnTo>
                  <a:pt x="1496712" y="113870"/>
                </a:lnTo>
                <a:lnTo>
                  <a:pt x="1497079" y="113697"/>
                </a:lnTo>
                <a:lnTo>
                  <a:pt x="1497441" y="113520"/>
                </a:lnTo>
                <a:lnTo>
                  <a:pt x="1497799" y="113337"/>
                </a:lnTo>
                <a:lnTo>
                  <a:pt x="1498153" y="113149"/>
                </a:lnTo>
                <a:lnTo>
                  <a:pt x="1498502" y="112957"/>
                </a:lnTo>
                <a:lnTo>
                  <a:pt x="1498847" y="112759"/>
                </a:lnTo>
                <a:lnTo>
                  <a:pt x="1499188" y="112556"/>
                </a:lnTo>
                <a:lnTo>
                  <a:pt x="1499523" y="112348"/>
                </a:lnTo>
                <a:lnTo>
                  <a:pt x="1499855" y="112136"/>
                </a:lnTo>
                <a:lnTo>
                  <a:pt x="1500182" y="111918"/>
                </a:lnTo>
                <a:lnTo>
                  <a:pt x="1500504" y="111695"/>
                </a:lnTo>
                <a:lnTo>
                  <a:pt x="1500823" y="111468"/>
                </a:lnTo>
                <a:lnTo>
                  <a:pt x="1501136" y="111235"/>
                </a:lnTo>
                <a:lnTo>
                  <a:pt x="1501445" y="110997"/>
                </a:lnTo>
                <a:lnTo>
                  <a:pt x="1501750" y="110741"/>
                </a:lnTo>
                <a:lnTo>
                  <a:pt x="1502051" y="110481"/>
                </a:lnTo>
                <a:lnTo>
                  <a:pt x="1502346" y="110216"/>
                </a:lnTo>
                <a:lnTo>
                  <a:pt x="1502638" y="109947"/>
                </a:lnTo>
                <a:lnTo>
                  <a:pt x="1502925" y="109673"/>
                </a:lnTo>
                <a:lnTo>
                  <a:pt x="1503207" y="109395"/>
                </a:lnTo>
                <a:lnTo>
                  <a:pt x="1503485" y="109113"/>
                </a:lnTo>
                <a:lnTo>
                  <a:pt x="1503759" y="108826"/>
                </a:lnTo>
                <a:lnTo>
                  <a:pt x="1504028" y="108534"/>
                </a:lnTo>
                <a:lnTo>
                  <a:pt x="1504293" y="108239"/>
                </a:lnTo>
                <a:lnTo>
                  <a:pt x="1504553" y="107938"/>
                </a:lnTo>
                <a:lnTo>
                  <a:pt x="1504809" y="107633"/>
                </a:lnTo>
                <a:lnTo>
                  <a:pt x="1505060" y="107324"/>
                </a:lnTo>
                <a:lnTo>
                  <a:pt x="1505307" y="107011"/>
                </a:lnTo>
                <a:lnTo>
                  <a:pt x="1505550" y="106692"/>
                </a:lnTo>
                <a:lnTo>
                  <a:pt x="1505788" y="106370"/>
                </a:lnTo>
                <a:lnTo>
                  <a:pt x="1506021" y="106043"/>
                </a:lnTo>
                <a:lnTo>
                  <a:pt x="1506251" y="105711"/>
                </a:lnTo>
                <a:lnTo>
                  <a:pt x="1506475" y="105376"/>
                </a:lnTo>
                <a:lnTo>
                  <a:pt x="1506696" y="105035"/>
                </a:lnTo>
                <a:lnTo>
                  <a:pt x="1506911" y="104690"/>
                </a:lnTo>
                <a:lnTo>
                  <a:pt x="1507123" y="104341"/>
                </a:lnTo>
                <a:lnTo>
                  <a:pt x="1507330" y="103987"/>
                </a:lnTo>
                <a:lnTo>
                  <a:pt x="1507532" y="103629"/>
                </a:lnTo>
                <a:lnTo>
                  <a:pt x="1507560" y="103948"/>
                </a:lnTo>
                <a:lnTo>
                  <a:pt x="1507590" y="104264"/>
                </a:lnTo>
                <a:lnTo>
                  <a:pt x="1507622" y="104578"/>
                </a:lnTo>
                <a:lnTo>
                  <a:pt x="1507657" y="104888"/>
                </a:lnTo>
                <a:lnTo>
                  <a:pt x="1507693" y="105196"/>
                </a:lnTo>
                <a:lnTo>
                  <a:pt x="1507732" y="105501"/>
                </a:lnTo>
                <a:lnTo>
                  <a:pt x="1507773" y="105804"/>
                </a:lnTo>
                <a:lnTo>
                  <a:pt x="1507817" y="106103"/>
                </a:lnTo>
                <a:lnTo>
                  <a:pt x="1507862" y="106400"/>
                </a:lnTo>
                <a:lnTo>
                  <a:pt x="1507910" y="106694"/>
                </a:lnTo>
                <a:lnTo>
                  <a:pt x="1507960" y="106985"/>
                </a:lnTo>
                <a:lnTo>
                  <a:pt x="1508012" y="107273"/>
                </a:lnTo>
                <a:lnTo>
                  <a:pt x="1508067" y="107559"/>
                </a:lnTo>
                <a:lnTo>
                  <a:pt x="1508124" y="107841"/>
                </a:lnTo>
                <a:lnTo>
                  <a:pt x="1508183" y="108122"/>
                </a:lnTo>
                <a:lnTo>
                  <a:pt x="1508244" y="108399"/>
                </a:lnTo>
                <a:lnTo>
                  <a:pt x="1508307" y="108673"/>
                </a:lnTo>
                <a:lnTo>
                  <a:pt x="1508373" y="108945"/>
                </a:lnTo>
                <a:lnTo>
                  <a:pt x="1508441" y="109214"/>
                </a:lnTo>
                <a:lnTo>
                  <a:pt x="1508511" y="109480"/>
                </a:lnTo>
                <a:lnTo>
                  <a:pt x="1508583" y="109743"/>
                </a:lnTo>
                <a:lnTo>
                  <a:pt x="1508658" y="110004"/>
                </a:lnTo>
                <a:lnTo>
                  <a:pt x="1508734" y="110262"/>
                </a:lnTo>
                <a:lnTo>
                  <a:pt x="1508813" y="110517"/>
                </a:lnTo>
                <a:lnTo>
                  <a:pt x="1508910" y="110768"/>
                </a:lnTo>
                <a:lnTo>
                  <a:pt x="1509012" y="111015"/>
                </a:lnTo>
                <a:lnTo>
                  <a:pt x="1509121" y="111257"/>
                </a:lnTo>
                <a:lnTo>
                  <a:pt x="1509236" y="111495"/>
                </a:lnTo>
                <a:lnTo>
                  <a:pt x="1509357" y="111729"/>
                </a:lnTo>
                <a:lnTo>
                  <a:pt x="1509484" y="111958"/>
                </a:lnTo>
                <a:lnTo>
                  <a:pt x="1509617" y="112183"/>
                </a:lnTo>
                <a:lnTo>
                  <a:pt x="1509757" y="112403"/>
                </a:lnTo>
                <a:lnTo>
                  <a:pt x="1509902" y="112619"/>
                </a:lnTo>
                <a:lnTo>
                  <a:pt x="1510054" y="112830"/>
                </a:lnTo>
                <a:lnTo>
                  <a:pt x="1510211" y="113037"/>
                </a:lnTo>
                <a:lnTo>
                  <a:pt x="1510375" y="113239"/>
                </a:lnTo>
                <a:lnTo>
                  <a:pt x="1510545" y="113437"/>
                </a:lnTo>
                <a:lnTo>
                  <a:pt x="1510721" y="113631"/>
                </a:lnTo>
                <a:lnTo>
                  <a:pt x="1510903" y="113820"/>
                </a:lnTo>
                <a:lnTo>
                  <a:pt x="1511091" y="114005"/>
                </a:lnTo>
                <a:lnTo>
                  <a:pt x="1511286" y="114185"/>
                </a:lnTo>
                <a:lnTo>
                  <a:pt x="1511486" y="114361"/>
                </a:lnTo>
                <a:lnTo>
                  <a:pt x="1511693" y="114532"/>
                </a:lnTo>
                <a:lnTo>
                  <a:pt x="1511905" y="114699"/>
                </a:lnTo>
                <a:lnTo>
                  <a:pt x="1512124" y="114861"/>
                </a:lnTo>
                <a:lnTo>
                  <a:pt x="1512349" y="115019"/>
                </a:lnTo>
                <a:lnTo>
                  <a:pt x="1512580" y="115173"/>
                </a:lnTo>
                <a:lnTo>
                  <a:pt x="1512817" y="115322"/>
                </a:lnTo>
                <a:lnTo>
                  <a:pt x="1513076" y="115452"/>
                </a:lnTo>
                <a:lnTo>
                  <a:pt x="1513344" y="115577"/>
                </a:lnTo>
                <a:lnTo>
                  <a:pt x="1513621" y="115697"/>
                </a:lnTo>
                <a:lnTo>
                  <a:pt x="1513908" y="115811"/>
                </a:lnTo>
                <a:lnTo>
                  <a:pt x="1514204" y="115919"/>
                </a:lnTo>
                <a:lnTo>
                  <a:pt x="1514509" y="116022"/>
                </a:lnTo>
                <a:lnTo>
                  <a:pt x="1514824" y="116120"/>
                </a:lnTo>
                <a:lnTo>
                  <a:pt x="1515149" y="116211"/>
                </a:lnTo>
                <a:lnTo>
                  <a:pt x="1515483" y="116298"/>
                </a:lnTo>
                <a:lnTo>
                  <a:pt x="1515826" y="116378"/>
                </a:lnTo>
                <a:lnTo>
                  <a:pt x="1516179" y="116453"/>
                </a:lnTo>
                <a:lnTo>
                  <a:pt x="1516542" y="116523"/>
                </a:lnTo>
                <a:lnTo>
                  <a:pt x="1516913" y="116587"/>
                </a:lnTo>
                <a:lnTo>
                  <a:pt x="1517295" y="116645"/>
                </a:lnTo>
                <a:lnTo>
                  <a:pt x="1517685" y="116698"/>
                </a:lnTo>
                <a:lnTo>
                  <a:pt x="1518085" y="116745"/>
                </a:lnTo>
                <a:lnTo>
                  <a:pt x="1518495" y="116787"/>
                </a:lnTo>
                <a:lnTo>
                  <a:pt x="1518914" y="116823"/>
                </a:lnTo>
                <a:lnTo>
                  <a:pt x="1519343" y="116854"/>
                </a:lnTo>
                <a:lnTo>
                  <a:pt x="1519781" y="116879"/>
                </a:lnTo>
                <a:lnTo>
                  <a:pt x="1520228" y="116898"/>
                </a:lnTo>
                <a:lnTo>
                  <a:pt x="1520685" y="116912"/>
                </a:lnTo>
                <a:lnTo>
                  <a:pt x="1521151" y="116920"/>
                </a:lnTo>
                <a:lnTo>
                  <a:pt x="1521627" y="116923"/>
                </a:lnTo>
                <a:lnTo>
                  <a:pt x="1521894" y="116922"/>
                </a:lnTo>
                <a:lnTo>
                  <a:pt x="1522160" y="116918"/>
                </a:lnTo>
                <a:lnTo>
                  <a:pt x="1522425" y="116911"/>
                </a:lnTo>
                <a:lnTo>
                  <a:pt x="1522690" y="116901"/>
                </a:lnTo>
                <a:lnTo>
                  <a:pt x="1522955" y="116889"/>
                </a:lnTo>
                <a:lnTo>
                  <a:pt x="1523219" y="116873"/>
                </a:lnTo>
                <a:lnTo>
                  <a:pt x="1523482" y="116855"/>
                </a:lnTo>
                <a:lnTo>
                  <a:pt x="1523745" y="116834"/>
                </a:lnTo>
                <a:lnTo>
                  <a:pt x="1524007" y="116811"/>
                </a:lnTo>
                <a:lnTo>
                  <a:pt x="1524269" y="116784"/>
                </a:lnTo>
                <a:lnTo>
                  <a:pt x="1524530" y="116755"/>
                </a:lnTo>
                <a:lnTo>
                  <a:pt x="1524790" y="116723"/>
                </a:lnTo>
                <a:lnTo>
                  <a:pt x="1525050" y="116688"/>
                </a:lnTo>
                <a:lnTo>
                  <a:pt x="1525310" y="116651"/>
                </a:lnTo>
                <a:lnTo>
                  <a:pt x="1525569" y="116610"/>
                </a:lnTo>
                <a:lnTo>
                  <a:pt x="1525827" y="116567"/>
                </a:lnTo>
                <a:lnTo>
                  <a:pt x="1526085" y="116521"/>
                </a:lnTo>
                <a:lnTo>
                  <a:pt x="1526342" y="116473"/>
                </a:lnTo>
                <a:lnTo>
                  <a:pt x="1526599" y="116421"/>
                </a:lnTo>
                <a:lnTo>
                  <a:pt x="1526855" y="116367"/>
                </a:lnTo>
                <a:lnTo>
                  <a:pt x="1527110" y="116310"/>
                </a:lnTo>
                <a:lnTo>
                  <a:pt x="1527365" y="116250"/>
                </a:lnTo>
                <a:lnTo>
                  <a:pt x="1527620" y="116188"/>
                </a:lnTo>
                <a:lnTo>
                  <a:pt x="1527873" y="116122"/>
                </a:lnTo>
                <a:lnTo>
                  <a:pt x="1528138" y="116055"/>
                </a:lnTo>
                <a:lnTo>
                  <a:pt x="1528400" y="115985"/>
                </a:lnTo>
                <a:lnTo>
                  <a:pt x="1528657" y="115912"/>
                </a:lnTo>
                <a:lnTo>
                  <a:pt x="1528910" y="115838"/>
                </a:lnTo>
                <a:lnTo>
                  <a:pt x="1529160" y="115761"/>
                </a:lnTo>
                <a:lnTo>
                  <a:pt x="1529405" y="115682"/>
                </a:lnTo>
                <a:lnTo>
                  <a:pt x="1529647" y="115601"/>
                </a:lnTo>
                <a:lnTo>
                  <a:pt x="1529884" y="115517"/>
                </a:lnTo>
                <a:lnTo>
                  <a:pt x="1530118" y="115432"/>
                </a:lnTo>
                <a:lnTo>
                  <a:pt x="1530348" y="115344"/>
                </a:lnTo>
                <a:lnTo>
                  <a:pt x="1530574" y="115254"/>
                </a:lnTo>
                <a:lnTo>
                  <a:pt x="1530797" y="115161"/>
                </a:lnTo>
                <a:lnTo>
                  <a:pt x="1531015" y="115067"/>
                </a:lnTo>
                <a:lnTo>
                  <a:pt x="1531229" y="114970"/>
                </a:lnTo>
                <a:lnTo>
                  <a:pt x="1531440" y="114871"/>
                </a:lnTo>
                <a:lnTo>
                  <a:pt x="1531646" y="114770"/>
                </a:lnTo>
                <a:lnTo>
                  <a:pt x="1531849" y="114666"/>
                </a:lnTo>
                <a:lnTo>
                  <a:pt x="1532048" y="114561"/>
                </a:lnTo>
                <a:lnTo>
                  <a:pt x="1532243" y="114453"/>
                </a:lnTo>
                <a:lnTo>
                  <a:pt x="1532434" y="114343"/>
                </a:lnTo>
                <a:lnTo>
                  <a:pt x="1532621" y="114230"/>
                </a:lnTo>
                <a:lnTo>
                  <a:pt x="1532804" y="114116"/>
                </a:lnTo>
                <a:lnTo>
                  <a:pt x="1532984" y="113999"/>
                </a:lnTo>
                <a:lnTo>
                  <a:pt x="1533159" y="113880"/>
                </a:lnTo>
                <a:lnTo>
                  <a:pt x="1533159" y="103469"/>
                </a:lnTo>
                <a:lnTo>
                  <a:pt x="1533013" y="103574"/>
                </a:lnTo>
                <a:lnTo>
                  <a:pt x="1532867" y="103676"/>
                </a:lnTo>
                <a:lnTo>
                  <a:pt x="1532721" y="103774"/>
                </a:lnTo>
                <a:lnTo>
                  <a:pt x="1532576" y="103870"/>
                </a:lnTo>
                <a:lnTo>
                  <a:pt x="1532432" y="103961"/>
                </a:lnTo>
                <a:lnTo>
                  <a:pt x="1532288" y="104050"/>
                </a:lnTo>
                <a:lnTo>
                  <a:pt x="1532145" y="104135"/>
                </a:lnTo>
                <a:lnTo>
                  <a:pt x="1532002" y="104217"/>
                </a:lnTo>
                <a:lnTo>
                  <a:pt x="1531860" y="104295"/>
                </a:lnTo>
                <a:lnTo>
                  <a:pt x="1531719" y="104370"/>
                </a:lnTo>
                <a:lnTo>
                  <a:pt x="1531578" y="104442"/>
                </a:lnTo>
                <a:lnTo>
                  <a:pt x="1531437" y="104510"/>
                </a:lnTo>
                <a:lnTo>
                  <a:pt x="1531297" y="104575"/>
                </a:lnTo>
                <a:lnTo>
                  <a:pt x="1531158" y="104637"/>
                </a:lnTo>
                <a:lnTo>
                  <a:pt x="1531019" y="104695"/>
                </a:lnTo>
                <a:lnTo>
                  <a:pt x="1530881" y="104750"/>
                </a:lnTo>
                <a:lnTo>
                  <a:pt x="1530743" y="104802"/>
                </a:lnTo>
                <a:lnTo>
                  <a:pt x="1530606" y="104851"/>
                </a:lnTo>
                <a:lnTo>
                  <a:pt x="1530470" y="104896"/>
                </a:lnTo>
                <a:lnTo>
                  <a:pt x="1530334" y="104937"/>
                </a:lnTo>
                <a:lnTo>
                  <a:pt x="1530198" y="104976"/>
                </a:lnTo>
                <a:lnTo>
                  <a:pt x="1530064" y="105011"/>
                </a:lnTo>
                <a:lnTo>
                  <a:pt x="1529929" y="105042"/>
                </a:lnTo>
                <a:lnTo>
                  <a:pt x="1529795" y="105071"/>
                </a:lnTo>
                <a:lnTo>
                  <a:pt x="1529662" y="105097"/>
                </a:lnTo>
                <a:lnTo>
                  <a:pt x="1529529" y="105122"/>
                </a:lnTo>
                <a:lnTo>
                  <a:pt x="1529395" y="105146"/>
                </a:lnTo>
                <a:lnTo>
                  <a:pt x="1529262" y="105169"/>
                </a:lnTo>
                <a:lnTo>
                  <a:pt x="1529128" y="105190"/>
                </a:lnTo>
                <a:lnTo>
                  <a:pt x="1528995" y="105211"/>
                </a:lnTo>
                <a:lnTo>
                  <a:pt x="1528861" y="105230"/>
                </a:lnTo>
                <a:lnTo>
                  <a:pt x="1528728" y="105249"/>
                </a:lnTo>
                <a:lnTo>
                  <a:pt x="1528594" y="105266"/>
                </a:lnTo>
                <a:lnTo>
                  <a:pt x="1528461" y="105282"/>
                </a:lnTo>
                <a:lnTo>
                  <a:pt x="1528327" y="105297"/>
                </a:lnTo>
                <a:lnTo>
                  <a:pt x="1528194" y="105311"/>
                </a:lnTo>
                <a:lnTo>
                  <a:pt x="1528060" y="105324"/>
                </a:lnTo>
                <a:lnTo>
                  <a:pt x="1527927" y="105336"/>
                </a:lnTo>
                <a:lnTo>
                  <a:pt x="1527793" y="105346"/>
                </a:lnTo>
                <a:lnTo>
                  <a:pt x="1527660" y="105356"/>
                </a:lnTo>
                <a:lnTo>
                  <a:pt x="1527526" y="105364"/>
                </a:lnTo>
                <a:lnTo>
                  <a:pt x="1527393" y="105371"/>
                </a:lnTo>
                <a:lnTo>
                  <a:pt x="1527259" y="105377"/>
                </a:lnTo>
                <a:lnTo>
                  <a:pt x="1527126" y="105382"/>
                </a:lnTo>
                <a:lnTo>
                  <a:pt x="1526993" y="105386"/>
                </a:lnTo>
                <a:lnTo>
                  <a:pt x="1526859" y="105389"/>
                </a:lnTo>
                <a:lnTo>
                  <a:pt x="1526726" y="105391"/>
                </a:lnTo>
                <a:lnTo>
                  <a:pt x="1526592" y="105391"/>
                </a:lnTo>
                <a:lnTo>
                  <a:pt x="1526407" y="105389"/>
                </a:lnTo>
                <a:lnTo>
                  <a:pt x="1526226" y="105383"/>
                </a:lnTo>
                <a:lnTo>
                  <a:pt x="1526049" y="105374"/>
                </a:lnTo>
                <a:lnTo>
                  <a:pt x="1525876" y="105360"/>
                </a:lnTo>
                <a:lnTo>
                  <a:pt x="1525706" y="105342"/>
                </a:lnTo>
                <a:lnTo>
                  <a:pt x="1525541" y="105321"/>
                </a:lnTo>
                <a:lnTo>
                  <a:pt x="1525379" y="105296"/>
                </a:lnTo>
                <a:lnTo>
                  <a:pt x="1525222" y="105267"/>
                </a:lnTo>
                <a:lnTo>
                  <a:pt x="1525068" y="105233"/>
                </a:lnTo>
                <a:lnTo>
                  <a:pt x="1524918" y="105196"/>
                </a:lnTo>
                <a:lnTo>
                  <a:pt x="1524772" y="105156"/>
                </a:lnTo>
                <a:lnTo>
                  <a:pt x="1524630" y="105111"/>
                </a:lnTo>
                <a:lnTo>
                  <a:pt x="1524492" y="105062"/>
                </a:lnTo>
                <a:lnTo>
                  <a:pt x="1524357" y="105010"/>
                </a:lnTo>
                <a:lnTo>
                  <a:pt x="1524227" y="104953"/>
                </a:lnTo>
                <a:lnTo>
                  <a:pt x="1524100" y="104893"/>
                </a:lnTo>
                <a:lnTo>
                  <a:pt x="1523978" y="104829"/>
                </a:lnTo>
                <a:lnTo>
                  <a:pt x="1523859" y="104760"/>
                </a:lnTo>
                <a:lnTo>
                  <a:pt x="1523744" y="104688"/>
                </a:lnTo>
                <a:lnTo>
                  <a:pt x="1523633" y="104613"/>
                </a:lnTo>
                <a:lnTo>
                  <a:pt x="1523526" y="104533"/>
                </a:lnTo>
                <a:lnTo>
                  <a:pt x="1523423" y="104449"/>
                </a:lnTo>
                <a:lnTo>
                  <a:pt x="1523324" y="104361"/>
                </a:lnTo>
                <a:lnTo>
                  <a:pt x="1523228" y="104270"/>
                </a:lnTo>
                <a:lnTo>
                  <a:pt x="1523137" y="104174"/>
                </a:lnTo>
                <a:lnTo>
                  <a:pt x="1523049" y="104073"/>
                </a:lnTo>
                <a:lnTo>
                  <a:pt x="1522966" y="103967"/>
                </a:lnTo>
                <a:lnTo>
                  <a:pt x="1522886" y="103856"/>
                </a:lnTo>
                <a:lnTo>
                  <a:pt x="1522810" y="103740"/>
                </a:lnTo>
                <a:lnTo>
                  <a:pt x="1522738" y="103619"/>
                </a:lnTo>
                <a:lnTo>
                  <a:pt x="1522670" y="103493"/>
                </a:lnTo>
                <a:lnTo>
                  <a:pt x="1522606" y="103362"/>
                </a:lnTo>
                <a:lnTo>
                  <a:pt x="1522545" y="103226"/>
                </a:lnTo>
                <a:lnTo>
                  <a:pt x="1522489" y="103085"/>
                </a:lnTo>
                <a:lnTo>
                  <a:pt x="1522436" y="102939"/>
                </a:lnTo>
                <a:lnTo>
                  <a:pt x="1522388" y="102788"/>
                </a:lnTo>
                <a:lnTo>
                  <a:pt x="1522343" y="102632"/>
                </a:lnTo>
                <a:lnTo>
                  <a:pt x="1522302" y="102471"/>
                </a:lnTo>
                <a:lnTo>
                  <a:pt x="1522265" y="102305"/>
                </a:lnTo>
                <a:lnTo>
                  <a:pt x="1522232" y="102134"/>
                </a:lnTo>
                <a:lnTo>
                  <a:pt x="1522203" y="101958"/>
                </a:lnTo>
                <a:lnTo>
                  <a:pt x="1522177" y="101777"/>
                </a:lnTo>
                <a:lnTo>
                  <a:pt x="1522156" y="101591"/>
                </a:lnTo>
                <a:lnTo>
                  <a:pt x="1522139" y="101400"/>
                </a:lnTo>
                <a:lnTo>
                  <a:pt x="1522125" y="101204"/>
                </a:lnTo>
                <a:lnTo>
                  <a:pt x="1522115" y="101003"/>
                </a:lnTo>
                <a:lnTo>
                  <a:pt x="1522109" y="100797"/>
                </a:lnTo>
                <a:lnTo>
                  <a:pt x="1522107" y="100586"/>
                </a:lnTo>
                <a:lnTo>
                  <a:pt x="1522107" y="33475"/>
                </a:lnTo>
                <a:lnTo>
                  <a:pt x="1506090" y="33475"/>
                </a:lnTo>
                <a:lnTo>
                  <a:pt x="1506090" y="83288"/>
                </a:lnTo>
                <a:lnTo>
                  <a:pt x="1506086" y="83780"/>
                </a:lnTo>
                <a:lnTo>
                  <a:pt x="1506073" y="84268"/>
                </a:lnTo>
                <a:lnTo>
                  <a:pt x="1506050" y="84752"/>
                </a:lnTo>
                <a:lnTo>
                  <a:pt x="1506019" y="85232"/>
                </a:lnTo>
                <a:lnTo>
                  <a:pt x="1505979" y="85708"/>
                </a:lnTo>
                <a:lnTo>
                  <a:pt x="1505930" y="86181"/>
                </a:lnTo>
                <a:lnTo>
                  <a:pt x="1505872" y="86649"/>
                </a:lnTo>
                <a:lnTo>
                  <a:pt x="1505806" y="87114"/>
                </a:lnTo>
                <a:lnTo>
                  <a:pt x="1505730" y="87575"/>
                </a:lnTo>
                <a:lnTo>
                  <a:pt x="1505646" y="88032"/>
                </a:lnTo>
                <a:lnTo>
                  <a:pt x="1505552" y="88485"/>
                </a:lnTo>
                <a:lnTo>
                  <a:pt x="1505450" y="88934"/>
                </a:lnTo>
                <a:lnTo>
                  <a:pt x="1505339" y="89379"/>
                </a:lnTo>
                <a:lnTo>
                  <a:pt x="1505218" y="89820"/>
                </a:lnTo>
                <a:lnTo>
                  <a:pt x="1505089" y="90258"/>
                </a:lnTo>
                <a:lnTo>
                  <a:pt x="1504952" y="90691"/>
                </a:lnTo>
                <a:lnTo>
                  <a:pt x="1504805" y="91121"/>
                </a:lnTo>
                <a:lnTo>
                  <a:pt x="1504649" y="91547"/>
                </a:lnTo>
                <a:lnTo>
                  <a:pt x="1504484" y="91968"/>
                </a:lnTo>
                <a:lnTo>
                  <a:pt x="1504311" y="92386"/>
                </a:lnTo>
                <a:lnTo>
                  <a:pt x="1504128" y="92800"/>
                </a:lnTo>
                <a:lnTo>
                  <a:pt x="1503937" y="93211"/>
                </a:lnTo>
                <a:lnTo>
                  <a:pt x="1503737" y="93617"/>
                </a:lnTo>
                <a:lnTo>
                  <a:pt x="1503528" y="94019"/>
                </a:lnTo>
                <a:lnTo>
                  <a:pt x="1503324" y="94416"/>
                </a:lnTo>
                <a:lnTo>
                  <a:pt x="1503113" y="94807"/>
                </a:lnTo>
                <a:lnTo>
                  <a:pt x="1502895" y="95190"/>
                </a:lnTo>
                <a:lnTo>
                  <a:pt x="1502669" y="95567"/>
                </a:lnTo>
                <a:lnTo>
                  <a:pt x="1502436" y="95938"/>
                </a:lnTo>
                <a:lnTo>
                  <a:pt x="1502196" y="96302"/>
                </a:lnTo>
                <a:lnTo>
                  <a:pt x="1501949" y="96659"/>
                </a:lnTo>
                <a:lnTo>
                  <a:pt x="1501695" y="97009"/>
                </a:lnTo>
                <a:lnTo>
                  <a:pt x="1501433" y="97353"/>
                </a:lnTo>
                <a:lnTo>
                  <a:pt x="1501164" y="97690"/>
                </a:lnTo>
                <a:lnTo>
                  <a:pt x="1500888" y="98020"/>
                </a:lnTo>
                <a:lnTo>
                  <a:pt x="1500605" y="98344"/>
                </a:lnTo>
                <a:lnTo>
                  <a:pt x="1500314" y="98661"/>
                </a:lnTo>
                <a:lnTo>
                  <a:pt x="1500016" y="98971"/>
                </a:lnTo>
                <a:lnTo>
                  <a:pt x="1499711" y="99275"/>
                </a:lnTo>
                <a:lnTo>
                  <a:pt x="1499399" y="99572"/>
                </a:lnTo>
                <a:lnTo>
                  <a:pt x="1499080" y="99862"/>
                </a:lnTo>
                <a:lnTo>
                  <a:pt x="1498753" y="100146"/>
                </a:lnTo>
                <a:lnTo>
                  <a:pt x="1498419" y="100423"/>
                </a:lnTo>
                <a:lnTo>
                  <a:pt x="1498078" y="100693"/>
                </a:lnTo>
                <a:lnTo>
                  <a:pt x="1497729" y="100956"/>
                </a:lnTo>
                <a:lnTo>
                  <a:pt x="1497374" y="101213"/>
                </a:lnTo>
                <a:lnTo>
                  <a:pt x="1497011" y="101464"/>
                </a:lnTo>
                <a:lnTo>
                  <a:pt x="1496641" y="101707"/>
                </a:lnTo>
                <a:lnTo>
                  <a:pt x="1496278" y="101929"/>
                </a:lnTo>
                <a:lnTo>
                  <a:pt x="1495911" y="102142"/>
                </a:lnTo>
                <a:lnTo>
                  <a:pt x="1495539" y="102345"/>
                </a:lnTo>
                <a:lnTo>
                  <a:pt x="1495163" y="102539"/>
                </a:lnTo>
                <a:lnTo>
                  <a:pt x="1494783" y="102724"/>
                </a:lnTo>
                <a:lnTo>
                  <a:pt x="1494398" y="102898"/>
                </a:lnTo>
                <a:lnTo>
                  <a:pt x="1494009" y="103064"/>
                </a:lnTo>
                <a:lnTo>
                  <a:pt x="1493615" y="103220"/>
                </a:lnTo>
                <a:lnTo>
                  <a:pt x="1493217" y="103366"/>
                </a:lnTo>
                <a:lnTo>
                  <a:pt x="1492814" y="103504"/>
                </a:lnTo>
                <a:lnTo>
                  <a:pt x="1492407" y="103631"/>
                </a:lnTo>
                <a:lnTo>
                  <a:pt x="1491996" y="103749"/>
                </a:lnTo>
                <a:lnTo>
                  <a:pt x="1491580" y="103858"/>
                </a:lnTo>
                <a:lnTo>
                  <a:pt x="1491159" y="103957"/>
                </a:lnTo>
                <a:lnTo>
                  <a:pt x="1490734" y="104047"/>
                </a:lnTo>
                <a:lnTo>
                  <a:pt x="1490305" y="104128"/>
                </a:lnTo>
                <a:lnTo>
                  <a:pt x="1489871" y="104198"/>
                </a:lnTo>
                <a:lnTo>
                  <a:pt x="1489433" y="104260"/>
                </a:lnTo>
                <a:lnTo>
                  <a:pt x="1488990" y="104312"/>
                </a:lnTo>
                <a:lnTo>
                  <a:pt x="1488543" y="104354"/>
                </a:lnTo>
                <a:lnTo>
                  <a:pt x="1488092" y="104388"/>
                </a:lnTo>
                <a:lnTo>
                  <a:pt x="1487635" y="104411"/>
                </a:lnTo>
                <a:lnTo>
                  <a:pt x="1487175" y="104425"/>
                </a:lnTo>
                <a:lnTo>
                  <a:pt x="1486710" y="104430"/>
                </a:lnTo>
                <a:lnTo>
                  <a:pt x="1486009" y="104421"/>
                </a:lnTo>
                <a:lnTo>
                  <a:pt x="1485321" y="104396"/>
                </a:lnTo>
                <a:lnTo>
                  <a:pt x="1484645" y="104353"/>
                </a:lnTo>
                <a:lnTo>
                  <a:pt x="1483983" y="104292"/>
                </a:lnTo>
                <a:lnTo>
                  <a:pt x="1483333" y="104215"/>
                </a:lnTo>
                <a:lnTo>
                  <a:pt x="1482696" y="104120"/>
                </a:lnTo>
                <a:lnTo>
                  <a:pt x="1482072" y="104008"/>
                </a:lnTo>
                <a:lnTo>
                  <a:pt x="1481460" y="103878"/>
                </a:lnTo>
                <a:lnTo>
                  <a:pt x="1480861" y="103732"/>
                </a:lnTo>
                <a:lnTo>
                  <a:pt x="1480276" y="103568"/>
                </a:lnTo>
                <a:lnTo>
                  <a:pt x="1479702" y="103387"/>
                </a:lnTo>
                <a:lnTo>
                  <a:pt x="1479142" y="103189"/>
                </a:lnTo>
                <a:lnTo>
                  <a:pt x="1478595" y="102973"/>
                </a:lnTo>
                <a:lnTo>
                  <a:pt x="1478060" y="102741"/>
                </a:lnTo>
                <a:lnTo>
                  <a:pt x="1477538" y="102491"/>
                </a:lnTo>
                <a:lnTo>
                  <a:pt x="1477029" y="102223"/>
                </a:lnTo>
                <a:lnTo>
                  <a:pt x="1476532" y="101939"/>
                </a:lnTo>
                <a:lnTo>
                  <a:pt x="1476049" y="101637"/>
                </a:lnTo>
                <a:lnTo>
                  <a:pt x="1475578" y="101318"/>
                </a:lnTo>
                <a:lnTo>
                  <a:pt x="1475120" y="100982"/>
                </a:lnTo>
                <a:lnTo>
                  <a:pt x="1474675" y="100629"/>
                </a:lnTo>
                <a:lnTo>
                  <a:pt x="1474242" y="100258"/>
                </a:lnTo>
                <a:lnTo>
                  <a:pt x="1473823" y="99870"/>
                </a:lnTo>
                <a:lnTo>
                  <a:pt x="1473416" y="99465"/>
                </a:lnTo>
                <a:lnTo>
                  <a:pt x="1473037" y="99042"/>
                </a:lnTo>
                <a:lnTo>
                  <a:pt x="1472674" y="98601"/>
                </a:lnTo>
                <a:lnTo>
                  <a:pt x="1472327" y="98141"/>
                </a:lnTo>
                <a:lnTo>
                  <a:pt x="1471997" y="97663"/>
                </a:lnTo>
                <a:lnTo>
                  <a:pt x="1471682" y="97167"/>
                </a:lnTo>
                <a:lnTo>
                  <a:pt x="1471384" y="96652"/>
                </a:lnTo>
                <a:lnTo>
                  <a:pt x="1471102" y="96119"/>
                </a:lnTo>
                <a:lnTo>
                  <a:pt x="1470835" y="95567"/>
                </a:lnTo>
                <a:lnTo>
                  <a:pt x="1470585" y="94998"/>
                </a:lnTo>
                <a:lnTo>
                  <a:pt x="1470352" y="94410"/>
                </a:lnTo>
                <a:lnTo>
                  <a:pt x="1470134" y="93803"/>
                </a:lnTo>
                <a:lnTo>
                  <a:pt x="1469932" y="93178"/>
                </a:lnTo>
                <a:lnTo>
                  <a:pt x="1469747" y="92535"/>
                </a:lnTo>
                <a:lnTo>
                  <a:pt x="1469578" y="91874"/>
                </a:lnTo>
                <a:lnTo>
                  <a:pt x="1469424" y="91194"/>
                </a:lnTo>
                <a:lnTo>
                  <a:pt x="1469287" y="90495"/>
                </a:lnTo>
                <a:lnTo>
                  <a:pt x="1469166" y="89779"/>
                </a:lnTo>
                <a:lnTo>
                  <a:pt x="1469061" y="89044"/>
                </a:lnTo>
                <a:lnTo>
                  <a:pt x="1468973" y="88291"/>
                </a:lnTo>
                <a:lnTo>
                  <a:pt x="1468900" y="87519"/>
                </a:lnTo>
                <a:lnTo>
                  <a:pt x="1468844" y="86729"/>
                </a:lnTo>
                <a:lnTo>
                  <a:pt x="1468803" y="85921"/>
                </a:lnTo>
                <a:lnTo>
                  <a:pt x="1468779" y="85094"/>
                </a:lnTo>
                <a:lnTo>
                  <a:pt x="1468771" y="84249"/>
                </a:lnTo>
                <a:lnTo>
                  <a:pt x="1468771" y="33475"/>
                </a:lnTo>
                <a:lnTo>
                  <a:pt x="1452594" y="33475"/>
                </a:lnTo>
                <a:lnTo>
                  <a:pt x="1452594" y="87292"/>
                </a:lnTo>
                <a:lnTo>
                  <a:pt x="1452608" y="88520"/>
                </a:lnTo>
                <a:lnTo>
                  <a:pt x="1452649" y="89722"/>
                </a:lnTo>
                <a:lnTo>
                  <a:pt x="1452717" y="90898"/>
                </a:lnTo>
                <a:lnTo>
                  <a:pt x="1452812" y="92048"/>
                </a:lnTo>
                <a:lnTo>
                  <a:pt x="1452935" y="93172"/>
                </a:lnTo>
                <a:lnTo>
                  <a:pt x="1453085" y="94269"/>
                </a:lnTo>
                <a:lnTo>
                  <a:pt x="1453262" y="95341"/>
                </a:lnTo>
                <a:lnTo>
                  <a:pt x="1453466" y="96386"/>
                </a:lnTo>
                <a:lnTo>
                  <a:pt x="1453698" y="97405"/>
                </a:lnTo>
                <a:lnTo>
                  <a:pt x="1453957" y="98398"/>
                </a:lnTo>
                <a:lnTo>
                  <a:pt x="1454243" y="99365"/>
                </a:lnTo>
                <a:lnTo>
                  <a:pt x="1454556" y="100306"/>
                </a:lnTo>
                <a:lnTo>
                  <a:pt x="1454897" y="101220"/>
                </a:lnTo>
                <a:lnTo>
                  <a:pt x="1455265" y="102109"/>
                </a:lnTo>
                <a:lnTo>
                  <a:pt x="1455660" y="102971"/>
                </a:lnTo>
                <a:lnTo>
                  <a:pt x="1456082" y="103807"/>
                </a:lnTo>
                <a:lnTo>
                  <a:pt x="1456532" y="104617"/>
                </a:lnTo>
                <a:lnTo>
                  <a:pt x="1457009" y="105401"/>
                </a:lnTo>
                <a:lnTo>
                  <a:pt x="1457513" y="106159"/>
                </a:lnTo>
                <a:lnTo>
                  <a:pt x="1458044" y="106890"/>
                </a:lnTo>
                <a:lnTo>
                  <a:pt x="1458603" y="107596"/>
                </a:lnTo>
                <a:lnTo>
                  <a:pt x="1459189" y="108275"/>
                </a:lnTo>
                <a:lnTo>
                  <a:pt x="1459802" y="108928"/>
                </a:lnTo>
                <a:lnTo>
                  <a:pt x="1460442" y="109556"/>
                </a:lnTo>
                <a:lnTo>
                  <a:pt x="1461118" y="110157"/>
                </a:lnTo>
                <a:lnTo>
                  <a:pt x="1461813" y="110732"/>
                </a:lnTo>
                <a:lnTo>
                  <a:pt x="1462524" y="111282"/>
                </a:lnTo>
                <a:lnTo>
                  <a:pt x="1463254" y="111807"/>
                </a:lnTo>
                <a:lnTo>
                  <a:pt x="1464002" y="112306"/>
                </a:lnTo>
                <a:lnTo>
                  <a:pt x="1464767" y="112779"/>
                </a:lnTo>
                <a:lnTo>
                  <a:pt x="1465550" y="113227"/>
                </a:lnTo>
                <a:lnTo>
                  <a:pt x="1466351" y="113649"/>
                </a:lnTo>
                <a:lnTo>
                  <a:pt x="1467169" y="114045"/>
                </a:lnTo>
                <a:lnTo>
                  <a:pt x="1468006" y="114416"/>
                </a:lnTo>
                <a:lnTo>
                  <a:pt x="1468860" y="114762"/>
                </a:lnTo>
                <a:lnTo>
                  <a:pt x="1469732" y="115081"/>
                </a:lnTo>
                <a:lnTo>
                  <a:pt x="1470622" y="115376"/>
                </a:lnTo>
                <a:lnTo>
                  <a:pt x="1471530" y="115644"/>
                </a:lnTo>
                <a:lnTo>
                  <a:pt x="1472455" y="115887"/>
                </a:lnTo>
                <a:lnTo>
                  <a:pt x="1473398" y="116105"/>
                </a:lnTo>
                <a:lnTo>
                  <a:pt x="1474359" y="116297"/>
                </a:lnTo>
                <a:lnTo>
                  <a:pt x="1475338" y="116463"/>
                </a:lnTo>
                <a:lnTo>
                  <a:pt x="1476335" y="116603"/>
                </a:lnTo>
                <a:lnTo>
                  <a:pt x="1477349" y="116719"/>
                </a:lnTo>
                <a:lnTo>
                  <a:pt x="1478381" y="116808"/>
                </a:lnTo>
                <a:lnTo>
                  <a:pt x="1479431" y="116872"/>
                </a:lnTo>
                <a:lnTo>
                  <a:pt x="1480499" y="116910"/>
                </a:lnTo>
                <a:lnTo>
                  <a:pt x="1481585" y="116923"/>
                </a:lnTo>
                <a:lnTo>
                  <a:pt x="1482103" y="116920"/>
                </a:lnTo>
                <a:lnTo>
                  <a:pt x="1482617" y="116912"/>
                </a:lnTo>
                <a:lnTo>
                  <a:pt x="1483126" y="116898"/>
                </a:lnTo>
                <a:lnTo>
                  <a:pt x="1483631" y="116879"/>
                </a:lnTo>
                <a:lnTo>
                  <a:pt x="1484132" y="116854"/>
                </a:lnTo>
                <a:lnTo>
                  <a:pt x="1484628" y="116823"/>
                </a:lnTo>
                <a:lnTo>
                  <a:pt x="1485120" y="116787"/>
                </a:lnTo>
                <a:close/>
                <a:moveTo>
                  <a:pt x="1307446" y="250433"/>
                </a:moveTo>
                <a:lnTo>
                  <a:pt x="1292390" y="250433"/>
                </a:lnTo>
                <a:lnTo>
                  <a:pt x="1292390" y="265809"/>
                </a:lnTo>
                <a:lnTo>
                  <a:pt x="1307446" y="265809"/>
                </a:lnTo>
                <a:lnTo>
                  <a:pt x="1307446" y="250433"/>
                </a:lnTo>
                <a:close/>
                <a:moveTo>
                  <a:pt x="2030108" y="303664"/>
                </a:moveTo>
                <a:lnTo>
                  <a:pt x="2030108" y="303683"/>
                </a:lnTo>
                <a:lnTo>
                  <a:pt x="2030108" y="303667"/>
                </a:lnTo>
                <a:lnTo>
                  <a:pt x="2030108" y="303652"/>
                </a:lnTo>
                <a:lnTo>
                  <a:pt x="2030108" y="303644"/>
                </a:lnTo>
                <a:lnTo>
                  <a:pt x="2030108" y="303664"/>
                </a:lnTo>
                <a:close/>
                <a:moveTo>
                  <a:pt x="2030108" y="303717"/>
                </a:moveTo>
                <a:lnTo>
                  <a:pt x="2030108" y="303689"/>
                </a:lnTo>
                <a:lnTo>
                  <a:pt x="2030108" y="303699"/>
                </a:lnTo>
                <a:lnTo>
                  <a:pt x="2030108" y="303716"/>
                </a:lnTo>
                <a:lnTo>
                  <a:pt x="2030108" y="303733"/>
                </a:lnTo>
                <a:lnTo>
                  <a:pt x="2030108" y="303717"/>
                </a:lnTo>
                <a:close/>
                <a:moveTo>
                  <a:pt x="2030108" y="303789"/>
                </a:moveTo>
                <a:lnTo>
                  <a:pt x="2030108" y="303778"/>
                </a:lnTo>
                <a:lnTo>
                  <a:pt x="2030108" y="303784"/>
                </a:lnTo>
                <a:lnTo>
                  <a:pt x="2030108" y="303809"/>
                </a:lnTo>
                <a:lnTo>
                  <a:pt x="2030108" y="303789"/>
                </a:lnTo>
                <a:close/>
                <a:moveTo>
                  <a:pt x="2030108" y="303864"/>
                </a:moveTo>
                <a:lnTo>
                  <a:pt x="2030108" y="303890"/>
                </a:lnTo>
                <a:lnTo>
                  <a:pt x="2030108" y="303872"/>
                </a:lnTo>
                <a:lnTo>
                  <a:pt x="2030108" y="303850"/>
                </a:lnTo>
                <a:lnTo>
                  <a:pt x="2030108" y="303830"/>
                </a:lnTo>
                <a:lnTo>
                  <a:pt x="2030108" y="303823"/>
                </a:lnTo>
                <a:lnTo>
                  <a:pt x="2030108" y="303864"/>
                </a:lnTo>
                <a:close/>
                <a:moveTo>
                  <a:pt x="2030108" y="304012"/>
                </a:moveTo>
                <a:lnTo>
                  <a:pt x="2030108" y="304037"/>
                </a:lnTo>
                <a:lnTo>
                  <a:pt x="2030108" y="304063"/>
                </a:lnTo>
                <a:lnTo>
                  <a:pt x="2030108" y="304090"/>
                </a:lnTo>
                <a:lnTo>
                  <a:pt x="2030108" y="304090"/>
                </a:lnTo>
                <a:lnTo>
                  <a:pt x="2030108" y="304064"/>
                </a:lnTo>
                <a:lnTo>
                  <a:pt x="2030108" y="304009"/>
                </a:lnTo>
                <a:lnTo>
                  <a:pt x="2030108" y="303958"/>
                </a:lnTo>
                <a:lnTo>
                  <a:pt x="2030108" y="303963"/>
                </a:lnTo>
                <a:lnTo>
                  <a:pt x="2030108" y="303987"/>
                </a:lnTo>
                <a:lnTo>
                  <a:pt x="2030108" y="304012"/>
                </a:lnTo>
                <a:close/>
                <a:moveTo>
                  <a:pt x="1983296" y="318440"/>
                </a:moveTo>
                <a:lnTo>
                  <a:pt x="1983997" y="318389"/>
                </a:lnTo>
                <a:lnTo>
                  <a:pt x="1984693" y="318324"/>
                </a:lnTo>
                <a:lnTo>
                  <a:pt x="1985383" y="318244"/>
                </a:lnTo>
                <a:lnTo>
                  <a:pt x="1986068" y="318150"/>
                </a:lnTo>
                <a:lnTo>
                  <a:pt x="1986747" y="318042"/>
                </a:lnTo>
                <a:lnTo>
                  <a:pt x="1987420" y="317919"/>
                </a:lnTo>
                <a:lnTo>
                  <a:pt x="1988088" y="317782"/>
                </a:lnTo>
                <a:lnTo>
                  <a:pt x="1988751" y="317630"/>
                </a:lnTo>
                <a:lnTo>
                  <a:pt x="1989407" y="317464"/>
                </a:lnTo>
                <a:lnTo>
                  <a:pt x="1990059" y="317283"/>
                </a:lnTo>
                <a:lnTo>
                  <a:pt x="1990704" y="317088"/>
                </a:lnTo>
                <a:lnTo>
                  <a:pt x="1991345" y="316878"/>
                </a:lnTo>
                <a:lnTo>
                  <a:pt x="1991979" y="316654"/>
                </a:lnTo>
                <a:lnTo>
                  <a:pt x="1992608" y="316415"/>
                </a:lnTo>
                <a:lnTo>
                  <a:pt x="1993232" y="316162"/>
                </a:lnTo>
                <a:lnTo>
                  <a:pt x="1993849" y="315895"/>
                </a:lnTo>
                <a:lnTo>
                  <a:pt x="1994462" y="315613"/>
                </a:lnTo>
                <a:lnTo>
                  <a:pt x="1995069" y="315316"/>
                </a:lnTo>
                <a:lnTo>
                  <a:pt x="1995670" y="315005"/>
                </a:lnTo>
                <a:lnTo>
                  <a:pt x="1996265" y="314680"/>
                </a:lnTo>
                <a:lnTo>
                  <a:pt x="1996855" y="314340"/>
                </a:lnTo>
                <a:lnTo>
                  <a:pt x="1997438" y="313975"/>
                </a:lnTo>
                <a:lnTo>
                  <a:pt x="1998010" y="313600"/>
                </a:lnTo>
                <a:lnTo>
                  <a:pt x="1998572" y="313214"/>
                </a:lnTo>
                <a:lnTo>
                  <a:pt x="1999124" y="312819"/>
                </a:lnTo>
                <a:lnTo>
                  <a:pt x="1999667" y="312413"/>
                </a:lnTo>
                <a:lnTo>
                  <a:pt x="2000199" y="311998"/>
                </a:lnTo>
                <a:lnTo>
                  <a:pt x="2000721" y="311572"/>
                </a:lnTo>
                <a:lnTo>
                  <a:pt x="2001233" y="311137"/>
                </a:lnTo>
                <a:lnTo>
                  <a:pt x="2001736" y="310691"/>
                </a:lnTo>
                <a:lnTo>
                  <a:pt x="2002228" y="310236"/>
                </a:lnTo>
                <a:lnTo>
                  <a:pt x="2002710" y="309771"/>
                </a:lnTo>
                <a:lnTo>
                  <a:pt x="2003182" y="309295"/>
                </a:lnTo>
                <a:lnTo>
                  <a:pt x="2003644" y="308809"/>
                </a:lnTo>
                <a:lnTo>
                  <a:pt x="2004096" y="308314"/>
                </a:lnTo>
                <a:lnTo>
                  <a:pt x="2004539" y="307808"/>
                </a:lnTo>
                <a:lnTo>
                  <a:pt x="2004971" y="307293"/>
                </a:lnTo>
                <a:lnTo>
                  <a:pt x="2005393" y="306767"/>
                </a:lnTo>
                <a:lnTo>
                  <a:pt x="2005805" y="306232"/>
                </a:lnTo>
                <a:lnTo>
                  <a:pt x="2006207" y="305686"/>
                </a:lnTo>
                <a:lnTo>
                  <a:pt x="2006599" y="305131"/>
                </a:lnTo>
                <a:lnTo>
                  <a:pt x="2006981" y="304565"/>
                </a:lnTo>
                <a:lnTo>
                  <a:pt x="2007353" y="303989"/>
                </a:lnTo>
                <a:lnTo>
                  <a:pt x="2007715" y="303404"/>
                </a:lnTo>
                <a:lnTo>
                  <a:pt x="2008067" y="302808"/>
                </a:lnTo>
                <a:lnTo>
                  <a:pt x="2008420" y="302205"/>
                </a:lnTo>
                <a:lnTo>
                  <a:pt x="2008758" y="301598"/>
                </a:lnTo>
                <a:lnTo>
                  <a:pt x="2009081" y="300986"/>
                </a:lnTo>
                <a:lnTo>
                  <a:pt x="2009389" y="300370"/>
                </a:lnTo>
                <a:lnTo>
                  <a:pt x="2009681" y="299749"/>
                </a:lnTo>
                <a:lnTo>
                  <a:pt x="2009959" y="299124"/>
                </a:lnTo>
                <a:lnTo>
                  <a:pt x="2010222" y="298495"/>
                </a:lnTo>
                <a:lnTo>
                  <a:pt x="2010470" y="297861"/>
                </a:lnTo>
                <a:lnTo>
                  <a:pt x="2010703" y="297222"/>
                </a:lnTo>
                <a:lnTo>
                  <a:pt x="2010920" y="296579"/>
                </a:lnTo>
                <a:lnTo>
                  <a:pt x="2011123" y="295932"/>
                </a:lnTo>
                <a:lnTo>
                  <a:pt x="2011311" y="295280"/>
                </a:lnTo>
                <a:lnTo>
                  <a:pt x="2011483" y="294624"/>
                </a:lnTo>
                <a:lnTo>
                  <a:pt x="2011641" y="293963"/>
                </a:lnTo>
                <a:lnTo>
                  <a:pt x="2011784" y="293298"/>
                </a:lnTo>
                <a:lnTo>
                  <a:pt x="2011911" y="292629"/>
                </a:lnTo>
                <a:lnTo>
                  <a:pt x="2012024" y="291954"/>
                </a:lnTo>
                <a:lnTo>
                  <a:pt x="2012122" y="291276"/>
                </a:lnTo>
                <a:lnTo>
                  <a:pt x="2012204" y="290593"/>
                </a:lnTo>
                <a:lnTo>
                  <a:pt x="2012272" y="289906"/>
                </a:lnTo>
                <a:lnTo>
                  <a:pt x="2012324" y="289214"/>
                </a:lnTo>
                <a:lnTo>
                  <a:pt x="2012362" y="288518"/>
                </a:lnTo>
                <a:lnTo>
                  <a:pt x="2012384" y="287817"/>
                </a:lnTo>
                <a:lnTo>
                  <a:pt x="2012392" y="287112"/>
                </a:lnTo>
                <a:lnTo>
                  <a:pt x="2012392" y="285510"/>
                </a:lnTo>
                <a:lnTo>
                  <a:pt x="2012384" y="284805"/>
                </a:lnTo>
                <a:lnTo>
                  <a:pt x="2012362" y="284105"/>
                </a:lnTo>
                <a:lnTo>
                  <a:pt x="2012324" y="283410"/>
                </a:lnTo>
                <a:lnTo>
                  <a:pt x="2012272" y="282720"/>
                </a:lnTo>
                <a:lnTo>
                  <a:pt x="2012204" y="282035"/>
                </a:lnTo>
                <a:lnTo>
                  <a:pt x="2012122" y="281356"/>
                </a:lnTo>
                <a:lnTo>
                  <a:pt x="2012024" y="280681"/>
                </a:lnTo>
                <a:lnTo>
                  <a:pt x="2011911" y="280011"/>
                </a:lnTo>
                <a:lnTo>
                  <a:pt x="2011784" y="279346"/>
                </a:lnTo>
                <a:lnTo>
                  <a:pt x="2011641" y="278686"/>
                </a:lnTo>
                <a:lnTo>
                  <a:pt x="2011483" y="278031"/>
                </a:lnTo>
                <a:lnTo>
                  <a:pt x="2011311" y="277381"/>
                </a:lnTo>
                <a:lnTo>
                  <a:pt x="2011123" y="276737"/>
                </a:lnTo>
                <a:lnTo>
                  <a:pt x="2010920" y="276097"/>
                </a:lnTo>
                <a:lnTo>
                  <a:pt x="2010703" y="275462"/>
                </a:lnTo>
                <a:lnTo>
                  <a:pt x="2010470" y="274832"/>
                </a:lnTo>
                <a:lnTo>
                  <a:pt x="2010222" y="274207"/>
                </a:lnTo>
                <a:lnTo>
                  <a:pt x="2009959" y="273587"/>
                </a:lnTo>
                <a:lnTo>
                  <a:pt x="2009681" y="272973"/>
                </a:lnTo>
                <a:lnTo>
                  <a:pt x="2009389" y="272363"/>
                </a:lnTo>
                <a:lnTo>
                  <a:pt x="2009081" y="271758"/>
                </a:lnTo>
                <a:lnTo>
                  <a:pt x="2008758" y="271158"/>
                </a:lnTo>
                <a:lnTo>
                  <a:pt x="2008420" y="270563"/>
                </a:lnTo>
                <a:lnTo>
                  <a:pt x="2008067" y="269974"/>
                </a:lnTo>
                <a:lnTo>
                  <a:pt x="2007715" y="269391"/>
                </a:lnTo>
                <a:lnTo>
                  <a:pt x="2007353" y="268819"/>
                </a:lnTo>
                <a:lnTo>
                  <a:pt x="2006981" y="268257"/>
                </a:lnTo>
                <a:lnTo>
                  <a:pt x="2006599" y="267704"/>
                </a:lnTo>
                <a:lnTo>
                  <a:pt x="2006207" y="267162"/>
                </a:lnTo>
                <a:lnTo>
                  <a:pt x="2005805" y="266630"/>
                </a:lnTo>
                <a:lnTo>
                  <a:pt x="2005393" y="266108"/>
                </a:lnTo>
                <a:lnTo>
                  <a:pt x="2004971" y="265596"/>
                </a:lnTo>
                <a:lnTo>
                  <a:pt x="2004539" y="265093"/>
                </a:lnTo>
                <a:lnTo>
                  <a:pt x="2004096" y="264601"/>
                </a:lnTo>
                <a:lnTo>
                  <a:pt x="2003644" y="264119"/>
                </a:lnTo>
                <a:lnTo>
                  <a:pt x="2003182" y="263647"/>
                </a:lnTo>
                <a:lnTo>
                  <a:pt x="2002710" y="263185"/>
                </a:lnTo>
                <a:lnTo>
                  <a:pt x="2002228" y="262733"/>
                </a:lnTo>
                <a:lnTo>
                  <a:pt x="2001736" y="262290"/>
                </a:lnTo>
                <a:lnTo>
                  <a:pt x="2001233" y="261858"/>
                </a:lnTo>
                <a:lnTo>
                  <a:pt x="2000721" y="261436"/>
                </a:lnTo>
                <a:lnTo>
                  <a:pt x="2000199" y="261024"/>
                </a:lnTo>
                <a:lnTo>
                  <a:pt x="1999667" y="260622"/>
                </a:lnTo>
                <a:lnTo>
                  <a:pt x="1999124" y="260230"/>
                </a:lnTo>
                <a:lnTo>
                  <a:pt x="1998572" y="259848"/>
                </a:lnTo>
                <a:lnTo>
                  <a:pt x="1998010" y="259476"/>
                </a:lnTo>
                <a:lnTo>
                  <a:pt x="1997438" y="259114"/>
                </a:lnTo>
                <a:lnTo>
                  <a:pt x="1996855" y="258762"/>
                </a:lnTo>
                <a:lnTo>
                  <a:pt x="1996265" y="258422"/>
                </a:lnTo>
                <a:lnTo>
                  <a:pt x="1995670" y="258097"/>
                </a:lnTo>
                <a:lnTo>
                  <a:pt x="1995069" y="257786"/>
                </a:lnTo>
                <a:lnTo>
                  <a:pt x="1994462" y="257489"/>
                </a:lnTo>
                <a:lnTo>
                  <a:pt x="1993849" y="257207"/>
                </a:lnTo>
                <a:lnTo>
                  <a:pt x="1993232" y="256940"/>
                </a:lnTo>
                <a:lnTo>
                  <a:pt x="1992608" y="256687"/>
                </a:lnTo>
                <a:lnTo>
                  <a:pt x="1991979" y="256448"/>
                </a:lnTo>
                <a:lnTo>
                  <a:pt x="1991345" y="256224"/>
                </a:lnTo>
                <a:lnTo>
                  <a:pt x="1990704" y="256014"/>
                </a:lnTo>
                <a:lnTo>
                  <a:pt x="1990059" y="255819"/>
                </a:lnTo>
                <a:lnTo>
                  <a:pt x="1989407" y="255638"/>
                </a:lnTo>
                <a:lnTo>
                  <a:pt x="1988751" y="255472"/>
                </a:lnTo>
                <a:lnTo>
                  <a:pt x="1988088" y="255320"/>
                </a:lnTo>
                <a:lnTo>
                  <a:pt x="1987420" y="255183"/>
                </a:lnTo>
                <a:lnTo>
                  <a:pt x="1986747" y="255060"/>
                </a:lnTo>
                <a:lnTo>
                  <a:pt x="1986068" y="254952"/>
                </a:lnTo>
                <a:lnTo>
                  <a:pt x="1985383" y="254858"/>
                </a:lnTo>
                <a:lnTo>
                  <a:pt x="1984693" y="254778"/>
                </a:lnTo>
                <a:lnTo>
                  <a:pt x="1983997" y="254713"/>
                </a:lnTo>
                <a:lnTo>
                  <a:pt x="1983296" y="254662"/>
                </a:lnTo>
                <a:lnTo>
                  <a:pt x="1982589" y="254626"/>
                </a:lnTo>
                <a:lnTo>
                  <a:pt x="1981877" y="254605"/>
                </a:lnTo>
                <a:lnTo>
                  <a:pt x="1981159" y="254597"/>
                </a:lnTo>
                <a:lnTo>
                  <a:pt x="1932628" y="254597"/>
                </a:lnTo>
                <a:lnTo>
                  <a:pt x="1932628" y="364473"/>
                </a:lnTo>
                <a:lnTo>
                  <a:pt x="1949285" y="364473"/>
                </a:lnTo>
                <a:lnTo>
                  <a:pt x="1949285" y="318505"/>
                </a:lnTo>
                <a:lnTo>
                  <a:pt x="1981159" y="318505"/>
                </a:lnTo>
                <a:lnTo>
                  <a:pt x="1981877" y="318497"/>
                </a:lnTo>
                <a:lnTo>
                  <a:pt x="1982589" y="318476"/>
                </a:lnTo>
                <a:lnTo>
                  <a:pt x="1983296" y="318440"/>
                </a:lnTo>
                <a:close/>
                <a:moveTo>
                  <a:pt x="1978881" y="268123"/>
                </a:moveTo>
                <a:lnTo>
                  <a:pt x="1979301" y="268163"/>
                </a:lnTo>
                <a:lnTo>
                  <a:pt x="1979717" y="268212"/>
                </a:lnTo>
                <a:lnTo>
                  <a:pt x="1980129" y="268269"/>
                </a:lnTo>
                <a:lnTo>
                  <a:pt x="1980536" y="268336"/>
                </a:lnTo>
                <a:lnTo>
                  <a:pt x="1980939" y="268412"/>
                </a:lnTo>
                <a:lnTo>
                  <a:pt x="1981337" y="268496"/>
                </a:lnTo>
                <a:lnTo>
                  <a:pt x="1981731" y="268590"/>
                </a:lnTo>
                <a:lnTo>
                  <a:pt x="1982120" y="268692"/>
                </a:lnTo>
                <a:lnTo>
                  <a:pt x="1982505" y="268803"/>
                </a:lnTo>
                <a:lnTo>
                  <a:pt x="1982885" y="268924"/>
                </a:lnTo>
                <a:lnTo>
                  <a:pt x="1983261" y="269053"/>
                </a:lnTo>
                <a:lnTo>
                  <a:pt x="1983633" y="269190"/>
                </a:lnTo>
                <a:lnTo>
                  <a:pt x="1984000" y="269337"/>
                </a:lnTo>
                <a:lnTo>
                  <a:pt x="1984362" y="269493"/>
                </a:lnTo>
                <a:lnTo>
                  <a:pt x="1984720" y="269658"/>
                </a:lnTo>
                <a:lnTo>
                  <a:pt x="1985074" y="269831"/>
                </a:lnTo>
                <a:lnTo>
                  <a:pt x="1985423" y="270014"/>
                </a:lnTo>
                <a:lnTo>
                  <a:pt x="1985768" y="270205"/>
                </a:lnTo>
                <a:lnTo>
                  <a:pt x="1986109" y="270405"/>
                </a:lnTo>
                <a:lnTo>
                  <a:pt x="1986444" y="270614"/>
                </a:lnTo>
                <a:lnTo>
                  <a:pt x="1986788" y="270817"/>
                </a:lnTo>
                <a:lnTo>
                  <a:pt x="1987126" y="271027"/>
                </a:lnTo>
                <a:lnTo>
                  <a:pt x="1987458" y="271242"/>
                </a:lnTo>
                <a:lnTo>
                  <a:pt x="1987784" y="271464"/>
                </a:lnTo>
                <a:lnTo>
                  <a:pt x="1988103" y="271692"/>
                </a:lnTo>
                <a:lnTo>
                  <a:pt x="1988417" y="271926"/>
                </a:lnTo>
                <a:lnTo>
                  <a:pt x="1988724" y="272166"/>
                </a:lnTo>
                <a:lnTo>
                  <a:pt x="1989025" y="272412"/>
                </a:lnTo>
                <a:lnTo>
                  <a:pt x="1989320" y="272664"/>
                </a:lnTo>
                <a:lnTo>
                  <a:pt x="1989609" y="272922"/>
                </a:lnTo>
                <a:lnTo>
                  <a:pt x="1989892" y="273187"/>
                </a:lnTo>
                <a:lnTo>
                  <a:pt x="1990168" y="273457"/>
                </a:lnTo>
                <a:lnTo>
                  <a:pt x="1990439" y="273734"/>
                </a:lnTo>
                <a:lnTo>
                  <a:pt x="1990703" y="274017"/>
                </a:lnTo>
                <a:lnTo>
                  <a:pt x="1990962" y="274306"/>
                </a:lnTo>
                <a:lnTo>
                  <a:pt x="1991214" y="274601"/>
                </a:lnTo>
                <a:lnTo>
                  <a:pt x="1991460" y="274902"/>
                </a:lnTo>
                <a:lnTo>
                  <a:pt x="1991700" y="275209"/>
                </a:lnTo>
                <a:lnTo>
                  <a:pt x="1991934" y="275522"/>
                </a:lnTo>
                <a:lnTo>
                  <a:pt x="1992162" y="275842"/>
                </a:lnTo>
                <a:lnTo>
                  <a:pt x="1992383" y="276168"/>
                </a:lnTo>
                <a:lnTo>
                  <a:pt x="1992599" y="276499"/>
                </a:lnTo>
                <a:lnTo>
                  <a:pt x="1992808" y="276837"/>
                </a:lnTo>
                <a:lnTo>
                  <a:pt x="1993011" y="277181"/>
                </a:lnTo>
                <a:lnTo>
                  <a:pt x="1993207" y="277530"/>
                </a:lnTo>
                <a:lnTo>
                  <a:pt x="1993395" y="277882"/>
                </a:lnTo>
                <a:lnTo>
                  <a:pt x="1993574" y="278237"/>
                </a:lnTo>
                <a:lnTo>
                  <a:pt x="1993745" y="278596"/>
                </a:lnTo>
                <a:lnTo>
                  <a:pt x="1993908" y="278958"/>
                </a:lnTo>
                <a:lnTo>
                  <a:pt x="1994062" y="279323"/>
                </a:lnTo>
                <a:lnTo>
                  <a:pt x="1994208" y="279692"/>
                </a:lnTo>
                <a:lnTo>
                  <a:pt x="1994346" y="280064"/>
                </a:lnTo>
                <a:lnTo>
                  <a:pt x="1994475" y="280440"/>
                </a:lnTo>
                <a:lnTo>
                  <a:pt x="1994596" y="280818"/>
                </a:lnTo>
                <a:lnTo>
                  <a:pt x="1994709" y="281200"/>
                </a:lnTo>
                <a:lnTo>
                  <a:pt x="1994813" y="281586"/>
                </a:lnTo>
                <a:lnTo>
                  <a:pt x="1994909" y="281975"/>
                </a:lnTo>
                <a:lnTo>
                  <a:pt x="1994997" y="282367"/>
                </a:lnTo>
                <a:lnTo>
                  <a:pt x="1995076" y="282762"/>
                </a:lnTo>
                <a:lnTo>
                  <a:pt x="1995147" y="283161"/>
                </a:lnTo>
                <a:lnTo>
                  <a:pt x="1995210" y="283563"/>
                </a:lnTo>
                <a:lnTo>
                  <a:pt x="1995264" y="283968"/>
                </a:lnTo>
                <a:lnTo>
                  <a:pt x="1995310" y="284377"/>
                </a:lnTo>
                <a:lnTo>
                  <a:pt x="1995347" y="284789"/>
                </a:lnTo>
                <a:lnTo>
                  <a:pt x="1995376" y="285205"/>
                </a:lnTo>
                <a:lnTo>
                  <a:pt x="1995397" y="285623"/>
                </a:lnTo>
                <a:lnTo>
                  <a:pt x="1995410" y="286045"/>
                </a:lnTo>
                <a:lnTo>
                  <a:pt x="1995414" y="286471"/>
                </a:lnTo>
                <a:lnTo>
                  <a:pt x="1995410" y="286909"/>
                </a:lnTo>
                <a:lnTo>
                  <a:pt x="1995397" y="287344"/>
                </a:lnTo>
                <a:lnTo>
                  <a:pt x="1995376" y="287775"/>
                </a:lnTo>
                <a:lnTo>
                  <a:pt x="1995347" y="288202"/>
                </a:lnTo>
                <a:lnTo>
                  <a:pt x="1995310" y="288625"/>
                </a:lnTo>
                <a:lnTo>
                  <a:pt x="1995264" y="289044"/>
                </a:lnTo>
                <a:lnTo>
                  <a:pt x="1995210" y="289459"/>
                </a:lnTo>
                <a:lnTo>
                  <a:pt x="1995147" y="289870"/>
                </a:lnTo>
                <a:lnTo>
                  <a:pt x="1995076" y="290277"/>
                </a:lnTo>
                <a:lnTo>
                  <a:pt x="1994997" y="290681"/>
                </a:lnTo>
                <a:lnTo>
                  <a:pt x="1994909" y="291081"/>
                </a:lnTo>
                <a:lnTo>
                  <a:pt x="1994813" y="291476"/>
                </a:lnTo>
                <a:lnTo>
                  <a:pt x="1994709" y="291868"/>
                </a:lnTo>
                <a:lnTo>
                  <a:pt x="1994596" y="292256"/>
                </a:lnTo>
                <a:lnTo>
                  <a:pt x="1994475" y="292640"/>
                </a:lnTo>
                <a:lnTo>
                  <a:pt x="1994346" y="293020"/>
                </a:lnTo>
                <a:lnTo>
                  <a:pt x="1994208" y="293396"/>
                </a:lnTo>
                <a:lnTo>
                  <a:pt x="1994062" y="293769"/>
                </a:lnTo>
                <a:lnTo>
                  <a:pt x="1993908" y="294137"/>
                </a:lnTo>
                <a:lnTo>
                  <a:pt x="1993745" y="294502"/>
                </a:lnTo>
                <a:lnTo>
                  <a:pt x="1993574" y="294862"/>
                </a:lnTo>
                <a:lnTo>
                  <a:pt x="1993395" y="295219"/>
                </a:lnTo>
                <a:lnTo>
                  <a:pt x="1993207" y="295572"/>
                </a:lnTo>
                <a:lnTo>
                  <a:pt x="1993011" y="295921"/>
                </a:lnTo>
                <a:lnTo>
                  <a:pt x="1992808" y="296265"/>
                </a:lnTo>
                <a:lnTo>
                  <a:pt x="1992599" y="296603"/>
                </a:lnTo>
                <a:lnTo>
                  <a:pt x="1992383" y="296934"/>
                </a:lnTo>
                <a:lnTo>
                  <a:pt x="1992162" y="297260"/>
                </a:lnTo>
                <a:lnTo>
                  <a:pt x="1991934" y="297580"/>
                </a:lnTo>
                <a:lnTo>
                  <a:pt x="1991700" y="297893"/>
                </a:lnTo>
                <a:lnTo>
                  <a:pt x="1991460" y="298200"/>
                </a:lnTo>
                <a:lnTo>
                  <a:pt x="1991214" y="298501"/>
                </a:lnTo>
                <a:lnTo>
                  <a:pt x="1990962" y="298796"/>
                </a:lnTo>
                <a:lnTo>
                  <a:pt x="1990703" y="299085"/>
                </a:lnTo>
                <a:lnTo>
                  <a:pt x="1990439" y="299368"/>
                </a:lnTo>
                <a:lnTo>
                  <a:pt x="1990168" y="299645"/>
                </a:lnTo>
                <a:lnTo>
                  <a:pt x="1989892" y="299915"/>
                </a:lnTo>
                <a:lnTo>
                  <a:pt x="1989609" y="300180"/>
                </a:lnTo>
                <a:lnTo>
                  <a:pt x="1989320" y="300438"/>
                </a:lnTo>
                <a:lnTo>
                  <a:pt x="1989025" y="300690"/>
                </a:lnTo>
                <a:lnTo>
                  <a:pt x="1988724" y="300936"/>
                </a:lnTo>
                <a:lnTo>
                  <a:pt x="1988417" y="301176"/>
                </a:lnTo>
                <a:lnTo>
                  <a:pt x="1988103" y="301410"/>
                </a:lnTo>
                <a:lnTo>
                  <a:pt x="1987784" y="301638"/>
                </a:lnTo>
                <a:lnTo>
                  <a:pt x="1987458" y="301860"/>
                </a:lnTo>
                <a:lnTo>
                  <a:pt x="1987126" y="302075"/>
                </a:lnTo>
                <a:lnTo>
                  <a:pt x="1986788" y="302285"/>
                </a:lnTo>
                <a:lnTo>
                  <a:pt x="1986444" y="302488"/>
                </a:lnTo>
                <a:lnTo>
                  <a:pt x="1986096" y="302684"/>
                </a:lnTo>
                <a:lnTo>
                  <a:pt x="1985744" y="302872"/>
                </a:lnTo>
                <a:lnTo>
                  <a:pt x="1985388" y="303051"/>
                </a:lnTo>
                <a:lnTo>
                  <a:pt x="1985030" y="303222"/>
                </a:lnTo>
                <a:lnTo>
                  <a:pt x="1984668" y="303385"/>
                </a:lnTo>
                <a:lnTo>
                  <a:pt x="1984302" y="303539"/>
                </a:lnTo>
                <a:lnTo>
                  <a:pt x="1983933" y="303685"/>
                </a:lnTo>
                <a:lnTo>
                  <a:pt x="1983561" y="303823"/>
                </a:lnTo>
                <a:lnTo>
                  <a:pt x="1983186" y="303952"/>
                </a:lnTo>
                <a:lnTo>
                  <a:pt x="1982807" y="304073"/>
                </a:lnTo>
                <a:lnTo>
                  <a:pt x="1982425" y="304185"/>
                </a:lnTo>
                <a:lnTo>
                  <a:pt x="1982040" y="304290"/>
                </a:lnTo>
                <a:lnTo>
                  <a:pt x="1981651" y="304386"/>
                </a:lnTo>
                <a:lnTo>
                  <a:pt x="1981259" y="304473"/>
                </a:lnTo>
                <a:lnTo>
                  <a:pt x="1980864" y="304553"/>
                </a:lnTo>
                <a:lnTo>
                  <a:pt x="1980465" y="304623"/>
                </a:lnTo>
                <a:lnTo>
                  <a:pt x="1980063" y="304686"/>
                </a:lnTo>
                <a:lnTo>
                  <a:pt x="1979657" y="304740"/>
                </a:lnTo>
                <a:lnTo>
                  <a:pt x="1979249" y="304786"/>
                </a:lnTo>
                <a:lnTo>
                  <a:pt x="1978836" y="304824"/>
                </a:lnTo>
                <a:lnTo>
                  <a:pt x="1978421" y="304853"/>
                </a:lnTo>
                <a:lnTo>
                  <a:pt x="1978002" y="304874"/>
                </a:lnTo>
                <a:lnTo>
                  <a:pt x="1977580" y="304886"/>
                </a:lnTo>
                <a:lnTo>
                  <a:pt x="1977155" y="304890"/>
                </a:lnTo>
                <a:lnTo>
                  <a:pt x="1949285" y="304890"/>
                </a:lnTo>
                <a:lnTo>
                  <a:pt x="1949285" y="268051"/>
                </a:lnTo>
                <a:lnTo>
                  <a:pt x="1977155" y="268051"/>
                </a:lnTo>
                <a:lnTo>
                  <a:pt x="1977593" y="268056"/>
                </a:lnTo>
                <a:lnTo>
                  <a:pt x="1978027" y="268069"/>
                </a:lnTo>
                <a:lnTo>
                  <a:pt x="1978456" y="268092"/>
                </a:lnTo>
                <a:lnTo>
                  <a:pt x="1978881" y="268123"/>
                </a:lnTo>
                <a:close/>
                <a:moveTo>
                  <a:pt x="1698568" y="365995"/>
                </a:moveTo>
                <a:lnTo>
                  <a:pt x="1699062" y="365966"/>
                </a:lnTo>
                <a:lnTo>
                  <a:pt x="1699556" y="365932"/>
                </a:lnTo>
                <a:lnTo>
                  <a:pt x="1700050" y="365895"/>
                </a:lnTo>
                <a:lnTo>
                  <a:pt x="1700544" y="365852"/>
                </a:lnTo>
                <a:lnTo>
                  <a:pt x="1701038" y="365806"/>
                </a:lnTo>
                <a:lnTo>
                  <a:pt x="1701532" y="365755"/>
                </a:lnTo>
                <a:lnTo>
                  <a:pt x="1702025" y="365699"/>
                </a:lnTo>
                <a:lnTo>
                  <a:pt x="1702519" y="365639"/>
                </a:lnTo>
                <a:lnTo>
                  <a:pt x="1703013" y="365574"/>
                </a:lnTo>
                <a:lnTo>
                  <a:pt x="1703507" y="365505"/>
                </a:lnTo>
                <a:lnTo>
                  <a:pt x="1704001" y="365432"/>
                </a:lnTo>
                <a:lnTo>
                  <a:pt x="1704495" y="365354"/>
                </a:lnTo>
                <a:lnTo>
                  <a:pt x="1704989" y="365272"/>
                </a:lnTo>
                <a:lnTo>
                  <a:pt x="1705482" y="365185"/>
                </a:lnTo>
                <a:lnTo>
                  <a:pt x="1705976" y="365094"/>
                </a:lnTo>
                <a:lnTo>
                  <a:pt x="1706470" y="364998"/>
                </a:lnTo>
                <a:lnTo>
                  <a:pt x="1706964" y="364898"/>
                </a:lnTo>
                <a:lnTo>
                  <a:pt x="1707458" y="364794"/>
                </a:lnTo>
                <a:lnTo>
                  <a:pt x="1707948" y="364698"/>
                </a:lnTo>
                <a:lnTo>
                  <a:pt x="1708431" y="364599"/>
                </a:lnTo>
                <a:lnTo>
                  <a:pt x="1708907" y="364496"/>
                </a:lnTo>
                <a:lnTo>
                  <a:pt x="1709375" y="364389"/>
                </a:lnTo>
                <a:lnTo>
                  <a:pt x="1709837" y="364278"/>
                </a:lnTo>
                <a:lnTo>
                  <a:pt x="1710291" y="364163"/>
                </a:lnTo>
                <a:lnTo>
                  <a:pt x="1710738" y="364044"/>
                </a:lnTo>
                <a:lnTo>
                  <a:pt x="1711177" y="363921"/>
                </a:lnTo>
                <a:lnTo>
                  <a:pt x="1711610" y="363795"/>
                </a:lnTo>
                <a:lnTo>
                  <a:pt x="1712035" y="363665"/>
                </a:lnTo>
                <a:lnTo>
                  <a:pt x="1712453" y="363530"/>
                </a:lnTo>
                <a:lnTo>
                  <a:pt x="1712864" y="363392"/>
                </a:lnTo>
                <a:lnTo>
                  <a:pt x="1713267" y="363250"/>
                </a:lnTo>
                <a:lnTo>
                  <a:pt x="1713663" y="363104"/>
                </a:lnTo>
                <a:lnTo>
                  <a:pt x="1714052" y="362954"/>
                </a:lnTo>
                <a:lnTo>
                  <a:pt x="1714434" y="362800"/>
                </a:lnTo>
                <a:lnTo>
                  <a:pt x="1714809" y="362643"/>
                </a:lnTo>
                <a:lnTo>
                  <a:pt x="1715176" y="362481"/>
                </a:lnTo>
                <a:lnTo>
                  <a:pt x="1715536" y="362316"/>
                </a:lnTo>
                <a:lnTo>
                  <a:pt x="1715889" y="362146"/>
                </a:lnTo>
                <a:lnTo>
                  <a:pt x="1716234" y="361973"/>
                </a:lnTo>
                <a:lnTo>
                  <a:pt x="1716573" y="361796"/>
                </a:lnTo>
                <a:lnTo>
                  <a:pt x="1716904" y="361615"/>
                </a:lnTo>
                <a:lnTo>
                  <a:pt x="1717228" y="361430"/>
                </a:lnTo>
                <a:lnTo>
                  <a:pt x="1717228" y="349097"/>
                </a:lnTo>
                <a:lnTo>
                  <a:pt x="1716946" y="349230"/>
                </a:lnTo>
                <a:lnTo>
                  <a:pt x="1716660" y="349363"/>
                </a:lnTo>
                <a:lnTo>
                  <a:pt x="1716370" y="349495"/>
                </a:lnTo>
                <a:lnTo>
                  <a:pt x="1716076" y="349626"/>
                </a:lnTo>
                <a:lnTo>
                  <a:pt x="1715778" y="349757"/>
                </a:lnTo>
                <a:lnTo>
                  <a:pt x="1715476" y="349888"/>
                </a:lnTo>
                <a:lnTo>
                  <a:pt x="1715171" y="350018"/>
                </a:lnTo>
                <a:lnTo>
                  <a:pt x="1714861" y="350147"/>
                </a:lnTo>
                <a:lnTo>
                  <a:pt x="1714548" y="350276"/>
                </a:lnTo>
                <a:lnTo>
                  <a:pt x="1714230" y="350404"/>
                </a:lnTo>
                <a:lnTo>
                  <a:pt x="1713909" y="350532"/>
                </a:lnTo>
                <a:lnTo>
                  <a:pt x="1713584" y="350659"/>
                </a:lnTo>
                <a:lnTo>
                  <a:pt x="1713255" y="350785"/>
                </a:lnTo>
                <a:lnTo>
                  <a:pt x="1712922" y="350911"/>
                </a:lnTo>
                <a:lnTo>
                  <a:pt x="1712586" y="351037"/>
                </a:lnTo>
                <a:lnTo>
                  <a:pt x="1712245" y="351161"/>
                </a:lnTo>
                <a:lnTo>
                  <a:pt x="1711901" y="351286"/>
                </a:lnTo>
                <a:lnTo>
                  <a:pt x="1711552" y="351409"/>
                </a:lnTo>
                <a:lnTo>
                  <a:pt x="1711200" y="351533"/>
                </a:lnTo>
                <a:lnTo>
                  <a:pt x="1710844" y="351655"/>
                </a:lnTo>
                <a:lnTo>
                  <a:pt x="1710483" y="351777"/>
                </a:lnTo>
                <a:lnTo>
                  <a:pt x="1710119" y="351899"/>
                </a:lnTo>
                <a:lnTo>
                  <a:pt x="1709751" y="352020"/>
                </a:lnTo>
                <a:lnTo>
                  <a:pt x="1709380" y="352140"/>
                </a:lnTo>
                <a:lnTo>
                  <a:pt x="1709018" y="352245"/>
                </a:lnTo>
                <a:lnTo>
                  <a:pt x="1708653" y="352345"/>
                </a:lnTo>
                <a:lnTo>
                  <a:pt x="1708286" y="352440"/>
                </a:lnTo>
                <a:lnTo>
                  <a:pt x="1707916" y="352532"/>
                </a:lnTo>
                <a:lnTo>
                  <a:pt x="1707543" y="352618"/>
                </a:lnTo>
                <a:lnTo>
                  <a:pt x="1707167" y="352701"/>
                </a:lnTo>
                <a:lnTo>
                  <a:pt x="1706789" y="352779"/>
                </a:lnTo>
                <a:lnTo>
                  <a:pt x="1706408" y="352852"/>
                </a:lnTo>
                <a:lnTo>
                  <a:pt x="1706024" y="352921"/>
                </a:lnTo>
                <a:lnTo>
                  <a:pt x="1705637" y="352986"/>
                </a:lnTo>
                <a:lnTo>
                  <a:pt x="1705247" y="353046"/>
                </a:lnTo>
                <a:lnTo>
                  <a:pt x="1704855" y="353101"/>
                </a:lnTo>
                <a:lnTo>
                  <a:pt x="1704460" y="353152"/>
                </a:lnTo>
                <a:lnTo>
                  <a:pt x="1704062" y="353199"/>
                </a:lnTo>
                <a:lnTo>
                  <a:pt x="1703661" y="353241"/>
                </a:lnTo>
                <a:lnTo>
                  <a:pt x="1703258" y="353279"/>
                </a:lnTo>
                <a:lnTo>
                  <a:pt x="1702852" y="353313"/>
                </a:lnTo>
                <a:lnTo>
                  <a:pt x="1702442" y="353341"/>
                </a:lnTo>
                <a:lnTo>
                  <a:pt x="1702031" y="353366"/>
                </a:lnTo>
                <a:lnTo>
                  <a:pt x="1701616" y="353386"/>
                </a:lnTo>
                <a:lnTo>
                  <a:pt x="1701199" y="353401"/>
                </a:lnTo>
                <a:lnTo>
                  <a:pt x="1700778" y="353413"/>
                </a:lnTo>
                <a:lnTo>
                  <a:pt x="1700355" y="353419"/>
                </a:lnTo>
                <a:lnTo>
                  <a:pt x="1699930" y="353422"/>
                </a:lnTo>
                <a:lnTo>
                  <a:pt x="1699386" y="353419"/>
                </a:lnTo>
                <a:lnTo>
                  <a:pt x="1698851" y="353410"/>
                </a:lnTo>
                <a:lnTo>
                  <a:pt x="1698323" y="353396"/>
                </a:lnTo>
                <a:lnTo>
                  <a:pt x="1697803" y="353377"/>
                </a:lnTo>
                <a:lnTo>
                  <a:pt x="1697291" y="353352"/>
                </a:lnTo>
                <a:lnTo>
                  <a:pt x="1696787" y="353321"/>
                </a:lnTo>
                <a:lnTo>
                  <a:pt x="1696290" y="353285"/>
                </a:lnTo>
                <a:lnTo>
                  <a:pt x="1695801" y="353244"/>
                </a:lnTo>
                <a:lnTo>
                  <a:pt x="1695320" y="353196"/>
                </a:lnTo>
                <a:lnTo>
                  <a:pt x="1694847" y="353143"/>
                </a:lnTo>
                <a:lnTo>
                  <a:pt x="1694381" y="353085"/>
                </a:lnTo>
                <a:lnTo>
                  <a:pt x="1693924" y="353021"/>
                </a:lnTo>
                <a:lnTo>
                  <a:pt x="1693474" y="352952"/>
                </a:lnTo>
                <a:lnTo>
                  <a:pt x="1693031" y="352876"/>
                </a:lnTo>
                <a:lnTo>
                  <a:pt x="1692597" y="352796"/>
                </a:lnTo>
                <a:lnTo>
                  <a:pt x="1692171" y="352710"/>
                </a:lnTo>
                <a:lnTo>
                  <a:pt x="1691752" y="352618"/>
                </a:lnTo>
                <a:lnTo>
                  <a:pt x="1691341" y="352521"/>
                </a:lnTo>
                <a:lnTo>
                  <a:pt x="1690938" y="352418"/>
                </a:lnTo>
                <a:lnTo>
                  <a:pt x="1690542" y="352309"/>
                </a:lnTo>
                <a:lnTo>
                  <a:pt x="1690154" y="352195"/>
                </a:lnTo>
                <a:lnTo>
                  <a:pt x="1689775" y="352076"/>
                </a:lnTo>
                <a:lnTo>
                  <a:pt x="1689403" y="351951"/>
                </a:lnTo>
                <a:lnTo>
                  <a:pt x="1689038" y="351820"/>
                </a:lnTo>
                <a:lnTo>
                  <a:pt x="1688682" y="351683"/>
                </a:lnTo>
                <a:lnTo>
                  <a:pt x="1688332" y="351540"/>
                </a:lnTo>
                <a:lnTo>
                  <a:pt x="1687990" y="351389"/>
                </a:lnTo>
                <a:lnTo>
                  <a:pt x="1687655" y="351233"/>
                </a:lnTo>
                <a:lnTo>
                  <a:pt x="1687327" y="351069"/>
                </a:lnTo>
                <a:lnTo>
                  <a:pt x="1687006" y="350899"/>
                </a:lnTo>
                <a:lnTo>
                  <a:pt x="1686693" y="350722"/>
                </a:lnTo>
                <a:lnTo>
                  <a:pt x="1686387" y="350538"/>
                </a:lnTo>
                <a:lnTo>
                  <a:pt x="1686088" y="350348"/>
                </a:lnTo>
                <a:lnTo>
                  <a:pt x="1685796" y="350151"/>
                </a:lnTo>
                <a:lnTo>
                  <a:pt x="1685512" y="349948"/>
                </a:lnTo>
                <a:lnTo>
                  <a:pt x="1685234" y="349738"/>
                </a:lnTo>
                <a:lnTo>
                  <a:pt x="1684964" y="349521"/>
                </a:lnTo>
                <a:lnTo>
                  <a:pt x="1684702" y="349297"/>
                </a:lnTo>
                <a:lnTo>
                  <a:pt x="1684446" y="349067"/>
                </a:lnTo>
                <a:lnTo>
                  <a:pt x="1684198" y="348830"/>
                </a:lnTo>
                <a:lnTo>
                  <a:pt x="1683957" y="348586"/>
                </a:lnTo>
                <a:lnTo>
                  <a:pt x="1683723" y="348336"/>
                </a:lnTo>
                <a:lnTo>
                  <a:pt x="1683496" y="348079"/>
                </a:lnTo>
                <a:lnTo>
                  <a:pt x="1683277" y="347816"/>
                </a:lnTo>
                <a:lnTo>
                  <a:pt x="1683065" y="347545"/>
                </a:lnTo>
                <a:lnTo>
                  <a:pt x="1682860" y="347268"/>
                </a:lnTo>
                <a:lnTo>
                  <a:pt x="1682662" y="346985"/>
                </a:lnTo>
                <a:lnTo>
                  <a:pt x="1682472" y="346694"/>
                </a:lnTo>
                <a:lnTo>
                  <a:pt x="1682289" y="346397"/>
                </a:lnTo>
                <a:lnTo>
                  <a:pt x="1682113" y="346094"/>
                </a:lnTo>
                <a:lnTo>
                  <a:pt x="1681946" y="345783"/>
                </a:lnTo>
                <a:lnTo>
                  <a:pt x="1681786" y="345466"/>
                </a:lnTo>
                <a:lnTo>
                  <a:pt x="1681634" y="345143"/>
                </a:lnTo>
                <a:lnTo>
                  <a:pt x="1681490" y="344812"/>
                </a:lnTo>
                <a:lnTo>
                  <a:pt x="1681354" y="344475"/>
                </a:lnTo>
                <a:lnTo>
                  <a:pt x="1681226" y="344132"/>
                </a:lnTo>
                <a:lnTo>
                  <a:pt x="1681105" y="343781"/>
                </a:lnTo>
                <a:lnTo>
                  <a:pt x="1680992" y="343424"/>
                </a:lnTo>
                <a:lnTo>
                  <a:pt x="1680887" y="343061"/>
                </a:lnTo>
                <a:lnTo>
                  <a:pt x="1680790" y="342690"/>
                </a:lnTo>
                <a:lnTo>
                  <a:pt x="1680700" y="342313"/>
                </a:lnTo>
                <a:lnTo>
                  <a:pt x="1680618" y="341929"/>
                </a:lnTo>
                <a:lnTo>
                  <a:pt x="1680544" y="341539"/>
                </a:lnTo>
                <a:lnTo>
                  <a:pt x="1680478" y="341142"/>
                </a:lnTo>
                <a:lnTo>
                  <a:pt x="1680420" y="340738"/>
                </a:lnTo>
                <a:lnTo>
                  <a:pt x="1680369" y="340328"/>
                </a:lnTo>
                <a:lnTo>
                  <a:pt x="1680326" y="339911"/>
                </a:lnTo>
                <a:lnTo>
                  <a:pt x="1680291" y="339487"/>
                </a:lnTo>
                <a:lnTo>
                  <a:pt x="1680264" y="339056"/>
                </a:lnTo>
                <a:lnTo>
                  <a:pt x="1680245" y="338619"/>
                </a:lnTo>
                <a:lnTo>
                  <a:pt x="1680233" y="338175"/>
                </a:lnTo>
                <a:lnTo>
                  <a:pt x="1680229" y="337725"/>
                </a:lnTo>
                <a:lnTo>
                  <a:pt x="1680229" y="295120"/>
                </a:lnTo>
                <a:lnTo>
                  <a:pt x="1717228" y="295120"/>
                </a:lnTo>
                <a:lnTo>
                  <a:pt x="1717228" y="282627"/>
                </a:lnTo>
                <a:lnTo>
                  <a:pt x="1680229" y="282627"/>
                </a:lnTo>
                <a:lnTo>
                  <a:pt x="1680229" y="256519"/>
                </a:lnTo>
                <a:lnTo>
                  <a:pt x="1670298" y="256519"/>
                </a:lnTo>
                <a:lnTo>
                  <a:pt x="1664693" y="282627"/>
                </a:lnTo>
                <a:lnTo>
                  <a:pt x="1640507" y="282627"/>
                </a:lnTo>
                <a:lnTo>
                  <a:pt x="1640507" y="295120"/>
                </a:lnTo>
                <a:lnTo>
                  <a:pt x="1664212" y="295120"/>
                </a:lnTo>
                <a:lnTo>
                  <a:pt x="1664212" y="339006"/>
                </a:lnTo>
                <a:lnTo>
                  <a:pt x="1664227" y="340194"/>
                </a:lnTo>
                <a:lnTo>
                  <a:pt x="1664271" y="341353"/>
                </a:lnTo>
                <a:lnTo>
                  <a:pt x="1664345" y="342485"/>
                </a:lnTo>
                <a:lnTo>
                  <a:pt x="1664448" y="343589"/>
                </a:lnTo>
                <a:lnTo>
                  <a:pt x="1664581" y="344665"/>
                </a:lnTo>
                <a:lnTo>
                  <a:pt x="1664743" y="345713"/>
                </a:lnTo>
                <a:lnTo>
                  <a:pt x="1664934" y="346734"/>
                </a:lnTo>
                <a:lnTo>
                  <a:pt x="1665155" y="347727"/>
                </a:lnTo>
                <a:lnTo>
                  <a:pt x="1665406" y="348692"/>
                </a:lnTo>
                <a:lnTo>
                  <a:pt x="1665686" y="349629"/>
                </a:lnTo>
                <a:lnTo>
                  <a:pt x="1665995" y="350538"/>
                </a:lnTo>
                <a:lnTo>
                  <a:pt x="1666334" y="351419"/>
                </a:lnTo>
                <a:lnTo>
                  <a:pt x="1666703" y="352273"/>
                </a:lnTo>
                <a:lnTo>
                  <a:pt x="1667101" y="353099"/>
                </a:lnTo>
                <a:lnTo>
                  <a:pt x="1667528" y="353897"/>
                </a:lnTo>
                <a:lnTo>
                  <a:pt x="1667985" y="354667"/>
                </a:lnTo>
                <a:lnTo>
                  <a:pt x="1668471" y="355410"/>
                </a:lnTo>
                <a:lnTo>
                  <a:pt x="1668987" y="356124"/>
                </a:lnTo>
                <a:lnTo>
                  <a:pt x="1669532" y="356811"/>
                </a:lnTo>
                <a:lnTo>
                  <a:pt x="1670107" y="357470"/>
                </a:lnTo>
                <a:lnTo>
                  <a:pt x="1670712" y="358101"/>
                </a:lnTo>
                <a:lnTo>
                  <a:pt x="1671345" y="358705"/>
                </a:lnTo>
                <a:lnTo>
                  <a:pt x="1672008" y="359280"/>
                </a:lnTo>
                <a:lnTo>
                  <a:pt x="1672701" y="359828"/>
                </a:lnTo>
                <a:lnTo>
                  <a:pt x="1673419" y="360338"/>
                </a:lnTo>
                <a:lnTo>
                  <a:pt x="1674157" y="360826"/>
                </a:lnTo>
                <a:lnTo>
                  <a:pt x="1674916" y="361292"/>
                </a:lnTo>
                <a:lnTo>
                  <a:pt x="1675695" y="361737"/>
                </a:lnTo>
                <a:lnTo>
                  <a:pt x="1676495" y="362160"/>
                </a:lnTo>
                <a:lnTo>
                  <a:pt x="1677316" y="362561"/>
                </a:lnTo>
                <a:lnTo>
                  <a:pt x="1678157" y="362941"/>
                </a:lnTo>
                <a:lnTo>
                  <a:pt x="1679019" y="363299"/>
                </a:lnTo>
                <a:lnTo>
                  <a:pt x="1679901" y="363635"/>
                </a:lnTo>
                <a:lnTo>
                  <a:pt x="1680804" y="363949"/>
                </a:lnTo>
                <a:lnTo>
                  <a:pt x="1681728" y="364242"/>
                </a:lnTo>
                <a:lnTo>
                  <a:pt x="1682672" y="364513"/>
                </a:lnTo>
                <a:lnTo>
                  <a:pt x="1683636" y="364763"/>
                </a:lnTo>
                <a:lnTo>
                  <a:pt x="1684622" y="364990"/>
                </a:lnTo>
                <a:lnTo>
                  <a:pt x="1685627" y="365196"/>
                </a:lnTo>
                <a:lnTo>
                  <a:pt x="1686654" y="365381"/>
                </a:lnTo>
                <a:lnTo>
                  <a:pt x="1687701" y="365543"/>
                </a:lnTo>
                <a:lnTo>
                  <a:pt x="1688768" y="365684"/>
                </a:lnTo>
                <a:lnTo>
                  <a:pt x="1689856" y="365804"/>
                </a:lnTo>
                <a:lnTo>
                  <a:pt x="1690965" y="365901"/>
                </a:lnTo>
                <a:lnTo>
                  <a:pt x="1692094" y="365977"/>
                </a:lnTo>
                <a:lnTo>
                  <a:pt x="1693244" y="366031"/>
                </a:lnTo>
                <a:lnTo>
                  <a:pt x="1694414" y="366064"/>
                </a:lnTo>
                <a:lnTo>
                  <a:pt x="1695605" y="366075"/>
                </a:lnTo>
                <a:lnTo>
                  <a:pt x="1696099" y="366073"/>
                </a:lnTo>
                <a:lnTo>
                  <a:pt x="1696593" y="366066"/>
                </a:lnTo>
                <a:lnTo>
                  <a:pt x="1697087" y="366055"/>
                </a:lnTo>
                <a:lnTo>
                  <a:pt x="1697581" y="366039"/>
                </a:lnTo>
                <a:lnTo>
                  <a:pt x="1698075" y="366019"/>
                </a:lnTo>
                <a:lnTo>
                  <a:pt x="1698568" y="365995"/>
                </a:lnTo>
                <a:close/>
                <a:moveTo>
                  <a:pt x="1470477" y="313689"/>
                </a:moveTo>
                <a:lnTo>
                  <a:pt x="1470523" y="313159"/>
                </a:lnTo>
                <a:lnTo>
                  <a:pt x="1470577" y="312635"/>
                </a:lnTo>
                <a:lnTo>
                  <a:pt x="1470640" y="312116"/>
                </a:lnTo>
                <a:lnTo>
                  <a:pt x="1470711" y="311602"/>
                </a:lnTo>
                <a:lnTo>
                  <a:pt x="1470790" y="311095"/>
                </a:lnTo>
                <a:lnTo>
                  <a:pt x="1470878" y="310592"/>
                </a:lnTo>
                <a:lnTo>
                  <a:pt x="1470973" y="310096"/>
                </a:lnTo>
                <a:lnTo>
                  <a:pt x="1471078" y="309605"/>
                </a:lnTo>
                <a:lnTo>
                  <a:pt x="1471190" y="309119"/>
                </a:lnTo>
                <a:lnTo>
                  <a:pt x="1471311" y="308639"/>
                </a:lnTo>
                <a:lnTo>
                  <a:pt x="1471441" y="308165"/>
                </a:lnTo>
                <a:lnTo>
                  <a:pt x="1471578" y="307696"/>
                </a:lnTo>
                <a:lnTo>
                  <a:pt x="1471724" y="307233"/>
                </a:lnTo>
                <a:lnTo>
                  <a:pt x="1471879" y="306775"/>
                </a:lnTo>
                <a:lnTo>
                  <a:pt x="1472041" y="306323"/>
                </a:lnTo>
                <a:lnTo>
                  <a:pt x="1472212" y="305876"/>
                </a:lnTo>
                <a:lnTo>
                  <a:pt x="1472392" y="305435"/>
                </a:lnTo>
                <a:lnTo>
                  <a:pt x="1472579" y="305000"/>
                </a:lnTo>
                <a:lnTo>
                  <a:pt x="1472775" y="304570"/>
                </a:lnTo>
                <a:lnTo>
                  <a:pt x="1472979" y="304134"/>
                </a:lnTo>
                <a:lnTo>
                  <a:pt x="1473189" y="303706"/>
                </a:lnTo>
                <a:lnTo>
                  <a:pt x="1473406" y="303286"/>
                </a:lnTo>
                <a:lnTo>
                  <a:pt x="1473630" y="302875"/>
                </a:lnTo>
                <a:lnTo>
                  <a:pt x="1473860" y="302472"/>
                </a:lnTo>
                <a:lnTo>
                  <a:pt x="1474097" y="302077"/>
                </a:lnTo>
                <a:lnTo>
                  <a:pt x="1474340" y="301691"/>
                </a:lnTo>
                <a:lnTo>
                  <a:pt x="1474591" y="301313"/>
                </a:lnTo>
                <a:lnTo>
                  <a:pt x="1474848" y="300944"/>
                </a:lnTo>
                <a:lnTo>
                  <a:pt x="1475111" y="300582"/>
                </a:lnTo>
                <a:lnTo>
                  <a:pt x="1475381" y="300230"/>
                </a:lnTo>
                <a:lnTo>
                  <a:pt x="1475658" y="299885"/>
                </a:lnTo>
                <a:lnTo>
                  <a:pt x="1475942" y="299549"/>
                </a:lnTo>
                <a:lnTo>
                  <a:pt x="1476232" y="299221"/>
                </a:lnTo>
                <a:lnTo>
                  <a:pt x="1476529" y="298902"/>
                </a:lnTo>
                <a:lnTo>
                  <a:pt x="1476833" y="298590"/>
                </a:lnTo>
                <a:lnTo>
                  <a:pt x="1477143" y="298288"/>
                </a:lnTo>
                <a:lnTo>
                  <a:pt x="1477460" y="297993"/>
                </a:lnTo>
                <a:lnTo>
                  <a:pt x="1477784" y="297707"/>
                </a:lnTo>
                <a:lnTo>
                  <a:pt x="1478114" y="297429"/>
                </a:lnTo>
                <a:lnTo>
                  <a:pt x="1478451" y="297160"/>
                </a:lnTo>
                <a:lnTo>
                  <a:pt x="1478795" y="296899"/>
                </a:lnTo>
                <a:lnTo>
                  <a:pt x="1479145" y="296646"/>
                </a:lnTo>
                <a:lnTo>
                  <a:pt x="1479502" y="296401"/>
                </a:lnTo>
                <a:lnTo>
                  <a:pt x="1479865" y="296153"/>
                </a:lnTo>
                <a:lnTo>
                  <a:pt x="1480234" y="295915"/>
                </a:lnTo>
                <a:lnTo>
                  <a:pt x="1480609" y="295688"/>
                </a:lnTo>
                <a:lnTo>
                  <a:pt x="1480988" y="295472"/>
                </a:lnTo>
                <a:lnTo>
                  <a:pt x="1481374" y="295265"/>
                </a:lnTo>
                <a:lnTo>
                  <a:pt x="1481765" y="295070"/>
                </a:lnTo>
                <a:lnTo>
                  <a:pt x="1482161" y="294885"/>
                </a:lnTo>
                <a:lnTo>
                  <a:pt x="1482563" y="294711"/>
                </a:lnTo>
                <a:lnTo>
                  <a:pt x="1482971" y="294547"/>
                </a:lnTo>
                <a:lnTo>
                  <a:pt x="1483384" y="294394"/>
                </a:lnTo>
                <a:lnTo>
                  <a:pt x="1483803" y="294251"/>
                </a:lnTo>
                <a:lnTo>
                  <a:pt x="1484227" y="294119"/>
                </a:lnTo>
                <a:lnTo>
                  <a:pt x="1484657" y="293997"/>
                </a:lnTo>
                <a:lnTo>
                  <a:pt x="1485093" y="293887"/>
                </a:lnTo>
                <a:lnTo>
                  <a:pt x="1485534" y="293786"/>
                </a:lnTo>
                <a:lnTo>
                  <a:pt x="1485980" y="293696"/>
                </a:lnTo>
                <a:lnTo>
                  <a:pt x="1486433" y="293617"/>
                </a:lnTo>
                <a:lnTo>
                  <a:pt x="1486890" y="293548"/>
                </a:lnTo>
                <a:lnTo>
                  <a:pt x="1487354" y="293490"/>
                </a:lnTo>
                <a:lnTo>
                  <a:pt x="1487822" y="293443"/>
                </a:lnTo>
                <a:lnTo>
                  <a:pt x="1488297" y="293406"/>
                </a:lnTo>
                <a:lnTo>
                  <a:pt x="1488777" y="293379"/>
                </a:lnTo>
                <a:lnTo>
                  <a:pt x="1489262" y="293363"/>
                </a:lnTo>
                <a:lnTo>
                  <a:pt x="1489753" y="293358"/>
                </a:lnTo>
                <a:lnTo>
                  <a:pt x="1490454" y="293367"/>
                </a:lnTo>
                <a:lnTo>
                  <a:pt x="1491141" y="293395"/>
                </a:lnTo>
                <a:lnTo>
                  <a:pt x="1491815" y="293441"/>
                </a:lnTo>
                <a:lnTo>
                  <a:pt x="1492476" y="293505"/>
                </a:lnTo>
                <a:lnTo>
                  <a:pt x="1493123" y="293588"/>
                </a:lnTo>
                <a:lnTo>
                  <a:pt x="1493757" y="293689"/>
                </a:lnTo>
                <a:lnTo>
                  <a:pt x="1494378" y="293808"/>
                </a:lnTo>
                <a:lnTo>
                  <a:pt x="1494985" y="293945"/>
                </a:lnTo>
                <a:lnTo>
                  <a:pt x="1495579" y="294101"/>
                </a:lnTo>
                <a:lnTo>
                  <a:pt x="1496160" y="294276"/>
                </a:lnTo>
                <a:lnTo>
                  <a:pt x="1496727" y="294469"/>
                </a:lnTo>
                <a:lnTo>
                  <a:pt x="1497281" y="294680"/>
                </a:lnTo>
                <a:lnTo>
                  <a:pt x="1497822" y="294909"/>
                </a:lnTo>
                <a:lnTo>
                  <a:pt x="1498349" y="295157"/>
                </a:lnTo>
                <a:lnTo>
                  <a:pt x="1498863" y="295423"/>
                </a:lnTo>
                <a:lnTo>
                  <a:pt x="1499363" y="295707"/>
                </a:lnTo>
                <a:lnTo>
                  <a:pt x="1499851" y="296010"/>
                </a:lnTo>
                <a:lnTo>
                  <a:pt x="1500324" y="296331"/>
                </a:lnTo>
                <a:lnTo>
                  <a:pt x="1500785" y="296671"/>
                </a:lnTo>
                <a:lnTo>
                  <a:pt x="1501232" y="297029"/>
                </a:lnTo>
                <a:lnTo>
                  <a:pt x="1501666" y="297405"/>
                </a:lnTo>
                <a:lnTo>
                  <a:pt x="1502086" y="297800"/>
                </a:lnTo>
                <a:lnTo>
                  <a:pt x="1502493" y="298212"/>
                </a:lnTo>
                <a:lnTo>
                  <a:pt x="1502887" y="298644"/>
                </a:lnTo>
                <a:lnTo>
                  <a:pt x="1503279" y="299095"/>
                </a:lnTo>
                <a:lnTo>
                  <a:pt x="1503655" y="299568"/>
                </a:lnTo>
                <a:lnTo>
                  <a:pt x="1504013" y="300063"/>
                </a:lnTo>
                <a:lnTo>
                  <a:pt x="1504355" y="300579"/>
                </a:lnTo>
                <a:lnTo>
                  <a:pt x="1504681" y="301117"/>
                </a:lnTo>
                <a:lnTo>
                  <a:pt x="1504989" y="301677"/>
                </a:lnTo>
                <a:lnTo>
                  <a:pt x="1505281" y="302258"/>
                </a:lnTo>
                <a:lnTo>
                  <a:pt x="1505557" y="302862"/>
                </a:lnTo>
                <a:lnTo>
                  <a:pt x="1505815" y="303486"/>
                </a:lnTo>
                <a:lnTo>
                  <a:pt x="1506057" y="304133"/>
                </a:lnTo>
                <a:lnTo>
                  <a:pt x="1506282" y="304801"/>
                </a:lnTo>
                <a:lnTo>
                  <a:pt x="1506491" y="305491"/>
                </a:lnTo>
                <a:lnTo>
                  <a:pt x="1506683" y="306203"/>
                </a:lnTo>
                <a:lnTo>
                  <a:pt x="1506858" y="306936"/>
                </a:lnTo>
                <a:lnTo>
                  <a:pt x="1507016" y="307691"/>
                </a:lnTo>
                <a:lnTo>
                  <a:pt x="1507158" y="308467"/>
                </a:lnTo>
                <a:lnTo>
                  <a:pt x="1507283" y="309266"/>
                </a:lnTo>
                <a:lnTo>
                  <a:pt x="1507392" y="310086"/>
                </a:lnTo>
                <a:lnTo>
                  <a:pt x="1507484" y="310928"/>
                </a:lnTo>
                <a:lnTo>
                  <a:pt x="1507559" y="311791"/>
                </a:lnTo>
                <a:lnTo>
                  <a:pt x="1507617" y="312676"/>
                </a:lnTo>
                <a:lnTo>
                  <a:pt x="1507659" y="313583"/>
                </a:lnTo>
                <a:lnTo>
                  <a:pt x="1507684" y="314511"/>
                </a:lnTo>
                <a:lnTo>
                  <a:pt x="1507692" y="315462"/>
                </a:lnTo>
                <a:lnTo>
                  <a:pt x="1507692" y="364473"/>
                </a:lnTo>
                <a:lnTo>
                  <a:pt x="1523709" y="364473"/>
                </a:lnTo>
                <a:lnTo>
                  <a:pt x="1523709" y="310817"/>
                </a:lnTo>
                <a:lnTo>
                  <a:pt x="1523695" y="309601"/>
                </a:lnTo>
                <a:lnTo>
                  <a:pt x="1523653" y="308411"/>
                </a:lnTo>
                <a:lnTo>
                  <a:pt x="1523584" y="307245"/>
                </a:lnTo>
                <a:lnTo>
                  <a:pt x="1523486" y="306105"/>
                </a:lnTo>
                <a:lnTo>
                  <a:pt x="1523361" y="304990"/>
                </a:lnTo>
                <a:lnTo>
                  <a:pt x="1523208" y="303899"/>
                </a:lnTo>
                <a:lnTo>
                  <a:pt x="1523028" y="302834"/>
                </a:lnTo>
                <a:lnTo>
                  <a:pt x="1522819" y="301794"/>
                </a:lnTo>
                <a:lnTo>
                  <a:pt x="1522583" y="300779"/>
                </a:lnTo>
                <a:lnTo>
                  <a:pt x="1522319" y="299788"/>
                </a:lnTo>
                <a:lnTo>
                  <a:pt x="1522027" y="298823"/>
                </a:lnTo>
                <a:lnTo>
                  <a:pt x="1521707" y="297883"/>
                </a:lnTo>
                <a:lnTo>
                  <a:pt x="1521359" y="296968"/>
                </a:lnTo>
                <a:lnTo>
                  <a:pt x="1520984" y="296078"/>
                </a:lnTo>
                <a:lnTo>
                  <a:pt x="1520581" y="295213"/>
                </a:lnTo>
                <a:lnTo>
                  <a:pt x="1520150" y="294373"/>
                </a:lnTo>
                <a:lnTo>
                  <a:pt x="1519691" y="293558"/>
                </a:lnTo>
                <a:lnTo>
                  <a:pt x="1519204" y="292768"/>
                </a:lnTo>
                <a:lnTo>
                  <a:pt x="1518690" y="292003"/>
                </a:lnTo>
                <a:lnTo>
                  <a:pt x="1518148" y="291263"/>
                </a:lnTo>
                <a:lnTo>
                  <a:pt x="1517578" y="290548"/>
                </a:lnTo>
                <a:lnTo>
                  <a:pt x="1516980" y="289858"/>
                </a:lnTo>
                <a:lnTo>
                  <a:pt x="1516354" y="289193"/>
                </a:lnTo>
                <a:lnTo>
                  <a:pt x="1515701" y="288553"/>
                </a:lnTo>
                <a:lnTo>
                  <a:pt x="1515024" y="287939"/>
                </a:lnTo>
                <a:lnTo>
                  <a:pt x="1514328" y="287351"/>
                </a:lnTo>
                <a:lnTo>
                  <a:pt x="1513613" y="286789"/>
                </a:lnTo>
                <a:lnTo>
                  <a:pt x="1512880" y="286253"/>
                </a:lnTo>
                <a:lnTo>
                  <a:pt x="1512127" y="285743"/>
                </a:lnTo>
                <a:lnTo>
                  <a:pt x="1511356" y="285260"/>
                </a:lnTo>
                <a:lnTo>
                  <a:pt x="1510566" y="284802"/>
                </a:lnTo>
                <a:lnTo>
                  <a:pt x="1509757" y="284371"/>
                </a:lnTo>
                <a:lnTo>
                  <a:pt x="1508929" y="283966"/>
                </a:lnTo>
                <a:lnTo>
                  <a:pt x="1508081" y="283587"/>
                </a:lnTo>
                <a:lnTo>
                  <a:pt x="1507216" y="283234"/>
                </a:lnTo>
                <a:lnTo>
                  <a:pt x="1506331" y="282907"/>
                </a:lnTo>
                <a:lnTo>
                  <a:pt x="1505427" y="282607"/>
                </a:lnTo>
                <a:lnTo>
                  <a:pt x="1504504" y="282332"/>
                </a:lnTo>
                <a:lnTo>
                  <a:pt x="1503563" y="282084"/>
                </a:lnTo>
                <a:lnTo>
                  <a:pt x="1502602" y="281862"/>
                </a:lnTo>
                <a:lnTo>
                  <a:pt x="1501623" y="281666"/>
                </a:lnTo>
                <a:lnTo>
                  <a:pt x="1500625" y="281496"/>
                </a:lnTo>
                <a:lnTo>
                  <a:pt x="1499608" y="281352"/>
                </a:lnTo>
                <a:lnTo>
                  <a:pt x="1498571" y="281234"/>
                </a:lnTo>
                <a:lnTo>
                  <a:pt x="1497516" y="281143"/>
                </a:lnTo>
                <a:lnTo>
                  <a:pt x="1496443" y="281077"/>
                </a:lnTo>
                <a:lnTo>
                  <a:pt x="1495350" y="281038"/>
                </a:lnTo>
                <a:lnTo>
                  <a:pt x="1494238" y="281025"/>
                </a:lnTo>
                <a:lnTo>
                  <a:pt x="1493560" y="281031"/>
                </a:lnTo>
                <a:lnTo>
                  <a:pt x="1492887" y="281047"/>
                </a:lnTo>
                <a:lnTo>
                  <a:pt x="1492218" y="281075"/>
                </a:lnTo>
                <a:lnTo>
                  <a:pt x="1491555" y="281114"/>
                </a:lnTo>
                <a:lnTo>
                  <a:pt x="1490897" y="281164"/>
                </a:lnTo>
                <a:lnTo>
                  <a:pt x="1490244" y="281225"/>
                </a:lnTo>
                <a:lnTo>
                  <a:pt x="1489596" y="281298"/>
                </a:lnTo>
                <a:lnTo>
                  <a:pt x="1488952" y="281381"/>
                </a:lnTo>
                <a:lnTo>
                  <a:pt x="1488314" y="281476"/>
                </a:lnTo>
                <a:lnTo>
                  <a:pt x="1487681" y="281581"/>
                </a:lnTo>
                <a:lnTo>
                  <a:pt x="1487053" y="281698"/>
                </a:lnTo>
                <a:lnTo>
                  <a:pt x="1486430" y="281826"/>
                </a:lnTo>
                <a:lnTo>
                  <a:pt x="1485812" y="281965"/>
                </a:lnTo>
                <a:lnTo>
                  <a:pt x="1485198" y="282115"/>
                </a:lnTo>
                <a:lnTo>
                  <a:pt x="1484590" y="282276"/>
                </a:lnTo>
                <a:lnTo>
                  <a:pt x="1483987" y="282449"/>
                </a:lnTo>
                <a:lnTo>
                  <a:pt x="1483389" y="282632"/>
                </a:lnTo>
                <a:lnTo>
                  <a:pt x="1482796" y="282827"/>
                </a:lnTo>
                <a:lnTo>
                  <a:pt x="1482208" y="283033"/>
                </a:lnTo>
                <a:lnTo>
                  <a:pt x="1481625" y="283250"/>
                </a:lnTo>
                <a:lnTo>
                  <a:pt x="1481047" y="283478"/>
                </a:lnTo>
                <a:lnTo>
                  <a:pt x="1480474" y="283717"/>
                </a:lnTo>
                <a:lnTo>
                  <a:pt x="1479905" y="283967"/>
                </a:lnTo>
                <a:lnTo>
                  <a:pt x="1479342" y="284229"/>
                </a:lnTo>
                <a:lnTo>
                  <a:pt x="1478787" y="284502"/>
                </a:lnTo>
                <a:lnTo>
                  <a:pt x="1478242" y="284788"/>
                </a:lnTo>
                <a:lnTo>
                  <a:pt x="1477708" y="285087"/>
                </a:lnTo>
                <a:lnTo>
                  <a:pt x="1477184" y="285399"/>
                </a:lnTo>
                <a:lnTo>
                  <a:pt x="1476671" y="285723"/>
                </a:lnTo>
                <a:lnTo>
                  <a:pt x="1476169" y="286060"/>
                </a:lnTo>
                <a:lnTo>
                  <a:pt x="1475677" y="286411"/>
                </a:lnTo>
                <a:lnTo>
                  <a:pt x="1475196" y="286773"/>
                </a:lnTo>
                <a:lnTo>
                  <a:pt x="1474725" y="287149"/>
                </a:lnTo>
                <a:lnTo>
                  <a:pt x="1474265" y="287538"/>
                </a:lnTo>
                <a:lnTo>
                  <a:pt x="1473815" y="287939"/>
                </a:lnTo>
                <a:lnTo>
                  <a:pt x="1473376" y="288353"/>
                </a:lnTo>
                <a:lnTo>
                  <a:pt x="1472948" y="288780"/>
                </a:lnTo>
                <a:lnTo>
                  <a:pt x="1472530" y="289219"/>
                </a:lnTo>
                <a:lnTo>
                  <a:pt x="1472122" y="289672"/>
                </a:lnTo>
                <a:lnTo>
                  <a:pt x="1471725" y="290137"/>
                </a:lnTo>
                <a:lnTo>
                  <a:pt x="1471339" y="290615"/>
                </a:lnTo>
                <a:lnTo>
                  <a:pt x="1470963" y="291106"/>
                </a:lnTo>
                <a:lnTo>
                  <a:pt x="1470598" y="291609"/>
                </a:lnTo>
                <a:lnTo>
                  <a:pt x="1470244" y="292126"/>
                </a:lnTo>
                <a:lnTo>
                  <a:pt x="1469900" y="292655"/>
                </a:lnTo>
                <a:lnTo>
                  <a:pt x="1469566" y="293197"/>
                </a:lnTo>
                <a:lnTo>
                  <a:pt x="1469244" y="293752"/>
                </a:lnTo>
                <a:lnTo>
                  <a:pt x="1468931" y="294319"/>
                </a:lnTo>
                <a:lnTo>
                  <a:pt x="1467330" y="282627"/>
                </a:lnTo>
                <a:lnTo>
                  <a:pt x="1454356" y="282627"/>
                </a:lnTo>
                <a:lnTo>
                  <a:pt x="1454356" y="364473"/>
                </a:lnTo>
                <a:lnTo>
                  <a:pt x="1470373" y="364473"/>
                </a:lnTo>
                <a:lnTo>
                  <a:pt x="1470373" y="316423"/>
                </a:lnTo>
                <a:lnTo>
                  <a:pt x="1470377" y="315865"/>
                </a:lnTo>
                <a:lnTo>
                  <a:pt x="1470390" y="315312"/>
                </a:lnTo>
                <a:lnTo>
                  <a:pt x="1470410" y="314766"/>
                </a:lnTo>
                <a:lnTo>
                  <a:pt x="1470440" y="314225"/>
                </a:lnTo>
                <a:lnTo>
                  <a:pt x="1470477" y="313689"/>
                </a:lnTo>
                <a:close/>
                <a:moveTo>
                  <a:pt x="1399221" y="365639"/>
                </a:moveTo>
                <a:lnTo>
                  <a:pt x="1400121" y="365505"/>
                </a:lnTo>
                <a:lnTo>
                  <a:pt x="1401010" y="365354"/>
                </a:lnTo>
                <a:lnTo>
                  <a:pt x="1401886" y="365185"/>
                </a:lnTo>
                <a:lnTo>
                  <a:pt x="1402751" y="364998"/>
                </a:lnTo>
                <a:lnTo>
                  <a:pt x="1403605" y="364794"/>
                </a:lnTo>
                <a:lnTo>
                  <a:pt x="1404447" y="364571"/>
                </a:lnTo>
                <a:lnTo>
                  <a:pt x="1405277" y="364331"/>
                </a:lnTo>
                <a:lnTo>
                  <a:pt x="1406095" y="364073"/>
                </a:lnTo>
                <a:lnTo>
                  <a:pt x="1406902" y="363797"/>
                </a:lnTo>
                <a:lnTo>
                  <a:pt x="1407697" y="363503"/>
                </a:lnTo>
                <a:lnTo>
                  <a:pt x="1408480" y="363192"/>
                </a:lnTo>
                <a:lnTo>
                  <a:pt x="1409252" y="362863"/>
                </a:lnTo>
                <a:lnTo>
                  <a:pt x="1410012" y="362516"/>
                </a:lnTo>
                <a:lnTo>
                  <a:pt x="1410760" y="362151"/>
                </a:lnTo>
                <a:lnTo>
                  <a:pt x="1411497" y="361768"/>
                </a:lnTo>
                <a:lnTo>
                  <a:pt x="1412221" y="361368"/>
                </a:lnTo>
                <a:lnTo>
                  <a:pt x="1412935" y="360949"/>
                </a:lnTo>
                <a:lnTo>
                  <a:pt x="1413635" y="360502"/>
                </a:lnTo>
                <a:lnTo>
                  <a:pt x="1414322" y="360041"/>
                </a:lnTo>
                <a:lnTo>
                  <a:pt x="1414994" y="359565"/>
                </a:lnTo>
                <a:lnTo>
                  <a:pt x="1415653" y="359076"/>
                </a:lnTo>
                <a:lnTo>
                  <a:pt x="1416298" y="358573"/>
                </a:lnTo>
                <a:lnTo>
                  <a:pt x="1416929" y="358056"/>
                </a:lnTo>
                <a:lnTo>
                  <a:pt x="1417546" y="357526"/>
                </a:lnTo>
                <a:lnTo>
                  <a:pt x="1418149" y="356981"/>
                </a:lnTo>
                <a:lnTo>
                  <a:pt x="1418738" y="356422"/>
                </a:lnTo>
                <a:lnTo>
                  <a:pt x="1419314" y="355850"/>
                </a:lnTo>
                <a:lnTo>
                  <a:pt x="1419875" y="355263"/>
                </a:lnTo>
                <a:lnTo>
                  <a:pt x="1420423" y="354663"/>
                </a:lnTo>
                <a:lnTo>
                  <a:pt x="1420956" y="354049"/>
                </a:lnTo>
                <a:lnTo>
                  <a:pt x="1421476" y="353420"/>
                </a:lnTo>
                <a:lnTo>
                  <a:pt x="1421982" y="352778"/>
                </a:lnTo>
                <a:lnTo>
                  <a:pt x="1422474" y="352122"/>
                </a:lnTo>
                <a:lnTo>
                  <a:pt x="1422952" y="351452"/>
                </a:lnTo>
                <a:lnTo>
                  <a:pt x="1423416" y="350769"/>
                </a:lnTo>
                <a:lnTo>
                  <a:pt x="1423866" y="350071"/>
                </a:lnTo>
                <a:lnTo>
                  <a:pt x="1424302" y="349359"/>
                </a:lnTo>
                <a:lnTo>
                  <a:pt x="1424725" y="348634"/>
                </a:lnTo>
                <a:lnTo>
                  <a:pt x="1425133" y="347895"/>
                </a:lnTo>
                <a:lnTo>
                  <a:pt x="1425528" y="347141"/>
                </a:lnTo>
                <a:lnTo>
                  <a:pt x="1425908" y="346374"/>
                </a:lnTo>
                <a:lnTo>
                  <a:pt x="1426274" y="345595"/>
                </a:lnTo>
                <a:lnTo>
                  <a:pt x="1426625" y="344806"/>
                </a:lnTo>
                <a:lnTo>
                  <a:pt x="1426959" y="344007"/>
                </a:lnTo>
                <a:lnTo>
                  <a:pt x="1427279" y="343197"/>
                </a:lnTo>
                <a:lnTo>
                  <a:pt x="1427582" y="342378"/>
                </a:lnTo>
                <a:lnTo>
                  <a:pt x="1427870" y="341549"/>
                </a:lnTo>
                <a:lnTo>
                  <a:pt x="1428143" y="340710"/>
                </a:lnTo>
                <a:lnTo>
                  <a:pt x="1428400" y="339861"/>
                </a:lnTo>
                <a:lnTo>
                  <a:pt x="1428641" y="339001"/>
                </a:lnTo>
                <a:lnTo>
                  <a:pt x="1428867" y="338132"/>
                </a:lnTo>
                <a:lnTo>
                  <a:pt x="1429077" y="337253"/>
                </a:lnTo>
                <a:lnTo>
                  <a:pt x="1429272" y="336364"/>
                </a:lnTo>
                <a:lnTo>
                  <a:pt x="1429451" y="335464"/>
                </a:lnTo>
                <a:lnTo>
                  <a:pt x="1429615" y="334555"/>
                </a:lnTo>
                <a:lnTo>
                  <a:pt x="1429762" y="333636"/>
                </a:lnTo>
                <a:lnTo>
                  <a:pt x="1429895" y="332706"/>
                </a:lnTo>
                <a:lnTo>
                  <a:pt x="1430012" y="331767"/>
                </a:lnTo>
                <a:lnTo>
                  <a:pt x="1430113" y="330818"/>
                </a:lnTo>
                <a:lnTo>
                  <a:pt x="1430198" y="329858"/>
                </a:lnTo>
                <a:lnTo>
                  <a:pt x="1430269" y="328889"/>
                </a:lnTo>
                <a:lnTo>
                  <a:pt x="1430323" y="327910"/>
                </a:lnTo>
                <a:lnTo>
                  <a:pt x="1430362" y="326920"/>
                </a:lnTo>
                <a:lnTo>
                  <a:pt x="1430385" y="325921"/>
                </a:lnTo>
                <a:lnTo>
                  <a:pt x="1430393" y="324911"/>
                </a:lnTo>
                <a:lnTo>
                  <a:pt x="1430393" y="322189"/>
                </a:lnTo>
                <a:lnTo>
                  <a:pt x="1430385" y="321192"/>
                </a:lnTo>
                <a:lnTo>
                  <a:pt x="1430362" y="320205"/>
                </a:lnTo>
                <a:lnTo>
                  <a:pt x="1430323" y="319228"/>
                </a:lnTo>
                <a:lnTo>
                  <a:pt x="1430269" y="318260"/>
                </a:lnTo>
                <a:lnTo>
                  <a:pt x="1430198" y="317301"/>
                </a:lnTo>
                <a:lnTo>
                  <a:pt x="1430113" y="316352"/>
                </a:lnTo>
                <a:lnTo>
                  <a:pt x="1430012" y="315413"/>
                </a:lnTo>
                <a:lnTo>
                  <a:pt x="1429895" y="314483"/>
                </a:lnTo>
                <a:lnTo>
                  <a:pt x="1429762" y="313562"/>
                </a:lnTo>
                <a:lnTo>
                  <a:pt x="1429615" y="312651"/>
                </a:lnTo>
                <a:lnTo>
                  <a:pt x="1429451" y="311749"/>
                </a:lnTo>
                <a:lnTo>
                  <a:pt x="1429272" y="310857"/>
                </a:lnTo>
                <a:lnTo>
                  <a:pt x="1429077" y="309974"/>
                </a:lnTo>
                <a:lnTo>
                  <a:pt x="1428867" y="309100"/>
                </a:lnTo>
                <a:lnTo>
                  <a:pt x="1428641" y="308236"/>
                </a:lnTo>
                <a:lnTo>
                  <a:pt x="1428400" y="307382"/>
                </a:lnTo>
                <a:lnTo>
                  <a:pt x="1428143" y="306537"/>
                </a:lnTo>
                <a:lnTo>
                  <a:pt x="1427870" y="305701"/>
                </a:lnTo>
                <a:lnTo>
                  <a:pt x="1427582" y="304875"/>
                </a:lnTo>
                <a:lnTo>
                  <a:pt x="1427279" y="304058"/>
                </a:lnTo>
                <a:lnTo>
                  <a:pt x="1426959" y="303251"/>
                </a:lnTo>
                <a:lnTo>
                  <a:pt x="1426625" y="302453"/>
                </a:lnTo>
                <a:lnTo>
                  <a:pt x="1426274" y="301665"/>
                </a:lnTo>
                <a:lnTo>
                  <a:pt x="1425908" y="300886"/>
                </a:lnTo>
                <a:lnTo>
                  <a:pt x="1425528" y="300119"/>
                </a:lnTo>
                <a:lnTo>
                  <a:pt x="1425133" y="299366"/>
                </a:lnTo>
                <a:lnTo>
                  <a:pt x="1424725" y="298626"/>
                </a:lnTo>
                <a:lnTo>
                  <a:pt x="1424302" y="297901"/>
                </a:lnTo>
                <a:lnTo>
                  <a:pt x="1423866" y="297189"/>
                </a:lnTo>
                <a:lnTo>
                  <a:pt x="1423416" y="296492"/>
                </a:lnTo>
                <a:lnTo>
                  <a:pt x="1422952" y="295808"/>
                </a:lnTo>
                <a:lnTo>
                  <a:pt x="1422474" y="295138"/>
                </a:lnTo>
                <a:lnTo>
                  <a:pt x="1421982" y="294482"/>
                </a:lnTo>
                <a:lnTo>
                  <a:pt x="1421476" y="293840"/>
                </a:lnTo>
                <a:lnTo>
                  <a:pt x="1420956" y="293212"/>
                </a:lnTo>
                <a:lnTo>
                  <a:pt x="1420423" y="292597"/>
                </a:lnTo>
                <a:lnTo>
                  <a:pt x="1419875" y="291997"/>
                </a:lnTo>
                <a:lnTo>
                  <a:pt x="1419314" y="291411"/>
                </a:lnTo>
                <a:lnTo>
                  <a:pt x="1418738" y="290838"/>
                </a:lnTo>
                <a:lnTo>
                  <a:pt x="1418149" y="290279"/>
                </a:lnTo>
                <a:lnTo>
                  <a:pt x="1417546" y="289735"/>
                </a:lnTo>
                <a:lnTo>
                  <a:pt x="1416929" y="289204"/>
                </a:lnTo>
                <a:lnTo>
                  <a:pt x="1416298" y="288687"/>
                </a:lnTo>
                <a:lnTo>
                  <a:pt x="1415653" y="288184"/>
                </a:lnTo>
                <a:lnTo>
                  <a:pt x="1414994" y="287695"/>
                </a:lnTo>
                <a:lnTo>
                  <a:pt x="1414322" y="287219"/>
                </a:lnTo>
                <a:lnTo>
                  <a:pt x="1413635" y="286758"/>
                </a:lnTo>
                <a:lnTo>
                  <a:pt x="1412935" y="286311"/>
                </a:lnTo>
                <a:lnTo>
                  <a:pt x="1412221" y="285879"/>
                </a:lnTo>
                <a:lnTo>
                  <a:pt x="1411495" y="285467"/>
                </a:lnTo>
                <a:lnTo>
                  <a:pt x="1410757" y="285072"/>
                </a:lnTo>
                <a:lnTo>
                  <a:pt x="1410007" y="284696"/>
                </a:lnTo>
                <a:lnTo>
                  <a:pt x="1409245" y="284338"/>
                </a:lnTo>
                <a:lnTo>
                  <a:pt x="1408470" y="283998"/>
                </a:lnTo>
                <a:lnTo>
                  <a:pt x="1407683" y="283677"/>
                </a:lnTo>
                <a:lnTo>
                  <a:pt x="1406884" y="283374"/>
                </a:lnTo>
                <a:lnTo>
                  <a:pt x="1406072" y="283090"/>
                </a:lnTo>
                <a:lnTo>
                  <a:pt x="1405249" y="282824"/>
                </a:lnTo>
                <a:lnTo>
                  <a:pt x="1404413" y="282576"/>
                </a:lnTo>
                <a:lnTo>
                  <a:pt x="1403565" y="282347"/>
                </a:lnTo>
                <a:lnTo>
                  <a:pt x="1402704" y="282136"/>
                </a:lnTo>
                <a:lnTo>
                  <a:pt x="1401832" y="281943"/>
                </a:lnTo>
                <a:lnTo>
                  <a:pt x="1400947" y="281768"/>
                </a:lnTo>
                <a:lnTo>
                  <a:pt x="1400050" y="281612"/>
                </a:lnTo>
                <a:lnTo>
                  <a:pt x="1399141" y="281475"/>
                </a:lnTo>
                <a:lnTo>
                  <a:pt x="1398219" y="281356"/>
                </a:lnTo>
                <a:lnTo>
                  <a:pt x="1397285" y="281255"/>
                </a:lnTo>
                <a:lnTo>
                  <a:pt x="1396339" y="281172"/>
                </a:lnTo>
                <a:lnTo>
                  <a:pt x="1395381" y="281108"/>
                </a:lnTo>
                <a:lnTo>
                  <a:pt x="1394411" y="281062"/>
                </a:lnTo>
                <a:lnTo>
                  <a:pt x="1393428" y="281034"/>
                </a:lnTo>
                <a:lnTo>
                  <a:pt x="1392433" y="281025"/>
                </a:lnTo>
                <a:lnTo>
                  <a:pt x="1391464" y="281034"/>
                </a:lnTo>
                <a:lnTo>
                  <a:pt x="1390507" y="281062"/>
                </a:lnTo>
                <a:lnTo>
                  <a:pt x="1389560" y="281108"/>
                </a:lnTo>
                <a:lnTo>
                  <a:pt x="1388625" y="281172"/>
                </a:lnTo>
                <a:lnTo>
                  <a:pt x="1387700" y="281255"/>
                </a:lnTo>
                <a:lnTo>
                  <a:pt x="1386787" y="281356"/>
                </a:lnTo>
                <a:lnTo>
                  <a:pt x="1385885" y="281475"/>
                </a:lnTo>
                <a:lnTo>
                  <a:pt x="1384994" y="281612"/>
                </a:lnTo>
                <a:lnTo>
                  <a:pt x="1384114" y="281768"/>
                </a:lnTo>
                <a:lnTo>
                  <a:pt x="1383246" y="281943"/>
                </a:lnTo>
                <a:lnTo>
                  <a:pt x="1382388" y="282136"/>
                </a:lnTo>
                <a:lnTo>
                  <a:pt x="1381542" y="282347"/>
                </a:lnTo>
                <a:lnTo>
                  <a:pt x="1380706" y="282576"/>
                </a:lnTo>
                <a:lnTo>
                  <a:pt x="1379882" y="282824"/>
                </a:lnTo>
                <a:lnTo>
                  <a:pt x="1379069" y="283090"/>
                </a:lnTo>
                <a:lnTo>
                  <a:pt x="1378267" y="283374"/>
                </a:lnTo>
                <a:lnTo>
                  <a:pt x="1377476" y="283677"/>
                </a:lnTo>
                <a:lnTo>
                  <a:pt x="1376696" y="283998"/>
                </a:lnTo>
                <a:lnTo>
                  <a:pt x="1375928" y="284338"/>
                </a:lnTo>
                <a:lnTo>
                  <a:pt x="1375170" y="284696"/>
                </a:lnTo>
                <a:lnTo>
                  <a:pt x="1374424" y="285072"/>
                </a:lnTo>
                <a:lnTo>
                  <a:pt x="1373689" y="285467"/>
                </a:lnTo>
                <a:lnTo>
                  <a:pt x="1372965" y="285879"/>
                </a:lnTo>
                <a:lnTo>
                  <a:pt x="1372252" y="286311"/>
                </a:lnTo>
                <a:lnTo>
                  <a:pt x="1371551" y="286745"/>
                </a:lnTo>
                <a:lnTo>
                  <a:pt x="1370865" y="287194"/>
                </a:lnTo>
                <a:lnTo>
                  <a:pt x="1370192" y="287657"/>
                </a:lnTo>
                <a:lnTo>
                  <a:pt x="1369533" y="288135"/>
                </a:lnTo>
                <a:lnTo>
                  <a:pt x="1368889" y="288627"/>
                </a:lnTo>
                <a:lnTo>
                  <a:pt x="1368258" y="289134"/>
                </a:lnTo>
                <a:lnTo>
                  <a:pt x="1367641" y="289655"/>
                </a:lnTo>
                <a:lnTo>
                  <a:pt x="1367037" y="290190"/>
                </a:lnTo>
                <a:lnTo>
                  <a:pt x="1366448" y="290740"/>
                </a:lnTo>
                <a:lnTo>
                  <a:pt x="1365873" y="291305"/>
                </a:lnTo>
                <a:lnTo>
                  <a:pt x="1365311" y="291884"/>
                </a:lnTo>
                <a:lnTo>
                  <a:pt x="1364764" y="292477"/>
                </a:lnTo>
                <a:lnTo>
                  <a:pt x="1364230" y="293085"/>
                </a:lnTo>
                <a:lnTo>
                  <a:pt x="1363711" y="293707"/>
                </a:lnTo>
                <a:lnTo>
                  <a:pt x="1363205" y="294344"/>
                </a:lnTo>
                <a:lnTo>
                  <a:pt x="1362713" y="294995"/>
                </a:lnTo>
                <a:lnTo>
                  <a:pt x="1362235" y="295661"/>
                </a:lnTo>
                <a:lnTo>
                  <a:pt x="1361771" y="296341"/>
                </a:lnTo>
                <a:lnTo>
                  <a:pt x="1361321" y="297036"/>
                </a:lnTo>
                <a:lnTo>
                  <a:pt x="1360884" y="297745"/>
                </a:lnTo>
                <a:lnTo>
                  <a:pt x="1360462" y="298469"/>
                </a:lnTo>
                <a:lnTo>
                  <a:pt x="1360053" y="299207"/>
                </a:lnTo>
                <a:lnTo>
                  <a:pt x="1359659" y="299959"/>
                </a:lnTo>
                <a:lnTo>
                  <a:pt x="1359278" y="300726"/>
                </a:lnTo>
                <a:lnTo>
                  <a:pt x="1358912" y="301505"/>
                </a:lnTo>
                <a:lnTo>
                  <a:pt x="1358562" y="302294"/>
                </a:lnTo>
                <a:lnTo>
                  <a:pt x="1358227" y="303093"/>
                </a:lnTo>
                <a:lnTo>
                  <a:pt x="1357908" y="303903"/>
                </a:lnTo>
                <a:lnTo>
                  <a:pt x="1357604" y="304722"/>
                </a:lnTo>
                <a:lnTo>
                  <a:pt x="1357316" y="305551"/>
                </a:lnTo>
                <a:lnTo>
                  <a:pt x="1357044" y="306390"/>
                </a:lnTo>
                <a:lnTo>
                  <a:pt x="1356787" y="307240"/>
                </a:lnTo>
                <a:lnTo>
                  <a:pt x="1356545" y="308099"/>
                </a:lnTo>
                <a:lnTo>
                  <a:pt x="1356319" y="308968"/>
                </a:lnTo>
                <a:lnTo>
                  <a:pt x="1356109" y="309847"/>
                </a:lnTo>
                <a:lnTo>
                  <a:pt x="1355915" y="310737"/>
                </a:lnTo>
                <a:lnTo>
                  <a:pt x="1355736" y="311636"/>
                </a:lnTo>
                <a:lnTo>
                  <a:pt x="1355572" y="312545"/>
                </a:lnTo>
                <a:lnTo>
                  <a:pt x="1355424" y="313464"/>
                </a:lnTo>
                <a:lnTo>
                  <a:pt x="1355292" y="314394"/>
                </a:lnTo>
                <a:lnTo>
                  <a:pt x="1355175" y="315333"/>
                </a:lnTo>
                <a:lnTo>
                  <a:pt x="1355074" y="316282"/>
                </a:lnTo>
                <a:lnTo>
                  <a:pt x="1354988" y="317242"/>
                </a:lnTo>
                <a:lnTo>
                  <a:pt x="1354918" y="318211"/>
                </a:lnTo>
                <a:lnTo>
                  <a:pt x="1354863" y="319190"/>
                </a:lnTo>
                <a:lnTo>
                  <a:pt x="1354825" y="320180"/>
                </a:lnTo>
                <a:lnTo>
                  <a:pt x="1354801" y="321179"/>
                </a:lnTo>
                <a:lnTo>
                  <a:pt x="1354793" y="322189"/>
                </a:lnTo>
                <a:lnTo>
                  <a:pt x="1354793" y="324911"/>
                </a:lnTo>
                <a:lnTo>
                  <a:pt x="1354801" y="325895"/>
                </a:lnTo>
                <a:lnTo>
                  <a:pt x="1354825" y="326870"/>
                </a:lnTo>
                <a:lnTo>
                  <a:pt x="1354863" y="327837"/>
                </a:lnTo>
                <a:lnTo>
                  <a:pt x="1354918" y="328796"/>
                </a:lnTo>
                <a:lnTo>
                  <a:pt x="1354988" y="329746"/>
                </a:lnTo>
                <a:lnTo>
                  <a:pt x="1355074" y="330688"/>
                </a:lnTo>
                <a:lnTo>
                  <a:pt x="1355175" y="331621"/>
                </a:lnTo>
                <a:lnTo>
                  <a:pt x="1355292" y="332546"/>
                </a:lnTo>
                <a:lnTo>
                  <a:pt x="1355424" y="333463"/>
                </a:lnTo>
                <a:lnTo>
                  <a:pt x="1355572" y="334371"/>
                </a:lnTo>
                <a:lnTo>
                  <a:pt x="1355736" y="335272"/>
                </a:lnTo>
                <a:lnTo>
                  <a:pt x="1355915" y="336163"/>
                </a:lnTo>
                <a:lnTo>
                  <a:pt x="1356109" y="337047"/>
                </a:lnTo>
                <a:lnTo>
                  <a:pt x="1356319" y="337922"/>
                </a:lnTo>
                <a:lnTo>
                  <a:pt x="1356545" y="338789"/>
                </a:lnTo>
                <a:lnTo>
                  <a:pt x="1356787" y="339647"/>
                </a:lnTo>
                <a:lnTo>
                  <a:pt x="1357044" y="340497"/>
                </a:lnTo>
                <a:lnTo>
                  <a:pt x="1357316" y="341339"/>
                </a:lnTo>
                <a:lnTo>
                  <a:pt x="1357604" y="342172"/>
                </a:lnTo>
                <a:lnTo>
                  <a:pt x="1357908" y="342997"/>
                </a:lnTo>
                <a:lnTo>
                  <a:pt x="1358227" y="343814"/>
                </a:lnTo>
                <a:lnTo>
                  <a:pt x="1358562" y="344622"/>
                </a:lnTo>
                <a:lnTo>
                  <a:pt x="1358912" y="345422"/>
                </a:lnTo>
                <a:lnTo>
                  <a:pt x="1359278" y="346214"/>
                </a:lnTo>
                <a:lnTo>
                  <a:pt x="1359659" y="346981"/>
                </a:lnTo>
                <a:lnTo>
                  <a:pt x="1360053" y="347734"/>
                </a:lnTo>
                <a:lnTo>
                  <a:pt x="1360462" y="348474"/>
                </a:lnTo>
                <a:lnTo>
                  <a:pt x="1360884" y="349199"/>
                </a:lnTo>
                <a:lnTo>
                  <a:pt x="1361321" y="349911"/>
                </a:lnTo>
                <a:lnTo>
                  <a:pt x="1361771" y="350609"/>
                </a:lnTo>
                <a:lnTo>
                  <a:pt x="1362235" y="351292"/>
                </a:lnTo>
                <a:lnTo>
                  <a:pt x="1362713" y="351962"/>
                </a:lnTo>
                <a:lnTo>
                  <a:pt x="1363205" y="352618"/>
                </a:lnTo>
                <a:lnTo>
                  <a:pt x="1363711" y="353260"/>
                </a:lnTo>
                <a:lnTo>
                  <a:pt x="1364230" y="353888"/>
                </a:lnTo>
                <a:lnTo>
                  <a:pt x="1364764" y="354503"/>
                </a:lnTo>
                <a:lnTo>
                  <a:pt x="1365311" y="355103"/>
                </a:lnTo>
                <a:lnTo>
                  <a:pt x="1365873" y="355689"/>
                </a:lnTo>
                <a:lnTo>
                  <a:pt x="1366448" y="356262"/>
                </a:lnTo>
                <a:lnTo>
                  <a:pt x="1367037" y="356821"/>
                </a:lnTo>
                <a:lnTo>
                  <a:pt x="1367641" y="357365"/>
                </a:lnTo>
                <a:lnTo>
                  <a:pt x="1368258" y="357896"/>
                </a:lnTo>
                <a:lnTo>
                  <a:pt x="1368889" y="358413"/>
                </a:lnTo>
                <a:lnTo>
                  <a:pt x="1369533" y="358916"/>
                </a:lnTo>
                <a:lnTo>
                  <a:pt x="1370192" y="359405"/>
                </a:lnTo>
                <a:lnTo>
                  <a:pt x="1370865" y="359881"/>
                </a:lnTo>
                <a:lnTo>
                  <a:pt x="1371551" y="360342"/>
                </a:lnTo>
                <a:lnTo>
                  <a:pt x="1372252" y="360789"/>
                </a:lnTo>
                <a:lnTo>
                  <a:pt x="1372965" y="361221"/>
                </a:lnTo>
                <a:lnTo>
                  <a:pt x="1373690" y="361634"/>
                </a:lnTo>
                <a:lnTo>
                  <a:pt x="1374427" y="362028"/>
                </a:lnTo>
                <a:lnTo>
                  <a:pt x="1375175" y="362404"/>
                </a:lnTo>
                <a:lnTo>
                  <a:pt x="1375935" y="362762"/>
                </a:lnTo>
                <a:lnTo>
                  <a:pt x="1376706" y="363102"/>
                </a:lnTo>
                <a:lnTo>
                  <a:pt x="1377490" y="363423"/>
                </a:lnTo>
                <a:lnTo>
                  <a:pt x="1378285" y="363726"/>
                </a:lnTo>
                <a:lnTo>
                  <a:pt x="1379092" y="364010"/>
                </a:lnTo>
                <a:lnTo>
                  <a:pt x="1379910" y="364276"/>
                </a:lnTo>
                <a:lnTo>
                  <a:pt x="1380740" y="364524"/>
                </a:lnTo>
                <a:lnTo>
                  <a:pt x="1381582" y="364753"/>
                </a:lnTo>
                <a:lnTo>
                  <a:pt x="1382435" y="364965"/>
                </a:lnTo>
                <a:lnTo>
                  <a:pt x="1383300" y="365157"/>
                </a:lnTo>
                <a:lnTo>
                  <a:pt x="1384177" y="365332"/>
                </a:lnTo>
                <a:lnTo>
                  <a:pt x="1385065" y="365488"/>
                </a:lnTo>
                <a:lnTo>
                  <a:pt x="1385965" y="365625"/>
                </a:lnTo>
                <a:lnTo>
                  <a:pt x="1386877" y="365745"/>
                </a:lnTo>
                <a:lnTo>
                  <a:pt x="1387801" y="365845"/>
                </a:lnTo>
                <a:lnTo>
                  <a:pt x="1388736" y="365928"/>
                </a:lnTo>
                <a:lnTo>
                  <a:pt x="1389683" y="365992"/>
                </a:lnTo>
                <a:lnTo>
                  <a:pt x="1390641" y="366038"/>
                </a:lnTo>
                <a:lnTo>
                  <a:pt x="1391611" y="366066"/>
                </a:lnTo>
                <a:lnTo>
                  <a:pt x="1392593" y="366075"/>
                </a:lnTo>
                <a:lnTo>
                  <a:pt x="1393575" y="366066"/>
                </a:lnTo>
                <a:lnTo>
                  <a:pt x="1394545" y="366039"/>
                </a:lnTo>
                <a:lnTo>
                  <a:pt x="1395504" y="365995"/>
                </a:lnTo>
                <a:lnTo>
                  <a:pt x="1396451" y="365932"/>
                </a:lnTo>
                <a:lnTo>
                  <a:pt x="1397386" y="365852"/>
                </a:lnTo>
                <a:lnTo>
                  <a:pt x="1398309" y="365755"/>
                </a:lnTo>
                <a:lnTo>
                  <a:pt x="1399221" y="365639"/>
                </a:lnTo>
                <a:close/>
                <a:moveTo>
                  <a:pt x="1387527" y="354131"/>
                </a:moveTo>
                <a:lnTo>
                  <a:pt x="1386845" y="353955"/>
                </a:lnTo>
                <a:lnTo>
                  <a:pt x="1386174" y="353757"/>
                </a:lnTo>
                <a:lnTo>
                  <a:pt x="1385514" y="353535"/>
                </a:lnTo>
                <a:lnTo>
                  <a:pt x="1384864" y="353290"/>
                </a:lnTo>
                <a:lnTo>
                  <a:pt x="1384224" y="353021"/>
                </a:lnTo>
                <a:lnTo>
                  <a:pt x="1383596" y="352729"/>
                </a:lnTo>
                <a:lnTo>
                  <a:pt x="1382978" y="352414"/>
                </a:lnTo>
                <a:lnTo>
                  <a:pt x="1382370" y="352075"/>
                </a:lnTo>
                <a:lnTo>
                  <a:pt x="1381773" y="351713"/>
                </a:lnTo>
                <a:lnTo>
                  <a:pt x="1381186" y="351328"/>
                </a:lnTo>
                <a:lnTo>
                  <a:pt x="1380611" y="350919"/>
                </a:lnTo>
                <a:lnTo>
                  <a:pt x="1380045" y="350487"/>
                </a:lnTo>
                <a:lnTo>
                  <a:pt x="1379491" y="350031"/>
                </a:lnTo>
                <a:lnTo>
                  <a:pt x="1378946" y="349552"/>
                </a:lnTo>
                <a:lnTo>
                  <a:pt x="1378413" y="349050"/>
                </a:lnTo>
                <a:lnTo>
                  <a:pt x="1377890" y="348525"/>
                </a:lnTo>
                <a:lnTo>
                  <a:pt x="1377377" y="347976"/>
                </a:lnTo>
                <a:lnTo>
                  <a:pt x="1376894" y="347393"/>
                </a:lnTo>
                <a:lnTo>
                  <a:pt x="1376431" y="346791"/>
                </a:lnTo>
                <a:lnTo>
                  <a:pt x="1375988" y="346171"/>
                </a:lnTo>
                <a:lnTo>
                  <a:pt x="1375566" y="345533"/>
                </a:lnTo>
                <a:lnTo>
                  <a:pt x="1375165" y="344877"/>
                </a:lnTo>
                <a:lnTo>
                  <a:pt x="1374784" y="344202"/>
                </a:lnTo>
                <a:lnTo>
                  <a:pt x="1374424" y="343509"/>
                </a:lnTo>
                <a:lnTo>
                  <a:pt x="1374085" y="342797"/>
                </a:lnTo>
                <a:lnTo>
                  <a:pt x="1373766" y="342067"/>
                </a:lnTo>
                <a:lnTo>
                  <a:pt x="1373468" y="341319"/>
                </a:lnTo>
                <a:lnTo>
                  <a:pt x="1373190" y="340552"/>
                </a:lnTo>
                <a:lnTo>
                  <a:pt x="1372933" y="339767"/>
                </a:lnTo>
                <a:lnTo>
                  <a:pt x="1372696" y="338964"/>
                </a:lnTo>
                <a:lnTo>
                  <a:pt x="1372480" y="338142"/>
                </a:lnTo>
                <a:lnTo>
                  <a:pt x="1372284" y="337302"/>
                </a:lnTo>
                <a:lnTo>
                  <a:pt x="1372109" y="336444"/>
                </a:lnTo>
                <a:lnTo>
                  <a:pt x="1371955" y="335567"/>
                </a:lnTo>
                <a:lnTo>
                  <a:pt x="1371821" y="334672"/>
                </a:lnTo>
                <a:lnTo>
                  <a:pt x="1371708" y="333758"/>
                </a:lnTo>
                <a:lnTo>
                  <a:pt x="1371616" y="332826"/>
                </a:lnTo>
                <a:lnTo>
                  <a:pt x="1371544" y="331876"/>
                </a:lnTo>
                <a:lnTo>
                  <a:pt x="1371492" y="330908"/>
                </a:lnTo>
                <a:lnTo>
                  <a:pt x="1371461" y="329921"/>
                </a:lnTo>
                <a:lnTo>
                  <a:pt x="1371451" y="328916"/>
                </a:lnTo>
                <a:lnTo>
                  <a:pt x="1371451" y="318184"/>
                </a:lnTo>
                <a:lnTo>
                  <a:pt x="1371461" y="317179"/>
                </a:lnTo>
                <a:lnTo>
                  <a:pt x="1371492" y="316193"/>
                </a:lnTo>
                <a:lnTo>
                  <a:pt x="1371544" y="315226"/>
                </a:lnTo>
                <a:lnTo>
                  <a:pt x="1371616" y="314278"/>
                </a:lnTo>
                <a:lnTo>
                  <a:pt x="1371708" y="313349"/>
                </a:lnTo>
                <a:lnTo>
                  <a:pt x="1371821" y="312438"/>
                </a:lnTo>
                <a:lnTo>
                  <a:pt x="1371955" y="311547"/>
                </a:lnTo>
                <a:lnTo>
                  <a:pt x="1372109" y="310674"/>
                </a:lnTo>
                <a:lnTo>
                  <a:pt x="1372284" y="309821"/>
                </a:lnTo>
                <a:lnTo>
                  <a:pt x="1372480" y="308986"/>
                </a:lnTo>
                <a:lnTo>
                  <a:pt x="1372696" y="308170"/>
                </a:lnTo>
                <a:lnTo>
                  <a:pt x="1372933" y="307373"/>
                </a:lnTo>
                <a:lnTo>
                  <a:pt x="1373190" y="306595"/>
                </a:lnTo>
                <a:lnTo>
                  <a:pt x="1373468" y="305836"/>
                </a:lnTo>
                <a:lnTo>
                  <a:pt x="1373766" y="305096"/>
                </a:lnTo>
                <a:lnTo>
                  <a:pt x="1374085" y="304374"/>
                </a:lnTo>
                <a:lnTo>
                  <a:pt x="1374424" y="303672"/>
                </a:lnTo>
                <a:lnTo>
                  <a:pt x="1374784" y="302988"/>
                </a:lnTo>
                <a:lnTo>
                  <a:pt x="1375165" y="302324"/>
                </a:lnTo>
                <a:lnTo>
                  <a:pt x="1375566" y="301678"/>
                </a:lnTo>
                <a:lnTo>
                  <a:pt x="1375988" y="301051"/>
                </a:lnTo>
                <a:lnTo>
                  <a:pt x="1376431" y="300443"/>
                </a:lnTo>
                <a:lnTo>
                  <a:pt x="1376894" y="299854"/>
                </a:lnTo>
                <a:lnTo>
                  <a:pt x="1377377" y="299284"/>
                </a:lnTo>
                <a:lnTo>
                  <a:pt x="1377890" y="298722"/>
                </a:lnTo>
                <a:lnTo>
                  <a:pt x="1378413" y="298184"/>
                </a:lnTo>
                <a:lnTo>
                  <a:pt x="1378946" y="297670"/>
                </a:lnTo>
                <a:lnTo>
                  <a:pt x="1379491" y="297180"/>
                </a:lnTo>
                <a:lnTo>
                  <a:pt x="1380045" y="296714"/>
                </a:lnTo>
                <a:lnTo>
                  <a:pt x="1380611" y="296271"/>
                </a:lnTo>
                <a:lnTo>
                  <a:pt x="1381186" y="295853"/>
                </a:lnTo>
                <a:lnTo>
                  <a:pt x="1381773" y="295458"/>
                </a:lnTo>
                <a:lnTo>
                  <a:pt x="1382370" y="295088"/>
                </a:lnTo>
                <a:lnTo>
                  <a:pt x="1382978" y="294741"/>
                </a:lnTo>
                <a:lnTo>
                  <a:pt x="1383596" y="294418"/>
                </a:lnTo>
                <a:lnTo>
                  <a:pt x="1384224" y="294119"/>
                </a:lnTo>
                <a:lnTo>
                  <a:pt x="1384864" y="293844"/>
                </a:lnTo>
                <a:lnTo>
                  <a:pt x="1385514" y="293593"/>
                </a:lnTo>
                <a:lnTo>
                  <a:pt x="1386174" y="293366"/>
                </a:lnTo>
                <a:lnTo>
                  <a:pt x="1386845" y="293162"/>
                </a:lnTo>
                <a:lnTo>
                  <a:pt x="1387527" y="292983"/>
                </a:lnTo>
                <a:lnTo>
                  <a:pt x="1388219" y="292828"/>
                </a:lnTo>
                <a:lnTo>
                  <a:pt x="1388921" y="292696"/>
                </a:lnTo>
                <a:lnTo>
                  <a:pt x="1389635" y="292589"/>
                </a:lnTo>
                <a:lnTo>
                  <a:pt x="1390358" y="292505"/>
                </a:lnTo>
                <a:lnTo>
                  <a:pt x="1391093" y="292445"/>
                </a:lnTo>
                <a:lnTo>
                  <a:pt x="1391838" y="292409"/>
                </a:lnTo>
                <a:lnTo>
                  <a:pt x="1392593" y="292397"/>
                </a:lnTo>
                <a:lnTo>
                  <a:pt x="1393362" y="292409"/>
                </a:lnTo>
                <a:lnTo>
                  <a:pt x="1394118" y="292445"/>
                </a:lnTo>
                <a:lnTo>
                  <a:pt x="1394863" y="292505"/>
                </a:lnTo>
                <a:lnTo>
                  <a:pt x="1395596" y="292589"/>
                </a:lnTo>
                <a:lnTo>
                  <a:pt x="1396318" y="292696"/>
                </a:lnTo>
                <a:lnTo>
                  <a:pt x="1397028" y="292828"/>
                </a:lnTo>
                <a:lnTo>
                  <a:pt x="1397726" y="292983"/>
                </a:lnTo>
                <a:lnTo>
                  <a:pt x="1398413" y="293162"/>
                </a:lnTo>
                <a:lnTo>
                  <a:pt x="1399088" y="293366"/>
                </a:lnTo>
                <a:lnTo>
                  <a:pt x="1399751" y="293593"/>
                </a:lnTo>
                <a:lnTo>
                  <a:pt x="1400402" y="293844"/>
                </a:lnTo>
                <a:lnTo>
                  <a:pt x="1401042" y="294119"/>
                </a:lnTo>
                <a:lnTo>
                  <a:pt x="1401670" y="294418"/>
                </a:lnTo>
                <a:lnTo>
                  <a:pt x="1402287" y="294741"/>
                </a:lnTo>
                <a:lnTo>
                  <a:pt x="1402892" y="295088"/>
                </a:lnTo>
                <a:lnTo>
                  <a:pt x="1403485" y="295458"/>
                </a:lnTo>
                <a:lnTo>
                  <a:pt x="1404066" y="295853"/>
                </a:lnTo>
                <a:lnTo>
                  <a:pt x="1404636" y="296271"/>
                </a:lnTo>
                <a:lnTo>
                  <a:pt x="1405194" y="296714"/>
                </a:lnTo>
                <a:lnTo>
                  <a:pt x="1405740" y="297180"/>
                </a:lnTo>
                <a:lnTo>
                  <a:pt x="1406275" y="297670"/>
                </a:lnTo>
                <a:lnTo>
                  <a:pt x="1406798" y="298184"/>
                </a:lnTo>
                <a:lnTo>
                  <a:pt x="1407310" y="298722"/>
                </a:lnTo>
                <a:lnTo>
                  <a:pt x="1407809" y="299284"/>
                </a:lnTo>
                <a:lnTo>
                  <a:pt x="1408293" y="299854"/>
                </a:lnTo>
                <a:lnTo>
                  <a:pt x="1408756" y="300443"/>
                </a:lnTo>
                <a:lnTo>
                  <a:pt x="1409198" y="301051"/>
                </a:lnTo>
                <a:lnTo>
                  <a:pt x="1409620" y="301678"/>
                </a:lnTo>
                <a:lnTo>
                  <a:pt x="1410021" y="302324"/>
                </a:lnTo>
                <a:lnTo>
                  <a:pt x="1410402" y="302988"/>
                </a:lnTo>
                <a:lnTo>
                  <a:pt x="1410762" y="303672"/>
                </a:lnTo>
                <a:lnTo>
                  <a:pt x="1411102" y="304374"/>
                </a:lnTo>
                <a:lnTo>
                  <a:pt x="1411421" y="305096"/>
                </a:lnTo>
                <a:lnTo>
                  <a:pt x="1411719" y="305836"/>
                </a:lnTo>
                <a:lnTo>
                  <a:pt x="1411997" y="306595"/>
                </a:lnTo>
                <a:lnTo>
                  <a:pt x="1412254" y="307373"/>
                </a:lnTo>
                <a:lnTo>
                  <a:pt x="1412491" y="308170"/>
                </a:lnTo>
                <a:lnTo>
                  <a:pt x="1412707" y="308986"/>
                </a:lnTo>
                <a:lnTo>
                  <a:pt x="1412902" y="309821"/>
                </a:lnTo>
                <a:lnTo>
                  <a:pt x="1413077" y="310674"/>
                </a:lnTo>
                <a:lnTo>
                  <a:pt x="1413231" y="311547"/>
                </a:lnTo>
                <a:lnTo>
                  <a:pt x="1413365" y="312438"/>
                </a:lnTo>
                <a:lnTo>
                  <a:pt x="1413478" y="313349"/>
                </a:lnTo>
                <a:lnTo>
                  <a:pt x="1413571" y="314278"/>
                </a:lnTo>
                <a:lnTo>
                  <a:pt x="1413643" y="315226"/>
                </a:lnTo>
                <a:lnTo>
                  <a:pt x="1413694" y="316193"/>
                </a:lnTo>
                <a:lnTo>
                  <a:pt x="1413725" y="317179"/>
                </a:lnTo>
                <a:lnTo>
                  <a:pt x="1413736" y="318184"/>
                </a:lnTo>
                <a:lnTo>
                  <a:pt x="1413736" y="328916"/>
                </a:lnTo>
                <a:lnTo>
                  <a:pt x="1413725" y="329921"/>
                </a:lnTo>
                <a:lnTo>
                  <a:pt x="1413694" y="330908"/>
                </a:lnTo>
                <a:lnTo>
                  <a:pt x="1413643" y="331876"/>
                </a:lnTo>
                <a:lnTo>
                  <a:pt x="1413571" y="332826"/>
                </a:lnTo>
                <a:lnTo>
                  <a:pt x="1413478" y="333758"/>
                </a:lnTo>
                <a:lnTo>
                  <a:pt x="1413365" y="334672"/>
                </a:lnTo>
                <a:lnTo>
                  <a:pt x="1413231" y="335567"/>
                </a:lnTo>
                <a:lnTo>
                  <a:pt x="1413077" y="336444"/>
                </a:lnTo>
                <a:lnTo>
                  <a:pt x="1412902" y="337302"/>
                </a:lnTo>
                <a:lnTo>
                  <a:pt x="1412707" y="338142"/>
                </a:lnTo>
                <a:lnTo>
                  <a:pt x="1412491" y="338964"/>
                </a:lnTo>
                <a:lnTo>
                  <a:pt x="1412254" y="339767"/>
                </a:lnTo>
                <a:lnTo>
                  <a:pt x="1411997" y="340552"/>
                </a:lnTo>
                <a:lnTo>
                  <a:pt x="1411719" y="341319"/>
                </a:lnTo>
                <a:lnTo>
                  <a:pt x="1411421" y="342067"/>
                </a:lnTo>
                <a:lnTo>
                  <a:pt x="1411102" y="342797"/>
                </a:lnTo>
                <a:lnTo>
                  <a:pt x="1410762" y="343509"/>
                </a:lnTo>
                <a:lnTo>
                  <a:pt x="1410402" y="344202"/>
                </a:lnTo>
                <a:lnTo>
                  <a:pt x="1410021" y="344877"/>
                </a:lnTo>
                <a:lnTo>
                  <a:pt x="1409620" y="345533"/>
                </a:lnTo>
                <a:lnTo>
                  <a:pt x="1409198" y="346171"/>
                </a:lnTo>
                <a:lnTo>
                  <a:pt x="1408756" y="346791"/>
                </a:lnTo>
                <a:lnTo>
                  <a:pt x="1408293" y="347393"/>
                </a:lnTo>
                <a:lnTo>
                  <a:pt x="1407809" y="347976"/>
                </a:lnTo>
                <a:lnTo>
                  <a:pt x="1407310" y="348525"/>
                </a:lnTo>
                <a:lnTo>
                  <a:pt x="1406798" y="349050"/>
                </a:lnTo>
                <a:lnTo>
                  <a:pt x="1406275" y="349552"/>
                </a:lnTo>
                <a:lnTo>
                  <a:pt x="1405740" y="350031"/>
                </a:lnTo>
                <a:lnTo>
                  <a:pt x="1405194" y="350487"/>
                </a:lnTo>
                <a:lnTo>
                  <a:pt x="1404636" y="350919"/>
                </a:lnTo>
                <a:lnTo>
                  <a:pt x="1404066" y="351328"/>
                </a:lnTo>
                <a:lnTo>
                  <a:pt x="1403485" y="351713"/>
                </a:lnTo>
                <a:lnTo>
                  <a:pt x="1402892" y="352075"/>
                </a:lnTo>
                <a:lnTo>
                  <a:pt x="1402287" y="352414"/>
                </a:lnTo>
                <a:lnTo>
                  <a:pt x="1401670" y="352729"/>
                </a:lnTo>
                <a:lnTo>
                  <a:pt x="1401042" y="353021"/>
                </a:lnTo>
                <a:lnTo>
                  <a:pt x="1400402" y="353290"/>
                </a:lnTo>
                <a:lnTo>
                  <a:pt x="1399751" y="353535"/>
                </a:lnTo>
                <a:lnTo>
                  <a:pt x="1399088" y="353757"/>
                </a:lnTo>
                <a:lnTo>
                  <a:pt x="1398413" y="353955"/>
                </a:lnTo>
                <a:lnTo>
                  <a:pt x="1397726" y="354131"/>
                </a:lnTo>
                <a:lnTo>
                  <a:pt x="1397028" y="354282"/>
                </a:lnTo>
                <a:lnTo>
                  <a:pt x="1396318" y="354411"/>
                </a:lnTo>
                <a:lnTo>
                  <a:pt x="1395596" y="354516"/>
                </a:lnTo>
                <a:lnTo>
                  <a:pt x="1394863" y="354598"/>
                </a:lnTo>
                <a:lnTo>
                  <a:pt x="1394118" y="354656"/>
                </a:lnTo>
                <a:lnTo>
                  <a:pt x="1393362" y="354691"/>
                </a:lnTo>
                <a:lnTo>
                  <a:pt x="1392593" y="354703"/>
                </a:lnTo>
                <a:lnTo>
                  <a:pt x="1391838" y="354691"/>
                </a:lnTo>
                <a:lnTo>
                  <a:pt x="1391093" y="354656"/>
                </a:lnTo>
                <a:lnTo>
                  <a:pt x="1390358" y="354598"/>
                </a:lnTo>
                <a:lnTo>
                  <a:pt x="1389635" y="354516"/>
                </a:lnTo>
                <a:lnTo>
                  <a:pt x="1388921" y="354411"/>
                </a:lnTo>
                <a:lnTo>
                  <a:pt x="1388219" y="354282"/>
                </a:lnTo>
                <a:lnTo>
                  <a:pt x="1387527" y="354131"/>
                </a:lnTo>
                <a:close/>
                <a:moveTo>
                  <a:pt x="1782464" y="365755"/>
                </a:moveTo>
                <a:lnTo>
                  <a:pt x="1783376" y="365639"/>
                </a:lnTo>
                <a:lnTo>
                  <a:pt x="1784276" y="365505"/>
                </a:lnTo>
                <a:lnTo>
                  <a:pt x="1785165" y="365354"/>
                </a:lnTo>
                <a:lnTo>
                  <a:pt x="1786041" y="365185"/>
                </a:lnTo>
                <a:lnTo>
                  <a:pt x="1786907" y="364998"/>
                </a:lnTo>
                <a:lnTo>
                  <a:pt x="1787760" y="364794"/>
                </a:lnTo>
                <a:lnTo>
                  <a:pt x="1788602" y="364571"/>
                </a:lnTo>
                <a:lnTo>
                  <a:pt x="1789432" y="364331"/>
                </a:lnTo>
                <a:lnTo>
                  <a:pt x="1790250" y="364073"/>
                </a:lnTo>
                <a:lnTo>
                  <a:pt x="1791057" y="363797"/>
                </a:lnTo>
                <a:lnTo>
                  <a:pt x="1791852" y="363503"/>
                </a:lnTo>
                <a:lnTo>
                  <a:pt x="1792635" y="363192"/>
                </a:lnTo>
                <a:lnTo>
                  <a:pt x="1793407" y="362863"/>
                </a:lnTo>
                <a:lnTo>
                  <a:pt x="1794167" y="362516"/>
                </a:lnTo>
                <a:lnTo>
                  <a:pt x="1794915" y="362151"/>
                </a:lnTo>
                <a:lnTo>
                  <a:pt x="1795652" y="361768"/>
                </a:lnTo>
                <a:lnTo>
                  <a:pt x="1796377" y="361368"/>
                </a:lnTo>
                <a:lnTo>
                  <a:pt x="1797090" y="360949"/>
                </a:lnTo>
                <a:lnTo>
                  <a:pt x="1797790" y="360502"/>
                </a:lnTo>
                <a:lnTo>
                  <a:pt x="1798477" y="360041"/>
                </a:lnTo>
                <a:lnTo>
                  <a:pt x="1799149" y="359565"/>
                </a:lnTo>
                <a:lnTo>
                  <a:pt x="1799808" y="359076"/>
                </a:lnTo>
                <a:lnTo>
                  <a:pt x="1800453" y="358573"/>
                </a:lnTo>
                <a:lnTo>
                  <a:pt x="1801084" y="358056"/>
                </a:lnTo>
                <a:lnTo>
                  <a:pt x="1801701" y="357526"/>
                </a:lnTo>
                <a:lnTo>
                  <a:pt x="1802304" y="356981"/>
                </a:lnTo>
                <a:lnTo>
                  <a:pt x="1802893" y="356422"/>
                </a:lnTo>
                <a:lnTo>
                  <a:pt x="1803469" y="355850"/>
                </a:lnTo>
                <a:lnTo>
                  <a:pt x="1804030" y="355263"/>
                </a:lnTo>
                <a:lnTo>
                  <a:pt x="1804578" y="354663"/>
                </a:lnTo>
                <a:lnTo>
                  <a:pt x="1805111" y="354049"/>
                </a:lnTo>
                <a:lnTo>
                  <a:pt x="1805631" y="353420"/>
                </a:lnTo>
                <a:lnTo>
                  <a:pt x="1806137" y="352778"/>
                </a:lnTo>
                <a:lnTo>
                  <a:pt x="1806629" y="352122"/>
                </a:lnTo>
                <a:lnTo>
                  <a:pt x="1807107" y="351452"/>
                </a:lnTo>
                <a:lnTo>
                  <a:pt x="1807571" y="350769"/>
                </a:lnTo>
                <a:lnTo>
                  <a:pt x="1808021" y="350071"/>
                </a:lnTo>
                <a:lnTo>
                  <a:pt x="1808457" y="349359"/>
                </a:lnTo>
                <a:lnTo>
                  <a:pt x="1808880" y="348634"/>
                </a:lnTo>
                <a:lnTo>
                  <a:pt x="1809288" y="347895"/>
                </a:lnTo>
                <a:lnTo>
                  <a:pt x="1809683" y="347141"/>
                </a:lnTo>
                <a:lnTo>
                  <a:pt x="1810063" y="346374"/>
                </a:lnTo>
                <a:lnTo>
                  <a:pt x="1810429" y="345595"/>
                </a:lnTo>
                <a:lnTo>
                  <a:pt x="1810780" y="344806"/>
                </a:lnTo>
                <a:lnTo>
                  <a:pt x="1811115" y="344007"/>
                </a:lnTo>
                <a:lnTo>
                  <a:pt x="1811434" y="343197"/>
                </a:lnTo>
                <a:lnTo>
                  <a:pt x="1811737" y="342378"/>
                </a:lnTo>
                <a:lnTo>
                  <a:pt x="1812026" y="341549"/>
                </a:lnTo>
                <a:lnTo>
                  <a:pt x="1812298" y="340710"/>
                </a:lnTo>
                <a:lnTo>
                  <a:pt x="1812555" y="339861"/>
                </a:lnTo>
                <a:lnTo>
                  <a:pt x="1812796" y="339001"/>
                </a:lnTo>
                <a:lnTo>
                  <a:pt x="1813022" y="338132"/>
                </a:lnTo>
                <a:lnTo>
                  <a:pt x="1813232" y="337253"/>
                </a:lnTo>
                <a:lnTo>
                  <a:pt x="1813427" y="336364"/>
                </a:lnTo>
                <a:lnTo>
                  <a:pt x="1813606" y="335464"/>
                </a:lnTo>
                <a:lnTo>
                  <a:pt x="1813770" y="334555"/>
                </a:lnTo>
                <a:lnTo>
                  <a:pt x="1813918" y="333636"/>
                </a:lnTo>
                <a:lnTo>
                  <a:pt x="1814050" y="332706"/>
                </a:lnTo>
                <a:lnTo>
                  <a:pt x="1814167" y="331767"/>
                </a:lnTo>
                <a:lnTo>
                  <a:pt x="1814268" y="330818"/>
                </a:lnTo>
                <a:lnTo>
                  <a:pt x="1814354" y="329858"/>
                </a:lnTo>
                <a:lnTo>
                  <a:pt x="1814424" y="328889"/>
                </a:lnTo>
                <a:lnTo>
                  <a:pt x="1814478" y="327910"/>
                </a:lnTo>
                <a:lnTo>
                  <a:pt x="1814517" y="326920"/>
                </a:lnTo>
                <a:lnTo>
                  <a:pt x="1814540" y="325921"/>
                </a:lnTo>
                <a:lnTo>
                  <a:pt x="1814548" y="324911"/>
                </a:lnTo>
                <a:lnTo>
                  <a:pt x="1814548" y="322189"/>
                </a:lnTo>
                <a:lnTo>
                  <a:pt x="1814540" y="321192"/>
                </a:lnTo>
                <a:lnTo>
                  <a:pt x="1814517" y="320205"/>
                </a:lnTo>
                <a:lnTo>
                  <a:pt x="1814478" y="319228"/>
                </a:lnTo>
                <a:lnTo>
                  <a:pt x="1814424" y="318260"/>
                </a:lnTo>
                <a:lnTo>
                  <a:pt x="1814354" y="317301"/>
                </a:lnTo>
                <a:lnTo>
                  <a:pt x="1814268" y="316352"/>
                </a:lnTo>
                <a:lnTo>
                  <a:pt x="1814167" y="315413"/>
                </a:lnTo>
                <a:lnTo>
                  <a:pt x="1814050" y="314483"/>
                </a:lnTo>
                <a:lnTo>
                  <a:pt x="1813918" y="313562"/>
                </a:lnTo>
                <a:lnTo>
                  <a:pt x="1813770" y="312651"/>
                </a:lnTo>
                <a:lnTo>
                  <a:pt x="1813606" y="311749"/>
                </a:lnTo>
                <a:lnTo>
                  <a:pt x="1813427" y="310857"/>
                </a:lnTo>
                <a:lnTo>
                  <a:pt x="1813232" y="309974"/>
                </a:lnTo>
                <a:lnTo>
                  <a:pt x="1813022" y="309100"/>
                </a:lnTo>
                <a:lnTo>
                  <a:pt x="1812796" y="308236"/>
                </a:lnTo>
                <a:lnTo>
                  <a:pt x="1812555" y="307382"/>
                </a:lnTo>
                <a:lnTo>
                  <a:pt x="1812298" y="306537"/>
                </a:lnTo>
                <a:lnTo>
                  <a:pt x="1812026" y="305701"/>
                </a:lnTo>
                <a:lnTo>
                  <a:pt x="1811737" y="304875"/>
                </a:lnTo>
                <a:lnTo>
                  <a:pt x="1811434" y="304058"/>
                </a:lnTo>
                <a:lnTo>
                  <a:pt x="1811115" y="303251"/>
                </a:lnTo>
                <a:lnTo>
                  <a:pt x="1810780" y="302453"/>
                </a:lnTo>
                <a:lnTo>
                  <a:pt x="1810429" y="301665"/>
                </a:lnTo>
                <a:lnTo>
                  <a:pt x="1810063" y="300886"/>
                </a:lnTo>
                <a:lnTo>
                  <a:pt x="1809683" y="300119"/>
                </a:lnTo>
                <a:lnTo>
                  <a:pt x="1809288" y="299366"/>
                </a:lnTo>
                <a:lnTo>
                  <a:pt x="1808880" y="298626"/>
                </a:lnTo>
                <a:lnTo>
                  <a:pt x="1808457" y="297901"/>
                </a:lnTo>
                <a:lnTo>
                  <a:pt x="1808021" y="297189"/>
                </a:lnTo>
                <a:lnTo>
                  <a:pt x="1807571" y="296492"/>
                </a:lnTo>
                <a:lnTo>
                  <a:pt x="1807107" y="295808"/>
                </a:lnTo>
                <a:lnTo>
                  <a:pt x="1806629" y="295138"/>
                </a:lnTo>
                <a:lnTo>
                  <a:pt x="1806137" y="294482"/>
                </a:lnTo>
                <a:lnTo>
                  <a:pt x="1805631" y="293840"/>
                </a:lnTo>
                <a:lnTo>
                  <a:pt x="1805111" y="293212"/>
                </a:lnTo>
                <a:lnTo>
                  <a:pt x="1804578" y="292597"/>
                </a:lnTo>
                <a:lnTo>
                  <a:pt x="1804030" y="291997"/>
                </a:lnTo>
                <a:lnTo>
                  <a:pt x="1803469" y="291411"/>
                </a:lnTo>
                <a:lnTo>
                  <a:pt x="1802893" y="290838"/>
                </a:lnTo>
                <a:lnTo>
                  <a:pt x="1802304" y="290279"/>
                </a:lnTo>
                <a:lnTo>
                  <a:pt x="1801701" y="289735"/>
                </a:lnTo>
                <a:lnTo>
                  <a:pt x="1801084" y="289204"/>
                </a:lnTo>
                <a:lnTo>
                  <a:pt x="1800453" y="288687"/>
                </a:lnTo>
                <a:lnTo>
                  <a:pt x="1799808" y="288184"/>
                </a:lnTo>
                <a:lnTo>
                  <a:pt x="1799149" y="287695"/>
                </a:lnTo>
                <a:lnTo>
                  <a:pt x="1798477" y="287219"/>
                </a:lnTo>
                <a:lnTo>
                  <a:pt x="1797790" y="286758"/>
                </a:lnTo>
                <a:lnTo>
                  <a:pt x="1797090" y="286311"/>
                </a:lnTo>
                <a:lnTo>
                  <a:pt x="1796376" y="285879"/>
                </a:lnTo>
                <a:lnTo>
                  <a:pt x="1795650" y="285467"/>
                </a:lnTo>
                <a:lnTo>
                  <a:pt x="1794912" y="285072"/>
                </a:lnTo>
                <a:lnTo>
                  <a:pt x="1794162" y="284696"/>
                </a:lnTo>
                <a:lnTo>
                  <a:pt x="1793400" y="284338"/>
                </a:lnTo>
                <a:lnTo>
                  <a:pt x="1792625" y="283998"/>
                </a:lnTo>
                <a:lnTo>
                  <a:pt x="1791838" y="283677"/>
                </a:lnTo>
                <a:lnTo>
                  <a:pt x="1791039" y="283374"/>
                </a:lnTo>
                <a:lnTo>
                  <a:pt x="1790228" y="283090"/>
                </a:lnTo>
                <a:lnTo>
                  <a:pt x="1789404" y="282824"/>
                </a:lnTo>
                <a:lnTo>
                  <a:pt x="1788568" y="282576"/>
                </a:lnTo>
                <a:lnTo>
                  <a:pt x="1787720" y="282347"/>
                </a:lnTo>
                <a:lnTo>
                  <a:pt x="1786860" y="282136"/>
                </a:lnTo>
                <a:lnTo>
                  <a:pt x="1785987" y="281943"/>
                </a:lnTo>
                <a:lnTo>
                  <a:pt x="1785102" y="281768"/>
                </a:lnTo>
                <a:lnTo>
                  <a:pt x="1784205" y="281612"/>
                </a:lnTo>
                <a:lnTo>
                  <a:pt x="1783296" y="281475"/>
                </a:lnTo>
                <a:lnTo>
                  <a:pt x="1782374" y="281356"/>
                </a:lnTo>
                <a:lnTo>
                  <a:pt x="1781440" y="281255"/>
                </a:lnTo>
                <a:lnTo>
                  <a:pt x="1780494" y="281172"/>
                </a:lnTo>
                <a:lnTo>
                  <a:pt x="1779536" y="281108"/>
                </a:lnTo>
                <a:lnTo>
                  <a:pt x="1778566" y="281062"/>
                </a:lnTo>
                <a:lnTo>
                  <a:pt x="1777583" y="281034"/>
                </a:lnTo>
                <a:lnTo>
                  <a:pt x="1776588" y="281025"/>
                </a:lnTo>
                <a:lnTo>
                  <a:pt x="1775619" y="281034"/>
                </a:lnTo>
                <a:lnTo>
                  <a:pt x="1774662" y="281062"/>
                </a:lnTo>
                <a:lnTo>
                  <a:pt x="1773715" y="281108"/>
                </a:lnTo>
                <a:lnTo>
                  <a:pt x="1772780" y="281172"/>
                </a:lnTo>
                <a:lnTo>
                  <a:pt x="1771855" y="281255"/>
                </a:lnTo>
                <a:lnTo>
                  <a:pt x="1770942" y="281356"/>
                </a:lnTo>
                <a:lnTo>
                  <a:pt x="1770040" y="281475"/>
                </a:lnTo>
                <a:lnTo>
                  <a:pt x="1769149" y="281612"/>
                </a:lnTo>
                <a:lnTo>
                  <a:pt x="1768269" y="281768"/>
                </a:lnTo>
                <a:lnTo>
                  <a:pt x="1767401" y="281943"/>
                </a:lnTo>
                <a:lnTo>
                  <a:pt x="1766543" y="282136"/>
                </a:lnTo>
                <a:lnTo>
                  <a:pt x="1765697" y="282347"/>
                </a:lnTo>
                <a:lnTo>
                  <a:pt x="1764861" y="282576"/>
                </a:lnTo>
                <a:lnTo>
                  <a:pt x="1764037" y="282824"/>
                </a:lnTo>
                <a:lnTo>
                  <a:pt x="1763224" y="283090"/>
                </a:lnTo>
                <a:lnTo>
                  <a:pt x="1762422" y="283374"/>
                </a:lnTo>
                <a:lnTo>
                  <a:pt x="1761631" y="283677"/>
                </a:lnTo>
                <a:lnTo>
                  <a:pt x="1760852" y="283998"/>
                </a:lnTo>
                <a:lnTo>
                  <a:pt x="1760083" y="284338"/>
                </a:lnTo>
                <a:lnTo>
                  <a:pt x="1759326" y="284696"/>
                </a:lnTo>
                <a:lnTo>
                  <a:pt x="1758579" y="285072"/>
                </a:lnTo>
                <a:lnTo>
                  <a:pt x="1757844" y="285467"/>
                </a:lnTo>
                <a:lnTo>
                  <a:pt x="1757120" y="285879"/>
                </a:lnTo>
                <a:lnTo>
                  <a:pt x="1756407" y="286311"/>
                </a:lnTo>
                <a:lnTo>
                  <a:pt x="1755706" y="286745"/>
                </a:lnTo>
                <a:lnTo>
                  <a:pt x="1755020" y="287194"/>
                </a:lnTo>
                <a:lnTo>
                  <a:pt x="1754347" y="287657"/>
                </a:lnTo>
                <a:lnTo>
                  <a:pt x="1753688" y="288135"/>
                </a:lnTo>
                <a:lnTo>
                  <a:pt x="1753044" y="288627"/>
                </a:lnTo>
                <a:lnTo>
                  <a:pt x="1752413" y="289134"/>
                </a:lnTo>
                <a:lnTo>
                  <a:pt x="1751796" y="289655"/>
                </a:lnTo>
                <a:lnTo>
                  <a:pt x="1751192" y="290190"/>
                </a:lnTo>
                <a:lnTo>
                  <a:pt x="1750603" y="290740"/>
                </a:lnTo>
                <a:lnTo>
                  <a:pt x="1750028" y="291305"/>
                </a:lnTo>
                <a:lnTo>
                  <a:pt x="1749467" y="291884"/>
                </a:lnTo>
                <a:lnTo>
                  <a:pt x="1748919" y="292477"/>
                </a:lnTo>
                <a:lnTo>
                  <a:pt x="1748385" y="293085"/>
                </a:lnTo>
                <a:lnTo>
                  <a:pt x="1747866" y="293707"/>
                </a:lnTo>
                <a:lnTo>
                  <a:pt x="1747360" y="294344"/>
                </a:lnTo>
                <a:lnTo>
                  <a:pt x="1746868" y="294995"/>
                </a:lnTo>
                <a:lnTo>
                  <a:pt x="1746390" y="295661"/>
                </a:lnTo>
                <a:lnTo>
                  <a:pt x="1745926" y="296341"/>
                </a:lnTo>
                <a:lnTo>
                  <a:pt x="1745476" y="297036"/>
                </a:lnTo>
                <a:lnTo>
                  <a:pt x="1745039" y="297745"/>
                </a:lnTo>
                <a:lnTo>
                  <a:pt x="1744617" y="298469"/>
                </a:lnTo>
                <a:lnTo>
                  <a:pt x="1744208" y="299207"/>
                </a:lnTo>
                <a:lnTo>
                  <a:pt x="1743814" y="299959"/>
                </a:lnTo>
                <a:lnTo>
                  <a:pt x="1743433" y="300726"/>
                </a:lnTo>
                <a:lnTo>
                  <a:pt x="1743067" y="301505"/>
                </a:lnTo>
                <a:lnTo>
                  <a:pt x="1742717" y="302294"/>
                </a:lnTo>
                <a:lnTo>
                  <a:pt x="1742382" y="303093"/>
                </a:lnTo>
                <a:lnTo>
                  <a:pt x="1742063" y="303903"/>
                </a:lnTo>
                <a:lnTo>
                  <a:pt x="1741759" y="304722"/>
                </a:lnTo>
                <a:lnTo>
                  <a:pt x="1741471" y="305551"/>
                </a:lnTo>
                <a:lnTo>
                  <a:pt x="1741199" y="306390"/>
                </a:lnTo>
                <a:lnTo>
                  <a:pt x="1740942" y="307240"/>
                </a:lnTo>
                <a:lnTo>
                  <a:pt x="1740700" y="308099"/>
                </a:lnTo>
                <a:lnTo>
                  <a:pt x="1740474" y="308968"/>
                </a:lnTo>
                <a:lnTo>
                  <a:pt x="1740264" y="309847"/>
                </a:lnTo>
                <a:lnTo>
                  <a:pt x="1740070" y="310737"/>
                </a:lnTo>
                <a:lnTo>
                  <a:pt x="1739891" y="311636"/>
                </a:lnTo>
                <a:lnTo>
                  <a:pt x="1739727" y="312545"/>
                </a:lnTo>
                <a:lnTo>
                  <a:pt x="1739579" y="313464"/>
                </a:lnTo>
                <a:lnTo>
                  <a:pt x="1739447" y="314394"/>
                </a:lnTo>
                <a:lnTo>
                  <a:pt x="1739330" y="315333"/>
                </a:lnTo>
                <a:lnTo>
                  <a:pt x="1739229" y="316282"/>
                </a:lnTo>
                <a:lnTo>
                  <a:pt x="1739143" y="317242"/>
                </a:lnTo>
                <a:lnTo>
                  <a:pt x="1739073" y="318211"/>
                </a:lnTo>
                <a:lnTo>
                  <a:pt x="1739019" y="319190"/>
                </a:lnTo>
                <a:lnTo>
                  <a:pt x="1738980" y="320180"/>
                </a:lnTo>
                <a:lnTo>
                  <a:pt x="1738956" y="321179"/>
                </a:lnTo>
                <a:lnTo>
                  <a:pt x="1738948" y="322189"/>
                </a:lnTo>
                <a:lnTo>
                  <a:pt x="1738948" y="324911"/>
                </a:lnTo>
                <a:lnTo>
                  <a:pt x="1738956" y="325895"/>
                </a:lnTo>
                <a:lnTo>
                  <a:pt x="1738980" y="326870"/>
                </a:lnTo>
                <a:lnTo>
                  <a:pt x="1739019" y="327837"/>
                </a:lnTo>
                <a:lnTo>
                  <a:pt x="1739073" y="328796"/>
                </a:lnTo>
                <a:lnTo>
                  <a:pt x="1739143" y="329746"/>
                </a:lnTo>
                <a:lnTo>
                  <a:pt x="1739229" y="330688"/>
                </a:lnTo>
                <a:lnTo>
                  <a:pt x="1739330" y="331621"/>
                </a:lnTo>
                <a:lnTo>
                  <a:pt x="1739447" y="332546"/>
                </a:lnTo>
                <a:lnTo>
                  <a:pt x="1739579" y="333463"/>
                </a:lnTo>
                <a:lnTo>
                  <a:pt x="1739727" y="334371"/>
                </a:lnTo>
                <a:lnTo>
                  <a:pt x="1739891" y="335272"/>
                </a:lnTo>
                <a:lnTo>
                  <a:pt x="1740070" y="336163"/>
                </a:lnTo>
                <a:lnTo>
                  <a:pt x="1740264" y="337047"/>
                </a:lnTo>
                <a:lnTo>
                  <a:pt x="1740474" y="337922"/>
                </a:lnTo>
                <a:lnTo>
                  <a:pt x="1740700" y="338789"/>
                </a:lnTo>
                <a:lnTo>
                  <a:pt x="1740942" y="339647"/>
                </a:lnTo>
                <a:lnTo>
                  <a:pt x="1741199" y="340497"/>
                </a:lnTo>
                <a:lnTo>
                  <a:pt x="1741471" y="341339"/>
                </a:lnTo>
                <a:lnTo>
                  <a:pt x="1741759" y="342172"/>
                </a:lnTo>
                <a:lnTo>
                  <a:pt x="1742063" y="342997"/>
                </a:lnTo>
                <a:lnTo>
                  <a:pt x="1742382" y="343814"/>
                </a:lnTo>
                <a:lnTo>
                  <a:pt x="1742717" y="344622"/>
                </a:lnTo>
                <a:lnTo>
                  <a:pt x="1743067" y="345422"/>
                </a:lnTo>
                <a:lnTo>
                  <a:pt x="1743433" y="346214"/>
                </a:lnTo>
                <a:lnTo>
                  <a:pt x="1743814" y="346981"/>
                </a:lnTo>
                <a:lnTo>
                  <a:pt x="1744208" y="347734"/>
                </a:lnTo>
                <a:lnTo>
                  <a:pt x="1744617" y="348474"/>
                </a:lnTo>
                <a:lnTo>
                  <a:pt x="1745039" y="349199"/>
                </a:lnTo>
                <a:lnTo>
                  <a:pt x="1745476" y="349911"/>
                </a:lnTo>
                <a:lnTo>
                  <a:pt x="1745926" y="350609"/>
                </a:lnTo>
                <a:lnTo>
                  <a:pt x="1746390" y="351292"/>
                </a:lnTo>
                <a:lnTo>
                  <a:pt x="1746868" y="351962"/>
                </a:lnTo>
                <a:lnTo>
                  <a:pt x="1747360" y="352618"/>
                </a:lnTo>
                <a:lnTo>
                  <a:pt x="1747866" y="353260"/>
                </a:lnTo>
                <a:lnTo>
                  <a:pt x="1748385" y="353888"/>
                </a:lnTo>
                <a:lnTo>
                  <a:pt x="1748919" y="354503"/>
                </a:lnTo>
                <a:lnTo>
                  <a:pt x="1749467" y="355103"/>
                </a:lnTo>
                <a:lnTo>
                  <a:pt x="1750028" y="355689"/>
                </a:lnTo>
                <a:lnTo>
                  <a:pt x="1750603" y="356262"/>
                </a:lnTo>
                <a:lnTo>
                  <a:pt x="1751192" y="356821"/>
                </a:lnTo>
                <a:lnTo>
                  <a:pt x="1751796" y="357365"/>
                </a:lnTo>
                <a:lnTo>
                  <a:pt x="1752413" y="357896"/>
                </a:lnTo>
                <a:lnTo>
                  <a:pt x="1753044" y="358413"/>
                </a:lnTo>
                <a:lnTo>
                  <a:pt x="1753688" y="358916"/>
                </a:lnTo>
                <a:lnTo>
                  <a:pt x="1754347" y="359405"/>
                </a:lnTo>
                <a:lnTo>
                  <a:pt x="1755020" y="359881"/>
                </a:lnTo>
                <a:lnTo>
                  <a:pt x="1755706" y="360342"/>
                </a:lnTo>
                <a:lnTo>
                  <a:pt x="1756407" y="360789"/>
                </a:lnTo>
                <a:lnTo>
                  <a:pt x="1757120" y="361221"/>
                </a:lnTo>
                <a:lnTo>
                  <a:pt x="1757845" y="361634"/>
                </a:lnTo>
                <a:lnTo>
                  <a:pt x="1758582" y="362028"/>
                </a:lnTo>
                <a:lnTo>
                  <a:pt x="1759330" y="362404"/>
                </a:lnTo>
                <a:lnTo>
                  <a:pt x="1760090" y="362762"/>
                </a:lnTo>
                <a:lnTo>
                  <a:pt x="1760862" y="363102"/>
                </a:lnTo>
                <a:lnTo>
                  <a:pt x="1761645" y="363423"/>
                </a:lnTo>
                <a:lnTo>
                  <a:pt x="1762440" y="363726"/>
                </a:lnTo>
                <a:lnTo>
                  <a:pt x="1763247" y="364010"/>
                </a:lnTo>
                <a:lnTo>
                  <a:pt x="1764065" y="364276"/>
                </a:lnTo>
                <a:lnTo>
                  <a:pt x="1764895" y="364524"/>
                </a:lnTo>
                <a:lnTo>
                  <a:pt x="1765737" y="364753"/>
                </a:lnTo>
                <a:lnTo>
                  <a:pt x="1766590" y="364965"/>
                </a:lnTo>
                <a:lnTo>
                  <a:pt x="1767455" y="365157"/>
                </a:lnTo>
                <a:lnTo>
                  <a:pt x="1768332" y="365332"/>
                </a:lnTo>
                <a:lnTo>
                  <a:pt x="1769220" y="365488"/>
                </a:lnTo>
                <a:lnTo>
                  <a:pt x="1770120" y="365625"/>
                </a:lnTo>
                <a:lnTo>
                  <a:pt x="1771032" y="365745"/>
                </a:lnTo>
                <a:lnTo>
                  <a:pt x="1771956" y="365845"/>
                </a:lnTo>
                <a:lnTo>
                  <a:pt x="1772891" y="365928"/>
                </a:lnTo>
                <a:lnTo>
                  <a:pt x="1773838" y="365992"/>
                </a:lnTo>
                <a:lnTo>
                  <a:pt x="1774796" y="366038"/>
                </a:lnTo>
                <a:lnTo>
                  <a:pt x="1775766" y="366066"/>
                </a:lnTo>
                <a:lnTo>
                  <a:pt x="1776748" y="366075"/>
                </a:lnTo>
                <a:lnTo>
                  <a:pt x="1777730" y="366066"/>
                </a:lnTo>
                <a:lnTo>
                  <a:pt x="1778700" y="366039"/>
                </a:lnTo>
                <a:lnTo>
                  <a:pt x="1779659" y="365995"/>
                </a:lnTo>
                <a:lnTo>
                  <a:pt x="1780606" y="365932"/>
                </a:lnTo>
                <a:lnTo>
                  <a:pt x="1781541" y="365852"/>
                </a:lnTo>
                <a:lnTo>
                  <a:pt x="1782464" y="365755"/>
                </a:lnTo>
                <a:close/>
                <a:moveTo>
                  <a:pt x="1772374" y="354282"/>
                </a:moveTo>
                <a:lnTo>
                  <a:pt x="1771682" y="354131"/>
                </a:lnTo>
                <a:lnTo>
                  <a:pt x="1771000" y="353955"/>
                </a:lnTo>
                <a:lnTo>
                  <a:pt x="1770329" y="353757"/>
                </a:lnTo>
                <a:lnTo>
                  <a:pt x="1769669" y="353535"/>
                </a:lnTo>
                <a:lnTo>
                  <a:pt x="1769019" y="353290"/>
                </a:lnTo>
                <a:lnTo>
                  <a:pt x="1768379" y="353021"/>
                </a:lnTo>
                <a:lnTo>
                  <a:pt x="1767751" y="352729"/>
                </a:lnTo>
                <a:lnTo>
                  <a:pt x="1767133" y="352414"/>
                </a:lnTo>
                <a:lnTo>
                  <a:pt x="1766525" y="352075"/>
                </a:lnTo>
                <a:lnTo>
                  <a:pt x="1765928" y="351713"/>
                </a:lnTo>
                <a:lnTo>
                  <a:pt x="1765342" y="351328"/>
                </a:lnTo>
                <a:lnTo>
                  <a:pt x="1764766" y="350919"/>
                </a:lnTo>
                <a:lnTo>
                  <a:pt x="1764200" y="350487"/>
                </a:lnTo>
                <a:lnTo>
                  <a:pt x="1763646" y="350031"/>
                </a:lnTo>
                <a:lnTo>
                  <a:pt x="1763101" y="349552"/>
                </a:lnTo>
                <a:lnTo>
                  <a:pt x="1762568" y="349050"/>
                </a:lnTo>
                <a:lnTo>
                  <a:pt x="1762045" y="348525"/>
                </a:lnTo>
                <a:lnTo>
                  <a:pt x="1761532" y="347976"/>
                </a:lnTo>
                <a:lnTo>
                  <a:pt x="1761049" y="347393"/>
                </a:lnTo>
                <a:lnTo>
                  <a:pt x="1760586" y="346791"/>
                </a:lnTo>
                <a:lnTo>
                  <a:pt x="1760143" y="346171"/>
                </a:lnTo>
                <a:lnTo>
                  <a:pt x="1759721" y="345533"/>
                </a:lnTo>
                <a:lnTo>
                  <a:pt x="1759320" y="344877"/>
                </a:lnTo>
                <a:lnTo>
                  <a:pt x="1758940" y="344202"/>
                </a:lnTo>
                <a:lnTo>
                  <a:pt x="1758579" y="343509"/>
                </a:lnTo>
                <a:lnTo>
                  <a:pt x="1758240" y="342797"/>
                </a:lnTo>
                <a:lnTo>
                  <a:pt x="1757921" y="342067"/>
                </a:lnTo>
                <a:lnTo>
                  <a:pt x="1757623" y="341319"/>
                </a:lnTo>
                <a:lnTo>
                  <a:pt x="1757345" y="340552"/>
                </a:lnTo>
                <a:lnTo>
                  <a:pt x="1757088" y="339767"/>
                </a:lnTo>
                <a:lnTo>
                  <a:pt x="1756851" y="338964"/>
                </a:lnTo>
                <a:lnTo>
                  <a:pt x="1756635" y="338142"/>
                </a:lnTo>
                <a:lnTo>
                  <a:pt x="1756439" y="337302"/>
                </a:lnTo>
                <a:lnTo>
                  <a:pt x="1756265" y="336444"/>
                </a:lnTo>
                <a:lnTo>
                  <a:pt x="1756110" y="335567"/>
                </a:lnTo>
                <a:lnTo>
                  <a:pt x="1755976" y="334672"/>
                </a:lnTo>
                <a:lnTo>
                  <a:pt x="1755863" y="333758"/>
                </a:lnTo>
                <a:lnTo>
                  <a:pt x="1755771" y="332826"/>
                </a:lnTo>
                <a:lnTo>
                  <a:pt x="1755699" y="331876"/>
                </a:lnTo>
                <a:lnTo>
                  <a:pt x="1755647" y="330908"/>
                </a:lnTo>
                <a:lnTo>
                  <a:pt x="1755616" y="329921"/>
                </a:lnTo>
                <a:lnTo>
                  <a:pt x="1755606" y="328916"/>
                </a:lnTo>
                <a:lnTo>
                  <a:pt x="1755606" y="318184"/>
                </a:lnTo>
                <a:lnTo>
                  <a:pt x="1755616" y="317179"/>
                </a:lnTo>
                <a:lnTo>
                  <a:pt x="1755647" y="316193"/>
                </a:lnTo>
                <a:lnTo>
                  <a:pt x="1755699" y="315226"/>
                </a:lnTo>
                <a:lnTo>
                  <a:pt x="1755771" y="314278"/>
                </a:lnTo>
                <a:lnTo>
                  <a:pt x="1755863" y="313349"/>
                </a:lnTo>
                <a:lnTo>
                  <a:pt x="1755976" y="312438"/>
                </a:lnTo>
                <a:lnTo>
                  <a:pt x="1756110" y="311547"/>
                </a:lnTo>
                <a:lnTo>
                  <a:pt x="1756265" y="310674"/>
                </a:lnTo>
                <a:lnTo>
                  <a:pt x="1756439" y="309821"/>
                </a:lnTo>
                <a:lnTo>
                  <a:pt x="1756635" y="308986"/>
                </a:lnTo>
                <a:lnTo>
                  <a:pt x="1756851" y="308170"/>
                </a:lnTo>
                <a:lnTo>
                  <a:pt x="1757088" y="307373"/>
                </a:lnTo>
                <a:lnTo>
                  <a:pt x="1757345" y="306595"/>
                </a:lnTo>
                <a:lnTo>
                  <a:pt x="1757623" y="305836"/>
                </a:lnTo>
                <a:lnTo>
                  <a:pt x="1757921" y="305096"/>
                </a:lnTo>
                <a:lnTo>
                  <a:pt x="1758240" y="304374"/>
                </a:lnTo>
                <a:lnTo>
                  <a:pt x="1758579" y="303672"/>
                </a:lnTo>
                <a:lnTo>
                  <a:pt x="1758940" y="302988"/>
                </a:lnTo>
                <a:lnTo>
                  <a:pt x="1759320" y="302324"/>
                </a:lnTo>
                <a:lnTo>
                  <a:pt x="1759721" y="301678"/>
                </a:lnTo>
                <a:lnTo>
                  <a:pt x="1760143" y="301051"/>
                </a:lnTo>
                <a:lnTo>
                  <a:pt x="1760586" y="300443"/>
                </a:lnTo>
                <a:lnTo>
                  <a:pt x="1761049" y="299854"/>
                </a:lnTo>
                <a:lnTo>
                  <a:pt x="1761532" y="299284"/>
                </a:lnTo>
                <a:lnTo>
                  <a:pt x="1762045" y="298722"/>
                </a:lnTo>
                <a:lnTo>
                  <a:pt x="1762568" y="298184"/>
                </a:lnTo>
                <a:lnTo>
                  <a:pt x="1763101" y="297670"/>
                </a:lnTo>
                <a:lnTo>
                  <a:pt x="1763646" y="297180"/>
                </a:lnTo>
                <a:lnTo>
                  <a:pt x="1764200" y="296714"/>
                </a:lnTo>
                <a:lnTo>
                  <a:pt x="1764766" y="296271"/>
                </a:lnTo>
                <a:lnTo>
                  <a:pt x="1765342" y="295853"/>
                </a:lnTo>
                <a:lnTo>
                  <a:pt x="1765928" y="295458"/>
                </a:lnTo>
                <a:lnTo>
                  <a:pt x="1766525" y="295088"/>
                </a:lnTo>
                <a:lnTo>
                  <a:pt x="1767133" y="294741"/>
                </a:lnTo>
                <a:lnTo>
                  <a:pt x="1767751" y="294418"/>
                </a:lnTo>
                <a:lnTo>
                  <a:pt x="1768379" y="294119"/>
                </a:lnTo>
                <a:lnTo>
                  <a:pt x="1769019" y="293844"/>
                </a:lnTo>
                <a:lnTo>
                  <a:pt x="1769669" y="293593"/>
                </a:lnTo>
                <a:lnTo>
                  <a:pt x="1770329" y="293366"/>
                </a:lnTo>
                <a:lnTo>
                  <a:pt x="1771000" y="293162"/>
                </a:lnTo>
                <a:lnTo>
                  <a:pt x="1771682" y="292983"/>
                </a:lnTo>
                <a:lnTo>
                  <a:pt x="1772374" y="292828"/>
                </a:lnTo>
                <a:lnTo>
                  <a:pt x="1773076" y="292696"/>
                </a:lnTo>
                <a:lnTo>
                  <a:pt x="1773790" y="292589"/>
                </a:lnTo>
                <a:lnTo>
                  <a:pt x="1774513" y="292505"/>
                </a:lnTo>
                <a:lnTo>
                  <a:pt x="1775248" y="292445"/>
                </a:lnTo>
                <a:lnTo>
                  <a:pt x="1775993" y="292409"/>
                </a:lnTo>
                <a:lnTo>
                  <a:pt x="1776748" y="292397"/>
                </a:lnTo>
                <a:lnTo>
                  <a:pt x="1777517" y="292409"/>
                </a:lnTo>
                <a:lnTo>
                  <a:pt x="1778273" y="292445"/>
                </a:lnTo>
                <a:lnTo>
                  <a:pt x="1779018" y="292505"/>
                </a:lnTo>
                <a:lnTo>
                  <a:pt x="1779751" y="292589"/>
                </a:lnTo>
                <a:lnTo>
                  <a:pt x="1780473" y="292696"/>
                </a:lnTo>
                <a:lnTo>
                  <a:pt x="1781183" y="292828"/>
                </a:lnTo>
                <a:lnTo>
                  <a:pt x="1781881" y="292983"/>
                </a:lnTo>
                <a:lnTo>
                  <a:pt x="1782568" y="293162"/>
                </a:lnTo>
                <a:lnTo>
                  <a:pt x="1783243" y="293366"/>
                </a:lnTo>
                <a:lnTo>
                  <a:pt x="1783906" y="293593"/>
                </a:lnTo>
                <a:lnTo>
                  <a:pt x="1784557" y="293844"/>
                </a:lnTo>
                <a:lnTo>
                  <a:pt x="1785197" y="294119"/>
                </a:lnTo>
                <a:lnTo>
                  <a:pt x="1785825" y="294418"/>
                </a:lnTo>
                <a:lnTo>
                  <a:pt x="1786442" y="294741"/>
                </a:lnTo>
                <a:lnTo>
                  <a:pt x="1787047" y="295088"/>
                </a:lnTo>
                <a:lnTo>
                  <a:pt x="1787640" y="295458"/>
                </a:lnTo>
                <a:lnTo>
                  <a:pt x="1788221" y="295853"/>
                </a:lnTo>
                <a:lnTo>
                  <a:pt x="1788791" y="296271"/>
                </a:lnTo>
                <a:lnTo>
                  <a:pt x="1789349" y="296714"/>
                </a:lnTo>
                <a:lnTo>
                  <a:pt x="1789896" y="297180"/>
                </a:lnTo>
                <a:lnTo>
                  <a:pt x="1790430" y="297670"/>
                </a:lnTo>
                <a:lnTo>
                  <a:pt x="1790953" y="298184"/>
                </a:lnTo>
                <a:lnTo>
                  <a:pt x="1791465" y="298722"/>
                </a:lnTo>
                <a:lnTo>
                  <a:pt x="1791964" y="299284"/>
                </a:lnTo>
                <a:lnTo>
                  <a:pt x="1792448" y="299854"/>
                </a:lnTo>
                <a:lnTo>
                  <a:pt x="1792911" y="300443"/>
                </a:lnTo>
                <a:lnTo>
                  <a:pt x="1793353" y="301051"/>
                </a:lnTo>
                <a:lnTo>
                  <a:pt x="1793775" y="301678"/>
                </a:lnTo>
                <a:lnTo>
                  <a:pt x="1794176" y="302324"/>
                </a:lnTo>
                <a:lnTo>
                  <a:pt x="1794557" y="302988"/>
                </a:lnTo>
                <a:lnTo>
                  <a:pt x="1794917" y="303672"/>
                </a:lnTo>
                <a:lnTo>
                  <a:pt x="1795257" y="304374"/>
                </a:lnTo>
                <a:lnTo>
                  <a:pt x="1795576" y="305096"/>
                </a:lnTo>
                <a:lnTo>
                  <a:pt x="1795874" y="305836"/>
                </a:lnTo>
                <a:lnTo>
                  <a:pt x="1796152" y="306595"/>
                </a:lnTo>
                <a:lnTo>
                  <a:pt x="1796409" y="307373"/>
                </a:lnTo>
                <a:lnTo>
                  <a:pt x="1796646" y="308170"/>
                </a:lnTo>
                <a:lnTo>
                  <a:pt x="1796862" y="308986"/>
                </a:lnTo>
                <a:lnTo>
                  <a:pt x="1797057" y="309821"/>
                </a:lnTo>
                <a:lnTo>
                  <a:pt x="1797232" y="310674"/>
                </a:lnTo>
                <a:lnTo>
                  <a:pt x="1797386" y="311547"/>
                </a:lnTo>
                <a:lnTo>
                  <a:pt x="1797520" y="312438"/>
                </a:lnTo>
                <a:lnTo>
                  <a:pt x="1797633" y="313349"/>
                </a:lnTo>
                <a:lnTo>
                  <a:pt x="1797726" y="314278"/>
                </a:lnTo>
                <a:lnTo>
                  <a:pt x="1797798" y="315226"/>
                </a:lnTo>
                <a:lnTo>
                  <a:pt x="1797849" y="316193"/>
                </a:lnTo>
                <a:lnTo>
                  <a:pt x="1797880" y="317179"/>
                </a:lnTo>
                <a:lnTo>
                  <a:pt x="1797891" y="318184"/>
                </a:lnTo>
                <a:lnTo>
                  <a:pt x="1797891" y="328916"/>
                </a:lnTo>
                <a:lnTo>
                  <a:pt x="1797880" y="329921"/>
                </a:lnTo>
                <a:lnTo>
                  <a:pt x="1797849" y="330908"/>
                </a:lnTo>
                <a:lnTo>
                  <a:pt x="1797798" y="331876"/>
                </a:lnTo>
                <a:lnTo>
                  <a:pt x="1797726" y="332826"/>
                </a:lnTo>
                <a:lnTo>
                  <a:pt x="1797633" y="333758"/>
                </a:lnTo>
                <a:lnTo>
                  <a:pt x="1797520" y="334672"/>
                </a:lnTo>
                <a:lnTo>
                  <a:pt x="1797386" y="335567"/>
                </a:lnTo>
                <a:lnTo>
                  <a:pt x="1797232" y="336444"/>
                </a:lnTo>
                <a:lnTo>
                  <a:pt x="1797057" y="337302"/>
                </a:lnTo>
                <a:lnTo>
                  <a:pt x="1796862" y="338142"/>
                </a:lnTo>
                <a:lnTo>
                  <a:pt x="1796646" y="338964"/>
                </a:lnTo>
                <a:lnTo>
                  <a:pt x="1796409" y="339767"/>
                </a:lnTo>
                <a:lnTo>
                  <a:pt x="1796152" y="340552"/>
                </a:lnTo>
                <a:lnTo>
                  <a:pt x="1795874" y="341319"/>
                </a:lnTo>
                <a:lnTo>
                  <a:pt x="1795576" y="342067"/>
                </a:lnTo>
                <a:lnTo>
                  <a:pt x="1795257" y="342797"/>
                </a:lnTo>
                <a:lnTo>
                  <a:pt x="1794917" y="343509"/>
                </a:lnTo>
                <a:lnTo>
                  <a:pt x="1794557" y="344202"/>
                </a:lnTo>
                <a:lnTo>
                  <a:pt x="1794176" y="344877"/>
                </a:lnTo>
                <a:lnTo>
                  <a:pt x="1793775" y="345533"/>
                </a:lnTo>
                <a:lnTo>
                  <a:pt x="1793353" y="346171"/>
                </a:lnTo>
                <a:lnTo>
                  <a:pt x="1792911" y="346791"/>
                </a:lnTo>
                <a:lnTo>
                  <a:pt x="1792448" y="347393"/>
                </a:lnTo>
                <a:lnTo>
                  <a:pt x="1791964" y="347976"/>
                </a:lnTo>
                <a:lnTo>
                  <a:pt x="1791465" y="348525"/>
                </a:lnTo>
                <a:lnTo>
                  <a:pt x="1790953" y="349050"/>
                </a:lnTo>
                <a:lnTo>
                  <a:pt x="1790430" y="349552"/>
                </a:lnTo>
                <a:lnTo>
                  <a:pt x="1789896" y="350031"/>
                </a:lnTo>
                <a:lnTo>
                  <a:pt x="1789349" y="350487"/>
                </a:lnTo>
                <a:lnTo>
                  <a:pt x="1788791" y="350919"/>
                </a:lnTo>
                <a:lnTo>
                  <a:pt x="1788221" y="351328"/>
                </a:lnTo>
                <a:lnTo>
                  <a:pt x="1787640" y="351713"/>
                </a:lnTo>
                <a:lnTo>
                  <a:pt x="1787047" y="352075"/>
                </a:lnTo>
                <a:lnTo>
                  <a:pt x="1786442" y="352414"/>
                </a:lnTo>
                <a:lnTo>
                  <a:pt x="1785825" y="352729"/>
                </a:lnTo>
                <a:lnTo>
                  <a:pt x="1785197" y="353021"/>
                </a:lnTo>
                <a:lnTo>
                  <a:pt x="1784557" y="353290"/>
                </a:lnTo>
                <a:lnTo>
                  <a:pt x="1783906" y="353535"/>
                </a:lnTo>
                <a:lnTo>
                  <a:pt x="1783243" y="353757"/>
                </a:lnTo>
                <a:lnTo>
                  <a:pt x="1782568" y="353955"/>
                </a:lnTo>
                <a:lnTo>
                  <a:pt x="1781881" y="354131"/>
                </a:lnTo>
                <a:lnTo>
                  <a:pt x="1781183" y="354282"/>
                </a:lnTo>
                <a:lnTo>
                  <a:pt x="1780473" y="354411"/>
                </a:lnTo>
                <a:lnTo>
                  <a:pt x="1779751" y="354516"/>
                </a:lnTo>
                <a:lnTo>
                  <a:pt x="1779018" y="354598"/>
                </a:lnTo>
                <a:lnTo>
                  <a:pt x="1778273" y="354656"/>
                </a:lnTo>
                <a:lnTo>
                  <a:pt x="1777517" y="354691"/>
                </a:lnTo>
                <a:lnTo>
                  <a:pt x="1776748" y="354703"/>
                </a:lnTo>
                <a:lnTo>
                  <a:pt x="1775993" y="354691"/>
                </a:lnTo>
                <a:lnTo>
                  <a:pt x="1775248" y="354656"/>
                </a:lnTo>
                <a:lnTo>
                  <a:pt x="1774513" y="354598"/>
                </a:lnTo>
                <a:lnTo>
                  <a:pt x="1773790" y="354516"/>
                </a:lnTo>
                <a:lnTo>
                  <a:pt x="1773076" y="354411"/>
                </a:lnTo>
                <a:lnTo>
                  <a:pt x="1772374" y="354282"/>
                </a:lnTo>
                <a:close/>
                <a:moveTo>
                  <a:pt x="2030150" y="304477"/>
                </a:moveTo>
                <a:lnTo>
                  <a:pt x="2030166" y="304566"/>
                </a:lnTo>
                <a:lnTo>
                  <a:pt x="2030182" y="304660"/>
                </a:lnTo>
                <a:lnTo>
                  <a:pt x="2030198" y="304760"/>
                </a:lnTo>
                <a:lnTo>
                  <a:pt x="2030215" y="304867"/>
                </a:lnTo>
                <a:lnTo>
                  <a:pt x="2030232" y="304979"/>
                </a:lnTo>
                <a:lnTo>
                  <a:pt x="2030251" y="305098"/>
                </a:lnTo>
                <a:lnTo>
                  <a:pt x="2030269" y="305223"/>
                </a:lnTo>
                <a:lnTo>
                  <a:pt x="2030288" y="305354"/>
                </a:lnTo>
                <a:lnTo>
                  <a:pt x="2030308" y="305491"/>
                </a:lnTo>
                <a:lnTo>
                  <a:pt x="2030328" y="305634"/>
                </a:lnTo>
                <a:lnTo>
                  <a:pt x="2030349" y="305784"/>
                </a:lnTo>
                <a:lnTo>
                  <a:pt x="2030371" y="305939"/>
                </a:lnTo>
                <a:lnTo>
                  <a:pt x="2030393" y="306101"/>
                </a:lnTo>
                <a:lnTo>
                  <a:pt x="2030415" y="306268"/>
                </a:lnTo>
                <a:lnTo>
                  <a:pt x="2030438" y="306442"/>
                </a:lnTo>
                <a:lnTo>
                  <a:pt x="2030462" y="306622"/>
                </a:lnTo>
                <a:lnTo>
                  <a:pt x="2030486" y="306808"/>
                </a:lnTo>
                <a:lnTo>
                  <a:pt x="2030511" y="307000"/>
                </a:lnTo>
                <a:lnTo>
                  <a:pt x="2030536" y="307198"/>
                </a:lnTo>
                <a:lnTo>
                  <a:pt x="2030562" y="307403"/>
                </a:lnTo>
                <a:lnTo>
                  <a:pt x="2030589" y="307613"/>
                </a:lnTo>
                <a:lnTo>
                  <a:pt x="2045324" y="307613"/>
                </a:lnTo>
                <a:lnTo>
                  <a:pt x="2045324" y="305691"/>
                </a:lnTo>
                <a:lnTo>
                  <a:pt x="2045332" y="305162"/>
                </a:lnTo>
                <a:lnTo>
                  <a:pt x="2045356" y="304643"/>
                </a:lnTo>
                <a:lnTo>
                  <a:pt x="2045397" y="304135"/>
                </a:lnTo>
                <a:lnTo>
                  <a:pt x="2045453" y="303636"/>
                </a:lnTo>
                <a:lnTo>
                  <a:pt x="2045526" y="303147"/>
                </a:lnTo>
                <a:lnTo>
                  <a:pt x="2045614" y="302668"/>
                </a:lnTo>
                <a:lnTo>
                  <a:pt x="2045719" y="302199"/>
                </a:lnTo>
                <a:lnTo>
                  <a:pt x="2045840" y="301740"/>
                </a:lnTo>
                <a:lnTo>
                  <a:pt x="2045977" y="301292"/>
                </a:lnTo>
                <a:lnTo>
                  <a:pt x="2046130" y="300853"/>
                </a:lnTo>
                <a:lnTo>
                  <a:pt x="2046300" y="300424"/>
                </a:lnTo>
                <a:lnTo>
                  <a:pt x="2046485" y="300005"/>
                </a:lnTo>
                <a:lnTo>
                  <a:pt x="2046687" y="299596"/>
                </a:lnTo>
                <a:lnTo>
                  <a:pt x="2046904" y="299198"/>
                </a:lnTo>
                <a:lnTo>
                  <a:pt x="2047138" y="298809"/>
                </a:lnTo>
                <a:lnTo>
                  <a:pt x="2047388" y="298430"/>
                </a:lnTo>
                <a:lnTo>
                  <a:pt x="2047654" y="298061"/>
                </a:lnTo>
                <a:lnTo>
                  <a:pt x="2047937" y="297703"/>
                </a:lnTo>
                <a:lnTo>
                  <a:pt x="2048235" y="297354"/>
                </a:lnTo>
                <a:lnTo>
                  <a:pt x="2048550" y="297015"/>
                </a:lnTo>
                <a:lnTo>
                  <a:pt x="2048880" y="296687"/>
                </a:lnTo>
                <a:lnTo>
                  <a:pt x="2049227" y="296368"/>
                </a:lnTo>
                <a:lnTo>
                  <a:pt x="2049590" y="296059"/>
                </a:lnTo>
                <a:lnTo>
                  <a:pt x="2049969" y="295761"/>
                </a:lnTo>
                <a:lnTo>
                  <a:pt x="2050363" y="295473"/>
                </a:lnTo>
                <a:lnTo>
                  <a:pt x="2050770" y="295198"/>
                </a:lnTo>
                <a:lnTo>
                  <a:pt x="2051190" y="294935"/>
                </a:lnTo>
                <a:lnTo>
                  <a:pt x="2051624" y="294684"/>
                </a:lnTo>
                <a:lnTo>
                  <a:pt x="2052071" y="294445"/>
                </a:lnTo>
                <a:lnTo>
                  <a:pt x="2052532" y="294219"/>
                </a:lnTo>
                <a:lnTo>
                  <a:pt x="2053005" y="294005"/>
                </a:lnTo>
                <a:lnTo>
                  <a:pt x="2053493" y="293803"/>
                </a:lnTo>
                <a:lnTo>
                  <a:pt x="2053993" y="293613"/>
                </a:lnTo>
                <a:lnTo>
                  <a:pt x="2054507" y="293436"/>
                </a:lnTo>
                <a:lnTo>
                  <a:pt x="2055034" y="293271"/>
                </a:lnTo>
                <a:lnTo>
                  <a:pt x="2055575" y="293118"/>
                </a:lnTo>
                <a:lnTo>
                  <a:pt x="2056129" y="292977"/>
                </a:lnTo>
                <a:lnTo>
                  <a:pt x="2056696" y="292849"/>
                </a:lnTo>
                <a:lnTo>
                  <a:pt x="2057277" y="292733"/>
                </a:lnTo>
                <a:lnTo>
                  <a:pt x="2057871" y="292629"/>
                </a:lnTo>
                <a:lnTo>
                  <a:pt x="2058478" y="292537"/>
                </a:lnTo>
                <a:lnTo>
                  <a:pt x="2059098" y="292457"/>
                </a:lnTo>
                <a:lnTo>
                  <a:pt x="2059732" y="292390"/>
                </a:lnTo>
                <a:lnTo>
                  <a:pt x="2060380" y="292335"/>
                </a:lnTo>
                <a:lnTo>
                  <a:pt x="2061041" y="292292"/>
                </a:lnTo>
                <a:lnTo>
                  <a:pt x="2061715" y="292261"/>
                </a:lnTo>
                <a:lnTo>
                  <a:pt x="2062402" y="292243"/>
                </a:lnTo>
                <a:lnTo>
                  <a:pt x="2063103" y="292237"/>
                </a:lnTo>
                <a:lnTo>
                  <a:pt x="2063867" y="292243"/>
                </a:lnTo>
                <a:lnTo>
                  <a:pt x="2064613" y="292261"/>
                </a:lnTo>
                <a:lnTo>
                  <a:pt x="2065340" y="292292"/>
                </a:lnTo>
                <a:lnTo>
                  <a:pt x="2066048" y="292335"/>
                </a:lnTo>
                <a:lnTo>
                  <a:pt x="2066737" y="292390"/>
                </a:lnTo>
                <a:lnTo>
                  <a:pt x="2067407" y="292457"/>
                </a:lnTo>
                <a:lnTo>
                  <a:pt x="2068058" y="292537"/>
                </a:lnTo>
                <a:lnTo>
                  <a:pt x="2068691" y="292629"/>
                </a:lnTo>
                <a:lnTo>
                  <a:pt x="2069304" y="292733"/>
                </a:lnTo>
                <a:lnTo>
                  <a:pt x="2069899" y="292849"/>
                </a:lnTo>
                <a:lnTo>
                  <a:pt x="2070474" y="292977"/>
                </a:lnTo>
                <a:lnTo>
                  <a:pt x="2071031" y="293118"/>
                </a:lnTo>
                <a:lnTo>
                  <a:pt x="2071569" y="293271"/>
                </a:lnTo>
                <a:lnTo>
                  <a:pt x="2072088" y="293436"/>
                </a:lnTo>
                <a:lnTo>
                  <a:pt x="2072588" y="293613"/>
                </a:lnTo>
                <a:lnTo>
                  <a:pt x="2073069" y="293803"/>
                </a:lnTo>
                <a:lnTo>
                  <a:pt x="2073531" y="294005"/>
                </a:lnTo>
                <a:lnTo>
                  <a:pt x="2073974" y="294219"/>
                </a:lnTo>
                <a:lnTo>
                  <a:pt x="2074398" y="294445"/>
                </a:lnTo>
                <a:lnTo>
                  <a:pt x="2074804" y="294684"/>
                </a:lnTo>
                <a:lnTo>
                  <a:pt x="2075190" y="294935"/>
                </a:lnTo>
                <a:lnTo>
                  <a:pt x="2075558" y="295198"/>
                </a:lnTo>
                <a:lnTo>
                  <a:pt x="2075907" y="295473"/>
                </a:lnTo>
                <a:lnTo>
                  <a:pt x="2076237" y="295761"/>
                </a:lnTo>
                <a:lnTo>
                  <a:pt x="2076563" y="296062"/>
                </a:lnTo>
                <a:lnTo>
                  <a:pt x="2076876" y="296377"/>
                </a:lnTo>
                <a:lnTo>
                  <a:pt x="2077175" y="296707"/>
                </a:lnTo>
                <a:lnTo>
                  <a:pt x="2077460" y="297051"/>
                </a:lnTo>
                <a:lnTo>
                  <a:pt x="2077731" y="297410"/>
                </a:lnTo>
                <a:lnTo>
                  <a:pt x="2077988" y="297783"/>
                </a:lnTo>
                <a:lnTo>
                  <a:pt x="2078232" y="298170"/>
                </a:lnTo>
                <a:lnTo>
                  <a:pt x="2078461" y="298573"/>
                </a:lnTo>
                <a:lnTo>
                  <a:pt x="2078677" y="298989"/>
                </a:lnTo>
                <a:lnTo>
                  <a:pt x="2078878" y="299420"/>
                </a:lnTo>
                <a:lnTo>
                  <a:pt x="2079066" y="299866"/>
                </a:lnTo>
                <a:lnTo>
                  <a:pt x="2079240" y="300326"/>
                </a:lnTo>
                <a:lnTo>
                  <a:pt x="2079400" y="300800"/>
                </a:lnTo>
                <a:lnTo>
                  <a:pt x="2079546" y="301289"/>
                </a:lnTo>
                <a:lnTo>
                  <a:pt x="2079678" y="301792"/>
                </a:lnTo>
                <a:lnTo>
                  <a:pt x="2079796" y="302310"/>
                </a:lnTo>
                <a:lnTo>
                  <a:pt x="2079900" y="302842"/>
                </a:lnTo>
                <a:lnTo>
                  <a:pt x="2079991" y="303389"/>
                </a:lnTo>
                <a:lnTo>
                  <a:pt x="2080067" y="303950"/>
                </a:lnTo>
                <a:lnTo>
                  <a:pt x="2080130" y="304526"/>
                </a:lnTo>
                <a:lnTo>
                  <a:pt x="2080178" y="305116"/>
                </a:lnTo>
                <a:lnTo>
                  <a:pt x="2080213" y="305720"/>
                </a:lnTo>
                <a:lnTo>
                  <a:pt x="2080234" y="306339"/>
                </a:lnTo>
                <a:lnTo>
                  <a:pt x="2080241" y="306973"/>
                </a:lnTo>
                <a:lnTo>
                  <a:pt x="2080241" y="315942"/>
                </a:lnTo>
                <a:lnTo>
                  <a:pt x="2078665" y="315947"/>
                </a:lnTo>
                <a:lnTo>
                  <a:pt x="2077115" y="315961"/>
                </a:lnTo>
                <a:lnTo>
                  <a:pt x="2075591" y="315985"/>
                </a:lnTo>
                <a:lnTo>
                  <a:pt x="2074092" y="316018"/>
                </a:lnTo>
                <a:lnTo>
                  <a:pt x="2072619" y="316060"/>
                </a:lnTo>
                <a:lnTo>
                  <a:pt x="2071171" y="316112"/>
                </a:lnTo>
                <a:lnTo>
                  <a:pt x="2069749" y="316174"/>
                </a:lnTo>
                <a:lnTo>
                  <a:pt x="2068353" y="316245"/>
                </a:lnTo>
                <a:lnTo>
                  <a:pt x="2066982" y="316325"/>
                </a:lnTo>
                <a:lnTo>
                  <a:pt x="2065637" y="316415"/>
                </a:lnTo>
                <a:lnTo>
                  <a:pt x="2064317" y="316514"/>
                </a:lnTo>
                <a:lnTo>
                  <a:pt x="2063023" y="316623"/>
                </a:lnTo>
                <a:lnTo>
                  <a:pt x="2061754" y="316741"/>
                </a:lnTo>
                <a:lnTo>
                  <a:pt x="2060511" y="316869"/>
                </a:lnTo>
                <a:lnTo>
                  <a:pt x="2059294" y="317006"/>
                </a:lnTo>
                <a:lnTo>
                  <a:pt x="2058102" y="317152"/>
                </a:lnTo>
                <a:lnTo>
                  <a:pt x="2056936" y="317308"/>
                </a:lnTo>
                <a:lnTo>
                  <a:pt x="2055795" y="317474"/>
                </a:lnTo>
                <a:lnTo>
                  <a:pt x="2054680" y="317649"/>
                </a:lnTo>
                <a:lnTo>
                  <a:pt x="2053590" y="317833"/>
                </a:lnTo>
                <a:lnTo>
                  <a:pt x="2052527" y="318027"/>
                </a:lnTo>
                <a:lnTo>
                  <a:pt x="2051488" y="318230"/>
                </a:lnTo>
                <a:lnTo>
                  <a:pt x="2050475" y="318443"/>
                </a:lnTo>
                <a:lnTo>
                  <a:pt x="2049488" y="318665"/>
                </a:lnTo>
                <a:lnTo>
                  <a:pt x="2048538" y="318897"/>
                </a:lnTo>
                <a:lnTo>
                  <a:pt x="2047610" y="319141"/>
                </a:lnTo>
                <a:lnTo>
                  <a:pt x="2046703" y="319396"/>
                </a:lnTo>
                <a:lnTo>
                  <a:pt x="2045818" y="319661"/>
                </a:lnTo>
                <a:lnTo>
                  <a:pt x="2044954" y="319938"/>
                </a:lnTo>
                <a:lnTo>
                  <a:pt x="2044113" y="320227"/>
                </a:lnTo>
                <a:lnTo>
                  <a:pt x="2043293" y="320526"/>
                </a:lnTo>
                <a:lnTo>
                  <a:pt x="2042494" y="320836"/>
                </a:lnTo>
                <a:lnTo>
                  <a:pt x="2041718" y="321158"/>
                </a:lnTo>
                <a:lnTo>
                  <a:pt x="2040963" y="321490"/>
                </a:lnTo>
                <a:lnTo>
                  <a:pt x="2040229" y="321834"/>
                </a:lnTo>
                <a:lnTo>
                  <a:pt x="2039518" y="322189"/>
                </a:lnTo>
                <a:lnTo>
                  <a:pt x="2038828" y="322555"/>
                </a:lnTo>
                <a:lnTo>
                  <a:pt x="2038160" y="322932"/>
                </a:lnTo>
                <a:lnTo>
                  <a:pt x="2037513" y="323320"/>
                </a:lnTo>
                <a:lnTo>
                  <a:pt x="2036888" y="323719"/>
                </a:lnTo>
                <a:lnTo>
                  <a:pt x="2036285" y="324130"/>
                </a:lnTo>
                <a:lnTo>
                  <a:pt x="2035704" y="324551"/>
                </a:lnTo>
                <a:lnTo>
                  <a:pt x="2035144" y="324984"/>
                </a:lnTo>
                <a:lnTo>
                  <a:pt x="2034606" y="325428"/>
                </a:lnTo>
                <a:lnTo>
                  <a:pt x="2034090" y="325882"/>
                </a:lnTo>
                <a:lnTo>
                  <a:pt x="2033595" y="326349"/>
                </a:lnTo>
                <a:lnTo>
                  <a:pt x="2033122" y="326826"/>
                </a:lnTo>
                <a:lnTo>
                  <a:pt x="2032671" y="327314"/>
                </a:lnTo>
                <a:lnTo>
                  <a:pt x="2032252" y="327801"/>
                </a:lnTo>
                <a:lnTo>
                  <a:pt x="2031852" y="328302"/>
                </a:lnTo>
                <a:lnTo>
                  <a:pt x="2031469" y="328816"/>
                </a:lnTo>
                <a:lnTo>
                  <a:pt x="2031105" y="329343"/>
                </a:lnTo>
                <a:lnTo>
                  <a:pt x="2030757" y="329883"/>
                </a:lnTo>
                <a:lnTo>
                  <a:pt x="2030428" y="330437"/>
                </a:lnTo>
                <a:lnTo>
                  <a:pt x="2030117" y="331005"/>
                </a:lnTo>
                <a:lnTo>
                  <a:pt x="2029823" y="331585"/>
                </a:lnTo>
                <a:lnTo>
                  <a:pt x="2029547" y="332179"/>
                </a:lnTo>
                <a:lnTo>
                  <a:pt x="2029289" y="332786"/>
                </a:lnTo>
                <a:lnTo>
                  <a:pt x="2029049" y="333407"/>
                </a:lnTo>
                <a:lnTo>
                  <a:pt x="2028827" y="334041"/>
                </a:lnTo>
                <a:lnTo>
                  <a:pt x="2028622" y="334688"/>
                </a:lnTo>
                <a:lnTo>
                  <a:pt x="2028435" y="335349"/>
                </a:lnTo>
                <a:lnTo>
                  <a:pt x="2028266" y="336023"/>
                </a:lnTo>
                <a:lnTo>
                  <a:pt x="2028115" y="336711"/>
                </a:lnTo>
                <a:lnTo>
                  <a:pt x="2027981" y="337411"/>
                </a:lnTo>
                <a:lnTo>
                  <a:pt x="2027866" y="338125"/>
                </a:lnTo>
                <a:lnTo>
                  <a:pt x="2027768" y="338853"/>
                </a:lnTo>
                <a:lnTo>
                  <a:pt x="2027688" y="339594"/>
                </a:lnTo>
                <a:lnTo>
                  <a:pt x="2027625" y="340348"/>
                </a:lnTo>
                <a:lnTo>
                  <a:pt x="2027581" y="341115"/>
                </a:lnTo>
                <a:lnTo>
                  <a:pt x="2027554" y="341896"/>
                </a:lnTo>
                <a:lnTo>
                  <a:pt x="2027545" y="342690"/>
                </a:lnTo>
                <a:lnTo>
                  <a:pt x="2027557" y="343641"/>
                </a:lnTo>
                <a:lnTo>
                  <a:pt x="2027592" y="344573"/>
                </a:lnTo>
                <a:lnTo>
                  <a:pt x="2027650" y="345486"/>
                </a:lnTo>
                <a:lnTo>
                  <a:pt x="2027732" y="346379"/>
                </a:lnTo>
                <a:lnTo>
                  <a:pt x="2027837" y="347252"/>
                </a:lnTo>
                <a:lnTo>
                  <a:pt x="2027966" y="348106"/>
                </a:lnTo>
                <a:lnTo>
                  <a:pt x="2028117" y="348940"/>
                </a:lnTo>
                <a:lnTo>
                  <a:pt x="2028293" y="349755"/>
                </a:lnTo>
                <a:lnTo>
                  <a:pt x="2028491" y="350551"/>
                </a:lnTo>
                <a:lnTo>
                  <a:pt x="2028713" y="351327"/>
                </a:lnTo>
                <a:lnTo>
                  <a:pt x="2028958" y="352084"/>
                </a:lnTo>
                <a:lnTo>
                  <a:pt x="2029227" y="352821"/>
                </a:lnTo>
                <a:lnTo>
                  <a:pt x="2029519" y="353539"/>
                </a:lnTo>
                <a:lnTo>
                  <a:pt x="2029834" y="354237"/>
                </a:lnTo>
                <a:lnTo>
                  <a:pt x="2030173" y="354916"/>
                </a:lnTo>
                <a:lnTo>
                  <a:pt x="2030535" y="355575"/>
                </a:lnTo>
                <a:lnTo>
                  <a:pt x="2030920" y="356215"/>
                </a:lnTo>
                <a:lnTo>
                  <a:pt x="2031329" y="356835"/>
                </a:lnTo>
                <a:lnTo>
                  <a:pt x="2031761" y="357436"/>
                </a:lnTo>
                <a:lnTo>
                  <a:pt x="2032217" y="358017"/>
                </a:lnTo>
                <a:lnTo>
                  <a:pt x="2032696" y="358579"/>
                </a:lnTo>
                <a:lnTo>
                  <a:pt x="2033198" y="359122"/>
                </a:lnTo>
                <a:lnTo>
                  <a:pt x="2033724" y="359645"/>
                </a:lnTo>
                <a:lnTo>
                  <a:pt x="2034272" y="360149"/>
                </a:lnTo>
                <a:lnTo>
                  <a:pt x="2034856" y="360632"/>
                </a:lnTo>
                <a:lnTo>
                  <a:pt x="2035460" y="361095"/>
                </a:lnTo>
                <a:lnTo>
                  <a:pt x="2036084" y="361538"/>
                </a:lnTo>
                <a:lnTo>
                  <a:pt x="2036728" y="361959"/>
                </a:lnTo>
                <a:lnTo>
                  <a:pt x="2037392" y="362361"/>
                </a:lnTo>
                <a:lnTo>
                  <a:pt x="2038076" y="362741"/>
                </a:lnTo>
                <a:lnTo>
                  <a:pt x="2038781" y="363101"/>
                </a:lnTo>
                <a:lnTo>
                  <a:pt x="2039505" y="363441"/>
                </a:lnTo>
                <a:lnTo>
                  <a:pt x="2040249" y="363760"/>
                </a:lnTo>
                <a:lnTo>
                  <a:pt x="2041013" y="364058"/>
                </a:lnTo>
                <a:lnTo>
                  <a:pt x="2041797" y="364336"/>
                </a:lnTo>
                <a:lnTo>
                  <a:pt x="2042601" y="364593"/>
                </a:lnTo>
                <a:lnTo>
                  <a:pt x="2043425" y="364830"/>
                </a:lnTo>
                <a:lnTo>
                  <a:pt x="2044270" y="365046"/>
                </a:lnTo>
                <a:lnTo>
                  <a:pt x="2045134" y="365241"/>
                </a:lnTo>
                <a:lnTo>
                  <a:pt x="2046018" y="365416"/>
                </a:lnTo>
                <a:lnTo>
                  <a:pt x="2046922" y="365571"/>
                </a:lnTo>
                <a:lnTo>
                  <a:pt x="2047847" y="365704"/>
                </a:lnTo>
                <a:lnTo>
                  <a:pt x="2048791" y="365818"/>
                </a:lnTo>
                <a:lnTo>
                  <a:pt x="2049755" y="365910"/>
                </a:lnTo>
                <a:lnTo>
                  <a:pt x="2050740" y="365982"/>
                </a:lnTo>
                <a:lnTo>
                  <a:pt x="2051744" y="366034"/>
                </a:lnTo>
                <a:lnTo>
                  <a:pt x="2052769" y="366065"/>
                </a:lnTo>
                <a:lnTo>
                  <a:pt x="2053813" y="366075"/>
                </a:lnTo>
                <a:lnTo>
                  <a:pt x="2054293" y="366073"/>
                </a:lnTo>
                <a:lnTo>
                  <a:pt x="2054771" y="366066"/>
                </a:lnTo>
                <a:lnTo>
                  <a:pt x="2055247" y="366055"/>
                </a:lnTo>
                <a:lnTo>
                  <a:pt x="2055722" y="366039"/>
                </a:lnTo>
                <a:lnTo>
                  <a:pt x="2056195" y="366019"/>
                </a:lnTo>
                <a:lnTo>
                  <a:pt x="2056666" y="365995"/>
                </a:lnTo>
                <a:lnTo>
                  <a:pt x="2057136" y="365966"/>
                </a:lnTo>
                <a:lnTo>
                  <a:pt x="2057604" y="365932"/>
                </a:lnTo>
                <a:lnTo>
                  <a:pt x="2058070" y="365895"/>
                </a:lnTo>
                <a:lnTo>
                  <a:pt x="2058535" y="365852"/>
                </a:lnTo>
                <a:lnTo>
                  <a:pt x="2058998" y="365806"/>
                </a:lnTo>
                <a:lnTo>
                  <a:pt x="2059459" y="365755"/>
                </a:lnTo>
                <a:lnTo>
                  <a:pt x="2059919" y="365699"/>
                </a:lnTo>
                <a:lnTo>
                  <a:pt x="2060376" y="365639"/>
                </a:lnTo>
                <a:lnTo>
                  <a:pt x="2060833" y="365574"/>
                </a:lnTo>
                <a:lnTo>
                  <a:pt x="2061287" y="365505"/>
                </a:lnTo>
                <a:lnTo>
                  <a:pt x="2061740" y="365432"/>
                </a:lnTo>
                <a:lnTo>
                  <a:pt x="2062192" y="365354"/>
                </a:lnTo>
                <a:lnTo>
                  <a:pt x="2062641" y="365272"/>
                </a:lnTo>
                <a:lnTo>
                  <a:pt x="2063089" y="365185"/>
                </a:lnTo>
                <a:lnTo>
                  <a:pt x="2063536" y="365094"/>
                </a:lnTo>
                <a:lnTo>
                  <a:pt x="2063980" y="364998"/>
                </a:lnTo>
                <a:lnTo>
                  <a:pt x="2064423" y="364898"/>
                </a:lnTo>
                <a:lnTo>
                  <a:pt x="2064865" y="364794"/>
                </a:lnTo>
                <a:lnTo>
                  <a:pt x="2065303" y="364697"/>
                </a:lnTo>
                <a:lnTo>
                  <a:pt x="2065739" y="364594"/>
                </a:lnTo>
                <a:lnTo>
                  <a:pt x="2066171" y="364486"/>
                </a:lnTo>
                <a:lnTo>
                  <a:pt x="2066600" y="364371"/>
                </a:lnTo>
                <a:lnTo>
                  <a:pt x="2067025" y="364250"/>
                </a:lnTo>
                <a:lnTo>
                  <a:pt x="2067447" y="364123"/>
                </a:lnTo>
                <a:lnTo>
                  <a:pt x="2067866" y="363990"/>
                </a:lnTo>
                <a:lnTo>
                  <a:pt x="2068282" y="363850"/>
                </a:lnTo>
                <a:lnTo>
                  <a:pt x="2068694" y="363705"/>
                </a:lnTo>
                <a:lnTo>
                  <a:pt x="2069102" y="363553"/>
                </a:lnTo>
                <a:lnTo>
                  <a:pt x="2069508" y="363396"/>
                </a:lnTo>
                <a:lnTo>
                  <a:pt x="2069910" y="363232"/>
                </a:lnTo>
                <a:lnTo>
                  <a:pt x="2070309" y="363062"/>
                </a:lnTo>
                <a:lnTo>
                  <a:pt x="2070704" y="362886"/>
                </a:lnTo>
                <a:lnTo>
                  <a:pt x="2071096" y="362704"/>
                </a:lnTo>
                <a:lnTo>
                  <a:pt x="2071485" y="362516"/>
                </a:lnTo>
                <a:lnTo>
                  <a:pt x="2071870" y="362321"/>
                </a:lnTo>
                <a:lnTo>
                  <a:pt x="2072252" y="362121"/>
                </a:lnTo>
                <a:lnTo>
                  <a:pt x="2072631" y="361914"/>
                </a:lnTo>
                <a:lnTo>
                  <a:pt x="2073007" y="361701"/>
                </a:lnTo>
                <a:lnTo>
                  <a:pt x="2073379" y="361483"/>
                </a:lnTo>
                <a:lnTo>
                  <a:pt x="2073747" y="361258"/>
                </a:lnTo>
                <a:lnTo>
                  <a:pt x="2074113" y="361026"/>
                </a:lnTo>
                <a:lnTo>
                  <a:pt x="2074475" y="360789"/>
                </a:lnTo>
                <a:lnTo>
                  <a:pt x="2074832" y="360532"/>
                </a:lnTo>
                <a:lnTo>
                  <a:pt x="2075184" y="360269"/>
                </a:lnTo>
                <a:lnTo>
                  <a:pt x="2075531" y="359998"/>
                </a:lnTo>
                <a:lnTo>
                  <a:pt x="2075872" y="359721"/>
                </a:lnTo>
                <a:lnTo>
                  <a:pt x="2076207" y="359438"/>
                </a:lnTo>
                <a:lnTo>
                  <a:pt x="2076537" y="359148"/>
                </a:lnTo>
                <a:lnTo>
                  <a:pt x="2076861" y="358851"/>
                </a:lnTo>
                <a:lnTo>
                  <a:pt x="2077180" y="358547"/>
                </a:lnTo>
                <a:lnTo>
                  <a:pt x="2077493" y="358237"/>
                </a:lnTo>
                <a:lnTo>
                  <a:pt x="2077800" y="357920"/>
                </a:lnTo>
                <a:lnTo>
                  <a:pt x="2078102" y="357596"/>
                </a:lnTo>
                <a:lnTo>
                  <a:pt x="2078399" y="357266"/>
                </a:lnTo>
                <a:lnTo>
                  <a:pt x="2078690" y="356929"/>
                </a:lnTo>
                <a:lnTo>
                  <a:pt x="2078975" y="356585"/>
                </a:lnTo>
                <a:lnTo>
                  <a:pt x="2079255" y="356234"/>
                </a:lnTo>
                <a:lnTo>
                  <a:pt x="2079529" y="355877"/>
                </a:lnTo>
                <a:lnTo>
                  <a:pt x="2079798" y="355514"/>
                </a:lnTo>
                <a:lnTo>
                  <a:pt x="2080061" y="355143"/>
                </a:lnTo>
                <a:lnTo>
                  <a:pt x="2080318" y="354766"/>
                </a:lnTo>
                <a:lnTo>
                  <a:pt x="2080570" y="354383"/>
                </a:lnTo>
                <a:lnTo>
                  <a:pt x="2080816" y="353992"/>
                </a:lnTo>
                <a:lnTo>
                  <a:pt x="2081057" y="353595"/>
                </a:lnTo>
                <a:lnTo>
                  <a:pt x="2081292" y="353191"/>
                </a:lnTo>
                <a:lnTo>
                  <a:pt x="2081522" y="352781"/>
                </a:lnTo>
                <a:lnTo>
                  <a:pt x="2081564" y="353204"/>
                </a:lnTo>
                <a:lnTo>
                  <a:pt x="2081609" y="353620"/>
                </a:lnTo>
                <a:lnTo>
                  <a:pt x="2081657" y="354027"/>
                </a:lnTo>
                <a:lnTo>
                  <a:pt x="2081709" y="354427"/>
                </a:lnTo>
                <a:lnTo>
                  <a:pt x="2081764" y="354819"/>
                </a:lnTo>
                <a:lnTo>
                  <a:pt x="2081822" y="355203"/>
                </a:lnTo>
                <a:lnTo>
                  <a:pt x="2081884" y="355580"/>
                </a:lnTo>
                <a:lnTo>
                  <a:pt x="2081949" y="355949"/>
                </a:lnTo>
                <a:lnTo>
                  <a:pt x="2082018" y="356310"/>
                </a:lnTo>
                <a:lnTo>
                  <a:pt x="2082089" y="356663"/>
                </a:lnTo>
                <a:lnTo>
                  <a:pt x="2082165" y="357008"/>
                </a:lnTo>
                <a:lnTo>
                  <a:pt x="2082243" y="357346"/>
                </a:lnTo>
                <a:lnTo>
                  <a:pt x="2082325" y="357675"/>
                </a:lnTo>
                <a:lnTo>
                  <a:pt x="2082410" y="357997"/>
                </a:lnTo>
                <a:lnTo>
                  <a:pt x="2082498" y="358312"/>
                </a:lnTo>
                <a:lnTo>
                  <a:pt x="2082590" y="358618"/>
                </a:lnTo>
                <a:lnTo>
                  <a:pt x="2082685" y="358917"/>
                </a:lnTo>
                <a:lnTo>
                  <a:pt x="2082784" y="359208"/>
                </a:lnTo>
                <a:lnTo>
                  <a:pt x="2082885" y="359491"/>
                </a:lnTo>
                <a:lnTo>
                  <a:pt x="2082990" y="359766"/>
                </a:lnTo>
                <a:lnTo>
                  <a:pt x="2083099" y="360033"/>
                </a:lnTo>
                <a:lnTo>
                  <a:pt x="2083211" y="360293"/>
                </a:lnTo>
                <a:lnTo>
                  <a:pt x="2083326" y="360545"/>
                </a:lnTo>
                <a:lnTo>
                  <a:pt x="2083444" y="360789"/>
                </a:lnTo>
                <a:lnTo>
                  <a:pt x="2083567" y="361026"/>
                </a:lnTo>
                <a:lnTo>
                  <a:pt x="2083696" y="361258"/>
                </a:lnTo>
                <a:lnTo>
                  <a:pt x="2083830" y="361483"/>
                </a:lnTo>
                <a:lnTo>
                  <a:pt x="2083969" y="361701"/>
                </a:lnTo>
                <a:lnTo>
                  <a:pt x="2084114" y="361914"/>
                </a:lnTo>
                <a:lnTo>
                  <a:pt x="2084265" y="362121"/>
                </a:lnTo>
                <a:lnTo>
                  <a:pt x="2084421" y="362321"/>
                </a:lnTo>
                <a:lnTo>
                  <a:pt x="2084583" y="362516"/>
                </a:lnTo>
                <a:lnTo>
                  <a:pt x="2084751" y="362704"/>
                </a:lnTo>
                <a:lnTo>
                  <a:pt x="2084924" y="362886"/>
                </a:lnTo>
                <a:lnTo>
                  <a:pt x="2085102" y="363062"/>
                </a:lnTo>
                <a:lnTo>
                  <a:pt x="2085286" y="363232"/>
                </a:lnTo>
                <a:lnTo>
                  <a:pt x="2085476" y="363396"/>
                </a:lnTo>
                <a:lnTo>
                  <a:pt x="2085671" y="363553"/>
                </a:lnTo>
                <a:lnTo>
                  <a:pt x="2085872" y="363705"/>
                </a:lnTo>
                <a:lnTo>
                  <a:pt x="2086078" y="363850"/>
                </a:lnTo>
                <a:lnTo>
                  <a:pt x="2086290" y="363990"/>
                </a:lnTo>
                <a:lnTo>
                  <a:pt x="2086507" y="364123"/>
                </a:lnTo>
                <a:lnTo>
                  <a:pt x="2086730" y="364250"/>
                </a:lnTo>
                <a:lnTo>
                  <a:pt x="2086959" y="364371"/>
                </a:lnTo>
                <a:lnTo>
                  <a:pt x="2087193" y="364486"/>
                </a:lnTo>
                <a:lnTo>
                  <a:pt x="2087433" y="364594"/>
                </a:lnTo>
                <a:lnTo>
                  <a:pt x="2087678" y="364697"/>
                </a:lnTo>
                <a:lnTo>
                  <a:pt x="2087929" y="364794"/>
                </a:lnTo>
                <a:lnTo>
                  <a:pt x="2088186" y="364898"/>
                </a:lnTo>
                <a:lnTo>
                  <a:pt x="2088448" y="364998"/>
                </a:lnTo>
                <a:lnTo>
                  <a:pt x="2088717" y="365094"/>
                </a:lnTo>
                <a:lnTo>
                  <a:pt x="2088992" y="365185"/>
                </a:lnTo>
                <a:lnTo>
                  <a:pt x="2089273" y="365272"/>
                </a:lnTo>
                <a:lnTo>
                  <a:pt x="2089561" y="365354"/>
                </a:lnTo>
                <a:lnTo>
                  <a:pt x="2089854" y="365432"/>
                </a:lnTo>
                <a:lnTo>
                  <a:pt x="2090153" y="365505"/>
                </a:lnTo>
                <a:lnTo>
                  <a:pt x="2090459" y="365574"/>
                </a:lnTo>
                <a:lnTo>
                  <a:pt x="2090771" y="365639"/>
                </a:lnTo>
                <a:lnTo>
                  <a:pt x="2091089" y="365699"/>
                </a:lnTo>
                <a:lnTo>
                  <a:pt x="2091413" y="365755"/>
                </a:lnTo>
                <a:lnTo>
                  <a:pt x="2091743" y="365806"/>
                </a:lnTo>
                <a:lnTo>
                  <a:pt x="2092079" y="365852"/>
                </a:lnTo>
                <a:lnTo>
                  <a:pt x="2092421" y="365895"/>
                </a:lnTo>
                <a:lnTo>
                  <a:pt x="2092770" y="365932"/>
                </a:lnTo>
                <a:lnTo>
                  <a:pt x="2093124" y="365966"/>
                </a:lnTo>
                <a:lnTo>
                  <a:pt x="2093485" y="365995"/>
                </a:lnTo>
                <a:lnTo>
                  <a:pt x="2093851" y="366019"/>
                </a:lnTo>
                <a:lnTo>
                  <a:pt x="2094224" y="366039"/>
                </a:lnTo>
                <a:lnTo>
                  <a:pt x="2094603" y="366055"/>
                </a:lnTo>
                <a:lnTo>
                  <a:pt x="2094989" y="366066"/>
                </a:lnTo>
                <a:lnTo>
                  <a:pt x="2095380" y="366073"/>
                </a:lnTo>
                <a:lnTo>
                  <a:pt x="2095777" y="366075"/>
                </a:lnTo>
                <a:lnTo>
                  <a:pt x="2096057" y="366073"/>
                </a:lnTo>
                <a:lnTo>
                  <a:pt x="2096336" y="366069"/>
                </a:lnTo>
                <a:lnTo>
                  <a:pt x="2096613" y="366062"/>
                </a:lnTo>
                <a:lnTo>
                  <a:pt x="2096889" y="366053"/>
                </a:lnTo>
                <a:lnTo>
                  <a:pt x="2097165" y="366040"/>
                </a:lnTo>
                <a:lnTo>
                  <a:pt x="2097439" y="366025"/>
                </a:lnTo>
                <a:lnTo>
                  <a:pt x="2097712" y="366007"/>
                </a:lnTo>
                <a:lnTo>
                  <a:pt x="2097984" y="365986"/>
                </a:lnTo>
                <a:lnTo>
                  <a:pt x="2098255" y="365962"/>
                </a:lnTo>
                <a:lnTo>
                  <a:pt x="2098524" y="365936"/>
                </a:lnTo>
                <a:lnTo>
                  <a:pt x="2098793" y="365907"/>
                </a:lnTo>
                <a:lnTo>
                  <a:pt x="2099061" y="365875"/>
                </a:lnTo>
                <a:lnTo>
                  <a:pt x="2099327" y="365840"/>
                </a:lnTo>
                <a:lnTo>
                  <a:pt x="2099592" y="365802"/>
                </a:lnTo>
                <a:lnTo>
                  <a:pt x="2099856" y="365762"/>
                </a:lnTo>
                <a:lnTo>
                  <a:pt x="2100119" y="365719"/>
                </a:lnTo>
                <a:lnTo>
                  <a:pt x="2100381" y="365673"/>
                </a:lnTo>
                <a:lnTo>
                  <a:pt x="2100642" y="365624"/>
                </a:lnTo>
                <a:lnTo>
                  <a:pt x="2100902" y="365573"/>
                </a:lnTo>
                <a:lnTo>
                  <a:pt x="2101161" y="365519"/>
                </a:lnTo>
                <a:lnTo>
                  <a:pt x="2101418" y="365462"/>
                </a:lnTo>
                <a:lnTo>
                  <a:pt x="2101674" y="365402"/>
                </a:lnTo>
                <a:lnTo>
                  <a:pt x="2101930" y="365339"/>
                </a:lnTo>
                <a:lnTo>
                  <a:pt x="2102184" y="365274"/>
                </a:lnTo>
                <a:lnTo>
                  <a:pt x="2102436" y="365206"/>
                </a:lnTo>
                <a:lnTo>
                  <a:pt x="2102684" y="365136"/>
                </a:lnTo>
                <a:lnTo>
                  <a:pt x="2102930" y="365064"/>
                </a:lnTo>
                <a:lnTo>
                  <a:pt x="2103172" y="364989"/>
                </a:lnTo>
                <a:lnTo>
                  <a:pt x="2103410" y="364913"/>
                </a:lnTo>
                <a:lnTo>
                  <a:pt x="2103646" y="364834"/>
                </a:lnTo>
                <a:lnTo>
                  <a:pt x="2103877" y="364752"/>
                </a:lnTo>
                <a:lnTo>
                  <a:pt x="2104106" y="364669"/>
                </a:lnTo>
                <a:lnTo>
                  <a:pt x="2104331" y="364583"/>
                </a:lnTo>
                <a:lnTo>
                  <a:pt x="2104553" y="364495"/>
                </a:lnTo>
                <a:lnTo>
                  <a:pt x="2104772" y="364405"/>
                </a:lnTo>
                <a:lnTo>
                  <a:pt x="2104987" y="364313"/>
                </a:lnTo>
                <a:lnTo>
                  <a:pt x="2105199" y="364218"/>
                </a:lnTo>
                <a:lnTo>
                  <a:pt x="2105407" y="364122"/>
                </a:lnTo>
                <a:lnTo>
                  <a:pt x="2105613" y="364023"/>
                </a:lnTo>
                <a:lnTo>
                  <a:pt x="2105814" y="363921"/>
                </a:lnTo>
                <a:lnTo>
                  <a:pt x="2106013" y="363818"/>
                </a:lnTo>
                <a:lnTo>
                  <a:pt x="2106208" y="363712"/>
                </a:lnTo>
                <a:lnTo>
                  <a:pt x="2106400" y="363604"/>
                </a:lnTo>
                <a:lnTo>
                  <a:pt x="2106589" y="363494"/>
                </a:lnTo>
                <a:lnTo>
                  <a:pt x="2106774" y="363382"/>
                </a:lnTo>
                <a:lnTo>
                  <a:pt x="2106956" y="363267"/>
                </a:lnTo>
                <a:lnTo>
                  <a:pt x="2107134" y="363151"/>
                </a:lnTo>
                <a:lnTo>
                  <a:pt x="2107309" y="363032"/>
                </a:lnTo>
                <a:lnTo>
                  <a:pt x="2107309" y="352621"/>
                </a:lnTo>
                <a:lnTo>
                  <a:pt x="2107081" y="352778"/>
                </a:lnTo>
                <a:lnTo>
                  <a:pt x="2106849" y="352928"/>
                </a:lnTo>
                <a:lnTo>
                  <a:pt x="2106614" y="353071"/>
                </a:lnTo>
                <a:lnTo>
                  <a:pt x="2106375" y="353208"/>
                </a:lnTo>
                <a:lnTo>
                  <a:pt x="2106133" y="353338"/>
                </a:lnTo>
                <a:lnTo>
                  <a:pt x="2105888" y="353462"/>
                </a:lnTo>
                <a:lnTo>
                  <a:pt x="2105639" y="353578"/>
                </a:lnTo>
                <a:lnTo>
                  <a:pt x="2105387" y="353688"/>
                </a:lnTo>
                <a:lnTo>
                  <a:pt x="2105132" y="353792"/>
                </a:lnTo>
                <a:lnTo>
                  <a:pt x="2104873" y="353889"/>
                </a:lnTo>
                <a:lnTo>
                  <a:pt x="2104611" y="353979"/>
                </a:lnTo>
                <a:lnTo>
                  <a:pt x="2104346" y="354062"/>
                </a:lnTo>
                <a:lnTo>
                  <a:pt x="2104078" y="354139"/>
                </a:lnTo>
                <a:lnTo>
                  <a:pt x="2103806" y="354209"/>
                </a:lnTo>
                <a:lnTo>
                  <a:pt x="2103530" y="354272"/>
                </a:lnTo>
                <a:lnTo>
                  <a:pt x="2103252" y="354329"/>
                </a:lnTo>
                <a:lnTo>
                  <a:pt x="2102970" y="354379"/>
                </a:lnTo>
                <a:lnTo>
                  <a:pt x="2102684" y="354423"/>
                </a:lnTo>
                <a:lnTo>
                  <a:pt x="2102396" y="354459"/>
                </a:lnTo>
                <a:lnTo>
                  <a:pt x="2102104" y="354489"/>
                </a:lnTo>
                <a:lnTo>
                  <a:pt x="2101808" y="354513"/>
                </a:lnTo>
                <a:lnTo>
                  <a:pt x="2101510" y="354529"/>
                </a:lnTo>
                <a:lnTo>
                  <a:pt x="2101208" y="354539"/>
                </a:lnTo>
                <a:lnTo>
                  <a:pt x="2100903" y="354543"/>
                </a:lnTo>
                <a:lnTo>
                  <a:pt x="2100730" y="354541"/>
                </a:lnTo>
                <a:lnTo>
                  <a:pt x="2100561" y="354535"/>
                </a:lnTo>
                <a:lnTo>
                  <a:pt x="2100395" y="354525"/>
                </a:lnTo>
                <a:lnTo>
                  <a:pt x="2100231" y="354512"/>
                </a:lnTo>
                <a:lnTo>
                  <a:pt x="2100070" y="354494"/>
                </a:lnTo>
                <a:lnTo>
                  <a:pt x="2099912" y="354473"/>
                </a:lnTo>
                <a:lnTo>
                  <a:pt x="2099756" y="354447"/>
                </a:lnTo>
                <a:lnTo>
                  <a:pt x="2099603" y="354418"/>
                </a:lnTo>
                <a:lnTo>
                  <a:pt x="2099454" y="354385"/>
                </a:lnTo>
                <a:lnTo>
                  <a:pt x="2099306" y="354348"/>
                </a:lnTo>
                <a:lnTo>
                  <a:pt x="2099162" y="354307"/>
                </a:lnTo>
                <a:lnTo>
                  <a:pt x="2099021" y="354262"/>
                </a:lnTo>
                <a:lnTo>
                  <a:pt x="2098882" y="354214"/>
                </a:lnTo>
                <a:lnTo>
                  <a:pt x="2098746" y="354161"/>
                </a:lnTo>
                <a:lnTo>
                  <a:pt x="2098613" y="354105"/>
                </a:lnTo>
                <a:lnTo>
                  <a:pt x="2098482" y="354044"/>
                </a:lnTo>
                <a:lnTo>
                  <a:pt x="2098355" y="353980"/>
                </a:lnTo>
                <a:lnTo>
                  <a:pt x="2098230" y="353912"/>
                </a:lnTo>
                <a:lnTo>
                  <a:pt x="2098108" y="353840"/>
                </a:lnTo>
                <a:lnTo>
                  <a:pt x="2097988" y="353764"/>
                </a:lnTo>
                <a:lnTo>
                  <a:pt x="2097872" y="353684"/>
                </a:lnTo>
                <a:lnTo>
                  <a:pt x="2097758" y="353601"/>
                </a:lnTo>
                <a:lnTo>
                  <a:pt x="2097647" y="353513"/>
                </a:lnTo>
                <a:lnTo>
                  <a:pt x="2097539" y="353422"/>
                </a:lnTo>
                <a:lnTo>
                  <a:pt x="2097435" y="353326"/>
                </a:lnTo>
                <a:lnTo>
                  <a:pt x="2097334" y="353225"/>
                </a:lnTo>
                <a:lnTo>
                  <a:pt x="2097239" y="353119"/>
                </a:lnTo>
                <a:lnTo>
                  <a:pt x="2097148" y="353008"/>
                </a:lnTo>
                <a:lnTo>
                  <a:pt x="2097061" y="352892"/>
                </a:lnTo>
                <a:lnTo>
                  <a:pt x="2096978" y="352771"/>
                </a:lnTo>
                <a:lnTo>
                  <a:pt x="2096901" y="352645"/>
                </a:lnTo>
                <a:lnTo>
                  <a:pt x="2096827" y="352514"/>
                </a:lnTo>
                <a:lnTo>
                  <a:pt x="2096758" y="352378"/>
                </a:lnTo>
                <a:lnTo>
                  <a:pt x="2096694" y="352237"/>
                </a:lnTo>
                <a:lnTo>
                  <a:pt x="2096634" y="352091"/>
                </a:lnTo>
                <a:lnTo>
                  <a:pt x="2096578" y="351940"/>
                </a:lnTo>
                <a:lnTo>
                  <a:pt x="2096527" y="351784"/>
                </a:lnTo>
                <a:lnTo>
                  <a:pt x="2096480" y="351623"/>
                </a:lnTo>
                <a:lnTo>
                  <a:pt x="2096438" y="351457"/>
                </a:lnTo>
                <a:lnTo>
                  <a:pt x="2096400" y="351286"/>
                </a:lnTo>
                <a:lnTo>
                  <a:pt x="2096367" y="351110"/>
                </a:lnTo>
                <a:lnTo>
                  <a:pt x="2096338" y="350929"/>
                </a:lnTo>
                <a:lnTo>
                  <a:pt x="2096313" y="350743"/>
                </a:lnTo>
                <a:lnTo>
                  <a:pt x="2096293" y="350552"/>
                </a:lnTo>
                <a:lnTo>
                  <a:pt x="2096278" y="350356"/>
                </a:lnTo>
                <a:lnTo>
                  <a:pt x="2096267" y="350155"/>
                </a:lnTo>
                <a:lnTo>
                  <a:pt x="2096260" y="349949"/>
                </a:lnTo>
                <a:lnTo>
                  <a:pt x="2096258" y="349738"/>
                </a:lnTo>
                <a:lnTo>
                  <a:pt x="2096258" y="306332"/>
                </a:lnTo>
                <a:lnTo>
                  <a:pt x="2096243" y="305275"/>
                </a:lnTo>
                <a:lnTo>
                  <a:pt x="2096200" y="304242"/>
                </a:lnTo>
                <a:lnTo>
                  <a:pt x="2096128" y="303231"/>
                </a:lnTo>
                <a:lnTo>
                  <a:pt x="2096026" y="302243"/>
                </a:lnTo>
                <a:lnTo>
                  <a:pt x="2095896" y="301278"/>
                </a:lnTo>
                <a:lnTo>
                  <a:pt x="2095737" y="300336"/>
                </a:lnTo>
                <a:lnTo>
                  <a:pt x="2095549" y="299416"/>
                </a:lnTo>
                <a:lnTo>
                  <a:pt x="2095332" y="298519"/>
                </a:lnTo>
                <a:lnTo>
                  <a:pt x="2095086" y="297645"/>
                </a:lnTo>
                <a:lnTo>
                  <a:pt x="2094812" y="296794"/>
                </a:lnTo>
                <a:lnTo>
                  <a:pt x="2094508" y="295966"/>
                </a:lnTo>
                <a:lnTo>
                  <a:pt x="2094175" y="295160"/>
                </a:lnTo>
                <a:lnTo>
                  <a:pt x="2093814" y="294377"/>
                </a:lnTo>
                <a:lnTo>
                  <a:pt x="2093424" y="293617"/>
                </a:lnTo>
                <a:lnTo>
                  <a:pt x="2093004" y="292880"/>
                </a:lnTo>
                <a:lnTo>
                  <a:pt x="2092556" y="292166"/>
                </a:lnTo>
                <a:lnTo>
                  <a:pt x="2092079" y="291474"/>
                </a:lnTo>
                <a:lnTo>
                  <a:pt x="2091573" y="290806"/>
                </a:lnTo>
                <a:lnTo>
                  <a:pt x="2091038" y="290160"/>
                </a:lnTo>
                <a:lnTo>
                  <a:pt x="2090474" y="289536"/>
                </a:lnTo>
                <a:lnTo>
                  <a:pt x="2089881" y="288936"/>
                </a:lnTo>
                <a:lnTo>
                  <a:pt x="2089259" y="288358"/>
                </a:lnTo>
                <a:lnTo>
                  <a:pt x="2088609" y="287804"/>
                </a:lnTo>
                <a:lnTo>
                  <a:pt x="2087929" y="287272"/>
                </a:lnTo>
                <a:lnTo>
                  <a:pt x="2087234" y="286762"/>
                </a:lnTo>
                <a:lnTo>
                  <a:pt x="2086512" y="286274"/>
                </a:lnTo>
                <a:lnTo>
                  <a:pt x="2085762" y="285808"/>
                </a:lnTo>
                <a:lnTo>
                  <a:pt x="2084984" y="285363"/>
                </a:lnTo>
                <a:lnTo>
                  <a:pt x="2084178" y="284940"/>
                </a:lnTo>
                <a:lnTo>
                  <a:pt x="2083344" y="284539"/>
                </a:lnTo>
                <a:lnTo>
                  <a:pt x="2082483" y="284159"/>
                </a:lnTo>
                <a:lnTo>
                  <a:pt x="2081593" y="283801"/>
                </a:lnTo>
                <a:lnTo>
                  <a:pt x="2080676" y="283465"/>
                </a:lnTo>
                <a:lnTo>
                  <a:pt x="2079731" y="283151"/>
                </a:lnTo>
                <a:lnTo>
                  <a:pt x="2078759" y="282858"/>
                </a:lnTo>
                <a:lnTo>
                  <a:pt x="2077758" y="282587"/>
                </a:lnTo>
                <a:lnTo>
                  <a:pt x="2076730" y="282337"/>
                </a:lnTo>
                <a:lnTo>
                  <a:pt x="2075674" y="282110"/>
                </a:lnTo>
                <a:lnTo>
                  <a:pt x="2074590" y="281904"/>
                </a:lnTo>
                <a:lnTo>
                  <a:pt x="2073478" y="281719"/>
                </a:lnTo>
                <a:lnTo>
                  <a:pt x="2072339" y="281557"/>
                </a:lnTo>
                <a:lnTo>
                  <a:pt x="2071171" y="281416"/>
                </a:lnTo>
                <a:lnTo>
                  <a:pt x="2069976" y="281296"/>
                </a:lnTo>
                <a:lnTo>
                  <a:pt x="2068753" y="281199"/>
                </a:lnTo>
                <a:lnTo>
                  <a:pt x="2067502" y="281123"/>
                </a:lnTo>
                <a:lnTo>
                  <a:pt x="2066224" y="281069"/>
                </a:lnTo>
                <a:lnTo>
                  <a:pt x="2064917" y="281036"/>
                </a:lnTo>
                <a:lnTo>
                  <a:pt x="2063583" y="281025"/>
                </a:lnTo>
                <a:lnTo>
                  <a:pt x="2062326" y="281036"/>
                </a:lnTo>
                <a:lnTo>
                  <a:pt x="2061089" y="281069"/>
                </a:lnTo>
                <a:lnTo>
                  <a:pt x="2059874" y="281123"/>
                </a:lnTo>
                <a:lnTo>
                  <a:pt x="2058680" y="281199"/>
                </a:lnTo>
                <a:lnTo>
                  <a:pt x="2057507" y="281296"/>
                </a:lnTo>
                <a:lnTo>
                  <a:pt x="2056356" y="281416"/>
                </a:lnTo>
                <a:lnTo>
                  <a:pt x="2055225" y="281557"/>
                </a:lnTo>
                <a:lnTo>
                  <a:pt x="2054115" y="281719"/>
                </a:lnTo>
                <a:lnTo>
                  <a:pt x="2053027" y="281904"/>
                </a:lnTo>
                <a:lnTo>
                  <a:pt x="2051960" y="282110"/>
                </a:lnTo>
                <a:lnTo>
                  <a:pt x="2050914" y="282337"/>
                </a:lnTo>
                <a:lnTo>
                  <a:pt x="2049889" y="282587"/>
                </a:lnTo>
                <a:lnTo>
                  <a:pt x="2048885" y="282858"/>
                </a:lnTo>
                <a:lnTo>
                  <a:pt x="2047902" y="283151"/>
                </a:lnTo>
                <a:lnTo>
                  <a:pt x="2046941" y="283465"/>
                </a:lnTo>
                <a:lnTo>
                  <a:pt x="2046000" y="283801"/>
                </a:lnTo>
                <a:lnTo>
                  <a:pt x="2045081" y="284159"/>
                </a:lnTo>
                <a:lnTo>
                  <a:pt x="2044183" y="284539"/>
                </a:lnTo>
                <a:lnTo>
                  <a:pt x="2043306" y="284940"/>
                </a:lnTo>
                <a:lnTo>
                  <a:pt x="2042450" y="285363"/>
                </a:lnTo>
                <a:lnTo>
                  <a:pt x="2041615" y="285808"/>
                </a:lnTo>
                <a:lnTo>
                  <a:pt x="2040802" y="286274"/>
                </a:lnTo>
                <a:lnTo>
                  <a:pt x="2040009" y="286762"/>
                </a:lnTo>
                <a:lnTo>
                  <a:pt x="2039238" y="287272"/>
                </a:lnTo>
                <a:lnTo>
                  <a:pt x="2038506" y="287800"/>
                </a:lnTo>
                <a:lnTo>
                  <a:pt x="2037805" y="288343"/>
                </a:lnTo>
                <a:lnTo>
                  <a:pt x="2037135" y="288901"/>
                </a:lnTo>
                <a:lnTo>
                  <a:pt x="2036497" y="289474"/>
                </a:lnTo>
                <a:lnTo>
                  <a:pt x="2035890" y="290062"/>
                </a:lnTo>
                <a:lnTo>
                  <a:pt x="2035313" y="290665"/>
                </a:lnTo>
                <a:lnTo>
                  <a:pt x="2034768" y="291284"/>
                </a:lnTo>
                <a:lnTo>
                  <a:pt x="2034255" y="291917"/>
                </a:lnTo>
                <a:lnTo>
                  <a:pt x="2033772" y="292565"/>
                </a:lnTo>
                <a:lnTo>
                  <a:pt x="2033320" y="293228"/>
                </a:lnTo>
                <a:lnTo>
                  <a:pt x="2032900" y="293906"/>
                </a:lnTo>
                <a:lnTo>
                  <a:pt x="2032510" y="294600"/>
                </a:lnTo>
                <a:lnTo>
                  <a:pt x="2032152" y="295308"/>
                </a:lnTo>
                <a:lnTo>
                  <a:pt x="2031825" y="296031"/>
                </a:lnTo>
                <a:lnTo>
                  <a:pt x="2031529" y="296769"/>
                </a:lnTo>
                <a:lnTo>
                  <a:pt x="2031265" y="297523"/>
                </a:lnTo>
                <a:lnTo>
                  <a:pt x="2031031" y="298291"/>
                </a:lnTo>
                <a:lnTo>
                  <a:pt x="2030829" y="299074"/>
                </a:lnTo>
                <a:lnTo>
                  <a:pt x="2030657" y="299873"/>
                </a:lnTo>
                <a:lnTo>
                  <a:pt x="2030517" y="300686"/>
                </a:lnTo>
                <a:lnTo>
                  <a:pt x="2030408" y="301514"/>
                </a:lnTo>
                <a:lnTo>
                  <a:pt x="2030330" y="302358"/>
                </a:lnTo>
                <a:lnTo>
                  <a:pt x="2030284" y="303216"/>
                </a:lnTo>
                <a:lnTo>
                  <a:pt x="2030268" y="304090"/>
                </a:lnTo>
                <a:lnTo>
                  <a:pt x="2030268" y="304115"/>
                </a:lnTo>
                <a:lnTo>
                  <a:pt x="2030267" y="304138"/>
                </a:lnTo>
                <a:lnTo>
                  <a:pt x="2030266" y="304160"/>
                </a:lnTo>
                <a:lnTo>
                  <a:pt x="2030264" y="304178"/>
                </a:lnTo>
                <a:lnTo>
                  <a:pt x="2030261" y="304195"/>
                </a:lnTo>
                <a:lnTo>
                  <a:pt x="2030258" y="304210"/>
                </a:lnTo>
                <a:lnTo>
                  <a:pt x="2030254" y="304222"/>
                </a:lnTo>
                <a:lnTo>
                  <a:pt x="2030250" y="304232"/>
                </a:lnTo>
                <a:lnTo>
                  <a:pt x="2030246" y="304240"/>
                </a:lnTo>
                <a:lnTo>
                  <a:pt x="2030240" y="304245"/>
                </a:lnTo>
                <a:lnTo>
                  <a:pt x="2030234" y="304249"/>
                </a:lnTo>
                <a:lnTo>
                  <a:pt x="2030228" y="304250"/>
                </a:lnTo>
                <a:lnTo>
                  <a:pt x="2030221" y="304249"/>
                </a:lnTo>
                <a:lnTo>
                  <a:pt x="2030214" y="304245"/>
                </a:lnTo>
                <a:lnTo>
                  <a:pt x="2030205" y="304240"/>
                </a:lnTo>
                <a:lnTo>
                  <a:pt x="2030197" y="304232"/>
                </a:lnTo>
                <a:lnTo>
                  <a:pt x="2030188" y="304222"/>
                </a:lnTo>
                <a:lnTo>
                  <a:pt x="2030178" y="304210"/>
                </a:lnTo>
                <a:lnTo>
                  <a:pt x="2030168" y="304195"/>
                </a:lnTo>
                <a:lnTo>
                  <a:pt x="2030157" y="304178"/>
                </a:lnTo>
                <a:lnTo>
                  <a:pt x="2030145" y="304160"/>
                </a:lnTo>
                <a:lnTo>
                  <a:pt x="2030133" y="304138"/>
                </a:lnTo>
                <a:lnTo>
                  <a:pt x="2030121" y="304115"/>
                </a:lnTo>
                <a:lnTo>
                  <a:pt x="2030108" y="304090"/>
                </a:lnTo>
                <a:lnTo>
                  <a:pt x="2030108" y="304123"/>
                </a:lnTo>
                <a:lnTo>
                  <a:pt x="2030108" y="304185"/>
                </a:lnTo>
                <a:lnTo>
                  <a:pt x="2030108" y="304250"/>
                </a:lnTo>
                <a:lnTo>
                  <a:pt x="2030122" y="304319"/>
                </a:lnTo>
                <a:lnTo>
                  <a:pt x="2030136" y="304395"/>
                </a:lnTo>
                <a:lnTo>
                  <a:pt x="2030150" y="304477"/>
                </a:lnTo>
                <a:close/>
                <a:moveTo>
                  <a:pt x="2055104" y="354503"/>
                </a:moveTo>
                <a:lnTo>
                  <a:pt x="2054541" y="354430"/>
                </a:lnTo>
                <a:lnTo>
                  <a:pt x="2053991" y="354347"/>
                </a:lnTo>
                <a:lnTo>
                  <a:pt x="2053455" y="354252"/>
                </a:lnTo>
                <a:lnTo>
                  <a:pt x="2052933" y="354147"/>
                </a:lnTo>
                <a:lnTo>
                  <a:pt x="2052425" y="354030"/>
                </a:lnTo>
                <a:lnTo>
                  <a:pt x="2051931" y="353902"/>
                </a:lnTo>
                <a:lnTo>
                  <a:pt x="2051451" y="353763"/>
                </a:lnTo>
                <a:lnTo>
                  <a:pt x="2050984" y="353613"/>
                </a:lnTo>
                <a:lnTo>
                  <a:pt x="2050532" y="353452"/>
                </a:lnTo>
                <a:lnTo>
                  <a:pt x="2050093" y="353279"/>
                </a:lnTo>
                <a:lnTo>
                  <a:pt x="2049669" y="353096"/>
                </a:lnTo>
                <a:lnTo>
                  <a:pt x="2049258" y="352901"/>
                </a:lnTo>
                <a:lnTo>
                  <a:pt x="2048861" y="352695"/>
                </a:lnTo>
                <a:lnTo>
                  <a:pt x="2048478" y="352478"/>
                </a:lnTo>
                <a:lnTo>
                  <a:pt x="2048109" y="352250"/>
                </a:lnTo>
                <a:lnTo>
                  <a:pt x="2047754" y="352011"/>
                </a:lnTo>
                <a:lnTo>
                  <a:pt x="2047413" y="351761"/>
                </a:lnTo>
                <a:lnTo>
                  <a:pt x="2047086" y="351499"/>
                </a:lnTo>
                <a:lnTo>
                  <a:pt x="2046785" y="351227"/>
                </a:lnTo>
                <a:lnTo>
                  <a:pt x="2046497" y="350943"/>
                </a:lnTo>
                <a:lnTo>
                  <a:pt x="2046222" y="350649"/>
                </a:lnTo>
                <a:lnTo>
                  <a:pt x="2045960" y="350343"/>
                </a:lnTo>
                <a:lnTo>
                  <a:pt x="2045711" y="350026"/>
                </a:lnTo>
                <a:lnTo>
                  <a:pt x="2045474" y="349698"/>
                </a:lnTo>
                <a:lnTo>
                  <a:pt x="2045250" y="349358"/>
                </a:lnTo>
                <a:lnTo>
                  <a:pt x="2045039" y="349008"/>
                </a:lnTo>
                <a:lnTo>
                  <a:pt x="2044841" y="348646"/>
                </a:lnTo>
                <a:lnTo>
                  <a:pt x="2044656" y="348274"/>
                </a:lnTo>
                <a:lnTo>
                  <a:pt x="2044483" y="347890"/>
                </a:lnTo>
                <a:lnTo>
                  <a:pt x="2044323" y="347495"/>
                </a:lnTo>
                <a:lnTo>
                  <a:pt x="2044176" y="347089"/>
                </a:lnTo>
                <a:lnTo>
                  <a:pt x="2044042" y="346672"/>
                </a:lnTo>
                <a:lnTo>
                  <a:pt x="2043920" y="346244"/>
                </a:lnTo>
                <a:lnTo>
                  <a:pt x="2043811" y="345805"/>
                </a:lnTo>
                <a:lnTo>
                  <a:pt x="2043715" y="345354"/>
                </a:lnTo>
                <a:lnTo>
                  <a:pt x="2043632" y="344893"/>
                </a:lnTo>
                <a:lnTo>
                  <a:pt x="2043562" y="344420"/>
                </a:lnTo>
                <a:lnTo>
                  <a:pt x="2043504" y="343936"/>
                </a:lnTo>
                <a:lnTo>
                  <a:pt x="2043460" y="343441"/>
                </a:lnTo>
                <a:lnTo>
                  <a:pt x="2043428" y="342935"/>
                </a:lnTo>
                <a:lnTo>
                  <a:pt x="2043408" y="342418"/>
                </a:lnTo>
                <a:lnTo>
                  <a:pt x="2043402" y="341889"/>
                </a:lnTo>
                <a:lnTo>
                  <a:pt x="2043408" y="341374"/>
                </a:lnTo>
                <a:lnTo>
                  <a:pt x="2043425" y="340868"/>
                </a:lnTo>
                <a:lnTo>
                  <a:pt x="2043455" y="340373"/>
                </a:lnTo>
                <a:lnTo>
                  <a:pt x="2043495" y="339887"/>
                </a:lnTo>
                <a:lnTo>
                  <a:pt x="2043548" y="339412"/>
                </a:lnTo>
                <a:lnTo>
                  <a:pt x="2043612" y="338946"/>
                </a:lnTo>
                <a:lnTo>
                  <a:pt x="2043688" y="338491"/>
                </a:lnTo>
                <a:lnTo>
                  <a:pt x="2043776" y="338045"/>
                </a:lnTo>
                <a:lnTo>
                  <a:pt x="2043875" y="337610"/>
                </a:lnTo>
                <a:lnTo>
                  <a:pt x="2043986" y="337184"/>
                </a:lnTo>
                <a:lnTo>
                  <a:pt x="2044109" y="336769"/>
                </a:lnTo>
                <a:lnTo>
                  <a:pt x="2044243" y="336364"/>
                </a:lnTo>
                <a:lnTo>
                  <a:pt x="2044389" y="335968"/>
                </a:lnTo>
                <a:lnTo>
                  <a:pt x="2044547" y="335583"/>
                </a:lnTo>
                <a:lnTo>
                  <a:pt x="2044716" y="335207"/>
                </a:lnTo>
                <a:lnTo>
                  <a:pt x="2044897" y="334842"/>
                </a:lnTo>
                <a:lnTo>
                  <a:pt x="2045090" y="334487"/>
                </a:lnTo>
                <a:lnTo>
                  <a:pt x="2045294" y="334141"/>
                </a:lnTo>
                <a:lnTo>
                  <a:pt x="2045510" y="333806"/>
                </a:lnTo>
                <a:lnTo>
                  <a:pt x="2045738" y="333480"/>
                </a:lnTo>
                <a:lnTo>
                  <a:pt x="2045977" y="333165"/>
                </a:lnTo>
                <a:lnTo>
                  <a:pt x="2046228" y="332860"/>
                </a:lnTo>
                <a:lnTo>
                  <a:pt x="2046491" y="332565"/>
                </a:lnTo>
                <a:lnTo>
                  <a:pt x="2046765" y="332279"/>
                </a:lnTo>
                <a:lnTo>
                  <a:pt x="2047067" y="331989"/>
                </a:lnTo>
                <a:lnTo>
                  <a:pt x="2047384" y="331706"/>
                </a:lnTo>
                <a:lnTo>
                  <a:pt x="2047716" y="331431"/>
                </a:lnTo>
                <a:lnTo>
                  <a:pt x="2048065" y="331162"/>
                </a:lnTo>
                <a:lnTo>
                  <a:pt x="2048428" y="330901"/>
                </a:lnTo>
                <a:lnTo>
                  <a:pt x="2048808" y="330648"/>
                </a:lnTo>
                <a:lnTo>
                  <a:pt x="2049202" y="330401"/>
                </a:lnTo>
                <a:lnTo>
                  <a:pt x="2049613" y="330161"/>
                </a:lnTo>
                <a:lnTo>
                  <a:pt x="2050039" y="329929"/>
                </a:lnTo>
                <a:lnTo>
                  <a:pt x="2050480" y="329704"/>
                </a:lnTo>
                <a:lnTo>
                  <a:pt x="2050938" y="329487"/>
                </a:lnTo>
                <a:lnTo>
                  <a:pt x="2051410" y="329276"/>
                </a:lnTo>
                <a:lnTo>
                  <a:pt x="2051899" y="329073"/>
                </a:lnTo>
                <a:lnTo>
                  <a:pt x="2052403" y="328877"/>
                </a:lnTo>
                <a:lnTo>
                  <a:pt x="2052922" y="328688"/>
                </a:lnTo>
                <a:lnTo>
                  <a:pt x="2053457" y="328506"/>
                </a:lnTo>
                <a:lnTo>
                  <a:pt x="2054008" y="328332"/>
                </a:lnTo>
                <a:lnTo>
                  <a:pt x="2054574" y="328165"/>
                </a:lnTo>
                <a:lnTo>
                  <a:pt x="2055155" y="328005"/>
                </a:lnTo>
                <a:lnTo>
                  <a:pt x="2055753" y="327852"/>
                </a:lnTo>
                <a:lnTo>
                  <a:pt x="2056366" y="327707"/>
                </a:lnTo>
                <a:lnTo>
                  <a:pt x="2056994" y="327569"/>
                </a:lnTo>
                <a:lnTo>
                  <a:pt x="2057638" y="327438"/>
                </a:lnTo>
                <a:lnTo>
                  <a:pt x="2058298" y="327314"/>
                </a:lnTo>
                <a:lnTo>
                  <a:pt x="2058988" y="327183"/>
                </a:lnTo>
                <a:lnTo>
                  <a:pt x="2059698" y="327058"/>
                </a:lnTo>
                <a:lnTo>
                  <a:pt x="2060427" y="326939"/>
                </a:lnTo>
                <a:lnTo>
                  <a:pt x="2061176" y="326825"/>
                </a:lnTo>
                <a:lnTo>
                  <a:pt x="2061945" y="326716"/>
                </a:lnTo>
                <a:lnTo>
                  <a:pt x="2062732" y="326613"/>
                </a:lnTo>
                <a:lnTo>
                  <a:pt x="2063540" y="326516"/>
                </a:lnTo>
                <a:lnTo>
                  <a:pt x="2064366" y="326424"/>
                </a:lnTo>
                <a:lnTo>
                  <a:pt x="2065212" y="326338"/>
                </a:lnTo>
                <a:lnTo>
                  <a:pt x="2066078" y="326257"/>
                </a:lnTo>
                <a:lnTo>
                  <a:pt x="2066963" y="326182"/>
                </a:lnTo>
                <a:lnTo>
                  <a:pt x="2067868" y="326113"/>
                </a:lnTo>
                <a:lnTo>
                  <a:pt x="2068792" y="326049"/>
                </a:lnTo>
                <a:lnTo>
                  <a:pt x="2069735" y="325990"/>
                </a:lnTo>
                <a:lnTo>
                  <a:pt x="2070698" y="325938"/>
                </a:lnTo>
                <a:lnTo>
                  <a:pt x="2071681" y="325890"/>
                </a:lnTo>
                <a:lnTo>
                  <a:pt x="2072683" y="325849"/>
                </a:lnTo>
                <a:lnTo>
                  <a:pt x="2073704" y="325812"/>
                </a:lnTo>
                <a:lnTo>
                  <a:pt x="2074745" y="325782"/>
                </a:lnTo>
                <a:lnTo>
                  <a:pt x="2075805" y="325757"/>
                </a:lnTo>
                <a:lnTo>
                  <a:pt x="2076885" y="325737"/>
                </a:lnTo>
                <a:lnTo>
                  <a:pt x="2077984" y="325723"/>
                </a:lnTo>
                <a:lnTo>
                  <a:pt x="2079103" y="325715"/>
                </a:lnTo>
                <a:lnTo>
                  <a:pt x="2080241" y="325712"/>
                </a:lnTo>
                <a:lnTo>
                  <a:pt x="2080241" y="330678"/>
                </a:lnTo>
                <a:lnTo>
                  <a:pt x="2080237" y="331236"/>
                </a:lnTo>
                <a:lnTo>
                  <a:pt x="2080224" y="331790"/>
                </a:lnTo>
                <a:lnTo>
                  <a:pt x="2080203" y="332339"/>
                </a:lnTo>
                <a:lnTo>
                  <a:pt x="2080174" y="332884"/>
                </a:lnTo>
                <a:lnTo>
                  <a:pt x="2080137" y="333425"/>
                </a:lnTo>
                <a:lnTo>
                  <a:pt x="2080091" y="333961"/>
                </a:lnTo>
                <a:lnTo>
                  <a:pt x="2080037" y="334493"/>
                </a:lnTo>
                <a:lnTo>
                  <a:pt x="2079974" y="335020"/>
                </a:lnTo>
                <a:lnTo>
                  <a:pt x="2079903" y="335543"/>
                </a:lnTo>
                <a:lnTo>
                  <a:pt x="2079824" y="336061"/>
                </a:lnTo>
                <a:lnTo>
                  <a:pt x="2079736" y="336575"/>
                </a:lnTo>
                <a:lnTo>
                  <a:pt x="2079640" y="337084"/>
                </a:lnTo>
                <a:lnTo>
                  <a:pt x="2079536" y="337589"/>
                </a:lnTo>
                <a:lnTo>
                  <a:pt x="2079423" y="338090"/>
                </a:lnTo>
                <a:lnTo>
                  <a:pt x="2079302" y="338586"/>
                </a:lnTo>
                <a:lnTo>
                  <a:pt x="2079173" y="339078"/>
                </a:lnTo>
                <a:lnTo>
                  <a:pt x="2079035" y="339565"/>
                </a:lnTo>
                <a:lnTo>
                  <a:pt x="2078889" y="340047"/>
                </a:lnTo>
                <a:lnTo>
                  <a:pt x="2078735" y="340526"/>
                </a:lnTo>
                <a:lnTo>
                  <a:pt x="2078572" y="341000"/>
                </a:lnTo>
                <a:lnTo>
                  <a:pt x="2078401" y="341469"/>
                </a:lnTo>
                <a:lnTo>
                  <a:pt x="2078222" y="341934"/>
                </a:lnTo>
                <a:lnTo>
                  <a:pt x="2078034" y="342394"/>
                </a:lnTo>
                <a:lnTo>
                  <a:pt x="2077838" y="342850"/>
                </a:lnTo>
                <a:lnTo>
                  <a:pt x="2077647" y="343300"/>
                </a:lnTo>
                <a:lnTo>
                  <a:pt x="2077447" y="343742"/>
                </a:lnTo>
                <a:lnTo>
                  <a:pt x="2077238" y="344177"/>
                </a:lnTo>
                <a:lnTo>
                  <a:pt x="2077020" y="344603"/>
                </a:lnTo>
                <a:lnTo>
                  <a:pt x="2076793" y="345022"/>
                </a:lnTo>
                <a:lnTo>
                  <a:pt x="2076557" y="345433"/>
                </a:lnTo>
                <a:lnTo>
                  <a:pt x="2076312" y="345836"/>
                </a:lnTo>
                <a:lnTo>
                  <a:pt x="2076059" y="346232"/>
                </a:lnTo>
                <a:lnTo>
                  <a:pt x="2075796" y="346619"/>
                </a:lnTo>
                <a:lnTo>
                  <a:pt x="2075525" y="346999"/>
                </a:lnTo>
                <a:lnTo>
                  <a:pt x="2075244" y="347371"/>
                </a:lnTo>
                <a:lnTo>
                  <a:pt x="2074955" y="347736"/>
                </a:lnTo>
                <a:lnTo>
                  <a:pt x="2074657" y="348092"/>
                </a:lnTo>
                <a:lnTo>
                  <a:pt x="2074350" y="348441"/>
                </a:lnTo>
                <a:lnTo>
                  <a:pt x="2074034" y="348782"/>
                </a:lnTo>
                <a:lnTo>
                  <a:pt x="2073709" y="349115"/>
                </a:lnTo>
                <a:lnTo>
                  <a:pt x="2073376" y="349440"/>
                </a:lnTo>
                <a:lnTo>
                  <a:pt x="2073033" y="349758"/>
                </a:lnTo>
                <a:lnTo>
                  <a:pt x="2072682" y="350067"/>
                </a:lnTo>
                <a:lnTo>
                  <a:pt x="2072321" y="350369"/>
                </a:lnTo>
                <a:lnTo>
                  <a:pt x="2071952" y="350664"/>
                </a:lnTo>
                <a:lnTo>
                  <a:pt x="2071574" y="350950"/>
                </a:lnTo>
                <a:lnTo>
                  <a:pt x="2071187" y="351229"/>
                </a:lnTo>
                <a:lnTo>
                  <a:pt x="2070791" y="351499"/>
                </a:lnTo>
                <a:lnTo>
                  <a:pt x="2070399" y="351761"/>
                </a:lnTo>
                <a:lnTo>
                  <a:pt x="2069998" y="352011"/>
                </a:lnTo>
                <a:lnTo>
                  <a:pt x="2069587" y="352250"/>
                </a:lnTo>
                <a:lnTo>
                  <a:pt x="2069167" y="352478"/>
                </a:lnTo>
                <a:lnTo>
                  <a:pt x="2068737" y="352695"/>
                </a:lnTo>
                <a:lnTo>
                  <a:pt x="2068298" y="352901"/>
                </a:lnTo>
                <a:lnTo>
                  <a:pt x="2067850" y="353096"/>
                </a:lnTo>
                <a:lnTo>
                  <a:pt x="2067392" y="353279"/>
                </a:lnTo>
                <a:lnTo>
                  <a:pt x="2066924" y="353452"/>
                </a:lnTo>
                <a:lnTo>
                  <a:pt x="2066447" y="353613"/>
                </a:lnTo>
                <a:lnTo>
                  <a:pt x="2065961" y="353763"/>
                </a:lnTo>
                <a:lnTo>
                  <a:pt x="2065465" y="353902"/>
                </a:lnTo>
                <a:lnTo>
                  <a:pt x="2064960" y="354030"/>
                </a:lnTo>
                <a:lnTo>
                  <a:pt x="2064445" y="354147"/>
                </a:lnTo>
                <a:lnTo>
                  <a:pt x="2063921" y="354252"/>
                </a:lnTo>
                <a:lnTo>
                  <a:pt x="2063387" y="354347"/>
                </a:lnTo>
                <a:lnTo>
                  <a:pt x="2062844" y="354430"/>
                </a:lnTo>
                <a:lnTo>
                  <a:pt x="2062292" y="354503"/>
                </a:lnTo>
                <a:lnTo>
                  <a:pt x="2061730" y="354564"/>
                </a:lnTo>
                <a:lnTo>
                  <a:pt x="2061158" y="354614"/>
                </a:lnTo>
                <a:lnTo>
                  <a:pt x="2060578" y="354653"/>
                </a:lnTo>
                <a:lnTo>
                  <a:pt x="2059987" y="354681"/>
                </a:lnTo>
                <a:lnTo>
                  <a:pt x="2059387" y="354697"/>
                </a:lnTo>
                <a:lnTo>
                  <a:pt x="2058778" y="354703"/>
                </a:lnTo>
                <a:lnTo>
                  <a:pt x="2058131" y="354697"/>
                </a:lnTo>
                <a:lnTo>
                  <a:pt x="2057498" y="354681"/>
                </a:lnTo>
                <a:lnTo>
                  <a:pt x="2056879" y="354653"/>
                </a:lnTo>
                <a:lnTo>
                  <a:pt x="2056273" y="354614"/>
                </a:lnTo>
                <a:lnTo>
                  <a:pt x="2055682" y="354564"/>
                </a:lnTo>
                <a:lnTo>
                  <a:pt x="2055104" y="354503"/>
                </a:lnTo>
                <a:close/>
                <a:moveTo>
                  <a:pt x="2119420" y="364473"/>
                </a:moveTo>
                <a:lnTo>
                  <a:pt x="2140882" y="364473"/>
                </a:lnTo>
                <a:lnTo>
                  <a:pt x="2156579" y="364473"/>
                </a:lnTo>
                <a:lnTo>
                  <a:pt x="2193257" y="364473"/>
                </a:lnTo>
                <a:lnTo>
                  <a:pt x="2193257" y="352140"/>
                </a:lnTo>
                <a:lnTo>
                  <a:pt x="2156579" y="352140"/>
                </a:lnTo>
                <a:lnTo>
                  <a:pt x="2156579" y="314020"/>
                </a:lnTo>
                <a:lnTo>
                  <a:pt x="2156582" y="313594"/>
                </a:lnTo>
                <a:lnTo>
                  <a:pt x="2156591" y="313169"/>
                </a:lnTo>
                <a:lnTo>
                  <a:pt x="2156606" y="312746"/>
                </a:lnTo>
                <a:lnTo>
                  <a:pt x="2156628" y="312325"/>
                </a:lnTo>
                <a:lnTo>
                  <a:pt x="2156655" y="311905"/>
                </a:lnTo>
                <a:lnTo>
                  <a:pt x="2156689" y="311487"/>
                </a:lnTo>
                <a:lnTo>
                  <a:pt x="2156729" y="311071"/>
                </a:lnTo>
                <a:lnTo>
                  <a:pt x="2156775" y="310656"/>
                </a:lnTo>
                <a:lnTo>
                  <a:pt x="2156827" y="310243"/>
                </a:lnTo>
                <a:lnTo>
                  <a:pt x="2156885" y="309832"/>
                </a:lnTo>
                <a:lnTo>
                  <a:pt x="2156949" y="309423"/>
                </a:lnTo>
                <a:lnTo>
                  <a:pt x="2157019" y="309015"/>
                </a:lnTo>
                <a:lnTo>
                  <a:pt x="2157096" y="308608"/>
                </a:lnTo>
                <a:lnTo>
                  <a:pt x="2157178" y="308204"/>
                </a:lnTo>
                <a:lnTo>
                  <a:pt x="2157267" y="307801"/>
                </a:lnTo>
                <a:lnTo>
                  <a:pt x="2157362" y="307400"/>
                </a:lnTo>
                <a:lnTo>
                  <a:pt x="2157463" y="307000"/>
                </a:lnTo>
                <a:lnTo>
                  <a:pt x="2157570" y="306602"/>
                </a:lnTo>
                <a:lnTo>
                  <a:pt x="2157683" y="306206"/>
                </a:lnTo>
                <a:lnTo>
                  <a:pt x="2157802" y="305811"/>
                </a:lnTo>
                <a:lnTo>
                  <a:pt x="2157928" y="305418"/>
                </a:lnTo>
                <a:lnTo>
                  <a:pt x="2158059" y="305027"/>
                </a:lnTo>
                <a:lnTo>
                  <a:pt x="2158197" y="304638"/>
                </a:lnTo>
                <a:lnTo>
                  <a:pt x="2158341" y="304250"/>
                </a:lnTo>
                <a:lnTo>
                  <a:pt x="2158491" y="303865"/>
                </a:lnTo>
                <a:lnTo>
                  <a:pt x="2158647" y="303487"/>
                </a:lnTo>
                <a:lnTo>
                  <a:pt x="2158809" y="303113"/>
                </a:lnTo>
                <a:lnTo>
                  <a:pt x="2158977" y="302746"/>
                </a:lnTo>
                <a:lnTo>
                  <a:pt x="2159151" y="302384"/>
                </a:lnTo>
                <a:lnTo>
                  <a:pt x="2159332" y="302027"/>
                </a:lnTo>
                <a:lnTo>
                  <a:pt x="2159518" y="301676"/>
                </a:lnTo>
                <a:lnTo>
                  <a:pt x="2159711" y="301331"/>
                </a:lnTo>
                <a:lnTo>
                  <a:pt x="2159910" y="300991"/>
                </a:lnTo>
                <a:lnTo>
                  <a:pt x="2160115" y="300657"/>
                </a:lnTo>
                <a:lnTo>
                  <a:pt x="2160326" y="300328"/>
                </a:lnTo>
                <a:lnTo>
                  <a:pt x="2160543" y="300005"/>
                </a:lnTo>
                <a:lnTo>
                  <a:pt x="2160766" y="299688"/>
                </a:lnTo>
                <a:lnTo>
                  <a:pt x="2160996" y="299376"/>
                </a:lnTo>
                <a:lnTo>
                  <a:pt x="2161231" y="299069"/>
                </a:lnTo>
                <a:lnTo>
                  <a:pt x="2161473" y="298768"/>
                </a:lnTo>
                <a:lnTo>
                  <a:pt x="2161721" y="298473"/>
                </a:lnTo>
                <a:lnTo>
                  <a:pt x="2161974" y="298183"/>
                </a:lnTo>
                <a:lnTo>
                  <a:pt x="2162234" y="297899"/>
                </a:lnTo>
                <a:lnTo>
                  <a:pt x="2162501" y="297620"/>
                </a:lnTo>
                <a:lnTo>
                  <a:pt x="2162773" y="297347"/>
                </a:lnTo>
                <a:lnTo>
                  <a:pt x="2163051" y="297080"/>
                </a:lnTo>
                <a:lnTo>
                  <a:pt x="2163336" y="296818"/>
                </a:lnTo>
                <a:lnTo>
                  <a:pt x="2163626" y="296562"/>
                </a:lnTo>
                <a:lnTo>
                  <a:pt x="2163936" y="296313"/>
                </a:lnTo>
                <a:lnTo>
                  <a:pt x="2164251" y="296075"/>
                </a:lnTo>
                <a:lnTo>
                  <a:pt x="2164572" y="295848"/>
                </a:lnTo>
                <a:lnTo>
                  <a:pt x="2164899" y="295632"/>
                </a:lnTo>
                <a:lnTo>
                  <a:pt x="2165231" y="295426"/>
                </a:lnTo>
                <a:lnTo>
                  <a:pt x="2165568" y="295230"/>
                </a:lnTo>
                <a:lnTo>
                  <a:pt x="2165911" y="295045"/>
                </a:lnTo>
                <a:lnTo>
                  <a:pt x="2166260" y="294871"/>
                </a:lnTo>
                <a:lnTo>
                  <a:pt x="2166614" y="294707"/>
                </a:lnTo>
                <a:lnTo>
                  <a:pt x="2166974" y="294554"/>
                </a:lnTo>
                <a:lnTo>
                  <a:pt x="2167339" y="294411"/>
                </a:lnTo>
                <a:lnTo>
                  <a:pt x="2167710" y="294279"/>
                </a:lnTo>
                <a:lnTo>
                  <a:pt x="2168087" y="294158"/>
                </a:lnTo>
                <a:lnTo>
                  <a:pt x="2168469" y="294047"/>
                </a:lnTo>
                <a:lnTo>
                  <a:pt x="2168857" y="293946"/>
                </a:lnTo>
                <a:lnTo>
                  <a:pt x="2169250" y="293857"/>
                </a:lnTo>
                <a:lnTo>
                  <a:pt x="2169649" y="293777"/>
                </a:lnTo>
                <a:lnTo>
                  <a:pt x="2170053" y="293709"/>
                </a:lnTo>
                <a:lnTo>
                  <a:pt x="2170463" y="293650"/>
                </a:lnTo>
                <a:lnTo>
                  <a:pt x="2170878" y="293603"/>
                </a:lnTo>
                <a:lnTo>
                  <a:pt x="2171299" y="293566"/>
                </a:lnTo>
                <a:lnTo>
                  <a:pt x="2171726" y="293540"/>
                </a:lnTo>
                <a:lnTo>
                  <a:pt x="2172158" y="293524"/>
                </a:lnTo>
                <a:lnTo>
                  <a:pt x="2172596" y="293518"/>
                </a:lnTo>
                <a:lnTo>
                  <a:pt x="2173046" y="293523"/>
                </a:lnTo>
                <a:lnTo>
                  <a:pt x="2173489" y="293535"/>
                </a:lnTo>
                <a:lnTo>
                  <a:pt x="2173925" y="293556"/>
                </a:lnTo>
                <a:lnTo>
                  <a:pt x="2174353" y="293585"/>
                </a:lnTo>
                <a:lnTo>
                  <a:pt x="2174774" y="293623"/>
                </a:lnTo>
                <a:lnTo>
                  <a:pt x="2175188" y="293669"/>
                </a:lnTo>
                <a:lnTo>
                  <a:pt x="2175595" y="293723"/>
                </a:lnTo>
                <a:lnTo>
                  <a:pt x="2175995" y="293785"/>
                </a:lnTo>
                <a:lnTo>
                  <a:pt x="2176387" y="293856"/>
                </a:lnTo>
                <a:lnTo>
                  <a:pt x="2176772" y="293935"/>
                </a:lnTo>
                <a:lnTo>
                  <a:pt x="2177150" y="294023"/>
                </a:lnTo>
                <a:lnTo>
                  <a:pt x="2177521" y="294119"/>
                </a:lnTo>
                <a:lnTo>
                  <a:pt x="2177884" y="294223"/>
                </a:lnTo>
                <a:lnTo>
                  <a:pt x="2178241" y="294336"/>
                </a:lnTo>
                <a:lnTo>
                  <a:pt x="2178589" y="294457"/>
                </a:lnTo>
                <a:lnTo>
                  <a:pt x="2178931" y="294586"/>
                </a:lnTo>
                <a:lnTo>
                  <a:pt x="2179266" y="294724"/>
                </a:lnTo>
                <a:lnTo>
                  <a:pt x="2179593" y="294870"/>
                </a:lnTo>
                <a:lnTo>
                  <a:pt x="2179913" y="295024"/>
                </a:lnTo>
                <a:lnTo>
                  <a:pt x="2180226" y="295187"/>
                </a:lnTo>
                <a:lnTo>
                  <a:pt x="2180531" y="295358"/>
                </a:lnTo>
                <a:lnTo>
                  <a:pt x="2180830" y="295537"/>
                </a:lnTo>
                <a:lnTo>
                  <a:pt x="2181121" y="295725"/>
                </a:lnTo>
                <a:lnTo>
                  <a:pt x="2181405" y="295921"/>
                </a:lnTo>
                <a:lnTo>
                  <a:pt x="2181695" y="296110"/>
                </a:lnTo>
                <a:lnTo>
                  <a:pt x="2181979" y="296305"/>
                </a:lnTo>
                <a:lnTo>
                  <a:pt x="2182256" y="296504"/>
                </a:lnTo>
                <a:lnTo>
                  <a:pt x="2182526" y="296708"/>
                </a:lnTo>
                <a:lnTo>
                  <a:pt x="2182790" y="296918"/>
                </a:lnTo>
                <a:lnTo>
                  <a:pt x="2183047" y="297132"/>
                </a:lnTo>
                <a:lnTo>
                  <a:pt x="2183297" y="297352"/>
                </a:lnTo>
                <a:lnTo>
                  <a:pt x="2183541" y="297576"/>
                </a:lnTo>
                <a:lnTo>
                  <a:pt x="2183777" y="297805"/>
                </a:lnTo>
                <a:lnTo>
                  <a:pt x="2184008" y="298040"/>
                </a:lnTo>
                <a:lnTo>
                  <a:pt x="2184231" y="298279"/>
                </a:lnTo>
                <a:lnTo>
                  <a:pt x="2184448" y="298524"/>
                </a:lnTo>
                <a:lnTo>
                  <a:pt x="2184658" y="298773"/>
                </a:lnTo>
                <a:lnTo>
                  <a:pt x="2184862" y="299028"/>
                </a:lnTo>
                <a:lnTo>
                  <a:pt x="2185059" y="299287"/>
                </a:lnTo>
                <a:lnTo>
                  <a:pt x="2185249" y="299551"/>
                </a:lnTo>
                <a:lnTo>
                  <a:pt x="2185433" y="299821"/>
                </a:lnTo>
                <a:lnTo>
                  <a:pt x="2185609" y="300095"/>
                </a:lnTo>
                <a:lnTo>
                  <a:pt x="2185780" y="300375"/>
                </a:lnTo>
                <a:lnTo>
                  <a:pt x="2185943" y="300659"/>
                </a:lnTo>
                <a:lnTo>
                  <a:pt x="2186100" y="300949"/>
                </a:lnTo>
                <a:lnTo>
                  <a:pt x="2186250" y="301243"/>
                </a:lnTo>
                <a:lnTo>
                  <a:pt x="2186394" y="301543"/>
                </a:lnTo>
                <a:lnTo>
                  <a:pt x="2186530" y="301847"/>
                </a:lnTo>
                <a:lnTo>
                  <a:pt x="2186674" y="302155"/>
                </a:lnTo>
                <a:lnTo>
                  <a:pt x="2186812" y="302466"/>
                </a:lnTo>
                <a:lnTo>
                  <a:pt x="2186943" y="302778"/>
                </a:lnTo>
                <a:lnTo>
                  <a:pt x="2187069" y="303093"/>
                </a:lnTo>
                <a:lnTo>
                  <a:pt x="2187188" y="303410"/>
                </a:lnTo>
                <a:lnTo>
                  <a:pt x="2187301" y="303729"/>
                </a:lnTo>
                <a:lnTo>
                  <a:pt x="2187408" y="304051"/>
                </a:lnTo>
                <a:lnTo>
                  <a:pt x="2187509" y="304374"/>
                </a:lnTo>
                <a:lnTo>
                  <a:pt x="2187604" y="304700"/>
                </a:lnTo>
                <a:lnTo>
                  <a:pt x="2187693" y="305028"/>
                </a:lnTo>
                <a:lnTo>
                  <a:pt x="2187775" y="305359"/>
                </a:lnTo>
                <a:lnTo>
                  <a:pt x="2187852" y="305691"/>
                </a:lnTo>
                <a:lnTo>
                  <a:pt x="2187922" y="306026"/>
                </a:lnTo>
                <a:lnTo>
                  <a:pt x="2187986" y="306363"/>
                </a:lnTo>
                <a:lnTo>
                  <a:pt x="2188044" y="306702"/>
                </a:lnTo>
                <a:lnTo>
                  <a:pt x="2188096" y="307044"/>
                </a:lnTo>
                <a:lnTo>
                  <a:pt x="2188142" y="307387"/>
                </a:lnTo>
                <a:lnTo>
                  <a:pt x="2188182" y="307733"/>
                </a:lnTo>
                <a:lnTo>
                  <a:pt x="2188216" y="308081"/>
                </a:lnTo>
                <a:lnTo>
                  <a:pt x="2188243" y="308432"/>
                </a:lnTo>
                <a:lnTo>
                  <a:pt x="2188265" y="308784"/>
                </a:lnTo>
                <a:lnTo>
                  <a:pt x="2188280" y="309139"/>
                </a:lnTo>
                <a:lnTo>
                  <a:pt x="2188289" y="309496"/>
                </a:lnTo>
                <a:lnTo>
                  <a:pt x="2188292" y="309856"/>
                </a:lnTo>
                <a:lnTo>
                  <a:pt x="2188292" y="313219"/>
                </a:lnTo>
                <a:lnTo>
                  <a:pt x="2201907" y="313219"/>
                </a:lnTo>
                <a:lnTo>
                  <a:pt x="2201933" y="313047"/>
                </a:lnTo>
                <a:lnTo>
                  <a:pt x="2201958" y="312877"/>
                </a:lnTo>
                <a:lnTo>
                  <a:pt x="2201982" y="312709"/>
                </a:lnTo>
                <a:lnTo>
                  <a:pt x="2202004" y="312543"/>
                </a:lnTo>
                <a:lnTo>
                  <a:pt x="2202026" y="312379"/>
                </a:lnTo>
                <a:lnTo>
                  <a:pt x="2202047" y="312218"/>
                </a:lnTo>
                <a:lnTo>
                  <a:pt x="2202066" y="312059"/>
                </a:lnTo>
                <a:lnTo>
                  <a:pt x="2202085" y="311902"/>
                </a:lnTo>
                <a:lnTo>
                  <a:pt x="2202102" y="311748"/>
                </a:lnTo>
                <a:lnTo>
                  <a:pt x="2202118" y="311595"/>
                </a:lnTo>
                <a:lnTo>
                  <a:pt x="2202133" y="311445"/>
                </a:lnTo>
                <a:lnTo>
                  <a:pt x="2202147" y="311297"/>
                </a:lnTo>
                <a:lnTo>
                  <a:pt x="2202160" y="311151"/>
                </a:lnTo>
                <a:lnTo>
                  <a:pt x="2202171" y="311008"/>
                </a:lnTo>
                <a:lnTo>
                  <a:pt x="2202182" y="310867"/>
                </a:lnTo>
                <a:lnTo>
                  <a:pt x="2202191" y="310728"/>
                </a:lnTo>
                <a:lnTo>
                  <a:pt x="2202200" y="310591"/>
                </a:lnTo>
                <a:lnTo>
                  <a:pt x="2202207" y="310456"/>
                </a:lnTo>
                <a:lnTo>
                  <a:pt x="2202213" y="310324"/>
                </a:lnTo>
                <a:lnTo>
                  <a:pt x="2202218" y="310194"/>
                </a:lnTo>
                <a:lnTo>
                  <a:pt x="2202222" y="310066"/>
                </a:lnTo>
                <a:lnTo>
                  <a:pt x="2202225" y="309940"/>
                </a:lnTo>
                <a:lnTo>
                  <a:pt x="2202226" y="309817"/>
                </a:lnTo>
                <a:lnTo>
                  <a:pt x="2202227" y="309695"/>
                </a:lnTo>
                <a:lnTo>
                  <a:pt x="2202240" y="309562"/>
                </a:lnTo>
                <a:lnTo>
                  <a:pt x="2202253" y="309427"/>
                </a:lnTo>
                <a:lnTo>
                  <a:pt x="2202265" y="309293"/>
                </a:lnTo>
                <a:lnTo>
                  <a:pt x="2202276" y="309157"/>
                </a:lnTo>
                <a:lnTo>
                  <a:pt x="2202287" y="309021"/>
                </a:lnTo>
                <a:lnTo>
                  <a:pt x="2202297" y="308885"/>
                </a:lnTo>
                <a:lnTo>
                  <a:pt x="2202307" y="308747"/>
                </a:lnTo>
                <a:lnTo>
                  <a:pt x="2202316" y="308610"/>
                </a:lnTo>
                <a:lnTo>
                  <a:pt x="2202325" y="308472"/>
                </a:lnTo>
                <a:lnTo>
                  <a:pt x="2202333" y="308333"/>
                </a:lnTo>
                <a:lnTo>
                  <a:pt x="2202340" y="308194"/>
                </a:lnTo>
                <a:lnTo>
                  <a:pt x="2202347" y="308054"/>
                </a:lnTo>
                <a:lnTo>
                  <a:pt x="2202353" y="307913"/>
                </a:lnTo>
                <a:lnTo>
                  <a:pt x="2202359" y="307772"/>
                </a:lnTo>
                <a:lnTo>
                  <a:pt x="2202365" y="307631"/>
                </a:lnTo>
                <a:lnTo>
                  <a:pt x="2202369" y="307489"/>
                </a:lnTo>
                <a:lnTo>
                  <a:pt x="2202373" y="307346"/>
                </a:lnTo>
                <a:lnTo>
                  <a:pt x="2202377" y="307203"/>
                </a:lnTo>
                <a:lnTo>
                  <a:pt x="2202380" y="307059"/>
                </a:lnTo>
                <a:lnTo>
                  <a:pt x="2202383" y="306915"/>
                </a:lnTo>
                <a:lnTo>
                  <a:pt x="2202385" y="306770"/>
                </a:lnTo>
                <a:lnTo>
                  <a:pt x="2202386" y="306624"/>
                </a:lnTo>
                <a:lnTo>
                  <a:pt x="2202387" y="306478"/>
                </a:lnTo>
                <a:lnTo>
                  <a:pt x="2202387" y="306332"/>
                </a:lnTo>
                <a:lnTo>
                  <a:pt x="2202376" y="305418"/>
                </a:lnTo>
                <a:lnTo>
                  <a:pt x="2202341" y="304518"/>
                </a:lnTo>
                <a:lnTo>
                  <a:pt x="2202284" y="303632"/>
                </a:lnTo>
                <a:lnTo>
                  <a:pt x="2202205" y="302759"/>
                </a:lnTo>
                <a:lnTo>
                  <a:pt x="2202102" y="301901"/>
                </a:lnTo>
                <a:lnTo>
                  <a:pt x="2201977" y="301056"/>
                </a:lnTo>
                <a:lnTo>
                  <a:pt x="2201828" y="300226"/>
                </a:lnTo>
                <a:lnTo>
                  <a:pt x="2201657" y="299409"/>
                </a:lnTo>
                <a:lnTo>
                  <a:pt x="2201464" y="298606"/>
                </a:lnTo>
                <a:lnTo>
                  <a:pt x="2201247" y="297817"/>
                </a:lnTo>
                <a:lnTo>
                  <a:pt x="2201008" y="297042"/>
                </a:lnTo>
                <a:lnTo>
                  <a:pt x="2200745" y="296281"/>
                </a:lnTo>
                <a:lnTo>
                  <a:pt x="2200460" y="295534"/>
                </a:lnTo>
                <a:lnTo>
                  <a:pt x="2200152" y="294801"/>
                </a:lnTo>
                <a:lnTo>
                  <a:pt x="2199822" y="294081"/>
                </a:lnTo>
                <a:lnTo>
                  <a:pt x="2199468" y="293376"/>
                </a:lnTo>
                <a:lnTo>
                  <a:pt x="2199092" y="292684"/>
                </a:lnTo>
                <a:lnTo>
                  <a:pt x="2198693" y="292007"/>
                </a:lnTo>
                <a:lnTo>
                  <a:pt x="2198271" y="291343"/>
                </a:lnTo>
                <a:lnTo>
                  <a:pt x="2197827" y="290693"/>
                </a:lnTo>
                <a:lnTo>
                  <a:pt x="2197359" y="290057"/>
                </a:lnTo>
                <a:lnTo>
                  <a:pt x="2196869" y="289435"/>
                </a:lnTo>
                <a:lnTo>
                  <a:pt x="2196356" y="288827"/>
                </a:lnTo>
                <a:lnTo>
                  <a:pt x="2195820" y="288233"/>
                </a:lnTo>
                <a:lnTo>
                  <a:pt x="2195277" y="287645"/>
                </a:lnTo>
                <a:lnTo>
                  <a:pt x="2194713" y="287082"/>
                </a:lnTo>
                <a:lnTo>
                  <a:pt x="2194131" y="286543"/>
                </a:lnTo>
                <a:lnTo>
                  <a:pt x="2193529" y="286030"/>
                </a:lnTo>
                <a:lnTo>
                  <a:pt x="2192907" y="285542"/>
                </a:lnTo>
                <a:lnTo>
                  <a:pt x="2192266" y="285079"/>
                </a:lnTo>
                <a:lnTo>
                  <a:pt x="2191606" y="284641"/>
                </a:lnTo>
                <a:lnTo>
                  <a:pt x="2190926" y="284229"/>
                </a:lnTo>
                <a:lnTo>
                  <a:pt x="2190227" y="283841"/>
                </a:lnTo>
                <a:lnTo>
                  <a:pt x="2189508" y="283478"/>
                </a:lnTo>
                <a:lnTo>
                  <a:pt x="2188770" y="283140"/>
                </a:lnTo>
                <a:lnTo>
                  <a:pt x="2188012" y="282827"/>
                </a:lnTo>
                <a:lnTo>
                  <a:pt x="2187235" y="282539"/>
                </a:lnTo>
                <a:lnTo>
                  <a:pt x="2186438" y="282276"/>
                </a:lnTo>
                <a:lnTo>
                  <a:pt x="2185622" y="282039"/>
                </a:lnTo>
                <a:lnTo>
                  <a:pt x="2184786" y="281826"/>
                </a:lnTo>
                <a:lnTo>
                  <a:pt x="2183931" y="281638"/>
                </a:lnTo>
                <a:lnTo>
                  <a:pt x="2183057" y="281476"/>
                </a:lnTo>
                <a:lnTo>
                  <a:pt x="2182163" y="281338"/>
                </a:lnTo>
                <a:lnTo>
                  <a:pt x="2181249" y="281225"/>
                </a:lnTo>
                <a:lnTo>
                  <a:pt x="2180316" y="281138"/>
                </a:lnTo>
                <a:lnTo>
                  <a:pt x="2179364" y="281075"/>
                </a:lnTo>
                <a:lnTo>
                  <a:pt x="2178392" y="281038"/>
                </a:lnTo>
                <a:lnTo>
                  <a:pt x="2177401" y="281025"/>
                </a:lnTo>
                <a:lnTo>
                  <a:pt x="2176750" y="281032"/>
                </a:lnTo>
                <a:lnTo>
                  <a:pt x="2176105" y="281051"/>
                </a:lnTo>
                <a:lnTo>
                  <a:pt x="2175466" y="281083"/>
                </a:lnTo>
                <a:lnTo>
                  <a:pt x="2174834" y="281127"/>
                </a:lnTo>
                <a:lnTo>
                  <a:pt x="2174207" y="281185"/>
                </a:lnTo>
                <a:lnTo>
                  <a:pt x="2173587" y="281255"/>
                </a:lnTo>
                <a:lnTo>
                  <a:pt x="2172972" y="281339"/>
                </a:lnTo>
                <a:lnTo>
                  <a:pt x="2172364" y="281434"/>
                </a:lnTo>
                <a:lnTo>
                  <a:pt x="2171762" y="281543"/>
                </a:lnTo>
                <a:lnTo>
                  <a:pt x="2171166" y="281665"/>
                </a:lnTo>
                <a:lnTo>
                  <a:pt x="2170577" y="281799"/>
                </a:lnTo>
                <a:lnTo>
                  <a:pt x="2169993" y="281946"/>
                </a:lnTo>
                <a:lnTo>
                  <a:pt x="2169415" y="282106"/>
                </a:lnTo>
                <a:lnTo>
                  <a:pt x="2168844" y="282279"/>
                </a:lnTo>
                <a:lnTo>
                  <a:pt x="2168279" y="282464"/>
                </a:lnTo>
                <a:lnTo>
                  <a:pt x="2167719" y="282662"/>
                </a:lnTo>
                <a:lnTo>
                  <a:pt x="2167166" y="282874"/>
                </a:lnTo>
                <a:lnTo>
                  <a:pt x="2166619" y="283097"/>
                </a:lnTo>
                <a:lnTo>
                  <a:pt x="2166079" y="283334"/>
                </a:lnTo>
                <a:lnTo>
                  <a:pt x="2165544" y="283583"/>
                </a:lnTo>
                <a:lnTo>
                  <a:pt x="2165015" y="283846"/>
                </a:lnTo>
                <a:lnTo>
                  <a:pt x="2164493" y="284121"/>
                </a:lnTo>
                <a:lnTo>
                  <a:pt x="2163976" y="284408"/>
                </a:lnTo>
                <a:lnTo>
                  <a:pt x="2163466" y="284709"/>
                </a:lnTo>
                <a:lnTo>
                  <a:pt x="2162978" y="285008"/>
                </a:lnTo>
                <a:lnTo>
                  <a:pt x="2162500" y="285316"/>
                </a:lnTo>
                <a:lnTo>
                  <a:pt x="2162032" y="285635"/>
                </a:lnTo>
                <a:lnTo>
                  <a:pt x="2161575" y="285964"/>
                </a:lnTo>
                <a:lnTo>
                  <a:pt x="2161129" y="286302"/>
                </a:lnTo>
                <a:lnTo>
                  <a:pt x="2160693" y="286651"/>
                </a:lnTo>
                <a:lnTo>
                  <a:pt x="2160268" y="287010"/>
                </a:lnTo>
                <a:lnTo>
                  <a:pt x="2159853" y="287379"/>
                </a:lnTo>
                <a:lnTo>
                  <a:pt x="2159449" y="287757"/>
                </a:lnTo>
                <a:lnTo>
                  <a:pt x="2159056" y="288146"/>
                </a:lnTo>
                <a:lnTo>
                  <a:pt x="2158673" y="288545"/>
                </a:lnTo>
                <a:lnTo>
                  <a:pt x="2158301" y="288954"/>
                </a:lnTo>
                <a:lnTo>
                  <a:pt x="2157939" y="289372"/>
                </a:lnTo>
                <a:lnTo>
                  <a:pt x="2157588" y="289801"/>
                </a:lnTo>
                <a:lnTo>
                  <a:pt x="2157247" y="290240"/>
                </a:lnTo>
                <a:lnTo>
                  <a:pt x="2156917" y="290689"/>
                </a:lnTo>
                <a:lnTo>
                  <a:pt x="2156597" y="291148"/>
                </a:lnTo>
                <a:lnTo>
                  <a:pt x="2156289" y="291616"/>
                </a:lnTo>
                <a:lnTo>
                  <a:pt x="2155990" y="292095"/>
                </a:lnTo>
                <a:lnTo>
                  <a:pt x="2155702" y="292584"/>
                </a:lnTo>
                <a:lnTo>
                  <a:pt x="2155425" y="293083"/>
                </a:lnTo>
                <a:lnTo>
                  <a:pt x="2155158" y="293592"/>
                </a:lnTo>
                <a:lnTo>
                  <a:pt x="2154902" y="294111"/>
                </a:lnTo>
                <a:lnTo>
                  <a:pt x="2154657" y="294640"/>
                </a:lnTo>
                <a:lnTo>
                  <a:pt x="2153856" y="282627"/>
                </a:lnTo>
                <a:lnTo>
                  <a:pt x="2120221" y="282627"/>
                </a:lnTo>
                <a:lnTo>
                  <a:pt x="2120221" y="295120"/>
                </a:lnTo>
                <a:lnTo>
                  <a:pt x="2140882" y="295120"/>
                </a:lnTo>
                <a:lnTo>
                  <a:pt x="2140882" y="352140"/>
                </a:lnTo>
                <a:lnTo>
                  <a:pt x="2119420" y="352140"/>
                </a:lnTo>
                <a:lnTo>
                  <a:pt x="2119420" y="364473"/>
                </a:lnTo>
                <a:close/>
                <a:moveTo>
                  <a:pt x="2606340" y="54457"/>
                </a:moveTo>
                <a:lnTo>
                  <a:pt x="2606340" y="54472"/>
                </a:lnTo>
                <a:lnTo>
                  <a:pt x="2606340" y="54471"/>
                </a:lnTo>
                <a:lnTo>
                  <a:pt x="2606340" y="54457"/>
                </a:lnTo>
                <a:lnTo>
                  <a:pt x="2606340" y="54446"/>
                </a:lnTo>
                <a:lnTo>
                  <a:pt x="2606340" y="54457"/>
                </a:lnTo>
                <a:close/>
                <a:moveTo>
                  <a:pt x="2606340" y="54527"/>
                </a:moveTo>
                <a:lnTo>
                  <a:pt x="2606340" y="54515"/>
                </a:lnTo>
                <a:lnTo>
                  <a:pt x="2606340" y="54500"/>
                </a:lnTo>
                <a:lnTo>
                  <a:pt x="2606340" y="54491"/>
                </a:lnTo>
                <a:lnTo>
                  <a:pt x="2606340" y="54512"/>
                </a:lnTo>
                <a:lnTo>
                  <a:pt x="2606340" y="54527"/>
                </a:lnTo>
                <a:close/>
                <a:moveTo>
                  <a:pt x="2606340" y="54576"/>
                </a:moveTo>
                <a:lnTo>
                  <a:pt x="2606340" y="54566"/>
                </a:lnTo>
                <a:lnTo>
                  <a:pt x="2606340" y="54538"/>
                </a:lnTo>
                <a:lnTo>
                  <a:pt x="2606340" y="54527"/>
                </a:lnTo>
                <a:lnTo>
                  <a:pt x="2606340" y="54531"/>
                </a:lnTo>
                <a:lnTo>
                  <a:pt x="2606340" y="54548"/>
                </a:lnTo>
                <a:lnTo>
                  <a:pt x="2606340" y="54564"/>
                </a:lnTo>
                <a:lnTo>
                  <a:pt x="2606340" y="54576"/>
                </a:lnTo>
                <a:close/>
                <a:moveTo>
                  <a:pt x="2606340" y="54598"/>
                </a:moveTo>
                <a:lnTo>
                  <a:pt x="2606340" y="54611"/>
                </a:lnTo>
                <a:lnTo>
                  <a:pt x="2606340" y="54600"/>
                </a:lnTo>
                <a:lnTo>
                  <a:pt x="2606340" y="54582"/>
                </a:lnTo>
                <a:lnTo>
                  <a:pt x="2606340" y="54576"/>
                </a:lnTo>
                <a:lnTo>
                  <a:pt x="2606340" y="54598"/>
                </a:lnTo>
                <a:close/>
                <a:moveTo>
                  <a:pt x="2606340" y="54619"/>
                </a:moveTo>
                <a:lnTo>
                  <a:pt x="2606340" y="54633"/>
                </a:lnTo>
                <a:lnTo>
                  <a:pt x="2606340" y="54633"/>
                </a:lnTo>
                <a:lnTo>
                  <a:pt x="2606340" y="54611"/>
                </a:lnTo>
                <a:lnTo>
                  <a:pt x="2606340" y="54619"/>
                </a:lnTo>
                <a:close/>
                <a:moveTo>
                  <a:pt x="2606340" y="54671"/>
                </a:moveTo>
                <a:lnTo>
                  <a:pt x="2606340" y="54648"/>
                </a:lnTo>
                <a:lnTo>
                  <a:pt x="2606340" y="54658"/>
                </a:lnTo>
                <a:lnTo>
                  <a:pt x="2606340" y="54678"/>
                </a:lnTo>
                <a:lnTo>
                  <a:pt x="2606340" y="54699"/>
                </a:lnTo>
                <a:lnTo>
                  <a:pt x="2606340" y="54704"/>
                </a:lnTo>
                <a:lnTo>
                  <a:pt x="2606340" y="54671"/>
                </a:lnTo>
                <a:close/>
                <a:moveTo>
                  <a:pt x="2606340" y="54731"/>
                </a:moveTo>
                <a:lnTo>
                  <a:pt x="2606340" y="54720"/>
                </a:lnTo>
                <a:lnTo>
                  <a:pt x="2606340" y="54704"/>
                </a:lnTo>
                <a:lnTo>
                  <a:pt x="2606340" y="54713"/>
                </a:lnTo>
                <a:lnTo>
                  <a:pt x="2606340" y="54731"/>
                </a:lnTo>
                <a:close/>
                <a:moveTo>
                  <a:pt x="2606340" y="54912"/>
                </a:moveTo>
                <a:lnTo>
                  <a:pt x="2606340" y="54913"/>
                </a:lnTo>
                <a:lnTo>
                  <a:pt x="2606340" y="54858"/>
                </a:lnTo>
                <a:lnTo>
                  <a:pt x="2606340" y="54832"/>
                </a:lnTo>
                <a:lnTo>
                  <a:pt x="2606340" y="54836"/>
                </a:lnTo>
                <a:lnTo>
                  <a:pt x="2606340" y="54860"/>
                </a:lnTo>
                <a:lnTo>
                  <a:pt x="2606340" y="54886"/>
                </a:lnTo>
                <a:lnTo>
                  <a:pt x="2606340" y="54912"/>
                </a:lnTo>
                <a:close/>
                <a:moveTo>
                  <a:pt x="2526866" y="62501"/>
                </a:moveTo>
                <a:lnTo>
                  <a:pt x="2526903" y="62041"/>
                </a:lnTo>
                <a:lnTo>
                  <a:pt x="2526949" y="61585"/>
                </a:lnTo>
                <a:lnTo>
                  <a:pt x="2527003" y="61133"/>
                </a:lnTo>
                <a:lnTo>
                  <a:pt x="2527066" y="60686"/>
                </a:lnTo>
                <a:lnTo>
                  <a:pt x="2527137" y="60244"/>
                </a:lnTo>
                <a:lnTo>
                  <a:pt x="2527216" y="59805"/>
                </a:lnTo>
                <a:lnTo>
                  <a:pt x="2527304" y="59371"/>
                </a:lnTo>
                <a:lnTo>
                  <a:pt x="2527400" y="58942"/>
                </a:lnTo>
                <a:lnTo>
                  <a:pt x="2527504" y="58517"/>
                </a:lnTo>
                <a:lnTo>
                  <a:pt x="2527617" y="58097"/>
                </a:lnTo>
                <a:lnTo>
                  <a:pt x="2527738" y="57681"/>
                </a:lnTo>
                <a:lnTo>
                  <a:pt x="2527867" y="57269"/>
                </a:lnTo>
                <a:lnTo>
                  <a:pt x="2528005" y="56862"/>
                </a:lnTo>
                <a:lnTo>
                  <a:pt x="2528151" y="56460"/>
                </a:lnTo>
                <a:lnTo>
                  <a:pt x="2528305" y="56061"/>
                </a:lnTo>
                <a:lnTo>
                  <a:pt x="2528468" y="55668"/>
                </a:lnTo>
                <a:lnTo>
                  <a:pt x="2528639" y="55278"/>
                </a:lnTo>
                <a:lnTo>
                  <a:pt x="2528818" y="54893"/>
                </a:lnTo>
                <a:lnTo>
                  <a:pt x="2529006" y="54513"/>
                </a:lnTo>
                <a:lnTo>
                  <a:pt x="2529202" y="54137"/>
                </a:lnTo>
                <a:lnTo>
                  <a:pt x="2529419" y="53754"/>
                </a:lnTo>
                <a:lnTo>
                  <a:pt x="2529642" y="53377"/>
                </a:lnTo>
                <a:lnTo>
                  <a:pt x="2529872" y="53008"/>
                </a:lnTo>
                <a:lnTo>
                  <a:pt x="2530109" y="52647"/>
                </a:lnTo>
                <a:lnTo>
                  <a:pt x="2530353" y="52292"/>
                </a:lnTo>
                <a:lnTo>
                  <a:pt x="2530603" y="51945"/>
                </a:lnTo>
                <a:lnTo>
                  <a:pt x="2530860" y="51605"/>
                </a:lnTo>
                <a:lnTo>
                  <a:pt x="2531124" y="51272"/>
                </a:lnTo>
                <a:lnTo>
                  <a:pt x="2531394" y="50946"/>
                </a:lnTo>
                <a:lnTo>
                  <a:pt x="2531671" y="50628"/>
                </a:lnTo>
                <a:lnTo>
                  <a:pt x="2531955" y="50317"/>
                </a:lnTo>
                <a:lnTo>
                  <a:pt x="2532245" y="50013"/>
                </a:lnTo>
                <a:lnTo>
                  <a:pt x="2532542" y="49716"/>
                </a:lnTo>
                <a:lnTo>
                  <a:pt x="2532846" y="49427"/>
                </a:lnTo>
                <a:lnTo>
                  <a:pt x="2533156" y="49144"/>
                </a:lnTo>
                <a:lnTo>
                  <a:pt x="2533473" y="48869"/>
                </a:lnTo>
                <a:lnTo>
                  <a:pt x="2533797" y="48602"/>
                </a:lnTo>
                <a:lnTo>
                  <a:pt x="2534127" y="48341"/>
                </a:lnTo>
                <a:lnTo>
                  <a:pt x="2534464" y="48088"/>
                </a:lnTo>
                <a:lnTo>
                  <a:pt x="2534808" y="47842"/>
                </a:lnTo>
                <a:lnTo>
                  <a:pt x="2535158" y="47603"/>
                </a:lnTo>
                <a:lnTo>
                  <a:pt x="2535515" y="47371"/>
                </a:lnTo>
                <a:lnTo>
                  <a:pt x="2535879" y="47147"/>
                </a:lnTo>
                <a:lnTo>
                  <a:pt x="2536249" y="46929"/>
                </a:lnTo>
                <a:lnTo>
                  <a:pt x="2536625" y="46707"/>
                </a:lnTo>
                <a:lnTo>
                  <a:pt x="2537003" y="46495"/>
                </a:lnTo>
                <a:lnTo>
                  <a:pt x="2537385" y="46291"/>
                </a:lnTo>
                <a:lnTo>
                  <a:pt x="2537771" y="46097"/>
                </a:lnTo>
                <a:lnTo>
                  <a:pt x="2538160" y="45913"/>
                </a:lnTo>
                <a:lnTo>
                  <a:pt x="2538552" y="45738"/>
                </a:lnTo>
                <a:lnTo>
                  <a:pt x="2538947" y="45573"/>
                </a:lnTo>
                <a:lnTo>
                  <a:pt x="2539346" y="45417"/>
                </a:lnTo>
                <a:lnTo>
                  <a:pt x="2539748" y="45270"/>
                </a:lnTo>
                <a:lnTo>
                  <a:pt x="2540153" y="45133"/>
                </a:lnTo>
                <a:lnTo>
                  <a:pt x="2540562" y="45006"/>
                </a:lnTo>
                <a:lnTo>
                  <a:pt x="2540974" y="44887"/>
                </a:lnTo>
                <a:lnTo>
                  <a:pt x="2541390" y="44779"/>
                </a:lnTo>
                <a:lnTo>
                  <a:pt x="2541808" y="44679"/>
                </a:lnTo>
                <a:lnTo>
                  <a:pt x="2542230" y="44590"/>
                </a:lnTo>
                <a:lnTo>
                  <a:pt x="2542656" y="44509"/>
                </a:lnTo>
                <a:lnTo>
                  <a:pt x="2543085" y="44438"/>
                </a:lnTo>
                <a:lnTo>
                  <a:pt x="2543517" y="44377"/>
                </a:lnTo>
                <a:lnTo>
                  <a:pt x="2543952" y="44325"/>
                </a:lnTo>
                <a:lnTo>
                  <a:pt x="2544391" y="44282"/>
                </a:lnTo>
                <a:lnTo>
                  <a:pt x="2544833" y="44249"/>
                </a:lnTo>
                <a:lnTo>
                  <a:pt x="2545279" y="44226"/>
                </a:lnTo>
                <a:lnTo>
                  <a:pt x="2545728" y="44211"/>
                </a:lnTo>
                <a:lnTo>
                  <a:pt x="2546180" y="44207"/>
                </a:lnTo>
                <a:lnTo>
                  <a:pt x="2546868" y="44216"/>
                </a:lnTo>
                <a:lnTo>
                  <a:pt x="2547543" y="44242"/>
                </a:lnTo>
                <a:lnTo>
                  <a:pt x="2548207" y="44287"/>
                </a:lnTo>
                <a:lnTo>
                  <a:pt x="2548858" y="44349"/>
                </a:lnTo>
                <a:lnTo>
                  <a:pt x="2549497" y="44429"/>
                </a:lnTo>
                <a:lnTo>
                  <a:pt x="2550124" y="44527"/>
                </a:lnTo>
                <a:lnTo>
                  <a:pt x="2550738" y="44643"/>
                </a:lnTo>
                <a:lnTo>
                  <a:pt x="2551341" y="44776"/>
                </a:lnTo>
                <a:lnTo>
                  <a:pt x="2551931" y="44927"/>
                </a:lnTo>
                <a:lnTo>
                  <a:pt x="2552508" y="45096"/>
                </a:lnTo>
                <a:lnTo>
                  <a:pt x="2553074" y="45283"/>
                </a:lnTo>
                <a:lnTo>
                  <a:pt x="2553627" y="45488"/>
                </a:lnTo>
                <a:lnTo>
                  <a:pt x="2554169" y="45710"/>
                </a:lnTo>
                <a:lnTo>
                  <a:pt x="2554697" y="45951"/>
                </a:lnTo>
                <a:lnTo>
                  <a:pt x="2555214" y="46209"/>
                </a:lnTo>
                <a:lnTo>
                  <a:pt x="2555719" y="46485"/>
                </a:lnTo>
                <a:lnTo>
                  <a:pt x="2556211" y="46778"/>
                </a:lnTo>
                <a:lnTo>
                  <a:pt x="2556691" y="47090"/>
                </a:lnTo>
                <a:lnTo>
                  <a:pt x="2557158" y="47419"/>
                </a:lnTo>
                <a:lnTo>
                  <a:pt x="2557614" y="47766"/>
                </a:lnTo>
                <a:lnTo>
                  <a:pt x="2558057" y="48131"/>
                </a:lnTo>
                <a:lnTo>
                  <a:pt x="2558488" y="48513"/>
                </a:lnTo>
                <a:lnTo>
                  <a:pt x="2558907" y="48914"/>
                </a:lnTo>
                <a:lnTo>
                  <a:pt x="2559314" y="49332"/>
                </a:lnTo>
                <a:lnTo>
                  <a:pt x="2559706" y="49755"/>
                </a:lnTo>
                <a:lnTo>
                  <a:pt x="2560081" y="50195"/>
                </a:lnTo>
                <a:lnTo>
                  <a:pt x="2560440" y="50653"/>
                </a:lnTo>
                <a:lnTo>
                  <a:pt x="2560782" y="51129"/>
                </a:lnTo>
                <a:lnTo>
                  <a:pt x="2561107" y="51623"/>
                </a:lnTo>
                <a:lnTo>
                  <a:pt x="2561416" y="52135"/>
                </a:lnTo>
                <a:lnTo>
                  <a:pt x="2561708" y="52664"/>
                </a:lnTo>
                <a:lnTo>
                  <a:pt x="2561983" y="53212"/>
                </a:lnTo>
                <a:lnTo>
                  <a:pt x="2562242" y="53777"/>
                </a:lnTo>
                <a:lnTo>
                  <a:pt x="2562483" y="54360"/>
                </a:lnTo>
                <a:lnTo>
                  <a:pt x="2562709" y="54960"/>
                </a:lnTo>
                <a:lnTo>
                  <a:pt x="2562917" y="55579"/>
                </a:lnTo>
                <a:lnTo>
                  <a:pt x="2563109" y="56215"/>
                </a:lnTo>
                <a:lnTo>
                  <a:pt x="2563284" y="56869"/>
                </a:lnTo>
                <a:lnTo>
                  <a:pt x="2563443" y="57541"/>
                </a:lnTo>
                <a:lnTo>
                  <a:pt x="2563585" y="58230"/>
                </a:lnTo>
                <a:lnTo>
                  <a:pt x="2563710" y="58938"/>
                </a:lnTo>
                <a:lnTo>
                  <a:pt x="2563818" y="59663"/>
                </a:lnTo>
                <a:lnTo>
                  <a:pt x="2563910" y="60406"/>
                </a:lnTo>
                <a:lnTo>
                  <a:pt x="2563985" y="61167"/>
                </a:lnTo>
                <a:lnTo>
                  <a:pt x="2564043" y="61945"/>
                </a:lnTo>
                <a:lnTo>
                  <a:pt x="2564085" y="62742"/>
                </a:lnTo>
                <a:lnTo>
                  <a:pt x="2564110" y="63556"/>
                </a:lnTo>
                <a:lnTo>
                  <a:pt x="2564118" y="64388"/>
                </a:lnTo>
                <a:lnTo>
                  <a:pt x="2564118" y="115322"/>
                </a:lnTo>
                <a:lnTo>
                  <a:pt x="2580135" y="115322"/>
                </a:lnTo>
                <a:lnTo>
                  <a:pt x="2580135" y="60864"/>
                </a:lnTo>
                <a:lnTo>
                  <a:pt x="2580129" y="60056"/>
                </a:lnTo>
                <a:lnTo>
                  <a:pt x="2580110" y="59259"/>
                </a:lnTo>
                <a:lnTo>
                  <a:pt x="2580078" y="58474"/>
                </a:lnTo>
                <a:lnTo>
                  <a:pt x="2580033" y="57701"/>
                </a:lnTo>
                <a:lnTo>
                  <a:pt x="2579976" y="56939"/>
                </a:lnTo>
                <a:lnTo>
                  <a:pt x="2579905" y="56189"/>
                </a:lnTo>
                <a:lnTo>
                  <a:pt x="2579822" y="55451"/>
                </a:lnTo>
                <a:lnTo>
                  <a:pt x="2579726" y="54724"/>
                </a:lnTo>
                <a:lnTo>
                  <a:pt x="2579617" y="54009"/>
                </a:lnTo>
                <a:lnTo>
                  <a:pt x="2579496" y="53306"/>
                </a:lnTo>
                <a:lnTo>
                  <a:pt x="2579362" y="52615"/>
                </a:lnTo>
                <a:lnTo>
                  <a:pt x="2579214" y="51935"/>
                </a:lnTo>
                <a:lnTo>
                  <a:pt x="2579055" y="51267"/>
                </a:lnTo>
                <a:lnTo>
                  <a:pt x="2578882" y="50610"/>
                </a:lnTo>
                <a:lnTo>
                  <a:pt x="2578696" y="49965"/>
                </a:lnTo>
                <a:lnTo>
                  <a:pt x="2578498" y="49332"/>
                </a:lnTo>
                <a:lnTo>
                  <a:pt x="2578287" y="48711"/>
                </a:lnTo>
                <a:lnTo>
                  <a:pt x="2578063" y="48101"/>
                </a:lnTo>
                <a:lnTo>
                  <a:pt x="2577827" y="47503"/>
                </a:lnTo>
                <a:lnTo>
                  <a:pt x="2577577" y="46916"/>
                </a:lnTo>
                <a:lnTo>
                  <a:pt x="2577315" y="46341"/>
                </a:lnTo>
                <a:lnTo>
                  <a:pt x="2577040" y="45778"/>
                </a:lnTo>
                <a:lnTo>
                  <a:pt x="2576752" y="45227"/>
                </a:lnTo>
                <a:lnTo>
                  <a:pt x="2576452" y="44687"/>
                </a:lnTo>
                <a:lnTo>
                  <a:pt x="2576140" y="44159"/>
                </a:lnTo>
                <a:lnTo>
                  <a:pt x="2575818" y="43642"/>
                </a:lnTo>
                <a:lnTo>
                  <a:pt x="2575486" y="43135"/>
                </a:lnTo>
                <a:lnTo>
                  <a:pt x="2575144" y="42641"/>
                </a:lnTo>
                <a:lnTo>
                  <a:pt x="2574791" y="42157"/>
                </a:lnTo>
                <a:lnTo>
                  <a:pt x="2574429" y="41684"/>
                </a:lnTo>
                <a:lnTo>
                  <a:pt x="2574057" y="41222"/>
                </a:lnTo>
                <a:lnTo>
                  <a:pt x="2573675" y="40772"/>
                </a:lnTo>
                <a:lnTo>
                  <a:pt x="2573283" y="40333"/>
                </a:lnTo>
                <a:lnTo>
                  <a:pt x="2572881" y="39904"/>
                </a:lnTo>
                <a:lnTo>
                  <a:pt x="2572469" y="39487"/>
                </a:lnTo>
                <a:lnTo>
                  <a:pt x="2572047" y="39081"/>
                </a:lnTo>
                <a:lnTo>
                  <a:pt x="2571615" y="38686"/>
                </a:lnTo>
                <a:lnTo>
                  <a:pt x="2571173" y="38303"/>
                </a:lnTo>
                <a:lnTo>
                  <a:pt x="2570721" y="37930"/>
                </a:lnTo>
                <a:lnTo>
                  <a:pt x="2570258" y="37568"/>
                </a:lnTo>
                <a:lnTo>
                  <a:pt x="2569786" y="37218"/>
                </a:lnTo>
                <a:lnTo>
                  <a:pt x="2569304" y="36879"/>
                </a:lnTo>
                <a:lnTo>
                  <a:pt x="2568812" y="36551"/>
                </a:lnTo>
                <a:lnTo>
                  <a:pt x="2568310" y="36234"/>
                </a:lnTo>
                <a:lnTo>
                  <a:pt x="2567797" y="35928"/>
                </a:lnTo>
                <a:lnTo>
                  <a:pt x="2567275" y="35633"/>
                </a:lnTo>
                <a:lnTo>
                  <a:pt x="2566743" y="35349"/>
                </a:lnTo>
                <a:lnTo>
                  <a:pt x="2566201" y="35077"/>
                </a:lnTo>
                <a:lnTo>
                  <a:pt x="2565664" y="34816"/>
                </a:lnTo>
                <a:lnTo>
                  <a:pt x="2565121" y="34565"/>
                </a:lnTo>
                <a:lnTo>
                  <a:pt x="2564571" y="34326"/>
                </a:lnTo>
                <a:lnTo>
                  <a:pt x="2564016" y="34098"/>
                </a:lnTo>
                <a:lnTo>
                  <a:pt x="2563455" y="33881"/>
                </a:lnTo>
                <a:lnTo>
                  <a:pt x="2562887" y="33676"/>
                </a:lnTo>
                <a:lnTo>
                  <a:pt x="2562314" y="33481"/>
                </a:lnTo>
                <a:lnTo>
                  <a:pt x="2561734" y="33297"/>
                </a:lnTo>
                <a:lnTo>
                  <a:pt x="2561148" y="33125"/>
                </a:lnTo>
                <a:lnTo>
                  <a:pt x="2560556" y="32964"/>
                </a:lnTo>
                <a:lnTo>
                  <a:pt x="2559958" y="32813"/>
                </a:lnTo>
                <a:lnTo>
                  <a:pt x="2559353" y="32674"/>
                </a:lnTo>
                <a:lnTo>
                  <a:pt x="2558743" y="32547"/>
                </a:lnTo>
                <a:lnTo>
                  <a:pt x="2558127" y="32430"/>
                </a:lnTo>
                <a:lnTo>
                  <a:pt x="2557504" y="32324"/>
                </a:lnTo>
                <a:lnTo>
                  <a:pt x="2556875" y="32230"/>
                </a:lnTo>
                <a:lnTo>
                  <a:pt x="2556241" y="32146"/>
                </a:lnTo>
                <a:lnTo>
                  <a:pt x="2555600" y="32074"/>
                </a:lnTo>
                <a:lnTo>
                  <a:pt x="2554952" y="32013"/>
                </a:lnTo>
                <a:lnTo>
                  <a:pt x="2554299" y="31963"/>
                </a:lnTo>
                <a:lnTo>
                  <a:pt x="2553640" y="31924"/>
                </a:lnTo>
                <a:lnTo>
                  <a:pt x="2552975" y="31896"/>
                </a:lnTo>
                <a:lnTo>
                  <a:pt x="2552303" y="31879"/>
                </a:lnTo>
                <a:lnTo>
                  <a:pt x="2551625" y="31874"/>
                </a:lnTo>
                <a:lnTo>
                  <a:pt x="2551026" y="31879"/>
                </a:lnTo>
                <a:lnTo>
                  <a:pt x="2550427" y="31896"/>
                </a:lnTo>
                <a:lnTo>
                  <a:pt x="2549831" y="31924"/>
                </a:lnTo>
                <a:lnTo>
                  <a:pt x="2549236" y="31963"/>
                </a:lnTo>
                <a:lnTo>
                  <a:pt x="2548643" y="32013"/>
                </a:lnTo>
                <a:lnTo>
                  <a:pt x="2548052" y="32074"/>
                </a:lnTo>
                <a:lnTo>
                  <a:pt x="2547462" y="32146"/>
                </a:lnTo>
                <a:lnTo>
                  <a:pt x="2546874" y="32230"/>
                </a:lnTo>
                <a:lnTo>
                  <a:pt x="2546287" y="32324"/>
                </a:lnTo>
                <a:lnTo>
                  <a:pt x="2545702" y="32430"/>
                </a:lnTo>
                <a:lnTo>
                  <a:pt x="2545119" y="32547"/>
                </a:lnTo>
                <a:lnTo>
                  <a:pt x="2544538" y="32674"/>
                </a:lnTo>
                <a:lnTo>
                  <a:pt x="2543958" y="32813"/>
                </a:lnTo>
                <a:lnTo>
                  <a:pt x="2543380" y="32964"/>
                </a:lnTo>
                <a:lnTo>
                  <a:pt x="2542803" y="33125"/>
                </a:lnTo>
                <a:lnTo>
                  <a:pt x="2542229" y="33297"/>
                </a:lnTo>
                <a:lnTo>
                  <a:pt x="2541656" y="33481"/>
                </a:lnTo>
                <a:lnTo>
                  <a:pt x="2541084" y="33676"/>
                </a:lnTo>
                <a:lnTo>
                  <a:pt x="2540514" y="33881"/>
                </a:lnTo>
                <a:lnTo>
                  <a:pt x="2539946" y="34098"/>
                </a:lnTo>
                <a:lnTo>
                  <a:pt x="2539380" y="34326"/>
                </a:lnTo>
                <a:lnTo>
                  <a:pt x="2538815" y="34565"/>
                </a:lnTo>
                <a:lnTo>
                  <a:pt x="2538252" y="34816"/>
                </a:lnTo>
                <a:lnTo>
                  <a:pt x="2537691" y="35077"/>
                </a:lnTo>
                <a:lnTo>
                  <a:pt x="2537134" y="35336"/>
                </a:lnTo>
                <a:lnTo>
                  <a:pt x="2536587" y="35606"/>
                </a:lnTo>
                <a:lnTo>
                  <a:pt x="2536049" y="35888"/>
                </a:lnTo>
                <a:lnTo>
                  <a:pt x="2535519" y="36180"/>
                </a:lnTo>
                <a:lnTo>
                  <a:pt x="2534999" y="36484"/>
                </a:lnTo>
                <a:lnTo>
                  <a:pt x="2534487" y="36799"/>
                </a:lnTo>
                <a:lnTo>
                  <a:pt x="2533984" y="37125"/>
                </a:lnTo>
                <a:lnTo>
                  <a:pt x="2533491" y="37462"/>
                </a:lnTo>
                <a:lnTo>
                  <a:pt x="2533006" y="37810"/>
                </a:lnTo>
                <a:lnTo>
                  <a:pt x="2532530" y="38169"/>
                </a:lnTo>
                <a:lnTo>
                  <a:pt x="2532062" y="38540"/>
                </a:lnTo>
                <a:lnTo>
                  <a:pt x="2531604" y="38921"/>
                </a:lnTo>
                <a:lnTo>
                  <a:pt x="2531155" y="39314"/>
                </a:lnTo>
                <a:lnTo>
                  <a:pt x="2530714" y="39717"/>
                </a:lnTo>
                <a:lnTo>
                  <a:pt x="2530283" y="40132"/>
                </a:lnTo>
                <a:lnTo>
                  <a:pt x="2529860" y="40558"/>
                </a:lnTo>
                <a:lnTo>
                  <a:pt x="2529446" y="40995"/>
                </a:lnTo>
                <a:lnTo>
                  <a:pt x="2529041" y="41444"/>
                </a:lnTo>
                <a:lnTo>
                  <a:pt x="2528646" y="41903"/>
                </a:lnTo>
                <a:lnTo>
                  <a:pt x="2528258" y="42374"/>
                </a:lnTo>
                <a:lnTo>
                  <a:pt x="2527880" y="42855"/>
                </a:lnTo>
                <a:lnTo>
                  <a:pt x="2527511" y="43348"/>
                </a:lnTo>
                <a:lnTo>
                  <a:pt x="2527151" y="43852"/>
                </a:lnTo>
                <a:lnTo>
                  <a:pt x="2526799" y="44367"/>
                </a:lnTo>
                <a:lnTo>
                  <a:pt x="2526799" y="0"/>
                </a:lnTo>
                <a:lnTo>
                  <a:pt x="2510782" y="0"/>
                </a:lnTo>
                <a:lnTo>
                  <a:pt x="2510782" y="115322"/>
                </a:lnTo>
                <a:lnTo>
                  <a:pt x="2526799" y="115322"/>
                </a:lnTo>
                <a:lnTo>
                  <a:pt x="2526799" y="64388"/>
                </a:lnTo>
                <a:lnTo>
                  <a:pt x="2526803" y="63910"/>
                </a:lnTo>
                <a:lnTo>
                  <a:pt x="2526816" y="63436"/>
                </a:lnTo>
                <a:lnTo>
                  <a:pt x="2526837" y="62966"/>
                </a:lnTo>
                <a:lnTo>
                  <a:pt x="2526866" y="62501"/>
                </a:lnTo>
                <a:close/>
                <a:moveTo>
                  <a:pt x="2179256" y="116814"/>
                </a:moveTo>
                <a:lnTo>
                  <a:pt x="2179750" y="116781"/>
                </a:lnTo>
                <a:lnTo>
                  <a:pt x="2180244" y="116743"/>
                </a:lnTo>
                <a:lnTo>
                  <a:pt x="2180738" y="116701"/>
                </a:lnTo>
                <a:lnTo>
                  <a:pt x="2181231" y="116654"/>
                </a:lnTo>
                <a:lnTo>
                  <a:pt x="2181725" y="116603"/>
                </a:lnTo>
                <a:lnTo>
                  <a:pt x="2182219" y="116547"/>
                </a:lnTo>
                <a:lnTo>
                  <a:pt x="2182713" y="116487"/>
                </a:lnTo>
                <a:lnTo>
                  <a:pt x="2183207" y="116423"/>
                </a:lnTo>
                <a:lnTo>
                  <a:pt x="2183701" y="116354"/>
                </a:lnTo>
                <a:lnTo>
                  <a:pt x="2184195" y="116280"/>
                </a:lnTo>
                <a:lnTo>
                  <a:pt x="2184688" y="116203"/>
                </a:lnTo>
                <a:lnTo>
                  <a:pt x="2185182" y="116120"/>
                </a:lnTo>
                <a:lnTo>
                  <a:pt x="2185676" y="116033"/>
                </a:lnTo>
                <a:lnTo>
                  <a:pt x="2186170" y="115942"/>
                </a:lnTo>
                <a:lnTo>
                  <a:pt x="2186664" y="115847"/>
                </a:lnTo>
                <a:lnTo>
                  <a:pt x="2187158" y="115746"/>
                </a:lnTo>
                <a:lnTo>
                  <a:pt x="2187652" y="115642"/>
                </a:lnTo>
                <a:lnTo>
                  <a:pt x="2188142" y="115547"/>
                </a:lnTo>
                <a:lnTo>
                  <a:pt x="2188625" y="115447"/>
                </a:lnTo>
                <a:lnTo>
                  <a:pt x="2189101" y="115344"/>
                </a:lnTo>
                <a:lnTo>
                  <a:pt x="2189569" y="115237"/>
                </a:lnTo>
                <a:lnTo>
                  <a:pt x="2190030" y="115126"/>
                </a:lnTo>
                <a:lnTo>
                  <a:pt x="2190485" y="115011"/>
                </a:lnTo>
                <a:lnTo>
                  <a:pt x="2190931" y="114893"/>
                </a:lnTo>
                <a:lnTo>
                  <a:pt x="2191371" y="114770"/>
                </a:lnTo>
                <a:lnTo>
                  <a:pt x="2191803" y="114643"/>
                </a:lnTo>
                <a:lnTo>
                  <a:pt x="2192229" y="114513"/>
                </a:lnTo>
                <a:lnTo>
                  <a:pt x="2192647" y="114379"/>
                </a:lnTo>
                <a:lnTo>
                  <a:pt x="2193057" y="114240"/>
                </a:lnTo>
                <a:lnTo>
                  <a:pt x="2193461" y="114098"/>
                </a:lnTo>
                <a:lnTo>
                  <a:pt x="2193857" y="113952"/>
                </a:lnTo>
                <a:lnTo>
                  <a:pt x="2194246" y="113802"/>
                </a:lnTo>
                <a:lnTo>
                  <a:pt x="2194628" y="113649"/>
                </a:lnTo>
                <a:lnTo>
                  <a:pt x="2195002" y="113491"/>
                </a:lnTo>
                <a:lnTo>
                  <a:pt x="2195370" y="113329"/>
                </a:lnTo>
                <a:lnTo>
                  <a:pt x="2195730" y="113164"/>
                </a:lnTo>
                <a:lnTo>
                  <a:pt x="2196083" y="112995"/>
                </a:lnTo>
                <a:lnTo>
                  <a:pt x="2196428" y="112821"/>
                </a:lnTo>
                <a:lnTo>
                  <a:pt x="2196767" y="112644"/>
                </a:lnTo>
                <a:lnTo>
                  <a:pt x="2197098" y="112463"/>
                </a:lnTo>
                <a:lnTo>
                  <a:pt x="2197422" y="112278"/>
                </a:lnTo>
                <a:lnTo>
                  <a:pt x="2197422" y="99945"/>
                </a:lnTo>
                <a:lnTo>
                  <a:pt x="2197140" y="100079"/>
                </a:lnTo>
                <a:lnTo>
                  <a:pt x="2196853" y="100211"/>
                </a:lnTo>
                <a:lnTo>
                  <a:pt x="2196563" y="100343"/>
                </a:lnTo>
                <a:lnTo>
                  <a:pt x="2196270" y="100475"/>
                </a:lnTo>
                <a:lnTo>
                  <a:pt x="2195972" y="100606"/>
                </a:lnTo>
                <a:lnTo>
                  <a:pt x="2195670" y="100736"/>
                </a:lnTo>
                <a:lnTo>
                  <a:pt x="2195364" y="100866"/>
                </a:lnTo>
                <a:lnTo>
                  <a:pt x="2195055" y="100995"/>
                </a:lnTo>
                <a:lnTo>
                  <a:pt x="2194742" y="101124"/>
                </a:lnTo>
                <a:lnTo>
                  <a:pt x="2194424" y="101252"/>
                </a:lnTo>
                <a:lnTo>
                  <a:pt x="2194103" y="101380"/>
                </a:lnTo>
                <a:lnTo>
                  <a:pt x="2193778" y="101507"/>
                </a:lnTo>
                <a:lnTo>
                  <a:pt x="2193449" y="101634"/>
                </a:lnTo>
                <a:lnTo>
                  <a:pt x="2193116" y="101760"/>
                </a:lnTo>
                <a:lnTo>
                  <a:pt x="2192779" y="101885"/>
                </a:lnTo>
                <a:lnTo>
                  <a:pt x="2192439" y="102010"/>
                </a:lnTo>
                <a:lnTo>
                  <a:pt x="2192094" y="102134"/>
                </a:lnTo>
                <a:lnTo>
                  <a:pt x="2191746" y="102258"/>
                </a:lnTo>
                <a:lnTo>
                  <a:pt x="2191394" y="102381"/>
                </a:lnTo>
                <a:lnTo>
                  <a:pt x="2191037" y="102504"/>
                </a:lnTo>
                <a:lnTo>
                  <a:pt x="2190677" y="102626"/>
                </a:lnTo>
                <a:lnTo>
                  <a:pt x="2190313" y="102747"/>
                </a:lnTo>
                <a:lnTo>
                  <a:pt x="2189945" y="102868"/>
                </a:lnTo>
                <a:lnTo>
                  <a:pt x="2189573" y="102989"/>
                </a:lnTo>
                <a:lnTo>
                  <a:pt x="2189212" y="103093"/>
                </a:lnTo>
                <a:lnTo>
                  <a:pt x="2188847" y="103193"/>
                </a:lnTo>
                <a:lnTo>
                  <a:pt x="2188480" y="103289"/>
                </a:lnTo>
                <a:lnTo>
                  <a:pt x="2188110" y="103380"/>
                </a:lnTo>
                <a:lnTo>
                  <a:pt x="2187737" y="103467"/>
                </a:lnTo>
                <a:lnTo>
                  <a:pt x="2187361" y="103549"/>
                </a:lnTo>
                <a:lnTo>
                  <a:pt x="2186983" y="103627"/>
                </a:lnTo>
                <a:lnTo>
                  <a:pt x="2186602" y="103700"/>
                </a:lnTo>
                <a:lnTo>
                  <a:pt x="2186218" y="103769"/>
                </a:lnTo>
                <a:lnTo>
                  <a:pt x="2185831" y="103834"/>
                </a:lnTo>
                <a:lnTo>
                  <a:pt x="2185441" y="103894"/>
                </a:lnTo>
                <a:lnTo>
                  <a:pt x="2185049" y="103950"/>
                </a:lnTo>
                <a:lnTo>
                  <a:pt x="2184654" y="104001"/>
                </a:lnTo>
                <a:lnTo>
                  <a:pt x="2184256" y="104047"/>
                </a:lnTo>
                <a:lnTo>
                  <a:pt x="2183855" y="104090"/>
                </a:lnTo>
                <a:lnTo>
                  <a:pt x="2183452" y="104128"/>
                </a:lnTo>
                <a:lnTo>
                  <a:pt x="2183045" y="104161"/>
                </a:lnTo>
                <a:lnTo>
                  <a:pt x="2182636" y="104190"/>
                </a:lnTo>
                <a:lnTo>
                  <a:pt x="2182224" y="104214"/>
                </a:lnTo>
                <a:lnTo>
                  <a:pt x="2181810" y="104234"/>
                </a:lnTo>
                <a:lnTo>
                  <a:pt x="2181392" y="104250"/>
                </a:lnTo>
                <a:lnTo>
                  <a:pt x="2180972" y="104261"/>
                </a:lnTo>
                <a:lnTo>
                  <a:pt x="2180549" y="104268"/>
                </a:lnTo>
                <a:lnTo>
                  <a:pt x="2180124" y="104270"/>
                </a:lnTo>
                <a:lnTo>
                  <a:pt x="2179580" y="104267"/>
                </a:lnTo>
                <a:lnTo>
                  <a:pt x="2179045" y="104259"/>
                </a:lnTo>
                <a:lnTo>
                  <a:pt x="2178517" y="104245"/>
                </a:lnTo>
                <a:lnTo>
                  <a:pt x="2177997" y="104225"/>
                </a:lnTo>
                <a:lnTo>
                  <a:pt x="2177485" y="104200"/>
                </a:lnTo>
                <a:lnTo>
                  <a:pt x="2176980" y="104170"/>
                </a:lnTo>
                <a:lnTo>
                  <a:pt x="2176484" y="104134"/>
                </a:lnTo>
                <a:lnTo>
                  <a:pt x="2175995" y="104092"/>
                </a:lnTo>
                <a:lnTo>
                  <a:pt x="2175514" y="104045"/>
                </a:lnTo>
                <a:lnTo>
                  <a:pt x="2175041" y="103992"/>
                </a:lnTo>
                <a:lnTo>
                  <a:pt x="2174575" y="103933"/>
                </a:lnTo>
                <a:lnTo>
                  <a:pt x="2174117" y="103870"/>
                </a:lnTo>
                <a:lnTo>
                  <a:pt x="2173667" y="103800"/>
                </a:lnTo>
                <a:lnTo>
                  <a:pt x="2173225" y="103725"/>
                </a:lnTo>
                <a:lnTo>
                  <a:pt x="2172791" y="103644"/>
                </a:lnTo>
                <a:lnTo>
                  <a:pt x="2172364" y="103558"/>
                </a:lnTo>
                <a:lnTo>
                  <a:pt x="2171946" y="103466"/>
                </a:lnTo>
                <a:lnTo>
                  <a:pt x="2171535" y="103369"/>
                </a:lnTo>
                <a:lnTo>
                  <a:pt x="2171131" y="103266"/>
                </a:lnTo>
                <a:lnTo>
                  <a:pt x="2170736" y="103158"/>
                </a:lnTo>
                <a:lnTo>
                  <a:pt x="2170348" y="103044"/>
                </a:lnTo>
                <a:lnTo>
                  <a:pt x="2169968" y="102924"/>
                </a:lnTo>
                <a:lnTo>
                  <a:pt x="2169596" y="102799"/>
                </a:lnTo>
                <a:lnTo>
                  <a:pt x="2169232" y="102668"/>
                </a:lnTo>
                <a:lnTo>
                  <a:pt x="2168875" y="102531"/>
                </a:lnTo>
                <a:lnTo>
                  <a:pt x="2168526" y="102388"/>
                </a:lnTo>
                <a:lnTo>
                  <a:pt x="2168184" y="102238"/>
                </a:lnTo>
                <a:lnTo>
                  <a:pt x="2167848" y="102081"/>
                </a:lnTo>
                <a:lnTo>
                  <a:pt x="2167521" y="101917"/>
                </a:lnTo>
                <a:lnTo>
                  <a:pt x="2167200" y="101747"/>
                </a:lnTo>
                <a:lnTo>
                  <a:pt x="2166887" y="101570"/>
                </a:lnTo>
                <a:lnTo>
                  <a:pt x="2166580" y="101387"/>
                </a:lnTo>
                <a:lnTo>
                  <a:pt x="2166282" y="101197"/>
                </a:lnTo>
                <a:lnTo>
                  <a:pt x="2165990" y="101000"/>
                </a:lnTo>
                <a:lnTo>
                  <a:pt x="2165705" y="100796"/>
                </a:lnTo>
                <a:lnTo>
                  <a:pt x="2165428" y="100586"/>
                </a:lnTo>
                <a:lnTo>
                  <a:pt x="2165158" y="100369"/>
                </a:lnTo>
                <a:lnTo>
                  <a:pt x="2164895" y="100146"/>
                </a:lnTo>
                <a:lnTo>
                  <a:pt x="2164640" y="99915"/>
                </a:lnTo>
                <a:lnTo>
                  <a:pt x="2164392" y="99678"/>
                </a:lnTo>
                <a:lnTo>
                  <a:pt x="2164150" y="99435"/>
                </a:lnTo>
                <a:lnTo>
                  <a:pt x="2163917" y="99185"/>
                </a:lnTo>
                <a:lnTo>
                  <a:pt x="2163690" y="98928"/>
                </a:lnTo>
                <a:lnTo>
                  <a:pt x="2163471" y="98664"/>
                </a:lnTo>
                <a:lnTo>
                  <a:pt x="2163258" y="98394"/>
                </a:lnTo>
                <a:lnTo>
                  <a:pt x="2163053" y="98117"/>
                </a:lnTo>
                <a:lnTo>
                  <a:pt x="2162856" y="97833"/>
                </a:lnTo>
                <a:lnTo>
                  <a:pt x="2162665" y="97543"/>
                </a:lnTo>
                <a:lnTo>
                  <a:pt x="2162482" y="97246"/>
                </a:lnTo>
                <a:lnTo>
                  <a:pt x="2162307" y="96942"/>
                </a:lnTo>
                <a:lnTo>
                  <a:pt x="2162140" y="96632"/>
                </a:lnTo>
                <a:lnTo>
                  <a:pt x="2161980" y="96315"/>
                </a:lnTo>
                <a:lnTo>
                  <a:pt x="2161828" y="95991"/>
                </a:lnTo>
                <a:lnTo>
                  <a:pt x="2161684" y="95661"/>
                </a:lnTo>
                <a:lnTo>
                  <a:pt x="2161548" y="95324"/>
                </a:lnTo>
                <a:lnTo>
                  <a:pt x="2161419" y="94980"/>
                </a:lnTo>
                <a:lnTo>
                  <a:pt x="2161299" y="94630"/>
                </a:lnTo>
                <a:lnTo>
                  <a:pt x="2161186" y="94273"/>
                </a:lnTo>
                <a:lnTo>
                  <a:pt x="2161081" y="93909"/>
                </a:lnTo>
                <a:lnTo>
                  <a:pt x="2160983" y="93539"/>
                </a:lnTo>
                <a:lnTo>
                  <a:pt x="2160894" y="93162"/>
                </a:lnTo>
                <a:lnTo>
                  <a:pt x="2160812" y="92778"/>
                </a:lnTo>
                <a:lnTo>
                  <a:pt x="2160738" y="92387"/>
                </a:lnTo>
                <a:lnTo>
                  <a:pt x="2160672" y="91990"/>
                </a:lnTo>
                <a:lnTo>
                  <a:pt x="2160613" y="91587"/>
                </a:lnTo>
                <a:lnTo>
                  <a:pt x="2160563" y="91176"/>
                </a:lnTo>
                <a:lnTo>
                  <a:pt x="2160520" y="90759"/>
                </a:lnTo>
                <a:lnTo>
                  <a:pt x="2160485" y="90335"/>
                </a:lnTo>
                <a:lnTo>
                  <a:pt x="2160458" y="89905"/>
                </a:lnTo>
                <a:lnTo>
                  <a:pt x="2160438" y="89468"/>
                </a:lnTo>
                <a:lnTo>
                  <a:pt x="2160427" y="89024"/>
                </a:lnTo>
                <a:lnTo>
                  <a:pt x="2160423" y="88573"/>
                </a:lnTo>
                <a:lnTo>
                  <a:pt x="2160423" y="45968"/>
                </a:lnTo>
                <a:lnTo>
                  <a:pt x="2197422" y="45968"/>
                </a:lnTo>
                <a:lnTo>
                  <a:pt x="2197422" y="33475"/>
                </a:lnTo>
                <a:lnTo>
                  <a:pt x="2160423" y="33475"/>
                </a:lnTo>
                <a:lnTo>
                  <a:pt x="2160423" y="7368"/>
                </a:lnTo>
                <a:lnTo>
                  <a:pt x="2150492" y="7368"/>
                </a:lnTo>
                <a:lnTo>
                  <a:pt x="2144887" y="33475"/>
                </a:lnTo>
                <a:lnTo>
                  <a:pt x="2120701" y="33475"/>
                </a:lnTo>
                <a:lnTo>
                  <a:pt x="2120701" y="45968"/>
                </a:lnTo>
                <a:lnTo>
                  <a:pt x="2144406" y="45968"/>
                </a:lnTo>
                <a:lnTo>
                  <a:pt x="2144406" y="89855"/>
                </a:lnTo>
                <a:lnTo>
                  <a:pt x="2144421" y="91042"/>
                </a:lnTo>
                <a:lnTo>
                  <a:pt x="2144465" y="92202"/>
                </a:lnTo>
                <a:lnTo>
                  <a:pt x="2144539" y="93333"/>
                </a:lnTo>
                <a:lnTo>
                  <a:pt x="2144642" y="94437"/>
                </a:lnTo>
                <a:lnTo>
                  <a:pt x="2144774" y="95513"/>
                </a:lnTo>
                <a:lnTo>
                  <a:pt x="2144937" y="96562"/>
                </a:lnTo>
                <a:lnTo>
                  <a:pt x="2145128" y="97582"/>
                </a:lnTo>
                <a:lnTo>
                  <a:pt x="2145349" y="98575"/>
                </a:lnTo>
                <a:lnTo>
                  <a:pt x="2145600" y="99540"/>
                </a:lnTo>
                <a:lnTo>
                  <a:pt x="2145880" y="100477"/>
                </a:lnTo>
                <a:lnTo>
                  <a:pt x="2146189" y="101386"/>
                </a:lnTo>
                <a:lnTo>
                  <a:pt x="2146528" y="102268"/>
                </a:lnTo>
                <a:lnTo>
                  <a:pt x="2146897" y="103122"/>
                </a:lnTo>
                <a:lnTo>
                  <a:pt x="2147295" y="103947"/>
                </a:lnTo>
                <a:lnTo>
                  <a:pt x="2147722" y="104745"/>
                </a:lnTo>
                <a:lnTo>
                  <a:pt x="2148179" y="105516"/>
                </a:lnTo>
                <a:lnTo>
                  <a:pt x="2148665" y="106258"/>
                </a:lnTo>
                <a:lnTo>
                  <a:pt x="2149181" y="106973"/>
                </a:lnTo>
                <a:lnTo>
                  <a:pt x="2149726" y="107660"/>
                </a:lnTo>
                <a:lnTo>
                  <a:pt x="2150301" y="108319"/>
                </a:lnTo>
                <a:lnTo>
                  <a:pt x="2150905" y="108950"/>
                </a:lnTo>
                <a:lnTo>
                  <a:pt x="2151539" y="109553"/>
                </a:lnTo>
                <a:lnTo>
                  <a:pt x="2152202" y="110129"/>
                </a:lnTo>
                <a:lnTo>
                  <a:pt x="2152895" y="110677"/>
                </a:lnTo>
                <a:lnTo>
                  <a:pt x="2153613" y="111186"/>
                </a:lnTo>
                <a:lnTo>
                  <a:pt x="2154351" y="111674"/>
                </a:lnTo>
                <a:lnTo>
                  <a:pt x="2155110" y="112141"/>
                </a:lnTo>
                <a:lnTo>
                  <a:pt x="2155889" y="112585"/>
                </a:lnTo>
                <a:lnTo>
                  <a:pt x="2156689" y="113008"/>
                </a:lnTo>
                <a:lnTo>
                  <a:pt x="2157510" y="113410"/>
                </a:lnTo>
                <a:lnTo>
                  <a:pt x="2158351" y="113789"/>
                </a:lnTo>
                <a:lnTo>
                  <a:pt x="2159213" y="114147"/>
                </a:lnTo>
                <a:lnTo>
                  <a:pt x="2160095" y="114483"/>
                </a:lnTo>
                <a:lnTo>
                  <a:pt x="2160998" y="114798"/>
                </a:lnTo>
                <a:lnTo>
                  <a:pt x="2161921" y="115091"/>
                </a:lnTo>
                <a:lnTo>
                  <a:pt x="2162865" y="115362"/>
                </a:lnTo>
                <a:lnTo>
                  <a:pt x="2163830" y="115611"/>
                </a:lnTo>
                <a:lnTo>
                  <a:pt x="2164815" y="115839"/>
                </a:lnTo>
                <a:lnTo>
                  <a:pt x="2165821" y="116045"/>
                </a:lnTo>
                <a:lnTo>
                  <a:pt x="2166847" y="116229"/>
                </a:lnTo>
                <a:lnTo>
                  <a:pt x="2167894" y="116392"/>
                </a:lnTo>
                <a:lnTo>
                  <a:pt x="2168962" y="116533"/>
                </a:lnTo>
                <a:lnTo>
                  <a:pt x="2170050" y="116652"/>
                </a:lnTo>
                <a:lnTo>
                  <a:pt x="2171159" y="116750"/>
                </a:lnTo>
                <a:lnTo>
                  <a:pt x="2172288" y="116826"/>
                </a:lnTo>
                <a:lnTo>
                  <a:pt x="2173438" y="116880"/>
                </a:lnTo>
                <a:lnTo>
                  <a:pt x="2174608" y="116912"/>
                </a:lnTo>
                <a:lnTo>
                  <a:pt x="2175799" y="116923"/>
                </a:lnTo>
                <a:lnTo>
                  <a:pt x="2176293" y="116921"/>
                </a:lnTo>
                <a:lnTo>
                  <a:pt x="2176787" y="116914"/>
                </a:lnTo>
                <a:lnTo>
                  <a:pt x="2177281" y="116903"/>
                </a:lnTo>
                <a:lnTo>
                  <a:pt x="2177775" y="116888"/>
                </a:lnTo>
                <a:lnTo>
                  <a:pt x="2178268" y="116868"/>
                </a:lnTo>
                <a:lnTo>
                  <a:pt x="2178762" y="116843"/>
                </a:lnTo>
                <a:lnTo>
                  <a:pt x="2179256" y="116814"/>
                </a:lnTo>
                <a:close/>
                <a:moveTo>
                  <a:pt x="2718981" y="64537"/>
                </a:moveTo>
                <a:lnTo>
                  <a:pt x="2719027" y="64007"/>
                </a:lnTo>
                <a:lnTo>
                  <a:pt x="2719081" y="63483"/>
                </a:lnTo>
                <a:lnTo>
                  <a:pt x="2719144" y="62964"/>
                </a:lnTo>
                <a:lnTo>
                  <a:pt x="2719214" y="62451"/>
                </a:lnTo>
                <a:lnTo>
                  <a:pt x="2719294" y="61943"/>
                </a:lnTo>
                <a:lnTo>
                  <a:pt x="2719381" y="61441"/>
                </a:lnTo>
                <a:lnTo>
                  <a:pt x="2719477" y="60944"/>
                </a:lnTo>
                <a:lnTo>
                  <a:pt x="2719582" y="60453"/>
                </a:lnTo>
                <a:lnTo>
                  <a:pt x="2719694" y="59968"/>
                </a:lnTo>
                <a:lnTo>
                  <a:pt x="2719815" y="59488"/>
                </a:lnTo>
                <a:lnTo>
                  <a:pt x="2719944" y="59013"/>
                </a:lnTo>
                <a:lnTo>
                  <a:pt x="2720082" y="58545"/>
                </a:lnTo>
                <a:lnTo>
                  <a:pt x="2720228" y="58081"/>
                </a:lnTo>
                <a:lnTo>
                  <a:pt x="2720382" y="57624"/>
                </a:lnTo>
                <a:lnTo>
                  <a:pt x="2720545" y="57171"/>
                </a:lnTo>
                <a:lnTo>
                  <a:pt x="2720716" y="56725"/>
                </a:lnTo>
                <a:lnTo>
                  <a:pt x="2720896" y="56284"/>
                </a:lnTo>
                <a:lnTo>
                  <a:pt x="2721083" y="55848"/>
                </a:lnTo>
                <a:lnTo>
                  <a:pt x="2721279" y="55418"/>
                </a:lnTo>
                <a:lnTo>
                  <a:pt x="2721483" y="54982"/>
                </a:lnTo>
                <a:lnTo>
                  <a:pt x="2721693" y="54554"/>
                </a:lnTo>
                <a:lnTo>
                  <a:pt x="2721910" y="54135"/>
                </a:lnTo>
                <a:lnTo>
                  <a:pt x="2722134" y="53723"/>
                </a:lnTo>
                <a:lnTo>
                  <a:pt x="2722364" y="53320"/>
                </a:lnTo>
                <a:lnTo>
                  <a:pt x="2722601" y="52926"/>
                </a:lnTo>
                <a:lnTo>
                  <a:pt x="2722844" y="52540"/>
                </a:lnTo>
                <a:lnTo>
                  <a:pt x="2723094" y="52162"/>
                </a:lnTo>
                <a:lnTo>
                  <a:pt x="2723351" y="51792"/>
                </a:lnTo>
                <a:lnTo>
                  <a:pt x="2723615" y="51431"/>
                </a:lnTo>
                <a:lnTo>
                  <a:pt x="2723885" y="51078"/>
                </a:lnTo>
                <a:lnTo>
                  <a:pt x="2724162" y="50733"/>
                </a:lnTo>
                <a:lnTo>
                  <a:pt x="2724446" y="50397"/>
                </a:lnTo>
                <a:lnTo>
                  <a:pt x="2724736" y="50069"/>
                </a:lnTo>
                <a:lnTo>
                  <a:pt x="2725033" y="49750"/>
                </a:lnTo>
                <a:lnTo>
                  <a:pt x="2725337" y="49439"/>
                </a:lnTo>
                <a:lnTo>
                  <a:pt x="2725647" y="49136"/>
                </a:lnTo>
                <a:lnTo>
                  <a:pt x="2725964" y="48841"/>
                </a:lnTo>
                <a:lnTo>
                  <a:pt x="2726288" y="48555"/>
                </a:lnTo>
                <a:lnTo>
                  <a:pt x="2726618" y="48278"/>
                </a:lnTo>
                <a:lnTo>
                  <a:pt x="2726955" y="48008"/>
                </a:lnTo>
                <a:lnTo>
                  <a:pt x="2727299" y="47747"/>
                </a:lnTo>
                <a:lnTo>
                  <a:pt x="2727649" y="47494"/>
                </a:lnTo>
                <a:lnTo>
                  <a:pt x="2728006" y="47250"/>
                </a:lnTo>
                <a:lnTo>
                  <a:pt x="2728369" y="47002"/>
                </a:lnTo>
                <a:lnTo>
                  <a:pt x="2728738" y="46764"/>
                </a:lnTo>
                <a:lnTo>
                  <a:pt x="2729112" y="46537"/>
                </a:lnTo>
                <a:lnTo>
                  <a:pt x="2729492" y="46320"/>
                </a:lnTo>
                <a:lnTo>
                  <a:pt x="2729878" y="46114"/>
                </a:lnTo>
                <a:lnTo>
                  <a:pt x="2730269" y="45918"/>
                </a:lnTo>
                <a:lnTo>
                  <a:pt x="2730665" y="45734"/>
                </a:lnTo>
                <a:lnTo>
                  <a:pt x="2731067" y="45559"/>
                </a:lnTo>
                <a:lnTo>
                  <a:pt x="2731475" y="45395"/>
                </a:lnTo>
                <a:lnTo>
                  <a:pt x="2731888" y="45242"/>
                </a:lnTo>
                <a:lnTo>
                  <a:pt x="2732307" y="45100"/>
                </a:lnTo>
                <a:lnTo>
                  <a:pt x="2732731" y="44967"/>
                </a:lnTo>
                <a:lnTo>
                  <a:pt x="2733161" y="44846"/>
                </a:lnTo>
                <a:lnTo>
                  <a:pt x="2733597" y="44735"/>
                </a:lnTo>
                <a:lnTo>
                  <a:pt x="2734038" y="44635"/>
                </a:lnTo>
                <a:lnTo>
                  <a:pt x="2734484" y="44545"/>
                </a:lnTo>
                <a:lnTo>
                  <a:pt x="2734936" y="44465"/>
                </a:lnTo>
                <a:lnTo>
                  <a:pt x="2735394" y="44397"/>
                </a:lnTo>
                <a:lnTo>
                  <a:pt x="2735857" y="44339"/>
                </a:lnTo>
                <a:lnTo>
                  <a:pt x="2736326" y="44291"/>
                </a:lnTo>
                <a:lnTo>
                  <a:pt x="2736801" y="44254"/>
                </a:lnTo>
                <a:lnTo>
                  <a:pt x="2737281" y="44228"/>
                </a:lnTo>
                <a:lnTo>
                  <a:pt x="2737766" y="44212"/>
                </a:lnTo>
                <a:lnTo>
                  <a:pt x="2738257" y="44207"/>
                </a:lnTo>
                <a:lnTo>
                  <a:pt x="2738958" y="44216"/>
                </a:lnTo>
                <a:lnTo>
                  <a:pt x="2739645" y="44243"/>
                </a:lnTo>
                <a:lnTo>
                  <a:pt x="2740319" y="44289"/>
                </a:lnTo>
                <a:lnTo>
                  <a:pt x="2740980" y="44353"/>
                </a:lnTo>
                <a:lnTo>
                  <a:pt x="2741627" y="44436"/>
                </a:lnTo>
                <a:lnTo>
                  <a:pt x="2742261" y="44537"/>
                </a:lnTo>
                <a:lnTo>
                  <a:pt x="2742882" y="44656"/>
                </a:lnTo>
                <a:lnTo>
                  <a:pt x="2743489" y="44794"/>
                </a:lnTo>
                <a:lnTo>
                  <a:pt x="2744083" y="44950"/>
                </a:lnTo>
                <a:lnTo>
                  <a:pt x="2744664" y="45124"/>
                </a:lnTo>
                <a:lnTo>
                  <a:pt x="2745231" y="45317"/>
                </a:lnTo>
                <a:lnTo>
                  <a:pt x="2745785" y="45528"/>
                </a:lnTo>
                <a:lnTo>
                  <a:pt x="2746326" y="45757"/>
                </a:lnTo>
                <a:lnTo>
                  <a:pt x="2746853" y="46005"/>
                </a:lnTo>
                <a:lnTo>
                  <a:pt x="2747367" y="46271"/>
                </a:lnTo>
                <a:lnTo>
                  <a:pt x="2747867" y="46556"/>
                </a:lnTo>
                <a:lnTo>
                  <a:pt x="2748355" y="46859"/>
                </a:lnTo>
                <a:lnTo>
                  <a:pt x="2748828" y="47180"/>
                </a:lnTo>
                <a:lnTo>
                  <a:pt x="2749289" y="47519"/>
                </a:lnTo>
                <a:lnTo>
                  <a:pt x="2749736" y="47877"/>
                </a:lnTo>
                <a:lnTo>
                  <a:pt x="2750170" y="48253"/>
                </a:lnTo>
                <a:lnTo>
                  <a:pt x="2750590" y="48648"/>
                </a:lnTo>
                <a:lnTo>
                  <a:pt x="2750997" y="49061"/>
                </a:lnTo>
                <a:lnTo>
                  <a:pt x="2751391" y="49492"/>
                </a:lnTo>
                <a:lnTo>
                  <a:pt x="2751783" y="49943"/>
                </a:lnTo>
                <a:lnTo>
                  <a:pt x="2752158" y="50416"/>
                </a:lnTo>
                <a:lnTo>
                  <a:pt x="2752517" y="50911"/>
                </a:lnTo>
                <a:lnTo>
                  <a:pt x="2752859" y="51428"/>
                </a:lnTo>
                <a:lnTo>
                  <a:pt x="2753185" y="51966"/>
                </a:lnTo>
                <a:lnTo>
                  <a:pt x="2753493" y="52525"/>
                </a:lnTo>
                <a:lnTo>
                  <a:pt x="2753785" y="53107"/>
                </a:lnTo>
                <a:lnTo>
                  <a:pt x="2754060" y="53710"/>
                </a:lnTo>
                <a:lnTo>
                  <a:pt x="2754319" y="54335"/>
                </a:lnTo>
                <a:lnTo>
                  <a:pt x="2754561" y="54981"/>
                </a:lnTo>
                <a:lnTo>
                  <a:pt x="2754786" y="55650"/>
                </a:lnTo>
                <a:lnTo>
                  <a:pt x="2754995" y="56339"/>
                </a:lnTo>
                <a:lnTo>
                  <a:pt x="2755187" y="57051"/>
                </a:lnTo>
                <a:lnTo>
                  <a:pt x="2755362" y="57784"/>
                </a:lnTo>
                <a:lnTo>
                  <a:pt x="2755520" y="58539"/>
                </a:lnTo>
                <a:lnTo>
                  <a:pt x="2755662" y="59316"/>
                </a:lnTo>
                <a:lnTo>
                  <a:pt x="2755787" y="60114"/>
                </a:lnTo>
                <a:lnTo>
                  <a:pt x="2755896" y="60934"/>
                </a:lnTo>
                <a:lnTo>
                  <a:pt x="2755987" y="61776"/>
                </a:lnTo>
                <a:lnTo>
                  <a:pt x="2756062" y="62639"/>
                </a:lnTo>
                <a:lnTo>
                  <a:pt x="2756121" y="63524"/>
                </a:lnTo>
                <a:lnTo>
                  <a:pt x="2756163" y="64431"/>
                </a:lnTo>
                <a:lnTo>
                  <a:pt x="2756188" y="65360"/>
                </a:lnTo>
                <a:lnTo>
                  <a:pt x="2756196" y="66310"/>
                </a:lnTo>
                <a:lnTo>
                  <a:pt x="2756196" y="115322"/>
                </a:lnTo>
                <a:lnTo>
                  <a:pt x="2772213" y="115322"/>
                </a:lnTo>
                <a:lnTo>
                  <a:pt x="2772213" y="61665"/>
                </a:lnTo>
                <a:lnTo>
                  <a:pt x="2772199" y="60450"/>
                </a:lnTo>
                <a:lnTo>
                  <a:pt x="2772157" y="59259"/>
                </a:lnTo>
                <a:lnTo>
                  <a:pt x="2772088" y="58094"/>
                </a:lnTo>
                <a:lnTo>
                  <a:pt x="2771991" y="56953"/>
                </a:lnTo>
                <a:lnTo>
                  <a:pt x="2771865" y="55838"/>
                </a:lnTo>
                <a:lnTo>
                  <a:pt x="2771712" y="54748"/>
                </a:lnTo>
                <a:lnTo>
                  <a:pt x="2771532" y="53682"/>
                </a:lnTo>
                <a:lnTo>
                  <a:pt x="2771323" y="52642"/>
                </a:lnTo>
                <a:lnTo>
                  <a:pt x="2771087" y="51627"/>
                </a:lnTo>
                <a:lnTo>
                  <a:pt x="2770823" y="50637"/>
                </a:lnTo>
                <a:lnTo>
                  <a:pt x="2770531" y="49672"/>
                </a:lnTo>
                <a:lnTo>
                  <a:pt x="2770211" y="48731"/>
                </a:lnTo>
                <a:lnTo>
                  <a:pt x="2769863" y="47816"/>
                </a:lnTo>
                <a:lnTo>
                  <a:pt x="2769488" y="46926"/>
                </a:lnTo>
                <a:lnTo>
                  <a:pt x="2769085" y="46061"/>
                </a:lnTo>
                <a:lnTo>
                  <a:pt x="2768654" y="45221"/>
                </a:lnTo>
                <a:lnTo>
                  <a:pt x="2768195" y="44406"/>
                </a:lnTo>
                <a:lnTo>
                  <a:pt x="2767708" y="43616"/>
                </a:lnTo>
                <a:lnTo>
                  <a:pt x="2767194" y="42851"/>
                </a:lnTo>
                <a:lnTo>
                  <a:pt x="2766651" y="42111"/>
                </a:lnTo>
                <a:lnTo>
                  <a:pt x="2766081" y="41396"/>
                </a:lnTo>
                <a:lnTo>
                  <a:pt x="2765484" y="40706"/>
                </a:lnTo>
                <a:lnTo>
                  <a:pt x="2764858" y="40041"/>
                </a:lnTo>
                <a:lnTo>
                  <a:pt x="2764204" y="39402"/>
                </a:lnTo>
                <a:lnTo>
                  <a:pt x="2763528" y="38787"/>
                </a:lnTo>
                <a:lnTo>
                  <a:pt x="2762832" y="38199"/>
                </a:lnTo>
                <a:lnTo>
                  <a:pt x="2762117" y="37637"/>
                </a:lnTo>
                <a:lnTo>
                  <a:pt x="2761384" y="37101"/>
                </a:lnTo>
                <a:lnTo>
                  <a:pt x="2760631" y="36592"/>
                </a:lnTo>
                <a:lnTo>
                  <a:pt x="2759860" y="36108"/>
                </a:lnTo>
                <a:lnTo>
                  <a:pt x="2759070" y="35651"/>
                </a:lnTo>
                <a:lnTo>
                  <a:pt x="2758260" y="35219"/>
                </a:lnTo>
                <a:lnTo>
                  <a:pt x="2757432" y="34814"/>
                </a:lnTo>
                <a:lnTo>
                  <a:pt x="2756585" y="34435"/>
                </a:lnTo>
                <a:lnTo>
                  <a:pt x="2755719" y="34082"/>
                </a:lnTo>
                <a:lnTo>
                  <a:pt x="2754834" y="33756"/>
                </a:lnTo>
                <a:lnTo>
                  <a:pt x="2753931" y="33455"/>
                </a:lnTo>
                <a:lnTo>
                  <a:pt x="2753008" y="33181"/>
                </a:lnTo>
                <a:lnTo>
                  <a:pt x="2752067" y="32932"/>
                </a:lnTo>
                <a:lnTo>
                  <a:pt x="2751106" y="32710"/>
                </a:lnTo>
                <a:lnTo>
                  <a:pt x="2750127" y="32514"/>
                </a:lnTo>
                <a:lnTo>
                  <a:pt x="2749128" y="32344"/>
                </a:lnTo>
                <a:lnTo>
                  <a:pt x="2748111" y="32200"/>
                </a:lnTo>
                <a:lnTo>
                  <a:pt x="2747075" y="32083"/>
                </a:lnTo>
                <a:lnTo>
                  <a:pt x="2746020" y="31991"/>
                </a:lnTo>
                <a:lnTo>
                  <a:pt x="2744946" y="31926"/>
                </a:lnTo>
                <a:lnTo>
                  <a:pt x="2743853" y="31887"/>
                </a:lnTo>
                <a:lnTo>
                  <a:pt x="2742742" y="31874"/>
                </a:lnTo>
                <a:lnTo>
                  <a:pt x="2742064" y="31879"/>
                </a:lnTo>
                <a:lnTo>
                  <a:pt x="2741390" y="31896"/>
                </a:lnTo>
                <a:lnTo>
                  <a:pt x="2740722" y="31924"/>
                </a:lnTo>
                <a:lnTo>
                  <a:pt x="2740059" y="31963"/>
                </a:lnTo>
                <a:lnTo>
                  <a:pt x="2739401" y="32013"/>
                </a:lnTo>
                <a:lnTo>
                  <a:pt x="2738748" y="32074"/>
                </a:lnTo>
                <a:lnTo>
                  <a:pt x="2738099" y="32146"/>
                </a:lnTo>
                <a:lnTo>
                  <a:pt x="2737456" y="32230"/>
                </a:lnTo>
                <a:lnTo>
                  <a:pt x="2736818" y="32324"/>
                </a:lnTo>
                <a:lnTo>
                  <a:pt x="2736185" y="32430"/>
                </a:lnTo>
                <a:lnTo>
                  <a:pt x="2735557" y="32547"/>
                </a:lnTo>
                <a:lnTo>
                  <a:pt x="2734934" y="32674"/>
                </a:lnTo>
                <a:lnTo>
                  <a:pt x="2734315" y="32813"/>
                </a:lnTo>
                <a:lnTo>
                  <a:pt x="2733702" y="32964"/>
                </a:lnTo>
                <a:lnTo>
                  <a:pt x="2733094" y="33125"/>
                </a:lnTo>
                <a:lnTo>
                  <a:pt x="2732491" y="33297"/>
                </a:lnTo>
                <a:lnTo>
                  <a:pt x="2731893" y="33481"/>
                </a:lnTo>
                <a:lnTo>
                  <a:pt x="2731300" y="33676"/>
                </a:lnTo>
                <a:lnTo>
                  <a:pt x="2730712" y="33881"/>
                </a:lnTo>
                <a:lnTo>
                  <a:pt x="2730128" y="34098"/>
                </a:lnTo>
                <a:lnTo>
                  <a:pt x="2729550" y="34326"/>
                </a:lnTo>
                <a:lnTo>
                  <a:pt x="2728977" y="34565"/>
                </a:lnTo>
                <a:lnTo>
                  <a:pt x="2728409" y="34816"/>
                </a:lnTo>
                <a:lnTo>
                  <a:pt x="2727846" y="35077"/>
                </a:lnTo>
                <a:lnTo>
                  <a:pt x="2727291" y="35350"/>
                </a:lnTo>
                <a:lnTo>
                  <a:pt x="2726746" y="35636"/>
                </a:lnTo>
                <a:lnTo>
                  <a:pt x="2726212" y="35935"/>
                </a:lnTo>
                <a:lnTo>
                  <a:pt x="2725688" y="36247"/>
                </a:lnTo>
                <a:lnTo>
                  <a:pt x="2725175" y="36572"/>
                </a:lnTo>
                <a:lnTo>
                  <a:pt x="2724673" y="36909"/>
                </a:lnTo>
                <a:lnTo>
                  <a:pt x="2724181" y="37259"/>
                </a:lnTo>
                <a:lnTo>
                  <a:pt x="2723699" y="37622"/>
                </a:lnTo>
                <a:lnTo>
                  <a:pt x="2723229" y="37998"/>
                </a:lnTo>
                <a:lnTo>
                  <a:pt x="2722769" y="38386"/>
                </a:lnTo>
                <a:lnTo>
                  <a:pt x="2722319" y="38787"/>
                </a:lnTo>
                <a:lnTo>
                  <a:pt x="2721880" y="39201"/>
                </a:lnTo>
                <a:lnTo>
                  <a:pt x="2721451" y="39628"/>
                </a:lnTo>
                <a:lnTo>
                  <a:pt x="2721033" y="40068"/>
                </a:lnTo>
                <a:lnTo>
                  <a:pt x="2720626" y="40520"/>
                </a:lnTo>
                <a:lnTo>
                  <a:pt x="2720229" y="40985"/>
                </a:lnTo>
                <a:lnTo>
                  <a:pt x="2719843" y="41463"/>
                </a:lnTo>
                <a:lnTo>
                  <a:pt x="2719467" y="41954"/>
                </a:lnTo>
                <a:lnTo>
                  <a:pt x="2719102" y="42458"/>
                </a:lnTo>
                <a:lnTo>
                  <a:pt x="2718748" y="42974"/>
                </a:lnTo>
                <a:lnTo>
                  <a:pt x="2718404" y="43503"/>
                </a:lnTo>
                <a:lnTo>
                  <a:pt x="2718070" y="44045"/>
                </a:lnTo>
                <a:lnTo>
                  <a:pt x="2717748" y="44600"/>
                </a:lnTo>
                <a:lnTo>
                  <a:pt x="2717435" y="45168"/>
                </a:lnTo>
                <a:lnTo>
                  <a:pt x="2715834" y="33475"/>
                </a:lnTo>
                <a:lnTo>
                  <a:pt x="2702860" y="33475"/>
                </a:lnTo>
                <a:lnTo>
                  <a:pt x="2702860" y="115322"/>
                </a:lnTo>
                <a:lnTo>
                  <a:pt x="2718877" y="115322"/>
                </a:lnTo>
                <a:lnTo>
                  <a:pt x="2718877" y="67271"/>
                </a:lnTo>
                <a:lnTo>
                  <a:pt x="2718881" y="66713"/>
                </a:lnTo>
                <a:lnTo>
                  <a:pt x="2718893" y="66161"/>
                </a:lnTo>
                <a:lnTo>
                  <a:pt x="2718914" y="65614"/>
                </a:lnTo>
                <a:lnTo>
                  <a:pt x="2718943" y="65073"/>
                </a:lnTo>
                <a:lnTo>
                  <a:pt x="2718981" y="64537"/>
                </a:lnTo>
                <a:close/>
                <a:moveTo>
                  <a:pt x="2934549" y="116683"/>
                </a:moveTo>
                <a:lnTo>
                  <a:pt x="2935401" y="116596"/>
                </a:lnTo>
                <a:lnTo>
                  <a:pt x="2936243" y="116496"/>
                </a:lnTo>
                <a:lnTo>
                  <a:pt x="2937074" y="116383"/>
                </a:lnTo>
                <a:lnTo>
                  <a:pt x="2937895" y="116256"/>
                </a:lnTo>
                <a:lnTo>
                  <a:pt x="2938705" y="116116"/>
                </a:lnTo>
                <a:lnTo>
                  <a:pt x="2939504" y="115962"/>
                </a:lnTo>
                <a:lnTo>
                  <a:pt x="2940293" y="115795"/>
                </a:lnTo>
                <a:lnTo>
                  <a:pt x="2941071" y="115615"/>
                </a:lnTo>
                <a:lnTo>
                  <a:pt x="2941839" y="115422"/>
                </a:lnTo>
                <a:lnTo>
                  <a:pt x="2942596" y="115215"/>
                </a:lnTo>
                <a:lnTo>
                  <a:pt x="2943343" y="114995"/>
                </a:lnTo>
                <a:lnTo>
                  <a:pt x="2944079" y="114761"/>
                </a:lnTo>
                <a:lnTo>
                  <a:pt x="2944805" y="114514"/>
                </a:lnTo>
                <a:lnTo>
                  <a:pt x="2945519" y="114254"/>
                </a:lnTo>
                <a:lnTo>
                  <a:pt x="2946224" y="113980"/>
                </a:lnTo>
                <a:lnTo>
                  <a:pt x="2946918" y="113693"/>
                </a:lnTo>
                <a:lnTo>
                  <a:pt x="2947601" y="113393"/>
                </a:lnTo>
                <a:lnTo>
                  <a:pt x="2948273" y="113079"/>
                </a:lnTo>
                <a:lnTo>
                  <a:pt x="2948948" y="112753"/>
                </a:lnTo>
                <a:lnTo>
                  <a:pt x="2949609" y="112416"/>
                </a:lnTo>
                <a:lnTo>
                  <a:pt x="2950258" y="112068"/>
                </a:lnTo>
                <a:lnTo>
                  <a:pt x="2950894" y="111709"/>
                </a:lnTo>
                <a:lnTo>
                  <a:pt x="2951517" y="111339"/>
                </a:lnTo>
                <a:lnTo>
                  <a:pt x="2952128" y="110957"/>
                </a:lnTo>
                <a:lnTo>
                  <a:pt x="2952725" y="110564"/>
                </a:lnTo>
                <a:lnTo>
                  <a:pt x="2953310" y="110161"/>
                </a:lnTo>
                <a:lnTo>
                  <a:pt x="2953882" y="109746"/>
                </a:lnTo>
                <a:lnTo>
                  <a:pt x="2954441" y="109320"/>
                </a:lnTo>
                <a:lnTo>
                  <a:pt x="2954987" y="108883"/>
                </a:lnTo>
                <a:lnTo>
                  <a:pt x="2955521" y="108434"/>
                </a:lnTo>
                <a:lnTo>
                  <a:pt x="2956042" y="107975"/>
                </a:lnTo>
                <a:lnTo>
                  <a:pt x="2956550" y="107504"/>
                </a:lnTo>
                <a:lnTo>
                  <a:pt x="2957045" y="107023"/>
                </a:lnTo>
                <a:lnTo>
                  <a:pt x="2957528" y="106530"/>
                </a:lnTo>
                <a:lnTo>
                  <a:pt x="2957997" y="106026"/>
                </a:lnTo>
                <a:lnTo>
                  <a:pt x="2958454" y="105511"/>
                </a:lnTo>
                <a:lnTo>
                  <a:pt x="2958898" y="104985"/>
                </a:lnTo>
                <a:lnTo>
                  <a:pt x="2959330" y="104448"/>
                </a:lnTo>
                <a:lnTo>
                  <a:pt x="2959748" y="103900"/>
                </a:lnTo>
                <a:lnTo>
                  <a:pt x="2960154" y="103340"/>
                </a:lnTo>
                <a:lnTo>
                  <a:pt x="2960547" y="102769"/>
                </a:lnTo>
                <a:lnTo>
                  <a:pt x="2960927" y="102188"/>
                </a:lnTo>
                <a:lnTo>
                  <a:pt x="2961306" y="101583"/>
                </a:lnTo>
                <a:lnTo>
                  <a:pt x="2961669" y="100969"/>
                </a:lnTo>
                <a:lnTo>
                  <a:pt x="2962015" y="100346"/>
                </a:lnTo>
                <a:lnTo>
                  <a:pt x="2962346" y="99714"/>
                </a:lnTo>
                <a:lnTo>
                  <a:pt x="2962661" y="99073"/>
                </a:lnTo>
                <a:lnTo>
                  <a:pt x="2962959" y="98424"/>
                </a:lnTo>
                <a:lnTo>
                  <a:pt x="2963241" y="97765"/>
                </a:lnTo>
                <a:lnTo>
                  <a:pt x="2963507" y="97098"/>
                </a:lnTo>
                <a:lnTo>
                  <a:pt x="2963757" y="96422"/>
                </a:lnTo>
                <a:lnTo>
                  <a:pt x="2963991" y="95737"/>
                </a:lnTo>
                <a:lnTo>
                  <a:pt x="2964209" y="95042"/>
                </a:lnTo>
                <a:lnTo>
                  <a:pt x="2964410" y="94339"/>
                </a:lnTo>
                <a:lnTo>
                  <a:pt x="2964596" y="93628"/>
                </a:lnTo>
                <a:lnTo>
                  <a:pt x="2964765" y="92907"/>
                </a:lnTo>
                <a:lnTo>
                  <a:pt x="2964918" y="92177"/>
                </a:lnTo>
                <a:lnTo>
                  <a:pt x="2965056" y="91439"/>
                </a:lnTo>
                <a:lnTo>
                  <a:pt x="2965177" y="90691"/>
                </a:lnTo>
                <a:lnTo>
                  <a:pt x="2965281" y="89935"/>
                </a:lnTo>
                <a:lnTo>
                  <a:pt x="2965370" y="89170"/>
                </a:lnTo>
                <a:lnTo>
                  <a:pt x="2965443" y="88395"/>
                </a:lnTo>
                <a:lnTo>
                  <a:pt x="2965499" y="87612"/>
                </a:lnTo>
                <a:lnTo>
                  <a:pt x="2965539" y="86820"/>
                </a:lnTo>
                <a:lnTo>
                  <a:pt x="2965564" y="86020"/>
                </a:lnTo>
                <a:lnTo>
                  <a:pt x="2965572" y="85210"/>
                </a:lnTo>
                <a:lnTo>
                  <a:pt x="2950516" y="85210"/>
                </a:lnTo>
                <a:lnTo>
                  <a:pt x="2950507" y="86068"/>
                </a:lnTo>
                <a:lnTo>
                  <a:pt x="2950478" y="86907"/>
                </a:lnTo>
                <a:lnTo>
                  <a:pt x="2950431" y="87727"/>
                </a:lnTo>
                <a:lnTo>
                  <a:pt x="2950365" y="88529"/>
                </a:lnTo>
                <a:lnTo>
                  <a:pt x="2950280" y="89311"/>
                </a:lnTo>
                <a:lnTo>
                  <a:pt x="2950176" y="90075"/>
                </a:lnTo>
                <a:lnTo>
                  <a:pt x="2950053" y="90820"/>
                </a:lnTo>
                <a:lnTo>
                  <a:pt x="2949911" y="91545"/>
                </a:lnTo>
                <a:lnTo>
                  <a:pt x="2949750" y="92252"/>
                </a:lnTo>
                <a:lnTo>
                  <a:pt x="2949571" y="92940"/>
                </a:lnTo>
                <a:lnTo>
                  <a:pt x="2949372" y="93609"/>
                </a:lnTo>
                <a:lnTo>
                  <a:pt x="2949155" y="94259"/>
                </a:lnTo>
                <a:lnTo>
                  <a:pt x="2948918" y="94891"/>
                </a:lnTo>
                <a:lnTo>
                  <a:pt x="2948663" y="95503"/>
                </a:lnTo>
                <a:lnTo>
                  <a:pt x="2948389" y="96096"/>
                </a:lnTo>
                <a:lnTo>
                  <a:pt x="2948096" y="96671"/>
                </a:lnTo>
                <a:lnTo>
                  <a:pt x="2947784" y="97226"/>
                </a:lnTo>
                <a:lnTo>
                  <a:pt x="2947453" y="97763"/>
                </a:lnTo>
                <a:lnTo>
                  <a:pt x="2947103" y="98281"/>
                </a:lnTo>
                <a:lnTo>
                  <a:pt x="2946734" y="98780"/>
                </a:lnTo>
                <a:lnTo>
                  <a:pt x="2946347" y="99260"/>
                </a:lnTo>
                <a:lnTo>
                  <a:pt x="2945940" y="99721"/>
                </a:lnTo>
                <a:lnTo>
                  <a:pt x="2945515" y="100163"/>
                </a:lnTo>
                <a:lnTo>
                  <a:pt x="2945070" y="100586"/>
                </a:lnTo>
                <a:lnTo>
                  <a:pt x="2944621" y="100991"/>
                </a:lnTo>
                <a:lnTo>
                  <a:pt x="2944155" y="101379"/>
                </a:lnTo>
                <a:lnTo>
                  <a:pt x="2943671" y="101750"/>
                </a:lnTo>
                <a:lnTo>
                  <a:pt x="2943170" y="102103"/>
                </a:lnTo>
                <a:lnTo>
                  <a:pt x="2942652" y="102439"/>
                </a:lnTo>
                <a:lnTo>
                  <a:pt x="2942117" y="102758"/>
                </a:lnTo>
                <a:lnTo>
                  <a:pt x="2941565" y="103060"/>
                </a:lnTo>
                <a:lnTo>
                  <a:pt x="2940995" y="103345"/>
                </a:lnTo>
                <a:lnTo>
                  <a:pt x="2940408" y="103612"/>
                </a:lnTo>
                <a:lnTo>
                  <a:pt x="2939804" y="103862"/>
                </a:lnTo>
                <a:lnTo>
                  <a:pt x="2939182" y="104094"/>
                </a:lnTo>
                <a:lnTo>
                  <a:pt x="2938543" y="104310"/>
                </a:lnTo>
                <a:lnTo>
                  <a:pt x="2937887" y="104508"/>
                </a:lnTo>
                <a:lnTo>
                  <a:pt x="2937214" y="104689"/>
                </a:lnTo>
                <a:lnTo>
                  <a:pt x="2936524" y="104853"/>
                </a:lnTo>
                <a:lnTo>
                  <a:pt x="2935816" y="105000"/>
                </a:lnTo>
                <a:lnTo>
                  <a:pt x="2935091" y="105129"/>
                </a:lnTo>
                <a:lnTo>
                  <a:pt x="2934349" y="105241"/>
                </a:lnTo>
                <a:lnTo>
                  <a:pt x="2933590" y="105336"/>
                </a:lnTo>
                <a:lnTo>
                  <a:pt x="2932813" y="105413"/>
                </a:lnTo>
                <a:lnTo>
                  <a:pt x="2932019" y="105474"/>
                </a:lnTo>
                <a:lnTo>
                  <a:pt x="2931208" y="105517"/>
                </a:lnTo>
                <a:lnTo>
                  <a:pt x="2930380" y="105543"/>
                </a:lnTo>
                <a:lnTo>
                  <a:pt x="2929534" y="105551"/>
                </a:lnTo>
                <a:lnTo>
                  <a:pt x="2928765" y="105540"/>
                </a:lnTo>
                <a:lnTo>
                  <a:pt x="2928008" y="105506"/>
                </a:lnTo>
                <a:lnTo>
                  <a:pt x="2927261" y="105449"/>
                </a:lnTo>
                <a:lnTo>
                  <a:pt x="2926526" y="105369"/>
                </a:lnTo>
                <a:lnTo>
                  <a:pt x="2925802" y="105266"/>
                </a:lnTo>
                <a:lnTo>
                  <a:pt x="2925089" y="105141"/>
                </a:lnTo>
                <a:lnTo>
                  <a:pt x="2924387" y="104993"/>
                </a:lnTo>
                <a:lnTo>
                  <a:pt x="2923697" y="104822"/>
                </a:lnTo>
                <a:lnTo>
                  <a:pt x="2923017" y="104628"/>
                </a:lnTo>
                <a:lnTo>
                  <a:pt x="2922348" y="104411"/>
                </a:lnTo>
                <a:lnTo>
                  <a:pt x="2921691" y="104172"/>
                </a:lnTo>
                <a:lnTo>
                  <a:pt x="2921045" y="103910"/>
                </a:lnTo>
                <a:lnTo>
                  <a:pt x="2920410" y="103625"/>
                </a:lnTo>
                <a:lnTo>
                  <a:pt x="2919786" y="103317"/>
                </a:lnTo>
                <a:lnTo>
                  <a:pt x="2919173" y="102986"/>
                </a:lnTo>
                <a:lnTo>
                  <a:pt x="2918571" y="102633"/>
                </a:lnTo>
                <a:lnTo>
                  <a:pt x="2917980" y="102256"/>
                </a:lnTo>
                <a:lnTo>
                  <a:pt x="2917401" y="101857"/>
                </a:lnTo>
                <a:lnTo>
                  <a:pt x="2916833" y="101436"/>
                </a:lnTo>
                <a:lnTo>
                  <a:pt x="2916275" y="100991"/>
                </a:lnTo>
                <a:lnTo>
                  <a:pt x="2915729" y="100523"/>
                </a:lnTo>
                <a:lnTo>
                  <a:pt x="2915194" y="100033"/>
                </a:lnTo>
                <a:lnTo>
                  <a:pt x="2914670" y="99520"/>
                </a:lnTo>
                <a:lnTo>
                  <a:pt x="2914158" y="98984"/>
                </a:lnTo>
                <a:lnTo>
                  <a:pt x="2913661" y="98427"/>
                </a:lnTo>
                <a:lnTo>
                  <a:pt x="2913185" y="97848"/>
                </a:lnTo>
                <a:lnTo>
                  <a:pt x="2912731" y="97248"/>
                </a:lnTo>
                <a:lnTo>
                  <a:pt x="2912298" y="96626"/>
                </a:lnTo>
                <a:lnTo>
                  <a:pt x="2911886" y="95984"/>
                </a:lnTo>
                <a:lnTo>
                  <a:pt x="2911495" y="95321"/>
                </a:lnTo>
                <a:lnTo>
                  <a:pt x="2911125" y="94636"/>
                </a:lnTo>
                <a:lnTo>
                  <a:pt x="2910776" y="93930"/>
                </a:lnTo>
                <a:lnTo>
                  <a:pt x="2910449" y="93203"/>
                </a:lnTo>
                <a:lnTo>
                  <a:pt x="2910142" y="92455"/>
                </a:lnTo>
                <a:lnTo>
                  <a:pt x="2909857" y="91686"/>
                </a:lnTo>
                <a:lnTo>
                  <a:pt x="2909593" y="90896"/>
                </a:lnTo>
                <a:lnTo>
                  <a:pt x="2909350" y="90084"/>
                </a:lnTo>
                <a:lnTo>
                  <a:pt x="2909128" y="89252"/>
                </a:lnTo>
                <a:lnTo>
                  <a:pt x="2908927" y="88398"/>
                </a:lnTo>
                <a:lnTo>
                  <a:pt x="2908747" y="87523"/>
                </a:lnTo>
                <a:lnTo>
                  <a:pt x="2908589" y="86627"/>
                </a:lnTo>
                <a:lnTo>
                  <a:pt x="2908451" y="85710"/>
                </a:lnTo>
                <a:lnTo>
                  <a:pt x="2908335" y="84772"/>
                </a:lnTo>
                <a:lnTo>
                  <a:pt x="2908240" y="83813"/>
                </a:lnTo>
                <a:lnTo>
                  <a:pt x="2908166" y="82832"/>
                </a:lnTo>
                <a:lnTo>
                  <a:pt x="2908113" y="81831"/>
                </a:lnTo>
                <a:lnTo>
                  <a:pt x="2908082" y="80808"/>
                </a:lnTo>
                <a:lnTo>
                  <a:pt x="2908071" y="79764"/>
                </a:lnTo>
                <a:lnTo>
                  <a:pt x="2908071" y="77041"/>
                </a:lnTo>
                <a:lnTo>
                  <a:pt x="2965572" y="77041"/>
                </a:lnTo>
                <a:lnTo>
                  <a:pt x="2965572" y="66150"/>
                </a:lnTo>
                <a:lnTo>
                  <a:pt x="2965564" y="65326"/>
                </a:lnTo>
                <a:lnTo>
                  <a:pt x="2965541" y="64510"/>
                </a:lnTo>
                <a:lnTo>
                  <a:pt x="2965502" y="63702"/>
                </a:lnTo>
                <a:lnTo>
                  <a:pt x="2965447" y="62902"/>
                </a:lnTo>
                <a:lnTo>
                  <a:pt x="2965377" y="62109"/>
                </a:lnTo>
                <a:lnTo>
                  <a:pt x="2965291" y="61325"/>
                </a:lnTo>
                <a:lnTo>
                  <a:pt x="2965190" y="60548"/>
                </a:lnTo>
                <a:lnTo>
                  <a:pt x="2965073" y="59779"/>
                </a:lnTo>
                <a:lnTo>
                  <a:pt x="2964941" y="59017"/>
                </a:lnTo>
                <a:lnTo>
                  <a:pt x="2964793" y="58264"/>
                </a:lnTo>
                <a:lnTo>
                  <a:pt x="2964630" y="57518"/>
                </a:lnTo>
                <a:lnTo>
                  <a:pt x="2964451" y="56780"/>
                </a:lnTo>
                <a:lnTo>
                  <a:pt x="2964256" y="56050"/>
                </a:lnTo>
                <a:lnTo>
                  <a:pt x="2964046" y="55327"/>
                </a:lnTo>
                <a:lnTo>
                  <a:pt x="2963820" y="54613"/>
                </a:lnTo>
                <a:lnTo>
                  <a:pt x="2963578" y="53906"/>
                </a:lnTo>
                <a:lnTo>
                  <a:pt x="2963322" y="53207"/>
                </a:lnTo>
                <a:lnTo>
                  <a:pt x="2963049" y="52515"/>
                </a:lnTo>
                <a:lnTo>
                  <a:pt x="2962761" y="51832"/>
                </a:lnTo>
                <a:lnTo>
                  <a:pt x="2962457" y="51156"/>
                </a:lnTo>
                <a:lnTo>
                  <a:pt x="2962138" y="50488"/>
                </a:lnTo>
                <a:lnTo>
                  <a:pt x="2961803" y="49828"/>
                </a:lnTo>
                <a:lnTo>
                  <a:pt x="2961453" y="49176"/>
                </a:lnTo>
                <a:lnTo>
                  <a:pt x="2961087" y="48531"/>
                </a:lnTo>
                <a:lnTo>
                  <a:pt x="2960720" y="47896"/>
                </a:lnTo>
                <a:lnTo>
                  <a:pt x="2960341" y="47272"/>
                </a:lnTo>
                <a:lnTo>
                  <a:pt x="2959948" y="46659"/>
                </a:lnTo>
                <a:lnTo>
                  <a:pt x="2959543" y="46057"/>
                </a:lnTo>
                <a:lnTo>
                  <a:pt x="2959125" y="45467"/>
                </a:lnTo>
                <a:lnTo>
                  <a:pt x="2958694" y="44887"/>
                </a:lnTo>
                <a:lnTo>
                  <a:pt x="2958251" y="44319"/>
                </a:lnTo>
                <a:lnTo>
                  <a:pt x="2957795" y="43762"/>
                </a:lnTo>
                <a:lnTo>
                  <a:pt x="2957326" y="43216"/>
                </a:lnTo>
                <a:lnTo>
                  <a:pt x="2956844" y="42681"/>
                </a:lnTo>
                <a:lnTo>
                  <a:pt x="2956349" y="42157"/>
                </a:lnTo>
                <a:lnTo>
                  <a:pt x="2955842" y="41644"/>
                </a:lnTo>
                <a:lnTo>
                  <a:pt x="2955321" y="41142"/>
                </a:lnTo>
                <a:lnTo>
                  <a:pt x="2954788" y="40652"/>
                </a:lnTo>
                <a:lnTo>
                  <a:pt x="2954242" y="40172"/>
                </a:lnTo>
                <a:lnTo>
                  <a:pt x="2953684" y="39704"/>
                </a:lnTo>
                <a:lnTo>
                  <a:pt x="2953112" y="39247"/>
                </a:lnTo>
                <a:lnTo>
                  <a:pt x="2952528" y="38801"/>
                </a:lnTo>
                <a:lnTo>
                  <a:pt x="2951931" y="38366"/>
                </a:lnTo>
                <a:lnTo>
                  <a:pt x="2951321" y="37942"/>
                </a:lnTo>
                <a:lnTo>
                  <a:pt x="2950699" y="37530"/>
                </a:lnTo>
                <a:lnTo>
                  <a:pt x="2950063" y="37128"/>
                </a:lnTo>
                <a:lnTo>
                  <a:pt x="2949415" y="36738"/>
                </a:lnTo>
                <a:lnTo>
                  <a:pt x="2948754" y="36358"/>
                </a:lnTo>
                <a:lnTo>
                  <a:pt x="2948095" y="35992"/>
                </a:lnTo>
                <a:lnTo>
                  <a:pt x="2947424" y="35642"/>
                </a:lnTo>
                <a:lnTo>
                  <a:pt x="2946742" y="35307"/>
                </a:lnTo>
                <a:lnTo>
                  <a:pt x="2946049" y="34988"/>
                </a:lnTo>
                <a:lnTo>
                  <a:pt x="2945345" y="34684"/>
                </a:lnTo>
                <a:lnTo>
                  <a:pt x="2944630" y="34396"/>
                </a:lnTo>
                <a:lnTo>
                  <a:pt x="2943903" y="34124"/>
                </a:lnTo>
                <a:lnTo>
                  <a:pt x="2943166" y="33867"/>
                </a:lnTo>
                <a:lnTo>
                  <a:pt x="2942417" y="33625"/>
                </a:lnTo>
                <a:lnTo>
                  <a:pt x="2941658" y="33400"/>
                </a:lnTo>
                <a:lnTo>
                  <a:pt x="2940887" y="33189"/>
                </a:lnTo>
                <a:lnTo>
                  <a:pt x="2940105" y="32995"/>
                </a:lnTo>
                <a:lnTo>
                  <a:pt x="2939312" y="32816"/>
                </a:lnTo>
                <a:lnTo>
                  <a:pt x="2938508" y="32652"/>
                </a:lnTo>
                <a:lnTo>
                  <a:pt x="2937692" y="32504"/>
                </a:lnTo>
                <a:lnTo>
                  <a:pt x="2936866" y="32372"/>
                </a:lnTo>
                <a:lnTo>
                  <a:pt x="2936028" y="32255"/>
                </a:lnTo>
                <a:lnTo>
                  <a:pt x="2935180" y="32154"/>
                </a:lnTo>
                <a:lnTo>
                  <a:pt x="2934320" y="32068"/>
                </a:lnTo>
                <a:lnTo>
                  <a:pt x="2933449" y="31998"/>
                </a:lnTo>
                <a:lnTo>
                  <a:pt x="2932567" y="31944"/>
                </a:lnTo>
                <a:lnTo>
                  <a:pt x="2931674" y="31905"/>
                </a:lnTo>
                <a:lnTo>
                  <a:pt x="2930770" y="31881"/>
                </a:lnTo>
                <a:lnTo>
                  <a:pt x="2929854" y="31874"/>
                </a:lnTo>
                <a:lnTo>
                  <a:pt x="2928872" y="31883"/>
                </a:lnTo>
                <a:lnTo>
                  <a:pt x="2927901" y="31909"/>
                </a:lnTo>
                <a:lnTo>
                  <a:pt x="2926941" y="31954"/>
                </a:lnTo>
                <a:lnTo>
                  <a:pt x="2925992" y="32016"/>
                </a:lnTo>
                <a:lnTo>
                  <a:pt x="2925055" y="32096"/>
                </a:lnTo>
                <a:lnTo>
                  <a:pt x="2924128" y="32194"/>
                </a:lnTo>
                <a:lnTo>
                  <a:pt x="2923213" y="32310"/>
                </a:lnTo>
                <a:lnTo>
                  <a:pt x="2922308" y="32443"/>
                </a:lnTo>
                <a:lnTo>
                  <a:pt x="2921415" y="32594"/>
                </a:lnTo>
                <a:lnTo>
                  <a:pt x="2920533" y="32763"/>
                </a:lnTo>
                <a:lnTo>
                  <a:pt x="2919662" y="32950"/>
                </a:lnTo>
                <a:lnTo>
                  <a:pt x="2918803" y="33155"/>
                </a:lnTo>
                <a:lnTo>
                  <a:pt x="2917954" y="33377"/>
                </a:lnTo>
                <a:lnTo>
                  <a:pt x="2917116" y="33618"/>
                </a:lnTo>
                <a:lnTo>
                  <a:pt x="2916290" y="33876"/>
                </a:lnTo>
                <a:lnTo>
                  <a:pt x="2915475" y="34152"/>
                </a:lnTo>
                <a:lnTo>
                  <a:pt x="2914670" y="34445"/>
                </a:lnTo>
                <a:lnTo>
                  <a:pt x="2913877" y="34757"/>
                </a:lnTo>
                <a:lnTo>
                  <a:pt x="2913095" y="35086"/>
                </a:lnTo>
                <a:lnTo>
                  <a:pt x="2912325" y="35433"/>
                </a:lnTo>
                <a:lnTo>
                  <a:pt x="2911565" y="35798"/>
                </a:lnTo>
                <a:lnTo>
                  <a:pt x="2910816" y="36180"/>
                </a:lnTo>
                <a:lnTo>
                  <a:pt x="2910079" y="36581"/>
                </a:lnTo>
                <a:lnTo>
                  <a:pt x="2909352" y="36999"/>
                </a:lnTo>
                <a:lnTo>
                  <a:pt x="2908639" y="37420"/>
                </a:lnTo>
                <a:lnTo>
                  <a:pt x="2907939" y="37855"/>
                </a:lnTo>
                <a:lnTo>
                  <a:pt x="2907253" y="38305"/>
                </a:lnTo>
                <a:lnTo>
                  <a:pt x="2906581" y="38770"/>
                </a:lnTo>
                <a:lnTo>
                  <a:pt x="2905923" y="39249"/>
                </a:lnTo>
                <a:lnTo>
                  <a:pt x="2905278" y="39742"/>
                </a:lnTo>
                <a:lnTo>
                  <a:pt x="2904648" y="40250"/>
                </a:lnTo>
                <a:lnTo>
                  <a:pt x="2904031" y="40772"/>
                </a:lnTo>
                <a:lnTo>
                  <a:pt x="2903429" y="41309"/>
                </a:lnTo>
                <a:lnTo>
                  <a:pt x="2902840" y="41860"/>
                </a:lnTo>
                <a:lnTo>
                  <a:pt x="2902265" y="42425"/>
                </a:lnTo>
                <a:lnTo>
                  <a:pt x="2901705" y="43005"/>
                </a:lnTo>
                <a:lnTo>
                  <a:pt x="2901158" y="43600"/>
                </a:lnTo>
                <a:lnTo>
                  <a:pt x="2900625" y="44209"/>
                </a:lnTo>
                <a:lnTo>
                  <a:pt x="2900105" y="44832"/>
                </a:lnTo>
                <a:lnTo>
                  <a:pt x="2899600" y="45470"/>
                </a:lnTo>
                <a:lnTo>
                  <a:pt x="2899109" y="46123"/>
                </a:lnTo>
                <a:lnTo>
                  <a:pt x="2898631" y="46789"/>
                </a:lnTo>
                <a:lnTo>
                  <a:pt x="2898168" y="47471"/>
                </a:lnTo>
                <a:lnTo>
                  <a:pt x="2897718" y="48166"/>
                </a:lnTo>
                <a:lnTo>
                  <a:pt x="2897282" y="48877"/>
                </a:lnTo>
                <a:lnTo>
                  <a:pt x="2896861" y="49601"/>
                </a:lnTo>
                <a:lnTo>
                  <a:pt x="2896453" y="50340"/>
                </a:lnTo>
                <a:lnTo>
                  <a:pt x="2896059" y="51094"/>
                </a:lnTo>
                <a:lnTo>
                  <a:pt x="2895680" y="51861"/>
                </a:lnTo>
                <a:lnTo>
                  <a:pt x="2895317" y="52639"/>
                </a:lnTo>
                <a:lnTo>
                  <a:pt x="2894970" y="53429"/>
                </a:lnTo>
                <a:lnTo>
                  <a:pt x="2894639" y="54231"/>
                </a:lnTo>
                <a:lnTo>
                  <a:pt x="2894325" y="55044"/>
                </a:lnTo>
                <a:lnTo>
                  <a:pt x="2894026" y="55869"/>
                </a:lnTo>
                <a:lnTo>
                  <a:pt x="2893744" y="56706"/>
                </a:lnTo>
                <a:lnTo>
                  <a:pt x="2893478" y="57554"/>
                </a:lnTo>
                <a:lnTo>
                  <a:pt x="2893228" y="58414"/>
                </a:lnTo>
                <a:lnTo>
                  <a:pt x="2892994" y="59286"/>
                </a:lnTo>
                <a:lnTo>
                  <a:pt x="2892777" y="60169"/>
                </a:lnTo>
                <a:lnTo>
                  <a:pt x="2892575" y="61064"/>
                </a:lnTo>
                <a:lnTo>
                  <a:pt x="2892389" y="61971"/>
                </a:lnTo>
                <a:lnTo>
                  <a:pt x="2892220" y="62890"/>
                </a:lnTo>
                <a:lnTo>
                  <a:pt x="2892067" y="63820"/>
                </a:lnTo>
                <a:lnTo>
                  <a:pt x="2891930" y="64762"/>
                </a:lnTo>
                <a:lnTo>
                  <a:pt x="2891809" y="65715"/>
                </a:lnTo>
                <a:lnTo>
                  <a:pt x="2891704" y="66680"/>
                </a:lnTo>
                <a:lnTo>
                  <a:pt x="2891615" y="67657"/>
                </a:lnTo>
                <a:lnTo>
                  <a:pt x="2891543" y="68646"/>
                </a:lnTo>
                <a:lnTo>
                  <a:pt x="2891486" y="69646"/>
                </a:lnTo>
                <a:lnTo>
                  <a:pt x="2891446" y="70658"/>
                </a:lnTo>
                <a:lnTo>
                  <a:pt x="2891422" y="71681"/>
                </a:lnTo>
                <a:lnTo>
                  <a:pt x="2891414" y="72717"/>
                </a:lnTo>
                <a:lnTo>
                  <a:pt x="2891414" y="76080"/>
                </a:lnTo>
                <a:lnTo>
                  <a:pt x="2891421" y="77077"/>
                </a:lnTo>
                <a:lnTo>
                  <a:pt x="2891442" y="78063"/>
                </a:lnTo>
                <a:lnTo>
                  <a:pt x="2891476" y="79041"/>
                </a:lnTo>
                <a:lnTo>
                  <a:pt x="2891525" y="80009"/>
                </a:lnTo>
                <a:lnTo>
                  <a:pt x="2891587" y="80967"/>
                </a:lnTo>
                <a:lnTo>
                  <a:pt x="2891664" y="81916"/>
                </a:lnTo>
                <a:lnTo>
                  <a:pt x="2891754" y="82856"/>
                </a:lnTo>
                <a:lnTo>
                  <a:pt x="2891859" y="83786"/>
                </a:lnTo>
                <a:lnTo>
                  <a:pt x="2891977" y="84707"/>
                </a:lnTo>
                <a:lnTo>
                  <a:pt x="2892109" y="85618"/>
                </a:lnTo>
                <a:lnTo>
                  <a:pt x="2892255" y="86520"/>
                </a:lnTo>
                <a:lnTo>
                  <a:pt x="2892415" y="87412"/>
                </a:lnTo>
                <a:lnTo>
                  <a:pt x="2892588" y="88295"/>
                </a:lnTo>
                <a:lnTo>
                  <a:pt x="2892776" y="89168"/>
                </a:lnTo>
                <a:lnTo>
                  <a:pt x="2892978" y="90032"/>
                </a:lnTo>
                <a:lnTo>
                  <a:pt x="2893193" y="90887"/>
                </a:lnTo>
                <a:lnTo>
                  <a:pt x="2893423" y="91732"/>
                </a:lnTo>
                <a:lnTo>
                  <a:pt x="2893666" y="92568"/>
                </a:lnTo>
                <a:lnTo>
                  <a:pt x="2893923" y="93394"/>
                </a:lnTo>
                <a:lnTo>
                  <a:pt x="2894194" y="94210"/>
                </a:lnTo>
                <a:lnTo>
                  <a:pt x="2894479" y="95018"/>
                </a:lnTo>
                <a:lnTo>
                  <a:pt x="2894778" y="95815"/>
                </a:lnTo>
                <a:lnTo>
                  <a:pt x="2895091" y="96604"/>
                </a:lnTo>
                <a:lnTo>
                  <a:pt x="2895418" y="97383"/>
                </a:lnTo>
                <a:lnTo>
                  <a:pt x="2895772" y="98150"/>
                </a:lnTo>
                <a:lnTo>
                  <a:pt x="2896141" y="98902"/>
                </a:lnTo>
                <a:lnTo>
                  <a:pt x="2896524" y="99640"/>
                </a:lnTo>
                <a:lnTo>
                  <a:pt x="2896922" y="100364"/>
                </a:lnTo>
                <a:lnTo>
                  <a:pt x="2897334" y="101073"/>
                </a:lnTo>
                <a:lnTo>
                  <a:pt x="2897760" y="101767"/>
                </a:lnTo>
                <a:lnTo>
                  <a:pt x="2898201" y="102447"/>
                </a:lnTo>
                <a:lnTo>
                  <a:pt x="2898657" y="103113"/>
                </a:lnTo>
                <a:lnTo>
                  <a:pt x="2899127" y="103764"/>
                </a:lnTo>
                <a:lnTo>
                  <a:pt x="2899611" y="104401"/>
                </a:lnTo>
                <a:lnTo>
                  <a:pt x="2900110" y="105024"/>
                </a:lnTo>
                <a:lnTo>
                  <a:pt x="2900623" y="105631"/>
                </a:lnTo>
                <a:lnTo>
                  <a:pt x="2901151" y="106225"/>
                </a:lnTo>
                <a:lnTo>
                  <a:pt x="2901693" y="106804"/>
                </a:lnTo>
                <a:lnTo>
                  <a:pt x="2902250" y="107368"/>
                </a:lnTo>
                <a:lnTo>
                  <a:pt x="2902821" y="107918"/>
                </a:lnTo>
                <a:lnTo>
                  <a:pt x="2903407" y="108454"/>
                </a:lnTo>
                <a:lnTo>
                  <a:pt x="2904007" y="108975"/>
                </a:lnTo>
                <a:lnTo>
                  <a:pt x="2904621" y="109482"/>
                </a:lnTo>
                <a:lnTo>
                  <a:pt x="2905250" y="109974"/>
                </a:lnTo>
                <a:lnTo>
                  <a:pt x="2905894" y="110451"/>
                </a:lnTo>
                <a:lnTo>
                  <a:pt x="2906552" y="110915"/>
                </a:lnTo>
                <a:lnTo>
                  <a:pt x="2907224" y="111364"/>
                </a:lnTo>
                <a:lnTo>
                  <a:pt x="2907911" y="111798"/>
                </a:lnTo>
                <a:lnTo>
                  <a:pt x="2908626" y="112216"/>
                </a:lnTo>
                <a:lnTo>
                  <a:pt x="2909356" y="112617"/>
                </a:lnTo>
                <a:lnTo>
                  <a:pt x="2910101" y="112999"/>
                </a:lnTo>
                <a:lnTo>
                  <a:pt x="2910861" y="113364"/>
                </a:lnTo>
                <a:lnTo>
                  <a:pt x="2911636" y="113711"/>
                </a:lnTo>
                <a:lnTo>
                  <a:pt x="2912426" y="114040"/>
                </a:lnTo>
                <a:lnTo>
                  <a:pt x="2913231" y="114352"/>
                </a:lnTo>
                <a:lnTo>
                  <a:pt x="2914051" y="114645"/>
                </a:lnTo>
                <a:lnTo>
                  <a:pt x="2914886" y="114921"/>
                </a:lnTo>
                <a:lnTo>
                  <a:pt x="2915736" y="115179"/>
                </a:lnTo>
                <a:lnTo>
                  <a:pt x="2916601" y="115419"/>
                </a:lnTo>
                <a:lnTo>
                  <a:pt x="2917481" y="115642"/>
                </a:lnTo>
                <a:lnTo>
                  <a:pt x="2918376" y="115847"/>
                </a:lnTo>
                <a:lnTo>
                  <a:pt x="2919286" y="116033"/>
                </a:lnTo>
                <a:lnTo>
                  <a:pt x="2920211" y="116203"/>
                </a:lnTo>
                <a:lnTo>
                  <a:pt x="2921152" y="116354"/>
                </a:lnTo>
                <a:lnTo>
                  <a:pt x="2922107" y="116487"/>
                </a:lnTo>
                <a:lnTo>
                  <a:pt x="2923077" y="116603"/>
                </a:lnTo>
                <a:lnTo>
                  <a:pt x="2924062" y="116701"/>
                </a:lnTo>
                <a:lnTo>
                  <a:pt x="2925062" y="116781"/>
                </a:lnTo>
                <a:lnTo>
                  <a:pt x="2926078" y="116843"/>
                </a:lnTo>
                <a:lnTo>
                  <a:pt x="2927108" y="116888"/>
                </a:lnTo>
                <a:lnTo>
                  <a:pt x="2928153" y="116914"/>
                </a:lnTo>
                <a:lnTo>
                  <a:pt x="2929213" y="116923"/>
                </a:lnTo>
                <a:lnTo>
                  <a:pt x="2930129" y="116917"/>
                </a:lnTo>
                <a:lnTo>
                  <a:pt x="2931034" y="116897"/>
                </a:lnTo>
                <a:lnTo>
                  <a:pt x="2931929" y="116863"/>
                </a:lnTo>
                <a:lnTo>
                  <a:pt x="2932813" y="116816"/>
                </a:lnTo>
                <a:lnTo>
                  <a:pt x="2933686" y="116756"/>
                </a:lnTo>
                <a:lnTo>
                  <a:pt x="2934549" y="116683"/>
                </a:lnTo>
                <a:close/>
                <a:moveTo>
                  <a:pt x="2908336" y="63574"/>
                </a:moveTo>
                <a:lnTo>
                  <a:pt x="2908381" y="63127"/>
                </a:lnTo>
                <a:lnTo>
                  <a:pt x="2908436" y="62680"/>
                </a:lnTo>
                <a:lnTo>
                  <a:pt x="2908498" y="62235"/>
                </a:lnTo>
                <a:lnTo>
                  <a:pt x="2908569" y="61790"/>
                </a:lnTo>
                <a:lnTo>
                  <a:pt x="2908648" y="61347"/>
                </a:lnTo>
                <a:lnTo>
                  <a:pt x="2908736" y="60905"/>
                </a:lnTo>
                <a:lnTo>
                  <a:pt x="2908832" y="60464"/>
                </a:lnTo>
                <a:lnTo>
                  <a:pt x="2908936" y="60024"/>
                </a:lnTo>
                <a:lnTo>
                  <a:pt x="2909049" y="59585"/>
                </a:lnTo>
                <a:lnTo>
                  <a:pt x="2909170" y="59147"/>
                </a:lnTo>
                <a:lnTo>
                  <a:pt x="2909299" y="58711"/>
                </a:lnTo>
                <a:lnTo>
                  <a:pt x="2909437" y="58275"/>
                </a:lnTo>
                <a:lnTo>
                  <a:pt x="2909583" y="57841"/>
                </a:lnTo>
                <a:lnTo>
                  <a:pt x="2909737" y="57408"/>
                </a:lnTo>
                <a:lnTo>
                  <a:pt x="2909900" y="56976"/>
                </a:lnTo>
                <a:lnTo>
                  <a:pt x="2910071" y="56545"/>
                </a:lnTo>
                <a:lnTo>
                  <a:pt x="2910250" y="56115"/>
                </a:lnTo>
                <a:lnTo>
                  <a:pt x="2910438" y="55686"/>
                </a:lnTo>
                <a:lnTo>
                  <a:pt x="2910634" y="55258"/>
                </a:lnTo>
                <a:lnTo>
                  <a:pt x="2910851" y="54821"/>
                </a:lnTo>
                <a:lnTo>
                  <a:pt x="2911076" y="54391"/>
                </a:lnTo>
                <a:lnTo>
                  <a:pt x="2911307" y="53967"/>
                </a:lnTo>
                <a:lnTo>
                  <a:pt x="2911546" y="53550"/>
                </a:lnTo>
                <a:lnTo>
                  <a:pt x="2911792" y="53139"/>
                </a:lnTo>
                <a:lnTo>
                  <a:pt x="2912045" y="52736"/>
                </a:lnTo>
                <a:lnTo>
                  <a:pt x="2912306" y="52339"/>
                </a:lnTo>
                <a:lnTo>
                  <a:pt x="2912574" y="51948"/>
                </a:lnTo>
                <a:lnTo>
                  <a:pt x="2912849" y="51564"/>
                </a:lnTo>
                <a:lnTo>
                  <a:pt x="2913131" y="51187"/>
                </a:lnTo>
                <a:lnTo>
                  <a:pt x="2913420" y="50817"/>
                </a:lnTo>
                <a:lnTo>
                  <a:pt x="2913717" y="50453"/>
                </a:lnTo>
                <a:lnTo>
                  <a:pt x="2914021" y="50096"/>
                </a:lnTo>
                <a:lnTo>
                  <a:pt x="2914332" y="49746"/>
                </a:lnTo>
                <a:lnTo>
                  <a:pt x="2914651" y="49402"/>
                </a:lnTo>
                <a:lnTo>
                  <a:pt x="2914976" y="49065"/>
                </a:lnTo>
                <a:lnTo>
                  <a:pt x="2915309" y="48735"/>
                </a:lnTo>
                <a:lnTo>
                  <a:pt x="2915649" y="48411"/>
                </a:lnTo>
                <a:lnTo>
                  <a:pt x="2915997" y="48094"/>
                </a:lnTo>
                <a:lnTo>
                  <a:pt x="2916351" y="47784"/>
                </a:lnTo>
                <a:lnTo>
                  <a:pt x="2916713" y="47480"/>
                </a:lnTo>
                <a:lnTo>
                  <a:pt x="2917082" y="47183"/>
                </a:lnTo>
                <a:lnTo>
                  <a:pt x="2917458" y="46893"/>
                </a:lnTo>
                <a:lnTo>
                  <a:pt x="2917842" y="46609"/>
                </a:lnTo>
                <a:lnTo>
                  <a:pt x="2918246" y="46335"/>
                </a:lnTo>
                <a:lnTo>
                  <a:pt x="2918657" y="46072"/>
                </a:lnTo>
                <a:lnTo>
                  <a:pt x="2919075" y="45821"/>
                </a:lnTo>
                <a:lnTo>
                  <a:pt x="2919501" y="45581"/>
                </a:lnTo>
                <a:lnTo>
                  <a:pt x="2919934" y="45354"/>
                </a:lnTo>
                <a:lnTo>
                  <a:pt x="2920374" y="45138"/>
                </a:lnTo>
                <a:lnTo>
                  <a:pt x="2920822" y="44933"/>
                </a:lnTo>
                <a:lnTo>
                  <a:pt x="2921276" y="44741"/>
                </a:lnTo>
                <a:lnTo>
                  <a:pt x="2921738" y="44559"/>
                </a:lnTo>
                <a:lnTo>
                  <a:pt x="2922207" y="44390"/>
                </a:lnTo>
                <a:lnTo>
                  <a:pt x="2922683" y="44232"/>
                </a:lnTo>
                <a:lnTo>
                  <a:pt x="2923167" y="44087"/>
                </a:lnTo>
                <a:lnTo>
                  <a:pt x="2923658" y="43952"/>
                </a:lnTo>
                <a:lnTo>
                  <a:pt x="2924156" y="43830"/>
                </a:lnTo>
                <a:lnTo>
                  <a:pt x="2924661" y="43719"/>
                </a:lnTo>
                <a:lnTo>
                  <a:pt x="2925174" y="43619"/>
                </a:lnTo>
                <a:lnTo>
                  <a:pt x="2925693" y="43532"/>
                </a:lnTo>
                <a:lnTo>
                  <a:pt x="2926220" y="43456"/>
                </a:lnTo>
                <a:lnTo>
                  <a:pt x="2926754" y="43392"/>
                </a:lnTo>
                <a:lnTo>
                  <a:pt x="2927296" y="43339"/>
                </a:lnTo>
                <a:lnTo>
                  <a:pt x="2927845" y="43298"/>
                </a:lnTo>
                <a:lnTo>
                  <a:pt x="2928400" y="43269"/>
                </a:lnTo>
                <a:lnTo>
                  <a:pt x="2928964" y="43251"/>
                </a:lnTo>
                <a:lnTo>
                  <a:pt x="2929534" y="43246"/>
                </a:lnTo>
                <a:lnTo>
                  <a:pt x="2930039" y="43250"/>
                </a:lnTo>
                <a:lnTo>
                  <a:pt x="2930538" y="43265"/>
                </a:lnTo>
                <a:lnTo>
                  <a:pt x="2931033" y="43288"/>
                </a:lnTo>
                <a:lnTo>
                  <a:pt x="2931523" y="43321"/>
                </a:lnTo>
                <a:lnTo>
                  <a:pt x="2932007" y="43364"/>
                </a:lnTo>
                <a:lnTo>
                  <a:pt x="2932487" y="43416"/>
                </a:lnTo>
                <a:lnTo>
                  <a:pt x="2932962" y="43477"/>
                </a:lnTo>
                <a:lnTo>
                  <a:pt x="2933431" y="43548"/>
                </a:lnTo>
                <a:lnTo>
                  <a:pt x="2933896" y="43629"/>
                </a:lnTo>
                <a:lnTo>
                  <a:pt x="2934356" y="43718"/>
                </a:lnTo>
                <a:lnTo>
                  <a:pt x="2934810" y="43818"/>
                </a:lnTo>
                <a:lnTo>
                  <a:pt x="2935260" y="43926"/>
                </a:lnTo>
                <a:lnTo>
                  <a:pt x="2935704" y="44045"/>
                </a:lnTo>
                <a:lnTo>
                  <a:pt x="2936144" y="44172"/>
                </a:lnTo>
                <a:lnTo>
                  <a:pt x="2936579" y="44309"/>
                </a:lnTo>
                <a:lnTo>
                  <a:pt x="2937008" y="44456"/>
                </a:lnTo>
                <a:lnTo>
                  <a:pt x="2937433" y="44612"/>
                </a:lnTo>
                <a:lnTo>
                  <a:pt x="2937853" y="44777"/>
                </a:lnTo>
                <a:lnTo>
                  <a:pt x="2938267" y="44952"/>
                </a:lnTo>
                <a:lnTo>
                  <a:pt x="2938677" y="45136"/>
                </a:lnTo>
                <a:lnTo>
                  <a:pt x="2939081" y="45330"/>
                </a:lnTo>
                <a:lnTo>
                  <a:pt x="2939481" y="45534"/>
                </a:lnTo>
                <a:lnTo>
                  <a:pt x="2939875" y="45746"/>
                </a:lnTo>
                <a:lnTo>
                  <a:pt x="2940265" y="45968"/>
                </a:lnTo>
                <a:lnTo>
                  <a:pt x="2940648" y="46199"/>
                </a:lnTo>
                <a:lnTo>
                  <a:pt x="2941024" y="46437"/>
                </a:lnTo>
                <a:lnTo>
                  <a:pt x="2941391" y="46682"/>
                </a:lnTo>
                <a:lnTo>
                  <a:pt x="2941751" y="46934"/>
                </a:lnTo>
                <a:lnTo>
                  <a:pt x="2942103" y="47193"/>
                </a:lnTo>
                <a:lnTo>
                  <a:pt x="2942447" y="47460"/>
                </a:lnTo>
                <a:lnTo>
                  <a:pt x="2942784" y="47734"/>
                </a:lnTo>
                <a:lnTo>
                  <a:pt x="2943112" y="48015"/>
                </a:lnTo>
                <a:lnTo>
                  <a:pt x="2943433" y="48303"/>
                </a:lnTo>
                <a:lnTo>
                  <a:pt x="2943746" y="48599"/>
                </a:lnTo>
                <a:lnTo>
                  <a:pt x="2944052" y="48902"/>
                </a:lnTo>
                <a:lnTo>
                  <a:pt x="2944349" y="49212"/>
                </a:lnTo>
                <a:lnTo>
                  <a:pt x="2944639" y="49529"/>
                </a:lnTo>
                <a:lnTo>
                  <a:pt x="2944921" y="49854"/>
                </a:lnTo>
                <a:lnTo>
                  <a:pt x="2945195" y="50185"/>
                </a:lnTo>
                <a:lnTo>
                  <a:pt x="2945462" y="50524"/>
                </a:lnTo>
                <a:lnTo>
                  <a:pt x="2945720" y="50871"/>
                </a:lnTo>
                <a:lnTo>
                  <a:pt x="2945971" y="51224"/>
                </a:lnTo>
                <a:lnTo>
                  <a:pt x="2946214" y="51585"/>
                </a:lnTo>
                <a:lnTo>
                  <a:pt x="2946449" y="51953"/>
                </a:lnTo>
                <a:lnTo>
                  <a:pt x="2946677" y="52328"/>
                </a:lnTo>
                <a:lnTo>
                  <a:pt x="2946896" y="52710"/>
                </a:lnTo>
                <a:lnTo>
                  <a:pt x="2947108" y="53100"/>
                </a:lnTo>
                <a:lnTo>
                  <a:pt x="2947312" y="53496"/>
                </a:lnTo>
                <a:lnTo>
                  <a:pt x="2947522" y="53886"/>
                </a:lnTo>
                <a:lnTo>
                  <a:pt x="2947722" y="54281"/>
                </a:lnTo>
                <a:lnTo>
                  <a:pt x="2947913" y="54680"/>
                </a:lnTo>
                <a:lnTo>
                  <a:pt x="2948096" y="55085"/>
                </a:lnTo>
                <a:lnTo>
                  <a:pt x="2948269" y="55494"/>
                </a:lnTo>
                <a:lnTo>
                  <a:pt x="2948434" y="55909"/>
                </a:lnTo>
                <a:lnTo>
                  <a:pt x="2948589" y="56329"/>
                </a:lnTo>
                <a:lnTo>
                  <a:pt x="2948736" y="56753"/>
                </a:lnTo>
                <a:lnTo>
                  <a:pt x="2948874" y="57183"/>
                </a:lnTo>
                <a:lnTo>
                  <a:pt x="2949003" y="57617"/>
                </a:lnTo>
                <a:lnTo>
                  <a:pt x="2949123" y="58057"/>
                </a:lnTo>
                <a:lnTo>
                  <a:pt x="2949235" y="58502"/>
                </a:lnTo>
                <a:lnTo>
                  <a:pt x="2949337" y="58951"/>
                </a:lnTo>
                <a:lnTo>
                  <a:pt x="2949430" y="59406"/>
                </a:lnTo>
                <a:lnTo>
                  <a:pt x="2949515" y="59866"/>
                </a:lnTo>
                <a:lnTo>
                  <a:pt x="2949591" y="60330"/>
                </a:lnTo>
                <a:lnTo>
                  <a:pt x="2949657" y="60800"/>
                </a:lnTo>
                <a:lnTo>
                  <a:pt x="2949715" y="61275"/>
                </a:lnTo>
                <a:lnTo>
                  <a:pt x="2949764" y="61754"/>
                </a:lnTo>
                <a:lnTo>
                  <a:pt x="2949804" y="62239"/>
                </a:lnTo>
                <a:lnTo>
                  <a:pt x="2949835" y="62729"/>
                </a:lnTo>
                <a:lnTo>
                  <a:pt x="2949858" y="63223"/>
                </a:lnTo>
                <a:lnTo>
                  <a:pt x="2949871" y="63723"/>
                </a:lnTo>
                <a:lnTo>
                  <a:pt x="2949875" y="64228"/>
                </a:lnTo>
                <a:lnTo>
                  <a:pt x="2949875" y="66630"/>
                </a:lnTo>
                <a:lnTo>
                  <a:pt x="2908231" y="66630"/>
                </a:lnTo>
                <a:lnTo>
                  <a:pt x="2908231" y="65829"/>
                </a:lnTo>
                <a:lnTo>
                  <a:pt x="2908235" y="65376"/>
                </a:lnTo>
                <a:lnTo>
                  <a:pt x="2908248" y="64924"/>
                </a:lnTo>
                <a:lnTo>
                  <a:pt x="2908269" y="64473"/>
                </a:lnTo>
                <a:lnTo>
                  <a:pt x="2908298" y="64023"/>
                </a:lnTo>
                <a:lnTo>
                  <a:pt x="2908336" y="63574"/>
                </a:lnTo>
                <a:close/>
                <a:moveTo>
                  <a:pt x="2453314" y="116756"/>
                </a:moveTo>
                <a:lnTo>
                  <a:pt x="2454085" y="116683"/>
                </a:lnTo>
                <a:lnTo>
                  <a:pt x="2454849" y="116596"/>
                </a:lnTo>
                <a:lnTo>
                  <a:pt x="2455604" y="116496"/>
                </a:lnTo>
                <a:lnTo>
                  <a:pt x="2456352" y="116383"/>
                </a:lnTo>
                <a:lnTo>
                  <a:pt x="2457093" y="116256"/>
                </a:lnTo>
                <a:lnTo>
                  <a:pt x="2457825" y="116116"/>
                </a:lnTo>
                <a:lnTo>
                  <a:pt x="2458550" y="115962"/>
                </a:lnTo>
                <a:lnTo>
                  <a:pt x="2459267" y="115795"/>
                </a:lnTo>
                <a:lnTo>
                  <a:pt x="2459976" y="115615"/>
                </a:lnTo>
                <a:lnTo>
                  <a:pt x="2460677" y="115422"/>
                </a:lnTo>
                <a:lnTo>
                  <a:pt x="2461370" y="115215"/>
                </a:lnTo>
                <a:lnTo>
                  <a:pt x="2462056" y="114995"/>
                </a:lnTo>
                <a:lnTo>
                  <a:pt x="2462734" y="114761"/>
                </a:lnTo>
                <a:lnTo>
                  <a:pt x="2463404" y="114514"/>
                </a:lnTo>
                <a:lnTo>
                  <a:pt x="2464067" y="114254"/>
                </a:lnTo>
                <a:lnTo>
                  <a:pt x="2464721" y="113980"/>
                </a:lnTo>
                <a:lnTo>
                  <a:pt x="2465368" y="113693"/>
                </a:lnTo>
                <a:lnTo>
                  <a:pt x="2466007" y="113393"/>
                </a:lnTo>
                <a:lnTo>
                  <a:pt x="2466638" y="113079"/>
                </a:lnTo>
                <a:lnTo>
                  <a:pt x="2467273" y="112739"/>
                </a:lnTo>
                <a:lnTo>
                  <a:pt x="2467896" y="112387"/>
                </a:lnTo>
                <a:lnTo>
                  <a:pt x="2468508" y="112023"/>
                </a:lnTo>
                <a:lnTo>
                  <a:pt x="2469107" y="111647"/>
                </a:lnTo>
                <a:lnTo>
                  <a:pt x="2469696" y="111258"/>
                </a:lnTo>
                <a:lnTo>
                  <a:pt x="2470272" y="110857"/>
                </a:lnTo>
                <a:lnTo>
                  <a:pt x="2470837" y="110444"/>
                </a:lnTo>
                <a:lnTo>
                  <a:pt x="2471390" y="110018"/>
                </a:lnTo>
                <a:lnTo>
                  <a:pt x="2471931" y="109581"/>
                </a:lnTo>
                <a:lnTo>
                  <a:pt x="2472461" y="109131"/>
                </a:lnTo>
                <a:lnTo>
                  <a:pt x="2472979" y="108668"/>
                </a:lnTo>
                <a:lnTo>
                  <a:pt x="2473485" y="108194"/>
                </a:lnTo>
                <a:lnTo>
                  <a:pt x="2473980" y="107707"/>
                </a:lnTo>
                <a:lnTo>
                  <a:pt x="2474463" y="107209"/>
                </a:lnTo>
                <a:lnTo>
                  <a:pt x="2474934" y="106698"/>
                </a:lnTo>
                <a:lnTo>
                  <a:pt x="2475394" y="106174"/>
                </a:lnTo>
                <a:lnTo>
                  <a:pt x="2475842" y="105639"/>
                </a:lnTo>
                <a:lnTo>
                  <a:pt x="2476278" y="105091"/>
                </a:lnTo>
                <a:lnTo>
                  <a:pt x="2476703" y="104531"/>
                </a:lnTo>
                <a:lnTo>
                  <a:pt x="2477116" y="103959"/>
                </a:lnTo>
                <a:lnTo>
                  <a:pt x="2477517" y="103374"/>
                </a:lnTo>
                <a:lnTo>
                  <a:pt x="2477907" y="102777"/>
                </a:lnTo>
                <a:lnTo>
                  <a:pt x="2478285" y="102168"/>
                </a:lnTo>
                <a:lnTo>
                  <a:pt x="2478651" y="101547"/>
                </a:lnTo>
                <a:lnTo>
                  <a:pt x="2479017" y="100914"/>
                </a:lnTo>
                <a:lnTo>
                  <a:pt x="2479367" y="100270"/>
                </a:lnTo>
                <a:lnTo>
                  <a:pt x="2479702" y="99615"/>
                </a:lnTo>
                <a:lnTo>
                  <a:pt x="2480021" y="98949"/>
                </a:lnTo>
                <a:lnTo>
                  <a:pt x="2480325" y="98271"/>
                </a:lnTo>
                <a:lnTo>
                  <a:pt x="2480613" y="97583"/>
                </a:lnTo>
                <a:lnTo>
                  <a:pt x="2480886" y="96883"/>
                </a:lnTo>
                <a:lnTo>
                  <a:pt x="2481143" y="96173"/>
                </a:lnTo>
                <a:lnTo>
                  <a:pt x="2481384" y="95451"/>
                </a:lnTo>
                <a:lnTo>
                  <a:pt x="2481610" y="94718"/>
                </a:lnTo>
                <a:lnTo>
                  <a:pt x="2481820" y="93974"/>
                </a:lnTo>
                <a:lnTo>
                  <a:pt x="2482015" y="93218"/>
                </a:lnTo>
                <a:lnTo>
                  <a:pt x="2482194" y="92452"/>
                </a:lnTo>
                <a:lnTo>
                  <a:pt x="2482357" y="91674"/>
                </a:lnTo>
                <a:lnTo>
                  <a:pt x="2482505" y="90886"/>
                </a:lnTo>
                <a:lnTo>
                  <a:pt x="2482637" y="90086"/>
                </a:lnTo>
                <a:lnTo>
                  <a:pt x="2482754" y="89275"/>
                </a:lnTo>
                <a:lnTo>
                  <a:pt x="2482855" y="88453"/>
                </a:lnTo>
                <a:lnTo>
                  <a:pt x="2482941" y="87620"/>
                </a:lnTo>
                <a:lnTo>
                  <a:pt x="2483011" y="86776"/>
                </a:lnTo>
                <a:lnTo>
                  <a:pt x="2483066" y="85921"/>
                </a:lnTo>
                <a:lnTo>
                  <a:pt x="2483105" y="85054"/>
                </a:lnTo>
                <a:lnTo>
                  <a:pt x="2483128" y="84177"/>
                </a:lnTo>
                <a:lnTo>
                  <a:pt x="2483136" y="83288"/>
                </a:lnTo>
                <a:lnTo>
                  <a:pt x="2468880" y="83288"/>
                </a:lnTo>
                <a:lnTo>
                  <a:pt x="2468876" y="83937"/>
                </a:lnTo>
                <a:lnTo>
                  <a:pt x="2468863" y="84576"/>
                </a:lnTo>
                <a:lnTo>
                  <a:pt x="2468840" y="85205"/>
                </a:lnTo>
                <a:lnTo>
                  <a:pt x="2468809" y="85824"/>
                </a:lnTo>
                <a:lnTo>
                  <a:pt x="2468769" y="86433"/>
                </a:lnTo>
                <a:lnTo>
                  <a:pt x="2468720" y="87032"/>
                </a:lnTo>
                <a:lnTo>
                  <a:pt x="2468662" y="87621"/>
                </a:lnTo>
                <a:lnTo>
                  <a:pt x="2468596" y="88200"/>
                </a:lnTo>
                <a:lnTo>
                  <a:pt x="2468520" y="88769"/>
                </a:lnTo>
                <a:lnTo>
                  <a:pt x="2468435" y="89328"/>
                </a:lnTo>
                <a:lnTo>
                  <a:pt x="2468342" y="89876"/>
                </a:lnTo>
                <a:lnTo>
                  <a:pt x="2468240" y="90415"/>
                </a:lnTo>
                <a:lnTo>
                  <a:pt x="2468128" y="90944"/>
                </a:lnTo>
                <a:lnTo>
                  <a:pt x="2468008" y="91463"/>
                </a:lnTo>
                <a:lnTo>
                  <a:pt x="2467879" y="91972"/>
                </a:lnTo>
                <a:lnTo>
                  <a:pt x="2467741" y="92471"/>
                </a:lnTo>
                <a:lnTo>
                  <a:pt x="2467595" y="92960"/>
                </a:lnTo>
                <a:lnTo>
                  <a:pt x="2467439" y="93439"/>
                </a:lnTo>
                <a:lnTo>
                  <a:pt x="2467274" y="93907"/>
                </a:lnTo>
                <a:lnTo>
                  <a:pt x="2467101" y="94366"/>
                </a:lnTo>
                <a:lnTo>
                  <a:pt x="2466918" y="94815"/>
                </a:lnTo>
                <a:lnTo>
                  <a:pt x="2466727" y="95254"/>
                </a:lnTo>
                <a:lnTo>
                  <a:pt x="2466527" y="95683"/>
                </a:lnTo>
                <a:lnTo>
                  <a:pt x="2466318" y="96101"/>
                </a:lnTo>
                <a:lnTo>
                  <a:pt x="2466114" y="96498"/>
                </a:lnTo>
                <a:lnTo>
                  <a:pt x="2465903" y="96885"/>
                </a:lnTo>
                <a:lnTo>
                  <a:pt x="2465685" y="97265"/>
                </a:lnTo>
                <a:lnTo>
                  <a:pt x="2465459" y="97636"/>
                </a:lnTo>
                <a:lnTo>
                  <a:pt x="2465226" y="97999"/>
                </a:lnTo>
                <a:lnTo>
                  <a:pt x="2464986" y="98354"/>
                </a:lnTo>
                <a:lnTo>
                  <a:pt x="2464739" y="98700"/>
                </a:lnTo>
                <a:lnTo>
                  <a:pt x="2464485" y="99038"/>
                </a:lnTo>
                <a:lnTo>
                  <a:pt x="2464223" y="99367"/>
                </a:lnTo>
                <a:lnTo>
                  <a:pt x="2463954" y="99688"/>
                </a:lnTo>
                <a:lnTo>
                  <a:pt x="2463678" y="100001"/>
                </a:lnTo>
                <a:lnTo>
                  <a:pt x="2463395" y="100306"/>
                </a:lnTo>
                <a:lnTo>
                  <a:pt x="2463104" y="100602"/>
                </a:lnTo>
                <a:lnTo>
                  <a:pt x="2462806" y="100890"/>
                </a:lnTo>
                <a:lnTo>
                  <a:pt x="2462501" y="101169"/>
                </a:lnTo>
                <a:lnTo>
                  <a:pt x="2462189" y="101440"/>
                </a:lnTo>
                <a:lnTo>
                  <a:pt x="2461870" y="101703"/>
                </a:lnTo>
                <a:lnTo>
                  <a:pt x="2461543" y="101957"/>
                </a:lnTo>
                <a:lnTo>
                  <a:pt x="2461209" y="102204"/>
                </a:lnTo>
                <a:lnTo>
                  <a:pt x="2460868" y="102441"/>
                </a:lnTo>
                <a:lnTo>
                  <a:pt x="2460519" y="102671"/>
                </a:lnTo>
                <a:lnTo>
                  <a:pt x="2460164" y="102892"/>
                </a:lnTo>
                <a:lnTo>
                  <a:pt x="2459801" y="103105"/>
                </a:lnTo>
                <a:lnTo>
                  <a:pt x="2459431" y="103309"/>
                </a:lnTo>
                <a:lnTo>
                  <a:pt x="2459068" y="103492"/>
                </a:lnTo>
                <a:lnTo>
                  <a:pt x="2458700" y="103667"/>
                </a:lnTo>
                <a:lnTo>
                  <a:pt x="2458327" y="103834"/>
                </a:lnTo>
                <a:lnTo>
                  <a:pt x="2457949" y="103994"/>
                </a:lnTo>
                <a:lnTo>
                  <a:pt x="2457566" y="104146"/>
                </a:lnTo>
                <a:lnTo>
                  <a:pt x="2457178" y="104290"/>
                </a:lnTo>
                <a:lnTo>
                  <a:pt x="2456785" y="104426"/>
                </a:lnTo>
                <a:lnTo>
                  <a:pt x="2456387" y="104555"/>
                </a:lnTo>
                <a:lnTo>
                  <a:pt x="2455985" y="104675"/>
                </a:lnTo>
                <a:lnTo>
                  <a:pt x="2455577" y="104788"/>
                </a:lnTo>
                <a:lnTo>
                  <a:pt x="2455164" y="104893"/>
                </a:lnTo>
                <a:lnTo>
                  <a:pt x="2454746" y="104991"/>
                </a:lnTo>
                <a:lnTo>
                  <a:pt x="2454323" y="105080"/>
                </a:lnTo>
                <a:lnTo>
                  <a:pt x="2453895" y="105162"/>
                </a:lnTo>
                <a:lnTo>
                  <a:pt x="2453462" y="105236"/>
                </a:lnTo>
                <a:lnTo>
                  <a:pt x="2453024" y="105302"/>
                </a:lnTo>
                <a:lnTo>
                  <a:pt x="2452581" y="105361"/>
                </a:lnTo>
                <a:lnTo>
                  <a:pt x="2452133" y="105411"/>
                </a:lnTo>
                <a:lnTo>
                  <a:pt x="2451680" y="105454"/>
                </a:lnTo>
                <a:lnTo>
                  <a:pt x="2451222" y="105489"/>
                </a:lnTo>
                <a:lnTo>
                  <a:pt x="2450759" y="105516"/>
                </a:lnTo>
                <a:lnTo>
                  <a:pt x="2450291" y="105536"/>
                </a:lnTo>
                <a:lnTo>
                  <a:pt x="2449818" y="105547"/>
                </a:lnTo>
                <a:lnTo>
                  <a:pt x="2449340" y="105551"/>
                </a:lnTo>
                <a:lnTo>
                  <a:pt x="2448559" y="105540"/>
                </a:lnTo>
                <a:lnTo>
                  <a:pt x="2447789" y="105506"/>
                </a:lnTo>
                <a:lnTo>
                  <a:pt x="2447033" y="105449"/>
                </a:lnTo>
                <a:lnTo>
                  <a:pt x="2446288" y="105369"/>
                </a:lnTo>
                <a:lnTo>
                  <a:pt x="2445555" y="105266"/>
                </a:lnTo>
                <a:lnTo>
                  <a:pt x="2444835" y="105141"/>
                </a:lnTo>
                <a:lnTo>
                  <a:pt x="2444127" y="104993"/>
                </a:lnTo>
                <a:lnTo>
                  <a:pt x="2443432" y="104822"/>
                </a:lnTo>
                <a:lnTo>
                  <a:pt x="2442748" y="104628"/>
                </a:lnTo>
                <a:lnTo>
                  <a:pt x="2442077" y="104411"/>
                </a:lnTo>
                <a:lnTo>
                  <a:pt x="2441418" y="104172"/>
                </a:lnTo>
                <a:lnTo>
                  <a:pt x="2440771" y="103910"/>
                </a:lnTo>
                <a:lnTo>
                  <a:pt x="2440136" y="103625"/>
                </a:lnTo>
                <a:lnTo>
                  <a:pt x="2439514" y="103317"/>
                </a:lnTo>
                <a:lnTo>
                  <a:pt x="2438904" y="102986"/>
                </a:lnTo>
                <a:lnTo>
                  <a:pt x="2438306" y="102633"/>
                </a:lnTo>
                <a:lnTo>
                  <a:pt x="2437721" y="102256"/>
                </a:lnTo>
                <a:lnTo>
                  <a:pt x="2437147" y="101857"/>
                </a:lnTo>
                <a:lnTo>
                  <a:pt x="2436586" y="101436"/>
                </a:lnTo>
                <a:lnTo>
                  <a:pt x="2436037" y="100991"/>
                </a:lnTo>
                <a:lnTo>
                  <a:pt x="2435501" y="100523"/>
                </a:lnTo>
                <a:lnTo>
                  <a:pt x="2434976" y="100033"/>
                </a:lnTo>
                <a:lnTo>
                  <a:pt x="2434464" y="99520"/>
                </a:lnTo>
                <a:lnTo>
                  <a:pt x="2433964" y="98984"/>
                </a:lnTo>
                <a:lnTo>
                  <a:pt x="2433493" y="98427"/>
                </a:lnTo>
                <a:lnTo>
                  <a:pt x="2433043" y="97848"/>
                </a:lnTo>
                <a:lnTo>
                  <a:pt x="2432612" y="97248"/>
                </a:lnTo>
                <a:lnTo>
                  <a:pt x="2432202" y="96626"/>
                </a:lnTo>
                <a:lnTo>
                  <a:pt x="2431812" y="95984"/>
                </a:lnTo>
                <a:lnTo>
                  <a:pt x="2431441" y="95321"/>
                </a:lnTo>
                <a:lnTo>
                  <a:pt x="2431091" y="94636"/>
                </a:lnTo>
                <a:lnTo>
                  <a:pt x="2430760" y="93930"/>
                </a:lnTo>
                <a:lnTo>
                  <a:pt x="2430450" y="93203"/>
                </a:lnTo>
                <a:lnTo>
                  <a:pt x="2430160" y="92455"/>
                </a:lnTo>
                <a:lnTo>
                  <a:pt x="2429889" y="91686"/>
                </a:lnTo>
                <a:lnTo>
                  <a:pt x="2429639" y="90896"/>
                </a:lnTo>
                <a:lnTo>
                  <a:pt x="2429409" y="90084"/>
                </a:lnTo>
                <a:lnTo>
                  <a:pt x="2429199" y="89252"/>
                </a:lnTo>
                <a:lnTo>
                  <a:pt x="2429009" y="88398"/>
                </a:lnTo>
                <a:lnTo>
                  <a:pt x="2428838" y="87523"/>
                </a:lnTo>
                <a:lnTo>
                  <a:pt x="2428688" y="86627"/>
                </a:lnTo>
                <a:lnTo>
                  <a:pt x="2428558" y="85710"/>
                </a:lnTo>
                <a:lnTo>
                  <a:pt x="2428448" y="84772"/>
                </a:lnTo>
                <a:lnTo>
                  <a:pt x="2428358" y="83813"/>
                </a:lnTo>
                <a:lnTo>
                  <a:pt x="2428288" y="82832"/>
                </a:lnTo>
                <a:lnTo>
                  <a:pt x="2428238" y="81831"/>
                </a:lnTo>
                <a:lnTo>
                  <a:pt x="2428208" y="80808"/>
                </a:lnTo>
                <a:lnTo>
                  <a:pt x="2428198" y="79764"/>
                </a:lnTo>
                <a:lnTo>
                  <a:pt x="2428198" y="69033"/>
                </a:lnTo>
                <a:lnTo>
                  <a:pt x="2428208" y="67950"/>
                </a:lnTo>
                <a:lnTo>
                  <a:pt x="2428239" y="66892"/>
                </a:lnTo>
                <a:lnTo>
                  <a:pt x="2428290" y="65857"/>
                </a:lnTo>
                <a:lnTo>
                  <a:pt x="2428362" y="64846"/>
                </a:lnTo>
                <a:lnTo>
                  <a:pt x="2428455" y="63859"/>
                </a:lnTo>
                <a:lnTo>
                  <a:pt x="2428568" y="62896"/>
                </a:lnTo>
                <a:lnTo>
                  <a:pt x="2428702" y="61957"/>
                </a:lnTo>
                <a:lnTo>
                  <a:pt x="2428856" y="61042"/>
                </a:lnTo>
                <a:lnTo>
                  <a:pt x="2429031" y="60151"/>
                </a:lnTo>
                <a:lnTo>
                  <a:pt x="2429227" y="59284"/>
                </a:lnTo>
                <a:lnTo>
                  <a:pt x="2429443" y="58440"/>
                </a:lnTo>
                <a:lnTo>
                  <a:pt x="2429679" y="57621"/>
                </a:lnTo>
                <a:lnTo>
                  <a:pt x="2429937" y="56825"/>
                </a:lnTo>
                <a:lnTo>
                  <a:pt x="2430214" y="56054"/>
                </a:lnTo>
                <a:lnTo>
                  <a:pt x="2430513" y="55306"/>
                </a:lnTo>
                <a:lnTo>
                  <a:pt x="2430832" y="54582"/>
                </a:lnTo>
                <a:lnTo>
                  <a:pt x="2431171" y="53882"/>
                </a:lnTo>
                <a:lnTo>
                  <a:pt x="2431531" y="53206"/>
                </a:lnTo>
                <a:lnTo>
                  <a:pt x="2431912" y="52554"/>
                </a:lnTo>
                <a:lnTo>
                  <a:pt x="2432313" y="51926"/>
                </a:lnTo>
                <a:lnTo>
                  <a:pt x="2432735" y="51322"/>
                </a:lnTo>
                <a:lnTo>
                  <a:pt x="2433178" y="50741"/>
                </a:lnTo>
                <a:lnTo>
                  <a:pt x="2433641" y="50185"/>
                </a:lnTo>
                <a:lnTo>
                  <a:pt x="2434124" y="49652"/>
                </a:lnTo>
                <a:lnTo>
                  <a:pt x="2434636" y="49130"/>
                </a:lnTo>
                <a:lnTo>
                  <a:pt x="2435156" y="48629"/>
                </a:lnTo>
                <a:lnTo>
                  <a:pt x="2435686" y="48151"/>
                </a:lnTo>
                <a:lnTo>
                  <a:pt x="2436224" y="47695"/>
                </a:lnTo>
                <a:lnTo>
                  <a:pt x="2436771" y="47261"/>
                </a:lnTo>
                <a:lnTo>
                  <a:pt x="2437327" y="46849"/>
                </a:lnTo>
                <a:lnTo>
                  <a:pt x="2437892" y="46460"/>
                </a:lnTo>
                <a:lnTo>
                  <a:pt x="2438466" y="46093"/>
                </a:lnTo>
                <a:lnTo>
                  <a:pt x="2439049" y="45748"/>
                </a:lnTo>
                <a:lnTo>
                  <a:pt x="2439641" y="45426"/>
                </a:lnTo>
                <a:lnTo>
                  <a:pt x="2440242" y="45125"/>
                </a:lnTo>
                <a:lnTo>
                  <a:pt x="2440851" y="44847"/>
                </a:lnTo>
                <a:lnTo>
                  <a:pt x="2441470" y="44591"/>
                </a:lnTo>
                <a:lnTo>
                  <a:pt x="2442097" y="44358"/>
                </a:lnTo>
                <a:lnTo>
                  <a:pt x="2442733" y="44147"/>
                </a:lnTo>
                <a:lnTo>
                  <a:pt x="2443378" y="43957"/>
                </a:lnTo>
                <a:lnTo>
                  <a:pt x="2444032" y="43791"/>
                </a:lnTo>
                <a:lnTo>
                  <a:pt x="2444695" y="43646"/>
                </a:lnTo>
                <a:lnTo>
                  <a:pt x="2445367" y="43524"/>
                </a:lnTo>
                <a:lnTo>
                  <a:pt x="2446048" y="43424"/>
                </a:lnTo>
                <a:lnTo>
                  <a:pt x="2446737" y="43346"/>
                </a:lnTo>
                <a:lnTo>
                  <a:pt x="2447436" y="43290"/>
                </a:lnTo>
                <a:lnTo>
                  <a:pt x="2448143" y="43257"/>
                </a:lnTo>
                <a:lnTo>
                  <a:pt x="2448859" y="43246"/>
                </a:lnTo>
                <a:lnTo>
                  <a:pt x="2449350" y="43250"/>
                </a:lnTo>
                <a:lnTo>
                  <a:pt x="2449836" y="43262"/>
                </a:lnTo>
                <a:lnTo>
                  <a:pt x="2450316" y="43283"/>
                </a:lnTo>
                <a:lnTo>
                  <a:pt x="2450790" y="43312"/>
                </a:lnTo>
                <a:lnTo>
                  <a:pt x="2451259" y="43350"/>
                </a:lnTo>
                <a:lnTo>
                  <a:pt x="2451722" y="43396"/>
                </a:lnTo>
                <a:lnTo>
                  <a:pt x="2452180" y="43450"/>
                </a:lnTo>
                <a:lnTo>
                  <a:pt x="2452632" y="43513"/>
                </a:lnTo>
                <a:lnTo>
                  <a:pt x="2453079" y="43583"/>
                </a:lnTo>
                <a:lnTo>
                  <a:pt x="2453520" y="43663"/>
                </a:lnTo>
                <a:lnTo>
                  <a:pt x="2453955" y="43750"/>
                </a:lnTo>
                <a:lnTo>
                  <a:pt x="2454385" y="43846"/>
                </a:lnTo>
                <a:lnTo>
                  <a:pt x="2454809" y="43951"/>
                </a:lnTo>
                <a:lnTo>
                  <a:pt x="2455228" y="44063"/>
                </a:lnTo>
                <a:lnTo>
                  <a:pt x="2455641" y="44184"/>
                </a:lnTo>
                <a:lnTo>
                  <a:pt x="2456049" y="44313"/>
                </a:lnTo>
                <a:lnTo>
                  <a:pt x="2456451" y="44451"/>
                </a:lnTo>
                <a:lnTo>
                  <a:pt x="2456848" y="44597"/>
                </a:lnTo>
                <a:lnTo>
                  <a:pt x="2457239" y="44751"/>
                </a:lnTo>
                <a:lnTo>
                  <a:pt x="2457624" y="44914"/>
                </a:lnTo>
                <a:lnTo>
                  <a:pt x="2458004" y="45085"/>
                </a:lnTo>
                <a:lnTo>
                  <a:pt x="2458378" y="45264"/>
                </a:lnTo>
                <a:lnTo>
                  <a:pt x="2458747" y="45452"/>
                </a:lnTo>
                <a:lnTo>
                  <a:pt x="2459110" y="45648"/>
                </a:lnTo>
                <a:lnTo>
                  <a:pt x="2459481" y="45840"/>
                </a:lnTo>
                <a:lnTo>
                  <a:pt x="2459844" y="46041"/>
                </a:lnTo>
                <a:lnTo>
                  <a:pt x="2460201" y="46251"/>
                </a:lnTo>
                <a:lnTo>
                  <a:pt x="2460552" y="46471"/>
                </a:lnTo>
                <a:lnTo>
                  <a:pt x="2460895" y="46701"/>
                </a:lnTo>
                <a:lnTo>
                  <a:pt x="2461232" y="46939"/>
                </a:lnTo>
                <a:lnTo>
                  <a:pt x="2461563" y="47188"/>
                </a:lnTo>
                <a:lnTo>
                  <a:pt x="2461886" y="47446"/>
                </a:lnTo>
                <a:lnTo>
                  <a:pt x="2462203" y="47713"/>
                </a:lnTo>
                <a:lnTo>
                  <a:pt x="2462514" y="47989"/>
                </a:lnTo>
                <a:lnTo>
                  <a:pt x="2462817" y="48276"/>
                </a:lnTo>
                <a:lnTo>
                  <a:pt x="2463114" y="48571"/>
                </a:lnTo>
                <a:lnTo>
                  <a:pt x="2463405" y="48876"/>
                </a:lnTo>
                <a:lnTo>
                  <a:pt x="2463688" y="49191"/>
                </a:lnTo>
                <a:lnTo>
                  <a:pt x="2463965" y="49515"/>
                </a:lnTo>
                <a:lnTo>
                  <a:pt x="2464236" y="49848"/>
                </a:lnTo>
                <a:lnTo>
                  <a:pt x="2464499" y="50191"/>
                </a:lnTo>
                <a:lnTo>
                  <a:pt x="2464756" y="50543"/>
                </a:lnTo>
                <a:lnTo>
                  <a:pt x="2465006" y="50905"/>
                </a:lnTo>
                <a:lnTo>
                  <a:pt x="2465250" y="51276"/>
                </a:lnTo>
                <a:lnTo>
                  <a:pt x="2465487" y="51657"/>
                </a:lnTo>
                <a:lnTo>
                  <a:pt x="2465717" y="52047"/>
                </a:lnTo>
                <a:lnTo>
                  <a:pt x="2465941" y="52447"/>
                </a:lnTo>
                <a:lnTo>
                  <a:pt x="2466158" y="52856"/>
                </a:lnTo>
                <a:lnTo>
                  <a:pt x="2466367" y="53261"/>
                </a:lnTo>
                <a:lnTo>
                  <a:pt x="2466567" y="53678"/>
                </a:lnTo>
                <a:lnTo>
                  <a:pt x="2466758" y="54105"/>
                </a:lnTo>
                <a:lnTo>
                  <a:pt x="2466941" y="54542"/>
                </a:lnTo>
                <a:lnTo>
                  <a:pt x="2467114" y="54990"/>
                </a:lnTo>
                <a:lnTo>
                  <a:pt x="2467279" y="55448"/>
                </a:lnTo>
                <a:lnTo>
                  <a:pt x="2467435" y="55918"/>
                </a:lnTo>
                <a:lnTo>
                  <a:pt x="2467581" y="56397"/>
                </a:lnTo>
                <a:lnTo>
                  <a:pt x="2467719" y="56887"/>
                </a:lnTo>
                <a:lnTo>
                  <a:pt x="2467848" y="57388"/>
                </a:lnTo>
                <a:lnTo>
                  <a:pt x="2467969" y="57900"/>
                </a:lnTo>
                <a:lnTo>
                  <a:pt x="2468080" y="58422"/>
                </a:lnTo>
                <a:lnTo>
                  <a:pt x="2468182" y="58954"/>
                </a:lnTo>
                <a:lnTo>
                  <a:pt x="2468276" y="59497"/>
                </a:lnTo>
                <a:lnTo>
                  <a:pt x="2468360" y="60051"/>
                </a:lnTo>
                <a:lnTo>
                  <a:pt x="2468436" y="60615"/>
                </a:lnTo>
                <a:lnTo>
                  <a:pt x="2468503" y="61190"/>
                </a:lnTo>
                <a:lnTo>
                  <a:pt x="2468560" y="61775"/>
                </a:lnTo>
                <a:lnTo>
                  <a:pt x="2468609" y="62371"/>
                </a:lnTo>
                <a:lnTo>
                  <a:pt x="2468649" y="62978"/>
                </a:lnTo>
                <a:lnTo>
                  <a:pt x="2468681" y="63595"/>
                </a:lnTo>
                <a:lnTo>
                  <a:pt x="2468703" y="64222"/>
                </a:lnTo>
                <a:lnTo>
                  <a:pt x="2468716" y="64860"/>
                </a:lnTo>
                <a:lnTo>
                  <a:pt x="2468721" y="65509"/>
                </a:lnTo>
                <a:lnTo>
                  <a:pt x="2483136" y="65509"/>
                </a:lnTo>
                <a:lnTo>
                  <a:pt x="2483128" y="64634"/>
                </a:lnTo>
                <a:lnTo>
                  <a:pt x="2483106" y="63769"/>
                </a:lnTo>
                <a:lnTo>
                  <a:pt x="2483068" y="62916"/>
                </a:lnTo>
                <a:lnTo>
                  <a:pt x="2483016" y="62074"/>
                </a:lnTo>
                <a:lnTo>
                  <a:pt x="2482948" y="61243"/>
                </a:lnTo>
                <a:lnTo>
                  <a:pt x="2482865" y="60424"/>
                </a:lnTo>
                <a:lnTo>
                  <a:pt x="2482768" y="59615"/>
                </a:lnTo>
                <a:lnTo>
                  <a:pt x="2482655" y="58818"/>
                </a:lnTo>
                <a:lnTo>
                  <a:pt x="2482528" y="58031"/>
                </a:lnTo>
                <a:lnTo>
                  <a:pt x="2482385" y="57256"/>
                </a:lnTo>
                <a:lnTo>
                  <a:pt x="2482227" y="56492"/>
                </a:lnTo>
                <a:lnTo>
                  <a:pt x="2482054" y="55739"/>
                </a:lnTo>
                <a:lnTo>
                  <a:pt x="2481867" y="54997"/>
                </a:lnTo>
                <a:lnTo>
                  <a:pt x="2481664" y="54266"/>
                </a:lnTo>
                <a:lnTo>
                  <a:pt x="2481446" y="53546"/>
                </a:lnTo>
                <a:lnTo>
                  <a:pt x="2481213" y="52838"/>
                </a:lnTo>
                <a:lnTo>
                  <a:pt x="2480966" y="52141"/>
                </a:lnTo>
                <a:lnTo>
                  <a:pt x="2480703" y="51454"/>
                </a:lnTo>
                <a:lnTo>
                  <a:pt x="2480425" y="50779"/>
                </a:lnTo>
                <a:lnTo>
                  <a:pt x="2480132" y="50115"/>
                </a:lnTo>
                <a:lnTo>
                  <a:pt x="2479824" y="49462"/>
                </a:lnTo>
                <a:lnTo>
                  <a:pt x="2479502" y="48820"/>
                </a:lnTo>
                <a:lnTo>
                  <a:pt x="2479164" y="48190"/>
                </a:lnTo>
                <a:lnTo>
                  <a:pt x="2478811" y="47570"/>
                </a:lnTo>
                <a:lnTo>
                  <a:pt x="2478445" y="46949"/>
                </a:lnTo>
                <a:lnTo>
                  <a:pt x="2478068" y="46340"/>
                </a:lnTo>
                <a:lnTo>
                  <a:pt x="2477680" y="45743"/>
                </a:lnTo>
                <a:lnTo>
                  <a:pt x="2477280" y="45159"/>
                </a:lnTo>
                <a:lnTo>
                  <a:pt x="2476870" y="44586"/>
                </a:lnTo>
                <a:lnTo>
                  <a:pt x="2476448" y="44026"/>
                </a:lnTo>
                <a:lnTo>
                  <a:pt x="2476016" y="43479"/>
                </a:lnTo>
                <a:lnTo>
                  <a:pt x="2475572" y="42943"/>
                </a:lnTo>
                <a:lnTo>
                  <a:pt x="2475117" y="42420"/>
                </a:lnTo>
                <a:lnTo>
                  <a:pt x="2474651" y="41909"/>
                </a:lnTo>
                <a:lnTo>
                  <a:pt x="2474174" y="41410"/>
                </a:lnTo>
                <a:lnTo>
                  <a:pt x="2473686" y="40923"/>
                </a:lnTo>
                <a:lnTo>
                  <a:pt x="2473186" y="40449"/>
                </a:lnTo>
                <a:lnTo>
                  <a:pt x="2472676" y="39987"/>
                </a:lnTo>
                <a:lnTo>
                  <a:pt x="2472154" y="39537"/>
                </a:lnTo>
                <a:lnTo>
                  <a:pt x="2471621" y="39099"/>
                </a:lnTo>
                <a:lnTo>
                  <a:pt x="2471077" y="38674"/>
                </a:lnTo>
                <a:lnTo>
                  <a:pt x="2470522" y="38260"/>
                </a:lnTo>
                <a:lnTo>
                  <a:pt x="2469956" y="37859"/>
                </a:lnTo>
                <a:lnTo>
                  <a:pt x="2469379" y="37471"/>
                </a:lnTo>
                <a:lnTo>
                  <a:pt x="2468791" y="37094"/>
                </a:lnTo>
                <a:lnTo>
                  <a:pt x="2468191" y="36730"/>
                </a:lnTo>
                <a:lnTo>
                  <a:pt x="2467580" y="36378"/>
                </a:lnTo>
                <a:lnTo>
                  <a:pt x="2466959" y="36038"/>
                </a:lnTo>
                <a:lnTo>
                  <a:pt x="2466327" y="35698"/>
                </a:lnTo>
                <a:lnTo>
                  <a:pt x="2465687" y="35373"/>
                </a:lnTo>
                <a:lnTo>
                  <a:pt x="2465039" y="35062"/>
                </a:lnTo>
                <a:lnTo>
                  <a:pt x="2464383" y="34766"/>
                </a:lnTo>
                <a:lnTo>
                  <a:pt x="2463718" y="34484"/>
                </a:lnTo>
                <a:lnTo>
                  <a:pt x="2463045" y="34216"/>
                </a:lnTo>
                <a:lnTo>
                  <a:pt x="2462363" y="33963"/>
                </a:lnTo>
                <a:lnTo>
                  <a:pt x="2461673" y="33724"/>
                </a:lnTo>
                <a:lnTo>
                  <a:pt x="2460975" y="33500"/>
                </a:lnTo>
                <a:lnTo>
                  <a:pt x="2460268" y="33291"/>
                </a:lnTo>
                <a:lnTo>
                  <a:pt x="2459553" y="33095"/>
                </a:lnTo>
                <a:lnTo>
                  <a:pt x="2458830" y="32915"/>
                </a:lnTo>
                <a:lnTo>
                  <a:pt x="2458098" y="32748"/>
                </a:lnTo>
                <a:lnTo>
                  <a:pt x="2457359" y="32597"/>
                </a:lnTo>
                <a:lnTo>
                  <a:pt x="2456610" y="32459"/>
                </a:lnTo>
                <a:lnTo>
                  <a:pt x="2455854" y="32336"/>
                </a:lnTo>
                <a:lnTo>
                  <a:pt x="2455089" y="32228"/>
                </a:lnTo>
                <a:lnTo>
                  <a:pt x="2454315" y="32134"/>
                </a:lnTo>
                <a:lnTo>
                  <a:pt x="2453534" y="32054"/>
                </a:lnTo>
                <a:lnTo>
                  <a:pt x="2452744" y="31989"/>
                </a:lnTo>
                <a:lnTo>
                  <a:pt x="2451945" y="31939"/>
                </a:lnTo>
                <a:lnTo>
                  <a:pt x="2451139" y="31903"/>
                </a:lnTo>
                <a:lnTo>
                  <a:pt x="2450324" y="31881"/>
                </a:lnTo>
                <a:lnTo>
                  <a:pt x="2449500" y="31874"/>
                </a:lnTo>
                <a:lnTo>
                  <a:pt x="2447578" y="31874"/>
                </a:lnTo>
                <a:lnTo>
                  <a:pt x="2446926" y="31879"/>
                </a:lnTo>
                <a:lnTo>
                  <a:pt x="2446279" y="31894"/>
                </a:lnTo>
                <a:lnTo>
                  <a:pt x="2445636" y="31919"/>
                </a:lnTo>
                <a:lnTo>
                  <a:pt x="2444998" y="31954"/>
                </a:lnTo>
                <a:lnTo>
                  <a:pt x="2444364" y="31999"/>
                </a:lnTo>
                <a:lnTo>
                  <a:pt x="2443734" y="32054"/>
                </a:lnTo>
                <a:lnTo>
                  <a:pt x="2443109" y="32119"/>
                </a:lnTo>
                <a:lnTo>
                  <a:pt x="2442488" y="32194"/>
                </a:lnTo>
                <a:lnTo>
                  <a:pt x="2441872" y="32279"/>
                </a:lnTo>
                <a:lnTo>
                  <a:pt x="2441260" y="32374"/>
                </a:lnTo>
                <a:lnTo>
                  <a:pt x="2440653" y="32479"/>
                </a:lnTo>
                <a:lnTo>
                  <a:pt x="2440050" y="32594"/>
                </a:lnTo>
                <a:lnTo>
                  <a:pt x="2439452" y="32720"/>
                </a:lnTo>
                <a:lnTo>
                  <a:pt x="2438858" y="32855"/>
                </a:lnTo>
                <a:lnTo>
                  <a:pt x="2438268" y="33000"/>
                </a:lnTo>
                <a:lnTo>
                  <a:pt x="2437683" y="33155"/>
                </a:lnTo>
                <a:lnTo>
                  <a:pt x="2437103" y="33320"/>
                </a:lnTo>
                <a:lnTo>
                  <a:pt x="2436526" y="33495"/>
                </a:lnTo>
                <a:lnTo>
                  <a:pt x="2435955" y="33681"/>
                </a:lnTo>
                <a:lnTo>
                  <a:pt x="2435387" y="33876"/>
                </a:lnTo>
                <a:lnTo>
                  <a:pt x="2434825" y="34081"/>
                </a:lnTo>
                <a:lnTo>
                  <a:pt x="2434266" y="34296"/>
                </a:lnTo>
                <a:lnTo>
                  <a:pt x="2433713" y="34521"/>
                </a:lnTo>
                <a:lnTo>
                  <a:pt x="2433163" y="34757"/>
                </a:lnTo>
                <a:lnTo>
                  <a:pt x="2432619" y="34988"/>
                </a:lnTo>
                <a:lnTo>
                  <a:pt x="2432080" y="35229"/>
                </a:lnTo>
                <a:lnTo>
                  <a:pt x="2431546" y="35480"/>
                </a:lnTo>
                <a:lnTo>
                  <a:pt x="2431019" y="35740"/>
                </a:lnTo>
                <a:lnTo>
                  <a:pt x="2430496" y="36009"/>
                </a:lnTo>
                <a:lnTo>
                  <a:pt x="2429980" y="36288"/>
                </a:lnTo>
                <a:lnTo>
                  <a:pt x="2429469" y="36577"/>
                </a:lnTo>
                <a:lnTo>
                  <a:pt x="2428963" y="36874"/>
                </a:lnTo>
                <a:lnTo>
                  <a:pt x="2428463" y="37182"/>
                </a:lnTo>
                <a:lnTo>
                  <a:pt x="2427969" y="37498"/>
                </a:lnTo>
                <a:lnTo>
                  <a:pt x="2427480" y="37825"/>
                </a:lnTo>
                <a:lnTo>
                  <a:pt x="2426996" y="38160"/>
                </a:lnTo>
                <a:lnTo>
                  <a:pt x="2426519" y="38505"/>
                </a:lnTo>
                <a:lnTo>
                  <a:pt x="2426047" y="38860"/>
                </a:lnTo>
                <a:lnTo>
                  <a:pt x="2425580" y="39224"/>
                </a:lnTo>
                <a:lnTo>
                  <a:pt x="2425119" y="39597"/>
                </a:lnTo>
                <a:lnTo>
                  <a:pt x="2424663" y="39980"/>
                </a:lnTo>
                <a:lnTo>
                  <a:pt x="2424213" y="40373"/>
                </a:lnTo>
                <a:lnTo>
                  <a:pt x="2423769" y="40774"/>
                </a:lnTo>
                <a:lnTo>
                  <a:pt x="2423330" y="41186"/>
                </a:lnTo>
                <a:lnTo>
                  <a:pt x="2422897" y="41606"/>
                </a:lnTo>
                <a:lnTo>
                  <a:pt x="2422469" y="42037"/>
                </a:lnTo>
                <a:lnTo>
                  <a:pt x="2422047" y="42476"/>
                </a:lnTo>
                <a:lnTo>
                  <a:pt x="2421631" y="42925"/>
                </a:lnTo>
                <a:lnTo>
                  <a:pt x="2421234" y="43370"/>
                </a:lnTo>
                <a:lnTo>
                  <a:pt x="2420844" y="43822"/>
                </a:lnTo>
                <a:lnTo>
                  <a:pt x="2420462" y="44282"/>
                </a:lnTo>
                <a:lnTo>
                  <a:pt x="2420087" y="44749"/>
                </a:lnTo>
                <a:lnTo>
                  <a:pt x="2419719" y="45225"/>
                </a:lnTo>
                <a:lnTo>
                  <a:pt x="2419358" y="45708"/>
                </a:lnTo>
                <a:lnTo>
                  <a:pt x="2419005" y="46199"/>
                </a:lnTo>
                <a:lnTo>
                  <a:pt x="2418659" y="46698"/>
                </a:lnTo>
                <a:lnTo>
                  <a:pt x="2418320" y="47205"/>
                </a:lnTo>
                <a:lnTo>
                  <a:pt x="2417988" y="47719"/>
                </a:lnTo>
                <a:lnTo>
                  <a:pt x="2417664" y="48241"/>
                </a:lnTo>
                <a:lnTo>
                  <a:pt x="2417346" y="48771"/>
                </a:lnTo>
                <a:lnTo>
                  <a:pt x="2417036" y="49309"/>
                </a:lnTo>
                <a:lnTo>
                  <a:pt x="2416733" y="49855"/>
                </a:lnTo>
                <a:lnTo>
                  <a:pt x="2416438" y="50408"/>
                </a:lnTo>
                <a:lnTo>
                  <a:pt x="2416150" y="50969"/>
                </a:lnTo>
                <a:lnTo>
                  <a:pt x="2415868" y="51538"/>
                </a:lnTo>
                <a:lnTo>
                  <a:pt x="2415595" y="52115"/>
                </a:lnTo>
                <a:lnTo>
                  <a:pt x="2415328" y="52699"/>
                </a:lnTo>
                <a:lnTo>
                  <a:pt x="2415068" y="53292"/>
                </a:lnTo>
                <a:lnTo>
                  <a:pt x="2414816" y="53892"/>
                </a:lnTo>
                <a:lnTo>
                  <a:pt x="2414571" y="54500"/>
                </a:lnTo>
                <a:lnTo>
                  <a:pt x="2414334" y="55115"/>
                </a:lnTo>
                <a:lnTo>
                  <a:pt x="2414103" y="55739"/>
                </a:lnTo>
                <a:lnTo>
                  <a:pt x="2413881" y="56356"/>
                </a:lnTo>
                <a:lnTo>
                  <a:pt x="2413668" y="56980"/>
                </a:lnTo>
                <a:lnTo>
                  <a:pt x="2413465" y="57611"/>
                </a:lnTo>
                <a:lnTo>
                  <a:pt x="2413271" y="58248"/>
                </a:lnTo>
                <a:lnTo>
                  <a:pt x="2413087" y="58892"/>
                </a:lnTo>
                <a:lnTo>
                  <a:pt x="2412912" y="59543"/>
                </a:lnTo>
                <a:lnTo>
                  <a:pt x="2412746" y="60200"/>
                </a:lnTo>
                <a:lnTo>
                  <a:pt x="2412590" y="60864"/>
                </a:lnTo>
                <a:lnTo>
                  <a:pt x="2412444" y="61535"/>
                </a:lnTo>
                <a:lnTo>
                  <a:pt x="2412307" y="62212"/>
                </a:lnTo>
                <a:lnTo>
                  <a:pt x="2412179" y="62896"/>
                </a:lnTo>
                <a:lnTo>
                  <a:pt x="2412061" y="63587"/>
                </a:lnTo>
                <a:lnTo>
                  <a:pt x="2411952" y="64284"/>
                </a:lnTo>
                <a:lnTo>
                  <a:pt x="2411853" y="64989"/>
                </a:lnTo>
                <a:lnTo>
                  <a:pt x="2411763" y="65699"/>
                </a:lnTo>
                <a:lnTo>
                  <a:pt x="2411683" y="66417"/>
                </a:lnTo>
                <a:lnTo>
                  <a:pt x="2411612" y="67141"/>
                </a:lnTo>
                <a:lnTo>
                  <a:pt x="2411550" y="67872"/>
                </a:lnTo>
                <a:lnTo>
                  <a:pt x="2411498" y="68609"/>
                </a:lnTo>
                <a:lnTo>
                  <a:pt x="2411456" y="69353"/>
                </a:lnTo>
                <a:lnTo>
                  <a:pt x="2411423" y="70104"/>
                </a:lnTo>
                <a:lnTo>
                  <a:pt x="2411399" y="70861"/>
                </a:lnTo>
                <a:lnTo>
                  <a:pt x="2411385" y="71626"/>
                </a:lnTo>
                <a:lnTo>
                  <a:pt x="2411380" y="72396"/>
                </a:lnTo>
                <a:lnTo>
                  <a:pt x="2411380" y="76240"/>
                </a:lnTo>
                <a:lnTo>
                  <a:pt x="2411385" y="77011"/>
                </a:lnTo>
                <a:lnTo>
                  <a:pt x="2411399" y="77776"/>
                </a:lnTo>
                <a:lnTo>
                  <a:pt x="2411423" y="78535"/>
                </a:lnTo>
                <a:lnTo>
                  <a:pt x="2411456" y="79288"/>
                </a:lnTo>
                <a:lnTo>
                  <a:pt x="2411498" y="80035"/>
                </a:lnTo>
                <a:lnTo>
                  <a:pt x="2411550" y="80775"/>
                </a:lnTo>
                <a:lnTo>
                  <a:pt x="2411612" y="81510"/>
                </a:lnTo>
                <a:lnTo>
                  <a:pt x="2411683" y="82238"/>
                </a:lnTo>
                <a:lnTo>
                  <a:pt x="2411763" y="82960"/>
                </a:lnTo>
                <a:lnTo>
                  <a:pt x="2411853" y="83676"/>
                </a:lnTo>
                <a:lnTo>
                  <a:pt x="2411952" y="84386"/>
                </a:lnTo>
                <a:lnTo>
                  <a:pt x="2412061" y="85090"/>
                </a:lnTo>
                <a:lnTo>
                  <a:pt x="2412179" y="85787"/>
                </a:lnTo>
                <a:lnTo>
                  <a:pt x="2412307" y="86479"/>
                </a:lnTo>
                <a:lnTo>
                  <a:pt x="2412444" y="87164"/>
                </a:lnTo>
                <a:lnTo>
                  <a:pt x="2412590" y="87844"/>
                </a:lnTo>
                <a:lnTo>
                  <a:pt x="2412746" y="88517"/>
                </a:lnTo>
                <a:lnTo>
                  <a:pt x="2412912" y="89184"/>
                </a:lnTo>
                <a:lnTo>
                  <a:pt x="2413087" y="89845"/>
                </a:lnTo>
                <a:lnTo>
                  <a:pt x="2413271" y="90500"/>
                </a:lnTo>
                <a:lnTo>
                  <a:pt x="2413465" y="91149"/>
                </a:lnTo>
                <a:lnTo>
                  <a:pt x="2413668" y="91791"/>
                </a:lnTo>
                <a:lnTo>
                  <a:pt x="2413881" y="92428"/>
                </a:lnTo>
                <a:lnTo>
                  <a:pt x="2414103" y="93058"/>
                </a:lnTo>
                <a:lnTo>
                  <a:pt x="2414334" y="93669"/>
                </a:lnTo>
                <a:lnTo>
                  <a:pt x="2414571" y="94273"/>
                </a:lnTo>
                <a:lnTo>
                  <a:pt x="2414816" y="94870"/>
                </a:lnTo>
                <a:lnTo>
                  <a:pt x="2415068" y="95461"/>
                </a:lnTo>
                <a:lnTo>
                  <a:pt x="2415328" y="96045"/>
                </a:lnTo>
                <a:lnTo>
                  <a:pt x="2415595" y="96622"/>
                </a:lnTo>
                <a:lnTo>
                  <a:pt x="2415868" y="97192"/>
                </a:lnTo>
                <a:lnTo>
                  <a:pt x="2416150" y="97756"/>
                </a:lnTo>
                <a:lnTo>
                  <a:pt x="2416438" y="98314"/>
                </a:lnTo>
                <a:lnTo>
                  <a:pt x="2416733" y="98864"/>
                </a:lnTo>
                <a:lnTo>
                  <a:pt x="2417036" y="99408"/>
                </a:lnTo>
                <a:lnTo>
                  <a:pt x="2417346" y="99945"/>
                </a:lnTo>
                <a:lnTo>
                  <a:pt x="2417664" y="100476"/>
                </a:lnTo>
                <a:lnTo>
                  <a:pt x="2417988" y="101000"/>
                </a:lnTo>
                <a:lnTo>
                  <a:pt x="2418320" y="101517"/>
                </a:lnTo>
                <a:lnTo>
                  <a:pt x="2418659" y="102028"/>
                </a:lnTo>
                <a:lnTo>
                  <a:pt x="2419005" y="102531"/>
                </a:lnTo>
                <a:lnTo>
                  <a:pt x="2419358" y="103029"/>
                </a:lnTo>
                <a:lnTo>
                  <a:pt x="2419719" y="103519"/>
                </a:lnTo>
                <a:lnTo>
                  <a:pt x="2420087" y="104003"/>
                </a:lnTo>
                <a:lnTo>
                  <a:pt x="2420462" y="104480"/>
                </a:lnTo>
                <a:lnTo>
                  <a:pt x="2420844" y="104951"/>
                </a:lnTo>
                <a:lnTo>
                  <a:pt x="2421234" y="105414"/>
                </a:lnTo>
                <a:lnTo>
                  <a:pt x="2421631" y="105872"/>
                </a:lnTo>
                <a:lnTo>
                  <a:pt x="2422047" y="106308"/>
                </a:lnTo>
                <a:lnTo>
                  <a:pt x="2422469" y="106736"/>
                </a:lnTo>
                <a:lnTo>
                  <a:pt x="2422897" y="107155"/>
                </a:lnTo>
                <a:lnTo>
                  <a:pt x="2423330" y="107567"/>
                </a:lnTo>
                <a:lnTo>
                  <a:pt x="2423769" y="107970"/>
                </a:lnTo>
                <a:lnTo>
                  <a:pt x="2424213" y="108364"/>
                </a:lnTo>
                <a:lnTo>
                  <a:pt x="2424663" y="108750"/>
                </a:lnTo>
                <a:lnTo>
                  <a:pt x="2425119" y="109128"/>
                </a:lnTo>
                <a:lnTo>
                  <a:pt x="2425580" y="109498"/>
                </a:lnTo>
                <a:lnTo>
                  <a:pt x="2426047" y="109859"/>
                </a:lnTo>
                <a:lnTo>
                  <a:pt x="2426519" y="110212"/>
                </a:lnTo>
                <a:lnTo>
                  <a:pt x="2426996" y="110557"/>
                </a:lnTo>
                <a:lnTo>
                  <a:pt x="2427480" y="110893"/>
                </a:lnTo>
                <a:lnTo>
                  <a:pt x="2427969" y="111221"/>
                </a:lnTo>
                <a:lnTo>
                  <a:pt x="2428463" y="111540"/>
                </a:lnTo>
                <a:lnTo>
                  <a:pt x="2428963" y="111851"/>
                </a:lnTo>
                <a:lnTo>
                  <a:pt x="2429469" y="112154"/>
                </a:lnTo>
                <a:lnTo>
                  <a:pt x="2429980" y="112449"/>
                </a:lnTo>
                <a:lnTo>
                  <a:pt x="2430496" y="112735"/>
                </a:lnTo>
                <a:lnTo>
                  <a:pt x="2431019" y="113012"/>
                </a:lnTo>
                <a:lnTo>
                  <a:pt x="2431546" y="113282"/>
                </a:lnTo>
                <a:lnTo>
                  <a:pt x="2432080" y="113543"/>
                </a:lnTo>
                <a:lnTo>
                  <a:pt x="2432619" y="113796"/>
                </a:lnTo>
                <a:lnTo>
                  <a:pt x="2433163" y="114040"/>
                </a:lnTo>
                <a:lnTo>
                  <a:pt x="2433725" y="114276"/>
                </a:lnTo>
                <a:lnTo>
                  <a:pt x="2434290" y="114501"/>
                </a:lnTo>
                <a:lnTo>
                  <a:pt x="2434857" y="114716"/>
                </a:lnTo>
                <a:lnTo>
                  <a:pt x="2435428" y="114921"/>
                </a:lnTo>
                <a:lnTo>
                  <a:pt x="2436001" y="115116"/>
                </a:lnTo>
                <a:lnTo>
                  <a:pt x="2436577" y="115302"/>
                </a:lnTo>
                <a:lnTo>
                  <a:pt x="2437155" y="115477"/>
                </a:lnTo>
                <a:lnTo>
                  <a:pt x="2437737" y="115642"/>
                </a:lnTo>
                <a:lnTo>
                  <a:pt x="2438321" y="115797"/>
                </a:lnTo>
                <a:lnTo>
                  <a:pt x="2438908" y="115942"/>
                </a:lnTo>
                <a:lnTo>
                  <a:pt x="2439498" y="116077"/>
                </a:lnTo>
                <a:lnTo>
                  <a:pt x="2440090" y="116203"/>
                </a:lnTo>
                <a:lnTo>
                  <a:pt x="2440686" y="116318"/>
                </a:lnTo>
                <a:lnTo>
                  <a:pt x="2441284" y="116423"/>
                </a:lnTo>
                <a:lnTo>
                  <a:pt x="2441885" y="116518"/>
                </a:lnTo>
                <a:lnTo>
                  <a:pt x="2442488" y="116603"/>
                </a:lnTo>
                <a:lnTo>
                  <a:pt x="2443095" y="116678"/>
                </a:lnTo>
                <a:lnTo>
                  <a:pt x="2443704" y="116743"/>
                </a:lnTo>
                <a:lnTo>
                  <a:pt x="2444316" y="116798"/>
                </a:lnTo>
                <a:lnTo>
                  <a:pt x="2444931" y="116843"/>
                </a:lnTo>
                <a:lnTo>
                  <a:pt x="2445548" y="116878"/>
                </a:lnTo>
                <a:lnTo>
                  <a:pt x="2446169" y="116903"/>
                </a:lnTo>
                <a:lnTo>
                  <a:pt x="2446792" y="116918"/>
                </a:lnTo>
                <a:lnTo>
                  <a:pt x="2447418" y="116923"/>
                </a:lnTo>
                <a:lnTo>
                  <a:pt x="2449340" y="116923"/>
                </a:lnTo>
                <a:lnTo>
                  <a:pt x="2450150" y="116917"/>
                </a:lnTo>
                <a:lnTo>
                  <a:pt x="2450953" y="116897"/>
                </a:lnTo>
                <a:lnTo>
                  <a:pt x="2451748" y="116863"/>
                </a:lnTo>
                <a:lnTo>
                  <a:pt x="2452534" y="116816"/>
                </a:lnTo>
                <a:lnTo>
                  <a:pt x="2453314" y="116756"/>
                </a:lnTo>
                <a:close/>
                <a:moveTo>
                  <a:pt x="2262658" y="116603"/>
                </a:moveTo>
                <a:lnTo>
                  <a:pt x="2263570" y="116487"/>
                </a:lnTo>
                <a:lnTo>
                  <a:pt x="2264470" y="116354"/>
                </a:lnTo>
                <a:lnTo>
                  <a:pt x="2265358" y="116203"/>
                </a:lnTo>
                <a:lnTo>
                  <a:pt x="2266235" y="116033"/>
                </a:lnTo>
                <a:lnTo>
                  <a:pt x="2267100" y="115847"/>
                </a:lnTo>
                <a:lnTo>
                  <a:pt x="2267954" y="115642"/>
                </a:lnTo>
                <a:lnTo>
                  <a:pt x="2268795" y="115419"/>
                </a:lnTo>
                <a:lnTo>
                  <a:pt x="2269625" y="115179"/>
                </a:lnTo>
                <a:lnTo>
                  <a:pt x="2270444" y="114921"/>
                </a:lnTo>
                <a:lnTo>
                  <a:pt x="2271250" y="114645"/>
                </a:lnTo>
                <a:lnTo>
                  <a:pt x="2272046" y="114352"/>
                </a:lnTo>
                <a:lnTo>
                  <a:pt x="2272829" y="114040"/>
                </a:lnTo>
                <a:lnTo>
                  <a:pt x="2273600" y="113711"/>
                </a:lnTo>
                <a:lnTo>
                  <a:pt x="2274360" y="113364"/>
                </a:lnTo>
                <a:lnTo>
                  <a:pt x="2275109" y="112999"/>
                </a:lnTo>
                <a:lnTo>
                  <a:pt x="2275845" y="112617"/>
                </a:lnTo>
                <a:lnTo>
                  <a:pt x="2276570" y="112216"/>
                </a:lnTo>
                <a:lnTo>
                  <a:pt x="2277284" y="111798"/>
                </a:lnTo>
                <a:lnTo>
                  <a:pt x="2277984" y="111350"/>
                </a:lnTo>
                <a:lnTo>
                  <a:pt x="2278671" y="110889"/>
                </a:lnTo>
                <a:lnTo>
                  <a:pt x="2279343" y="110414"/>
                </a:lnTo>
                <a:lnTo>
                  <a:pt x="2280002" y="109925"/>
                </a:lnTo>
                <a:lnTo>
                  <a:pt x="2280647" y="109422"/>
                </a:lnTo>
                <a:lnTo>
                  <a:pt x="2281278" y="108905"/>
                </a:lnTo>
                <a:lnTo>
                  <a:pt x="2281895" y="108374"/>
                </a:lnTo>
                <a:lnTo>
                  <a:pt x="2282498" y="107829"/>
                </a:lnTo>
                <a:lnTo>
                  <a:pt x="2283087" y="107271"/>
                </a:lnTo>
                <a:lnTo>
                  <a:pt x="2283663" y="106698"/>
                </a:lnTo>
                <a:lnTo>
                  <a:pt x="2284224" y="106112"/>
                </a:lnTo>
                <a:lnTo>
                  <a:pt x="2284772" y="105511"/>
                </a:lnTo>
                <a:lnTo>
                  <a:pt x="2285305" y="104897"/>
                </a:lnTo>
                <a:lnTo>
                  <a:pt x="2285825" y="104269"/>
                </a:lnTo>
                <a:lnTo>
                  <a:pt x="2286331" y="103627"/>
                </a:lnTo>
                <a:lnTo>
                  <a:pt x="2286823" y="102971"/>
                </a:lnTo>
                <a:lnTo>
                  <a:pt x="2287301" y="102301"/>
                </a:lnTo>
                <a:lnTo>
                  <a:pt x="2287765" y="101617"/>
                </a:lnTo>
                <a:lnTo>
                  <a:pt x="2288215" y="100919"/>
                </a:lnTo>
                <a:lnTo>
                  <a:pt x="2288651" y="100208"/>
                </a:lnTo>
                <a:lnTo>
                  <a:pt x="2289074" y="99482"/>
                </a:lnTo>
                <a:lnTo>
                  <a:pt x="2289482" y="98743"/>
                </a:lnTo>
                <a:lnTo>
                  <a:pt x="2289877" y="97990"/>
                </a:lnTo>
                <a:lnTo>
                  <a:pt x="2290257" y="97223"/>
                </a:lnTo>
                <a:lnTo>
                  <a:pt x="2290623" y="96443"/>
                </a:lnTo>
                <a:lnTo>
                  <a:pt x="2290974" y="95654"/>
                </a:lnTo>
                <a:lnTo>
                  <a:pt x="2291308" y="94855"/>
                </a:lnTo>
                <a:lnTo>
                  <a:pt x="2291628" y="94046"/>
                </a:lnTo>
                <a:lnTo>
                  <a:pt x="2291931" y="93227"/>
                </a:lnTo>
                <a:lnTo>
                  <a:pt x="2292219" y="92397"/>
                </a:lnTo>
                <a:lnTo>
                  <a:pt x="2292492" y="91558"/>
                </a:lnTo>
                <a:lnTo>
                  <a:pt x="2292749" y="90709"/>
                </a:lnTo>
                <a:lnTo>
                  <a:pt x="2292990" y="89850"/>
                </a:lnTo>
                <a:lnTo>
                  <a:pt x="2293216" y="88980"/>
                </a:lnTo>
                <a:lnTo>
                  <a:pt x="2293426" y="88101"/>
                </a:lnTo>
                <a:lnTo>
                  <a:pt x="2293621" y="87212"/>
                </a:lnTo>
                <a:lnTo>
                  <a:pt x="2293800" y="86313"/>
                </a:lnTo>
                <a:lnTo>
                  <a:pt x="2293964" y="85403"/>
                </a:lnTo>
                <a:lnTo>
                  <a:pt x="2294111" y="84484"/>
                </a:lnTo>
                <a:lnTo>
                  <a:pt x="2294244" y="83555"/>
                </a:lnTo>
                <a:lnTo>
                  <a:pt x="2294361" y="82615"/>
                </a:lnTo>
                <a:lnTo>
                  <a:pt x="2294462" y="81666"/>
                </a:lnTo>
                <a:lnTo>
                  <a:pt x="2294547" y="80707"/>
                </a:lnTo>
                <a:lnTo>
                  <a:pt x="2294618" y="79737"/>
                </a:lnTo>
                <a:lnTo>
                  <a:pt x="2294672" y="78758"/>
                </a:lnTo>
                <a:lnTo>
                  <a:pt x="2294711" y="77769"/>
                </a:lnTo>
                <a:lnTo>
                  <a:pt x="2294734" y="76769"/>
                </a:lnTo>
                <a:lnTo>
                  <a:pt x="2294742" y="75760"/>
                </a:lnTo>
                <a:lnTo>
                  <a:pt x="2294742" y="73037"/>
                </a:lnTo>
                <a:lnTo>
                  <a:pt x="2294734" y="72041"/>
                </a:lnTo>
                <a:lnTo>
                  <a:pt x="2294711" y="71054"/>
                </a:lnTo>
                <a:lnTo>
                  <a:pt x="2294672" y="70076"/>
                </a:lnTo>
                <a:lnTo>
                  <a:pt x="2294618" y="69108"/>
                </a:lnTo>
                <a:lnTo>
                  <a:pt x="2294547" y="68150"/>
                </a:lnTo>
                <a:lnTo>
                  <a:pt x="2294462" y="67201"/>
                </a:lnTo>
                <a:lnTo>
                  <a:pt x="2294361" y="66261"/>
                </a:lnTo>
                <a:lnTo>
                  <a:pt x="2294244" y="65331"/>
                </a:lnTo>
                <a:lnTo>
                  <a:pt x="2294111" y="64410"/>
                </a:lnTo>
                <a:lnTo>
                  <a:pt x="2293964" y="63499"/>
                </a:lnTo>
                <a:lnTo>
                  <a:pt x="2293800" y="62597"/>
                </a:lnTo>
                <a:lnTo>
                  <a:pt x="2293621" y="61705"/>
                </a:lnTo>
                <a:lnTo>
                  <a:pt x="2293426" y="60822"/>
                </a:lnTo>
                <a:lnTo>
                  <a:pt x="2293216" y="59949"/>
                </a:lnTo>
                <a:lnTo>
                  <a:pt x="2292990" y="59085"/>
                </a:lnTo>
                <a:lnTo>
                  <a:pt x="2292749" y="58230"/>
                </a:lnTo>
                <a:lnTo>
                  <a:pt x="2292492" y="57385"/>
                </a:lnTo>
                <a:lnTo>
                  <a:pt x="2292219" y="56550"/>
                </a:lnTo>
                <a:lnTo>
                  <a:pt x="2291931" y="55723"/>
                </a:lnTo>
                <a:lnTo>
                  <a:pt x="2291628" y="54907"/>
                </a:lnTo>
                <a:lnTo>
                  <a:pt x="2291308" y="54100"/>
                </a:lnTo>
                <a:lnTo>
                  <a:pt x="2290974" y="53302"/>
                </a:lnTo>
                <a:lnTo>
                  <a:pt x="2290623" y="52513"/>
                </a:lnTo>
                <a:lnTo>
                  <a:pt x="2290257" y="51735"/>
                </a:lnTo>
                <a:lnTo>
                  <a:pt x="2289877" y="50967"/>
                </a:lnTo>
                <a:lnTo>
                  <a:pt x="2289482" y="50214"/>
                </a:lnTo>
                <a:lnTo>
                  <a:pt x="2289074" y="49475"/>
                </a:lnTo>
                <a:lnTo>
                  <a:pt x="2288651" y="48749"/>
                </a:lnTo>
                <a:lnTo>
                  <a:pt x="2288215" y="48038"/>
                </a:lnTo>
                <a:lnTo>
                  <a:pt x="2287765" y="47340"/>
                </a:lnTo>
                <a:lnTo>
                  <a:pt x="2287301" y="46656"/>
                </a:lnTo>
                <a:lnTo>
                  <a:pt x="2286823" y="45986"/>
                </a:lnTo>
                <a:lnTo>
                  <a:pt x="2286331" y="45330"/>
                </a:lnTo>
                <a:lnTo>
                  <a:pt x="2285825" y="44688"/>
                </a:lnTo>
                <a:lnTo>
                  <a:pt x="2285305" y="44060"/>
                </a:lnTo>
                <a:lnTo>
                  <a:pt x="2284772" y="43446"/>
                </a:lnTo>
                <a:lnTo>
                  <a:pt x="2284224" y="42845"/>
                </a:lnTo>
                <a:lnTo>
                  <a:pt x="2283663" y="42259"/>
                </a:lnTo>
                <a:lnTo>
                  <a:pt x="2283087" y="41686"/>
                </a:lnTo>
                <a:lnTo>
                  <a:pt x="2282498" y="41128"/>
                </a:lnTo>
                <a:lnTo>
                  <a:pt x="2281895" y="40583"/>
                </a:lnTo>
                <a:lnTo>
                  <a:pt x="2281278" y="40052"/>
                </a:lnTo>
                <a:lnTo>
                  <a:pt x="2280647" y="39535"/>
                </a:lnTo>
                <a:lnTo>
                  <a:pt x="2280002" y="39032"/>
                </a:lnTo>
                <a:lnTo>
                  <a:pt x="2279343" y="38543"/>
                </a:lnTo>
                <a:lnTo>
                  <a:pt x="2278671" y="38068"/>
                </a:lnTo>
                <a:lnTo>
                  <a:pt x="2277984" y="37607"/>
                </a:lnTo>
                <a:lnTo>
                  <a:pt x="2277284" y="37159"/>
                </a:lnTo>
                <a:lnTo>
                  <a:pt x="2276570" y="36728"/>
                </a:lnTo>
                <a:lnTo>
                  <a:pt x="2275844" y="36315"/>
                </a:lnTo>
                <a:lnTo>
                  <a:pt x="2275106" y="35920"/>
                </a:lnTo>
                <a:lnTo>
                  <a:pt x="2274356" y="35544"/>
                </a:lnTo>
                <a:lnTo>
                  <a:pt x="2273594" y="35186"/>
                </a:lnTo>
                <a:lnTo>
                  <a:pt x="2272819" y="34847"/>
                </a:lnTo>
                <a:lnTo>
                  <a:pt x="2272032" y="34526"/>
                </a:lnTo>
                <a:lnTo>
                  <a:pt x="2271233" y="34223"/>
                </a:lnTo>
                <a:lnTo>
                  <a:pt x="2270421" y="33938"/>
                </a:lnTo>
                <a:lnTo>
                  <a:pt x="2269598" y="33672"/>
                </a:lnTo>
                <a:lnTo>
                  <a:pt x="2268762" y="33424"/>
                </a:lnTo>
                <a:lnTo>
                  <a:pt x="2267914" y="33195"/>
                </a:lnTo>
                <a:lnTo>
                  <a:pt x="2267053" y="32984"/>
                </a:lnTo>
                <a:lnTo>
                  <a:pt x="2266181" y="32791"/>
                </a:lnTo>
                <a:lnTo>
                  <a:pt x="2265296" y="32617"/>
                </a:lnTo>
                <a:lnTo>
                  <a:pt x="2264399" y="32461"/>
                </a:lnTo>
                <a:lnTo>
                  <a:pt x="2263490" y="32323"/>
                </a:lnTo>
                <a:lnTo>
                  <a:pt x="2262568" y="32204"/>
                </a:lnTo>
                <a:lnTo>
                  <a:pt x="2261634" y="32103"/>
                </a:lnTo>
                <a:lnTo>
                  <a:pt x="2260688" y="32020"/>
                </a:lnTo>
                <a:lnTo>
                  <a:pt x="2259730" y="31956"/>
                </a:lnTo>
                <a:lnTo>
                  <a:pt x="2258760" y="31910"/>
                </a:lnTo>
                <a:lnTo>
                  <a:pt x="2257777" y="31883"/>
                </a:lnTo>
                <a:lnTo>
                  <a:pt x="2256782" y="31874"/>
                </a:lnTo>
                <a:lnTo>
                  <a:pt x="2255813" y="31883"/>
                </a:lnTo>
                <a:lnTo>
                  <a:pt x="2254855" y="31910"/>
                </a:lnTo>
                <a:lnTo>
                  <a:pt x="2253909" y="31956"/>
                </a:lnTo>
                <a:lnTo>
                  <a:pt x="2252973" y="32020"/>
                </a:lnTo>
                <a:lnTo>
                  <a:pt x="2252049" y="32103"/>
                </a:lnTo>
                <a:lnTo>
                  <a:pt x="2251136" y="32204"/>
                </a:lnTo>
                <a:lnTo>
                  <a:pt x="2250234" y="32323"/>
                </a:lnTo>
                <a:lnTo>
                  <a:pt x="2249343" y="32461"/>
                </a:lnTo>
                <a:lnTo>
                  <a:pt x="2248463" y="32617"/>
                </a:lnTo>
                <a:lnTo>
                  <a:pt x="2247594" y="32791"/>
                </a:lnTo>
                <a:lnTo>
                  <a:pt x="2246737" y="32984"/>
                </a:lnTo>
                <a:lnTo>
                  <a:pt x="2245890" y="33195"/>
                </a:lnTo>
                <a:lnTo>
                  <a:pt x="2245055" y="33424"/>
                </a:lnTo>
                <a:lnTo>
                  <a:pt x="2244231" y="33672"/>
                </a:lnTo>
                <a:lnTo>
                  <a:pt x="2243418" y="33938"/>
                </a:lnTo>
                <a:lnTo>
                  <a:pt x="2242616" y="34223"/>
                </a:lnTo>
                <a:lnTo>
                  <a:pt x="2241825" y="34526"/>
                </a:lnTo>
                <a:lnTo>
                  <a:pt x="2241045" y="34847"/>
                </a:lnTo>
                <a:lnTo>
                  <a:pt x="2240277" y="35186"/>
                </a:lnTo>
                <a:lnTo>
                  <a:pt x="2239519" y="35544"/>
                </a:lnTo>
                <a:lnTo>
                  <a:pt x="2238773" y="35920"/>
                </a:lnTo>
                <a:lnTo>
                  <a:pt x="2238038" y="36315"/>
                </a:lnTo>
                <a:lnTo>
                  <a:pt x="2237314" y="36728"/>
                </a:lnTo>
                <a:lnTo>
                  <a:pt x="2236601" y="37159"/>
                </a:lnTo>
                <a:lnTo>
                  <a:pt x="2235900" y="37594"/>
                </a:lnTo>
                <a:lnTo>
                  <a:pt x="2235214" y="38042"/>
                </a:lnTo>
                <a:lnTo>
                  <a:pt x="2234541" y="38506"/>
                </a:lnTo>
                <a:lnTo>
                  <a:pt x="2233882" y="38983"/>
                </a:lnTo>
                <a:lnTo>
                  <a:pt x="2233237" y="39476"/>
                </a:lnTo>
                <a:lnTo>
                  <a:pt x="2232606" y="39982"/>
                </a:lnTo>
                <a:lnTo>
                  <a:pt x="2231989" y="40503"/>
                </a:lnTo>
                <a:lnTo>
                  <a:pt x="2231386" y="41039"/>
                </a:lnTo>
                <a:lnTo>
                  <a:pt x="2230797" y="41589"/>
                </a:lnTo>
                <a:lnTo>
                  <a:pt x="2230222" y="42153"/>
                </a:lnTo>
                <a:lnTo>
                  <a:pt x="2229660" y="42732"/>
                </a:lnTo>
                <a:lnTo>
                  <a:pt x="2229113" y="43326"/>
                </a:lnTo>
                <a:lnTo>
                  <a:pt x="2228579" y="43934"/>
                </a:lnTo>
                <a:lnTo>
                  <a:pt x="2228059" y="44556"/>
                </a:lnTo>
                <a:lnTo>
                  <a:pt x="2227554" y="45193"/>
                </a:lnTo>
                <a:lnTo>
                  <a:pt x="2227062" y="45844"/>
                </a:lnTo>
                <a:lnTo>
                  <a:pt x="2226584" y="46510"/>
                </a:lnTo>
                <a:lnTo>
                  <a:pt x="2226120" y="47190"/>
                </a:lnTo>
                <a:lnTo>
                  <a:pt x="2225669" y="47884"/>
                </a:lnTo>
                <a:lnTo>
                  <a:pt x="2225233" y="48593"/>
                </a:lnTo>
                <a:lnTo>
                  <a:pt x="2224811" y="49317"/>
                </a:lnTo>
                <a:lnTo>
                  <a:pt x="2224402" y="50055"/>
                </a:lnTo>
                <a:lnTo>
                  <a:pt x="2224008" y="50807"/>
                </a:lnTo>
                <a:lnTo>
                  <a:pt x="2223627" y="51574"/>
                </a:lnTo>
                <a:lnTo>
                  <a:pt x="2223261" y="52354"/>
                </a:lnTo>
                <a:lnTo>
                  <a:pt x="2222911" y="53143"/>
                </a:lnTo>
                <a:lnTo>
                  <a:pt x="2222576" y="53942"/>
                </a:lnTo>
                <a:lnTo>
                  <a:pt x="2222257" y="54751"/>
                </a:lnTo>
                <a:lnTo>
                  <a:pt x="2221953" y="55570"/>
                </a:lnTo>
                <a:lnTo>
                  <a:pt x="2221665" y="56399"/>
                </a:lnTo>
                <a:lnTo>
                  <a:pt x="2221392" y="57239"/>
                </a:lnTo>
                <a:lnTo>
                  <a:pt x="2221135" y="58088"/>
                </a:lnTo>
                <a:lnTo>
                  <a:pt x="2220894" y="58947"/>
                </a:lnTo>
                <a:lnTo>
                  <a:pt x="2220668" y="59816"/>
                </a:lnTo>
                <a:lnTo>
                  <a:pt x="2220458" y="60696"/>
                </a:lnTo>
                <a:lnTo>
                  <a:pt x="2220263" y="61585"/>
                </a:lnTo>
                <a:lnTo>
                  <a:pt x="2220084" y="62484"/>
                </a:lnTo>
                <a:lnTo>
                  <a:pt x="2219921" y="63394"/>
                </a:lnTo>
                <a:lnTo>
                  <a:pt x="2219773" y="64313"/>
                </a:lnTo>
                <a:lnTo>
                  <a:pt x="2219641" y="65242"/>
                </a:lnTo>
                <a:lnTo>
                  <a:pt x="2219524" y="66181"/>
                </a:lnTo>
                <a:lnTo>
                  <a:pt x="2219423" y="67131"/>
                </a:lnTo>
                <a:lnTo>
                  <a:pt x="2219337" y="68090"/>
                </a:lnTo>
                <a:lnTo>
                  <a:pt x="2219267" y="69059"/>
                </a:lnTo>
                <a:lnTo>
                  <a:pt x="2219212" y="70039"/>
                </a:lnTo>
                <a:lnTo>
                  <a:pt x="2219173" y="71028"/>
                </a:lnTo>
                <a:lnTo>
                  <a:pt x="2219150" y="72028"/>
                </a:lnTo>
                <a:lnTo>
                  <a:pt x="2219142" y="73037"/>
                </a:lnTo>
                <a:lnTo>
                  <a:pt x="2219142" y="75760"/>
                </a:lnTo>
                <a:lnTo>
                  <a:pt x="2219150" y="76743"/>
                </a:lnTo>
                <a:lnTo>
                  <a:pt x="2219173" y="77719"/>
                </a:lnTo>
                <a:lnTo>
                  <a:pt x="2219212" y="78685"/>
                </a:lnTo>
                <a:lnTo>
                  <a:pt x="2219267" y="79644"/>
                </a:lnTo>
                <a:lnTo>
                  <a:pt x="2219337" y="80594"/>
                </a:lnTo>
                <a:lnTo>
                  <a:pt x="2219423" y="81536"/>
                </a:lnTo>
                <a:lnTo>
                  <a:pt x="2219524" y="82469"/>
                </a:lnTo>
                <a:lnTo>
                  <a:pt x="2219641" y="83395"/>
                </a:lnTo>
                <a:lnTo>
                  <a:pt x="2219773" y="84311"/>
                </a:lnTo>
                <a:lnTo>
                  <a:pt x="2219921" y="85220"/>
                </a:lnTo>
                <a:lnTo>
                  <a:pt x="2220084" y="86120"/>
                </a:lnTo>
                <a:lnTo>
                  <a:pt x="2220263" y="87012"/>
                </a:lnTo>
                <a:lnTo>
                  <a:pt x="2220458" y="87895"/>
                </a:lnTo>
                <a:lnTo>
                  <a:pt x="2220668" y="88770"/>
                </a:lnTo>
                <a:lnTo>
                  <a:pt x="2220894" y="89637"/>
                </a:lnTo>
                <a:lnTo>
                  <a:pt x="2221135" y="90495"/>
                </a:lnTo>
                <a:lnTo>
                  <a:pt x="2221392" y="91345"/>
                </a:lnTo>
                <a:lnTo>
                  <a:pt x="2221665" y="92187"/>
                </a:lnTo>
                <a:lnTo>
                  <a:pt x="2221953" y="93021"/>
                </a:lnTo>
                <a:lnTo>
                  <a:pt x="2222257" y="93846"/>
                </a:lnTo>
                <a:lnTo>
                  <a:pt x="2222576" y="94662"/>
                </a:lnTo>
                <a:lnTo>
                  <a:pt x="2222911" y="95471"/>
                </a:lnTo>
                <a:lnTo>
                  <a:pt x="2223261" y="96271"/>
                </a:lnTo>
                <a:lnTo>
                  <a:pt x="2223627" y="97062"/>
                </a:lnTo>
                <a:lnTo>
                  <a:pt x="2224008" y="97830"/>
                </a:lnTo>
                <a:lnTo>
                  <a:pt x="2224402" y="98583"/>
                </a:lnTo>
                <a:lnTo>
                  <a:pt x="2224811" y="99322"/>
                </a:lnTo>
                <a:lnTo>
                  <a:pt x="2225233" y="100048"/>
                </a:lnTo>
                <a:lnTo>
                  <a:pt x="2225669" y="100759"/>
                </a:lnTo>
                <a:lnTo>
                  <a:pt x="2226120" y="101457"/>
                </a:lnTo>
                <a:lnTo>
                  <a:pt x="2226584" y="102141"/>
                </a:lnTo>
                <a:lnTo>
                  <a:pt x="2227062" y="102811"/>
                </a:lnTo>
                <a:lnTo>
                  <a:pt x="2227554" y="103467"/>
                </a:lnTo>
                <a:lnTo>
                  <a:pt x="2228059" y="104109"/>
                </a:lnTo>
                <a:lnTo>
                  <a:pt x="2228579" y="104737"/>
                </a:lnTo>
                <a:lnTo>
                  <a:pt x="2229113" y="105351"/>
                </a:lnTo>
                <a:lnTo>
                  <a:pt x="2229660" y="105951"/>
                </a:lnTo>
                <a:lnTo>
                  <a:pt x="2230222" y="106538"/>
                </a:lnTo>
                <a:lnTo>
                  <a:pt x="2230797" y="107110"/>
                </a:lnTo>
                <a:lnTo>
                  <a:pt x="2231386" y="107669"/>
                </a:lnTo>
                <a:lnTo>
                  <a:pt x="2231989" y="108214"/>
                </a:lnTo>
                <a:lnTo>
                  <a:pt x="2232606" y="108745"/>
                </a:lnTo>
                <a:lnTo>
                  <a:pt x="2233237" y="109262"/>
                </a:lnTo>
                <a:lnTo>
                  <a:pt x="2233882" y="109765"/>
                </a:lnTo>
                <a:lnTo>
                  <a:pt x="2234541" y="110254"/>
                </a:lnTo>
                <a:lnTo>
                  <a:pt x="2235214" y="110729"/>
                </a:lnTo>
                <a:lnTo>
                  <a:pt x="2235900" y="111190"/>
                </a:lnTo>
                <a:lnTo>
                  <a:pt x="2236601" y="111638"/>
                </a:lnTo>
                <a:lnTo>
                  <a:pt x="2237314" y="112069"/>
                </a:lnTo>
                <a:lnTo>
                  <a:pt x="2238039" y="112482"/>
                </a:lnTo>
                <a:lnTo>
                  <a:pt x="2238775" y="112877"/>
                </a:lnTo>
                <a:lnTo>
                  <a:pt x="2239524" y="113253"/>
                </a:lnTo>
                <a:lnTo>
                  <a:pt x="2240284" y="113611"/>
                </a:lnTo>
                <a:lnTo>
                  <a:pt x="2241055" y="113950"/>
                </a:lnTo>
                <a:lnTo>
                  <a:pt x="2241839" y="114271"/>
                </a:lnTo>
                <a:lnTo>
                  <a:pt x="2242634" y="114574"/>
                </a:lnTo>
                <a:lnTo>
                  <a:pt x="2243440" y="114859"/>
                </a:lnTo>
                <a:lnTo>
                  <a:pt x="2244259" y="115125"/>
                </a:lnTo>
                <a:lnTo>
                  <a:pt x="2245089" y="115372"/>
                </a:lnTo>
                <a:lnTo>
                  <a:pt x="2245930" y="115602"/>
                </a:lnTo>
                <a:lnTo>
                  <a:pt x="2246784" y="115813"/>
                </a:lnTo>
                <a:lnTo>
                  <a:pt x="2247649" y="116006"/>
                </a:lnTo>
                <a:lnTo>
                  <a:pt x="2248526" y="116180"/>
                </a:lnTo>
                <a:lnTo>
                  <a:pt x="2249414" y="116336"/>
                </a:lnTo>
                <a:lnTo>
                  <a:pt x="2250314" y="116474"/>
                </a:lnTo>
                <a:lnTo>
                  <a:pt x="2251226" y="116593"/>
                </a:lnTo>
                <a:lnTo>
                  <a:pt x="2252150" y="116694"/>
                </a:lnTo>
                <a:lnTo>
                  <a:pt x="2253085" y="116776"/>
                </a:lnTo>
                <a:lnTo>
                  <a:pt x="2254032" y="116841"/>
                </a:lnTo>
                <a:lnTo>
                  <a:pt x="2254990" y="116887"/>
                </a:lnTo>
                <a:lnTo>
                  <a:pt x="2255960" y="116914"/>
                </a:lnTo>
                <a:lnTo>
                  <a:pt x="2256942" y="116923"/>
                </a:lnTo>
                <a:lnTo>
                  <a:pt x="2257924" y="116914"/>
                </a:lnTo>
                <a:lnTo>
                  <a:pt x="2258894" y="116888"/>
                </a:lnTo>
                <a:lnTo>
                  <a:pt x="2259853" y="116843"/>
                </a:lnTo>
                <a:lnTo>
                  <a:pt x="2260799" y="116781"/>
                </a:lnTo>
                <a:lnTo>
                  <a:pt x="2261735" y="116701"/>
                </a:lnTo>
                <a:lnTo>
                  <a:pt x="2262658" y="116603"/>
                </a:lnTo>
                <a:close/>
                <a:moveTo>
                  <a:pt x="2252567" y="105131"/>
                </a:moveTo>
                <a:lnTo>
                  <a:pt x="2251875" y="104979"/>
                </a:lnTo>
                <a:lnTo>
                  <a:pt x="2251194" y="104804"/>
                </a:lnTo>
                <a:lnTo>
                  <a:pt x="2250523" y="104605"/>
                </a:lnTo>
                <a:lnTo>
                  <a:pt x="2249862" y="104383"/>
                </a:lnTo>
                <a:lnTo>
                  <a:pt x="2249213" y="104138"/>
                </a:lnTo>
                <a:lnTo>
                  <a:pt x="2248573" y="103870"/>
                </a:lnTo>
                <a:lnTo>
                  <a:pt x="2247945" y="103578"/>
                </a:lnTo>
                <a:lnTo>
                  <a:pt x="2247326" y="103262"/>
                </a:lnTo>
                <a:lnTo>
                  <a:pt x="2246719" y="102924"/>
                </a:lnTo>
                <a:lnTo>
                  <a:pt x="2246122" y="102561"/>
                </a:lnTo>
                <a:lnTo>
                  <a:pt x="2245535" y="102176"/>
                </a:lnTo>
                <a:lnTo>
                  <a:pt x="2244959" y="101767"/>
                </a:lnTo>
                <a:lnTo>
                  <a:pt x="2244394" y="101335"/>
                </a:lnTo>
                <a:lnTo>
                  <a:pt x="2243839" y="100880"/>
                </a:lnTo>
                <a:lnTo>
                  <a:pt x="2243295" y="100401"/>
                </a:lnTo>
                <a:lnTo>
                  <a:pt x="2242762" y="99899"/>
                </a:lnTo>
                <a:lnTo>
                  <a:pt x="2242239" y="99373"/>
                </a:lnTo>
                <a:lnTo>
                  <a:pt x="2241726" y="98824"/>
                </a:lnTo>
                <a:lnTo>
                  <a:pt x="2241242" y="98241"/>
                </a:lnTo>
                <a:lnTo>
                  <a:pt x="2240779" y="97640"/>
                </a:lnTo>
                <a:lnTo>
                  <a:pt x="2240337" y="97020"/>
                </a:lnTo>
                <a:lnTo>
                  <a:pt x="2239915" y="96382"/>
                </a:lnTo>
                <a:lnTo>
                  <a:pt x="2239514" y="95725"/>
                </a:lnTo>
                <a:lnTo>
                  <a:pt x="2239133" y="95050"/>
                </a:lnTo>
                <a:lnTo>
                  <a:pt x="2238773" y="94357"/>
                </a:lnTo>
                <a:lnTo>
                  <a:pt x="2238434" y="93645"/>
                </a:lnTo>
                <a:lnTo>
                  <a:pt x="2238115" y="92915"/>
                </a:lnTo>
                <a:lnTo>
                  <a:pt x="2237816" y="92167"/>
                </a:lnTo>
                <a:lnTo>
                  <a:pt x="2237539" y="91401"/>
                </a:lnTo>
                <a:lnTo>
                  <a:pt x="2237281" y="90616"/>
                </a:lnTo>
                <a:lnTo>
                  <a:pt x="2237045" y="89812"/>
                </a:lnTo>
                <a:lnTo>
                  <a:pt x="2236829" y="88990"/>
                </a:lnTo>
                <a:lnTo>
                  <a:pt x="2236633" y="88150"/>
                </a:lnTo>
                <a:lnTo>
                  <a:pt x="2236458" y="87292"/>
                </a:lnTo>
                <a:lnTo>
                  <a:pt x="2236304" y="86415"/>
                </a:lnTo>
                <a:lnTo>
                  <a:pt x="2236170" y="85520"/>
                </a:lnTo>
                <a:lnTo>
                  <a:pt x="2236057" y="84607"/>
                </a:lnTo>
                <a:lnTo>
                  <a:pt x="2235964" y="83675"/>
                </a:lnTo>
                <a:lnTo>
                  <a:pt x="2235892" y="82725"/>
                </a:lnTo>
                <a:lnTo>
                  <a:pt x="2235841" y="81756"/>
                </a:lnTo>
                <a:lnTo>
                  <a:pt x="2235810" y="80769"/>
                </a:lnTo>
                <a:lnTo>
                  <a:pt x="2235800" y="79764"/>
                </a:lnTo>
                <a:lnTo>
                  <a:pt x="2235800" y="69033"/>
                </a:lnTo>
                <a:lnTo>
                  <a:pt x="2235810" y="68028"/>
                </a:lnTo>
                <a:lnTo>
                  <a:pt x="2235841" y="67042"/>
                </a:lnTo>
                <a:lnTo>
                  <a:pt x="2235892" y="66075"/>
                </a:lnTo>
                <a:lnTo>
                  <a:pt x="2235964" y="65126"/>
                </a:lnTo>
                <a:lnTo>
                  <a:pt x="2236057" y="64197"/>
                </a:lnTo>
                <a:lnTo>
                  <a:pt x="2236170" y="63287"/>
                </a:lnTo>
                <a:lnTo>
                  <a:pt x="2236304" y="62395"/>
                </a:lnTo>
                <a:lnTo>
                  <a:pt x="2236458" y="61523"/>
                </a:lnTo>
                <a:lnTo>
                  <a:pt x="2236633" y="60669"/>
                </a:lnTo>
                <a:lnTo>
                  <a:pt x="2236829" y="59834"/>
                </a:lnTo>
                <a:lnTo>
                  <a:pt x="2237045" y="59018"/>
                </a:lnTo>
                <a:lnTo>
                  <a:pt x="2237281" y="58221"/>
                </a:lnTo>
                <a:lnTo>
                  <a:pt x="2237539" y="57443"/>
                </a:lnTo>
                <a:lnTo>
                  <a:pt x="2237816" y="56684"/>
                </a:lnTo>
                <a:lnTo>
                  <a:pt x="2238115" y="55944"/>
                </a:lnTo>
                <a:lnTo>
                  <a:pt x="2238434" y="55223"/>
                </a:lnTo>
                <a:lnTo>
                  <a:pt x="2238773" y="54520"/>
                </a:lnTo>
                <a:lnTo>
                  <a:pt x="2239133" y="53837"/>
                </a:lnTo>
                <a:lnTo>
                  <a:pt x="2239514" y="53172"/>
                </a:lnTo>
                <a:lnTo>
                  <a:pt x="2239915" y="52526"/>
                </a:lnTo>
                <a:lnTo>
                  <a:pt x="2240337" y="51900"/>
                </a:lnTo>
                <a:lnTo>
                  <a:pt x="2240779" y="51292"/>
                </a:lnTo>
                <a:lnTo>
                  <a:pt x="2241242" y="50703"/>
                </a:lnTo>
                <a:lnTo>
                  <a:pt x="2241726" y="50133"/>
                </a:lnTo>
                <a:lnTo>
                  <a:pt x="2242239" y="49571"/>
                </a:lnTo>
                <a:lnTo>
                  <a:pt x="2242762" y="49033"/>
                </a:lnTo>
                <a:lnTo>
                  <a:pt x="2243295" y="48519"/>
                </a:lnTo>
                <a:lnTo>
                  <a:pt x="2243839" y="48028"/>
                </a:lnTo>
                <a:lnTo>
                  <a:pt x="2244394" y="47562"/>
                </a:lnTo>
                <a:lnTo>
                  <a:pt x="2244959" y="47120"/>
                </a:lnTo>
                <a:lnTo>
                  <a:pt x="2245535" y="46701"/>
                </a:lnTo>
                <a:lnTo>
                  <a:pt x="2246122" y="46307"/>
                </a:lnTo>
                <a:lnTo>
                  <a:pt x="2246719" y="45936"/>
                </a:lnTo>
                <a:lnTo>
                  <a:pt x="2247326" y="45589"/>
                </a:lnTo>
                <a:lnTo>
                  <a:pt x="2247945" y="45266"/>
                </a:lnTo>
                <a:lnTo>
                  <a:pt x="2248573" y="44967"/>
                </a:lnTo>
                <a:lnTo>
                  <a:pt x="2249213" y="44692"/>
                </a:lnTo>
                <a:lnTo>
                  <a:pt x="2249862" y="44441"/>
                </a:lnTo>
                <a:lnTo>
                  <a:pt x="2250523" y="44214"/>
                </a:lnTo>
                <a:lnTo>
                  <a:pt x="2251194" y="44011"/>
                </a:lnTo>
                <a:lnTo>
                  <a:pt x="2251875" y="43832"/>
                </a:lnTo>
                <a:lnTo>
                  <a:pt x="2252567" y="43676"/>
                </a:lnTo>
                <a:lnTo>
                  <a:pt x="2253270" y="43545"/>
                </a:lnTo>
                <a:lnTo>
                  <a:pt x="2253983" y="43437"/>
                </a:lnTo>
                <a:lnTo>
                  <a:pt x="2254707" y="43353"/>
                </a:lnTo>
                <a:lnTo>
                  <a:pt x="2255442" y="43293"/>
                </a:lnTo>
                <a:lnTo>
                  <a:pt x="2256187" y="43258"/>
                </a:lnTo>
                <a:lnTo>
                  <a:pt x="2256942" y="43246"/>
                </a:lnTo>
                <a:lnTo>
                  <a:pt x="2257710" y="43258"/>
                </a:lnTo>
                <a:lnTo>
                  <a:pt x="2258467" y="43293"/>
                </a:lnTo>
                <a:lnTo>
                  <a:pt x="2259212" y="43353"/>
                </a:lnTo>
                <a:lnTo>
                  <a:pt x="2259945" y="43437"/>
                </a:lnTo>
                <a:lnTo>
                  <a:pt x="2260667" y="43545"/>
                </a:lnTo>
                <a:lnTo>
                  <a:pt x="2261377" y="43676"/>
                </a:lnTo>
                <a:lnTo>
                  <a:pt x="2262075" y="43832"/>
                </a:lnTo>
                <a:lnTo>
                  <a:pt x="2262762" y="44011"/>
                </a:lnTo>
                <a:lnTo>
                  <a:pt x="2263436" y="44214"/>
                </a:lnTo>
                <a:lnTo>
                  <a:pt x="2264100" y="44441"/>
                </a:lnTo>
                <a:lnTo>
                  <a:pt x="2264751" y="44692"/>
                </a:lnTo>
                <a:lnTo>
                  <a:pt x="2265391" y="44967"/>
                </a:lnTo>
                <a:lnTo>
                  <a:pt x="2266019" y="45266"/>
                </a:lnTo>
                <a:lnTo>
                  <a:pt x="2266636" y="45589"/>
                </a:lnTo>
                <a:lnTo>
                  <a:pt x="2267240" y="45936"/>
                </a:lnTo>
                <a:lnTo>
                  <a:pt x="2267834" y="46307"/>
                </a:lnTo>
                <a:lnTo>
                  <a:pt x="2268415" y="46701"/>
                </a:lnTo>
                <a:lnTo>
                  <a:pt x="2268985" y="47120"/>
                </a:lnTo>
                <a:lnTo>
                  <a:pt x="2269543" y="47562"/>
                </a:lnTo>
                <a:lnTo>
                  <a:pt x="2270089" y="48028"/>
                </a:lnTo>
                <a:lnTo>
                  <a:pt x="2270624" y="48519"/>
                </a:lnTo>
                <a:lnTo>
                  <a:pt x="2271147" y="49033"/>
                </a:lnTo>
                <a:lnTo>
                  <a:pt x="2271658" y="49571"/>
                </a:lnTo>
                <a:lnTo>
                  <a:pt x="2272158" y="50133"/>
                </a:lnTo>
                <a:lnTo>
                  <a:pt x="2272642" y="50703"/>
                </a:lnTo>
                <a:lnTo>
                  <a:pt x="2273105" y="51292"/>
                </a:lnTo>
                <a:lnTo>
                  <a:pt x="2273547" y="51900"/>
                </a:lnTo>
                <a:lnTo>
                  <a:pt x="2273969" y="52526"/>
                </a:lnTo>
                <a:lnTo>
                  <a:pt x="2274370" y="53172"/>
                </a:lnTo>
                <a:lnTo>
                  <a:pt x="2274751" y="53837"/>
                </a:lnTo>
                <a:lnTo>
                  <a:pt x="2275111" y="54520"/>
                </a:lnTo>
                <a:lnTo>
                  <a:pt x="2275450" y="55223"/>
                </a:lnTo>
                <a:lnTo>
                  <a:pt x="2275769" y="55944"/>
                </a:lnTo>
                <a:lnTo>
                  <a:pt x="2276068" y="56684"/>
                </a:lnTo>
                <a:lnTo>
                  <a:pt x="2276346" y="57443"/>
                </a:lnTo>
                <a:lnTo>
                  <a:pt x="2276603" y="58221"/>
                </a:lnTo>
                <a:lnTo>
                  <a:pt x="2276839" y="59018"/>
                </a:lnTo>
                <a:lnTo>
                  <a:pt x="2277056" y="59834"/>
                </a:lnTo>
                <a:lnTo>
                  <a:pt x="2277251" y="60669"/>
                </a:lnTo>
                <a:lnTo>
                  <a:pt x="2277426" y="61523"/>
                </a:lnTo>
                <a:lnTo>
                  <a:pt x="2277580" y="62395"/>
                </a:lnTo>
                <a:lnTo>
                  <a:pt x="2277714" y="63287"/>
                </a:lnTo>
                <a:lnTo>
                  <a:pt x="2277827" y="64197"/>
                </a:lnTo>
                <a:lnTo>
                  <a:pt x="2277920" y="65126"/>
                </a:lnTo>
                <a:lnTo>
                  <a:pt x="2277992" y="66075"/>
                </a:lnTo>
                <a:lnTo>
                  <a:pt x="2278043" y="67042"/>
                </a:lnTo>
                <a:lnTo>
                  <a:pt x="2278074" y="68028"/>
                </a:lnTo>
                <a:lnTo>
                  <a:pt x="2278084" y="69033"/>
                </a:lnTo>
                <a:lnTo>
                  <a:pt x="2278084" y="79764"/>
                </a:lnTo>
                <a:lnTo>
                  <a:pt x="2278074" y="80769"/>
                </a:lnTo>
                <a:lnTo>
                  <a:pt x="2278043" y="81756"/>
                </a:lnTo>
                <a:lnTo>
                  <a:pt x="2277992" y="82725"/>
                </a:lnTo>
                <a:lnTo>
                  <a:pt x="2277920" y="83675"/>
                </a:lnTo>
                <a:lnTo>
                  <a:pt x="2277827" y="84607"/>
                </a:lnTo>
                <a:lnTo>
                  <a:pt x="2277714" y="85520"/>
                </a:lnTo>
                <a:lnTo>
                  <a:pt x="2277580" y="86415"/>
                </a:lnTo>
                <a:lnTo>
                  <a:pt x="2277426" y="87292"/>
                </a:lnTo>
                <a:lnTo>
                  <a:pt x="2277251" y="88150"/>
                </a:lnTo>
                <a:lnTo>
                  <a:pt x="2277056" y="88990"/>
                </a:lnTo>
                <a:lnTo>
                  <a:pt x="2276839" y="89812"/>
                </a:lnTo>
                <a:lnTo>
                  <a:pt x="2276603" y="90616"/>
                </a:lnTo>
                <a:lnTo>
                  <a:pt x="2276346" y="91401"/>
                </a:lnTo>
                <a:lnTo>
                  <a:pt x="2276068" y="92167"/>
                </a:lnTo>
                <a:lnTo>
                  <a:pt x="2275769" y="92915"/>
                </a:lnTo>
                <a:lnTo>
                  <a:pt x="2275450" y="93645"/>
                </a:lnTo>
                <a:lnTo>
                  <a:pt x="2275111" y="94357"/>
                </a:lnTo>
                <a:lnTo>
                  <a:pt x="2274751" y="95050"/>
                </a:lnTo>
                <a:lnTo>
                  <a:pt x="2274370" y="95725"/>
                </a:lnTo>
                <a:lnTo>
                  <a:pt x="2273969" y="96382"/>
                </a:lnTo>
                <a:lnTo>
                  <a:pt x="2273547" y="97020"/>
                </a:lnTo>
                <a:lnTo>
                  <a:pt x="2273105" y="97640"/>
                </a:lnTo>
                <a:lnTo>
                  <a:pt x="2272642" y="98241"/>
                </a:lnTo>
                <a:lnTo>
                  <a:pt x="2272158" y="98824"/>
                </a:lnTo>
                <a:lnTo>
                  <a:pt x="2271658" y="99373"/>
                </a:lnTo>
                <a:lnTo>
                  <a:pt x="2271147" y="99899"/>
                </a:lnTo>
                <a:lnTo>
                  <a:pt x="2270624" y="100401"/>
                </a:lnTo>
                <a:lnTo>
                  <a:pt x="2270089" y="100880"/>
                </a:lnTo>
                <a:lnTo>
                  <a:pt x="2269543" y="101335"/>
                </a:lnTo>
                <a:lnTo>
                  <a:pt x="2268985" y="101767"/>
                </a:lnTo>
                <a:lnTo>
                  <a:pt x="2268415" y="102176"/>
                </a:lnTo>
                <a:lnTo>
                  <a:pt x="2267834" y="102561"/>
                </a:lnTo>
                <a:lnTo>
                  <a:pt x="2267240" y="102924"/>
                </a:lnTo>
                <a:lnTo>
                  <a:pt x="2266636" y="103262"/>
                </a:lnTo>
                <a:lnTo>
                  <a:pt x="2266019" y="103578"/>
                </a:lnTo>
                <a:lnTo>
                  <a:pt x="2265391" y="103870"/>
                </a:lnTo>
                <a:lnTo>
                  <a:pt x="2264751" y="104138"/>
                </a:lnTo>
                <a:lnTo>
                  <a:pt x="2264100" y="104383"/>
                </a:lnTo>
                <a:lnTo>
                  <a:pt x="2263436" y="104605"/>
                </a:lnTo>
                <a:lnTo>
                  <a:pt x="2262762" y="104804"/>
                </a:lnTo>
                <a:lnTo>
                  <a:pt x="2262075" y="104979"/>
                </a:lnTo>
                <a:lnTo>
                  <a:pt x="2261377" y="105131"/>
                </a:lnTo>
                <a:lnTo>
                  <a:pt x="2260667" y="105259"/>
                </a:lnTo>
                <a:lnTo>
                  <a:pt x="2259945" y="105364"/>
                </a:lnTo>
                <a:lnTo>
                  <a:pt x="2259212" y="105446"/>
                </a:lnTo>
                <a:lnTo>
                  <a:pt x="2258467" y="105505"/>
                </a:lnTo>
                <a:lnTo>
                  <a:pt x="2257710" y="105540"/>
                </a:lnTo>
                <a:lnTo>
                  <a:pt x="2256942" y="105551"/>
                </a:lnTo>
                <a:lnTo>
                  <a:pt x="2256187" y="105540"/>
                </a:lnTo>
                <a:lnTo>
                  <a:pt x="2255442" y="105505"/>
                </a:lnTo>
                <a:lnTo>
                  <a:pt x="2254707" y="105446"/>
                </a:lnTo>
                <a:lnTo>
                  <a:pt x="2253983" y="105364"/>
                </a:lnTo>
                <a:lnTo>
                  <a:pt x="2253270" y="105259"/>
                </a:lnTo>
                <a:lnTo>
                  <a:pt x="2252567" y="105131"/>
                </a:lnTo>
                <a:close/>
                <a:moveTo>
                  <a:pt x="2606398" y="55414"/>
                </a:moveTo>
                <a:lnTo>
                  <a:pt x="2606414" y="55508"/>
                </a:lnTo>
                <a:lnTo>
                  <a:pt x="2606430" y="55609"/>
                </a:lnTo>
                <a:lnTo>
                  <a:pt x="2606447" y="55715"/>
                </a:lnTo>
                <a:lnTo>
                  <a:pt x="2606465" y="55828"/>
                </a:lnTo>
                <a:lnTo>
                  <a:pt x="2606483" y="55946"/>
                </a:lnTo>
                <a:lnTo>
                  <a:pt x="2606502" y="56071"/>
                </a:lnTo>
                <a:lnTo>
                  <a:pt x="2606521" y="56202"/>
                </a:lnTo>
                <a:lnTo>
                  <a:pt x="2606541" y="56339"/>
                </a:lnTo>
                <a:lnTo>
                  <a:pt x="2606561" y="56483"/>
                </a:lnTo>
                <a:lnTo>
                  <a:pt x="2606582" y="56632"/>
                </a:lnTo>
                <a:lnTo>
                  <a:pt x="2606603" y="56787"/>
                </a:lnTo>
                <a:lnTo>
                  <a:pt x="2606625" y="56949"/>
                </a:lnTo>
                <a:lnTo>
                  <a:pt x="2606648" y="57117"/>
                </a:lnTo>
                <a:lnTo>
                  <a:pt x="2606671" y="57290"/>
                </a:lnTo>
                <a:lnTo>
                  <a:pt x="2606694" y="57470"/>
                </a:lnTo>
                <a:lnTo>
                  <a:pt x="2606719" y="57656"/>
                </a:lnTo>
                <a:lnTo>
                  <a:pt x="2606743" y="57849"/>
                </a:lnTo>
                <a:lnTo>
                  <a:pt x="2606769" y="58047"/>
                </a:lnTo>
                <a:lnTo>
                  <a:pt x="2606795" y="58251"/>
                </a:lnTo>
                <a:lnTo>
                  <a:pt x="2606821" y="58462"/>
                </a:lnTo>
                <a:lnTo>
                  <a:pt x="2621557" y="58462"/>
                </a:lnTo>
                <a:lnTo>
                  <a:pt x="2621557" y="56540"/>
                </a:lnTo>
                <a:lnTo>
                  <a:pt x="2621565" y="56011"/>
                </a:lnTo>
                <a:lnTo>
                  <a:pt x="2621589" y="55492"/>
                </a:lnTo>
                <a:lnTo>
                  <a:pt x="2621629" y="54983"/>
                </a:lnTo>
                <a:lnTo>
                  <a:pt x="2621686" y="54484"/>
                </a:lnTo>
                <a:lnTo>
                  <a:pt x="2621758" y="53995"/>
                </a:lnTo>
                <a:lnTo>
                  <a:pt x="2621847" y="53516"/>
                </a:lnTo>
                <a:lnTo>
                  <a:pt x="2621952" y="53048"/>
                </a:lnTo>
                <a:lnTo>
                  <a:pt x="2622073" y="52589"/>
                </a:lnTo>
                <a:lnTo>
                  <a:pt x="2622210" y="52140"/>
                </a:lnTo>
                <a:lnTo>
                  <a:pt x="2622363" y="51701"/>
                </a:lnTo>
                <a:lnTo>
                  <a:pt x="2622532" y="51272"/>
                </a:lnTo>
                <a:lnTo>
                  <a:pt x="2622718" y="50854"/>
                </a:lnTo>
                <a:lnTo>
                  <a:pt x="2622920" y="50445"/>
                </a:lnTo>
                <a:lnTo>
                  <a:pt x="2623137" y="50046"/>
                </a:lnTo>
                <a:lnTo>
                  <a:pt x="2623371" y="49657"/>
                </a:lnTo>
                <a:lnTo>
                  <a:pt x="2623621" y="49279"/>
                </a:lnTo>
                <a:lnTo>
                  <a:pt x="2623887" y="48910"/>
                </a:lnTo>
                <a:lnTo>
                  <a:pt x="2624169" y="48551"/>
                </a:lnTo>
                <a:lnTo>
                  <a:pt x="2624468" y="48202"/>
                </a:lnTo>
                <a:lnTo>
                  <a:pt x="2624782" y="47864"/>
                </a:lnTo>
                <a:lnTo>
                  <a:pt x="2625113" y="47535"/>
                </a:lnTo>
                <a:lnTo>
                  <a:pt x="2625460" y="47216"/>
                </a:lnTo>
                <a:lnTo>
                  <a:pt x="2625823" y="46908"/>
                </a:lnTo>
                <a:lnTo>
                  <a:pt x="2626202" y="46609"/>
                </a:lnTo>
                <a:lnTo>
                  <a:pt x="2626595" y="46322"/>
                </a:lnTo>
                <a:lnTo>
                  <a:pt x="2627002" y="46046"/>
                </a:lnTo>
                <a:lnTo>
                  <a:pt x="2627423" y="45783"/>
                </a:lnTo>
                <a:lnTo>
                  <a:pt x="2627857" y="45532"/>
                </a:lnTo>
                <a:lnTo>
                  <a:pt x="2628304" y="45294"/>
                </a:lnTo>
                <a:lnTo>
                  <a:pt x="2628764" y="45068"/>
                </a:lnTo>
                <a:lnTo>
                  <a:pt x="2629238" y="44853"/>
                </a:lnTo>
                <a:lnTo>
                  <a:pt x="2629725" y="44652"/>
                </a:lnTo>
                <a:lnTo>
                  <a:pt x="2630226" y="44462"/>
                </a:lnTo>
                <a:lnTo>
                  <a:pt x="2630740" y="44284"/>
                </a:lnTo>
                <a:lnTo>
                  <a:pt x="2631267" y="44119"/>
                </a:lnTo>
                <a:lnTo>
                  <a:pt x="2631807" y="43966"/>
                </a:lnTo>
                <a:lnTo>
                  <a:pt x="2632361" y="43826"/>
                </a:lnTo>
                <a:lnTo>
                  <a:pt x="2632928" y="43697"/>
                </a:lnTo>
                <a:lnTo>
                  <a:pt x="2633509" y="43581"/>
                </a:lnTo>
                <a:lnTo>
                  <a:pt x="2634103" y="43477"/>
                </a:lnTo>
                <a:lnTo>
                  <a:pt x="2634710" y="43385"/>
                </a:lnTo>
                <a:lnTo>
                  <a:pt x="2635331" y="43306"/>
                </a:lnTo>
                <a:lnTo>
                  <a:pt x="2635965" y="43238"/>
                </a:lnTo>
                <a:lnTo>
                  <a:pt x="2636612" y="43183"/>
                </a:lnTo>
                <a:lnTo>
                  <a:pt x="2637273" y="43140"/>
                </a:lnTo>
                <a:lnTo>
                  <a:pt x="2637947" y="43110"/>
                </a:lnTo>
                <a:lnTo>
                  <a:pt x="2638635" y="43092"/>
                </a:lnTo>
                <a:lnTo>
                  <a:pt x="2639335" y="43085"/>
                </a:lnTo>
                <a:lnTo>
                  <a:pt x="2640100" y="43092"/>
                </a:lnTo>
                <a:lnTo>
                  <a:pt x="2640846" y="43110"/>
                </a:lnTo>
                <a:lnTo>
                  <a:pt x="2641573" y="43140"/>
                </a:lnTo>
                <a:lnTo>
                  <a:pt x="2642281" y="43183"/>
                </a:lnTo>
                <a:lnTo>
                  <a:pt x="2642970" y="43238"/>
                </a:lnTo>
                <a:lnTo>
                  <a:pt x="2643640" y="43306"/>
                </a:lnTo>
                <a:lnTo>
                  <a:pt x="2644291" y="43385"/>
                </a:lnTo>
                <a:lnTo>
                  <a:pt x="2644924" y="43477"/>
                </a:lnTo>
                <a:lnTo>
                  <a:pt x="2645537" y="43581"/>
                </a:lnTo>
                <a:lnTo>
                  <a:pt x="2646131" y="43697"/>
                </a:lnTo>
                <a:lnTo>
                  <a:pt x="2646707" y="43826"/>
                </a:lnTo>
                <a:lnTo>
                  <a:pt x="2647264" y="43966"/>
                </a:lnTo>
                <a:lnTo>
                  <a:pt x="2647802" y="44119"/>
                </a:lnTo>
                <a:lnTo>
                  <a:pt x="2648320" y="44284"/>
                </a:lnTo>
                <a:lnTo>
                  <a:pt x="2648820" y="44462"/>
                </a:lnTo>
                <a:lnTo>
                  <a:pt x="2649302" y="44652"/>
                </a:lnTo>
                <a:lnTo>
                  <a:pt x="2649764" y="44853"/>
                </a:lnTo>
                <a:lnTo>
                  <a:pt x="2650207" y="45068"/>
                </a:lnTo>
                <a:lnTo>
                  <a:pt x="2650631" y="45294"/>
                </a:lnTo>
                <a:lnTo>
                  <a:pt x="2651037" y="45532"/>
                </a:lnTo>
                <a:lnTo>
                  <a:pt x="2651423" y="45783"/>
                </a:lnTo>
                <a:lnTo>
                  <a:pt x="2651791" y="46046"/>
                </a:lnTo>
                <a:lnTo>
                  <a:pt x="2652140" y="46322"/>
                </a:lnTo>
                <a:lnTo>
                  <a:pt x="2652469" y="46609"/>
                </a:lnTo>
                <a:lnTo>
                  <a:pt x="2652796" y="46910"/>
                </a:lnTo>
                <a:lnTo>
                  <a:pt x="2653109" y="47225"/>
                </a:lnTo>
                <a:lnTo>
                  <a:pt x="2653408" y="47555"/>
                </a:lnTo>
                <a:lnTo>
                  <a:pt x="2653693" y="47899"/>
                </a:lnTo>
                <a:lnTo>
                  <a:pt x="2653964" y="48258"/>
                </a:lnTo>
                <a:lnTo>
                  <a:pt x="2654221" y="48631"/>
                </a:lnTo>
                <a:lnTo>
                  <a:pt x="2654464" y="49019"/>
                </a:lnTo>
                <a:lnTo>
                  <a:pt x="2654694" y="49421"/>
                </a:lnTo>
                <a:lnTo>
                  <a:pt x="2654909" y="49838"/>
                </a:lnTo>
                <a:lnTo>
                  <a:pt x="2655111" y="50269"/>
                </a:lnTo>
                <a:lnTo>
                  <a:pt x="2655299" y="50714"/>
                </a:lnTo>
                <a:lnTo>
                  <a:pt x="2655472" y="51174"/>
                </a:lnTo>
                <a:lnTo>
                  <a:pt x="2655632" y="51648"/>
                </a:lnTo>
                <a:lnTo>
                  <a:pt x="2655778" y="52137"/>
                </a:lnTo>
                <a:lnTo>
                  <a:pt x="2655910" y="52640"/>
                </a:lnTo>
                <a:lnTo>
                  <a:pt x="2656028" y="53158"/>
                </a:lnTo>
                <a:lnTo>
                  <a:pt x="2656133" y="53690"/>
                </a:lnTo>
                <a:lnTo>
                  <a:pt x="2656223" y="54237"/>
                </a:lnTo>
                <a:lnTo>
                  <a:pt x="2656300" y="54798"/>
                </a:lnTo>
                <a:lnTo>
                  <a:pt x="2656362" y="55374"/>
                </a:lnTo>
                <a:lnTo>
                  <a:pt x="2656411" y="55964"/>
                </a:lnTo>
                <a:lnTo>
                  <a:pt x="2656446" y="56569"/>
                </a:lnTo>
                <a:lnTo>
                  <a:pt x="2656466" y="57188"/>
                </a:lnTo>
                <a:lnTo>
                  <a:pt x="2656473" y="57821"/>
                </a:lnTo>
                <a:lnTo>
                  <a:pt x="2656473" y="66790"/>
                </a:lnTo>
                <a:lnTo>
                  <a:pt x="2654898" y="66795"/>
                </a:lnTo>
                <a:lnTo>
                  <a:pt x="2653348" y="66809"/>
                </a:lnTo>
                <a:lnTo>
                  <a:pt x="2651823" y="66833"/>
                </a:lnTo>
                <a:lnTo>
                  <a:pt x="2650325" y="66866"/>
                </a:lnTo>
                <a:lnTo>
                  <a:pt x="2648851" y="66909"/>
                </a:lnTo>
                <a:lnTo>
                  <a:pt x="2647404" y="66961"/>
                </a:lnTo>
                <a:lnTo>
                  <a:pt x="2645982" y="67022"/>
                </a:lnTo>
                <a:lnTo>
                  <a:pt x="2644585" y="67093"/>
                </a:lnTo>
                <a:lnTo>
                  <a:pt x="2643214" y="67173"/>
                </a:lnTo>
                <a:lnTo>
                  <a:pt x="2641869" y="67263"/>
                </a:lnTo>
                <a:lnTo>
                  <a:pt x="2640549" y="67362"/>
                </a:lnTo>
                <a:lnTo>
                  <a:pt x="2639255" y="67471"/>
                </a:lnTo>
                <a:lnTo>
                  <a:pt x="2637987" y="67589"/>
                </a:lnTo>
                <a:lnTo>
                  <a:pt x="2636744" y="67717"/>
                </a:lnTo>
                <a:lnTo>
                  <a:pt x="2635526" y="67854"/>
                </a:lnTo>
                <a:lnTo>
                  <a:pt x="2634334" y="68001"/>
                </a:lnTo>
                <a:lnTo>
                  <a:pt x="2633168" y="68157"/>
                </a:lnTo>
                <a:lnTo>
                  <a:pt x="2632028" y="68322"/>
                </a:lnTo>
                <a:lnTo>
                  <a:pt x="2630913" y="68497"/>
                </a:lnTo>
                <a:lnTo>
                  <a:pt x="2629823" y="68681"/>
                </a:lnTo>
                <a:lnTo>
                  <a:pt x="2628759" y="68875"/>
                </a:lnTo>
                <a:lnTo>
                  <a:pt x="2627721" y="69078"/>
                </a:lnTo>
                <a:lnTo>
                  <a:pt x="2626708" y="69291"/>
                </a:lnTo>
                <a:lnTo>
                  <a:pt x="2625721" y="69513"/>
                </a:lnTo>
                <a:lnTo>
                  <a:pt x="2624771" y="69746"/>
                </a:lnTo>
                <a:lnTo>
                  <a:pt x="2623842" y="69989"/>
                </a:lnTo>
                <a:lnTo>
                  <a:pt x="2622936" y="70244"/>
                </a:lnTo>
                <a:lnTo>
                  <a:pt x="2622050" y="70510"/>
                </a:lnTo>
                <a:lnTo>
                  <a:pt x="2621187" y="70787"/>
                </a:lnTo>
                <a:lnTo>
                  <a:pt x="2620345" y="71075"/>
                </a:lnTo>
                <a:lnTo>
                  <a:pt x="2619525" y="71374"/>
                </a:lnTo>
                <a:lnTo>
                  <a:pt x="2618727" y="71684"/>
                </a:lnTo>
                <a:lnTo>
                  <a:pt x="2617950" y="72006"/>
                </a:lnTo>
                <a:lnTo>
                  <a:pt x="2617195" y="72338"/>
                </a:lnTo>
                <a:lnTo>
                  <a:pt x="2616462" y="72682"/>
                </a:lnTo>
                <a:lnTo>
                  <a:pt x="2615751" y="73037"/>
                </a:lnTo>
                <a:lnTo>
                  <a:pt x="2615061" y="73403"/>
                </a:lnTo>
                <a:lnTo>
                  <a:pt x="2614392" y="73780"/>
                </a:lnTo>
                <a:lnTo>
                  <a:pt x="2613746" y="74168"/>
                </a:lnTo>
                <a:lnTo>
                  <a:pt x="2613121" y="74568"/>
                </a:lnTo>
                <a:lnTo>
                  <a:pt x="2612518" y="74978"/>
                </a:lnTo>
                <a:lnTo>
                  <a:pt x="2611937" y="75400"/>
                </a:lnTo>
                <a:lnTo>
                  <a:pt x="2611377" y="75832"/>
                </a:lnTo>
                <a:lnTo>
                  <a:pt x="2610839" y="76276"/>
                </a:lnTo>
                <a:lnTo>
                  <a:pt x="2610322" y="76731"/>
                </a:lnTo>
                <a:lnTo>
                  <a:pt x="2609828" y="77197"/>
                </a:lnTo>
                <a:lnTo>
                  <a:pt x="2609355" y="77674"/>
                </a:lnTo>
                <a:lnTo>
                  <a:pt x="2608903" y="78162"/>
                </a:lnTo>
                <a:lnTo>
                  <a:pt x="2608485" y="78650"/>
                </a:lnTo>
                <a:lnTo>
                  <a:pt x="2608085" y="79150"/>
                </a:lnTo>
                <a:lnTo>
                  <a:pt x="2607702" y="79664"/>
                </a:lnTo>
                <a:lnTo>
                  <a:pt x="2607337" y="80191"/>
                </a:lnTo>
                <a:lnTo>
                  <a:pt x="2606990" y="80732"/>
                </a:lnTo>
                <a:lnTo>
                  <a:pt x="2606661" y="81286"/>
                </a:lnTo>
                <a:lnTo>
                  <a:pt x="2606350" y="81853"/>
                </a:lnTo>
                <a:lnTo>
                  <a:pt x="2606056" y="82434"/>
                </a:lnTo>
                <a:lnTo>
                  <a:pt x="2605780" y="83028"/>
                </a:lnTo>
                <a:lnTo>
                  <a:pt x="2605522" y="83635"/>
                </a:lnTo>
                <a:lnTo>
                  <a:pt x="2605282" y="84256"/>
                </a:lnTo>
                <a:lnTo>
                  <a:pt x="2605059" y="84890"/>
                </a:lnTo>
                <a:lnTo>
                  <a:pt x="2604855" y="85537"/>
                </a:lnTo>
                <a:lnTo>
                  <a:pt x="2604668" y="86198"/>
                </a:lnTo>
                <a:lnTo>
                  <a:pt x="2604499" y="86872"/>
                </a:lnTo>
                <a:lnTo>
                  <a:pt x="2604347" y="87559"/>
                </a:lnTo>
                <a:lnTo>
                  <a:pt x="2604214" y="88260"/>
                </a:lnTo>
                <a:lnTo>
                  <a:pt x="2604098" y="88974"/>
                </a:lnTo>
                <a:lnTo>
                  <a:pt x="2604000" y="89701"/>
                </a:lnTo>
                <a:lnTo>
                  <a:pt x="2603920" y="90442"/>
                </a:lnTo>
                <a:lnTo>
                  <a:pt x="2603858" y="91196"/>
                </a:lnTo>
                <a:lnTo>
                  <a:pt x="2603813" y="91964"/>
                </a:lnTo>
                <a:lnTo>
                  <a:pt x="2603787" y="92744"/>
                </a:lnTo>
                <a:lnTo>
                  <a:pt x="2603778" y="93539"/>
                </a:lnTo>
                <a:lnTo>
                  <a:pt x="2603789" y="94490"/>
                </a:lnTo>
                <a:lnTo>
                  <a:pt x="2603825" y="95422"/>
                </a:lnTo>
                <a:lnTo>
                  <a:pt x="2603883" y="96334"/>
                </a:lnTo>
                <a:lnTo>
                  <a:pt x="2603965" y="97227"/>
                </a:lnTo>
                <a:lnTo>
                  <a:pt x="2604070" y="98100"/>
                </a:lnTo>
                <a:lnTo>
                  <a:pt x="2604198" y="98954"/>
                </a:lnTo>
                <a:lnTo>
                  <a:pt x="2604350" y="99789"/>
                </a:lnTo>
                <a:lnTo>
                  <a:pt x="2604525" y="100604"/>
                </a:lnTo>
                <a:lnTo>
                  <a:pt x="2604724" y="101399"/>
                </a:lnTo>
                <a:lnTo>
                  <a:pt x="2604946" y="102176"/>
                </a:lnTo>
                <a:lnTo>
                  <a:pt x="2605191" y="102932"/>
                </a:lnTo>
                <a:lnTo>
                  <a:pt x="2605460" y="103669"/>
                </a:lnTo>
                <a:lnTo>
                  <a:pt x="2605752" y="104387"/>
                </a:lnTo>
                <a:lnTo>
                  <a:pt x="2606067" y="105085"/>
                </a:lnTo>
                <a:lnTo>
                  <a:pt x="2606406" y="105764"/>
                </a:lnTo>
                <a:lnTo>
                  <a:pt x="2606768" y="106423"/>
                </a:lnTo>
                <a:lnTo>
                  <a:pt x="2607153" y="107063"/>
                </a:lnTo>
                <a:lnTo>
                  <a:pt x="2607562" y="107684"/>
                </a:lnTo>
                <a:lnTo>
                  <a:pt x="2607994" y="108284"/>
                </a:lnTo>
                <a:lnTo>
                  <a:pt x="2608449" y="108866"/>
                </a:lnTo>
                <a:lnTo>
                  <a:pt x="2608928" y="109428"/>
                </a:lnTo>
                <a:lnTo>
                  <a:pt x="2609430" y="109970"/>
                </a:lnTo>
                <a:lnTo>
                  <a:pt x="2609956" y="110493"/>
                </a:lnTo>
                <a:lnTo>
                  <a:pt x="2610505" y="110997"/>
                </a:lnTo>
                <a:lnTo>
                  <a:pt x="2611089" y="111481"/>
                </a:lnTo>
                <a:lnTo>
                  <a:pt x="2611693" y="111944"/>
                </a:lnTo>
                <a:lnTo>
                  <a:pt x="2612317" y="112386"/>
                </a:lnTo>
                <a:lnTo>
                  <a:pt x="2612961" y="112808"/>
                </a:lnTo>
                <a:lnTo>
                  <a:pt x="2613625" y="113209"/>
                </a:lnTo>
                <a:lnTo>
                  <a:pt x="2614309" y="113590"/>
                </a:lnTo>
                <a:lnTo>
                  <a:pt x="2615013" y="113950"/>
                </a:lnTo>
                <a:lnTo>
                  <a:pt x="2615737" y="114289"/>
                </a:lnTo>
                <a:lnTo>
                  <a:pt x="2616481" y="114608"/>
                </a:lnTo>
                <a:lnTo>
                  <a:pt x="2617245" y="114907"/>
                </a:lnTo>
                <a:lnTo>
                  <a:pt x="2618030" y="115184"/>
                </a:lnTo>
                <a:lnTo>
                  <a:pt x="2618834" y="115442"/>
                </a:lnTo>
                <a:lnTo>
                  <a:pt x="2619658" y="115678"/>
                </a:lnTo>
                <a:lnTo>
                  <a:pt x="2620502" y="115894"/>
                </a:lnTo>
                <a:lnTo>
                  <a:pt x="2621366" y="116090"/>
                </a:lnTo>
                <a:lnTo>
                  <a:pt x="2622251" y="116265"/>
                </a:lnTo>
                <a:lnTo>
                  <a:pt x="2623155" y="116419"/>
                </a:lnTo>
                <a:lnTo>
                  <a:pt x="2624079" y="116553"/>
                </a:lnTo>
                <a:lnTo>
                  <a:pt x="2625024" y="116666"/>
                </a:lnTo>
                <a:lnTo>
                  <a:pt x="2625988" y="116759"/>
                </a:lnTo>
                <a:lnTo>
                  <a:pt x="2626972" y="116831"/>
                </a:lnTo>
                <a:lnTo>
                  <a:pt x="2627977" y="116882"/>
                </a:lnTo>
                <a:lnTo>
                  <a:pt x="2629001" y="116913"/>
                </a:lnTo>
                <a:lnTo>
                  <a:pt x="2630046" y="116923"/>
                </a:lnTo>
                <a:lnTo>
                  <a:pt x="2630525" y="116921"/>
                </a:lnTo>
                <a:lnTo>
                  <a:pt x="2631003" y="116914"/>
                </a:lnTo>
                <a:lnTo>
                  <a:pt x="2631480" y="116903"/>
                </a:lnTo>
                <a:lnTo>
                  <a:pt x="2631954" y="116888"/>
                </a:lnTo>
                <a:lnTo>
                  <a:pt x="2632427" y="116868"/>
                </a:lnTo>
                <a:lnTo>
                  <a:pt x="2632899" y="116843"/>
                </a:lnTo>
                <a:lnTo>
                  <a:pt x="2633368" y="116814"/>
                </a:lnTo>
                <a:lnTo>
                  <a:pt x="2633836" y="116781"/>
                </a:lnTo>
                <a:lnTo>
                  <a:pt x="2634302" y="116743"/>
                </a:lnTo>
                <a:lnTo>
                  <a:pt x="2634767" y="116701"/>
                </a:lnTo>
                <a:lnTo>
                  <a:pt x="2635230" y="116654"/>
                </a:lnTo>
                <a:lnTo>
                  <a:pt x="2635691" y="116603"/>
                </a:lnTo>
                <a:lnTo>
                  <a:pt x="2636151" y="116547"/>
                </a:lnTo>
                <a:lnTo>
                  <a:pt x="2636609" y="116487"/>
                </a:lnTo>
                <a:lnTo>
                  <a:pt x="2637065" y="116423"/>
                </a:lnTo>
                <a:lnTo>
                  <a:pt x="2637520" y="116354"/>
                </a:lnTo>
                <a:lnTo>
                  <a:pt x="2637973" y="116280"/>
                </a:lnTo>
                <a:lnTo>
                  <a:pt x="2638424" y="116203"/>
                </a:lnTo>
                <a:lnTo>
                  <a:pt x="2638874" y="116120"/>
                </a:lnTo>
                <a:lnTo>
                  <a:pt x="2639322" y="116033"/>
                </a:lnTo>
                <a:lnTo>
                  <a:pt x="2639768" y="115942"/>
                </a:lnTo>
                <a:lnTo>
                  <a:pt x="2640213" y="115847"/>
                </a:lnTo>
                <a:lnTo>
                  <a:pt x="2640656" y="115746"/>
                </a:lnTo>
                <a:lnTo>
                  <a:pt x="2641097" y="115642"/>
                </a:lnTo>
                <a:lnTo>
                  <a:pt x="2641536" y="115545"/>
                </a:lnTo>
                <a:lnTo>
                  <a:pt x="2641971" y="115443"/>
                </a:lnTo>
                <a:lnTo>
                  <a:pt x="2642404" y="115334"/>
                </a:lnTo>
                <a:lnTo>
                  <a:pt x="2642832" y="115219"/>
                </a:lnTo>
                <a:lnTo>
                  <a:pt x="2643258" y="115098"/>
                </a:lnTo>
                <a:lnTo>
                  <a:pt x="2643680" y="114971"/>
                </a:lnTo>
                <a:lnTo>
                  <a:pt x="2644099" y="114838"/>
                </a:lnTo>
                <a:lnTo>
                  <a:pt x="2644514" y="114699"/>
                </a:lnTo>
                <a:lnTo>
                  <a:pt x="2644926" y="114553"/>
                </a:lnTo>
                <a:lnTo>
                  <a:pt x="2645335" y="114402"/>
                </a:lnTo>
                <a:lnTo>
                  <a:pt x="2645740" y="114244"/>
                </a:lnTo>
                <a:lnTo>
                  <a:pt x="2646142" y="114080"/>
                </a:lnTo>
                <a:lnTo>
                  <a:pt x="2646541" y="113910"/>
                </a:lnTo>
                <a:lnTo>
                  <a:pt x="2646937" y="113734"/>
                </a:lnTo>
                <a:lnTo>
                  <a:pt x="2647329" y="113552"/>
                </a:lnTo>
                <a:lnTo>
                  <a:pt x="2647718" y="113364"/>
                </a:lnTo>
                <a:lnTo>
                  <a:pt x="2648103" y="113170"/>
                </a:lnTo>
                <a:lnTo>
                  <a:pt x="2648485" y="112969"/>
                </a:lnTo>
                <a:lnTo>
                  <a:pt x="2648864" y="112763"/>
                </a:lnTo>
                <a:lnTo>
                  <a:pt x="2649239" y="112550"/>
                </a:lnTo>
                <a:lnTo>
                  <a:pt x="2649611" y="112331"/>
                </a:lnTo>
                <a:lnTo>
                  <a:pt x="2649980" y="112106"/>
                </a:lnTo>
                <a:lnTo>
                  <a:pt x="2650345" y="111875"/>
                </a:lnTo>
                <a:lnTo>
                  <a:pt x="2650707" y="111638"/>
                </a:lnTo>
                <a:lnTo>
                  <a:pt x="2651065" y="111381"/>
                </a:lnTo>
                <a:lnTo>
                  <a:pt x="2651417" y="111117"/>
                </a:lnTo>
                <a:lnTo>
                  <a:pt x="2651764" y="110847"/>
                </a:lnTo>
                <a:lnTo>
                  <a:pt x="2652104" y="110570"/>
                </a:lnTo>
                <a:lnTo>
                  <a:pt x="2652440" y="110286"/>
                </a:lnTo>
                <a:lnTo>
                  <a:pt x="2652770" y="109996"/>
                </a:lnTo>
                <a:lnTo>
                  <a:pt x="2653094" y="109699"/>
                </a:lnTo>
                <a:lnTo>
                  <a:pt x="2653412" y="109395"/>
                </a:lnTo>
                <a:lnTo>
                  <a:pt x="2653726" y="109085"/>
                </a:lnTo>
                <a:lnTo>
                  <a:pt x="2654033" y="108768"/>
                </a:lnTo>
                <a:lnTo>
                  <a:pt x="2654335" y="108444"/>
                </a:lnTo>
                <a:lnTo>
                  <a:pt x="2654632" y="108114"/>
                </a:lnTo>
                <a:lnTo>
                  <a:pt x="2654922" y="107777"/>
                </a:lnTo>
                <a:lnTo>
                  <a:pt x="2655208" y="107433"/>
                </a:lnTo>
                <a:lnTo>
                  <a:pt x="2655487" y="107083"/>
                </a:lnTo>
                <a:lnTo>
                  <a:pt x="2655762" y="106726"/>
                </a:lnTo>
                <a:lnTo>
                  <a:pt x="2656030" y="106362"/>
                </a:lnTo>
                <a:lnTo>
                  <a:pt x="2656293" y="105992"/>
                </a:lnTo>
                <a:lnTo>
                  <a:pt x="2656551" y="105615"/>
                </a:lnTo>
                <a:lnTo>
                  <a:pt x="2656803" y="105231"/>
                </a:lnTo>
                <a:lnTo>
                  <a:pt x="2657049" y="104841"/>
                </a:lnTo>
                <a:lnTo>
                  <a:pt x="2657290" y="104443"/>
                </a:lnTo>
                <a:lnTo>
                  <a:pt x="2657525" y="104040"/>
                </a:lnTo>
                <a:lnTo>
                  <a:pt x="2657755" y="103629"/>
                </a:lnTo>
                <a:lnTo>
                  <a:pt x="2657796" y="104053"/>
                </a:lnTo>
                <a:lnTo>
                  <a:pt x="2657841" y="104468"/>
                </a:lnTo>
                <a:lnTo>
                  <a:pt x="2657890" y="104876"/>
                </a:lnTo>
                <a:lnTo>
                  <a:pt x="2657942" y="105275"/>
                </a:lnTo>
                <a:lnTo>
                  <a:pt x="2657997" y="105668"/>
                </a:lnTo>
                <a:lnTo>
                  <a:pt x="2658055" y="106052"/>
                </a:lnTo>
                <a:lnTo>
                  <a:pt x="2658117" y="106428"/>
                </a:lnTo>
                <a:lnTo>
                  <a:pt x="2658182" y="106797"/>
                </a:lnTo>
                <a:lnTo>
                  <a:pt x="2658250" y="107158"/>
                </a:lnTo>
                <a:lnTo>
                  <a:pt x="2658322" y="107511"/>
                </a:lnTo>
                <a:lnTo>
                  <a:pt x="2658397" y="107857"/>
                </a:lnTo>
                <a:lnTo>
                  <a:pt x="2658475" y="108194"/>
                </a:lnTo>
                <a:lnTo>
                  <a:pt x="2658557" y="108524"/>
                </a:lnTo>
                <a:lnTo>
                  <a:pt x="2658642" y="108846"/>
                </a:lnTo>
                <a:lnTo>
                  <a:pt x="2658731" y="109160"/>
                </a:lnTo>
                <a:lnTo>
                  <a:pt x="2658822" y="109467"/>
                </a:lnTo>
                <a:lnTo>
                  <a:pt x="2658918" y="109765"/>
                </a:lnTo>
                <a:lnTo>
                  <a:pt x="2659016" y="110056"/>
                </a:lnTo>
                <a:lnTo>
                  <a:pt x="2659118" y="110339"/>
                </a:lnTo>
                <a:lnTo>
                  <a:pt x="2659223" y="110614"/>
                </a:lnTo>
                <a:lnTo>
                  <a:pt x="2659331" y="110882"/>
                </a:lnTo>
                <a:lnTo>
                  <a:pt x="2659443" y="111142"/>
                </a:lnTo>
                <a:lnTo>
                  <a:pt x="2659558" y="111394"/>
                </a:lnTo>
                <a:lnTo>
                  <a:pt x="2659677" y="111638"/>
                </a:lnTo>
                <a:lnTo>
                  <a:pt x="2659800" y="111875"/>
                </a:lnTo>
                <a:lnTo>
                  <a:pt x="2659928" y="112106"/>
                </a:lnTo>
                <a:lnTo>
                  <a:pt x="2660062" y="112331"/>
                </a:lnTo>
                <a:lnTo>
                  <a:pt x="2660202" y="112550"/>
                </a:lnTo>
                <a:lnTo>
                  <a:pt x="2660347" y="112763"/>
                </a:lnTo>
                <a:lnTo>
                  <a:pt x="2660498" y="112969"/>
                </a:lnTo>
                <a:lnTo>
                  <a:pt x="2660654" y="113170"/>
                </a:lnTo>
                <a:lnTo>
                  <a:pt x="2660816" y="113364"/>
                </a:lnTo>
                <a:lnTo>
                  <a:pt x="2660983" y="113552"/>
                </a:lnTo>
                <a:lnTo>
                  <a:pt x="2661156" y="113734"/>
                </a:lnTo>
                <a:lnTo>
                  <a:pt x="2661335" y="113910"/>
                </a:lnTo>
                <a:lnTo>
                  <a:pt x="2661519" y="114080"/>
                </a:lnTo>
                <a:lnTo>
                  <a:pt x="2661708" y="114244"/>
                </a:lnTo>
                <a:lnTo>
                  <a:pt x="2661904" y="114402"/>
                </a:lnTo>
                <a:lnTo>
                  <a:pt x="2662104" y="114553"/>
                </a:lnTo>
                <a:lnTo>
                  <a:pt x="2662311" y="114699"/>
                </a:lnTo>
                <a:lnTo>
                  <a:pt x="2662523" y="114838"/>
                </a:lnTo>
                <a:lnTo>
                  <a:pt x="2662740" y="114971"/>
                </a:lnTo>
                <a:lnTo>
                  <a:pt x="2662963" y="115098"/>
                </a:lnTo>
                <a:lnTo>
                  <a:pt x="2663192" y="115219"/>
                </a:lnTo>
                <a:lnTo>
                  <a:pt x="2663426" y="115334"/>
                </a:lnTo>
                <a:lnTo>
                  <a:pt x="2663665" y="115443"/>
                </a:lnTo>
                <a:lnTo>
                  <a:pt x="2663911" y="115545"/>
                </a:lnTo>
                <a:lnTo>
                  <a:pt x="2664161" y="115642"/>
                </a:lnTo>
                <a:lnTo>
                  <a:pt x="2664418" y="115746"/>
                </a:lnTo>
                <a:lnTo>
                  <a:pt x="2664681" y="115847"/>
                </a:lnTo>
                <a:lnTo>
                  <a:pt x="2664950" y="115942"/>
                </a:lnTo>
                <a:lnTo>
                  <a:pt x="2665225" y="116033"/>
                </a:lnTo>
                <a:lnTo>
                  <a:pt x="2665506" y="116120"/>
                </a:lnTo>
                <a:lnTo>
                  <a:pt x="2665793" y="116203"/>
                </a:lnTo>
                <a:lnTo>
                  <a:pt x="2666087" y="116280"/>
                </a:lnTo>
                <a:lnTo>
                  <a:pt x="2666386" y="116354"/>
                </a:lnTo>
                <a:lnTo>
                  <a:pt x="2666692" y="116423"/>
                </a:lnTo>
                <a:lnTo>
                  <a:pt x="2667003" y="116487"/>
                </a:lnTo>
                <a:lnTo>
                  <a:pt x="2667321" y="116547"/>
                </a:lnTo>
                <a:lnTo>
                  <a:pt x="2667645" y="116603"/>
                </a:lnTo>
                <a:lnTo>
                  <a:pt x="2667975" y="116654"/>
                </a:lnTo>
                <a:lnTo>
                  <a:pt x="2668311" y="116701"/>
                </a:lnTo>
                <a:lnTo>
                  <a:pt x="2668654" y="116743"/>
                </a:lnTo>
                <a:lnTo>
                  <a:pt x="2669002" y="116781"/>
                </a:lnTo>
                <a:lnTo>
                  <a:pt x="2669357" y="116814"/>
                </a:lnTo>
                <a:lnTo>
                  <a:pt x="2669717" y="116843"/>
                </a:lnTo>
                <a:lnTo>
                  <a:pt x="2670084" y="116868"/>
                </a:lnTo>
                <a:lnTo>
                  <a:pt x="2670457" y="116888"/>
                </a:lnTo>
                <a:lnTo>
                  <a:pt x="2670836" y="116903"/>
                </a:lnTo>
                <a:lnTo>
                  <a:pt x="2671221" y="116914"/>
                </a:lnTo>
                <a:lnTo>
                  <a:pt x="2671612" y="116921"/>
                </a:lnTo>
                <a:lnTo>
                  <a:pt x="2672010" y="116923"/>
                </a:lnTo>
                <a:lnTo>
                  <a:pt x="2672289" y="116922"/>
                </a:lnTo>
                <a:lnTo>
                  <a:pt x="2672568" y="116918"/>
                </a:lnTo>
                <a:lnTo>
                  <a:pt x="2672846" y="116911"/>
                </a:lnTo>
                <a:lnTo>
                  <a:pt x="2673122" y="116901"/>
                </a:lnTo>
                <a:lnTo>
                  <a:pt x="2673397" y="116889"/>
                </a:lnTo>
                <a:lnTo>
                  <a:pt x="2673671" y="116873"/>
                </a:lnTo>
                <a:lnTo>
                  <a:pt x="2673945" y="116855"/>
                </a:lnTo>
                <a:lnTo>
                  <a:pt x="2674217" y="116834"/>
                </a:lnTo>
                <a:lnTo>
                  <a:pt x="2674487" y="116811"/>
                </a:lnTo>
                <a:lnTo>
                  <a:pt x="2674757" y="116784"/>
                </a:lnTo>
                <a:lnTo>
                  <a:pt x="2675026" y="116755"/>
                </a:lnTo>
                <a:lnTo>
                  <a:pt x="2675293" y="116723"/>
                </a:lnTo>
                <a:lnTo>
                  <a:pt x="2675560" y="116688"/>
                </a:lnTo>
                <a:lnTo>
                  <a:pt x="2675825" y="116651"/>
                </a:lnTo>
                <a:lnTo>
                  <a:pt x="2676089" y="116610"/>
                </a:lnTo>
                <a:lnTo>
                  <a:pt x="2676352" y="116567"/>
                </a:lnTo>
                <a:lnTo>
                  <a:pt x="2676614" y="116521"/>
                </a:lnTo>
                <a:lnTo>
                  <a:pt x="2676875" y="116473"/>
                </a:lnTo>
                <a:lnTo>
                  <a:pt x="2677135" y="116421"/>
                </a:lnTo>
                <a:lnTo>
                  <a:pt x="2677393" y="116367"/>
                </a:lnTo>
                <a:lnTo>
                  <a:pt x="2677651" y="116310"/>
                </a:lnTo>
                <a:lnTo>
                  <a:pt x="2677907" y="116250"/>
                </a:lnTo>
                <a:lnTo>
                  <a:pt x="2678162" y="116188"/>
                </a:lnTo>
                <a:lnTo>
                  <a:pt x="2678417" y="116122"/>
                </a:lnTo>
                <a:lnTo>
                  <a:pt x="2678668" y="116055"/>
                </a:lnTo>
                <a:lnTo>
                  <a:pt x="2678917" y="115985"/>
                </a:lnTo>
                <a:lnTo>
                  <a:pt x="2679162" y="115912"/>
                </a:lnTo>
                <a:lnTo>
                  <a:pt x="2679404" y="115838"/>
                </a:lnTo>
                <a:lnTo>
                  <a:pt x="2679643" y="115761"/>
                </a:lnTo>
                <a:lnTo>
                  <a:pt x="2679878" y="115682"/>
                </a:lnTo>
                <a:lnTo>
                  <a:pt x="2680110" y="115601"/>
                </a:lnTo>
                <a:lnTo>
                  <a:pt x="2680339" y="115517"/>
                </a:lnTo>
                <a:lnTo>
                  <a:pt x="2680564" y="115432"/>
                </a:lnTo>
                <a:lnTo>
                  <a:pt x="2680786" y="115344"/>
                </a:lnTo>
                <a:lnTo>
                  <a:pt x="2681004" y="115254"/>
                </a:lnTo>
                <a:lnTo>
                  <a:pt x="2681219" y="115161"/>
                </a:lnTo>
                <a:lnTo>
                  <a:pt x="2681431" y="115067"/>
                </a:lnTo>
                <a:lnTo>
                  <a:pt x="2681640" y="114970"/>
                </a:lnTo>
                <a:lnTo>
                  <a:pt x="2681845" y="114871"/>
                </a:lnTo>
                <a:lnTo>
                  <a:pt x="2682047" y="114770"/>
                </a:lnTo>
                <a:lnTo>
                  <a:pt x="2682246" y="114666"/>
                </a:lnTo>
                <a:lnTo>
                  <a:pt x="2682441" y="114561"/>
                </a:lnTo>
                <a:lnTo>
                  <a:pt x="2682633" y="114453"/>
                </a:lnTo>
                <a:lnTo>
                  <a:pt x="2682821" y="114343"/>
                </a:lnTo>
                <a:lnTo>
                  <a:pt x="2683006" y="114230"/>
                </a:lnTo>
                <a:lnTo>
                  <a:pt x="2683188" y="114116"/>
                </a:lnTo>
                <a:lnTo>
                  <a:pt x="2683367" y="113999"/>
                </a:lnTo>
                <a:lnTo>
                  <a:pt x="2683542" y="113880"/>
                </a:lnTo>
                <a:lnTo>
                  <a:pt x="2683542" y="103469"/>
                </a:lnTo>
                <a:lnTo>
                  <a:pt x="2683313" y="103626"/>
                </a:lnTo>
                <a:lnTo>
                  <a:pt x="2683082" y="103776"/>
                </a:lnTo>
                <a:lnTo>
                  <a:pt x="2682846" y="103920"/>
                </a:lnTo>
                <a:lnTo>
                  <a:pt x="2682608" y="104056"/>
                </a:lnTo>
                <a:lnTo>
                  <a:pt x="2682366" y="104187"/>
                </a:lnTo>
                <a:lnTo>
                  <a:pt x="2682121" y="104310"/>
                </a:lnTo>
                <a:lnTo>
                  <a:pt x="2681872" y="104427"/>
                </a:lnTo>
                <a:lnTo>
                  <a:pt x="2681620" y="104537"/>
                </a:lnTo>
                <a:lnTo>
                  <a:pt x="2681365" y="104640"/>
                </a:lnTo>
                <a:lnTo>
                  <a:pt x="2681106" y="104737"/>
                </a:lnTo>
                <a:lnTo>
                  <a:pt x="2680844" y="104827"/>
                </a:lnTo>
                <a:lnTo>
                  <a:pt x="2680579" y="104911"/>
                </a:lnTo>
                <a:lnTo>
                  <a:pt x="2680310" y="104987"/>
                </a:lnTo>
                <a:lnTo>
                  <a:pt x="2680038" y="105057"/>
                </a:lnTo>
                <a:lnTo>
                  <a:pt x="2679763" y="105121"/>
                </a:lnTo>
                <a:lnTo>
                  <a:pt x="2679484" y="105178"/>
                </a:lnTo>
                <a:lnTo>
                  <a:pt x="2679202" y="105228"/>
                </a:lnTo>
                <a:lnTo>
                  <a:pt x="2678917" y="105271"/>
                </a:lnTo>
                <a:lnTo>
                  <a:pt x="2678629" y="105308"/>
                </a:lnTo>
                <a:lnTo>
                  <a:pt x="2678337" y="105338"/>
                </a:lnTo>
                <a:lnTo>
                  <a:pt x="2678041" y="105361"/>
                </a:lnTo>
                <a:lnTo>
                  <a:pt x="2677743" y="105378"/>
                </a:lnTo>
                <a:lnTo>
                  <a:pt x="2677441" y="105388"/>
                </a:lnTo>
                <a:lnTo>
                  <a:pt x="2677135" y="105391"/>
                </a:lnTo>
                <a:lnTo>
                  <a:pt x="2676963" y="105389"/>
                </a:lnTo>
                <a:lnTo>
                  <a:pt x="2676794" y="105383"/>
                </a:lnTo>
                <a:lnTo>
                  <a:pt x="2676627" y="105374"/>
                </a:lnTo>
                <a:lnTo>
                  <a:pt x="2676463" y="105360"/>
                </a:lnTo>
                <a:lnTo>
                  <a:pt x="2676302" y="105342"/>
                </a:lnTo>
                <a:lnTo>
                  <a:pt x="2676144" y="105321"/>
                </a:lnTo>
                <a:lnTo>
                  <a:pt x="2675989" y="105296"/>
                </a:lnTo>
                <a:lnTo>
                  <a:pt x="2675836" y="105267"/>
                </a:lnTo>
                <a:lnTo>
                  <a:pt x="2675686" y="105233"/>
                </a:lnTo>
                <a:lnTo>
                  <a:pt x="2675539" y="105196"/>
                </a:lnTo>
                <a:lnTo>
                  <a:pt x="2675395" y="105156"/>
                </a:lnTo>
                <a:lnTo>
                  <a:pt x="2675253" y="105111"/>
                </a:lnTo>
                <a:lnTo>
                  <a:pt x="2675114" y="105062"/>
                </a:lnTo>
                <a:lnTo>
                  <a:pt x="2674978" y="105010"/>
                </a:lnTo>
                <a:lnTo>
                  <a:pt x="2674845" y="104953"/>
                </a:lnTo>
                <a:lnTo>
                  <a:pt x="2674715" y="104893"/>
                </a:lnTo>
                <a:lnTo>
                  <a:pt x="2674587" y="104829"/>
                </a:lnTo>
                <a:lnTo>
                  <a:pt x="2674462" y="104760"/>
                </a:lnTo>
                <a:lnTo>
                  <a:pt x="2674340" y="104688"/>
                </a:lnTo>
                <a:lnTo>
                  <a:pt x="2674221" y="104613"/>
                </a:lnTo>
                <a:lnTo>
                  <a:pt x="2674104" y="104533"/>
                </a:lnTo>
                <a:lnTo>
                  <a:pt x="2673991" y="104449"/>
                </a:lnTo>
                <a:lnTo>
                  <a:pt x="2673880" y="104361"/>
                </a:lnTo>
                <a:lnTo>
                  <a:pt x="2673772" y="104270"/>
                </a:lnTo>
                <a:lnTo>
                  <a:pt x="2673667" y="104174"/>
                </a:lnTo>
                <a:lnTo>
                  <a:pt x="2673567" y="104073"/>
                </a:lnTo>
                <a:lnTo>
                  <a:pt x="2673471" y="103967"/>
                </a:lnTo>
                <a:lnTo>
                  <a:pt x="2673380" y="103856"/>
                </a:lnTo>
                <a:lnTo>
                  <a:pt x="2673293" y="103740"/>
                </a:lnTo>
                <a:lnTo>
                  <a:pt x="2673211" y="103619"/>
                </a:lnTo>
                <a:lnTo>
                  <a:pt x="2673133" y="103493"/>
                </a:lnTo>
                <a:lnTo>
                  <a:pt x="2673060" y="103362"/>
                </a:lnTo>
                <a:lnTo>
                  <a:pt x="2672991" y="103226"/>
                </a:lnTo>
                <a:lnTo>
                  <a:pt x="2672926" y="103085"/>
                </a:lnTo>
                <a:lnTo>
                  <a:pt x="2672866" y="102939"/>
                </a:lnTo>
                <a:lnTo>
                  <a:pt x="2672811" y="102788"/>
                </a:lnTo>
                <a:lnTo>
                  <a:pt x="2672760" y="102632"/>
                </a:lnTo>
                <a:lnTo>
                  <a:pt x="2672713" y="102471"/>
                </a:lnTo>
                <a:lnTo>
                  <a:pt x="2672671" y="102305"/>
                </a:lnTo>
                <a:lnTo>
                  <a:pt x="2672633" y="102134"/>
                </a:lnTo>
                <a:lnTo>
                  <a:pt x="2672599" y="101958"/>
                </a:lnTo>
                <a:lnTo>
                  <a:pt x="2672571" y="101777"/>
                </a:lnTo>
                <a:lnTo>
                  <a:pt x="2672546" y="101591"/>
                </a:lnTo>
                <a:lnTo>
                  <a:pt x="2672526" y="101400"/>
                </a:lnTo>
                <a:lnTo>
                  <a:pt x="2672510" y="101204"/>
                </a:lnTo>
                <a:lnTo>
                  <a:pt x="2672499" y="101003"/>
                </a:lnTo>
                <a:lnTo>
                  <a:pt x="2672493" y="100797"/>
                </a:lnTo>
                <a:lnTo>
                  <a:pt x="2672490" y="100586"/>
                </a:lnTo>
                <a:lnTo>
                  <a:pt x="2672490" y="57180"/>
                </a:lnTo>
                <a:lnTo>
                  <a:pt x="2672476" y="56124"/>
                </a:lnTo>
                <a:lnTo>
                  <a:pt x="2672433" y="55090"/>
                </a:lnTo>
                <a:lnTo>
                  <a:pt x="2672360" y="54080"/>
                </a:lnTo>
                <a:lnTo>
                  <a:pt x="2672259" y="53092"/>
                </a:lnTo>
                <a:lnTo>
                  <a:pt x="2672129" y="52126"/>
                </a:lnTo>
                <a:lnTo>
                  <a:pt x="2671970" y="51184"/>
                </a:lnTo>
                <a:lnTo>
                  <a:pt x="2671782" y="50264"/>
                </a:lnTo>
                <a:lnTo>
                  <a:pt x="2671565" y="49368"/>
                </a:lnTo>
                <a:lnTo>
                  <a:pt x="2671319" y="48494"/>
                </a:lnTo>
                <a:lnTo>
                  <a:pt x="2671044" y="47642"/>
                </a:lnTo>
                <a:lnTo>
                  <a:pt x="2670741" y="46814"/>
                </a:lnTo>
                <a:lnTo>
                  <a:pt x="2670408" y="46009"/>
                </a:lnTo>
                <a:lnTo>
                  <a:pt x="2670047" y="45226"/>
                </a:lnTo>
                <a:lnTo>
                  <a:pt x="2669656" y="44466"/>
                </a:lnTo>
                <a:lnTo>
                  <a:pt x="2669237" y="43729"/>
                </a:lnTo>
                <a:lnTo>
                  <a:pt x="2668789" y="43014"/>
                </a:lnTo>
                <a:lnTo>
                  <a:pt x="2668311" y="42323"/>
                </a:lnTo>
                <a:lnTo>
                  <a:pt x="2667805" y="41654"/>
                </a:lnTo>
                <a:lnTo>
                  <a:pt x="2667270" y="41008"/>
                </a:lnTo>
                <a:lnTo>
                  <a:pt x="2666706" y="40385"/>
                </a:lnTo>
                <a:lnTo>
                  <a:pt x="2666114" y="39784"/>
                </a:lnTo>
                <a:lnTo>
                  <a:pt x="2665492" y="39207"/>
                </a:lnTo>
                <a:lnTo>
                  <a:pt x="2664841" y="38652"/>
                </a:lnTo>
                <a:lnTo>
                  <a:pt x="2664161" y="38120"/>
                </a:lnTo>
                <a:lnTo>
                  <a:pt x="2663467" y="37610"/>
                </a:lnTo>
                <a:lnTo>
                  <a:pt x="2662744" y="37122"/>
                </a:lnTo>
                <a:lnTo>
                  <a:pt x="2661994" y="36656"/>
                </a:lnTo>
                <a:lnTo>
                  <a:pt x="2661216" y="36211"/>
                </a:lnTo>
                <a:lnTo>
                  <a:pt x="2660410" y="35789"/>
                </a:lnTo>
                <a:lnTo>
                  <a:pt x="2659577" y="35387"/>
                </a:lnTo>
                <a:lnTo>
                  <a:pt x="2658715" y="35008"/>
                </a:lnTo>
                <a:lnTo>
                  <a:pt x="2657826" y="34650"/>
                </a:lnTo>
                <a:lnTo>
                  <a:pt x="2656909" y="34314"/>
                </a:lnTo>
                <a:lnTo>
                  <a:pt x="2655964" y="33999"/>
                </a:lnTo>
                <a:lnTo>
                  <a:pt x="2654991" y="33706"/>
                </a:lnTo>
                <a:lnTo>
                  <a:pt x="2653991" y="33435"/>
                </a:lnTo>
                <a:lnTo>
                  <a:pt x="2652963" y="33186"/>
                </a:lnTo>
                <a:lnTo>
                  <a:pt x="2651906" y="32958"/>
                </a:lnTo>
                <a:lnTo>
                  <a:pt x="2650823" y="32752"/>
                </a:lnTo>
                <a:lnTo>
                  <a:pt x="2649711" y="32568"/>
                </a:lnTo>
                <a:lnTo>
                  <a:pt x="2648571" y="32405"/>
                </a:lnTo>
                <a:lnTo>
                  <a:pt x="2647404" y="32264"/>
                </a:lnTo>
                <a:lnTo>
                  <a:pt x="2646209" y="32145"/>
                </a:lnTo>
                <a:lnTo>
                  <a:pt x="2644986" y="32047"/>
                </a:lnTo>
                <a:lnTo>
                  <a:pt x="2643735" y="31971"/>
                </a:lnTo>
                <a:lnTo>
                  <a:pt x="2642457" y="31917"/>
                </a:lnTo>
                <a:lnTo>
                  <a:pt x="2641150" y="31884"/>
                </a:lnTo>
                <a:lnTo>
                  <a:pt x="2639816" y="31874"/>
                </a:lnTo>
                <a:lnTo>
                  <a:pt x="2638559" y="31884"/>
                </a:lnTo>
                <a:lnTo>
                  <a:pt x="2637322" y="31917"/>
                </a:lnTo>
                <a:lnTo>
                  <a:pt x="2636107" y="31971"/>
                </a:lnTo>
                <a:lnTo>
                  <a:pt x="2634913" y="32047"/>
                </a:lnTo>
                <a:lnTo>
                  <a:pt x="2633740" y="32145"/>
                </a:lnTo>
                <a:lnTo>
                  <a:pt x="2632588" y="32264"/>
                </a:lnTo>
                <a:lnTo>
                  <a:pt x="2631458" y="32405"/>
                </a:lnTo>
                <a:lnTo>
                  <a:pt x="2630348" y="32568"/>
                </a:lnTo>
                <a:lnTo>
                  <a:pt x="2629260" y="32752"/>
                </a:lnTo>
                <a:lnTo>
                  <a:pt x="2628192" y="32958"/>
                </a:lnTo>
                <a:lnTo>
                  <a:pt x="2627146" y="33186"/>
                </a:lnTo>
                <a:lnTo>
                  <a:pt x="2626121" y="33435"/>
                </a:lnTo>
                <a:lnTo>
                  <a:pt x="2625117" y="33706"/>
                </a:lnTo>
                <a:lnTo>
                  <a:pt x="2624135" y="33999"/>
                </a:lnTo>
                <a:lnTo>
                  <a:pt x="2623173" y="34314"/>
                </a:lnTo>
                <a:lnTo>
                  <a:pt x="2622233" y="34650"/>
                </a:lnTo>
                <a:lnTo>
                  <a:pt x="2621313" y="35008"/>
                </a:lnTo>
                <a:lnTo>
                  <a:pt x="2620415" y="35387"/>
                </a:lnTo>
                <a:lnTo>
                  <a:pt x="2619538" y="35789"/>
                </a:lnTo>
                <a:lnTo>
                  <a:pt x="2618682" y="36211"/>
                </a:lnTo>
                <a:lnTo>
                  <a:pt x="2617848" y="36656"/>
                </a:lnTo>
                <a:lnTo>
                  <a:pt x="2617034" y="37122"/>
                </a:lnTo>
                <a:lnTo>
                  <a:pt x="2616241" y="37610"/>
                </a:lnTo>
                <a:lnTo>
                  <a:pt x="2615470" y="38120"/>
                </a:lnTo>
                <a:lnTo>
                  <a:pt x="2614738" y="38648"/>
                </a:lnTo>
                <a:lnTo>
                  <a:pt x="2614038" y="39191"/>
                </a:lnTo>
                <a:lnTo>
                  <a:pt x="2613368" y="39749"/>
                </a:lnTo>
                <a:lnTo>
                  <a:pt x="2612729" y="40323"/>
                </a:lnTo>
                <a:lnTo>
                  <a:pt x="2612122" y="40911"/>
                </a:lnTo>
                <a:lnTo>
                  <a:pt x="2611546" y="41514"/>
                </a:lnTo>
                <a:lnTo>
                  <a:pt x="2611001" y="42132"/>
                </a:lnTo>
                <a:lnTo>
                  <a:pt x="2610487" y="42765"/>
                </a:lnTo>
                <a:lnTo>
                  <a:pt x="2610004" y="43413"/>
                </a:lnTo>
                <a:lnTo>
                  <a:pt x="2609553" y="44076"/>
                </a:lnTo>
                <a:lnTo>
                  <a:pt x="2609132" y="44755"/>
                </a:lnTo>
                <a:lnTo>
                  <a:pt x="2608743" y="45448"/>
                </a:lnTo>
                <a:lnTo>
                  <a:pt x="2608385" y="46156"/>
                </a:lnTo>
                <a:lnTo>
                  <a:pt x="2608058" y="46879"/>
                </a:lnTo>
                <a:lnTo>
                  <a:pt x="2607762" y="47618"/>
                </a:lnTo>
                <a:lnTo>
                  <a:pt x="2607497" y="48371"/>
                </a:lnTo>
                <a:lnTo>
                  <a:pt x="2607264" y="49139"/>
                </a:lnTo>
                <a:lnTo>
                  <a:pt x="2607061" y="49923"/>
                </a:lnTo>
                <a:lnTo>
                  <a:pt x="2606890" y="50721"/>
                </a:lnTo>
                <a:lnTo>
                  <a:pt x="2606750" y="51534"/>
                </a:lnTo>
                <a:lnTo>
                  <a:pt x="2606641" y="52363"/>
                </a:lnTo>
                <a:lnTo>
                  <a:pt x="2606563" y="53206"/>
                </a:lnTo>
                <a:lnTo>
                  <a:pt x="2606516" y="54065"/>
                </a:lnTo>
                <a:lnTo>
                  <a:pt x="2606501" y="54938"/>
                </a:lnTo>
                <a:lnTo>
                  <a:pt x="2606500" y="54964"/>
                </a:lnTo>
                <a:lnTo>
                  <a:pt x="2606500" y="54987"/>
                </a:lnTo>
                <a:lnTo>
                  <a:pt x="2606498" y="55008"/>
                </a:lnTo>
                <a:lnTo>
                  <a:pt x="2606496" y="55027"/>
                </a:lnTo>
                <a:lnTo>
                  <a:pt x="2606494" y="55044"/>
                </a:lnTo>
                <a:lnTo>
                  <a:pt x="2606491" y="55058"/>
                </a:lnTo>
                <a:lnTo>
                  <a:pt x="2606487" y="55070"/>
                </a:lnTo>
                <a:lnTo>
                  <a:pt x="2606483" y="55080"/>
                </a:lnTo>
                <a:lnTo>
                  <a:pt x="2606478" y="55088"/>
                </a:lnTo>
                <a:lnTo>
                  <a:pt x="2606473" y="55094"/>
                </a:lnTo>
                <a:lnTo>
                  <a:pt x="2606467" y="55097"/>
                </a:lnTo>
                <a:lnTo>
                  <a:pt x="2606461" y="55098"/>
                </a:lnTo>
                <a:lnTo>
                  <a:pt x="2606454" y="55097"/>
                </a:lnTo>
                <a:lnTo>
                  <a:pt x="2606446" y="55094"/>
                </a:lnTo>
                <a:lnTo>
                  <a:pt x="2606438" y="55088"/>
                </a:lnTo>
                <a:lnTo>
                  <a:pt x="2606429" y="55080"/>
                </a:lnTo>
                <a:lnTo>
                  <a:pt x="2606420" y="55070"/>
                </a:lnTo>
                <a:lnTo>
                  <a:pt x="2606410" y="55058"/>
                </a:lnTo>
                <a:lnTo>
                  <a:pt x="2606400" y="55044"/>
                </a:lnTo>
                <a:lnTo>
                  <a:pt x="2606389" y="55027"/>
                </a:lnTo>
                <a:lnTo>
                  <a:pt x="2606378" y="55008"/>
                </a:lnTo>
                <a:lnTo>
                  <a:pt x="2606366" y="54987"/>
                </a:lnTo>
                <a:lnTo>
                  <a:pt x="2606353" y="54964"/>
                </a:lnTo>
                <a:lnTo>
                  <a:pt x="2606340" y="54938"/>
                </a:lnTo>
                <a:lnTo>
                  <a:pt x="2606340" y="54971"/>
                </a:lnTo>
                <a:lnTo>
                  <a:pt x="2606340" y="55033"/>
                </a:lnTo>
                <a:lnTo>
                  <a:pt x="2606340" y="55098"/>
                </a:lnTo>
                <a:lnTo>
                  <a:pt x="2606354" y="55168"/>
                </a:lnTo>
                <a:lnTo>
                  <a:pt x="2606368" y="55244"/>
                </a:lnTo>
                <a:lnTo>
                  <a:pt x="2606383" y="55326"/>
                </a:lnTo>
                <a:lnTo>
                  <a:pt x="2606398" y="55414"/>
                </a:lnTo>
                <a:close/>
                <a:moveTo>
                  <a:pt x="2630773" y="105279"/>
                </a:moveTo>
                <a:lnTo>
                  <a:pt x="2630224" y="105195"/>
                </a:lnTo>
                <a:lnTo>
                  <a:pt x="2629688" y="105101"/>
                </a:lnTo>
                <a:lnTo>
                  <a:pt x="2629166" y="104995"/>
                </a:lnTo>
                <a:lnTo>
                  <a:pt x="2628658" y="104878"/>
                </a:lnTo>
                <a:lnTo>
                  <a:pt x="2628164" y="104750"/>
                </a:lnTo>
                <a:lnTo>
                  <a:pt x="2627683" y="104611"/>
                </a:lnTo>
                <a:lnTo>
                  <a:pt x="2627217" y="104461"/>
                </a:lnTo>
                <a:lnTo>
                  <a:pt x="2626765" y="104300"/>
                </a:lnTo>
                <a:lnTo>
                  <a:pt x="2626326" y="104128"/>
                </a:lnTo>
                <a:lnTo>
                  <a:pt x="2625901" y="103944"/>
                </a:lnTo>
                <a:lnTo>
                  <a:pt x="2625491" y="103749"/>
                </a:lnTo>
                <a:lnTo>
                  <a:pt x="2625094" y="103544"/>
                </a:lnTo>
                <a:lnTo>
                  <a:pt x="2624711" y="103327"/>
                </a:lnTo>
                <a:lnTo>
                  <a:pt x="2624342" y="103099"/>
                </a:lnTo>
                <a:lnTo>
                  <a:pt x="2623987" y="102860"/>
                </a:lnTo>
                <a:lnTo>
                  <a:pt x="2623646" y="102609"/>
                </a:lnTo>
                <a:lnTo>
                  <a:pt x="2623318" y="102348"/>
                </a:lnTo>
                <a:lnTo>
                  <a:pt x="2623018" y="102075"/>
                </a:lnTo>
                <a:lnTo>
                  <a:pt x="2622730" y="101792"/>
                </a:lnTo>
                <a:lnTo>
                  <a:pt x="2622455" y="101497"/>
                </a:lnTo>
                <a:lnTo>
                  <a:pt x="2622193" y="101191"/>
                </a:lnTo>
                <a:lnTo>
                  <a:pt x="2621943" y="100874"/>
                </a:lnTo>
                <a:lnTo>
                  <a:pt x="2621707" y="100546"/>
                </a:lnTo>
                <a:lnTo>
                  <a:pt x="2621483" y="100207"/>
                </a:lnTo>
                <a:lnTo>
                  <a:pt x="2621272" y="99856"/>
                </a:lnTo>
                <a:lnTo>
                  <a:pt x="2621074" y="99495"/>
                </a:lnTo>
                <a:lnTo>
                  <a:pt x="2620888" y="99122"/>
                </a:lnTo>
                <a:lnTo>
                  <a:pt x="2620715" y="98739"/>
                </a:lnTo>
                <a:lnTo>
                  <a:pt x="2620555" y="98344"/>
                </a:lnTo>
                <a:lnTo>
                  <a:pt x="2620408" y="97938"/>
                </a:lnTo>
                <a:lnTo>
                  <a:pt x="2620274" y="97521"/>
                </a:lnTo>
                <a:lnTo>
                  <a:pt x="2620153" y="97092"/>
                </a:lnTo>
                <a:lnTo>
                  <a:pt x="2620044" y="96653"/>
                </a:lnTo>
                <a:lnTo>
                  <a:pt x="2619948" y="96203"/>
                </a:lnTo>
                <a:lnTo>
                  <a:pt x="2619865" y="95741"/>
                </a:lnTo>
                <a:lnTo>
                  <a:pt x="2619794" y="95268"/>
                </a:lnTo>
                <a:lnTo>
                  <a:pt x="2619737" y="94784"/>
                </a:lnTo>
                <a:lnTo>
                  <a:pt x="2619692" y="94289"/>
                </a:lnTo>
                <a:lnTo>
                  <a:pt x="2619660" y="93783"/>
                </a:lnTo>
                <a:lnTo>
                  <a:pt x="2619641" y="93266"/>
                </a:lnTo>
                <a:lnTo>
                  <a:pt x="2619635" y="92738"/>
                </a:lnTo>
                <a:lnTo>
                  <a:pt x="2619640" y="92222"/>
                </a:lnTo>
                <a:lnTo>
                  <a:pt x="2619658" y="91717"/>
                </a:lnTo>
                <a:lnTo>
                  <a:pt x="2619687" y="91221"/>
                </a:lnTo>
                <a:lnTo>
                  <a:pt x="2619728" y="90736"/>
                </a:lnTo>
                <a:lnTo>
                  <a:pt x="2619781" y="90260"/>
                </a:lnTo>
                <a:lnTo>
                  <a:pt x="2619845" y="89795"/>
                </a:lnTo>
                <a:lnTo>
                  <a:pt x="2619921" y="89339"/>
                </a:lnTo>
                <a:lnTo>
                  <a:pt x="2620008" y="88894"/>
                </a:lnTo>
                <a:lnTo>
                  <a:pt x="2620108" y="88458"/>
                </a:lnTo>
                <a:lnTo>
                  <a:pt x="2620219" y="88033"/>
                </a:lnTo>
                <a:lnTo>
                  <a:pt x="2620341" y="87617"/>
                </a:lnTo>
                <a:lnTo>
                  <a:pt x="2620475" y="87212"/>
                </a:lnTo>
                <a:lnTo>
                  <a:pt x="2620621" y="86817"/>
                </a:lnTo>
                <a:lnTo>
                  <a:pt x="2620779" y="86431"/>
                </a:lnTo>
                <a:lnTo>
                  <a:pt x="2620948" y="86056"/>
                </a:lnTo>
                <a:lnTo>
                  <a:pt x="2621130" y="85690"/>
                </a:lnTo>
                <a:lnTo>
                  <a:pt x="2621322" y="85335"/>
                </a:lnTo>
                <a:lnTo>
                  <a:pt x="2621527" y="84990"/>
                </a:lnTo>
                <a:lnTo>
                  <a:pt x="2621743" y="84654"/>
                </a:lnTo>
                <a:lnTo>
                  <a:pt x="2621970" y="84329"/>
                </a:lnTo>
                <a:lnTo>
                  <a:pt x="2622210" y="84014"/>
                </a:lnTo>
                <a:lnTo>
                  <a:pt x="2622461" y="83708"/>
                </a:lnTo>
                <a:lnTo>
                  <a:pt x="2622724" y="83413"/>
                </a:lnTo>
                <a:lnTo>
                  <a:pt x="2622998" y="83128"/>
                </a:lnTo>
                <a:lnTo>
                  <a:pt x="2623300" y="82838"/>
                </a:lnTo>
                <a:lnTo>
                  <a:pt x="2623616" y="82555"/>
                </a:lnTo>
                <a:lnTo>
                  <a:pt x="2623949" y="82279"/>
                </a:lnTo>
                <a:lnTo>
                  <a:pt x="2624297" y="82011"/>
                </a:lnTo>
                <a:lnTo>
                  <a:pt x="2624661" y="81750"/>
                </a:lnTo>
                <a:lnTo>
                  <a:pt x="2625040" y="81496"/>
                </a:lnTo>
                <a:lnTo>
                  <a:pt x="2625435" y="81249"/>
                </a:lnTo>
                <a:lnTo>
                  <a:pt x="2625845" y="81010"/>
                </a:lnTo>
                <a:lnTo>
                  <a:pt x="2626271" y="80778"/>
                </a:lnTo>
                <a:lnTo>
                  <a:pt x="2626713" y="80553"/>
                </a:lnTo>
                <a:lnTo>
                  <a:pt x="2627170" y="80335"/>
                </a:lnTo>
                <a:lnTo>
                  <a:pt x="2627643" y="80124"/>
                </a:lnTo>
                <a:lnTo>
                  <a:pt x="2628131" y="79921"/>
                </a:lnTo>
                <a:lnTo>
                  <a:pt x="2628635" y="79725"/>
                </a:lnTo>
                <a:lnTo>
                  <a:pt x="2629154" y="79536"/>
                </a:lnTo>
                <a:lnTo>
                  <a:pt x="2629689" y="79355"/>
                </a:lnTo>
                <a:lnTo>
                  <a:pt x="2630240" y="79180"/>
                </a:lnTo>
                <a:lnTo>
                  <a:pt x="2630806" y="79013"/>
                </a:lnTo>
                <a:lnTo>
                  <a:pt x="2631388" y="78853"/>
                </a:lnTo>
                <a:lnTo>
                  <a:pt x="2631985" y="78701"/>
                </a:lnTo>
                <a:lnTo>
                  <a:pt x="2632598" y="78555"/>
                </a:lnTo>
                <a:lnTo>
                  <a:pt x="2633226" y="78417"/>
                </a:lnTo>
                <a:lnTo>
                  <a:pt x="2633870" y="78286"/>
                </a:lnTo>
                <a:lnTo>
                  <a:pt x="2634530" y="78162"/>
                </a:lnTo>
                <a:lnTo>
                  <a:pt x="2635221" y="78032"/>
                </a:lnTo>
                <a:lnTo>
                  <a:pt x="2635930" y="77907"/>
                </a:lnTo>
                <a:lnTo>
                  <a:pt x="2636660" y="77787"/>
                </a:lnTo>
                <a:lnTo>
                  <a:pt x="2637409" y="77673"/>
                </a:lnTo>
                <a:lnTo>
                  <a:pt x="2638177" y="77565"/>
                </a:lnTo>
                <a:lnTo>
                  <a:pt x="2638965" y="77462"/>
                </a:lnTo>
                <a:lnTo>
                  <a:pt x="2639772" y="77364"/>
                </a:lnTo>
                <a:lnTo>
                  <a:pt x="2640599" y="77273"/>
                </a:lnTo>
                <a:lnTo>
                  <a:pt x="2641445" y="77186"/>
                </a:lnTo>
                <a:lnTo>
                  <a:pt x="2642310" y="77106"/>
                </a:lnTo>
                <a:lnTo>
                  <a:pt x="2643196" y="77031"/>
                </a:lnTo>
                <a:lnTo>
                  <a:pt x="2644100" y="76961"/>
                </a:lnTo>
                <a:lnTo>
                  <a:pt x="2645024" y="76897"/>
                </a:lnTo>
                <a:lnTo>
                  <a:pt x="2645968" y="76839"/>
                </a:lnTo>
                <a:lnTo>
                  <a:pt x="2646931" y="76786"/>
                </a:lnTo>
                <a:lnTo>
                  <a:pt x="2647913" y="76739"/>
                </a:lnTo>
                <a:lnTo>
                  <a:pt x="2648915" y="76697"/>
                </a:lnTo>
                <a:lnTo>
                  <a:pt x="2649936" y="76661"/>
                </a:lnTo>
                <a:lnTo>
                  <a:pt x="2650977" y="76630"/>
                </a:lnTo>
                <a:lnTo>
                  <a:pt x="2652038" y="76605"/>
                </a:lnTo>
                <a:lnTo>
                  <a:pt x="2653117" y="76586"/>
                </a:lnTo>
                <a:lnTo>
                  <a:pt x="2654217" y="76572"/>
                </a:lnTo>
                <a:lnTo>
                  <a:pt x="2655335" y="76564"/>
                </a:lnTo>
                <a:lnTo>
                  <a:pt x="2656473" y="76561"/>
                </a:lnTo>
                <a:lnTo>
                  <a:pt x="2656473" y="81526"/>
                </a:lnTo>
                <a:lnTo>
                  <a:pt x="2656469" y="82084"/>
                </a:lnTo>
                <a:lnTo>
                  <a:pt x="2656457" y="82638"/>
                </a:lnTo>
                <a:lnTo>
                  <a:pt x="2656436" y="83188"/>
                </a:lnTo>
                <a:lnTo>
                  <a:pt x="2656407" y="83733"/>
                </a:lnTo>
                <a:lnTo>
                  <a:pt x="2656369" y="84273"/>
                </a:lnTo>
                <a:lnTo>
                  <a:pt x="2656323" y="84809"/>
                </a:lnTo>
                <a:lnTo>
                  <a:pt x="2656269" y="85341"/>
                </a:lnTo>
                <a:lnTo>
                  <a:pt x="2656206" y="85868"/>
                </a:lnTo>
                <a:lnTo>
                  <a:pt x="2656136" y="86391"/>
                </a:lnTo>
                <a:lnTo>
                  <a:pt x="2656056" y="86909"/>
                </a:lnTo>
                <a:lnTo>
                  <a:pt x="2655969" y="87423"/>
                </a:lnTo>
                <a:lnTo>
                  <a:pt x="2655873" y="87933"/>
                </a:lnTo>
                <a:lnTo>
                  <a:pt x="2655768" y="88438"/>
                </a:lnTo>
                <a:lnTo>
                  <a:pt x="2655656" y="88938"/>
                </a:lnTo>
                <a:lnTo>
                  <a:pt x="2655535" y="89434"/>
                </a:lnTo>
                <a:lnTo>
                  <a:pt x="2655406" y="89926"/>
                </a:lnTo>
                <a:lnTo>
                  <a:pt x="2655268" y="90413"/>
                </a:lnTo>
                <a:lnTo>
                  <a:pt x="2655122" y="90896"/>
                </a:lnTo>
                <a:lnTo>
                  <a:pt x="2654968" y="91374"/>
                </a:lnTo>
                <a:lnTo>
                  <a:pt x="2654805" y="91848"/>
                </a:lnTo>
                <a:lnTo>
                  <a:pt x="2654634" y="92317"/>
                </a:lnTo>
                <a:lnTo>
                  <a:pt x="2654455" y="92782"/>
                </a:lnTo>
                <a:lnTo>
                  <a:pt x="2654267" y="93243"/>
                </a:lnTo>
                <a:lnTo>
                  <a:pt x="2654071" y="93699"/>
                </a:lnTo>
                <a:lnTo>
                  <a:pt x="2653880" y="94149"/>
                </a:lnTo>
                <a:lnTo>
                  <a:pt x="2653679" y="94591"/>
                </a:lnTo>
                <a:lnTo>
                  <a:pt x="2653470" y="95025"/>
                </a:lnTo>
                <a:lnTo>
                  <a:pt x="2653252" y="95452"/>
                </a:lnTo>
                <a:lnTo>
                  <a:pt x="2653025" y="95871"/>
                </a:lnTo>
                <a:lnTo>
                  <a:pt x="2652789" y="96282"/>
                </a:lnTo>
                <a:lnTo>
                  <a:pt x="2652545" y="96685"/>
                </a:lnTo>
                <a:lnTo>
                  <a:pt x="2652291" y="97080"/>
                </a:lnTo>
                <a:lnTo>
                  <a:pt x="2652029" y="97468"/>
                </a:lnTo>
                <a:lnTo>
                  <a:pt x="2651757" y="97848"/>
                </a:lnTo>
                <a:lnTo>
                  <a:pt x="2651477" y="98220"/>
                </a:lnTo>
                <a:lnTo>
                  <a:pt x="2651188" y="98584"/>
                </a:lnTo>
                <a:lnTo>
                  <a:pt x="2650890" y="98940"/>
                </a:lnTo>
                <a:lnTo>
                  <a:pt x="2650583" y="99289"/>
                </a:lnTo>
                <a:lnTo>
                  <a:pt x="2650267" y="99630"/>
                </a:lnTo>
                <a:lnTo>
                  <a:pt x="2649942" y="99963"/>
                </a:lnTo>
                <a:lnTo>
                  <a:pt x="2649608" y="100289"/>
                </a:lnTo>
                <a:lnTo>
                  <a:pt x="2649266" y="100606"/>
                </a:lnTo>
                <a:lnTo>
                  <a:pt x="2648914" y="100916"/>
                </a:lnTo>
                <a:lnTo>
                  <a:pt x="2648554" y="101218"/>
                </a:lnTo>
                <a:lnTo>
                  <a:pt x="2648185" y="101512"/>
                </a:lnTo>
                <a:lnTo>
                  <a:pt x="2647807" y="101798"/>
                </a:lnTo>
                <a:lnTo>
                  <a:pt x="2647420" y="102077"/>
                </a:lnTo>
                <a:lnTo>
                  <a:pt x="2647024" y="102348"/>
                </a:lnTo>
                <a:lnTo>
                  <a:pt x="2646632" y="102609"/>
                </a:lnTo>
                <a:lnTo>
                  <a:pt x="2646231" y="102860"/>
                </a:lnTo>
                <a:lnTo>
                  <a:pt x="2645820" y="103099"/>
                </a:lnTo>
                <a:lnTo>
                  <a:pt x="2645400" y="103327"/>
                </a:lnTo>
                <a:lnTo>
                  <a:pt x="2644970" y="103544"/>
                </a:lnTo>
                <a:lnTo>
                  <a:pt x="2644531" y="103749"/>
                </a:lnTo>
                <a:lnTo>
                  <a:pt x="2644082" y="103944"/>
                </a:lnTo>
                <a:lnTo>
                  <a:pt x="2643624" y="104128"/>
                </a:lnTo>
                <a:lnTo>
                  <a:pt x="2643157" y="104300"/>
                </a:lnTo>
                <a:lnTo>
                  <a:pt x="2642680" y="104461"/>
                </a:lnTo>
                <a:lnTo>
                  <a:pt x="2642194" y="104611"/>
                </a:lnTo>
                <a:lnTo>
                  <a:pt x="2641698" y="104750"/>
                </a:lnTo>
                <a:lnTo>
                  <a:pt x="2641193" y="104878"/>
                </a:lnTo>
                <a:lnTo>
                  <a:pt x="2640678" y="104995"/>
                </a:lnTo>
                <a:lnTo>
                  <a:pt x="2640154" y="105101"/>
                </a:lnTo>
                <a:lnTo>
                  <a:pt x="2639620" y="105195"/>
                </a:lnTo>
                <a:lnTo>
                  <a:pt x="2639077" y="105279"/>
                </a:lnTo>
                <a:lnTo>
                  <a:pt x="2638524" y="105351"/>
                </a:lnTo>
                <a:lnTo>
                  <a:pt x="2637962" y="105412"/>
                </a:lnTo>
                <a:lnTo>
                  <a:pt x="2637391" y="105462"/>
                </a:lnTo>
                <a:lnTo>
                  <a:pt x="2636810" y="105501"/>
                </a:lnTo>
                <a:lnTo>
                  <a:pt x="2636220" y="105529"/>
                </a:lnTo>
                <a:lnTo>
                  <a:pt x="2635620" y="105546"/>
                </a:lnTo>
                <a:lnTo>
                  <a:pt x="2635011" y="105551"/>
                </a:lnTo>
                <a:lnTo>
                  <a:pt x="2634364" y="105546"/>
                </a:lnTo>
                <a:lnTo>
                  <a:pt x="2633731" y="105529"/>
                </a:lnTo>
                <a:lnTo>
                  <a:pt x="2633111" y="105501"/>
                </a:lnTo>
                <a:lnTo>
                  <a:pt x="2632506" y="105462"/>
                </a:lnTo>
                <a:lnTo>
                  <a:pt x="2631914" y="105412"/>
                </a:lnTo>
                <a:lnTo>
                  <a:pt x="2631337" y="105351"/>
                </a:lnTo>
                <a:lnTo>
                  <a:pt x="2630773" y="105279"/>
                </a:lnTo>
                <a:close/>
                <a:moveTo>
                  <a:pt x="2857180" y="145013"/>
                </a:moveTo>
                <a:lnTo>
                  <a:pt x="2858045" y="144861"/>
                </a:lnTo>
                <a:lnTo>
                  <a:pt x="2858891" y="144686"/>
                </a:lnTo>
                <a:lnTo>
                  <a:pt x="2859718" y="144487"/>
                </a:lnTo>
                <a:lnTo>
                  <a:pt x="2860526" y="144265"/>
                </a:lnTo>
                <a:lnTo>
                  <a:pt x="2861315" y="144020"/>
                </a:lnTo>
                <a:lnTo>
                  <a:pt x="2862085" y="143752"/>
                </a:lnTo>
                <a:lnTo>
                  <a:pt x="2862837" y="143460"/>
                </a:lnTo>
                <a:lnTo>
                  <a:pt x="2863569" y="143144"/>
                </a:lnTo>
                <a:lnTo>
                  <a:pt x="2864282" y="142806"/>
                </a:lnTo>
                <a:lnTo>
                  <a:pt x="2864977" y="142444"/>
                </a:lnTo>
                <a:lnTo>
                  <a:pt x="2865653" y="142058"/>
                </a:lnTo>
                <a:lnTo>
                  <a:pt x="2866310" y="141649"/>
                </a:lnTo>
                <a:lnTo>
                  <a:pt x="2866948" y="141217"/>
                </a:lnTo>
                <a:lnTo>
                  <a:pt x="2867567" y="140762"/>
                </a:lnTo>
                <a:lnTo>
                  <a:pt x="2868167" y="140283"/>
                </a:lnTo>
                <a:lnTo>
                  <a:pt x="2868748" y="139781"/>
                </a:lnTo>
                <a:lnTo>
                  <a:pt x="2869310" y="139255"/>
                </a:lnTo>
                <a:lnTo>
                  <a:pt x="2869853" y="138706"/>
                </a:lnTo>
                <a:lnTo>
                  <a:pt x="2870389" y="138152"/>
                </a:lnTo>
                <a:lnTo>
                  <a:pt x="2870902" y="137585"/>
                </a:lnTo>
                <a:lnTo>
                  <a:pt x="2871392" y="137004"/>
                </a:lnTo>
                <a:lnTo>
                  <a:pt x="2871860" y="136410"/>
                </a:lnTo>
                <a:lnTo>
                  <a:pt x="2872305" y="135803"/>
                </a:lnTo>
                <a:lnTo>
                  <a:pt x="2872726" y="135183"/>
                </a:lnTo>
                <a:lnTo>
                  <a:pt x="2873125" y="134549"/>
                </a:lnTo>
                <a:lnTo>
                  <a:pt x="2873502" y="133901"/>
                </a:lnTo>
                <a:lnTo>
                  <a:pt x="2873855" y="133240"/>
                </a:lnTo>
                <a:lnTo>
                  <a:pt x="2874186" y="132566"/>
                </a:lnTo>
                <a:lnTo>
                  <a:pt x="2874494" y="131879"/>
                </a:lnTo>
                <a:lnTo>
                  <a:pt x="2874779" y="131178"/>
                </a:lnTo>
                <a:lnTo>
                  <a:pt x="2875041" y="130464"/>
                </a:lnTo>
                <a:lnTo>
                  <a:pt x="2875280" y="129737"/>
                </a:lnTo>
                <a:lnTo>
                  <a:pt x="2875497" y="128996"/>
                </a:lnTo>
                <a:lnTo>
                  <a:pt x="2875691" y="128242"/>
                </a:lnTo>
                <a:lnTo>
                  <a:pt x="2875862" y="127474"/>
                </a:lnTo>
                <a:lnTo>
                  <a:pt x="2876010" y="126694"/>
                </a:lnTo>
                <a:lnTo>
                  <a:pt x="2876135" y="125899"/>
                </a:lnTo>
                <a:lnTo>
                  <a:pt x="2876238" y="125092"/>
                </a:lnTo>
                <a:lnTo>
                  <a:pt x="2876318" y="124271"/>
                </a:lnTo>
                <a:lnTo>
                  <a:pt x="2876375" y="123437"/>
                </a:lnTo>
                <a:lnTo>
                  <a:pt x="2876409" y="122589"/>
                </a:lnTo>
                <a:lnTo>
                  <a:pt x="2876420" y="121728"/>
                </a:lnTo>
                <a:lnTo>
                  <a:pt x="2876409" y="120934"/>
                </a:lnTo>
                <a:lnTo>
                  <a:pt x="2876375" y="120153"/>
                </a:lnTo>
                <a:lnTo>
                  <a:pt x="2876318" y="119386"/>
                </a:lnTo>
                <a:lnTo>
                  <a:pt x="2876238" y="118632"/>
                </a:lnTo>
                <a:lnTo>
                  <a:pt x="2876135" y="117891"/>
                </a:lnTo>
                <a:lnTo>
                  <a:pt x="2876010" y="117164"/>
                </a:lnTo>
                <a:lnTo>
                  <a:pt x="2875862" y="116449"/>
                </a:lnTo>
                <a:lnTo>
                  <a:pt x="2875691" y="115749"/>
                </a:lnTo>
                <a:lnTo>
                  <a:pt x="2875497" y="115061"/>
                </a:lnTo>
                <a:lnTo>
                  <a:pt x="2875280" y="114387"/>
                </a:lnTo>
                <a:lnTo>
                  <a:pt x="2875041" y="113727"/>
                </a:lnTo>
                <a:lnTo>
                  <a:pt x="2874779" y="113079"/>
                </a:lnTo>
                <a:lnTo>
                  <a:pt x="2874494" y="112445"/>
                </a:lnTo>
                <a:lnTo>
                  <a:pt x="2874186" y="111825"/>
                </a:lnTo>
                <a:lnTo>
                  <a:pt x="2873855" y="111217"/>
                </a:lnTo>
                <a:lnTo>
                  <a:pt x="2873502" y="110623"/>
                </a:lnTo>
                <a:lnTo>
                  <a:pt x="2873125" y="110043"/>
                </a:lnTo>
                <a:lnTo>
                  <a:pt x="2872726" y="109475"/>
                </a:lnTo>
                <a:lnTo>
                  <a:pt x="2872305" y="108922"/>
                </a:lnTo>
                <a:lnTo>
                  <a:pt x="2871860" y="108381"/>
                </a:lnTo>
                <a:lnTo>
                  <a:pt x="2871392" y="107854"/>
                </a:lnTo>
                <a:lnTo>
                  <a:pt x="2870902" y="107340"/>
                </a:lnTo>
                <a:lnTo>
                  <a:pt x="2870389" y="106839"/>
                </a:lnTo>
                <a:lnTo>
                  <a:pt x="2869853" y="106352"/>
                </a:lnTo>
                <a:lnTo>
                  <a:pt x="2869311" y="105869"/>
                </a:lnTo>
                <a:lnTo>
                  <a:pt x="2868751" y="105406"/>
                </a:lnTo>
                <a:lnTo>
                  <a:pt x="2868174" y="104963"/>
                </a:lnTo>
                <a:lnTo>
                  <a:pt x="2867580" y="104541"/>
                </a:lnTo>
                <a:lnTo>
                  <a:pt x="2866968" y="104140"/>
                </a:lnTo>
                <a:lnTo>
                  <a:pt x="2866340" y="103759"/>
                </a:lnTo>
                <a:lnTo>
                  <a:pt x="2865694" y="103399"/>
                </a:lnTo>
                <a:lnTo>
                  <a:pt x="2865030" y="103060"/>
                </a:lnTo>
                <a:lnTo>
                  <a:pt x="2864350" y="102741"/>
                </a:lnTo>
                <a:lnTo>
                  <a:pt x="2863652" y="102442"/>
                </a:lnTo>
                <a:lnTo>
                  <a:pt x="2862937" y="102165"/>
                </a:lnTo>
                <a:lnTo>
                  <a:pt x="2862205" y="101907"/>
                </a:lnTo>
                <a:lnTo>
                  <a:pt x="2861456" y="101671"/>
                </a:lnTo>
                <a:lnTo>
                  <a:pt x="2860689" y="101455"/>
                </a:lnTo>
                <a:lnTo>
                  <a:pt x="2859905" y="101259"/>
                </a:lnTo>
                <a:lnTo>
                  <a:pt x="2859104" y="101084"/>
                </a:lnTo>
                <a:lnTo>
                  <a:pt x="2858286" y="100930"/>
                </a:lnTo>
                <a:lnTo>
                  <a:pt x="2857450" y="100796"/>
                </a:lnTo>
                <a:lnTo>
                  <a:pt x="2856597" y="100683"/>
                </a:lnTo>
                <a:lnTo>
                  <a:pt x="2855727" y="100591"/>
                </a:lnTo>
                <a:lnTo>
                  <a:pt x="2854840" y="100518"/>
                </a:lnTo>
                <a:lnTo>
                  <a:pt x="2853935" y="100467"/>
                </a:lnTo>
                <a:lnTo>
                  <a:pt x="2853014" y="100436"/>
                </a:lnTo>
                <a:lnTo>
                  <a:pt x="2852074" y="100426"/>
                </a:lnTo>
                <a:lnTo>
                  <a:pt x="2823084" y="100426"/>
                </a:lnTo>
                <a:lnTo>
                  <a:pt x="2822687" y="100422"/>
                </a:lnTo>
                <a:lnTo>
                  <a:pt x="2822298" y="100411"/>
                </a:lnTo>
                <a:lnTo>
                  <a:pt x="2821915" y="100393"/>
                </a:lnTo>
                <a:lnTo>
                  <a:pt x="2821540" y="100368"/>
                </a:lnTo>
                <a:lnTo>
                  <a:pt x="2821172" y="100336"/>
                </a:lnTo>
                <a:lnTo>
                  <a:pt x="2820812" y="100296"/>
                </a:lnTo>
                <a:lnTo>
                  <a:pt x="2820458" y="100249"/>
                </a:lnTo>
                <a:lnTo>
                  <a:pt x="2820112" y="100195"/>
                </a:lnTo>
                <a:lnTo>
                  <a:pt x="2819773" y="100133"/>
                </a:lnTo>
                <a:lnTo>
                  <a:pt x="2819441" y="100064"/>
                </a:lnTo>
                <a:lnTo>
                  <a:pt x="2819117" y="99988"/>
                </a:lnTo>
                <a:lnTo>
                  <a:pt x="2818800" y="99905"/>
                </a:lnTo>
                <a:lnTo>
                  <a:pt x="2818490" y="99815"/>
                </a:lnTo>
                <a:lnTo>
                  <a:pt x="2818187" y="99717"/>
                </a:lnTo>
                <a:lnTo>
                  <a:pt x="2817891" y="99613"/>
                </a:lnTo>
                <a:lnTo>
                  <a:pt x="2817603" y="99500"/>
                </a:lnTo>
                <a:lnTo>
                  <a:pt x="2817322" y="99381"/>
                </a:lnTo>
                <a:lnTo>
                  <a:pt x="2817048" y="99255"/>
                </a:lnTo>
                <a:lnTo>
                  <a:pt x="2816781" y="99121"/>
                </a:lnTo>
                <a:lnTo>
                  <a:pt x="2816522" y="98980"/>
                </a:lnTo>
                <a:lnTo>
                  <a:pt x="2816270" y="98832"/>
                </a:lnTo>
                <a:lnTo>
                  <a:pt x="2816025" y="98676"/>
                </a:lnTo>
                <a:lnTo>
                  <a:pt x="2815787" y="98514"/>
                </a:lnTo>
                <a:lnTo>
                  <a:pt x="2815556" y="98344"/>
                </a:lnTo>
                <a:lnTo>
                  <a:pt x="2815334" y="98154"/>
                </a:lnTo>
                <a:lnTo>
                  <a:pt x="2815121" y="97958"/>
                </a:lnTo>
                <a:lnTo>
                  <a:pt x="2814918" y="97756"/>
                </a:lnTo>
                <a:lnTo>
                  <a:pt x="2814724" y="97547"/>
                </a:lnTo>
                <a:lnTo>
                  <a:pt x="2814540" y="97333"/>
                </a:lnTo>
                <a:lnTo>
                  <a:pt x="2814365" y="97112"/>
                </a:lnTo>
                <a:lnTo>
                  <a:pt x="2814200" y="96886"/>
                </a:lnTo>
                <a:lnTo>
                  <a:pt x="2814044" y="96653"/>
                </a:lnTo>
                <a:lnTo>
                  <a:pt x="2813897" y="96414"/>
                </a:lnTo>
                <a:lnTo>
                  <a:pt x="2813760" y="96169"/>
                </a:lnTo>
                <a:lnTo>
                  <a:pt x="2813632" y="95918"/>
                </a:lnTo>
                <a:lnTo>
                  <a:pt x="2813514" y="95661"/>
                </a:lnTo>
                <a:lnTo>
                  <a:pt x="2813405" y="95398"/>
                </a:lnTo>
                <a:lnTo>
                  <a:pt x="2813306" y="95128"/>
                </a:lnTo>
                <a:lnTo>
                  <a:pt x="2813216" y="94853"/>
                </a:lnTo>
                <a:lnTo>
                  <a:pt x="2813136" y="94571"/>
                </a:lnTo>
                <a:lnTo>
                  <a:pt x="2813065" y="94283"/>
                </a:lnTo>
                <a:lnTo>
                  <a:pt x="2813004" y="93989"/>
                </a:lnTo>
                <a:lnTo>
                  <a:pt x="2812952" y="93689"/>
                </a:lnTo>
                <a:lnTo>
                  <a:pt x="2812909" y="93383"/>
                </a:lnTo>
                <a:lnTo>
                  <a:pt x="2812876" y="93071"/>
                </a:lnTo>
                <a:lnTo>
                  <a:pt x="2812852" y="92752"/>
                </a:lnTo>
                <a:lnTo>
                  <a:pt x="2812838" y="92428"/>
                </a:lnTo>
                <a:lnTo>
                  <a:pt x="2812833" y="92097"/>
                </a:lnTo>
                <a:lnTo>
                  <a:pt x="2812838" y="91766"/>
                </a:lnTo>
                <a:lnTo>
                  <a:pt x="2812852" y="91442"/>
                </a:lnTo>
                <a:lnTo>
                  <a:pt x="2812876" y="91124"/>
                </a:lnTo>
                <a:lnTo>
                  <a:pt x="2812909" y="90811"/>
                </a:lnTo>
                <a:lnTo>
                  <a:pt x="2812952" y="90505"/>
                </a:lnTo>
                <a:lnTo>
                  <a:pt x="2813004" y="90205"/>
                </a:lnTo>
                <a:lnTo>
                  <a:pt x="2813065" y="89911"/>
                </a:lnTo>
                <a:lnTo>
                  <a:pt x="2813136" y="89623"/>
                </a:lnTo>
                <a:lnTo>
                  <a:pt x="2813216" y="89342"/>
                </a:lnTo>
                <a:lnTo>
                  <a:pt x="2813306" y="89066"/>
                </a:lnTo>
                <a:lnTo>
                  <a:pt x="2813405" y="88797"/>
                </a:lnTo>
                <a:lnTo>
                  <a:pt x="2813514" y="88533"/>
                </a:lnTo>
                <a:lnTo>
                  <a:pt x="2813632" y="88276"/>
                </a:lnTo>
                <a:lnTo>
                  <a:pt x="2813760" y="88025"/>
                </a:lnTo>
                <a:lnTo>
                  <a:pt x="2813897" y="87780"/>
                </a:lnTo>
                <a:lnTo>
                  <a:pt x="2814044" y="87541"/>
                </a:lnTo>
                <a:lnTo>
                  <a:pt x="2814200" y="87308"/>
                </a:lnTo>
                <a:lnTo>
                  <a:pt x="2814365" y="87082"/>
                </a:lnTo>
                <a:lnTo>
                  <a:pt x="2814540" y="86861"/>
                </a:lnTo>
                <a:lnTo>
                  <a:pt x="2814724" y="86647"/>
                </a:lnTo>
                <a:lnTo>
                  <a:pt x="2814918" y="86439"/>
                </a:lnTo>
                <a:lnTo>
                  <a:pt x="2815121" y="86236"/>
                </a:lnTo>
                <a:lnTo>
                  <a:pt x="2815334" y="86040"/>
                </a:lnTo>
                <a:lnTo>
                  <a:pt x="2815556" y="85851"/>
                </a:lnTo>
                <a:lnTo>
                  <a:pt x="2815800" y="85668"/>
                </a:lnTo>
                <a:lnTo>
                  <a:pt x="2816050" y="85492"/>
                </a:lnTo>
                <a:lnTo>
                  <a:pt x="2816307" y="85325"/>
                </a:lnTo>
                <a:lnTo>
                  <a:pt x="2816571" y="85165"/>
                </a:lnTo>
                <a:lnTo>
                  <a:pt x="2816841" y="85014"/>
                </a:lnTo>
                <a:lnTo>
                  <a:pt x="2817118" y="84869"/>
                </a:lnTo>
                <a:lnTo>
                  <a:pt x="2817401" y="84733"/>
                </a:lnTo>
                <a:lnTo>
                  <a:pt x="2817692" y="84605"/>
                </a:lnTo>
                <a:lnTo>
                  <a:pt x="2817989" y="84484"/>
                </a:lnTo>
                <a:lnTo>
                  <a:pt x="2818292" y="84371"/>
                </a:lnTo>
                <a:lnTo>
                  <a:pt x="2818603" y="84266"/>
                </a:lnTo>
                <a:lnTo>
                  <a:pt x="2818920" y="84169"/>
                </a:lnTo>
                <a:lnTo>
                  <a:pt x="2819243" y="84079"/>
                </a:lnTo>
                <a:lnTo>
                  <a:pt x="2819574" y="83997"/>
                </a:lnTo>
                <a:lnTo>
                  <a:pt x="2819911" y="83923"/>
                </a:lnTo>
                <a:lnTo>
                  <a:pt x="2820254" y="83857"/>
                </a:lnTo>
                <a:lnTo>
                  <a:pt x="2820605" y="83799"/>
                </a:lnTo>
                <a:lnTo>
                  <a:pt x="2820962" y="83748"/>
                </a:lnTo>
                <a:lnTo>
                  <a:pt x="2821325" y="83705"/>
                </a:lnTo>
                <a:lnTo>
                  <a:pt x="2821696" y="83670"/>
                </a:lnTo>
                <a:lnTo>
                  <a:pt x="2822073" y="83643"/>
                </a:lnTo>
                <a:lnTo>
                  <a:pt x="2822457" y="83624"/>
                </a:lnTo>
                <a:lnTo>
                  <a:pt x="2822847" y="83612"/>
                </a:lnTo>
                <a:lnTo>
                  <a:pt x="2823244" y="83608"/>
                </a:lnTo>
                <a:lnTo>
                  <a:pt x="2836378" y="83608"/>
                </a:lnTo>
                <a:lnTo>
                  <a:pt x="2837634" y="83596"/>
                </a:lnTo>
                <a:lnTo>
                  <a:pt x="2838864" y="83559"/>
                </a:lnTo>
                <a:lnTo>
                  <a:pt x="2840069" y="83498"/>
                </a:lnTo>
                <a:lnTo>
                  <a:pt x="2841250" y="83412"/>
                </a:lnTo>
                <a:lnTo>
                  <a:pt x="2842405" y="83302"/>
                </a:lnTo>
                <a:lnTo>
                  <a:pt x="2843536" y="83168"/>
                </a:lnTo>
                <a:lnTo>
                  <a:pt x="2844641" y="83009"/>
                </a:lnTo>
                <a:lnTo>
                  <a:pt x="2845721" y="82825"/>
                </a:lnTo>
                <a:lnTo>
                  <a:pt x="2846776" y="82617"/>
                </a:lnTo>
                <a:lnTo>
                  <a:pt x="2847807" y="82385"/>
                </a:lnTo>
                <a:lnTo>
                  <a:pt x="2848812" y="82128"/>
                </a:lnTo>
                <a:lnTo>
                  <a:pt x="2849792" y="81846"/>
                </a:lnTo>
                <a:lnTo>
                  <a:pt x="2850747" y="81540"/>
                </a:lnTo>
                <a:lnTo>
                  <a:pt x="2851677" y="81210"/>
                </a:lnTo>
                <a:lnTo>
                  <a:pt x="2852583" y="80855"/>
                </a:lnTo>
                <a:lnTo>
                  <a:pt x="2853463" y="80476"/>
                </a:lnTo>
                <a:lnTo>
                  <a:pt x="2854318" y="80072"/>
                </a:lnTo>
                <a:lnTo>
                  <a:pt x="2855148" y="79644"/>
                </a:lnTo>
                <a:lnTo>
                  <a:pt x="2855953" y="79191"/>
                </a:lnTo>
                <a:lnTo>
                  <a:pt x="2856733" y="78714"/>
                </a:lnTo>
                <a:lnTo>
                  <a:pt x="2857488" y="78212"/>
                </a:lnTo>
                <a:lnTo>
                  <a:pt x="2858218" y="77686"/>
                </a:lnTo>
                <a:lnTo>
                  <a:pt x="2858923" y="77136"/>
                </a:lnTo>
                <a:lnTo>
                  <a:pt x="2859603" y="76561"/>
                </a:lnTo>
                <a:lnTo>
                  <a:pt x="2860269" y="75965"/>
                </a:lnTo>
                <a:lnTo>
                  <a:pt x="2860907" y="75353"/>
                </a:lnTo>
                <a:lnTo>
                  <a:pt x="2861517" y="74724"/>
                </a:lnTo>
                <a:lnTo>
                  <a:pt x="2862099" y="74078"/>
                </a:lnTo>
                <a:lnTo>
                  <a:pt x="2862652" y="73416"/>
                </a:lnTo>
                <a:lnTo>
                  <a:pt x="2863176" y="72737"/>
                </a:lnTo>
                <a:lnTo>
                  <a:pt x="2863673" y="72041"/>
                </a:lnTo>
                <a:lnTo>
                  <a:pt x="2864141" y="71329"/>
                </a:lnTo>
                <a:lnTo>
                  <a:pt x="2864580" y="70599"/>
                </a:lnTo>
                <a:lnTo>
                  <a:pt x="2864992" y="69854"/>
                </a:lnTo>
                <a:lnTo>
                  <a:pt x="2865374" y="69091"/>
                </a:lnTo>
                <a:lnTo>
                  <a:pt x="2865729" y="68312"/>
                </a:lnTo>
                <a:lnTo>
                  <a:pt x="2866055" y="67516"/>
                </a:lnTo>
                <a:lnTo>
                  <a:pt x="2866353" y="66704"/>
                </a:lnTo>
                <a:lnTo>
                  <a:pt x="2866622" y="65874"/>
                </a:lnTo>
                <a:lnTo>
                  <a:pt x="2866864" y="65029"/>
                </a:lnTo>
                <a:lnTo>
                  <a:pt x="2867076" y="64166"/>
                </a:lnTo>
                <a:lnTo>
                  <a:pt x="2867261" y="63287"/>
                </a:lnTo>
                <a:lnTo>
                  <a:pt x="2867417" y="62391"/>
                </a:lnTo>
                <a:lnTo>
                  <a:pt x="2867544" y="61478"/>
                </a:lnTo>
                <a:lnTo>
                  <a:pt x="2867644" y="60549"/>
                </a:lnTo>
                <a:lnTo>
                  <a:pt x="2867714" y="59603"/>
                </a:lnTo>
                <a:lnTo>
                  <a:pt x="2867757" y="58640"/>
                </a:lnTo>
                <a:lnTo>
                  <a:pt x="2867771" y="57661"/>
                </a:lnTo>
                <a:lnTo>
                  <a:pt x="2867768" y="57208"/>
                </a:lnTo>
                <a:lnTo>
                  <a:pt x="2867757" y="56759"/>
                </a:lnTo>
                <a:lnTo>
                  <a:pt x="2867739" y="56312"/>
                </a:lnTo>
                <a:lnTo>
                  <a:pt x="2867713" y="55868"/>
                </a:lnTo>
                <a:lnTo>
                  <a:pt x="2867681" y="55427"/>
                </a:lnTo>
                <a:lnTo>
                  <a:pt x="2867641" y="54988"/>
                </a:lnTo>
                <a:lnTo>
                  <a:pt x="2867594" y="54552"/>
                </a:lnTo>
                <a:lnTo>
                  <a:pt x="2867540" y="54119"/>
                </a:lnTo>
                <a:lnTo>
                  <a:pt x="2867478" y="53689"/>
                </a:lnTo>
                <a:lnTo>
                  <a:pt x="2867410" y="53262"/>
                </a:lnTo>
                <a:lnTo>
                  <a:pt x="2867334" y="52837"/>
                </a:lnTo>
                <a:lnTo>
                  <a:pt x="2867251" y="52415"/>
                </a:lnTo>
                <a:lnTo>
                  <a:pt x="2867160" y="51996"/>
                </a:lnTo>
                <a:lnTo>
                  <a:pt x="2867063" y="51580"/>
                </a:lnTo>
                <a:lnTo>
                  <a:pt x="2866958" y="51166"/>
                </a:lnTo>
                <a:lnTo>
                  <a:pt x="2866846" y="50756"/>
                </a:lnTo>
                <a:lnTo>
                  <a:pt x="2866726" y="50348"/>
                </a:lnTo>
                <a:lnTo>
                  <a:pt x="2866600" y="49943"/>
                </a:lnTo>
                <a:lnTo>
                  <a:pt x="2866466" y="49540"/>
                </a:lnTo>
                <a:lnTo>
                  <a:pt x="2866325" y="49141"/>
                </a:lnTo>
                <a:lnTo>
                  <a:pt x="2866177" y="48744"/>
                </a:lnTo>
                <a:lnTo>
                  <a:pt x="2866021" y="48350"/>
                </a:lnTo>
                <a:lnTo>
                  <a:pt x="2865859" y="47959"/>
                </a:lnTo>
                <a:lnTo>
                  <a:pt x="2865689" y="47570"/>
                </a:lnTo>
                <a:lnTo>
                  <a:pt x="2865525" y="47173"/>
                </a:lnTo>
                <a:lnTo>
                  <a:pt x="2865355" y="46782"/>
                </a:lnTo>
                <a:lnTo>
                  <a:pt x="2865178" y="46396"/>
                </a:lnTo>
                <a:lnTo>
                  <a:pt x="2864995" y="46017"/>
                </a:lnTo>
                <a:lnTo>
                  <a:pt x="2864805" y="45645"/>
                </a:lnTo>
                <a:lnTo>
                  <a:pt x="2864608" y="45278"/>
                </a:lnTo>
                <a:lnTo>
                  <a:pt x="2864404" y="44917"/>
                </a:lnTo>
                <a:lnTo>
                  <a:pt x="2864194" y="44563"/>
                </a:lnTo>
                <a:lnTo>
                  <a:pt x="2863977" y="44214"/>
                </a:lnTo>
                <a:lnTo>
                  <a:pt x="2863754" y="43872"/>
                </a:lnTo>
                <a:lnTo>
                  <a:pt x="2863523" y="43536"/>
                </a:lnTo>
                <a:lnTo>
                  <a:pt x="2863286" y="43206"/>
                </a:lnTo>
                <a:lnTo>
                  <a:pt x="2863043" y="42882"/>
                </a:lnTo>
                <a:lnTo>
                  <a:pt x="2862793" y="42564"/>
                </a:lnTo>
                <a:lnTo>
                  <a:pt x="2862536" y="42252"/>
                </a:lnTo>
                <a:lnTo>
                  <a:pt x="2862272" y="41946"/>
                </a:lnTo>
                <a:lnTo>
                  <a:pt x="2862002" y="41647"/>
                </a:lnTo>
                <a:lnTo>
                  <a:pt x="2861725" y="41354"/>
                </a:lnTo>
                <a:lnTo>
                  <a:pt x="2861441" y="41066"/>
                </a:lnTo>
                <a:lnTo>
                  <a:pt x="2861151" y="40785"/>
                </a:lnTo>
                <a:lnTo>
                  <a:pt x="2860854" y="40510"/>
                </a:lnTo>
                <a:lnTo>
                  <a:pt x="2860550" y="40241"/>
                </a:lnTo>
                <a:lnTo>
                  <a:pt x="2860240" y="39979"/>
                </a:lnTo>
                <a:lnTo>
                  <a:pt x="2859923" y="39722"/>
                </a:lnTo>
                <a:lnTo>
                  <a:pt x="2859923" y="39402"/>
                </a:lnTo>
                <a:lnTo>
                  <a:pt x="2860532" y="39261"/>
                </a:lnTo>
                <a:lnTo>
                  <a:pt x="2861131" y="39108"/>
                </a:lnTo>
                <a:lnTo>
                  <a:pt x="2861720" y="38941"/>
                </a:lnTo>
                <a:lnTo>
                  <a:pt x="2862299" y="38761"/>
                </a:lnTo>
                <a:lnTo>
                  <a:pt x="2862868" y="38567"/>
                </a:lnTo>
                <a:lnTo>
                  <a:pt x="2863427" y="38360"/>
                </a:lnTo>
                <a:lnTo>
                  <a:pt x="2863976" y="38140"/>
                </a:lnTo>
                <a:lnTo>
                  <a:pt x="2864514" y="37907"/>
                </a:lnTo>
                <a:lnTo>
                  <a:pt x="2865043" y="37660"/>
                </a:lnTo>
                <a:lnTo>
                  <a:pt x="2865562" y="37399"/>
                </a:lnTo>
                <a:lnTo>
                  <a:pt x="2866071" y="37126"/>
                </a:lnTo>
                <a:lnTo>
                  <a:pt x="2866570" y="36839"/>
                </a:lnTo>
                <a:lnTo>
                  <a:pt x="2867059" y="36539"/>
                </a:lnTo>
                <a:lnTo>
                  <a:pt x="2867538" y="36225"/>
                </a:lnTo>
                <a:lnTo>
                  <a:pt x="2868006" y="35898"/>
                </a:lnTo>
                <a:lnTo>
                  <a:pt x="2868465" y="35557"/>
                </a:lnTo>
                <a:lnTo>
                  <a:pt x="2868914" y="35204"/>
                </a:lnTo>
                <a:lnTo>
                  <a:pt x="2869353" y="34837"/>
                </a:lnTo>
                <a:lnTo>
                  <a:pt x="2869782" y="34456"/>
                </a:lnTo>
                <a:lnTo>
                  <a:pt x="2870200" y="34063"/>
                </a:lnTo>
                <a:lnTo>
                  <a:pt x="2870609" y="33655"/>
                </a:lnTo>
                <a:lnTo>
                  <a:pt x="2871008" y="33235"/>
                </a:lnTo>
                <a:lnTo>
                  <a:pt x="2871397" y="32801"/>
                </a:lnTo>
                <a:lnTo>
                  <a:pt x="2871775" y="32354"/>
                </a:lnTo>
                <a:lnTo>
                  <a:pt x="2872154" y="31883"/>
                </a:lnTo>
                <a:lnTo>
                  <a:pt x="2872517" y="31403"/>
                </a:lnTo>
                <a:lnTo>
                  <a:pt x="2872864" y="30915"/>
                </a:lnTo>
                <a:lnTo>
                  <a:pt x="2873195" y="30419"/>
                </a:lnTo>
                <a:lnTo>
                  <a:pt x="2873509" y="29914"/>
                </a:lnTo>
                <a:lnTo>
                  <a:pt x="2873808" y="29401"/>
                </a:lnTo>
                <a:lnTo>
                  <a:pt x="2874090" y="28880"/>
                </a:lnTo>
                <a:lnTo>
                  <a:pt x="2874356" y="28350"/>
                </a:lnTo>
                <a:lnTo>
                  <a:pt x="2874606" y="27812"/>
                </a:lnTo>
                <a:lnTo>
                  <a:pt x="2874840" y="27265"/>
                </a:lnTo>
                <a:lnTo>
                  <a:pt x="2875057" y="26711"/>
                </a:lnTo>
                <a:lnTo>
                  <a:pt x="2875259" y="26148"/>
                </a:lnTo>
                <a:lnTo>
                  <a:pt x="2875445" y="25576"/>
                </a:lnTo>
                <a:lnTo>
                  <a:pt x="2875614" y="24996"/>
                </a:lnTo>
                <a:lnTo>
                  <a:pt x="2875767" y="24408"/>
                </a:lnTo>
                <a:lnTo>
                  <a:pt x="2875904" y="23812"/>
                </a:lnTo>
                <a:lnTo>
                  <a:pt x="2876025" y="23207"/>
                </a:lnTo>
                <a:lnTo>
                  <a:pt x="2876130" y="22594"/>
                </a:lnTo>
                <a:lnTo>
                  <a:pt x="2876219" y="21972"/>
                </a:lnTo>
                <a:lnTo>
                  <a:pt x="2876291" y="21342"/>
                </a:lnTo>
                <a:lnTo>
                  <a:pt x="2876348" y="20704"/>
                </a:lnTo>
                <a:lnTo>
                  <a:pt x="2876388" y="20058"/>
                </a:lnTo>
                <a:lnTo>
                  <a:pt x="2876412" y="19403"/>
                </a:lnTo>
                <a:lnTo>
                  <a:pt x="2876420" y="18740"/>
                </a:lnTo>
                <a:lnTo>
                  <a:pt x="2863447" y="18740"/>
                </a:lnTo>
                <a:lnTo>
                  <a:pt x="2863402" y="19205"/>
                </a:lnTo>
                <a:lnTo>
                  <a:pt x="2863347" y="19665"/>
                </a:lnTo>
                <a:lnTo>
                  <a:pt x="2863281" y="20121"/>
                </a:lnTo>
                <a:lnTo>
                  <a:pt x="2863206" y="20573"/>
                </a:lnTo>
                <a:lnTo>
                  <a:pt x="2863121" y="21020"/>
                </a:lnTo>
                <a:lnTo>
                  <a:pt x="2863026" y="21463"/>
                </a:lnTo>
                <a:lnTo>
                  <a:pt x="2862921" y="21901"/>
                </a:lnTo>
                <a:lnTo>
                  <a:pt x="2862806" y="22335"/>
                </a:lnTo>
                <a:lnTo>
                  <a:pt x="2862681" y="22764"/>
                </a:lnTo>
                <a:lnTo>
                  <a:pt x="2862546" y="23189"/>
                </a:lnTo>
                <a:lnTo>
                  <a:pt x="2862400" y="23609"/>
                </a:lnTo>
                <a:lnTo>
                  <a:pt x="2862245" y="24025"/>
                </a:lnTo>
                <a:lnTo>
                  <a:pt x="2862080" y="24437"/>
                </a:lnTo>
                <a:lnTo>
                  <a:pt x="2861905" y="24844"/>
                </a:lnTo>
                <a:lnTo>
                  <a:pt x="2861720" y="25247"/>
                </a:lnTo>
                <a:lnTo>
                  <a:pt x="2861525" y="25645"/>
                </a:lnTo>
                <a:lnTo>
                  <a:pt x="2861319" y="26039"/>
                </a:lnTo>
                <a:lnTo>
                  <a:pt x="2861104" y="26428"/>
                </a:lnTo>
                <a:lnTo>
                  <a:pt x="2860879" y="26813"/>
                </a:lnTo>
                <a:lnTo>
                  <a:pt x="2860644" y="27193"/>
                </a:lnTo>
                <a:lnTo>
                  <a:pt x="2860398" y="27569"/>
                </a:lnTo>
                <a:lnTo>
                  <a:pt x="2860143" y="27941"/>
                </a:lnTo>
                <a:lnTo>
                  <a:pt x="2859878" y="28308"/>
                </a:lnTo>
                <a:lnTo>
                  <a:pt x="2859603" y="28670"/>
                </a:lnTo>
                <a:lnTo>
                  <a:pt x="2859330" y="29013"/>
                </a:lnTo>
                <a:lnTo>
                  <a:pt x="2859046" y="29348"/>
                </a:lnTo>
                <a:lnTo>
                  <a:pt x="2858752" y="29674"/>
                </a:lnTo>
                <a:lnTo>
                  <a:pt x="2858446" y="29992"/>
                </a:lnTo>
                <a:lnTo>
                  <a:pt x="2858129" y="30301"/>
                </a:lnTo>
                <a:lnTo>
                  <a:pt x="2857801" y="30602"/>
                </a:lnTo>
                <a:lnTo>
                  <a:pt x="2857461" y="30895"/>
                </a:lnTo>
                <a:lnTo>
                  <a:pt x="2857111" y="31180"/>
                </a:lnTo>
                <a:lnTo>
                  <a:pt x="2856750" y="31456"/>
                </a:lnTo>
                <a:lnTo>
                  <a:pt x="2856377" y="31723"/>
                </a:lnTo>
                <a:lnTo>
                  <a:pt x="2855993" y="31983"/>
                </a:lnTo>
                <a:lnTo>
                  <a:pt x="2855598" y="32234"/>
                </a:lnTo>
                <a:lnTo>
                  <a:pt x="2855192" y="32477"/>
                </a:lnTo>
                <a:lnTo>
                  <a:pt x="2854775" y="32711"/>
                </a:lnTo>
                <a:lnTo>
                  <a:pt x="2854347" y="32937"/>
                </a:lnTo>
                <a:lnTo>
                  <a:pt x="2853908" y="33155"/>
                </a:lnTo>
                <a:lnTo>
                  <a:pt x="2853457" y="33364"/>
                </a:lnTo>
                <a:lnTo>
                  <a:pt x="2852996" y="33565"/>
                </a:lnTo>
                <a:lnTo>
                  <a:pt x="2852523" y="33758"/>
                </a:lnTo>
                <a:lnTo>
                  <a:pt x="2852039" y="33942"/>
                </a:lnTo>
                <a:lnTo>
                  <a:pt x="2851544" y="34118"/>
                </a:lnTo>
                <a:lnTo>
                  <a:pt x="2851038" y="34286"/>
                </a:lnTo>
                <a:lnTo>
                  <a:pt x="2850521" y="34445"/>
                </a:lnTo>
                <a:lnTo>
                  <a:pt x="2849992" y="34596"/>
                </a:lnTo>
                <a:lnTo>
                  <a:pt x="2849479" y="34374"/>
                </a:lnTo>
                <a:lnTo>
                  <a:pt x="2848951" y="34162"/>
                </a:lnTo>
                <a:lnTo>
                  <a:pt x="2848411" y="33958"/>
                </a:lnTo>
                <a:lnTo>
                  <a:pt x="2847857" y="33764"/>
                </a:lnTo>
                <a:lnTo>
                  <a:pt x="2847289" y="33580"/>
                </a:lnTo>
                <a:lnTo>
                  <a:pt x="2846709" y="33405"/>
                </a:lnTo>
                <a:lnTo>
                  <a:pt x="2846115" y="33240"/>
                </a:lnTo>
                <a:lnTo>
                  <a:pt x="2845508" y="33084"/>
                </a:lnTo>
                <a:lnTo>
                  <a:pt x="2844887" y="32937"/>
                </a:lnTo>
                <a:lnTo>
                  <a:pt x="2844253" y="32800"/>
                </a:lnTo>
                <a:lnTo>
                  <a:pt x="2843606" y="32673"/>
                </a:lnTo>
                <a:lnTo>
                  <a:pt x="2842945" y="32554"/>
                </a:lnTo>
                <a:lnTo>
                  <a:pt x="2842271" y="32446"/>
                </a:lnTo>
                <a:lnTo>
                  <a:pt x="2841583" y="32346"/>
                </a:lnTo>
                <a:lnTo>
                  <a:pt x="2840883" y="32257"/>
                </a:lnTo>
                <a:lnTo>
                  <a:pt x="2840169" y="32176"/>
                </a:lnTo>
                <a:lnTo>
                  <a:pt x="2839441" y="32105"/>
                </a:lnTo>
                <a:lnTo>
                  <a:pt x="2838700" y="32044"/>
                </a:lnTo>
                <a:lnTo>
                  <a:pt x="2837946" y="31992"/>
                </a:lnTo>
                <a:lnTo>
                  <a:pt x="2837179" y="31949"/>
                </a:lnTo>
                <a:lnTo>
                  <a:pt x="2836398" y="31916"/>
                </a:lnTo>
                <a:lnTo>
                  <a:pt x="2835604" y="31893"/>
                </a:lnTo>
                <a:lnTo>
                  <a:pt x="2834796" y="31878"/>
                </a:lnTo>
                <a:lnTo>
                  <a:pt x="2833975" y="31874"/>
                </a:lnTo>
                <a:lnTo>
                  <a:pt x="2832588" y="31886"/>
                </a:lnTo>
                <a:lnTo>
                  <a:pt x="2831229" y="31921"/>
                </a:lnTo>
                <a:lnTo>
                  <a:pt x="2829899" y="31981"/>
                </a:lnTo>
                <a:lnTo>
                  <a:pt x="2828596" y="32065"/>
                </a:lnTo>
                <a:lnTo>
                  <a:pt x="2827323" y="32173"/>
                </a:lnTo>
                <a:lnTo>
                  <a:pt x="2826077" y="32304"/>
                </a:lnTo>
                <a:lnTo>
                  <a:pt x="2824860" y="32460"/>
                </a:lnTo>
                <a:lnTo>
                  <a:pt x="2823671" y="32639"/>
                </a:lnTo>
                <a:lnTo>
                  <a:pt x="2822511" y="32842"/>
                </a:lnTo>
                <a:lnTo>
                  <a:pt x="2821379" y="33069"/>
                </a:lnTo>
                <a:lnTo>
                  <a:pt x="2820275" y="33320"/>
                </a:lnTo>
                <a:lnTo>
                  <a:pt x="2819200" y="33595"/>
                </a:lnTo>
                <a:lnTo>
                  <a:pt x="2818153" y="33894"/>
                </a:lnTo>
                <a:lnTo>
                  <a:pt x="2817134" y="34217"/>
                </a:lnTo>
                <a:lnTo>
                  <a:pt x="2816144" y="34564"/>
                </a:lnTo>
                <a:lnTo>
                  <a:pt x="2815182" y="34935"/>
                </a:lnTo>
                <a:lnTo>
                  <a:pt x="2814249" y="35329"/>
                </a:lnTo>
                <a:lnTo>
                  <a:pt x="2813344" y="35748"/>
                </a:lnTo>
                <a:lnTo>
                  <a:pt x="2812467" y="36190"/>
                </a:lnTo>
                <a:lnTo>
                  <a:pt x="2811619" y="36656"/>
                </a:lnTo>
                <a:lnTo>
                  <a:pt x="2810798" y="37147"/>
                </a:lnTo>
                <a:lnTo>
                  <a:pt x="2810007" y="37661"/>
                </a:lnTo>
                <a:lnTo>
                  <a:pt x="2809243" y="38199"/>
                </a:lnTo>
                <a:lnTo>
                  <a:pt x="2808509" y="38761"/>
                </a:lnTo>
                <a:lnTo>
                  <a:pt x="2807816" y="39344"/>
                </a:lnTo>
                <a:lnTo>
                  <a:pt x="2807153" y="39944"/>
                </a:lnTo>
                <a:lnTo>
                  <a:pt x="2806519" y="40563"/>
                </a:lnTo>
                <a:lnTo>
                  <a:pt x="2805915" y="41199"/>
                </a:lnTo>
                <a:lnTo>
                  <a:pt x="2805340" y="41853"/>
                </a:lnTo>
                <a:lnTo>
                  <a:pt x="2804795" y="42525"/>
                </a:lnTo>
                <a:lnTo>
                  <a:pt x="2804279" y="43214"/>
                </a:lnTo>
                <a:lnTo>
                  <a:pt x="2803793" y="43922"/>
                </a:lnTo>
                <a:lnTo>
                  <a:pt x="2803336" y="44647"/>
                </a:lnTo>
                <a:lnTo>
                  <a:pt x="2802908" y="45390"/>
                </a:lnTo>
                <a:lnTo>
                  <a:pt x="2802510" y="46151"/>
                </a:lnTo>
                <a:lnTo>
                  <a:pt x="2802142" y="46929"/>
                </a:lnTo>
                <a:lnTo>
                  <a:pt x="2801803" y="47726"/>
                </a:lnTo>
                <a:lnTo>
                  <a:pt x="2801494" y="48540"/>
                </a:lnTo>
                <a:lnTo>
                  <a:pt x="2801214" y="49372"/>
                </a:lnTo>
                <a:lnTo>
                  <a:pt x="2800963" y="50222"/>
                </a:lnTo>
                <a:lnTo>
                  <a:pt x="2800742" y="51089"/>
                </a:lnTo>
                <a:lnTo>
                  <a:pt x="2800550" y="51975"/>
                </a:lnTo>
                <a:lnTo>
                  <a:pt x="2800388" y="52878"/>
                </a:lnTo>
                <a:lnTo>
                  <a:pt x="2800256" y="53799"/>
                </a:lnTo>
                <a:lnTo>
                  <a:pt x="2800153" y="54738"/>
                </a:lnTo>
                <a:lnTo>
                  <a:pt x="2800079" y="55694"/>
                </a:lnTo>
                <a:lnTo>
                  <a:pt x="2800035" y="56669"/>
                </a:lnTo>
                <a:lnTo>
                  <a:pt x="2800020" y="57661"/>
                </a:lnTo>
                <a:lnTo>
                  <a:pt x="2800025" y="58232"/>
                </a:lnTo>
                <a:lnTo>
                  <a:pt x="2800040" y="58798"/>
                </a:lnTo>
                <a:lnTo>
                  <a:pt x="2800065" y="59358"/>
                </a:lnTo>
                <a:lnTo>
                  <a:pt x="2800100" y="59912"/>
                </a:lnTo>
                <a:lnTo>
                  <a:pt x="2800145" y="60461"/>
                </a:lnTo>
                <a:lnTo>
                  <a:pt x="2800200" y="61004"/>
                </a:lnTo>
                <a:lnTo>
                  <a:pt x="2800265" y="61542"/>
                </a:lnTo>
                <a:lnTo>
                  <a:pt x="2800340" y="62074"/>
                </a:lnTo>
                <a:lnTo>
                  <a:pt x="2800425" y="62601"/>
                </a:lnTo>
                <a:lnTo>
                  <a:pt x="2800520" y="63122"/>
                </a:lnTo>
                <a:lnTo>
                  <a:pt x="2800626" y="63638"/>
                </a:lnTo>
                <a:lnTo>
                  <a:pt x="2800741" y="64148"/>
                </a:lnTo>
                <a:lnTo>
                  <a:pt x="2800866" y="64652"/>
                </a:lnTo>
                <a:lnTo>
                  <a:pt x="2801001" y="65151"/>
                </a:lnTo>
                <a:lnTo>
                  <a:pt x="2801146" y="65644"/>
                </a:lnTo>
                <a:lnTo>
                  <a:pt x="2801301" y="66132"/>
                </a:lnTo>
                <a:lnTo>
                  <a:pt x="2801466" y="66614"/>
                </a:lnTo>
                <a:lnTo>
                  <a:pt x="2801641" y="67091"/>
                </a:lnTo>
                <a:lnTo>
                  <a:pt x="2801827" y="67562"/>
                </a:lnTo>
                <a:lnTo>
                  <a:pt x="2802022" y="68027"/>
                </a:lnTo>
                <a:lnTo>
                  <a:pt x="2802227" y="68487"/>
                </a:lnTo>
                <a:lnTo>
                  <a:pt x="2802442" y="68942"/>
                </a:lnTo>
                <a:lnTo>
                  <a:pt x="2802667" y="69390"/>
                </a:lnTo>
                <a:lnTo>
                  <a:pt x="2802903" y="69834"/>
                </a:lnTo>
                <a:lnTo>
                  <a:pt x="2803148" y="70271"/>
                </a:lnTo>
                <a:lnTo>
                  <a:pt x="2803403" y="70701"/>
                </a:lnTo>
                <a:lnTo>
                  <a:pt x="2803668" y="71125"/>
                </a:lnTo>
                <a:lnTo>
                  <a:pt x="2803944" y="71542"/>
                </a:lnTo>
                <a:lnTo>
                  <a:pt x="2804229" y="71953"/>
                </a:lnTo>
                <a:lnTo>
                  <a:pt x="2804524" y="72356"/>
                </a:lnTo>
                <a:lnTo>
                  <a:pt x="2804830" y="72753"/>
                </a:lnTo>
                <a:lnTo>
                  <a:pt x="2805145" y="73144"/>
                </a:lnTo>
                <a:lnTo>
                  <a:pt x="2805470" y="73528"/>
                </a:lnTo>
                <a:lnTo>
                  <a:pt x="2805806" y="73905"/>
                </a:lnTo>
                <a:lnTo>
                  <a:pt x="2806151" y="74275"/>
                </a:lnTo>
                <a:lnTo>
                  <a:pt x="2806506" y="74639"/>
                </a:lnTo>
                <a:lnTo>
                  <a:pt x="2806872" y="74996"/>
                </a:lnTo>
                <a:lnTo>
                  <a:pt x="2807247" y="75346"/>
                </a:lnTo>
                <a:lnTo>
                  <a:pt x="2807633" y="75690"/>
                </a:lnTo>
                <a:lnTo>
                  <a:pt x="2808028" y="76027"/>
                </a:lnTo>
                <a:lnTo>
                  <a:pt x="2808434" y="76357"/>
                </a:lnTo>
                <a:lnTo>
                  <a:pt x="2808849" y="76681"/>
                </a:lnTo>
                <a:lnTo>
                  <a:pt x="2809274" y="76998"/>
                </a:lnTo>
                <a:lnTo>
                  <a:pt x="2809710" y="77308"/>
                </a:lnTo>
                <a:lnTo>
                  <a:pt x="2810155" y="77612"/>
                </a:lnTo>
                <a:lnTo>
                  <a:pt x="2810611" y="77909"/>
                </a:lnTo>
                <a:lnTo>
                  <a:pt x="2811076" y="78199"/>
                </a:lnTo>
                <a:lnTo>
                  <a:pt x="2811552" y="78483"/>
                </a:lnTo>
                <a:lnTo>
                  <a:pt x="2811023" y="78595"/>
                </a:lnTo>
                <a:lnTo>
                  <a:pt x="2810503" y="78719"/>
                </a:lnTo>
                <a:lnTo>
                  <a:pt x="2809993" y="78853"/>
                </a:lnTo>
                <a:lnTo>
                  <a:pt x="2809492" y="78999"/>
                </a:lnTo>
                <a:lnTo>
                  <a:pt x="2809001" y="79156"/>
                </a:lnTo>
                <a:lnTo>
                  <a:pt x="2808519" y="79324"/>
                </a:lnTo>
                <a:lnTo>
                  <a:pt x="2808046" y="79503"/>
                </a:lnTo>
                <a:lnTo>
                  <a:pt x="2807583" y="79693"/>
                </a:lnTo>
                <a:lnTo>
                  <a:pt x="2807130" y="79894"/>
                </a:lnTo>
                <a:lnTo>
                  <a:pt x="2806686" y="80107"/>
                </a:lnTo>
                <a:lnTo>
                  <a:pt x="2806251" y="80330"/>
                </a:lnTo>
                <a:lnTo>
                  <a:pt x="2805826" y="80565"/>
                </a:lnTo>
                <a:lnTo>
                  <a:pt x="2805410" y="80811"/>
                </a:lnTo>
                <a:lnTo>
                  <a:pt x="2805004" y="81068"/>
                </a:lnTo>
                <a:lnTo>
                  <a:pt x="2804607" y="81336"/>
                </a:lnTo>
                <a:lnTo>
                  <a:pt x="2804220" y="81615"/>
                </a:lnTo>
                <a:lnTo>
                  <a:pt x="2803842" y="81905"/>
                </a:lnTo>
                <a:lnTo>
                  <a:pt x="2803473" y="82207"/>
                </a:lnTo>
                <a:lnTo>
                  <a:pt x="2803114" y="82519"/>
                </a:lnTo>
                <a:lnTo>
                  <a:pt x="2802765" y="82843"/>
                </a:lnTo>
                <a:lnTo>
                  <a:pt x="2802425" y="83178"/>
                </a:lnTo>
                <a:lnTo>
                  <a:pt x="2802094" y="83524"/>
                </a:lnTo>
                <a:lnTo>
                  <a:pt x="2801773" y="83881"/>
                </a:lnTo>
                <a:lnTo>
                  <a:pt x="2801461" y="84249"/>
                </a:lnTo>
                <a:lnTo>
                  <a:pt x="2801161" y="84625"/>
                </a:lnTo>
                <a:lnTo>
                  <a:pt x="2800873" y="85004"/>
                </a:lnTo>
                <a:lnTo>
                  <a:pt x="2800598" y="85388"/>
                </a:lnTo>
                <a:lnTo>
                  <a:pt x="2800336" y="85775"/>
                </a:lnTo>
                <a:lnTo>
                  <a:pt x="2800086" y="86166"/>
                </a:lnTo>
                <a:lnTo>
                  <a:pt x="2799850" y="86561"/>
                </a:lnTo>
                <a:lnTo>
                  <a:pt x="2799626" y="86960"/>
                </a:lnTo>
                <a:lnTo>
                  <a:pt x="2799415" y="87363"/>
                </a:lnTo>
                <a:lnTo>
                  <a:pt x="2799216" y="87770"/>
                </a:lnTo>
                <a:lnTo>
                  <a:pt x="2799031" y="88181"/>
                </a:lnTo>
                <a:lnTo>
                  <a:pt x="2798858" y="88595"/>
                </a:lnTo>
                <a:lnTo>
                  <a:pt x="2798698" y="89014"/>
                </a:lnTo>
                <a:lnTo>
                  <a:pt x="2798551" y="89436"/>
                </a:lnTo>
                <a:lnTo>
                  <a:pt x="2798417" y="89863"/>
                </a:lnTo>
                <a:lnTo>
                  <a:pt x="2798295" y="90293"/>
                </a:lnTo>
                <a:lnTo>
                  <a:pt x="2798187" y="90727"/>
                </a:lnTo>
                <a:lnTo>
                  <a:pt x="2798091" y="91165"/>
                </a:lnTo>
                <a:lnTo>
                  <a:pt x="2798008" y="91607"/>
                </a:lnTo>
                <a:lnTo>
                  <a:pt x="2797937" y="92052"/>
                </a:lnTo>
                <a:lnTo>
                  <a:pt x="2797880" y="92502"/>
                </a:lnTo>
                <a:lnTo>
                  <a:pt x="2797835" y="92956"/>
                </a:lnTo>
                <a:lnTo>
                  <a:pt x="2797803" y="93413"/>
                </a:lnTo>
                <a:lnTo>
                  <a:pt x="2797784" y="93874"/>
                </a:lnTo>
                <a:lnTo>
                  <a:pt x="2797777" y="94339"/>
                </a:lnTo>
                <a:lnTo>
                  <a:pt x="2797781" y="94686"/>
                </a:lnTo>
                <a:lnTo>
                  <a:pt x="2797791" y="95030"/>
                </a:lnTo>
                <a:lnTo>
                  <a:pt x="2797807" y="95373"/>
                </a:lnTo>
                <a:lnTo>
                  <a:pt x="2797831" y="95714"/>
                </a:lnTo>
                <a:lnTo>
                  <a:pt x="2797861" y="96054"/>
                </a:lnTo>
                <a:lnTo>
                  <a:pt x="2797897" y="96392"/>
                </a:lnTo>
                <a:lnTo>
                  <a:pt x="2797941" y="96728"/>
                </a:lnTo>
                <a:lnTo>
                  <a:pt x="2797991" y="97062"/>
                </a:lnTo>
                <a:lnTo>
                  <a:pt x="2798048" y="97395"/>
                </a:lnTo>
                <a:lnTo>
                  <a:pt x="2798111" y="97726"/>
                </a:lnTo>
                <a:lnTo>
                  <a:pt x="2798181" y="98056"/>
                </a:lnTo>
                <a:lnTo>
                  <a:pt x="2798258" y="98384"/>
                </a:lnTo>
                <a:lnTo>
                  <a:pt x="2798341" y="98710"/>
                </a:lnTo>
                <a:lnTo>
                  <a:pt x="2798431" y="99034"/>
                </a:lnTo>
                <a:lnTo>
                  <a:pt x="2798528" y="99357"/>
                </a:lnTo>
                <a:lnTo>
                  <a:pt x="2798632" y="99678"/>
                </a:lnTo>
                <a:lnTo>
                  <a:pt x="2798742" y="99998"/>
                </a:lnTo>
                <a:lnTo>
                  <a:pt x="2798858" y="100316"/>
                </a:lnTo>
                <a:lnTo>
                  <a:pt x="2798982" y="100632"/>
                </a:lnTo>
                <a:lnTo>
                  <a:pt x="2799112" y="100946"/>
                </a:lnTo>
                <a:lnTo>
                  <a:pt x="2799249" y="101259"/>
                </a:lnTo>
                <a:lnTo>
                  <a:pt x="2799392" y="101570"/>
                </a:lnTo>
                <a:lnTo>
                  <a:pt x="2799543" y="101880"/>
                </a:lnTo>
                <a:lnTo>
                  <a:pt x="2799699" y="102188"/>
                </a:lnTo>
                <a:lnTo>
                  <a:pt x="2799875" y="102492"/>
                </a:lnTo>
                <a:lnTo>
                  <a:pt x="2800056" y="102792"/>
                </a:lnTo>
                <a:lnTo>
                  <a:pt x="2800242" y="103086"/>
                </a:lnTo>
                <a:lnTo>
                  <a:pt x="2800434" y="103376"/>
                </a:lnTo>
                <a:lnTo>
                  <a:pt x="2800630" y="103660"/>
                </a:lnTo>
                <a:lnTo>
                  <a:pt x="2800831" y="103940"/>
                </a:lnTo>
                <a:lnTo>
                  <a:pt x="2801037" y="104214"/>
                </a:lnTo>
                <a:lnTo>
                  <a:pt x="2801248" y="104483"/>
                </a:lnTo>
                <a:lnTo>
                  <a:pt x="2801464" y="104748"/>
                </a:lnTo>
                <a:lnTo>
                  <a:pt x="2801685" y="105007"/>
                </a:lnTo>
                <a:lnTo>
                  <a:pt x="2801911" y="105262"/>
                </a:lnTo>
                <a:lnTo>
                  <a:pt x="2802142" y="105511"/>
                </a:lnTo>
                <a:lnTo>
                  <a:pt x="2802378" y="105756"/>
                </a:lnTo>
                <a:lnTo>
                  <a:pt x="2802619" y="105995"/>
                </a:lnTo>
                <a:lnTo>
                  <a:pt x="2802865" y="106230"/>
                </a:lnTo>
                <a:lnTo>
                  <a:pt x="2803116" y="106459"/>
                </a:lnTo>
                <a:lnTo>
                  <a:pt x="2803372" y="106683"/>
                </a:lnTo>
                <a:lnTo>
                  <a:pt x="2803634" y="106903"/>
                </a:lnTo>
                <a:lnTo>
                  <a:pt x="2803900" y="107117"/>
                </a:lnTo>
                <a:lnTo>
                  <a:pt x="2804171" y="107327"/>
                </a:lnTo>
                <a:lnTo>
                  <a:pt x="2804447" y="107531"/>
                </a:lnTo>
                <a:lnTo>
                  <a:pt x="2804728" y="107730"/>
                </a:lnTo>
                <a:lnTo>
                  <a:pt x="2805014" y="107925"/>
                </a:lnTo>
                <a:lnTo>
                  <a:pt x="2805305" y="108114"/>
                </a:lnTo>
                <a:lnTo>
                  <a:pt x="2804868" y="108305"/>
                </a:lnTo>
                <a:lnTo>
                  <a:pt x="2804438" y="108506"/>
                </a:lnTo>
                <a:lnTo>
                  <a:pt x="2804014" y="108715"/>
                </a:lnTo>
                <a:lnTo>
                  <a:pt x="2803597" y="108933"/>
                </a:lnTo>
                <a:lnTo>
                  <a:pt x="2803186" y="109160"/>
                </a:lnTo>
                <a:lnTo>
                  <a:pt x="2802783" y="109395"/>
                </a:lnTo>
                <a:lnTo>
                  <a:pt x="2802386" y="109640"/>
                </a:lnTo>
                <a:lnTo>
                  <a:pt x="2801995" y="109894"/>
                </a:lnTo>
                <a:lnTo>
                  <a:pt x="2801611" y="110156"/>
                </a:lnTo>
                <a:lnTo>
                  <a:pt x="2801234" y="110428"/>
                </a:lnTo>
                <a:lnTo>
                  <a:pt x="2800864" y="110708"/>
                </a:lnTo>
                <a:lnTo>
                  <a:pt x="2800500" y="110997"/>
                </a:lnTo>
                <a:lnTo>
                  <a:pt x="2800143" y="111295"/>
                </a:lnTo>
                <a:lnTo>
                  <a:pt x="2799793" y="111602"/>
                </a:lnTo>
                <a:lnTo>
                  <a:pt x="2799449" y="111918"/>
                </a:lnTo>
                <a:lnTo>
                  <a:pt x="2799112" y="112243"/>
                </a:lnTo>
                <a:lnTo>
                  <a:pt x="2798782" y="112576"/>
                </a:lnTo>
                <a:lnTo>
                  <a:pt x="2798458" y="112919"/>
                </a:lnTo>
                <a:lnTo>
                  <a:pt x="2798141" y="113271"/>
                </a:lnTo>
                <a:lnTo>
                  <a:pt x="2797831" y="113631"/>
                </a:lnTo>
                <a:lnTo>
                  <a:pt x="2797527" y="114000"/>
                </a:lnTo>
                <a:lnTo>
                  <a:pt x="2797230" y="114378"/>
                </a:lnTo>
                <a:lnTo>
                  <a:pt x="2796940" y="114765"/>
                </a:lnTo>
                <a:lnTo>
                  <a:pt x="2796656" y="115161"/>
                </a:lnTo>
                <a:lnTo>
                  <a:pt x="2796382" y="115564"/>
                </a:lnTo>
                <a:lnTo>
                  <a:pt x="2796119" y="115971"/>
                </a:lnTo>
                <a:lnTo>
                  <a:pt x="2795868" y="116383"/>
                </a:lnTo>
                <a:lnTo>
                  <a:pt x="2795628" y="116799"/>
                </a:lnTo>
                <a:lnTo>
                  <a:pt x="2795401" y="117219"/>
                </a:lnTo>
                <a:lnTo>
                  <a:pt x="2795185" y="117644"/>
                </a:lnTo>
                <a:lnTo>
                  <a:pt x="2794980" y="118073"/>
                </a:lnTo>
                <a:lnTo>
                  <a:pt x="2794788" y="118507"/>
                </a:lnTo>
                <a:lnTo>
                  <a:pt x="2794606" y="118945"/>
                </a:lnTo>
                <a:lnTo>
                  <a:pt x="2794437" y="119388"/>
                </a:lnTo>
                <a:lnTo>
                  <a:pt x="2794279" y="119835"/>
                </a:lnTo>
                <a:lnTo>
                  <a:pt x="2794134" y="120287"/>
                </a:lnTo>
                <a:lnTo>
                  <a:pt x="2793999" y="120743"/>
                </a:lnTo>
                <a:lnTo>
                  <a:pt x="2793877" y="121203"/>
                </a:lnTo>
                <a:lnTo>
                  <a:pt x="2793766" y="121668"/>
                </a:lnTo>
                <a:lnTo>
                  <a:pt x="2793666" y="122138"/>
                </a:lnTo>
                <a:lnTo>
                  <a:pt x="2793579" y="122611"/>
                </a:lnTo>
                <a:lnTo>
                  <a:pt x="2793503" y="123090"/>
                </a:lnTo>
                <a:lnTo>
                  <a:pt x="2793439" y="123573"/>
                </a:lnTo>
                <a:lnTo>
                  <a:pt x="2793386" y="124060"/>
                </a:lnTo>
                <a:lnTo>
                  <a:pt x="2793345" y="124551"/>
                </a:lnTo>
                <a:lnTo>
                  <a:pt x="2793316" y="125047"/>
                </a:lnTo>
                <a:lnTo>
                  <a:pt x="2793298" y="125548"/>
                </a:lnTo>
                <a:lnTo>
                  <a:pt x="2793293" y="126053"/>
                </a:lnTo>
                <a:lnTo>
                  <a:pt x="2793302" y="126729"/>
                </a:lnTo>
                <a:lnTo>
                  <a:pt x="2793332" y="127397"/>
                </a:lnTo>
                <a:lnTo>
                  <a:pt x="2793380" y="128055"/>
                </a:lnTo>
                <a:lnTo>
                  <a:pt x="2793448" y="128705"/>
                </a:lnTo>
                <a:lnTo>
                  <a:pt x="2793536" y="129345"/>
                </a:lnTo>
                <a:lnTo>
                  <a:pt x="2793643" y="129977"/>
                </a:lnTo>
                <a:lnTo>
                  <a:pt x="2793770" y="130600"/>
                </a:lnTo>
                <a:lnTo>
                  <a:pt x="2793915" y="131214"/>
                </a:lnTo>
                <a:lnTo>
                  <a:pt x="2794081" y="131819"/>
                </a:lnTo>
                <a:lnTo>
                  <a:pt x="2794266" y="132415"/>
                </a:lnTo>
                <a:lnTo>
                  <a:pt x="2794470" y="133002"/>
                </a:lnTo>
                <a:lnTo>
                  <a:pt x="2794694" y="133581"/>
                </a:lnTo>
                <a:lnTo>
                  <a:pt x="2794937" y="134150"/>
                </a:lnTo>
                <a:lnTo>
                  <a:pt x="2795200" y="134711"/>
                </a:lnTo>
                <a:lnTo>
                  <a:pt x="2795482" y="135263"/>
                </a:lnTo>
                <a:lnTo>
                  <a:pt x="2795784" y="135805"/>
                </a:lnTo>
                <a:lnTo>
                  <a:pt x="2796105" y="136339"/>
                </a:lnTo>
                <a:lnTo>
                  <a:pt x="2796446" y="136864"/>
                </a:lnTo>
                <a:lnTo>
                  <a:pt x="2796806" y="137380"/>
                </a:lnTo>
                <a:lnTo>
                  <a:pt x="2797186" y="137888"/>
                </a:lnTo>
                <a:lnTo>
                  <a:pt x="2797585" y="138386"/>
                </a:lnTo>
                <a:lnTo>
                  <a:pt x="2798003" y="138875"/>
                </a:lnTo>
                <a:lnTo>
                  <a:pt x="2798441" y="139356"/>
                </a:lnTo>
                <a:lnTo>
                  <a:pt x="2798899" y="139827"/>
                </a:lnTo>
                <a:lnTo>
                  <a:pt x="2799374" y="140285"/>
                </a:lnTo>
                <a:lnTo>
                  <a:pt x="2799865" y="140723"/>
                </a:lnTo>
                <a:lnTo>
                  <a:pt x="2800373" y="141141"/>
                </a:lnTo>
                <a:lnTo>
                  <a:pt x="2800896" y="141540"/>
                </a:lnTo>
                <a:lnTo>
                  <a:pt x="2801436" y="141920"/>
                </a:lnTo>
                <a:lnTo>
                  <a:pt x="2801992" y="142280"/>
                </a:lnTo>
                <a:lnTo>
                  <a:pt x="2802564" y="142621"/>
                </a:lnTo>
                <a:lnTo>
                  <a:pt x="2803152" y="142942"/>
                </a:lnTo>
                <a:lnTo>
                  <a:pt x="2803756" y="143244"/>
                </a:lnTo>
                <a:lnTo>
                  <a:pt x="2804377" y="143526"/>
                </a:lnTo>
                <a:lnTo>
                  <a:pt x="2805013" y="143789"/>
                </a:lnTo>
                <a:lnTo>
                  <a:pt x="2805666" y="144032"/>
                </a:lnTo>
                <a:lnTo>
                  <a:pt x="2806335" y="144256"/>
                </a:lnTo>
                <a:lnTo>
                  <a:pt x="2807019" y="144460"/>
                </a:lnTo>
                <a:lnTo>
                  <a:pt x="2807720" y="144645"/>
                </a:lnTo>
                <a:lnTo>
                  <a:pt x="2808438" y="144810"/>
                </a:lnTo>
                <a:lnTo>
                  <a:pt x="2809171" y="144956"/>
                </a:lnTo>
                <a:lnTo>
                  <a:pt x="2809920" y="145083"/>
                </a:lnTo>
                <a:lnTo>
                  <a:pt x="2810686" y="145190"/>
                </a:lnTo>
                <a:lnTo>
                  <a:pt x="2811467" y="145278"/>
                </a:lnTo>
                <a:lnTo>
                  <a:pt x="2812265" y="145346"/>
                </a:lnTo>
                <a:lnTo>
                  <a:pt x="2813079" y="145394"/>
                </a:lnTo>
                <a:lnTo>
                  <a:pt x="2813909" y="145424"/>
                </a:lnTo>
                <a:lnTo>
                  <a:pt x="2814755" y="145433"/>
                </a:lnTo>
                <a:lnTo>
                  <a:pt x="2851594" y="145433"/>
                </a:lnTo>
                <a:lnTo>
                  <a:pt x="2852572" y="145422"/>
                </a:lnTo>
                <a:lnTo>
                  <a:pt x="2853532" y="145387"/>
                </a:lnTo>
                <a:lnTo>
                  <a:pt x="2854472" y="145328"/>
                </a:lnTo>
                <a:lnTo>
                  <a:pt x="2855394" y="145246"/>
                </a:lnTo>
                <a:lnTo>
                  <a:pt x="2856296" y="145141"/>
                </a:lnTo>
                <a:lnTo>
                  <a:pt x="2857180" y="145013"/>
                </a:lnTo>
                <a:close/>
                <a:moveTo>
                  <a:pt x="2816108" y="134590"/>
                </a:moveTo>
                <a:lnTo>
                  <a:pt x="2815699" y="134506"/>
                </a:lnTo>
                <a:lnTo>
                  <a:pt x="2815298" y="134412"/>
                </a:lnTo>
                <a:lnTo>
                  <a:pt x="2814908" y="134306"/>
                </a:lnTo>
                <a:lnTo>
                  <a:pt x="2814526" y="134189"/>
                </a:lnTo>
                <a:lnTo>
                  <a:pt x="2814155" y="134061"/>
                </a:lnTo>
                <a:lnTo>
                  <a:pt x="2813792" y="133922"/>
                </a:lnTo>
                <a:lnTo>
                  <a:pt x="2813439" y="133772"/>
                </a:lnTo>
                <a:lnTo>
                  <a:pt x="2813096" y="133611"/>
                </a:lnTo>
                <a:lnTo>
                  <a:pt x="2812762" y="133438"/>
                </a:lnTo>
                <a:lnTo>
                  <a:pt x="2812437" y="133255"/>
                </a:lnTo>
                <a:lnTo>
                  <a:pt x="2812122" y="133060"/>
                </a:lnTo>
                <a:lnTo>
                  <a:pt x="2811817" y="132855"/>
                </a:lnTo>
                <a:lnTo>
                  <a:pt x="2811521" y="132638"/>
                </a:lnTo>
                <a:lnTo>
                  <a:pt x="2811234" y="132410"/>
                </a:lnTo>
                <a:lnTo>
                  <a:pt x="2810957" y="132170"/>
                </a:lnTo>
                <a:lnTo>
                  <a:pt x="2810689" y="131920"/>
                </a:lnTo>
                <a:lnTo>
                  <a:pt x="2810431" y="131659"/>
                </a:lnTo>
                <a:lnTo>
                  <a:pt x="2810182" y="131390"/>
                </a:lnTo>
                <a:lnTo>
                  <a:pt x="2809945" y="131117"/>
                </a:lnTo>
                <a:lnTo>
                  <a:pt x="2809717" y="130840"/>
                </a:lnTo>
                <a:lnTo>
                  <a:pt x="2809501" y="130560"/>
                </a:lnTo>
                <a:lnTo>
                  <a:pt x="2809295" y="130275"/>
                </a:lnTo>
                <a:lnTo>
                  <a:pt x="2809099" y="129987"/>
                </a:lnTo>
                <a:lnTo>
                  <a:pt x="2808914" y="129695"/>
                </a:lnTo>
                <a:lnTo>
                  <a:pt x="2808740" y="129399"/>
                </a:lnTo>
                <a:lnTo>
                  <a:pt x="2808576" y="129099"/>
                </a:lnTo>
                <a:lnTo>
                  <a:pt x="2808423" y="128795"/>
                </a:lnTo>
                <a:lnTo>
                  <a:pt x="2808280" y="128487"/>
                </a:lnTo>
                <a:lnTo>
                  <a:pt x="2808148" y="128175"/>
                </a:lnTo>
                <a:lnTo>
                  <a:pt x="2808027" y="127860"/>
                </a:lnTo>
                <a:lnTo>
                  <a:pt x="2807916" y="127540"/>
                </a:lnTo>
                <a:lnTo>
                  <a:pt x="2807816" y="127217"/>
                </a:lnTo>
                <a:lnTo>
                  <a:pt x="2807726" y="126889"/>
                </a:lnTo>
                <a:lnTo>
                  <a:pt x="2807647" y="126558"/>
                </a:lnTo>
                <a:lnTo>
                  <a:pt x="2807578" y="126223"/>
                </a:lnTo>
                <a:lnTo>
                  <a:pt x="2807520" y="125884"/>
                </a:lnTo>
                <a:lnTo>
                  <a:pt x="2807472" y="125541"/>
                </a:lnTo>
                <a:lnTo>
                  <a:pt x="2807435" y="125194"/>
                </a:lnTo>
                <a:lnTo>
                  <a:pt x="2807409" y="124844"/>
                </a:lnTo>
                <a:lnTo>
                  <a:pt x="2807393" y="124489"/>
                </a:lnTo>
                <a:lnTo>
                  <a:pt x="2807388" y="124131"/>
                </a:lnTo>
                <a:lnTo>
                  <a:pt x="2807393" y="123759"/>
                </a:lnTo>
                <a:lnTo>
                  <a:pt x="2807409" y="123392"/>
                </a:lnTo>
                <a:lnTo>
                  <a:pt x="2807435" y="123030"/>
                </a:lnTo>
                <a:lnTo>
                  <a:pt x="2807472" y="122672"/>
                </a:lnTo>
                <a:lnTo>
                  <a:pt x="2807520" y="122318"/>
                </a:lnTo>
                <a:lnTo>
                  <a:pt x="2807578" y="121969"/>
                </a:lnTo>
                <a:lnTo>
                  <a:pt x="2807647" y="121624"/>
                </a:lnTo>
                <a:lnTo>
                  <a:pt x="2807726" y="121283"/>
                </a:lnTo>
                <a:lnTo>
                  <a:pt x="2807816" y="120948"/>
                </a:lnTo>
                <a:lnTo>
                  <a:pt x="2807916" y="120616"/>
                </a:lnTo>
                <a:lnTo>
                  <a:pt x="2808027" y="120289"/>
                </a:lnTo>
                <a:lnTo>
                  <a:pt x="2808148" y="119966"/>
                </a:lnTo>
                <a:lnTo>
                  <a:pt x="2808280" y="119648"/>
                </a:lnTo>
                <a:lnTo>
                  <a:pt x="2808423" y="119335"/>
                </a:lnTo>
                <a:lnTo>
                  <a:pt x="2808576" y="119025"/>
                </a:lnTo>
                <a:lnTo>
                  <a:pt x="2808740" y="118721"/>
                </a:lnTo>
                <a:lnTo>
                  <a:pt x="2808914" y="118420"/>
                </a:lnTo>
                <a:lnTo>
                  <a:pt x="2809099" y="118125"/>
                </a:lnTo>
                <a:lnTo>
                  <a:pt x="2809295" y="117833"/>
                </a:lnTo>
                <a:lnTo>
                  <a:pt x="2809501" y="117546"/>
                </a:lnTo>
                <a:lnTo>
                  <a:pt x="2809717" y="117264"/>
                </a:lnTo>
                <a:lnTo>
                  <a:pt x="2809945" y="116986"/>
                </a:lnTo>
                <a:lnTo>
                  <a:pt x="2810182" y="116712"/>
                </a:lnTo>
                <a:lnTo>
                  <a:pt x="2810431" y="116443"/>
                </a:lnTo>
                <a:lnTo>
                  <a:pt x="2810689" y="116194"/>
                </a:lnTo>
                <a:lnTo>
                  <a:pt x="2810957" y="115957"/>
                </a:lnTo>
                <a:lnTo>
                  <a:pt x="2811234" y="115730"/>
                </a:lnTo>
                <a:lnTo>
                  <a:pt x="2811521" y="115513"/>
                </a:lnTo>
                <a:lnTo>
                  <a:pt x="2811817" y="115307"/>
                </a:lnTo>
                <a:lnTo>
                  <a:pt x="2812122" y="115111"/>
                </a:lnTo>
                <a:lnTo>
                  <a:pt x="2812437" y="114926"/>
                </a:lnTo>
                <a:lnTo>
                  <a:pt x="2812762" y="114752"/>
                </a:lnTo>
                <a:lnTo>
                  <a:pt x="2813096" y="114588"/>
                </a:lnTo>
                <a:lnTo>
                  <a:pt x="2813439" y="114435"/>
                </a:lnTo>
                <a:lnTo>
                  <a:pt x="2813792" y="114292"/>
                </a:lnTo>
                <a:lnTo>
                  <a:pt x="2814155" y="114160"/>
                </a:lnTo>
                <a:lnTo>
                  <a:pt x="2814526" y="114039"/>
                </a:lnTo>
                <a:lnTo>
                  <a:pt x="2814908" y="113928"/>
                </a:lnTo>
                <a:lnTo>
                  <a:pt x="2815298" y="113828"/>
                </a:lnTo>
                <a:lnTo>
                  <a:pt x="2815699" y="113738"/>
                </a:lnTo>
                <a:lnTo>
                  <a:pt x="2816108" y="113658"/>
                </a:lnTo>
                <a:lnTo>
                  <a:pt x="2816527" y="113590"/>
                </a:lnTo>
                <a:lnTo>
                  <a:pt x="2816956" y="113532"/>
                </a:lnTo>
                <a:lnTo>
                  <a:pt x="2817394" y="113484"/>
                </a:lnTo>
                <a:lnTo>
                  <a:pt x="2817841" y="113447"/>
                </a:lnTo>
                <a:lnTo>
                  <a:pt x="2818298" y="113421"/>
                </a:lnTo>
                <a:lnTo>
                  <a:pt x="2818764" y="113405"/>
                </a:lnTo>
                <a:lnTo>
                  <a:pt x="2819240" y="113400"/>
                </a:lnTo>
                <a:lnTo>
                  <a:pt x="2849512" y="113400"/>
                </a:lnTo>
                <a:lnTo>
                  <a:pt x="2850014" y="113405"/>
                </a:lnTo>
                <a:lnTo>
                  <a:pt x="2850504" y="113421"/>
                </a:lnTo>
                <a:lnTo>
                  <a:pt x="2850984" y="113447"/>
                </a:lnTo>
                <a:lnTo>
                  <a:pt x="2851452" y="113484"/>
                </a:lnTo>
                <a:lnTo>
                  <a:pt x="2851909" y="113532"/>
                </a:lnTo>
                <a:lnTo>
                  <a:pt x="2852355" y="113590"/>
                </a:lnTo>
                <a:lnTo>
                  <a:pt x="2852790" y="113658"/>
                </a:lnTo>
                <a:lnTo>
                  <a:pt x="2853214" y="113738"/>
                </a:lnTo>
                <a:lnTo>
                  <a:pt x="2853626" y="113828"/>
                </a:lnTo>
                <a:lnTo>
                  <a:pt x="2854028" y="113928"/>
                </a:lnTo>
                <a:lnTo>
                  <a:pt x="2854418" y="114039"/>
                </a:lnTo>
                <a:lnTo>
                  <a:pt x="2854798" y="114160"/>
                </a:lnTo>
                <a:lnTo>
                  <a:pt x="2855166" y="114292"/>
                </a:lnTo>
                <a:lnTo>
                  <a:pt x="2855523" y="114435"/>
                </a:lnTo>
                <a:lnTo>
                  <a:pt x="2855869" y="114588"/>
                </a:lnTo>
                <a:lnTo>
                  <a:pt x="2856203" y="114752"/>
                </a:lnTo>
                <a:lnTo>
                  <a:pt x="2856527" y="114926"/>
                </a:lnTo>
                <a:lnTo>
                  <a:pt x="2856840" y="115111"/>
                </a:lnTo>
                <a:lnTo>
                  <a:pt x="2857141" y="115307"/>
                </a:lnTo>
                <a:lnTo>
                  <a:pt x="2857431" y="115513"/>
                </a:lnTo>
                <a:lnTo>
                  <a:pt x="2857711" y="115730"/>
                </a:lnTo>
                <a:lnTo>
                  <a:pt x="2857979" y="115957"/>
                </a:lnTo>
                <a:lnTo>
                  <a:pt x="2858235" y="116194"/>
                </a:lnTo>
                <a:lnTo>
                  <a:pt x="2858481" y="116443"/>
                </a:lnTo>
                <a:lnTo>
                  <a:pt x="2858730" y="116699"/>
                </a:lnTo>
                <a:lnTo>
                  <a:pt x="2858967" y="116960"/>
                </a:lnTo>
                <a:lnTo>
                  <a:pt x="2859194" y="117226"/>
                </a:lnTo>
                <a:lnTo>
                  <a:pt x="2859411" y="117497"/>
                </a:lnTo>
                <a:lnTo>
                  <a:pt x="2859617" y="117773"/>
                </a:lnTo>
                <a:lnTo>
                  <a:pt x="2859813" y="118054"/>
                </a:lnTo>
                <a:lnTo>
                  <a:pt x="2859998" y="118341"/>
                </a:lnTo>
                <a:lnTo>
                  <a:pt x="2860172" y="118632"/>
                </a:lnTo>
                <a:lnTo>
                  <a:pt x="2860336" y="118928"/>
                </a:lnTo>
                <a:lnTo>
                  <a:pt x="2860489" y="119229"/>
                </a:lnTo>
                <a:lnTo>
                  <a:pt x="2860632" y="119535"/>
                </a:lnTo>
                <a:lnTo>
                  <a:pt x="2860764" y="119846"/>
                </a:lnTo>
                <a:lnTo>
                  <a:pt x="2860885" y="120163"/>
                </a:lnTo>
                <a:lnTo>
                  <a:pt x="2860996" y="120484"/>
                </a:lnTo>
                <a:lnTo>
                  <a:pt x="2861097" y="120810"/>
                </a:lnTo>
                <a:lnTo>
                  <a:pt x="2861186" y="121141"/>
                </a:lnTo>
                <a:lnTo>
                  <a:pt x="2861266" y="121477"/>
                </a:lnTo>
                <a:lnTo>
                  <a:pt x="2861334" y="121818"/>
                </a:lnTo>
                <a:lnTo>
                  <a:pt x="2861392" y="122165"/>
                </a:lnTo>
                <a:lnTo>
                  <a:pt x="2861440" y="122516"/>
                </a:lnTo>
                <a:lnTo>
                  <a:pt x="2861477" y="122872"/>
                </a:lnTo>
                <a:lnTo>
                  <a:pt x="2861503" y="123233"/>
                </a:lnTo>
                <a:lnTo>
                  <a:pt x="2861519" y="123599"/>
                </a:lnTo>
                <a:lnTo>
                  <a:pt x="2861525" y="123971"/>
                </a:lnTo>
                <a:lnTo>
                  <a:pt x="2861519" y="124355"/>
                </a:lnTo>
                <a:lnTo>
                  <a:pt x="2861503" y="124734"/>
                </a:lnTo>
                <a:lnTo>
                  <a:pt x="2861477" y="125107"/>
                </a:lnTo>
                <a:lnTo>
                  <a:pt x="2861440" y="125475"/>
                </a:lnTo>
                <a:lnTo>
                  <a:pt x="2861392" y="125837"/>
                </a:lnTo>
                <a:lnTo>
                  <a:pt x="2861334" y="126193"/>
                </a:lnTo>
                <a:lnTo>
                  <a:pt x="2861266" y="126544"/>
                </a:lnTo>
                <a:lnTo>
                  <a:pt x="2861186" y="126889"/>
                </a:lnTo>
                <a:lnTo>
                  <a:pt x="2861097" y="127229"/>
                </a:lnTo>
                <a:lnTo>
                  <a:pt x="2860996" y="127563"/>
                </a:lnTo>
                <a:lnTo>
                  <a:pt x="2860885" y="127892"/>
                </a:lnTo>
                <a:lnTo>
                  <a:pt x="2860764" y="128215"/>
                </a:lnTo>
                <a:lnTo>
                  <a:pt x="2860632" y="128533"/>
                </a:lnTo>
                <a:lnTo>
                  <a:pt x="2860489" y="128845"/>
                </a:lnTo>
                <a:lnTo>
                  <a:pt x="2860336" y="129151"/>
                </a:lnTo>
                <a:lnTo>
                  <a:pt x="2860172" y="129452"/>
                </a:lnTo>
                <a:lnTo>
                  <a:pt x="2859998" y="129747"/>
                </a:lnTo>
                <a:lnTo>
                  <a:pt x="2859813" y="130037"/>
                </a:lnTo>
                <a:lnTo>
                  <a:pt x="2859617" y="130321"/>
                </a:lnTo>
                <a:lnTo>
                  <a:pt x="2859411" y="130600"/>
                </a:lnTo>
                <a:lnTo>
                  <a:pt x="2859194" y="130873"/>
                </a:lnTo>
                <a:lnTo>
                  <a:pt x="2858967" y="131141"/>
                </a:lnTo>
                <a:lnTo>
                  <a:pt x="2858730" y="131402"/>
                </a:lnTo>
                <a:lnTo>
                  <a:pt x="2858481" y="131659"/>
                </a:lnTo>
                <a:lnTo>
                  <a:pt x="2858223" y="131920"/>
                </a:lnTo>
                <a:lnTo>
                  <a:pt x="2857954" y="132170"/>
                </a:lnTo>
                <a:lnTo>
                  <a:pt x="2857675" y="132410"/>
                </a:lnTo>
                <a:lnTo>
                  <a:pt x="2857387" y="132638"/>
                </a:lnTo>
                <a:lnTo>
                  <a:pt x="2857088" y="132855"/>
                </a:lnTo>
                <a:lnTo>
                  <a:pt x="2856780" y="133060"/>
                </a:lnTo>
                <a:lnTo>
                  <a:pt x="2856461" y="133255"/>
                </a:lnTo>
                <a:lnTo>
                  <a:pt x="2856132" y="133438"/>
                </a:lnTo>
                <a:lnTo>
                  <a:pt x="2855793" y="133611"/>
                </a:lnTo>
                <a:lnTo>
                  <a:pt x="2855445" y="133772"/>
                </a:lnTo>
                <a:lnTo>
                  <a:pt x="2855086" y="133922"/>
                </a:lnTo>
                <a:lnTo>
                  <a:pt x="2854717" y="134061"/>
                </a:lnTo>
                <a:lnTo>
                  <a:pt x="2854339" y="134189"/>
                </a:lnTo>
                <a:lnTo>
                  <a:pt x="2853950" y="134306"/>
                </a:lnTo>
                <a:lnTo>
                  <a:pt x="2853551" y="134412"/>
                </a:lnTo>
                <a:lnTo>
                  <a:pt x="2853142" y="134506"/>
                </a:lnTo>
                <a:lnTo>
                  <a:pt x="2852724" y="134590"/>
                </a:lnTo>
                <a:lnTo>
                  <a:pt x="2852295" y="134662"/>
                </a:lnTo>
                <a:lnTo>
                  <a:pt x="2851856" y="134723"/>
                </a:lnTo>
                <a:lnTo>
                  <a:pt x="2851407" y="134773"/>
                </a:lnTo>
                <a:lnTo>
                  <a:pt x="2850948" y="134812"/>
                </a:lnTo>
                <a:lnTo>
                  <a:pt x="2850480" y="134840"/>
                </a:lnTo>
                <a:lnTo>
                  <a:pt x="2850001" y="134857"/>
                </a:lnTo>
                <a:lnTo>
                  <a:pt x="2849512" y="134862"/>
                </a:lnTo>
                <a:lnTo>
                  <a:pt x="2819240" y="134862"/>
                </a:lnTo>
                <a:lnTo>
                  <a:pt x="2818764" y="134857"/>
                </a:lnTo>
                <a:lnTo>
                  <a:pt x="2818298" y="134840"/>
                </a:lnTo>
                <a:lnTo>
                  <a:pt x="2817841" y="134812"/>
                </a:lnTo>
                <a:lnTo>
                  <a:pt x="2817394" y="134773"/>
                </a:lnTo>
                <a:lnTo>
                  <a:pt x="2816956" y="134723"/>
                </a:lnTo>
                <a:lnTo>
                  <a:pt x="2816527" y="134662"/>
                </a:lnTo>
                <a:lnTo>
                  <a:pt x="2816108" y="134590"/>
                </a:lnTo>
                <a:close/>
                <a:moveTo>
                  <a:pt x="2829390" y="73017"/>
                </a:moveTo>
                <a:lnTo>
                  <a:pt x="2828761" y="72912"/>
                </a:lnTo>
                <a:lnTo>
                  <a:pt x="2828144" y="72794"/>
                </a:lnTo>
                <a:lnTo>
                  <a:pt x="2827540" y="72662"/>
                </a:lnTo>
                <a:lnTo>
                  <a:pt x="2826948" y="72516"/>
                </a:lnTo>
                <a:lnTo>
                  <a:pt x="2826368" y="72356"/>
                </a:lnTo>
                <a:lnTo>
                  <a:pt x="2825800" y="72182"/>
                </a:lnTo>
                <a:lnTo>
                  <a:pt x="2825244" y="71995"/>
                </a:lnTo>
                <a:lnTo>
                  <a:pt x="2824701" y="71793"/>
                </a:lnTo>
                <a:lnTo>
                  <a:pt x="2824170" y="71578"/>
                </a:lnTo>
                <a:lnTo>
                  <a:pt x="2823651" y="71348"/>
                </a:lnTo>
                <a:lnTo>
                  <a:pt x="2823144" y="71105"/>
                </a:lnTo>
                <a:lnTo>
                  <a:pt x="2822650" y="70848"/>
                </a:lnTo>
                <a:lnTo>
                  <a:pt x="2822168" y="70577"/>
                </a:lnTo>
                <a:lnTo>
                  <a:pt x="2821698" y="70292"/>
                </a:lnTo>
                <a:lnTo>
                  <a:pt x="2821240" y="69993"/>
                </a:lnTo>
                <a:lnTo>
                  <a:pt x="2820794" y="69680"/>
                </a:lnTo>
                <a:lnTo>
                  <a:pt x="2820361" y="69353"/>
                </a:lnTo>
                <a:lnTo>
                  <a:pt x="2819956" y="69001"/>
                </a:lnTo>
                <a:lnTo>
                  <a:pt x="2819568" y="68637"/>
                </a:lnTo>
                <a:lnTo>
                  <a:pt x="2819198" y="68262"/>
                </a:lnTo>
                <a:lnTo>
                  <a:pt x="2818844" y="67876"/>
                </a:lnTo>
                <a:lnTo>
                  <a:pt x="2818508" y="67479"/>
                </a:lnTo>
                <a:lnTo>
                  <a:pt x="2818189" y="67071"/>
                </a:lnTo>
                <a:lnTo>
                  <a:pt x="2817887" y="66651"/>
                </a:lnTo>
                <a:lnTo>
                  <a:pt x="2817603" y="66221"/>
                </a:lnTo>
                <a:lnTo>
                  <a:pt x="2817336" y="65779"/>
                </a:lnTo>
                <a:lnTo>
                  <a:pt x="2817086" y="65327"/>
                </a:lnTo>
                <a:lnTo>
                  <a:pt x="2816853" y="64863"/>
                </a:lnTo>
                <a:lnTo>
                  <a:pt x="2816637" y="64388"/>
                </a:lnTo>
                <a:lnTo>
                  <a:pt x="2816439" y="63902"/>
                </a:lnTo>
                <a:lnTo>
                  <a:pt x="2816258" y="63405"/>
                </a:lnTo>
                <a:lnTo>
                  <a:pt x="2816094" y="62896"/>
                </a:lnTo>
                <a:lnTo>
                  <a:pt x="2815948" y="62377"/>
                </a:lnTo>
                <a:lnTo>
                  <a:pt x="2815818" y="61846"/>
                </a:lnTo>
                <a:lnTo>
                  <a:pt x="2815706" y="61305"/>
                </a:lnTo>
                <a:lnTo>
                  <a:pt x="2815611" y="60752"/>
                </a:lnTo>
                <a:lnTo>
                  <a:pt x="2815534" y="60188"/>
                </a:lnTo>
                <a:lnTo>
                  <a:pt x="2815474" y="59613"/>
                </a:lnTo>
                <a:lnTo>
                  <a:pt x="2815430" y="59027"/>
                </a:lnTo>
                <a:lnTo>
                  <a:pt x="2815405" y="58429"/>
                </a:lnTo>
                <a:lnTo>
                  <a:pt x="2815396" y="57821"/>
                </a:lnTo>
                <a:lnTo>
                  <a:pt x="2815405" y="57200"/>
                </a:lnTo>
                <a:lnTo>
                  <a:pt x="2815430" y="56591"/>
                </a:lnTo>
                <a:lnTo>
                  <a:pt x="2815474" y="55994"/>
                </a:lnTo>
                <a:lnTo>
                  <a:pt x="2815534" y="55410"/>
                </a:lnTo>
                <a:lnTo>
                  <a:pt x="2815611" y="54837"/>
                </a:lnTo>
                <a:lnTo>
                  <a:pt x="2815706" y="54277"/>
                </a:lnTo>
                <a:lnTo>
                  <a:pt x="2815818" y="53729"/>
                </a:lnTo>
                <a:lnTo>
                  <a:pt x="2815948" y="53194"/>
                </a:lnTo>
                <a:lnTo>
                  <a:pt x="2816094" y="52671"/>
                </a:lnTo>
                <a:lnTo>
                  <a:pt x="2816258" y="52159"/>
                </a:lnTo>
                <a:lnTo>
                  <a:pt x="2816439" y="51661"/>
                </a:lnTo>
                <a:lnTo>
                  <a:pt x="2816637" y="51174"/>
                </a:lnTo>
                <a:lnTo>
                  <a:pt x="2816853" y="50700"/>
                </a:lnTo>
                <a:lnTo>
                  <a:pt x="2817086" y="50237"/>
                </a:lnTo>
                <a:lnTo>
                  <a:pt x="2817336" y="49787"/>
                </a:lnTo>
                <a:lnTo>
                  <a:pt x="2817603" y="49350"/>
                </a:lnTo>
                <a:lnTo>
                  <a:pt x="2817887" y="48924"/>
                </a:lnTo>
                <a:lnTo>
                  <a:pt x="2818189" y="48511"/>
                </a:lnTo>
                <a:lnTo>
                  <a:pt x="2818508" y="48110"/>
                </a:lnTo>
                <a:lnTo>
                  <a:pt x="2818844" y="47721"/>
                </a:lnTo>
                <a:lnTo>
                  <a:pt x="2819198" y="47345"/>
                </a:lnTo>
                <a:lnTo>
                  <a:pt x="2819568" y="46981"/>
                </a:lnTo>
                <a:lnTo>
                  <a:pt x="2819956" y="46629"/>
                </a:lnTo>
                <a:lnTo>
                  <a:pt x="2820361" y="46289"/>
                </a:lnTo>
                <a:lnTo>
                  <a:pt x="2820794" y="45962"/>
                </a:lnTo>
                <a:lnTo>
                  <a:pt x="2821240" y="45649"/>
                </a:lnTo>
                <a:lnTo>
                  <a:pt x="2821698" y="45350"/>
                </a:lnTo>
                <a:lnTo>
                  <a:pt x="2822168" y="45065"/>
                </a:lnTo>
                <a:lnTo>
                  <a:pt x="2822650" y="44794"/>
                </a:lnTo>
                <a:lnTo>
                  <a:pt x="2823144" y="44537"/>
                </a:lnTo>
                <a:lnTo>
                  <a:pt x="2823651" y="44294"/>
                </a:lnTo>
                <a:lnTo>
                  <a:pt x="2824170" y="44064"/>
                </a:lnTo>
                <a:lnTo>
                  <a:pt x="2824701" y="43849"/>
                </a:lnTo>
                <a:lnTo>
                  <a:pt x="2825244" y="43647"/>
                </a:lnTo>
                <a:lnTo>
                  <a:pt x="2825800" y="43459"/>
                </a:lnTo>
                <a:lnTo>
                  <a:pt x="2826368" y="43286"/>
                </a:lnTo>
                <a:lnTo>
                  <a:pt x="2826948" y="43126"/>
                </a:lnTo>
                <a:lnTo>
                  <a:pt x="2827540" y="42980"/>
                </a:lnTo>
                <a:lnTo>
                  <a:pt x="2828144" y="42848"/>
                </a:lnTo>
                <a:lnTo>
                  <a:pt x="2828761" y="42729"/>
                </a:lnTo>
                <a:lnTo>
                  <a:pt x="2829390" y="42625"/>
                </a:lnTo>
                <a:lnTo>
                  <a:pt x="2830031" y="42535"/>
                </a:lnTo>
                <a:lnTo>
                  <a:pt x="2830685" y="42458"/>
                </a:lnTo>
                <a:lnTo>
                  <a:pt x="2831351" y="42396"/>
                </a:lnTo>
                <a:lnTo>
                  <a:pt x="2832029" y="42347"/>
                </a:lnTo>
                <a:lnTo>
                  <a:pt x="2832719" y="42312"/>
                </a:lnTo>
                <a:lnTo>
                  <a:pt x="2833421" y="42292"/>
                </a:lnTo>
                <a:lnTo>
                  <a:pt x="2834136" y="42285"/>
                </a:lnTo>
                <a:lnTo>
                  <a:pt x="2834863" y="42292"/>
                </a:lnTo>
                <a:lnTo>
                  <a:pt x="2835577" y="42312"/>
                </a:lnTo>
                <a:lnTo>
                  <a:pt x="2836278" y="42347"/>
                </a:lnTo>
                <a:lnTo>
                  <a:pt x="2836965" y="42396"/>
                </a:lnTo>
                <a:lnTo>
                  <a:pt x="2837639" y="42458"/>
                </a:lnTo>
                <a:lnTo>
                  <a:pt x="2838300" y="42535"/>
                </a:lnTo>
                <a:lnTo>
                  <a:pt x="2838947" y="42625"/>
                </a:lnTo>
                <a:lnTo>
                  <a:pt x="2839581" y="42729"/>
                </a:lnTo>
                <a:lnTo>
                  <a:pt x="2840202" y="42848"/>
                </a:lnTo>
                <a:lnTo>
                  <a:pt x="2840809" y="42980"/>
                </a:lnTo>
                <a:lnTo>
                  <a:pt x="2841403" y="43126"/>
                </a:lnTo>
                <a:lnTo>
                  <a:pt x="2841984" y="43286"/>
                </a:lnTo>
                <a:lnTo>
                  <a:pt x="2842551" y="43459"/>
                </a:lnTo>
                <a:lnTo>
                  <a:pt x="2843105" y="43647"/>
                </a:lnTo>
                <a:lnTo>
                  <a:pt x="2843646" y="43849"/>
                </a:lnTo>
                <a:lnTo>
                  <a:pt x="2844173" y="44064"/>
                </a:lnTo>
                <a:lnTo>
                  <a:pt x="2844687" y="44294"/>
                </a:lnTo>
                <a:lnTo>
                  <a:pt x="2845187" y="44537"/>
                </a:lnTo>
                <a:lnTo>
                  <a:pt x="2845674" y="44794"/>
                </a:lnTo>
                <a:lnTo>
                  <a:pt x="2846148" y="45065"/>
                </a:lnTo>
                <a:lnTo>
                  <a:pt x="2846609" y="45350"/>
                </a:lnTo>
                <a:lnTo>
                  <a:pt x="2847056" y="45649"/>
                </a:lnTo>
                <a:lnTo>
                  <a:pt x="2847490" y="45962"/>
                </a:lnTo>
                <a:lnTo>
                  <a:pt x="2847910" y="46289"/>
                </a:lnTo>
                <a:lnTo>
                  <a:pt x="2848315" y="46629"/>
                </a:lnTo>
                <a:lnTo>
                  <a:pt x="2848703" y="46981"/>
                </a:lnTo>
                <a:lnTo>
                  <a:pt x="2849074" y="47345"/>
                </a:lnTo>
                <a:lnTo>
                  <a:pt x="2849427" y="47721"/>
                </a:lnTo>
                <a:lnTo>
                  <a:pt x="2849764" y="48110"/>
                </a:lnTo>
                <a:lnTo>
                  <a:pt x="2850083" y="48511"/>
                </a:lnTo>
                <a:lnTo>
                  <a:pt x="2850384" y="48924"/>
                </a:lnTo>
                <a:lnTo>
                  <a:pt x="2850669" y="49350"/>
                </a:lnTo>
                <a:lnTo>
                  <a:pt x="2850936" y="49787"/>
                </a:lnTo>
                <a:lnTo>
                  <a:pt x="2851186" y="50237"/>
                </a:lnTo>
                <a:lnTo>
                  <a:pt x="2851419" y="50700"/>
                </a:lnTo>
                <a:lnTo>
                  <a:pt x="2851634" y="51174"/>
                </a:lnTo>
                <a:lnTo>
                  <a:pt x="2851833" y="51661"/>
                </a:lnTo>
                <a:lnTo>
                  <a:pt x="2852014" y="52159"/>
                </a:lnTo>
                <a:lnTo>
                  <a:pt x="2852177" y="52671"/>
                </a:lnTo>
                <a:lnTo>
                  <a:pt x="2852324" y="53194"/>
                </a:lnTo>
                <a:lnTo>
                  <a:pt x="2852453" y="53729"/>
                </a:lnTo>
                <a:lnTo>
                  <a:pt x="2852565" y="54277"/>
                </a:lnTo>
                <a:lnTo>
                  <a:pt x="2852660" y="54837"/>
                </a:lnTo>
                <a:lnTo>
                  <a:pt x="2852738" y="55410"/>
                </a:lnTo>
                <a:lnTo>
                  <a:pt x="2852798" y="55994"/>
                </a:lnTo>
                <a:lnTo>
                  <a:pt x="2852841" y="56591"/>
                </a:lnTo>
                <a:lnTo>
                  <a:pt x="2852867" y="57200"/>
                </a:lnTo>
                <a:lnTo>
                  <a:pt x="2852876" y="57821"/>
                </a:lnTo>
                <a:lnTo>
                  <a:pt x="2852867" y="58429"/>
                </a:lnTo>
                <a:lnTo>
                  <a:pt x="2852841" y="59027"/>
                </a:lnTo>
                <a:lnTo>
                  <a:pt x="2852798" y="59613"/>
                </a:lnTo>
                <a:lnTo>
                  <a:pt x="2852738" y="60188"/>
                </a:lnTo>
                <a:lnTo>
                  <a:pt x="2852660" y="60752"/>
                </a:lnTo>
                <a:lnTo>
                  <a:pt x="2852565" y="61305"/>
                </a:lnTo>
                <a:lnTo>
                  <a:pt x="2852453" y="61846"/>
                </a:lnTo>
                <a:lnTo>
                  <a:pt x="2852324" y="62377"/>
                </a:lnTo>
                <a:lnTo>
                  <a:pt x="2852177" y="62896"/>
                </a:lnTo>
                <a:lnTo>
                  <a:pt x="2852014" y="63405"/>
                </a:lnTo>
                <a:lnTo>
                  <a:pt x="2851833" y="63902"/>
                </a:lnTo>
                <a:lnTo>
                  <a:pt x="2851634" y="64388"/>
                </a:lnTo>
                <a:lnTo>
                  <a:pt x="2851419" y="64863"/>
                </a:lnTo>
                <a:lnTo>
                  <a:pt x="2851186" y="65327"/>
                </a:lnTo>
                <a:lnTo>
                  <a:pt x="2850936" y="65779"/>
                </a:lnTo>
                <a:lnTo>
                  <a:pt x="2850669" y="66221"/>
                </a:lnTo>
                <a:lnTo>
                  <a:pt x="2850384" y="66651"/>
                </a:lnTo>
                <a:lnTo>
                  <a:pt x="2850083" y="67071"/>
                </a:lnTo>
                <a:lnTo>
                  <a:pt x="2849764" y="67479"/>
                </a:lnTo>
                <a:lnTo>
                  <a:pt x="2849427" y="67876"/>
                </a:lnTo>
                <a:lnTo>
                  <a:pt x="2849074" y="68262"/>
                </a:lnTo>
                <a:lnTo>
                  <a:pt x="2848703" y="68637"/>
                </a:lnTo>
                <a:lnTo>
                  <a:pt x="2848315" y="69001"/>
                </a:lnTo>
                <a:lnTo>
                  <a:pt x="2847910" y="69353"/>
                </a:lnTo>
                <a:lnTo>
                  <a:pt x="2847490" y="69680"/>
                </a:lnTo>
                <a:lnTo>
                  <a:pt x="2847056" y="69993"/>
                </a:lnTo>
                <a:lnTo>
                  <a:pt x="2846609" y="70292"/>
                </a:lnTo>
                <a:lnTo>
                  <a:pt x="2846148" y="70577"/>
                </a:lnTo>
                <a:lnTo>
                  <a:pt x="2845674" y="70848"/>
                </a:lnTo>
                <a:lnTo>
                  <a:pt x="2845187" y="71105"/>
                </a:lnTo>
                <a:lnTo>
                  <a:pt x="2844687" y="71348"/>
                </a:lnTo>
                <a:lnTo>
                  <a:pt x="2844173" y="71578"/>
                </a:lnTo>
                <a:lnTo>
                  <a:pt x="2843646" y="71793"/>
                </a:lnTo>
                <a:lnTo>
                  <a:pt x="2843105" y="71995"/>
                </a:lnTo>
                <a:lnTo>
                  <a:pt x="2842551" y="72182"/>
                </a:lnTo>
                <a:lnTo>
                  <a:pt x="2841984" y="72356"/>
                </a:lnTo>
                <a:lnTo>
                  <a:pt x="2841403" y="72516"/>
                </a:lnTo>
                <a:lnTo>
                  <a:pt x="2840809" y="72662"/>
                </a:lnTo>
                <a:lnTo>
                  <a:pt x="2840202" y="72794"/>
                </a:lnTo>
                <a:lnTo>
                  <a:pt x="2839581" y="72912"/>
                </a:lnTo>
                <a:lnTo>
                  <a:pt x="2838947" y="73017"/>
                </a:lnTo>
                <a:lnTo>
                  <a:pt x="2838300" y="73107"/>
                </a:lnTo>
                <a:lnTo>
                  <a:pt x="2837639" y="73184"/>
                </a:lnTo>
                <a:lnTo>
                  <a:pt x="2836965" y="73246"/>
                </a:lnTo>
                <a:lnTo>
                  <a:pt x="2836278" y="73295"/>
                </a:lnTo>
                <a:lnTo>
                  <a:pt x="2835577" y="73330"/>
                </a:lnTo>
                <a:lnTo>
                  <a:pt x="2834863" y="73350"/>
                </a:lnTo>
                <a:lnTo>
                  <a:pt x="2834136" y="73357"/>
                </a:lnTo>
                <a:lnTo>
                  <a:pt x="2833421" y="73350"/>
                </a:lnTo>
                <a:lnTo>
                  <a:pt x="2832719" y="73330"/>
                </a:lnTo>
                <a:lnTo>
                  <a:pt x="2832029" y="73295"/>
                </a:lnTo>
                <a:lnTo>
                  <a:pt x="2831351" y="73246"/>
                </a:lnTo>
                <a:lnTo>
                  <a:pt x="2830685" y="73184"/>
                </a:lnTo>
                <a:lnTo>
                  <a:pt x="2830031" y="73107"/>
                </a:lnTo>
                <a:lnTo>
                  <a:pt x="2829390" y="73017"/>
                </a:lnTo>
                <a:close/>
                <a:moveTo>
                  <a:pt x="2267834" y="250433"/>
                </a:moveTo>
                <a:lnTo>
                  <a:pt x="2252778" y="250433"/>
                </a:lnTo>
                <a:lnTo>
                  <a:pt x="2252778" y="265809"/>
                </a:lnTo>
                <a:lnTo>
                  <a:pt x="2267834" y="265809"/>
                </a:lnTo>
                <a:lnTo>
                  <a:pt x="2267834" y="250433"/>
                </a:lnTo>
                <a:close/>
                <a:moveTo>
                  <a:pt x="2817959" y="299124"/>
                </a:moveTo>
                <a:lnTo>
                  <a:pt x="2824365" y="299124"/>
                </a:lnTo>
                <a:lnTo>
                  <a:pt x="2828049" y="278142"/>
                </a:lnTo>
                <a:lnTo>
                  <a:pt x="2828049" y="254597"/>
                </a:lnTo>
                <a:lnTo>
                  <a:pt x="2814275" y="254597"/>
                </a:lnTo>
                <a:lnTo>
                  <a:pt x="2814275" y="278142"/>
                </a:lnTo>
                <a:lnTo>
                  <a:pt x="2817959" y="299124"/>
                </a:lnTo>
                <a:close/>
                <a:moveTo>
                  <a:pt x="2841824" y="299124"/>
                </a:moveTo>
                <a:lnTo>
                  <a:pt x="2848231" y="299124"/>
                </a:lnTo>
                <a:lnTo>
                  <a:pt x="2851915" y="278142"/>
                </a:lnTo>
                <a:lnTo>
                  <a:pt x="2851915" y="254597"/>
                </a:lnTo>
                <a:lnTo>
                  <a:pt x="2838140" y="254597"/>
                </a:lnTo>
                <a:lnTo>
                  <a:pt x="2838140" y="278142"/>
                </a:lnTo>
                <a:lnTo>
                  <a:pt x="2841824" y="299124"/>
                </a:lnTo>
                <a:close/>
                <a:moveTo>
                  <a:pt x="2224108" y="364473"/>
                </a:moveTo>
                <a:lnTo>
                  <a:pt x="2253418" y="364473"/>
                </a:lnTo>
                <a:lnTo>
                  <a:pt x="2269435" y="364473"/>
                </a:lnTo>
                <a:lnTo>
                  <a:pt x="2297144" y="364473"/>
                </a:lnTo>
                <a:lnTo>
                  <a:pt x="2297144" y="352140"/>
                </a:lnTo>
                <a:lnTo>
                  <a:pt x="2269435" y="352140"/>
                </a:lnTo>
                <a:lnTo>
                  <a:pt x="2269435" y="282627"/>
                </a:lnTo>
                <a:lnTo>
                  <a:pt x="2224108" y="282627"/>
                </a:lnTo>
                <a:lnTo>
                  <a:pt x="2224108" y="295120"/>
                </a:lnTo>
                <a:lnTo>
                  <a:pt x="2253418" y="295120"/>
                </a:lnTo>
                <a:lnTo>
                  <a:pt x="2253418" y="352140"/>
                </a:lnTo>
                <a:lnTo>
                  <a:pt x="2224108" y="352140"/>
                </a:lnTo>
                <a:lnTo>
                  <a:pt x="2224108" y="364473"/>
                </a:lnTo>
                <a:close/>
                <a:moveTo>
                  <a:pt x="2357416" y="365905"/>
                </a:moveTo>
                <a:lnTo>
                  <a:pt x="2358301" y="365843"/>
                </a:lnTo>
                <a:lnTo>
                  <a:pt x="2359174" y="365772"/>
                </a:lnTo>
                <a:lnTo>
                  <a:pt x="2360036" y="365692"/>
                </a:lnTo>
                <a:lnTo>
                  <a:pt x="2360886" y="365602"/>
                </a:lnTo>
                <a:lnTo>
                  <a:pt x="2361724" y="365503"/>
                </a:lnTo>
                <a:lnTo>
                  <a:pt x="2362551" y="365394"/>
                </a:lnTo>
                <a:lnTo>
                  <a:pt x="2363366" y="365276"/>
                </a:lnTo>
                <a:lnTo>
                  <a:pt x="2364169" y="365148"/>
                </a:lnTo>
                <a:lnTo>
                  <a:pt x="2364961" y="365011"/>
                </a:lnTo>
                <a:lnTo>
                  <a:pt x="2365741" y="364865"/>
                </a:lnTo>
                <a:lnTo>
                  <a:pt x="2366509" y="364709"/>
                </a:lnTo>
                <a:lnTo>
                  <a:pt x="2367266" y="364543"/>
                </a:lnTo>
                <a:lnTo>
                  <a:pt x="2368011" y="364368"/>
                </a:lnTo>
                <a:lnTo>
                  <a:pt x="2368744" y="364184"/>
                </a:lnTo>
                <a:lnTo>
                  <a:pt x="2369466" y="363990"/>
                </a:lnTo>
                <a:lnTo>
                  <a:pt x="2370176" y="363787"/>
                </a:lnTo>
                <a:lnTo>
                  <a:pt x="2370874" y="363574"/>
                </a:lnTo>
                <a:lnTo>
                  <a:pt x="2371561" y="363352"/>
                </a:lnTo>
                <a:lnTo>
                  <a:pt x="2372248" y="363120"/>
                </a:lnTo>
                <a:lnTo>
                  <a:pt x="2372921" y="362878"/>
                </a:lnTo>
                <a:lnTo>
                  <a:pt x="2373580" y="362626"/>
                </a:lnTo>
                <a:lnTo>
                  <a:pt x="2374226" y="362364"/>
                </a:lnTo>
                <a:lnTo>
                  <a:pt x="2374857" y="362092"/>
                </a:lnTo>
                <a:lnTo>
                  <a:pt x="2375475" y="361810"/>
                </a:lnTo>
                <a:lnTo>
                  <a:pt x="2376078" y="361518"/>
                </a:lnTo>
                <a:lnTo>
                  <a:pt x="2376668" y="361216"/>
                </a:lnTo>
                <a:lnTo>
                  <a:pt x="2377244" y="360904"/>
                </a:lnTo>
                <a:lnTo>
                  <a:pt x="2377806" y="360582"/>
                </a:lnTo>
                <a:lnTo>
                  <a:pt x="2378354" y="360250"/>
                </a:lnTo>
                <a:lnTo>
                  <a:pt x="2378888" y="359908"/>
                </a:lnTo>
                <a:lnTo>
                  <a:pt x="2379409" y="359556"/>
                </a:lnTo>
                <a:lnTo>
                  <a:pt x="2379915" y="359194"/>
                </a:lnTo>
                <a:lnTo>
                  <a:pt x="2380407" y="358822"/>
                </a:lnTo>
                <a:lnTo>
                  <a:pt x="2380886" y="358440"/>
                </a:lnTo>
                <a:lnTo>
                  <a:pt x="2381351" y="358048"/>
                </a:lnTo>
                <a:lnTo>
                  <a:pt x="2381801" y="357646"/>
                </a:lnTo>
                <a:lnTo>
                  <a:pt x="2382238" y="357234"/>
                </a:lnTo>
                <a:lnTo>
                  <a:pt x="2382661" y="356812"/>
                </a:lnTo>
                <a:lnTo>
                  <a:pt x="2383070" y="356380"/>
                </a:lnTo>
                <a:lnTo>
                  <a:pt x="2383465" y="355938"/>
                </a:lnTo>
                <a:lnTo>
                  <a:pt x="2383847" y="355485"/>
                </a:lnTo>
                <a:lnTo>
                  <a:pt x="2384214" y="355023"/>
                </a:lnTo>
                <a:lnTo>
                  <a:pt x="2384580" y="354551"/>
                </a:lnTo>
                <a:lnTo>
                  <a:pt x="2384930" y="354069"/>
                </a:lnTo>
                <a:lnTo>
                  <a:pt x="2385265" y="353577"/>
                </a:lnTo>
                <a:lnTo>
                  <a:pt x="2385584" y="353074"/>
                </a:lnTo>
                <a:lnTo>
                  <a:pt x="2385888" y="352562"/>
                </a:lnTo>
                <a:lnTo>
                  <a:pt x="2386176" y="352040"/>
                </a:lnTo>
                <a:lnTo>
                  <a:pt x="2386448" y="351508"/>
                </a:lnTo>
                <a:lnTo>
                  <a:pt x="2386705" y="350966"/>
                </a:lnTo>
                <a:lnTo>
                  <a:pt x="2386947" y="350413"/>
                </a:lnTo>
                <a:lnTo>
                  <a:pt x="2387173" y="349851"/>
                </a:lnTo>
                <a:lnTo>
                  <a:pt x="2387383" y="349279"/>
                </a:lnTo>
                <a:lnTo>
                  <a:pt x="2387577" y="348697"/>
                </a:lnTo>
                <a:lnTo>
                  <a:pt x="2387756" y="348104"/>
                </a:lnTo>
                <a:lnTo>
                  <a:pt x="2387920" y="347502"/>
                </a:lnTo>
                <a:lnTo>
                  <a:pt x="2388068" y="346890"/>
                </a:lnTo>
                <a:lnTo>
                  <a:pt x="2388200" y="346267"/>
                </a:lnTo>
                <a:lnTo>
                  <a:pt x="2388317" y="345635"/>
                </a:lnTo>
                <a:lnTo>
                  <a:pt x="2388418" y="344993"/>
                </a:lnTo>
                <a:lnTo>
                  <a:pt x="2388504" y="344340"/>
                </a:lnTo>
                <a:lnTo>
                  <a:pt x="2388574" y="343678"/>
                </a:lnTo>
                <a:lnTo>
                  <a:pt x="2388629" y="343006"/>
                </a:lnTo>
                <a:lnTo>
                  <a:pt x="2388667" y="342323"/>
                </a:lnTo>
                <a:lnTo>
                  <a:pt x="2388691" y="341631"/>
                </a:lnTo>
                <a:lnTo>
                  <a:pt x="2388699" y="340928"/>
                </a:lnTo>
                <a:lnTo>
                  <a:pt x="2388693" y="340306"/>
                </a:lnTo>
                <a:lnTo>
                  <a:pt x="2388677" y="339694"/>
                </a:lnTo>
                <a:lnTo>
                  <a:pt x="2388651" y="339091"/>
                </a:lnTo>
                <a:lnTo>
                  <a:pt x="2388614" y="338499"/>
                </a:lnTo>
                <a:lnTo>
                  <a:pt x="2388566" y="337917"/>
                </a:lnTo>
                <a:lnTo>
                  <a:pt x="2388508" y="337345"/>
                </a:lnTo>
                <a:lnTo>
                  <a:pt x="2388440" y="336782"/>
                </a:lnTo>
                <a:lnTo>
                  <a:pt x="2388360" y="336230"/>
                </a:lnTo>
                <a:lnTo>
                  <a:pt x="2388271" y="335688"/>
                </a:lnTo>
                <a:lnTo>
                  <a:pt x="2388170" y="335156"/>
                </a:lnTo>
                <a:lnTo>
                  <a:pt x="2388059" y="334633"/>
                </a:lnTo>
                <a:lnTo>
                  <a:pt x="2387938" y="334121"/>
                </a:lnTo>
                <a:lnTo>
                  <a:pt x="2387806" y="333619"/>
                </a:lnTo>
                <a:lnTo>
                  <a:pt x="2387663" y="333127"/>
                </a:lnTo>
                <a:lnTo>
                  <a:pt x="2387510" y="332645"/>
                </a:lnTo>
                <a:lnTo>
                  <a:pt x="2387346" y="332172"/>
                </a:lnTo>
                <a:lnTo>
                  <a:pt x="2387172" y="331710"/>
                </a:lnTo>
                <a:lnTo>
                  <a:pt x="2386987" y="331258"/>
                </a:lnTo>
                <a:lnTo>
                  <a:pt x="2386791" y="330816"/>
                </a:lnTo>
                <a:lnTo>
                  <a:pt x="2386585" y="330384"/>
                </a:lnTo>
                <a:lnTo>
                  <a:pt x="2386368" y="329962"/>
                </a:lnTo>
                <a:lnTo>
                  <a:pt x="2386141" y="329550"/>
                </a:lnTo>
                <a:lnTo>
                  <a:pt x="2385904" y="329148"/>
                </a:lnTo>
                <a:lnTo>
                  <a:pt x="2385655" y="328756"/>
                </a:lnTo>
                <a:lnTo>
                  <a:pt x="2385395" y="328358"/>
                </a:lnTo>
                <a:lnTo>
                  <a:pt x="2385121" y="327967"/>
                </a:lnTo>
                <a:lnTo>
                  <a:pt x="2384834" y="327582"/>
                </a:lnTo>
                <a:lnTo>
                  <a:pt x="2384534" y="327203"/>
                </a:lnTo>
                <a:lnTo>
                  <a:pt x="2384220" y="326830"/>
                </a:lnTo>
                <a:lnTo>
                  <a:pt x="2383893" y="326463"/>
                </a:lnTo>
                <a:lnTo>
                  <a:pt x="2383553" y="326102"/>
                </a:lnTo>
                <a:lnTo>
                  <a:pt x="2383199" y="325748"/>
                </a:lnTo>
                <a:lnTo>
                  <a:pt x="2382832" y="325399"/>
                </a:lnTo>
                <a:lnTo>
                  <a:pt x="2382452" y="325057"/>
                </a:lnTo>
                <a:lnTo>
                  <a:pt x="2382058" y="324721"/>
                </a:lnTo>
                <a:lnTo>
                  <a:pt x="2381651" y="324391"/>
                </a:lnTo>
                <a:lnTo>
                  <a:pt x="2381231" y="324067"/>
                </a:lnTo>
                <a:lnTo>
                  <a:pt x="2380797" y="323749"/>
                </a:lnTo>
                <a:lnTo>
                  <a:pt x="2380350" y="323437"/>
                </a:lnTo>
                <a:lnTo>
                  <a:pt x="2379889" y="323132"/>
                </a:lnTo>
                <a:lnTo>
                  <a:pt x="2379415" y="322832"/>
                </a:lnTo>
                <a:lnTo>
                  <a:pt x="2378928" y="322539"/>
                </a:lnTo>
                <a:lnTo>
                  <a:pt x="2378428" y="322252"/>
                </a:lnTo>
                <a:lnTo>
                  <a:pt x="2377914" y="321971"/>
                </a:lnTo>
                <a:lnTo>
                  <a:pt x="2377387" y="321696"/>
                </a:lnTo>
                <a:lnTo>
                  <a:pt x="2376846" y="321427"/>
                </a:lnTo>
                <a:lnTo>
                  <a:pt x="2376292" y="321164"/>
                </a:lnTo>
                <a:lnTo>
                  <a:pt x="2375725" y="320907"/>
                </a:lnTo>
                <a:lnTo>
                  <a:pt x="2375156" y="320655"/>
                </a:lnTo>
                <a:lnTo>
                  <a:pt x="2374569" y="320407"/>
                </a:lnTo>
                <a:lnTo>
                  <a:pt x="2373965" y="320161"/>
                </a:lnTo>
                <a:lnTo>
                  <a:pt x="2373345" y="319920"/>
                </a:lnTo>
                <a:lnTo>
                  <a:pt x="2372706" y="319681"/>
                </a:lnTo>
                <a:lnTo>
                  <a:pt x="2372051" y="319446"/>
                </a:lnTo>
                <a:lnTo>
                  <a:pt x="2371378" y="319214"/>
                </a:lnTo>
                <a:lnTo>
                  <a:pt x="2370688" y="318985"/>
                </a:lnTo>
                <a:lnTo>
                  <a:pt x="2369981" y="318760"/>
                </a:lnTo>
                <a:lnTo>
                  <a:pt x="2369257" y="318538"/>
                </a:lnTo>
                <a:lnTo>
                  <a:pt x="2368515" y="318320"/>
                </a:lnTo>
                <a:lnTo>
                  <a:pt x="2367756" y="318104"/>
                </a:lnTo>
                <a:lnTo>
                  <a:pt x="2366980" y="317892"/>
                </a:lnTo>
                <a:lnTo>
                  <a:pt x="2366187" y="317684"/>
                </a:lnTo>
                <a:lnTo>
                  <a:pt x="2365376" y="317479"/>
                </a:lnTo>
                <a:lnTo>
                  <a:pt x="2364549" y="317277"/>
                </a:lnTo>
                <a:lnTo>
                  <a:pt x="2363703" y="317078"/>
                </a:lnTo>
                <a:lnTo>
                  <a:pt x="2362841" y="316883"/>
                </a:lnTo>
                <a:lnTo>
                  <a:pt x="2361962" y="316691"/>
                </a:lnTo>
                <a:lnTo>
                  <a:pt x="2361065" y="316503"/>
                </a:lnTo>
                <a:lnTo>
                  <a:pt x="2360151" y="316317"/>
                </a:lnTo>
                <a:lnTo>
                  <a:pt x="2359220" y="316136"/>
                </a:lnTo>
                <a:lnTo>
                  <a:pt x="2358271" y="315957"/>
                </a:lnTo>
                <a:lnTo>
                  <a:pt x="2357305" y="315782"/>
                </a:lnTo>
                <a:lnTo>
                  <a:pt x="2356525" y="315635"/>
                </a:lnTo>
                <a:lnTo>
                  <a:pt x="2355760" y="315489"/>
                </a:lnTo>
                <a:lnTo>
                  <a:pt x="2355010" y="315344"/>
                </a:lnTo>
                <a:lnTo>
                  <a:pt x="2354276" y="315199"/>
                </a:lnTo>
                <a:lnTo>
                  <a:pt x="2353556" y="315055"/>
                </a:lnTo>
                <a:lnTo>
                  <a:pt x="2352851" y="314911"/>
                </a:lnTo>
                <a:lnTo>
                  <a:pt x="2352161" y="314768"/>
                </a:lnTo>
                <a:lnTo>
                  <a:pt x="2351486" y="314625"/>
                </a:lnTo>
                <a:lnTo>
                  <a:pt x="2350826" y="314483"/>
                </a:lnTo>
                <a:lnTo>
                  <a:pt x="2350181" y="314341"/>
                </a:lnTo>
                <a:lnTo>
                  <a:pt x="2349551" y="314200"/>
                </a:lnTo>
                <a:lnTo>
                  <a:pt x="2348937" y="314060"/>
                </a:lnTo>
                <a:lnTo>
                  <a:pt x="2348337" y="313920"/>
                </a:lnTo>
                <a:lnTo>
                  <a:pt x="2347752" y="313781"/>
                </a:lnTo>
                <a:lnTo>
                  <a:pt x="2347182" y="313642"/>
                </a:lnTo>
                <a:lnTo>
                  <a:pt x="2346627" y="313504"/>
                </a:lnTo>
                <a:lnTo>
                  <a:pt x="2346088" y="313366"/>
                </a:lnTo>
                <a:lnTo>
                  <a:pt x="2345563" y="313229"/>
                </a:lnTo>
                <a:lnTo>
                  <a:pt x="2345053" y="313093"/>
                </a:lnTo>
                <a:lnTo>
                  <a:pt x="2344559" y="312957"/>
                </a:lnTo>
                <a:lnTo>
                  <a:pt x="2344079" y="312821"/>
                </a:lnTo>
                <a:lnTo>
                  <a:pt x="2343614" y="312686"/>
                </a:lnTo>
                <a:lnTo>
                  <a:pt x="2343165" y="312552"/>
                </a:lnTo>
                <a:lnTo>
                  <a:pt x="2342730" y="312418"/>
                </a:lnTo>
                <a:lnTo>
                  <a:pt x="2342321" y="312284"/>
                </a:lnTo>
                <a:lnTo>
                  <a:pt x="2341924" y="312149"/>
                </a:lnTo>
                <a:lnTo>
                  <a:pt x="2341536" y="312013"/>
                </a:lnTo>
                <a:lnTo>
                  <a:pt x="2341159" y="311876"/>
                </a:lnTo>
                <a:lnTo>
                  <a:pt x="2340793" y="311737"/>
                </a:lnTo>
                <a:lnTo>
                  <a:pt x="2340438" y="311597"/>
                </a:lnTo>
                <a:lnTo>
                  <a:pt x="2340093" y="311457"/>
                </a:lnTo>
                <a:lnTo>
                  <a:pt x="2339758" y="311315"/>
                </a:lnTo>
                <a:lnTo>
                  <a:pt x="2339434" y="311172"/>
                </a:lnTo>
                <a:lnTo>
                  <a:pt x="2339121" y="311028"/>
                </a:lnTo>
                <a:lnTo>
                  <a:pt x="2338818" y="310883"/>
                </a:lnTo>
                <a:lnTo>
                  <a:pt x="2338526" y="310737"/>
                </a:lnTo>
                <a:lnTo>
                  <a:pt x="2338244" y="310589"/>
                </a:lnTo>
                <a:lnTo>
                  <a:pt x="2337973" y="310441"/>
                </a:lnTo>
                <a:lnTo>
                  <a:pt x="2337712" y="310291"/>
                </a:lnTo>
                <a:lnTo>
                  <a:pt x="2337462" y="310140"/>
                </a:lnTo>
                <a:lnTo>
                  <a:pt x="2337223" y="309989"/>
                </a:lnTo>
                <a:lnTo>
                  <a:pt x="2336994" y="309836"/>
                </a:lnTo>
                <a:lnTo>
                  <a:pt x="2336776" y="309682"/>
                </a:lnTo>
                <a:lnTo>
                  <a:pt x="2336568" y="309526"/>
                </a:lnTo>
                <a:lnTo>
                  <a:pt x="2336371" y="309370"/>
                </a:lnTo>
                <a:lnTo>
                  <a:pt x="2336184" y="309213"/>
                </a:lnTo>
                <a:lnTo>
                  <a:pt x="2336008" y="309054"/>
                </a:lnTo>
                <a:lnTo>
                  <a:pt x="2335843" y="308895"/>
                </a:lnTo>
                <a:lnTo>
                  <a:pt x="2335686" y="308719"/>
                </a:lnTo>
                <a:lnTo>
                  <a:pt x="2335536" y="308541"/>
                </a:lnTo>
                <a:lnTo>
                  <a:pt x="2335392" y="308359"/>
                </a:lnTo>
                <a:lnTo>
                  <a:pt x="2335256" y="308174"/>
                </a:lnTo>
                <a:lnTo>
                  <a:pt x="2335125" y="307985"/>
                </a:lnTo>
                <a:lnTo>
                  <a:pt x="2335002" y="307793"/>
                </a:lnTo>
                <a:lnTo>
                  <a:pt x="2334885" y="307598"/>
                </a:lnTo>
                <a:lnTo>
                  <a:pt x="2334775" y="307400"/>
                </a:lnTo>
                <a:lnTo>
                  <a:pt x="2334672" y="307198"/>
                </a:lnTo>
                <a:lnTo>
                  <a:pt x="2334575" y="306993"/>
                </a:lnTo>
                <a:lnTo>
                  <a:pt x="2334485" y="306784"/>
                </a:lnTo>
                <a:lnTo>
                  <a:pt x="2334401" y="306572"/>
                </a:lnTo>
                <a:lnTo>
                  <a:pt x="2334325" y="306357"/>
                </a:lnTo>
                <a:lnTo>
                  <a:pt x="2334254" y="306138"/>
                </a:lnTo>
                <a:lnTo>
                  <a:pt x="2334191" y="305916"/>
                </a:lnTo>
                <a:lnTo>
                  <a:pt x="2334134" y="305691"/>
                </a:lnTo>
                <a:lnTo>
                  <a:pt x="2334084" y="305463"/>
                </a:lnTo>
                <a:lnTo>
                  <a:pt x="2334041" y="305231"/>
                </a:lnTo>
                <a:lnTo>
                  <a:pt x="2334004" y="304995"/>
                </a:lnTo>
                <a:lnTo>
                  <a:pt x="2333974" y="304757"/>
                </a:lnTo>
                <a:lnTo>
                  <a:pt x="2333951" y="304515"/>
                </a:lnTo>
                <a:lnTo>
                  <a:pt x="2333934" y="304270"/>
                </a:lnTo>
                <a:lnTo>
                  <a:pt x="2333924" y="304021"/>
                </a:lnTo>
                <a:lnTo>
                  <a:pt x="2333921" y="303769"/>
                </a:lnTo>
                <a:lnTo>
                  <a:pt x="2333953" y="302828"/>
                </a:lnTo>
                <a:lnTo>
                  <a:pt x="2334050" y="301927"/>
                </a:lnTo>
                <a:lnTo>
                  <a:pt x="2334211" y="301066"/>
                </a:lnTo>
                <a:lnTo>
                  <a:pt x="2334437" y="300245"/>
                </a:lnTo>
                <a:lnTo>
                  <a:pt x="2334727" y="299465"/>
                </a:lnTo>
                <a:lnTo>
                  <a:pt x="2335082" y="298724"/>
                </a:lnTo>
                <a:lnTo>
                  <a:pt x="2335501" y="298023"/>
                </a:lnTo>
                <a:lnTo>
                  <a:pt x="2335985" y="297362"/>
                </a:lnTo>
                <a:lnTo>
                  <a:pt x="2336534" y="296742"/>
                </a:lnTo>
                <a:lnTo>
                  <a:pt x="2337146" y="296161"/>
                </a:lnTo>
                <a:lnTo>
                  <a:pt x="2337824" y="295621"/>
                </a:lnTo>
                <a:lnTo>
                  <a:pt x="2338566" y="295120"/>
                </a:lnTo>
                <a:lnTo>
                  <a:pt x="2339372" y="294660"/>
                </a:lnTo>
                <a:lnTo>
                  <a:pt x="2340243" y="294239"/>
                </a:lnTo>
                <a:lnTo>
                  <a:pt x="2341178" y="293859"/>
                </a:lnTo>
                <a:lnTo>
                  <a:pt x="2342178" y="293518"/>
                </a:lnTo>
                <a:lnTo>
                  <a:pt x="2343243" y="293218"/>
                </a:lnTo>
                <a:lnTo>
                  <a:pt x="2344372" y="292958"/>
                </a:lnTo>
                <a:lnTo>
                  <a:pt x="2345565" y="292738"/>
                </a:lnTo>
                <a:lnTo>
                  <a:pt x="2346823" y="292557"/>
                </a:lnTo>
                <a:lnTo>
                  <a:pt x="2348146" y="292417"/>
                </a:lnTo>
                <a:lnTo>
                  <a:pt x="2349533" y="292317"/>
                </a:lnTo>
                <a:lnTo>
                  <a:pt x="2350984" y="292257"/>
                </a:lnTo>
                <a:lnTo>
                  <a:pt x="2352500" y="292237"/>
                </a:lnTo>
                <a:lnTo>
                  <a:pt x="2352939" y="292239"/>
                </a:lnTo>
                <a:lnTo>
                  <a:pt x="2353375" y="292245"/>
                </a:lnTo>
                <a:lnTo>
                  <a:pt x="2353807" y="292255"/>
                </a:lnTo>
                <a:lnTo>
                  <a:pt x="2354236" y="292268"/>
                </a:lnTo>
                <a:lnTo>
                  <a:pt x="2354661" y="292286"/>
                </a:lnTo>
                <a:lnTo>
                  <a:pt x="2355083" y="292307"/>
                </a:lnTo>
                <a:lnTo>
                  <a:pt x="2355502" y="292332"/>
                </a:lnTo>
                <a:lnTo>
                  <a:pt x="2355917" y="292362"/>
                </a:lnTo>
                <a:lnTo>
                  <a:pt x="2356329" y="292395"/>
                </a:lnTo>
                <a:lnTo>
                  <a:pt x="2356738" y="292432"/>
                </a:lnTo>
                <a:lnTo>
                  <a:pt x="2357144" y="292473"/>
                </a:lnTo>
                <a:lnTo>
                  <a:pt x="2357546" y="292517"/>
                </a:lnTo>
                <a:lnTo>
                  <a:pt x="2357944" y="292566"/>
                </a:lnTo>
                <a:lnTo>
                  <a:pt x="2358340" y="292619"/>
                </a:lnTo>
                <a:lnTo>
                  <a:pt x="2358732" y="292675"/>
                </a:lnTo>
                <a:lnTo>
                  <a:pt x="2359121" y="292735"/>
                </a:lnTo>
                <a:lnTo>
                  <a:pt x="2359506" y="292800"/>
                </a:lnTo>
                <a:lnTo>
                  <a:pt x="2359888" y="292868"/>
                </a:lnTo>
                <a:lnTo>
                  <a:pt x="2360267" y="292940"/>
                </a:lnTo>
                <a:lnTo>
                  <a:pt x="2360642" y="293016"/>
                </a:lnTo>
                <a:lnTo>
                  <a:pt x="2361014" y="293095"/>
                </a:lnTo>
                <a:lnTo>
                  <a:pt x="2361383" y="293179"/>
                </a:lnTo>
                <a:lnTo>
                  <a:pt x="2361748" y="293267"/>
                </a:lnTo>
                <a:lnTo>
                  <a:pt x="2362111" y="293358"/>
                </a:lnTo>
                <a:lnTo>
                  <a:pt x="2362481" y="293442"/>
                </a:lnTo>
                <a:lnTo>
                  <a:pt x="2362845" y="293533"/>
                </a:lnTo>
                <a:lnTo>
                  <a:pt x="2363202" y="293631"/>
                </a:lnTo>
                <a:lnTo>
                  <a:pt x="2363552" y="293736"/>
                </a:lnTo>
                <a:lnTo>
                  <a:pt x="2363896" y="293849"/>
                </a:lnTo>
                <a:lnTo>
                  <a:pt x="2364233" y="293969"/>
                </a:lnTo>
                <a:lnTo>
                  <a:pt x="2364563" y="294096"/>
                </a:lnTo>
                <a:lnTo>
                  <a:pt x="2364887" y="294230"/>
                </a:lnTo>
                <a:lnTo>
                  <a:pt x="2365204" y="294372"/>
                </a:lnTo>
                <a:lnTo>
                  <a:pt x="2365514" y="294521"/>
                </a:lnTo>
                <a:lnTo>
                  <a:pt x="2365818" y="294677"/>
                </a:lnTo>
                <a:lnTo>
                  <a:pt x="2366115" y="294840"/>
                </a:lnTo>
                <a:lnTo>
                  <a:pt x="2366405" y="295010"/>
                </a:lnTo>
                <a:lnTo>
                  <a:pt x="2366689" y="295188"/>
                </a:lnTo>
                <a:lnTo>
                  <a:pt x="2366966" y="295373"/>
                </a:lnTo>
                <a:lnTo>
                  <a:pt x="2367236" y="295565"/>
                </a:lnTo>
                <a:lnTo>
                  <a:pt x="2367499" y="295764"/>
                </a:lnTo>
                <a:lnTo>
                  <a:pt x="2367756" y="295971"/>
                </a:lnTo>
                <a:lnTo>
                  <a:pt x="2368007" y="296185"/>
                </a:lnTo>
                <a:lnTo>
                  <a:pt x="2368250" y="296406"/>
                </a:lnTo>
                <a:lnTo>
                  <a:pt x="2368487" y="296634"/>
                </a:lnTo>
                <a:lnTo>
                  <a:pt x="2368717" y="296870"/>
                </a:lnTo>
                <a:lnTo>
                  <a:pt x="2368941" y="297112"/>
                </a:lnTo>
                <a:lnTo>
                  <a:pt x="2369158" y="297362"/>
                </a:lnTo>
                <a:lnTo>
                  <a:pt x="2369380" y="297608"/>
                </a:lnTo>
                <a:lnTo>
                  <a:pt x="2369593" y="297863"/>
                </a:lnTo>
                <a:lnTo>
                  <a:pt x="2369796" y="298128"/>
                </a:lnTo>
                <a:lnTo>
                  <a:pt x="2369990" y="298404"/>
                </a:lnTo>
                <a:lnTo>
                  <a:pt x="2370174" y="298689"/>
                </a:lnTo>
                <a:lnTo>
                  <a:pt x="2370349" y="298984"/>
                </a:lnTo>
                <a:lnTo>
                  <a:pt x="2370515" y="299289"/>
                </a:lnTo>
                <a:lnTo>
                  <a:pt x="2370671" y="299605"/>
                </a:lnTo>
                <a:lnTo>
                  <a:pt x="2370817" y="299930"/>
                </a:lnTo>
                <a:lnTo>
                  <a:pt x="2370954" y="300265"/>
                </a:lnTo>
                <a:lnTo>
                  <a:pt x="2371082" y="300611"/>
                </a:lnTo>
                <a:lnTo>
                  <a:pt x="2371200" y="300966"/>
                </a:lnTo>
                <a:lnTo>
                  <a:pt x="2371309" y="301332"/>
                </a:lnTo>
                <a:lnTo>
                  <a:pt x="2371408" y="301707"/>
                </a:lnTo>
                <a:lnTo>
                  <a:pt x="2371498" y="302092"/>
                </a:lnTo>
                <a:lnTo>
                  <a:pt x="2371578" y="302488"/>
                </a:lnTo>
                <a:lnTo>
                  <a:pt x="2371649" y="302893"/>
                </a:lnTo>
                <a:lnTo>
                  <a:pt x="2371711" y="303309"/>
                </a:lnTo>
                <a:lnTo>
                  <a:pt x="2371763" y="303734"/>
                </a:lnTo>
                <a:lnTo>
                  <a:pt x="2371805" y="304170"/>
                </a:lnTo>
                <a:lnTo>
                  <a:pt x="2371838" y="304615"/>
                </a:lnTo>
                <a:lnTo>
                  <a:pt x="2371862" y="305071"/>
                </a:lnTo>
                <a:lnTo>
                  <a:pt x="2371876" y="305536"/>
                </a:lnTo>
                <a:lnTo>
                  <a:pt x="2371881" y="306012"/>
                </a:lnTo>
                <a:lnTo>
                  <a:pt x="2385816" y="306012"/>
                </a:lnTo>
                <a:lnTo>
                  <a:pt x="2385842" y="305919"/>
                </a:lnTo>
                <a:lnTo>
                  <a:pt x="2385867" y="305828"/>
                </a:lnTo>
                <a:lnTo>
                  <a:pt x="2385891" y="305739"/>
                </a:lnTo>
                <a:lnTo>
                  <a:pt x="2385913" y="305651"/>
                </a:lnTo>
                <a:lnTo>
                  <a:pt x="2385935" y="305565"/>
                </a:lnTo>
                <a:lnTo>
                  <a:pt x="2385956" y="305481"/>
                </a:lnTo>
                <a:lnTo>
                  <a:pt x="2385975" y="305398"/>
                </a:lnTo>
                <a:lnTo>
                  <a:pt x="2385994" y="305317"/>
                </a:lnTo>
                <a:lnTo>
                  <a:pt x="2386011" y="305238"/>
                </a:lnTo>
                <a:lnTo>
                  <a:pt x="2386027" y="305161"/>
                </a:lnTo>
                <a:lnTo>
                  <a:pt x="2386042" y="305085"/>
                </a:lnTo>
                <a:lnTo>
                  <a:pt x="2386056" y="305010"/>
                </a:lnTo>
                <a:lnTo>
                  <a:pt x="2386069" y="304938"/>
                </a:lnTo>
                <a:lnTo>
                  <a:pt x="2386080" y="304867"/>
                </a:lnTo>
                <a:lnTo>
                  <a:pt x="2386091" y="304798"/>
                </a:lnTo>
                <a:lnTo>
                  <a:pt x="2386100" y="304730"/>
                </a:lnTo>
                <a:lnTo>
                  <a:pt x="2386109" y="304664"/>
                </a:lnTo>
                <a:lnTo>
                  <a:pt x="2386116" y="304600"/>
                </a:lnTo>
                <a:lnTo>
                  <a:pt x="2386122" y="304537"/>
                </a:lnTo>
                <a:lnTo>
                  <a:pt x="2386127" y="304477"/>
                </a:lnTo>
                <a:lnTo>
                  <a:pt x="2386131" y="304417"/>
                </a:lnTo>
                <a:lnTo>
                  <a:pt x="2386134" y="304360"/>
                </a:lnTo>
                <a:lnTo>
                  <a:pt x="2386135" y="304304"/>
                </a:lnTo>
                <a:lnTo>
                  <a:pt x="2386136" y="304250"/>
                </a:lnTo>
                <a:lnTo>
                  <a:pt x="2386136" y="304197"/>
                </a:lnTo>
                <a:lnTo>
                  <a:pt x="2386136" y="304144"/>
                </a:lnTo>
                <a:lnTo>
                  <a:pt x="2386136" y="304092"/>
                </a:lnTo>
                <a:lnTo>
                  <a:pt x="2386136" y="304041"/>
                </a:lnTo>
                <a:lnTo>
                  <a:pt x="2386136" y="303990"/>
                </a:lnTo>
                <a:lnTo>
                  <a:pt x="2386136" y="303939"/>
                </a:lnTo>
                <a:lnTo>
                  <a:pt x="2386136" y="303890"/>
                </a:lnTo>
                <a:lnTo>
                  <a:pt x="2386136" y="303840"/>
                </a:lnTo>
                <a:lnTo>
                  <a:pt x="2386136" y="303792"/>
                </a:lnTo>
                <a:lnTo>
                  <a:pt x="2386136" y="303744"/>
                </a:lnTo>
                <a:lnTo>
                  <a:pt x="2386136" y="303696"/>
                </a:lnTo>
                <a:lnTo>
                  <a:pt x="2386136" y="303649"/>
                </a:lnTo>
                <a:lnTo>
                  <a:pt x="2386136" y="303603"/>
                </a:lnTo>
                <a:lnTo>
                  <a:pt x="2386136" y="303557"/>
                </a:lnTo>
                <a:lnTo>
                  <a:pt x="2386136" y="303511"/>
                </a:lnTo>
                <a:lnTo>
                  <a:pt x="2386136" y="303467"/>
                </a:lnTo>
                <a:lnTo>
                  <a:pt x="2386136" y="303422"/>
                </a:lnTo>
                <a:lnTo>
                  <a:pt x="2386136" y="303379"/>
                </a:lnTo>
                <a:lnTo>
                  <a:pt x="2386136" y="303336"/>
                </a:lnTo>
                <a:lnTo>
                  <a:pt x="2386136" y="303293"/>
                </a:lnTo>
                <a:lnTo>
                  <a:pt x="2386136" y="303251"/>
                </a:lnTo>
                <a:lnTo>
                  <a:pt x="2386136" y="303210"/>
                </a:lnTo>
                <a:lnTo>
                  <a:pt x="2386136" y="303169"/>
                </a:lnTo>
                <a:lnTo>
                  <a:pt x="2386136" y="303128"/>
                </a:lnTo>
                <a:lnTo>
                  <a:pt x="2386128" y="302558"/>
                </a:lnTo>
                <a:lnTo>
                  <a:pt x="2386106" y="301995"/>
                </a:lnTo>
                <a:lnTo>
                  <a:pt x="2386068" y="301439"/>
                </a:lnTo>
                <a:lnTo>
                  <a:pt x="2386016" y="300891"/>
                </a:lnTo>
                <a:lnTo>
                  <a:pt x="2385948" y="300349"/>
                </a:lnTo>
                <a:lnTo>
                  <a:pt x="2385866" y="299815"/>
                </a:lnTo>
                <a:lnTo>
                  <a:pt x="2385768" y="299288"/>
                </a:lnTo>
                <a:lnTo>
                  <a:pt x="2385655" y="298768"/>
                </a:lnTo>
                <a:lnTo>
                  <a:pt x="2385528" y="298256"/>
                </a:lnTo>
                <a:lnTo>
                  <a:pt x="2385385" y="297751"/>
                </a:lnTo>
                <a:lnTo>
                  <a:pt x="2385227" y="297253"/>
                </a:lnTo>
                <a:lnTo>
                  <a:pt x="2385055" y="296762"/>
                </a:lnTo>
                <a:lnTo>
                  <a:pt x="2384867" y="296278"/>
                </a:lnTo>
                <a:lnTo>
                  <a:pt x="2384664" y="295802"/>
                </a:lnTo>
                <a:lnTo>
                  <a:pt x="2384447" y="295333"/>
                </a:lnTo>
                <a:lnTo>
                  <a:pt x="2384214" y="294871"/>
                </a:lnTo>
                <a:lnTo>
                  <a:pt x="2383966" y="294416"/>
                </a:lnTo>
                <a:lnTo>
                  <a:pt x="2383703" y="293969"/>
                </a:lnTo>
                <a:lnTo>
                  <a:pt x="2383426" y="293529"/>
                </a:lnTo>
                <a:lnTo>
                  <a:pt x="2383133" y="293096"/>
                </a:lnTo>
                <a:lnTo>
                  <a:pt x="2382825" y="292670"/>
                </a:lnTo>
                <a:lnTo>
                  <a:pt x="2382502" y="292251"/>
                </a:lnTo>
                <a:lnTo>
                  <a:pt x="2382164" y="291840"/>
                </a:lnTo>
                <a:lnTo>
                  <a:pt x="2381811" y="291436"/>
                </a:lnTo>
                <a:lnTo>
                  <a:pt x="2381446" y="291026"/>
                </a:lnTo>
                <a:lnTo>
                  <a:pt x="2381069" y="290624"/>
                </a:lnTo>
                <a:lnTo>
                  <a:pt x="2380683" y="290230"/>
                </a:lnTo>
                <a:lnTo>
                  <a:pt x="2380285" y="289843"/>
                </a:lnTo>
                <a:lnTo>
                  <a:pt x="2379877" y="289465"/>
                </a:lnTo>
                <a:lnTo>
                  <a:pt x="2379459" y="289094"/>
                </a:lnTo>
                <a:lnTo>
                  <a:pt x="2379030" y="288731"/>
                </a:lnTo>
                <a:lnTo>
                  <a:pt x="2378590" y="288375"/>
                </a:lnTo>
                <a:lnTo>
                  <a:pt x="2378140" y="288028"/>
                </a:lnTo>
                <a:lnTo>
                  <a:pt x="2377679" y="287688"/>
                </a:lnTo>
                <a:lnTo>
                  <a:pt x="2377208" y="287356"/>
                </a:lnTo>
                <a:lnTo>
                  <a:pt x="2376726" y="287032"/>
                </a:lnTo>
                <a:lnTo>
                  <a:pt x="2376233" y="286715"/>
                </a:lnTo>
                <a:lnTo>
                  <a:pt x="2375730" y="286406"/>
                </a:lnTo>
                <a:lnTo>
                  <a:pt x="2375217" y="286106"/>
                </a:lnTo>
                <a:lnTo>
                  <a:pt x="2374693" y="285812"/>
                </a:lnTo>
                <a:lnTo>
                  <a:pt x="2374158" y="285527"/>
                </a:lnTo>
                <a:lnTo>
                  <a:pt x="2373613" y="285250"/>
                </a:lnTo>
                <a:lnTo>
                  <a:pt x="2373057" y="284980"/>
                </a:lnTo>
                <a:lnTo>
                  <a:pt x="2372490" y="284718"/>
                </a:lnTo>
                <a:lnTo>
                  <a:pt x="2371913" y="284464"/>
                </a:lnTo>
                <a:lnTo>
                  <a:pt x="2371326" y="284217"/>
                </a:lnTo>
                <a:lnTo>
                  <a:pt x="2370728" y="283979"/>
                </a:lnTo>
                <a:lnTo>
                  <a:pt x="2370119" y="283748"/>
                </a:lnTo>
                <a:lnTo>
                  <a:pt x="2369515" y="283526"/>
                </a:lnTo>
                <a:lnTo>
                  <a:pt x="2368904" y="283313"/>
                </a:lnTo>
                <a:lnTo>
                  <a:pt x="2368287" y="283110"/>
                </a:lnTo>
                <a:lnTo>
                  <a:pt x="2367663" y="282916"/>
                </a:lnTo>
                <a:lnTo>
                  <a:pt x="2367032" y="282732"/>
                </a:lnTo>
                <a:lnTo>
                  <a:pt x="2366395" y="282557"/>
                </a:lnTo>
                <a:lnTo>
                  <a:pt x="2365751" y="282391"/>
                </a:lnTo>
                <a:lnTo>
                  <a:pt x="2365100" y="282235"/>
                </a:lnTo>
                <a:lnTo>
                  <a:pt x="2364443" y="282089"/>
                </a:lnTo>
                <a:lnTo>
                  <a:pt x="2363779" y="281952"/>
                </a:lnTo>
                <a:lnTo>
                  <a:pt x="2363108" y="281824"/>
                </a:lnTo>
                <a:lnTo>
                  <a:pt x="2362431" y="281706"/>
                </a:lnTo>
                <a:lnTo>
                  <a:pt x="2361747" y="281597"/>
                </a:lnTo>
                <a:lnTo>
                  <a:pt x="2361056" y="281498"/>
                </a:lnTo>
                <a:lnTo>
                  <a:pt x="2360359" y="281408"/>
                </a:lnTo>
                <a:lnTo>
                  <a:pt x="2359654" y="281328"/>
                </a:lnTo>
                <a:lnTo>
                  <a:pt x="2358944" y="281257"/>
                </a:lnTo>
                <a:lnTo>
                  <a:pt x="2358226" y="281195"/>
                </a:lnTo>
                <a:lnTo>
                  <a:pt x="2357502" y="281143"/>
                </a:lnTo>
                <a:lnTo>
                  <a:pt x="2356771" y="281101"/>
                </a:lnTo>
                <a:lnTo>
                  <a:pt x="2356034" y="281068"/>
                </a:lnTo>
                <a:lnTo>
                  <a:pt x="2355290" y="281044"/>
                </a:lnTo>
                <a:lnTo>
                  <a:pt x="2354539" y="281030"/>
                </a:lnTo>
                <a:lnTo>
                  <a:pt x="2353782" y="281025"/>
                </a:lnTo>
                <a:lnTo>
                  <a:pt x="2352918" y="281030"/>
                </a:lnTo>
                <a:lnTo>
                  <a:pt x="2352064" y="281044"/>
                </a:lnTo>
                <a:lnTo>
                  <a:pt x="2351219" y="281068"/>
                </a:lnTo>
                <a:lnTo>
                  <a:pt x="2350382" y="281101"/>
                </a:lnTo>
                <a:lnTo>
                  <a:pt x="2349555" y="281143"/>
                </a:lnTo>
                <a:lnTo>
                  <a:pt x="2348736" y="281195"/>
                </a:lnTo>
                <a:lnTo>
                  <a:pt x="2347927" y="281257"/>
                </a:lnTo>
                <a:lnTo>
                  <a:pt x="2347126" y="281328"/>
                </a:lnTo>
                <a:lnTo>
                  <a:pt x="2346334" y="281408"/>
                </a:lnTo>
                <a:lnTo>
                  <a:pt x="2345551" y="281498"/>
                </a:lnTo>
                <a:lnTo>
                  <a:pt x="2344777" y="281597"/>
                </a:lnTo>
                <a:lnTo>
                  <a:pt x="2344011" y="281706"/>
                </a:lnTo>
                <a:lnTo>
                  <a:pt x="2343255" y="281824"/>
                </a:lnTo>
                <a:lnTo>
                  <a:pt x="2342508" y="281952"/>
                </a:lnTo>
                <a:lnTo>
                  <a:pt x="2341769" y="282089"/>
                </a:lnTo>
                <a:lnTo>
                  <a:pt x="2341039" y="282235"/>
                </a:lnTo>
                <a:lnTo>
                  <a:pt x="2340319" y="282391"/>
                </a:lnTo>
                <a:lnTo>
                  <a:pt x="2339607" y="282557"/>
                </a:lnTo>
                <a:lnTo>
                  <a:pt x="2338904" y="282732"/>
                </a:lnTo>
                <a:lnTo>
                  <a:pt x="2338210" y="282916"/>
                </a:lnTo>
                <a:lnTo>
                  <a:pt x="2337525" y="283110"/>
                </a:lnTo>
                <a:lnTo>
                  <a:pt x="2336848" y="283313"/>
                </a:lnTo>
                <a:lnTo>
                  <a:pt x="2336181" y="283526"/>
                </a:lnTo>
                <a:lnTo>
                  <a:pt x="2335522" y="283748"/>
                </a:lnTo>
                <a:lnTo>
                  <a:pt x="2334888" y="283979"/>
                </a:lnTo>
                <a:lnTo>
                  <a:pt x="2334264" y="284220"/>
                </a:lnTo>
                <a:lnTo>
                  <a:pt x="2333653" y="284469"/>
                </a:lnTo>
                <a:lnTo>
                  <a:pt x="2333053" y="284727"/>
                </a:lnTo>
                <a:lnTo>
                  <a:pt x="2332465" y="284994"/>
                </a:lnTo>
                <a:lnTo>
                  <a:pt x="2331889" y="285270"/>
                </a:lnTo>
                <a:lnTo>
                  <a:pt x="2331324" y="285554"/>
                </a:lnTo>
                <a:lnTo>
                  <a:pt x="2330771" y="285848"/>
                </a:lnTo>
                <a:lnTo>
                  <a:pt x="2330229" y="286151"/>
                </a:lnTo>
                <a:lnTo>
                  <a:pt x="2329700" y="286462"/>
                </a:lnTo>
                <a:lnTo>
                  <a:pt x="2329182" y="286782"/>
                </a:lnTo>
                <a:lnTo>
                  <a:pt x="2328675" y="287112"/>
                </a:lnTo>
                <a:lnTo>
                  <a:pt x="2328181" y="287450"/>
                </a:lnTo>
                <a:lnTo>
                  <a:pt x="2327698" y="287797"/>
                </a:lnTo>
                <a:lnTo>
                  <a:pt x="2327226" y="288153"/>
                </a:lnTo>
                <a:lnTo>
                  <a:pt x="2326767" y="288518"/>
                </a:lnTo>
                <a:lnTo>
                  <a:pt x="2326319" y="288891"/>
                </a:lnTo>
                <a:lnTo>
                  <a:pt x="2325882" y="289274"/>
                </a:lnTo>
                <a:lnTo>
                  <a:pt x="2325458" y="289665"/>
                </a:lnTo>
                <a:lnTo>
                  <a:pt x="2325045" y="290066"/>
                </a:lnTo>
                <a:lnTo>
                  <a:pt x="2324644" y="290475"/>
                </a:lnTo>
                <a:lnTo>
                  <a:pt x="2324254" y="290893"/>
                </a:lnTo>
                <a:lnTo>
                  <a:pt x="2323876" y="291320"/>
                </a:lnTo>
                <a:lnTo>
                  <a:pt x="2323510" y="291757"/>
                </a:lnTo>
                <a:lnTo>
                  <a:pt x="2323157" y="292202"/>
                </a:lnTo>
                <a:lnTo>
                  <a:pt x="2322819" y="292656"/>
                </a:lnTo>
                <a:lnTo>
                  <a:pt x="2322496" y="293120"/>
                </a:lnTo>
                <a:lnTo>
                  <a:pt x="2322188" y="293594"/>
                </a:lnTo>
                <a:lnTo>
                  <a:pt x="2321896" y="294077"/>
                </a:lnTo>
                <a:lnTo>
                  <a:pt x="2321618" y="294569"/>
                </a:lnTo>
                <a:lnTo>
                  <a:pt x="2321355" y="295071"/>
                </a:lnTo>
                <a:lnTo>
                  <a:pt x="2321107" y="295583"/>
                </a:lnTo>
                <a:lnTo>
                  <a:pt x="2320875" y="296104"/>
                </a:lnTo>
                <a:lnTo>
                  <a:pt x="2320657" y="296634"/>
                </a:lnTo>
                <a:lnTo>
                  <a:pt x="2320454" y="297174"/>
                </a:lnTo>
                <a:lnTo>
                  <a:pt x="2320266" y="297723"/>
                </a:lnTo>
                <a:lnTo>
                  <a:pt x="2320094" y="298281"/>
                </a:lnTo>
                <a:lnTo>
                  <a:pt x="2319936" y="298850"/>
                </a:lnTo>
                <a:lnTo>
                  <a:pt x="2319793" y="299427"/>
                </a:lnTo>
                <a:lnTo>
                  <a:pt x="2319666" y="300014"/>
                </a:lnTo>
                <a:lnTo>
                  <a:pt x="2319553" y="300611"/>
                </a:lnTo>
                <a:lnTo>
                  <a:pt x="2319455" y="301216"/>
                </a:lnTo>
                <a:lnTo>
                  <a:pt x="2319373" y="301832"/>
                </a:lnTo>
                <a:lnTo>
                  <a:pt x="2319305" y="302457"/>
                </a:lnTo>
                <a:lnTo>
                  <a:pt x="2319253" y="303091"/>
                </a:lnTo>
                <a:lnTo>
                  <a:pt x="2319215" y="303735"/>
                </a:lnTo>
                <a:lnTo>
                  <a:pt x="2319193" y="304388"/>
                </a:lnTo>
                <a:lnTo>
                  <a:pt x="2319185" y="305051"/>
                </a:lnTo>
                <a:lnTo>
                  <a:pt x="2319190" y="305621"/>
                </a:lnTo>
                <a:lnTo>
                  <a:pt x="2319205" y="306183"/>
                </a:lnTo>
                <a:lnTo>
                  <a:pt x="2319230" y="306737"/>
                </a:lnTo>
                <a:lnTo>
                  <a:pt x="2319265" y="307284"/>
                </a:lnTo>
                <a:lnTo>
                  <a:pt x="2319310" y="307823"/>
                </a:lnTo>
                <a:lnTo>
                  <a:pt x="2319365" y="308354"/>
                </a:lnTo>
                <a:lnTo>
                  <a:pt x="2319430" y="308877"/>
                </a:lnTo>
                <a:lnTo>
                  <a:pt x="2319505" y="309393"/>
                </a:lnTo>
                <a:lnTo>
                  <a:pt x="2319591" y="309901"/>
                </a:lnTo>
                <a:lnTo>
                  <a:pt x="2319686" y="310401"/>
                </a:lnTo>
                <a:lnTo>
                  <a:pt x="2319791" y="310893"/>
                </a:lnTo>
                <a:lnTo>
                  <a:pt x="2319906" y="311377"/>
                </a:lnTo>
                <a:lnTo>
                  <a:pt x="2320031" y="311854"/>
                </a:lnTo>
                <a:lnTo>
                  <a:pt x="2320166" y="312323"/>
                </a:lnTo>
                <a:lnTo>
                  <a:pt x="2320311" y="312784"/>
                </a:lnTo>
                <a:lnTo>
                  <a:pt x="2320467" y="313237"/>
                </a:lnTo>
                <a:lnTo>
                  <a:pt x="2320632" y="313682"/>
                </a:lnTo>
                <a:lnTo>
                  <a:pt x="2320807" y="314120"/>
                </a:lnTo>
                <a:lnTo>
                  <a:pt x="2320992" y="314550"/>
                </a:lnTo>
                <a:lnTo>
                  <a:pt x="2321187" y="314972"/>
                </a:lnTo>
                <a:lnTo>
                  <a:pt x="2321393" y="315386"/>
                </a:lnTo>
                <a:lnTo>
                  <a:pt x="2321608" y="315793"/>
                </a:lnTo>
                <a:lnTo>
                  <a:pt x="2321833" y="316192"/>
                </a:lnTo>
                <a:lnTo>
                  <a:pt x="2322068" y="316583"/>
                </a:lnTo>
                <a:lnTo>
                  <a:pt x="2322315" y="316954"/>
                </a:lnTo>
                <a:lnTo>
                  <a:pt x="2322574" y="317319"/>
                </a:lnTo>
                <a:lnTo>
                  <a:pt x="2322847" y="317679"/>
                </a:lnTo>
                <a:lnTo>
                  <a:pt x="2323132" y="318033"/>
                </a:lnTo>
                <a:lnTo>
                  <a:pt x="2323430" y="318382"/>
                </a:lnTo>
                <a:lnTo>
                  <a:pt x="2323740" y="318725"/>
                </a:lnTo>
                <a:lnTo>
                  <a:pt x="2324064" y="319063"/>
                </a:lnTo>
                <a:lnTo>
                  <a:pt x="2324400" y="319395"/>
                </a:lnTo>
                <a:lnTo>
                  <a:pt x="2324749" y="319721"/>
                </a:lnTo>
                <a:lnTo>
                  <a:pt x="2325110" y="320042"/>
                </a:lnTo>
                <a:lnTo>
                  <a:pt x="2325485" y="320357"/>
                </a:lnTo>
                <a:lnTo>
                  <a:pt x="2325872" y="320667"/>
                </a:lnTo>
                <a:lnTo>
                  <a:pt x="2326272" y="320971"/>
                </a:lnTo>
                <a:lnTo>
                  <a:pt x="2326685" y="321270"/>
                </a:lnTo>
                <a:lnTo>
                  <a:pt x="2327111" y="321563"/>
                </a:lnTo>
                <a:lnTo>
                  <a:pt x="2327550" y="321850"/>
                </a:lnTo>
                <a:lnTo>
                  <a:pt x="2328001" y="322132"/>
                </a:lnTo>
                <a:lnTo>
                  <a:pt x="2328465" y="322409"/>
                </a:lnTo>
                <a:lnTo>
                  <a:pt x="2328942" y="322680"/>
                </a:lnTo>
                <a:lnTo>
                  <a:pt x="2329432" y="322945"/>
                </a:lnTo>
                <a:lnTo>
                  <a:pt x="2329934" y="323205"/>
                </a:lnTo>
                <a:lnTo>
                  <a:pt x="2330449" y="323459"/>
                </a:lnTo>
                <a:lnTo>
                  <a:pt x="2330977" y="323707"/>
                </a:lnTo>
                <a:lnTo>
                  <a:pt x="2331518" y="323950"/>
                </a:lnTo>
                <a:lnTo>
                  <a:pt x="2332073" y="324176"/>
                </a:lnTo>
                <a:lnTo>
                  <a:pt x="2332642" y="324399"/>
                </a:lnTo>
                <a:lnTo>
                  <a:pt x="2333225" y="324619"/>
                </a:lnTo>
                <a:lnTo>
                  <a:pt x="2333823" y="324836"/>
                </a:lnTo>
                <a:lnTo>
                  <a:pt x="2334435" y="325050"/>
                </a:lnTo>
                <a:lnTo>
                  <a:pt x="2335062" y="325262"/>
                </a:lnTo>
                <a:lnTo>
                  <a:pt x="2335703" y="325471"/>
                </a:lnTo>
                <a:lnTo>
                  <a:pt x="2336359" y="325677"/>
                </a:lnTo>
                <a:lnTo>
                  <a:pt x="2337029" y="325880"/>
                </a:lnTo>
                <a:lnTo>
                  <a:pt x="2337714" y="326080"/>
                </a:lnTo>
                <a:lnTo>
                  <a:pt x="2338413" y="326278"/>
                </a:lnTo>
                <a:lnTo>
                  <a:pt x="2339126" y="326473"/>
                </a:lnTo>
                <a:lnTo>
                  <a:pt x="2339854" y="326665"/>
                </a:lnTo>
                <a:lnTo>
                  <a:pt x="2340597" y="326855"/>
                </a:lnTo>
                <a:lnTo>
                  <a:pt x="2341354" y="327041"/>
                </a:lnTo>
                <a:lnTo>
                  <a:pt x="2342125" y="327225"/>
                </a:lnTo>
                <a:lnTo>
                  <a:pt x="2342911" y="327406"/>
                </a:lnTo>
                <a:lnTo>
                  <a:pt x="2343711" y="327584"/>
                </a:lnTo>
                <a:lnTo>
                  <a:pt x="2344526" y="327760"/>
                </a:lnTo>
                <a:lnTo>
                  <a:pt x="2345355" y="327932"/>
                </a:lnTo>
                <a:lnTo>
                  <a:pt x="2346199" y="328102"/>
                </a:lnTo>
                <a:lnTo>
                  <a:pt x="2347057" y="328269"/>
                </a:lnTo>
                <a:lnTo>
                  <a:pt x="2347930" y="328434"/>
                </a:lnTo>
                <a:lnTo>
                  <a:pt x="2348817" y="328595"/>
                </a:lnTo>
                <a:lnTo>
                  <a:pt x="2349649" y="328729"/>
                </a:lnTo>
                <a:lnTo>
                  <a:pt x="2350465" y="328863"/>
                </a:lnTo>
                <a:lnTo>
                  <a:pt x="2351264" y="328998"/>
                </a:lnTo>
                <a:lnTo>
                  <a:pt x="2352047" y="329134"/>
                </a:lnTo>
                <a:lnTo>
                  <a:pt x="2352812" y="329270"/>
                </a:lnTo>
                <a:lnTo>
                  <a:pt x="2353562" y="329406"/>
                </a:lnTo>
                <a:lnTo>
                  <a:pt x="2354294" y="329543"/>
                </a:lnTo>
                <a:lnTo>
                  <a:pt x="2355010" y="329681"/>
                </a:lnTo>
                <a:lnTo>
                  <a:pt x="2355709" y="329819"/>
                </a:lnTo>
                <a:lnTo>
                  <a:pt x="2356391" y="329958"/>
                </a:lnTo>
                <a:lnTo>
                  <a:pt x="2357057" y="330097"/>
                </a:lnTo>
                <a:lnTo>
                  <a:pt x="2357706" y="330237"/>
                </a:lnTo>
                <a:lnTo>
                  <a:pt x="2358338" y="330378"/>
                </a:lnTo>
                <a:lnTo>
                  <a:pt x="2358954" y="330518"/>
                </a:lnTo>
                <a:lnTo>
                  <a:pt x="2359553" y="330660"/>
                </a:lnTo>
                <a:lnTo>
                  <a:pt x="2360135" y="330802"/>
                </a:lnTo>
                <a:lnTo>
                  <a:pt x="2360701" y="330945"/>
                </a:lnTo>
                <a:lnTo>
                  <a:pt x="2361250" y="331088"/>
                </a:lnTo>
                <a:lnTo>
                  <a:pt x="2361782" y="331232"/>
                </a:lnTo>
                <a:lnTo>
                  <a:pt x="2362297" y="331376"/>
                </a:lnTo>
                <a:lnTo>
                  <a:pt x="2362796" y="331521"/>
                </a:lnTo>
                <a:lnTo>
                  <a:pt x="2363278" y="331666"/>
                </a:lnTo>
                <a:lnTo>
                  <a:pt x="2363744" y="331812"/>
                </a:lnTo>
                <a:lnTo>
                  <a:pt x="2364193" y="331959"/>
                </a:lnTo>
                <a:lnTo>
                  <a:pt x="2364641" y="332107"/>
                </a:lnTo>
                <a:lnTo>
                  <a:pt x="2365077" y="332257"/>
                </a:lnTo>
                <a:lnTo>
                  <a:pt x="2365502" y="332409"/>
                </a:lnTo>
                <a:lnTo>
                  <a:pt x="2365915" y="332564"/>
                </a:lnTo>
                <a:lnTo>
                  <a:pt x="2366316" y="332721"/>
                </a:lnTo>
                <a:lnTo>
                  <a:pt x="2366705" y="332880"/>
                </a:lnTo>
                <a:lnTo>
                  <a:pt x="2367083" y="333041"/>
                </a:lnTo>
                <a:lnTo>
                  <a:pt x="2367449" y="333205"/>
                </a:lnTo>
                <a:lnTo>
                  <a:pt x="2367804" y="333370"/>
                </a:lnTo>
                <a:lnTo>
                  <a:pt x="2368147" y="333538"/>
                </a:lnTo>
                <a:lnTo>
                  <a:pt x="2368478" y="333709"/>
                </a:lnTo>
                <a:lnTo>
                  <a:pt x="2368798" y="333881"/>
                </a:lnTo>
                <a:lnTo>
                  <a:pt x="2369105" y="334056"/>
                </a:lnTo>
                <a:lnTo>
                  <a:pt x="2369402" y="334232"/>
                </a:lnTo>
                <a:lnTo>
                  <a:pt x="2369686" y="334411"/>
                </a:lnTo>
                <a:lnTo>
                  <a:pt x="2369959" y="334593"/>
                </a:lnTo>
                <a:lnTo>
                  <a:pt x="2370220" y="334776"/>
                </a:lnTo>
                <a:lnTo>
                  <a:pt x="2370469" y="334962"/>
                </a:lnTo>
                <a:lnTo>
                  <a:pt x="2370707" y="335150"/>
                </a:lnTo>
                <a:lnTo>
                  <a:pt x="2370933" y="335340"/>
                </a:lnTo>
                <a:lnTo>
                  <a:pt x="2371148" y="335533"/>
                </a:lnTo>
                <a:lnTo>
                  <a:pt x="2371350" y="335727"/>
                </a:lnTo>
                <a:lnTo>
                  <a:pt x="2371541" y="335924"/>
                </a:lnTo>
                <a:lnTo>
                  <a:pt x="2371721" y="336123"/>
                </a:lnTo>
                <a:lnTo>
                  <a:pt x="2371891" y="336326"/>
                </a:lnTo>
                <a:lnTo>
                  <a:pt x="2372053" y="336533"/>
                </a:lnTo>
                <a:lnTo>
                  <a:pt x="2372209" y="336744"/>
                </a:lnTo>
                <a:lnTo>
                  <a:pt x="2372357" y="336960"/>
                </a:lnTo>
                <a:lnTo>
                  <a:pt x="2372498" y="337180"/>
                </a:lnTo>
                <a:lnTo>
                  <a:pt x="2372632" y="337405"/>
                </a:lnTo>
                <a:lnTo>
                  <a:pt x="2372758" y="337634"/>
                </a:lnTo>
                <a:lnTo>
                  <a:pt x="2372877" y="337867"/>
                </a:lnTo>
                <a:lnTo>
                  <a:pt x="2372989" y="338105"/>
                </a:lnTo>
                <a:lnTo>
                  <a:pt x="2373094" y="338348"/>
                </a:lnTo>
                <a:lnTo>
                  <a:pt x="2373192" y="338595"/>
                </a:lnTo>
                <a:lnTo>
                  <a:pt x="2373282" y="338846"/>
                </a:lnTo>
                <a:lnTo>
                  <a:pt x="2373365" y="339102"/>
                </a:lnTo>
                <a:lnTo>
                  <a:pt x="2373441" y="339362"/>
                </a:lnTo>
                <a:lnTo>
                  <a:pt x="2373510" y="339627"/>
                </a:lnTo>
                <a:lnTo>
                  <a:pt x="2373571" y="339896"/>
                </a:lnTo>
                <a:lnTo>
                  <a:pt x="2373626" y="340170"/>
                </a:lnTo>
                <a:lnTo>
                  <a:pt x="2373673" y="340448"/>
                </a:lnTo>
                <a:lnTo>
                  <a:pt x="2373712" y="340730"/>
                </a:lnTo>
                <a:lnTo>
                  <a:pt x="2373745" y="341017"/>
                </a:lnTo>
                <a:lnTo>
                  <a:pt x="2373770" y="341309"/>
                </a:lnTo>
                <a:lnTo>
                  <a:pt x="2373788" y="341605"/>
                </a:lnTo>
                <a:lnTo>
                  <a:pt x="2373799" y="341905"/>
                </a:lnTo>
                <a:lnTo>
                  <a:pt x="2373803" y="342210"/>
                </a:lnTo>
                <a:lnTo>
                  <a:pt x="2373794" y="342673"/>
                </a:lnTo>
                <a:lnTo>
                  <a:pt x="2373767" y="343130"/>
                </a:lnTo>
                <a:lnTo>
                  <a:pt x="2373723" y="343579"/>
                </a:lnTo>
                <a:lnTo>
                  <a:pt x="2373660" y="344021"/>
                </a:lnTo>
                <a:lnTo>
                  <a:pt x="2373580" y="344455"/>
                </a:lnTo>
                <a:lnTo>
                  <a:pt x="2373482" y="344883"/>
                </a:lnTo>
                <a:lnTo>
                  <a:pt x="2373367" y="345303"/>
                </a:lnTo>
                <a:lnTo>
                  <a:pt x="2373233" y="345716"/>
                </a:lnTo>
                <a:lnTo>
                  <a:pt x="2373082" y="346121"/>
                </a:lnTo>
                <a:lnTo>
                  <a:pt x="2372913" y="346520"/>
                </a:lnTo>
                <a:lnTo>
                  <a:pt x="2372726" y="346911"/>
                </a:lnTo>
                <a:lnTo>
                  <a:pt x="2372521" y="347295"/>
                </a:lnTo>
                <a:lnTo>
                  <a:pt x="2372299" y="347672"/>
                </a:lnTo>
                <a:lnTo>
                  <a:pt x="2372059" y="348041"/>
                </a:lnTo>
                <a:lnTo>
                  <a:pt x="2371801" y="348404"/>
                </a:lnTo>
                <a:lnTo>
                  <a:pt x="2371525" y="348759"/>
                </a:lnTo>
                <a:lnTo>
                  <a:pt x="2371231" y="349107"/>
                </a:lnTo>
                <a:lnTo>
                  <a:pt x="2370920" y="349447"/>
                </a:lnTo>
                <a:lnTo>
                  <a:pt x="2370591" y="349781"/>
                </a:lnTo>
                <a:lnTo>
                  <a:pt x="2370244" y="350107"/>
                </a:lnTo>
                <a:lnTo>
                  <a:pt x="2369879" y="350426"/>
                </a:lnTo>
                <a:lnTo>
                  <a:pt x="2369496" y="350738"/>
                </a:lnTo>
                <a:lnTo>
                  <a:pt x="2369096" y="351042"/>
                </a:lnTo>
                <a:lnTo>
                  <a:pt x="2368677" y="351339"/>
                </a:lnTo>
                <a:lnTo>
                  <a:pt x="2368255" y="351614"/>
                </a:lnTo>
                <a:lnTo>
                  <a:pt x="2367817" y="351877"/>
                </a:lnTo>
                <a:lnTo>
                  <a:pt x="2367361" y="352128"/>
                </a:lnTo>
                <a:lnTo>
                  <a:pt x="2366889" y="352367"/>
                </a:lnTo>
                <a:lnTo>
                  <a:pt x="2366400" y="352595"/>
                </a:lnTo>
                <a:lnTo>
                  <a:pt x="2365894" y="352811"/>
                </a:lnTo>
                <a:lnTo>
                  <a:pt x="2365372" y="353015"/>
                </a:lnTo>
                <a:lnTo>
                  <a:pt x="2364833" y="353208"/>
                </a:lnTo>
                <a:lnTo>
                  <a:pt x="2364278" y="353389"/>
                </a:lnTo>
                <a:lnTo>
                  <a:pt x="2363705" y="353558"/>
                </a:lnTo>
                <a:lnTo>
                  <a:pt x="2363116" y="353716"/>
                </a:lnTo>
                <a:lnTo>
                  <a:pt x="2362511" y="353862"/>
                </a:lnTo>
                <a:lnTo>
                  <a:pt x="2361889" y="353996"/>
                </a:lnTo>
                <a:lnTo>
                  <a:pt x="2361250" y="354119"/>
                </a:lnTo>
                <a:lnTo>
                  <a:pt x="2360594" y="354230"/>
                </a:lnTo>
                <a:lnTo>
                  <a:pt x="2359921" y="354329"/>
                </a:lnTo>
                <a:lnTo>
                  <a:pt x="2359232" y="354417"/>
                </a:lnTo>
                <a:lnTo>
                  <a:pt x="2358527" y="354493"/>
                </a:lnTo>
                <a:lnTo>
                  <a:pt x="2357804" y="354557"/>
                </a:lnTo>
                <a:lnTo>
                  <a:pt x="2357065" y="354609"/>
                </a:lnTo>
                <a:lnTo>
                  <a:pt x="2356309" y="354650"/>
                </a:lnTo>
                <a:lnTo>
                  <a:pt x="2355537" y="354680"/>
                </a:lnTo>
                <a:lnTo>
                  <a:pt x="2354748" y="354697"/>
                </a:lnTo>
                <a:lnTo>
                  <a:pt x="2353942" y="354703"/>
                </a:lnTo>
                <a:lnTo>
                  <a:pt x="2353043" y="354696"/>
                </a:lnTo>
                <a:lnTo>
                  <a:pt x="2352161" y="354677"/>
                </a:lnTo>
                <a:lnTo>
                  <a:pt x="2351297" y="354645"/>
                </a:lnTo>
                <a:lnTo>
                  <a:pt x="2350449" y="354601"/>
                </a:lnTo>
                <a:lnTo>
                  <a:pt x="2349619" y="354543"/>
                </a:lnTo>
                <a:lnTo>
                  <a:pt x="2348806" y="354473"/>
                </a:lnTo>
                <a:lnTo>
                  <a:pt x="2348011" y="354389"/>
                </a:lnTo>
                <a:lnTo>
                  <a:pt x="2347233" y="354294"/>
                </a:lnTo>
                <a:lnTo>
                  <a:pt x="2346471" y="354185"/>
                </a:lnTo>
                <a:lnTo>
                  <a:pt x="2345728" y="354063"/>
                </a:lnTo>
                <a:lnTo>
                  <a:pt x="2345001" y="353929"/>
                </a:lnTo>
                <a:lnTo>
                  <a:pt x="2344292" y="353782"/>
                </a:lnTo>
                <a:lnTo>
                  <a:pt x="2343600" y="353622"/>
                </a:lnTo>
                <a:lnTo>
                  <a:pt x="2342925" y="353449"/>
                </a:lnTo>
                <a:lnTo>
                  <a:pt x="2342267" y="353264"/>
                </a:lnTo>
                <a:lnTo>
                  <a:pt x="2341627" y="353066"/>
                </a:lnTo>
                <a:lnTo>
                  <a:pt x="2341004" y="352855"/>
                </a:lnTo>
                <a:lnTo>
                  <a:pt x="2340398" y="352631"/>
                </a:lnTo>
                <a:lnTo>
                  <a:pt x="2339809" y="352394"/>
                </a:lnTo>
                <a:lnTo>
                  <a:pt x="2339238" y="352145"/>
                </a:lnTo>
                <a:lnTo>
                  <a:pt x="2338683" y="351882"/>
                </a:lnTo>
                <a:lnTo>
                  <a:pt x="2338146" y="351607"/>
                </a:lnTo>
                <a:lnTo>
                  <a:pt x="2337627" y="351320"/>
                </a:lnTo>
                <a:lnTo>
                  <a:pt x="2337124" y="351019"/>
                </a:lnTo>
                <a:lnTo>
                  <a:pt x="2336654" y="350694"/>
                </a:lnTo>
                <a:lnTo>
                  <a:pt x="2336203" y="350358"/>
                </a:lnTo>
                <a:lnTo>
                  <a:pt x="2335773" y="350013"/>
                </a:lnTo>
                <a:lnTo>
                  <a:pt x="2335362" y="349658"/>
                </a:lnTo>
                <a:lnTo>
                  <a:pt x="2334972" y="349292"/>
                </a:lnTo>
                <a:lnTo>
                  <a:pt x="2334602" y="348917"/>
                </a:lnTo>
                <a:lnTo>
                  <a:pt x="2334251" y="348531"/>
                </a:lnTo>
                <a:lnTo>
                  <a:pt x="2333921" y="348136"/>
                </a:lnTo>
                <a:lnTo>
                  <a:pt x="2333611" y="347731"/>
                </a:lnTo>
                <a:lnTo>
                  <a:pt x="2333320" y="347315"/>
                </a:lnTo>
                <a:lnTo>
                  <a:pt x="2333050" y="346890"/>
                </a:lnTo>
                <a:lnTo>
                  <a:pt x="2332800" y="346454"/>
                </a:lnTo>
                <a:lnTo>
                  <a:pt x="2332569" y="346009"/>
                </a:lnTo>
                <a:lnTo>
                  <a:pt x="2332359" y="345553"/>
                </a:lnTo>
                <a:lnTo>
                  <a:pt x="2332169" y="345088"/>
                </a:lnTo>
                <a:lnTo>
                  <a:pt x="2331999" y="344612"/>
                </a:lnTo>
                <a:lnTo>
                  <a:pt x="2331849" y="344127"/>
                </a:lnTo>
                <a:lnTo>
                  <a:pt x="2331719" y="343631"/>
                </a:lnTo>
                <a:lnTo>
                  <a:pt x="2331608" y="343126"/>
                </a:lnTo>
                <a:lnTo>
                  <a:pt x="2331518" y="342610"/>
                </a:lnTo>
                <a:lnTo>
                  <a:pt x="2331448" y="342085"/>
                </a:lnTo>
                <a:lnTo>
                  <a:pt x="2331398" y="341549"/>
                </a:lnTo>
                <a:lnTo>
                  <a:pt x="2331368" y="341003"/>
                </a:lnTo>
                <a:lnTo>
                  <a:pt x="2331358" y="340448"/>
                </a:lnTo>
                <a:lnTo>
                  <a:pt x="2331358" y="338846"/>
                </a:lnTo>
                <a:lnTo>
                  <a:pt x="2317584" y="338846"/>
                </a:lnTo>
                <a:lnTo>
                  <a:pt x="2317571" y="338939"/>
                </a:lnTo>
                <a:lnTo>
                  <a:pt x="2317558" y="339032"/>
                </a:lnTo>
                <a:lnTo>
                  <a:pt x="2317546" y="339124"/>
                </a:lnTo>
                <a:lnTo>
                  <a:pt x="2317535" y="339215"/>
                </a:lnTo>
                <a:lnTo>
                  <a:pt x="2317524" y="339306"/>
                </a:lnTo>
                <a:lnTo>
                  <a:pt x="2317514" y="339397"/>
                </a:lnTo>
                <a:lnTo>
                  <a:pt x="2317504" y="339487"/>
                </a:lnTo>
                <a:lnTo>
                  <a:pt x="2317495" y="339576"/>
                </a:lnTo>
                <a:lnTo>
                  <a:pt x="2317486" y="339665"/>
                </a:lnTo>
                <a:lnTo>
                  <a:pt x="2317478" y="339753"/>
                </a:lnTo>
                <a:lnTo>
                  <a:pt x="2317470" y="339840"/>
                </a:lnTo>
                <a:lnTo>
                  <a:pt x="2317463" y="339927"/>
                </a:lnTo>
                <a:lnTo>
                  <a:pt x="2317457" y="340014"/>
                </a:lnTo>
                <a:lnTo>
                  <a:pt x="2317451" y="340100"/>
                </a:lnTo>
                <a:lnTo>
                  <a:pt x="2317446" y="340185"/>
                </a:lnTo>
                <a:lnTo>
                  <a:pt x="2317441" y="340270"/>
                </a:lnTo>
                <a:lnTo>
                  <a:pt x="2317437" y="340354"/>
                </a:lnTo>
                <a:lnTo>
                  <a:pt x="2317433" y="340438"/>
                </a:lnTo>
                <a:lnTo>
                  <a:pt x="2317430" y="340521"/>
                </a:lnTo>
                <a:lnTo>
                  <a:pt x="2317428" y="340604"/>
                </a:lnTo>
                <a:lnTo>
                  <a:pt x="2317426" y="340686"/>
                </a:lnTo>
                <a:lnTo>
                  <a:pt x="2317424" y="340767"/>
                </a:lnTo>
                <a:lnTo>
                  <a:pt x="2317424" y="340848"/>
                </a:lnTo>
                <a:lnTo>
                  <a:pt x="2317423" y="340928"/>
                </a:lnTo>
                <a:lnTo>
                  <a:pt x="2317423" y="341008"/>
                </a:lnTo>
                <a:lnTo>
                  <a:pt x="2317423" y="341085"/>
                </a:lnTo>
                <a:lnTo>
                  <a:pt x="2317423" y="341161"/>
                </a:lnTo>
                <a:lnTo>
                  <a:pt x="2317423" y="341235"/>
                </a:lnTo>
                <a:lnTo>
                  <a:pt x="2317423" y="341308"/>
                </a:lnTo>
                <a:lnTo>
                  <a:pt x="2317423" y="341379"/>
                </a:lnTo>
                <a:lnTo>
                  <a:pt x="2317423" y="341448"/>
                </a:lnTo>
                <a:lnTo>
                  <a:pt x="2317423" y="341516"/>
                </a:lnTo>
                <a:lnTo>
                  <a:pt x="2317423" y="341582"/>
                </a:lnTo>
                <a:lnTo>
                  <a:pt x="2317423" y="341646"/>
                </a:lnTo>
                <a:lnTo>
                  <a:pt x="2317423" y="341708"/>
                </a:lnTo>
                <a:lnTo>
                  <a:pt x="2317423" y="341769"/>
                </a:lnTo>
                <a:lnTo>
                  <a:pt x="2317423" y="341828"/>
                </a:lnTo>
                <a:lnTo>
                  <a:pt x="2317423" y="341886"/>
                </a:lnTo>
                <a:lnTo>
                  <a:pt x="2317423" y="341942"/>
                </a:lnTo>
                <a:lnTo>
                  <a:pt x="2317423" y="341996"/>
                </a:lnTo>
                <a:lnTo>
                  <a:pt x="2317423" y="342049"/>
                </a:lnTo>
                <a:lnTo>
                  <a:pt x="2317423" y="342100"/>
                </a:lnTo>
                <a:lnTo>
                  <a:pt x="2317423" y="342149"/>
                </a:lnTo>
                <a:lnTo>
                  <a:pt x="2317423" y="342196"/>
                </a:lnTo>
                <a:lnTo>
                  <a:pt x="2317423" y="342242"/>
                </a:lnTo>
                <a:lnTo>
                  <a:pt x="2317423" y="342286"/>
                </a:lnTo>
                <a:lnTo>
                  <a:pt x="2317423" y="342329"/>
                </a:lnTo>
                <a:lnTo>
                  <a:pt x="2317423" y="342370"/>
                </a:lnTo>
                <a:lnTo>
                  <a:pt x="2317431" y="342981"/>
                </a:lnTo>
                <a:lnTo>
                  <a:pt x="2317453" y="343584"/>
                </a:lnTo>
                <a:lnTo>
                  <a:pt x="2317491" y="344182"/>
                </a:lnTo>
                <a:lnTo>
                  <a:pt x="2317543" y="344772"/>
                </a:lnTo>
                <a:lnTo>
                  <a:pt x="2317611" y="345356"/>
                </a:lnTo>
                <a:lnTo>
                  <a:pt x="2317694" y="345934"/>
                </a:lnTo>
                <a:lnTo>
                  <a:pt x="2317791" y="346504"/>
                </a:lnTo>
                <a:lnTo>
                  <a:pt x="2317904" y="347068"/>
                </a:lnTo>
                <a:lnTo>
                  <a:pt x="2318031" y="347625"/>
                </a:lnTo>
                <a:lnTo>
                  <a:pt x="2318174" y="348176"/>
                </a:lnTo>
                <a:lnTo>
                  <a:pt x="2318332" y="348720"/>
                </a:lnTo>
                <a:lnTo>
                  <a:pt x="2318504" y="349257"/>
                </a:lnTo>
                <a:lnTo>
                  <a:pt x="2318692" y="349788"/>
                </a:lnTo>
                <a:lnTo>
                  <a:pt x="2318895" y="350312"/>
                </a:lnTo>
                <a:lnTo>
                  <a:pt x="2319113" y="350829"/>
                </a:lnTo>
                <a:lnTo>
                  <a:pt x="2319345" y="351339"/>
                </a:lnTo>
                <a:lnTo>
                  <a:pt x="2319593" y="351843"/>
                </a:lnTo>
                <a:lnTo>
                  <a:pt x="2319856" y="352340"/>
                </a:lnTo>
                <a:lnTo>
                  <a:pt x="2320134" y="352831"/>
                </a:lnTo>
                <a:lnTo>
                  <a:pt x="2320427" y="353315"/>
                </a:lnTo>
                <a:lnTo>
                  <a:pt x="2320734" y="353792"/>
                </a:lnTo>
                <a:lnTo>
                  <a:pt x="2321057" y="354262"/>
                </a:lnTo>
                <a:lnTo>
                  <a:pt x="2321395" y="354726"/>
                </a:lnTo>
                <a:lnTo>
                  <a:pt x="2321748" y="355183"/>
                </a:lnTo>
                <a:lnTo>
                  <a:pt x="2322127" y="355620"/>
                </a:lnTo>
                <a:lnTo>
                  <a:pt x="2322518" y="356048"/>
                </a:lnTo>
                <a:lnTo>
                  <a:pt x="2322919" y="356467"/>
                </a:lnTo>
                <a:lnTo>
                  <a:pt x="2323332" y="356879"/>
                </a:lnTo>
                <a:lnTo>
                  <a:pt x="2323756" y="357281"/>
                </a:lnTo>
                <a:lnTo>
                  <a:pt x="2324191" y="357676"/>
                </a:lnTo>
                <a:lnTo>
                  <a:pt x="2324637" y="358062"/>
                </a:lnTo>
                <a:lnTo>
                  <a:pt x="2325094" y="358440"/>
                </a:lnTo>
                <a:lnTo>
                  <a:pt x="2325562" y="358810"/>
                </a:lnTo>
                <a:lnTo>
                  <a:pt x="2326041" y="359171"/>
                </a:lnTo>
                <a:lnTo>
                  <a:pt x="2326532" y="359524"/>
                </a:lnTo>
                <a:lnTo>
                  <a:pt x="2327034" y="359868"/>
                </a:lnTo>
                <a:lnTo>
                  <a:pt x="2327546" y="360205"/>
                </a:lnTo>
                <a:lnTo>
                  <a:pt x="2328070" y="360532"/>
                </a:lnTo>
                <a:lnTo>
                  <a:pt x="2328605" y="360852"/>
                </a:lnTo>
                <a:lnTo>
                  <a:pt x="2329151" y="361163"/>
                </a:lnTo>
                <a:lnTo>
                  <a:pt x="2329709" y="361466"/>
                </a:lnTo>
                <a:lnTo>
                  <a:pt x="2330277" y="361760"/>
                </a:lnTo>
                <a:lnTo>
                  <a:pt x="2330856" y="362046"/>
                </a:lnTo>
                <a:lnTo>
                  <a:pt x="2331447" y="362324"/>
                </a:lnTo>
                <a:lnTo>
                  <a:pt x="2332049" y="362594"/>
                </a:lnTo>
                <a:lnTo>
                  <a:pt x="2332662" y="362855"/>
                </a:lnTo>
                <a:lnTo>
                  <a:pt x="2333286" y="363108"/>
                </a:lnTo>
                <a:lnTo>
                  <a:pt x="2333921" y="363352"/>
                </a:lnTo>
                <a:lnTo>
                  <a:pt x="2334579" y="363574"/>
                </a:lnTo>
                <a:lnTo>
                  <a:pt x="2335244" y="363787"/>
                </a:lnTo>
                <a:lnTo>
                  <a:pt x="2335918" y="363990"/>
                </a:lnTo>
                <a:lnTo>
                  <a:pt x="2336599" y="364184"/>
                </a:lnTo>
                <a:lnTo>
                  <a:pt x="2337288" y="364368"/>
                </a:lnTo>
                <a:lnTo>
                  <a:pt x="2337985" y="364543"/>
                </a:lnTo>
                <a:lnTo>
                  <a:pt x="2338690" y="364709"/>
                </a:lnTo>
                <a:lnTo>
                  <a:pt x="2339402" y="364865"/>
                </a:lnTo>
                <a:lnTo>
                  <a:pt x="2340122" y="365011"/>
                </a:lnTo>
                <a:lnTo>
                  <a:pt x="2340850" y="365148"/>
                </a:lnTo>
                <a:lnTo>
                  <a:pt x="2341586" y="365276"/>
                </a:lnTo>
                <a:lnTo>
                  <a:pt x="2342330" y="365394"/>
                </a:lnTo>
                <a:lnTo>
                  <a:pt x="2343081" y="365503"/>
                </a:lnTo>
                <a:lnTo>
                  <a:pt x="2343840" y="365602"/>
                </a:lnTo>
                <a:lnTo>
                  <a:pt x="2344607" y="365692"/>
                </a:lnTo>
                <a:lnTo>
                  <a:pt x="2345382" y="365772"/>
                </a:lnTo>
                <a:lnTo>
                  <a:pt x="2346164" y="365843"/>
                </a:lnTo>
                <a:lnTo>
                  <a:pt x="2346955" y="365905"/>
                </a:lnTo>
                <a:lnTo>
                  <a:pt x="2347753" y="365957"/>
                </a:lnTo>
                <a:lnTo>
                  <a:pt x="2348558" y="365999"/>
                </a:lnTo>
                <a:lnTo>
                  <a:pt x="2349372" y="366032"/>
                </a:lnTo>
                <a:lnTo>
                  <a:pt x="2350193" y="366056"/>
                </a:lnTo>
                <a:lnTo>
                  <a:pt x="2351023" y="366070"/>
                </a:lnTo>
                <a:lnTo>
                  <a:pt x="2351860" y="366075"/>
                </a:lnTo>
                <a:lnTo>
                  <a:pt x="2352815" y="366070"/>
                </a:lnTo>
                <a:lnTo>
                  <a:pt x="2353758" y="366056"/>
                </a:lnTo>
                <a:lnTo>
                  <a:pt x="2354690" y="366032"/>
                </a:lnTo>
                <a:lnTo>
                  <a:pt x="2355610" y="365999"/>
                </a:lnTo>
                <a:lnTo>
                  <a:pt x="2356519" y="365957"/>
                </a:lnTo>
                <a:lnTo>
                  <a:pt x="2357416" y="365905"/>
                </a:lnTo>
                <a:close/>
              </a:path>
            </a:pathLst>
          </a:custGeom>
          <a:solidFill xmlns:a="http://schemas.openxmlformats.org/drawingml/2006/main">
            <a:srgbClr val="22863A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BB18CE-ACB2-491B-9656-178CD42323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42659" y="3159390"/>
            <a:ext cx="57180" cy="45007"/>
          </a:xfrm>
          <a:custGeom xmlns:a="http://schemas.openxmlformats.org/drawingml/2006/main">
            <a:pathLst>
              <a:path w="57180" h="45007">
                <a:moveTo>
                  <a:pt x="0" y="21783"/>
                </a:moveTo>
                <a:close/>
                <a:moveTo>
                  <a:pt x="38280" y="45007"/>
                </a:moveTo>
                <a:lnTo>
                  <a:pt x="38280" y="42925"/>
                </a:lnTo>
                <a:cubicBezTo>
                  <a:pt x="41164" y="39615"/>
                  <a:pt x="43353" y="36198"/>
                  <a:pt x="44847" y="32674"/>
                </a:cubicBezTo>
                <a:cubicBezTo>
                  <a:pt x="46342" y="29151"/>
                  <a:pt x="47090" y="25520"/>
                  <a:pt x="47090" y="21783"/>
                </a:cubicBezTo>
                <a:lnTo>
                  <a:pt x="38921" y="21783"/>
                </a:lnTo>
                <a:lnTo>
                  <a:pt x="38921" y="0"/>
                </a:lnTo>
                <a:lnTo>
                  <a:pt x="57180" y="0"/>
                </a:lnTo>
                <a:lnTo>
                  <a:pt x="57180" y="18740"/>
                </a:lnTo>
                <a:cubicBezTo>
                  <a:pt x="57180" y="23438"/>
                  <a:pt x="56379" y="28030"/>
                  <a:pt x="54778" y="32514"/>
                </a:cubicBezTo>
                <a:cubicBezTo>
                  <a:pt x="53283" y="37106"/>
                  <a:pt x="50987" y="41270"/>
                  <a:pt x="47890" y="45007"/>
                </a:cubicBezTo>
                <a:lnTo>
                  <a:pt x="38280" y="45007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942B48-3B8C-4A58-B165-C8A243CF6F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51339" y="931637"/>
            <a:ext cx="1000790" cy="145736"/>
          </a:xfrm>
          <a:custGeom xmlns:a="http://schemas.openxmlformats.org/drawingml/2006/main">
            <a:pathLst>
              <a:path w="1000790" h="145736">
                <a:moveTo>
                  <a:pt x="270756" y="115621"/>
                </a:moveTo>
                <a:lnTo>
                  <a:pt x="271277" y="115604"/>
                </a:lnTo>
                <a:lnTo>
                  <a:pt x="271798" y="115583"/>
                </a:lnTo>
                <a:lnTo>
                  <a:pt x="272320" y="115557"/>
                </a:lnTo>
                <a:lnTo>
                  <a:pt x="272841" y="115527"/>
                </a:lnTo>
                <a:lnTo>
                  <a:pt x="273362" y="115492"/>
                </a:lnTo>
                <a:lnTo>
                  <a:pt x="273883" y="115452"/>
                </a:lnTo>
                <a:lnTo>
                  <a:pt x="274405" y="115407"/>
                </a:lnTo>
                <a:lnTo>
                  <a:pt x="274926" y="115358"/>
                </a:lnTo>
                <a:lnTo>
                  <a:pt x="275447" y="115304"/>
                </a:lnTo>
                <a:lnTo>
                  <a:pt x="275969" y="115245"/>
                </a:lnTo>
                <a:lnTo>
                  <a:pt x="276490" y="115182"/>
                </a:lnTo>
                <a:lnTo>
                  <a:pt x="277011" y="115114"/>
                </a:lnTo>
                <a:lnTo>
                  <a:pt x="277533" y="115041"/>
                </a:lnTo>
                <a:lnTo>
                  <a:pt x="278054" y="114963"/>
                </a:lnTo>
                <a:lnTo>
                  <a:pt x="278575" y="114881"/>
                </a:lnTo>
                <a:lnTo>
                  <a:pt x="279096" y="114794"/>
                </a:lnTo>
                <a:lnTo>
                  <a:pt x="279618" y="114703"/>
                </a:lnTo>
                <a:lnTo>
                  <a:pt x="280139" y="114606"/>
                </a:lnTo>
                <a:lnTo>
                  <a:pt x="280660" y="114505"/>
                </a:lnTo>
                <a:lnTo>
                  <a:pt x="281182" y="114400"/>
                </a:lnTo>
                <a:lnTo>
                  <a:pt x="281703" y="114289"/>
                </a:lnTo>
                <a:lnTo>
                  <a:pt x="282220" y="114189"/>
                </a:lnTo>
                <a:lnTo>
                  <a:pt x="282730" y="114084"/>
                </a:lnTo>
                <a:lnTo>
                  <a:pt x="283232" y="113975"/>
                </a:lnTo>
                <a:lnTo>
                  <a:pt x="283727" y="113862"/>
                </a:lnTo>
                <a:lnTo>
                  <a:pt x="284214" y="113745"/>
                </a:lnTo>
                <a:lnTo>
                  <a:pt x="284693" y="113624"/>
                </a:lnTo>
                <a:lnTo>
                  <a:pt x="285165" y="113498"/>
                </a:lnTo>
                <a:lnTo>
                  <a:pt x="285629" y="113369"/>
                </a:lnTo>
                <a:lnTo>
                  <a:pt x="286085" y="113235"/>
                </a:lnTo>
                <a:lnTo>
                  <a:pt x="286534" y="113098"/>
                </a:lnTo>
                <a:lnTo>
                  <a:pt x="286975" y="112956"/>
                </a:lnTo>
                <a:lnTo>
                  <a:pt x="287409" y="112810"/>
                </a:lnTo>
                <a:lnTo>
                  <a:pt x="287835" y="112660"/>
                </a:lnTo>
                <a:lnTo>
                  <a:pt x="288253" y="112506"/>
                </a:lnTo>
                <a:lnTo>
                  <a:pt x="288664" y="112348"/>
                </a:lnTo>
                <a:lnTo>
                  <a:pt x="289067" y="112185"/>
                </a:lnTo>
                <a:lnTo>
                  <a:pt x="289462" y="112019"/>
                </a:lnTo>
                <a:lnTo>
                  <a:pt x="289850" y="111848"/>
                </a:lnTo>
                <a:lnTo>
                  <a:pt x="290230" y="111674"/>
                </a:lnTo>
                <a:lnTo>
                  <a:pt x="290602" y="111495"/>
                </a:lnTo>
                <a:lnTo>
                  <a:pt x="290967" y="111312"/>
                </a:lnTo>
                <a:lnTo>
                  <a:pt x="291324" y="111125"/>
                </a:lnTo>
                <a:lnTo>
                  <a:pt x="291674" y="110934"/>
                </a:lnTo>
                <a:lnTo>
                  <a:pt x="292016" y="110739"/>
                </a:lnTo>
                <a:lnTo>
                  <a:pt x="292016" y="97721"/>
                </a:lnTo>
                <a:lnTo>
                  <a:pt x="291718" y="97861"/>
                </a:lnTo>
                <a:lnTo>
                  <a:pt x="291416" y="98001"/>
                </a:lnTo>
                <a:lnTo>
                  <a:pt x="291110" y="98141"/>
                </a:lnTo>
                <a:lnTo>
                  <a:pt x="290800" y="98280"/>
                </a:lnTo>
                <a:lnTo>
                  <a:pt x="290485" y="98418"/>
                </a:lnTo>
                <a:lnTo>
                  <a:pt x="290167" y="98556"/>
                </a:lnTo>
                <a:lnTo>
                  <a:pt x="289844" y="98693"/>
                </a:lnTo>
                <a:lnTo>
                  <a:pt x="289518" y="98829"/>
                </a:lnTo>
                <a:lnTo>
                  <a:pt x="289187" y="98965"/>
                </a:lnTo>
                <a:lnTo>
                  <a:pt x="288852" y="99100"/>
                </a:lnTo>
                <a:lnTo>
                  <a:pt x="288513" y="99235"/>
                </a:lnTo>
                <a:lnTo>
                  <a:pt x="288170" y="99369"/>
                </a:lnTo>
                <a:lnTo>
                  <a:pt x="287822" y="99503"/>
                </a:lnTo>
                <a:lnTo>
                  <a:pt x="287471" y="99636"/>
                </a:lnTo>
                <a:lnTo>
                  <a:pt x="287116" y="99768"/>
                </a:lnTo>
                <a:lnTo>
                  <a:pt x="286756" y="99900"/>
                </a:lnTo>
                <a:lnTo>
                  <a:pt x="286392" y="100031"/>
                </a:lnTo>
                <a:lnTo>
                  <a:pt x="286025" y="100162"/>
                </a:lnTo>
                <a:lnTo>
                  <a:pt x="285653" y="100292"/>
                </a:lnTo>
                <a:lnTo>
                  <a:pt x="285277" y="100421"/>
                </a:lnTo>
                <a:lnTo>
                  <a:pt x="284897" y="100550"/>
                </a:lnTo>
                <a:lnTo>
                  <a:pt x="284512" y="100678"/>
                </a:lnTo>
                <a:lnTo>
                  <a:pt x="284124" y="100806"/>
                </a:lnTo>
                <a:lnTo>
                  <a:pt x="283732" y="100933"/>
                </a:lnTo>
                <a:lnTo>
                  <a:pt x="283350" y="101043"/>
                </a:lnTo>
                <a:lnTo>
                  <a:pt x="282965" y="101149"/>
                </a:lnTo>
                <a:lnTo>
                  <a:pt x="282577" y="101250"/>
                </a:lnTo>
                <a:lnTo>
                  <a:pt x="282187" y="101346"/>
                </a:lnTo>
                <a:lnTo>
                  <a:pt x="281793" y="101438"/>
                </a:lnTo>
                <a:lnTo>
                  <a:pt x="281396" y="101525"/>
                </a:lnTo>
                <a:lnTo>
                  <a:pt x="280997" y="101607"/>
                </a:lnTo>
                <a:lnTo>
                  <a:pt x="280595" y="101684"/>
                </a:lnTo>
                <a:lnTo>
                  <a:pt x="280189" y="101757"/>
                </a:lnTo>
                <a:lnTo>
                  <a:pt x="279781" y="101825"/>
                </a:lnTo>
                <a:lnTo>
                  <a:pt x="279370" y="101889"/>
                </a:lnTo>
                <a:lnTo>
                  <a:pt x="278956" y="101947"/>
                </a:lnTo>
                <a:lnTo>
                  <a:pt x="278538" y="102001"/>
                </a:lnTo>
                <a:lnTo>
                  <a:pt x="278118" y="102051"/>
                </a:lnTo>
                <a:lnTo>
                  <a:pt x="277695" y="102095"/>
                </a:lnTo>
                <a:lnTo>
                  <a:pt x="277270" y="102135"/>
                </a:lnTo>
                <a:lnTo>
                  <a:pt x="276841" y="102171"/>
                </a:lnTo>
                <a:lnTo>
                  <a:pt x="276409" y="102201"/>
                </a:lnTo>
                <a:lnTo>
                  <a:pt x="275974" y="102227"/>
                </a:lnTo>
                <a:lnTo>
                  <a:pt x="275537" y="102248"/>
                </a:lnTo>
                <a:lnTo>
                  <a:pt x="275096" y="102264"/>
                </a:lnTo>
                <a:lnTo>
                  <a:pt x="274653" y="102276"/>
                </a:lnTo>
                <a:lnTo>
                  <a:pt x="274206" y="102283"/>
                </a:lnTo>
                <a:lnTo>
                  <a:pt x="273757" y="102286"/>
                </a:lnTo>
                <a:lnTo>
                  <a:pt x="273183" y="102283"/>
                </a:lnTo>
                <a:lnTo>
                  <a:pt x="272618" y="102274"/>
                </a:lnTo>
                <a:lnTo>
                  <a:pt x="272061" y="102259"/>
                </a:lnTo>
                <a:lnTo>
                  <a:pt x="271512" y="102239"/>
                </a:lnTo>
                <a:lnTo>
                  <a:pt x="270971" y="102212"/>
                </a:lnTo>
                <a:lnTo>
                  <a:pt x="270439" y="102180"/>
                </a:lnTo>
                <a:lnTo>
                  <a:pt x="269915" y="102142"/>
                </a:lnTo>
                <a:lnTo>
                  <a:pt x="269399" y="102098"/>
                </a:lnTo>
                <a:lnTo>
                  <a:pt x="268891" y="102048"/>
                </a:lnTo>
                <a:lnTo>
                  <a:pt x="268391" y="101992"/>
                </a:lnTo>
                <a:lnTo>
                  <a:pt x="267900" y="101930"/>
                </a:lnTo>
                <a:lnTo>
                  <a:pt x="267417" y="101863"/>
                </a:lnTo>
                <a:lnTo>
                  <a:pt x="266942" y="101790"/>
                </a:lnTo>
                <a:lnTo>
                  <a:pt x="266475" y="101710"/>
                </a:lnTo>
                <a:lnTo>
                  <a:pt x="266017" y="101625"/>
                </a:lnTo>
                <a:lnTo>
                  <a:pt x="265566" y="101534"/>
                </a:lnTo>
                <a:lnTo>
                  <a:pt x="265124" y="101437"/>
                </a:lnTo>
                <a:lnTo>
                  <a:pt x="264690" y="101335"/>
                </a:lnTo>
                <a:lnTo>
                  <a:pt x="264265" y="101226"/>
                </a:lnTo>
                <a:lnTo>
                  <a:pt x="263847" y="101112"/>
                </a:lnTo>
                <a:lnTo>
                  <a:pt x="263438" y="100991"/>
                </a:lnTo>
                <a:lnTo>
                  <a:pt x="263037" y="100865"/>
                </a:lnTo>
                <a:lnTo>
                  <a:pt x="262645" y="100733"/>
                </a:lnTo>
                <a:lnTo>
                  <a:pt x="262260" y="100595"/>
                </a:lnTo>
                <a:lnTo>
                  <a:pt x="261884" y="100451"/>
                </a:lnTo>
                <a:lnTo>
                  <a:pt x="261515" y="100299"/>
                </a:lnTo>
                <a:lnTo>
                  <a:pt x="261153" y="100141"/>
                </a:lnTo>
                <a:lnTo>
                  <a:pt x="260800" y="99975"/>
                </a:lnTo>
                <a:lnTo>
                  <a:pt x="260454" y="99802"/>
                </a:lnTo>
                <a:lnTo>
                  <a:pt x="260115" y="99623"/>
                </a:lnTo>
                <a:lnTo>
                  <a:pt x="259784" y="99436"/>
                </a:lnTo>
                <a:lnTo>
                  <a:pt x="259461" y="99242"/>
                </a:lnTo>
                <a:lnTo>
                  <a:pt x="259146" y="99042"/>
                </a:lnTo>
                <a:lnTo>
                  <a:pt x="258838" y="98834"/>
                </a:lnTo>
                <a:lnTo>
                  <a:pt x="258537" y="98619"/>
                </a:lnTo>
                <a:lnTo>
                  <a:pt x="258245" y="98397"/>
                </a:lnTo>
                <a:lnTo>
                  <a:pt x="257960" y="98168"/>
                </a:lnTo>
                <a:lnTo>
                  <a:pt x="257682" y="97932"/>
                </a:lnTo>
                <a:lnTo>
                  <a:pt x="257413" y="97689"/>
                </a:lnTo>
                <a:lnTo>
                  <a:pt x="257151" y="97439"/>
                </a:lnTo>
                <a:lnTo>
                  <a:pt x="256896" y="97182"/>
                </a:lnTo>
                <a:lnTo>
                  <a:pt x="256649" y="96918"/>
                </a:lnTo>
                <a:lnTo>
                  <a:pt x="256410" y="96647"/>
                </a:lnTo>
                <a:lnTo>
                  <a:pt x="256178" y="96368"/>
                </a:lnTo>
                <a:lnTo>
                  <a:pt x="255954" y="96083"/>
                </a:lnTo>
                <a:lnTo>
                  <a:pt x="255738" y="95791"/>
                </a:lnTo>
                <a:lnTo>
                  <a:pt x="255529" y="95491"/>
                </a:lnTo>
                <a:lnTo>
                  <a:pt x="255328" y="95185"/>
                </a:lnTo>
                <a:lnTo>
                  <a:pt x="255135" y="94871"/>
                </a:lnTo>
                <a:lnTo>
                  <a:pt x="254950" y="94551"/>
                </a:lnTo>
                <a:lnTo>
                  <a:pt x="254774" y="94223"/>
                </a:lnTo>
                <a:lnTo>
                  <a:pt x="254605" y="93889"/>
                </a:lnTo>
                <a:lnTo>
                  <a:pt x="254445" y="93547"/>
                </a:lnTo>
                <a:lnTo>
                  <a:pt x="254293" y="93198"/>
                </a:lnTo>
                <a:lnTo>
                  <a:pt x="254149" y="92843"/>
                </a:lnTo>
                <a:lnTo>
                  <a:pt x="254013" y="92480"/>
                </a:lnTo>
                <a:lnTo>
                  <a:pt x="253886" y="92110"/>
                </a:lnTo>
                <a:lnTo>
                  <a:pt x="253767" y="91733"/>
                </a:lnTo>
                <a:lnTo>
                  <a:pt x="253656" y="91349"/>
                </a:lnTo>
                <a:lnTo>
                  <a:pt x="253553" y="90958"/>
                </a:lnTo>
                <a:lnTo>
                  <a:pt x="253459" y="90560"/>
                </a:lnTo>
                <a:lnTo>
                  <a:pt x="253372" y="90155"/>
                </a:lnTo>
                <a:lnTo>
                  <a:pt x="253294" y="89743"/>
                </a:lnTo>
                <a:lnTo>
                  <a:pt x="253224" y="89324"/>
                </a:lnTo>
                <a:lnTo>
                  <a:pt x="253163" y="88898"/>
                </a:lnTo>
                <a:lnTo>
                  <a:pt x="253109" y="88464"/>
                </a:lnTo>
                <a:lnTo>
                  <a:pt x="253064" y="88024"/>
                </a:lnTo>
                <a:lnTo>
                  <a:pt x="253027" y="87577"/>
                </a:lnTo>
                <a:lnTo>
                  <a:pt x="252998" y="87122"/>
                </a:lnTo>
                <a:lnTo>
                  <a:pt x="252978" y="86661"/>
                </a:lnTo>
                <a:lnTo>
                  <a:pt x="252966" y="86193"/>
                </a:lnTo>
                <a:lnTo>
                  <a:pt x="252961" y="85717"/>
                </a:lnTo>
                <a:lnTo>
                  <a:pt x="252961" y="40745"/>
                </a:lnTo>
                <a:lnTo>
                  <a:pt x="292016" y="40745"/>
                </a:lnTo>
                <a:lnTo>
                  <a:pt x="292016" y="27558"/>
                </a:lnTo>
                <a:lnTo>
                  <a:pt x="252961" y="27558"/>
                </a:lnTo>
                <a:lnTo>
                  <a:pt x="252961" y="0"/>
                </a:lnTo>
                <a:lnTo>
                  <a:pt x="242479" y="0"/>
                </a:lnTo>
                <a:lnTo>
                  <a:pt x="236562" y="27558"/>
                </a:lnTo>
                <a:lnTo>
                  <a:pt x="211033" y="27558"/>
                </a:lnTo>
                <a:lnTo>
                  <a:pt x="211033" y="40745"/>
                </a:lnTo>
                <a:lnTo>
                  <a:pt x="236055" y="40745"/>
                </a:lnTo>
                <a:lnTo>
                  <a:pt x="236055" y="87070"/>
                </a:lnTo>
                <a:lnTo>
                  <a:pt x="236070" y="88323"/>
                </a:lnTo>
                <a:lnTo>
                  <a:pt x="236117" y="89547"/>
                </a:lnTo>
                <a:lnTo>
                  <a:pt x="236195" y="90742"/>
                </a:lnTo>
                <a:lnTo>
                  <a:pt x="236304" y="91907"/>
                </a:lnTo>
                <a:lnTo>
                  <a:pt x="236444" y="93043"/>
                </a:lnTo>
                <a:lnTo>
                  <a:pt x="236615" y="94149"/>
                </a:lnTo>
                <a:lnTo>
                  <a:pt x="236817" y="95226"/>
                </a:lnTo>
                <a:lnTo>
                  <a:pt x="237050" y="96274"/>
                </a:lnTo>
                <a:lnTo>
                  <a:pt x="237315" y="97293"/>
                </a:lnTo>
                <a:lnTo>
                  <a:pt x="237610" y="98282"/>
                </a:lnTo>
                <a:lnTo>
                  <a:pt x="237937" y="99242"/>
                </a:lnTo>
                <a:lnTo>
                  <a:pt x="238295" y="100172"/>
                </a:lnTo>
                <a:lnTo>
                  <a:pt x="238684" y="101073"/>
                </a:lnTo>
                <a:lnTo>
                  <a:pt x="239104" y="101945"/>
                </a:lnTo>
                <a:lnTo>
                  <a:pt x="239555" y="102788"/>
                </a:lnTo>
                <a:lnTo>
                  <a:pt x="240037" y="103601"/>
                </a:lnTo>
                <a:lnTo>
                  <a:pt x="240551" y="104384"/>
                </a:lnTo>
                <a:lnTo>
                  <a:pt x="241095" y="105139"/>
                </a:lnTo>
                <a:lnTo>
                  <a:pt x="241671" y="105864"/>
                </a:lnTo>
                <a:lnTo>
                  <a:pt x="242277" y="106559"/>
                </a:lnTo>
                <a:lnTo>
                  <a:pt x="242915" y="107226"/>
                </a:lnTo>
                <a:lnTo>
                  <a:pt x="243584" y="107862"/>
                </a:lnTo>
                <a:lnTo>
                  <a:pt x="244284" y="108470"/>
                </a:lnTo>
                <a:lnTo>
                  <a:pt x="245015" y="109048"/>
                </a:lnTo>
                <a:lnTo>
                  <a:pt x="245773" y="109586"/>
                </a:lnTo>
                <a:lnTo>
                  <a:pt x="246552" y="110101"/>
                </a:lnTo>
                <a:lnTo>
                  <a:pt x="247353" y="110594"/>
                </a:lnTo>
                <a:lnTo>
                  <a:pt x="248176" y="111063"/>
                </a:lnTo>
                <a:lnTo>
                  <a:pt x="249020" y="111509"/>
                </a:lnTo>
                <a:lnTo>
                  <a:pt x="249887" y="111933"/>
                </a:lnTo>
                <a:lnTo>
                  <a:pt x="250774" y="112334"/>
                </a:lnTo>
                <a:lnTo>
                  <a:pt x="251684" y="112711"/>
                </a:lnTo>
                <a:lnTo>
                  <a:pt x="252615" y="113066"/>
                </a:lnTo>
                <a:lnTo>
                  <a:pt x="253568" y="113398"/>
                </a:lnTo>
                <a:lnTo>
                  <a:pt x="254543" y="113707"/>
                </a:lnTo>
                <a:lnTo>
                  <a:pt x="255540" y="113994"/>
                </a:lnTo>
                <a:lnTo>
                  <a:pt x="256558" y="114257"/>
                </a:lnTo>
                <a:lnTo>
                  <a:pt x="257598" y="114497"/>
                </a:lnTo>
                <a:lnTo>
                  <a:pt x="258660" y="114715"/>
                </a:lnTo>
                <a:lnTo>
                  <a:pt x="259743" y="114909"/>
                </a:lnTo>
                <a:lnTo>
                  <a:pt x="260848" y="115081"/>
                </a:lnTo>
                <a:lnTo>
                  <a:pt x="261975" y="115230"/>
                </a:lnTo>
                <a:lnTo>
                  <a:pt x="263123" y="115356"/>
                </a:lnTo>
                <a:lnTo>
                  <a:pt x="264294" y="115459"/>
                </a:lnTo>
                <a:lnTo>
                  <a:pt x="265486" y="115539"/>
                </a:lnTo>
                <a:lnTo>
                  <a:pt x="266699" y="115596"/>
                </a:lnTo>
                <a:lnTo>
                  <a:pt x="267935" y="115630"/>
                </a:lnTo>
                <a:lnTo>
                  <a:pt x="269192" y="115642"/>
                </a:lnTo>
                <a:lnTo>
                  <a:pt x="269713" y="115640"/>
                </a:lnTo>
                <a:lnTo>
                  <a:pt x="270234" y="115633"/>
                </a:lnTo>
                <a:lnTo>
                  <a:pt x="270756" y="115621"/>
                </a:lnTo>
                <a:close/>
                <a:moveTo>
                  <a:pt x="451681" y="59350"/>
                </a:moveTo>
                <a:lnTo>
                  <a:pt x="451704" y="58906"/>
                </a:lnTo>
                <a:lnTo>
                  <a:pt x="451733" y="58463"/>
                </a:lnTo>
                <a:lnTo>
                  <a:pt x="451769" y="58022"/>
                </a:lnTo>
                <a:lnTo>
                  <a:pt x="451811" y="57582"/>
                </a:lnTo>
                <a:lnTo>
                  <a:pt x="451859" y="57145"/>
                </a:lnTo>
                <a:lnTo>
                  <a:pt x="451914" y="56709"/>
                </a:lnTo>
                <a:lnTo>
                  <a:pt x="451975" y="56275"/>
                </a:lnTo>
                <a:lnTo>
                  <a:pt x="452043" y="55842"/>
                </a:lnTo>
                <a:lnTo>
                  <a:pt x="452117" y="55412"/>
                </a:lnTo>
                <a:lnTo>
                  <a:pt x="452198" y="54983"/>
                </a:lnTo>
                <a:lnTo>
                  <a:pt x="452285" y="54556"/>
                </a:lnTo>
                <a:lnTo>
                  <a:pt x="452379" y="54131"/>
                </a:lnTo>
                <a:lnTo>
                  <a:pt x="452479" y="53707"/>
                </a:lnTo>
                <a:lnTo>
                  <a:pt x="452585" y="53285"/>
                </a:lnTo>
                <a:lnTo>
                  <a:pt x="452698" y="52865"/>
                </a:lnTo>
                <a:lnTo>
                  <a:pt x="452818" y="52447"/>
                </a:lnTo>
                <a:lnTo>
                  <a:pt x="452944" y="52030"/>
                </a:lnTo>
                <a:lnTo>
                  <a:pt x="453076" y="51616"/>
                </a:lnTo>
                <a:lnTo>
                  <a:pt x="453215" y="51203"/>
                </a:lnTo>
                <a:lnTo>
                  <a:pt x="453360" y="50791"/>
                </a:lnTo>
                <a:lnTo>
                  <a:pt x="453512" y="50382"/>
                </a:lnTo>
                <a:lnTo>
                  <a:pt x="453670" y="49976"/>
                </a:lnTo>
                <a:lnTo>
                  <a:pt x="453835" y="49577"/>
                </a:lnTo>
                <a:lnTo>
                  <a:pt x="454006" y="49183"/>
                </a:lnTo>
                <a:lnTo>
                  <a:pt x="454184" y="48795"/>
                </a:lnTo>
                <a:lnTo>
                  <a:pt x="454368" y="48412"/>
                </a:lnTo>
                <a:lnTo>
                  <a:pt x="454558" y="48036"/>
                </a:lnTo>
                <a:lnTo>
                  <a:pt x="454755" y="47666"/>
                </a:lnTo>
                <a:lnTo>
                  <a:pt x="454959" y="47301"/>
                </a:lnTo>
                <a:lnTo>
                  <a:pt x="455168" y="46943"/>
                </a:lnTo>
                <a:lnTo>
                  <a:pt x="455385" y="46590"/>
                </a:lnTo>
                <a:lnTo>
                  <a:pt x="455607" y="46243"/>
                </a:lnTo>
                <a:lnTo>
                  <a:pt x="455837" y="45902"/>
                </a:lnTo>
                <a:lnTo>
                  <a:pt x="456072" y="45567"/>
                </a:lnTo>
                <a:lnTo>
                  <a:pt x="456315" y="45237"/>
                </a:lnTo>
                <a:lnTo>
                  <a:pt x="456563" y="44914"/>
                </a:lnTo>
                <a:lnTo>
                  <a:pt x="456818" y="44596"/>
                </a:lnTo>
                <a:lnTo>
                  <a:pt x="457080" y="44284"/>
                </a:lnTo>
                <a:lnTo>
                  <a:pt x="457348" y="43979"/>
                </a:lnTo>
                <a:lnTo>
                  <a:pt x="457622" y="43679"/>
                </a:lnTo>
                <a:lnTo>
                  <a:pt x="457903" y="43385"/>
                </a:lnTo>
                <a:lnTo>
                  <a:pt x="458190" y="43096"/>
                </a:lnTo>
                <a:lnTo>
                  <a:pt x="458484" y="42814"/>
                </a:lnTo>
                <a:lnTo>
                  <a:pt x="458785" y="42537"/>
                </a:lnTo>
                <a:lnTo>
                  <a:pt x="459091" y="42267"/>
                </a:lnTo>
                <a:lnTo>
                  <a:pt x="459418" y="42005"/>
                </a:lnTo>
                <a:lnTo>
                  <a:pt x="459751" y="41754"/>
                </a:lnTo>
                <a:lnTo>
                  <a:pt x="460090" y="41514"/>
                </a:lnTo>
                <a:lnTo>
                  <a:pt x="460434" y="41285"/>
                </a:lnTo>
                <a:lnTo>
                  <a:pt x="460785" y="41068"/>
                </a:lnTo>
                <a:lnTo>
                  <a:pt x="461141" y="40861"/>
                </a:lnTo>
                <a:lnTo>
                  <a:pt x="461503" y="40666"/>
                </a:lnTo>
                <a:lnTo>
                  <a:pt x="461871" y="40482"/>
                </a:lnTo>
                <a:lnTo>
                  <a:pt x="462245" y="40309"/>
                </a:lnTo>
                <a:lnTo>
                  <a:pt x="462625" y="40148"/>
                </a:lnTo>
                <a:lnTo>
                  <a:pt x="463011" y="39997"/>
                </a:lnTo>
                <a:lnTo>
                  <a:pt x="463402" y="39858"/>
                </a:lnTo>
                <a:lnTo>
                  <a:pt x="463800" y="39729"/>
                </a:lnTo>
                <a:lnTo>
                  <a:pt x="464203" y="39612"/>
                </a:lnTo>
                <a:lnTo>
                  <a:pt x="464612" y="39506"/>
                </a:lnTo>
                <a:lnTo>
                  <a:pt x="465027" y="39411"/>
                </a:lnTo>
                <a:lnTo>
                  <a:pt x="465448" y="39328"/>
                </a:lnTo>
                <a:lnTo>
                  <a:pt x="465875" y="39255"/>
                </a:lnTo>
                <a:lnTo>
                  <a:pt x="466308" y="39194"/>
                </a:lnTo>
                <a:lnTo>
                  <a:pt x="466746" y="39144"/>
                </a:lnTo>
                <a:lnTo>
                  <a:pt x="467191" y="39105"/>
                </a:lnTo>
                <a:lnTo>
                  <a:pt x="467641" y="39077"/>
                </a:lnTo>
                <a:lnTo>
                  <a:pt x="468097" y="39060"/>
                </a:lnTo>
                <a:lnTo>
                  <a:pt x="468559" y="39055"/>
                </a:lnTo>
                <a:lnTo>
                  <a:pt x="469034" y="39059"/>
                </a:lnTo>
                <a:lnTo>
                  <a:pt x="469502" y="39072"/>
                </a:lnTo>
                <a:lnTo>
                  <a:pt x="469962" y="39094"/>
                </a:lnTo>
                <a:lnTo>
                  <a:pt x="470414" y="39125"/>
                </a:lnTo>
                <a:lnTo>
                  <a:pt x="470859" y="39165"/>
                </a:lnTo>
                <a:lnTo>
                  <a:pt x="471296" y="39213"/>
                </a:lnTo>
                <a:lnTo>
                  <a:pt x="471725" y="39270"/>
                </a:lnTo>
                <a:lnTo>
                  <a:pt x="472147" y="39336"/>
                </a:lnTo>
                <a:lnTo>
                  <a:pt x="472561" y="39411"/>
                </a:lnTo>
                <a:lnTo>
                  <a:pt x="472968" y="39495"/>
                </a:lnTo>
                <a:lnTo>
                  <a:pt x="473367" y="39587"/>
                </a:lnTo>
                <a:lnTo>
                  <a:pt x="473758" y="39689"/>
                </a:lnTo>
                <a:lnTo>
                  <a:pt x="474141" y="39799"/>
                </a:lnTo>
                <a:lnTo>
                  <a:pt x="474517" y="39917"/>
                </a:lnTo>
                <a:lnTo>
                  <a:pt x="474886" y="40045"/>
                </a:lnTo>
                <a:lnTo>
                  <a:pt x="475247" y="40182"/>
                </a:lnTo>
                <a:lnTo>
                  <a:pt x="475600" y="40327"/>
                </a:lnTo>
                <a:lnTo>
                  <a:pt x="475945" y="40481"/>
                </a:lnTo>
                <a:lnTo>
                  <a:pt x="476283" y="40644"/>
                </a:lnTo>
                <a:lnTo>
                  <a:pt x="476613" y="40816"/>
                </a:lnTo>
                <a:lnTo>
                  <a:pt x="476936" y="40996"/>
                </a:lnTo>
                <a:lnTo>
                  <a:pt x="477251" y="41185"/>
                </a:lnTo>
                <a:lnTo>
                  <a:pt x="477558" y="41384"/>
                </a:lnTo>
                <a:lnTo>
                  <a:pt x="477858" y="41591"/>
                </a:lnTo>
                <a:lnTo>
                  <a:pt x="478164" y="41790"/>
                </a:lnTo>
                <a:lnTo>
                  <a:pt x="478464" y="41996"/>
                </a:lnTo>
                <a:lnTo>
                  <a:pt x="478756" y="42206"/>
                </a:lnTo>
                <a:lnTo>
                  <a:pt x="479041" y="42422"/>
                </a:lnTo>
                <a:lnTo>
                  <a:pt x="479319" y="42643"/>
                </a:lnTo>
                <a:lnTo>
                  <a:pt x="479591" y="42869"/>
                </a:lnTo>
                <a:lnTo>
                  <a:pt x="479855" y="43101"/>
                </a:lnTo>
                <a:lnTo>
                  <a:pt x="480112" y="43338"/>
                </a:lnTo>
                <a:lnTo>
                  <a:pt x="480362" y="43580"/>
                </a:lnTo>
                <a:lnTo>
                  <a:pt x="480605" y="43827"/>
                </a:lnTo>
                <a:lnTo>
                  <a:pt x="480841" y="44080"/>
                </a:lnTo>
                <a:lnTo>
                  <a:pt x="481070" y="44338"/>
                </a:lnTo>
                <a:lnTo>
                  <a:pt x="481292" y="44601"/>
                </a:lnTo>
                <a:lnTo>
                  <a:pt x="481507" y="44870"/>
                </a:lnTo>
                <a:lnTo>
                  <a:pt x="481715" y="45144"/>
                </a:lnTo>
                <a:lnTo>
                  <a:pt x="481915" y="45423"/>
                </a:lnTo>
                <a:lnTo>
                  <a:pt x="482109" y="45707"/>
                </a:lnTo>
                <a:lnTo>
                  <a:pt x="482296" y="45997"/>
                </a:lnTo>
                <a:lnTo>
                  <a:pt x="482475" y="46292"/>
                </a:lnTo>
                <a:lnTo>
                  <a:pt x="482648" y="46592"/>
                </a:lnTo>
                <a:lnTo>
                  <a:pt x="482814" y="46898"/>
                </a:lnTo>
                <a:lnTo>
                  <a:pt x="482972" y="47208"/>
                </a:lnTo>
                <a:lnTo>
                  <a:pt x="483123" y="47525"/>
                </a:lnTo>
                <a:lnTo>
                  <a:pt x="483268" y="47846"/>
                </a:lnTo>
                <a:lnTo>
                  <a:pt x="483420" y="48171"/>
                </a:lnTo>
                <a:lnTo>
                  <a:pt x="483565" y="48499"/>
                </a:lnTo>
                <a:lnTo>
                  <a:pt x="483704" y="48829"/>
                </a:lnTo>
                <a:lnTo>
                  <a:pt x="483836" y="49161"/>
                </a:lnTo>
                <a:lnTo>
                  <a:pt x="483962" y="49496"/>
                </a:lnTo>
                <a:lnTo>
                  <a:pt x="484082" y="49833"/>
                </a:lnTo>
                <a:lnTo>
                  <a:pt x="484195" y="50172"/>
                </a:lnTo>
                <a:lnTo>
                  <a:pt x="484301" y="50514"/>
                </a:lnTo>
                <a:lnTo>
                  <a:pt x="484401" y="50858"/>
                </a:lnTo>
                <a:lnTo>
                  <a:pt x="484495" y="51204"/>
                </a:lnTo>
                <a:lnTo>
                  <a:pt x="484582" y="51553"/>
                </a:lnTo>
                <a:lnTo>
                  <a:pt x="484663" y="51904"/>
                </a:lnTo>
                <a:lnTo>
                  <a:pt x="484737" y="52257"/>
                </a:lnTo>
                <a:lnTo>
                  <a:pt x="484805" y="52613"/>
                </a:lnTo>
                <a:lnTo>
                  <a:pt x="484866" y="52971"/>
                </a:lnTo>
                <a:lnTo>
                  <a:pt x="484921" y="53331"/>
                </a:lnTo>
                <a:lnTo>
                  <a:pt x="484969" y="53694"/>
                </a:lnTo>
                <a:lnTo>
                  <a:pt x="485011" y="54059"/>
                </a:lnTo>
                <a:lnTo>
                  <a:pt x="485047" y="54427"/>
                </a:lnTo>
                <a:lnTo>
                  <a:pt x="485076" y="54797"/>
                </a:lnTo>
                <a:lnTo>
                  <a:pt x="485099" y="55169"/>
                </a:lnTo>
                <a:lnTo>
                  <a:pt x="485115" y="55543"/>
                </a:lnTo>
                <a:lnTo>
                  <a:pt x="485124" y="55920"/>
                </a:lnTo>
                <a:lnTo>
                  <a:pt x="485128" y="56299"/>
                </a:lnTo>
                <a:lnTo>
                  <a:pt x="485128" y="59850"/>
                </a:lnTo>
                <a:lnTo>
                  <a:pt x="499498" y="59850"/>
                </a:lnTo>
                <a:lnTo>
                  <a:pt x="499526" y="59668"/>
                </a:lnTo>
                <a:lnTo>
                  <a:pt x="499552" y="59488"/>
                </a:lnTo>
                <a:lnTo>
                  <a:pt x="499578" y="59311"/>
                </a:lnTo>
                <a:lnTo>
                  <a:pt x="499602" y="59136"/>
                </a:lnTo>
                <a:lnTo>
                  <a:pt x="499625" y="58963"/>
                </a:lnTo>
                <a:lnTo>
                  <a:pt x="499646" y="58793"/>
                </a:lnTo>
                <a:lnTo>
                  <a:pt x="499667" y="58625"/>
                </a:lnTo>
                <a:lnTo>
                  <a:pt x="499686" y="58460"/>
                </a:lnTo>
                <a:lnTo>
                  <a:pt x="499704" y="58296"/>
                </a:lnTo>
                <a:lnTo>
                  <a:pt x="499721" y="58136"/>
                </a:lnTo>
                <a:lnTo>
                  <a:pt x="499737" y="57977"/>
                </a:lnTo>
                <a:lnTo>
                  <a:pt x="499752" y="57821"/>
                </a:lnTo>
                <a:lnTo>
                  <a:pt x="499765" y="57667"/>
                </a:lnTo>
                <a:lnTo>
                  <a:pt x="499778" y="57516"/>
                </a:lnTo>
                <a:lnTo>
                  <a:pt x="499789" y="57367"/>
                </a:lnTo>
                <a:lnTo>
                  <a:pt x="499799" y="57220"/>
                </a:lnTo>
                <a:lnTo>
                  <a:pt x="499808" y="57075"/>
                </a:lnTo>
                <a:lnTo>
                  <a:pt x="499815" y="56933"/>
                </a:lnTo>
                <a:lnTo>
                  <a:pt x="499822" y="56794"/>
                </a:lnTo>
                <a:lnTo>
                  <a:pt x="499827" y="56656"/>
                </a:lnTo>
                <a:lnTo>
                  <a:pt x="499831" y="56521"/>
                </a:lnTo>
                <a:lnTo>
                  <a:pt x="499834" y="56389"/>
                </a:lnTo>
                <a:lnTo>
                  <a:pt x="499836" y="56258"/>
                </a:lnTo>
                <a:lnTo>
                  <a:pt x="499836" y="56130"/>
                </a:lnTo>
                <a:lnTo>
                  <a:pt x="499850" y="55989"/>
                </a:lnTo>
                <a:lnTo>
                  <a:pt x="499863" y="55847"/>
                </a:lnTo>
                <a:lnTo>
                  <a:pt x="499876" y="55705"/>
                </a:lnTo>
                <a:lnTo>
                  <a:pt x="499888" y="55562"/>
                </a:lnTo>
                <a:lnTo>
                  <a:pt x="499900" y="55419"/>
                </a:lnTo>
                <a:lnTo>
                  <a:pt x="499910" y="55274"/>
                </a:lnTo>
                <a:lnTo>
                  <a:pt x="499921" y="55130"/>
                </a:lnTo>
                <a:lnTo>
                  <a:pt x="499930" y="54984"/>
                </a:lnTo>
                <a:lnTo>
                  <a:pt x="499940" y="54839"/>
                </a:lnTo>
                <a:lnTo>
                  <a:pt x="499948" y="54692"/>
                </a:lnTo>
                <a:lnTo>
                  <a:pt x="499956" y="54545"/>
                </a:lnTo>
                <a:lnTo>
                  <a:pt x="499963" y="54397"/>
                </a:lnTo>
                <a:lnTo>
                  <a:pt x="499970" y="54249"/>
                </a:lnTo>
                <a:lnTo>
                  <a:pt x="499976" y="54100"/>
                </a:lnTo>
                <a:lnTo>
                  <a:pt x="499982" y="53951"/>
                </a:lnTo>
                <a:lnTo>
                  <a:pt x="499987" y="53801"/>
                </a:lnTo>
                <a:lnTo>
                  <a:pt x="499991" y="53650"/>
                </a:lnTo>
                <a:lnTo>
                  <a:pt x="499995" y="53499"/>
                </a:lnTo>
                <a:lnTo>
                  <a:pt x="499998" y="53347"/>
                </a:lnTo>
                <a:lnTo>
                  <a:pt x="500001" y="53195"/>
                </a:lnTo>
                <a:lnTo>
                  <a:pt x="500003" y="53042"/>
                </a:lnTo>
                <a:lnTo>
                  <a:pt x="500004" y="52889"/>
                </a:lnTo>
                <a:lnTo>
                  <a:pt x="500005" y="52735"/>
                </a:lnTo>
                <a:lnTo>
                  <a:pt x="500006" y="52580"/>
                </a:lnTo>
                <a:lnTo>
                  <a:pt x="499994" y="51615"/>
                </a:lnTo>
                <a:lnTo>
                  <a:pt x="499957" y="50665"/>
                </a:lnTo>
                <a:lnTo>
                  <a:pt x="499897" y="49730"/>
                </a:lnTo>
                <a:lnTo>
                  <a:pt x="499813" y="48809"/>
                </a:lnTo>
                <a:lnTo>
                  <a:pt x="499705" y="47903"/>
                </a:lnTo>
                <a:lnTo>
                  <a:pt x="499572" y="47011"/>
                </a:lnTo>
                <a:lnTo>
                  <a:pt x="499416" y="46134"/>
                </a:lnTo>
                <a:lnTo>
                  <a:pt x="499235" y="45272"/>
                </a:lnTo>
                <a:lnTo>
                  <a:pt x="499031" y="44425"/>
                </a:lnTo>
                <a:lnTo>
                  <a:pt x="498802" y="43592"/>
                </a:lnTo>
                <a:lnTo>
                  <a:pt x="498549" y="42774"/>
                </a:lnTo>
                <a:lnTo>
                  <a:pt x="498273" y="41971"/>
                </a:lnTo>
                <a:lnTo>
                  <a:pt x="497972" y="41182"/>
                </a:lnTo>
                <a:lnTo>
                  <a:pt x="497647" y="40408"/>
                </a:lnTo>
                <a:lnTo>
                  <a:pt x="497298" y="39649"/>
                </a:lnTo>
                <a:lnTo>
                  <a:pt x="496925" y="38904"/>
                </a:lnTo>
                <a:lnTo>
                  <a:pt x="496528" y="38174"/>
                </a:lnTo>
                <a:lnTo>
                  <a:pt x="496106" y="37459"/>
                </a:lnTo>
                <a:lnTo>
                  <a:pt x="495661" y="36758"/>
                </a:lnTo>
                <a:lnTo>
                  <a:pt x="495192" y="36072"/>
                </a:lnTo>
                <a:lnTo>
                  <a:pt x="494698" y="35401"/>
                </a:lnTo>
                <a:lnTo>
                  <a:pt x="494181" y="34744"/>
                </a:lnTo>
                <a:lnTo>
                  <a:pt x="493639" y="34103"/>
                </a:lnTo>
                <a:lnTo>
                  <a:pt x="493074" y="33475"/>
                </a:lnTo>
                <a:lnTo>
                  <a:pt x="492500" y="32855"/>
                </a:lnTo>
                <a:lnTo>
                  <a:pt x="491906" y="32260"/>
                </a:lnTo>
                <a:lnTo>
                  <a:pt x="491291" y="31692"/>
                </a:lnTo>
                <a:lnTo>
                  <a:pt x="490655" y="31151"/>
                </a:lnTo>
                <a:lnTo>
                  <a:pt x="489999" y="30635"/>
                </a:lnTo>
                <a:lnTo>
                  <a:pt x="489323" y="30147"/>
                </a:lnTo>
                <a:lnTo>
                  <a:pt x="488625" y="29684"/>
                </a:lnTo>
                <a:lnTo>
                  <a:pt x="487908" y="29249"/>
                </a:lnTo>
                <a:lnTo>
                  <a:pt x="487170" y="28839"/>
                </a:lnTo>
                <a:lnTo>
                  <a:pt x="486411" y="28456"/>
                </a:lnTo>
                <a:lnTo>
                  <a:pt x="485632" y="28099"/>
                </a:lnTo>
                <a:lnTo>
                  <a:pt x="484832" y="27769"/>
                </a:lnTo>
                <a:lnTo>
                  <a:pt x="484011" y="27465"/>
                </a:lnTo>
                <a:lnTo>
                  <a:pt x="483170" y="27188"/>
                </a:lnTo>
                <a:lnTo>
                  <a:pt x="482309" y="26937"/>
                </a:lnTo>
                <a:lnTo>
                  <a:pt x="481427" y="26713"/>
                </a:lnTo>
                <a:lnTo>
                  <a:pt x="480524" y="26514"/>
                </a:lnTo>
                <a:lnTo>
                  <a:pt x="479601" y="26343"/>
                </a:lnTo>
                <a:lnTo>
                  <a:pt x="478658" y="26197"/>
                </a:lnTo>
                <a:lnTo>
                  <a:pt x="477693" y="26079"/>
                </a:lnTo>
                <a:lnTo>
                  <a:pt x="476709" y="25986"/>
                </a:lnTo>
                <a:lnTo>
                  <a:pt x="475703" y="25920"/>
                </a:lnTo>
                <a:lnTo>
                  <a:pt x="474677" y="25880"/>
                </a:lnTo>
                <a:lnTo>
                  <a:pt x="473631" y="25867"/>
                </a:lnTo>
                <a:lnTo>
                  <a:pt x="472944" y="25874"/>
                </a:lnTo>
                <a:lnTo>
                  <a:pt x="472263" y="25894"/>
                </a:lnTo>
                <a:lnTo>
                  <a:pt x="471589" y="25928"/>
                </a:lnTo>
                <a:lnTo>
                  <a:pt x="470921" y="25975"/>
                </a:lnTo>
                <a:lnTo>
                  <a:pt x="470260" y="26036"/>
                </a:lnTo>
                <a:lnTo>
                  <a:pt x="469605" y="26110"/>
                </a:lnTo>
                <a:lnTo>
                  <a:pt x="468957" y="26198"/>
                </a:lnTo>
                <a:lnTo>
                  <a:pt x="468315" y="26299"/>
                </a:lnTo>
                <a:lnTo>
                  <a:pt x="467679" y="26414"/>
                </a:lnTo>
                <a:lnTo>
                  <a:pt x="467050" y="26542"/>
                </a:lnTo>
                <a:lnTo>
                  <a:pt x="466428" y="26684"/>
                </a:lnTo>
                <a:lnTo>
                  <a:pt x="465812" y="26839"/>
                </a:lnTo>
                <a:lnTo>
                  <a:pt x="465202" y="27008"/>
                </a:lnTo>
                <a:lnTo>
                  <a:pt x="464599" y="27190"/>
                </a:lnTo>
                <a:lnTo>
                  <a:pt x="464002" y="27386"/>
                </a:lnTo>
                <a:lnTo>
                  <a:pt x="463412" y="27596"/>
                </a:lnTo>
                <a:lnTo>
                  <a:pt x="462828" y="27818"/>
                </a:lnTo>
                <a:lnTo>
                  <a:pt x="462251" y="28055"/>
                </a:lnTo>
                <a:lnTo>
                  <a:pt x="461680" y="28304"/>
                </a:lnTo>
                <a:lnTo>
                  <a:pt x="461115" y="28568"/>
                </a:lnTo>
                <a:lnTo>
                  <a:pt x="460557" y="28844"/>
                </a:lnTo>
                <a:lnTo>
                  <a:pt x="460006" y="29135"/>
                </a:lnTo>
                <a:lnTo>
                  <a:pt x="459461" y="29439"/>
                </a:lnTo>
                <a:lnTo>
                  <a:pt x="458922" y="29756"/>
                </a:lnTo>
                <a:lnTo>
                  <a:pt x="458407" y="30071"/>
                </a:lnTo>
                <a:lnTo>
                  <a:pt x="457902" y="30397"/>
                </a:lnTo>
                <a:lnTo>
                  <a:pt x="457409" y="30733"/>
                </a:lnTo>
                <a:lnTo>
                  <a:pt x="456926" y="31080"/>
                </a:lnTo>
                <a:lnTo>
                  <a:pt x="456455" y="31438"/>
                </a:lnTo>
                <a:lnTo>
                  <a:pt x="455995" y="31806"/>
                </a:lnTo>
                <a:lnTo>
                  <a:pt x="455546" y="32184"/>
                </a:lnTo>
                <a:lnTo>
                  <a:pt x="455109" y="32574"/>
                </a:lnTo>
                <a:lnTo>
                  <a:pt x="454682" y="32973"/>
                </a:lnTo>
                <a:lnTo>
                  <a:pt x="454267" y="33384"/>
                </a:lnTo>
                <a:lnTo>
                  <a:pt x="453863" y="33805"/>
                </a:lnTo>
                <a:lnTo>
                  <a:pt x="453470" y="34236"/>
                </a:lnTo>
                <a:lnTo>
                  <a:pt x="453088" y="34678"/>
                </a:lnTo>
                <a:lnTo>
                  <a:pt x="452717" y="35131"/>
                </a:lnTo>
                <a:lnTo>
                  <a:pt x="452358" y="35594"/>
                </a:lnTo>
                <a:lnTo>
                  <a:pt x="452009" y="36068"/>
                </a:lnTo>
                <a:lnTo>
                  <a:pt x="451672" y="36552"/>
                </a:lnTo>
                <a:lnTo>
                  <a:pt x="451346" y="37047"/>
                </a:lnTo>
                <a:lnTo>
                  <a:pt x="451031" y="37552"/>
                </a:lnTo>
                <a:lnTo>
                  <a:pt x="450727" y="38068"/>
                </a:lnTo>
                <a:lnTo>
                  <a:pt x="450435" y="38595"/>
                </a:lnTo>
                <a:lnTo>
                  <a:pt x="450153" y="39132"/>
                </a:lnTo>
                <a:lnTo>
                  <a:pt x="449883" y="39680"/>
                </a:lnTo>
                <a:lnTo>
                  <a:pt x="449624" y="40238"/>
                </a:lnTo>
                <a:lnTo>
                  <a:pt x="448778" y="27558"/>
                </a:lnTo>
                <a:lnTo>
                  <a:pt x="413274" y="27558"/>
                </a:lnTo>
                <a:lnTo>
                  <a:pt x="413274" y="40745"/>
                </a:lnTo>
                <a:lnTo>
                  <a:pt x="435084" y="40745"/>
                </a:lnTo>
                <a:lnTo>
                  <a:pt x="435084" y="100933"/>
                </a:lnTo>
                <a:lnTo>
                  <a:pt x="412429" y="100933"/>
                </a:lnTo>
                <a:lnTo>
                  <a:pt x="412429" y="113951"/>
                </a:lnTo>
                <a:lnTo>
                  <a:pt x="435084" y="113951"/>
                </a:lnTo>
                <a:lnTo>
                  <a:pt x="451652" y="113951"/>
                </a:lnTo>
                <a:lnTo>
                  <a:pt x="490369" y="113951"/>
                </a:lnTo>
                <a:lnTo>
                  <a:pt x="490369" y="100933"/>
                </a:lnTo>
                <a:lnTo>
                  <a:pt x="451652" y="100933"/>
                </a:lnTo>
                <a:lnTo>
                  <a:pt x="451652" y="60695"/>
                </a:lnTo>
                <a:lnTo>
                  <a:pt x="451656" y="60245"/>
                </a:lnTo>
                <a:lnTo>
                  <a:pt x="451665" y="59797"/>
                </a:lnTo>
                <a:lnTo>
                  <a:pt x="451681" y="59350"/>
                </a:lnTo>
                <a:close/>
                <a:moveTo>
                  <a:pt x="155894" y="115529"/>
                </a:moveTo>
                <a:lnTo>
                  <a:pt x="156816" y="115466"/>
                </a:lnTo>
                <a:lnTo>
                  <a:pt x="157726" y="115388"/>
                </a:lnTo>
                <a:lnTo>
                  <a:pt x="158626" y="115297"/>
                </a:lnTo>
                <a:lnTo>
                  <a:pt x="159515" y="115191"/>
                </a:lnTo>
                <a:lnTo>
                  <a:pt x="160392" y="115071"/>
                </a:lnTo>
                <a:lnTo>
                  <a:pt x="161258" y="114937"/>
                </a:lnTo>
                <a:lnTo>
                  <a:pt x="162113" y="114790"/>
                </a:lnTo>
                <a:lnTo>
                  <a:pt x="162957" y="114628"/>
                </a:lnTo>
                <a:lnTo>
                  <a:pt x="163790" y="114451"/>
                </a:lnTo>
                <a:lnTo>
                  <a:pt x="164611" y="114261"/>
                </a:lnTo>
                <a:lnTo>
                  <a:pt x="165422" y="114057"/>
                </a:lnTo>
                <a:lnTo>
                  <a:pt x="166221" y="113839"/>
                </a:lnTo>
                <a:lnTo>
                  <a:pt x="167009" y="113606"/>
                </a:lnTo>
                <a:lnTo>
                  <a:pt x="167786" y="113360"/>
                </a:lnTo>
                <a:lnTo>
                  <a:pt x="168552" y="113099"/>
                </a:lnTo>
                <a:lnTo>
                  <a:pt x="169306" y="112824"/>
                </a:lnTo>
                <a:lnTo>
                  <a:pt x="170050" y="112535"/>
                </a:lnTo>
                <a:lnTo>
                  <a:pt x="170782" y="112232"/>
                </a:lnTo>
                <a:lnTo>
                  <a:pt x="171503" y="111915"/>
                </a:lnTo>
                <a:lnTo>
                  <a:pt x="172213" y="111584"/>
                </a:lnTo>
                <a:lnTo>
                  <a:pt x="172925" y="111240"/>
                </a:lnTo>
                <a:lnTo>
                  <a:pt x="173623" y="110885"/>
                </a:lnTo>
                <a:lnTo>
                  <a:pt x="174308" y="110517"/>
                </a:lnTo>
                <a:lnTo>
                  <a:pt x="174980" y="110138"/>
                </a:lnTo>
                <a:lnTo>
                  <a:pt x="175637" y="109747"/>
                </a:lnTo>
                <a:lnTo>
                  <a:pt x="176282" y="109344"/>
                </a:lnTo>
                <a:lnTo>
                  <a:pt x="176912" y="108930"/>
                </a:lnTo>
                <a:lnTo>
                  <a:pt x="177530" y="108504"/>
                </a:lnTo>
                <a:lnTo>
                  <a:pt x="178133" y="108066"/>
                </a:lnTo>
                <a:lnTo>
                  <a:pt x="178724" y="107616"/>
                </a:lnTo>
                <a:lnTo>
                  <a:pt x="179300" y="107155"/>
                </a:lnTo>
                <a:lnTo>
                  <a:pt x="179864" y="106681"/>
                </a:lnTo>
                <a:lnTo>
                  <a:pt x="180413" y="106196"/>
                </a:lnTo>
                <a:lnTo>
                  <a:pt x="180950" y="105700"/>
                </a:lnTo>
                <a:lnTo>
                  <a:pt x="181472" y="105191"/>
                </a:lnTo>
                <a:lnTo>
                  <a:pt x="181982" y="104671"/>
                </a:lnTo>
                <a:lnTo>
                  <a:pt x="182477" y="104139"/>
                </a:lnTo>
                <a:lnTo>
                  <a:pt x="182960" y="103596"/>
                </a:lnTo>
                <a:lnTo>
                  <a:pt x="183428" y="103041"/>
                </a:lnTo>
                <a:lnTo>
                  <a:pt x="183884" y="102473"/>
                </a:lnTo>
                <a:lnTo>
                  <a:pt x="184325" y="101895"/>
                </a:lnTo>
                <a:lnTo>
                  <a:pt x="184754" y="101304"/>
                </a:lnTo>
                <a:lnTo>
                  <a:pt x="185168" y="100702"/>
                </a:lnTo>
                <a:lnTo>
                  <a:pt x="185570" y="100088"/>
                </a:lnTo>
                <a:lnTo>
                  <a:pt x="185970" y="99449"/>
                </a:lnTo>
                <a:lnTo>
                  <a:pt x="186353" y="98801"/>
                </a:lnTo>
                <a:lnTo>
                  <a:pt x="186719" y="98143"/>
                </a:lnTo>
                <a:lnTo>
                  <a:pt x="187068" y="97477"/>
                </a:lnTo>
                <a:lnTo>
                  <a:pt x="187400" y="96800"/>
                </a:lnTo>
                <a:lnTo>
                  <a:pt x="187715" y="96115"/>
                </a:lnTo>
                <a:lnTo>
                  <a:pt x="188013" y="95420"/>
                </a:lnTo>
                <a:lnTo>
                  <a:pt x="188294" y="94715"/>
                </a:lnTo>
                <a:lnTo>
                  <a:pt x="188557" y="94001"/>
                </a:lnTo>
                <a:lnTo>
                  <a:pt x="188804" y="93278"/>
                </a:lnTo>
                <a:lnTo>
                  <a:pt x="189034" y="92545"/>
                </a:lnTo>
                <a:lnTo>
                  <a:pt x="189247" y="91803"/>
                </a:lnTo>
                <a:lnTo>
                  <a:pt x="189443" y="91052"/>
                </a:lnTo>
                <a:lnTo>
                  <a:pt x="189621" y="90291"/>
                </a:lnTo>
                <a:lnTo>
                  <a:pt x="189783" y="89521"/>
                </a:lnTo>
                <a:lnTo>
                  <a:pt x="189928" y="88741"/>
                </a:lnTo>
                <a:lnTo>
                  <a:pt x="190056" y="87952"/>
                </a:lnTo>
                <a:lnTo>
                  <a:pt x="190166" y="87154"/>
                </a:lnTo>
                <a:lnTo>
                  <a:pt x="190260" y="86346"/>
                </a:lnTo>
                <a:lnTo>
                  <a:pt x="190336" y="85529"/>
                </a:lnTo>
                <a:lnTo>
                  <a:pt x="190396" y="84703"/>
                </a:lnTo>
                <a:lnTo>
                  <a:pt x="190439" y="83867"/>
                </a:lnTo>
                <a:lnTo>
                  <a:pt x="190464" y="83021"/>
                </a:lnTo>
                <a:lnTo>
                  <a:pt x="190473" y="82167"/>
                </a:lnTo>
                <a:lnTo>
                  <a:pt x="174580" y="82167"/>
                </a:lnTo>
                <a:lnTo>
                  <a:pt x="174570" y="83072"/>
                </a:lnTo>
                <a:lnTo>
                  <a:pt x="174540" y="83958"/>
                </a:lnTo>
                <a:lnTo>
                  <a:pt x="174491" y="84824"/>
                </a:lnTo>
                <a:lnTo>
                  <a:pt x="174421" y="85670"/>
                </a:lnTo>
                <a:lnTo>
                  <a:pt x="174331" y="86496"/>
                </a:lnTo>
                <a:lnTo>
                  <a:pt x="174221" y="87302"/>
                </a:lnTo>
                <a:lnTo>
                  <a:pt x="174091" y="88088"/>
                </a:lnTo>
                <a:lnTo>
                  <a:pt x="173942" y="88854"/>
                </a:lnTo>
                <a:lnTo>
                  <a:pt x="173772" y="89600"/>
                </a:lnTo>
                <a:lnTo>
                  <a:pt x="173582" y="90326"/>
                </a:lnTo>
                <a:lnTo>
                  <a:pt x="173373" y="91033"/>
                </a:lnTo>
                <a:lnTo>
                  <a:pt x="173143" y="91719"/>
                </a:lnTo>
                <a:lnTo>
                  <a:pt x="172894" y="92385"/>
                </a:lnTo>
                <a:lnTo>
                  <a:pt x="172624" y="93032"/>
                </a:lnTo>
                <a:lnTo>
                  <a:pt x="172335" y="93658"/>
                </a:lnTo>
                <a:lnTo>
                  <a:pt x="172026" y="94264"/>
                </a:lnTo>
                <a:lnTo>
                  <a:pt x="171696" y="94851"/>
                </a:lnTo>
                <a:lnTo>
                  <a:pt x="171347" y="95417"/>
                </a:lnTo>
                <a:lnTo>
                  <a:pt x="170978" y="95964"/>
                </a:lnTo>
                <a:lnTo>
                  <a:pt x="170588" y="96490"/>
                </a:lnTo>
                <a:lnTo>
                  <a:pt x="170179" y="96997"/>
                </a:lnTo>
                <a:lnTo>
                  <a:pt x="169750" y="97484"/>
                </a:lnTo>
                <a:lnTo>
                  <a:pt x="169301" y="97950"/>
                </a:lnTo>
                <a:lnTo>
                  <a:pt x="168832" y="98397"/>
                </a:lnTo>
                <a:lnTo>
                  <a:pt x="168358" y="98825"/>
                </a:lnTo>
                <a:lnTo>
                  <a:pt x="167866" y="99234"/>
                </a:lnTo>
                <a:lnTo>
                  <a:pt x="167355" y="99625"/>
                </a:lnTo>
                <a:lnTo>
                  <a:pt x="166827" y="99999"/>
                </a:lnTo>
                <a:lnTo>
                  <a:pt x="166280" y="100353"/>
                </a:lnTo>
                <a:lnTo>
                  <a:pt x="165715" y="100690"/>
                </a:lnTo>
                <a:lnTo>
                  <a:pt x="165132" y="101009"/>
                </a:lnTo>
                <a:lnTo>
                  <a:pt x="164530" y="101309"/>
                </a:lnTo>
                <a:lnTo>
                  <a:pt x="163911" y="101591"/>
                </a:lnTo>
                <a:lnTo>
                  <a:pt x="163273" y="101855"/>
                </a:lnTo>
                <a:lnTo>
                  <a:pt x="162617" y="102100"/>
                </a:lnTo>
                <a:lnTo>
                  <a:pt x="161943" y="102328"/>
                </a:lnTo>
                <a:lnTo>
                  <a:pt x="161250" y="102537"/>
                </a:lnTo>
                <a:lnTo>
                  <a:pt x="160540" y="102728"/>
                </a:lnTo>
                <a:lnTo>
                  <a:pt x="159811" y="102901"/>
                </a:lnTo>
                <a:lnTo>
                  <a:pt x="159064" y="103056"/>
                </a:lnTo>
                <a:lnTo>
                  <a:pt x="158299" y="103192"/>
                </a:lnTo>
                <a:lnTo>
                  <a:pt x="157515" y="103311"/>
                </a:lnTo>
                <a:lnTo>
                  <a:pt x="156714" y="103411"/>
                </a:lnTo>
                <a:lnTo>
                  <a:pt x="155894" y="103493"/>
                </a:lnTo>
                <a:lnTo>
                  <a:pt x="155056" y="103556"/>
                </a:lnTo>
                <a:lnTo>
                  <a:pt x="154200" y="103602"/>
                </a:lnTo>
                <a:lnTo>
                  <a:pt x="153325" y="103629"/>
                </a:lnTo>
                <a:lnTo>
                  <a:pt x="152433" y="103638"/>
                </a:lnTo>
                <a:lnTo>
                  <a:pt x="151621" y="103626"/>
                </a:lnTo>
                <a:lnTo>
                  <a:pt x="150822" y="103590"/>
                </a:lnTo>
                <a:lnTo>
                  <a:pt x="150034" y="103530"/>
                </a:lnTo>
                <a:lnTo>
                  <a:pt x="149258" y="103446"/>
                </a:lnTo>
                <a:lnTo>
                  <a:pt x="148493" y="103337"/>
                </a:lnTo>
                <a:lnTo>
                  <a:pt x="147741" y="103205"/>
                </a:lnTo>
                <a:lnTo>
                  <a:pt x="147000" y="103048"/>
                </a:lnTo>
                <a:lnTo>
                  <a:pt x="146271" y="102868"/>
                </a:lnTo>
                <a:lnTo>
                  <a:pt x="145554" y="102663"/>
                </a:lnTo>
                <a:lnTo>
                  <a:pt x="144848" y="102435"/>
                </a:lnTo>
                <a:lnTo>
                  <a:pt x="144154" y="102182"/>
                </a:lnTo>
                <a:lnTo>
                  <a:pt x="143472" y="101905"/>
                </a:lnTo>
                <a:lnTo>
                  <a:pt x="142802" y="101604"/>
                </a:lnTo>
                <a:lnTo>
                  <a:pt x="142143" y="101279"/>
                </a:lnTo>
                <a:lnTo>
                  <a:pt x="141496" y="100930"/>
                </a:lnTo>
                <a:lnTo>
                  <a:pt x="140861" y="100557"/>
                </a:lnTo>
                <a:lnTo>
                  <a:pt x="140237" y="100160"/>
                </a:lnTo>
                <a:lnTo>
                  <a:pt x="139626" y="99739"/>
                </a:lnTo>
                <a:lnTo>
                  <a:pt x="139026" y="99294"/>
                </a:lnTo>
                <a:lnTo>
                  <a:pt x="138438" y="98824"/>
                </a:lnTo>
                <a:lnTo>
                  <a:pt x="137861" y="98331"/>
                </a:lnTo>
                <a:lnTo>
                  <a:pt x="137296" y="97814"/>
                </a:lnTo>
                <a:lnTo>
                  <a:pt x="136743" y="97272"/>
                </a:lnTo>
                <a:lnTo>
                  <a:pt x="136202" y="96706"/>
                </a:lnTo>
                <a:lnTo>
                  <a:pt x="135678" y="96118"/>
                </a:lnTo>
                <a:lnTo>
                  <a:pt x="135176" y="95506"/>
                </a:lnTo>
                <a:lnTo>
                  <a:pt x="134696" y="94873"/>
                </a:lnTo>
                <a:lnTo>
                  <a:pt x="134239" y="94217"/>
                </a:lnTo>
                <a:lnTo>
                  <a:pt x="133804" y="93539"/>
                </a:lnTo>
                <a:lnTo>
                  <a:pt x="133391" y="92839"/>
                </a:lnTo>
                <a:lnTo>
                  <a:pt x="133001" y="92116"/>
                </a:lnTo>
                <a:lnTo>
                  <a:pt x="132633" y="91371"/>
                </a:lnTo>
                <a:lnTo>
                  <a:pt x="132287" y="90604"/>
                </a:lnTo>
                <a:lnTo>
                  <a:pt x="131964" y="89815"/>
                </a:lnTo>
                <a:lnTo>
                  <a:pt x="131663" y="89003"/>
                </a:lnTo>
                <a:lnTo>
                  <a:pt x="131384" y="88169"/>
                </a:lnTo>
                <a:lnTo>
                  <a:pt x="131127" y="87312"/>
                </a:lnTo>
                <a:lnTo>
                  <a:pt x="130893" y="86433"/>
                </a:lnTo>
                <a:lnTo>
                  <a:pt x="130681" y="85532"/>
                </a:lnTo>
                <a:lnTo>
                  <a:pt x="130491" y="84609"/>
                </a:lnTo>
                <a:lnTo>
                  <a:pt x="130324" y="83663"/>
                </a:lnTo>
                <a:lnTo>
                  <a:pt x="130179" y="82695"/>
                </a:lnTo>
                <a:lnTo>
                  <a:pt x="130056" y="81705"/>
                </a:lnTo>
                <a:lnTo>
                  <a:pt x="129956" y="80692"/>
                </a:lnTo>
                <a:lnTo>
                  <a:pt x="129878" y="79657"/>
                </a:lnTo>
                <a:lnTo>
                  <a:pt x="129822" y="78600"/>
                </a:lnTo>
                <a:lnTo>
                  <a:pt x="129789" y="77520"/>
                </a:lnTo>
                <a:lnTo>
                  <a:pt x="129778" y="76418"/>
                </a:lnTo>
                <a:lnTo>
                  <a:pt x="129778" y="73544"/>
                </a:lnTo>
                <a:lnTo>
                  <a:pt x="190473" y="73544"/>
                </a:lnTo>
                <a:lnTo>
                  <a:pt x="190473" y="62048"/>
                </a:lnTo>
                <a:lnTo>
                  <a:pt x="190464" y="61178"/>
                </a:lnTo>
                <a:lnTo>
                  <a:pt x="190440" y="60317"/>
                </a:lnTo>
                <a:lnTo>
                  <a:pt x="190399" y="59464"/>
                </a:lnTo>
                <a:lnTo>
                  <a:pt x="190341" y="58619"/>
                </a:lnTo>
                <a:lnTo>
                  <a:pt x="190267" y="57783"/>
                </a:lnTo>
                <a:lnTo>
                  <a:pt x="190177" y="56954"/>
                </a:lnTo>
                <a:lnTo>
                  <a:pt x="190070" y="56134"/>
                </a:lnTo>
                <a:lnTo>
                  <a:pt x="189947" y="55323"/>
                </a:lnTo>
                <a:lnTo>
                  <a:pt x="189807" y="54519"/>
                </a:lnTo>
                <a:lnTo>
                  <a:pt x="189651" y="53723"/>
                </a:lnTo>
                <a:lnTo>
                  <a:pt x="189478" y="52936"/>
                </a:lnTo>
                <a:lnTo>
                  <a:pt x="189289" y="52157"/>
                </a:lnTo>
                <a:lnTo>
                  <a:pt x="189084" y="51386"/>
                </a:lnTo>
                <a:lnTo>
                  <a:pt x="188862" y="50624"/>
                </a:lnTo>
                <a:lnTo>
                  <a:pt x="188623" y="49870"/>
                </a:lnTo>
                <a:lnTo>
                  <a:pt x="188369" y="49123"/>
                </a:lnTo>
                <a:lnTo>
                  <a:pt x="188097" y="48385"/>
                </a:lnTo>
                <a:lnTo>
                  <a:pt x="187810" y="47656"/>
                </a:lnTo>
                <a:lnTo>
                  <a:pt x="187506" y="46934"/>
                </a:lnTo>
                <a:lnTo>
                  <a:pt x="187185" y="46221"/>
                </a:lnTo>
                <a:lnTo>
                  <a:pt x="186848" y="45516"/>
                </a:lnTo>
                <a:lnTo>
                  <a:pt x="186495" y="44819"/>
                </a:lnTo>
                <a:lnTo>
                  <a:pt x="186125" y="44131"/>
                </a:lnTo>
                <a:lnTo>
                  <a:pt x="185739" y="43450"/>
                </a:lnTo>
                <a:lnTo>
                  <a:pt x="185352" y="42780"/>
                </a:lnTo>
                <a:lnTo>
                  <a:pt x="184951" y="42121"/>
                </a:lnTo>
                <a:lnTo>
                  <a:pt x="184537" y="41474"/>
                </a:lnTo>
                <a:lnTo>
                  <a:pt x="184109" y="40839"/>
                </a:lnTo>
                <a:lnTo>
                  <a:pt x="183668" y="40216"/>
                </a:lnTo>
                <a:lnTo>
                  <a:pt x="183213" y="39604"/>
                </a:lnTo>
                <a:lnTo>
                  <a:pt x="182745" y="39004"/>
                </a:lnTo>
                <a:lnTo>
                  <a:pt x="182263" y="38416"/>
                </a:lnTo>
                <a:lnTo>
                  <a:pt x="181768" y="37839"/>
                </a:lnTo>
                <a:lnTo>
                  <a:pt x="181260" y="37275"/>
                </a:lnTo>
                <a:lnTo>
                  <a:pt x="180737" y="36722"/>
                </a:lnTo>
                <a:lnTo>
                  <a:pt x="180202" y="36180"/>
                </a:lnTo>
                <a:lnTo>
                  <a:pt x="179653" y="35651"/>
                </a:lnTo>
                <a:lnTo>
                  <a:pt x="179090" y="35133"/>
                </a:lnTo>
                <a:lnTo>
                  <a:pt x="178514" y="34627"/>
                </a:lnTo>
                <a:lnTo>
                  <a:pt x="177924" y="34133"/>
                </a:lnTo>
                <a:lnTo>
                  <a:pt x="177321" y="33650"/>
                </a:lnTo>
                <a:lnTo>
                  <a:pt x="176704" y="33179"/>
                </a:lnTo>
                <a:lnTo>
                  <a:pt x="176074" y="32720"/>
                </a:lnTo>
                <a:lnTo>
                  <a:pt x="175430" y="32273"/>
                </a:lnTo>
                <a:lnTo>
                  <a:pt x="174773" y="31837"/>
                </a:lnTo>
                <a:lnTo>
                  <a:pt x="174102" y="31414"/>
                </a:lnTo>
                <a:lnTo>
                  <a:pt x="173418" y="31002"/>
                </a:lnTo>
                <a:lnTo>
                  <a:pt x="172721" y="30601"/>
                </a:lnTo>
                <a:lnTo>
                  <a:pt x="172024" y="30215"/>
                </a:lnTo>
                <a:lnTo>
                  <a:pt x="171316" y="29845"/>
                </a:lnTo>
                <a:lnTo>
                  <a:pt x="170597" y="29492"/>
                </a:lnTo>
                <a:lnTo>
                  <a:pt x="169865" y="29155"/>
                </a:lnTo>
                <a:lnTo>
                  <a:pt x="169122" y="28834"/>
                </a:lnTo>
                <a:lnTo>
                  <a:pt x="168367" y="28530"/>
                </a:lnTo>
                <a:lnTo>
                  <a:pt x="167600" y="28242"/>
                </a:lnTo>
                <a:lnTo>
                  <a:pt x="166822" y="27971"/>
                </a:lnTo>
                <a:lnTo>
                  <a:pt x="166032" y="27716"/>
                </a:lnTo>
                <a:lnTo>
                  <a:pt x="165230" y="27478"/>
                </a:lnTo>
                <a:lnTo>
                  <a:pt x="164416" y="27256"/>
                </a:lnTo>
                <a:lnTo>
                  <a:pt x="163591" y="27051"/>
                </a:lnTo>
                <a:lnTo>
                  <a:pt x="162754" y="26862"/>
                </a:lnTo>
                <a:lnTo>
                  <a:pt x="161905" y="26689"/>
                </a:lnTo>
                <a:lnTo>
                  <a:pt x="161044" y="26533"/>
                </a:lnTo>
                <a:lnTo>
                  <a:pt x="160172" y="26393"/>
                </a:lnTo>
                <a:lnTo>
                  <a:pt x="159288" y="26270"/>
                </a:lnTo>
                <a:lnTo>
                  <a:pt x="158392" y="26163"/>
                </a:lnTo>
                <a:lnTo>
                  <a:pt x="157485" y="26073"/>
                </a:lnTo>
                <a:lnTo>
                  <a:pt x="156565" y="25999"/>
                </a:lnTo>
                <a:lnTo>
                  <a:pt x="155634" y="25941"/>
                </a:lnTo>
                <a:lnTo>
                  <a:pt x="154691" y="25900"/>
                </a:lnTo>
                <a:lnTo>
                  <a:pt x="153737" y="25875"/>
                </a:lnTo>
                <a:lnTo>
                  <a:pt x="152771" y="25867"/>
                </a:lnTo>
                <a:lnTo>
                  <a:pt x="151734" y="25877"/>
                </a:lnTo>
                <a:lnTo>
                  <a:pt x="150709" y="25905"/>
                </a:lnTo>
                <a:lnTo>
                  <a:pt x="149696" y="25952"/>
                </a:lnTo>
                <a:lnTo>
                  <a:pt x="148694" y="26018"/>
                </a:lnTo>
                <a:lnTo>
                  <a:pt x="147705" y="26102"/>
                </a:lnTo>
                <a:lnTo>
                  <a:pt x="146727" y="26205"/>
                </a:lnTo>
                <a:lnTo>
                  <a:pt x="145760" y="26328"/>
                </a:lnTo>
                <a:lnTo>
                  <a:pt x="144806" y="26468"/>
                </a:lnTo>
                <a:lnTo>
                  <a:pt x="143863" y="26628"/>
                </a:lnTo>
                <a:lnTo>
                  <a:pt x="142932" y="26807"/>
                </a:lnTo>
                <a:lnTo>
                  <a:pt x="142013" y="27004"/>
                </a:lnTo>
                <a:lnTo>
                  <a:pt x="141105" y="27220"/>
                </a:lnTo>
                <a:lnTo>
                  <a:pt x="140209" y="27455"/>
                </a:lnTo>
                <a:lnTo>
                  <a:pt x="139325" y="27708"/>
                </a:lnTo>
                <a:lnTo>
                  <a:pt x="138453" y="27981"/>
                </a:lnTo>
                <a:lnTo>
                  <a:pt x="137592" y="28272"/>
                </a:lnTo>
                <a:lnTo>
                  <a:pt x="136743" y="28582"/>
                </a:lnTo>
                <a:lnTo>
                  <a:pt x="135906" y="28910"/>
                </a:lnTo>
                <a:lnTo>
                  <a:pt x="135081" y="29258"/>
                </a:lnTo>
                <a:lnTo>
                  <a:pt x="134267" y="29624"/>
                </a:lnTo>
                <a:lnTo>
                  <a:pt x="133465" y="30009"/>
                </a:lnTo>
                <a:lnTo>
                  <a:pt x="132675" y="30413"/>
                </a:lnTo>
                <a:lnTo>
                  <a:pt x="131897" y="30836"/>
                </a:lnTo>
                <a:lnTo>
                  <a:pt x="131130" y="31277"/>
                </a:lnTo>
                <a:lnTo>
                  <a:pt x="130377" y="31722"/>
                </a:lnTo>
                <a:lnTo>
                  <a:pt x="129638" y="32181"/>
                </a:lnTo>
                <a:lnTo>
                  <a:pt x="128914" y="32656"/>
                </a:lnTo>
                <a:lnTo>
                  <a:pt x="128204" y="33147"/>
                </a:lnTo>
                <a:lnTo>
                  <a:pt x="127509" y="33652"/>
                </a:lnTo>
                <a:lnTo>
                  <a:pt x="126829" y="34173"/>
                </a:lnTo>
                <a:lnTo>
                  <a:pt x="126164" y="34709"/>
                </a:lnTo>
                <a:lnTo>
                  <a:pt x="125513" y="35260"/>
                </a:lnTo>
                <a:lnTo>
                  <a:pt x="124877" y="35826"/>
                </a:lnTo>
                <a:lnTo>
                  <a:pt x="124256" y="36408"/>
                </a:lnTo>
                <a:lnTo>
                  <a:pt x="123649" y="37005"/>
                </a:lnTo>
                <a:lnTo>
                  <a:pt x="123057" y="37617"/>
                </a:lnTo>
                <a:lnTo>
                  <a:pt x="122480" y="38245"/>
                </a:lnTo>
                <a:lnTo>
                  <a:pt x="121917" y="38888"/>
                </a:lnTo>
                <a:lnTo>
                  <a:pt x="121369" y="39546"/>
                </a:lnTo>
                <a:lnTo>
                  <a:pt x="120836" y="40219"/>
                </a:lnTo>
                <a:lnTo>
                  <a:pt x="120317" y="40908"/>
                </a:lnTo>
                <a:lnTo>
                  <a:pt x="119813" y="41612"/>
                </a:lnTo>
                <a:lnTo>
                  <a:pt x="119324" y="42331"/>
                </a:lnTo>
                <a:lnTo>
                  <a:pt x="118849" y="43065"/>
                </a:lnTo>
                <a:lnTo>
                  <a:pt x="118389" y="43815"/>
                </a:lnTo>
                <a:lnTo>
                  <a:pt x="117944" y="44580"/>
                </a:lnTo>
                <a:lnTo>
                  <a:pt x="117513" y="45360"/>
                </a:lnTo>
                <a:lnTo>
                  <a:pt x="117097" y="46155"/>
                </a:lnTo>
                <a:lnTo>
                  <a:pt x="116697" y="46965"/>
                </a:lnTo>
                <a:lnTo>
                  <a:pt x="116314" y="47786"/>
                </a:lnTo>
                <a:lnTo>
                  <a:pt x="115948" y="48620"/>
                </a:lnTo>
                <a:lnTo>
                  <a:pt x="115599" y="49466"/>
                </a:lnTo>
                <a:lnTo>
                  <a:pt x="115267" y="50325"/>
                </a:lnTo>
                <a:lnTo>
                  <a:pt x="114952" y="51196"/>
                </a:lnTo>
                <a:lnTo>
                  <a:pt x="114655" y="52079"/>
                </a:lnTo>
                <a:lnTo>
                  <a:pt x="114374" y="52974"/>
                </a:lnTo>
                <a:lnTo>
                  <a:pt x="114110" y="53882"/>
                </a:lnTo>
                <a:lnTo>
                  <a:pt x="113863" y="54802"/>
                </a:lnTo>
                <a:lnTo>
                  <a:pt x="113633" y="55735"/>
                </a:lnTo>
                <a:lnTo>
                  <a:pt x="113420" y="56680"/>
                </a:lnTo>
                <a:lnTo>
                  <a:pt x="113224" y="57637"/>
                </a:lnTo>
                <a:lnTo>
                  <a:pt x="113046" y="58606"/>
                </a:lnTo>
                <a:lnTo>
                  <a:pt x="112884" y="59588"/>
                </a:lnTo>
                <a:lnTo>
                  <a:pt x="112739" y="60582"/>
                </a:lnTo>
                <a:lnTo>
                  <a:pt x="112612" y="61589"/>
                </a:lnTo>
                <a:lnTo>
                  <a:pt x="112501" y="62608"/>
                </a:lnTo>
                <a:lnTo>
                  <a:pt x="112407" y="63639"/>
                </a:lnTo>
                <a:lnTo>
                  <a:pt x="112331" y="64682"/>
                </a:lnTo>
                <a:lnTo>
                  <a:pt x="112271" y="65738"/>
                </a:lnTo>
                <a:lnTo>
                  <a:pt x="112229" y="66806"/>
                </a:lnTo>
                <a:lnTo>
                  <a:pt x="112203" y="67887"/>
                </a:lnTo>
                <a:lnTo>
                  <a:pt x="112195" y="68979"/>
                </a:lnTo>
                <a:lnTo>
                  <a:pt x="112195" y="72530"/>
                </a:lnTo>
                <a:lnTo>
                  <a:pt x="112202" y="73581"/>
                </a:lnTo>
                <a:lnTo>
                  <a:pt x="112224" y="74623"/>
                </a:lnTo>
                <a:lnTo>
                  <a:pt x="112261" y="75655"/>
                </a:lnTo>
                <a:lnTo>
                  <a:pt x="112312" y="76677"/>
                </a:lnTo>
                <a:lnTo>
                  <a:pt x="112378" y="77688"/>
                </a:lnTo>
                <a:lnTo>
                  <a:pt x="112459" y="78690"/>
                </a:lnTo>
                <a:lnTo>
                  <a:pt x="112554" y="79682"/>
                </a:lnTo>
                <a:lnTo>
                  <a:pt x="112664" y="80664"/>
                </a:lnTo>
                <a:lnTo>
                  <a:pt x="112789" y="81636"/>
                </a:lnTo>
                <a:lnTo>
                  <a:pt x="112928" y="82598"/>
                </a:lnTo>
                <a:lnTo>
                  <a:pt x="113082" y="83549"/>
                </a:lnTo>
                <a:lnTo>
                  <a:pt x="113251" y="84491"/>
                </a:lnTo>
                <a:lnTo>
                  <a:pt x="113435" y="85423"/>
                </a:lnTo>
                <a:lnTo>
                  <a:pt x="113633" y="86345"/>
                </a:lnTo>
                <a:lnTo>
                  <a:pt x="113846" y="87257"/>
                </a:lnTo>
                <a:lnTo>
                  <a:pt x="114073" y="88159"/>
                </a:lnTo>
                <a:lnTo>
                  <a:pt x="114315" y="89051"/>
                </a:lnTo>
                <a:lnTo>
                  <a:pt x="114572" y="89933"/>
                </a:lnTo>
                <a:lnTo>
                  <a:pt x="114844" y="90805"/>
                </a:lnTo>
                <a:lnTo>
                  <a:pt x="115130" y="91667"/>
                </a:lnTo>
                <a:lnTo>
                  <a:pt x="115431" y="92519"/>
                </a:lnTo>
                <a:lnTo>
                  <a:pt x="115746" y="93361"/>
                </a:lnTo>
                <a:lnTo>
                  <a:pt x="116076" y="94194"/>
                </a:lnTo>
                <a:lnTo>
                  <a:pt x="116421" y="95016"/>
                </a:lnTo>
                <a:lnTo>
                  <a:pt x="116795" y="95825"/>
                </a:lnTo>
                <a:lnTo>
                  <a:pt x="117184" y="96620"/>
                </a:lnTo>
                <a:lnTo>
                  <a:pt x="117589" y="97399"/>
                </a:lnTo>
                <a:lnTo>
                  <a:pt x="118009" y="98162"/>
                </a:lnTo>
                <a:lnTo>
                  <a:pt x="118444" y="98911"/>
                </a:lnTo>
                <a:lnTo>
                  <a:pt x="118894" y="99644"/>
                </a:lnTo>
                <a:lnTo>
                  <a:pt x="119359" y="100362"/>
                </a:lnTo>
                <a:lnTo>
                  <a:pt x="119840" y="101065"/>
                </a:lnTo>
                <a:lnTo>
                  <a:pt x="120336" y="101752"/>
                </a:lnTo>
                <a:lnTo>
                  <a:pt x="120847" y="102424"/>
                </a:lnTo>
                <a:lnTo>
                  <a:pt x="121374" y="103081"/>
                </a:lnTo>
                <a:lnTo>
                  <a:pt x="121916" y="103723"/>
                </a:lnTo>
                <a:lnTo>
                  <a:pt x="122473" y="104349"/>
                </a:lnTo>
                <a:lnTo>
                  <a:pt x="123045" y="104960"/>
                </a:lnTo>
                <a:lnTo>
                  <a:pt x="123633" y="105556"/>
                </a:lnTo>
                <a:lnTo>
                  <a:pt x="124236" y="106137"/>
                </a:lnTo>
                <a:lnTo>
                  <a:pt x="124854" y="106702"/>
                </a:lnTo>
                <a:lnTo>
                  <a:pt x="125487" y="107252"/>
                </a:lnTo>
                <a:lnTo>
                  <a:pt x="126136" y="107787"/>
                </a:lnTo>
                <a:lnTo>
                  <a:pt x="126800" y="108306"/>
                </a:lnTo>
                <a:lnTo>
                  <a:pt x="127479" y="108811"/>
                </a:lnTo>
                <a:lnTo>
                  <a:pt x="128174" y="109300"/>
                </a:lnTo>
                <a:lnTo>
                  <a:pt x="128883" y="109773"/>
                </a:lnTo>
                <a:lnTo>
                  <a:pt x="129608" y="110232"/>
                </a:lnTo>
                <a:lnTo>
                  <a:pt x="130363" y="110673"/>
                </a:lnTo>
                <a:lnTo>
                  <a:pt x="131134" y="111096"/>
                </a:lnTo>
                <a:lnTo>
                  <a:pt x="131920" y="111500"/>
                </a:lnTo>
                <a:lnTo>
                  <a:pt x="132722" y="111885"/>
                </a:lnTo>
                <a:lnTo>
                  <a:pt x="133540" y="112251"/>
                </a:lnTo>
                <a:lnTo>
                  <a:pt x="134374" y="112599"/>
                </a:lnTo>
                <a:lnTo>
                  <a:pt x="135224" y="112927"/>
                </a:lnTo>
                <a:lnTo>
                  <a:pt x="136089" y="113237"/>
                </a:lnTo>
                <a:lnTo>
                  <a:pt x="136971" y="113529"/>
                </a:lnTo>
                <a:lnTo>
                  <a:pt x="137868" y="113801"/>
                </a:lnTo>
                <a:lnTo>
                  <a:pt x="138781" y="114055"/>
                </a:lnTo>
                <a:lnTo>
                  <a:pt x="139710" y="114289"/>
                </a:lnTo>
                <a:lnTo>
                  <a:pt x="140655" y="114505"/>
                </a:lnTo>
                <a:lnTo>
                  <a:pt x="141616" y="114703"/>
                </a:lnTo>
                <a:lnTo>
                  <a:pt x="142592" y="114881"/>
                </a:lnTo>
                <a:lnTo>
                  <a:pt x="143585" y="115041"/>
                </a:lnTo>
                <a:lnTo>
                  <a:pt x="144593" y="115182"/>
                </a:lnTo>
                <a:lnTo>
                  <a:pt x="145617" y="115304"/>
                </a:lnTo>
                <a:lnTo>
                  <a:pt x="146657" y="115407"/>
                </a:lnTo>
                <a:lnTo>
                  <a:pt x="147713" y="115492"/>
                </a:lnTo>
                <a:lnTo>
                  <a:pt x="148784" y="115557"/>
                </a:lnTo>
                <a:lnTo>
                  <a:pt x="149872" y="115604"/>
                </a:lnTo>
                <a:lnTo>
                  <a:pt x="150975" y="115633"/>
                </a:lnTo>
                <a:lnTo>
                  <a:pt x="152094" y="115642"/>
                </a:lnTo>
                <a:lnTo>
                  <a:pt x="153061" y="115635"/>
                </a:lnTo>
                <a:lnTo>
                  <a:pt x="154016" y="115614"/>
                </a:lnTo>
                <a:lnTo>
                  <a:pt x="154961" y="115579"/>
                </a:lnTo>
                <a:lnTo>
                  <a:pt x="155894" y="115529"/>
                </a:lnTo>
                <a:close/>
                <a:moveTo>
                  <a:pt x="129986" y="60278"/>
                </a:moveTo>
                <a:lnTo>
                  <a:pt x="130017" y="59803"/>
                </a:lnTo>
                <a:lnTo>
                  <a:pt x="130057" y="59329"/>
                </a:lnTo>
                <a:lnTo>
                  <a:pt x="130105" y="58857"/>
                </a:lnTo>
                <a:lnTo>
                  <a:pt x="130162" y="58385"/>
                </a:lnTo>
                <a:lnTo>
                  <a:pt x="130228" y="57915"/>
                </a:lnTo>
                <a:lnTo>
                  <a:pt x="130303" y="57446"/>
                </a:lnTo>
                <a:lnTo>
                  <a:pt x="130387" y="56978"/>
                </a:lnTo>
                <a:lnTo>
                  <a:pt x="130479" y="56511"/>
                </a:lnTo>
                <a:lnTo>
                  <a:pt x="130581" y="56046"/>
                </a:lnTo>
                <a:lnTo>
                  <a:pt x="130691" y="55581"/>
                </a:lnTo>
                <a:lnTo>
                  <a:pt x="130810" y="55118"/>
                </a:lnTo>
                <a:lnTo>
                  <a:pt x="130937" y="54656"/>
                </a:lnTo>
                <a:lnTo>
                  <a:pt x="131074" y="54195"/>
                </a:lnTo>
                <a:lnTo>
                  <a:pt x="131219" y="53736"/>
                </a:lnTo>
                <a:lnTo>
                  <a:pt x="131373" y="53277"/>
                </a:lnTo>
                <a:lnTo>
                  <a:pt x="131536" y="52820"/>
                </a:lnTo>
                <a:lnTo>
                  <a:pt x="131708" y="52364"/>
                </a:lnTo>
                <a:lnTo>
                  <a:pt x="131888" y="51909"/>
                </a:lnTo>
                <a:lnTo>
                  <a:pt x="132078" y="51455"/>
                </a:lnTo>
                <a:lnTo>
                  <a:pt x="132276" y="51003"/>
                </a:lnTo>
                <a:lnTo>
                  <a:pt x="132483" y="50551"/>
                </a:lnTo>
                <a:lnTo>
                  <a:pt x="132712" y="50090"/>
                </a:lnTo>
                <a:lnTo>
                  <a:pt x="132949" y="49635"/>
                </a:lnTo>
                <a:lnTo>
                  <a:pt x="133193" y="49188"/>
                </a:lnTo>
                <a:lnTo>
                  <a:pt x="133445" y="48748"/>
                </a:lnTo>
                <a:lnTo>
                  <a:pt x="133705" y="48314"/>
                </a:lnTo>
                <a:lnTo>
                  <a:pt x="133973" y="47888"/>
                </a:lnTo>
                <a:lnTo>
                  <a:pt x="134248" y="47469"/>
                </a:lnTo>
                <a:lnTo>
                  <a:pt x="134530" y="47057"/>
                </a:lnTo>
                <a:lnTo>
                  <a:pt x="134820" y="46652"/>
                </a:lnTo>
                <a:lnTo>
                  <a:pt x="135118" y="46254"/>
                </a:lnTo>
                <a:lnTo>
                  <a:pt x="135424" y="45863"/>
                </a:lnTo>
                <a:lnTo>
                  <a:pt x="135737" y="45479"/>
                </a:lnTo>
                <a:lnTo>
                  <a:pt x="136058" y="45102"/>
                </a:lnTo>
                <a:lnTo>
                  <a:pt x="136386" y="44732"/>
                </a:lnTo>
                <a:lnTo>
                  <a:pt x="136722" y="44370"/>
                </a:lnTo>
                <a:lnTo>
                  <a:pt x="137066" y="44014"/>
                </a:lnTo>
                <a:lnTo>
                  <a:pt x="137418" y="43665"/>
                </a:lnTo>
                <a:lnTo>
                  <a:pt x="137777" y="43323"/>
                </a:lnTo>
                <a:lnTo>
                  <a:pt x="138143" y="42989"/>
                </a:lnTo>
                <a:lnTo>
                  <a:pt x="138517" y="42661"/>
                </a:lnTo>
                <a:lnTo>
                  <a:pt x="138899" y="42341"/>
                </a:lnTo>
                <a:lnTo>
                  <a:pt x="139289" y="42027"/>
                </a:lnTo>
                <a:lnTo>
                  <a:pt x="139686" y="41721"/>
                </a:lnTo>
                <a:lnTo>
                  <a:pt x="140091" y="41421"/>
                </a:lnTo>
                <a:lnTo>
                  <a:pt x="140517" y="41132"/>
                </a:lnTo>
                <a:lnTo>
                  <a:pt x="140951" y="40854"/>
                </a:lnTo>
                <a:lnTo>
                  <a:pt x="141393" y="40589"/>
                </a:lnTo>
                <a:lnTo>
                  <a:pt x="141842" y="40337"/>
                </a:lnTo>
                <a:lnTo>
                  <a:pt x="142299" y="40096"/>
                </a:lnTo>
                <a:lnTo>
                  <a:pt x="142764" y="39868"/>
                </a:lnTo>
                <a:lnTo>
                  <a:pt x="143236" y="39652"/>
                </a:lnTo>
                <a:lnTo>
                  <a:pt x="143716" y="39449"/>
                </a:lnTo>
                <a:lnTo>
                  <a:pt x="144204" y="39258"/>
                </a:lnTo>
                <a:lnTo>
                  <a:pt x="144699" y="39079"/>
                </a:lnTo>
                <a:lnTo>
                  <a:pt x="145202" y="38913"/>
                </a:lnTo>
                <a:lnTo>
                  <a:pt x="145712" y="38759"/>
                </a:lnTo>
                <a:lnTo>
                  <a:pt x="146230" y="38617"/>
                </a:lnTo>
                <a:lnTo>
                  <a:pt x="146756" y="38487"/>
                </a:lnTo>
                <a:lnTo>
                  <a:pt x="147289" y="38370"/>
                </a:lnTo>
                <a:lnTo>
                  <a:pt x="147830" y="38266"/>
                </a:lnTo>
                <a:lnTo>
                  <a:pt x="148379" y="38173"/>
                </a:lnTo>
                <a:lnTo>
                  <a:pt x="148935" y="38093"/>
                </a:lnTo>
                <a:lnTo>
                  <a:pt x="149499" y="38025"/>
                </a:lnTo>
                <a:lnTo>
                  <a:pt x="150070" y="37970"/>
                </a:lnTo>
                <a:lnTo>
                  <a:pt x="150649" y="37927"/>
                </a:lnTo>
                <a:lnTo>
                  <a:pt x="151236" y="37896"/>
                </a:lnTo>
                <a:lnTo>
                  <a:pt x="151831" y="37877"/>
                </a:lnTo>
                <a:lnTo>
                  <a:pt x="152433" y="37871"/>
                </a:lnTo>
                <a:lnTo>
                  <a:pt x="152965" y="37876"/>
                </a:lnTo>
                <a:lnTo>
                  <a:pt x="153493" y="37891"/>
                </a:lnTo>
                <a:lnTo>
                  <a:pt x="154015" y="37916"/>
                </a:lnTo>
                <a:lnTo>
                  <a:pt x="154532" y="37951"/>
                </a:lnTo>
                <a:lnTo>
                  <a:pt x="155043" y="37996"/>
                </a:lnTo>
                <a:lnTo>
                  <a:pt x="155550" y="38051"/>
                </a:lnTo>
                <a:lnTo>
                  <a:pt x="156051" y="38116"/>
                </a:lnTo>
                <a:lnTo>
                  <a:pt x="156546" y="38190"/>
                </a:lnTo>
                <a:lnTo>
                  <a:pt x="157037" y="38275"/>
                </a:lnTo>
                <a:lnTo>
                  <a:pt x="157522" y="38370"/>
                </a:lnTo>
                <a:lnTo>
                  <a:pt x="158002" y="38475"/>
                </a:lnTo>
                <a:lnTo>
                  <a:pt x="158477" y="38590"/>
                </a:lnTo>
                <a:lnTo>
                  <a:pt x="158946" y="38714"/>
                </a:lnTo>
                <a:lnTo>
                  <a:pt x="159410" y="38849"/>
                </a:lnTo>
                <a:lnTo>
                  <a:pt x="159869" y="38994"/>
                </a:lnTo>
                <a:lnTo>
                  <a:pt x="160322" y="39148"/>
                </a:lnTo>
                <a:lnTo>
                  <a:pt x="160771" y="39313"/>
                </a:lnTo>
                <a:lnTo>
                  <a:pt x="161213" y="39488"/>
                </a:lnTo>
                <a:lnTo>
                  <a:pt x="161651" y="39672"/>
                </a:lnTo>
                <a:lnTo>
                  <a:pt x="162083" y="39867"/>
                </a:lnTo>
                <a:lnTo>
                  <a:pt x="162511" y="40072"/>
                </a:lnTo>
                <a:lnTo>
                  <a:pt x="162932" y="40286"/>
                </a:lnTo>
                <a:lnTo>
                  <a:pt x="163349" y="40511"/>
                </a:lnTo>
                <a:lnTo>
                  <a:pt x="163760" y="40745"/>
                </a:lnTo>
                <a:lnTo>
                  <a:pt x="164164" y="40989"/>
                </a:lnTo>
                <a:lnTo>
                  <a:pt x="164561" y="41239"/>
                </a:lnTo>
                <a:lnTo>
                  <a:pt x="164949" y="41498"/>
                </a:lnTo>
                <a:lnTo>
                  <a:pt x="165329" y="41764"/>
                </a:lnTo>
                <a:lnTo>
                  <a:pt x="165700" y="42038"/>
                </a:lnTo>
                <a:lnTo>
                  <a:pt x="166064" y="42320"/>
                </a:lnTo>
                <a:lnTo>
                  <a:pt x="166419" y="42609"/>
                </a:lnTo>
                <a:lnTo>
                  <a:pt x="166766" y="42905"/>
                </a:lnTo>
                <a:lnTo>
                  <a:pt x="167104" y="43210"/>
                </a:lnTo>
                <a:lnTo>
                  <a:pt x="167435" y="43522"/>
                </a:lnTo>
                <a:lnTo>
                  <a:pt x="167757" y="43842"/>
                </a:lnTo>
                <a:lnTo>
                  <a:pt x="168071" y="44169"/>
                </a:lnTo>
                <a:lnTo>
                  <a:pt x="168377" y="44504"/>
                </a:lnTo>
                <a:lnTo>
                  <a:pt x="168675" y="44846"/>
                </a:lnTo>
                <a:lnTo>
                  <a:pt x="168964" y="45196"/>
                </a:lnTo>
                <a:lnTo>
                  <a:pt x="169245" y="45554"/>
                </a:lnTo>
                <a:lnTo>
                  <a:pt x="169518" y="45920"/>
                </a:lnTo>
                <a:lnTo>
                  <a:pt x="169783" y="46293"/>
                </a:lnTo>
                <a:lnTo>
                  <a:pt x="170040" y="46673"/>
                </a:lnTo>
                <a:lnTo>
                  <a:pt x="170288" y="47062"/>
                </a:lnTo>
                <a:lnTo>
                  <a:pt x="170528" y="47458"/>
                </a:lnTo>
                <a:lnTo>
                  <a:pt x="170760" y="47861"/>
                </a:lnTo>
                <a:lnTo>
                  <a:pt x="170984" y="48272"/>
                </a:lnTo>
                <a:lnTo>
                  <a:pt x="171199" y="48691"/>
                </a:lnTo>
                <a:lnTo>
                  <a:pt x="171420" y="49103"/>
                </a:lnTo>
                <a:lnTo>
                  <a:pt x="171631" y="49519"/>
                </a:lnTo>
                <a:lnTo>
                  <a:pt x="171833" y="49941"/>
                </a:lnTo>
                <a:lnTo>
                  <a:pt x="172026" y="50368"/>
                </a:lnTo>
                <a:lnTo>
                  <a:pt x="172209" y="50800"/>
                </a:lnTo>
                <a:lnTo>
                  <a:pt x="172382" y="51238"/>
                </a:lnTo>
                <a:lnTo>
                  <a:pt x="172547" y="51681"/>
                </a:lnTo>
                <a:lnTo>
                  <a:pt x="172702" y="52129"/>
                </a:lnTo>
                <a:lnTo>
                  <a:pt x="172847" y="52583"/>
                </a:lnTo>
                <a:lnTo>
                  <a:pt x="172984" y="53041"/>
                </a:lnTo>
                <a:lnTo>
                  <a:pt x="173110" y="53505"/>
                </a:lnTo>
                <a:lnTo>
                  <a:pt x="173228" y="53975"/>
                </a:lnTo>
                <a:lnTo>
                  <a:pt x="173336" y="54449"/>
                </a:lnTo>
                <a:lnTo>
                  <a:pt x="173434" y="54929"/>
                </a:lnTo>
                <a:lnTo>
                  <a:pt x="173524" y="55414"/>
                </a:lnTo>
                <a:lnTo>
                  <a:pt x="173603" y="55905"/>
                </a:lnTo>
                <a:lnTo>
                  <a:pt x="173674" y="56401"/>
                </a:lnTo>
                <a:lnTo>
                  <a:pt x="173735" y="56902"/>
                </a:lnTo>
                <a:lnTo>
                  <a:pt x="173787" y="57408"/>
                </a:lnTo>
                <a:lnTo>
                  <a:pt x="173829" y="57920"/>
                </a:lnTo>
                <a:lnTo>
                  <a:pt x="173862" y="58436"/>
                </a:lnTo>
                <a:lnTo>
                  <a:pt x="173885" y="58959"/>
                </a:lnTo>
                <a:lnTo>
                  <a:pt x="173899" y="59486"/>
                </a:lnTo>
                <a:lnTo>
                  <a:pt x="173904" y="60019"/>
                </a:lnTo>
                <a:lnTo>
                  <a:pt x="173904" y="62555"/>
                </a:lnTo>
                <a:lnTo>
                  <a:pt x="129947" y="62555"/>
                </a:lnTo>
                <a:lnTo>
                  <a:pt x="129947" y="61710"/>
                </a:lnTo>
                <a:lnTo>
                  <a:pt x="129951" y="61231"/>
                </a:lnTo>
                <a:lnTo>
                  <a:pt x="129964" y="60754"/>
                </a:lnTo>
                <a:lnTo>
                  <a:pt x="129986" y="60278"/>
                </a:lnTo>
                <a:close/>
                <a:moveTo>
                  <a:pt x="72208" y="145687"/>
                </a:moveTo>
                <a:lnTo>
                  <a:pt x="73201" y="145625"/>
                </a:lnTo>
                <a:lnTo>
                  <a:pt x="74174" y="145539"/>
                </a:lnTo>
                <a:lnTo>
                  <a:pt x="75126" y="145428"/>
                </a:lnTo>
                <a:lnTo>
                  <a:pt x="76059" y="145292"/>
                </a:lnTo>
                <a:lnTo>
                  <a:pt x="76972" y="145132"/>
                </a:lnTo>
                <a:lnTo>
                  <a:pt x="77865" y="144947"/>
                </a:lnTo>
                <a:lnTo>
                  <a:pt x="78738" y="144737"/>
                </a:lnTo>
                <a:lnTo>
                  <a:pt x="79591" y="144503"/>
                </a:lnTo>
                <a:lnTo>
                  <a:pt x="80424" y="144244"/>
                </a:lnTo>
                <a:lnTo>
                  <a:pt x="81237" y="143961"/>
                </a:lnTo>
                <a:lnTo>
                  <a:pt x="82030" y="143652"/>
                </a:lnTo>
                <a:lnTo>
                  <a:pt x="82803" y="143320"/>
                </a:lnTo>
                <a:lnTo>
                  <a:pt x="83556" y="142962"/>
                </a:lnTo>
                <a:lnTo>
                  <a:pt x="84289" y="142580"/>
                </a:lnTo>
                <a:lnTo>
                  <a:pt x="85003" y="142173"/>
                </a:lnTo>
                <a:lnTo>
                  <a:pt x="85696" y="141742"/>
                </a:lnTo>
                <a:lnTo>
                  <a:pt x="86369" y="141286"/>
                </a:lnTo>
                <a:lnTo>
                  <a:pt x="87023" y="140805"/>
                </a:lnTo>
                <a:lnTo>
                  <a:pt x="87656" y="140299"/>
                </a:lnTo>
                <a:lnTo>
                  <a:pt x="88269" y="139769"/>
                </a:lnTo>
                <a:lnTo>
                  <a:pt x="88863" y="139214"/>
                </a:lnTo>
                <a:lnTo>
                  <a:pt x="89437" y="138635"/>
                </a:lnTo>
                <a:lnTo>
                  <a:pt x="90002" y="138050"/>
                </a:lnTo>
                <a:lnTo>
                  <a:pt x="90544" y="137452"/>
                </a:lnTo>
                <a:lnTo>
                  <a:pt x="91061" y="136839"/>
                </a:lnTo>
                <a:lnTo>
                  <a:pt x="91555" y="136212"/>
                </a:lnTo>
                <a:lnTo>
                  <a:pt x="92024" y="135571"/>
                </a:lnTo>
                <a:lnTo>
                  <a:pt x="92469" y="134916"/>
                </a:lnTo>
                <a:lnTo>
                  <a:pt x="92890" y="134246"/>
                </a:lnTo>
                <a:lnTo>
                  <a:pt x="93287" y="133563"/>
                </a:lnTo>
                <a:lnTo>
                  <a:pt x="93661" y="132866"/>
                </a:lnTo>
                <a:lnTo>
                  <a:pt x="94010" y="132154"/>
                </a:lnTo>
                <a:lnTo>
                  <a:pt x="94334" y="131429"/>
                </a:lnTo>
                <a:lnTo>
                  <a:pt x="94635" y="130689"/>
                </a:lnTo>
                <a:lnTo>
                  <a:pt x="94912" y="129935"/>
                </a:lnTo>
                <a:lnTo>
                  <a:pt x="95165" y="129167"/>
                </a:lnTo>
                <a:lnTo>
                  <a:pt x="95393" y="128385"/>
                </a:lnTo>
                <a:lnTo>
                  <a:pt x="95598" y="127589"/>
                </a:lnTo>
                <a:lnTo>
                  <a:pt x="95779" y="126779"/>
                </a:lnTo>
                <a:lnTo>
                  <a:pt x="95935" y="125955"/>
                </a:lnTo>
                <a:lnTo>
                  <a:pt x="96067" y="125117"/>
                </a:lnTo>
                <a:lnTo>
                  <a:pt x="96176" y="124264"/>
                </a:lnTo>
                <a:lnTo>
                  <a:pt x="96260" y="123398"/>
                </a:lnTo>
                <a:lnTo>
                  <a:pt x="96320" y="122517"/>
                </a:lnTo>
                <a:lnTo>
                  <a:pt x="96356" y="121623"/>
                </a:lnTo>
                <a:lnTo>
                  <a:pt x="96368" y="120714"/>
                </a:lnTo>
                <a:lnTo>
                  <a:pt x="96356" y="119876"/>
                </a:lnTo>
                <a:lnTo>
                  <a:pt x="96320" y="119051"/>
                </a:lnTo>
                <a:lnTo>
                  <a:pt x="96260" y="118241"/>
                </a:lnTo>
                <a:lnTo>
                  <a:pt x="96176" y="117445"/>
                </a:lnTo>
                <a:lnTo>
                  <a:pt x="96067" y="116663"/>
                </a:lnTo>
                <a:lnTo>
                  <a:pt x="95935" y="115896"/>
                </a:lnTo>
                <a:lnTo>
                  <a:pt x="95779" y="115142"/>
                </a:lnTo>
                <a:lnTo>
                  <a:pt x="95598" y="114402"/>
                </a:lnTo>
                <a:lnTo>
                  <a:pt x="95393" y="113677"/>
                </a:lnTo>
                <a:lnTo>
                  <a:pt x="95165" y="112965"/>
                </a:lnTo>
                <a:lnTo>
                  <a:pt x="94912" y="112268"/>
                </a:lnTo>
                <a:lnTo>
                  <a:pt x="94635" y="111584"/>
                </a:lnTo>
                <a:lnTo>
                  <a:pt x="94334" y="110915"/>
                </a:lnTo>
                <a:lnTo>
                  <a:pt x="94010" y="110260"/>
                </a:lnTo>
                <a:lnTo>
                  <a:pt x="93661" y="109619"/>
                </a:lnTo>
                <a:lnTo>
                  <a:pt x="93287" y="108992"/>
                </a:lnTo>
                <a:lnTo>
                  <a:pt x="92890" y="108379"/>
                </a:lnTo>
                <a:lnTo>
                  <a:pt x="92469" y="107780"/>
                </a:lnTo>
                <a:lnTo>
                  <a:pt x="92024" y="107196"/>
                </a:lnTo>
                <a:lnTo>
                  <a:pt x="91555" y="106625"/>
                </a:lnTo>
                <a:lnTo>
                  <a:pt x="91061" y="106069"/>
                </a:lnTo>
                <a:lnTo>
                  <a:pt x="90544" y="105526"/>
                </a:lnTo>
                <a:lnTo>
                  <a:pt x="90002" y="104998"/>
                </a:lnTo>
                <a:lnTo>
                  <a:pt x="89437" y="104484"/>
                </a:lnTo>
                <a:lnTo>
                  <a:pt x="88864" y="103973"/>
                </a:lnTo>
                <a:lnTo>
                  <a:pt x="88273" y="103484"/>
                </a:lnTo>
                <a:lnTo>
                  <a:pt x="87664" y="103017"/>
                </a:lnTo>
                <a:lnTo>
                  <a:pt x="87037" y="102572"/>
                </a:lnTo>
                <a:lnTo>
                  <a:pt x="86391" y="102149"/>
                </a:lnTo>
                <a:lnTo>
                  <a:pt x="85728" y="101747"/>
                </a:lnTo>
                <a:lnTo>
                  <a:pt x="85046" y="101367"/>
                </a:lnTo>
                <a:lnTo>
                  <a:pt x="84346" y="101008"/>
                </a:lnTo>
                <a:lnTo>
                  <a:pt x="83627" y="100672"/>
                </a:lnTo>
                <a:lnTo>
                  <a:pt x="82891" y="100357"/>
                </a:lnTo>
                <a:lnTo>
                  <a:pt x="82136" y="100063"/>
                </a:lnTo>
                <a:lnTo>
                  <a:pt x="81364" y="99792"/>
                </a:lnTo>
                <a:lnTo>
                  <a:pt x="80573" y="99542"/>
                </a:lnTo>
                <a:lnTo>
                  <a:pt x="79763" y="99314"/>
                </a:lnTo>
                <a:lnTo>
                  <a:pt x="78936" y="99108"/>
                </a:lnTo>
                <a:lnTo>
                  <a:pt x="78090" y="98923"/>
                </a:lnTo>
                <a:lnTo>
                  <a:pt x="77226" y="98760"/>
                </a:lnTo>
                <a:lnTo>
                  <a:pt x="76344" y="98619"/>
                </a:lnTo>
                <a:lnTo>
                  <a:pt x="75444" y="98500"/>
                </a:lnTo>
                <a:lnTo>
                  <a:pt x="74526" y="98402"/>
                </a:lnTo>
                <a:lnTo>
                  <a:pt x="73589" y="98326"/>
                </a:lnTo>
                <a:lnTo>
                  <a:pt x="72634" y="98271"/>
                </a:lnTo>
                <a:lnTo>
                  <a:pt x="71661" y="98239"/>
                </a:lnTo>
                <a:lnTo>
                  <a:pt x="70670" y="98228"/>
                </a:lnTo>
                <a:lnTo>
                  <a:pt x="40069" y="98228"/>
                </a:lnTo>
                <a:lnTo>
                  <a:pt x="39650" y="98224"/>
                </a:lnTo>
                <a:lnTo>
                  <a:pt x="39239" y="98213"/>
                </a:lnTo>
                <a:lnTo>
                  <a:pt x="38835" y="98194"/>
                </a:lnTo>
                <a:lnTo>
                  <a:pt x="38439" y="98167"/>
                </a:lnTo>
                <a:lnTo>
                  <a:pt x="38051" y="98133"/>
                </a:lnTo>
                <a:lnTo>
                  <a:pt x="37670" y="98091"/>
                </a:lnTo>
                <a:lnTo>
                  <a:pt x="37297" y="98041"/>
                </a:lnTo>
                <a:lnTo>
                  <a:pt x="36932" y="97984"/>
                </a:lnTo>
                <a:lnTo>
                  <a:pt x="36574" y="97919"/>
                </a:lnTo>
                <a:lnTo>
                  <a:pt x="36224" y="97846"/>
                </a:lnTo>
                <a:lnTo>
                  <a:pt x="35881" y="97766"/>
                </a:lnTo>
                <a:lnTo>
                  <a:pt x="35546" y="97679"/>
                </a:lnTo>
                <a:lnTo>
                  <a:pt x="35219" y="97583"/>
                </a:lnTo>
                <a:lnTo>
                  <a:pt x="34899" y="97480"/>
                </a:lnTo>
                <a:lnTo>
                  <a:pt x="34587" y="97369"/>
                </a:lnTo>
                <a:lnTo>
                  <a:pt x="34283" y="97251"/>
                </a:lnTo>
                <a:lnTo>
                  <a:pt x="33986" y="97125"/>
                </a:lnTo>
                <a:lnTo>
                  <a:pt x="33697" y="96992"/>
                </a:lnTo>
                <a:lnTo>
                  <a:pt x="33416" y="96851"/>
                </a:lnTo>
                <a:lnTo>
                  <a:pt x="33142" y="96702"/>
                </a:lnTo>
                <a:lnTo>
                  <a:pt x="32876" y="96545"/>
                </a:lnTo>
                <a:lnTo>
                  <a:pt x="32617" y="96381"/>
                </a:lnTo>
                <a:lnTo>
                  <a:pt x="32366" y="96209"/>
                </a:lnTo>
                <a:lnTo>
                  <a:pt x="32123" y="96030"/>
                </a:lnTo>
                <a:lnTo>
                  <a:pt x="31888" y="95830"/>
                </a:lnTo>
                <a:lnTo>
                  <a:pt x="31664" y="95623"/>
                </a:lnTo>
                <a:lnTo>
                  <a:pt x="31449" y="95409"/>
                </a:lnTo>
                <a:lnTo>
                  <a:pt x="31245" y="95189"/>
                </a:lnTo>
                <a:lnTo>
                  <a:pt x="31050" y="94963"/>
                </a:lnTo>
                <a:lnTo>
                  <a:pt x="30865" y="94730"/>
                </a:lnTo>
                <a:lnTo>
                  <a:pt x="30691" y="94491"/>
                </a:lnTo>
                <a:lnTo>
                  <a:pt x="30526" y="94246"/>
                </a:lnTo>
                <a:lnTo>
                  <a:pt x="30371" y="93993"/>
                </a:lnTo>
                <a:lnTo>
                  <a:pt x="30227" y="93735"/>
                </a:lnTo>
                <a:lnTo>
                  <a:pt x="30092" y="93470"/>
                </a:lnTo>
                <a:lnTo>
                  <a:pt x="29967" y="93198"/>
                </a:lnTo>
                <a:lnTo>
                  <a:pt x="29852" y="92920"/>
                </a:lnTo>
                <a:lnTo>
                  <a:pt x="29748" y="92636"/>
                </a:lnTo>
                <a:lnTo>
                  <a:pt x="29653" y="92345"/>
                </a:lnTo>
                <a:lnTo>
                  <a:pt x="29568" y="92048"/>
                </a:lnTo>
                <a:lnTo>
                  <a:pt x="29493" y="91744"/>
                </a:lnTo>
                <a:lnTo>
                  <a:pt x="29428" y="91434"/>
                </a:lnTo>
                <a:lnTo>
                  <a:pt x="29373" y="91117"/>
                </a:lnTo>
                <a:lnTo>
                  <a:pt x="29328" y="90794"/>
                </a:lnTo>
                <a:lnTo>
                  <a:pt x="29294" y="90464"/>
                </a:lnTo>
                <a:lnTo>
                  <a:pt x="29269" y="90128"/>
                </a:lnTo>
                <a:lnTo>
                  <a:pt x="29254" y="89786"/>
                </a:lnTo>
                <a:lnTo>
                  <a:pt x="29249" y="89437"/>
                </a:lnTo>
                <a:lnTo>
                  <a:pt x="29254" y="89088"/>
                </a:lnTo>
                <a:lnTo>
                  <a:pt x="29269" y="88745"/>
                </a:lnTo>
                <a:lnTo>
                  <a:pt x="29294" y="88409"/>
                </a:lnTo>
                <a:lnTo>
                  <a:pt x="29328" y="88079"/>
                </a:lnTo>
                <a:lnTo>
                  <a:pt x="29373" y="87756"/>
                </a:lnTo>
                <a:lnTo>
                  <a:pt x="29428" y="87439"/>
                </a:lnTo>
                <a:lnTo>
                  <a:pt x="29493" y="87129"/>
                </a:lnTo>
                <a:lnTo>
                  <a:pt x="29568" y="86825"/>
                </a:lnTo>
                <a:lnTo>
                  <a:pt x="29653" y="86528"/>
                </a:lnTo>
                <a:lnTo>
                  <a:pt x="29748" y="86237"/>
                </a:lnTo>
                <a:lnTo>
                  <a:pt x="29852" y="85953"/>
                </a:lnTo>
                <a:lnTo>
                  <a:pt x="29967" y="85675"/>
                </a:lnTo>
                <a:lnTo>
                  <a:pt x="30092" y="85403"/>
                </a:lnTo>
                <a:lnTo>
                  <a:pt x="30227" y="85138"/>
                </a:lnTo>
                <a:lnTo>
                  <a:pt x="30371" y="84880"/>
                </a:lnTo>
                <a:lnTo>
                  <a:pt x="30526" y="84628"/>
                </a:lnTo>
                <a:lnTo>
                  <a:pt x="30691" y="84382"/>
                </a:lnTo>
                <a:lnTo>
                  <a:pt x="30865" y="84143"/>
                </a:lnTo>
                <a:lnTo>
                  <a:pt x="31050" y="83910"/>
                </a:lnTo>
                <a:lnTo>
                  <a:pt x="31245" y="83684"/>
                </a:lnTo>
                <a:lnTo>
                  <a:pt x="31449" y="83464"/>
                </a:lnTo>
                <a:lnTo>
                  <a:pt x="31664" y="83250"/>
                </a:lnTo>
                <a:lnTo>
                  <a:pt x="31888" y="83043"/>
                </a:lnTo>
                <a:lnTo>
                  <a:pt x="32123" y="82843"/>
                </a:lnTo>
                <a:lnTo>
                  <a:pt x="32380" y="82650"/>
                </a:lnTo>
                <a:lnTo>
                  <a:pt x="32644" y="82465"/>
                </a:lnTo>
                <a:lnTo>
                  <a:pt x="32915" y="82288"/>
                </a:lnTo>
                <a:lnTo>
                  <a:pt x="33194" y="82120"/>
                </a:lnTo>
                <a:lnTo>
                  <a:pt x="33479" y="81959"/>
                </a:lnTo>
                <a:lnTo>
                  <a:pt x="33771" y="81807"/>
                </a:lnTo>
                <a:lnTo>
                  <a:pt x="34071" y="81664"/>
                </a:lnTo>
                <a:lnTo>
                  <a:pt x="34377" y="81528"/>
                </a:lnTo>
                <a:lnTo>
                  <a:pt x="34690" y="81401"/>
                </a:lnTo>
                <a:lnTo>
                  <a:pt x="35011" y="81281"/>
                </a:lnTo>
                <a:lnTo>
                  <a:pt x="35339" y="81170"/>
                </a:lnTo>
                <a:lnTo>
                  <a:pt x="35673" y="81068"/>
                </a:lnTo>
                <a:lnTo>
                  <a:pt x="36015" y="80973"/>
                </a:lnTo>
                <a:lnTo>
                  <a:pt x="36364" y="80887"/>
                </a:lnTo>
                <a:lnTo>
                  <a:pt x="36719" y="80809"/>
                </a:lnTo>
                <a:lnTo>
                  <a:pt x="37082" y="80739"/>
                </a:lnTo>
                <a:lnTo>
                  <a:pt x="37452" y="80677"/>
                </a:lnTo>
                <a:lnTo>
                  <a:pt x="37829" y="80624"/>
                </a:lnTo>
                <a:lnTo>
                  <a:pt x="38213" y="80579"/>
                </a:lnTo>
                <a:lnTo>
                  <a:pt x="38604" y="80542"/>
                </a:lnTo>
                <a:lnTo>
                  <a:pt x="39002" y="80513"/>
                </a:lnTo>
                <a:lnTo>
                  <a:pt x="39407" y="80492"/>
                </a:lnTo>
                <a:lnTo>
                  <a:pt x="39819" y="80480"/>
                </a:lnTo>
                <a:lnTo>
                  <a:pt x="40238" y="80476"/>
                </a:lnTo>
                <a:lnTo>
                  <a:pt x="54101" y="80476"/>
                </a:lnTo>
                <a:lnTo>
                  <a:pt x="55427" y="80463"/>
                </a:lnTo>
                <a:lnTo>
                  <a:pt x="56726" y="80424"/>
                </a:lnTo>
                <a:lnTo>
                  <a:pt x="57998" y="80360"/>
                </a:lnTo>
                <a:lnTo>
                  <a:pt x="59244" y="80269"/>
                </a:lnTo>
                <a:lnTo>
                  <a:pt x="60464" y="80153"/>
                </a:lnTo>
                <a:lnTo>
                  <a:pt x="61657" y="80011"/>
                </a:lnTo>
                <a:lnTo>
                  <a:pt x="62823" y="79843"/>
                </a:lnTo>
                <a:lnTo>
                  <a:pt x="63964" y="79649"/>
                </a:lnTo>
                <a:lnTo>
                  <a:pt x="65078" y="79430"/>
                </a:lnTo>
                <a:lnTo>
                  <a:pt x="66165" y="79184"/>
                </a:lnTo>
                <a:lnTo>
                  <a:pt x="67226" y="78913"/>
                </a:lnTo>
                <a:lnTo>
                  <a:pt x="68261" y="78616"/>
                </a:lnTo>
                <a:lnTo>
                  <a:pt x="69269" y="78293"/>
                </a:lnTo>
                <a:lnTo>
                  <a:pt x="70251" y="77945"/>
                </a:lnTo>
                <a:lnTo>
                  <a:pt x="71206" y="77570"/>
                </a:lnTo>
                <a:lnTo>
                  <a:pt x="72135" y="77170"/>
                </a:lnTo>
                <a:lnTo>
                  <a:pt x="73038" y="76744"/>
                </a:lnTo>
                <a:lnTo>
                  <a:pt x="73914" y="76292"/>
                </a:lnTo>
                <a:lnTo>
                  <a:pt x="74764" y="75814"/>
                </a:lnTo>
                <a:lnTo>
                  <a:pt x="75587" y="75310"/>
                </a:lnTo>
                <a:lnTo>
                  <a:pt x="76384" y="74781"/>
                </a:lnTo>
                <a:lnTo>
                  <a:pt x="77154" y="74225"/>
                </a:lnTo>
                <a:lnTo>
                  <a:pt x="77899" y="73644"/>
                </a:lnTo>
                <a:lnTo>
                  <a:pt x="78616" y="73037"/>
                </a:lnTo>
                <a:lnTo>
                  <a:pt x="79320" y="72408"/>
                </a:lnTo>
                <a:lnTo>
                  <a:pt x="79993" y="71762"/>
                </a:lnTo>
                <a:lnTo>
                  <a:pt x="80637" y="71098"/>
                </a:lnTo>
                <a:lnTo>
                  <a:pt x="81251" y="70416"/>
                </a:lnTo>
                <a:lnTo>
                  <a:pt x="81835" y="69717"/>
                </a:lnTo>
                <a:lnTo>
                  <a:pt x="82389" y="69001"/>
                </a:lnTo>
                <a:lnTo>
                  <a:pt x="82912" y="68266"/>
                </a:lnTo>
                <a:lnTo>
                  <a:pt x="83406" y="67514"/>
                </a:lnTo>
                <a:lnTo>
                  <a:pt x="83871" y="66745"/>
                </a:lnTo>
                <a:lnTo>
                  <a:pt x="84305" y="65957"/>
                </a:lnTo>
                <a:lnTo>
                  <a:pt x="84709" y="65152"/>
                </a:lnTo>
                <a:lnTo>
                  <a:pt x="85083" y="64330"/>
                </a:lnTo>
                <a:lnTo>
                  <a:pt x="85427" y="63490"/>
                </a:lnTo>
                <a:lnTo>
                  <a:pt x="85742" y="62632"/>
                </a:lnTo>
                <a:lnTo>
                  <a:pt x="86026" y="61757"/>
                </a:lnTo>
                <a:lnTo>
                  <a:pt x="86281" y="60864"/>
                </a:lnTo>
                <a:lnTo>
                  <a:pt x="86505" y="59954"/>
                </a:lnTo>
                <a:lnTo>
                  <a:pt x="86700" y="59026"/>
                </a:lnTo>
                <a:lnTo>
                  <a:pt x="86864" y="58080"/>
                </a:lnTo>
                <a:lnTo>
                  <a:pt x="86999" y="57117"/>
                </a:lnTo>
                <a:lnTo>
                  <a:pt x="87104" y="56136"/>
                </a:lnTo>
                <a:lnTo>
                  <a:pt x="87179" y="55137"/>
                </a:lnTo>
                <a:lnTo>
                  <a:pt x="87224" y="54121"/>
                </a:lnTo>
                <a:lnTo>
                  <a:pt x="87239" y="53087"/>
                </a:lnTo>
                <a:lnTo>
                  <a:pt x="87235" y="52610"/>
                </a:lnTo>
                <a:lnTo>
                  <a:pt x="87223" y="52135"/>
                </a:lnTo>
                <a:lnTo>
                  <a:pt x="87204" y="51663"/>
                </a:lnTo>
                <a:lnTo>
                  <a:pt x="87178" y="51194"/>
                </a:lnTo>
                <a:lnTo>
                  <a:pt x="87143" y="50729"/>
                </a:lnTo>
                <a:lnTo>
                  <a:pt x="87101" y="50266"/>
                </a:lnTo>
                <a:lnTo>
                  <a:pt x="87052" y="49806"/>
                </a:lnTo>
                <a:lnTo>
                  <a:pt x="86994" y="49349"/>
                </a:lnTo>
                <a:lnTo>
                  <a:pt x="86930" y="48895"/>
                </a:lnTo>
                <a:lnTo>
                  <a:pt x="86857" y="48444"/>
                </a:lnTo>
                <a:lnTo>
                  <a:pt x="86777" y="47995"/>
                </a:lnTo>
                <a:lnTo>
                  <a:pt x="86689" y="47550"/>
                </a:lnTo>
                <a:lnTo>
                  <a:pt x="86594" y="47108"/>
                </a:lnTo>
                <a:lnTo>
                  <a:pt x="86491" y="46668"/>
                </a:lnTo>
                <a:lnTo>
                  <a:pt x="86380" y="46232"/>
                </a:lnTo>
                <a:lnTo>
                  <a:pt x="86262" y="45798"/>
                </a:lnTo>
                <a:lnTo>
                  <a:pt x="86136" y="45368"/>
                </a:lnTo>
                <a:lnTo>
                  <a:pt x="86002" y="44940"/>
                </a:lnTo>
                <a:lnTo>
                  <a:pt x="85861" y="44515"/>
                </a:lnTo>
                <a:lnTo>
                  <a:pt x="85712" y="44094"/>
                </a:lnTo>
                <a:lnTo>
                  <a:pt x="85556" y="43675"/>
                </a:lnTo>
                <a:lnTo>
                  <a:pt x="85392" y="43259"/>
                </a:lnTo>
                <a:lnTo>
                  <a:pt x="85220" y="42846"/>
                </a:lnTo>
                <a:lnTo>
                  <a:pt x="85041" y="42436"/>
                </a:lnTo>
                <a:lnTo>
                  <a:pt x="84868" y="42016"/>
                </a:lnTo>
                <a:lnTo>
                  <a:pt x="84689" y="41603"/>
                </a:lnTo>
                <a:lnTo>
                  <a:pt x="84502" y="41197"/>
                </a:lnTo>
                <a:lnTo>
                  <a:pt x="84308" y="40797"/>
                </a:lnTo>
                <a:lnTo>
                  <a:pt x="84107" y="40403"/>
                </a:lnTo>
                <a:lnTo>
                  <a:pt x="83900" y="40016"/>
                </a:lnTo>
                <a:lnTo>
                  <a:pt x="83685" y="39635"/>
                </a:lnTo>
                <a:lnTo>
                  <a:pt x="83463" y="39261"/>
                </a:lnTo>
                <a:lnTo>
                  <a:pt x="83234" y="38893"/>
                </a:lnTo>
                <a:lnTo>
                  <a:pt x="82998" y="38532"/>
                </a:lnTo>
                <a:lnTo>
                  <a:pt x="82755" y="38177"/>
                </a:lnTo>
                <a:lnTo>
                  <a:pt x="82505" y="37829"/>
                </a:lnTo>
                <a:lnTo>
                  <a:pt x="82248" y="37487"/>
                </a:lnTo>
                <a:lnTo>
                  <a:pt x="81983" y="37151"/>
                </a:lnTo>
                <a:lnTo>
                  <a:pt x="81712" y="36822"/>
                </a:lnTo>
                <a:lnTo>
                  <a:pt x="81434" y="36500"/>
                </a:lnTo>
                <a:lnTo>
                  <a:pt x="81149" y="36184"/>
                </a:lnTo>
                <a:lnTo>
                  <a:pt x="80856" y="35874"/>
                </a:lnTo>
                <a:lnTo>
                  <a:pt x="80557" y="35571"/>
                </a:lnTo>
                <a:lnTo>
                  <a:pt x="80251" y="35274"/>
                </a:lnTo>
                <a:lnTo>
                  <a:pt x="79937" y="34984"/>
                </a:lnTo>
                <a:lnTo>
                  <a:pt x="79617" y="34700"/>
                </a:lnTo>
                <a:lnTo>
                  <a:pt x="79289" y="34422"/>
                </a:lnTo>
                <a:lnTo>
                  <a:pt x="78954" y="34152"/>
                </a:lnTo>
                <a:lnTo>
                  <a:pt x="78954" y="33813"/>
                </a:lnTo>
                <a:lnTo>
                  <a:pt x="79597" y="33665"/>
                </a:lnTo>
                <a:lnTo>
                  <a:pt x="80229" y="33503"/>
                </a:lnTo>
                <a:lnTo>
                  <a:pt x="80851" y="33327"/>
                </a:lnTo>
                <a:lnTo>
                  <a:pt x="81462" y="33137"/>
                </a:lnTo>
                <a:lnTo>
                  <a:pt x="82063" y="32933"/>
                </a:lnTo>
                <a:lnTo>
                  <a:pt x="82653" y="32714"/>
                </a:lnTo>
                <a:lnTo>
                  <a:pt x="83232" y="32482"/>
                </a:lnTo>
                <a:lnTo>
                  <a:pt x="83801" y="32235"/>
                </a:lnTo>
                <a:lnTo>
                  <a:pt x="84359" y="31975"/>
                </a:lnTo>
                <a:lnTo>
                  <a:pt x="84907" y="31700"/>
                </a:lnTo>
                <a:lnTo>
                  <a:pt x="85444" y="31411"/>
                </a:lnTo>
                <a:lnTo>
                  <a:pt x="85971" y="31108"/>
                </a:lnTo>
                <a:lnTo>
                  <a:pt x="86487" y="30791"/>
                </a:lnTo>
                <a:lnTo>
                  <a:pt x="86992" y="30460"/>
                </a:lnTo>
                <a:lnTo>
                  <a:pt x="87487" y="30115"/>
                </a:lnTo>
                <a:lnTo>
                  <a:pt x="87971" y="29756"/>
                </a:lnTo>
                <a:lnTo>
                  <a:pt x="88445" y="29382"/>
                </a:lnTo>
                <a:lnTo>
                  <a:pt x="88908" y="28995"/>
                </a:lnTo>
                <a:lnTo>
                  <a:pt x="89361" y="28593"/>
                </a:lnTo>
                <a:lnTo>
                  <a:pt x="89803" y="28178"/>
                </a:lnTo>
                <a:lnTo>
                  <a:pt x="90234" y="27748"/>
                </a:lnTo>
                <a:lnTo>
                  <a:pt x="90655" y="27304"/>
                </a:lnTo>
                <a:lnTo>
                  <a:pt x="91066" y="26846"/>
                </a:lnTo>
                <a:lnTo>
                  <a:pt x="91465" y="26374"/>
                </a:lnTo>
                <a:lnTo>
                  <a:pt x="91865" y="25877"/>
                </a:lnTo>
                <a:lnTo>
                  <a:pt x="92248" y="25371"/>
                </a:lnTo>
                <a:lnTo>
                  <a:pt x="92614" y="24856"/>
                </a:lnTo>
                <a:lnTo>
                  <a:pt x="92963" y="24332"/>
                </a:lnTo>
                <a:lnTo>
                  <a:pt x="93295" y="23799"/>
                </a:lnTo>
                <a:lnTo>
                  <a:pt x="93610" y="23257"/>
                </a:lnTo>
                <a:lnTo>
                  <a:pt x="93908" y="22707"/>
                </a:lnTo>
                <a:lnTo>
                  <a:pt x="94189" y="22148"/>
                </a:lnTo>
                <a:lnTo>
                  <a:pt x="94453" y="21580"/>
                </a:lnTo>
                <a:lnTo>
                  <a:pt x="94700" y="21003"/>
                </a:lnTo>
                <a:lnTo>
                  <a:pt x="94930" y="20417"/>
                </a:lnTo>
                <a:lnTo>
                  <a:pt x="95143" y="19823"/>
                </a:lnTo>
                <a:lnTo>
                  <a:pt x="95338" y="19220"/>
                </a:lnTo>
                <a:lnTo>
                  <a:pt x="95517" y="18608"/>
                </a:lnTo>
                <a:lnTo>
                  <a:pt x="95679" y="17987"/>
                </a:lnTo>
                <a:lnTo>
                  <a:pt x="95824" y="17358"/>
                </a:lnTo>
                <a:lnTo>
                  <a:pt x="95951" y="16719"/>
                </a:lnTo>
                <a:lnTo>
                  <a:pt x="96062" y="16072"/>
                </a:lnTo>
                <a:lnTo>
                  <a:pt x="96155" y="15416"/>
                </a:lnTo>
                <a:lnTo>
                  <a:pt x="96232" y="14751"/>
                </a:lnTo>
                <a:lnTo>
                  <a:pt x="96292" y="14077"/>
                </a:lnTo>
                <a:lnTo>
                  <a:pt x="96334" y="13395"/>
                </a:lnTo>
                <a:lnTo>
                  <a:pt x="96360" y="12704"/>
                </a:lnTo>
                <a:lnTo>
                  <a:pt x="96368" y="12004"/>
                </a:lnTo>
                <a:lnTo>
                  <a:pt x="82674" y="12004"/>
                </a:lnTo>
                <a:lnTo>
                  <a:pt x="82626" y="12495"/>
                </a:lnTo>
                <a:lnTo>
                  <a:pt x="82568" y="12981"/>
                </a:lnTo>
                <a:lnTo>
                  <a:pt x="82499" y="13462"/>
                </a:lnTo>
                <a:lnTo>
                  <a:pt x="82420" y="13939"/>
                </a:lnTo>
                <a:lnTo>
                  <a:pt x="82330" y="14411"/>
                </a:lnTo>
                <a:lnTo>
                  <a:pt x="82230" y="14878"/>
                </a:lnTo>
                <a:lnTo>
                  <a:pt x="82119" y="15340"/>
                </a:lnTo>
                <a:lnTo>
                  <a:pt x="81998" y="15798"/>
                </a:lnTo>
                <a:lnTo>
                  <a:pt x="81865" y="16252"/>
                </a:lnTo>
                <a:lnTo>
                  <a:pt x="81723" y="16700"/>
                </a:lnTo>
                <a:lnTo>
                  <a:pt x="81570" y="17144"/>
                </a:lnTo>
                <a:lnTo>
                  <a:pt x="81406" y="17583"/>
                </a:lnTo>
                <a:lnTo>
                  <a:pt x="81231" y="18017"/>
                </a:lnTo>
                <a:lnTo>
                  <a:pt x="81047" y="18447"/>
                </a:lnTo>
                <a:lnTo>
                  <a:pt x="80851" y="18872"/>
                </a:lnTo>
                <a:lnTo>
                  <a:pt x="80645" y="19292"/>
                </a:lnTo>
                <a:lnTo>
                  <a:pt x="80428" y="19708"/>
                </a:lnTo>
                <a:lnTo>
                  <a:pt x="80201" y="20119"/>
                </a:lnTo>
                <a:lnTo>
                  <a:pt x="79963" y="20525"/>
                </a:lnTo>
                <a:lnTo>
                  <a:pt x="79715" y="20927"/>
                </a:lnTo>
                <a:lnTo>
                  <a:pt x="79456" y="21324"/>
                </a:lnTo>
                <a:lnTo>
                  <a:pt x="79187" y="21716"/>
                </a:lnTo>
                <a:lnTo>
                  <a:pt x="78907" y="22103"/>
                </a:lnTo>
                <a:lnTo>
                  <a:pt x="78616" y="22486"/>
                </a:lnTo>
                <a:lnTo>
                  <a:pt x="78329" y="22848"/>
                </a:lnTo>
                <a:lnTo>
                  <a:pt x="78029" y="23201"/>
                </a:lnTo>
                <a:lnTo>
                  <a:pt x="77718" y="23545"/>
                </a:lnTo>
                <a:lnTo>
                  <a:pt x="77395" y="23881"/>
                </a:lnTo>
                <a:lnTo>
                  <a:pt x="77061" y="24207"/>
                </a:lnTo>
                <a:lnTo>
                  <a:pt x="76714" y="24525"/>
                </a:lnTo>
                <a:lnTo>
                  <a:pt x="76356" y="24834"/>
                </a:lnTo>
                <a:lnTo>
                  <a:pt x="75986" y="25135"/>
                </a:lnTo>
                <a:lnTo>
                  <a:pt x="75605" y="25426"/>
                </a:lnTo>
                <a:lnTo>
                  <a:pt x="75211" y="25709"/>
                </a:lnTo>
                <a:lnTo>
                  <a:pt x="74806" y="25983"/>
                </a:lnTo>
                <a:lnTo>
                  <a:pt x="74390" y="26248"/>
                </a:lnTo>
                <a:lnTo>
                  <a:pt x="73961" y="26504"/>
                </a:lnTo>
                <a:lnTo>
                  <a:pt x="73521" y="26751"/>
                </a:lnTo>
                <a:lnTo>
                  <a:pt x="73069" y="26990"/>
                </a:lnTo>
                <a:lnTo>
                  <a:pt x="72605" y="27220"/>
                </a:lnTo>
                <a:lnTo>
                  <a:pt x="72129" y="27441"/>
                </a:lnTo>
                <a:lnTo>
                  <a:pt x="71642" y="27653"/>
                </a:lnTo>
                <a:lnTo>
                  <a:pt x="71143" y="27856"/>
                </a:lnTo>
                <a:lnTo>
                  <a:pt x="70633" y="28051"/>
                </a:lnTo>
                <a:lnTo>
                  <a:pt x="70110" y="28237"/>
                </a:lnTo>
                <a:lnTo>
                  <a:pt x="69576" y="28414"/>
                </a:lnTo>
                <a:lnTo>
                  <a:pt x="69030" y="28582"/>
                </a:lnTo>
                <a:lnTo>
                  <a:pt x="68472" y="28741"/>
                </a:lnTo>
                <a:lnTo>
                  <a:pt x="67930" y="28507"/>
                </a:lnTo>
                <a:lnTo>
                  <a:pt x="67373" y="28282"/>
                </a:lnTo>
                <a:lnTo>
                  <a:pt x="66803" y="28068"/>
                </a:lnTo>
                <a:lnTo>
                  <a:pt x="66218" y="27863"/>
                </a:lnTo>
                <a:lnTo>
                  <a:pt x="65619" y="27669"/>
                </a:lnTo>
                <a:lnTo>
                  <a:pt x="65006" y="27484"/>
                </a:lnTo>
                <a:lnTo>
                  <a:pt x="64379" y="27309"/>
                </a:lnTo>
                <a:lnTo>
                  <a:pt x="63738" y="27145"/>
                </a:lnTo>
                <a:lnTo>
                  <a:pt x="63083" y="26990"/>
                </a:lnTo>
                <a:lnTo>
                  <a:pt x="62414" y="26845"/>
                </a:lnTo>
                <a:lnTo>
                  <a:pt x="61731" y="26711"/>
                </a:lnTo>
                <a:lnTo>
                  <a:pt x="61033" y="26586"/>
                </a:lnTo>
                <a:lnTo>
                  <a:pt x="60322" y="26471"/>
                </a:lnTo>
                <a:lnTo>
                  <a:pt x="59596" y="26366"/>
                </a:lnTo>
                <a:lnTo>
                  <a:pt x="58857" y="26271"/>
                </a:lnTo>
                <a:lnTo>
                  <a:pt x="58103" y="26187"/>
                </a:lnTo>
                <a:lnTo>
                  <a:pt x="57335" y="26112"/>
                </a:lnTo>
                <a:lnTo>
                  <a:pt x="56553" y="26047"/>
                </a:lnTo>
                <a:lnTo>
                  <a:pt x="55757" y="25992"/>
                </a:lnTo>
                <a:lnTo>
                  <a:pt x="54947" y="25947"/>
                </a:lnTo>
                <a:lnTo>
                  <a:pt x="54123" y="25912"/>
                </a:lnTo>
                <a:lnTo>
                  <a:pt x="53284" y="25887"/>
                </a:lnTo>
                <a:lnTo>
                  <a:pt x="52432" y="25872"/>
                </a:lnTo>
                <a:lnTo>
                  <a:pt x="51565" y="25867"/>
                </a:lnTo>
                <a:lnTo>
                  <a:pt x="50101" y="25880"/>
                </a:lnTo>
                <a:lnTo>
                  <a:pt x="48667" y="25918"/>
                </a:lnTo>
                <a:lnTo>
                  <a:pt x="47262" y="25981"/>
                </a:lnTo>
                <a:lnTo>
                  <a:pt x="45888" y="26069"/>
                </a:lnTo>
                <a:lnTo>
                  <a:pt x="44543" y="26183"/>
                </a:lnTo>
                <a:lnTo>
                  <a:pt x="43228" y="26322"/>
                </a:lnTo>
                <a:lnTo>
                  <a:pt x="41944" y="26486"/>
                </a:lnTo>
                <a:lnTo>
                  <a:pt x="40689" y="26675"/>
                </a:lnTo>
                <a:lnTo>
                  <a:pt x="39464" y="26890"/>
                </a:lnTo>
                <a:lnTo>
                  <a:pt x="38269" y="27129"/>
                </a:lnTo>
                <a:lnTo>
                  <a:pt x="37104" y="27394"/>
                </a:lnTo>
                <a:lnTo>
                  <a:pt x="35969" y="27685"/>
                </a:lnTo>
                <a:lnTo>
                  <a:pt x="34864" y="28000"/>
                </a:lnTo>
                <a:lnTo>
                  <a:pt x="33789" y="28341"/>
                </a:lnTo>
                <a:lnTo>
                  <a:pt x="32744" y="28707"/>
                </a:lnTo>
                <a:lnTo>
                  <a:pt x="31728" y="29098"/>
                </a:lnTo>
                <a:lnTo>
                  <a:pt x="30743" y="29515"/>
                </a:lnTo>
                <a:lnTo>
                  <a:pt x="29788" y="29957"/>
                </a:lnTo>
                <a:lnTo>
                  <a:pt x="28862" y="30424"/>
                </a:lnTo>
                <a:lnTo>
                  <a:pt x="27967" y="30916"/>
                </a:lnTo>
                <a:lnTo>
                  <a:pt x="27101" y="31433"/>
                </a:lnTo>
                <a:lnTo>
                  <a:pt x="26265" y="31976"/>
                </a:lnTo>
                <a:lnTo>
                  <a:pt x="25460" y="32544"/>
                </a:lnTo>
                <a:lnTo>
                  <a:pt x="24684" y="33137"/>
                </a:lnTo>
                <a:lnTo>
                  <a:pt x="23953" y="33752"/>
                </a:lnTo>
                <a:lnTo>
                  <a:pt x="23253" y="34386"/>
                </a:lnTo>
                <a:lnTo>
                  <a:pt x="22584" y="35039"/>
                </a:lnTo>
                <a:lnTo>
                  <a:pt x="21946" y="35711"/>
                </a:lnTo>
                <a:lnTo>
                  <a:pt x="21339" y="36401"/>
                </a:lnTo>
                <a:lnTo>
                  <a:pt x="20764" y="37110"/>
                </a:lnTo>
                <a:lnTo>
                  <a:pt x="20219" y="37838"/>
                </a:lnTo>
                <a:lnTo>
                  <a:pt x="19706" y="38585"/>
                </a:lnTo>
                <a:lnTo>
                  <a:pt x="19223" y="39350"/>
                </a:lnTo>
                <a:lnTo>
                  <a:pt x="18772" y="40135"/>
                </a:lnTo>
                <a:lnTo>
                  <a:pt x="18352" y="40938"/>
                </a:lnTo>
                <a:lnTo>
                  <a:pt x="17963" y="41760"/>
                </a:lnTo>
                <a:lnTo>
                  <a:pt x="17606" y="42600"/>
                </a:lnTo>
                <a:lnTo>
                  <a:pt x="17279" y="43460"/>
                </a:lnTo>
                <a:lnTo>
                  <a:pt x="16983" y="44338"/>
                </a:lnTo>
                <a:lnTo>
                  <a:pt x="16719" y="45235"/>
                </a:lnTo>
                <a:lnTo>
                  <a:pt x="16486" y="46151"/>
                </a:lnTo>
                <a:lnTo>
                  <a:pt x="16283" y="47085"/>
                </a:lnTo>
                <a:lnTo>
                  <a:pt x="16112" y="48039"/>
                </a:lnTo>
                <a:lnTo>
                  <a:pt x="15972" y="49011"/>
                </a:lnTo>
                <a:lnTo>
                  <a:pt x="15863" y="50002"/>
                </a:lnTo>
                <a:lnTo>
                  <a:pt x="15785" y="51011"/>
                </a:lnTo>
                <a:lnTo>
                  <a:pt x="15739" y="52040"/>
                </a:lnTo>
                <a:lnTo>
                  <a:pt x="15723" y="53087"/>
                </a:lnTo>
                <a:lnTo>
                  <a:pt x="15729" y="53690"/>
                </a:lnTo>
                <a:lnTo>
                  <a:pt x="15744" y="54287"/>
                </a:lnTo>
                <a:lnTo>
                  <a:pt x="15771" y="54878"/>
                </a:lnTo>
                <a:lnTo>
                  <a:pt x="15808" y="55463"/>
                </a:lnTo>
                <a:lnTo>
                  <a:pt x="15855" y="56043"/>
                </a:lnTo>
                <a:lnTo>
                  <a:pt x="15913" y="56616"/>
                </a:lnTo>
                <a:lnTo>
                  <a:pt x="15982" y="57184"/>
                </a:lnTo>
                <a:lnTo>
                  <a:pt x="16061" y="57746"/>
                </a:lnTo>
                <a:lnTo>
                  <a:pt x="16151" y="58302"/>
                </a:lnTo>
                <a:lnTo>
                  <a:pt x="16252" y="58852"/>
                </a:lnTo>
                <a:lnTo>
                  <a:pt x="16363" y="59396"/>
                </a:lnTo>
                <a:lnTo>
                  <a:pt x="16484" y="59934"/>
                </a:lnTo>
                <a:lnTo>
                  <a:pt x="16616" y="60467"/>
                </a:lnTo>
                <a:lnTo>
                  <a:pt x="16759" y="60993"/>
                </a:lnTo>
                <a:lnTo>
                  <a:pt x="16912" y="61514"/>
                </a:lnTo>
                <a:lnTo>
                  <a:pt x="17076" y="62029"/>
                </a:lnTo>
                <a:lnTo>
                  <a:pt x="17250" y="62538"/>
                </a:lnTo>
                <a:lnTo>
                  <a:pt x="17435" y="63041"/>
                </a:lnTo>
                <a:lnTo>
                  <a:pt x="17631" y="63538"/>
                </a:lnTo>
                <a:lnTo>
                  <a:pt x="17837" y="64029"/>
                </a:lnTo>
                <a:lnTo>
                  <a:pt x="18053" y="64515"/>
                </a:lnTo>
                <a:lnTo>
                  <a:pt x="18280" y="64995"/>
                </a:lnTo>
                <a:lnTo>
                  <a:pt x="18518" y="65468"/>
                </a:lnTo>
                <a:lnTo>
                  <a:pt x="18766" y="65936"/>
                </a:lnTo>
                <a:lnTo>
                  <a:pt x="19025" y="66398"/>
                </a:lnTo>
                <a:lnTo>
                  <a:pt x="19295" y="66852"/>
                </a:lnTo>
                <a:lnTo>
                  <a:pt x="19575" y="67299"/>
                </a:lnTo>
                <a:lnTo>
                  <a:pt x="19865" y="67740"/>
                </a:lnTo>
                <a:lnTo>
                  <a:pt x="20167" y="68173"/>
                </a:lnTo>
                <a:lnTo>
                  <a:pt x="20478" y="68599"/>
                </a:lnTo>
                <a:lnTo>
                  <a:pt x="20801" y="69018"/>
                </a:lnTo>
                <a:lnTo>
                  <a:pt x="21133" y="69430"/>
                </a:lnTo>
                <a:lnTo>
                  <a:pt x="21477" y="69835"/>
                </a:lnTo>
                <a:lnTo>
                  <a:pt x="21831" y="70233"/>
                </a:lnTo>
                <a:lnTo>
                  <a:pt x="22195" y="70624"/>
                </a:lnTo>
                <a:lnTo>
                  <a:pt x="22570" y="71008"/>
                </a:lnTo>
                <a:lnTo>
                  <a:pt x="22956" y="71385"/>
                </a:lnTo>
                <a:lnTo>
                  <a:pt x="23352" y="71755"/>
                </a:lnTo>
                <a:lnTo>
                  <a:pt x="23759" y="72118"/>
                </a:lnTo>
                <a:lnTo>
                  <a:pt x="24177" y="72473"/>
                </a:lnTo>
                <a:lnTo>
                  <a:pt x="24605" y="72822"/>
                </a:lnTo>
                <a:lnTo>
                  <a:pt x="25043" y="73164"/>
                </a:lnTo>
                <a:lnTo>
                  <a:pt x="25492" y="73498"/>
                </a:lnTo>
                <a:lnTo>
                  <a:pt x="25952" y="73826"/>
                </a:lnTo>
                <a:lnTo>
                  <a:pt x="26422" y="74147"/>
                </a:lnTo>
                <a:lnTo>
                  <a:pt x="26903" y="74460"/>
                </a:lnTo>
                <a:lnTo>
                  <a:pt x="27394" y="74766"/>
                </a:lnTo>
                <a:lnTo>
                  <a:pt x="27896" y="75066"/>
                </a:lnTo>
                <a:lnTo>
                  <a:pt x="27338" y="75184"/>
                </a:lnTo>
                <a:lnTo>
                  <a:pt x="26789" y="75315"/>
                </a:lnTo>
                <a:lnTo>
                  <a:pt x="26250" y="75457"/>
                </a:lnTo>
                <a:lnTo>
                  <a:pt x="25722" y="75611"/>
                </a:lnTo>
                <a:lnTo>
                  <a:pt x="25203" y="75776"/>
                </a:lnTo>
                <a:lnTo>
                  <a:pt x="24694" y="75953"/>
                </a:lnTo>
                <a:lnTo>
                  <a:pt x="24196" y="76142"/>
                </a:lnTo>
                <a:lnTo>
                  <a:pt x="23707" y="76343"/>
                </a:lnTo>
                <a:lnTo>
                  <a:pt x="23228" y="76556"/>
                </a:lnTo>
                <a:lnTo>
                  <a:pt x="22759" y="76780"/>
                </a:lnTo>
                <a:lnTo>
                  <a:pt x="22301" y="77016"/>
                </a:lnTo>
                <a:lnTo>
                  <a:pt x="21852" y="77264"/>
                </a:lnTo>
                <a:lnTo>
                  <a:pt x="21413" y="77523"/>
                </a:lnTo>
                <a:lnTo>
                  <a:pt x="20984" y="77794"/>
                </a:lnTo>
                <a:lnTo>
                  <a:pt x="20565" y="78077"/>
                </a:lnTo>
                <a:lnTo>
                  <a:pt x="20157" y="78372"/>
                </a:lnTo>
                <a:lnTo>
                  <a:pt x="19758" y="78678"/>
                </a:lnTo>
                <a:lnTo>
                  <a:pt x="19369" y="78997"/>
                </a:lnTo>
                <a:lnTo>
                  <a:pt x="18990" y="79327"/>
                </a:lnTo>
                <a:lnTo>
                  <a:pt x="18621" y="79668"/>
                </a:lnTo>
                <a:lnTo>
                  <a:pt x="18262" y="80022"/>
                </a:lnTo>
                <a:lnTo>
                  <a:pt x="17913" y="80387"/>
                </a:lnTo>
                <a:lnTo>
                  <a:pt x="17574" y="80764"/>
                </a:lnTo>
                <a:lnTo>
                  <a:pt x="17245" y="81152"/>
                </a:lnTo>
                <a:lnTo>
                  <a:pt x="16928" y="81549"/>
                </a:lnTo>
                <a:lnTo>
                  <a:pt x="16624" y="81949"/>
                </a:lnTo>
                <a:lnTo>
                  <a:pt x="16333" y="82354"/>
                </a:lnTo>
                <a:lnTo>
                  <a:pt x="16057" y="82763"/>
                </a:lnTo>
                <a:lnTo>
                  <a:pt x="15793" y="83176"/>
                </a:lnTo>
                <a:lnTo>
                  <a:pt x="15544" y="83593"/>
                </a:lnTo>
                <a:lnTo>
                  <a:pt x="15307" y="84014"/>
                </a:lnTo>
                <a:lnTo>
                  <a:pt x="15085" y="84440"/>
                </a:lnTo>
                <a:lnTo>
                  <a:pt x="14875" y="84869"/>
                </a:lnTo>
                <a:lnTo>
                  <a:pt x="14679" y="85303"/>
                </a:lnTo>
                <a:lnTo>
                  <a:pt x="14497" y="85740"/>
                </a:lnTo>
                <a:lnTo>
                  <a:pt x="14328" y="86182"/>
                </a:lnTo>
                <a:lnTo>
                  <a:pt x="14173" y="86628"/>
                </a:lnTo>
                <a:lnTo>
                  <a:pt x="14031" y="87078"/>
                </a:lnTo>
                <a:lnTo>
                  <a:pt x="13903" y="87532"/>
                </a:lnTo>
                <a:lnTo>
                  <a:pt x="13788" y="87990"/>
                </a:lnTo>
                <a:lnTo>
                  <a:pt x="13687" y="88452"/>
                </a:lnTo>
                <a:lnTo>
                  <a:pt x="13599" y="88919"/>
                </a:lnTo>
                <a:lnTo>
                  <a:pt x="13525" y="89389"/>
                </a:lnTo>
                <a:lnTo>
                  <a:pt x="13464" y="89864"/>
                </a:lnTo>
                <a:lnTo>
                  <a:pt x="13417" y="90343"/>
                </a:lnTo>
                <a:lnTo>
                  <a:pt x="13383" y="90825"/>
                </a:lnTo>
                <a:lnTo>
                  <a:pt x="13363" y="91312"/>
                </a:lnTo>
                <a:lnTo>
                  <a:pt x="13356" y="91803"/>
                </a:lnTo>
                <a:lnTo>
                  <a:pt x="13360" y="92169"/>
                </a:lnTo>
                <a:lnTo>
                  <a:pt x="13370" y="92533"/>
                </a:lnTo>
                <a:lnTo>
                  <a:pt x="13388" y="92894"/>
                </a:lnTo>
                <a:lnTo>
                  <a:pt x="13413" y="93255"/>
                </a:lnTo>
                <a:lnTo>
                  <a:pt x="13444" y="93613"/>
                </a:lnTo>
                <a:lnTo>
                  <a:pt x="13483" y="93970"/>
                </a:lnTo>
                <a:lnTo>
                  <a:pt x="13529" y="94324"/>
                </a:lnTo>
                <a:lnTo>
                  <a:pt x="13582" y="94678"/>
                </a:lnTo>
                <a:lnTo>
                  <a:pt x="13642" y="95029"/>
                </a:lnTo>
                <a:lnTo>
                  <a:pt x="13709" y="95379"/>
                </a:lnTo>
                <a:lnTo>
                  <a:pt x="13782" y="95726"/>
                </a:lnTo>
                <a:lnTo>
                  <a:pt x="13864" y="96072"/>
                </a:lnTo>
                <a:lnTo>
                  <a:pt x="13952" y="96417"/>
                </a:lnTo>
                <a:lnTo>
                  <a:pt x="14047" y="96759"/>
                </a:lnTo>
                <a:lnTo>
                  <a:pt x="14149" y="97100"/>
                </a:lnTo>
                <a:lnTo>
                  <a:pt x="14258" y="97439"/>
                </a:lnTo>
                <a:lnTo>
                  <a:pt x="14374" y="97776"/>
                </a:lnTo>
                <a:lnTo>
                  <a:pt x="14498" y="98112"/>
                </a:lnTo>
                <a:lnTo>
                  <a:pt x="14628" y="98446"/>
                </a:lnTo>
                <a:lnTo>
                  <a:pt x="14765" y="98777"/>
                </a:lnTo>
                <a:lnTo>
                  <a:pt x="14910" y="99108"/>
                </a:lnTo>
                <a:lnTo>
                  <a:pt x="15061" y="99436"/>
                </a:lnTo>
                <a:lnTo>
                  <a:pt x="15220" y="99763"/>
                </a:lnTo>
                <a:lnTo>
                  <a:pt x="15385" y="100088"/>
                </a:lnTo>
                <a:lnTo>
                  <a:pt x="15571" y="100409"/>
                </a:lnTo>
                <a:lnTo>
                  <a:pt x="15762" y="100725"/>
                </a:lnTo>
                <a:lnTo>
                  <a:pt x="15958" y="101036"/>
                </a:lnTo>
                <a:lnTo>
                  <a:pt x="16160" y="101342"/>
                </a:lnTo>
                <a:lnTo>
                  <a:pt x="16367" y="101642"/>
                </a:lnTo>
                <a:lnTo>
                  <a:pt x="16579" y="101937"/>
                </a:lnTo>
                <a:lnTo>
                  <a:pt x="16797" y="102227"/>
                </a:lnTo>
                <a:lnTo>
                  <a:pt x="17019" y="102511"/>
                </a:lnTo>
                <a:lnTo>
                  <a:pt x="17247" y="102790"/>
                </a:lnTo>
                <a:lnTo>
                  <a:pt x="17481" y="103064"/>
                </a:lnTo>
                <a:lnTo>
                  <a:pt x="17719" y="103333"/>
                </a:lnTo>
                <a:lnTo>
                  <a:pt x="17963" y="103596"/>
                </a:lnTo>
                <a:lnTo>
                  <a:pt x="18213" y="103854"/>
                </a:lnTo>
                <a:lnTo>
                  <a:pt x="18467" y="104107"/>
                </a:lnTo>
                <a:lnTo>
                  <a:pt x="18727" y="104354"/>
                </a:lnTo>
                <a:lnTo>
                  <a:pt x="18992" y="104596"/>
                </a:lnTo>
                <a:lnTo>
                  <a:pt x="19262" y="104833"/>
                </a:lnTo>
                <a:lnTo>
                  <a:pt x="19538" y="105065"/>
                </a:lnTo>
                <a:lnTo>
                  <a:pt x="19819" y="105291"/>
                </a:lnTo>
                <a:lnTo>
                  <a:pt x="20105" y="105512"/>
                </a:lnTo>
                <a:lnTo>
                  <a:pt x="20396" y="105728"/>
                </a:lnTo>
                <a:lnTo>
                  <a:pt x="20693" y="105938"/>
                </a:lnTo>
                <a:lnTo>
                  <a:pt x="20995" y="106143"/>
                </a:lnTo>
                <a:lnTo>
                  <a:pt x="21302" y="106343"/>
                </a:lnTo>
                <a:lnTo>
                  <a:pt x="20841" y="106545"/>
                </a:lnTo>
                <a:lnTo>
                  <a:pt x="20387" y="106757"/>
                </a:lnTo>
                <a:lnTo>
                  <a:pt x="19939" y="106977"/>
                </a:lnTo>
                <a:lnTo>
                  <a:pt x="19499" y="107207"/>
                </a:lnTo>
                <a:lnTo>
                  <a:pt x="19066" y="107447"/>
                </a:lnTo>
                <a:lnTo>
                  <a:pt x="18640" y="107696"/>
                </a:lnTo>
                <a:lnTo>
                  <a:pt x="18221" y="107954"/>
                </a:lnTo>
                <a:lnTo>
                  <a:pt x="17808" y="108222"/>
                </a:lnTo>
                <a:lnTo>
                  <a:pt x="17403" y="108499"/>
                </a:lnTo>
                <a:lnTo>
                  <a:pt x="17005" y="108785"/>
                </a:lnTo>
                <a:lnTo>
                  <a:pt x="16614" y="109081"/>
                </a:lnTo>
                <a:lnTo>
                  <a:pt x="16230" y="109386"/>
                </a:lnTo>
                <a:lnTo>
                  <a:pt x="15854" y="109701"/>
                </a:lnTo>
                <a:lnTo>
                  <a:pt x="15484" y="110025"/>
                </a:lnTo>
                <a:lnTo>
                  <a:pt x="15121" y="110359"/>
                </a:lnTo>
                <a:lnTo>
                  <a:pt x="14765" y="110701"/>
                </a:lnTo>
                <a:lnTo>
                  <a:pt x="14416" y="111054"/>
                </a:lnTo>
                <a:lnTo>
                  <a:pt x="14075" y="111415"/>
                </a:lnTo>
                <a:lnTo>
                  <a:pt x="13740" y="111786"/>
                </a:lnTo>
                <a:lnTo>
                  <a:pt x="13413" y="112167"/>
                </a:lnTo>
                <a:lnTo>
                  <a:pt x="13092" y="112556"/>
                </a:lnTo>
                <a:lnTo>
                  <a:pt x="12779" y="112956"/>
                </a:lnTo>
                <a:lnTo>
                  <a:pt x="12472" y="113364"/>
                </a:lnTo>
                <a:lnTo>
                  <a:pt x="12173" y="113782"/>
                </a:lnTo>
                <a:lnTo>
                  <a:pt x="11883" y="114207"/>
                </a:lnTo>
                <a:lnTo>
                  <a:pt x="11606" y="114637"/>
                </a:lnTo>
                <a:lnTo>
                  <a:pt x="11341" y="115071"/>
                </a:lnTo>
                <a:lnTo>
                  <a:pt x="11088" y="115510"/>
                </a:lnTo>
                <a:lnTo>
                  <a:pt x="10848" y="115954"/>
                </a:lnTo>
                <a:lnTo>
                  <a:pt x="10620" y="116403"/>
                </a:lnTo>
                <a:lnTo>
                  <a:pt x="10404" y="116856"/>
                </a:lnTo>
                <a:lnTo>
                  <a:pt x="10200" y="117314"/>
                </a:lnTo>
                <a:lnTo>
                  <a:pt x="10009" y="117776"/>
                </a:lnTo>
                <a:lnTo>
                  <a:pt x="9831" y="118244"/>
                </a:lnTo>
                <a:lnTo>
                  <a:pt x="9664" y="118716"/>
                </a:lnTo>
                <a:lnTo>
                  <a:pt x="9510" y="119192"/>
                </a:lnTo>
                <a:lnTo>
                  <a:pt x="9368" y="119674"/>
                </a:lnTo>
                <a:lnTo>
                  <a:pt x="9239" y="120160"/>
                </a:lnTo>
                <a:lnTo>
                  <a:pt x="9122" y="120651"/>
                </a:lnTo>
                <a:lnTo>
                  <a:pt x="9017" y="121146"/>
                </a:lnTo>
                <a:lnTo>
                  <a:pt x="8924" y="121646"/>
                </a:lnTo>
                <a:lnTo>
                  <a:pt x="8844" y="122151"/>
                </a:lnTo>
                <a:lnTo>
                  <a:pt x="8777" y="122661"/>
                </a:lnTo>
                <a:lnTo>
                  <a:pt x="8721" y="123175"/>
                </a:lnTo>
                <a:lnTo>
                  <a:pt x="8678" y="123694"/>
                </a:lnTo>
                <a:lnTo>
                  <a:pt x="8647" y="124217"/>
                </a:lnTo>
                <a:lnTo>
                  <a:pt x="8629" y="124746"/>
                </a:lnTo>
                <a:lnTo>
                  <a:pt x="8622" y="125279"/>
                </a:lnTo>
                <a:lnTo>
                  <a:pt x="8633" y="125993"/>
                </a:lnTo>
                <a:lnTo>
                  <a:pt x="8664" y="126697"/>
                </a:lnTo>
                <a:lnTo>
                  <a:pt x="8715" y="127392"/>
                </a:lnTo>
                <a:lnTo>
                  <a:pt x="8787" y="128078"/>
                </a:lnTo>
                <a:lnTo>
                  <a:pt x="8879" y="128754"/>
                </a:lnTo>
                <a:lnTo>
                  <a:pt x="8992" y="129421"/>
                </a:lnTo>
                <a:lnTo>
                  <a:pt x="9126" y="130078"/>
                </a:lnTo>
                <a:lnTo>
                  <a:pt x="9280" y="130726"/>
                </a:lnTo>
                <a:lnTo>
                  <a:pt x="9455" y="131365"/>
                </a:lnTo>
                <a:lnTo>
                  <a:pt x="9650" y="131994"/>
                </a:lnTo>
                <a:lnTo>
                  <a:pt x="9865" y="132614"/>
                </a:lnTo>
                <a:lnTo>
                  <a:pt x="10102" y="133225"/>
                </a:lnTo>
                <a:lnTo>
                  <a:pt x="10359" y="133826"/>
                </a:lnTo>
                <a:lnTo>
                  <a:pt x="10636" y="134418"/>
                </a:lnTo>
                <a:lnTo>
                  <a:pt x="10934" y="135000"/>
                </a:lnTo>
                <a:lnTo>
                  <a:pt x="11252" y="135573"/>
                </a:lnTo>
                <a:lnTo>
                  <a:pt x="11591" y="136137"/>
                </a:lnTo>
                <a:lnTo>
                  <a:pt x="11951" y="136691"/>
                </a:lnTo>
                <a:lnTo>
                  <a:pt x="12331" y="137236"/>
                </a:lnTo>
                <a:lnTo>
                  <a:pt x="12732" y="137771"/>
                </a:lnTo>
                <a:lnTo>
                  <a:pt x="13153" y="138297"/>
                </a:lnTo>
                <a:lnTo>
                  <a:pt x="13595" y="138814"/>
                </a:lnTo>
                <a:lnTo>
                  <a:pt x="14057" y="139321"/>
                </a:lnTo>
                <a:lnTo>
                  <a:pt x="14540" y="139819"/>
                </a:lnTo>
                <a:lnTo>
                  <a:pt x="15041" y="140301"/>
                </a:lnTo>
                <a:lnTo>
                  <a:pt x="15560" y="140764"/>
                </a:lnTo>
                <a:lnTo>
                  <a:pt x="16096" y="141205"/>
                </a:lnTo>
                <a:lnTo>
                  <a:pt x="16648" y="141627"/>
                </a:lnTo>
                <a:lnTo>
                  <a:pt x="17218" y="142027"/>
                </a:lnTo>
                <a:lnTo>
                  <a:pt x="17805" y="142407"/>
                </a:lnTo>
                <a:lnTo>
                  <a:pt x="18409" y="142767"/>
                </a:lnTo>
                <a:lnTo>
                  <a:pt x="19029" y="143106"/>
                </a:lnTo>
                <a:lnTo>
                  <a:pt x="19667" y="143424"/>
                </a:lnTo>
                <a:lnTo>
                  <a:pt x="20322" y="143722"/>
                </a:lnTo>
                <a:lnTo>
                  <a:pt x="20994" y="144000"/>
                </a:lnTo>
                <a:lnTo>
                  <a:pt x="21683" y="144257"/>
                </a:lnTo>
                <a:lnTo>
                  <a:pt x="22389" y="144493"/>
                </a:lnTo>
                <a:lnTo>
                  <a:pt x="23112" y="144709"/>
                </a:lnTo>
                <a:lnTo>
                  <a:pt x="23852" y="144904"/>
                </a:lnTo>
                <a:lnTo>
                  <a:pt x="24609" y="145078"/>
                </a:lnTo>
                <a:lnTo>
                  <a:pt x="25383" y="145232"/>
                </a:lnTo>
                <a:lnTo>
                  <a:pt x="26174" y="145366"/>
                </a:lnTo>
                <a:lnTo>
                  <a:pt x="26982" y="145479"/>
                </a:lnTo>
                <a:lnTo>
                  <a:pt x="27807" y="145572"/>
                </a:lnTo>
                <a:lnTo>
                  <a:pt x="28649" y="145643"/>
                </a:lnTo>
                <a:lnTo>
                  <a:pt x="29508" y="145695"/>
                </a:lnTo>
                <a:lnTo>
                  <a:pt x="30384" y="145726"/>
                </a:lnTo>
                <a:lnTo>
                  <a:pt x="31277" y="145736"/>
                </a:lnTo>
                <a:lnTo>
                  <a:pt x="70163" y="145736"/>
                </a:lnTo>
                <a:lnTo>
                  <a:pt x="71195" y="145724"/>
                </a:lnTo>
                <a:lnTo>
                  <a:pt x="72208" y="145687"/>
                </a:lnTo>
                <a:close/>
                <a:moveTo>
                  <a:pt x="34535" y="134525"/>
                </a:moveTo>
                <a:lnTo>
                  <a:pt x="34062" y="134484"/>
                </a:lnTo>
                <a:lnTo>
                  <a:pt x="33600" y="134431"/>
                </a:lnTo>
                <a:lnTo>
                  <a:pt x="33148" y="134366"/>
                </a:lnTo>
                <a:lnTo>
                  <a:pt x="32705" y="134290"/>
                </a:lnTo>
                <a:lnTo>
                  <a:pt x="32273" y="134202"/>
                </a:lnTo>
                <a:lnTo>
                  <a:pt x="31851" y="134102"/>
                </a:lnTo>
                <a:lnTo>
                  <a:pt x="31438" y="133990"/>
                </a:lnTo>
                <a:lnTo>
                  <a:pt x="31036" y="133867"/>
                </a:lnTo>
                <a:lnTo>
                  <a:pt x="30643" y="133732"/>
                </a:lnTo>
                <a:lnTo>
                  <a:pt x="30261" y="133585"/>
                </a:lnTo>
                <a:lnTo>
                  <a:pt x="29888" y="133427"/>
                </a:lnTo>
                <a:lnTo>
                  <a:pt x="29526" y="133257"/>
                </a:lnTo>
                <a:lnTo>
                  <a:pt x="29173" y="133075"/>
                </a:lnTo>
                <a:lnTo>
                  <a:pt x="28831" y="132881"/>
                </a:lnTo>
                <a:lnTo>
                  <a:pt x="28498" y="132675"/>
                </a:lnTo>
                <a:lnTo>
                  <a:pt x="28176" y="132458"/>
                </a:lnTo>
                <a:lnTo>
                  <a:pt x="27863" y="132229"/>
                </a:lnTo>
                <a:lnTo>
                  <a:pt x="27561" y="131989"/>
                </a:lnTo>
                <a:lnTo>
                  <a:pt x="27268" y="131736"/>
                </a:lnTo>
                <a:lnTo>
                  <a:pt x="26985" y="131472"/>
                </a:lnTo>
                <a:lnTo>
                  <a:pt x="26713" y="131196"/>
                </a:lnTo>
                <a:lnTo>
                  <a:pt x="26450" y="130912"/>
                </a:lnTo>
                <a:lnTo>
                  <a:pt x="26200" y="130624"/>
                </a:lnTo>
                <a:lnTo>
                  <a:pt x="25960" y="130332"/>
                </a:lnTo>
                <a:lnTo>
                  <a:pt x="25731" y="130036"/>
                </a:lnTo>
                <a:lnTo>
                  <a:pt x="25514" y="129736"/>
                </a:lnTo>
                <a:lnTo>
                  <a:pt x="25307" y="129431"/>
                </a:lnTo>
                <a:lnTo>
                  <a:pt x="25112" y="129123"/>
                </a:lnTo>
                <a:lnTo>
                  <a:pt x="24928" y="128810"/>
                </a:lnTo>
                <a:lnTo>
                  <a:pt x="24755" y="128494"/>
                </a:lnTo>
                <a:lnTo>
                  <a:pt x="24593" y="128173"/>
                </a:lnTo>
                <a:lnTo>
                  <a:pt x="24443" y="127848"/>
                </a:lnTo>
                <a:lnTo>
                  <a:pt x="24303" y="127519"/>
                </a:lnTo>
                <a:lnTo>
                  <a:pt x="24175" y="127186"/>
                </a:lnTo>
                <a:lnTo>
                  <a:pt x="24058" y="126849"/>
                </a:lnTo>
                <a:lnTo>
                  <a:pt x="23952" y="126507"/>
                </a:lnTo>
                <a:lnTo>
                  <a:pt x="23857" y="126162"/>
                </a:lnTo>
                <a:lnTo>
                  <a:pt x="23774" y="125812"/>
                </a:lnTo>
                <a:lnTo>
                  <a:pt x="23701" y="125458"/>
                </a:lnTo>
                <a:lnTo>
                  <a:pt x="23640" y="125101"/>
                </a:lnTo>
                <a:lnTo>
                  <a:pt x="23590" y="124739"/>
                </a:lnTo>
                <a:lnTo>
                  <a:pt x="23551" y="124373"/>
                </a:lnTo>
                <a:lnTo>
                  <a:pt x="23523" y="124003"/>
                </a:lnTo>
                <a:lnTo>
                  <a:pt x="23506" y="123628"/>
                </a:lnTo>
                <a:lnTo>
                  <a:pt x="23500" y="123250"/>
                </a:lnTo>
                <a:lnTo>
                  <a:pt x="23506" y="122858"/>
                </a:lnTo>
                <a:lnTo>
                  <a:pt x="23523" y="122470"/>
                </a:lnTo>
                <a:lnTo>
                  <a:pt x="23551" y="122088"/>
                </a:lnTo>
                <a:lnTo>
                  <a:pt x="23590" y="121710"/>
                </a:lnTo>
                <a:lnTo>
                  <a:pt x="23640" y="121336"/>
                </a:lnTo>
                <a:lnTo>
                  <a:pt x="23701" y="120968"/>
                </a:lnTo>
                <a:lnTo>
                  <a:pt x="23774" y="120604"/>
                </a:lnTo>
                <a:lnTo>
                  <a:pt x="23857" y="120244"/>
                </a:lnTo>
                <a:lnTo>
                  <a:pt x="23952" y="119890"/>
                </a:lnTo>
                <a:lnTo>
                  <a:pt x="24058" y="119540"/>
                </a:lnTo>
                <a:lnTo>
                  <a:pt x="24175" y="119195"/>
                </a:lnTo>
                <a:lnTo>
                  <a:pt x="24303" y="118854"/>
                </a:lnTo>
                <a:lnTo>
                  <a:pt x="24443" y="118518"/>
                </a:lnTo>
                <a:lnTo>
                  <a:pt x="24593" y="118187"/>
                </a:lnTo>
                <a:lnTo>
                  <a:pt x="24755" y="117861"/>
                </a:lnTo>
                <a:lnTo>
                  <a:pt x="24928" y="117539"/>
                </a:lnTo>
                <a:lnTo>
                  <a:pt x="25112" y="117222"/>
                </a:lnTo>
                <a:lnTo>
                  <a:pt x="25307" y="116910"/>
                </a:lnTo>
                <a:lnTo>
                  <a:pt x="25514" y="116602"/>
                </a:lnTo>
                <a:lnTo>
                  <a:pt x="25731" y="116299"/>
                </a:lnTo>
                <a:lnTo>
                  <a:pt x="25960" y="116001"/>
                </a:lnTo>
                <a:lnTo>
                  <a:pt x="26200" y="115708"/>
                </a:lnTo>
                <a:lnTo>
                  <a:pt x="26450" y="115419"/>
                </a:lnTo>
                <a:lnTo>
                  <a:pt x="26713" y="115135"/>
                </a:lnTo>
                <a:lnTo>
                  <a:pt x="26985" y="114873"/>
                </a:lnTo>
                <a:lnTo>
                  <a:pt x="27268" y="114622"/>
                </a:lnTo>
                <a:lnTo>
                  <a:pt x="27561" y="114382"/>
                </a:lnTo>
                <a:lnTo>
                  <a:pt x="27863" y="114153"/>
                </a:lnTo>
                <a:lnTo>
                  <a:pt x="28176" y="113936"/>
                </a:lnTo>
                <a:lnTo>
                  <a:pt x="28498" y="113729"/>
                </a:lnTo>
                <a:lnTo>
                  <a:pt x="28831" y="113534"/>
                </a:lnTo>
                <a:lnTo>
                  <a:pt x="29173" y="113350"/>
                </a:lnTo>
                <a:lnTo>
                  <a:pt x="29526" y="113177"/>
                </a:lnTo>
                <a:lnTo>
                  <a:pt x="29888" y="113016"/>
                </a:lnTo>
                <a:lnTo>
                  <a:pt x="30261" y="112865"/>
                </a:lnTo>
                <a:lnTo>
                  <a:pt x="30643" y="112726"/>
                </a:lnTo>
                <a:lnTo>
                  <a:pt x="31036" y="112597"/>
                </a:lnTo>
                <a:lnTo>
                  <a:pt x="31438" y="112480"/>
                </a:lnTo>
                <a:lnTo>
                  <a:pt x="31851" y="112374"/>
                </a:lnTo>
                <a:lnTo>
                  <a:pt x="32273" y="112279"/>
                </a:lnTo>
                <a:lnTo>
                  <a:pt x="32705" y="112196"/>
                </a:lnTo>
                <a:lnTo>
                  <a:pt x="33148" y="112123"/>
                </a:lnTo>
                <a:lnTo>
                  <a:pt x="33600" y="112062"/>
                </a:lnTo>
                <a:lnTo>
                  <a:pt x="34062" y="112012"/>
                </a:lnTo>
                <a:lnTo>
                  <a:pt x="34535" y="111973"/>
                </a:lnTo>
                <a:lnTo>
                  <a:pt x="35017" y="111945"/>
                </a:lnTo>
                <a:lnTo>
                  <a:pt x="35509" y="111928"/>
                </a:lnTo>
                <a:lnTo>
                  <a:pt x="36011" y="111922"/>
                </a:lnTo>
                <a:lnTo>
                  <a:pt x="67965" y="111922"/>
                </a:lnTo>
                <a:lnTo>
                  <a:pt x="68495" y="111928"/>
                </a:lnTo>
                <a:lnTo>
                  <a:pt x="69012" y="111945"/>
                </a:lnTo>
                <a:lnTo>
                  <a:pt x="69518" y="111973"/>
                </a:lnTo>
                <a:lnTo>
                  <a:pt x="70013" y="112012"/>
                </a:lnTo>
                <a:lnTo>
                  <a:pt x="70495" y="112062"/>
                </a:lnTo>
                <a:lnTo>
                  <a:pt x="70966" y="112123"/>
                </a:lnTo>
                <a:lnTo>
                  <a:pt x="71425" y="112196"/>
                </a:lnTo>
                <a:lnTo>
                  <a:pt x="71872" y="112279"/>
                </a:lnTo>
                <a:lnTo>
                  <a:pt x="72308" y="112374"/>
                </a:lnTo>
                <a:lnTo>
                  <a:pt x="72732" y="112480"/>
                </a:lnTo>
                <a:lnTo>
                  <a:pt x="73144" y="112597"/>
                </a:lnTo>
                <a:lnTo>
                  <a:pt x="73544" y="112726"/>
                </a:lnTo>
                <a:lnTo>
                  <a:pt x="73933" y="112865"/>
                </a:lnTo>
                <a:lnTo>
                  <a:pt x="74310" y="113016"/>
                </a:lnTo>
                <a:lnTo>
                  <a:pt x="74675" y="113177"/>
                </a:lnTo>
                <a:lnTo>
                  <a:pt x="75028" y="113350"/>
                </a:lnTo>
                <a:lnTo>
                  <a:pt x="75370" y="113534"/>
                </a:lnTo>
                <a:lnTo>
                  <a:pt x="75700" y="113729"/>
                </a:lnTo>
                <a:lnTo>
                  <a:pt x="76018" y="113936"/>
                </a:lnTo>
                <a:lnTo>
                  <a:pt x="76324" y="114153"/>
                </a:lnTo>
                <a:lnTo>
                  <a:pt x="76619" y="114382"/>
                </a:lnTo>
                <a:lnTo>
                  <a:pt x="76902" y="114622"/>
                </a:lnTo>
                <a:lnTo>
                  <a:pt x="77173" y="114873"/>
                </a:lnTo>
                <a:lnTo>
                  <a:pt x="77433" y="115135"/>
                </a:lnTo>
                <a:lnTo>
                  <a:pt x="77695" y="115405"/>
                </a:lnTo>
                <a:lnTo>
                  <a:pt x="77946" y="115681"/>
                </a:lnTo>
                <a:lnTo>
                  <a:pt x="78186" y="115962"/>
                </a:lnTo>
                <a:lnTo>
                  <a:pt x="78414" y="116248"/>
                </a:lnTo>
                <a:lnTo>
                  <a:pt x="78632" y="116539"/>
                </a:lnTo>
                <a:lnTo>
                  <a:pt x="78838" y="116836"/>
                </a:lnTo>
                <a:lnTo>
                  <a:pt x="79033" y="117138"/>
                </a:lnTo>
                <a:lnTo>
                  <a:pt x="79217" y="117445"/>
                </a:lnTo>
                <a:lnTo>
                  <a:pt x="79390" y="117758"/>
                </a:lnTo>
                <a:lnTo>
                  <a:pt x="79552" y="118076"/>
                </a:lnTo>
                <a:lnTo>
                  <a:pt x="79703" y="118399"/>
                </a:lnTo>
                <a:lnTo>
                  <a:pt x="79842" y="118727"/>
                </a:lnTo>
                <a:lnTo>
                  <a:pt x="79970" y="119061"/>
                </a:lnTo>
                <a:lnTo>
                  <a:pt x="80087" y="119400"/>
                </a:lnTo>
                <a:lnTo>
                  <a:pt x="80193" y="119744"/>
                </a:lnTo>
                <a:lnTo>
                  <a:pt x="80288" y="120094"/>
                </a:lnTo>
                <a:lnTo>
                  <a:pt x="80372" y="120449"/>
                </a:lnTo>
                <a:lnTo>
                  <a:pt x="80444" y="120809"/>
                </a:lnTo>
                <a:lnTo>
                  <a:pt x="80506" y="121174"/>
                </a:lnTo>
                <a:lnTo>
                  <a:pt x="80556" y="121545"/>
                </a:lnTo>
                <a:lnTo>
                  <a:pt x="80595" y="121921"/>
                </a:lnTo>
                <a:lnTo>
                  <a:pt x="80623" y="122302"/>
                </a:lnTo>
                <a:lnTo>
                  <a:pt x="80639" y="122689"/>
                </a:lnTo>
                <a:lnTo>
                  <a:pt x="80645" y="123081"/>
                </a:lnTo>
                <a:lnTo>
                  <a:pt x="80639" y="123487"/>
                </a:lnTo>
                <a:lnTo>
                  <a:pt x="80623" y="123886"/>
                </a:lnTo>
                <a:lnTo>
                  <a:pt x="80595" y="124280"/>
                </a:lnTo>
                <a:lnTo>
                  <a:pt x="80556" y="124668"/>
                </a:lnTo>
                <a:lnTo>
                  <a:pt x="80506" y="125050"/>
                </a:lnTo>
                <a:lnTo>
                  <a:pt x="80444" y="125427"/>
                </a:lnTo>
                <a:lnTo>
                  <a:pt x="80372" y="125797"/>
                </a:lnTo>
                <a:lnTo>
                  <a:pt x="80288" y="126162"/>
                </a:lnTo>
                <a:lnTo>
                  <a:pt x="80193" y="126520"/>
                </a:lnTo>
                <a:lnTo>
                  <a:pt x="80087" y="126873"/>
                </a:lnTo>
                <a:lnTo>
                  <a:pt x="79970" y="127220"/>
                </a:lnTo>
                <a:lnTo>
                  <a:pt x="79842" y="127561"/>
                </a:lnTo>
                <a:lnTo>
                  <a:pt x="79703" y="127896"/>
                </a:lnTo>
                <a:lnTo>
                  <a:pt x="79552" y="128226"/>
                </a:lnTo>
                <a:lnTo>
                  <a:pt x="79390" y="128549"/>
                </a:lnTo>
                <a:lnTo>
                  <a:pt x="79217" y="128867"/>
                </a:lnTo>
                <a:lnTo>
                  <a:pt x="79033" y="129178"/>
                </a:lnTo>
                <a:lnTo>
                  <a:pt x="78838" y="129484"/>
                </a:lnTo>
                <a:lnTo>
                  <a:pt x="78632" y="129784"/>
                </a:lnTo>
                <a:lnTo>
                  <a:pt x="78414" y="130078"/>
                </a:lnTo>
                <a:lnTo>
                  <a:pt x="78186" y="130367"/>
                </a:lnTo>
                <a:lnTo>
                  <a:pt x="77946" y="130649"/>
                </a:lnTo>
                <a:lnTo>
                  <a:pt x="77695" y="130925"/>
                </a:lnTo>
                <a:lnTo>
                  <a:pt x="77433" y="131196"/>
                </a:lnTo>
                <a:lnTo>
                  <a:pt x="77160" y="131472"/>
                </a:lnTo>
                <a:lnTo>
                  <a:pt x="76876" y="131736"/>
                </a:lnTo>
                <a:lnTo>
                  <a:pt x="76582" y="131989"/>
                </a:lnTo>
                <a:lnTo>
                  <a:pt x="76277" y="132229"/>
                </a:lnTo>
                <a:lnTo>
                  <a:pt x="75962" y="132458"/>
                </a:lnTo>
                <a:lnTo>
                  <a:pt x="75636" y="132675"/>
                </a:lnTo>
                <a:lnTo>
                  <a:pt x="75300" y="132881"/>
                </a:lnTo>
                <a:lnTo>
                  <a:pt x="74953" y="133075"/>
                </a:lnTo>
                <a:lnTo>
                  <a:pt x="74596" y="133257"/>
                </a:lnTo>
                <a:lnTo>
                  <a:pt x="74228" y="133427"/>
                </a:lnTo>
                <a:lnTo>
                  <a:pt x="73849" y="133585"/>
                </a:lnTo>
                <a:lnTo>
                  <a:pt x="73460" y="133732"/>
                </a:lnTo>
                <a:lnTo>
                  <a:pt x="73060" y="133867"/>
                </a:lnTo>
                <a:lnTo>
                  <a:pt x="72650" y="133990"/>
                </a:lnTo>
                <a:lnTo>
                  <a:pt x="72229" y="134102"/>
                </a:lnTo>
                <a:lnTo>
                  <a:pt x="71797" y="134202"/>
                </a:lnTo>
                <a:lnTo>
                  <a:pt x="71355" y="134290"/>
                </a:lnTo>
                <a:lnTo>
                  <a:pt x="70903" y="134366"/>
                </a:lnTo>
                <a:lnTo>
                  <a:pt x="70439" y="134431"/>
                </a:lnTo>
                <a:lnTo>
                  <a:pt x="69966" y="134484"/>
                </a:lnTo>
                <a:lnTo>
                  <a:pt x="69481" y="134525"/>
                </a:lnTo>
                <a:lnTo>
                  <a:pt x="68986" y="134554"/>
                </a:lnTo>
                <a:lnTo>
                  <a:pt x="68481" y="134572"/>
                </a:lnTo>
                <a:lnTo>
                  <a:pt x="67965" y="134577"/>
                </a:lnTo>
                <a:lnTo>
                  <a:pt x="36011" y="134577"/>
                </a:lnTo>
                <a:lnTo>
                  <a:pt x="35509" y="134572"/>
                </a:lnTo>
                <a:lnTo>
                  <a:pt x="35017" y="134554"/>
                </a:lnTo>
                <a:lnTo>
                  <a:pt x="34535" y="134525"/>
                </a:lnTo>
                <a:close/>
                <a:moveTo>
                  <a:pt x="49510" y="69590"/>
                </a:moveTo>
                <a:lnTo>
                  <a:pt x="48795" y="69538"/>
                </a:lnTo>
                <a:lnTo>
                  <a:pt x="48092" y="69472"/>
                </a:lnTo>
                <a:lnTo>
                  <a:pt x="47402" y="69391"/>
                </a:lnTo>
                <a:lnTo>
                  <a:pt x="46725" y="69296"/>
                </a:lnTo>
                <a:lnTo>
                  <a:pt x="46061" y="69186"/>
                </a:lnTo>
                <a:lnTo>
                  <a:pt x="45410" y="69061"/>
                </a:lnTo>
                <a:lnTo>
                  <a:pt x="44772" y="68922"/>
                </a:lnTo>
                <a:lnTo>
                  <a:pt x="44147" y="68768"/>
                </a:lnTo>
                <a:lnTo>
                  <a:pt x="43535" y="68599"/>
                </a:lnTo>
                <a:lnTo>
                  <a:pt x="42935" y="68416"/>
                </a:lnTo>
                <a:lnTo>
                  <a:pt x="42349" y="68217"/>
                </a:lnTo>
                <a:lnTo>
                  <a:pt x="41775" y="68005"/>
                </a:lnTo>
                <a:lnTo>
                  <a:pt x="41215" y="67777"/>
                </a:lnTo>
                <a:lnTo>
                  <a:pt x="40667" y="67535"/>
                </a:lnTo>
                <a:lnTo>
                  <a:pt x="40132" y="67278"/>
                </a:lnTo>
                <a:lnTo>
                  <a:pt x="39610" y="67007"/>
                </a:lnTo>
                <a:lnTo>
                  <a:pt x="39101" y="66720"/>
                </a:lnTo>
                <a:lnTo>
                  <a:pt x="38605" y="66420"/>
                </a:lnTo>
                <a:lnTo>
                  <a:pt x="38122" y="66104"/>
                </a:lnTo>
                <a:lnTo>
                  <a:pt x="37652" y="65774"/>
                </a:lnTo>
                <a:lnTo>
                  <a:pt x="37195" y="65429"/>
                </a:lnTo>
                <a:lnTo>
                  <a:pt x="36767" y="65057"/>
                </a:lnTo>
                <a:lnTo>
                  <a:pt x="36358" y="64673"/>
                </a:lnTo>
                <a:lnTo>
                  <a:pt x="35966" y="64277"/>
                </a:lnTo>
                <a:lnTo>
                  <a:pt x="35593" y="63870"/>
                </a:lnTo>
                <a:lnTo>
                  <a:pt x="35238" y="63451"/>
                </a:lnTo>
                <a:lnTo>
                  <a:pt x="34902" y="63020"/>
                </a:lnTo>
                <a:lnTo>
                  <a:pt x="34583" y="62577"/>
                </a:lnTo>
                <a:lnTo>
                  <a:pt x="34283" y="62123"/>
                </a:lnTo>
                <a:lnTo>
                  <a:pt x="34001" y="61657"/>
                </a:lnTo>
                <a:lnTo>
                  <a:pt x="33737" y="61179"/>
                </a:lnTo>
                <a:lnTo>
                  <a:pt x="33491" y="60689"/>
                </a:lnTo>
                <a:lnTo>
                  <a:pt x="33264" y="60188"/>
                </a:lnTo>
                <a:lnTo>
                  <a:pt x="33055" y="59675"/>
                </a:lnTo>
                <a:lnTo>
                  <a:pt x="32864" y="59150"/>
                </a:lnTo>
                <a:lnTo>
                  <a:pt x="32691" y="58613"/>
                </a:lnTo>
                <a:lnTo>
                  <a:pt x="32536" y="58065"/>
                </a:lnTo>
                <a:lnTo>
                  <a:pt x="32400" y="57505"/>
                </a:lnTo>
                <a:lnTo>
                  <a:pt x="32281" y="56933"/>
                </a:lnTo>
                <a:lnTo>
                  <a:pt x="32181" y="56350"/>
                </a:lnTo>
                <a:lnTo>
                  <a:pt x="32099" y="55755"/>
                </a:lnTo>
                <a:lnTo>
                  <a:pt x="32036" y="55148"/>
                </a:lnTo>
                <a:lnTo>
                  <a:pt x="31990" y="54529"/>
                </a:lnTo>
                <a:lnTo>
                  <a:pt x="31963" y="53898"/>
                </a:lnTo>
                <a:lnTo>
                  <a:pt x="31954" y="53256"/>
                </a:lnTo>
                <a:lnTo>
                  <a:pt x="31963" y="52600"/>
                </a:lnTo>
                <a:lnTo>
                  <a:pt x="31990" y="51958"/>
                </a:lnTo>
                <a:lnTo>
                  <a:pt x="32036" y="51328"/>
                </a:lnTo>
                <a:lnTo>
                  <a:pt x="32099" y="50711"/>
                </a:lnTo>
                <a:lnTo>
                  <a:pt x="32181" y="50107"/>
                </a:lnTo>
                <a:lnTo>
                  <a:pt x="32281" y="49516"/>
                </a:lnTo>
                <a:lnTo>
                  <a:pt x="32400" y="48937"/>
                </a:lnTo>
                <a:lnTo>
                  <a:pt x="32536" y="48372"/>
                </a:lnTo>
                <a:lnTo>
                  <a:pt x="32691" y="47820"/>
                </a:lnTo>
                <a:lnTo>
                  <a:pt x="32864" y="47280"/>
                </a:lnTo>
                <a:lnTo>
                  <a:pt x="33055" y="46754"/>
                </a:lnTo>
                <a:lnTo>
                  <a:pt x="33264" y="46240"/>
                </a:lnTo>
                <a:lnTo>
                  <a:pt x="33491" y="45739"/>
                </a:lnTo>
                <a:lnTo>
                  <a:pt x="33737" y="45251"/>
                </a:lnTo>
                <a:lnTo>
                  <a:pt x="34001" y="44776"/>
                </a:lnTo>
                <a:lnTo>
                  <a:pt x="34283" y="44314"/>
                </a:lnTo>
                <a:lnTo>
                  <a:pt x="34583" y="43865"/>
                </a:lnTo>
                <a:lnTo>
                  <a:pt x="34902" y="43429"/>
                </a:lnTo>
                <a:lnTo>
                  <a:pt x="35238" y="43006"/>
                </a:lnTo>
                <a:lnTo>
                  <a:pt x="35593" y="42596"/>
                </a:lnTo>
                <a:lnTo>
                  <a:pt x="35966" y="42198"/>
                </a:lnTo>
                <a:lnTo>
                  <a:pt x="36358" y="41814"/>
                </a:lnTo>
                <a:lnTo>
                  <a:pt x="36767" y="41442"/>
                </a:lnTo>
                <a:lnTo>
                  <a:pt x="37195" y="41083"/>
                </a:lnTo>
                <a:lnTo>
                  <a:pt x="37652" y="40738"/>
                </a:lnTo>
                <a:lnTo>
                  <a:pt x="38122" y="40408"/>
                </a:lnTo>
                <a:lnTo>
                  <a:pt x="38605" y="40093"/>
                </a:lnTo>
                <a:lnTo>
                  <a:pt x="39101" y="39792"/>
                </a:lnTo>
                <a:lnTo>
                  <a:pt x="39610" y="39506"/>
                </a:lnTo>
                <a:lnTo>
                  <a:pt x="40132" y="39234"/>
                </a:lnTo>
                <a:lnTo>
                  <a:pt x="40667" y="38977"/>
                </a:lnTo>
                <a:lnTo>
                  <a:pt x="41215" y="38735"/>
                </a:lnTo>
                <a:lnTo>
                  <a:pt x="41775" y="38508"/>
                </a:lnTo>
                <a:lnTo>
                  <a:pt x="42349" y="38295"/>
                </a:lnTo>
                <a:lnTo>
                  <a:pt x="42935" y="38097"/>
                </a:lnTo>
                <a:lnTo>
                  <a:pt x="43535" y="37913"/>
                </a:lnTo>
                <a:lnTo>
                  <a:pt x="44147" y="37745"/>
                </a:lnTo>
                <a:lnTo>
                  <a:pt x="44772" y="37590"/>
                </a:lnTo>
                <a:lnTo>
                  <a:pt x="45410" y="37451"/>
                </a:lnTo>
                <a:lnTo>
                  <a:pt x="46061" y="37326"/>
                </a:lnTo>
                <a:lnTo>
                  <a:pt x="46725" y="37216"/>
                </a:lnTo>
                <a:lnTo>
                  <a:pt x="47402" y="37121"/>
                </a:lnTo>
                <a:lnTo>
                  <a:pt x="48092" y="37040"/>
                </a:lnTo>
                <a:lnTo>
                  <a:pt x="48795" y="36974"/>
                </a:lnTo>
                <a:lnTo>
                  <a:pt x="49510" y="36923"/>
                </a:lnTo>
                <a:lnTo>
                  <a:pt x="50239" y="36886"/>
                </a:lnTo>
                <a:lnTo>
                  <a:pt x="50980" y="36864"/>
                </a:lnTo>
                <a:lnTo>
                  <a:pt x="51735" y="36857"/>
                </a:lnTo>
                <a:lnTo>
                  <a:pt x="52502" y="36864"/>
                </a:lnTo>
                <a:lnTo>
                  <a:pt x="53256" y="36886"/>
                </a:lnTo>
                <a:lnTo>
                  <a:pt x="53996" y="36923"/>
                </a:lnTo>
                <a:lnTo>
                  <a:pt x="54721" y="36974"/>
                </a:lnTo>
                <a:lnTo>
                  <a:pt x="55433" y="37040"/>
                </a:lnTo>
                <a:lnTo>
                  <a:pt x="56130" y="37121"/>
                </a:lnTo>
                <a:lnTo>
                  <a:pt x="56814" y="37216"/>
                </a:lnTo>
                <a:lnTo>
                  <a:pt x="57483" y="37326"/>
                </a:lnTo>
                <a:lnTo>
                  <a:pt x="58138" y="37451"/>
                </a:lnTo>
                <a:lnTo>
                  <a:pt x="58779" y="37590"/>
                </a:lnTo>
                <a:lnTo>
                  <a:pt x="59406" y="37745"/>
                </a:lnTo>
                <a:lnTo>
                  <a:pt x="60019" y="37913"/>
                </a:lnTo>
                <a:lnTo>
                  <a:pt x="60618" y="38097"/>
                </a:lnTo>
                <a:lnTo>
                  <a:pt x="61202" y="38295"/>
                </a:lnTo>
                <a:lnTo>
                  <a:pt x="61773" y="38508"/>
                </a:lnTo>
                <a:lnTo>
                  <a:pt x="62329" y="38735"/>
                </a:lnTo>
                <a:lnTo>
                  <a:pt x="62872" y="38977"/>
                </a:lnTo>
                <a:lnTo>
                  <a:pt x="63400" y="39234"/>
                </a:lnTo>
                <a:lnTo>
                  <a:pt x="63914" y="39506"/>
                </a:lnTo>
                <a:lnTo>
                  <a:pt x="64415" y="39792"/>
                </a:lnTo>
                <a:lnTo>
                  <a:pt x="64901" y="40093"/>
                </a:lnTo>
                <a:lnTo>
                  <a:pt x="65373" y="40408"/>
                </a:lnTo>
                <a:lnTo>
                  <a:pt x="65831" y="40738"/>
                </a:lnTo>
                <a:lnTo>
                  <a:pt x="66274" y="41083"/>
                </a:lnTo>
                <a:lnTo>
                  <a:pt x="66702" y="41442"/>
                </a:lnTo>
                <a:lnTo>
                  <a:pt x="67111" y="41814"/>
                </a:lnTo>
                <a:lnTo>
                  <a:pt x="67503" y="42198"/>
                </a:lnTo>
                <a:lnTo>
                  <a:pt x="67876" y="42596"/>
                </a:lnTo>
                <a:lnTo>
                  <a:pt x="68231" y="43006"/>
                </a:lnTo>
                <a:lnTo>
                  <a:pt x="68567" y="43429"/>
                </a:lnTo>
                <a:lnTo>
                  <a:pt x="68886" y="43865"/>
                </a:lnTo>
                <a:lnTo>
                  <a:pt x="69186" y="44314"/>
                </a:lnTo>
                <a:lnTo>
                  <a:pt x="69468" y="44776"/>
                </a:lnTo>
                <a:lnTo>
                  <a:pt x="69732" y="45251"/>
                </a:lnTo>
                <a:lnTo>
                  <a:pt x="69978" y="45739"/>
                </a:lnTo>
                <a:lnTo>
                  <a:pt x="70205" y="46240"/>
                </a:lnTo>
                <a:lnTo>
                  <a:pt x="70414" y="46754"/>
                </a:lnTo>
                <a:lnTo>
                  <a:pt x="70605" y="47280"/>
                </a:lnTo>
                <a:lnTo>
                  <a:pt x="70778" y="47820"/>
                </a:lnTo>
                <a:lnTo>
                  <a:pt x="70933" y="48372"/>
                </a:lnTo>
                <a:lnTo>
                  <a:pt x="71070" y="48937"/>
                </a:lnTo>
                <a:lnTo>
                  <a:pt x="71188" y="49516"/>
                </a:lnTo>
                <a:lnTo>
                  <a:pt x="71288" y="50107"/>
                </a:lnTo>
                <a:lnTo>
                  <a:pt x="71370" y="50711"/>
                </a:lnTo>
                <a:lnTo>
                  <a:pt x="71434" y="51328"/>
                </a:lnTo>
                <a:lnTo>
                  <a:pt x="71479" y="51958"/>
                </a:lnTo>
                <a:lnTo>
                  <a:pt x="71506" y="52600"/>
                </a:lnTo>
                <a:lnTo>
                  <a:pt x="71515" y="53256"/>
                </a:lnTo>
                <a:lnTo>
                  <a:pt x="71506" y="53898"/>
                </a:lnTo>
                <a:lnTo>
                  <a:pt x="71479" y="54529"/>
                </a:lnTo>
                <a:lnTo>
                  <a:pt x="71434" y="55148"/>
                </a:lnTo>
                <a:lnTo>
                  <a:pt x="71370" y="55755"/>
                </a:lnTo>
                <a:lnTo>
                  <a:pt x="71288" y="56350"/>
                </a:lnTo>
                <a:lnTo>
                  <a:pt x="71188" y="56933"/>
                </a:lnTo>
                <a:lnTo>
                  <a:pt x="71070" y="57505"/>
                </a:lnTo>
                <a:lnTo>
                  <a:pt x="70933" y="58065"/>
                </a:lnTo>
                <a:lnTo>
                  <a:pt x="70778" y="58613"/>
                </a:lnTo>
                <a:lnTo>
                  <a:pt x="70605" y="59150"/>
                </a:lnTo>
                <a:lnTo>
                  <a:pt x="70414" y="59675"/>
                </a:lnTo>
                <a:lnTo>
                  <a:pt x="70205" y="60188"/>
                </a:lnTo>
                <a:lnTo>
                  <a:pt x="69978" y="60689"/>
                </a:lnTo>
                <a:lnTo>
                  <a:pt x="69732" y="61179"/>
                </a:lnTo>
                <a:lnTo>
                  <a:pt x="69468" y="61657"/>
                </a:lnTo>
                <a:lnTo>
                  <a:pt x="69186" y="62123"/>
                </a:lnTo>
                <a:lnTo>
                  <a:pt x="68886" y="62577"/>
                </a:lnTo>
                <a:lnTo>
                  <a:pt x="68567" y="63020"/>
                </a:lnTo>
                <a:lnTo>
                  <a:pt x="68231" y="63451"/>
                </a:lnTo>
                <a:lnTo>
                  <a:pt x="67876" y="63870"/>
                </a:lnTo>
                <a:lnTo>
                  <a:pt x="67503" y="64277"/>
                </a:lnTo>
                <a:lnTo>
                  <a:pt x="67111" y="64673"/>
                </a:lnTo>
                <a:lnTo>
                  <a:pt x="66702" y="65057"/>
                </a:lnTo>
                <a:lnTo>
                  <a:pt x="66274" y="65429"/>
                </a:lnTo>
                <a:lnTo>
                  <a:pt x="65831" y="65774"/>
                </a:lnTo>
                <a:lnTo>
                  <a:pt x="65373" y="66104"/>
                </a:lnTo>
                <a:lnTo>
                  <a:pt x="64901" y="66420"/>
                </a:lnTo>
                <a:lnTo>
                  <a:pt x="64415" y="66720"/>
                </a:lnTo>
                <a:lnTo>
                  <a:pt x="63914" y="67007"/>
                </a:lnTo>
                <a:lnTo>
                  <a:pt x="63400" y="67278"/>
                </a:lnTo>
                <a:lnTo>
                  <a:pt x="62872" y="67535"/>
                </a:lnTo>
                <a:lnTo>
                  <a:pt x="62329" y="67777"/>
                </a:lnTo>
                <a:lnTo>
                  <a:pt x="61773" y="68005"/>
                </a:lnTo>
                <a:lnTo>
                  <a:pt x="61202" y="68217"/>
                </a:lnTo>
                <a:lnTo>
                  <a:pt x="60618" y="68416"/>
                </a:lnTo>
                <a:lnTo>
                  <a:pt x="60019" y="68599"/>
                </a:lnTo>
                <a:lnTo>
                  <a:pt x="59406" y="68768"/>
                </a:lnTo>
                <a:lnTo>
                  <a:pt x="58779" y="68922"/>
                </a:lnTo>
                <a:lnTo>
                  <a:pt x="58138" y="69061"/>
                </a:lnTo>
                <a:lnTo>
                  <a:pt x="57483" y="69186"/>
                </a:lnTo>
                <a:lnTo>
                  <a:pt x="56814" y="69296"/>
                </a:lnTo>
                <a:lnTo>
                  <a:pt x="56130" y="69391"/>
                </a:lnTo>
                <a:lnTo>
                  <a:pt x="55433" y="69472"/>
                </a:lnTo>
                <a:lnTo>
                  <a:pt x="54721" y="69538"/>
                </a:lnTo>
                <a:lnTo>
                  <a:pt x="53996" y="69590"/>
                </a:lnTo>
                <a:lnTo>
                  <a:pt x="53256" y="69626"/>
                </a:lnTo>
                <a:lnTo>
                  <a:pt x="52502" y="69648"/>
                </a:lnTo>
                <a:lnTo>
                  <a:pt x="51735" y="69656"/>
                </a:lnTo>
                <a:lnTo>
                  <a:pt x="50980" y="69648"/>
                </a:lnTo>
                <a:lnTo>
                  <a:pt x="50239" y="69626"/>
                </a:lnTo>
                <a:lnTo>
                  <a:pt x="49510" y="69590"/>
                </a:lnTo>
                <a:close/>
                <a:moveTo>
                  <a:pt x="312576" y="123588"/>
                </a:moveTo>
                <a:lnTo>
                  <a:pt x="312576" y="135761"/>
                </a:lnTo>
                <a:lnTo>
                  <a:pt x="397110" y="135761"/>
                </a:lnTo>
                <a:lnTo>
                  <a:pt x="397110" y="123588"/>
                </a:lnTo>
                <a:lnTo>
                  <a:pt x="312576" y="123588"/>
                </a:lnTo>
                <a:close/>
                <a:moveTo>
                  <a:pt x="778148" y="115604"/>
                </a:moveTo>
                <a:lnTo>
                  <a:pt x="778670" y="115583"/>
                </a:lnTo>
                <a:lnTo>
                  <a:pt x="779191" y="115557"/>
                </a:lnTo>
                <a:lnTo>
                  <a:pt x="779712" y="115527"/>
                </a:lnTo>
                <a:lnTo>
                  <a:pt x="780233" y="115492"/>
                </a:lnTo>
                <a:lnTo>
                  <a:pt x="780755" y="115452"/>
                </a:lnTo>
                <a:lnTo>
                  <a:pt x="781276" y="115407"/>
                </a:lnTo>
                <a:lnTo>
                  <a:pt x="781797" y="115358"/>
                </a:lnTo>
                <a:lnTo>
                  <a:pt x="782319" y="115304"/>
                </a:lnTo>
                <a:lnTo>
                  <a:pt x="782840" y="115245"/>
                </a:lnTo>
                <a:lnTo>
                  <a:pt x="783361" y="115182"/>
                </a:lnTo>
                <a:lnTo>
                  <a:pt x="783882" y="115114"/>
                </a:lnTo>
                <a:lnTo>
                  <a:pt x="784404" y="115041"/>
                </a:lnTo>
                <a:lnTo>
                  <a:pt x="784925" y="114963"/>
                </a:lnTo>
                <a:lnTo>
                  <a:pt x="785446" y="114881"/>
                </a:lnTo>
                <a:lnTo>
                  <a:pt x="785968" y="114794"/>
                </a:lnTo>
                <a:lnTo>
                  <a:pt x="786489" y="114703"/>
                </a:lnTo>
                <a:lnTo>
                  <a:pt x="787010" y="114606"/>
                </a:lnTo>
                <a:lnTo>
                  <a:pt x="787532" y="114505"/>
                </a:lnTo>
                <a:lnTo>
                  <a:pt x="788053" y="114400"/>
                </a:lnTo>
                <a:lnTo>
                  <a:pt x="788574" y="114289"/>
                </a:lnTo>
                <a:lnTo>
                  <a:pt x="789092" y="114189"/>
                </a:lnTo>
                <a:lnTo>
                  <a:pt x="789601" y="114084"/>
                </a:lnTo>
                <a:lnTo>
                  <a:pt x="790104" y="113975"/>
                </a:lnTo>
                <a:lnTo>
                  <a:pt x="790598" y="113862"/>
                </a:lnTo>
                <a:lnTo>
                  <a:pt x="791085" y="113745"/>
                </a:lnTo>
                <a:lnTo>
                  <a:pt x="791564" y="113624"/>
                </a:lnTo>
                <a:lnTo>
                  <a:pt x="792036" y="113498"/>
                </a:lnTo>
                <a:lnTo>
                  <a:pt x="792500" y="113369"/>
                </a:lnTo>
                <a:lnTo>
                  <a:pt x="792957" y="113235"/>
                </a:lnTo>
                <a:lnTo>
                  <a:pt x="793405" y="113098"/>
                </a:lnTo>
                <a:lnTo>
                  <a:pt x="793847" y="112956"/>
                </a:lnTo>
                <a:lnTo>
                  <a:pt x="794280" y="112810"/>
                </a:lnTo>
                <a:lnTo>
                  <a:pt x="794706" y="112660"/>
                </a:lnTo>
                <a:lnTo>
                  <a:pt x="795124" y="112506"/>
                </a:lnTo>
                <a:lnTo>
                  <a:pt x="795535" y="112348"/>
                </a:lnTo>
                <a:lnTo>
                  <a:pt x="795938" y="112185"/>
                </a:lnTo>
                <a:lnTo>
                  <a:pt x="796333" y="112019"/>
                </a:lnTo>
                <a:lnTo>
                  <a:pt x="796721" y="111848"/>
                </a:lnTo>
                <a:lnTo>
                  <a:pt x="797101" y="111674"/>
                </a:lnTo>
                <a:lnTo>
                  <a:pt x="797474" y="111495"/>
                </a:lnTo>
                <a:lnTo>
                  <a:pt x="797838" y="111312"/>
                </a:lnTo>
                <a:lnTo>
                  <a:pt x="798196" y="111125"/>
                </a:lnTo>
                <a:lnTo>
                  <a:pt x="798545" y="110934"/>
                </a:lnTo>
                <a:lnTo>
                  <a:pt x="798887" y="110739"/>
                </a:lnTo>
                <a:lnTo>
                  <a:pt x="798887" y="97721"/>
                </a:lnTo>
                <a:lnTo>
                  <a:pt x="798589" y="97861"/>
                </a:lnTo>
                <a:lnTo>
                  <a:pt x="798287" y="98001"/>
                </a:lnTo>
                <a:lnTo>
                  <a:pt x="797981" y="98141"/>
                </a:lnTo>
                <a:lnTo>
                  <a:pt x="797671" y="98280"/>
                </a:lnTo>
                <a:lnTo>
                  <a:pt x="797356" y="98418"/>
                </a:lnTo>
                <a:lnTo>
                  <a:pt x="797038" y="98556"/>
                </a:lnTo>
                <a:lnTo>
                  <a:pt x="796715" y="98693"/>
                </a:lnTo>
                <a:lnTo>
                  <a:pt x="796389" y="98829"/>
                </a:lnTo>
                <a:lnTo>
                  <a:pt x="796058" y="98965"/>
                </a:lnTo>
                <a:lnTo>
                  <a:pt x="795723" y="99100"/>
                </a:lnTo>
                <a:lnTo>
                  <a:pt x="795384" y="99235"/>
                </a:lnTo>
                <a:lnTo>
                  <a:pt x="795041" y="99369"/>
                </a:lnTo>
                <a:lnTo>
                  <a:pt x="794694" y="99503"/>
                </a:lnTo>
                <a:lnTo>
                  <a:pt x="794342" y="99636"/>
                </a:lnTo>
                <a:lnTo>
                  <a:pt x="793987" y="99768"/>
                </a:lnTo>
                <a:lnTo>
                  <a:pt x="793627" y="99900"/>
                </a:lnTo>
                <a:lnTo>
                  <a:pt x="793264" y="100031"/>
                </a:lnTo>
                <a:lnTo>
                  <a:pt x="792896" y="100162"/>
                </a:lnTo>
                <a:lnTo>
                  <a:pt x="792524" y="100292"/>
                </a:lnTo>
                <a:lnTo>
                  <a:pt x="792148" y="100421"/>
                </a:lnTo>
                <a:lnTo>
                  <a:pt x="791768" y="100550"/>
                </a:lnTo>
                <a:lnTo>
                  <a:pt x="791384" y="100678"/>
                </a:lnTo>
                <a:lnTo>
                  <a:pt x="790995" y="100806"/>
                </a:lnTo>
                <a:lnTo>
                  <a:pt x="790603" y="100933"/>
                </a:lnTo>
                <a:lnTo>
                  <a:pt x="790221" y="101043"/>
                </a:lnTo>
                <a:lnTo>
                  <a:pt x="789836" y="101149"/>
                </a:lnTo>
                <a:lnTo>
                  <a:pt x="789448" y="101250"/>
                </a:lnTo>
                <a:lnTo>
                  <a:pt x="789058" y="101346"/>
                </a:lnTo>
                <a:lnTo>
                  <a:pt x="788664" y="101438"/>
                </a:lnTo>
                <a:lnTo>
                  <a:pt x="788268" y="101525"/>
                </a:lnTo>
                <a:lnTo>
                  <a:pt x="787868" y="101607"/>
                </a:lnTo>
                <a:lnTo>
                  <a:pt x="787466" y="101684"/>
                </a:lnTo>
                <a:lnTo>
                  <a:pt x="787060" y="101757"/>
                </a:lnTo>
                <a:lnTo>
                  <a:pt x="786652" y="101825"/>
                </a:lnTo>
                <a:lnTo>
                  <a:pt x="786241" y="101889"/>
                </a:lnTo>
                <a:lnTo>
                  <a:pt x="785827" y="101947"/>
                </a:lnTo>
                <a:lnTo>
                  <a:pt x="785410" y="102001"/>
                </a:lnTo>
                <a:lnTo>
                  <a:pt x="784990" y="102051"/>
                </a:lnTo>
                <a:lnTo>
                  <a:pt x="784567" y="102095"/>
                </a:lnTo>
                <a:lnTo>
                  <a:pt x="784141" y="102135"/>
                </a:lnTo>
                <a:lnTo>
                  <a:pt x="783712" y="102171"/>
                </a:lnTo>
                <a:lnTo>
                  <a:pt x="783280" y="102201"/>
                </a:lnTo>
                <a:lnTo>
                  <a:pt x="782845" y="102227"/>
                </a:lnTo>
                <a:lnTo>
                  <a:pt x="782408" y="102248"/>
                </a:lnTo>
                <a:lnTo>
                  <a:pt x="781967" y="102264"/>
                </a:lnTo>
                <a:lnTo>
                  <a:pt x="781524" y="102276"/>
                </a:lnTo>
                <a:lnTo>
                  <a:pt x="781077" y="102283"/>
                </a:lnTo>
                <a:lnTo>
                  <a:pt x="780628" y="102286"/>
                </a:lnTo>
                <a:lnTo>
                  <a:pt x="780054" y="102283"/>
                </a:lnTo>
                <a:lnTo>
                  <a:pt x="779489" y="102274"/>
                </a:lnTo>
                <a:lnTo>
                  <a:pt x="778932" y="102259"/>
                </a:lnTo>
                <a:lnTo>
                  <a:pt x="778383" y="102239"/>
                </a:lnTo>
                <a:lnTo>
                  <a:pt x="777842" y="102212"/>
                </a:lnTo>
                <a:lnTo>
                  <a:pt x="777310" y="102180"/>
                </a:lnTo>
                <a:lnTo>
                  <a:pt x="776786" y="102142"/>
                </a:lnTo>
                <a:lnTo>
                  <a:pt x="776270" y="102098"/>
                </a:lnTo>
                <a:lnTo>
                  <a:pt x="775762" y="102048"/>
                </a:lnTo>
                <a:lnTo>
                  <a:pt x="775262" y="101992"/>
                </a:lnTo>
                <a:lnTo>
                  <a:pt x="774771" y="101930"/>
                </a:lnTo>
                <a:lnTo>
                  <a:pt x="774288" y="101863"/>
                </a:lnTo>
                <a:lnTo>
                  <a:pt x="773813" y="101790"/>
                </a:lnTo>
                <a:lnTo>
                  <a:pt x="773346" y="101710"/>
                </a:lnTo>
                <a:lnTo>
                  <a:pt x="772888" y="101625"/>
                </a:lnTo>
                <a:lnTo>
                  <a:pt x="772438" y="101534"/>
                </a:lnTo>
                <a:lnTo>
                  <a:pt x="771996" y="101437"/>
                </a:lnTo>
                <a:lnTo>
                  <a:pt x="771562" y="101335"/>
                </a:lnTo>
                <a:lnTo>
                  <a:pt x="771136" y="101226"/>
                </a:lnTo>
                <a:lnTo>
                  <a:pt x="770719" y="101112"/>
                </a:lnTo>
                <a:lnTo>
                  <a:pt x="770310" y="100991"/>
                </a:lnTo>
                <a:lnTo>
                  <a:pt x="769909" y="100865"/>
                </a:lnTo>
                <a:lnTo>
                  <a:pt x="769516" y="100733"/>
                </a:lnTo>
                <a:lnTo>
                  <a:pt x="769131" y="100595"/>
                </a:lnTo>
                <a:lnTo>
                  <a:pt x="768755" y="100451"/>
                </a:lnTo>
                <a:lnTo>
                  <a:pt x="768386" y="100299"/>
                </a:lnTo>
                <a:lnTo>
                  <a:pt x="768025" y="100141"/>
                </a:lnTo>
                <a:lnTo>
                  <a:pt x="767671" y="99975"/>
                </a:lnTo>
                <a:lnTo>
                  <a:pt x="767325" y="99802"/>
                </a:lnTo>
                <a:lnTo>
                  <a:pt x="766986" y="99623"/>
                </a:lnTo>
                <a:lnTo>
                  <a:pt x="766656" y="99436"/>
                </a:lnTo>
                <a:lnTo>
                  <a:pt x="766332" y="99242"/>
                </a:lnTo>
                <a:lnTo>
                  <a:pt x="766017" y="99042"/>
                </a:lnTo>
                <a:lnTo>
                  <a:pt x="765709" y="98834"/>
                </a:lnTo>
                <a:lnTo>
                  <a:pt x="765409" y="98619"/>
                </a:lnTo>
                <a:lnTo>
                  <a:pt x="765116" y="98397"/>
                </a:lnTo>
                <a:lnTo>
                  <a:pt x="764831" y="98168"/>
                </a:lnTo>
                <a:lnTo>
                  <a:pt x="764554" y="97932"/>
                </a:lnTo>
                <a:lnTo>
                  <a:pt x="764284" y="97689"/>
                </a:lnTo>
                <a:lnTo>
                  <a:pt x="764022" y="97439"/>
                </a:lnTo>
                <a:lnTo>
                  <a:pt x="763767" y="97182"/>
                </a:lnTo>
                <a:lnTo>
                  <a:pt x="763520" y="96918"/>
                </a:lnTo>
                <a:lnTo>
                  <a:pt x="763281" y="96647"/>
                </a:lnTo>
                <a:lnTo>
                  <a:pt x="763050" y="96368"/>
                </a:lnTo>
                <a:lnTo>
                  <a:pt x="762826" y="96083"/>
                </a:lnTo>
                <a:lnTo>
                  <a:pt x="762609" y="95791"/>
                </a:lnTo>
                <a:lnTo>
                  <a:pt x="762401" y="95491"/>
                </a:lnTo>
                <a:lnTo>
                  <a:pt x="762200" y="95185"/>
                </a:lnTo>
                <a:lnTo>
                  <a:pt x="762006" y="94871"/>
                </a:lnTo>
                <a:lnTo>
                  <a:pt x="761821" y="94551"/>
                </a:lnTo>
                <a:lnTo>
                  <a:pt x="761645" y="94223"/>
                </a:lnTo>
                <a:lnTo>
                  <a:pt x="761476" y="93889"/>
                </a:lnTo>
                <a:lnTo>
                  <a:pt x="761316" y="93547"/>
                </a:lnTo>
                <a:lnTo>
                  <a:pt x="761164" y="93198"/>
                </a:lnTo>
                <a:lnTo>
                  <a:pt x="761020" y="92843"/>
                </a:lnTo>
                <a:lnTo>
                  <a:pt x="760885" y="92480"/>
                </a:lnTo>
                <a:lnTo>
                  <a:pt x="760757" y="92110"/>
                </a:lnTo>
                <a:lnTo>
                  <a:pt x="760638" y="91733"/>
                </a:lnTo>
                <a:lnTo>
                  <a:pt x="760527" y="91349"/>
                </a:lnTo>
                <a:lnTo>
                  <a:pt x="760424" y="90958"/>
                </a:lnTo>
                <a:lnTo>
                  <a:pt x="760330" y="90560"/>
                </a:lnTo>
                <a:lnTo>
                  <a:pt x="760244" y="90155"/>
                </a:lnTo>
                <a:lnTo>
                  <a:pt x="760166" y="89743"/>
                </a:lnTo>
                <a:lnTo>
                  <a:pt x="760096" y="89324"/>
                </a:lnTo>
                <a:lnTo>
                  <a:pt x="760034" y="88898"/>
                </a:lnTo>
                <a:lnTo>
                  <a:pt x="759981" y="88464"/>
                </a:lnTo>
                <a:lnTo>
                  <a:pt x="759935" y="88024"/>
                </a:lnTo>
                <a:lnTo>
                  <a:pt x="759898" y="87577"/>
                </a:lnTo>
                <a:lnTo>
                  <a:pt x="759870" y="87122"/>
                </a:lnTo>
                <a:lnTo>
                  <a:pt x="759849" y="86661"/>
                </a:lnTo>
                <a:lnTo>
                  <a:pt x="759837" y="86193"/>
                </a:lnTo>
                <a:lnTo>
                  <a:pt x="759833" y="85717"/>
                </a:lnTo>
                <a:lnTo>
                  <a:pt x="759833" y="40745"/>
                </a:lnTo>
                <a:lnTo>
                  <a:pt x="798887" y="40745"/>
                </a:lnTo>
                <a:lnTo>
                  <a:pt x="798887" y="27558"/>
                </a:lnTo>
                <a:lnTo>
                  <a:pt x="759833" y="27558"/>
                </a:lnTo>
                <a:lnTo>
                  <a:pt x="759833" y="0"/>
                </a:lnTo>
                <a:lnTo>
                  <a:pt x="749351" y="0"/>
                </a:lnTo>
                <a:lnTo>
                  <a:pt x="743433" y="27558"/>
                </a:lnTo>
                <a:lnTo>
                  <a:pt x="717904" y="27558"/>
                </a:lnTo>
                <a:lnTo>
                  <a:pt x="717904" y="40745"/>
                </a:lnTo>
                <a:lnTo>
                  <a:pt x="742926" y="40745"/>
                </a:lnTo>
                <a:lnTo>
                  <a:pt x="742926" y="87070"/>
                </a:lnTo>
                <a:lnTo>
                  <a:pt x="742942" y="88323"/>
                </a:lnTo>
                <a:lnTo>
                  <a:pt x="742988" y="89547"/>
                </a:lnTo>
                <a:lnTo>
                  <a:pt x="743066" y="90742"/>
                </a:lnTo>
                <a:lnTo>
                  <a:pt x="743175" y="91907"/>
                </a:lnTo>
                <a:lnTo>
                  <a:pt x="743315" y="93043"/>
                </a:lnTo>
                <a:lnTo>
                  <a:pt x="743486" y="94149"/>
                </a:lnTo>
                <a:lnTo>
                  <a:pt x="743688" y="95226"/>
                </a:lnTo>
                <a:lnTo>
                  <a:pt x="743922" y="96274"/>
                </a:lnTo>
                <a:lnTo>
                  <a:pt x="744186" y="97293"/>
                </a:lnTo>
                <a:lnTo>
                  <a:pt x="744482" y="98282"/>
                </a:lnTo>
                <a:lnTo>
                  <a:pt x="744808" y="99242"/>
                </a:lnTo>
                <a:lnTo>
                  <a:pt x="745166" y="100172"/>
                </a:lnTo>
                <a:lnTo>
                  <a:pt x="745555" y="101073"/>
                </a:lnTo>
                <a:lnTo>
                  <a:pt x="745975" y="101945"/>
                </a:lnTo>
                <a:lnTo>
                  <a:pt x="746426" y="102788"/>
                </a:lnTo>
                <a:lnTo>
                  <a:pt x="746908" y="103601"/>
                </a:lnTo>
                <a:lnTo>
                  <a:pt x="747422" y="104384"/>
                </a:lnTo>
                <a:lnTo>
                  <a:pt x="747966" y="105139"/>
                </a:lnTo>
                <a:lnTo>
                  <a:pt x="748542" y="105864"/>
                </a:lnTo>
                <a:lnTo>
                  <a:pt x="749149" y="106559"/>
                </a:lnTo>
                <a:lnTo>
                  <a:pt x="749786" y="107226"/>
                </a:lnTo>
                <a:lnTo>
                  <a:pt x="750455" y="107862"/>
                </a:lnTo>
                <a:lnTo>
                  <a:pt x="751155" y="108470"/>
                </a:lnTo>
                <a:lnTo>
                  <a:pt x="751887" y="109048"/>
                </a:lnTo>
                <a:lnTo>
                  <a:pt x="752644" y="109586"/>
                </a:lnTo>
                <a:lnTo>
                  <a:pt x="753423" y="110101"/>
                </a:lnTo>
                <a:lnTo>
                  <a:pt x="754224" y="110594"/>
                </a:lnTo>
                <a:lnTo>
                  <a:pt x="755047" y="111063"/>
                </a:lnTo>
                <a:lnTo>
                  <a:pt x="755892" y="111509"/>
                </a:lnTo>
                <a:lnTo>
                  <a:pt x="756758" y="111933"/>
                </a:lnTo>
                <a:lnTo>
                  <a:pt x="757646" y="112334"/>
                </a:lnTo>
                <a:lnTo>
                  <a:pt x="758555" y="112711"/>
                </a:lnTo>
                <a:lnTo>
                  <a:pt x="759487" y="113066"/>
                </a:lnTo>
                <a:lnTo>
                  <a:pt x="760440" y="113398"/>
                </a:lnTo>
                <a:lnTo>
                  <a:pt x="761414" y="113707"/>
                </a:lnTo>
                <a:lnTo>
                  <a:pt x="762411" y="113994"/>
                </a:lnTo>
                <a:lnTo>
                  <a:pt x="763429" y="114257"/>
                </a:lnTo>
                <a:lnTo>
                  <a:pt x="764469" y="114497"/>
                </a:lnTo>
                <a:lnTo>
                  <a:pt x="765531" y="114715"/>
                </a:lnTo>
                <a:lnTo>
                  <a:pt x="766614" y="114909"/>
                </a:lnTo>
                <a:lnTo>
                  <a:pt x="767719" y="115081"/>
                </a:lnTo>
                <a:lnTo>
                  <a:pt x="768846" y="115230"/>
                </a:lnTo>
                <a:lnTo>
                  <a:pt x="769995" y="115356"/>
                </a:lnTo>
                <a:lnTo>
                  <a:pt x="771165" y="115459"/>
                </a:lnTo>
                <a:lnTo>
                  <a:pt x="772357" y="115539"/>
                </a:lnTo>
                <a:lnTo>
                  <a:pt x="773571" y="115596"/>
                </a:lnTo>
                <a:lnTo>
                  <a:pt x="774806" y="115630"/>
                </a:lnTo>
                <a:lnTo>
                  <a:pt x="776063" y="115642"/>
                </a:lnTo>
                <a:lnTo>
                  <a:pt x="776584" y="115640"/>
                </a:lnTo>
                <a:lnTo>
                  <a:pt x="777106" y="115633"/>
                </a:lnTo>
                <a:lnTo>
                  <a:pt x="777627" y="115621"/>
                </a:lnTo>
                <a:lnTo>
                  <a:pt x="778148" y="115604"/>
                </a:lnTo>
                <a:close/>
                <a:moveTo>
                  <a:pt x="561663" y="115492"/>
                </a:moveTo>
                <a:lnTo>
                  <a:pt x="562650" y="115407"/>
                </a:lnTo>
                <a:lnTo>
                  <a:pt x="563625" y="115304"/>
                </a:lnTo>
                <a:lnTo>
                  <a:pt x="564587" y="115182"/>
                </a:lnTo>
                <a:lnTo>
                  <a:pt x="565538" y="115041"/>
                </a:lnTo>
                <a:lnTo>
                  <a:pt x="566475" y="114881"/>
                </a:lnTo>
                <a:lnTo>
                  <a:pt x="567401" y="114703"/>
                </a:lnTo>
                <a:lnTo>
                  <a:pt x="568314" y="114505"/>
                </a:lnTo>
                <a:lnTo>
                  <a:pt x="569215" y="114289"/>
                </a:lnTo>
                <a:lnTo>
                  <a:pt x="570103" y="114055"/>
                </a:lnTo>
                <a:lnTo>
                  <a:pt x="570979" y="113801"/>
                </a:lnTo>
                <a:lnTo>
                  <a:pt x="571843" y="113529"/>
                </a:lnTo>
                <a:lnTo>
                  <a:pt x="572695" y="113237"/>
                </a:lnTo>
                <a:lnTo>
                  <a:pt x="573534" y="112927"/>
                </a:lnTo>
                <a:lnTo>
                  <a:pt x="574361" y="112599"/>
                </a:lnTo>
                <a:lnTo>
                  <a:pt x="575175" y="112251"/>
                </a:lnTo>
                <a:lnTo>
                  <a:pt x="575977" y="111885"/>
                </a:lnTo>
                <a:lnTo>
                  <a:pt x="576767" y="111500"/>
                </a:lnTo>
                <a:lnTo>
                  <a:pt x="577545" y="111096"/>
                </a:lnTo>
                <a:lnTo>
                  <a:pt x="578310" y="110673"/>
                </a:lnTo>
                <a:lnTo>
                  <a:pt x="579063" y="110232"/>
                </a:lnTo>
                <a:lnTo>
                  <a:pt x="579802" y="109760"/>
                </a:lnTo>
                <a:lnTo>
                  <a:pt x="580527" y="109273"/>
                </a:lnTo>
                <a:lnTo>
                  <a:pt x="581237" y="108771"/>
                </a:lnTo>
                <a:lnTo>
                  <a:pt x="581932" y="108255"/>
                </a:lnTo>
                <a:lnTo>
                  <a:pt x="582613" y="107724"/>
                </a:lnTo>
                <a:lnTo>
                  <a:pt x="583279" y="107178"/>
                </a:lnTo>
                <a:lnTo>
                  <a:pt x="583930" y="106618"/>
                </a:lnTo>
                <a:lnTo>
                  <a:pt x="584567" y="106043"/>
                </a:lnTo>
                <a:lnTo>
                  <a:pt x="585189" y="105453"/>
                </a:lnTo>
                <a:lnTo>
                  <a:pt x="585796" y="104849"/>
                </a:lnTo>
                <a:lnTo>
                  <a:pt x="586389" y="104230"/>
                </a:lnTo>
                <a:lnTo>
                  <a:pt x="586967" y="103596"/>
                </a:lnTo>
                <a:lnTo>
                  <a:pt x="587530" y="102948"/>
                </a:lnTo>
                <a:lnTo>
                  <a:pt x="588079" y="102284"/>
                </a:lnTo>
                <a:lnTo>
                  <a:pt x="588613" y="101607"/>
                </a:lnTo>
                <a:lnTo>
                  <a:pt x="589132" y="100914"/>
                </a:lnTo>
                <a:lnTo>
                  <a:pt x="589636" y="100207"/>
                </a:lnTo>
                <a:lnTo>
                  <a:pt x="590126" y="99485"/>
                </a:lnTo>
                <a:lnTo>
                  <a:pt x="590601" y="98749"/>
                </a:lnTo>
                <a:lnTo>
                  <a:pt x="591062" y="97998"/>
                </a:lnTo>
                <a:lnTo>
                  <a:pt x="591508" y="97232"/>
                </a:lnTo>
                <a:lnTo>
                  <a:pt x="591939" y="96452"/>
                </a:lnTo>
                <a:lnTo>
                  <a:pt x="592356" y="95656"/>
                </a:lnTo>
                <a:lnTo>
                  <a:pt x="592757" y="94847"/>
                </a:lnTo>
                <a:lnTo>
                  <a:pt x="593144" y="94024"/>
                </a:lnTo>
                <a:lnTo>
                  <a:pt x="593513" y="93191"/>
                </a:lnTo>
                <a:lnTo>
                  <a:pt x="593867" y="92348"/>
                </a:lnTo>
                <a:lnTo>
                  <a:pt x="594204" y="91494"/>
                </a:lnTo>
                <a:lnTo>
                  <a:pt x="594524" y="90629"/>
                </a:lnTo>
                <a:lnTo>
                  <a:pt x="594828" y="89754"/>
                </a:lnTo>
                <a:lnTo>
                  <a:pt x="595116" y="88868"/>
                </a:lnTo>
                <a:lnTo>
                  <a:pt x="595387" y="87971"/>
                </a:lnTo>
                <a:lnTo>
                  <a:pt x="595642" y="87064"/>
                </a:lnTo>
                <a:lnTo>
                  <a:pt x="595880" y="86147"/>
                </a:lnTo>
                <a:lnTo>
                  <a:pt x="596102" y="85219"/>
                </a:lnTo>
                <a:lnTo>
                  <a:pt x="596308" y="84280"/>
                </a:lnTo>
                <a:lnTo>
                  <a:pt x="596497" y="83331"/>
                </a:lnTo>
                <a:lnTo>
                  <a:pt x="596669" y="82371"/>
                </a:lnTo>
                <a:lnTo>
                  <a:pt x="596826" y="81401"/>
                </a:lnTo>
                <a:lnTo>
                  <a:pt x="596965" y="80420"/>
                </a:lnTo>
                <a:lnTo>
                  <a:pt x="597089" y="79428"/>
                </a:lnTo>
                <a:lnTo>
                  <a:pt x="597195" y="78426"/>
                </a:lnTo>
                <a:lnTo>
                  <a:pt x="597286" y="77413"/>
                </a:lnTo>
                <a:lnTo>
                  <a:pt x="597360" y="76390"/>
                </a:lnTo>
                <a:lnTo>
                  <a:pt x="597417" y="75356"/>
                </a:lnTo>
                <a:lnTo>
                  <a:pt x="597458" y="74312"/>
                </a:lnTo>
                <a:lnTo>
                  <a:pt x="597483" y="73257"/>
                </a:lnTo>
                <a:lnTo>
                  <a:pt x="597491" y="72192"/>
                </a:lnTo>
                <a:lnTo>
                  <a:pt x="597491" y="69318"/>
                </a:lnTo>
                <a:lnTo>
                  <a:pt x="597483" y="68266"/>
                </a:lnTo>
                <a:lnTo>
                  <a:pt x="597458" y="67224"/>
                </a:lnTo>
                <a:lnTo>
                  <a:pt x="597417" y="66192"/>
                </a:lnTo>
                <a:lnTo>
                  <a:pt x="597360" y="65171"/>
                </a:lnTo>
                <a:lnTo>
                  <a:pt x="597286" y="64159"/>
                </a:lnTo>
                <a:lnTo>
                  <a:pt x="597195" y="63157"/>
                </a:lnTo>
                <a:lnTo>
                  <a:pt x="597089" y="62165"/>
                </a:lnTo>
                <a:lnTo>
                  <a:pt x="596965" y="61184"/>
                </a:lnTo>
                <a:lnTo>
                  <a:pt x="596826" y="60212"/>
                </a:lnTo>
                <a:lnTo>
                  <a:pt x="596669" y="59250"/>
                </a:lnTo>
                <a:lnTo>
                  <a:pt x="596497" y="58298"/>
                </a:lnTo>
                <a:lnTo>
                  <a:pt x="596308" y="57356"/>
                </a:lnTo>
                <a:lnTo>
                  <a:pt x="596102" y="56424"/>
                </a:lnTo>
                <a:lnTo>
                  <a:pt x="595880" y="55502"/>
                </a:lnTo>
                <a:lnTo>
                  <a:pt x="595642" y="54590"/>
                </a:lnTo>
                <a:lnTo>
                  <a:pt x="595387" y="53688"/>
                </a:lnTo>
                <a:lnTo>
                  <a:pt x="595116" y="52796"/>
                </a:lnTo>
                <a:lnTo>
                  <a:pt x="594828" y="51914"/>
                </a:lnTo>
                <a:lnTo>
                  <a:pt x="594524" y="51042"/>
                </a:lnTo>
                <a:lnTo>
                  <a:pt x="594204" y="50180"/>
                </a:lnTo>
                <a:lnTo>
                  <a:pt x="593867" y="49328"/>
                </a:lnTo>
                <a:lnTo>
                  <a:pt x="593513" y="48486"/>
                </a:lnTo>
                <a:lnTo>
                  <a:pt x="593144" y="47654"/>
                </a:lnTo>
                <a:lnTo>
                  <a:pt x="592757" y="46832"/>
                </a:lnTo>
                <a:lnTo>
                  <a:pt x="592356" y="46022"/>
                </a:lnTo>
                <a:lnTo>
                  <a:pt x="591939" y="45227"/>
                </a:lnTo>
                <a:lnTo>
                  <a:pt x="591508" y="44446"/>
                </a:lnTo>
                <a:lnTo>
                  <a:pt x="591062" y="43680"/>
                </a:lnTo>
                <a:lnTo>
                  <a:pt x="590601" y="42929"/>
                </a:lnTo>
                <a:lnTo>
                  <a:pt x="590126" y="42193"/>
                </a:lnTo>
                <a:lnTo>
                  <a:pt x="589636" y="41471"/>
                </a:lnTo>
                <a:lnTo>
                  <a:pt x="589132" y="40764"/>
                </a:lnTo>
                <a:lnTo>
                  <a:pt x="588613" y="40072"/>
                </a:lnTo>
                <a:lnTo>
                  <a:pt x="588079" y="39394"/>
                </a:lnTo>
                <a:lnTo>
                  <a:pt x="587530" y="38731"/>
                </a:lnTo>
                <a:lnTo>
                  <a:pt x="586967" y="38082"/>
                </a:lnTo>
                <a:lnTo>
                  <a:pt x="586389" y="37449"/>
                </a:lnTo>
                <a:lnTo>
                  <a:pt x="585796" y="36830"/>
                </a:lnTo>
                <a:lnTo>
                  <a:pt x="585189" y="36225"/>
                </a:lnTo>
                <a:lnTo>
                  <a:pt x="584567" y="35636"/>
                </a:lnTo>
                <a:lnTo>
                  <a:pt x="583930" y="35061"/>
                </a:lnTo>
                <a:lnTo>
                  <a:pt x="583279" y="34500"/>
                </a:lnTo>
                <a:lnTo>
                  <a:pt x="582613" y="33955"/>
                </a:lnTo>
                <a:lnTo>
                  <a:pt x="581932" y="33424"/>
                </a:lnTo>
                <a:lnTo>
                  <a:pt x="581237" y="32907"/>
                </a:lnTo>
                <a:lnTo>
                  <a:pt x="580527" y="32406"/>
                </a:lnTo>
                <a:lnTo>
                  <a:pt x="579802" y="31919"/>
                </a:lnTo>
                <a:lnTo>
                  <a:pt x="579063" y="31446"/>
                </a:lnTo>
                <a:lnTo>
                  <a:pt x="578310" y="30991"/>
                </a:lnTo>
                <a:lnTo>
                  <a:pt x="577544" y="30555"/>
                </a:lnTo>
                <a:lnTo>
                  <a:pt x="576765" y="30139"/>
                </a:lnTo>
                <a:lnTo>
                  <a:pt x="575973" y="29742"/>
                </a:lnTo>
                <a:lnTo>
                  <a:pt x="575168" y="29364"/>
                </a:lnTo>
                <a:lnTo>
                  <a:pt x="574350" y="29006"/>
                </a:lnTo>
                <a:lnTo>
                  <a:pt x="573520" y="28667"/>
                </a:lnTo>
                <a:lnTo>
                  <a:pt x="572676" y="28347"/>
                </a:lnTo>
                <a:lnTo>
                  <a:pt x="571819" y="28047"/>
                </a:lnTo>
                <a:lnTo>
                  <a:pt x="570950" y="27766"/>
                </a:lnTo>
                <a:lnTo>
                  <a:pt x="570068" y="27504"/>
                </a:lnTo>
                <a:lnTo>
                  <a:pt x="569172" y="27262"/>
                </a:lnTo>
                <a:lnTo>
                  <a:pt x="568264" y="27039"/>
                </a:lnTo>
                <a:lnTo>
                  <a:pt x="567343" y="26836"/>
                </a:lnTo>
                <a:lnTo>
                  <a:pt x="566409" y="26652"/>
                </a:lnTo>
                <a:lnTo>
                  <a:pt x="565462" y="26487"/>
                </a:lnTo>
                <a:lnTo>
                  <a:pt x="564503" y="26342"/>
                </a:lnTo>
                <a:lnTo>
                  <a:pt x="563530" y="26216"/>
                </a:lnTo>
                <a:lnTo>
                  <a:pt x="562544" y="26109"/>
                </a:lnTo>
                <a:lnTo>
                  <a:pt x="561546" y="26022"/>
                </a:lnTo>
                <a:lnTo>
                  <a:pt x="560534" y="25954"/>
                </a:lnTo>
                <a:lnTo>
                  <a:pt x="559510" y="25906"/>
                </a:lnTo>
                <a:lnTo>
                  <a:pt x="558473" y="25877"/>
                </a:lnTo>
                <a:lnTo>
                  <a:pt x="557422" y="25867"/>
                </a:lnTo>
                <a:lnTo>
                  <a:pt x="556400" y="25877"/>
                </a:lnTo>
                <a:lnTo>
                  <a:pt x="555389" y="25906"/>
                </a:lnTo>
                <a:lnTo>
                  <a:pt x="554390" y="25954"/>
                </a:lnTo>
                <a:lnTo>
                  <a:pt x="553402" y="26022"/>
                </a:lnTo>
                <a:lnTo>
                  <a:pt x="552427" y="26109"/>
                </a:lnTo>
                <a:lnTo>
                  <a:pt x="551463" y="26216"/>
                </a:lnTo>
                <a:lnTo>
                  <a:pt x="550511" y="26342"/>
                </a:lnTo>
                <a:lnTo>
                  <a:pt x="549570" y="26487"/>
                </a:lnTo>
                <a:lnTo>
                  <a:pt x="548641" y="26652"/>
                </a:lnTo>
                <a:lnTo>
                  <a:pt x="547724" y="26836"/>
                </a:lnTo>
                <a:lnTo>
                  <a:pt x="546819" y="27039"/>
                </a:lnTo>
                <a:lnTo>
                  <a:pt x="545926" y="27262"/>
                </a:lnTo>
                <a:lnTo>
                  <a:pt x="545044" y="27504"/>
                </a:lnTo>
                <a:lnTo>
                  <a:pt x="544174" y="27766"/>
                </a:lnTo>
                <a:lnTo>
                  <a:pt x="543316" y="28047"/>
                </a:lnTo>
                <a:lnTo>
                  <a:pt x="542469" y="28347"/>
                </a:lnTo>
                <a:lnTo>
                  <a:pt x="541634" y="28667"/>
                </a:lnTo>
                <a:lnTo>
                  <a:pt x="540811" y="29006"/>
                </a:lnTo>
                <a:lnTo>
                  <a:pt x="540000" y="29364"/>
                </a:lnTo>
                <a:lnTo>
                  <a:pt x="539201" y="29742"/>
                </a:lnTo>
                <a:lnTo>
                  <a:pt x="538413" y="30139"/>
                </a:lnTo>
                <a:lnTo>
                  <a:pt x="537637" y="30555"/>
                </a:lnTo>
                <a:lnTo>
                  <a:pt x="536872" y="30991"/>
                </a:lnTo>
                <a:lnTo>
                  <a:pt x="536120" y="31446"/>
                </a:lnTo>
                <a:lnTo>
                  <a:pt x="535380" y="31905"/>
                </a:lnTo>
                <a:lnTo>
                  <a:pt x="534656" y="32379"/>
                </a:lnTo>
                <a:lnTo>
                  <a:pt x="533946" y="32868"/>
                </a:lnTo>
                <a:lnTo>
                  <a:pt x="533250" y="33372"/>
                </a:lnTo>
                <a:lnTo>
                  <a:pt x="532570" y="33892"/>
                </a:lnTo>
                <a:lnTo>
                  <a:pt x="531904" y="34426"/>
                </a:lnTo>
                <a:lnTo>
                  <a:pt x="531252" y="34976"/>
                </a:lnTo>
                <a:lnTo>
                  <a:pt x="530616" y="35542"/>
                </a:lnTo>
                <a:lnTo>
                  <a:pt x="529994" y="36122"/>
                </a:lnTo>
                <a:lnTo>
                  <a:pt x="529386" y="36718"/>
                </a:lnTo>
                <a:lnTo>
                  <a:pt x="528794" y="37329"/>
                </a:lnTo>
                <a:lnTo>
                  <a:pt x="528216" y="37956"/>
                </a:lnTo>
                <a:lnTo>
                  <a:pt x="527653" y="38597"/>
                </a:lnTo>
                <a:lnTo>
                  <a:pt x="527104" y="39254"/>
                </a:lnTo>
                <a:lnTo>
                  <a:pt x="526570" y="39926"/>
                </a:lnTo>
                <a:lnTo>
                  <a:pt x="526051" y="40614"/>
                </a:lnTo>
                <a:lnTo>
                  <a:pt x="525546" y="41316"/>
                </a:lnTo>
                <a:lnTo>
                  <a:pt x="525057" y="42034"/>
                </a:lnTo>
                <a:lnTo>
                  <a:pt x="524581" y="42768"/>
                </a:lnTo>
                <a:lnTo>
                  <a:pt x="524121" y="43516"/>
                </a:lnTo>
                <a:lnTo>
                  <a:pt x="523675" y="44280"/>
                </a:lnTo>
                <a:lnTo>
                  <a:pt x="523244" y="45059"/>
                </a:lnTo>
                <a:lnTo>
                  <a:pt x="522827" y="45853"/>
                </a:lnTo>
                <a:lnTo>
                  <a:pt x="522425" y="46663"/>
                </a:lnTo>
                <a:lnTo>
                  <a:pt x="522039" y="47485"/>
                </a:lnTo>
                <a:lnTo>
                  <a:pt x="521669" y="48318"/>
                </a:lnTo>
                <a:lnTo>
                  <a:pt x="521316" y="49162"/>
                </a:lnTo>
                <a:lnTo>
                  <a:pt x="520979" y="50016"/>
                </a:lnTo>
                <a:lnTo>
                  <a:pt x="520658" y="50880"/>
                </a:lnTo>
                <a:lnTo>
                  <a:pt x="520354" y="51756"/>
                </a:lnTo>
                <a:lnTo>
                  <a:pt x="520067" y="52642"/>
                </a:lnTo>
                <a:lnTo>
                  <a:pt x="519795" y="53538"/>
                </a:lnTo>
                <a:lnTo>
                  <a:pt x="519541" y="54445"/>
                </a:lnTo>
                <a:lnTo>
                  <a:pt x="519302" y="55362"/>
                </a:lnTo>
                <a:lnTo>
                  <a:pt x="519080" y="56291"/>
                </a:lnTo>
                <a:lnTo>
                  <a:pt x="518875" y="57229"/>
                </a:lnTo>
                <a:lnTo>
                  <a:pt x="518686" y="58178"/>
                </a:lnTo>
                <a:lnTo>
                  <a:pt x="518513" y="59138"/>
                </a:lnTo>
                <a:lnTo>
                  <a:pt x="518357" y="60109"/>
                </a:lnTo>
                <a:lnTo>
                  <a:pt x="518218" y="61090"/>
                </a:lnTo>
                <a:lnTo>
                  <a:pt x="518094" y="62081"/>
                </a:lnTo>
                <a:lnTo>
                  <a:pt x="517987" y="63083"/>
                </a:lnTo>
                <a:lnTo>
                  <a:pt x="517897" y="64096"/>
                </a:lnTo>
                <a:lnTo>
                  <a:pt x="517823" y="65119"/>
                </a:lnTo>
                <a:lnTo>
                  <a:pt x="517765" y="66153"/>
                </a:lnTo>
                <a:lnTo>
                  <a:pt x="517724" y="67197"/>
                </a:lnTo>
                <a:lnTo>
                  <a:pt x="517700" y="68252"/>
                </a:lnTo>
                <a:lnTo>
                  <a:pt x="517692" y="69318"/>
                </a:lnTo>
                <a:lnTo>
                  <a:pt x="517692" y="72192"/>
                </a:lnTo>
                <a:lnTo>
                  <a:pt x="517700" y="73230"/>
                </a:lnTo>
                <a:lnTo>
                  <a:pt x="517724" y="74259"/>
                </a:lnTo>
                <a:lnTo>
                  <a:pt x="517765" y="75280"/>
                </a:lnTo>
                <a:lnTo>
                  <a:pt x="517823" y="76292"/>
                </a:lnTo>
                <a:lnTo>
                  <a:pt x="517897" y="77295"/>
                </a:lnTo>
                <a:lnTo>
                  <a:pt x="517987" y="78289"/>
                </a:lnTo>
                <a:lnTo>
                  <a:pt x="518094" y="79274"/>
                </a:lnTo>
                <a:lnTo>
                  <a:pt x="518218" y="80251"/>
                </a:lnTo>
                <a:lnTo>
                  <a:pt x="518357" y="81218"/>
                </a:lnTo>
                <a:lnTo>
                  <a:pt x="518513" y="82177"/>
                </a:lnTo>
                <a:lnTo>
                  <a:pt x="518686" y="83127"/>
                </a:lnTo>
                <a:lnTo>
                  <a:pt x="518875" y="84069"/>
                </a:lnTo>
                <a:lnTo>
                  <a:pt x="519080" y="85001"/>
                </a:lnTo>
                <a:lnTo>
                  <a:pt x="519302" y="85925"/>
                </a:lnTo>
                <a:lnTo>
                  <a:pt x="519541" y="86840"/>
                </a:lnTo>
                <a:lnTo>
                  <a:pt x="519795" y="87746"/>
                </a:lnTo>
                <a:lnTo>
                  <a:pt x="520067" y="88643"/>
                </a:lnTo>
                <a:lnTo>
                  <a:pt x="520354" y="89532"/>
                </a:lnTo>
                <a:lnTo>
                  <a:pt x="520658" y="90411"/>
                </a:lnTo>
                <a:lnTo>
                  <a:pt x="520979" y="91282"/>
                </a:lnTo>
                <a:lnTo>
                  <a:pt x="521316" y="92144"/>
                </a:lnTo>
                <a:lnTo>
                  <a:pt x="521669" y="92997"/>
                </a:lnTo>
                <a:lnTo>
                  <a:pt x="522039" y="93842"/>
                </a:lnTo>
                <a:lnTo>
                  <a:pt x="522425" y="94678"/>
                </a:lnTo>
                <a:lnTo>
                  <a:pt x="522827" y="95487"/>
                </a:lnTo>
                <a:lnTo>
                  <a:pt x="523244" y="96283"/>
                </a:lnTo>
                <a:lnTo>
                  <a:pt x="523675" y="97063"/>
                </a:lnTo>
                <a:lnTo>
                  <a:pt x="524121" y="97829"/>
                </a:lnTo>
                <a:lnTo>
                  <a:pt x="524581" y="98580"/>
                </a:lnTo>
                <a:lnTo>
                  <a:pt x="525057" y="99316"/>
                </a:lnTo>
                <a:lnTo>
                  <a:pt x="525546" y="100038"/>
                </a:lnTo>
                <a:lnTo>
                  <a:pt x="526051" y="100745"/>
                </a:lnTo>
                <a:lnTo>
                  <a:pt x="526570" y="101438"/>
                </a:lnTo>
                <a:lnTo>
                  <a:pt x="527104" y="102115"/>
                </a:lnTo>
                <a:lnTo>
                  <a:pt x="527653" y="102778"/>
                </a:lnTo>
                <a:lnTo>
                  <a:pt x="528216" y="103427"/>
                </a:lnTo>
                <a:lnTo>
                  <a:pt x="528794" y="104061"/>
                </a:lnTo>
                <a:lnTo>
                  <a:pt x="529386" y="104680"/>
                </a:lnTo>
                <a:lnTo>
                  <a:pt x="529994" y="105284"/>
                </a:lnTo>
                <a:lnTo>
                  <a:pt x="530616" y="105874"/>
                </a:lnTo>
                <a:lnTo>
                  <a:pt x="531252" y="106449"/>
                </a:lnTo>
                <a:lnTo>
                  <a:pt x="531904" y="107009"/>
                </a:lnTo>
                <a:lnTo>
                  <a:pt x="532570" y="107555"/>
                </a:lnTo>
                <a:lnTo>
                  <a:pt x="533250" y="108086"/>
                </a:lnTo>
                <a:lnTo>
                  <a:pt x="533946" y="108602"/>
                </a:lnTo>
                <a:lnTo>
                  <a:pt x="534656" y="109103"/>
                </a:lnTo>
                <a:lnTo>
                  <a:pt x="535380" y="109590"/>
                </a:lnTo>
                <a:lnTo>
                  <a:pt x="536120" y="110063"/>
                </a:lnTo>
                <a:lnTo>
                  <a:pt x="536873" y="110518"/>
                </a:lnTo>
                <a:lnTo>
                  <a:pt x="537638" y="110954"/>
                </a:lnTo>
                <a:lnTo>
                  <a:pt x="538415" y="111370"/>
                </a:lnTo>
                <a:lnTo>
                  <a:pt x="539205" y="111767"/>
                </a:lnTo>
                <a:lnTo>
                  <a:pt x="540007" y="112145"/>
                </a:lnTo>
                <a:lnTo>
                  <a:pt x="540822" y="112504"/>
                </a:lnTo>
                <a:lnTo>
                  <a:pt x="541649" y="112843"/>
                </a:lnTo>
                <a:lnTo>
                  <a:pt x="542488" y="113162"/>
                </a:lnTo>
                <a:lnTo>
                  <a:pt x="543340" y="113463"/>
                </a:lnTo>
                <a:lnTo>
                  <a:pt x="544203" y="113743"/>
                </a:lnTo>
                <a:lnTo>
                  <a:pt x="545080" y="114005"/>
                </a:lnTo>
                <a:lnTo>
                  <a:pt x="545968" y="114247"/>
                </a:lnTo>
                <a:lnTo>
                  <a:pt x="546869" y="114470"/>
                </a:lnTo>
                <a:lnTo>
                  <a:pt x="547782" y="114673"/>
                </a:lnTo>
                <a:lnTo>
                  <a:pt x="548707" y="114857"/>
                </a:lnTo>
                <a:lnTo>
                  <a:pt x="549645" y="115022"/>
                </a:lnTo>
                <a:lnTo>
                  <a:pt x="550595" y="115167"/>
                </a:lnTo>
                <a:lnTo>
                  <a:pt x="551558" y="115293"/>
                </a:lnTo>
                <a:lnTo>
                  <a:pt x="552533" y="115400"/>
                </a:lnTo>
                <a:lnTo>
                  <a:pt x="553520" y="115487"/>
                </a:lnTo>
                <a:lnTo>
                  <a:pt x="554519" y="115555"/>
                </a:lnTo>
                <a:lnTo>
                  <a:pt x="555531" y="115603"/>
                </a:lnTo>
                <a:lnTo>
                  <a:pt x="556555" y="115632"/>
                </a:lnTo>
                <a:lnTo>
                  <a:pt x="557591" y="115642"/>
                </a:lnTo>
                <a:lnTo>
                  <a:pt x="558628" y="115633"/>
                </a:lnTo>
                <a:lnTo>
                  <a:pt x="559652" y="115604"/>
                </a:lnTo>
                <a:lnTo>
                  <a:pt x="560664" y="115557"/>
                </a:lnTo>
                <a:lnTo>
                  <a:pt x="561663" y="115492"/>
                </a:lnTo>
                <a:close/>
                <a:moveTo>
                  <a:pt x="554468" y="103441"/>
                </a:moveTo>
                <a:lnTo>
                  <a:pt x="553715" y="103330"/>
                </a:lnTo>
                <a:lnTo>
                  <a:pt x="552974" y="103194"/>
                </a:lnTo>
                <a:lnTo>
                  <a:pt x="552243" y="103034"/>
                </a:lnTo>
                <a:lnTo>
                  <a:pt x="551524" y="102849"/>
                </a:lnTo>
                <a:lnTo>
                  <a:pt x="550815" y="102640"/>
                </a:lnTo>
                <a:lnTo>
                  <a:pt x="550118" y="102405"/>
                </a:lnTo>
                <a:lnTo>
                  <a:pt x="549432" y="102146"/>
                </a:lnTo>
                <a:lnTo>
                  <a:pt x="548758" y="101863"/>
                </a:lnTo>
                <a:lnTo>
                  <a:pt x="548094" y="101555"/>
                </a:lnTo>
                <a:lnTo>
                  <a:pt x="547441" y="101222"/>
                </a:lnTo>
                <a:lnTo>
                  <a:pt x="546800" y="100864"/>
                </a:lnTo>
                <a:lnTo>
                  <a:pt x="546170" y="100482"/>
                </a:lnTo>
                <a:lnTo>
                  <a:pt x="545551" y="100075"/>
                </a:lnTo>
                <a:lnTo>
                  <a:pt x="544943" y="99644"/>
                </a:lnTo>
                <a:lnTo>
                  <a:pt x="544346" y="99188"/>
                </a:lnTo>
                <a:lnTo>
                  <a:pt x="543761" y="98707"/>
                </a:lnTo>
                <a:lnTo>
                  <a:pt x="543186" y="98202"/>
                </a:lnTo>
                <a:lnTo>
                  <a:pt x="542623" y="97671"/>
                </a:lnTo>
                <a:lnTo>
                  <a:pt x="542071" y="97117"/>
                </a:lnTo>
                <a:lnTo>
                  <a:pt x="541530" y="96537"/>
                </a:lnTo>
                <a:lnTo>
                  <a:pt x="541020" y="95922"/>
                </a:lnTo>
                <a:lnTo>
                  <a:pt x="540531" y="95287"/>
                </a:lnTo>
                <a:lnTo>
                  <a:pt x="540064" y="94633"/>
                </a:lnTo>
                <a:lnTo>
                  <a:pt x="539619" y="93959"/>
                </a:lnTo>
                <a:lnTo>
                  <a:pt x="539195" y="93266"/>
                </a:lnTo>
                <a:lnTo>
                  <a:pt x="538793" y="92554"/>
                </a:lnTo>
                <a:lnTo>
                  <a:pt x="538413" y="91822"/>
                </a:lnTo>
                <a:lnTo>
                  <a:pt x="538055" y="91071"/>
                </a:lnTo>
                <a:lnTo>
                  <a:pt x="537718" y="90300"/>
                </a:lnTo>
                <a:lnTo>
                  <a:pt x="537403" y="89510"/>
                </a:lnTo>
                <a:lnTo>
                  <a:pt x="537110" y="88701"/>
                </a:lnTo>
                <a:lnTo>
                  <a:pt x="536838" y="87873"/>
                </a:lnTo>
                <a:lnTo>
                  <a:pt x="536589" y="87025"/>
                </a:lnTo>
                <a:lnTo>
                  <a:pt x="536361" y="86157"/>
                </a:lnTo>
                <a:lnTo>
                  <a:pt x="536154" y="85271"/>
                </a:lnTo>
                <a:lnTo>
                  <a:pt x="535970" y="84365"/>
                </a:lnTo>
                <a:lnTo>
                  <a:pt x="535807" y="83439"/>
                </a:lnTo>
                <a:lnTo>
                  <a:pt x="535665" y="82494"/>
                </a:lnTo>
                <a:lnTo>
                  <a:pt x="535546" y="81530"/>
                </a:lnTo>
                <a:lnTo>
                  <a:pt x="535448" y="80546"/>
                </a:lnTo>
                <a:lnTo>
                  <a:pt x="535372" y="79543"/>
                </a:lnTo>
                <a:lnTo>
                  <a:pt x="535318" y="78521"/>
                </a:lnTo>
                <a:lnTo>
                  <a:pt x="535285" y="77479"/>
                </a:lnTo>
                <a:lnTo>
                  <a:pt x="535275" y="76418"/>
                </a:lnTo>
                <a:lnTo>
                  <a:pt x="535275" y="65091"/>
                </a:lnTo>
                <a:lnTo>
                  <a:pt x="535285" y="64030"/>
                </a:lnTo>
                <a:lnTo>
                  <a:pt x="535318" y="62989"/>
                </a:lnTo>
                <a:lnTo>
                  <a:pt x="535372" y="61968"/>
                </a:lnTo>
                <a:lnTo>
                  <a:pt x="535448" y="60967"/>
                </a:lnTo>
                <a:lnTo>
                  <a:pt x="535546" y="59987"/>
                </a:lnTo>
                <a:lnTo>
                  <a:pt x="535665" y="59026"/>
                </a:lnTo>
                <a:lnTo>
                  <a:pt x="535807" y="58085"/>
                </a:lnTo>
                <a:lnTo>
                  <a:pt x="535970" y="57163"/>
                </a:lnTo>
                <a:lnTo>
                  <a:pt x="536154" y="56262"/>
                </a:lnTo>
                <a:lnTo>
                  <a:pt x="536361" y="55381"/>
                </a:lnTo>
                <a:lnTo>
                  <a:pt x="536589" y="54520"/>
                </a:lnTo>
                <a:lnTo>
                  <a:pt x="536838" y="53679"/>
                </a:lnTo>
                <a:lnTo>
                  <a:pt x="537110" y="52858"/>
                </a:lnTo>
                <a:lnTo>
                  <a:pt x="537403" y="52056"/>
                </a:lnTo>
                <a:lnTo>
                  <a:pt x="537718" y="51275"/>
                </a:lnTo>
                <a:lnTo>
                  <a:pt x="538055" y="50514"/>
                </a:lnTo>
                <a:lnTo>
                  <a:pt x="538413" y="49772"/>
                </a:lnTo>
                <a:lnTo>
                  <a:pt x="538793" y="49051"/>
                </a:lnTo>
                <a:lnTo>
                  <a:pt x="539195" y="48349"/>
                </a:lnTo>
                <a:lnTo>
                  <a:pt x="539619" y="47668"/>
                </a:lnTo>
                <a:lnTo>
                  <a:pt x="540064" y="47006"/>
                </a:lnTo>
                <a:lnTo>
                  <a:pt x="540531" y="46364"/>
                </a:lnTo>
                <a:lnTo>
                  <a:pt x="541020" y="45743"/>
                </a:lnTo>
                <a:lnTo>
                  <a:pt x="541530" y="45141"/>
                </a:lnTo>
                <a:lnTo>
                  <a:pt x="542071" y="44548"/>
                </a:lnTo>
                <a:lnTo>
                  <a:pt x="542623" y="43980"/>
                </a:lnTo>
                <a:lnTo>
                  <a:pt x="543186" y="43437"/>
                </a:lnTo>
                <a:lnTo>
                  <a:pt x="543761" y="42920"/>
                </a:lnTo>
                <a:lnTo>
                  <a:pt x="544346" y="42427"/>
                </a:lnTo>
                <a:lnTo>
                  <a:pt x="544943" y="41960"/>
                </a:lnTo>
                <a:lnTo>
                  <a:pt x="545551" y="41519"/>
                </a:lnTo>
                <a:lnTo>
                  <a:pt x="546170" y="41102"/>
                </a:lnTo>
                <a:lnTo>
                  <a:pt x="546800" y="40711"/>
                </a:lnTo>
                <a:lnTo>
                  <a:pt x="547441" y="40345"/>
                </a:lnTo>
                <a:lnTo>
                  <a:pt x="548094" y="40004"/>
                </a:lnTo>
                <a:lnTo>
                  <a:pt x="548758" y="39689"/>
                </a:lnTo>
                <a:lnTo>
                  <a:pt x="549432" y="39398"/>
                </a:lnTo>
                <a:lnTo>
                  <a:pt x="550118" y="39133"/>
                </a:lnTo>
                <a:lnTo>
                  <a:pt x="550815" y="38893"/>
                </a:lnTo>
                <a:lnTo>
                  <a:pt x="551524" y="38679"/>
                </a:lnTo>
                <a:lnTo>
                  <a:pt x="552243" y="38489"/>
                </a:lnTo>
                <a:lnTo>
                  <a:pt x="552974" y="38325"/>
                </a:lnTo>
                <a:lnTo>
                  <a:pt x="553715" y="38187"/>
                </a:lnTo>
                <a:lnTo>
                  <a:pt x="554468" y="38073"/>
                </a:lnTo>
                <a:lnTo>
                  <a:pt x="555232" y="37985"/>
                </a:lnTo>
                <a:lnTo>
                  <a:pt x="556008" y="37922"/>
                </a:lnTo>
                <a:lnTo>
                  <a:pt x="556794" y="37884"/>
                </a:lnTo>
                <a:lnTo>
                  <a:pt x="557591" y="37871"/>
                </a:lnTo>
                <a:lnTo>
                  <a:pt x="558402" y="37884"/>
                </a:lnTo>
                <a:lnTo>
                  <a:pt x="559201" y="37922"/>
                </a:lnTo>
                <a:lnTo>
                  <a:pt x="559987" y="37985"/>
                </a:lnTo>
                <a:lnTo>
                  <a:pt x="560761" y="38073"/>
                </a:lnTo>
                <a:lnTo>
                  <a:pt x="561523" y="38187"/>
                </a:lnTo>
                <a:lnTo>
                  <a:pt x="562272" y="38325"/>
                </a:lnTo>
                <a:lnTo>
                  <a:pt x="563009" y="38489"/>
                </a:lnTo>
                <a:lnTo>
                  <a:pt x="563734" y="38679"/>
                </a:lnTo>
                <a:lnTo>
                  <a:pt x="564447" y="38893"/>
                </a:lnTo>
                <a:lnTo>
                  <a:pt x="565147" y="39133"/>
                </a:lnTo>
                <a:lnTo>
                  <a:pt x="565834" y="39398"/>
                </a:lnTo>
                <a:lnTo>
                  <a:pt x="566510" y="39689"/>
                </a:lnTo>
                <a:lnTo>
                  <a:pt x="567173" y="40004"/>
                </a:lnTo>
                <a:lnTo>
                  <a:pt x="567823" y="40345"/>
                </a:lnTo>
                <a:lnTo>
                  <a:pt x="568462" y="40711"/>
                </a:lnTo>
                <a:lnTo>
                  <a:pt x="569088" y="41102"/>
                </a:lnTo>
                <a:lnTo>
                  <a:pt x="569702" y="41519"/>
                </a:lnTo>
                <a:lnTo>
                  <a:pt x="570303" y="41960"/>
                </a:lnTo>
                <a:lnTo>
                  <a:pt x="570892" y="42427"/>
                </a:lnTo>
                <a:lnTo>
                  <a:pt x="571469" y="42920"/>
                </a:lnTo>
                <a:lnTo>
                  <a:pt x="572033" y="43437"/>
                </a:lnTo>
                <a:lnTo>
                  <a:pt x="572586" y="43980"/>
                </a:lnTo>
                <a:lnTo>
                  <a:pt x="573125" y="44548"/>
                </a:lnTo>
                <a:lnTo>
                  <a:pt x="573653" y="45141"/>
                </a:lnTo>
                <a:lnTo>
                  <a:pt x="574163" y="45743"/>
                </a:lnTo>
                <a:lnTo>
                  <a:pt x="574652" y="46364"/>
                </a:lnTo>
                <a:lnTo>
                  <a:pt x="575119" y="47006"/>
                </a:lnTo>
                <a:lnTo>
                  <a:pt x="575564" y="47668"/>
                </a:lnTo>
                <a:lnTo>
                  <a:pt x="575988" y="48349"/>
                </a:lnTo>
                <a:lnTo>
                  <a:pt x="576390" y="49051"/>
                </a:lnTo>
                <a:lnTo>
                  <a:pt x="576770" y="49772"/>
                </a:lnTo>
                <a:lnTo>
                  <a:pt x="577128" y="50514"/>
                </a:lnTo>
                <a:lnTo>
                  <a:pt x="577465" y="51275"/>
                </a:lnTo>
                <a:lnTo>
                  <a:pt x="577780" y="52056"/>
                </a:lnTo>
                <a:lnTo>
                  <a:pt x="578073" y="52858"/>
                </a:lnTo>
                <a:lnTo>
                  <a:pt x="578344" y="53679"/>
                </a:lnTo>
                <a:lnTo>
                  <a:pt x="578594" y="54520"/>
                </a:lnTo>
                <a:lnTo>
                  <a:pt x="578822" y="55381"/>
                </a:lnTo>
                <a:lnTo>
                  <a:pt x="579029" y="56262"/>
                </a:lnTo>
                <a:lnTo>
                  <a:pt x="579213" y="57163"/>
                </a:lnTo>
                <a:lnTo>
                  <a:pt x="579376" y="58085"/>
                </a:lnTo>
                <a:lnTo>
                  <a:pt x="579517" y="59026"/>
                </a:lnTo>
                <a:lnTo>
                  <a:pt x="579637" y="59987"/>
                </a:lnTo>
                <a:lnTo>
                  <a:pt x="579734" y="60967"/>
                </a:lnTo>
                <a:lnTo>
                  <a:pt x="579811" y="61968"/>
                </a:lnTo>
                <a:lnTo>
                  <a:pt x="579865" y="62989"/>
                </a:lnTo>
                <a:lnTo>
                  <a:pt x="579897" y="64030"/>
                </a:lnTo>
                <a:lnTo>
                  <a:pt x="579908" y="65091"/>
                </a:lnTo>
                <a:lnTo>
                  <a:pt x="579908" y="76418"/>
                </a:lnTo>
                <a:lnTo>
                  <a:pt x="579897" y="77479"/>
                </a:lnTo>
                <a:lnTo>
                  <a:pt x="579865" y="78521"/>
                </a:lnTo>
                <a:lnTo>
                  <a:pt x="579811" y="79543"/>
                </a:lnTo>
                <a:lnTo>
                  <a:pt x="579734" y="80546"/>
                </a:lnTo>
                <a:lnTo>
                  <a:pt x="579637" y="81530"/>
                </a:lnTo>
                <a:lnTo>
                  <a:pt x="579517" y="82494"/>
                </a:lnTo>
                <a:lnTo>
                  <a:pt x="579376" y="83439"/>
                </a:lnTo>
                <a:lnTo>
                  <a:pt x="579213" y="84365"/>
                </a:lnTo>
                <a:lnTo>
                  <a:pt x="579029" y="85271"/>
                </a:lnTo>
                <a:lnTo>
                  <a:pt x="578822" y="86157"/>
                </a:lnTo>
                <a:lnTo>
                  <a:pt x="578594" y="87025"/>
                </a:lnTo>
                <a:lnTo>
                  <a:pt x="578344" y="87873"/>
                </a:lnTo>
                <a:lnTo>
                  <a:pt x="578073" y="88701"/>
                </a:lnTo>
                <a:lnTo>
                  <a:pt x="577780" y="89510"/>
                </a:lnTo>
                <a:lnTo>
                  <a:pt x="577465" y="90300"/>
                </a:lnTo>
                <a:lnTo>
                  <a:pt x="577128" y="91071"/>
                </a:lnTo>
                <a:lnTo>
                  <a:pt x="576770" y="91822"/>
                </a:lnTo>
                <a:lnTo>
                  <a:pt x="576390" y="92554"/>
                </a:lnTo>
                <a:lnTo>
                  <a:pt x="575988" y="93266"/>
                </a:lnTo>
                <a:lnTo>
                  <a:pt x="575564" y="93959"/>
                </a:lnTo>
                <a:lnTo>
                  <a:pt x="575119" y="94633"/>
                </a:lnTo>
                <a:lnTo>
                  <a:pt x="574652" y="95287"/>
                </a:lnTo>
                <a:lnTo>
                  <a:pt x="574163" y="95922"/>
                </a:lnTo>
                <a:lnTo>
                  <a:pt x="573653" y="96537"/>
                </a:lnTo>
                <a:lnTo>
                  <a:pt x="573125" y="97117"/>
                </a:lnTo>
                <a:lnTo>
                  <a:pt x="572586" y="97671"/>
                </a:lnTo>
                <a:lnTo>
                  <a:pt x="572033" y="98202"/>
                </a:lnTo>
                <a:lnTo>
                  <a:pt x="571469" y="98707"/>
                </a:lnTo>
                <a:lnTo>
                  <a:pt x="570892" y="99188"/>
                </a:lnTo>
                <a:lnTo>
                  <a:pt x="570303" y="99644"/>
                </a:lnTo>
                <a:lnTo>
                  <a:pt x="569702" y="100075"/>
                </a:lnTo>
                <a:lnTo>
                  <a:pt x="569088" y="100482"/>
                </a:lnTo>
                <a:lnTo>
                  <a:pt x="568462" y="100864"/>
                </a:lnTo>
                <a:lnTo>
                  <a:pt x="567823" y="101222"/>
                </a:lnTo>
                <a:lnTo>
                  <a:pt x="567173" y="101555"/>
                </a:lnTo>
                <a:lnTo>
                  <a:pt x="566510" y="101863"/>
                </a:lnTo>
                <a:lnTo>
                  <a:pt x="565834" y="102146"/>
                </a:lnTo>
                <a:lnTo>
                  <a:pt x="565147" y="102405"/>
                </a:lnTo>
                <a:lnTo>
                  <a:pt x="564447" y="102640"/>
                </a:lnTo>
                <a:lnTo>
                  <a:pt x="563734" y="102849"/>
                </a:lnTo>
                <a:lnTo>
                  <a:pt x="563009" y="103034"/>
                </a:lnTo>
                <a:lnTo>
                  <a:pt x="562272" y="103194"/>
                </a:lnTo>
                <a:lnTo>
                  <a:pt x="561523" y="103330"/>
                </a:lnTo>
                <a:lnTo>
                  <a:pt x="560761" y="103441"/>
                </a:lnTo>
                <a:lnTo>
                  <a:pt x="559987" y="103527"/>
                </a:lnTo>
                <a:lnTo>
                  <a:pt x="559201" y="103589"/>
                </a:lnTo>
                <a:lnTo>
                  <a:pt x="558402" y="103626"/>
                </a:lnTo>
                <a:lnTo>
                  <a:pt x="557591" y="103638"/>
                </a:lnTo>
                <a:lnTo>
                  <a:pt x="556794" y="103626"/>
                </a:lnTo>
                <a:lnTo>
                  <a:pt x="556008" y="103589"/>
                </a:lnTo>
                <a:lnTo>
                  <a:pt x="555232" y="103527"/>
                </a:lnTo>
                <a:lnTo>
                  <a:pt x="554468" y="103441"/>
                </a:lnTo>
                <a:close/>
                <a:moveTo>
                  <a:pt x="865513" y="115529"/>
                </a:moveTo>
                <a:lnTo>
                  <a:pt x="866435" y="115466"/>
                </a:lnTo>
                <a:lnTo>
                  <a:pt x="867346" y="115388"/>
                </a:lnTo>
                <a:lnTo>
                  <a:pt x="868246" y="115297"/>
                </a:lnTo>
                <a:lnTo>
                  <a:pt x="869134" y="115191"/>
                </a:lnTo>
                <a:lnTo>
                  <a:pt x="870012" y="115071"/>
                </a:lnTo>
                <a:lnTo>
                  <a:pt x="870878" y="114937"/>
                </a:lnTo>
                <a:lnTo>
                  <a:pt x="871733" y="114790"/>
                </a:lnTo>
                <a:lnTo>
                  <a:pt x="872577" y="114628"/>
                </a:lnTo>
                <a:lnTo>
                  <a:pt x="873409" y="114451"/>
                </a:lnTo>
                <a:lnTo>
                  <a:pt x="874231" y="114261"/>
                </a:lnTo>
                <a:lnTo>
                  <a:pt x="875041" y="114057"/>
                </a:lnTo>
                <a:lnTo>
                  <a:pt x="875841" y="113839"/>
                </a:lnTo>
                <a:lnTo>
                  <a:pt x="876629" y="113606"/>
                </a:lnTo>
                <a:lnTo>
                  <a:pt x="877406" y="113360"/>
                </a:lnTo>
                <a:lnTo>
                  <a:pt x="878171" y="113099"/>
                </a:lnTo>
                <a:lnTo>
                  <a:pt x="878926" y="112824"/>
                </a:lnTo>
                <a:lnTo>
                  <a:pt x="879670" y="112535"/>
                </a:lnTo>
                <a:lnTo>
                  <a:pt x="880402" y="112232"/>
                </a:lnTo>
                <a:lnTo>
                  <a:pt x="881123" y="111915"/>
                </a:lnTo>
                <a:lnTo>
                  <a:pt x="881833" y="111584"/>
                </a:lnTo>
                <a:lnTo>
                  <a:pt x="882545" y="111240"/>
                </a:lnTo>
                <a:lnTo>
                  <a:pt x="883243" y="110885"/>
                </a:lnTo>
                <a:lnTo>
                  <a:pt x="883928" y="110517"/>
                </a:lnTo>
                <a:lnTo>
                  <a:pt x="884599" y="110138"/>
                </a:lnTo>
                <a:lnTo>
                  <a:pt x="885257" y="109747"/>
                </a:lnTo>
                <a:lnTo>
                  <a:pt x="885901" y="109344"/>
                </a:lnTo>
                <a:lnTo>
                  <a:pt x="886532" y="108930"/>
                </a:lnTo>
                <a:lnTo>
                  <a:pt x="887149" y="108504"/>
                </a:lnTo>
                <a:lnTo>
                  <a:pt x="887753" y="108066"/>
                </a:lnTo>
                <a:lnTo>
                  <a:pt x="888343" y="107616"/>
                </a:lnTo>
                <a:lnTo>
                  <a:pt x="888920" y="107155"/>
                </a:lnTo>
                <a:lnTo>
                  <a:pt x="889483" y="106681"/>
                </a:lnTo>
                <a:lnTo>
                  <a:pt x="890033" y="106196"/>
                </a:lnTo>
                <a:lnTo>
                  <a:pt x="890569" y="105700"/>
                </a:lnTo>
                <a:lnTo>
                  <a:pt x="891092" y="105191"/>
                </a:lnTo>
                <a:lnTo>
                  <a:pt x="891601" y="104671"/>
                </a:lnTo>
                <a:lnTo>
                  <a:pt x="892097" y="104139"/>
                </a:lnTo>
                <a:lnTo>
                  <a:pt x="892579" y="103596"/>
                </a:lnTo>
                <a:lnTo>
                  <a:pt x="893048" y="103041"/>
                </a:lnTo>
                <a:lnTo>
                  <a:pt x="893503" y="102473"/>
                </a:lnTo>
                <a:lnTo>
                  <a:pt x="893945" y="101895"/>
                </a:lnTo>
                <a:lnTo>
                  <a:pt x="894373" y="101304"/>
                </a:lnTo>
                <a:lnTo>
                  <a:pt x="894788" y="100702"/>
                </a:lnTo>
                <a:lnTo>
                  <a:pt x="895189" y="100088"/>
                </a:lnTo>
                <a:lnTo>
                  <a:pt x="895589" y="99449"/>
                </a:lnTo>
                <a:lnTo>
                  <a:pt x="895972" y="98801"/>
                </a:lnTo>
                <a:lnTo>
                  <a:pt x="896338" y="98143"/>
                </a:lnTo>
                <a:lnTo>
                  <a:pt x="896687" y="97477"/>
                </a:lnTo>
                <a:lnTo>
                  <a:pt x="897019" y="96800"/>
                </a:lnTo>
                <a:lnTo>
                  <a:pt x="897334" y="96115"/>
                </a:lnTo>
                <a:lnTo>
                  <a:pt x="897632" y="95420"/>
                </a:lnTo>
                <a:lnTo>
                  <a:pt x="897913" y="94715"/>
                </a:lnTo>
                <a:lnTo>
                  <a:pt x="898177" y="94001"/>
                </a:lnTo>
                <a:lnTo>
                  <a:pt x="898424" y="93278"/>
                </a:lnTo>
                <a:lnTo>
                  <a:pt x="898654" y="92545"/>
                </a:lnTo>
                <a:lnTo>
                  <a:pt x="898867" y="91803"/>
                </a:lnTo>
                <a:lnTo>
                  <a:pt x="899062" y="91052"/>
                </a:lnTo>
                <a:lnTo>
                  <a:pt x="899241" y="90291"/>
                </a:lnTo>
                <a:lnTo>
                  <a:pt x="899403" y="89521"/>
                </a:lnTo>
                <a:lnTo>
                  <a:pt x="899548" y="88741"/>
                </a:lnTo>
                <a:lnTo>
                  <a:pt x="899675" y="87952"/>
                </a:lnTo>
                <a:lnTo>
                  <a:pt x="899786" y="87154"/>
                </a:lnTo>
                <a:lnTo>
                  <a:pt x="899880" y="86346"/>
                </a:lnTo>
                <a:lnTo>
                  <a:pt x="899956" y="85529"/>
                </a:lnTo>
                <a:lnTo>
                  <a:pt x="900016" y="84703"/>
                </a:lnTo>
                <a:lnTo>
                  <a:pt x="900058" y="83867"/>
                </a:lnTo>
                <a:lnTo>
                  <a:pt x="900084" y="83021"/>
                </a:lnTo>
                <a:lnTo>
                  <a:pt x="900092" y="82167"/>
                </a:lnTo>
                <a:lnTo>
                  <a:pt x="884200" y="82167"/>
                </a:lnTo>
                <a:lnTo>
                  <a:pt x="884190" y="83072"/>
                </a:lnTo>
                <a:lnTo>
                  <a:pt x="884160" y="83958"/>
                </a:lnTo>
                <a:lnTo>
                  <a:pt x="884110" y="84824"/>
                </a:lnTo>
                <a:lnTo>
                  <a:pt x="884040" y="85670"/>
                </a:lnTo>
                <a:lnTo>
                  <a:pt x="883950" y="86496"/>
                </a:lnTo>
                <a:lnTo>
                  <a:pt x="883841" y="87302"/>
                </a:lnTo>
                <a:lnTo>
                  <a:pt x="883711" y="88088"/>
                </a:lnTo>
                <a:lnTo>
                  <a:pt x="883561" y="88854"/>
                </a:lnTo>
                <a:lnTo>
                  <a:pt x="883392" y="89600"/>
                </a:lnTo>
                <a:lnTo>
                  <a:pt x="883202" y="90326"/>
                </a:lnTo>
                <a:lnTo>
                  <a:pt x="882992" y="91033"/>
                </a:lnTo>
                <a:lnTo>
                  <a:pt x="882763" y="91719"/>
                </a:lnTo>
                <a:lnTo>
                  <a:pt x="882513" y="92385"/>
                </a:lnTo>
                <a:lnTo>
                  <a:pt x="882244" y="93032"/>
                </a:lnTo>
                <a:lnTo>
                  <a:pt x="881955" y="93658"/>
                </a:lnTo>
                <a:lnTo>
                  <a:pt x="881645" y="94264"/>
                </a:lnTo>
                <a:lnTo>
                  <a:pt x="881316" y="94851"/>
                </a:lnTo>
                <a:lnTo>
                  <a:pt x="880967" y="95417"/>
                </a:lnTo>
                <a:lnTo>
                  <a:pt x="880597" y="95964"/>
                </a:lnTo>
                <a:lnTo>
                  <a:pt x="880208" y="96490"/>
                </a:lnTo>
                <a:lnTo>
                  <a:pt x="879799" y="96997"/>
                </a:lnTo>
                <a:lnTo>
                  <a:pt x="879370" y="97484"/>
                </a:lnTo>
                <a:lnTo>
                  <a:pt x="878921" y="97950"/>
                </a:lnTo>
                <a:lnTo>
                  <a:pt x="878452" y="98397"/>
                </a:lnTo>
                <a:lnTo>
                  <a:pt x="877978" y="98825"/>
                </a:lnTo>
                <a:lnTo>
                  <a:pt x="877486" y="99234"/>
                </a:lnTo>
                <a:lnTo>
                  <a:pt x="876975" y="99625"/>
                </a:lnTo>
                <a:lnTo>
                  <a:pt x="876446" y="99999"/>
                </a:lnTo>
                <a:lnTo>
                  <a:pt x="875900" y="100353"/>
                </a:lnTo>
                <a:lnTo>
                  <a:pt x="875335" y="100690"/>
                </a:lnTo>
                <a:lnTo>
                  <a:pt x="874751" y="101009"/>
                </a:lnTo>
                <a:lnTo>
                  <a:pt x="874150" y="101309"/>
                </a:lnTo>
                <a:lnTo>
                  <a:pt x="873530" y="101591"/>
                </a:lnTo>
                <a:lnTo>
                  <a:pt x="872893" y="101855"/>
                </a:lnTo>
                <a:lnTo>
                  <a:pt x="872237" y="102100"/>
                </a:lnTo>
                <a:lnTo>
                  <a:pt x="871562" y="102328"/>
                </a:lnTo>
                <a:lnTo>
                  <a:pt x="870870" y="102537"/>
                </a:lnTo>
                <a:lnTo>
                  <a:pt x="870159" y="102728"/>
                </a:lnTo>
                <a:lnTo>
                  <a:pt x="869430" y="102901"/>
                </a:lnTo>
                <a:lnTo>
                  <a:pt x="868683" y="103056"/>
                </a:lnTo>
                <a:lnTo>
                  <a:pt x="867918" y="103192"/>
                </a:lnTo>
                <a:lnTo>
                  <a:pt x="867135" y="103311"/>
                </a:lnTo>
                <a:lnTo>
                  <a:pt x="866333" y="103411"/>
                </a:lnTo>
                <a:lnTo>
                  <a:pt x="865513" y="103493"/>
                </a:lnTo>
                <a:lnTo>
                  <a:pt x="864675" y="103556"/>
                </a:lnTo>
                <a:lnTo>
                  <a:pt x="863819" y="103602"/>
                </a:lnTo>
                <a:lnTo>
                  <a:pt x="862945" y="103629"/>
                </a:lnTo>
                <a:lnTo>
                  <a:pt x="862052" y="103638"/>
                </a:lnTo>
                <a:lnTo>
                  <a:pt x="861241" y="103626"/>
                </a:lnTo>
                <a:lnTo>
                  <a:pt x="860441" y="103590"/>
                </a:lnTo>
                <a:lnTo>
                  <a:pt x="859654" y="103530"/>
                </a:lnTo>
                <a:lnTo>
                  <a:pt x="858878" y="103446"/>
                </a:lnTo>
                <a:lnTo>
                  <a:pt x="858113" y="103337"/>
                </a:lnTo>
                <a:lnTo>
                  <a:pt x="857361" y="103205"/>
                </a:lnTo>
                <a:lnTo>
                  <a:pt x="856620" y="103048"/>
                </a:lnTo>
                <a:lnTo>
                  <a:pt x="855891" y="102868"/>
                </a:lnTo>
                <a:lnTo>
                  <a:pt x="855173" y="102663"/>
                </a:lnTo>
                <a:lnTo>
                  <a:pt x="854468" y="102435"/>
                </a:lnTo>
                <a:lnTo>
                  <a:pt x="853774" y="102182"/>
                </a:lnTo>
                <a:lnTo>
                  <a:pt x="853092" y="101905"/>
                </a:lnTo>
                <a:lnTo>
                  <a:pt x="852421" y="101604"/>
                </a:lnTo>
                <a:lnTo>
                  <a:pt x="851763" y="101279"/>
                </a:lnTo>
                <a:lnTo>
                  <a:pt x="851116" y="100930"/>
                </a:lnTo>
                <a:lnTo>
                  <a:pt x="850481" y="100557"/>
                </a:lnTo>
                <a:lnTo>
                  <a:pt x="849857" y="100160"/>
                </a:lnTo>
                <a:lnTo>
                  <a:pt x="849245" y="99739"/>
                </a:lnTo>
                <a:lnTo>
                  <a:pt x="848645" y="99294"/>
                </a:lnTo>
                <a:lnTo>
                  <a:pt x="848057" y="98824"/>
                </a:lnTo>
                <a:lnTo>
                  <a:pt x="847481" y="98331"/>
                </a:lnTo>
                <a:lnTo>
                  <a:pt x="846916" y="97814"/>
                </a:lnTo>
                <a:lnTo>
                  <a:pt x="846363" y="97272"/>
                </a:lnTo>
                <a:lnTo>
                  <a:pt x="845822" y="96706"/>
                </a:lnTo>
                <a:lnTo>
                  <a:pt x="845298" y="96118"/>
                </a:lnTo>
                <a:lnTo>
                  <a:pt x="844796" y="95506"/>
                </a:lnTo>
                <a:lnTo>
                  <a:pt x="844316" y="94873"/>
                </a:lnTo>
                <a:lnTo>
                  <a:pt x="843859" y="94217"/>
                </a:lnTo>
                <a:lnTo>
                  <a:pt x="843424" y="93539"/>
                </a:lnTo>
                <a:lnTo>
                  <a:pt x="843011" y="92839"/>
                </a:lnTo>
                <a:lnTo>
                  <a:pt x="842621" y="92116"/>
                </a:lnTo>
                <a:lnTo>
                  <a:pt x="842253" y="91371"/>
                </a:lnTo>
                <a:lnTo>
                  <a:pt x="841907" y="90604"/>
                </a:lnTo>
                <a:lnTo>
                  <a:pt x="841583" y="89815"/>
                </a:lnTo>
                <a:lnTo>
                  <a:pt x="841282" y="89003"/>
                </a:lnTo>
                <a:lnTo>
                  <a:pt x="841003" y="88169"/>
                </a:lnTo>
                <a:lnTo>
                  <a:pt x="840747" y="87312"/>
                </a:lnTo>
                <a:lnTo>
                  <a:pt x="840513" y="86433"/>
                </a:lnTo>
                <a:lnTo>
                  <a:pt x="840301" y="85532"/>
                </a:lnTo>
                <a:lnTo>
                  <a:pt x="840111" y="84609"/>
                </a:lnTo>
                <a:lnTo>
                  <a:pt x="839944" y="83663"/>
                </a:lnTo>
                <a:lnTo>
                  <a:pt x="839799" y="82695"/>
                </a:lnTo>
                <a:lnTo>
                  <a:pt x="839676" y="81705"/>
                </a:lnTo>
                <a:lnTo>
                  <a:pt x="839576" y="80692"/>
                </a:lnTo>
                <a:lnTo>
                  <a:pt x="839498" y="79657"/>
                </a:lnTo>
                <a:lnTo>
                  <a:pt x="839442" y="78600"/>
                </a:lnTo>
                <a:lnTo>
                  <a:pt x="839408" y="77520"/>
                </a:lnTo>
                <a:lnTo>
                  <a:pt x="839397" y="76418"/>
                </a:lnTo>
                <a:lnTo>
                  <a:pt x="839397" y="73544"/>
                </a:lnTo>
                <a:lnTo>
                  <a:pt x="900092" y="73544"/>
                </a:lnTo>
                <a:lnTo>
                  <a:pt x="900092" y="62048"/>
                </a:lnTo>
                <a:lnTo>
                  <a:pt x="900084" y="61178"/>
                </a:lnTo>
                <a:lnTo>
                  <a:pt x="900059" y="60317"/>
                </a:lnTo>
                <a:lnTo>
                  <a:pt x="900018" y="59464"/>
                </a:lnTo>
                <a:lnTo>
                  <a:pt x="899961" y="58619"/>
                </a:lnTo>
                <a:lnTo>
                  <a:pt x="899887" y="57783"/>
                </a:lnTo>
                <a:lnTo>
                  <a:pt x="899797" y="56954"/>
                </a:lnTo>
                <a:lnTo>
                  <a:pt x="899690" y="56134"/>
                </a:lnTo>
                <a:lnTo>
                  <a:pt x="899566" y="55323"/>
                </a:lnTo>
                <a:lnTo>
                  <a:pt x="899427" y="54519"/>
                </a:lnTo>
                <a:lnTo>
                  <a:pt x="899271" y="53723"/>
                </a:lnTo>
                <a:lnTo>
                  <a:pt x="899098" y="52936"/>
                </a:lnTo>
                <a:lnTo>
                  <a:pt x="898909" y="52157"/>
                </a:lnTo>
                <a:lnTo>
                  <a:pt x="898703" y="51386"/>
                </a:lnTo>
                <a:lnTo>
                  <a:pt x="898482" y="50624"/>
                </a:lnTo>
                <a:lnTo>
                  <a:pt x="898243" y="49870"/>
                </a:lnTo>
                <a:lnTo>
                  <a:pt x="897988" y="49123"/>
                </a:lnTo>
                <a:lnTo>
                  <a:pt x="897717" y="48385"/>
                </a:lnTo>
                <a:lnTo>
                  <a:pt x="897430" y="47656"/>
                </a:lnTo>
                <a:lnTo>
                  <a:pt x="897125" y="46934"/>
                </a:lnTo>
                <a:lnTo>
                  <a:pt x="896805" y="46221"/>
                </a:lnTo>
                <a:lnTo>
                  <a:pt x="896468" y="45516"/>
                </a:lnTo>
                <a:lnTo>
                  <a:pt x="896115" y="44819"/>
                </a:lnTo>
                <a:lnTo>
                  <a:pt x="895745" y="44131"/>
                </a:lnTo>
                <a:lnTo>
                  <a:pt x="895359" y="43450"/>
                </a:lnTo>
                <a:lnTo>
                  <a:pt x="894971" y="42780"/>
                </a:lnTo>
                <a:lnTo>
                  <a:pt x="894571" y="42121"/>
                </a:lnTo>
                <a:lnTo>
                  <a:pt x="894157" y="41474"/>
                </a:lnTo>
                <a:lnTo>
                  <a:pt x="893729" y="40839"/>
                </a:lnTo>
                <a:lnTo>
                  <a:pt x="893288" y="40216"/>
                </a:lnTo>
                <a:lnTo>
                  <a:pt x="892833" y="39604"/>
                </a:lnTo>
                <a:lnTo>
                  <a:pt x="892365" y="39004"/>
                </a:lnTo>
                <a:lnTo>
                  <a:pt x="891883" y="38416"/>
                </a:lnTo>
                <a:lnTo>
                  <a:pt x="891388" y="37839"/>
                </a:lnTo>
                <a:lnTo>
                  <a:pt x="890879" y="37275"/>
                </a:lnTo>
                <a:lnTo>
                  <a:pt x="890357" y="36722"/>
                </a:lnTo>
                <a:lnTo>
                  <a:pt x="889822" y="36180"/>
                </a:lnTo>
                <a:lnTo>
                  <a:pt x="889272" y="35651"/>
                </a:lnTo>
                <a:lnTo>
                  <a:pt x="888710" y="35133"/>
                </a:lnTo>
                <a:lnTo>
                  <a:pt x="888133" y="34627"/>
                </a:lnTo>
                <a:lnTo>
                  <a:pt x="887544" y="34133"/>
                </a:lnTo>
                <a:lnTo>
                  <a:pt x="886941" y="33650"/>
                </a:lnTo>
                <a:lnTo>
                  <a:pt x="886324" y="33179"/>
                </a:lnTo>
                <a:lnTo>
                  <a:pt x="885694" y="32720"/>
                </a:lnTo>
                <a:lnTo>
                  <a:pt x="885050" y="32273"/>
                </a:lnTo>
                <a:lnTo>
                  <a:pt x="884393" y="31837"/>
                </a:lnTo>
                <a:lnTo>
                  <a:pt x="883722" y="31414"/>
                </a:lnTo>
                <a:lnTo>
                  <a:pt x="883038" y="31002"/>
                </a:lnTo>
                <a:lnTo>
                  <a:pt x="882340" y="30601"/>
                </a:lnTo>
                <a:lnTo>
                  <a:pt x="881644" y="30215"/>
                </a:lnTo>
                <a:lnTo>
                  <a:pt x="880936" y="29845"/>
                </a:lnTo>
                <a:lnTo>
                  <a:pt x="880216" y="29492"/>
                </a:lnTo>
                <a:lnTo>
                  <a:pt x="879485" y="29155"/>
                </a:lnTo>
                <a:lnTo>
                  <a:pt x="878742" y="28834"/>
                </a:lnTo>
                <a:lnTo>
                  <a:pt x="877987" y="28530"/>
                </a:lnTo>
                <a:lnTo>
                  <a:pt x="877220" y="28242"/>
                </a:lnTo>
                <a:lnTo>
                  <a:pt x="876442" y="27971"/>
                </a:lnTo>
                <a:lnTo>
                  <a:pt x="875652" y="27716"/>
                </a:lnTo>
                <a:lnTo>
                  <a:pt x="874850" y="27478"/>
                </a:lnTo>
                <a:lnTo>
                  <a:pt x="874036" y="27256"/>
                </a:lnTo>
                <a:lnTo>
                  <a:pt x="873211" y="27051"/>
                </a:lnTo>
                <a:lnTo>
                  <a:pt x="872374" y="26862"/>
                </a:lnTo>
                <a:lnTo>
                  <a:pt x="871525" y="26689"/>
                </a:lnTo>
                <a:lnTo>
                  <a:pt x="870664" y="26533"/>
                </a:lnTo>
                <a:lnTo>
                  <a:pt x="869792" y="26393"/>
                </a:lnTo>
                <a:lnTo>
                  <a:pt x="868908" y="26270"/>
                </a:lnTo>
                <a:lnTo>
                  <a:pt x="868012" y="26163"/>
                </a:lnTo>
                <a:lnTo>
                  <a:pt x="867104" y="26073"/>
                </a:lnTo>
                <a:lnTo>
                  <a:pt x="866185" y="25999"/>
                </a:lnTo>
                <a:lnTo>
                  <a:pt x="865254" y="25941"/>
                </a:lnTo>
                <a:lnTo>
                  <a:pt x="864311" y="25900"/>
                </a:lnTo>
                <a:lnTo>
                  <a:pt x="863357" y="25875"/>
                </a:lnTo>
                <a:lnTo>
                  <a:pt x="862390" y="25867"/>
                </a:lnTo>
                <a:lnTo>
                  <a:pt x="861354" y="25877"/>
                </a:lnTo>
                <a:lnTo>
                  <a:pt x="860329" y="25905"/>
                </a:lnTo>
                <a:lnTo>
                  <a:pt x="859315" y="25952"/>
                </a:lnTo>
                <a:lnTo>
                  <a:pt x="858314" y="26018"/>
                </a:lnTo>
                <a:lnTo>
                  <a:pt x="857324" y="26102"/>
                </a:lnTo>
                <a:lnTo>
                  <a:pt x="856346" y="26205"/>
                </a:lnTo>
                <a:lnTo>
                  <a:pt x="855380" y="26328"/>
                </a:lnTo>
                <a:lnTo>
                  <a:pt x="854425" y="26468"/>
                </a:lnTo>
                <a:lnTo>
                  <a:pt x="853483" y="26628"/>
                </a:lnTo>
                <a:lnTo>
                  <a:pt x="852552" y="26807"/>
                </a:lnTo>
                <a:lnTo>
                  <a:pt x="851632" y="27004"/>
                </a:lnTo>
                <a:lnTo>
                  <a:pt x="850725" y="27220"/>
                </a:lnTo>
                <a:lnTo>
                  <a:pt x="849829" y="27455"/>
                </a:lnTo>
                <a:lnTo>
                  <a:pt x="848945" y="27708"/>
                </a:lnTo>
                <a:lnTo>
                  <a:pt x="848073" y="27981"/>
                </a:lnTo>
                <a:lnTo>
                  <a:pt x="847212" y="28272"/>
                </a:lnTo>
                <a:lnTo>
                  <a:pt x="846363" y="28582"/>
                </a:lnTo>
                <a:lnTo>
                  <a:pt x="845526" y="28910"/>
                </a:lnTo>
                <a:lnTo>
                  <a:pt x="844701" y="29258"/>
                </a:lnTo>
                <a:lnTo>
                  <a:pt x="843887" y="29624"/>
                </a:lnTo>
                <a:lnTo>
                  <a:pt x="843085" y="30009"/>
                </a:lnTo>
                <a:lnTo>
                  <a:pt x="842295" y="30413"/>
                </a:lnTo>
                <a:lnTo>
                  <a:pt x="841516" y="30836"/>
                </a:lnTo>
                <a:lnTo>
                  <a:pt x="840750" y="31277"/>
                </a:lnTo>
                <a:lnTo>
                  <a:pt x="839996" y="31722"/>
                </a:lnTo>
                <a:lnTo>
                  <a:pt x="839258" y="32181"/>
                </a:lnTo>
                <a:lnTo>
                  <a:pt x="838533" y="32656"/>
                </a:lnTo>
                <a:lnTo>
                  <a:pt x="837824" y="33147"/>
                </a:lnTo>
                <a:lnTo>
                  <a:pt x="837129" y="33652"/>
                </a:lnTo>
                <a:lnTo>
                  <a:pt x="836449" y="34173"/>
                </a:lnTo>
                <a:lnTo>
                  <a:pt x="835784" y="34709"/>
                </a:lnTo>
                <a:lnTo>
                  <a:pt x="835133" y="35260"/>
                </a:lnTo>
                <a:lnTo>
                  <a:pt x="834497" y="35826"/>
                </a:lnTo>
                <a:lnTo>
                  <a:pt x="833876" y="36408"/>
                </a:lnTo>
                <a:lnTo>
                  <a:pt x="833269" y="37005"/>
                </a:lnTo>
                <a:lnTo>
                  <a:pt x="832677" y="37617"/>
                </a:lnTo>
                <a:lnTo>
                  <a:pt x="832099" y="38245"/>
                </a:lnTo>
                <a:lnTo>
                  <a:pt x="831537" y="38888"/>
                </a:lnTo>
                <a:lnTo>
                  <a:pt x="830989" y="39546"/>
                </a:lnTo>
                <a:lnTo>
                  <a:pt x="830455" y="40219"/>
                </a:lnTo>
                <a:lnTo>
                  <a:pt x="829937" y="40908"/>
                </a:lnTo>
                <a:lnTo>
                  <a:pt x="829433" y="41612"/>
                </a:lnTo>
                <a:lnTo>
                  <a:pt x="828944" y="42331"/>
                </a:lnTo>
                <a:lnTo>
                  <a:pt x="828469" y="43065"/>
                </a:lnTo>
                <a:lnTo>
                  <a:pt x="828009" y="43815"/>
                </a:lnTo>
                <a:lnTo>
                  <a:pt x="827564" y="44580"/>
                </a:lnTo>
                <a:lnTo>
                  <a:pt x="827133" y="45360"/>
                </a:lnTo>
                <a:lnTo>
                  <a:pt x="826717" y="46155"/>
                </a:lnTo>
                <a:lnTo>
                  <a:pt x="826317" y="46965"/>
                </a:lnTo>
                <a:lnTo>
                  <a:pt x="825934" y="47786"/>
                </a:lnTo>
                <a:lnTo>
                  <a:pt x="825568" y="48620"/>
                </a:lnTo>
                <a:lnTo>
                  <a:pt x="825219" y="49466"/>
                </a:lnTo>
                <a:lnTo>
                  <a:pt x="824887" y="50325"/>
                </a:lnTo>
                <a:lnTo>
                  <a:pt x="824572" y="51196"/>
                </a:lnTo>
                <a:lnTo>
                  <a:pt x="824274" y="52079"/>
                </a:lnTo>
                <a:lnTo>
                  <a:pt x="823993" y="52974"/>
                </a:lnTo>
                <a:lnTo>
                  <a:pt x="823729" y="53882"/>
                </a:lnTo>
                <a:lnTo>
                  <a:pt x="823483" y="54802"/>
                </a:lnTo>
                <a:lnTo>
                  <a:pt x="823253" y="55735"/>
                </a:lnTo>
                <a:lnTo>
                  <a:pt x="823040" y="56680"/>
                </a:lnTo>
                <a:lnTo>
                  <a:pt x="822844" y="57637"/>
                </a:lnTo>
                <a:lnTo>
                  <a:pt x="822665" y="58606"/>
                </a:lnTo>
                <a:lnTo>
                  <a:pt x="822504" y="59588"/>
                </a:lnTo>
                <a:lnTo>
                  <a:pt x="822359" y="60582"/>
                </a:lnTo>
                <a:lnTo>
                  <a:pt x="822231" y="61589"/>
                </a:lnTo>
                <a:lnTo>
                  <a:pt x="822121" y="62608"/>
                </a:lnTo>
                <a:lnTo>
                  <a:pt x="822027" y="63639"/>
                </a:lnTo>
                <a:lnTo>
                  <a:pt x="821951" y="64682"/>
                </a:lnTo>
                <a:lnTo>
                  <a:pt x="821891" y="65738"/>
                </a:lnTo>
                <a:lnTo>
                  <a:pt x="821848" y="66806"/>
                </a:lnTo>
                <a:lnTo>
                  <a:pt x="821823" y="67887"/>
                </a:lnTo>
                <a:lnTo>
                  <a:pt x="821814" y="68979"/>
                </a:lnTo>
                <a:lnTo>
                  <a:pt x="821814" y="72530"/>
                </a:lnTo>
                <a:lnTo>
                  <a:pt x="821822" y="73581"/>
                </a:lnTo>
                <a:lnTo>
                  <a:pt x="821844" y="74623"/>
                </a:lnTo>
                <a:lnTo>
                  <a:pt x="821880" y="75655"/>
                </a:lnTo>
                <a:lnTo>
                  <a:pt x="821932" y="76677"/>
                </a:lnTo>
                <a:lnTo>
                  <a:pt x="821998" y="77688"/>
                </a:lnTo>
                <a:lnTo>
                  <a:pt x="822078" y="78690"/>
                </a:lnTo>
                <a:lnTo>
                  <a:pt x="822174" y="79682"/>
                </a:lnTo>
                <a:lnTo>
                  <a:pt x="822284" y="80664"/>
                </a:lnTo>
                <a:lnTo>
                  <a:pt x="822409" y="81636"/>
                </a:lnTo>
                <a:lnTo>
                  <a:pt x="822548" y="82598"/>
                </a:lnTo>
                <a:lnTo>
                  <a:pt x="822702" y="83549"/>
                </a:lnTo>
                <a:lnTo>
                  <a:pt x="822871" y="84491"/>
                </a:lnTo>
                <a:lnTo>
                  <a:pt x="823054" y="85423"/>
                </a:lnTo>
                <a:lnTo>
                  <a:pt x="823253" y="86345"/>
                </a:lnTo>
                <a:lnTo>
                  <a:pt x="823465" y="87257"/>
                </a:lnTo>
                <a:lnTo>
                  <a:pt x="823693" y="88159"/>
                </a:lnTo>
                <a:lnTo>
                  <a:pt x="823935" y="89051"/>
                </a:lnTo>
                <a:lnTo>
                  <a:pt x="824192" y="89933"/>
                </a:lnTo>
                <a:lnTo>
                  <a:pt x="824463" y="90805"/>
                </a:lnTo>
                <a:lnTo>
                  <a:pt x="824749" y="91667"/>
                </a:lnTo>
                <a:lnTo>
                  <a:pt x="825050" y="92519"/>
                </a:lnTo>
                <a:lnTo>
                  <a:pt x="825366" y="93361"/>
                </a:lnTo>
                <a:lnTo>
                  <a:pt x="825696" y="94194"/>
                </a:lnTo>
                <a:lnTo>
                  <a:pt x="826041" y="95016"/>
                </a:lnTo>
                <a:lnTo>
                  <a:pt x="826415" y="95825"/>
                </a:lnTo>
                <a:lnTo>
                  <a:pt x="826804" y="96620"/>
                </a:lnTo>
                <a:lnTo>
                  <a:pt x="827209" y="97399"/>
                </a:lnTo>
                <a:lnTo>
                  <a:pt x="827628" y="98162"/>
                </a:lnTo>
                <a:lnTo>
                  <a:pt x="828063" y="98911"/>
                </a:lnTo>
                <a:lnTo>
                  <a:pt x="828514" y="99644"/>
                </a:lnTo>
                <a:lnTo>
                  <a:pt x="828979" y="100362"/>
                </a:lnTo>
                <a:lnTo>
                  <a:pt x="829460" y="101065"/>
                </a:lnTo>
                <a:lnTo>
                  <a:pt x="829956" y="101752"/>
                </a:lnTo>
                <a:lnTo>
                  <a:pt x="830467" y="102424"/>
                </a:lnTo>
                <a:lnTo>
                  <a:pt x="830994" y="103081"/>
                </a:lnTo>
                <a:lnTo>
                  <a:pt x="831536" y="103723"/>
                </a:lnTo>
                <a:lnTo>
                  <a:pt x="832093" y="104349"/>
                </a:lnTo>
                <a:lnTo>
                  <a:pt x="832665" y="104960"/>
                </a:lnTo>
                <a:lnTo>
                  <a:pt x="833253" y="105556"/>
                </a:lnTo>
                <a:lnTo>
                  <a:pt x="833856" y="106137"/>
                </a:lnTo>
                <a:lnTo>
                  <a:pt x="834474" y="106702"/>
                </a:lnTo>
                <a:lnTo>
                  <a:pt x="835107" y="107252"/>
                </a:lnTo>
                <a:lnTo>
                  <a:pt x="835756" y="107787"/>
                </a:lnTo>
                <a:lnTo>
                  <a:pt x="836420" y="108306"/>
                </a:lnTo>
                <a:lnTo>
                  <a:pt x="837099" y="108811"/>
                </a:lnTo>
                <a:lnTo>
                  <a:pt x="837793" y="109300"/>
                </a:lnTo>
                <a:lnTo>
                  <a:pt x="838503" y="109773"/>
                </a:lnTo>
                <a:lnTo>
                  <a:pt x="839228" y="110232"/>
                </a:lnTo>
                <a:lnTo>
                  <a:pt x="839983" y="110673"/>
                </a:lnTo>
                <a:lnTo>
                  <a:pt x="840753" y="111096"/>
                </a:lnTo>
                <a:lnTo>
                  <a:pt x="841540" y="111500"/>
                </a:lnTo>
                <a:lnTo>
                  <a:pt x="842342" y="111885"/>
                </a:lnTo>
                <a:lnTo>
                  <a:pt x="843160" y="112251"/>
                </a:lnTo>
                <a:lnTo>
                  <a:pt x="843994" y="112599"/>
                </a:lnTo>
                <a:lnTo>
                  <a:pt x="844843" y="112927"/>
                </a:lnTo>
                <a:lnTo>
                  <a:pt x="845709" y="113237"/>
                </a:lnTo>
                <a:lnTo>
                  <a:pt x="846591" y="113529"/>
                </a:lnTo>
                <a:lnTo>
                  <a:pt x="847488" y="113801"/>
                </a:lnTo>
                <a:lnTo>
                  <a:pt x="848401" y="114055"/>
                </a:lnTo>
                <a:lnTo>
                  <a:pt x="849330" y="114289"/>
                </a:lnTo>
                <a:lnTo>
                  <a:pt x="850275" y="114505"/>
                </a:lnTo>
                <a:lnTo>
                  <a:pt x="851235" y="114703"/>
                </a:lnTo>
                <a:lnTo>
                  <a:pt x="852212" y="114881"/>
                </a:lnTo>
                <a:lnTo>
                  <a:pt x="853204" y="115041"/>
                </a:lnTo>
                <a:lnTo>
                  <a:pt x="854213" y="115182"/>
                </a:lnTo>
                <a:lnTo>
                  <a:pt x="855237" y="115304"/>
                </a:lnTo>
                <a:lnTo>
                  <a:pt x="856277" y="115407"/>
                </a:lnTo>
                <a:lnTo>
                  <a:pt x="857332" y="115492"/>
                </a:lnTo>
                <a:lnTo>
                  <a:pt x="858404" y="115557"/>
                </a:lnTo>
                <a:lnTo>
                  <a:pt x="859492" y="115604"/>
                </a:lnTo>
                <a:lnTo>
                  <a:pt x="860595" y="115633"/>
                </a:lnTo>
                <a:lnTo>
                  <a:pt x="861714" y="115642"/>
                </a:lnTo>
                <a:lnTo>
                  <a:pt x="862681" y="115635"/>
                </a:lnTo>
                <a:lnTo>
                  <a:pt x="863636" y="115614"/>
                </a:lnTo>
                <a:lnTo>
                  <a:pt x="864580" y="115579"/>
                </a:lnTo>
                <a:lnTo>
                  <a:pt x="865513" y="115529"/>
                </a:lnTo>
                <a:close/>
                <a:moveTo>
                  <a:pt x="839606" y="60278"/>
                </a:moveTo>
                <a:lnTo>
                  <a:pt x="839637" y="59803"/>
                </a:lnTo>
                <a:lnTo>
                  <a:pt x="839676" y="59329"/>
                </a:lnTo>
                <a:lnTo>
                  <a:pt x="839725" y="58857"/>
                </a:lnTo>
                <a:lnTo>
                  <a:pt x="839782" y="58385"/>
                </a:lnTo>
                <a:lnTo>
                  <a:pt x="839848" y="57915"/>
                </a:lnTo>
                <a:lnTo>
                  <a:pt x="839923" y="57446"/>
                </a:lnTo>
                <a:lnTo>
                  <a:pt x="840007" y="56978"/>
                </a:lnTo>
                <a:lnTo>
                  <a:pt x="840099" y="56511"/>
                </a:lnTo>
                <a:lnTo>
                  <a:pt x="840200" y="56046"/>
                </a:lnTo>
                <a:lnTo>
                  <a:pt x="840310" y="55581"/>
                </a:lnTo>
                <a:lnTo>
                  <a:pt x="840429" y="55118"/>
                </a:lnTo>
                <a:lnTo>
                  <a:pt x="840557" y="54656"/>
                </a:lnTo>
                <a:lnTo>
                  <a:pt x="840693" y="54195"/>
                </a:lnTo>
                <a:lnTo>
                  <a:pt x="840839" y="53736"/>
                </a:lnTo>
                <a:lnTo>
                  <a:pt x="840993" y="53277"/>
                </a:lnTo>
                <a:lnTo>
                  <a:pt x="841156" y="52820"/>
                </a:lnTo>
                <a:lnTo>
                  <a:pt x="841327" y="52364"/>
                </a:lnTo>
                <a:lnTo>
                  <a:pt x="841508" y="51909"/>
                </a:lnTo>
                <a:lnTo>
                  <a:pt x="841697" y="51455"/>
                </a:lnTo>
                <a:lnTo>
                  <a:pt x="841895" y="51003"/>
                </a:lnTo>
                <a:lnTo>
                  <a:pt x="842102" y="50551"/>
                </a:lnTo>
                <a:lnTo>
                  <a:pt x="842332" y="50090"/>
                </a:lnTo>
                <a:lnTo>
                  <a:pt x="842568" y="49635"/>
                </a:lnTo>
                <a:lnTo>
                  <a:pt x="842813" y="49188"/>
                </a:lnTo>
                <a:lnTo>
                  <a:pt x="843065" y="48748"/>
                </a:lnTo>
                <a:lnTo>
                  <a:pt x="843325" y="48314"/>
                </a:lnTo>
                <a:lnTo>
                  <a:pt x="843592" y="47888"/>
                </a:lnTo>
                <a:lnTo>
                  <a:pt x="843867" y="47469"/>
                </a:lnTo>
                <a:lnTo>
                  <a:pt x="844150" y="47057"/>
                </a:lnTo>
                <a:lnTo>
                  <a:pt x="844440" y="46652"/>
                </a:lnTo>
                <a:lnTo>
                  <a:pt x="844738" y="46254"/>
                </a:lnTo>
                <a:lnTo>
                  <a:pt x="845044" y="45863"/>
                </a:lnTo>
                <a:lnTo>
                  <a:pt x="845357" y="45479"/>
                </a:lnTo>
                <a:lnTo>
                  <a:pt x="845678" y="45102"/>
                </a:lnTo>
                <a:lnTo>
                  <a:pt x="846006" y="44732"/>
                </a:lnTo>
                <a:lnTo>
                  <a:pt x="846342" y="44370"/>
                </a:lnTo>
                <a:lnTo>
                  <a:pt x="846686" y="44014"/>
                </a:lnTo>
                <a:lnTo>
                  <a:pt x="847037" y="43665"/>
                </a:lnTo>
                <a:lnTo>
                  <a:pt x="847396" y="43323"/>
                </a:lnTo>
                <a:lnTo>
                  <a:pt x="847763" y="42989"/>
                </a:lnTo>
                <a:lnTo>
                  <a:pt x="848137" y="42661"/>
                </a:lnTo>
                <a:lnTo>
                  <a:pt x="848519" y="42341"/>
                </a:lnTo>
                <a:lnTo>
                  <a:pt x="848908" y="42027"/>
                </a:lnTo>
                <a:lnTo>
                  <a:pt x="849306" y="41721"/>
                </a:lnTo>
                <a:lnTo>
                  <a:pt x="849710" y="41421"/>
                </a:lnTo>
                <a:lnTo>
                  <a:pt x="850137" y="41132"/>
                </a:lnTo>
                <a:lnTo>
                  <a:pt x="850571" y="40854"/>
                </a:lnTo>
                <a:lnTo>
                  <a:pt x="851013" y="40589"/>
                </a:lnTo>
                <a:lnTo>
                  <a:pt x="851462" y="40337"/>
                </a:lnTo>
                <a:lnTo>
                  <a:pt x="851919" y="40096"/>
                </a:lnTo>
                <a:lnTo>
                  <a:pt x="852384" y="39868"/>
                </a:lnTo>
                <a:lnTo>
                  <a:pt x="852856" y="39652"/>
                </a:lnTo>
                <a:lnTo>
                  <a:pt x="853336" y="39449"/>
                </a:lnTo>
                <a:lnTo>
                  <a:pt x="853823" y="39258"/>
                </a:lnTo>
                <a:lnTo>
                  <a:pt x="854319" y="39079"/>
                </a:lnTo>
                <a:lnTo>
                  <a:pt x="854821" y="38913"/>
                </a:lnTo>
                <a:lnTo>
                  <a:pt x="855332" y="38759"/>
                </a:lnTo>
                <a:lnTo>
                  <a:pt x="855850" y="38617"/>
                </a:lnTo>
                <a:lnTo>
                  <a:pt x="856376" y="38487"/>
                </a:lnTo>
                <a:lnTo>
                  <a:pt x="856909" y="38370"/>
                </a:lnTo>
                <a:lnTo>
                  <a:pt x="857450" y="38266"/>
                </a:lnTo>
                <a:lnTo>
                  <a:pt x="857998" y="38173"/>
                </a:lnTo>
                <a:lnTo>
                  <a:pt x="858555" y="38093"/>
                </a:lnTo>
                <a:lnTo>
                  <a:pt x="859118" y="38025"/>
                </a:lnTo>
                <a:lnTo>
                  <a:pt x="859690" y="37970"/>
                </a:lnTo>
                <a:lnTo>
                  <a:pt x="860269" y="37927"/>
                </a:lnTo>
                <a:lnTo>
                  <a:pt x="860856" y="37896"/>
                </a:lnTo>
                <a:lnTo>
                  <a:pt x="861450" y="37877"/>
                </a:lnTo>
                <a:lnTo>
                  <a:pt x="862052" y="37871"/>
                </a:lnTo>
                <a:lnTo>
                  <a:pt x="862585" y="37876"/>
                </a:lnTo>
                <a:lnTo>
                  <a:pt x="863112" y="37891"/>
                </a:lnTo>
                <a:lnTo>
                  <a:pt x="863635" y="37916"/>
                </a:lnTo>
                <a:lnTo>
                  <a:pt x="864151" y="37951"/>
                </a:lnTo>
                <a:lnTo>
                  <a:pt x="864663" y="37996"/>
                </a:lnTo>
                <a:lnTo>
                  <a:pt x="865169" y="38051"/>
                </a:lnTo>
                <a:lnTo>
                  <a:pt x="865670" y="38116"/>
                </a:lnTo>
                <a:lnTo>
                  <a:pt x="866166" y="38190"/>
                </a:lnTo>
                <a:lnTo>
                  <a:pt x="866657" y="38275"/>
                </a:lnTo>
                <a:lnTo>
                  <a:pt x="867142" y="38370"/>
                </a:lnTo>
                <a:lnTo>
                  <a:pt x="867622" y="38475"/>
                </a:lnTo>
                <a:lnTo>
                  <a:pt x="868096" y="38590"/>
                </a:lnTo>
                <a:lnTo>
                  <a:pt x="868566" y="38714"/>
                </a:lnTo>
                <a:lnTo>
                  <a:pt x="869030" y="38849"/>
                </a:lnTo>
                <a:lnTo>
                  <a:pt x="869489" y="38994"/>
                </a:lnTo>
                <a:lnTo>
                  <a:pt x="869942" y="39148"/>
                </a:lnTo>
                <a:lnTo>
                  <a:pt x="870390" y="39313"/>
                </a:lnTo>
                <a:lnTo>
                  <a:pt x="870833" y="39488"/>
                </a:lnTo>
                <a:lnTo>
                  <a:pt x="871271" y="39672"/>
                </a:lnTo>
                <a:lnTo>
                  <a:pt x="871703" y="39867"/>
                </a:lnTo>
                <a:lnTo>
                  <a:pt x="872130" y="40072"/>
                </a:lnTo>
                <a:lnTo>
                  <a:pt x="872552" y="40286"/>
                </a:lnTo>
                <a:lnTo>
                  <a:pt x="872969" y="40511"/>
                </a:lnTo>
                <a:lnTo>
                  <a:pt x="873380" y="40745"/>
                </a:lnTo>
                <a:lnTo>
                  <a:pt x="873784" y="40989"/>
                </a:lnTo>
                <a:lnTo>
                  <a:pt x="874180" y="41239"/>
                </a:lnTo>
                <a:lnTo>
                  <a:pt x="874569" y="41498"/>
                </a:lnTo>
                <a:lnTo>
                  <a:pt x="874948" y="41764"/>
                </a:lnTo>
                <a:lnTo>
                  <a:pt x="875320" y="42038"/>
                </a:lnTo>
                <a:lnTo>
                  <a:pt x="875683" y="42320"/>
                </a:lnTo>
                <a:lnTo>
                  <a:pt x="876038" y="42609"/>
                </a:lnTo>
                <a:lnTo>
                  <a:pt x="876385" y="42905"/>
                </a:lnTo>
                <a:lnTo>
                  <a:pt x="876724" y="43210"/>
                </a:lnTo>
                <a:lnTo>
                  <a:pt x="877055" y="43522"/>
                </a:lnTo>
                <a:lnTo>
                  <a:pt x="877377" y="43842"/>
                </a:lnTo>
                <a:lnTo>
                  <a:pt x="877691" y="44169"/>
                </a:lnTo>
                <a:lnTo>
                  <a:pt x="877997" y="44504"/>
                </a:lnTo>
                <a:lnTo>
                  <a:pt x="878294" y="44846"/>
                </a:lnTo>
                <a:lnTo>
                  <a:pt x="878584" y="45196"/>
                </a:lnTo>
                <a:lnTo>
                  <a:pt x="878865" y="45554"/>
                </a:lnTo>
                <a:lnTo>
                  <a:pt x="879138" y="45920"/>
                </a:lnTo>
                <a:lnTo>
                  <a:pt x="879403" y="46293"/>
                </a:lnTo>
                <a:lnTo>
                  <a:pt x="879659" y="46673"/>
                </a:lnTo>
                <a:lnTo>
                  <a:pt x="879908" y="47062"/>
                </a:lnTo>
                <a:lnTo>
                  <a:pt x="880148" y="47458"/>
                </a:lnTo>
                <a:lnTo>
                  <a:pt x="880380" y="47861"/>
                </a:lnTo>
                <a:lnTo>
                  <a:pt x="880603" y="48272"/>
                </a:lnTo>
                <a:lnTo>
                  <a:pt x="880819" y="48691"/>
                </a:lnTo>
                <a:lnTo>
                  <a:pt x="881039" y="49103"/>
                </a:lnTo>
                <a:lnTo>
                  <a:pt x="881251" y="49519"/>
                </a:lnTo>
                <a:lnTo>
                  <a:pt x="881453" y="49941"/>
                </a:lnTo>
                <a:lnTo>
                  <a:pt x="881645" y="50368"/>
                </a:lnTo>
                <a:lnTo>
                  <a:pt x="881828" y="50800"/>
                </a:lnTo>
                <a:lnTo>
                  <a:pt x="882002" y="51238"/>
                </a:lnTo>
                <a:lnTo>
                  <a:pt x="882167" y="51681"/>
                </a:lnTo>
                <a:lnTo>
                  <a:pt x="882322" y="52129"/>
                </a:lnTo>
                <a:lnTo>
                  <a:pt x="882467" y="52583"/>
                </a:lnTo>
                <a:lnTo>
                  <a:pt x="882603" y="53041"/>
                </a:lnTo>
                <a:lnTo>
                  <a:pt x="882730" y="53505"/>
                </a:lnTo>
                <a:lnTo>
                  <a:pt x="882848" y="53975"/>
                </a:lnTo>
                <a:lnTo>
                  <a:pt x="882956" y="54449"/>
                </a:lnTo>
                <a:lnTo>
                  <a:pt x="883054" y="54929"/>
                </a:lnTo>
                <a:lnTo>
                  <a:pt x="883143" y="55414"/>
                </a:lnTo>
                <a:lnTo>
                  <a:pt x="883223" y="55905"/>
                </a:lnTo>
                <a:lnTo>
                  <a:pt x="883294" y="56401"/>
                </a:lnTo>
                <a:lnTo>
                  <a:pt x="883355" y="56902"/>
                </a:lnTo>
                <a:lnTo>
                  <a:pt x="883406" y="57408"/>
                </a:lnTo>
                <a:lnTo>
                  <a:pt x="883449" y="57920"/>
                </a:lnTo>
                <a:lnTo>
                  <a:pt x="883482" y="58436"/>
                </a:lnTo>
                <a:lnTo>
                  <a:pt x="883505" y="58959"/>
                </a:lnTo>
                <a:lnTo>
                  <a:pt x="883519" y="59486"/>
                </a:lnTo>
                <a:lnTo>
                  <a:pt x="883524" y="60019"/>
                </a:lnTo>
                <a:lnTo>
                  <a:pt x="883524" y="62555"/>
                </a:lnTo>
                <a:lnTo>
                  <a:pt x="839566" y="62555"/>
                </a:lnTo>
                <a:lnTo>
                  <a:pt x="839566" y="61710"/>
                </a:lnTo>
                <a:lnTo>
                  <a:pt x="839571" y="61231"/>
                </a:lnTo>
                <a:lnTo>
                  <a:pt x="839584" y="60754"/>
                </a:lnTo>
                <a:lnTo>
                  <a:pt x="839606" y="60278"/>
                </a:lnTo>
                <a:close/>
                <a:moveTo>
                  <a:pt x="965864" y="115562"/>
                </a:moveTo>
                <a:lnTo>
                  <a:pt x="966823" y="115517"/>
                </a:lnTo>
                <a:lnTo>
                  <a:pt x="967769" y="115462"/>
                </a:lnTo>
                <a:lnTo>
                  <a:pt x="968704" y="115397"/>
                </a:lnTo>
                <a:lnTo>
                  <a:pt x="969626" y="115323"/>
                </a:lnTo>
                <a:lnTo>
                  <a:pt x="970535" y="115238"/>
                </a:lnTo>
                <a:lnTo>
                  <a:pt x="971432" y="115143"/>
                </a:lnTo>
                <a:lnTo>
                  <a:pt x="972317" y="115038"/>
                </a:lnTo>
                <a:lnTo>
                  <a:pt x="973190" y="114923"/>
                </a:lnTo>
                <a:lnTo>
                  <a:pt x="974050" y="114799"/>
                </a:lnTo>
                <a:lnTo>
                  <a:pt x="974898" y="114664"/>
                </a:lnTo>
                <a:lnTo>
                  <a:pt x="975734" y="114519"/>
                </a:lnTo>
                <a:lnTo>
                  <a:pt x="976557" y="114365"/>
                </a:lnTo>
                <a:lnTo>
                  <a:pt x="977368" y="114200"/>
                </a:lnTo>
                <a:lnTo>
                  <a:pt x="978167" y="114025"/>
                </a:lnTo>
                <a:lnTo>
                  <a:pt x="978953" y="113841"/>
                </a:lnTo>
                <a:lnTo>
                  <a:pt x="979727" y="113646"/>
                </a:lnTo>
                <a:lnTo>
                  <a:pt x="980489" y="113441"/>
                </a:lnTo>
                <a:lnTo>
                  <a:pt x="981238" y="113227"/>
                </a:lnTo>
                <a:lnTo>
                  <a:pt x="981975" y="113002"/>
                </a:lnTo>
                <a:lnTo>
                  <a:pt x="982700" y="112768"/>
                </a:lnTo>
                <a:lnTo>
                  <a:pt x="983425" y="112523"/>
                </a:lnTo>
                <a:lnTo>
                  <a:pt x="984136" y="112268"/>
                </a:lnTo>
                <a:lnTo>
                  <a:pt x="984832" y="112002"/>
                </a:lnTo>
                <a:lnTo>
                  <a:pt x="985513" y="111725"/>
                </a:lnTo>
                <a:lnTo>
                  <a:pt x="986180" y="111438"/>
                </a:lnTo>
                <a:lnTo>
                  <a:pt x="986832" y="111141"/>
                </a:lnTo>
                <a:lnTo>
                  <a:pt x="987469" y="110832"/>
                </a:lnTo>
                <a:lnTo>
                  <a:pt x="988091" y="110514"/>
                </a:lnTo>
                <a:lnTo>
                  <a:pt x="988699" y="110184"/>
                </a:lnTo>
                <a:lnTo>
                  <a:pt x="989293" y="109844"/>
                </a:lnTo>
                <a:lnTo>
                  <a:pt x="989871" y="109494"/>
                </a:lnTo>
                <a:lnTo>
                  <a:pt x="990435" y="109133"/>
                </a:lnTo>
                <a:lnTo>
                  <a:pt x="990984" y="108761"/>
                </a:lnTo>
                <a:lnTo>
                  <a:pt x="991519" y="108379"/>
                </a:lnTo>
                <a:lnTo>
                  <a:pt x="992038" y="107986"/>
                </a:lnTo>
                <a:lnTo>
                  <a:pt x="992544" y="107583"/>
                </a:lnTo>
                <a:lnTo>
                  <a:pt x="993034" y="107169"/>
                </a:lnTo>
                <a:lnTo>
                  <a:pt x="993510" y="106745"/>
                </a:lnTo>
                <a:lnTo>
                  <a:pt x="993971" y="106310"/>
                </a:lnTo>
                <a:lnTo>
                  <a:pt x="994417" y="105864"/>
                </a:lnTo>
                <a:lnTo>
                  <a:pt x="994849" y="105408"/>
                </a:lnTo>
                <a:lnTo>
                  <a:pt x="995266" y="104941"/>
                </a:lnTo>
                <a:lnTo>
                  <a:pt x="995669" y="104464"/>
                </a:lnTo>
                <a:lnTo>
                  <a:pt x="996056" y="103976"/>
                </a:lnTo>
                <a:lnTo>
                  <a:pt x="996443" y="103478"/>
                </a:lnTo>
                <a:lnTo>
                  <a:pt x="996813" y="102969"/>
                </a:lnTo>
                <a:lnTo>
                  <a:pt x="997166" y="102449"/>
                </a:lnTo>
                <a:lnTo>
                  <a:pt x="997503" y="101919"/>
                </a:lnTo>
                <a:lnTo>
                  <a:pt x="997823" y="101379"/>
                </a:lnTo>
                <a:lnTo>
                  <a:pt x="998127" y="100827"/>
                </a:lnTo>
                <a:lnTo>
                  <a:pt x="998415" y="100266"/>
                </a:lnTo>
                <a:lnTo>
                  <a:pt x="998686" y="99693"/>
                </a:lnTo>
                <a:lnTo>
                  <a:pt x="998941" y="99110"/>
                </a:lnTo>
                <a:lnTo>
                  <a:pt x="999179" y="98517"/>
                </a:lnTo>
                <a:lnTo>
                  <a:pt x="999401" y="97913"/>
                </a:lnTo>
                <a:lnTo>
                  <a:pt x="999607" y="97298"/>
                </a:lnTo>
                <a:lnTo>
                  <a:pt x="999796" y="96673"/>
                </a:lnTo>
                <a:lnTo>
                  <a:pt x="999968" y="96037"/>
                </a:lnTo>
                <a:lnTo>
                  <a:pt x="1000125" y="95391"/>
                </a:lnTo>
                <a:lnTo>
                  <a:pt x="1000264" y="94734"/>
                </a:lnTo>
                <a:lnTo>
                  <a:pt x="1000388" y="94066"/>
                </a:lnTo>
                <a:lnTo>
                  <a:pt x="1000494" y="93388"/>
                </a:lnTo>
                <a:lnTo>
                  <a:pt x="1000585" y="92700"/>
                </a:lnTo>
                <a:lnTo>
                  <a:pt x="1000659" y="92001"/>
                </a:lnTo>
                <a:lnTo>
                  <a:pt x="1000716" y="91291"/>
                </a:lnTo>
                <a:lnTo>
                  <a:pt x="1000757" y="90571"/>
                </a:lnTo>
                <a:lnTo>
                  <a:pt x="1000782" y="89840"/>
                </a:lnTo>
                <a:lnTo>
                  <a:pt x="1000790" y="89098"/>
                </a:lnTo>
                <a:lnTo>
                  <a:pt x="1000785" y="88441"/>
                </a:lnTo>
                <a:lnTo>
                  <a:pt x="1000768" y="87795"/>
                </a:lnTo>
                <a:lnTo>
                  <a:pt x="1000740" y="87159"/>
                </a:lnTo>
                <a:lnTo>
                  <a:pt x="1000701" y="86534"/>
                </a:lnTo>
                <a:lnTo>
                  <a:pt x="1000651" y="85920"/>
                </a:lnTo>
                <a:lnTo>
                  <a:pt x="1000590" y="85316"/>
                </a:lnTo>
                <a:lnTo>
                  <a:pt x="1000517" y="84722"/>
                </a:lnTo>
                <a:lnTo>
                  <a:pt x="1000433" y="84139"/>
                </a:lnTo>
                <a:lnTo>
                  <a:pt x="1000339" y="83567"/>
                </a:lnTo>
                <a:lnTo>
                  <a:pt x="1000233" y="83005"/>
                </a:lnTo>
                <a:lnTo>
                  <a:pt x="1000116" y="82454"/>
                </a:lnTo>
                <a:lnTo>
                  <a:pt x="999987" y="81913"/>
                </a:lnTo>
                <a:lnTo>
                  <a:pt x="999848" y="81383"/>
                </a:lnTo>
                <a:lnTo>
                  <a:pt x="999697" y="80863"/>
                </a:lnTo>
                <a:lnTo>
                  <a:pt x="999536" y="80354"/>
                </a:lnTo>
                <a:lnTo>
                  <a:pt x="999363" y="79856"/>
                </a:lnTo>
                <a:lnTo>
                  <a:pt x="999179" y="79368"/>
                </a:lnTo>
                <a:lnTo>
                  <a:pt x="998983" y="78891"/>
                </a:lnTo>
                <a:lnTo>
                  <a:pt x="998777" y="78424"/>
                </a:lnTo>
                <a:lnTo>
                  <a:pt x="998560" y="77968"/>
                </a:lnTo>
                <a:lnTo>
                  <a:pt x="998331" y="77523"/>
                </a:lnTo>
                <a:lnTo>
                  <a:pt x="998091" y="77088"/>
                </a:lnTo>
                <a:lnTo>
                  <a:pt x="997840" y="76663"/>
                </a:lnTo>
                <a:lnTo>
                  <a:pt x="997578" y="76249"/>
                </a:lnTo>
                <a:lnTo>
                  <a:pt x="997303" y="75830"/>
                </a:lnTo>
                <a:lnTo>
                  <a:pt x="997014" y="75417"/>
                </a:lnTo>
                <a:lnTo>
                  <a:pt x="996712" y="75010"/>
                </a:lnTo>
                <a:lnTo>
                  <a:pt x="996395" y="74610"/>
                </a:lnTo>
                <a:lnTo>
                  <a:pt x="996063" y="74217"/>
                </a:lnTo>
                <a:lnTo>
                  <a:pt x="995718" y="73830"/>
                </a:lnTo>
                <a:lnTo>
                  <a:pt x="995359" y="73449"/>
                </a:lnTo>
                <a:lnTo>
                  <a:pt x="994986" y="73075"/>
                </a:lnTo>
                <a:lnTo>
                  <a:pt x="994598" y="72707"/>
                </a:lnTo>
                <a:lnTo>
                  <a:pt x="994197" y="72345"/>
                </a:lnTo>
                <a:lnTo>
                  <a:pt x="993781" y="71991"/>
                </a:lnTo>
                <a:lnTo>
                  <a:pt x="993351" y="71642"/>
                </a:lnTo>
                <a:lnTo>
                  <a:pt x="992908" y="71300"/>
                </a:lnTo>
                <a:lnTo>
                  <a:pt x="992450" y="70965"/>
                </a:lnTo>
                <a:lnTo>
                  <a:pt x="991978" y="70636"/>
                </a:lnTo>
                <a:lnTo>
                  <a:pt x="991492" y="70313"/>
                </a:lnTo>
                <a:lnTo>
                  <a:pt x="990992" y="69997"/>
                </a:lnTo>
                <a:lnTo>
                  <a:pt x="990477" y="69687"/>
                </a:lnTo>
                <a:lnTo>
                  <a:pt x="989949" y="69384"/>
                </a:lnTo>
                <a:lnTo>
                  <a:pt x="989407" y="69087"/>
                </a:lnTo>
                <a:lnTo>
                  <a:pt x="988850" y="68797"/>
                </a:lnTo>
                <a:lnTo>
                  <a:pt x="988279" y="68513"/>
                </a:lnTo>
                <a:lnTo>
                  <a:pt x="987695" y="68236"/>
                </a:lnTo>
                <a:lnTo>
                  <a:pt x="987096" y="67965"/>
                </a:lnTo>
                <a:lnTo>
                  <a:pt x="986495" y="67699"/>
                </a:lnTo>
                <a:lnTo>
                  <a:pt x="985876" y="67437"/>
                </a:lnTo>
                <a:lnTo>
                  <a:pt x="985239" y="67178"/>
                </a:lnTo>
                <a:lnTo>
                  <a:pt x="984583" y="66922"/>
                </a:lnTo>
                <a:lnTo>
                  <a:pt x="983910" y="66671"/>
                </a:lnTo>
                <a:lnTo>
                  <a:pt x="983218" y="66422"/>
                </a:lnTo>
                <a:lnTo>
                  <a:pt x="982508" y="66177"/>
                </a:lnTo>
                <a:lnTo>
                  <a:pt x="981780" y="65936"/>
                </a:lnTo>
                <a:lnTo>
                  <a:pt x="981033" y="65698"/>
                </a:lnTo>
                <a:lnTo>
                  <a:pt x="980269" y="65464"/>
                </a:lnTo>
                <a:lnTo>
                  <a:pt x="979486" y="65234"/>
                </a:lnTo>
                <a:lnTo>
                  <a:pt x="978685" y="65006"/>
                </a:lnTo>
                <a:lnTo>
                  <a:pt x="977866" y="64783"/>
                </a:lnTo>
                <a:lnTo>
                  <a:pt x="977028" y="64563"/>
                </a:lnTo>
                <a:lnTo>
                  <a:pt x="976173" y="64346"/>
                </a:lnTo>
                <a:lnTo>
                  <a:pt x="975299" y="64133"/>
                </a:lnTo>
                <a:lnTo>
                  <a:pt x="974407" y="63923"/>
                </a:lnTo>
                <a:lnTo>
                  <a:pt x="973497" y="63717"/>
                </a:lnTo>
                <a:lnTo>
                  <a:pt x="972568" y="63515"/>
                </a:lnTo>
                <a:lnTo>
                  <a:pt x="971622" y="63316"/>
                </a:lnTo>
                <a:lnTo>
                  <a:pt x="970657" y="63120"/>
                </a:lnTo>
                <a:lnTo>
                  <a:pt x="969674" y="62928"/>
                </a:lnTo>
                <a:lnTo>
                  <a:pt x="968673" y="62740"/>
                </a:lnTo>
                <a:lnTo>
                  <a:pt x="967653" y="62555"/>
                </a:lnTo>
                <a:lnTo>
                  <a:pt x="966830" y="62400"/>
                </a:lnTo>
                <a:lnTo>
                  <a:pt x="966022" y="62246"/>
                </a:lnTo>
                <a:lnTo>
                  <a:pt x="965231" y="62093"/>
                </a:lnTo>
                <a:lnTo>
                  <a:pt x="964455" y="61940"/>
                </a:lnTo>
                <a:lnTo>
                  <a:pt x="963695" y="61787"/>
                </a:lnTo>
                <a:lnTo>
                  <a:pt x="962951" y="61636"/>
                </a:lnTo>
                <a:lnTo>
                  <a:pt x="962223" y="61484"/>
                </a:lnTo>
                <a:lnTo>
                  <a:pt x="961510" y="61334"/>
                </a:lnTo>
                <a:lnTo>
                  <a:pt x="960814" y="61184"/>
                </a:lnTo>
                <a:lnTo>
                  <a:pt x="960133" y="61034"/>
                </a:lnTo>
                <a:lnTo>
                  <a:pt x="959468" y="60886"/>
                </a:lnTo>
                <a:lnTo>
                  <a:pt x="958819" y="60737"/>
                </a:lnTo>
                <a:lnTo>
                  <a:pt x="958186" y="60590"/>
                </a:lnTo>
                <a:lnTo>
                  <a:pt x="957569" y="60443"/>
                </a:lnTo>
                <a:lnTo>
                  <a:pt x="956968" y="60296"/>
                </a:lnTo>
                <a:lnTo>
                  <a:pt x="956382" y="60150"/>
                </a:lnTo>
                <a:lnTo>
                  <a:pt x="955812" y="60005"/>
                </a:lnTo>
                <a:lnTo>
                  <a:pt x="955258" y="59860"/>
                </a:lnTo>
                <a:lnTo>
                  <a:pt x="954720" y="59716"/>
                </a:lnTo>
                <a:lnTo>
                  <a:pt x="954198" y="59573"/>
                </a:lnTo>
                <a:lnTo>
                  <a:pt x="953692" y="59430"/>
                </a:lnTo>
                <a:lnTo>
                  <a:pt x="953201" y="59287"/>
                </a:lnTo>
                <a:lnTo>
                  <a:pt x="952727" y="59146"/>
                </a:lnTo>
                <a:lnTo>
                  <a:pt x="952268" y="59004"/>
                </a:lnTo>
                <a:lnTo>
                  <a:pt x="951837" y="58863"/>
                </a:lnTo>
                <a:lnTo>
                  <a:pt x="951417" y="58720"/>
                </a:lnTo>
                <a:lnTo>
                  <a:pt x="951008" y="58576"/>
                </a:lnTo>
                <a:lnTo>
                  <a:pt x="950610" y="58431"/>
                </a:lnTo>
                <a:lnTo>
                  <a:pt x="950224" y="58285"/>
                </a:lnTo>
                <a:lnTo>
                  <a:pt x="949848" y="58138"/>
                </a:lnTo>
                <a:lnTo>
                  <a:pt x="949484" y="57989"/>
                </a:lnTo>
                <a:lnTo>
                  <a:pt x="949131" y="57840"/>
                </a:lnTo>
                <a:lnTo>
                  <a:pt x="948789" y="57689"/>
                </a:lnTo>
                <a:lnTo>
                  <a:pt x="948458" y="57537"/>
                </a:lnTo>
                <a:lnTo>
                  <a:pt x="948139" y="57384"/>
                </a:lnTo>
                <a:lnTo>
                  <a:pt x="947830" y="57229"/>
                </a:lnTo>
                <a:lnTo>
                  <a:pt x="947533" y="57074"/>
                </a:lnTo>
                <a:lnTo>
                  <a:pt x="947247" y="56917"/>
                </a:lnTo>
                <a:lnTo>
                  <a:pt x="946971" y="56759"/>
                </a:lnTo>
                <a:lnTo>
                  <a:pt x="946708" y="56600"/>
                </a:lnTo>
                <a:lnTo>
                  <a:pt x="946455" y="56440"/>
                </a:lnTo>
                <a:lnTo>
                  <a:pt x="946213" y="56278"/>
                </a:lnTo>
                <a:lnTo>
                  <a:pt x="945983" y="56116"/>
                </a:lnTo>
                <a:lnTo>
                  <a:pt x="945764" y="55952"/>
                </a:lnTo>
                <a:lnTo>
                  <a:pt x="945556" y="55787"/>
                </a:lnTo>
                <a:lnTo>
                  <a:pt x="945359" y="55621"/>
                </a:lnTo>
                <a:lnTo>
                  <a:pt x="945173" y="55453"/>
                </a:lnTo>
                <a:lnTo>
                  <a:pt x="944998" y="55285"/>
                </a:lnTo>
                <a:lnTo>
                  <a:pt x="944833" y="55100"/>
                </a:lnTo>
                <a:lnTo>
                  <a:pt x="944674" y="54912"/>
                </a:lnTo>
                <a:lnTo>
                  <a:pt x="944523" y="54720"/>
                </a:lnTo>
                <a:lnTo>
                  <a:pt x="944378" y="54524"/>
                </a:lnTo>
                <a:lnTo>
                  <a:pt x="944241" y="54325"/>
                </a:lnTo>
                <a:lnTo>
                  <a:pt x="944111" y="54123"/>
                </a:lnTo>
                <a:lnTo>
                  <a:pt x="943987" y="53917"/>
                </a:lnTo>
                <a:lnTo>
                  <a:pt x="943871" y="53707"/>
                </a:lnTo>
                <a:lnTo>
                  <a:pt x="943762" y="53494"/>
                </a:lnTo>
                <a:lnTo>
                  <a:pt x="943660" y="53277"/>
                </a:lnTo>
                <a:lnTo>
                  <a:pt x="943565" y="53057"/>
                </a:lnTo>
                <a:lnTo>
                  <a:pt x="943477" y="52833"/>
                </a:lnTo>
                <a:lnTo>
                  <a:pt x="943396" y="52606"/>
                </a:lnTo>
                <a:lnTo>
                  <a:pt x="943322" y="52376"/>
                </a:lnTo>
                <a:lnTo>
                  <a:pt x="943255" y="52141"/>
                </a:lnTo>
                <a:lnTo>
                  <a:pt x="943195" y="51904"/>
                </a:lnTo>
                <a:lnTo>
                  <a:pt x="943142" y="51662"/>
                </a:lnTo>
                <a:lnTo>
                  <a:pt x="943096" y="51418"/>
                </a:lnTo>
                <a:lnTo>
                  <a:pt x="943057" y="51169"/>
                </a:lnTo>
                <a:lnTo>
                  <a:pt x="943026" y="50917"/>
                </a:lnTo>
                <a:lnTo>
                  <a:pt x="943001" y="50662"/>
                </a:lnTo>
                <a:lnTo>
                  <a:pt x="942983" y="50403"/>
                </a:lnTo>
                <a:lnTo>
                  <a:pt x="942973" y="50141"/>
                </a:lnTo>
                <a:lnTo>
                  <a:pt x="942969" y="49875"/>
                </a:lnTo>
                <a:lnTo>
                  <a:pt x="943003" y="48882"/>
                </a:lnTo>
                <a:lnTo>
                  <a:pt x="943106" y="47931"/>
                </a:lnTo>
                <a:lnTo>
                  <a:pt x="943276" y="47022"/>
                </a:lnTo>
                <a:lnTo>
                  <a:pt x="943514" y="46155"/>
                </a:lnTo>
                <a:lnTo>
                  <a:pt x="943821" y="45331"/>
                </a:lnTo>
                <a:lnTo>
                  <a:pt x="944195" y="44549"/>
                </a:lnTo>
                <a:lnTo>
                  <a:pt x="944638" y="43810"/>
                </a:lnTo>
                <a:lnTo>
                  <a:pt x="945148" y="43112"/>
                </a:lnTo>
                <a:lnTo>
                  <a:pt x="945727" y="42457"/>
                </a:lnTo>
                <a:lnTo>
                  <a:pt x="946374" y="41844"/>
                </a:lnTo>
                <a:lnTo>
                  <a:pt x="947089" y="41274"/>
                </a:lnTo>
                <a:lnTo>
                  <a:pt x="947872" y="40745"/>
                </a:lnTo>
                <a:lnTo>
                  <a:pt x="948724" y="40259"/>
                </a:lnTo>
                <a:lnTo>
                  <a:pt x="949643" y="39815"/>
                </a:lnTo>
                <a:lnTo>
                  <a:pt x="950630" y="39414"/>
                </a:lnTo>
                <a:lnTo>
                  <a:pt x="951686" y="39055"/>
                </a:lnTo>
                <a:lnTo>
                  <a:pt x="952809" y="38738"/>
                </a:lnTo>
                <a:lnTo>
                  <a:pt x="954001" y="38463"/>
                </a:lnTo>
                <a:lnTo>
                  <a:pt x="955261" y="38230"/>
                </a:lnTo>
                <a:lnTo>
                  <a:pt x="956589" y="38040"/>
                </a:lnTo>
                <a:lnTo>
                  <a:pt x="957985" y="37892"/>
                </a:lnTo>
                <a:lnTo>
                  <a:pt x="959449" y="37787"/>
                </a:lnTo>
                <a:lnTo>
                  <a:pt x="960981" y="37723"/>
                </a:lnTo>
                <a:lnTo>
                  <a:pt x="962581" y="37702"/>
                </a:lnTo>
                <a:lnTo>
                  <a:pt x="963044" y="37704"/>
                </a:lnTo>
                <a:lnTo>
                  <a:pt x="963504" y="37710"/>
                </a:lnTo>
                <a:lnTo>
                  <a:pt x="963960" y="37720"/>
                </a:lnTo>
                <a:lnTo>
                  <a:pt x="964413" y="37735"/>
                </a:lnTo>
                <a:lnTo>
                  <a:pt x="964862" y="37753"/>
                </a:lnTo>
                <a:lnTo>
                  <a:pt x="965307" y="37776"/>
                </a:lnTo>
                <a:lnTo>
                  <a:pt x="965749" y="37803"/>
                </a:lnTo>
                <a:lnTo>
                  <a:pt x="966188" y="37833"/>
                </a:lnTo>
                <a:lnTo>
                  <a:pt x="966623" y="37868"/>
                </a:lnTo>
                <a:lnTo>
                  <a:pt x="967054" y="37907"/>
                </a:lnTo>
                <a:lnTo>
                  <a:pt x="967482" y="37951"/>
                </a:lnTo>
                <a:lnTo>
                  <a:pt x="967907" y="37998"/>
                </a:lnTo>
                <a:lnTo>
                  <a:pt x="968328" y="38049"/>
                </a:lnTo>
                <a:lnTo>
                  <a:pt x="968745" y="38105"/>
                </a:lnTo>
                <a:lnTo>
                  <a:pt x="969159" y="38164"/>
                </a:lnTo>
                <a:lnTo>
                  <a:pt x="969569" y="38228"/>
                </a:lnTo>
                <a:lnTo>
                  <a:pt x="969976" y="38296"/>
                </a:lnTo>
                <a:lnTo>
                  <a:pt x="970379" y="38368"/>
                </a:lnTo>
                <a:lnTo>
                  <a:pt x="970779" y="38444"/>
                </a:lnTo>
                <a:lnTo>
                  <a:pt x="971175" y="38524"/>
                </a:lnTo>
                <a:lnTo>
                  <a:pt x="971568" y="38608"/>
                </a:lnTo>
                <a:lnTo>
                  <a:pt x="971957" y="38696"/>
                </a:lnTo>
                <a:lnTo>
                  <a:pt x="972343" y="38789"/>
                </a:lnTo>
                <a:lnTo>
                  <a:pt x="972725" y="38885"/>
                </a:lnTo>
                <a:lnTo>
                  <a:pt x="973116" y="38974"/>
                </a:lnTo>
                <a:lnTo>
                  <a:pt x="973500" y="39070"/>
                </a:lnTo>
                <a:lnTo>
                  <a:pt x="973877" y="39173"/>
                </a:lnTo>
                <a:lnTo>
                  <a:pt x="974247" y="39285"/>
                </a:lnTo>
                <a:lnTo>
                  <a:pt x="974610" y="39404"/>
                </a:lnTo>
                <a:lnTo>
                  <a:pt x="974965" y="39530"/>
                </a:lnTo>
                <a:lnTo>
                  <a:pt x="975314" y="39664"/>
                </a:lnTo>
                <a:lnTo>
                  <a:pt x="975656" y="39806"/>
                </a:lnTo>
                <a:lnTo>
                  <a:pt x="975990" y="39955"/>
                </a:lnTo>
                <a:lnTo>
                  <a:pt x="976318" y="40112"/>
                </a:lnTo>
                <a:lnTo>
                  <a:pt x="976638" y="40277"/>
                </a:lnTo>
                <a:lnTo>
                  <a:pt x="976952" y="40449"/>
                </a:lnTo>
                <a:lnTo>
                  <a:pt x="977258" y="40629"/>
                </a:lnTo>
                <a:lnTo>
                  <a:pt x="977558" y="40817"/>
                </a:lnTo>
                <a:lnTo>
                  <a:pt x="977850" y="41012"/>
                </a:lnTo>
                <a:lnTo>
                  <a:pt x="978135" y="41215"/>
                </a:lnTo>
                <a:lnTo>
                  <a:pt x="978414" y="41425"/>
                </a:lnTo>
                <a:lnTo>
                  <a:pt x="978685" y="41643"/>
                </a:lnTo>
                <a:lnTo>
                  <a:pt x="978949" y="41869"/>
                </a:lnTo>
                <a:lnTo>
                  <a:pt x="979206" y="42102"/>
                </a:lnTo>
                <a:lnTo>
                  <a:pt x="979456" y="42343"/>
                </a:lnTo>
                <a:lnTo>
                  <a:pt x="979699" y="42592"/>
                </a:lnTo>
                <a:lnTo>
                  <a:pt x="979935" y="42848"/>
                </a:lnTo>
                <a:lnTo>
                  <a:pt x="980164" y="43112"/>
                </a:lnTo>
                <a:lnTo>
                  <a:pt x="980399" y="43371"/>
                </a:lnTo>
                <a:lnTo>
                  <a:pt x="980623" y="43640"/>
                </a:lnTo>
                <a:lnTo>
                  <a:pt x="980838" y="43920"/>
                </a:lnTo>
                <a:lnTo>
                  <a:pt x="981042" y="44211"/>
                </a:lnTo>
                <a:lnTo>
                  <a:pt x="981237" y="44512"/>
                </a:lnTo>
                <a:lnTo>
                  <a:pt x="981422" y="44824"/>
                </a:lnTo>
                <a:lnTo>
                  <a:pt x="981596" y="45146"/>
                </a:lnTo>
                <a:lnTo>
                  <a:pt x="981761" y="45479"/>
                </a:lnTo>
                <a:lnTo>
                  <a:pt x="981916" y="45822"/>
                </a:lnTo>
                <a:lnTo>
                  <a:pt x="982060" y="46176"/>
                </a:lnTo>
                <a:lnTo>
                  <a:pt x="982195" y="46541"/>
                </a:lnTo>
                <a:lnTo>
                  <a:pt x="982320" y="46916"/>
                </a:lnTo>
                <a:lnTo>
                  <a:pt x="982435" y="47302"/>
                </a:lnTo>
                <a:lnTo>
                  <a:pt x="982539" y="47698"/>
                </a:lnTo>
                <a:lnTo>
                  <a:pt x="982634" y="48105"/>
                </a:lnTo>
                <a:lnTo>
                  <a:pt x="982719" y="48522"/>
                </a:lnTo>
                <a:lnTo>
                  <a:pt x="982794" y="48950"/>
                </a:lnTo>
                <a:lnTo>
                  <a:pt x="982859" y="49389"/>
                </a:lnTo>
                <a:lnTo>
                  <a:pt x="982914" y="49838"/>
                </a:lnTo>
                <a:lnTo>
                  <a:pt x="982958" y="50297"/>
                </a:lnTo>
                <a:lnTo>
                  <a:pt x="982993" y="50768"/>
                </a:lnTo>
                <a:lnTo>
                  <a:pt x="983018" y="51248"/>
                </a:lnTo>
                <a:lnTo>
                  <a:pt x="983033" y="51740"/>
                </a:lnTo>
                <a:lnTo>
                  <a:pt x="983038" y="52242"/>
                </a:lnTo>
                <a:lnTo>
                  <a:pt x="997747" y="52242"/>
                </a:lnTo>
                <a:lnTo>
                  <a:pt x="997775" y="52144"/>
                </a:lnTo>
                <a:lnTo>
                  <a:pt x="997801" y="52048"/>
                </a:lnTo>
                <a:lnTo>
                  <a:pt x="997826" y="51954"/>
                </a:lnTo>
                <a:lnTo>
                  <a:pt x="997850" y="51861"/>
                </a:lnTo>
                <a:lnTo>
                  <a:pt x="997873" y="51771"/>
                </a:lnTo>
                <a:lnTo>
                  <a:pt x="997895" y="51682"/>
                </a:lnTo>
                <a:lnTo>
                  <a:pt x="997916" y="51595"/>
                </a:lnTo>
                <a:lnTo>
                  <a:pt x="997935" y="51509"/>
                </a:lnTo>
                <a:lnTo>
                  <a:pt x="997953" y="51425"/>
                </a:lnTo>
                <a:lnTo>
                  <a:pt x="997970" y="51344"/>
                </a:lnTo>
                <a:lnTo>
                  <a:pt x="997986" y="51263"/>
                </a:lnTo>
                <a:lnTo>
                  <a:pt x="998001" y="51185"/>
                </a:lnTo>
                <a:lnTo>
                  <a:pt x="998014" y="51108"/>
                </a:lnTo>
                <a:lnTo>
                  <a:pt x="998027" y="51034"/>
                </a:lnTo>
                <a:lnTo>
                  <a:pt x="998038" y="50961"/>
                </a:lnTo>
                <a:lnTo>
                  <a:pt x="998048" y="50889"/>
                </a:lnTo>
                <a:lnTo>
                  <a:pt x="998057" y="50820"/>
                </a:lnTo>
                <a:lnTo>
                  <a:pt x="998064" y="50752"/>
                </a:lnTo>
                <a:lnTo>
                  <a:pt x="998071" y="50686"/>
                </a:lnTo>
                <a:lnTo>
                  <a:pt x="998076" y="50622"/>
                </a:lnTo>
                <a:lnTo>
                  <a:pt x="998080" y="50559"/>
                </a:lnTo>
                <a:lnTo>
                  <a:pt x="998083" y="50498"/>
                </a:lnTo>
                <a:lnTo>
                  <a:pt x="998085" y="50439"/>
                </a:lnTo>
                <a:lnTo>
                  <a:pt x="998085" y="50382"/>
                </a:lnTo>
                <a:lnTo>
                  <a:pt x="998085" y="50326"/>
                </a:lnTo>
                <a:lnTo>
                  <a:pt x="998085" y="50270"/>
                </a:lnTo>
                <a:lnTo>
                  <a:pt x="998085" y="50216"/>
                </a:lnTo>
                <a:lnTo>
                  <a:pt x="998085" y="50161"/>
                </a:lnTo>
                <a:lnTo>
                  <a:pt x="998085" y="50108"/>
                </a:lnTo>
                <a:lnTo>
                  <a:pt x="998085" y="50054"/>
                </a:lnTo>
                <a:lnTo>
                  <a:pt x="998085" y="50002"/>
                </a:lnTo>
                <a:lnTo>
                  <a:pt x="998085" y="49950"/>
                </a:lnTo>
                <a:lnTo>
                  <a:pt x="998085" y="49899"/>
                </a:lnTo>
                <a:lnTo>
                  <a:pt x="998085" y="49848"/>
                </a:lnTo>
                <a:lnTo>
                  <a:pt x="998085" y="49798"/>
                </a:lnTo>
                <a:lnTo>
                  <a:pt x="998085" y="49748"/>
                </a:lnTo>
                <a:lnTo>
                  <a:pt x="998085" y="49699"/>
                </a:lnTo>
                <a:lnTo>
                  <a:pt x="998085" y="49651"/>
                </a:lnTo>
                <a:lnTo>
                  <a:pt x="998085" y="49603"/>
                </a:lnTo>
                <a:lnTo>
                  <a:pt x="998085" y="49555"/>
                </a:lnTo>
                <a:lnTo>
                  <a:pt x="998085" y="49509"/>
                </a:lnTo>
                <a:lnTo>
                  <a:pt x="998085" y="49463"/>
                </a:lnTo>
                <a:lnTo>
                  <a:pt x="998085" y="49417"/>
                </a:lnTo>
                <a:lnTo>
                  <a:pt x="998085" y="49372"/>
                </a:lnTo>
                <a:lnTo>
                  <a:pt x="998085" y="49328"/>
                </a:lnTo>
                <a:lnTo>
                  <a:pt x="998085" y="49284"/>
                </a:lnTo>
                <a:lnTo>
                  <a:pt x="998085" y="49241"/>
                </a:lnTo>
                <a:lnTo>
                  <a:pt x="998085" y="49199"/>
                </a:lnTo>
                <a:lnTo>
                  <a:pt x="998077" y="48597"/>
                </a:lnTo>
                <a:lnTo>
                  <a:pt x="998054" y="48002"/>
                </a:lnTo>
                <a:lnTo>
                  <a:pt x="998014" y="47415"/>
                </a:lnTo>
                <a:lnTo>
                  <a:pt x="997959" y="46836"/>
                </a:lnTo>
                <a:lnTo>
                  <a:pt x="997887" y="46265"/>
                </a:lnTo>
                <a:lnTo>
                  <a:pt x="997800" y="45701"/>
                </a:lnTo>
                <a:lnTo>
                  <a:pt x="997697" y="45145"/>
                </a:lnTo>
                <a:lnTo>
                  <a:pt x="997578" y="44596"/>
                </a:lnTo>
                <a:lnTo>
                  <a:pt x="997443" y="44055"/>
                </a:lnTo>
                <a:lnTo>
                  <a:pt x="997293" y="43522"/>
                </a:lnTo>
                <a:lnTo>
                  <a:pt x="997126" y="42996"/>
                </a:lnTo>
                <a:lnTo>
                  <a:pt x="996944" y="42478"/>
                </a:lnTo>
                <a:lnTo>
                  <a:pt x="996746" y="41968"/>
                </a:lnTo>
                <a:lnTo>
                  <a:pt x="996532" y="41465"/>
                </a:lnTo>
                <a:lnTo>
                  <a:pt x="996302" y="40970"/>
                </a:lnTo>
                <a:lnTo>
                  <a:pt x="996056" y="40482"/>
                </a:lnTo>
                <a:lnTo>
                  <a:pt x="995795" y="40002"/>
                </a:lnTo>
                <a:lnTo>
                  <a:pt x="995518" y="39530"/>
                </a:lnTo>
                <a:lnTo>
                  <a:pt x="995224" y="39065"/>
                </a:lnTo>
                <a:lnTo>
                  <a:pt x="994915" y="38608"/>
                </a:lnTo>
                <a:lnTo>
                  <a:pt x="994590" y="38159"/>
                </a:lnTo>
                <a:lnTo>
                  <a:pt x="994250" y="37717"/>
                </a:lnTo>
                <a:lnTo>
                  <a:pt x="993893" y="37283"/>
                </a:lnTo>
                <a:lnTo>
                  <a:pt x="993520" y="36857"/>
                </a:lnTo>
                <a:lnTo>
                  <a:pt x="993134" y="36424"/>
                </a:lnTo>
                <a:lnTo>
                  <a:pt x="992737" y="36000"/>
                </a:lnTo>
                <a:lnTo>
                  <a:pt x="992329" y="35583"/>
                </a:lnTo>
                <a:lnTo>
                  <a:pt x="991910" y="35175"/>
                </a:lnTo>
                <a:lnTo>
                  <a:pt x="991479" y="34776"/>
                </a:lnTo>
                <a:lnTo>
                  <a:pt x="991037" y="34384"/>
                </a:lnTo>
                <a:lnTo>
                  <a:pt x="990584" y="34001"/>
                </a:lnTo>
                <a:lnTo>
                  <a:pt x="990120" y="33626"/>
                </a:lnTo>
                <a:lnTo>
                  <a:pt x="989645" y="33259"/>
                </a:lnTo>
                <a:lnTo>
                  <a:pt x="989159" y="32900"/>
                </a:lnTo>
                <a:lnTo>
                  <a:pt x="988661" y="32550"/>
                </a:lnTo>
                <a:lnTo>
                  <a:pt x="988153" y="32207"/>
                </a:lnTo>
                <a:lnTo>
                  <a:pt x="987633" y="31873"/>
                </a:lnTo>
                <a:lnTo>
                  <a:pt x="987102" y="31547"/>
                </a:lnTo>
                <a:lnTo>
                  <a:pt x="986560" y="31230"/>
                </a:lnTo>
                <a:lnTo>
                  <a:pt x="986006" y="30921"/>
                </a:lnTo>
                <a:lnTo>
                  <a:pt x="985442" y="30619"/>
                </a:lnTo>
                <a:lnTo>
                  <a:pt x="984866" y="30326"/>
                </a:lnTo>
                <a:lnTo>
                  <a:pt x="984280" y="30042"/>
                </a:lnTo>
                <a:lnTo>
                  <a:pt x="983682" y="29765"/>
                </a:lnTo>
                <a:lnTo>
                  <a:pt x="983073" y="29497"/>
                </a:lnTo>
                <a:lnTo>
                  <a:pt x="982452" y="29237"/>
                </a:lnTo>
                <a:lnTo>
                  <a:pt x="981821" y="28985"/>
                </a:lnTo>
                <a:lnTo>
                  <a:pt x="981179" y="28741"/>
                </a:lnTo>
                <a:lnTo>
                  <a:pt x="980541" y="28507"/>
                </a:lnTo>
                <a:lnTo>
                  <a:pt x="979896" y="28282"/>
                </a:lnTo>
                <a:lnTo>
                  <a:pt x="979245" y="28068"/>
                </a:lnTo>
                <a:lnTo>
                  <a:pt x="978586" y="27863"/>
                </a:lnTo>
                <a:lnTo>
                  <a:pt x="977920" y="27669"/>
                </a:lnTo>
                <a:lnTo>
                  <a:pt x="977248" y="27484"/>
                </a:lnTo>
                <a:lnTo>
                  <a:pt x="976568" y="27309"/>
                </a:lnTo>
                <a:lnTo>
                  <a:pt x="975881" y="27145"/>
                </a:lnTo>
                <a:lnTo>
                  <a:pt x="975187" y="26990"/>
                </a:lnTo>
                <a:lnTo>
                  <a:pt x="974486" y="26845"/>
                </a:lnTo>
                <a:lnTo>
                  <a:pt x="973778" y="26711"/>
                </a:lnTo>
                <a:lnTo>
                  <a:pt x="973063" y="26586"/>
                </a:lnTo>
                <a:lnTo>
                  <a:pt x="972341" y="26471"/>
                </a:lnTo>
                <a:lnTo>
                  <a:pt x="971612" y="26366"/>
                </a:lnTo>
                <a:lnTo>
                  <a:pt x="970876" y="26271"/>
                </a:lnTo>
                <a:lnTo>
                  <a:pt x="970133" y="26187"/>
                </a:lnTo>
                <a:lnTo>
                  <a:pt x="969383" y="26112"/>
                </a:lnTo>
                <a:lnTo>
                  <a:pt x="968625" y="26047"/>
                </a:lnTo>
                <a:lnTo>
                  <a:pt x="967861" y="25992"/>
                </a:lnTo>
                <a:lnTo>
                  <a:pt x="967090" y="25947"/>
                </a:lnTo>
                <a:lnTo>
                  <a:pt x="966311" y="25912"/>
                </a:lnTo>
                <a:lnTo>
                  <a:pt x="965526" y="25887"/>
                </a:lnTo>
                <a:lnTo>
                  <a:pt x="964733" y="25872"/>
                </a:lnTo>
                <a:lnTo>
                  <a:pt x="963934" y="25867"/>
                </a:lnTo>
                <a:lnTo>
                  <a:pt x="963023" y="25872"/>
                </a:lnTo>
                <a:lnTo>
                  <a:pt x="962121" y="25887"/>
                </a:lnTo>
                <a:lnTo>
                  <a:pt x="961229" y="25912"/>
                </a:lnTo>
                <a:lnTo>
                  <a:pt x="960346" y="25947"/>
                </a:lnTo>
                <a:lnTo>
                  <a:pt x="959472" y="25992"/>
                </a:lnTo>
                <a:lnTo>
                  <a:pt x="958608" y="26047"/>
                </a:lnTo>
                <a:lnTo>
                  <a:pt x="957753" y="26112"/>
                </a:lnTo>
                <a:lnTo>
                  <a:pt x="956908" y="26187"/>
                </a:lnTo>
                <a:lnTo>
                  <a:pt x="956072" y="26271"/>
                </a:lnTo>
                <a:lnTo>
                  <a:pt x="955245" y="26366"/>
                </a:lnTo>
                <a:lnTo>
                  <a:pt x="954428" y="26471"/>
                </a:lnTo>
                <a:lnTo>
                  <a:pt x="953621" y="26586"/>
                </a:lnTo>
                <a:lnTo>
                  <a:pt x="952822" y="26711"/>
                </a:lnTo>
                <a:lnTo>
                  <a:pt x="952033" y="26845"/>
                </a:lnTo>
                <a:lnTo>
                  <a:pt x="951254" y="26990"/>
                </a:lnTo>
                <a:lnTo>
                  <a:pt x="950483" y="27145"/>
                </a:lnTo>
                <a:lnTo>
                  <a:pt x="949723" y="27309"/>
                </a:lnTo>
                <a:lnTo>
                  <a:pt x="948971" y="27484"/>
                </a:lnTo>
                <a:lnTo>
                  <a:pt x="948229" y="27669"/>
                </a:lnTo>
                <a:lnTo>
                  <a:pt x="947497" y="27863"/>
                </a:lnTo>
                <a:lnTo>
                  <a:pt x="946773" y="28068"/>
                </a:lnTo>
                <a:lnTo>
                  <a:pt x="946060" y="28282"/>
                </a:lnTo>
                <a:lnTo>
                  <a:pt x="945355" y="28507"/>
                </a:lnTo>
                <a:lnTo>
                  <a:pt x="944660" y="28741"/>
                </a:lnTo>
                <a:lnTo>
                  <a:pt x="943990" y="28986"/>
                </a:lnTo>
                <a:lnTo>
                  <a:pt x="943332" y="29239"/>
                </a:lnTo>
                <a:lnTo>
                  <a:pt x="942687" y="29502"/>
                </a:lnTo>
                <a:lnTo>
                  <a:pt x="942054" y="29775"/>
                </a:lnTo>
                <a:lnTo>
                  <a:pt x="941433" y="30056"/>
                </a:lnTo>
                <a:lnTo>
                  <a:pt x="940824" y="30348"/>
                </a:lnTo>
                <a:lnTo>
                  <a:pt x="940228" y="30648"/>
                </a:lnTo>
                <a:lnTo>
                  <a:pt x="939644" y="30958"/>
                </a:lnTo>
                <a:lnTo>
                  <a:pt x="939073" y="31277"/>
                </a:lnTo>
                <a:lnTo>
                  <a:pt x="938514" y="31606"/>
                </a:lnTo>
                <a:lnTo>
                  <a:pt x="937967" y="31944"/>
                </a:lnTo>
                <a:lnTo>
                  <a:pt x="937432" y="32292"/>
                </a:lnTo>
                <a:lnTo>
                  <a:pt x="936910" y="32649"/>
                </a:lnTo>
                <a:lnTo>
                  <a:pt x="936400" y="33015"/>
                </a:lnTo>
                <a:lnTo>
                  <a:pt x="935903" y="33391"/>
                </a:lnTo>
                <a:lnTo>
                  <a:pt x="935418" y="33776"/>
                </a:lnTo>
                <a:lnTo>
                  <a:pt x="934945" y="34170"/>
                </a:lnTo>
                <a:lnTo>
                  <a:pt x="934484" y="34574"/>
                </a:lnTo>
                <a:lnTo>
                  <a:pt x="934036" y="34988"/>
                </a:lnTo>
                <a:lnTo>
                  <a:pt x="933600" y="35410"/>
                </a:lnTo>
                <a:lnTo>
                  <a:pt x="933177" y="35842"/>
                </a:lnTo>
                <a:lnTo>
                  <a:pt x="932765" y="36284"/>
                </a:lnTo>
                <a:lnTo>
                  <a:pt x="932367" y="36735"/>
                </a:lnTo>
                <a:lnTo>
                  <a:pt x="931980" y="37195"/>
                </a:lnTo>
                <a:lnTo>
                  <a:pt x="931608" y="37665"/>
                </a:lnTo>
                <a:lnTo>
                  <a:pt x="931251" y="38145"/>
                </a:lnTo>
                <a:lnTo>
                  <a:pt x="930910" y="38634"/>
                </a:lnTo>
                <a:lnTo>
                  <a:pt x="930585" y="39134"/>
                </a:lnTo>
                <a:lnTo>
                  <a:pt x="930276" y="39644"/>
                </a:lnTo>
                <a:lnTo>
                  <a:pt x="929983" y="40164"/>
                </a:lnTo>
                <a:lnTo>
                  <a:pt x="929706" y="40694"/>
                </a:lnTo>
                <a:lnTo>
                  <a:pt x="929444" y="41234"/>
                </a:lnTo>
                <a:lnTo>
                  <a:pt x="929198" y="41783"/>
                </a:lnTo>
                <a:lnTo>
                  <a:pt x="928968" y="42343"/>
                </a:lnTo>
                <a:lnTo>
                  <a:pt x="928755" y="42913"/>
                </a:lnTo>
                <a:lnTo>
                  <a:pt x="928556" y="43493"/>
                </a:lnTo>
                <a:lnTo>
                  <a:pt x="928374" y="44082"/>
                </a:lnTo>
                <a:lnTo>
                  <a:pt x="928208" y="44682"/>
                </a:lnTo>
                <a:lnTo>
                  <a:pt x="928057" y="45292"/>
                </a:lnTo>
                <a:lnTo>
                  <a:pt x="927922" y="45911"/>
                </a:lnTo>
                <a:lnTo>
                  <a:pt x="927804" y="46541"/>
                </a:lnTo>
                <a:lnTo>
                  <a:pt x="927701" y="47180"/>
                </a:lnTo>
                <a:lnTo>
                  <a:pt x="927613" y="47830"/>
                </a:lnTo>
                <a:lnTo>
                  <a:pt x="927542" y="48489"/>
                </a:lnTo>
                <a:lnTo>
                  <a:pt x="927487" y="49159"/>
                </a:lnTo>
                <a:lnTo>
                  <a:pt x="927447" y="49838"/>
                </a:lnTo>
                <a:lnTo>
                  <a:pt x="927423" y="50528"/>
                </a:lnTo>
                <a:lnTo>
                  <a:pt x="927415" y="51227"/>
                </a:lnTo>
                <a:lnTo>
                  <a:pt x="927421" y="51829"/>
                </a:lnTo>
                <a:lnTo>
                  <a:pt x="927436" y="52423"/>
                </a:lnTo>
                <a:lnTo>
                  <a:pt x="927463" y="53008"/>
                </a:lnTo>
                <a:lnTo>
                  <a:pt x="927500" y="53585"/>
                </a:lnTo>
                <a:lnTo>
                  <a:pt x="927547" y="54154"/>
                </a:lnTo>
                <a:lnTo>
                  <a:pt x="927605" y="54714"/>
                </a:lnTo>
                <a:lnTo>
                  <a:pt x="927674" y="55267"/>
                </a:lnTo>
                <a:lnTo>
                  <a:pt x="927753" y="55811"/>
                </a:lnTo>
                <a:lnTo>
                  <a:pt x="927843" y="56347"/>
                </a:lnTo>
                <a:lnTo>
                  <a:pt x="927944" y="56875"/>
                </a:lnTo>
                <a:lnTo>
                  <a:pt x="928054" y="57394"/>
                </a:lnTo>
                <a:lnTo>
                  <a:pt x="928176" y="57905"/>
                </a:lnTo>
                <a:lnTo>
                  <a:pt x="928308" y="58409"/>
                </a:lnTo>
                <a:lnTo>
                  <a:pt x="928451" y="58903"/>
                </a:lnTo>
                <a:lnTo>
                  <a:pt x="928604" y="59390"/>
                </a:lnTo>
                <a:lnTo>
                  <a:pt x="928768" y="59869"/>
                </a:lnTo>
                <a:lnTo>
                  <a:pt x="928942" y="60339"/>
                </a:lnTo>
                <a:lnTo>
                  <a:pt x="929127" y="60801"/>
                </a:lnTo>
                <a:lnTo>
                  <a:pt x="929322" y="61255"/>
                </a:lnTo>
                <a:lnTo>
                  <a:pt x="929528" y="61700"/>
                </a:lnTo>
                <a:lnTo>
                  <a:pt x="929745" y="62137"/>
                </a:lnTo>
                <a:lnTo>
                  <a:pt x="929972" y="62567"/>
                </a:lnTo>
                <a:lnTo>
                  <a:pt x="930210" y="62987"/>
                </a:lnTo>
                <a:lnTo>
                  <a:pt x="930458" y="63400"/>
                </a:lnTo>
                <a:lnTo>
                  <a:pt x="930719" y="63792"/>
                </a:lnTo>
                <a:lnTo>
                  <a:pt x="930993" y="64177"/>
                </a:lnTo>
                <a:lnTo>
                  <a:pt x="931280" y="64557"/>
                </a:lnTo>
                <a:lnTo>
                  <a:pt x="931581" y="64931"/>
                </a:lnTo>
                <a:lnTo>
                  <a:pt x="931895" y="65299"/>
                </a:lnTo>
                <a:lnTo>
                  <a:pt x="932223" y="65661"/>
                </a:lnTo>
                <a:lnTo>
                  <a:pt x="932564" y="66018"/>
                </a:lnTo>
                <a:lnTo>
                  <a:pt x="932919" y="66368"/>
                </a:lnTo>
                <a:lnTo>
                  <a:pt x="933288" y="66713"/>
                </a:lnTo>
                <a:lnTo>
                  <a:pt x="933670" y="67052"/>
                </a:lnTo>
                <a:lnTo>
                  <a:pt x="934065" y="67384"/>
                </a:lnTo>
                <a:lnTo>
                  <a:pt x="934474" y="67711"/>
                </a:lnTo>
                <a:lnTo>
                  <a:pt x="934896" y="68032"/>
                </a:lnTo>
                <a:lnTo>
                  <a:pt x="935332" y="68348"/>
                </a:lnTo>
                <a:lnTo>
                  <a:pt x="935781" y="68657"/>
                </a:lnTo>
                <a:lnTo>
                  <a:pt x="936244" y="68961"/>
                </a:lnTo>
                <a:lnTo>
                  <a:pt x="936721" y="69258"/>
                </a:lnTo>
                <a:lnTo>
                  <a:pt x="937211" y="69550"/>
                </a:lnTo>
                <a:lnTo>
                  <a:pt x="937714" y="69836"/>
                </a:lnTo>
                <a:lnTo>
                  <a:pt x="938231" y="70116"/>
                </a:lnTo>
                <a:lnTo>
                  <a:pt x="938761" y="70390"/>
                </a:lnTo>
                <a:lnTo>
                  <a:pt x="939305" y="70658"/>
                </a:lnTo>
                <a:lnTo>
                  <a:pt x="939862" y="70921"/>
                </a:lnTo>
                <a:lnTo>
                  <a:pt x="940433" y="71177"/>
                </a:lnTo>
                <a:lnTo>
                  <a:pt x="941019" y="71415"/>
                </a:lnTo>
                <a:lnTo>
                  <a:pt x="941619" y="71650"/>
                </a:lnTo>
                <a:lnTo>
                  <a:pt x="942235" y="71883"/>
                </a:lnTo>
                <a:lnTo>
                  <a:pt x="942866" y="72112"/>
                </a:lnTo>
                <a:lnTo>
                  <a:pt x="943512" y="72338"/>
                </a:lnTo>
                <a:lnTo>
                  <a:pt x="944174" y="72562"/>
                </a:lnTo>
                <a:lnTo>
                  <a:pt x="944851" y="72782"/>
                </a:lnTo>
                <a:lnTo>
                  <a:pt x="945543" y="72999"/>
                </a:lnTo>
                <a:lnTo>
                  <a:pt x="946250" y="73214"/>
                </a:lnTo>
                <a:lnTo>
                  <a:pt x="946973" y="73426"/>
                </a:lnTo>
                <a:lnTo>
                  <a:pt x="947711" y="73634"/>
                </a:lnTo>
                <a:lnTo>
                  <a:pt x="948464" y="73840"/>
                </a:lnTo>
                <a:lnTo>
                  <a:pt x="949232" y="74043"/>
                </a:lnTo>
                <a:lnTo>
                  <a:pt x="950016" y="74243"/>
                </a:lnTo>
                <a:lnTo>
                  <a:pt x="950815" y="74440"/>
                </a:lnTo>
                <a:lnTo>
                  <a:pt x="951629" y="74634"/>
                </a:lnTo>
                <a:lnTo>
                  <a:pt x="952459" y="74825"/>
                </a:lnTo>
                <a:lnTo>
                  <a:pt x="953304" y="75013"/>
                </a:lnTo>
                <a:lnTo>
                  <a:pt x="954164" y="75198"/>
                </a:lnTo>
                <a:lnTo>
                  <a:pt x="955039" y="75380"/>
                </a:lnTo>
                <a:lnTo>
                  <a:pt x="955929" y="75560"/>
                </a:lnTo>
                <a:lnTo>
                  <a:pt x="956835" y="75736"/>
                </a:lnTo>
                <a:lnTo>
                  <a:pt x="957756" y="75910"/>
                </a:lnTo>
                <a:lnTo>
                  <a:pt x="958693" y="76080"/>
                </a:lnTo>
                <a:lnTo>
                  <a:pt x="959571" y="76221"/>
                </a:lnTo>
                <a:lnTo>
                  <a:pt x="960433" y="76363"/>
                </a:lnTo>
                <a:lnTo>
                  <a:pt x="961276" y="76506"/>
                </a:lnTo>
                <a:lnTo>
                  <a:pt x="962102" y="76648"/>
                </a:lnTo>
                <a:lnTo>
                  <a:pt x="962910" y="76792"/>
                </a:lnTo>
                <a:lnTo>
                  <a:pt x="963701" y="76936"/>
                </a:lnTo>
                <a:lnTo>
                  <a:pt x="964474" y="77081"/>
                </a:lnTo>
                <a:lnTo>
                  <a:pt x="965230" y="77226"/>
                </a:lnTo>
                <a:lnTo>
                  <a:pt x="965968" y="77372"/>
                </a:lnTo>
                <a:lnTo>
                  <a:pt x="966688" y="77518"/>
                </a:lnTo>
                <a:lnTo>
                  <a:pt x="967391" y="77666"/>
                </a:lnTo>
                <a:lnTo>
                  <a:pt x="968076" y="77813"/>
                </a:lnTo>
                <a:lnTo>
                  <a:pt x="968743" y="77961"/>
                </a:lnTo>
                <a:lnTo>
                  <a:pt x="969393" y="78110"/>
                </a:lnTo>
                <a:lnTo>
                  <a:pt x="970025" y="78260"/>
                </a:lnTo>
                <a:lnTo>
                  <a:pt x="970640" y="78410"/>
                </a:lnTo>
                <a:lnTo>
                  <a:pt x="971237" y="78560"/>
                </a:lnTo>
                <a:lnTo>
                  <a:pt x="971816" y="78711"/>
                </a:lnTo>
                <a:lnTo>
                  <a:pt x="972378" y="78863"/>
                </a:lnTo>
                <a:lnTo>
                  <a:pt x="972922" y="79015"/>
                </a:lnTo>
                <a:lnTo>
                  <a:pt x="973449" y="79168"/>
                </a:lnTo>
                <a:lnTo>
                  <a:pt x="973958" y="79322"/>
                </a:lnTo>
                <a:lnTo>
                  <a:pt x="974449" y="79476"/>
                </a:lnTo>
                <a:lnTo>
                  <a:pt x="974923" y="79631"/>
                </a:lnTo>
                <a:lnTo>
                  <a:pt x="975396" y="79787"/>
                </a:lnTo>
                <a:lnTo>
                  <a:pt x="975856" y="79945"/>
                </a:lnTo>
                <a:lnTo>
                  <a:pt x="976305" y="80106"/>
                </a:lnTo>
                <a:lnTo>
                  <a:pt x="976741" y="80269"/>
                </a:lnTo>
                <a:lnTo>
                  <a:pt x="977164" y="80435"/>
                </a:lnTo>
                <a:lnTo>
                  <a:pt x="977575" y="80603"/>
                </a:lnTo>
                <a:lnTo>
                  <a:pt x="977974" y="80773"/>
                </a:lnTo>
                <a:lnTo>
                  <a:pt x="978361" y="80946"/>
                </a:lnTo>
                <a:lnTo>
                  <a:pt x="978735" y="81121"/>
                </a:lnTo>
                <a:lnTo>
                  <a:pt x="979097" y="81298"/>
                </a:lnTo>
                <a:lnTo>
                  <a:pt x="979447" y="81477"/>
                </a:lnTo>
                <a:lnTo>
                  <a:pt x="979784" y="81659"/>
                </a:lnTo>
                <a:lnTo>
                  <a:pt x="980109" y="81844"/>
                </a:lnTo>
                <a:lnTo>
                  <a:pt x="980421" y="82030"/>
                </a:lnTo>
                <a:lnTo>
                  <a:pt x="980722" y="82219"/>
                </a:lnTo>
                <a:lnTo>
                  <a:pt x="981010" y="82411"/>
                </a:lnTo>
                <a:lnTo>
                  <a:pt x="981285" y="82605"/>
                </a:lnTo>
                <a:lnTo>
                  <a:pt x="981548" y="82801"/>
                </a:lnTo>
                <a:lnTo>
                  <a:pt x="981799" y="82999"/>
                </a:lnTo>
                <a:lnTo>
                  <a:pt x="982038" y="83200"/>
                </a:lnTo>
                <a:lnTo>
                  <a:pt x="982264" y="83403"/>
                </a:lnTo>
                <a:lnTo>
                  <a:pt x="982478" y="83608"/>
                </a:lnTo>
                <a:lnTo>
                  <a:pt x="982680" y="83816"/>
                </a:lnTo>
                <a:lnTo>
                  <a:pt x="982869" y="84026"/>
                </a:lnTo>
                <a:lnTo>
                  <a:pt x="983049" y="84240"/>
                </a:lnTo>
                <a:lnTo>
                  <a:pt x="983220" y="84458"/>
                </a:lnTo>
                <a:lnTo>
                  <a:pt x="983384" y="84682"/>
                </a:lnTo>
                <a:lnTo>
                  <a:pt x="983541" y="84909"/>
                </a:lnTo>
                <a:lnTo>
                  <a:pt x="983690" y="85142"/>
                </a:lnTo>
                <a:lnTo>
                  <a:pt x="983831" y="85379"/>
                </a:lnTo>
                <a:lnTo>
                  <a:pt x="983964" y="85621"/>
                </a:lnTo>
                <a:lnTo>
                  <a:pt x="984090" y="85867"/>
                </a:lnTo>
                <a:lnTo>
                  <a:pt x="984209" y="86119"/>
                </a:lnTo>
                <a:lnTo>
                  <a:pt x="984319" y="86375"/>
                </a:lnTo>
                <a:lnTo>
                  <a:pt x="984422" y="86635"/>
                </a:lnTo>
                <a:lnTo>
                  <a:pt x="984518" y="86901"/>
                </a:lnTo>
                <a:lnTo>
                  <a:pt x="984605" y="87171"/>
                </a:lnTo>
                <a:lnTo>
                  <a:pt x="984685" y="87445"/>
                </a:lnTo>
                <a:lnTo>
                  <a:pt x="984758" y="87725"/>
                </a:lnTo>
                <a:lnTo>
                  <a:pt x="984823" y="88009"/>
                </a:lnTo>
                <a:lnTo>
                  <a:pt x="984880" y="88298"/>
                </a:lnTo>
                <a:lnTo>
                  <a:pt x="984930" y="88591"/>
                </a:lnTo>
                <a:lnTo>
                  <a:pt x="984972" y="88889"/>
                </a:lnTo>
                <a:lnTo>
                  <a:pt x="985006" y="89192"/>
                </a:lnTo>
                <a:lnTo>
                  <a:pt x="985033" y="89500"/>
                </a:lnTo>
                <a:lnTo>
                  <a:pt x="985052" y="89812"/>
                </a:lnTo>
                <a:lnTo>
                  <a:pt x="985063" y="90129"/>
                </a:lnTo>
                <a:lnTo>
                  <a:pt x="985067" y="90451"/>
                </a:lnTo>
                <a:lnTo>
                  <a:pt x="985058" y="90940"/>
                </a:lnTo>
                <a:lnTo>
                  <a:pt x="985029" y="91422"/>
                </a:lnTo>
                <a:lnTo>
                  <a:pt x="984983" y="91896"/>
                </a:lnTo>
                <a:lnTo>
                  <a:pt x="984917" y="92362"/>
                </a:lnTo>
                <a:lnTo>
                  <a:pt x="984832" y="92821"/>
                </a:lnTo>
                <a:lnTo>
                  <a:pt x="984729" y="93272"/>
                </a:lnTo>
                <a:lnTo>
                  <a:pt x="984607" y="93716"/>
                </a:lnTo>
                <a:lnTo>
                  <a:pt x="984466" y="94152"/>
                </a:lnTo>
                <a:lnTo>
                  <a:pt x="984306" y="94580"/>
                </a:lnTo>
                <a:lnTo>
                  <a:pt x="984128" y="95000"/>
                </a:lnTo>
                <a:lnTo>
                  <a:pt x="983931" y="95413"/>
                </a:lnTo>
                <a:lnTo>
                  <a:pt x="983715" y="95819"/>
                </a:lnTo>
                <a:lnTo>
                  <a:pt x="983480" y="96217"/>
                </a:lnTo>
                <a:lnTo>
                  <a:pt x="983226" y="96607"/>
                </a:lnTo>
                <a:lnTo>
                  <a:pt x="982954" y="96989"/>
                </a:lnTo>
                <a:lnTo>
                  <a:pt x="982663" y="97364"/>
                </a:lnTo>
                <a:lnTo>
                  <a:pt x="982353" y="97731"/>
                </a:lnTo>
                <a:lnTo>
                  <a:pt x="982024" y="98091"/>
                </a:lnTo>
                <a:lnTo>
                  <a:pt x="981676" y="98443"/>
                </a:lnTo>
                <a:lnTo>
                  <a:pt x="981310" y="98787"/>
                </a:lnTo>
                <a:lnTo>
                  <a:pt x="980925" y="99124"/>
                </a:lnTo>
                <a:lnTo>
                  <a:pt x="980521" y="99453"/>
                </a:lnTo>
                <a:lnTo>
                  <a:pt x="980098" y="99774"/>
                </a:lnTo>
                <a:lnTo>
                  <a:pt x="979657" y="100088"/>
                </a:lnTo>
                <a:lnTo>
                  <a:pt x="979211" y="100377"/>
                </a:lnTo>
                <a:lnTo>
                  <a:pt x="978748" y="100655"/>
                </a:lnTo>
                <a:lnTo>
                  <a:pt x="978267" y="100920"/>
                </a:lnTo>
                <a:lnTo>
                  <a:pt x="977769" y="101173"/>
                </a:lnTo>
                <a:lnTo>
                  <a:pt x="977253" y="101413"/>
                </a:lnTo>
                <a:lnTo>
                  <a:pt x="976719" y="101641"/>
                </a:lnTo>
                <a:lnTo>
                  <a:pt x="976168" y="101857"/>
                </a:lnTo>
                <a:lnTo>
                  <a:pt x="975599" y="102060"/>
                </a:lnTo>
                <a:lnTo>
                  <a:pt x="975013" y="102251"/>
                </a:lnTo>
                <a:lnTo>
                  <a:pt x="974409" y="102430"/>
                </a:lnTo>
                <a:lnTo>
                  <a:pt x="973787" y="102596"/>
                </a:lnTo>
                <a:lnTo>
                  <a:pt x="973148" y="102751"/>
                </a:lnTo>
                <a:lnTo>
                  <a:pt x="972491" y="102892"/>
                </a:lnTo>
                <a:lnTo>
                  <a:pt x="971816" y="103022"/>
                </a:lnTo>
                <a:lnTo>
                  <a:pt x="971124" y="103139"/>
                </a:lnTo>
                <a:lnTo>
                  <a:pt x="970415" y="103244"/>
                </a:lnTo>
                <a:lnTo>
                  <a:pt x="969687" y="103336"/>
                </a:lnTo>
                <a:lnTo>
                  <a:pt x="968942" y="103416"/>
                </a:lnTo>
                <a:lnTo>
                  <a:pt x="968180" y="103484"/>
                </a:lnTo>
                <a:lnTo>
                  <a:pt x="967400" y="103540"/>
                </a:lnTo>
                <a:lnTo>
                  <a:pt x="966602" y="103583"/>
                </a:lnTo>
                <a:lnTo>
                  <a:pt x="965786" y="103614"/>
                </a:lnTo>
                <a:lnTo>
                  <a:pt x="964953" y="103632"/>
                </a:lnTo>
                <a:lnTo>
                  <a:pt x="964103" y="103638"/>
                </a:lnTo>
                <a:lnTo>
                  <a:pt x="963154" y="103631"/>
                </a:lnTo>
                <a:lnTo>
                  <a:pt x="962223" y="103611"/>
                </a:lnTo>
                <a:lnTo>
                  <a:pt x="961311" y="103577"/>
                </a:lnTo>
                <a:lnTo>
                  <a:pt x="960416" y="103530"/>
                </a:lnTo>
                <a:lnTo>
                  <a:pt x="959540" y="103469"/>
                </a:lnTo>
                <a:lnTo>
                  <a:pt x="958682" y="103395"/>
                </a:lnTo>
                <a:lnTo>
                  <a:pt x="957842" y="103307"/>
                </a:lnTo>
                <a:lnTo>
                  <a:pt x="957021" y="103206"/>
                </a:lnTo>
                <a:lnTo>
                  <a:pt x="956217" y="103091"/>
                </a:lnTo>
                <a:lnTo>
                  <a:pt x="955432" y="102963"/>
                </a:lnTo>
                <a:lnTo>
                  <a:pt x="954665" y="102821"/>
                </a:lnTo>
                <a:lnTo>
                  <a:pt x="953916" y="102666"/>
                </a:lnTo>
                <a:lnTo>
                  <a:pt x="953186" y="102497"/>
                </a:lnTo>
                <a:lnTo>
                  <a:pt x="952474" y="102315"/>
                </a:lnTo>
                <a:lnTo>
                  <a:pt x="951779" y="102119"/>
                </a:lnTo>
                <a:lnTo>
                  <a:pt x="951103" y="101910"/>
                </a:lnTo>
                <a:lnTo>
                  <a:pt x="950446" y="101687"/>
                </a:lnTo>
                <a:lnTo>
                  <a:pt x="949806" y="101451"/>
                </a:lnTo>
                <a:lnTo>
                  <a:pt x="949185" y="101201"/>
                </a:lnTo>
                <a:lnTo>
                  <a:pt x="948581" y="100938"/>
                </a:lnTo>
                <a:lnTo>
                  <a:pt x="947996" y="100661"/>
                </a:lnTo>
                <a:lnTo>
                  <a:pt x="947430" y="100371"/>
                </a:lnTo>
                <a:lnTo>
                  <a:pt x="946881" y="100067"/>
                </a:lnTo>
                <a:lnTo>
                  <a:pt x="946351" y="99750"/>
                </a:lnTo>
                <a:lnTo>
                  <a:pt x="945854" y="99406"/>
                </a:lnTo>
                <a:lnTo>
                  <a:pt x="945379" y="99052"/>
                </a:lnTo>
                <a:lnTo>
                  <a:pt x="944924" y="98688"/>
                </a:lnTo>
                <a:lnTo>
                  <a:pt x="944491" y="98313"/>
                </a:lnTo>
                <a:lnTo>
                  <a:pt x="944079" y="97927"/>
                </a:lnTo>
                <a:lnTo>
                  <a:pt x="943688" y="97531"/>
                </a:lnTo>
                <a:lnTo>
                  <a:pt x="943318" y="97124"/>
                </a:lnTo>
                <a:lnTo>
                  <a:pt x="942969" y="96706"/>
                </a:lnTo>
                <a:lnTo>
                  <a:pt x="942642" y="96278"/>
                </a:lnTo>
                <a:lnTo>
                  <a:pt x="942335" y="95840"/>
                </a:lnTo>
                <a:lnTo>
                  <a:pt x="942050" y="95391"/>
                </a:lnTo>
                <a:lnTo>
                  <a:pt x="941786" y="94931"/>
                </a:lnTo>
                <a:lnTo>
                  <a:pt x="941543" y="94461"/>
                </a:lnTo>
                <a:lnTo>
                  <a:pt x="941321" y="93980"/>
                </a:lnTo>
                <a:lnTo>
                  <a:pt x="941120" y="93489"/>
                </a:lnTo>
                <a:lnTo>
                  <a:pt x="940941" y="92987"/>
                </a:lnTo>
                <a:lnTo>
                  <a:pt x="940782" y="92474"/>
                </a:lnTo>
                <a:lnTo>
                  <a:pt x="940645" y="91951"/>
                </a:lnTo>
                <a:lnTo>
                  <a:pt x="940528" y="91418"/>
                </a:lnTo>
                <a:lnTo>
                  <a:pt x="940433" y="90874"/>
                </a:lnTo>
                <a:lnTo>
                  <a:pt x="940359" y="90319"/>
                </a:lnTo>
                <a:lnTo>
                  <a:pt x="940307" y="89754"/>
                </a:lnTo>
                <a:lnTo>
                  <a:pt x="940275" y="89178"/>
                </a:lnTo>
                <a:lnTo>
                  <a:pt x="940264" y="88591"/>
                </a:lnTo>
                <a:lnTo>
                  <a:pt x="940264" y="86901"/>
                </a:lnTo>
                <a:lnTo>
                  <a:pt x="925724" y="86901"/>
                </a:lnTo>
                <a:lnTo>
                  <a:pt x="925711" y="86999"/>
                </a:lnTo>
                <a:lnTo>
                  <a:pt x="925697" y="87097"/>
                </a:lnTo>
                <a:lnTo>
                  <a:pt x="925685" y="87194"/>
                </a:lnTo>
                <a:lnTo>
                  <a:pt x="925673" y="87290"/>
                </a:lnTo>
                <a:lnTo>
                  <a:pt x="925661" y="87386"/>
                </a:lnTo>
                <a:lnTo>
                  <a:pt x="925651" y="87482"/>
                </a:lnTo>
                <a:lnTo>
                  <a:pt x="925640" y="87576"/>
                </a:lnTo>
                <a:lnTo>
                  <a:pt x="925631" y="87671"/>
                </a:lnTo>
                <a:lnTo>
                  <a:pt x="925621" y="87764"/>
                </a:lnTo>
                <a:lnTo>
                  <a:pt x="925613" y="87857"/>
                </a:lnTo>
                <a:lnTo>
                  <a:pt x="925605" y="87950"/>
                </a:lnTo>
                <a:lnTo>
                  <a:pt x="925598" y="88042"/>
                </a:lnTo>
                <a:lnTo>
                  <a:pt x="925591" y="88133"/>
                </a:lnTo>
                <a:lnTo>
                  <a:pt x="925585" y="88224"/>
                </a:lnTo>
                <a:lnTo>
                  <a:pt x="925579" y="88314"/>
                </a:lnTo>
                <a:lnTo>
                  <a:pt x="925574" y="88403"/>
                </a:lnTo>
                <a:lnTo>
                  <a:pt x="925570" y="88492"/>
                </a:lnTo>
                <a:lnTo>
                  <a:pt x="925566" y="88581"/>
                </a:lnTo>
                <a:lnTo>
                  <a:pt x="925563" y="88668"/>
                </a:lnTo>
                <a:lnTo>
                  <a:pt x="925560" y="88756"/>
                </a:lnTo>
                <a:lnTo>
                  <a:pt x="925558" y="88842"/>
                </a:lnTo>
                <a:lnTo>
                  <a:pt x="925557" y="88928"/>
                </a:lnTo>
                <a:lnTo>
                  <a:pt x="925556" y="89014"/>
                </a:lnTo>
                <a:lnTo>
                  <a:pt x="925555" y="89098"/>
                </a:lnTo>
                <a:lnTo>
                  <a:pt x="925555" y="89182"/>
                </a:lnTo>
                <a:lnTo>
                  <a:pt x="925555" y="89264"/>
                </a:lnTo>
                <a:lnTo>
                  <a:pt x="925555" y="89344"/>
                </a:lnTo>
                <a:lnTo>
                  <a:pt x="925555" y="89422"/>
                </a:lnTo>
                <a:lnTo>
                  <a:pt x="925555" y="89499"/>
                </a:lnTo>
                <a:lnTo>
                  <a:pt x="925555" y="89574"/>
                </a:lnTo>
                <a:lnTo>
                  <a:pt x="925555" y="89647"/>
                </a:lnTo>
                <a:lnTo>
                  <a:pt x="925555" y="89718"/>
                </a:lnTo>
                <a:lnTo>
                  <a:pt x="925555" y="89788"/>
                </a:lnTo>
                <a:lnTo>
                  <a:pt x="925555" y="89856"/>
                </a:lnTo>
                <a:lnTo>
                  <a:pt x="925555" y="89922"/>
                </a:lnTo>
                <a:lnTo>
                  <a:pt x="925555" y="89986"/>
                </a:lnTo>
                <a:lnTo>
                  <a:pt x="925555" y="90049"/>
                </a:lnTo>
                <a:lnTo>
                  <a:pt x="925555" y="90109"/>
                </a:lnTo>
                <a:lnTo>
                  <a:pt x="925555" y="90168"/>
                </a:lnTo>
                <a:lnTo>
                  <a:pt x="925555" y="90225"/>
                </a:lnTo>
                <a:lnTo>
                  <a:pt x="925555" y="90281"/>
                </a:lnTo>
                <a:lnTo>
                  <a:pt x="925555" y="90335"/>
                </a:lnTo>
                <a:lnTo>
                  <a:pt x="925555" y="90387"/>
                </a:lnTo>
                <a:lnTo>
                  <a:pt x="925555" y="90437"/>
                </a:lnTo>
                <a:lnTo>
                  <a:pt x="925555" y="90485"/>
                </a:lnTo>
                <a:lnTo>
                  <a:pt x="925555" y="90532"/>
                </a:lnTo>
                <a:lnTo>
                  <a:pt x="925555" y="90577"/>
                </a:lnTo>
                <a:lnTo>
                  <a:pt x="925555" y="90620"/>
                </a:lnTo>
                <a:lnTo>
                  <a:pt x="925563" y="91265"/>
                </a:lnTo>
                <a:lnTo>
                  <a:pt x="925587" y="91902"/>
                </a:lnTo>
                <a:lnTo>
                  <a:pt x="925627" y="92533"/>
                </a:lnTo>
                <a:lnTo>
                  <a:pt x="925682" y="93156"/>
                </a:lnTo>
                <a:lnTo>
                  <a:pt x="925754" y="93772"/>
                </a:lnTo>
                <a:lnTo>
                  <a:pt x="925841" y="94382"/>
                </a:lnTo>
                <a:lnTo>
                  <a:pt x="925944" y="94984"/>
                </a:lnTo>
                <a:lnTo>
                  <a:pt x="926063" y="95579"/>
                </a:lnTo>
                <a:lnTo>
                  <a:pt x="926197" y="96168"/>
                </a:lnTo>
                <a:lnTo>
                  <a:pt x="926348" y="96749"/>
                </a:lnTo>
                <a:lnTo>
                  <a:pt x="926514" y="97323"/>
                </a:lnTo>
                <a:lnTo>
                  <a:pt x="926697" y="97890"/>
                </a:lnTo>
                <a:lnTo>
                  <a:pt x="926895" y="98450"/>
                </a:lnTo>
                <a:lnTo>
                  <a:pt x="927109" y="99003"/>
                </a:lnTo>
                <a:lnTo>
                  <a:pt x="927339" y="99549"/>
                </a:lnTo>
                <a:lnTo>
                  <a:pt x="927584" y="100088"/>
                </a:lnTo>
                <a:lnTo>
                  <a:pt x="927846" y="100620"/>
                </a:lnTo>
                <a:lnTo>
                  <a:pt x="928123" y="101144"/>
                </a:lnTo>
                <a:lnTo>
                  <a:pt x="928416" y="101662"/>
                </a:lnTo>
                <a:lnTo>
                  <a:pt x="928725" y="102173"/>
                </a:lnTo>
                <a:lnTo>
                  <a:pt x="929050" y="102677"/>
                </a:lnTo>
                <a:lnTo>
                  <a:pt x="929391" y="103173"/>
                </a:lnTo>
                <a:lnTo>
                  <a:pt x="929748" y="103663"/>
                </a:lnTo>
                <a:lnTo>
                  <a:pt x="930120" y="104145"/>
                </a:lnTo>
                <a:lnTo>
                  <a:pt x="930521" y="104606"/>
                </a:lnTo>
                <a:lnTo>
                  <a:pt x="930933" y="105058"/>
                </a:lnTo>
                <a:lnTo>
                  <a:pt x="931357" y="105501"/>
                </a:lnTo>
                <a:lnTo>
                  <a:pt x="931792" y="105935"/>
                </a:lnTo>
                <a:lnTo>
                  <a:pt x="932240" y="106360"/>
                </a:lnTo>
                <a:lnTo>
                  <a:pt x="932699" y="106776"/>
                </a:lnTo>
                <a:lnTo>
                  <a:pt x="933169" y="107184"/>
                </a:lnTo>
                <a:lnTo>
                  <a:pt x="933652" y="107583"/>
                </a:lnTo>
                <a:lnTo>
                  <a:pt x="934146" y="107973"/>
                </a:lnTo>
                <a:lnTo>
                  <a:pt x="934652" y="108354"/>
                </a:lnTo>
                <a:lnTo>
                  <a:pt x="935170" y="108727"/>
                </a:lnTo>
                <a:lnTo>
                  <a:pt x="935700" y="109091"/>
                </a:lnTo>
                <a:lnTo>
                  <a:pt x="936241" y="109445"/>
                </a:lnTo>
                <a:lnTo>
                  <a:pt x="936794" y="109791"/>
                </a:lnTo>
                <a:lnTo>
                  <a:pt x="937358" y="110129"/>
                </a:lnTo>
                <a:lnTo>
                  <a:pt x="937935" y="110457"/>
                </a:lnTo>
                <a:lnTo>
                  <a:pt x="938523" y="110777"/>
                </a:lnTo>
                <a:lnTo>
                  <a:pt x="939123" y="111088"/>
                </a:lnTo>
                <a:lnTo>
                  <a:pt x="939735" y="111390"/>
                </a:lnTo>
                <a:lnTo>
                  <a:pt x="940358" y="111683"/>
                </a:lnTo>
                <a:lnTo>
                  <a:pt x="940993" y="111967"/>
                </a:lnTo>
                <a:lnTo>
                  <a:pt x="941640" y="112243"/>
                </a:lnTo>
                <a:lnTo>
                  <a:pt x="942299" y="112510"/>
                </a:lnTo>
                <a:lnTo>
                  <a:pt x="942969" y="112768"/>
                </a:lnTo>
                <a:lnTo>
                  <a:pt x="943664" y="113002"/>
                </a:lnTo>
                <a:lnTo>
                  <a:pt x="944367" y="113227"/>
                </a:lnTo>
                <a:lnTo>
                  <a:pt x="945077" y="113441"/>
                </a:lnTo>
                <a:lnTo>
                  <a:pt x="945797" y="113646"/>
                </a:lnTo>
                <a:lnTo>
                  <a:pt x="946524" y="113841"/>
                </a:lnTo>
                <a:lnTo>
                  <a:pt x="947259" y="114025"/>
                </a:lnTo>
                <a:lnTo>
                  <a:pt x="948003" y="114200"/>
                </a:lnTo>
                <a:lnTo>
                  <a:pt x="948755" y="114365"/>
                </a:lnTo>
                <a:lnTo>
                  <a:pt x="949515" y="114519"/>
                </a:lnTo>
                <a:lnTo>
                  <a:pt x="950284" y="114664"/>
                </a:lnTo>
                <a:lnTo>
                  <a:pt x="951061" y="114799"/>
                </a:lnTo>
                <a:lnTo>
                  <a:pt x="951845" y="114923"/>
                </a:lnTo>
                <a:lnTo>
                  <a:pt x="952639" y="115038"/>
                </a:lnTo>
                <a:lnTo>
                  <a:pt x="953440" y="115143"/>
                </a:lnTo>
                <a:lnTo>
                  <a:pt x="954249" y="115238"/>
                </a:lnTo>
                <a:lnTo>
                  <a:pt x="955067" y="115323"/>
                </a:lnTo>
                <a:lnTo>
                  <a:pt x="955893" y="115397"/>
                </a:lnTo>
                <a:lnTo>
                  <a:pt x="956727" y="115462"/>
                </a:lnTo>
                <a:lnTo>
                  <a:pt x="957570" y="115517"/>
                </a:lnTo>
                <a:lnTo>
                  <a:pt x="958420" y="115562"/>
                </a:lnTo>
                <a:lnTo>
                  <a:pt x="959279" y="115597"/>
                </a:lnTo>
                <a:lnTo>
                  <a:pt x="960146" y="115622"/>
                </a:lnTo>
                <a:lnTo>
                  <a:pt x="961021" y="115637"/>
                </a:lnTo>
                <a:lnTo>
                  <a:pt x="961905" y="115642"/>
                </a:lnTo>
                <a:lnTo>
                  <a:pt x="962913" y="115637"/>
                </a:lnTo>
                <a:lnTo>
                  <a:pt x="963909" y="115622"/>
                </a:lnTo>
                <a:lnTo>
                  <a:pt x="964893" y="115597"/>
                </a:lnTo>
                <a:lnTo>
                  <a:pt x="965864" y="115562"/>
                </a:lnTo>
                <a:close/>
                <a:moveTo>
                  <a:pt x="653687" y="115595"/>
                </a:moveTo>
                <a:lnTo>
                  <a:pt x="654215" y="115569"/>
                </a:lnTo>
                <a:lnTo>
                  <a:pt x="654739" y="115536"/>
                </a:lnTo>
                <a:lnTo>
                  <a:pt x="655258" y="115498"/>
                </a:lnTo>
                <a:lnTo>
                  <a:pt x="655772" y="115454"/>
                </a:lnTo>
                <a:lnTo>
                  <a:pt x="656282" y="115404"/>
                </a:lnTo>
                <a:lnTo>
                  <a:pt x="656787" y="115348"/>
                </a:lnTo>
                <a:lnTo>
                  <a:pt x="657287" y="115287"/>
                </a:lnTo>
                <a:lnTo>
                  <a:pt x="657782" y="115219"/>
                </a:lnTo>
                <a:lnTo>
                  <a:pt x="658273" y="115146"/>
                </a:lnTo>
                <a:lnTo>
                  <a:pt x="658759" y="115067"/>
                </a:lnTo>
                <a:lnTo>
                  <a:pt x="659240" y="114982"/>
                </a:lnTo>
                <a:lnTo>
                  <a:pt x="659717" y="114891"/>
                </a:lnTo>
                <a:lnTo>
                  <a:pt x="660189" y="114794"/>
                </a:lnTo>
                <a:lnTo>
                  <a:pt x="660656" y="114691"/>
                </a:lnTo>
                <a:lnTo>
                  <a:pt x="661119" y="114582"/>
                </a:lnTo>
                <a:lnTo>
                  <a:pt x="661577" y="114468"/>
                </a:lnTo>
                <a:lnTo>
                  <a:pt x="662030" y="114348"/>
                </a:lnTo>
                <a:lnTo>
                  <a:pt x="662478" y="114221"/>
                </a:lnTo>
                <a:lnTo>
                  <a:pt x="662922" y="114089"/>
                </a:lnTo>
                <a:lnTo>
                  <a:pt x="663361" y="113951"/>
                </a:lnTo>
                <a:lnTo>
                  <a:pt x="663796" y="113822"/>
                </a:lnTo>
                <a:lnTo>
                  <a:pt x="664225" y="113687"/>
                </a:lnTo>
                <a:lnTo>
                  <a:pt x="664651" y="113547"/>
                </a:lnTo>
                <a:lnTo>
                  <a:pt x="665071" y="113402"/>
                </a:lnTo>
                <a:lnTo>
                  <a:pt x="665486" y="113251"/>
                </a:lnTo>
                <a:lnTo>
                  <a:pt x="665897" y="113095"/>
                </a:lnTo>
                <a:lnTo>
                  <a:pt x="666304" y="112934"/>
                </a:lnTo>
                <a:lnTo>
                  <a:pt x="666705" y="112768"/>
                </a:lnTo>
                <a:lnTo>
                  <a:pt x="667102" y="112596"/>
                </a:lnTo>
                <a:lnTo>
                  <a:pt x="667494" y="112419"/>
                </a:lnTo>
                <a:lnTo>
                  <a:pt x="667882" y="112237"/>
                </a:lnTo>
                <a:lnTo>
                  <a:pt x="668264" y="112049"/>
                </a:lnTo>
                <a:lnTo>
                  <a:pt x="668642" y="111856"/>
                </a:lnTo>
                <a:lnTo>
                  <a:pt x="669016" y="111658"/>
                </a:lnTo>
                <a:lnTo>
                  <a:pt x="669384" y="111455"/>
                </a:lnTo>
                <a:lnTo>
                  <a:pt x="669748" y="111246"/>
                </a:lnTo>
                <a:lnTo>
                  <a:pt x="670108" y="111032"/>
                </a:lnTo>
                <a:lnTo>
                  <a:pt x="670462" y="110813"/>
                </a:lnTo>
                <a:lnTo>
                  <a:pt x="670812" y="110588"/>
                </a:lnTo>
                <a:lnTo>
                  <a:pt x="671157" y="110359"/>
                </a:lnTo>
                <a:lnTo>
                  <a:pt x="671498" y="110123"/>
                </a:lnTo>
                <a:lnTo>
                  <a:pt x="671834" y="109883"/>
                </a:lnTo>
                <a:lnTo>
                  <a:pt x="672165" y="109637"/>
                </a:lnTo>
                <a:lnTo>
                  <a:pt x="672491" y="109386"/>
                </a:lnTo>
                <a:lnTo>
                  <a:pt x="672813" y="109116"/>
                </a:lnTo>
                <a:lnTo>
                  <a:pt x="673130" y="108842"/>
                </a:lnTo>
                <a:lnTo>
                  <a:pt x="673442" y="108562"/>
                </a:lnTo>
                <a:lnTo>
                  <a:pt x="673750" y="108278"/>
                </a:lnTo>
                <a:lnTo>
                  <a:pt x="674053" y="107989"/>
                </a:lnTo>
                <a:lnTo>
                  <a:pt x="674351" y="107696"/>
                </a:lnTo>
                <a:lnTo>
                  <a:pt x="674644" y="107398"/>
                </a:lnTo>
                <a:lnTo>
                  <a:pt x="674933" y="107095"/>
                </a:lnTo>
                <a:lnTo>
                  <a:pt x="675217" y="106787"/>
                </a:lnTo>
                <a:lnTo>
                  <a:pt x="675497" y="106475"/>
                </a:lnTo>
                <a:lnTo>
                  <a:pt x="675771" y="106158"/>
                </a:lnTo>
                <a:lnTo>
                  <a:pt x="676041" y="105836"/>
                </a:lnTo>
                <a:lnTo>
                  <a:pt x="676307" y="105510"/>
                </a:lnTo>
                <a:lnTo>
                  <a:pt x="676567" y="105179"/>
                </a:lnTo>
                <a:lnTo>
                  <a:pt x="676823" y="104843"/>
                </a:lnTo>
                <a:lnTo>
                  <a:pt x="677075" y="104502"/>
                </a:lnTo>
                <a:lnTo>
                  <a:pt x="677321" y="104157"/>
                </a:lnTo>
                <a:lnTo>
                  <a:pt x="677563" y="103807"/>
                </a:lnTo>
                <a:lnTo>
                  <a:pt x="677800" y="103453"/>
                </a:lnTo>
                <a:lnTo>
                  <a:pt x="678033" y="103093"/>
                </a:lnTo>
                <a:lnTo>
                  <a:pt x="678260" y="102729"/>
                </a:lnTo>
                <a:lnTo>
                  <a:pt x="678483" y="102361"/>
                </a:lnTo>
                <a:lnTo>
                  <a:pt x="678702" y="101987"/>
                </a:lnTo>
                <a:lnTo>
                  <a:pt x="678916" y="101609"/>
                </a:lnTo>
                <a:lnTo>
                  <a:pt x="678945" y="101946"/>
                </a:lnTo>
                <a:lnTo>
                  <a:pt x="678977" y="102280"/>
                </a:lnTo>
                <a:lnTo>
                  <a:pt x="679011" y="102611"/>
                </a:lnTo>
                <a:lnTo>
                  <a:pt x="679047" y="102938"/>
                </a:lnTo>
                <a:lnTo>
                  <a:pt x="679086" y="103263"/>
                </a:lnTo>
                <a:lnTo>
                  <a:pt x="679127" y="103585"/>
                </a:lnTo>
                <a:lnTo>
                  <a:pt x="679170" y="103904"/>
                </a:lnTo>
                <a:lnTo>
                  <a:pt x="679216" y="104221"/>
                </a:lnTo>
                <a:lnTo>
                  <a:pt x="679264" y="104534"/>
                </a:lnTo>
                <a:lnTo>
                  <a:pt x="679315" y="104844"/>
                </a:lnTo>
                <a:lnTo>
                  <a:pt x="679368" y="105151"/>
                </a:lnTo>
                <a:lnTo>
                  <a:pt x="679423" y="105456"/>
                </a:lnTo>
                <a:lnTo>
                  <a:pt x="679480" y="105757"/>
                </a:lnTo>
                <a:lnTo>
                  <a:pt x="679540" y="106056"/>
                </a:lnTo>
                <a:lnTo>
                  <a:pt x="679602" y="106351"/>
                </a:lnTo>
                <a:lnTo>
                  <a:pt x="679667" y="106644"/>
                </a:lnTo>
                <a:lnTo>
                  <a:pt x="679734" y="106934"/>
                </a:lnTo>
                <a:lnTo>
                  <a:pt x="679803" y="107220"/>
                </a:lnTo>
                <a:lnTo>
                  <a:pt x="679875" y="107504"/>
                </a:lnTo>
                <a:lnTo>
                  <a:pt x="679949" y="107785"/>
                </a:lnTo>
                <a:lnTo>
                  <a:pt x="680025" y="108063"/>
                </a:lnTo>
                <a:lnTo>
                  <a:pt x="680104" y="108338"/>
                </a:lnTo>
                <a:lnTo>
                  <a:pt x="680185" y="108610"/>
                </a:lnTo>
                <a:lnTo>
                  <a:pt x="680268" y="108879"/>
                </a:lnTo>
                <a:lnTo>
                  <a:pt x="680370" y="109145"/>
                </a:lnTo>
                <a:lnTo>
                  <a:pt x="680478" y="109405"/>
                </a:lnTo>
                <a:lnTo>
                  <a:pt x="680593" y="109661"/>
                </a:lnTo>
                <a:lnTo>
                  <a:pt x="680714" y="109912"/>
                </a:lnTo>
                <a:lnTo>
                  <a:pt x="680842" y="110159"/>
                </a:lnTo>
                <a:lnTo>
                  <a:pt x="680976" y="110401"/>
                </a:lnTo>
                <a:lnTo>
                  <a:pt x="681117" y="110638"/>
                </a:lnTo>
                <a:lnTo>
                  <a:pt x="681264" y="110870"/>
                </a:lnTo>
                <a:lnTo>
                  <a:pt x="681417" y="111098"/>
                </a:lnTo>
                <a:lnTo>
                  <a:pt x="681577" y="111321"/>
                </a:lnTo>
                <a:lnTo>
                  <a:pt x="681744" y="111540"/>
                </a:lnTo>
                <a:lnTo>
                  <a:pt x="681916" y="111753"/>
                </a:lnTo>
                <a:lnTo>
                  <a:pt x="682096" y="111962"/>
                </a:lnTo>
                <a:lnTo>
                  <a:pt x="682282" y="112167"/>
                </a:lnTo>
                <a:lnTo>
                  <a:pt x="682474" y="112366"/>
                </a:lnTo>
                <a:lnTo>
                  <a:pt x="682673" y="112561"/>
                </a:lnTo>
                <a:lnTo>
                  <a:pt x="682878" y="112751"/>
                </a:lnTo>
                <a:lnTo>
                  <a:pt x="683089" y="112937"/>
                </a:lnTo>
                <a:lnTo>
                  <a:pt x="683307" y="113118"/>
                </a:lnTo>
                <a:lnTo>
                  <a:pt x="683532" y="113294"/>
                </a:lnTo>
                <a:lnTo>
                  <a:pt x="683763" y="113465"/>
                </a:lnTo>
                <a:lnTo>
                  <a:pt x="684000" y="113632"/>
                </a:lnTo>
                <a:lnTo>
                  <a:pt x="684244" y="113794"/>
                </a:lnTo>
                <a:lnTo>
                  <a:pt x="684495" y="113951"/>
                </a:lnTo>
                <a:lnTo>
                  <a:pt x="684767" y="114089"/>
                </a:lnTo>
                <a:lnTo>
                  <a:pt x="685050" y="114221"/>
                </a:lnTo>
                <a:lnTo>
                  <a:pt x="685343" y="114348"/>
                </a:lnTo>
                <a:lnTo>
                  <a:pt x="685645" y="114468"/>
                </a:lnTo>
                <a:lnTo>
                  <a:pt x="685958" y="114582"/>
                </a:lnTo>
                <a:lnTo>
                  <a:pt x="686281" y="114691"/>
                </a:lnTo>
                <a:lnTo>
                  <a:pt x="686613" y="114794"/>
                </a:lnTo>
                <a:lnTo>
                  <a:pt x="686956" y="114891"/>
                </a:lnTo>
                <a:lnTo>
                  <a:pt x="687308" y="114982"/>
                </a:lnTo>
                <a:lnTo>
                  <a:pt x="687671" y="115067"/>
                </a:lnTo>
                <a:lnTo>
                  <a:pt x="688043" y="115146"/>
                </a:lnTo>
                <a:lnTo>
                  <a:pt x="688426" y="115219"/>
                </a:lnTo>
                <a:lnTo>
                  <a:pt x="688818" y="115287"/>
                </a:lnTo>
                <a:lnTo>
                  <a:pt x="689220" y="115348"/>
                </a:lnTo>
                <a:lnTo>
                  <a:pt x="689633" y="115404"/>
                </a:lnTo>
                <a:lnTo>
                  <a:pt x="690055" y="115454"/>
                </a:lnTo>
                <a:lnTo>
                  <a:pt x="690488" y="115498"/>
                </a:lnTo>
                <a:lnTo>
                  <a:pt x="690930" y="115536"/>
                </a:lnTo>
                <a:lnTo>
                  <a:pt x="691382" y="115569"/>
                </a:lnTo>
                <a:lnTo>
                  <a:pt x="691844" y="115595"/>
                </a:lnTo>
                <a:lnTo>
                  <a:pt x="692317" y="115616"/>
                </a:lnTo>
                <a:lnTo>
                  <a:pt x="692799" y="115630"/>
                </a:lnTo>
                <a:lnTo>
                  <a:pt x="693291" y="115639"/>
                </a:lnTo>
                <a:lnTo>
                  <a:pt x="693793" y="115642"/>
                </a:lnTo>
                <a:lnTo>
                  <a:pt x="694075" y="115640"/>
                </a:lnTo>
                <a:lnTo>
                  <a:pt x="694356" y="115636"/>
                </a:lnTo>
                <a:lnTo>
                  <a:pt x="694636" y="115629"/>
                </a:lnTo>
                <a:lnTo>
                  <a:pt x="694916" y="115618"/>
                </a:lnTo>
                <a:lnTo>
                  <a:pt x="695195" y="115605"/>
                </a:lnTo>
                <a:lnTo>
                  <a:pt x="695474" y="115589"/>
                </a:lnTo>
                <a:lnTo>
                  <a:pt x="695752" y="115570"/>
                </a:lnTo>
                <a:lnTo>
                  <a:pt x="696029" y="115548"/>
                </a:lnTo>
                <a:lnTo>
                  <a:pt x="696306" y="115523"/>
                </a:lnTo>
                <a:lnTo>
                  <a:pt x="696582" y="115495"/>
                </a:lnTo>
                <a:lnTo>
                  <a:pt x="696857" y="115464"/>
                </a:lnTo>
                <a:lnTo>
                  <a:pt x="697133" y="115431"/>
                </a:lnTo>
                <a:lnTo>
                  <a:pt x="697407" y="115394"/>
                </a:lnTo>
                <a:lnTo>
                  <a:pt x="697681" y="115354"/>
                </a:lnTo>
                <a:lnTo>
                  <a:pt x="697954" y="115312"/>
                </a:lnTo>
                <a:lnTo>
                  <a:pt x="698227" y="115266"/>
                </a:lnTo>
                <a:lnTo>
                  <a:pt x="698499" y="115218"/>
                </a:lnTo>
                <a:lnTo>
                  <a:pt x="698770" y="115166"/>
                </a:lnTo>
                <a:lnTo>
                  <a:pt x="699041" y="115112"/>
                </a:lnTo>
                <a:lnTo>
                  <a:pt x="699312" y="115055"/>
                </a:lnTo>
                <a:lnTo>
                  <a:pt x="699581" y="114995"/>
                </a:lnTo>
                <a:lnTo>
                  <a:pt x="699851" y="114932"/>
                </a:lnTo>
                <a:lnTo>
                  <a:pt x="700119" y="114866"/>
                </a:lnTo>
                <a:lnTo>
                  <a:pt x="700387" y="114797"/>
                </a:lnTo>
                <a:lnTo>
                  <a:pt x="700667" y="114725"/>
                </a:lnTo>
                <a:lnTo>
                  <a:pt x="700942" y="114651"/>
                </a:lnTo>
                <a:lnTo>
                  <a:pt x="701214" y="114575"/>
                </a:lnTo>
                <a:lnTo>
                  <a:pt x="701481" y="114496"/>
                </a:lnTo>
                <a:lnTo>
                  <a:pt x="701745" y="114415"/>
                </a:lnTo>
                <a:lnTo>
                  <a:pt x="702004" y="114332"/>
                </a:lnTo>
                <a:lnTo>
                  <a:pt x="702259" y="114246"/>
                </a:lnTo>
                <a:lnTo>
                  <a:pt x="702510" y="114158"/>
                </a:lnTo>
                <a:lnTo>
                  <a:pt x="702757" y="114067"/>
                </a:lnTo>
                <a:lnTo>
                  <a:pt x="702999" y="113975"/>
                </a:lnTo>
                <a:lnTo>
                  <a:pt x="703238" y="113880"/>
                </a:lnTo>
                <a:lnTo>
                  <a:pt x="703473" y="113782"/>
                </a:lnTo>
                <a:lnTo>
                  <a:pt x="703703" y="113682"/>
                </a:lnTo>
                <a:lnTo>
                  <a:pt x="703929" y="113580"/>
                </a:lnTo>
                <a:lnTo>
                  <a:pt x="704151" y="113476"/>
                </a:lnTo>
                <a:lnTo>
                  <a:pt x="704370" y="113369"/>
                </a:lnTo>
                <a:lnTo>
                  <a:pt x="704584" y="113260"/>
                </a:lnTo>
                <a:lnTo>
                  <a:pt x="704793" y="113148"/>
                </a:lnTo>
                <a:lnTo>
                  <a:pt x="704999" y="113034"/>
                </a:lnTo>
                <a:lnTo>
                  <a:pt x="705201" y="112918"/>
                </a:lnTo>
                <a:lnTo>
                  <a:pt x="705398" y="112799"/>
                </a:lnTo>
                <a:lnTo>
                  <a:pt x="705592" y="112679"/>
                </a:lnTo>
                <a:lnTo>
                  <a:pt x="705781" y="112555"/>
                </a:lnTo>
                <a:lnTo>
                  <a:pt x="705966" y="112430"/>
                </a:lnTo>
                <a:lnTo>
                  <a:pt x="705966" y="101440"/>
                </a:lnTo>
                <a:lnTo>
                  <a:pt x="705812" y="101551"/>
                </a:lnTo>
                <a:lnTo>
                  <a:pt x="705658" y="101659"/>
                </a:lnTo>
                <a:lnTo>
                  <a:pt x="705504" y="101763"/>
                </a:lnTo>
                <a:lnTo>
                  <a:pt x="705351" y="101863"/>
                </a:lnTo>
                <a:lnTo>
                  <a:pt x="705199" y="101960"/>
                </a:lnTo>
                <a:lnTo>
                  <a:pt x="705047" y="102053"/>
                </a:lnTo>
                <a:lnTo>
                  <a:pt x="704896" y="102143"/>
                </a:lnTo>
                <a:lnTo>
                  <a:pt x="704745" y="102229"/>
                </a:lnTo>
                <a:lnTo>
                  <a:pt x="704595" y="102312"/>
                </a:lnTo>
                <a:lnTo>
                  <a:pt x="704446" y="102391"/>
                </a:lnTo>
                <a:lnTo>
                  <a:pt x="704297" y="102467"/>
                </a:lnTo>
                <a:lnTo>
                  <a:pt x="704149" y="102539"/>
                </a:lnTo>
                <a:lnTo>
                  <a:pt x="704001" y="102608"/>
                </a:lnTo>
                <a:lnTo>
                  <a:pt x="703854" y="102673"/>
                </a:lnTo>
                <a:lnTo>
                  <a:pt x="703708" y="102735"/>
                </a:lnTo>
                <a:lnTo>
                  <a:pt x="703562" y="102793"/>
                </a:lnTo>
                <a:lnTo>
                  <a:pt x="703417" y="102847"/>
                </a:lnTo>
                <a:lnTo>
                  <a:pt x="703272" y="102898"/>
                </a:lnTo>
                <a:lnTo>
                  <a:pt x="703128" y="102946"/>
                </a:lnTo>
                <a:lnTo>
                  <a:pt x="702984" y="102990"/>
                </a:lnTo>
                <a:lnTo>
                  <a:pt x="702841" y="103031"/>
                </a:lnTo>
                <a:lnTo>
                  <a:pt x="702699" y="103068"/>
                </a:lnTo>
                <a:lnTo>
                  <a:pt x="702557" y="103101"/>
                </a:lnTo>
                <a:lnTo>
                  <a:pt x="702416" y="103131"/>
                </a:lnTo>
                <a:lnTo>
                  <a:pt x="702275" y="103159"/>
                </a:lnTo>
                <a:lnTo>
                  <a:pt x="702134" y="103185"/>
                </a:lnTo>
                <a:lnTo>
                  <a:pt x="701993" y="103210"/>
                </a:lnTo>
                <a:lnTo>
                  <a:pt x="701852" y="103234"/>
                </a:lnTo>
                <a:lnTo>
                  <a:pt x="701711" y="103257"/>
                </a:lnTo>
                <a:lnTo>
                  <a:pt x="701571" y="103279"/>
                </a:lnTo>
                <a:lnTo>
                  <a:pt x="701430" y="103299"/>
                </a:lnTo>
                <a:lnTo>
                  <a:pt x="701289" y="103319"/>
                </a:lnTo>
                <a:lnTo>
                  <a:pt x="701148" y="103337"/>
                </a:lnTo>
                <a:lnTo>
                  <a:pt x="701007" y="103354"/>
                </a:lnTo>
                <a:lnTo>
                  <a:pt x="700866" y="103370"/>
                </a:lnTo>
                <a:lnTo>
                  <a:pt x="700725" y="103385"/>
                </a:lnTo>
                <a:lnTo>
                  <a:pt x="700584" y="103398"/>
                </a:lnTo>
                <a:lnTo>
                  <a:pt x="700443" y="103410"/>
                </a:lnTo>
                <a:lnTo>
                  <a:pt x="700303" y="103422"/>
                </a:lnTo>
                <a:lnTo>
                  <a:pt x="700162" y="103432"/>
                </a:lnTo>
                <a:lnTo>
                  <a:pt x="700021" y="103440"/>
                </a:lnTo>
                <a:lnTo>
                  <a:pt x="699880" y="103448"/>
                </a:lnTo>
                <a:lnTo>
                  <a:pt x="699739" y="103454"/>
                </a:lnTo>
                <a:lnTo>
                  <a:pt x="699598" y="103460"/>
                </a:lnTo>
                <a:lnTo>
                  <a:pt x="699457" y="103464"/>
                </a:lnTo>
                <a:lnTo>
                  <a:pt x="699316" y="103467"/>
                </a:lnTo>
                <a:lnTo>
                  <a:pt x="699175" y="103469"/>
                </a:lnTo>
                <a:lnTo>
                  <a:pt x="699035" y="103469"/>
                </a:lnTo>
                <a:lnTo>
                  <a:pt x="698839" y="103467"/>
                </a:lnTo>
                <a:lnTo>
                  <a:pt x="698648" y="103461"/>
                </a:lnTo>
                <a:lnTo>
                  <a:pt x="698461" y="103451"/>
                </a:lnTo>
                <a:lnTo>
                  <a:pt x="698278" y="103436"/>
                </a:lnTo>
                <a:lnTo>
                  <a:pt x="698100" y="103418"/>
                </a:lnTo>
                <a:lnTo>
                  <a:pt x="697925" y="103395"/>
                </a:lnTo>
                <a:lnTo>
                  <a:pt x="697755" y="103368"/>
                </a:lnTo>
                <a:lnTo>
                  <a:pt x="697588" y="103338"/>
                </a:lnTo>
                <a:lnTo>
                  <a:pt x="697426" y="103303"/>
                </a:lnTo>
                <a:lnTo>
                  <a:pt x="697268" y="103264"/>
                </a:lnTo>
                <a:lnTo>
                  <a:pt x="697113" y="103220"/>
                </a:lnTo>
                <a:lnTo>
                  <a:pt x="696963" y="103173"/>
                </a:lnTo>
                <a:lnTo>
                  <a:pt x="696818" y="103122"/>
                </a:lnTo>
                <a:lnTo>
                  <a:pt x="696676" y="103066"/>
                </a:lnTo>
                <a:lnTo>
                  <a:pt x="696538" y="103007"/>
                </a:lnTo>
                <a:lnTo>
                  <a:pt x="696405" y="102943"/>
                </a:lnTo>
                <a:lnTo>
                  <a:pt x="696275" y="102875"/>
                </a:lnTo>
                <a:lnTo>
                  <a:pt x="696150" y="102803"/>
                </a:lnTo>
                <a:lnTo>
                  <a:pt x="696029" y="102727"/>
                </a:lnTo>
                <a:lnTo>
                  <a:pt x="695911" y="102647"/>
                </a:lnTo>
                <a:lnTo>
                  <a:pt x="695798" y="102563"/>
                </a:lnTo>
                <a:lnTo>
                  <a:pt x="695690" y="102475"/>
                </a:lnTo>
                <a:lnTo>
                  <a:pt x="695585" y="102382"/>
                </a:lnTo>
                <a:lnTo>
                  <a:pt x="695484" y="102286"/>
                </a:lnTo>
                <a:lnTo>
                  <a:pt x="695388" y="102184"/>
                </a:lnTo>
                <a:lnTo>
                  <a:pt x="695295" y="102078"/>
                </a:lnTo>
                <a:lnTo>
                  <a:pt x="695207" y="101966"/>
                </a:lnTo>
                <a:lnTo>
                  <a:pt x="695123" y="101849"/>
                </a:lnTo>
                <a:lnTo>
                  <a:pt x="695042" y="101726"/>
                </a:lnTo>
                <a:lnTo>
                  <a:pt x="694966" y="101599"/>
                </a:lnTo>
                <a:lnTo>
                  <a:pt x="694894" y="101466"/>
                </a:lnTo>
                <a:lnTo>
                  <a:pt x="694827" y="101328"/>
                </a:lnTo>
                <a:lnTo>
                  <a:pt x="694763" y="101184"/>
                </a:lnTo>
                <a:lnTo>
                  <a:pt x="694703" y="101035"/>
                </a:lnTo>
                <a:lnTo>
                  <a:pt x="694648" y="100881"/>
                </a:lnTo>
                <a:lnTo>
                  <a:pt x="694597" y="100722"/>
                </a:lnTo>
                <a:lnTo>
                  <a:pt x="694549" y="100557"/>
                </a:lnTo>
                <a:lnTo>
                  <a:pt x="694506" y="100387"/>
                </a:lnTo>
                <a:lnTo>
                  <a:pt x="694467" y="100212"/>
                </a:lnTo>
                <a:lnTo>
                  <a:pt x="694432" y="100031"/>
                </a:lnTo>
                <a:lnTo>
                  <a:pt x="694401" y="99846"/>
                </a:lnTo>
                <a:lnTo>
                  <a:pt x="694375" y="99655"/>
                </a:lnTo>
                <a:lnTo>
                  <a:pt x="694352" y="99458"/>
                </a:lnTo>
                <a:lnTo>
                  <a:pt x="694334" y="99256"/>
                </a:lnTo>
                <a:lnTo>
                  <a:pt x="694319" y="99050"/>
                </a:lnTo>
                <a:lnTo>
                  <a:pt x="694309" y="98837"/>
                </a:lnTo>
                <a:lnTo>
                  <a:pt x="694303" y="98620"/>
                </a:lnTo>
                <a:lnTo>
                  <a:pt x="694301" y="98397"/>
                </a:lnTo>
                <a:lnTo>
                  <a:pt x="694301" y="27558"/>
                </a:lnTo>
                <a:lnTo>
                  <a:pt x="677394" y="27558"/>
                </a:lnTo>
                <a:lnTo>
                  <a:pt x="677394" y="80138"/>
                </a:lnTo>
                <a:lnTo>
                  <a:pt x="677389" y="80657"/>
                </a:lnTo>
                <a:lnTo>
                  <a:pt x="677375" y="81172"/>
                </a:lnTo>
                <a:lnTo>
                  <a:pt x="677352" y="81683"/>
                </a:lnTo>
                <a:lnTo>
                  <a:pt x="677319" y="82190"/>
                </a:lnTo>
                <a:lnTo>
                  <a:pt x="677277" y="82693"/>
                </a:lnTo>
                <a:lnTo>
                  <a:pt x="677225" y="83192"/>
                </a:lnTo>
                <a:lnTo>
                  <a:pt x="677164" y="83686"/>
                </a:lnTo>
                <a:lnTo>
                  <a:pt x="677093" y="84177"/>
                </a:lnTo>
                <a:lnTo>
                  <a:pt x="677014" y="84663"/>
                </a:lnTo>
                <a:lnTo>
                  <a:pt x="676924" y="85145"/>
                </a:lnTo>
                <a:lnTo>
                  <a:pt x="676826" y="85623"/>
                </a:lnTo>
                <a:lnTo>
                  <a:pt x="676718" y="86097"/>
                </a:lnTo>
                <a:lnTo>
                  <a:pt x="676600" y="86567"/>
                </a:lnTo>
                <a:lnTo>
                  <a:pt x="676474" y="87033"/>
                </a:lnTo>
                <a:lnTo>
                  <a:pt x="676337" y="87495"/>
                </a:lnTo>
                <a:lnTo>
                  <a:pt x="676192" y="87952"/>
                </a:lnTo>
                <a:lnTo>
                  <a:pt x="676037" y="88406"/>
                </a:lnTo>
                <a:lnTo>
                  <a:pt x="675872" y="88855"/>
                </a:lnTo>
                <a:lnTo>
                  <a:pt x="675699" y="89301"/>
                </a:lnTo>
                <a:lnTo>
                  <a:pt x="675515" y="89742"/>
                </a:lnTo>
                <a:lnTo>
                  <a:pt x="675323" y="90179"/>
                </a:lnTo>
                <a:lnTo>
                  <a:pt x="675121" y="90612"/>
                </a:lnTo>
                <a:lnTo>
                  <a:pt x="674910" y="91041"/>
                </a:lnTo>
                <a:lnTo>
                  <a:pt x="674689" y="91465"/>
                </a:lnTo>
                <a:lnTo>
                  <a:pt x="674474" y="91884"/>
                </a:lnTo>
                <a:lnTo>
                  <a:pt x="674251" y="92297"/>
                </a:lnTo>
                <a:lnTo>
                  <a:pt x="674021" y="92702"/>
                </a:lnTo>
                <a:lnTo>
                  <a:pt x="673783" y="93100"/>
                </a:lnTo>
                <a:lnTo>
                  <a:pt x="673537" y="93491"/>
                </a:lnTo>
                <a:lnTo>
                  <a:pt x="673284" y="93875"/>
                </a:lnTo>
                <a:lnTo>
                  <a:pt x="673023" y="94251"/>
                </a:lnTo>
                <a:lnTo>
                  <a:pt x="672754" y="94621"/>
                </a:lnTo>
                <a:lnTo>
                  <a:pt x="672478" y="94984"/>
                </a:lnTo>
                <a:lnTo>
                  <a:pt x="672194" y="95340"/>
                </a:lnTo>
                <a:lnTo>
                  <a:pt x="671903" y="95688"/>
                </a:lnTo>
                <a:lnTo>
                  <a:pt x="671603" y="96030"/>
                </a:lnTo>
                <a:lnTo>
                  <a:pt x="671297" y="96365"/>
                </a:lnTo>
                <a:lnTo>
                  <a:pt x="670982" y="96692"/>
                </a:lnTo>
                <a:lnTo>
                  <a:pt x="670660" y="97013"/>
                </a:lnTo>
                <a:lnTo>
                  <a:pt x="670331" y="97326"/>
                </a:lnTo>
                <a:lnTo>
                  <a:pt x="669993" y="97633"/>
                </a:lnTo>
                <a:lnTo>
                  <a:pt x="669649" y="97932"/>
                </a:lnTo>
                <a:lnTo>
                  <a:pt x="669296" y="98224"/>
                </a:lnTo>
                <a:lnTo>
                  <a:pt x="668936" y="98510"/>
                </a:lnTo>
                <a:lnTo>
                  <a:pt x="668568" y="98788"/>
                </a:lnTo>
                <a:lnTo>
                  <a:pt x="668193" y="99059"/>
                </a:lnTo>
                <a:lnTo>
                  <a:pt x="667810" y="99323"/>
                </a:lnTo>
                <a:lnTo>
                  <a:pt x="667419" y="99581"/>
                </a:lnTo>
                <a:lnTo>
                  <a:pt x="667036" y="99815"/>
                </a:lnTo>
                <a:lnTo>
                  <a:pt x="666649" y="100040"/>
                </a:lnTo>
                <a:lnTo>
                  <a:pt x="666257" y="100254"/>
                </a:lnTo>
                <a:lnTo>
                  <a:pt x="665860" y="100459"/>
                </a:lnTo>
                <a:lnTo>
                  <a:pt x="665458" y="100653"/>
                </a:lnTo>
                <a:lnTo>
                  <a:pt x="665052" y="100838"/>
                </a:lnTo>
                <a:lnTo>
                  <a:pt x="664641" y="101013"/>
                </a:lnTo>
                <a:lnTo>
                  <a:pt x="664226" y="101177"/>
                </a:lnTo>
                <a:lnTo>
                  <a:pt x="663805" y="101332"/>
                </a:lnTo>
                <a:lnTo>
                  <a:pt x="663380" y="101477"/>
                </a:lnTo>
                <a:lnTo>
                  <a:pt x="662950" y="101611"/>
                </a:lnTo>
                <a:lnTo>
                  <a:pt x="662516" y="101736"/>
                </a:lnTo>
                <a:lnTo>
                  <a:pt x="662077" y="101851"/>
                </a:lnTo>
                <a:lnTo>
                  <a:pt x="661633" y="101956"/>
                </a:lnTo>
                <a:lnTo>
                  <a:pt x="661185" y="102051"/>
                </a:lnTo>
                <a:lnTo>
                  <a:pt x="660731" y="102135"/>
                </a:lnTo>
                <a:lnTo>
                  <a:pt x="660274" y="102210"/>
                </a:lnTo>
                <a:lnTo>
                  <a:pt x="659811" y="102275"/>
                </a:lnTo>
                <a:lnTo>
                  <a:pt x="659344" y="102330"/>
                </a:lnTo>
                <a:lnTo>
                  <a:pt x="658872" y="102375"/>
                </a:lnTo>
                <a:lnTo>
                  <a:pt x="658395" y="102410"/>
                </a:lnTo>
                <a:lnTo>
                  <a:pt x="657914" y="102435"/>
                </a:lnTo>
                <a:lnTo>
                  <a:pt x="657428" y="102450"/>
                </a:lnTo>
                <a:lnTo>
                  <a:pt x="656937" y="102455"/>
                </a:lnTo>
                <a:lnTo>
                  <a:pt x="656197" y="102446"/>
                </a:lnTo>
                <a:lnTo>
                  <a:pt x="655470" y="102418"/>
                </a:lnTo>
                <a:lnTo>
                  <a:pt x="654757" y="102373"/>
                </a:lnTo>
                <a:lnTo>
                  <a:pt x="654058" y="102309"/>
                </a:lnTo>
                <a:lnTo>
                  <a:pt x="653372" y="102227"/>
                </a:lnTo>
                <a:lnTo>
                  <a:pt x="652700" y="102127"/>
                </a:lnTo>
                <a:lnTo>
                  <a:pt x="652041" y="102009"/>
                </a:lnTo>
                <a:lnTo>
                  <a:pt x="651395" y="101872"/>
                </a:lnTo>
                <a:lnTo>
                  <a:pt x="650763" y="101718"/>
                </a:lnTo>
                <a:lnTo>
                  <a:pt x="650145" y="101545"/>
                </a:lnTo>
                <a:lnTo>
                  <a:pt x="649540" y="101354"/>
                </a:lnTo>
                <a:lnTo>
                  <a:pt x="648948" y="101144"/>
                </a:lnTo>
                <a:lnTo>
                  <a:pt x="648370" y="100917"/>
                </a:lnTo>
                <a:lnTo>
                  <a:pt x="647806" y="100671"/>
                </a:lnTo>
                <a:lnTo>
                  <a:pt x="647255" y="100407"/>
                </a:lnTo>
                <a:lnTo>
                  <a:pt x="646718" y="100125"/>
                </a:lnTo>
                <a:lnTo>
                  <a:pt x="646194" y="99825"/>
                </a:lnTo>
                <a:lnTo>
                  <a:pt x="645683" y="99507"/>
                </a:lnTo>
                <a:lnTo>
                  <a:pt x="645186" y="99170"/>
                </a:lnTo>
                <a:lnTo>
                  <a:pt x="644703" y="98815"/>
                </a:lnTo>
                <a:lnTo>
                  <a:pt x="644233" y="98442"/>
                </a:lnTo>
                <a:lnTo>
                  <a:pt x="643777" y="98051"/>
                </a:lnTo>
                <a:lnTo>
                  <a:pt x="643334" y="97641"/>
                </a:lnTo>
                <a:lnTo>
                  <a:pt x="642904" y="97214"/>
                </a:lnTo>
                <a:lnTo>
                  <a:pt x="642504" y="96767"/>
                </a:lnTo>
                <a:lnTo>
                  <a:pt x="642121" y="96301"/>
                </a:lnTo>
                <a:lnTo>
                  <a:pt x="641755" y="95816"/>
                </a:lnTo>
                <a:lnTo>
                  <a:pt x="641406" y="95312"/>
                </a:lnTo>
                <a:lnTo>
                  <a:pt x="641074" y="94788"/>
                </a:lnTo>
                <a:lnTo>
                  <a:pt x="640759" y="94244"/>
                </a:lnTo>
                <a:lnTo>
                  <a:pt x="640461" y="93682"/>
                </a:lnTo>
                <a:lnTo>
                  <a:pt x="640180" y="93100"/>
                </a:lnTo>
                <a:lnTo>
                  <a:pt x="639917" y="92498"/>
                </a:lnTo>
                <a:lnTo>
                  <a:pt x="639670" y="91877"/>
                </a:lnTo>
                <a:lnTo>
                  <a:pt x="639440" y="91237"/>
                </a:lnTo>
                <a:lnTo>
                  <a:pt x="639227" y="90578"/>
                </a:lnTo>
                <a:lnTo>
                  <a:pt x="639031" y="89899"/>
                </a:lnTo>
                <a:lnTo>
                  <a:pt x="638853" y="89201"/>
                </a:lnTo>
                <a:lnTo>
                  <a:pt x="638691" y="88483"/>
                </a:lnTo>
                <a:lnTo>
                  <a:pt x="638546" y="87746"/>
                </a:lnTo>
                <a:lnTo>
                  <a:pt x="638418" y="86989"/>
                </a:lnTo>
                <a:lnTo>
                  <a:pt x="638308" y="86214"/>
                </a:lnTo>
                <a:lnTo>
                  <a:pt x="638214" y="85419"/>
                </a:lnTo>
                <a:lnTo>
                  <a:pt x="638138" y="84604"/>
                </a:lnTo>
                <a:lnTo>
                  <a:pt x="638078" y="83770"/>
                </a:lnTo>
                <a:lnTo>
                  <a:pt x="638035" y="82917"/>
                </a:lnTo>
                <a:lnTo>
                  <a:pt x="638010" y="82044"/>
                </a:lnTo>
                <a:lnTo>
                  <a:pt x="638001" y="81152"/>
                </a:lnTo>
                <a:lnTo>
                  <a:pt x="638001" y="27558"/>
                </a:lnTo>
                <a:lnTo>
                  <a:pt x="620926" y="27558"/>
                </a:lnTo>
                <a:lnTo>
                  <a:pt x="620926" y="84365"/>
                </a:lnTo>
                <a:lnTo>
                  <a:pt x="620940" y="85661"/>
                </a:lnTo>
                <a:lnTo>
                  <a:pt x="620983" y="86930"/>
                </a:lnTo>
                <a:lnTo>
                  <a:pt x="621055" y="88171"/>
                </a:lnTo>
                <a:lnTo>
                  <a:pt x="621156" y="89385"/>
                </a:lnTo>
                <a:lnTo>
                  <a:pt x="621285" y="90571"/>
                </a:lnTo>
                <a:lnTo>
                  <a:pt x="621443" y="91729"/>
                </a:lnTo>
                <a:lnTo>
                  <a:pt x="621630" y="92860"/>
                </a:lnTo>
                <a:lnTo>
                  <a:pt x="621846" y="93964"/>
                </a:lnTo>
                <a:lnTo>
                  <a:pt x="622091" y="95040"/>
                </a:lnTo>
                <a:lnTo>
                  <a:pt x="622364" y="96088"/>
                </a:lnTo>
                <a:lnTo>
                  <a:pt x="622666" y="97108"/>
                </a:lnTo>
                <a:lnTo>
                  <a:pt x="622997" y="98101"/>
                </a:lnTo>
                <a:lnTo>
                  <a:pt x="623356" y="99067"/>
                </a:lnTo>
                <a:lnTo>
                  <a:pt x="623745" y="100004"/>
                </a:lnTo>
                <a:lnTo>
                  <a:pt x="624162" y="100915"/>
                </a:lnTo>
                <a:lnTo>
                  <a:pt x="624607" y="101797"/>
                </a:lnTo>
                <a:lnTo>
                  <a:pt x="625082" y="102652"/>
                </a:lnTo>
                <a:lnTo>
                  <a:pt x="625585" y="103480"/>
                </a:lnTo>
                <a:lnTo>
                  <a:pt x="626118" y="104279"/>
                </a:lnTo>
                <a:lnTo>
                  <a:pt x="626679" y="105052"/>
                </a:lnTo>
                <a:lnTo>
                  <a:pt x="627268" y="105796"/>
                </a:lnTo>
                <a:lnTo>
                  <a:pt x="627887" y="106513"/>
                </a:lnTo>
                <a:lnTo>
                  <a:pt x="628534" y="107203"/>
                </a:lnTo>
                <a:lnTo>
                  <a:pt x="629210" y="107865"/>
                </a:lnTo>
                <a:lnTo>
                  <a:pt x="629924" y="108499"/>
                </a:lnTo>
                <a:lnTo>
                  <a:pt x="630656" y="109107"/>
                </a:lnTo>
                <a:lnTo>
                  <a:pt x="631408" y="109688"/>
                </a:lnTo>
                <a:lnTo>
                  <a:pt x="632178" y="110241"/>
                </a:lnTo>
                <a:lnTo>
                  <a:pt x="632967" y="110768"/>
                </a:lnTo>
                <a:lnTo>
                  <a:pt x="633775" y="111267"/>
                </a:lnTo>
                <a:lnTo>
                  <a:pt x="634601" y="111740"/>
                </a:lnTo>
                <a:lnTo>
                  <a:pt x="635446" y="112185"/>
                </a:lnTo>
                <a:lnTo>
                  <a:pt x="636311" y="112604"/>
                </a:lnTo>
                <a:lnTo>
                  <a:pt x="637194" y="112996"/>
                </a:lnTo>
                <a:lnTo>
                  <a:pt x="638095" y="113360"/>
                </a:lnTo>
                <a:lnTo>
                  <a:pt x="639016" y="113698"/>
                </a:lnTo>
                <a:lnTo>
                  <a:pt x="639955" y="114008"/>
                </a:lnTo>
                <a:lnTo>
                  <a:pt x="640913" y="114292"/>
                </a:lnTo>
                <a:lnTo>
                  <a:pt x="641890" y="114548"/>
                </a:lnTo>
                <a:lnTo>
                  <a:pt x="642885" y="114778"/>
                </a:lnTo>
                <a:lnTo>
                  <a:pt x="643900" y="114980"/>
                </a:lnTo>
                <a:lnTo>
                  <a:pt x="644933" y="115156"/>
                </a:lnTo>
                <a:lnTo>
                  <a:pt x="645985" y="115304"/>
                </a:lnTo>
                <a:lnTo>
                  <a:pt x="647056" y="115426"/>
                </a:lnTo>
                <a:lnTo>
                  <a:pt x="648145" y="115520"/>
                </a:lnTo>
                <a:lnTo>
                  <a:pt x="649254" y="115588"/>
                </a:lnTo>
                <a:lnTo>
                  <a:pt x="650381" y="115628"/>
                </a:lnTo>
                <a:lnTo>
                  <a:pt x="651527" y="115642"/>
                </a:lnTo>
                <a:lnTo>
                  <a:pt x="652074" y="115639"/>
                </a:lnTo>
                <a:lnTo>
                  <a:pt x="652616" y="115630"/>
                </a:lnTo>
                <a:lnTo>
                  <a:pt x="653154" y="115616"/>
                </a:lnTo>
                <a:lnTo>
                  <a:pt x="653687" y="115595"/>
                </a:lnTo>
                <a:close/>
              </a:path>
            </a:pathLst>
          </a:custGeom>
          <a:solidFill xmlns:a="http://schemas.openxmlformats.org/drawingml/2006/main">
            <a:srgbClr val="D32F2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FA9C2C-DDD5-4463-A668-AE5EA6FBBF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81965" y="817080"/>
            <a:ext cx="1403920" cy="143538"/>
          </a:xfrm>
          <a:custGeom xmlns:a="http://schemas.openxmlformats.org/drawingml/2006/main">
            <a:pathLst>
              <a:path w="1403920" h="143538">
                <a:moveTo>
                  <a:pt x="451821" y="17583"/>
                </a:moveTo>
                <a:lnTo>
                  <a:pt x="467714" y="17583"/>
                </a:lnTo>
                <a:lnTo>
                  <a:pt x="467714" y="1353"/>
                </a:lnTo>
                <a:lnTo>
                  <a:pt x="451821" y="1353"/>
                </a:lnTo>
                <a:lnTo>
                  <a:pt x="451821" y="17583"/>
                </a:lnTo>
                <a:close/>
                <a:moveTo>
                  <a:pt x="622278" y="57520"/>
                </a:moveTo>
                <a:lnTo>
                  <a:pt x="622278" y="57541"/>
                </a:lnTo>
                <a:lnTo>
                  <a:pt x="622278" y="57552"/>
                </a:lnTo>
                <a:lnTo>
                  <a:pt x="622278" y="57544"/>
                </a:lnTo>
                <a:lnTo>
                  <a:pt x="622278" y="57528"/>
                </a:lnTo>
                <a:lnTo>
                  <a:pt x="622278" y="57520"/>
                </a:lnTo>
                <a:close/>
                <a:moveTo>
                  <a:pt x="622278" y="57578"/>
                </a:moveTo>
                <a:lnTo>
                  <a:pt x="622278" y="57596"/>
                </a:lnTo>
                <a:lnTo>
                  <a:pt x="622278" y="57608"/>
                </a:lnTo>
                <a:lnTo>
                  <a:pt x="622278" y="57597"/>
                </a:lnTo>
                <a:lnTo>
                  <a:pt x="622278" y="57567"/>
                </a:lnTo>
                <a:lnTo>
                  <a:pt x="622278" y="57552"/>
                </a:lnTo>
                <a:lnTo>
                  <a:pt x="622278" y="57561"/>
                </a:lnTo>
                <a:lnTo>
                  <a:pt x="622278" y="57578"/>
                </a:lnTo>
                <a:close/>
                <a:moveTo>
                  <a:pt x="622278" y="57608"/>
                </a:moveTo>
                <a:lnTo>
                  <a:pt x="622278" y="57631"/>
                </a:lnTo>
                <a:lnTo>
                  <a:pt x="622278" y="57645"/>
                </a:lnTo>
                <a:lnTo>
                  <a:pt x="622278" y="57633"/>
                </a:lnTo>
                <a:lnTo>
                  <a:pt x="622278" y="57614"/>
                </a:lnTo>
                <a:lnTo>
                  <a:pt x="622278" y="57608"/>
                </a:lnTo>
                <a:close/>
                <a:moveTo>
                  <a:pt x="622278" y="57730"/>
                </a:moveTo>
                <a:lnTo>
                  <a:pt x="622278" y="57708"/>
                </a:lnTo>
                <a:lnTo>
                  <a:pt x="622278" y="57685"/>
                </a:lnTo>
                <a:lnTo>
                  <a:pt x="622278" y="57694"/>
                </a:lnTo>
                <a:lnTo>
                  <a:pt x="622278" y="57716"/>
                </a:lnTo>
                <a:lnTo>
                  <a:pt x="622278" y="57730"/>
                </a:lnTo>
                <a:close/>
                <a:moveTo>
                  <a:pt x="622278" y="57908"/>
                </a:moveTo>
                <a:lnTo>
                  <a:pt x="622278" y="57935"/>
                </a:lnTo>
                <a:lnTo>
                  <a:pt x="622278" y="57962"/>
                </a:lnTo>
                <a:lnTo>
                  <a:pt x="622278" y="57990"/>
                </a:lnTo>
                <a:lnTo>
                  <a:pt x="622278" y="57990"/>
                </a:lnTo>
                <a:lnTo>
                  <a:pt x="622278" y="57964"/>
                </a:lnTo>
                <a:lnTo>
                  <a:pt x="622278" y="57905"/>
                </a:lnTo>
                <a:lnTo>
                  <a:pt x="622278" y="57878"/>
                </a:lnTo>
                <a:lnTo>
                  <a:pt x="622278" y="57882"/>
                </a:lnTo>
                <a:lnTo>
                  <a:pt x="622278" y="57908"/>
                </a:lnTo>
                <a:close/>
                <a:moveTo>
                  <a:pt x="47616" y="123265"/>
                </a:moveTo>
                <a:lnTo>
                  <a:pt x="48353" y="123197"/>
                </a:lnTo>
                <a:lnTo>
                  <a:pt x="49081" y="123117"/>
                </a:lnTo>
                <a:lnTo>
                  <a:pt x="49800" y="123025"/>
                </a:lnTo>
                <a:lnTo>
                  <a:pt x="50509" y="122920"/>
                </a:lnTo>
                <a:lnTo>
                  <a:pt x="51209" y="122803"/>
                </a:lnTo>
                <a:lnTo>
                  <a:pt x="51899" y="122673"/>
                </a:lnTo>
                <a:lnTo>
                  <a:pt x="52580" y="122531"/>
                </a:lnTo>
                <a:lnTo>
                  <a:pt x="53251" y="122377"/>
                </a:lnTo>
                <a:lnTo>
                  <a:pt x="53914" y="122211"/>
                </a:lnTo>
                <a:lnTo>
                  <a:pt x="54566" y="122032"/>
                </a:lnTo>
                <a:lnTo>
                  <a:pt x="55210" y="121841"/>
                </a:lnTo>
                <a:lnTo>
                  <a:pt x="55844" y="121638"/>
                </a:lnTo>
                <a:lnTo>
                  <a:pt x="56468" y="121422"/>
                </a:lnTo>
                <a:lnTo>
                  <a:pt x="57084" y="121194"/>
                </a:lnTo>
                <a:lnTo>
                  <a:pt x="57689" y="120953"/>
                </a:lnTo>
                <a:lnTo>
                  <a:pt x="58286" y="120701"/>
                </a:lnTo>
                <a:lnTo>
                  <a:pt x="58873" y="120436"/>
                </a:lnTo>
                <a:lnTo>
                  <a:pt x="59451" y="120158"/>
                </a:lnTo>
                <a:lnTo>
                  <a:pt x="60019" y="119869"/>
                </a:lnTo>
                <a:lnTo>
                  <a:pt x="60577" y="119553"/>
                </a:lnTo>
                <a:lnTo>
                  <a:pt x="61125" y="119228"/>
                </a:lnTo>
                <a:lnTo>
                  <a:pt x="61662" y="118891"/>
                </a:lnTo>
                <a:lnTo>
                  <a:pt x="62189" y="118544"/>
                </a:lnTo>
                <a:lnTo>
                  <a:pt x="62705" y="118187"/>
                </a:lnTo>
                <a:lnTo>
                  <a:pt x="63210" y="117819"/>
                </a:lnTo>
                <a:lnTo>
                  <a:pt x="63705" y="117440"/>
                </a:lnTo>
                <a:lnTo>
                  <a:pt x="64189" y="117051"/>
                </a:lnTo>
                <a:lnTo>
                  <a:pt x="64663" y="116651"/>
                </a:lnTo>
                <a:lnTo>
                  <a:pt x="65126" y="116241"/>
                </a:lnTo>
                <a:lnTo>
                  <a:pt x="65579" y="115820"/>
                </a:lnTo>
                <a:lnTo>
                  <a:pt x="66021" y="115388"/>
                </a:lnTo>
                <a:lnTo>
                  <a:pt x="66452" y="114946"/>
                </a:lnTo>
                <a:lnTo>
                  <a:pt x="66873" y="114494"/>
                </a:lnTo>
                <a:lnTo>
                  <a:pt x="67283" y="114031"/>
                </a:lnTo>
                <a:lnTo>
                  <a:pt x="67683" y="113557"/>
                </a:lnTo>
                <a:lnTo>
                  <a:pt x="68072" y="113072"/>
                </a:lnTo>
                <a:lnTo>
                  <a:pt x="68451" y="112578"/>
                </a:lnTo>
                <a:lnTo>
                  <a:pt x="68819" y="112072"/>
                </a:lnTo>
                <a:lnTo>
                  <a:pt x="69177" y="111556"/>
                </a:lnTo>
                <a:lnTo>
                  <a:pt x="69524" y="111030"/>
                </a:lnTo>
                <a:lnTo>
                  <a:pt x="69860" y="110492"/>
                </a:lnTo>
                <a:lnTo>
                  <a:pt x="70186" y="109945"/>
                </a:lnTo>
                <a:lnTo>
                  <a:pt x="70501" y="109386"/>
                </a:lnTo>
                <a:lnTo>
                  <a:pt x="72361" y="121728"/>
                </a:lnTo>
                <a:lnTo>
                  <a:pt x="86055" y="121728"/>
                </a:lnTo>
                <a:lnTo>
                  <a:pt x="86055" y="0"/>
                </a:lnTo>
                <a:lnTo>
                  <a:pt x="69148" y="0"/>
                </a:lnTo>
                <a:lnTo>
                  <a:pt x="69148" y="45310"/>
                </a:lnTo>
                <a:lnTo>
                  <a:pt x="68848" y="44863"/>
                </a:lnTo>
                <a:lnTo>
                  <a:pt x="68537" y="44425"/>
                </a:lnTo>
                <a:lnTo>
                  <a:pt x="68216" y="43994"/>
                </a:lnTo>
                <a:lnTo>
                  <a:pt x="67885" y="43572"/>
                </a:lnTo>
                <a:lnTo>
                  <a:pt x="67544" y="43158"/>
                </a:lnTo>
                <a:lnTo>
                  <a:pt x="67194" y="42753"/>
                </a:lnTo>
                <a:lnTo>
                  <a:pt x="66833" y="42355"/>
                </a:lnTo>
                <a:lnTo>
                  <a:pt x="66462" y="41966"/>
                </a:lnTo>
                <a:lnTo>
                  <a:pt x="66081" y="41585"/>
                </a:lnTo>
                <a:lnTo>
                  <a:pt x="65691" y="41212"/>
                </a:lnTo>
                <a:lnTo>
                  <a:pt x="65290" y="40848"/>
                </a:lnTo>
                <a:lnTo>
                  <a:pt x="64880" y="40492"/>
                </a:lnTo>
                <a:lnTo>
                  <a:pt x="64459" y="40143"/>
                </a:lnTo>
                <a:lnTo>
                  <a:pt x="64028" y="39804"/>
                </a:lnTo>
                <a:lnTo>
                  <a:pt x="63588" y="39472"/>
                </a:lnTo>
                <a:lnTo>
                  <a:pt x="63137" y="39148"/>
                </a:lnTo>
                <a:lnTo>
                  <a:pt x="62677" y="38833"/>
                </a:lnTo>
                <a:lnTo>
                  <a:pt x="62206" y="38526"/>
                </a:lnTo>
                <a:lnTo>
                  <a:pt x="61726" y="38227"/>
                </a:lnTo>
                <a:lnTo>
                  <a:pt x="61235" y="37937"/>
                </a:lnTo>
                <a:lnTo>
                  <a:pt x="60735" y="37654"/>
                </a:lnTo>
                <a:lnTo>
                  <a:pt x="60224" y="37380"/>
                </a:lnTo>
                <a:lnTo>
                  <a:pt x="59704" y="37114"/>
                </a:lnTo>
                <a:lnTo>
                  <a:pt x="59173" y="36857"/>
                </a:lnTo>
                <a:lnTo>
                  <a:pt x="58634" y="36595"/>
                </a:lnTo>
                <a:lnTo>
                  <a:pt x="58087" y="36344"/>
                </a:lnTo>
                <a:lnTo>
                  <a:pt x="57533" y="36104"/>
                </a:lnTo>
                <a:lnTo>
                  <a:pt x="56971" y="35875"/>
                </a:lnTo>
                <a:lnTo>
                  <a:pt x="56401" y="35658"/>
                </a:lnTo>
                <a:lnTo>
                  <a:pt x="55824" y="35451"/>
                </a:lnTo>
                <a:lnTo>
                  <a:pt x="55239" y="35256"/>
                </a:lnTo>
                <a:lnTo>
                  <a:pt x="54646" y="35072"/>
                </a:lnTo>
                <a:lnTo>
                  <a:pt x="54046" y="34899"/>
                </a:lnTo>
                <a:lnTo>
                  <a:pt x="53438" y="34737"/>
                </a:lnTo>
                <a:lnTo>
                  <a:pt x="52823" y="34587"/>
                </a:lnTo>
                <a:lnTo>
                  <a:pt x="52199" y="34447"/>
                </a:lnTo>
                <a:lnTo>
                  <a:pt x="51569" y="34319"/>
                </a:lnTo>
                <a:lnTo>
                  <a:pt x="50930" y="34202"/>
                </a:lnTo>
                <a:lnTo>
                  <a:pt x="50284" y="34096"/>
                </a:lnTo>
                <a:lnTo>
                  <a:pt x="49631" y="34001"/>
                </a:lnTo>
                <a:lnTo>
                  <a:pt x="48969" y="33918"/>
                </a:lnTo>
                <a:lnTo>
                  <a:pt x="48300" y="33845"/>
                </a:lnTo>
                <a:lnTo>
                  <a:pt x="47624" y="33784"/>
                </a:lnTo>
                <a:lnTo>
                  <a:pt x="46940" y="33734"/>
                </a:lnTo>
                <a:lnTo>
                  <a:pt x="46248" y="33695"/>
                </a:lnTo>
                <a:lnTo>
                  <a:pt x="45548" y="33667"/>
                </a:lnTo>
                <a:lnTo>
                  <a:pt x="44841" y="33650"/>
                </a:lnTo>
                <a:lnTo>
                  <a:pt x="44127" y="33644"/>
                </a:lnTo>
                <a:lnTo>
                  <a:pt x="43326" y="33653"/>
                </a:lnTo>
                <a:lnTo>
                  <a:pt x="42532" y="33680"/>
                </a:lnTo>
                <a:lnTo>
                  <a:pt x="41744" y="33724"/>
                </a:lnTo>
                <a:lnTo>
                  <a:pt x="40961" y="33785"/>
                </a:lnTo>
                <a:lnTo>
                  <a:pt x="40185" y="33865"/>
                </a:lnTo>
                <a:lnTo>
                  <a:pt x="39414" y="33961"/>
                </a:lnTo>
                <a:lnTo>
                  <a:pt x="38649" y="34076"/>
                </a:lnTo>
                <a:lnTo>
                  <a:pt x="37890" y="34208"/>
                </a:lnTo>
                <a:lnTo>
                  <a:pt x="37137" y="34358"/>
                </a:lnTo>
                <a:lnTo>
                  <a:pt x="36389" y="34525"/>
                </a:lnTo>
                <a:lnTo>
                  <a:pt x="35648" y="34710"/>
                </a:lnTo>
                <a:lnTo>
                  <a:pt x="34912" y="34912"/>
                </a:lnTo>
                <a:lnTo>
                  <a:pt x="34183" y="35133"/>
                </a:lnTo>
                <a:lnTo>
                  <a:pt x="33459" y="35370"/>
                </a:lnTo>
                <a:lnTo>
                  <a:pt x="32741" y="35626"/>
                </a:lnTo>
                <a:lnTo>
                  <a:pt x="32029" y="35899"/>
                </a:lnTo>
                <a:lnTo>
                  <a:pt x="31323" y="36189"/>
                </a:lnTo>
                <a:lnTo>
                  <a:pt x="30622" y="36497"/>
                </a:lnTo>
                <a:lnTo>
                  <a:pt x="29928" y="36823"/>
                </a:lnTo>
                <a:lnTo>
                  <a:pt x="29239" y="37167"/>
                </a:lnTo>
                <a:lnTo>
                  <a:pt x="28556" y="37528"/>
                </a:lnTo>
                <a:lnTo>
                  <a:pt x="27880" y="37906"/>
                </a:lnTo>
                <a:lnTo>
                  <a:pt x="27209" y="38303"/>
                </a:lnTo>
                <a:lnTo>
                  <a:pt x="26544" y="38716"/>
                </a:lnTo>
                <a:lnTo>
                  <a:pt x="25901" y="39148"/>
                </a:lnTo>
                <a:lnTo>
                  <a:pt x="25270" y="39596"/>
                </a:lnTo>
                <a:lnTo>
                  <a:pt x="24649" y="40061"/>
                </a:lnTo>
                <a:lnTo>
                  <a:pt x="24040" y="40543"/>
                </a:lnTo>
                <a:lnTo>
                  <a:pt x="23442" y="41043"/>
                </a:lnTo>
                <a:lnTo>
                  <a:pt x="22856" y="41559"/>
                </a:lnTo>
                <a:lnTo>
                  <a:pt x="22280" y="42092"/>
                </a:lnTo>
                <a:lnTo>
                  <a:pt x="21716" y="42642"/>
                </a:lnTo>
                <a:lnTo>
                  <a:pt x="21162" y="43210"/>
                </a:lnTo>
                <a:lnTo>
                  <a:pt x="20620" y="43794"/>
                </a:lnTo>
                <a:lnTo>
                  <a:pt x="20089" y="44396"/>
                </a:lnTo>
                <a:lnTo>
                  <a:pt x="19570" y="45014"/>
                </a:lnTo>
                <a:lnTo>
                  <a:pt x="19061" y="45650"/>
                </a:lnTo>
                <a:lnTo>
                  <a:pt x="18563" y="46302"/>
                </a:lnTo>
                <a:lnTo>
                  <a:pt x="18077" y="46972"/>
                </a:lnTo>
                <a:lnTo>
                  <a:pt x="17602" y="47658"/>
                </a:lnTo>
                <a:lnTo>
                  <a:pt x="17138" y="48362"/>
                </a:lnTo>
                <a:lnTo>
                  <a:pt x="16685" y="49082"/>
                </a:lnTo>
                <a:lnTo>
                  <a:pt x="16243" y="49820"/>
                </a:lnTo>
                <a:lnTo>
                  <a:pt x="15812" y="50575"/>
                </a:lnTo>
                <a:lnTo>
                  <a:pt x="15393" y="51346"/>
                </a:lnTo>
                <a:lnTo>
                  <a:pt x="14985" y="52135"/>
                </a:lnTo>
                <a:lnTo>
                  <a:pt x="14588" y="52941"/>
                </a:lnTo>
                <a:lnTo>
                  <a:pt x="14202" y="53763"/>
                </a:lnTo>
                <a:lnTo>
                  <a:pt x="13829" y="54602"/>
                </a:lnTo>
                <a:lnTo>
                  <a:pt x="13473" y="55456"/>
                </a:lnTo>
                <a:lnTo>
                  <a:pt x="13132" y="56326"/>
                </a:lnTo>
                <a:lnTo>
                  <a:pt x="12807" y="57210"/>
                </a:lnTo>
                <a:lnTo>
                  <a:pt x="12498" y="58110"/>
                </a:lnTo>
                <a:lnTo>
                  <a:pt x="12205" y="59026"/>
                </a:lnTo>
                <a:lnTo>
                  <a:pt x="11927" y="59956"/>
                </a:lnTo>
                <a:lnTo>
                  <a:pt x="11666" y="60902"/>
                </a:lnTo>
                <a:lnTo>
                  <a:pt x="11420" y="61863"/>
                </a:lnTo>
                <a:lnTo>
                  <a:pt x="11190" y="62839"/>
                </a:lnTo>
                <a:lnTo>
                  <a:pt x="10976" y="63830"/>
                </a:lnTo>
                <a:lnTo>
                  <a:pt x="10778" y="64837"/>
                </a:lnTo>
                <a:lnTo>
                  <a:pt x="10596" y="65859"/>
                </a:lnTo>
                <a:lnTo>
                  <a:pt x="10429" y="66897"/>
                </a:lnTo>
                <a:lnTo>
                  <a:pt x="10279" y="67949"/>
                </a:lnTo>
                <a:lnTo>
                  <a:pt x="10144" y="69017"/>
                </a:lnTo>
                <a:lnTo>
                  <a:pt x="10025" y="70100"/>
                </a:lnTo>
                <a:lnTo>
                  <a:pt x="9922" y="71198"/>
                </a:lnTo>
                <a:lnTo>
                  <a:pt x="9835" y="72312"/>
                </a:lnTo>
                <a:lnTo>
                  <a:pt x="9764" y="73441"/>
                </a:lnTo>
                <a:lnTo>
                  <a:pt x="9708" y="74585"/>
                </a:lnTo>
                <a:lnTo>
                  <a:pt x="9669" y="75744"/>
                </a:lnTo>
                <a:lnTo>
                  <a:pt x="9645" y="76919"/>
                </a:lnTo>
                <a:lnTo>
                  <a:pt x="9637" y="78109"/>
                </a:lnTo>
                <a:lnTo>
                  <a:pt x="9637" y="79969"/>
                </a:lnTo>
                <a:lnTo>
                  <a:pt x="9645" y="81241"/>
                </a:lnTo>
                <a:lnTo>
                  <a:pt x="9669" y="82493"/>
                </a:lnTo>
                <a:lnTo>
                  <a:pt x="9708" y="83725"/>
                </a:lnTo>
                <a:lnTo>
                  <a:pt x="9764" y="84937"/>
                </a:lnTo>
                <a:lnTo>
                  <a:pt x="9835" y="86130"/>
                </a:lnTo>
                <a:lnTo>
                  <a:pt x="9922" y="87302"/>
                </a:lnTo>
                <a:lnTo>
                  <a:pt x="10025" y="88454"/>
                </a:lnTo>
                <a:lnTo>
                  <a:pt x="10144" y="89587"/>
                </a:lnTo>
                <a:lnTo>
                  <a:pt x="10279" y="90699"/>
                </a:lnTo>
                <a:lnTo>
                  <a:pt x="10429" y="91792"/>
                </a:lnTo>
                <a:lnTo>
                  <a:pt x="10596" y="92864"/>
                </a:lnTo>
                <a:lnTo>
                  <a:pt x="10778" y="93917"/>
                </a:lnTo>
                <a:lnTo>
                  <a:pt x="10976" y="94949"/>
                </a:lnTo>
                <a:lnTo>
                  <a:pt x="11190" y="95962"/>
                </a:lnTo>
                <a:lnTo>
                  <a:pt x="11420" y="96955"/>
                </a:lnTo>
                <a:lnTo>
                  <a:pt x="11666" y="97927"/>
                </a:lnTo>
                <a:lnTo>
                  <a:pt x="11927" y="98880"/>
                </a:lnTo>
                <a:lnTo>
                  <a:pt x="12205" y="99813"/>
                </a:lnTo>
                <a:lnTo>
                  <a:pt x="12498" y="100726"/>
                </a:lnTo>
                <a:lnTo>
                  <a:pt x="12807" y="101619"/>
                </a:lnTo>
                <a:lnTo>
                  <a:pt x="13132" y="102492"/>
                </a:lnTo>
                <a:lnTo>
                  <a:pt x="13473" y="103345"/>
                </a:lnTo>
                <a:lnTo>
                  <a:pt x="13829" y="104178"/>
                </a:lnTo>
                <a:lnTo>
                  <a:pt x="14202" y="104991"/>
                </a:lnTo>
                <a:lnTo>
                  <a:pt x="14601" y="105771"/>
                </a:lnTo>
                <a:lnTo>
                  <a:pt x="15012" y="106535"/>
                </a:lnTo>
                <a:lnTo>
                  <a:pt x="15433" y="107281"/>
                </a:lnTo>
                <a:lnTo>
                  <a:pt x="15864" y="108010"/>
                </a:lnTo>
                <a:lnTo>
                  <a:pt x="16306" y="108723"/>
                </a:lnTo>
                <a:lnTo>
                  <a:pt x="16759" y="109418"/>
                </a:lnTo>
                <a:lnTo>
                  <a:pt x="17222" y="110096"/>
                </a:lnTo>
                <a:lnTo>
                  <a:pt x="17696" y="110758"/>
                </a:lnTo>
                <a:lnTo>
                  <a:pt x="18180" y="111402"/>
                </a:lnTo>
                <a:lnTo>
                  <a:pt x="18675" y="112029"/>
                </a:lnTo>
                <a:lnTo>
                  <a:pt x="19180" y="112640"/>
                </a:lnTo>
                <a:lnTo>
                  <a:pt x="19696" y="113233"/>
                </a:lnTo>
                <a:lnTo>
                  <a:pt x="20223" y="113809"/>
                </a:lnTo>
                <a:lnTo>
                  <a:pt x="20760" y="114368"/>
                </a:lnTo>
                <a:lnTo>
                  <a:pt x="21308" y="114910"/>
                </a:lnTo>
                <a:lnTo>
                  <a:pt x="21866" y="115435"/>
                </a:lnTo>
                <a:lnTo>
                  <a:pt x="22435" y="115943"/>
                </a:lnTo>
                <a:lnTo>
                  <a:pt x="23014" y="116434"/>
                </a:lnTo>
                <a:lnTo>
                  <a:pt x="23604" y="116908"/>
                </a:lnTo>
                <a:lnTo>
                  <a:pt x="24205" y="117365"/>
                </a:lnTo>
                <a:lnTo>
                  <a:pt x="24816" y="117805"/>
                </a:lnTo>
                <a:lnTo>
                  <a:pt x="25438" y="118228"/>
                </a:lnTo>
                <a:lnTo>
                  <a:pt x="26070" y="118634"/>
                </a:lnTo>
                <a:lnTo>
                  <a:pt x="26713" y="119023"/>
                </a:lnTo>
                <a:lnTo>
                  <a:pt x="27363" y="119382"/>
                </a:lnTo>
                <a:lnTo>
                  <a:pt x="28019" y="119725"/>
                </a:lnTo>
                <a:lnTo>
                  <a:pt x="28681" y="120054"/>
                </a:lnTo>
                <a:lnTo>
                  <a:pt x="29347" y="120366"/>
                </a:lnTo>
                <a:lnTo>
                  <a:pt x="30019" y="120664"/>
                </a:lnTo>
                <a:lnTo>
                  <a:pt x="30696" y="120946"/>
                </a:lnTo>
                <a:lnTo>
                  <a:pt x="31379" y="121214"/>
                </a:lnTo>
                <a:lnTo>
                  <a:pt x="32066" y="121465"/>
                </a:lnTo>
                <a:lnTo>
                  <a:pt x="32759" y="121702"/>
                </a:lnTo>
                <a:lnTo>
                  <a:pt x="33458" y="121923"/>
                </a:lnTo>
                <a:lnTo>
                  <a:pt x="34161" y="122129"/>
                </a:lnTo>
                <a:lnTo>
                  <a:pt x="34870" y="122320"/>
                </a:lnTo>
                <a:lnTo>
                  <a:pt x="35584" y="122496"/>
                </a:lnTo>
                <a:lnTo>
                  <a:pt x="36304" y="122656"/>
                </a:lnTo>
                <a:lnTo>
                  <a:pt x="37028" y="122801"/>
                </a:lnTo>
                <a:lnTo>
                  <a:pt x="37758" y="122931"/>
                </a:lnTo>
                <a:lnTo>
                  <a:pt x="38494" y="123045"/>
                </a:lnTo>
                <a:lnTo>
                  <a:pt x="39234" y="123144"/>
                </a:lnTo>
                <a:lnTo>
                  <a:pt x="39980" y="123228"/>
                </a:lnTo>
                <a:lnTo>
                  <a:pt x="40731" y="123297"/>
                </a:lnTo>
                <a:lnTo>
                  <a:pt x="41487" y="123350"/>
                </a:lnTo>
                <a:lnTo>
                  <a:pt x="42249" y="123389"/>
                </a:lnTo>
                <a:lnTo>
                  <a:pt x="43016" y="123411"/>
                </a:lnTo>
                <a:lnTo>
                  <a:pt x="43788" y="123419"/>
                </a:lnTo>
                <a:lnTo>
                  <a:pt x="44573" y="123413"/>
                </a:lnTo>
                <a:lnTo>
                  <a:pt x="45348" y="123394"/>
                </a:lnTo>
                <a:lnTo>
                  <a:pt x="46113" y="123364"/>
                </a:lnTo>
                <a:lnTo>
                  <a:pt x="46869" y="123320"/>
                </a:lnTo>
                <a:lnTo>
                  <a:pt x="47616" y="123265"/>
                </a:lnTo>
                <a:close/>
                <a:moveTo>
                  <a:pt x="44111" y="110945"/>
                </a:moveTo>
                <a:lnTo>
                  <a:pt x="43397" y="110813"/>
                </a:lnTo>
                <a:lnTo>
                  <a:pt x="42695" y="110657"/>
                </a:lnTo>
                <a:lnTo>
                  <a:pt x="42004" y="110476"/>
                </a:lnTo>
                <a:lnTo>
                  <a:pt x="41324" y="110271"/>
                </a:lnTo>
                <a:lnTo>
                  <a:pt x="40655" y="110043"/>
                </a:lnTo>
                <a:lnTo>
                  <a:pt x="39997" y="109790"/>
                </a:lnTo>
                <a:lnTo>
                  <a:pt x="39350" y="109513"/>
                </a:lnTo>
                <a:lnTo>
                  <a:pt x="38715" y="109212"/>
                </a:lnTo>
                <a:lnTo>
                  <a:pt x="38091" y="108887"/>
                </a:lnTo>
                <a:lnTo>
                  <a:pt x="37477" y="108538"/>
                </a:lnTo>
                <a:lnTo>
                  <a:pt x="36875" y="108165"/>
                </a:lnTo>
                <a:lnTo>
                  <a:pt x="36285" y="107768"/>
                </a:lnTo>
                <a:lnTo>
                  <a:pt x="35705" y="107347"/>
                </a:lnTo>
                <a:lnTo>
                  <a:pt x="35136" y="106902"/>
                </a:lnTo>
                <a:lnTo>
                  <a:pt x="34579" y="106432"/>
                </a:lnTo>
                <a:lnTo>
                  <a:pt x="34033" y="105939"/>
                </a:lnTo>
                <a:lnTo>
                  <a:pt x="33498" y="105422"/>
                </a:lnTo>
                <a:lnTo>
                  <a:pt x="32974" y="104880"/>
                </a:lnTo>
                <a:lnTo>
                  <a:pt x="32461" y="104314"/>
                </a:lnTo>
                <a:lnTo>
                  <a:pt x="31978" y="103724"/>
                </a:lnTo>
                <a:lnTo>
                  <a:pt x="31516" y="103107"/>
                </a:lnTo>
                <a:lnTo>
                  <a:pt x="31074" y="102465"/>
                </a:lnTo>
                <a:lnTo>
                  <a:pt x="30653" y="101797"/>
                </a:lnTo>
                <a:lnTo>
                  <a:pt x="30252" y="101103"/>
                </a:lnTo>
                <a:lnTo>
                  <a:pt x="29872" y="100384"/>
                </a:lnTo>
                <a:lnTo>
                  <a:pt x="29512" y="99638"/>
                </a:lnTo>
                <a:lnTo>
                  <a:pt x="29173" y="98867"/>
                </a:lnTo>
                <a:lnTo>
                  <a:pt x="28855" y="98070"/>
                </a:lnTo>
                <a:lnTo>
                  <a:pt x="28557" y="97246"/>
                </a:lnTo>
                <a:lnTo>
                  <a:pt x="28280" y="96398"/>
                </a:lnTo>
                <a:lnTo>
                  <a:pt x="28023" y="95523"/>
                </a:lnTo>
                <a:lnTo>
                  <a:pt x="27787" y="94622"/>
                </a:lnTo>
                <a:lnTo>
                  <a:pt x="27571" y="93696"/>
                </a:lnTo>
                <a:lnTo>
                  <a:pt x="27376" y="92744"/>
                </a:lnTo>
                <a:lnTo>
                  <a:pt x="27201" y="91766"/>
                </a:lnTo>
                <a:lnTo>
                  <a:pt x="27047" y="90762"/>
                </a:lnTo>
                <a:lnTo>
                  <a:pt x="26913" y="89732"/>
                </a:lnTo>
                <a:lnTo>
                  <a:pt x="26800" y="88677"/>
                </a:lnTo>
                <a:lnTo>
                  <a:pt x="26708" y="87596"/>
                </a:lnTo>
                <a:lnTo>
                  <a:pt x="26636" y="86488"/>
                </a:lnTo>
                <a:lnTo>
                  <a:pt x="26585" y="85355"/>
                </a:lnTo>
                <a:lnTo>
                  <a:pt x="26554" y="84197"/>
                </a:lnTo>
                <a:lnTo>
                  <a:pt x="26544" y="83012"/>
                </a:lnTo>
                <a:lnTo>
                  <a:pt x="26544" y="73713"/>
                </a:lnTo>
                <a:lnTo>
                  <a:pt x="26554" y="72556"/>
                </a:lnTo>
                <a:lnTo>
                  <a:pt x="26585" y="71424"/>
                </a:lnTo>
                <a:lnTo>
                  <a:pt x="26636" y="70316"/>
                </a:lnTo>
                <a:lnTo>
                  <a:pt x="26708" y="69233"/>
                </a:lnTo>
                <a:lnTo>
                  <a:pt x="26800" y="68175"/>
                </a:lnTo>
                <a:lnTo>
                  <a:pt x="26913" y="67141"/>
                </a:lnTo>
                <a:lnTo>
                  <a:pt x="27047" y="66132"/>
                </a:lnTo>
                <a:lnTo>
                  <a:pt x="27201" y="65147"/>
                </a:lnTo>
                <a:lnTo>
                  <a:pt x="27376" y="64187"/>
                </a:lnTo>
                <a:lnTo>
                  <a:pt x="27571" y="63252"/>
                </a:lnTo>
                <a:lnTo>
                  <a:pt x="27787" y="62342"/>
                </a:lnTo>
                <a:lnTo>
                  <a:pt x="28023" y="61456"/>
                </a:lnTo>
                <a:lnTo>
                  <a:pt x="28280" y="60595"/>
                </a:lnTo>
                <a:lnTo>
                  <a:pt x="28557" y="59758"/>
                </a:lnTo>
                <a:lnTo>
                  <a:pt x="28855" y="58946"/>
                </a:lnTo>
                <a:lnTo>
                  <a:pt x="29173" y="58159"/>
                </a:lnTo>
                <a:lnTo>
                  <a:pt x="29512" y="57397"/>
                </a:lnTo>
                <a:lnTo>
                  <a:pt x="29872" y="56659"/>
                </a:lnTo>
                <a:lnTo>
                  <a:pt x="30252" y="55945"/>
                </a:lnTo>
                <a:lnTo>
                  <a:pt x="30653" y="55257"/>
                </a:lnTo>
                <a:lnTo>
                  <a:pt x="31074" y="54593"/>
                </a:lnTo>
                <a:lnTo>
                  <a:pt x="31516" y="53954"/>
                </a:lnTo>
                <a:lnTo>
                  <a:pt x="31978" y="53339"/>
                </a:lnTo>
                <a:lnTo>
                  <a:pt x="32461" y="52749"/>
                </a:lnTo>
                <a:lnTo>
                  <a:pt x="32974" y="52170"/>
                </a:lnTo>
                <a:lnTo>
                  <a:pt x="33498" y="51615"/>
                </a:lnTo>
                <a:lnTo>
                  <a:pt x="34033" y="51085"/>
                </a:lnTo>
                <a:lnTo>
                  <a:pt x="34579" y="50579"/>
                </a:lnTo>
                <a:lnTo>
                  <a:pt x="35136" y="50098"/>
                </a:lnTo>
                <a:lnTo>
                  <a:pt x="35705" y="49642"/>
                </a:lnTo>
                <a:lnTo>
                  <a:pt x="36285" y="49211"/>
                </a:lnTo>
                <a:lnTo>
                  <a:pt x="36875" y="48804"/>
                </a:lnTo>
                <a:lnTo>
                  <a:pt x="37477" y="48422"/>
                </a:lnTo>
                <a:lnTo>
                  <a:pt x="38091" y="48064"/>
                </a:lnTo>
                <a:lnTo>
                  <a:pt x="38715" y="47732"/>
                </a:lnTo>
                <a:lnTo>
                  <a:pt x="39350" y="47423"/>
                </a:lnTo>
                <a:lnTo>
                  <a:pt x="39997" y="47140"/>
                </a:lnTo>
                <a:lnTo>
                  <a:pt x="40655" y="46881"/>
                </a:lnTo>
                <a:lnTo>
                  <a:pt x="41324" y="46647"/>
                </a:lnTo>
                <a:lnTo>
                  <a:pt x="42004" y="46437"/>
                </a:lnTo>
                <a:lnTo>
                  <a:pt x="42695" y="46252"/>
                </a:lnTo>
                <a:lnTo>
                  <a:pt x="43397" y="46092"/>
                </a:lnTo>
                <a:lnTo>
                  <a:pt x="44111" y="45956"/>
                </a:lnTo>
                <a:lnTo>
                  <a:pt x="44836" y="45845"/>
                </a:lnTo>
                <a:lnTo>
                  <a:pt x="45572" y="45759"/>
                </a:lnTo>
                <a:lnTo>
                  <a:pt x="46319" y="45697"/>
                </a:lnTo>
                <a:lnTo>
                  <a:pt x="47077" y="45660"/>
                </a:lnTo>
                <a:lnTo>
                  <a:pt x="47846" y="45648"/>
                </a:lnTo>
                <a:lnTo>
                  <a:pt x="48615" y="45660"/>
                </a:lnTo>
                <a:lnTo>
                  <a:pt x="49372" y="45696"/>
                </a:lnTo>
                <a:lnTo>
                  <a:pt x="50118" y="45756"/>
                </a:lnTo>
                <a:lnTo>
                  <a:pt x="50852" y="45841"/>
                </a:lnTo>
                <a:lnTo>
                  <a:pt x="51574" y="45949"/>
                </a:lnTo>
                <a:lnTo>
                  <a:pt x="52284" y="46081"/>
                </a:lnTo>
                <a:lnTo>
                  <a:pt x="52983" y="46238"/>
                </a:lnTo>
                <a:lnTo>
                  <a:pt x="53669" y="46418"/>
                </a:lnTo>
                <a:lnTo>
                  <a:pt x="54345" y="46623"/>
                </a:lnTo>
                <a:lnTo>
                  <a:pt x="55008" y="46852"/>
                </a:lnTo>
                <a:lnTo>
                  <a:pt x="55659" y="47104"/>
                </a:lnTo>
                <a:lnTo>
                  <a:pt x="56299" y="47381"/>
                </a:lnTo>
                <a:lnTo>
                  <a:pt x="56927" y="47682"/>
                </a:lnTo>
                <a:lnTo>
                  <a:pt x="57544" y="48007"/>
                </a:lnTo>
                <a:lnTo>
                  <a:pt x="58149" y="48356"/>
                </a:lnTo>
                <a:lnTo>
                  <a:pt x="58741" y="48729"/>
                </a:lnTo>
                <a:lnTo>
                  <a:pt x="59323" y="49126"/>
                </a:lnTo>
                <a:lnTo>
                  <a:pt x="59892" y="49547"/>
                </a:lnTo>
                <a:lnTo>
                  <a:pt x="60450" y="49993"/>
                </a:lnTo>
                <a:lnTo>
                  <a:pt x="60996" y="50462"/>
                </a:lnTo>
                <a:lnTo>
                  <a:pt x="61530" y="50955"/>
                </a:lnTo>
                <a:lnTo>
                  <a:pt x="62052" y="51473"/>
                </a:lnTo>
                <a:lnTo>
                  <a:pt x="62563" y="52014"/>
                </a:lnTo>
                <a:lnTo>
                  <a:pt x="63062" y="52580"/>
                </a:lnTo>
                <a:lnTo>
                  <a:pt x="63559" y="53170"/>
                </a:lnTo>
                <a:lnTo>
                  <a:pt x="64034" y="53786"/>
                </a:lnTo>
                <a:lnTo>
                  <a:pt x="64489" y="54426"/>
                </a:lnTo>
                <a:lnTo>
                  <a:pt x="64922" y="55092"/>
                </a:lnTo>
                <a:lnTo>
                  <a:pt x="65334" y="55784"/>
                </a:lnTo>
                <a:lnTo>
                  <a:pt x="65725" y="56500"/>
                </a:lnTo>
                <a:lnTo>
                  <a:pt x="66095" y="57242"/>
                </a:lnTo>
                <a:lnTo>
                  <a:pt x="66443" y="58009"/>
                </a:lnTo>
                <a:lnTo>
                  <a:pt x="66771" y="58801"/>
                </a:lnTo>
                <a:lnTo>
                  <a:pt x="67077" y="59618"/>
                </a:lnTo>
                <a:lnTo>
                  <a:pt x="67363" y="60461"/>
                </a:lnTo>
                <a:lnTo>
                  <a:pt x="67627" y="61329"/>
                </a:lnTo>
                <a:lnTo>
                  <a:pt x="67870" y="62222"/>
                </a:lnTo>
                <a:lnTo>
                  <a:pt x="68092" y="63141"/>
                </a:lnTo>
                <a:lnTo>
                  <a:pt x="68293" y="64084"/>
                </a:lnTo>
                <a:lnTo>
                  <a:pt x="68472" y="65053"/>
                </a:lnTo>
                <a:lnTo>
                  <a:pt x="68631" y="66047"/>
                </a:lnTo>
                <a:lnTo>
                  <a:pt x="68768" y="67067"/>
                </a:lnTo>
                <a:lnTo>
                  <a:pt x="68884" y="68111"/>
                </a:lnTo>
                <a:lnTo>
                  <a:pt x="68979" y="69181"/>
                </a:lnTo>
                <a:lnTo>
                  <a:pt x="69053" y="70276"/>
                </a:lnTo>
                <a:lnTo>
                  <a:pt x="69106" y="71397"/>
                </a:lnTo>
                <a:lnTo>
                  <a:pt x="69138" y="72542"/>
                </a:lnTo>
                <a:lnTo>
                  <a:pt x="69148" y="73713"/>
                </a:lnTo>
                <a:lnTo>
                  <a:pt x="69148" y="83181"/>
                </a:lnTo>
                <a:lnTo>
                  <a:pt x="69138" y="84366"/>
                </a:lnTo>
                <a:lnTo>
                  <a:pt x="69106" y="85524"/>
                </a:lnTo>
                <a:lnTo>
                  <a:pt x="69053" y="86657"/>
                </a:lnTo>
                <a:lnTo>
                  <a:pt x="68979" y="87765"/>
                </a:lnTo>
                <a:lnTo>
                  <a:pt x="68884" y="88846"/>
                </a:lnTo>
                <a:lnTo>
                  <a:pt x="68768" y="89901"/>
                </a:lnTo>
                <a:lnTo>
                  <a:pt x="68631" y="90931"/>
                </a:lnTo>
                <a:lnTo>
                  <a:pt x="68472" y="91935"/>
                </a:lnTo>
                <a:lnTo>
                  <a:pt x="68293" y="92913"/>
                </a:lnTo>
                <a:lnTo>
                  <a:pt x="68092" y="93865"/>
                </a:lnTo>
                <a:lnTo>
                  <a:pt x="67870" y="94791"/>
                </a:lnTo>
                <a:lnTo>
                  <a:pt x="67627" y="95692"/>
                </a:lnTo>
                <a:lnTo>
                  <a:pt x="67363" y="96567"/>
                </a:lnTo>
                <a:lnTo>
                  <a:pt x="67077" y="97416"/>
                </a:lnTo>
                <a:lnTo>
                  <a:pt x="66771" y="98239"/>
                </a:lnTo>
                <a:lnTo>
                  <a:pt x="66443" y="99036"/>
                </a:lnTo>
                <a:lnTo>
                  <a:pt x="66095" y="99807"/>
                </a:lnTo>
                <a:lnTo>
                  <a:pt x="65725" y="100553"/>
                </a:lnTo>
                <a:lnTo>
                  <a:pt x="65334" y="101272"/>
                </a:lnTo>
                <a:lnTo>
                  <a:pt x="64922" y="101966"/>
                </a:lnTo>
                <a:lnTo>
                  <a:pt x="64489" y="102634"/>
                </a:lnTo>
                <a:lnTo>
                  <a:pt x="64034" y="103277"/>
                </a:lnTo>
                <a:lnTo>
                  <a:pt x="63559" y="103893"/>
                </a:lnTo>
                <a:lnTo>
                  <a:pt x="63062" y="104483"/>
                </a:lnTo>
                <a:lnTo>
                  <a:pt x="62563" y="105035"/>
                </a:lnTo>
                <a:lnTo>
                  <a:pt x="62052" y="105564"/>
                </a:lnTo>
                <a:lnTo>
                  <a:pt x="61530" y="106069"/>
                </a:lnTo>
                <a:lnTo>
                  <a:pt x="60996" y="106550"/>
                </a:lnTo>
                <a:lnTo>
                  <a:pt x="60450" y="107008"/>
                </a:lnTo>
                <a:lnTo>
                  <a:pt x="59892" y="107442"/>
                </a:lnTo>
                <a:lnTo>
                  <a:pt x="59323" y="107853"/>
                </a:lnTo>
                <a:lnTo>
                  <a:pt x="58741" y="108241"/>
                </a:lnTo>
                <a:lnTo>
                  <a:pt x="58149" y="108605"/>
                </a:lnTo>
                <a:lnTo>
                  <a:pt x="57544" y="108945"/>
                </a:lnTo>
                <a:lnTo>
                  <a:pt x="56927" y="109262"/>
                </a:lnTo>
                <a:lnTo>
                  <a:pt x="56299" y="109556"/>
                </a:lnTo>
                <a:lnTo>
                  <a:pt x="55659" y="109826"/>
                </a:lnTo>
                <a:lnTo>
                  <a:pt x="55008" y="110072"/>
                </a:lnTo>
                <a:lnTo>
                  <a:pt x="54345" y="110295"/>
                </a:lnTo>
                <a:lnTo>
                  <a:pt x="53669" y="110495"/>
                </a:lnTo>
                <a:lnTo>
                  <a:pt x="52983" y="110671"/>
                </a:lnTo>
                <a:lnTo>
                  <a:pt x="52284" y="110824"/>
                </a:lnTo>
                <a:lnTo>
                  <a:pt x="51574" y="110953"/>
                </a:lnTo>
                <a:lnTo>
                  <a:pt x="50852" y="111058"/>
                </a:lnTo>
                <a:lnTo>
                  <a:pt x="50118" y="111141"/>
                </a:lnTo>
                <a:lnTo>
                  <a:pt x="49372" y="111199"/>
                </a:lnTo>
                <a:lnTo>
                  <a:pt x="48615" y="111234"/>
                </a:lnTo>
                <a:lnTo>
                  <a:pt x="47846" y="111246"/>
                </a:lnTo>
                <a:lnTo>
                  <a:pt x="47077" y="111234"/>
                </a:lnTo>
                <a:lnTo>
                  <a:pt x="46319" y="111198"/>
                </a:lnTo>
                <a:lnTo>
                  <a:pt x="45572" y="111138"/>
                </a:lnTo>
                <a:lnTo>
                  <a:pt x="44836" y="111054"/>
                </a:lnTo>
                <a:lnTo>
                  <a:pt x="44111" y="110945"/>
                </a:lnTo>
                <a:close/>
                <a:moveTo>
                  <a:pt x="373173" y="123360"/>
                </a:moveTo>
                <a:lnTo>
                  <a:pt x="373694" y="123334"/>
                </a:lnTo>
                <a:lnTo>
                  <a:pt x="374215" y="123304"/>
                </a:lnTo>
                <a:lnTo>
                  <a:pt x="374736" y="123269"/>
                </a:lnTo>
                <a:lnTo>
                  <a:pt x="375258" y="123229"/>
                </a:lnTo>
                <a:lnTo>
                  <a:pt x="375779" y="123184"/>
                </a:lnTo>
                <a:lnTo>
                  <a:pt x="376300" y="123135"/>
                </a:lnTo>
                <a:lnTo>
                  <a:pt x="376822" y="123081"/>
                </a:lnTo>
                <a:lnTo>
                  <a:pt x="377343" y="123022"/>
                </a:lnTo>
                <a:lnTo>
                  <a:pt x="377864" y="122959"/>
                </a:lnTo>
                <a:lnTo>
                  <a:pt x="378385" y="122891"/>
                </a:lnTo>
                <a:lnTo>
                  <a:pt x="378907" y="122818"/>
                </a:lnTo>
                <a:lnTo>
                  <a:pt x="379428" y="122740"/>
                </a:lnTo>
                <a:lnTo>
                  <a:pt x="379949" y="122658"/>
                </a:lnTo>
                <a:lnTo>
                  <a:pt x="380471" y="122571"/>
                </a:lnTo>
                <a:lnTo>
                  <a:pt x="380992" y="122480"/>
                </a:lnTo>
                <a:lnTo>
                  <a:pt x="381513" y="122383"/>
                </a:lnTo>
                <a:lnTo>
                  <a:pt x="382035" y="122283"/>
                </a:lnTo>
                <a:lnTo>
                  <a:pt x="382556" y="122177"/>
                </a:lnTo>
                <a:lnTo>
                  <a:pt x="383077" y="122066"/>
                </a:lnTo>
                <a:lnTo>
                  <a:pt x="383595" y="121966"/>
                </a:lnTo>
                <a:lnTo>
                  <a:pt x="384104" y="121861"/>
                </a:lnTo>
                <a:lnTo>
                  <a:pt x="384607" y="121752"/>
                </a:lnTo>
                <a:lnTo>
                  <a:pt x="385101" y="121639"/>
                </a:lnTo>
                <a:lnTo>
                  <a:pt x="385588" y="121522"/>
                </a:lnTo>
                <a:lnTo>
                  <a:pt x="386067" y="121401"/>
                </a:lnTo>
                <a:lnTo>
                  <a:pt x="386539" y="121275"/>
                </a:lnTo>
                <a:lnTo>
                  <a:pt x="387003" y="121146"/>
                </a:lnTo>
                <a:lnTo>
                  <a:pt x="387460" y="121012"/>
                </a:lnTo>
                <a:lnTo>
                  <a:pt x="387908" y="120875"/>
                </a:lnTo>
                <a:lnTo>
                  <a:pt x="388350" y="120733"/>
                </a:lnTo>
                <a:lnTo>
                  <a:pt x="388783" y="120587"/>
                </a:lnTo>
                <a:lnTo>
                  <a:pt x="389209" y="120437"/>
                </a:lnTo>
                <a:lnTo>
                  <a:pt x="389627" y="120283"/>
                </a:lnTo>
                <a:lnTo>
                  <a:pt x="390038" y="120125"/>
                </a:lnTo>
                <a:lnTo>
                  <a:pt x="390441" y="119963"/>
                </a:lnTo>
                <a:lnTo>
                  <a:pt x="390836" y="119796"/>
                </a:lnTo>
                <a:lnTo>
                  <a:pt x="391224" y="119626"/>
                </a:lnTo>
                <a:lnTo>
                  <a:pt x="391604" y="119451"/>
                </a:lnTo>
                <a:lnTo>
                  <a:pt x="391977" y="119272"/>
                </a:lnTo>
                <a:lnTo>
                  <a:pt x="392341" y="119089"/>
                </a:lnTo>
                <a:lnTo>
                  <a:pt x="392699" y="118902"/>
                </a:lnTo>
                <a:lnTo>
                  <a:pt x="393048" y="118711"/>
                </a:lnTo>
                <a:lnTo>
                  <a:pt x="393390" y="118516"/>
                </a:lnTo>
                <a:lnTo>
                  <a:pt x="393390" y="105498"/>
                </a:lnTo>
                <a:lnTo>
                  <a:pt x="393092" y="105639"/>
                </a:lnTo>
                <a:lnTo>
                  <a:pt x="392790" y="105779"/>
                </a:lnTo>
                <a:lnTo>
                  <a:pt x="392484" y="105918"/>
                </a:lnTo>
                <a:lnTo>
                  <a:pt x="392174" y="106057"/>
                </a:lnTo>
                <a:lnTo>
                  <a:pt x="391859" y="106195"/>
                </a:lnTo>
                <a:lnTo>
                  <a:pt x="391541" y="106333"/>
                </a:lnTo>
                <a:lnTo>
                  <a:pt x="391218" y="106470"/>
                </a:lnTo>
                <a:lnTo>
                  <a:pt x="390892" y="106606"/>
                </a:lnTo>
                <a:lnTo>
                  <a:pt x="390561" y="106742"/>
                </a:lnTo>
                <a:lnTo>
                  <a:pt x="390226" y="106877"/>
                </a:lnTo>
                <a:lnTo>
                  <a:pt x="389887" y="107012"/>
                </a:lnTo>
                <a:lnTo>
                  <a:pt x="389544" y="107146"/>
                </a:lnTo>
                <a:lnTo>
                  <a:pt x="389197" y="107280"/>
                </a:lnTo>
                <a:lnTo>
                  <a:pt x="388845" y="107413"/>
                </a:lnTo>
                <a:lnTo>
                  <a:pt x="388490" y="107545"/>
                </a:lnTo>
                <a:lnTo>
                  <a:pt x="388130" y="107677"/>
                </a:lnTo>
                <a:lnTo>
                  <a:pt x="387767" y="107808"/>
                </a:lnTo>
                <a:lnTo>
                  <a:pt x="387399" y="107939"/>
                </a:lnTo>
                <a:lnTo>
                  <a:pt x="387027" y="108069"/>
                </a:lnTo>
                <a:lnTo>
                  <a:pt x="386651" y="108198"/>
                </a:lnTo>
                <a:lnTo>
                  <a:pt x="386271" y="108327"/>
                </a:lnTo>
                <a:lnTo>
                  <a:pt x="385887" y="108455"/>
                </a:lnTo>
                <a:lnTo>
                  <a:pt x="385498" y="108583"/>
                </a:lnTo>
                <a:lnTo>
                  <a:pt x="385106" y="108710"/>
                </a:lnTo>
                <a:lnTo>
                  <a:pt x="384724" y="108821"/>
                </a:lnTo>
                <a:lnTo>
                  <a:pt x="384339" y="108926"/>
                </a:lnTo>
                <a:lnTo>
                  <a:pt x="383952" y="109027"/>
                </a:lnTo>
                <a:lnTo>
                  <a:pt x="383561" y="109123"/>
                </a:lnTo>
                <a:lnTo>
                  <a:pt x="383167" y="109215"/>
                </a:lnTo>
                <a:lnTo>
                  <a:pt x="382771" y="109302"/>
                </a:lnTo>
                <a:lnTo>
                  <a:pt x="382371" y="109384"/>
                </a:lnTo>
                <a:lnTo>
                  <a:pt x="381969" y="109462"/>
                </a:lnTo>
                <a:lnTo>
                  <a:pt x="381563" y="109534"/>
                </a:lnTo>
                <a:lnTo>
                  <a:pt x="381155" y="109602"/>
                </a:lnTo>
                <a:lnTo>
                  <a:pt x="380744" y="109666"/>
                </a:lnTo>
                <a:lnTo>
                  <a:pt x="380330" y="109725"/>
                </a:lnTo>
                <a:lnTo>
                  <a:pt x="379913" y="109779"/>
                </a:lnTo>
                <a:lnTo>
                  <a:pt x="379493" y="109828"/>
                </a:lnTo>
                <a:lnTo>
                  <a:pt x="379070" y="109873"/>
                </a:lnTo>
                <a:lnTo>
                  <a:pt x="378644" y="109912"/>
                </a:lnTo>
                <a:lnTo>
                  <a:pt x="378215" y="109948"/>
                </a:lnTo>
                <a:lnTo>
                  <a:pt x="377783" y="109978"/>
                </a:lnTo>
                <a:lnTo>
                  <a:pt x="377348" y="110004"/>
                </a:lnTo>
                <a:lnTo>
                  <a:pt x="376911" y="110025"/>
                </a:lnTo>
                <a:lnTo>
                  <a:pt x="376470" y="110042"/>
                </a:lnTo>
                <a:lnTo>
                  <a:pt x="376027" y="110053"/>
                </a:lnTo>
                <a:lnTo>
                  <a:pt x="375580" y="110060"/>
                </a:lnTo>
                <a:lnTo>
                  <a:pt x="375131" y="110063"/>
                </a:lnTo>
                <a:lnTo>
                  <a:pt x="374557" y="110060"/>
                </a:lnTo>
                <a:lnTo>
                  <a:pt x="373992" y="110051"/>
                </a:lnTo>
                <a:lnTo>
                  <a:pt x="373435" y="110036"/>
                </a:lnTo>
                <a:lnTo>
                  <a:pt x="372886" y="110016"/>
                </a:lnTo>
                <a:lnTo>
                  <a:pt x="372345" y="109989"/>
                </a:lnTo>
                <a:lnTo>
                  <a:pt x="371813" y="109957"/>
                </a:lnTo>
                <a:lnTo>
                  <a:pt x="371289" y="109919"/>
                </a:lnTo>
                <a:lnTo>
                  <a:pt x="370773" y="109875"/>
                </a:lnTo>
                <a:lnTo>
                  <a:pt x="370265" y="109825"/>
                </a:lnTo>
                <a:lnTo>
                  <a:pt x="369765" y="109769"/>
                </a:lnTo>
                <a:lnTo>
                  <a:pt x="369274" y="109708"/>
                </a:lnTo>
                <a:lnTo>
                  <a:pt x="368791" y="109640"/>
                </a:lnTo>
                <a:lnTo>
                  <a:pt x="368316" y="109567"/>
                </a:lnTo>
                <a:lnTo>
                  <a:pt x="367849" y="109487"/>
                </a:lnTo>
                <a:lnTo>
                  <a:pt x="367391" y="109402"/>
                </a:lnTo>
                <a:lnTo>
                  <a:pt x="366941" y="109311"/>
                </a:lnTo>
                <a:lnTo>
                  <a:pt x="366499" y="109214"/>
                </a:lnTo>
                <a:lnTo>
                  <a:pt x="366065" y="109112"/>
                </a:lnTo>
                <a:lnTo>
                  <a:pt x="365639" y="109003"/>
                </a:lnTo>
                <a:lnTo>
                  <a:pt x="365222" y="108889"/>
                </a:lnTo>
                <a:lnTo>
                  <a:pt x="364813" y="108768"/>
                </a:lnTo>
                <a:lnTo>
                  <a:pt x="364412" y="108642"/>
                </a:lnTo>
                <a:lnTo>
                  <a:pt x="364019" y="108510"/>
                </a:lnTo>
                <a:lnTo>
                  <a:pt x="363634" y="108372"/>
                </a:lnTo>
                <a:lnTo>
                  <a:pt x="363258" y="108228"/>
                </a:lnTo>
                <a:lnTo>
                  <a:pt x="362889" y="108076"/>
                </a:lnTo>
                <a:lnTo>
                  <a:pt x="362528" y="107918"/>
                </a:lnTo>
                <a:lnTo>
                  <a:pt x="362174" y="107752"/>
                </a:lnTo>
                <a:lnTo>
                  <a:pt x="361828" y="107580"/>
                </a:lnTo>
                <a:lnTo>
                  <a:pt x="361489" y="107400"/>
                </a:lnTo>
                <a:lnTo>
                  <a:pt x="361159" y="107213"/>
                </a:lnTo>
                <a:lnTo>
                  <a:pt x="360835" y="107020"/>
                </a:lnTo>
                <a:lnTo>
                  <a:pt x="360520" y="106819"/>
                </a:lnTo>
                <a:lnTo>
                  <a:pt x="360212" y="106611"/>
                </a:lnTo>
                <a:lnTo>
                  <a:pt x="359912" y="106396"/>
                </a:lnTo>
                <a:lnTo>
                  <a:pt x="359619" y="106174"/>
                </a:lnTo>
                <a:lnTo>
                  <a:pt x="359334" y="105945"/>
                </a:lnTo>
                <a:lnTo>
                  <a:pt x="359057" y="105709"/>
                </a:lnTo>
                <a:lnTo>
                  <a:pt x="358787" y="105466"/>
                </a:lnTo>
                <a:lnTo>
                  <a:pt x="358525" y="105216"/>
                </a:lnTo>
                <a:lnTo>
                  <a:pt x="358270" y="104959"/>
                </a:lnTo>
                <a:lnTo>
                  <a:pt x="358023" y="104695"/>
                </a:lnTo>
                <a:lnTo>
                  <a:pt x="357784" y="104424"/>
                </a:lnTo>
                <a:lnTo>
                  <a:pt x="357553" y="104145"/>
                </a:lnTo>
                <a:lnTo>
                  <a:pt x="357329" y="103860"/>
                </a:lnTo>
                <a:lnTo>
                  <a:pt x="357112" y="103568"/>
                </a:lnTo>
                <a:lnTo>
                  <a:pt x="356904" y="103268"/>
                </a:lnTo>
                <a:lnTo>
                  <a:pt x="356703" y="102962"/>
                </a:lnTo>
                <a:lnTo>
                  <a:pt x="356509" y="102648"/>
                </a:lnTo>
                <a:lnTo>
                  <a:pt x="356325" y="102328"/>
                </a:lnTo>
                <a:lnTo>
                  <a:pt x="356148" y="102000"/>
                </a:lnTo>
                <a:lnTo>
                  <a:pt x="355979" y="101666"/>
                </a:lnTo>
                <a:lnTo>
                  <a:pt x="355819" y="101324"/>
                </a:lnTo>
                <a:lnTo>
                  <a:pt x="355667" y="100975"/>
                </a:lnTo>
                <a:lnTo>
                  <a:pt x="355523" y="100620"/>
                </a:lnTo>
                <a:lnTo>
                  <a:pt x="355388" y="100257"/>
                </a:lnTo>
                <a:lnTo>
                  <a:pt x="355260" y="99887"/>
                </a:lnTo>
                <a:lnTo>
                  <a:pt x="355141" y="99510"/>
                </a:lnTo>
                <a:lnTo>
                  <a:pt x="355030" y="99126"/>
                </a:lnTo>
                <a:lnTo>
                  <a:pt x="354927" y="98735"/>
                </a:lnTo>
                <a:lnTo>
                  <a:pt x="354833" y="98337"/>
                </a:lnTo>
                <a:lnTo>
                  <a:pt x="354747" y="97932"/>
                </a:lnTo>
                <a:lnTo>
                  <a:pt x="354669" y="97520"/>
                </a:lnTo>
                <a:lnTo>
                  <a:pt x="354599" y="97101"/>
                </a:lnTo>
                <a:lnTo>
                  <a:pt x="354537" y="96675"/>
                </a:lnTo>
                <a:lnTo>
                  <a:pt x="354484" y="96241"/>
                </a:lnTo>
                <a:lnTo>
                  <a:pt x="354438" y="95801"/>
                </a:lnTo>
                <a:lnTo>
                  <a:pt x="354401" y="95354"/>
                </a:lnTo>
                <a:lnTo>
                  <a:pt x="354373" y="94899"/>
                </a:lnTo>
                <a:lnTo>
                  <a:pt x="354352" y="94438"/>
                </a:lnTo>
                <a:lnTo>
                  <a:pt x="354340" y="93970"/>
                </a:lnTo>
                <a:lnTo>
                  <a:pt x="354336" y="93494"/>
                </a:lnTo>
                <a:lnTo>
                  <a:pt x="354336" y="48522"/>
                </a:lnTo>
                <a:lnTo>
                  <a:pt x="393390" y="48522"/>
                </a:lnTo>
                <a:lnTo>
                  <a:pt x="393390" y="35335"/>
                </a:lnTo>
                <a:lnTo>
                  <a:pt x="354336" y="35335"/>
                </a:lnTo>
                <a:lnTo>
                  <a:pt x="354336" y="7777"/>
                </a:lnTo>
                <a:lnTo>
                  <a:pt x="343854" y="7777"/>
                </a:lnTo>
                <a:lnTo>
                  <a:pt x="337936" y="35335"/>
                </a:lnTo>
                <a:lnTo>
                  <a:pt x="312407" y="35335"/>
                </a:lnTo>
                <a:lnTo>
                  <a:pt x="312407" y="48522"/>
                </a:lnTo>
                <a:lnTo>
                  <a:pt x="337429" y="48522"/>
                </a:lnTo>
                <a:lnTo>
                  <a:pt x="337429" y="94847"/>
                </a:lnTo>
                <a:lnTo>
                  <a:pt x="337445" y="96100"/>
                </a:lnTo>
                <a:lnTo>
                  <a:pt x="337491" y="97324"/>
                </a:lnTo>
                <a:lnTo>
                  <a:pt x="337569" y="98519"/>
                </a:lnTo>
                <a:lnTo>
                  <a:pt x="337678" y="99684"/>
                </a:lnTo>
                <a:lnTo>
                  <a:pt x="337818" y="100820"/>
                </a:lnTo>
                <a:lnTo>
                  <a:pt x="337989" y="101926"/>
                </a:lnTo>
                <a:lnTo>
                  <a:pt x="338191" y="103004"/>
                </a:lnTo>
                <a:lnTo>
                  <a:pt x="338425" y="104051"/>
                </a:lnTo>
                <a:lnTo>
                  <a:pt x="338689" y="105070"/>
                </a:lnTo>
                <a:lnTo>
                  <a:pt x="338985" y="106059"/>
                </a:lnTo>
                <a:lnTo>
                  <a:pt x="339311" y="107019"/>
                </a:lnTo>
                <a:lnTo>
                  <a:pt x="339669" y="107949"/>
                </a:lnTo>
                <a:lnTo>
                  <a:pt x="340058" y="108850"/>
                </a:lnTo>
                <a:lnTo>
                  <a:pt x="340478" y="109722"/>
                </a:lnTo>
                <a:lnTo>
                  <a:pt x="340929" y="110565"/>
                </a:lnTo>
                <a:lnTo>
                  <a:pt x="341411" y="111378"/>
                </a:lnTo>
                <a:lnTo>
                  <a:pt x="341925" y="112161"/>
                </a:lnTo>
                <a:lnTo>
                  <a:pt x="342469" y="112916"/>
                </a:lnTo>
                <a:lnTo>
                  <a:pt x="343045" y="113641"/>
                </a:lnTo>
                <a:lnTo>
                  <a:pt x="343652" y="114336"/>
                </a:lnTo>
                <a:lnTo>
                  <a:pt x="344289" y="115003"/>
                </a:lnTo>
                <a:lnTo>
                  <a:pt x="344958" y="115640"/>
                </a:lnTo>
                <a:lnTo>
                  <a:pt x="345658" y="116247"/>
                </a:lnTo>
                <a:lnTo>
                  <a:pt x="346390" y="116825"/>
                </a:lnTo>
                <a:lnTo>
                  <a:pt x="347147" y="117363"/>
                </a:lnTo>
                <a:lnTo>
                  <a:pt x="347926" y="117879"/>
                </a:lnTo>
                <a:lnTo>
                  <a:pt x="348727" y="118371"/>
                </a:lnTo>
                <a:lnTo>
                  <a:pt x="349550" y="118840"/>
                </a:lnTo>
                <a:lnTo>
                  <a:pt x="350395" y="119287"/>
                </a:lnTo>
                <a:lnTo>
                  <a:pt x="351261" y="119710"/>
                </a:lnTo>
                <a:lnTo>
                  <a:pt x="352149" y="120111"/>
                </a:lnTo>
                <a:lnTo>
                  <a:pt x="353058" y="120489"/>
                </a:lnTo>
                <a:lnTo>
                  <a:pt x="353990" y="120843"/>
                </a:lnTo>
                <a:lnTo>
                  <a:pt x="354943" y="121175"/>
                </a:lnTo>
                <a:lnTo>
                  <a:pt x="355917" y="121484"/>
                </a:lnTo>
                <a:lnTo>
                  <a:pt x="356914" y="121771"/>
                </a:lnTo>
                <a:lnTo>
                  <a:pt x="357932" y="122034"/>
                </a:lnTo>
                <a:lnTo>
                  <a:pt x="358972" y="122274"/>
                </a:lnTo>
                <a:lnTo>
                  <a:pt x="360034" y="122492"/>
                </a:lnTo>
                <a:lnTo>
                  <a:pt x="361117" y="122686"/>
                </a:lnTo>
                <a:lnTo>
                  <a:pt x="362222" y="122858"/>
                </a:lnTo>
                <a:lnTo>
                  <a:pt x="363349" y="123007"/>
                </a:lnTo>
                <a:lnTo>
                  <a:pt x="364498" y="123133"/>
                </a:lnTo>
                <a:lnTo>
                  <a:pt x="365668" y="123236"/>
                </a:lnTo>
                <a:lnTo>
                  <a:pt x="366860" y="123316"/>
                </a:lnTo>
                <a:lnTo>
                  <a:pt x="368074" y="123373"/>
                </a:lnTo>
                <a:lnTo>
                  <a:pt x="369309" y="123408"/>
                </a:lnTo>
                <a:lnTo>
                  <a:pt x="370566" y="123419"/>
                </a:lnTo>
                <a:lnTo>
                  <a:pt x="371087" y="123417"/>
                </a:lnTo>
                <a:lnTo>
                  <a:pt x="371609" y="123410"/>
                </a:lnTo>
                <a:lnTo>
                  <a:pt x="372130" y="123398"/>
                </a:lnTo>
                <a:lnTo>
                  <a:pt x="372651" y="123381"/>
                </a:lnTo>
                <a:lnTo>
                  <a:pt x="373173" y="123360"/>
                </a:lnTo>
                <a:close/>
                <a:moveTo>
                  <a:pt x="452498" y="108710"/>
                </a:moveTo>
                <a:lnTo>
                  <a:pt x="421558" y="108710"/>
                </a:lnTo>
                <a:lnTo>
                  <a:pt x="421558" y="121728"/>
                </a:lnTo>
                <a:lnTo>
                  <a:pt x="452498" y="121728"/>
                </a:lnTo>
                <a:lnTo>
                  <a:pt x="469404" y="121728"/>
                </a:lnTo>
                <a:lnTo>
                  <a:pt x="498653" y="121728"/>
                </a:lnTo>
                <a:lnTo>
                  <a:pt x="498653" y="108710"/>
                </a:lnTo>
                <a:lnTo>
                  <a:pt x="469404" y="108710"/>
                </a:lnTo>
                <a:lnTo>
                  <a:pt x="469404" y="35335"/>
                </a:lnTo>
                <a:lnTo>
                  <a:pt x="421558" y="35335"/>
                </a:lnTo>
                <a:lnTo>
                  <a:pt x="421558" y="48522"/>
                </a:lnTo>
                <a:lnTo>
                  <a:pt x="452498" y="48522"/>
                </a:lnTo>
                <a:lnTo>
                  <a:pt x="452498" y="108710"/>
                </a:lnTo>
                <a:close/>
                <a:moveTo>
                  <a:pt x="538357" y="69259"/>
                </a:moveTo>
                <a:lnTo>
                  <a:pt x="538388" y="68688"/>
                </a:lnTo>
                <a:lnTo>
                  <a:pt x="538428" y="68123"/>
                </a:lnTo>
                <a:lnTo>
                  <a:pt x="538476" y="67563"/>
                </a:lnTo>
                <a:lnTo>
                  <a:pt x="538533" y="67010"/>
                </a:lnTo>
                <a:lnTo>
                  <a:pt x="538599" y="66462"/>
                </a:lnTo>
                <a:lnTo>
                  <a:pt x="538674" y="65920"/>
                </a:lnTo>
                <a:lnTo>
                  <a:pt x="538758" y="65384"/>
                </a:lnTo>
                <a:lnTo>
                  <a:pt x="538850" y="64854"/>
                </a:lnTo>
                <a:lnTo>
                  <a:pt x="538952" y="64330"/>
                </a:lnTo>
                <a:lnTo>
                  <a:pt x="539062" y="63812"/>
                </a:lnTo>
                <a:lnTo>
                  <a:pt x="539181" y="63299"/>
                </a:lnTo>
                <a:lnTo>
                  <a:pt x="539308" y="62793"/>
                </a:lnTo>
                <a:lnTo>
                  <a:pt x="539445" y="62292"/>
                </a:lnTo>
                <a:lnTo>
                  <a:pt x="539590" y="61797"/>
                </a:lnTo>
                <a:lnTo>
                  <a:pt x="539744" y="61308"/>
                </a:lnTo>
                <a:lnTo>
                  <a:pt x="539907" y="60825"/>
                </a:lnTo>
                <a:lnTo>
                  <a:pt x="540079" y="60348"/>
                </a:lnTo>
                <a:lnTo>
                  <a:pt x="540259" y="59876"/>
                </a:lnTo>
                <a:lnTo>
                  <a:pt x="540449" y="59411"/>
                </a:lnTo>
                <a:lnTo>
                  <a:pt x="540647" y="58951"/>
                </a:lnTo>
                <a:lnTo>
                  <a:pt x="540854" y="58497"/>
                </a:lnTo>
                <a:lnTo>
                  <a:pt x="541069" y="58037"/>
                </a:lnTo>
                <a:lnTo>
                  <a:pt x="541290" y="57585"/>
                </a:lnTo>
                <a:lnTo>
                  <a:pt x="541519" y="57142"/>
                </a:lnTo>
                <a:lnTo>
                  <a:pt x="541755" y="56708"/>
                </a:lnTo>
                <a:lnTo>
                  <a:pt x="541998" y="56283"/>
                </a:lnTo>
                <a:lnTo>
                  <a:pt x="542249" y="55866"/>
                </a:lnTo>
                <a:lnTo>
                  <a:pt x="542506" y="55458"/>
                </a:lnTo>
                <a:lnTo>
                  <a:pt x="542770" y="55060"/>
                </a:lnTo>
                <a:lnTo>
                  <a:pt x="543041" y="54669"/>
                </a:lnTo>
                <a:lnTo>
                  <a:pt x="543319" y="54288"/>
                </a:lnTo>
                <a:lnTo>
                  <a:pt x="543605" y="53916"/>
                </a:lnTo>
                <a:lnTo>
                  <a:pt x="543897" y="53552"/>
                </a:lnTo>
                <a:lnTo>
                  <a:pt x="544196" y="53197"/>
                </a:lnTo>
                <a:lnTo>
                  <a:pt x="544503" y="52851"/>
                </a:lnTo>
                <a:lnTo>
                  <a:pt x="544816" y="52514"/>
                </a:lnTo>
                <a:lnTo>
                  <a:pt x="545137" y="52185"/>
                </a:lnTo>
                <a:lnTo>
                  <a:pt x="545464" y="51866"/>
                </a:lnTo>
                <a:lnTo>
                  <a:pt x="545799" y="51555"/>
                </a:lnTo>
                <a:lnTo>
                  <a:pt x="546141" y="51253"/>
                </a:lnTo>
                <a:lnTo>
                  <a:pt x="546489" y="50960"/>
                </a:lnTo>
                <a:lnTo>
                  <a:pt x="546845" y="50675"/>
                </a:lnTo>
                <a:lnTo>
                  <a:pt x="547208" y="50400"/>
                </a:lnTo>
                <a:lnTo>
                  <a:pt x="547578" y="50133"/>
                </a:lnTo>
                <a:lnTo>
                  <a:pt x="547954" y="49875"/>
                </a:lnTo>
                <a:lnTo>
                  <a:pt x="548338" y="49613"/>
                </a:lnTo>
                <a:lnTo>
                  <a:pt x="548727" y="49362"/>
                </a:lnTo>
                <a:lnTo>
                  <a:pt x="549122" y="49122"/>
                </a:lnTo>
                <a:lnTo>
                  <a:pt x="549523" y="48893"/>
                </a:lnTo>
                <a:lnTo>
                  <a:pt x="549930" y="48676"/>
                </a:lnTo>
                <a:lnTo>
                  <a:pt x="550343" y="48469"/>
                </a:lnTo>
                <a:lnTo>
                  <a:pt x="550761" y="48274"/>
                </a:lnTo>
                <a:lnTo>
                  <a:pt x="551186" y="48090"/>
                </a:lnTo>
                <a:lnTo>
                  <a:pt x="551616" y="47917"/>
                </a:lnTo>
                <a:lnTo>
                  <a:pt x="552052" y="47756"/>
                </a:lnTo>
                <a:lnTo>
                  <a:pt x="552494" y="47605"/>
                </a:lnTo>
                <a:lnTo>
                  <a:pt x="552942" y="47466"/>
                </a:lnTo>
                <a:lnTo>
                  <a:pt x="553396" y="47337"/>
                </a:lnTo>
                <a:lnTo>
                  <a:pt x="553855" y="47220"/>
                </a:lnTo>
                <a:lnTo>
                  <a:pt x="554321" y="47114"/>
                </a:lnTo>
                <a:lnTo>
                  <a:pt x="554792" y="47019"/>
                </a:lnTo>
                <a:lnTo>
                  <a:pt x="555270" y="46936"/>
                </a:lnTo>
                <a:lnTo>
                  <a:pt x="555753" y="46863"/>
                </a:lnTo>
                <a:lnTo>
                  <a:pt x="556242" y="46802"/>
                </a:lnTo>
                <a:lnTo>
                  <a:pt x="556737" y="46752"/>
                </a:lnTo>
                <a:lnTo>
                  <a:pt x="557237" y="46713"/>
                </a:lnTo>
                <a:lnTo>
                  <a:pt x="557744" y="46685"/>
                </a:lnTo>
                <a:lnTo>
                  <a:pt x="558256" y="46668"/>
                </a:lnTo>
                <a:lnTo>
                  <a:pt x="558775" y="46663"/>
                </a:lnTo>
                <a:lnTo>
                  <a:pt x="559515" y="46672"/>
                </a:lnTo>
                <a:lnTo>
                  <a:pt x="560240" y="46701"/>
                </a:lnTo>
                <a:lnTo>
                  <a:pt x="560952" y="46750"/>
                </a:lnTo>
                <a:lnTo>
                  <a:pt x="561649" y="46818"/>
                </a:lnTo>
                <a:lnTo>
                  <a:pt x="562332" y="46905"/>
                </a:lnTo>
                <a:lnTo>
                  <a:pt x="563002" y="47011"/>
                </a:lnTo>
                <a:lnTo>
                  <a:pt x="563657" y="47137"/>
                </a:lnTo>
                <a:lnTo>
                  <a:pt x="564298" y="47282"/>
                </a:lnTo>
                <a:lnTo>
                  <a:pt x="564925" y="47447"/>
                </a:lnTo>
                <a:lnTo>
                  <a:pt x="565538" y="47631"/>
                </a:lnTo>
                <a:lnTo>
                  <a:pt x="566136" y="47835"/>
                </a:lnTo>
                <a:lnTo>
                  <a:pt x="566721" y="48057"/>
                </a:lnTo>
                <a:lnTo>
                  <a:pt x="567292" y="48299"/>
                </a:lnTo>
                <a:lnTo>
                  <a:pt x="567848" y="48561"/>
                </a:lnTo>
                <a:lnTo>
                  <a:pt x="568391" y="48842"/>
                </a:lnTo>
                <a:lnTo>
                  <a:pt x="568919" y="49142"/>
                </a:lnTo>
                <a:lnTo>
                  <a:pt x="569433" y="49462"/>
                </a:lnTo>
                <a:lnTo>
                  <a:pt x="569933" y="49801"/>
                </a:lnTo>
                <a:lnTo>
                  <a:pt x="570419" y="50159"/>
                </a:lnTo>
                <a:lnTo>
                  <a:pt x="570891" y="50537"/>
                </a:lnTo>
                <a:lnTo>
                  <a:pt x="571349" y="50934"/>
                </a:lnTo>
                <a:lnTo>
                  <a:pt x="571793" y="51351"/>
                </a:lnTo>
                <a:lnTo>
                  <a:pt x="572223" y="51786"/>
                </a:lnTo>
                <a:lnTo>
                  <a:pt x="572638" y="52242"/>
                </a:lnTo>
                <a:lnTo>
                  <a:pt x="573052" y="52718"/>
                </a:lnTo>
                <a:lnTo>
                  <a:pt x="573448" y="53217"/>
                </a:lnTo>
                <a:lnTo>
                  <a:pt x="573827" y="53740"/>
                </a:lnTo>
                <a:lnTo>
                  <a:pt x="574188" y="54285"/>
                </a:lnTo>
                <a:lnTo>
                  <a:pt x="574531" y="54853"/>
                </a:lnTo>
                <a:lnTo>
                  <a:pt x="574857" y="55443"/>
                </a:lnTo>
                <a:lnTo>
                  <a:pt x="575166" y="56057"/>
                </a:lnTo>
                <a:lnTo>
                  <a:pt x="575456" y="56694"/>
                </a:lnTo>
                <a:lnTo>
                  <a:pt x="575729" y="57353"/>
                </a:lnTo>
                <a:lnTo>
                  <a:pt x="575984" y="58036"/>
                </a:lnTo>
                <a:lnTo>
                  <a:pt x="576222" y="58741"/>
                </a:lnTo>
                <a:lnTo>
                  <a:pt x="576442" y="59469"/>
                </a:lnTo>
                <a:lnTo>
                  <a:pt x="576645" y="60220"/>
                </a:lnTo>
                <a:lnTo>
                  <a:pt x="576830" y="60994"/>
                </a:lnTo>
                <a:lnTo>
                  <a:pt x="576997" y="61791"/>
                </a:lnTo>
                <a:lnTo>
                  <a:pt x="577147" y="62611"/>
                </a:lnTo>
                <a:lnTo>
                  <a:pt x="577279" y="63454"/>
                </a:lnTo>
                <a:lnTo>
                  <a:pt x="577393" y="64319"/>
                </a:lnTo>
                <a:lnTo>
                  <a:pt x="577490" y="65208"/>
                </a:lnTo>
                <a:lnTo>
                  <a:pt x="577569" y="66119"/>
                </a:lnTo>
                <a:lnTo>
                  <a:pt x="577631" y="67054"/>
                </a:lnTo>
                <a:lnTo>
                  <a:pt x="577675" y="68011"/>
                </a:lnTo>
                <a:lnTo>
                  <a:pt x="577702" y="68991"/>
                </a:lnTo>
                <a:lnTo>
                  <a:pt x="577710" y="69994"/>
                </a:lnTo>
                <a:lnTo>
                  <a:pt x="577710" y="121728"/>
                </a:lnTo>
                <a:lnTo>
                  <a:pt x="594617" y="121728"/>
                </a:lnTo>
                <a:lnTo>
                  <a:pt x="594617" y="65091"/>
                </a:lnTo>
                <a:lnTo>
                  <a:pt x="594602" y="63808"/>
                </a:lnTo>
                <a:lnTo>
                  <a:pt x="594558" y="62551"/>
                </a:lnTo>
                <a:lnTo>
                  <a:pt x="594485" y="61321"/>
                </a:lnTo>
                <a:lnTo>
                  <a:pt x="594382" y="60117"/>
                </a:lnTo>
                <a:lnTo>
                  <a:pt x="594250" y="58940"/>
                </a:lnTo>
                <a:lnTo>
                  <a:pt x="594089" y="57789"/>
                </a:lnTo>
                <a:lnTo>
                  <a:pt x="593898" y="56665"/>
                </a:lnTo>
                <a:lnTo>
                  <a:pt x="593678" y="55567"/>
                </a:lnTo>
                <a:lnTo>
                  <a:pt x="593428" y="54495"/>
                </a:lnTo>
                <a:lnTo>
                  <a:pt x="593149" y="53450"/>
                </a:lnTo>
                <a:lnTo>
                  <a:pt x="592841" y="52431"/>
                </a:lnTo>
                <a:lnTo>
                  <a:pt x="592504" y="51439"/>
                </a:lnTo>
                <a:lnTo>
                  <a:pt x="592137" y="50473"/>
                </a:lnTo>
                <a:lnTo>
                  <a:pt x="591741" y="49533"/>
                </a:lnTo>
                <a:lnTo>
                  <a:pt x="591315" y="48620"/>
                </a:lnTo>
                <a:lnTo>
                  <a:pt x="590860" y="47733"/>
                </a:lnTo>
                <a:lnTo>
                  <a:pt x="590376" y="46873"/>
                </a:lnTo>
                <a:lnTo>
                  <a:pt x="589862" y="46039"/>
                </a:lnTo>
                <a:lnTo>
                  <a:pt x="589319" y="45232"/>
                </a:lnTo>
                <a:lnTo>
                  <a:pt x="588747" y="44451"/>
                </a:lnTo>
                <a:lnTo>
                  <a:pt x="588145" y="43696"/>
                </a:lnTo>
                <a:lnTo>
                  <a:pt x="587514" y="42968"/>
                </a:lnTo>
                <a:lnTo>
                  <a:pt x="586854" y="42266"/>
                </a:lnTo>
                <a:lnTo>
                  <a:pt x="586164" y="41591"/>
                </a:lnTo>
                <a:lnTo>
                  <a:pt x="585449" y="40942"/>
                </a:lnTo>
                <a:lnTo>
                  <a:pt x="584715" y="40321"/>
                </a:lnTo>
                <a:lnTo>
                  <a:pt x="583961" y="39728"/>
                </a:lnTo>
                <a:lnTo>
                  <a:pt x="583186" y="39163"/>
                </a:lnTo>
                <a:lnTo>
                  <a:pt x="582392" y="38625"/>
                </a:lnTo>
                <a:lnTo>
                  <a:pt x="581578" y="38114"/>
                </a:lnTo>
                <a:lnTo>
                  <a:pt x="580744" y="37631"/>
                </a:lnTo>
                <a:lnTo>
                  <a:pt x="579889" y="37176"/>
                </a:lnTo>
                <a:lnTo>
                  <a:pt x="579015" y="36748"/>
                </a:lnTo>
                <a:lnTo>
                  <a:pt x="578121" y="36348"/>
                </a:lnTo>
                <a:lnTo>
                  <a:pt x="577207" y="35976"/>
                </a:lnTo>
                <a:lnTo>
                  <a:pt x="576273" y="35631"/>
                </a:lnTo>
                <a:lnTo>
                  <a:pt x="575319" y="35314"/>
                </a:lnTo>
                <a:lnTo>
                  <a:pt x="574345" y="35024"/>
                </a:lnTo>
                <a:lnTo>
                  <a:pt x="573352" y="34762"/>
                </a:lnTo>
                <a:lnTo>
                  <a:pt x="572338" y="34527"/>
                </a:lnTo>
                <a:lnTo>
                  <a:pt x="571304" y="34320"/>
                </a:lnTo>
                <a:lnTo>
                  <a:pt x="570250" y="34141"/>
                </a:lnTo>
                <a:lnTo>
                  <a:pt x="569177" y="33989"/>
                </a:lnTo>
                <a:lnTo>
                  <a:pt x="568083" y="33865"/>
                </a:lnTo>
                <a:lnTo>
                  <a:pt x="566969" y="33769"/>
                </a:lnTo>
                <a:lnTo>
                  <a:pt x="565836" y="33700"/>
                </a:lnTo>
                <a:lnTo>
                  <a:pt x="564682" y="33658"/>
                </a:lnTo>
                <a:lnTo>
                  <a:pt x="563509" y="33644"/>
                </a:lnTo>
                <a:lnTo>
                  <a:pt x="562793" y="33650"/>
                </a:lnTo>
                <a:lnTo>
                  <a:pt x="562082" y="33668"/>
                </a:lnTo>
                <a:lnTo>
                  <a:pt x="561377" y="33697"/>
                </a:lnTo>
                <a:lnTo>
                  <a:pt x="560677" y="33738"/>
                </a:lnTo>
                <a:lnTo>
                  <a:pt x="559982" y="33791"/>
                </a:lnTo>
                <a:lnTo>
                  <a:pt x="559293" y="33856"/>
                </a:lnTo>
                <a:lnTo>
                  <a:pt x="558608" y="33932"/>
                </a:lnTo>
                <a:lnTo>
                  <a:pt x="557930" y="34020"/>
                </a:lnTo>
                <a:lnTo>
                  <a:pt x="557256" y="34120"/>
                </a:lnTo>
                <a:lnTo>
                  <a:pt x="556588" y="34231"/>
                </a:lnTo>
                <a:lnTo>
                  <a:pt x="555924" y="34355"/>
                </a:lnTo>
                <a:lnTo>
                  <a:pt x="555267" y="34490"/>
                </a:lnTo>
                <a:lnTo>
                  <a:pt x="554614" y="34636"/>
                </a:lnTo>
                <a:lnTo>
                  <a:pt x="553967" y="34795"/>
                </a:lnTo>
                <a:lnTo>
                  <a:pt x="553325" y="34965"/>
                </a:lnTo>
                <a:lnTo>
                  <a:pt x="552688" y="35147"/>
                </a:lnTo>
                <a:lnTo>
                  <a:pt x="552057" y="35341"/>
                </a:lnTo>
                <a:lnTo>
                  <a:pt x="551431" y="35546"/>
                </a:lnTo>
                <a:lnTo>
                  <a:pt x="550810" y="35764"/>
                </a:lnTo>
                <a:lnTo>
                  <a:pt x="550195" y="35993"/>
                </a:lnTo>
                <a:lnTo>
                  <a:pt x="549584" y="36233"/>
                </a:lnTo>
                <a:lnTo>
                  <a:pt x="548979" y="36486"/>
                </a:lnTo>
                <a:lnTo>
                  <a:pt x="548380" y="36750"/>
                </a:lnTo>
                <a:lnTo>
                  <a:pt x="547785" y="37026"/>
                </a:lnTo>
                <a:lnTo>
                  <a:pt x="547199" y="37314"/>
                </a:lnTo>
                <a:lnTo>
                  <a:pt x="546624" y="37616"/>
                </a:lnTo>
                <a:lnTo>
                  <a:pt x="546060" y="37932"/>
                </a:lnTo>
                <a:lnTo>
                  <a:pt x="545508" y="38261"/>
                </a:lnTo>
                <a:lnTo>
                  <a:pt x="544966" y="38603"/>
                </a:lnTo>
                <a:lnTo>
                  <a:pt x="544436" y="38959"/>
                </a:lnTo>
                <a:lnTo>
                  <a:pt x="543917" y="39329"/>
                </a:lnTo>
                <a:lnTo>
                  <a:pt x="543409" y="39712"/>
                </a:lnTo>
                <a:lnTo>
                  <a:pt x="542912" y="40109"/>
                </a:lnTo>
                <a:lnTo>
                  <a:pt x="542426" y="40519"/>
                </a:lnTo>
                <a:lnTo>
                  <a:pt x="541951" y="40942"/>
                </a:lnTo>
                <a:lnTo>
                  <a:pt x="541488" y="41379"/>
                </a:lnTo>
                <a:lnTo>
                  <a:pt x="541035" y="41830"/>
                </a:lnTo>
                <a:lnTo>
                  <a:pt x="540594" y="42294"/>
                </a:lnTo>
                <a:lnTo>
                  <a:pt x="540164" y="42771"/>
                </a:lnTo>
                <a:lnTo>
                  <a:pt x="539745" y="43262"/>
                </a:lnTo>
                <a:lnTo>
                  <a:pt x="539338" y="43767"/>
                </a:lnTo>
                <a:lnTo>
                  <a:pt x="538941" y="44285"/>
                </a:lnTo>
                <a:lnTo>
                  <a:pt x="538556" y="44817"/>
                </a:lnTo>
                <a:lnTo>
                  <a:pt x="538182" y="45362"/>
                </a:lnTo>
                <a:lnTo>
                  <a:pt x="537818" y="45920"/>
                </a:lnTo>
                <a:lnTo>
                  <a:pt x="537466" y="46492"/>
                </a:lnTo>
                <a:lnTo>
                  <a:pt x="537126" y="47078"/>
                </a:lnTo>
                <a:lnTo>
                  <a:pt x="536796" y="47677"/>
                </a:lnTo>
                <a:lnTo>
                  <a:pt x="535105" y="35335"/>
                </a:lnTo>
                <a:lnTo>
                  <a:pt x="521411" y="35335"/>
                </a:lnTo>
                <a:lnTo>
                  <a:pt x="521411" y="121728"/>
                </a:lnTo>
                <a:lnTo>
                  <a:pt x="538318" y="121728"/>
                </a:lnTo>
                <a:lnTo>
                  <a:pt x="538318" y="71008"/>
                </a:lnTo>
                <a:lnTo>
                  <a:pt x="538322" y="70419"/>
                </a:lnTo>
                <a:lnTo>
                  <a:pt x="538335" y="69836"/>
                </a:lnTo>
                <a:lnTo>
                  <a:pt x="538357" y="69259"/>
                </a:lnTo>
                <a:close/>
                <a:moveTo>
                  <a:pt x="156816" y="123243"/>
                </a:moveTo>
                <a:lnTo>
                  <a:pt x="157726" y="123165"/>
                </a:lnTo>
                <a:lnTo>
                  <a:pt x="158626" y="123074"/>
                </a:lnTo>
                <a:lnTo>
                  <a:pt x="159515" y="122968"/>
                </a:lnTo>
                <a:lnTo>
                  <a:pt x="160392" y="122848"/>
                </a:lnTo>
                <a:lnTo>
                  <a:pt x="161258" y="122715"/>
                </a:lnTo>
                <a:lnTo>
                  <a:pt x="162113" y="122567"/>
                </a:lnTo>
                <a:lnTo>
                  <a:pt x="162957" y="122405"/>
                </a:lnTo>
                <a:lnTo>
                  <a:pt x="163790" y="122229"/>
                </a:lnTo>
                <a:lnTo>
                  <a:pt x="164611" y="122038"/>
                </a:lnTo>
                <a:lnTo>
                  <a:pt x="165422" y="121834"/>
                </a:lnTo>
                <a:lnTo>
                  <a:pt x="166221" y="121616"/>
                </a:lnTo>
                <a:lnTo>
                  <a:pt x="167009" y="121383"/>
                </a:lnTo>
                <a:lnTo>
                  <a:pt x="167786" y="121137"/>
                </a:lnTo>
                <a:lnTo>
                  <a:pt x="168552" y="120876"/>
                </a:lnTo>
                <a:lnTo>
                  <a:pt x="169306" y="120601"/>
                </a:lnTo>
                <a:lnTo>
                  <a:pt x="170050" y="120312"/>
                </a:lnTo>
                <a:lnTo>
                  <a:pt x="170782" y="120009"/>
                </a:lnTo>
                <a:lnTo>
                  <a:pt x="171503" y="119692"/>
                </a:lnTo>
                <a:lnTo>
                  <a:pt x="172213" y="119361"/>
                </a:lnTo>
                <a:lnTo>
                  <a:pt x="172925" y="119017"/>
                </a:lnTo>
                <a:lnTo>
                  <a:pt x="173623" y="118662"/>
                </a:lnTo>
                <a:lnTo>
                  <a:pt x="174308" y="118294"/>
                </a:lnTo>
                <a:lnTo>
                  <a:pt x="174980" y="117915"/>
                </a:lnTo>
                <a:lnTo>
                  <a:pt x="175637" y="117524"/>
                </a:lnTo>
                <a:lnTo>
                  <a:pt x="176282" y="117121"/>
                </a:lnTo>
                <a:lnTo>
                  <a:pt x="176912" y="116707"/>
                </a:lnTo>
                <a:lnTo>
                  <a:pt x="177530" y="116281"/>
                </a:lnTo>
                <a:lnTo>
                  <a:pt x="178133" y="115843"/>
                </a:lnTo>
                <a:lnTo>
                  <a:pt x="178724" y="115393"/>
                </a:lnTo>
                <a:lnTo>
                  <a:pt x="179300" y="114932"/>
                </a:lnTo>
                <a:lnTo>
                  <a:pt x="179864" y="114458"/>
                </a:lnTo>
                <a:lnTo>
                  <a:pt x="180413" y="113974"/>
                </a:lnTo>
                <a:lnTo>
                  <a:pt x="180950" y="113477"/>
                </a:lnTo>
                <a:lnTo>
                  <a:pt x="181472" y="112969"/>
                </a:lnTo>
                <a:lnTo>
                  <a:pt x="181982" y="112448"/>
                </a:lnTo>
                <a:lnTo>
                  <a:pt x="182477" y="111917"/>
                </a:lnTo>
                <a:lnTo>
                  <a:pt x="182960" y="111373"/>
                </a:lnTo>
                <a:lnTo>
                  <a:pt x="183428" y="110818"/>
                </a:lnTo>
                <a:lnTo>
                  <a:pt x="183884" y="110251"/>
                </a:lnTo>
                <a:lnTo>
                  <a:pt x="184325" y="109672"/>
                </a:lnTo>
                <a:lnTo>
                  <a:pt x="184754" y="109081"/>
                </a:lnTo>
                <a:lnTo>
                  <a:pt x="185168" y="108479"/>
                </a:lnTo>
                <a:lnTo>
                  <a:pt x="185570" y="107865"/>
                </a:lnTo>
                <a:lnTo>
                  <a:pt x="185970" y="107226"/>
                </a:lnTo>
                <a:lnTo>
                  <a:pt x="186353" y="106578"/>
                </a:lnTo>
                <a:lnTo>
                  <a:pt x="186719" y="105921"/>
                </a:lnTo>
                <a:lnTo>
                  <a:pt x="187068" y="105254"/>
                </a:lnTo>
                <a:lnTo>
                  <a:pt x="187400" y="104577"/>
                </a:lnTo>
                <a:lnTo>
                  <a:pt x="187715" y="103892"/>
                </a:lnTo>
                <a:lnTo>
                  <a:pt x="188013" y="103197"/>
                </a:lnTo>
                <a:lnTo>
                  <a:pt x="188294" y="102492"/>
                </a:lnTo>
                <a:lnTo>
                  <a:pt x="188557" y="101778"/>
                </a:lnTo>
                <a:lnTo>
                  <a:pt x="188804" y="101055"/>
                </a:lnTo>
                <a:lnTo>
                  <a:pt x="189034" y="100323"/>
                </a:lnTo>
                <a:lnTo>
                  <a:pt x="189247" y="99581"/>
                </a:lnTo>
                <a:lnTo>
                  <a:pt x="189443" y="98829"/>
                </a:lnTo>
                <a:lnTo>
                  <a:pt x="189621" y="98068"/>
                </a:lnTo>
                <a:lnTo>
                  <a:pt x="189783" y="97298"/>
                </a:lnTo>
                <a:lnTo>
                  <a:pt x="189928" y="96519"/>
                </a:lnTo>
                <a:lnTo>
                  <a:pt x="190056" y="95730"/>
                </a:lnTo>
                <a:lnTo>
                  <a:pt x="190166" y="94931"/>
                </a:lnTo>
                <a:lnTo>
                  <a:pt x="190260" y="94123"/>
                </a:lnTo>
                <a:lnTo>
                  <a:pt x="190336" y="93306"/>
                </a:lnTo>
                <a:lnTo>
                  <a:pt x="190396" y="92480"/>
                </a:lnTo>
                <a:lnTo>
                  <a:pt x="190439" y="91644"/>
                </a:lnTo>
                <a:lnTo>
                  <a:pt x="190464" y="90798"/>
                </a:lnTo>
                <a:lnTo>
                  <a:pt x="190473" y="89944"/>
                </a:lnTo>
                <a:lnTo>
                  <a:pt x="174580" y="89944"/>
                </a:lnTo>
                <a:lnTo>
                  <a:pt x="174570" y="90850"/>
                </a:lnTo>
                <a:lnTo>
                  <a:pt x="174540" y="91735"/>
                </a:lnTo>
                <a:lnTo>
                  <a:pt x="174491" y="92601"/>
                </a:lnTo>
                <a:lnTo>
                  <a:pt x="174421" y="93447"/>
                </a:lnTo>
                <a:lnTo>
                  <a:pt x="174331" y="94273"/>
                </a:lnTo>
                <a:lnTo>
                  <a:pt x="174221" y="95079"/>
                </a:lnTo>
                <a:lnTo>
                  <a:pt x="174091" y="95865"/>
                </a:lnTo>
                <a:lnTo>
                  <a:pt x="173942" y="96631"/>
                </a:lnTo>
                <a:lnTo>
                  <a:pt x="173772" y="97377"/>
                </a:lnTo>
                <a:lnTo>
                  <a:pt x="173582" y="98104"/>
                </a:lnTo>
                <a:lnTo>
                  <a:pt x="173373" y="98810"/>
                </a:lnTo>
                <a:lnTo>
                  <a:pt x="173143" y="99496"/>
                </a:lnTo>
                <a:lnTo>
                  <a:pt x="172894" y="100162"/>
                </a:lnTo>
                <a:lnTo>
                  <a:pt x="172624" y="100809"/>
                </a:lnTo>
                <a:lnTo>
                  <a:pt x="172335" y="101435"/>
                </a:lnTo>
                <a:lnTo>
                  <a:pt x="172026" y="102041"/>
                </a:lnTo>
                <a:lnTo>
                  <a:pt x="171696" y="102628"/>
                </a:lnTo>
                <a:lnTo>
                  <a:pt x="171347" y="103194"/>
                </a:lnTo>
                <a:lnTo>
                  <a:pt x="170978" y="103741"/>
                </a:lnTo>
                <a:lnTo>
                  <a:pt x="170588" y="104267"/>
                </a:lnTo>
                <a:lnTo>
                  <a:pt x="170179" y="104774"/>
                </a:lnTo>
                <a:lnTo>
                  <a:pt x="169750" y="105261"/>
                </a:lnTo>
                <a:lnTo>
                  <a:pt x="169301" y="105727"/>
                </a:lnTo>
                <a:lnTo>
                  <a:pt x="168832" y="106174"/>
                </a:lnTo>
                <a:lnTo>
                  <a:pt x="168358" y="106602"/>
                </a:lnTo>
                <a:lnTo>
                  <a:pt x="167866" y="107011"/>
                </a:lnTo>
                <a:lnTo>
                  <a:pt x="167355" y="107403"/>
                </a:lnTo>
                <a:lnTo>
                  <a:pt x="166827" y="107776"/>
                </a:lnTo>
                <a:lnTo>
                  <a:pt x="166280" y="108130"/>
                </a:lnTo>
                <a:lnTo>
                  <a:pt x="165715" y="108467"/>
                </a:lnTo>
                <a:lnTo>
                  <a:pt x="165132" y="108786"/>
                </a:lnTo>
                <a:lnTo>
                  <a:pt x="164530" y="109086"/>
                </a:lnTo>
                <a:lnTo>
                  <a:pt x="163911" y="109368"/>
                </a:lnTo>
                <a:lnTo>
                  <a:pt x="163273" y="109632"/>
                </a:lnTo>
                <a:lnTo>
                  <a:pt x="162617" y="109878"/>
                </a:lnTo>
                <a:lnTo>
                  <a:pt x="161943" y="110105"/>
                </a:lnTo>
                <a:lnTo>
                  <a:pt x="161250" y="110314"/>
                </a:lnTo>
                <a:lnTo>
                  <a:pt x="160540" y="110505"/>
                </a:lnTo>
                <a:lnTo>
                  <a:pt x="159811" y="110678"/>
                </a:lnTo>
                <a:lnTo>
                  <a:pt x="159064" y="110833"/>
                </a:lnTo>
                <a:lnTo>
                  <a:pt x="158299" y="110969"/>
                </a:lnTo>
                <a:lnTo>
                  <a:pt x="157515" y="111088"/>
                </a:lnTo>
                <a:lnTo>
                  <a:pt x="156714" y="111188"/>
                </a:lnTo>
                <a:lnTo>
                  <a:pt x="155894" y="111270"/>
                </a:lnTo>
                <a:lnTo>
                  <a:pt x="155056" y="111333"/>
                </a:lnTo>
                <a:lnTo>
                  <a:pt x="154200" y="111379"/>
                </a:lnTo>
                <a:lnTo>
                  <a:pt x="153325" y="111406"/>
                </a:lnTo>
                <a:lnTo>
                  <a:pt x="152433" y="111415"/>
                </a:lnTo>
                <a:lnTo>
                  <a:pt x="151621" y="111403"/>
                </a:lnTo>
                <a:lnTo>
                  <a:pt x="150822" y="111367"/>
                </a:lnTo>
                <a:lnTo>
                  <a:pt x="150034" y="111307"/>
                </a:lnTo>
                <a:lnTo>
                  <a:pt x="149258" y="111223"/>
                </a:lnTo>
                <a:lnTo>
                  <a:pt x="148493" y="111114"/>
                </a:lnTo>
                <a:lnTo>
                  <a:pt x="147741" y="110982"/>
                </a:lnTo>
                <a:lnTo>
                  <a:pt x="147000" y="110826"/>
                </a:lnTo>
                <a:lnTo>
                  <a:pt x="146271" y="110645"/>
                </a:lnTo>
                <a:lnTo>
                  <a:pt x="145554" y="110440"/>
                </a:lnTo>
                <a:lnTo>
                  <a:pt x="144848" y="110212"/>
                </a:lnTo>
                <a:lnTo>
                  <a:pt x="144154" y="109959"/>
                </a:lnTo>
                <a:lnTo>
                  <a:pt x="143472" y="109682"/>
                </a:lnTo>
                <a:lnTo>
                  <a:pt x="142802" y="109381"/>
                </a:lnTo>
                <a:lnTo>
                  <a:pt x="142143" y="109057"/>
                </a:lnTo>
                <a:lnTo>
                  <a:pt x="141496" y="108708"/>
                </a:lnTo>
                <a:lnTo>
                  <a:pt x="140861" y="108334"/>
                </a:lnTo>
                <a:lnTo>
                  <a:pt x="140237" y="107937"/>
                </a:lnTo>
                <a:lnTo>
                  <a:pt x="139626" y="107516"/>
                </a:lnTo>
                <a:lnTo>
                  <a:pt x="139026" y="107071"/>
                </a:lnTo>
                <a:lnTo>
                  <a:pt x="138438" y="106602"/>
                </a:lnTo>
                <a:lnTo>
                  <a:pt x="137861" y="106108"/>
                </a:lnTo>
                <a:lnTo>
                  <a:pt x="137296" y="105591"/>
                </a:lnTo>
                <a:lnTo>
                  <a:pt x="136743" y="105049"/>
                </a:lnTo>
                <a:lnTo>
                  <a:pt x="136202" y="104483"/>
                </a:lnTo>
                <a:lnTo>
                  <a:pt x="135678" y="103895"/>
                </a:lnTo>
                <a:lnTo>
                  <a:pt x="135176" y="103284"/>
                </a:lnTo>
                <a:lnTo>
                  <a:pt x="134696" y="102650"/>
                </a:lnTo>
                <a:lnTo>
                  <a:pt x="134239" y="101994"/>
                </a:lnTo>
                <a:lnTo>
                  <a:pt x="133804" y="101316"/>
                </a:lnTo>
                <a:lnTo>
                  <a:pt x="133391" y="100616"/>
                </a:lnTo>
                <a:lnTo>
                  <a:pt x="133001" y="99893"/>
                </a:lnTo>
                <a:lnTo>
                  <a:pt x="132633" y="99148"/>
                </a:lnTo>
                <a:lnTo>
                  <a:pt x="132287" y="98381"/>
                </a:lnTo>
                <a:lnTo>
                  <a:pt x="131964" y="97592"/>
                </a:lnTo>
                <a:lnTo>
                  <a:pt x="131662" y="96780"/>
                </a:lnTo>
                <a:lnTo>
                  <a:pt x="131384" y="95946"/>
                </a:lnTo>
                <a:lnTo>
                  <a:pt x="131127" y="95089"/>
                </a:lnTo>
                <a:lnTo>
                  <a:pt x="130893" y="94210"/>
                </a:lnTo>
                <a:lnTo>
                  <a:pt x="130681" y="93309"/>
                </a:lnTo>
                <a:lnTo>
                  <a:pt x="130491" y="92386"/>
                </a:lnTo>
                <a:lnTo>
                  <a:pt x="130324" y="91440"/>
                </a:lnTo>
                <a:lnTo>
                  <a:pt x="130179" y="90472"/>
                </a:lnTo>
                <a:lnTo>
                  <a:pt x="130056" y="89482"/>
                </a:lnTo>
                <a:lnTo>
                  <a:pt x="129956" y="88469"/>
                </a:lnTo>
                <a:lnTo>
                  <a:pt x="129878" y="87434"/>
                </a:lnTo>
                <a:lnTo>
                  <a:pt x="129822" y="86377"/>
                </a:lnTo>
                <a:lnTo>
                  <a:pt x="129789" y="85297"/>
                </a:lnTo>
                <a:lnTo>
                  <a:pt x="129778" y="84195"/>
                </a:lnTo>
                <a:lnTo>
                  <a:pt x="129778" y="81321"/>
                </a:lnTo>
                <a:lnTo>
                  <a:pt x="190473" y="81321"/>
                </a:lnTo>
                <a:lnTo>
                  <a:pt x="190473" y="69825"/>
                </a:lnTo>
                <a:lnTo>
                  <a:pt x="190464" y="68955"/>
                </a:lnTo>
                <a:lnTo>
                  <a:pt x="190440" y="68094"/>
                </a:lnTo>
                <a:lnTo>
                  <a:pt x="190399" y="67241"/>
                </a:lnTo>
                <a:lnTo>
                  <a:pt x="190341" y="66396"/>
                </a:lnTo>
                <a:lnTo>
                  <a:pt x="190267" y="65560"/>
                </a:lnTo>
                <a:lnTo>
                  <a:pt x="190177" y="64732"/>
                </a:lnTo>
                <a:lnTo>
                  <a:pt x="190070" y="63911"/>
                </a:lnTo>
                <a:lnTo>
                  <a:pt x="189947" y="63100"/>
                </a:lnTo>
                <a:lnTo>
                  <a:pt x="189807" y="62296"/>
                </a:lnTo>
                <a:lnTo>
                  <a:pt x="189651" y="61501"/>
                </a:lnTo>
                <a:lnTo>
                  <a:pt x="189478" y="60713"/>
                </a:lnTo>
                <a:lnTo>
                  <a:pt x="189289" y="59934"/>
                </a:lnTo>
                <a:lnTo>
                  <a:pt x="189084" y="59164"/>
                </a:lnTo>
                <a:lnTo>
                  <a:pt x="188862" y="58401"/>
                </a:lnTo>
                <a:lnTo>
                  <a:pt x="188623" y="57647"/>
                </a:lnTo>
                <a:lnTo>
                  <a:pt x="188369" y="56900"/>
                </a:lnTo>
                <a:lnTo>
                  <a:pt x="188097" y="56163"/>
                </a:lnTo>
                <a:lnTo>
                  <a:pt x="187810" y="55433"/>
                </a:lnTo>
                <a:lnTo>
                  <a:pt x="187506" y="54711"/>
                </a:lnTo>
                <a:lnTo>
                  <a:pt x="187185" y="53998"/>
                </a:lnTo>
                <a:lnTo>
                  <a:pt x="186848" y="53293"/>
                </a:lnTo>
                <a:lnTo>
                  <a:pt x="186495" y="52596"/>
                </a:lnTo>
                <a:lnTo>
                  <a:pt x="186125" y="51908"/>
                </a:lnTo>
                <a:lnTo>
                  <a:pt x="185739" y="51227"/>
                </a:lnTo>
                <a:lnTo>
                  <a:pt x="185352" y="50557"/>
                </a:lnTo>
                <a:lnTo>
                  <a:pt x="184951" y="49898"/>
                </a:lnTo>
                <a:lnTo>
                  <a:pt x="184537" y="49251"/>
                </a:lnTo>
                <a:lnTo>
                  <a:pt x="184109" y="48616"/>
                </a:lnTo>
                <a:lnTo>
                  <a:pt x="183668" y="47993"/>
                </a:lnTo>
                <a:lnTo>
                  <a:pt x="183213" y="47381"/>
                </a:lnTo>
                <a:lnTo>
                  <a:pt x="182745" y="46781"/>
                </a:lnTo>
                <a:lnTo>
                  <a:pt x="182263" y="46193"/>
                </a:lnTo>
                <a:lnTo>
                  <a:pt x="181768" y="45616"/>
                </a:lnTo>
                <a:lnTo>
                  <a:pt x="181260" y="45052"/>
                </a:lnTo>
                <a:lnTo>
                  <a:pt x="180737" y="44499"/>
                </a:lnTo>
                <a:lnTo>
                  <a:pt x="180202" y="43957"/>
                </a:lnTo>
                <a:lnTo>
                  <a:pt x="179653" y="43428"/>
                </a:lnTo>
                <a:lnTo>
                  <a:pt x="179090" y="42910"/>
                </a:lnTo>
                <a:lnTo>
                  <a:pt x="178514" y="42404"/>
                </a:lnTo>
                <a:lnTo>
                  <a:pt x="177924" y="41910"/>
                </a:lnTo>
                <a:lnTo>
                  <a:pt x="177321" y="41427"/>
                </a:lnTo>
                <a:lnTo>
                  <a:pt x="176704" y="40957"/>
                </a:lnTo>
                <a:lnTo>
                  <a:pt x="176074" y="40497"/>
                </a:lnTo>
                <a:lnTo>
                  <a:pt x="175430" y="40050"/>
                </a:lnTo>
                <a:lnTo>
                  <a:pt x="174773" y="39615"/>
                </a:lnTo>
                <a:lnTo>
                  <a:pt x="174102" y="39191"/>
                </a:lnTo>
                <a:lnTo>
                  <a:pt x="173418" y="38779"/>
                </a:lnTo>
                <a:lnTo>
                  <a:pt x="172721" y="38378"/>
                </a:lnTo>
                <a:lnTo>
                  <a:pt x="172024" y="37992"/>
                </a:lnTo>
                <a:lnTo>
                  <a:pt x="171316" y="37622"/>
                </a:lnTo>
                <a:lnTo>
                  <a:pt x="170597" y="37269"/>
                </a:lnTo>
                <a:lnTo>
                  <a:pt x="169865" y="36932"/>
                </a:lnTo>
                <a:lnTo>
                  <a:pt x="169122" y="36611"/>
                </a:lnTo>
                <a:lnTo>
                  <a:pt x="168367" y="36307"/>
                </a:lnTo>
                <a:lnTo>
                  <a:pt x="167600" y="36020"/>
                </a:lnTo>
                <a:lnTo>
                  <a:pt x="166822" y="35748"/>
                </a:lnTo>
                <a:lnTo>
                  <a:pt x="166032" y="35494"/>
                </a:lnTo>
                <a:lnTo>
                  <a:pt x="165230" y="35255"/>
                </a:lnTo>
                <a:lnTo>
                  <a:pt x="164416" y="35033"/>
                </a:lnTo>
                <a:lnTo>
                  <a:pt x="163591" y="34828"/>
                </a:lnTo>
                <a:lnTo>
                  <a:pt x="162754" y="34639"/>
                </a:lnTo>
                <a:lnTo>
                  <a:pt x="161905" y="34466"/>
                </a:lnTo>
                <a:lnTo>
                  <a:pt x="161044" y="34310"/>
                </a:lnTo>
                <a:lnTo>
                  <a:pt x="160172" y="34170"/>
                </a:lnTo>
                <a:lnTo>
                  <a:pt x="159288" y="34047"/>
                </a:lnTo>
                <a:lnTo>
                  <a:pt x="158392" y="33940"/>
                </a:lnTo>
                <a:lnTo>
                  <a:pt x="157485" y="33850"/>
                </a:lnTo>
                <a:lnTo>
                  <a:pt x="156565" y="33776"/>
                </a:lnTo>
                <a:lnTo>
                  <a:pt x="155634" y="33718"/>
                </a:lnTo>
                <a:lnTo>
                  <a:pt x="154691" y="33677"/>
                </a:lnTo>
                <a:lnTo>
                  <a:pt x="153737" y="33653"/>
                </a:lnTo>
                <a:lnTo>
                  <a:pt x="152771" y="33644"/>
                </a:lnTo>
                <a:lnTo>
                  <a:pt x="151734" y="33654"/>
                </a:lnTo>
                <a:lnTo>
                  <a:pt x="150709" y="33682"/>
                </a:lnTo>
                <a:lnTo>
                  <a:pt x="149696" y="33729"/>
                </a:lnTo>
                <a:lnTo>
                  <a:pt x="148694" y="33795"/>
                </a:lnTo>
                <a:lnTo>
                  <a:pt x="147705" y="33879"/>
                </a:lnTo>
                <a:lnTo>
                  <a:pt x="146727" y="33982"/>
                </a:lnTo>
                <a:lnTo>
                  <a:pt x="145760" y="34105"/>
                </a:lnTo>
                <a:lnTo>
                  <a:pt x="144806" y="34245"/>
                </a:lnTo>
                <a:lnTo>
                  <a:pt x="143863" y="34405"/>
                </a:lnTo>
                <a:lnTo>
                  <a:pt x="142932" y="34584"/>
                </a:lnTo>
                <a:lnTo>
                  <a:pt x="142013" y="34781"/>
                </a:lnTo>
                <a:lnTo>
                  <a:pt x="141105" y="34997"/>
                </a:lnTo>
                <a:lnTo>
                  <a:pt x="140209" y="35232"/>
                </a:lnTo>
                <a:lnTo>
                  <a:pt x="139325" y="35485"/>
                </a:lnTo>
                <a:lnTo>
                  <a:pt x="138453" y="35758"/>
                </a:lnTo>
                <a:lnTo>
                  <a:pt x="137592" y="36049"/>
                </a:lnTo>
                <a:lnTo>
                  <a:pt x="136743" y="36359"/>
                </a:lnTo>
                <a:lnTo>
                  <a:pt x="135906" y="36688"/>
                </a:lnTo>
                <a:lnTo>
                  <a:pt x="135081" y="37035"/>
                </a:lnTo>
                <a:lnTo>
                  <a:pt x="134267" y="37401"/>
                </a:lnTo>
                <a:lnTo>
                  <a:pt x="133465" y="37787"/>
                </a:lnTo>
                <a:lnTo>
                  <a:pt x="132675" y="38190"/>
                </a:lnTo>
                <a:lnTo>
                  <a:pt x="131897" y="38613"/>
                </a:lnTo>
                <a:lnTo>
                  <a:pt x="131130" y="39055"/>
                </a:lnTo>
                <a:lnTo>
                  <a:pt x="130377" y="39499"/>
                </a:lnTo>
                <a:lnTo>
                  <a:pt x="129638" y="39959"/>
                </a:lnTo>
                <a:lnTo>
                  <a:pt x="128914" y="40433"/>
                </a:lnTo>
                <a:lnTo>
                  <a:pt x="128204" y="40924"/>
                </a:lnTo>
                <a:lnTo>
                  <a:pt x="127509" y="41429"/>
                </a:lnTo>
                <a:lnTo>
                  <a:pt x="126829" y="41950"/>
                </a:lnTo>
                <a:lnTo>
                  <a:pt x="126164" y="42486"/>
                </a:lnTo>
                <a:lnTo>
                  <a:pt x="125513" y="43037"/>
                </a:lnTo>
                <a:lnTo>
                  <a:pt x="124877" y="43603"/>
                </a:lnTo>
                <a:lnTo>
                  <a:pt x="124256" y="44185"/>
                </a:lnTo>
                <a:lnTo>
                  <a:pt x="123649" y="44782"/>
                </a:lnTo>
                <a:lnTo>
                  <a:pt x="123057" y="45395"/>
                </a:lnTo>
                <a:lnTo>
                  <a:pt x="122480" y="46022"/>
                </a:lnTo>
                <a:lnTo>
                  <a:pt x="121917" y="46665"/>
                </a:lnTo>
                <a:lnTo>
                  <a:pt x="121369" y="47323"/>
                </a:lnTo>
                <a:lnTo>
                  <a:pt x="120836" y="47996"/>
                </a:lnTo>
                <a:lnTo>
                  <a:pt x="120317" y="48685"/>
                </a:lnTo>
                <a:lnTo>
                  <a:pt x="119813" y="49389"/>
                </a:lnTo>
                <a:lnTo>
                  <a:pt x="119324" y="50108"/>
                </a:lnTo>
                <a:lnTo>
                  <a:pt x="118849" y="50842"/>
                </a:lnTo>
                <a:lnTo>
                  <a:pt x="118389" y="51592"/>
                </a:lnTo>
                <a:lnTo>
                  <a:pt x="117944" y="52357"/>
                </a:lnTo>
                <a:lnTo>
                  <a:pt x="117513" y="53137"/>
                </a:lnTo>
                <a:lnTo>
                  <a:pt x="117097" y="53932"/>
                </a:lnTo>
                <a:lnTo>
                  <a:pt x="116697" y="54742"/>
                </a:lnTo>
                <a:lnTo>
                  <a:pt x="116314" y="55563"/>
                </a:lnTo>
                <a:lnTo>
                  <a:pt x="115948" y="56397"/>
                </a:lnTo>
                <a:lnTo>
                  <a:pt x="115599" y="57243"/>
                </a:lnTo>
                <a:lnTo>
                  <a:pt x="115267" y="58102"/>
                </a:lnTo>
                <a:lnTo>
                  <a:pt x="114952" y="58973"/>
                </a:lnTo>
                <a:lnTo>
                  <a:pt x="114655" y="59856"/>
                </a:lnTo>
                <a:lnTo>
                  <a:pt x="114374" y="60751"/>
                </a:lnTo>
                <a:lnTo>
                  <a:pt x="114110" y="61659"/>
                </a:lnTo>
                <a:lnTo>
                  <a:pt x="113863" y="62579"/>
                </a:lnTo>
                <a:lnTo>
                  <a:pt x="113633" y="63512"/>
                </a:lnTo>
                <a:lnTo>
                  <a:pt x="113420" y="64457"/>
                </a:lnTo>
                <a:lnTo>
                  <a:pt x="113224" y="65414"/>
                </a:lnTo>
                <a:lnTo>
                  <a:pt x="113046" y="66384"/>
                </a:lnTo>
                <a:lnTo>
                  <a:pt x="112884" y="67365"/>
                </a:lnTo>
                <a:lnTo>
                  <a:pt x="112739" y="68359"/>
                </a:lnTo>
                <a:lnTo>
                  <a:pt x="112612" y="69366"/>
                </a:lnTo>
                <a:lnTo>
                  <a:pt x="112501" y="70385"/>
                </a:lnTo>
                <a:lnTo>
                  <a:pt x="112407" y="71416"/>
                </a:lnTo>
                <a:lnTo>
                  <a:pt x="112331" y="72459"/>
                </a:lnTo>
                <a:lnTo>
                  <a:pt x="112271" y="73515"/>
                </a:lnTo>
                <a:lnTo>
                  <a:pt x="112229" y="74583"/>
                </a:lnTo>
                <a:lnTo>
                  <a:pt x="112203" y="75664"/>
                </a:lnTo>
                <a:lnTo>
                  <a:pt x="112195" y="76756"/>
                </a:lnTo>
                <a:lnTo>
                  <a:pt x="112195" y="80307"/>
                </a:lnTo>
                <a:lnTo>
                  <a:pt x="112202" y="81359"/>
                </a:lnTo>
                <a:lnTo>
                  <a:pt x="112224" y="82400"/>
                </a:lnTo>
                <a:lnTo>
                  <a:pt x="112261" y="83432"/>
                </a:lnTo>
                <a:lnTo>
                  <a:pt x="112312" y="84454"/>
                </a:lnTo>
                <a:lnTo>
                  <a:pt x="112378" y="85465"/>
                </a:lnTo>
                <a:lnTo>
                  <a:pt x="112459" y="86467"/>
                </a:lnTo>
                <a:lnTo>
                  <a:pt x="112554" y="87459"/>
                </a:lnTo>
                <a:lnTo>
                  <a:pt x="112664" y="88441"/>
                </a:lnTo>
                <a:lnTo>
                  <a:pt x="112789" y="89413"/>
                </a:lnTo>
                <a:lnTo>
                  <a:pt x="112928" y="90375"/>
                </a:lnTo>
                <a:lnTo>
                  <a:pt x="113082" y="91326"/>
                </a:lnTo>
                <a:lnTo>
                  <a:pt x="113251" y="92268"/>
                </a:lnTo>
                <a:lnTo>
                  <a:pt x="113435" y="93200"/>
                </a:lnTo>
                <a:lnTo>
                  <a:pt x="113633" y="94122"/>
                </a:lnTo>
                <a:lnTo>
                  <a:pt x="113846" y="95034"/>
                </a:lnTo>
                <a:lnTo>
                  <a:pt x="114073" y="95936"/>
                </a:lnTo>
                <a:lnTo>
                  <a:pt x="114315" y="96828"/>
                </a:lnTo>
                <a:lnTo>
                  <a:pt x="114572" y="97710"/>
                </a:lnTo>
                <a:lnTo>
                  <a:pt x="114844" y="98582"/>
                </a:lnTo>
                <a:lnTo>
                  <a:pt x="115130" y="99444"/>
                </a:lnTo>
                <a:lnTo>
                  <a:pt x="115431" y="100296"/>
                </a:lnTo>
                <a:lnTo>
                  <a:pt x="115746" y="101139"/>
                </a:lnTo>
                <a:lnTo>
                  <a:pt x="116076" y="101971"/>
                </a:lnTo>
                <a:lnTo>
                  <a:pt x="116421" y="102793"/>
                </a:lnTo>
                <a:lnTo>
                  <a:pt x="116795" y="103602"/>
                </a:lnTo>
                <a:lnTo>
                  <a:pt x="117184" y="104397"/>
                </a:lnTo>
                <a:lnTo>
                  <a:pt x="117589" y="105176"/>
                </a:lnTo>
                <a:lnTo>
                  <a:pt x="118009" y="105939"/>
                </a:lnTo>
                <a:lnTo>
                  <a:pt x="118444" y="106688"/>
                </a:lnTo>
                <a:lnTo>
                  <a:pt x="118894" y="107421"/>
                </a:lnTo>
                <a:lnTo>
                  <a:pt x="119359" y="108139"/>
                </a:lnTo>
                <a:lnTo>
                  <a:pt x="119840" y="108842"/>
                </a:lnTo>
                <a:lnTo>
                  <a:pt x="120336" y="109529"/>
                </a:lnTo>
                <a:lnTo>
                  <a:pt x="120847" y="110201"/>
                </a:lnTo>
                <a:lnTo>
                  <a:pt x="121374" y="110858"/>
                </a:lnTo>
                <a:lnTo>
                  <a:pt x="121916" y="111500"/>
                </a:lnTo>
                <a:lnTo>
                  <a:pt x="122473" y="112126"/>
                </a:lnTo>
                <a:lnTo>
                  <a:pt x="123045" y="112737"/>
                </a:lnTo>
                <a:lnTo>
                  <a:pt x="123633" y="113333"/>
                </a:lnTo>
                <a:lnTo>
                  <a:pt x="124236" y="113914"/>
                </a:lnTo>
                <a:lnTo>
                  <a:pt x="124854" y="114479"/>
                </a:lnTo>
                <a:lnTo>
                  <a:pt x="125487" y="115029"/>
                </a:lnTo>
                <a:lnTo>
                  <a:pt x="126136" y="115564"/>
                </a:lnTo>
                <a:lnTo>
                  <a:pt x="126800" y="116083"/>
                </a:lnTo>
                <a:lnTo>
                  <a:pt x="127479" y="116588"/>
                </a:lnTo>
                <a:lnTo>
                  <a:pt x="128174" y="117077"/>
                </a:lnTo>
                <a:lnTo>
                  <a:pt x="128883" y="117550"/>
                </a:lnTo>
                <a:lnTo>
                  <a:pt x="129608" y="118009"/>
                </a:lnTo>
                <a:lnTo>
                  <a:pt x="130363" y="118450"/>
                </a:lnTo>
                <a:lnTo>
                  <a:pt x="131134" y="118873"/>
                </a:lnTo>
                <a:lnTo>
                  <a:pt x="131920" y="119277"/>
                </a:lnTo>
                <a:lnTo>
                  <a:pt x="132722" y="119662"/>
                </a:lnTo>
                <a:lnTo>
                  <a:pt x="133540" y="120028"/>
                </a:lnTo>
                <a:lnTo>
                  <a:pt x="134374" y="120376"/>
                </a:lnTo>
                <a:lnTo>
                  <a:pt x="135224" y="120705"/>
                </a:lnTo>
                <a:lnTo>
                  <a:pt x="136089" y="121015"/>
                </a:lnTo>
                <a:lnTo>
                  <a:pt x="136971" y="121306"/>
                </a:lnTo>
                <a:lnTo>
                  <a:pt x="137868" y="121578"/>
                </a:lnTo>
                <a:lnTo>
                  <a:pt x="138781" y="121832"/>
                </a:lnTo>
                <a:lnTo>
                  <a:pt x="139710" y="122066"/>
                </a:lnTo>
                <a:lnTo>
                  <a:pt x="140655" y="122283"/>
                </a:lnTo>
                <a:lnTo>
                  <a:pt x="141616" y="122480"/>
                </a:lnTo>
                <a:lnTo>
                  <a:pt x="142592" y="122658"/>
                </a:lnTo>
                <a:lnTo>
                  <a:pt x="143585" y="122818"/>
                </a:lnTo>
                <a:lnTo>
                  <a:pt x="144593" y="122959"/>
                </a:lnTo>
                <a:lnTo>
                  <a:pt x="145617" y="123081"/>
                </a:lnTo>
                <a:lnTo>
                  <a:pt x="146657" y="123184"/>
                </a:lnTo>
                <a:lnTo>
                  <a:pt x="147713" y="123269"/>
                </a:lnTo>
                <a:lnTo>
                  <a:pt x="148784" y="123334"/>
                </a:lnTo>
                <a:lnTo>
                  <a:pt x="149872" y="123381"/>
                </a:lnTo>
                <a:lnTo>
                  <a:pt x="150975" y="123410"/>
                </a:lnTo>
                <a:lnTo>
                  <a:pt x="152094" y="123419"/>
                </a:lnTo>
                <a:lnTo>
                  <a:pt x="153061" y="123412"/>
                </a:lnTo>
                <a:lnTo>
                  <a:pt x="154016" y="123391"/>
                </a:lnTo>
                <a:lnTo>
                  <a:pt x="154961" y="123356"/>
                </a:lnTo>
                <a:lnTo>
                  <a:pt x="155894" y="123306"/>
                </a:lnTo>
                <a:lnTo>
                  <a:pt x="156816" y="123243"/>
                </a:lnTo>
                <a:close/>
                <a:moveTo>
                  <a:pt x="130017" y="67580"/>
                </a:moveTo>
                <a:lnTo>
                  <a:pt x="130057" y="67106"/>
                </a:lnTo>
                <a:lnTo>
                  <a:pt x="130105" y="66634"/>
                </a:lnTo>
                <a:lnTo>
                  <a:pt x="130162" y="66162"/>
                </a:lnTo>
                <a:lnTo>
                  <a:pt x="130228" y="65692"/>
                </a:lnTo>
                <a:lnTo>
                  <a:pt x="130303" y="65223"/>
                </a:lnTo>
                <a:lnTo>
                  <a:pt x="130387" y="64755"/>
                </a:lnTo>
                <a:lnTo>
                  <a:pt x="130479" y="64288"/>
                </a:lnTo>
                <a:lnTo>
                  <a:pt x="130581" y="63823"/>
                </a:lnTo>
                <a:lnTo>
                  <a:pt x="130691" y="63359"/>
                </a:lnTo>
                <a:lnTo>
                  <a:pt x="130810" y="62895"/>
                </a:lnTo>
                <a:lnTo>
                  <a:pt x="130937" y="62433"/>
                </a:lnTo>
                <a:lnTo>
                  <a:pt x="131074" y="61973"/>
                </a:lnTo>
                <a:lnTo>
                  <a:pt x="131219" y="61513"/>
                </a:lnTo>
                <a:lnTo>
                  <a:pt x="131373" y="61054"/>
                </a:lnTo>
                <a:lnTo>
                  <a:pt x="131536" y="60597"/>
                </a:lnTo>
                <a:lnTo>
                  <a:pt x="131708" y="60141"/>
                </a:lnTo>
                <a:lnTo>
                  <a:pt x="131888" y="59686"/>
                </a:lnTo>
                <a:lnTo>
                  <a:pt x="132078" y="59232"/>
                </a:lnTo>
                <a:lnTo>
                  <a:pt x="132276" y="58780"/>
                </a:lnTo>
                <a:lnTo>
                  <a:pt x="132483" y="58328"/>
                </a:lnTo>
                <a:lnTo>
                  <a:pt x="132712" y="57867"/>
                </a:lnTo>
                <a:lnTo>
                  <a:pt x="132949" y="57412"/>
                </a:lnTo>
                <a:lnTo>
                  <a:pt x="133193" y="56965"/>
                </a:lnTo>
                <a:lnTo>
                  <a:pt x="133445" y="56525"/>
                </a:lnTo>
                <a:lnTo>
                  <a:pt x="133705" y="56092"/>
                </a:lnTo>
                <a:lnTo>
                  <a:pt x="133973" y="55665"/>
                </a:lnTo>
                <a:lnTo>
                  <a:pt x="134248" y="55246"/>
                </a:lnTo>
                <a:lnTo>
                  <a:pt x="134530" y="54834"/>
                </a:lnTo>
                <a:lnTo>
                  <a:pt x="134820" y="54429"/>
                </a:lnTo>
                <a:lnTo>
                  <a:pt x="135118" y="54031"/>
                </a:lnTo>
                <a:lnTo>
                  <a:pt x="135424" y="53640"/>
                </a:lnTo>
                <a:lnTo>
                  <a:pt x="135737" y="53256"/>
                </a:lnTo>
                <a:lnTo>
                  <a:pt x="136058" y="52879"/>
                </a:lnTo>
                <a:lnTo>
                  <a:pt x="136386" y="52509"/>
                </a:lnTo>
                <a:lnTo>
                  <a:pt x="136722" y="52147"/>
                </a:lnTo>
                <a:lnTo>
                  <a:pt x="137066" y="51791"/>
                </a:lnTo>
                <a:lnTo>
                  <a:pt x="137418" y="51442"/>
                </a:lnTo>
                <a:lnTo>
                  <a:pt x="137777" y="51101"/>
                </a:lnTo>
                <a:lnTo>
                  <a:pt x="138143" y="50766"/>
                </a:lnTo>
                <a:lnTo>
                  <a:pt x="138517" y="50438"/>
                </a:lnTo>
                <a:lnTo>
                  <a:pt x="138899" y="50118"/>
                </a:lnTo>
                <a:lnTo>
                  <a:pt x="139289" y="49804"/>
                </a:lnTo>
                <a:lnTo>
                  <a:pt x="139686" y="49498"/>
                </a:lnTo>
                <a:lnTo>
                  <a:pt x="140091" y="49199"/>
                </a:lnTo>
                <a:lnTo>
                  <a:pt x="140517" y="48909"/>
                </a:lnTo>
                <a:lnTo>
                  <a:pt x="140951" y="48631"/>
                </a:lnTo>
                <a:lnTo>
                  <a:pt x="141393" y="48366"/>
                </a:lnTo>
                <a:lnTo>
                  <a:pt x="141842" y="48114"/>
                </a:lnTo>
                <a:lnTo>
                  <a:pt x="142299" y="47873"/>
                </a:lnTo>
                <a:lnTo>
                  <a:pt x="142764" y="47645"/>
                </a:lnTo>
                <a:lnTo>
                  <a:pt x="143236" y="47429"/>
                </a:lnTo>
                <a:lnTo>
                  <a:pt x="143716" y="47226"/>
                </a:lnTo>
                <a:lnTo>
                  <a:pt x="144204" y="47035"/>
                </a:lnTo>
                <a:lnTo>
                  <a:pt x="144699" y="46856"/>
                </a:lnTo>
                <a:lnTo>
                  <a:pt x="145202" y="46690"/>
                </a:lnTo>
                <a:lnTo>
                  <a:pt x="145712" y="46536"/>
                </a:lnTo>
                <a:lnTo>
                  <a:pt x="146230" y="46394"/>
                </a:lnTo>
                <a:lnTo>
                  <a:pt x="146756" y="46265"/>
                </a:lnTo>
                <a:lnTo>
                  <a:pt x="147289" y="46147"/>
                </a:lnTo>
                <a:lnTo>
                  <a:pt x="147830" y="46043"/>
                </a:lnTo>
                <a:lnTo>
                  <a:pt x="148379" y="45950"/>
                </a:lnTo>
                <a:lnTo>
                  <a:pt x="148935" y="45870"/>
                </a:lnTo>
                <a:lnTo>
                  <a:pt x="149499" y="45802"/>
                </a:lnTo>
                <a:lnTo>
                  <a:pt x="150070" y="45747"/>
                </a:lnTo>
                <a:lnTo>
                  <a:pt x="150649" y="45704"/>
                </a:lnTo>
                <a:lnTo>
                  <a:pt x="151236" y="45673"/>
                </a:lnTo>
                <a:lnTo>
                  <a:pt x="151831" y="45654"/>
                </a:lnTo>
                <a:lnTo>
                  <a:pt x="152433" y="45648"/>
                </a:lnTo>
                <a:lnTo>
                  <a:pt x="152965" y="45653"/>
                </a:lnTo>
                <a:lnTo>
                  <a:pt x="153493" y="45668"/>
                </a:lnTo>
                <a:lnTo>
                  <a:pt x="154015" y="45693"/>
                </a:lnTo>
                <a:lnTo>
                  <a:pt x="154532" y="45728"/>
                </a:lnTo>
                <a:lnTo>
                  <a:pt x="155043" y="45773"/>
                </a:lnTo>
                <a:lnTo>
                  <a:pt x="155550" y="45828"/>
                </a:lnTo>
                <a:lnTo>
                  <a:pt x="156051" y="45893"/>
                </a:lnTo>
                <a:lnTo>
                  <a:pt x="156546" y="45967"/>
                </a:lnTo>
                <a:lnTo>
                  <a:pt x="157037" y="46052"/>
                </a:lnTo>
                <a:lnTo>
                  <a:pt x="157522" y="46147"/>
                </a:lnTo>
                <a:lnTo>
                  <a:pt x="158002" y="46252"/>
                </a:lnTo>
                <a:lnTo>
                  <a:pt x="158477" y="46367"/>
                </a:lnTo>
                <a:lnTo>
                  <a:pt x="158946" y="46491"/>
                </a:lnTo>
                <a:lnTo>
                  <a:pt x="159410" y="46626"/>
                </a:lnTo>
                <a:lnTo>
                  <a:pt x="159869" y="46771"/>
                </a:lnTo>
                <a:lnTo>
                  <a:pt x="160322" y="46926"/>
                </a:lnTo>
                <a:lnTo>
                  <a:pt x="160771" y="47090"/>
                </a:lnTo>
                <a:lnTo>
                  <a:pt x="161213" y="47265"/>
                </a:lnTo>
                <a:lnTo>
                  <a:pt x="161651" y="47449"/>
                </a:lnTo>
                <a:lnTo>
                  <a:pt x="162083" y="47644"/>
                </a:lnTo>
                <a:lnTo>
                  <a:pt x="162511" y="47849"/>
                </a:lnTo>
                <a:lnTo>
                  <a:pt x="162932" y="48063"/>
                </a:lnTo>
                <a:lnTo>
                  <a:pt x="163349" y="48288"/>
                </a:lnTo>
                <a:lnTo>
                  <a:pt x="163760" y="48522"/>
                </a:lnTo>
                <a:lnTo>
                  <a:pt x="164165" y="48766"/>
                </a:lnTo>
                <a:lnTo>
                  <a:pt x="164561" y="49017"/>
                </a:lnTo>
                <a:lnTo>
                  <a:pt x="164949" y="49275"/>
                </a:lnTo>
                <a:lnTo>
                  <a:pt x="165329" y="49541"/>
                </a:lnTo>
                <a:lnTo>
                  <a:pt x="165700" y="49815"/>
                </a:lnTo>
                <a:lnTo>
                  <a:pt x="166064" y="50097"/>
                </a:lnTo>
                <a:lnTo>
                  <a:pt x="166419" y="50386"/>
                </a:lnTo>
                <a:lnTo>
                  <a:pt x="166766" y="50683"/>
                </a:lnTo>
                <a:lnTo>
                  <a:pt x="167104" y="50987"/>
                </a:lnTo>
                <a:lnTo>
                  <a:pt x="167435" y="51299"/>
                </a:lnTo>
                <a:lnTo>
                  <a:pt x="167757" y="51619"/>
                </a:lnTo>
                <a:lnTo>
                  <a:pt x="168071" y="51946"/>
                </a:lnTo>
                <a:lnTo>
                  <a:pt x="168377" y="52281"/>
                </a:lnTo>
                <a:lnTo>
                  <a:pt x="168675" y="52623"/>
                </a:lnTo>
                <a:lnTo>
                  <a:pt x="168964" y="52973"/>
                </a:lnTo>
                <a:lnTo>
                  <a:pt x="169245" y="53331"/>
                </a:lnTo>
                <a:lnTo>
                  <a:pt x="169518" y="53697"/>
                </a:lnTo>
                <a:lnTo>
                  <a:pt x="169783" y="54070"/>
                </a:lnTo>
                <a:lnTo>
                  <a:pt x="170040" y="54450"/>
                </a:lnTo>
                <a:lnTo>
                  <a:pt x="170288" y="54839"/>
                </a:lnTo>
                <a:lnTo>
                  <a:pt x="170528" y="55235"/>
                </a:lnTo>
                <a:lnTo>
                  <a:pt x="170760" y="55638"/>
                </a:lnTo>
                <a:lnTo>
                  <a:pt x="170984" y="56050"/>
                </a:lnTo>
                <a:lnTo>
                  <a:pt x="171199" y="56468"/>
                </a:lnTo>
                <a:lnTo>
                  <a:pt x="171420" y="56880"/>
                </a:lnTo>
                <a:lnTo>
                  <a:pt x="171631" y="57296"/>
                </a:lnTo>
                <a:lnTo>
                  <a:pt x="171833" y="57718"/>
                </a:lnTo>
                <a:lnTo>
                  <a:pt x="172026" y="58145"/>
                </a:lnTo>
                <a:lnTo>
                  <a:pt x="172209" y="58577"/>
                </a:lnTo>
                <a:lnTo>
                  <a:pt x="172382" y="59015"/>
                </a:lnTo>
                <a:lnTo>
                  <a:pt x="172547" y="59458"/>
                </a:lnTo>
                <a:lnTo>
                  <a:pt x="172702" y="59906"/>
                </a:lnTo>
                <a:lnTo>
                  <a:pt x="172847" y="60360"/>
                </a:lnTo>
                <a:lnTo>
                  <a:pt x="172984" y="60818"/>
                </a:lnTo>
                <a:lnTo>
                  <a:pt x="173110" y="61282"/>
                </a:lnTo>
                <a:lnTo>
                  <a:pt x="173228" y="61752"/>
                </a:lnTo>
                <a:lnTo>
                  <a:pt x="173336" y="62226"/>
                </a:lnTo>
                <a:lnTo>
                  <a:pt x="173434" y="62706"/>
                </a:lnTo>
                <a:lnTo>
                  <a:pt x="173524" y="63191"/>
                </a:lnTo>
                <a:lnTo>
                  <a:pt x="173603" y="63682"/>
                </a:lnTo>
                <a:lnTo>
                  <a:pt x="173674" y="64178"/>
                </a:lnTo>
                <a:lnTo>
                  <a:pt x="173735" y="64679"/>
                </a:lnTo>
                <a:lnTo>
                  <a:pt x="173787" y="65185"/>
                </a:lnTo>
                <a:lnTo>
                  <a:pt x="173829" y="65697"/>
                </a:lnTo>
                <a:lnTo>
                  <a:pt x="173862" y="66214"/>
                </a:lnTo>
                <a:lnTo>
                  <a:pt x="173885" y="66736"/>
                </a:lnTo>
                <a:lnTo>
                  <a:pt x="173899" y="67263"/>
                </a:lnTo>
                <a:lnTo>
                  <a:pt x="173904" y="67796"/>
                </a:lnTo>
                <a:lnTo>
                  <a:pt x="173904" y="70332"/>
                </a:lnTo>
                <a:lnTo>
                  <a:pt x="129947" y="70332"/>
                </a:lnTo>
                <a:lnTo>
                  <a:pt x="129947" y="69487"/>
                </a:lnTo>
                <a:lnTo>
                  <a:pt x="129951" y="69008"/>
                </a:lnTo>
                <a:lnTo>
                  <a:pt x="129964" y="68531"/>
                </a:lnTo>
                <a:lnTo>
                  <a:pt x="129986" y="68055"/>
                </a:lnTo>
                <a:lnTo>
                  <a:pt x="130017" y="67580"/>
                </a:lnTo>
                <a:close/>
                <a:moveTo>
                  <a:pt x="257203" y="123294"/>
                </a:moveTo>
                <a:lnTo>
                  <a:pt x="258150" y="123239"/>
                </a:lnTo>
                <a:lnTo>
                  <a:pt x="259084" y="123175"/>
                </a:lnTo>
                <a:lnTo>
                  <a:pt x="260006" y="123100"/>
                </a:lnTo>
                <a:lnTo>
                  <a:pt x="260916" y="123015"/>
                </a:lnTo>
                <a:lnTo>
                  <a:pt x="261813" y="122920"/>
                </a:lnTo>
                <a:lnTo>
                  <a:pt x="262698" y="122815"/>
                </a:lnTo>
                <a:lnTo>
                  <a:pt x="263570" y="122700"/>
                </a:lnTo>
                <a:lnTo>
                  <a:pt x="264431" y="122576"/>
                </a:lnTo>
                <a:lnTo>
                  <a:pt x="265279" y="122441"/>
                </a:lnTo>
                <a:lnTo>
                  <a:pt x="266114" y="122296"/>
                </a:lnTo>
                <a:lnTo>
                  <a:pt x="266938" y="122142"/>
                </a:lnTo>
                <a:lnTo>
                  <a:pt x="267749" y="121977"/>
                </a:lnTo>
                <a:lnTo>
                  <a:pt x="268547" y="121802"/>
                </a:lnTo>
                <a:lnTo>
                  <a:pt x="269334" y="121618"/>
                </a:lnTo>
                <a:lnTo>
                  <a:pt x="270108" y="121423"/>
                </a:lnTo>
                <a:lnTo>
                  <a:pt x="270869" y="121219"/>
                </a:lnTo>
                <a:lnTo>
                  <a:pt x="271619" y="121004"/>
                </a:lnTo>
                <a:lnTo>
                  <a:pt x="272356" y="120779"/>
                </a:lnTo>
                <a:lnTo>
                  <a:pt x="273080" y="120545"/>
                </a:lnTo>
                <a:lnTo>
                  <a:pt x="273806" y="120300"/>
                </a:lnTo>
                <a:lnTo>
                  <a:pt x="274516" y="120045"/>
                </a:lnTo>
                <a:lnTo>
                  <a:pt x="275212" y="119779"/>
                </a:lnTo>
                <a:lnTo>
                  <a:pt x="275894" y="119502"/>
                </a:lnTo>
                <a:lnTo>
                  <a:pt x="276560" y="119215"/>
                </a:lnTo>
                <a:lnTo>
                  <a:pt x="277212" y="118918"/>
                </a:lnTo>
                <a:lnTo>
                  <a:pt x="277849" y="118609"/>
                </a:lnTo>
                <a:lnTo>
                  <a:pt x="278472" y="118291"/>
                </a:lnTo>
                <a:lnTo>
                  <a:pt x="279080" y="117961"/>
                </a:lnTo>
                <a:lnTo>
                  <a:pt x="279673" y="117621"/>
                </a:lnTo>
                <a:lnTo>
                  <a:pt x="280251" y="117271"/>
                </a:lnTo>
                <a:lnTo>
                  <a:pt x="280815" y="116910"/>
                </a:lnTo>
                <a:lnTo>
                  <a:pt x="281364" y="116538"/>
                </a:lnTo>
                <a:lnTo>
                  <a:pt x="281899" y="116156"/>
                </a:lnTo>
                <a:lnTo>
                  <a:pt x="282419" y="115763"/>
                </a:lnTo>
                <a:lnTo>
                  <a:pt x="282924" y="115360"/>
                </a:lnTo>
                <a:lnTo>
                  <a:pt x="283414" y="114946"/>
                </a:lnTo>
                <a:lnTo>
                  <a:pt x="283890" y="114522"/>
                </a:lnTo>
                <a:lnTo>
                  <a:pt x="284351" y="114087"/>
                </a:lnTo>
                <a:lnTo>
                  <a:pt x="284798" y="113641"/>
                </a:lnTo>
                <a:lnTo>
                  <a:pt x="285229" y="113185"/>
                </a:lnTo>
                <a:lnTo>
                  <a:pt x="285647" y="112718"/>
                </a:lnTo>
                <a:lnTo>
                  <a:pt x="286049" y="112241"/>
                </a:lnTo>
                <a:lnTo>
                  <a:pt x="286437" y="111753"/>
                </a:lnTo>
                <a:lnTo>
                  <a:pt x="286823" y="111255"/>
                </a:lnTo>
                <a:lnTo>
                  <a:pt x="287193" y="110746"/>
                </a:lnTo>
                <a:lnTo>
                  <a:pt x="287546" y="110226"/>
                </a:lnTo>
                <a:lnTo>
                  <a:pt x="287883" y="109696"/>
                </a:lnTo>
                <a:lnTo>
                  <a:pt x="288204" y="109156"/>
                </a:lnTo>
                <a:lnTo>
                  <a:pt x="288508" y="108605"/>
                </a:lnTo>
                <a:lnTo>
                  <a:pt x="288795" y="108043"/>
                </a:lnTo>
                <a:lnTo>
                  <a:pt x="289067" y="107470"/>
                </a:lnTo>
                <a:lnTo>
                  <a:pt x="289321" y="106887"/>
                </a:lnTo>
                <a:lnTo>
                  <a:pt x="289560" y="106294"/>
                </a:lnTo>
                <a:lnTo>
                  <a:pt x="289782" y="105690"/>
                </a:lnTo>
                <a:lnTo>
                  <a:pt x="289987" y="105075"/>
                </a:lnTo>
                <a:lnTo>
                  <a:pt x="290176" y="104450"/>
                </a:lnTo>
                <a:lnTo>
                  <a:pt x="290349" y="103814"/>
                </a:lnTo>
                <a:lnTo>
                  <a:pt x="290505" y="103168"/>
                </a:lnTo>
                <a:lnTo>
                  <a:pt x="290645" y="102511"/>
                </a:lnTo>
                <a:lnTo>
                  <a:pt x="290768" y="101844"/>
                </a:lnTo>
                <a:lnTo>
                  <a:pt x="290875" y="101166"/>
                </a:lnTo>
                <a:lnTo>
                  <a:pt x="290965" y="100477"/>
                </a:lnTo>
                <a:lnTo>
                  <a:pt x="291039" y="99778"/>
                </a:lnTo>
                <a:lnTo>
                  <a:pt x="291097" y="99068"/>
                </a:lnTo>
                <a:lnTo>
                  <a:pt x="291138" y="98348"/>
                </a:lnTo>
                <a:lnTo>
                  <a:pt x="291162" y="97617"/>
                </a:lnTo>
                <a:lnTo>
                  <a:pt x="291171" y="96875"/>
                </a:lnTo>
                <a:lnTo>
                  <a:pt x="291165" y="96219"/>
                </a:lnTo>
                <a:lnTo>
                  <a:pt x="291148" y="95572"/>
                </a:lnTo>
                <a:lnTo>
                  <a:pt x="291120" y="94936"/>
                </a:lnTo>
                <a:lnTo>
                  <a:pt x="291081" y="94311"/>
                </a:lnTo>
                <a:lnTo>
                  <a:pt x="291031" y="93697"/>
                </a:lnTo>
                <a:lnTo>
                  <a:pt x="290970" y="93093"/>
                </a:lnTo>
                <a:lnTo>
                  <a:pt x="290897" y="92499"/>
                </a:lnTo>
                <a:lnTo>
                  <a:pt x="290814" y="91916"/>
                </a:lnTo>
                <a:lnTo>
                  <a:pt x="290719" y="91344"/>
                </a:lnTo>
                <a:lnTo>
                  <a:pt x="290613" y="90782"/>
                </a:lnTo>
                <a:lnTo>
                  <a:pt x="290496" y="90231"/>
                </a:lnTo>
                <a:lnTo>
                  <a:pt x="290368" y="89690"/>
                </a:lnTo>
                <a:lnTo>
                  <a:pt x="290228" y="89160"/>
                </a:lnTo>
                <a:lnTo>
                  <a:pt x="290078" y="88640"/>
                </a:lnTo>
                <a:lnTo>
                  <a:pt x="289916" y="88132"/>
                </a:lnTo>
                <a:lnTo>
                  <a:pt x="289743" y="87633"/>
                </a:lnTo>
                <a:lnTo>
                  <a:pt x="289559" y="87145"/>
                </a:lnTo>
                <a:lnTo>
                  <a:pt x="289364" y="86668"/>
                </a:lnTo>
                <a:lnTo>
                  <a:pt x="289157" y="86201"/>
                </a:lnTo>
                <a:lnTo>
                  <a:pt x="288940" y="85745"/>
                </a:lnTo>
                <a:lnTo>
                  <a:pt x="288711" y="85300"/>
                </a:lnTo>
                <a:lnTo>
                  <a:pt x="288471" y="84865"/>
                </a:lnTo>
                <a:lnTo>
                  <a:pt x="288220" y="84440"/>
                </a:lnTo>
                <a:lnTo>
                  <a:pt x="287958" y="84026"/>
                </a:lnTo>
                <a:lnTo>
                  <a:pt x="287684" y="83607"/>
                </a:lnTo>
                <a:lnTo>
                  <a:pt x="287395" y="83194"/>
                </a:lnTo>
                <a:lnTo>
                  <a:pt x="287092" y="82787"/>
                </a:lnTo>
                <a:lnTo>
                  <a:pt x="286775" y="82387"/>
                </a:lnTo>
                <a:lnTo>
                  <a:pt x="286444" y="81994"/>
                </a:lnTo>
                <a:lnTo>
                  <a:pt x="286099" y="81607"/>
                </a:lnTo>
                <a:lnTo>
                  <a:pt x="285739" y="81226"/>
                </a:lnTo>
                <a:lnTo>
                  <a:pt x="285366" y="80852"/>
                </a:lnTo>
                <a:lnTo>
                  <a:pt x="284979" y="80484"/>
                </a:lnTo>
                <a:lnTo>
                  <a:pt x="284577" y="80123"/>
                </a:lnTo>
                <a:lnTo>
                  <a:pt x="284161" y="79768"/>
                </a:lnTo>
                <a:lnTo>
                  <a:pt x="283732" y="79419"/>
                </a:lnTo>
                <a:lnTo>
                  <a:pt x="283288" y="79077"/>
                </a:lnTo>
                <a:lnTo>
                  <a:pt x="282830" y="78742"/>
                </a:lnTo>
                <a:lnTo>
                  <a:pt x="282358" y="78413"/>
                </a:lnTo>
                <a:lnTo>
                  <a:pt x="281872" y="78090"/>
                </a:lnTo>
                <a:lnTo>
                  <a:pt x="281372" y="77774"/>
                </a:lnTo>
                <a:lnTo>
                  <a:pt x="280858" y="77464"/>
                </a:lnTo>
                <a:lnTo>
                  <a:pt x="280329" y="77161"/>
                </a:lnTo>
                <a:lnTo>
                  <a:pt x="279787" y="76864"/>
                </a:lnTo>
                <a:lnTo>
                  <a:pt x="279230" y="76574"/>
                </a:lnTo>
                <a:lnTo>
                  <a:pt x="278660" y="76290"/>
                </a:lnTo>
                <a:lnTo>
                  <a:pt x="278075" y="76013"/>
                </a:lnTo>
                <a:lnTo>
                  <a:pt x="277476" y="75742"/>
                </a:lnTo>
                <a:lnTo>
                  <a:pt x="276875" y="75476"/>
                </a:lnTo>
                <a:lnTo>
                  <a:pt x="276256" y="75214"/>
                </a:lnTo>
                <a:lnTo>
                  <a:pt x="275619" y="74955"/>
                </a:lnTo>
                <a:lnTo>
                  <a:pt x="274964" y="74700"/>
                </a:lnTo>
                <a:lnTo>
                  <a:pt x="274290" y="74448"/>
                </a:lnTo>
                <a:lnTo>
                  <a:pt x="273598" y="74199"/>
                </a:lnTo>
                <a:lnTo>
                  <a:pt x="272888" y="73955"/>
                </a:lnTo>
                <a:lnTo>
                  <a:pt x="272160" y="73713"/>
                </a:lnTo>
                <a:lnTo>
                  <a:pt x="271414" y="73476"/>
                </a:lnTo>
                <a:lnTo>
                  <a:pt x="270649" y="73241"/>
                </a:lnTo>
                <a:lnTo>
                  <a:pt x="269866" y="73011"/>
                </a:lnTo>
                <a:lnTo>
                  <a:pt x="269065" y="72783"/>
                </a:lnTo>
                <a:lnTo>
                  <a:pt x="268246" y="72560"/>
                </a:lnTo>
                <a:lnTo>
                  <a:pt x="267408" y="72340"/>
                </a:lnTo>
                <a:lnTo>
                  <a:pt x="266553" y="72123"/>
                </a:lnTo>
                <a:lnTo>
                  <a:pt x="265679" y="71910"/>
                </a:lnTo>
                <a:lnTo>
                  <a:pt x="264787" y="71700"/>
                </a:lnTo>
                <a:lnTo>
                  <a:pt x="263877" y="71494"/>
                </a:lnTo>
                <a:lnTo>
                  <a:pt x="262948" y="71292"/>
                </a:lnTo>
                <a:lnTo>
                  <a:pt x="262002" y="71093"/>
                </a:lnTo>
                <a:lnTo>
                  <a:pt x="261037" y="70897"/>
                </a:lnTo>
                <a:lnTo>
                  <a:pt x="260054" y="70705"/>
                </a:lnTo>
                <a:lnTo>
                  <a:pt x="259053" y="70517"/>
                </a:lnTo>
                <a:lnTo>
                  <a:pt x="258033" y="70332"/>
                </a:lnTo>
                <a:lnTo>
                  <a:pt x="257210" y="70177"/>
                </a:lnTo>
                <a:lnTo>
                  <a:pt x="256403" y="70023"/>
                </a:lnTo>
                <a:lnTo>
                  <a:pt x="255611" y="69870"/>
                </a:lnTo>
                <a:lnTo>
                  <a:pt x="254835" y="69717"/>
                </a:lnTo>
                <a:lnTo>
                  <a:pt x="254075" y="69564"/>
                </a:lnTo>
                <a:lnTo>
                  <a:pt x="253331" y="69413"/>
                </a:lnTo>
                <a:lnTo>
                  <a:pt x="252603" y="69261"/>
                </a:lnTo>
                <a:lnTo>
                  <a:pt x="251891" y="69111"/>
                </a:lnTo>
                <a:lnTo>
                  <a:pt x="251194" y="68961"/>
                </a:lnTo>
                <a:lnTo>
                  <a:pt x="250513" y="68811"/>
                </a:lnTo>
                <a:lnTo>
                  <a:pt x="249849" y="68663"/>
                </a:lnTo>
                <a:lnTo>
                  <a:pt x="249200" y="68514"/>
                </a:lnTo>
                <a:lnTo>
                  <a:pt x="248567" y="68367"/>
                </a:lnTo>
                <a:lnTo>
                  <a:pt x="247949" y="68220"/>
                </a:lnTo>
                <a:lnTo>
                  <a:pt x="247348" y="68073"/>
                </a:lnTo>
                <a:lnTo>
                  <a:pt x="246762" y="67927"/>
                </a:lnTo>
                <a:lnTo>
                  <a:pt x="246193" y="67782"/>
                </a:lnTo>
                <a:lnTo>
                  <a:pt x="245639" y="67637"/>
                </a:lnTo>
                <a:lnTo>
                  <a:pt x="245101" y="67493"/>
                </a:lnTo>
                <a:lnTo>
                  <a:pt x="244579" y="67350"/>
                </a:lnTo>
                <a:lnTo>
                  <a:pt x="244072" y="67207"/>
                </a:lnTo>
                <a:lnTo>
                  <a:pt x="243582" y="67064"/>
                </a:lnTo>
                <a:lnTo>
                  <a:pt x="243107" y="66923"/>
                </a:lnTo>
                <a:lnTo>
                  <a:pt x="242648" y="66782"/>
                </a:lnTo>
                <a:lnTo>
                  <a:pt x="242217" y="66640"/>
                </a:lnTo>
                <a:lnTo>
                  <a:pt x="241797" y="66497"/>
                </a:lnTo>
                <a:lnTo>
                  <a:pt x="241388" y="66354"/>
                </a:lnTo>
                <a:lnTo>
                  <a:pt x="240991" y="66209"/>
                </a:lnTo>
                <a:lnTo>
                  <a:pt x="240604" y="66062"/>
                </a:lnTo>
                <a:lnTo>
                  <a:pt x="240229" y="65915"/>
                </a:lnTo>
                <a:lnTo>
                  <a:pt x="239864" y="65767"/>
                </a:lnTo>
                <a:lnTo>
                  <a:pt x="239511" y="65617"/>
                </a:lnTo>
                <a:lnTo>
                  <a:pt x="239169" y="65466"/>
                </a:lnTo>
                <a:lnTo>
                  <a:pt x="238838" y="65314"/>
                </a:lnTo>
                <a:lnTo>
                  <a:pt x="238519" y="65161"/>
                </a:lnTo>
                <a:lnTo>
                  <a:pt x="238210" y="65006"/>
                </a:lnTo>
                <a:lnTo>
                  <a:pt x="237913" y="64851"/>
                </a:lnTo>
                <a:lnTo>
                  <a:pt x="237627" y="64694"/>
                </a:lnTo>
                <a:lnTo>
                  <a:pt x="237352" y="64536"/>
                </a:lnTo>
                <a:lnTo>
                  <a:pt x="237088" y="64377"/>
                </a:lnTo>
                <a:lnTo>
                  <a:pt x="236835" y="64217"/>
                </a:lnTo>
                <a:lnTo>
                  <a:pt x="236594" y="64055"/>
                </a:lnTo>
                <a:lnTo>
                  <a:pt x="236363" y="63893"/>
                </a:lnTo>
                <a:lnTo>
                  <a:pt x="236144" y="63729"/>
                </a:lnTo>
                <a:lnTo>
                  <a:pt x="235936" y="63564"/>
                </a:lnTo>
                <a:lnTo>
                  <a:pt x="235739" y="63398"/>
                </a:lnTo>
                <a:lnTo>
                  <a:pt x="235553" y="63231"/>
                </a:lnTo>
                <a:lnTo>
                  <a:pt x="235378" y="63062"/>
                </a:lnTo>
                <a:lnTo>
                  <a:pt x="235213" y="62877"/>
                </a:lnTo>
                <a:lnTo>
                  <a:pt x="235054" y="62689"/>
                </a:lnTo>
                <a:lnTo>
                  <a:pt x="234903" y="62497"/>
                </a:lnTo>
                <a:lnTo>
                  <a:pt x="234759" y="62301"/>
                </a:lnTo>
                <a:lnTo>
                  <a:pt x="234621" y="62102"/>
                </a:lnTo>
                <a:lnTo>
                  <a:pt x="234491" y="61900"/>
                </a:lnTo>
                <a:lnTo>
                  <a:pt x="234368" y="61694"/>
                </a:lnTo>
                <a:lnTo>
                  <a:pt x="234251" y="61484"/>
                </a:lnTo>
                <a:lnTo>
                  <a:pt x="234142" y="61271"/>
                </a:lnTo>
                <a:lnTo>
                  <a:pt x="234040" y="61054"/>
                </a:lnTo>
                <a:lnTo>
                  <a:pt x="233945" y="60834"/>
                </a:lnTo>
                <a:lnTo>
                  <a:pt x="233857" y="60611"/>
                </a:lnTo>
                <a:lnTo>
                  <a:pt x="233776" y="60383"/>
                </a:lnTo>
                <a:lnTo>
                  <a:pt x="233702" y="60153"/>
                </a:lnTo>
                <a:lnTo>
                  <a:pt x="233635" y="59918"/>
                </a:lnTo>
                <a:lnTo>
                  <a:pt x="233575" y="59681"/>
                </a:lnTo>
                <a:lnTo>
                  <a:pt x="233522" y="59439"/>
                </a:lnTo>
                <a:lnTo>
                  <a:pt x="233476" y="59195"/>
                </a:lnTo>
                <a:lnTo>
                  <a:pt x="233438" y="58946"/>
                </a:lnTo>
                <a:lnTo>
                  <a:pt x="233406" y="58694"/>
                </a:lnTo>
                <a:lnTo>
                  <a:pt x="233381" y="58439"/>
                </a:lnTo>
                <a:lnTo>
                  <a:pt x="233364" y="58180"/>
                </a:lnTo>
                <a:lnTo>
                  <a:pt x="233353" y="57918"/>
                </a:lnTo>
                <a:lnTo>
                  <a:pt x="233350" y="57652"/>
                </a:lnTo>
                <a:lnTo>
                  <a:pt x="233384" y="56659"/>
                </a:lnTo>
                <a:lnTo>
                  <a:pt x="233486" y="55708"/>
                </a:lnTo>
                <a:lnTo>
                  <a:pt x="233656" y="54799"/>
                </a:lnTo>
                <a:lnTo>
                  <a:pt x="233894" y="53932"/>
                </a:lnTo>
                <a:lnTo>
                  <a:pt x="234201" y="53108"/>
                </a:lnTo>
                <a:lnTo>
                  <a:pt x="234575" y="52326"/>
                </a:lnTo>
                <a:lnTo>
                  <a:pt x="235018" y="51587"/>
                </a:lnTo>
                <a:lnTo>
                  <a:pt x="235529" y="50889"/>
                </a:lnTo>
                <a:lnTo>
                  <a:pt x="236108" y="50234"/>
                </a:lnTo>
                <a:lnTo>
                  <a:pt x="236754" y="49621"/>
                </a:lnTo>
                <a:lnTo>
                  <a:pt x="237469" y="49051"/>
                </a:lnTo>
                <a:lnTo>
                  <a:pt x="238253" y="48522"/>
                </a:lnTo>
                <a:lnTo>
                  <a:pt x="239104" y="48036"/>
                </a:lnTo>
                <a:lnTo>
                  <a:pt x="240023" y="47592"/>
                </a:lnTo>
                <a:lnTo>
                  <a:pt x="241011" y="47191"/>
                </a:lnTo>
                <a:lnTo>
                  <a:pt x="242066" y="46832"/>
                </a:lnTo>
                <a:lnTo>
                  <a:pt x="243190" y="46515"/>
                </a:lnTo>
                <a:lnTo>
                  <a:pt x="244381" y="46240"/>
                </a:lnTo>
                <a:lnTo>
                  <a:pt x="245641" y="46007"/>
                </a:lnTo>
                <a:lnTo>
                  <a:pt x="246969" y="45817"/>
                </a:lnTo>
                <a:lnTo>
                  <a:pt x="248365" y="45669"/>
                </a:lnTo>
                <a:lnTo>
                  <a:pt x="249829" y="45564"/>
                </a:lnTo>
                <a:lnTo>
                  <a:pt x="251361" y="45500"/>
                </a:lnTo>
                <a:lnTo>
                  <a:pt x="252961" y="45479"/>
                </a:lnTo>
                <a:lnTo>
                  <a:pt x="253425" y="45481"/>
                </a:lnTo>
                <a:lnTo>
                  <a:pt x="253884" y="45487"/>
                </a:lnTo>
                <a:lnTo>
                  <a:pt x="254340" y="45498"/>
                </a:lnTo>
                <a:lnTo>
                  <a:pt x="254793" y="45512"/>
                </a:lnTo>
                <a:lnTo>
                  <a:pt x="255242" y="45530"/>
                </a:lnTo>
                <a:lnTo>
                  <a:pt x="255688" y="45553"/>
                </a:lnTo>
                <a:lnTo>
                  <a:pt x="256130" y="45580"/>
                </a:lnTo>
                <a:lnTo>
                  <a:pt x="256568" y="45611"/>
                </a:lnTo>
                <a:lnTo>
                  <a:pt x="257003" y="45645"/>
                </a:lnTo>
                <a:lnTo>
                  <a:pt x="257435" y="45685"/>
                </a:lnTo>
                <a:lnTo>
                  <a:pt x="257863" y="45728"/>
                </a:lnTo>
                <a:lnTo>
                  <a:pt x="258287" y="45775"/>
                </a:lnTo>
                <a:lnTo>
                  <a:pt x="258708" y="45826"/>
                </a:lnTo>
                <a:lnTo>
                  <a:pt x="259125" y="45882"/>
                </a:lnTo>
                <a:lnTo>
                  <a:pt x="259539" y="45941"/>
                </a:lnTo>
                <a:lnTo>
                  <a:pt x="259950" y="46005"/>
                </a:lnTo>
                <a:lnTo>
                  <a:pt x="260356" y="46073"/>
                </a:lnTo>
                <a:lnTo>
                  <a:pt x="260760" y="46145"/>
                </a:lnTo>
                <a:lnTo>
                  <a:pt x="261159" y="46221"/>
                </a:lnTo>
                <a:lnTo>
                  <a:pt x="261556" y="46301"/>
                </a:lnTo>
                <a:lnTo>
                  <a:pt x="261948" y="46385"/>
                </a:lnTo>
                <a:lnTo>
                  <a:pt x="262338" y="46474"/>
                </a:lnTo>
                <a:lnTo>
                  <a:pt x="262723" y="46566"/>
                </a:lnTo>
                <a:lnTo>
                  <a:pt x="263105" y="46663"/>
                </a:lnTo>
                <a:lnTo>
                  <a:pt x="263496" y="46751"/>
                </a:lnTo>
                <a:lnTo>
                  <a:pt x="263880" y="46847"/>
                </a:lnTo>
                <a:lnTo>
                  <a:pt x="264257" y="46950"/>
                </a:lnTo>
                <a:lnTo>
                  <a:pt x="264627" y="47062"/>
                </a:lnTo>
                <a:lnTo>
                  <a:pt x="264990" y="47181"/>
                </a:lnTo>
                <a:lnTo>
                  <a:pt x="265346" y="47307"/>
                </a:lnTo>
                <a:lnTo>
                  <a:pt x="265694" y="47441"/>
                </a:lnTo>
                <a:lnTo>
                  <a:pt x="266036" y="47583"/>
                </a:lnTo>
                <a:lnTo>
                  <a:pt x="266371" y="47732"/>
                </a:lnTo>
                <a:lnTo>
                  <a:pt x="266698" y="47889"/>
                </a:lnTo>
                <a:lnTo>
                  <a:pt x="267019" y="48054"/>
                </a:lnTo>
                <a:lnTo>
                  <a:pt x="267332" y="48226"/>
                </a:lnTo>
                <a:lnTo>
                  <a:pt x="267639" y="48406"/>
                </a:lnTo>
                <a:lnTo>
                  <a:pt x="267938" y="48594"/>
                </a:lnTo>
                <a:lnTo>
                  <a:pt x="268230" y="48789"/>
                </a:lnTo>
                <a:lnTo>
                  <a:pt x="268516" y="48992"/>
                </a:lnTo>
                <a:lnTo>
                  <a:pt x="268794" y="49202"/>
                </a:lnTo>
                <a:lnTo>
                  <a:pt x="269065" y="49420"/>
                </a:lnTo>
                <a:lnTo>
                  <a:pt x="269329" y="49646"/>
                </a:lnTo>
                <a:lnTo>
                  <a:pt x="269586" y="49880"/>
                </a:lnTo>
                <a:lnTo>
                  <a:pt x="269836" y="50120"/>
                </a:lnTo>
                <a:lnTo>
                  <a:pt x="270079" y="50369"/>
                </a:lnTo>
                <a:lnTo>
                  <a:pt x="270315" y="50625"/>
                </a:lnTo>
                <a:lnTo>
                  <a:pt x="270544" y="50889"/>
                </a:lnTo>
                <a:lnTo>
                  <a:pt x="270779" y="51148"/>
                </a:lnTo>
                <a:lnTo>
                  <a:pt x="271003" y="51418"/>
                </a:lnTo>
                <a:lnTo>
                  <a:pt x="271218" y="51698"/>
                </a:lnTo>
                <a:lnTo>
                  <a:pt x="271423" y="51988"/>
                </a:lnTo>
                <a:lnTo>
                  <a:pt x="271617" y="52289"/>
                </a:lnTo>
                <a:lnTo>
                  <a:pt x="271802" y="52601"/>
                </a:lnTo>
                <a:lnTo>
                  <a:pt x="271977" y="52923"/>
                </a:lnTo>
                <a:lnTo>
                  <a:pt x="272141" y="53256"/>
                </a:lnTo>
                <a:lnTo>
                  <a:pt x="272296" y="53600"/>
                </a:lnTo>
                <a:lnTo>
                  <a:pt x="272441" y="53954"/>
                </a:lnTo>
                <a:lnTo>
                  <a:pt x="272575" y="54318"/>
                </a:lnTo>
                <a:lnTo>
                  <a:pt x="272700" y="54693"/>
                </a:lnTo>
                <a:lnTo>
                  <a:pt x="272815" y="55079"/>
                </a:lnTo>
                <a:lnTo>
                  <a:pt x="272920" y="55475"/>
                </a:lnTo>
                <a:lnTo>
                  <a:pt x="273014" y="55882"/>
                </a:lnTo>
                <a:lnTo>
                  <a:pt x="273099" y="56299"/>
                </a:lnTo>
                <a:lnTo>
                  <a:pt x="273174" y="56727"/>
                </a:lnTo>
                <a:lnTo>
                  <a:pt x="273239" y="57166"/>
                </a:lnTo>
                <a:lnTo>
                  <a:pt x="273294" y="57615"/>
                </a:lnTo>
                <a:lnTo>
                  <a:pt x="273339" y="58075"/>
                </a:lnTo>
                <a:lnTo>
                  <a:pt x="273374" y="58545"/>
                </a:lnTo>
                <a:lnTo>
                  <a:pt x="273399" y="59026"/>
                </a:lnTo>
                <a:lnTo>
                  <a:pt x="273414" y="59517"/>
                </a:lnTo>
                <a:lnTo>
                  <a:pt x="273419" y="60019"/>
                </a:lnTo>
                <a:lnTo>
                  <a:pt x="288127" y="60019"/>
                </a:lnTo>
                <a:lnTo>
                  <a:pt x="288155" y="59921"/>
                </a:lnTo>
                <a:lnTo>
                  <a:pt x="288181" y="59825"/>
                </a:lnTo>
                <a:lnTo>
                  <a:pt x="288207" y="59731"/>
                </a:lnTo>
                <a:lnTo>
                  <a:pt x="288231" y="59638"/>
                </a:lnTo>
                <a:lnTo>
                  <a:pt x="288254" y="59548"/>
                </a:lnTo>
                <a:lnTo>
                  <a:pt x="288275" y="59459"/>
                </a:lnTo>
                <a:lnTo>
                  <a:pt x="288296" y="59372"/>
                </a:lnTo>
                <a:lnTo>
                  <a:pt x="288315" y="59286"/>
                </a:lnTo>
                <a:lnTo>
                  <a:pt x="288333" y="59203"/>
                </a:lnTo>
                <a:lnTo>
                  <a:pt x="288350" y="59121"/>
                </a:lnTo>
                <a:lnTo>
                  <a:pt x="288366" y="59041"/>
                </a:lnTo>
                <a:lnTo>
                  <a:pt x="288381" y="58962"/>
                </a:lnTo>
                <a:lnTo>
                  <a:pt x="288395" y="58886"/>
                </a:lnTo>
                <a:lnTo>
                  <a:pt x="288407" y="58811"/>
                </a:lnTo>
                <a:lnTo>
                  <a:pt x="288418" y="58738"/>
                </a:lnTo>
                <a:lnTo>
                  <a:pt x="288428" y="58666"/>
                </a:lnTo>
                <a:lnTo>
                  <a:pt x="288437" y="58597"/>
                </a:lnTo>
                <a:lnTo>
                  <a:pt x="288444" y="58529"/>
                </a:lnTo>
                <a:lnTo>
                  <a:pt x="288451" y="58463"/>
                </a:lnTo>
                <a:lnTo>
                  <a:pt x="288456" y="58399"/>
                </a:lnTo>
                <a:lnTo>
                  <a:pt x="288460" y="58336"/>
                </a:lnTo>
                <a:lnTo>
                  <a:pt x="288463" y="58275"/>
                </a:lnTo>
                <a:lnTo>
                  <a:pt x="288465" y="58216"/>
                </a:lnTo>
                <a:lnTo>
                  <a:pt x="288466" y="58159"/>
                </a:lnTo>
                <a:lnTo>
                  <a:pt x="288466" y="58103"/>
                </a:lnTo>
                <a:lnTo>
                  <a:pt x="288466" y="58048"/>
                </a:lnTo>
                <a:lnTo>
                  <a:pt x="288466" y="57993"/>
                </a:lnTo>
                <a:lnTo>
                  <a:pt x="288466" y="57938"/>
                </a:lnTo>
                <a:lnTo>
                  <a:pt x="288466" y="57885"/>
                </a:lnTo>
                <a:lnTo>
                  <a:pt x="288466" y="57832"/>
                </a:lnTo>
                <a:lnTo>
                  <a:pt x="288466" y="57779"/>
                </a:lnTo>
                <a:lnTo>
                  <a:pt x="288466" y="57727"/>
                </a:lnTo>
                <a:lnTo>
                  <a:pt x="288466" y="57676"/>
                </a:lnTo>
                <a:lnTo>
                  <a:pt x="288466" y="57625"/>
                </a:lnTo>
                <a:lnTo>
                  <a:pt x="288466" y="57575"/>
                </a:lnTo>
                <a:lnTo>
                  <a:pt x="288466" y="57525"/>
                </a:lnTo>
                <a:lnTo>
                  <a:pt x="288466" y="57476"/>
                </a:lnTo>
                <a:lnTo>
                  <a:pt x="288466" y="57428"/>
                </a:lnTo>
                <a:lnTo>
                  <a:pt x="288466" y="57380"/>
                </a:lnTo>
                <a:lnTo>
                  <a:pt x="288466" y="57333"/>
                </a:lnTo>
                <a:lnTo>
                  <a:pt x="288466" y="57286"/>
                </a:lnTo>
                <a:lnTo>
                  <a:pt x="288466" y="57240"/>
                </a:lnTo>
                <a:lnTo>
                  <a:pt x="288466" y="57194"/>
                </a:lnTo>
                <a:lnTo>
                  <a:pt x="288466" y="57149"/>
                </a:lnTo>
                <a:lnTo>
                  <a:pt x="288466" y="57105"/>
                </a:lnTo>
                <a:lnTo>
                  <a:pt x="288466" y="57061"/>
                </a:lnTo>
                <a:lnTo>
                  <a:pt x="288466" y="57018"/>
                </a:lnTo>
                <a:lnTo>
                  <a:pt x="288466" y="56976"/>
                </a:lnTo>
                <a:lnTo>
                  <a:pt x="288458" y="56374"/>
                </a:lnTo>
                <a:lnTo>
                  <a:pt x="288434" y="55779"/>
                </a:lnTo>
                <a:lnTo>
                  <a:pt x="288394" y="55192"/>
                </a:lnTo>
                <a:lnTo>
                  <a:pt x="288339" y="54613"/>
                </a:lnTo>
                <a:lnTo>
                  <a:pt x="288267" y="54042"/>
                </a:lnTo>
                <a:lnTo>
                  <a:pt x="288180" y="53478"/>
                </a:lnTo>
                <a:lnTo>
                  <a:pt x="288077" y="52922"/>
                </a:lnTo>
                <a:lnTo>
                  <a:pt x="287958" y="52373"/>
                </a:lnTo>
                <a:lnTo>
                  <a:pt x="287824" y="51832"/>
                </a:lnTo>
                <a:lnTo>
                  <a:pt x="287673" y="51299"/>
                </a:lnTo>
                <a:lnTo>
                  <a:pt x="287507" y="50773"/>
                </a:lnTo>
                <a:lnTo>
                  <a:pt x="287324" y="50255"/>
                </a:lnTo>
                <a:lnTo>
                  <a:pt x="287126" y="49745"/>
                </a:lnTo>
                <a:lnTo>
                  <a:pt x="286912" y="49242"/>
                </a:lnTo>
                <a:lnTo>
                  <a:pt x="286682" y="48747"/>
                </a:lnTo>
                <a:lnTo>
                  <a:pt x="286437" y="48259"/>
                </a:lnTo>
                <a:lnTo>
                  <a:pt x="286175" y="47779"/>
                </a:lnTo>
                <a:lnTo>
                  <a:pt x="285898" y="47307"/>
                </a:lnTo>
                <a:lnTo>
                  <a:pt x="285605" y="46842"/>
                </a:lnTo>
                <a:lnTo>
                  <a:pt x="285296" y="46385"/>
                </a:lnTo>
                <a:lnTo>
                  <a:pt x="284971" y="45936"/>
                </a:lnTo>
                <a:lnTo>
                  <a:pt x="284630" y="45494"/>
                </a:lnTo>
                <a:lnTo>
                  <a:pt x="284273" y="45060"/>
                </a:lnTo>
                <a:lnTo>
                  <a:pt x="283901" y="44634"/>
                </a:lnTo>
                <a:lnTo>
                  <a:pt x="283515" y="44201"/>
                </a:lnTo>
                <a:lnTo>
                  <a:pt x="283118" y="43777"/>
                </a:lnTo>
                <a:lnTo>
                  <a:pt x="282709" y="43360"/>
                </a:lnTo>
                <a:lnTo>
                  <a:pt x="282290" y="42952"/>
                </a:lnTo>
                <a:lnTo>
                  <a:pt x="281859" y="42553"/>
                </a:lnTo>
                <a:lnTo>
                  <a:pt x="281418" y="42161"/>
                </a:lnTo>
                <a:lnTo>
                  <a:pt x="280965" y="41778"/>
                </a:lnTo>
                <a:lnTo>
                  <a:pt x="280501" y="41403"/>
                </a:lnTo>
                <a:lnTo>
                  <a:pt x="280025" y="41036"/>
                </a:lnTo>
                <a:lnTo>
                  <a:pt x="279539" y="40677"/>
                </a:lnTo>
                <a:lnTo>
                  <a:pt x="279042" y="40327"/>
                </a:lnTo>
                <a:lnTo>
                  <a:pt x="278533" y="39984"/>
                </a:lnTo>
                <a:lnTo>
                  <a:pt x="278013" y="39650"/>
                </a:lnTo>
                <a:lnTo>
                  <a:pt x="277482" y="39325"/>
                </a:lnTo>
                <a:lnTo>
                  <a:pt x="276940" y="39007"/>
                </a:lnTo>
                <a:lnTo>
                  <a:pt x="276387" y="38698"/>
                </a:lnTo>
                <a:lnTo>
                  <a:pt x="275822" y="38396"/>
                </a:lnTo>
                <a:lnTo>
                  <a:pt x="275247" y="38104"/>
                </a:lnTo>
                <a:lnTo>
                  <a:pt x="274660" y="37819"/>
                </a:lnTo>
                <a:lnTo>
                  <a:pt x="274062" y="37542"/>
                </a:lnTo>
                <a:lnTo>
                  <a:pt x="273453" y="37274"/>
                </a:lnTo>
                <a:lnTo>
                  <a:pt x="272833" y="37014"/>
                </a:lnTo>
                <a:lnTo>
                  <a:pt x="272201" y="36762"/>
                </a:lnTo>
                <a:lnTo>
                  <a:pt x="271559" y="36519"/>
                </a:lnTo>
                <a:lnTo>
                  <a:pt x="270921" y="36284"/>
                </a:lnTo>
                <a:lnTo>
                  <a:pt x="270277" y="36059"/>
                </a:lnTo>
                <a:lnTo>
                  <a:pt x="269625" y="35845"/>
                </a:lnTo>
                <a:lnTo>
                  <a:pt x="268966" y="35640"/>
                </a:lnTo>
                <a:lnTo>
                  <a:pt x="268301" y="35446"/>
                </a:lnTo>
                <a:lnTo>
                  <a:pt x="267628" y="35261"/>
                </a:lnTo>
                <a:lnTo>
                  <a:pt x="266948" y="35086"/>
                </a:lnTo>
                <a:lnTo>
                  <a:pt x="266261" y="34922"/>
                </a:lnTo>
                <a:lnTo>
                  <a:pt x="265568" y="34767"/>
                </a:lnTo>
                <a:lnTo>
                  <a:pt x="264867" y="34622"/>
                </a:lnTo>
                <a:lnTo>
                  <a:pt x="264159" y="34488"/>
                </a:lnTo>
                <a:lnTo>
                  <a:pt x="263444" y="34363"/>
                </a:lnTo>
                <a:lnTo>
                  <a:pt x="262722" y="34248"/>
                </a:lnTo>
                <a:lnTo>
                  <a:pt x="261992" y="34143"/>
                </a:lnTo>
                <a:lnTo>
                  <a:pt x="261256" y="34049"/>
                </a:lnTo>
                <a:lnTo>
                  <a:pt x="260513" y="33964"/>
                </a:lnTo>
                <a:lnTo>
                  <a:pt x="259763" y="33889"/>
                </a:lnTo>
                <a:lnTo>
                  <a:pt x="259006" y="33824"/>
                </a:lnTo>
                <a:lnTo>
                  <a:pt x="258241" y="33769"/>
                </a:lnTo>
                <a:lnTo>
                  <a:pt x="257470" y="33724"/>
                </a:lnTo>
                <a:lnTo>
                  <a:pt x="256691" y="33689"/>
                </a:lnTo>
                <a:lnTo>
                  <a:pt x="255906" y="33664"/>
                </a:lnTo>
                <a:lnTo>
                  <a:pt x="255114" y="33649"/>
                </a:lnTo>
                <a:lnTo>
                  <a:pt x="254314" y="33644"/>
                </a:lnTo>
                <a:lnTo>
                  <a:pt x="253403" y="33649"/>
                </a:lnTo>
                <a:lnTo>
                  <a:pt x="252501" y="33664"/>
                </a:lnTo>
                <a:lnTo>
                  <a:pt x="251609" y="33689"/>
                </a:lnTo>
                <a:lnTo>
                  <a:pt x="250726" y="33724"/>
                </a:lnTo>
                <a:lnTo>
                  <a:pt x="249852" y="33769"/>
                </a:lnTo>
                <a:lnTo>
                  <a:pt x="248988" y="33824"/>
                </a:lnTo>
                <a:lnTo>
                  <a:pt x="248134" y="33889"/>
                </a:lnTo>
                <a:lnTo>
                  <a:pt x="247288" y="33964"/>
                </a:lnTo>
                <a:lnTo>
                  <a:pt x="246452" y="34049"/>
                </a:lnTo>
                <a:lnTo>
                  <a:pt x="245626" y="34143"/>
                </a:lnTo>
                <a:lnTo>
                  <a:pt x="244809" y="34248"/>
                </a:lnTo>
                <a:lnTo>
                  <a:pt x="244001" y="34363"/>
                </a:lnTo>
                <a:lnTo>
                  <a:pt x="243203" y="34488"/>
                </a:lnTo>
                <a:lnTo>
                  <a:pt x="242414" y="34622"/>
                </a:lnTo>
                <a:lnTo>
                  <a:pt x="241634" y="34767"/>
                </a:lnTo>
                <a:lnTo>
                  <a:pt x="240864" y="34922"/>
                </a:lnTo>
                <a:lnTo>
                  <a:pt x="240103" y="35086"/>
                </a:lnTo>
                <a:lnTo>
                  <a:pt x="239352" y="35261"/>
                </a:lnTo>
                <a:lnTo>
                  <a:pt x="238610" y="35446"/>
                </a:lnTo>
                <a:lnTo>
                  <a:pt x="237877" y="35640"/>
                </a:lnTo>
                <a:lnTo>
                  <a:pt x="237154" y="35845"/>
                </a:lnTo>
                <a:lnTo>
                  <a:pt x="236440" y="36059"/>
                </a:lnTo>
                <a:lnTo>
                  <a:pt x="235735" y="36284"/>
                </a:lnTo>
                <a:lnTo>
                  <a:pt x="235040" y="36519"/>
                </a:lnTo>
                <a:lnTo>
                  <a:pt x="234370" y="36763"/>
                </a:lnTo>
                <a:lnTo>
                  <a:pt x="233712" y="37016"/>
                </a:lnTo>
                <a:lnTo>
                  <a:pt x="233067" y="37279"/>
                </a:lnTo>
                <a:lnTo>
                  <a:pt x="232434" y="37552"/>
                </a:lnTo>
                <a:lnTo>
                  <a:pt x="231813" y="37833"/>
                </a:lnTo>
                <a:lnTo>
                  <a:pt x="231205" y="38125"/>
                </a:lnTo>
                <a:lnTo>
                  <a:pt x="230608" y="38425"/>
                </a:lnTo>
                <a:lnTo>
                  <a:pt x="230025" y="38735"/>
                </a:lnTo>
                <a:lnTo>
                  <a:pt x="229453" y="39055"/>
                </a:lnTo>
                <a:lnTo>
                  <a:pt x="228894" y="39383"/>
                </a:lnTo>
                <a:lnTo>
                  <a:pt x="228347" y="39721"/>
                </a:lnTo>
                <a:lnTo>
                  <a:pt x="227813" y="40069"/>
                </a:lnTo>
                <a:lnTo>
                  <a:pt x="227291" y="40426"/>
                </a:lnTo>
                <a:lnTo>
                  <a:pt x="226781" y="40792"/>
                </a:lnTo>
                <a:lnTo>
                  <a:pt x="226283" y="41168"/>
                </a:lnTo>
                <a:lnTo>
                  <a:pt x="225798" y="41553"/>
                </a:lnTo>
                <a:lnTo>
                  <a:pt x="225325" y="41947"/>
                </a:lnTo>
                <a:lnTo>
                  <a:pt x="224865" y="42351"/>
                </a:lnTo>
                <a:lnTo>
                  <a:pt x="224416" y="42765"/>
                </a:lnTo>
                <a:lnTo>
                  <a:pt x="223980" y="43187"/>
                </a:lnTo>
                <a:lnTo>
                  <a:pt x="223557" y="43619"/>
                </a:lnTo>
                <a:lnTo>
                  <a:pt x="223146" y="44061"/>
                </a:lnTo>
                <a:lnTo>
                  <a:pt x="222747" y="44512"/>
                </a:lnTo>
                <a:lnTo>
                  <a:pt x="222360" y="44972"/>
                </a:lnTo>
                <a:lnTo>
                  <a:pt x="221988" y="45442"/>
                </a:lnTo>
                <a:lnTo>
                  <a:pt x="221631" y="45922"/>
                </a:lnTo>
                <a:lnTo>
                  <a:pt x="221290" y="46412"/>
                </a:lnTo>
                <a:lnTo>
                  <a:pt x="220965" y="46911"/>
                </a:lnTo>
                <a:lnTo>
                  <a:pt x="220656" y="47421"/>
                </a:lnTo>
                <a:lnTo>
                  <a:pt x="220363" y="47941"/>
                </a:lnTo>
                <a:lnTo>
                  <a:pt x="220086" y="48471"/>
                </a:lnTo>
                <a:lnTo>
                  <a:pt x="219824" y="49011"/>
                </a:lnTo>
                <a:lnTo>
                  <a:pt x="219579" y="49560"/>
                </a:lnTo>
                <a:lnTo>
                  <a:pt x="219349" y="50120"/>
                </a:lnTo>
                <a:lnTo>
                  <a:pt x="219135" y="50690"/>
                </a:lnTo>
                <a:lnTo>
                  <a:pt x="218937" y="51270"/>
                </a:lnTo>
                <a:lnTo>
                  <a:pt x="218754" y="51859"/>
                </a:lnTo>
                <a:lnTo>
                  <a:pt x="218588" y="52459"/>
                </a:lnTo>
                <a:lnTo>
                  <a:pt x="218437" y="53069"/>
                </a:lnTo>
                <a:lnTo>
                  <a:pt x="218303" y="53688"/>
                </a:lnTo>
                <a:lnTo>
                  <a:pt x="218184" y="54318"/>
                </a:lnTo>
                <a:lnTo>
                  <a:pt x="218081" y="54957"/>
                </a:lnTo>
                <a:lnTo>
                  <a:pt x="217994" y="55607"/>
                </a:lnTo>
                <a:lnTo>
                  <a:pt x="217922" y="56266"/>
                </a:lnTo>
                <a:lnTo>
                  <a:pt x="217867" y="56936"/>
                </a:lnTo>
                <a:lnTo>
                  <a:pt x="217827" y="57615"/>
                </a:lnTo>
                <a:lnTo>
                  <a:pt x="217803" y="58305"/>
                </a:lnTo>
                <a:lnTo>
                  <a:pt x="217795" y="59004"/>
                </a:lnTo>
                <a:lnTo>
                  <a:pt x="217801" y="59606"/>
                </a:lnTo>
                <a:lnTo>
                  <a:pt x="217817" y="60200"/>
                </a:lnTo>
                <a:lnTo>
                  <a:pt x="217843" y="60785"/>
                </a:lnTo>
                <a:lnTo>
                  <a:pt x="217880" y="61362"/>
                </a:lnTo>
                <a:lnTo>
                  <a:pt x="217928" y="61931"/>
                </a:lnTo>
                <a:lnTo>
                  <a:pt x="217986" y="62491"/>
                </a:lnTo>
                <a:lnTo>
                  <a:pt x="218054" y="63044"/>
                </a:lnTo>
                <a:lnTo>
                  <a:pt x="218134" y="63588"/>
                </a:lnTo>
                <a:lnTo>
                  <a:pt x="218223" y="64124"/>
                </a:lnTo>
                <a:lnTo>
                  <a:pt x="218324" y="64652"/>
                </a:lnTo>
                <a:lnTo>
                  <a:pt x="218435" y="65171"/>
                </a:lnTo>
                <a:lnTo>
                  <a:pt x="218556" y="65683"/>
                </a:lnTo>
                <a:lnTo>
                  <a:pt x="218688" y="66186"/>
                </a:lnTo>
                <a:lnTo>
                  <a:pt x="218831" y="66681"/>
                </a:lnTo>
                <a:lnTo>
                  <a:pt x="218984" y="67167"/>
                </a:lnTo>
                <a:lnTo>
                  <a:pt x="219148" y="67646"/>
                </a:lnTo>
                <a:lnTo>
                  <a:pt x="219322" y="68116"/>
                </a:lnTo>
                <a:lnTo>
                  <a:pt x="219507" y="68578"/>
                </a:lnTo>
                <a:lnTo>
                  <a:pt x="219703" y="69032"/>
                </a:lnTo>
                <a:lnTo>
                  <a:pt x="219909" y="69477"/>
                </a:lnTo>
                <a:lnTo>
                  <a:pt x="220125" y="69915"/>
                </a:lnTo>
                <a:lnTo>
                  <a:pt x="220353" y="70344"/>
                </a:lnTo>
                <a:lnTo>
                  <a:pt x="220590" y="70765"/>
                </a:lnTo>
                <a:lnTo>
                  <a:pt x="220839" y="71177"/>
                </a:lnTo>
                <a:lnTo>
                  <a:pt x="221099" y="71569"/>
                </a:lnTo>
                <a:lnTo>
                  <a:pt x="221373" y="71955"/>
                </a:lnTo>
                <a:lnTo>
                  <a:pt x="221660" y="72334"/>
                </a:lnTo>
                <a:lnTo>
                  <a:pt x="221961" y="72708"/>
                </a:lnTo>
                <a:lnTo>
                  <a:pt x="222275" y="73076"/>
                </a:lnTo>
                <a:lnTo>
                  <a:pt x="222603" y="73439"/>
                </a:lnTo>
                <a:lnTo>
                  <a:pt x="222945" y="73795"/>
                </a:lnTo>
                <a:lnTo>
                  <a:pt x="223300" y="74145"/>
                </a:lnTo>
                <a:lnTo>
                  <a:pt x="223668" y="74490"/>
                </a:lnTo>
                <a:lnTo>
                  <a:pt x="224050" y="74829"/>
                </a:lnTo>
                <a:lnTo>
                  <a:pt x="224445" y="75161"/>
                </a:lnTo>
                <a:lnTo>
                  <a:pt x="224854" y="75488"/>
                </a:lnTo>
                <a:lnTo>
                  <a:pt x="225276" y="75810"/>
                </a:lnTo>
                <a:lnTo>
                  <a:pt x="225712" y="76125"/>
                </a:lnTo>
                <a:lnTo>
                  <a:pt x="226162" y="76434"/>
                </a:lnTo>
                <a:lnTo>
                  <a:pt x="226625" y="76738"/>
                </a:lnTo>
                <a:lnTo>
                  <a:pt x="227101" y="77035"/>
                </a:lnTo>
                <a:lnTo>
                  <a:pt x="227591" y="77327"/>
                </a:lnTo>
                <a:lnTo>
                  <a:pt x="228094" y="77613"/>
                </a:lnTo>
                <a:lnTo>
                  <a:pt x="228611" y="77893"/>
                </a:lnTo>
                <a:lnTo>
                  <a:pt x="229141" y="78167"/>
                </a:lnTo>
                <a:lnTo>
                  <a:pt x="229685" y="78435"/>
                </a:lnTo>
                <a:lnTo>
                  <a:pt x="230243" y="78698"/>
                </a:lnTo>
                <a:lnTo>
                  <a:pt x="230814" y="78954"/>
                </a:lnTo>
                <a:lnTo>
                  <a:pt x="231399" y="79192"/>
                </a:lnTo>
                <a:lnTo>
                  <a:pt x="231999" y="79428"/>
                </a:lnTo>
                <a:lnTo>
                  <a:pt x="232615" y="79660"/>
                </a:lnTo>
                <a:lnTo>
                  <a:pt x="233246" y="79889"/>
                </a:lnTo>
                <a:lnTo>
                  <a:pt x="233893" y="80115"/>
                </a:lnTo>
                <a:lnTo>
                  <a:pt x="234554" y="80339"/>
                </a:lnTo>
                <a:lnTo>
                  <a:pt x="235231" y="80559"/>
                </a:lnTo>
                <a:lnTo>
                  <a:pt x="235923" y="80777"/>
                </a:lnTo>
                <a:lnTo>
                  <a:pt x="236631" y="80991"/>
                </a:lnTo>
                <a:lnTo>
                  <a:pt x="237353" y="81203"/>
                </a:lnTo>
                <a:lnTo>
                  <a:pt x="238091" y="81411"/>
                </a:lnTo>
                <a:lnTo>
                  <a:pt x="238844" y="81617"/>
                </a:lnTo>
                <a:lnTo>
                  <a:pt x="239613" y="81820"/>
                </a:lnTo>
                <a:lnTo>
                  <a:pt x="240396" y="82020"/>
                </a:lnTo>
                <a:lnTo>
                  <a:pt x="241195" y="82217"/>
                </a:lnTo>
                <a:lnTo>
                  <a:pt x="242010" y="82411"/>
                </a:lnTo>
                <a:lnTo>
                  <a:pt x="242839" y="82602"/>
                </a:lnTo>
                <a:lnTo>
                  <a:pt x="243684" y="82790"/>
                </a:lnTo>
                <a:lnTo>
                  <a:pt x="244544" y="82975"/>
                </a:lnTo>
                <a:lnTo>
                  <a:pt x="245419" y="83158"/>
                </a:lnTo>
                <a:lnTo>
                  <a:pt x="246310" y="83337"/>
                </a:lnTo>
                <a:lnTo>
                  <a:pt x="247216" y="83513"/>
                </a:lnTo>
                <a:lnTo>
                  <a:pt x="248137" y="83687"/>
                </a:lnTo>
                <a:lnTo>
                  <a:pt x="249073" y="83857"/>
                </a:lnTo>
                <a:lnTo>
                  <a:pt x="249952" y="83998"/>
                </a:lnTo>
                <a:lnTo>
                  <a:pt x="250813" y="84140"/>
                </a:lnTo>
                <a:lnTo>
                  <a:pt x="251656" y="84283"/>
                </a:lnTo>
                <a:lnTo>
                  <a:pt x="252482" y="84426"/>
                </a:lnTo>
                <a:lnTo>
                  <a:pt x="253291" y="84569"/>
                </a:lnTo>
                <a:lnTo>
                  <a:pt x="254082" y="84713"/>
                </a:lnTo>
                <a:lnTo>
                  <a:pt x="254855" y="84858"/>
                </a:lnTo>
                <a:lnTo>
                  <a:pt x="255610" y="85003"/>
                </a:lnTo>
                <a:lnTo>
                  <a:pt x="256348" y="85149"/>
                </a:lnTo>
                <a:lnTo>
                  <a:pt x="257068" y="85296"/>
                </a:lnTo>
                <a:lnTo>
                  <a:pt x="257771" y="85443"/>
                </a:lnTo>
                <a:lnTo>
                  <a:pt x="258456" y="85590"/>
                </a:lnTo>
                <a:lnTo>
                  <a:pt x="259124" y="85738"/>
                </a:lnTo>
                <a:lnTo>
                  <a:pt x="259773" y="85887"/>
                </a:lnTo>
                <a:lnTo>
                  <a:pt x="260406" y="86037"/>
                </a:lnTo>
                <a:lnTo>
                  <a:pt x="261020" y="86187"/>
                </a:lnTo>
                <a:lnTo>
                  <a:pt x="261617" y="86337"/>
                </a:lnTo>
                <a:lnTo>
                  <a:pt x="262197" y="86488"/>
                </a:lnTo>
                <a:lnTo>
                  <a:pt x="262759" y="86640"/>
                </a:lnTo>
                <a:lnTo>
                  <a:pt x="263303" y="86792"/>
                </a:lnTo>
                <a:lnTo>
                  <a:pt x="263829" y="86945"/>
                </a:lnTo>
                <a:lnTo>
                  <a:pt x="264338" y="87099"/>
                </a:lnTo>
                <a:lnTo>
                  <a:pt x="264830" y="87253"/>
                </a:lnTo>
                <a:lnTo>
                  <a:pt x="265303" y="87408"/>
                </a:lnTo>
                <a:lnTo>
                  <a:pt x="265776" y="87564"/>
                </a:lnTo>
                <a:lnTo>
                  <a:pt x="266237" y="87722"/>
                </a:lnTo>
                <a:lnTo>
                  <a:pt x="266685" y="87883"/>
                </a:lnTo>
                <a:lnTo>
                  <a:pt x="267121" y="88046"/>
                </a:lnTo>
                <a:lnTo>
                  <a:pt x="267544" y="88212"/>
                </a:lnTo>
                <a:lnTo>
                  <a:pt x="267956" y="88380"/>
                </a:lnTo>
                <a:lnTo>
                  <a:pt x="268354" y="88550"/>
                </a:lnTo>
                <a:lnTo>
                  <a:pt x="268741" y="88723"/>
                </a:lnTo>
                <a:lnTo>
                  <a:pt x="269115" y="88898"/>
                </a:lnTo>
                <a:lnTo>
                  <a:pt x="269477" y="89075"/>
                </a:lnTo>
                <a:lnTo>
                  <a:pt x="269827" y="89255"/>
                </a:lnTo>
                <a:lnTo>
                  <a:pt x="270164" y="89437"/>
                </a:lnTo>
                <a:lnTo>
                  <a:pt x="270489" y="89621"/>
                </a:lnTo>
                <a:lnTo>
                  <a:pt x="270802" y="89808"/>
                </a:lnTo>
                <a:lnTo>
                  <a:pt x="271102" y="89997"/>
                </a:lnTo>
                <a:lnTo>
                  <a:pt x="271390" y="90188"/>
                </a:lnTo>
                <a:lnTo>
                  <a:pt x="271665" y="90382"/>
                </a:lnTo>
                <a:lnTo>
                  <a:pt x="271929" y="90578"/>
                </a:lnTo>
                <a:lnTo>
                  <a:pt x="272180" y="90776"/>
                </a:lnTo>
                <a:lnTo>
                  <a:pt x="272418" y="90977"/>
                </a:lnTo>
                <a:lnTo>
                  <a:pt x="272645" y="91180"/>
                </a:lnTo>
                <a:lnTo>
                  <a:pt x="272859" y="91385"/>
                </a:lnTo>
                <a:lnTo>
                  <a:pt x="273060" y="91593"/>
                </a:lnTo>
                <a:lnTo>
                  <a:pt x="273249" y="91803"/>
                </a:lnTo>
                <a:lnTo>
                  <a:pt x="273429" y="92017"/>
                </a:lnTo>
                <a:lnTo>
                  <a:pt x="273601" y="92236"/>
                </a:lnTo>
                <a:lnTo>
                  <a:pt x="273765" y="92459"/>
                </a:lnTo>
                <a:lnTo>
                  <a:pt x="273921" y="92686"/>
                </a:lnTo>
                <a:lnTo>
                  <a:pt x="274070" y="92919"/>
                </a:lnTo>
                <a:lnTo>
                  <a:pt x="274211" y="93156"/>
                </a:lnTo>
                <a:lnTo>
                  <a:pt x="274345" y="93398"/>
                </a:lnTo>
                <a:lnTo>
                  <a:pt x="274471" y="93644"/>
                </a:lnTo>
                <a:lnTo>
                  <a:pt x="274589" y="93896"/>
                </a:lnTo>
                <a:lnTo>
                  <a:pt x="274699" y="94152"/>
                </a:lnTo>
                <a:lnTo>
                  <a:pt x="274803" y="94412"/>
                </a:lnTo>
                <a:lnTo>
                  <a:pt x="274898" y="94678"/>
                </a:lnTo>
                <a:lnTo>
                  <a:pt x="274986" y="94948"/>
                </a:lnTo>
                <a:lnTo>
                  <a:pt x="275066" y="95222"/>
                </a:lnTo>
                <a:lnTo>
                  <a:pt x="275138" y="95502"/>
                </a:lnTo>
                <a:lnTo>
                  <a:pt x="275203" y="95786"/>
                </a:lnTo>
                <a:lnTo>
                  <a:pt x="275260" y="96075"/>
                </a:lnTo>
                <a:lnTo>
                  <a:pt x="275310" y="96368"/>
                </a:lnTo>
                <a:lnTo>
                  <a:pt x="275352" y="96666"/>
                </a:lnTo>
                <a:lnTo>
                  <a:pt x="275386" y="96969"/>
                </a:lnTo>
                <a:lnTo>
                  <a:pt x="275413" y="97277"/>
                </a:lnTo>
                <a:lnTo>
                  <a:pt x="275432" y="97589"/>
                </a:lnTo>
                <a:lnTo>
                  <a:pt x="275444" y="97906"/>
                </a:lnTo>
                <a:lnTo>
                  <a:pt x="275447" y="98228"/>
                </a:lnTo>
                <a:lnTo>
                  <a:pt x="275438" y="98717"/>
                </a:lnTo>
                <a:lnTo>
                  <a:pt x="275410" y="99199"/>
                </a:lnTo>
                <a:lnTo>
                  <a:pt x="275363" y="99673"/>
                </a:lnTo>
                <a:lnTo>
                  <a:pt x="275297" y="100139"/>
                </a:lnTo>
                <a:lnTo>
                  <a:pt x="275213" y="100598"/>
                </a:lnTo>
                <a:lnTo>
                  <a:pt x="275109" y="101049"/>
                </a:lnTo>
                <a:lnTo>
                  <a:pt x="274987" y="101493"/>
                </a:lnTo>
                <a:lnTo>
                  <a:pt x="274846" y="101929"/>
                </a:lnTo>
                <a:lnTo>
                  <a:pt x="274687" y="102357"/>
                </a:lnTo>
                <a:lnTo>
                  <a:pt x="274508" y="102778"/>
                </a:lnTo>
                <a:lnTo>
                  <a:pt x="274311" y="103191"/>
                </a:lnTo>
                <a:lnTo>
                  <a:pt x="274095" y="103596"/>
                </a:lnTo>
                <a:lnTo>
                  <a:pt x="273860" y="103994"/>
                </a:lnTo>
                <a:lnTo>
                  <a:pt x="273606" y="104384"/>
                </a:lnTo>
                <a:lnTo>
                  <a:pt x="273334" y="104766"/>
                </a:lnTo>
                <a:lnTo>
                  <a:pt x="273043" y="105141"/>
                </a:lnTo>
                <a:lnTo>
                  <a:pt x="272733" y="105508"/>
                </a:lnTo>
                <a:lnTo>
                  <a:pt x="272404" y="105868"/>
                </a:lnTo>
                <a:lnTo>
                  <a:pt x="272057" y="106220"/>
                </a:lnTo>
                <a:lnTo>
                  <a:pt x="271690" y="106564"/>
                </a:lnTo>
                <a:lnTo>
                  <a:pt x="271305" y="106901"/>
                </a:lnTo>
                <a:lnTo>
                  <a:pt x="270901" y="107230"/>
                </a:lnTo>
                <a:lnTo>
                  <a:pt x="270479" y="107551"/>
                </a:lnTo>
                <a:lnTo>
                  <a:pt x="270037" y="107865"/>
                </a:lnTo>
                <a:lnTo>
                  <a:pt x="269592" y="108155"/>
                </a:lnTo>
                <a:lnTo>
                  <a:pt x="269128" y="108432"/>
                </a:lnTo>
                <a:lnTo>
                  <a:pt x="268648" y="108697"/>
                </a:lnTo>
                <a:lnTo>
                  <a:pt x="268149" y="108950"/>
                </a:lnTo>
                <a:lnTo>
                  <a:pt x="267633" y="109190"/>
                </a:lnTo>
                <a:lnTo>
                  <a:pt x="267100" y="109418"/>
                </a:lnTo>
                <a:lnTo>
                  <a:pt x="266548" y="109634"/>
                </a:lnTo>
                <a:lnTo>
                  <a:pt x="265980" y="109837"/>
                </a:lnTo>
                <a:lnTo>
                  <a:pt x="265393" y="110028"/>
                </a:lnTo>
                <a:lnTo>
                  <a:pt x="264789" y="110207"/>
                </a:lnTo>
                <a:lnTo>
                  <a:pt x="264167" y="110374"/>
                </a:lnTo>
                <a:lnTo>
                  <a:pt x="263528" y="110528"/>
                </a:lnTo>
                <a:lnTo>
                  <a:pt x="262871" y="110669"/>
                </a:lnTo>
                <a:lnTo>
                  <a:pt x="262197" y="110799"/>
                </a:lnTo>
                <a:lnTo>
                  <a:pt x="261505" y="110916"/>
                </a:lnTo>
                <a:lnTo>
                  <a:pt x="260795" y="111021"/>
                </a:lnTo>
                <a:lnTo>
                  <a:pt x="260068" y="111113"/>
                </a:lnTo>
                <a:lnTo>
                  <a:pt x="259323" y="111193"/>
                </a:lnTo>
                <a:lnTo>
                  <a:pt x="258560" y="111261"/>
                </a:lnTo>
                <a:lnTo>
                  <a:pt x="257780" y="111317"/>
                </a:lnTo>
                <a:lnTo>
                  <a:pt x="256982" y="111360"/>
                </a:lnTo>
                <a:lnTo>
                  <a:pt x="256167" y="111391"/>
                </a:lnTo>
                <a:lnTo>
                  <a:pt x="255334" y="111409"/>
                </a:lnTo>
                <a:lnTo>
                  <a:pt x="254483" y="111415"/>
                </a:lnTo>
                <a:lnTo>
                  <a:pt x="253534" y="111408"/>
                </a:lnTo>
                <a:lnTo>
                  <a:pt x="252603" y="111388"/>
                </a:lnTo>
                <a:lnTo>
                  <a:pt x="251691" y="111354"/>
                </a:lnTo>
                <a:lnTo>
                  <a:pt x="250796" y="111307"/>
                </a:lnTo>
                <a:lnTo>
                  <a:pt x="249920" y="111246"/>
                </a:lnTo>
                <a:lnTo>
                  <a:pt x="249062" y="111172"/>
                </a:lnTo>
                <a:lnTo>
                  <a:pt x="248223" y="111084"/>
                </a:lnTo>
                <a:lnTo>
                  <a:pt x="247401" y="110983"/>
                </a:lnTo>
                <a:lnTo>
                  <a:pt x="246598" y="110868"/>
                </a:lnTo>
                <a:lnTo>
                  <a:pt x="245812" y="110740"/>
                </a:lnTo>
                <a:lnTo>
                  <a:pt x="245046" y="110598"/>
                </a:lnTo>
                <a:lnTo>
                  <a:pt x="244297" y="110443"/>
                </a:lnTo>
                <a:lnTo>
                  <a:pt x="243566" y="110274"/>
                </a:lnTo>
                <a:lnTo>
                  <a:pt x="242854" y="110092"/>
                </a:lnTo>
                <a:lnTo>
                  <a:pt x="242160" y="109896"/>
                </a:lnTo>
                <a:lnTo>
                  <a:pt x="241484" y="109687"/>
                </a:lnTo>
                <a:lnTo>
                  <a:pt x="240826" y="109464"/>
                </a:lnTo>
                <a:lnTo>
                  <a:pt x="240186" y="109228"/>
                </a:lnTo>
                <a:lnTo>
                  <a:pt x="239565" y="108978"/>
                </a:lnTo>
                <a:lnTo>
                  <a:pt x="238962" y="108715"/>
                </a:lnTo>
                <a:lnTo>
                  <a:pt x="238377" y="108438"/>
                </a:lnTo>
                <a:lnTo>
                  <a:pt x="237810" y="108148"/>
                </a:lnTo>
                <a:lnTo>
                  <a:pt x="237261" y="107844"/>
                </a:lnTo>
                <a:lnTo>
                  <a:pt x="236731" y="107527"/>
                </a:lnTo>
                <a:lnTo>
                  <a:pt x="236234" y="107183"/>
                </a:lnTo>
                <a:lnTo>
                  <a:pt x="235759" y="106829"/>
                </a:lnTo>
                <a:lnTo>
                  <a:pt x="235304" y="106465"/>
                </a:lnTo>
                <a:lnTo>
                  <a:pt x="234871" y="106090"/>
                </a:lnTo>
                <a:lnTo>
                  <a:pt x="234459" y="105704"/>
                </a:lnTo>
                <a:lnTo>
                  <a:pt x="234068" y="105308"/>
                </a:lnTo>
                <a:lnTo>
                  <a:pt x="233698" y="104901"/>
                </a:lnTo>
                <a:lnTo>
                  <a:pt x="233350" y="104483"/>
                </a:lnTo>
                <a:lnTo>
                  <a:pt x="233022" y="104056"/>
                </a:lnTo>
                <a:lnTo>
                  <a:pt x="232716" y="103617"/>
                </a:lnTo>
                <a:lnTo>
                  <a:pt x="232430" y="103168"/>
                </a:lnTo>
                <a:lnTo>
                  <a:pt x="232166" y="102708"/>
                </a:lnTo>
                <a:lnTo>
                  <a:pt x="231923" y="102238"/>
                </a:lnTo>
                <a:lnTo>
                  <a:pt x="231701" y="101757"/>
                </a:lnTo>
                <a:lnTo>
                  <a:pt x="231500" y="101266"/>
                </a:lnTo>
                <a:lnTo>
                  <a:pt x="231321" y="100764"/>
                </a:lnTo>
                <a:lnTo>
                  <a:pt x="231162" y="100252"/>
                </a:lnTo>
                <a:lnTo>
                  <a:pt x="231025" y="99728"/>
                </a:lnTo>
                <a:lnTo>
                  <a:pt x="230909" y="99195"/>
                </a:lnTo>
                <a:lnTo>
                  <a:pt x="230814" y="98651"/>
                </a:lnTo>
                <a:lnTo>
                  <a:pt x="230740" y="98096"/>
                </a:lnTo>
                <a:lnTo>
                  <a:pt x="230687" y="97531"/>
                </a:lnTo>
                <a:lnTo>
                  <a:pt x="230655" y="96955"/>
                </a:lnTo>
                <a:lnTo>
                  <a:pt x="230645" y="96368"/>
                </a:lnTo>
                <a:lnTo>
                  <a:pt x="230645" y="94678"/>
                </a:lnTo>
                <a:lnTo>
                  <a:pt x="216105" y="94678"/>
                </a:lnTo>
                <a:lnTo>
                  <a:pt x="216091" y="94776"/>
                </a:lnTo>
                <a:lnTo>
                  <a:pt x="216078" y="94874"/>
                </a:lnTo>
                <a:lnTo>
                  <a:pt x="216065" y="94971"/>
                </a:lnTo>
                <a:lnTo>
                  <a:pt x="216053" y="95067"/>
                </a:lnTo>
                <a:lnTo>
                  <a:pt x="216042" y="95163"/>
                </a:lnTo>
                <a:lnTo>
                  <a:pt x="216031" y="95259"/>
                </a:lnTo>
                <a:lnTo>
                  <a:pt x="216021" y="95354"/>
                </a:lnTo>
                <a:lnTo>
                  <a:pt x="216011" y="95448"/>
                </a:lnTo>
                <a:lnTo>
                  <a:pt x="216002" y="95541"/>
                </a:lnTo>
                <a:lnTo>
                  <a:pt x="215993" y="95634"/>
                </a:lnTo>
                <a:lnTo>
                  <a:pt x="215985" y="95727"/>
                </a:lnTo>
                <a:lnTo>
                  <a:pt x="215978" y="95819"/>
                </a:lnTo>
                <a:lnTo>
                  <a:pt x="215971" y="95910"/>
                </a:lnTo>
                <a:lnTo>
                  <a:pt x="215965" y="96001"/>
                </a:lnTo>
                <a:lnTo>
                  <a:pt x="215959" y="96091"/>
                </a:lnTo>
                <a:lnTo>
                  <a:pt x="215954" y="96180"/>
                </a:lnTo>
                <a:lnTo>
                  <a:pt x="215950" y="96269"/>
                </a:lnTo>
                <a:lnTo>
                  <a:pt x="215946" y="96358"/>
                </a:lnTo>
                <a:lnTo>
                  <a:pt x="215943" y="96445"/>
                </a:lnTo>
                <a:lnTo>
                  <a:pt x="215940" y="96533"/>
                </a:lnTo>
                <a:lnTo>
                  <a:pt x="215938" y="96619"/>
                </a:lnTo>
                <a:lnTo>
                  <a:pt x="215937" y="96705"/>
                </a:lnTo>
                <a:lnTo>
                  <a:pt x="215936" y="96791"/>
                </a:lnTo>
                <a:lnTo>
                  <a:pt x="215936" y="96875"/>
                </a:lnTo>
                <a:lnTo>
                  <a:pt x="215936" y="96959"/>
                </a:lnTo>
                <a:lnTo>
                  <a:pt x="215936" y="97041"/>
                </a:lnTo>
                <a:lnTo>
                  <a:pt x="215936" y="97121"/>
                </a:lnTo>
                <a:lnTo>
                  <a:pt x="215936" y="97200"/>
                </a:lnTo>
                <a:lnTo>
                  <a:pt x="215936" y="97276"/>
                </a:lnTo>
                <a:lnTo>
                  <a:pt x="215936" y="97351"/>
                </a:lnTo>
                <a:lnTo>
                  <a:pt x="215936" y="97424"/>
                </a:lnTo>
                <a:lnTo>
                  <a:pt x="215936" y="97495"/>
                </a:lnTo>
                <a:lnTo>
                  <a:pt x="215936" y="97565"/>
                </a:lnTo>
                <a:lnTo>
                  <a:pt x="215936" y="97633"/>
                </a:lnTo>
                <a:lnTo>
                  <a:pt x="215936" y="97699"/>
                </a:lnTo>
                <a:lnTo>
                  <a:pt x="215936" y="97763"/>
                </a:lnTo>
                <a:lnTo>
                  <a:pt x="215936" y="97826"/>
                </a:lnTo>
                <a:lnTo>
                  <a:pt x="215936" y="97886"/>
                </a:lnTo>
                <a:lnTo>
                  <a:pt x="215936" y="97945"/>
                </a:lnTo>
                <a:lnTo>
                  <a:pt x="215936" y="98003"/>
                </a:lnTo>
                <a:lnTo>
                  <a:pt x="215936" y="98058"/>
                </a:lnTo>
                <a:lnTo>
                  <a:pt x="215936" y="98112"/>
                </a:lnTo>
                <a:lnTo>
                  <a:pt x="215936" y="98164"/>
                </a:lnTo>
                <a:lnTo>
                  <a:pt x="215936" y="98214"/>
                </a:lnTo>
                <a:lnTo>
                  <a:pt x="215936" y="98262"/>
                </a:lnTo>
                <a:lnTo>
                  <a:pt x="215936" y="98309"/>
                </a:lnTo>
                <a:lnTo>
                  <a:pt x="215936" y="98354"/>
                </a:lnTo>
                <a:lnTo>
                  <a:pt x="215936" y="98397"/>
                </a:lnTo>
                <a:lnTo>
                  <a:pt x="215944" y="99042"/>
                </a:lnTo>
                <a:lnTo>
                  <a:pt x="215967" y="99679"/>
                </a:lnTo>
                <a:lnTo>
                  <a:pt x="216007" y="100310"/>
                </a:lnTo>
                <a:lnTo>
                  <a:pt x="216063" y="100933"/>
                </a:lnTo>
                <a:lnTo>
                  <a:pt x="216134" y="101549"/>
                </a:lnTo>
                <a:lnTo>
                  <a:pt x="216221" y="102159"/>
                </a:lnTo>
                <a:lnTo>
                  <a:pt x="216324" y="102761"/>
                </a:lnTo>
                <a:lnTo>
                  <a:pt x="216443" y="103356"/>
                </a:lnTo>
                <a:lnTo>
                  <a:pt x="216578" y="103945"/>
                </a:lnTo>
                <a:lnTo>
                  <a:pt x="216728" y="104526"/>
                </a:lnTo>
                <a:lnTo>
                  <a:pt x="216895" y="105100"/>
                </a:lnTo>
                <a:lnTo>
                  <a:pt x="217077" y="105667"/>
                </a:lnTo>
                <a:lnTo>
                  <a:pt x="217275" y="106227"/>
                </a:lnTo>
                <a:lnTo>
                  <a:pt x="217489" y="106780"/>
                </a:lnTo>
                <a:lnTo>
                  <a:pt x="217719" y="107326"/>
                </a:lnTo>
                <a:lnTo>
                  <a:pt x="217965" y="107865"/>
                </a:lnTo>
                <a:lnTo>
                  <a:pt x="218226" y="108397"/>
                </a:lnTo>
                <a:lnTo>
                  <a:pt x="218503" y="108922"/>
                </a:lnTo>
                <a:lnTo>
                  <a:pt x="218797" y="109439"/>
                </a:lnTo>
                <a:lnTo>
                  <a:pt x="219106" y="109950"/>
                </a:lnTo>
                <a:lnTo>
                  <a:pt x="219431" y="110454"/>
                </a:lnTo>
                <a:lnTo>
                  <a:pt x="219771" y="110950"/>
                </a:lnTo>
                <a:lnTo>
                  <a:pt x="220128" y="111440"/>
                </a:lnTo>
                <a:lnTo>
                  <a:pt x="220501" y="111922"/>
                </a:lnTo>
                <a:lnTo>
                  <a:pt x="220901" y="112383"/>
                </a:lnTo>
                <a:lnTo>
                  <a:pt x="221313" y="112835"/>
                </a:lnTo>
                <a:lnTo>
                  <a:pt x="221737" y="113278"/>
                </a:lnTo>
                <a:lnTo>
                  <a:pt x="222172" y="113712"/>
                </a:lnTo>
                <a:lnTo>
                  <a:pt x="222620" y="114137"/>
                </a:lnTo>
                <a:lnTo>
                  <a:pt x="223079" y="114554"/>
                </a:lnTo>
                <a:lnTo>
                  <a:pt x="223550" y="114961"/>
                </a:lnTo>
                <a:lnTo>
                  <a:pt x="224032" y="115360"/>
                </a:lnTo>
                <a:lnTo>
                  <a:pt x="224526" y="115750"/>
                </a:lnTo>
                <a:lnTo>
                  <a:pt x="225032" y="116132"/>
                </a:lnTo>
                <a:lnTo>
                  <a:pt x="225550" y="116504"/>
                </a:lnTo>
                <a:lnTo>
                  <a:pt x="226080" y="116868"/>
                </a:lnTo>
                <a:lnTo>
                  <a:pt x="226621" y="117223"/>
                </a:lnTo>
                <a:lnTo>
                  <a:pt x="227174" y="117569"/>
                </a:lnTo>
                <a:lnTo>
                  <a:pt x="227739" y="117906"/>
                </a:lnTo>
                <a:lnTo>
                  <a:pt x="228315" y="118234"/>
                </a:lnTo>
                <a:lnTo>
                  <a:pt x="228903" y="118554"/>
                </a:lnTo>
                <a:lnTo>
                  <a:pt x="229503" y="118865"/>
                </a:lnTo>
                <a:lnTo>
                  <a:pt x="230115" y="119167"/>
                </a:lnTo>
                <a:lnTo>
                  <a:pt x="230738" y="119460"/>
                </a:lnTo>
                <a:lnTo>
                  <a:pt x="231374" y="119744"/>
                </a:lnTo>
                <a:lnTo>
                  <a:pt x="232021" y="120020"/>
                </a:lnTo>
                <a:lnTo>
                  <a:pt x="232679" y="120287"/>
                </a:lnTo>
                <a:lnTo>
                  <a:pt x="233350" y="120545"/>
                </a:lnTo>
                <a:lnTo>
                  <a:pt x="234044" y="120779"/>
                </a:lnTo>
                <a:lnTo>
                  <a:pt x="234747" y="121004"/>
                </a:lnTo>
                <a:lnTo>
                  <a:pt x="235458" y="121219"/>
                </a:lnTo>
                <a:lnTo>
                  <a:pt x="236177" y="121423"/>
                </a:lnTo>
                <a:lnTo>
                  <a:pt x="236904" y="121618"/>
                </a:lnTo>
                <a:lnTo>
                  <a:pt x="237640" y="121802"/>
                </a:lnTo>
                <a:lnTo>
                  <a:pt x="238383" y="121977"/>
                </a:lnTo>
                <a:lnTo>
                  <a:pt x="239135" y="122142"/>
                </a:lnTo>
                <a:lnTo>
                  <a:pt x="239896" y="122296"/>
                </a:lnTo>
                <a:lnTo>
                  <a:pt x="240664" y="122441"/>
                </a:lnTo>
                <a:lnTo>
                  <a:pt x="241441" y="122576"/>
                </a:lnTo>
                <a:lnTo>
                  <a:pt x="242226" y="122700"/>
                </a:lnTo>
                <a:lnTo>
                  <a:pt x="243019" y="122815"/>
                </a:lnTo>
                <a:lnTo>
                  <a:pt x="243820" y="122920"/>
                </a:lnTo>
                <a:lnTo>
                  <a:pt x="244630" y="123015"/>
                </a:lnTo>
                <a:lnTo>
                  <a:pt x="245447" y="123100"/>
                </a:lnTo>
                <a:lnTo>
                  <a:pt x="246273" y="123175"/>
                </a:lnTo>
                <a:lnTo>
                  <a:pt x="247107" y="123239"/>
                </a:lnTo>
                <a:lnTo>
                  <a:pt x="247950" y="123294"/>
                </a:lnTo>
                <a:lnTo>
                  <a:pt x="248801" y="123339"/>
                </a:lnTo>
                <a:lnTo>
                  <a:pt x="249659" y="123374"/>
                </a:lnTo>
                <a:lnTo>
                  <a:pt x="250526" y="123399"/>
                </a:lnTo>
                <a:lnTo>
                  <a:pt x="251402" y="123414"/>
                </a:lnTo>
                <a:lnTo>
                  <a:pt x="252285" y="123419"/>
                </a:lnTo>
                <a:lnTo>
                  <a:pt x="253293" y="123414"/>
                </a:lnTo>
                <a:lnTo>
                  <a:pt x="254289" y="123399"/>
                </a:lnTo>
                <a:lnTo>
                  <a:pt x="255273" y="123374"/>
                </a:lnTo>
                <a:lnTo>
                  <a:pt x="256244" y="123339"/>
                </a:lnTo>
                <a:lnTo>
                  <a:pt x="257203" y="123294"/>
                </a:lnTo>
                <a:close/>
                <a:moveTo>
                  <a:pt x="622307" y="58313"/>
                </a:moveTo>
                <a:lnTo>
                  <a:pt x="622323" y="58399"/>
                </a:lnTo>
                <a:lnTo>
                  <a:pt x="622339" y="58493"/>
                </a:lnTo>
                <a:lnTo>
                  <a:pt x="622356" y="58592"/>
                </a:lnTo>
                <a:lnTo>
                  <a:pt x="622373" y="58698"/>
                </a:lnTo>
                <a:lnTo>
                  <a:pt x="622391" y="58810"/>
                </a:lnTo>
                <a:lnTo>
                  <a:pt x="622410" y="58929"/>
                </a:lnTo>
                <a:lnTo>
                  <a:pt x="622429" y="59055"/>
                </a:lnTo>
                <a:lnTo>
                  <a:pt x="622448" y="59186"/>
                </a:lnTo>
                <a:lnTo>
                  <a:pt x="622469" y="59325"/>
                </a:lnTo>
                <a:lnTo>
                  <a:pt x="622489" y="59469"/>
                </a:lnTo>
                <a:lnTo>
                  <a:pt x="622511" y="59621"/>
                </a:lnTo>
                <a:lnTo>
                  <a:pt x="622533" y="59778"/>
                </a:lnTo>
                <a:lnTo>
                  <a:pt x="622555" y="59942"/>
                </a:lnTo>
                <a:lnTo>
                  <a:pt x="622579" y="60113"/>
                </a:lnTo>
                <a:lnTo>
                  <a:pt x="622602" y="60290"/>
                </a:lnTo>
                <a:lnTo>
                  <a:pt x="622627" y="60473"/>
                </a:lnTo>
                <a:lnTo>
                  <a:pt x="622652" y="60663"/>
                </a:lnTo>
                <a:lnTo>
                  <a:pt x="622677" y="60859"/>
                </a:lnTo>
                <a:lnTo>
                  <a:pt x="622703" y="61062"/>
                </a:lnTo>
                <a:lnTo>
                  <a:pt x="622730" y="61272"/>
                </a:lnTo>
                <a:lnTo>
                  <a:pt x="622757" y="61487"/>
                </a:lnTo>
                <a:lnTo>
                  <a:pt x="622785" y="61710"/>
                </a:lnTo>
                <a:lnTo>
                  <a:pt x="638339" y="61710"/>
                </a:lnTo>
                <a:lnTo>
                  <a:pt x="638339" y="59681"/>
                </a:lnTo>
                <a:lnTo>
                  <a:pt x="638348" y="59122"/>
                </a:lnTo>
                <a:lnTo>
                  <a:pt x="638374" y="58575"/>
                </a:lnTo>
                <a:lnTo>
                  <a:pt x="638416" y="58038"/>
                </a:lnTo>
                <a:lnTo>
                  <a:pt x="638476" y="57511"/>
                </a:lnTo>
                <a:lnTo>
                  <a:pt x="638552" y="56995"/>
                </a:lnTo>
                <a:lnTo>
                  <a:pt x="638646" y="56490"/>
                </a:lnTo>
                <a:lnTo>
                  <a:pt x="638757" y="55995"/>
                </a:lnTo>
                <a:lnTo>
                  <a:pt x="638884" y="55510"/>
                </a:lnTo>
                <a:lnTo>
                  <a:pt x="639029" y="55037"/>
                </a:lnTo>
                <a:lnTo>
                  <a:pt x="639191" y="54573"/>
                </a:lnTo>
                <a:lnTo>
                  <a:pt x="639369" y="54121"/>
                </a:lnTo>
                <a:lnTo>
                  <a:pt x="639565" y="53679"/>
                </a:lnTo>
                <a:lnTo>
                  <a:pt x="639778" y="53247"/>
                </a:lnTo>
                <a:lnTo>
                  <a:pt x="640008" y="52826"/>
                </a:lnTo>
                <a:lnTo>
                  <a:pt x="640255" y="52416"/>
                </a:lnTo>
                <a:lnTo>
                  <a:pt x="640519" y="52016"/>
                </a:lnTo>
                <a:lnTo>
                  <a:pt x="640799" y="51627"/>
                </a:lnTo>
                <a:lnTo>
                  <a:pt x="641097" y="51248"/>
                </a:lnTo>
                <a:lnTo>
                  <a:pt x="641412" y="50880"/>
                </a:lnTo>
                <a:lnTo>
                  <a:pt x="641744" y="50523"/>
                </a:lnTo>
                <a:lnTo>
                  <a:pt x="642093" y="50176"/>
                </a:lnTo>
                <a:lnTo>
                  <a:pt x="642459" y="49840"/>
                </a:lnTo>
                <a:lnTo>
                  <a:pt x="642842" y="49514"/>
                </a:lnTo>
                <a:lnTo>
                  <a:pt x="643242" y="49199"/>
                </a:lnTo>
                <a:lnTo>
                  <a:pt x="643658" y="48895"/>
                </a:lnTo>
                <a:lnTo>
                  <a:pt x="644088" y="48604"/>
                </a:lnTo>
                <a:lnTo>
                  <a:pt x="644531" y="48327"/>
                </a:lnTo>
                <a:lnTo>
                  <a:pt x="644989" y="48062"/>
                </a:lnTo>
                <a:lnTo>
                  <a:pt x="645461" y="47810"/>
                </a:lnTo>
                <a:lnTo>
                  <a:pt x="645947" y="47571"/>
                </a:lnTo>
                <a:lnTo>
                  <a:pt x="646448" y="47345"/>
                </a:lnTo>
                <a:lnTo>
                  <a:pt x="646962" y="47132"/>
                </a:lnTo>
                <a:lnTo>
                  <a:pt x="647490" y="46932"/>
                </a:lnTo>
                <a:lnTo>
                  <a:pt x="648033" y="46745"/>
                </a:lnTo>
                <a:lnTo>
                  <a:pt x="648589" y="46570"/>
                </a:lnTo>
                <a:lnTo>
                  <a:pt x="649160" y="46409"/>
                </a:lnTo>
                <a:lnTo>
                  <a:pt x="649744" y="46260"/>
                </a:lnTo>
                <a:lnTo>
                  <a:pt x="650343" y="46125"/>
                </a:lnTo>
                <a:lnTo>
                  <a:pt x="650956" y="46002"/>
                </a:lnTo>
                <a:lnTo>
                  <a:pt x="651583" y="45892"/>
                </a:lnTo>
                <a:lnTo>
                  <a:pt x="652224" y="45795"/>
                </a:lnTo>
                <a:lnTo>
                  <a:pt x="652879" y="45712"/>
                </a:lnTo>
                <a:lnTo>
                  <a:pt x="653548" y="45640"/>
                </a:lnTo>
                <a:lnTo>
                  <a:pt x="654232" y="45582"/>
                </a:lnTo>
                <a:lnTo>
                  <a:pt x="654929" y="45537"/>
                </a:lnTo>
                <a:lnTo>
                  <a:pt x="655641" y="45505"/>
                </a:lnTo>
                <a:lnTo>
                  <a:pt x="656366" y="45486"/>
                </a:lnTo>
                <a:lnTo>
                  <a:pt x="657106" y="45479"/>
                </a:lnTo>
                <a:lnTo>
                  <a:pt x="657913" y="45486"/>
                </a:lnTo>
                <a:lnTo>
                  <a:pt x="658700" y="45505"/>
                </a:lnTo>
                <a:lnTo>
                  <a:pt x="659468" y="45537"/>
                </a:lnTo>
                <a:lnTo>
                  <a:pt x="660215" y="45582"/>
                </a:lnTo>
                <a:lnTo>
                  <a:pt x="660942" y="45640"/>
                </a:lnTo>
                <a:lnTo>
                  <a:pt x="661650" y="45712"/>
                </a:lnTo>
                <a:lnTo>
                  <a:pt x="662337" y="45795"/>
                </a:lnTo>
                <a:lnTo>
                  <a:pt x="663004" y="45892"/>
                </a:lnTo>
                <a:lnTo>
                  <a:pt x="663652" y="46002"/>
                </a:lnTo>
                <a:lnTo>
                  <a:pt x="664280" y="46125"/>
                </a:lnTo>
                <a:lnTo>
                  <a:pt x="664887" y="46260"/>
                </a:lnTo>
                <a:lnTo>
                  <a:pt x="665475" y="46409"/>
                </a:lnTo>
                <a:lnTo>
                  <a:pt x="666042" y="46570"/>
                </a:lnTo>
                <a:lnTo>
                  <a:pt x="666590" y="46745"/>
                </a:lnTo>
                <a:lnTo>
                  <a:pt x="667118" y="46932"/>
                </a:lnTo>
                <a:lnTo>
                  <a:pt x="667626" y="47132"/>
                </a:lnTo>
                <a:lnTo>
                  <a:pt x="668113" y="47345"/>
                </a:lnTo>
                <a:lnTo>
                  <a:pt x="668581" y="47571"/>
                </a:lnTo>
                <a:lnTo>
                  <a:pt x="669029" y="47810"/>
                </a:lnTo>
                <a:lnTo>
                  <a:pt x="669457" y="48062"/>
                </a:lnTo>
                <a:lnTo>
                  <a:pt x="669865" y="48327"/>
                </a:lnTo>
                <a:lnTo>
                  <a:pt x="670253" y="48604"/>
                </a:lnTo>
                <a:lnTo>
                  <a:pt x="670621" y="48895"/>
                </a:lnTo>
                <a:lnTo>
                  <a:pt x="670969" y="49199"/>
                </a:lnTo>
                <a:lnTo>
                  <a:pt x="671314" y="49516"/>
                </a:lnTo>
                <a:lnTo>
                  <a:pt x="671645" y="49849"/>
                </a:lnTo>
                <a:lnTo>
                  <a:pt x="671960" y="50197"/>
                </a:lnTo>
                <a:lnTo>
                  <a:pt x="672261" y="50560"/>
                </a:lnTo>
                <a:lnTo>
                  <a:pt x="672547" y="50939"/>
                </a:lnTo>
                <a:lnTo>
                  <a:pt x="672819" y="51333"/>
                </a:lnTo>
                <a:lnTo>
                  <a:pt x="673075" y="51742"/>
                </a:lnTo>
                <a:lnTo>
                  <a:pt x="673318" y="52167"/>
                </a:lnTo>
                <a:lnTo>
                  <a:pt x="673545" y="52606"/>
                </a:lnTo>
                <a:lnTo>
                  <a:pt x="673758" y="53061"/>
                </a:lnTo>
                <a:lnTo>
                  <a:pt x="673956" y="53531"/>
                </a:lnTo>
                <a:lnTo>
                  <a:pt x="674139" y="54017"/>
                </a:lnTo>
                <a:lnTo>
                  <a:pt x="674308" y="54518"/>
                </a:lnTo>
                <a:lnTo>
                  <a:pt x="674462" y="55034"/>
                </a:lnTo>
                <a:lnTo>
                  <a:pt x="674602" y="55565"/>
                </a:lnTo>
                <a:lnTo>
                  <a:pt x="674726" y="56112"/>
                </a:lnTo>
                <a:lnTo>
                  <a:pt x="674837" y="56673"/>
                </a:lnTo>
                <a:lnTo>
                  <a:pt x="674932" y="57250"/>
                </a:lnTo>
                <a:lnTo>
                  <a:pt x="675013" y="57843"/>
                </a:lnTo>
                <a:lnTo>
                  <a:pt x="675079" y="58450"/>
                </a:lnTo>
                <a:lnTo>
                  <a:pt x="675130" y="59073"/>
                </a:lnTo>
                <a:lnTo>
                  <a:pt x="675167" y="59711"/>
                </a:lnTo>
                <a:lnTo>
                  <a:pt x="675189" y="60365"/>
                </a:lnTo>
                <a:lnTo>
                  <a:pt x="675196" y="61033"/>
                </a:lnTo>
                <a:lnTo>
                  <a:pt x="675196" y="70501"/>
                </a:lnTo>
                <a:lnTo>
                  <a:pt x="673533" y="70506"/>
                </a:lnTo>
                <a:lnTo>
                  <a:pt x="671897" y="70521"/>
                </a:lnTo>
                <a:lnTo>
                  <a:pt x="670288" y="70546"/>
                </a:lnTo>
                <a:lnTo>
                  <a:pt x="668706" y="70581"/>
                </a:lnTo>
                <a:lnTo>
                  <a:pt x="667151" y="70626"/>
                </a:lnTo>
                <a:lnTo>
                  <a:pt x="665623" y="70681"/>
                </a:lnTo>
                <a:lnTo>
                  <a:pt x="664122" y="70746"/>
                </a:lnTo>
                <a:lnTo>
                  <a:pt x="662648" y="70820"/>
                </a:lnTo>
                <a:lnTo>
                  <a:pt x="661200" y="70905"/>
                </a:lnTo>
                <a:lnTo>
                  <a:pt x="659780" y="71000"/>
                </a:lnTo>
                <a:lnTo>
                  <a:pt x="658387" y="71105"/>
                </a:lnTo>
                <a:lnTo>
                  <a:pt x="657021" y="71220"/>
                </a:lnTo>
                <a:lnTo>
                  <a:pt x="655682" y="71344"/>
                </a:lnTo>
                <a:lnTo>
                  <a:pt x="654370" y="71479"/>
                </a:lnTo>
                <a:lnTo>
                  <a:pt x="653085" y="71624"/>
                </a:lnTo>
                <a:lnTo>
                  <a:pt x="651827" y="71778"/>
                </a:lnTo>
                <a:lnTo>
                  <a:pt x="650596" y="71943"/>
                </a:lnTo>
                <a:lnTo>
                  <a:pt x="649392" y="72118"/>
                </a:lnTo>
                <a:lnTo>
                  <a:pt x="648215" y="72302"/>
                </a:lnTo>
                <a:lnTo>
                  <a:pt x="647065" y="72497"/>
                </a:lnTo>
                <a:lnTo>
                  <a:pt x="645942" y="72702"/>
                </a:lnTo>
                <a:lnTo>
                  <a:pt x="644846" y="72916"/>
                </a:lnTo>
                <a:lnTo>
                  <a:pt x="643777" y="73141"/>
                </a:lnTo>
                <a:lnTo>
                  <a:pt x="642735" y="73375"/>
                </a:lnTo>
                <a:lnTo>
                  <a:pt x="641732" y="73621"/>
                </a:lnTo>
                <a:lnTo>
                  <a:pt x="640752" y="73878"/>
                </a:lnTo>
                <a:lnTo>
                  <a:pt x="639795" y="74147"/>
                </a:lnTo>
                <a:lnTo>
                  <a:pt x="638861" y="74427"/>
                </a:lnTo>
                <a:lnTo>
                  <a:pt x="637949" y="74719"/>
                </a:lnTo>
                <a:lnTo>
                  <a:pt x="637061" y="75024"/>
                </a:lnTo>
                <a:lnTo>
                  <a:pt x="636195" y="75339"/>
                </a:lnTo>
                <a:lnTo>
                  <a:pt x="635353" y="75667"/>
                </a:lnTo>
                <a:lnTo>
                  <a:pt x="634533" y="76006"/>
                </a:lnTo>
                <a:lnTo>
                  <a:pt x="633736" y="76357"/>
                </a:lnTo>
                <a:lnTo>
                  <a:pt x="632962" y="76720"/>
                </a:lnTo>
                <a:lnTo>
                  <a:pt x="632211" y="77095"/>
                </a:lnTo>
                <a:lnTo>
                  <a:pt x="631483" y="77481"/>
                </a:lnTo>
                <a:lnTo>
                  <a:pt x="630777" y="77879"/>
                </a:lnTo>
                <a:lnTo>
                  <a:pt x="630095" y="78289"/>
                </a:lnTo>
                <a:lnTo>
                  <a:pt x="629435" y="78710"/>
                </a:lnTo>
                <a:lnTo>
                  <a:pt x="628799" y="79143"/>
                </a:lnTo>
                <a:lnTo>
                  <a:pt x="628185" y="79588"/>
                </a:lnTo>
                <a:lnTo>
                  <a:pt x="627594" y="80045"/>
                </a:lnTo>
                <a:lnTo>
                  <a:pt x="627026" y="80514"/>
                </a:lnTo>
                <a:lnTo>
                  <a:pt x="626481" y="80994"/>
                </a:lnTo>
                <a:lnTo>
                  <a:pt x="625959" y="81486"/>
                </a:lnTo>
                <a:lnTo>
                  <a:pt x="625459" y="81989"/>
                </a:lnTo>
                <a:lnTo>
                  <a:pt x="624983" y="82505"/>
                </a:lnTo>
                <a:lnTo>
                  <a:pt x="624542" y="83019"/>
                </a:lnTo>
                <a:lnTo>
                  <a:pt x="624119" y="83547"/>
                </a:lnTo>
                <a:lnTo>
                  <a:pt x="623715" y="84090"/>
                </a:lnTo>
                <a:lnTo>
                  <a:pt x="623330" y="84646"/>
                </a:lnTo>
                <a:lnTo>
                  <a:pt x="622964" y="85217"/>
                </a:lnTo>
                <a:lnTo>
                  <a:pt x="622616" y="85802"/>
                </a:lnTo>
                <a:lnTo>
                  <a:pt x="622287" y="86400"/>
                </a:lnTo>
                <a:lnTo>
                  <a:pt x="621977" y="87013"/>
                </a:lnTo>
                <a:lnTo>
                  <a:pt x="621686" y="87640"/>
                </a:lnTo>
                <a:lnTo>
                  <a:pt x="621414" y="88281"/>
                </a:lnTo>
                <a:lnTo>
                  <a:pt x="621160" y="88936"/>
                </a:lnTo>
                <a:lnTo>
                  <a:pt x="620926" y="89606"/>
                </a:lnTo>
                <a:lnTo>
                  <a:pt x="620710" y="90289"/>
                </a:lnTo>
                <a:lnTo>
                  <a:pt x="620512" y="90986"/>
                </a:lnTo>
                <a:lnTo>
                  <a:pt x="620334" y="91698"/>
                </a:lnTo>
                <a:lnTo>
                  <a:pt x="620174" y="92423"/>
                </a:lnTo>
                <a:lnTo>
                  <a:pt x="620033" y="93163"/>
                </a:lnTo>
                <a:lnTo>
                  <a:pt x="619911" y="93917"/>
                </a:lnTo>
                <a:lnTo>
                  <a:pt x="619808" y="94685"/>
                </a:lnTo>
                <a:lnTo>
                  <a:pt x="619723" y="95467"/>
                </a:lnTo>
                <a:lnTo>
                  <a:pt x="619658" y="96263"/>
                </a:lnTo>
                <a:lnTo>
                  <a:pt x="619611" y="97073"/>
                </a:lnTo>
                <a:lnTo>
                  <a:pt x="619582" y="97897"/>
                </a:lnTo>
                <a:lnTo>
                  <a:pt x="619573" y="98735"/>
                </a:lnTo>
                <a:lnTo>
                  <a:pt x="619585" y="99739"/>
                </a:lnTo>
                <a:lnTo>
                  <a:pt x="619622" y="100723"/>
                </a:lnTo>
                <a:lnTo>
                  <a:pt x="619684" y="101686"/>
                </a:lnTo>
                <a:lnTo>
                  <a:pt x="619770" y="102628"/>
                </a:lnTo>
                <a:lnTo>
                  <a:pt x="619881" y="103550"/>
                </a:lnTo>
                <a:lnTo>
                  <a:pt x="620017" y="104452"/>
                </a:lnTo>
                <a:lnTo>
                  <a:pt x="620177" y="105333"/>
                </a:lnTo>
                <a:lnTo>
                  <a:pt x="620362" y="106193"/>
                </a:lnTo>
                <a:lnTo>
                  <a:pt x="620572" y="107033"/>
                </a:lnTo>
                <a:lnTo>
                  <a:pt x="620806" y="107852"/>
                </a:lnTo>
                <a:lnTo>
                  <a:pt x="621065" y="108651"/>
                </a:lnTo>
                <a:lnTo>
                  <a:pt x="621348" y="109429"/>
                </a:lnTo>
                <a:lnTo>
                  <a:pt x="621656" y="110186"/>
                </a:lnTo>
                <a:lnTo>
                  <a:pt x="621989" y="110923"/>
                </a:lnTo>
                <a:lnTo>
                  <a:pt x="622347" y="111640"/>
                </a:lnTo>
                <a:lnTo>
                  <a:pt x="622729" y="112336"/>
                </a:lnTo>
                <a:lnTo>
                  <a:pt x="623136" y="113011"/>
                </a:lnTo>
                <a:lnTo>
                  <a:pt x="623567" y="113666"/>
                </a:lnTo>
                <a:lnTo>
                  <a:pt x="624023" y="114300"/>
                </a:lnTo>
                <a:lnTo>
                  <a:pt x="624504" y="114914"/>
                </a:lnTo>
                <a:lnTo>
                  <a:pt x="625010" y="115507"/>
                </a:lnTo>
                <a:lnTo>
                  <a:pt x="625540" y="116080"/>
                </a:lnTo>
                <a:lnTo>
                  <a:pt x="626094" y="116632"/>
                </a:lnTo>
                <a:lnTo>
                  <a:pt x="626674" y="117164"/>
                </a:lnTo>
                <a:lnTo>
                  <a:pt x="627290" y="117674"/>
                </a:lnTo>
                <a:lnTo>
                  <a:pt x="627928" y="118163"/>
                </a:lnTo>
                <a:lnTo>
                  <a:pt x="628586" y="118630"/>
                </a:lnTo>
                <a:lnTo>
                  <a:pt x="629266" y="119075"/>
                </a:lnTo>
                <a:lnTo>
                  <a:pt x="629967" y="119498"/>
                </a:lnTo>
                <a:lnTo>
                  <a:pt x="630689" y="119900"/>
                </a:lnTo>
                <a:lnTo>
                  <a:pt x="631432" y="120280"/>
                </a:lnTo>
                <a:lnTo>
                  <a:pt x="632197" y="120639"/>
                </a:lnTo>
                <a:lnTo>
                  <a:pt x="632982" y="120975"/>
                </a:lnTo>
                <a:lnTo>
                  <a:pt x="633789" y="121290"/>
                </a:lnTo>
                <a:lnTo>
                  <a:pt x="634616" y="121584"/>
                </a:lnTo>
                <a:lnTo>
                  <a:pt x="635465" y="121855"/>
                </a:lnTo>
                <a:lnTo>
                  <a:pt x="636335" y="122105"/>
                </a:lnTo>
                <a:lnTo>
                  <a:pt x="637226" y="122333"/>
                </a:lnTo>
                <a:lnTo>
                  <a:pt x="638139" y="122539"/>
                </a:lnTo>
                <a:lnTo>
                  <a:pt x="639072" y="122724"/>
                </a:lnTo>
                <a:lnTo>
                  <a:pt x="640027" y="122887"/>
                </a:lnTo>
                <a:lnTo>
                  <a:pt x="641002" y="123028"/>
                </a:lnTo>
                <a:lnTo>
                  <a:pt x="641999" y="123148"/>
                </a:lnTo>
                <a:lnTo>
                  <a:pt x="643017" y="123245"/>
                </a:lnTo>
                <a:lnTo>
                  <a:pt x="644056" y="123321"/>
                </a:lnTo>
                <a:lnTo>
                  <a:pt x="645116" y="123376"/>
                </a:lnTo>
                <a:lnTo>
                  <a:pt x="646198" y="123408"/>
                </a:lnTo>
                <a:lnTo>
                  <a:pt x="647300" y="123419"/>
                </a:lnTo>
                <a:lnTo>
                  <a:pt x="647806" y="123417"/>
                </a:lnTo>
                <a:lnTo>
                  <a:pt x="648311" y="123410"/>
                </a:lnTo>
                <a:lnTo>
                  <a:pt x="648814" y="123398"/>
                </a:lnTo>
                <a:lnTo>
                  <a:pt x="649315" y="123381"/>
                </a:lnTo>
                <a:lnTo>
                  <a:pt x="649814" y="123360"/>
                </a:lnTo>
                <a:lnTo>
                  <a:pt x="650311" y="123334"/>
                </a:lnTo>
                <a:lnTo>
                  <a:pt x="650807" y="123304"/>
                </a:lnTo>
                <a:lnTo>
                  <a:pt x="651301" y="123269"/>
                </a:lnTo>
                <a:lnTo>
                  <a:pt x="651793" y="123229"/>
                </a:lnTo>
                <a:lnTo>
                  <a:pt x="652284" y="123184"/>
                </a:lnTo>
                <a:lnTo>
                  <a:pt x="652773" y="123135"/>
                </a:lnTo>
                <a:lnTo>
                  <a:pt x="653260" y="123081"/>
                </a:lnTo>
                <a:lnTo>
                  <a:pt x="653745" y="123022"/>
                </a:lnTo>
                <a:lnTo>
                  <a:pt x="654228" y="122959"/>
                </a:lnTo>
                <a:lnTo>
                  <a:pt x="654710" y="122891"/>
                </a:lnTo>
                <a:lnTo>
                  <a:pt x="655190" y="122818"/>
                </a:lnTo>
                <a:lnTo>
                  <a:pt x="655668" y="122740"/>
                </a:lnTo>
                <a:lnTo>
                  <a:pt x="656144" y="122658"/>
                </a:lnTo>
                <a:lnTo>
                  <a:pt x="656619" y="122571"/>
                </a:lnTo>
                <a:lnTo>
                  <a:pt x="657092" y="122480"/>
                </a:lnTo>
                <a:lnTo>
                  <a:pt x="657563" y="122383"/>
                </a:lnTo>
                <a:lnTo>
                  <a:pt x="658032" y="122283"/>
                </a:lnTo>
                <a:lnTo>
                  <a:pt x="658500" y="122177"/>
                </a:lnTo>
                <a:lnTo>
                  <a:pt x="658966" y="122066"/>
                </a:lnTo>
                <a:lnTo>
                  <a:pt x="659429" y="121965"/>
                </a:lnTo>
                <a:lnTo>
                  <a:pt x="659888" y="121856"/>
                </a:lnTo>
                <a:lnTo>
                  <a:pt x="660345" y="121742"/>
                </a:lnTo>
                <a:lnTo>
                  <a:pt x="660797" y="121620"/>
                </a:lnTo>
                <a:lnTo>
                  <a:pt x="661246" y="121493"/>
                </a:lnTo>
                <a:lnTo>
                  <a:pt x="661692" y="121359"/>
                </a:lnTo>
                <a:lnTo>
                  <a:pt x="662134" y="121218"/>
                </a:lnTo>
                <a:lnTo>
                  <a:pt x="662572" y="121071"/>
                </a:lnTo>
                <a:lnTo>
                  <a:pt x="663007" y="120917"/>
                </a:lnTo>
                <a:lnTo>
                  <a:pt x="663439" y="120757"/>
                </a:lnTo>
                <a:lnTo>
                  <a:pt x="663867" y="120591"/>
                </a:lnTo>
                <a:lnTo>
                  <a:pt x="664291" y="120418"/>
                </a:lnTo>
                <a:lnTo>
                  <a:pt x="664712" y="120239"/>
                </a:lnTo>
                <a:lnTo>
                  <a:pt x="665130" y="120053"/>
                </a:lnTo>
                <a:lnTo>
                  <a:pt x="665543" y="119861"/>
                </a:lnTo>
                <a:lnTo>
                  <a:pt x="665954" y="119662"/>
                </a:lnTo>
                <a:lnTo>
                  <a:pt x="666361" y="119457"/>
                </a:lnTo>
                <a:lnTo>
                  <a:pt x="666764" y="119245"/>
                </a:lnTo>
                <a:lnTo>
                  <a:pt x="667164" y="119027"/>
                </a:lnTo>
                <a:lnTo>
                  <a:pt x="667560" y="118803"/>
                </a:lnTo>
                <a:lnTo>
                  <a:pt x="667953" y="118572"/>
                </a:lnTo>
                <a:lnTo>
                  <a:pt x="668342" y="118334"/>
                </a:lnTo>
                <a:lnTo>
                  <a:pt x="668728" y="118090"/>
                </a:lnTo>
                <a:lnTo>
                  <a:pt x="669110" y="117840"/>
                </a:lnTo>
                <a:lnTo>
                  <a:pt x="669487" y="117569"/>
                </a:lnTo>
                <a:lnTo>
                  <a:pt x="669859" y="117290"/>
                </a:lnTo>
                <a:lnTo>
                  <a:pt x="670224" y="117005"/>
                </a:lnTo>
                <a:lnTo>
                  <a:pt x="670584" y="116713"/>
                </a:lnTo>
                <a:lnTo>
                  <a:pt x="670938" y="116413"/>
                </a:lnTo>
                <a:lnTo>
                  <a:pt x="671286" y="116107"/>
                </a:lnTo>
                <a:lnTo>
                  <a:pt x="671629" y="115793"/>
                </a:lnTo>
                <a:lnTo>
                  <a:pt x="671965" y="115473"/>
                </a:lnTo>
                <a:lnTo>
                  <a:pt x="672295" y="115145"/>
                </a:lnTo>
                <a:lnTo>
                  <a:pt x="672620" y="114811"/>
                </a:lnTo>
                <a:lnTo>
                  <a:pt x="672939" y="114469"/>
                </a:lnTo>
                <a:lnTo>
                  <a:pt x="673252" y="114120"/>
                </a:lnTo>
                <a:lnTo>
                  <a:pt x="673559" y="113765"/>
                </a:lnTo>
                <a:lnTo>
                  <a:pt x="673860" y="113402"/>
                </a:lnTo>
                <a:lnTo>
                  <a:pt x="674155" y="113032"/>
                </a:lnTo>
                <a:lnTo>
                  <a:pt x="674445" y="112655"/>
                </a:lnTo>
                <a:lnTo>
                  <a:pt x="674728" y="112271"/>
                </a:lnTo>
                <a:lnTo>
                  <a:pt x="675006" y="111880"/>
                </a:lnTo>
                <a:lnTo>
                  <a:pt x="675278" y="111482"/>
                </a:lnTo>
                <a:lnTo>
                  <a:pt x="675544" y="111077"/>
                </a:lnTo>
                <a:lnTo>
                  <a:pt x="675804" y="110665"/>
                </a:lnTo>
                <a:lnTo>
                  <a:pt x="676058" y="110246"/>
                </a:lnTo>
                <a:lnTo>
                  <a:pt x="676306" y="109820"/>
                </a:lnTo>
                <a:lnTo>
                  <a:pt x="676549" y="109386"/>
                </a:lnTo>
                <a:lnTo>
                  <a:pt x="676593" y="109833"/>
                </a:lnTo>
                <a:lnTo>
                  <a:pt x="676640" y="110272"/>
                </a:lnTo>
                <a:lnTo>
                  <a:pt x="676691" y="110702"/>
                </a:lnTo>
                <a:lnTo>
                  <a:pt x="676746" y="111124"/>
                </a:lnTo>
                <a:lnTo>
                  <a:pt x="676804" y="111538"/>
                </a:lnTo>
                <a:lnTo>
                  <a:pt x="676866" y="111944"/>
                </a:lnTo>
                <a:lnTo>
                  <a:pt x="676931" y="112341"/>
                </a:lnTo>
                <a:lnTo>
                  <a:pt x="676999" y="112730"/>
                </a:lnTo>
                <a:lnTo>
                  <a:pt x="677072" y="113111"/>
                </a:lnTo>
                <a:lnTo>
                  <a:pt x="677147" y="113484"/>
                </a:lnTo>
                <a:lnTo>
                  <a:pt x="677227" y="113849"/>
                </a:lnTo>
                <a:lnTo>
                  <a:pt x="677309" y="114205"/>
                </a:lnTo>
                <a:lnTo>
                  <a:pt x="677396" y="114553"/>
                </a:lnTo>
                <a:lnTo>
                  <a:pt x="677486" y="114893"/>
                </a:lnTo>
                <a:lnTo>
                  <a:pt x="677579" y="115225"/>
                </a:lnTo>
                <a:lnTo>
                  <a:pt x="677676" y="115548"/>
                </a:lnTo>
                <a:lnTo>
                  <a:pt x="677776" y="115863"/>
                </a:lnTo>
                <a:lnTo>
                  <a:pt x="677880" y="116170"/>
                </a:lnTo>
                <a:lnTo>
                  <a:pt x="677987" y="116469"/>
                </a:lnTo>
                <a:lnTo>
                  <a:pt x="678098" y="116760"/>
                </a:lnTo>
                <a:lnTo>
                  <a:pt x="678213" y="117042"/>
                </a:lnTo>
                <a:lnTo>
                  <a:pt x="678331" y="117316"/>
                </a:lnTo>
                <a:lnTo>
                  <a:pt x="678452" y="117582"/>
                </a:lnTo>
                <a:lnTo>
                  <a:pt x="678577" y="117840"/>
                </a:lnTo>
                <a:lnTo>
                  <a:pt x="678707" y="118090"/>
                </a:lnTo>
                <a:lnTo>
                  <a:pt x="678843" y="118334"/>
                </a:lnTo>
                <a:lnTo>
                  <a:pt x="678984" y="118572"/>
                </a:lnTo>
                <a:lnTo>
                  <a:pt x="679132" y="118803"/>
                </a:lnTo>
                <a:lnTo>
                  <a:pt x="679285" y="119027"/>
                </a:lnTo>
                <a:lnTo>
                  <a:pt x="679444" y="119245"/>
                </a:lnTo>
                <a:lnTo>
                  <a:pt x="679609" y="119457"/>
                </a:lnTo>
                <a:lnTo>
                  <a:pt x="679780" y="119662"/>
                </a:lnTo>
                <a:lnTo>
                  <a:pt x="679956" y="119861"/>
                </a:lnTo>
                <a:lnTo>
                  <a:pt x="680139" y="120053"/>
                </a:lnTo>
                <a:lnTo>
                  <a:pt x="680327" y="120239"/>
                </a:lnTo>
                <a:lnTo>
                  <a:pt x="680522" y="120418"/>
                </a:lnTo>
                <a:lnTo>
                  <a:pt x="680722" y="120591"/>
                </a:lnTo>
                <a:lnTo>
                  <a:pt x="680928" y="120757"/>
                </a:lnTo>
                <a:lnTo>
                  <a:pt x="681140" y="120917"/>
                </a:lnTo>
                <a:lnTo>
                  <a:pt x="681358" y="121071"/>
                </a:lnTo>
                <a:lnTo>
                  <a:pt x="681581" y="121218"/>
                </a:lnTo>
                <a:lnTo>
                  <a:pt x="681811" y="121359"/>
                </a:lnTo>
                <a:lnTo>
                  <a:pt x="682046" y="121493"/>
                </a:lnTo>
                <a:lnTo>
                  <a:pt x="682287" y="121620"/>
                </a:lnTo>
                <a:lnTo>
                  <a:pt x="682535" y="121742"/>
                </a:lnTo>
                <a:lnTo>
                  <a:pt x="682788" y="121856"/>
                </a:lnTo>
                <a:lnTo>
                  <a:pt x="683046" y="121965"/>
                </a:lnTo>
                <a:lnTo>
                  <a:pt x="683311" y="122066"/>
                </a:lnTo>
                <a:lnTo>
                  <a:pt x="683582" y="122177"/>
                </a:lnTo>
                <a:lnTo>
                  <a:pt x="683860" y="122283"/>
                </a:lnTo>
                <a:lnTo>
                  <a:pt x="684143" y="122383"/>
                </a:lnTo>
                <a:lnTo>
                  <a:pt x="684434" y="122480"/>
                </a:lnTo>
                <a:lnTo>
                  <a:pt x="684730" y="122571"/>
                </a:lnTo>
                <a:lnTo>
                  <a:pt x="685034" y="122658"/>
                </a:lnTo>
                <a:lnTo>
                  <a:pt x="685343" y="122740"/>
                </a:lnTo>
                <a:lnTo>
                  <a:pt x="685659" y="122818"/>
                </a:lnTo>
                <a:lnTo>
                  <a:pt x="685982" y="122891"/>
                </a:lnTo>
                <a:lnTo>
                  <a:pt x="686311" y="122959"/>
                </a:lnTo>
                <a:lnTo>
                  <a:pt x="686647" y="123022"/>
                </a:lnTo>
                <a:lnTo>
                  <a:pt x="686988" y="123081"/>
                </a:lnTo>
                <a:lnTo>
                  <a:pt x="687337" y="123135"/>
                </a:lnTo>
                <a:lnTo>
                  <a:pt x="687692" y="123184"/>
                </a:lnTo>
                <a:lnTo>
                  <a:pt x="688053" y="123229"/>
                </a:lnTo>
                <a:lnTo>
                  <a:pt x="688421" y="123269"/>
                </a:lnTo>
                <a:lnTo>
                  <a:pt x="688795" y="123304"/>
                </a:lnTo>
                <a:lnTo>
                  <a:pt x="689176" y="123334"/>
                </a:lnTo>
                <a:lnTo>
                  <a:pt x="689563" y="123360"/>
                </a:lnTo>
                <a:lnTo>
                  <a:pt x="689957" y="123381"/>
                </a:lnTo>
                <a:lnTo>
                  <a:pt x="690357" y="123398"/>
                </a:lnTo>
                <a:lnTo>
                  <a:pt x="690763" y="123410"/>
                </a:lnTo>
                <a:lnTo>
                  <a:pt x="691176" y="123417"/>
                </a:lnTo>
                <a:lnTo>
                  <a:pt x="691596" y="123419"/>
                </a:lnTo>
                <a:lnTo>
                  <a:pt x="691891" y="123418"/>
                </a:lnTo>
                <a:lnTo>
                  <a:pt x="692185" y="123413"/>
                </a:lnTo>
                <a:lnTo>
                  <a:pt x="692478" y="123406"/>
                </a:lnTo>
                <a:lnTo>
                  <a:pt x="692770" y="123396"/>
                </a:lnTo>
                <a:lnTo>
                  <a:pt x="693060" y="123382"/>
                </a:lnTo>
                <a:lnTo>
                  <a:pt x="693350" y="123366"/>
                </a:lnTo>
                <a:lnTo>
                  <a:pt x="693638" y="123347"/>
                </a:lnTo>
                <a:lnTo>
                  <a:pt x="693925" y="123325"/>
                </a:lnTo>
                <a:lnTo>
                  <a:pt x="694211" y="123300"/>
                </a:lnTo>
                <a:lnTo>
                  <a:pt x="694496" y="123272"/>
                </a:lnTo>
                <a:lnTo>
                  <a:pt x="694779" y="123241"/>
                </a:lnTo>
                <a:lnTo>
                  <a:pt x="695061" y="123208"/>
                </a:lnTo>
                <a:lnTo>
                  <a:pt x="695343" y="123171"/>
                </a:lnTo>
                <a:lnTo>
                  <a:pt x="695623" y="123131"/>
                </a:lnTo>
                <a:lnTo>
                  <a:pt x="695901" y="123089"/>
                </a:lnTo>
                <a:lnTo>
                  <a:pt x="696179" y="123043"/>
                </a:lnTo>
                <a:lnTo>
                  <a:pt x="696456" y="122995"/>
                </a:lnTo>
                <a:lnTo>
                  <a:pt x="696731" y="122944"/>
                </a:lnTo>
                <a:lnTo>
                  <a:pt x="697005" y="122889"/>
                </a:lnTo>
                <a:lnTo>
                  <a:pt x="697278" y="122832"/>
                </a:lnTo>
                <a:lnTo>
                  <a:pt x="697550" y="122772"/>
                </a:lnTo>
                <a:lnTo>
                  <a:pt x="697821" y="122709"/>
                </a:lnTo>
                <a:lnTo>
                  <a:pt x="698090" y="122643"/>
                </a:lnTo>
                <a:lnTo>
                  <a:pt x="698358" y="122574"/>
                </a:lnTo>
                <a:lnTo>
                  <a:pt x="698624" y="122502"/>
                </a:lnTo>
                <a:lnTo>
                  <a:pt x="698887" y="122428"/>
                </a:lnTo>
                <a:lnTo>
                  <a:pt x="699145" y="122352"/>
                </a:lnTo>
                <a:lnTo>
                  <a:pt x="699401" y="122273"/>
                </a:lnTo>
                <a:lnTo>
                  <a:pt x="699653" y="122192"/>
                </a:lnTo>
                <a:lnTo>
                  <a:pt x="699901" y="122109"/>
                </a:lnTo>
                <a:lnTo>
                  <a:pt x="700146" y="122023"/>
                </a:lnTo>
                <a:lnTo>
                  <a:pt x="700387" y="121935"/>
                </a:lnTo>
                <a:lnTo>
                  <a:pt x="700625" y="121845"/>
                </a:lnTo>
                <a:lnTo>
                  <a:pt x="700859" y="121752"/>
                </a:lnTo>
                <a:lnTo>
                  <a:pt x="701090" y="121657"/>
                </a:lnTo>
                <a:lnTo>
                  <a:pt x="701317" y="121559"/>
                </a:lnTo>
                <a:lnTo>
                  <a:pt x="701541" y="121459"/>
                </a:lnTo>
                <a:lnTo>
                  <a:pt x="701761" y="121357"/>
                </a:lnTo>
                <a:lnTo>
                  <a:pt x="701977" y="121253"/>
                </a:lnTo>
                <a:lnTo>
                  <a:pt x="702190" y="121146"/>
                </a:lnTo>
                <a:lnTo>
                  <a:pt x="702400" y="121037"/>
                </a:lnTo>
                <a:lnTo>
                  <a:pt x="702606" y="120925"/>
                </a:lnTo>
                <a:lnTo>
                  <a:pt x="702809" y="120811"/>
                </a:lnTo>
                <a:lnTo>
                  <a:pt x="703008" y="120695"/>
                </a:lnTo>
                <a:lnTo>
                  <a:pt x="703203" y="120577"/>
                </a:lnTo>
                <a:lnTo>
                  <a:pt x="703395" y="120456"/>
                </a:lnTo>
                <a:lnTo>
                  <a:pt x="703583" y="120332"/>
                </a:lnTo>
                <a:lnTo>
                  <a:pt x="703768" y="120207"/>
                </a:lnTo>
                <a:lnTo>
                  <a:pt x="703768" y="109217"/>
                </a:lnTo>
                <a:lnTo>
                  <a:pt x="703527" y="109383"/>
                </a:lnTo>
                <a:lnTo>
                  <a:pt x="703282" y="109541"/>
                </a:lnTo>
                <a:lnTo>
                  <a:pt x="703034" y="109693"/>
                </a:lnTo>
                <a:lnTo>
                  <a:pt x="702782" y="109837"/>
                </a:lnTo>
                <a:lnTo>
                  <a:pt x="702527" y="109975"/>
                </a:lnTo>
                <a:lnTo>
                  <a:pt x="702268" y="110105"/>
                </a:lnTo>
                <a:lnTo>
                  <a:pt x="702006" y="110228"/>
                </a:lnTo>
                <a:lnTo>
                  <a:pt x="701740" y="110344"/>
                </a:lnTo>
                <a:lnTo>
                  <a:pt x="701470" y="110454"/>
                </a:lnTo>
                <a:lnTo>
                  <a:pt x="701197" y="110556"/>
                </a:lnTo>
                <a:lnTo>
                  <a:pt x="700921" y="110651"/>
                </a:lnTo>
                <a:lnTo>
                  <a:pt x="700641" y="110739"/>
                </a:lnTo>
                <a:lnTo>
                  <a:pt x="700357" y="110820"/>
                </a:lnTo>
                <a:lnTo>
                  <a:pt x="700070" y="110894"/>
                </a:lnTo>
                <a:lnTo>
                  <a:pt x="699779" y="110961"/>
                </a:lnTo>
                <a:lnTo>
                  <a:pt x="699485" y="111021"/>
                </a:lnTo>
                <a:lnTo>
                  <a:pt x="699188" y="111074"/>
                </a:lnTo>
                <a:lnTo>
                  <a:pt x="698887" y="111119"/>
                </a:lnTo>
                <a:lnTo>
                  <a:pt x="698582" y="111158"/>
                </a:lnTo>
                <a:lnTo>
                  <a:pt x="698274" y="111190"/>
                </a:lnTo>
                <a:lnTo>
                  <a:pt x="697962" y="111214"/>
                </a:lnTo>
                <a:lnTo>
                  <a:pt x="697647" y="111232"/>
                </a:lnTo>
                <a:lnTo>
                  <a:pt x="697328" y="111243"/>
                </a:lnTo>
                <a:lnTo>
                  <a:pt x="697006" y="111246"/>
                </a:lnTo>
                <a:lnTo>
                  <a:pt x="696824" y="111244"/>
                </a:lnTo>
                <a:lnTo>
                  <a:pt x="696645" y="111238"/>
                </a:lnTo>
                <a:lnTo>
                  <a:pt x="696469" y="111228"/>
                </a:lnTo>
                <a:lnTo>
                  <a:pt x="696297" y="111213"/>
                </a:lnTo>
                <a:lnTo>
                  <a:pt x="696127" y="111195"/>
                </a:lnTo>
                <a:lnTo>
                  <a:pt x="695960" y="111172"/>
                </a:lnTo>
                <a:lnTo>
                  <a:pt x="695796" y="111146"/>
                </a:lnTo>
                <a:lnTo>
                  <a:pt x="695634" y="111115"/>
                </a:lnTo>
                <a:lnTo>
                  <a:pt x="695476" y="111080"/>
                </a:lnTo>
                <a:lnTo>
                  <a:pt x="695321" y="111041"/>
                </a:lnTo>
                <a:lnTo>
                  <a:pt x="695169" y="110998"/>
                </a:lnTo>
                <a:lnTo>
                  <a:pt x="695019" y="110950"/>
                </a:lnTo>
                <a:lnTo>
                  <a:pt x="694873" y="110899"/>
                </a:lnTo>
                <a:lnTo>
                  <a:pt x="694729" y="110843"/>
                </a:lnTo>
                <a:lnTo>
                  <a:pt x="694589" y="110784"/>
                </a:lnTo>
                <a:lnTo>
                  <a:pt x="694451" y="110720"/>
                </a:lnTo>
                <a:lnTo>
                  <a:pt x="694316" y="110652"/>
                </a:lnTo>
                <a:lnTo>
                  <a:pt x="694184" y="110580"/>
                </a:lnTo>
                <a:lnTo>
                  <a:pt x="694056" y="110504"/>
                </a:lnTo>
                <a:lnTo>
                  <a:pt x="693930" y="110424"/>
                </a:lnTo>
                <a:lnTo>
                  <a:pt x="693807" y="110340"/>
                </a:lnTo>
                <a:lnTo>
                  <a:pt x="693687" y="110252"/>
                </a:lnTo>
                <a:lnTo>
                  <a:pt x="693569" y="110159"/>
                </a:lnTo>
                <a:lnTo>
                  <a:pt x="693455" y="110063"/>
                </a:lnTo>
                <a:lnTo>
                  <a:pt x="693345" y="109961"/>
                </a:lnTo>
                <a:lnTo>
                  <a:pt x="693239" y="109855"/>
                </a:lnTo>
                <a:lnTo>
                  <a:pt x="693138" y="109743"/>
                </a:lnTo>
                <a:lnTo>
                  <a:pt x="693042" y="109626"/>
                </a:lnTo>
                <a:lnTo>
                  <a:pt x="692950" y="109504"/>
                </a:lnTo>
                <a:lnTo>
                  <a:pt x="692864" y="109376"/>
                </a:lnTo>
                <a:lnTo>
                  <a:pt x="692781" y="109243"/>
                </a:lnTo>
                <a:lnTo>
                  <a:pt x="692704" y="109105"/>
                </a:lnTo>
                <a:lnTo>
                  <a:pt x="692631" y="108961"/>
                </a:lnTo>
                <a:lnTo>
                  <a:pt x="692563" y="108812"/>
                </a:lnTo>
                <a:lnTo>
                  <a:pt x="692500" y="108658"/>
                </a:lnTo>
                <a:lnTo>
                  <a:pt x="692441" y="108499"/>
                </a:lnTo>
                <a:lnTo>
                  <a:pt x="692387" y="108334"/>
                </a:lnTo>
                <a:lnTo>
                  <a:pt x="692338" y="108164"/>
                </a:lnTo>
                <a:lnTo>
                  <a:pt x="692293" y="107989"/>
                </a:lnTo>
                <a:lnTo>
                  <a:pt x="692253" y="107808"/>
                </a:lnTo>
                <a:lnTo>
                  <a:pt x="692218" y="107623"/>
                </a:lnTo>
                <a:lnTo>
                  <a:pt x="692187" y="107432"/>
                </a:lnTo>
                <a:lnTo>
                  <a:pt x="692162" y="107235"/>
                </a:lnTo>
                <a:lnTo>
                  <a:pt x="692140" y="107034"/>
                </a:lnTo>
                <a:lnTo>
                  <a:pt x="692124" y="106827"/>
                </a:lnTo>
                <a:lnTo>
                  <a:pt x="692112" y="106614"/>
                </a:lnTo>
                <a:lnTo>
                  <a:pt x="692105" y="106397"/>
                </a:lnTo>
                <a:lnTo>
                  <a:pt x="692103" y="106174"/>
                </a:lnTo>
                <a:lnTo>
                  <a:pt x="692103" y="60357"/>
                </a:lnTo>
                <a:lnTo>
                  <a:pt x="692088" y="59242"/>
                </a:lnTo>
                <a:lnTo>
                  <a:pt x="692042" y="58151"/>
                </a:lnTo>
                <a:lnTo>
                  <a:pt x="691965" y="57084"/>
                </a:lnTo>
                <a:lnTo>
                  <a:pt x="691859" y="56041"/>
                </a:lnTo>
                <a:lnTo>
                  <a:pt x="691721" y="55022"/>
                </a:lnTo>
                <a:lnTo>
                  <a:pt x="691553" y="54028"/>
                </a:lnTo>
                <a:lnTo>
                  <a:pt x="691355" y="53057"/>
                </a:lnTo>
                <a:lnTo>
                  <a:pt x="691126" y="52110"/>
                </a:lnTo>
                <a:lnTo>
                  <a:pt x="690866" y="51188"/>
                </a:lnTo>
                <a:lnTo>
                  <a:pt x="690576" y="50289"/>
                </a:lnTo>
                <a:lnTo>
                  <a:pt x="690256" y="49415"/>
                </a:lnTo>
                <a:lnTo>
                  <a:pt x="689905" y="48565"/>
                </a:lnTo>
                <a:lnTo>
                  <a:pt x="689523" y="47738"/>
                </a:lnTo>
                <a:lnTo>
                  <a:pt x="689111" y="46936"/>
                </a:lnTo>
                <a:lnTo>
                  <a:pt x="688669" y="46158"/>
                </a:lnTo>
                <a:lnTo>
                  <a:pt x="688195" y="45404"/>
                </a:lnTo>
                <a:lnTo>
                  <a:pt x="687692" y="44674"/>
                </a:lnTo>
                <a:lnTo>
                  <a:pt x="687158" y="43968"/>
                </a:lnTo>
                <a:lnTo>
                  <a:pt x="686593" y="43286"/>
                </a:lnTo>
                <a:lnTo>
                  <a:pt x="685998" y="42628"/>
                </a:lnTo>
                <a:lnTo>
                  <a:pt x="685372" y="41995"/>
                </a:lnTo>
                <a:lnTo>
                  <a:pt x="684715" y="41385"/>
                </a:lnTo>
                <a:lnTo>
                  <a:pt x="684029" y="40799"/>
                </a:lnTo>
                <a:lnTo>
                  <a:pt x="683311" y="40238"/>
                </a:lnTo>
                <a:lnTo>
                  <a:pt x="682578" y="39700"/>
                </a:lnTo>
                <a:lnTo>
                  <a:pt x="681815" y="39185"/>
                </a:lnTo>
                <a:lnTo>
                  <a:pt x="681024" y="38693"/>
                </a:lnTo>
                <a:lnTo>
                  <a:pt x="680202" y="38223"/>
                </a:lnTo>
                <a:lnTo>
                  <a:pt x="679352" y="37777"/>
                </a:lnTo>
                <a:lnTo>
                  <a:pt x="678472" y="37353"/>
                </a:lnTo>
                <a:lnTo>
                  <a:pt x="677562" y="36953"/>
                </a:lnTo>
                <a:lnTo>
                  <a:pt x="676624" y="36575"/>
                </a:lnTo>
                <a:lnTo>
                  <a:pt x="675656" y="36220"/>
                </a:lnTo>
                <a:lnTo>
                  <a:pt x="674658" y="35888"/>
                </a:lnTo>
                <a:lnTo>
                  <a:pt x="673632" y="35579"/>
                </a:lnTo>
                <a:lnTo>
                  <a:pt x="672576" y="35293"/>
                </a:lnTo>
                <a:lnTo>
                  <a:pt x="671490" y="35029"/>
                </a:lnTo>
                <a:lnTo>
                  <a:pt x="670375" y="34789"/>
                </a:lnTo>
                <a:lnTo>
                  <a:pt x="669231" y="34572"/>
                </a:lnTo>
                <a:lnTo>
                  <a:pt x="668058" y="34377"/>
                </a:lnTo>
                <a:lnTo>
                  <a:pt x="666855" y="34205"/>
                </a:lnTo>
                <a:lnTo>
                  <a:pt x="665623" y="34056"/>
                </a:lnTo>
                <a:lnTo>
                  <a:pt x="664361" y="33931"/>
                </a:lnTo>
                <a:lnTo>
                  <a:pt x="663070" y="33828"/>
                </a:lnTo>
                <a:lnTo>
                  <a:pt x="661750" y="33747"/>
                </a:lnTo>
                <a:lnTo>
                  <a:pt x="660400" y="33690"/>
                </a:lnTo>
                <a:lnTo>
                  <a:pt x="659021" y="33656"/>
                </a:lnTo>
                <a:lnTo>
                  <a:pt x="657613" y="33644"/>
                </a:lnTo>
                <a:lnTo>
                  <a:pt x="656286" y="33656"/>
                </a:lnTo>
                <a:lnTo>
                  <a:pt x="654981" y="33690"/>
                </a:lnTo>
                <a:lnTo>
                  <a:pt x="653698" y="33747"/>
                </a:lnTo>
                <a:lnTo>
                  <a:pt x="652438" y="33828"/>
                </a:lnTo>
                <a:lnTo>
                  <a:pt x="651200" y="33931"/>
                </a:lnTo>
                <a:lnTo>
                  <a:pt x="649984" y="34056"/>
                </a:lnTo>
                <a:lnTo>
                  <a:pt x="648791" y="34205"/>
                </a:lnTo>
                <a:lnTo>
                  <a:pt x="647619" y="34377"/>
                </a:lnTo>
                <a:lnTo>
                  <a:pt x="646471" y="34572"/>
                </a:lnTo>
                <a:lnTo>
                  <a:pt x="645344" y="34789"/>
                </a:lnTo>
                <a:lnTo>
                  <a:pt x="644240" y="35029"/>
                </a:lnTo>
                <a:lnTo>
                  <a:pt x="643158" y="35293"/>
                </a:lnTo>
                <a:lnTo>
                  <a:pt x="642098" y="35579"/>
                </a:lnTo>
                <a:lnTo>
                  <a:pt x="641061" y="35888"/>
                </a:lnTo>
                <a:lnTo>
                  <a:pt x="640046" y="36220"/>
                </a:lnTo>
                <a:lnTo>
                  <a:pt x="639053" y="36575"/>
                </a:lnTo>
                <a:lnTo>
                  <a:pt x="638083" y="36953"/>
                </a:lnTo>
                <a:lnTo>
                  <a:pt x="637135" y="37353"/>
                </a:lnTo>
                <a:lnTo>
                  <a:pt x="636209" y="37777"/>
                </a:lnTo>
                <a:lnTo>
                  <a:pt x="635306" y="38223"/>
                </a:lnTo>
                <a:lnTo>
                  <a:pt x="634425" y="38693"/>
                </a:lnTo>
                <a:lnTo>
                  <a:pt x="633566" y="39185"/>
                </a:lnTo>
                <a:lnTo>
                  <a:pt x="632729" y="39700"/>
                </a:lnTo>
                <a:lnTo>
                  <a:pt x="631915" y="40238"/>
                </a:lnTo>
                <a:lnTo>
                  <a:pt x="631142" y="40795"/>
                </a:lnTo>
                <a:lnTo>
                  <a:pt x="630403" y="41369"/>
                </a:lnTo>
                <a:lnTo>
                  <a:pt x="629696" y="41958"/>
                </a:lnTo>
                <a:lnTo>
                  <a:pt x="629022" y="42563"/>
                </a:lnTo>
                <a:lnTo>
                  <a:pt x="628381" y="43183"/>
                </a:lnTo>
                <a:lnTo>
                  <a:pt x="627773" y="43820"/>
                </a:lnTo>
                <a:lnTo>
                  <a:pt x="627197" y="44473"/>
                </a:lnTo>
                <a:lnTo>
                  <a:pt x="626655" y="45141"/>
                </a:lnTo>
                <a:lnTo>
                  <a:pt x="626145" y="45825"/>
                </a:lnTo>
                <a:lnTo>
                  <a:pt x="625669" y="46525"/>
                </a:lnTo>
                <a:lnTo>
                  <a:pt x="625225" y="47241"/>
                </a:lnTo>
                <a:lnTo>
                  <a:pt x="624814" y="47973"/>
                </a:lnTo>
                <a:lnTo>
                  <a:pt x="624436" y="48720"/>
                </a:lnTo>
                <a:lnTo>
                  <a:pt x="624091" y="49484"/>
                </a:lnTo>
                <a:lnTo>
                  <a:pt x="623779" y="50263"/>
                </a:lnTo>
                <a:lnTo>
                  <a:pt x="623499" y="51058"/>
                </a:lnTo>
                <a:lnTo>
                  <a:pt x="623253" y="51869"/>
                </a:lnTo>
                <a:lnTo>
                  <a:pt x="623039" y="52696"/>
                </a:lnTo>
                <a:lnTo>
                  <a:pt x="622858" y="53539"/>
                </a:lnTo>
                <a:lnTo>
                  <a:pt x="622710" y="54397"/>
                </a:lnTo>
                <a:lnTo>
                  <a:pt x="622595" y="55272"/>
                </a:lnTo>
                <a:lnTo>
                  <a:pt x="622513" y="56162"/>
                </a:lnTo>
                <a:lnTo>
                  <a:pt x="622464" y="57068"/>
                </a:lnTo>
                <a:lnTo>
                  <a:pt x="622447" y="57990"/>
                </a:lnTo>
                <a:lnTo>
                  <a:pt x="622447" y="58017"/>
                </a:lnTo>
                <a:lnTo>
                  <a:pt x="622446" y="58042"/>
                </a:lnTo>
                <a:lnTo>
                  <a:pt x="622444" y="58064"/>
                </a:lnTo>
                <a:lnTo>
                  <a:pt x="622442" y="58084"/>
                </a:lnTo>
                <a:lnTo>
                  <a:pt x="622440" y="58102"/>
                </a:lnTo>
                <a:lnTo>
                  <a:pt x="622437" y="58117"/>
                </a:lnTo>
                <a:lnTo>
                  <a:pt x="622433" y="58130"/>
                </a:lnTo>
                <a:lnTo>
                  <a:pt x="622428" y="58140"/>
                </a:lnTo>
                <a:lnTo>
                  <a:pt x="622423" y="58149"/>
                </a:lnTo>
                <a:lnTo>
                  <a:pt x="622418" y="58154"/>
                </a:lnTo>
                <a:lnTo>
                  <a:pt x="622412" y="58158"/>
                </a:lnTo>
                <a:lnTo>
                  <a:pt x="622405" y="58159"/>
                </a:lnTo>
                <a:lnTo>
                  <a:pt x="622398" y="58158"/>
                </a:lnTo>
                <a:lnTo>
                  <a:pt x="622390" y="58154"/>
                </a:lnTo>
                <a:lnTo>
                  <a:pt x="622381" y="58149"/>
                </a:lnTo>
                <a:lnTo>
                  <a:pt x="622372" y="58140"/>
                </a:lnTo>
                <a:lnTo>
                  <a:pt x="622362" y="58130"/>
                </a:lnTo>
                <a:lnTo>
                  <a:pt x="622352" y="58117"/>
                </a:lnTo>
                <a:lnTo>
                  <a:pt x="622341" y="58102"/>
                </a:lnTo>
                <a:lnTo>
                  <a:pt x="622330" y="58084"/>
                </a:lnTo>
                <a:lnTo>
                  <a:pt x="622318" y="58064"/>
                </a:lnTo>
                <a:lnTo>
                  <a:pt x="622305" y="58042"/>
                </a:lnTo>
                <a:lnTo>
                  <a:pt x="622292" y="58017"/>
                </a:lnTo>
                <a:lnTo>
                  <a:pt x="622278" y="57990"/>
                </a:lnTo>
                <a:lnTo>
                  <a:pt x="622278" y="58025"/>
                </a:lnTo>
                <a:lnTo>
                  <a:pt x="622278" y="58090"/>
                </a:lnTo>
                <a:lnTo>
                  <a:pt x="622278" y="58159"/>
                </a:lnTo>
                <a:lnTo>
                  <a:pt x="622292" y="58233"/>
                </a:lnTo>
                <a:lnTo>
                  <a:pt x="622307" y="58313"/>
                </a:lnTo>
                <a:close/>
                <a:moveTo>
                  <a:pt x="649273" y="111268"/>
                </a:moveTo>
                <a:lnTo>
                  <a:pt x="648663" y="111204"/>
                </a:lnTo>
                <a:lnTo>
                  <a:pt x="648068" y="111128"/>
                </a:lnTo>
                <a:lnTo>
                  <a:pt x="647488" y="111040"/>
                </a:lnTo>
                <a:lnTo>
                  <a:pt x="646922" y="110940"/>
                </a:lnTo>
                <a:lnTo>
                  <a:pt x="646371" y="110828"/>
                </a:lnTo>
                <a:lnTo>
                  <a:pt x="645835" y="110705"/>
                </a:lnTo>
                <a:lnTo>
                  <a:pt x="645313" y="110570"/>
                </a:lnTo>
                <a:lnTo>
                  <a:pt x="644807" y="110423"/>
                </a:lnTo>
                <a:lnTo>
                  <a:pt x="644314" y="110265"/>
                </a:lnTo>
                <a:lnTo>
                  <a:pt x="643837" y="110094"/>
                </a:lnTo>
                <a:lnTo>
                  <a:pt x="643374" y="109912"/>
                </a:lnTo>
                <a:lnTo>
                  <a:pt x="642926" y="109719"/>
                </a:lnTo>
                <a:lnTo>
                  <a:pt x="642492" y="109513"/>
                </a:lnTo>
                <a:lnTo>
                  <a:pt x="642073" y="109296"/>
                </a:lnTo>
                <a:lnTo>
                  <a:pt x="641669" y="109067"/>
                </a:lnTo>
                <a:lnTo>
                  <a:pt x="641280" y="108826"/>
                </a:lnTo>
                <a:lnTo>
                  <a:pt x="640905" y="108574"/>
                </a:lnTo>
                <a:lnTo>
                  <a:pt x="640545" y="108310"/>
                </a:lnTo>
                <a:lnTo>
                  <a:pt x="640199" y="108034"/>
                </a:lnTo>
                <a:lnTo>
                  <a:pt x="639882" y="107746"/>
                </a:lnTo>
                <a:lnTo>
                  <a:pt x="639578" y="107447"/>
                </a:lnTo>
                <a:lnTo>
                  <a:pt x="639288" y="107136"/>
                </a:lnTo>
                <a:lnTo>
                  <a:pt x="639011" y="106813"/>
                </a:lnTo>
                <a:lnTo>
                  <a:pt x="638748" y="106478"/>
                </a:lnTo>
                <a:lnTo>
                  <a:pt x="638498" y="106132"/>
                </a:lnTo>
                <a:lnTo>
                  <a:pt x="638262" y="105774"/>
                </a:lnTo>
                <a:lnTo>
                  <a:pt x="638039" y="105404"/>
                </a:lnTo>
                <a:lnTo>
                  <a:pt x="637830" y="105022"/>
                </a:lnTo>
                <a:lnTo>
                  <a:pt x="637634" y="104629"/>
                </a:lnTo>
                <a:lnTo>
                  <a:pt x="637452" y="104224"/>
                </a:lnTo>
                <a:lnTo>
                  <a:pt x="637283" y="103807"/>
                </a:lnTo>
                <a:lnTo>
                  <a:pt x="637127" y="103379"/>
                </a:lnTo>
                <a:lnTo>
                  <a:pt x="636986" y="102938"/>
                </a:lnTo>
                <a:lnTo>
                  <a:pt x="636857" y="102486"/>
                </a:lnTo>
                <a:lnTo>
                  <a:pt x="636743" y="102023"/>
                </a:lnTo>
                <a:lnTo>
                  <a:pt x="636641" y="101547"/>
                </a:lnTo>
                <a:lnTo>
                  <a:pt x="636554" y="101060"/>
                </a:lnTo>
                <a:lnTo>
                  <a:pt x="636479" y="100561"/>
                </a:lnTo>
                <a:lnTo>
                  <a:pt x="636419" y="100050"/>
                </a:lnTo>
                <a:lnTo>
                  <a:pt x="636371" y="99528"/>
                </a:lnTo>
                <a:lnTo>
                  <a:pt x="636338" y="98994"/>
                </a:lnTo>
                <a:lnTo>
                  <a:pt x="636317" y="98448"/>
                </a:lnTo>
                <a:lnTo>
                  <a:pt x="636311" y="97890"/>
                </a:lnTo>
                <a:lnTo>
                  <a:pt x="636317" y="97346"/>
                </a:lnTo>
                <a:lnTo>
                  <a:pt x="636335" y="96812"/>
                </a:lnTo>
                <a:lnTo>
                  <a:pt x="636366" y="96289"/>
                </a:lnTo>
                <a:lnTo>
                  <a:pt x="636409" y="95777"/>
                </a:lnTo>
                <a:lnTo>
                  <a:pt x="636465" y="95275"/>
                </a:lnTo>
                <a:lnTo>
                  <a:pt x="636532" y="94783"/>
                </a:lnTo>
                <a:lnTo>
                  <a:pt x="636613" y="94302"/>
                </a:lnTo>
                <a:lnTo>
                  <a:pt x="636705" y="93832"/>
                </a:lnTo>
                <a:lnTo>
                  <a:pt x="636810" y="93373"/>
                </a:lnTo>
                <a:lnTo>
                  <a:pt x="636927" y="92924"/>
                </a:lnTo>
                <a:lnTo>
                  <a:pt x="637056" y="92485"/>
                </a:lnTo>
                <a:lnTo>
                  <a:pt x="637198" y="92057"/>
                </a:lnTo>
                <a:lnTo>
                  <a:pt x="637352" y="91640"/>
                </a:lnTo>
                <a:lnTo>
                  <a:pt x="637519" y="91233"/>
                </a:lnTo>
                <a:lnTo>
                  <a:pt x="637697" y="90837"/>
                </a:lnTo>
                <a:lnTo>
                  <a:pt x="637889" y="90451"/>
                </a:lnTo>
                <a:lnTo>
                  <a:pt x="638092" y="90076"/>
                </a:lnTo>
                <a:lnTo>
                  <a:pt x="638308" y="89711"/>
                </a:lnTo>
                <a:lnTo>
                  <a:pt x="638536" y="89357"/>
                </a:lnTo>
                <a:lnTo>
                  <a:pt x="638776" y="89014"/>
                </a:lnTo>
                <a:lnTo>
                  <a:pt x="639029" y="88681"/>
                </a:lnTo>
                <a:lnTo>
                  <a:pt x="639294" y="88359"/>
                </a:lnTo>
                <a:lnTo>
                  <a:pt x="639571" y="88047"/>
                </a:lnTo>
                <a:lnTo>
                  <a:pt x="639861" y="87746"/>
                </a:lnTo>
                <a:lnTo>
                  <a:pt x="640179" y="87440"/>
                </a:lnTo>
                <a:lnTo>
                  <a:pt x="640514" y="87141"/>
                </a:lnTo>
                <a:lnTo>
                  <a:pt x="640865" y="86850"/>
                </a:lnTo>
                <a:lnTo>
                  <a:pt x="641232" y="86567"/>
                </a:lnTo>
                <a:lnTo>
                  <a:pt x="641616" y="86291"/>
                </a:lnTo>
                <a:lnTo>
                  <a:pt x="642017" y="86023"/>
                </a:lnTo>
                <a:lnTo>
                  <a:pt x="642433" y="85763"/>
                </a:lnTo>
                <a:lnTo>
                  <a:pt x="642867" y="85510"/>
                </a:lnTo>
                <a:lnTo>
                  <a:pt x="643316" y="85265"/>
                </a:lnTo>
                <a:lnTo>
                  <a:pt x="643782" y="85028"/>
                </a:lnTo>
                <a:lnTo>
                  <a:pt x="644265" y="84798"/>
                </a:lnTo>
                <a:lnTo>
                  <a:pt x="644764" y="84576"/>
                </a:lnTo>
                <a:lnTo>
                  <a:pt x="645279" y="84361"/>
                </a:lnTo>
                <a:lnTo>
                  <a:pt x="645811" y="84154"/>
                </a:lnTo>
                <a:lnTo>
                  <a:pt x="646360" y="83955"/>
                </a:lnTo>
                <a:lnTo>
                  <a:pt x="646924" y="83763"/>
                </a:lnTo>
                <a:lnTo>
                  <a:pt x="647505" y="83579"/>
                </a:lnTo>
                <a:lnTo>
                  <a:pt x="648103" y="83403"/>
                </a:lnTo>
                <a:lnTo>
                  <a:pt x="648717" y="83234"/>
                </a:lnTo>
                <a:lnTo>
                  <a:pt x="649348" y="83073"/>
                </a:lnTo>
                <a:lnTo>
                  <a:pt x="649994" y="82920"/>
                </a:lnTo>
                <a:lnTo>
                  <a:pt x="650658" y="82774"/>
                </a:lnTo>
                <a:lnTo>
                  <a:pt x="651338" y="82635"/>
                </a:lnTo>
                <a:lnTo>
                  <a:pt x="652034" y="82505"/>
                </a:lnTo>
                <a:lnTo>
                  <a:pt x="652763" y="82367"/>
                </a:lnTo>
                <a:lnTo>
                  <a:pt x="653512" y="82235"/>
                </a:lnTo>
                <a:lnTo>
                  <a:pt x="654282" y="82109"/>
                </a:lnTo>
                <a:lnTo>
                  <a:pt x="655072" y="81988"/>
                </a:lnTo>
                <a:lnTo>
                  <a:pt x="655883" y="81874"/>
                </a:lnTo>
                <a:lnTo>
                  <a:pt x="656715" y="81765"/>
                </a:lnTo>
                <a:lnTo>
                  <a:pt x="657567" y="81662"/>
                </a:lnTo>
                <a:lnTo>
                  <a:pt x="658440" y="81566"/>
                </a:lnTo>
                <a:lnTo>
                  <a:pt x="659333" y="81475"/>
                </a:lnTo>
                <a:lnTo>
                  <a:pt x="660247" y="81389"/>
                </a:lnTo>
                <a:lnTo>
                  <a:pt x="661181" y="81310"/>
                </a:lnTo>
                <a:lnTo>
                  <a:pt x="662136" y="81237"/>
                </a:lnTo>
                <a:lnTo>
                  <a:pt x="663111" y="81169"/>
                </a:lnTo>
                <a:lnTo>
                  <a:pt x="664107" y="81108"/>
                </a:lnTo>
                <a:lnTo>
                  <a:pt x="665123" y="81052"/>
                </a:lnTo>
                <a:lnTo>
                  <a:pt x="666160" y="81002"/>
                </a:lnTo>
                <a:lnTo>
                  <a:pt x="667218" y="80958"/>
                </a:lnTo>
                <a:lnTo>
                  <a:pt x="668296" y="80920"/>
                </a:lnTo>
                <a:lnTo>
                  <a:pt x="669395" y="80887"/>
                </a:lnTo>
                <a:lnTo>
                  <a:pt x="670514" y="80861"/>
                </a:lnTo>
                <a:lnTo>
                  <a:pt x="671654" y="80841"/>
                </a:lnTo>
                <a:lnTo>
                  <a:pt x="672814" y="80826"/>
                </a:lnTo>
                <a:lnTo>
                  <a:pt x="673995" y="80817"/>
                </a:lnTo>
                <a:lnTo>
                  <a:pt x="675196" y="80814"/>
                </a:lnTo>
                <a:lnTo>
                  <a:pt x="675196" y="86055"/>
                </a:lnTo>
                <a:lnTo>
                  <a:pt x="675192" y="86645"/>
                </a:lnTo>
                <a:lnTo>
                  <a:pt x="675178" y="87229"/>
                </a:lnTo>
                <a:lnTo>
                  <a:pt x="675156" y="87809"/>
                </a:lnTo>
                <a:lnTo>
                  <a:pt x="675126" y="88385"/>
                </a:lnTo>
                <a:lnTo>
                  <a:pt x="675086" y="88955"/>
                </a:lnTo>
                <a:lnTo>
                  <a:pt x="675038" y="89521"/>
                </a:lnTo>
                <a:lnTo>
                  <a:pt x="674980" y="90082"/>
                </a:lnTo>
                <a:lnTo>
                  <a:pt x="674914" y="90639"/>
                </a:lnTo>
                <a:lnTo>
                  <a:pt x="674839" y="91191"/>
                </a:lnTo>
                <a:lnTo>
                  <a:pt x="674756" y="91738"/>
                </a:lnTo>
                <a:lnTo>
                  <a:pt x="674663" y="92280"/>
                </a:lnTo>
                <a:lnTo>
                  <a:pt x="674562" y="92818"/>
                </a:lnTo>
                <a:lnTo>
                  <a:pt x="674452" y="93351"/>
                </a:lnTo>
                <a:lnTo>
                  <a:pt x="674333" y="93879"/>
                </a:lnTo>
                <a:lnTo>
                  <a:pt x="674205" y="94403"/>
                </a:lnTo>
                <a:lnTo>
                  <a:pt x="674069" y="94922"/>
                </a:lnTo>
                <a:lnTo>
                  <a:pt x="673924" y="95436"/>
                </a:lnTo>
                <a:lnTo>
                  <a:pt x="673770" y="95946"/>
                </a:lnTo>
                <a:lnTo>
                  <a:pt x="673607" y="96450"/>
                </a:lnTo>
                <a:lnTo>
                  <a:pt x="673435" y="96951"/>
                </a:lnTo>
                <a:lnTo>
                  <a:pt x="673254" y="97446"/>
                </a:lnTo>
                <a:lnTo>
                  <a:pt x="673065" y="97937"/>
                </a:lnTo>
                <a:lnTo>
                  <a:pt x="672867" y="98423"/>
                </a:lnTo>
                <a:lnTo>
                  <a:pt x="672660" y="98904"/>
                </a:lnTo>
                <a:lnTo>
                  <a:pt x="672458" y="99379"/>
                </a:lnTo>
                <a:lnTo>
                  <a:pt x="672247" y="99846"/>
                </a:lnTo>
                <a:lnTo>
                  <a:pt x="672026" y="100304"/>
                </a:lnTo>
                <a:lnTo>
                  <a:pt x="671796" y="100755"/>
                </a:lnTo>
                <a:lnTo>
                  <a:pt x="671556" y="101197"/>
                </a:lnTo>
                <a:lnTo>
                  <a:pt x="671308" y="101630"/>
                </a:lnTo>
                <a:lnTo>
                  <a:pt x="671049" y="102056"/>
                </a:lnTo>
                <a:lnTo>
                  <a:pt x="670782" y="102473"/>
                </a:lnTo>
                <a:lnTo>
                  <a:pt x="670504" y="102883"/>
                </a:lnTo>
                <a:lnTo>
                  <a:pt x="670218" y="103284"/>
                </a:lnTo>
                <a:lnTo>
                  <a:pt x="669922" y="103676"/>
                </a:lnTo>
                <a:lnTo>
                  <a:pt x="669617" y="104061"/>
                </a:lnTo>
                <a:lnTo>
                  <a:pt x="669302" y="104437"/>
                </a:lnTo>
                <a:lnTo>
                  <a:pt x="668978" y="104805"/>
                </a:lnTo>
                <a:lnTo>
                  <a:pt x="668645" y="105165"/>
                </a:lnTo>
                <a:lnTo>
                  <a:pt x="668302" y="105517"/>
                </a:lnTo>
                <a:lnTo>
                  <a:pt x="667950" y="105860"/>
                </a:lnTo>
                <a:lnTo>
                  <a:pt x="667588" y="106195"/>
                </a:lnTo>
                <a:lnTo>
                  <a:pt x="667217" y="106522"/>
                </a:lnTo>
                <a:lnTo>
                  <a:pt x="666837" y="106841"/>
                </a:lnTo>
                <a:lnTo>
                  <a:pt x="666447" y="107152"/>
                </a:lnTo>
                <a:lnTo>
                  <a:pt x="666048" y="107454"/>
                </a:lnTo>
                <a:lnTo>
                  <a:pt x="665639" y="107748"/>
                </a:lnTo>
                <a:lnTo>
                  <a:pt x="665221" y="108034"/>
                </a:lnTo>
                <a:lnTo>
                  <a:pt x="664808" y="108310"/>
                </a:lnTo>
                <a:lnTo>
                  <a:pt x="664384" y="108574"/>
                </a:lnTo>
                <a:lnTo>
                  <a:pt x="663950" y="108826"/>
                </a:lnTo>
                <a:lnTo>
                  <a:pt x="663507" y="109067"/>
                </a:lnTo>
                <a:lnTo>
                  <a:pt x="663053" y="109296"/>
                </a:lnTo>
                <a:lnTo>
                  <a:pt x="662590" y="109513"/>
                </a:lnTo>
                <a:lnTo>
                  <a:pt x="662117" y="109719"/>
                </a:lnTo>
                <a:lnTo>
                  <a:pt x="661633" y="109912"/>
                </a:lnTo>
                <a:lnTo>
                  <a:pt x="661140" y="110094"/>
                </a:lnTo>
                <a:lnTo>
                  <a:pt x="660636" y="110265"/>
                </a:lnTo>
                <a:lnTo>
                  <a:pt x="660123" y="110423"/>
                </a:lnTo>
                <a:lnTo>
                  <a:pt x="659600" y="110570"/>
                </a:lnTo>
                <a:lnTo>
                  <a:pt x="659066" y="110705"/>
                </a:lnTo>
                <a:lnTo>
                  <a:pt x="658523" y="110828"/>
                </a:lnTo>
                <a:lnTo>
                  <a:pt x="657970" y="110940"/>
                </a:lnTo>
                <a:lnTo>
                  <a:pt x="657406" y="111040"/>
                </a:lnTo>
                <a:lnTo>
                  <a:pt x="656833" y="111128"/>
                </a:lnTo>
                <a:lnTo>
                  <a:pt x="656250" y="111204"/>
                </a:lnTo>
                <a:lnTo>
                  <a:pt x="655657" y="111268"/>
                </a:lnTo>
                <a:lnTo>
                  <a:pt x="655054" y="111321"/>
                </a:lnTo>
                <a:lnTo>
                  <a:pt x="654440" y="111362"/>
                </a:lnTo>
                <a:lnTo>
                  <a:pt x="653817" y="111392"/>
                </a:lnTo>
                <a:lnTo>
                  <a:pt x="653184" y="111409"/>
                </a:lnTo>
                <a:lnTo>
                  <a:pt x="652541" y="111415"/>
                </a:lnTo>
                <a:lnTo>
                  <a:pt x="651858" y="111409"/>
                </a:lnTo>
                <a:lnTo>
                  <a:pt x="651190" y="111392"/>
                </a:lnTo>
                <a:lnTo>
                  <a:pt x="650536" y="111362"/>
                </a:lnTo>
                <a:lnTo>
                  <a:pt x="649897" y="111321"/>
                </a:lnTo>
                <a:lnTo>
                  <a:pt x="649273" y="111268"/>
                </a:lnTo>
                <a:close/>
                <a:moveTo>
                  <a:pt x="873211" y="17583"/>
                </a:moveTo>
                <a:lnTo>
                  <a:pt x="873211" y="1353"/>
                </a:lnTo>
                <a:lnTo>
                  <a:pt x="857318" y="1353"/>
                </a:lnTo>
                <a:lnTo>
                  <a:pt x="857318" y="17583"/>
                </a:lnTo>
                <a:lnTo>
                  <a:pt x="873211" y="17583"/>
                </a:lnTo>
                <a:close/>
                <a:moveTo>
                  <a:pt x="1278708" y="17583"/>
                </a:moveTo>
                <a:lnTo>
                  <a:pt x="1278708" y="1353"/>
                </a:lnTo>
                <a:lnTo>
                  <a:pt x="1262815" y="1353"/>
                </a:lnTo>
                <a:lnTo>
                  <a:pt x="1262815" y="17583"/>
                </a:lnTo>
                <a:lnTo>
                  <a:pt x="1278708" y="17583"/>
                </a:lnTo>
                <a:close/>
                <a:moveTo>
                  <a:pt x="1365481" y="123265"/>
                </a:moveTo>
                <a:lnTo>
                  <a:pt x="1366218" y="123197"/>
                </a:lnTo>
                <a:lnTo>
                  <a:pt x="1366946" y="123117"/>
                </a:lnTo>
                <a:lnTo>
                  <a:pt x="1367665" y="123025"/>
                </a:lnTo>
                <a:lnTo>
                  <a:pt x="1368374" y="122920"/>
                </a:lnTo>
                <a:lnTo>
                  <a:pt x="1369074" y="122803"/>
                </a:lnTo>
                <a:lnTo>
                  <a:pt x="1369764" y="122673"/>
                </a:lnTo>
                <a:lnTo>
                  <a:pt x="1370445" y="122531"/>
                </a:lnTo>
                <a:lnTo>
                  <a:pt x="1371117" y="122377"/>
                </a:lnTo>
                <a:lnTo>
                  <a:pt x="1371779" y="122211"/>
                </a:lnTo>
                <a:lnTo>
                  <a:pt x="1372432" y="122032"/>
                </a:lnTo>
                <a:lnTo>
                  <a:pt x="1373075" y="121841"/>
                </a:lnTo>
                <a:lnTo>
                  <a:pt x="1373709" y="121638"/>
                </a:lnTo>
                <a:lnTo>
                  <a:pt x="1374334" y="121422"/>
                </a:lnTo>
                <a:lnTo>
                  <a:pt x="1374949" y="121194"/>
                </a:lnTo>
                <a:lnTo>
                  <a:pt x="1375555" y="120953"/>
                </a:lnTo>
                <a:lnTo>
                  <a:pt x="1376151" y="120701"/>
                </a:lnTo>
                <a:lnTo>
                  <a:pt x="1376738" y="120436"/>
                </a:lnTo>
                <a:lnTo>
                  <a:pt x="1377316" y="120158"/>
                </a:lnTo>
                <a:lnTo>
                  <a:pt x="1377884" y="119869"/>
                </a:lnTo>
                <a:lnTo>
                  <a:pt x="1378442" y="119553"/>
                </a:lnTo>
                <a:lnTo>
                  <a:pt x="1378990" y="119228"/>
                </a:lnTo>
                <a:lnTo>
                  <a:pt x="1379527" y="118891"/>
                </a:lnTo>
                <a:lnTo>
                  <a:pt x="1380054" y="118544"/>
                </a:lnTo>
                <a:lnTo>
                  <a:pt x="1380570" y="118187"/>
                </a:lnTo>
                <a:lnTo>
                  <a:pt x="1381075" y="117819"/>
                </a:lnTo>
                <a:lnTo>
                  <a:pt x="1381570" y="117440"/>
                </a:lnTo>
                <a:lnTo>
                  <a:pt x="1382054" y="117051"/>
                </a:lnTo>
                <a:lnTo>
                  <a:pt x="1382528" y="116651"/>
                </a:lnTo>
                <a:lnTo>
                  <a:pt x="1382991" y="116241"/>
                </a:lnTo>
                <a:lnTo>
                  <a:pt x="1383444" y="115820"/>
                </a:lnTo>
                <a:lnTo>
                  <a:pt x="1383886" y="115388"/>
                </a:lnTo>
                <a:lnTo>
                  <a:pt x="1384317" y="114946"/>
                </a:lnTo>
                <a:lnTo>
                  <a:pt x="1384738" y="114494"/>
                </a:lnTo>
                <a:lnTo>
                  <a:pt x="1385149" y="114031"/>
                </a:lnTo>
                <a:lnTo>
                  <a:pt x="1385548" y="113557"/>
                </a:lnTo>
                <a:lnTo>
                  <a:pt x="1385938" y="113072"/>
                </a:lnTo>
                <a:lnTo>
                  <a:pt x="1386316" y="112578"/>
                </a:lnTo>
                <a:lnTo>
                  <a:pt x="1386684" y="112072"/>
                </a:lnTo>
                <a:lnTo>
                  <a:pt x="1387042" y="111556"/>
                </a:lnTo>
                <a:lnTo>
                  <a:pt x="1387389" y="111030"/>
                </a:lnTo>
                <a:lnTo>
                  <a:pt x="1387725" y="110492"/>
                </a:lnTo>
                <a:lnTo>
                  <a:pt x="1388051" y="109945"/>
                </a:lnTo>
                <a:lnTo>
                  <a:pt x="1388366" y="109386"/>
                </a:lnTo>
                <a:lnTo>
                  <a:pt x="1390226" y="121728"/>
                </a:lnTo>
                <a:lnTo>
                  <a:pt x="1403920" y="121728"/>
                </a:lnTo>
                <a:lnTo>
                  <a:pt x="1403920" y="0"/>
                </a:lnTo>
                <a:lnTo>
                  <a:pt x="1387014" y="0"/>
                </a:lnTo>
                <a:lnTo>
                  <a:pt x="1387014" y="45310"/>
                </a:lnTo>
                <a:lnTo>
                  <a:pt x="1386713" y="44863"/>
                </a:lnTo>
                <a:lnTo>
                  <a:pt x="1386402" y="44425"/>
                </a:lnTo>
                <a:lnTo>
                  <a:pt x="1386081" y="43994"/>
                </a:lnTo>
                <a:lnTo>
                  <a:pt x="1385750" y="43572"/>
                </a:lnTo>
                <a:lnTo>
                  <a:pt x="1385409" y="43158"/>
                </a:lnTo>
                <a:lnTo>
                  <a:pt x="1385059" y="42753"/>
                </a:lnTo>
                <a:lnTo>
                  <a:pt x="1384698" y="42355"/>
                </a:lnTo>
                <a:lnTo>
                  <a:pt x="1384327" y="41966"/>
                </a:lnTo>
                <a:lnTo>
                  <a:pt x="1383947" y="41585"/>
                </a:lnTo>
                <a:lnTo>
                  <a:pt x="1383556" y="41212"/>
                </a:lnTo>
                <a:lnTo>
                  <a:pt x="1383155" y="40848"/>
                </a:lnTo>
                <a:lnTo>
                  <a:pt x="1382745" y="40492"/>
                </a:lnTo>
                <a:lnTo>
                  <a:pt x="1382324" y="40143"/>
                </a:lnTo>
                <a:lnTo>
                  <a:pt x="1381893" y="39804"/>
                </a:lnTo>
                <a:lnTo>
                  <a:pt x="1381453" y="39472"/>
                </a:lnTo>
                <a:lnTo>
                  <a:pt x="1381002" y="39148"/>
                </a:lnTo>
                <a:lnTo>
                  <a:pt x="1380542" y="38833"/>
                </a:lnTo>
                <a:lnTo>
                  <a:pt x="1380071" y="38526"/>
                </a:lnTo>
                <a:lnTo>
                  <a:pt x="1379591" y="38227"/>
                </a:lnTo>
                <a:lnTo>
                  <a:pt x="1379100" y="37937"/>
                </a:lnTo>
                <a:lnTo>
                  <a:pt x="1378600" y="37654"/>
                </a:lnTo>
                <a:lnTo>
                  <a:pt x="1378089" y="37380"/>
                </a:lnTo>
                <a:lnTo>
                  <a:pt x="1377569" y="37114"/>
                </a:lnTo>
                <a:lnTo>
                  <a:pt x="1377039" y="36857"/>
                </a:lnTo>
                <a:lnTo>
                  <a:pt x="1376499" y="36595"/>
                </a:lnTo>
                <a:lnTo>
                  <a:pt x="1375953" y="36344"/>
                </a:lnTo>
                <a:lnTo>
                  <a:pt x="1375398" y="36104"/>
                </a:lnTo>
                <a:lnTo>
                  <a:pt x="1374836" y="35875"/>
                </a:lnTo>
                <a:lnTo>
                  <a:pt x="1374266" y="35658"/>
                </a:lnTo>
                <a:lnTo>
                  <a:pt x="1373689" y="35451"/>
                </a:lnTo>
                <a:lnTo>
                  <a:pt x="1373104" y="35256"/>
                </a:lnTo>
                <a:lnTo>
                  <a:pt x="1372511" y="35072"/>
                </a:lnTo>
                <a:lnTo>
                  <a:pt x="1371911" y="34899"/>
                </a:lnTo>
                <a:lnTo>
                  <a:pt x="1371303" y="34737"/>
                </a:lnTo>
                <a:lnTo>
                  <a:pt x="1370688" y="34587"/>
                </a:lnTo>
                <a:lnTo>
                  <a:pt x="1370065" y="34447"/>
                </a:lnTo>
                <a:lnTo>
                  <a:pt x="1369434" y="34319"/>
                </a:lnTo>
                <a:lnTo>
                  <a:pt x="1368795" y="34202"/>
                </a:lnTo>
                <a:lnTo>
                  <a:pt x="1368149" y="34096"/>
                </a:lnTo>
                <a:lnTo>
                  <a:pt x="1367496" y="34001"/>
                </a:lnTo>
                <a:lnTo>
                  <a:pt x="1366834" y="33918"/>
                </a:lnTo>
                <a:lnTo>
                  <a:pt x="1366166" y="33845"/>
                </a:lnTo>
                <a:lnTo>
                  <a:pt x="1365489" y="33784"/>
                </a:lnTo>
                <a:lnTo>
                  <a:pt x="1364805" y="33734"/>
                </a:lnTo>
                <a:lnTo>
                  <a:pt x="1364113" y="33695"/>
                </a:lnTo>
                <a:lnTo>
                  <a:pt x="1363414" y="33667"/>
                </a:lnTo>
                <a:lnTo>
                  <a:pt x="1362706" y="33650"/>
                </a:lnTo>
                <a:lnTo>
                  <a:pt x="1361992" y="33644"/>
                </a:lnTo>
                <a:lnTo>
                  <a:pt x="1361192" y="33653"/>
                </a:lnTo>
                <a:lnTo>
                  <a:pt x="1360397" y="33680"/>
                </a:lnTo>
                <a:lnTo>
                  <a:pt x="1359609" y="33724"/>
                </a:lnTo>
                <a:lnTo>
                  <a:pt x="1358826" y="33785"/>
                </a:lnTo>
                <a:lnTo>
                  <a:pt x="1358050" y="33865"/>
                </a:lnTo>
                <a:lnTo>
                  <a:pt x="1357279" y="33961"/>
                </a:lnTo>
                <a:lnTo>
                  <a:pt x="1356514" y="34076"/>
                </a:lnTo>
                <a:lnTo>
                  <a:pt x="1355755" y="34208"/>
                </a:lnTo>
                <a:lnTo>
                  <a:pt x="1355002" y="34358"/>
                </a:lnTo>
                <a:lnTo>
                  <a:pt x="1354255" y="34525"/>
                </a:lnTo>
                <a:lnTo>
                  <a:pt x="1353513" y="34710"/>
                </a:lnTo>
                <a:lnTo>
                  <a:pt x="1352778" y="34912"/>
                </a:lnTo>
                <a:lnTo>
                  <a:pt x="1352048" y="35133"/>
                </a:lnTo>
                <a:lnTo>
                  <a:pt x="1351324" y="35370"/>
                </a:lnTo>
                <a:lnTo>
                  <a:pt x="1350606" y="35626"/>
                </a:lnTo>
                <a:lnTo>
                  <a:pt x="1349894" y="35899"/>
                </a:lnTo>
                <a:lnTo>
                  <a:pt x="1349188" y="36189"/>
                </a:lnTo>
                <a:lnTo>
                  <a:pt x="1348487" y="36497"/>
                </a:lnTo>
                <a:lnTo>
                  <a:pt x="1347793" y="36823"/>
                </a:lnTo>
                <a:lnTo>
                  <a:pt x="1347104" y="37167"/>
                </a:lnTo>
                <a:lnTo>
                  <a:pt x="1346422" y="37528"/>
                </a:lnTo>
                <a:lnTo>
                  <a:pt x="1345745" y="37906"/>
                </a:lnTo>
                <a:lnTo>
                  <a:pt x="1345074" y="38303"/>
                </a:lnTo>
                <a:lnTo>
                  <a:pt x="1344409" y="38716"/>
                </a:lnTo>
                <a:lnTo>
                  <a:pt x="1343766" y="39148"/>
                </a:lnTo>
                <a:lnTo>
                  <a:pt x="1343135" y="39596"/>
                </a:lnTo>
                <a:lnTo>
                  <a:pt x="1342515" y="40061"/>
                </a:lnTo>
                <a:lnTo>
                  <a:pt x="1341906" y="40543"/>
                </a:lnTo>
                <a:lnTo>
                  <a:pt x="1341308" y="41043"/>
                </a:lnTo>
                <a:lnTo>
                  <a:pt x="1340721" y="41559"/>
                </a:lnTo>
                <a:lnTo>
                  <a:pt x="1340145" y="42092"/>
                </a:lnTo>
                <a:lnTo>
                  <a:pt x="1339581" y="42642"/>
                </a:lnTo>
                <a:lnTo>
                  <a:pt x="1339028" y="43210"/>
                </a:lnTo>
                <a:lnTo>
                  <a:pt x="1338485" y="43794"/>
                </a:lnTo>
                <a:lnTo>
                  <a:pt x="1337954" y="44396"/>
                </a:lnTo>
                <a:lnTo>
                  <a:pt x="1337435" y="45014"/>
                </a:lnTo>
                <a:lnTo>
                  <a:pt x="1336926" y="45650"/>
                </a:lnTo>
                <a:lnTo>
                  <a:pt x="1336428" y="46302"/>
                </a:lnTo>
                <a:lnTo>
                  <a:pt x="1335942" y="46972"/>
                </a:lnTo>
                <a:lnTo>
                  <a:pt x="1335467" y="47658"/>
                </a:lnTo>
                <a:lnTo>
                  <a:pt x="1335003" y="48362"/>
                </a:lnTo>
                <a:lnTo>
                  <a:pt x="1334550" y="49082"/>
                </a:lnTo>
                <a:lnTo>
                  <a:pt x="1334108" y="49820"/>
                </a:lnTo>
                <a:lnTo>
                  <a:pt x="1333678" y="50575"/>
                </a:lnTo>
                <a:lnTo>
                  <a:pt x="1333258" y="51346"/>
                </a:lnTo>
                <a:lnTo>
                  <a:pt x="1332850" y="52135"/>
                </a:lnTo>
                <a:lnTo>
                  <a:pt x="1332453" y="52941"/>
                </a:lnTo>
                <a:lnTo>
                  <a:pt x="1332067" y="53763"/>
                </a:lnTo>
                <a:lnTo>
                  <a:pt x="1331694" y="54602"/>
                </a:lnTo>
                <a:lnTo>
                  <a:pt x="1331338" y="55456"/>
                </a:lnTo>
                <a:lnTo>
                  <a:pt x="1330997" y="56326"/>
                </a:lnTo>
                <a:lnTo>
                  <a:pt x="1330672" y="57210"/>
                </a:lnTo>
                <a:lnTo>
                  <a:pt x="1330363" y="58110"/>
                </a:lnTo>
                <a:lnTo>
                  <a:pt x="1330070" y="59026"/>
                </a:lnTo>
                <a:lnTo>
                  <a:pt x="1329792" y="59956"/>
                </a:lnTo>
                <a:lnTo>
                  <a:pt x="1329531" y="60902"/>
                </a:lnTo>
                <a:lnTo>
                  <a:pt x="1329285" y="61863"/>
                </a:lnTo>
                <a:lnTo>
                  <a:pt x="1329055" y="62839"/>
                </a:lnTo>
                <a:lnTo>
                  <a:pt x="1328841" y="63830"/>
                </a:lnTo>
                <a:lnTo>
                  <a:pt x="1328643" y="64837"/>
                </a:lnTo>
                <a:lnTo>
                  <a:pt x="1328461" y="65859"/>
                </a:lnTo>
                <a:lnTo>
                  <a:pt x="1328294" y="66897"/>
                </a:lnTo>
                <a:lnTo>
                  <a:pt x="1328144" y="67949"/>
                </a:lnTo>
                <a:lnTo>
                  <a:pt x="1328009" y="69017"/>
                </a:lnTo>
                <a:lnTo>
                  <a:pt x="1327890" y="70100"/>
                </a:lnTo>
                <a:lnTo>
                  <a:pt x="1327787" y="71198"/>
                </a:lnTo>
                <a:lnTo>
                  <a:pt x="1327700" y="72312"/>
                </a:lnTo>
                <a:lnTo>
                  <a:pt x="1327629" y="73441"/>
                </a:lnTo>
                <a:lnTo>
                  <a:pt x="1327573" y="74585"/>
                </a:lnTo>
                <a:lnTo>
                  <a:pt x="1327534" y="75744"/>
                </a:lnTo>
                <a:lnTo>
                  <a:pt x="1327510" y="76919"/>
                </a:lnTo>
                <a:lnTo>
                  <a:pt x="1327502" y="78109"/>
                </a:lnTo>
                <a:lnTo>
                  <a:pt x="1327502" y="79969"/>
                </a:lnTo>
                <a:lnTo>
                  <a:pt x="1327510" y="81241"/>
                </a:lnTo>
                <a:lnTo>
                  <a:pt x="1327534" y="82493"/>
                </a:lnTo>
                <a:lnTo>
                  <a:pt x="1327573" y="83725"/>
                </a:lnTo>
                <a:lnTo>
                  <a:pt x="1327629" y="84937"/>
                </a:lnTo>
                <a:lnTo>
                  <a:pt x="1327700" y="86130"/>
                </a:lnTo>
                <a:lnTo>
                  <a:pt x="1327787" y="87302"/>
                </a:lnTo>
                <a:lnTo>
                  <a:pt x="1327890" y="88454"/>
                </a:lnTo>
                <a:lnTo>
                  <a:pt x="1328009" y="89587"/>
                </a:lnTo>
                <a:lnTo>
                  <a:pt x="1328144" y="90699"/>
                </a:lnTo>
                <a:lnTo>
                  <a:pt x="1328294" y="91792"/>
                </a:lnTo>
                <a:lnTo>
                  <a:pt x="1328461" y="92864"/>
                </a:lnTo>
                <a:lnTo>
                  <a:pt x="1328643" y="93917"/>
                </a:lnTo>
                <a:lnTo>
                  <a:pt x="1328841" y="94949"/>
                </a:lnTo>
                <a:lnTo>
                  <a:pt x="1329055" y="95962"/>
                </a:lnTo>
                <a:lnTo>
                  <a:pt x="1329285" y="96955"/>
                </a:lnTo>
                <a:lnTo>
                  <a:pt x="1329531" y="97927"/>
                </a:lnTo>
                <a:lnTo>
                  <a:pt x="1329792" y="98880"/>
                </a:lnTo>
                <a:lnTo>
                  <a:pt x="1330070" y="99813"/>
                </a:lnTo>
                <a:lnTo>
                  <a:pt x="1330363" y="100726"/>
                </a:lnTo>
                <a:lnTo>
                  <a:pt x="1330672" y="101619"/>
                </a:lnTo>
                <a:lnTo>
                  <a:pt x="1330997" y="102492"/>
                </a:lnTo>
                <a:lnTo>
                  <a:pt x="1331338" y="103345"/>
                </a:lnTo>
                <a:lnTo>
                  <a:pt x="1331694" y="104178"/>
                </a:lnTo>
                <a:lnTo>
                  <a:pt x="1332067" y="104991"/>
                </a:lnTo>
                <a:lnTo>
                  <a:pt x="1332467" y="105771"/>
                </a:lnTo>
                <a:lnTo>
                  <a:pt x="1332877" y="106535"/>
                </a:lnTo>
                <a:lnTo>
                  <a:pt x="1333298" y="107281"/>
                </a:lnTo>
                <a:lnTo>
                  <a:pt x="1333729" y="108010"/>
                </a:lnTo>
                <a:lnTo>
                  <a:pt x="1334171" y="108723"/>
                </a:lnTo>
                <a:lnTo>
                  <a:pt x="1334624" y="109418"/>
                </a:lnTo>
                <a:lnTo>
                  <a:pt x="1335087" y="110096"/>
                </a:lnTo>
                <a:lnTo>
                  <a:pt x="1335561" y="110758"/>
                </a:lnTo>
                <a:lnTo>
                  <a:pt x="1336045" y="111402"/>
                </a:lnTo>
                <a:lnTo>
                  <a:pt x="1336540" y="112029"/>
                </a:lnTo>
                <a:lnTo>
                  <a:pt x="1337046" y="112640"/>
                </a:lnTo>
                <a:lnTo>
                  <a:pt x="1337562" y="113233"/>
                </a:lnTo>
                <a:lnTo>
                  <a:pt x="1338088" y="113809"/>
                </a:lnTo>
                <a:lnTo>
                  <a:pt x="1338625" y="114368"/>
                </a:lnTo>
                <a:lnTo>
                  <a:pt x="1339173" y="114910"/>
                </a:lnTo>
                <a:lnTo>
                  <a:pt x="1339731" y="115435"/>
                </a:lnTo>
                <a:lnTo>
                  <a:pt x="1340300" y="115943"/>
                </a:lnTo>
                <a:lnTo>
                  <a:pt x="1340880" y="116434"/>
                </a:lnTo>
                <a:lnTo>
                  <a:pt x="1341469" y="116908"/>
                </a:lnTo>
                <a:lnTo>
                  <a:pt x="1342070" y="117365"/>
                </a:lnTo>
                <a:lnTo>
                  <a:pt x="1342681" y="117805"/>
                </a:lnTo>
                <a:lnTo>
                  <a:pt x="1343303" y="118228"/>
                </a:lnTo>
                <a:lnTo>
                  <a:pt x="1343935" y="118634"/>
                </a:lnTo>
                <a:lnTo>
                  <a:pt x="1344578" y="119023"/>
                </a:lnTo>
                <a:lnTo>
                  <a:pt x="1345229" y="119382"/>
                </a:lnTo>
                <a:lnTo>
                  <a:pt x="1345885" y="119725"/>
                </a:lnTo>
                <a:lnTo>
                  <a:pt x="1346546" y="120054"/>
                </a:lnTo>
                <a:lnTo>
                  <a:pt x="1347212" y="120366"/>
                </a:lnTo>
                <a:lnTo>
                  <a:pt x="1347884" y="120664"/>
                </a:lnTo>
                <a:lnTo>
                  <a:pt x="1348561" y="120946"/>
                </a:lnTo>
                <a:lnTo>
                  <a:pt x="1349244" y="121214"/>
                </a:lnTo>
                <a:lnTo>
                  <a:pt x="1349932" y="121465"/>
                </a:lnTo>
                <a:lnTo>
                  <a:pt x="1350625" y="121702"/>
                </a:lnTo>
                <a:lnTo>
                  <a:pt x="1351323" y="121923"/>
                </a:lnTo>
                <a:lnTo>
                  <a:pt x="1352026" y="122129"/>
                </a:lnTo>
                <a:lnTo>
                  <a:pt x="1352735" y="122320"/>
                </a:lnTo>
                <a:lnTo>
                  <a:pt x="1353449" y="122496"/>
                </a:lnTo>
                <a:lnTo>
                  <a:pt x="1354169" y="122656"/>
                </a:lnTo>
                <a:lnTo>
                  <a:pt x="1354894" y="122801"/>
                </a:lnTo>
                <a:lnTo>
                  <a:pt x="1355624" y="122931"/>
                </a:lnTo>
                <a:lnTo>
                  <a:pt x="1356359" y="123045"/>
                </a:lnTo>
                <a:lnTo>
                  <a:pt x="1357099" y="123144"/>
                </a:lnTo>
                <a:lnTo>
                  <a:pt x="1357845" y="123228"/>
                </a:lnTo>
                <a:lnTo>
                  <a:pt x="1358596" y="123297"/>
                </a:lnTo>
                <a:lnTo>
                  <a:pt x="1359353" y="123350"/>
                </a:lnTo>
                <a:lnTo>
                  <a:pt x="1360114" y="123389"/>
                </a:lnTo>
                <a:lnTo>
                  <a:pt x="1360881" y="123411"/>
                </a:lnTo>
                <a:lnTo>
                  <a:pt x="1361654" y="123419"/>
                </a:lnTo>
                <a:lnTo>
                  <a:pt x="1362438" y="123413"/>
                </a:lnTo>
                <a:lnTo>
                  <a:pt x="1363213" y="123394"/>
                </a:lnTo>
                <a:lnTo>
                  <a:pt x="1363978" y="123364"/>
                </a:lnTo>
                <a:lnTo>
                  <a:pt x="1364734" y="123320"/>
                </a:lnTo>
                <a:lnTo>
                  <a:pt x="1365481" y="123265"/>
                </a:lnTo>
                <a:close/>
                <a:moveTo>
                  <a:pt x="1361976" y="110945"/>
                </a:moveTo>
                <a:lnTo>
                  <a:pt x="1361263" y="110813"/>
                </a:lnTo>
                <a:lnTo>
                  <a:pt x="1360560" y="110657"/>
                </a:lnTo>
                <a:lnTo>
                  <a:pt x="1359869" y="110476"/>
                </a:lnTo>
                <a:lnTo>
                  <a:pt x="1359189" y="110271"/>
                </a:lnTo>
                <a:lnTo>
                  <a:pt x="1358520" y="110043"/>
                </a:lnTo>
                <a:lnTo>
                  <a:pt x="1357862" y="109790"/>
                </a:lnTo>
                <a:lnTo>
                  <a:pt x="1357216" y="109513"/>
                </a:lnTo>
                <a:lnTo>
                  <a:pt x="1356580" y="109212"/>
                </a:lnTo>
                <a:lnTo>
                  <a:pt x="1355956" y="108887"/>
                </a:lnTo>
                <a:lnTo>
                  <a:pt x="1355343" y="108538"/>
                </a:lnTo>
                <a:lnTo>
                  <a:pt x="1354741" y="108165"/>
                </a:lnTo>
                <a:lnTo>
                  <a:pt x="1354150" y="107768"/>
                </a:lnTo>
                <a:lnTo>
                  <a:pt x="1353570" y="107347"/>
                </a:lnTo>
                <a:lnTo>
                  <a:pt x="1353001" y="106902"/>
                </a:lnTo>
                <a:lnTo>
                  <a:pt x="1352444" y="106432"/>
                </a:lnTo>
                <a:lnTo>
                  <a:pt x="1351898" y="105939"/>
                </a:lnTo>
                <a:lnTo>
                  <a:pt x="1351363" y="105422"/>
                </a:lnTo>
                <a:lnTo>
                  <a:pt x="1350839" y="104880"/>
                </a:lnTo>
                <a:lnTo>
                  <a:pt x="1350326" y="104314"/>
                </a:lnTo>
                <a:lnTo>
                  <a:pt x="1349843" y="103724"/>
                </a:lnTo>
                <a:lnTo>
                  <a:pt x="1349381" y="103107"/>
                </a:lnTo>
                <a:lnTo>
                  <a:pt x="1348939" y="102465"/>
                </a:lnTo>
                <a:lnTo>
                  <a:pt x="1348518" y="101797"/>
                </a:lnTo>
                <a:lnTo>
                  <a:pt x="1348117" y="101103"/>
                </a:lnTo>
                <a:lnTo>
                  <a:pt x="1347737" y="100384"/>
                </a:lnTo>
                <a:lnTo>
                  <a:pt x="1347378" y="99638"/>
                </a:lnTo>
                <a:lnTo>
                  <a:pt x="1347039" y="98867"/>
                </a:lnTo>
                <a:lnTo>
                  <a:pt x="1346720" y="98070"/>
                </a:lnTo>
                <a:lnTo>
                  <a:pt x="1346422" y="97246"/>
                </a:lnTo>
                <a:lnTo>
                  <a:pt x="1346145" y="96398"/>
                </a:lnTo>
                <a:lnTo>
                  <a:pt x="1345888" y="95523"/>
                </a:lnTo>
                <a:lnTo>
                  <a:pt x="1345652" y="94622"/>
                </a:lnTo>
                <a:lnTo>
                  <a:pt x="1345436" y="93696"/>
                </a:lnTo>
                <a:lnTo>
                  <a:pt x="1345241" y="92744"/>
                </a:lnTo>
                <a:lnTo>
                  <a:pt x="1345066" y="91766"/>
                </a:lnTo>
                <a:lnTo>
                  <a:pt x="1344912" y="90762"/>
                </a:lnTo>
                <a:lnTo>
                  <a:pt x="1344779" y="89732"/>
                </a:lnTo>
                <a:lnTo>
                  <a:pt x="1344666" y="88677"/>
                </a:lnTo>
                <a:lnTo>
                  <a:pt x="1344573" y="87596"/>
                </a:lnTo>
                <a:lnTo>
                  <a:pt x="1344501" y="86488"/>
                </a:lnTo>
                <a:lnTo>
                  <a:pt x="1344450" y="85355"/>
                </a:lnTo>
                <a:lnTo>
                  <a:pt x="1344419" y="84197"/>
                </a:lnTo>
                <a:lnTo>
                  <a:pt x="1344409" y="83012"/>
                </a:lnTo>
                <a:lnTo>
                  <a:pt x="1344409" y="73713"/>
                </a:lnTo>
                <a:lnTo>
                  <a:pt x="1344419" y="72556"/>
                </a:lnTo>
                <a:lnTo>
                  <a:pt x="1344450" y="71424"/>
                </a:lnTo>
                <a:lnTo>
                  <a:pt x="1344501" y="70316"/>
                </a:lnTo>
                <a:lnTo>
                  <a:pt x="1344573" y="69233"/>
                </a:lnTo>
                <a:lnTo>
                  <a:pt x="1344666" y="68175"/>
                </a:lnTo>
                <a:lnTo>
                  <a:pt x="1344779" y="67141"/>
                </a:lnTo>
                <a:lnTo>
                  <a:pt x="1344912" y="66132"/>
                </a:lnTo>
                <a:lnTo>
                  <a:pt x="1345066" y="65147"/>
                </a:lnTo>
                <a:lnTo>
                  <a:pt x="1345241" y="64187"/>
                </a:lnTo>
                <a:lnTo>
                  <a:pt x="1345436" y="63252"/>
                </a:lnTo>
                <a:lnTo>
                  <a:pt x="1345652" y="62342"/>
                </a:lnTo>
                <a:lnTo>
                  <a:pt x="1345888" y="61456"/>
                </a:lnTo>
                <a:lnTo>
                  <a:pt x="1346145" y="60595"/>
                </a:lnTo>
                <a:lnTo>
                  <a:pt x="1346422" y="59758"/>
                </a:lnTo>
                <a:lnTo>
                  <a:pt x="1346720" y="58946"/>
                </a:lnTo>
                <a:lnTo>
                  <a:pt x="1347039" y="58159"/>
                </a:lnTo>
                <a:lnTo>
                  <a:pt x="1347378" y="57397"/>
                </a:lnTo>
                <a:lnTo>
                  <a:pt x="1347737" y="56659"/>
                </a:lnTo>
                <a:lnTo>
                  <a:pt x="1348117" y="55945"/>
                </a:lnTo>
                <a:lnTo>
                  <a:pt x="1348518" y="55257"/>
                </a:lnTo>
                <a:lnTo>
                  <a:pt x="1348939" y="54593"/>
                </a:lnTo>
                <a:lnTo>
                  <a:pt x="1349381" y="53954"/>
                </a:lnTo>
                <a:lnTo>
                  <a:pt x="1349843" y="53339"/>
                </a:lnTo>
                <a:lnTo>
                  <a:pt x="1350326" y="52749"/>
                </a:lnTo>
                <a:lnTo>
                  <a:pt x="1350839" y="52170"/>
                </a:lnTo>
                <a:lnTo>
                  <a:pt x="1351363" y="51615"/>
                </a:lnTo>
                <a:lnTo>
                  <a:pt x="1351898" y="51085"/>
                </a:lnTo>
                <a:lnTo>
                  <a:pt x="1352444" y="50579"/>
                </a:lnTo>
                <a:lnTo>
                  <a:pt x="1353001" y="50098"/>
                </a:lnTo>
                <a:lnTo>
                  <a:pt x="1353570" y="49642"/>
                </a:lnTo>
                <a:lnTo>
                  <a:pt x="1354150" y="49211"/>
                </a:lnTo>
                <a:lnTo>
                  <a:pt x="1354741" y="48804"/>
                </a:lnTo>
                <a:lnTo>
                  <a:pt x="1355343" y="48422"/>
                </a:lnTo>
                <a:lnTo>
                  <a:pt x="1355956" y="48064"/>
                </a:lnTo>
                <a:lnTo>
                  <a:pt x="1356580" y="47732"/>
                </a:lnTo>
                <a:lnTo>
                  <a:pt x="1357216" y="47423"/>
                </a:lnTo>
                <a:lnTo>
                  <a:pt x="1357862" y="47140"/>
                </a:lnTo>
                <a:lnTo>
                  <a:pt x="1358520" y="46881"/>
                </a:lnTo>
                <a:lnTo>
                  <a:pt x="1359189" y="46647"/>
                </a:lnTo>
                <a:lnTo>
                  <a:pt x="1359869" y="46437"/>
                </a:lnTo>
                <a:lnTo>
                  <a:pt x="1360560" y="46252"/>
                </a:lnTo>
                <a:lnTo>
                  <a:pt x="1361263" y="46092"/>
                </a:lnTo>
                <a:lnTo>
                  <a:pt x="1361976" y="45956"/>
                </a:lnTo>
                <a:lnTo>
                  <a:pt x="1362701" y="45845"/>
                </a:lnTo>
                <a:lnTo>
                  <a:pt x="1363437" y="45759"/>
                </a:lnTo>
                <a:lnTo>
                  <a:pt x="1364184" y="45697"/>
                </a:lnTo>
                <a:lnTo>
                  <a:pt x="1364942" y="45660"/>
                </a:lnTo>
                <a:lnTo>
                  <a:pt x="1365711" y="45648"/>
                </a:lnTo>
                <a:lnTo>
                  <a:pt x="1366480" y="45660"/>
                </a:lnTo>
                <a:lnTo>
                  <a:pt x="1367238" y="45696"/>
                </a:lnTo>
                <a:lnTo>
                  <a:pt x="1367983" y="45756"/>
                </a:lnTo>
                <a:lnTo>
                  <a:pt x="1368717" y="45841"/>
                </a:lnTo>
                <a:lnTo>
                  <a:pt x="1369439" y="45949"/>
                </a:lnTo>
                <a:lnTo>
                  <a:pt x="1370149" y="46081"/>
                </a:lnTo>
                <a:lnTo>
                  <a:pt x="1370848" y="46238"/>
                </a:lnTo>
                <a:lnTo>
                  <a:pt x="1371535" y="46418"/>
                </a:lnTo>
                <a:lnTo>
                  <a:pt x="1372210" y="46623"/>
                </a:lnTo>
                <a:lnTo>
                  <a:pt x="1372873" y="46852"/>
                </a:lnTo>
                <a:lnTo>
                  <a:pt x="1373525" y="47104"/>
                </a:lnTo>
                <a:lnTo>
                  <a:pt x="1374165" y="47381"/>
                </a:lnTo>
                <a:lnTo>
                  <a:pt x="1374793" y="47682"/>
                </a:lnTo>
                <a:lnTo>
                  <a:pt x="1375409" y="48007"/>
                </a:lnTo>
                <a:lnTo>
                  <a:pt x="1376014" y="48356"/>
                </a:lnTo>
                <a:lnTo>
                  <a:pt x="1376607" y="48729"/>
                </a:lnTo>
                <a:lnTo>
                  <a:pt x="1377188" y="49126"/>
                </a:lnTo>
                <a:lnTo>
                  <a:pt x="1377757" y="49547"/>
                </a:lnTo>
                <a:lnTo>
                  <a:pt x="1378315" y="49993"/>
                </a:lnTo>
                <a:lnTo>
                  <a:pt x="1378861" y="50462"/>
                </a:lnTo>
                <a:lnTo>
                  <a:pt x="1379395" y="50955"/>
                </a:lnTo>
                <a:lnTo>
                  <a:pt x="1379918" y="51473"/>
                </a:lnTo>
                <a:lnTo>
                  <a:pt x="1380428" y="52014"/>
                </a:lnTo>
                <a:lnTo>
                  <a:pt x="1380927" y="52580"/>
                </a:lnTo>
                <a:lnTo>
                  <a:pt x="1381424" y="53170"/>
                </a:lnTo>
                <a:lnTo>
                  <a:pt x="1381899" y="53786"/>
                </a:lnTo>
                <a:lnTo>
                  <a:pt x="1382354" y="54426"/>
                </a:lnTo>
                <a:lnTo>
                  <a:pt x="1382787" y="55092"/>
                </a:lnTo>
                <a:lnTo>
                  <a:pt x="1383199" y="55784"/>
                </a:lnTo>
                <a:lnTo>
                  <a:pt x="1383590" y="56500"/>
                </a:lnTo>
                <a:lnTo>
                  <a:pt x="1383960" y="57242"/>
                </a:lnTo>
                <a:lnTo>
                  <a:pt x="1384309" y="58009"/>
                </a:lnTo>
                <a:lnTo>
                  <a:pt x="1384636" y="58801"/>
                </a:lnTo>
                <a:lnTo>
                  <a:pt x="1384943" y="59618"/>
                </a:lnTo>
                <a:lnTo>
                  <a:pt x="1385228" y="60461"/>
                </a:lnTo>
                <a:lnTo>
                  <a:pt x="1385492" y="61329"/>
                </a:lnTo>
                <a:lnTo>
                  <a:pt x="1385735" y="62222"/>
                </a:lnTo>
                <a:lnTo>
                  <a:pt x="1385957" y="63141"/>
                </a:lnTo>
                <a:lnTo>
                  <a:pt x="1386158" y="64084"/>
                </a:lnTo>
                <a:lnTo>
                  <a:pt x="1386337" y="65053"/>
                </a:lnTo>
                <a:lnTo>
                  <a:pt x="1386496" y="66047"/>
                </a:lnTo>
                <a:lnTo>
                  <a:pt x="1386633" y="67067"/>
                </a:lnTo>
                <a:lnTo>
                  <a:pt x="1386749" y="68111"/>
                </a:lnTo>
                <a:lnTo>
                  <a:pt x="1386844" y="69181"/>
                </a:lnTo>
                <a:lnTo>
                  <a:pt x="1386918" y="70276"/>
                </a:lnTo>
                <a:lnTo>
                  <a:pt x="1386971" y="71397"/>
                </a:lnTo>
                <a:lnTo>
                  <a:pt x="1387003" y="72542"/>
                </a:lnTo>
                <a:lnTo>
                  <a:pt x="1387014" y="73713"/>
                </a:lnTo>
                <a:lnTo>
                  <a:pt x="1387014" y="83181"/>
                </a:lnTo>
                <a:lnTo>
                  <a:pt x="1387003" y="84366"/>
                </a:lnTo>
                <a:lnTo>
                  <a:pt x="1386971" y="85524"/>
                </a:lnTo>
                <a:lnTo>
                  <a:pt x="1386918" y="86657"/>
                </a:lnTo>
                <a:lnTo>
                  <a:pt x="1386844" y="87765"/>
                </a:lnTo>
                <a:lnTo>
                  <a:pt x="1386749" y="88846"/>
                </a:lnTo>
                <a:lnTo>
                  <a:pt x="1386633" y="89901"/>
                </a:lnTo>
                <a:lnTo>
                  <a:pt x="1386496" y="90931"/>
                </a:lnTo>
                <a:lnTo>
                  <a:pt x="1386337" y="91935"/>
                </a:lnTo>
                <a:lnTo>
                  <a:pt x="1386158" y="92913"/>
                </a:lnTo>
                <a:lnTo>
                  <a:pt x="1385957" y="93865"/>
                </a:lnTo>
                <a:lnTo>
                  <a:pt x="1385735" y="94791"/>
                </a:lnTo>
                <a:lnTo>
                  <a:pt x="1385492" y="95692"/>
                </a:lnTo>
                <a:lnTo>
                  <a:pt x="1385228" y="96567"/>
                </a:lnTo>
                <a:lnTo>
                  <a:pt x="1384943" y="97416"/>
                </a:lnTo>
                <a:lnTo>
                  <a:pt x="1384636" y="98239"/>
                </a:lnTo>
                <a:lnTo>
                  <a:pt x="1384309" y="99036"/>
                </a:lnTo>
                <a:lnTo>
                  <a:pt x="1383960" y="99807"/>
                </a:lnTo>
                <a:lnTo>
                  <a:pt x="1383590" y="100553"/>
                </a:lnTo>
                <a:lnTo>
                  <a:pt x="1383199" y="101272"/>
                </a:lnTo>
                <a:lnTo>
                  <a:pt x="1382787" y="101966"/>
                </a:lnTo>
                <a:lnTo>
                  <a:pt x="1382354" y="102634"/>
                </a:lnTo>
                <a:lnTo>
                  <a:pt x="1381899" y="103277"/>
                </a:lnTo>
                <a:lnTo>
                  <a:pt x="1381424" y="103893"/>
                </a:lnTo>
                <a:lnTo>
                  <a:pt x="1380927" y="104483"/>
                </a:lnTo>
                <a:lnTo>
                  <a:pt x="1380428" y="105035"/>
                </a:lnTo>
                <a:lnTo>
                  <a:pt x="1379918" y="105564"/>
                </a:lnTo>
                <a:lnTo>
                  <a:pt x="1379395" y="106069"/>
                </a:lnTo>
                <a:lnTo>
                  <a:pt x="1378861" y="106550"/>
                </a:lnTo>
                <a:lnTo>
                  <a:pt x="1378315" y="107008"/>
                </a:lnTo>
                <a:lnTo>
                  <a:pt x="1377757" y="107442"/>
                </a:lnTo>
                <a:lnTo>
                  <a:pt x="1377188" y="107853"/>
                </a:lnTo>
                <a:lnTo>
                  <a:pt x="1376607" y="108241"/>
                </a:lnTo>
                <a:lnTo>
                  <a:pt x="1376014" y="108605"/>
                </a:lnTo>
                <a:lnTo>
                  <a:pt x="1375409" y="108945"/>
                </a:lnTo>
                <a:lnTo>
                  <a:pt x="1374793" y="109262"/>
                </a:lnTo>
                <a:lnTo>
                  <a:pt x="1374165" y="109556"/>
                </a:lnTo>
                <a:lnTo>
                  <a:pt x="1373525" y="109826"/>
                </a:lnTo>
                <a:lnTo>
                  <a:pt x="1372873" y="110072"/>
                </a:lnTo>
                <a:lnTo>
                  <a:pt x="1372210" y="110295"/>
                </a:lnTo>
                <a:lnTo>
                  <a:pt x="1371535" y="110495"/>
                </a:lnTo>
                <a:lnTo>
                  <a:pt x="1370848" y="110671"/>
                </a:lnTo>
                <a:lnTo>
                  <a:pt x="1370149" y="110824"/>
                </a:lnTo>
                <a:lnTo>
                  <a:pt x="1369439" y="110953"/>
                </a:lnTo>
                <a:lnTo>
                  <a:pt x="1368717" y="111058"/>
                </a:lnTo>
                <a:lnTo>
                  <a:pt x="1367983" y="111141"/>
                </a:lnTo>
                <a:lnTo>
                  <a:pt x="1367238" y="111199"/>
                </a:lnTo>
                <a:lnTo>
                  <a:pt x="1366480" y="111234"/>
                </a:lnTo>
                <a:lnTo>
                  <a:pt x="1365711" y="111246"/>
                </a:lnTo>
                <a:lnTo>
                  <a:pt x="1364942" y="111234"/>
                </a:lnTo>
                <a:lnTo>
                  <a:pt x="1364184" y="111198"/>
                </a:lnTo>
                <a:lnTo>
                  <a:pt x="1363437" y="111138"/>
                </a:lnTo>
                <a:lnTo>
                  <a:pt x="1362701" y="111054"/>
                </a:lnTo>
                <a:lnTo>
                  <a:pt x="1361976" y="110945"/>
                </a:lnTo>
                <a:close/>
                <a:moveTo>
                  <a:pt x="778670" y="123360"/>
                </a:moveTo>
                <a:lnTo>
                  <a:pt x="779191" y="123334"/>
                </a:lnTo>
                <a:lnTo>
                  <a:pt x="779712" y="123304"/>
                </a:lnTo>
                <a:lnTo>
                  <a:pt x="780233" y="123269"/>
                </a:lnTo>
                <a:lnTo>
                  <a:pt x="780755" y="123229"/>
                </a:lnTo>
                <a:lnTo>
                  <a:pt x="781276" y="123184"/>
                </a:lnTo>
                <a:lnTo>
                  <a:pt x="781797" y="123135"/>
                </a:lnTo>
                <a:lnTo>
                  <a:pt x="782319" y="123081"/>
                </a:lnTo>
                <a:lnTo>
                  <a:pt x="782840" y="123022"/>
                </a:lnTo>
                <a:lnTo>
                  <a:pt x="783361" y="122959"/>
                </a:lnTo>
                <a:lnTo>
                  <a:pt x="783882" y="122891"/>
                </a:lnTo>
                <a:lnTo>
                  <a:pt x="784404" y="122818"/>
                </a:lnTo>
                <a:lnTo>
                  <a:pt x="784925" y="122740"/>
                </a:lnTo>
                <a:lnTo>
                  <a:pt x="785446" y="122658"/>
                </a:lnTo>
                <a:lnTo>
                  <a:pt x="785968" y="122571"/>
                </a:lnTo>
                <a:lnTo>
                  <a:pt x="786489" y="122480"/>
                </a:lnTo>
                <a:lnTo>
                  <a:pt x="787010" y="122383"/>
                </a:lnTo>
                <a:lnTo>
                  <a:pt x="787531" y="122283"/>
                </a:lnTo>
                <a:lnTo>
                  <a:pt x="788053" y="122177"/>
                </a:lnTo>
                <a:lnTo>
                  <a:pt x="788574" y="122066"/>
                </a:lnTo>
                <a:lnTo>
                  <a:pt x="789092" y="121966"/>
                </a:lnTo>
                <a:lnTo>
                  <a:pt x="789601" y="121861"/>
                </a:lnTo>
                <a:lnTo>
                  <a:pt x="790104" y="121752"/>
                </a:lnTo>
                <a:lnTo>
                  <a:pt x="790598" y="121639"/>
                </a:lnTo>
                <a:lnTo>
                  <a:pt x="791085" y="121522"/>
                </a:lnTo>
                <a:lnTo>
                  <a:pt x="791564" y="121401"/>
                </a:lnTo>
                <a:lnTo>
                  <a:pt x="792036" y="121275"/>
                </a:lnTo>
                <a:lnTo>
                  <a:pt x="792500" y="121146"/>
                </a:lnTo>
                <a:lnTo>
                  <a:pt x="792957" y="121012"/>
                </a:lnTo>
                <a:lnTo>
                  <a:pt x="793405" y="120875"/>
                </a:lnTo>
                <a:lnTo>
                  <a:pt x="793847" y="120733"/>
                </a:lnTo>
                <a:lnTo>
                  <a:pt x="794280" y="120587"/>
                </a:lnTo>
                <a:lnTo>
                  <a:pt x="794706" y="120437"/>
                </a:lnTo>
                <a:lnTo>
                  <a:pt x="795124" y="120283"/>
                </a:lnTo>
                <a:lnTo>
                  <a:pt x="795535" y="120125"/>
                </a:lnTo>
                <a:lnTo>
                  <a:pt x="795938" y="119963"/>
                </a:lnTo>
                <a:lnTo>
                  <a:pt x="796333" y="119796"/>
                </a:lnTo>
                <a:lnTo>
                  <a:pt x="796721" y="119626"/>
                </a:lnTo>
                <a:lnTo>
                  <a:pt x="797101" y="119451"/>
                </a:lnTo>
                <a:lnTo>
                  <a:pt x="797474" y="119272"/>
                </a:lnTo>
                <a:lnTo>
                  <a:pt x="797838" y="119089"/>
                </a:lnTo>
                <a:lnTo>
                  <a:pt x="798196" y="118902"/>
                </a:lnTo>
                <a:lnTo>
                  <a:pt x="798545" y="118711"/>
                </a:lnTo>
                <a:lnTo>
                  <a:pt x="798887" y="118516"/>
                </a:lnTo>
                <a:lnTo>
                  <a:pt x="798887" y="105498"/>
                </a:lnTo>
                <a:lnTo>
                  <a:pt x="798589" y="105639"/>
                </a:lnTo>
                <a:lnTo>
                  <a:pt x="798287" y="105779"/>
                </a:lnTo>
                <a:lnTo>
                  <a:pt x="797981" y="105918"/>
                </a:lnTo>
                <a:lnTo>
                  <a:pt x="797671" y="106057"/>
                </a:lnTo>
                <a:lnTo>
                  <a:pt x="797356" y="106195"/>
                </a:lnTo>
                <a:lnTo>
                  <a:pt x="797038" y="106333"/>
                </a:lnTo>
                <a:lnTo>
                  <a:pt x="796715" y="106470"/>
                </a:lnTo>
                <a:lnTo>
                  <a:pt x="796389" y="106606"/>
                </a:lnTo>
                <a:lnTo>
                  <a:pt x="796058" y="106742"/>
                </a:lnTo>
                <a:lnTo>
                  <a:pt x="795723" y="106877"/>
                </a:lnTo>
                <a:lnTo>
                  <a:pt x="795384" y="107012"/>
                </a:lnTo>
                <a:lnTo>
                  <a:pt x="795041" y="107146"/>
                </a:lnTo>
                <a:lnTo>
                  <a:pt x="794694" y="107280"/>
                </a:lnTo>
                <a:lnTo>
                  <a:pt x="794342" y="107413"/>
                </a:lnTo>
                <a:lnTo>
                  <a:pt x="793987" y="107545"/>
                </a:lnTo>
                <a:lnTo>
                  <a:pt x="793627" y="107677"/>
                </a:lnTo>
                <a:lnTo>
                  <a:pt x="793264" y="107808"/>
                </a:lnTo>
                <a:lnTo>
                  <a:pt x="792896" y="107939"/>
                </a:lnTo>
                <a:lnTo>
                  <a:pt x="792524" y="108069"/>
                </a:lnTo>
                <a:lnTo>
                  <a:pt x="792148" y="108198"/>
                </a:lnTo>
                <a:lnTo>
                  <a:pt x="791768" y="108327"/>
                </a:lnTo>
                <a:lnTo>
                  <a:pt x="791384" y="108455"/>
                </a:lnTo>
                <a:lnTo>
                  <a:pt x="790995" y="108583"/>
                </a:lnTo>
                <a:lnTo>
                  <a:pt x="790603" y="108710"/>
                </a:lnTo>
                <a:lnTo>
                  <a:pt x="790221" y="108821"/>
                </a:lnTo>
                <a:lnTo>
                  <a:pt x="789836" y="108926"/>
                </a:lnTo>
                <a:lnTo>
                  <a:pt x="789448" y="109027"/>
                </a:lnTo>
                <a:lnTo>
                  <a:pt x="789058" y="109123"/>
                </a:lnTo>
                <a:lnTo>
                  <a:pt x="788664" y="109215"/>
                </a:lnTo>
                <a:lnTo>
                  <a:pt x="788268" y="109302"/>
                </a:lnTo>
                <a:lnTo>
                  <a:pt x="787868" y="109384"/>
                </a:lnTo>
                <a:lnTo>
                  <a:pt x="787466" y="109462"/>
                </a:lnTo>
                <a:lnTo>
                  <a:pt x="787060" y="109534"/>
                </a:lnTo>
                <a:lnTo>
                  <a:pt x="786652" y="109602"/>
                </a:lnTo>
                <a:lnTo>
                  <a:pt x="786241" y="109666"/>
                </a:lnTo>
                <a:lnTo>
                  <a:pt x="785827" y="109725"/>
                </a:lnTo>
                <a:lnTo>
                  <a:pt x="785410" y="109779"/>
                </a:lnTo>
                <a:lnTo>
                  <a:pt x="784990" y="109828"/>
                </a:lnTo>
                <a:lnTo>
                  <a:pt x="784567" y="109873"/>
                </a:lnTo>
                <a:lnTo>
                  <a:pt x="784141" y="109912"/>
                </a:lnTo>
                <a:lnTo>
                  <a:pt x="783712" y="109948"/>
                </a:lnTo>
                <a:lnTo>
                  <a:pt x="783280" y="109978"/>
                </a:lnTo>
                <a:lnTo>
                  <a:pt x="782845" y="110004"/>
                </a:lnTo>
                <a:lnTo>
                  <a:pt x="782408" y="110025"/>
                </a:lnTo>
                <a:lnTo>
                  <a:pt x="781967" y="110042"/>
                </a:lnTo>
                <a:lnTo>
                  <a:pt x="781524" y="110053"/>
                </a:lnTo>
                <a:lnTo>
                  <a:pt x="781077" y="110060"/>
                </a:lnTo>
                <a:lnTo>
                  <a:pt x="780628" y="110063"/>
                </a:lnTo>
                <a:lnTo>
                  <a:pt x="780054" y="110060"/>
                </a:lnTo>
                <a:lnTo>
                  <a:pt x="779489" y="110051"/>
                </a:lnTo>
                <a:lnTo>
                  <a:pt x="778932" y="110036"/>
                </a:lnTo>
                <a:lnTo>
                  <a:pt x="778383" y="110016"/>
                </a:lnTo>
                <a:lnTo>
                  <a:pt x="777842" y="109989"/>
                </a:lnTo>
                <a:lnTo>
                  <a:pt x="777310" y="109957"/>
                </a:lnTo>
                <a:lnTo>
                  <a:pt x="776786" y="109919"/>
                </a:lnTo>
                <a:lnTo>
                  <a:pt x="776270" y="109875"/>
                </a:lnTo>
                <a:lnTo>
                  <a:pt x="775762" y="109825"/>
                </a:lnTo>
                <a:lnTo>
                  <a:pt x="775262" y="109769"/>
                </a:lnTo>
                <a:lnTo>
                  <a:pt x="774771" y="109708"/>
                </a:lnTo>
                <a:lnTo>
                  <a:pt x="774288" y="109640"/>
                </a:lnTo>
                <a:lnTo>
                  <a:pt x="773813" y="109567"/>
                </a:lnTo>
                <a:lnTo>
                  <a:pt x="773346" y="109487"/>
                </a:lnTo>
                <a:lnTo>
                  <a:pt x="772888" y="109402"/>
                </a:lnTo>
                <a:lnTo>
                  <a:pt x="772438" y="109311"/>
                </a:lnTo>
                <a:lnTo>
                  <a:pt x="771995" y="109214"/>
                </a:lnTo>
                <a:lnTo>
                  <a:pt x="771562" y="109112"/>
                </a:lnTo>
                <a:lnTo>
                  <a:pt x="771136" y="109003"/>
                </a:lnTo>
                <a:lnTo>
                  <a:pt x="770719" y="108889"/>
                </a:lnTo>
                <a:lnTo>
                  <a:pt x="770310" y="108768"/>
                </a:lnTo>
                <a:lnTo>
                  <a:pt x="769909" y="108642"/>
                </a:lnTo>
                <a:lnTo>
                  <a:pt x="769516" y="108510"/>
                </a:lnTo>
                <a:lnTo>
                  <a:pt x="769131" y="108372"/>
                </a:lnTo>
                <a:lnTo>
                  <a:pt x="768755" y="108228"/>
                </a:lnTo>
                <a:lnTo>
                  <a:pt x="768386" y="108076"/>
                </a:lnTo>
                <a:lnTo>
                  <a:pt x="768024" y="107918"/>
                </a:lnTo>
                <a:lnTo>
                  <a:pt x="767671" y="107752"/>
                </a:lnTo>
                <a:lnTo>
                  <a:pt x="767325" y="107580"/>
                </a:lnTo>
                <a:lnTo>
                  <a:pt x="766986" y="107400"/>
                </a:lnTo>
                <a:lnTo>
                  <a:pt x="766656" y="107213"/>
                </a:lnTo>
                <a:lnTo>
                  <a:pt x="766332" y="107020"/>
                </a:lnTo>
                <a:lnTo>
                  <a:pt x="766017" y="106819"/>
                </a:lnTo>
                <a:lnTo>
                  <a:pt x="765709" y="106611"/>
                </a:lnTo>
                <a:lnTo>
                  <a:pt x="765409" y="106396"/>
                </a:lnTo>
                <a:lnTo>
                  <a:pt x="765116" y="106174"/>
                </a:lnTo>
                <a:lnTo>
                  <a:pt x="764831" y="105945"/>
                </a:lnTo>
                <a:lnTo>
                  <a:pt x="764554" y="105709"/>
                </a:lnTo>
                <a:lnTo>
                  <a:pt x="764284" y="105466"/>
                </a:lnTo>
                <a:lnTo>
                  <a:pt x="764022" y="105216"/>
                </a:lnTo>
                <a:lnTo>
                  <a:pt x="763767" y="104959"/>
                </a:lnTo>
                <a:lnTo>
                  <a:pt x="763520" y="104695"/>
                </a:lnTo>
                <a:lnTo>
                  <a:pt x="763281" y="104424"/>
                </a:lnTo>
                <a:lnTo>
                  <a:pt x="763050" y="104145"/>
                </a:lnTo>
                <a:lnTo>
                  <a:pt x="762826" y="103860"/>
                </a:lnTo>
                <a:lnTo>
                  <a:pt x="762609" y="103568"/>
                </a:lnTo>
                <a:lnTo>
                  <a:pt x="762401" y="103268"/>
                </a:lnTo>
                <a:lnTo>
                  <a:pt x="762200" y="102962"/>
                </a:lnTo>
                <a:lnTo>
                  <a:pt x="762006" y="102648"/>
                </a:lnTo>
                <a:lnTo>
                  <a:pt x="761822" y="102328"/>
                </a:lnTo>
                <a:lnTo>
                  <a:pt x="761645" y="102000"/>
                </a:lnTo>
                <a:lnTo>
                  <a:pt x="761476" y="101666"/>
                </a:lnTo>
                <a:lnTo>
                  <a:pt x="761316" y="101324"/>
                </a:lnTo>
                <a:lnTo>
                  <a:pt x="761164" y="100975"/>
                </a:lnTo>
                <a:lnTo>
                  <a:pt x="761020" y="100620"/>
                </a:lnTo>
                <a:lnTo>
                  <a:pt x="760885" y="100257"/>
                </a:lnTo>
                <a:lnTo>
                  <a:pt x="760757" y="99887"/>
                </a:lnTo>
                <a:lnTo>
                  <a:pt x="760638" y="99510"/>
                </a:lnTo>
                <a:lnTo>
                  <a:pt x="760527" y="99126"/>
                </a:lnTo>
                <a:lnTo>
                  <a:pt x="760424" y="98735"/>
                </a:lnTo>
                <a:lnTo>
                  <a:pt x="760330" y="98337"/>
                </a:lnTo>
                <a:lnTo>
                  <a:pt x="760244" y="97932"/>
                </a:lnTo>
                <a:lnTo>
                  <a:pt x="760166" y="97520"/>
                </a:lnTo>
                <a:lnTo>
                  <a:pt x="760096" y="97101"/>
                </a:lnTo>
                <a:lnTo>
                  <a:pt x="760034" y="96675"/>
                </a:lnTo>
                <a:lnTo>
                  <a:pt x="759981" y="96241"/>
                </a:lnTo>
                <a:lnTo>
                  <a:pt x="759935" y="95801"/>
                </a:lnTo>
                <a:lnTo>
                  <a:pt x="759898" y="95354"/>
                </a:lnTo>
                <a:lnTo>
                  <a:pt x="759870" y="94899"/>
                </a:lnTo>
                <a:lnTo>
                  <a:pt x="759849" y="94438"/>
                </a:lnTo>
                <a:lnTo>
                  <a:pt x="759837" y="93970"/>
                </a:lnTo>
                <a:lnTo>
                  <a:pt x="759833" y="93494"/>
                </a:lnTo>
                <a:lnTo>
                  <a:pt x="759833" y="48522"/>
                </a:lnTo>
                <a:lnTo>
                  <a:pt x="798887" y="48522"/>
                </a:lnTo>
                <a:lnTo>
                  <a:pt x="798887" y="35335"/>
                </a:lnTo>
                <a:lnTo>
                  <a:pt x="759833" y="35335"/>
                </a:lnTo>
                <a:lnTo>
                  <a:pt x="759833" y="7777"/>
                </a:lnTo>
                <a:lnTo>
                  <a:pt x="749351" y="7777"/>
                </a:lnTo>
                <a:lnTo>
                  <a:pt x="743433" y="35335"/>
                </a:lnTo>
                <a:lnTo>
                  <a:pt x="717904" y="35335"/>
                </a:lnTo>
                <a:lnTo>
                  <a:pt x="717904" y="48522"/>
                </a:lnTo>
                <a:lnTo>
                  <a:pt x="742926" y="48522"/>
                </a:lnTo>
                <a:lnTo>
                  <a:pt x="742926" y="94847"/>
                </a:lnTo>
                <a:lnTo>
                  <a:pt x="742942" y="96100"/>
                </a:lnTo>
                <a:lnTo>
                  <a:pt x="742988" y="97324"/>
                </a:lnTo>
                <a:lnTo>
                  <a:pt x="743066" y="98519"/>
                </a:lnTo>
                <a:lnTo>
                  <a:pt x="743175" y="99684"/>
                </a:lnTo>
                <a:lnTo>
                  <a:pt x="743315" y="100820"/>
                </a:lnTo>
                <a:lnTo>
                  <a:pt x="743486" y="101926"/>
                </a:lnTo>
                <a:lnTo>
                  <a:pt x="743688" y="103004"/>
                </a:lnTo>
                <a:lnTo>
                  <a:pt x="743922" y="104051"/>
                </a:lnTo>
                <a:lnTo>
                  <a:pt x="744186" y="105070"/>
                </a:lnTo>
                <a:lnTo>
                  <a:pt x="744482" y="106059"/>
                </a:lnTo>
                <a:lnTo>
                  <a:pt x="744808" y="107019"/>
                </a:lnTo>
                <a:lnTo>
                  <a:pt x="745166" y="107949"/>
                </a:lnTo>
                <a:lnTo>
                  <a:pt x="745555" y="108850"/>
                </a:lnTo>
                <a:lnTo>
                  <a:pt x="745975" y="109722"/>
                </a:lnTo>
                <a:lnTo>
                  <a:pt x="746426" y="110565"/>
                </a:lnTo>
                <a:lnTo>
                  <a:pt x="746908" y="111378"/>
                </a:lnTo>
                <a:lnTo>
                  <a:pt x="747422" y="112161"/>
                </a:lnTo>
                <a:lnTo>
                  <a:pt x="747966" y="112916"/>
                </a:lnTo>
                <a:lnTo>
                  <a:pt x="748542" y="113641"/>
                </a:lnTo>
                <a:lnTo>
                  <a:pt x="749149" y="114336"/>
                </a:lnTo>
                <a:lnTo>
                  <a:pt x="749786" y="115003"/>
                </a:lnTo>
                <a:lnTo>
                  <a:pt x="750455" y="115640"/>
                </a:lnTo>
                <a:lnTo>
                  <a:pt x="751155" y="116247"/>
                </a:lnTo>
                <a:lnTo>
                  <a:pt x="751886" y="116825"/>
                </a:lnTo>
                <a:lnTo>
                  <a:pt x="752644" y="117363"/>
                </a:lnTo>
                <a:lnTo>
                  <a:pt x="753423" y="117879"/>
                </a:lnTo>
                <a:lnTo>
                  <a:pt x="754224" y="118371"/>
                </a:lnTo>
                <a:lnTo>
                  <a:pt x="755047" y="118840"/>
                </a:lnTo>
                <a:lnTo>
                  <a:pt x="755892" y="119287"/>
                </a:lnTo>
                <a:lnTo>
                  <a:pt x="756758" y="119710"/>
                </a:lnTo>
                <a:lnTo>
                  <a:pt x="757646" y="120111"/>
                </a:lnTo>
                <a:lnTo>
                  <a:pt x="758555" y="120489"/>
                </a:lnTo>
                <a:lnTo>
                  <a:pt x="759487" y="120843"/>
                </a:lnTo>
                <a:lnTo>
                  <a:pt x="760440" y="121175"/>
                </a:lnTo>
                <a:lnTo>
                  <a:pt x="761414" y="121484"/>
                </a:lnTo>
                <a:lnTo>
                  <a:pt x="762411" y="121771"/>
                </a:lnTo>
                <a:lnTo>
                  <a:pt x="763429" y="122034"/>
                </a:lnTo>
                <a:lnTo>
                  <a:pt x="764469" y="122274"/>
                </a:lnTo>
                <a:lnTo>
                  <a:pt x="765531" y="122492"/>
                </a:lnTo>
                <a:lnTo>
                  <a:pt x="766614" y="122686"/>
                </a:lnTo>
                <a:lnTo>
                  <a:pt x="767719" y="122858"/>
                </a:lnTo>
                <a:lnTo>
                  <a:pt x="768846" y="123007"/>
                </a:lnTo>
                <a:lnTo>
                  <a:pt x="769995" y="123133"/>
                </a:lnTo>
                <a:lnTo>
                  <a:pt x="771165" y="123236"/>
                </a:lnTo>
                <a:lnTo>
                  <a:pt x="772357" y="123316"/>
                </a:lnTo>
                <a:lnTo>
                  <a:pt x="773571" y="123373"/>
                </a:lnTo>
                <a:lnTo>
                  <a:pt x="774806" y="123408"/>
                </a:lnTo>
                <a:lnTo>
                  <a:pt x="776063" y="123419"/>
                </a:lnTo>
                <a:lnTo>
                  <a:pt x="776584" y="123417"/>
                </a:lnTo>
                <a:lnTo>
                  <a:pt x="777106" y="123410"/>
                </a:lnTo>
                <a:lnTo>
                  <a:pt x="777627" y="123398"/>
                </a:lnTo>
                <a:lnTo>
                  <a:pt x="778148" y="123381"/>
                </a:lnTo>
                <a:lnTo>
                  <a:pt x="778670" y="123360"/>
                </a:lnTo>
                <a:close/>
                <a:moveTo>
                  <a:pt x="857995" y="108710"/>
                </a:moveTo>
                <a:lnTo>
                  <a:pt x="827055" y="108710"/>
                </a:lnTo>
                <a:lnTo>
                  <a:pt x="827055" y="121728"/>
                </a:lnTo>
                <a:lnTo>
                  <a:pt x="857995" y="121728"/>
                </a:lnTo>
                <a:lnTo>
                  <a:pt x="874901" y="121728"/>
                </a:lnTo>
                <a:lnTo>
                  <a:pt x="904150" y="121728"/>
                </a:lnTo>
                <a:lnTo>
                  <a:pt x="904150" y="108710"/>
                </a:lnTo>
                <a:lnTo>
                  <a:pt x="874901" y="108710"/>
                </a:lnTo>
                <a:lnTo>
                  <a:pt x="874901" y="35335"/>
                </a:lnTo>
                <a:lnTo>
                  <a:pt x="827055" y="35335"/>
                </a:lnTo>
                <a:lnTo>
                  <a:pt x="827055" y="48522"/>
                </a:lnTo>
                <a:lnTo>
                  <a:pt x="857995" y="48522"/>
                </a:lnTo>
                <a:lnTo>
                  <a:pt x="857995" y="108710"/>
                </a:lnTo>
                <a:close/>
                <a:moveTo>
                  <a:pt x="1263492" y="108710"/>
                </a:moveTo>
                <a:lnTo>
                  <a:pt x="1232552" y="108710"/>
                </a:lnTo>
                <a:lnTo>
                  <a:pt x="1232552" y="121728"/>
                </a:lnTo>
                <a:lnTo>
                  <a:pt x="1263492" y="121728"/>
                </a:lnTo>
                <a:lnTo>
                  <a:pt x="1280398" y="121728"/>
                </a:lnTo>
                <a:lnTo>
                  <a:pt x="1309647" y="121728"/>
                </a:lnTo>
                <a:lnTo>
                  <a:pt x="1309647" y="108710"/>
                </a:lnTo>
                <a:lnTo>
                  <a:pt x="1280398" y="108710"/>
                </a:lnTo>
                <a:lnTo>
                  <a:pt x="1280398" y="35335"/>
                </a:lnTo>
                <a:lnTo>
                  <a:pt x="1232552" y="35335"/>
                </a:lnTo>
                <a:lnTo>
                  <a:pt x="1232552" y="48522"/>
                </a:lnTo>
                <a:lnTo>
                  <a:pt x="1263492" y="48522"/>
                </a:lnTo>
                <a:lnTo>
                  <a:pt x="1263492" y="108710"/>
                </a:lnTo>
                <a:close/>
                <a:moveTo>
                  <a:pt x="1045229" y="69259"/>
                </a:moveTo>
                <a:lnTo>
                  <a:pt x="1045259" y="68688"/>
                </a:lnTo>
                <a:lnTo>
                  <a:pt x="1045299" y="68123"/>
                </a:lnTo>
                <a:lnTo>
                  <a:pt x="1045347" y="67563"/>
                </a:lnTo>
                <a:lnTo>
                  <a:pt x="1045405" y="67010"/>
                </a:lnTo>
                <a:lnTo>
                  <a:pt x="1045471" y="66462"/>
                </a:lnTo>
                <a:lnTo>
                  <a:pt x="1045546" y="65920"/>
                </a:lnTo>
                <a:lnTo>
                  <a:pt x="1045629" y="65384"/>
                </a:lnTo>
                <a:lnTo>
                  <a:pt x="1045722" y="64854"/>
                </a:lnTo>
                <a:lnTo>
                  <a:pt x="1045823" y="64330"/>
                </a:lnTo>
                <a:lnTo>
                  <a:pt x="1045933" y="63812"/>
                </a:lnTo>
                <a:lnTo>
                  <a:pt x="1046052" y="63299"/>
                </a:lnTo>
                <a:lnTo>
                  <a:pt x="1046180" y="62793"/>
                </a:lnTo>
                <a:lnTo>
                  <a:pt x="1046316" y="62292"/>
                </a:lnTo>
                <a:lnTo>
                  <a:pt x="1046461" y="61797"/>
                </a:lnTo>
                <a:lnTo>
                  <a:pt x="1046615" y="61308"/>
                </a:lnTo>
                <a:lnTo>
                  <a:pt x="1046778" y="60825"/>
                </a:lnTo>
                <a:lnTo>
                  <a:pt x="1046950" y="60348"/>
                </a:lnTo>
                <a:lnTo>
                  <a:pt x="1047131" y="59876"/>
                </a:lnTo>
                <a:lnTo>
                  <a:pt x="1047320" y="59411"/>
                </a:lnTo>
                <a:lnTo>
                  <a:pt x="1047518" y="58951"/>
                </a:lnTo>
                <a:lnTo>
                  <a:pt x="1047725" y="58497"/>
                </a:lnTo>
                <a:lnTo>
                  <a:pt x="1047940" y="58037"/>
                </a:lnTo>
                <a:lnTo>
                  <a:pt x="1048162" y="57585"/>
                </a:lnTo>
                <a:lnTo>
                  <a:pt x="1048391" y="57142"/>
                </a:lnTo>
                <a:lnTo>
                  <a:pt x="1048627" y="56708"/>
                </a:lnTo>
                <a:lnTo>
                  <a:pt x="1048870" y="56283"/>
                </a:lnTo>
                <a:lnTo>
                  <a:pt x="1049120" y="55866"/>
                </a:lnTo>
                <a:lnTo>
                  <a:pt x="1049377" y="55458"/>
                </a:lnTo>
                <a:lnTo>
                  <a:pt x="1049641" y="55060"/>
                </a:lnTo>
                <a:lnTo>
                  <a:pt x="1049912" y="54669"/>
                </a:lnTo>
                <a:lnTo>
                  <a:pt x="1050191" y="54288"/>
                </a:lnTo>
                <a:lnTo>
                  <a:pt x="1050476" y="53916"/>
                </a:lnTo>
                <a:lnTo>
                  <a:pt x="1050768" y="53552"/>
                </a:lnTo>
                <a:lnTo>
                  <a:pt x="1051068" y="53197"/>
                </a:lnTo>
                <a:lnTo>
                  <a:pt x="1051374" y="52851"/>
                </a:lnTo>
                <a:lnTo>
                  <a:pt x="1051687" y="52514"/>
                </a:lnTo>
                <a:lnTo>
                  <a:pt x="1052008" y="52185"/>
                </a:lnTo>
                <a:lnTo>
                  <a:pt x="1052336" y="51866"/>
                </a:lnTo>
                <a:lnTo>
                  <a:pt x="1052670" y="51555"/>
                </a:lnTo>
                <a:lnTo>
                  <a:pt x="1053012" y="51253"/>
                </a:lnTo>
                <a:lnTo>
                  <a:pt x="1053361" y="50960"/>
                </a:lnTo>
                <a:lnTo>
                  <a:pt x="1053716" y="50675"/>
                </a:lnTo>
                <a:lnTo>
                  <a:pt x="1054079" y="50400"/>
                </a:lnTo>
                <a:lnTo>
                  <a:pt x="1054449" y="50133"/>
                </a:lnTo>
                <a:lnTo>
                  <a:pt x="1054826" y="49875"/>
                </a:lnTo>
                <a:lnTo>
                  <a:pt x="1055209" y="49613"/>
                </a:lnTo>
                <a:lnTo>
                  <a:pt x="1055598" y="49362"/>
                </a:lnTo>
                <a:lnTo>
                  <a:pt x="1055993" y="49122"/>
                </a:lnTo>
                <a:lnTo>
                  <a:pt x="1056394" y="48893"/>
                </a:lnTo>
                <a:lnTo>
                  <a:pt x="1056801" y="48676"/>
                </a:lnTo>
                <a:lnTo>
                  <a:pt x="1057214" y="48469"/>
                </a:lnTo>
                <a:lnTo>
                  <a:pt x="1057632" y="48274"/>
                </a:lnTo>
                <a:lnTo>
                  <a:pt x="1058057" y="48090"/>
                </a:lnTo>
                <a:lnTo>
                  <a:pt x="1058487" y="47917"/>
                </a:lnTo>
                <a:lnTo>
                  <a:pt x="1058923" y="47756"/>
                </a:lnTo>
                <a:lnTo>
                  <a:pt x="1059365" y="47605"/>
                </a:lnTo>
                <a:lnTo>
                  <a:pt x="1059813" y="47466"/>
                </a:lnTo>
                <a:lnTo>
                  <a:pt x="1060267" y="47337"/>
                </a:lnTo>
                <a:lnTo>
                  <a:pt x="1060727" y="47220"/>
                </a:lnTo>
                <a:lnTo>
                  <a:pt x="1061192" y="47114"/>
                </a:lnTo>
                <a:lnTo>
                  <a:pt x="1061664" y="47019"/>
                </a:lnTo>
                <a:lnTo>
                  <a:pt x="1062141" y="46936"/>
                </a:lnTo>
                <a:lnTo>
                  <a:pt x="1062624" y="46863"/>
                </a:lnTo>
                <a:lnTo>
                  <a:pt x="1063113" y="46802"/>
                </a:lnTo>
                <a:lnTo>
                  <a:pt x="1063608" y="46752"/>
                </a:lnTo>
                <a:lnTo>
                  <a:pt x="1064109" y="46713"/>
                </a:lnTo>
                <a:lnTo>
                  <a:pt x="1064615" y="46685"/>
                </a:lnTo>
                <a:lnTo>
                  <a:pt x="1065128" y="46668"/>
                </a:lnTo>
                <a:lnTo>
                  <a:pt x="1065646" y="46663"/>
                </a:lnTo>
                <a:lnTo>
                  <a:pt x="1066386" y="46672"/>
                </a:lnTo>
                <a:lnTo>
                  <a:pt x="1067111" y="46701"/>
                </a:lnTo>
                <a:lnTo>
                  <a:pt x="1067823" y="46750"/>
                </a:lnTo>
                <a:lnTo>
                  <a:pt x="1068520" y="46818"/>
                </a:lnTo>
                <a:lnTo>
                  <a:pt x="1069204" y="46905"/>
                </a:lnTo>
                <a:lnTo>
                  <a:pt x="1069873" y="47011"/>
                </a:lnTo>
                <a:lnTo>
                  <a:pt x="1070528" y="47137"/>
                </a:lnTo>
                <a:lnTo>
                  <a:pt x="1071169" y="47282"/>
                </a:lnTo>
                <a:lnTo>
                  <a:pt x="1071796" y="47447"/>
                </a:lnTo>
                <a:lnTo>
                  <a:pt x="1072409" y="47631"/>
                </a:lnTo>
                <a:lnTo>
                  <a:pt x="1073008" y="47835"/>
                </a:lnTo>
                <a:lnTo>
                  <a:pt x="1073592" y="48057"/>
                </a:lnTo>
                <a:lnTo>
                  <a:pt x="1074163" y="48299"/>
                </a:lnTo>
                <a:lnTo>
                  <a:pt x="1074719" y="48561"/>
                </a:lnTo>
                <a:lnTo>
                  <a:pt x="1075262" y="48842"/>
                </a:lnTo>
                <a:lnTo>
                  <a:pt x="1075790" y="49142"/>
                </a:lnTo>
                <a:lnTo>
                  <a:pt x="1076304" y="49462"/>
                </a:lnTo>
                <a:lnTo>
                  <a:pt x="1076805" y="49801"/>
                </a:lnTo>
                <a:lnTo>
                  <a:pt x="1077291" y="50159"/>
                </a:lnTo>
                <a:lnTo>
                  <a:pt x="1077763" y="50537"/>
                </a:lnTo>
                <a:lnTo>
                  <a:pt x="1078220" y="50934"/>
                </a:lnTo>
                <a:lnTo>
                  <a:pt x="1078664" y="51351"/>
                </a:lnTo>
                <a:lnTo>
                  <a:pt x="1079094" y="51786"/>
                </a:lnTo>
                <a:lnTo>
                  <a:pt x="1079510" y="52242"/>
                </a:lnTo>
                <a:lnTo>
                  <a:pt x="1079923" y="52718"/>
                </a:lnTo>
                <a:lnTo>
                  <a:pt x="1080320" y="53217"/>
                </a:lnTo>
                <a:lnTo>
                  <a:pt x="1080698" y="53740"/>
                </a:lnTo>
                <a:lnTo>
                  <a:pt x="1081059" y="54285"/>
                </a:lnTo>
                <a:lnTo>
                  <a:pt x="1081403" y="54853"/>
                </a:lnTo>
                <a:lnTo>
                  <a:pt x="1081729" y="55443"/>
                </a:lnTo>
                <a:lnTo>
                  <a:pt x="1082037" y="56057"/>
                </a:lnTo>
                <a:lnTo>
                  <a:pt x="1082327" y="56694"/>
                </a:lnTo>
                <a:lnTo>
                  <a:pt x="1082600" y="57353"/>
                </a:lnTo>
                <a:lnTo>
                  <a:pt x="1082856" y="58036"/>
                </a:lnTo>
                <a:lnTo>
                  <a:pt x="1083093" y="58741"/>
                </a:lnTo>
                <a:lnTo>
                  <a:pt x="1083314" y="59469"/>
                </a:lnTo>
                <a:lnTo>
                  <a:pt x="1083516" y="60220"/>
                </a:lnTo>
                <a:lnTo>
                  <a:pt x="1083701" y="60994"/>
                </a:lnTo>
                <a:lnTo>
                  <a:pt x="1083868" y="61791"/>
                </a:lnTo>
                <a:lnTo>
                  <a:pt x="1084018" y="62611"/>
                </a:lnTo>
                <a:lnTo>
                  <a:pt x="1084150" y="63454"/>
                </a:lnTo>
                <a:lnTo>
                  <a:pt x="1084265" y="64319"/>
                </a:lnTo>
                <a:lnTo>
                  <a:pt x="1084361" y="65208"/>
                </a:lnTo>
                <a:lnTo>
                  <a:pt x="1084441" y="66119"/>
                </a:lnTo>
                <a:lnTo>
                  <a:pt x="1084502" y="67054"/>
                </a:lnTo>
                <a:lnTo>
                  <a:pt x="1084546" y="68011"/>
                </a:lnTo>
                <a:lnTo>
                  <a:pt x="1084573" y="68991"/>
                </a:lnTo>
                <a:lnTo>
                  <a:pt x="1084582" y="69994"/>
                </a:lnTo>
                <a:lnTo>
                  <a:pt x="1084582" y="121728"/>
                </a:lnTo>
                <a:lnTo>
                  <a:pt x="1101488" y="121728"/>
                </a:lnTo>
                <a:lnTo>
                  <a:pt x="1101488" y="65091"/>
                </a:lnTo>
                <a:lnTo>
                  <a:pt x="1101474" y="63808"/>
                </a:lnTo>
                <a:lnTo>
                  <a:pt x="1101430" y="62551"/>
                </a:lnTo>
                <a:lnTo>
                  <a:pt x="1101356" y="61321"/>
                </a:lnTo>
                <a:lnTo>
                  <a:pt x="1101254" y="60117"/>
                </a:lnTo>
                <a:lnTo>
                  <a:pt x="1101121" y="58940"/>
                </a:lnTo>
                <a:lnTo>
                  <a:pt x="1100960" y="57789"/>
                </a:lnTo>
                <a:lnTo>
                  <a:pt x="1100769" y="56665"/>
                </a:lnTo>
                <a:lnTo>
                  <a:pt x="1100549" y="55567"/>
                </a:lnTo>
                <a:lnTo>
                  <a:pt x="1100300" y="54495"/>
                </a:lnTo>
                <a:lnTo>
                  <a:pt x="1100021" y="53450"/>
                </a:lnTo>
                <a:lnTo>
                  <a:pt x="1099713" y="52431"/>
                </a:lnTo>
                <a:lnTo>
                  <a:pt x="1099375" y="51439"/>
                </a:lnTo>
                <a:lnTo>
                  <a:pt x="1099008" y="50473"/>
                </a:lnTo>
                <a:lnTo>
                  <a:pt x="1098612" y="49533"/>
                </a:lnTo>
                <a:lnTo>
                  <a:pt x="1098186" y="48620"/>
                </a:lnTo>
                <a:lnTo>
                  <a:pt x="1097731" y="47733"/>
                </a:lnTo>
                <a:lnTo>
                  <a:pt x="1097247" y="46873"/>
                </a:lnTo>
                <a:lnTo>
                  <a:pt x="1096733" y="46039"/>
                </a:lnTo>
                <a:lnTo>
                  <a:pt x="1096190" y="45232"/>
                </a:lnTo>
                <a:lnTo>
                  <a:pt x="1095618" y="44451"/>
                </a:lnTo>
                <a:lnTo>
                  <a:pt x="1095016" y="43696"/>
                </a:lnTo>
                <a:lnTo>
                  <a:pt x="1094385" y="42968"/>
                </a:lnTo>
                <a:lnTo>
                  <a:pt x="1093725" y="42266"/>
                </a:lnTo>
                <a:lnTo>
                  <a:pt x="1093035" y="41591"/>
                </a:lnTo>
                <a:lnTo>
                  <a:pt x="1092321" y="40942"/>
                </a:lnTo>
                <a:lnTo>
                  <a:pt x="1091586" y="40321"/>
                </a:lnTo>
                <a:lnTo>
                  <a:pt x="1090832" y="39728"/>
                </a:lnTo>
                <a:lnTo>
                  <a:pt x="1090057" y="39163"/>
                </a:lnTo>
                <a:lnTo>
                  <a:pt x="1089263" y="38625"/>
                </a:lnTo>
                <a:lnTo>
                  <a:pt x="1088449" y="38114"/>
                </a:lnTo>
                <a:lnTo>
                  <a:pt x="1087615" y="37631"/>
                </a:lnTo>
                <a:lnTo>
                  <a:pt x="1086761" y="37176"/>
                </a:lnTo>
                <a:lnTo>
                  <a:pt x="1085887" y="36748"/>
                </a:lnTo>
                <a:lnTo>
                  <a:pt x="1084993" y="36348"/>
                </a:lnTo>
                <a:lnTo>
                  <a:pt x="1084078" y="35976"/>
                </a:lnTo>
                <a:lnTo>
                  <a:pt x="1083145" y="35631"/>
                </a:lnTo>
                <a:lnTo>
                  <a:pt x="1082191" y="35314"/>
                </a:lnTo>
                <a:lnTo>
                  <a:pt x="1081217" y="35024"/>
                </a:lnTo>
                <a:lnTo>
                  <a:pt x="1080223" y="34762"/>
                </a:lnTo>
                <a:lnTo>
                  <a:pt x="1079209" y="34527"/>
                </a:lnTo>
                <a:lnTo>
                  <a:pt x="1078175" y="34320"/>
                </a:lnTo>
                <a:lnTo>
                  <a:pt x="1077122" y="34141"/>
                </a:lnTo>
                <a:lnTo>
                  <a:pt x="1076048" y="33989"/>
                </a:lnTo>
                <a:lnTo>
                  <a:pt x="1074954" y="33865"/>
                </a:lnTo>
                <a:lnTo>
                  <a:pt x="1073841" y="33769"/>
                </a:lnTo>
                <a:lnTo>
                  <a:pt x="1072707" y="33700"/>
                </a:lnTo>
                <a:lnTo>
                  <a:pt x="1071553" y="33658"/>
                </a:lnTo>
                <a:lnTo>
                  <a:pt x="1070380" y="33644"/>
                </a:lnTo>
                <a:lnTo>
                  <a:pt x="1069664" y="33650"/>
                </a:lnTo>
                <a:lnTo>
                  <a:pt x="1068953" y="33668"/>
                </a:lnTo>
                <a:lnTo>
                  <a:pt x="1068248" y="33697"/>
                </a:lnTo>
                <a:lnTo>
                  <a:pt x="1067548" y="33738"/>
                </a:lnTo>
                <a:lnTo>
                  <a:pt x="1066853" y="33791"/>
                </a:lnTo>
                <a:lnTo>
                  <a:pt x="1066164" y="33856"/>
                </a:lnTo>
                <a:lnTo>
                  <a:pt x="1065480" y="33932"/>
                </a:lnTo>
                <a:lnTo>
                  <a:pt x="1064801" y="34020"/>
                </a:lnTo>
                <a:lnTo>
                  <a:pt x="1064127" y="34120"/>
                </a:lnTo>
                <a:lnTo>
                  <a:pt x="1063459" y="34231"/>
                </a:lnTo>
                <a:lnTo>
                  <a:pt x="1062796" y="34355"/>
                </a:lnTo>
                <a:lnTo>
                  <a:pt x="1062138" y="34490"/>
                </a:lnTo>
                <a:lnTo>
                  <a:pt x="1061485" y="34636"/>
                </a:lnTo>
                <a:lnTo>
                  <a:pt x="1060838" y="34795"/>
                </a:lnTo>
                <a:lnTo>
                  <a:pt x="1060196" y="34965"/>
                </a:lnTo>
                <a:lnTo>
                  <a:pt x="1059560" y="35147"/>
                </a:lnTo>
                <a:lnTo>
                  <a:pt x="1058928" y="35341"/>
                </a:lnTo>
                <a:lnTo>
                  <a:pt x="1058302" y="35546"/>
                </a:lnTo>
                <a:lnTo>
                  <a:pt x="1057681" y="35764"/>
                </a:lnTo>
                <a:lnTo>
                  <a:pt x="1057066" y="35993"/>
                </a:lnTo>
                <a:lnTo>
                  <a:pt x="1056456" y="36233"/>
                </a:lnTo>
                <a:lnTo>
                  <a:pt x="1055851" y="36486"/>
                </a:lnTo>
                <a:lnTo>
                  <a:pt x="1055251" y="36750"/>
                </a:lnTo>
                <a:lnTo>
                  <a:pt x="1054657" y="37026"/>
                </a:lnTo>
                <a:lnTo>
                  <a:pt x="1054071" y="37314"/>
                </a:lnTo>
                <a:lnTo>
                  <a:pt x="1053496" y="37616"/>
                </a:lnTo>
                <a:lnTo>
                  <a:pt x="1052932" y="37932"/>
                </a:lnTo>
                <a:lnTo>
                  <a:pt x="1052379" y="38261"/>
                </a:lnTo>
                <a:lnTo>
                  <a:pt x="1051837" y="38603"/>
                </a:lnTo>
                <a:lnTo>
                  <a:pt x="1051307" y="38959"/>
                </a:lnTo>
                <a:lnTo>
                  <a:pt x="1050788" y="39329"/>
                </a:lnTo>
                <a:lnTo>
                  <a:pt x="1050280" y="39712"/>
                </a:lnTo>
                <a:lnTo>
                  <a:pt x="1049783" y="40109"/>
                </a:lnTo>
                <a:lnTo>
                  <a:pt x="1049297" y="40519"/>
                </a:lnTo>
                <a:lnTo>
                  <a:pt x="1048822" y="40942"/>
                </a:lnTo>
                <a:lnTo>
                  <a:pt x="1048359" y="41379"/>
                </a:lnTo>
                <a:lnTo>
                  <a:pt x="1047907" y="41830"/>
                </a:lnTo>
                <a:lnTo>
                  <a:pt x="1047466" y="42294"/>
                </a:lnTo>
                <a:lnTo>
                  <a:pt x="1047036" y="42771"/>
                </a:lnTo>
                <a:lnTo>
                  <a:pt x="1046617" y="43262"/>
                </a:lnTo>
                <a:lnTo>
                  <a:pt x="1046209" y="43767"/>
                </a:lnTo>
                <a:lnTo>
                  <a:pt x="1045812" y="44285"/>
                </a:lnTo>
                <a:lnTo>
                  <a:pt x="1045427" y="44817"/>
                </a:lnTo>
                <a:lnTo>
                  <a:pt x="1045053" y="45362"/>
                </a:lnTo>
                <a:lnTo>
                  <a:pt x="1044690" y="45920"/>
                </a:lnTo>
                <a:lnTo>
                  <a:pt x="1044338" y="46492"/>
                </a:lnTo>
                <a:lnTo>
                  <a:pt x="1043997" y="47078"/>
                </a:lnTo>
                <a:lnTo>
                  <a:pt x="1043667" y="47677"/>
                </a:lnTo>
                <a:lnTo>
                  <a:pt x="1041977" y="35335"/>
                </a:lnTo>
                <a:lnTo>
                  <a:pt x="1028282" y="35335"/>
                </a:lnTo>
                <a:lnTo>
                  <a:pt x="1028282" y="121728"/>
                </a:lnTo>
                <a:lnTo>
                  <a:pt x="1045189" y="121728"/>
                </a:lnTo>
                <a:lnTo>
                  <a:pt x="1045189" y="71008"/>
                </a:lnTo>
                <a:lnTo>
                  <a:pt x="1045193" y="70419"/>
                </a:lnTo>
                <a:lnTo>
                  <a:pt x="1045207" y="69836"/>
                </a:lnTo>
                <a:lnTo>
                  <a:pt x="1045229" y="69259"/>
                </a:lnTo>
                <a:close/>
                <a:moveTo>
                  <a:pt x="968147" y="123184"/>
                </a:moveTo>
                <a:lnTo>
                  <a:pt x="969122" y="123081"/>
                </a:lnTo>
                <a:lnTo>
                  <a:pt x="970084" y="122959"/>
                </a:lnTo>
                <a:lnTo>
                  <a:pt x="971035" y="122818"/>
                </a:lnTo>
                <a:lnTo>
                  <a:pt x="971972" y="122658"/>
                </a:lnTo>
                <a:lnTo>
                  <a:pt x="972898" y="122480"/>
                </a:lnTo>
                <a:lnTo>
                  <a:pt x="973811" y="122283"/>
                </a:lnTo>
                <a:lnTo>
                  <a:pt x="974712" y="122066"/>
                </a:lnTo>
                <a:lnTo>
                  <a:pt x="975600" y="121832"/>
                </a:lnTo>
                <a:lnTo>
                  <a:pt x="976476" y="121578"/>
                </a:lnTo>
                <a:lnTo>
                  <a:pt x="977340" y="121306"/>
                </a:lnTo>
                <a:lnTo>
                  <a:pt x="978192" y="121015"/>
                </a:lnTo>
                <a:lnTo>
                  <a:pt x="979031" y="120705"/>
                </a:lnTo>
                <a:lnTo>
                  <a:pt x="979858" y="120376"/>
                </a:lnTo>
                <a:lnTo>
                  <a:pt x="980672" y="120028"/>
                </a:lnTo>
                <a:lnTo>
                  <a:pt x="981474" y="119662"/>
                </a:lnTo>
                <a:lnTo>
                  <a:pt x="982264" y="119277"/>
                </a:lnTo>
                <a:lnTo>
                  <a:pt x="983042" y="118873"/>
                </a:lnTo>
                <a:lnTo>
                  <a:pt x="983807" y="118450"/>
                </a:lnTo>
                <a:lnTo>
                  <a:pt x="984560" y="118009"/>
                </a:lnTo>
                <a:lnTo>
                  <a:pt x="985299" y="117537"/>
                </a:lnTo>
                <a:lnTo>
                  <a:pt x="986024" y="117050"/>
                </a:lnTo>
                <a:lnTo>
                  <a:pt x="986734" y="116548"/>
                </a:lnTo>
                <a:lnTo>
                  <a:pt x="987429" y="116032"/>
                </a:lnTo>
                <a:lnTo>
                  <a:pt x="988110" y="115501"/>
                </a:lnTo>
                <a:lnTo>
                  <a:pt x="988776" y="114955"/>
                </a:lnTo>
                <a:lnTo>
                  <a:pt x="989427" y="114395"/>
                </a:lnTo>
                <a:lnTo>
                  <a:pt x="990064" y="113820"/>
                </a:lnTo>
                <a:lnTo>
                  <a:pt x="990686" y="113230"/>
                </a:lnTo>
                <a:lnTo>
                  <a:pt x="991293" y="112626"/>
                </a:lnTo>
                <a:lnTo>
                  <a:pt x="991886" y="112007"/>
                </a:lnTo>
                <a:lnTo>
                  <a:pt x="992464" y="111373"/>
                </a:lnTo>
                <a:lnTo>
                  <a:pt x="993027" y="110725"/>
                </a:lnTo>
                <a:lnTo>
                  <a:pt x="993576" y="110062"/>
                </a:lnTo>
                <a:lnTo>
                  <a:pt x="994110" y="109384"/>
                </a:lnTo>
                <a:lnTo>
                  <a:pt x="994629" y="108691"/>
                </a:lnTo>
                <a:lnTo>
                  <a:pt x="995133" y="107984"/>
                </a:lnTo>
                <a:lnTo>
                  <a:pt x="995623" y="107263"/>
                </a:lnTo>
                <a:lnTo>
                  <a:pt x="996098" y="106526"/>
                </a:lnTo>
                <a:lnTo>
                  <a:pt x="996559" y="105775"/>
                </a:lnTo>
                <a:lnTo>
                  <a:pt x="997005" y="105009"/>
                </a:lnTo>
                <a:lnTo>
                  <a:pt x="997436" y="104229"/>
                </a:lnTo>
                <a:lnTo>
                  <a:pt x="997852" y="103434"/>
                </a:lnTo>
                <a:lnTo>
                  <a:pt x="998254" y="102624"/>
                </a:lnTo>
                <a:lnTo>
                  <a:pt x="998641" y="101801"/>
                </a:lnTo>
                <a:lnTo>
                  <a:pt x="999010" y="100968"/>
                </a:lnTo>
                <a:lnTo>
                  <a:pt x="999364" y="100125"/>
                </a:lnTo>
                <a:lnTo>
                  <a:pt x="999701" y="99271"/>
                </a:lnTo>
                <a:lnTo>
                  <a:pt x="1000021" y="98406"/>
                </a:lnTo>
                <a:lnTo>
                  <a:pt x="1000325" y="97531"/>
                </a:lnTo>
                <a:lnTo>
                  <a:pt x="1000613" y="96645"/>
                </a:lnTo>
                <a:lnTo>
                  <a:pt x="1000884" y="95748"/>
                </a:lnTo>
                <a:lnTo>
                  <a:pt x="1001139" y="94841"/>
                </a:lnTo>
                <a:lnTo>
                  <a:pt x="1001377" y="93924"/>
                </a:lnTo>
                <a:lnTo>
                  <a:pt x="1001599" y="92996"/>
                </a:lnTo>
                <a:lnTo>
                  <a:pt x="1001805" y="92057"/>
                </a:lnTo>
                <a:lnTo>
                  <a:pt x="1001994" y="91108"/>
                </a:lnTo>
                <a:lnTo>
                  <a:pt x="1002166" y="90148"/>
                </a:lnTo>
                <a:lnTo>
                  <a:pt x="1002322" y="89178"/>
                </a:lnTo>
                <a:lnTo>
                  <a:pt x="1002462" y="88197"/>
                </a:lnTo>
                <a:lnTo>
                  <a:pt x="1002585" y="87205"/>
                </a:lnTo>
                <a:lnTo>
                  <a:pt x="1002692" y="86203"/>
                </a:lnTo>
                <a:lnTo>
                  <a:pt x="1002783" y="85190"/>
                </a:lnTo>
                <a:lnTo>
                  <a:pt x="1002857" y="84167"/>
                </a:lnTo>
                <a:lnTo>
                  <a:pt x="1002914" y="83133"/>
                </a:lnTo>
                <a:lnTo>
                  <a:pt x="1002955" y="82089"/>
                </a:lnTo>
                <a:lnTo>
                  <a:pt x="1002980" y="81034"/>
                </a:lnTo>
                <a:lnTo>
                  <a:pt x="1002988" y="79969"/>
                </a:lnTo>
                <a:lnTo>
                  <a:pt x="1002988" y="77095"/>
                </a:lnTo>
                <a:lnTo>
                  <a:pt x="1002980" y="76043"/>
                </a:lnTo>
                <a:lnTo>
                  <a:pt x="1002955" y="75001"/>
                </a:lnTo>
                <a:lnTo>
                  <a:pt x="1002914" y="73970"/>
                </a:lnTo>
                <a:lnTo>
                  <a:pt x="1002857" y="72948"/>
                </a:lnTo>
                <a:lnTo>
                  <a:pt x="1002783" y="71936"/>
                </a:lnTo>
                <a:lnTo>
                  <a:pt x="1002692" y="70934"/>
                </a:lnTo>
                <a:lnTo>
                  <a:pt x="1002585" y="69942"/>
                </a:lnTo>
                <a:lnTo>
                  <a:pt x="1002462" y="68961"/>
                </a:lnTo>
                <a:lnTo>
                  <a:pt x="1002322" y="67989"/>
                </a:lnTo>
                <a:lnTo>
                  <a:pt x="1002166" y="67027"/>
                </a:lnTo>
                <a:lnTo>
                  <a:pt x="1001994" y="66075"/>
                </a:lnTo>
                <a:lnTo>
                  <a:pt x="1001805" y="65133"/>
                </a:lnTo>
                <a:lnTo>
                  <a:pt x="1001599" y="64201"/>
                </a:lnTo>
                <a:lnTo>
                  <a:pt x="1001377" y="63279"/>
                </a:lnTo>
                <a:lnTo>
                  <a:pt x="1001139" y="62367"/>
                </a:lnTo>
                <a:lnTo>
                  <a:pt x="1000884" y="61465"/>
                </a:lnTo>
                <a:lnTo>
                  <a:pt x="1000613" y="60573"/>
                </a:lnTo>
                <a:lnTo>
                  <a:pt x="1000325" y="59691"/>
                </a:lnTo>
                <a:lnTo>
                  <a:pt x="1000021" y="58819"/>
                </a:lnTo>
                <a:lnTo>
                  <a:pt x="999701" y="57957"/>
                </a:lnTo>
                <a:lnTo>
                  <a:pt x="999364" y="57105"/>
                </a:lnTo>
                <a:lnTo>
                  <a:pt x="999010" y="56263"/>
                </a:lnTo>
                <a:lnTo>
                  <a:pt x="998641" y="55431"/>
                </a:lnTo>
                <a:lnTo>
                  <a:pt x="998254" y="54609"/>
                </a:lnTo>
                <a:lnTo>
                  <a:pt x="997852" y="53799"/>
                </a:lnTo>
                <a:lnTo>
                  <a:pt x="997436" y="53004"/>
                </a:lnTo>
                <a:lnTo>
                  <a:pt x="997005" y="52223"/>
                </a:lnTo>
                <a:lnTo>
                  <a:pt x="996559" y="51457"/>
                </a:lnTo>
                <a:lnTo>
                  <a:pt x="996098" y="50706"/>
                </a:lnTo>
                <a:lnTo>
                  <a:pt x="995623" y="49970"/>
                </a:lnTo>
                <a:lnTo>
                  <a:pt x="995133" y="49248"/>
                </a:lnTo>
                <a:lnTo>
                  <a:pt x="994629" y="48541"/>
                </a:lnTo>
                <a:lnTo>
                  <a:pt x="994110" y="47849"/>
                </a:lnTo>
                <a:lnTo>
                  <a:pt x="993576" y="47171"/>
                </a:lnTo>
                <a:lnTo>
                  <a:pt x="993027" y="46508"/>
                </a:lnTo>
                <a:lnTo>
                  <a:pt x="992464" y="45859"/>
                </a:lnTo>
                <a:lnTo>
                  <a:pt x="991886" y="45226"/>
                </a:lnTo>
                <a:lnTo>
                  <a:pt x="991293" y="44607"/>
                </a:lnTo>
                <a:lnTo>
                  <a:pt x="990686" y="44002"/>
                </a:lnTo>
                <a:lnTo>
                  <a:pt x="990064" y="43413"/>
                </a:lnTo>
                <a:lnTo>
                  <a:pt x="989427" y="42838"/>
                </a:lnTo>
                <a:lnTo>
                  <a:pt x="988776" y="42277"/>
                </a:lnTo>
                <a:lnTo>
                  <a:pt x="988110" y="41732"/>
                </a:lnTo>
                <a:lnTo>
                  <a:pt x="987429" y="41201"/>
                </a:lnTo>
                <a:lnTo>
                  <a:pt x="986734" y="40684"/>
                </a:lnTo>
                <a:lnTo>
                  <a:pt x="986024" y="40183"/>
                </a:lnTo>
                <a:lnTo>
                  <a:pt x="985299" y="39696"/>
                </a:lnTo>
                <a:lnTo>
                  <a:pt x="984560" y="39224"/>
                </a:lnTo>
                <a:lnTo>
                  <a:pt x="983807" y="38768"/>
                </a:lnTo>
                <a:lnTo>
                  <a:pt x="983041" y="38332"/>
                </a:lnTo>
                <a:lnTo>
                  <a:pt x="982262" y="37916"/>
                </a:lnTo>
                <a:lnTo>
                  <a:pt x="981470" y="37519"/>
                </a:lnTo>
                <a:lnTo>
                  <a:pt x="980665" y="37141"/>
                </a:lnTo>
                <a:lnTo>
                  <a:pt x="979847" y="36783"/>
                </a:lnTo>
                <a:lnTo>
                  <a:pt x="979016" y="36444"/>
                </a:lnTo>
                <a:lnTo>
                  <a:pt x="978173" y="36124"/>
                </a:lnTo>
                <a:lnTo>
                  <a:pt x="977316" y="35824"/>
                </a:lnTo>
                <a:lnTo>
                  <a:pt x="976447" y="35543"/>
                </a:lnTo>
                <a:lnTo>
                  <a:pt x="975565" y="35281"/>
                </a:lnTo>
                <a:lnTo>
                  <a:pt x="974669" y="35039"/>
                </a:lnTo>
                <a:lnTo>
                  <a:pt x="973761" y="34816"/>
                </a:lnTo>
                <a:lnTo>
                  <a:pt x="972840" y="34613"/>
                </a:lnTo>
                <a:lnTo>
                  <a:pt x="971906" y="34429"/>
                </a:lnTo>
                <a:lnTo>
                  <a:pt x="970959" y="34264"/>
                </a:lnTo>
                <a:lnTo>
                  <a:pt x="970000" y="34119"/>
                </a:lnTo>
                <a:lnTo>
                  <a:pt x="969027" y="33993"/>
                </a:lnTo>
                <a:lnTo>
                  <a:pt x="968041" y="33887"/>
                </a:lnTo>
                <a:lnTo>
                  <a:pt x="967043" y="33799"/>
                </a:lnTo>
                <a:lnTo>
                  <a:pt x="966031" y="33732"/>
                </a:lnTo>
                <a:lnTo>
                  <a:pt x="965007" y="33683"/>
                </a:lnTo>
                <a:lnTo>
                  <a:pt x="963969" y="33654"/>
                </a:lnTo>
                <a:lnTo>
                  <a:pt x="962919" y="33644"/>
                </a:lnTo>
                <a:lnTo>
                  <a:pt x="961897" y="33654"/>
                </a:lnTo>
                <a:lnTo>
                  <a:pt x="960886" y="33683"/>
                </a:lnTo>
                <a:lnTo>
                  <a:pt x="959887" y="33732"/>
                </a:lnTo>
                <a:lnTo>
                  <a:pt x="958899" y="33799"/>
                </a:lnTo>
                <a:lnTo>
                  <a:pt x="957924" y="33887"/>
                </a:lnTo>
                <a:lnTo>
                  <a:pt x="956960" y="33993"/>
                </a:lnTo>
                <a:lnTo>
                  <a:pt x="956007" y="34119"/>
                </a:lnTo>
                <a:lnTo>
                  <a:pt x="955067" y="34264"/>
                </a:lnTo>
                <a:lnTo>
                  <a:pt x="954138" y="34429"/>
                </a:lnTo>
                <a:lnTo>
                  <a:pt x="953221" y="34613"/>
                </a:lnTo>
                <a:lnTo>
                  <a:pt x="952316" y="34816"/>
                </a:lnTo>
                <a:lnTo>
                  <a:pt x="951423" y="35039"/>
                </a:lnTo>
                <a:lnTo>
                  <a:pt x="950541" y="35281"/>
                </a:lnTo>
                <a:lnTo>
                  <a:pt x="949671" y="35543"/>
                </a:lnTo>
                <a:lnTo>
                  <a:pt x="948813" y="35824"/>
                </a:lnTo>
                <a:lnTo>
                  <a:pt x="947966" y="36124"/>
                </a:lnTo>
                <a:lnTo>
                  <a:pt x="947131" y="36444"/>
                </a:lnTo>
                <a:lnTo>
                  <a:pt x="946308" y="36783"/>
                </a:lnTo>
                <a:lnTo>
                  <a:pt x="945497" y="37141"/>
                </a:lnTo>
                <a:lnTo>
                  <a:pt x="944698" y="37519"/>
                </a:lnTo>
                <a:lnTo>
                  <a:pt x="943910" y="37916"/>
                </a:lnTo>
                <a:lnTo>
                  <a:pt x="943134" y="38332"/>
                </a:lnTo>
                <a:lnTo>
                  <a:pt x="942369" y="38768"/>
                </a:lnTo>
                <a:lnTo>
                  <a:pt x="941617" y="39224"/>
                </a:lnTo>
                <a:lnTo>
                  <a:pt x="940877" y="39682"/>
                </a:lnTo>
                <a:lnTo>
                  <a:pt x="940153" y="40156"/>
                </a:lnTo>
                <a:lnTo>
                  <a:pt x="939443" y="40645"/>
                </a:lnTo>
                <a:lnTo>
                  <a:pt x="938747" y="41149"/>
                </a:lnTo>
                <a:lnTo>
                  <a:pt x="938067" y="41669"/>
                </a:lnTo>
                <a:lnTo>
                  <a:pt x="937401" y="42203"/>
                </a:lnTo>
                <a:lnTo>
                  <a:pt x="936749" y="42753"/>
                </a:lnTo>
                <a:lnTo>
                  <a:pt x="936113" y="43319"/>
                </a:lnTo>
                <a:lnTo>
                  <a:pt x="935491" y="43899"/>
                </a:lnTo>
                <a:lnTo>
                  <a:pt x="934884" y="44495"/>
                </a:lnTo>
                <a:lnTo>
                  <a:pt x="934291" y="45106"/>
                </a:lnTo>
                <a:lnTo>
                  <a:pt x="933713" y="45733"/>
                </a:lnTo>
                <a:lnTo>
                  <a:pt x="933150" y="46374"/>
                </a:lnTo>
                <a:lnTo>
                  <a:pt x="932601" y="47031"/>
                </a:lnTo>
                <a:lnTo>
                  <a:pt x="932067" y="47703"/>
                </a:lnTo>
                <a:lnTo>
                  <a:pt x="931548" y="48391"/>
                </a:lnTo>
                <a:lnTo>
                  <a:pt x="931043" y="49093"/>
                </a:lnTo>
                <a:lnTo>
                  <a:pt x="930554" y="49811"/>
                </a:lnTo>
                <a:lnTo>
                  <a:pt x="930078" y="50545"/>
                </a:lnTo>
                <a:lnTo>
                  <a:pt x="929618" y="51293"/>
                </a:lnTo>
                <a:lnTo>
                  <a:pt x="929172" y="52057"/>
                </a:lnTo>
                <a:lnTo>
                  <a:pt x="928741" y="52836"/>
                </a:lnTo>
                <a:lnTo>
                  <a:pt x="928324" y="53630"/>
                </a:lnTo>
                <a:lnTo>
                  <a:pt x="927922" y="54440"/>
                </a:lnTo>
                <a:lnTo>
                  <a:pt x="927536" y="55262"/>
                </a:lnTo>
                <a:lnTo>
                  <a:pt x="927166" y="56095"/>
                </a:lnTo>
                <a:lnTo>
                  <a:pt x="926813" y="56939"/>
                </a:lnTo>
                <a:lnTo>
                  <a:pt x="926476" y="57793"/>
                </a:lnTo>
                <a:lnTo>
                  <a:pt x="926155" y="58657"/>
                </a:lnTo>
                <a:lnTo>
                  <a:pt x="925851" y="59533"/>
                </a:lnTo>
                <a:lnTo>
                  <a:pt x="925564" y="60419"/>
                </a:lnTo>
                <a:lnTo>
                  <a:pt x="925292" y="61315"/>
                </a:lnTo>
                <a:lnTo>
                  <a:pt x="925038" y="62222"/>
                </a:lnTo>
                <a:lnTo>
                  <a:pt x="924799" y="63140"/>
                </a:lnTo>
                <a:lnTo>
                  <a:pt x="924577" y="64068"/>
                </a:lnTo>
                <a:lnTo>
                  <a:pt x="924372" y="65006"/>
                </a:lnTo>
                <a:lnTo>
                  <a:pt x="924183" y="65956"/>
                </a:lnTo>
                <a:lnTo>
                  <a:pt x="924010" y="66915"/>
                </a:lnTo>
                <a:lnTo>
                  <a:pt x="923854" y="67886"/>
                </a:lnTo>
                <a:lnTo>
                  <a:pt x="923715" y="68867"/>
                </a:lnTo>
                <a:lnTo>
                  <a:pt x="923591" y="69858"/>
                </a:lnTo>
                <a:lnTo>
                  <a:pt x="923484" y="70860"/>
                </a:lnTo>
                <a:lnTo>
                  <a:pt x="923394" y="71873"/>
                </a:lnTo>
                <a:lnTo>
                  <a:pt x="923320" y="72896"/>
                </a:lnTo>
                <a:lnTo>
                  <a:pt x="923262" y="73930"/>
                </a:lnTo>
                <a:lnTo>
                  <a:pt x="923221" y="74974"/>
                </a:lnTo>
                <a:lnTo>
                  <a:pt x="923197" y="76029"/>
                </a:lnTo>
                <a:lnTo>
                  <a:pt x="923189" y="77095"/>
                </a:lnTo>
                <a:lnTo>
                  <a:pt x="923189" y="79969"/>
                </a:lnTo>
                <a:lnTo>
                  <a:pt x="923197" y="81007"/>
                </a:lnTo>
                <a:lnTo>
                  <a:pt x="923221" y="82036"/>
                </a:lnTo>
                <a:lnTo>
                  <a:pt x="923262" y="83057"/>
                </a:lnTo>
                <a:lnTo>
                  <a:pt x="923320" y="84069"/>
                </a:lnTo>
                <a:lnTo>
                  <a:pt x="923394" y="85072"/>
                </a:lnTo>
                <a:lnTo>
                  <a:pt x="923484" y="86066"/>
                </a:lnTo>
                <a:lnTo>
                  <a:pt x="923591" y="87051"/>
                </a:lnTo>
                <a:lnTo>
                  <a:pt x="923715" y="88028"/>
                </a:lnTo>
                <a:lnTo>
                  <a:pt x="923854" y="88995"/>
                </a:lnTo>
                <a:lnTo>
                  <a:pt x="924010" y="89954"/>
                </a:lnTo>
                <a:lnTo>
                  <a:pt x="924183" y="90904"/>
                </a:lnTo>
                <a:lnTo>
                  <a:pt x="924372" y="91846"/>
                </a:lnTo>
                <a:lnTo>
                  <a:pt x="924577" y="92778"/>
                </a:lnTo>
                <a:lnTo>
                  <a:pt x="924799" y="93702"/>
                </a:lnTo>
                <a:lnTo>
                  <a:pt x="925038" y="94617"/>
                </a:lnTo>
                <a:lnTo>
                  <a:pt x="925292" y="95523"/>
                </a:lnTo>
                <a:lnTo>
                  <a:pt x="925564" y="96420"/>
                </a:lnTo>
                <a:lnTo>
                  <a:pt x="925851" y="97309"/>
                </a:lnTo>
                <a:lnTo>
                  <a:pt x="926155" y="98188"/>
                </a:lnTo>
                <a:lnTo>
                  <a:pt x="926476" y="99059"/>
                </a:lnTo>
                <a:lnTo>
                  <a:pt x="926813" y="99921"/>
                </a:lnTo>
                <a:lnTo>
                  <a:pt x="927166" y="100775"/>
                </a:lnTo>
                <a:lnTo>
                  <a:pt x="927536" y="101619"/>
                </a:lnTo>
                <a:lnTo>
                  <a:pt x="927922" y="102455"/>
                </a:lnTo>
                <a:lnTo>
                  <a:pt x="928324" y="103265"/>
                </a:lnTo>
                <a:lnTo>
                  <a:pt x="928741" y="104060"/>
                </a:lnTo>
                <a:lnTo>
                  <a:pt x="929172" y="104840"/>
                </a:lnTo>
                <a:lnTo>
                  <a:pt x="929618" y="105606"/>
                </a:lnTo>
                <a:lnTo>
                  <a:pt x="930078" y="106357"/>
                </a:lnTo>
                <a:lnTo>
                  <a:pt x="930554" y="107093"/>
                </a:lnTo>
                <a:lnTo>
                  <a:pt x="931043" y="107815"/>
                </a:lnTo>
                <a:lnTo>
                  <a:pt x="931548" y="108522"/>
                </a:lnTo>
                <a:lnTo>
                  <a:pt x="932067" y="109215"/>
                </a:lnTo>
                <a:lnTo>
                  <a:pt x="932601" y="109892"/>
                </a:lnTo>
                <a:lnTo>
                  <a:pt x="933150" y="110556"/>
                </a:lnTo>
                <a:lnTo>
                  <a:pt x="933713" y="111204"/>
                </a:lnTo>
                <a:lnTo>
                  <a:pt x="934291" y="111838"/>
                </a:lnTo>
                <a:lnTo>
                  <a:pt x="934884" y="112457"/>
                </a:lnTo>
                <a:lnTo>
                  <a:pt x="935491" y="113061"/>
                </a:lnTo>
                <a:lnTo>
                  <a:pt x="936113" y="113651"/>
                </a:lnTo>
                <a:lnTo>
                  <a:pt x="936749" y="114226"/>
                </a:lnTo>
                <a:lnTo>
                  <a:pt x="937401" y="114786"/>
                </a:lnTo>
                <a:lnTo>
                  <a:pt x="938067" y="115332"/>
                </a:lnTo>
                <a:lnTo>
                  <a:pt x="938747" y="115863"/>
                </a:lnTo>
                <a:lnTo>
                  <a:pt x="939443" y="116379"/>
                </a:lnTo>
                <a:lnTo>
                  <a:pt x="940153" y="116881"/>
                </a:lnTo>
                <a:lnTo>
                  <a:pt x="940877" y="117368"/>
                </a:lnTo>
                <a:lnTo>
                  <a:pt x="941617" y="117840"/>
                </a:lnTo>
                <a:lnTo>
                  <a:pt x="942370" y="118295"/>
                </a:lnTo>
                <a:lnTo>
                  <a:pt x="943135" y="118731"/>
                </a:lnTo>
                <a:lnTo>
                  <a:pt x="943912" y="119147"/>
                </a:lnTo>
                <a:lnTo>
                  <a:pt x="944702" y="119545"/>
                </a:lnTo>
                <a:lnTo>
                  <a:pt x="945504" y="119922"/>
                </a:lnTo>
                <a:lnTo>
                  <a:pt x="946319" y="120281"/>
                </a:lnTo>
                <a:lnTo>
                  <a:pt x="947146" y="120620"/>
                </a:lnTo>
                <a:lnTo>
                  <a:pt x="947985" y="120939"/>
                </a:lnTo>
                <a:lnTo>
                  <a:pt x="948837" y="121240"/>
                </a:lnTo>
                <a:lnTo>
                  <a:pt x="949700" y="121521"/>
                </a:lnTo>
                <a:lnTo>
                  <a:pt x="950576" y="121782"/>
                </a:lnTo>
                <a:lnTo>
                  <a:pt x="951465" y="122024"/>
                </a:lnTo>
                <a:lnTo>
                  <a:pt x="952366" y="122247"/>
                </a:lnTo>
                <a:lnTo>
                  <a:pt x="953279" y="122450"/>
                </a:lnTo>
                <a:lnTo>
                  <a:pt x="954204" y="122634"/>
                </a:lnTo>
                <a:lnTo>
                  <a:pt x="955142" y="122799"/>
                </a:lnTo>
                <a:lnTo>
                  <a:pt x="956092" y="122944"/>
                </a:lnTo>
                <a:lnTo>
                  <a:pt x="957055" y="123070"/>
                </a:lnTo>
                <a:lnTo>
                  <a:pt x="958030" y="123177"/>
                </a:lnTo>
                <a:lnTo>
                  <a:pt x="959017" y="123264"/>
                </a:lnTo>
                <a:lnTo>
                  <a:pt x="960016" y="123332"/>
                </a:lnTo>
                <a:lnTo>
                  <a:pt x="961028" y="123380"/>
                </a:lnTo>
                <a:lnTo>
                  <a:pt x="962052" y="123409"/>
                </a:lnTo>
                <a:lnTo>
                  <a:pt x="963088" y="123419"/>
                </a:lnTo>
                <a:lnTo>
                  <a:pt x="964125" y="123410"/>
                </a:lnTo>
                <a:lnTo>
                  <a:pt x="965149" y="123381"/>
                </a:lnTo>
                <a:lnTo>
                  <a:pt x="966161" y="123334"/>
                </a:lnTo>
                <a:lnTo>
                  <a:pt x="967160" y="123269"/>
                </a:lnTo>
                <a:lnTo>
                  <a:pt x="968147" y="123184"/>
                </a:lnTo>
                <a:close/>
                <a:moveTo>
                  <a:pt x="959212" y="111107"/>
                </a:moveTo>
                <a:lnTo>
                  <a:pt x="958471" y="110971"/>
                </a:lnTo>
                <a:lnTo>
                  <a:pt x="957740" y="110811"/>
                </a:lnTo>
                <a:lnTo>
                  <a:pt x="957021" y="110626"/>
                </a:lnTo>
                <a:lnTo>
                  <a:pt x="956312" y="110417"/>
                </a:lnTo>
                <a:lnTo>
                  <a:pt x="955615" y="110182"/>
                </a:lnTo>
                <a:lnTo>
                  <a:pt x="954929" y="109924"/>
                </a:lnTo>
                <a:lnTo>
                  <a:pt x="954255" y="109640"/>
                </a:lnTo>
                <a:lnTo>
                  <a:pt x="953591" y="109332"/>
                </a:lnTo>
                <a:lnTo>
                  <a:pt x="952938" y="108999"/>
                </a:lnTo>
                <a:lnTo>
                  <a:pt x="952297" y="108641"/>
                </a:lnTo>
                <a:lnTo>
                  <a:pt x="951667" y="108259"/>
                </a:lnTo>
                <a:lnTo>
                  <a:pt x="951048" y="107853"/>
                </a:lnTo>
                <a:lnTo>
                  <a:pt x="950440" y="107421"/>
                </a:lnTo>
                <a:lnTo>
                  <a:pt x="949843" y="106965"/>
                </a:lnTo>
                <a:lnTo>
                  <a:pt x="949258" y="106484"/>
                </a:lnTo>
                <a:lnTo>
                  <a:pt x="948683" y="105979"/>
                </a:lnTo>
                <a:lnTo>
                  <a:pt x="948120" y="105449"/>
                </a:lnTo>
                <a:lnTo>
                  <a:pt x="947568" y="104894"/>
                </a:lnTo>
                <a:lnTo>
                  <a:pt x="947027" y="104314"/>
                </a:lnTo>
                <a:lnTo>
                  <a:pt x="946517" y="103699"/>
                </a:lnTo>
                <a:lnTo>
                  <a:pt x="946028" y="103064"/>
                </a:lnTo>
                <a:lnTo>
                  <a:pt x="945561" y="102410"/>
                </a:lnTo>
                <a:lnTo>
                  <a:pt x="945116" y="101736"/>
                </a:lnTo>
                <a:lnTo>
                  <a:pt x="944692" y="101043"/>
                </a:lnTo>
                <a:lnTo>
                  <a:pt x="944290" y="100331"/>
                </a:lnTo>
                <a:lnTo>
                  <a:pt x="943910" y="99599"/>
                </a:lnTo>
                <a:lnTo>
                  <a:pt x="943552" y="98848"/>
                </a:lnTo>
                <a:lnTo>
                  <a:pt x="943215" y="98077"/>
                </a:lnTo>
                <a:lnTo>
                  <a:pt x="942900" y="97288"/>
                </a:lnTo>
                <a:lnTo>
                  <a:pt x="942607" y="96478"/>
                </a:lnTo>
                <a:lnTo>
                  <a:pt x="942335" y="95650"/>
                </a:lnTo>
                <a:lnTo>
                  <a:pt x="942086" y="94802"/>
                </a:lnTo>
                <a:lnTo>
                  <a:pt x="941858" y="93934"/>
                </a:lnTo>
                <a:lnTo>
                  <a:pt x="941651" y="93048"/>
                </a:lnTo>
                <a:lnTo>
                  <a:pt x="941467" y="92142"/>
                </a:lnTo>
                <a:lnTo>
                  <a:pt x="941304" y="91216"/>
                </a:lnTo>
                <a:lnTo>
                  <a:pt x="941162" y="90271"/>
                </a:lnTo>
                <a:lnTo>
                  <a:pt x="941043" y="89307"/>
                </a:lnTo>
                <a:lnTo>
                  <a:pt x="940945" y="88323"/>
                </a:lnTo>
                <a:lnTo>
                  <a:pt x="940869" y="87321"/>
                </a:lnTo>
                <a:lnTo>
                  <a:pt x="940815" y="86298"/>
                </a:lnTo>
                <a:lnTo>
                  <a:pt x="940782" y="85257"/>
                </a:lnTo>
                <a:lnTo>
                  <a:pt x="940772" y="84195"/>
                </a:lnTo>
                <a:lnTo>
                  <a:pt x="940772" y="72868"/>
                </a:lnTo>
                <a:lnTo>
                  <a:pt x="940782" y="71807"/>
                </a:lnTo>
                <a:lnTo>
                  <a:pt x="940815" y="70766"/>
                </a:lnTo>
                <a:lnTo>
                  <a:pt x="940869" y="69745"/>
                </a:lnTo>
                <a:lnTo>
                  <a:pt x="940945" y="68745"/>
                </a:lnTo>
                <a:lnTo>
                  <a:pt x="941043" y="67764"/>
                </a:lnTo>
                <a:lnTo>
                  <a:pt x="941162" y="66803"/>
                </a:lnTo>
                <a:lnTo>
                  <a:pt x="941304" y="65862"/>
                </a:lnTo>
                <a:lnTo>
                  <a:pt x="941467" y="64941"/>
                </a:lnTo>
                <a:lnTo>
                  <a:pt x="941651" y="64039"/>
                </a:lnTo>
                <a:lnTo>
                  <a:pt x="941858" y="63158"/>
                </a:lnTo>
                <a:lnTo>
                  <a:pt x="942086" y="62297"/>
                </a:lnTo>
                <a:lnTo>
                  <a:pt x="942335" y="61456"/>
                </a:lnTo>
                <a:lnTo>
                  <a:pt x="942607" y="60635"/>
                </a:lnTo>
                <a:lnTo>
                  <a:pt x="942900" y="59833"/>
                </a:lnTo>
                <a:lnTo>
                  <a:pt x="943215" y="59052"/>
                </a:lnTo>
                <a:lnTo>
                  <a:pt x="943552" y="58291"/>
                </a:lnTo>
                <a:lnTo>
                  <a:pt x="943910" y="57549"/>
                </a:lnTo>
                <a:lnTo>
                  <a:pt x="944290" y="56828"/>
                </a:lnTo>
                <a:lnTo>
                  <a:pt x="944692" y="56126"/>
                </a:lnTo>
                <a:lnTo>
                  <a:pt x="945116" y="55445"/>
                </a:lnTo>
                <a:lnTo>
                  <a:pt x="945561" y="54783"/>
                </a:lnTo>
                <a:lnTo>
                  <a:pt x="946028" y="54141"/>
                </a:lnTo>
                <a:lnTo>
                  <a:pt x="946517" y="53520"/>
                </a:lnTo>
                <a:lnTo>
                  <a:pt x="947027" y="52918"/>
                </a:lnTo>
                <a:lnTo>
                  <a:pt x="947568" y="52325"/>
                </a:lnTo>
                <a:lnTo>
                  <a:pt x="948120" y="51757"/>
                </a:lnTo>
                <a:lnTo>
                  <a:pt x="948683" y="51214"/>
                </a:lnTo>
                <a:lnTo>
                  <a:pt x="949258" y="50697"/>
                </a:lnTo>
                <a:lnTo>
                  <a:pt x="949843" y="50204"/>
                </a:lnTo>
                <a:lnTo>
                  <a:pt x="950440" y="49737"/>
                </a:lnTo>
                <a:lnTo>
                  <a:pt x="951048" y="49296"/>
                </a:lnTo>
                <a:lnTo>
                  <a:pt x="951667" y="48879"/>
                </a:lnTo>
                <a:lnTo>
                  <a:pt x="952297" y="48488"/>
                </a:lnTo>
                <a:lnTo>
                  <a:pt x="952938" y="48122"/>
                </a:lnTo>
                <a:lnTo>
                  <a:pt x="953591" y="47781"/>
                </a:lnTo>
                <a:lnTo>
                  <a:pt x="954255" y="47466"/>
                </a:lnTo>
                <a:lnTo>
                  <a:pt x="954929" y="47175"/>
                </a:lnTo>
                <a:lnTo>
                  <a:pt x="955615" y="46910"/>
                </a:lnTo>
                <a:lnTo>
                  <a:pt x="956312" y="46670"/>
                </a:lnTo>
                <a:lnTo>
                  <a:pt x="957021" y="46456"/>
                </a:lnTo>
                <a:lnTo>
                  <a:pt x="957740" y="46267"/>
                </a:lnTo>
                <a:lnTo>
                  <a:pt x="958471" y="46102"/>
                </a:lnTo>
                <a:lnTo>
                  <a:pt x="959212" y="45964"/>
                </a:lnTo>
                <a:lnTo>
                  <a:pt x="959965" y="45850"/>
                </a:lnTo>
                <a:lnTo>
                  <a:pt x="960729" y="45762"/>
                </a:lnTo>
                <a:lnTo>
                  <a:pt x="961504" y="45699"/>
                </a:lnTo>
                <a:lnTo>
                  <a:pt x="962291" y="45661"/>
                </a:lnTo>
                <a:lnTo>
                  <a:pt x="963088" y="45648"/>
                </a:lnTo>
                <a:lnTo>
                  <a:pt x="963899" y="45661"/>
                </a:lnTo>
                <a:lnTo>
                  <a:pt x="964698" y="45699"/>
                </a:lnTo>
                <a:lnTo>
                  <a:pt x="965484" y="45762"/>
                </a:lnTo>
                <a:lnTo>
                  <a:pt x="966258" y="45850"/>
                </a:lnTo>
                <a:lnTo>
                  <a:pt x="967020" y="45964"/>
                </a:lnTo>
                <a:lnTo>
                  <a:pt x="967769" y="46102"/>
                </a:lnTo>
                <a:lnTo>
                  <a:pt x="968506" y="46267"/>
                </a:lnTo>
                <a:lnTo>
                  <a:pt x="969231" y="46456"/>
                </a:lnTo>
                <a:lnTo>
                  <a:pt x="969943" y="46670"/>
                </a:lnTo>
                <a:lnTo>
                  <a:pt x="970644" y="46910"/>
                </a:lnTo>
                <a:lnTo>
                  <a:pt x="971331" y="47175"/>
                </a:lnTo>
                <a:lnTo>
                  <a:pt x="972007" y="47466"/>
                </a:lnTo>
                <a:lnTo>
                  <a:pt x="972670" y="47781"/>
                </a:lnTo>
                <a:lnTo>
                  <a:pt x="973320" y="48122"/>
                </a:lnTo>
                <a:lnTo>
                  <a:pt x="973959" y="48488"/>
                </a:lnTo>
                <a:lnTo>
                  <a:pt x="974585" y="48879"/>
                </a:lnTo>
                <a:lnTo>
                  <a:pt x="975199" y="49296"/>
                </a:lnTo>
                <a:lnTo>
                  <a:pt x="975800" y="49737"/>
                </a:lnTo>
                <a:lnTo>
                  <a:pt x="976389" y="50204"/>
                </a:lnTo>
                <a:lnTo>
                  <a:pt x="976966" y="50697"/>
                </a:lnTo>
                <a:lnTo>
                  <a:pt x="977530" y="51214"/>
                </a:lnTo>
                <a:lnTo>
                  <a:pt x="978082" y="51757"/>
                </a:lnTo>
                <a:lnTo>
                  <a:pt x="978622" y="52325"/>
                </a:lnTo>
                <a:lnTo>
                  <a:pt x="979150" y="52918"/>
                </a:lnTo>
                <a:lnTo>
                  <a:pt x="979660" y="53520"/>
                </a:lnTo>
                <a:lnTo>
                  <a:pt x="980149" y="54141"/>
                </a:lnTo>
                <a:lnTo>
                  <a:pt x="980616" y="54783"/>
                </a:lnTo>
                <a:lnTo>
                  <a:pt x="981061" y="55445"/>
                </a:lnTo>
                <a:lnTo>
                  <a:pt x="981485" y="56126"/>
                </a:lnTo>
                <a:lnTo>
                  <a:pt x="981886" y="56828"/>
                </a:lnTo>
                <a:lnTo>
                  <a:pt x="982267" y="57549"/>
                </a:lnTo>
                <a:lnTo>
                  <a:pt x="982625" y="58291"/>
                </a:lnTo>
                <a:lnTo>
                  <a:pt x="982962" y="59052"/>
                </a:lnTo>
                <a:lnTo>
                  <a:pt x="983277" y="59833"/>
                </a:lnTo>
                <a:lnTo>
                  <a:pt x="983570" y="60635"/>
                </a:lnTo>
                <a:lnTo>
                  <a:pt x="983841" y="61456"/>
                </a:lnTo>
                <a:lnTo>
                  <a:pt x="984091" y="62297"/>
                </a:lnTo>
                <a:lnTo>
                  <a:pt x="984319" y="63158"/>
                </a:lnTo>
                <a:lnTo>
                  <a:pt x="984526" y="64039"/>
                </a:lnTo>
                <a:lnTo>
                  <a:pt x="984710" y="64941"/>
                </a:lnTo>
                <a:lnTo>
                  <a:pt x="984873" y="65862"/>
                </a:lnTo>
                <a:lnTo>
                  <a:pt x="985014" y="66803"/>
                </a:lnTo>
                <a:lnTo>
                  <a:pt x="985134" y="67764"/>
                </a:lnTo>
                <a:lnTo>
                  <a:pt x="985231" y="68745"/>
                </a:lnTo>
                <a:lnTo>
                  <a:pt x="985307" y="69745"/>
                </a:lnTo>
                <a:lnTo>
                  <a:pt x="985362" y="70766"/>
                </a:lnTo>
                <a:lnTo>
                  <a:pt x="985394" y="71807"/>
                </a:lnTo>
                <a:lnTo>
                  <a:pt x="985405" y="72868"/>
                </a:lnTo>
                <a:lnTo>
                  <a:pt x="985405" y="84195"/>
                </a:lnTo>
                <a:lnTo>
                  <a:pt x="985394" y="85257"/>
                </a:lnTo>
                <a:lnTo>
                  <a:pt x="985362" y="86298"/>
                </a:lnTo>
                <a:lnTo>
                  <a:pt x="985307" y="87321"/>
                </a:lnTo>
                <a:lnTo>
                  <a:pt x="985231" y="88323"/>
                </a:lnTo>
                <a:lnTo>
                  <a:pt x="985134" y="89307"/>
                </a:lnTo>
                <a:lnTo>
                  <a:pt x="985014" y="90271"/>
                </a:lnTo>
                <a:lnTo>
                  <a:pt x="984873" y="91216"/>
                </a:lnTo>
                <a:lnTo>
                  <a:pt x="984710" y="92142"/>
                </a:lnTo>
                <a:lnTo>
                  <a:pt x="984526" y="93048"/>
                </a:lnTo>
                <a:lnTo>
                  <a:pt x="984319" y="93934"/>
                </a:lnTo>
                <a:lnTo>
                  <a:pt x="984091" y="94802"/>
                </a:lnTo>
                <a:lnTo>
                  <a:pt x="983841" y="95650"/>
                </a:lnTo>
                <a:lnTo>
                  <a:pt x="983570" y="96478"/>
                </a:lnTo>
                <a:lnTo>
                  <a:pt x="983277" y="97288"/>
                </a:lnTo>
                <a:lnTo>
                  <a:pt x="982962" y="98077"/>
                </a:lnTo>
                <a:lnTo>
                  <a:pt x="982625" y="98848"/>
                </a:lnTo>
                <a:lnTo>
                  <a:pt x="982267" y="99599"/>
                </a:lnTo>
                <a:lnTo>
                  <a:pt x="981886" y="100331"/>
                </a:lnTo>
                <a:lnTo>
                  <a:pt x="981485" y="101043"/>
                </a:lnTo>
                <a:lnTo>
                  <a:pt x="981061" y="101736"/>
                </a:lnTo>
                <a:lnTo>
                  <a:pt x="980616" y="102410"/>
                </a:lnTo>
                <a:lnTo>
                  <a:pt x="980149" y="103064"/>
                </a:lnTo>
                <a:lnTo>
                  <a:pt x="979660" y="103699"/>
                </a:lnTo>
                <a:lnTo>
                  <a:pt x="979150" y="104314"/>
                </a:lnTo>
                <a:lnTo>
                  <a:pt x="978622" y="104894"/>
                </a:lnTo>
                <a:lnTo>
                  <a:pt x="978082" y="105449"/>
                </a:lnTo>
                <a:lnTo>
                  <a:pt x="977530" y="105979"/>
                </a:lnTo>
                <a:lnTo>
                  <a:pt x="976966" y="106484"/>
                </a:lnTo>
                <a:lnTo>
                  <a:pt x="976389" y="106965"/>
                </a:lnTo>
                <a:lnTo>
                  <a:pt x="975800" y="107421"/>
                </a:lnTo>
                <a:lnTo>
                  <a:pt x="975199" y="107853"/>
                </a:lnTo>
                <a:lnTo>
                  <a:pt x="974585" y="108259"/>
                </a:lnTo>
                <a:lnTo>
                  <a:pt x="973959" y="108641"/>
                </a:lnTo>
                <a:lnTo>
                  <a:pt x="973320" y="108999"/>
                </a:lnTo>
                <a:lnTo>
                  <a:pt x="972670" y="109332"/>
                </a:lnTo>
                <a:lnTo>
                  <a:pt x="972007" y="109640"/>
                </a:lnTo>
                <a:lnTo>
                  <a:pt x="971331" y="109924"/>
                </a:lnTo>
                <a:lnTo>
                  <a:pt x="970644" y="110182"/>
                </a:lnTo>
                <a:lnTo>
                  <a:pt x="969943" y="110417"/>
                </a:lnTo>
                <a:lnTo>
                  <a:pt x="969231" y="110626"/>
                </a:lnTo>
                <a:lnTo>
                  <a:pt x="968506" y="110811"/>
                </a:lnTo>
                <a:lnTo>
                  <a:pt x="967769" y="110971"/>
                </a:lnTo>
                <a:lnTo>
                  <a:pt x="967020" y="111107"/>
                </a:lnTo>
                <a:lnTo>
                  <a:pt x="966258" y="111218"/>
                </a:lnTo>
                <a:lnTo>
                  <a:pt x="965484" y="111304"/>
                </a:lnTo>
                <a:lnTo>
                  <a:pt x="964698" y="111366"/>
                </a:lnTo>
                <a:lnTo>
                  <a:pt x="963899" y="111403"/>
                </a:lnTo>
                <a:lnTo>
                  <a:pt x="963088" y="111415"/>
                </a:lnTo>
                <a:lnTo>
                  <a:pt x="962291" y="111403"/>
                </a:lnTo>
                <a:lnTo>
                  <a:pt x="961504" y="111366"/>
                </a:lnTo>
                <a:lnTo>
                  <a:pt x="960729" y="111304"/>
                </a:lnTo>
                <a:lnTo>
                  <a:pt x="959965" y="111218"/>
                </a:lnTo>
                <a:lnTo>
                  <a:pt x="959212" y="111107"/>
                </a:lnTo>
                <a:close/>
                <a:moveTo>
                  <a:pt x="1208104" y="143538"/>
                </a:moveTo>
                <a:lnTo>
                  <a:pt x="1208104" y="131365"/>
                </a:lnTo>
                <a:lnTo>
                  <a:pt x="1123570" y="131365"/>
                </a:lnTo>
                <a:lnTo>
                  <a:pt x="1123570" y="143538"/>
                </a:lnTo>
                <a:lnTo>
                  <a:pt x="1208104" y="143538"/>
                </a:lnTo>
                <a:close/>
              </a:path>
            </a:pathLst>
          </a:custGeom>
          <a:solidFill xmlns:a="http://schemas.openxmlformats.org/drawingml/2006/main">
            <a:srgbClr val="D32F2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C8AD01-0041-450B-AC93-A6B4710579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81499" y="1065002"/>
            <a:ext cx="1584227" cy="149502"/>
          </a:xfrm>
          <a:custGeom xmlns:a="http://schemas.openxmlformats.org/drawingml/2006/main">
            <a:pathLst>
              <a:path w="1584227" h="149502">
                <a:moveTo>
                  <a:pt x="120586" y="8645"/>
                </a:moveTo>
                <a:lnTo>
                  <a:pt x="120586" y="30740"/>
                </a:lnTo>
                <a:lnTo>
                  <a:pt x="106658" y="30740"/>
                </a:lnTo>
                <a:lnTo>
                  <a:pt x="106658" y="42747"/>
                </a:lnTo>
                <a:lnTo>
                  <a:pt x="120586" y="42747"/>
                </a:lnTo>
                <a:lnTo>
                  <a:pt x="120586" y="100384"/>
                </a:lnTo>
                <a:lnTo>
                  <a:pt x="120593" y="101049"/>
                </a:lnTo>
                <a:lnTo>
                  <a:pt x="120612" y="101705"/>
                </a:lnTo>
                <a:lnTo>
                  <a:pt x="120645" y="102352"/>
                </a:lnTo>
                <a:lnTo>
                  <a:pt x="120690" y="102989"/>
                </a:lnTo>
                <a:lnTo>
                  <a:pt x="120748" y="103616"/>
                </a:lnTo>
                <a:lnTo>
                  <a:pt x="120819" y="104234"/>
                </a:lnTo>
                <a:lnTo>
                  <a:pt x="120903" y="104842"/>
                </a:lnTo>
                <a:lnTo>
                  <a:pt x="121000" y="105440"/>
                </a:lnTo>
                <a:lnTo>
                  <a:pt x="121110" y="106029"/>
                </a:lnTo>
                <a:lnTo>
                  <a:pt x="121233" y="106608"/>
                </a:lnTo>
                <a:lnTo>
                  <a:pt x="121368" y="107178"/>
                </a:lnTo>
                <a:lnTo>
                  <a:pt x="121517" y="107738"/>
                </a:lnTo>
                <a:lnTo>
                  <a:pt x="121679" y="108289"/>
                </a:lnTo>
                <a:lnTo>
                  <a:pt x="121853" y="108830"/>
                </a:lnTo>
                <a:lnTo>
                  <a:pt x="122040" y="109361"/>
                </a:lnTo>
                <a:lnTo>
                  <a:pt x="122241" y="109883"/>
                </a:lnTo>
                <a:lnTo>
                  <a:pt x="122454" y="110395"/>
                </a:lnTo>
                <a:lnTo>
                  <a:pt x="122680" y="110898"/>
                </a:lnTo>
                <a:lnTo>
                  <a:pt x="122919" y="111391"/>
                </a:lnTo>
                <a:lnTo>
                  <a:pt x="123171" y="111874"/>
                </a:lnTo>
                <a:lnTo>
                  <a:pt x="123436" y="112348"/>
                </a:lnTo>
                <a:lnTo>
                  <a:pt x="123714" y="112812"/>
                </a:lnTo>
                <a:lnTo>
                  <a:pt x="124005" y="113267"/>
                </a:lnTo>
                <a:lnTo>
                  <a:pt x="124309" y="113712"/>
                </a:lnTo>
                <a:lnTo>
                  <a:pt x="124627" y="114148"/>
                </a:lnTo>
                <a:lnTo>
                  <a:pt x="124953" y="114574"/>
                </a:lnTo>
                <a:lnTo>
                  <a:pt x="125284" y="114991"/>
                </a:lnTo>
                <a:lnTo>
                  <a:pt x="125623" y="115398"/>
                </a:lnTo>
                <a:lnTo>
                  <a:pt x="125968" y="115796"/>
                </a:lnTo>
                <a:lnTo>
                  <a:pt x="126320" y="116185"/>
                </a:lnTo>
                <a:lnTo>
                  <a:pt x="126679" y="116564"/>
                </a:lnTo>
                <a:lnTo>
                  <a:pt x="127044" y="116934"/>
                </a:lnTo>
                <a:lnTo>
                  <a:pt x="127416" y="117295"/>
                </a:lnTo>
                <a:lnTo>
                  <a:pt x="127794" y="117646"/>
                </a:lnTo>
                <a:lnTo>
                  <a:pt x="128180" y="117988"/>
                </a:lnTo>
                <a:lnTo>
                  <a:pt x="128571" y="118320"/>
                </a:lnTo>
                <a:lnTo>
                  <a:pt x="128970" y="118643"/>
                </a:lnTo>
                <a:lnTo>
                  <a:pt x="129375" y="118957"/>
                </a:lnTo>
                <a:lnTo>
                  <a:pt x="129787" y="119261"/>
                </a:lnTo>
                <a:lnTo>
                  <a:pt x="130206" y="119556"/>
                </a:lnTo>
                <a:lnTo>
                  <a:pt x="130631" y="119841"/>
                </a:lnTo>
                <a:lnTo>
                  <a:pt x="131063" y="120117"/>
                </a:lnTo>
                <a:lnTo>
                  <a:pt x="131502" y="120384"/>
                </a:lnTo>
                <a:lnTo>
                  <a:pt x="131947" y="120641"/>
                </a:lnTo>
                <a:lnTo>
                  <a:pt x="132399" y="120889"/>
                </a:lnTo>
                <a:lnTo>
                  <a:pt x="132858" y="121128"/>
                </a:lnTo>
                <a:lnTo>
                  <a:pt x="133323" y="121357"/>
                </a:lnTo>
                <a:lnTo>
                  <a:pt x="133795" y="121577"/>
                </a:lnTo>
                <a:lnTo>
                  <a:pt x="134276" y="121788"/>
                </a:lnTo>
                <a:lnTo>
                  <a:pt x="134757" y="121989"/>
                </a:lnTo>
                <a:lnTo>
                  <a:pt x="135239" y="122182"/>
                </a:lnTo>
                <a:lnTo>
                  <a:pt x="135723" y="122366"/>
                </a:lnTo>
                <a:lnTo>
                  <a:pt x="136207" y="122541"/>
                </a:lnTo>
                <a:lnTo>
                  <a:pt x="136692" y="122707"/>
                </a:lnTo>
                <a:lnTo>
                  <a:pt x="137177" y="122863"/>
                </a:lnTo>
                <a:lnTo>
                  <a:pt x="137664" y="123011"/>
                </a:lnTo>
                <a:lnTo>
                  <a:pt x="138151" y="123150"/>
                </a:lnTo>
                <a:lnTo>
                  <a:pt x="138640" y="123280"/>
                </a:lnTo>
                <a:lnTo>
                  <a:pt x="139129" y="123401"/>
                </a:lnTo>
                <a:lnTo>
                  <a:pt x="139618" y="123513"/>
                </a:lnTo>
                <a:lnTo>
                  <a:pt x="140109" y="123616"/>
                </a:lnTo>
                <a:lnTo>
                  <a:pt x="140601" y="123711"/>
                </a:lnTo>
                <a:lnTo>
                  <a:pt x="141093" y="123796"/>
                </a:lnTo>
                <a:lnTo>
                  <a:pt x="141586" y="123872"/>
                </a:lnTo>
                <a:lnTo>
                  <a:pt x="142080" y="123939"/>
                </a:lnTo>
                <a:lnTo>
                  <a:pt x="142575" y="123997"/>
                </a:lnTo>
                <a:lnTo>
                  <a:pt x="143071" y="124047"/>
                </a:lnTo>
                <a:lnTo>
                  <a:pt x="143568" y="124087"/>
                </a:lnTo>
                <a:lnTo>
                  <a:pt x="144065" y="124118"/>
                </a:lnTo>
                <a:lnTo>
                  <a:pt x="144563" y="124141"/>
                </a:lnTo>
                <a:lnTo>
                  <a:pt x="145062" y="124154"/>
                </a:lnTo>
                <a:lnTo>
                  <a:pt x="145562" y="124159"/>
                </a:lnTo>
                <a:lnTo>
                  <a:pt x="145890" y="124158"/>
                </a:lnTo>
                <a:lnTo>
                  <a:pt x="146213" y="124155"/>
                </a:lnTo>
                <a:lnTo>
                  <a:pt x="146531" y="124149"/>
                </a:lnTo>
                <a:lnTo>
                  <a:pt x="146845" y="124142"/>
                </a:lnTo>
                <a:lnTo>
                  <a:pt x="147153" y="124133"/>
                </a:lnTo>
                <a:lnTo>
                  <a:pt x="147457" y="124121"/>
                </a:lnTo>
                <a:lnTo>
                  <a:pt x="147756" y="124108"/>
                </a:lnTo>
                <a:lnTo>
                  <a:pt x="148050" y="124092"/>
                </a:lnTo>
                <a:lnTo>
                  <a:pt x="148340" y="124074"/>
                </a:lnTo>
                <a:lnTo>
                  <a:pt x="148625" y="124054"/>
                </a:lnTo>
                <a:lnTo>
                  <a:pt x="148904" y="124033"/>
                </a:lnTo>
                <a:lnTo>
                  <a:pt x="149180" y="124009"/>
                </a:lnTo>
                <a:lnTo>
                  <a:pt x="149450" y="123983"/>
                </a:lnTo>
                <a:lnTo>
                  <a:pt x="149715" y="123954"/>
                </a:lnTo>
                <a:lnTo>
                  <a:pt x="149976" y="123924"/>
                </a:lnTo>
                <a:lnTo>
                  <a:pt x="150232" y="123892"/>
                </a:lnTo>
                <a:lnTo>
                  <a:pt x="150483" y="123857"/>
                </a:lnTo>
                <a:lnTo>
                  <a:pt x="150729" y="123821"/>
                </a:lnTo>
                <a:lnTo>
                  <a:pt x="150971" y="123782"/>
                </a:lnTo>
                <a:lnTo>
                  <a:pt x="151207" y="123742"/>
                </a:lnTo>
                <a:lnTo>
                  <a:pt x="151439" y="123699"/>
                </a:lnTo>
                <a:lnTo>
                  <a:pt x="151667" y="123654"/>
                </a:lnTo>
                <a:lnTo>
                  <a:pt x="151889" y="123607"/>
                </a:lnTo>
                <a:lnTo>
                  <a:pt x="152106" y="123558"/>
                </a:lnTo>
                <a:lnTo>
                  <a:pt x="152320" y="123513"/>
                </a:lnTo>
                <a:lnTo>
                  <a:pt x="152529" y="123468"/>
                </a:lnTo>
                <a:lnTo>
                  <a:pt x="152734" y="123423"/>
                </a:lnTo>
                <a:lnTo>
                  <a:pt x="152935" y="123378"/>
                </a:lnTo>
                <a:lnTo>
                  <a:pt x="153133" y="123333"/>
                </a:lnTo>
                <a:lnTo>
                  <a:pt x="153326" y="123288"/>
                </a:lnTo>
                <a:lnTo>
                  <a:pt x="153515" y="123243"/>
                </a:lnTo>
                <a:lnTo>
                  <a:pt x="153701" y="123198"/>
                </a:lnTo>
                <a:lnTo>
                  <a:pt x="153882" y="123153"/>
                </a:lnTo>
                <a:lnTo>
                  <a:pt x="154060" y="123108"/>
                </a:lnTo>
                <a:lnTo>
                  <a:pt x="154233" y="123063"/>
                </a:lnTo>
                <a:lnTo>
                  <a:pt x="154403" y="123018"/>
                </a:lnTo>
                <a:lnTo>
                  <a:pt x="154568" y="122973"/>
                </a:lnTo>
                <a:lnTo>
                  <a:pt x="154730" y="122928"/>
                </a:lnTo>
                <a:lnTo>
                  <a:pt x="154888" y="122883"/>
                </a:lnTo>
                <a:lnTo>
                  <a:pt x="155042" y="122838"/>
                </a:lnTo>
                <a:lnTo>
                  <a:pt x="155191" y="122793"/>
                </a:lnTo>
                <a:lnTo>
                  <a:pt x="155337" y="122748"/>
                </a:lnTo>
                <a:lnTo>
                  <a:pt x="155479" y="122703"/>
                </a:lnTo>
                <a:lnTo>
                  <a:pt x="155617" y="122658"/>
                </a:lnTo>
                <a:lnTo>
                  <a:pt x="155751" y="122613"/>
                </a:lnTo>
                <a:lnTo>
                  <a:pt x="155881" y="122568"/>
                </a:lnTo>
                <a:lnTo>
                  <a:pt x="156007" y="122523"/>
                </a:lnTo>
                <a:lnTo>
                  <a:pt x="156129" y="122478"/>
                </a:lnTo>
                <a:lnTo>
                  <a:pt x="153247" y="109750"/>
                </a:lnTo>
                <a:lnTo>
                  <a:pt x="153171" y="109765"/>
                </a:lnTo>
                <a:lnTo>
                  <a:pt x="153093" y="109780"/>
                </a:lnTo>
                <a:lnTo>
                  <a:pt x="153013" y="109796"/>
                </a:lnTo>
                <a:lnTo>
                  <a:pt x="152930" y="109813"/>
                </a:lnTo>
                <a:lnTo>
                  <a:pt x="152846" y="109830"/>
                </a:lnTo>
                <a:lnTo>
                  <a:pt x="152759" y="109847"/>
                </a:lnTo>
                <a:lnTo>
                  <a:pt x="152671" y="109865"/>
                </a:lnTo>
                <a:lnTo>
                  <a:pt x="152580" y="109883"/>
                </a:lnTo>
                <a:lnTo>
                  <a:pt x="152487" y="109902"/>
                </a:lnTo>
                <a:lnTo>
                  <a:pt x="152392" y="109921"/>
                </a:lnTo>
                <a:lnTo>
                  <a:pt x="152295" y="109940"/>
                </a:lnTo>
                <a:lnTo>
                  <a:pt x="152196" y="109960"/>
                </a:lnTo>
                <a:lnTo>
                  <a:pt x="152095" y="109980"/>
                </a:lnTo>
                <a:lnTo>
                  <a:pt x="151992" y="110001"/>
                </a:lnTo>
                <a:lnTo>
                  <a:pt x="151887" y="110022"/>
                </a:lnTo>
                <a:lnTo>
                  <a:pt x="151780" y="110043"/>
                </a:lnTo>
                <a:lnTo>
                  <a:pt x="151670" y="110065"/>
                </a:lnTo>
                <a:lnTo>
                  <a:pt x="151559" y="110087"/>
                </a:lnTo>
                <a:lnTo>
                  <a:pt x="151445" y="110110"/>
                </a:lnTo>
                <a:lnTo>
                  <a:pt x="151329" y="110133"/>
                </a:lnTo>
                <a:lnTo>
                  <a:pt x="151211" y="110157"/>
                </a:lnTo>
                <a:lnTo>
                  <a:pt x="151092" y="110181"/>
                </a:lnTo>
                <a:lnTo>
                  <a:pt x="150970" y="110205"/>
                </a:lnTo>
                <a:lnTo>
                  <a:pt x="150846" y="110230"/>
                </a:lnTo>
                <a:lnTo>
                  <a:pt x="150719" y="110249"/>
                </a:lnTo>
                <a:lnTo>
                  <a:pt x="150590" y="110268"/>
                </a:lnTo>
                <a:lnTo>
                  <a:pt x="150457" y="110286"/>
                </a:lnTo>
                <a:lnTo>
                  <a:pt x="150322" y="110303"/>
                </a:lnTo>
                <a:lnTo>
                  <a:pt x="150184" y="110320"/>
                </a:lnTo>
                <a:lnTo>
                  <a:pt x="150043" y="110335"/>
                </a:lnTo>
                <a:lnTo>
                  <a:pt x="149899" y="110350"/>
                </a:lnTo>
                <a:lnTo>
                  <a:pt x="149752" y="110363"/>
                </a:lnTo>
                <a:lnTo>
                  <a:pt x="149602" y="110376"/>
                </a:lnTo>
                <a:lnTo>
                  <a:pt x="149449" y="110388"/>
                </a:lnTo>
                <a:lnTo>
                  <a:pt x="149293" y="110400"/>
                </a:lnTo>
                <a:lnTo>
                  <a:pt x="149135" y="110410"/>
                </a:lnTo>
                <a:lnTo>
                  <a:pt x="148973" y="110420"/>
                </a:lnTo>
                <a:lnTo>
                  <a:pt x="148808" y="110428"/>
                </a:lnTo>
                <a:lnTo>
                  <a:pt x="148641" y="110436"/>
                </a:lnTo>
                <a:lnTo>
                  <a:pt x="148471" y="110443"/>
                </a:lnTo>
                <a:lnTo>
                  <a:pt x="148298" y="110450"/>
                </a:lnTo>
                <a:lnTo>
                  <a:pt x="148121" y="110455"/>
                </a:lnTo>
                <a:lnTo>
                  <a:pt x="147942" y="110460"/>
                </a:lnTo>
                <a:lnTo>
                  <a:pt x="147760" y="110463"/>
                </a:lnTo>
                <a:lnTo>
                  <a:pt x="147575" y="110466"/>
                </a:lnTo>
                <a:lnTo>
                  <a:pt x="147388" y="110468"/>
                </a:lnTo>
                <a:lnTo>
                  <a:pt x="147197" y="110470"/>
                </a:lnTo>
                <a:lnTo>
                  <a:pt x="147003" y="110470"/>
                </a:lnTo>
                <a:lnTo>
                  <a:pt x="146744" y="110468"/>
                </a:lnTo>
                <a:lnTo>
                  <a:pt x="146485" y="110463"/>
                </a:lnTo>
                <a:lnTo>
                  <a:pt x="146227" y="110455"/>
                </a:lnTo>
                <a:lnTo>
                  <a:pt x="145971" y="110443"/>
                </a:lnTo>
                <a:lnTo>
                  <a:pt x="145715" y="110428"/>
                </a:lnTo>
                <a:lnTo>
                  <a:pt x="145461" y="110410"/>
                </a:lnTo>
                <a:lnTo>
                  <a:pt x="145208" y="110388"/>
                </a:lnTo>
                <a:lnTo>
                  <a:pt x="144955" y="110363"/>
                </a:lnTo>
                <a:lnTo>
                  <a:pt x="144704" y="110335"/>
                </a:lnTo>
                <a:lnTo>
                  <a:pt x="144454" y="110303"/>
                </a:lnTo>
                <a:lnTo>
                  <a:pt x="144204" y="110268"/>
                </a:lnTo>
                <a:lnTo>
                  <a:pt x="143956" y="110230"/>
                </a:lnTo>
                <a:lnTo>
                  <a:pt x="143709" y="110188"/>
                </a:lnTo>
                <a:lnTo>
                  <a:pt x="143463" y="110143"/>
                </a:lnTo>
                <a:lnTo>
                  <a:pt x="143218" y="110095"/>
                </a:lnTo>
                <a:lnTo>
                  <a:pt x="142974" y="110043"/>
                </a:lnTo>
                <a:lnTo>
                  <a:pt x="142731" y="109988"/>
                </a:lnTo>
                <a:lnTo>
                  <a:pt x="142489" y="109930"/>
                </a:lnTo>
                <a:lnTo>
                  <a:pt x="142248" y="109868"/>
                </a:lnTo>
                <a:lnTo>
                  <a:pt x="142008" y="109803"/>
                </a:lnTo>
                <a:lnTo>
                  <a:pt x="141770" y="109735"/>
                </a:lnTo>
                <a:lnTo>
                  <a:pt x="141532" y="109663"/>
                </a:lnTo>
                <a:lnTo>
                  <a:pt x="141295" y="109588"/>
                </a:lnTo>
                <a:lnTo>
                  <a:pt x="141059" y="109509"/>
                </a:lnTo>
                <a:lnTo>
                  <a:pt x="140831" y="109421"/>
                </a:lnTo>
                <a:lnTo>
                  <a:pt x="140606" y="109326"/>
                </a:lnTo>
                <a:lnTo>
                  <a:pt x="140384" y="109224"/>
                </a:lnTo>
                <a:lnTo>
                  <a:pt x="140166" y="109116"/>
                </a:lnTo>
                <a:lnTo>
                  <a:pt x="139950" y="109001"/>
                </a:lnTo>
                <a:lnTo>
                  <a:pt x="139739" y="108879"/>
                </a:lnTo>
                <a:lnTo>
                  <a:pt x="139530" y="108751"/>
                </a:lnTo>
                <a:lnTo>
                  <a:pt x="139325" y="108616"/>
                </a:lnTo>
                <a:lnTo>
                  <a:pt x="139123" y="108474"/>
                </a:lnTo>
                <a:lnTo>
                  <a:pt x="138925" y="108325"/>
                </a:lnTo>
                <a:lnTo>
                  <a:pt x="138730" y="108170"/>
                </a:lnTo>
                <a:lnTo>
                  <a:pt x="138538" y="108008"/>
                </a:lnTo>
                <a:lnTo>
                  <a:pt x="138349" y="107840"/>
                </a:lnTo>
                <a:lnTo>
                  <a:pt x="138164" y="107665"/>
                </a:lnTo>
                <a:lnTo>
                  <a:pt x="137982" y="107483"/>
                </a:lnTo>
                <a:lnTo>
                  <a:pt x="137804" y="107295"/>
                </a:lnTo>
                <a:lnTo>
                  <a:pt x="137629" y="107100"/>
                </a:lnTo>
                <a:lnTo>
                  <a:pt x="137457" y="106898"/>
                </a:lnTo>
                <a:lnTo>
                  <a:pt x="137289" y="106689"/>
                </a:lnTo>
                <a:lnTo>
                  <a:pt x="137124" y="106474"/>
                </a:lnTo>
                <a:lnTo>
                  <a:pt x="136962" y="106252"/>
                </a:lnTo>
                <a:lnTo>
                  <a:pt x="136803" y="106024"/>
                </a:lnTo>
                <a:lnTo>
                  <a:pt x="136648" y="105789"/>
                </a:lnTo>
                <a:lnTo>
                  <a:pt x="136497" y="105547"/>
                </a:lnTo>
                <a:lnTo>
                  <a:pt x="136354" y="105292"/>
                </a:lnTo>
                <a:lnTo>
                  <a:pt x="136218" y="105026"/>
                </a:lnTo>
                <a:lnTo>
                  <a:pt x="136088" y="104750"/>
                </a:lnTo>
                <a:lnTo>
                  <a:pt x="135964" y="104463"/>
                </a:lnTo>
                <a:lnTo>
                  <a:pt x="135847" y="104166"/>
                </a:lnTo>
                <a:lnTo>
                  <a:pt x="135735" y="103858"/>
                </a:lnTo>
                <a:lnTo>
                  <a:pt x="135629" y="103540"/>
                </a:lnTo>
                <a:lnTo>
                  <a:pt x="135529" y="103212"/>
                </a:lnTo>
                <a:lnTo>
                  <a:pt x="135436" y="102873"/>
                </a:lnTo>
                <a:lnTo>
                  <a:pt x="135348" y="102524"/>
                </a:lnTo>
                <a:lnTo>
                  <a:pt x="135266" y="102165"/>
                </a:lnTo>
                <a:lnTo>
                  <a:pt x="135191" y="101795"/>
                </a:lnTo>
                <a:lnTo>
                  <a:pt x="135121" y="101414"/>
                </a:lnTo>
                <a:lnTo>
                  <a:pt x="135058" y="101023"/>
                </a:lnTo>
                <a:lnTo>
                  <a:pt x="135000" y="100622"/>
                </a:lnTo>
                <a:lnTo>
                  <a:pt x="134949" y="100210"/>
                </a:lnTo>
                <a:lnTo>
                  <a:pt x="134904" y="99788"/>
                </a:lnTo>
                <a:lnTo>
                  <a:pt x="134864" y="99355"/>
                </a:lnTo>
                <a:lnTo>
                  <a:pt x="134831" y="98912"/>
                </a:lnTo>
                <a:lnTo>
                  <a:pt x="134804" y="98459"/>
                </a:lnTo>
                <a:lnTo>
                  <a:pt x="134783" y="97995"/>
                </a:lnTo>
                <a:lnTo>
                  <a:pt x="134767" y="97521"/>
                </a:lnTo>
                <a:lnTo>
                  <a:pt x="134758" y="97036"/>
                </a:lnTo>
                <a:lnTo>
                  <a:pt x="134755" y="96541"/>
                </a:lnTo>
                <a:lnTo>
                  <a:pt x="134755" y="42747"/>
                </a:lnTo>
                <a:lnTo>
                  <a:pt x="154448" y="42747"/>
                </a:lnTo>
                <a:lnTo>
                  <a:pt x="154448" y="30740"/>
                </a:lnTo>
                <a:lnTo>
                  <a:pt x="134755" y="30740"/>
                </a:lnTo>
                <a:lnTo>
                  <a:pt x="134755" y="8645"/>
                </a:lnTo>
                <a:lnTo>
                  <a:pt x="120586" y="8645"/>
                </a:lnTo>
                <a:close/>
                <a:moveTo>
                  <a:pt x="390698" y="0"/>
                </a:moveTo>
                <a:lnTo>
                  <a:pt x="376529" y="0"/>
                </a:lnTo>
                <a:lnTo>
                  <a:pt x="376529" y="122958"/>
                </a:lnTo>
                <a:lnTo>
                  <a:pt x="390698" y="122958"/>
                </a:lnTo>
                <a:lnTo>
                  <a:pt x="390698" y="0"/>
                </a:lnTo>
                <a:close/>
                <a:moveTo>
                  <a:pt x="215308" y="124786"/>
                </a:moveTo>
                <a:lnTo>
                  <a:pt x="216310" y="124714"/>
                </a:lnTo>
                <a:lnTo>
                  <a:pt x="217302" y="124621"/>
                </a:lnTo>
                <a:lnTo>
                  <a:pt x="218283" y="124508"/>
                </a:lnTo>
                <a:lnTo>
                  <a:pt x="219254" y="124374"/>
                </a:lnTo>
                <a:lnTo>
                  <a:pt x="220213" y="124219"/>
                </a:lnTo>
                <a:lnTo>
                  <a:pt x="221161" y="124043"/>
                </a:lnTo>
                <a:lnTo>
                  <a:pt x="222099" y="123847"/>
                </a:lnTo>
                <a:lnTo>
                  <a:pt x="223026" y="123631"/>
                </a:lnTo>
                <a:lnTo>
                  <a:pt x="223942" y="123393"/>
                </a:lnTo>
                <a:lnTo>
                  <a:pt x="224847" y="123135"/>
                </a:lnTo>
                <a:lnTo>
                  <a:pt x="225741" y="122857"/>
                </a:lnTo>
                <a:lnTo>
                  <a:pt x="226625" y="122557"/>
                </a:lnTo>
                <a:lnTo>
                  <a:pt x="227498" y="122237"/>
                </a:lnTo>
                <a:lnTo>
                  <a:pt x="228359" y="121897"/>
                </a:lnTo>
                <a:lnTo>
                  <a:pt x="229210" y="121536"/>
                </a:lnTo>
                <a:lnTo>
                  <a:pt x="230050" y="121154"/>
                </a:lnTo>
                <a:lnTo>
                  <a:pt x="230880" y="120752"/>
                </a:lnTo>
                <a:lnTo>
                  <a:pt x="231698" y="120328"/>
                </a:lnTo>
                <a:lnTo>
                  <a:pt x="232506" y="119885"/>
                </a:lnTo>
                <a:lnTo>
                  <a:pt x="233302" y="119420"/>
                </a:lnTo>
                <a:lnTo>
                  <a:pt x="234088" y="118935"/>
                </a:lnTo>
                <a:lnTo>
                  <a:pt x="234867" y="118432"/>
                </a:lnTo>
                <a:lnTo>
                  <a:pt x="235630" y="117912"/>
                </a:lnTo>
                <a:lnTo>
                  <a:pt x="236379" y="117375"/>
                </a:lnTo>
                <a:lnTo>
                  <a:pt x="237114" y="116822"/>
                </a:lnTo>
                <a:lnTo>
                  <a:pt x="237833" y="116253"/>
                </a:lnTo>
                <a:lnTo>
                  <a:pt x="238539" y="115667"/>
                </a:lnTo>
                <a:lnTo>
                  <a:pt x="239229" y="115065"/>
                </a:lnTo>
                <a:lnTo>
                  <a:pt x="239905" y="114446"/>
                </a:lnTo>
                <a:lnTo>
                  <a:pt x="240567" y="113811"/>
                </a:lnTo>
                <a:lnTo>
                  <a:pt x="241214" y="113159"/>
                </a:lnTo>
                <a:lnTo>
                  <a:pt x="241846" y="112491"/>
                </a:lnTo>
                <a:lnTo>
                  <a:pt x="242464" y="111806"/>
                </a:lnTo>
                <a:lnTo>
                  <a:pt x="243067" y="111105"/>
                </a:lnTo>
                <a:lnTo>
                  <a:pt x="243655" y="110387"/>
                </a:lnTo>
                <a:lnTo>
                  <a:pt x="244229" y="109653"/>
                </a:lnTo>
                <a:lnTo>
                  <a:pt x="244788" y="108902"/>
                </a:lnTo>
                <a:lnTo>
                  <a:pt x="245333" y="108135"/>
                </a:lnTo>
                <a:lnTo>
                  <a:pt x="245863" y="107352"/>
                </a:lnTo>
                <a:lnTo>
                  <a:pt x="246379" y="106552"/>
                </a:lnTo>
                <a:lnTo>
                  <a:pt x="246880" y="105735"/>
                </a:lnTo>
                <a:lnTo>
                  <a:pt x="247366" y="104902"/>
                </a:lnTo>
                <a:lnTo>
                  <a:pt x="247838" y="104053"/>
                </a:lnTo>
                <a:lnTo>
                  <a:pt x="248295" y="103187"/>
                </a:lnTo>
                <a:lnTo>
                  <a:pt x="248738" y="102305"/>
                </a:lnTo>
                <a:lnTo>
                  <a:pt x="249169" y="101408"/>
                </a:lnTo>
                <a:lnTo>
                  <a:pt x="249581" y="100499"/>
                </a:lnTo>
                <a:lnTo>
                  <a:pt x="249976" y="99577"/>
                </a:lnTo>
                <a:lnTo>
                  <a:pt x="250352" y="98643"/>
                </a:lnTo>
                <a:lnTo>
                  <a:pt x="250710" y="97696"/>
                </a:lnTo>
                <a:lnTo>
                  <a:pt x="251049" y="96736"/>
                </a:lnTo>
                <a:lnTo>
                  <a:pt x="251370" y="95764"/>
                </a:lnTo>
                <a:lnTo>
                  <a:pt x="251673" y="94780"/>
                </a:lnTo>
                <a:lnTo>
                  <a:pt x="251957" y="93783"/>
                </a:lnTo>
                <a:lnTo>
                  <a:pt x="252223" y="92774"/>
                </a:lnTo>
                <a:lnTo>
                  <a:pt x="252471" y="91752"/>
                </a:lnTo>
                <a:lnTo>
                  <a:pt x="252700" y="90718"/>
                </a:lnTo>
                <a:lnTo>
                  <a:pt x="252911" y="89671"/>
                </a:lnTo>
                <a:lnTo>
                  <a:pt x="253104" y="88611"/>
                </a:lnTo>
                <a:lnTo>
                  <a:pt x="253278" y="87539"/>
                </a:lnTo>
                <a:lnTo>
                  <a:pt x="253434" y="86455"/>
                </a:lnTo>
                <a:lnTo>
                  <a:pt x="253572" y="85358"/>
                </a:lnTo>
                <a:lnTo>
                  <a:pt x="253691" y="84248"/>
                </a:lnTo>
                <a:lnTo>
                  <a:pt x="253792" y="83126"/>
                </a:lnTo>
                <a:lnTo>
                  <a:pt x="253874" y="81992"/>
                </a:lnTo>
                <a:lnTo>
                  <a:pt x="253938" y="80845"/>
                </a:lnTo>
                <a:lnTo>
                  <a:pt x="253984" y="79686"/>
                </a:lnTo>
                <a:lnTo>
                  <a:pt x="254012" y="78514"/>
                </a:lnTo>
                <a:lnTo>
                  <a:pt x="254021" y="77329"/>
                </a:lnTo>
                <a:lnTo>
                  <a:pt x="254012" y="76135"/>
                </a:lnTo>
                <a:lnTo>
                  <a:pt x="253984" y="74953"/>
                </a:lnTo>
                <a:lnTo>
                  <a:pt x="253938" y="73784"/>
                </a:lnTo>
                <a:lnTo>
                  <a:pt x="253874" y="72628"/>
                </a:lnTo>
                <a:lnTo>
                  <a:pt x="253792" y="71484"/>
                </a:lnTo>
                <a:lnTo>
                  <a:pt x="253691" y="70353"/>
                </a:lnTo>
                <a:lnTo>
                  <a:pt x="253572" y="69235"/>
                </a:lnTo>
                <a:lnTo>
                  <a:pt x="253434" y="68130"/>
                </a:lnTo>
                <a:lnTo>
                  <a:pt x="253278" y="67037"/>
                </a:lnTo>
                <a:lnTo>
                  <a:pt x="253104" y="65957"/>
                </a:lnTo>
                <a:lnTo>
                  <a:pt x="252911" y="64890"/>
                </a:lnTo>
                <a:lnTo>
                  <a:pt x="252700" y="63835"/>
                </a:lnTo>
                <a:lnTo>
                  <a:pt x="252471" y="62794"/>
                </a:lnTo>
                <a:lnTo>
                  <a:pt x="252223" y="61765"/>
                </a:lnTo>
                <a:lnTo>
                  <a:pt x="251957" y="60748"/>
                </a:lnTo>
                <a:lnTo>
                  <a:pt x="251673" y="59745"/>
                </a:lnTo>
                <a:lnTo>
                  <a:pt x="251370" y="58754"/>
                </a:lnTo>
                <a:lnTo>
                  <a:pt x="251049" y="57775"/>
                </a:lnTo>
                <a:lnTo>
                  <a:pt x="250710" y="56810"/>
                </a:lnTo>
                <a:lnTo>
                  <a:pt x="250352" y="55857"/>
                </a:lnTo>
                <a:lnTo>
                  <a:pt x="249976" y="54917"/>
                </a:lnTo>
                <a:lnTo>
                  <a:pt x="249581" y="53990"/>
                </a:lnTo>
                <a:lnTo>
                  <a:pt x="249169" y="53075"/>
                </a:lnTo>
                <a:lnTo>
                  <a:pt x="248738" y="52173"/>
                </a:lnTo>
                <a:lnTo>
                  <a:pt x="248295" y="51286"/>
                </a:lnTo>
                <a:lnTo>
                  <a:pt x="247838" y="50415"/>
                </a:lnTo>
                <a:lnTo>
                  <a:pt x="247366" y="49561"/>
                </a:lnTo>
                <a:lnTo>
                  <a:pt x="246880" y="48724"/>
                </a:lnTo>
                <a:lnTo>
                  <a:pt x="246379" y="47904"/>
                </a:lnTo>
                <a:lnTo>
                  <a:pt x="245863" y="47100"/>
                </a:lnTo>
                <a:lnTo>
                  <a:pt x="245333" y="46313"/>
                </a:lnTo>
                <a:lnTo>
                  <a:pt x="244788" y="45542"/>
                </a:lnTo>
                <a:lnTo>
                  <a:pt x="244229" y="44788"/>
                </a:lnTo>
                <a:lnTo>
                  <a:pt x="243655" y="44051"/>
                </a:lnTo>
                <a:lnTo>
                  <a:pt x="243067" y="43331"/>
                </a:lnTo>
                <a:lnTo>
                  <a:pt x="242464" y="42627"/>
                </a:lnTo>
                <a:lnTo>
                  <a:pt x="241846" y="41940"/>
                </a:lnTo>
                <a:lnTo>
                  <a:pt x="241214" y="41269"/>
                </a:lnTo>
                <a:lnTo>
                  <a:pt x="240567" y="40616"/>
                </a:lnTo>
                <a:lnTo>
                  <a:pt x="239905" y="39979"/>
                </a:lnTo>
                <a:lnTo>
                  <a:pt x="239229" y="39358"/>
                </a:lnTo>
                <a:lnTo>
                  <a:pt x="238539" y="38755"/>
                </a:lnTo>
                <a:lnTo>
                  <a:pt x="237833" y="38168"/>
                </a:lnTo>
                <a:lnTo>
                  <a:pt x="237114" y="37597"/>
                </a:lnTo>
                <a:lnTo>
                  <a:pt x="236379" y="37043"/>
                </a:lnTo>
                <a:lnTo>
                  <a:pt x="235630" y="36506"/>
                </a:lnTo>
                <a:lnTo>
                  <a:pt x="234867" y="35986"/>
                </a:lnTo>
                <a:lnTo>
                  <a:pt x="234088" y="35482"/>
                </a:lnTo>
                <a:lnTo>
                  <a:pt x="233302" y="34997"/>
                </a:lnTo>
                <a:lnTo>
                  <a:pt x="232506" y="34533"/>
                </a:lnTo>
                <a:lnTo>
                  <a:pt x="231698" y="34089"/>
                </a:lnTo>
                <a:lnTo>
                  <a:pt x="230880" y="33666"/>
                </a:lnTo>
                <a:lnTo>
                  <a:pt x="230050" y="33264"/>
                </a:lnTo>
                <a:lnTo>
                  <a:pt x="229210" y="32882"/>
                </a:lnTo>
                <a:lnTo>
                  <a:pt x="228359" y="32521"/>
                </a:lnTo>
                <a:lnTo>
                  <a:pt x="227498" y="32180"/>
                </a:lnTo>
                <a:lnTo>
                  <a:pt x="226625" y="31861"/>
                </a:lnTo>
                <a:lnTo>
                  <a:pt x="225741" y="31561"/>
                </a:lnTo>
                <a:lnTo>
                  <a:pt x="224847" y="31283"/>
                </a:lnTo>
                <a:lnTo>
                  <a:pt x="223942" y="31025"/>
                </a:lnTo>
                <a:lnTo>
                  <a:pt x="223026" y="30787"/>
                </a:lnTo>
                <a:lnTo>
                  <a:pt x="222099" y="30571"/>
                </a:lnTo>
                <a:lnTo>
                  <a:pt x="221161" y="30375"/>
                </a:lnTo>
                <a:lnTo>
                  <a:pt x="220213" y="30199"/>
                </a:lnTo>
                <a:lnTo>
                  <a:pt x="219254" y="30044"/>
                </a:lnTo>
                <a:lnTo>
                  <a:pt x="218283" y="29910"/>
                </a:lnTo>
                <a:lnTo>
                  <a:pt x="217302" y="29797"/>
                </a:lnTo>
                <a:lnTo>
                  <a:pt x="216310" y="29704"/>
                </a:lnTo>
                <a:lnTo>
                  <a:pt x="215308" y="29632"/>
                </a:lnTo>
                <a:lnTo>
                  <a:pt x="214294" y="29580"/>
                </a:lnTo>
                <a:lnTo>
                  <a:pt x="213270" y="29549"/>
                </a:lnTo>
                <a:lnTo>
                  <a:pt x="212235" y="29539"/>
                </a:lnTo>
                <a:lnTo>
                  <a:pt x="211199" y="29549"/>
                </a:lnTo>
                <a:lnTo>
                  <a:pt x="210174" y="29580"/>
                </a:lnTo>
                <a:lnTo>
                  <a:pt x="209160" y="29632"/>
                </a:lnTo>
                <a:lnTo>
                  <a:pt x="208157" y="29704"/>
                </a:lnTo>
                <a:lnTo>
                  <a:pt x="207164" y="29797"/>
                </a:lnTo>
                <a:lnTo>
                  <a:pt x="206182" y="29910"/>
                </a:lnTo>
                <a:lnTo>
                  <a:pt x="205210" y="30044"/>
                </a:lnTo>
                <a:lnTo>
                  <a:pt x="204249" y="30199"/>
                </a:lnTo>
                <a:lnTo>
                  <a:pt x="203299" y="30375"/>
                </a:lnTo>
                <a:lnTo>
                  <a:pt x="202359" y="30571"/>
                </a:lnTo>
                <a:lnTo>
                  <a:pt x="201430" y="30787"/>
                </a:lnTo>
                <a:lnTo>
                  <a:pt x="200512" y="31025"/>
                </a:lnTo>
                <a:lnTo>
                  <a:pt x="199604" y="31283"/>
                </a:lnTo>
                <a:lnTo>
                  <a:pt x="198707" y="31561"/>
                </a:lnTo>
                <a:lnTo>
                  <a:pt x="197821" y="31861"/>
                </a:lnTo>
                <a:lnTo>
                  <a:pt x="196945" y="32180"/>
                </a:lnTo>
                <a:lnTo>
                  <a:pt x="196080" y="32521"/>
                </a:lnTo>
                <a:lnTo>
                  <a:pt x="195225" y="32882"/>
                </a:lnTo>
                <a:lnTo>
                  <a:pt x="194381" y="33264"/>
                </a:lnTo>
                <a:lnTo>
                  <a:pt x="193548" y="33666"/>
                </a:lnTo>
                <a:lnTo>
                  <a:pt x="192725" y="34089"/>
                </a:lnTo>
                <a:lnTo>
                  <a:pt x="191913" y="34533"/>
                </a:lnTo>
                <a:lnTo>
                  <a:pt x="191111" y="34997"/>
                </a:lnTo>
                <a:lnTo>
                  <a:pt x="190321" y="35482"/>
                </a:lnTo>
                <a:lnTo>
                  <a:pt x="189547" y="35986"/>
                </a:lnTo>
                <a:lnTo>
                  <a:pt x="188788" y="36506"/>
                </a:lnTo>
                <a:lnTo>
                  <a:pt x="188043" y="37043"/>
                </a:lnTo>
                <a:lnTo>
                  <a:pt x="187312" y="37597"/>
                </a:lnTo>
                <a:lnTo>
                  <a:pt x="186595" y="38168"/>
                </a:lnTo>
                <a:lnTo>
                  <a:pt x="185893" y="38755"/>
                </a:lnTo>
                <a:lnTo>
                  <a:pt x="185204" y="39358"/>
                </a:lnTo>
                <a:lnTo>
                  <a:pt x="184530" y="39979"/>
                </a:lnTo>
                <a:lnTo>
                  <a:pt x="183870" y="40616"/>
                </a:lnTo>
                <a:lnTo>
                  <a:pt x="183224" y="41269"/>
                </a:lnTo>
                <a:lnTo>
                  <a:pt x="182593" y="41940"/>
                </a:lnTo>
                <a:lnTo>
                  <a:pt x="181975" y="42627"/>
                </a:lnTo>
                <a:lnTo>
                  <a:pt x="181372" y="43331"/>
                </a:lnTo>
                <a:lnTo>
                  <a:pt x="180783" y="44051"/>
                </a:lnTo>
                <a:lnTo>
                  <a:pt x="180208" y="44788"/>
                </a:lnTo>
                <a:lnTo>
                  <a:pt x="179647" y="45542"/>
                </a:lnTo>
                <a:lnTo>
                  <a:pt x="179101" y="46313"/>
                </a:lnTo>
                <a:lnTo>
                  <a:pt x="178568" y="47100"/>
                </a:lnTo>
                <a:lnTo>
                  <a:pt x="178050" y="47904"/>
                </a:lnTo>
                <a:lnTo>
                  <a:pt x="177546" y="48724"/>
                </a:lnTo>
                <a:lnTo>
                  <a:pt x="177056" y="49561"/>
                </a:lnTo>
                <a:lnTo>
                  <a:pt x="176580" y="50415"/>
                </a:lnTo>
                <a:lnTo>
                  <a:pt x="176119" y="51286"/>
                </a:lnTo>
                <a:lnTo>
                  <a:pt x="175671" y="52173"/>
                </a:lnTo>
                <a:lnTo>
                  <a:pt x="175245" y="53075"/>
                </a:lnTo>
                <a:lnTo>
                  <a:pt x="174837" y="53990"/>
                </a:lnTo>
                <a:lnTo>
                  <a:pt x="174447" y="54917"/>
                </a:lnTo>
                <a:lnTo>
                  <a:pt x="174075" y="55857"/>
                </a:lnTo>
                <a:lnTo>
                  <a:pt x="173722" y="56810"/>
                </a:lnTo>
                <a:lnTo>
                  <a:pt x="173386" y="57775"/>
                </a:lnTo>
                <a:lnTo>
                  <a:pt x="173069" y="58754"/>
                </a:lnTo>
                <a:lnTo>
                  <a:pt x="172769" y="59745"/>
                </a:lnTo>
                <a:lnTo>
                  <a:pt x="172488" y="60748"/>
                </a:lnTo>
                <a:lnTo>
                  <a:pt x="172225" y="61765"/>
                </a:lnTo>
                <a:lnTo>
                  <a:pt x="171981" y="62794"/>
                </a:lnTo>
                <a:lnTo>
                  <a:pt x="171754" y="63835"/>
                </a:lnTo>
                <a:lnTo>
                  <a:pt x="171545" y="64890"/>
                </a:lnTo>
                <a:lnTo>
                  <a:pt x="171355" y="65957"/>
                </a:lnTo>
                <a:lnTo>
                  <a:pt x="171183" y="67037"/>
                </a:lnTo>
                <a:lnTo>
                  <a:pt x="171028" y="68130"/>
                </a:lnTo>
                <a:lnTo>
                  <a:pt x="170892" y="69235"/>
                </a:lnTo>
                <a:lnTo>
                  <a:pt x="170774" y="70353"/>
                </a:lnTo>
                <a:lnTo>
                  <a:pt x="170675" y="71484"/>
                </a:lnTo>
                <a:lnTo>
                  <a:pt x="170593" y="72628"/>
                </a:lnTo>
                <a:lnTo>
                  <a:pt x="170530" y="73784"/>
                </a:lnTo>
                <a:lnTo>
                  <a:pt x="170484" y="74953"/>
                </a:lnTo>
                <a:lnTo>
                  <a:pt x="170457" y="76135"/>
                </a:lnTo>
                <a:lnTo>
                  <a:pt x="170448" y="77329"/>
                </a:lnTo>
                <a:lnTo>
                  <a:pt x="170457" y="78514"/>
                </a:lnTo>
                <a:lnTo>
                  <a:pt x="170484" y="79686"/>
                </a:lnTo>
                <a:lnTo>
                  <a:pt x="170530" y="80845"/>
                </a:lnTo>
                <a:lnTo>
                  <a:pt x="170593" y="81992"/>
                </a:lnTo>
                <a:lnTo>
                  <a:pt x="170675" y="83126"/>
                </a:lnTo>
                <a:lnTo>
                  <a:pt x="170774" y="84248"/>
                </a:lnTo>
                <a:lnTo>
                  <a:pt x="170892" y="85358"/>
                </a:lnTo>
                <a:lnTo>
                  <a:pt x="171028" y="86455"/>
                </a:lnTo>
                <a:lnTo>
                  <a:pt x="171183" y="87539"/>
                </a:lnTo>
                <a:lnTo>
                  <a:pt x="171355" y="88611"/>
                </a:lnTo>
                <a:lnTo>
                  <a:pt x="171545" y="89671"/>
                </a:lnTo>
                <a:lnTo>
                  <a:pt x="171754" y="90718"/>
                </a:lnTo>
                <a:lnTo>
                  <a:pt x="171981" y="91752"/>
                </a:lnTo>
                <a:lnTo>
                  <a:pt x="172225" y="92774"/>
                </a:lnTo>
                <a:lnTo>
                  <a:pt x="172488" y="93783"/>
                </a:lnTo>
                <a:lnTo>
                  <a:pt x="172769" y="94780"/>
                </a:lnTo>
                <a:lnTo>
                  <a:pt x="173069" y="95764"/>
                </a:lnTo>
                <a:lnTo>
                  <a:pt x="173386" y="96736"/>
                </a:lnTo>
                <a:lnTo>
                  <a:pt x="173722" y="97696"/>
                </a:lnTo>
                <a:lnTo>
                  <a:pt x="174075" y="98643"/>
                </a:lnTo>
                <a:lnTo>
                  <a:pt x="174447" y="99577"/>
                </a:lnTo>
                <a:lnTo>
                  <a:pt x="174837" y="100499"/>
                </a:lnTo>
                <a:lnTo>
                  <a:pt x="175245" y="101408"/>
                </a:lnTo>
                <a:lnTo>
                  <a:pt x="175671" y="102305"/>
                </a:lnTo>
                <a:lnTo>
                  <a:pt x="176119" y="103187"/>
                </a:lnTo>
                <a:lnTo>
                  <a:pt x="176580" y="104053"/>
                </a:lnTo>
                <a:lnTo>
                  <a:pt x="177056" y="104902"/>
                </a:lnTo>
                <a:lnTo>
                  <a:pt x="177546" y="105735"/>
                </a:lnTo>
                <a:lnTo>
                  <a:pt x="178050" y="106552"/>
                </a:lnTo>
                <a:lnTo>
                  <a:pt x="178568" y="107352"/>
                </a:lnTo>
                <a:lnTo>
                  <a:pt x="179101" y="108135"/>
                </a:lnTo>
                <a:lnTo>
                  <a:pt x="179647" y="108902"/>
                </a:lnTo>
                <a:lnTo>
                  <a:pt x="180208" y="109653"/>
                </a:lnTo>
                <a:lnTo>
                  <a:pt x="180783" y="110387"/>
                </a:lnTo>
                <a:lnTo>
                  <a:pt x="181372" y="111105"/>
                </a:lnTo>
                <a:lnTo>
                  <a:pt x="181975" y="111806"/>
                </a:lnTo>
                <a:lnTo>
                  <a:pt x="182593" y="112491"/>
                </a:lnTo>
                <a:lnTo>
                  <a:pt x="183224" y="113159"/>
                </a:lnTo>
                <a:lnTo>
                  <a:pt x="183870" y="113811"/>
                </a:lnTo>
                <a:lnTo>
                  <a:pt x="184530" y="114446"/>
                </a:lnTo>
                <a:lnTo>
                  <a:pt x="185204" y="115065"/>
                </a:lnTo>
                <a:lnTo>
                  <a:pt x="185893" y="115667"/>
                </a:lnTo>
                <a:lnTo>
                  <a:pt x="186595" y="116253"/>
                </a:lnTo>
                <a:lnTo>
                  <a:pt x="187312" y="116822"/>
                </a:lnTo>
                <a:lnTo>
                  <a:pt x="188043" y="117375"/>
                </a:lnTo>
                <a:lnTo>
                  <a:pt x="188788" y="117912"/>
                </a:lnTo>
                <a:lnTo>
                  <a:pt x="189547" y="118432"/>
                </a:lnTo>
                <a:lnTo>
                  <a:pt x="190321" y="118935"/>
                </a:lnTo>
                <a:lnTo>
                  <a:pt x="191111" y="119420"/>
                </a:lnTo>
                <a:lnTo>
                  <a:pt x="191913" y="119885"/>
                </a:lnTo>
                <a:lnTo>
                  <a:pt x="192725" y="120328"/>
                </a:lnTo>
                <a:lnTo>
                  <a:pt x="193548" y="120752"/>
                </a:lnTo>
                <a:lnTo>
                  <a:pt x="194381" y="121154"/>
                </a:lnTo>
                <a:lnTo>
                  <a:pt x="195225" y="121536"/>
                </a:lnTo>
                <a:lnTo>
                  <a:pt x="196080" y="121897"/>
                </a:lnTo>
                <a:lnTo>
                  <a:pt x="196945" y="122237"/>
                </a:lnTo>
                <a:lnTo>
                  <a:pt x="197821" y="122557"/>
                </a:lnTo>
                <a:lnTo>
                  <a:pt x="198707" y="122857"/>
                </a:lnTo>
                <a:lnTo>
                  <a:pt x="199604" y="123135"/>
                </a:lnTo>
                <a:lnTo>
                  <a:pt x="200512" y="123393"/>
                </a:lnTo>
                <a:lnTo>
                  <a:pt x="201430" y="123631"/>
                </a:lnTo>
                <a:lnTo>
                  <a:pt x="202359" y="123847"/>
                </a:lnTo>
                <a:lnTo>
                  <a:pt x="203299" y="124043"/>
                </a:lnTo>
                <a:lnTo>
                  <a:pt x="204249" y="124219"/>
                </a:lnTo>
                <a:lnTo>
                  <a:pt x="205210" y="124374"/>
                </a:lnTo>
                <a:lnTo>
                  <a:pt x="206182" y="124508"/>
                </a:lnTo>
                <a:lnTo>
                  <a:pt x="207164" y="124621"/>
                </a:lnTo>
                <a:lnTo>
                  <a:pt x="208157" y="124714"/>
                </a:lnTo>
                <a:lnTo>
                  <a:pt x="209160" y="124786"/>
                </a:lnTo>
                <a:lnTo>
                  <a:pt x="210174" y="124838"/>
                </a:lnTo>
                <a:lnTo>
                  <a:pt x="211199" y="124869"/>
                </a:lnTo>
                <a:lnTo>
                  <a:pt x="212235" y="124879"/>
                </a:lnTo>
                <a:lnTo>
                  <a:pt x="213270" y="124869"/>
                </a:lnTo>
                <a:lnTo>
                  <a:pt x="214294" y="124838"/>
                </a:lnTo>
                <a:lnTo>
                  <a:pt x="215308" y="124786"/>
                </a:lnTo>
                <a:close/>
                <a:moveTo>
                  <a:pt x="209916" y="112075"/>
                </a:moveTo>
                <a:lnTo>
                  <a:pt x="209166" y="112016"/>
                </a:lnTo>
                <a:lnTo>
                  <a:pt x="208428" y="111940"/>
                </a:lnTo>
                <a:lnTo>
                  <a:pt x="207702" y="111847"/>
                </a:lnTo>
                <a:lnTo>
                  <a:pt x="206987" y="111737"/>
                </a:lnTo>
                <a:lnTo>
                  <a:pt x="206284" y="111611"/>
                </a:lnTo>
                <a:lnTo>
                  <a:pt x="205593" y="111467"/>
                </a:lnTo>
                <a:lnTo>
                  <a:pt x="204913" y="111307"/>
                </a:lnTo>
                <a:lnTo>
                  <a:pt x="204245" y="111129"/>
                </a:lnTo>
                <a:lnTo>
                  <a:pt x="203589" y="110935"/>
                </a:lnTo>
                <a:lnTo>
                  <a:pt x="202944" y="110724"/>
                </a:lnTo>
                <a:lnTo>
                  <a:pt x="202312" y="110496"/>
                </a:lnTo>
                <a:lnTo>
                  <a:pt x="201690" y="110251"/>
                </a:lnTo>
                <a:lnTo>
                  <a:pt x="201081" y="109990"/>
                </a:lnTo>
                <a:lnTo>
                  <a:pt x="200483" y="109711"/>
                </a:lnTo>
                <a:lnTo>
                  <a:pt x="199897" y="109416"/>
                </a:lnTo>
                <a:lnTo>
                  <a:pt x="199322" y="109103"/>
                </a:lnTo>
                <a:lnTo>
                  <a:pt x="198759" y="108774"/>
                </a:lnTo>
                <a:lnTo>
                  <a:pt x="198208" y="108428"/>
                </a:lnTo>
                <a:lnTo>
                  <a:pt x="197669" y="108065"/>
                </a:lnTo>
                <a:lnTo>
                  <a:pt x="197141" y="107685"/>
                </a:lnTo>
                <a:lnTo>
                  <a:pt x="196625" y="107288"/>
                </a:lnTo>
                <a:lnTo>
                  <a:pt x="196120" y="106877"/>
                </a:lnTo>
                <a:lnTo>
                  <a:pt x="195626" y="106456"/>
                </a:lnTo>
                <a:lnTo>
                  <a:pt x="195143" y="106024"/>
                </a:lnTo>
                <a:lnTo>
                  <a:pt x="194672" y="105582"/>
                </a:lnTo>
                <a:lnTo>
                  <a:pt x="194211" y="105129"/>
                </a:lnTo>
                <a:lnTo>
                  <a:pt x="193762" y="104665"/>
                </a:lnTo>
                <a:lnTo>
                  <a:pt x="193323" y="104191"/>
                </a:lnTo>
                <a:lnTo>
                  <a:pt x="192896" y="103706"/>
                </a:lnTo>
                <a:lnTo>
                  <a:pt x="192479" y="103210"/>
                </a:lnTo>
                <a:lnTo>
                  <a:pt x="192074" y="102704"/>
                </a:lnTo>
                <a:lnTo>
                  <a:pt x="191679" y="102187"/>
                </a:lnTo>
                <a:lnTo>
                  <a:pt x="191296" y="101659"/>
                </a:lnTo>
                <a:lnTo>
                  <a:pt x="190924" y="101121"/>
                </a:lnTo>
                <a:lnTo>
                  <a:pt x="190563" y="100572"/>
                </a:lnTo>
                <a:lnTo>
                  <a:pt x="190213" y="100013"/>
                </a:lnTo>
                <a:lnTo>
                  <a:pt x="189874" y="99443"/>
                </a:lnTo>
                <a:lnTo>
                  <a:pt x="189546" y="98862"/>
                </a:lnTo>
                <a:lnTo>
                  <a:pt x="189229" y="98271"/>
                </a:lnTo>
                <a:lnTo>
                  <a:pt x="188923" y="97669"/>
                </a:lnTo>
                <a:lnTo>
                  <a:pt x="188628" y="97057"/>
                </a:lnTo>
                <a:lnTo>
                  <a:pt x="188344" y="96433"/>
                </a:lnTo>
                <a:lnTo>
                  <a:pt x="188071" y="95799"/>
                </a:lnTo>
                <a:lnTo>
                  <a:pt x="187810" y="95155"/>
                </a:lnTo>
                <a:lnTo>
                  <a:pt x="187559" y="94500"/>
                </a:lnTo>
                <a:lnTo>
                  <a:pt x="187319" y="93837"/>
                </a:lnTo>
                <a:lnTo>
                  <a:pt x="187089" y="93170"/>
                </a:lnTo>
                <a:lnTo>
                  <a:pt x="186869" y="92498"/>
                </a:lnTo>
                <a:lnTo>
                  <a:pt x="186660" y="91822"/>
                </a:lnTo>
                <a:lnTo>
                  <a:pt x="186461" y="91140"/>
                </a:lnTo>
                <a:lnTo>
                  <a:pt x="186272" y="90455"/>
                </a:lnTo>
                <a:lnTo>
                  <a:pt x="186093" y="89765"/>
                </a:lnTo>
                <a:lnTo>
                  <a:pt x="185924" y="89070"/>
                </a:lnTo>
                <a:lnTo>
                  <a:pt x="185766" y="88370"/>
                </a:lnTo>
                <a:lnTo>
                  <a:pt x="185618" y="87666"/>
                </a:lnTo>
                <a:lnTo>
                  <a:pt x="185480" y="86958"/>
                </a:lnTo>
                <a:lnTo>
                  <a:pt x="185352" y="86245"/>
                </a:lnTo>
                <a:lnTo>
                  <a:pt x="185235" y="85527"/>
                </a:lnTo>
                <a:lnTo>
                  <a:pt x="185128" y="84805"/>
                </a:lnTo>
                <a:lnTo>
                  <a:pt x="185031" y="84078"/>
                </a:lnTo>
                <a:lnTo>
                  <a:pt x="184944" y="83346"/>
                </a:lnTo>
                <a:lnTo>
                  <a:pt x="184867" y="82610"/>
                </a:lnTo>
                <a:lnTo>
                  <a:pt x="184801" y="81869"/>
                </a:lnTo>
                <a:lnTo>
                  <a:pt x="184745" y="81124"/>
                </a:lnTo>
                <a:lnTo>
                  <a:pt x="184699" y="80374"/>
                </a:lnTo>
                <a:lnTo>
                  <a:pt x="184663" y="79620"/>
                </a:lnTo>
                <a:lnTo>
                  <a:pt x="184637" y="78861"/>
                </a:lnTo>
                <a:lnTo>
                  <a:pt x="184622" y="78097"/>
                </a:lnTo>
                <a:lnTo>
                  <a:pt x="184617" y="77329"/>
                </a:lnTo>
                <a:lnTo>
                  <a:pt x="184622" y="76561"/>
                </a:lnTo>
                <a:lnTo>
                  <a:pt x="184637" y="75797"/>
                </a:lnTo>
                <a:lnTo>
                  <a:pt x="184663" y="75037"/>
                </a:lnTo>
                <a:lnTo>
                  <a:pt x="184699" y="74282"/>
                </a:lnTo>
                <a:lnTo>
                  <a:pt x="184745" y="73531"/>
                </a:lnTo>
                <a:lnTo>
                  <a:pt x="184801" y="72785"/>
                </a:lnTo>
                <a:lnTo>
                  <a:pt x="184867" y="72043"/>
                </a:lnTo>
                <a:lnTo>
                  <a:pt x="184944" y="71305"/>
                </a:lnTo>
                <a:lnTo>
                  <a:pt x="185031" y="70572"/>
                </a:lnTo>
                <a:lnTo>
                  <a:pt x="185128" y="69843"/>
                </a:lnTo>
                <a:lnTo>
                  <a:pt x="185235" y="69118"/>
                </a:lnTo>
                <a:lnTo>
                  <a:pt x="185352" y="68398"/>
                </a:lnTo>
                <a:lnTo>
                  <a:pt x="185480" y="67683"/>
                </a:lnTo>
                <a:lnTo>
                  <a:pt x="185618" y="66971"/>
                </a:lnTo>
                <a:lnTo>
                  <a:pt x="185766" y="66264"/>
                </a:lnTo>
                <a:lnTo>
                  <a:pt x="185924" y="65562"/>
                </a:lnTo>
                <a:lnTo>
                  <a:pt x="186093" y="64863"/>
                </a:lnTo>
                <a:lnTo>
                  <a:pt x="186272" y="64169"/>
                </a:lnTo>
                <a:lnTo>
                  <a:pt x="186461" y="63480"/>
                </a:lnTo>
                <a:lnTo>
                  <a:pt x="186660" y="62795"/>
                </a:lnTo>
                <a:lnTo>
                  <a:pt x="186869" y="62114"/>
                </a:lnTo>
                <a:lnTo>
                  <a:pt x="187089" y="61438"/>
                </a:lnTo>
                <a:lnTo>
                  <a:pt x="187319" y="60766"/>
                </a:lnTo>
                <a:lnTo>
                  <a:pt x="187559" y="60098"/>
                </a:lnTo>
                <a:lnTo>
                  <a:pt x="187810" y="59438"/>
                </a:lnTo>
                <a:lnTo>
                  <a:pt x="188071" y="58789"/>
                </a:lnTo>
                <a:lnTo>
                  <a:pt x="188344" y="58150"/>
                </a:lnTo>
                <a:lnTo>
                  <a:pt x="188628" y="57521"/>
                </a:lnTo>
                <a:lnTo>
                  <a:pt x="188923" y="56904"/>
                </a:lnTo>
                <a:lnTo>
                  <a:pt x="189229" y="56297"/>
                </a:lnTo>
                <a:lnTo>
                  <a:pt x="189546" y="55701"/>
                </a:lnTo>
                <a:lnTo>
                  <a:pt x="189874" y="55115"/>
                </a:lnTo>
                <a:lnTo>
                  <a:pt x="190213" y="54540"/>
                </a:lnTo>
                <a:lnTo>
                  <a:pt x="190563" y="53975"/>
                </a:lnTo>
                <a:lnTo>
                  <a:pt x="190924" y="53422"/>
                </a:lnTo>
                <a:lnTo>
                  <a:pt x="191296" y="52879"/>
                </a:lnTo>
                <a:lnTo>
                  <a:pt x="191679" y="52346"/>
                </a:lnTo>
                <a:lnTo>
                  <a:pt x="192074" y="51824"/>
                </a:lnTo>
                <a:lnTo>
                  <a:pt x="192479" y="51313"/>
                </a:lnTo>
                <a:lnTo>
                  <a:pt x="192896" y="50812"/>
                </a:lnTo>
                <a:lnTo>
                  <a:pt x="193323" y="50322"/>
                </a:lnTo>
                <a:lnTo>
                  <a:pt x="193762" y="49843"/>
                </a:lnTo>
                <a:lnTo>
                  <a:pt x="194211" y="49374"/>
                </a:lnTo>
                <a:lnTo>
                  <a:pt x="194672" y="48916"/>
                </a:lnTo>
                <a:lnTo>
                  <a:pt x="195143" y="48469"/>
                </a:lnTo>
                <a:lnTo>
                  <a:pt x="195626" y="48032"/>
                </a:lnTo>
                <a:lnTo>
                  <a:pt x="196120" y="47605"/>
                </a:lnTo>
                <a:lnTo>
                  <a:pt x="196625" y="47190"/>
                </a:lnTo>
                <a:lnTo>
                  <a:pt x="197141" y="46788"/>
                </a:lnTo>
                <a:lnTo>
                  <a:pt x="197669" y="46404"/>
                </a:lnTo>
                <a:lnTo>
                  <a:pt x="198208" y="46036"/>
                </a:lnTo>
                <a:lnTo>
                  <a:pt x="198759" y="45686"/>
                </a:lnTo>
                <a:lnTo>
                  <a:pt x="199322" y="45352"/>
                </a:lnTo>
                <a:lnTo>
                  <a:pt x="199897" y="45036"/>
                </a:lnTo>
                <a:lnTo>
                  <a:pt x="200483" y="44737"/>
                </a:lnTo>
                <a:lnTo>
                  <a:pt x="201081" y="44455"/>
                </a:lnTo>
                <a:lnTo>
                  <a:pt x="201690" y="44190"/>
                </a:lnTo>
                <a:lnTo>
                  <a:pt x="202312" y="43942"/>
                </a:lnTo>
                <a:lnTo>
                  <a:pt x="202944" y="43711"/>
                </a:lnTo>
                <a:lnTo>
                  <a:pt x="203589" y="43498"/>
                </a:lnTo>
                <a:lnTo>
                  <a:pt x="204245" y="43301"/>
                </a:lnTo>
                <a:lnTo>
                  <a:pt x="204913" y="43121"/>
                </a:lnTo>
                <a:lnTo>
                  <a:pt x="205593" y="42959"/>
                </a:lnTo>
                <a:lnTo>
                  <a:pt x="206284" y="42814"/>
                </a:lnTo>
                <a:lnTo>
                  <a:pt x="206987" y="42686"/>
                </a:lnTo>
                <a:lnTo>
                  <a:pt x="207702" y="42574"/>
                </a:lnTo>
                <a:lnTo>
                  <a:pt x="208428" y="42480"/>
                </a:lnTo>
                <a:lnTo>
                  <a:pt x="209166" y="42404"/>
                </a:lnTo>
                <a:lnTo>
                  <a:pt x="209916" y="42344"/>
                </a:lnTo>
                <a:lnTo>
                  <a:pt x="210677" y="42301"/>
                </a:lnTo>
                <a:lnTo>
                  <a:pt x="211450" y="42275"/>
                </a:lnTo>
                <a:lnTo>
                  <a:pt x="212235" y="42267"/>
                </a:lnTo>
                <a:lnTo>
                  <a:pt x="213019" y="42275"/>
                </a:lnTo>
                <a:lnTo>
                  <a:pt x="213792" y="42301"/>
                </a:lnTo>
                <a:lnTo>
                  <a:pt x="214553" y="42344"/>
                </a:lnTo>
                <a:lnTo>
                  <a:pt x="215303" y="42404"/>
                </a:lnTo>
                <a:lnTo>
                  <a:pt x="216041" y="42480"/>
                </a:lnTo>
                <a:lnTo>
                  <a:pt x="216767" y="42574"/>
                </a:lnTo>
                <a:lnTo>
                  <a:pt x="217482" y="42686"/>
                </a:lnTo>
                <a:lnTo>
                  <a:pt x="218185" y="42814"/>
                </a:lnTo>
                <a:lnTo>
                  <a:pt x="218876" y="42959"/>
                </a:lnTo>
                <a:lnTo>
                  <a:pt x="219556" y="43121"/>
                </a:lnTo>
                <a:lnTo>
                  <a:pt x="220224" y="43301"/>
                </a:lnTo>
                <a:lnTo>
                  <a:pt x="220880" y="43498"/>
                </a:lnTo>
                <a:lnTo>
                  <a:pt x="221525" y="43711"/>
                </a:lnTo>
                <a:lnTo>
                  <a:pt x="222157" y="43942"/>
                </a:lnTo>
                <a:lnTo>
                  <a:pt x="222779" y="44190"/>
                </a:lnTo>
                <a:lnTo>
                  <a:pt x="223388" y="44455"/>
                </a:lnTo>
                <a:lnTo>
                  <a:pt x="223986" y="44737"/>
                </a:lnTo>
                <a:lnTo>
                  <a:pt x="224572" y="45036"/>
                </a:lnTo>
                <a:lnTo>
                  <a:pt x="225147" y="45352"/>
                </a:lnTo>
                <a:lnTo>
                  <a:pt x="225710" y="45686"/>
                </a:lnTo>
                <a:lnTo>
                  <a:pt x="226261" y="46036"/>
                </a:lnTo>
                <a:lnTo>
                  <a:pt x="226800" y="46404"/>
                </a:lnTo>
                <a:lnTo>
                  <a:pt x="227328" y="46788"/>
                </a:lnTo>
                <a:lnTo>
                  <a:pt x="227844" y="47190"/>
                </a:lnTo>
                <a:lnTo>
                  <a:pt x="228349" y="47605"/>
                </a:lnTo>
                <a:lnTo>
                  <a:pt x="228843" y="48032"/>
                </a:lnTo>
                <a:lnTo>
                  <a:pt x="229326" y="48469"/>
                </a:lnTo>
                <a:lnTo>
                  <a:pt x="229797" y="48916"/>
                </a:lnTo>
                <a:lnTo>
                  <a:pt x="230258" y="49374"/>
                </a:lnTo>
                <a:lnTo>
                  <a:pt x="230707" y="49843"/>
                </a:lnTo>
                <a:lnTo>
                  <a:pt x="231146" y="50322"/>
                </a:lnTo>
                <a:lnTo>
                  <a:pt x="231573" y="50812"/>
                </a:lnTo>
                <a:lnTo>
                  <a:pt x="231990" y="51313"/>
                </a:lnTo>
                <a:lnTo>
                  <a:pt x="232395" y="51824"/>
                </a:lnTo>
                <a:lnTo>
                  <a:pt x="232789" y="52346"/>
                </a:lnTo>
                <a:lnTo>
                  <a:pt x="233173" y="52879"/>
                </a:lnTo>
                <a:lnTo>
                  <a:pt x="233545" y="53422"/>
                </a:lnTo>
                <a:lnTo>
                  <a:pt x="233906" y="53975"/>
                </a:lnTo>
                <a:lnTo>
                  <a:pt x="234256" y="54540"/>
                </a:lnTo>
                <a:lnTo>
                  <a:pt x="234595" y="55115"/>
                </a:lnTo>
                <a:lnTo>
                  <a:pt x="234923" y="55701"/>
                </a:lnTo>
                <a:lnTo>
                  <a:pt x="235240" y="56297"/>
                </a:lnTo>
                <a:lnTo>
                  <a:pt x="235546" y="56904"/>
                </a:lnTo>
                <a:lnTo>
                  <a:pt x="235841" y="57521"/>
                </a:lnTo>
                <a:lnTo>
                  <a:pt x="236125" y="58150"/>
                </a:lnTo>
                <a:lnTo>
                  <a:pt x="236398" y="58789"/>
                </a:lnTo>
                <a:lnTo>
                  <a:pt x="236659" y="59438"/>
                </a:lnTo>
                <a:lnTo>
                  <a:pt x="236910" y="60098"/>
                </a:lnTo>
                <a:lnTo>
                  <a:pt x="237150" y="60766"/>
                </a:lnTo>
                <a:lnTo>
                  <a:pt x="237380" y="61438"/>
                </a:lnTo>
                <a:lnTo>
                  <a:pt x="237600" y="62114"/>
                </a:lnTo>
                <a:lnTo>
                  <a:pt x="237809" y="62795"/>
                </a:lnTo>
                <a:lnTo>
                  <a:pt x="238008" y="63480"/>
                </a:lnTo>
                <a:lnTo>
                  <a:pt x="238197" y="64169"/>
                </a:lnTo>
                <a:lnTo>
                  <a:pt x="238376" y="64863"/>
                </a:lnTo>
                <a:lnTo>
                  <a:pt x="238545" y="65562"/>
                </a:lnTo>
                <a:lnTo>
                  <a:pt x="238703" y="66264"/>
                </a:lnTo>
                <a:lnTo>
                  <a:pt x="238851" y="66971"/>
                </a:lnTo>
                <a:lnTo>
                  <a:pt x="238989" y="67683"/>
                </a:lnTo>
                <a:lnTo>
                  <a:pt x="239117" y="68398"/>
                </a:lnTo>
                <a:lnTo>
                  <a:pt x="239234" y="69118"/>
                </a:lnTo>
                <a:lnTo>
                  <a:pt x="239341" y="69843"/>
                </a:lnTo>
                <a:lnTo>
                  <a:pt x="239438" y="70572"/>
                </a:lnTo>
                <a:lnTo>
                  <a:pt x="239525" y="71305"/>
                </a:lnTo>
                <a:lnTo>
                  <a:pt x="239602" y="72043"/>
                </a:lnTo>
                <a:lnTo>
                  <a:pt x="239668" y="72785"/>
                </a:lnTo>
                <a:lnTo>
                  <a:pt x="239724" y="73531"/>
                </a:lnTo>
                <a:lnTo>
                  <a:pt x="239770" y="74282"/>
                </a:lnTo>
                <a:lnTo>
                  <a:pt x="239806" y="75037"/>
                </a:lnTo>
                <a:lnTo>
                  <a:pt x="239832" y="75797"/>
                </a:lnTo>
                <a:lnTo>
                  <a:pt x="239847" y="76561"/>
                </a:lnTo>
                <a:lnTo>
                  <a:pt x="239852" y="77329"/>
                </a:lnTo>
                <a:lnTo>
                  <a:pt x="239847" y="78097"/>
                </a:lnTo>
                <a:lnTo>
                  <a:pt x="239832" y="78861"/>
                </a:lnTo>
                <a:lnTo>
                  <a:pt x="239806" y="79620"/>
                </a:lnTo>
                <a:lnTo>
                  <a:pt x="239770" y="80374"/>
                </a:lnTo>
                <a:lnTo>
                  <a:pt x="239724" y="81124"/>
                </a:lnTo>
                <a:lnTo>
                  <a:pt x="239668" y="81869"/>
                </a:lnTo>
                <a:lnTo>
                  <a:pt x="239602" y="82610"/>
                </a:lnTo>
                <a:lnTo>
                  <a:pt x="239525" y="83346"/>
                </a:lnTo>
                <a:lnTo>
                  <a:pt x="239438" y="84078"/>
                </a:lnTo>
                <a:lnTo>
                  <a:pt x="239341" y="84805"/>
                </a:lnTo>
                <a:lnTo>
                  <a:pt x="239234" y="85527"/>
                </a:lnTo>
                <a:lnTo>
                  <a:pt x="239117" y="86245"/>
                </a:lnTo>
                <a:lnTo>
                  <a:pt x="238989" y="86958"/>
                </a:lnTo>
                <a:lnTo>
                  <a:pt x="238851" y="87666"/>
                </a:lnTo>
                <a:lnTo>
                  <a:pt x="238703" y="88370"/>
                </a:lnTo>
                <a:lnTo>
                  <a:pt x="238545" y="89070"/>
                </a:lnTo>
                <a:lnTo>
                  <a:pt x="238376" y="89765"/>
                </a:lnTo>
                <a:lnTo>
                  <a:pt x="238197" y="90455"/>
                </a:lnTo>
                <a:lnTo>
                  <a:pt x="238008" y="91140"/>
                </a:lnTo>
                <a:lnTo>
                  <a:pt x="237809" y="91822"/>
                </a:lnTo>
                <a:lnTo>
                  <a:pt x="237600" y="92498"/>
                </a:lnTo>
                <a:lnTo>
                  <a:pt x="237380" y="93170"/>
                </a:lnTo>
                <a:lnTo>
                  <a:pt x="237150" y="93837"/>
                </a:lnTo>
                <a:lnTo>
                  <a:pt x="236910" y="94500"/>
                </a:lnTo>
                <a:lnTo>
                  <a:pt x="236659" y="95155"/>
                </a:lnTo>
                <a:lnTo>
                  <a:pt x="236398" y="95799"/>
                </a:lnTo>
                <a:lnTo>
                  <a:pt x="236125" y="96433"/>
                </a:lnTo>
                <a:lnTo>
                  <a:pt x="235841" y="97057"/>
                </a:lnTo>
                <a:lnTo>
                  <a:pt x="235546" y="97669"/>
                </a:lnTo>
                <a:lnTo>
                  <a:pt x="235240" y="98271"/>
                </a:lnTo>
                <a:lnTo>
                  <a:pt x="234923" y="98862"/>
                </a:lnTo>
                <a:lnTo>
                  <a:pt x="234595" y="99443"/>
                </a:lnTo>
                <a:lnTo>
                  <a:pt x="234256" y="100013"/>
                </a:lnTo>
                <a:lnTo>
                  <a:pt x="233906" y="100572"/>
                </a:lnTo>
                <a:lnTo>
                  <a:pt x="233545" y="101121"/>
                </a:lnTo>
                <a:lnTo>
                  <a:pt x="233173" y="101659"/>
                </a:lnTo>
                <a:lnTo>
                  <a:pt x="232789" y="102187"/>
                </a:lnTo>
                <a:lnTo>
                  <a:pt x="232395" y="102704"/>
                </a:lnTo>
                <a:lnTo>
                  <a:pt x="231990" y="103210"/>
                </a:lnTo>
                <a:lnTo>
                  <a:pt x="231573" y="103706"/>
                </a:lnTo>
                <a:lnTo>
                  <a:pt x="231146" y="104191"/>
                </a:lnTo>
                <a:lnTo>
                  <a:pt x="230707" y="104665"/>
                </a:lnTo>
                <a:lnTo>
                  <a:pt x="230258" y="105129"/>
                </a:lnTo>
                <a:lnTo>
                  <a:pt x="229797" y="105582"/>
                </a:lnTo>
                <a:lnTo>
                  <a:pt x="229326" y="106024"/>
                </a:lnTo>
                <a:lnTo>
                  <a:pt x="228843" y="106456"/>
                </a:lnTo>
                <a:lnTo>
                  <a:pt x="228349" y="106877"/>
                </a:lnTo>
                <a:lnTo>
                  <a:pt x="227844" y="107288"/>
                </a:lnTo>
                <a:lnTo>
                  <a:pt x="227328" y="107685"/>
                </a:lnTo>
                <a:lnTo>
                  <a:pt x="226800" y="108065"/>
                </a:lnTo>
                <a:lnTo>
                  <a:pt x="226261" y="108428"/>
                </a:lnTo>
                <a:lnTo>
                  <a:pt x="225710" y="108774"/>
                </a:lnTo>
                <a:lnTo>
                  <a:pt x="225147" y="109103"/>
                </a:lnTo>
                <a:lnTo>
                  <a:pt x="224572" y="109416"/>
                </a:lnTo>
                <a:lnTo>
                  <a:pt x="223986" y="109711"/>
                </a:lnTo>
                <a:lnTo>
                  <a:pt x="223388" y="109990"/>
                </a:lnTo>
                <a:lnTo>
                  <a:pt x="222779" y="110251"/>
                </a:lnTo>
                <a:lnTo>
                  <a:pt x="222157" y="110496"/>
                </a:lnTo>
                <a:lnTo>
                  <a:pt x="221525" y="110724"/>
                </a:lnTo>
                <a:lnTo>
                  <a:pt x="220880" y="110935"/>
                </a:lnTo>
                <a:lnTo>
                  <a:pt x="220224" y="111129"/>
                </a:lnTo>
                <a:lnTo>
                  <a:pt x="219556" y="111307"/>
                </a:lnTo>
                <a:lnTo>
                  <a:pt x="218876" y="111467"/>
                </a:lnTo>
                <a:lnTo>
                  <a:pt x="218185" y="111611"/>
                </a:lnTo>
                <a:lnTo>
                  <a:pt x="217482" y="111737"/>
                </a:lnTo>
                <a:lnTo>
                  <a:pt x="216767" y="111847"/>
                </a:lnTo>
                <a:lnTo>
                  <a:pt x="216041" y="111940"/>
                </a:lnTo>
                <a:lnTo>
                  <a:pt x="215303" y="112016"/>
                </a:lnTo>
                <a:lnTo>
                  <a:pt x="214553" y="112075"/>
                </a:lnTo>
                <a:lnTo>
                  <a:pt x="213792" y="112117"/>
                </a:lnTo>
                <a:lnTo>
                  <a:pt x="213019" y="112143"/>
                </a:lnTo>
                <a:lnTo>
                  <a:pt x="212235" y="112151"/>
                </a:lnTo>
                <a:lnTo>
                  <a:pt x="211450" y="112143"/>
                </a:lnTo>
                <a:lnTo>
                  <a:pt x="210677" y="112117"/>
                </a:lnTo>
                <a:lnTo>
                  <a:pt x="209916" y="112075"/>
                </a:lnTo>
                <a:close/>
                <a:moveTo>
                  <a:pt x="316187" y="124786"/>
                </a:moveTo>
                <a:lnTo>
                  <a:pt x="317189" y="124714"/>
                </a:lnTo>
                <a:lnTo>
                  <a:pt x="318181" y="124621"/>
                </a:lnTo>
                <a:lnTo>
                  <a:pt x="319162" y="124508"/>
                </a:lnTo>
                <a:lnTo>
                  <a:pt x="320132" y="124374"/>
                </a:lnTo>
                <a:lnTo>
                  <a:pt x="321092" y="124219"/>
                </a:lnTo>
                <a:lnTo>
                  <a:pt x="322040" y="124043"/>
                </a:lnTo>
                <a:lnTo>
                  <a:pt x="322978" y="123847"/>
                </a:lnTo>
                <a:lnTo>
                  <a:pt x="323905" y="123631"/>
                </a:lnTo>
                <a:lnTo>
                  <a:pt x="324821" y="123393"/>
                </a:lnTo>
                <a:lnTo>
                  <a:pt x="325726" y="123135"/>
                </a:lnTo>
                <a:lnTo>
                  <a:pt x="326620" y="122857"/>
                </a:lnTo>
                <a:lnTo>
                  <a:pt x="327504" y="122557"/>
                </a:lnTo>
                <a:lnTo>
                  <a:pt x="328376" y="122237"/>
                </a:lnTo>
                <a:lnTo>
                  <a:pt x="329238" y="121897"/>
                </a:lnTo>
                <a:lnTo>
                  <a:pt x="330089" y="121536"/>
                </a:lnTo>
                <a:lnTo>
                  <a:pt x="330929" y="121154"/>
                </a:lnTo>
                <a:lnTo>
                  <a:pt x="331759" y="120752"/>
                </a:lnTo>
                <a:lnTo>
                  <a:pt x="332577" y="120328"/>
                </a:lnTo>
                <a:lnTo>
                  <a:pt x="333385" y="119885"/>
                </a:lnTo>
                <a:lnTo>
                  <a:pt x="334181" y="119420"/>
                </a:lnTo>
                <a:lnTo>
                  <a:pt x="334967" y="118935"/>
                </a:lnTo>
                <a:lnTo>
                  <a:pt x="335746" y="118432"/>
                </a:lnTo>
                <a:lnTo>
                  <a:pt x="336509" y="117912"/>
                </a:lnTo>
                <a:lnTo>
                  <a:pt x="337258" y="117375"/>
                </a:lnTo>
                <a:lnTo>
                  <a:pt x="337993" y="116822"/>
                </a:lnTo>
                <a:lnTo>
                  <a:pt x="338712" y="116253"/>
                </a:lnTo>
                <a:lnTo>
                  <a:pt x="339418" y="115667"/>
                </a:lnTo>
                <a:lnTo>
                  <a:pt x="340108" y="115065"/>
                </a:lnTo>
                <a:lnTo>
                  <a:pt x="340784" y="114446"/>
                </a:lnTo>
                <a:lnTo>
                  <a:pt x="341446" y="113811"/>
                </a:lnTo>
                <a:lnTo>
                  <a:pt x="342093" y="113159"/>
                </a:lnTo>
                <a:lnTo>
                  <a:pt x="342725" y="112491"/>
                </a:lnTo>
                <a:lnTo>
                  <a:pt x="343343" y="111806"/>
                </a:lnTo>
                <a:lnTo>
                  <a:pt x="343946" y="111105"/>
                </a:lnTo>
                <a:lnTo>
                  <a:pt x="344534" y="110387"/>
                </a:lnTo>
                <a:lnTo>
                  <a:pt x="345108" y="109653"/>
                </a:lnTo>
                <a:lnTo>
                  <a:pt x="345667" y="108902"/>
                </a:lnTo>
                <a:lnTo>
                  <a:pt x="346212" y="108135"/>
                </a:lnTo>
                <a:lnTo>
                  <a:pt x="346742" y="107352"/>
                </a:lnTo>
                <a:lnTo>
                  <a:pt x="347258" y="106552"/>
                </a:lnTo>
                <a:lnTo>
                  <a:pt x="347759" y="105735"/>
                </a:lnTo>
                <a:lnTo>
                  <a:pt x="348245" y="104902"/>
                </a:lnTo>
                <a:lnTo>
                  <a:pt x="348717" y="104053"/>
                </a:lnTo>
                <a:lnTo>
                  <a:pt x="349174" y="103187"/>
                </a:lnTo>
                <a:lnTo>
                  <a:pt x="349617" y="102305"/>
                </a:lnTo>
                <a:lnTo>
                  <a:pt x="350048" y="101408"/>
                </a:lnTo>
                <a:lnTo>
                  <a:pt x="350460" y="100499"/>
                </a:lnTo>
                <a:lnTo>
                  <a:pt x="350855" y="99577"/>
                </a:lnTo>
                <a:lnTo>
                  <a:pt x="351231" y="98643"/>
                </a:lnTo>
                <a:lnTo>
                  <a:pt x="351589" y="97696"/>
                </a:lnTo>
                <a:lnTo>
                  <a:pt x="351928" y="96736"/>
                </a:lnTo>
                <a:lnTo>
                  <a:pt x="352249" y="95764"/>
                </a:lnTo>
                <a:lnTo>
                  <a:pt x="352552" y="94780"/>
                </a:lnTo>
                <a:lnTo>
                  <a:pt x="352836" y="93783"/>
                </a:lnTo>
                <a:lnTo>
                  <a:pt x="353102" y="92774"/>
                </a:lnTo>
                <a:lnTo>
                  <a:pt x="353350" y="91752"/>
                </a:lnTo>
                <a:lnTo>
                  <a:pt x="353579" y="90718"/>
                </a:lnTo>
                <a:lnTo>
                  <a:pt x="353790" y="89671"/>
                </a:lnTo>
                <a:lnTo>
                  <a:pt x="353983" y="88611"/>
                </a:lnTo>
                <a:lnTo>
                  <a:pt x="354157" y="87539"/>
                </a:lnTo>
                <a:lnTo>
                  <a:pt x="354313" y="86455"/>
                </a:lnTo>
                <a:lnTo>
                  <a:pt x="354450" y="85358"/>
                </a:lnTo>
                <a:lnTo>
                  <a:pt x="354570" y="84248"/>
                </a:lnTo>
                <a:lnTo>
                  <a:pt x="354671" y="83126"/>
                </a:lnTo>
                <a:lnTo>
                  <a:pt x="354753" y="81992"/>
                </a:lnTo>
                <a:lnTo>
                  <a:pt x="354817" y="80845"/>
                </a:lnTo>
                <a:lnTo>
                  <a:pt x="354863" y="79686"/>
                </a:lnTo>
                <a:lnTo>
                  <a:pt x="354891" y="78514"/>
                </a:lnTo>
                <a:lnTo>
                  <a:pt x="354900" y="77329"/>
                </a:lnTo>
                <a:lnTo>
                  <a:pt x="354891" y="76135"/>
                </a:lnTo>
                <a:lnTo>
                  <a:pt x="354863" y="74953"/>
                </a:lnTo>
                <a:lnTo>
                  <a:pt x="354817" y="73784"/>
                </a:lnTo>
                <a:lnTo>
                  <a:pt x="354753" y="72628"/>
                </a:lnTo>
                <a:lnTo>
                  <a:pt x="354671" y="71484"/>
                </a:lnTo>
                <a:lnTo>
                  <a:pt x="354570" y="70353"/>
                </a:lnTo>
                <a:lnTo>
                  <a:pt x="354450" y="69235"/>
                </a:lnTo>
                <a:lnTo>
                  <a:pt x="354313" y="68130"/>
                </a:lnTo>
                <a:lnTo>
                  <a:pt x="354157" y="67037"/>
                </a:lnTo>
                <a:lnTo>
                  <a:pt x="353983" y="65957"/>
                </a:lnTo>
                <a:lnTo>
                  <a:pt x="353790" y="64890"/>
                </a:lnTo>
                <a:lnTo>
                  <a:pt x="353579" y="63835"/>
                </a:lnTo>
                <a:lnTo>
                  <a:pt x="353350" y="62794"/>
                </a:lnTo>
                <a:lnTo>
                  <a:pt x="353102" y="61765"/>
                </a:lnTo>
                <a:lnTo>
                  <a:pt x="352836" y="60748"/>
                </a:lnTo>
                <a:lnTo>
                  <a:pt x="352552" y="59745"/>
                </a:lnTo>
                <a:lnTo>
                  <a:pt x="352249" y="58754"/>
                </a:lnTo>
                <a:lnTo>
                  <a:pt x="351928" y="57775"/>
                </a:lnTo>
                <a:lnTo>
                  <a:pt x="351589" y="56810"/>
                </a:lnTo>
                <a:lnTo>
                  <a:pt x="351231" y="55857"/>
                </a:lnTo>
                <a:lnTo>
                  <a:pt x="350855" y="54917"/>
                </a:lnTo>
                <a:lnTo>
                  <a:pt x="350460" y="53990"/>
                </a:lnTo>
                <a:lnTo>
                  <a:pt x="350048" y="53075"/>
                </a:lnTo>
                <a:lnTo>
                  <a:pt x="349617" y="52173"/>
                </a:lnTo>
                <a:lnTo>
                  <a:pt x="349174" y="51286"/>
                </a:lnTo>
                <a:lnTo>
                  <a:pt x="348717" y="50415"/>
                </a:lnTo>
                <a:lnTo>
                  <a:pt x="348245" y="49561"/>
                </a:lnTo>
                <a:lnTo>
                  <a:pt x="347759" y="48724"/>
                </a:lnTo>
                <a:lnTo>
                  <a:pt x="347258" y="47904"/>
                </a:lnTo>
                <a:lnTo>
                  <a:pt x="346742" y="47100"/>
                </a:lnTo>
                <a:lnTo>
                  <a:pt x="346212" y="46313"/>
                </a:lnTo>
                <a:lnTo>
                  <a:pt x="345667" y="45542"/>
                </a:lnTo>
                <a:lnTo>
                  <a:pt x="345108" y="44788"/>
                </a:lnTo>
                <a:lnTo>
                  <a:pt x="344534" y="44051"/>
                </a:lnTo>
                <a:lnTo>
                  <a:pt x="343946" y="43331"/>
                </a:lnTo>
                <a:lnTo>
                  <a:pt x="343343" y="42627"/>
                </a:lnTo>
                <a:lnTo>
                  <a:pt x="342725" y="41940"/>
                </a:lnTo>
                <a:lnTo>
                  <a:pt x="342093" y="41269"/>
                </a:lnTo>
                <a:lnTo>
                  <a:pt x="341446" y="40616"/>
                </a:lnTo>
                <a:lnTo>
                  <a:pt x="340784" y="39979"/>
                </a:lnTo>
                <a:lnTo>
                  <a:pt x="340108" y="39358"/>
                </a:lnTo>
                <a:lnTo>
                  <a:pt x="339418" y="38755"/>
                </a:lnTo>
                <a:lnTo>
                  <a:pt x="338712" y="38168"/>
                </a:lnTo>
                <a:lnTo>
                  <a:pt x="337993" y="37597"/>
                </a:lnTo>
                <a:lnTo>
                  <a:pt x="337258" y="37043"/>
                </a:lnTo>
                <a:lnTo>
                  <a:pt x="336509" y="36506"/>
                </a:lnTo>
                <a:lnTo>
                  <a:pt x="335746" y="35986"/>
                </a:lnTo>
                <a:lnTo>
                  <a:pt x="334967" y="35482"/>
                </a:lnTo>
                <a:lnTo>
                  <a:pt x="334181" y="34997"/>
                </a:lnTo>
                <a:lnTo>
                  <a:pt x="333385" y="34533"/>
                </a:lnTo>
                <a:lnTo>
                  <a:pt x="332577" y="34089"/>
                </a:lnTo>
                <a:lnTo>
                  <a:pt x="331759" y="33666"/>
                </a:lnTo>
                <a:lnTo>
                  <a:pt x="330929" y="33264"/>
                </a:lnTo>
                <a:lnTo>
                  <a:pt x="330089" y="32882"/>
                </a:lnTo>
                <a:lnTo>
                  <a:pt x="329238" y="32521"/>
                </a:lnTo>
                <a:lnTo>
                  <a:pt x="328376" y="32180"/>
                </a:lnTo>
                <a:lnTo>
                  <a:pt x="327504" y="31861"/>
                </a:lnTo>
                <a:lnTo>
                  <a:pt x="326620" y="31561"/>
                </a:lnTo>
                <a:lnTo>
                  <a:pt x="325726" y="31283"/>
                </a:lnTo>
                <a:lnTo>
                  <a:pt x="324821" y="31025"/>
                </a:lnTo>
                <a:lnTo>
                  <a:pt x="323905" y="30787"/>
                </a:lnTo>
                <a:lnTo>
                  <a:pt x="322978" y="30571"/>
                </a:lnTo>
                <a:lnTo>
                  <a:pt x="322040" y="30375"/>
                </a:lnTo>
                <a:lnTo>
                  <a:pt x="321092" y="30199"/>
                </a:lnTo>
                <a:lnTo>
                  <a:pt x="320132" y="30044"/>
                </a:lnTo>
                <a:lnTo>
                  <a:pt x="319162" y="29910"/>
                </a:lnTo>
                <a:lnTo>
                  <a:pt x="318181" y="29797"/>
                </a:lnTo>
                <a:lnTo>
                  <a:pt x="317189" y="29704"/>
                </a:lnTo>
                <a:lnTo>
                  <a:pt x="316187" y="29632"/>
                </a:lnTo>
                <a:lnTo>
                  <a:pt x="315173" y="29580"/>
                </a:lnTo>
                <a:lnTo>
                  <a:pt x="314149" y="29549"/>
                </a:lnTo>
                <a:lnTo>
                  <a:pt x="313113" y="29539"/>
                </a:lnTo>
                <a:lnTo>
                  <a:pt x="312078" y="29549"/>
                </a:lnTo>
                <a:lnTo>
                  <a:pt x="311053" y="29580"/>
                </a:lnTo>
                <a:lnTo>
                  <a:pt x="310039" y="29632"/>
                </a:lnTo>
                <a:lnTo>
                  <a:pt x="309036" y="29704"/>
                </a:lnTo>
                <a:lnTo>
                  <a:pt x="308043" y="29797"/>
                </a:lnTo>
                <a:lnTo>
                  <a:pt x="307061" y="29910"/>
                </a:lnTo>
                <a:lnTo>
                  <a:pt x="306089" y="30044"/>
                </a:lnTo>
                <a:lnTo>
                  <a:pt x="305128" y="30199"/>
                </a:lnTo>
                <a:lnTo>
                  <a:pt x="304178" y="30375"/>
                </a:lnTo>
                <a:lnTo>
                  <a:pt x="303238" y="30571"/>
                </a:lnTo>
                <a:lnTo>
                  <a:pt x="302309" y="30787"/>
                </a:lnTo>
                <a:lnTo>
                  <a:pt x="301391" y="31025"/>
                </a:lnTo>
                <a:lnTo>
                  <a:pt x="300483" y="31283"/>
                </a:lnTo>
                <a:lnTo>
                  <a:pt x="299586" y="31561"/>
                </a:lnTo>
                <a:lnTo>
                  <a:pt x="298700" y="31861"/>
                </a:lnTo>
                <a:lnTo>
                  <a:pt x="297824" y="32180"/>
                </a:lnTo>
                <a:lnTo>
                  <a:pt x="296959" y="32521"/>
                </a:lnTo>
                <a:lnTo>
                  <a:pt x="296104" y="32882"/>
                </a:lnTo>
                <a:lnTo>
                  <a:pt x="295260" y="33264"/>
                </a:lnTo>
                <a:lnTo>
                  <a:pt x="294427" y="33666"/>
                </a:lnTo>
                <a:lnTo>
                  <a:pt x="293604" y="34089"/>
                </a:lnTo>
                <a:lnTo>
                  <a:pt x="292792" y="34533"/>
                </a:lnTo>
                <a:lnTo>
                  <a:pt x="291990" y="34997"/>
                </a:lnTo>
                <a:lnTo>
                  <a:pt x="291200" y="35482"/>
                </a:lnTo>
                <a:lnTo>
                  <a:pt x="290426" y="35986"/>
                </a:lnTo>
                <a:lnTo>
                  <a:pt x="289667" y="36506"/>
                </a:lnTo>
                <a:lnTo>
                  <a:pt x="288922" y="37043"/>
                </a:lnTo>
                <a:lnTo>
                  <a:pt x="288191" y="37597"/>
                </a:lnTo>
                <a:lnTo>
                  <a:pt x="287474" y="38168"/>
                </a:lnTo>
                <a:lnTo>
                  <a:pt x="286772" y="38755"/>
                </a:lnTo>
                <a:lnTo>
                  <a:pt x="286083" y="39358"/>
                </a:lnTo>
                <a:lnTo>
                  <a:pt x="285409" y="39979"/>
                </a:lnTo>
                <a:lnTo>
                  <a:pt x="284749" y="40616"/>
                </a:lnTo>
                <a:lnTo>
                  <a:pt x="284103" y="41269"/>
                </a:lnTo>
                <a:lnTo>
                  <a:pt x="283472" y="41940"/>
                </a:lnTo>
                <a:lnTo>
                  <a:pt x="282854" y="42627"/>
                </a:lnTo>
                <a:lnTo>
                  <a:pt x="282251" y="43331"/>
                </a:lnTo>
                <a:lnTo>
                  <a:pt x="281662" y="44051"/>
                </a:lnTo>
                <a:lnTo>
                  <a:pt x="281087" y="44788"/>
                </a:lnTo>
                <a:lnTo>
                  <a:pt x="280526" y="45542"/>
                </a:lnTo>
                <a:lnTo>
                  <a:pt x="279980" y="46313"/>
                </a:lnTo>
                <a:lnTo>
                  <a:pt x="279447" y="47100"/>
                </a:lnTo>
                <a:lnTo>
                  <a:pt x="278929" y="47904"/>
                </a:lnTo>
                <a:lnTo>
                  <a:pt x="278425" y="48724"/>
                </a:lnTo>
                <a:lnTo>
                  <a:pt x="277935" y="49561"/>
                </a:lnTo>
                <a:lnTo>
                  <a:pt x="277459" y="50415"/>
                </a:lnTo>
                <a:lnTo>
                  <a:pt x="276998" y="51286"/>
                </a:lnTo>
                <a:lnTo>
                  <a:pt x="276550" y="52173"/>
                </a:lnTo>
                <a:lnTo>
                  <a:pt x="276124" y="53075"/>
                </a:lnTo>
                <a:lnTo>
                  <a:pt x="275716" y="53990"/>
                </a:lnTo>
                <a:lnTo>
                  <a:pt x="275326" y="54917"/>
                </a:lnTo>
                <a:lnTo>
                  <a:pt x="274954" y="55857"/>
                </a:lnTo>
                <a:lnTo>
                  <a:pt x="274601" y="56810"/>
                </a:lnTo>
                <a:lnTo>
                  <a:pt x="274265" y="57775"/>
                </a:lnTo>
                <a:lnTo>
                  <a:pt x="273948" y="58754"/>
                </a:lnTo>
                <a:lnTo>
                  <a:pt x="273648" y="59745"/>
                </a:lnTo>
                <a:lnTo>
                  <a:pt x="273367" y="60748"/>
                </a:lnTo>
                <a:lnTo>
                  <a:pt x="273104" y="61765"/>
                </a:lnTo>
                <a:lnTo>
                  <a:pt x="272859" y="62794"/>
                </a:lnTo>
                <a:lnTo>
                  <a:pt x="272633" y="63835"/>
                </a:lnTo>
                <a:lnTo>
                  <a:pt x="272424" y="64890"/>
                </a:lnTo>
                <a:lnTo>
                  <a:pt x="272234" y="65957"/>
                </a:lnTo>
                <a:lnTo>
                  <a:pt x="272061" y="67037"/>
                </a:lnTo>
                <a:lnTo>
                  <a:pt x="271907" y="68130"/>
                </a:lnTo>
                <a:lnTo>
                  <a:pt x="271771" y="69235"/>
                </a:lnTo>
                <a:lnTo>
                  <a:pt x="271653" y="70353"/>
                </a:lnTo>
                <a:lnTo>
                  <a:pt x="271554" y="71484"/>
                </a:lnTo>
                <a:lnTo>
                  <a:pt x="271472" y="72628"/>
                </a:lnTo>
                <a:lnTo>
                  <a:pt x="271409" y="73784"/>
                </a:lnTo>
                <a:lnTo>
                  <a:pt x="271363" y="74953"/>
                </a:lnTo>
                <a:lnTo>
                  <a:pt x="271336" y="76135"/>
                </a:lnTo>
                <a:lnTo>
                  <a:pt x="271327" y="77329"/>
                </a:lnTo>
                <a:lnTo>
                  <a:pt x="271336" y="78514"/>
                </a:lnTo>
                <a:lnTo>
                  <a:pt x="271363" y="79686"/>
                </a:lnTo>
                <a:lnTo>
                  <a:pt x="271409" y="80845"/>
                </a:lnTo>
                <a:lnTo>
                  <a:pt x="271472" y="81992"/>
                </a:lnTo>
                <a:lnTo>
                  <a:pt x="271554" y="83126"/>
                </a:lnTo>
                <a:lnTo>
                  <a:pt x="271653" y="84248"/>
                </a:lnTo>
                <a:lnTo>
                  <a:pt x="271771" y="85358"/>
                </a:lnTo>
                <a:lnTo>
                  <a:pt x="271907" y="86455"/>
                </a:lnTo>
                <a:lnTo>
                  <a:pt x="272061" y="87539"/>
                </a:lnTo>
                <a:lnTo>
                  <a:pt x="272234" y="88611"/>
                </a:lnTo>
                <a:lnTo>
                  <a:pt x="272424" y="89671"/>
                </a:lnTo>
                <a:lnTo>
                  <a:pt x="272633" y="90718"/>
                </a:lnTo>
                <a:lnTo>
                  <a:pt x="272859" y="91752"/>
                </a:lnTo>
                <a:lnTo>
                  <a:pt x="273104" y="92774"/>
                </a:lnTo>
                <a:lnTo>
                  <a:pt x="273367" y="93783"/>
                </a:lnTo>
                <a:lnTo>
                  <a:pt x="273648" y="94780"/>
                </a:lnTo>
                <a:lnTo>
                  <a:pt x="273948" y="95764"/>
                </a:lnTo>
                <a:lnTo>
                  <a:pt x="274265" y="96736"/>
                </a:lnTo>
                <a:lnTo>
                  <a:pt x="274601" y="97696"/>
                </a:lnTo>
                <a:lnTo>
                  <a:pt x="274954" y="98643"/>
                </a:lnTo>
                <a:lnTo>
                  <a:pt x="275326" y="99577"/>
                </a:lnTo>
                <a:lnTo>
                  <a:pt x="275716" y="100499"/>
                </a:lnTo>
                <a:lnTo>
                  <a:pt x="276124" y="101408"/>
                </a:lnTo>
                <a:lnTo>
                  <a:pt x="276550" y="102305"/>
                </a:lnTo>
                <a:lnTo>
                  <a:pt x="276998" y="103187"/>
                </a:lnTo>
                <a:lnTo>
                  <a:pt x="277459" y="104053"/>
                </a:lnTo>
                <a:lnTo>
                  <a:pt x="277935" y="104902"/>
                </a:lnTo>
                <a:lnTo>
                  <a:pt x="278425" y="105735"/>
                </a:lnTo>
                <a:lnTo>
                  <a:pt x="278929" y="106552"/>
                </a:lnTo>
                <a:lnTo>
                  <a:pt x="279447" y="107352"/>
                </a:lnTo>
                <a:lnTo>
                  <a:pt x="279980" y="108135"/>
                </a:lnTo>
                <a:lnTo>
                  <a:pt x="280526" y="108902"/>
                </a:lnTo>
                <a:lnTo>
                  <a:pt x="281087" y="109653"/>
                </a:lnTo>
                <a:lnTo>
                  <a:pt x="281662" y="110387"/>
                </a:lnTo>
                <a:lnTo>
                  <a:pt x="282251" y="111105"/>
                </a:lnTo>
                <a:lnTo>
                  <a:pt x="282854" y="111806"/>
                </a:lnTo>
                <a:lnTo>
                  <a:pt x="283472" y="112491"/>
                </a:lnTo>
                <a:lnTo>
                  <a:pt x="284103" y="113159"/>
                </a:lnTo>
                <a:lnTo>
                  <a:pt x="284749" y="113811"/>
                </a:lnTo>
                <a:lnTo>
                  <a:pt x="285409" y="114446"/>
                </a:lnTo>
                <a:lnTo>
                  <a:pt x="286083" y="115065"/>
                </a:lnTo>
                <a:lnTo>
                  <a:pt x="286772" y="115667"/>
                </a:lnTo>
                <a:lnTo>
                  <a:pt x="287474" y="116253"/>
                </a:lnTo>
                <a:lnTo>
                  <a:pt x="288191" y="116822"/>
                </a:lnTo>
                <a:lnTo>
                  <a:pt x="288922" y="117375"/>
                </a:lnTo>
                <a:lnTo>
                  <a:pt x="289667" y="117912"/>
                </a:lnTo>
                <a:lnTo>
                  <a:pt x="290426" y="118432"/>
                </a:lnTo>
                <a:lnTo>
                  <a:pt x="291200" y="118935"/>
                </a:lnTo>
                <a:lnTo>
                  <a:pt x="291990" y="119420"/>
                </a:lnTo>
                <a:lnTo>
                  <a:pt x="292792" y="119885"/>
                </a:lnTo>
                <a:lnTo>
                  <a:pt x="293604" y="120328"/>
                </a:lnTo>
                <a:lnTo>
                  <a:pt x="294427" y="120752"/>
                </a:lnTo>
                <a:lnTo>
                  <a:pt x="295260" y="121154"/>
                </a:lnTo>
                <a:lnTo>
                  <a:pt x="296104" y="121536"/>
                </a:lnTo>
                <a:lnTo>
                  <a:pt x="296959" y="121897"/>
                </a:lnTo>
                <a:lnTo>
                  <a:pt x="297824" y="122237"/>
                </a:lnTo>
                <a:lnTo>
                  <a:pt x="298700" y="122557"/>
                </a:lnTo>
                <a:lnTo>
                  <a:pt x="299586" y="122857"/>
                </a:lnTo>
                <a:lnTo>
                  <a:pt x="300483" y="123135"/>
                </a:lnTo>
                <a:lnTo>
                  <a:pt x="301391" y="123393"/>
                </a:lnTo>
                <a:lnTo>
                  <a:pt x="302309" y="123631"/>
                </a:lnTo>
                <a:lnTo>
                  <a:pt x="303238" y="123847"/>
                </a:lnTo>
                <a:lnTo>
                  <a:pt x="304178" y="124043"/>
                </a:lnTo>
                <a:lnTo>
                  <a:pt x="305128" y="124219"/>
                </a:lnTo>
                <a:lnTo>
                  <a:pt x="306089" y="124374"/>
                </a:lnTo>
                <a:lnTo>
                  <a:pt x="307061" y="124508"/>
                </a:lnTo>
                <a:lnTo>
                  <a:pt x="308043" y="124621"/>
                </a:lnTo>
                <a:lnTo>
                  <a:pt x="309036" y="124714"/>
                </a:lnTo>
                <a:lnTo>
                  <a:pt x="310039" y="124786"/>
                </a:lnTo>
                <a:lnTo>
                  <a:pt x="311053" y="124838"/>
                </a:lnTo>
                <a:lnTo>
                  <a:pt x="312078" y="124869"/>
                </a:lnTo>
                <a:lnTo>
                  <a:pt x="313113" y="124879"/>
                </a:lnTo>
                <a:lnTo>
                  <a:pt x="314149" y="124869"/>
                </a:lnTo>
                <a:lnTo>
                  <a:pt x="315173" y="124838"/>
                </a:lnTo>
                <a:lnTo>
                  <a:pt x="316187" y="124786"/>
                </a:lnTo>
                <a:close/>
                <a:moveTo>
                  <a:pt x="310794" y="112075"/>
                </a:moveTo>
                <a:lnTo>
                  <a:pt x="310045" y="112016"/>
                </a:lnTo>
                <a:lnTo>
                  <a:pt x="309307" y="111940"/>
                </a:lnTo>
                <a:lnTo>
                  <a:pt x="308581" y="111847"/>
                </a:lnTo>
                <a:lnTo>
                  <a:pt x="307866" y="111737"/>
                </a:lnTo>
                <a:lnTo>
                  <a:pt x="307163" y="111611"/>
                </a:lnTo>
                <a:lnTo>
                  <a:pt x="306472" y="111467"/>
                </a:lnTo>
                <a:lnTo>
                  <a:pt x="305792" y="111307"/>
                </a:lnTo>
                <a:lnTo>
                  <a:pt x="305124" y="111129"/>
                </a:lnTo>
                <a:lnTo>
                  <a:pt x="304468" y="110935"/>
                </a:lnTo>
                <a:lnTo>
                  <a:pt x="303823" y="110724"/>
                </a:lnTo>
                <a:lnTo>
                  <a:pt x="303190" y="110496"/>
                </a:lnTo>
                <a:lnTo>
                  <a:pt x="302569" y="110251"/>
                </a:lnTo>
                <a:lnTo>
                  <a:pt x="301960" y="109990"/>
                </a:lnTo>
                <a:lnTo>
                  <a:pt x="301362" y="109711"/>
                </a:lnTo>
                <a:lnTo>
                  <a:pt x="300776" y="109416"/>
                </a:lnTo>
                <a:lnTo>
                  <a:pt x="300201" y="109103"/>
                </a:lnTo>
                <a:lnTo>
                  <a:pt x="299638" y="108774"/>
                </a:lnTo>
                <a:lnTo>
                  <a:pt x="299087" y="108428"/>
                </a:lnTo>
                <a:lnTo>
                  <a:pt x="298548" y="108065"/>
                </a:lnTo>
                <a:lnTo>
                  <a:pt x="298020" y="107685"/>
                </a:lnTo>
                <a:lnTo>
                  <a:pt x="297504" y="107288"/>
                </a:lnTo>
                <a:lnTo>
                  <a:pt x="296999" y="106877"/>
                </a:lnTo>
                <a:lnTo>
                  <a:pt x="296505" y="106456"/>
                </a:lnTo>
                <a:lnTo>
                  <a:pt x="296022" y="106024"/>
                </a:lnTo>
                <a:lnTo>
                  <a:pt x="295551" y="105582"/>
                </a:lnTo>
                <a:lnTo>
                  <a:pt x="295090" y="105129"/>
                </a:lnTo>
                <a:lnTo>
                  <a:pt x="294640" y="104665"/>
                </a:lnTo>
                <a:lnTo>
                  <a:pt x="294202" y="104191"/>
                </a:lnTo>
                <a:lnTo>
                  <a:pt x="293775" y="103706"/>
                </a:lnTo>
                <a:lnTo>
                  <a:pt x="293358" y="103210"/>
                </a:lnTo>
                <a:lnTo>
                  <a:pt x="292953" y="102704"/>
                </a:lnTo>
                <a:lnTo>
                  <a:pt x="292558" y="102187"/>
                </a:lnTo>
                <a:lnTo>
                  <a:pt x="292175" y="101659"/>
                </a:lnTo>
                <a:lnTo>
                  <a:pt x="291803" y="101121"/>
                </a:lnTo>
                <a:lnTo>
                  <a:pt x="291442" y="100572"/>
                </a:lnTo>
                <a:lnTo>
                  <a:pt x="291092" y="100013"/>
                </a:lnTo>
                <a:lnTo>
                  <a:pt x="290753" y="99443"/>
                </a:lnTo>
                <a:lnTo>
                  <a:pt x="290425" y="98862"/>
                </a:lnTo>
                <a:lnTo>
                  <a:pt x="290108" y="98271"/>
                </a:lnTo>
                <a:lnTo>
                  <a:pt x="289802" y="97669"/>
                </a:lnTo>
                <a:lnTo>
                  <a:pt x="289507" y="97057"/>
                </a:lnTo>
                <a:lnTo>
                  <a:pt x="289223" y="96433"/>
                </a:lnTo>
                <a:lnTo>
                  <a:pt x="288950" y="95799"/>
                </a:lnTo>
                <a:lnTo>
                  <a:pt x="288688" y="95155"/>
                </a:lnTo>
                <a:lnTo>
                  <a:pt x="288438" y="94500"/>
                </a:lnTo>
                <a:lnTo>
                  <a:pt x="288198" y="93837"/>
                </a:lnTo>
                <a:lnTo>
                  <a:pt x="287968" y="93170"/>
                </a:lnTo>
                <a:lnTo>
                  <a:pt x="287748" y="92498"/>
                </a:lnTo>
                <a:lnTo>
                  <a:pt x="287539" y="91822"/>
                </a:lnTo>
                <a:lnTo>
                  <a:pt x="287340" y="91140"/>
                </a:lnTo>
                <a:lnTo>
                  <a:pt x="287151" y="90455"/>
                </a:lnTo>
                <a:lnTo>
                  <a:pt x="286972" y="89765"/>
                </a:lnTo>
                <a:lnTo>
                  <a:pt x="286803" y="89070"/>
                </a:lnTo>
                <a:lnTo>
                  <a:pt x="286645" y="88370"/>
                </a:lnTo>
                <a:lnTo>
                  <a:pt x="286497" y="87666"/>
                </a:lnTo>
                <a:lnTo>
                  <a:pt x="286359" y="86958"/>
                </a:lnTo>
                <a:lnTo>
                  <a:pt x="286231" y="86245"/>
                </a:lnTo>
                <a:lnTo>
                  <a:pt x="286114" y="85527"/>
                </a:lnTo>
                <a:lnTo>
                  <a:pt x="286007" y="84805"/>
                </a:lnTo>
                <a:lnTo>
                  <a:pt x="285910" y="84078"/>
                </a:lnTo>
                <a:lnTo>
                  <a:pt x="285823" y="83346"/>
                </a:lnTo>
                <a:lnTo>
                  <a:pt x="285746" y="82610"/>
                </a:lnTo>
                <a:lnTo>
                  <a:pt x="285680" y="81869"/>
                </a:lnTo>
                <a:lnTo>
                  <a:pt x="285624" y="81124"/>
                </a:lnTo>
                <a:lnTo>
                  <a:pt x="285578" y="80374"/>
                </a:lnTo>
                <a:lnTo>
                  <a:pt x="285542" y="79620"/>
                </a:lnTo>
                <a:lnTo>
                  <a:pt x="285516" y="78861"/>
                </a:lnTo>
                <a:lnTo>
                  <a:pt x="285501" y="78097"/>
                </a:lnTo>
                <a:lnTo>
                  <a:pt x="285496" y="77329"/>
                </a:lnTo>
                <a:lnTo>
                  <a:pt x="285501" y="76561"/>
                </a:lnTo>
                <a:lnTo>
                  <a:pt x="285516" y="75797"/>
                </a:lnTo>
                <a:lnTo>
                  <a:pt x="285542" y="75037"/>
                </a:lnTo>
                <a:lnTo>
                  <a:pt x="285578" y="74282"/>
                </a:lnTo>
                <a:lnTo>
                  <a:pt x="285624" y="73531"/>
                </a:lnTo>
                <a:lnTo>
                  <a:pt x="285680" y="72785"/>
                </a:lnTo>
                <a:lnTo>
                  <a:pt x="285746" y="72043"/>
                </a:lnTo>
                <a:lnTo>
                  <a:pt x="285823" y="71305"/>
                </a:lnTo>
                <a:lnTo>
                  <a:pt x="285910" y="70572"/>
                </a:lnTo>
                <a:lnTo>
                  <a:pt x="286007" y="69843"/>
                </a:lnTo>
                <a:lnTo>
                  <a:pt x="286114" y="69118"/>
                </a:lnTo>
                <a:lnTo>
                  <a:pt x="286231" y="68398"/>
                </a:lnTo>
                <a:lnTo>
                  <a:pt x="286359" y="67683"/>
                </a:lnTo>
                <a:lnTo>
                  <a:pt x="286497" y="66971"/>
                </a:lnTo>
                <a:lnTo>
                  <a:pt x="286645" y="66264"/>
                </a:lnTo>
                <a:lnTo>
                  <a:pt x="286803" y="65562"/>
                </a:lnTo>
                <a:lnTo>
                  <a:pt x="286972" y="64863"/>
                </a:lnTo>
                <a:lnTo>
                  <a:pt x="287151" y="64169"/>
                </a:lnTo>
                <a:lnTo>
                  <a:pt x="287340" y="63480"/>
                </a:lnTo>
                <a:lnTo>
                  <a:pt x="287539" y="62795"/>
                </a:lnTo>
                <a:lnTo>
                  <a:pt x="287748" y="62114"/>
                </a:lnTo>
                <a:lnTo>
                  <a:pt x="287968" y="61438"/>
                </a:lnTo>
                <a:lnTo>
                  <a:pt x="288198" y="60766"/>
                </a:lnTo>
                <a:lnTo>
                  <a:pt x="288438" y="60098"/>
                </a:lnTo>
                <a:lnTo>
                  <a:pt x="288688" y="59438"/>
                </a:lnTo>
                <a:lnTo>
                  <a:pt x="288950" y="58789"/>
                </a:lnTo>
                <a:lnTo>
                  <a:pt x="289223" y="58150"/>
                </a:lnTo>
                <a:lnTo>
                  <a:pt x="289507" y="57521"/>
                </a:lnTo>
                <a:lnTo>
                  <a:pt x="289802" y="56904"/>
                </a:lnTo>
                <a:lnTo>
                  <a:pt x="290108" y="56297"/>
                </a:lnTo>
                <a:lnTo>
                  <a:pt x="290425" y="55701"/>
                </a:lnTo>
                <a:lnTo>
                  <a:pt x="290753" y="55115"/>
                </a:lnTo>
                <a:lnTo>
                  <a:pt x="291092" y="54540"/>
                </a:lnTo>
                <a:lnTo>
                  <a:pt x="291442" y="53975"/>
                </a:lnTo>
                <a:lnTo>
                  <a:pt x="291803" y="53422"/>
                </a:lnTo>
                <a:lnTo>
                  <a:pt x="292175" y="52879"/>
                </a:lnTo>
                <a:lnTo>
                  <a:pt x="292558" y="52346"/>
                </a:lnTo>
                <a:lnTo>
                  <a:pt x="292953" y="51824"/>
                </a:lnTo>
                <a:lnTo>
                  <a:pt x="293358" y="51313"/>
                </a:lnTo>
                <a:lnTo>
                  <a:pt x="293775" y="50812"/>
                </a:lnTo>
                <a:lnTo>
                  <a:pt x="294202" y="50322"/>
                </a:lnTo>
                <a:lnTo>
                  <a:pt x="294640" y="49843"/>
                </a:lnTo>
                <a:lnTo>
                  <a:pt x="295090" y="49374"/>
                </a:lnTo>
                <a:lnTo>
                  <a:pt x="295551" y="48916"/>
                </a:lnTo>
                <a:lnTo>
                  <a:pt x="296022" y="48469"/>
                </a:lnTo>
                <a:lnTo>
                  <a:pt x="296505" y="48032"/>
                </a:lnTo>
                <a:lnTo>
                  <a:pt x="296999" y="47605"/>
                </a:lnTo>
                <a:lnTo>
                  <a:pt x="297504" y="47190"/>
                </a:lnTo>
                <a:lnTo>
                  <a:pt x="298020" y="46788"/>
                </a:lnTo>
                <a:lnTo>
                  <a:pt x="298548" y="46404"/>
                </a:lnTo>
                <a:lnTo>
                  <a:pt x="299087" y="46036"/>
                </a:lnTo>
                <a:lnTo>
                  <a:pt x="299638" y="45686"/>
                </a:lnTo>
                <a:lnTo>
                  <a:pt x="300201" y="45352"/>
                </a:lnTo>
                <a:lnTo>
                  <a:pt x="300776" y="45036"/>
                </a:lnTo>
                <a:lnTo>
                  <a:pt x="301362" y="44737"/>
                </a:lnTo>
                <a:lnTo>
                  <a:pt x="301960" y="44455"/>
                </a:lnTo>
                <a:lnTo>
                  <a:pt x="302569" y="44190"/>
                </a:lnTo>
                <a:lnTo>
                  <a:pt x="303190" y="43942"/>
                </a:lnTo>
                <a:lnTo>
                  <a:pt x="303823" y="43711"/>
                </a:lnTo>
                <a:lnTo>
                  <a:pt x="304468" y="43498"/>
                </a:lnTo>
                <a:lnTo>
                  <a:pt x="305124" y="43301"/>
                </a:lnTo>
                <a:lnTo>
                  <a:pt x="305792" y="43121"/>
                </a:lnTo>
                <a:lnTo>
                  <a:pt x="306472" y="42959"/>
                </a:lnTo>
                <a:lnTo>
                  <a:pt x="307163" y="42814"/>
                </a:lnTo>
                <a:lnTo>
                  <a:pt x="307866" y="42686"/>
                </a:lnTo>
                <a:lnTo>
                  <a:pt x="308581" y="42574"/>
                </a:lnTo>
                <a:lnTo>
                  <a:pt x="309307" y="42480"/>
                </a:lnTo>
                <a:lnTo>
                  <a:pt x="310045" y="42404"/>
                </a:lnTo>
                <a:lnTo>
                  <a:pt x="310794" y="42344"/>
                </a:lnTo>
                <a:lnTo>
                  <a:pt x="311556" y="42301"/>
                </a:lnTo>
                <a:lnTo>
                  <a:pt x="312329" y="42275"/>
                </a:lnTo>
                <a:lnTo>
                  <a:pt x="313113" y="42267"/>
                </a:lnTo>
                <a:lnTo>
                  <a:pt x="313898" y="42275"/>
                </a:lnTo>
                <a:lnTo>
                  <a:pt x="314671" y="42301"/>
                </a:lnTo>
                <a:lnTo>
                  <a:pt x="315432" y="42344"/>
                </a:lnTo>
                <a:lnTo>
                  <a:pt x="316182" y="42404"/>
                </a:lnTo>
                <a:lnTo>
                  <a:pt x="316920" y="42480"/>
                </a:lnTo>
                <a:lnTo>
                  <a:pt x="317646" y="42574"/>
                </a:lnTo>
                <a:lnTo>
                  <a:pt x="318361" y="42686"/>
                </a:lnTo>
                <a:lnTo>
                  <a:pt x="319064" y="42814"/>
                </a:lnTo>
                <a:lnTo>
                  <a:pt x="319755" y="42959"/>
                </a:lnTo>
                <a:lnTo>
                  <a:pt x="320435" y="43121"/>
                </a:lnTo>
                <a:lnTo>
                  <a:pt x="321103" y="43301"/>
                </a:lnTo>
                <a:lnTo>
                  <a:pt x="321759" y="43498"/>
                </a:lnTo>
                <a:lnTo>
                  <a:pt x="322403" y="43711"/>
                </a:lnTo>
                <a:lnTo>
                  <a:pt x="323036" y="43942"/>
                </a:lnTo>
                <a:lnTo>
                  <a:pt x="323658" y="44190"/>
                </a:lnTo>
                <a:lnTo>
                  <a:pt x="324267" y="44455"/>
                </a:lnTo>
                <a:lnTo>
                  <a:pt x="324865" y="44737"/>
                </a:lnTo>
                <a:lnTo>
                  <a:pt x="325451" y="45036"/>
                </a:lnTo>
                <a:lnTo>
                  <a:pt x="326026" y="45352"/>
                </a:lnTo>
                <a:lnTo>
                  <a:pt x="326589" y="45686"/>
                </a:lnTo>
                <a:lnTo>
                  <a:pt x="327140" y="46036"/>
                </a:lnTo>
                <a:lnTo>
                  <a:pt x="327679" y="46404"/>
                </a:lnTo>
                <a:lnTo>
                  <a:pt x="328207" y="46788"/>
                </a:lnTo>
                <a:lnTo>
                  <a:pt x="328723" y="47190"/>
                </a:lnTo>
                <a:lnTo>
                  <a:pt x="329228" y="47605"/>
                </a:lnTo>
                <a:lnTo>
                  <a:pt x="329722" y="48032"/>
                </a:lnTo>
                <a:lnTo>
                  <a:pt x="330205" y="48469"/>
                </a:lnTo>
                <a:lnTo>
                  <a:pt x="330676" y="48916"/>
                </a:lnTo>
                <a:lnTo>
                  <a:pt x="331137" y="49374"/>
                </a:lnTo>
                <a:lnTo>
                  <a:pt x="331586" y="49843"/>
                </a:lnTo>
                <a:lnTo>
                  <a:pt x="332025" y="50322"/>
                </a:lnTo>
                <a:lnTo>
                  <a:pt x="332452" y="50812"/>
                </a:lnTo>
                <a:lnTo>
                  <a:pt x="332869" y="51313"/>
                </a:lnTo>
                <a:lnTo>
                  <a:pt x="333274" y="51824"/>
                </a:lnTo>
                <a:lnTo>
                  <a:pt x="333668" y="52346"/>
                </a:lnTo>
                <a:lnTo>
                  <a:pt x="334052" y="52879"/>
                </a:lnTo>
                <a:lnTo>
                  <a:pt x="334424" y="53422"/>
                </a:lnTo>
                <a:lnTo>
                  <a:pt x="334785" y="53975"/>
                </a:lnTo>
                <a:lnTo>
                  <a:pt x="335135" y="54540"/>
                </a:lnTo>
                <a:lnTo>
                  <a:pt x="335474" y="55115"/>
                </a:lnTo>
                <a:lnTo>
                  <a:pt x="335802" y="55701"/>
                </a:lnTo>
                <a:lnTo>
                  <a:pt x="336119" y="56297"/>
                </a:lnTo>
                <a:lnTo>
                  <a:pt x="336425" y="56904"/>
                </a:lnTo>
                <a:lnTo>
                  <a:pt x="336720" y="57521"/>
                </a:lnTo>
                <a:lnTo>
                  <a:pt x="337004" y="58150"/>
                </a:lnTo>
                <a:lnTo>
                  <a:pt x="337277" y="58789"/>
                </a:lnTo>
                <a:lnTo>
                  <a:pt x="337538" y="59438"/>
                </a:lnTo>
                <a:lnTo>
                  <a:pt x="337789" y="60098"/>
                </a:lnTo>
                <a:lnTo>
                  <a:pt x="338029" y="60766"/>
                </a:lnTo>
                <a:lnTo>
                  <a:pt x="338259" y="61438"/>
                </a:lnTo>
                <a:lnTo>
                  <a:pt x="338479" y="62114"/>
                </a:lnTo>
                <a:lnTo>
                  <a:pt x="338688" y="62795"/>
                </a:lnTo>
                <a:lnTo>
                  <a:pt x="338887" y="63480"/>
                </a:lnTo>
                <a:lnTo>
                  <a:pt x="339076" y="64169"/>
                </a:lnTo>
                <a:lnTo>
                  <a:pt x="339255" y="64863"/>
                </a:lnTo>
                <a:lnTo>
                  <a:pt x="339423" y="65562"/>
                </a:lnTo>
                <a:lnTo>
                  <a:pt x="339582" y="66264"/>
                </a:lnTo>
                <a:lnTo>
                  <a:pt x="339730" y="66971"/>
                </a:lnTo>
                <a:lnTo>
                  <a:pt x="339868" y="67683"/>
                </a:lnTo>
                <a:lnTo>
                  <a:pt x="339995" y="68398"/>
                </a:lnTo>
                <a:lnTo>
                  <a:pt x="340113" y="69118"/>
                </a:lnTo>
                <a:lnTo>
                  <a:pt x="340220" y="69843"/>
                </a:lnTo>
                <a:lnTo>
                  <a:pt x="340317" y="70572"/>
                </a:lnTo>
                <a:lnTo>
                  <a:pt x="340404" y="71305"/>
                </a:lnTo>
                <a:lnTo>
                  <a:pt x="340481" y="72043"/>
                </a:lnTo>
                <a:lnTo>
                  <a:pt x="340547" y="72785"/>
                </a:lnTo>
                <a:lnTo>
                  <a:pt x="340603" y="73531"/>
                </a:lnTo>
                <a:lnTo>
                  <a:pt x="340649" y="74282"/>
                </a:lnTo>
                <a:lnTo>
                  <a:pt x="340685" y="75037"/>
                </a:lnTo>
                <a:lnTo>
                  <a:pt x="340711" y="75797"/>
                </a:lnTo>
                <a:lnTo>
                  <a:pt x="340726" y="76561"/>
                </a:lnTo>
                <a:lnTo>
                  <a:pt x="340731" y="77329"/>
                </a:lnTo>
                <a:lnTo>
                  <a:pt x="340726" y="78097"/>
                </a:lnTo>
                <a:lnTo>
                  <a:pt x="340711" y="78861"/>
                </a:lnTo>
                <a:lnTo>
                  <a:pt x="340685" y="79620"/>
                </a:lnTo>
                <a:lnTo>
                  <a:pt x="340649" y="80374"/>
                </a:lnTo>
                <a:lnTo>
                  <a:pt x="340603" y="81124"/>
                </a:lnTo>
                <a:lnTo>
                  <a:pt x="340547" y="81869"/>
                </a:lnTo>
                <a:lnTo>
                  <a:pt x="340481" y="82610"/>
                </a:lnTo>
                <a:lnTo>
                  <a:pt x="340404" y="83346"/>
                </a:lnTo>
                <a:lnTo>
                  <a:pt x="340317" y="84078"/>
                </a:lnTo>
                <a:lnTo>
                  <a:pt x="340220" y="84805"/>
                </a:lnTo>
                <a:lnTo>
                  <a:pt x="340113" y="85527"/>
                </a:lnTo>
                <a:lnTo>
                  <a:pt x="339995" y="86245"/>
                </a:lnTo>
                <a:lnTo>
                  <a:pt x="339868" y="86958"/>
                </a:lnTo>
                <a:lnTo>
                  <a:pt x="339730" y="87666"/>
                </a:lnTo>
                <a:lnTo>
                  <a:pt x="339582" y="88370"/>
                </a:lnTo>
                <a:lnTo>
                  <a:pt x="339423" y="89070"/>
                </a:lnTo>
                <a:lnTo>
                  <a:pt x="339255" y="89765"/>
                </a:lnTo>
                <a:lnTo>
                  <a:pt x="339076" y="90455"/>
                </a:lnTo>
                <a:lnTo>
                  <a:pt x="338887" y="91140"/>
                </a:lnTo>
                <a:lnTo>
                  <a:pt x="338688" y="91822"/>
                </a:lnTo>
                <a:lnTo>
                  <a:pt x="338479" y="92498"/>
                </a:lnTo>
                <a:lnTo>
                  <a:pt x="338259" y="93170"/>
                </a:lnTo>
                <a:lnTo>
                  <a:pt x="338029" y="93837"/>
                </a:lnTo>
                <a:lnTo>
                  <a:pt x="337789" y="94500"/>
                </a:lnTo>
                <a:lnTo>
                  <a:pt x="337538" y="95155"/>
                </a:lnTo>
                <a:lnTo>
                  <a:pt x="337277" y="95799"/>
                </a:lnTo>
                <a:lnTo>
                  <a:pt x="337004" y="96433"/>
                </a:lnTo>
                <a:lnTo>
                  <a:pt x="336720" y="97057"/>
                </a:lnTo>
                <a:lnTo>
                  <a:pt x="336425" y="97669"/>
                </a:lnTo>
                <a:lnTo>
                  <a:pt x="336119" y="98271"/>
                </a:lnTo>
                <a:lnTo>
                  <a:pt x="335802" y="98862"/>
                </a:lnTo>
                <a:lnTo>
                  <a:pt x="335474" y="99443"/>
                </a:lnTo>
                <a:lnTo>
                  <a:pt x="335135" y="100013"/>
                </a:lnTo>
                <a:lnTo>
                  <a:pt x="334785" y="100572"/>
                </a:lnTo>
                <a:lnTo>
                  <a:pt x="334424" y="101121"/>
                </a:lnTo>
                <a:lnTo>
                  <a:pt x="334052" y="101659"/>
                </a:lnTo>
                <a:lnTo>
                  <a:pt x="333668" y="102187"/>
                </a:lnTo>
                <a:lnTo>
                  <a:pt x="333274" y="102704"/>
                </a:lnTo>
                <a:lnTo>
                  <a:pt x="332869" y="103210"/>
                </a:lnTo>
                <a:lnTo>
                  <a:pt x="332452" y="103706"/>
                </a:lnTo>
                <a:lnTo>
                  <a:pt x="332025" y="104191"/>
                </a:lnTo>
                <a:lnTo>
                  <a:pt x="331586" y="104665"/>
                </a:lnTo>
                <a:lnTo>
                  <a:pt x="331137" y="105129"/>
                </a:lnTo>
                <a:lnTo>
                  <a:pt x="330676" y="105582"/>
                </a:lnTo>
                <a:lnTo>
                  <a:pt x="330205" y="106024"/>
                </a:lnTo>
                <a:lnTo>
                  <a:pt x="329722" y="106456"/>
                </a:lnTo>
                <a:lnTo>
                  <a:pt x="329228" y="106877"/>
                </a:lnTo>
                <a:lnTo>
                  <a:pt x="328723" y="107288"/>
                </a:lnTo>
                <a:lnTo>
                  <a:pt x="328207" y="107685"/>
                </a:lnTo>
                <a:lnTo>
                  <a:pt x="327679" y="108065"/>
                </a:lnTo>
                <a:lnTo>
                  <a:pt x="327140" y="108428"/>
                </a:lnTo>
                <a:lnTo>
                  <a:pt x="326589" y="108774"/>
                </a:lnTo>
                <a:lnTo>
                  <a:pt x="326026" y="109103"/>
                </a:lnTo>
                <a:lnTo>
                  <a:pt x="325451" y="109416"/>
                </a:lnTo>
                <a:lnTo>
                  <a:pt x="324865" y="109711"/>
                </a:lnTo>
                <a:lnTo>
                  <a:pt x="324267" y="109990"/>
                </a:lnTo>
                <a:lnTo>
                  <a:pt x="323658" y="110251"/>
                </a:lnTo>
                <a:lnTo>
                  <a:pt x="323036" y="110496"/>
                </a:lnTo>
                <a:lnTo>
                  <a:pt x="322403" y="110724"/>
                </a:lnTo>
                <a:lnTo>
                  <a:pt x="321759" y="110935"/>
                </a:lnTo>
                <a:lnTo>
                  <a:pt x="321103" y="111129"/>
                </a:lnTo>
                <a:lnTo>
                  <a:pt x="320435" y="111307"/>
                </a:lnTo>
                <a:lnTo>
                  <a:pt x="319755" y="111467"/>
                </a:lnTo>
                <a:lnTo>
                  <a:pt x="319064" y="111611"/>
                </a:lnTo>
                <a:lnTo>
                  <a:pt x="318361" y="111737"/>
                </a:lnTo>
                <a:lnTo>
                  <a:pt x="317646" y="111847"/>
                </a:lnTo>
                <a:lnTo>
                  <a:pt x="316920" y="111940"/>
                </a:lnTo>
                <a:lnTo>
                  <a:pt x="316182" y="112016"/>
                </a:lnTo>
                <a:lnTo>
                  <a:pt x="315432" y="112075"/>
                </a:lnTo>
                <a:lnTo>
                  <a:pt x="314671" y="112117"/>
                </a:lnTo>
                <a:lnTo>
                  <a:pt x="313898" y="112143"/>
                </a:lnTo>
                <a:lnTo>
                  <a:pt x="313113" y="112151"/>
                </a:lnTo>
                <a:lnTo>
                  <a:pt x="312329" y="112143"/>
                </a:lnTo>
                <a:lnTo>
                  <a:pt x="311556" y="112117"/>
                </a:lnTo>
                <a:lnTo>
                  <a:pt x="310794" y="112075"/>
                </a:lnTo>
                <a:close/>
                <a:moveTo>
                  <a:pt x="71328" y="147880"/>
                </a:moveTo>
                <a:lnTo>
                  <a:pt x="70818" y="147058"/>
                </a:lnTo>
                <a:lnTo>
                  <a:pt x="70313" y="146228"/>
                </a:lnTo>
                <a:lnTo>
                  <a:pt x="69813" y="145391"/>
                </a:lnTo>
                <a:lnTo>
                  <a:pt x="69318" y="144546"/>
                </a:lnTo>
                <a:lnTo>
                  <a:pt x="68827" y="143693"/>
                </a:lnTo>
                <a:lnTo>
                  <a:pt x="68341" y="142833"/>
                </a:lnTo>
                <a:lnTo>
                  <a:pt x="67859" y="141965"/>
                </a:lnTo>
                <a:lnTo>
                  <a:pt x="67383" y="141089"/>
                </a:lnTo>
                <a:lnTo>
                  <a:pt x="66911" y="140206"/>
                </a:lnTo>
                <a:lnTo>
                  <a:pt x="66443" y="139315"/>
                </a:lnTo>
                <a:lnTo>
                  <a:pt x="65981" y="138417"/>
                </a:lnTo>
                <a:lnTo>
                  <a:pt x="65523" y="137511"/>
                </a:lnTo>
                <a:lnTo>
                  <a:pt x="65070" y="136597"/>
                </a:lnTo>
                <a:lnTo>
                  <a:pt x="64621" y="135676"/>
                </a:lnTo>
                <a:lnTo>
                  <a:pt x="64177" y="134747"/>
                </a:lnTo>
                <a:lnTo>
                  <a:pt x="63738" y="133810"/>
                </a:lnTo>
                <a:lnTo>
                  <a:pt x="63304" y="132866"/>
                </a:lnTo>
                <a:lnTo>
                  <a:pt x="62874" y="131914"/>
                </a:lnTo>
                <a:lnTo>
                  <a:pt x="62449" y="130954"/>
                </a:lnTo>
                <a:lnTo>
                  <a:pt x="62029" y="129987"/>
                </a:lnTo>
                <a:lnTo>
                  <a:pt x="61613" y="129012"/>
                </a:lnTo>
                <a:lnTo>
                  <a:pt x="61202" y="128030"/>
                </a:lnTo>
                <a:lnTo>
                  <a:pt x="60811" y="127056"/>
                </a:lnTo>
                <a:lnTo>
                  <a:pt x="60426" y="126077"/>
                </a:lnTo>
                <a:lnTo>
                  <a:pt x="60048" y="125095"/>
                </a:lnTo>
                <a:lnTo>
                  <a:pt x="59676" y="124109"/>
                </a:lnTo>
                <a:lnTo>
                  <a:pt x="59311" y="123118"/>
                </a:lnTo>
                <a:lnTo>
                  <a:pt x="58952" y="122123"/>
                </a:lnTo>
                <a:lnTo>
                  <a:pt x="58599" y="121124"/>
                </a:lnTo>
                <a:lnTo>
                  <a:pt x="58253" y="120121"/>
                </a:lnTo>
                <a:lnTo>
                  <a:pt x="57913" y="119114"/>
                </a:lnTo>
                <a:lnTo>
                  <a:pt x="57580" y="118103"/>
                </a:lnTo>
                <a:lnTo>
                  <a:pt x="57254" y="117088"/>
                </a:lnTo>
                <a:lnTo>
                  <a:pt x="56933" y="116068"/>
                </a:lnTo>
                <a:lnTo>
                  <a:pt x="56620" y="115045"/>
                </a:lnTo>
                <a:lnTo>
                  <a:pt x="56312" y="114017"/>
                </a:lnTo>
                <a:lnTo>
                  <a:pt x="56011" y="112986"/>
                </a:lnTo>
                <a:lnTo>
                  <a:pt x="55717" y="111950"/>
                </a:lnTo>
                <a:lnTo>
                  <a:pt x="55429" y="110910"/>
                </a:lnTo>
                <a:lnTo>
                  <a:pt x="55148" y="109866"/>
                </a:lnTo>
                <a:lnTo>
                  <a:pt x="54873" y="108818"/>
                </a:lnTo>
                <a:lnTo>
                  <a:pt x="54604" y="107765"/>
                </a:lnTo>
                <a:lnTo>
                  <a:pt x="54342" y="106709"/>
                </a:lnTo>
                <a:lnTo>
                  <a:pt x="54086" y="105649"/>
                </a:lnTo>
                <a:lnTo>
                  <a:pt x="53837" y="104584"/>
                </a:lnTo>
                <a:lnTo>
                  <a:pt x="53594" y="103515"/>
                </a:lnTo>
                <a:lnTo>
                  <a:pt x="53360" y="102445"/>
                </a:lnTo>
                <a:lnTo>
                  <a:pt x="53135" y="101376"/>
                </a:lnTo>
                <a:lnTo>
                  <a:pt x="52921" y="100308"/>
                </a:lnTo>
                <a:lnTo>
                  <a:pt x="52716" y="99242"/>
                </a:lnTo>
                <a:lnTo>
                  <a:pt x="52521" y="98176"/>
                </a:lnTo>
                <a:lnTo>
                  <a:pt x="52337" y="97112"/>
                </a:lnTo>
                <a:lnTo>
                  <a:pt x="52162" y="96049"/>
                </a:lnTo>
                <a:lnTo>
                  <a:pt x="51998" y="94987"/>
                </a:lnTo>
                <a:lnTo>
                  <a:pt x="51843" y="93926"/>
                </a:lnTo>
                <a:lnTo>
                  <a:pt x="51698" y="92866"/>
                </a:lnTo>
                <a:lnTo>
                  <a:pt x="51563" y="91808"/>
                </a:lnTo>
                <a:lnTo>
                  <a:pt x="51439" y="90751"/>
                </a:lnTo>
                <a:lnTo>
                  <a:pt x="51324" y="89695"/>
                </a:lnTo>
                <a:lnTo>
                  <a:pt x="51219" y="88640"/>
                </a:lnTo>
                <a:lnTo>
                  <a:pt x="51124" y="87586"/>
                </a:lnTo>
                <a:lnTo>
                  <a:pt x="51039" y="86533"/>
                </a:lnTo>
                <a:lnTo>
                  <a:pt x="50965" y="85482"/>
                </a:lnTo>
                <a:lnTo>
                  <a:pt x="50900" y="84432"/>
                </a:lnTo>
                <a:lnTo>
                  <a:pt x="50845" y="83383"/>
                </a:lnTo>
                <a:lnTo>
                  <a:pt x="50800" y="82335"/>
                </a:lnTo>
                <a:lnTo>
                  <a:pt x="50765" y="81288"/>
                </a:lnTo>
                <a:lnTo>
                  <a:pt x="50740" y="80243"/>
                </a:lnTo>
                <a:lnTo>
                  <a:pt x="50725" y="79198"/>
                </a:lnTo>
                <a:lnTo>
                  <a:pt x="50720" y="78155"/>
                </a:lnTo>
                <a:lnTo>
                  <a:pt x="50725" y="77098"/>
                </a:lnTo>
                <a:lnTo>
                  <a:pt x="50740" y="76042"/>
                </a:lnTo>
                <a:lnTo>
                  <a:pt x="50765" y="74985"/>
                </a:lnTo>
                <a:lnTo>
                  <a:pt x="50800" y="73928"/>
                </a:lnTo>
                <a:lnTo>
                  <a:pt x="50845" y="72872"/>
                </a:lnTo>
                <a:lnTo>
                  <a:pt x="50900" y="71815"/>
                </a:lnTo>
                <a:lnTo>
                  <a:pt x="50965" y="70758"/>
                </a:lnTo>
                <a:lnTo>
                  <a:pt x="51039" y="69702"/>
                </a:lnTo>
                <a:lnTo>
                  <a:pt x="51124" y="68645"/>
                </a:lnTo>
                <a:lnTo>
                  <a:pt x="51219" y="67588"/>
                </a:lnTo>
                <a:lnTo>
                  <a:pt x="51324" y="66532"/>
                </a:lnTo>
                <a:lnTo>
                  <a:pt x="51439" y="65475"/>
                </a:lnTo>
                <a:lnTo>
                  <a:pt x="51563" y="64418"/>
                </a:lnTo>
                <a:lnTo>
                  <a:pt x="51698" y="63362"/>
                </a:lnTo>
                <a:lnTo>
                  <a:pt x="51843" y="62305"/>
                </a:lnTo>
                <a:lnTo>
                  <a:pt x="51998" y="61248"/>
                </a:lnTo>
                <a:lnTo>
                  <a:pt x="52162" y="60192"/>
                </a:lnTo>
                <a:lnTo>
                  <a:pt x="52337" y="59135"/>
                </a:lnTo>
                <a:lnTo>
                  <a:pt x="52521" y="58078"/>
                </a:lnTo>
                <a:lnTo>
                  <a:pt x="52716" y="57022"/>
                </a:lnTo>
                <a:lnTo>
                  <a:pt x="52921" y="55965"/>
                </a:lnTo>
                <a:lnTo>
                  <a:pt x="53135" y="54908"/>
                </a:lnTo>
                <a:lnTo>
                  <a:pt x="53360" y="53852"/>
                </a:lnTo>
                <a:lnTo>
                  <a:pt x="53594" y="52795"/>
                </a:lnTo>
                <a:lnTo>
                  <a:pt x="53837" y="51740"/>
                </a:lnTo>
                <a:lnTo>
                  <a:pt x="54087" y="50689"/>
                </a:lnTo>
                <a:lnTo>
                  <a:pt x="54345" y="49641"/>
                </a:lnTo>
                <a:lnTo>
                  <a:pt x="54609" y="48597"/>
                </a:lnTo>
                <a:lnTo>
                  <a:pt x="54880" y="47556"/>
                </a:lnTo>
                <a:lnTo>
                  <a:pt x="55158" y="46518"/>
                </a:lnTo>
                <a:lnTo>
                  <a:pt x="55443" y="45485"/>
                </a:lnTo>
                <a:lnTo>
                  <a:pt x="55736" y="44454"/>
                </a:lnTo>
                <a:lnTo>
                  <a:pt x="56035" y="43428"/>
                </a:lnTo>
                <a:lnTo>
                  <a:pt x="56342" y="42404"/>
                </a:lnTo>
                <a:lnTo>
                  <a:pt x="56655" y="41385"/>
                </a:lnTo>
                <a:lnTo>
                  <a:pt x="56976" y="40369"/>
                </a:lnTo>
                <a:lnTo>
                  <a:pt x="57303" y="39356"/>
                </a:lnTo>
                <a:lnTo>
                  <a:pt x="57638" y="38347"/>
                </a:lnTo>
                <a:lnTo>
                  <a:pt x="57979" y="37341"/>
                </a:lnTo>
                <a:lnTo>
                  <a:pt x="58328" y="36339"/>
                </a:lnTo>
                <a:lnTo>
                  <a:pt x="58684" y="35341"/>
                </a:lnTo>
                <a:lnTo>
                  <a:pt x="59047" y="34346"/>
                </a:lnTo>
                <a:lnTo>
                  <a:pt x="59417" y="33354"/>
                </a:lnTo>
                <a:lnTo>
                  <a:pt x="59793" y="32366"/>
                </a:lnTo>
                <a:lnTo>
                  <a:pt x="60177" y="31382"/>
                </a:lnTo>
                <a:lnTo>
                  <a:pt x="60568" y="30401"/>
                </a:lnTo>
                <a:lnTo>
                  <a:pt x="60966" y="29423"/>
                </a:lnTo>
                <a:lnTo>
                  <a:pt x="61371" y="28449"/>
                </a:lnTo>
                <a:lnTo>
                  <a:pt x="61782" y="27467"/>
                </a:lnTo>
                <a:lnTo>
                  <a:pt x="62197" y="26492"/>
                </a:lnTo>
                <a:lnTo>
                  <a:pt x="62616" y="25525"/>
                </a:lnTo>
                <a:lnTo>
                  <a:pt x="63039" y="24566"/>
                </a:lnTo>
                <a:lnTo>
                  <a:pt x="63466" y="23614"/>
                </a:lnTo>
                <a:lnTo>
                  <a:pt x="63897" y="22669"/>
                </a:lnTo>
                <a:lnTo>
                  <a:pt x="64332" y="21733"/>
                </a:lnTo>
                <a:lnTo>
                  <a:pt x="64772" y="20804"/>
                </a:lnTo>
                <a:lnTo>
                  <a:pt x="65215" y="19882"/>
                </a:lnTo>
                <a:lnTo>
                  <a:pt x="65663" y="18969"/>
                </a:lnTo>
                <a:lnTo>
                  <a:pt x="66114" y="18063"/>
                </a:lnTo>
                <a:lnTo>
                  <a:pt x="66570" y="17164"/>
                </a:lnTo>
                <a:lnTo>
                  <a:pt x="67030" y="16273"/>
                </a:lnTo>
                <a:lnTo>
                  <a:pt x="67494" y="15390"/>
                </a:lnTo>
                <a:lnTo>
                  <a:pt x="67962" y="14515"/>
                </a:lnTo>
                <a:lnTo>
                  <a:pt x="68435" y="13647"/>
                </a:lnTo>
                <a:lnTo>
                  <a:pt x="68911" y="12786"/>
                </a:lnTo>
                <a:lnTo>
                  <a:pt x="69391" y="11934"/>
                </a:lnTo>
                <a:lnTo>
                  <a:pt x="69876" y="11089"/>
                </a:lnTo>
                <a:lnTo>
                  <a:pt x="70365" y="10251"/>
                </a:lnTo>
                <a:lnTo>
                  <a:pt x="70858" y="9421"/>
                </a:lnTo>
                <a:lnTo>
                  <a:pt x="71355" y="8599"/>
                </a:lnTo>
                <a:lnTo>
                  <a:pt x="71856" y="7785"/>
                </a:lnTo>
                <a:lnTo>
                  <a:pt x="72361" y="6978"/>
                </a:lnTo>
                <a:lnTo>
                  <a:pt x="62893" y="6978"/>
                </a:lnTo>
                <a:lnTo>
                  <a:pt x="61832" y="8210"/>
                </a:lnTo>
                <a:lnTo>
                  <a:pt x="60791" y="9455"/>
                </a:lnTo>
                <a:lnTo>
                  <a:pt x="59771" y="10713"/>
                </a:lnTo>
                <a:lnTo>
                  <a:pt x="58770" y="11984"/>
                </a:lnTo>
                <a:lnTo>
                  <a:pt x="57789" y="13268"/>
                </a:lnTo>
                <a:lnTo>
                  <a:pt x="56828" y="14565"/>
                </a:lnTo>
                <a:lnTo>
                  <a:pt x="55887" y="15874"/>
                </a:lnTo>
                <a:lnTo>
                  <a:pt x="54966" y="17197"/>
                </a:lnTo>
                <a:lnTo>
                  <a:pt x="54065" y="18533"/>
                </a:lnTo>
                <a:lnTo>
                  <a:pt x="53183" y="19881"/>
                </a:lnTo>
                <a:lnTo>
                  <a:pt x="52322" y="21242"/>
                </a:lnTo>
                <a:lnTo>
                  <a:pt x="51481" y="22617"/>
                </a:lnTo>
                <a:lnTo>
                  <a:pt x="50660" y="24004"/>
                </a:lnTo>
                <a:lnTo>
                  <a:pt x="49858" y="25404"/>
                </a:lnTo>
                <a:lnTo>
                  <a:pt x="49077" y="26817"/>
                </a:lnTo>
                <a:lnTo>
                  <a:pt x="48316" y="28243"/>
                </a:lnTo>
                <a:lnTo>
                  <a:pt x="47574" y="29682"/>
                </a:lnTo>
                <a:lnTo>
                  <a:pt x="46853" y="31133"/>
                </a:lnTo>
                <a:lnTo>
                  <a:pt x="46151" y="32598"/>
                </a:lnTo>
                <a:lnTo>
                  <a:pt x="45470" y="34076"/>
                </a:lnTo>
                <a:lnTo>
                  <a:pt x="44808" y="35566"/>
                </a:lnTo>
                <a:lnTo>
                  <a:pt x="44166" y="37069"/>
                </a:lnTo>
                <a:lnTo>
                  <a:pt x="43545" y="38586"/>
                </a:lnTo>
                <a:lnTo>
                  <a:pt x="42943" y="40115"/>
                </a:lnTo>
                <a:lnTo>
                  <a:pt x="42377" y="41653"/>
                </a:lnTo>
                <a:lnTo>
                  <a:pt x="41836" y="43195"/>
                </a:lnTo>
                <a:lnTo>
                  <a:pt x="41318" y="44741"/>
                </a:lnTo>
                <a:lnTo>
                  <a:pt x="40825" y="46291"/>
                </a:lnTo>
                <a:lnTo>
                  <a:pt x="40356" y="47845"/>
                </a:lnTo>
                <a:lnTo>
                  <a:pt x="39910" y="49403"/>
                </a:lnTo>
                <a:lnTo>
                  <a:pt x="39489" y="50966"/>
                </a:lnTo>
                <a:lnTo>
                  <a:pt x="39092" y="52532"/>
                </a:lnTo>
                <a:lnTo>
                  <a:pt x="38719" y="54103"/>
                </a:lnTo>
                <a:lnTo>
                  <a:pt x="38370" y="55677"/>
                </a:lnTo>
                <a:lnTo>
                  <a:pt x="38045" y="57256"/>
                </a:lnTo>
                <a:lnTo>
                  <a:pt x="37744" y="58839"/>
                </a:lnTo>
                <a:lnTo>
                  <a:pt x="37467" y="60426"/>
                </a:lnTo>
                <a:lnTo>
                  <a:pt x="37215" y="62017"/>
                </a:lnTo>
                <a:lnTo>
                  <a:pt x="36986" y="63613"/>
                </a:lnTo>
                <a:lnTo>
                  <a:pt x="36781" y="65212"/>
                </a:lnTo>
                <a:lnTo>
                  <a:pt x="36601" y="66816"/>
                </a:lnTo>
                <a:lnTo>
                  <a:pt x="36445" y="68423"/>
                </a:lnTo>
                <a:lnTo>
                  <a:pt x="36312" y="70035"/>
                </a:lnTo>
                <a:lnTo>
                  <a:pt x="36204" y="71651"/>
                </a:lnTo>
                <a:lnTo>
                  <a:pt x="36120" y="73271"/>
                </a:lnTo>
                <a:lnTo>
                  <a:pt x="36059" y="74895"/>
                </a:lnTo>
                <a:lnTo>
                  <a:pt x="36023" y="76523"/>
                </a:lnTo>
                <a:lnTo>
                  <a:pt x="36011" y="78155"/>
                </a:lnTo>
                <a:lnTo>
                  <a:pt x="36023" y="79801"/>
                </a:lnTo>
                <a:lnTo>
                  <a:pt x="36059" y="81443"/>
                </a:lnTo>
                <a:lnTo>
                  <a:pt x="36120" y="83079"/>
                </a:lnTo>
                <a:lnTo>
                  <a:pt x="36204" y="84711"/>
                </a:lnTo>
                <a:lnTo>
                  <a:pt x="36312" y="86338"/>
                </a:lnTo>
                <a:lnTo>
                  <a:pt x="36445" y="87961"/>
                </a:lnTo>
                <a:lnTo>
                  <a:pt x="36601" y="89579"/>
                </a:lnTo>
                <a:lnTo>
                  <a:pt x="36781" y="91192"/>
                </a:lnTo>
                <a:lnTo>
                  <a:pt x="36986" y="92801"/>
                </a:lnTo>
                <a:lnTo>
                  <a:pt x="37215" y="94404"/>
                </a:lnTo>
                <a:lnTo>
                  <a:pt x="37467" y="96003"/>
                </a:lnTo>
                <a:lnTo>
                  <a:pt x="37744" y="97598"/>
                </a:lnTo>
                <a:lnTo>
                  <a:pt x="38045" y="99188"/>
                </a:lnTo>
                <a:lnTo>
                  <a:pt x="38370" y="100773"/>
                </a:lnTo>
                <a:lnTo>
                  <a:pt x="38719" y="102353"/>
                </a:lnTo>
                <a:lnTo>
                  <a:pt x="39092" y="103928"/>
                </a:lnTo>
                <a:lnTo>
                  <a:pt x="39489" y="105499"/>
                </a:lnTo>
                <a:lnTo>
                  <a:pt x="39910" y="107066"/>
                </a:lnTo>
                <a:lnTo>
                  <a:pt x="40356" y="108627"/>
                </a:lnTo>
                <a:lnTo>
                  <a:pt x="40825" y="110184"/>
                </a:lnTo>
                <a:lnTo>
                  <a:pt x="41318" y="111736"/>
                </a:lnTo>
                <a:lnTo>
                  <a:pt x="41836" y="113284"/>
                </a:lnTo>
                <a:lnTo>
                  <a:pt x="42377" y="114826"/>
                </a:lnTo>
                <a:lnTo>
                  <a:pt x="42943" y="116364"/>
                </a:lnTo>
                <a:lnTo>
                  <a:pt x="43545" y="117894"/>
                </a:lnTo>
                <a:lnTo>
                  <a:pt x="44166" y="119410"/>
                </a:lnTo>
                <a:lnTo>
                  <a:pt x="44808" y="120913"/>
                </a:lnTo>
                <a:lnTo>
                  <a:pt x="45470" y="122404"/>
                </a:lnTo>
                <a:lnTo>
                  <a:pt x="46151" y="123881"/>
                </a:lnTo>
                <a:lnTo>
                  <a:pt x="46853" y="125346"/>
                </a:lnTo>
                <a:lnTo>
                  <a:pt x="47574" y="126798"/>
                </a:lnTo>
                <a:lnTo>
                  <a:pt x="48316" y="128237"/>
                </a:lnTo>
                <a:lnTo>
                  <a:pt x="49077" y="129663"/>
                </a:lnTo>
                <a:lnTo>
                  <a:pt x="49858" y="131076"/>
                </a:lnTo>
                <a:lnTo>
                  <a:pt x="50660" y="132476"/>
                </a:lnTo>
                <a:lnTo>
                  <a:pt x="51481" y="133863"/>
                </a:lnTo>
                <a:lnTo>
                  <a:pt x="52322" y="135237"/>
                </a:lnTo>
                <a:lnTo>
                  <a:pt x="53183" y="136598"/>
                </a:lnTo>
                <a:lnTo>
                  <a:pt x="54065" y="137947"/>
                </a:lnTo>
                <a:lnTo>
                  <a:pt x="54966" y="139282"/>
                </a:lnTo>
                <a:lnTo>
                  <a:pt x="55887" y="140605"/>
                </a:lnTo>
                <a:lnTo>
                  <a:pt x="56828" y="141915"/>
                </a:lnTo>
                <a:lnTo>
                  <a:pt x="57789" y="143211"/>
                </a:lnTo>
                <a:lnTo>
                  <a:pt x="58770" y="144495"/>
                </a:lnTo>
                <a:lnTo>
                  <a:pt x="59771" y="145766"/>
                </a:lnTo>
                <a:lnTo>
                  <a:pt x="60791" y="147024"/>
                </a:lnTo>
                <a:lnTo>
                  <a:pt x="61832" y="148269"/>
                </a:lnTo>
                <a:lnTo>
                  <a:pt x="62893" y="149502"/>
                </a:lnTo>
                <a:lnTo>
                  <a:pt x="72361" y="149502"/>
                </a:lnTo>
                <a:lnTo>
                  <a:pt x="71842" y="148695"/>
                </a:lnTo>
                <a:lnTo>
                  <a:pt x="71328" y="147880"/>
                </a:lnTo>
                <a:close/>
                <a:moveTo>
                  <a:pt x="1549549" y="9421"/>
                </a:moveTo>
                <a:lnTo>
                  <a:pt x="1550042" y="10251"/>
                </a:lnTo>
                <a:lnTo>
                  <a:pt x="1550531" y="11089"/>
                </a:lnTo>
                <a:lnTo>
                  <a:pt x="1551015" y="11934"/>
                </a:lnTo>
                <a:lnTo>
                  <a:pt x="1551496" y="12786"/>
                </a:lnTo>
                <a:lnTo>
                  <a:pt x="1551972" y="13647"/>
                </a:lnTo>
                <a:lnTo>
                  <a:pt x="1552445" y="14515"/>
                </a:lnTo>
                <a:lnTo>
                  <a:pt x="1552913" y="15390"/>
                </a:lnTo>
                <a:lnTo>
                  <a:pt x="1553377" y="16273"/>
                </a:lnTo>
                <a:lnTo>
                  <a:pt x="1553837" y="17164"/>
                </a:lnTo>
                <a:lnTo>
                  <a:pt x="1554293" y="18063"/>
                </a:lnTo>
                <a:lnTo>
                  <a:pt x="1554744" y="18969"/>
                </a:lnTo>
                <a:lnTo>
                  <a:pt x="1555192" y="19882"/>
                </a:lnTo>
                <a:lnTo>
                  <a:pt x="1555635" y="20804"/>
                </a:lnTo>
                <a:lnTo>
                  <a:pt x="1556075" y="21733"/>
                </a:lnTo>
                <a:lnTo>
                  <a:pt x="1556510" y="22669"/>
                </a:lnTo>
                <a:lnTo>
                  <a:pt x="1556941" y="23614"/>
                </a:lnTo>
                <a:lnTo>
                  <a:pt x="1557368" y="24566"/>
                </a:lnTo>
                <a:lnTo>
                  <a:pt x="1557791" y="25525"/>
                </a:lnTo>
                <a:lnTo>
                  <a:pt x="1558210" y="26492"/>
                </a:lnTo>
                <a:lnTo>
                  <a:pt x="1558625" y="27467"/>
                </a:lnTo>
                <a:lnTo>
                  <a:pt x="1559036" y="28449"/>
                </a:lnTo>
                <a:lnTo>
                  <a:pt x="1559440" y="29424"/>
                </a:lnTo>
                <a:lnTo>
                  <a:pt x="1559837" y="30402"/>
                </a:lnTo>
                <a:lnTo>
                  <a:pt x="1560227" y="31384"/>
                </a:lnTo>
                <a:lnTo>
                  <a:pt x="1560609" y="32371"/>
                </a:lnTo>
                <a:lnTo>
                  <a:pt x="1560983" y="33361"/>
                </a:lnTo>
                <a:lnTo>
                  <a:pt x="1561350" y="34356"/>
                </a:lnTo>
                <a:lnTo>
                  <a:pt x="1561709" y="35355"/>
                </a:lnTo>
                <a:lnTo>
                  <a:pt x="1562060" y="36358"/>
                </a:lnTo>
                <a:lnTo>
                  <a:pt x="1562404" y="37365"/>
                </a:lnTo>
                <a:lnTo>
                  <a:pt x="1562740" y="38376"/>
                </a:lnTo>
                <a:lnTo>
                  <a:pt x="1563068" y="39392"/>
                </a:lnTo>
                <a:lnTo>
                  <a:pt x="1563389" y="40411"/>
                </a:lnTo>
                <a:lnTo>
                  <a:pt x="1563702" y="41434"/>
                </a:lnTo>
                <a:lnTo>
                  <a:pt x="1564008" y="42462"/>
                </a:lnTo>
                <a:lnTo>
                  <a:pt x="1564306" y="43494"/>
                </a:lnTo>
                <a:lnTo>
                  <a:pt x="1564596" y="44530"/>
                </a:lnTo>
                <a:lnTo>
                  <a:pt x="1564879" y="45569"/>
                </a:lnTo>
                <a:lnTo>
                  <a:pt x="1565154" y="46614"/>
                </a:lnTo>
                <a:lnTo>
                  <a:pt x="1565421" y="47662"/>
                </a:lnTo>
                <a:lnTo>
                  <a:pt x="1565681" y="48714"/>
                </a:lnTo>
                <a:lnTo>
                  <a:pt x="1565933" y="49770"/>
                </a:lnTo>
                <a:lnTo>
                  <a:pt x="1566177" y="50831"/>
                </a:lnTo>
                <a:lnTo>
                  <a:pt x="1566414" y="51895"/>
                </a:lnTo>
                <a:lnTo>
                  <a:pt x="1566644" y="52964"/>
                </a:lnTo>
                <a:lnTo>
                  <a:pt x="1566878" y="54021"/>
                </a:lnTo>
                <a:lnTo>
                  <a:pt x="1567103" y="55077"/>
                </a:lnTo>
                <a:lnTo>
                  <a:pt x="1567317" y="56134"/>
                </a:lnTo>
                <a:lnTo>
                  <a:pt x="1567522" y="57191"/>
                </a:lnTo>
                <a:lnTo>
                  <a:pt x="1567716" y="58247"/>
                </a:lnTo>
                <a:lnTo>
                  <a:pt x="1567901" y="59304"/>
                </a:lnTo>
                <a:lnTo>
                  <a:pt x="1568076" y="60361"/>
                </a:lnTo>
                <a:lnTo>
                  <a:pt x="1568240" y="61417"/>
                </a:lnTo>
                <a:lnTo>
                  <a:pt x="1568395" y="62474"/>
                </a:lnTo>
                <a:lnTo>
                  <a:pt x="1568540" y="63531"/>
                </a:lnTo>
                <a:lnTo>
                  <a:pt x="1568674" y="64588"/>
                </a:lnTo>
                <a:lnTo>
                  <a:pt x="1568799" y="65644"/>
                </a:lnTo>
                <a:lnTo>
                  <a:pt x="1568914" y="66701"/>
                </a:lnTo>
                <a:lnTo>
                  <a:pt x="1569019" y="67758"/>
                </a:lnTo>
                <a:lnTo>
                  <a:pt x="1569113" y="68814"/>
                </a:lnTo>
                <a:lnTo>
                  <a:pt x="1569198" y="69871"/>
                </a:lnTo>
                <a:lnTo>
                  <a:pt x="1569273" y="70928"/>
                </a:lnTo>
                <a:lnTo>
                  <a:pt x="1569338" y="71984"/>
                </a:lnTo>
                <a:lnTo>
                  <a:pt x="1569393" y="73041"/>
                </a:lnTo>
                <a:lnTo>
                  <a:pt x="1569438" y="74098"/>
                </a:lnTo>
                <a:lnTo>
                  <a:pt x="1569473" y="75154"/>
                </a:lnTo>
                <a:lnTo>
                  <a:pt x="1569498" y="76211"/>
                </a:lnTo>
                <a:lnTo>
                  <a:pt x="1569513" y="77268"/>
                </a:lnTo>
                <a:lnTo>
                  <a:pt x="1569518" y="78324"/>
                </a:lnTo>
                <a:lnTo>
                  <a:pt x="1569513" y="79367"/>
                </a:lnTo>
                <a:lnTo>
                  <a:pt x="1569498" y="80412"/>
                </a:lnTo>
                <a:lnTo>
                  <a:pt x="1569473" y="81457"/>
                </a:lnTo>
                <a:lnTo>
                  <a:pt x="1569438" y="82504"/>
                </a:lnTo>
                <a:lnTo>
                  <a:pt x="1569393" y="83552"/>
                </a:lnTo>
                <a:lnTo>
                  <a:pt x="1569338" y="84601"/>
                </a:lnTo>
                <a:lnTo>
                  <a:pt x="1569273" y="85651"/>
                </a:lnTo>
                <a:lnTo>
                  <a:pt x="1569198" y="86702"/>
                </a:lnTo>
                <a:lnTo>
                  <a:pt x="1569113" y="87755"/>
                </a:lnTo>
                <a:lnTo>
                  <a:pt x="1569019" y="88809"/>
                </a:lnTo>
                <a:lnTo>
                  <a:pt x="1568914" y="89864"/>
                </a:lnTo>
                <a:lnTo>
                  <a:pt x="1568799" y="90920"/>
                </a:lnTo>
                <a:lnTo>
                  <a:pt x="1568674" y="91977"/>
                </a:lnTo>
                <a:lnTo>
                  <a:pt x="1568540" y="93035"/>
                </a:lnTo>
                <a:lnTo>
                  <a:pt x="1568395" y="94095"/>
                </a:lnTo>
                <a:lnTo>
                  <a:pt x="1568240" y="95156"/>
                </a:lnTo>
                <a:lnTo>
                  <a:pt x="1568076" y="96218"/>
                </a:lnTo>
                <a:lnTo>
                  <a:pt x="1567901" y="97281"/>
                </a:lnTo>
                <a:lnTo>
                  <a:pt x="1567716" y="98345"/>
                </a:lnTo>
                <a:lnTo>
                  <a:pt x="1567522" y="99411"/>
                </a:lnTo>
                <a:lnTo>
                  <a:pt x="1567317" y="100477"/>
                </a:lnTo>
                <a:lnTo>
                  <a:pt x="1567103" y="101545"/>
                </a:lnTo>
                <a:lnTo>
                  <a:pt x="1566878" y="102614"/>
                </a:lnTo>
                <a:lnTo>
                  <a:pt x="1566644" y="103684"/>
                </a:lnTo>
                <a:lnTo>
                  <a:pt x="1566401" y="104739"/>
                </a:lnTo>
                <a:lnTo>
                  <a:pt x="1566150" y="105791"/>
                </a:lnTo>
                <a:lnTo>
                  <a:pt x="1565893" y="106838"/>
                </a:lnTo>
                <a:lnTo>
                  <a:pt x="1565629" y="107883"/>
                </a:lnTo>
                <a:lnTo>
                  <a:pt x="1565358" y="108924"/>
                </a:lnTo>
                <a:lnTo>
                  <a:pt x="1565080" y="109961"/>
                </a:lnTo>
                <a:lnTo>
                  <a:pt x="1564794" y="110995"/>
                </a:lnTo>
                <a:lnTo>
                  <a:pt x="1564502" y="112025"/>
                </a:lnTo>
                <a:lnTo>
                  <a:pt x="1564203" y="113052"/>
                </a:lnTo>
                <a:lnTo>
                  <a:pt x="1563896" y="114075"/>
                </a:lnTo>
                <a:lnTo>
                  <a:pt x="1563583" y="115095"/>
                </a:lnTo>
                <a:lnTo>
                  <a:pt x="1563262" y="116111"/>
                </a:lnTo>
                <a:lnTo>
                  <a:pt x="1562935" y="117123"/>
                </a:lnTo>
                <a:lnTo>
                  <a:pt x="1562600" y="118132"/>
                </a:lnTo>
                <a:lnTo>
                  <a:pt x="1562258" y="119138"/>
                </a:lnTo>
                <a:lnTo>
                  <a:pt x="1561910" y="120140"/>
                </a:lnTo>
                <a:lnTo>
                  <a:pt x="1561554" y="121139"/>
                </a:lnTo>
                <a:lnTo>
                  <a:pt x="1561191" y="122134"/>
                </a:lnTo>
                <a:lnTo>
                  <a:pt x="1560821" y="123125"/>
                </a:lnTo>
                <a:lnTo>
                  <a:pt x="1560444" y="124113"/>
                </a:lnTo>
                <a:lnTo>
                  <a:pt x="1560060" y="125098"/>
                </a:lnTo>
                <a:lnTo>
                  <a:pt x="1559670" y="126079"/>
                </a:lnTo>
                <a:lnTo>
                  <a:pt x="1559272" y="127056"/>
                </a:lnTo>
                <a:lnTo>
                  <a:pt x="1558866" y="128030"/>
                </a:lnTo>
                <a:lnTo>
                  <a:pt x="1558470" y="128999"/>
                </a:lnTo>
                <a:lnTo>
                  <a:pt x="1558068" y="129961"/>
                </a:lnTo>
                <a:lnTo>
                  <a:pt x="1557662" y="130917"/>
                </a:lnTo>
                <a:lnTo>
                  <a:pt x="1557251" y="131867"/>
                </a:lnTo>
                <a:lnTo>
                  <a:pt x="1556835" y="132810"/>
                </a:lnTo>
                <a:lnTo>
                  <a:pt x="1556415" y="133747"/>
                </a:lnTo>
                <a:lnTo>
                  <a:pt x="1555990" y="134677"/>
                </a:lnTo>
                <a:lnTo>
                  <a:pt x="1555560" y="135600"/>
                </a:lnTo>
                <a:lnTo>
                  <a:pt x="1555126" y="136518"/>
                </a:lnTo>
                <a:lnTo>
                  <a:pt x="1554687" y="137428"/>
                </a:lnTo>
                <a:lnTo>
                  <a:pt x="1554243" y="138333"/>
                </a:lnTo>
                <a:lnTo>
                  <a:pt x="1553794" y="139231"/>
                </a:lnTo>
                <a:lnTo>
                  <a:pt x="1553341" y="140122"/>
                </a:lnTo>
                <a:lnTo>
                  <a:pt x="1552883" y="141007"/>
                </a:lnTo>
                <a:lnTo>
                  <a:pt x="1552421" y="141886"/>
                </a:lnTo>
                <a:lnTo>
                  <a:pt x="1551953" y="142758"/>
                </a:lnTo>
                <a:lnTo>
                  <a:pt x="1551481" y="143623"/>
                </a:lnTo>
                <a:lnTo>
                  <a:pt x="1551005" y="144482"/>
                </a:lnTo>
                <a:lnTo>
                  <a:pt x="1550523" y="145335"/>
                </a:lnTo>
                <a:lnTo>
                  <a:pt x="1550037" y="146181"/>
                </a:lnTo>
                <a:lnTo>
                  <a:pt x="1549547" y="147021"/>
                </a:lnTo>
                <a:lnTo>
                  <a:pt x="1549051" y="147854"/>
                </a:lnTo>
                <a:lnTo>
                  <a:pt x="1548551" y="148681"/>
                </a:lnTo>
                <a:lnTo>
                  <a:pt x="1548046" y="149502"/>
                </a:lnTo>
                <a:lnTo>
                  <a:pt x="1557345" y="149502"/>
                </a:lnTo>
                <a:lnTo>
                  <a:pt x="1558419" y="148269"/>
                </a:lnTo>
                <a:lnTo>
                  <a:pt x="1559472" y="147024"/>
                </a:lnTo>
                <a:lnTo>
                  <a:pt x="1560504" y="145766"/>
                </a:lnTo>
                <a:lnTo>
                  <a:pt x="1561515" y="144495"/>
                </a:lnTo>
                <a:lnTo>
                  <a:pt x="1562505" y="143211"/>
                </a:lnTo>
                <a:lnTo>
                  <a:pt x="1563473" y="141915"/>
                </a:lnTo>
                <a:lnTo>
                  <a:pt x="1564421" y="140605"/>
                </a:lnTo>
                <a:lnTo>
                  <a:pt x="1565347" y="139282"/>
                </a:lnTo>
                <a:lnTo>
                  <a:pt x="1566253" y="137947"/>
                </a:lnTo>
                <a:lnTo>
                  <a:pt x="1567137" y="136598"/>
                </a:lnTo>
                <a:lnTo>
                  <a:pt x="1568000" y="135237"/>
                </a:lnTo>
                <a:lnTo>
                  <a:pt x="1568841" y="133863"/>
                </a:lnTo>
                <a:lnTo>
                  <a:pt x="1569662" y="132476"/>
                </a:lnTo>
                <a:lnTo>
                  <a:pt x="1570462" y="131076"/>
                </a:lnTo>
                <a:lnTo>
                  <a:pt x="1571240" y="129663"/>
                </a:lnTo>
                <a:lnTo>
                  <a:pt x="1571997" y="128237"/>
                </a:lnTo>
                <a:lnTo>
                  <a:pt x="1572733" y="126798"/>
                </a:lnTo>
                <a:lnTo>
                  <a:pt x="1573449" y="125346"/>
                </a:lnTo>
                <a:lnTo>
                  <a:pt x="1574142" y="123881"/>
                </a:lnTo>
                <a:lnTo>
                  <a:pt x="1574815" y="122404"/>
                </a:lnTo>
                <a:lnTo>
                  <a:pt x="1575467" y="120913"/>
                </a:lnTo>
                <a:lnTo>
                  <a:pt x="1576097" y="119410"/>
                </a:lnTo>
                <a:lnTo>
                  <a:pt x="1576707" y="117894"/>
                </a:lnTo>
                <a:lnTo>
                  <a:pt x="1577295" y="116364"/>
                </a:lnTo>
                <a:lnTo>
                  <a:pt x="1577860" y="114813"/>
                </a:lnTo>
                <a:lnTo>
                  <a:pt x="1578402" y="113259"/>
                </a:lnTo>
                <a:lnTo>
                  <a:pt x="1578919" y="111702"/>
                </a:lnTo>
                <a:lnTo>
                  <a:pt x="1579413" y="110142"/>
                </a:lnTo>
                <a:lnTo>
                  <a:pt x="1579882" y="108579"/>
                </a:lnTo>
                <a:lnTo>
                  <a:pt x="1580327" y="107013"/>
                </a:lnTo>
                <a:lnTo>
                  <a:pt x="1580749" y="105444"/>
                </a:lnTo>
                <a:lnTo>
                  <a:pt x="1581146" y="103872"/>
                </a:lnTo>
                <a:lnTo>
                  <a:pt x="1581519" y="102297"/>
                </a:lnTo>
                <a:lnTo>
                  <a:pt x="1581868" y="100720"/>
                </a:lnTo>
                <a:lnTo>
                  <a:pt x="1582193" y="99139"/>
                </a:lnTo>
                <a:lnTo>
                  <a:pt x="1582494" y="97556"/>
                </a:lnTo>
                <a:lnTo>
                  <a:pt x="1582770" y="95969"/>
                </a:lnTo>
                <a:lnTo>
                  <a:pt x="1583023" y="94380"/>
                </a:lnTo>
                <a:lnTo>
                  <a:pt x="1583252" y="92787"/>
                </a:lnTo>
                <a:lnTo>
                  <a:pt x="1583456" y="91192"/>
                </a:lnTo>
                <a:lnTo>
                  <a:pt x="1583637" y="89594"/>
                </a:lnTo>
                <a:lnTo>
                  <a:pt x="1583793" y="87993"/>
                </a:lnTo>
                <a:lnTo>
                  <a:pt x="1583926" y="86389"/>
                </a:lnTo>
                <a:lnTo>
                  <a:pt x="1584034" y="84782"/>
                </a:lnTo>
                <a:lnTo>
                  <a:pt x="1584118" y="83172"/>
                </a:lnTo>
                <a:lnTo>
                  <a:pt x="1584178" y="81559"/>
                </a:lnTo>
                <a:lnTo>
                  <a:pt x="1584214" y="79943"/>
                </a:lnTo>
                <a:lnTo>
                  <a:pt x="1584227" y="78324"/>
                </a:lnTo>
                <a:lnTo>
                  <a:pt x="1584214" y="76678"/>
                </a:lnTo>
                <a:lnTo>
                  <a:pt x="1584178" y="75037"/>
                </a:lnTo>
                <a:lnTo>
                  <a:pt x="1584118" y="73400"/>
                </a:lnTo>
                <a:lnTo>
                  <a:pt x="1584034" y="71768"/>
                </a:lnTo>
                <a:lnTo>
                  <a:pt x="1583926" y="70141"/>
                </a:lnTo>
                <a:lnTo>
                  <a:pt x="1583793" y="68518"/>
                </a:lnTo>
                <a:lnTo>
                  <a:pt x="1583637" y="66900"/>
                </a:lnTo>
                <a:lnTo>
                  <a:pt x="1583456" y="65287"/>
                </a:lnTo>
                <a:lnTo>
                  <a:pt x="1583252" y="63679"/>
                </a:lnTo>
                <a:lnTo>
                  <a:pt x="1583023" y="62075"/>
                </a:lnTo>
                <a:lnTo>
                  <a:pt x="1582770" y="60476"/>
                </a:lnTo>
                <a:lnTo>
                  <a:pt x="1582494" y="58881"/>
                </a:lnTo>
                <a:lnTo>
                  <a:pt x="1582193" y="57292"/>
                </a:lnTo>
                <a:lnTo>
                  <a:pt x="1581868" y="55707"/>
                </a:lnTo>
                <a:lnTo>
                  <a:pt x="1581519" y="54126"/>
                </a:lnTo>
                <a:lnTo>
                  <a:pt x="1581146" y="52551"/>
                </a:lnTo>
                <a:lnTo>
                  <a:pt x="1580749" y="50980"/>
                </a:lnTo>
                <a:lnTo>
                  <a:pt x="1580327" y="49414"/>
                </a:lnTo>
                <a:lnTo>
                  <a:pt x="1579882" y="47852"/>
                </a:lnTo>
                <a:lnTo>
                  <a:pt x="1579413" y="46295"/>
                </a:lnTo>
                <a:lnTo>
                  <a:pt x="1578919" y="44743"/>
                </a:lnTo>
                <a:lnTo>
                  <a:pt x="1578402" y="43196"/>
                </a:lnTo>
                <a:lnTo>
                  <a:pt x="1577860" y="41653"/>
                </a:lnTo>
                <a:lnTo>
                  <a:pt x="1577295" y="40115"/>
                </a:lnTo>
                <a:lnTo>
                  <a:pt x="1576707" y="38586"/>
                </a:lnTo>
                <a:lnTo>
                  <a:pt x="1576097" y="37069"/>
                </a:lnTo>
                <a:lnTo>
                  <a:pt x="1575467" y="35566"/>
                </a:lnTo>
                <a:lnTo>
                  <a:pt x="1574815" y="34076"/>
                </a:lnTo>
                <a:lnTo>
                  <a:pt x="1574142" y="32598"/>
                </a:lnTo>
                <a:lnTo>
                  <a:pt x="1573449" y="31133"/>
                </a:lnTo>
                <a:lnTo>
                  <a:pt x="1572733" y="29682"/>
                </a:lnTo>
                <a:lnTo>
                  <a:pt x="1571997" y="28243"/>
                </a:lnTo>
                <a:lnTo>
                  <a:pt x="1571240" y="26817"/>
                </a:lnTo>
                <a:lnTo>
                  <a:pt x="1570462" y="25404"/>
                </a:lnTo>
                <a:lnTo>
                  <a:pt x="1569662" y="24004"/>
                </a:lnTo>
                <a:lnTo>
                  <a:pt x="1568841" y="22617"/>
                </a:lnTo>
                <a:lnTo>
                  <a:pt x="1568000" y="21242"/>
                </a:lnTo>
                <a:lnTo>
                  <a:pt x="1567137" y="19881"/>
                </a:lnTo>
                <a:lnTo>
                  <a:pt x="1566253" y="18533"/>
                </a:lnTo>
                <a:lnTo>
                  <a:pt x="1565347" y="17197"/>
                </a:lnTo>
                <a:lnTo>
                  <a:pt x="1564421" y="15874"/>
                </a:lnTo>
                <a:lnTo>
                  <a:pt x="1563473" y="14565"/>
                </a:lnTo>
                <a:lnTo>
                  <a:pt x="1562505" y="13268"/>
                </a:lnTo>
                <a:lnTo>
                  <a:pt x="1561515" y="11984"/>
                </a:lnTo>
                <a:lnTo>
                  <a:pt x="1560504" y="10713"/>
                </a:lnTo>
                <a:lnTo>
                  <a:pt x="1559472" y="9455"/>
                </a:lnTo>
                <a:lnTo>
                  <a:pt x="1558419" y="8210"/>
                </a:lnTo>
                <a:lnTo>
                  <a:pt x="1557345" y="6978"/>
                </a:lnTo>
                <a:lnTo>
                  <a:pt x="1548046" y="6978"/>
                </a:lnTo>
                <a:lnTo>
                  <a:pt x="1548551" y="7785"/>
                </a:lnTo>
                <a:lnTo>
                  <a:pt x="1549052" y="8599"/>
                </a:lnTo>
                <a:lnTo>
                  <a:pt x="1549549" y="942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7F5974-7032-4A32-96FD-1EF7BCAF88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86554" y="1074009"/>
            <a:ext cx="1000790" cy="145736"/>
          </a:xfrm>
          <a:custGeom xmlns:a="http://schemas.openxmlformats.org/drawingml/2006/main">
            <a:pathLst>
              <a:path w="1000790" h="145736">
                <a:moveTo>
                  <a:pt x="270756" y="115621"/>
                </a:moveTo>
                <a:lnTo>
                  <a:pt x="271277" y="115604"/>
                </a:lnTo>
                <a:lnTo>
                  <a:pt x="271798" y="115583"/>
                </a:lnTo>
                <a:lnTo>
                  <a:pt x="272320" y="115557"/>
                </a:lnTo>
                <a:lnTo>
                  <a:pt x="272841" y="115527"/>
                </a:lnTo>
                <a:lnTo>
                  <a:pt x="273362" y="115492"/>
                </a:lnTo>
                <a:lnTo>
                  <a:pt x="273884" y="115452"/>
                </a:lnTo>
                <a:lnTo>
                  <a:pt x="274405" y="115407"/>
                </a:lnTo>
                <a:lnTo>
                  <a:pt x="274926" y="115358"/>
                </a:lnTo>
                <a:lnTo>
                  <a:pt x="275447" y="115304"/>
                </a:lnTo>
                <a:lnTo>
                  <a:pt x="275969" y="115245"/>
                </a:lnTo>
                <a:lnTo>
                  <a:pt x="276490" y="115182"/>
                </a:lnTo>
                <a:lnTo>
                  <a:pt x="277011" y="115114"/>
                </a:lnTo>
                <a:lnTo>
                  <a:pt x="277533" y="115041"/>
                </a:lnTo>
                <a:lnTo>
                  <a:pt x="278054" y="114963"/>
                </a:lnTo>
                <a:lnTo>
                  <a:pt x="278575" y="114881"/>
                </a:lnTo>
                <a:lnTo>
                  <a:pt x="279096" y="114794"/>
                </a:lnTo>
                <a:lnTo>
                  <a:pt x="279618" y="114703"/>
                </a:lnTo>
                <a:lnTo>
                  <a:pt x="280139" y="114606"/>
                </a:lnTo>
                <a:lnTo>
                  <a:pt x="280660" y="114505"/>
                </a:lnTo>
                <a:lnTo>
                  <a:pt x="281182" y="114400"/>
                </a:lnTo>
                <a:lnTo>
                  <a:pt x="281703" y="114289"/>
                </a:lnTo>
                <a:lnTo>
                  <a:pt x="282220" y="114189"/>
                </a:lnTo>
                <a:lnTo>
                  <a:pt x="282730" y="114084"/>
                </a:lnTo>
                <a:lnTo>
                  <a:pt x="283232" y="113975"/>
                </a:lnTo>
                <a:lnTo>
                  <a:pt x="283727" y="113862"/>
                </a:lnTo>
                <a:lnTo>
                  <a:pt x="284214" y="113745"/>
                </a:lnTo>
                <a:lnTo>
                  <a:pt x="284693" y="113624"/>
                </a:lnTo>
                <a:lnTo>
                  <a:pt x="285165" y="113498"/>
                </a:lnTo>
                <a:lnTo>
                  <a:pt x="285629" y="113369"/>
                </a:lnTo>
                <a:lnTo>
                  <a:pt x="286085" y="113235"/>
                </a:lnTo>
                <a:lnTo>
                  <a:pt x="286534" y="113098"/>
                </a:lnTo>
                <a:lnTo>
                  <a:pt x="286975" y="112956"/>
                </a:lnTo>
                <a:lnTo>
                  <a:pt x="287409" y="112810"/>
                </a:lnTo>
                <a:lnTo>
                  <a:pt x="287835" y="112660"/>
                </a:lnTo>
                <a:lnTo>
                  <a:pt x="288253" y="112506"/>
                </a:lnTo>
                <a:lnTo>
                  <a:pt x="288664" y="112348"/>
                </a:lnTo>
                <a:lnTo>
                  <a:pt x="289067" y="112185"/>
                </a:lnTo>
                <a:lnTo>
                  <a:pt x="289462" y="112019"/>
                </a:lnTo>
                <a:lnTo>
                  <a:pt x="289850" y="111848"/>
                </a:lnTo>
                <a:lnTo>
                  <a:pt x="290230" y="111674"/>
                </a:lnTo>
                <a:lnTo>
                  <a:pt x="290602" y="111495"/>
                </a:lnTo>
                <a:lnTo>
                  <a:pt x="290967" y="111312"/>
                </a:lnTo>
                <a:lnTo>
                  <a:pt x="291324" y="111125"/>
                </a:lnTo>
                <a:lnTo>
                  <a:pt x="291674" y="110934"/>
                </a:lnTo>
                <a:lnTo>
                  <a:pt x="292016" y="110739"/>
                </a:lnTo>
                <a:lnTo>
                  <a:pt x="292016" y="97721"/>
                </a:lnTo>
                <a:lnTo>
                  <a:pt x="291718" y="97861"/>
                </a:lnTo>
                <a:lnTo>
                  <a:pt x="291416" y="98001"/>
                </a:lnTo>
                <a:lnTo>
                  <a:pt x="291110" y="98141"/>
                </a:lnTo>
                <a:lnTo>
                  <a:pt x="290800" y="98280"/>
                </a:lnTo>
                <a:lnTo>
                  <a:pt x="290485" y="98418"/>
                </a:lnTo>
                <a:lnTo>
                  <a:pt x="290167" y="98556"/>
                </a:lnTo>
                <a:lnTo>
                  <a:pt x="289844" y="98693"/>
                </a:lnTo>
                <a:lnTo>
                  <a:pt x="289518" y="98829"/>
                </a:lnTo>
                <a:lnTo>
                  <a:pt x="289187" y="98965"/>
                </a:lnTo>
                <a:lnTo>
                  <a:pt x="288852" y="99100"/>
                </a:lnTo>
                <a:lnTo>
                  <a:pt x="288513" y="99235"/>
                </a:lnTo>
                <a:lnTo>
                  <a:pt x="288170" y="99369"/>
                </a:lnTo>
                <a:lnTo>
                  <a:pt x="287822" y="99503"/>
                </a:lnTo>
                <a:lnTo>
                  <a:pt x="287471" y="99636"/>
                </a:lnTo>
                <a:lnTo>
                  <a:pt x="287116" y="99768"/>
                </a:lnTo>
                <a:lnTo>
                  <a:pt x="286756" y="99900"/>
                </a:lnTo>
                <a:lnTo>
                  <a:pt x="286392" y="100031"/>
                </a:lnTo>
                <a:lnTo>
                  <a:pt x="286025" y="100162"/>
                </a:lnTo>
                <a:lnTo>
                  <a:pt x="285653" y="100292"/>
                </a:lnTo>
                <a:lnTo>
                  <a:pt x="285277" y="100421"/>
                </a:lnTo>
                <a:lnTo>
                  <a:pt x="284897" y="100550"/>
                </a:lnTo>
                <a:lnTo>
                  <a:pt x="284512" y="100678"/>
                </a:lnTo>
                <a:lnTo>
                  <a:pt x="284124" y="100806"/>
                </a:lnTo>
                <a:lnTo>
                  <a:pt x="283732" y="100933"/>
                </a:lnTo>
                <a:lnTo>
                  <a:pt x="283350" y="101043"/>
                </a:lnTo>
                <a:lnTo>
                  <a:pt x="282965" y="101149"/>
                </a:lnTo>
                <a:lnTo>
                  <a:pt x="282577" y="101250"/>
                </a:lnTo>
                <a:lnTo>
                  <a:pt x="282187" y="101346"/>
                </a:lnTo>
                <a:lnTo>
                  <a:pt x="281793" y="101438"/>
                </a:lnTo>
                <a:lnTo>
                  <a:pt x="281396" y="101525"/>
                </a:lnTo>
                <a:lnTo>
                  <a:pt x="280997" y="101607"/>
                </a:lnTo>
                <a:lnTo>
                  <a:pt x="280594" y="101684"/>
                </a:lnTo>
                <a:lnTo>
                  <a:pt x="280189" y="101757"/>
                </a:lnTo>
                <a:lnTo>
                  <a:pt x="279781" y="101825"/>
                </a:lnTo>
                <a:lnTo>
                  <a:pt x="279370" y="101889"/>
                </a:lnTo>
                <a:lnTo>
                  <a:pt x="278955" y="101947"/>
                </a:lnTo>
                <a:lnTo>
                  <a:pt x="278538" y="102001"/>
                </a:lnTo>
                <a:lnTo>
                  <a:pt x="278118" y="102051"/>
                </a:lnTo>
                <a:lnTo>
                  <a:pt x="277695" y="102095"/>
                </a:lnTo>
                <a:lnTo>
                  <a:pt x="277270" y="102135"/>
                </a:lnTo>
                <a:lnTo>
                  <a:pt x="276841" y="102171"/>
                </a:lnTo>
                <a:lnTo>
                  <a:pt x="276409" y="102201"/>
                </a:lnTo>
                <a:lnTo>
                  <a:pt x="275974" y="102227"/>
                </a:lnTo>
                <a:lnTo>
                  <a:pt x="275537" y="102248"/>
                </a:lnTo>
                <a:lnTo>
                  <a:pt x="275096" y="102264"/>
                </a:lnTo>
                <a:lnTo>
                  <a:pt x="274653" y="102276"/>
                </a:lnTo>
                <a:lnTo>
                  <a:pt x="274206" y="102283"/>
                </a:lnTo>
                <a:lnTo>
                  <a:pt x="273757" y="102286"/>
                </a:lnTo>
                <a:lnTo>
                  <a:pt x="273183" y="102283"/>
                </a:lnTo>
                <a:lnTo>
                  <a:pt x="272618" y="102274"/>
                </a:lnTo>
                <a:lnTo>
                  <a:pt x="272061" y="102259"/>
                </a:lnTo>
                <a:lnTo>
                  <a:pt x="271512" y="102239"/>
                </a:lnTo>
                <a:lnTo>
                  <a:pt x="270971" y="102212"/>
                </a:lnTo>
                <a:lnTo>
                  <a:pt x="270439" y="102180"/>
                </a:lnTo>
                <a:lnTo>
                  <a:pt x="269915" y="102142"/>
                </a:lnTo>
                <a:lnTo>
                  <a:pt x="269399" y="102098"/>
                </a:lnTo>
                <a:lnTo>
                  <a:pt x="268891" y="102048"/>
                </a:lnTo>
                <a:lnTo>
                  <a:pt x="268391" y="101992"/>
                </a:lnTo>
                <a:lnTo>
                  <a:pt x="267900" y="101930"/>
                </a:lnTo>
                <a:lnTo>
                  <a:pt x="267417" y="101863"/>
                </a:lnTo>
                <a:lnTo>
                  <a:pt x="266942" y="101790"/>
                </a:lnTo>
                <a:lnTo>
                  <a:pt x="266475" y="101710"/>
                </a:lnTo>
                <a:lnTo>
                  <a:pt x="266017" y="101625"/>
                </a:lnTo>
                <a:lnTo>
                  <a:pt x="265566" y="101534"/>
                </a:lnTo>
                <a:lnTo>
                  <a:pt x="265124" y="101437"/>
                </a:lnTo>
                <a:lnTo>
                  <a:pt x="264690" y="101335"/>
                </a:lnTo>
                <a:lnTo>
                  <a:pt x="264265" y="101226"/>
                </a:lnTo>
                <a:lnTo>
                  <a:pt x="263848" y="101112"/>
                </a:lnTo>
                <a:lnTo>
                  <a:pt x="263438" y="100991"/>
                </a:lnTo>
                <a:lnTo>
                  <a:pt x="263037" y="100865"/>
                </a:lnTo>
                <a:lnTo>
                  <a:pt x="262645" y="100733"/>
                </a:lnTo>
                <a:lnTo>
                  <a:pt x="262260" y="100595"/>
                </a:lnTo>
                <a:lnTo>
                  <a:pt x="261884" y="100451"/>
                </a:lnTo>
                <a:lnTo>
                  <a:pt x="261515" y="100299"/>
                </a:lnTo>
                <a:lnTo>
                  <a:pt x="261153" y="100141"/>
                </a:lnTo>
                <a:lnTo>
                  <a:pt x="260800" y="99975"/>
                </a:lnTo>
                <a:lnTo>
                  <a:pt x="260454" y="99802"/>
                </a:lnTo>
                <a:lnTo>
                  <a:pt x="260115" y="99623"/>
                </a:lnTo>
                <a:lnTo>
                  <a:pt x="259784" y="99436"/>
                </a:lnTo>
                <a:lnTo>
                  <a:pt x="259461" y="99242"/>
                </a:lnTo>
                <a:lnTo>
                  <a:pt x="259146" y="99042"/>
                </a:lnTo>
                <a:lnTo>
                  <a:pt x="258838" y="98834"/>
                </a:lnTo>
                <a:lnTo>
                  <a:pt x="258537" y="98619"/>
                </a:lnTo>
                <a:lnTo>
                  <a:pt x="258245" y="98397"/>
                </a:lnTo>
                <a:lnTo>
                  <a:pt x="257960" y="98168"/>
                </a:lnTo>
                <a:lnTo>
                  <a:pt x="257682" y="97932"/>
                </a:lnTo>
                <a:lnTo>
                  <a:pt x="257413" y="97689"/>
                </a:lnTo>
                <a:lnTo>
                  <a:pt x="257151" y="97439"/>
                </a:lnTo>
                <a:lnTo>
                  <a:pt x="256896" y="97182"/>
                </a:lnTo>
                <a:lnTo>
                  <a:pt x="256649" y="96918"/>
                </a:lnTo>
                <a:lnTo>
                  <a:pt x="256410" y="96647"/>
                </a:lnTo>
                <a:lnTo>
                  <a:pt x="256178" y="96368"/>
                </a:lnTo>
                <a:lnTo>
                  <a:pt x="255954" y="96083"/>
                </a:lnTo>
                <a:lnTo>
                  <a:pt x="255738" y="95791"/>
                </a:lnTo>
                <a:lnTo>
                  <a:pt x="255529" y="95491"/>
                </a:lnTo>
                <a:lnTo>
                  <a:pt x="255328" y="95185"/>
                </a:lnTo>
                <a:lnTo>
                  <a:pt x="255135" y="94871"/>
                </a:lnTo>
                <a:lnTo>
                  <a:pt x="254950" y="94551"/>
                </a:lnTo>
                <a:lnTo>
                  <a:pt x="254774" y="94223"/>
                </a:lnTo>
                <a:lnTo>
                  <a:pt x="254605" y="93889"/>
                </a:lnTo>
                <a:lnTo>
                  <a:pt x="254445" y="93547"/>
                </a:lnTo>
                <a:lnTo>
                  <a:pt x="254293" y="93198"/>
                </a:lnTo>
                <a:lnTo>
                  <a:pt x="254149" y="92843"/>
                </a:lnTo>
                <a:lnTo>
                  <a:pt x="254013" y="92480"/>
                </a:lnTo>
                <a:lnTo>
                  <a:pt x="253886" y="92110"/>
                </a:lnTo>
                <a:lnTo>
                  <a:pt x="253767" y="91733"/>
                </a:lnTo>
                <a:lnTo>
                  <a:pt x="253656" y="91349"/>
                </a:lnTo>
                <a:lnTo>
                  <a:pt x="253553" y="90958"/>
                </a:lnTo>
                <a:lnTo>
                  <a:pt x="253459" y="90560"/>
                </a:lnTo>
                <a:lnTo>
                  <a:pt x="253372" y="90155"/>
                </a:lnTo>
                <a:lnTo>
                  <a:pt x="253294" y="89743"/>
                </a:lnTo>
                <a:lnTo>
                  <a:pt x="253224" y="89324"/>
                </a:lnTo>
                <a:lnTo>
                  <a:pt x="253163" y="88898"/>
                </a:lnTo>
                <a:lnTo>
                  <a:pt x="253109" y="88464"/>
                </a:lnTo>
                <a:lnTo>
                  <a:pt x="253064" y="88024"/>
                </a:lnTo>
                <a:lnTo>
                  <a:pt x="253027" y="87577"/>
                </a:lnTo>
                <a:lnTo>
                  <a:pt x="252998" y="87122"/>
                </a:lnTo>
                <a:lnTo>
                  <a:pt x="252978" y="86661"/>
                </a:lnTo>
                <a:lnTo>
                  <a:pt x="252966" y="86193"/>
                </a:lnTo>
                <a:lnTo>
                  <a:pt x="252961" y="85717"/>
                </a:lnTo>
                <a:lnTo>
                  <a:pt x="252961" y="40745"/>
                </a:lnTo>
                <a:lnTo>
                  <a:pt x="292016" y="40745"/>
                </a:lnTo>
                <a:lnTo>
                  <a:pt x="292016" y="27558"/>
                </a:lnTo>
                <a:lnTo>
                  <a:pt x="252961" y="27558"/>
                </a:lnTo>
                <a:lnTo>
                  <a:pt x="252961" y="0"/>
                </a:lnTo>
                <a:lnTo>
                  <a:pt x="242479" y="0"/>
                </a:lnTo>
                <a:lnTo>
                  <a:pt x="236562" y="27558"/>
                </a:lnTo>
                <a:lnTo>
                  <a:pt x="211033" y="27558"/>
                </a:lnTo>
                <a:lnTo>
                  <a:pt x="211033" y="40745"/>
                </a:lnTo>
                <a:lnTo>
                  <a:pt x="236055" y="40745"/>
                </a:lnTo>
                <a:lnTo>
                  <a:pt x="236055" y="87070"/>
                </a:lnTo>
                <a:lnTo>
                  <a:pt x="236070" y="88323"/>
                </a:lnTo>
                <a:lnTo>
                  <a:pt x="236117" y="89547"/>
                </a:lnTo>
                <a:lnTo>
                  <a:pt x="236195" y="90742"/>
                </a:lnTo>
                <a:lnTo>
                  <a:pt x="236304" y="91907"/>
                </a:lnTo>
                <a:lnTo>
                  <a:pt x="236444" y="93043"/>
                </a:lnTo>
                <a:lnTo>
                  <a:pt x="236615" y="94149"/>
                </a:lnTo>
                <a:lnTo>
                  <a:pt x="236817" y="95226"/>
                </a:lnTo>
                <a:lnTo>
                  <a:pt x="237050" y="96274"/>
                </a:lnTo>
                <a:lnTo>
                  <a:pt x="237315" y="97293"/>
                </a:lnTo>
                <a:lnTo>
                  <a:pt x="237610" y="98282"/>
                </a:lnTo>
                <a:lnTo>
                  <a:pt x="237937" y="99242"/>
                </a:lnTo>
                <a:lnTo>
                  <a:pt x="238295" y="100172"/>
                </a:lnTo>
                <a:lnTo>
                  <a:pt x="238684" y="101073"/>
                </a:lnTo>
                <a:lnTo>
                  <a:pt x="239104" y="101945"/>
                </a:lnTo>
                <a:lnTo>
                  <a:pt x="239555" y="102788"/>
                </a:lnTo>
                <a:lnTo>
                  <a:pt x="240037" y="103601"/>
                </a:lnTo>
                <a:lnTo>
                  <a:pt x="240551" y="104384"/>
                </a:lnTo>
                <a:lnTo>
                  <a:pt x="241095" y="105139"/>
                </a:lnTo>
                <a:lnTo>
                  <a:pt x="241671" y="105864"/>
                </a:lnTo>
                <a:lnTo>
                  <a:pt x="242277" y="106559"/>
                </a:lnTo>
                <a:lnTo>
                  <a:pt x="242915" y="107226"/>
                </a:lnTo>
                <a:lnTo>
                  <a:pt x="243584" y="107863"/>
                </a:lnTo>
                <a:lnTo>
                  <a:pt x="244284" y="108470"/>
                </a:lnTo>
                <a:lnTo>
                  <a:pt x="245015" y="109048"/>
                </a:lnTo>
                <a:lnTo>
                  <a:pt x="245773" y="109586"/>
                </a:lnTo>
                <a:lnTo>
                  <a:pt x="246552" y="110101"/>
                </a:lnTo>
                <a:lnTo>
                  <a:pt x="247353" y="110594"/>
                </a:lnTo>
                <a:lnTo>
                  <a:pt x="248176" y="111063"/>
                </a:lnTo>
                <a:lnTo>
                  <a:pt x="249020" y="111509"/>
                </a:lnTo>
                <a:lnTo>
                  <a:pt x="249887" y="111933"/>
                </a:lnTo>
                <a:lnTo>
                  <a:pt x="250774" y="112334"/>
                </a:lnTo>
                <a:lnTo>
                  <a:pt x="251684" y="112711"/>
                </a:lnTo>
                <a:lnTo>
                  <a:pt x="252615" y="113066"/>
                </a:lnTo>
                <a:lnTo>
                  <a:pt x="253568" y="113398"/>
                </a:lnTo>
                <a:lnTo>
                  <a:pt x="254543" y="113707"/>
                </a:lnTo>
                <a:lnTo>
                  <a:pt x="255540" y="113994"/>
                </a:lnTo>
                <a:lnTo>
                  <a:pt x="256558" y="114257"/>
                </a:lnTo>
                <a:lnTo>
                  <a:pt x="257598" y="114497"/>
                </a:lnTo>
                <a:lnTo>
                  <a:pt x="258660" y="114715"/>
                </a:lnTo>
                <a:lnTo>
                  <a:pt x="259743" y="114909"/>
                </a:lnTo>
                <a:lnTo>
                  <a:pt x="260848" y="115081"/>
                </a:lnTo>
                <a:lnTo>
                  <a:pt x="261975" y="115230"/>
                </a:lnTo>
                <a:lnTo>
                  <a:pt x="263123" y="115356"/>
                </a:lnTo>
                <a:lnTo>
                  <a:pt x="264294" y="115459"/>
                </a:lnTo>
                <a:lnTo>
                  <a:pt x="265486" y="115539"/>
                </a:lnTo>
                <a:lnTo>
                  <a:pt x="266699" y="115596"/>
                </a:lnTo>
                <a:lnTo>
                  <a:pt x="267935" y="115630"/>
                </a:lnTo>
                <a:lnTo>
                  <a:pt x="269192" y="115642"/>
                </a:lnTo>
                <a:lnTo>
                  <a:pt x="269713" y="115640"/>
                </a:lnTo>
                <a:lnTo>
                  <a:pt x="270234" y="115633"/>
                </a:lnTo>
                <a:lnTo>
                  <a:pt x="270756" y="115621"/>
                </a:lnTo>
                <a:close/>
                <a:moveTo>
                  <a:pt x="451681" y="59350"/>
                </a:moveTo>
                <a:lnTo>
                  <a:pt x="451704" y="58906"/>
                </a:lnTo>
                <a:lnTo>
                  <a:pt x="451733" y="58463"/>
                </a:lnTo>
                <a:lnTo>
                  <a:pt x="451768" y="58022"/>
                </a:lnTo>
                <a:lnTo>
                  <a:pt x="451810" y="57582"/>
                </a:lnTo>
                <a:lnTo>
                  <a:pt x="451859" y="57145"/>
                </a:lnTo>
                <a:lnTo>
                  <a:pt x="451914" y="56709"/>
                </a:lnTo>
                <a:lnTo>
                  <a:pt x="451975" y="56275"/>
                </a:lnTo>
                <a:lnTo>
                  <a:pt x="452043" y="55842"/>
                </a:lnTo>
                <a:lnTo>
                  <a:pt x="452117" y="55412"/>
                </a:lnTo>
                <a:lnTo>
                  <a:pt x="452198" y="54983"/>
                </a:lnTo>
                <a:lnTo>
                  <a:pt x="452285" y="54556"/>
                </a:lnTo>
                <a:lnTo>
                  <a:pt x="452379" y="54131"/>
                </a:lnTo>
                <a:lnTo>
                  <a:pt x="452479" y="53707"/>
                </a:lnTo>
                <a:lnTo>
                  <a:pt x="452585" y="53285"/>
                </a:lnTo>
                <a:lnTo>
                  <a:pt x="452698" y="52865"/>
                </a:lnTo>
                <a:lnTo>
                  <a:pt x="452818" y="52447"/>
                </a:lnTo>
                <a:lnTo>
                  <a:pt x="452944" y="52030"/>
                </a:lnTo>
                <a:lnTo>
                  <a:pt x="453076" y="51616"/>
                </a:lnTo>
                <a:lnTo>
                  <a:pt x="453215" y="51203"/>
                </a:lnTo>
                <a:lnTo>
                  <a:pt x="453360" y="50791"/>
                </a:lnTo>
                <a:lnTo>
                  <a:pt x="453512" y="50382"/>
                </a:lnTo>
                <a:lnTo>
                  <a:pt x="453670" y="49976"/>
                </a:lnTo>
                <a:lnTo>
                  <a:pt x="453835" y="49577"/>
                </a:lnTo>
                <a:lnTo>
                  <a:pt x="454006" y="49183"/>
                </a:lnTo>
                <a:lnTo>
                  <a:pt x="454184" y="48795"/>
                </a:lnTo>
                <a:lnTo>
                  <a:pt x="454368" y="48412"/>
                </a:lnTo>
                <a:lnTo>
                  <a:pt x="454558" y="48036"/>
                </a:lnTo>
                <a:lnTo>
                  <a:pt x="454755" y="47666"/>
                </a:lnTo>
                <a:lnTo>
                  <a:pt x="454959" y="47301"/>
                </a:lnTo>
                <a:lnTo>
                  <a:pt x="455168" y="46943"/>
                </a:lnTo>
                <a:lnTo>
                  <a:pt x="455385" y="46590"/>
                </a:lnTo>
                <a:lnTo>
                  <a:pt x="455608" y="46243"/>
                </a:lnTo>
                <a:lnTo>
                  <a:pt x="455837" y="45902"/>
                </a:lnTo>
                <a:lnTo>
                  <a:pt x="456072" y="45567"/>
                </a:lnTo>
                <a:lnTo>
                  <a:pt x="456315" y="45237"/>
                </a:lnTo>
                <a:lnTo>
                  <a:pt x="456563" y="44914"/>
                </a:lnTo>
                <a:lnTo>
                  <a:pt x="456818" y="44596"/>
                </a:lnTo>
                <a:lnTo>
                  <a:pt x="457080" y="44284"/>
                </a:lnTo>
                <a:lnTo>
                  <a:pt x="457348" y="43979"/>
                </a:lnTo>
                <a:lnTo>
                  <a:pt x="457622" y="43679"/>
                </a:lnTo>
                <a:lnTo>
                  <a:pt x="457903" y="43385"/>
                </a:lnTo>
                <a:lnTo>
                  <a:pt x="458190" y="43096"/>
                </a:lnTo>
                <a:lnTo>
                  <a:pt x="458484" y="42814"/>
                </a:lnTo>
                <a:lnTo>
                  <a:pt x="458785" y="42537"/>
                </a:lnTo>
                <a:lnTo>
                  <a:pt x="459091" y="42267"/>
                </a:lnTo>
                <a:lnTo>
                  <a:pt x="459418" y="42005"/>
                </a:lnTo>
                <a:lnTo>
                  <a:pt x="459751" y="41754"/>
                </a:lnTo>
                <a:lnTo>
                  <a:pt x="460090" y="41514"/>
                </a:lnTo>
                <a:lnTo>
                  <a:pt x="460434" y="41285"/>
                </a:lnTo>
                <a:lnTo>
                  <a:pt x="460785" y="41068"/>
                </a:lnTo>
                <a:lnTo>
                  <a:pt x="461141" y="40861"/>
                </a:lnTo>
                <a:lnTo>
                  <a:pt x="461503" y="40666"/>
                </a:lnTo>
                <a:lnTo>
                  <a:pt x="461871" y="40482"/>
                </a:lnTo>
                <a:lnTo>
                  <a:pt x="462245" y="40309"/>
                </a:lnTo>
                <a:lnTo>
                  <a:pt x="462625" y="40148"/>
                </a:lnTo>
                <a:lnTo>
                  <a:pt x="463011" y="39997"/>
                </a:lnTo>
                <a:lnTo>
                  <a:pt x="463402" y="39858"/>
                </a:lnTo>
                <a:lnTo>
                  <a:pt x="463800" y="39729"/>
                </a:lnTo>
                <a:lnTo>
                  <a:pt x="464203" y="39612"/>
                </a:lnTo>
                <a:lnTo>
                  <a:pt x="464612" y="39506"/>
                </a:lnTo>
                <a:lnTo>
                  <a:pt x="465027" y="39411"/>
                </a:lnTo>
                <a:lnTo>
                  <a:pt x="465448" y="39328"/>
                </a:lnTo>
                <a:lnTo>
                  <a:pt x="465875" y="39255"/>
                </a:lnTo>
                <a:lnTo>
                  <a:pt x="466308" y="39194"/>
                </a:lnTo>
                <a:lnTo>
                  <a:pt x="466746" y="39144"/>
                </a:lnTo>
                <a:lnTo>
                  <a:pt x="467191" y="39105"/>
                </a:lnTo>
                <a:lnTo>
                  <a:pt x="467641" y="39077"/>
                </a:lnTo>
                <a:lnTo>
                  <a:pt x="468097" y="39060"/>
                </a:lnTo>
                <a:lnTo>
                  <a:pt x="468559" y="39055"/>
                </a:lnTo>
                <a:lnTo>
                  <a:pt x="469034" y="39059"/>
                </a:lnTo>
                <a:lnTo>
                  <a:pt x="469502" y="39072"/>
                </a:lnTo>
                <a:lnTo>
                  <a:pt x="469962" y="39094"/>
                </a:lnTo>
                <a:lnTo>
                  <a:pt x="470414" y="39125"/>
                </a:lnTo>
                <a:lnTo>
                  <a:pt x="470859" y="39165"/>
                </a:lnTo>
                <a:lnTo>
                  <a:pt x="471296" y="39213"/>
                </a:lnTo>
                <a:lnTo>
                  <a:pt x="471725" y="39270"/>
                </a:lnTo>
                <a:lnTo>
                  <a:pt x="472147" y="39336"/>
                </a:lnTo>
                <a:lnTo>
                  <a:pt x="472561" y="39411"/>
                </a:lnTo>
                <a:lnTo>
                  <a:pt x="472968" y="39495"/>
                </a:lnTo>
                <a:lnTo>
                  <a:pt x="473367" y="39587"/>
                </a:lnTo>
                <a:lnTo>
                  <a:pt x="473758" y="39689"/>
                </a:lnTo>
                <a:lnTo>
                  <a:pt x="474142" y="39799"/>
                </a:lnTo>
                <a:lnTo>
                  <a:pt x="474518" y="39917"/>
                </a:lnTo>
                <a:lnTo>
                  <a:pt x="474886" y="40045"/>
                </a:lnTo>
                <a:lnTo>
                  <a:pt x="475247" y="40182"/>
                </a:lnTo>
                <a:lnTo>
                  <a:pt x="475600" y="40327"/>
                </a:lnTo>
                <a:lnTo>
                  <a:pt x="475945" y="40481"/>
                </a:lnTo>
                <a:lnTo>
                  <a:pt x="476283" y="40644"/>
                </a:lnTo>
                <a:lnTo>
                  <a:pt x="476613" y="40816"/>
                </a:lnTo>
                <a:lnTo>
                  <a:pt x="476936" y="40996"/>
                </a:lnTo>
                <a:lnTo>
                  <a:pt x="477251" y="41185"/>
                </a:lnTo>
                <a:lnTo>
                  <a:pt x="477558" y="41384"/>
                </a:lnTo>
                <a:lnTo>
                  <a:pt x="477858" y="41591"/>
                </a:lnTo>
                <a:lnTo>
                  <a:pt x="478164" y="41790"/>
                </a:lnTo>
                <a:lnTo>
                  <a:pt x="478464" y="41996"/>
                </a:lnTo>
                <a:lnTo>
                  <a:pt x="478756" y="42206"/>
                </a:lnTo>
                <a:lnTo>
                  <a:pt x="479041" y="42422"/>
                </a:lnTo>
                <a:lnTo>
                  <a:pt x="479319" y="42643"/>
                </a:lnTo>
                <a:lnTo>
                  <a:pt x="479591" y="42869"/>
                </a:lnTo>
                <a:lnTo>
                  <a:pt x="479855" y="43101"/>
                </a:lnTo>
                <a:lnTo>
                  <a:pt x="480112" y="43338"/>
                </a:lnTo>
                <a:lnTo>
                  <a:pt x="480362" y="43580"/>
                </a:lnTo>
                <a:lnTo>
                  <a:pt x="480605" y="43827"/>
                </a:lnTo>
                <a:lnTo>
                  <a:pt x="480841" y="44080"/>
                </a:lnTo>
                <a:lnTo>
                  <a:pt x="481070" y="44338"/>
                </a:lnTo>
                <a:lnTo>
                  <a:pt x="481292" y="44601"/>
                </a:lnTo>
                <a:lnTo>
                  <a:pt x="481507" y="44870"/>
                </a:lnTo>
                <a:lnTo>
                  <a:pt x="481715" y="45144"/>
                </a:lnTo>
                <a:lnTo>
                  <a:pt x="481915" y="45423"/>
                </a:lnTo>
                <a:lnTo>
                  <a:pt x="482109" y="45707"/>
                </a:lnTo>
                <a:lnTo>
                  <a:pt x="482296" y="45997"/>
                </a:lnTo>
                <a:lnTo>
                  <a:pt x="482475" y="46292"/>
                </a:lnTo>
                <a:lnTo>
                  <a:pt x="482648" y="46592"/>
                </a:lnTo>
                <a:lnTo>
                  <a:pt x="482813" y="46898"/>
                </a:lnTo>
                <a:lnTo>
                  <a:pt x="482972" y="47208"/>
                </a:lnTo>
                <a:lnTo>
                  <a:pt x="483123" y="47525"/>
                </a:lnTo>
                <a:lnTo>
                  <a:pt x="483268" y="47846"/>
                </a:lnTo>
                <a:lnTo>
                  <a:pt x="483420" y="48171"/>
                </a:lnTo>
                <a:lnTo>
                  <a:pt x="483565" y="48499"/>
                </a:lnTo>
                <a:lnTo>
                  <a:pt x="483704" y="48829"/>
                </a:lnTo>
                <a:lnTo>
                  <a:pt x="483836" y="49161"/>
                </a:lnTo>
                <a:lnTo>
                  <a:pt x="483962" y="49496"/>
                </a:lnTo>
                <a:lnTo>
                  <a:pt x="484081" y="49833"/>
                </a:lnTo>
                <a:lnTo>
                  <a:pt x="484194" y="50172"/>
                </a:lnTo>
                <a:lnTo>
                  <a:pt x="484301" y="50514"/>
                </a:lnTo>
                <a:lnTo>
                  <a:pt x="484401" y="50858"/>
                </a:lnTo>
                <a:lnTo>
                  <a:pt x="484495" y="51204"/>
                </a:lnTo>
                <a:lnTo>
                  <a:pt x="484582" y="51553"/>
                </a:lnTo>
                <a:lnTo>
                  <a:pt x="484663" y="51904"/>
                </a:lnTo>
                <a:lnTo>
                  <a:pt x="484737" y="52257"/>
                </a:lnTo>
                <a:lnTo>
                  <a:pt x="484805" y="52613"/>
                </a:lnTo>
                <a:lnTo>
                  <a:pt x="484866" y="52971"/>
                </a:lnTo>
                <a:lnTo>
                  <a:pt x="484921" y="53331"/>
                </a:lnTo>
                <a:lnTo>
                  <a:pt x="484969" y="53694"/>
                </a:lnTo>
                <a:lnTo>
                  <a:pt x="485011" y="54059"/>
                </a:lnTo>
                <a:lnTo>
                  <a:pt x="485047" y="54427"/>
                </a:lnTo>
                <a:lnTo>
                  <a:pt x="485076" y="54797"/>
                </a:lnTo>
                <a:lnTo>
                  <a:pt x="485099" y="55169"/>
                </a:lnTo>
                <a:lnTo>
                  <a:pt x="485115" y="55543"/>
                </a:lnTo>
                <a:lnTo>
                  <a:pt x="485124" y="55920"/>
                </a:lnTo>
                <a:lnTo>
                  <a:pt x="485128" y="56299"/>
                </a:lnTo>
                <a:lnTo>
                  <a:pt x="485128" y="59850"/>
                </a:lnTo>
                <a:lnTo>
                  <a:pt x="499498" y="59850"/>
                </a:lnTo>
                <a:lnTo>
                  <a:pt x="499526" y="59668"/>
                </a:lnTo>
                <a:lnTo>
                  <a:pt x="499552" y="59488"/>
                </a:lnTo>
                <a:lnTo>
                  <a:pt x="499578" y="59311"/>
                </a:lnTo>
                <a:lnTo>
                  <a:pt x="499602" y="59136"/>
                </a:lnTo>
                <a:lnTo>
                  <a:pt x="499625" y="58963"/>
                </a:lnTo>
                <a:lnTo>
                  <a:pt x="499646" y="58793"/>
                </a:lnTo>
                <a:lnTo>
                  <a:pt x="499667" y="58625"/>
                </a:lnTo>
                <a:lnTo>
                  <a:pt x="499686" y="58460"/>
                </a:lnTo>
                <a:lnTo>
                  <a:pt x="499704" y="58296"/>
                </a:lnTo>
                <a:lnTo>
                  <a:pt x="499721" y="58136"/>
                </a:lnTo>
                <a:lnTo>
                  <a:pt x="499737" y="57977"/>
                </a:lnTo>
                <a:lnTo>
                  <a:pt x="499752" y="57821"/>
                </a:lnTo>
                <a:lnTo>
                  <a:pt x="499765" y="57667"/>
                </a:lnTo>
                <a:lnTo>
                  <a:pt x="499778" y="57516"/>
                </a:lnTo>
                <a:lnTo>
                  <a:pt x="499789" y="57367"/>
                </a:lnTo>
                <a:lnTo>
                  <a:pt x="499799" y="57220"/>
                </a:lnTo>
                <a:lnTo>
                  <a:pt x="499808" y="57075"/>
                </a:lnTo>
                <a:lnTo>
                  <a:pt x="499815" y="56933"/>
                </a:lnTo>
                <a:lnTo>
                  <a:pt x="499822" y="56794"/>
                </a:lnTo>
                <a:lnTo>
                  <a:pt x="499827" y="56656"/>
                </a:lnTo>
                <a:lnTo>
                  <a:pt x="499831" y="56521"/>
                </a:lnTo>
                <a:lnTo>
                  <a:pt x="499834" y="56389"/>
                </a:lnTo>
                <a:lnTo>
                  <a:pt x="499836" y="56258"/>
                </a:lnTo>
                <a:lnTo>
                  <a:pt x="499836" y="56130"/>
                </a:lnTo>
                <a:lnTo>
                  <a:pt x="499850" y="55989"/>
                </a:lnTo>
                <a:lnTo>
                  <a:pt x="499863" y="55847"/>
                </a:lnTo>
                <a:lnTo>
                  <a:pt x="499876" y="55705"/>
                </a:lnTo>
                <a:lnTo>
                  <a:pt x="499888" y="55562"/>
                </a:lnTo>
                <a:lnTo>
                  <a:pt x="499900" y="55419"/>
                </a:lnTo>
                <a:lnTo>
                  <a:pt x="499910" y="55274"/>
                </a:lnTo>
                <a:lnTo>
                  <a:pt x="499921" y="55130"/>
                </a:lnTo>
                <a:lnTo>
                  <a:pt x="499930" y="54984"/>
                </a:lnTo>
                <a:lnTo>
                  <a:pt x="499939" y="54839"/>
                </a:lnTo>
                <a:lnTo>
                  <a:pt x="499948" y="54692"/>
                </a:lnTo>
                <a:lnTo>
                  <a:pt x="499956" y="54545"/>
                </a:lnTo>
                <a:lnTo>
                  <a:pt x="499963" y="54397"/>
                </a:lnTo>
                <a:lnTo>
                  <a:pt x="499970" y="54249"/>
                </a:lnTo>
                <a:lnTo>
                  <a:pt x="499976" y="54100"/>
                </a:lnTo>
                <a:lnTo>
                  <a:pt x="499982" y="53951"/>
                </a:lnTo>
                <a:lnTo>
                  <a:pt x="499987" y="53801"/>
                </a:lnTo>
                <a:lnTo>
                  <a:pt x="499991" y="53650"/>
                </a:lnTo>
                <a:lnTo>
                  <a:pt x="499995" y="53499"/>
                </a:lnTo>
                <a:lnTo>
                  <a:pt x="499998" y="53347"/>
                </a:lnTo>
                <a:lnTo>
                  <a:pt x="500001" y="53195"/>
                </a:lnTo>
                <a:lnTo>
                  <a:pt x="500003" y="53042"/>
                </a:lnTo>
                <a:lnTo>
                  <a:pt x="500004" y="52889"/>
                </a:lnTo>
                <a:lnTo>
                  <a:pt x="500005" y="52735"/>
                </a:lnTo>
                <a:lnTo>
                  <a:pt x="500006" y="52580"/>
                </a:lnTo>
                <a:lnTo>
                  <a:pt x="499994" y="51615"/>
                </a:lnTo>
                <a:lnTo>
                  <a:pt x="499957" y="50665"/>
                </a:lnTo>
                <a:lnTo>
                  <a:pt x="499897" y="49730"/>
                </a:lnTo>
                <a:lnTo>
                  <a:pt x="499813" y="48809"/>
                </a:lnTo>
                <a:lnTo>
                  <a:pt x="499705" y="47903"/>
                </a:lnTo>
                <a:lnTo>
                  <a:pt x="499572" y="47011"/>
                </a:lnTo>
                <a:lnTo>
                  <a:pt x="499416" y="46134"/>
                </a:lnTo>
                <a:lnTo>
                  <a:pt x="499235" y="45272"/>
                </a:lnTo>
                <a:lnTo>
                  <a:pt x="499031" y="44425"/>
                </a:lnTo>
                <a:lnTo>
                  <a:pt x="498802" y="43592"/>
                </a:lnTo>
                <a:lnTo>
                  <a:pt x="498549" y="42774"/>
                </a:lnTo>
                <a:lnTo>
                  <a:pt x="498273" y="41971"/>
                </a:lnTo>
                <a:lnTo>
                  <a:pt x="497972" y="41182"/>
                </a:lnTo>
                <a:lnTo>
                  <a:pt x="497647" y="40408"/>
                </a:lnTo>
                <a:lnTo>
                  <a:pt x="497298" y="39649"/>
                </a:lnTo>
                <a:lnTo>
                  <a:pt x="496925" y="38904"/>
                </a:lnTo>
                <a:lnTo>
                  <a:pt x="496528" y="38174"/>
                </a:lnTo>
                <a:lnTo>
                  <a:pt x="496106" y="37459"/>
                </a:lnTo>
                <a:lnTo>
                  <a:pt x="495661" y="36758"/>
                </a:lnTo>
                <a:lnTo>
                  <a:pt x="495192" y="36072"/>
                </a:lnTo>
                <a:lnTo>
                  <a:pt x="494698" y="35401"/>
                </a:lnTo>
                <a:lnTo>
                  <a:pt x="494181" y="34744"/>
                </a:lnTo>
                <a:lnTo>
                  <a:pt x="493639" y="34103"/>
                </a:lnTo>
                <a:lnTo>
                  <a:pt x="493074" y="33475"/>
                </a:lnTo>
                <a:lnTo>
                  <a:pt x="492500" y="32855"/>
                </a:lnTo>
                <a:lnTo>
                  <a:pt x="491906" y="32260"/>
                </a:lnTo>
                <a:lnTo>
                  <a:pt x="491291" y="31692"/>
                </a:lnTo>
                <a:lnTo>
                  <a:pt x="490655" y="31151"/>
                </a:lnTo>
                <a:lnTo>
                  <a:pt x="489999" y="30635"/>
                </a:lnTo>
                <a:lnTo>
                  <a:pt x="489323" y="30147"/>
                </a:lnTo>
                <a:lnTo>
                  <a:pt x="488625" y="29684"/>
                </a:lnTo>
                <a:lnTo>
                  <a:pt x="487908" y="29249"/>
                </a:lnTo>
                <a:lnTo>
                  <a:pt x="487170" y="28839"/>
                </a:lnTo>
                <a:lnTo>
                  <a:pt x="486411" y="28456"/>
                </a:lnTo>
                <a:lnTo>
                  <a:pt x="485632" y="28099"/>
                </a:lnTo>
                <a:lnTo>
                  <a:pt x="484832" y="27769"/>
                </a:lnTo>
                <a:lnTo>
                  <a:pt x="484011" y="27465"/>
                </a:lnTo>
                <a:lnTo>
                  <a:pt x="483170" y="27188"/>
                </a:lnTo>
                <a:lnTo>
                  <a:pt x="482309" y="26937"/>
                </a:lnTo>
                <a:lnTo>
                  <a:pt x="481427" y="26713"/>
                </a:lnTo>
                <a:lnTo>
                  <a:pt x="480524" y="26514"/>
                </a:lnTo>
                <a:lnTo>
                  <a:pt x="479601" y="26343"/>
                </a:lnTo>
                <a:lnTo>
                  <a:pt x="478658" y="26197"/>
                </a:lnTo>
                <a:lnTo>
                  <a:pt x="477693" y="26079"/>
                </a:lnTo>
                <a:lnTo>
                  <a:pt x="476709" y="25986"/>
                </a:lnTo>
                <a:lnTo>
                  <a:pt x="475703" y="25920"/>
                </a:lnTo>
                <a:lnTo>
                  <a:pt x="474677" y="25880"/>
                </a:lnTo>
                <a:lnTo>
                  <a:pt x="473631" y="25867"/>
                </a:lnTo>
                <a:lnTo>
                  <a:pt x="472944" y="25874"/>
                </a:lnTo>
                <a:lnTo>
                  <a:pt x="472263" y="25894"/>
                </a:lnTo>
                <a:lnTo>
                  <a:pt x="471589" y="25928"/>
                </a:lnTo>
                <a:lnTo>
                  <a:pt x="470921" y="25975"/>
                </a:lnTo>
                <a:lnTo>
                  <a:pt x="470260" y="26036"/>
                </a:lnTo>
                <a:lnTo>
                  <a:pt x="469605" y="26110"/>
                </a:lnTo>
                <a:lnTo>
                  <a:pt x="468957" y="26198"/>
                </a:lnTo>
                <a:lnTo>
                  <a:pt x="468315" y="26299"/>
                </a:lnTo>
                <a:lnTo>
                  <a:pt x="467679" y="26414"/>
                </a:lnTo>
                <a:lnTo>
                  <a:pt x="467050" y="26542"/>
                </a:lnTo>
                <a:lnTo>
                  <a:pt x="466428" y="26684"/>
                </a:lnTo>
                <a:lnTo>
                  <a:pt x="465812" y="26839"/>
                </a:lnTo>
                <a:lnTo>
                  <a:pt x="465202" y="27008"/>
                </a:lnTo>
                <a:lnTo>
                  <a:pt x="464599" y="27190"/>
                </a:lnTo>
                <a:lnTo>
                  <a:pt x="464002" y="27386"/>
                </a:lnTo>
                <a:lnTo>
                  <a:pt x="463412" y="27596"/>
                </a:lnTo>
                <a:lnTo>
                  <a:pt x="462828" y="27818"/>
                </a:lnTo>
                <a:lnTo>
                  <a:pt x="462251" y="28055"/>
                </a:lnTo>
                <a:lnTo>
                  <a:pt x="461680" y="28304"/>
                </a:lnTo>
                <a:lnTo>
                  <a:pt x="461115" y="28568"/>
                </a:lnTo>
                <a:lnTo>
                  <a:pt x="460557" y="28844"/>
                </a:lnTo>
                <a:lnTo>
                  <a:pt x="460006" y="29135"/>
                </a:lnTo>
                <a:lnTo>
                  <a:pt x="459461" y="29439"/>
                </a:lnTo>
                <a:lnTo>
                  <a:pt x="458922" y="29756"/>
                </a:lnTo>
                <a:lnTo>
                  <a:pt x="458406" y="30071"/>
                </a:lnTo>
                <a:lnTo>
                  <a:pt x="457902" y="30397"/>
                </a:lnTo>
                <a:lnTo>
                  <a:pt x="457409" y="30733"/>
                </a:lnTo>
                <a:lnTo>
                  <a:pt x="456926" y="31080"/>
                </a:lnTo>
                <a:lnTo>
                  <a:pt x="456455" y="31438"/>
                </a:lnTo>
                <a:lnTo>
                  <a:pt x="455995" y="31806"/>
                </a:lnTo>
                <a:lnTo>
                  <a:pt x="455546" y="32184"/>
                </a:lnTo>
                <a:lnTo>
                  <a:pt x="455109" y="32574"/>
                </a:lnTo>
                <a:lnTo>
                  <a:pt x="454682" y="32973"/>
                </a:lnTo>
                <a:lnTo>
                  <a:pt x="454267" y="33384"/>
                </a:lnTo>
                <a:lnTo>
                  <a:pt x="453863" y="33805"/>
                </a:lnTo>
                <a:lnTo>
                  <a:pt x="453470" y="34236"/>
                </a:lnTo>
                <a:lnTo>
                  <a:pt x="453088" y="34678"/>
                </a:lnTo>
                <a:lnTo>
                  <a:pt x="452717" y="35131"/>
                </a:lnTo>
                <a:lnTo>
                  <a:pt x="452358" y="35594"/>
                </a:lnTo>
                <a:lnTo>
                  <a:pt x="452009" y="36068"/>
                </a:lnTo>
                <a:lnTo>
                  <a:pt x="451672" y="36552"/>
                </a:lnTo>
                <a:lnTo>
                  <a:pt x="451346" y="37047"/>
                </a:lnTo>
                <a:lnTo>
                  <a:pt x="451031" y="37552"/>
                </a:lnTo>
                <a:lnTo>
                  <a:pt x="450727" y="38068"/>
                </a:lnTo>
                <a:lnTo>
                  <a:pt x="450435" y="38595"/>
                </a:lnTo>
                <a:lnTo>
                  <a:pt x="450153" y="39132"/>
                </a:lnTo>
                <a:lnTo>
                  <a:pt x="449883" y="39680"/>
                </a:lnTo>
                <a:lnTo>
                  <a:pt x="449624" y="40238"/>
                </a:lnTo>
                <a:lnTo>
                  <a:pt x="448778" y="27558"/>
                </a:lnTo>
                <a:lnTo>
                  <a:pt x="413274" y="27558"/>
                </a:lnTo>
                <a:lnTo>
                  <a:pt x="413274" y="40745"/>
                </a:lnTo>
                <a:lnTo>
                  <a:pt x="435084" y="40745"/>
                </a:lnTo>
                <a:lnTo>
                  <a:pt x="435084" y="100933"/>
                </a:lnTo>
                <a:lnTo>
                  <a:pt x="412429" y="100933"/>
                </a:lnTo>
                <a:lnTo>
                  <a:pt x="412429" y="113951"/>
                </a:lnTo>
                <a:lnTo>
                  <a:pt x="435084" y="113951"/>
                </a:lnTo>
                <a:lnTo>
                  <a:pt x="451652" y="113951"/>
                </a:lnTo>
                <a:lnTo>
                  <a:pt x="490369" y="113951"/>
                </a:lnTo>
                <a:lnTo>
                  <a:pt x="490369" y="100933"/>
                </a:lnTo>
                <a:lnTo>
                  <a:pt x="451652" y="100933"/>
                </a:lnTo>
                <a:lnTo>
                  <a:pt x="451652" y="60695"/>
                </a:lnTo>
                <a:lnTo>
                  <a:pt x="451655" y="60245"/>
                </a:lnTo>
                <a:lnTo>
                  <a:pt x="451665" y="59797"/>
                </a:lnTo>
                <a:lnTo>
                  <a:pt x="451681" y="59350"/>
                </a:lnTo>
                <a:close/>
                <a:moveTo>
                  <a:pt x="155894" y="115529"/>
                </a:moveTo>
                <a:lnTo>
                  <a:pt x="156816" y="115466"/>
                </a:lnTo>
                <a:lnTo>
                  <a:pt x="157726" y="115388"/>
                </a:lnTo>
                <a:lnTo>
                  <a:pt x="158626" y="115297"/>
                </a:lnTo>
                <a:lnTo>
                  <a:pt x="159515" y="115191"/>
                </a:lnTo>
                <a:lnTo>
                  <a:pt x="160392" y="115071"/>
                </a:lnTo>
                <a:lnTo>
                  <a:pt x="161258" y="114937"/>
                </a:lnTo>
                <a:lnTo>
                  <a:pt x="162113" y="114790"/>
                </a:lnTo>
                <a:lnTo>
                  <a:pt x="162957" y="114628"/>
                </a:lnTo>
                <a:lnTo>
                  <a:pt x="163790" y="114451"/>
                </a:lnTo>
                <a:lnTo>
                  <a:pt x="164611" y="114261"/>
                </a:lnTo>
                <a:lnTo>
                  <a:pt x="165422" y="114057"/>
                </a:lnTo>
                <a:lnTo>
                  <a:pt x="166221" y="113839"/>
                </a:lnTo>
                <a:lnTo>
                  <a:pt x="167009" y="113606"/>
                </a:lnTo>
                <a:lnTo>
                  <a:pt x="167786" y="113360"/>
                </a:lnTo>
                <a:lnTo>
                  <a:pt x="168552" y="113099"/>
                </a:lnTo>
                <a:lnTo>
                  <a:pt x="169306" y="112824"/>
                </a:lnTo>
                <a:lnTo>
                  <a:pt x="170050" y="112535"/>
                </a:lnTo>
                <a:lnTo>
                  <a:pt x="170782" y="112232"/>
                </a:lnTo>
                <a:lnTo>
                  <a:pt x="171503" y="111915"/>
                </a:lnTo>
                <a:lnTo>
                  <a:pt x="172213" y="111584"/>
                </a:lnTo>
                <a:lnTo>
                  <a:pt x="172925" y="111240"/>
                </a:lnTo>
                <a:lnTo>
                  <a:pt x="173623" y="110885"/>
                </a:lnTo>
                <a:lnTo>
                  <a:pt x="174308" y="110517"/>
                </a:lnTo>
                <a:lnTo>
                  <a:pt x="174980" y="110138"/>
                </a:lnTo>
                <a:lnTo>
                  <a:pt x="175637" y="109747"/>
                </a:lnTo>
                <a:lnTo>
                  <a:pt x="176282" y="109344"/>
                </a:lnTo>
                <a:lnTo>
                  <a:pt x="176912" y="108930"/>
                </a:lnTo>
                <a:lnTo>
                  <a:pt x="177530" y="108504"/>
                </a:lnTo>
                <a:lnTo>
                  <a:pt x="178133" y="108066"/>
                </a:lnTo>
                <a:lnTo>
                  <a:pt x="178724" y="107616"/>
                </a:lnTo>
                <a:lnTo>
                  <a:pt x="179300" y="107155"/>
                </a:lnTo>
                <a:lnTo>
                  <a:pt x="179864" y="106681"/>
                </a:lnTo>
                <a:lnTo>
                  <a:pt x="180413" y="106196"/>
                </a:lnTo>
                <a:lnTo>
                  <a:pt x="180950" y="105700"/>
                </a:lnTo>
                <a:lnTo>
                  <a:pt x="181472" y="105191"/>
                </a:lnTo>
                <a:lnTo>
                  <a:pt x="181982" y="104671"/>
                </a:lnTo>
                <a:lnTo>
                  <a:pt x="182477" y="104139"/>
                </a:lnTo>
                <a:lnTo>
                  <a:pt x="182960" y="103596"/>
                </a:lnTo>
                <a:lnTo>
                  <a:pt x="183428" y="103041"/>
                </a:lnTo>
                <a:lnTo>
                  <a:pt x="183884" y="102473"/>
                </a:lnTo>
                <a:lnTo>
                  <a:pt x="184325" y="101895"/>
                </a:lnTo>
                <a:lnTo>
                  <a:pt x="184754" y="101304"/>
                </a:lnTo>
                <a:lnTo>
                  <a:pt x="185168" y="100702"/>
                </a:lnTo>
                <a:lnTo>
                  <a:pt x="185570" y="100088"/>
                </a:lnTo>
                <a:lnTo>
                  <a:pt x="185970" y="99449"/>
                </a:lnTo>
                <a:lnTo>
                  <a:pt x="186353" y="98801"/>
                </a:lnTo>
                <a:lnTo>
                  <a:pt x="186719" y="98143"/>
                </a:lnTo>
                <a:lnTo>
                  <a:pt x="187068" y="97477"/>
                </a:lnTo>
                <a:lnTo>
                  <a:pt x="187400" y="96800"/>
                </a:lnTo>
                <a:lnTo>
                  <a:pt x="187715" y="96115"/>
                </a:lnTo>
                <a:lnTo>
                  <a:pt x="188013" y="95420"/>
                </a:lnTo>
                <a:lnTo>
                  <a:pt x="188294" y="94715"/>
                </a:lnTo>
                <a:lnTo>
                  <a:pt x="188557" y="94001"/>
                </a:lnTo>
                <a:lnTo>
                  <a:pt x="188804" y="93278"/>
                </a:lnTo>
                <a:lnTo>
                  <a:pt x="189034" y="92545"/>
                </a:lnTo>
                <a:lnTo>
                  <a:pt x="189247" y="91803"/>
                </a:lnTo>
                <a:lnTo>
                  <a:pt x="189443" y="91052"/>
                </a:lnTo>
                <a:lnTo>
                  <a:pt x="189621" y="90291"/>
                </a:lnTo>
                <a:lnTo>
                  <a:pt x="189783" y="89521"/>
                </a:lnTo>
                <a:lnTo>
                  <a:pt x="189928" y="88741"/>
                </a:lnTo>
                <a:lnTo>
                  <a:pt x="190056" y="87953"/>
                </a:lnTo>
                <a:lnTo>
                  <a:pt x="190166" y="87154"/>
                </a:lnTo>
                <a:lnTo>
                  <a:pt x="190260" y="86346"/>
                </a:lnTo>
                <a:lnTo>
                  <a:pt x="190336" y="85529"/>
                </a:lnTo>
                <a:lnTo>
                  <a:pt x="190396" y="84703"/>
                </a:lnTo>
                <a:lnTo>
                  <a:pt x="190439" y="83867"/>
                </a:lnTo>
                <a:lnTo>
                  <a:pt x="190464" y="83021"/>
                </a:lnTo>
                <a:lnTo>
                  <a:pt x="190473" y="82167"/>
                </a:lnTo>
                <a:lnTo>
                  <a:pt x="174580" y="82167"/>
                </a:lnTo>
                <a:lnTo>
                  <a:pt x="174570" y="83072"/>
                </a:lnTo>
                <a:lnTo>
                  <a:pt x="174540" y="83958"/>
                </a:lnTo>
                <a:lnTo>
                  <a:pt x="174490" y="84824"/>
                </a:lnTo>
                <a:lnTo>
                  <a:pt x="174421" y="85670"/>
                </a:lnTo>
                <a:lnTo>
                  <a:pt x="174331" y="86496"/>
                </a:lnTo>
                <a:lnTo>
                  <a:pt x="174221" y="87302"/>
                </a:lnTo>
                <a:lnTo>
                  <a:pt x="174091" y="88088"/>
                </a:lnTo>
                <a:lnTo>
                  <a:pt x="173942" y="88854"/>
                </a:lnTo>
                <a:lnTo>
                  <a:pt x="173772" y="89600"/>
                </a:lnTo>
                <a:lnTo>
                  <a:pt x="173582" y="90326"/>
                </a:lnTo>
                <a:lnTo>
                  <a:pt x="173373" y="91033"/>
                </a:lnTo>
                <a:lnTo>
                  <a:pt x="173143" y="91719"/>
                </a:lnTo>
                <a:lnTo>
                  <a:pt x="172894" y="92385"/>
                </a:lnTo>
                <a:lnTo>
                  <a:pt x="172624" y="93032"/>
                </a:lnTo>
                <a:lnTo>
                  <a:pt x="172335" y="93658"/>
                </a:lnTo>
                <a:lnTo>
                  <a:pt x="172026" y="94264"/>
                </a:lnTo>
                <a:lnTo>
                  <a:pt x="171696" y="94851"/>
                </a:lnTo>
                <a:lnTo>
                  <a:pt x="171347" y="95417"/>
                </a:lnTo>
                <a:lnTo>
                  <a:pt x="170978" y="95964"/>
                </a:lnTo>
                <a:lnTo>
                  <a:pt x="170588" y="96490"/>
                </a:lnTo>
                <a:lnTo>
                  <a:pt x="170179" y="96997"/>
                </a:lnTo>
                <a:lnTo>
                  <a:pt x="169750" y="97484"/>
                </a:lnTo>
                <a:lnTo>
                  <a:pt x="169301" y="97950"/>
                </a:lnTo>
                <a:lnTo>
                  <a:pt x="168832" y="98397"/>
                </a:lnTo>
                <a:lnTo>
                  <a:pt x="168358" y="98825"/>
                </a:lnTo>
                <a:lnTo>
                  <a:pt x="167866" y="99234"/>
                </a:lnTo>
                <a:lnTo>
                  <a:pt x="167355" y="99625"/>
                </a:lnTo>
                <a:lnTo>
                  <a:pt x="166827" y="99999"/>
                </a:lnTo>
                <a:lnTo>
                  <a:pt x="166280" y="100353"/>
                </a:lnTo>
                <a:lnTo>
                  <a:pt x="165715" y="100690"/>
                </a:lnTo>
                <a:lnTo>
                  <a:pt x="165132" y="101009"/>
                </a:lnTo>
                <a:lnTo>
                  <a:pt x="164530" y="101309"/>
                </a:lnTo>
                <a:lnTo>
                  <a:pt x="163911" y="101591"/>
                </a:lnTo>
                <a:lnTo>
                  <a:pt x="163273" y="101855"/>
                </a:lnTo>
                <a:lnTo>
                  <a:pt x="162617" y="102100"/>
                </a:lnTo>
                <a:lnTo>
                  <a:pt x="161943" y="102328"/>
                </a:lnTo>
                <a:lnTo>
                  <a:pt x="161250" y="102537"/>
                </a:lnTo>
                <a:lnTo>
                  <a:pt x="160540" y="102728"/>
                </a:lnTo>
                <a:lnTo>
                  <a:pt x="159811" y="102901"/>
                </a:lnTo>
                <a:lnTo>
                  <a:pt x="159064" y="103056"/>
                </a:lnTo>
                <a:lnTo>
                  <a:pt x="158299" y="103192"/>
                </a:lnTo>
                <a:lnTo>
                  <a:pt x="157515" y="103311"/>
                </a:lnTo>
                <a:lnTo>
                  <a:pt x="156714" y="103411"/>
                </a:lnTo>
                <a:lnTo>
                  <a:pt x="155894" y="103493"/>
                </a:lnTo>
                <a:lnTo>
                  <a:pt x="155056" y="103556"/>
                </a:lnTo>
                <a:lnTo>
                  <a:pt x="154200" y="103602"/>
                </a:lnTo>
                <a:lnTo>
                  <a:pt x="153325" y="103629"/>
                </a:lnTo>
                <a:lnTo>
                  <a:pt x="152433" y="103638"/>
                </a:lnTo>
                <a:lnTo>
                  <a:pt x="151621" y="103626"/>
                </a:lnTo>
                <a:lnTo>
                  <a:pt x="150822" y="103590"/>
                </a:lnTo>
                <a:lnTo>
                  <a:pt x="150034" y="103530"/>
                </a:lnTo>
                <a:lnTo>
                  <a:pt x="149258" y="103446"/>
                </a:lnTo>
                <a:lnTo>
                  <a:pt x="148494" y="103337"/>
                </a:lnTo>
                <a:lnTo>
                  <a:pt x="147741" y="103205"/>
                </a:lnTo>
                <a:lnTo>
                  <a:pt x="147000" y="103048"/>
                </a:lnTo>
                <a:lnTo>
                  <a:pt x="146271" y="102868"/>
                </a:lnTo>
                <a:lnTo>
                  <a:pt x="145554" y="102663"/>
                </a:lnTo>
                <a:lnTo>
                  <a:pt x="144848" y="102435"/>
                </a:lnTo>
                <a:lnTo>
                  <a:pt x="144154" y="102182"/>
                </a:lnTo>
                <a:lnTo>
                  <a:pt x="143472" y="101905"/>
                </a:lnTo>
                <a:lnTo>
                  <a:pt x="142802" y="101604"/>
                </a:lnTo>
                <a:lnTo>
                  <a:pt x="142143" y="101279"/>
                </a:lnTo>
                <a:lnTo>
                  <a:pt x="141496" y="100930"/>
                </a:lnTo>
                <a:lnTo>
                  <a:pt x="140861" y="100557"/>
                </a:lnTo>
                <a:lnTo>
                  <a:pt x="140237" y="100160"/>
                </a:lnTo>
                <a:lnTo>
                  <a:pt x="139626" y="99739"/>
                </a:lnTo>
                <a:lnTo>
                  <a:pt x="139026" y="99294"/>
                </a:lnTo>
                <a:lnTo>
                  <a:pt x="138438" y="98824"/>
                </a:lnTo>
                <a:lnTo>
                  <a:pt x="137861" y="98331"/>
                </a:lnTo>
                <a:lnTo>
                  <a:pt x="137296" y="97814"/>
                </a:lnTo>
                <a:lnTo>
                  <a:pt x="136743" y="97272"/>
                </a:lnTo>
                <a:lnTo>
                  <a:pt x="136202" y="96706"/>
                </a:lnTo>
                <a:lnTo>
                  <a:pt x="135678" y="96118"/>
                </a:lnTo>
                <a:lnTo>
                  <a:pt x="135176" y="95507"/>
                </a:lnTo>
                <a:lnTo>
                  <a:pt x="134696" y="94873"/>
                </a:lnTo>
                <a:lnTo>
                  <a:pt x="134239" y="94217"/>
                </a:lnTo>
                <a:lnTo>
                  <a:pt x="133804" y="93539"/>
                </a:lnTo>
                <a:lnTo>
                  <a:pt x="133391" y="92839"/>
                </a:lnTo>
                <a:lnTo>
                  <a:pt x="133001" y="92116"/>
                </a:lnTo>
                <a:lnTo>
                  <a:pt x="132633" y="91371"/>
                </a:lnTo>
                <a:lnTo>
                  <a:pt x="132287" y="90604"/>
                </a:lnTo>
                <a:lnTo>
                  <a:pt x="131964" y="89815"/>
                </a:lnTo>
                <a:lnTo>
                  <a:pt x="131663" y="89003"/>
                </a:lnTo>
                <a:lnTo>
                  <a:pt x="131384" y="88169"/>
                </a:lnTo>
                <a:lnTo>
                  <a:pt x="131127" y="87312"/>
                </a:lnTo>
                <a:lnTo>
                  <a:pt x="130893" y="86433"/>
                </a:lnTo>
                <a:lnTo>
                  <a:pt x="130681" y="85532"/>
                </a:lnTo>
                <a:lnTo>
                  <a:pt x="130491" y="84609"/>
                </a:lnTo>
                <a:lnTo>
                  <a:pt x="130324" y="83663"/>
                </a:lnTo>
                <a:lnTo>
                  <a:pt x="130179" y="82695"/>
                </a:lnTo>
                <a:lnTo>
                  <a:pt x="130056" y="81705"/>
                </a:lnTo>
                <a:lnTo>
                  <a:pt x="129956" y="80692"/>
                </a:lnTo>
                <a:lnTo>
                  <a:pt x="129878" y="79657"/>
                </a:lnTo>
                <a:lnTo>
                  <a:pt x="129822" y="78600"/>
                </a:lnTo>
                <a:lnTo>
                  <a:pt x="129789" y="77520"/>
                </a:lnTo>
                <a:lnTo>
                  <a:pt x="129778" y="76418"/>
                </a:lnTo>
                <a:lnTo>
                  <a:pt x="129778" y="73544"/>
                </a:lnTo>
                <a:lnTo>
                  <a:pt x="190473" y="73544"/>
                </a:lnTo>
                <a:lnTo>
                  <a:pt x="190473" y="62048"/>
                </a:lnTo>
                <a:lnTo>
                  <a:pt x="190464" y="61178"/>
                </a:lnTo>
                <a:lnTo>
                  <a:pt x="190440" y="60317"/>
                </a:lnTo>
                <a:lnTo>
                  <a:pt x="190399" y="59464"/>
                </a:lnTo>
                <a:lnTo>
                  <a:pt x="190341" y="58619"/>
                </a:lnTo>
                <a:lnTo>
                  <a:pt x="190267" y="57783"/>
                </a:lnTo>
                <a:lnTo>
                  <a:pt x="190177" y="56954"/>
                </a:lnTo>
                <a:lnTo>
                  <a:pt x="190070" y="56134"/>
                </a:lnTo>
                <a:lnTo>
                  <a:pt x="189947" y="55323"/>
                </a:lnTo>
                <a:lnTo>
                  <a:pt x="189807" y="54519"/>
                </a:lnTo>
                <a:lnTo>
                  <a:pt x="189651" y="53723"/>
                </a:lnTo>
                <a:lnTo>
                  <a:pt x="189478" y="52936"/>
                </a:lnTo>
                <a:lnTo>
                  <a:pt x="189289" y="52157"/>
                </a:lnTo>
                <a:lnTo>
                  <a:pt x="189084" y="51386"/>
                </a:lnTo>
                <a:lnTo>
                  <a:pt x="188862" y="50624"/>
                </a:lnTo>
                <a:lnTo>
                  <a:pt x="188623" y="49870"/>
                </a:lnTo>
                <a:lnTo>
                  <a:pt x="188369" y="49123"/>
                </a:lnTo>
                <a:lnTo>
                  <a:pt x="188097" y="48385"/>
                </a:lnTo>
                <a:lnTo>
                  <a:pt x="187810" y="47656"/>
                </a:lnTo>
                <a:lnTo>
                  <a:pt x="187506" y="46934"/>
                </a:lnTo>
                <a:lnTo>
                  <a:pt x="187185" y="46221"/>
                </a:lnTo>
                <a:lnTo>
                  <a:pt x="186848" y="45516"/>
                </a:lnTo>
                <a:lnTo>
                  <a:pt x="186495" y="44819"/>
                </a:lnTo>
                <a:lnTo>
                  <a:pt x="186125" y="44131"/>
                </a:lnTo>
                <a:lnTo>
                  <a:pt x="185739" y="43450"/>
                </a:lnTo>
                <a:lnTo>
                  <a:pt x="185352" y="42780"/>
                </a:lnTo>
                <a:lnTo>
                  <a:pt x="184951" y="42121"/>
                </a:lnTo>
                <a:lnTo>
                  <a:pt x="184537" y="41474"/>
                </a:lnTo>
                <a:lnTo>
                  <a:pt x="184109" y="40839"/>
                </a:lnTo>
                <a:lnTo>
                  <a:pt x="183668" y="40216"/>
                </a:lnTo>
                <a:lnTo>
                  <a:pt x="183213" y="39604"/>
                </a:lnTo>
                <a:lnTo>
                  <a:pt x="182745" y="39004"/>
                </a:lnTo>
                <a:lnTo>
                  <a:pt x="182264" y="38416"/>
                </a:lnTo>
                <a:lnTo>
                  <a:pt x="181768" y="37839"/>
                </a:lnTo>
                <a:lnTo>
                  <a:pt x="181260" y="37275"/>
                </a:lnTo>
                <a:lnTo>
                  <a:pt x="180737" y="36722"/>
                </a:lnTo>
                <a:lnTo>
                  <a:pt x="180202" y="36180"/>
                </a:lnTo>
                <a:lnTo>
                  <a:pt x="179653" y="35651"/>
                </a:lnTo>
                <a:lnTo>
                  <a:pt x="179090" y="35133"/>
                </a:lnTo>
                <a:lnTo>
                  <a:pt x="178514" y="34627"/>
                </a:lnTo>
                <a:lnTo>
                  <a:pt x="177924" y="34133"/>
                </a:lnTo>
                <a:lnTo>
                  <a:pt x="177321" y="33650"/>
                </a:lnTo>
                <a:lnTo>
                  <a:pt x="176704" y="33179"/>
                </a:lnTo>
                <a:lnTo>
                  <a:pt x="176074" y="32720"/>
                </a:lnTo>
                <a:lnTo>
                  <a:pt x="175430" y="32273"/>
                </a:lnTo>
                <a:lnTo>
                  <a:pt x="174773" y="31837"/>
                </a:lnTo>
                <a:lnTo>
                  <a:pt x="174102" y="31414"/>
                </a:lnTo>
                <a:lnTo>
                  <a:pt x="173418" y="31002"/>
                </a:lnTo>
                <a:lnTo>
                  <a:pt x="172721" y="30601"/>
                </a:lnTo>
                <a:lnTo>
                  <a:pt x="172024" y="30215"/>
                </a:lnTo>
                <a:lnTo>
                  <a:pt x="171316" y="29845"/>
                </a:lnTo>
                <a:lnTo>
                  <a:pt x="170597" y="29492"/>
                </a:lnTo>
                <a:lnTo>
                  <a:pt x="169865" y="29155"/>
                </a:lnTo>
                <a:lnTo>
                  <a:pt x="169122" y="28834"/>
                </a:lnTo>
                <a:lnTo>
                  <a:pt x="168367" y="28530"/>
                </a:lnTo>
                <a:lnTo>
                  <a:pt x="167600" y="28242"/>
                </a:lnTo>
                <a:lnTo>
                  <a:pt x="166822" y="27971"/>
                </a:lnTo>
                <a:lnTo>
                  <a:pt x="166032" y="27716"/>
                </a:lnTo>
                <a:lnTo>
                  <a:pt x="165230" y="27478"/>
                </a:lnTo>
                <a:lnTo>
                  <a:pt x="164416" y="27256"/>
                </a:lnTo>
                <a:lnTo>
                  <a:pt x="163591" y="27051"/>
                </a:lnTo>
                <a:lnTo>
                  <a:pt x="162754" y="26862"/>
                </a:lnTo>
                <a:lnTo>
                  <a:pt x="161905" y="26689"/>
                </a:lnTo>
                <a:lnTo>
                  <a:pt x="161044" y="26533"/>
                </a:lnTo>
                <a:lnTo>
                  <a:pt x="160172" y="26393"/>
                </a:lnTo>
                <a:lnTo>
                  <a:pt x="159288" y="26270"/>
                </a:lnTo>
                <a:lnTo>
                  <a:pt x="158392" y="26163"/>
                </a:lnTo>
                <a:lnTo>
                  <a:pt x="157485" y="26073"/>
                </a:lnTo>
                <a:lnTo>
                  <a:pt x="156565" y="25999"/>
                </a:lnTo>
                <a:lnTo>
                  <a:pt x="155634" y="25941"/>
                </a:lnTo>
                <a:lnTo>
                  <a:pt x="154691" y="25900"/>
                </a:lnTo>
                <a:lnTo>
                  <a:pt x="153737" y="25875"/>
                </a:lnTo>
                <a:lnTo>
                  <a:pt x="152771" y="25867"/>
                </a:lnTo>
                <a:lnTo>
                  <a:pt x="151734" y="25877"/>
                </a:lnTo>
                <a:lnTo>
                  <a:pt x="150709" y="25905"/>
                </a:lnTo>
                <a:lnTo>
                  <a:pt x="149696" y="25952"/>
                </a:lnTo>
                <a:lnTo>
                  <a:pt x="148694" y="26018"/>
                </a:lnTo>
                <a:lnTo>
                  <a:pt x="147705" y="26102"/>
                </a:lnTo>
                <a:lnTo>
                  <a:pt x="146727" y="26205"/>
                </a:lnTo>
                <a:lnTo>
                  <a:pt x="145760" y="26327"/>
                </a:lnTo>
                <a:lnTo>
                  <a:pt x="144806" y="26468"/>
                </a:lnTo>
                <a:lnTo>
                  <a:pt x="143863" y="26628"/>
                </a:lnTo>
                <a:lnTo>
                  <a:pt x="142932" y="26807"/>
                </a:lnTo>
                <a:lnTo>
                  <a:pt x="142013" y="27004"/>
                </a:lnTo>
                <a:lnTo>
                  <a:pt x="141105" y="27220"/>
                </a:lnTo>
                <a:lnTo>
                  <a:pt x="140209" y="27455"/>
                </a:lnTo>
                <a:lnTo>
                  <a:pt x="139325" y="27708"/>
                </a:lnTo>
                <a:lnTo>
                  <a:pt x="138453" y="27981"/>
                </a:lnTo>
                <a:lnTo>
                  <a:pt x="137592" y="28272"/>
                </a:lnTo>
                <a:lnTo>
                  <a:pt x="136743" y="28582"/>
                </a:lnTo>
                <a:lnTo>
                  <a:pt x="135906" y="28910"/>
                </a:lnTo>
                <a:lnTo>
                  <a:pt x="135081" y="29258"/>
                </a:lnTo>
                <a:lnTo>
                  <a:pt x="134267" y="29624"/>
                </a:lnTo>
                <a:lnTo>
                  <a:pt x="133465" y="30009"/>
                </a:lnTo>
                <a:lnTo>
                  <a:pt x="132675" y="30413"/>
                </a:lnTo>
                <a:lnTo>
                  <a:pt x="131897" y="30836"/>
                </a:lnTo>
                <a:lnTo>
                  <a:pt x="131130" y="31277"/>
                </a:lnTo>
                <a:lnTo>
                  <a:pt x="130377" y="31722"/>
                </a:lnTo>
                <a:lnTo>
                  <a:pt x="129638" y="32181"/>
                </a:lnTo>
                <a:lnTo>
                  <a:pt x="128914" y="32656"/>
                </a:lnTo>
                <a:lnTo>
                  <a:pt x="128204" y="33147"/>
                </a:lnTo>
                <a:lnTo>
                  <a:pt x="127510" y="33652"/>
                </a:lnTo>
                <a:lnTo>
                  <a:pt x="126829" y="34173"/>
                </a:lnTo>
                <a:lnTo>
                  <a:pt x="126164" y="34709"/>
                </a:lnTo>
                <a:lnTo>
                  <a:pt x="125513" y="35260"/>
                </a:lnTo>
                <a:lnTo>
                  <a:pt x="124877" y="35826"/>
                </a:lnTo>
                <a:lnTo>
                  <a:pt x="124256" y="36408"/>
                </a:lnTo>
                <a:lnTo>
                  <a:pt x="123649" y="37005"/>
                </a:lnTo>
                <a:lnTo>
                  <a:pt x="123057" y="37617"/>
                </a:lnTo>
                <a:lnTo>
                  <a:pt x="122480" y="38245"/>
                </a:lnTo>
                <a:lnTo>
                  <a:pt x="121917" y="38888"/>
                </a:lnTo>
                <a:lnTo>
                  <a:pt x="121369" y="39546"/>
                </a:lnTo>
                <a:lnTo>
                  <a:pt x="120836" y="40219"/>
                </a:lnTo>
                <a:lnTo>
                  <a:pt x="120317" y="40908"/>
                </a:lnTo>
                <a:lnTo>
                  <a:pt x="119813" y="41612"/>
                </a:lnTo>
                <a:lnTo>
                  <a:pt x="119324" y="42331"/>
                </a:lnTo>
                <a:lnTo>
                  <a:pt x="118849" y="43065"/>
                </a:lnTo>
                <a:lnTo>
                  <a:pt x="118389" y="43815"/>
                </a:lnTo>
                <a:lnTo>
                  <a:pt x="117944" y="44580"/>
                </a:lnTo>
                <a:lnTo>
                  <a:pt x="117513" y="45360"/>
                </a:lnTo>
                <a:lnTo>
                  <a:pt x="117097" y="46155"/>
                </a:lnTo>
                <a:lnTo>
                  <a:pt x="116697" y="46965"/>
                </a:lnTo>
                <a:lnTo>
                  <a:pt x="116314" y="47786"/>
                </a:lnTo>
                <a:lnTo>
                  <a:pt x="115948" y="48620"/>
                </a:lnTo>
                <a:lnTo>
                  <a:pt x="115599" y="49466"/>
                </a:lnTo>
                <a:lnTo>
                  <a:pt x="115267" y="50325"/>
                </a:lnTo>
                <a:lnTo>
                  <a:pt x="114952" y="51196"/>
                </a:lnTo>
                <a:lnTo>
                  <a:pt x="114655" y="52079"/>
                </a:lnTo>
                <a:lnTo>
                  <a:pt x="114374" y="52974"/>
                </a:lnTo>
                <a:lnTo>
                  <a:pt x="114110" y="53882"/>
                </a:lnTo>
                <a:lnTo>
                  <a:pt x="113863" y="54802"/>
                </a:lnTo>
                <a:lnTo>
                  <a:pt x="113633" y="55735"/>
                </a:lnTo>
                <a:lnTo>
                  <a:pt x="113420" y="56680"/>
                </a:lnTo>
                <a:lnTo>
                  <a:pt x="113225" y="57637"/>
                </a:lnTo>
                <a:lnTo>
                  <a:pt x="113046" y="58606"/>
                </a:lnTo>
                <a:lnTo>
                  <a:pt x="112884" y="59588"/>
                </a:lnTo>
                <a:lnTo>
                  <a:pt x="112739" y="60582"/>
                </a:lnTo>
                <a:lnTo>
                  <a:pt x="112612" y="61589"/>
                </a:lnTo>
                <a:lnTo>
                  <a:pt x="112501" y="62608"/>
                </a:lnTo>
                <a:lnTo>
                  <a:pt x="112407" y="63639"/>
                </a:lnTo>
                <a:lnTo>
                  <a:pt x="112331" y="64682"/>
                </a:lnTo>
                <a:lnTo>
                  <a:pt x="112271" y="65738"/>
                </a:lnTo>
                <a:lnTo>
                  <a:pt x="112229" y="66806"/>
                </a:lnTo>
                <a:lnTo>
                  <a:pt x="112203" y="67887"/>
                </a:lnTo>
                <a:lnTo>
                  <a:pt x="112195" y="68979"/>
                </a:lnTo>
                <a:lnTo>
                  <a:pt x="112195" y="72530"/>
                </a:lnTo>
                <a:lnTo>
                  <a:pt x="112202" y="73582"/>
                </a:lnTo>
                <a:lnTo>
                  <a:pt x="112224" y="74623"/>
                </a:lnTo>
                <a:lnTo>
                  <a:pt x="112261" y="75655"/>
                </a:lnTo>
                <a:lnTo>
                  <a:pt x="112312" y="76677"/>
                </a:lnTo>
                <a:lnTo>
                  <a:pt x="112378" y="77688"/>
                </a:lnTo>
                <a:lnTo>
                  <a:pt x="112459" y="78690"/>
                </a:lnTo>
                <a:lnTo>
                  <a:pt x="112554" y="79682"/>
                </a:lnTo>
                <a:lnTo>
                  <a:pt x="112664" y="80664"/>
                </a:lnTo>
                <a:lnTo>
                  <a:pt x="112789" y="81636"/>
                </a:lnTo>
                <a:lnTo>
                  <a:pt x="112928" y="82598"/>
                </a:lnTo>
                <a:lnTo>
                  <a:pt x="113082" y="83549"/>
                </a:lnTo>
                <a:lnTo>
                  <a:pt x="113251" y="84491"/>
                </a:lnTo>
                <a:lnTo>
                  <a:pt x="113435" y="85423"/>
                </a:lnTo>
                <a:lnTo>
                  <a:pt x="113633" y="86345"/>
                </a:lnTo>
                <a:lnTo>
                  <a:pt x="113846" y="87257"/>
                </a:lnTo>
                <a:lnTo>
                  <a:pt x="114073" y="88159"/>
                </a:lnTo>
                <a:lnTo>
                  <a:pt x="114315" y="89051"/>
                </a:lnTo>
                <a:lnTo>
                  <a:pt x="114572" y="89933"/>
                </a:lnTo>
                <a:lnTo>
                  <a:pt x="114844" y="90805"/>
                </a:lnTo>
                <a:lnTo>
                  <a:pt x="115130" y="91667"/>
                </a:lnTo>
                <a:lnTo>
                  <a:pt x="115431" y="92519"/>
                </a:lnTo>
                <a:lnTo>
                  <a:pt x="115746" y="93361"/>
                </a:lnTo>
                <a:lnTo>
                  <a:pt x="116076" y="94194"/>
                </a:lnTo>
                <a:lnTo>
                  <a:pt x="116421" y="95016"/>
                </a:lnTo>
                <a:lnTo>
                  <a:pt x="116795" y="95825"/>
                </a:lnTo>
                <a:lnTo>
                  <a:pt x="117184" y="96620"/>
                </a:lnTo>
                <a:lnTo>
                  <a:pt x="117589" y="97399"/>
                </a:lnTo>
                <a:lnTo>
                  <a:pt x="118009" y="98162"/>
                </a:lnTo>
                <a:lnTo>
                  <a:pt x="118444" y="98911"/>
                </a:lnTo>
                <a:lnTo>
                  <a:pt x="118894" y="99644"/>
                </a:lnTo>
                <a:lnTo>
                  <a:pt x="119359" y="100362"/>
                </a:lnTo>
                <a:lnTo>
                  <a:pt x="119840" y="101065"/>
                </a:lnTo>
                <a:lnTo>
                  <a:pt x="120336" y="101752"/>
                </a:lnTo>
                <a:lnTo>
                  <a:pt x="120847" y="102424"/>
                </a:lnTo>
                <a:lnTo>
                  <a:pt x="121374" y="103081"/>
                </a:lnTo>
                <a:lnTo>
                  <a:pt x="121916" y="103723"/>
                </a:lnTo>
                <a:lnTo>
                  <a:pt x="122473" y="104349"/>
                </a:lnTo>
                <a:lnTo>
                  <a:pt x="123045" y="104960"/>
                </a:lnTo>
                <a:lnTo>
                  <a:pt x="123633" y="105556"/>
                </a:lnTo>
                <a:lnTo>
                  <a:pt x="124236" y="106137"/>
                </a:lnTo>
                <a:lnTo>
                  <a:pt x="124854" y="106702"/>
                </a:lnTo>
                <a:lnTo>
                  <a:pt x="125487" y="107252"/>
                </a:lnTo>
                <a:lnTo>
                  <a:pt x="126136" y="107787"/>
                </a:lnTo>
                <a:lnTo>
                  <a:pt x="126800" y="108306"/>
                </a:lnTo>
                <a:lnTo>
                  <a:pt x="127479" y="108811"/>
                </a:lnTo>
                <a:lnTo>
                  <a:pt x="128174" y="109300"/>
                </a:lnTo>
                <a:lnTo>
                  <a:pt x="128883" y="109773"/>
                </a:lnTo>
                <a:lnTo>
                  <a:pt x="129608" y="110232"/>
                </a:lnTo>
                <a:lnTo>
                  <a:pt x="130363" y="110673"/>
                </a:lnTo>
                <a:lnTo>
                  <a:pt x="131134" y="111096"/>
                </a:lnTo>
                <a:lnTo>
                  <a:pt x="131920" y="111500"/>
                </a:lnTo>
                <a:lnTo>
                  <a:pt x="132722" y="111885"/>
                </a:lnTo>
                <a:lnTo>
                  <a:pt x="133540" y="112251"/>
                </a:lnTo>
                <a:lnTo>
                  <a:pt x="134374" y="112599"/>
                </a:lnTo>
                <a:lnTo>
                  <a:pt x="135224" y="112927"/>
                </a:lnTo>
                <a:lnTo>
                  <a:pt x="136089" y="113237"/>
                </a:lnTo>
                <a:lnTo>
                  <a:pt x="136971" y="113529"/>
                </a:lnTo>
                <a:lnTo>
                  <a:pt x="137868" y="113801"/>
                </a:lnTo>
                <a:lnTo>
                  <a:pt x="138781" y="114055"/>
                </a:lnTo>
                <a:lnTo>
                  <a:pt x="139710" y="114289"/>
                </a:lnTo>
                <a:lnTo>
                  <a:pt x="140655" y="114505"/>
                </a:lnTo>
                <a:lnTo>
                  <a:pt x="141616" y="114703"/>
                </a:lnTo>
                <a:lnTo>
                  <a:pt x="142592" y="114881"/>
                </a:lnTo>
                <a:lnTo>
                  <a:pt x="143585" y="115041"/>
                </a:lnTo>
                <a:lnTo>
                  <a:pt x="144593" y="115182"/>
                </a:lnTo>
                <a:lnTo>
                  <a:pt x="145617" y="115304"/>
                </a:lnTo>
                <a:lnTo>
                  <a:pt x="146657" y="115407"/>
                </a:lnTo>
                <a:lnTo>
                  <a:pt x="147713" y="115492"/>
                </a:lnTo>
                <a:lnTo>
                  <a:pt x="148784" y="115557"/>
                </a:lnTo>
                <a:lnTo>
                  <a:pt x="149872" y="115604"/>
                </a:lnTo>
                <a:lnTo>
                  <a:pt x="150975" y="115633"/>
                </a:lnTo>
                <a:lnTo>
                  <a:pt x="152094" y="115642"/>
                </a:lnTo>
                <a:lnTo>
                  <a:pt x="153061" y="115635"/>
                </a:lnTo>
                <a:lnTo>
                  <a:pt x="154016" y="115614"/>
                </a:lnTo>
                <a:lnTo>
                  <a:pt x="154961" y="115579"/>
                </a:lnTo>
                <a:lnTo>
                  <a:pt x="155894" y="115529"/>
                </a:lnTo>
                <a:close/>
                <a:moveTo>
                  <a:pt x="129986" y="60278"/>
                </a:moveTo>
                <a:lnTo>
                  <a:pt x="130017" y="59803"/>
                </a:lnTo>
                <a:lnTo>
                  <a:pt x="130057" y="59329"/>
                </a:lnTo>
                <a:lnTo>
                  <a:pt x="130105" y="58856"/>
                </a:lnTo>
                <a:lnTo>
                  <a:pt x="130162" y="58385"/>
                </a:lnTo>
                <a:lnTo>
                  <a:pt x="130228" y="57915"/>
                </a:lnTo>
                <a:lnTo>
                  <a:pt x="130303" y="57446"/>
                </a:lnTo>
                <a:lnTo>
                  <a:pt x="130387" y="56978"/>
                </a:lnTo>
                <a:lnTo>
                  <a:pt x="130479" y="56511"/>
                </a:lnTo>
                <a:lnTo>
                  <a:pt x="130581" y="56046"/>
                </a:lnTo>
                <a:lnTo>
                  <a:pt x="130691" y="55581"/>
                </a:lnTo>
                <a:lnTo>
                  <a:pt x="130810" y="55118"/>
                </a:lnTo>
                <a:lnTo>
                  <a:pt x="130937" y="54656"/>
                </a:lnTo>
                <a:lnTo>
                  <a:pt x="131074" y="54195"/>
                </a:lnTo>
                <a:lnTo>
                  <a:pt x="131219" y="53736"/>
                </a:lnTo>
                <a:lnTo>
                  <a:pt x="131373" y="53277"/>
                </a:lnTo>
                <a:lnTo>
                  <a:pt x="131536" y="52820"/>
                </a:lnTo>
                <a:lnTo>
                  <a:pt x="131708" y="52364"/>
                </a:lnTo>
                <a:lnTo>
                  <a:pt x="131888" y="51909"/>
                </a:lnTo>
                <a:lnTo>
                  <a:pt x="132078" y="51455"/>
                </a:lnTo>
                <a:lnTo>
                  <a:pt x="132276" y="51003"/>
                </a:lnTo>
                <a:lnTo>
                  <a:pt x="132483" y="50551"/>
                </a:lnTo>
                <a:lnTo>
                  <a:pt x="132712" y="50090"/>
                </a:lnTo>
                <a:lnTo>
                  <a:pt x="132949" y="49635"/>
                </a:lnTo>
                <a:lnTo>
                  <a:pt x="133193" y="49188"/>
                </a:lnTo>
                <a:lnTo>
                  <a:pt x="133445" y="48748"/>
                </a:lnTo>
                <a:lnTo>
                  <a:pt x="133705" y="48314"/>
                </a:lnTo>
                <a:lnTo>
                  <a:pt x="133973" y="47888"/>
                </a:lnTo>
                <a:lnTo>
                  <a:pt x="134248" y="47469"/>
                </a:lnTo>
                <a:lnTo>
                  <a:pt x="134530" y="47057"/>
                </a:lnTo>
                <a:lnTo>
                  <a:pt x="134820" y="46652"/>
                </a:lnTo>
                <a:lnTo>
                  <a:pt x="135118" y="46254"/>
                </a:lnTo>
                <a:lnTo>
                  <a:pt x="135424" y="45863"/>
                </a:lnTo>
                <a:lnTo>
                  <a:pt x="135737" y="45479"/>
                </a:lnTo>
                <a:lnTo>
                  <a:pt x="136058" y="45102"/>
                </a:lnTo>
                <a:lnTo>
                  <a:pt x="136386" y="44732"/>
                </a:lnTo>
                <a:lnTo>
                  <a:pt x="136722" y="44370"/>
                </a:lnTo>
                <a:lnTo>
                  <a:pt x="137066" y="44014"/>
                </a:lnTo>
                <a:lnTo>
                  <a:pt x="137418" y="43665"/>
                </a:lnTo>
                <a:lnTo>
                  <a:pt x="137777" y="43323"/>
                </a:lnTo>
                <a:lnTo>
                  <a:pt x="138143" y="42989"/>
                </a:lnTo>
                <a:lnTo>
                  <a:pt x="138517" y="42661"/>
                </a:lnTo>
                <a:lnTo>
                  <a:pt x="138899" y="42341"/>
                </a:lnTo>
                <a:lnTo>
                  <a:pt x="139289" y="42027"/>
                </a:lnTo>
                <a:lnTo>
                  <a:pt x="139686" y="41721"/>
                </a:lnTo>
                <a:lnTo>
                  <a:pt x="140091" y="41421"/>
                </a:lnTo>
                <a:lnTo>
                  <a:pt x="140517" y="41132"/>
                </a:lnTo>
                <a:lnTo>
                  <a:pt x="140951" y="40854"/>
                </a:lnTo>
                <a:lnTo>
                  <a:pt x="141393" y="40589"/>
                </a:lnTo>
                <a:lnTo>
                  <a:pt x="141842" y="40337"/>
                </a:lnTo>
                <a:lnTo>
                  <a:pt x="142299" y="40096"/>
                </a:lnTo>
                <a:lnTo>
                  <a:pt x="142764" y="39868"/>
                </a:lnTo>
                <a:lnTo>
                  <a:pt x="143236" y="39652"/>
                </a:lnTo>
                <a:lnTo>
                  <a:pt x="143716" y="39449"/>
                </a:lnTo>
                <a:lnTo>
                  <a:pt x="144204" y="39258"/>
                </a:lnTo>
                <a:lnTo>
                  <a:pt x="144699" y="39079"/>
                </a:lnTo>
                <a:lnTo>
                  <a:pt x="145202" y="38913"/>
                </a:lnTo>
                <a:lnTo>
                  <a:pt x="145712" y="38759"/>
                </a:lnTo>
                <a:lnTo>
                  <a:pt x="146230" y="38617"/>
                </a:lnTo>
                <a:lnTo>
                  <a:pt x="146756" y="38487"/>
                </a:lnTo>
                <a:lnTo>
                  <a:pt x="147289" y="38370"/>
                </a:lnTo>
                <a:lnTo>
                  <a:pt x="147830" y="38266"/>
                </a:lnTo>
                <a:lnTo>
                  <a:pt x="148379" y="38173"/>
                </a:lnTo>
                <a:lnTo>
                  <a:pt x="148935" y="38093"/>
                </a:lnTo>
                <a:lnTo>
                  <a:pt x="149499" y="38025"/>
                </a:lnTo>
                <a:lnTo>
                  <a:pt x="150070" y="37970"/>
                </a:lnTo>
                <a:lnTo>
                  <a:pt x="150649" y="37927"/>
                </a:lnTo>
                <a:lnTo>
                  <a:pt x="151236" y="37896"/>
                </a:lnTo>
                <a:lnTo>
                  <a:pt x="151831" y="37877"/>
                </a:lnTo>
                <a:lnTo>
                  <a:pt x="152433" y="37871"/>
                </a:lnTo>
                <a:lnTo>
                  <a:pt x="152965" y="37876"/>
                </a:lnTo>
                <a:lnTo>
                  <a:pt x="153493" y="37891"/>
                </a:lnTo>
                <a:lnTo>
                  <a:pt x="154015" y="37916"/>
                </a:lnTo>
                <a:lnTo>
                  <a:pt x="154532" y="37951"/>
                </a:lnTo>
                <a:lnTo>
                  <a:pt x="155043" y="37996"/>
                </a:lnTo>
                <a:lnTo>
                  <a:pt x="155550" y="38051"/>
                </a:lnTo>
                <a:lnTo>
                  <a:pt x="156051" y="38116"/>
                </a:lnTo>
                <a:lnTo>
                  <a:pt x="156546" y="38190"/>
                </a:lnTo>
                <a:lnTo>
                  <a:pt x="157037" y="38275"/>
                </a:lnTo>
                <a:lnTo>
                  <a:pt x="157522" y="38370"/>
                </a:lnTo>
                <a:lnTo>
                  <a:pt x="158002" y="38475"/>
                </a:lnTo>
                <a:lnTo>
                  <a:pt x="158477" y="38590"/>
                </a:lnTo>
                <a:lnTo>
                  <a:pt x="158946" y="38714"/>
                </a:lnTo>
                <a:lnTo>
                  <a:pt x="159410" y="38849"/>
                </a:lnTo>
                <a:lnTo>
                  <a:pt x="159869" y="38994"/>
                </a:lnTo>
                <a:lnTo>
                  <a:pt x="160322" y="39148"/>
                </a:lnTo>
                <a:lnTo>
                  <a:pt x="160771" y="39313"/>
                </a:lnTo>
                <a:lnTo>
                  <a:pt x="161213" y="39488"/>
                </a:lnTo>
                <a:lnTo>
                  <a:pt x="161651" y="39672"/>
                </a:lnTo>
                <a:lnTo>
                  <a:pt x="162083" y="39867"/>
                </a:lnTo>
                <a:lnTo>
                  <a:pt x="162511" y="40072"/>
                </a:lnTo>
                <a:lnTo>
                  <a:pt x="162932" y="40286"/>
                </a:lnTo>
                <a:lnTo>
                  <a:pt x="163349" y="40511"/>
                </a:lnTo>
                <a:lnTo>
                  <a:pt x="163760" y="40745"/>
                </a:lnTo>
                <a:lnTo>
                  <a:pt x="164165" y="40989"/>
                </a:lnTo>
                <a:lnTo>
                  <a:pt x="164561" y="41239"/>
                </a:lnTo>
                <a:lnTo>
                  <a:pt x="164949" y="41498"/>
                </a:lnTo>
                <a:lnTo>
                  <a:pt x="165329" y="41764"/>
                </a:lnTo>
                <a:lnTo>
                  <a:pt x="165700" y="42038"/>
                </a:lnTo>
                <a:lnTo>
                  <a:pt x="166064" y="42320"/>
                </a:lnTo>
                <a:lnTo>
                  <a:pt x="166419" y="42609"/>
                </a:lnTo>
                <a:lnTo>
                  <a:pt x="166766" y="42905"/>
                </a:lnTo>
                <a:lnTo>
                  <a:pt x="167104" y="43210"/>
                </a:lnTo>
                <a:lnTo>
                  <a:pt x="167435" y="43522"/>
                </a:lnTo>
                <a:lnTo>
                  <a:pt x="167757" y="43842"/>
                </a:lnTo>
                <a:lnTo>
                  <a:pt x="168071" y="44169"/>
                </a:lnTo>
                <a:lnTo>
                  <a:pt x="168377" y="44504"/>
                </a:lnTo>
                <a:lnTo>
                  <a:pt x="168675" y="44846"/>
                </a:lnTo>
                <a:lnTo>
                  <a:pt x="168964" y="45196"/>
                </a:lnTo>
                <a:lnTo>
                  <a:pt x="169245" y="45554"/>
                </a:lnTo>
                <a:lnTo>
                  <a:pt x="169518" y="45920"/>
                </a:lnTo>
                <a:lnTo>
                  <a:pt x="169783" y="46293"/>
                </a:lnTo>
                <a:lnTo>
                  <a:pt x="170040" y="46673"/>
                </a:lnTo>
                <a:lnTo>
                  <a:pt x="170288" y="47062"/>
                </a:lnTo>
                <a:lnTo>
                  <a:pt x="170528" y="47458"/>
                </a:lnTo>
                <a:lnTo>
                  <a:pt x="170760" y="47861"/>
                </a:lnTo>
                <a:lnTo>
                  <a:pt x="170984" y="48272"/>
                </a:lnTo>
                <a:lnTo>
                  <a:pt x="171199" y="48691"/>
                </a:lnTo>
                <a:lnTo>
                  <a:pt x="171420" y="49103"/>
                </a:lnTo>
                <a:lnTo>
                  <a:pt x="171631" y="49519"/>
                </a:lnTo>
                <a:lnTo>
                  <a:pt x="171833" y="49941"/>
                </a:lnTo>
                <a:lnTo>
                  <a:pt x="172026" y="50368"/>
                </a:lnTo>
                <a:lnTo>
                  <a:pt x="172209" y="50800"/>
                </a:lnTo>
                <a:lnTo>
                  <a:pt x="172382" y="51238"/>
                </a:lnTo>
                <a:lnTo>
                  <a:pt x="172547" y="51681"/>
                </a:lnTo>
                <a:lnTo>
                  <a:pt x="172702" y="52129"/>
                </a:lnTo>
                <a:lnTo>
                  <a:pt x="172847" y="52583"/>
                </a:lnTo>
                <a:lnTo>
                  <a:pt x="172984" y="53041"/>
                </a:lnTo>
                <a:lnTo>
                  <a:pt x="173110" y="53505"/>
                </a:lnTo>
                <a:lnTo>
                  <a:pt x="173228" y="53975"/>
                </a:lnTo>
                <a:lnTo>
                  <a:pt x="173336" y="54449"/>
                </a:lnTo>
                <a:lnTo>
                  <a:pt x="173434" y="54929"/>
                </a:lnTo>
                <a:lnTo>
                  <a:pt x="173524" y="55414"/>
                </a:lnTo>
                <a:lnTo>
                  <a:pt x="173603" y="55905"/>
                </a:lnTo>
                <a:lnTo>
                  <a:pt x="173674" y="56401"/>
                </a:lnTo>
                <a:lnTo>
                  <a:pt x="173735" y="56902"/>
                </a:lnTo>
                <a:lnTo>
                  <a:pt x="173787" y="57408"/>
                </a:lnTo>
                <a:lnTo>
                  <a:pt x="173829" y="57920"/>
                </a:lnTo>
                <a:lnTo>
                  <a:pt x="173862" y="58436"/>
                </a:lnTo>
                <a:lnTo>
                  <a:pt x="173885" y="58959"/>
                </a:lnTo>
                <a:lnTo>
                  <a:pt x="173899" y="59486"/>
                </a:lnTo>
                <a:lnTo>
                  <a:pt x="173904" y="60019"/>
                </a:lnTo>
                <a:lnTo>
                  <a:pt x="173904" y="62555"/>
                </a:lnTo>
                <a:lnTo>
                  <a:pt x="129947" y="62555"/>
                </a:lnTo>
                <a:lnTo>
                  <a:pt x="129947" y="61709"/>
                </a:lnTo>
                <a:lnTo>
                  <a:pt x="129951" y="61231"/>
                </a:lnTo>
                <a:lnTo>
                  <a:pt x="129964" y="60754"/>
                </a:lnTo>
                <a:lnTo>
                  <a:pt x="129986" y="60278"/>
                </a:lnTo>
                <a:close/>
                <a:moveTo>
                  <a:pt x="72208" y="145687"/>
                </a:moveTo>
                <a:lnTo>
                  <a:pt x="73201" y="145625"/>
                </a:lnTo>
                <a:lnTo>
                  <a:pt x="74174" y="145539"/>
                </a:lnTo>
                <a:lnTo>
                  <a:pt x="75126" y="145428"/>
                </a:lnTo>
                <a:lnTo>
                  <a:pt x="76059" y="145292"/>
                </a:lnTo>
                <a:lnTo>
                  <a:pt x="76972" y="145132"/>
                </a:lnTo>
                <a:lnTo>
                  <a:pt x="77865" y="144947"/>
                </a:lnTo>
                <a:lnTo>
                  <a:pt x="78738" y="144737"/>
                </a:lnTo>
                <a:lnTo>
                  <a:pt x="79591" y="144503"/>
                </a:lnTo>
                <a:lnTo>
                  <a:pt x="80424" y="144244"/>
                </a:lnTo>
                <a:lnTo>
                  <a:pt x="81237" y="143961"/>
                </a:lnTo>
                <a:lnTo>
                  <a:pt x="82030" y="143652"/>
                </a:lnTo>
                <a:lnTo>
                  <a:pt x="82803" y="143320"/>
                </a:lnTo>
                <a:lnTo>
                  <a:pt x="83556" y="142962"/>
                </a:lnTo>
                <a:lnTo>
                  <a:pt x="84289" y="142580"/>
                </a:lnTo>
                <a:lnTo>
                  <a:pt x="85003" y="142173"/>
                </a:lnTo>
                <a:lnTo>
                  <a:pt x="85696" y="141742"/>
                </a:lnTo>
                <a:lnTo>
                  <a:pt x="86369" y="141286"/>
                </a:lnTo>
                <a:lnTo>
                  <a:pt x="87023" y="140805"/>
                </a:lnTo>
                <a:lnTo>
                  <a:pt x="87656" y="140299"/>
                </a:lnTo>
                <a:lnTo>
                  <a:pt x="88270" y="139769"/>
                </a:lnTo>
                <a:lnTo>
                  <a:pt x="88863" y="139214"/>
                </a:lnTo>
                <a:lnTo>
                  <a:pt x="89437" y="138635"/>
                </a:lnTo>
                <a:lnTo>
                  <a:pt x="90002" y="138050"/>
                </a:lnTo>
                <a:lnTo>
                  <a:pt x="90544" y="137452"/>
                </a:lnTo>
                <a:lnTo>
                  <a:pt x="91061" y="136839"/>
                </a:lnTo>
                <a:lnTo>
                  <a:pt x="91555" y="136212"/>
                </a:lnTo>
                <a:lnTo>
                  <a:pt x="92024" y="135571"/>
                </a:lnTo>
                <a:lnTo>
                  <a:pt x="92469" y="134916"/>
                </a:lnTo>
                <a:lnTo>
                  <a:pt x="92890" y="134246"/>
                </a:lnTo>
                <a:lnTo>
                  <a:pt x="93288" y="133563"/>
                </a:lnTo>
                <a:lnTo>
                  <a:pt x="93661" y="132866"/>
                </a:lnTo>
                <a:lnTo>
                  <a:pt x="94010" y="132154"/>
                </a:lnTo>
                <a:lnTo>
                  <a:pt x="94335" y="131429"/>
                </a:lnTo>
                <a:lnTo>
                  <a:pt x="94635" y="130689"/>
                </a:lnTo>
                <a:lnTo>
                  <a:pt x="94912" y="129935"/>
                </a:lnTo>
                <a:lnTo>
                  <a:pt x="95165" y="129167"/>
                </a:lnTo>
                <a:lnTo>
                  <a:pt x="95394" y="128385"/>
                </a:lnTo>
                <a:lnTo>
                  <a:pt x="95598" y="127589"/>
                </a:lnTo>
                <a:lnTo>
                  <a:pt x="95779" y="126779"/>
                </a:lnTo>
                <a:lnTo>
                  <a:pt x="95935" y="125955"/>
                </a:lnTo>
                <a:lnTo>
                  <a:pt x="96067" y="125117"/>
                </a:lnTo>
                <a:lnTo>
                  <a:pt x="96176" y="124264"/>
                </a:lnTo>
                <a:lnTo>
                  <a:pt x="96260" y="123398"/>
                </a:lnTo>
                <a:lnTo>
                  <a:pt x="96320" y="122517"/>
                </a:lnTo>
                <a:lnTo>
                  <a:pt x="96356" y="121623"/>
                </a:lnTo>
                <a:lnTo>
                  <a:pt x="96368" y="120714"/>
                </a:lnTo>
                <a:lnTo>
                  <a:pt x="96356" y="119876"/>
                </a:lnTo>
                <a:lnTo>
                  <a:pt x="96320" y="119051"/>
                </a:lnTo>
                <a:lnTo>
                  <a:pt x="96260" y="118241"/>
                </a:lnTo>
                <a:lnTo>
                  <a:pt x="96176" y="117445"/>
                </a:lnTo>
                <a:lnTo>
                  <a:pt x="96067" y="116663"/>
                </a:lnTo>
                <a:lnTo>
                  <a:pt x="95935" y="115896"/>
                </a:lnTo>
                <a:lnTo>
                  <a:pt x="95779" y="115142"/>
                </a:lnTo>
                <a:lnTo>
                  <a:pt x="95598" y="114402"/>
                </a:lnTo>
                <a:lnTo>
                  <a:pt x="95394" y="113677"/>
                </a:lnTo>
                <a:lnTo>
                  <a:pt x="95165" y="112965"/>
                </a:lnTo>
                <a:lnTo>
                  <a:pt x="94912" y="112268"/>
                </a:lnTo>
                <a:lnTo>
                  <a:pt x="94635" y="111584"/>
                </a:lnTo>
                <a:lnTo>
                  <a:pt x="94335" y="110915"/>
                </a:lnTo>
                <a:lnTo>
                  <a:pt x="94010" y="110260"/>
                </a:lnTo>
                <a:lnTo>
                  <a:pt x="93661" y="109619"/>
                </a:lnTo>
                <a:lnTo>
                  <a:pt x="93288" y="108992"/>
                </a:lnTo>
                <a:lnTo>
                  <a:pt x="92890" y="108379"/>
                </a:lnTo>
                <a:lnTo>
                  <a:pt x="92469" y="107780"/>
                </a:lnTo>
                <a:lnTo>
                  <a:pt x="92024" y="107196"/>
                </a:lnTo>
                <a:lnTo>
                  <a:pt x="91555" y="106625"/>
                </a:lnTo>
                <a:lnTo>
                  <a:pt x="91061" y="106069"/>
                </a:lnTo>
                <a:lnTo>
                  <a:pt x="90544" y="105526"/>
                </a:lnTo>
                <a:lnTo>
                  <a:pt x="90002" y="104998"/>
                </a:lnTo>
                <a:lnTo>
                  <a:pt x="89437" y="104484"/>
                </a:lnTo>
                <a:lnTo>
                  <a:pt x="88864" y="103973"/>
                </a:lnTo>
                <a:lnTo>
                  <a:pt x="88273" y="103484"/>
                </a:lnTo>
                <a:lnTo>
                  <a:pt x="87664" y="103017"/>
                </a:lnTo>
                <a:lnTo>
                  <a:pt x="87037" y="102572"/>
                </a:lnTo>
                <a:lnTo>
                  <a:pt x="86391" y="102149"/>
                </a:lnTo>
                <a:lnTo>
                  <a:pt x="85728" y="101747"/>
                </a:lnTo>
                <a:lnTo>
                  <a:pt x="85046" y="101367"/>
                </a:lnTo>
                <a:lnTo>
                  <a:pt x="84346" y="101008"/>
                </a:lnTo>
                <a:lnTo>
                  <a:pt x="83628" y="100672"/>
                </a:lnTo>
                <a:lnTo>
                  <a:pt x="82891" y="100357"/>
                </a:lnTo>
                <a:lnTo>
                  <a:pt x="82136" y="100063"/>
                </a:lnTo>
                <a:lnTo>
                  <a:pt x="81364" y="99792"/>
                </a:lnTo>
                <a:lnTo>
                  <a:pt x="80573" y="99542"/>
                </a:lnTo>
                <a:lnTo>
                  <a:pt x="79763" y="99314"/>
                </a:lnTo>
                <a:lnTo>
                  <a:pt x="78936" y="99108"/>
                </a:lnTo>
                <a:lnTo>
                  <a:pt x="78090" y="98923"/>
                </a:lnTo>
                <a:lnTo>
                  <a:pt x="77226" y="98760"/>
                </a:lnTo>
                <a:lnTo>
                  <a:pt x="76344" y="98619"/>
                </a:lnTo>
                <a:lnTo>
                  <a:pt x="75444" y="98500"/>
                </a:lnTo>
                <a:lnTo>
                  <a:pt x="74526" y="98402"/>
                </a:lnTo>
                <a:lnTo>
                  <a:pt x="73589" y="98326"/>
                </a:lnTo>
                <a:lnTo>
                  <a:pt x="72634" y="98271"/>
                </a:lnTo>
                <a:lnTo>
                  <a:pt x="71661" y="98239"/>
                </a:lnTo>
                <a:lnTo>
                  <a:pt x="70670" y="98228"/>
                </a:lnTo>
                <a:lnTo>
                  <a:pt x="40069" y="98228"/>
                </a:lnTo>
                <a:lnTo>
                  <a:pt x="39650" y="98224"/>
                </a:lnTo>
                <a:lnTo>
                  <a:pt x="39239" y="98213"/>
                </a:lnTo>
                <a:lnTo>
                  <a:pt x="38835" y="98194"/>
                </a:lnTo>
                <a:lnTo>
                  <a:pt x="38439" y="98167"/>
                </a:lnTo>
                <a:lnTo>
                  <a:pt x="38051" y="98133"/>
                </a:lnTo>
                <a:lnTo>
                  <a:pt x="37670" y="98091"/>
                </a:lnTo>
                <a:lnTo>
                  <a:pt x="37297" y="98041"/>
                </a:lnTo>
                <a:lnTo>
                  <a:pt x="36932" y="97984"/>
                </a:lnTo>
                <a:lnTo>
                  <a:pt x="36574" y="97919"/>
                </a:lnTo>
                <a:lnTo>
                  <a:pt x="36224" y="97846"/>
                </a:lnTo>
                <a:lnTo>
                  <a:pt x="35881" y="97766"/>
                </a:lnTo>
                <a:lnTo>
                  <a:pt x="35546" y="97679"/>
                </a:lnTo>
                <a:lnTo>
                  <a:pt x="35219" y="97583"/>
                </a:lnTo>
                <a:lnTo>
                  <a:pt x="34899" y="97480"/>
                </a:lnTo>
                <a:lnTo>
                  <a:pt x="34587" y="97369"/>
                </a:lnTo>
                <a:lnTo>
                  <a:pt x="34283" y="97251"/>
                </a:lnTo>
                <a:lnTo>
                  <a:pt x="33986" y="97125"/>
                </a:lnTo>
                <a:lnTo>
                  <a:pt x="33697" y="96992"/>
                </a:lnTo>
                <a:lnTo>
                  <a:pt x="33416" y="96851"/>
                </a:lnTo>
                <a:lnTo>
                  <a:pt x="33142" y="96702"/>
                </a:lnTo>
                <a:lnTo>
                  <a:pt x="32876" y="96545"/>
                </a:lnTo>
                <a:lnTo>
                  <a:pt x="32617" y="96381"/>
                </a:lnTo>
                <a:lnTo>
                  <a:pt x="32366" y="96209"/>
                </a:lnTo>
                <a:lnTo>
                  <a:pt x="32123" y="96030"/>
                </a:lnTo>
                <a:lnTo>
                  <a:pt x="31888" y="95830"/>
                </a:lnTo>
                <a:lnTo>
                  <a:pt x="31664" y="95623"/>
                </a:lnTo>
                <a:lnTo>
                  <a:pt x="31449" y="95409"/>
                </a:lnTo>
                <a:lnTo>
                  <a:pt x="31245" y="95189"/>
                </a:lnTo>
                <a:lnTo>
                  <a:pt x="31050" y="94963"/>
                </a:lnTo>
                <a:lnTo>
                  <a:pt x="30865" y="94730"/>
                </a:lnTo>
                <a:lnTo>
                  <a:pt x="30691" y="94491"/>
                </a:lnTo>
                <a:lnTo>
                  <a:pt x="30526" y="94246"/>
                </a:lnTo>
                <a:lnTo>
                  <a:pt x="30371" y="93993"/>
                </a:lnTo>
                <a:lnTo>
                  <a:pt x="30227" y="93735"/>
                </a:lnTo>
                <a:lnTo>
                  <a:pt x="30092" y="93470"/>
                </a:lnTo>
                <a:lnTo>
                  <a:pt x="29967" y="93198"/>
                </a:lnTo>
                <a:lnTo>
                  <a:pt x="29852" y="92920"/>
                </a:lnTo>
                <a:lnTo>
                  <a:pt x="29748" y="92636"/>
                </a:lnTo>
                <a:lnTo>
                  <a:pt x="29653" y="92345"/>
                </a:lnTo>
                <a:lnTo>
                  <a:pt x="29568" y="92048"/>
                </a:lnTo>
                <a:lnTo>
                  <a:pt x="29493" y="91744"/>
                </a:lnTo>
                <a:lnTo>
                  <a:pt x="29428" y="91434"/>
                </a:lnTo>
                <a:lnTo>
                  <a:pt x="29373" y="91117"/>
                </a:lnTo>
                <a:lnTo>
                  <a:pt x="29328" y="90794"/>
                </a:lnTo>
                <a:lnTo>
                  <a:pt x="29294" y="90464"/>
                </a:lnTo>
                <a:lnTo>
                  <a:pt x="29269" y="90128"/>
                </a:lnTo>
                <a:lnTo>
                  <a:pt x="29254" y="89786"/>
                </a:lnTo>
                <a:lnTo>
                  <a:pt x="29249" y="89437"/>
                </a:lnTo>
                <a:lnTo>
                  <a:pt x="29254" y="89088"/>
                </a:lnTo>
                <a:lnTo>
                  <a:pt x="29269" y="88745"/>
                </a:lnTo>
                <a:lnTo>
                  <a:pt x="29294" y="88409"/>
                </a:lnTo>
                <a:lnTo>
                  <a:pt x="29328" y="88079"/>
                </a:lnTo>
                <a:lnTo>
                  <a:pt x="29373" y="87756"/>
                </a:lnTo>
                <a:lnTo>
                  <a:pt x="29428" y="87439"/>
                </a:lnTo>
                <a:lnTo>
                  <a:pt x="29493" y="87129"/>
                </a:lnTo>
                <a:lnTo>
                  <a:pt x="29568" y="86825"/>
                </a:lnTo>
                <a:lnTo>
                  <a:pt x="29653" y="86528"/>
                </a:lnTo>
                <a:lnTo>
                  <a:pt x="29748" y="86237"/>
                </a:lnTo>
                <a:lnTo>
                  <a:pt x="29852" y="85953"/>
                </a:lnTo>
                <a:lnTo>
                  <a:pt x="29967" y="85675"/>
                </a:lnTo>
                <a:lnTo>
                  <a:pt x="30092" y="85403"/>
                </a:lnTo>
                <a:lnTo>
                  <a:pt x="30227" y="85138"/>
                </a:lnTo>
                <a:lnTo>
                  <a:pt x="30371" y="84880"/>
                </a:lnTo>
                <a:lnTo>
                  <a:pt x="30526" y="84627"/>
                </a:lnTo>
                <a:lnTo>
                  <a:pt x="30691" y="84382"/>
                </a:lnTo>
                <a:lnTo>
                  <a:pt x="30865" y="84143"/>
                </a:lnTo>
                <a:lnTo>
                  <a:pt x="31050" y="83910"/>
                </a:lnTo>
                <a:lnTo>
                  <a:pt x="31245" y="83684"/>
                </a:lnTo>
                <a:lnTo>
                  <a:pt x="31449" y="83464"/>
                </a:lnTo>
                <a:lnTo>
                  <a:pt x="31664" y="83250"/>
                </a:lnTo>
                <a:lnTo>
                  <a:pt x="31888" y="83043"/>
                </a:lnTo>
                <a:lnTo>
                  <a:pt x="32123" y="82843"/>
                </a:lnTo>
                <a:lnTo>
                  <a:pt x="32380" y="82650"/>
                </a:lnTo>
                <a:lnTo>
                  <a:pt x="32644" y="82465"/>
                </a:lnTo>
                <a:lnTo>
                  <a:pt x="32915" y="82288"/>
                </a:lnTo>
                <a:lnTo>
                  <a:pt x="33194" y="82120"/>
                </a:lnTo>
                <a:lnTo>
                  <a:pt x="33479" y="81959"/>
                </a:lnTo>
                <a:lnTo>
                  <a:pt x="33771" y="81807"/>
                </a:lnTo>
                <a:lnTo>
                  <a:pt x="34071" y="81664"/>
                </a:lnTo>
                <a:lnTo>
                  <a:pt x="34377" y="81528"/>
                </a:lnTo>
                <a:lnTo>
                  <a:pt x="34690" y="81401"/>
                </a:lnTo>
                <a:lnTo>
                  <a:pt x="35011" y="81281"/>
                </a:lnTo>
                <a:lnTo>
                  <a:pt x="35339" y="81170"/>
                </a:lnTo>
                <a:lnTo>
                  <a:pt x="35673" y="81068"/>
                </a:lnTo>
                <a:lnTo>
                  <a:pt x="36015" y="80973"/>
                </a:lnTo>
                <a:lnTo>
                  <a:pt x="36364" y="80887"/>
                </a:lnTo>
                <a:lnTo>
                  <a:pt x="36719" y="80809"/>
                </a:lnTo>
                <a:lnTo>
                  <a:pt x="37082" y="80739"/>
                </a:lnTo>
                <a:lnTo>
                  <a:pt x="37452" y="80677"/>
                </a:lnTo>
                <a:lnTo>
                  <a:pt x="37829" y="80624"/>
                </a:lnTo>
                <a:lnTo>
                  <a:pt x="38213" y="80579"/>
                </a:lnTo>
                <a:lnTo>
                  <a:pt x="38604" y="80542"/>
                </a:lnTo>
                <a:lnTo>
                  <a:pt x="39002" y="80513"/>
                </a:lnTo>
                <a:lnTo>
                  <a:pt x="39407" y="80492"/>
                </a:lnTo>
                <a:lnTo>
                  <a:pt x="39819" y="80480"/>
                </a:lnTo>
                <a:lnTo>
                  <a:pt x="40238" y="80476"/>
                </a:lnTo>
                <a:lnTo>
                  <a:pt x="54102" y="80476"/>
                </a:lnTo>
                <a:lnTo>
                  <a:pt x="55427" y="80463"/>
                </a:lnTo>
                <a:lnTo>
                  <a:pt x="56726" y="80424"/>
                </a:lnTo>
                <a:lnTo>
                  <a:pt x="57998" y="80360"/>
                </a:lnTo>
                <a:lnTo>
                  <a:pt x="59244" y="80269"/>
                </a:lnTo>
                <a:lnTo>
                  <a:pt x="60464" y="80153"/>
                </a:lnTo>
                <a:lnTo>
                  <a:pt x="61657" y="80011"/>
                </a:lnTo>
                <a:lnTo>
                  <a:pt x="62823" y="79843"/>
                </a:lnTo>
                <a:lnTo>
                  <a:pt x="63964" y="79649"/>
                </a:lnTo>
                <a:lnTo>
                  <a:pt x="65078" y="79430"/>
                </a:lnTo>
                <a:lnTo>
                  <a:pt x="66165" y="79184"/>
                </a:lnTo>
                <a:lnTo>
                  <a:pt x="67226" y="78913"/>
                </a:lnTo>
                <a:lnTo>
                  <a:pt x="68261" y="78616"/>
                </a:lnTo>
                <a:lnTo>
                  <a:pt x="69269" y="78293"/>
                </a:lnTo>
                <a:lnTo>
                  <a:pt x="70251" y="77945"/>
                </a:lnTo>
                <a:lnTo>
                  <a:pt x="71206" y="77570"/>
                </a:lnTo>
                <a:lnTo>
                  <a:pt x="72135" y="77170"/>
                </a:lnTo>
                <a:lnTo>
                  <a:pt x="73038" y="76744"/>
                </a:lnTo>
                <a:lnTo>
                  <a:pt x="73914" y="76292"/>
                </a:lnTo>
                <a:lnTo>
                  <a:pt x="74764" y="75814"/>
                </a:lnTo>
                <a:lnTo>
                  <a:pt x="75587" y="75310"/>
                </a:lnTo>
                <a:lnTo>
                  <a:pt x="76384" y="74781"/>
                </a:lnTo>
                <a:lnTo>
                  <a:pt x="77154" y="74225"/>
                </a:lnTo>
                <a:lnTo>
                  <a:pt x="77899" y="73644"/>
                </a:lnTo>
                <a:lnTo>
                  <a:pt x="78616" y="73037"/>
                </a:lnTo>
                <a:lnTo>
                  <a:pt x="79320" y="72408"/>
                </a:lnTo>
                <a:lnTo>
                  <a:pt x="79993" y="71762"/>
                </a:lnTo>
                <a:lnTo>
                  <a:pt x="80637" y="71098"/>
                </a:lnTo>
                <a:lnTo>
                  <a:pt x="81251" y="70416"/>
                </a:lnTo>
                <a:lnTo>
                  <a:pt x="81835" y="69717"/>
                </a:lnTo>
                <a:lnTo>
                  <a:pt x="82389" y="69001"/>
                </a:lnTo>
                <a:lnTo>
                  <a:pt x="82912" y="68266"/>
                </a:lnTo>
                <a:lnTo>
                  <a:pt x="83406" y="67514"/>
                </a:lnTo>
                <a:lnTo>
                  <a:pt x="83871" y="66745"/>
                </a:lnTo>
                <a:lnTo>
                  <a:pt x="84305" y="65957"/>
                </a:lnTo>
                <a:lnTo>
                  <a:pt x="84709" y="65152"/>
                </a:lnTo>
                <a:lnTo>
                  <a:pt x="85083" y="64330"/>
                </a:lnTo>
                <a:lnTo>
                  <a:pt x="85427" y="63490"/>
                </a:lnTo>
                <a:lnTo>
                  <a:pt x="85742" y="62632"/>
                </a:lnTo>
                <a:lnTo>
                  <a:pt x="86026" y="61757"/>
                </a:lnTo>
                <a:lnTo>
                  <a:pt x="86281" y="60864"/>
                </a:lnTo>
                <a:lnTo>
                  <a:pt x="86505" y="59954"/>
                </a:lnTo>
                <a:lnTo>
                  <a:pt x="86700" y="59026"/>
                </a:lnTo>
                <a:lnTo>
                  <a:pt x="86864" y="58080"/>
                </a:lnTo>
                <a:lnTo>
                  <a:pt x="86999" y="57117"/>
                </a:lnTo>
                <a:lnTo>
                  <a:pt x="87104" y="56136"/>
                </a:lnTo>
                <a:lnTo>
                  <a:pt x="87179" y="55137"/>
                </a:lnTo>
                <a:lnTo>
                  <a:pt x="87224" y="54121"/>
                </a:lnTo>
                <a:lnTo>
                  <a:pt x="87239" y="53087"/>
                </a:lnTo>
                <a:lnTo>
                  <a:pt x="87235" y="52610"/>
                </a:lnTo>
                <a:lnTo>
                  <a:pt x="87223" y="52135"/>
                </a:lnTo>
                <a:lnTo>
                  <a:pt x="87204" y="51663"/>
                </a:lnTo>
                <a:lnTo>
                  <a:pt x="87178" y="51194"/>
                </a:lnTo>
                <a:lnTo>
                  <a:pt x="87143" y="50729"/>
                </a:lnTo>
                <a:lnTo>
                  <a:pt x="87101" y="50266"/>
                </a:lnTo>
                <a:lnTo>
                  <a:pt x="87052" y="49806"/>
                </a:lnTo>
                <a:lnTo>
                  <a:pt x="86994" y="49349"/>
                </a:lnTo>
                <a:lnTo>
                  <a:pt x="86930" y="48895"/>
                </a:lnTo>
                <a:lnTo>
                  <a:pt x="86857" y="48444"/>
                </a:lnTo>
                <a:lnTo>
                  <a:pt x="86777" y="47995"/>
                </a:lnTo>
                <a:lnTo>
                  <a:pt x="86689" y="47550"/>
                </a:lnTo>
                <a:lnTo>
                  <a:pt x="86594" y="47108"/>
                </a:lnTo>
                <a:lnTo>
                  <a:pt x="86491" y="46668"/>
                </a:lnTo>
                <a:lnTo>
                  <a:pt x="86380" y="46232"/>
                </a:lnTo>
                <a:lnTo>
                  <a:pt x="86262" y="45798"/>
                </a:lnTo>
                <a:lnTo>
                  <a:pt x="86136" y="45368"/>
                </a:lnTo>
                <a:lnTo>
                  <a:pt x="86002" y="44940"/>
                </a:lnTo>
                <a:lnTo>
                  <a:pt x="85861" y="44515"/>
                </a:lnTo>
                <a:lnTo>
                  <a:pt x="85712" y="44094"/>
                </a:lnTo>
                <a:lnTo>
                  <a:pt x="85556" y="43675"/>
                </a:lnTo>
                <a:lnTo>
                  <a:pt x="85392" y="43259"/>
                </a:lnTo>
                <a:lnTo>
                  <a:pt x="85220" y="42846"/>
                </a:lnTo>
                <a:lnTo>
                  <a:pt x="85041" y="42436"/>
                </a:lnTo>
                <a:lnTo>
                  <a:pt x="84868" y="42016"/>
                </a:lnTo>
                <a:lnTo>
                  <a:pt x="84689" y="41603"/>
                </a:lnTo>
                <a:lnTo>
                  <a:pt x="84502" y="41197"/>
                </a:lnTo>
                <a:lnTo>
                  <a:pt x="84308" y="40797"/>
                </a:lnTo>
                <a:lnTo>
                  <a:pt x="84107" y="40403"/>
                </a:lnTo>
                <a:lnTo>
                  <a:pt x="83900" y="40016"/>
                </a:lnTo>
                <a:lnTo>
                  <a:pt x="83685" y="39635"/>
                </a:lnTo>
                <a:lnTo>
                  <a:pt x="83463" y="39261"/>
                </a:lnTo>
                <a:lnTo>
                  <a:pt x="83234" y="38893"/>
                </a:lnTo>
                <a:lnTo>
                  <a:pt x="82998" y="38532"/>
                </a:lnTo>
                <a:lnTo>
                  <a:pt x="82755" y="38177"/>
                </a:lnTo>
                <a:lnTo>
                  <a:pt x="82505" y="37829"/>
                </a:lnTo>
                <a:lnTo>
                  <a:pt x="82248" y="37487"/>
                </a:lnTo>
                <a:lnTo>
                  <a:pt x="81983" y="37151"/>
                </a:lnTo>
                <a:lnTo>
                  <a:pt x="81712" y="36822"/>
                </a:lnTo>
                <a:lnTo>
                  <a:pt x="81434" y="36500"/>
                </a:lnTo>
                <a:lnTo>
                  <a:pt x="81149" y="36184"/>
                </a:lnTo>
                <a:lnTo>
                  <a:pt x="80856" y="35874"/>
                </a:lnTo>
                <a:lnTo>
                  <a:pt x="80557" y="35571"/>
                </a:lnTo>
                <a:lnTo>
                  <a:pt x="80251" y="35274"/>
                </a:lnTo>
                <a:lnTo>
                  <a:pt x="79937" y="34984"/>
                </a:lnTo>
                <a:lnTo>
                  <a:pt x="79617" y="34700"/>
                </a:lnTo>
                <a:lnTo>
                  <a:pt x="79289" y="34422"/>
                </a:lnTo>
                <a:lnTo>
                  <a:pt x="78954" y="34152"/>
                </a:lnTo>
                <a:lnTo>
                  <a:pt x="78954" y="33813"/>
                </a:lnTo>
                <a:lnTo>
                  <a:pt x="79597" y="33665"/>
                </a:lnTo>
                <a:lnTo>
                  <a:pt x="80229" y="33503"/>
                </a:lnTo>
                <a:lnTo>
                  <a:pt x="80851" y="33327"/>
                </a:lnTo>
                <a:lnTo>
                  <a:pt x="81462" y="33137"/>
                </a:lnTo>
                <a:lnTo>
                  <a:pt x="82063" y="32933"/>
                </a:lnTo>
                <a:lnTo>
                  <a:pt x="82653" y="32714"/>
                </a:lnTo>
                <a:lnTo>
                  <a:pt x="83232" y="32482"/>
                </a:lnTo>
                <a:lnTo>
                  <a:pt x="83801" y="32235"/>
                </a:lnTo>
                <a:lnTo>
                  <a:pt x="84359" y="31975"/>
                </a:lnTo>
                <a:lnTo>
                  <a:pt x="84907" y="31700"/>
                </a:lnTo>
                <a:lnTo>
                  <a:pt x="85444" y="31411"/>
                </a:lnTo>
                <a:lnTo>
                  <a:pt x="85971" y="31108"/>
                </a:lnTo>
                <a:lnTo>
                  <a:pt x="86487" y="30791"/>
                </a:lnTo>
                <a:lnTo>
                  <a:pt x="86992" y="30460"/>
                </a:lnTo>
                <a:lnTo>
                  <a:pt x="87487" y="30115"/>
                </a:lnTo>
                <a:lnTo>
                  <a:pt x="87971" y="29756"/>
                </a:lnTo>
                <a:lnTo>
                  <a:pt x="88445" y="29382"/>
                </a:lnTo>
                <a:lnTo>
                  <a:pt x="88908" y="28995"/>
                </a:lnTo>
                <a:lnTo>
                  <a:pt x="89361" y="28593"/>
                </a:lnTo>
                <a:lnTo>
                  <a:pt x="89803" y="28178"/>
                </a:lnTo>
                <a:lnTo>
                  <a:pt x="90234" y="27748"/>
                </a:lnTo>
                <a:lnTo>
                  <a:pt x="90655" y="27304"/>
                </a:lnTo>
                <a:lnTo>
                  <a:pt x="91066" y="26846"/>
                </a:lnTo>
                <a:lnTo>
                  <a:pt x="91465" y="26374"/>
                </a:lnTo>
                <a:lnTo>
                  <a:pt x="91865" y="25877"/>
                </a:lnTo>
                <a:lnTo>
                  <a:pt x="92248" y="25371"/>
                </a:lnTo>
                <a:lnTo>
                  <a:pt x="92614" y="24856"/>
                </a:lnTo>
                <a:lnTo>
                  <a:pt x="92963" y="24332"/>
                </a:lnTo>
                <a:lnTo>
                  <a:pt x="93295" y="23799"/>
                </a:lnTo>
                <a:lnTo>
                  <a:pt x="93610" y="23257"/>
                </a:lnTo>
                <a:lnTo>
                  <a:pt x="93908" y="22707"/>
                </a:lnTo>
                <a:lnTo>
                  <a:pt x="94189" y="22148"/>
                </a:lnTo>
                <a:lnTo>
                  <a:pt x="94453" y="21580"/>
                </a:lnTo>
                <a:lnTo>
                  <a:pt x="94700" y="21003"/>
                </a:lnTo>
                <a:lnTo>
                  <a:pt x="94930" y="20418"/>
                </a:lnTo>
                <a:lnTo>
                  <a:pt x="95143" y="19823"/>
                </a:lnTo>
                <a:lnTo>
                  <a:pt x="95338" y="19220"/>
                </a:lnTo>
                <a:lnTo>
                  <a:pt x="95517" y="18608"/>
                </a:lnTo>
                <a:lnTo>
                  <a:pt x="95679" y="17987"/>
                </a:lnTo>
                <a:lnTo>
                  <a:pt x="95824" y="17358"/>
                </a:lnTo>
                <a:lnTo>
                  <a:pt x="95951" y="16719"/>
                </a:lnTo>
                <a:lnTo>
                  <a:pt x="96062" y="16072"/>
                </a:lnTo>
                <a:lnTo>
                  <a:pt x="96156" y="15416"/>
                </a:lnTo>
                <a:lnTo>
                  <a:pt x="96232" y="14751"/>
                </a:lnTo>
                <a:lnTo>
                  <a:pt x="96292" y="14077"/>
                </a:lnTo>
                <a:lnTo>
                  <a:pt x="96334" y="13395"/>
                </a:lnTo>
                <a:lnTo>
                  <a:pt x="96360" y="12704"/>
                </a:lnTo>
                <a:lnTo>
                  <a:pt x="96368" y="12004"/>
                </a:lnTo>
                <a:lnTo>
                  <a:pt x="82674" y="12004"/>
                </a:lnTo>
                <a:lnTo>
                  <a:pt x="82626" y="12495"/>
                </a:lnTo>
                <a:lnTo>
                  <a:pt x="82568" y="12981"/>
                </a:lnTo>
                <a:lnTo>
                  <a:pt x="82499" y="13462"/>
                </a:lnTo>
                <a:lnTo>
                  <a:pt x="82420" y="13939"/>
                </a:lnTo>
                <a:lnTo>
                  <a:pt x="82330" y="14411"/>
                </a:lnTo>
                <a:lnTo>
                  <a:pt x="82230" y="14878"/>
                </a:lnTo>
                <a:lnTo>
                  <a:pt x="82119" y="15340"/>
                </a:lnTo>
                <a:lnTo>
                  <a:pt x="81998" y="15798"/>
                </a:lnTo>
                <a:lnTo>
                  <a:pt x="81865" y="16252"/>
                </a:lnTo>
                <a:lnTo>
                  <a:pt x="81723" y="16700"/>
                </a:lnTo>
                <a:lnTo>
                  <a:pt x="81570" y="17144"/>
                </a:lnTo>
                <a:lnTo>
                  <a:pt x="81406" y="17583"/>
                </a:lnTo>
                <a:lnTo>
                  <a:pt x="81231" y="18017"/>
                </a:lnTo>
                <a:lnTo>
                  <a:pt x="81047" y="18447"/>
                </a:lnTo>
                <a:lnTo>
                  <a:pt x="80851" y="18872"/>
                </a:lnTo>
                <a:lnTo>
                  <a:pt x="80645" y="19292"/>
                </a:lnTo>
                <a:lnTo>
                  <a:pt x="80428" y="19708"/>
                </a:lnTo>
                <a:lnTo>
                  <a:pt x="80201" y="20119"/>
                </a:lnTo>
                <a:lnTo>
                  <a:pt x="79963" y="20525"/>
                </a:lnTo>
                <a:lnTo>
                  <a:pt x="79715" y="20927"/>
                </a:lnTo>
                <a:lnTo>
                  <a:pt x="79456" y="21324"/>
                </a:lnTo>
                <a:lnTo>
                  <a:pt x="79187" y="21716"/>
                </a:lnTo>
                <a:lnTo>
                  <a:pt x="78907" y="22103"/>
                </a:lnTo>
                <a:lnTo>
                  <a:pt x="78616" y="22486"/>
                </a:lnTo>
                <a:lnTo>
                  <a:pt x="78329" y="22848"/>
                </a:lnTo>
                <a:lnTo>
                  <a:pt x="78029" y="23201"/>
                </a:lnTo>
                <a:lnTo>
                  <a:pt x="77718" y="23545"/>
                </a:lnTo>
                <a:lnTo>
                  <a:pt x="77395" y="23881"/>
                </a:lnTo>
                <a:lnTo>
                  <a:pt x="77061" y="24207"/>
                </a:lnTo>
                <a:lnTo>
                  <a:pt x="76714" y="24525"/>
                </a:lnTo>
                <a:lnTo>
                  <a:pt x="76356" y="24834"/>
                </a:lnTo>
                <a:lnTo>
                  <a:pt x="75986" y="25135"/>
                </a:lnTo>
                <a:lnTo>
                  <a:pt x="75605" y="25426"/>
                </a:lnTo>
                <a:lnTo>
                  <a:pt x="75211" y="25709"/>
                </a:lnTo>
                <a:lnTo>
                  <a:pt x="74806" y="25983"/>
                </a:lnTo>
                <a:lnTo>
                  <a:pt x="74390" y="26248"/>
                </a:lnTo>
                <a:lnTo>
                  <a:pt x="73961" y="26504"/>
                </a:lnTo>
                <a:lnTo>
                  <a:pt x="73521" y="26751"/>
                </a:lnTo>
                <a:lnTo>
                  <a:pt x="73069" y="26990"/>
                </a:lnTo>
                <a:lnTo>
                  <a:pt x="72605" y="27220"/>
                </a:lnTo>
                <a:lnTo>
                  <a:pt x="72129" y="27441"/>
                </a:lnTo>
                <a:lnTo>
                  <a:pt x="71642" y="27653"/>
                </a:lnTo>
                <a:lnTo>
                  <a:pt x="71143" y="27856"/>
                </a:lnTo>
                <a:lnTo>
                  <a:pt x="70632" y="28051"/>
                </a:lnTo>
                <a:lnTo>
                  <a:pt x="70110" y="28237"/>
                </a:lnTo>
                <a:lnTo>
                  <a:pt x="69576" y="28414"/>
                </a:lnTo>
                <a:lnTo>
                  <a:pt x="69030" y="28582"/>
                </a:lnTo>
                <a:lnTo>
                  <a:pt x="68472" y="28741"/>
                </a:lnTo>
                <a:lnTo>
                  <a:pt x="67930" y="28507"/>
                </a:lnTo>
                <a:lnTo>
                  <a:pt x="67373" y="28282"/>
                </a:lnTo>
                <a:lnTo>
                  <a:pt x="66803" y="28068"/>
                </a:lnTo>
                <a:lnTo>
                  <a:pt x="66218" y="27863"/>
                </a:lnTo>
                <a:lnTo>
                  <a:pt x="65619" y="27669"/>
                </a:lnTo>
                <a:lnTo>
                  <a:pt x="65006" y="27484"/>
                </a:lnTo>
                <a:lnTo>
                  <a:pt x="64379" y="27309"/>
                </a:lnTo>
                <a:lnTo>
                  <a:pt x="63738" y="27145"/>
                </a:lnTo>
                <a:lnTo>
                  <a:pt x="63083" y="26990"/>
                </a:lnTo>
                <a:lnTo>
                  <a:pt x="62414" y="26845"/>
                </a:lnTo>
                <a:lnTo>
                  <a:pt x="61731" y="26711"/>
                </a:lnTo>
                <a:lnTo>
                  <a:pt x="61033" y="26586"/>
                </a:lnTo>
                <a:lnTo>
                  <a:pt x="60322" y="26471"/>
                </a:lnTo>
                <a:lnTo>
                  <a:pt x="59596" y="26366"/>
                </a:lnTo>
                <a:lnTo>
                  <a:pt x="58856" y="26271"/>
                </a:lnTo>
                <a:lnTo>
                  <a:pt x="58103" y="26187"/>
                </a:lnTo>
                <a:lnTo>
                  <a:pt x="57335" y="26112"/>
                </a:lnTo>
                <a:lnTo>
                  <a:pt x="56553" y="26047"/>
                </a:lnTo>
                <a:lnTo>
                  <a:pt x="55757" y="25992"/>
                </a:lnTo>
                <a:lnTo>
                  <a:pt x="54947" y="25947"/>
                </a:lnTo>
                <a:lnTo>
                  <a:pt x="54123" y="25912"/>
                </a:lnTo>
                <a:lnTo>
                  <a:pt x="53284" y="25887"/>
                </a:lnTo>
                <a:lnTo>
                  <a:pt x="52432" y="25872"/>
                </a:lnTo>
                <a:lnTo>
                  <a:pt x="51565" y="25867"/>
                </a:lnTo>
                <a:lnTo>
                  <a:pt x="50101" y="25880"/>
                </a:lnTo>
                <a:lnTo>
                  <a:pt x="48667" y="25918"/>
                </a:lnTo>
                <a:lnTo>
                  <a:pt x="47262" y="25981"/>
                </a:lnTo>
                <a:lnTo>
                  <a:pt x="45888" y="26069"/>
                </a:lnTo>
                <a:lnTo>
                  <a:pt x="44543" y="26183"/>
                </a:lnTo>
                <a:lnTo>
                  <a:pt x="43228" y="26322"/>
                </a:lnTo>
                <a:lnTo>
                  <a:pt x="41944" y="26486"/>
                </a:lnTo>
                <a:lnTo>
                  <a:pt x="40689" y="26675"/>
                </a:lnTo>
                <a:lnTo>
                  <a:pt x="39464" y="26890"/>
                </a:lnTo>
                <a:lnTo>
                  <a:pt x="38269" y="27129"/>
                </a:lnTo>
                <a:lnTo>
                  <a:pt x="37104" y="27394"/>
                </a:lnTo>
                <a:lnTo>
                  <a:pt x="35969" y="27685"/>
                </a:lnTo>
                <a:lnTo>
                  <a:pt x="34864" y="28000"/>
                </a:lnTo>
                <a:lnTo>
                  <a:pt x="33789" y="28341"/>
                </a:lnTo>
                <a:lnTo>
                  <a:pt x="32744" y="28707"/>
                </a:lnTo>
                <a:lnTo>
                  <a:pt x="31728" y="29098"/>
                </a:lnTo>
                <a:lnTo>
                  <a:pt x="30743" y="29515"/>
                </a:lnTo>
                <a:lnTo>
                  <a:pt x="29788" y="29957"/>
                </a:lnTo>
                <a:lnTo>
                  <a:pt x="28862" y="30424"/>
                </a:lnTo>
                <a:lnTo>
                  <a:pt x="27967" y="30916"/>
                </a:lnTo>
                <a:lnTo>
                  <a:pt x="27101" y="31433"/>
                </a:lnTo>
                <a:lnTo>
                  <a:pt x="26265" y="31976"/>
                </a:lnTo>
                <a:lnTo>
                  <a:pt x="25460" y="32544"/>
                </a:lnTo>
                <a:lnTo>
                  <a:pt x="24684" y="33137"/>
                </a:lnTo>
                <a:lnTo>
                  <a:pt x="23953" y="33752"/>
                </a:lnTo>
                <a:lnTo>
                  <a:pt x="23253" y="34386"/>
                </a:lnTo>
                <a:lnTo>
                  <a:pt x="22584" y="35039"/>
                </a:lnTo>
                <a:lnTo>
                  <a:pt x="21946" y="35711"/>
                </a:lnTo>
                <a:lnTo>
                  <a:pt x="21339" y="36401"/>
                </a:lnTo>
                <a:lnTo>
                  <a:pt x="20764" y="37110"/>
                </a:lnTo>
                <a:lnTo>
                  <a:pt x="20219" y="37838"/>
                </a:lnTo>
                <a:lnTo>
                  <a:pt x="19706" y="38585"/>
                </a:lnTo>
                <a:lnTo>
                  <a:pt x="19223" y="39350"/>
                </a:lnTo>
                <a:lnTo>
                  <a:pt x="18772" y="40135"/>
                </a:lnTo>
                <a:lnTo>
                  <a:pt x="18352" y="40938"/>
                </a:lnTo>
                <a:lnTo>
                  <a:pt x="17963" y="41760"/>
                </a:lnTo>
                <a:lnTo>
                  <a:pt x="17606" y="42600"/>
                </a:lnTo>
                <a:lnTo>
                  <a:pt x="17279" y="43460"/>
                </a:lnTo>
                <a:lnTo>
                  <a:pt x="16983" y="44338"/>
                </a:lnTo>
                <a:lnTo>
                  <a:pt x="16719" y="45235"/>
                </a:lnTo>
                <a:lnTo>
                  <a:pt x="16486" y="46151"/>
                </a:lnTo>
                <a:lnTo>
                  <a:pt x="16283" y="47085"/>
                </a:lnTo>
                <a:lnTo>
                  <a:pt x="16112" y="48039"/>
                </a:lnTo>
                <a:lnTo>
                  <a:pt x="15972" y="49011"/>
                </a:lnTo>
                <a:lnTo>
                  <a:pt x="15863" y="50002"/>
                </a:lnTo>
                <a:lnTo>
                  <a:pt x="15785" y="51011"/>
                </a:lnTo>
                <a:lnTo>
                  <a:pt x="15739" y="52040"/>
                </a:lnTo>
                <a:lnTo>
                  <a:pt x="15723" y="53087"/>
                </a:lnTo>
                <a:lnTo>
                  <a:pt x="15729" y="53690"/>
                </a:lnTo>
                <a:lnTo>
                  <a:pt x="15744" y="54287"/>
                </a:lnTo>
                <a:lnTo>
                  <a:pt x="15771" y="54878"/>
                </a:lnTo>
                <a:lnTo>
                  <a:pt x="15808" y="55463"/>
                </a:lnTo>
                <a:lnTo>
                  <a:pt x="15855" y="56043"/>
                </a:lnTo>
                <a:lnTo>
                  <a:pt x="15913" y="56616"/>
                </a:lnTo>
                <a:lnTo>
                  <a:pt x="15982" y="57184"/>
                </a:lnTo>
                <a:lnTo>
                  <a:pt x="16061" y="57746"/>
                </a:lnTo>
                <a:lnTo>
                  <a:pt x="16151" y="58302"/>
                </a:lnTo>
                <a:lnTo>
                  <a:pt x="16252" y="58852"/>
                </a:lnTo>
                <a:lnTo>
                  <a:pt x="16363" y="59396"/>
                </a:lnTo>
                <a:lnTo>
                  <a:pt x="16484" y="59934"/>
                </a:lnTo>
                <a:lnTo>
                  <a:pt x="16616" y="60467"/>
                </a:lnTo>
                <a:lnTo>
                  <a:pt x="16759" y="60993"/>
                </a:lnTo>
                <a:lnTo>
                  <a:pt x="16912" y="61514"/>
                </a:lnTo>
                <a:lnTo>
                  <a:pt x="17076" y="62029"/>
                </a:lnTo>
                <a:lnTo>
                  <a:pt x="17250" y="62538"/>
                </a:lnTo>
                <a:lnTo>
                  <a:pt x="17435" y="63041"/>
                </a:lnTo>
                <a:lnTo>
                  <a:pt x="17631" y="63538"/>
                </a:lnTo>
                <a:lnTo>
                  <a:pt x="17837" y="64029"/>
                </a:lnTo>
                <a:lnTo>
                  <a:pt x="18053" y="64515"/>
                </a:lnTo>
                <a:lnTo>
                  <a:pt x="18280" y="64995"/>
                </a:lnTo>
                <a:lnTo>
                  <a:pt x="18518" y="65468"/>
                </a:lnTo>
                <a:lnTo>
                  <a:pt x="18766" y="65936"/>
                </a:lnTo>
                <a:lnTo>
                  <a:pt x="19025" y="66398"/>
                </a:lnTo>
                <a:lnTo>
                  <a:pt x="19295" y="66852"/>
                </a:lnTo>
                <a:lnTo>
                  <a:pt x="19575" y="67299"/>
                </a:lnTo>
                <a:lnTo>
                  <a:pt x="19865" y="67740"/>
                </a:lnTo>
                <a:lnTo>
                  <a:pt x="20167" y="68173"/>
                </a:lnTo>
                <a:lnTo>
                  <a:pt x="20478" y="68599"/>
                </a:lnTo>
                <a:lnTo>
                  <a:pt x="20801" y="69018"/>
                </a:lnTo>
                <a:lnTo>
                  <a:pt x="21133" y="69430"/>
                </a:lnTo>
                <a:lnTo>
                  <a:pt x="21477" y="69835"/>
                </a:lnTo>
                <a:lnTo>
                  <a:pt x="21831" y="70233"/>
                </a:lnTo>
                <a:lnTo>
                  <a:pt x="22195" y="70624"/>
                </a:lnTo>
                <a:lnTo>
                  <a:pt x="22570" y="71008"/>
                </a:lnTo>
                <a:lnTo>
                  <a:pt x="22956" y="71385"/>
                </a:lnTo>
                <a:lnTo>
                  <a:pt x="23352" y="71755"/>
                </a:lnTo>
                <a:lnTo>
                  <a:pt x="23759" y="72118"/>
                </a:lnTo>
                <a:lnTo>
                  <a:pt x="24177" y="72473"/>
                </a:lnTo>
                <a:lnTo>
                  <a:pt x="24605" y="72822"/>
                </a:lnTo>
                <a:lnTo>
                  <a:pt x="25043" y="73164"/>
                </a:lnTo>
                <a:lnTo>
                  <a:pt x="25492" y="73498"/>
                </a:lnTo>
                <a:lnTo>
                  <a:pt x="25952" y="73826"/>
                </a:lnTo>
                <a:lnTo>
                  <a:pt x="26422" y="74147"/>
                </a:lnTo>
                <a:lnTo>
                  <a:pt x="26903" y="74460"/>
                </a:lnTo>
                <a:lnTo>
                  <a:pt x="27394" y="74766"/>
                </a:lnTo>
                <a:lnTo>
                  <a:pt x="27896" y="75066"/>
                </a:lnTo>
                <a:lnTo>
                  <a:pt x="27338" y="75184"/>
                </a:lnTo>
                <a:lnTo>
                  <a:pt x="26789" y="75315"/>
                </a:lnTo>
                <a:lnTo>
                  <a:pt x="26250" y="75457"/>
                </a:lnTo>
                <a:lnTo>
                  <a:pt x="25722" y="75611"/>
                </a:lnTo>
                <a:lnTo>
                  <a:pt x="25203" y="75776"/>
                </a:lnTo>
                <a:lnTo>
                  <a:pt x="24694" y="75953"/>
                </a:lnTo>
                <a:lnTo>
                  <a:pt x="24196" y="76142"/>
                </a:lnTo>
                <a:lnTo>
                  <a:pt x="23707" y="76343"/>
                </a:lnTo>
                <a:lnTo>
                  <a:pt x="23228" y="76556"/>
                </a:lnTo>
                <a:lnTo>
                  <a:pt x="22760" y="76780"/>
                </a:lnTo>
                <a:lnTo>
                  <a:pt x="22301" y="77016"/>
                </a:lnTo>
                <a:lnTo>
                  <a:pt x="21852" y="77264"/>
                </a:lnTo>
                <a:lnTo>
                  <a:pt x="21413" y="77523"/>
                </a:lnTo>
                <a:lnTo>
                  <a:pt x="20984" y="77794"/>
                </a:lnTo>
                <a:lnTo>
                  <a:pt x="20565" y="78077"/>
                </a:lnTo>
                <a:lnTo>
                  <a:pt x="20157" y="78372"/>
                </a:lnTo>
                <a:lnTo>
                  <a:pt x="19758" y="78678"/>
                </a:lnTo>
                <a:lnTo>
                  <a:pt x="19369" y="78997"/>
                </a:lnTo>
                <a:lnTo>
                  <a:pt x="18990" y="79327"/>
                </a:lnTo>
                <a:lnTo>
                  <a:pt x="18621" y="79668"/>
                </a:lnTo>
                <a:lnTo>
                  <a:pt x="18262" y="80022"/>
                </a:lnTo>
                <a:lnTo>
                  <a:pt x="17913" y="80387"/>
                </a:lnTo>
                <a:lnTo>
                  <a:pt x="17574" y="80764"/>
                </a:lnTo>
                <a:lnTo>
                  <a:pt x="17245" y="81152"/>
                </a:lnTo>
                <a:lnTo>
                  <a:pt x="16928" y="81549"/>
                </a:lnTo>
                <a:lnTo>
                  <a:pt x="16624" y="81949"/>
                </a:lnTo>
                <a:lnTo>
                  <a:pt x="16333" y="82354"/>
                </a:lnTo>
                <a:lnTo>
                  <a:pt x="16057" y="82763"/>
                </a:lnTo>
                <a:lnTo>
                  <a:pt x="15793" y="83176"/>
                </a:lnTo>
                <a:lnTo>
                  <a:pt x="15544" y="83593"/>
                </a:lnTo>
                <a:lnTo>
                  <a:pt x="15307" y="84014"/>
                </a:lnTo>
                <a:lnTo>
                  <a:pt x="15085" y="84440"/>
                </a:lnTo>
                <a:lnTo>
                  <a:pt x="14875" y="84869"/>
                </a:lnTo>
                <a:lnTo>
                  <a:pt x="14679" y="85303"/>
                </a:lnTo>
                <a:lnTo>
                  <a:pt x="14497" y="85740"/>
                </a:lnTo>
                <a:lnTo>
                  <a:pt x="14328" y="86182"/>
                </a:lnTo>
                <a:lnTo>
                  <a:pt x="14173" y="86628"/>
                </a:lnTo>
                <a:lnTo>
                  <a:pt x="14031" y="87078"/>
                </a:lnTo>
                <a:lnTo>
                  <a:pt x="13903" y="87532"/>
                </a:lnTo>
                <a:lnTo>
                  <a:pt x="13788" y="87990"/>
                </a:lnTo>
                <a:lnTo>
                  <a:pt x="13687" y="88452"/>
                </a:lnTo>
                <a:lnTo>
                  <a:pt x="13599" y="88919"/>
                </a:lnTo>
                <a:lnTo>
                  <a:pt x="13525" y="89389"/>
                </a:lnTo>
                <a:lnTo>
                  <a:pt x="13464" y="89864"/>
                </a:lnTo>
                <a:lnTo>
                  <a:pt x="13417" y="90343"/>
                </a:lnTo>
                <a:lnTo>
                  <a:pt x="13383" y="90825"/>
                </a:lnTo>
                <a:lnTo>
                  <a:pt x="13363" y="91312"/>
                </a:lnTo>
                <a:lnTo>
                  <a:pt x="13356" y="91803"/>
                </a:lnTo>
                <a:lnTo>
                  <a:pt x="13360" y="92169"/>
                </a:lnTo>
                <a:lnTo>
                  <a:pt x="13370" y="92533"/>
                </a:lnTo>
                <a:lnTo>
                  <a:pt x="13388" y="92894"/>
                </a:lnTo>
                <a:lnTo>
                  <a:pt x="13413" y="93255"/>
                </a:lnTo>
                <a:lnTo>
                  <a:pt x="13444" y="93613"/>
                </a:lnTo>
                <a:lnTo>
                  <a:pt x="13483" y="93970"/>
                </a:lnTo>
                <a:lnTo>
                  <a:pt x="13529" y="94325"/>
                </a:lnTo>
                <a:lnTo>
                  <a:pt x="13582" y="94678"/>
                </a:lnTo>
                <a:lnTo>
                  <a:pt x="13642" y="95029"/>
                </a:lnTo>
                <a:lnTo>
                  <a:pt x="13709" y="95379"/>
                </a:lnTo>
                <a:lnTo>
                  <a:pt x="13783" y="95726"/>
                </a:lnTo>
                <a:lnTo>
                  <a:pt x="13864" y="96072"/>
                </a:lnTo>
                <a:lnTo>
                  <a:pt x="13952" y="96417"/>
                </a:lnTo>
                <a:lnTo>
                  <a:pt x="14047" y="96759"/>
                </a:lnTo>
                <a:lnTo>
                  <a:pt x="14149" y="97100"/>
                </a:lnTo>
                <a:lnTo>
                  <a:pt x="14258" y="97439"/>
                </a:lnTo>
                <a:lnTo>
                  <a:pt x="14374" y="97776"/>
                </a:lnTo>
                <a:lnTo>
                  <a:pt x="14498" y="98112"/>
                </a:lnTo>
                <a:lnTo>
                  <a:pt x="14628" y="98446"/>
                </a:lnTo>
                <a:lnTo>
                  <a:pt x="14765" y="98778"/>
                </a:lnTo>
                <a:lnTo>
                  <a:pt x="14910" y="99108"/>
                </a:lnTo>
                <a:lnTo>
                  <a:pt x="15061" y="99436"/>
                </a:lnTo>
                <a:lnTo>
                  <a:pt x="15220" y="99763"/>
                </a:lnTo>
                <a:lnTo>
                  <a:pt x="15385" y="100088"/>
                </a:lnTo>
                <a:lnTo>
                  <a:pt x="15571" y="100409"/>
                </a:lnTo>
                <a:lnTo>
                  <a:pt x="15762" y="100725"/>
                </a:lnTo>
                <a:lnTo>
                  <a:pt x="15958" y="101036"/>
                </a:lnTo>
                <a:lnTo>
                  <a:pt x="16160" y="101342"/>
                </a:lnTo>
                <a:lnTo>
                  <a:pt x="16367" y="101642"/>
                </a:lnTo>
                <a:lnTo>
                  <a:pt x="16579" y="101937"/>
                </a:lnTo>
                <a:lnTo>
                  <a:pt x="16797" y="102227"/>
                </a:lnTo>
                <a:lnTo>
                  <a:pt x="17019" y="102511"/>
                </a:lnTo>
                <a:lnTo>
                  <a:pt x="17248" y="102790"/>
                </a:lnTo>
                <a:lnTo>
                  <a:pt x="17481" y="103064"/>
                </a:lnTo>
                <a:lnTo>
                  <a:pt x="17719" y="103333"/>
                </a:lnTo>
                <a:lnTo>
                  <a:pt x="17963" y="103596"/>
                </a:lnTo>
                <a:lnTo>
                  <a:pt x="18213" y="103854"/>
                </a:lnTo>
                <a:lnTo>
                  <a:pt x="18467" y="104107"/>
                </a:lnTo>
                <a:lnTo>
                  <a:pt x="18727" y="104354"/>
                </a:lnTo>
                <a:lnTo>
                  <a:pt x="18992" y="104596"/>
                </a:lnTo>
                <a:lnTo>
                  <a:pt x="19262" y="104833"/>
                </a:lnTo>
                <a:lnTo>
                  <a:pt x="19538" y="105065"/>
                </a:lnTo>
                <a:lnTo>
                  <a:pt x="19819" y="105291"/>
                </a:lnTo>
                <a:lnTo>
                  <a:pt x="20105" y="105512"/>
                </a:lnTo>
                <a:lnTo>
                  <a:pt x="20396" y="105728"/>
                </a:lnTo>
                <a:lnTo>
                  <a:pt x="20693" y="105938"/>
                </a:lnTo>
                <a:lnTo>
                  <a:pt x="20995" y="106143"/>
                </a:lnTo>
                <a:lnTo>
                  <a:pt x="21302" y="106343"/>
                </a:lnTo>
                <a:lnTo>
                  <a:pt x="20841" y="106545"/>
                </a:lnTo>
                <a:lnTo>
                  <a:pt x="20387" y="106757"/>
                </a:lnTo>
                <a:lnTo>
                  <a:pt x="19939" y="106977"/>
                </a:lnTo>
                <a:lnTo>
                  <a:pt x="19499" y="107207"/>
                </a:lnTo>
                <a:lnTo>
                  <a:pt x="19066" y="107447"/>
                </a:lnTo>
                <a:lnTo>
                  <a:pt x="18640" y="107696"/>
                </a:lnTo>
                <a:lnTo>
                  <a:pt x="18221" y="107954"/>
                </a:lnTo>
                <a:lnTo>
                  <a:pt x="17808" y="108222"/>
                </a:lnTo>
                <a:lnTo>
                  <a:pt x="17403" y="108499"/>
                </a:lnTo>
                <a:lnTo>
                  <a:pt x="17005" y="108785"/>
                </a:lnTo>
                <a:lnTo>
                  <a:pt x="16614" y="109081"/>
                </a:lnTo>
                <a:lnTo>
                  <a:pt x="16230" y="109386"/>
                </a:lnTo>
                <a:lnTo>
                  <a:pt x="15854" y="109701"/>
                </a:lnTo>
                <a:lnTo>
                  <a:pt x="15484" y="110025"/>
                </a:lnTo>
                <a:lnTo>
                  <a:pt x="15121" y="110359"/>
                </a:lnTo>
                <a:lnTo>
                  <a:pt x="14765" y="110701"/>
                </a:lnTo>
                <a:lnTo>
                  <a:pt x="14417" y="111054"/>
                </a:lnTo>
                <a:lnTo>
                  <a:pt x="14075" y="111415"/>
                </a:lnTo>
                <a:lnTo>
                  <a:pt x="13740" y="111786"/>
                </a:lnTo>
                <a:lnTo>
                  <a:pt x="13413" y="112167"/>
                </a:lnTo>
                <a:lnTo>
                  <a:pt x="13092" y="112556"/>
                </a:lnTo>
                <a:lnTo>
                  <a:pt x="12779" y="112956"/>
                </a:lnTo>
                <a:lnTo>
                  <a:pt x="12472" y="113364"/>
                </a:lnTo>
                <a:lnTo>
                  <a:pt x="12173" y="113782"/>
                </a:lnTo>
                <a:lnTo>
                  <a:pt x="11883" y="114207"/>
                </a:lnTo>
                <a:lnTo>
                  <a:pt x="11606" y="114637"/>
                </a:lnTo>
                <a:lnTo>
                  <a:pt x="11341" y="115071"/>
                </a:lnTo>
                <a:lnTo>
                  <a:pt x="11088" y="115510"/>
                </a:lnTo>
                <a:lnTo>
                  <a:pt x="10848" y="115954"/>
                </a:lnTo>
                <a:lnTo>
                  <a:pt x="10620" y="116403"/>
                </a:lnTo>
                <a:lnTo>
                  <a:pt x="10404" y="116856"/>
                </a:lnTo>
                <a:lnTo>
                  <a:pt x="10200" y="117314"/>
                </a:lnTo>
                <a:lnTo>
                  <a:pt x="10009" y="117776"/>
                </a:lnTo>
                <a:lnTo>
                  <a:pt x="9831" y="118244"/>
                </a:lnTo>
                <a:lnTo>
                  <a:pt x="9664" y="118716"/>
                </a:lnTo>
                <a:lnTo>
                  <a:pt x="9510" y="119192"/>
                </a:lnTo>
                <a:lnTo>
                  <a:pt x="9368" y="119674"/>
                </a:lnTo>
                <a:lnTo>
                  <a:pt x="9239" y="120160"/>
                </a:lnTo>
                <a:lnTo>
                  <a:pt x="9122" y="120651"/>
                </a:lnTo>
                <a:lnTo>
                  <a:pt x="9017" y="121146"/>
                </a:lnTo>
                <a:lnTo>
                  <a:pt x="8924" y="121646"/>
                </a:lnTo>
                <a:lnTo>
                  <a:pt x="8844" y="122151"/>
                </a:lnTo>
                <a:lnTo>
                  <a:pt x="8777" y="122661"/>
                </a:lnTo>
                <a:lnTo>
                  <a:pt x="8721" y="123175"/>
                </a:lnTo>
                <a:lnTo>
                  <a:pt x="8678" y="123694"/>
                </a:lnTo>
                <a:lnTo>
                  <a:pt x="8647" y="124217"/>
                </a:lnTo>
                <a:lnTo>
                  <a:pt x="8629" y="124746"/>
                </a:lnTo>
                <a:lnTo>
                  <a:pt x="8622" y="125279"/>
                </a:lnTo>
                <a:lnTo>
                  <a:pt x="8633" y="125993"/>
                </a:lnTo>
                <a:lnTo>
                  <a:pt x="8664" y="126697"/>
                </a:lnTo>
                <a:lnTo>
                  <a:pt x="8715" y="127392"/>
                </a:lnTo>
                <a:lnTo>
                  <a:pt x="8787" y="128078"/>
                </a:lnTo>
                <a:lnTo>
                  <a:pt x="8879" y="128754"/>
                </a:lnTo>
                <a:lnTo>
                  <a:pt x="8992" y="129421"/>
                </a:lnTo>
                <a:lnTo>
                  <a:pt x="9126" y="130078"/>
                </a:lnTo>
                <a:lnTo>
                  <a:pt x="9280" y="130726"/>
                </a:lnTo>
                <a:lnTo>
                  <a:pt x="9455" y="131365"/>
                </a:lnTo>
                <a:lnTo>
                  <a:pt x="9650" y="131994"/>
                </a:lnTo>
                <a:lnTo>
                  <a:pt x="9866" y="132614"/>
                </a:lnTo>
                <a:lnTo>
                  <a:pt x="10102" y="133225"/>
                </a:lnTo>
                <a:lnTo>
                  <a:pt x="10359" y="133826"/>
                </a:lnTo>
                <a:lnTo>
                  <a:pt x="10636" y="134418"/>
                </a:lnTo>
                <a:lnTo>
                  <a:pt x="10934" y="135000"/>
                </a:lnTo>
                <a:lnTo>
                  <a:pt x="11252" y="135573"/>
                </a:lnTo>
                <a:lnTo>
                  <a:pt x="11591" y="136137"/>
                </a:lnTo>
                <a:lnTo>
                  <a:pt x="11951" y="136691"/>
                </a:lnTo>
                <a:lnTo>
                  <a:pt x="12331" y="137236"/>
                </a:lnTo>
                <a:lnTo>
                  <a:pt x="12732" y="137771"/>
                </a:lnTo>
                <a:lnTo>
                  <a:pt x="13153" y="138297"/>
                </a:lnTo>
                <a:lnTo>
                  <a:pt x="13595" y="138814"/>
                </a:lnTo>
                <a:lnTo>
                  <a:pt x="14057" y="139321"/>
                </a:lnTo>
                <a:lnTo>
                  <a:pt x="14540" y="139819"/>
                </a:lnTo>
                <a:lnTo>
                  <a:pt x="15041" y="140301"/>
                </a:lnTo>
                <a:lnTo>
                  <a:pt x="15560" y="140764"/>
                </a:lnTo>
                <a:lnTo>
                  <a:pt x="16096" y="141205"/>
                </a:lnTo>
                <a:lnTo>
                  <a:pt x="16648" y="141627"/>
                </a:lnTo>
                <a:lnTo>
                  <a:pt x="17218" y="142027"/>
                </a:lnTo>
                <a:lnTo>
                  <a:pt x="17805" y="142407"/>
                </a:lnTo>
                <a:lnTo>
                  <a:pt x="18409" y="142767"/>
                </a:lnTo>
                <a:lnTo>
                  <a:pt x="19029" y="143106"/>
                </a:lnTo>
                <a:lnTo>
                  <a:pt x="19667" y="143424"/>
                </a:lnTo>
                <a:lnTo>
                  <a:pt x="20322" y="143722"/>
                </a:lnTo>
                <a:lnTo>
                  <a:pt x="20994" y="144000"/>
                </a:lnTo>
                <a:lnTo>
                  <a:pt x="21683" y="144257"/>
                </a:lnTo>
                <a:lnTo>
                  <a:pt x="22389" y="144493"/>
                </a:lnTo>
                <a:lnTo>
                  <a:pt x="23112" y="144709"/>
                </a:lnTo>
                <a:lnTo>
                  <a:pt x="23852" y="144904"/>
                </a:lnTo>
                <a:lnTo>
                  <a:pt x="24609" y="145078"/>
                </a:lnTo>
                <a:lnTo>
                  <a:pt x="25383" y="145232"/>
                </a:lnTo>
                <a:lnTo>
                  <a:pt x="26174" y="145366"/>
                </a:lnTo>
                <a:lnTo>
                  <a:pt x="26982" y="145479"/>
                </a:lnTo>
                <a:lnTo>
                  <a:pt x="27807" y="145572"/>
                </a:lnTo>
                <a:lnTo>
                  <a:pt x="28649" y="145643"/>
                </a:lnTo>
                <a:lnTo>
                  <a:pt x="29508" y="145695"/>
                </a:lnTo>
                <a:lnTo>
                  <a:pt x="30384" y="145726"/>
                </a:lnTo>
                <a:lnTo>
                  <a:pt x="31277" y="145736"/>
                </a:lnTo>
                <a:lnTo>
                  <a:pt x="70163" y="145736"/>
                </a:lnTo>
                <a:lnTo>
                  <a:pt x="71195" y="145724"/>
                </a:lnTo>
                <a:lnTo>
                  <a:pt x="72208" y="145687"/>
                </a:lnTo>
                <a:close/>
                <a:moveTo>
                  <a:pt x="34535" y="134525"/>
                </a:moveTo>
                <a:lnTo>
                  <a:pt x="34062" y="134484"/>
                </a:lnTo>
                <a:lnTo>
                  <a:pt x="33600" y="134431"/>
                </a:lnTo>
                <a:lnTo>
                  <a:pt x="33148" y="134366"/>
                </a:lnTo>
                <a:lnTo>
                  <a:pt x="32705" y="134290"/>
                </a:lnTo>
                <a:lnTo>
                  <a:pt x="32273" y="134202"/>
                </a:lnTo>
                <a:lnTo>
                  <a:pt x="31851" y="134102"/>
                </a:lnTo>
                <a:lnTo>
                  <a:pt x="31438" y="133990"/>
                </a:lnTo>
                <a:lnTo>
                  <a:pt x="31036" y="133867"/>
                </a:lnTo>
                <a:lnTo>
                  <a:pt x="30643" y="133732"/>
                </a:lnTo>
                <a:lnTo>
                  <a:pt x="30261" y="133585"/>
                </a:lnTo>
                <a:lnTo>
                  <a:pt x="29888" y="133427"/>
                </a:lnTo>
                <a:lnTo>
                  <a:pt x="29526" y="133257"/>
                </a:lnTo>
                <a:lnTo>
                  <a:pt x="29173" y="133075"/>
                </a:lnTo>
                <a:lnTo>
                  <a:pt x="28831" y="132881"/>
                </a:lnTo>
                <a:lnTo>
                  <a:pt x="28498" y="132675"/>
                </a:lnTo>
                <a:lnTo>
                  <a:pt x="28176" y="132458"/>
                </a:lnTo>
                <a:lnTo>
                  <a:pt x="27863" y="132229"/>
                </a:lnTo>
                <a:lnTo>
                  <a:pt x="27561" y="131989"/>
                </a:lnTo>
                <a:lnTo>
                  <a:pt x="27268" y="131736"/>
                </a:lnTo>
                <a:lnTo>
                  <a:pt x="26985" y="131472"/>
                </a:lnTo>
                <a:lnTo>
                  <a:pt x="26713" y="131196"/>
                </a:lnTo>
                <a:lnTo>
                  <a:pt x="26450" y="130912"/>
                </a:lnTo>
                <a:lnTo>
                  <a:pt x="26200" y="130624"/>
                </a:lnTo>
                <a:lnTo>
                  <a:pt x="25960" y="130332"/>
                </a:lnTo>
                <a:lnTo>
                  <a:pt x="25731" y="130036"/>
                </a:lnTo>
                <a:lnTo>
                  <a:pt x="25514" y="129736"/>
                </a:lnTo>
                <a:lnTo>
                  <a:pt x="25307" y="129431"/>
                </a:lnTo>
                <a:lnTo>
                  <a:pt x="25112" y="129123"/>
                </a:lnTo>
                <a:lnTo>
                  <a:pt x="24928" y="128810"/>
                </a:lnTo>
                <a:lnTo>
                  <a:pt x="24755" y="128494"/>
                </a:lnTo>
                <a:lnTo>
                  <a:pt x="24593" y="128173"/>
                </a:lnTo>
                <a:lnTo>
                  <a:pt x="24443" y="127848"/>
                </a:lnTo>
                <a:lnTo>
                  <a:pt x="24303" y="127519"/>
                </a:lnTo>
                <a:lnTo>
                  <a:pt x="24175" y="127186"/>
                </a:lnTo>
                <a:lnTo>
                  <a:pt x="24058" y="126848"/>
                </a:lnTo>
                <a:lnTo>
                  <a:pt x="23952" y="126507"/>
                </a:lnTo>
                <a:lnTo>
                  <a:pt x="23857" y="126162"/>
                </a:lnTo>
                <a:lnTo>
                  <a:pt x="23774" y="125812"/>
                </a:lnTo>
                <a:lnTo>
                  <a:pt x="23701" y="125458"/>
                </a:lnTo>
                <a:lnTo>
                  <a:pt x="23640" y="125101"/>
                </a:lnTo>
                <a:lnTo>
                  <a:pt x="23590" y="124739"/>
                </a:lnTo>
                <a:lnTo>
                  <a:pt x="23551" y="124373"/>
                </a:lnTo>
                <a:lnTo>
                  <a:pt x="23523" y="124003"/>
                </a:lnTo>
                <a:lnTo>
                  <a:pt x="23506" y="123628"/>
                </a:lnTo>
                <a:lnTo>
                  <a:pt x="23500" y="123250"/>
                </a:lnTo>
                <a:lnTo>
                  <a:pt x="23506" y="122858"/>
                </a:lnTo>
                <a:lnTo>
                  <a:pt x="23523" y="122470"/>
                </a:lnTo>
                <a:lnTo>
                  <a:pt x="23551" y="122088"/>
                </a:lnTo>
                <a:lnTo>
                  <a:pt x="23590" y="121710"/>
                </a:lnTo>
                <a:lnTo>
                  <a:pt x="23640" y="121336"/>
                </a:lnTo>
                <a:lnTo>
                  <a:pt x="23701" y="120968"/>
                </a:lnTo>
                <a:lnTo>
                  <a:pt x="23774" y="120604"/>
                </a:lnTo>
                <a:lnTo>
                  <a:pt x="23857" y="120244"/>
                </a:lnTo>
                <a:lnTo>
                  <a:pt x="23952" y="119890"/>
                </a:lnTo>
                <a:lnTo>
                  <a:pt x="24058" y="119540"/>
                </a:lnTo>
                <a:lnTo>
                  <a:pt x="24175" y="119195"/>
                </a:lnTo>
                <a:lnTo>
                  <a:pt x="24303" y="118854"/>
                </a:lnTo>
                <a:lnTo>
                  <a:pt x="24443" y="118518"/>
                </a:lnTo>
                <a:lnTo>
                  <a:pt x="24593" y="118187"/>
                </a:lnTo>
                <a:lnTo>
                  <a:pt x="24755" y="117861"/>
                </a:lnTo>
                <a:lnTo>
                  <a:pt x="24928" y="117539"/>
                </a:lnTo>
                <a:lnTo>
                  <a:pt x="25112" y="117222"/>
                </a:lnTo>
                <a:lnTo>
                  <a:pt x="25307" y="116910"/>
                </a:lnTo>
                <a:lnTo>
                  <a:pt x="25514" y="116602"/>
                </a:lnTo>
                <a:lnTo>
                  <a:pt x="25731" y="116299"/>
                </a:lnTo>
                <a:lnTo>
                  <a:pt x="25960" y="116001"/>
                </a:lnTo>
                <a:lnTo>
                  <a:pt x="26200" y="115708"/>
                </a:lnTo>
                <a:lnTo>
                  <a:pt x="26450" y="115419"/>
                </a:lnTo>
                <a:lnTo>
                  <a:pt x="26713" y="115135"/>
                </a:lnTo>
                <a:lnTo>
                  <a:pt x="26985" y="114873"/>
                </a:lnTo>
                <a:lnTo>
                  <a:pt x="27268" y="114622"/>
                </a:lnTo>
                <a:lnTo>
                  <a:pt x="27561" y="114382"/>
                </a:lnTo>
                <a:lnTo>
                  <a:pt x="27863" y="114153"/>
                </a:lnTo>
                <a:lnTo>
                  <a:pt x="28176" y="113936"/>
                </a:lnTo>
                <a:lnTo>
                  <a:pt x="28498" y="113729"/>
                </a:lnTo>
                <a:lnTo>
                  <a:pt x="28831" y="113534"/>
                </a:lnTo>
                <a:lnTo>
                  <a:pt x="29173" y="113350"/>
                </a:lnTo>
                <a:lnTo>
                  <a:pt x="29526" y="113177"/>
                </a:lnTo>
                <a:lnTo>
                  <a:pt x="29888" y="113016"/>
                </a:lnTo>
                <a:lnTo>
                  <a:pt x="30261" y="112865"/>
                </a:lnTo>
                <a:lnTo>
                  <a:pt x="30643" y="112726"/>
                </a:lnTo>
                <a:lnTo>
                  <a:pt x="31036" y="112597"/>
                </a:lnTo>
                <a:lnTo>
                  <a:pt x="31438" y="112480"/>
                </a:lnTo>
                <a:lnTo>
                  <a:pt x="31851" y="112374"/>
                </a:lnTo>
                <a:lnTo>
                  <a:pt x="32273" y="112279"/>
                </a:lnTo>
                <a:lnTo>
                  <a:pt x="32705" y="112196"/>
                </a:lnTo>
                <a:lnTo>
                  <a:pt x="33148" y="112123"/>
                </a:lnTo>
                <a:lnTo>
                  <a:pt x="33600" y="112062"/>
                </a:lnTo>
                <a:lnTo>
                  <a:pt x="34062" y="112012"/>
                </a:lnTo>
                <a:lnTo>
                  <a:pt x="34535" y="111973"/>
                </a:lnTo>
                <a:lnTo>
                  <a:pt x="35017" y="111945"/>
                </a:lnTo>
                <a:lnTo>
                  <a:pt x="35509" y="111928"/>
                </a:lnTo>
                <a:lnTo>
                  <a:pt x="36011" y="111922"/>
                </a:lnTo>
                <a:lnTo>
                  <a:pt x="67965" y="111922"/>
                </a:lnTo>
                <a:lnTo>
                  <a:pt x="68495" y="111928"/>
                </a:lnTo>
                <a:lnTo>
                  <a:pt x="69012" y="111945"/>
                </a:lnTo>
                <a:lnTo>
                  <a:pt x="69518" y="111973"/>
                </a:lnTo>
                <a:lnTo>
                  <a:pt x="70013" y="112012"/>
                </a:lnTo>
                <a:lnTo>
                  <a:pt x="70495" y="112062"/>
                </a:lnTo>
                <a:lnTo>
                  <a:pt x="70966" y="112123"/>
                </a:lnTo>
                <a:lnTo>
                  <a:pt x="71425" y="112196"/>
                </a:lnTo>
                <a:lnTo>
                  <a:pt x="71872" y="112279"/>
                </a:lnTo>
                <a:lnTo>
                  <a:pt x="72308" y="112374"/>
                </a:lnTo>
                <a:lnTo>
                  <a:pt x="72732" y="112480"/>
                </a:lnTo>
                <a:lnTo>
                  <a:pt x="73144" y="112597"/>
                </a:lnTo>
                <a:lnTo>
                  <a:pt x="73544" y="112726"/>
                </a:lnTo>
                <a:lnTo>
                  <a:pt x="73933" y="112865"/>
                </a:lnTo>
                <a:lnTo>
                  <a:pt x="74310" y="113016"/>
                </a:lnTo>
                <a:lnTo>
                  <a:pt x="74675" y="113177"/>
                </a:lnTo>
                <a:lnTo>
                  <a:pt x="75028" y="113350"/>
                </a:lnTo>
                <a:lnTo>
                  <a:pt x="75370" y="113534"/>
                </a:lnTo>
                <a:lnTo>
                  <a:pt x="75700" y="113729"/>
                </a:lnTo>
                <a:lnTo>
                  <a:pt x="76018" y="113936"/>
                </a:lnTo>
                <a:lnTo>
                  <a:pt x="76324" y="114153"/>
                </a:lnTo>
                <a:lnTo>
                  <a:pt x="76619" y="114382"/>
                </a:lnTo>
                <a:lnTo>
                  <a:pt x="76902" y="114622"/>
                </a:lnTo>
                <a:lnTo>
                  <a:pt x="77173" y="114873"/>
                </a:lnTo>
                <a:lnTo>
                  <a:pt x="77433" y="115135"/>
                </a:lnTo>
                <a:lnTo>
                  <a:pt x="77695" y="115405"/>
                </a:lnTo>
                <a:lnTo>
                  <a:pt x="77946" y="115681"/>
                </a:lnTo>
                <a:lnTo>
                  <a:pt x="78186" y="115962"/>
                </a:lnTo>
                <a:lnTo>
                  <a:pt x="78414" y="116248"/>
                </a:lnTo>
                <a:lnTo>
                  <a:pt x="78632" y="116539"/>
                </a:lnTo>
                <a:lnTo>
                  <a:pt x="78838" y="116836"/>
                </a:lnTo>
                <a:lnTo>
                  <a:pt x="79033" y="117138"/>
                </a:lnTo>
                <a:lnTo>
                  <a:pt x="79217" y="117445"/>
                </a:lnTo>
                <a:lnTo>
                  <a:pt x="79390" y="117758"/>
                </a:lnTo>
                <a:lnTo>
                  <a:pt x="79552" y="118076"/>
                </a:lnTo>
                <a:lnTo>
                  <a:pt x="79703" y="118399"/>
                </a:lnTo>
                <a:lnTo>
                  <a:pt x="79842" y="118727"/>
                </a:lnTo>
                <a:lnTo>
                  <a:pt x="79970" y="119061"/>
                </a:lnTo>
                <a:lnTo>
                  <a:pt x="80087" y="119400"/>
                </a:lnTo>
                <a:lnTo>
                  <a:pt x="80193" y="119744"/>
                </a:lnTo>
                <a:lnTo>
                  <a:pt x="80288" y="120094"/>
                </a:lnTo>
                <a:lnTo>
                  <a:pt x="80372" y="120449"/>
                </a:lnTo>
                <a:lnTo>
                  <a:pt x="80444" y="120809"/>
                </a:lnTo>
                <a:lnTo>
                  <a:pt x="80506" y="121174"/>
                </a:lnTo>
                <a:lnTo>
                  <a:pt x="80556" y="121545"/>
                </a:lnTo>
                <a:lnTo>
                  <a:pt x="80595" y="121921"/>
                </a:lnTo>
                <a:lnTo>
                  <a:pt x="80623" y="122302"/>
                </a:lnTo>
                <a:lnTo>
                  <a:pt x="80639" y="122689"/>
                </a:lnTo>
                <a:lnTo>
                  <a:pt x="80645" y="123081"/>
                </a:lnTo>
                <a:lnTo>
                  <a:pt x="80639" y="123487"/>
                </a:lnTo>
                <a:lnTo>
                  <a:pt x="80623" y="123886"/>
                </a:lnTo>
                <a:lnTo>
                  <a:pt x="80595" y="124280"/>
                </a:lnTo>
                <a:lnTo>
                  <a:pt x="80556" y="124668"/>
                </a:lnTo>
                <a:lnTo>
                  <a:pt x="80506" y="125050"/>
                </a:lnTo>
                <a:lnTo>
                  <a:pt x="80444" y="125427"/>
                </a:lnTo>
                <a:lnTo>
                  <a:pt x="80372" y="125797"/>
                </a:lnTo>
                <a:lnTo>
                  <a:pt x="80288" y="126162"/>
                </a:lnTo>
                <a:lnTo>
                  <a:pt x="80193" y="126520"/>
                </a:lnTo>
                <a:lnTo>
                  <a:pt x="80087" y="126873"/>
                </a:lnTo>
                <a:lnTo>
                  <a:pt x="79970" y="127220"/>
                </a:lnTo>
                <a:lnTo>
                  <a:pt x="79842" y="127561"/>
                </a:lnTo>
                <a:lnTo>
                  <a:pt x="79703" y="127896"/>
                </a:lnTo>
                <a:lnTo>
                  <a:pt x="79552" y="128226"/>
                </a:lnTo>
                <a:lnTo>
                  <a:pt x="79390" y="128549"/>
                </a:lnTo>
                <a:lnTo>
                  <a:pt x="79217" y="128867"/>
                </a:lnTo>
                <a:lnTo>
                  <a:pt x="79033" y="129178"/>
                </a:lnTo>
                <a:lnTo>
                  <a:pt x="78838" y="129484"/>
                </a:lnTo>
                <a:lnTo>
                  <a:pt x="78632" y="129784"/>
                </a:lnTo>
                <a:lnTo>
                  <a:pt x="78414" y="130078"/>
                </a:lnTo>
                <a:lnTo>
                  <a:pt x="78186" y="130367"/>
                </a:lnTo>
                <a:lnTo>
                  <a:pt x="77946" y="130649"/>
                </a:lnTo>
                <a:lnTo>
                  <a:pt x="77695" y="130925"/>
                </a:lnTo>
                <a:lnTo>
                  <a:pt x="77433" y="131196"/>
                </a:lnTo>
                <a:lnTo>
                  <a:pt x="77160" y="131472"/>
                </a:lnTo>
                <a:lnTo>
                  <a:pt x="76876" y="131736"/>
                </a:lnTo>
                <a:lnTo>
                  <a:pt x="76582" y="131989"/>
                </a:lnTo>
                <a:lnTo>
                  <a:pt x="76277" y="132229"/>
                </a:lnTo>
                <a:lnTo>
                  <a:pt x="75962" y="132458"/>
                </a:lnTo>
                <a:lnTo>
                  <a:pt x="75636" y="132675"/>
                </a:lnTo>
                <a:lnTo>
                  <a:pt x="75300" y="132881"/>
                </a:lnTo>
                <a:lnTo>
                  <a:pt x="74953" y="133075"/>
                </a:lnTo>
                <a:lnTo>
                  <a:pt x="74596" y="133257"/>
                </a:lnTo>
                <a:lnTo>
                  <a:pt x="74228" y="133427"/>
                </a:lnTo>
                <a:lnTo>
                  <a:pt x="73849" y="133585"/>
                </a:lnTo>
                <a:lnTo>
                  <a:pt x="73460" y="133732"/>
                </a:lnTo>
                <a:lnTo>
                  <a:pt x="73060" y="133867"/>
                </a:lnTo>
                <a:lnTo>
                  <a:pt x="72650" y="133990"/>
                </a:lnTo>
                <a:lnTo>
                  <a:pt x="72229" y="134102"/>
                </a:lnTo>
                <a:lnTo>
                  <a:pt x="71797" y="134202"/>
                </a:lnTo>
                <a:lnTo>
                  <a:pt x="71355" y="134290"/>
                </a:lnTo>
                <a:lnTo>
                  <a:pt x="70903" y="134366"/>
                </a:lnTo>
                <a:lnTo>
                  <a:pt x="70439" y="134431"/>
                </a:lnTo>
                <a:lnTo>
                  <a:pt x="69966" y="134484"/>
                </a:lnTo>
                <a:lnTo>
                  <a:pt x="69481" y="134525"/>
                </a:lnTo>
                <a:lnTo>
                  <a:pt x="68986" y="134554"/>
                </a:lnTo>
                <a:lnTo>
                  <a:pt x="68481" y="134572"/>
                </a:lnTo>
                <a:lnTo>
                  <a:pt x="67965" y="134577"/>
                </a:lnTo>
                <a:lnTo>
                  <a:pt x="36011" y="134577"/>
                </a:lnTo>
                <a:lnTo>
                  <a:pt x="35509" y="134572"/>
                </a:lnTo>
                <a:lnTo>
                  <a:pt x="35017" y="134554"/>
                </a:lnTo>
                <a:lnTo>
                  <a:pt x="34535" y="134525"/>
                </a:lnTo>
                <a:close/>
                <a:moveTo>
                  <a:pt x="49510" y="69590"/>
                </a:moveTo>
                <a:lnTo>
                  <a:pt x="48795" y="69538"/>
                </a:lnTo>
                <a:lnTo>
                  <a:pt x="48092" y="69472"/>
                </a:lnTo>
                <a:lnTo>
                  <a:pt x="47402" y="69391"/>
                </a:lnTo>
                <a:lnTo>
                  <a:pt x="46725" y="69296"/>
                </a:lnTo>
                <a:lnTo>
                  <a:pt x="46061" y="69186"/>
                </a:lnTo>
                <a:lnTo>
                  <a:pt x="45410" y="69061"/>
                </a:lnTo>
                <a:lnTo>
                  <a:pt x="44772" y="68922"/>
                </a:lnTo>
                <a:lnTo>
                  <a:pt x="44147" y="68768"/>
                </a:lnTo>
                <a:lnTo>
                  <a:pt x="43535" y="68599"/>
                </a:lnTo>
                <a:lnTo>
                  <a:pt x="42935" y="68416"/>
                </a:lnTo>
                <a:lnTo>
                  <a:pt x="42349" y="68217"/>
                </a:lnTo>
                <a:lnTo>
                  <a:pt x="41775" y="68005"/>
                </a:lnTo>
                <a:lnTo>
                  <a:pt x="41215" y="67777"/>
                </a:lnTo>
                <a:lnTo>
                  <a:pt x="40667" y="67535"/>
                </a:lnTo>
                <a:lnTo>
                  <a:pt x="40132" y="67278"/>
                </a:lnTo>
                <a:lnTo>
                  <a:pt x="39610" y="67007"/>
                </a:lnTo>
                <a:lnTo>
                  <a:pt x="39101" y="66720"/>
                </a:lnTo>
                <a:lnTo>
                  <a:pt x="38605" y="66420"/>
                </a:lnTo>
                <a:lnTo>
                  <a:pt x="38122" y="66104"/>
                </a:lnTo>
                <a:lnTo>
                  <a:pt x="37652" y="65774"/>
                </a:lnTo>
                <a:lnTo>
                  <a:pt x="37195" y="65429"/>
                </a:lnTo>
                <a:lnTo>
                  <a:pt x="36767" y="65057"/>
                </a:lnTo>
                <a:lnTo>
                  <a:pt x="36358" y="64673"/>
                </a:lnTo>
                <a:lnTo>
                  <a:pt x="35966" y="64277"/>
                </a:lnTo>
                <a:lnTo>
                  <a:pt x="35593" y="63870"/>
                </a:lnTo>
                <a:lnTo>
                  <a:pt x="35239" y="63451"/>
                </a:lnTo>
                <a:lnTo>
                  <a:pt x="34902" y="63020"/>
                </a:lnTo>
                <a:lnTo>
                  <a:pt x="34583" y="62577"/>
                </a:lnTo>
                <a:lnTo>
                  <a:pt x="34283" y="62123"/>
                </a:lnTo>
                <a:lnTo>
                  <a:pt x="34001" y="61657"/>
                </a:lnTo>
                <a:lnTo>
                  <a:pt x="33737" y="61179"/>
                </a:lnTo>
                <a:lnTo>
                  <a:pt x="33491" y="60689"/>
                </a:lnTo>
                <a:lnTo>
                  <a:pt x="33264" y="60188"/>
                </a:lnTo>
                <a:lnTo>
                  <a:pt x="33055" y="59675"/>
                </a:lnTo>
                <a:lnTo>
                  <a:pt x="32864" y="59150"/>
                </a:lnTo>
                <a:lnTo>
                  <a:pt x="32691" y="58613"/>
                </a:lnTo>
                <a:lnTo>
                  <a:pt x="32536" y="58065"/>
                </a:lnTo>
                <a:lnTo>
                  <a:pt x="32400" y="57505"/>
                </a:lnTo>
                <a:lnTo>
                  <a:pt x="32281" y="56933"/>
                </a:lnTo>
                <a:lnTo>
                  <a:pt x="32181" y="56350"/>
                </a:lnTo>
                <a:lnTo>
                  <a:pt x="32099" y="55755"/>
                </a:lnTo>
                <a:lnTo>
                  <a:pt x="32036" y="55148"/>
                </a:lnTo>
                <a:lnTo>
                  <a:pt x="31990" y="54529"/>
                </a:lnTo>
                <a:lnTo>
                  <a:pt x="31963" y="53898"/>
                </a:lnTo>
                <a:lnTo>
                  <a:pt x="31954" y="53256"/>
                </a:lnTo>
                <a:lnTo>
                  <a:pt x="31963" y="52600"/>
                </a:lnTo>
                <a:lnTo>
                  <a:pt x="31990" y="51958"/>
                </a:lnTo>
                <a:lnTo>
                  <a:pt x="32036" y="51328"/>
                </a:lnTo>
                <a:lnTo>
                  <a:pt x="32099" y="50711"/>
                </a:lnTo>
                <a:lnTo>
                  <a:pt x="32181" y="50107"/>
                </a:lnTo>
                <a:lnTo>
                  <a:pt x="32281" y="49516"/>
                </a:lnTo>
                <a:lnTo>
                  <a:pt x="32400" y="48937"/>
                </a:lnTo>
                <a:lnTo>
                  <a:pt x="32536" y="48372"/>
                </a:lnTo>
                <a:lnTo>
                  <a:pt x="32691" y="47820"/>
                </a:lnTo>
                <a:lnTo>
                  <a:pt x="32864" y="47280"/>
                </a:lnTo>
                <a:lnTo>
                  <a:pt x="33055" y="46754"/>
                </a:lnTo>
                <a:lnTo>
                  <a:pt x="33264" y="46240"/>
                </a:lnTo>
                <a:lnTo>
                  <a:pt x="33491" y="45739"/>
                </a:lnTo>
                <a:lnTo>
                  <a:pt x="33737" y="45251"/>
                </a:lnTo>
                <a:lnTo>
                  <a:pt x="34001" y="44776"/>
                </a:lnTo>
                <a:lnTo>
                  <a:pt x="34283" y="44314"/>
                </a:lnTo>
                <a:lnTo>
                  <a:pt x="34583" y="43865"/>
                </a:lnTo>
                <a:lnTo>
                  <a:pt x="34902" y="43429"/>
                </a:lnTo>
                <a:lnTo>
                  <a:pt x="35239" y="43006"/>
                </a:lnTo>
                <a:lnTo>
                  <a:pt x="35593" y="42596"/>
                </a:lnTo>
                <a:lnTo>
                  <a:pt x="35966" y="42198"/>
                </a:lnTo>
                <a:lnTo>
                  <a:pt x="36358" y="41814"/>
                </a:lnTo>
                <a:lnTo>
                  <a:pt x="36767" y="41442"/>
                </a:lnTo>
                <a:lnTo>
                  <a:pt x="37195" y="41083"/>
                </a:lnTo>
                <a:lnTo>
                  <a:pt x="37652" y="40738"/>
                </a:lnTo>
                <a:lnTo>
                  <a:pt x="38122" y="40408"/>
                </a:lnTo>
                <a:lnTo>
                  <a:pt x="38605" y="40093"/>
                </a:lnTo>
                <a:lnTo>
                  <a:pt x="39101" y="39792"/>
                </a:lnTo>
                <a:lnTo>
                  <a:pt x="39610" y="39506"/>
                </a:lnTo>
                <a:lnTo>
                  <a:pt x="40132" y="39234"/>
                </a:lnTo>
                <a:lnTo>
                  <a:pt x="40667" y="38977"/>
                </a:lnTo>
                <a:lnTo>
                  <a:pt x="41215" y="38735"/>
                </a:lnTo>
                <a:lnTo>
                  <a:pt x="41775" y="38508"/>
                </a:lnTo>
                <a:lnTo>
                  <a:pt x="42349" y="38295"/>
                </a:lnTo>
                <a:lnTo>
                  <a:pt x="42935" y="38097"/>
                </a:lnTo>
                <a:lnTo>
                  <a:pt x="43535" y="37913"/>
                </a:lnTo>
                <a:lnTo>
                  <a:pt x="44147" y="37745"/>
                </a:lnTo>
                <a:lnTo>
                  <a:pt x="44772" y="37590"/>
                </a:lnTo>
                <a:lnTo>
                  <a:pt x="45410" y="37451"/>
                </a:lnTo>
                <a:lnTo>
                  <a:pt x="46061" y="37326"/>
                </a:lnTo>
                <a:lnTo>
                  <a:pt x="46725" y="37216"/>
                </a:lnTo>
                <a:lnTo>
                  <a:pt x="47402" y="37121"/>
                </a:lnTo>
                <a:lnTo>
                  <a:pt x="48092" y="37040"/>
                </a:lnTo>
                <a:lnTo>
                  <a:pt x="48795" y="36974"/>
                </a:lnTo>
                <a:lnTo>
                  <a:pt x="49510" y="36923"/>
                </a:lnTo>
                <a:lnTo>
                  <a:pt x="50239" y="36886"/>
                </a:lnTo>
                <a:lnTo>
                  <a:pt x="50980" y="36864"/>
                </a:lnTo>
                <a:lnTo>
                  <a:pt x="51735" y="36857"/>
                </a:lnTo>
                <a:lnTo>
                  <a:pt x="52502" y="36864"/>
                </a:lnTo>
                <a:lnTo>
                  <a:pt x="53256" y="36886"/>
                </a:lnTo>
                <a:lnTo>
                  <a:pt x="53996" y="36923"/>
                </a:lnTo>
                <a:lnTo>
                  <a:pt x="54721" y="36974"/>
                </a:lnTo>
                <a:lnTo>
                  <a:pt x="55433" y="37040"/>
                </a:lnTo>
                <a:lnTo>
                  <a:pt x="56130" y="37121"/>
                </a:lnTo>
                <a:lnTo>
                  <a:pt x="56814" y="37216"/>
                </a:lnTo>
                <a:lnTo>
                  <a:pt x="57483" y="37326"/>
                </a:lnTo>
                <a:lnTo>
                  <a:pt x="58138" y="37451"/>
                </a:lnTo>
                <a:lnTo>
                  <a:pt x="58779" y="37590"/>
                </a:lnTo>
                <a:lnTo>
                  <a:pt x="59406" y="37745"/>
                </a:lnTo>
                <a:lnTo>
                  <a:pt x="60019" y="37913"/>
                </a:lnTo>
                <a:lnTo>
                  <a:pt x="60618" y="38097"/>
                </a:lnTo>
                <a:lnTo>
                  <a:pt x="61202" y="38295"/>
                </a:lnTo>
                <a:lnTo>
                  <a:pt x="61773" y="38508"/>
                </a:lnTo>
                <a:lnTo>
                  <a:pt x="62329" y="38735"/>
                </a:lnTo>
                <a:lnTo>
                  <a:pt x="62872" y="38977"/>
                </a:lnTo>
                <a:lnTo>
                  <a:pt x="63400" y="39234"/>
                </a:lnTo>
                <a:lnTo>
                  <a:pt x="63914" y="39506"/>
                </a:lnTo>
                <a:lnTo>
                  <a:pt x="64415" y="39792"/>
                </a:lnTo>
                <a:lnTo>
                  <a:pt x="64901" y="40093"/>
                </a:lnTo>
                <a:lnTo>
                  <a:pt x="65373" y="40408"/>
                </a:lnTo>
                <a:lnTo>
                  <a:pt x="65831" y="40738"/>
                </a:lnTo>
                <a:lnTo>
                  <a:pt x="66274" y="41083"/>
                </a:lnTo>
                <a:lnTo>
                  <a:pt x="66702" y="41442"/>
                </a:lnTo>
                <a:lnTo>
                  <a:pt x="67111" y="41814"/>
                </a:lnTo>
                <a:lnTo>
                  <a:pt x="67503" y="42198"/>
                </a:lnTo>
                <a:lnTo>
                  <a:pt x="67876" y="42596"/>
                </a:lnTo>
                <a:lnTo>
                  <a:pt x="68231" y="43006"/>
                </a:lnTo>
                <a:lnTo>
                  <a:pt x="68567" y="43429"/>
                </a:lnTo>
                <a:lnTo>
                  <a:pt x="68886" y="43865"/>
                </a:lnTo>
                <a:lnTo>
                  <a:pt x="69186" y="44314"/>
                </a:lnTo>
                <a:lnTo>
                  <a:pt x="69468" y="44776"/>
                </a:lnTo>
                <a:lnTo>
                  <a:pt x="69732" y="45251"/>
                </a:lnTo>
                <a:lnTo>
                  <a:pt x="69978" y="45739"/>
                </a:lnTo>
                <a:lnTo>
                  <a:pt x="70205" y="46240"/>
                </a:lnTo>
                <a:lnTo>
                  <a:pt x="70414" y="46754"/>
                </a:lnTo>
                <a:lnTo>
                  <a:pt x="70606" y="47280"/>
                </a:lnTo>
                <a:lnTo>
                  <a:pt x="70778" y="47820"/>
                </a:lnTo>
                <a:lnTo>
                  <a:pt x="70933" y="48372"/>
                </a:lnTo>
                <a:lnTo>
                  <a:pt x="71070" y="48937"/>
                </a:lnTo>
                <a:lnTo>
                  <a:pt x="71188" y="49516"/>
                </a:lnTo>
                <a:lnTo>
                  <a:pt x="71288" y="50107"/>
                </a:lnTo>
                <a:lnTo>
                  <a:pt x="71370" y="50711"/>
                </a:lnTo>
                <a:lnTo>
                  <a:pt x="71434" y="51328"/>
                </a:lnTo>
                <a:lnTo>
                  <a:pt x="71479" y="51958"/>
                </a:lnTo>
                <a:lnTo>
                  <a:pt x="71506" y="52600"/>
                </a:lnTo>
                <a:lnTo>
                  <a:pt x="71515" y="53256"/>
                </a:lnTo>
                <a:lnTo>
                  <a:pt x="71506" y="53898"/>
                </a:lnTo>
                <a:lnTo>
                  <a:pt x="71479" y="54529"/>
                </a:lnTo>
                <a:lnTo>
                  <a:pt x="71434" y="55148"/>
                </a:lnTo>
                <a:lnTo>
                  <a:pt x="71370" y="55755"/>
                </a:lnTo>
                <a:lnTo>
                  <a:pt x="71288" y="56350"/>
                </a:lnTo>
                <a:lnTo>
                  <a:pt x="71188" y="56933"/>
                </a:lnTo>
                <a:lnTo>
                  <a:pt x="71070" y="57505"/>
                </a:lnTo>
                <a:lnTo>
                  <a:pt x="70933" y="58065"/>
                </a:lnTo>
                <a:lnTo>
                  <a:pt x="70778" y="58613"/>
                </a:lnTo>
                <a:lnTo>
                  <a:pt x="70606" y="59150"/>
                </a:lnTo>
                <a:lnTo>
                  <a:pt x="70414" y="59675"/>
                </a:lnTo>
                <a:lnTo>
                  <a:pt x="70205" y="60188"/>
                </a:lnTo>
                <a:lnTo>
                  <a:pt x="69978" y="60689"/>
                </a:lnTo>
                <a:lnTo>
                  <a:pt x="69732" y="61179"/>
                </a:lnTo>
                <a:lnTo>
                  <a:pt x="69468" y="61657"/>
                </a:lnTo>
                <a:lnTo>
                  <a:pt x="69186" y="62123"/>
                </a:lnTo>
                <a:lnTo>
                  <a:pt x="68886" y="62577"/>
                </a:lnTo>
                <a:lnTo>
                  <a:pt x="68567" y="63020"/>
                </a:lnTo>
                <a:lnTo>
                  <a:pt x="68231" y="63451"/>
                </a:lnTo>
                <a:lnTo>
                  <a:pt x="67876" y="63870"/>
                </a:lnTo>
                <a:lnTo>
                  <a:pt x="67503" y="64277"/>
                </a:lnTo>
                <a:lnTo>
                  <a:pt x="67111" y="64673"/>
                </a:lnTo>
                <a:lnTo>
                  <a:pt x="66702" y="65057"/>
                </a:lnTo>
                <a:lnTo>
                  <a:pt x="66274" y="65429"/>
                </a:lnTo>
                <a:lnTo>
                  <a:pt x="65831" y="65774"/>
                </a:lnTo>
                <a:lnTo>
                  <a:pt x="65373" y="66104"/>
                </a:lnTo>
                <a:lnTo>
                  <a:pt x="64901" y="66420"/>
                </a:lnTo>
                <a:lnTo>
                  <a:pt x="64415" y="66720"/>
                </a:lnTo>
                <a:lnTo>
                  <a:pt x="63914" y="67007"/>
                </a:lnTo>
                <a:lnTo>
                  <a:pt x="63400" y="67278"/>
                </a:lnTo>
                <a:lnTo>
                  <a:pt x="62872" y="67535"/>
                </a:lnTo>
                <a:lnTo>
                  <a:pt x="62329" y="67777"/>
                </a:lnTo>
                <a:lnTo>
                  <a:pt x="61773" y="68005"/>
                </a:lnTo>
                <a:lnTo>
                  <a:pt x="61202" y="68217"/>
                </a:lnTo>
                <a:lnTo>
                  <a:pt x="60618" y="68416"/>
                </a:lnTo>
                <a:lnTo>
                  <a:pt x="60019" y="68599"/>
                </a:lnTo>
                <a:lnTo>
                  <a:pt x="59406" y="68768"/>
                </a:lnTo>
                <a:lnTo>
                  <a:pt x="58779" y="68922"/>
                </a:lnTo>
                <a:lnTo>
                  <a:pt x="58138" y="69061"/>
                </a:lnTo>
                <a:lnTo>
                  <a:pt x="57483" y="69186"/>
                </a:lnTo>
                <a:lnTo>
                  <a:pt x="56814" y="69296"/>
                </a:lnTo>
                <a:lnTo>
                  <a:pt x="56130" y="69391"/>
                </a:lnTo>
                <a:lnTo>
                  <a:pt x="55433" y="69472"/>
                </a:lnTo>
                <a:lnTo>
                  <a:pt x="54721" y="69538"/>
                </a:lnTo>
                <a:lnTo>
                  <a:pt x="53996" y="69590"/>
                </a:lnTo>
                <a:lnTo>
                  <a:pt x="53256" y="69626"/>
                </a:lnTo>
                <a:lnTo>
                  <a:pt x="52502" y="69648"/>
                </a:lnTo>
                <a:lnTo>
                  <a:pt x="51735" y="69656"/>
                </a:lnTo>
                <a:lnTo>
                  <a:pt x="50980" y="69648"/>
                </a:lnTo>
                <a:lnTo>
                  <a:pt x="50239" y="69626"/>
                </a:lnTo>
                <a:lnTo>
                  <a:pt x="49510" y="69590"/>
                </a:lnTo>
                <a:close/>
                <a:moveTo>
                  <a:pt x="312576" y="123588"/>
                </a:moveTo>
                <a:lnTo>
                  <a:pt x="312576" y="135761"/>
                </a:lnTo>
                <a:lnTo>
                  <a:pt x="397110" y="135761"/>
                </a:lnTo>
                <a:lnTo>
                  <a:pt x="397110" y="123588"/>
                </a:lnTo>
                <a:lnTo>
                  <a:pt x="312576" y="123588"/>
                </a:lnTo>
                <a:close/>
                <a:moveTo>
                  <a:pt x="778148" y="115604"/>
                </a:moveTo>
                <a:lnTo>
                  <a:pt x="778670" y="115583"/>
                </a:lnTo>
                <a:lnTo>
                  <a:pt x="779191" y="115557"/>
                </a:lnTo>
                <a:lnTo>
                  <a:pt x="779712" y="115527"/>
                </a:lnTo>
                <a:lnTo>
                  <a:pt x="780233" y="115492"/>
                </a:lnTo>
                <a:lnTo>
                  <a:pt x="780755" y="115452"/>
                </a:lnTo>
                <a:lnTo>
                  <a:pt x="781276" y="115407"/>
                </a:lnTo>
                <a:lnTo>
                  <a:pt x="781797" y="115358"/>
                </a:lnTo>
                <a:lnTo>
                  <a:pt x="782319" y="115304"/>
                </a:lnTo>
                <a:lnTo>
                  <a:pt x="782840" y="115245"/>
                </a:lnTo>
                <a:lnTo>
                  <a:pt x="783361" y="115182"/>
                </a:lnTo>
                <a:lnTo>
                  <a:pt x="783882" y="115114"/>
                </a:lnTo>
                <a:lnTo>
                  <a:pt x="784404" y="115041"/>
                </a:lnTo>
                <a:lnTo>
                  <a:pt x="784925" y="114963"/>
                </a:lnTo>
                <a:lnTo>
                  <a:pt x="785446" y="114881"/>
                </a:lnTo>
                <a:lnTo>
                  <a:pt x="785968" y="114794"/>
                </a:lnTo>
                <a:lnTo>
                  <a:pt x="786489" y="114703"/>
                </a:lnTo>
                <a:lnTo>
                  <a:pt x="787010" y="114606"/>
                </a:lnTo>
                <a:lnTo>
                  <a:pt x="787531" y="114505"/>
                </a:lnTo>
                <a:lnTo>
                  <a:pt x="788053" y="114400"/>
                </a:lnTo>
                <a:lnTo>
                  <a:pt x="788574" y="114289"/>
                </a:lnTo>
                <a:lnTo>
                  <a:pt x="789092" y="114189"/>
                </a:lnTo>
                <a:lnTo>
                  <a:pt x="789601" y="114084"/>
                </a:lnTo>
                <a:lnTo>
                  <a:pt x="790104" y="113975"/>
                </a:lnTo>
                <a:lnTo>
                  <a:pt x="790598" y="113862"/>
                </a:lnTo>
                <a:lnTo>
                  <a:pt x="791085" y="113745"/>
                </a:lnTo>
                <a:lnTo>
                  <a:pt x="791564" y="113624"/>
                </a:lnTo>
                <a:lnTo>
                  <a:pt x="792036" y="113498"/>
                </a:lnTo>
                <a:lnTo>
                  <a:pt x="792500" y="113369"/>
                </a:lnTo>
                <a:lnTo>
                  <a:pt x="792957" y="113235"/>
                </a:lnTo>
                <a:lnTo>
                  <a:pt x="793405" y="113098"/>
                </a:lnTo>
                <a:lnTo>
                  <a:pt x="793847" y="112956"/>
                </a:lnTo>
                <a:lnTo>
                  <a:pt x="794280" y="112810"/>
                </a:lnTo>
                <a:lnTo>
                  <a:pt x="794706" y="112660"/>
                </a:lnTo>
                <a:lnTo>
                  <a:pt x="795124" y="112506"/>
                </a:lnTo>
                <a:lnTo>
                  <a:pt x="795535" y="112348"/>
                </a:lnTo>
                <a:lnTo>
                  <a:pt x="795938" y="112185"/>
                </a:lnTo>
                <a:lnTo>
                  <a:pt x="796333" y="112019"/>
                </a:lnTo>
                <a:lnTo>
                  <a:pt x="796721" y="111848"/>
                </a:lnTo>
                <a:lnTo>
                  <a:pt x="797101" y="111674"/>
                </a:lnTo>
                <a:lnTo>
                  <a:pt x="797474" y="111495"/>
                </a:lnTo>
                <a:lnTo>
                  <a:pt x="797838" y="111312"/>
                </a:lnTo>
                <a:lnTo>
                  <a:pt x="798196" y="111125"/>
                </a:lnTo>
                <a:lnTo>
                  <a:pt x="798545" y="110934"/>
                </a:lnTo>
                <a:lnTo>
                  <a:pt x="798887" y="110739"/>
                </a:lnTo>
                <a:lnTo>
                  <a:pt x="798887" y="97721"/>
                </a:lnTo>
                <a:lnTo>
                  <a:pt x="798589" y="97861"/>
                </a:lnTo>
                <a:lnTo>
                  <a:pt x="798287" y="98001"/>
                </a:lnTo>
                <a:lnTo>
                  <a:pt x="797981" y="98141"/>
                </a:lnTo>
                <a:lnTo>
                  <a:pt x="797671" y="98280"/>
                </a:lnTo>
                <a:lnTo>
                  <a:pt x="797356" y="98418"/>
                </a:lnTo>
                <a:lnTo>
                  <a:pt x="797038" y="98556"/>
                </a:lnTo>
                <a:lnTo>
                  <a:pt x="796715" y="98693"/>
                </a:lnTo>
                <a:lnTo>
                  <a:pt x="796389" y="98829"/>
                </a:lnTo>
                <a:lnTo>
                  <a:pt x="796058" y="98965"/>
                </a:lnTo>
                <a:lnTo>
                  <a:pt x="795723" y="99100"/>
                </a:lnTo>
                <a:lnTo>
                  <a:pt x="795384" y="99235"/>
                </a:lnTo>
                <a:lnTo>
                  <a:pt x="795041" y="99369"/>
                </a:lnTo>
                <a:lnTo>
                  <a:pt x="794694" y="99503"/>
                </a:lnTo>
                <a:lnTo>
                  <a:pt x="794342" y="99636"/>
                </a:lnTo>
                <a:lnTo>
                  <a:pt x="793987" y="99768"/>
                </a:lnTo>
                <a:lnTo>
                  <a:pt x="793627" y="99900"/>
                </a:lnTo>
                <a:lnTo>
                  <a:pt x="793264" y="100031"/>
                </a:lnTo>
                <a:lnTo>
                  <a:pt x="792896" y="100162"/>
                </a:lnTo>
                <a:lnTo>
                  <a:pt x="792524" y="100292"/>
                </a:lnTo>
                <a:lnTo>
                  <a:pt x="792148" y="100421"/>
                </a:lnTo>
                <a:lnTo>
                  <a:pt x="791768" y="100550"/>
                </a:lnTo>
                <a:lnTo>
                  <a:pt x="791384" y="100678"/>
                </a:lnTo>
                <a:lnTo>
                  <a:pt x="790995" y="100806"/>
                </a:lnTo>
                <a:lnTo>
                  <a:pt x="790603" y="100933"/>
                </a:lnTo>
                <a:lnTo>
                  <a:pt x="790221" y="101043"/>
                </a:lnTo>
                <a:lnTo>
                  <a:pt x="789836" y="101149"/>
                </a:lnTo>
                <a:lnTo>
                  <a:pt x="789448" y="101250"/>
                </a:lnTo>
                <a:lnTo>
                  <a:pt x="789058" y="101346"/>
                </a:lnTo>
                <a:lnTo>
                  <a:pt x="788664" y="101438"/>
                </a:lnTo>
                <a:lnTo>
                  <a:pt x="788268" y="101525"/>
                </a:lnTo>
                <a:lnTo>
                  <a:pt x="787868" y="101607"/>
                </a:lnTo>
                <a:lnTo>
                  <a:pt x="787466" y="101684"/>
                </a:lnTo>
                <a:lnTo>
                  <a:pt x="787060" y="101757"/>
                </a:lnTo>
                <a:lnTo>
                  <a:pt x="786652" y="101825"/>
                </a:lnTo>
                <a:lnTo>
                  <a:pt x="786241" y="101889"/>
                </a:lnTo>
                <a:lnTo>
                  <a:pt x="785827" y="101947"/>
                </a:lnTo>
                <a:lnTo>
                  <a:pt x="785410" y="102001"/>
                </a:lnTo>
                <a:lnTo>
                  <a:pt x="784990" y="102051"/>
                </a:lnTo>
                <a:lnTo>
                  <a:pt x="784567" y="102095"/>
                </a:lnTo>
                <a:lnTo>
                  <a:pt x="784141" y="102135"/>
                </a:lnTo>
                <a:lnTo>
                  <a:pt x="783712" y="102171"/>
                </a:lnTo>
                <a:lnTo>
                  <a:pt x="783280" y="102201"/>
                </a:lnTo>
                <a:lnTo>
                  <a:pt x="782845" y="102227"/>
                </a:lnTo>
                <a:lnTo>
                  <a:pt x="782408" y="102248"/>
                </a:lnTo>
                <a:lnTo>
                  <a:pt x="781967" y="102264"/>
                </a:lnTo>
                <a:lnTo>
                  <a:pt x="781524" y="102276"/>
                </a:lnTo>
                <a:lnTo>
                  <a:pt x="781077" y="102283"/>
                </a:lnTo>
                <a:lnTo>
                  <a:pt x="780628" y="102286"/>
                </a:lnTo>
                <a:lnTo>
                  <a:pt x="780054" y="102283"/>
                </a:lnTo>
                <a:lnTo>
                  <a:pt x="779489" y="102274"/>
                </a:lnTo>
                <a:lnTo>
                  <a:pt x="778932" y="102259"/>
                </a:lnTo>
                <a:lnTo>
                  <a:pt x="778383" y="102239"/>
                </a:lnTo>
                <a:lnTo>
                  <a:pt x="777842" y="102212"/>
                </a:lnTo>
                <a:lnTo>
                  <a:pt x="777310" y="102180"/>
                </a:lnTo>
                <a:lnTo>
                  <a:pt x="776786" y="102142"/>
                </a:lnTo>
                <a:lnTo>
                  <a:pt x="776270" y="102098"/>
                </a:lnTo>
                <a:lnTo>
                  <a:pt x="775762" y="102048"/>
                </a:lnTo>
                <a:lnTo>
                  <a:pt x="775262" y="101992"/>
                </a:lnTo>
                <a:lnTo>
                  <a:pt x="774771" y="101930"/>
                </a:lnTo>
                <a:lnTo>
                  <a:pt x="774288" y="101863"/>
                </a:lnTo>
                <a:lnTo>
                  <a:pt x="773813" y="101790"/>
                </a:lnTo>
                <a:lnTo>
                  <a:pt x="773346" y="101710"/>
                </a:lnTo>
                <a:lnTo>
                  <a:pt x="772888" y="101625"/>
                </a:lnTo>
                <a:lnTo>
                  <a:pt x="772438" y="101534"/>
                </a:lnTo>
                <a:lnTo>
                  <a:pt x="771995" y="101437"/>
                </a:lnTo>
                <a:lnTo>
                  <a:pt x="771562" y="101335"/>
                </a:lnTo>
                <a:lnTo>
                  <a:pt x="771136" y="101226"/>
                </a:lnTo>
                <a:lnTo>
                  <a:pt x="770719" y="101112"/>
                </a:lnTo>
                <a:lnTo>
                  <a:pt x="770310" y="100991"/>
                </a:lnTo>
                <a:lnTo>
                  <a:pt x="769909" y="100865"/>
                </a:lnTo>
                <a:lnTo>
                  <a:pt x="769516" y="100733"/>
                </a:lnTo>
                <a:lnTo>
                  <a:pt x="769131" y="100595"/>
                </a:lnTo>
                <a:lnTo>
                  <a:pt x="768755" y="100451"/>
                </a:lnTo>
                <a:lnTo>
                  <a:pt x="768386" y="100299"/>
                </a:lnTo>
                <a:lnTo>
                  <a:pt x="768025" y="100141"/>
                </a:lnTo>
                <a:lnTo>
                  <a:pt x="767671" y="99975"/>
                </a:lnTo>
                <a:lnTo>
                  <a:pt x="767325" y="99802"/>
                </a:lnTo>
                <a:lnTo>
                  <a:pt x="766986" y="99623"/>
                </a:lnTo>
                <a:lnTo>
                  <a:pt x="766656" y="99436"/>
                </a:lnTo>
                <a:lnTo>
                  <a:pt x="766332" y="99242"/>
                </a:lnTo>
                <a:lnTo>
                  <a:pt x="766017" y="99042"/>
                </a:lnTo>
                <a:lnTo>
                  <a:pt x="765709" y="98834"/>
                </a:lnTo>
                <a:lnTo>
                  <a:pt x="765409" y="98619"/>
                </a:lnTo>
                <a:lnTo>
                  <a:pt x="765116" y="98397"/>
                </a:lnTo>
                <a:lnTo>
                  <a:pt x="764831" y="98168"/>
                </a:lnTo>
                <a:lnTo>
                  <a:pt x="764554" y="97932"/>
                </a:lnTo>
                <a:lnTo>
                  <a:pt x="764284" y="97689"/>
                </a:lnTo>
                <a:lnTo>
                  <a:pt x="764022" y="97439"/>
                </a:lnTo>
                <a:lnTo>
                  <a:pt x="763767" y="97182"/>
                </a:lnTo>
                <a:lnTo>
                  <a:pt x="763520" y="96918"/>
                </a:lnTo>
                <a:lnTo>
                  <a:pt x="763281" y="96647"/>
                </a:lnTo>
                <a:lnTo>
                  <a:pt x="763050" y="96368"/>
                </a:lnTo>
                <a:lnTo>
                  <a:pt x="762826" y="96083"/>
                </a:lnTo>
                <a:lnTo>
                  <a:pt x="762609" y="95791"/>
                </a:lnTo>
                <a:lnTo>
                  <a:pt x="762401" y="95491"/>
                </a:lnTo>
                <a:lnTo>
                  <a:pt x="762200" y="95185"/>
                </a:lnTo>
                <a:lnTo>
                  <a:pt x="762006" y="94871"/>
                </a:lnTo>
                <a:lnTo>
                  <a:pt x="761822" y="94551"/>
                </a:lnTo>
                <a:lnTo>
                  <a:pt x="761645" y="94223"/>
                </a:lnTo>
                <a:lnTo>
                  <a:pt x="761476" y="93889"/>
                </a:lnTo>
                <a:lnTo>
                  <a:pt x="761316" y="93547"/>
                </a:lnTo>
                <a:lnTo>
                  <a:pt x="761164" y="93198"/>
                </a:lnTo>
                <a:lnTo>
                  <a:pt x="761020" y="92843"/>
                </a:lnTo>
                <a:lnTo>
                  <a:pt x="760885" y="92480"/>
                </a:lnTo>
                <a:lnTo>
                  <a:pt x="760757" y="92110"/>
                </a:lnTo>
                <a:lnTo>
                  <a:pt x="760638" y="91733"/>
                </a:lnTo>
                <a:lnTo>
                  <a:pt x="760527" y="91349"/>
                </a:lnTo>
                <a:lnTo>
                  <a:pt x="760424" y="90958"/>
                </a:lnTo>
                <a:lnTo>
                  <a:pt x="760330" y="90560"/>
                </a:lnTo>
                <a:lnTo>
                  <a:pt x="760244" y="90155"/>
                </a:lnTo>
                <a:lnTo>
                  <a:pt x="760166" y="89743"/>
                </a:lnTo>
                <a:lnTo>
                  <a:pt x="760096" y="89324"/>
                </a:lnTo>
                <a:lnTo>
                  <a:pt x="760034" y="88898"/>
                </a:lnTo>
                <a:lnTo>
                  <a:pt x="759981" y="88464"/>
                </a:lnTo>
                <a:lnTo>
                  <a:pt x="759935" y="88024"/>
                </a:lnTo>
                <a:lnTo>
                  <a:pt x="759898" y="87577"/>
                </a:lnTo>
                <a:lnTo>
                  <a:pt x="759870" y="87122"/>
                </a:lnTo>
                <a:lnTo>
                  <a:pt x="759849" y="86661"/>
                </a:lnTo>
                <a:lnTo>
                  <a:pt x="759837" y="86193"/>
                </a:lnTo>
                <a:lnTo>
                  <a:pt x="759833" y="85717"/>
                </a:lnTo>
                <a:lnTo>
                  <a:pt x="759833" y="40745"/>
                </a:lnTo>
                <a:lnTo>
                  <a:pt x="798887" y="40745"/>
                </a:lnTo>
                <a:lnTo>
                  <a:pt x="798887" y="27558"/>
                </a:lnTo>
                <a:lnTo>
                  <a:pt x="759833" y="27558"/>
                </a:lnTo>
                <a:lnTo>
                  <a:pt x="759833" y="0"/>
                </a:lnTo>
                <a:lnTo>
                  <a:pt x="749350" y="0"/>
                </a:lnTo>
                <a:lnTo>
                  <a:pt x="743433" y="27558"/>
                </a:lnTo>
                <a:lnTo>
                  <a:pt x="717904" y="27558"/>
                </a:lnTo>
                <a:lnTo>
                  <a:pt x="717904" y="40745"/>
                </a:lnTo>
                <a:lnTo>
                  <a:pt x="742926" y="40745"/>
                </a:lnTo>
                <a:lnTo>
                  <a:pt x="742926" y="87070"/>
                </a:lnTo>
                <a:lnTo>
                  <a:pt x="742941" y="88323"/>
                </a:lnTo>
                <a:lnTo>
                  <a:pt x="742988" y="89547"/>
                </a:lnTo>
                <a:lnTo>
                  <a:pt x="743066" y="90742"/>
                </a:lnTo>
                <a:lnTo>
                  <a:pt x="743175" y="91907"/>
                </a:lnTo>
                <a:lnTo>
                  <a:pt x="743315" y="93043"/>
                </a:lnTo>
                <a:lnTo>
                  <a:pt x="743486" y="94149"/>
                </a:lnTo>
                <a:lnTo>
                  <a:pt x="743688" y="95226"/>
                </a:lnTo>
                <a:lnTo>
                  <a:pt x="743922" y="96274"/>
                </a:lnTo>
                <a:lnTo>
                  <a:pt x="744186" y="97293"/>
                </a:lnTo>
                <a:lnTo>
                  <a:pt x="744482" y="98282"/>
                </a:lnTo>
                <a:lnTo>
                  <a:pt x="744808" y="99242"/>
                </a:lnTo>
                <a:lnTo>
                  <a:pt x="745166" y="100172"/>
                </a:lnTo>
                <a:lnTo>
                  <a:pt x="745555" y="101073"/>
                </a:lnTo>
                <a:lnTo>
                  <a:pt x="745975" y="101945"/>
                </a:lnTo>
                <a:lnTo>
                  <a:pt x="746426" y="102788"/>
                </a:lnTo>
                <a:lnTo>
                  <a:pt x="746908" y="103601"/>
                </a:lnTo>
                <a:lnTo>
                  <a:pt x="747422" y="104384"/>
                </a:lnTo>
                <a:lnTo>
                  <a:pt x="747966" y="105139"/>
                </a:lnTo>
                <a:lnTo>
                  <a:pt x="748542" y="105864"/>
                </a:lnTo>
                <a:lnTo>
                  <a:pt x="749149" y="106559"/>
                </a:lnTo>
                <a:lnTo>
                  <a:pt x="749786" y="107226"/>
                </a:lnTo>
                <a:lnTo>
                  <a:pt x="750455" y="107863"/>
                </a:lnTo>
                <a:lnTo>
                  <a:pt x="751155" y="108470"/>
                </a:lnTo>
                <a:lnTo>
                  <a:pt x="751886" y="109048"/>
                </a:lnTo>
                <a:lnTo>
                  <a:pt x="752644" y="109586"/>
                </a:lnTo>
                <a:lnTo>
                  <a:pt x="753423" y="110101"/>
                </a:lnTo>
                <a:lnTo>
                  <a:pt x="754224" y="110594"/>
                </a:lnTo>
                <a:lnTo>
                  <a:pt x="755047" y="111063"/>
                </a:lnTo>
                <a:lnTo>
                  <a:pt x="755892" y="111509"/>
                </a:lnTo>
                <a:lnTo>
                  <a:pt x="756758" y="111933"/>
                </a:lnTo>
                <a:lnTo>
                  <a:pt x="757646" y="112334"/>
                </a:lnTo>
                <a:lnTo>
                  <a:pt x="758555" y="112711"/>
                </a:lnTo>
                <a:lnTo>
                  <a:pt x="759487" y="113066"/>
                </a:lnTo>
                <a:lnTo>
                  <a:pt x="760440" y="113398"/>
                </a:lnTo>
                <a:lnTo>
                  <a:pt x="761414" y="113707"/>
                </a:lnTo>
                <a:lnTo>
                  <a:pt x="762411" y="113994"/>
                </a:lnTo>
                <a:lnTo>
                  <a:pt x="763429" y="114257"/>
                </a:lnTo>
                <a:lnTo>
                  <a:pt x="764469" y="114497"/>
                </a:lnTo>
                <a:lnTo>
                  <a:pt x="765531" y="114715"/>
                </a:lnTo>
                <a:lnTo>
                  <a:pt x="766614" y="114909"/>
                </a:lnTo>
                <a:lnTo>
                  <a:pt x="767719" y="115081"/>
                </a:lnTo>
                <a:lnTo>
                  <a:pt x="768846" y="115230"/>
                </a:lnTo>
                <a:lnTo>
                  <a:pt x="769995" y="115356"/>
                </a:lnTo>
                <a:lnTo>
                  <a:pt x="771165" y="115459"/>
                </a:lnTo>
                <a:lnTo>
                  <a:pt x="772357" y="115539"/>
                </a:lnTo>
                <a:lnTo>
                  <a:pt x="773571" y="115596"/>
                </a:lnTo>
                <a:lnTo>
                  <a:pt x="774806" y="115630"/>
                </a:lnTo>
                <a:lnTo>
                  <a:pt x="776063" y="115642"/>
                </a:lnTo>
                <a:lnTo>
                  <a:pt x="776584" y="115640"/>
                </a:lnTo>
                <a:lnTo>
                  <a:pt x="777106" y="115633"/>
                </a:lnTo>
                <a:lnTo>
                  <a:pt x="777627" y="115621"/>
                </a:lnTo>
                <a:lnTo>
                  <a:pt x="778148" y="115604"/>
                </a:lnTo>
                <a:close/>
                <a:moveTo>
                  <a:pt x="561663" y="115492"/>
                </a:moveTo>
                <a:lnTo>
                  <a:pt x="562650" y="115407"/>
                </a:lnTo>
                <a:lnTo>
                  <a:pt x="563625" y="115304"/>
                </a:lnTo>
                <a:lnTo>
                  <a:pt x="564587" y="115182"/>
                </a:lnTo>
                <a:lnTo>
                  <a:pt x="565538" y="115041"/>
                </a:lnTo>
                <a:lnTo>
                  <a:pt x="566475" y="114881"/>
                </a:lnTo>
                <a:lnTo>
                  <a:pt x="567401" y="114703"/>
                </a:lnTo>
                <a:lnTo>
                  <a:pt x="568314" y="114505"/>
                </a:lnTo>
                <a:lnTo>
                  <a:pt x="569215" y="114289"/>
                </a:lnTo>
                <a:lnTo>
                  <a:pt x="570103" y="114055"/>
                </a:lnTo>
                <a:lnTo>
                  <a:pt x="570979" y="113801"/>
                </a:lnTo>
                <a:lnTo>
                  <a:pt x="571843" y="113529"/>
                </a:lnTo>
                <a:lnTo>
                  <a:pt x="572695" y="113237"/>
                </a:lnTo>
                <a:lnTo>
                  <a:pt x="573534" y="112927"/>
                </a:lnTo>
                <a:lnTo>
                  <a:pt x="574361" y="112599"/>
                </a:lnTo>
                <a:lnTo>
                  <a:pt x="575175" y="112251"/>
                </a:lnTo>
                <a:lnTo>
                  <a:pt x="575977" y="111885"/>
                </a:lnTo>
                <a:lnTo>
                  <a:pt x="576767" y="111500"/>
                </a:lnTo>
                <a:lnTo>
                  <a:pt x="577545" y="111096"/>
                </a:lnTo>
                <a:lnTo>
                  <a:pt x="578310" y="110673"/>
                </a:lnTo>
                <a:lnTo>
                  <a:pt x="579063" y="110232"/>
                </a:lnTo>
                <a:lnTo>
                  <a:pt x="579802" y="109760"/>
                </a:lnTo>
                <a:lnTo>
                  <a:pt x="580527" y="109273"/>
                </a:lnTo>
                <a:lnTo>
                  <a:pt x="581237" y="108771"/>
                </a:lnTo>
                <a:lnTo>
                  <a:pt x="581932" y="108255"/>
                </a:lnTo>
                <a:lnTo>
                  <a:pt x="582613" y="107724"/>
                </a:lnTo>
                <a:lnTo>
                  <a:pt x="583279" y="107178"/>
                </a:lnTo>
                <a:lnTo>
                  <a:pt x="583930" y="106618"/>
                </a:lnTo>
                <a:lnTo>
                  <a:pt x="584567" y="106043"/>
                </a:lnTo>
                <a:lnTo>
                  <a:pt x="585189" y="105453"/>
                </a:lnTo>
                <a:lnTo>
                  <a:pt x="585796" y="104849"/>
                </a:lnTo>
                <a:lnTo>
                  <a:pt x="586389" y="104230"/>
                </a:lnTo>
                <a:lnTo>
                  <a:pt x="586967" y="103596"/>
                </a:lnTo>
                <a:lnTo>
                  <a:pt x="587530" y="102948"/>
                </a:lnTo>
                <a:lnTo>
                  <a:pt x="588079" y="102284"/>
                </a:lnTo>
                <a:lnTo>
                  <a:pt x="588613" y="101607"/>
                </a:lnTo>
                <a:lnTo>
                  <a:pt x="589132" y="100914"/>
                </a:lnTo>
                <a:lnTo>
                  <a:pt x="589636" y="100207"/>
                </a:lnTo>
                <a:lnTo>
                  <a:pt x="590126" y="99485"/>
                </a:lnTo>
                <a:lnTo>
                  <a:pt x="590601" y="98749"/>
                </a:lnTo>
                <a:lnTo>
                  <a:pt x="591062" y="97998"/>
                </a:lnTo>
                <a:lnTo>
                  <a:pt x="591508" y="97232"/>
                </a:lnTo>
                <a:lnTo>
                  <a:pt x="591939" y="96452"/>
                </a:lnTo>
                <a:lnTo>
                  <a:pt x="592355" y="95656"/>
                </a:lnTo>
                <a:lnTo>
                  <a:pt x="592757" y="94847"/>
                </a:lnTo>
                <a:lnTo>
                  <a:pt x="593144" y="94024"/>
                </a:lnTo>
                <a:lnTo>
                  <a:pt x="593513" y="93191"/>
                </a:lnTo>
                <a:lnTo>
                  <a:pt x="593867" y="92348"/>
                </a:lnTo>
                <a:lnTo>
                  <a:pt x="594204" y="91493"/>
                </a:lnTo>
                <a:lnTo>
                  <a:pt x="594524" y="90629"/>
                </a:lnTo>
                <a:lnTo>
                  <a:pt x="594828" y="89754"/>
                </a:lnTo>
                <a:lnTo>
                  <a:pt x="595116" y="88868"/>
                </a:lnTo>
                <a:lnTo>
                  <a:pt x="595387" y="87971"/>
                </a:lnTo>
                <a:lnTo>
                  <a:pt x="595642" y="87064"/>
                </a:lnTo>
                <a:lnTo>
                  <a:pt x="595880" y="86147"/>
                </a:lnTo>
                <a:lnTo>
                  <a:pt x="596102" y="85219"/>
                </a:lnTo>
                <a:lnTo>
                  <a:pt x="596308" y="84280"/>
                </a:lnTo>
                <a:lnTo>
                  <a:pt x="596497" y="83331"/>
                </a:lnTo>
                <a:lnTo>
                  <a:pt x="596669" y="82371"/>
                </a:lnTo>
                <a:lnTo>
                  <a:pt x="596826" y="81401"/>
                </a:lnTo>
                <a:lnTo>
                  <a:pt x="596965" y="80420"/>
                </a:lnTo>
                <a:lnTo>
                  <a:pt x="597089" y="79428"/>
                </a:lnTo>
                <a:lnTo>
                  <a:pt x="597195" y="78426"/>
                </a:lnTo>
                <a:lnTo>
                  <a:pt x="597286" y="77413"/>
                </a:lnTo>
                <a:lnTo>
                  <a:pt x="597360" y="76390"/>
                </a:lnTo>
                <a:lnTo>
                  <a:pt x="597417" y="75356"/>
                </a:lnTo>
                <a:lnTo>
                  <a:pt x="597458" y="74312"/>
                </a:lnTo>
                <a:lnTo>
                  <a:pt x="597483" y="73257"/>
                </a:lnTo>
                <a:lnTo>
                  <a:pt x="597491" y="72192"/>
                </a:lnTo>
                <a:lnTo>
                  <a:pt x="597491" y="69318"/>
                </a:lnTo>
                <a:lnTo>
                  <a:pt x="597483" y="68266"/>
                </a:lnTo>
                <a:lnTo>
                  <a:pt x="597458" y="67224"/>
                </a:lnTo>
                <a:lnTo>
                  <a:pt x="597417" y="66192"/>
                </a:lnTo>
                <a:lnTo>
                  <a:pt x="597360" y="65171"/>
                </a:lnTo>
                <a:lnTo>
                  <a:pt x="597286" y="64159"/>
                </a:lnTo>
                <a:lnTo>
                  <a:pt x="597195" y="63157"/>
                </a:lnTo>
                <a:lnTo>
                  <a:pt x="597089" y="62165"/>
                </a:lnTo>
                <a:lnTo>
                  <a:pt x="596965" y="61184"/>
                </a:lnTo>
                <a:lnTo>
                  <a:pt x="596826" y="60212"/>
                </a:lnTo>
                <a:lnTo>
                  <a:pt x="596669" y="59250"/>
                </a:lnTo>
                <a:lnTo>
                  <a:pt x="596497" y="58298"/>
                </a:lnTo>
                <a:lnTo>
                  <a:pt x="596308" y="57356"/>
                </a:lnTo>
                <a:lnTo>
                  <a:pt x="596102" y="56424"/>
                </a:lnTo>
                <a:lnTo>
                  <a:pt x="595880" y="55502"/>
                </a:lnTo>
                <a:lnTo>
                  <a:pt x="595642" y="54590"/>
                </a:lnTo>
                <a:lnTo>
                  <a:pt x="595387" y="53688"/>
                </a:lnTo>
                <a:lnTo>
                  <a:pt x="595116" y="52796"/>
                </a:lnTo>
                <a:lnTo>
                  <a:pt x="594828" y="51914"/>
                </a:lnTo>
                <a:lnTo>
                  <a:pt x="594524" y="51042"/>
                </a:lnTo>
                <a:lnTo>
                  <a:pt x="594204" y="50180"/>
                </a:lnTo>
                <a:lnTo>
                  <a:pt x="593867" y="49328"/>
                </a:lnTo>
                <a:lnTo>
                  <a:pt x="593513" y="48486"/>
                </a:lnTo>
                <a:lnTo>
                  <a:pt x="593144" y="47654"/>
                </a:lnTo>
                <a:lnTo>
                  <a:pt x="592757" y="46832"/>
                </a:lnTo>
                <a:lnTo>
                  <a:pt x="592355" y="46022"/>
                </a:lnTo>
                <a:lnTo>
                  <a:pt x="591939" y="45227"/>
                </a:lnTo>
                <a:lnTo>
                  <a:pt x="591508" y="44446"/>
                </a:lnTo>
                <a:lnTo>
                  <a:pt x="591062" y="43680"/>
                </a:lnTo>
                <a:lnTo>
                  <a:pt x="590601" y="42929"/>
                </a:lnTo>
                <a:lnTo>
                  <a:pt x="590126" y="42193"/>
                </a:lnTo>
                <a:lnTo>
                  <a:pt x="589636" y="41471"/>
                </a:lnTo>
                <a:lnTo>
                  <a:pt x="589132" y="40764"/>
                </a:lnTo>
                <a:lnTo>
                  <a:pt x="588613" y="40072"/>
                </a:lnTo>
                <a:lnTo>
                  <a:pt x="588079" y="39394"/>
                </a:lnTo>
                <a:lnTo>
                  <a:pt x="587530" y="38731"/>
                </a:lnTo>
                <a:lnTo>
                  <a:pt x="586967" y="38082"/>
                </a:lnTo>
                <a:lnTo>
                  <a:pt x="586389" y="37449"/>
                </a:lnTo>
                <a:lnTo>
                  <a:pt x="585796" y="36830"/>
                </a:lnTo>
                <a:lnTo>
                  <a:pt x="585189" y="36225"/>
                </a:lnTo>
                <a:lnTo>
                  <a:pt x="584567" y="35636"/>
                </a:lnTo>
                <a:lnTo>
                  <a:pt x="583930" y="35061"/>
                </a:lnTo>
                <a:lnTo>
                  <a:pt x="583279" y="34500"/>
                </a:lnTo>
                <a:lnTo>
                  <a:pt x="582613" y="33955"/>
                </a:lnTo>
                <a:lnTo>
                  <a:pt x="581932" y="33424"/>
                </a:lnTo>
                <a:lnTo>
                  <a:pt x="581237" y="32907"/>
                </a:lnTo>
                <a:lnTo>
                  <a:pt x="580527" y="32406"/>
                </a:lnTo>
                <a:lnTo>
                  <a:pt x="579802" y="31919"/>
                </a:lnTo>
                <a:lnTo>
                  <a:pt x="579063" y="31446"/>
                </a:lnTo>
                <a:lnTo>
                  <a:pt x="578310" y="30991"/>
                </a:lnTo>
                <a:lnTo>
                  <a:pt x="577544" y="30555"/>
                </a:lnTo>
                <a:lnTo>
                  <a:pt x="576765" y="30139"/>
                </a:lnTo>
                <a:lnTo>
                  <a:pt x="575973" y="29742"/>
                </a:lnTo>
                <a:lnTo>
                  <a:pt x="575168" y="29364"/>
                </a:lnTo>
                <a:lnTo>
                  <a:pt x="574350" y="29006"/>
                </a:lnTo>
                <a:lnTo>
                  <a:pt x="573520" y="28667"/>
                </a:lnTo>
                <a:lnTo>
                  <a:pt x="572676" y="28347"/>
                </a:lnTo>
                <a:lnTo>
                  <a:pt x="571819" y="28047"/>
                </a:lnTo>
                <a:lnTo>
                  <a:pt x="570950" y="27766"/>
                </a:lnTo>
                <a:lnTo>
                  <a:pt x="570068" y="27504"/>
                </a:lnTo>
                <a:lnTo>
                  <a:pt x="569172" y="27262"/>
                </a:lnTo>
                <a:lnTo>
                  <a:pt x="568264" y="27039"/>
                </a:lnTo>
                <a:lnTo>
                  <a:pt x="567343" y="26836"/>
                </a:lnTo>
                <a:lnTo>
                  <a:pt x="566409" y="26652"/>
                </a:lnTo>
                <a:lnTo>
                  <a:pt x="565462" y="26487"/>
                </a:lnTo>
                <a:lnTo>
                  <a:pt x="564503" y="26342"/>
                </a:lnTo>
                <a:lnTo>
                  <a:pt x="563530" y="26216"/>
                </a:lnTo>
                <a:lnTo>
                  <a:pt x="562544" y="26109"/>
                </a:lnTo>
                <a:lnTo>
                  <a:pt x="561546" y="26022"/>
                </a:lnTo>
                <a:lnTo>
                  <a:pt x="560534" y="25954"/>
                </a:lnTo>
                <a:lnTo>
                  <a:pt x="559510" y="25906"/>
                </a:lnTo>
                <a:lnTo>
                  <a:pt x="558473" y="25877"/>
                </a:lnTo>
                <a:lnTo>
                  <a:pt x="557422" y="25867"/>
                </a:lnTo>
                <a:lnTo>
                  <a:pt x="556400" y="25877"/>
                </a:lnTo>
                <a:lnTo>
                  <a:pt x="555389" y="25906"/>
                </a:lnTo>
                <a:lnTo>
                  <a:pt x="554390" y="25954"/>
                </a:lnTo>
                <a:lnTo>
                  <a:pt x="553402" y="26022"/>
                </a:lnTo>
                <a:lnTo>
                  <a:pt x="552427" y="26109"/>
                </a:lnTo>
                <a:lnTo>
                  <a:pt x="551463" y="26216"/>
                </a:lnTo>
                <a:lnTo>
                  <a:pt x="550511" y="26342"/>
                </a:lnTo>
                <a:lnTo>
                  <a:pt x="549570" y="26487"/>
                </a:lnTo>
                <a:lnTo>
                  <a:pt x="548641" y="26652"/>
                </a:lnTo>
                <a:lnTo>
                  <a:pt x="547724" y="26836"/>
                </a:lnTo>
                <a:lnTo>
                  <a:pt x="546819" y="27039"/>
                </a:lnTo>
                <a:lnTo>
                  <a:pt x="545926" y="27262"/>
                </a:lnTo>
                <a:lnTo>
                  <a:pt x="545044" y="27504"/>
                </a:lnTo>
                <a:lnTo>
                  <a:pt x="544174" y="27766"/>
                </a:lnTo>
                <a:lnTo>
                  <a:pt x="543316" y="28047"/>
                </a:lnTo>
                <a:lnTo>
                  <a:pt x="542469" y="28347"/>
                </a:lnTo>
                <a:lnTo>
                  <a:pt x="541634" y="28667"/>
                </a:lnTo>
                <a:lnTo>
                  <a:pt x="540811" y="29006"/>
                </a:lnTo>
                <a:lnTo>
                  <a:pt x="540000" y="29364"/>
                </a:lnTo>
                <a:lnTo>
                  <a:pt x="539201" y="29742"/>
                </a:lnTo>
                <a:lnTo>
                  <a:pt x="538413" y="30139"/>
                </a:lnTo>
                <a:lnTo>
                  <a:pt x="537637" y="30555"/>
                </a:lnTo>
                <a:lnTo>
                  <a:pt x="536872" y="30991"/>
                </a:lnTo>
                <a:lnTo>
                  <a:pt x="536120" y="31446"/>
                </a:lnTo>
                <a:lnTo>
                  <a:pt x="535380" y="31905"/>
                </a:lnTo>
                <a:lnTo>
                  <a:pt x="534656" y="32379"/>
                </a:lnTo>
                <a:lnTo>
                  <a:pt x="533946" y="32868"/>
                </a:lnTo>
                <a:lnTo>
                  <a:pt x="533250" y="33372"/>
                </a:lnTo>
                <a:lnTo>
                  <a:pt x="532570" y="33891"/>
                </a:lnTo>
                <a:lnTo>
                  <a:pt x="531904" y="34426"/>
                </a:lnTo>
                <a:lnTo>
                  <a:pt x="531252" y="34976"/>
                </a:lnTo>
                <a:lnTo>
                  <a:pt x="530616" y="35542"/>
                </a:lnTo>
                <a:lnTo>
                  <a:pt x="529994" y="36122"/>
                </a:lnTo>
                <a:lnTo>
                  <a:pt x="529387" y="36718"/>
                </a:lnTo>
                <a:lnTo>
                  <a:pt x="528794" y="37329"/>
                </a:lnTo>
                <a:lnTo>
                  <a:pt x="528216" y="37956"/>
                </a:lnTo>
                <a:lnTo>
                  <a:pt x="527653" y="38597"/>
                </a:lnTo>
                <a:lnTo>
                  <a:pt x="527104" y="39254"/>
                </a:lnTo>
                <a:lnTo>
                  <a:pt x="526570" y="39926"/>
                </a:lnTo>
                <a:lnTo>
                  <a:pt x="526051" y="40614"/>
                </a:lnTo>
                <a:lnTo>
                  <a:pt x="525546" y="41316"/>
                </a:lnTo>
                <a:lnTo>
                  <a:pt x="525057" y="42034"/>
                </a:lnTo>
                <a:lnTo>
                  <a:pt x="524581" y="42768"/>
                </a:lnTo>
                <a:lnTo>
                  <a:pt x="524121" y="43516"/>
                </a:lnTo>
                <a:lnTo>
                  <a:pt x="523675" y="44280"/>
                </a:lnTo>
                <a:lnTo>
                  <a:pt x="523244" y="45059"/>
                </a:lnTo>
                <a:lnTo>
                  <a:pt x="522827" y="45853"/>
                </a:lnTo>
                <a:lnTo>
                  <a:pt x="522425" y="46663"/>
                </a:lnTo>
                <a:lnTo>
                  <a:pt x="522039" y="47485"/>
                </a:lnTo>
                <a:lnTo>
                  <a:pt x="521669" y="48318"/>
                </a:lnTo>
                <a:lnTo>
                  <a:pt x="521316" y="49162"/>
                </a:lnTo>
                <a:lnTo>
                  <a:pt x="520979" y="50016"/>
                </a:lnTo>
                <a:lnTo>
                  <a:pt x="520658" y="50880"/>
                </a:lnTo>
                <a:lnTo>
                  <a:pt x="520354" y="51756"/>
                </a:lnTo>
                <a:lnTo>
                  <a:pt x="520067" y="52642"/>
                </a:lnTo>
                <a:lnTo>
                  <a:pt x="519795" y="53538"/>
                </a:lnTo>
                <a:lnTo>
                  <a:pt x="519541" y="54445"/>
                </a:lnTo>
                <a:lnTo>
                  <a:pt x="519302" y="55362"/>
                </a:lnTo>
                <a:lnTo>
                  <a:pt x="519080" y="56291"/>
                </a:lnTo>
                <a:lnTo>
                  <a:pt x="518875" y="57229"/>
                </a:lnTo>
                <a:lnTo>
                  <a:pt x="518686" y="58178"/>
                </a:lnTo>
                <a:lnTo>
                  <a:pt x="518513" y="59138"/>
                </a:lnTo>
                <a:lnTo>
                  <a:pt x="518357" y="60109"/>
                </a:lnTo>
                <a:lnTo>
                  <a:pt x="518218" y="61090"/>
                </a:lnTo>
                <a:lnTo>
                  <a:pt x="518094" y="62081"/>
                </a:lnTo>
                <a:lnTo>
                  <a:pt x="517987" y="63083"/>
                </a:lnTo>
                <a:lnTo>
                  <a:pt x="517897" y="64096"/>
                </a:lnTo>
                <a:lnTo>
                  <a:pt x="517823" y="65119"/>
                </a:lnTo>
                <a:lnTo>
                  <a:pt x="517766" y="66153"/>
                </a:lnTo>
                <a:lnTo>
                  <a:pt x="517724" y="67197"/>
                </a:lnTo>
                <a:lnTo>
                  <a:pt x="517700" y="68252"/>
                </a:lnTo>
                <a:lnTo>
                  <a:pt x="517692" y="69318"/>
                </a:lnTo>
                <a:lnTo>
                  <a:pt x="517692" y="72192"/>
                </a:lnTo>
                <a:lnTo>
                  <a:pt x="517700" y="73230"/>
                </a:lnTo>
                <a:lnTo>
                  <a:pt x="517724" y="74259"/>
                </a:lnTo>
                <a:lnTo>
                  <a:pt x="517766" y="75280"/>
                </a:lnTo>
                <a:lnTo>
                  <a:pt x="517823" y="76292"/>
                </a:lnTo>
                <a:lnTo>
                  <a:pt x="517897" y="77295"/>
                </a:lnTo>
                <a:lnTo>
                  <a:pt x="517987" y="78289"/>
                </a:lnTo>
                <a:lnTo>
                  <a:pt x="518094" y="79274"/>
                </a:lnTo>
                <a:lnTo>
                  <a:pt x="518218" y="80251"/>
                </a:lnTo>
                <a:lnTo>
                  <a:pt x="518357" y="81218"/>
                </a:lnTo>
                <a:lnTo>
                  <a:pt x="518513" y="82177"/>
                </a:lnTo>
                <a:lnTo>
                  <a:pt x="518686" y="83127"/>
                </a:lnTo>
                <a:lnTo>
                  <a:pt x="518875" y="84069"/>
                </a:lnTo>
                <a:lnTo>
                  <a:pt x="519080" y="85001"/>
                </a:lnTo>
                <a:lnTo>
                  <a:pt x="519302" y="85925"/>
                </a:lnTo>
                <a:lnTo>
                  <a:pt x="519541" y="86840"/>
                </a:lnTo>
                <a:lnTo>
                  <a:pt x="519795" y="87746"/>
                </a:lnTo>
                <a:lnTo>
                  <a:pt x="520067" y="88643"/>
                </a:lnTo>
                <a:lnTo>
                  <a:pt x="520354" y="89532"/>
                </a:lnTo>
                <a:lnTo>
                  <a:pt x="520658" y="90411"/>
                </a:lnTo>
                <a:lnTo>
                  <a:pt x="520979" y="91282"/>
                </a:lnTo>
                <a:lnTo>
                  <a:pt x="521316" y="92144"/>
                </a:lnTo>
                <a:lnTo>
                  <a:pt x="521669" y="92997"/>
                </a:lnTo>
                <a:lnTo>
                  <a:pt x="522039" y="93842"/>
                </a:lnTo>
                <a:lnTo>
                  <a:pt x="522425" y="94678"/>
                </a:lnTo>
                <a:lnTo>
                  <a:pt x="522827" y="95487"/>
                </a:lnTo>
                <a:lnTo>
                  <a:pt x="523244" y="96283"/>
                </a:lnTo>
                <a:lnTo>
                  <a:pt x="523675" y="97063"/>
                </a:lnTo>
                <a:lnTo>
                  <a:pt x="524121" y="97829"/>
                </a:lnTo>
                <a:lnTo>
                  <a:pt x="524581" y="98580"/>
                </a:lnTo>
                <a:lnTo>
                  <a:pt x="525057" y="99316"/>
                </a:lnTo>
                <a:lnTo>
                  <a:pt x="525546" y="100038"/>
                </a:lnTo>
                <a:lnTo>
                  <a:pt x="526051" y="100745"/>
                </a:lnTo>
                <a:lnTo>
                  <a:pt x="526570" y="101438"/>
                </a:lnTo>
                <a:lnTo>
                  <a:pt x="527104" y="102115"/>
                </a:lnTo>
                <a:lnTo>
                  <a:pt x="527653" y="102778"/>
                </a:lnTo>
                <a:lnTo>
                  <a:pt x="528216" y="103427"/>
                </a:lnTo>
                <a:lnTo>
                  <a:pt x="528794" y="104061"/>
                </a:lnTo>
                <a:lnTo>
                  <a:pt x="529387" y="104680"/>
                </a:lnTo>
                <a:lnTo>
                  <a:pt x="529994" y="105284"/>
                </a:lnTo>
                <a:lnTo>
                  <a:pt x="530616" y="105874"/>
                </a:lnTo>
                <a:lnTo>
                  <a:pt x="531252" y="106449"/>
                </a:lnTo>
                <a:lnTo>
                  <a:pt x="531904" y="107009"/>
                </a:lnTo>
                <a:lnTo>
                  <a:pt x="532570" y="107555"/>
                </a:lnTo>
                <a:lnTo>
                  <a:pt x="533250" y="108086"/>
                </a:lnTo>
                <a:lnTo>
                  <a:pt x="533946" y="108602"/>
                </a:lnTo>
                <a:lnTo>
                  <a:pt x="534656" y="109103"/>
                </a:lnTo>
                <a:lnTo>
                  <a:pt x="535380" y="109590"/>
                </a:lnTo>
                <a:lnTo>
                  <a:pt x="536120" y="110063"/>
                </a:lnTo>
                <a:lnTo>
                  <a:pt x="536873" y="110518"/>
                </a:lnTo>
                <a:lnTo>
                  <a:pt x="537638" y="110954"/>
                </a:lnTo>
                <a:lnTo>
                  <a:pt x="538415" y="111370"/>
                </a:lnTo>
                <a:lnTo>
                  <a:pt x="539205" y="111767"/>
                </a:lnTo>
                <a:lnTo>
                  <a:pt x="540008" y="112145"/>
                </a:lnTo>
                <a:lnTo>
                  <a:pt x="540822" y="112504"/>
                </a:lnTo>
                <a:lnTo>
                  <a:pt x="541649" y="112843"/>
                </a:lnTo>
                <a:lnTo>
                  <a:pt x="542488" y="113162"/>
                </a:lnTo>
                <a:lnTo>
                  <a:pt x="543340" y="113463"/>
                </a:lnTo>
                <a:lnTo>
                  <a:pt x="544203" y="113743"/>
                </a:lnTo>
                <a:lnTo>
                  <a:pt x="545080" y="114005"/>
                </a:lnTo>
                <a:lnTo>
                  <a:pt x="545968" y="114247"/>
                </a:lnTo>
                <a:lnTo>
                  <a:pt x="546869" y="114470"/>
                </a:lnTo>
                <a:lnTo>
                  <a:pt x="547782" y="114673"/>
                </a:lnTo>
                <a:lnTo>
                  <a:pt x="548707" y="114857"/>
                </a:lnTo>
                <a:lnTo>
                  <a:pt x="549645" y="115022"/>
                </a:lnTo>
                <a:lnTo>
                  <a:pt x="550595" y="115167"/>
                </a:lnTo>
                <a:lnTo>
                  <a:pt x="551558" y="115293"/>
                </a:lnTo>
                <a:lnTo>
                  <a:pt x="552533" y="115400"/>
                </a:lnTo>
                <a:lnTo>
                  <a:pt x="553520" y="115487"/>
                </a:lnTo>
                <a:lnTo>
                  <a:pt x="554519" y="115555"/>
                </a:lnTo>
                <a:lnTo>
                  <a:pt x="555531" y="115603"/>
                </a:lnTo>
                <a:lnTo>
                  <a:pt x="556555" y="115632"/>
                </a:lnTo>
                <a:lnTo>
                  <a:pt x="557591" y="115642"/>
                </a:lnTo>
                <a:lnTo>
                  <a:pt x="558628" y="115633"/>
                </a:lnTo>
                <a:lnTo>
                  <a:pt x="559652" y="115604"/>
                </a:lnTo>
                <a:lnTo>
                  <a:pt x="560664" y="115557"/>
                </a:lnTo>
                <a:lnTo>
                  <a:pt x="561663" y="115492"/>
                </a:lnTo>
                <a:close/>
                <a:moveTo>
                  <a:pt x="554468" y="103441"/>
                </a:moveTo>
                <a:lnTo>
                  <a:pt x="553715" y="103330"/>
                </a:lnTo>
                <a:lnTo>
                  <a:pt x="552974" y="103194"/>
                </a:lnTo>
                <a:lnTo>
                  <a:pt x="552243" y="103034"/>
                </a:lnTo>
                <a:lnTo>
                  <a:pt x="551524" y="102849"/>
                </a:lnTo>
                <a:lnTo>
                  <a:pt x="550815" y="102640"/>
                </a:lnTo>
                <a:lnTo>
                  <a:pt x="550118" y="102405"/>
                </a:lnTo>
                <a:lnTo>
                  <a:pt x="549432" y="102146"/>
                </a:lnTo>
                <a:lnTo>
                  <a:pt x="548758" y="101863"/>
                </a:lnTo>
                <a:lnTo>
                  <a:pt x="548094" y="101555"/>
                </a:lnTo>
                <a:lnTo>
                  <a:pt x="547441" y="101222"/>
                </a:lnTo>
                <a:lnTo>
                  <a:pt x="546800" y="100864"/>
                </a:lnTo>
                <a:lnTo>
                  <a:pt x="546170" y="100482"/>
                </a:lnTo>
                <a:lnTo>
                  <a:pt x="545551" y="100075"/>
                </a:lnTo>
                <a:lnTo>
                  <a:pt x="544943" y="99644"/>
                </a:lnTo>
                <a:lnTo>
                  <a:pt x="544346" y="99188"/>
                </a:lnTo>
                <a:lnTo>
                  <a:pt x="543761" y="98707"/>
                </a:lnTo>
                <a:lnTo>
                  <a:pt x="543186" y="98202"/>
                </a:lnTo>
                <a:lnTo>
                  <a:pt x="542623" y="97672"/>
                </a:lnTo>
                <a:lnTo>
                  <a:pt x="542071" y="97117"/>
                </a:lnTo>
                <a:lnTo>
                  <a:pt x="541530" y="96537"/>
                </a:lnTo>
                <a:lnTo>
                  <a:pt x="541020" y="95922"/>
                </a:lnTo>
                <a:lnTo>
                  <a:pt x="540531" y="95287"/>
                </a:lnTo>
                <a:lnTo>
                  <a:pt x="540064" y="94633"/>
                </a:lnTo>
                <a:lnTo>
                  <a:pt x="539619" y="93959"/>
                </a:lnTo>
                <a:lnTo>
                  <a:pt x="539195" y="93266"/>
                </a:lnTo>
                <a:lnTo>
                  <a:pt x="538793" y="92554"/>
                </a:lnTo>
                <a:lnTo>
                  <a:pt x="538413" y="91822"/>
                </a:lnTo>
                <a:lnTo>
                  <a:pt x="538055" y="91071"/>
                </a:lnTo>
                <a:lnTo>
                  <a:pt x="537718" y="90300"/>
                </a:lnTo>
                <a:lnTo>
                  <a:pt x="537403" y="89510"/>
                </a:lnTo>
                <a:lnTo>
                  <a:pt x="537110" y="88701"/>
                </a:lnTo>
                <a:lnTo>
                  <a:pt x="536838" y="87873"/>
                </a:lnTo>
                <a:lnTo>
                  <a:pt x="536589" y="87025"/>
                </a:lnTo>
                <a:lnTo>
                  <a:pt x="536361" y="86157"/>
                </a:lnTo>
                <a:lnTo>
                  <a:pt x="536154" y="85271"/>
                </a:lnTo>
                <a:lnTo>
                  <a:pt x="535970" y="84365"/>
                </a:lnTo>
                <a:lnTo>
                  <a:pt x="535807" y="83439"/>
                </a:lnTo>
                <a:lnTo>
                  <a:pt x="535665" y="82494"/>
                </a:lnTo>
                <a:lnTo>
                  <a:pt x="535546" y="81530"/>
                </a:lnTo>
                <a:lnTo>
                  <a:pt x="535448" y="80546"/>
                </a:lnTo>
                <a:lnTo>
                  <a:pt x="535372" y="79543"/>
                </a:lnTo>
                <a:lnTo>
                  <a:pt x="535318" y="78521"/>
                </a:lnTo>
                <a:lnTo>
                  <a:pt x="535285" y="77479"/>
                </a:lnTo>
                <a:lnTo>
                  <a:pt x="535275" y="76418"/>
                </a:lnTo>
                <a:lnTo>
                  <a:pt x="535275" y="65091"/>
                </a:lnTo>
                <a:lnTo>
                  <a:pt x="535285" y="64030"/>
                </a:lnTo>
                <a:lnTo>
                  <a:pt x="535318" y="62989"/>
                </a:lnTo>
                <a:lnTo>
                  <a:pt x="535372" y="61968"/>
                </a:lnTo>
                <a:lnTo>
                  <a:pt x="535448" y="60967"/>
                </a:lnTo>
                <a:lnTo>
                  <a:pt x="535546" y="59987"/>
                </a:lnTo>
                <a:lnTo>
                  <a:pt x="535665" y="59026"/>
                </a:lnTo>
                <a:lnTo>
                  <a:pt x="535807" y="58085"/>
                </a:lnTo>
                <a:lnTo>
                  <a:pt x="535970" y="57163"/>
                </a:lnTo>
                <a:lnTo>
                  <a:pt x="536154" y="56262"/>
                </a:lnTo>
                <a:lnTo>
                  <a:pt x="536361" y="55381"/>
                </a:lnTo>
                <a:lnTo>
                  <a:pt x="536589" y="54520"/>
                </a:lnTo>
                <a:lnTo>
                  <a:pt x="536838" y="53679"/>
                </a:lnTo>
                <a:lnTo>
                  <a:pt x="537110" y="52858"/>
                </a:lnTo>
                <a:lnTo>
                  <a:pt x="537403" y="52056"/>
                </a:lnTo>
                <a:lnTo>
                  <a:pt x="537718" y="51275"/>
                </a:lnTo>
                <a:lnTo>
                  <a:pt x="538055" y="50514"/>
                </a:lnTo>
                <a:lnTo>
                  <a:pt x="538413" y="49772"/>
                </a:lnTo>
                <a:lnTo>
                  <a:pt x="538793" y="49051"/>
                </a:lnTo>
                <a:lnTo>
                  <a:pt x="539195" y="48349"/>
                </a:lnTo>
                <a:lnTo>
                  <a:pt x="539619" y="47668"/>
                </a:lnTo>
                <a:lnTo>
                  <a:pt x="540064" y="47006"/>
                </a:lnTo>
                <a:lnTo>
                  <a:pt x="540531" y="46364"/>
                </a:lnTo>
                <a:lnTo>
                  <a:pt x="541020" y="45743"/>
                </a:lnTo>
                <a:lnTo>
                  <a:pt x="541530" y="45141"/>
                </a:lnTo>
                <a:lnTo>
                  <a:pt x="542071" y="44548"/>
                </a:lnTo>
                <a:lnTo>
                  <a:pt x="542623" y="43980"/>
                </a:lnTo>
                <a:lnTo>
                  <a:pt x="543186" y="43437"/>
                </a:lnTo>
                <a:lnTo>
                  <a:pt x="543761" y="42920"/>
                </a:lnTo>
                <a:lnTo>
                  <a:pt x="544346" y="42427"/>
                </a:lnTo>
                <a:lnTo>
                  <a:pt x="544943" y="41960"/>
                </a:lnTo>
                <a:lnTo>
                  <a:pt x="545551" y="41519"/>
                </a:lnTo>
                <a:lnTo>
                  <a:pt x="546170" y="41102"/>
                </a:lnTo>
                <a:lnTo>
                  <a:pt x="546800" y="40711"/>
                </a:lnTo>
                <a:lnTo>
                  <a:pt x="547441" y="40345"/>
                </a:lnTo>
                <a:lnTo>
                  <a:pt x="548094" y="40004"/>
                </a:lnTo>
                <a:lnTo>
                  <a:pt x="548758" y="39689"/>
                </a:lnTo>
                <a:lnTo>
                  <a:pt x="549432" y="39398"/>
                </a:lnTo>
                <a:lnTo>
                  <a:pt x="550118" y="39133"/>
                </a:lnTo>
                <a:lnTo>
                  <a:pt x="550815" y="38893"/>
                </a:lnTo>
                <a:lnTo>
                  <a:pt x="551524" y="38679"/>
                </a:lnTo>
                <a:lnTo>
                  <a:pt x="552243" y="38489"/>
                </a:lnTo>
                <a:lnTo>
                  <a:pt x="552974" y="38325"/>
                </a:lnTo>
                <a:lnTo>
                  <a:pt x="553715" y="38187"/>
                </a:lnTo>
                <a:lnTo>
                  <a:pt x="554468" y="38073"/>
                </a:lnTo>
                <a:lnTo>
                  <a:pt x="555232" y="37985"/>
                </a:lnTo>
                <a:lnTo>
                  <a:pt x="556007" y="37922"/>
                </a:lnTo>
                <a:lnTo>
                  <a:pt x="556794" y="37884"/>
                </a:lnTo>
                <a:lnTo>
                  <a:pt x="557591" y="37871"/>
                </a:lnTo>
                <a:lnTo>
                  <a:pt x="558402" y="37884"/>
                </a:lnTo>
                <a:lnTo>
                  <a:pt x="559201" y="37922"/>
                </a:lnTo>
                <a:lnTo>
                  <a:pt x="559987" y="37985"/>
                </a:lnTo>
                <a:lnTo>
                  <a:pt x="560761" y="38073"/>
                </a:lnTo>
                <a:lnTo>
                  <a:pt x="561523" y="38187"/>
                </a:lnTo>
                <a:lnTo>
                  <a:pt x="562272" y="38325"/>
                </a:lnTo>
                <a:lnTo>
                  <a:pt x="563009" y="38489"/>
                </a:lnTo>
                <a:lnTo>
                  <a:pt x="563734" y="38679"/>
                </a:lnTo>
                <a:lnTo>
                  <a:pt x="564447" y="38893"/>
                </a:lnTo>
                <a:lnTo>
                  <a:pt x="565147" y="39133"/>
                </a:lnTo>
                <a:lnTo>
                  <a:pt x="565834" y="39398"/>
                </a:lnTo>
                <a:lnTo>
                  <a:pt x="566510" y="39689"/>
                </a:lnTo>
                <a:lnTo>
                  <a:pt x="567173" y="40004"/>
                </a:lnTo>
                <a:lnTo>
                  <a:pt x="567823" y="40345"/>
                </a:lnTo>
                <a:lnTo>
                  <a:pt x="568462" y="40711"/>
                </a:lnTo>
                <a:lnTo>
                  <a:pt x="569088" y="41102"/>
                </a:lnTo>
                <a:lnTo>
                  <a:pt x="569702" y="41519"/>
                </a:lnTo>
                <a:lnTo>
                  <a:pt x="570303" y="41960"/>
                </a:lnTo>
                <a:lnTo>
                  <a:pt x="570892" y="42427"/>
                </a:lnTo>
                <a:lnTo>
                  <a:pt x="571469" y="42920"/>
                </a:lnTo>
                <a:lnTo>
                  <a:pt x="572033" y="43437"/>
                </a:lnTo>
                <a:lnTo>
                  <a:pt x="572585" y="43980"/>
                </a:lnTo>
                <a:lnTo>
                  <a:pt x="573125" y="44548"/>
                </a:lnTo>
                <a:lnTo>
                  <a:pt x="573653" y="45141"/>
                </a:lnTo>
                <a:lnTo>
                  <a:pt x="574163" y="45743"/>
                </a:lnTo>
                <a:lnTo>
                  <a:pt x="574652" y="46364"/>
                </a:lnTo>
                <a:lnTo>
                  <a:pt x="575119" y="47006"/>
                </a:lnTo>
                <a:lnTo>
                  <a:pt x="575564" y="47668"/>
                </a:lnTo>
                <a:lnTo>
                  <a:pt x="575988" y="48349"/>
                </a:lnTo>
                <a:lnTo>
                  <a:pt x="576389" y="49051"/>
                </a:lnTo>
                <a:lnTo>
                  <a:pt x="576770" y="49772"/>
                </a:lnTo>
                <a:lnTo>
                  <a:pt x="577128" y="50514"/>
                </a:lnTo>
                <a:lnTo>
                  <a:pt x="577465" y="51275"/>
                </a:lnTo>
                <a:lnTo>
                  <a:pt x="577780" y="52056"/>
                </a:lnTo>
                <a:lnTo>
                  <a:pt x="578073" y="52858"/>
                </a:lnTo>
                <a:lnTo>
                  <a:pt x="578344" y="53679"/>
                </a:lnTo>
                <a:lnTo>
                  <a:pt x="578594" y="54520"/>
                </a:lnTo>
                <a:lnTo>
                  <a:pt x="578822" y="55381"/>
                </a:lnTo>
                <a:lnTo>
                  <a:pt x="579029" y="56262"/>
                </a:lnTo>
                <a:lnTo>
                  <a:pt x="579213" y="57163"/>
                </a:lnTo>
                <a:lnTo>
                  <a:pt x="579376" y="58085"/>
                </a:lnTo>
                <a:lnTo>
                  <a:pt x="579517" y="59026"/>
                </a:lnTo>
                <a:lnTo>
                  <a:pt x="579637" y="59987"/>
                </a:lnTo>
                <a:lnTo>
                  <a:pt x="579734" y="60967"/>
                </a:lnTo>
                <a:lnTo>
                  <a:pt x="579810" y="61968"/>
                </a:lnTo>
                <a:lnTo>
                  <a:pt x="579865" y="62989"/>
                </a:lnTo>
                <a:lnTo>
                  <a:pt x="579897" y="64030"/>
                </a:lnTo>
                <a:lnTo>
                  <a:pt x="579908" y="65091"/>
                </a:lnTo>
                <a:lnTo>
                  <a:pt x="579908" y="76418"/>
                </a:lnTo>
                <a:lnTo>
                  <a:pt x="579897" y="77479"/>
                </a:lnTo>
                <a:lnTo>
                  <a:pt x="579865" y="78521"/>
                </a:lnTo>
                <a:lnTo>
                  <a:pt x="579810" y="79543"/>
                </a:lnTo>
                <a:lnTo>
                  <a:pt x="579734" y="80546"/>
                </a:lnTo>
                <a:lnTo>
                  <a:pt x="579637" y="81530"/>
                </a:lnTo>
                <a:lnTo>
                  <a:pt x="579517" y="82494"/>
                </a:lnTo>
                <a:lnTo>
                  <a:pt x="579376" y="83439"/>
                </a:lnTo>
                <a:lnTo>
                  <a:pt x="579213" y="84365"/>
                </a:lnTo>
                <a:lnTo>
                  <a:pt x="579029" y="85271"/>
                </a:lnTo>
                <a:lnTo>
                  <a:pt x="578822" y="86157"/>
                </a:lnTo>
                <a:lnTo>
                  <a:pt x="578594" y="87025"/>
                </a:lnTo>
                <a:lnTo>
                  <a:pt x="578344" y="87873"/>
                </a:lnTo>
                <a:lnTo>
                  <a:pt x="578073" y="88701"/>
                </a:lnTo>
                <a:lnTo>
                  <a:pt x="577780" y="89510"/>
                </a:lnTo>
                <a:lnTo>
                  <a:pt x="577465" y="90300"/>
                </a:lnTo>
                <a:lnTo>
                  <a:pt x="577128" y="91071"/>
                </a:lnTo>
                <a:lnTo>
                  <a:pt x="576770" y="91822"/>
                </a:lnTo>
                <a:lnTo>
                  <a:pt x="576389" y="92554"/>
                </a:lnTo>
                <a:lnTo>
                  <a:pt x="575988" y="93266"/>
                </a:lnTo>
                <a:lnTo>
                  <a:pt x="575564" y="93959"/>
                </a:lnTo>
                <a:lnTo>
                  <a:pt x="575119" y="94633"/>
                </a:lnTo>
                <a:lnTo>
                  <a:pt x="574652" y="95287"/>
                </a:lnTo>
                <a:lnTo>
                  <a:pt x="574163" y="95922"/>
                </a:lnTo>
                <a:lnTo>
                  <a:pt x="573653" y="96537"/>
                </a:lnTo>
                <a:lnTo>
                  <a:pt x="573125" y="97117"/>
                </a:lnTo>
                <a:lnTo>
                  <a:pt x="572585" y="97672"/>
                </a:lnTo>
                <a:lnTo>
                  <a:pt x="572033" y="98202"/>
                </a:lnTo>
                <a:lnTo>
                  <a:pt x="571469" y="98707"/>
                </a:lnTo>
                <a:lnTo>
                  <a:pt x="570892" y="99188"/>
                </a:lnTo>
                <a:lnTo>
                  <a:pt x="570303" y="99644"/>
                </a:lnTo>
                <a:lnTo>
                  <a:pt x="569702" y="100075"/>
                </a:lnTo>
                <a:lnTo>
                  <a:pt x="569088" y="100482"/>
                </a:lnTo>
                <a:lnTo>
                  <a:pt x="568462" y="100864"/>
                </a:lnTo>
                <a:lnTo>
                  <a:pt x="567823" y="101222"/>
                </a:lnTo>
                <a:lnTo>
                  <a:pt x="567173" y="101555"/>
                </a:lnTo>
                <a:lnTo>
                  <a:pt x="566510" y="101863"/>
                </a:lnTo>
                <a:lnTo>
                  <a:pt x="565834" y="102146"/>
                </a:lnTo>
                <a:lnTo>
                  <a:pt x="565147" y="102405"/>
                </a:lnTo>
                <a:lnTo>
                  <a:pt x="564447" y="102640"/>
                </a:lnTo>
                <a:lnTo>
                  <a:pt x="563734" y="102849"/>
                </a:lnTo>
                <a:lnTo>
                  <a:pt x="563009" y="103034"/>
                </a:lnTo>
                <a:lnTo>
                  <a:pt x="562272" y="103194"/>
                </a:lnTo>
                <a:lnTo>
                  <a:pt x="561523" y="103330"/>
                </a:lnTo>
                <a:lnTo>
                  <a:pt x="560761" y="103441"/>
                </a:lnTo>
                <a:lnTo>
                  <a:pt x="559987" y="103527"/>
                </a:lnTo>
                <a:lnTo>
                  <a:pt x="559201" y="103589"/>
                </a:lnTo>
                <a:lnTo>
                  <a:pt x="558402" y="103626"/>
                </a:lnTo>
                <a:lnTo>
                  <a:pt x="557591" y="103638"/>
                </a:lnTo>
                <a:lnTo>
                  <a:pt x="556794" y="103626"/>
                </a:lnTo>
                <a:lnTo>
                  <a:pt x="556007" y="103589"/>
                </a:lnTo>
                <a:lnTo>
                  <a:pt x="555232" y="103527"/>
                </a:lnTo>
                <a:lnTo>
                  <a:pt x="554468" y="103441"/>
                </a:lnTo>
                <a:close/>
                <a:moveTo>
                  <a:pt x="865513" y="115529"/>
                </a:moveTo>
                <a:lnTo>
                  <a:pt x="866435" y="115466"/>
                </a:lnTo>
                <a:lnTo>
                  <a:pt x="867346" y="115388"/>
                </a:lnTo>
                <a:lnTo>
                  <a:pt x="868246" y="115297"/>
                </a:lnTo>
                <a:lnTo>
                  <a:pt x="869134" y="115191"/>
                </a:lnTo>
                <a:lnTo>
                  <a:pt x="870012" y="115071"/>
                </a:lnTo>
                <a:lnTo>
                  <a:pt x="870878" y="114937"/>
                </a:lnTo>
                <a:lnTo>
                  <a:pt x="871733" y="114790"/>
                </a:lnTo>
                <a:lnTo>
                  <a:pt x="872577" y="114628"/>
                </a:lnTo>
                <a:lnTo>
                  <a:pt x="873409" y="114451"/>
                </a:lnTo>
                <a:lnTo>
                  <a:pt x="874231" y="114261"/>
                </a:lnTo>
                <a:lnTo>
                  <a:pt x="875041" y="114057"/>
                </a:lnTo>
                <a:lnTo>
                  <a:pt x="875841" y="113839"/>
                </a:lnTo>
                <a:lnTo>
                  <a:pt x="876629" y="113606"/>
                </a:lnTo>
                <a:lnTo>
                  <a:pt x="877406" y="113360"/>
                </a:lnTo>
                <a:lnTo>
                  <a:pt x="878171" y="113099"/>
                </a:lnTo>
                <a:lnTo>
                  <a:pt x="878926" y="112824"/>
                </a:lnTo>
                <a:lnTo>
                  <a:pt x="879670" y="112535"/>
                </a:lnTo>
                <a:lnTo>
                  <a:pt x="880402" y="112232"/>
                </a:lnTo>
                <a:lnTo>
                  <a:pt x="881123" y="111915"/>
                </a:lnTo>
                <a:lnTo>
                  <a:pt x="881833" y="111584"/>
                </a:lnTo>
                <a:lnTo>
                  <a:pt x="882545" y="111240"/>
                </a:lnTo>
                <a:lnTo>
                  <a:pt x="883243" y="110885"/>
                </a:lnTo>
                <a:lnTo>
                  <a:pt x="883928" y="110517"/>
                </a:lnTo>
                <a:lnTo>
                  <a:pt x="884599" y="110138"/>
                </a:lnTo>
                <a:lnTo>
                  <a:pt x="885257" y="109747"/>
                </a:lnTo>
                <a:lnTo>
                  <a:pt x="885901" y="109344"/>
                </a:lnTo>
                <a:lnTo>
                  <a:pt x="886532" y="108930"/>
                </a:lnTo>
                <a:lnTo>
                  <a:pt x="887149" y="108504"/>
                </a:lnTo>
                <a:lnTo>
                  <a:pt x="887753" y="108066"/>
                </a:lnTo>
                <a:lnTo>
                  <a:pt x="888343" y="107616"/>
                </a:lnTo>
                <a:lnTo>
                  <a:pt x="888920" y="107155"/>
                </a:lnTo>
                <a:lnTo>
                  <a:pt x="889483" y="106681"/>
                </a:lnTo>
                <a:lnTo>
                  <a:pt x="890033" y="106196"/>
                </a:lnTo>
                <a:lnTo>
                  <a:pt x="890569" y="105700"/>
                </a:lnTo>
                <a:lnTo>
                  <a:pt x="891092" y="105191"/>
                </a:lnTo>
                <a:lnTo>
                  <a:pt x="891601" y="104671"/>
                </a:lnTo>
                <a:lnTo>
                  <a:pt x="892097" y="104139"/>
                </a:lnTo>
                <a:lnTo>
                  <a:pt x="892579" y="103596"/>
                </a:lnTo>
                <a:lnTo>
                  <a:pt x="893048" y="103041"/>
                </a:lnTo>
                <a:lnTo>
                  <a:pt x="893503" y="102473"/>
                </a:lnTo>
                <a:lnTo>
                  <a:pt x="893945" y="101895"/>
                </a:lnTo>
                <a:lnTo>
                  <a:pt x="894373" y="101304"/>
                </a:lnTo>
                <a:lnTo>
                  <a:pt x="894788" y="100702"/>
                </a:lnTo>
                <a:lnTo>
                  <a:pt x="895189" y="100088"/>
                </a:lnTo>
                <a:lnTo>
                  <a:pt x="895589" y="99449"/>
                </a:lnTo>
                <a:lnTo>
                  <a:pt x="895972" y="98801"/>
                </a:lnTo>
                <a:lnTo>
                  <a:pt x="896339" y="98143"/>
                </a:lnTo>
                <a:lnTo>
                  <a:pt x="896688" y="97477"/>
                </a:lnTo>
                <a:lnTo>
                  <a:pt x="897019" y="96800"/>
                </a:lnTo>
                <a:lnTo>
                  <a:pt x="897334" y="96115"/>
                </a:lnTo>
                <a:lnTo>
                  <a:pt x="897632" y="95420"/>
                </a:lnTo>
                <a:lnTo>
                  <a:pt x="897913" y="94715"/>
                </a:lnTo>
                <a:lnTo>
                  <a:pt x="898177" y="94001"/>
                </a:lnTo>
                <a:lnTo>
                  <a:pt x="898424" y="93278"/>
                </a:lnTo>
                <a:lnTo>
                  <a:pt x="898654" y="92545"/>
                </a:lnTo>
                <a:lnTo>
                  <a:pt x="898867" y="91803"/>
                </a:lnTo>
                <a:lnTo>
                  <a:pt x="899062" y="91052"/>
                </a:lnTo>
                <a:lnTo>
                  <a:pt x="899241" y="90291"/>
                </a:lnTo>
                <a:lnTo>
                  <a:pt x="899403" y="89521"/>
                </a:lnTo>
                <a:lnTo>
                  <a:pt x="899548" y="88741"/>
                </a:lnTo>
                <a:lnTo>
                  <a:pt x="899675" y="87953"/>
                </a:lnTo>
                <a:lnTo>
                  <a:pt x="899786" y="87154"/>
                </a:lnTo>
                <a:lnTo>
                  <a:pt x="899880" y="86346"/>
                </a:lnTo>
                <a:lnTo>
                  <a:pt x="899956" y="85529"/>
                </a:lnTo>
                <a:lnTo>
                  <a:pt x="900016" y="84703"/>
                </a:lnTo>
                <a:lnTo>
                  <a:pt x="900058" y="83867"/>
                </a:lnTo>
                <a:lnTo>
                  <a:pt x="900084" y="83021"/>
                </a:lnTo>
                <a:lnTo>
                  <a:pt x="900092" y="82167"/>
                </a:lnTo>
                <a:lnTo>
                  <a:pt x="884200" y="82167"/>
                </a:lnTo>
                <a:lnTo>
                  <a:pt x="884190" y="83072"/>
                </a:lnTo>
                <a:lnTo>
                  <a:pt x="884160" y="83958"/>
                </a:lnTo>
                <a:lnTo>
                  <a:pt x="884110" y="84824"/>
                </a:lnTo>
                <a:lnTo>
                  <a:pt x="884040" y="85670"/>
                </a:lnTo>
                <a:lnTo>
                  <a:pt x="883951" y="86496"/>
                </a:lnTo>
                <a:lnTo>
                  <a:pt x="883841" y="87302"/>
                </a:lnTo>
                <a:lnTo>
                  <a:pt x="883711" y="88088"/>
                </a:lnTo>
                <a:lnTo>
                  <a:pt x="883561" y="88854"/>
                </a:lnTo>
                <a:lnTo>
                  <a:pt x="883392" y="89600"/>
                </a:lnTo>
                <a:lnTo>
                  <a:pt x="883202" y="90326"/>
                </a:lnTo>
                <a:lnTo>
                  <a:pt x="882993" y="91033"/>
                </a:lnTo>
                <a:lnTo>
                  <a:pt x="882763" y="91719"/>
                </a:lnTo>
                <a:lnTo>
                  <a:pt x="882514" y="92385"/>
                </a:lnTo>
                <a:lnTo>
                  <a:pt x="882244" y="93032"/>
                </a:lnTo>
                <a:lnTo>
                  <a:pt x="881955" y="93658"/>
                </a:lnTo>
                <a:lnTo>
                  <a:pt x="881645" y="94264"/>
                </a:lnTo>
                <a:lnTo>
                  <a:pt x="881316" y="94851"/>
                </a:lnTo>
                <a:lnTo>
                  <a:pt x="880967" y="95417"/>
                </a:lnTo>
                <a:lnTo>
                  <a:pt x="880597" y="95964"/>
                </a:lnTo>
                <a:lnTo>
                  <a:pt x="880208" y="96490"/>
                </a:lnTo>
                <a:lnTo>
                  <a:pt x="879799" y="96997"/>
                </a:lnTo>
                <a:lnTo>
                  <a:pt x="879370" y="97484"/>
                </a:lnTo>
                <a:lnTo>
                  <a:pt x="878921" y="97950"/>
                </a:lnTo>
                <a:lnTo>
                  <a:pt x="878452" y="98397"/>
                </a:lnTo>
                <a:lnTo>
                  <a:pt x="877978" y="98825"/>
                </a:lnTo>
                <a:lnTo>
                  <a:pt x="877485" y="99234"/>
                </a:lnTo>
                <a:lnTo>
                  <a:pt x="876975" y="99625"/>
                </a:lnTo>
                <a:lnTo>
                  <a:pt x="876446" y="99999"/>
                </a:lnTo>
                <a:lnTo>
                  <a:pt x="875900" y="100353"/>
                </a:lnTo>
                <a:lnTo>
                  <a:pt x="875335" y="100690"/>
                </a:lnTo>
                <a:lnTo>
                  <a:pt x="874751" y="101009"/>
                </a:lnTo>
                <a:lnTo>
                  <a:pt x="874150" y="101309"/>
                </a:lnTo>
                <a:lnTo>
                  <a:pt x="873530" y="101591"/>
                </a:lnTo>
                <a:lnTo>
                  <a:pt x="872892" y="101855"/>
                </a:lnTo>
                <a:lnTo>
                  <a:pt x="872236" y="102100"/>
                </a:lnTo>
                <a:lnTo>
                  <a:pt x="871562" y="102328"/>
                </a:lnTo>
                <a:lnTo>
                  <a:pt x="870870" y="102537"/>
                </a:lnTo>
                <a:lnTo>
                  <a:pt x="870159" y="102728"/>
                </a:lnTo>
                <a:lnTo>
                  <a:pt x="869430" y="102901"/>
                </a:lnTo>
                <a:lnTo>
                  <a:pt x="868683" y="103056"/>
                </a:lnTo>
                <a:lnTo>
                  <a:pt x="867918" y="103192"/>
                </a:lnTo>
                <a:lnTo>
                  <a:pt x="867135" y="103311"/>
                </a:lnTo>
                <a:lnTo>
                  <a:pt x="866333" y="103411"/>
                </a:lnTo>
                <a:lnTo>
                  <a:pt x="865513" y="103493"/>
                </a:lnTo>
                <a:lnTo>
                  <a:pt x="864675" y="103556"/>
                </a:lnTo>
                <a:lnTo>
                  <a:pt x="863819" y="103602"/>
                </a:lnTo>
                <a:lnTo>
                  <a:pt x="862945" y="103629"/>
                </a:lnTo>
                <a:lnTo>
                  <a:pt x="862052" y="103638"/>
                </a:lnTo>
                <a:lnTo>
                  <a:pt x="861241" y="103626"/>
                </a:lnTo>
                <a:lnTo>
                  <a:pt x="860441" y="103590"/>
                </a:lnTo>
                <a:lnTo>
                  <a:pt x="859654" y="103530"/>
                </a:lnTo>
                <a:lnTo>
                  <a:pt x="858878" y="103446"/>
                </a:lnTo>
                <a:lnTo>
                  <a:pt x="858113" y="103337"/>
                </a:lnTo>
                <a:lnTo>
                  <a:pt x="857361" y="103205"/>
                </a:lnTo>
                <a:lnTo>
                  <a:pt x="856620" y="103048"/>
                </a:lnTo>
                <a:lnTo>
                  <a:pt x="855891" y="102868"/>
                </a:lnTo>
                <a:lnTo>
                  <a:pt x="855173" y="102663"/>
                </a:lnTo>
                <a:lnTo>
                  <a:pt x="854468" y="102435"/>
                </a:lnTo>
                <a:lnTo>
                  <a:pt x="853774" y="102182"/>
                </a:lnTo>
                <a:lnTo>
                  <a:pt x="853092" y="101905"/>
                </a:lnTo>
                <a:lnTo>
                  <a:pt x="852421" y="101604"/>
                </a:lnTo>
                <a:lnTo>
                  <a:pt x="851763" y="101279"/>
                </a:lnTo>
                <a:lnTo>
                  <a:pt x="851116" y="100930"/>
                </a:lnTo>
                <a:lnTo>
                  <a:pt x="850481" y="100557"/>
                </a:lnTo>
                <a:lnTo>
                  <a:pt x="849857" y="100160"/>
                </a:lnTo>
                <a:lnTo>
                  <a:pt x="849245" y="99739"/>
                </a:lnTo>
                <a:lnTo>
                  <a:pt x="848645" y="99294"/>
                </a:lnTo>
                <a:lnTo>
                  <a:pt x="848057" y="98824"/>
                </a:lnTo>
                <a:lnTo>
                  <a:pt x="847481" y="98331"/>
                </a:lnTo>
                <a:lnTo>
                  <a:pt x="846916" y="97814"/>
                </a:lnTo>
                <a:lnTo>
                  <a:pt x="846363" y="97272"/>
                </a:lnTo>
                <a:lnTo>
                  <a:pt x="845822" y="96706"/>
                </a:lnTo>
                <a:lnTo>
                  <a:pt x="845298" y="96118"/>
                </a:lnTo>
                <a:lnTo>
                  <a:pt x="844796" y="95507"/>
                </a:lnTo>
                <a:lnTo>
                  <a:pt x="844316" y="94873"/>
                </a:lnTo>
                <a:lnTo>
                  <a:pt x="843859" y="94217"/>
                </a:lnTo>
                <a:lnTo>
                  <a:pt x="843424" y="93539"/>
                </a:lnTo>
                <a:lnTo>
                  <a:pt x="843011" y="92839"/>
                </a:lnTo>
                <a:lnTo>
                  <a:pt x="842621" y="92116"/>
                </a:lnTo>
                <a:lnTo>
                  <a:pt x="842253" y="91371"/>
                </a:lnTo>
                <a:lnTo>
                  <a:pt x="841907" y="90604"/>
                </a:lnTo>
                <a:lnTo>
                  <a:pt x="841583" y="89815"/>
                </a:lnTo>
                <a:lnTo>
                  <a:pt x="841282" y="89003"/>
                </a:lnTo>
                <a:lnTo>
                  <a:pt x="841003" y="88169"/>
                </a:lnTo>
                <a:lnTo>
                  <a:pt x="840747" y="87312"/>
                </a:lnTo>
                <a:lnTo>
                  <a:pt x="840513" y="86433"/>
                </a:lnTo>
                <a:lnTo>
                  <a:pt x="840301" y="85532"/>
                </a:lnTo>
                <a:lnTo>
                  <a:pt x="840111" y="84609"/>
                </a:lnTo>
                <a:lnTo>
                  <a:pt x="839944" y="83663"/>
                </a:lnTo>
                <a:lnTo>
                  <a:pt x="839799" y="82695"/>
                </a:lnTo>
                <a:lnTo>
                  <a:pt x="839676" y="81705"/>
                </a:lnTo>
                <a:lnTo>
                  <a:pt x="839576" y="80692"/>
                </a:lnTo>
                <a:lnTo>
                  <a:pt x="839498" y="79657"/>
                </a:lnTo>
                <a:lnTo>
                  <a:pt x="839442" y="78600"/>
                </a:lnTo>
                <a:lnTo>
                  <a:pt x="839408" y="77520"/>
                </a:lnTo>
                <a:lnTo>
                  <a:pt x="839397" y="76418"/>
                </a:lnTo>
                <a:lnTo>
                  <a:pt x="839397" y="73544"/>
                </a:lnTo>
                <a:lnTo>
                  <a:pt x="900092" y="73544"/>
                </a:lnTo>
                <a:lnTo>
                  <a:pt x="900092" y="62048"/>
                </a:lnTo>
                <a:lnTo>
                  <a:pt x="900084" y="61178"/>
                </a:lnTo>
                <a:lnTo>
                  <a:pt x="900059" y="60317"/>
                </a:lnTo>
                <a:lnTo>
                  <a:pt x="900018" y="59464"/>
                </a:lnTo>
                <a:lnTo>
                  <a:pt x="899961" y="58619"/>
                </a:lnTo>
                <a:lnTo>
                  <a:pt x="899887" y="57783"/>
                </a:lnTo>
                <a:lnTo>
                  <a:pt x="899796" y="56954"/>
                </a:lnTo>
                <a:lnTo>
                  <a:pt x="899690" y="56134"/>
                </a:lnTo>
                <a:lnTo>
                  <a:pt x="899566" y="55323"/>
                </a:lnTo>
                <a:lnTo>
                  <a:pt x="899427" y="54519"/>
                </a:lnTo>
                <a:lnTo>
                  <a:pt x="899270" y="53723"/>
                </a:lnTo>
                <a:lnTo>
                  <a:pt x="899098" y="52936"/>
                </a:lnTo>
                <a:lnTo>
                  <a:pt x="898909" y="52157"/>
                </a:lnTo>
                <a:lnTo>
                  <a:pt x="898703" y="51386"/>
                </a:lnTo>
                <a:lnTo>
                  <a:pt x="898481" y="50624"/>
                </a:lnTo>
                <a:lnTo>
                  <a:pt x="898243" y="49870"/>
                </a:lnTo>
                <a:lnTo>
                  <a:pt x="897988" y="49123"/>
                </a:lnTo>
                <a:lnTo>
                  <a:pt x="897717" y="48385"/>
                </a:lnTo>
                <a:lnTo>
                  <a:pt x="897429" y="47656"/>
                </a:lnTo>
                <a:lnTo>
                  <a:pt x="897125" y="46934"/>
                </a:lnTo>
                <a:lnTo>
                  <a:pt x="896805" y="46221"/>
                </a:lnTo>
                <a:lnTo>
                  <a:pt x="896468" y="45516"/>
                </a:lnTo>
                <a:lnTo>
                  <a:pt x="896115" y="44819"/>
                </a:lnTo>
                <a:lnTo>
                  <a:pt x="895745" y="44131"/>
                </a:lnTo>
                <a:lnTo>
                  <a:pt x="895358" y="43450"/>
                </a:lnTo>
                <a:lnTo>
                  <a:pt x="894971" y="42780"/>
                </a:lnTo>
                <a:lnTo>
                  <a:pt x="894571" y="42121"/>
                </a:lnTo>
                <a:lnTo>
                  <a:pt x="894156" y="41474"/>
                </a:lnTo>
                <a:lnTo>
                  <a:pt x="893729" y="40839"/>
                </a:lnTo>
                <a:lnTo>
                  <a:pt x="893288" y="40216"/>
                </a:lnTo>
                <a:lnTo>
                  <a:pt x="892833" y="39604"/>
                </a:lnTo>
                <a:lnTo>
                  <a:pt x="892365" y="39004"/>
                </a:lnTo>
                <a:lnTo>
                  <a:pt x="891883" y="38416"/>
                </a:lnTo>
                <a:lnTo>
                  <a:pt x="891388" y="37839"/>
                </a:lnTo>
                <a:lnTo>
                  <a:pt x="890879" y="37275"/>
                </a:lnTo>
                <a:lnTo>
                  <a:pt x="890357" y="36722"/>
                </a:lnTo>
                <a:lnTo>
                  <a:pt x="889822" y="36180"/>
                </a:lnTo>
                <a:lnTo>
                  <a:pt x="889272" y="35651"/>
                </a:lnTo>
                <a:lnTo>
                  <a:pt x="888710" y="35133"/>
                </a:lnTo>
                <a:lnTo>
                  <a:pt x="888133" y="34627"/>
                </a:lnTo>
                <a:lnTo>
                  <a:pt x="887544" y="34133"/>
                </a:lnTo>
                <a:lnTo>
                  <a:pt x="886941" y="33650"/>
                </a:lnTo>
                <a:lnTo>
                  <a:pt x="886324" y="33179"/>
                </a:lnTo>
                <a:lnTo>
                  <a:pt x="885694" y="32720"/>
                </a:lnTo>
                <a:lnTo>
                  <a:pt x="885050" y="32273"/>
                </a:lnTo>
                <a:lnTo>
                  <a:pt x="884393" y="31837"/>
                </a:lnTo>
                <a:lnTo>
                  <a:pt x="883722" y="31414"/>
                </a:lnTo>
                <a:lnTo>
                  <a:pt x="883038" y="31002"/>
                </a:lnTo>
                <a:lnTo>
                  <a:pt x="882340" y="30601"/>
                </a:lnTo>
                <a:lnTo>
                  <a:pt x="881644" y="30215"/>
                </a:lnTo>
                <a:lnTo>
                  <a:pt x="880936" y="29845"/>
                </a:lnTo>
                <a:lnTo>
                  <a:pt x="880216" y="29492"/>
                </a:lnTo>
                <a:lnTo>
                  <a:pt x="879485" y="29155"/>
                </a:lnTo>
                <a:lnTo>
                  <a:pt x="878742" y="28834"/>
                </a:lnTo>
                <a:lnTo>
                  <a:pt x="877987" y="28530"/>
                </a:lnTo>
                <a:lnTo>
                  <a:pt x="877220" y="28242"/>
                </a:lnTo>
                <a:lnTo>
                  <a:pt x="876442" y="27971"/>
                </a:lnTo>
                <a:lnTo>
                  <a:pt x="875652" y="27716"/>
                </a:lnTo>
                <a:lnTo>
                  <a:pt x="874850" y="27478"/>
                </a:lnTo>
                <a:lnTo>
                  <a:pt x="874036" y="27256"/>
                </a:lnTo>
                <a:lnTo>
                  <a:pt x="873211" y="27051"/>
                </a:lnTo>
                <a:lnTo>
                  <a:pt x="872374" y="26862"/>
                </a:lnTo>
                <a:lnTo>
                  <a:pt x="871525" y="26689"/>
                </a:lnTo>
                <a:lnTo>
                  <a:pt x="870664" y="26533"/>
                </a:lnTo>
                <a:lnTo>
                  <a:pt x="869792" y="26393"/>
                </a:lnTo>
                <a:lnTo>
                  <a:pt x="868908" y="26270"/>
                </a:lnTo>
                <a:lnTo>
                  <a:pt x="868012" y="26163"/>
                </a:lnTo>
                <a:lnTo>
                  <a:pt x="867104" y="26073"/>
                </a:lnTo>
                <a:lnTo>
                  <a:pt x="866185" y="25999"/>
                </a:lnTo>
                <a:lnTo>
                  <a:pt x="865254" y="25941"/>
                </a:lnTo>
                <a:lnTo>
                  <a:pt x="864311" y="25900"/>
                </a:lnTo>
                <a:lnTo>
                  <a:pt x="863357" y="25875"/>
                </a:lnTo>
                <a:lnTo>
                  <a:pt x="862390" y="25867"/>
                </a:lnTo>
                <a:lnTo>
                  <a:pt x="861354" y="25877"/>
                </a:lnTo>
                <a:lnTo>
                  <a:pt x="860329" y="25905"/>
                </a:lnTo>
                <a:lnTo>
                  <a:pt x="859315" y="25952"/>
                </a:lnTo>
                <a:lnTo>
                  <a:pt x="858314" y="26018"/>
                </a:lnTo>
                <a:lnTo>
                  <a:pt x="857324" y="26102"/>
                </a:lnTo>
                <a:lnTo>
                  <a:pt x="856346" y="26205"/>
                </a:lnTo>
                <a:lnTo>
                  <a:pt x="855380" y="26327"/>
                </a:lnTo>
                <a:lnTo>
                  <a:pt x="854425" y="26468"/>
                </a:lnTo>
                <a:lnTo>
                  <a:pt x="853483" y="26628"/>
                </a:lnTo>
                <a:lnTo>
                  <a:pt x="852552" y="26807"/>
                </a:lnTo>
                <a:lnTo>
                  <a:pt x="851632" y="27004"/>
                </a:lnTo>
                <a:lnTo>
                  <a:pt x="850725" y="27220"/>
                </a:lnTo>
                <a:lnTo>
                  <a:pt x="849829" y="27455"/>
                </a:lnTo>
                <a:lnTo>
                  <a:pt x="848945" y="27708"/>
                </a:lnTo>
                <a:lnTo>
                  <a:pt x="848073" y="27981"/>
                </a:lnTo>
                <a:lnTo>
                  <a:pt x="847212" y="28272"/>
                </a:lnTo>
                <a:lnTo>
                  <a:pt x="846363" y="28582"/>
                </a:lnTo>
                <a:lnTo>
                  <a:pt x="845526" y="28910"/>
                </a:lnTo>
                <a:lnTo>
                  <a:pt x="844701" y="29258"/>
                </a:lnTo>
                <a:lnTo>
                  <a:pt x="843887" y="29624"/>
                </a:lnTo>
                <a:lnTo>
                  <a:pt x="843085" y="30009"/>
                </a:lnTo>
                <a:lnTo>
                  <a:pt x="842295" y="30413"/>
                </a:lnTo>
                <a:lnTo>
                  <a:pt x="841516" y="30836"/>
                </a:lnTo>
                <a:lnTo>
                  <a:pt x="840750" y="31277"/>
                </a:lnTo>
                <a:lnTo>
                  <a:pt x="839996" y="31722"/>
                </a:lnTo>
                <a:lnTo>
                  <a:pt x="839257" y="32181"/>
                </a:lnTo>
                <a:lnTo>
                  <a:pt x="838533" y="32656"/>
                </a:lnTo>
                <a:lnTo>
                  <a:pt x="837824" y="33147"/>
                </a:lnTo>
                <a:lnTo>
                  <a:pt x="837129" y="33652"/>
                </a:lnTo>
                <a:lnTo>
                  <a:pt x="836449" y="34173"/>
                </a:lnTo>
                <a:lnTo>
                  <a:pt x="835784" y="34709"/>
                </a:lnTo>
                <a:lnTo>
                  <a:pt x="835133" y="35260"/>
                </a:lnTo>
                <a:lnTo>
                  <a:pt x="834497" y="35826"/>
                </a:lnTo>
                <a:lnTo>
                  <a:pt x="833875" y="36408"/>
                </a:lnTo>
                <a:lnTo>
                  <a:pt x="833269" y="37005"/>
                </a:lnTo>
                <a:lnTo>
                  <a:pt x="832677" y="37617"/>
                </a:lnTo>
                <a:lnTo>
                  <a:pt x="832099" y="38245"/>
                </a:lnTo>
                <a:lnTo>
                  <a:pt x="831537" y="38888"/>
                </a:lnTo>
                <a:lnTo>
                  <a:pt x="830989" y="39546"/>
                </a:lnTo>
                <a:lnTo>
                  <a:pt x="830455" y="40219"/>
                </a:lnTo>
                <a:lnTo>
                  <a:pt x="829937" y="40908"/>
                </a:lnTo>
                <a:lnTo>
                  <a:pt x="829433" y="41612"/>
                </a:lnTo>
                <a:lnTo>
                  <a:pt x="828943" y="42331"/>
                </a:lnTo>
                <a:lnTo>
                  <a:pt x="828469" y="43065"/>
                </a:lnTo>
                <a:lnTo>
                  <a:pt x="828009" y="43815"/>
                </a:lnTo>
                <a:lnTo>
                  <a:pt x="827564" y="44580"/>
                </a:lnTo>
                <a:lnTo>
                  <a:pt x="827133" y="45360"/>
                </a:lnTo>
                <a:lnTo>
                  <a:pt x="826717" y="46155"/>
                </a:lnTo>
                <a:lnTo>
                  <a:pt x="826317" y="46965"/>
                </a:lnTo>
                <a:lnTo>
                  <a:pt x="825934" y="47786"/>
                </a:lnTo>
                <a:lnTo>
                  <a:pt x="825568" y="48620"/>
                </a:lnTo>
                <a:lnTo>
                  <a:pt x="825219" y="49466"/>
                </a:lnTo>
                <a:lnTo>
                  <a:pt x="824887" y="50325"/>
                </a:lnTo>
                <a:lnTo>
                  <a:pt x="824572" y="51196"/>
                </a:lnTo>
                <a:lnTo>
                  <a:pt x="824274" y="52079"/>
                </a:lnTo>
                <a:lnTo>
                  <a:pt x="823993" y="52974"/>
                </a:lnTo>
                <a:lnTo>
                  <a:pt x="823730" y="53882"/>
                </a:lnTo>
                <a:lnTo>
                  <a:pt x="823483" y="54802"/>
                </a:lnTo>
                <a:lnTo>
                  <a:pt x="823253" y="55735"/>
                </a:lnTo>
                <a:lnTo>
                  <a:pt x="823040" y="56680"/>
                </a:lnTo>
                <a:lnTo>
                  <a:pt x="822844" y="57637"/>
                </a:lnTo>
                <a:lnTo>
                  <a:pt x="822665" y="58606"/>
                </a:lnTo>
                <a:lnTo>
                  <a:pt x="822504" y="59588"/>
                </a:lnTo>
                <a:lnTo>
                  <a:pt x="822359" y="60582"/>
                </a:lnTo>
                <a:lnTo>
                  <a:pt x="822231" y="61589"/>
                </a:lnTo>
                <a:lnTo>
                  <a:pt x="822121" y="62608"/>
                </a:lnTo>
                <a:lnTo>
                  <a:pt x="822027" y="63639"/>
                </a:lnTo>
                <a:lnTo>
                  <a:pt x="821950" y="64682"/>
                </a:lnTo>
                <a:lnTo>
                  <a:pt x="821891" y="65738"/>
                </a:lnTo>
                <a:lnTo>
                  <a:pt x="821848" y="66806"/>
                </a:lnTo>
                <a:lnTo>
                  <a:pt x="821823" y="67887"/>
                </a:lnTo>
                <a:lnTo>
                  <a:pt x="821814" y="68979"/>
                </a:lnTo>
                <a:lnTo>
                  <a:pt x="821814" y="72530"/>
                </a:lnTo>
                <a:lnTo>
                  <a:pt x="821822" y="73582"/>
                </a:lnTo>
                <a:lnTo>
                  <a:pt x="821844" y="74623"/>
                </a:lnTo>
                <a:lnTo>
                  <a:pt x="821880" y="75655"/>
                </a:lnTo>
                <a:lnTo>
                  <a:pt x="821932" y="76677"/>
                </a:lnTo>
                <a:lnTo>
                  <a:pt x="821998" y="77688"/>
                </a:lnTo>
                <a:lnTo>
                  <a:pt x="822078" y="78690"/>
                </a:lnTo>
                <a:lnTo>
                  <a:pt x="822174" y="79682"/>
                </a:lnTo>
                <a:lnTo>
                  <a:pt x="822284" y="80664"/>
                </a:lnTo>
                <a:lnTo>
                  <a:pt x="822409" y="81636"/>
                </a:lnTo>
                <a:lnTo>
                  <a:pt x="822548" y="82598"/>
                </a:lnTo>
                <a:lnTo>
                  <a:pt x="822702" y="83549"/>
                </a:lnTo>
                <a:lnTo>
                  <a:pt x="822871" y="84491"/>
                </a:lnTo>
                <a:lnTo>
                  <a:pt x="823054" y="85423"/>
                </a:lnTo>
                <a:lnTo>
                  <a:pt x="823252" y="86345"/>
                </a:lnTo>
                <a:lnTo>
                  <a:pt x="823465" y="87257"/>
                </a:lnTo>
                <a:lnTo>
                  <a:pt x="823693" y="88159"/>
                </a:lnTo>
                <a:lnTo>
                  <a:pt x="823935" y="89051"/>
                </a:lnTo>
                <a:lnTo>
                  <a:pt x="824192" y="89933"/>
                </a:lnTo>
                <a:lnTo>
                  <a:pt x="824463" y="90805"/>
                </a:lnTo>
                <a:lnTo>
                  <a:pt x="824749" y="91667"/>
                </a:lnTo>
                <a:lnTo>
                  <a:pt x="825050" y="92519"/>
                </a:lnTo>
                <a:lnTo>
                  <a:pt x="825366" y="93361"/>
                </a:lnTo>
                <a:lnTo>
                  <a:pt x="825696" y="94194"/>
                </a:lnTo>
                <a:lnTo>
                  <a:pt x="826041" y="95016"/>
                </a:lnTo>
                <a:lnTo>
                  <a:pt x="826415" y="95825"/>
                </a:lnTo>
                <a:lnTo>
                  <a:pt x="826804" y="96620"/>
                </a:lnTo>
                <a:lnTo>
                  <a:pt x="827209" y="97399"/>
                </a:lnTo>
                <a:lnTo>
                  <a:pt x="827628" y="98162"/>
                </a:lnTo>
                <a:lnTo>
                  <a:pt x="828063" y="98911"/>
                </a:lnTo>
                <a:lnTo>
                  <a:pt x="828513" y="99644"/>
                </a:lnTo>
                <a:lnTo>
                  <a:pt x="828979" y="100362"/>
                </a:lnTo>
                <a:lnTo>
                  <a:pt x="829460" y="101065"/>
                </a:lnTo>
                <a:lnTo>
                  <a:pt x="829956" y="101752"/>
                </a:lnTo>
                <a:lnTo>
                  <a:pt x="830467" y="102424"/>
                </a:lnTo>
                <a:lnTo>
                  <a:pt x="830994" y="103081"/>
                </a:lnTo>
                <a:lnTo>
                  <a:pt x="831536" y="103723"/>
                </a:lnTo>
                <a:lnTo>
                  <a:pt x="832093" y="104349"/>
                </a:lnTo>
                <a:lnTo>
                  <a:pt x="832665" y="104960"/>
                </a:lnTo>
                <a:lnTo>
                  <a:pt x="833253" y="105556"/>
                </a:lnTo>
                <a:lnTo>
                  <a:pt x="833856" y="106137"/>
                </a:lnTo>
                <a:lnTo>
                  <a:pt x="834474" y="106702"/>
                </a:lnTo>
                <a:lnTo>
                  <a:pt x="835107" y="107252"/>
                </a:lnTo>
                <a:lnTo>
                  <a:pt x="835756" y="107787"/>
                </a:lnTo>
                <a:lnTo>
                  <a:pt x="836420" y="108306"/>
                </a:lnTo>
                <a:lnTo>
                  <a:pt x="837099" y="108811"/>
                </a:lnTo>
                <a:lnTo>
                  <a:pt x="837793" y="109300"/>
                </a:lnTo>
                <a:lnTo>
                  <a:pt x="838503" y="109773"/>
                </a:lnTo>
                <a:lnTo>
                  <a:pt x="839228" y="110232"/>
                </a:lnTo>
                <a:lnTo>
                  <a:pt x="839983" y="110673"/>
                </a:lnTo>
                <a:lnTo>
                  <a:pt x="840753" y="111096"/>
                </a:lnTo>
                <a:lnTo>
                  <a:pt x="841540" y="111500"/>
                </a:lnTo>
                <a:lnTo>
                  <a:pt x="842342" y="111885"/>
                </a:lnTo>
                <a:lnTo>
                  <a:pt x="843160" y="112251"/>
                </a:lnTo>
                <a:lnTo>
                  <a:pt x="843994" y="112599"/>
                </a:lnTo>
                <a:lnTo>
                  <a:pt x="844843" y="112927"/>
                </a:lnTo>
                <a:lnTo>
                  <a:pt x="845709" y="113237"/>
                </a:lnTo>
                <a:lnTo>
                  <a:pt x="846590" y="113529"/>
                </a:lnTo>
                <a:lnTo>
                  <a:pt x="847488" y="113801"/>
                </a:lnTo>
                <a:lnTo>
                  <a:pt x="848401" y="114055"/>
                </a:lnTo>
                <a:lnTo>
                  <a:pt x="849330" y="114289"/>
                </a:lnTo>
                <a:lnTo>
                  <a:pt x="850275" y="114505"/>
                </a:lnTo>
                <a:lnTo>
                  <a:pt x="851235" y="114703"/>
                </a:lnTo>
                <a:lnTo>
                  <a:pt x="852212" y="114881"/>
                </a:lnTo>
                <a:lnTo>
                  <a:pt x="853204" y="115041"/>
                </a:lnTo>
                <a:lnTo>
                  <a:pt x="854213" y="115182"/>
                </a:lnTo>
                <a:lnTo>
                  <a:pt x="855237" y="115304"/>
                </a:lnTo>
                <a:lnTo>
                  <a:pt x="856277" y="115407"/>
                </a:lnTo>
                <a:lnTo>
                  <a:pt x="857332" y="115492"/>
                </a:lnTo>
                <a:lnTo>
                  <a:pt x="858404" y="115557"/>
                </a:lnTo>
                <a:lnTo>
                  <a:pt x="859492" y="115604"/>
                </a:lnTo>
                <a:lnTo>
                  <a:pt x="860595" y="115633"/>
                </a:lnTo>
                <a:lnTo>
                  <a:pt x="861714" y="115642"/>
                </a:lnTo>
                <a:lnTo>
                  <a:pt x="862681" y="115635"/>
                </a:lnTo>
                <a:lnTo>
                  <a:pt x="863636" y="115614"/>
                </a:lnTo>
                <a:lnTo>
                  <a:pt x="864580" y="115579"/>
                </a:lnTo>
                <a:lnTo>
                  <a:pt x="865513" y="115529"/>
                </a:lnTo>
                <a:close/>
                <a:moveTo>
                  <a:pt x="839606" y="60278"/>
                </a:moveTo>
                <a:lnTo>
                  <a:pt x="839637" y="59803"/>
                </a:lnTo>
                <a:lnTo>
                  <a:pt x="839676" y="59329"/>
                </a:lnTo>
                <a:lnTo>
                  <a:pt x="839725" y="58856"/>
                </a:lnTo>
                <a:lnTo>
                  <a:pt x="839782" y="58385"/>
                </a:lnTo>
                <a:lnTo>
                  <a:pt x="839848" y="57915"/>
                </a:lnTo>
                <a:lnTo>
                  <a:pt x="839923" y="57446"/>
                </a:lnTo>
                <a:lnTo>
                  <a:pt x="840007" y="56978"/>
                </a:lnTo>
                <a:lnTo>
                  <a:pt x="840099" y="56511"/>
                </a:lnTo>
                <a:lnTo>
                  <a:pt x="840200" y="56046"/>
                </a:lnTo>
                <a:lnTo>
                  <a:pt x="840310" y="55581"/>
                </a:lnTo>
                <a:lnTo>
                  <a:pt x="840429" y="55118"/>
                </a:lnTo>
                <a:lnTo>
                  <a:pt x="840557" y="54656"/>
                </a:lnTo>
                <a:lnTo>
                  <a:pt x="840693" y="54195"/>
                </a:lnTo>
                <a:lnTo>
                  <a:pt x="840839" y="53736"/>
                </a:lnTo>
                <a:lnTo>
                  <a:pt x="840993" y="53277"/>
                </a:lnTo>
                <a:lnTo>
                  <a:pt x="841156" y="52820"/>
                </a:lnTo>
                <a:lnTo>
                  <a:pt x="841327" y="52364"/>
                </a:lnTo>
                <a:lnTo>
                  <a:pt x="841508" y="51909"/>
                </a:lnTo>
                <a:lnTo>
                  <a:pt x="841697" y="51455"/>
                </a:lnTo>
                <a:lnTo>
                  <a:pt x="841895" y="51003"/>
                </a:lnTo>
                <a:lnTo>
                  <a:pt x="842102" y="50551"/>
                </a:lnTo>
                <a:lnTo>
                  <a:pt x="842332" y="50090"/>
                </a:lnTo>
                <a:lnTo>
                  <a:pt x="842568" y="49635"/>
                </a:lnTo>
                <a:lnTo>
                  <a:pt x="842813" y="49188"/>
                </a:lnTo>
                <a:lnTo>
                  <a:pt x="843065" y="48748"/>
                </a:lnTo>
                <a:lnTo>
                  <a:pt x="843325" y="48314"/>
                </a:lnTo>
                <a:lnTo>
                  <a:pt x="843592" y="47888"/>
                </a:lnTo>
                <a:lnTo>
                  <a:pt x="843867" y="47469"/>
                </a:lnTo>
                <a:lnTo>
                  <a:pt x="844150" y="47057"/>
                </a:lnTo>
                <a:lnTo>
                  <a:pt x="844440" y="46652"/>
                </a:lnTo>
                <a:lnTo>
                  <a:pt x="844738" y="46254"/>
                </a:lnTo>
                <a:lnTo>
                  <a:pt x="845044" y="45863"/>
                </a:lnTo>
                <a:lnTo>
                  <a:pt x="845357" y="45479"/>
                </a:lnTo>
                <a:lnTo>
                  <a:pt x="845678" y="45102"/>
                </a:lnTo>
                <a:lnTo>
                  <a:pt x="846006" y="44732"/>
                </a:lnTo>
                <a:lnTo>
                  <a:pt x="846342" y="44370"/>
                </a:lnTo>
                <a:lnTo>
                  <a:pt x="846686" y="44014"/>
                </a:lnTo>
                <a:lnTo>
                  <a:pt x="847037" y="43665"/>
                </a:lnTo>
                <a:lnTo>
                  <a:pt x="847396" y="43323"/>
                </a:lnTo>
                <a:lnTo>
                  <a:pt x="847763" y="42989"/>
                </a:lnTo>
                <a:lnTo>
                  <a:pt x="848137" y="42661"/>
                </a:lnTo>
                <a:lnTo>
                  <a:pt x="848519" y="42341"/>
                </a:lnTo>
                <a:lnTo>
                  <a:pt x="848908" y="42027"/>
                </a:lnTo>
                <a:lnTo>
                  <a:pt x="849306" y="41721"/>
                </a:lnTo>
                <a:lnTo>
                  <a:pt x="849710" y="41421"/>
                </a:lnTo>
                <a:lnTo>
                  <a:pt x="850137" y="41132"/>
                </a:lnTo>
                <a:lnTo>
                  <a:pt x="850571" y="40854"/>
                </a:lnTo>
                <a:lnTo>
                  <a:pt x="851013" y="40589"/>
                </a:lnTo>
                <a:lnTo>
                  <a:pt x="851462" y="40337"/>
                </a:lnTo>
                <a:lnTo>
                  <a:pt x="851919" y="40096"/>
                </a:lnTo>
                <a:lnTo>
                  <a:pt x="852384" y="39868"/>
                </a:lnTo>
                <a:lnTo>
                  <a:pt x="852856" y="39652"/>
                </a:lnTo>
                <a:lnTo>
                  <a:pt x="853336" y="39449"/>
                </a:lnTo>
                <a:lnTo>
                  <a:pt x="853823" y="39258"/>
                </a:lnTo>
                <a:lnTo>
                  <a:pt x="854319" y="39079"/>
                </a:lnTo>
                <a:lnTo>
                  <a:pt x="854821" y="38913"/>
                </a:lnTo>
                <a:lnTo>
                  <a:pt x="855332" y="38759"/>
                </a:lnTo>
                <a:lnTo>
                  <a:pt x="855850" y="38617"/>
                </a:lnTo>
                <a:lnTo>
                  <a:pt x="856376" y="38487"/>
                </a:lnTo>
                <a:lnTo>
                  <a:pt x="856909" y="38370"/>
                </a:lnTo>
                <a:lnTo>
                  <a:pt x="857450" y="38266"/>
                </a:lnTo>
                <a:lnTo>
                  <a:pt x="857998" y="38173"/>
                </a:lnTo>
                <a:lnTo>
                  <a:pt x="858555" y="38093"/>
                </a:lnTo>
                <a:lnTo>
                  <a:pt x="859119" y="38025"/>
                </a:lnTo>
                <a:lnTo>
                  <a:pt x="859690" y="37970"/>
                </a:lnTo>
                <a:lnTo>
                  <a:pt x="860269" y="37927"/>
                </a:lnTo>
                <a:lnTo>
                  <a:pt x="860856" y="37896"/>
                </a:lnTo>
                <a:lnTo>
                  <a:pt x="861450" y="37877"/>
                </a:lnTo>
                <a:lnTo>
                  <a:pt x="862052" y="37871"/>
                </a:lnTo>
                <a:lnTo>
                  <a:pt x="862585" y="37876"/>
                </a:lnTo>
                <a:lnTo>
                  <a:pt x="863112" y="37891"/>
                </a:lnTo>
                <a:lnTo>
                  <a:pt x="863635" y="37916"/>
                </a:lnTo>
                <a:lnTo>
                  <a:pt x="864152" y="37951"/>
                </a:lnTo>
                <a:lnTo>
                  <a:pt x="864663" y="37996"/>
                </a:lnTo>
                <a:lnTo>
                  <a:pt x="865169" y="38051"/>
                </a:lnTo>
                <a:lnTo>
                  <a:pt x="865670" y="38116"/>
                </a:lnTo>
                <a:lnTo>
                  <a:pt x="866166" y="38190"/>
                </a:lnTo>
                <a:lnTo>
                  <a:pt x="866657" y="38275"/>
                </a:lnTo>
                <a:lnTo>
                  <a:pt x="867142" y="38370"/>
                </a:lnTo>
                <a:lnTo>
                  <a:pt x="867622" y="38475"/>
                </a:lnTo>
                <a:lnTo>
                  <a:pt x="868096" y="38590"/>
                </a:lnTo>
                <a:lnTo>
                  <a:pt x="868566" y="38714"/>
                </a:lnTo>
                <a:lnTo>
                  <a:pt x="869030" y="38849"/>
                </a:lnTo>
                <a:lnTo>
                  <a:pt x="869489" y="38994"/>
                </a:lnTo>
                <a:lnTo>
                  <a:pt x="869942" y="39148"/>
                </a:lnTo>
                <a:lnTo>
                  <a:pt x="870390" y="39313"/>
                </a:lnTo>
                <a:lnTo>
                  <a:pt x="870833" y="39488"/>
                </a:lnTo>
                <a:lnTo>
                  <a:pt x="871271" y="39672"/>
                </a:lnTo>
                <a:lnTo>
                  <a:pt x="871703" y="39867"/>
                </a:lnTo>
                <a:lnTo>
                  <a:pt x="872130" y="40072"/>
                </a:lnTo>
                <a:lnTo>
                  <a:pt x="872552" y="40286"/>
                </a:lnTo>
                <a:lnTo>
                  <a:pt x="872969" y="40511"/>
                </a:lnTo>
                <a:lnTo>
                  <a:pt x="873380" y="40745"/>
                </a:lnTo>
                <a:lnTo>
                  <a:pt x="873784" y="40989"/>
                </a:lnTo>
                <a:lnTo>
                  <a:pt x="874180" y="41239"/>
                </a:lnTo>
                <a:lnTo>
                  <a:pt x="874568" y="41498"/>
                </a:lnTo>
                <a:lnTo>
                  <a:pt x="874948" y="41764"/>
                </a:lnTo>
                <a:lnTo>
                  <a:pt x="875320" y="42038"/>
                </a:lnTo>
                <a:lnTo>
                  <a:pt x="875683" y="42320"/>
                </a:lnTo>
                <a:lnTo>
                  <a:pt x="876038" y="42609"/>
                </a:lnTo>
                <a:lnTo>
                  <a:pt x="876385" y="42905"/>
                </a:lnTo>
                <a:lnTo>
                  <a:pt x="876724" y="43210"/>
                </a:lnTo>
                <a:lnTo>
                  <a:pt x="877055" y="43522"/>
                </a:lnTo>
                <a:lnTo>
                  <a:pt x="877377" y="43842"/>
                </a:lnTo>
                <a:lnTo>
                  <a:pt x="877691" y="44169"/>
                </a:lnTo>
                <a:lnTo>
                  <a:pt x="877997" y="44504"/>
                </a:lnTo>
                <a:lnTo>
                  <a:pt x="878294" y="44846"/>
                </a:lnTo>
                <a:lnTo>
                  <a:pt x="878584" y="45196"/>
                </a:lnTo>
                <a:lnTo>
                  <a:pt x="878865" y="45554"/>
                </a:lnTo>
                <a:lnTo>
                  <a:pt x="879138" y="45920"/>
                </a:lnTo>
                <a:lnTo>
                  <a:pt x="879403" y="46293"/>
                </a:lnTo>
                <a:lnTo>
                  <a:pt x="879659" y="46673"/>
                </a:lnTo>
                <a:lnTo>
                  <a:pt x="879908" y="47062"/>
                </a:lnTo>
                <a:lnTo>
                  <a:pt x="880148" y="47458"/>
                </a:lnTo>
                <a:lnTo>
                  <a:pt x="880380" y="47861"/>
                </a:lnTo>
                <a:lnTo>
                  <a:pt x="880603" y="48272"/>
                </a:lnTo>
                <a:lnTo>
                  <a:pt x="880819" y="48691"/>
                </a:lnTo>
                <a:lnTo>
                  <a:pt x="881039" y="49103"/>
                </a:lnTo>
                <a:lnTo>
                  <a:pt x="881251" y="49519"/>
                </a:lnTo>
                <a:lnTo>
                  <a:pt x="881453" y="49941"/>
                </a:lnTo>
                <a:lnTo>
                  <a:pt x="881645" y="50368"/>
                </a:lnTo>
                <a:lnTo>
                  <a:pt x="881828" y="50800"/>
                </a:lnTo>
                <a:lnTo>
                  <a:pt x="882002" y="51238"/>
                </a:lnTo>
                <a:lnTo>
                  <a:pt x="882166" y="51681"/>
                </a:lnTo>
                <a:lnTo>
                  <a:pt x="882321" y="52129"/>
                </a:lnTo>
                <a:lnTo>
                  <a:pt x="882467" y="52583"/>
                </a:lnTo>
                <a:lnTo>
                  <a:pt x="882603" y="53041"/>
                </a:lnTo>
                <a:lnTo>
                  <a:pt x="882730" y="53505"/>
                </a:lnTo>
                <a:lnTo>
                  <a:pt x="882847" y="53975"/>
                </a:lnTo>
                <a:lnTo>
                  <a:pt x="882955" y="54449"/>
                </a:lnTo>
                <a:lnTo>
                  <a:pt x="883054" y="54929"/>
                </a:lnTo>
                <a:lnTo>
                  <a:pt x="883143" y="55414"/>
                </a:lnTo>
                <a:lnTo>
                  <a:pt x="883223" y="55905"/>
                </a:lnTo>
                <a:lnTo>
                  <a:pt x="883294" y="56401"/>
                </a:lnTo>
                <a:lnTo>
                  <a:pt x="883355" y="56902"/>
                </a:lnTo>
                <a:lnTo>
                  <a:pt x="883406" y="57408"/>
                </a:lnTo>
                <a:lnTo>
                  <a:pt x="883449" y="57920"/>
                </a:lnTo>
                <a:lnTo>
                  <a:pt x="883481" y="58436"/>
                </a:lnTo>
                <a:lnTo>
                  <a:pt x="883505" y="58959"/>
                </a:lnTo>
                <a:lnTo>
                  <a:pt x="883519" y="59486"/>
                </a:lnTo>
                <a:lnTo>
                  <a:pt x="883524" y="60019"/>
                </a:lnTo>
                <a:lnTo>
                  <a:pt x="883524" y="62555"/>
                </a:lnTo>
                <a:lnTo>
                  <a:pt x="839566" y="62555"/>
                </a:lnTo>
                <a:lnTo>
                  <a:pt x="839566" y="61709"/>
                </a:lnTo>
                <a:lnTo>
                  <a:pt x="839571" y="61231"/>
                </a:lnTo>
                <a:lnTo>
                  <a:pt x="839584" y="60754"/>
                </a:lnTo>
                <a:lnTo>
                  <a:pt x="839606" y="60278"/>
                </a:lnTo>
                <a:close/>
                <a:moveTo>
                  <a:pt x="965864" y="115562"/>
                </a:moveTo>
                <a:lnTo>
                  <a:pt x="966823" y="115517"/>
                </a:lnTo>
                <a:lnTo>
                  <a:pt x="967769" y="115462"/>
                </a:lnTo>
                <a:lnTo>
                  <a:pt x="968704" y="115397"/>
                </a:lnTo>
                <a:lnTo>
                  <a:pt x="969626" y="115323"/>
                </a:lnTo>
                <a:lnTo>
                  <a:pt x="970535" y="115238"/>
                </a:lnTo>
                <a:lnTo>
                  <a:pt x="971433" y="115143"/>
                </a:lnTo>
                <a:lnTo>
                  <a:pt x="972317" y="115038"/>
                </a:lnTo>
                <a:lnTo>
                  <a:pt x="973190" y="114923"/>
                </a:lnTo>
                <a:lnTo>
                  <a:pt x="974050" y="114799"/>
                </a:lnTo>
                <a:lnTo>
                  <a:pt x="974898" y="114664"/>
                </a:lnTo>
                <a:lnTo>
                  <a:pt x="975734" y="114519"/>
                </a:lnTo>
                <a:lnTo>
                  <a:pt x="976557" y="114365"/>
                </a:lnTo>
                <a:lnTo>
                  <a:pt x="977368" y="114200"/>
                </a:lnTo>
                <a:lnTo>
                  <a:pt x="978167" y="114025"/>
                </a:lnTo>
                <a:lnTo>
                  <a:pt x="978953" y="113841"/>
                </a:lnTo>
                <a:lnTo>
                  <a:pt x="979727" y="113646"/>
                </a:lnTo>
                <a:lnTo>
                  <a:pt x="980489" y="113441"/>
                </a:lnTo>
                <a:lnTo>
                  <a:pt x="981238" y="113227"/>
                </a:lnTo>
                <a:lnTo>
                  <a:pt x="981975" y="113002"/>
                </a:lnTo>
                <a:lnTo>
                  <a:pt x="982700" y="112768"/>
                </a:lnTo>
                <a:lnTo>
                  <a:pt x="983425" y="112523"/>
                </a:lnTo>
                <a:lnTo>
                  <a:pt x="984136" y="112268"/>
                </a:lnTo>
                <a:lnTo>
                  <a:pt x="984832" y="112002"/>
                </a:lnTo>
                <a:lnTo>
                  <a:pt x="985513" y="111725"/>
                </a:lnTo>
                <a:lnTo>
                  <a:pt x="986180" y="111438"/>
                </a:lnTo>
                <a:lnTo>
                  <a:pt x="986832" y="111141"/>
                </a:lnTo>
                <a:lnTo>
                  <a:pt x="987469" y="110832"/>
                </a:lnTo>
                <a:lnTo>
                  <a:pt x="988091" y="110514"/>
                </a:lnTo>
                <a:lnTo>
                  <a:pt x="988699" y="110184"/>
                </a:lnTo>
                <a:lnTo>
                  <a:pt x="989293" y="109844"/>
                </a:lnTo>
                <a:lnTo>
                  <a:pt x="989871" y="109494"/>
                </a:lnTo>
                <a:lnTo>
                  <a:pt x="990435" y="109133"/>
                </a:lnTo>
                <a:lnTo>
                  <a:pt x="990984" y="108761"/>
                </a:lnTo>
                <a:lnTo>
                  <a:pt x="991519" y="108379"/>
                </a:lnTo>
                <a:lnTo>
                  <a:pt x="992038" y="107986"/>
                </a:lnTo>
                <a:lnTo>
                  <a:pt x="992544" y="107583"/>
                </a:lnTo>
                <a:lnTo>
                  <a:pt x="993034" y="107169"/>
                </a:lnTo>
                <a:lnTo>
                  <a:pt x="993510" y="106745"/>
                </a:lnTo>
                <a:lnTo>
                  <a:pt x="993971" y="106310"/>
                </a:lnTo>
                <a:lnTo>
                  <a:pt x="994417" y="105864"/>
                </a:lnTo>
                <a:lnTo>
                  <a:pt x="994849" y="105408"/>
                </a:lnTo>
                <a:lnTo>
                  <a:pt x="995266" y="104941"/>
                </a:lnTo>
                <a:lnTo>
                  <a:pt x="995669" y="104464"/>
                </a:lnTo>
                <a:lnTo>
                  <a:pt x="996056" y="103976"/>
                </a:lnTo>
                <a:lnTo>
                  <a:pt x="996443" y="103478"/>
                </a:lnTo>
                <a:lnTo>
                  <a:pt x="996813" y="102969"/>
                </a:lnTo>
                <a:lnTo>
                  <a:pt x="997166" y="102449"/>
                </a:lnTo>
                <a:lnTo>
                  <a:pt x="997503" y="101919"/>
                </a:lnTo>
                <a:lnTo>
                  <a:pt x="997823" y="101379"/>
                </a:lnTo>
                <a:lnTo>
                  <a:pt x="998127" y="100827"/>
                </a:lnTo>
                <a:lnTo>
                  <a:pt x="998415" y="100266"/>
                </a:lnTo>
                <a:lnTo>
                  <a:pt x="998686" y="99693"/>
                </a:lnTo>
                <a:lnTo>
                  <a:pt x="998941" y="99110"/>
                </a:lnTo>
                <a:lnTo>
                  <a:pt x="999179" y="98517"/>
                </a:lnTo>
                <a:lnTo>
                  <a:pt x="999401" y="97913"/>
                </a:lnTo>
                <a:lnTo>
                  <a:pt x="999607" y="97298"/>
                </a:lnTo>
                <a:lnTo>
                  <a:pt x="999796" y="96673"/>
                </a:lnTo>
                <a:lnTo>
                  <a:pt x="999968" y="96037"/>
                </a:lnTo>
                <a:lnTo>
                  <a:pt x="1000125" y="95391"/>
                </a:lnTo>
                <a:lnTo>
                  <a:pt x="1000264" y="94734"/>
                </a:lnTo>
                <a:lnTo>
                  <a:pt x="1000388" y="94067"/>
                </a:lnTo>
                <a:lnTo>
                  <a:pt x="1000494" y="93388"/>
                </a:lnTo>
                <a:lnTo>
                  <a:pt x="1000585" y="92700"/>
                </a:lnTo>
                <a:lnTo>
                  <a:pt x="1000659" y="92001"/>
                </a:lnTo>
                <a:lnTo>
                  <a:pt x="1000716" y="91291"/>
                </a:lnTo>
                <a:lnTo>
                  <a:pt x="1000757" y="90571"/>
                </a:lnTo>
                <a:lnTo>
                  <a:pt x="1000782" y="89840"/>
                </a:lnTo>
                <a:lnTo>
                  <a:pt x="1000790" y="89098"/>
                </a:lnTo>
                <a:lnTo>
                  <a:pt x="1000785" y="88441"/>
                </a:lnTo>
                <a:lnTo>
                  <a:pt x="1000768" y="87795"/>
                </a:lnTo>
                <a:lnTo>
                  <a:pt x="1000740" y="87159"/>
                </a:lnTo>
                <a:lnTo>
                  <a:pt x="1000701" y="86534"/>
                </a:lnTo>
                <a:lnTo>
                  <a:pt x="1000651" y="85920"/>
                </a:lnTo>
                <a:lnTo>
                  <a:pt x="1000590" y="85316"/>
                </a:lnTo>
                <a:lnTo>
                  <a:pt x="1000517" y="84722"/>
                </a:lnTo>
                <a:lnTo>
                  <a:pt x="1000433" y="84139"/>
                </a:lnTo>
                <a:lnTo>
                  <a:pt x="1000339" y="83567"/>
                </a:lnTo>
                <a:lnTo>
                  <a:pt x="1000233" y="83005"/>
                </a:lnTo>
                <a:lnTo>
                  <a:pt x="1000116" y="82454"/>
                </a:lnTo>
                <a:lnTo>
                  <a:pt x="999987" y="81913"/>
                </a:lnTo>
                <a:lnTo>
                  <a:pt x="999848" y="81383"/>
                </a:lnTo>
                <a:lnTo>
                  <a:pt x="999697" y="80863"/>
                </a:lnTo>
                <a:lnTo>
                  <a:pt x="999536" y="80354"/>
                </a:lnTo>
                <a:lnTo>
                  <a:pt x="999363" y="79856"/>
                </a:lnTo>
                <a:lnTo>
                  <a:pt x="999179" y="79368"/>
                </a:lnTo>
                <a:lnTo>
                  <a:pt x="998983" y="78891"/>
                </a:lnTo>
                <a:lnTo>
                  <a:pt x="998777" y="78424"/>
                </a:lnTo>
                <a:lnTo>
                  <a:pt x="998560" y="77968"/>
                </a:lnTo>
                <a:lnTo>
                  <a:pt x="998331" y="77523"/>
                </a:lnTo>
                <a:lnTo>
                  <a:pt x="998091" y="77088"/>
                </a:lnTo>
                <a:lnTo>
                  <a:pt x="997840" y="76663"/>
                </a:lnTo>
                <a:lnTo>
                  <a:pt x="997578" y="76249"/>
                </a:lnTo>
                <a:lnTo>
                  <a:pt x="997303" y="75830"/>
                </a:lnTo>
                <a:lnTo>
                  <a:pt x="997014" y="75417"/>
                </a:lnTo>
                <a:lnTo>
                  <a:pt x="996712" y="75010"/>
                </a:lnTo>
                <a:lnTo>
                  <a:pt x="996395" y="74610"/>
                </a:lnTo>
                <a:lnTo>
                  <a:pt x="996063" y="74217"/>
                </a:lnTo>
                <a:lnTo>
                  <a:pt x="995718" y="73830"/>
                </a:lnTo>
                <a:lnTo>
                  <a:pt x="995359" y="73449"/>
                </a:lnTo>
                <a:lnTo>
                  <a:pt x="994986" y="73075"/>
                </a:lnTo>
                <a:lnTo>
                  <a:pt x="994598" y="72707"/>
                </a:lnTo>
                <a:lnTo>
                  <a:pt x="994197" y="72345"/>
                </a:lnTo>
                <a:lnTo>
                  <a:pt x="993781" y="71991"/>
                </a:lnTo>
                <a:lnTo>
                  <a:pt x="993351" y="71642"/>
                </a:lnTo>
                <a:lnTo>
                  <a:pt x="992908" y="71300"/>
                </a:lnTo>
                <a:lnTo>
                  <a:pt x="992450" y="70965"/>
                </a:lnTo>
                <a:lnTo>
                  <a:pt x="991978" y="70636"/>
                </a:lnTo>
                <a:lnTo>
                  <a:pt x="991492" y="70313"/>
                </a:lnTo>
                <a:lnTo>
                  <a:pt x="990991" y="69997"/>
                </a:lnTo>
                <a:lnTo>
                  <a:pt x="990477" y="69687"/>
                </a:lnTo>
                <a:lnTo>
                  <a:pt x="989949" y="69384"/>
                </a:lnTo>
                <a:lnTo>
                  <a:pt x="989406" y="69087"/>
                </a:lnTo>
                <a:lnTo>
                  <a:pt x="988850" y="68797"/>
                </a:lnTo>
                <a:lnTo>
                  <a:pt x="988279" y="68513"/>
                </a:lnTo>
                <a:lnTo>
                  <a:pt x="987695" y="68236"/>
                </a:lnTo>
                <a:lnTo>
                  <a:pt x="987096" y="67965"/>
                </a:lnTo>
                <a:lnTo>
                  <a:pt x="986495" y="67699"/>
                </a:lnTo>
                <a:lnTo>
                  <a:pt x="985876" y="67437"/>
                </a:lnTo>
                <a:lnTo>
                  <a:pt x="985239" y="67178"/>
                </a:lnTo>
                <a:lnTo>
                  <a:pt x="984583" y="66922"/>
                </a:lnTo>
                <a:lnTo>
                  <a:pt x="983910" y="66671"/>
                </a:lnTo>
                <a:lnTo>
                  <a:pt x="983218" y="66422"/>
                </a:lnTo>
                <a:lnTo>
                  <a:pt x="982508" y="66177"/>
                </a:lnTo>
                <a:lnTo>
                  <a:pt x="981780" y="65936"/>
                </a:lnTo>
                <a:lnTo>
                  <a:pt x="981033" y="65698"/>
                </a:lnTo>
                <a:lnTo>
                  <a:pt x="980269" y="65464"/>
                </a:lnTo>
                <a:lnTo>
                  <a:pt x="979486" y="65234"/>
                </a:lnTo>
                <a:lnTo>
                  <a:pt x="978685" y="65006"/>
                </a:lnTo>
                <a:lnTo>
                  <a:pt x="977866" y="64783"/>
                </a:lnTo>
                <a:lnTo>
                  <a:pt x="977028" y="64563"/>
                </a:lnTo>
                <a:lnTo>
                  <a:pt x="976173" y="64346"/>
                </a:lnTo>
                <a:lnTo>
                  <a:pt x="975299" y="64133"/>
                </a:lnTo>
                <a:lnTo>
                  <a:pt x="974407" y="63923"/>
                </a:lnTo>
                <a:lnTo>
                  <a:pt x="973497" y="63717"/>
                </a:lnTo>
                <a:lnTo>
                  <a:pt x="972568" y="63515"/>
                </a:lnTo>
                <a:lnTo>
                  <a:pt x="971622" y="63316"/>
                </a:lnTo>
                <a:lnTo>
                  <a:pt x="970657" y="63120"/>
                </a:lnTo>
                <a:lnTo>
                  <a:pt x="969674" y="62928"/>
                </a:lnTo>
                <a:lnTo>
                  <a:pt x="968673" y="62740"/>
                </a:lnTo>
                <a:lnTo>
                  <a:pt x="967653" y="62555"/>
                </a:lnTo>
                <a:lnTo>
                  <a:pt x="966830" y="62400"/>
                </a:lnTo>
                <a:lnTo>
                  <a:pt x="966022" y="62246"/>
                </a:lnTo>
                <a:lnTo>
                  <a:pt x="965231" y="62093"/>
                </a:lnTo>
                <a:lnTo>
                  <a:pt x="964455" y="61940"/>
                </a:lnTo>
                <a:lnTo>
                  <a:pt x="963695" y="61787"/>
                </a:lnTo>
                <a:lnTo>
                  <a:pt x="962951" y="61636"/>
                </a:lnTo>
                <a:lnTo>
                  <a:pt x="962223" y="61484"/>
                </a:lnTo>
                <a:lnTo>
                  <a:pt x="961510" y="61334"/>
                </a:lnTo>
                <a:lnTo>
                  <a:pt x="960814" y="61184"/>
                </a:lnTo>
                <a:lnTo>
                  <a:pt x="960133" y="61034"/>
                </a:lnTo>
                <a:lnTo>
                  <a:pt x="959468" y="60886"/>
                </a:lnTo>
                <a:lnTo>
                  <a:pt x="958819" y="60737"/>
                </a:lnTo>
                <a:lnTo>
                  <a:pt x="958186" y="60590"/>
                </a:lnTo>
                <a:lnTo>
                  <a:pt x="957569" y="60443"/>
                </a:lnTo>
                <a:lnTo>
                  <a:pt x="956968" y="60296"/>
                </a:lnTo>
                <a:lnTo>
                  <a:pt x="956382" y="60150"/>
                </a:lnTo>
                <a:lnTo>
                  <a:pt x="955812" y="60005"/>
                </a:lnTo>
                <a:lnTo>
                  <a:pt x="955258" y="59860"/>
                </a:lnTo>
                <a:lnTo>
                  <a:pt x="954720" y="59716"/>
                </a:lnTo>
                <a:lnTo>
                  <a:pt x="954198" y="59573"/>
                </a:lnTo>
                <a:lnTo>
                  <a:pt x="953692" y="59430"/>
                </a:lnTo>
                <a:lnTo>
                  <a:pt x="953201" y="59287"/>
                </a:lnTo>
                <a:lnTo>
                  <a:pt x="952727" y="59146"/>
                </a:lnTo>
                <a:lnTo>
                  <a:pt x="952268" y="59004"/>
                </a:lnTo>
                <a:lnTo>
                  <a:pt x="951837" y="58863"/>
                </a:lnTo>
                <a:lnTo>
                  <a:pt x="951417" y="58720"/>
                </a:lnTo>
                <a:lnTo>
                  <a:pt x="951008" y="58576"/>
                </a:lnTo>
                <a:lnTo>
                  <a:pt x="950610" y="58431"/>
                </a:lnTo>
                <a:lnTo>
                  <a:pt x="950224" y="58285"/>
                </a:lnTo>
                <a:lnTo>
                  <a:pt x="949848" y="58138"/>
                </a:lnTo>
                <a:lnTo>
                  <a:pt x="949484" y="57989"/>
                </a:lnTo>
                <a:lnTo>
                  <a:pt x="949131" y="57840"/>
                </a:lnTo>
                <a:lnTo>
                  <a:pt x="948789" y="57689"/>
                </a:lnTo>
                <a:lnTo>
                  <a:pt x="948458" y="57537"/>
                </a:lnTo>
                <a:lnTo>
                  <a:pt x="948139" y="57384"/>
                </a:lnTo>
                <a:lnTo>
                  <a:pt x="947830" y="57229"/>
                </a:lnTo>
                <a:lnTo>
                  <a:pt x="947533" y="57074"/>
                </a:lnTo>
                <a:lnTo>
                  <a:pt x="947247" y="56917"/>
                </a:lnTo>
                <a:lnTo>
                  <a:pt x="946972" y="56759"/>
                </a:lnTo>
                <a:lnTo>
                  <a:pt x="946708" y="56600"/>
                </a:lnTo>
                <a:lnTo>
                  <a:pt x="946455" y="56440"/>
                </a:lnTo>
                <a:lnTo>
                  <a:pt x="946213" y="56278"/>
                </a:lnTo>
                <a:lnTo>
                  <a:pt x="945983" y="56116"/>
                </a:lnTo>
                <a:lnTo>
                  <a:pt x="945764" y="55952"/>
                </a:lnTo>
                <a:lnTo>
                  <a:pt x="945556" y="55787"/>
                </a:lnTo>
                <a:lnTo>
                  <a:pt x="945359" y="55621"/>
                </a:lnTo>
                <a:lnTo>
                  <a:pt x="945173" y="55453"/>
                </a:lnTo>
                <a:lnTo>
                  <a:pt x="944998" y="55285"/>
                </a:lnTo>
                <a:lnTo>
                  <a:pt x="944833" y="55100"/>
                </a:lnTo>
                <a:lnTo>
                  <a:pt x="944674" y="54912"/>
                </a:lnTo>
                <a:lnTo>
                  <a:pt x="944523" y="54720"/>
                </a:lnTo>
                <a:lnTo>
                  <a:pt x="944378" y="54524"/>
                </a:lnTo>
                <a:lnTo>
                  <a:pt x="944241" y="54325"/>
                </a:lnTo>
                <a:lnTo>
                  <a:pt x="944111" y="54123"/>
                </a:lnTo>
                <a:lnTo>
                  <a:pt x="943987" y="53917"/>
                </a:lnTo>
                <a:lnTo>
                  <a:pt x="943871" y="53707"/>
                </a:lnTo>
                <a:lnTo>
                  <a:pt x="943762" y="53494"/>
                </a:lnTo>
                <a:lnTo>
                  <a:pt x="943660" y="53277"/>
                </a:lnTo>
                <a:lnTo>
                  <a:pt x="943565" y="53057"/>
                </a:lnTo>
                <a:lnTo>
                  <a:pt x="943477" y="52833"/>
                </a:lnTo>
                <a:lnTo>
                  <a:pt x="943396" y="52606"/>
                </a:lnTo>
                <a:lnTo>
                  <a:pt x="943322" y="52376"/>
                </a:lnTo>
                <a:lnTo>
                  <a:pt x="943255" y="52141"/>
                </a:lnTo>
                <a:lnTo>
                  <a:pt x="943195" y="51904"/>
                </a:lnTo>
                <a:lnTo>
                  <a:pt x="943142" y="51662"/>
                </a:lnTo>
                <a:lnTo>
                  <a:pt x="943096" y="51418"/>
                </a:lnTo>
                <a:lnTo>
                  <a:pt x="943057" y="51169"/>
                </a:lnTo>
                <a:lnTo>
                  <a:pt x="943026" y="50917"/>
                </a:lnTo>
                <a:lnTo>
                  <a:pt x="943001" y="50662"/>
                </a:lnTo>
                <a:lnTo>
                  <a:pt x="942983" y="50403"/>
                </a:lnTo>
                <a:lnTo>
                  <a:pt x="942973" y="50141"/>
                </a:lnTo>
                <a:lnTo>
                  <a:pt x="942969" y="49875"/>
                </a:lnTo>
                <a:lnTo>
                  <a:pt x="943003" y="48882"/>
                </a:lnTo>
                <a:lnTo>
                  <a:pt x="943106" y="47931"/>
                </a:lnTo>
                <a:lnTo>
                  <a:pt x="943276" y="47022"/>
                </a:lnTo>
                <a:lnTo>
                  <a:pt x="943514" y="46155"/>
                </a:lnTo>
                <a:lnTo>
                  <a:pt x="943821" y="45331"/>
                </a:lnTo>
                <a:lnTo>
                  <a:pt x="944195" y="44549"/>
                </a:lnTo>
                <a:lnTo>
                  <a:pt x="944638" y="43810"/>
                </a:lnTo>
                <a:lnTo>
                  <a:pt x="945148" y="43112"/>
                </a:lnTo>
                <a:lnTo>
                  <a:pt x="945727" y="42457"/>
                </a:lnTo>
                <a:lnTo>
                  <a:pt x="946374" y="41844"/>
                </a:lnTo>
                <a:lnTo>
                  <a:pt x="947089" y="41274"/>
                </a:lnTo>
                <a:lnTo>
                  <a:pt x="947872" y="40745"/>
                </a:lnTo>
                <a:lnTo>
                  <a:pt x="948723" y="40259"/>
                </a:lnTo>
                <a:lnTo>
                  <a:pt x="949643" y="39815"/>
                </a:lnTo>
                <a:lnTo>
                  <a:pt x="950630" y="39414"/>
                </a:lnTo>
                <a:lnTo>
                  <a:pt x="951686" y="39055"/>
                </a:lnTo>
                <a:lnTo>
                  <a:pt x="952809" y="38738"/>
                </a:lnTo>
                <a:lnTo>
                  <a:pt x="954001" y="38463"/>
                </a:lnTo>
                <a:lnTo>
                  <a:pt x="955261" y="38230"/>
                </a:lnTo>
                <a:lnTo>
                  <a:pt x="956589" y="38040"/>
                </a:lnTo>
                <a:lnTo>
                  <a:pt x="957985" y="37892"/>
                </a:lnTo>
                <a:lnTo>
                  <a:pt x="959449" y="37787"/>
                </a:lnTo>
                <a:lnTo>
                  <a:pt x="960981" y="37723"/>
                </a:lnTo>
                <a:lnTo>
                  <a:pt x="962581" y="37702"/>
                </a:lnTo>
                <a:lnTo>
                  <a:pt x="963044" y="37704"/>
                </a:lnTo>
                <a:lnTo>
                  <a:pt x="963504" y="37710"/>
                </a:lnTo>
                <a:lnTo>
                  <a:pt x="963960" y="37720"/>
                </a:lnTo>
                <a:lnTo>
                  <a:pt x="964413" y="37735"/>
                </a:lnTo>
                <a:lnTo>
                  <a:pt x="964862" y="37753"/>
                </a:lnTo>
                <a:lnTo>
                  <a:pt x="965307" y="37776"/>
                </a:lnTo>
                <a:lnTo>
                  <a:pt x="965749" y="37803"/>
                </a:lnTo>
                <a:lnTo>
                  <a:pt x="966188" y="37833"/>
                </a:lnTo>
                <a:lnTo>
                  <a:pt x="966623" y="37868"/>
                </a:lnTo>
                <a:lnTo>
                  <a:pt x="967054" y="37907"/>
                </a:lnTo>
                <a:lnTo>
                  <a:pt x="967482" y="37951"/>
                </a:lnTo>
                <a:lnTo>
                  <a:pt x="967907" y="37998"/>
                </a:lnTo>
                <a:lnTo>
                  <a:pt x="968328" y="38049"/>
                </a:lnTo>
                <a:lnTo>
                  <a:pt x="968745" y="38105"/>
                </a:lnTo>
                <a:lnTo>
                  <a:pt x="969159" y="38164"/>
                </a:lnTo>
                <a:lnTo>
                  <a:pt x="969569" y="38228"/>
                </a:lnTo>
                <a:lnTo>
                  <a:pt x="969976" y="38296"/>
                </a:lnTo>
                <a:lnTo>
                  <a:pt x="970379" y="38368"/>
                </a:lnTo>
                <a:lnTo>
                  <a:pt x="970779" y="38444"/>
                </a:lnTo>
                <a:lnTo>
                  <a:pt x="971175" y="38524"/>
                </a:lnTo>
                <a:lnTo>
                  <a:pt x="971568" y="38608"/>
                </a:lnTo>
                <a:lnTo>
                  <a:pt x="971957" y="38696"/>
                </a:lnTo>
                <a:lnTo>
                  <a:pt x="972343" y="38789"/>
                </a:lnTo>
                <a:lnTo>
                  <a:pt x="972725" y="38885"/>
                </a:lnTo>
                <a:lnTo>
                  <a:pt x="973116" y="38974"/>
                </a:lnTo>
                <a:lnTo>
                  <a:pt x="973500" y="39070"/>
                </a:lnTo>
                <a:lnTo>
                  <a:pt x="973877" y="39173"/>
                </a:lnTo>
                <a:lnTo>
                  <a:pt x="974247" y="39285"/>
                </a:lnTo>
                <a:lnTo>
                  <a:pt x="974610" y="39404"/>
                </a:lnTo>
                <a:lnTo>
                  <a:pt x="974965" y="39530"/>
                </a:lnTo>
                <a:lnTo>
                  <a:pt x="975314" y="39664"/>
                </a:lnTo>
                <a:lnTo>
                  <a:pt x="975656" y="39806"/>
                </a:lnTo>
                <a:lnTo>
                  <a:pt x="975990" y="39955"/>
                </a:lnTo>
                <a:lnTo>
                  <a:pt x="976318" y="40112"/>
                </a:lnTo>
                <a:lnTo>
                  <a:pt x="976638" y="40277"/>
                </a:lnTo>
                <a:lnTo>
                  <a:pt x="976952" y="40449"/>
                </a:lnTo>
                <a:lnTo>
                  <a:pt x="977258" y="40629"/>
                </a:lnTo>
                <a:lnTo>
                  <a:pt x="977558" y="40817"/>
                </a:lnTo>
                <a:lnTo>
                  <a:pt x="977850" y="41012"/>
                </a:lnTo>
                <a:lnTo>
                  <a:pt x="978135" y="41215"/>
                </a:lnTo>
                <a:lnTo>
                  <a:pt x="978414" y="41425"/>
                </a:lnTo>
                <a:lnTo>
                  <a:pt x="978685" y="41643"/>
                </a:lnTo>
                <a:lnTo>
                  <a:pt x="978949" y="41869"/>
                </a:lnTo>
                <a:lnTo>
                  <a:pt x="979206" y="42102"/>
                </a:lnTo>
                <a:lnTo>
                  <a:pt x="979456" y="42343"/>
                </a:lnTo>
                <a:lnTo>
                  <a:pt x="979699" y="42592"/>
                </a:lnTo>
                <a:lnTo>
                  <a:pt x="979935" y="42848"/>
                </a:lnTo>
                <a:lnTo>
                  <a:pt x="980164" y="43112"/>
                </a:lnTo>
                <a:lnTo>
                  <a:pt x="980399" y="43371"/>
                </a:lnTo>
                <a:lnTo>
                  <a:pt x="980623" y="43640"/>
                </a:lnTo>
                <a:lnTo>
                  <a:pt x="980838" y="43920"/>
                </a:lnTo>
                <a:lnTo>
                  <a:pt x="981042" y="44211"/>
                </a:lnTo>
                <a:lnTo>
                  <a:pt x="981237" y="44512"/>
                </a:lnTo>
                <a:lnTo>
                  <a:pt x="981422" y="44824"/>
                </a:lnTo>
                <a:lnTo>
                  <a:pt x="981596" y="45146"/>
                </a:lnTo>
                <a:lnTo>
                  <a:pt x="981761" y="45479"/>
                </a:lnTo>
                <a:lnTo>
                  <a:pt x="981916" y="45822"/>
                </a:lnTo>
                <a:lnTo>
                  <a:pt x="982060" y="46176"/>
                </a:lnTo>
                <a:lnTo>
                  <a:pt x="982195" y="46541"/>
                </a:lnTo>
                <a:lnTo>
                  <a:pt x="982320" y="46916"/>
                </a:lnTo>
                <a:lnTo>
                  <a:pt x="982435" y="47302"/>
                </a:lnTo>
                <a:lnTo>
                  <a:pt x="982539" y="47698"/>
                </a:lnTo>
                <a:lnTo>
                  <a:pt x="982634" y="48105"/>
                </a:lnTo>
                <a:lnTo>
                  <a:pt x="982719" y="48522"/>
                </a:lnTo>
                <a:lnTo>
                  <a:pt x="982794" y="48950"/>
                </a:lnTo>
                <a:lnTo>
                  <a:pt x="982859" y="49389"/>
                </a:lnTo>
                <a:lnTo>
                  <a:pt x="982914" y="49838"/>
                </a:lnTo>
                <a:lnTo>
                  <a:pt x="982958" y="50297"/>
                </a:lnTo>
                <a:lnTo>
                  <a:pt x="982993" y="50768"/>
                </a:lnTo>
                <a:lnTo>
                  <a:pt x="983018" y="51248"/>
                </a:lnTo>
                <a:lnTo>
                  <a:pt x="983033" y="51740"/>
                </a:lnTo>
                <a:lnTo>
                  <a:pt x="983038" y="52242"/>
                </a:lnTo>
                <a:lnTo>
                  <a:pt x="997747" y="52242"/>
                </a:lnTo>
                <a:lnTo>
                  <a:pt x="997775" y="52144"/>
                </a:lnTo>
                <a:lnTo>
                  <a:pt x="997801" y="52048"/>
                </a:lnTo>
                <a:lnTo>
                  <a:pt x="997826" y="51954"/>
                </a:lnTo>
                <a:lnTo>
                  <a:pt x="997850" y="51861"/>
                </a:lnTo>
                <a:lnTo>
                  <a:pt x="997873" y="51771"/>
                </a:lnTo>
                <a:lnTo>
                  <a:pt x="997895" y="51682"/>
                </a:lnTo>
                <a:lnTo>
                  <a:pt x="997916" y="51595"/>
                </a:lnTo>
                <a:lnTo>
                  <a:pt x="997935" y="51509"/>
                </a:lnTo>
                <a:lnTo>
                  <a:pt x="997953" y="51425"/>
                </a:lnTo>
                <a:lnTo>
                  <a:pt x="997970" y="51344"/>
                </a:lnTo>
                <a:lnTo>
                  <a:pt x="997986" y="51263"/>
                </a:lnTo>
                <a:lnTo>
                  <a:pt x="998001" y="51185"/>
                </a:lnTo>
                <a:lnTo>
                  <a:pt x="998014" y="51108"/>
                </a:lnTo>
                <a:lnTo>
                  <a:pt x="998027" y="51034"/>
                </a:lnTo>
                <a:lnTo>
                  <a:pt x="998038" y="50961"/>
                </a:lnTo>
                <a:lnTo>
                  <a:pt x="998048" y="50889"/>
                </a:lnTo>
                <a:lnTo>
                  <a:pt x="998056" y="50820"/>
                </a:lnTo>
                <a:lnTo>
                  <a:pt x="998064" y="50752"/>
                </a:lnTo>
                <a:lnTo>
                  <a:pt x="998071" y="50686"/>
                </a:lnTo>
                <a:lnTo>
                  <a:pt x="998076" y="50622"/>
                </a:lnTo>
                <a:lnTo>
                  <a:pt x="998080" y="50559"/>
                </a:lnTo>
                <a:lnTo>
                  <a:pt x="998083" y="50498"/>
                </a:lnTo>
                <a:lnTo>
                  <a:pt x="998085" y="50439"/>
                </a:lnTo>
                <a:lnTo>
                  <a:pt x="998085" y="50382"/>
                </a:lnTo>
                <a:lnTo>
                  <a:pt x="998085" y="50326"/>
                </a:lnTo>
                <a:lnTo>
                  <a:pt x="998085" y="50270"/>
                </a:lnTo>
                <a:lnTo>
                  <a:pt x="998085" y="50216"/>
                </a:lnTo>
                <a:lnTo>
                  <a:pt x="998085" y="50161"/>
                </a:lnTo>
                <a:lnTo>
                  <a:pt x="998085" y="50108"/>
                </a:lnTo>
                <a:lnTo>
                  <a:pt x="998085" y="50054"/>
                </a:lnTo>
                <a:lnTo>
                  <a:pt x="998085" y="50002"/>
                </a:lnTo>
                <a:lnTo>
                  <a:pt x="998085" y="49950"/>
                </a:lnTo>
                <a:lnTo>
                  <a:pt x="998085" y="49899"/>
                </a:lnTo>
                <a:lnTo>
                  <a:pt x="998085" y="49848"/>
                </a:lnTo>
                <a:lnTo>
                  <a:pt x="998085" y="49798"/>
                </a:lnTo>
                <a:lnTo>
                  <a:pt x="998085" y="49748"/>
                </a:lnTo>
                <a:lnTo>
                  <a:pt x="998085" y="49699"/>
                </a:lnTo>
                <a:lnTo>
                  <a:pt x="998085" y="49651"/>
                </a:lnTo>
                <a:lnTo>
                  <a:pt x="998085" y="49603"/>
                </a:lnTo>
                <a:lnTo>
                  <a:pt x="998085" y="49555"/>
                </a:lnTo>
                <a:lnTo>
                  <a:pt x="998085" y="49509"/>
                </a:lnTo>
                <a:lnTo>
                  <a:pt x="998085" y="49463"/>
                </a:lnTo>
                <a:lnTo>
                  <a:pt x="998085" y="49417"/>
                </a:lnTo>
                <a:lnTo>
                  <a:pt x="998085" y="49372"/>
                </a:lnTo>
                <a:lnTo>
                  <a:pt x="998085" y="49328"/>
                </a:lnTo>
                <a:lnTo>
                  <a:pt x="998085" y="49284"/>
                </a:lnTo>
                <a:lnTo>
                  <a:pt x="998085" y="49241"/>
                </a:lnTo>
                <a:lnTo>
                  <a:pt x="998085" y="49199"/>
                </a:lnTo>
                <a:lnTo>
                  <a:pt x="998077" y="48597"/>
                </a:lnTo>
                <a:lnTo>
                  <a:pt x="998054" y="48002"/>
                </a:lnTo>
                <a:lnTo>
                  <a:pt x="998014" y="47415"/>
                </a:lnTo>
                <a:lnTo>
                  <a:pt x="997958" y="46836"/>
                </a:lnTo>
                <a:lnTo>
                  <a:pt x="997887" y="46265"/>
                </a:lnTo>
                <a:lnTo>
                  <a:pt x="997800" y="45701"/>
                </a:lnTo>
                <a:lnTo>
                  <a:pt x="997697" y="45145"/>
                </a:lnTo>
                <a:lnTo>
                  <a:pt x="997578" y="44596"/>
                </a:lnTo>
                <a:lnTo>
                  <a:pt x="997443" y="44055"/>
                </a:lnTo>
                <a:lnTo>
                  <a:pt x="997293" y="43522"/>
                </a:lnTo>
                <a:lnTo>
                  <a:pt x="997126" y="42996"/>
                </a:lnTo>
                <a:lnTo>
                  <a:pt x="996944" y="42478"/>
                </a:lnTo>
                <a:lnTo>
                  <a:pt x="996746" y="41968"/>
                </a:lnTo>
                <a:lnTo>
                  <a:pt x="996532" y="41465"/>
                </a:lnTo>
                <a:lnTo>
                  <a:pt x="996302" y="40970"/>
                </a:lnTo>
                <a:lnTo>
                  <a:pt x="996056" y="40482"/>
                </a:lnTo>
                <a:lnTo>
                  <a:pt x="995795" y="40002"/>
                </a:lnTo>
                <a:lnTo>
                  <a:pt x="995518" y="39530"/>
                </a:lnTo>
                <a:lnTo>
                  <a:pt x="995224" y="39065"/>
                </a:lnTo>
                <a:lnTo>
                  <a:pt x="994915" y="38608"/>
                </a:lnTo>
                <a:lnTo>
                  <a:pt x="994590" y="38159"/>
                </a:lnTo>
                <a:lnTo>
                  <a:pt x="994250" y="37717"/>
                </a:lnTo>
                <a:lnTo>
                  <a:pt x="993893" y="37283"/>
                </a:lnTo>
                <a:lnTo>
                  <a:pt x="993520" y="36857"/>
                </a:lnTo>
                <a:lnTo>
                  <a:pt x="993134" y="36424"/>
                </a:lnTo>
                <a:lnTo>
                  <a:pt x="992737" y="36000"/>
                </a:lnTo>
                <a:lnTo>
                  <a:pt x="992329" y="35583"/>
                </a:lnTo>
                <a:lnTo>
                  <a:pt x="991910" y="35175"/>
                </a:lnTo>
                <a:lnTo>
                  <a:pt x="991479" y="34776"/>
                </a:lnTo>
                <a:lnTo>
                  <a:pt x="991037" y="34384"/>
                </a:lnTo>
                <a:lnTo>
                  <a:pt x="990584" y="34001"/>
                </a:lnTo>
                <a:lnTo>
                  <a:pt x="990120" y="33626"/>
                </a:lnTo>
                <a:lnTo>
                  <a:pt x="989645" y="33259"/>
                </a:lnTo>
                <a:lnTo>
                  <a:pt x="989159" y="32900"/>
                </a:lnTo>
                <a:lnTo>
                  <a:pt x="988661" y="32550"/>
                </a:lnTo>
                <a:lnTo>
                  <a:pt x="988153" y="32207"/>
                </a:lnTo>
                <a:lnTo>
                  <a:pt x="987633" y="31873"/>
                </a:lnTo>
                <a:lnTo>
                  <a:pt x="987102" y="31547"/>
                </a:lnTo>
                <a:lnTo>
                  <a:pt x="986560" y="31230"/>
                </a:lnTo>
                <a:lnTo>
                  <a:pt x="986006" y="30920"/>
                </a:lnTo>
                <a:lnTo>
                  <a:pt x="985442" y="30619"/>
                </a:lnTo>
                <a:lnTo>
                  <a:pt x="984866" y="30326"/>
                </a:lnTo>
                <a:lnTo>
                  <a:pt x="984280" y="30042"/>
                </a:lnTo>
                <a:lnTo>
                  <a:pt x="983682" y="29765"/>
                </a:lnTo>
                <a:lnTo>
                  <a:pt x="983073" y="29497"/>
                </a:lnTo>
                <a:lnTo>
                  <a:pt x="982452" y="29237"/>
                </a:lnTo>
                <a:lnTo>
                  <a:pt x="981821" y="28985"/>
                </a:lnTo>
                <a:lnTo>
                  <a:pt x="981179" y="28741"/>
                </a:lnTo>
                <a:lnTo>
                  <a:pt x="980541" y="28507"/>
                </a:lnTo>
                <a:lnTo>
                  <a:pt x="979896" y="28282"/>
                </a:lnTo>
                <a:lnTo>
                  <a:pt x="979245" y="28068"/>
                </a:lnTo>
                <a:lnTo>
                  <a:pt x="978586" y="27863"/>
                </a:lnTo>
                <a:lnTo>
                  <a:pt x="977920" y="27669"/>
                </a:lnTo>
                <a:lnTo>
                  <a:pt x="977248" y="27484"/>
                </a:lnTo>
                <a:lnTo>
                  <a:pt x="976568" y="27309"/>
                </a:lnTo>
                <a:lnTo>
                  <a:pt x="975881" y="27145"/>
                </a:lnTo>
                <a:lnTo>
                  <a:pt x="975187" y="26990"/>
                </a:lnTo>
                <a:lnTo>
                  <a:pt x="974486" y="26845"/>
                </a:lnTo>
                <a:lnTo>
                  <a:pt x="973778" y="26711"/>
                </a:lnTo>
                <a:lnTo>
                  <a:pt x="973063" y="26586"/>
                </a:lnTo>
                <a:lnTo>
                  <a:pt x="972341" y="26471"/>
                </a:lnTo>
                <a:lnTo>
                  <a:pt x="971612" y="26366"/>
                </a:lnTo>
                <a:lnTo>
                  <a:pt x="970876" y="26271"/>
                </a:lnTo>
                <a:lnTo>
                  <a:pt x="970133" y="26187"/>
                </a:lnTo>
                <a:lnTo>
                  <a:pt x="969383" y="26112"/>
                </a:lnTo>
                <a:lnTo>
                  <a:pt x="968625" y="26047"/>
                </a:lnTo>
                <a:lnTo>
                  <a:pt x="967861" y="25992"/>
                </a:lnTo>
                <a:lnTo>
                  <a:pt x="967090" y="25947"/>
                </a:lnTo>
                <a:lnTo>
                  <a:pt x="966311" y="25912"/>
                </a:lnTo>
                <a:lnTo>
                  <a:pt x="965526" y="25887"/>
                </a:lnTo>
                <a:lnTo>
                  <a:pt x="964733" y="25872"/>
                </a:lnTo>
                <a:lnTo>
                  <a:pt x="963934" y="25867"/>
                </a:lnTo>
                <a:lnTo>
                  <a:pt x="963023" y="25872"/>
                </a:lnTo>
                <a:lnTo>
                  <a:pt x="962121" y="25887"/>
                </a:lnTo>
                <a:lnTo>
                  <a:pt x="961229" y="25912"/>
                </a:lnTo>
                <a:lnTo>
                  <a:pt x="960346" y="25947"/>
                </a:lnTo>
                <a:lnTo>
                  <a:pt x="959472" y="25992"/>
                </a:lnTo>
                <a:lnTo>
                  <a:pt x="958608" y="26047"/>
                </a:lnTo>
                <a:lnTo>
                  <a:pt x="957753" y="26112"/>
                </a:lnTo>
                <a:lnTo>
                  <a:pt x="956908" y="26187"/>
                </a:lnTo>
                <a:lnTo>
                  <a:pt x="956072" y="26271"/>
                </a:lnTo>
                <a:lnTo>
                  <a:pt x="955245" y="26366"/>
                </a:lnTo>
                <a:lnTo>
                  <a:pt x="954428" y="26471"/>
                </a:lnTo>
                <a:lnTo>
                  <a:pt x="953621" y="26586"/>
                </a:lnTo>
                <a:lnTo>
                  <a:pt x="952822" y="26711"/>
                </a:lnTo>
                <a:lnTo>
                  <a:pt x="952033" y="26845"/>
                </a:lnTo>
                <a:lnTo>
                  <a:pt x="951254" y="26990"/>
                </a:lnTo>
                <a:lnTo>
                  <a:pt x="950483" y="27145"/>
                </a:lnTo>
                <a:lnTo>
                  <a:pt x="949723" y="27309"/>
                </a:lnTo>
                <a:lnTo>
                  <a:pt x="948971" y="27484"/>
                </a:lnTo>
                <a:lnTo>
                  <a:pt x="948229" y="27669"/>
                </a:lnTo>
                <a:lnTo>
                  <a:pt x="947497" y="27863"/>
                </a:lnTo>
                <a:lnTo>
                  <a:pt x="946773" y="28068"/>
                </a:lnTo>
                <a:lnTo>
                  <a:pt x="946060" y="28282"/>
                </a:lnTo>
                <a:lnTo>
                  <a:pt x="945355" y="28507"/>
                </a:lnTo>
                <a:lnTo>
                  <a:pt x="944660" y="28741"/>
                </a:lnTo>
                <a:lnTo>
                  <a:pt x="943990" y="28986"/>
                </a:lnTo>
                <a:lnTo>
                  <a:pt x="943332" y="29239"/>
                </a:lnTo>
                <a:lnTo>
                  <a:pt x="942687" y="29502"/>
                </a:lnTo>
                <a:lnTo>
                  <a:pt x="942054" y="29775"/>
                </a:lnTo>
                <a:lnTo>
                  <a:pt x="941433" y="30056"/>
                </a:lnTo>
                <a:lnTo>
                  <a:pt x="940824" y="30348"/>
                </a:lnTo>
                <a:lnTo>
                  <a:pt x="940228" y="30648"/>
                </a:lnTo>
                <a:lnTo>
                  <a:pt x="939644" y="30958"/>
                </a:lnTo>
                <a:lnTo>
                  <a:pt x="939073" y="31277"/>
                </a:lnTo>
                <a:lnTo>
                  <a:pt x="938514" y="31606"/>
                </a:lnTo>
                <a:lnTo>
                  <a:pt x="937967" y="31944"/>
                </a:lnTo>
                <a:lnTo>
                  <a:pt x="937432" y="32292"/>
                </a:lnTo>
                <a:lnTo>
                  <a:pt x="936910" y="32649"/>
                </a:lnTo>
                <a:lnTo>
                  <a:pt x="936400" y="33015"/>
                </a:lnTo>
                <a:lnTo>
                  <a:pt x="935903" y="33391"/>
                </a:lnTo>
                <a:lnTo>
                  <a:pt x="935418" y="33776"/>
                </a:lnTo>
                <a:lnTo>
                  <a:pt x="934945" y="34170"/>
                </a:lnTo>
                <a:lnTo>
                  <a:pt x="934484" y="34574"/>
                </a:lnTo>
                <a:lnTo>
                  <a:pt x="934036" y="34987"/>
                </a:lnTo>
                <a:lnTo>
                  <a:pt x="933600" y="35410"/>
                </a:lnTo>
                <a:lnTo>
                  <a:pt x="933177" y="35842"/>
                </a:lnTo>
                <a:lnTo>
                  <a:pt x="932765" y="36284"/>
                </a:lnTo>
                <a:lnTo>
                  <a:pt x="932367" y="36735"/>
                </a:lnTo>
                <a:lnTo>
                  <a:pt x="931980" y="37195"/>
                </a:lnTo>
                <a:lnTo>
                  <a:pt x="931608" y="37665"/>
                </a:lnTo>
                <a:lnTo>
                  <a:pt x="931251" y="38145"/>
                </a:lnTo>
                <a:lnTo>
                  <a:pt x="930910" y="38634"/>
                </a:lnTo>
                <a:lnTo>
                  <a:pt x="930585" y="39134"/>
                </a:lnTo>
                <a:lnTo>
                  <a:pt x="930276" y="39644"/>
                </a:lnTo>
                <a:lnTo>
                  <a:pt x="929983" y="40164"/>
                </a:lnTo>
                <a:lnTo>
                  <a:pt x="929706" y="40694"/>
                </a:lnTo>
                <a:lnTo>
                  <a:pt x="929444" y="41234"/>
                </a:lnTo>
                <a:lnTo>
                  <a:pt x="929198" y="41783"/>
                </a:lnTo>
                <a:lnTo>
                  <a:pt x="928968" y="42343"/>
                </a:lnTo>
                <a:lnTo>
                  <a:pt x="928755" y="42913"/>
                </a:lnTo>
                <a:lnTo>
                  <a:pt x="928556" y="43493"/>
                </a:lnTo>
                <a:lnTo>
                  <a:pt x="928374" y="44082"/>
                </a:lnTo>
                <a:lnTo>
                  <a:pt x="928208" y="44682"/>
                </a:lnTo>
                <a:lnTo>
                  <a:pt x="928057" y="45292"/>
                </a:lnTo>
                <a:lnTo>
                  <a:pt x="927922" y="45911"/>
                </a:lnTo>
                <a:lnTo>
                  <a:pt x="927803" y="46541"/>
                </a:lnTo>
                <a:lnTo>
                  <a:pt x="927700" y="47180"/>
                </a:lnTo>
                <a:lnTo>
                  <a:pt x="927613" y="47830"/>
                </a:lnTo>
                <a:lnTo>
                  <a:pt x="927542" y="48489"/>
                </a:lnTo>
                <a:lnTo>
                  <a:pt x="927486" y="49159"/>
                </a:lnTo>
                <a:lnTo>
                  <a:pt x="927447" y="49838"/>
                </a:lnTo>
                <a:lnTo>
                  <a:pt x="927423" y="50528"/>
                </a:lnTo>
                <a:lnTo>
                  <a:pt x="927415" y="51227"/>
                </a:lnTo>
                <a:lnTo>
                  <a:pt x="927420" y="51829"/>
                </a:lnTo>
                <a:lnTo>
                  <a:pt x="927436" y="52423"/>
                </a:lnTo>
                <a:lnTo>
                  <a:pt x="927463" y="53008"/>
                </a:lnTo>
                <a:lnTo>
                  <a:pt x="927500" y="53585"/>
                </a:lnTo>
                <a:lnTo>
                  <a:pt x="927547" y="54154"/>
                </a:lnTo>
                <a:lnTo>
                  <a:pt x="927605" y="54714"/>
                </a:lnTo>
                <a:lnTo>
                  <a:pt x="927674" y="55267"/>
                </a:lnTo>
                <a:lnTo>
                  <a:pt x="927753" y="55811"/>
                </a:lnTo>
                <a:lnTo>
                  <a:pt x="927843" y="56347"/>
                </a:lnTo>
                <a:lnTo>
                  <a:pt x="927944" y="56875"/>
                </a:lnTo>
                <a:lnTo>
                  <a:pt x="928054" y="57394"/>
                </a:lnTo>
                <a:lnTo>
                  <a:pt x="928176" y="57905"/>
                </a:lnTo>
                <a:lnTo>
                  <a:pt x="928308" y="58409"/>
                </a:lnTo>
                <a:lnTo>
                  <a:pt x="928451" y="58903"/>
                </a:lnTo>
                <a:lnTo>
                  <a:pt x="928604" y="59390"/>
                </a:lnTo>
                <a:lnTo>
                  <a:pt x="928768" y="59869"/>
                </a:lnTo>
                <a:lnTo>
                  <a:pt x="928942" y="60339"/>
                </a:lnTo>
                <a:lnTo>
                  <a:pt x="929127" y="60801"/>
                </a:lnTo>
                <a:lnTo>
                  <a:pt x="929322" y="61255"/>
                </a:lnTo>
                <a:lnTo>
                  <a:pt x="929529" y="61700"/>
                </a:lnTo>
                <a:lnTo>
                  <a:pt x="929745" y="62137"/>
                </a:lnTo>
                <a:lnTo>
                  <a:pt x="929972" y="62567"/>
                </a:lnTo>
                <a:lnTo>
                  <a:pt x="930210" y="62987"/>
                </a:lnTo>
                <a:lnTo>
                  <a:pt x="930458" y="63400"/>
                </a:lnTo>
                <a:lnTo>
                  <a:pt x="930719" y="63792"/>
                </a:lnTo>
                <a:lnTo>
                  <a:pt x="930993" y="64177"/>
                </a:lnTo>
                <a:lnTo>
                  <a:pt x="931280" y="64557"/>
                </a:lnTo>
                <a:lnTo>
                  <a:pt x="931581" y="64931"/>
                </a:lnTo>
                <a:lnTo>
                  <a:pt x="931895" y="65299"/>
                </a:lnTo>
                <a:lnTo>
                  <a:pt x="932223" y="65661"/>
                </a:lnTo>
                <a:lnTo>
                  <a:pt x="932564" y="66018"/>
                </a:lnTo>
                <a:lnTo>
                  <a:pt x="932919" y="66368"/>
                </a:lnTo>
                <a:lnTo>
                  <a:pt x="933288" y="66713"/>
                </a:lnTo>
                <a:lnTo>
                  <a:pt x="933670" y="67052"/>
                </a:lnTo>
                <a:lnTo>
                  <a:pt x="934065" y="67384"/>
                </a:lnTo>
                <a:lnTo>
                  <a:pt x="934474" y="67711"/>
                </a:lnTo>
                <a:lnTo>
                  <a:pt x="934896" y="68032"/>
                </a:lnTo>
                <a:lnTo>
                  <a:pt x="935332" y="68348"/>
                </a:lnTo>
                <a:lnTo>
                  <a:pt x="935781" y="68657"/>
                </a:lnTo>
                <a:lnTo>
                  <a:pt x="936244" y="68961"/>
                </a:lnTo>
                <a:lnTo>
                  <a:pt x="936721" y="69258"/>
                </a:lnTo>
                <a:lnTo>
                  <a:pt x="937211" y="69550"/>
                </a:lnTo>
                <a:lnTo>
                  <a:pt x="937714" y="69836"/>
                </a:lnTo>
                <a:lnTo>
                  <a:pt x="938231" y="70116"/>
                </a:lnTo>
                <a:lnTo>
                  <a:pt x="938761" y="70390"/>
                </a:lnTo>
                <a:lnTo>
                  <a:pt x="939305" y="70658"/>
                </a:lnTo>
                <a:lnTo>
                  <a:pt x="939862" y="70921"/>
                </a:lnTo>
                <a:lnTo>
                  <a:pt x="940433" y="71177"/>
                </a:lnTo>
                <a:lnTo>
                  <a:pt x="941019" y="71415"/>
                </a:lnTo>
                <a:lnTo>
                  <a:pt x="941619" y="71650"/>
                </a:lnTo>
                <a:lnTo>
                  <a:pt x="942235" y="71883"/>
                </a:lnTo>
                <a:lnTo>
                  <a:pt x="942866" y="72112"/>
                </a:lnTo>
                <a:lnTo>
                  <a:pt x="943512" y="72338"/>
                </a:lnTo>
                <a:lnTo>
                  <a:pt x="944174" y="72562"/>
                </a:lnTo>
                <a:lnTo>
                  <a:pt x="944851" y="72782"/>
                </a:lnTo>
                <a:lnTo>
                  <a:pt x="945543" y="72999"/>
                </a:lnTo>
                <a:lnTo>
                  <a:pt x="946250" y="73214"/>
                </a:lnTo>
                <a:lnTo>
                  <a:pt x="946973" y="73426"/>
                </a:lnTo>
                <a:lnTo>
                  <a:pt x="947711" y="73634"/>
                </a:lnTo>
                <a:lnTo>
                  <a:pt x="948464" y="73840"/>
                </a:lnTo>
                <a:lnTo>
                  <a:pt x="949232" y="74043"/>
                </a:lnTo>
                <a:lnTo>
                  <a:pt x="950016" y="74243"/>
                </a:lnTo>
                <a:lnTo>
                  <a:pt x="950815" y="74440"/>
                </a:lnTo>
                <a:lnTo>
                  <a:pt x="951629" y="74634"/>
                </a:lnTo>
                <a:lnTo>
                  <a:pt x="952459" y="74825"/>
                </a:lnTo>
                <a:lnTo>
                  <a:pt x="953304" y="75013"/>
                </a:lnTo>
                <a:lnTo>
                  <a:pt x="954164" y="75198"/>
                </a:lnTo>
                <a:lnTo>
                  <a:pt x="955039" y="75380"/>
                </a:lnTo>
                <a:lnTo>
                  <a:pt x="955929" y="75560"/>
                </a:lnTo>
                <a:lnTo>
                  <a:pt x="956835" y="75736"/>
                </a:lnTo>
                <a:lnTo>
                  <a:pt x="957756" y="75910"/>
                </a:lnTo>
                <a:lnTo>
                  <a:pt x="958693" y="76080"/>
                </a:lnTo>
                <a:lnTo>
                  <a:pt x="959571" y="76221"/>
                </a:lnTo>
                <a:lnTo>
                  <a:pt x="960433" y="76363"/>
                </a:lnTo>
                <a:lnTo>
                  <a:pt x="961276" y="76506"/>
                </a:lnTo>
                <a:lnTo>
                  <a:pt x="962102" y="76648"/>
                </a:lnTo>
                <a:lnTo>
                  <a:pt x="962910" y="76792"/>
                </a:lnTo>
                <a:lnTo>
                  <a:pt x="963701" y="76936"/>
                </a:lnTo>
                <a:lnTo>
                  <a:pt x="964474" y="77081"/>
                </a:lnTo>
                <a:lnTo>
                  <a:pt x="965230" y="77226"/>
                </a:lnTo>
                <a:lnTo>
                  <a:pt x="965968" y="77372"/>
                </a:lnTo>
                <a:lnTo>
                  <a:pt x="966688" y="77518"/>
                </a:lnTo>
                <a:lnTo>
                  <a:pt x="967391" y="77666"/>
                </a:lnTo>
                <a:lnTo>
                  <a:pt x="968076" y="77813"/>
                </a:lnTo>
                <a:lnTo>
                  <a:pt x="968743" y="77961"/>
                </a:lnTo>
                <a:lnTo>
                  <a:pt x="969393" y="78110"/>
                </a:lnTo>
                <a:lnTo>
                  <a:pt x="970025" y="78260"/>
                </a:lnTo>
                <a:lnTo>
                  <a:pt x="970640" y="78410"/>
                </a:lnTo>
                <a:lnTo>
                  <a:pt x="971237" y="78560"/>
                </a:lnTo>
                <a:lnTo>
                  <a:pt x="971816" y="78711"/>
                </a:lnTo>
                <a:lnTo>
                  <a:pt x="972378" y="78863"/>
                </a:lnTo>
                <a:lnTo>
                  <a:pt x="972922" y="79015"/>
                </a:lnTo>
                <a:lnTo>
                  <a:pt x="973449" y="79168"/>
                </a:lnTo>
                <a:lnTo>
                  <a:pt x="973958" y="79322"/>
                </a:lnTo>
                <a:lnTo>
                  <a:pt x="974449" y="79476"/>
                </a:lnTo>
                <a:lnTo>
                  <a:pt x="974923" y="79631"/>
                </a:lnTo>
                <a:lnTo>
                  <a:pt x="975396" y="79787"/>
                </a:lnTo>
                <a:lnTo>
                  <a:pt x="975856" y="79945"/>
                </a:lnTo>
                <a:lnTo>
                  <a:pt x="976305" y="80106"/>
                </a:lnTo>
                <a:lnTo>
                  <a:pt x="976741" y="80269"/>
                </a:lnTo>
                <a:lnTo>
                  <a:pt x="977164" y="80435"/>
                </a:lnTo>
                <a:lnTo>
                  <a:pt x="977575" y="80603"/>
                </a:lnTo>
                <a:lnTo>
                  <a:pt x="977974" y="80773"/>
                </a:lnTo>
                <a:lnTo>
                  <a:pt x="978361" y="80946"/>
                </a:lnTo>
                <a:lnTo>
                  <a:pt x="978735" y="81121"/>
                </a:lnTo>
                <a:lnTo>
                  <a:pt x="979097" y="81298"/>
                </a:lnTo>
                <a:lnTo>
                  <a:pt x="979446" y="81477"/>
                </a:lnTo>
                <a:lnTo>
                  <a:pt x="979784" y="81659"/>
                </a:lnTo>
                <a:lnTo>
                  <a:pt x="980109" y="81844"/>
                </a:lnTo>
                <a:lnTo>
                  <a:pt x="980421" y="82030"/>
                </a:lnTo>
                <a:lnTo>
                  <a:pt x="980722" y="82219"/>
                </a:lnTo>
                <a:lnTo>
                  <a:pt x="981009" y="82411"/>
                </a:lnTo>
                <a:lnTo>
                  <a:pt x="981285" y="82605"/>
                </a:lnTo>
                <a:lnTo>
                  <a:pt x="981548" y="82801"/>
                </a:lnTo>
                <a:lnTo>
                  <a:pt x="981799" y="82999"/>
                </a:lnTo>
                <a:lnTo>
                  <a:pt x="982038" y="83200"/>
                </a:lnTo>
                <a:lnTo>
                  <a:pt x="982264" y="83403"/>
                </a:lnTo>
                <a:lnTo>
                  <a:pt x="982478" y="83608"/>
                </a:lnTo>
                <a:lnTo>
                  <a:pt x="982680" y="83816"/>
                </a:lnTo>
                <a:lnTo>
                  <a:pt x="982869" y="84026"/>
                </a:lnTo>
                <a:lnTo>
                  <a:pt x="983049" y="84240"/>
                </a:lnTo>
                <a:lnTo>
                  <a:pt x="983220" y="84458"/>
                </a:lnTo>
                <a:lnTo>
                  <a:pt x="983384" y="84682"/>
                </a:lnTo>
                <a:lnTo>
                  <a:pt x="983541" y="84909"/>
                </a:lnTo>
                <a:lnTo>
                  <a:pt x="983690" y="85142"/>
                </a:lnTo>
                <a:lnTo>
                  <a:pt x="983831" y="85379"/>
                </a:lnTo>
                <a:lnTo>
                  <a:pt x="983964" y="85621"/>
                </a:lnTo>
                <a:lnTo>
                  <a:pt x="984090" y="85867"/>
                </a:lnTo>
                <a:lnTo>
                  <a:pt x="984209" y="86119"/>
                </a:lnTo>
                <a:lnTo>
                  <a:pt x="984319" y="86375"/>
                </a:lnTo>
                <a:lnTo>
                  <a:pt x="984422" y="86635"/>
                </a:lnTo>
                <a:lnTo>
                  <a:pt x="984518" y="86901"/>
                </a:lnTo>
                <a:lnTo>
                  <a:pt x="984605" y="87171"/>
                </a:lnTo>
                <a:lnTo>
                  <a:pt x="984685" y="87445"/>
                </a:lnTo>
                <a:lnTo>
                  <a:pt x="984758" y="87725"/>
                </a:lnTo>
                <a:lnTo>
                  <a:pt x="984823" y="88009"/>
                </a:lnTo>
                <a:lnTo>
                  <a:pt x="984880" y="88298"/>
                </a:lnTo>
                <a:lnTo>
                  <a:pt x="984930" y="88591"/>
                </a:lnTo>
                <a:lnTo>
                  <a:pt x="984972" y="88889"/>
                </a:lnTo>
                <a:lnTo>
                  <a:pt x="985006" y="89192"/>
                </a:lnTo>
                <a:lnTo>
                  <a:pt x="985033" y="89500"/>
                </a:lnTo>
                <a:lnTo>
                  <a:pt x="985052" y="89812"/>
                </a:lnTo>
                <a:lnTo>
                  <a:pt x="985063" y="90129"/>
                </a:lnTo>
                <a:lnTo>
                  <a:pt x="985067" y="90451"/>
                </a:lnTo>
                <a:lnTo>
                  <a:pt x="985058" y="90940"/>
                </a:lnTo>
                <a:lnTo>
                  <a:pt x="985030" y="91422"/>
                </a:lnTo>
                <a:lnTo>
                  <a:pt x="984983" y="91896"/>
                </a:lnTo>
                <a:lnTo>
                  <a:pt x="984917" y="92362"/>
                </a:lnTo>
                <a:lnTo>
                  <a:pt x="984832" y="92821"/>
                </a:lnTo>
                <a:lnTo>
                  <a:pt x="984729" y="93272"/>
                </a:lnTo>
                <a:lnTo>
                  <a:pt x="984607" y="93716"/>
                </a:lnTo>
                <a:lnTo>
                  <a:pt x="984466" y="94152"/>
                </a:lnTo>
                <a:lnTo>
                  <a:pt x="984306" y="94580"/>
                </a:lnTo>
                <a:lnTo>
                  <a:pt x="984128" y="95000"/>
                </a:lnTo>
                <a:lnTo>
                  <a:pt x="983931" y="95413"/>
                </a:lnTo>
                <a:lnTo>
                  <a:pt x="983715" y="95819"/>
                </a:lnTo>
                <a:lnTo>
                  <a:pt x="983480" y="96217"/>
                </a:lnTo>
                <a:lnTo>
                  <a:pt x="983226" y="96607"/>
                </a:lnTo>
                <a:lnTo>
                  <a:pt x="982954" y="96989"/>
                </a:lnTo>
                <a:lnTo>
                  <a:pt x="982663" y="97364"/>
                </a:lnTo>
                <a:lnTo>
                  <a:pt x="982353" y="97731"/>
                </a:lnTo>
                <a:lnTo>
                  <a:pt x="982024" y="98091"/>
                </a:lnTo>
                <a:lnTo>
                  <a:pt x="981676" y="98443"/>
                </a:lnTo>
                <a:lnTo>
                  <a:pt x="981310" y="98787"/>
                </a:lnTo>
                <a:lnTo>
                  <a:pt x="980925" y="99124"/>
                </a:lnTo>
                <a:lnTo>
                  <a:pt x="980521" y="99453"/>
                </a:lnTo>
                <a:lnTo>
                  <a:pt x="980098" y="99774"/>
                </a:lnTo>
                <a:lnTo>
                  <a:pt x="979657" y="100088"/>
                </a:lnTo>
                <a:lnTo>
                  <a:pt x="979211" y="100377"/>
                </a:lnTo>
                <a:lnTo>
                  <a:pt x="978748" y="100655"/>
                </a:lnTo>
                <a:lnTo>
                  <a:pt x="978267" y="100920"/>
                </a:lnTo>
                <a:lnTo>
                  <a:pt x="977769" y="101173"/>
                </a:lnTo>
                <a:lnTo>
                  <a:pt x="977253" y="101413"/>
                </a:lnTo>
                <a:lnTo>
                  <a:pt x="976719" y="101641"/>
                </a:lnTo>
                <a:lnTo>
                  <a:pt x="976168" y="101857"/>
                </a:lnTo>
                <a:lnTo>
                  <a:pt x="975599" y="102060"/>
                </a:lnTo>
                <a:lnTo>
                  <a:pt x="975013" y="102251"/>
                </a:lnTo>
                <a:lnTo>
                  <a:pt x="974409" y="102430"/>
                </a:lnTo>
                <a:lnTo>
                  <a:pt x="973787" y="102596"/>
                </a:lnTo>
                <a:lnTo>
                  <a:pt x="973148" y="102751"/>
                </a:lnTo>
                <a:lnTo>
                  <a:pt x="972491" y="102892"/>
                </a:lnTo>
                <a:lnTo>
                  <a:pt x="971816" y="103022"/>
                </a:lnTo>
                <a:lnTo>
                  <a:pt x="971124" y="103139"/>
                </a:lnTo>
                <a:lnTo>
                  <a:pt x="970415" y="103244"/>
                </a:lnTo>
                <a:lnTo>
                  <a:pt x="969687" y="103336"/>
                </a:lnTo>
                <a:lnTo>
                  <a:pt x="968942" y="103416"/>
                </a:lnTo>
                <a:lnTo>
                  <a:pt x="968180" y="103484"/>
                </a:lnTo>
                <a:lnTo>
                  <a:pt x="967400" y="103540"/>
                </a:lnTo>
                <a:lnTo>
                  <a:pt x="966602" y="103583"/>
                </a:lnTo>
                <a:lnTo>
                  <a:pt x="965786" y="103614"/>
                </a:lnTo>
                <a:lnTo>
                  <a:pt x="964953" y="103632"/>
                </a:lnTo>
                <a:lnTo>
                  <a:pt x="964103" y="103638"/>
                </a:lnTo>
                <a:lnTo>
                  <a:pt x="963154" y="103631"/>
                </a:lnTo>
                <a:lnTo>
                  <a:pt x="962223" y="103611"/>
                </a:lnTo>
                <a:lnTo>
                  <a:pt x="961310" y="103577"/>
                </a:lnTo>
                <a:lnTo>
                  <a:pt x="960416" y="103530"/>
                </a:lnTo>
                <a:lnTo>
                  <a:pt x="959540" y="103469"/>
                </a:lnTo>
                <a:lnTo>
                  <a:pt x="958682" y="103395"/>
                </a:lnTo>
                <a:lnTo>
                  <a:pt x="957842" y="103307"/>
                </a:lnTo>
                <a:lnTo>
                  <a:pt x="957021" y="103206"/>
                </a:lnTo>
                <a:lnTo>
                  <a:pt x="956217" y="103091"/>
                </a:lnTo>
                <a:lnTo>
                  <a:pt x="955432" y="102963"/>
                </a:lnTo>
                <a:lnTo>
                  <a:pt x="954665" y="102821"/>
                </a:lnTo>
                <a:lnTo>
                  <a:pt x="953916" y="102666"/>
                </a:lnTo>
                <a:lnTo>
                  <a:pt x="953186" y="102497"/>
                </a:lnTo>
                <a:lnTo>
                  <a:pt x="952474" y="102315"/>
                </a:lnTo>
                <a:lnTo>
                  <a:pt x="951779" y="102119"/>
                </a:lnTo>
                <a:lnTo>
                  <a:pt x="951103" y="101910"/>
                </a:lnTo>
                <a:lnTo>
                  <a:pt x="950446" y="101687"/>
                </a:lnTo>
                <a:lnTo>
                  <a:pt x="949806" y="101451"/>
                </a:lnTo>
                <a:lnTo>
                  <a:pt x="949185" y="101201"/>
                </a:lnTo>
                <a:lnTo>
                  <a:pt x="948581" y="100938"/>
                </a:lnTo>
                <a:lnTo>
                  <a:pt x="947996" y="100661"/>
                </a:lnTo>
                <a:lnTo>
                  <a:pt x="947430" y="100371"/>
                </a:lnTo>
                <a:lnTo>
                  <a:pt x="946881" y="100067"/>
                </a:lnTo>
                <a:lnTo>
                  <a:pt x="946351" y="99750"/>
                </a:lnTo>
                <a:lnTo>
                  <a:pt x="945854" y="99406"/>
                </a:lnTo>
                <a:lnTo>
                  <a:pt x="945379" y="99052"/>
                </a:lnTo>
                <a:lnTo>
                  <a:pt x="944924" y="98688"/>
                </a:lnTo>
                <a:lnTo>
                  <a:pt x="944491" y="98313"/>
                </a:lnTo>
                <a:lnTo>
                  <a:pt x="944079" y="97927"/>
                </a:lnTo>
                <a:lnTo>
                  <a:pt x="943688" y="97531"/>
                </a:lnTo>
                <a:lnTo>
                  <a:pt x="943318" y="97124"/>
                </a:lnTo>
                <a:lnTo>
                  <a:pt x="942969" y="96706"/>
                </a:lnTo>
                <a:lnTo>
                  <a:pt x="942642" y="96278"/>
                </a:lnTo>
                <a:lnTo>
                  <a:pt x="942335" y="95840"/>
                </a:lnTo>
                <a:lnTo>
                  <a:pt x="942050" y="95391"/>
                </a:lnTo>
                <a:lnTo>
                  <a:pt x="941786" y="94931"/>
                </a:lnTo>
                <a:lnTo>
                  <a:pt x="941543" y="94461"/>
                </a:lnTo>
                <a:lnTo>
                  <a:pt x="941321" y="93980"/>
                </a:lnTo>
                <a:lnTo>
                  <a:pt x="941120" y="93489"/>
                </a:lnTo>
                <a:lnTo>
                  <a:pt x="940941" y="92987"/>
                </a:lnTo>
                <a:lnTo>
                  <a:pt x="940782" y="92474"/>
                </a:lnTo>
                <a:lnTo>
                  <a:pt x="940645" y="91951"/>
                </a:lnTo>
                <a:lnTo>
                  <a:pt x="940528" y="91418"/>
                </a:lnTo>
                <a:lnTo>
                  <a:pt x="940433" y="90874"/>
                </a:lnTo>
                <a:lnTo>
                  <a:pt x="940359" y="90319"/>
                </a:lnTo>
                <a:lnTo>
                  <a:pt x="940307" y="89754"/>
                </a:lnTo>
                <a:lnTo>
                  <a:pt x="940275" y="89178"/>
                </a:lnTo>
                <a:lnTo>
                  <a:pt x="940264" y="88591"/>
                </a:lnTo>
                <a:lnTo>
                  <a:pt x="940264" y="86901"/>
                </a:lnTo>
                <a:lnTo>
                  <a:pt x="925725" y="86901"/>
                </a:lnTo>
                <a:lnTo>
                  <a:pt x="925711" y="86999"/>
                </a:lnTo>
                <a:lnTo>
                  <a:pt x="925697" y="87097"/>
                </a:lnTo>
                <a:lnTo>
                  <a:pt x="925685" y="87194"/>
                </a:lnTo>
                <a:lnTo>
                  <a:pt x="925673" y="87290"/>
                </a:lnTo>
                <a:lnTo>
                  <a:pt x="925661" y="87386"/>
                </a:lnTo>
                <a:lnTo>
                  <a:pt x="925650" y="87482"/>
                </a:lnTo>
                <a:lnTo>
                  <a:pt x="925640" y="87576"/>
                </a:lnTo>
                <a:lnTo>
                  <a:pt x="925631" y="87671"/>
                </a:lnTo>
                <a:lnTo>
                  <a:pt x="925621" y="87764"/>
                </a:lnTo>
                <a:lnTo>
                  <a:pt x="925613" y="87857"/>
                </a:lnTo>
                <a:lnTo>
                  <a:pt x="925605" y="87950"/>
                </a:lnTo>
                <a:lnTo>
                  <a:pt x="925598" y="88042"/>
                </a:lnTo>
                <a:lnTo>
                  <a:pt x="925591" y="88133"/>
                </a:lnTo>
                <a:lnTo>
                  <a:pt x="925585" y="88224"/>
                </a:lnTo>
                <a:lnTo>
                  <a:pt x="925579" y="88314"/>
                </a:lnTo>
                <a:lnTo>
                  <a:pt x="925574" y="88403"/>
                </a:lnTo>
                <a:lnTo>
                  <a:pt x="925570" y="88492"/>
                </a:lnTo>
                <a:lnTo>
                  <a:pt x="925566" y="88581"/>
                </a:lnTo>
                <a:lnTo>
                  <a:pt x="925563" y="88668"/>
                </a:lnTo>
                <a:lnTo>
                  <a:pt x="925560" y="88756"/>
                </a:lnTo>
                <a:lnTo>
                  <a:pt x="925558" y="88842"/>
                </a:lnTo>
                <a:lnTo>
                  <a:pt x="925557" y="88928"/>
                </a:lnTo>
                <a:lnTo>
                  <a:pt x="925556" y="89014"/>
                </a:lnTo>
                <a:lnTo>
                  <a:pt x="925555" y="89098"/>
                </a:lnTo>
                <a:lnTo>
                  <a:pt x="925555" y="89182"/>
                </a:lnTo>
                <a:lnTo>
                  <a:pt x="925555" y="89264"/>
                </a:lnTo>
                <a:lnTo>
                  <a:pt x="925555" y="89344"/>
                </a:lnTo>
                <a:lnTo>
                  <a:pt x="925555" y="89422"/>
                </a:lnTo>
                <a:lnTo>
                  <a:pt x="925555" y="89499"/>
                </a:lnTo>
                <a:lnTo>
                  <a:pt x="925555" y="89574"/>
                </a:lnTo>
                <a:lnTo>
                  <a:pt x="925555" y="89647"/>
                </a:lnTo>
                <a:lnTo>
                  <a:pt x="925555" y="89718"/>
                </a:lnTo>
                <a:lnTo>
                  <a:pt x="925555" y="89788"/>
                </a:lnTo>
                <a:lnTo>
                  <a:pt x="925555" y="89856"/>
                </a:lnTo>
                <a:lnTo>
                  <a:pt x="925555" y="89922"/>
                </a:lnTo>
                <a:lnTo>
                  <a:pt x="925555" y="89986"/>
                </a:lnTo>
                <a:lnTo>
                  <a:pt x="925555" y="90049"/>
                </a:lnTo>
                <a:lnTo>
                  <a:pt x="925555" y="90109"/>
                </a:lnTo>
                <a:lnTo>
                  <a:pt x="925555" y="90168"/>
                </a:lnTo>
                <a:lnTo>
                  <a:pt x="925555" y="90225"/>
                </a:lnTo>
                <a:lnTo>
                  <a:pt x="925555" y="90281"/>
                </a:lnTo>
                <a:lnTo>
                  <a:pt x="925555" y="90335"/>
                </a:lnTo>
                <a:lnTo>
                  <a:pt x="925555" y="90387"/>
                </a:lnTo>
                <a:lnTo>
                  <a:pt x="925555" y="90437"/>
                </a:lnTo>
                <a:lnTo>
                  <a:pt x="925555" y="90485"/>
                </a:lnTo>
                <a:lnTo>
                  <a:pt x="925555" y="90532"/>
                </a:lnTo>
                <a:lnTo>
                  <a:pt x="925555" y="90577"/>
                </a:lnTo>
                <a:lnTo>
                  <a:pt x="925555" y="90620"/>
                </a:lnTo>
                <a:lnTo>
                  <a:pt x="925563" y="91265"/>
                </a:lnTo>
                <a:lnTo>
                  <a:pt x="925587" y="91902"/>
                </a:lnTo>
                <a:lnTo>
                  <a:pt x="925627" y="92533"/>
                </a:lnTo>
                <a:lnTo>
                  <a:pt x="925682" y="93156"/>
                </a:lnTo>
                <a:lnTo>
                  <a:pt x="925754" y="93772"/>
                </a:lnTo>
                <a:lnTo>
                  <a:pt x="925841" y="94382"/>
                </a:lnTo>
                <a:lnTo>
                  <a:pt x="925944" y="94984"/>
                </a:lnTo>
                <a:lnTo>
                  <a:pt x="926063" y="95579"/>
                </a:lnTo>
                <a:lnTo>
                  <a:pt x="926197" y="96167"/>
                </a:lnTo>
                <a:lnTo>
                  <a:pt x="926348" y="96749"/>
                </a:lnTo>
                <a:lnTo>
                  <a:pt x="926514" y="97323"/>
                </a:lnTo>
                <a:lnTo>
                  <a:pt x="926697" y="97890"/>
                </a:lnTo>
                <a:lnTo>
                  <a:pt x="926895" y="98450"/>
                </a:lnTo>
                <a:lnTo>
                  <a:pt x="927109" y="99003"/>
                </a:lnTo>
                <a:lnTo>
                  <a:pt x="927339" y="99549"/>
                </a:lnTo>
                <a:lnTo>
                  <a:pt x="927584" y="100088"/>
                </a:lnTo>
                <a:lnTo>
                  <a:pt x="927846" y="100620"/>
                </a:lnTo>
                <a:lnTo>
                  <a:pt x="928123" y="101144"/>
                </a:lnTo>
                <a:lnTo>
                  <a:pt x="928416" y="101662"/>
                </a:lnTo>
                <a:lnTo>
                  <a:pt x="928725" y="102173"/>
                </a:lnTo>
                <a:lnTo>
                  <a:pt x="929050" y="102677"/>
                </a:lnTo>
                <a:lnTo>
                  <a:pt x="929391" y="103173"/>
                </a:lnTo>
                <a:lnTo>
                  <a:pt x="929748" y="103663"/>
                </a:lnTo>
                <a:lnTo>
                  <a:pt x="930120" y="104145"/>
                </a:lnTo>
                <a:lnTo>
                  <a:pt x="930521" y="104606"/>
                </a:lnTo>
                <a:lnTo>
                  <a:pt x="930933" y="105058"/>
                </a:lnTo>
                <a:lnTo>
                  <a:pt x="931357" y="105501"/>
                </a:lnTo>
                <a:lnTo>
                  <a:pt x="931792" y="105935"/>
                </a:lnTo>
                <a:lnTo>
                  <a:pt x="932239" y="106360"/>
                </a:lnTo>
                <a:lnTo>
                  <a:pt x="932699" y="106776"/>
                </a:lnTo>
                <a:lnTo>
                  <a:pt x="933169" y="107184"/>
                </a:lnTo>
                <a:lnTo>
                  <a:pt x="933652" y="107583"/>
                </a:lnTo>
                <a:lnTo>
                  <a:pt x="934146" y="107973"/>
                </a:lnTo>
                <a:lnTo>
                  <a:pt x="934652" y="108354"/>
                </a:lnTo>
                <a:lnTo>
                  <a:pt x="935170" y="108727"/>
                </a:lnTo>
                <a:lnTo>
                  <a:pt x="935699" y="109091"/>
                </a:lnTo>
                <a:lnTo>
                  <a:pt x="936241" y="109445"/>
                </a:lnTo>
                <a:lnTo>
                  <a:pt x="936794" y="109792"/>
                </a:lnTo>
                <a:lnTo>
                  <a:pt x="937358" y="110129"/>
                </a:lnTo>
                <a:lnTo>
                  <a:pt x="937935" y="110457"/>
                </a:lnTo>
                <a:lnTo>
                  <a:pt x="938523" y="110777"/>
                </a:lnTo>
                <a:lnTo>
                  <a:pt x="939123" y="111088"/>
                </a:lnTo>
                <a:lnTo>
                  <a:pt x="939735" y="111390"/>
                </a:lnTo>
                <a:lnTo>
                  <a:pt x="940358" y="111683"/>
                </a:lnTo>
                <a:lnTo>
                  <a:pt x="940993" y="111967"/>
                </a:lnTo>
                <a:lnTo>
                  <a:pt x="941640" y="112243"/>
                </a:lnTo>
                <a:lnTo>
                  <a:pt x="942299" y="112510"/>
                </a:lnTo>
                <a:lnTo>
                  <a:pt x="942969" y="112768"/>
                </a:lnTo>
                <a:lnTo>
                  <a:pt x="943664" y="113002"/>
                </a:lnTo>
                <a:lnTo>
                  <a:pt x="944366" y="113227"/>
                </a:lnTo>
                <a:lnTo>
                  <a:pt x="945077" y="113441"/>
                </a:lnTo>
                <a:lnTo>
                  <a:pt x="945797" y="113646"/>
                </a:lnTo>
                <a:lnTo>
                  <a:pt x="946524" y="113841"/>
                </a:lnTo>
                <a:lnTo>
                  <a:pt x="947259" y="114025"/>
                </a:lnTo>
                <a:lnTo>
                  <a:pt x="948003" y="114200"/>
                </a:lnTo>
                <a:lnTo>
                  <a:pt x="948755" y="114365"/>
                </a:lnTo>
                <a:lnTo>
                  <a:pt x="949515" y="114519"/>
                </a:lnTo>
                <a:lnTo>
                  <a:pt x="950284" y="114664"/>
                </a:lnTo>
                <a:lnTo>
                  <a:pt x="951060" y="114799"/>
                </a:lnTo>
                <a:lnTo>
                  <a:pt x="951845" y="114923"/>
                </a:lnTo>
                <a:lnTo>
                  <a:pt x="952638" y="115038"/>
                </a:lnTo>
                <a:lnTo>
                  <a:pt x="953440" y="115143"/>
                </a:lnTo>
                <a:lnTo>
                  <a:pt x="954249" y="115238"/>
                </a:lnTo>
                <a:lnTo>
                  <a:pt x="955067" y="115323"/>
                </a:lnTo>
                <a:lnTo>
                  <a:pt x="955893" y="115397"/>
                </a:lnTo>
                <a:lnTo>
                  <a:pt x="956727" y="115462"/>
                </a:lnTo>
                <a:lnTo>
                  <a:pt x="957570" y="115517"/>
                </a:lnTo>
                <a:lnTo>
                  <a:pt x="958420" y="115562"/>
                </a:lnTo>
                <a:lnTo>
                  <a:pt x="959279" y="115597"/>
                </a:lnTo>
                <a:lnTo>
                  <a:pt x="960146" y="115622"/>
                </a:lnTo>
                <a:lnTo>
                  <a:pt x="961021" y="115637"/>
                </a:lnTo>
                <a:lnTo>
                  <a:pt x="961905" y="115642"/>
                </a:lnTo>
                <a:lnTo>
                  <a:pt x="962913" y="115637"/>
                </a:lnTo>
                <a:lnTo>
                  <a:pt x="963909" y="115622"/>
                </a:lnTo>
                <a:lnTo>
                  <a:pt x="964893" y="115597"/>
                </a:lnTo>
                <a:lnTo>
                  <a:pt x="965864" y="115562"/>
                </a:lnTo>
                <a:close/>
                <a:moveTo>
                  <a:pt x="653687" y="115595"/>
                </a:moveTo>
                <a:lnTo>
                  <a:pt x="654215" y="115569"/>
                </a:lnTo>
                <a:lnTo>
                  <a:pt x="654739" y="115536"/>
                </a:lnTo>
                <a:lnTo>
                  <a:pt x="655258" y="115498"/>
                </a:lnTo>
                <a:lnTo>
                  <a:pt x="655772" y="115454"/>
                </a:lnTo>
                <a:lnTo>
                  <a:pt x="656282" y="115404"/>
                </a:lnTo>
                <a:lnTo>
                  <a:pt x="656786" y="115348"/>
                </a:lnTo>
                <a:lnTo>
                  <a:pt x="657287" y="115287"/>
                </a:lnTo>
                <a:lnTo>
                  <a:pt x="657782" y="115219"/>
                </a:lnTo>
                <a:lnTo>
                  <a:pt x="658273" y="115146"/>
                </a:lnTo>
                <a:lnTo>
                  <a:pt x="658759" y="115067"/>
                </a:lnTo>
                <a:lnTo>
                  <a:pt x="659240" y="114982"/>
                </a:lnTo>
                <a:lnTo>
                  <a:pt x="659717" y="114891"/>
                </a:lnTo>
                <a:lnTo>
                  <a:pt x="660189" y="114794"/>
                </a:lnTo>
                <a:lnTo>
                  <a:pt x="660656" y="114691"/>
                </a:lnTo>
                <a:lnTo>
                  <a:pt x="661119" y="114582"/>
                </a:lnTo>
                <a:lnTo>
                  <a:pt x="661577" y="114468"/>
                </a:lnTo>
                <a:lnTo>
                  <a:pt x="662030" y="114348"/>
                </a:lnTo>
                <a:lnTo>
                  <a:pt x="662478" y="114221"/>
                </a:lnTo>
                <a:lnTo>
                  <a:pt x="662922" y="114089"/>
                </a:lnTo>
                <a:lnTo>
                  <a:pt x="663361" y="113951"/>
                </a:lnTo>
                <a:lnTo>
                  <a:pt x="663796" y="113822"/>
                </a:lnTo>
                <a:lnTo>
                  <a:pt x="664225" y="113687"/>
                </a:lnTo>
                <a:lnTo>
                  <a:pt x="664650" y="113547"/>
                </a:lnTo>
                <a:lnTo>
                  <a:pt x="665071" y="113402"/>
                </a:lnTo>
                <a:lnTo>
                  <a:pt x="665486" y="113251"/>
                </a:lnTo>
                <a:lnTo>
                  <a:pt x="665897" y="113095"/>
                </a:lnTo>
                <a:lnTo>
                  <a:pt x="666304" y="112934"/>
                </a:lnTo>
                <a:lnTo>
                  <a:pt x="666705" y="112768"/>
                </a:lnTo>
                <a:lnTo>
                  <a:pt x="667102" y="112596"/>
                </a:lnTo>
                <a:lnTo>
                  <a:pt x="667494" y="112419"/>
                </a:lnTo>
                <a:lnTo>
                  <a:pt x="667882" y="112237"/>
                </a:lnTo>
                <a:lnTo>
                  <a:pt x="668264" y="112049"/>
                </a:lnTo>
                <a:lnTo>
                  <a:pt x="668642" y="111856"/>
                </a:lnTo>
                <a:lnTo>
                  <a:pt x="669016" y="111658"/>
                </a:lnTo>
                <a:lnTo>
                  <a:pt x="669384" y="111455"/>
                </a:lnTo>
                <a:lnTo>
                  <a:pt x="669748" y="111246"/>
                </a:lnTo>
                <a:lnTo>
                  <a:pt x="670108" y="111032"/>
                </a:lnTo>
                <a:lnTo>
                  <a:pt x="670462" y="110813"/>
                </a:lnTo>
                <a:lnTo>
                  <a:pt x="670812" y="110588"/>
                </a:lnTo>
                <a:lnTo>
                  <a:pt x="671157" y="110359"/>
                </a:lnTo>
                <a:lnTo>
                  <a:pt x="671498" y="110123"/>
                </a:lnTo>
                <a:lnTo>
                  <a:pt x="671833" y="109883"/>
                </a:lnTo>
                <a:lnTo>
                  <a:pt x="672165" y="109637"/>
                </a:lnTo>
                <a:lnTo>
                  <a:pt x="672491" y="109386"/>
                </a:lnTo>
                <a:lnTo>
                  <a:pt x="672813" y="109116"/>
                </a:lnTo>
                <a:lnTo>
                  <a:pt x="673130" y="108842"/>
                </a:lnTo>
                <a:lnTo>
                  <a:pt x="673442" y="108562"/>
                </a:lnTo>
                <a:lnTo>
                  <a:pt x="673750" y="108278"/>
                </a:lnTo>
                <a:lnTo>
                  <a:pt x="674052" y="107989"/>
                </a:lnTo>
                <a:lnTo>
                  <a:pt x="674351" y="107696"/>
                </a:lnTo>
                <a:lnTo>
                  <a:pt x="674644" y="107398"/>
                </a:lnTo>
                <a:lnTo>
                  <a:pt x="674933" y="107095"/>
                </a:lnTo>
                <a:lnTo>
                  <a:pt x="675217" y="106787"/>
                </a:lnTo>
                <a:lnTo>
                  <a:pt x="675497" y="106475"/>
                </a:lnTo>
                <a:lnTo>
                  <a:pt x="675771" y="106158"/>
                </a:lnTo>
                <a:lnTo>
                  <a:pt x="676041" y="105836"/>
                </a:lnTo>
                <a:lnTo>
                  <a:pt x="676307" y="105510"/>
                </a:lnTo>
                <a:lnTo>
                  <a:pt x="676567" y="105179"/>
                </a:lnTo>
                <a:lnTo>
                  <a:pt x="676823" y="104843"/>
                </a:lnTo>
                <a:lnTo>
                  <a:pt x="677075" y="104502"/>
                </a:lnTo>
                <a:lnTo>
                  <a:pt x="677321" y="104157"/>
                </a:lnTo>
                <a:lnTo>
                  <a:pt x="677563" y="103807"/>
                </a:lnTo>
                <a:lnTo>
                  <a:pt x="677800" y="103453"/>
                </a:lnTo>
                <a:lnTo>
                  <a:pt x="678033" y="103093"/>
                </a:lnTo>
                <a:lnTo>
                  <a:pt x="678260" y="102729"/>
                </a:lnTo>
                <a:lnTo>
                  <a:pt x="678483" y="102361"/>
                </a:lnTo>
                <a:lnTo>
                  <a:pt x="678702" y="101987"/>
                </a:lnTo>
                <a:lnTo>
                  <a:pt x="678915" y="101609"/>
                </a:lnTo>
                <a:lnTo>
                  <a:pt x="678945" y="101946"/>
                </a:lnTo>
                <a:lnTo>
                  <a:pt x="678977" y="102280"/>
                </a:lnTo>
                <a:lnTo>
                  <a:pt x="679011" y="102611"/>
                </a:lnTo>
                <a:lnTo>
                  <a:pt x="679047" y="102938"/>
                </a:lnTo>
                <a:lnTo>
                  <a:pt x="679086" y="103263"/>
                </a:lnTo>
                <a:lnTo>
                  <a:pt x="679127" y="103585"/>
                </a:lnTo>
                <a:lnTo>
                  <a:pt x="679170" y="103904"/>
                </a:lnTo>
                <a:lnTo>
                  <a:pt x="679216" y="104221"/>
                </a:lnTo>
                <a:lnTo>
                  <a:pt x="679264" y="104534"/>
                </a:lnTo>
                <a:lnTo>
                  <a:pt x="679315" y="104844"/>
                </a:lnTo>
                <a:lnTo>
                  <a:pt x="679368" y="105151"/>
                </a:lnTo>
                <a:lnTo>
                  <a:pt x="679423" y="105456"/>
                </a:lnTo>
                <a:lnTo>
                  <a:pt x="679480" y="105757"/>
                </a:lnTo>
                <a:lnTo>
                  <a:pt x="679540" y="106056"/>
                </a:lnTo>
                <a:lnTo>
                  <a:pt x="679602" y="106351"/>
                </a:lnTo>
                <a:lnTo>
                  <a:pt x="679667" y="106644"/>
                </a:lnTo>
                <a:lnTo>
                  <a:pt x="679734" y="106934"/>
                </a:lnTo>
                <a:lnTo>
                  <a:pt x="679803" y="107220"/>
                </a:lnTo>
                <a:lnTo>
                  <a:pt x="679875" y="107504"/>
                </a:lnTo>
                <a:lnTo>
                  <a:pt x="679949" y="107785"/>
                </a:lnTo>
                <a:lnTo>
                  <a:pt x="680025" y="108063"/>
                </a:lnTo>
                <a:lnTo>
                  <a:pt x="680104" y="108338"/>
                </a:lnTo>
                <a:lnTo>
                  <a:pt x="680185" y="108610"/>
                </a:lnTo>
                <a:lnTo>
                  <a:pt x="680268" y="108879"/>
                </a:lnTo>
                <a:lnTo>
                  <a:pt x="680370" y="109145"/>
                </a:lnTo>
                <a:lnTo>
                  <a:pt x="680478" y="109405"/>
                </a:lnTo>
                <a:lnTo>
                  <a:pt x="680593" y="109661"/>
                </a:lnTo>
                <a:lnTo>
                  <a:pt x="680714" y="109912"/>
                </a:lnTo>
                <a:lnTo>
                  <a:pt x="680842" y="110159"/>
                </a:lnTo>
                <a:lnTo>
                  <a:pt x="680976" y="110401"/>
                </a:lnTo>
                <a:lnTo>
                  <a:pt x="681117" y="110638"/>
                </a:lnTo>
                <a:lnTo>
                  <a:pt x="681264" y="110870"/>
                </a:lnTo>
                <a:lnTo>
                  <a:pt x="681417" y="111098"/>
                </a:lnTo>
                <a:lnTo>
                  <a:pt x="681577" y="111321"/>
                </a:lnTo>
                <a:lnTo>
                  <a:pt x="681744" y="111540"/>
                </a:lnTo>
                <a:lnTo>
                  <a:pt x="681916" y="111753"/>
                </a:lnTo>
                <a:lnTo>
                  <a:pt x="682096" y="111962"/>
                </a:lnTo>
                <a:lnTo>
                  <a:pt x="682282" y="112167"/>
                </a:lnTo>
                <a:lnTo>
                  <a:pt x="682474" y="112366"/>
                </a:lnTo>
                <a:lnTo>
                  <a:pt x="682673" y="112561"/>
                </a:lnTo>
                <a:lnTo>
                  <a:pt x="682878" y="112751"/>
                </a:lnTo>
                <a:lnTo>
                  <a:pt x="683089" y="112937"/>
                </a:lnTo>
                <a:lnTo>
                  <a:pt x="683307" y="113118"/>
                </a:lnTo>
                <a:lnTo>
                  <a:pt x="683532" y="113294"/>
                </a:lnTo>
                <a:lnTo>
                  <a:pt x="683763" y="113465"/>
                </a:lnTo>
                <a:lnTo>
                  <a:pt x="684000" y="113632"/>
                </a:lnTo>
                <a:lnTo>
                  <a:pt x="684244" y="113794"/>
                </a:lnTo>
                <a:lnTo>
                  <a:pt x="684495" y="113951"/>
                </a:lnTo>
                <a:lnTo>
                  <a:pt x="684767" y="114089"/>
                </a:lnTo>
                <a:lnTo>
                  <a:pt x="685050" y="114221"/>
                </a:lnTo>
                <a:lnTo>
                  <a:pt x="685343" y="114348"/>
                </a:lnTo>
                <a:lnTo>
                  <a:pt x="685645" y="114468"/>
                </a:lnTo>
                <a:lnTo>
                  <a:pt x="685958" y="114582"/>
                </a:lnTo>
                <a:lnTo>
                  <a:pt x="686281" y="114691"/>
                </a:lnTo>
                <a:lnTo>
                  <a:pt x="686613" y="114794"/>
                </a:lnTo>
                <a:lnTo>
                  <a:pt x="686956" y="114891"/>
                </a:lnTo>
                <a:lnTo>
                  <a:pt x="687308" y="114982"/>
                </a:lnTo>
                <a:lnTo>
                  <a:pt x="687671" y="115067"/>
                </a:lnTo>
                <a:lnTo>
                  <a:pt x="688043" y="115146"/>
                </a:lnTo>
                <a:lnTo>
                  <a:pt x="688426" y="115219"/>
                </a:lnTo>
                <a:lnTo>
                  <a:pt x="688818" y="115287"/>
                </a:lnTo>
                <a:lnTo>
                  <a:pt x="689220" y="115348"/>
                </a:lnTo>
                <a:lnTo>
                  <a:pt x="689633" y="115404"/>
                </a:lnTo>
                <a:lnTo>
                  <a:pt x="690055" y="115454"/>
                </a:lnTo>
                <a:lnTo>
                  <a:pt x="690488" y="115498"/>
                </a:lnTo>
                <a:lnTo>
                  <a:pt x="690930" y="115536"/>
                </a:lnTo>
                <a:lnTo>
                  <a:pt x="691382" y="115569"/>
                </a:lnTo>
                <a:lnTo>
                  <a:pt x="691844" y="115595"/>
                </a:lnTo>
                <a:lnTo>
                  <a:pt x="692317" y="115615"/>
                </a:lnTo>
                <a:lnTo>
                  <a:pt x="692799" y="115630"/>
                </a:lnTo>
                <a:lnTo>
                  <a:pt x="693291" y="115639"/>
                </a:lnTo>
                <a:lnTo>
                  <a:pt x="693793" y="115642"/>
                </a:lnTo>
                <a:lnTo>
                  <a:pt x="694075" y="115640"/>
                </a:lnTo>
                <a:lnTo>
                  <a:pt x="694356" y="115636"/>
                </a:lnTo>
                <a:lnTo>
                  <a:pt x="694636" y="115629"/>
                </a:lnTo>
                <a:lnTo>
                  <a:pt x="694916" y="115618"/>
                </a:lnTo>
                <a:lnTo>
                  <a:pt x="695195" y="115605"/>
                </a:lnTo>
                <a:lnTo>
                  <a:pt x="695474" y="115589"/>
                </a:lnTo>
                <a:lnTo>
                  <a:pt x="695752" y="115570"/>
                </a:lnTo>
                <a:lnTo>
                  <a:pt x="696029" y="115548"/>
                </a:lnTo>
                <a:lnTo>
                  <a:pt x="696306" y="115523"/>
                </a:lnTo>
                <a:lnTo>
                  <a:pt x="696582" y="115495"/>
                </a:lnTo>
                <a:lnTo>
                  <a:pt x="696857" y="115464"/>
                </a:lnTo>
                <a:lnTo>
                  <a:pt x="697133" y="115431"/>
                </a:lnTo>
                <a:lnTo>
                  <a:pt x="697407" y="115394"/>
                </a:lnTo>
                <a:lnTo>
                  <a:pt x="697681" y="115354"/>
                </a:lnTo>
                <a:lnTo>
                  <a:pt x="697954" y="115312"/>
                </a:lnTo>
                <a:lnTo>
                  <a:pt x="698227" y="115266"/>
                </a:lnTo>
                <a:lnTo>
                  <a:pt x="698499" y="115218"/>
                </a:lnTo>
                <a:lnTo>
                  <a:pt x="698770" y="115166"/>
                </a:lnTo>
                <a:lnTo>
                  <a:pt x="699041" y="115112"/>
                </a:lnTo>
                <a:lnTo>
                  <a:pt x="699312" y="115055"/>
                </a:lnTo>
                <a:lnTo>
                  <a:pt x="699581" y="114995"/>
                </a:lnTo>
                <a:lnTo>
                  <a:pt x="699850" y="114932"/>
                </a:lnTo>
                <a:lnTo>
                  <a:pt x="700119" y="114866"/>
                </a:lnTo>
                <a:lnTo>
                  <a:pt x="700387" y="114797"/>
                </a:lnTo>
                <a:lnTo>
                  <a:pt x="700667" y="114725"/>
                </a:lnTo>
                <a:lnTo>
                  <a:pt x="700942" y="114651"/>
                </a:lnTo>
                <a:lnTo>
                  <a:pt x="701214" y="114575"/>
                </a:lnTo>
                <a:lnTo>
                  <a:pt x="701481" y="114496"/>
                </a:lnTo>
                <a:lnTo>
                  <a:pt x="701745" y="114415"/>
                </a:lnTo>
                <a:lnTo>
                  <a:pt x="702004" y="114332"/>
                </a:lnTo>
                <a:lnTo>
                  <a:pt x="702259" y="114246"/>
                </a:lnTo>
                <a:lnTo>
                  <a:pt x="702510" y="114158"/>
                </a:lnTo>
                <a:lnTo>
                  <a:pt x="702757" y="114067"/>
                </a:lnTo>
                <a:lnTo>
                  <a:pt x="702999" y="113975"/>
                </a:lnTo>
                <a:lnTo>
                  <a:pt x="703238" y="113880"/>
                </a:lnTo>
                <a:lnTo>
                  <a:pt x="703473" y="113782"/>
                </a:lnTo>
                <a:lnTo>
                  <a:pt x="703703" y="113682"/>
                </a:lnTo>
                <a:lnTo>
                  <a:pt x="703929" y="113580"/>
                </a:lnTo>
                <a:lnTo>
                  <a:pt x="704151" y="113476"/>
                </a:lnTo>
                <a:lnTo>
                  <a:pt x="704370" y="113369"/>
                </a:lnTo>
                <a:lnTo>
                  <a:pt x="704583" y="113260"/>
                </a:lnTo>
                <a:lnTo>
                  <a:pt x="704793" y="113148"/>
                </a:lnTo>
                <a:lnTo>
                  <a:pt x="704999" y="113034"/>
                </a:lnTo>
                <a:lnTo>
                  <a:pt x="705201" y="112918"/>
                </a:lnTo>
                <a:lnTo>
                  <a:pt x="705398" y="112799"/>
                </a:lnTo>
                <a:lnTo>
                  <a:pt x="705592" y="112679"/>
                </a:lnTo>
                <a:lnTo>
                  <a:pt x="705781" y="112555"/>
                </a:lnTo>
                <a:lnTo>
                  <a:pt x="705966" y="112430"/>
                </a:lnTo>
                <a:lnTo>
                  <a:pt x="705966" y="101440"/>
                </a:lnTo>
                <a:lnTo>
                  <a:pt x="705812" y="101551"/>
                </a:lnTo>
                <a:lnTo>
                  <a:pt x="705657" y="101659"/>
                </a:lnTo>
                <a:lnTo>
                  <a:pt x="705504" y="101763"/>
                </a:lnTo>
                <a:lnTo>
                  <a:pt x="705351" y="101863"/>
                </a:lnTo>
                <a:lnTo>
                  <a:pt x="705199" y="101960"/>
                </a:lnTo>
                <a:lnTo>
                  <a:pt x="705047" y="102053"/>
                </a:lnTo>
                <a:lnTo>
                  <a:pt x="704896" y="102143"/>
                </a:lnTo>
                <a:lnTo>
                  <a:pt x="704745" y="102229"/>
                </a:lnTo>
                <a:lnTo>
                  <a:pt x="704595" y="102312"/>
                </a:lnTo>
                <a:lnTo>
                  <a:pt x="704446" y="102391"/>
                </a:lnTo>
                <a:lnTo>
                  <a:pt x="704297" y="102467"/>
                </a:lnTo>
                <a:lnTo>
                  <a:pt x="704149" y="102539"/>
                </a:lnTo>
                <a:lnTo>
                  <a:pt x="704001" y="102608"/>
                </a:lnTo>
                <a:lnTo>
                  <a:pt x="703854" y="102673"/>
                </a:lnTo>
                <a:lnTo>
                  <a:pt x="703708" y="102735"/>
                </a:lnTo>
                <a:lnTo>
                  <a:pt x="703562" y="102793"/>
                </a:lnTo>
                <a:lnTo>
                  <a:pt x="703417" y="102847"/>
                </a:lnTo>
                <a:lnTo>
                  <a:pt x="703272" y="102898"/>
                </a:lnTo>
                <a:lnTo>
                  <a:pt x="703128" y="102946"/>
                </a:lnTo>
                <a:lnTo>
                  <a:pt x="702984" y="102990"/>
                </a:lnTo>
                <a:lnTo>
                  <a:pt x="702841" y="103031"/>
                </a:lnTo>
                <a:lnTo>
                  <a:pt x="702699" y="103068"/>
                </a:lnTo>
                <a:lnTo>
                  <a:pt x="702557" y="103101"/>
                </a:lnTo>
                <a:lnTo>
                  <a:pt x="702416" y="103131"/>
                </a:lnTo>
                <a:lnTo>
                  <a:pt x="702275" y="103159"/>
                </a:lnTo>
                <a:lnTo>
                  <a:pt x="702134" y="103185"/>
                </a:lnTo>
                <a:lnTo>
                  <a:pt x="701993" y="103210"/>
                </a:lnTo>
                <a:lnTo>
                  <a:pt x="701852" y="103234"/>
                </a:lnTo>
                <a:lnTo>
                  <a:pt x="701712" y="103257"/>
                </a:lnTo>
                <a:lnTo>
                  <a:pt x="701571" y="103279"/>
                </a:lnTo>
                <a:lnTo>
                  <a:pt x="701430" y="103299"/>
                </a:lnTo>
                <a:lnTo>
                  <a:pt x="701289" y="103319"/>
                </a:lnTo>
                <a:lnTo>
                  <a:pt x="701148" y="103337"/>
                </a:lnTo>
                <a:lnTo>
                  <a:pt x="701007" y="103354"/>
                </a:lnTo>
                <a:lnTo>
                  <a:pt x="700866" y="103370"/>
                </a:lnTo>
                <a:lnTo>
                  <a:pt x="700725" y="103385"/>
                </a:lnTo>
                <a:lnTo>
                  <a:pt x="700584" y="103398"/>
                </a:lnTo>
                <a:lnTo>
                  <a:pt x="700443" y="103410"/>
                </a:lnTo>
                <a:lnTo>
                  <a:pt x="700303" y="103422"/>
                </a:lnTo>
                <a:lnTo>
                  <a:pt x="700162" y="103432"/>
                </a:lnTo>
                <a:lnTo>
                  <a:pt x="700021" y="103440"/>
                </a:lnTo>
                <a:lnTo>
                  <a:pt x="699880" y="103448"/>
                </a:lnTo>
                <a:lnTo>
                  <a:pt x="699739" y="103454"/>
                </a:lnTo>
                <a:lnTo>
                  <a:pt x="699598" y="103460"/>
                </a:lnTo>
                <a:lnTo>
                  <a:pt x="699457" y="103464"/>
                </a:lnTo>
                <a:lnTo>
                  <a:pt x="699316" y="103467"/>
                </a:lnTo>
                <a:lnTo>
                  <a:pt x="699175" y="103468"/>
                </a:lnTo>
                <a:lnTo>
                  <a:pt x="699034" y="103469"/>
                </a:lnTo>
                <a:lnTo>
                  <a:pt x="698839" y="103467"/>
                </a:lnTo>
                <a:lnTo>
                  <a:pt x="698648" y="103461"/>
                </a:lnTo>
                <a:lnTo>
                  <a:pt x="698461" y="103451"/>
                </a:lnTo>
                <a:lnTo>
                  <a:pt x="698278" y="103436"/>
                </a:lnTo>
                <a:lnTo>
                  <a:pt x="698100" y="103418"/>
                </a:lnTo>
                <a:lnTo>
                  <a:pt x="697925" y="103395"/>
                </a:lnTo>
                <a:lnTo>
                  <a:pt x="697754" y="103368"/>
                </a:lnTo>
                <a:lnTo>
                  <a:pt x="697588" y="103338"/>
                </a:lnTo>
                <a:lnTo>
                  <a:pt x="697426" y="103303"/>
                </a:lnTo>
                <a:lnTo>
                  <a:pt x="697268" y="103264"/>
                </a:lnTo>
                <a:lnTo>
                  <a:pt x="697113" y="103220"/>
                </a:lnTo>
                <a:lnTo>
                  <a:pt x="696963" y="103173"/>
                </a:lnTo>
                <a:lnTo>
                  <a:pt x="696818" y="103122"/>
                </a:lnTo>
                <a:lnTo>
                  <a:pt x="696676" y="103066"/>
                </a:lnTo>
                <a:lnTo>
                  <a:pt x="696538" y="103007"/>
                </a:lnTo>
                <a:lnTo>
                  <a:pt x="696405" y="102943"/>
                </a:lnTo>
                <a:lnTo>
                  <a:pt x="696275" y="102875"/>
                </a:lnTo>
                <a:lnTo>
                  <a:pt x="696150" y="102803"/>
                </a:lnTo>
                <a:lnTo>
                  <a:pt x="696029" y="102727"/>
                </a:lnTo>
                <a:lnTo>
                  <a:pt x="695911" y="102647"/>
                </a:lnTo>
                <a:lnTo>
                  <a:pt x="695798" y="102563"/>
                </a:lnTo>
                <a:lnTo>
                  <a:pt x="695690" y="102475"/>
                </a:lnTo>
                <a:lnTo>
                  <a:pt x="695585" y="102382"/>
                </a:lnTo>
                <a:lnTo>
                  <a:pt x="695484" y="102286"/>
                </a:lnTo>
                <a:lnTo>
                  <a:pt x="695388" y="102184"/>
                </a:lnTo>
                <a:lnTo>
                  <a:pt x="695295" y="102078"/>
                </a:lnTo>
                <a:lnTo>
                  <a:pt x="695207" y="101966"/>
                </a:lnTo>
                <a:lnTo>
                  <a:pt x="695122" y="101849"/>
                </a:lnTo>
                <a:lnTo>
                  <a:pt x="695042" y="101726"/>
                </a:lnTo>
                <a:lnTo>
                  <a:pt x="694966" y="101599"/>
                </a:lnTo>
                <a:lnTo>
                  <a:pt x="694894" y="101466"/>
                </a:lnTo>
                <a:lnTo>
                  <a:pt x="694827" y="101328"/>
                </a:lnTo>
                <a:lnTo>
                  <a:pt x="694763" y="101184"/>
                </a:lnTo>
                <a:lnTo>
                  <a:pt x="694703" y="101035"/>
                </a:lnTo>
                <a:lnTo>
                  <a:pt x="694648" y="100881"/>
                </a:lnTo>
                <a:lnTo>
                  <a:pt x="694597" y="100722"/>
                </a:lnTo>
                <a:lnTo>
                  <a:pt x="694549" y="100557"/>
                </a:lnTo>
                <a:lnTo>
                  <a:pt x="694506" y="100387"/>
                </a:lnTo>
                <a:lnTo>
                  <a:pt x="694467" y="100212"/>
                </a:lnTo>
                <a:lnTo>
                  <a:pt x="694432" y="100031"/>
                </a:lnTo>
                <a:lnTo>
                  <a:pt x="694401" y="99846"/>
                </a:lnTo>
                <a:lnTo>
                  <a:pt x="694375" y="99655"/>
                </a:lnTo>
                <a:lnTo>
                  <a:pt x="694352" y="99458"/>
                </a:lnTo>
                <a:lnTo>
                  <a:pt x="694334" y="99257"/>
                </a:lnTo>
                <a:lnTo>
                  <a:pt x="694319" y="99050"/>
                </a:lnTo>
                <a:lnTo>
                  <a:pt x="694309" y="98837"/>
                </a:lnTo>
                <a:lnTo>
                  <a:pt x="694303" y="98620"/>
                </a:lnTo>
                <a:lnTo>
                  <a:pt x="694301" y="98397"/>
                </a:lnTo>
                <a:lnTo>
                  <a:pt x="694301" y="27558"/>
                </a:lnTo>
                <a:lnTo>
                  <a:pt x="677394" y="27558"/>
                </a:lnTo>
                <a:lnTo>
                  <a:pt x="677394" y="80138"/>
                </a:lnTo>
                <a:lnTo>
                  <a:pt x="677389" y="80657"/>
                </a:lnTo>
                <a:lnTo>
                  <a:pt x="677375" y="81172"/>
                </a:lnTo>
                <a:lnTo>
                  <a:pt x="677352" y="81683"/>
                </a:lnTo>
                <a:lnTo>
                  <a:pt x="677319" y="82190"/>
                </a:lnTo>
                <a:lnTo>
                  <a:pt x="677276" y="82693"/>
                </a:lnTo>
                <a:lnTo>
                  <a:pt x="677225" y="83192"/>
                </a:lnTo>
                <a:lnTo>
                  <a:pt x="677164" y="83686"/>
                </a:lnTo>
                <a:lnTo>
                  <a:pt x="677093" y="84177"/>
                </a:lnTo>
                <a:lnTo>
                  <a:pt x="677013" y="84663"/>
                </a:lnTo>
                <a:lnTo>
                  <a:pt x="676924" y="85145"/>
                </a:lnTo>
                <a:lnTo>
                  <a:pt x="676826" y="85623"/>
                </a:lnTo>
                <a:lnTo>
                  <a:pt x="676718" y="86097"/>
                </a:lnTo>
                <a:lnTo>
                  <a:pt x="676600" y="86567"/>
                </a:lnTo>
                <a:lnTo>
                  <a:pt x="676473" y="87033"/>
                </a:lnTo>
                <a:lnTo>
                  <a:pt x="676337" y="87495"/>
                </a:lnTo>
                <a:lnTo>
                  <a:pt x="676192" y="87952"/>
                </a:lnTo>
                <a:lnTo>
                  <a:pt x="676037" y="88406"/>
                </a:lnTo>
                <a:lnTo>
                  <a:pt x="675872" y="88855"/>
                </a:lnTo>
                <a:lnTo>
                  <a:pt x="675698" y="89301"/>
                </a:lnTo>
                <a:lnTo>
                  <a:pt x="675515" y="89742"/>
                </a:lnTo>
                <a:lnTo>
                  <a:pt x="675323" y="90179"/>
                </a:lnTo>
                <a:lnTo>
                  <a:pt x="675121" y="90612"/>
                </a:lnTo>
                <a:lnTo>
                  <a:pt x="674910" y="91041"/>
                </a:lnTo>
                <a:lnTo>
                  <a:pt x="674689" y="91465"/>
                </a:lnTo>
                <a:lnTo>
                  <a:pt x="674474" y="91884"/>
                </a:lnTo>
                <a:lnTo>
                  <a:pt x="674251" y="92297"/>
                </a:lnTo>
                <a:lnTo>
                  <a:pt x="674021" y="92702"/>
                </a:lnTo>
                <a:lnTo>
                  <a:pt x="673782" y="93100"/>
                </a:lnTo>
                <a:lnTo>
                  <a:pt x="673537" y="93491"/>
                </a:lnTo>
                <a:lnTo>
                  <a:pt x="673284" y="93875"/>
                </a:lnTo>
                <a:lnTo>
                  <a:pt x="673023" y="94251"/>
                </a:lnTo>
                <a:lnTo>
                  <a:pt x="672754" y="94621"/>
                </a:lnTo>
                <a:lnTo>
                  <a:pt x="672478" y="94984"/>
                </a:lnTo>
                <a:lnTo>
                  <a:pt x="672194" y="95340"/>
                </a:lnTo>
                <a:lnTo>
                  <a:pt x="671903" y="95688"/>
                </a:lnTo>
                <a:lnTo>
                  <a:pt x="671603" y="96030"/>
                </a:lnTo>
                <a:lnTo>
                  <a:pt x="671297" y="96365"/>
                </a:lnTo>
                <a:lnTo>
                  <a:pt x="670982" y="96692"/>
                </a:lnTo>
                <a:lnTo>
                  <a:pt x="670660" y="97013"/>
                </a:lnTo>
                <a:lnTo>
                  <a:pt x="670331" y="97326"/>
                </a:lnTo>
                <a:lnTo>
                  <a:pt x="669993" y="97633"/>
                </a:lnTo>
                <a:lnTo>
                  <a:pt x="669649" y="97932"/>
                </a:lnTo>
                <a:lnTo>
                  <a:pt x="669296" y="98224"/>
                </a:lnTo>
                <a:lnTo>
                  <a:pt x="668936" y="98510"/>
                </a:lnTo>
                <a:lnTo>
                  <a:pt x="668568" y="98788"/>
                </a:lnTo>
                <a:lnTo>
                  <a:pt x="668193" y="99059"/>
                </a:lnTo>
                <a:lnTo>
                  <a:pt x="667810" y="99323"/>
                </a:lnTo>
                <a:lnTo>
                  <a:pt x="667419" y="99581"/>
                </a:lnTo>
                <a:lnTo>
                  <a:pt x="667036" y="99815"/>
                </a:lnTo>
                <a:lnTo>
                  <a:pt x="666649" y="100040"/>
                </a:lnTo>
                <a:lnTo>
                  <a:pt x="666257" y="100254"/>
                </a:lnTo>
                <a:lnTo>
                  <a:pt x="665860" y="100459"/>
                </a:lnTo>
                <a:lnTo>
                  <a:pt x="665458" y="100653"/>
                </a:lnTo>
                <a:lnTo>
                  <a:pt x="665052" y="100838"/>
                </a:lnTo>
                <a:lnTo>
                  <a:pt x="664641" y="101013"/>
                </a:lnTo>
                <a:lnTo>
                  <a:pt x="664225" y="101177"/>
                </a:lnTo>
                <a:lnTo>
                  <a:pt x="663805" y="101332"/>
                </a:lnTo>
                <a:lnTo>
                  <a:pt x="663380" y="101477"/>
                </a:lnTo>
                <a:lnTo>
                  <a:pt x="662950" y="101611"/>
                </a:lnTo>
                <a:lnTo>
                  <a:pt x="662516" y="101736"/>
                </a:lnTo>
                <a:lnTo>
                  <a:pt x="662077" y="101851"/>
                </a:lnTo>
                <a:lnTo>
                  <a:pt x="661633" y="101956"/>
                </a:lnTo>
                <a:lnTo>
                  <a:pt x="661185" y="102051"/>
                </a:lnTo>
                <a:lnTo>
                  <a:pt x="660731" y="102135"/>
                </a:lnTo>
                <a:lnTo>
                  <a:pt x="660274" y="102210"/>
                </a:lnTo>
                <a:lnTo>
                  <a:pt x="659811" y="102275"/>
                </a:lnTo>
                <a:lnTo>
                  <a:pt x="659344" y="102330"/>
                </a:lnTo>
                <a:lnTo>
                  <a:pt x="658872" y="102375"/>
                </a:lnTo>
                <a:lnTo>
                  <a:pt x="658395" y="102410"/>
                </a:lnTo>
                <a:lnTo>
                  <a:pt x="657914" y="102435"/>
                </a:lnTo>
                <a:lnTo>
                  <a:pt x="657428" y="102450"/>
                </a:lnTo>
                <a:lnTo>
                  <a:pt x="656937" y="102455"/>
                </a:lnTo>
                <a:lnTo>
                  <a:pt x="656197" y="102446"/>
                </a:lnTo>
                <a:lnTo>
                  <a:pt x="655470" y="102418"/>
                </a:lnTo>
                <a:lnTo>
                  <a:pt x="654757" y="102373"/>
                </a:lnTo>
                <a:lnTo>
                  <a:pt x="654058" y="102309"/>
                </a:lnTo>
                <a:lnTo>
                  <a:pt x="653372" y="102227"/>
                </a:lnTo>
                <a:lnTo>
                  <a:pt x="652699" y="102127"/>
                </a:lnTo>
                <a:lnTo>
                  <a:pt x="652041" y="102009"/>
                </a:lnTo>
                <a:lnTo>
                  <a:pt x="651395" y="101872"/>
                </a:lnTo>
                <a:lnTo>
                  <a:pt x="650763" y="101718"/>
                </a:lnTo>
                <a:lnTo>
                  <a:pt x="650145" y="101545"/>
                </a:lnTo>
                <a:lnTo>
                  <a:pt x="649540" y="101354"/>
                </a:lnTo>
                <a:lnTo>
                  <a:pt x="648948" y="101144"/>
                </a:lnTo>
                <a:lnTo>
                  <a:pt x="648370" y="100917"/>
                </a:lnTo>
                <a:lnTo>
                  <a:pt x="647806" y="100671"/>
                </a:lnTo>
                <a:lnTo>
                  <a:pt x="647255" y="100407"/>
                </a:lnTo>
                <a:lnTo>
                  <a:pt x="646718" y="100125"/>
                </a:lnTo>
                <a:lnTo>
                  <a:pt x="646194" y="99825"/>
                </a:lnTo>
                <a:lnTo>
                  <a:pt x="645683" y="99507"/>
                </a:lnTo>
                <a:lnTo>
                  <a:pt x="645186" y="99170"/>
                </a:lnTo>
                <a:lnTo>
                  <a:pt x="644703" y="98815"/>
                </a:lnTo>
                <a:lnTo>
                  <a:pt x="644233" y="98442"/>
                </a:lnTo>
                <a:lnTo>
                  <a:pt x="643777" y="98051"/>
                </a:lnTo>
                <a:lnTo>
                  <a:pt x="643334" y="97641"/>
                </a:lnTo>
                <a:lnTo>
                  <a:pt x="642904" y="97214"/>
                </a:lnTo>
                <a:lnTo>
                  <a:pt x="642504" y="96767"/>
                </a:lnTo>
                <a:lnTo>
                  <a:pt x="642121" y="96301"/>
                </a:lnTo>
                <a:lnTo>
                  <a:pt x="641755" y="95816"/>
                </a:lnTo>
                <a:lnTo>
                  <a:pt x="641406" y="95312"/>
                </a:lnTo>
                <a:lnTo>
                  <a:pt x="641074" y="94788"/>
                </a:lnTo>
                <a:lnTo>
                  <a:pt x="640759" y="94244"/>
                </a:lnTo>
                <a:lnTo>
                  <a:pt x="640461" y="93682"/>
                </a:lnTo>
                <a:lnTo>
                  <a:pt x="640180" y="93100"/>
                </a:lnTo>
                <a:lnTo>
                  <a:pt x="639917" y="92498"/>
                </a:lnTo>
                <a:lnTo>
                  <a:pt x="639670" y="91877"/>
                </a:lnTo>
                <a:lnTo>
                  <a:pt x="639440" y="91237"/>
                </a:lnTo>
                <a:lnTo>
                  <a:pt x="639227" y="90578"/>
                </a:lnTo>
                <a:lnTo>
                  <a:pt x="639031" y="89899"/>
                </a:lnTo>
                <a:lnTo>
                  <a:pt x="638852" y="89201"/>
                </a:lnTo>
                <a:lnTo>
                  <a:pt x="638691" y="88483"/>
                </a:lnTo>
                <a:lnTo>
                  <a:pt x="638546" y="87746"/>
                </a:lnTo>
                <a:lnTo>
                  <a:pt x="638418" y="86989"/>
                </a:lnTo>
                <a:lnTo>
                  <a:pt x="638308" y="86214"/>
                </a:lnTo>
                <a:lnTo>
                  <a:pt x="638214" y="85419"/>
                </a:lnTo>
                <a:lnTo>
                  <a:pt x="638137" y="84604"/>
                </a:lnTo>
                <a:lnTo>
                  <a:pt x="638078" y="83770"/>
                </a:lnTo>
                <a:lnTo>
                  <a:pt x="638035" y="82917"/>
                </a:lnTo>
                <a:lnTo>
                  <a:pt x="638010" y="82044"/>
                </a:lnTo>
                <a:lnTo>
                  <a:pt x="638001" y="81152"/>
                </a:lnTo>
                <a:lnTo>
                  <a:pt x="638001" y="27558"/>
                </a:lnTo>
                <a:lnTo>
                  <a:pt x="620925" y="27558"/>
                </a:lnTo>
                <a:lnTo>
                  <a:pt x="620925" y="84365"/>
                </a:lnTo>
                <a:lnTo>
                  <a:pt x="620940" y="85661"/>
                </a:lnTo>
                <a:lnTo>
                  <a:pt x="620983" y="86930"/>
                </a:lnTo>
                <a:lnTo>
                  <a:pt x="621055" y="88171"/>
                </a:lnTo>
                <a:lnTo>
                  <a:pt x="621156" y="89385"/>
                </a:lnTo>
                <a:lnTo>
                  <a:pt x="621285" y="90571"/>
                </a:lnTo>
                <a:lnTo>
                  <a:pt x="621443" y="91729"/>
                </a:lnTo>
                <a:lnTo>
                  <a:pt x="621630" y="92860"/>
                </a:lnTo>
                <a:lnTo>
                  <a:pt x="621846" y="93964"/>
                </a:lnTo>
                <a:lnTo>
                  <a:pt x="622090" y="95040"/>
                </a:lnTo>
                <a:lnTo>
                  <a:pt x="622364" y="96088"/>
                </a:lnTo>
                <a:lnTo>
                  <a:pt x="622666" y="97108"/>
                </a:lnTo>
                <a:lnTo>
                  <a:pt x="622997" y="98101"/>
                </a:lnTo>
                <a:lnTo>
                  <a:pt x="623356" y="99067"/>
                </a:lnTo>
                <a:lnTo>
                  <a:pt x="623744" y="100004"/>
                </a:lnTo>
                <a:lnTo>
                  <a:pt x="624162" y="100915"/>
                </a:lnTo>
                <a:lnTo>
                  <a:pt x="624607" y="101797"/>
                </a:lnTo>
                <a:lnTo>
                  <a:pt x="625082" y="102652"/>
                </a:lnTo>
                <a:lnTo>
                  <a:pt x="625585" y="103480"/>
                </a:lnTo>
                <a:lnTo>
                  <a:pt x="626118" y="104279"/>
                </a:lnTo>
                <a:lnTo>
                  <a:pt x="626678" y="105052"/>
                </a:lnTo>
                <a:lnTo>
                  <a:pt x="627268" y="105796"/>
                </a:lnTo>
                <a:lnTo>
                  <a:pt x="627887" y="106513"/>
                </a:lnTo>
                <a:lnTo>
                  <a:pt x="628534" y="107203"/>
                </a:lnTo>
                <a:lnTo>
                  <a:pt x="629210" y="107865"/>
                </a:lnTo>
                <a:lnTo>
                  <a:pt x="629924" y="108499"/>
                </a:lnTo>
                <a:lnTo>
                  <a:pt x="630656" y="109107"/>
                </a:lnTo>
                <a:lnTo>
                  <a:pt x="631408" y="109688"/>
                </a:lnTo>
                <a:lnTo>
                  <a:pt x="632178" y="110241"/>
                </a:lnTo>
                <a:lnTo>
                  <a:pt x="632967" y="110768"/>
                </a:lnTo>
                <a:lnTo>
                  <a:pt x="633775" y="111267"/>
                </a:lnTo>
                <a:lnTo>
                  <a:pt x="634601" y="111740"/>
                </a:lnTo>
                <a:lnTo>
                  <a:pt x="635446" y="112185"/>
                </a:lnTo>
                <a:lnTo>
                  <a:pt x="636311" y="112604"/>
                </a:lnTo>
                <a:lnTo>
                  <a:pt x="637194" y="112996"/>
                </a:lnTo>
                <a:lnTo>
                  <a:pt x="638095" y="113360"/>
                </a:lnTo>
                <a:lnTo>
                  <a:pt x="639016" y="113698"/>
                </a:lnTo>
                <a:lnTo>
                  <a:pt x="639955" y="114008"/>
                </a:lnTo>
                <a:lnTo>
                  <a:pt x="640913" y="114292"/>
                </a:lnTo>
                <a:lnTo>
                  <a:pt x="641890" y="114548"/>
                </a:lnTo>
                <a:lnTo>
                  <a:pt x="642885" y="114778"/>
                </a:lnTo>
                <a:lnTo>
                  <a:pt x="643900" y="114980"/>
                </a:lnTo>
                <a:lnTo>
                  <a:pt x="644933" y="115156"/>
                </a:lnTo>
                <a:lnTo>
                  <a:pt x="645985" y="115304"/>
                </a:lnTo>
                <a:lnTo>
                  <a:pt x="647056" y="115426"/>
                </a:lnTo>
                <a:lnTo>
                  <a:pt x="648145" y="115520"/>
                </a:lnTo>
                <a:lnTo>
                  <a:pt x="649254" y="115588"/>
                </a:lnTo>
                <a:lnTo>
                  <a:pt x="650381" y="115628"/>
                </a:lnTo>
                <a:lnTo>
                  <a:pt x="651527" y="115642"/>
                </a:lnTo>
                <a:lnTo>
                  <a:pt x="652074" y="115639"/>
                </a:lnTo>
                <a:lnTo>
                  <a:pt x="652616" y="115630"/>
                </a:lnTo>
                <a:lnTo>
                  <a:pt x="653154" y="115615"/>
                </a:lnTo>
                <a:lnTo>
                  <a:pt x="653687" y="115595"/>
                </a:lnTo>
                <a:close/>
              </a:path>
            </a:pathLst>
          </a:custGeom>
          <a:solidFill xmlns:a="http://schemas.openxmlformats.org/drawingml/2006/main">
            <a:srgbClr val="1976D2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C6F450-5986-4CFF-9701-036A67D7FE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90323" y="756394"/>
            <a:ext cx="201694" cy="222457"/>
          </a:xfrm>
          <a:custGeom xmlns:a="http://schemas.openxmlformats.org/drawingml/2006/main">
            <a:pathLst>
              <a:path w="201694" h="222457">
                <a:moveTo>
                  <a:pt x="76381" y="244"/>
                </a:moveTo>
                <a:lnTo>
                  <a:pt x="75468" y="381"/>
                </a:lnTo>
                <a:lnTo>
                  <a:pt x="74562" y="546"/>
                </a:lnTo>
                <a:lnTo>
                  <a:pt x="73663" y="741"/>
                </a:lnTo>
                <a:lnTo>
                  <a:pt x="72772" y="965"/>
                </a:lnTo>
                <a:lnTo>
                  <a:pt x="71889" y="1218"/>
                </a:lnTo>
                <a:lnTo>
                  <a:pt x="71016" y="1499"/>
                </a:lnTo>
                <a:lnTo>
                  <a:pt x="70153" y="1808"/>
                </a:lnTo>
                <a:lnTo>
                  <a:pt x="69301" y="2145"/>
                </a:lnTo>
                <a:lnTo>
                  <a:pt x="68460" y="2509"/>
                </a:lnTo>
                <a:lnTo>
                  <a:pt x="67632" y="2901"/>
                </a:lnTo>
                <a:lnTo>
                  <a:pt x="66816" y="3320"/>
                </a:lnTo>
                <a:lnTo>
                  <a:pt x="66013" y="3765"/>
                </a:lnTo>
                <a:lnTo>
                  <a:pt x="65225" y="4236"/>
                </a:lnTo>
                <a:lnTo>
                  <a:pt x="64451" y="4734"/>
                </a:lnTo>
                <a:lnTo>
                  <a:pt x="63693" y="5258"/>
                </a:lnTo>
                <a:lnTo>
                  <a:pt x="62951" y="5807"/>
                </a:lnTo>
                <a:lnTo>
                  <a:pt x="62226" y="6381"/>
                </a:lnTo>
                <a:lnTo>
                  <a:pt x="61519" y="6981"/>
                </a:lnTo>
                <a:lnTo>
                  <a:pt x="60830" y="7605"/>
                </a:lnTo>
                <a:lnTo>
                  <a:pt x="60160" y="8253"/>
                </a:lnTo>
                <a:lnTo>
                  <a:pt x="59511" y="8923"/>
                </a:lnTo>
                <a:lnTo>
                  <a:pt x="58887" y="9613"/>
                </a:lnTo>
                <a:lnTo>
                  <a:pt x="58288" y="10320"/>
                </a:lnTo>
                <a:lnTo>
                  <a:pt x="57713" y="11045"/>
                </a:lnTo>
                <a:lnTo>
                  <a:pt x="57164" y="11787"/>
                </a:lnTo>
                <a:lnTo>
                  <a:pt x="56641" y="12545"/>
                </a:lnTo>
                <a:lnTo>
                  <a:pt x="56143" y="13318"/>
                </a:lnTo>
                <a:lnTo>
                  <a:pt x="55671" y="14107"/>
                </a:lnTo>
                <a:lnTo>
                  <a:pt x="55226" y="14909"/>
                </a:lnTo>
                <a:lnTo>
                  <a:pt x="54808" y="15725"/>
                </a:lnTo>
                <a:lnTo>
                  <a:pt x="54416" y="16554"/>
                </a:lnTo>
                <a:lnTo>
                  <a:pt x="54051" y="17395"/>
                </a:lnTo>
                <a:lnTo>
                  <a:pt x="53715" y="18247"/>
                </a:lnTo>
                <a:lnTo>
                  <a:pt x="53406" y="19110"/>
                </a:lnTo>
                <a:lnTo>
                  <a:pt x="53125" y="19983"/>
                </a:lnTo>
                <a:lnTo>
                  <a:pt x="52872" y="20865"/>
                </a:lnTo>
                <a:lnTo>
                  <a:pt x="52648" y="21756"/>
                </a:lnTo>
                <a:lnTo>
                  <a:pt x="52453" y="22655"/>
                </a:lnTo>
                <a:lnTo>
                  <a:pt x="52287" y="23561"/>
                </a:lnTo>
                <a:lnTo>
                  <a:pt x="52151" y="24474"/>
                </a:lnTo>
                <a:lnTo>
                  <a:pt x="52044" y="25393"/>
                </a:lnTo>
                <a:lnTo>
                  <a:pt x="51968" y="26317"/>
                </a:lnTo>
                <a:lnTo>
                  <a:pt x="51922" y="27245"/>
                </a:lnTo>
                <a:lnTo>
                  <a:pt x="51907" y="28178"/>
                </a:lnTo>
                <a:lnTo>
                  <a:pt x="51907" y="41525"/>
                </a:lnTo>
                <a:lnTo>
                  <a:pt x="17797" y="41525"/>
                </a:lnTo>
                <a:lnTo>
                  <a:pt x="16578" y="41566"/>
                </a:lnTo>
                <a:lnTo>
                  <a:pt x="15382" y="41688"/>
                </a:lnTo>
                <a:lnTo>
                  <a:pt x="14210" y="41887"/>
                </a:lnTo>
                <a:lnTo>
                  <a:pt x="13066" y="42161"/>
                </a:lnTo>
                <a:lnTo>
                  <a:pt x="11951" y="42508"/>
                </a:lnTo>
                <a:lnTo>
                  <a:pt x="10869" y="42924"/>
                </a:lnTo>
                <a:lnTo>
                  <a:pt x="9823" y="43407"/>
                </a:lnTo>
                <a:lnTo>
                  <a:pt x="8814" y="43955"/>
                </a:lnTo>
                <a:lnTo>
                  <a:pt x="7846" y="44565"/>
                </a:lnTo>
                <a:lnTo>
                  <a:pt x="6922" y="45233"/>
                </a:lnTo>
                <a:lnTo>
                  <a:pt x="6043" y="45959"/>
                </a:lnTo>
                <a:lnTo>
                  <a:pt x="5212" y="46738"/>
                </a:lnTo>
                <a:lnTo>
                  <a:pt x="4433" y="47568"/>
                </a:lnTo>
                <a:lnTo>
                  <a:pt x="3708" y="48447"/>
                </a:lnTo>
                <a:lnTo>
                  <a:pt x="3039" y="49372"/>
                </a:lnTo>
                <a:lnTo>
                  <a:pt x="2430" y="50340"/>
                </a:lnTo>
                <a:lnTo>
                  <a:pt x="1882" y="51348"/>
                </a:lnTo>
                <a:lnTo>
                  <a:pt x="1399" y="52395"/>
                </a:lnTo>
                <a:lnTo>
                  <a:pt x="982" y="53476"/>
                </a:lnTo>
                <a:lnTo>
                  <a:pt x="636" y="54591"/>
                </a:lnTo>
                <a:lnTo>
                  <a:pt x="362" y="55735"/>
                </a:lnTo>
                <a:lnTo>
                  <a:pt x="162" y="56907"/>
                </a:lnTo>
                <a:lnTo>
                  <a:pt x="41" y="58103"/>
                </a:lnTo>
                <a:lnTo>
                  <a:pt x="0" y="59322"/>
                </a:lnTo>
                <a:lnTo>
                  <a:pt x="41" y="60540"/>
                </a:lnTo>
                <a:lnTo>
                  <a:pt x="162" y="61737"/>
                </a:lnTo>
                <a:lnTo>
                  <a:pt x="362" y="62908"/>
                </a:lnTo>
                <a:lnTo>
                  <a:pt x="636" y="64053"/>
                </a:lnTo>
                <a:lnTo>
                  <a:pt x="982" y="65167"/>
                </a:lnTo>
                <a:lnTo>
                  <a:pt x="1399" y="66249"/>
                </a:lnTo>
                <a:lnTo>
                  <a:pt x="1882" y="67296"/>
                </a:lnTo>
                <a:lnTo>
                  <a:pt x="2430" y="68304"/>
                </a:lnTo>
                <a:lnTo>
                  <a:pt x="3039" y="69272"/>
                </a:lnTo>
                <a:lnTo>
                  <a:pt x="3708" y="70197"/>
                </a:lnTo>
                <a:lnTo>
                  <a:pt x="4433" y="71076"/>
                </a:lnTo>
                <a:lnTo>
                  <a:pt x="5212" y="71906"/>
                </a:lnTo>
                <a:lnTo>
                  <a:pt x="6043" y="72685"/>
                </a:lnTo>
                <a:lnTo>
                  <a:pt x="6922" y="73410"/>
                </a:lnTo>
                <a:lnTo>
                  <a:pt x="7846" y="74079"/>
                </a:lnTo>
                <a:lnTo>
                  <a:pt x="8814" y="74689"/>
                </a:lnTo>
                <a:lnTo>
                  <a:pt x="9823" y="75236"/>
                </a:lnTo>
                <a:lnTo>
                  <a:pt x="10869" y="75720"/>
                </a:lnTo>
                <a:lnTo>
                  <a:pt x="11713" y="76045"/>
                </a:lnTo>
                <a:lnTo>
                  <a:pt x="20778" y="184821"/>
                </a:lnTo>
                <a:lnTo>
                  <a:pt x="20784" y="185174"/>
                </a:lnTo>
                <a:lnTo>
                  <a:pt x="20847" y="186444"/>
                </a:lnTo>
                <a:lnTo>
                  <a:pt x="20951" y="187709"/>
                </a:lnTo>
                <a:lnTo>
                  <a:pt x="21097" y="188966"/>
                </a:lnTo>
                <a:lnTo>
                  <a:pt x="21284" y="190215"/>
                </a:lnTo>
                <a:lnTo>
                  <a:pt x="21510" y="191455"/>
                </a:lnTo>
                <a:lnTo>
                  <a:pt x="21777" y="192685"/>
                </a:lnTo>
                <a:lnTo>
                  <a:pt x="22084" y="193905"/>
                </a:lnTo>
                <a:lnTo>
                  <a:pt x="22429" y="195112"/>
                </a:lnTo>
                <a:lnTo>
                  <a:pt x="22814" y="196307"/>
                </a:lnTo>
                <a:lnTo>
                  <a:pt x="23237" y="197487"/>
                </a:lnTo>
                <a:lnTo>
                  <a:pt x="23698" y="198654"/>
                </a:lnTo>
                <a:lnTo>
                  <a:pt x="24196" y="199804"/>
                </a:lnTo>
                <a:lnTo>
                  <a:pt x="24732" y="200938"/>
                </a:lnTo>
                <a:lnTo>
                  <a:pt x="25305" y="202055"/>
                </a:lnTo>
                <a:lnTo>
                  <a:pt x="25914" y="203153"/>
                </a:lnTo>
                <a:lnTo>
                  <a:pt x="26560" y="204232"/>
                </a:lnTo>
                <a:lnTo>
                  <a:pt x="27241" y="205290"/>
                </a:lnTo>
                <a:lnTo>
                  <a:pt x="27958" y="206328"/>
                </a:lnTo>
                <a:lnTo>
                  <a:pt x="28709" y="207343"/>
                </a:lnTo>
                <a:lnTo>
                  <a:pt x="29495" y="208335"/>
                </a:lnTo>
                <a:lnTo>
                  <a:pt x="30315" y="209303"/>
                </a:lnTo>
                <a:lnTo>
                  <a:pt x="31169" y="210246"/>
                </a:lnTo>
                <a:lnTo>
                  <a:pt x="32056" y="211163"/>
                </a:lnTo>
                <a:lnTo>
                  <a:pt x="32974" y="212050"/>
                </a:lnTo>
                <a:lnTo>
                  <a:pt x="33917" y="212904"/>
                </a:lnTo>
                <a:lnTo>
                  <a:pt x="34885" y="213724"/>
                </a:lnTo>
                <a:lnTo>
                  <a:pt x="35877" y="214510"/>
                </a:lnTo>
                <a:lnTo>
                  <a:pt x="36892" y="215262"/>
                </a:lnTo>
                <a:lnTo>
                  <a:pt x="37929" y="215978"/>
                </a:lnTo>
                <a:lnTo>
                  <a:pt x="38988" y="216660"/>
                </a:lnTo>
                <a:lnTo>
                  <a:pt x="40066" y="217305"/>
                </a:lnTo>
                <a:lnTo>
                  <a:pt x="41165" y="217914"/>
                </a:lnTo>
                <a:lnTo>
                  <a:pt x="42281" y="218487"/>
                </a:lnTo>
                <a:lnTo>
                  <a:pt x="43415" y="219023"/>
                </a:lnTo>
                <a:lnTo>
                  <a:pt x="44566" y="219522"/>
                </a:lnTo>
                <a:lnTo>
                  <a:pt x="45732" y="219983"/>
                </a:lnTo>
                <a:lnTo>
                  <a:pt x="46913" y="220406"/>
                </a:lnTo>
                <a:lnTo>
                  <a:pt x="48107" y="220790"/>
                </a:lnTo>
                <a:lnTo>
                  <a:pt x="49315" y="221136"/>
                </a:lnTo>
                <a:lnTo>
                  <a:pt x="50534" y="221442"/>
                </a:lnTo>
                <a:lnTo>
                  <a:pt x="51764" y="221709"/>
                </a:lnTo>
                <a:lnTo>
                  <a:pt x="53004" y="221936"/>
                </a:lnTo>
                <a:lnTo>
                  <a:pt x="54253" y="222122"/>
                </a:lnTo>
                <a:lnTo>
                  <a:pt x="55511" y="222268"/>
                </a:lnTo>
                <a:lnTo>
                  <a:pt x="56775" y="222373"/>
                </a:lnTo>
                <a:lnTo>
                  <a:pt x="58046" y="222436"/>
                </a:lnTo>
                <a:lnTo>
                  <a:pt x="59322" y="222457"/>
                </a:lnTo>
                <a:lnTo>
                  <a:pt x="142372" y="222457"/>
                </a:lnTo>
                <a:lnTo>
                  <a:pt x="143648" y="222436"/>
                </a:lnTo>
                <a:lnTo>
                  <a:pt x="144919" y="222373"/>
                </a:lnTo>
                <a:lnTo>
                  <a:pt x="146183" y="222268"/>
                </a:lnTo>
                <a:lnTo>
                  <a:pt x="147441" y="222122"/>
                </a:lnTo>
                <a:lnTo>
                  <a:pt x="148690" y="221936"/>
                </a:lnTo>
                <a:lnTo>
                  <a:pt x="149930" y="221709"/>
                </a:lnTo>
                <a:lnTo>
                  <a:pt x="151160" y="221442"/>
                </a:lnTo>
                <a:lnTo>
                  <a:pt x="152379" y="221136"/>
                </a:lnTo>
                <a:lnTo>
                  <a:pt x="153587" y="220790"/>
                </a:lnTo>
                <a:lnTo>
                  <a:pt x="154781" y="220406"/>
                </a:lnTo>
                <a:lnTo>
                  <a:pt x="155962" y="219983"/>
                </a:lnTo>
                <a:lnTo>
                  <a:pt x="157128" y="219522"/>
                </a:lnTo>
                <a:lnTo>
                  <a:pt x="158279" y="219023"/>
                </a:lnTo>
                <a:lnTo>
                  <a:pt x="159413" y="218487"/>
                </a:lnTo>
                <a:lnTo>
                  <a:pt x="160529" y="217914"/>
                </a:lnTo>
                <a:lnTo>
                  <a:pt x="161628" y="217305"/>
                </a:lnTo>
                <a:lnTo>
                  <a:pt x="162706" y="216660"/>
                </a:lnTo>
                <a:lnTo>
                  <a:pt x="163765" y="215978"/>
                </a:lnTo>
                <a:lnTo>
                  <a:pt x="164802" y="215262"/>
                </a:lnTo>
                <a:lnTo>
                  <a:pt x="165817" y="214510"/>
                </a:lnTo>
                <a:lnTo>
                  <a:pt x="166810" y="213724"/>
                </a:lnTo>
                <a:lnTo>
                  <a:pt x="167778" y="212904"/>
                </a:lnTo>
                <a:lnTo>
                  <a:pt x="168721" y="212050"/>
                </a:lnTo>
                <a:lnTo>
                  <a:pt x="169638" y="211163"/>
                </a:lnTo>
                <a:lnTo>
                  <a:pt x="170525" y="210246"/>
                </a:lnTo>
                <a:lnTo>
                  <a:pt x="171379" y="209303"/>
                </a:lnTo>
                <a:lnTo>
                  <a:pt x="172199" y="208335"/>
                </a:lnTo>
                <a:lnTo>
                  <a:pt x="172985" y="207343"/>
                </a:lnTo>
                <a:lnTo>
                  <a:pt x="173737" y="206328"/>
                </a:lnTo>
                <a:lnTo>
                  <a:pt x="174453" y="205290"/>
                </a:lnTo>
                <a:lnTo>
                  <a:pt x="175134" y="204232"/>
                </a:lnTo>
                <a:lnTo>
                  <a:pt x="175780" y="203153"/>
                </a:lnTo>
                <a:lnTo>
                  <a:pt x="176389" y="202055"/>
                </a:lnTo>
                <a:lnTo>
                  <a:pt x="176962" y="200938"/>
                </a:lnTo>
                <a:lnTo>
                  <a:pt x="177498" y="199804"/>
                </a:lnTo>
                <a:lnTo>
                  <a:pt x="177996" y="198654"/>
                </a:lnTo>
                <a:lnTo>
                  <a:pt x="178457" y="197487"/>
                </a:lnTo>
                <a:lnTo>
                  <a:pt x="178880" y="196307"/>
                </a:lnTo>
                <a:lnTo>
                  <a:pt x="179265" y="195112"/>
                </a:lnTo>
                <a:lnTo>
                  <a:pt x="179610" y="193905"/>
                </a:lnTo>
                <a:lnTo>
                  <a:pt x="179917" y="192685"/>
                </a:lnTo>
                <a:lnTo>
                  <a:pt x="180184" y="191455"/>
                </a:lnTo>
                <a:lnTo>
                  <a:pt x="180411" y="190215"/>
                </a:lnTo>
                <a:lnTo>
                  <a:pt x="180597" y="188966"/>
                </a:lnTo>
                <a:lnTo>
                  <a:pt x="180743" y="187709"/>
                </a:lnTo>
                <a:lnTo>
                  <a:pt x="180847" y="186444"/>
                </a:lnTo>
                <a:lnTo>
                  <a:pt x="180910" y="185174"/>
                </a:lnTo>
                <a:lnTo>
                  <a:pt x="180916" y="184821"/>
                </a:lnTo>
                <a:lnTo>
                  <a:pt x="189981" y="76045"/>
                </a:lnTo>
                <a:lnTo>
                  <a:pt x="190825" y="75720"/>
                </a:lnTo>
                <a:lnTo>
                  <a:pt x="191871" y="75236"/>
                </a:lnTo>
                <a:lnTo>
                  <a:pt x="192880" y="74689"/>
                </a:lnTo>
                <a:lnTo>
                  <a:pt x="193848" y="74079"/>
                </a:lnTo>
                <a:lnTo>
                  <a:pt x="194773" y="73410"/>
                </a:lnTo>
                <a:lnTo>
                  <a:pt x="195651" y="72685"/>
                </a:lnTo>
                <a:lnTo>
                  <a:pt x="196482" y="71906"/>
                </a:lnTo>
                <a:lnTo>
                  <a:pt x="197261" y="71076"/>
                </a:lnTo>
                <a:lnTo>
                  <a:pt x="197986" y="70197"/>
                </a:lnTo>
                <a:lnTo>
                  <a:pt x="198655" y="69272"/>
                </a:lnTo>
                <a:lnTo>
                  <a:pt x="199264" y="68304"/>
                </a:lnTo>
                <a:lnTo>
                  <a:pt x="199812" y="67296"/>
                </a:lnTo>
                <a:lnTo>
                  <a:pt x="200296" y="66249"/>
                </a:lnTo>
                <a:lnTo>
                  <a:pt x="200712" y="65167"/>
                </a:lnTo>
                <a:lnTo>
                  <a:pt x="201058" y="64053"/>
                </a:lnTo>
                <a:lnTo>
                  <a:pt x="201333" y="62908"/>
                </a:lnTo>
                <a:lnTo>
                  <a:pt x="201532" y="61737"/>
                </a:lnTo>
                <a:lnTo>
                  <a:pt x="201653" y="60540"/>
                </a:lnTo>
                <a:lnTo>
                  <a:pt x="201694" y="59322"/>
                </a:lnTo>
                <a:lnTo>
                  <a:pt x="201653" y="58103"/>
                </a:lnTo>
                <a:lnTo>
                  <a:pt x="201532" y="56907"/>
                </a:lnTo>
                <a:lnTo>
                  <a:pt x="201333" y="55735"/>
                </a:lnTo>
                <a:lnTo>
                  <a:pt x="201058" y="54591"/>
                </a:lnTo>
                <a:lnTo>
                  <a:pt x="200712" y="53476"/>
                </a:lnTo>
                <a:lnTo>
                  <a:pt x="200296" y="52395"/>
                </a:lnTo>
                <a:lnTo>
                  <a:pt x="199812" y="51348"/>
                </a:lnTo>
                <a:lnTo>
                  <a:pt x="199264" y="50340"/>
                </a:lnTo>
                <a:lnTo>
                  <a:pt x="198655" y="49372"/>
                </a:lnTo>
                <a:lnTo>
                  <a:pt x="197986" y="48447"/>
                </a:lnTo>
                <a:lnTo>
                  <a:pt x="197261" y="47568"/>
                </a:lnTo>
                <a:lnTo>
                  <a:pt x="196482" y="46738"/>
                </a:lnTo>
                <a:lnTo>
                  <a:pt x="195651" y="45959"/>
                </a:lnTo>
                <a:lnTo>
                  <a:pt x="194773" y="45233"/>
                </a:lnTo>
                <a:lnTo>
                  <a:pt x="193848" y="44565"/>
                </a:lnTo>
                <a:lnTo>
                  <a:pt x="192880" y="43955"/>
                </a:lnTo>
                <a:lnTo>
                  <a:pt x="191871" y="43407"/>
                </a:lnTo>
                <a:lnTo>
                  <a:pt x="190825" y="42924"/>
                </a:lnTo>
                <a:lnTo>
                  <a:pt x="189743" y="42508"/>
                </a:lnTo>
                <a:lnTo>
                  <a:pt x="188629" y="42161"/>
                </a:lnTo>
                <a:lnTo>
                  <a:pt x="187484" y="41887"/>
                </a:lnTo>
                <a:lnTo>
                  <a:pt x="186312" y="41688"/>
                </a:lnTo>
                <a:lnTo>
                  <a:pt x="185116" y="41566"/>
                </a:lnTo>
                <a:lnTo>
                  <a:pt x="183898" y="41525"/>
                </a:lnTo>
                <a:lnTo>
                  <a:pt x="149788" y="41525"/>
                </a:lnTo>
                <a:lnTo>
                  <a:pt x="149788" y="28178"/>
                </a:lnTo>
                <a:lnTo>
                  <a:pt x="149772" y="27245"/>
                </a:lnTo>
                <a:lnTo>
                  <a:pt x="149726" y="26317"/>
                </a:lnTo>
                <a:lnTo>
                  <a:pt x="149650" y="25393"/>
                </a:lnTo>
                <a:lnTo>
                  <a:pt x="149543" y="24474"/>
                </a:lnTo>
                <a:lnTo>
                  <a:pt x="149407" y="23561"/>
                </a:lnTo>
                <a:lnTo>
                  <a:pt x="149241" y="22655"/>
                </a:lnTo>
                <a:lnTo>
                  <a:pt x="149046" y="21756"/>
                </a:lnTo>
                <a:lnTo>
                  <a:pt x="148822" y="20865"/>
                </a:lnTo>
                <a:lnTo>
                  <a:pt x="148570" y="19983"/>
                </a:lnTo>
                <a:lnTo>
                  <a:pt x="148289" y="19110"/>
                </a:lnTo>
                <a:lnTo>
                  <a:pt x="147980" y="18247"/>
                </a:lnTo>
                <a:lnTo>
                  <a:pt x="147643" y="17395"/>
                </a:lnTo>
                <a:lnTo>
                  <a:pt x="147278" y="16554"/>
                </a:lnTo>
                <a:lnTo>
                  <a:pt x="146887" y="15725"/>
                </a:lnTo>
                <a:lnTo>
                  <a:pt x="146468" y="14909"/>
                </a:lnTo>
                <a:lnTo>
                  <a:pt x="146023" y="14107"/>
                </a:lnTo>
                <a:lnTo>
                  <a:pt x="145551" y="13318"/>
                </a:lnTo>
                <a:lnTo>
                  <a:pt x="145053" y="12545"/>
                </a:lnTo>
                <a:lnTo>
                  <a:pt x="144530" y="11787"/>
                </a:lnTo>
                <a:lnTo>
                  <a:pt x="143981" y="11045"/>
                </a:lnTo>
                <a:lnTo>
                  <a:pt x="143406" y="10320"/>
                </a:lnTo>
                <a:lnTo>
                  <a:pt x="142807" y="9613"/>
                </a:lnTo>
                <a:lnTo>
                  <a:pt x="142183" y="8923"/>
                </a:lnTo>
                <a:lnTo>
                  <a:pt x="141534" y="8253"/>
                </a:lnTo>
                <a:lnTo>
                  <a:pt x="140864" y="7605"/>
                </a:lnTo>
                <a:lnTo>
                  <a:pt x="140175" y="6981"/>
                </a:lnTo>
                <a:lnTo>
                  <a:pt x="139468" y="6381"/>
                </a:lnTo>
                <a:lnTo>
                  <a:pt x="138743" y="5807"/>
                </a:lnTo>
                <a:lnTo>
                  <a:pt x="138001" y="5258"/>
                </a:lnTo>
                <a:lnTo>
                  <a:pt x="137243" y="4734"/>
                </a:lnTo>
                <a:lnTo>
                  <a:pt x="136469" y="4236"/>
                </a:lnTo>
                <a:lnTo>
                  <a:pt x="135681" y="3765"/>
                </a:lnTo>
                <a:lnTo>
                  <a:pt x="134878" y="3320"/>
                </a:lnTo>
                <a:lnTo>
                  <a:pt x="134062" y="2901"/>
                </a:lnTo>
                <a:lnTo>
                  <a:pt x="133234" y="2509"/>
                </a:lnTo>
                <a:lnTo>
                  <a:pt x="132393" y="2145"/>
                </a:lnTo>
                <a:lnTo>
                  <a:pt x="131541" y="1808"/>
                </a:lnTo>
                <a:lnTo>
                  <a:pt x="130678" y="1499"/>
                </a:lnTo>
                <a:lnTo>
                  <a:pt x="129805" y="1218"/>
                </a:lnTo>
                <a:lnTo>
                  <a:pt x="128923" y="965"/>
                </a:lnTo>
                <a:lnTo>
                  <a:pt x="128032" y="741"/>
                </a:lnTo>
                <a:lnTo>
                  <a:pt x="127133" y="546"/>
                </a:lnTo>
                <a:lnTo>
                  <a:pt x="126226" y="381"/>
                </a:lnTo>
                <a:lnTo>
                  <a:pt x="125314" y="244"/>
                </a:lnTo>
                <a:lnTo>
                  <a:pt x="124395" y="138"/>
                </a:lnTo>
                <a:lnTo>
                  <a:pt x="123471" y="61"/>
                </a:lnTo>
                <a:lnTo>
                  <a:pt x="122542" y="15"/>
                </a:lnTo>
                <a:lnTo>
                  <a:pt x="121610" y="0"/>
                </a:lnTo>
                <a:lnTo>
                  <a:pt x="80084" y="0"/>
                </a:lnTo>
                <a:lnTo>
                  <a:pt x="79152" y="15"/>
                </a:lnTo>
                <a:lnTo>
                  <a:pt x="78223" y="61"/>
                </a:lnTo>
                <a:lnTo>
                  <a:pt x="77299" y="138"/>
                </a:lnTo>
                <a:lnTo>
                  <a:pt x="76381" y="244"/>
                </a:lnTo>
                <a:close/>
                <a:moveTo>
                  <a:pt x="59224" y="186862"/>
                </a:moveTo>
                <a:lnTo>
                  <a:pt x="59126" y="186857"/>
                </a:lnTo>
                <a:lnTo>
                  <a:pt x="59029" y="186849"/>
                </a:lnTo>
                <a:lnTo>
                  <a:pt x="58932" y="186838"/>
                </a:lnTo>
                <a:lnTo>
                  <a:pt x="58836" y="186824"/>
                </a:lnTo>
                <a:lnTo>
                  <a:pt x="58740" y="186806"/>
                </a:lnTo>
                <a:lnTo>
                  <a:pt x="58646" y="186786"/>
                </a:lnTo>
                <a:lnTo>
                  <a:pt x="58552" y="186762"/>
                </a:lnTo>
                <a:lnTo>
                  <a:pt x="58459" y="186735"/>
                </a:lnTo>
                <a:lnTo>
                  <a:pt x="58367" y="186706"/>
                </a:lnTo>
                <a:lnTo>
                  <a:pt x="58276" y="186673"/>
                </a:lnTo>
                <a:lnTo>
                  <a:pt x="58187" y="186638"/>
                </a:lnTo>
                <a:lnTo>
                  <a:pt x="58098" y="186600"/>
                </a:lnTo>
                <a:lnTo>
                  <a:pt x="58011" y="186558"/>
                </a:lnTo>
                <a:lnTo>
                  <a:pt x="57925" y="186514"/>
                </a:lnTo>
                <a:lnTo>
                  <a:pt x="57841" y="186467"/>
                </a:lnTo>
                <a:lnTo>
                  <a:pt x="57758" y="186418"/>
                </a:lnTo>
                <a:lnTo>
                  <a:pt x="57676" y="186365"/>
                </a:lnTo>
                <a:lnTo>
                  <a:pt x="57596" y="186310"/>
                </a:lnTo>
                <a:lnTo>
                  <a:pt x="57518" y="186252"/>
                </a:lnTo>
                <a:lnTo>
                  <a:pt x="57442" y="186192"/>
                </a:lnTo>
                <a:lnTo>
                  <a:pt x="57368" y="186129"/>
                </a:lnTo>
                <a:lnTo>
                  <a:pt x="57295" y="186063"/>
                </a:lnTo>
                <a:lnTo>
                  <a:pt x="57224" y="185995"/>
                </a:lnTo>
                <a:lnTo>
                  <a:pt x="57156" y="185924"/>
                </a:lnTo>
                <a:lnTo>
                  <a:pt x="57091" y="185852"/>
                </a:lnTo>
                <a:lnTo>
                  <a:pt x="57027" y="185777"/>
                </a:lnTo>
                <a:lnTo>
                  <a:pt x="56967" y="185701"/>
                </a:lnTo>
                <a:lnTo>
                  <a:pt x="56909" y="185623"/>
                </a:lnTo>
                <a:lnTo>
                  <a:pt x="56854" y="185543"/>
                </a:lnTo>
                <a:lnTo>
                  <a:pt x="56802" y="185462"/>
                </a:lnTo>
                <a:lnTo>
                  <a:pt x="56752" y="185379"/>
                </a:lnTo>
                <a:lnTo>
                  <a:pt x="56705" y="185294"/>
                </a:lnTo>
                <a:lnTo>
                  <a:pt x="56661" y="185208"/>
                </a:lnTo>
                <a:lnTo>
                  <a:pt x="56620" y="185121"/>
                </a:lnTo>
                <a:lnTo>
                  <a:pt x="56581" y="185033"/>
                </a:lnTo>
                <a:lnTo>
                  <a:pt x="56546" y="184943"/>
                </a:lnTo>
                <a:lnTo>
                  <a:pt x="56514" y="184852"/>
                </a:lnTo>
                <a:lnTo>
                  <a:pt x="56484" y="184760"/>
                </a:lnTo>
                <a:lnTo>
                  <a:pt x="56457" y="184667"/>
                </a:lnTo>
                <a:lnTo>
                  <a:pt x="56434" y="184574"/>
                </a:lnTo>
                <a:lnTo>
                  <a:pt x="56413" y="184479"/>
                </a:lnTo>
                <a:lnTo>
                  <a:pt x="56396" y="184384"/>
                </a:lnTo>
                <a:lnTo>
                  <a:pt x="56381" y="184287"/>
                </a:lnTo>
                <a:lnTo>
                  <a:pt x="56370" y="184191"/>
                </a:lnTo>
                <a:lnTo>
                  <a:pt x="56362" y="184093"/>
                </a:lnTo>
                <a:lnTo>
                  <a:pt x="56357" y="183996"/>
                </a:lnTo>
                <a:lnTo>
                  <a:pt x="56356" y="183898"/>
                </a:lnTo>
                <a:lnTo>
                  <a:pt x="56356" y="183836"/>
                </a:lnTo>
                <a:lnTo>
                  <a:pt x="56355" y="183774"/>
                </a:lnTo>
                <a:lnTo>
                  <a:pt x="56355" y="183713"/>
                </a:lnTo>
                <a:lnTo>
                  <a:pt x="56354" y="183651"/>
                </a:lnTo>
                <a:lnTo>
                  <a:pt x="56353" y="183589"/>
                </a:lnTo>
                <a:lnTo>
                  <a:pt x="56352" y="183528"/>
                </a:lnTo>
                <a:lnTo>
                  <a:pt x="56350" y="183466"/>
                </a:lnTo>
                <a:lnTo>
                  <a:pt x="56349" y="183404"/>
                </a:lnTo>
                <a:lnTo>
                  <a:pt x="56347" y="183343"/>
                </a:lnTo>
                <a:lnTo>
                  <a:pt x="56345" y="183281"/>
                </a:lnTo>
                <a:lnTo>
                  <a:pt x="56343" y="183220"/>
                </a:lnTo>
                <a:lnTo>
                  <a:pt x="56340" y="183158"/>
                </a:lnTo>
                <a:lnTo>
                  <a:pt x="56338" y="183096"/>
                </a:lnTo>
                <a:lnTo>
                  <a:pt x="56335" y="183035"/>
                </a:lnTo>
                <a:lnTo>
                  <a:pt x="56332" y="182973"/>
                </a:lnTo>
                <a:lnTo>
                  <a:pt x="56328" y="182912"/>
                </a:lnTo>
                <a:lnTo>
                  <a:pt x="56325" y="182850"/>
                </a:lnTo>
                <a:lnTo>
                  <a:pt x="56321" y="182789"/>
                </a:lnTo>
                <a:lnTo>
                  <a:pt x="56317" y="182727"/>
                </a:lnTo>
                <a:lnTo>
                  <a:pt x="56313" y="182666"/>
                </a:lnTo>
                <a:lnTo>
                  <a:pt x="56309" y="182604"/>
                </a:lnTo>
                <a:lnTo>
                  <a:pt x="56304" y="182543"/>
                </a:lnTo>
                <a:lnTo>
                  <a:pt x="56299" y="182481"/>
                </a:lnTo>
                <a:lnTo>
                  <a:pt x="56294" y="182420"/>
                </a:lnTo>
                <a:lnTo>
                  <a:pt x="47519" y="77118"/>
                </a:lnTo>
                <a:lnTo>
                  <a:pt x="69703" y="77118"/>
                </a:lnTo>
                <a:lnTo>
                  <a:pt x="131991" y="77118"/>
                </a:lnTo>
                <a:lnTo>
                  <a:pt x="154175" y="77118"/>
                </a:lnTo>
                <a:lnTo>
                  <a:pt x="145400" y="182420"/>
                </a:lnTo>
                <a:lnTo>
                  <a:pt x="145395" y="182481"/>
                </a:lnTo>
                <a:lnTo>
                  <a:pt x="145390" y="182543"/>
                </a:lnTo>
                <a:lnTo>
                  <a:pt x="145385" y="182604"/>
                </a:lnTo>
                <a:lnTo>
                  <a:pt x="145381" y="182666"/>
                </a:lnTo>
                <a:lnTo>
                  <a:pt x="145377" y="182727"/>
                </a:lnTo>
                <a:lnTo>
                  <a:pt x="145373" y="182789"/>
                </a:lnTo>
                <a:lnTo>
                  <a:pt x="145369" y="182850"/>
                </a:lnTo>
                <a:lnTo>
                  <a:pt x="145366" y="182912"/>
                </a:lnTo>
                <a:lnTo>
                  <a:pt x="145362" y="182973"/>
                </a:lnTo>
                <a:lnTo>
                  <a:pt x="145359" y="183035"/>
                </a:lnTo>
                <a:lnTo>
                  <a:pt x="145356" y="183096"/>
                </a:lnTo>
                <a:lnTo>
                  <a:pt x="145354" y="183158"/>
                </a:lnTo>
                <a:lnTo>
                  <a:pt x="145351" y="183220"/>
                </a:lnTo>
                <a:lnTo>
                  <a:pt x="145349" y="183281"/>
                </a:lnTo>
                <a:lnTo>
                  <a:pt x="145347" y="183343"/>
                </a:lnTo>
                <a:lnTo>
                  <a:pt x="145345" y="183404"/>
                </a:lnTo>
                <a:lnTo>
                  <a:pt x="145344" y="183466"/>
                </a:lnTo>
                <a:lnTo>
                  <a:pt x="145342" y="183528"/>
                </a:lnTo>
                <a:lnTo>
                  <a:pt x="145341" y="183589"/>
                </a:lnTo>
                <a:lnTo>
                  <a:pt x="145340" y="183651"/>
                </a:lnTo>
                <a:lnTo>
                  <a:pt x="145339" y="183713"/>
                </a:lnTo>
                <a:lnTo>
                  <a:pt x="145339" y="183774"/>
                </a:lnTo>
                <a:lnTo>
                  <a:pt x="145339" y="183836"/>
                </a:lnTo>
                <a:lnTo>
                  <a:pt x="145338" y="183898"/>
                </a:lnTo>
                <a:lnTo>
                  <a:pt x="145337" y="183996"/>
                </a:lnTo>
                <a:lnTo>
                  <a:pt x="145332" y="184093"/>
                </a:lnTo>
                <a:lnTo>
                  <a:pt x="145324" y="184191"/>
                </a:lnTo>
                <a:lnTo>
                  <a:pt x="145313" y="184287"/>
                </a:lnTo>
                <a:lnTo>
                  <a:pt x="145298" y="184384"/>
                </a:lnTo>
                <a:lnTo>
                  <a:pt x="145281" y="184479"/>
                </a:lnTo>
                <a:lnTo>
                  <a:pt x="145260" y="184574"/>
                </a:lnTo>
                <a:lnTo>
                  <a:pt x="145237" y="184667"/>
                </a:lnTo>
                <a:lnTo>
                  <a:pt x="145210" y="184760"/>
                </a:lnTo>
                <a:lnTo>
                  <a:pt x="145181" y="184852"/>
                </a:lnTo>
                <a:lnTo>
                  <a:pt x="145148" y="184943"/>
                </a:lnTo>
                <a:lnTo>
                  <a:pt x="145113" y="185033"/>
                </a:lnTo>
                <a:lnTo>
                  <a:pt x="145074" y="185121"/>
                </a:lnTo>
                <a:lnTo>
                  <a:pt x="145033" y="185208"/>
                </a:lnTo>
                <a:lnTo>
                  <a:pt x="144989" y="185294"/>
                </a:lnTo>
                <a:lnTo>
                  <a:pt x="144942" y="185379"/>
                </a:lnTo>
                <a:lnTo>
                  <a:pt x="144892" y="185462"/>
                </a:lnTo>
                <a:lnTo>
                  <a:pt x="144840" y="185543"/>
                </a:lnTo>
                <a:lnTo>
                  <a:pt x="144785" y="185623"/>
                </a:lnTo>
                <a:lnTo>
                  <a:pt x="144727" y="185701"/>
                </a:lnTo>
                <a:lnTo>
                  <a:pt x="144667" y="185777"/>
                </a:lnTo>
                <a:lnTo>
                  <a:pt x="144604" y="185852"/>
                </a:lnTo>
                <a:lnTo>
                  <a:pt x="144538" y="185924"/>
                </a:lnTo>
                <a:lnTo>
                  <a:pt x="144470" y="185995"/>
                </a:lnTo>
                <a:lnTo>
                  <a:pt x="144399" y="186063"/>
                </a:lnTo>
                <a:lnTo>
                  <a:pt x="144327" y="186129"/>
                </a:lnTo>
                <a:lnTo>
                  <a:pt x="144252" y="186192"/>
                </a:lnTo>
                <a:lnTo>
                  <a:pt x="144176" y="186252"/>
                </a:lnTo>
                <a:lnTo>
                  <a:pt x="144098" y="186310"/>
                </a:lnTo>
                <a:lnTo>
                  <a:pt x="144018" y="186365"/>
                </a:lnTo>
                <a:lnTo>
                  <a:pt x="143936" y="186418"/>
                </a:lnTo>
                <a:lnTo>
                  <a:pt x="143853" y="186467"/>
                </a:lnTo>
                <a:lnTo>
                  <a:pt x="143769" y="186514"/>
                </a:lnTo>
                <a:lnTo>
                  <a:pt x="143683" y="186558"/>
                </a:lnTo>
                <a:lnTo>
                  <a:pt x="143596" y="186600"/>
                </a:lnTo>
                <a:lnTo>
                  <a:pt x="143507" y="186638"/>
                </a:lnTo>
                <a:lnTo>
                  <a:pt x="143418" y="186673"/>
                </a:lnTo>
                <a:lnTo>
                  <a:pt x="143327" y="186706"/>
                </a:lnTo>
                <a:lnTo>
                  <a:pt x="143235" y="186735"/>
                </a:lnTo>
                <a:lnTo>
                  <a:pt x="143142" y="186762"/>
                </a:lnTo>
                <a:lnTo>
                  <a:pt x="143048" y="186786"/>
                </a:lnTo>
                <a:lnTo>
                  <a:pt x="142954" y="186806"/>
                </a:lnTo>
                <a:lnTo>
                  <a:pt x="142858" y="186824"/>
                </a:lnTo>
                <a:lnTo>
                  <a:pt x="142762" y="186838"/>
                </a:lnTo>
                <a:lnTo>
                  <a:pt x="142665" y="186849"/>
                </a:lnTo>
                <a:lnTo>
                  <a:pt x="142568" y="186857"/>
                </a:lnTo>
                <a:lnTo>
                  <a:pt x="142470" y="186862"/>
                </a:lnTo>
                <a:lnTo>
                  <a:pt x="142372" y="186864"/>
                </a:lnTo>
                <a:lnTo>
                  <a:pt x="59322" y="186864"/>
                </a:lnTo>
                <a:lnTo>
                  <a:pt x="59224" y="186862"/>
                </a:lnTo>
                <a:close/>
                <a:moveTo>
                  <a:pt x="87500" y="35593"/>
                </a:moveTo>
                <a:lnTo>
                  <a:pt x="114194" y="35593"/>
                </a:lnTo>
                <a:lnTo>
                  <a:pt x="114194" y="41525"/>
                </a:lnTo>
                <a:lnTo>
                  <a:pt x="87500" y="41525"/>
                </a:lnTo>
                <a:lnTo>
                  <a:pt x="87500" y="35593"/>
                </a:lnTo>
                <a:close/>
                <a:moveTo>
                  <a:pt x="96899" y="95002"/>
                </a:moveTo>
                <a:lnTo>
                  <a:pt x="96482" y="93920"/>
                </a:lnTo>
                <a:lnTo>
                  <a:pt x="95999" y="92873"/>
                </a:lnTo>
                <a:lnTo>
                  <a:pt x="95451" y="91865"/>
                </a:lnTo>
                <a:lnTo>
                  <a:pt x="94842" y="90897"/>
                </a:lnTo>
                <a:lnTo>
                  <a:pt x="94173" y="89972"/>
                </a:lnTo>
                <a:lnTo>
                  <a:pt x="93448" y="89093"/>
                </a:lnTo>
                <a:lnTo>
                  <a:pt x="92668" y="88263"/>
                </a:lnTo>
                <a:lnTo>
                  <a:pt x="91838" y="87484"/>
                </a:lnTo>
                <a:lnTo>
                  <a:pt x="90959" y="86759"/>
                </a:lnTo>
                <a:lnTo>
                  <a:pt x="90035" y="86090"/>
                </a:lnTo>
                <a:lnTo>
                  <a:pt x="89067" y="85480"/>
                </a:lnTo>
                <a:lnTo>
                  <a:pt x="88058" y="84932"/>
                </a:lnTo>
                <a:lnTo>
                  <a:pt x="87012" y="84449"/>
                </a:lnTo>
                <a:lnTo>
                  <a:pt x="85930" y="84033"/>
                </a:lnTo>
                <a:lnTo>
                  <a:pt x="84815" y="83686"/>
                </a:lnTo>
                <a:lnTo>
                  <a:pt x="83671" y="83412"/>
                </a:lnTo>
                <a:lnTo>
                  <a:pt x="82499" y="83213"/>
                </a:lnTo>
                <a:lnTo>
                  <a:pt x="81303" y="83092"/>
                </a:lnTo>
                <a:lnTo>
                  <a:pt x="80084" y="83051"/>
                </a:lnTo>
                <a:lnTo>
                  <a:pt x="78866" y="83092"/>
                </a:lnTo>
                <a:lnTo>
                  <a:pt x="77670" y="83213"/>
                </a:lnTo>
                <a:lnTo>
                  <a:pt x="76498" y="83412"/>
                </a:lnTo>
                <a:lnTo>
                  <a:pt x="75353" y="83686"/>
                </a:lnTo>
                <a:lnTo>
                  <a:pt x="74239" y="84033"/>
                </a:lnTo>
                <a:lnTo>
                  <a:pt x="73157" y="84449"/>
                </a:lnTo>
                <a:lnTo>
                  <a:pt x="72111" y="84932"/>
                </a:lnTo>
                <a:lnTo>
                  <a:pt x="71102" y="85480"/>
                </a:lnTo>
                <a:lnTo>
                  <a:pt x="70134" y="86090"/>
                </a:lnTo>
                <a:lnTo>
                  <a:pt x="69209" y="86759"/>
                </a:lnTo>
                <a:lnTo>
                  <a:pt x="68331" y="87484"/>
                </a:lnTo>
                <a:lnTo>
                  <a:pt x="67500" y="88263"/>
                </a:lnTo>
                <a:lnTo>
                  <a:pt x="66721" y="89093"/>
                </a:lnTo>
                <a:lnTo>
                  <a:pt x="65996" y="89972"/>
                </a:lnTo>
                <a:lnTo>
                  <a:pt x="65327" y="90897"/>
                </a:lnTo>
                <a:lnTo>
                  <a:pt x="64718" y="91865"/>
                </a:lnTo>
                <a:lnTo>
                  <a:pt x="64170" y="92873"/>
                </a:lnTo>
                <a:lnTo>
                  <a:pt x="63686" y="93920"/>
                </a:lnTo>
                <a:lnTo>
                  <a:pt x="63270" y="95002"/>
                </a:lnTo>
                <a:lnTo>
                  <a:pt x="62924" y="96116"/>
                </a:lnTo>
                <a:lnTo>
                  <a:pt x="62649" y="97260"/>
                </a:lnTo>
                <a:lnTo>
                  <a:pt x="62450" y="98432"/>
                </a:lnTo>
                <a:lnTo>
                  <a:pt x="62329" y="99629"/>
                </a:lnTo>
                <a:lnTo>
                  <a:pt x="62288" y="100847"/>
                </a:lnTo>
                <a:lnTo>
                  <a:pt x="62288" y="163135"/>
                </a:lnTo>
                <a:lnTo>
                  <a:pt x="62329" y="164353"/>
                </a:lnTo>
                <a:lnTo>
                  <a:pt x="62450" y="165550"/>
                </a:lnTo>
                <a:lnTo>
                  <a:pt x="62649" y="166722"/>
                </a:lnTo>
                <a:lnTo>
                  <a:pt x="62924" y="167866"/>
                </a:lnTo>
                <a:lnTo>
                  <a:pt x="63270" y="168980"/>
                </a:lnTo>
                <a:lnTo>
                  <a:pt x="63686" y="170062"/>
                </a:lnTo>
                <a:lnTo>
                  <a:pt x="64170" y="171109"/>
                </a:lnTo>
                <a:lnTo>
                  <a:pt x="64718" y="172117"/>
                </a:lnTo>
                <a:lnTo>
                  <a:pt x="65327" y="173085"/>
                </a:lnTo>
                <a:lnTo>
                  <a:pt x="65996" y="174010"/>
                </a:lnTo>
                <a:lnTo>
                  <a:pt x="66721" y="174889"/>
                </a:lnTo>
                <a:lnTo>
                  <a:pt x="67500" y="175719"/>
                </a:lnTo>
                <a:lnTo>
                  <a:pt x="68331" y="176498"/>
                </a:lnTo>
                <a:lnTo>
                  <a:pt x="69209" y="177223"/>
                </a:lnTo>
                <a:lnTo>
                  <a:pt x="70134" y="177892"/>
                </a:lnTo>
                <a:lnTo>
                  <a:pt x="71102" y="178502"/>
                </a:lnTo>
                <a:lnTo>
                  <a:pt x="72111" y="179050"/>
                </a:lnTo>
                <a:lnTo>
                  <a:pt x="73157" y="179533"/>
                </a:lnTo>
                <a:lnTo>
                  <a:pt x="74239" y="179949"/>
                </a:lnTo>
                <a:lnTo>
                  <a:pt x="75353" y="180296"/>
                </a:lnTo>
                <a:lnTo>
                  <a:pt x="76498" y="180570"/>
                </a:lnTo>
                <a:lnTo>
                  <a:pt x="77670" y="180769"/>
                </a:lnTo>
                <a:lnTo>
                  <a:pt x="78866" y="180890"/>
                </a:lnTo>
                <a:lnTo>
                  <a:pt x="80084" y="180931"/>
                </a:lnTo>
                <a:lnTo>
                  <a:pt x="81303" y="180890"/>
                </a:lnTo>
                <a:lnTo>
                  <a:pt x="82499" y="180769"/>
                </a:lnTo>
                <a:lnTo>
                  <a:pt x="83671" y="180570"/>
                </a:lnTo>
                <a:lnTo>
                  <a:pt x="84815" y="180296"/>
                </a:lnTo>
                <a:lnTo>
                  <a:pt x="85930" y="179949"/>
                </a:lnTo>
                <a:lnTo>
                  <a:pt x="87012" y="179533"/>
                </a:lnTo>
                <a:lnTo>
                  <a:pt x="88058" y="179050"/>
                </a:lnTo>
                <a:lnTo>
                  <a:pt x="89067" y="178502"/>
                </a:lnTo>
                <a:lnTo>
                  <a:pt x="90035" y="177892"/>
                </a:lnTo>
                <a:lnTo>
                  <a:pt x="90959" y="177223"/>
                </a:lnTo>
                <a:lnTo>
                  <a:pt x="91838" y="176498"/>
                </a:lnTo>
                <a:lnTo>
                  <a:pt x="92668" y="175719"/>
                </a:lnTo>
                <a:lnTo>
                  <a:pt x="93448" y="174889"/>
                </a:lnTo>
                <a:lnTo>
                  <a:pt x="94173" y="174010"/>
                </a:lnTo>
                <a:lnTo>
                  <a:pt x="94842" y="173085"/>
                </a:lnTo>
                <a:lnTo>
                  <a:pt x="95451" y="172117"/>
                </a:lnTo>
                <a:lnTo>
                  <a:pt x="95999" y="171109"/>
                </a:lnTo>
                <a:lnTo>
                  <a:pt x="96482" y="170062"/>
                </a:lnTo>
                <a:lnTo>
                  <a:pt x="96899" y="168980"/>
                </a:lnTo>
                <a:lnTo>
                  <a:pt x="97245" y="167866"/>
                </a:lnTo>
                <a:lnTo>
                  <a:pt x="97519" y="166722"/>
                </a:lnTo>
                <a:lnTo>
                  <a:pt x="97719" y="165550"/>
                </a:lnTo>
                <a:lnTo>
                  <a:pt x="97840" y="164353"/>
                </a:lnTo>
                <a:lnTo>
                  <a:pt x="97881" y="163135"/>
                </a:lnTo>
                <a:lnTo>
                  <a:pt x="97881" y="100847"/>
                </a:lnTo>
                <a:lnTo>
                  <a:pt x="97840" y="99629"/>
                </a:lnTo>
                <a:lnTo>
                  <a:pt x="97719" y="98432"/>
                </a:lnTo>
                <a:lnTo>
                  <a:pt x="97519" y="97260"/>
                </a:lnTo>
                <a:lnTo>
                  <a:pt x="97245" y="96116"/>
                </a:lnTo>
                <a:lnTo>
                  <a:pt x="96899" y="95002"/>
                </a:lnTo>
                <a:close/>
                <a:moveTo>
                  <a:pt x="138008" y="93920"/>
                </a:moveTo>
                <a:lnTo>
                  <a:pt x="137524" y="92873"/>
                </a:lnTo>
                <a:lnTo>
                  <a:pt x="136976" y="91865"/>
                </a:lnTo>
                <a:lnTo>
                  <a:pt x="136367" y="90897"/>
                </a:lnTo>
                <a:lnTo>
                  <a:pt x="135698" y="89972"/>
                </a:lnTo>
                <a:lnTo>
                  <a:pt x="134973" y="89093"/>
                </a:lnTo>
                <a:lnTo>
                  <a:pt x="134194" y="88263"/>
                </a:lnTo>
                <a:lnTo>
                  <a:pt x="133363" y="87484"/>
                </a:lnTo>
                <a:lnTo>
                  <a:pt x="132485" y="86759"/>
                </a:lnTo>
                <a:lnTo>
                  <a:pt x="131560" y="86090"/>
                </a:lnTo>
                <a:lnTo>
                  <a:pt x="130592" y="85480"/>
                </a:lnTo>
                <a:lnTo>
                  <a:pt x="129583" y="84932"/>
                </a:lnTo>
                <a:lnTo>
                  <a:pt x="128537" y="84449"/>
                </a:lnTo>
                <a:lnTo>
                  <a:pt x="127455" y="84033"/>
                </a:lnTo>
                <a:lnTo>
                  <a:pt x="126341" y="83686"/>
                </a:lnTo>
                <a:lnTo>
                  <a:pt x="125196" y="83412"/>
                </a:lnTo>
                <a:lnTo>
                  <a:pt x="124025" y="83213"/>
                </a:lnTo>
                <a:lnTo>
                  <a:pt x="122828" y="83092"/>
                </a:lnTo>
                <a:lnTo>
                  <a:pt x="121610" y="83051"/>
                </a:lnTo>
                <a:lnTo>
                  <a:pt x="120391" y="83092"/>
                </a:lnTo>
                <a:lnTo>
                  <a:pt x="119195" y="83213"/>
                </a:lnTo>
                <a:lnTo>
                  <a:pt x="118023" y="83412"/>
                </a:lnTo>
                <a:lnTo>
                  <a:pt x="116879" y="83686"/>
                </a:lnTo>
                <a:lnTo>
                  <a:pt x="115764" y="84033"/>
                </a:lnTo>
                <a:lnTo>
                  <a:pt x="114682" y="84449"/>
                </a:lnTo>
                <a:lnTo>
                  <a:pt x="113636" y="84932"/>
                </a:lnTo>
                <a:lnTo>
                  <a:pt x="112627" y="85480"/>
                </a:lnTo>
                <a:lnTo>
                  <a:pt x="111659" y="86090"/>
                </a:lnTo>
                <a:lnTo>
                  <a:pt x="110735" y="86759"/>
                </a:lnTo>
                <a:lnTo>
                  <a:pt x="109856" y="87484"/>
                </a:lnTo>
                <a:lnTo>
                  <a:pt x="109026" y="88263"/>
                </a:lnTo>
                <a:lnTo>
                  <a:pt x="108247" y="89093"/>
                </a:lnTo>
                <a:lnTo>
                  <a:pt x="107521" y="89972"/>
                </a:lnTo>
                <a:lnTo>
                  <a:pt x="106853" y="90897"/>
                </a:lnTo>
                <a:lnTo>
                  <a:pt x="106243" y="91865"/>
                </a:lnTo>
                <a:lnTo>
                  <a:pt x="105695" y="92873"/>
                </a:lnTo>
                <a:lnTo>
                  <a:pt x="105212" y="93920"/>
                </a:lnTo>
                <a:lnTo>
                  <a:pt x="104795" y="95002"/>
                </a:lnTo>
                <a:lnTo>
                  <a:pt x="104449" y="96116"/>
                </a:lnTo>
                <a:lnTo>
                  <a:pt x="104175" y="97260"/>
                </a:lnTo>
                <a:lnTo>
                  <a:pt x="103976" y="98432"/>
                </a:lnTo>
                <a:lnTo>
                  <a:pt x="103854" y="99629"/>
                </a:lnTo>
                <a:lnTo>
                  <a:pt x="103813" y="100847"/>
                </a:lnTo>
                <a:lnTo>
                  <a:pt x="103813" y="163135"/>
                </a:lnTo>
                <a:lnTo>
                  <a:pt x="103854" y="164353"/>
                </a:lnTo>
                <a:lnTo>
                  <a:pt x="103976" y="165550"/>
                </a:lnTo>
                <a:lnTo>
                  <a:pt x="104175" y="166722"/>
                </a:lnTo>
                <a:lnTo>
                  <a:pt x="104449" y="167866"/>
                </a:lnTo>
                <a:lnTo>
                  <a:pt x="104795" y="168980"/>
                </a:lnTo>
                <a:lnTo>
                  <a:pt x="105212" y="170062"/>
                </a:lnTo>
                <a:lnTo>
                  <a:pt x="105695" y="171109"/>
                </a:lnTo>
                <a:lnTo>
                  <a:pt x="106243" y="172117"/>
                </a:lnTo>
                <a:lnTo>
                  <a:pt x="106853" y="173085"/>
                </a:lnTo>
                <a:lnTo>
                  <a:pt x="107521" y="174010"/>
                </a:lnTo>
                <a:lnTo>
                  <a:pt x="108247" y="174889"/>
                </a:lnTo>
                <a:lnTo>
                  <a:pt x="109026" y="175719"/>
                </a:lnTo>
                <a:lnTo>
                  <a:pt x="109856" y="176498"/>
                </a:lnTo>
                <a:lnTo>
                  <a:pt x="110735" y="177223"/>
                </a:lnTo>
                <a:lnTo>
                  <a:pt x="111659" y="177892"/>
                </a:lnTo>
                <a:lnTo>
                  <a:pt x="112627" y="178502"/>
                </a:lnTo>
                <a:lnTo>
                  <a:pt x="113636" y="179050"/>
                </a:lnTo>
                <a:lnTo>
                  <a:pt x="114682" y="179533"/>
                </a:lnTo>
                <a:lnTo>
                  <a:pt x="115764" y="179949"/>
                </a:lnTo>
                <a:lnTo>
                  <a:pt x="116879" y="180296"/>
                </a:lnTo>
                <a:lnTo>
                  <a:pt x="118023" y="180570"/>
                </a:lnTo>
                <a:lnTo>
                  <a:pt x="119195" y="180769"/>
                </a:lnTo>
                <a:lnTo>
                  <a:pt x="120391" y="180890"/>
                </a:lnTo>
                <a:lnTo>
                  <a:pt x="121610" y="180931"/>
                </a:lnTo>
                <a:lnTo>
                  <a:pt x="122828" y="180890"/>
                </a:lnTo>
                <a:lnTo>
                  <a:pt x="124025" y="180769"/>
                </a:lnTo>
                <a:lnTo>
                  <a:pt x="125196" y="180570"/>
                </a:lnTo>
                <a:lnTo>
                  <a:pt x="126341" y="180296"/>
                </a:lnTo>
                <a:lnTo>
                  <a:pt x="127455" y="179949"/>
                </a:lnTo>
                <a:lnTo>
                  <a:pt x="128537" y="179533"/>
                </a:lnTo>
                <a:lnTo>
                  <a:pt x="129583" y="179050"/>
                </a:lnTo>
                <a:lnTo>
                  <a:pt x="130592" y="178502"/>
                </a:lnTo>
                <a:lnTo>
                  <a:pt x="131560" y="177892"/>
                </a:lnTo>
                <a:lnTo>
                  <a:pt x="132485" y="177223"/>
                </a:lnTo>
                <a:lnTo>
                  <a:pt x="133363" y="176498"/>
                </a:lnTo>
                <a:lnTo>
                  <a:pt x="134194" y="175719"/>
                </a:lnTo>
                <a:lnTo>
                  <a:pt x="134973" y="174889"/>
                </a:lnTo>
                <a:lnTo>
                  <a:pt x="135698" y="174010"/>
                </a:lnTo>
                <a:lnTo>
                  <a:pt x="136367" y="173085"/>
                </a:lnTo>
                <a:lnTo>
                  <a:pt x="136976" y="172117"/>
                </a:lnTo>
                <a:lnTo>
                  <a:pt x="137524" y="171109"/>
                </a:lnTo>
                <a:lnTo>
                  <a:pt x="138008" y="170062"/>
                </a:lnTo>
                <a:lnTo>
                  <a:pt x="138424" y="168980"/>
                </a:lnTo>
                <a:lnTo>
                  <a:pt x="138771" y="167866"/>
                </a:lnTo>
                <a:lnTo>
                  <a:pt x="139045" y="166722"/>
                </a:lnTo>
                <a:lnTo>
                  <a:pt x="139244" y="165550"/>
                </a:lnTo>
                <a:lnTo>
                  <a:pt x="139365" y="164353"/>
                </a:lnTo>
                <a:lnTo>
                  <a:pt x="139406" y="163135"/>
                </a:lnTo>
                <a:lnTo>
                  <a:pt x="139406" y="100847"/>
                </a:lnTo>
                <a:lnTo>
                  <a:pt x="139365" y="99629"/>
                </a:lnTo>
                <a:lnTo>
                  <a:pt x="139244" y="98432"/>
                </a:lnTo>
                <a:lnTo>
                  <a:pt x="139045" y="97260"/>
                </a:lnTo>
                <a:lnTo>
                  <a:pt x="138771" y="96116"/>
                </a:lnTo>
                <a:lnTo>
                  <a:pt x="138424" y="95002"/>
                </a:lnTo>
                <a:lnTo>
                  <a:pt x="138008" y="93920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C39681-1C2B-49FC-AD74-BDFF534B85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67436" y="756394"/>
            <a:ext cx="201694" cy="222457"/>
          </a:xfrm>
          <a:custGeom xmlns:a="http://schemas.openxmlformats.org/drawingml/2006/main">
            <a:pathLst>
              <a:path w="201694" h="222457">
                <a:moveTo>
                  <a:pt x="76381" y="244"/>
                </a:moveTo>
                <a:lnTo>
                  <a:pt x="75468" y="381"/>
                </a:lnTo>
                <a:lnTo>
                  <a:pt x="74562" y="546"/>
                </a:lnTo>
                <a:lnTo>
                  <a:pt x="73663" y="741"/>
                </a:lnTo>
                <a:lnTo>
                  <a:pt x="72772" y="965"/>
                </a:lnTo>
                <a:lnTo>
                  <a:pt x="71889" y="1218"/>
                </a:lnTo>
                <a:lnTo>
                  <a:pt x="71016" y="1499"/>
                </a:lnTo>
                <a:lnTo>
                  <a:pt x="70153" y="1808"/>
                </a:lnTo>
                <a:lnTo>
                  <a:pt x="69301" y="2145"/>
                </a:lnTo>
                <a:lnTo>
                  <a:pt x="68460" y="2509"/>
                </a:lnTo>
                <a:lnTo>
                  <a:pt x="67632" y="2901"/>
                </a:lnTo>
                <a:lnTo>
                  <a:pt x="66816" y="3320"/>
                </a:lnTo>
                <a:lnTo>
                  <a:pt x="66013" y="3765"/>
                </a:lnTo>
                <a:lnTo>
                  <a:pt x="65225" y="4236"/>
                </a:lnTo>
                <a:lnTo>
                  <a:pt x="64451" y="4734"/>
                </a:lnTo>
                <a:lnTo>
                  <a:pt x="63693" y="5258"/>
                </a:lnTo>
                <a:lnTo>
                  <a:pt x="62951" y="5807"/>
                </a:lnTo>
                <a:lnTo>
                  <a:pt x="62226" y="6381"/>
                </a:lnTo>
                <a:lnTo>
                  <a:pt x="61519" y="6981"/>
                </a:lnTo>
                <a:lnTo>
                  <a:pt x="60830" y="7605"/>
                </a:lnTo>
                <a:lnTo>
                  <a:pt x="60160" y="8253"/>
                </a:lnTo>
                <a:lnTo>
                  <a:pt x="59511" y="8923"/>
                </a:lnTo>
                <a:lnTo>
                  <a:pt x="58887" y="9613"/>
                </a:lnTo>
                <a:lnTo>
                  <a:pt x="58288" y="10320"/>
                </a:lnTo>
                <a:lnTo>
                  <a:pt x="57713" y="11045"/>
                </a:lnTo>
                <a:lnTo>
                  <a:pt x="57164" y="11787"/>
                </a:lnTo>
                <a:lnTo>
                  <a:pt x="56641" y="12545"/>
                </a:lnTo>
                <a:lnTo>
                  <a:pt x="56143" y="13318"/>
                </a:lnTo>
                <a:lnTo>
                  <a:pt x="55671" y="14107"/>
                </a:lnTo>
                <a:lnTo>
                  <a:pt x="55226" y="14909"/>
                </a:lnTo>
                <a:lnTo>
                  <a:pt x="54808" y="15725"/>
                </a:lnTo>
                <a:lnTo>
                  <a:pt x="54416" y="16554"/>
                </a:lnTo>
                <a:lnTo>
                  <a:pt x="54051" y="17395"/>
                </a:lnTo>
                <a:lnTo>
                  <a:pt x="53715" y="18247"/>
                </a:lnTo>
                <a:lnTo>
                  <a:pt x="53406" y="19110"/>
                </a:lnTo>
                <a:lnTo>
                  <a:pt x="53125" y="19983"/>
                </a:lnTo>
                <a:lnTo>
                  <a:pt x="52872" y="20865"/>
                </a:lnTo>
                <a:lnTo>
                  <a:pt x="52648" y="21756"/>
                </a:lnTo>
                <a:lnTo>
                  <a:pt x="52453" y="22655"/>
                </a:lnTo>
                <a:lnTo>
                  <a:pt x="52287" y="23561"/>
                </a:lnTo>
                <a:lnTo>
                  <a:pt x="52151" y="24474"/>
                </a:lnTo>
                <a:lnTo>
                  <a:pt x="52044" y="25393"/>
                </a:lnTo>
                <a:lnTo>
                  <a:pt x="51968" y="26317"/>
                </a:lnTo>
                <a:lnTo>
                  <a:pt x="51922" y="27245"/>
                </a:lnTo>
                <a:lnTo>
                  <a:pt x="51907" y="28178"/>
                </a:lnTo>
                <a:lnTo>
                  <a:pt x="51907" y="41525"/>
                </a:lnTo>
                <a:lnTo>
                  <a:pt x="17797" y="41525"/>
                </a:lnTo>
                <a:lnTo>
                  <a:pt x="16578" y="41566"/>
                </a:lnTo>
                <a:lnTo>
                  <a:pt x="15382" y="41688"/>
                </a:lnTo>
                <a:lnTo>
                  <a:pt x="14210" y="41887"/>
                </a:lnTo>
                <a:lnTo>
                  <a:pt x="13066" y="42161"/>
                </a:lnTo>
                <a:lnTo>
                  <a:pt x="11951" y="42508"/>
                </a:lnTo>
                <a:lnTo>
                  <a:pt x="10869" y="42924"/>
                </a:lnTo>
                <a:lnTo>
                  <a:pt x="9823" y="43407"/>
                </a:lnTo>
                <a:lnTo>
                  <a:pt x="8814" y="43955"/>
                </a:lnTo>
                <a:lnTo>
                  <a:pt x="7846" y="44565"/>
                </a:lnTo>
                <a:lnTo>
                  <a:pt x="6922" y="45233"/>
                </a:lnTo>
                <a:lnTo>
                  <a:pt x="6043" y="45959"/>
                </a:lnTo>
                <a:lnTo>
                  <a:pt x="5212" y="46738"/>
                </a:lnTo>
                <a:lnTo>
                  <a:pt x="4433" y="47568"/>
                </a:lnTo>
                <a:lnTo>
                  <a:pt x="3708" y="48447"/>
                </a:lnTo>
                <a:lnTo>
                  <a:pt x="3039" y="49372"/>
                </a:lnTo>
                <a:lnTo>
                  <a:pt x="2430" y="50340"/>
                </a:lnTo>
                <a:lnTo>
                  <a:pt x="1882" y="51348"/>
                </a:lnTo>
                <a:lnTo>
                  <a:pt x="1399" y="52395"/>
                </a:lnTo>
                <a:lnTo>
                  <a:pt x="982" y="53476"/>
                </a:lnTo>
                <a:lnTo>
                  <a:pt x="636" y="54591"/>
                </a:lnTo>
                <a:lnTo>
                  <a:pt x="362" y="55735"/>
                </a:lnTo>
                <a:lnTo>
                  <a:pt x="162" y="56907"/>
                </a:lnTo>
                <a:lnTo>
                  <a:pt x="41" y="58103"/>
                </a:lnTo>
                <a:lnTo>
                  <a:pt x="0" y="59322"/>
                </a:lnTo>
                <a:lnTo>
                  <a:pt x="41" y="60540"/>
                </a:lnTo>
                <a:lnTo>
                  <a:pt x="162" y="61737"/>
                </a:lnTo>
                <a:lnTo>
                  <a:pt x="362" y="62908"/>
                </a:lnTo>
                <a:lnTo>
                  <a:pt x="636" y="64053"/>
                </a:lnTo>
                <a:lnTo>
                  <a:pt x="982" y="65167"/>
                </a:lnTo>
                <a:lnTo>
                  <a:pt x="1399" y="66249"/>
                </a:lnTo>
                <a:lnTo>
                  <a:pt x="1882" y="67296"/>
                </a:lnTo>
                <a:lnTo>
                  <a:pt x="2430" y="68304"/>
                </a:lnTo>
                <a:lnTo>
                  <a:pt x="3039" y="69272"/>
                </a:lnTo>
                <a:lnTo>
                  <a:pt x="3708" y="70197"/>
                </a:lnTo>
                <a:lnTo>
                  <a:pt x="4433" y="71076"/>
                </a:lnTo>
                <a:lnTo>
                  <a:pt x="5212" y="71906"/>
                </a:lnTo>
                <a:lnTo>
                  <a:pt x="6043" y="72685"/>
                </a:lnTo>
                <a:lnTo>
                  <a:pt x="6922" y="73410"/>
                </a:lnTo>
                <a:lnTo>
                  <a:pt x="7846" y="74079"/>
                </a:lnTo>
                <a:lnTo>
                  <a:pt x="8814" y="74689"/>
                </a:lnTo>
                <a:lnTo>
                  <a:pt x="9823" y="75236"/>
                </a:lnTo>
                <a:lnTo>
                  <a:pt x="10869" y="75720"/>
                </a:lnTo>
                <a:lnTo>
                  <a:pt x="11713" y="76045"/>
                </a:lnTo>
                <a:lnTo>
                  <a:pt x="20778" y="184821"/>
                </a:lnTo>
                <a:lnTo>
                  <a:pt x="20784" y="185174"/>
                </a:lnTo>
                <a:lnTo>
                  <a:pt x="20847" y="186444"/>
                </a:lnTo>
                <a:lnTo>
                  <a:pt x="20951" y="187709"/>
                </a:lnTo>
                <a:lnTo>
                  <a:pt x="21097" y="188966"/>
                </a:lnTo>
                <a:lnTo>
                  <a:pt x="21284" y="190215"/>
                </a:lnTo>
                <a:lnTo>
                  <a:pt x="21510" y="191455"/>
                </a:lnTo>
                <a:lnTo>
                  <a:pt x="21777" y="192685"/>
                </a:lnTo>
                <a:lnTo>
                  <a:pt x="22084" y="193905"/>
                </a:lnTo>
                <a:lnTo>
                  <a:pt x="22429" y="195112"/>
                </a:lnTo>
                <a:lnTo>
                  <a:pt x="22814" y="196307"/>
                </a:lnTo>
                <a:lnTo>
                  <a:pt x="23237" y="197487"/>
                </a:lnTo>
                <a:lnTo>
                  <a:pt x="23698" y="198654"/>
                </a:lnTo>
                <a:lnTo>
                  <a:pt x="24196" y="199804"/>
                </a:lnTo>
                <a:lnTo>
                  <a:pt x="24732" y="200938"/>
                </a:lnTo>
                <a:lnTo>
                  <a:pt x="25305" y="202055"/>
                </a:lnTo>
                <a:lnTo>
                  <a:pt x="25914" y="203153"/>
                </a:lnTo>
                <a:lnTo>
                  <a:pt x="26560" y="204232"/>
                </a:lnTo>
                <a:lnTo>
                  <a:pt x="27241" y="205290"/>
                </a:lnTo>
                <a:lnTo>
                  <a:pt x="27958" y="206328"/>
                </a:lnTo>
                <a:lnTo>
                  <a:pt x="28709" y="207343"/>
                </a:lnTo>
                <a:lnTo>
                  <a:pt x="29495" y="208335"/>
                </a:lnTo>
                <a:lnTo>
                  <a:pt x="30315" y="209303"/>
                </a:lnTo>
                <a:lnTo>
                  <a:pt x="31169" y="210246"/>
                </a:lnTo>
                <a:lnTo>
                  <a:pt x="32056" y="211163"/>
                </a:lnTo>
                <a:lnTo>
                  <a:pt x="32974" y="212050"/>
                </a:lnTo>
                <a:lnTo>
                  <a:pt x="33917" y="212904"/>
                </a:lnTo>
                <a:lnTo>
                  <a:pt x="34885" y="213724"/>
                </a:lnTo>
                <a:lnTo>
                  <a:pt x="35877" y="214510"/>
                </a:lnTo>
                <a:lnTo>
                  <a:pt x="36892" y="215262"/>
                </a:lnTo>
                <a:lnTo>
                  <a:pt x="37929" y="215978"/>
                </a:lnTo>
                <a:lnTo>
                  <a:pt x="38988" y="216660"/>
                </a:lnTo>
                <a:lnTo>
                  <a:pt x="40066" y="217305"/>
                </a:lnTo>
                <a:lnTo>
                  <a:pt x="41165" y="217914"/>
                </a:lnTo>
                <a:lnTo>
                  <a:pt x="42281" y="218487"/>
                </a:lnTo>
                <a:lnTo>
                  <a:pt x="43415" y="219023"/>
                </a:lnTo>
                <a:lnTo>
                  <a:pt x="44566" y="219522"/>
                </a:lnTo>
                <a:lnTo>
                  <a:pt x="45732" y="219983"/>
                </a:lnTo>
                <a:lnTo>
                  <a:pt x="46913" y="220406"/>
                </a:lnTo>
                <a:lnTo>
                  <a:pt x="48107" y="220790"/>
                </a:lnTo>
                <a:lnTo>
                  <a:pt x="49315" y="221136"/>
                </a:lnTo>
                <a:lnTo>
                  <a:pt x="50534" y="221442"/>
                </a:lnTo>
                <a:lnTo>
                  <a:pt x="51764" y="221709"/>
                </a:lnTo>
                <a:lnTo>
                  <a:pt x="53004" y="221936"/>
                </a:lnTo>
                <a:lnTo>
                  <a:pt x="54253" y="222122"/>
                </a:lnTo>
                <a:lnTo>
                  <a:pt x="55511" y="222268"/>
                </a:lnTo>
                <a:lnTo>
                  <a:pt x="56775" y="222373"/>
                </a:lnTo>
                <a:lnTo>
                  <a:pt x="58046" y="222436"/>
                </a:lnTo>
                <a:lnTo>
                  <a:pt x="59322" y="222457"/>
                </a:lnTo>
                <a:lnTo>
                  <a:pt x="142372" y="222457"/>
                </a:lnTo>
                <a:lnTo>
                  <a:pt x="143648" y="222436"/>
                </a:lnTo>
                <a:lnTo>
                  <a:pt x="144919" y="222373"/>
                </a:lnTo>
                <a:lnTo>
                  <a:pt x="146183" y="222268"/>
                </a:lnTo>
                <a:lnTo>
                  <a:pt x="147441" y="222122"/>
                </a:lnTo>
                <a:lnTo>
                  <a:pt x="148690" y="221936"/>
                </a:lnTo>
                <a:lnTo>
                  <a:pt x="149930" y="221709"/>
                </a:lnTo>
                <a:lnTo>
                  <a:pt x="151160" y="221442"/>
                </a:lnTo>
                <a:lnTo>
                  <a:pt x="152379" y="221136"/>
                </a:lnTo>
                <a:lnTo>
                  <a:pt x="153587" y="220790"/>
                </a:lnTo>
                <a:lnTo>
                  <a:pt x="154781" y="220406"/>
                </a:lnTo>
                <a:lnTo>
                  <a:pt x="155962" y="219983"/>
                </a:lnTo>
                <a:lnTo>
                  <a:pt x="157128" y="219522"/>
                </a:lnTo>
                <a:lnTo>
                  <a:pt x="158279" y="219023"/>
                </a:lnTo>
                <a:lnTo>
                  <a:pt x="159413" y="218487"/>
                </a:lnTo>
                <a:lnTo>
                  <a:pt x="160529" y="217914"/>
                </a:lnTo>
                <a:lnTo>
                  <a:pt x="161628" y="217305"/>
                </a:lnTo>
                <a:lnTo>
                  <a:pt x="162706" y="216660"/>
                </a:lnTo>
                <a:lnTo>
                  <a:pt x="163765" y="215978"/>
                </a:lnTo>
                <a:lnTo>
                  <a:pt x="164802" y="215262"/>
                </a:lnTo>
                <a:lnTo>
                  <a:pt x="165817" y="214510"/>
                </a:lnTo>
                <a:lnTo>
                  <a:pt x="166810" y="213724"/>
                </a:lnTo>
                <a:lnTo>
                  <a:pt x="167778" y="212904"/>
                </a:lnTo>
                <a:lnTo>
                  <a:pt x="168721" y="212050"/>
                </a:lnTo>
                <a:lnTo>
                  <a:pt x="169638" y="211163"/>
                </a:lnTo>
                <a:lnTo>
                  <a:pt x="170525" y="210246"/>
                </a:lnTo>
                <a:lnTo>
                  <a:pt x="171379" y="209303"/>
                </a:lnTo>
                <a:lnTo>
                  <a:pt x="172199" y="208335"/>
                </a:lnTo>
                <a:lnTo>
                  <a:pt x="172985" y="207343"/>
                </a:lnTo>
                <a:lnTo>
                  <a:pt x="173737" y="206328"/>
                </a:lnTo>
                <a:lnTo>
                  <a:pt x="174453" y="205290"/>
                </a:lnTo>
                <a:lnTo>
                  <a:pt x="175134" y="204232"/>
                </a:lnTo>
                <a:lnTo>
                  <a:pt x="175780" y="203153"/>
                </a:lnTo>
                <a:lnTo>
                  <a:pt x="176389" y="202055"/>
                </a:lnTo>
                <a:lnTo>
                  <a:pt x="176962" y="200938"/>
                </a:lnTo>
                <a:lnTo>
                  <a:pt x="177498" y="199804"/>
                </a:lnTo>
                <a:lnTo>
                  <a:pt x="177996" y="198654"/>
                </a:lnTo>
                <a:lnTo>
                  <a:pt x="178457" y="197487"/>
                </a:lnTo>
                <a:lnTo>
                  <a:pt x="178880" y="196307"/>
                </a:lnTo>
                <a:lnTo>
                  <a:pt x="179265" y="195112"/>
                </a:lnTo>
                <a:lnTo>
                  <a:pt x="179610" y="193905"/>
                </a:lnTo>
                <a:lnTo>
                  <a:pt x="179917" y="192685"/>
                </a:lnTo>
                <a:lnTo>
                  <a:pt x="180184" y="191455"/>
                </a:lnTo>
                <a:lnTo>
                  <a:pt x="180411" y="190215"/>
                </a:lnTo>
                <a:lnTo>
                  <a:pt x="180597" y="188966"/>
                </a:lnTo>
                <a:lnTo>
                  <a:pt x="180743" y="187709"/>
                </a:lnTo>
                <a:lnTo>
                  <a:pt x="180847" y="186444"/>
                </a:lnTo>
                <a:lnTo>
                  <a:pt x="180910" y="185174"/>
                </a:lnTo>
                <a:lnTo>
                  <a:pt x="180916" y="184821"/>
                </a:lnTo>
                <a:lnTo>
                  <a:pt x="189981" y="76045"/>
                </a:lnTo>
                <a:lnTo>
                  <a:pt x="190825" y="75720"/>
                </a:lnTo>
                <a:lnTo>
                  <a:pt x="191871" y="75236"/>
                </a:lnTo>
                <a:lnTo>
                  <a:pt x="192880" y="74689"/>
                </a:lnTo>
                <a:lnTo>
                  <a:pt x="193848" y="74079"/>
                </a:lnTo>
                <a:lnTo>
                  <a:pt x="194773" y="73410"/>
                </a:lnTo>
                <a:lnTo>
                  <a:pt x="195651" y="72685"/>
                </a:lnTo>
                <a:lnTo>
                  <a:pt x="196482" y="71906"/>
                </a:lnTo>
                <a:lnTo>
                  <a:pt x="197261" y="71076"/>
                </a:lnTo>
                <a:lnTo>
                  <a:pt x="197986" y="70197"/>
                </a:lnTo>
                <a:lnTo>
                  <a:pt x="198655" y="69272"/>
                </a:lnTo>
                <a:lnTo>
                  <a:pt x="199264" y="68304"/>
                </a:lnTo>
                <a:lnTo>
                  <a:pt x="199812" y="67296"/>
                </a:lnTo>
                <a:lnTo>
                  <a:pt x="200296" y="66249"/>
                </a:lnTo>
                <a:lnTo>
                  <a:pt x="200712" y="65167"/>
                </a:lnTo>
                <a:lnTo>
                  <a:pt x="201058" y="64053"/>
                </a:lnTo>
                <a:lnTo>
                  <a:pt x="201333" y="62908"/>
                </a:lnTo>
                <a:lnTo>
                  <a:pt x="201532" y="61737"/>
                </a:lnTo>
                <a:lnTo>
                  <a:pt x="201653" y="60540"/>
                </a:lnTo>
                <a:lnTo>
                  <a:pt x="201694" y="59322"/>
                </a:lnTo>
                <a:lnTo>
                  <a:pt x="201653" y="58103"/>
                </a:lnTo>
                <a:lnTo>
                  <a:pt x="201532" y="56907"/>
                </a:lnTo>
                <a:lnTo>
                  <a:pt x="201333" y="55735"/>
                </a:lnTo>
                <a:lnTo>
                  <a:pt x="201058" y="54591"/>
                </a:lnTo>
                <a:lnTo>
                  <a:pt x="200712" y="53476"/>
                </a:lnTo>
                <a:lnTo>
                  <a:pt x="200296" y="52395"/>
                </a:lnTo>
                <a:lnTo>
                  <a:pt x="199812" y="51348"/>
                </a:lnTo>
                <a:lnTo>
                  <a:pt x="199264" y="50340"/>
                </a:lnTo>
                <a:lnTo>
                  <a:pt x="198655" y="49372"/>
                </a:lnTo>
                <a:lnTo>
                  <a:pt x="197986" y="48447"/>
                </a:lnTo>
                <a:lnTo>
                  <a:pt x="197261" y="47568"/>
                </a:lnTo>
                <a:lnTo>
                  <a:pt x="196482" y="46738"/>
                </a:lnTo>
                <a:lnTo>
                  <a:pt x="195651" y="45959"/>
                </a:lnTo>
                <a:lnTo>
                  <a:pt x="194773" y="45233"/>
                </a:lnTo>
                <a:lnTo>
                  <a:pt x="193848" y="44565"/>
                </a:lnTo>
                <a:lnTo>
                  <a:pt x="192880" y="43955"/>
                </a:lnTo>
                <a:lnTo>
                  <a:pt x="191871" y="43407"/>
                </a:lnTo>
                <a:lnTo>
                  <a:pt x="190825" y="42924"/>
                </a:lnTo>
                <a:lnTo>
                  <a:pt x="189743" y="42508"/>
                </a:lnTo>
                <a:lnTo>
                  <a:pt x="188629" y="42161"/>
                </a:lnTo>
                <a:lnTo>
                  <a:pt x="187484" y="41887"/>
                </a:lnTo>
                <a:lnTo>
                  <a:pt x="186312" y="41688"/>
                </a:lnTo>
                <a:lnTo>
                  <a:pt x="185116" y="41566"/>
                </a:lnTo>
                <a:lnTo>
                  <a:pt x="183898" y="41525"/>
                </a:lnTo>
                <a:lnTo>
                  <a:pt x="149788" y="41525"/>
                </a:lnTo>
                <a:lnTo>
                  <a:pt x="149788" y="28178"/>
                </a:lnTo>
                <a:lnTo>
                  <a:pt x="149772" y="27245"/>
                </a:lnTo>
                <a:lnTo>
                  <a:pt x="149726" y="26317"/>
                </a:lnTo>
                <a:lnTo>
                  <a:pt x="149650" y="25393"/>
                </a:lnTo>
                <a:lnTo>
                  <a:pt x="149543" y="24474"/>
                </a:lnTo>
                <a:lnTo>
                  <a:pt x="149407" y="23561"/>
                </a:lnTo>
                <a:lnTo>
                  <a:pt x="149241" y="22655"/>
                </a:lnTo>
                <a:lnTo>
                  <a:pt x="149046" y="21756"/>
                </a:lnTo>
                <a:lnTo>
                  <a:pt x="148822" y="20865"/>
                </a:lnTo>
                <a:lnTo>
                  <a:pt x="148570" y="19983"/>
                </a:lnTo>
                <a:lnTo>
                  <a:pt x="148289" y="19110"/>
                </a:lnTo>
                <a:lnTo>
                  <a:pt x="147980" y="18247"/>
                </a:lnTo>
                <a:lnTo>
                  <a:pt x="147643" y="17395"/>
                </a:lnTo>
                <a:lnTo>
                  <a:pt x="147278" y="16554"/>
                </a:lnTo>
                <a:lnTo>
                  <a:pt x="146887" y="15725"/>
                </a:lnTo>
                <a:lnTo>
                  <a:pt x="146468" y="14909"/>
                </a:lnTo>
                <a:lnTo>
                  <a:pt x="146023" y="14107"/>
                </a:lnTo>
                <a:lnTo>
                  <a:pt x="145551" y="13318"/>
                </a:lnTo>
                <a:lnTo>
                  <a:pt x="145053" y="12545"/>
                </a:lnTo>
                <a:lnTo>
                  <a:pt x="144530" y="11787"/>
                </a:lnTo>
                <a:lnTo>
                  <a:pt x="143981" y="11045"/>
                </a:lnTo>
                <a:lnTo>
                  <a:pt x="143406" y="10320"/>
                </a:lnTo>
                <a:lnTo>
                  <a:pt x="142807" y="9613"/>
                </a:lnTo>
                <a:lnTo>
                  <a:pt x="142183" y="8923"/>
                </a:lnTo>
                <a:lnTo>
                  <a:pt x="141534" y="8253"/>
                </a:lnTo>
                <a:lnTo>
                  <a:pt x="140864" y="7605"/>
                </a:lnTo>
                <a:lnTo>
                  <a:pt x="140175" y="6981"/>
                </a:lnTo>
                <a:lnTo>
                  <a:pt x="139468" y="6381"/>
                </a:lnTo>
                <a:lnTo>
                  <a:pt x="138743" y="5807"/>
                </a:lnTo>
                <a:lnTo>
                  <a:pt x="138001" y="5258"/>
                </a:lnTo>
                <a:lnTo>
                  <a:pt x="137243" y="4734"/>
                </a:lnTo>
                <a:lnTo>
                  <a:pt x="136469" y="4236"/>
                </a:lnTo>
                <a:lnTo>
                  <a:pt x="135681" y="3765"/>
                </a:lnTo>
                <a:lnTo>
                  <a:pt x="134878" y="3320"/>
                </a:lnTo>
                <a:lnTo>
                  <a:pt x="134062" y="2901"/>
                </a:lnTo>
                <a:lnTo>
                  <a:pt x="133234" y="2509"/>
                </a:lnTo>
                <a:lnTo>
                  <a:pt x="132393" y="2145"/>
                </a:lnTo>
                <a:lnTo>
                  <a:pt x="131541" y="1808"/>
                </a:lnTo>
                <a:lnTo>
                  <a:pt x="130678" y="1499"/>
                </a:lnTo>
                <a:lnTo>
                  <a:pt x="129805" y="1218"/>
                </a:lnTo>
                <a:lnTo>
                  <a:pt x="128923" y="965"/>
                </a:lnTo>
                <a:lnTo>
                  <a:pt x="128032" y="741"/>
                </a:lnTo>
                <a:lnTo>
                  <a:pt x="127133" y="546"/>
                </a:lnTo>
                <a:lnTo>
                  <a:pt x="126226" y="381"/>
                </a:lnTo>
                <a:lnTo>
                  <a:pt x="125314" y="244"/>
                </a:lnTo>
                <a:lnTo>
                  <a:pt x="124395" y="138"/>
                </a:lnTo>
                <a:lnTo>
                  <a:pt x="123471" y="61"/>
                </a:lnTo>
                <a:lnTo>
                  <a:pt x="122542" y="15"/>
                </a:lnTo>
                <a:lnTo>
                  <a:pt x="121610" y="0"/>
                </a:lnTo>
                <a:lnTo>
                  <a:pt x="80084" y="0"/>
                </a:lnTo>
                <a:lnTo>
                  <a:pt x="79152" y="15"/>
                </a:lnTo>
                <a:lnTo>
                  <a:pt x="78223" y="61"/>
                </a:lnTo>
                <a:lnTo>
                  <a:pt x="77299" y="138"/>
                </a:lnTo>
                <a:lnTo>
                  <a:pt x="76381" y="244"/>
                </a:lnTo>
                <a:close/>
                <a:moveTo>
                  <a:pt x="59224" y="186862"/>
                </a:moveTo>
                <a:lnTo>
                  <a:pt x="59126" y="186857"/>
                </a:lnTo>
                <a:lnTo>
                  <a:pt x="59029" y="186849"/>
                </a:lnTo>
                <a:lnTo>
                  <a:pt x="58932" y="186838"/>
                </a:lnTo>
                <a:lnTo>
                  <a:pt x="58836" y="186824"/>
                </a:lnTo>
                <a:lnTo>
                  <a:pt x="58740" y="186806"/>
                </a:lnTo>
                <a:lnTo>
                  <a:pt x="58646" y="186786"/>
                </a:lnTo>
                <a:lnTo>
                  <a:pt x="58552" y="186762"/>
                </a:lnTo>
                <a:lnTo>
                  <a:pt x="58459" y="186735"/>
                </a:lnTo>
                <a:lnTo>
                  <a:pt x="58367" y="186706"/>
                </a:lnTo>
                <a:lnTo>
                  <a:pt x="58276" y="186673"/>
                </a:lnTo>
                <a:lnTo>
                  <a:pt x="58187" y="186638"/>
                </a:lnTo>
                <a:lnTo>
                  <a:pt x="58098" y="186600"/>
                </a:lnTo>
                <a:lnTo>
                  <a:pt x="58011" y="186558"/>
                </a:lnTo>
                <a:lnTo>
                  <a:pt x="57925" y="186514"/>
                </a:lnTo>
                <a:lnTo>
                  <a:pt x="57841" y="186467"/>
                </a:lnTo>
                <a:lnTo>
                  <a:pt x="57758" y="186418"/>
                </a:lnTo>
                <a:lnTo>
                  <a:pt x="57676" y="186365"/>
                </a:lnTo>
                <a:lnTo>
                  <a:pt x="57596" y="186310"/>
                </a:lnTo>
                <a:lnTo>
                  <a:pt x="57518" y="186252"/>
                </a:lnTo>
                <a:lnTo>
                  <a:pt x="57442" y="186192"/>
                </a:lnTo>
                <a:lnTo>
                  <a:pt x="57368" y="186129"/>
                </a:lnTo>
                <a:lnTo>
                  <a:pt x="57295" y="186063"/>
                </a:lnTo>
                <a:lnTo>
                  <a:pt x="57224" y="185995"/>
                </a:lnTo>
                <a:lnTo>
                  <a:pt x="57156" y="185924"/>
                </a:lnTo>
                <a:lnTo>
                  <a:pt x="57091" y="185852"/>
                </a:lnTo>
                <a:lnTo>
                  <a:pt x="57027" y="185777"/>
                </a:lnTo>
                <a:lnTo>
                  <a:pt x="56967" y="185701"/>
                </a:lnTo>
                <a:lnTo>
                  <a:pt x="56909" y="185623"/>
                </a:lnTo>
                <a:lnTo>
                  <a:pt x="56854" y="185543"/>
                </a:lnTo>
                <a:lnTo>
                  <a:pt x="56802" y="185462"/>
                </a:lnTo>
                <a:lnTo>
                  <a:pt x="56752" y="185379"/>
                </a:lnTo>
                <a:lnTo>
                  <a:pt x="56705" y="185294"/>
                </a:lnTo>
                <a:lnTo>
                  <a:pt x="56661" y="185208"/>
                </a:lnTo>
                <a:lnTo>
                  <a:pt x="56620" y="185121"/>
                </a:lnTo>
                <a:lnTo>
                  <a:pt x="56581" y="185033"/>
                </a:lnTo>
                <a:lnTo>
                  <a:pt x="56546" y="184943"/>
                </a:lnTo>
                <a:lnTo>
                  <a:pt x="56514" y="184852"/>
                </a:lnTo>
                <a:lnTo>
                  <a:pt x="56484" y="184760"/>
                </a:lnTo>
                <a:lnTo>
                  <a:pt x="56457" y="184667"/>
                </a:lnTo>
                <a:lnTo>
                  <a:pt x="56434" y="184574"/>
                </a:lnTo>
                <a:lnTo>
                  <a:pt x="56413" y="184479"/>
                </a:lnTo>
                <a:lnTo>
                  <a:pt x="56396" y="184384"/>
                </a:lnTo>
                <a:lnTo>
                  <a:pt x="56381" y="184287"/>
                </a:lnTo>
                <a:lnTo>
                  <a:pt x="56370" y="184191"/>
                </a:lnTo>
                <a:lnTo>
                  <a:pt x="56362" y="184093"/>
                </a:lnTo>
                <a:lnTo>
                  <a:pt x="56357" y="183996"/>
                </a:lnTo>
                <a:lnTo>
                  <a:pt x="56356" y="183898"/>
                </a:lnTo>
                <a:lnTo>
                  <a:pt x="56356" y="183836"/>
                </a:lnTo>
                <a:lnTo>
                  <a:pt x="56355" y="183774"/>
                </a:lnTo>
                <a:lnTo>
                  <a:pt x="56355" y="183713"/>
                </a:lnTo>
                <a:lnTo>
                  <a:pt x="56354" y="183651"/>
                </a:lnTo>
                <a:lnTo>
                  <a:pt x="56353" y="183589"/>
                </a:lnTo>
                <a:lnTo>
                  <a:pt x="56352" y="183528"/>
                </a:lnTo>
                <a:lnTo>
                  <a:pt x="56350" y="183466"/>
                </a:lnTo>
                <a:lnTo>
                  <a:pt x="56349" y="183404"/>
                </a:lnTo>
                <a:lnTo>
                  <a:pt x="56347" y="183343"/>
                </a:lnTo>
                <a:lnTo>
                  <a:pt x="56345" y="183281"/>
                </a:lnTo>
                <a:lnTo>
                  <a:pt x="56343" y="183220"/>
                </a:lnTo>
                <a:lnTo>
                  <a:pt x="56340" y="183158"/>
                </a:lnTo>
                <a:lnTo>
                  <a:pt x="56338" y="183096"/>
                </a:lnTo>
                <a:lnTo>
                  <a:pt x="56335" y="183035"/>
                </a:lnTo>
                <a:lnTo>
                  <a:pt x="56332" y="182973"/>
                </a:lnTo>
                <a:lnTo>
                  <a:pt x="56328" y="182912"/>
                </a:lnTo>
                <a:lnTo>
                  <a:pt x="56325" y="182850"/>
                </a:lnTo>
                <a:lnTo>
                  <a:pt x="56321" y="182789"/>
                </a:lnTo>
                <a:lnTo>
                  <a:pt x="56317" y="182727"/>
                </a:lnTo>
                <a:lnTo>
                  <a:pt x="56313" y="182666"/>
                </a:lnTo>
                <a:lnTo>
                  <a:pt x="56309" y="182604"/>
                </a:lnTo>
                <a:lnTo>
                  <a:pt x="56304" y="182543"/>
                </a:lnTo>
                <a:lnTo>
                  <a:pt x="56299" y="182481"/>
                </a:lnTo>
                <a:lnTo>
                  <a:pt x="56294" y="182420"/>
                </a:lnTo>
                <a:lnTo>
                  <a:pt x="47519" y="77118"/>
                </a:lnTo>
                <a:lnTo>
                  <a:pt x="69703" y="77118"/>
                </a:lnTo>
                <a:lnTo>
                  <a:pt x="131991" y="77118"/>
                </a:lnTo>
                <a:lnTo>
                  <a:pt x="154175" y="77118"/>
                </a:lnTo>
                <a:lnTo>
                  <a:pt x="145400" y="182420"/>
                </a:lnTo>
                <a:lnTo>
                  <a:pt x="145395" y="182481"/>
                </a:lnTo>
                <a:lnTo>
                  <a:pt x="145390" y="182543"/>
                </a:lnTo>
                <a:lnTo>
                  <a:pt x="145385" y="182604"/>
                </a:lnTo>
                <a:lnTo>
                  <a:pt x="145381" y="182666"/>
                </a:lnTo>
                <a:lnTo>
                  <a:pt x="145377" y="182727"/>
                </a:lnTo>
                <a:lnTo>
                  <a:pt x="145373" y="182789"/>
                </a:lnTo>
                <a:lnTo>
                  <a:pt x="145369" y="182850"/>
                </a:lnTo>
                <a:lnTo>
                  <a:pt x="145366" y="182912"/>
                </a:lnTo>
                <a:lnTo>
                  <a:pt x="145362" y="182973"/>
                </a:lnTo>
                <a:lnTo>
                  <a:pt x="145359" y="183035"/>
                </a:lnTo>
                <a:lnTo>
                  <a:pt x="145356" y="183096"/>
                </a:lnTo>
                <a:lnTo>
                  <a:pt x="145354" y="183158"/>
                </a:lnTo>
                <a:lnTo>
                  <a:pt x="145351" y="183220"/>
                </a:lnTo>
                <a:lnTo>
                  <a:pt x="145349" y="183281"/>
                </a:lnTo>
                <a:lnTo>
                  <a:pt x="145347" y="183343"/>
                </a:lnTo>
                <a:lnTo>
                  <a:pt x="145345" y="183404"/>
                </a:lnTo>
                <a:lnTo>
                  <a:pt x="145344" y="183466"/>
                </a:lnTo>
                <a:lnTo>
                  <a:pt x="145342" y="183528"/>
                </a:lnTo>
                <a:lnTo>
                  <a:pt x="145341" y="183589"/>
                </a:lnTo>
                <a:lnTo>
                  <a:pt x="145340" y="183651"/>
                </a:lnTo>
                <a:lnTo>
                  <a:pt x="145339" y="183713"/>
                </a:lnTo>
                <a:lnTo>
                  <a:pt x="145339" y="183774"/>
                </a:lnTo>
                <a:lnTo>
                  <a:pt x="145339" y="183836"/>
                </a:lnTo>
                <a:lnTo>
                  <a:pt x="145338" y="183898"/>
                </a:lnTo>
                <a:lnTo>
                  <a:pt x="145337" y="183996"/>
                </a:lnTo>
                <a:lnTo>
                  <a:pt x="145332" y="184093"/>
                </a:lnTo>
                <a:lnTo>
                  <a:pt x="145324" y="184191"/>
                </a:lnTo>
                <a:lnTo>
                  <a:pt x="145313" y="184287"/>
                </a:lnTo>
                <a:lnTo>
                  <a:pt x="145298" y="184384"/>
                </a:lnTo>
                <a:lnTo>
                  <a:pt x="145281" y="184479"/>
                </a:lnTo>
                <a:lnTo>
                  <a:pt x="145260" y="184574"/>
                </a:lnTo>
                <a:lnTo>
                  <a:pt x="145237" y="184667"/>
                </a:lnTo>
                <a:lnTo>
                  <a:pt x="145210" y="184760"/>
                </a:lnTo>
                <a:lnTo>
                  <a:pt x="145181" y="184852"/>
                </a:lnTo>
                <a:lnTo>
                  <a:pt x="145148" y="184943"/>
                </a:lnTo>
                <a:lnTo>
                  <a:pt x="145113" y="185033"/>
                </a:lnTo>
                <a:lnTo>
                  <a:pt x="145074" y="185121"/>
                </a:lnTo>
                <a:lnTo>
                  <a:pt x="145033" y="185208"/>
                </a:lnTo>
                <a:lnTo>
                  <a:pt x="144989" y="185294"/>
                </a:lnTo>
                <a:lnTo>
                  <a:pt x="144942" y="185379"/>
                </a:lnTo>
                <a:lnTo>
                  <a:pt x="144892" y="185462"/>
                </a:lnTo>
                <a:lnTo>
                  <a:pt x="144840" y="185543"/>
                </a:lnTo>
                <a:lnTo>
                  <a:pt x="144785" y="185623"/>
                </a:lnTo>
                <a:lnTo>
                  <a:pt x="144727" y="185701"/>
                </a:lnTo>
                <a:lnTo>
                  <a:pt x="144667" y="185777"/>
                </a:lnTo>
                <a:lnTo>
                  <a:pt x="144604" y="185852"/>
                </a:lnTo>
                <a:lnTo>
                  <a:pt x="144538" y="185924"/>
                </a:lnTo>
                <a:lnTo>
                  <a:pt x="144470" y="185995"/>
                </a:lnTo>
                <a:lnTo>
                  <a:pt x="144399" y="186063"/>
                </a:lnTo>
                <a:lnTo>
                  <a:pt x="144327" y="186129"/>
                </a:lnTo>
                <a:lnTo>
                  <a:pt x="144252" y="186192"/>
                </a:lnTo>
                <a:lnTo>
                  <a:pt x="144176" y="186252"/>
                </a:lnTo>
                <a:lnTo>
                  <a:pt x="144098" y="186310"/>
                </a:lnTo>
                <a:lnTo>
                  <a:pt x="144018" y="186365"/>
                </a:lnTo>
                <a:lnTo>
                  <a:pt x="143936" y="186418"/>
                </a:lnTo>
                <a:lnTo>
                  <a:pt x="143853" y="186467"/>
                </a:lnTo>
                <a:lnTo>
                  <a:pt x="143769" y="186514"/>
                </a:lnTo>
                <a:lnTo>
                  <a:pt x="143683" y="186558"/>
                </a:lnTo>
                <a:lnTo>
                  <a:pt x="143596" y="186600"/>
                </a:lnTo>
                <a:lnTo>
                  <a:pt x="143507" y="186638"/>
                </a:lnTo>
                <a:lnTo>
                  <a:pt x="143418" y="186673"/>
                </a:lnTo>
                <a:lnTo>
                  <a:pt x="143327" y="186706"/>
                </a:lnTo>
                <a:lnTo>
                  <a:pt x="143235" y="186735"/>
                </a:lnTo>
                <a:lnTo>
                  <a:pt x="143142" y="186762"/>
                </a:lnTo>
                <a:lnTo>
                  <a:pt x="143048" y="186786"/>
                </a:lnTo>
                <a:lnTo>
                  <a:pt x="142954" y="186806"/>
                </a:lnTo>
                <a:lnTo>
                  <a:pt x="142858" y="186824"/>
                </a:lnTo>
                <a:lnTo>
                  <a:pt x="142762" y="186838"/>
                </a:lnTo>
                <a:lnTo>
                  <a:pt x="142665" y="186849"/>
                </a:lnTo>
                <a:lnTo>
                  <a:pt x="142568" y="186857"/>
                </a:lnTo>
                <a:lnTo>
                  <a:pt x="142470" y="186862"/>
                </a:lnTo>
                <a:lnTo>
                  <a:pt x="142372" y="186864"/>
                </a:lnTo>
                <a:lnTo>
                  <a:pt x="59322" y="186864"/>
                </a:lnTo>
                <a:lnTo>
                  <a:pt x="59224" y="186862"/>
                </a:lnTo>
                <a:close/>
                <a:moveTo>
                  <a:pt x="87500" y="35593"/>
                </a:moveTo>
                <a:lnTo>
                  <a:pt x="114194" y="35593"/>
                </a:lnTo>
                <a:lnTo>
                  <a:pt x="114194" y="41525"/>
                </a:lnTo>
                <a:lnTo>
                  <a:pt x="87500" y="41525"/>
                </a:lnTo>
                <a:lnTo>
                  <a:pt x="87500" y="35593"/>
                </a:lnTo>
                <a:close/>
                <a:moveTo>
                  <a:pt x="96899" y="95002"/>
                </a:moveTo>
                <a:lnTo>
                  <a:pt x="96482" y="93920"/>
                </a:lnTo>
                <a:lnTo>
                  <a:pt x="95999" y="92873"/>
                </a:lnTo>
                <a:lnTo>
                  <a:pt x="95451" y="91865"/>
                </a:lnTo>
                <a:lnTo>
                  <a:pt x="94842" y="90897"/>
                </a:lnTo>
                <a:lnTo>
                  <a:pt x="94173" y="89972"/>
                </a:lnTo>
                <a:lnTo>
                  <a:pt x="93448" y="89093"/>
                </a:lnTo>
                <a:lnTo>
                  <a:pt x="92668" y="88263"/>
                </a:lnTo>
                <a:lnTo>
                  <a:pt x="91838" y="87484"/>
                </a:lnTo>
                <a:lnTo>
                  <a:pt x="90959" y="86759"/>
                </a:lnTo>
                <a:lnTo>
                  <a:pt x="90035" y="86090"/>
                </a:lnTo>
                <a:lnTo>
                  <a:pt x="89067" y="85480"/>
                </a:lnTo>
                <a:lnTo>
                  <a:pt x="88058" y="84932"/>
                </a:lnTo>
                <a:lnTo>
                  <a:pt x="87012" y="84449"/>
                </a:lnTo>
                <a:lnTo>
                  <a:pt x="85930" y="84033"/>
                </a:lnTo>
                <a:lnTo>
                  <a:pt x="84815" y="83686"/>
                </a:lnTo>
                <a:lnTo>
                  <a:pt x="83671" y="83412"/>
                </a:lnTo>
                <a:lnTo>
                  <a:pt x="82499" y="83213"/>
                </a:lnTo>
                <a:lnTo>
                  <a:pt x="81303" y="83092"/>
                </a:lnTo>
                <a:lnTo>
                  <a:pt x="80084" y="83051"/>
                </a:lnTo>
                <a:lnTo>
                  <a:pt x="78866" y="83092"/>
                </a:lnTo>
                <a:lnTo>
                  <a:pt x="77670" y="83213"/>
                </a:lnTo>
                <a:lnTo>
                  <a:pt x="76498" y="83412"/>
                </a:lnTo>
                <a:lnTo>
                  <a:pt x="75353" y="83686"/>
                </a:lnTo>
                <a:lnTo>
                  <a:pt x="74239" y="84033"/>
                </a:lnTo>
                <a:lnTo>
                  <a:pt x="73157" y="84449"/>
                </a:lnTo>
                <a:lnTo>
                  <a:pt x="72111" y="84932"/>
                </a:lnTo>
                <a:lnTo>
                  <a:pt x="71102" y="85480"/>
                </a:lnTo>
                <a:lnTo>
                  <a:pt x="70134" y="86090"/>
                </a:lnTo>
                <a:lnTo>
                  <a:pt x="69209" y="86759"/>
                </a:lnTo>
                <a:lnTo>
                  <a:pt x="68331" y="87484"/>
                </a:lnTo>
                <a:lnTo>
                  <a:pt x="67500" y="88263"/>
                </a:lnTo>
                <a:lnTo>
                  <a:pt x="66721" y="89093"/>
                </a:lnTo>
                <a:lnTo>
                  <a:pt x="65996" y="89972"/>
                </a:lnTo>
                <a:lnTo>
                  <a:pt x="65327" y="90897"/>
                </a:lnTo>
                <a:lnTo>
                  <a:pt x="64718" y="91865"/>
                </a:lnTo>
                <a:lnTo>
                  <a:pt x="64170" y="92873"/>
                </a:lnTo>
                <a:lnTo>
                  <a:pt x="63686" y="93920"/>
                </a:lnTo>
                <a:lnTo>
                  <a:pt x="63270" y="95002"/>
                </a:lnTo>
                <a:lnTo>
                  <a:pt x="62924" y="96116"/>
                </a:lnTo>
                <a:lnTo>
                  <a:pt x="62649" y="97260"/>
                </a:lnTo>
                <a:lnTo>
                  <a:pt x="62450" y="98432"/>
                </a:lnTo>
                <a:lnTo>
                  <a:pt x="62329" y="99629"/>
                </a:lnTo>
                <a:lnTo>
                  <a:pt x="62288" y="100847"/>
                </a:lnTo>
                <a:lnTo>
                  <a:pt x="62288" y="163135"/>
                </a:lnTo>
                <a:lnTo>
                  <a:pt x="62329" y="164353"/>
                </a:lnTo>
                <a:lnTo>
                  <a:pt x="62450" y="165550"/>
                </a:lnTo>
                <a:lnTo>
                  <a:pt x="62649" y="166722"/>
                </a:lnTo>
                <a:lnTo>
                  <a:pt x="62924" y="167866"/>
                </a:lnTo>
                <a:lnTo>
                  <a:pt x="63270" y="168980"/>
                </a:lnTo>
                <a:lnTo>
                  <a:pt x="63686" y="170062"/>
                </a:lnTo>
                <a:lnTo>
                  <a:pt x="64170" y="171109"/>
                </a:lnTo>
                <a:lnTo>
                  <a:pt x="64718" y="172117"/>
                </a:lnTo>
                <a:lnTo>
                  <a:pt x="65327" y="173085"/>
                </a:lnTo>
                <a:lnTo>
                  <a:pt x="65996" y="174010"/>
                </a:lnTo>
                <a:lnTo>
                  <a:pt x="66721" y="174889"/>
                </a:lnTo>
                <a:lnTo>
                  <a:pt x="67500" y="175719"/>
                </a:lnTo>
                <a:lnTo>
                  <a:pt x="68331" y="176498"/>
                </a:lnTo>
                <a:lnTo>
                  <a:pt x="69209" y="177223"/>
                </a:lnTo>
                <a:lnTo>
                  <a:pt x="70134" y="177892"/>
                </a:lnTo>
                <a:lnTo>
                  <a:pt x="71102" y="178502"/>
                </a:lnTo>
                <a:lnTo>
                  <a:pt x="72111" y="179050"/>
                </a:lnTo>
                <a:lnTo>
                  <a:pt x="73157" y="179533"/>
                </a:lnTo>
                <a:lnTo>
                  <a:pt x="74239" y="179949"/>
                </a:lnTo>
                <a:lnTo>
                  <a:pt x="75353" y="180296"/>
                </a:lnTo>
                <a:lnTo>
                  <a:pt x="76498" y="180570"/>
                </a:lnTo>
                <a:lnTo>
                  <a:pt x="77670" y="180769"/>
                </a:lnTo>
                <a:lnTo>
                  <a:pt x="78866" y="180890"/>
                </a:lnTo>
                <a:lnTo>
                  <a:pt x="80084" y="180931"/>
                </a:lnTo>
                <a:lnTo>
                  <a:pt x="81303" y="180890"/>
                </a:lnTo>
                <a:lnTo>
                  <a:pt x="82499" y="180769"/>
                </a:lnTo>
                <a:lnTo>
                  <a:pt x="83671" y="180570"/>
                </a:lnTo>
                <a:lnTo>
                  <a:pt x="84815" y="180296"/>
                </a:lnTo>
                <a:lnTo>
                  <a:pt x="85930" y="179949"/>
                </a:lnTo>
                <a:lnTo>
                  <a:pt x="87012" y="179533"/>
                </a:lnTo>
                <a:lnTo>
                  <a:pt x="88058" y="179050"/>
                </a:lnTo>
                <a:lnTo>
                  <a:pt x="89067" y="178502"/>
                </a:lnTo>
                <a:lnTo>
                  <a:pt x="90035" y="177892"/>
                </a:lnTo>
                <a:lnTo>
                  <a:pt x="90959" y="177223"/>
                </a:lnTo>
                <a:lnTo>
                  <a:pt x="91838" y="176498"/>
                </a:lnTo>
                <a:lnTo>
                  <a:pt x="92668" y="175719"/>
                </a:lnTo>
                <a:lnTo>
                  <a:pt x="93448" y="174889"/>
                </a:lnTo>
                <a:lnTo>
                  <a:pt x="94173" y="174010"/>
                </a:lnTo>
                <a:lnTo>
                  <a:pt x="94842" y="173085"/>
                </a:lnTo>
                <a:lnTo>
                  <a:pt x="95451" y="172117"/>
                </a:lnTo>
                <a:lnTo>
                  <a:pt x="95999" y="171109"/>
                </a:lnTo>
                <a:lnTo>
                  <a:pt x="96482" y="170062"/>
                </a:lnTo>
                <a:lnTo>
                  <a:pt x="96899" y="168980"/>
                </a:lnTo>
                <a:lnTo>
                  <a:pt x="97245" y="167866"/>
                </a:lnTo>
                <a:lnTo>
                  <a:pt x="97519" y="166722"/>
                </a:lnTo>
                <a:lnTo>
                  <a:pt x="97719" y="165550"/>
                </a:lnTo>
                <a:lnTo>
                  <a:pt x="97840" y="164353"/>
                </a:lnTo>
                <a:lnTo>
                  <a:pt x="97881" y="163135"/>
                </a:lnTo>
                <a:lnTo>
                  <a:pt x="97881" y="100847"/>
                </a:lnTo>
                <a:lnTo>
                  <a:pt x="97840" y="99629"/>
                </a:lnTo>
                <a:lnTo>
                  <a:pt x="97719" y="98432"/>
                </a:lnTo>
                <a:lnTo>
                  <a:pt x="97519" y="97260"/>
                </a:lnTo>
                <a:lnTo>
                  <a:pt x="97245" y="96116"/>
                </a:lnTo>
                <a:lnTo>
                  <a:pt x="96899" y="95002"/>
                </a:lnTo>
                <a:close/>
                <a:moveTo>
                  <a:pt x="138008" y="93920"/>
                </a:moveTo>
                <a:lnTo>
                  <a:pt x="137524" y="92873"/>
                </a:lnTo>
                <a:lnTo>
                  <a:pt x="136976" y="91865"/>
                </a:lnTo>
                <a:lnTo>
                  <a:pt x="136367" y="90897"/>
                </a:lnTo>
                <a:lnTo>
                  <a:pt x="135698" y="89972"/>
                </a:lnTo>
                <a:lnTo>
                  <a:pt x="134973" y="89093"/>
                </a:lnTo>
                <a:lnTo>
                  <a:pt x="134194" y="88263"/>
                </a:lnTo>
                <a:lnTo>
                  <a:pt x="133363" y="87484"/>
                </a:lnTo>
                <a:lnTo>
                  <a:pt x="132485" y="86759"/>
                </a:lnTo>
                <a:lnTo>
                  <a:pt x="131560" y="86090"/>
                </a:lnTo>
                <a:lnTo>
                  <a:pt x="130592" y="85480"/>
                </a:lnTo>
                <a:lnTo>
                  <a:pt x="129583" y="84932"/>
                </a:lnTo>
                <a:lnTo>
                  <a:pt x="128537" y="84449"/>
                </a:lnTo>
                <a:lnTo>
                  <a:pt x="127455" y="84033"/>
                </a:lnTo>
                <a:lnTo>
                  <a:pt x="126341" y="83686"/>
                </a:lnTo>
                <a:lnTo>
                  <a:pt x="125196" y="83412"/>
                </a:lnTo>
                <a:lnTo>
                  <a:pt x="124025" y="83213"/>
                </a:lnTo>
                <a:lnTo>
                  <a:pt x="122828" y="83092"/>
                </a:lnTo>
                <a:lnTo>
                  <a:pt x="121610" y="83051"/>
                </a:lnTo>
                <a:lnTo>
                  <a:pt x="120391" y="83092"/>
                </a:lnTo>
                <a:lnTo>
                  <a:pt x="119195" y="83213"/>
                </a:lnTo>
                <a:lnTo>
                  <a:pt x="118023" y="83412"/>
                </a:lnTo>
                <a:lnTo>
                  <a:pt x="116879" y="83686"/>
                </a:lnTo>
                <a:lnTo>
                  <a:pt x="115764" y="84033"/>
                </a:lnTo>
                <a:lnTo>
                  <a:pt x="114682" y="84449"/>
                </a:lnTo>
                <a:lnTo>
                  <a:pt x="113636" y="84932"/>
                </a:lnTo>
                <a:lnTo>
                  <a:pt x="112627" y="85480"/>
                </a:lnTo>
                <a:lnTo>
                  <a:pt x="111659" y="86090"/>
                </a:lnTo>
                <a:lnTo>
                  <a:pt x="110735" y="86759"/>
                </a:lnTo>
                <a:lnTo>
                  <a:pt x="109856" y="87484"/>
                </a:lnTo>
                <a:lnTo>
                  <a:pt x="109026" y="88263"/>
                </a:lnTo>
                <a:lnTo>
                  <a:pt x="108247" y="89093"/>
                </a:lnTo>
                <a:lnTo>
                  <a:pt x="107521" y="89972"/>
                </a:lnTo>
                <a:lnTo>
                  <a:pt x="106853" y="90897"/>
                </a:lnTo>
                <a:lnTo>
                  <a:pt x="106243" y="91865"/>
                </a:lnTo>
                <a:lnTo>
                  <a:pt x="105695" y="92873"/>
                </a:lnTo>
                <a:lnTo>
                  <a:pt x="105212" y="93920"/>
                </a:lnTo>
                <a:lnTo>
                  <a:pt x="104795" y="95002"/>
                </a:lnTo>
                <a:lnTo>
                  <a:pt x="104449" y="96116"/>
                </a:lnTo>
                <a:lnTo>
                  <a:pt x="104175" y="97260"/>
                </a:lnTo>
                <a:lnTo>
                  <a:pt x="103976" y="98432"/>
                </a:lnTo>
                <a:lnTo>
                  <a:pt x="103854" y="99629"/>
                </a:lnTo>
                <a:lnTo>
                  <a:pt x="103813" y="100847"/>
                </a:lnTo>
                <a:lnTo>
                  <a:pt x="103813" y="163135"/>
                </a:lnTo>
                <a:lnTo>
                  <a:pt x="103854" y="164353"/>
                </a:lnTo>
                <a:lnTo>
                  <a:pt x="103976" y="165550"/>
                </a:lnTo>
                <a:lnTo>
                  <a:pt x="104175" y="166722"/>
                </a:lnTo>
                <a:lnTo>
                  <a:pt x="104449" y="167866"/>
                </a:lnTo>
                <a:lnTo>
                  <a:pt x="104795" y="168980"/>
                </a:lnTo>
                <a:lnTo>
                  <a:pt x="105212" y="170062"/>
                </a:lnTo>
                <a:lnTo>
                  <a:pt x="105695" y="171109"/>
                </a:lnTo>
                <a:lnTo>
                  <a:pt x="106243" y="172117"/>
                </a:lnTo>
                <a:lnTo>
                  <a:pt x="106853" y="173085"/>
                </a:lnTo>
                <a:lnTo>
                  <a:pt x="107521" y="174010"/>
                </a:lnTo>
                <a:lnTo>
                  <a:pt x="108247" y="174889"/>
                </a:lnTo>
                <a:lnTo>
                  <a:pt x="109026" y="175719"/>
                </a:lnTo>
                <a:lnTo>
                  <a:pt x="109856" y="176498"/>
                </a:lnTo>
                <a:lnTo>
                  <a:pt x="110735" y="177223"/>
                </a:lnTo>
                <a:lnTo>
                  <a:pt x="111659" y="177892"/>
                </a:lnTo>
                <a:lnTo>
                  <a:pt x="112627" y="178502"/>
                </a:lnTo>
                <a:lnTo>
                  <a:pt x="113636" y="179050"/>
                </a:lnTo>
                <a:lnTo>
                  <a:pt x="114682" y="179533"/>
                </a:lnTo>
                <a:lnTo>
                  <a:pt x="115764" y="179949"/>
                </a:lnTo>
                <a:lnTo>
                  <a:pt x="116879" y="180296"/>
                </a:lnTo>
                <a:lnTo>
                  <a:pt x="118023" y="180570"/>
                </a:lnTo>
                <a:lnTo>
                  <a:pt x="119195" y="180769"/>
                </a:lnTo>
                <a:lnTo>
                  <a:pt x="120391" y="180890"/>
                </a:lnTo>
                <a:lnTo>
                  <a:pt x="121610" y="180931"/>
                </a:lnTo>
                <a:lnTo>
                  <a:pt x="122828" y="180890"/>
                </a:lnTo>
                <a:lnTo>
                  <a:pt x="124025" y="180769"/>
                </a:lnTo>
                <a:lnTo>
                  <a:pt x="125196" y="180570"/>
                </a:lnTo>
                <a:lnTo>
                  <a:pt x="126341" y="180296"/>
                </a:lnTo>
                <a:lnTo>
                  <a:pt x="127455" y="179949"/>
                </a:lnTo>
                <a:lnTo>
                  <a:pt x="128537" y="179533"/>
                </a:lnTo>
                <a:lnTo>
                  <a:pt x="129583" y="179050"/>
                </a:lnTo>
                <a:lnTo>
                  <a:pt x="130592" y="178502"/>
                </a:lnTo>
                <a:lnTo>
                  <a:pt x="131560" y="177892"/>
                </a:lnTo>
                <a:lnTo>
                  <a:pt x="132485" y="177223"/>
                </a:lnTo>
                <a:lnTo>
                  <a:pt x="133363" y="176498"/>
                </a:lnTo>
                <a:lnTo>
                  <a:pt x="134194" y="175719"/>
                </a:lnTo>
                <a:lnTo>
                  <a:pt x="134973" y="174889"/>
                </a:lnTo>
                <a:lnTo>
                  <a:pt x="135698" y="174010"/>
                </a:lnTo>
                <a:lnTo>
                  <a:pt x="136367" y="173085"/>
                </a:lnTo>
                <a:lnTo>
                  <a:pt x="136976" y="172117"/>
                </a:lnTo>
                <a:lnTo>
                  <a:pt x="137524" y="171109"/>
                </a:lnTo>
                <a:lnTo>
                  <a:pt x="138008" y="170062"/>
                </a:lnTo>
                <a:lnTo>
                  <a:pt x="138424" y="168980"/>
                </a:lnTo>
                <a:lnTo>
                  <a:pt x="138771" y="167866"/>
                </a:lnTo>
                <a:lnTo>
                  <a:pt x="139045" y="166722"/>
                </a:lnTo>
                <a:lnTo>
                  <a:pt x="139244" y="165550"/>
                </a:lnTo>
                <a:lnTo>
                  <a:pt x="139365" y="164353"/>
                </a:lnTo>
                <a:lnTo>
                  <a:pt x="139406" y="163135"/>
                </a:lnTo>
                <a:lnTo>
                  <a:pt x="139406" y="100847"/>
                </a:lnTo>
                <a:lnTo>
                  <a:pt x="139365" y="99629"/>
                </a:lnTo>
                <a:lnTo>
                  <a:pt x="139244" y="98432"/>
                </a:lnTo>
                <a:lnTo>
                  <a:pt x="139045" y="97260"/>
                </a:lnTo>
                <a:lnTo>
                  <a:pt x="138771" y="96116"/>
                </a:lnTo>
                <a:lnTo>
                  <a:pt x="138424" y="95002"/>
                </a:lnTo>
                <a:lnTo>
                  <a:pt x="138008" y="93920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97B9DC-6C92-4148-BD31-ABD8C7940D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8783" y="756394"/>
            <a:ext cx="201694" cy="222457"/>
          </a:xfrm>
          <a:custGeom xmlns:a="http://schemas.openxmlformats.org/drawingml/2006/main">
            <a:pathLst>
              <a:path w="201694" h="222457">
                <a:moveTo>
                  <a:pt x="76381" y="244"/>
                </a:moveTo>
                <a:lnTo>
                  <a:pt x="75468" y="381"/>
                </a:lnTo>
                <a:lnTo>
                  <a:pt x="74562" y="546"/>
                </a:lnTo>
                <a:lnTo>
                  <a:pt x="73663" y="741"/>
                </a:lnTo>
                <a:lnTo>
                  <a:pt x="72772" y="965"/>
                </a:lnTo>
                <a:lnTo>
                  <a:pt x="71889" y="1218"/>
                </a:lnTo>
                <a:lnTo>
                  <a:pt x="71016" y="1499"/>
                </a:lnTo>
                <a:lnTo>
                  <a:pt x="70153" y="1808"/>
                </a:lnTo>
                <a:lnTo>
                  <a:pt x="69301" y="2145"/>
                </a:lnTo>
                <a:lnTo>
                  <a:pt x="68460" y="2509"/>
                </a:lnTo>
                <a:lnTo>
                  <a:pt x="67632" y="2901"/>
                </a:lnTo>
                <a:lnTo>
                  <a:pt x="66816" y="3320"/>
                </a:lnTo>
                <a:lnTo>
                  <a:pt x="66013" y="3765"/>
                </a:lnTo>
                <a:lnTo>
                  <a:pt x="65225" y="4236"/>
                </a:lnTo>
                <a:lnTo>
                  <a:pt x="64451" y="4734"/>
                </a:lnTo>
                <a:lnTo>
                  <a:pt x="63693" y="5258"/>
                </a:lnTo>
                <a:lnTo>
                  <a:pt x="62951" y="5807"/>
                </a:lnTo>
                <a:lnTo>
                  <a:pt x="62226" y="6381"/>
                </a:lnTo>
                <a:lnTo>
                  <a:pt x="61519" y="6981"/>
                </a:lnTo>
                <a:lnTo>
                  <a:pt x="60830" y="7605"/>
                </a:lnTo>
                <a:lnTo>
                  <a:pt x="60160" y="8253"/>
                </a:lnTo>
                <a:lnTo>
                  <a:pt x="59511" y="8923"/>
                </a:lnTo>
                <a:lnTo>
                  <a:pt x="58887" y="9613"/>
                </a:lnTo>
                <a:lnTo>
                  <a:pt x="58288" y="10320"/>
                </a:lnTo>
                <a:lnTo>
                  <a:pt x="57713" y="11045"/>
                </a:lnTo>
                <a:lnTo>
                  <a:pt x="57164" y="11787"/>
                </a:lnTo>
                <a:lnTo>
                  <a:pt x="56641" y="12545"/>
                </a:lnTo>
                <a:lnTo>
                  <a:pt x="56143" y="13318"/>
                </a:lnTo>
                <a:lnTo>
                  <a:pt x="55671" y="14107"/>
                </a:lnTo>
                <a:lnTo>
                  <a:pt x="55226" y="14909"/>
                </a:lnTo>
                <a:lnTo>
                  <a:pt x="54808" y="15725"/>
                </a:lnTo>
                <a:lnTo>
                  <a:pt x="54416" y="16554"/>
                </a:lnTo>
                <a:lnTo>
                  <a:pt x="54051" y="17395"/>
                </a:lnTo>
                <a:lnTo>
                  <a:pt x="53715" y="18247"/>
                </a:lnTo>
                <a:lnTo>
                  <a:pt x="53406" y="19110"/>
                </a:lnTo>
                <a:lnTo>
                  <a:pt x="53125" y="19983"/>
                </a:lnTo>
                <a:lnTo>
                  <a:pt x="52872" y="20865"/>
                </a:lnTo>
                <a:lnTo>
                  <a:pt x="52648" y="21756"/>
                </a:lnTo>
                <a:lnTo>
                  <a:pt x="52453" y="22655"/>
                </a:lnTo>
                <a:lnTo>
                  <a:pt x="52287" y="23561"/>
                </a:lnTo>
                <a:lnTo>
                  <a:pt x="52151" y="24474"/>
                </a:lnTo>
                <a:lnTo>
                  <a:pt x="52044" y="25393"/>
                </a:lnTo>
                <a:lnTo>
                  <a:pt x="51968" y="26317"/>
                </a:lnTo>
                <a:lnTo>
                  <a:pt x="51922" y="27245"/>
                </a:lnTo>
                <a:lnTo>
                  <a:pt x="51907" y="28178"/>
                </a:lnTo>
                <a:lnTo>
                  <a:pt x="51907" y="41525"/>
                </a:lnTo>
                <a:lnTo>
                  <a:pt x="17797" y="41525"/>
                </a:lnTo>
                <a:lnTo>
                  <a:pt x="16578" y="41566"/>
                </a:lnTo>
                <a:lnTo>
                  <a:pt x="15382" y="41688"/>
                </a:lnTo>
                <a:lnTo>
                  <a:pt x="14210" y="41887"/>
                </a:lnTo>
                <a:lnTo>
                  <a:pt x="13066" y="42161"/>
                </a:lnTo>
                <a:lnTo>
                  <a:pt x="11951" y="42508"/>
                </a:lnTo>
                <a:lnTo>
                  <a:pt x="10869" y="42924"/>
                </a:lnTo>
                <a:lnTo>
                  <a:pt x="9823" y="43407"/>
                </a:lnTo>
                <a:lnTo>
                  <a:pt x="8814" y="43955"/>
                </a:lnTo>
                <a:lnTo>
                  <a:pt x="7846" y="44565"/>
                </a:lnTo>
                <a:lnTo>
                  <a:pt x="6922" y="45233"/>
                </a:lnTo>
                <a:lnTo>
                  <a:pt x="6043" y="45959"/>
                </a:lnTo>
                <a:lnTo>
                  <a:pt x="5212" y="46738"/>
                </a:lnTo>
                <a:lnTo>
                  <a:pt x="4433" y="47568"/>
                </a:lnTo>
                <a:lnTo>
                  <a:pt x="3708" y="48447"/>
                </a:lnTo>
                <a:lnTo>
                  <a:pt x="3039" y="49372"/>
                </a:lnTo>
                <a:lnTo>
                  <a:pt x="2430" y="50340"/>
                </a:lnTo>
                <a:lnTo>
                  <a:pt x="1882" y="51348"/>
                </a:lnTo>
                <a:lnTo>
                  <a:pt x="1399" y="52395"/>
                </a:lnTo>
                <a:lnTo>
                  <a:pt x="982" y="53476"/>
                </a:lnTo>
                <a:lnTo>
                  <a:pt x="636" y="54591"/>
                </a:lnTo>
                <a:lnTo>
                  <a:pt x="362" y="55735"/>
                </a:lnTo>
                <a:lnTo>
                  <a:pt x="162" y="56907"/>
                </a:lnTo>
                <a:lnTo>
                  <a:pt x="41" y="58103"/>
                </a:lnTo>
                <a:lnTo>
                  <a:pt x="0" y="59322"/>
                </a:lnTo>
                <a:lnTo>
                  <a:pt x="41" y="60540"/>
                </a:lnTo>
                <a:lnTo>
                  <a:pt x="162" y="61737"/>
                </a:lnTo>
                <a:lnTo>
                  <a:pt x="362" y="62908"/>
                </a:lnTo>
                <a:lnTo>
                  <a:pt x="636" y="64053"/>
                </a:lnTo>
                <a:lnTo>
                  <a:pt x="982" y="65167"/>
                </a:lnTo>
                <a:lnTo>
                  <a:pt x="1399" y="66249"/>
                </a:lnTo>
                <a:lnTo>
                  <a:pt x="1882" y="67296"/>
                </a:lnTo>
                <a:lnTo>
                  <a:pt x="2430" y="68304"/>
                </a:lnTo>
                <a:lnTo>
                  <a:pt x="3039" y="69272"/>
                </a:lnTo>
                <a:lnTo>
                  <a:pt x="3708" y="70197"/>
                </a:lnTo>
                <a:lnTo>
                  <a:pt x="4433" y="71076"/>
                </a:lnTo>
                <a:lnTo>
                  <a:pt x="5212" y="71906"/>
                </a:lnTo>
                <a:lnTo>
                  <a:pt x="6043" y="72685"/>
                </a:lnTo>
                <a:lnTo>
                  <a:pt x="6922" y="73410"/>
                </a:lnTo>
                <a:lnTo>
                  <a:pt x="7846" y="74079"/>
                </a:lnTo>
                <a:lnTo>
                  <a:pt x="8814" y="74689"/>
                </a:lnTo>
                <a:lnTo>
                  <a:pt x="9823" y="75236"/>
                </a:lnTo>
                <a:lnTo>
                  <a:pt x="10869" y="75720"/>
                </a:lnTo>
                <a:lnTo>
                  <a:pt x="11713" y="76045"/>
                </a:lnTo>
                <a:lnTo>
                  <a:pt x="20778" y="184821"/>
                </a:lnTo>
                <a:lnTo>
                  <a:pt x="20784" y="185174"/>
                </a:lnTo>
                <a:lnTo>
                  <a:pt x="20847" y="186444"/>
                </a:lnTo>
                <a:lnTo>
                  <a:pt x="20951" y="187709"/>
                </a:lnTo>
                <a:lnTo>
                  <a:pt x="21097" y="188966"/>
                </a:lnTo>
                <a:lnTo>
                  <a:pt x="21284" y="190215"/>
                </a:lnTo>
                <a:lnTo>
                  <a:pt x="21510" y="191455"/>
                </a:lnTo>
                <a:lnTo>
                  <a:pt x="21777" y="192685"/>
                </a:lnTo>
                <a:lnTo>
                  <a:pt x="22084" y="193905"/>
                </a:lnTo>
                <a:lnTo>
                  <a:pt x="22429" y="195112"/>
                </a:lnTo>
                <a:lnTo>
                  <a:pt x="22814" y="196307"/>
                </a:lnTo>
                <a:lnTo>
                  <a:pt x="23237" y="197487"/>
                </a:lnTo>
                <a:lnTo>
                  <a:pt x="23698" y="198654"/>
                </a:lnTo>
                <a:lnTo>
                  <a:pt x="24196" y="199804"/>
                </a:lnTo>
                <a:lnTo>
                  <a:pt x="24732" y="200938"/>
                </a:lnTo>
                <a:lnTo>
                  <a:pt x="25305" y="202055"/>
                </a:lnTo>
                <a:lnTo>
                  <a:pt x="25914" y="203153"/>
                </a:lnTo>
                <a:lnTo>
                  <a:pt x="26560" y="204232"/>
                </a:lnTo>
                <a:lnTo>
                  <a:pt x="27241" y="205290"/>
                </a:lnTo>
                <a:lnTo>
                  <a:pt x="27958" y="206328"/>
                </a:lnTo>
                <a:lnTo>
                  <a:pt x="28709" y="207343"/>
                </a:lnTo>
                <a:lnTo>
                  <a:pt x="29495" y="208335"/>
                </a:lnTo>
                <a:lnTo>
                  <a:pt x="30315" y="209303"/>
                </a:lnTo>
                <a:lnTo>
                  <a:pt x="31169" y="210246"/>
                </a:lnTo>
                <a:lnTo>
                  <a:pt x="32056" y="211163"/>
                </a:lnTo>
                <a:lnTo>
                  <a:pt x="32974" y="212050"/>
                </a:lnTo>
                <a:lnTo>
                  <a:pt x="33917" y="212904"/>
                </a:lnTo>
                <a:lnTo>
                  <a:pt x="34885" y="213724"/>
                </a:lnTo>
                <a:lnTo>
                  <a:pt x="35877" y="214510"/>
                </a:lnTo>
                <a:lnTo>
                  <a:pt x="36892" y="215262"/>
                </a:lnTo>
                <a:lnTo>
                  <a:pt x="37929" y="215978"/>
                </a:lnTo>
                <a:lnTo>
                  <a:pt x="38988" y="216660"/>
                </a:lnTo>
                <a:lnTo>
                  <a:pt x="40066" y="217305"/>
                </a:lnTo>
                <a:lnTo>
                  <a:pt x="41165" y="217914"/>
                </a:lnTo>
                <a:lnTo>
                  <a:pt x="42281" y="218487"/>
                </a:lnTo>
                <a:lnTo>
                  <a:pt x="43415" y="219023"/>
                </a:lnTo>
                <a:lnTo>
                  <a:pt x="44566" y="219522"/>
                </a:lnTo>
                <a:lnTo>
                  <a:pt x="45732" y="219983"/>
                </a:lnTo>
                <a:lnTo>
                  <a:pt x="46913" y="220406"/>
                </a:lnTo>
                <a:lnTo>
                  <a:pt x="48107" y="220790"/>
                </a:lnTo>
                <a:lnTo>
                  <a:pt x="49315" y="221136"/>
                </a:lnTo>
                <a:lnTo>
                  <a:pt x="50534" y="221442"/>
                </a:lnTo>
                <a:lnTo>
                  <a:pt x="51764" y="221709"/>
                </a:lnTo>
                <a:lnTo>
                  <a:pt x="53004" y="221936"/>
                </a:lnTo>
                <a:lnTo>
                  <a:pt x="54253" y="222122"/>
                </a:lnTo>
                <a:lnTo>
                  <a:pt x="55511" y="222268"/>
                </a:lnTo>
                <a:lnTo>
                  <a:pt x="56775" y="222373"/>
                </a:lnTo>
                <a:lnTo>
                  <a:pt x="58046" y="222436"/>
                </a:lnTo>
                <a:lnTo>
                  <a:pt x="59322" y="222457"/>
                </a:lnTo>
                <a:lnTo>
                  <a:pt x="142372" y="222457"/>
                </a:lnTo>
                <a:lnTo>
                  <a:pt x="143648" y="222436"/>
                </a:lnTo>
                <a:lnTo>
                  <a:pt x="144919" y="222373"/>
                </a:lnTo>
                <a:lnTo>
                  <a:pt x="146183" y="222268"/>
                </a:lnTo>
                <a:lnTo>
                  <a:pt x="147441" y="222122"/>
                </a:lnTo>
                <a:lnTo>
                  <a:pt x="148690" y="221936"/>
                </a:lnTo>
                <a:lnTo>
                  <a:pt x="149930" y="221709"/>
                </a:lnTo>
                <a:lnTo>
                  <a:pt x="151160" y="221442"/>
                </a:lnTo>
                <a:lnTo>
                  <a:pt x="152379" y="221136"/>
                </a:lnTo>
                <a:lnTo>
                  <a:pt x="153587" y="220790"/>
                </a:lnTo>
                <a:lnTo>
                  <a:pt x="154781" y="220406"/>
                </a:lnTo>
                <a:lnTo>
                  <a:pt x="155962" y="219983"/>
                </a:lnTo>
                <a:lnTo>
                  <a:pt x="157128" y="219522"/>
                </a:lnTo>
                <a:lnTo>
                  <a:pt x="158279" y="219023"/>
                </a:lnTo>
                <a:lnTo>
                  <a:pt x="159413" y="218487"/>
                </a:lnTo>
                <a:lnTo>
                  <a:pt x="160529" y="217914"/>
                </a:lnTo>
                <a:lnTo>
                  <a:pt x="161628" y="217305"/>
                </a:lnTo>
                <a:lnTo>
                  <a:pt x="162706" y="216660"/>
                </a:lnTo>
                <a:lnTo>
                  <a:pt x="163765" y="215978"/>
                </a:lnTo>
                <a:lnTo>
                  <a:pt x="164802" y="215262"/>
                </a:lnTo>
                <a:lnTo>
                  <a:pt x="165817" y="214510"/>
                </a:lnTo>
                <a:lnTo>
                  <a:pt x="166810" y="213724"/>
                </a:lnTo>
                <a:lnTo>
                  <a:pt x="167778" y="212904"/>
                </a:lnTo>
                <a:lnTo>
                  <a:pt x="168721" y="212050"/>
                </a:lnTo>
                <a:lnTo>
                  <a:pt x="169638" y="211163"/>
                </a:lnTo>
                <a:lnTo>
                  <a:pt x="170525" y="210246"/>
                </a:lnTo>
                <a:lnTo>
                  <a:pt x="171379" y="209303"/>
                </a:lnTo>
                <a:lnTo>
                  <a:pt x="172199" y="208335"/>
                </a:lnTo>
                <a:lnTo>
                  <a:pt x="172985" y="207343"/>
                </a:lnTo>
                <a:lnTo>
                  <a:pt x="173737" y="206328"/>
                </a:lnTo>
                <a:lnTo>
                  <a:pt x="174453" y="205290"/>
                </a:lnTo>
                <a:lnTo>
                  <a:pt x="175134" y="204232"/>
                </a:lnTo>
                <a:lnTo>
                  <a:pt x="175780" y="203153"/>
                </a:lnTo>
                <a:lnTo>
                  <a:pt x="176389" y="202055"/>
                </a:lnTo>
                <a:lnTo>
                  <a:pt x="176962" y="200938"/>
                </a:lnTo>
                <a:lnTo>
                  <a:pt x="177498" y="199804"/>
                </a:lnTo>
                <a:lnTo>
                  <a:pt x="177996" y="198654"/>
                </a:lnTo>
                <a:lnTo>
                  <a:pt x="178457" y="197487"/>
                </a:lnTo>
                <a:lnTo>
                  <a:pt x="178880" y="196307"/>
                </a:lnTo>
                <a:lnTo>
                  <a:pt x="179265" y="195112"/>
                </a:lnTo>
                <a:lnTo>
                  <a:pt x="179610" y="193905"/>
                </a:lnTo>
                <a:lnTo>
                  <a:pt x="179917" y="192685"/>
                </a:lnTo>
                <a:lnTo>
                  <a:pt x="180184" y="191455"/>
                </a:lnTo>
                <a:lnTo>
                  <a:pt x="180411" y="190215"/>
                </a:lnTo>
                <a:lnTo>
                  <a:pt x="180597" y="188966"/>
                </a:lnTo>
                <a:lnTo>
                  <a:pt x="180743" y="187709"/>
                </a:lnTo>
                <a:lnTo>
                  <a:pt x="180847" y="186444"/>
                </a:lnTo>
                <a:lnTo>
                  <a:pt x="180910" y="185174"/>
                </a:lnTo>
                <a:lnTo>
                  <a:pt x="180916" y="184821"/>
                </a:lnTo>
                <a:lnTo>
                  <a:pt x="189981" y="76045"/>
                </a:lnTo>
                <a:lnTo>
                  <a:pt x="190825" y="75720"/>
                </a:lnTo>
                <a:lnTo>
                  <a:pt x="191871" y="75236"/>
                </a:lnTo>
                <a:lnTo>
                  <a:pt x="192880" y="74689"/>
                </a:lnTo>
                <a:lnTo>
                  <a:pt x="193848" y="74079"/>
                </a:lnTo>
                <a:lnTo>
                  <a:pt x="194773" y="73410"/>
                </a:lnTo>
                <a:lnTo>
                  <a:pt x="195651" y="72685"/>
                </a:lnTo>
                <a:lnTo>
                  <a:pt x="196482" y="71906"/>
                </a:lnTo>
                <a:lnTo>
                  <a:pt x="197261" y="71076"/>
                </a:lnTo>
                <a:lnTo>
                  <a:pt x="197986" y="70197"/>
                </a:lnTo>
                <a:lnTo>
                  <a:pt x="198655" y="69272"/>
                </a:lnTo>
                <a:lnTo>
                  <a:pt x="199264" y="68304"/>
                </a:lnTo>
                <a:lnTo>
                  <a:pt x="199812" y="67296"/>
                </a:lnTo>
                <a:lnTo>
                  <a:pt x="200296" y="66249"/>
                </a:lnTo>
                <a:lnTo>
                  <a:pt x="200712" y="65167"/>
                </a:lnTo>
                <a:lnTo>
                  <a:pt x="201058" y="64053"/>
                </a:lnTo>
                <a:lnTo>
                  <a:pt x="201333" y="62908"/>
                </a:lnTo>
                <a:lnTo>
                  <a:pt x="201532" y="61737"/>
                </a:lnTo>
                <a:lnTo>
                  <a:pt x="201653" y="60540"/>
                </a:lnTo>
                <a:lnTo>
                  <a:pt x="201694" y="59322"/>
                </a:lnTo>
                <a:lnTo>
                  <a:pt x="201653" y="58103"/>
                </a:lnTo>
                <a:lnTo>
                  <a:pt x="201532" y="56907"/>
                </a:lnTo>
                <a:lnTo>
                  <a:pt x="201333" y="55735"/>
                </a:lnTo>
                <a:lnTo>
                  <a:pt x="201058" y="54591"/>
                </a:lnTo>
                <a:lnTo>
                  <a:pt x="200712" y="53476"/>
                </a:lnTo>
                <a:lnTo>
                  <a:pt x="200296" y="52395"/>
                </a:lnTo>
                <a:lnTo>
                  <a:pt x="199812" y="51348"/>
                </a:lnTo>
                <a:lnTo>
                  <a:pt x="199264" y="50340"/>
                </a:lnTo>
                <a:lnTo>
                  <a:pt x="198655" y="49372"/>
                </a:lnTo>
                <a:lnTo>
                  <a:pt x="197986" y="48447"/>
                </a:lnTo>
                <a:lnTo>
                  <a:pt x="197261" y="47568"/>
                </a:lnTo>
                <a:lnTo>
                  <a:pt x="196482" y="46738"/>
                </a:lnTo>
                <a:lnTo>
                  <a:pt x="195651" y="45959"/>
                </a:lnTo>
                <a:lnTo>
                  <a:pt x="194773" y="45233"/>
                </a:lnTo>
                <a:lnTo>
                  <a:pt x="193848" y="44565"/>
                </a:lnTo>
                <a:lnTo>
                  <a:pt x="192880" y="43955"/>
                </a:lnTo>
                <a:lnTo>
                  <a:pt x="191871" y="43407"/>
                </a:lnTo>
                <a:lnTo>
                  <a:pt x="190825" y="42924"/>
                </a:lnTo>
                <a:lnTo>
                  <a:pt x="189743" y="42508"/>
                </a:lnTo>
                <a:lnTo>
                  <a:pt x="188629" y="42161"/>
                </a:lnTo>
                <a:lnTo>
                  <a:pt x="187484" y="41887"/>
                </a:lnTo>
                <a:lnTo>
                  <a:pt x="186312" y="41688"/>
                </a:lnTo>
                <a:lnTo>
                  <a:pt x="185116" y="41566"/>
                </a:lnTo>
                <a:lnTo>
                  <a:pt x="183898" y="41525"/>
                </a:lnTo>
                <a:lnTo>
                  <a:pt x="149788" y="41525"/>
                </a:lnTo>
                <a:lnTo>
                  <a:pt x="149788" y="28178"/>
                </a:lnTo>
                <a:lnTo>
                  <a:pt x="149772" y="27245"/>
                </a:lnTo>
                <a:lnTo>
                  <a:pt x="149726" y="26317"/>
                </a:lnTo>
                <a:lnTo>
                  <a:pt x="149650" y="25393"/>
                </a:lnTo>
                <a:lnTo>
                  <a:pt x="149543" y="24474"/>
                </a:lnTo>
                <a:lnTo>
                  <a:pt x="149407" y="23561"/>
                </a:lnTo>
                <a:lnTo>
                  <a:pt x="149241" y="22655"/>
                </a:lnTo>
                <a:lnTo>
                  <a:pt x="149046" y="21756"/>
                </a:lnTo>
                <a:lnTo>
                  <a:pt x="148822" y="20865"/>
                </a:lnTo>
                <a:lnTo>
                  <a:pt x="148570" y="19983"/>
                </a:lnTo>
                <a:lnTo>
                  <a:pt x="148289" y="19110"/>
                </a:lnTo>
                <a:lnTo>
                  <a:pt x="147980" y="18247"/>
                </a:lnTo>
                <a:lnTo>
                  <a:pt x="147643" y="17395"/>
                </a:lnTo>
                <a:lnTo>
                  <a:pt x="147278" y="16554"/>
                </a:lnTo>
                <a:lnTo>
                  <a:pt x="146887" y="15725"/>
                </a:lnTo>
                <a:lnTo>
                  <a:pt x="146468" y="14909"/>
                </a:lnTo>
                <a:lnTo>
                  <a:pt x="146023" y="14107"/>
                </a:lnTo>
                <a:lnTo>
                  <a:pt x="145551" y="13318"/>
                </a:lnTo>
                <a:lnTo>
                  <a:pt x="145053" y="12545"/>
                </a:lnTo>
                <a:lnTo>
                  <a:pt x="144530" y="11787"/>
                </a:lnTo>
                <a:lnTo>
                  <a:pt x="143981" y="11045"/>
                </a:lnTo>
                <a:lnTo>
                  <a:pt x="143406" y="10320"/>
                </a:lnTo>
                <a:lnTo>
                  <a:pt x="142807" y="9613"/>
                </a:lnTo>
                <a:lnTo>
                  <a:pt x="142183" y="8923"/>
                </a:lnTo>
                <a:lnTo>
                  <a:pt x="141534" y="8253"/>
                </a:lnTo>
                <a:lnTo>
                  <a:pt x="140864" y="7605"/>
                </a:lnTo>
                <a:lnTo>
                  <a:pt x="140175" y="6981"/>
                </a:lnTo>
                <a:lnTo>
                  <a:pt x="139468" y="6381"/>
                </a:lnTo>
                <a:lnTo>
                  <a:pt x="138743" y="5807"/>
                </a:lnTo>
                <a:lnTo>
                  <a:pt x="138001" y="5258"/>
                </a:lnTo>
                <a:lnTo>
                  <a:pt x="137243" y="4734"/>
                </a:lnTo>
                <a:lnTo>
                  <a:pt x="136469" y="4236"/>
                </a:lnTo>
                <a:lnTo>
                  <a:pt x="135681" y="3765"/>
                </a:lnTo>
                <a:lnTo>
                  <a:pt x="134878" y="3320"/>
                </a:lnTo>
                <a:lnTo>
                  <a:pt x="134062" y="2901"/>
                </a:lnTo>
                <a:lnTo>
                  <a:pt x="133234" y="2509"/>
                </a:lnTo>
                <a:lnTo>
                  <a:pt x="132393" y="2145"/>
                </a:lnTo>
                <a:lnTo>
                  <a:pt x="131541" y="1808"/>
                </a:lnTo>
                <a:lnTo>
                  <a:pt x="130678" y="1499"/>
                </a:lnTo>
                <a:lnTo>
                  <a:pt x="129805" y="1218"/>
                </a:lnTo>
                <a:lnTo>
                  <a:pt x="128923" y="965"/>
                </a:lnTo>
                <a:lnTo>
                  <a:pt x="128032" y="741"/>
                </a:lnTo>
                <a:lnTo>
                  <a:pt x="127133" y="546"/>
                </a:lnTo>
                <a:lnTo>
                  <a:pt x="126226" y="381"/>
                </a:lnTo>
                <a:lnTo>
                  <a:pt x="125314" y="244"/>
                </a:lnTo>
                <a:lnTo>
                  <a:pt x="124395" y="138"/>
                </a:lnTo>
                <a:lnTo>
                  <a:pt x="123471" y="61"/>
                </a:lnTo>
                <a:lnTo>
                  <a:pt x="122542" y="15"/>
                </a:lnTo>
                <a:lnTo>
                  <a:pt x="121610" y="0"/>
                </a:lnTo>
                <a:lnTo>
                  <a:pt x="80084" y="0"/>
                </a:lnTo>
                <a:lnTo>
                  <a:pt x="79152" y="15"/>
                </a:lnTo>
                <a:lnTo>
                  <a:pt x="78223" y="61"/>
                </a:lnTo>
                <a:lnTo>
                  <a:pt x="77299" y="138"/>
                </a:lnTo>
                <a:lnTo>
                  <a:pt x="76381" y="244"/>
                </a:lnTo>
                <a:close/>
                <a:moveTo>
                  <a:pt x="59224" y="186862"/>
                </a:moveTo>
                <a:lnTo>
                  <a:pt x="59126" y="186857"/>
                </a:lnTo>
                <a:lnTo>
                  <a:pt x="59029" y="186849"/>
                </a:lnTo>
                <a:lnTo>
                  <a:pt x="58932" y="186838"/>
                </a:lnTo>
                <a:lnTo>
                  <a:pt x="58836" y="186824"/>
                </a:lnTo>
                <a:lnTo>
                  <a:pt x="58740" y="186806"/>
                </a:lnTo>
                <a:lnTo>
                  <a:pt x="58646" y="186786"/>
                </a:lnTo>
                <a:lnTo>
                  <a:pt x="58552" y="186762"/>
                </a:lnTo>
                <a:lnTo>
                  <a:pt x="58459" y="186735"/>
                </a:lnTo>
                <a:lnTo>
                  <a:pt x="58367" y="186706"/>
                </a:lnTo>
                <a:lnTo>
                  <a:pt x="58276" y="186673"/>
                </a:lnTo>
                <a:lnTo>
                  <a:pt x="58187" y="186638"/>
                </a:lnTo>
                <a:lnTo>
                  <a:pt x="58098" y="186600"/>
                </a:lnTo>
                <a:lnTo>
                  <a:pt x="58011" y="186558"/>
                </a:lnTo>
                <a:lnTo>
                  <a:pt x="57925" y="186514"/>
                </a:lnTo>
                <a:lnTo>
                  <a:pt x="57841" y="186467"/>
                </a:lnTo>
                <a:lnTo>
                  <a:pt x="57758" y="186418"/>
                </a:lnTo>
                <a:lnTo>
                  <a:pt x="57676" y="186365"/>
                </a:lnTo>
                <a:lnTo>
                  <a:pt x="57596" y="186310"/>
                </a:lnTo>
                <a:lnTo>
                  <a:pt x="57518" y="186252"/>
                </a:lnTo>
                <a:lnTo>
                  <a:pt x="57442" y="186192"/>
                </a:lnTo>
                <a:lnTo>
                  <a:pt x="57368" y="186129"/>
                </a:lnTo>
                <a:lnTo>
                  <a:pt x="57295" y="186063"/>
                </a:lnTo>
                <a:lnTo>
                  <a:pt x="57224" y="185995"/>
                </a:lnTo>
                <a:lnTo>
                  <a:pt x="57156" y="185924"/>
                </a:lnTo>
                <a:lnTo>
                  <a:pt x="57091" y="185852"/>
                </a:lnTo>
                <a:lnTo>
                  <a:pt x="57027" y="185777"/>
                </a:lnTo>
                <a:lnTo>
                  <a:pt x="56967" y="185701"/>
                </a:lnTo>
                <a:lnTo>
                  <a:pt x="56909" y="185623"/>
                </a:lnTo>
                <a:lnTo>
                  <a:pt x="56854" y="185543"/>
                </a:lnTo>
                <a:lnTo>
                  <a:pt x="56802" y="185462"/>
                </a:lnTo>
                <a:lnTo>
                  <a:pt x="56752" y="185379"/>
                </a:lnTo>
                <a:lnTo>
                  <a:pt x="56705" y="185294"/>
                </a:lnTo>
                <a:lnTo>
                  <a:pt x="56661" y="185208"/>
                </a:lnTo>
                <a:lnTo>
                  <a:pt x="56620" y="185121"/>
                </a:lnTo>
                <a:lnTo>
                  <a:pt x="56581" y="185033"/>
                </a:lnTo>
                <a:lnTo>
                  <a:pt x="56546" y="184943"/>
                </a:lnTo>
                <a:lnTo>
                  <a:pt x="56514" y="184852"/>
                </a:lnTo>
                <a:lnTo>
                  <a:pt x="56484" y="184760"/>
                </a:lnTo>
                <a:lnTo>
                  <a:pt x="56457" y="184667"/>
                </a:lnTo>
                <a:lnTo>
                  <a:pt x="56434" y="184574"/>
                </a:lnTo>
                <a:lnTo>
                  <a:pt x="56413" y="184479"/>
                </a:lnTo>
                <a:lnTo>
                  <a:pt x="56396" y="184384"/>
                </a:lnTo>
                <a:lnTo>
                  <a:pt x="56381" y="184287"/>
                </a:lnTo>
                <a:lnTo>
                  <a:pt x="56370" y="184191"/>
                </a:lnTo>
                <a:lnTo>
                  <a:pt x="56362" y="184093"/>
                </a:lnTo>
                <a:lnTo>
                  <a:pt x="56357" y="183996"/>
                </a:lnTo>
                <a:lnTo>
                  <a:pt x="56356" y="183898"/>
                </a:lnTo>
                <a:lnTo>
                  <a:pt x="56356" y="183836"/>
                </a:lnTo>
                <a:lnTo>
                  <a:pt x="56355" y="183774"/>
                </a:lnTo>
                <a:lnTo>
                  <a:pt x="56355" y="183713"/>
                </a:lnTo>
                <a:lnTo>
                  <a:pt x="56354" y="183651"/>
                </a:lnTo>
                <a:lnTo>
                  <a:pt x="56353" y="183589"/>
                </a:lnTo>
                <a:lnTo>
                  <a:pt x="56352" y="183528"/>
                </a:lnTo>
                <a:lnTo>
                  <a:pt x="56350" y="183466"/>
                </a:lnTo>
                <a:lnTo>
                  <a:pt x="56349" y="183404"/>
                </a:lnTo>
                <a:lnTo>
                  <a:pt x="56347" y="183343"/>
                </a:lnTo>
                <a:lnTo>
                  <a:pt x="56345" y="183281"/>
                </a:lnTo>
                <a:lnTo>
                  <a:pt x="56343" y="183220"/>
                </a:lnTo>
                <a:lnTo>
                  <a:pt x="56340" y="183158"/>
                </a:lnTo>
                <a:lnTo>
                  <a:pt x="56338" y="183096"/>
                </a:lnTo>
                <a:lnTo>
                  <a:pt x="56335" y="183035"/>
                </a:lnTo>
                <a:lnTo>
                  <a:pt x="56332" y="182973"/>
                </a:lnTo>
                <a:lnTo>
                  <a:pt x="56328" y="182912"/>
                </a:lnTo>
                <a:lnTo>
                  <a:pt x="56325" y="182850"/>
                </a:lnTo>
                <a:lnTo>
                  <a:pt x="56321" y="182789"/>
                </a:lnTo>
                <a:lnTo>
                  <a:pt x="56317" y="182727"/>
                </a:lnTo>
                <a:lnTo>
                  <a:pt x="56313" y="182666"/>
                </a:lnTo>
                <a:lnTo>
                  <a:pt x="56309" y="182604"/>
                </a:lnTo>
                <a:lnTo>
                  <a:pt x="56304" y="182543"/>
                </a:lnTo>
                <a:lnTo>
                  <a:pt x="56299" y="182481"/>
                </a:lnTo>
                <a:lnTo>
                  <a:pt x="56294" y="182420"/>
                </a:lnTo>
                <a:lnTo>
                  <a:pt x="47519" y="77118"/>
                </a:lnTo>
                <a:lnTo>
                  <a:pt x="69703" y="77118"/>
                </a:lnTo>
                <a:lnTo>
                  <a:pt x="131991" y="77118"/>
                </a:lnTo>
                <a:lnTo>
                  <a:pt x="154175" y="77118"/>
                </a:lnTo>
                <a:lnTo>
                  <a:pt x="145400" y="182420"/>
                </a:lnTo>
                <a:lnTo>
                  <a:pt x="145395" y="182481"/>
                </a:lnTo>
                <a:lnTo>
                  <a:pt x="145390" y="182543"/>
                </a:lnTo>
                <a:lnTo>
                  <a:pt x="145385" y="182604"/>
                </a:lnTo>
                <a:lnTo>
                  <a:pt x="145381" y="182666"/>
                </a:lnTo>
                <a:lnTo>
                  <a:pt x="145377" y="182727"/>
                </a:lnTo>
                <a:lnTo>
                  <a:pt x="145373" y="182789"/>
                </a:lnTo>
                <a:lnTo>
                  <a:pt x="145369" y="182850"/>
                </a:lnTo>
                <a:lnTo>
                  <a:pt x="145366" y="182912"/>
                </a:lnTo>
                <a:lnTo>
                  <a:pt x="145362" y="182973"/>
                </a:lnTo>
                <a:lnTo>
                  <a:pt x="145359" y="183035"/>
                </a:lnTo>
                <a:lnTo>
                  <a:pt x="145356" y="183096"/>
                </a:lnTo>
                <a:lnTo>
                  <a:pt x="145354" y="183158"/>
                </a:lnTo>
                <a:lnTo>
                  <a:pt x="145351" y="183220"/>
                </a:lnTo>
                <a:lnTo>
                  <a:pt x="145349" y="183281"/>
                </a:lnTo>
                <a:lnTo>
                  <a:pt x="145347" y="183343"/>
                </a:lnTo>
                <a:lnTo>
                  <a:pt x="145345" y="183404"/>
                </a:lnTo>
                <a:lnTo>
                  <a:pt x="145344" y="183466"/>
                </a:lnTo>
                <a:lnTo>
                  <a:pt x="145342" y="183528"/>
                </a:lnTo>
                <a:lnTo>
                  <a:pt x="145341" y="183589"/>
                </a:lnTo>
                <a:lnTo>
                  <a:pt x="145340" y="183651"/>
                </a:lnTo>
                <a:lnTo>
                  <a:pt x="145339" y="183713"/>
                </a:lnTo>
                <a:lnTo>
                  <a:pt x="145339" y="183774"/>
                </a:lnTo>
                <a:lnTo>
                  <a:pt x="145339" y="183836"/>
                </a:lnTo>
                <a:lnTo>
                  <a:pt x="145338" y="183898"/>
                </a:lnTo>
                <a:lnTo>
                  <a:pt x="145337" y="183996"/>
                </a:lnTo>
                <a:lnTo>
                  <a:pt x="145332" y="184093"/>
                </a:lnTo>
                <a:lnTo>
                  <a:pt x="145324" y="184191"/>
                </a:lnTo>
                <a:lnTo>
                  <a:pt x="145313" y="184287"/>
                </a:lnTo>
                <a:lnTo>
                  <a:pt x="145298" y="184384"/>
                </a:lnTo>
                <a:lnTo>
                  <a:pt x="145281" y="184479"/>
                </a:lnTo>
                <a:lnTo>
                  <a:pt x="145260" y="184574"/>
                </a:lnTo>
                <a:lnTo>
                  <a:pt x="145237" y="184667"/>
                </a:lnTo>
                <a:lnTo>
                  <a:pt x="145210" y="184760"/>
                </a:lnTo>
                <a:lnTo>
                  <a:pt x="145181" y="184852"/>
                </a:lnTo>
                <a:lnTo>
                  <a:pt x="145148" y="184943"/>
                </a:lnTo>
                <a:lnTo>
                  <a:pt x="145113" y="185033"/>
                </a:lnTo>
                <a:lnTo>
                  <a:pt x="145074" y="185121"/>
                </a:lnTo>
                <a:lnTo>
                  <a:pt x="145033" y="185208"/>
                </a:lnTo>
                <a:lnTo>
                  <a:pt x="144989" y="185294"/>
                </a:lnTo>
                <a:lnTo>
                  <a:pt x="144942" y="185379"/>
                </a:lnTo>
                <a:lnTo>
                  <a:pt x="144892" y="185462"/>
                </a:lnTo>
                <a:lnTo>
                  <a:pt x="144840" y="185543"/>
                </a:lnTo>
                <a:lnTo>
                  <a:pt x="144785" y="185623"/>
                </a:lnTo>
                <a:lnTo>
                  <a:pt x="144727" y="185701"/>
                </a:lnTo>
                <a:lnTo>
                  <a:pt x="144667" y="185777"/>
                </a:lnTo>
                <a:lnTo>
                  <a:pt x="144604" y="185852"/>
                </a:lnTo>
                <a:lnTo>
                  <a:pt x="144538" y="185924"/>
                </a:lnTo>
                <a:lnTo>
                  <a:pt x="144470" y="185995"/>
                </a:lnTo>
                <a:lnTo>
                  <a:pt x="144399" y="186063"/>
                </a:lnTo>
                <a:lnTo>
                  <a:pt x="144327" y="186129"/>
                </a:lnTo>
                <a:lnTo>
                  <a:pt x="144252" y="186192"/>
                </a:lnTo>
                <a:lnTo>
                  <a:pt x="144176" y="186252"/>
                </a:lnTo>
                <a:lnTo>
                  <a:pt x="144098" y="186310"/>
                </a:lnTo>
                <a:lnTo>
                  <a:pt x="144018" y="186365"/>
                </a:lnTo>
                <a:lnTo>
                  <a:pt x="143936" y="186418"/>
                </a:lnTo>
                <a:lnTo>
                  <a:pt x="143853" y="186467"/>
                </a:lnTo>
                <a:lnTo>
                  <a:pt x="143769" y="186514"/>
                </a:lnTo>
                <a:lnTo>
                  <a:pt x="143683" y="186558"/>
                </a:lnTo>
                <a:lnTo>
                  <a:pt x="143596" y="186600"/>
                </a:lnTo>
                <a:lnTo>
                  <a:pt x="143507" y="186638"/>
                </a:lnTo>
                <a:lnTo>
                  <a:pt x="143418" y="186673"/>
                </a:lnTo>
                <a:lnTo>
                  <a:pt x="143327" y="186706"/>
                </a:lnTo>
                <a:lnTo>
                  <a:pt x="143235" y="186735"/>
                </a:lnTo>
                <a:lnTo>
                  <a:pt x="143142" y="186762"/>
                </a:lnTo>
                <a:lnTo>
                  <a:pt x="143048" y="186786"/>
                </a:lnTo>
                <a:lnTo>
                  <a:pt x="142954" y="186806"/>
                </a:lnTo>
                <a:lnTo>
                  <a:pt x="142858" y="186824"/>
                </a:lnTo>
                <a:lnTo>
                  <a:pt x="142762" y="186838"/>
                </a:lnTo>
                <a:lnTo>
                  <a:pt x="142665" y="186849"/>
                </a:lnTo>
                <a:lnTo>
                  <a:pt x="142568" y="186857"/>
                </a:lnTo>
                <a:lnTo>
                  <a:pt x="142470" y="186862"/>
                </a:lnTo>
                <a:lnTo>
                  <a:pt x="142372" y="186864"/>
                </a:lnTo>
                <a:lnTo>
                  <a:pt x="59322" y="186864"/>
                </a:lnTo>
                <a:lnTo>
                  <a:pt x="59224" y="186862"/>
                </a:lnTo>
                <a:close/>
                <a:moveTo>
                  <a:pt x="87500" y="35593"/>
                </a:moveTo>
                <a:lnTo>
                  <a:pt x="114194" y="35593"/>
                </a:lnTo>
                <a:lnTo>
                  <a:pt x="114194" y="41525"/>
                </a:lnTo>
                <a:lnTo>
                  <a:pt x="87500" y="41525"/>
                </a:lnTo>
                <a:lnTo>
                  <a:pt x="87500" y="35593"/>
                </a:lnTo>
                <a:close/>
                <a:moveTo>
                  <a:pt x="96899" y="95002"/>
                </a:moveTo>
                <a:lnTo>
                  <a:pt x="96482" y="93920"/>
                </a:lnTo>
                <a:lnTo>
                  <a:pt x="95999" y="92873"/>
                </a:lnTo>
                <a:lnTo>
                  <a:pt x="95451" y="91865"/>
                </a:lnTo>
                <a:lnTo>
                  <a:pt x="94842" y="90897"/>
                </a:lnTo>
                <a:lnTo>
                  <a:pt x="94173" y="89972"/>
                </a:lnTo>
                <a:lnTo>
                  <a:pt x="93448" y="89093"/>
                </a:lnTo>
                <a:lnTo>
                  <a:pt x="92668" y="88263"/>
                </a:lnTo>
                <a:lnTo>
                  <a:pt x="91838" y="87484"/>
                </a:lnTo>
                <a:lnTo>
                  <a:pt x="90959" y="86759"/>
                </a:lnTo>
                <a:lnTo>
                  <a:pt x="90035" y="86090"/>
                </a:lnTo>
                <a:lnTo>
                  <a:pt x="89067" y="85480"/>
                </a:lnTo>
                <a:lnTo>
                  <a:pt x="88058" y="84932"/>
                </a:lnTo>
                <a:lnTo>
                  <a:pt x="87012" y="84449"/>
                </a:lnTo>
                <a:lnTo>
                  <a:pt x="85930" y="84033"/>
                </a:lnTo>
                <a:lnTo>
                  <a:pt x="84815" y="83686"/>
                </a:lnTo>
                <a:lnTo>
                  <a:pt x="83671" y="83412"/>
                </a:lnTo>
                <a:lnTo>
                  <a:pt x="82499" y="83213"/>
                </a:lnTo>
                <a:lnTo>
                  <a:pt x="81303" y="83092"/>
                </a:lnTo>
                <a:lnTo>
                  <a:pt x="80084" y="83051"/>
                </a:lnTo>
                <a:lnTo>
                  <a:pt x="78866" y="83092"/>
                </a:lnTo>
                <a:lnTo>
                  <a:pt x="77670" y="83213"/>
                </a:lnTo>
                <a:lnTo>
                  <a:pt x="76498" y="83412"/>
                </a:lnTo>
                <a:lnTo>
                  <a:pt x="75353" y="83686"/>
                </a:lnTo>
                <a:lnTo>
                  <a:pt x="74239" y="84033"/>
                </a:lnTo>
                <a:lnTo>
                  <a:pt x="73157" y="84449"/>
                </a:lnTo>
                <a:lnTo>
                  <a:pt x="72111" y="84932"/>
                </a:lnTo>
                <a:lnTo>
                  <a:pt x="71102" y="85480"/>
                </a:lnTo>
                <a:lnTo>
                  <a:pt x="70134" y="86090"/>
                </a:lnTo>
                <a:lnTo>
                  <a:pt x="69209" y="86759"/>
                </a:lnTo>
                <a:lnTo>
                  <a:pt x="68331" y="87484"/>
                </a:lnTo>
                <a:lnTo>
                  <a:pt x="67500" y="88263"/>
                </a:lnTo>
                <a:lnTo>
                  <a:pt x="66721" y="89093"/>
                </a:lnTo>
                <a:lnTo>
                  <a:pt x="65996" y="89972"/>
                </a:lnTo>
                <a:lnTo>
                  <a:pt x="65327" y="90897"/>
                </a:lnTo>
                <a:lnTo>
                  <a:pt x="64718" y="91865"/>
                </a:lnTo>
                <a:lnTo>
                  <a:pt x="64170" y="92873"/>
                </a:lnTo>
                <a:lnTo>
                  <a:pt x="63686" y="93920"/>
                </a:lnTo>
                <a:lnTo>
                  <a:pt x="63270" y="95002"/>
                </a:lnTo>
                <a:lnTo>
                  <a:pt x="62924" y="96116"/>
                </a:lnTo>
                <a:lnTo>
                  <a:pt x="62649" y="97260"/>
                </a:lnTo>
                <a:lnTo>
                  <a:pt x="62450" y="98432"/>
                </a:lnTo>
                <a:lnTo>
                  <a:pt x="62329" y="99629"/>
                </a:lnTo>
                <a:lnTo>
                  <a:pt x="62288" y="100847"/>
                </a:lnTo>
                <a:lnTo>
                  <a:pt x="62288" y="163135"/>
                </a:lnTo>
                <a:lnTo>
                  <a:pt x="62329" y="164353"/>
                </a:lnTo>
                <a:lnTo>
                  <a:pt x="62450" y="165550"/>
                </a:lnTo>
                <a:lnTo>
                  <a:pt x="62649" y="166722"/>
                </a:lnTo>
                <a:lnTo>
                  <a:pt x="62924" y="167866"/>
                </a:lnTo>
                <a:lnTo>
                  <a:pt x="63270" y="168980"/>
                </a:lnTo>
                <a:lnTo>
                  <a:pt x="63686" y="170062"/>
                </a:lnTo>
                <a:lnTo>
                  <a:pt x="64170" y="171109"/>
                </a:lnTo>
                <a:lnTo>
                  <a:pt x="64718" y="172117"/>
                </a:lnTo>
                <a:lnTo>
                  <a:pt x="65327" y="173085"/>
                </a:lnTo>
                <a:lnTo>
                  <a:pt x="65996" y="174010"/>
                </a:lnTo>
                <a:lnTo>
                  <a:pt x="66721" y="174889"/>
                </a:lnTo>
                <a:lnTo>
                  <a:pt x="67500" y="175719"/>
                </a:lnTo>
                <a:lnTo>
                  <a:pt x="68331" y="176498"/>
                </a:lnTo>
                <a:lnTo>
                  <a:pt x="69209" y="177223"/>
                </a:lnTo>
                <a:lnTo>
                  <a:pt x="70134" y="177892"/>
                </a:lnTo>
                <a:lnTo>
                  <a:pt x="71102" y="178502"/>
                </a:lnTo>
                <a:lnTo>
                  <a:pt x="72111" y="179050"/>
                </a:lnTo>
                <a:lnTo>
                  <a:pt x="73157" y="179533"/>
                </a:lnTo>
                <a:lnTo>
                  <a:pt x="74239" y="179949"/>
                </a:lnTo>
                <a:lnTo>
                  <a:pt x="75353" y="180296"/>
                </a:lnTo>
                <a:lnTo>
                  <a:pt x="76498" y="180570"/>
                </a:lnTo>
                <a:lnTo>
                  <a:pt x="77670" y="180769"/>
                </a:lnTo>
                <a:lnTo>
                  <a:pt x="78866" y="180890"/>
                </a:lnTo>
                <a:lnTo>
                  <a:pt x="80084" y="180931"/>
                </a:lnTo>
                <a:lnTo>
                  <a:pt x="81303" y="180890"/>
                </a:lnTo>
                <a:lnTo>
                  <a:pt x="82499" y="180769"/>
                </a:lnTo>
                <a:lnTo>
                  <a:pt x="83671" y="180570"/>
                </a:lnTo>
                <a:lnTo>
                  <a:pt x="84815" y="180296"/>
                </a:lnTo>
                <a:lnTo>
                  <a:pt x="85930" y="179949"/>
                </a:lnTo>
                <a:lnTo>
                  <a:pt x="87012" y="179533"/>
                </a:lnTo>
                <a:lnTo>
                  <a:pt x="88058" y="179050"/>
                </a:lnTo>
                <a:lnTo>
                  <a:pt x="89067" y="178502"/>
                </a:lnTo>
                <a:lnTo>
                  <a:pt x="90035" y="177892"/>
                </a:lnTo>
                <a:lnTo>
                  <a:pt x="90959" y="177223"/>
                </a:lnTo>
                <a:lnTo>
                  <a:pt x="91838" y="176498"/>
                </a:lnTo>
                <a:lnTo>
                  <a:pt x="92668" y="175719"/>
                </a:lnTo>
                <a:lnTo>
                  <a:pt x="93448" y="174889"/>
                </a:lnTo>
                <a:lnTo>
                  <a:pt x="94173" y="174010"/>
                </a:lnTo>
                <a:lnTo>
                  <a:pt x="94842" y="173085"/>
                </a:lnTo>
                <a:lnTo>
                  <a:pt x="95451" y="172117"/>
                </a:lnTo>
                <a:lnTo>
                  <a:pt x="95999" y="171109"/>
                </a:lnTo>
                <a:lnTo>
                  <a:pt x="96482" y="170062"/>
                </a:lnTo>
                <a:lnTo>
                  <a:pt x="96899" y="168980"/>
                </a:lnTo>
                <a:lnTo>
                  <a:pt x="97245" y="167866"/>
                </a:lnTo>
                <a:lnTo>
                  <a:pt x="97519" y="166722"/>
                </a:lnTo>
                <a:lnTo>
                  <a:pt x="97719" y="165550"/>
                </a:lnTo>
                <a:lnTo>
                  <a:pt x="97840" y="164353"/>
                </a:lnTo>
                <a:lnTo>
                  <a:pt x="97881" y="163135"/>
                </a:lnTo>
                <a:lnTo>
                  <a:pt x="97881" y="100847"/>
                </a:lnTo>
                <a:lnTo>
                  <a:pt x="97840" y="99629"/>
                </a:lnTo>
                <a:lnTo>
                  <a:pt x="97719" y="98432"/>
                </a:lnTo>
                <a:lnTo>
                  <a:pt x="97519" y="97260"/>
                </a:lnTo>
                <a:lnTo>
                  <a:pt x="97245" y="96116"/>
                </a:lnTo>
                <a:lnTo>
                  <a:pt x="96899" y="95002"/>
                </a:lnTo>
                <a:close/>
                <a:moveTo>
                  <a:pt x="138008" y="93920"/>
                </a:moveTo>
                <a:lnTo>
                  <a:pt x="137524" y="92873"/>
                </a:lnTo>
                <a:lnTo>
                  <a:pt x="136976" y="91865"/>
                </a:lnTo>
                <a:lnTo>
                  <a:pt x="136367" y="90897"/>
                </a:lnTo>
                <a:lnTo>
                  <a:pt x="135698" y="89972"/>
                </a:lnTo>
                <a:lnTo>
                  <a:pt x="134973" y="89093"/>
                </a:lnTo>
                <a:lnTo>
                  <a:pt x="134194" y="88263"/>
                </a:lnTo>
                <a:lnTo>
                  <a:pt x="133363" y="87484"/>
                </a:lnTo>
                <a:lnTo>
                  <a:pt x="132485" y="86759"/>
                </a:lnTo>
                <a:lnTo>
                  <a:pt x="131560" y="86090"/>
                </a:lnTo>
                <a:lnTo>
                  <a:pt x="130592" y="85480"/>
                </a:lnTo>
                <a:lnTo>
                  <a:pt x="129583" y="84932"/>
                </a:lnTo>
                <a:lnTo>
                  <a:pt x="128537" y="84449"/>
                </a:lnTo>
                <a:lnTo>
                  <a:pt x="127455" y="84033"/>
                </a:lnTo>
                <a:lnTo>
                  <a:pt x="126341" y="83686"/>
                </a:lnTo>
                <a:lnTo>
                  <a:pt x="125196" y="83412"/>
                </a:lnTo>
                <a:lnTo>
                  <a:pt x="124025" y="83213"/>
                </a:lnTo>
                <a:lnTo>
                  <a:pt x="122828" y="83092"/>
                </a:lnTo>
                <a:lnTo>
                  <a:pt x="121610" y="83051"/>
                </a:lnTo>
                <a:lnTo>
                  <a:pt x="120391" y="83092"/>
                </a:lnTo>
                <a:lnTo>
                  <a:pt x="119195" y="83213"/>
                </a:lnTo>
                <a:lnTo>
                  <a:pt x="118023" y="83412"/>
                </a:lnTo>
                <a:lnTo>
                  <a:pt x="116879" y="83686"/>
                </a:lnTo>
                <a:lnTo>
                  <a:pt x="115764" y="84033"/>
                </a:lnTo>
                <a:lnTo>
                  <a:pt x="114682" y="84449"/>
                </a:lnTo>
                <a:lnTo>
                  <a:pt x="113636" y="84932"/>
                </a:lnTo>
                <a:lnTo>
                  <a:pt x="112627" y="85480"/>
                </a:lnTo>
                <a:lnTo>
                  <a:pt x="111659" y="86090"/>
                </a:lnTo>
                <a:lnTo>
                  <a:pt x="110735" y="86759"/>
                </a:lnTo>
                <a:lnTo>
                  <a:pt x="109856" y="87484"/>
                </a:lnTo>
                <a:lnTo>
                  <a:pt x="109026" y="88263"/>
                </a:lnTo>
                <a:lnTo>
                  <a:pt x="108247" y="89093"/>
                </a:lnTo>
                <a:lnTo>
                  <a:pt x="107521" y="89972"/>
                </a:lnTo>
                <a:lnTo>
                  <a:pt x="106853" y="90897"/>
                </a:lnTo>
                <a:lnTo>
                  <a:pt x="106243" y="91865"/>
                </a:lnTo>
                <a:lnTo>
                  <a:pt x="105695" y="92873"/>
                </a:lnTo>
                <a:lnTo>
                  <a:pt x="105212" y="93920"/>
                </a:lnTo>
                <a:lnTo>
                  <a:pt x="104795" y="95002"/>
                </a:lnTo>
                <a:lnTo>
                  <a:pt x="104449" y="96116"/>
                </a:lnTo>
                <a:lnTo>
                  <a:pt x="104175" y="97260"/>
                </a:lnTo>
                <a:lnTo>
                  <a:pt x="103976" y="98432"/>
                </a:lnTo>
                <a:lnTo>
                  <a:pt x="103854" y="99629"/>
                </a:lnTo>
                <a:lnTo>
                  <a:pt x="103813" y="100847"/>
                </a:lnTo>
                <a:lnTo>
                  <a:pt x="103813" y="163135"/>
                </a:lnTo>
                <a:lnTo>
                  <a:pt x="103854" y="164353"/>
                </a:lnTo>
                <a:lnTo>
                  <a:pt x="103976" y="165550"/>
                </a:lnTo>
                <a:lnTo>
                  <a:pt x="104175" y="166722"/>
                </a:lnTo>
                <a:lnTo>
                  <a:pt x="104449" y="167866"/>
                </a:lnTo>
                <a:lnTo>
                  <a:pt x="104795" y="168980"/>
                </a:lnTo>
                <a:lnTo>
                  <a:pt x="105212" y="170062"/>
                </a:lnTo>
                <a:lnTo>
                  <a:pt x="105695" y="171109"/>
                </a:lnTo>
                <a:lnTo>
                  <a:pt x="106243" y="172117"/>
                </a:lnTo>
                <a:lnTo>
                  <a:pt x="106853" y="173085"/>
                </a:lnTo>
                <a:lnTo>
                  <a:pt x="107521" y="174010"/>
                </a:lnTo>
                <a:lnTo>
                  <a:pt x="108247" y="174889"/>
                </a:lnTo>
                <a:lnTo>
                  <a:pt x="109026" y="175719"/>
                </a:lnTo>
                <a:lnTo>
                  <a:pt x="109856" y="176498"/>
                </a:lnTo>
                <a:lnTo>
                  <a:pt x="110735" y="177223"/>
                </a:lnTo>
                <a:lnTo>
                  <a:pt x="111659" y="177892"/>
                </a:lnTo>
                <a:lnTo>
                  <a:pt x="112627" y="178502"/>
                </a:lnTo>
                <a:lnTo>
                  <a:pt x="113636" y="179050"/>
                </a:lnTo>
                <a:lnTo>
                  <a:pt x="114682" y="179533"/>
                </a:lnTo>
                <a:lnTo>
                  <a:pt x="115764" y="179949"/>
                </a:lnTo>
                <a:lnTo>
                  <a:pt x="116879" y="180296"/>
                </a:lnTo>
                <a:lnTo>
                  <a:pt x="118023" y="180570"/>
                </a:lnTo>
                <a:lnTo>
                  <a:pt x="119195" y="180769"/>
                </a:lnTo>
                <a:lnTo>
                  <a:pt x="120391" y="180890"/>
                </a:lnTo>
                <a:lnTo>
                  <a:pt x="121610" y="180931"/>
                </a:lnTo>
                <a:lnTo>
                  <a:pt x="122828" y="180890"/>
                </a:lnTo>
                <a:lnTo>
                  <a:pt x="124025" y="180769"/>
                </a:lnTo>
                <a:lnTo>
                  <a:pt x="125196" y="180570"/>
                </a:lnTo>
                <a:lnTo>
                  <a:pt x="126341" y="180296"/>
                </a:lnTo>
                <a:lnTo>
                  <a:pt x="127455" y="179949"/>
                </a:lnTo>
                <a:lnTo>
                  <a:pt x="128537" y="179533"/>
                </a:lnTo>
                <a:lnTo>
                  <a:pt x="129583" y="179050"/>
                </a:lnTo>
                <a:lnTo>
                  <a:pt x="130592" y="178502"/>
                </a:lnTo>
                <a:lnTo>
                  <a:pt x="131560" y="177892"/>
                </a:lnTo>
                <a:lnTo>
                  <a:pt x="132485" y="177223"/>
                </a:lnTo>
                <a:lnTo>
                  <a:pt x="133363" y="176498"/>
                </a:lnTo>
                <a:lnTo>
                  <a:pt x="134194" y="175719"/>
                </a:lnTo>
                <a:lnTo>
                  <a:pt x="134973" y="174889"/>
                </a:lnTo>
                <a:lnTo>
                  <a:pt x="135698" y="174010"/>
                </a:lnTo>
                <a:lnTo>
                  <a:pt x="136367" y="173085"/>
                </a:lnTo>
                <a:lnTo>
                  <a:pt x="136976" y="172117"/>
                </a:lnTo>
                <a:lnTo>
                  <a:pt x="137524" y="171109"/>
                </a:lnTo>
                <a:lnTo>
                  <a:pt x="138008" y="170062"/>
                </a:lnTo>
                <a:lnTo>
                  <a:pt x="138424" y="168980"/>
                </a:lnTo>
                <a:lnTo>
                  <a:pt x="138771" y="167866"/>
                </a:lnTo>
                <a:lnTo>
                  <a:pt x="139045" y="166722"/>
                </a:lnTo>
                <a:lnTo>
                  <a:pt x="139244" y="165550"/>
                </a:lnTo>
                <a:lnTo>
                  <a:pt x="139365" y="164353"/>
                </a:lnTo>
                <a:lnTo>
                  <a:pt x="139406" y="163135"/>
                </a:lnTo>
                <a:lnTo>
                  <a:pt x="139406" y="100847"/>
                </a:lnTo>
                <a:lnTo>
                  <a:pt x="139365" y="99629"/>
                </a:lnTo>
                <a:lnTo>
                  <a:pt x="139244" y="98432"/>
                </a:lnTo>
                <a:lnTo>
                  <a:pt x="139045" y="97260"/>
                </a:lnTo>
                <a:lnTo>
                  <a:pt x="138771" y="96116"/>
                </a:lnTo>
                <a:lnTo>
                  <a:pt x="138424" y="95002"/>
                </a:lnTo>
                <a:lnTo>
                  <a:pt x="138008" y="93920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CA6242-EB99-4BDC-9221-538D8EDDFB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43707" y="1074063"/>
            <a:ext cx="274342" cy="157321"/>
          </a:xfrm>
          <a:custGeom xmlns:a="http://schemas.openxmlformats.org/drawingml/2006/main">
            <a:pathLst>
              <a:path w="274342" h="157321">
                <a:moveTo>
                  <a:pt x="0" y="131694"/>
                </a:moveTo>
                <a:close/>
                <a:moveTo>
                  <a:pt x="66559" y="144508"/>
                </a:moveTo>
                <a:lnTo>
                  <a:pt x="66559" y="157321"/>
                </a:lnTo>
                <a:lnTo>
                  <a:pt x="50720" y="157321"/>
                </a:lnTo>
                <a:cubicBezTo>
                  <a:pt x="39330" y="157321"/>
                  <a:pt x="31500" y="154177"/>
                  <a:pt x="27229" y="147889"/>
                </a:cubicBezTo>
                <a:cubicBezTo>
                  <a:pt x="22958" y="141720"/>
                  <a:pt x="21890" y="133415"/>
                  <a:pt x="24025" y="122974"/>
                </a:cubicBezTo>
                <a:lnTo>
                  <a:pt x="27585" y="105533"/>
                </a:lnTo>
                <a:cubicBezTo>
                  <a:pt x="28890" y="99483"/>
                  <a:pt x="28771" y="94559"/>
                  <a:pt x="27229" y="90762"/>
                </a:cubicBezTo>
                <a:cubicBezTo>
                  <a:pt x="25805" y="86966"/>
                  <a:pt x="21771" y="85067"/>
                  <a:pt x="15127" y="85067"/>
                </a:cubicBezTo>
                <a:lnTo>
                  <a:pt x="3559" y="85067"/>
                </a:lnTo>
                <a:lnTo>
                  <a:pt x="3559" y="72254"/>
                </a:lnTo>
                <a:lnTo>
                  <a:pt x="15127" y="72254"/>
                </a:lnTo>
                <a:cubicBezTo>
                  <a:pt x="21771" y="72254"/>
                  <a:pt x="25805" y="70356"/>
                  <a:pt x="27229" y="66559"/>
                </a:cubicBezTo>
                <a:cubicBezTo>
                  <a:pt x="28771" y="62762"/>
                  <a:pt x="28890" y="57839"/>
                  <a:pt x="27585" y="51788"/>
                </a:cubicBezTo>
                <a:lnTo>
                  <a:pt x="24025" y="34347"/>
                </a:lnTo>
                <a:cubicBezTo>
                  <a:pt x="21890" y="23907"/>
                  <a:pt x="22958" y="15602"/>
                  <a:pt x="27229" y="9432"/>
                </a:cubicBezTo>
                <a:cubicBezTo>
                  <a:pt x="31500" y="3144"/>
                  <a:pt x="39330" y="0"/>
                  <a:pt x="50720" y="0"/>
                </a:cubicBezTo>
                <a:lnTo>
                  <a:pt x="66559" y="0"/>
                </a:lnTo>
                <a:lnTo>
                  <a:pt x="66559" y="12813"/>
                </a:lnTo>
                <a:lnTo>
                  <a:pt x="51254" y="12813"/>
                </a:lnTo>
                <a:cubicBezTo>
                  <a:pt x="45441" y="12813"/>
                  <a:pt x="41585" y="14593"/>
                  <a:pt x="39686" y="18152"/>
                </a:cubicBezTo>
                <a:cubicBezTo>
                  <a:pt x="37788" y="21593"/>
                  <a:pt x="37373" y="25864"/>
                  <a:pt x="38441" y="30966"/>
                </a:cubicBezTo>
                <a:lnTo>
                  <a:pt x="42000" y="48407"/>
                </a:lnTo>
                <a:cubicBezTo>
                  <a:pt x="43661" y="56593"/>
                  <a:pt x="43424" y="63237"/>
                  <a:pt x="41288" y="68339"/>
                </a:cubicBezTo>
                <a:cubicBezTo>
                  <a:pt x="39271" y="73440"/>
                  <a:pt x="35652" y="76881"/>
                  <a:pt x="30432" y="78661"/>
                </a:cubicBezTo>
                <a:cubicBezTo>
                  <a:pt x="35652" y="80440"/>
                  <a:pt x="39271" y="83881"/>
                  <a:pt x="41288" y="88983"/>
                </a:cubicBezTo>
                <a:cubicBezTo>
                  <a:pt x="43424" y="94084"/>
                  <a:pt x="43661" y="100728"/>
                  <a:pt x="42000" y="108915"/>
                </a:cubicBezTo>
                <a:lnTo>
                  <a:pt x="38441" y="126355"/>
                </a:lnTo>
                <a:cubicBezTo>
                  <a:pt x="37373" y="131457"/>
                  <a:pt x="37788" y="135728"/>
                  <a:pt x="39686" y="139169"/>
                </a:cubicBezTo>
                <a:cubicBezTo>
                  <a:pt x="41585" y="142728"/>
                  <a:pt x="45441" y="144508"/>
                  <a:pt x="51254" y="144508"/>
                </a:cubicBezTo>
                <a:lnTo>
                  <a:pt x="66559" y="144508"/>
                </a:lnTo>
                <a:close/>
                <a:moveTo>
                  <a:pt x="67085" y="131694"/>
                </a:moveTo>
                <a:close/>
                <a:moveTo>
                  <a:pt x="128127" y="67449"/>
                </a:moveTo>
                <a:lnTo>
                  <a:pt x="117449" y="75279"/>
                </a:lnTo>
                <a:lnTo>
                  <a:pt x="114067" y="70652"/>
                </a:lnTo>
                <a:lnTo>
                  <a:pt x="103034" y="50008"/>
                </a:lnTo>
                <a:lnTo>
                  <a:pt x="92000" y="70830"/>
                </a:lnTo>
                <a:lnTo>
                  <a:pt x="88618" y="75279"/>
                </a:lnTo>
                <a:lnTo>
                  <a:pt x="77941" y="67449"/>
                </a:lnTo>
                <a:lnTo>
                  <a:pt x="81322" y="63000"/>
                </a:lnTo>
                <a:lnTo>
                  <a:pt x="97517" y="46271"/>
                </a:lnTo>
                <a:lnTo>
                  <a:pt x="74559" y="42000"/>
                </a:lnTo>
                <a:lnTo>
                  <a:pt x="69042" y="40220"/>
                </a:lnTo>
                <a:lnTo>
                  <a:pt x="73135" y="27585"/>
                </a:lnTo>
                <a:lnTo>
                  <a:pt x="78474" y="29542"/>
                </a:lnTo>
                <a:lnTo>
                  <a:pt x="99474" y="39508"/>
                </a:lnTo>
                <a:lnTo>
                  <a:pt x="96449" y="16373"/>
                </a:lnTo>
                <a:lnTo>
                  <a:pt x="96449" y="10678"/>
                </a:lnTo>
                <a:lnTo>
                  <a:pt x="109618" y="10678"/>
                </a:lnTo>
                <a:lnTo>
                  <a:pt x="109618" y="16373"/>
                </a:lnTo>
                <a:lnTo>
                  <a:pt x="106415" y="39508"/>
                </a:lnTo>
                <a:lnTo>
                  <a:pt x="127415" y="29364"/>
                </a:lnTo>
                <a:lnTo>
                  <a:pt x="132932" y="27585"/>
                </a:lnTo>
                <a:lnTo>
                  <a:pt x="136847" y="40042"/>
                </a:lnTo>
                <a:lnTo>
                  <a:pt x="131508" y="42000"/>
                </a:lnTo>
                <a:lnTo>
                  <a:pt x="108551" y="46093"/>
                </a:lnTo>
                <a:lnTo>
                  <a:pt x="124745" y="62822"/>
                </a:lnTo>
                <a:lnTo>
                  <a:pt x="128127" y="67449"/>
                </a:lnTo>
                <a:close/>
                <a:moveTo>
                  <a:pt x="139035" y="131694"/>
                </a:moveTo>
                <a:close/>
                <a:moveTo>
                  <a:pt x="200078" y="67449"/>
                </a:moveTo>
                <a:lnTo>
                  <a:pt x="189400" y="75279"/>
                </a:lnTo>
                <a:lnTo>
                  <a:pt x="186018" y="70652"/>
                </a:lnTo>
                <a:lnTo>
                  <a:pt x="174984" y="50008"/>
                </a:lnTo>
                <a:lnTo>
                  <a:pt x="163951" y="70830"/>
                </a:lnTo>
                <a:lnTo>
                  <a:pt x="160569" y="75279"/>
                </a:lnTo>
                <a:lnTo>
                  <a:pt x="149891" y="67449"/>
                </a:lnTo>
                <a:lnTo>
                  <a:pt x="153273" y="63000"/>
                </a:lnTo>
                <a:lnTo>
                  <a:pt x="169468" y="46271"/>
                </a:lnTo>
                <a:lnTo>
                  <a:pt x="146510" y="42000"/>
                </a:lnTo>
                <a:lnTo>
                  <a:pt x="140993" y="40220"/>
                </a:lnTo>
                <a:lnTo>
                  <a:pt x="145086" y="27585"/>
                </a:lnTo>
                <a:lnTo>
                  <a:pt x="150425" y="29542"/>
                </a:lnTo>
                <a:lnTo>
                  <a:pt x="171425" y="39508"/>
                </a:lnTo>
                <a:lnTo>
                  <a:pt x="168400" y="16373"/>
                </a:lnTo>
                <a:lnTo>
                  <a:pt x="168400" y="10678"/>
                </a:lnTo>
                <a:lnTo>
                  <a:pt x="181569" y="10678"/>
                </a:lnTo>
                <a:lnTo>
                  <a:pt x="181569" y="16373"/>
                </a:lnTo>
                <a:lnTo>
                  <a:pt x="178366" y="39508"/>
                </a:lnTo>
                <a:lnTo>
                  <a:pt x="199366" y="29364"/>
                </a:lnTo>
                <a:lnTo>
                  <a:pt x="204883" y="27585"/>
                </a:lnTo>
                <a:lnTo>
                  <a:pt x="208798" y="40042"/>
                </a:lnTo>
                <a:lnTo>
                  <a:pt x="203459" y="42000"/>
                </a:lnTo>
                <a:lnTo>
                  <a:pt x="180501" y="46093"/>
                </a:lnTo>
                <a:lnTo>
                  <a:pt x="196696" y="62822"/>
                </a:lnTo>
                <a:lnTo>
                  <a:pt x="200078" y="67449"/>
                </a:lnTo>
                <a:close/>
                <a:moveTo>
                  <a:pt x="210986" y="131694"/>
                </a:moveTo>
                <a:close/>
                <a:moveTo>
                  <a:pt x="253876" y="122974"/>
                </a:moveTo>
                <a:cubicBezTo>
                  <a:pt x="256130" y="133415"/>
                  <a:pt x="255122" y="141720"/>
                  <a:pt x="250851" y="147889"/>
                </a:cubicBezTo>
                <a:cubicBezTo>
                  <a:pt x="246579" y="154177"/>
                  <a:pt x="238690" y="157321"/>
                  <a:pt x="227181" y="157321"/>
                </a:cubicBezTo>
                <a:lnTo>
                  <a:pt x="211342" y="157321"/>
                </a:lnTo>
                <a:lnTo>
                  <a:pt x="211342" y="144508"/>
                </a:lnTo>
                <a:lnTo>
                  <a:pt x="226825" y="144508"/>
                </a:lnTo>
                <a:cubicBezTo>
                  <a:pt x="232757" y="144508"/>
                  <a:pt x="236613" y="142728"/>
                  <a:pt x="238393" y="139169"/>
                </a:cubicBezTo>
                <a:cubicBezTo>
                  <a:pt x="240291" y="135728"/>
                  <a:pt x="240707" y="131457"/>
                  <a:pt x="239639" y="126355"/>
                </a:cubicBezTo>
                <a:lnTo>
                  <a:pt x="236079" y="108915"/>
                </a:lnTo>
                <a:cubicBezTo>
                  <a:pt x="234418" y="100728"/>
                  <a:pt x="234596" y="94084"/>
                  <a:pt x="236613" y="88983"/>
                </a:cubicBezTo>
                <a:cubicBezTo>
                  <a:pt x="238749" y="83881"/>
                  <a:pt x="242368" y="80440"/>
                  <a:pt x="247469" y="78661"/>
                </a:cubicBezTo>
                <a:cubicBezTo>
                  <a:pt x="242368" y="76881"/>
                  <a:pt x="238749" y="73500"/>
                  <a:pt x="236613" y="68517"/>
                </a:cubicBezTo>
                <a:cubicBezTo>
                  <a:pt x="234596" y="63415"/>
                  <a:pt x="234418" y="56712"/>
                  <a:pt x="236079" y="48407"/>
                </a:cubicBezTo>
                <a:lnTo>
                  <a:pt x="239639" y="30966"/>
                </a:lnTo>
                <a:cubicBezTo>
                  <a:pt x="240707" y="25864"/>
                  <a:pt x="240291" y="21593"/>
                  <a:pt x="238393" y="18152"/>
                </a:cubicBezTo>
                <a:cubicBezTo>
                  <a:pt x="236613" y="14593"/>
                  <a:pt x="232757" y="12813"/>
                  <a:pt x="226825" y="12813"/>
                </a:cubicBezTo>
                <a:lnTo>
                  <a:pt x="211342" y="12813"/>
                </a:lnTo>
                <a:lnTo>
                  <a:pt x="211342" y="0"/>
                </a:lnTo>
                <a:lnTo>
                  <a:pt x="227181" y="0"/>
                </a:lnTo>
                <a:cubicBezTo>
                  <a:pt x="238690" y="0"/>
                  <a:pt x="246579" y="3144"/>
                  <a:pt x="250851" y="9432"/>
                </a:cubicBezTo>
                <a:cubicBezTo>
                  <a:pt x="255122" y="15602"/>
                  <a:pt x="256130" y="23907"/>
                  <a:pt x="253876" y="34347"/>
                </a:cubicBezTo>
                <a:lnTo>
                  <a:pt x="250317" y="51788"/>
                </a:lnTo>
                <a:cubicBezTo>
                  <a:pt x="249130" y="57957"/>
                  <a:pt x="249249" y="62940"/>
                  <a:pt x="250673" y="66737"/>
                </a:cubicBezTo>
                <a:cubicBezTo>
                  <a:pt x="252096" y="70534"/>
                  <a:pt x="256130" y="72432"/>
                  <a:pt x="262774" y="72432"/>
                </a:cubicBezTo>
                <a:lnTo>
                  <a:pt x="274342" y="72432"/>
                </a:lnTo>
                <a:lnTo>
                  <a:pt x="274342" y="85245"/>
                </a:lnTo>
                <a:lnTo>
                  <a:pt x="262774" y="85245"/>
                </a:lnTo>
                <a:cubicBezTo>
                  <a:pt x="256130" y="85245"/>
                  <a:pt x="252096" y="87144"/>
                  <a:pt x="250673" y="90940"/>
                </a:cubicBezTo>
                <a:cubicBezTo>
                  <a:pt x="249249" y="94737"/>
                  <a:pt x="249130" y="99601"/>
                  <a:pt x="250317" y="105533"/>
                </a:cubicBezTo>
                <a:lnTo>
                  <a:pt x="253876" y="12297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EBFF11-DFBF-47FE-8DF2-2B17BEA17A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3603" y="1031128"/>
            <a:ext cx="181673" cy="171292"/>
          </a:xfrm>
          <a:custGeom xmlns:a="http://schemas.openxmlformats.org/drawingml/2006/main">
            <a:pathLst>
              <a:path w="181673" h="171292">
                <a:moveTo>
                  <a:pt x="140978" y="0"/>
                </a:moveTo>
                <a:cubicBezTo>
                  <a:pt x="146532" y="0"/>
                  <a:pt x="151152" y="0"/>
                  <a:pt x="154941" y="311"/>
                </a:cubicBezTo>
                <a:cubicBezTo>
                  <a:pt x="169568" y="1495"/>
                  <a:pt x="179524" y="11939"/>
                  <a:pt x="180697" y="26722"/>
                </a:cubicBezTo>
                <a:cubicBezTo>
                  <a:pt x="181362" y="35141"/>
                  <a:pt x="181569" y="46944"/>
                  <a:pt x="181642" y="53900"/>
                </a:cubicBezTo>
                <a:cubicBezTo>
                  <a:pt x="181663" y="55824"/>
                  <a:pt x="181673" y="57755"/>
                  <a:pt x="181673" y="59693"/>
                </a:cubicBezTo>
                <a:cubicBezTo>
                  <a:pt x="181673" y="61758"/>
                  <a:pt x="180853" y="63738"/>
                  <a:pt x="179393" y="65198"/>
                </a:cubicBezTo>
                <a:cubicBezTo>
                  <a:pt x="177932" y="66658"/>
                  <a:pt x="175952" y="67479"/>
                  <a:pt x="173887" y="67479"/>
                </a:cubicBezTo>
                <a:cubicBezTo>
                  <a:pt x="171822" y="67479"/>
                  <a:pt x="169842" y="66658"/>
                  <a:pt x="168382" y="65198"/>
                </a:cubicBezTo>
                <a:cubicBezTo>
                  <a:pt x="166921" y="63738"/>
                  <a:pt x="166101" y="61758"/>
                  <a:pt x="166101" y="59693"/>
                </a:cubicBezTo>
                <a:cubicBezTo>
                  <a:pt x="166087" y="55367"/>
                  <a:pt x="166039" y="51041"/>
                  <a:pt x="165956" y="46716"/>
                </a:cubicBezTo>
                <a:lnTo>
                  <a:pt x="15572" y="46716"/>
                </a:lnTo>
                <a:lnTo>
                  <a:pt x="15572" y="130286"/>
                </a:lnTo>
                <a:cubicBezTo>
                  <a:pt x="15572" y="136224"/>
                  <a:pt x="15582" y="140220"/>
                  <a:pt x="15832" y="143283"/>
                </a:cubicBezTo>
                <a:cubicBezTo>
                  <a:pt x="16070" y="146273"/>
                  <a:pt x="16506" y="147695"/>
                  <a:pt x="16984" y="148629"/>
                </a:cubicBezTo>
                <a:cubicBezTo>
                  <a:pt x="18229" y="151075"/>
                  <a:pt x="20217" y="153063"/>
                  <a:pt x="22662" y="154308"/>
                </a:cubicBezTo>
                <a:cubicBezTo>
                  <a:pt x="23597" y="154785"/>
                  <a:pt x="25019" y="155221"/>
                  <a:pt x="27998" y="155460"/>
                </a:cubicBezTo>
                <a:cubicBezTo>
                  <a:pt x="31071" y="155720"/>
                  <a:pt x="35068" y="155720"/>
                  <a:pt x="41006" y="155720"/>
                </a:cubicBezTo>
                <a:lnTo>
                  <a:pt x="140667" y="155720"/>
                </a:lnTo>
                <a:cubicBezTo>
                  <a:pt x="146605" y="155720"/>
                  <a:pt x="150602" y="155709"/>
                  <a:pt x="153664" y="155460"/>
                </a:cubicBezTo>
                <a:cubicBezTo>
                  <a:pt x="156654" y="155221"/>
                  <a:pt x="158076" y="154785"/>
                  <a:pt x="159021" y="154308"/>
                </a:cubicBezTo>
                <a:cubicBezTo>
                  <a:pt x="160850" y="153455"/>
                  <a:pt x="162939" y="153346"/>
                  <a:pt x="164847" y="154004"/>
                </a:cubicBezTo>
                <a:cubicBezTo>
                  <a:pt x="166755" y="154662"/>
                  <a:pt x="168333" y="156035"/>
                  <a:pt x="169249" y="157833"/>
                </a:cubicBezTo>
                <a:cubicBezTo>
                  <a:pt x="170164" y="159632"/>
                  <a:pt x="170346" y="161716"/>
                  <a:pt x="169755" y="163645"/>
                </a:cubicBezTo>
                <a:cubicBezTo>
                  <a:pt x="169163" y="165575"/>
                  <a:pt x="167846" y="167200"/>
                  <a:pt x="166080" y="168177"/>
                </a:cubicBezTo>
                <a:cubicBezTo>
                  <a:pt x="162582" y="169963"/>
                  <a:pt x="158886" y="170669"/>
                  <a:pt x="154941" y="170980"/>
                </a:cubicBezTo>
                <a:cubicBezTo>
                  <a:pt x="151162" y="171292"/>
                  <a:pt x="146532" y="171292"/>
                  <a:pt x="140989" y="171292"/>
                </a:cubicBezTo>
                <a:lnTo>
                  <a:pt x="40684" y="171292"/>
                </a:lnTo>
                <a:cubicBezTo>
                  <a:pt x="35141" y="171292"/>
                  <a:pt x="30521" y="171292"/>
                  <a:pt x="26732" y="170980"/>
                </a:cubicBezTo>
                <a:cubicBezTo>
                  <a:pt x="22787" y="170669"/>
                  <a:pt x="19091" y="169963"/>
                  <a:pt x="15593" y="168177"/>
                </a:cubicBezTo>
                <a:cubicBezTo>
                  <a:pt x="10220" y="165440"/>
                  <a:pt x="5852" y="161072"/>
                  <a:pt x="3114" y="155699"/>
                </a:cubicBezTo>
                <a:cubicBezTo>
                  <a:pt x="1329" y="152200"/>
                  <a:pt x="623" y="148505"/>
                  <a:pt x="311" y="144560"/>
                </a:cubicBezTo>
                <a:cubicBezTo>
                  <a:pt x="0" y="140771"/>
                  <a:pt x="0" y="136151"/>
                  <a:pt x="0" y="130597"/>
                </a:cubicBezTo>
                <a:lnTo>
                  <a:pt x="0" y="40695"/>
                </a:lnTo>
                <a:cubicBezTo>
                  <a:pt x="0" y="35162"/>
                  <a:pt x="0" y="30521"/>
                  <a:pt x="311" y="26732"/>
                </a:cubicBezTo>
                <a:cubicBezTo>
                  <a:pt x="1485" y="12395"/>
                  <a:pt x="12084" y="1505"/>
                  <a:pt x="26732" y="311"/>
                </a:cubicBezTo>
                <a:cubicBezTo>
                  <a:pt x="30521" y="0"/>
                  <a:pt x="35141" y="0"/>
                  <a:pt x="40695" y="0"/>
                </a:cubicBezTo>
                <a:lnTo>
                  <a:pt x="140978" y="0"/>
                </a:lnTo>
                <a:close/>
                <a:moveTo>
                  <a:pt x="165395" y="31144"/>
                </a:moveTo>
                <a:cubicBezTo>
                  <a:pt x="164897" y="22870"/>
                  <a:pt x="162509" y="16548"/>
                  <a:pt x="153664" y="15832"/>
                </a:cubicBezTo>
                <a:cubicBezTo>
                  <a:pt x="150602" y="15582"/>
                  <a:pt x="146605" y="15572"/>
                  <a:pt x="140667" y="15572"/>
                </a:cubicBezTo>
                <a:lnTo>
                  <a:pt x="41006" y="15572"/>
                </a:lnTo>
                <a:cubicBezTo>
                  <a:pt x="35068" y="15572"/>
                  <a:pt x="31071" y="15572"/>
                  <a:pt x="27998" y="15832"/>
                </a:cubicBezTo>
                <a:cubicBezTo>
                  <a:pt x="19506" y="16527"/>
                  <a:pt x="15925" y="22891"/>
                  <a:pt x="15655" y="31144"/>
                </a:cubicBezTo>
                <a:lnTo>
                  <a:pt x="165395" y="3114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11676F-C85A-4243-AF32-AAE7C727F6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34747" y="1088226"/>
            <a:ext cx="77860" cy="15572"/>
          </a:xfrm>
          <a:custGeom xmlns:a="http://schemas.openxmlformats.org/drawingml/2006/main">
            <a:pathLst>
              <a:path w="77860" h="15572">
                <a:moveTo>
                  <a:pt x="7786" y="0"/>
                </a:moveTo>
                <a:cubicBezTo>
                  <a:pt x="5721" y="0"/>
                  <a:pt x="3741" y="820"/>
                  <a:pt x="2280" y="2280"/>
                </a:cubicBezTo>
                <a:cubicBezTo>
                  <a:pt x="820" y="3741"/>
                  <a:pt x="0" y="5721"/>
                  <a:pt x="0" y="7786"/>
                </a:cubicBezTo>
                <a:cubicBezTo>
                  <a:pt x="0" y="9851"/>
                  <a:pt x="820" y="11831"/>
                  <a:pt x="2280" y="13292"/>
                </a:cubicBezTo>
                <a:cubicBezTo>
                  <a:pt x="3741" y="14752"/>
                  <a:pt x="5721" y="15572"/>
                  <a:pt x="7786" y="15572"/>
                </a:cubicBezTo>
                <a:lnTo>
                  <a:pt x="70074" y="15572"/>
                </a:lnTo>
                <a:cubicBezTo>
                  <a:pt x="72139" y="15572"/>
                  <a:pt x="74119" y="14752"/>
                  <a:pt x="75579" y="13292"/>
                </a:cubicBezTo>
                <a:cubicBezTo>
                  <a:pt x="77040" y="11831"/>
                  <a:pt x="77860" y="9851"/>
                  <a:pt x="77860" y="7786"/>
                </a:cubicBezTo>
                <a:cubicBezTo>
                  <a:pt x="77860" y="5721"/>
                  <a:pt x="77040" y="3741"/>
                  <a:pt x="75579" y="2280"/>
                </a:cubicBezTo>
                <a:cubicBezTo>
                  <a:pt x="74119" y="820"/>
                  <a:pt x="72139" y="0"/>
                  <a:pt x="70074" y="0"/>
                </a:cubicBezTo>
                <a:lnTo>
                  <a:pt x="7786" y="0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5AEBB7-683F-446A-8BA3-6C55DD1163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427" y="1098605"/>
            <a:ext cx="78442" cy="78073"/>
          </a:xfrm>
          <a:custGeom xmlns:a="http://schemas.openxmlformats.org/drawingml/2006/main">
            <a:pathLst>
              <a:path w="78442" h="78073">
                <a:moveTo>
                  <a:pt x="34110" y="1"/>
                </a:moveTo>
                <a:cubicBezTo>
                  <a:pt x="40116" y="0"/>
                  <a:pt x="46014" y="1602"/>
                  <a:pt x="51194" y="4642"/>
                </a:cubicBezTo>
                <a:cubicBezTo>
                  <a:pt x="56374" y="7682"/>
                  <a:pt x="60648" y="12049"/>
                  <a:pt x="63576" y="17293"/>
                </a:cubicBezTo>
                <a:cubicBezTo>
                  <a:pt x="66504" y="22538"/>
                  <a:pt x="67979" y="28468"/>
                  <a:pt x="67849" y="34473"/>
                </a:cubicBezTo>
                <a:cubicBezTo>
                  <a:pt x="67718" y="40478"/>
                  <a:pt x="65988" y="46339"/>
                  <a:pt x="62835" y="51451"/>
                </a:cubicBezTo>
                <a:lnTo>
                  <a:pt x="75946" y="64573"/>
                </a:lnTo>
                <a:cubicBezTo>
                  <a:pt x="76711" y="65286"/>
                  <a:pt x="77325" y="66146"/>
                  <a:pt x="77750" y="67101"/>
                </a:cubicBezTo>
                <a:cubicBezTo>
                  <a:pt x="78176" y="68056"/>
                  <a:pt x="78405" y="69087"/>
                  <a:pt x="78423" y="70132"/>
                </a:cubicBezTo>
                <a:cubicBezTo>
                  <a:pt x="78442" y="71178"/>
                  <a:pt x="78249" y="72216"/>
                  <a:pt x="77858" y="73186"/>
                </a:cubicBezTo>
                <a:cubicBezTo>
                  <a:pt x="77466" y="74155"/>
                  <a:pt x="76883" y="75036"/>
                  <a:pt x="76144" y="75775"/>
                </a:cubicBezTo>
                <a:cubicBezTo>
                  <a:pt x="75405" y="76514"/>
                  <a:pt x="74524" y="77097"/>
                  <a:pt x="73554" y="77489"/>
                </a:cubicBezTo>
                <a:cubicBezTo>
                  <a:pt x="72585" y="77880"/>
                  <a:pt x="71547" y="78073"/>
                  <a:pt x="70501" y="78054"/>
                </a:cubicBezTo>
                <a:cubicBezTo>
                  <a:pt x="69456" y="78036"/>
                  <a:pt x="68425" y="77807"/>
                  <a:pt x="67470" y="77381"/>
                </a:cubicBezTo>
                <a:cubicBezTo>
                  <a:pt x="66514" y="76956"/>
                  <a:pt x="65655" y="76342"/>
                  <a:pt x="64942" y="75577"/>
                </a:cubicBezTo>
                <a:lnTo>
                  <a:pt x="51820" y="62466"/>
                </a:lnTo>
                <a:cubicBezTo>
                  <a:pt x="47380" y="65201"/>
                  <a:pt x="42366" y="66871"/>
                  <a:pt x="37172" y="67342"/>
                </a:cubicBezTo>
                <a:cubicBezTo>
                  <a:pt x="31978" y="67813"/>
                  <a:pt x="26745" y="67074"/>
                  <a:pt x="21885" y="65182"/>
                </a:cubicBezTo>
                <a:cubicBezTo>
                  <a:pt x="17025" y="63291"/>
                  <a:pt x="12669" y="60298"/>
                  <a:pt x="9161" y="56440"/>
                </a:cubicBezTo>
                <a:cubicBezTo>
                  <a:pt x="5652" y="52581"/>
                  <a:pt x="3085" y="47962"/>
                  <a:pt x="1663" y="42944"/>
                </a:cubicBezTo>
                <a:cubicBezTo>
                  <a:pt x="240" y="37926"/>
                  <a:pt x="0" y="32647"/>
                  <a:pt x="961" y="27521"/>
                </a:cubicBezTo>
                <a:cubicBezTo>
                  <a:pt x="1923" y="22395"/>
                  <a:pt x="4059" y="17562"/>
                  <a:pt x="7203" y="13401"/>
                </a:cubicBezTo>
                <a:cubicBezTo>
                  <a:pt x="10347" y="9240"/>
                  <a:pt x="14413" y="5864"/>
                  <a:pt x="19082" y="3539"/>
                </a:cubicBezTo>
                <a:cubicBezTo>
                  <a:pt x="23750" y="1214"/>
                  <a:pt x="28894" y="3"/>
                  <a:pt x="34110" y="1"/>
                </a:cubicBezTo>
                <a:close/>
                <a:moveTo>
                  <a:pt x="15942" y="33741"/>
                </a:moveTo>
                <a:cubicBezTo>
                  <a:pt x="15942" y="38559"/>
                  <a:pt x="17856" y="43180"/>
                  <a:pt x="21263" y="46587"/>
                </a:cubicBezTo>
                <a:cubicBezTo>
                  <a:pt x="24670" y="49994"/>
                  <a:pt x="29291" y="51908"/>
                  <a:pt x="34110" y="51908"/>
                </a:cubicBezTo>
                <a:cubicBezTo>
                  <a:pt x="38928" y="51908"/>
                  <a:pt x="43549" y="49994"/>
                  <a:pt x="46956" y="46587"/>
                </a:cubicBezTo>
                <a:cubicBezTo>
                  <a:pt x="50363" y="43180"/>
                  <a:pt x="52277" y="38559"/>
                  <a:pt x="52277" y="33741"/>
                </a:cubicBezTo>
                <a:cubicBezTo>
                  <a:pt x="52277" y="28922"/>
                  <a:pt x="50363" y="24301"/>
                  <a:pt x="46956" y="20894"/>
                </a:cubicBezTo>
                <a:cubicBezTo>
                  <a:pt x="43549" y="17487"/>
                  <a:pt x="38928" y="15573"/>
                  <a:pt x="34110" y="15573"/>
                </a:cubicBezTo>
                <a:cubicBezTo>
                  <a:pt x="29291" y="15573"/>
                  <a:pt x="24670" y="17487"/>
                  <a:pt x="21263" y="20894"/>
                </a:cubicBezTo>
                <a:cubicBezTo>
                  <a:pt x="17856" y="24301"/>
                  <a:pt x="15942" y="28922"/>
                  <a:pt x="15942" y="33741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16B57D-AF14-492D-8B71-3434B5E34E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34747" y="1108988"/>
            <a:ext cx="67479" cy="67479"/>
          </a:xfrm>
          <a:custGeom xmlns:a="http://schemas.openxmlformats.org/drawingml/2006/main">
            <a:pathLst>
              <a:path w="67479" h="67479">
                <a:moveTo>
                  <a:pt x="7786" y="0"/>
                </a:moveTo>
                <a:cubicBezTo>
                  <a:pt x="5721" y="0"/>
                  <a:pt x="3741" y="820"/>
                  <a:pt x="2280" y="2280"/>
                </a:cubicBezTo>
                <a:cubicBezTo>
                  <a:pt x="820" y="3741"/>
                  <a:pt x="0" y="5721"/>
                  <a:pt x="0" y="7786"/>
                </a:cubicBezTo>
                <a:cubicBezTo>
                  <a:pt x="0" y="9851"/>
                  <a:pt x="820" y="11831"/>
                  <a:pt x="2280" y="13292"/>
                </a:cubicBezTo>
                <a:cubicBezTo>
                  <a:pt x="3741" y="14752"/>
                  <a:pt x="5721" y="15572"/>
                  <a:pt x="7786" y="15572"/>
                </a:cubicBezTo>
                <a:lnTo>
                  <a:pt x="38930" y="15572"/>
                </a:lnTo>
                <a:cubicBezTo>
                  <a:pt x="40995" y="15572"/>
                  <a:pt x="42975" y="14752"/>
                  <a:pt x="44435" y="13292"/>
                </a:cubicBezTo>
                <a:cubicBezTo>
                  <a:pt x="45896" y="11831"/>
                  <a:pt x="46716" y="9851"/>
                  <a:pt x="46716" y="7786"/>
                </a:cubicBezTo>
                <a:cubicBezTo>
                  <a:pt x="46716" y="5721"/>
                  <a:pt x="45896" y="3741"/>
                  <a:pt x="44435" y="2280"/>
                </a:cubicBezTo>
                <a:cubicBezTo>
                  <a:pt x="42975" y="820"/>
                  <a:pt x="40995" y="0"/>
                  <a:pt x="38930" y="0"/>
                </a:cubicBezTo>
                <a:lnTo>
                  <a:pt x="7786" y="0"/>
                </a:lnTo>
                <a:close/>
                <a:moveTo>
                  <a:pt x="7786" y="31144"/>
                </a:moveTo>
                <a:cubicBezTo>
                  <a:pt x="5721" y="31144"/>
                  <a:pt x="3741" y="31964"/>
                  <a:pt x="2280" y="33424"/>
                </a:cubicBezTo>
                <a:cubicBezTo>
                  <a:pt x="820" y="34885"/>
                  <a:pt x="0" y="36865"/>
                  <a:pt x="0" y="38930"/>
                </a:cubicBezTo>
                <a:cubicBezTo>
                  <a:pt x="0" y="40995"/>
                  <a:pt x="820" y="42975"/>
                  <a:pt x="2280" y="44435"/>
                </a:cubicBezTo>
                <a:cubicBezTo>
                  <a:pt x="3741" y="45896"/>
                  <a:pt x="5721" y="46716"/>
                  <a:pt x="7786" y="46716"/>
                </a:cubicBezTo>
                <a:lnTo>
                  <a:pt x="59693" y="46716"/>
                </a:lnTo>
                <a:cubicBezTo>
                  <a:pt x="61758" y="46716"/>
                  <a:pt x="63738" y="45896"/>
                  <a:pt x="65198" y="44435"/>
                </a:cubicBezTo>
                <a:cubicBezTo>
                  <a:pt x="66658" y="42975"/>
                  <a:pt x="67479" y="40995"/>
                  <a:pt x="67479" y="38930"/>
                </a:cubicBezTo>
                <a:cubicBezTo>
                  <a:pt x="67479" y="36865"/>
                  <a:pt x="66658" y="34885"/>
                  <a:pt x="65198" y="33424"/>
                </a:cubicBezTo>
                <a:cubicBezTo>
                  <a:pt x="63738" y="31964"/>
                  <a:pt x="61758" y="31144"/>
                  <a:pt x="59693" y="31144"/>
                </a:cubicBezTo>
                <a:lnTo>
                  <a:pt x="7786" y="31144"/>
                </a:lnTo>
                <a:close/>
                <a:moveTo>
                  <a:pt x="7786" y="51907"/>
                </a:moveTo>
                <a:cubicBezTo>
                  <a:pt x="5721" y="51907"/>
                  <a:pt x="3741" y="52727"/>
                  <a:pt x="2280" y="54187"/>
                </a:cubicBezTo>
                <a:cubicBezTo>
                  <a:pt x="820" y="55647"/>
                  <a:pt x="0" y="57628"/>
                  <a:pt x="0" y="59693"/>
                </a:cubicBezTo>
                <a:cubicBezTo>
                  <a:pt x="0" y="61758"/>
                  <a:pt x="820" y="63738"/>
                  <a:pt x="2280" y="65198"/>
                </a:cubicBezTo>
                <a:cubicBezTo>
                  <a:pt x="3741" y="66658"/>
                  <a:pt x="5721" y="67479"/>
                  <a:pt x="7786" y="67479"/>
                </a:cubicBezTo>
                <a:lnTo>
                  <a:pt x="38930" y="67479"/>
                </a:lnTo>
                <a:cubicBezTo>
                  <a:pt x="40995" y="67479"/>
                  <a:pt x="42975" y="66658"/>
                  <a:pt x="44435" y="65198"/>
                </a:cubicBezTo>
                <a:cubicBezTo>
                  <a:pt x="45896" y="63738"/>
                  <a:pt x="46716" y="61758"/>
                  <a:pt x="46716" y="59693"/>
                </a:cubicBezTo>
                <a:cubicBezTo>
                  <a:pt x="46716" y="57628"/>
                  <a:pt x="45896" y="55647"/>
                  <a:pt x="44435" y="54187"/>
                </a:cubicBezTo>
                <a:cubicBezTo>
                  <a:pt x="42975" y="52727"/>
                  <a:pt x="40995" y="51907"/>
                  <a:pt x="38930" y="51907"/>
                </a:cubicBezTo>
                <a:lnTo>
                  <a:pt x="7786" y="51907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917057-5EEE-4038-B618-BC525CF12E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4510" y="822378"/>
            <a:ext cx="3111728" cy="392126"/>
          </a:xfrm>
          <a:custGeom xmlns:a="http://schemas.openxmlformats.org/drawingml/2006/main">
            <a:pathLst>
              <a:path w="3111728" h="392126">
                <a:moveTo>
                  <a:pt x="70910" y="135187"/>
                </a:moveTo>
                <a:lnTo>
                  <a:pt x="70703" y="135179"/>
                </a:lnTo>
                <a:lnTo>
                  <a:pt x="70492" y="135168"/>
                </a:lnTo>
                <a:lnTo>
                  <a:pt x="70279" y="135155"/>
                </a:lnTo>
                <a:lnTo>
                  <a:pt x="70063" y="135140"/>
                </a:lnTo>
                <a:lnTo>
                  <a:pt x="69844" y="135122"/>
                </a:lnTo>
                <a:lnTo>
                  <a:pt x="69621" y="135102"/>
                </a:lnTo>
                <a:lnTo>
                  <a:pt x="69396" y="135080"/>
                </a:lnTo>
                <a:lnTo>
                  <a:pt x="69168" y="135055"/>
                </a:lnTo>
                <a:lnTo>
                  <a:pt x="68937" y="135028"/>
                </a:lnTo>
                <a:lnTo>
                  <a:pt x="68703" y="134999"/>
                </a:lnTo>
                <a:lnTo>
                  <a:pt x="68466" y="134967"/>
                </a:lnTo>
                <a:lnTo>
                  <a:pt x="68227" y="134933"/>
                </a:lnTo>
                <a:lnTo>
                  <a:pt x="67984" y="134897"/>
                </a:lnTo>
                <a:lnTo>
                  <a:pt x="67738" y="134858"/>
                </a:lnTo>
                <a:lnTo>
                  <a:pt x="67489" y="134817"/>
                </a:lnTo>
                <a:lnTo>
                  <a:pt x="67238" y="134774"/>
                </a:lnTo>
                <a:lnTo>
                  <a:pt x="66983" y="134728"/>
                </a:lnTo>
                <a:lnTo>
                  <a:pt x="66726" y="134680"/>
                </a:lnTo>
                <a:lnTo>
                  <a:pt x="66466" y="134629"/>
                </a:lnTo>
                <a:lnTo>
                  <a:pt x="66202" y="134576"/>
                </a:lnTo>
                <a:lnTo>
                  <a:pt x="65936" y="134521"/>
                </a:lnTo>
                <a:lnTo>
                  <a:pt x="65684" y="134462"/>
                </a:lnTo>
                <a:lnTo>
                  <a:pt x="65434" y="134399"/>
                </a:lnTo>
                <a:lnTo>
                  <a:pt x="65186" y="134331"/>
                </a:lnTo>
                <a:lnTo>
                  <a:pt x="64941" y="134258"/>
                </a:lnTo>
                <a:lnTo>
                  <a:pt x="64698" y="134181"/>
                </a:lnTo>
                <a:lnTo>
                  <a:pt x="64457" y="134098"/>
                </a:lnTo>
                <a:lnTo>
                  <a:pt x="64219" y="134012"/>
                </a:lnTo>
                <a:lnTo>
                  <a:pt x="63983" y="133920"/>
                </a:lnTo>
                <a:lnTo>
                  <a:pt x="63749" y="133824"/>
                </a:lnTo>
                <a:lnTo>
                  <a:pt x="63518" y="133723"/>
                </a:lnTo>
                <a:lnTo>
                  <a:pt x="63289" y="133617"/>
                </a:lnTo>
                <a:lnTo>
                  <a:pt x="63062" y="133507"/>
                </a:lnTo>
                <a:lnTo>
                  <a:pt x="62838" y="133392"/>
                </a:lnTo>
                <a:lnTo>
                  <a:pt x="62616" y="133272"/>
                </a:lnTo>
                <a:lnTo>
                  <a:pt x="62396" y="133147"/>
                </a:lnTo>
                <a:lnTo>
                  <a:pt x="62179" y="133018"/>
                </a:lnTo>
                <a:lnTo>
                  <a:pt x="61964" y="132884"/>
                </a:lnTo>
                <a:lnTo>
                  <a:pt x="61752" y="132746"/>
                </a:lnTo>
                <a:lnTo>
                  <a:pt x="61542" y="132603"/>
                </a:lnTo>
                <a:lnTo>
                  <a:pt x="61334" y="132455"/>
                </a:lnTo>
                <a:lnTo>
                  <a:pt x="61128" y="132302"/>
                </a:lnTo>
                <a:lnTo>
                  <a:pt x="60925" y="132145"/>
                </a:lnTo>
                <a:lnTo>
                  <a:pt x="60724" y="131983"/>
                </a:lnTo>
                <a:lnTo>
                  <a:pt x="60526" y="131816"/>
                </a:lnTo>
                <a:lnTo>
                  <a:pt x="60346" y="131644"/>
                </a:lnTo>
                <a:lnTo>
                  <a:pt x="60174" y="131466"/>
                </a:lnTo>
                <a:lnTo>
                  <a:pt x="60008" y="131282"/>
                </a:lnTo>
                <a:lnTo>
                  <a:pt x="59850" y="131093"/>
                </a:lnTo>
                <a:lnTo>
                  <a:pt x="59698" y="130897"/>
                </a:lnTo>
                <a:lnTo>
                  <a:pt x="59554" y="130696"/>
                </a:lnTo>
                <a:lnTo>
                  <a:pt x="59417" y="130489"/>
                </a:lnTo>
                <a:lnTo>
                  <a:pt x="59286" y="130276"/>
                </a:lnTo>
                <a:lnTo>
                  <a:pt x="59163" y="130057"/>
                </a:lnTo>
                <a:lnTo>
                  <a:pt x="59047" y="129832"/>
                </a:lnTo>
                <a:lnTo>
                  <a:pt x="58938" y="129601"/>
                </a:lnTo>
                <a:lnTo>
                  <a:pt x="58835" y="129365"/>
                </a:lnTo>
                <a:lnTo>
                  <a:pt x="58740" y="129122"/>
                </a:lnTo>
                <a:lnTo>
                  <a:pt x="58652" y="128874"/>
                </a:lnTo>
                <a:lnTo>
                  <a:pt x="58571" y="128620"/>
                </a:lnTo>
                <a:lnTo>
                  <a:pt x="58497" y="128360"/>
                </a:lnTo>
                <a:lnTo>
                  <a:pt x="58430" y="128094"/>
                </a:lnTo>
                <a:lnTo>
                  <a:pt x="58370" y="127822"/>
                </a:lnTo>
                <a:lnTo>
                  <a:pt x="58318" y="127544"/>
                </a:lnTo>
                <a:lnTo>
                  <a:pt x="58272" y="127261"/>
                </a:lnTo>
                <a:lnTo>
                  <a:pt x="58233" y="126971"/>
                </a:lnTo>
                <a:lnTo>
                  <a:pt x="58201" y="126676"/>
                </a:lnTo>
                <a:lnTo>
                  <a:pt x="58177" y="126375"/>
                </a:lnTo>
                <a:lnTo>
                  <a:pt x="58159" y="126068"/>
                </a:lnTo>
                <a:lnTo>
                  <a:pt x="56976" y="90056"/>
                </a:lnTo>
                <a:lnTo>
                  <a:pt x="56942" y="89373"/>
                </a:lnTo>
                <a:lnTo>
                  <a:pt x="56899" y="88702"/>
                </a:lnTo>
                <a:lnTo>
                  <a:pt x="56846" y="88043"/>
                </a:lnTo>
                <a:lnTo>
                  <a:pt x="56783" y="87398"/>
                </a:lnTo>
                <a:lnTo>
                  <a:pt x="56710" y="86766"/>
                </a:lnTo>
                <a:lnTo>
                  <a:pt x="56627" y="86147"/>
                </a:lnTo>
                <a:lnTo>
                  <a:pt x="56534" y="85540"/>
                </a:lnTo>
                <a:lnTo>
                  <a:pt x="56431" y="84947"/>
                </a:lnTo>
                <a:lnTo>
                  <a:pt x="56318" y="84366"/>
                </a:lnTo>
                <a:lnTo>
                  <a:pt x="56195" y="83799"/>
                </a:lnTo>
                <a:lnTo>
                  <a:pt x="56062" y="83244"/>
                </a:lnTo>
                <a:lnTo>
                  <a:pt x="55919" y="82702"/>
                </a:lnTo>
                <a:lnTo>
                  <a:pt x="55766" y="82173"/>
                </a:lnTo>
                <a:lnTo>
                  <a:pt x="55603" y="81657"/>
                </a:lnTo>
                <a:lnTo>
                  <a:pt x="55430" y="81154"/>
                </a:lnTo>
                <a:lnTo>
                  <a:pt x="55247" y="80664"/>
                </a:lnTo>
                <a:lnTo>
                  <a:pt x="55055" y="80187"/>
                </a:lnTo>
                <a:lnTo>
                  <a:pt x="54852" y="79722"/>
                </a:lnTo>
                <a:lnTo>
                  <a:pt x="54639" y="79271"/>
                </a:lnTo>
                <a:lnTo>
                  <a:pt x="54416" y="78832"/>
                </a:lnTo>
                <a:lnTo>
                  <a:pt x="54183" y="78407"/>
                </a:lnTo>
                <a:lnTo>
                  <a:pt x="53941" y="77994"/>
                </a:lnTo>
                <a:lnTo>
                  <a:pt x="53688" y="77594"/>
                </a:lnTo>
                <a:lnTo>
                  <a:pt x="53425" y="77207"/>
                </a:lnTo>
                <a:lnTo>
                  <a:pt x="53162" y="76835"/>
                </a:lnTo>
                <a:lnTo>
                  <a:pt x="52880" y="76478"/>
                </a:lnTo>
                <a:lnTo>
                  <a:pt x="52580" y="76137"/>
                </a:lnTo>
                <a:lnTo>
                  <a:pt x="52261" y="75813"/>
                </a:lnTo>
                <a:lnTo>
                  <a:pt x="51922" y="75503"/>
                </a:lnTo>
                <a:lnTo>
                  <a:pt x="51565" y="75210"/>
                </a:lnTo>
                <a:lnTo>
                  <a:pt x="51190" y="74933"/>
                </a:lnTo>
                <a:lnTo>
                  <a:pt x="50795" y="74671"/>
                </a:lnTo>
                <a:lnTo>
                  <a:pt x="50382" y="74426"/>
                </a:lnTo>
                <a:lnTo>
                  <a:pt x="49950" y="74196"/>
                </a:lnTo>
                <a:lnTo>
                  <a:pt x="49499" y="73982"/>
                </a:lnTo>
                <a:lnTo>
                  <a:pt x="49029" y="73784"/>
                </a:lnTo>
                <a:lnTo>
                  <a:pt x="48541" y="73601"/>
                </a:lnTo>
                <a:lnTo>
                  <a:pt x="48034" y="73435"/>
                </a:lnTo>
                <a:lnTo>
                  <a:pt x="47508" y="73284"/>
                </a:lnTo>
                <a:lnTo>
                  <a:pt x="46963" y="73150"/>
                </a:lnTo>
                <a:lnTo>
                  <a:pt x="46400" y="73031"/>
                </a:lnTo>
                <a:lnTo>
                  <a:pt x="45817" y="72928"/>
                </a:lnTo>
                <a:lnTo>
                  <a:pt x="45216" y="72841"/>
                </a:lnTo>
                <a:lnTo>
                  <a:pt x="44596" y="72769"/>
                </a:lnTo>
                <a:lnTo>
                  <a:pt x="43957" y="72714"/>
                </a:lnTo>
                <a:lnTo>
                  <a:pt x="43300" y="72674"/>
                </a:lnTo>
                <a:lnTo>
                  <a:pt x="42624" y="72650"/>
                </a:lnTo>
                <a:lnTo>
                  <a:pt x="41929" y="72643"/>
                </a:lnTo>
                <a:lnTo>
                  <a:pt x="41929" y="71121"/>
                </a:lnTo>
                <a:lnTo>
                  <a:pt x="42624" y="71113"/>
                </a:lnTo>
                <a:lnTo>
                  <a:pt x="43300" y="71089"/>
                </a:lnTo>
                <a:lnTo>
                  <a:pt x="43957" y="71050"/>
                </a:lnTo>
                <a:lnTo>
                  <a:pt x="44596" y="70994"/>
                </a:lnTo>
                <a:lnTo>
                  <a:pt x="45216" y="70923"/>
                </a:lnTo>
                <a:lnTo>
                  <a:pt x="45817" y="70836"/>
                </a:lnTo>
                <a:lnTo>
                  <a:pt x="46400" y="70733"/>
                </a:lnTo>
                <a:lnTo>
                  <a:pt x="46963" y="70614"/>
                </a:lnTo>
                <a:lnTo>
                  <a:pt x="47508" y="70479"/>
                </a:lnTo>
                <a:lnTo>
                  <a:pt x="48034" y="70328"/>
                </a:lnTo>
                <a:lnTo>
                  <a:pt x="48541" y="70162"/>
                </a:lnTo>
                <a:lnTo>
                  <a:pt x="49029" y="69980"/>
                </a:lnTo>
                <a:lnTo>
                  <a:pt x="49499" y="69782"/>
                </a:lnTo>
                <a:lnTo>
                  <a:pt x="49950" y="69568"/>
                </a:lnTo>
                <a:lnTo>
                  <a:pt x="50382" y="69338"/>
                </a:lnTo>
                <a:lnTo>
                  <a:pt x="50795" y="69092"/>
                </a:lnTo>
                <a:lnTo>
                  <a:pt x="51190" y="68831"/>
                </a:lnTo>
                <a:lnTo>
                  <a:pt x="51565" y="68553"/>
                </a:lnTo>
                <a:lnTo>
                  <a:pt x="51922" y="68260"/>
                </a:lnTo>
                <a:lnTo>
                  <a:pt x="52261" y="67951"/>
                </a:lnTo>
                <a:lnTo>
                  <a:pt x="52580" y="67626"/>
                </a:lnTo>
                <a:lnTo>
                  <a:pt x="52880" y="67285"/>
                </a:lnTo>
                <a:lnTo>
                  <a:pt x="53162" y="66929"/>
                </a:lnTo>
                <a:lnTo>
                  <a:pt x="53425" y="66556"/>
                </a:lnTo>
                <a:lnTo>
                  <a:pt x="53688" y="66169"/>
                </a:lnTo>
                <a:lnTo>
                  <a:pt x="53941" y="65769"/>
                </a:lnTo>
                <a:lnTo>
                  <a:pt x="54183" y="65357"/>
                </a:lnTo>
                <a:lnTo>
                  <a:pt x="54416" y="64931"/>
                </a:lnTo>
                <a:lnTo>
                  <a:pt x="54639" y="64493"/>
                </a:lnTo>
                <a:lnTo>
                  <a:pt x="54852" y="64041"/>
                </a:lnTo>
                <a:lnTo>
                  <a:pt x="55055" y="63577"/>
                </a:lnTo>
                <a:lnTo>
                  <a:pt x="55247" y="63100"/>
                </a:lnTo>
                <a:lnTo>
                  <a:pt x="55430" y="62609"/>
                </a:lnTo>
                <a:lnTo>
                  <a:pt x="55603" y="62106"/>
                </a:lnTo>
                <a:lnTo>
                  <a:pt x="55766" y="61590"/>
                </a:lnTo>
                <a:lnTo>
                  <a:pt x="55919" y="61061"/>
                </a:lnTo>
                <a:lnTo>
                  <a:pt x="56062" y="60520"/>
                </a:lnTo>
                <a:lnTo>
                  <a:pt x="56195" y="59965"/>
                </a:lnTo>
                <a:lnTo>
                  <a:pt x="56318" y="59397"/>
                </a:lnTo>
                <a:lnTo>
                  <a:pt x="56431" y="58817"/>
                </a:lnTo>
                <a:lnTo>
                  <a:pt x="56534" y="58223"/>
                </a:lnTo>
                <a:lnTo>
                  <a:pt x="56627" y="57617"/>
                </a:lnTo>
                <a:lnTo>
                  <a:pt x="56710" y="56997"/>
                </a:lnTo>
                <a:lnTo>
                  <a:pt x="56783" y="56365"/>
                </a:lnTo>
                <a:lnTo>
                  <a:pt x="56846" y="55720"/>
                </a:lnTo>
                <a:lnTo>
                  <a:pt x="56899" y="55062"/>
                </a:lnTo>
                <a:lnTo>
                  <a:pt x="56942" y="54391"/>
                </a:lnTo>
                <a:lnTo>
                  <a:pt x="56976" y="53707"/>
                </a:lnTo>
                <a:lnTo>
                  <a:pt x="58159" y="17527"/>
                </a:lnTo>
                <a:lnTo>
                  <a:pt x="58177" y="17220"/>
                </a:lnTo>
                <a:lnTo>
                  <a:pt x="58201" y="16920"/>
                </a:lnTo>
                <a:lnTo>
                  <a:pt x="58233" y="16626"/>
                </a:lnTo>
                <a:lnTo>
                  <a:pt x="58272" y="16338"/>
                </a:lnTo>
                <a:lnTo>
                  <a:pt x="58318" y="16058"/>
                </a:lnTo>
                <a:lnTo>
                  <a:pt x="58370" y="15783"/>
                </a:lnTo>
                <a:lnTo>
                  <a:pt x="58430" y="15515"/>
                </a:lnTo>
                <a:lnTo>
                  <a:pt x="58497" y="15254"/>
                </a:lnTo>
                <a:lnTo>
                  <a:pt x="58571" y="14999"/>
                </a:lnTo>
                <a:lnTo>
                  <a:pt x="58652" y="14750"/>
                </a:lnTo>
                <a:lnTo>
                  <a:pt x="58740" y="14508"/>
                </a:lnTo>
                <a:lnTo>
                  <a:pt x="58835" y="14272"/>
                </a:lnTo>
                <a:lnTo>
                  <a:pt x="58938" y="14043"/>
                </a:lnTo>
                <a:lnTo>
                  <a:pt x="59047" y="13820"/>
                </a:lnTo>
                <a:lnTo>
                  <a:pt x="59163" y="13604"/>
                </a:lnTo>
                <a:lnTo>
                  <a:pt x="59286" y="13394"/>
                </a:lnTo>
                <a:lnTo>
                  <a:pt x="59417" y="13190"/>
                </a:lnTo>
                <a:lnTo>
                  <a:pt x="59554" y="12994"/>
                </a:lnTo>
                <a:lnTo>
                  <a:pt x="59698" y="12803"/>
                </a:lnTo>
                <a:lnTo>
                  <a:pt x="59850" y="12619"/>
                </a:lnTo>
                <a:lnTo>
                  <a:pt x="60008" y="12441"/>
                </a:lnTo>
                <a:lnTo>
                  <a:pt x="60174" y="12270"/>
                </a:lnTo>
                <a:lnTo>
                  <a:pt x="60346" y="12106"/>
                </a:lnTo>
                <a:lnTo>
                  <a:pt x="60526" y="11947"/>
                </a:lnTo>
                <a:lnTo>
                  <a:pt x="60724" y="11781"/>
                </a:lnTo>
                <a:lnTo>
                  <a:pt x="60925" y="11619"/>
                </a:lnTo>
                <a:lnTo>
                  <a:pt x="61128" y="11461"/>
                </a:lnTo>
                <a:lnTo>
                  <a:pt x="61334" y="11309"/>
                </a:lnTo>
                <a:lnTo>
                  <a:pt x="61542" y="11161"/>
                </a:lnTo>
                <a:lnTo>
                  <a:pt x="61752" y="11018"/>
                </a:lnTo>
                <a:lnTo>
                  <a:pt x="61964" y="10879"/>
                </a:lnTo>
                <a:lnTo>
                  <a:pt x="62179" y="10745"/>
                </a:lnTo>
                <a:lnTo>
                  <a:pt x="62396" y="10616"/>
                </a:lnTo>
                <a:lnTo>
                  <a:pt x="62616" y="10492"/>
                </a:lnTo>
                <a:lnTo>
                  <a:pt x="62838" y="10372"/>
                </a:lnTo>
                <a:lnTo>
                  <a:pt x="63062" y="10257"/>
                </a:lnTo>
                <a:lnTo>
                  <a:pt x="63289" y="10146"/>
                </a:lnTo>
                <a:lnTo>
                  <a:pt x="63518" y="10041"/>
                </a:lnTo>
                <a:lnTo>
                  <a:pt x="63749" y="9940"/>
                </a:lnTo>
                <a:lnTo>
                  <a:pt x="63983" y="9843"/>
                </a:lnTo>
                <a:lnTo>
                  <a:pt x="64219" y="9752"/>
                </a:lnTo>
                <a:lnTo>
                  <a:pt x="64457" y="9665"/>
                </a:lnTo>
                <a:lnTo>
                  <a:pt x="64698" y="9583"/>
                </a:lnTo>
                <a:lnTo>
                  <a:pt x="64941" y="9505"/>
                </a:lnTo>
                <a:lnTo>
                  <a:pt x="65186" y="9433"/>
                </a:lnTo>
                <a:lnTo>
                  <a:pt x="65434" y="9364"/>
                </a:lnTo>
                <a:lnTo>
                  <a:pt x="65684" y="9301"/>
                </a:lnTo>
                <a:lnTo>
                  <a:pt x="65936" y="9242"/>
                </a:lnTo>
                <a:lnTo>
                  <a:pt x="66202" y="9187"/>
                </a:lnTo>
                <a:lnTo>
                  <a:pt x="66466" y="9134"/>
                </a:lnTo>
                <a:lnTo>
                  <a:pt x="66726" y="9084"/>
                </a:lnTo>
                <a:lnTo>
                  <a:pt x="66983" y="9036"/>
                </a:lnTo>
                <a:lnTo>
                  <a:pt x="67238" y="8990"/>
                </a:lnTo>
                <a:lnTo>
                  <a:pt x="67489" y="8946"/>
                </a:lnTo>
                <a:lnTo>
                  <a:pt x="67738" y="8905"/>
                </a:lnTo>
                <a:lnTo>
                  <a:pt x="67984" y="8867"/>
                </a:lnTo>
                <a:lnTo>
                  <a:pt x="68227" y="8830"/>
                </a:lnTo>
                <a:lnTo>
                  <a:pt x="68466" y="8796"/>
                </a:lnTo>
                <a:lnTo>
                  <a:pt x="68703" y="8764"/>
                </a:lnTo>
                <a:lnTo>
                  <a:pt x="68937" y="8735"/>
                </a:lnTo>
                <a:lnTo>
                  <a:pt x="69168" y="8708"/>
                </a:lnTo>
                <a:lnTo>
                  <a:pt x="69396" y="8683"/>
                </a:lnTo>
                <a:lnTo>
                  <a:pt x="69621" y="8661"/>
                </a:lnTo>
                <a:lnTo>
                  <a:pt x="69844" y="8641"/>
                </a:lnTo>
                <a:lnTo>
                  <a:pt x="70063" y="8624"/>
                </a:lnTo>
                <a:lnTo>
                  <a:pt x="70279" y="8608"/>
                </a:lnTo>
                <a:lnTo>
                  <a:pt x="70492" y="8595"/>
                </a:lnTo>
                <a:lnTo>
                  <a:pt x="70703" y="8585"/>
                </a:lnTo>
                <a:lnTo>
                  <a:pt x="70910" y="8577"/>
                </a:lnTo>
                <a:lnTo>
                  <a:pt x="71115" y="8571"/>
                </a:lnTo>
                <a:lnTo>
                  <a:pt x="71317" y="8567"/>
                </a:lnTo>
                <a:lnTo>
                  <a:pt x="71515" y="8566"/>
                </a:lnTo>
                <a:lnTo>
                  <a:pt x="71515" y="451"/>
                </a:lnTo>
                <a:lnTo>
                  <a:pt x="70898" y="399"/>
                </a:lnTo>
                <a:lnTo>
                  <a:pt x="70284" y="356"/>
                </a:lnTo>
                <a:lnTo>
                  <a:pt x="69674" y="321"/>
                </a:lnTo>
                <a:lnTo>
                  <a:pt x="69069" y="296"/>
                </a:lnTo>
                <a:lnTo>
                  <a:pt x="68467" y="279"/>
                </a:lnTo>
                <a:lnTo>
                  <a:pt x="67870" y="271"/>
                </a:lnTo>
                <a:lnTo>
                  <a:pt x="67277" y="272"/>
                </a:lnTo>
                <a:lnTo>
                  <a:pt x="66688" y="282"/>
                </a:lnTo>
                <a:lnTo>
                  <a:pt x="66103" y="300"/>
                </a:lnTo>
                <a:lnTo>
                  <a:pt x="65522" y="328"/>
                </a:lnTo>
                <a:lnTo>
                  <a:pt x="64945" y="364"/>
                </a:lnTo>
                <a:lnTo>
                  <a:pt x="64372" y="409"/>
                </a:lnTo>
                <a:lnTo>
                  <a:pt x="63804" y="462"/>
                </a:lnTo>
                <a:lnTo>
                  <a:pt x="63239" y="525"/>
                </a:lnTo>
                <a:lnTo>
                  <a:pt x="62679" y="596"/>
                </a:lnTo>
                <a:lnTo>
                  <a:pt x="62123" y="676"/>
                </a:lnTo>
                <a:lnTo>
                  <a:pt x="61571" y="765"/>
                </a:lnTo>
                <a:lnTo>
                  <a:pt x="61023" y="863"/>
                </a:lnTo>
                <a:lnTo>
                  <a:pt x="60479" y="969"/>
                </a:lnTo>
                <a:lnTo>
                  <a:pt x="59939" y="1085"/>
                </a:lnTo>
                <a:lnTo>
                  <a:pt x="59403" y="1209"/>
                </a:lnTo>
                <a:lnTo>
                  <a:pt x="58872" y="1342"/>
                </a:lnTo>
                <a:lnTo>
                  <a:pt x="58344" y="1484"/>
                </a:lnTo>
                <a:lnTo>
                  <a:pt x="57821" y="1634"/>
                </a:lnTo>
                <a:lnTo>
                  <a:pt x="57318" y="1780"/>
                </a:lnTo>
                <a:lnTo>
                  <a:pt x="56822" y="1935"/>
                </a:lnTo>
                <a:lnTo>
                  <a:pt x="56334" y="2099"/>
                </a:lnTo>
                <a:lnTo>
                  <a:pt x="55853" y="2273"/>
                </a:lnTo>
                <a:lnTo>
                  <a:pt x="55380" y="2456"/>
                </a:lnTo>
                <a:lnTo>
                  <a:pt x="54915" y="2649"/>
                </a:lnTo>
                <a:lnTo>
                  <a:pt x="54458" y="2851"/>
                </a:lnTo>
                <a:lnTo>
                  <a:pt x="54008" y="3062"/>
                </a:lnTo>
                <a:lnTo>
                  <a:pt x="53565" y="3283"/>
                </a:lnTo>
                <a:lnTo>
                  <a:pt x="53131" y="3513"/>
                </a:lnTo>
                <a:lnTo>
                  <a:pt x="52703" y="3752"/>
                </a:lnTo>
                <a:lnTo>
                  <a:pt x="52284" y="4001"/>
                </a:lnTo>
                <a:lnTo>
                  <a:pt x="51872" y="4260"/>
                </a:lnTo>
                <a:lnTo>
                  <a:pt x="51468" y="4527"/>
                </a:lnTo>
                <a:lnTo>
                  <a:pt x="51071" y="4804"/>
                </a:lnTo>
                <a:lnTo>
                  <a:pt x="50683" y="5091"/>
                </a:lnTo>
                <a:lnTo>
                  <a:pt x="50301" y="5387"/>
                </a:lnTo>
                <a:lnTo>
                  <a:pt x="49928" y="5692"/>
                </a:lnTo>
                <a:lnTo>
                  <a:pt x="49562" y="6007"/>
                </a:lnTo>
                <a:lnTo>
                  <a:pt x="49203" y="6331"/>
                </a:lnTo>
                <a:lnTo>
                  <a:pt x="48852" y="6664"/>
                </a:lnTo>
                <a:lnTo>
                  <a:pt x="48509" y="7007"/>
                </a:lnTo>
                <a:lnTo>
                  <a:pt x="48174" y="7359"/>
                </a:lnTo>
                <a:lnTo>
                  <a:pt x="47846" y="7721"/>
                </a:lnTo>
                <a:lnTo>
                  <a:pt x="47543" y="8079"/>
                </a:lnTo>
                <a:lnTo>
                  <a:pt x="47252" y="8447"/>
                </a:lnTo>
                <a:lnTo>
                  <a:pt x="46974" y="8828"/>
                </a:lnTo>
                <a:lnTo>
                  <a:pt x="46709" y="9219"/>
                </a:lnTo>
                <a:lnTo>
                  <a:pt x="46458" y="9621"/>
                </a:lnTo>
                <a:lnTo>
                  <a:pt x="46219" y="10035"/>
                </a:lnTo>
                <a:lnTo>
                  <a:pt x="45993" y="10460"/>
                </a:lnTo>
                <a:lnTo>
                  <a:pt x="45780" y="10895"/>
                </a:lnTo>
                <a:lnTo>
                  <a:pt x="45579" y="11342"/>
                </a:lnTo>
                <a:lnTo>
                  <a:pt x="45392" y="11801"/>
                </a:lnTo>
                <a:lnTo>
                  <a:pt x="45218" y="12270"/>
                </a:lnTo>
                <a:lnTo>
                  <a:pt x="45056" y="12750"/>
                </a:lnTo>
                <a:lnTo>
                  <a:pt x="44908" y="13242"/>
                </a:lnTo>
                <a:lnTo>
                  <a:pt x="44772" y="13745"/>
                </a:lnTo>
                <a:lnTo>
                  <a:pt x="44650" y="14259"/>
                </a:lnTo>
                <a:lnTo>
                  <a:pt x="44540" y="14784"/>
                </a:lnTo>
                <a:lnTo>
                  <a:pt x="44443" y="15320"/>
                </a:lnTo>
                <a:lnTo>
                  <a:pt x="44359" y="15868"/>
                </a:lnTo>
                <a:lnTo>
                  <a:pt x="44288" y="16426"/>
                </a:lnTo>
                <a:lnTo>
                  <a:pt x="44230" y="16996"/>
                </a:lnTo>
                <a:lnTo>
                  <a:pt x="44185" y="17577"/>
                </a:lnTo>
                <a:lnTo>
                  <a:pt x="44152" y="18169"/>
                </a:lnTo>
                <a:lnTo>
                  <a:pt x="44133" y="18772"/>
                </a:lnTo>
                <a:lnTo>
                  <a:pt x="44127" y="19386"/>
                </a:lnTo>
                <a:lnTo>
                  <a:pt x="44127" y="55567"/>
                </a:lnTo>
                <a:lnTo>
                  <a:pt x="44119" y="55999"/>
                </a:lnTo>
                <a:lnTo>
                  <a:pt x="44096" y="56420"/>
                </a:lnTo>
                <a:lnTo>
                  <a:pt x="44058" y="56832"/>
                </a:lnTo>
                <a:lnTo>
                  <a:pt x="44004" y="57234"/>
                </a:lnTo>
                <a:lnTo>
                  <a:pt x="43936" y="57626"/>
                </a:lnTo>
                <a:lnTo>
                  <a:pt x="43852" y="58008"/>
                </a:lnTo>
                <a:lnTo>
                  <a:pt x="43753" y="58380"/>
                </a:lnTo>
                <a:lnTo>
                  <a:pt x="43638" y="58741"/>
                </a:lnTo>
                <a:lnTo>
                  <a:pt x="43508" y="59093"/>
                </a:lnTo>
                <a:lnTo>
                  <a:pt x="43363" y="59435"/>
                </a:lnTo>
                <a:lnTo>
                  <a:pt x="43203" y="59767"/>
                </a:lnTo>
                <a:lnTo>
                  <a:pt x="43028" y="60089"/>
                </a:lnTo>
                <a:lnTo>
                  <a:pt x="42837" y="60401"/>
                </a:lnTo>
                <a:lnTo>
                  <a:pt x="42631" y="60703"/>
                </a:lnTo>
                <a:lnTo>
                  <a:pt x="42409" y="60995"/>
                </a:lnTo>
                <a:lnTo>
                  <a:pt x="42173" y="61277"/>
                </a:lnTo>
                <a:lnTo>
                  <a:pt x="41921" y="61550"/>
                </a:lnTo>
                <a:lnTo>
                  <a:pt x="41654" y="61812"/>
                </a:lnTo>
                <a:lnTo>
                  <a:pt x="41372" y="62064"/>
                </a:lnTo>
                <a:lnTo>
                  <a:pt x="41074" y="62306"/>
                </a:lnTo>
                <a:lnTo>
                  <a:pt x="40761" y="62538"/>
                </a:lnTo>
                <a:lnTo>
                  <a:pt x="40433" y="62760"/>
                </a:lnTo>
                <a:lnTo>
                  <a:pt x="40089" y="62973"/>
                </a:lnTo>
                <a:lnTo>
                  <a:pt x="39731" y="63175"/>
                </a:lnTo>
                <a:lnTo>
                  <a:pt x="39378" y="63354"/>
                </a:lnTo>
                <a:lnTo>
                  <a:pt x="39025" y="63525"/>
                </a:lnTo>
                <a:lnTo>
                  <a:pt x="38671" y="63687"/>
                </a:lnTo>
                <a:lnTo>
                  <a:pt x="38317" y="63842"/>
                </a:lnTo>
                <a:lnTo>
                  <a:pt x="37962" y="63988"/>
                </a:lnTo>
                <a:lnTo>
                  <a:pt x="37607" y="64126"/>
                </a:lnTo>
                <a:lnTo>
                  <a:pt x="37251" y="64256"/>
                </a:lnTo>
                <a:lnTo>
                  <a:pt x="36894" y="64377"/>
                </a:lnTo>
                <a:lnTo>
                  <a:pt x="36537" y="64490"/>
                </a:lnTo>
                <a:lnTo>
                  <a:pt x="36179" y="64595"/>
                </a:lnTo>
                <a:lnTo>
                  <a:pt x="35821" y="64692"/>
                </a:lnTo>
                <a:lnTo>
                  <a:pt x="35462" y="64781"/>
                </a:lnTo>
                <a:lnTo>
                  <a:pt x="35102" y="64861"/>
                </a:lnTo>
                <a:lnTo>
                  <a:pt x="34742" y="64934"/>
                </a:lnTo>
                <a:lnTo>
                  <a:pt x="34381" y="64998"/>
                </a:lnTo>
                <a:lnTo>
                  <a:pt x="34020" y="65053"/>
                </a:lnTo>
                <a:lnTo>
                  <a:pt x="33658" y="65101"/>
                </a:lnTo>
                <a:lnTo>
                  <a:pt x="33296" y="65140"/>
                </a:lnTo>
                <a:lnTo>
                  <a:pt x="32933" y="65171"/>
                </a:lnTo>
                <a:lnTo>
                  <a:pt x="32569" y="65194"/>
                </a:lnTo>
                <a:lnTo>
                  <a:pt x="32205" y="65209"/>
                </a:lnTo>
                <a:lnTo>
                  <a:pt x="31840" y="65215"/>
                </a:lnTo>
                <a:lnTo>
                  <a:pt x="31474" y="65214"/>
                </a:lnTo>
                <a:lnTo>
                  <a:pt x="31108" y="65204"/>
                </a:lnTo>
                <a:lnTo>
                  <a:pt x="31108" y="78560"/>
                </a:lnTo>
                <a:lnTo>
                  <a:pt x="31502" y="78550"/>
                </a:lnTo>
                <a:lnTo>
                  <a:pt x="31893" y="78549"/>
                </a:lnTo>
                <a:lnTo>
                  <a:pt x="32281" y="78557"/>
                </a:lnTo>
                <a:lnTo>
                  <a:pt x="32668" y="78574"/>
                </a:lnTo>
                <a:lnTo>
                  <a:pt x="33051" y="78600"/>
                </a:lnTo>
                <a:lnTo>
                  <a:pt x="33433" y="78634"/>
                </a:lnTo>
                <a:lnTo>
                  <a:pt x="33812" y="78677"/>
                </a:lnTo>
                <a:lnTo>
                  <a:pt x="34189" y="78729"/>
                </a:lnTo>
                <a:lnTo>
                  <a:pt x="34564" y="78790"/>
                </a:lnTo>
                <a:lnTo>
                  <a:pt x="34936" y="78859"/>
                </a:lnTo>
                <a:lnTo>
                  <a:pt x="35306" y="78938"/>
                </a:lnTo>
                <a:lnTo>
                  <a:pt x="35673" y="79025"/>
                </a:lnTo>
                <a:lnTo>
                  <a:pt x="36038" y="79121"/>
                </a:lnTo>
                <a:lnTo>
                  <a:pt x="36401" y="79226"/>
                </a:lnTo>
                <a:lnTo>
                  <a:pt x="36762" y="79339"/>
                </a:lnTo>
                <a:lnTo>
                  <a:pt x="37120" y="79462"/>
                </a:lnTo>
                <a:lnTo>
                  <a:pt x="37475" y="79593"/>
                </a:lnTo>
                <a:lnTo>
                  <a:pt x="37829" y="79733"/>
                </a:lnTo>
                <a:lnTo>
                  <a:pt x="38180" y="79882"/>
                </a:lnTo>
                <a:lnTo>
                  <a:pt x="38529" y="80039"/>
                </a:lnTo>
                <a:lnTo>
                  <a:pt x="38875" y="80206"/>
                </a:lnTo>
                <a:lnTo>
                  <a:pt x="39219" y="80381"/>
                </a:lnTo>
                <a:lnTo>
                  <a:pt x="39561" y="80565"/>
                </a:lnTo>
                <a:lnTo>
                  <a:pt x="39900" y="80758"/>
                </a:lnTo>
                <a:lnTo>
                  <a:pt x="40245" y="80946"/>
                </a:lnTo>
                <a:lnTo>
                  <a:pt x="40575" y="81144"/>
                </a:lnTo>
                <a:lnTo>
                  <a:pt x="40890" y="81352"/>
                </a:lnTo>
                <a:lnTo>
                  <a:pt x="41191" y="81570"/>
                </a:lnTo>
                <a:lnTo>
                  <a:pt x="41478" y="81798"/>
                </a:lnTo>
                <a:lnTo>
                  <a:pt x="41749" y="82036"/>
                </a:lnTo>
                <a:lnTo>
                  <a:pt x="42006" y="82284"/>
                </a:lnTo>
                <a:lnTo>
                  <a:pt x="42248" y="82542"/>
                </a:lnTo>
                <a:lnTo>
                  <a:pt x="42475" y="82810"/>
                </a:lnTo>
                <a:lnTo>
                  <a:pt x="42688" y="83088"/>
                </a:lnTo>
                <a:lnTo>
                  <a:pt x="42886" y="83376"/>
                </a:lnTo>
                <a:lnTo>
                  <a:pt x="43070" y="83674"/>
                </a:lnTo>
                <a:lnTo>
                  <a:pt x="43239" y="83982"/>
                </a:lnTo>
                <a:lnTo>
                  <a:pt x="43393" y="84300"/>
                </a:lnTo>
                <a:lnTo>
                  <a:pt x="43532" y="84628"/>
                </a:lnTo>
                <a:lnTo>
                  <a:pt x="43657" y="84966"/>
                </a:lnTo>
                <a:lnTo>
                  <a:pt x="43767" y="85313"/>
                </a:lnTo>
                <a:lnTo>
                  <a:pt x="43862" y="85671"/>
                </a:lnTo>
                <a:lnTo>
                  <a:pt x="43943" y="86039"/>
                </a:lnTo>
                <a:lnTo>
                  <a:pt x="44009" y="86417"/>
                </a:lnTo>
                <a:lnTo>
                  <a:pt x="44060" y="86805"/>
                </a:lnTo>
                <a:lnTo>
                  <a:pt x="44097" y="87202"/>
                </a:lnTo>
                <a:lnTo>
                  <a:pt x="44119" y="87610"/>
                </a:lnTo>
                <a:lnTo>
                  <a:pt x="44127" y="88028"/>
                </a:lnTo>
                <a:lnTo>
                  <a:pt x="44127" y="124377"/>
                </a:lnTo>
                <a:lnTo>
                  <a:pt x="44133" y="124978"/>
                </a:lnTo>
                <a:lnTo>
                  <a:pt x="44152" y="125569"/>
                </a:lnTo>
                <a:lnTo>
                  <a:pt x="44185" y="126150"/>
                </a:lnTo>
                <a:lnTo>
                  <a:pt x="44230" y="126721"/>
                </a:lnTo>
                <a:lnTo>
                  <a:pt x="44288" y="127281"/>
                </a:lnTo>
                <a:lnTo>
                  <a:pt x="44359" y="127832"/>
                </a:lnTo>
                <a:lnTo>
                  <a:pt x="44443" y="128373"/>
                </a:lnTo>
                <a:lnTo>
                  <a:pt x="44540" y="128904"/>
                </a:lnTo>
                <a:lnTo>
                  <a:pt x="44650" y="129425"/>
                </a:lnTo>
                <a:lnTo>
                  <a:pt x="44772" y="129936"/>
                </a:lnTo>
                <a:lnTo>
                  <a:pt x="44908" y="130437"/>
                </a:lnTo>
                <a:lnTo>
                  <a:pt x="45056" y="130928"/>
                </a:lnTo>
                <a:lnTo>
                  <a:pt x="45218" y="131410"/>
                </a:lnTo>
                <a:lnTo>
                  <a:pt x="45392" y="131881"/>
                </a:lnTo>
                <a:lnTo>
                  <a:pt x="45579" y="132342"/>
                </a:lnTo>
                <a:lnTo>
                  <a:pt x="45780" y="132793"/>
                </a:lnTo>
                <a:lnTo>
                  <a:pt x="45993" y="133234"/>
                </a:lnTo>
                <a:lnTo>
                  <a:pt x="46219" y="133665"/>
                </a:lnTo>
                <a:lnTo>
                  <a:pt x="46458" y="134086"/>
                </a:lnTo>
                <a:lnTo>
                  <a:pt x="46709" y="134498"/>
                </a:lnTo>
                <a:lnTo>
                  <a:pt x="46974" y="134899"/>
                </a:lnTo>
                <a:lnTo>
                  <a:pt x="47252" y="135290"/>
                </a:lnTo>
                <a:lnTo>
                  <a:pt x="47543" y="135671"/>
                </a:lnTo>
                <a:lnTo>
                  <a:pt x="47846" y="136043"/>
                </a:lnTo>
                <a:lnTo>
                  <a:pt x="48160" y="136404"/>
                </a:lnTo>
                <a:lnTo>
                  <a:pt x="48484" y="136757"/>
                </a:lnTo>
                <a:lnTo>
                  <a:pt x="48815" y="137099"/>
                </a:lnTo>
                <a:lnTo>
                  <a:pt x="49156" y="137433"/>
                </a:lnTo>
                <a:lnTo>
                  <a:pt x="49506" y="137757"/>
                </a:lnTo>
                <a:lnTo>
                  <a:pt x="49864" y="138072"/>
                </a:lnTo>
                <a:lnTo>
                  <a:pt x="50231" y="138377"/>
                </a:lnTo>
                <a:lnTo>
                  <a:pt x="50607" y="138673"/>
                </a:lnTo>
                <a:lnTo>
                  <a:pt x="50992" y="138959"/>
                </a:lnTo>
                <a:lnTo>
                  <a:pt x="51386" y="139236"/>
                </a:lnTo>
                <a:lnTo>
                  <a:pt x="51788" y="139504"/>
                </a:lnTo>
                <a:lnTo>
                  <a:pt x="52199" y="139762"/>
                </a:lnTo>
                <a:lnTo>
                  <a:pt x="52619" y="140011"/>
                </a:lnTo>
                <a:lnTo>
                  <a:pt x="53048" y="140251"/>
                </a:lnTo>
                <a:lnTo>
                  <a:pt x="53486" y="140481"/>
                </a:lnTo>
                <a:lnTo>
                  <a:pt x="53932" y="140701"/>
                </a:lnTo>
                <a:lnTo>
                  <a:pt x="54388" y="140913"/>
                </a:lnTo>
                <a:lnTo>
                  <a:pt x="54852" y="141115"/>
                </a:lnTo>
                <a:lnTo>
                  <a:pt x="55325" y="141307"/>
                </a:lnTo>
                <a:lnTo>
                  <a:pt x="55806" y="141490"/>
                </a:lnTo>
                <a:lnTo>
                  <a:pt x="56297" y="141664"/>
                </a:lnTo>
                <a:lnTo>
                  <a:pt x="56796" y="141829"/>
                </a:lnTo>
                <a:lnTo>
                  <a:pt x="57304" y="141984"/>
                </a:lnTo>
                <a:lnTo>
                  <a:pt x="57821" y="142129"/>
                </a:lnTo>
                <a:lnTo>
                  <a:pt x="58344" y="142266"/>
                </a:lnTo>
                <a:lnTo>
                  <a:pt x="58872" y="142396"/>
                </a:lnTo>
                <a:lnTo>
                  <a:pt x="59403" y="142517"/>
                </a:lnTo>
                <a:lnTo>
                  <a:pt x="59939" y="142632"/>
                </a:lnTo>
                <a:lnTo>
                  <a:pt x="60479" y="142738"/>
                </a:lnTo>
                <a:lnTo>
                  <a:pt x="61023" y="142837"/>
                </a:lnTo>
                <a:lnTo>
                  <a:pt x="61571" y="142928"/>
                </a:lnTo>
                <a:lnTo>
                  <a:pt x="62123" y="143012"/>
                </a:lnTo>
                <a:lnTo>
                  <a:pt x="62679" y="143088"/>
                </a:lnTo>
                <a:lnTo>
                  <a:pt x="63239" y="143156"/>
                </a:lnTo>
                <a:lnTo>
                  <a:pt x="63804" y="143217"/>
                </a:lnTo>
                <a:lnTo>
                  <a:pt x="64372" y="143270"/>
                </a:lnTo>
                <a:lnTo>
                  <a:pt x="64945" y="143316"/>
                </a:lnTo>
                <a:lnTo>
                  <a:pt x="65522" y="143354"/>
                </a:lnTo>
                <a:lnTo>
                  <a:pt x="66103" y="143384"/>
                </a:lnTo>
                <a:lnTo>
                  <a:pt x="66688" y="143407"/>
                </a:lnTo>
                <a:lnTo>
                  <a:pt x="67277" y="143421"/>
                </a:lnTo>
                <a:lnTo>
                  <a:pt x="67870" y="143429"/>
                </a:lnTo>
                <a:lnTo>
                  <a:pt x="68467" y="143429"/>
                </a:lnTo>
                <a:lnTo>
                  <a:pt x="69069" y="143421"/>
                </a:lnTo>
                <a:lnTo>
                  <a:pt x="69674" y="143405"/>
                </a:lnTo>
                <a:lnTo>
                  <a:pt x="70284" y="143382"/>
                </a:lnTo>
                <a:lnTo>
                  <a:pt x="70898" y="143351"/>
                </a:lnTo>
                <a:lnTo>
                  <a:pt x="71515" y="143313"/>
                </a:lnTo>
                <a:lnTo>
                  <a:pt x="71515" y="135197"/>
                </a:lnTo>
                <a:lnTo>
                  <a:pt x="71317" y="135196"/>
                </a:lnTo>
                <a:lnTo>
                  <a:pt x="71115" y="135193"/>
                </a:lnTo>
                <a:lnTo>
                  <a:pt x="70910" y="135187"/>
                </a:lnTo>
                <a:close/>
                <a:moveTo>
                  <a:pt x="901306" y="273364"/>
                </a:moveTo>
                <a:lnTo>
                  <a:pt x="901306" y="285372"/>
                </a:lnTo>
                <a:lnTo>
                  <a:pt x="915235" y="285372"/>
                </a:lnTo>
                <a:lnTo>
                  <a:pt x="915235" y="343008"/>
                </a:lnTo>
                <a:lnTo>
                  <a:pt x="915241" y="343674"/>
                </a:lnTo>
                <a:lnTo>
                  <a:pt x="915261" y="344330"/>
                </a:lnTo>
                <a:lnTo>
                  <a:pt x="915293" y="344976"/>
                </a:lnTo>
                <a:lnTo>
                  <a:pt x="915338" y="345613"/>
                </a:lnTo>
                <a:lnTo>
                  <a:pt x="915397" y="346240"/>
                </a:lnTo>
                <a:lnTo>
                  <a:pt x="915468" y="346858"/>
                </a:lnTo>
                <a:lnTo>
                  <a:pt x="915552" y="347466"/>
                </a:lnTo>
                <a:lnTo>
                  <a:pt x="915649" y="348065"/>
                </a:lnTo>
                <a:lnTo>
                  <a:pt x="915758" y="348654"/>
                </a:lnTo>
                <a:lnTo>
                  <a:pt x="915881" y="349233"/>
                </a:lnTo>
                <a:lnTo>
                  <a:pt x="916017" y="349803"/>
                </a:lnTo>
                <a:lnTo>
                  <a:pt x="916166" y="350363"/>
                </a:lnTo>
                <a:lnTo>
                  <a:pt x="916327" y="350913"/>
                </a:lnTo>
                <a:lnTo>
                  <a:pt x="916502" y="351454"/>
                </a:lnTo>
                <a:lnTo>
                  <a:pt x="916689" y="351986"/>
                </a:lnTo>
                <a:lnTo>
                  <a:pt x="916889" y="352508"/>
                </a:lnTo>
                <a:lnTo>
                  <a:pt x="917103" y="353020"/>
                </a:lnTo>
                <a:lnTo>
                  <a:pt x="917329" y="353522"/>
                </a:lnTo>
                <a:lnTo>
                  <a:pt x="917568" y="354015"/>
                </a:lnTo>
                <a:lnTo>
                  <a:pt x="917820" y="354499"/>
                </a:lnTo>
                <a:lnTo>
                  <a:pt x="918085" y="354973"/>
                </a:lnTo>
                <a:lnTo>
                  <a:pt x="918363" y="355437"/>
                </a:lnTo>
                <a:lnTo>
                  <a:pt x="918654" y="355892"/>
                </a:lnTo>
                <a:lnTo>
                  <a:pt x="918957" y="356337"/>
                </a:lnTo>
                <a:lnTo>
                  <a:pt x="919276" y="356772"/>
                </a:lnTo>
                <a:lnTo>
                  <a:pt x="919601" y="357198"/>
                </a:lnTo>
                <a:lnTo>
                  <a:pt x="919933" y="357615"/>
                </a:lnTo>
                <a:lnTo>
                  <a:pt x="920272" y="358023"/>
                </a:lnTo>
                <a:lnTo>
                  <a:pt x="920617" y="358421"/>
                </a:lnTo>
                <a:lnTo>
                  <a:pt x="920969" y="358809"/>
                </a:lnTo>
                <a:lnTo>
                  <a:pt x="921327" y="359189"/>
                </a:lnTo>
                <a:lnTo>
                  <a:pt x="921692" y="359559"/>
                </a:lnTo>
                <a:lnTo>
                  <a:pt x="922064" y="359919"/>
                </a:lnTo>
                <a:lnTo>
                  <a:pt x="922443" y="360270"/>
                </a:lnTo>
                <a:lnTo>
                  <a:pt x="922828" y="360612"/>
                </a:lnTo>
                <a:lnTo>
                  <a:pt x="923220" y="360945"/>
                </a:lnTo>
                <a:lnTo>
                  <a:pt x="923619" y="361268"/>
                </a:lnTo>
                <a:lnTo>
                  <a:pt x="924024" y="361581"/>
                </a:lnTo>
                <a:lnTo>
                  <a:pt x="924436" y="361885"/>
                </a:lnTo>
                <a:lnTo>
                  <a:pt x="924854" y="362180"/>
                </a:lnTo>
                <a:lnTo>
                  <a:pt x="925280" y="362466"/>
                </a:lnTo>
                <a:lnTo>
                  <a:pt x="925712" y="362742"/>
                </a:lnTo>
                <a:lnTo>
                  <a:pt x="926150" y="363009"/>
                </a:lnTo>
                <a:lnTo>
                  <a:pt x="926596" y="363266"/>
                </a:lnTo>
                <a:lnTo>
                  <a:pt x="927048" y="363514"/>
                </a:lnTo>
                <a:lnTo>
                  <a:pt x="927506" y="363753"/>
                </a:lnTo>
                <a:lnTo>
                  <a:pt x="927971" y="363982"/>
                </a:lnTo>
                <a:lnTo>
                  <a:pt x="928443" y="364202"/>
                </a:lnTo>
                <a:lnTo>
                  <a:pt x="928924" y="364412"/>
                </a:lnTo>
                <a:lnTo>
                  <a:pt x="929406" y="364614"/>
                </a:lnTo>
                <a:lnTo>
                  <a:pt x="929888" y="364807"/>
                </a:lnTo>
                <a:lnTo>
                  <a:pt x="930371" y="364990"/>
                </a:lnTo>
                <a:lnTo>
                  <a:pt x="930855" y="365165"/>
                </a:lnTo>
                <a:lnTo>
                  <a:pt x="931340" y="365331"/>
                </a:lnTo>
                <a:lnTo>
                  <a:pt x="931826" y="365488"/>
                </a:lnTo>
                <a:lnTo>
                  <a:pt x="932312" y="365636"/>
                </a:lnTo>
                <a:lnTo>
                  <a:pt x="932800" y="365775"/>
                </a:lnTo>
                <a:lnTo>
                  <a:pt x="933288" y="365905"/>
                </a:lnTo>
                <a:lnTo>
                  <a:pt x="933777" y="366026"/>
                </a:lnTo>
                <a:lnTo>
                  <a:pt x="934267" y="366138"/>
                </a:lnTo>
                <a:lnTo>
                  <a:pt x="934758" y="366241"/>
                </a:lnTo>
                <a:lnTo>
                  <a:pt x="935249" y="366335"/>
                </a:lnTo>
                <a:lnTo>
                  <a:pt x="935742" y="366420"/>
                </a:lnTo>
                <a:lnTo>
                  <a:pt x="936235" y="366496"/>
                </a:lnTo>
                <a:lnTo>
                  <a:pt x="936729" y="366564"/>
                </a:lnTo>
                <a:lnTo>
                  <a:pt x="937224" y="366622"/>
                </a:lnTo>
                <a:lnTo>
                  <a:pt x="937720" y="366671"/>
                </a:lnTo>
                <a:lnTo>
                  <a:pt x="938216" y="366712"/>
                </a:lnTo>
                <a:lnTo>
                  <a:pt x="938714" y="366743"/>
                </a:lnTo>
                <a:lnTo>
                  <a:pt x="939212" y="366765"/>
                </a:lnTo>
                <a:lnTo>
                  <a:pt x="939711" y="366779"/>
                </a:lnTo>
                <a:lnTo>
                  <a:pt x="940211" y="366783"/>
                </a:lnTo>
                <a:lnTo>
                  <a:pt x="940539" y="366782"/>
                </a:lnTo>
                <a:lnTo>
                  <a:pt x="940862" y="366779"/>
                </a:lnTo>
                <a:lnTo>
                  <a:pt x="941180" y="366774"/>
                </a:lnTo>
                <a:lnTo>
                  <a:pt x="941493" y="366767"/>
                </a:lnTo>
                <a:lnTo>
                  <a:pt x="941802" y="366757"/>
                </a:lnTo>
                <a:lnTo>
                  <a:pt x="942106" y="366746"/>
                </a:lnTo>
                <a:lnTo>
                  <a:pt x="942405" y="366732"/>
                </a:lnTo>
                <a:lnTo>
                  <a:pt x="942699" y="366717"/>
                </a:lnTo>
                <a:lnTo>
                  <a:pt x="942989" y="366699"/>
                </a:lnTo>
                <a:lnTo>
                  <a:pt x="943273" y="366679"/>
                </a:lnTo>
                <a:lnTo>
                  <a:pt x="943553" y="366657"/>
                </a:lnTo>
                <a:lnTo>
                  <a:pt x="943828" y="366633"/>
                </a:lnTo>
                <a:lnTo>
                  <a:pt x="944098" y="366607"/>
                </a:lnTo>
                <a:lnTo>
                  <a:pt x="944364" y="366579"/>
                </a:lnTo>
                <a:lnTo>
                  <a:pt x="944625" y="366549"/>
                </a:lnTo>
                <a:lnTo>
                  <a:pt x="944880" y="366516"/>
                </a:lnTo>
                <a:lnTo>
                  <a:pt x="945132" y="366482"/>
                </a:lnTo>
                <a:lnTo>
                  <a:pt x="945378" y="366446"/>
                </a:lnTo>
                <a:lnTo>
                  <a:pt x="945619" y="366407"/>
                </a:lnTo>
                <a:lnTo>
                  <a:pt x="945856" y="366366"/>
                </a:lnTo>
                <a:lnTo>
                  <a:pt x="946088" y="366324"/>
                </a:lnTo>
                <a:lnTo>
                  <a:pt x="946315" y="366279"/>
                </a:lnTo>
                <a:lnTo>
                  <a:pt x="946537" y="366232"/>
                </a:lnTo>
                <a:lnTo>
                  <a:pt x="946755" y="366183"/>
                </a:lnTo>
                <a:lnTo>
                  <a:pt x="946968" y="366138"/>
                </a:lnTo>
                <a:lnTo>
                  <a:pt x="947177" y="366093"/>
                </a:lnTo>
                <a:lnTo>
                  <a:pt x="947383" y="366048"/>
                </a:lnTo>
                <a:lnTo>
                  <a:pt x="947584" y="366003"/>
                </a:lnTo>
                <a:lnTo>
                  <a:pt x="947781" y="365958"/>
                </a:lnTo>
                <a:lnTo>
                  <a:pt x="947975" y="365913"/>
                </a:lnTo>
                <a:lnTo>
                  <a:pt x="948164" y="365868"/>
                </a:lnTo>
                <a:lnTo>
                  <a:pt x="948349" y="365823"/>
                </a:lnTo>
                <a:lnTo>
                  <a:pt x="948531" y="365778"/>
                </a:lnTo>
                <a:lnTo>
                  <a:pt x="948708" y="365733"/>
                </a:lnTo>
                <a:lnTo>
                  <a:pt x="948882" y="365688"/>
                </a:lnTo>
                <a:lnTo>
                  <a:pt x="949051" y="365643"/>
                </a:lnTo>
                <a:lnTo>
                  <a:pt x="949217" y="365598"/>
                </a:lnTo>
                <a:lnTo>
                  <a:pt x="949379" y="365552"/>
                </a:lnTo>
                <a:lnTo>
                  <a:pt x="949536" y="365507"/>
                </a:lnTo>
                <a:lnTo>
                  <a:pt x="949690" y="365462"/>
                </a:lnTo>
                <a:lnTo>
                  <a:pt x="949840" y="365417"/>
                </a:lnTo>
                <a:lnTo>
                  <a:pt x="949986" y="365372"/>
                </a:lnTo>
                <a:lnTo>
                  <a:pt x="950128" y="365327"/>
                </a:lnTo>
                <a:lnTo>
                  <a:pt x="950266" y="365282"/>
                </a:lnTo>
                <a:lnTo>
                  <a:pt x="950400" y="365237"/>
                </a:lnTo>
                <a:lnTo>
                  <a:pt x="950529" y="365192"/>
                </a:lnTo>
                <a:lnTo>
                  <a:pt x="950656" y="365147"/>
                </a:lnTo>
                <a:lnTo>
                  <a:pt x="950778" y="365102"/>
                </a:lnTo>
                <a:lnTo>
                  <a:pt x="947896" y="352374"/>
                </a:lnTo>
                <a:lnTo>
                  <a:pt x="947820" y="352389"/>
                </a:lnTo>
                <a:lnTo>
                  <a:pt x="947741" y="352405"/>
                </a:lnTo>
                <a:lnTo>
                  <a:pt x="947661" y="352421"/>
                </a:lnTo>
                <a:lnTo>
                  <a:pt x="947579" y="352438"/>
                </a:lnTo>
                <a:lnTo>
                  <a:pt x="947494" y="352454"/>
                </a:lnTo>
                <a:lnTo>
                  <a:pt x="947408" y="352472"/>
                </a:lnTo>
                <a:lnTo>
                  <a:pt x="947319" y="352489"/>
                </a:lnTo>
                <a:lnTo>
                  <a:pt x="947229" y="352508"/>
                </a:lnTo>
                <a:lnTo>
                  <a:pt x="947136" y="352526"/>
                </a:lnTo>
                <a:lnTo>
                  <a:pt x="947041" y="352545"/>
                </a:lnTo>
                <a:lnTo>
                  <a:pt x="946944" y="352564"/>
                </a:lnTo>
                <a:lnTo>
                  <a:pt x="946845" y="352584"/>
                </a:lnTo>
                <a:lnTo>
                  <a:pt x="946744" y="352604"/>
                </a:lnTo>
                <a:lnTo>
                  <a:pt x="946641" y="352625"/>
                </a:lnTo>
                <a:lnTo>
                  <a:pt x="946535" y="352646"/>
                </a:lnTo>
                <a:lnTo>
                  <a:pt x="946428" y="352668"/>
                </a:lnTo>
                <a:lnTo>
                  <a:pt x="946319" y="352690"/>
                </a:lnTo>
                <a:lnTo>
                  <a:pt x="946207" y="352712"/>
                </a:lnTo>
                <a:lnTo>
                  <a:pt x="946094" y="352735"/>
                </a:lnTo>
                <a:lnTo>
                  <a:pt x="945978" y="352758"/>
                </a:lnTo>
                <a:lnTo>
                  <a:pt x="945860" y="352781"/>
                </a:lnTo>
                <a:lnTo>
                  <a:pt x="945740" y="352805"/>
                </a:lnTo>
                <a:lnTo>
                  <a:pt x="945618" y="352830"/>
                </a:lnTo>
                <a:lnTo>
                  <a:pt x="945494" y="352854"/>
                </a:lnTo>
                <a:lnTo>
                  <a:pt x="945368" y="352874"/>
                </a:lnTo>
                <a:lnTo>
                  <a:pt x="945238" y="352893"/>
                </a:lnTo>
                <a:lnTo>
                  <a:pt x="945106" y="352911"/>
                </a:lnTo>
                <a:lnTo>
                  <a:pt x="944971" y="352928"/>
                </a:lnTo>
                <a:lnTo>
                  <a:pt x="944832" y="352944"/>
                </a:lnTo>
                <a:lnTo>
                  <a:pt x="944691" y="352960"/>
                </a:lnTo>
                <a:lnTo>
                  <a:pt x="944547" y="352974"/>
                </a:lnTo>
                <a:lnTo>
                  <a:pt x="944400" y="352988"/>
                </a:lnTo>
                <a:lnTo>
                  <a:pt x="944250" y="353001"/>
                </a:lnTo>
                <a:lnTo>
                  <a:pt x="944098" y="353013"/>
                </a:lnTo>
                <a:lnTo>
                  <a:pt x="943942" y="353024"/>
                </a:lnTo>
                <a:lnTo>
                  <a:pt x="943783" y="353035"/>
                </a:lnTo>
                <a:lnTo>
                  <a:pt x="943622" y="353044"/>
                </a:lnTo>
                <a:lnTo>
                  <a:pt x="943457" y="353053"/>
                </a:lnTo>
                <a:lnTo>
                  <a:pt x="943290" y="353061"/>
                </a:lnTo>
                <a:lnTo>
                  <a:pt x="943119" y="353068"/>
                </a:lnTo>
                <a:lnTo>
                  <a:pt x="942946" y="353074"/>
                </a:lnTo>
                <a:lnTo>
                  <a:pt x="942770" y="353080"/>
                </a:lnTo>
                <a:lnTo>
                  <a:pt x="942591" y="353084"/>
                </a:lnTo>
                <a:lnTo>
                  <a:pt x="942409" y="353088"/>
                </a:lnTo>
                <a:lnTo>
                  <a:pt x="942224" y="353091"/>
                </a:lnTo>
                <a:lnTo>
                  <a:pt x="942036" y="353093"/>
                </a:lnTo>
                <a:lnTo>
                  <a:pt x="941845" y="353094"/>
                </a:lnTo>
                <a:lnTo>
                  <a:pt x="941652" y="353095"/>
                </a:lnTo>
                <a:lnTo>
                  <a:pt x="941392" y="353093"/>
                </a:lnTo>
                <a:lnTo>
                  <a:pt x="941134" y="353088"/>
                </a:lnTo>
                <a:lnTo>
                  <a:pt x="940876" y="353080"/>
                </a:lnTo>
                <a:lnTo>
                  <a:pt x="940619" y="353068"/>
                </a:lnTo>
                <a:lnTo>
                  <a:pt x="940364" y="353053"/>
                </a:lnTo>
                <a:lnTo>
                  <a:pt x="940110" y="353035"/>
                </a:lnTo>
                <a:lnTo>
                  <a:pt x="939856" y="353013"/>
                </a:lnTo>
                <a:lnTo>
                  <a:pt x="939604" y="352988"/>
                </a:lnTo>
                <a:lnTo>
                  <a:pt x="939352" y="352960"/>
                </a:lnTo>
                <a:lnTo>
                  <a:pt x="939102" y="352928"/>
                </a:lnTo>
                <a:lnTo>
                  <a:pt x="938853" y="352893"/>
                </a:lnTo>
                <a:lnTo>
                  <a:pt x="938605" y="352854"/>
                </a:lnTo>
                <a:lnTo>
                  <a:pt x="938358" y="352813"/>
                </a:lnTo>
                <a:lnTo>
                  <a:pt x="938112" y="352768"/>
                </a:lnTo>
                <a:lnTo>
                  <a:pt x="937867" y="352719"/>
                </a:lnTo>
                <a:lnTo>
                  <a:pt x="937623" y="352668"/>
                </a:lnTo>
                <a:lnTo>
                  <a:pt x="937380" y="352613"/>
                </a:lnTo>
                <a:lnTo>
                  <a:pt x="937138" y="352554"/>
                </a:lnTo>
                <a:lnTo>
                  <a:pt x="936897" y="352493"/>
                </a:lnTo>
                <a:lnTo>
                  <a:pt x="936657" y="352427"/>
                </a:lnTo>
                <a:lnTo>
                  <a:pt x="936418" y="352359"/>
                </a:lnTo>
                <a:lnTo>
                  <a:pt x="936180" y="352287"/>
                </a:lnTo>
                <a:lnTo>
                  <a:pt x="935944" y="352212"/>
                </a:lnTo>
                <a:lnTo>
                  <a:pt x="935708" y="352134"/>
                </a:lnTo>
                <a:lnTo>
                  <a:pt x="935480" y="352046"/>
                </a:lnTo>
                <a:lnTo>
                  <a:pt x="935254" y="351951"/>
                </a:lnTo>
                <a:lnTo>
                  <a:pt x="935033" y="351849"/>
                </a:lnTo>
                <a:lnTo>
                  <a:pt x="934814" y="351740"/>
                </a:lnTo>
                <a:lnTo>
                  <a:pt x="934599" y="351625"/>
                </a:lnTo>
                <a:lnTo>
                  <a:pt x="934387" y="351504"/>
                </a:lnTo>
                <a:lnTo>
                  <a:pt x="934179" y="351375"/>
                </a:lnTo>
                <a:lnTo>
                  <a:pt x="933974" y="351240"/>
                </a:lnTo>
                <a:lnTo>
                  <a:pt x="933772" y="351098"/>
                </a:lnTo>
                <a:lnTo>
                  <a:pt x="933573" y="350950"/>
                </a:lnTo>
                <a:lnTo>
                  <a:pt x="933378" y="350795"/>
                </a:lnTo>
                <a:lnTo>
                  <a:pt x="933186" y="350633"/>
                </a:lnTo>
                <a:lnTo>
                  <a:pt x="932998" y="350465"/>
                </a:lnTo>
                <a:lnTo>
                  <a:pt x="932813" y="350289"/>
                </a:lnTo>
                <a:lnTo>
                  <a:pt x="932631" y="350108"/>
                </a:lnTo>
                <a:lnTo>
                  <a:pt x="932453" y="349919"/>
                </a:lnTo>
                <a:lnTo>
                  <a:pt x="932277" y="349724"/>
                </a:lnTo>
                <a:lnTo>
                  <a:pt x="932106" y="349522"/>
                </a:lnTo>
                <a:lnTo>
                  <a:pt x="931937" y="349314"/>
                </a:lnTo>
                <a:lnTo>
                  <a:pt x="931772" y="349099"/>
                </a:lnTo>
                <a:lnTo>
                  <a:pt x="931610" y="348877"/>
                </a:lnTo>
                <a:lnTo>
                  <a:pt x="931452" y="348648"/>
                </a:lnTo>
                <a:lnTo>
                  <a:pt x="931297" y="348413"/>
                </a:lnTo>
                <a:lnTo>
                  <a:pt x="931145" y="348171"/>
                </a:lnTo>
                <a:lnTo>
                  <a:pt x="931003" y="347916"/>
                </a:lnTo>
                <a:lnTo>
                  <a:pt x="930867" y="347650"/>
                </a:lnTo>
                <a:lnTo>
                  <a:pt x="930737" y="347374"/>
                </a:lnTo>
                <a:lnTo>
                  <a:pt x="930613" y="347087"/>
                </a:lnTo>
                <a:lnTo>
                  <a:pt x="930495" y="346790"/>
                </a:lnTo>
                <a:lnTo>
                  <a:pt x="930383" y="346483"/>
                </a:lnTo>
                <a:lnTo>
                  <a:pt x="930278" y="346165"/>
                </a:lnTo>
                <a:lnTo>
                  <a:pt x="930178" y="345837"/>
                </a:lnTo>
                <a:lnTo>
                  <a:pt x="930084" y="345498"/>
                </a:lnTo>
                <a:lnTo>
                  <a:pt x="929996" y="345149"/>
                </a:lnTo>
                <a:lnTo>
                  <a:pt x="929915" y="344789"/>
                </a:lnTo>
                <a:lnTo>
                  <a:pt x="929839" y="344419"/>
                </a:lnTo>
                <a:lnTo>
                  <a:pt x="929770" y="344039"/>
                </a:lnTo>
                <a:lnTo>
                  <a:pt x="929706" y="343648"/>
                </a:lnTo>
                <a:lnTo>
                  <a:pt x="929649" y="343246"/>
                </a:lnTo>
                <a:lnTo>
                  <a:pt x="929597" y="342835"/>
                </a:lnTo>
                <a:lnTo>
                  <a:pt x="929552" y="342413"/>
                </a:lnTo>
                <a:lnTo>
                  <a:pt x="929513" y="341980"/>
                </a:lnTo>
                <a:lnTo>
                  <a:pt x="929480" y="341537"/>
                </a:lnTo>
                <a:lnTo>
                  <a:pt x="929452" y="341084"/>
                </a:lnTo>
                <a:lnTo>
                  <a:pt x="929431" y="340620"/>
                </a:lnTo>
                <a:lnTo>
                  <a:pt x="929416" y="340146"/>
                </a:lnTo>
                <a:lnTo>
                  <a:pt x="929407" y="339661"/>
                </a:lnTo>
                <a:lnTo>
                  <a:pt x="929404" y="339166"/>
                </a:lnTo>
                <a:lnTo>
                  <a:pt x="929404" y="285372"/>
                </a:lnTo>
                <a:lnTo>
                  <a:pt x="949096" y="285372"/>
                </a:lnTo>
                <a:lnTo>
                  <a:pt x="949096" y="273364"/>
                </a:lnTo>
                <a:lnTo>
                  <a:pt x="929404" y="273364"/>
                </a:lnTo>
                <a:lnTo>
                  <a:pt x="929404" y="251270"/>
                </a:lnTo>
                <a:lnTo>
                  <a:pt x="915235" y="251270"/>
                </a:lnTo>
                <a:lnTo>
                  <a:pt x="915235" y="273364"/>
                </a:lnTo>
                <a:lnTo>
                  <a:pt x="901306" y="273364"/>
                </a:lnTo>
                <a:close/>
                <a:moveTo>
                  <a:pt x="1110194" y="273364"/>
                </a:moveTo>
                <a:lnTo>
                  <a:pt x="1110194" y="285372"/>
                </a:lnTo>
                <a:lnTo>
                  <a:pt x="1125083" y="285372"/>
                </a:lnTo>
                <a:lnTo>
                  <a:pt x="1125083" y="365582"/>
                </a:lnTo>
                <a:lnTo>
                  <a:pt x="1139252" y="365582"/>
                </a:lnTo>
                <a:lnTo>
                  <a:pt x="1139252" y="285372"/>
                </a:lnTo>
                <a:lnTo>
                  <a:pt x="1159905" y="285372"/>
                </a:lnTo>
                <a:lnTo>
                  <a:pt x="1159905" y="273364"/>
                </a:lnTo>
                <a:lnTo>
                  <a:pt x="1139252" y="273364"/>
                </a:lnTo>
                <a:lnTo>
                  <a:pt x="1139252" y="263998"/>
                </a:lnTo>
                <a:lnTo>
                  <a:pt x="1139257" y="263433"/>
                </a:lnTo>
                <a:lnTo>
                  <a:pt x="1139273" y="262880"/>
                </a:lnTo>
                <a:lnTo>
                  <a:pt x="1139300" y="262339"/>
                </a:lnTo>
                <a:lnTo>
                  <a:pt x="1139337" y="261808"/>
                </a:lnTo>
                <a:lnTo>
                  <a:pt x="1139385" y="261290"/>
                </a:lnTo>
                <a:lnTo>
                  <a:pt x="1139443" y="260782"/>
                </a:lnTo>
                <a:lnTo>
                  <a:pt x="1139512" y="260286"/>
                </a:lnTo>
                <a:lnTo>
                  <a:pt x="1139592" y="259802"/>
                </a:lnTo>
                <a:lnTo>
                  <a:pt x="1139683" y="259329"/>
                </a:lnTo>
                <a:lnTo>
                  <a:pt x="1139784" y="258868"/>
                </a:lnTo>
                <a:lnTo>
                  <a:pt x="1139895" y="258418"/>
                </a:lnTo>
                <a:lnTo>
                  <a:pt x="1140017" y="257979"/>
                </a:lnTo>
                <a:lnTo>
                  <a:pt x="1140150" y="257552"/>
                </a:lnTo>
                <a:lnTo>
                  <a:pt x="1140294" y="257137"/>
                </a:lnTo>
                <a:lnTo>
                  <a:pt x="1140448" y="256733"/>
                </a:lnTo>
                <a:lnTo>
                  <a:pt x="1140613" y="256340"/>
                </a:lnTo>
                <a:lnTo>
                  <a:pt x="1140788" y="255959"/>
                </a:lnTo>
                <a:lnTo>
                  <a:pt x="1140974" y="255589"/>
                </a:lnTo>
                <a:lnTo>
                  <a:pt x="1141171" y="255231"/>
                </a:lnTo>
                <a:lnTo>
                  <a:pt x="1141378" y="254884"/>
                </a:lnTo>
                <a:lnTo>
                  <a:pt x="1141596" y="254549"/>
                </a:lnTo>
                <a:lnTo>
                  <a:pt x="1141825" y="254225"/>
                </a:lnTo>
                <a:lnTo>
                  <a:pt x="1142064" y="253912"/>
                </a:lnTo>
                <a:lnTo>
                  <a:pt x="1142314" y="253612"/>
                </a:lnTo>
                <a:lnTo>
                  <a:pt x="1142581" y="253323"/>
                </a:lnTo>
                <a:lnTo>
                  <a:pt x="1142861" y="253046"/>
                </a:lnTo>
                <a:lnTo>
                  <a:pt x="1143155" y="252781"/>
                </a:lnTo>
                <a:lnTo>
                  <a:pt x="1143463" y="252529"/>
                </a:lnTo>
                <a:lnTo>
                  <a:pt x="1143784" y="252289"/>
                </a:lnTo>
                <a:lnTo>
                  <a:pt x="1144119" y="252062"/>
                </a:lnTo>
                <a:lnTo>
                  <a:pt x="1144467" y="251847"/>
                </a:lnTo>
                <a:lnTo>
                  <a:pt x="1144829" y="251644"/>
                </a:lnTo>
                <a:lnTo>
                  <a:pt x="1145204" y="251453"/>
                </a:lnTo>
                <a:lnTo>
                  <a:pt x="1145593" y="251275"/>
                </a:lnTo>
                <a:lnTo>
                  <a:pt x="1145996" y="251109"/>
                </a:lnTo>
                <a:lnTo>
                  <a:pt x="1146412" y="250955"/>
                </a:lnTo>
                <a:lnTo>
                  <a:pt x="1146841" y="250813"/>
                </a:lnTo>
                <a:lnTo>
                  <a:pt x="1147284" y="250684"/>
                </a:lnTo>
                <a:lnTo>
                  <a:pt x="1147741" y="250567"/>
                </a:lnTo>
                <a:lnTo>
                  <a:pt x="1148211" y="250463"/>
                </a:lnTo>
                <a:lnTo>
                  <a:pt x="1148695" y="250371"/>
                </a:lnTo>
                <a:lnTo>
                  <a:pt x="1149192" y="250291"/>
                </a:lnTo>
                <a:lnTo>
                  <a:pt x="1149703" y="250223"/>
                </a:lnTo>
                <a:lnTo>
                  <a:pt x="1150227" y="250168"/>
                </a:lnTo>
                <a:lnTo>
                  <a:pt x="1150765" y="250125"/>
                </a:lnTo>
                <a:lnTo>
                  <a:pt x="1151317" y="250094"/>
                </a:lnTo>
                <a:lnTo>
                  <a:pt x="1151882" y="250075"/>
                </a:lnTo>
                <a:lnTo>
                  <a:pt x="1152460" y="250069"/>
                </a:lnTo>
                <a:lnTo>
                  <a:pt x="1152713" y="250070"/>
                </a:lnTo>
                <a:lnTo>
                  <a:pt x="1152962" y="250073"/>
                </a:lnTo>
                <a:lnTo>
                  <a:pt x="1153207" y="250078"/>
                </a:lnTo>
                <a:lnTo>
                  <a:pt x="1153448" y="250084"/>
                </a:lnTo>
                <a:lnTo>
                  <a:pt x="1153684" y="250093"/>
                </a:lnTo>
                <a:lnTo>
                  <a:pt x="1153916" y="250103"/>
                </a:lnTo>
                <a:lnTo>
                  <a:pt x="1154144" y="250115"/>
                </a:lnTo>
                <a:lnTo>
                  <a:pt x="1154368" y="250129"/>
                </a:lnTo>
                <a:lnTo>
                  <a:pt x="1154588" y="250145"/>
                </a:lnTo>
                <a:lnTo>
                  <a:pt x="1154804" y="250163"/>
                </a:lnTo>
                <a:lnTo>
                  <a:pt x="1155015" y="250183"/>
                </a:lnTo>
                <a:lnTo>
                  <a:pt x="1155222" y="250204"/>
                </a:lnTo>
                <a:lnTo>
                  <a:pt x="1155425" y="250228"/>
                </a:lnTo>
                <a:lnTo>
                  <a:pt x="1155624" y="250253"/>
                </a:lnTo>
                <a:lnTo>
                  <a:pt x="1155819" y="250280"/>
                </a:lnTo>
                <a:lnTo>
                  <a:pt x="1156009" y="250309"/>
                </a:lnTo>
                <a:lnTo>
                  <a:pt x="1156196" y="250340"/>
                </a:lnTo>
                <a:lnTo>
                  <a:pt x="1156378" y="250373"/>
                </a:lnTo>
                <a:lnTo>
                  <a:pt x="1156556" y="250408"/>
                </a:lnTo>
                <a:lnTo>
                  <a:pt x="1156730" y="250445"/>
                </a:lnTo>
                <a:lnTo>
                  <a:pt x="1156899" y="250483"/>
                </a:lnTo>
                <a:lnTo>
                  <a:pt x="1157065" y="250523"/>
                </a:lnTo>
                <a:lnTo>
                  <a:pt x="1157226" y="250566"/>
                </a:lnTo>
                <a:lnTo>
                  <a:pt x="1157383" y="250610"/>
                </a:lnTo>
                <a:lnTo>
                  <a:pt x="1157542" y="250654"/>
                </a:lnTo>
                <a:lnTo>
                  <a:pt x="1157698" y="250698"/>
                </a:lnTo>
                <a:lnTo>
                  <a:pt x="1157851" y="250742"/>
                </a:lnTo>
                <a:lnTo>
                  <a:pt x="1158001" y="250785"/>
                </a:lnTo>
                <a:lnTo>
                  <a:pt x="1158148" y="250827"/>
                </a:lnTo>
                <a:lnTo>
                  <a:pt x="1158292" y="250869"/>
                </a:lnTo>
                <a:lnTo>
                  <a:pt x="1158433" y="250910"/>
                </a:lnTo>
                <a:lnTo>
                  <a:pt x="1158571" y="250950"/>
                </a:lnTo>
                <a:lnTo>
                  <a:pt x="1158706" y="250990"/>
                </a:lnTo>
                <a:lnTo>
                  <a:pt x="1158839" y="251029"/>
                </a:lnTo>
                <a:lnTo>
                  <a:pt x="1158968" y="251067"/>
                </a:lnTo>
                <a:lnTo>
                  <a:pt x="1159095" y="251105"/>
                </a:lnTo>
                <a:lnTo>
                  <a:pt x="1159218" y="251142"/>
                </a:lnTo>
                <a:lnTo>
                  <a:pt x="1159339" y="251179"/>
                </a:lnTo>
                <a:lnTo>
                  <a:pt x="1159457" y="251215"/>
                </a:lnTo>
                <a:lnTo>
                  <a:pt x="1159572" y="251250"/>
                </a:lnTo>
                <a:lnTo>
                  <a:pt x="1159684" y="251285"/>
                </a:lnTo>
                <a:lnTo>
                  <a:pt x="1159793" y="251319"/>
                </a:lnTo>
                <a:lnTo>
                  <a:pt x="1159899" y="251352"/>
                </a:lnTo>
                <a:lnTo>
                  <a:pt x="1160002" y="251385"/>
                </a:lnTo>
                <a:lnTo>
                  <a:pt x="1160102" y="251417"/>
                </a:lnTo>
                <a:lnTo>
                  <a:pt x="1160199" y="251449"/>
                </a:lnTo>
                <a:lnTo>
                  <a:pt x="1160294" y="251480"/>
                </a:lnTo>
                <a:lnTo>
                  <a:pt x="1160385" y="251510"/>
                </a:lnTo>
                <a:lnTo>
                  <a:pt x="1164468" y="239262"/>
                </a:lnTo>
                <a:lnTo>
                  <a:pt x="1164330" y="239202"/>
                </a:lnTo>
                <a:lnTo>
                  <a:pt x="1164186" y="239142"/>
                </a:lnTo>
                <a:lnTo>
                  <a:pt x="1164036" y="239080"/>
                </a:lnTo>
                <a:lnTo>
                  <a:pt x="1163881" y="239019"/>
                </a:lnTo>
                <a:lnTo>
                  <a:pt x="1163720" y="238957"/>
                </a:lnTo>
                <a:lnTo>
                  <a:pt x="1163552" y="238895"/>
                </a:lnTo>
                <a:lnTo>
                  <a:pt x="1163379" y="238832"/>
                </a:lnTo>
                <a:lnTo>
                  <a:pt x="1163201" y="238769"/>
                </a:lnTo>
                <a:lnTo>
                  <a:pt x="1163016" y="238705"/>
                </a:lnTo>
                <a:lnTo>
                  <a:pt x="1162825" y="238641"/>
                </a:lnTo>
                <a:lnTo>
                  <a:pt x="1162629" y="238577"/>
                </a:lnTo>
                <a:lnTo>
                  <a:pt x="1162427" y="238512"/>
                </a:lnTo>
                <a:lnTo>
                  <a:pt x="1162219" y="238447"/>
                </a:lnTo>
                <a:lnTo>
                  <a:pt x="1162005" y="238381"/>
                </a:lnTo>
                <a:lnTo>
                  <a:pt x="1161785" y="238315"/>
                </a:lnTo>
                <a:lnTo>
                  <a:pt x="1161559" y="238248"/>
                </a:lnTo>
                <a:lnTo>
                  <a:pt x="1161328" y="238182"/>
                </a:lnTo>
                <a:lnTo>
                  <a:pt x="1161091" y="238114"/>
                </a:lnTo>
                <a:lnTo>
                  <a:pt x="1160848" y="238046"/>
                </a:lnTo>
                <a:lnTo>
                  <a:pt x="1160599" y="237978"/>
                </a:lnTo>
                <a:lnTo>
                  <a:pt x="1160344" y="237910"/>
                </a:lnTo>
                <a:lnTo>
                  <a:pt x="1160084" y="237841"/>
                </a:lnTo>
                <a:lnTo>
                  <a:pt x="1159817" y="237771"/>
                </a:lnTo>
                <a:lnTo>
                  <a:pt x="1159545" y="237701"/>
                </a:lnTo>
                <a:lnTo>
                  <a:pt x="1159266" y="237633"/>
                </a:lnTo>
                <a:lnTo>
                  <a:pt x="1158981" y="237567"/>
                </a:lnTo>
                <a:lnTo>
                  <a:pt x="1158689" y="237504"/>
                </a:lnTo>
                <a:lnTo>
                  <a:pt x="1158391" y="237445"/>
                </a:lnTo>
                <a:lnTo>
                  <a:pt x="1158086" y="237388"/>
                </a:lnTo>
                <a:lnTo>
                  <a:pt x="1157774" y="237334"/>
                </a:lnTo>
                <a:lnTo>
                  <a:pt x="1157455" y="237283"/>
                </a:lnTo>
                <a:lnTo>
                  <a:pt x="1157130" y="237234"/>
                </a:lnTo>
                <a:lnTo>
                  <a:pt x="1156798" y="237189"/>
                </a:lnTo>
                <a:lnTo>
                  <a:pt x="1156460" y="237147"/>
                </a:lnTo>
                <a:lnTo>
                  <a:pt x="1156114" y="237108"/>
                </a:lnTo>
                <a:lnTo>
                  <a:pt x="1155763" y="237071"/>
                </a:lnTo>
                <a:lnTo>
                  <a:pt x="1155404" y="237037"/>
                </a:lnTo>
                <a:lnTo>
                  <a:pt x="1155039" y="237007"/>
                </a:lnTo>
                <a:lnTo>
                  <a:pt x="1154667" y="236979"/>
                </a:lnTo>
                <a:lnTo>
                  <a:pt x="1154288" y="236954"/>
                </a:lnTo>
                <a:lnTo>
                  <a:pt x="1153903" y="236932"/>
                </a:lnTo>
                <a:lnTo>
                  <a:pt x="1153511" y="236913"/>
                </a:lnTo>
                <a:lnTo>
                  <a:pt x="1153112" y="236897"/>
                </a:lnTo>
                <a:lnTo>
                  <a:pt x="1152707" y="236884"/>
                </a:lnTo>
                <a:lnTo>
                  <a:pt x="1152295" y="236874"/>
                </a:lnTo>
                <a:lnTo>
                  <a:pt x="1151877" y="236867"/>
                </a:lnTo>
                <a:lnTo>
                  <a:pt x="1151451" y="236862"/>
                </a:lnTo>
                <a:lnTo>
                  <a:pt x="1151019" y="236861"/>
                </a:lnTo>
                <a:lnTo>
                  <a:pt x="1150470" y="236865"/>
                </a:lnTo>
                <a:lnTo>
                  <a:pt x="1149923" y="236879"/>
                </a:lnTo>
                <a:lnTo>
                  <a:pt x="1149379" y="236902"/>
                </a:lnTo>
                <a:lnTo>
                  <a:pt x="1148836" y="236934"/>
                </a:lnTo>
                <a:lnTo>
                  <a:pt x="1148296" y="236976"/>
                </a:lnTo>
                <a:lnTo>
                  <a:pt x="1147759" y="237026"/>
                </a:lnTo>
                <a:lnTo>
                  <a:pt x="1147223" y="237086"/>
                </a:lnTo>
                <a:lnTo>
                  <a:pt x="1146690" y="237154"/>
                </a:lnTo>
                <a:lnTo>
                  <a:pt x="1146159" y="237232"/>
                </a:lnTo>
                <a:lnTo>
                  <a:pt x="1145631" y="237320"/>
                </a:lnTo>
                <a:lnTo>
                  <a:pt x="1145104" y="237416"/>
                </a:lnTo>
                <a:lnTo>
                  <a:pt x="1144580" y="237521"/>
                </a:lnTo>
                <a:lnTo>
                  <a:pt x="1144059" y="237636"/>
                </a:lnTo>
                <a:lnTo>
                  <a:pt x="1143539" y="237760"/>
                </a:lnTo>
                <a:lnTo>
                  <a:pt x="1143022" y="237893"/>
                </a:lnTo>
                <a:lnTo>
                  <a:pt x="1142507" y="238035"/>
                </a:lnTo>
                <a:lnTo>
                  <a:pt x="1141995" y="238186"/>
                </a:lnTo>
                <a:lnTo>
                  <a:pt x="1141485" y="238347"/>
                </a:lnTo>
                <a:lnTo>
                  <a:pt x="1140977" y="238517"/>
                </a:lnTo>
                <a:lnTo>
                  <a:pt x="1140471" y="238695"/>
                </a:lnTo>
                <a:lnTo>
                  <a:pt x="1139968" y="238883"/>
                </a:lnTo>
                <a:lnTo>
                  <a:pt x="1139467" y="239081"/>
                </a:lnTo>
                <a:lnTo>
                  <a:pt x="1138968" y="239287"/>
                </a:lnTo>
                <a:lnTo>
                  <a:pt x="1138471" y="239503"/>
                </a:lnTo>
                <a:lnTo>
                  <a:pt x="1137980" y="239727"/>
                </a:lnTo>
                <a:lnTo>
                  <a:pt x="1137496" y="239961"/>
                </a:lnTo>
                <a:lnTo>
                  <a:pt x="1137020" y="240204"/>
                </a:lnTo>
                <a:lnTo>
                  <a:pt x="1136552" y="240457"/>
                </a:lnTo>
                <a:lnTo>
                  <a:pt x="1136091" y="240718"/>
                </a:lnTo>
                <a:lnTo>
                  <a:pt x="1135638" y="240989"/>
                </a:lnTo>
                <a:lnTo>
                  <a:pt x="1135193" y="241268"/>
                </a:lnTo>
                <a:lnTo>
                  <a:pt x="1134756" y="241557"/>
                </a:lnTo>
                <a:lnTo>
                  <a:pt x="1134326" y="241855"/>
                </a:lnTo>
                <a:lnTo>
                  <a:pt x="1133904" y="242163"/>
                </a:lnTo>
                <a:lnTo>
                  <a:pt x="1133490" y="242479"/>
                </a:lnTo>
                <a:lnTo>
                  <a:pt x="1133083" y="242805"/>
                </a:lnTo>
                <a:lnTo>
                  <a:pt x="1132684" y="243139"/>
                </a:lnTo>
                <a:lnTo>
                  <a:pt x="1132293" y="243483"/>
                </a:lnTo>
                <a:lnTo>
                  <a:pt x="1131910" y="243837"/>
                </a:lnTo>
                <a:lnTo>
                  <a:pt x="1131534" y="244199"/>
                </a:lnTo>
                <a:lnTo>
                  <a:pt x="1131166" y="244570"/>
                </a:lnTo>
                <a:lnTo>
                  <a:pt x="1130805" y="244951"/>
                </a:lnTo>
                <a:lnTo>
                  <a:pt x="1130453" y="245341"/>
                </a:lnTo>
                <a:lnTo>
                  <a:pt x="1130108" y="245740"/>
                </a:lnTo>
                <a:lnTo>
                  <a:pt x="1129771" y="246148"/>
                </a:lnTo>
                <a:lnTo>
                  <a:pt x="1129441" y="246565"/>
                </a:lnTo>
                <a:lnTo>
                  <a:pt x="1129119" y="246992"/>
                </a:lnTo>
                <a:lnTo>
                  <a:pt x="1128805" y="247428"/>
                </a:lnTo>
                <a:lnTo>
                  <a:pt x="1128502" y="247872"/>
                </a:lnTo>
                <a:lnTo>
                  <a:pt x="1128211" y="248326"/>
                </a:lnTo>
                <a:lnTo>
                  <a:pt x="1127933" y="248790"/>
                </a:lnTo>
                <a:lnTo>
                  <a:pt x="1127668" y="249262"/>
                </a:lnTo>
                <a:lnTo>
                  <a:pt x="1127416" y="249744"/>
                </a:lnTo>
                <a:lnTo>
                  <a:pt x="1127177" y="250234"/>
                </a:lnTo>
                <a:lnTo>
                  <a:pt x="1126951" y="250734"/>
                </a:lnTo>
                <a:lnTo>
                  <a:pt x="1126737" y="251243"/>
                </a:lnTo>
                <a:lnTo>
                  <a:pt x="1126537" y="251762"/>
                </a:lnTo>
                <a:lnTo>
                  <a:pt x="1126350" y="252289"/>
                </a:lnTo>
                <a:lnTo>
                  <a:pt x="1126175" y="252826"/>
                </a:lnTo>
                <a:lnTo>
                  <a:pt x="1126014" y="253371"/>
                </a:lnTo>
                <a:lnTo>
                  <a:pt x="1125865" y="253926"/>
                </a:lnTo>
                <a:lnTo>
                  <a:pt x="1125729" y="254490"/>
                </a:lnTo>
                <a:lnTo>
                  <a:pt x="1125606" y="255064"/>
                </a:lnTo>
                <a:lnTo>
                  <a:pt x="1125497" y="255646"/>
                </a:lnTo>
                <a:lnTo>
                  <a:pt x="1125400" y="256238"/>
                </a:lnTo>
                <a:lnTo>
                  <a:pt x="1125316" y="256839"/>
                </a:lnTo>
                <a:lnTo>
                  <a:pt x="1125245" y="257449"/>
                </a:lnTo>
                <a:lnTo>
                  <a:pt x="1125186" y="258068"/>
                </a:lnTo>
                <a:lnTo>
                  <a:pt x="1125141" y="258696"/>
                </a:lnTo>
                <a:lnTo>
                  <a:pt x="1125109" y="259334"/>
                </a:lnTo>
                <a:lnTo>
                  <a:pt x="1125089" y="259980"/>
                </a:lnTo>
                <a:lnTo>
                  <a:pt x="1125083" y="260636"/>
                </a:lnTo>
                <a:lnTo>
                  <a:pt x="1125083" y="273364"/>
                </a:lnTo>
                <a:lnTo>
                  <a:pt x="1110194" y="273364"/>
                </a:lnTo>
                <a:close/>
                <a:moveTo>
                  <a:pt x="868871" y="242625"/>
                </a:moveTo>
                <a:lnTo>
                  <a:pt x="868871" y="365582"/>
                </a:lnTo>
                <a:lnTo>
                  <a:pt x="883040" y="365582"/>
                </a:lnTo>
                <a:lnTo>
                  <a:pt x="883040" y="242625"/>
                </a:lnTo>
                <a:lnTo>
                  <a:pt x="868871" y="242625"/>
                </a:lnTo>
                <a:close/>
                <a:moveTo>
                  <a:pt x="538018" y="305686"/>
                </a:moveTo>
                <a:lnTo>
                  <a:pt x="538054" y="305183"/>
                </a:lnTo>
                <a:lnTo>
                  <a:pt x="538101" y="304684"/>
                </a:lnTo>
                <a:lnTo>
                  <a:pt x="538159" y="304190"/>
                </a:lnTo>
                <a:lnTo>
                  <a:pt x="538226" y="303701"/>
                </a:lnTo>
                <a:lnTo>
                  <a:pt x="538304" y="303216"/>
                </a:lnTo>
                <a:lnTo>
                  <a:pt x="538393" y="302737"/>
                </a:lnTo>
                <a:lnTo>
                  <a:pt x="538492" y="302262"/>
                </a:lnTo>
                <a:lnTo>
                  <a:pt x="538602" y="301792"/>
                </a:lnTo>
                <a:lnTo>
                  <a:pt x="538721" y="301327"/>
                </a:lnTo>
                <a:lnTo>
                  <a:pt x="538852" y="300866"/>
                </a:lnTo>
                <a:lnTo>
                  <a:pt x="538992" y="300411"/>
                </a:lnTo>
                <a:lnTo>
                  <a:pt x="539144" y="299960"/>
                </a:lnTo>
                <a:lnTo>
                  <a:pt x="539305" y="299514"/>
                </a:lnTo>
                <a:lnTo>
                  <a:pt x="539477" y="299073"/>
                </a:lnTo>
                <a:lnTo>
                  <a:pt x="539660" y="298636"/>
                </a:lnTo>
                <a:lnTo>
                  <a:pt x="539852" y="298205"/>
                </a:lnTo>
                <a:lnTo>
                  <a:pt x="540056" y="297778"/>
                </a:lnTo>
                <a:lnTo>
                  <a:pt x="540269" y="297356"/>
                </a:lnTo>
                <a:lnTo>
                  <a:pt x="540493" y="296939"/>
                </a:lnTo>
                <a:lnTo>
                  <a:pt x="540728" y="296526"/>
                </a:lnTo>
                <a:lnTo>
                  <a:pt x="540973" y="296118"/>
                </a:lnTo>
                <a:lnTo>
                  <a:pt x="541232" y="295712"/>
                </a:lnTo>
                <a:lnTo>
                  <a:pt x="541498" y="295313"/>
                </a:lnTo>
                <a:lnTo>
                  <a:pt x="541772" y="294921"/>
                </a:lnTo>
                <a:lnTo>
                  <a:pt x="542054" y="294537"/>
                </a:lnTo>
                <a:lnTo>
                  <a:pt x="542342" y="294161"/>
                </a:lnTo>
                <a:lnTo>
                  <a:pt x="542639" y="293792"/>
                </a:lnTo>
                <a:lnTo>
                  <a:pt x="542943" y="293431"/>
                </a:lnTo>
                <a:lnTo>
                  <a:pt x="543254" y="293077"/>
                </a:lnTo>
                <a:lnTo>
                  <a:pt x="543573" y="292730"/>
                </a:lnTo>
                <a:lnTo>
                  <a:pt x="543900" y="292391"/>
                </a:lnTo>
                <a:lnTo>
                  <a:pt x="544234" y="292060"/>
                </a:lnTo>
                <a:lnTo>
                  <a:pt x="544575" y="291736"/>
                </a:lnTo>
                <a:lnTo>
                  <a:pt x="544924" y="291419"/>
                </a:lnTo>
                <a:lnTo>
                  <a:pt x="545281" y="291110"/>
                </a:lnTo>
                <a:lnTo>
                  <a:pt x="545645" y="290809"/>
                </a:lnTo>
                <a:lnTo>
                  <a:pt x="546016" y="290515"/>
                </a:lnTo>
                <a:lnTo>
                  <a:pt x="546395" y="290228"/>
                </a:lnTo>
                <a:lnTo>
                  <a:pt x="546782" y="289950"/>
                </a:lnTo>
                <a:lnTo>
                  <a:pt x="547176" y="289678"/>
                </a:lnTo>
                <a:lnTo>
                  <a:pt x="547577" y="289414"/>
                </a:lnTo>
                <a:lnTo>
                  <a:pt x="547986" y="289158"/>
                </a:lnTo>
                <a:lnTo>
                  <a:pt x="548403" y="288909"/>
                </a:lnTo>
                <a:lnTo>
                  <a:pt x="548827" y="288667"/>
                </a:lnTo>
                <a:lnTo>
                  <a:pt x="549258" y="288434"/>
                </a:lnTo>
                <a:lnTo>
                  <a:pt x="549701" y="288203"/>
                </a:lnTo>
                <a:lnTo>
                  <a:pt x="550149" y="287983"/>
                </a:lnTo>
                <a:lnTo>
                  <a:pt x="550601" y="287772"/>
                </a:lnTo>
                <a:lnTo>
                  <a:pt x="551059" y="287571"/>
                </a:lnTo>
                <a:lnTo>
                  <a:pt x="551522" y="287380"/>
                </a:lnTo>
                <a:lnTo>
                  <a:pt x="551990" y="287199"/>
                </a:lnTo>
                <a:lnTo>
                  <a:pt x="552463" y="287028"/>
                </a:lnTo>
                <a:lnTo>
                  <a:pt x="552940" y="286866"/>
                </a:lnTo>
                <a:lnTo>
                  <a:pt x="553423" y="286714"/>
                </a:lnTo>
                <a:lnTo>
                  <a:pt x="553911" y="286572"/>
                </a:lnTo>
                <a:lnTo>
                  <a:pt x="554404" y="286440"/>
                </a:lnTo>
                <a:lnTo>
                  <a:pt x="554902" y="286317"/>
                </a:lnTo>
                <a:lnTo>
                  <a:pt x="555404" y="286205"/>
                </a:lnTo>
                <a:lnTo>
                  <a:pt x="555912" y="286102"/>
                </a:lnTo>
                <a:lnTo>
                  <a:pt x="556425" y="286009"/>
                </a:lnTo>
                <a:lnTo>
                  <a:pt x="556943" y="285925"/>
                </a:lnTo>
                <a:lnTo>
                  <a:pt x="557466" y="285852"/>
                </a:lnTo>
                <a:lnTo>
                  <a:pt x="557994" y="285788"/>
                </a:lnTo>
                <a:lnTo>
                  <a:pt x="558526" y="285734"/>
                </a:lnTo>
                <a:lnTo>
                  <a:pt x="559064" y="285690"/>
                </a:lnTo>
                <a:lnTo>
                  <a:pt x="559607" y="285656"/>
                </a:lnTo>
                <a:lnTo>
                  <a:pt x="560155" y="285631"/>
                </a:lnTo>
                <a:lnTo>
                  <a:pt x="560708" y="285617"/>
                </a:lnTo>
                <a:lnTo>
                  <a:pt x="561266" y="285612"/>
                </a:lnTo>
                <a:lnTo>
                  <a:pt x="561500" y="285613"/>
                </a:lnTo>
                <a:lnTo>
                  <a:pt x="561734" y="285615"/>
                </a:lnTo>
                <a:lnTo>
                  <a:pt x="561966" y="285618"/>
                </a:lnTo>
                <a:lnTo>
                  <a:pt x="562198" y="285623"/>
                </a:lnTo>
                <a:lnTo>
                  <a:pt x="562428" y="285630"/>
                </a:lnTo>
                <a:lnTo>
                  <a:pt x="562658" y="285638"/>
                </a:lnTo>
                <a:lnTo>
                  <a:pt x="562886" y="285648"/>
                </a:lnTo>
                <a:lnTo>
                  <a:pt x="563114" y="285659"/>
                </a:lnTo>
                <a:lnTo>
                  <a:pt x="563340" y="285671"/>
                </a:lnTo>
                <a:lnTo>
                  <a:pt x="563565" y="285685"/>
                </a:lnTo>
                <a:lnTo>
                  <a:pt x="563789" y="285700"/>
                </a:lnTo>
                <a:lnTo>
                  <a:pt x="564012" y="285717"/>
                </a:lnTo>
                <a:lnTo>
                  <a:pt x="564235" y="285735"/>
                </a:lnTo>
                <a:lnTo>
                  <a:pt x="564456" y="285755"/>
                </a:lnTo>
                <a:lnTo>
                  <a:pt x="564676" y="285776"/>
                </a:lnTo>
                <a:lnTo>
                  <a:pt x="564895" y="285799"/>
                </a:lnTo>
                <a:lnTo>
                  <a:pt x="565113" y="285823"/>
                </a:lnTo>
                <a:lnTo>
                  <a:pt x="565330" y="285848"/>
                </a:lnTo>
                <a:lnTo>
                  <a:pt x="565545" y="285875"/>
                </a:lnTo>
                <a:lnTo>
                  <a:pt x="565760" y="285904"/>
                </a:lnTo>
                <a:lnTo>
                  <a:pt x="565974" y="285934"/>
                </a:lnTo>
                <a:lnTo>
                  <a:pt x="566187" y="285965"/>
                </a:lnTo>
                <a:lnTo>
                  <a:pt x="566398" y="285998"/>
                </a:lnTo>
                <a:lnTo>
                  <a:pt x="566609" y="286032"/>
                </a:lnTo>
                <a:lnTo>
                  <a:pt x="566821" y="286062"/>
                </a:lnTo>
                <a:lnTo>
                  <a:pt x="567026" y="286091"/>
                </a:lnTo>
                <a:lnTo>
                  <a:pt x="567225" y="286119"/>
                </a:lnTo>
                <a:lnTo>
                  <a:pt x="567418" y="286147"/>
                </a:lnTo>
                <a:lnTo>
                  <a:pt x="567604" y="286174"/>
                </a:lnTo>
                <a:lnTo>
                  <a:pt x="567784" y="286201"/>
                </a:lnTo>
                <a:lnTo>
                  <a:pt x="567957" y="286227"/>
                </a:lnTo>
                <a:lnTo>
                  <a:pt x="568123" y="286252"/>
                </a:lnTo>
                <a:lnTo>
                  <a:pt x="568284" y="286277"/>
                </a:lnTo>
                <a:lnTo>
                  <a:pt x="568437" y="286301"/>
                </a:lnTo>
                <a:lnTo>
                  <a:pt x="568585" y="286324"/>
                </a:lnTo>
                <a:lnTo>
                  <a:pt x="568725" y="286347"/>
                </a:lnTo>
                <a:lnTo>
                  <a:pt x="568860" y="286369"/>
                </a:lnTo>
                <a:lnTo>
                  <a:pt x="568988" y="286391"/>
                </a:lnTo>
                <a:lnTo>
                  <a:pt x="569109" y="286412"/>
                </a:lnTo>
                <a:lnTo>
                  <a:pt x="569224" y="286432"/>
                </a:lnTo>
                <a:lnTo>
                  <a:pt x="569333" y="286452"/>
                </a:lnTo>
                <a:lnTo>
                  <a:pt x="569435" y="286471"/>
                </a:lnTo>
                <a:lnTo>
                  <a:pt x="569530" y="286490"/>
                </a:lnTo>
                <a:lnTo>
                  <a:pt x="569619" y="286507"/>
                </a:lnTo>
                <a:lnTo>
                  <a:pt x="569702" y="286525"/>
                </a:lnTo>
                <a:lnTo>
                  <a:pt x="569778" y="286541"/>
                </a:lnTo>
                <a:lnTo>
                  <a:pt x="569848" y="286557"/>
                </a:lnTo>
                <a:lnTo>
                  <a:pt x="569911" y="286572"/>
                </a:lnTo>
                <a:lnTo>
                  <a:pt x="569911" y="272163"/>
                </a:lnTo>
                <a:lnTo>
                  <a:pt x="569809" y="272153"/>
                </a:lnTo>
                <a:lnTo>
                  <a:pt x="569703" y="272144"/>
                </a:lnTo>
                <a:lnTo>
                  <a:pt x="569593" y="272134"/>
                </a:lnTo>
                <a:lnTo>
                  <a:pt x="569479" y="272125"/>
                </a:lnTo>
                <a:lnTo>
                  <a:pt x="569361" y="272116"/>
                </a:lnTo>
                <a:lnTo>
                  <a:pt x="569240" y="272107"/>
                </a:lnTo>
                <a:lnTo>
                  <a:pt x="569114" y="272098"/>
                </a:lnTo>
                <a:lnTo>
                  <a:pt x="568984" y="272090"/>
                </a:lnTo>
                <a:lnTo>
                  <a:pt x="568850" y="272082"/>
                </a:lnTo>
                <a:lnTo>
                  <a:pt x="568713" y="272074"/>
                </a:lnTo>
                <a:lnTo>
                  <a:pt x="568571" y="272066"/>
                </a:lnTo>
                <a:lnTo>
                  <a:pt x="568425" y="272058"/>
                </a:lnTo>
                <a:lnTo>
                  <a:pt x="568276" y="272051"/>
                </a:lnTo>
                <a:lnTo>
                  <a:pt x="568122" y="272044"/>
                </a:lnTo>
                <a:lnTo>
                  <a:pt x="567965" y="272037"/>
                </a:lnTo>
                <a:lnTo>
                  <a:pt x="567803" y="272030"/>
                </a:lnTo>
                <a:lnTo>
                  <a:pt x="567638" y="272023"/>
                </a:lnTo>
                <a:lnTo>
                  <a:pt x="567468" y="272017"/>
                </a:lnTo>
                <a:lnTo>
                  <a:pt x="567295" y="272011"/>
                </a:lnTo>
                <a:lnTo>
                  <a:pt x="567118" y="272005"/>
                </a:lnTo>
                <a:lnTo>
                  <a:pt x="566936" y="271999"/>
                </a:lnTo>
                <a:lnTo>
                  <a:pt x="566751" y="271994"/>
                </a:lnTo>
                <a:lnTo>
                  <a:pt x="566562" y="271988"/>
                </a:lnTo>
                <a:lnTo>
                  <a:pt x="566369" y="271983"/>
                </a:lnTo>
                <a:lnTo>
                  <a:pt x="566175" y="271978"/>
                </a:lnTo>
                <a:lnTo>
                  <a:pt x="565984" y="271974"/>
                </a:lnTo>
                <a:lnTo>
                  <a:pt x="565796" y="271969"/>
                </a:lnTo>
                <a:lnTo>
                  <a:pt x="565610" y="271965"/>
                </a:lnTo>
                <a:lnTo>
                  <a:pt x="565427" y="271961"/>
                </a:lnTo>
                <a:lnTo>
                  <a:pt x="565247" y="271957"/>
                </a:lnTo>
                <a:lnTo>
                  <a:pt x="565069" y="271953"/>
                </a:lnTo>
                <a:lnTo>
                  <a:pt x="564895" y="271950"/>
                </a:lnTo>
                <a:lnTo>
                  <a:pt x="564723" y="271947"/>
                </a:lnTo>
                <a:lnTo>
                  <a:pt x="564553" y="271944"/>
                </a:lnTo>
                <a:lnTo>
                  <a:pt x="564387" y="271941"/>
                </a:lnTo>
                <a:lnTo>
                  <a:pt x="564223" y="271938"/>
                </a:lnTo>
                <a:lnTo>
                  <a:pt x="564061" y="271936"/>
                </a:lnTo>
                <a:lnTo>
                  <a:pt x="563903" y="271934"/>
                </a:lnTo>
                <a:lnTo>
                  <a:pt x="563747" y="271932"/>
                </a:lnTo>
                <a:lnTo>
                  <a:pt x="563594" y="271930"/>
                </a:lnTo>
                <a:lnTo>
                  <a:pt x="563443" y="271928"/>
                </a:lnTo>
                <a:lnTo>
                  <a:pt x="563296" y="271927"/>
                </a:lnTo>
                <a:lnTo>
                  <a:pt x="563151" y="271926"/>
                </a:lnTo>
                <a:lnTo>
                  <a:pt x="563008" y="271925"/>
                </a:lnTo>
                <a:lnTo>
                  <a:pt x="562869" y="271924"/>
                </a:lnTo>
                <a:lnTo>
                  <a:pt x="562732" y="271924"/>
                </a:lnTo>
                <a:lnTo>
                  <a:pt x="562598" y="271923"/>
                </a:lnTo>
                <a:lnTo>
                  <a:pt x="562466" y="271923"/>
                </a:lnTo>
                <a:lnTo>
                  <a:pt x="561779" y="271931"/>
                </a:lnTo>
                <a:lnTo>
                  <a:pt x="561097" y="271953"/>
                </a:lnTo>
                <a:lnTo>
                  <a:pt x="560421" y="271990"/>
                </a:lnTo>
                <a:lnTo>
                  <a:pt x="559751" y="272042"/>
                </a:lnTo>
                <a:lnTo>
                  <a:pt x="559087" y="272108"/>
                </a:lnTo>
                <a:lnTo>
                  <a:pt x="558429" y="272190"/>
                </a:lnTo>
                <a:lnTo>
                  <a:pt x="557776" y="272286"/>
                </a:lnTo>
                <a:lnTo>
                  <a:pt x="557130" y="272397"/>
                </a:lnTo>
                <a:lnTo>
                  <a:pt x="556489" y="272523"/>
                </a:lnTo>
                <a:lnTo>
                  <a:pt x="555854" y="272663"/>
                </a:lnTo>
                <a:lnTo>
                  <a:pt x="555225" y="272819"/>
                </a:lnTo>
                <a:lnTo>
                  <a:pt x="554601" y="272989"/>
                </a:lnTo>
                <a:lnTo>
                  <a:pt x="553984" y="273174"/>
                </a:lnTo>
                <a:lnTo>
                  <a:pt x="553372" y="273374"/>
                </a:lnTo>
                <a:lnTo>
                  <a:pt x="552767" y="273588"/>
                </a:lnTo>
                <a:lnTo>
                  <a:pt x="552167" y="273818"/>
                </a:lnTo>
                <a:lnTo>
                  <a:pt x="551572" y="274062"/>
                </a:lnTo>
                <a:lnTo>
                  <a:pt x="550984" y="274321"/>
                </a:lnTo>
                <a:lnTo>
                  <a:pt x="550402" y="274595"/>
                </a:lnTo>
                <a:lnTo>
                  <a:pt x="549825" y="274883"/>
                </a:lnTo>
                <a:lnTo>
                  <a:pt x="549254" y="275187"/>
                </a:lnTo>
                <a:lnTo>
                  <a:pt x="548689" y="275505"/>
                </a:lnTo>
                <a:lnTo>
                  <a:pt x="548130" y="275838"/>
                </a:lnTo>
                <a:lnTo>
                  <a:pt x="547577" y="276186"/>
                </a:lnTo>
                <a:lnTo>
                  <a:pt x="547034" y="276546"/>
                </a:lnTo>
                <a:lnTo>
                  <a:pt x="546505" y="276914"/>
                </a:lnTo>
                <a:lnTo>
                  <a:pt x="545990" y="277292"/>
                </a:lnTo>
                <a:lnTo>
                  <a:pt x="545489" y="277678"/>
                </a:lnTo>
                <a:lnTo>
                  <a:pt x="545002" y="278074"/>
                </a:lnTo>
                <a:lnTo>
                  <a:pt x="544530" y="278479"/>
                </a:lnTo>
                <a:lnTo>
                  <a:pt x="544072" y="278892"/>
                </a:lnTo>
                <a:lnTo>
                  <a:pt x="543628" y="279315"/>
                </a:lnTo>
                <a:lnTo>
                  <a:pt x="543198" y="279746"/>
                </a:lnTo>
                <a:lnTo>
                  <a:pt x="542782" y="280186"/>
                </a:lnTo>
                <a:lnTo>
                  <a:pt x="542381" y="280636"/>
                </a:lnTo>
                <a:lnTo>
                  <a:pt x="541993" y="281094"/>
                </a:lnTo>
                <a:lnTo>
                  <a:pt x="541620" y="281561"/>
                </a:lnTo>
                <a:lnTo>
                  <a:pt x="541261" y="282037"/>
                </a:lnTo>
                <a:lnTo>
                  <a:pt x="540917" y="282523"/>
                </a:lnTo>
                <a:lnTo>
                  <a:pt x="540586" y="283017"/>
                </a:lnTo>
                <a:lnTo>
                  <a:pt x="540269" y="283520"/>
                </a:lnTo>
                <a:lnTo>
                  <a:pt x="539967" y="284032"/>
                </a:lnTo>
                <a:lnTo>
                  <a:pt x="539679" y="284553"/>
                </a:lnTo>
                <a:lnTo>
                  <a:pt x="539405" y="285083"/>
                </a:lnTo>
                <a:lnTo>
                  <a:pt x="539145" y="285622"/>
                </a:lnTo>
                <a:lnTo>
                  <a:pt x="538900" y="286170"/>
                </a:lnTo>
                <a:lnTo>
                  <a:pt x="538668" y="286727"/>
                </a:lnTo>
                <a:lnTo>
                  <a:pt x="538451" y="287293"/>
                </a:lnTo>
                <a:lnTo>
                  <a:pt x="537491" y="287293"/>
                </a:lnTo>
                <a:lnTo>
                  <a:pt x="537491" y="273364"/>
                </a:lnTo>
                <a:lnTo>
                  <a:pt x="523802" y="273364"/>
                </a:lnTo>
                <a:lnTo>
                  <a:pt x="523802" y="365582"/>
                </a:lnTo>
                <a:lnTo>
                  <a:pt x="537971" y="365582"/>
                </a:lnTo>
                <a:lnTo>
                  <a:pt x="537971" y="307226"/>
                </a:lnTo>
                <a:lnTo>
                  <a:pt x="537976" y="306708"/>
                </a:lnTo>
                <a:lnTo>
                  <a:pt x="537992" y="306194"/>
                </a:lnTo>
                <a:lnTo>
                  <a:pt x="538018" y="305686"/>
                </a:lnTo>
                <a:close/>
                <a:moveTo>
                  <a:pt x="660695" y="315109"/>
                </a:moveTo>
                <a:lnTo>
                  <a:pt x="660654" y="314083"/>
                </a:lnTo>
                <a:lnTo>
                  <a:pt x="660600" y="313071"/>
                </a:lnTo>
                <a:lnTo>
                  <a:pt x="660535" y="312074"/>
                </a:lnTo>
                <a:lnTo>
                  <a:pt x="660458" y="311090"/>
                </a:lnTo>
                <a:lnTo>
                  <a:pt x="660368" y="310121"/>
                </a:lnTo>
                <a:lnTo>
                  <a:pt x="660267" y="309165"/>
                </a:lnTo>
                <a:lnTo>
                  <a:pt x="660155" y="308224"/>
                </a:lnTo>
                <a:lnTo>
                  <a:pt x="660030" y="307298"/>
                </a:lnTo>
                <a:lnTo>
                  <a:pt x="659893" y="306385"/>
                </a:lnTo>
                <a:lnTo>
                  <a:pt x="659745" y="305486"/>
                </a:lnTo>
                <a:lnTo>
                  <a:pt x="659584" y="304602"/>
                </a:lnTo>
                <a:lnTo>
                  <a:pt x="659412" y="303732"/>
                </a:lnTo>
                <a:lnTo>
                  <a:pt x="659228" y="302876"/>
                </a:lnTo>
                <a:lnTo>
                  <a:pt x="659032" y="302034"/>
                </a:lnTo>
                <a:lnTo>
                  <a:pt x="658824" y="301207"/>
                </a:lnTo>
                <a:lnTo>
                  <a:pt x="658604" y="300393"/>
                </a:lnTo>
                <a:lnTo>
                  <a:pt x="658372" y="299594"/>
                </a:lnTo>
                <a:lnTo>
                  <a:pt x="658129" y="298809"/>
                </a:lnTo>
                <a:lnTo>
                  <a:pt x="657873" y="298038"/>
                </a:lnTo>
                <a:lnTo>
                  <a:pt x="657606" y="297281"/>
                </a:lnTo>
                <a:lnTo>
                  <a:pt x="657327" y="296539"/>
                </a:lnTo>
                <a:lnTo>
                  <a:pt x="657037" y="295809"/>
                </a:lnTo>
                <a:lnTo>
                  <a:pt x="656740" y="295092"/>
                </a:lnTo>
                <a:lnTo>
                  <a:pt x="656434" y="294387"/>
                </a:lnTo>
                <a:lnTo>
                  <a:pt x="656121" y="293694"/>
                </a:lnTo>
                <a:lnTo>
                  <a:pt x="655799" y="293013"/>
                </a:lnTo>
                <a:lnTo>
                  <a:pt x="655469" y="292344"/>
                </a:lnTo>
                <a:lnTo>
                  <a:pt x="655131" y="291687"/>
                </a:lnTo>
                <a:lnTo>
                  <a:pt x="654785" y="291042"/>
                </a:lnTo>
                <a:lnTo>
                  <a:pt x="654431" y="290409"/>
                </a:lnTo>
                <a:lnTo>
                  <a:pt x="654068" y="289789"/>
                </a:lnTo>
                <a:lnTo>
                  <a:pt x="653698" y="289180"/>
                </a:lnTo>
                <a:lnTo>
                  <a:pt x="653319" y="288584"/>
                </a:lnTo>
                <a:lnTo>
                  <a:pt x="652932" y="287999"/>
                </a:lnTo>
                <a:lnTo>
                  <a:pt x="652537" y="287427"/>
                </a:lnTo>
                <a:lnTo>
                  <a:pt x="652134" y="286867"/>
                </a:lnTo>
                <a:lnTo>
                  <a:pt x="651723" y="286319"/>
                </a:lnTo>
                <a:lnTo>
                  <a:pt x="651304" y="285783"/>
                </a:lnTo>
                <a:lnTo>
                  <a:pt x="650876" y="285259"/>
                </a:lnTo>
                <a:lnTo>
                  <a:pt x="650441" y="284747"/>
                </a:lnTo>
                <a:lnTo>
                  <a:pt x="649997" y="284248"/>
                </a:lnTo>
                <a:lnTo>
                  <a:pt x="649545" y="283760"/>
                </a:lnTo>
                <a:lnTo>
                  <a:pt x="649085" y="283285"/>
                </a:lnTo>
                <a:lnTo>
                  <a:pt x="648617" y="282821"/>
                </a:lnTo>
                <a:lnTo>
                  <a:pt x="648141" y="282370"/>
                </a:lnTo>
                <a:lnTo>
                  <a:pt x="647658" y="281925"/>
                </a:lnTo>
                <a:lnTo>
                  <a:pt x="647171" y="281490"/>
                </a:lnTo>
                <a:lnTo>
                  <a:pt x="646680" y="281066"/>
                </a:lnTo>
                <a:lnTo>
                  <a:pt x="646185" y="280652"/>
                </a:lnTo>
                <a:lnTo>
                  <a:pt x="645685" y="280249"/>
                </a:lnTo>
                <a:lnTo>
                  <a:pt x="645180" y="279856"/>
                </a:lnTo>
                <a:lnTo>
                  <a:pt x="644671" y="279473"/>
                </a:lnTo>
                <a:lnTo>
                  <a:pt x="644158" y="279101"/>
                </a:lnTo>
                <a:lnTo>
                  <a:pt x="643641" y="278739"/>
                </a:lnTo>
                <a:lnTo>
                  <a:pt x="643119" y="278388"/>
                </a:lnTo>
                <a:lnTo>
                  <a:pt x="642593" y="278047"/>
                </a:lnTo>
                <a:lnTo>
                  <a:pt x="642062" y="277717"/>
                </a:lnTo>
                <a:lnTo>
                  <a:pt x="641527" y="277397"/>
                </a:lnTo>
                <a:lnTo>
                  <a:pt x="640987" y="277087"/>
                </a:lnTo>
                <a:lnTo>
                  <a:pt x="640444" y="276788"/>
                </a:lnTo>
                <a:lnTo>
                  <a:pt x="639896" y="276499"/>
                </a:lnTo>
                <a:lnTo>
                  <a:pt x="639343" y="276221"/>
                </a:lnTo>
                <a:lnTo>
                  <a:pt x="638786" y="275953"/>
                </a:lnTo>
                <a:lnTo>
                  <a:pt x="638225" y="275696"/>
                </a:lnTo>
                <a:lnTo>
                  <a:pt x="637659" y="275449"/>
                </a:lnTo>
                <a:lnTo>
                  <a:pt x="637089" y="275212"/>
                </a:lnTo>
                <a:lnTo>
                  <a:pt x="636515" y="274986"/>
                </a:lnTo>
                <a:lnTo>
                  <a:pt x="635936" y="274770"/>
                </a:lnTo>
                <a:lnTo>
                  <a:pt x="635353" y="274565"/>
                </a:lnTo>
                <a:lnTo>
                  <a:pt x="634767" y="274369"/>
                </a:lnTo>
                <a:lnTo>
                  <a:pt x="634181" y="274181"/>
                </a:lnTo>
                <a:lnTo>
                  <a:pt x="633594" y="274002"/>
                </a:lnTo>
                <a:lnTo>
                  <a:pt x="633006" y="273831"/>
                </a:lnTo>
                <a:lnTo>
                  <a:pt x="632418" y="273668"/>
                </a:lnTo>
                <a:lnTo>
                  <a:pt x="631829" y="273514"/>
                </a:lnTo>
                <a:lnTo>
                  <a:pt x="631240" y="273368"/>
                </a:lnTo>
                <a:lnTo>
                  <a:pt x="630650" y="273231"/>
                </a:lnTo>
                <a:lnTo>
                  <a:pt x="630059" y="273101"/>
                </a:lnTo>
                <a:lnTo>
                  <a:pt x="629468" y="272980"/>
                </a:lnTo>
                <a:lnTo>
                  <a:pt x="628876" y="272868"/>
                </a:lnTo>
                <a:lnTo>
                  <a:pt x="628283" y="272764"/>
                </a:lnTo>
                <a:lnTo>
                  <a:pt x="627690" y="272668"/>
                </a:lnTo>
                <a:lnTo>
                  <a:pt x="627096" y="272580"/>
                </a:lnTo>
                <a:lnTo>
                  <a:pt x="626502" y="272501"/>
                </a:lnTo>
                <a:lnTo>
                  <a:pt x="625907" y="272430"/>
                </a:lnTo>
                <a:lnTo>
                  <a:pt x="625311" y="272368"/>
                </a:lnTo>
                <a:lnTo>
                  <a:pt x="624715" y="272313"/>
                </a:lnTo>
                <a:lnTo>
                  <a:pt x="624118" y="272268"/>
                </a:lnTo>
                <a:lnTo>
                  <a:pt x="623520" y="272230"/>
                </a:lnTo>
                <a:lnTo>
                  <a:pt x="622922" y="272201"/>
                </a:lnTo>
                <a:lnTo>
                  <a:pt x="622323" y="272180"/>
                </a:lnTo>
                <a:lnTo>
                  <a:pt x="621724" y="272167"/>
                </a:lnTo>
                <a:lnTo>
                  <a:pt x="621124" y="272163"/>
                </a:lnTo>
                <a:lnTo>
                  <a:pt x="620088" y="272174"/>
                </a:lnTo>
                <a:lnTo>
                  <a:pt x="619064" y="272206"/>
                </a:lnTo>
                <a:lnTo>
                  <a:pt x="618050" y="272259"/>
                </a:lnTo>
                <a:lnTo>
                  <a:pt x="617048" y="272333"/>
                </a:lnTo>
                <a:lnTo>
                  <a:pt x="616056" y="272429"/>
                </a:lnTo>
                <a:lnTo>
                  <a:pt x="615075" y="272546"/>
                </a:lnTo>
                <a:lnTo>
                  <a:pt x="614105" y="272684"/>
                </a:lnTo>
                <a:lnTo>
                  <a:pt x="613145" y="272844"/>
                </a:lnTo>
                <a:lnTo>
                  <a:pt x="612197" y="273024"/>
                </a:lnTo>
                <a:lnTo>
                  <a:pt x="611259" y="273226"/>
                </a:lnTo>
                <a:lnTo>
                  <a:pt x="610332" y="273450"/>
                </a:lnTo>
                <a:lnTo>
                  <a:pt x="609416" y="273694"/>
                </a:lnTo>
                <a:lnTo>
                  <a:pt x="608511" y="273960"/>
                </a:lnTo>
                <a:lnTo>
                  <a:pt x="607617" y="274247"/>
                </a:lnTo>
                <a:lnTo>
                  <a:pt x="606733" y="274555"/>
                </a:lnTo>
                <a:lnTo>
                  <a:pt x="605861" y="274885"/>
                </a:lnTo>
                <a:lnTo>
                  <a:pt x="604999" y="275236"/>
                </a:lnTo>
                <a:lnTo>
                  <a:pt x="604148" y="275608"/>
                </a:lnTo>
                <a:lnTo>
                  <a:pt x="603308" y="276001"/>
                </a:lnTo>
                <a:lnTo>
                  <a:pt x="602479" y="276416"/>
                </a:lnTo>
                <a:lnTo>
                  <a:pt x="601660" y="276852"/>
                </a:lnTo>
                <a:lnTo>
                  <a:pt x="600852" y="277309"/>
                </a:lnTo>
                <a:lnTo>
                  <a:pt x="600056" y="277787"/>
                </a:lnTo>
                <a:lnTo>
                  <a:pt x="599270" y="278287"/>
                </a:lnTo>
                <a:lnTo>
                  <a:pt x="598501" y="278801"/>
                </a:lnTo>
                <a:lnTo>
                  <a:pt x="597747" y="279331"/>
                </a:lnTo>
                <a:lnTo>
                  <a:pt x="597007" y="279878"/>
                </a:lnTo>
                <a:lnTo>
                  <a:pt x="596281" y="280442"/>
                </a:lnTo>
                <a:lnTo>
                  <a:pt x="595570" y="281022"/>
                </a:lnTo>
                <a:lnTo>
                  <a:pt x="594872" y="281619"/>
                </a:lnTo>
                <a:lnTo>
                  <a:pt x="594189" y="282233"/>
                </a:lnTo>
                <a:lnTo>
                  <a:pt x="593519" y="282863"/>
                </a:lnTo>
                <a:lnTo>
                  <a:pt x="592864" y="283510"/>
                </a:lnTo>
                <a:lnTo>
                  <a:pt x="592224" y="284174"/>
                </a:lnTo>
                <a:lnTo>
                  <a:pt x="591597" y="284855"/>
                </a:lnTo>
                <a:lnTo>
                  <a:pt x="590985" y="285552"/>
                </a:lnTo>
                <a:lnTo>
                  <a:pt x="590386" y="286266"/>
                </a:lnTo>
                <a:lnTo>
                  <a:pt x="589802" y="286996"/>
                </a:lnTo>
                <a:lnTo>
                  <a:pt x="589232" y="287743"/>
                </a:lnTo>
                <a:lnTo>
                  <a:pt x="588676" y="288507"/>
                </a:lnTo>
                <a:lnTo>
                  <a:pt x="588135" y="289287"/>
                </a:lnTo>
                <a:lnTo>
                  <a:pt x="587607" y="290085"/>
                </a:lnTo>
                <a:lnTo>
                  <a:pt x="587094" y="290899"/>
                </a:lnTo>
                <a:lnTo>
                  <a:pt x="586595" y="291729"/>
                </a:lnTo>
                <a:lnTo>
                  <a:pt x="586110" y="292576"/>
                </a:lnTo>
                <a:lnTo>
                  <a:pt x="585640" y="293440"/>
                </a:lnTo>
                <a:lnTo>
                  <a:pt x="585183" y="294321"/>
                </a:lnTo>
                <a:lnTo>
                  <a:pt x="584741" y="295218"/>
                </a:lnTo>
                <a:lnTo>
                  <a:pt x="584319" y="296124"/>
                </a:lnTo>
                <a:lnTo>
                  <a:pt x="583916" y="297042"/>
                </a:lnTo>
                <a:lnTo>
                  <a:pt x="583530" y="297972"/>
                </a:lnTo>
                <a:lnTo>
                  <a:pt x="583163" y="298914"/>
                </a:lnTo>
                <a:lnTo>
                  <a:pt x="582813" y="299867"/>
                </a:lnTo>
                <a:lnTo>
                  <a:pt x="582482" y="300831"/>
                </a:lnTo>
                <a:lnTo>
                  <a:pt x="582168" y="301808"/>
                </a:lnTo>
                <a:lnTo>
                  <a:pt x="581872" y="302796"/>
                </a:lnTo>
                <a:lnTo>
                  <a:pt x="581594" y="303796"/>
                </a:lnTo>
                <a:lnTo>
                  <a:pt x="581334" y="304807"/>
                </a:lnTo>
                <a:lnTo>
                  <a:pt x="581092" y="305830"/>
                </a:lnTo>
                <a:lnTo>
                  <a:pt x="580868" y="306865"/>
                </a:lnTo>
                <a:lnTo>
                  <a:pt x="580662" y="307912"/>
                </a:lnTo>
                <a:lnTo>
                  <a:pt x="580474" y="308970"/>
                </a:lnTo>
                <a:lnTo>
                  <a:pt x="580303" y="310040"/>
                </a:lnTo>
                <a:lnTo>
                  <a:pt x="580151" y="311121"/>
                </a:lnTo>
                <a:lnTo>
                  <a:pt x="580017" y="312215"/>
                </a:lnTo>
                <a:lnTo>
                  <a:pt x="579900" y="313319"/>
                </a:lnTo>
                <a:lnTo>
                  <a:pt x="579801" y="314436"/>
                </a:lnTo>
                <a:lnTo>
                  <a:pt x="579721" y="315564"/>
                </a:lnTo>
                <a:lnTo>
                  <a:pt x="579658" y="316704"/>
                </a:lnTo>
                <a:lnTo>
                  <a:pt x="579613" y="317856"/>
                </a:lnTo>
                <a:lnTo>
                  <a:pt x="579586" y="319019"/>
                </a:lnTo>
                <a:lnTo>
                  <a:pt x="579577" y="320194"/>
                </a:lnTo>
                <a:lnTo>
                  <a:pt x="579586" y="321368"/>
                </a:lnTo>
                <a:lnTo>
                  <a:pt x="579613" y="322531"/>
                </a:lnTo>
                <a:lnTo>
                  <a:pt x="579658" y="323682"/>
                </a:lnTo>
                <a:lnTo>
                  <a:pt x="579721" y="324820"/>
                </a:lnTo>
                <a:lnTo>
                  <a:pt x="579801" y="325946"/>
                </a:lnTo>
                <a:lnTo>
                  <a:pt x="579900" y="327061"/>
                </a:lnTo>
                <a:lnTo>
                  <a:pt x="580017" y="328163"/>
                </a:lnTo>
                <a:lnTo>
                  <a:pt x="580151" y="329253"/>
                </a:lnTo>
                <a:lnTo>
                  <a:pt x="580303" y="330331"/>
                </a:lnTo>
                <a:lnTo>
                  <a:pt x="580474" y="331397"/>
                </a:lnTo>
                <a:lnTo>
                  <a:pt x="580662" y="332450"/>
                </a:lnTo>
                <a:lnTo>
                  <a:pt x="580868" y="333492"/>
                </a:lnTo>
                <a:lnTo>
                  <a:pt x="581092" y="334522"/>
                </a:lnTo>
                <a:lnTo>
                  <a:pt x="581334" y="335539"/>
                </a:lnTo>
                <a:lnTo>
                  <a:pt x="581594" y="336545"/>
                </a:lnTo>
                <a:lnTo>
                  <a:pt x="581872" y="337538"/>
                </a:lnTo>
                <a:lnTo>
                  <a:pt x="582168" y="338519"/>
                </a:lnTo>
                <a:lnTo>
                  <a:pt x="582482" y="339488"/>
                </a:lnTo>
                <a:lnTo>
                  <a:pt x="582813" y="340446"/>
                </a:lnTo>
                <a:lnTo>
                  <a:pt x="583163" y="341390"/>
                </a:lnTo>
                <a:lnTo>
                  <a:pt x="583530" y="342323"/>
                </a:lnTo>
                <a:lnTo>
                  <a:pt x="583916" y="343244"/>
                </a:lnTo>
                <a:lnTo>
                  <a:pt x="584319" y="344153"/>
                </a:lnTo>
                <a:lnTo>
                  <a:pt x="584741" y="345049"/>
                </a:lnTo>
                <a:lnTo>
                  <a:pt x="585183" y="345927"/>
                </a:lnTo>
                <a:lnTo>
                  <a:pt x="585642" y="346788"/>
                </a:lnTo>
                <a:lnTo>
                  <a:pt x="586115" y="347633"/>
                </a:lnTo>
                <a:lnTo>
                  <a:pt x="586603" y="348462"/>
                </a:lnTo>
                <a:lnTo>
                  <a:pt x="587107" y="349274"/>
                </a:lnTo>
                <a:lnTo>
                  <a:pt x="587626" y="350070"/>
                </a:lnTo>
                <a:lnTo>
                  <a:pt x="588160" y="350850"/>
                </a:lnTo>
                <a:lnTo>
                  <a:pt x="588710" y="351614"/>
                </a:lnTo>
                <a:lnTo>
                  <a:pt x="589274" y="352361"/>
                </a:lnTo>
                <a:lnTo>
                  <a:pt x="589854" y="353092"/>
                </a:lnTo>
                <a:lnTo>
                  <a:pt x="590449" y="353807"/>
                </a:lnTo>
                <a:lnTo>
                  <a:pt x="591060" y="354505"/>
                </a:lnTo>
                <a:lnTo>
                  <a:pt x="591685" y="355188"/>
                </a:lnTo>
                <a:lnTo>
                  <a:pt x="592326" y="355854"/>
                </a:lnTo>
                <a:lnTo>
                  <a:pt x="592982" y="356504"/>
                </a:lnTo>
                <a:lnTo>
                  <a:pt x="593653" y="357137"/>
                </a:lnTo>
                <a:lnTo>
                  <a:pt x="594339" y="357754"/>
                </a:lnTo>
                <a:lnTo>
                  <a:pt x="595041" y="358355"/>
                </a:lnTo>
                <a:lnTo>
                  <a:pt x="595758" y="358940"/>
                </a:lnTo>
                <a:lnTo>
                  <a:pt x="596490" y="359509"/>
                </a:lnTo>
                <a:lnTo>
                  <a:pt x="597237" y="360061"/>
                </a:lnTo>
                <a:lnTo>
                  <a:pt x="597999" y="360597"/>
                </a:lnTo>
                <a:lnTo>
                  <a:pt x="598777" y="361117"/>
                </a:lnTo>
                <a:lnTo>
                  <a:pt x="599570" y="361620"/>
                </a:lnTo>
                <a:lnTo>
                  <a:pt x="600382" y="362100"/>
                </a:lnTo>
                <a:lnTo>
                  <a:pt x="601206" y="362560"/>
                </a:lnTo>
                <a:lnTo>
                  <a:pt x="602044" y="362999"/>
                </a:lnTo>
                <a:lnTo>
                  <a:pt x="602894" y="363418"/>
                </a:lnTo>
                <a:lnTo>
                  <a:pt x="603756" y="363816"/>
                </a:lnTo>
                <a:lnTo>
                  <a:pt x="604632" y="364194"/>
                </a:lnTo>
                <a:lnTo>
                  <a:pt x="605520" y="364552"/>
                </a:lnTo>
                <a:lnTo>
                  <a:pt x="606421" y="364889"/>
                </a:lnTo>
                <a:lnTo>
                  <a:pt x="607335" y="365205"/>
                </a:lnTo>
                <a:lnTo>
                  <a:pt x="608261" y="365502"/>
                </a:lnTo>
                <a:lnTo>
                  <a:pt x="609200" y="365777"/>
                </a:lnTo>
                <a:lnTo>
                  <a:pt x="610152" y="366033"/>
                </a:lnTo>
                <a:lnTo>
                  <a:pt x="611116" y="366268"/>
                </a:lnTo>
                <a:lnTo>
                  <a:pt x="612093" y="366482"/>
                </a:lnTo>
                <a:lnTo>
                  <a:pt x="613083" y="366676"/>
                </a:lnTo>
                <a:lnTo>
                  <a:pt x="614086" y="366850"/>
                </a:lnTo>
                <a:lnTo>
                  <a:pt x="615101" y="367003"/>
                </a:lnTo>
                <a:lnTo>
                  <a:pt x="616129" y="367136"/>
                </a:lnTo>
                <a:lnTo>
                  <a:pt x="617170" y="367248"/>
                </a:lnTo>
                <a:lnTo>
                  <a:pt x="618223" y="367340"/>
                </a:lnTo>
                <a:lnTo>
                  <a:pt x="619290" y="367412"/>
                </a:lnTo>
                <a:lnTo>
                  <a:pt x="620369" y="367463"/>
                </a:lnTo>
                <a:lnTo>
                  <a:pt x="621460" y="367493"/>
                </a:lnTo>
                <a:lnTo>
                  <a:pt x="622565" y="367504"/>
                </a:lnTo>
                <a:lnTo>
                  <a:pt x="623342" y="367499"/>
                </a:lnTo>
                <a:lnTo>
                  <a:pt x="624113" y="367484"/>
                </a:lnTo>
                <a:lnTo>
                  <a:pt x="624877" y="367459"/>
                </a:lnTo>
                <a:lnTo>
                  <a:pt x="625635" y="367424"/>
                </a:lnTo>
                <a:lnTo>
                  <a:pt x="626386" y="367379"/>
                </a:lnTo>
                <a:lnTo>
                  <a:pt x="627131" y="367324"/>
                </a:lnTo>
                <a:lnTo>
                  <a:pt x="627870" y="367259"/>
                </a:lnTo>
                <a:lnTo>
                  <a:pt x="628602" y="367184"/>
                </a:lnTo>
                <a:lnTo>
                  <a:pt x="629327" y="367098"/>
                </a:lnTo>
                <a:lnTo>
                  <a:pt x="630046" y="367003"/>
                </a:lnTo>
                <a:lnTo>
                  <a:pt x="630759" y="366898"/>
                </a:lnTo>
                <a:lnTo>
                  <a:pt x="631465" y="366783"/>
                </a:lnTo>
                <a:lnTo>
                  <a:pt x="632165" y="366658"/>
                </a:lnTo>
                <a:lnTo>
                  <a:pt x="632858" y="366523"/>
                </a:lnTo>
                <a:lnTo>
                  <a:pt x="633545" y="366378"/>
                </a:lnTo>
                <a:lnTo>
                  <a:pt x="634225" y="366223"/>
                </a:lnTo>
                <a:lnTo>
                  <a:pt x="634899" y="366058"/>
                </a:lnTo>
                <a:lnTo>
                  <a:pt x="635567" y="365883"/>
                </a:lnTo>
                <a:lnTo>
                  <a:pt x="636227" y="365698"/>
                </a:lnTo>
                <a:lnTo>
                  <a:pt x="636882" y="365502"/>
                </a:lnTo>
                <a:lnTo>
                  <a:pt x="637530" y="365297"/>
                </a:lnTo>
                <a:lnTo>
                  <a:pt x="638172" y="365082"/>
                </a:lnTo>
                <a:lnTo>
                  <a:pt x="638807" y="364857"/>
                </a:lnTo>
                <a:lnTo>
                  <a:pt x="639435" y="364622"/>
                </a:lnTo>
                <a:lnTo>
                  <a:pt x="640056" y="364373"/>
                </a:lnTo>
                <a:lnTo>
                  <a:pt x="640669" y="364116"/>
                </a:lnTo>
                <a:lnTo>
                  <a:pt x="641274" y="363851"/>
                </a:lnTo>
                <a:lnTo>
                  <a:pt x="641870" y="363578"/>
                </a:lnTo>
                <a:lnTo>
                  <a:pt x="642458" y="363297"/>
                </a:lnTo>
                <a:lnTo>
                  <a:pt x="643038" y="363008"/>
                </a:lnTo>
                <a:lnTo>
                  <a:pt x="643609" y="362712"/>
                </a:lnTo>
                <a:lnTo>
                  <a:pt x="644172" y="362407"/>
                </a:lnTo>
                <a:lnTo>
                  <a:pt x="644726" y="362095"/>
                </a:lnTo>
                <a:lnTo>
                  <a:pt x="645272" y="361774"/>
                </a:lnTo>
                <a:lnTo>
                  <a:pt x="645810" y="361446"/>
                </a:lnTo>
                <a:lnTo>
                  <a:pt x="646340" y="361110"/>
                </a:lnTo>
                <a:lnTo>
                  <a:pt x="646861" y="360765"/>
                </a:lnTo>
                <a:lnTo>
                  <a:pt x="647374" y="360413"/>
                </a:lnTo>
                <a:lnTo>
                  <a:pt x="647878" y="360053"/>
                </a:lnTo>
                <a:lnTo>
                  <a:pt x="648374" y="359685"/>
                </a:lnTo>
                <a:lnTo>
                  <a:pt x="648862" y="359310"/>
                </a:lnTo>
                <a:lnTo>
                  <a:pt x="649341" y="358926"/>
                </a:lnTo>
                <a:lnTo>
                  <a:pt x="649813" y="358534"/>
                </a:lnTo>
                <a:lnTo>
                  <a:pt x="650275" y="358134"/>
                </a:lnTo>
                <a:lnTo>
                  <a:pt x="650730" y="357727"/>
                </a:lnTo>
                <a:lnTo>
                  <a:pt x="651176" y="357311"/>
                </a:lnTo>
                <a:lnTo>
                  <a:pt x="651614" y="356888"/>
                </a:lnTo>
                <a:lnTo>
                  <a:pt x="652043" y="356457"/>
                </a:lnTo>
                <a:lnTo>
                  <a:pt x="652463" y="356014"/>
                </a:lnTo>
                <a:lnTo>
                  <a:pt x="652873" y="355564"/>
                </a:lnTo>
                <a:lnTo>
                  <a:pt x="653273" y="355110"/>
                </a:lnTo>
                <a:lnTo>
                  <a:pt x="653663" y="354649"/>
                </a:lnTo>
                <a:lnTo>
                  <a:pt x="654042" y="354182"/>
                </a:lnTo>
                <a:lnTo>
                  <a:pt x="654411" y="353710"/>
                </a:lnTo>
                <a:lnTo>
                  <a:pt x="654770" y="353232"/>
                </a:lnTo>
                <a:lnTo>
                  <a:pt x="655118" y="352748"/>
                </a:lnTo>
                <a:lnTo>
                  <a:pt x="655457" y="352258"/>
                </a:lnTo>
                <a:lnTo>
                  <a:pt x="655785" y="351762"/>
                </a:lnTo>
                <a:lnTo>
                  <a:pt x="656103" y="351260"/>
                </a:lnTo>
                <a:lnTo>
                  <a:pt x="656411" y="350753"/>
                </a:lnTo>
                <a:lnTo>
                  <a:pt x="656709" y="350240"/>
                </a:lnTo>
                <a:lnTo>
                  <a:pt x="656996" y="349721"/>
                </a:lnTo>
                <a:lnTo>
                  <a:pt x="657273" y="349196"/>
                </a:lnTo>
                <a:lnTo>
                  <a:pt x="657540" y="348665"/>
                </a:lnTo>
                <a:lnTo>
                  <a:pt x="657797" y="348129"/>
                </a:lnTo>
                <a:lnTo>
                  <a:pt x="658043" y="347586"/>
                </a:lnTo>
                <a:lnTo>
                  <a:pt x="658280" y="347038"/>
                </a:lnTo>
                <a:lnTo>
                  <a:pt x="658506" y="346484"/>
                </a:lnTo>
                <a:lnTo>
                  <a:pt x="658722" y="345924"/>
                </a:lnTo>
                <a:lnTo>
                  <a:pt x="658927" y="345358"/>
                </a:lnTo>
                <a:lnTo>
                  <a:pt x="659123" y="344786"/>
                </a:lnTo>
                <a:lnTo>
                  <a:pt x="659308" y="344209"/>
                </a:lnTo>
                <a:lnTo>
                  <a:pt x="645619" y="340367"/>
                </a:lnTo>
                <a:lnTo>
                  <a:pt x="645466" y="340764"/>
                </a:lnTo>
                <a:lnTo>
                  <a:pt x="645309" y="341156"/>
                </a:lnTo>
                <a:lnTo>
                  <a:pt x="645145" y="341543"/>
                </a:lnTo>
                <a:lnTo>
                  <a:pt x="644977" y="341924"/>
                </a:lnTo>
                <a:lnTo>
                  <a:pt x="644804" y="342300"/>
                </a:lnTo>
                <a:lnTo>
                  <a:pt x="644625" y="342670"/>
                </a:lnTo>
                <a:lnTo>
                  <a:pt x="644441" y="343036"/>
                </a:lnTo>
                <a:lnTo>
                  <a:pt x="644252" y="343395"/>
                </a:lnTo>
                <a:lnTo>
                  <a:pt x="644057" y="343749"/>
                </a:lnTo>
                <a:lnTo>
                  <a:pt x="643858" y="344098"/>
                </a:lnTo>
                <a:lnTo>
                  <a:pt x="643653" y="344441"/>
                </a:lnTo>
                <a:lnTo>
                  <a:pt x="643443" y="344779"/>
                </a:lnTo>
                <a:lnTo>
                  <a:pt x="643228" y="345112"/>
                </a:lnTo>
                <a:lnTo>
                  <a:pt x="643007" y="345439"/>
                </a:lnTo>
                <a:lnTo>
                  <a:pt x="642781" y="345761"/>
                </a:lnTo>
                <a:lnTo>
                  <a:pt x="642551" y="346077"/>
                </a:lnTo>
                <a:lnTo>
                  <a:pt x="642314" y="346388"/>
                </a:lnTo>
                <a:lnTo>
                  <a:pt x="642073" y="346693"/>
                </a:lnTo>
                <a:lnTo>
                  <a:pt x="641827" y="346993"/>
                </a:lnTo>
                <a:lnTo>
                  <a:pt x="641575" y="347288"/>
                </a:lnTo>
                <a:lnTo>
                  <a:pt x="641318" y="347577"/>
                </a:lnTo>
                <a:lnTo>
                  <a:pt x="641056" y="347860"/>
                </a:lnTo>
                <a:lnTo>
                  <a:pt x="640788" y="348139"/>
                </a:lnTo>
                <a:lnTo>
                  <a:pt x="640516" y="348412"/>
                </a:lnTo>
                <a:lnTo>
                  <a:pt x="640238" y="348674"/>
                </a:lnTo>
                <a:lnTo>
                  <a:pt x="639957" y="348931"/>
                </a:lnTo>
                <a:lnTo>
                  <a:pt x="639671" y="349183"/>
                </a:lnTo>
                <a:lnTo>
                  <a:pt x="639380" y="349429"/>
                </a:lnTo>
                <a:lnTo>
                  <a:pt x="639085" y="349670"/>
                </a:lnTo>
                <a:lnTo>
                  <a:pt x="638786" y="349905"/>
                </a:lnTo>
                <a:lnTo>
                  <a:pt x="638482" y="350135"/>
                </a:lnTo>
                <a:lnTo>
                  <a:pt x="638174" y="350360"/>
                </a:lnTo>
                <a:lnTo>
                  <a:pt x="637862" y="350579"/>
                </a:lnTo>
                <a:lnTo>
                  <a:pt x="637545" y="350792"/>
                </a:lnTo>
                <a:lnTo>
                  <a:pt x="637224" y="351001"/>
                </a:lnTo>
                <a:lnTo>
                  <a:pt x="636899" y="351203"/>
                </a:lnTo>
                <a:lnTo>
                  <a:pt x="636569" y="351401"/>
                </a:lnTo>
                <a:lnTo>
                  <a:pt x="636234" y="351593"/>
                </a:lnTo>
                <a:lnTo>
                  <a:pt x="635896" y="351779"/>
                </a:lnTo>
                <a:lnTo>
                  <a:pt x="635553" y="351961"/>
                </a:lnTo>
                <a:lnTo>
                  <a:pt x="635205" y="352136"/>
                </a:lnTo>
                <a:lnTo>
                  <a:pt x="634854" y="352307"/>
                </a:lnTo>
                <a:lnTo>
                  <a:pt x="634497" y="352471"/>
                </a:lnTo>
                <a:lnTo>
                  <a:pt x="634137" y="352631"/>
                </a:lnTo>
                <a:lnTo>
                  <a:pt x="633772" y="352785"/>
                </a:lnTo>
                <a:lnTo>
                  <a:pt x="633403" y="352934"/>
                </a:lnTo>
                <a:lnTo>
                  <a:pt x="633029" y="353077"/>
                </a:lnTo>
                <a:lnTo>
                  <a:pt x="632651" y="353215"/>
                </a:lnTo>
                <a:lnTo>
                  <a:pt x="632274" y="353342"/>
                </a:lnTo>
                <a:lnTo>
                  <a:pt x="631893" y="353464"/>
                </a:lnTo>
                <a:lnTo>
                  <a:pt x="631508" y="353581"/>
                </a:lnTo>
                <a:lnTo>
                  <a:pt x="631120" y="353692"/>
                </a:lnTo>
                <a:lnTo>
                  <a:pt x="630728" y="353797"/>
                </a:lnTo>
                <a:lnTo>
                  <a:pt x="630332" y="353898"/>
                </a:lnTo>
                <a:lnTo>
                  <a:pt x="629932" y="353992"/>
                </a:lnTo>
                <a:lnTo>
                  <a:pt x="629529" y="354082"/>
                </a:lnTo>
                <a:lnTo>
                  <a:pt x="629122" y="354166"/>
                </a:lnTo>
                <a:lnTo>
                  <a:pt x="628711" y="354244"/>
                </a:lnTo>
                <a:lnTo>
                  <a:pt x="628296" y="354318"/>
                </a:lnTo>
                <a:lnTo>
                  <a:pt x="627878" y="354385"/>
                </a:lnTo>
                <a:lnTo>
                  <a:pt x="627456" y="354448"/>
                </a:lnTo>
                <a:lnTo>
                  <a:pt x="627030" y="354505"/>
                </a:lnTo>
                <a:lnTo>
                  <a:pt x="626600" y="354556"/>
                </a:lnTo>
                <a:lnTo>
                  <a:pt x="626167" y="354602"/>
                </a:lnTo>
                <a:lnTo>
                  <a:pt x="625730" y="354643"/>
                </a:lnTo>
                <a:lnTo>
                  <a:pt x="625289" y="354678"/>
                </a:lnTo>
                <a:lnTo>
                  <a:pt x="624844" y="354708"/>
                </a:lnTo>
                <a:lnTo>
                  <a:pt x="624396" y="354732"/>
                </a:lnTo>
                <a:lnTo>
                  <a:pt x="623944" y="354751"/>
                </a:lnTo>
                <a:lnTo>
                  <a:pt x="623488" y="354765"/>
                </a:lnTo>
                <a:lnTo>
                  <a:pt x="623028" y="354773"/>
                </a:lnTo>
                <a:lnTo>
                  <a:pt x="622565" y="354776"/>
                </a:lnTo>
                <a:lnTo>
                  <a:pt x="621853" y="354769"/>
                </a:lnTo>
                <a:lnTo>
                  <a:pt x="621148" y="354750"/>
                </a:lnTo>
                <a:lnTo>
                  <a:pt x="620451" y="354717"/>
                </a:lnTo>
                <a:lnTo>
                  <a:pt x="619761" y="354672"/>
                </a:lnTo>
                <a:lnTo>
                  <a:pt x="619079" y="354614"/>
                </a:lnTo>
                <a:lnTo>
                  <a:pt x="618403" y="354543"/>
                </a:lnTo>
                <a:lnTo>
                  <a:pt x="617735" y="354459"/>
                </a:lnTo>
                <a:lnTo>
                  <a:pt x="617074" y="354362"/>
                </a:lnTo>
                <a:lnTo>
                  <a:pt x="616421" y="354252"/>
                </a:lnTo>
                <a:lnTo>
                  <a:pt x="615775" y="354129"/>
                </a:lnTo>
                <a:lnTo>
                  <a:pt x="615136" y="353994"/>
                </a:lnTo>
                <a:lnTo>
                  <a:pt x="614504" y="353845"/>
                </a:lnTo>
                <a:lnTo>
                  <a:pt x="613880" y="353683"/>
                </a:lnTo>
                <a:lnTo>
                  <a:pt x="613263" y="353509"/>
                </a:lnTo>
                <a:lnTo>
                  <a:pt x="612654" y="353322"/>
                </a:lnTo>
                <a:lnTo>
                  <a:pt x="612051" y="353121"/>
                </a:lnTo>
                <a:lnTo>
                  <a:pt x="611456" y="352908"/>
                </a:lnTo>
                <a:lnTo>
                  <a:pt x="610868" y="352682"/>
                </a:lnTo>
                <a:lnTo>
                  <a:pt x="610288" y="352443"/>
                </a:lnTo>
                <a:lnTo>
                  <a:pt x="609715" y="352191"/>
                </a:lnTo>
                <a:lnTo>
                  <a:pt x="609149" y="351926"/>
                </a:lnTo>
                <a:lnTo>
                  <a:pt x="608590" y="351648"/>
                </a:lnTo>
                <a:lnTo>
                  <a:pt x="608039" y="351357"/>
                </a:lnTo>
                <a:lnTo>
                  <a:pt x="607495" y="351053"/>
                </a:lnTo>
                <a:lnTo>
                  <a:pt x="606960" y="350732"/>
                </a:lnTo>
                <a:lnTo>
                  <a:pt x="606434" y="350399"/>
                </a:lnTo>
                <a:lnTo>
                  <a:pt x="605918" y="350054"/>
                </a:lnTo>
                <a:lnTo>
                  <a:pt x="605412" y="349697"/>
                </a:lnTo>
                <a:lnTo>
                  <a:pt x="604916" y="349329"/>
                </a:lnTo>
                <a:lnTo>
                  <a:pt x="604429" y="348948"/>
                </a:lnTo>
                <a:lnTo>
                  <a:pt x="603953" y="348556"/>
                </a:lnTo>
                <a:lnTo>
                  <a:pt x="603486" y="348151"/>
                </a:lnTo>
                <a:lnTo>
                  <a:pt x="603029" y="347735"/>
                </a:lnTo>
                <a:lnTo>
                  <a:pt x="602581" y="347307"/>
                </a:lnTo>
                <a:lnTo>
                  <a:pt x="602144" y="346867"/>
                </a:lnTo>
                <a:lnTo>
                  <a:pt x="601716" y="346415"/>
                </a:lnTo>
                <a:lnTo>
                  <a:pt x="601298" y="345952"/>
                </a:lnTo>
                <a:lnTo>
                  <a:pt x="600890" y="345476"/>
                </a:lnTo>
                <a:lnTo>
                  <a:pt x="600492" y="344989"/>
                </a:lnTo>
                <a:lnTo>
                  <a:pt x="600104" y="344489"/>
                </a:lnTo>
                <a:lnTo>
                  <a:pt x="599725" y="343978"/>
                </a:lnTo>
                <a:lnTo>
                  <a:pt x="599356" y="343455"/>
                </a:lnTo>
                <a:lnTo>
                  <a:pt x="598997" y="342920"/>
                </a:lnTo>
                <a:lnTo>
                  <a:pt x="598648" y="342373"/>
                </a:lnTo>
                <a:lnTo>
                  <a:pt x="598308" y="341814"/>
                </a:lnTo>
                <a:lnTo>
                  <a:pt x="597979" y="341243"/>
                </a:lnTo>
                <a:lnTo>
                  <a:pt x="597659" y="340661"/>
                </a:lnTo>
                <a:lnTo>
                  <a:pt x="597349" y="340066"/>
                </a:lnTo>
                <a:lnTo>
                  <a:pt x="597055" y="339455"/>
                </a:lnTo>
                <a:lnTo>
                  <a:pt x="596773" y="338833"/>
                </a:lnTo>
                <a:lnTo>
                  <a:pt x="596504" y="338200"/>
                </a:lnTo>
                <a:lnTo>
                  <a:pt x="596248" y="337556"/>
                </a:lnTo>
                <a:lnTo>
                  <a:pt x="596004" y="336901"/>
                </a:lnTo>
                <a:lnTo>
                  <a:pt x="595773" y="336235"/>
                </a:lnTo>
                <a:lnTo>
                  <a:pt x="595554" y="335558"/>
                </a:lnTo>
                <a:lnTo>
                  <a:pt x="595347" y="334870"/>
                </a:lnTo>
                <a:lnTo>
                  <a:pt x="595153" y="334170"/>
                </a:lnTo>
                <a:lnTo>
                  <a:pt x="594972" y="333460"/>
                </a:lnTo>
                <a:lnTo>
                  <a:pt x="594803" y="332739"/>
                </a:lnTo>
                <a:lnTo>
                  <a:pt x="594647" y="332006"/>
                </a:lnTo>
                <a:lnTo>
                  <a:pt x="594503" y="331263"/>
                </a:lnTo>
                <a:lnTo>
                  <a:pt x="594372" y="330508"/>
                </a:lnTo>
                <a:lnTo>
                  <a:pt x="594253" y="329743"/>
                </a:lnTo>
                <a:lnTo>
                  <a:pt x="594147" y="328966"/>
                </a:lnTo>
                <a:lnTo>
                  <a:pt x="594053" y="328178"/>
                </a:lnTo>
                <a:lnTo>
                  <a:pt x="593971" y="327380"/>
                </a:lnTo>
                <a:lnTo>
                  <a:pt x="593903" y="326570"/>
                </a:lnTo>
                <a:lnTo>
                  <a:pt x="593846" y="325749"/>
                </a:lnTo>
                <a:lnTo>
                  <a:pt x="593803" y="324917"/>
                </a:lnTo>
                <a:lnTo>
                  <a:pt x="593779" y="324276"/>
                </a:lnTo>
                <a:lnTo>
                  <a:pt x="660749" y="324276"/>
                </a:lnTo>
                <a:lnTo>
                  <a:pt x="660749" y="318273"/>
                </a:lnTo>
                <a:lnTo>
                  <a:pt x="660743" y="317204"/>
                </a:lnTo>
                <a:lnTo>
                  <a:pt x="660725" y="316150"/>
                </a:lnTo>
                <a:lnTo>
                  <a:pt x="660695" y="315109"/>
                </a:lnTo>
                <a:close/>
                <a:moveTo>
                  <a:pt x="594113" y="309213"/>
                </a:moveTo>
                <a:lnTo>
                  <a:pt x="594211" y="308606"/>
                </a:lnTo>
                <a:lnTo>
                  <a:pt x="594320" y="308003"/>
                </a:lnTo>
                <a:lnTo>
                  <a:pt x="594440" y="307402"/>
                </a:lnTo>
                <a:lnTo>
                  <a:pt x="594572" y="306805"/>
                </a:lnTo>
                <a:lnTo>
                  <a:pt x="594715" y="306212"/>
                </a:lnTo>
                <a:lnTo>
                  <a:pt x="594870" y="305621"/>
                </a:lnTo>
                <a:lnTo>
                  <a:pt x="595036" y="305034"/>
                </a:lnTo>
                <a:lnTo>
                  <a:pt x="595214" y="304450"/>
                </a:lnTo>
                <a:lnTo>
                  <a:pt x="595403" y="303870"/>
                </a:lnTo>
                <a:lnTo>
                  <a:pt x="595604" y="303293"/>
                </a:lnTo>
                <a:lnTo>
                  <a:pt x="595816" y="302719"/>
                </a:lnTo>
                <a:lnTo>
                  <a:pt x="596039" y="302149"/>
                </a:lnTo>
                <a:lnTo>
                  <a:pt x="596274" y="301582"/>
                </a:lnTo>
                <a:lnTo>
                  <a:pt x="596521" y="301018"/>
                </a:lnTo>
                <a:lnTo>
                  <a:pt x="596779" y="300458"/>
                </a:lnTo>
                <a:lnTo>
                  <a:pt x="597048" y="299901"/>
                </a:lnTo>
                <a:lnTo>
                  <a:pt x="597328" y="299350"/>
                </a:lnTo>
                <a:lnTo>
                  <a:pt x="597618" y="298808"/>
                </a:lnTo>
                <a:lnTo>
                  <a:pt x="597918" y="298274"/>
                </a:lnTo>
                <a:lnTo>
                  <a:pt x="598227" y="297750"/>
                </a:lnTo>
                <a:lnTo>
                  <a:pt x="598547" y="297234"/>
                </a:lnTo>
                <a:lnTo>
                  <a:pt x="598876" y="296726"/>
                </a:lnTo>
                <a:lnTo>
                  <a:pt x="599215" y="296228"/>
                </a:lnTo>
                <a:lnTo>
                  <a:pt x="599563" y="295738"/>
                </a:lnTo>
                <a:lnTo>
                  <a:pt x="599922" y="295257"/>
                </a:lnTo>
                <a:lnTo>
                  <a:pt x="600290" y="294785"/>
                </a:lnTo>
                <a:lnTo>
                  <a:pt x="600668" y="294322"/>
                </a:lnTo>
                <a:lnTo>
                  <a:pt x="601056" y="293867"/>
                </a:lnTo>
                <a:lnTo>
                  <a:pt x="601454" y="293421"/>
                </a:lnTo>
                <a:lnTo>
                  <a:pt x="601861" y="292984"/>
                </a:lnTo>
                <a:lnTo>
                  <a:pt x="602278" y="292556"/>
                </a:lnTo>
                <a:lnTo>
                  <a:pt x="602705" y="292136"/>
                </a:lnTo>
                <a:lnTo>
                  <a:pt x="603142" y="291725"/>
                </a:lnTo>
                <a:lnTo>
                  <a:pt x="603589" y="291323"/>
                </a:lnTo>
                <a:lnTo>
                  <a:pt x="604045" y="290930"/>
                </a:lnTo>
                <a:lnTo>
                  <a:pt x="604511" y="290545"/>
                </a:lnTo>
                <a:lnTo>
                  <a:pt x="604987" y="290169"/>
                </a:lnTo>
                <a:lnTo>
                  <a:pt x="605473" y="289802"/>
                </a:lnTo>
                <a:lnTo>
                  <a:pt x="605969" y="289444"/>
                </a:lnTo>
                <a:lnTo>
                  <a:pt x="606474" y="289094"/>
                </a:lnTo>
                <a:lnTo>
                  <a:pt x="606994" y="288751"/>
                </a:lnTo>
                <a:lnTo>
                  <a:pt x="607521" y="288423"/>
                </a:lnTo>
                <a:lnTo>
                  <a:pt x="608056" y="288109"/>
                </a:lnTo>
                <a:lnTo>
                  <a:pt x="608599" y="287810"/>
                </a:lnTo>
                <a:lnTo>
                  <a:pt x="609150" y="287525"/>
                </a:lnTo>
                <a:lnTo>
                  <a:pt x="609709" y="287255"/>
                </a:lnTo>
                <a:lnTo>
                  <a:pt x="610276" y="287000"/>
                </a:lnTo>
                <a:lnTo>
                  <a:pt x="610850" y="286759"/>
                </a:lnTo>
                <a:lnTo>
                  <a:pt x="611433" y="286533"/>
                </a:lnTo>
                <a:lnTo>
                  <a:pt x="612024" y="286321"/>
                </a:lnTo>
                <a:lnTo>
                  <a:pt x="612622" y="286124"/>
                </a:lnTo>
                <a:lnTo>
                  <a:pt x="613229" y="285942"/>
                </a:lnTo>
                <a:lnTo>
                  <a:pt x="613843" y="285774"/>
                </a:lnTo>
                <a:lnTo>
                  <a:pt x="614465" y="285621"/>
                </a:lnTo>
                <a:lnTo>
                  <a:pt x="615095" y="285482"/>
                </a:lnTo>
                <a:lnTo>
                  <a:pt x="615734" y="285358"/>
                </a:lnTo>
                <a:lnTo>
                  <a:pt x="616380" y="285249"/>
                </a:lnTo>
                <a:lnTo>
                  <a:pt x="617034" y="285154"/>
                </a:lnTo>
                <a:lnTo>
                  <a:pt x="617695" y="285074"/>
                </a:lnTo>
                <a:lnTo>
                  <a:pt x="618365" y="285008"/>
                </a:lnTo>
                <a:lnTo>
                  <a:pt x="619043" y="284957"/>
                </a:lnTo>
                <a:lnTo>
                  <a:pt x="619729" y="284921"/>
                </a:lnTo>
                <a:lnTo>
                  <a:pt x="620422" y="284899"/>
                </a:lnTo>
                <a:lnTo>
                  <a:pt x="621124" y="284891"/>
                </a:lnTo>
                <a:lnTo>
                  <a:pt x="621761" y="284897"/>
                </a:lnTo>
                <a:lnTo>
                  <a:pt x="622390" y="284916"/>
                </a:lnTo>
                <a:lnTo>
                  <a:pt x="623013" y="284947"/>
                </a:lnTo>
                <a:lnTo>
                  <a:pt x="623629" y="284990"/>
                </a:lnTo>
                <a:lnTo>
                  <a:pt x="624237" y="285045"/>
                </a:lnTo>
                <a:lnTo>
                  <a:pt x="624839" y="285113"/>
                </a:lnTo>
                <a:lnTo>
                  <a:pt x="625433" y="285193"/>
                </a:lnTo>
                <a:lnTo>
                  <a:pt x="626020" y="285285"/>
                </a:lnTo>
                <a:lnTo>
                  <a:pt x="626600" y="285389"/>
                </a:lnTo>
                <a:lnTo>
                  <a:pt x="627173" y="285506"/>
                </a:lnTo>
                <a:lnTo>
                  <a:pt x="627739" y="285635"/>
                </a:lnTo>
                <a:lnTo>
                  <a:pt x="628298" y="285777"/>
                </a:lnTo>
                <a:lnTo>
                  <a:pt x="628850" y="285931"/>
                </a:lnTo>
                <a:lnTo>
                  <a:pt x="629395" y="286097"/>
                </a:lnTo>
                <a:lnTo>
                  <a:pt x="629932" y="286275"/>
                </a:lnTo>
                <a:lnTo>
                  <a:pt x="630463" y="286466"/>
                </a:lnTo>
                <a:lnTo>
                  <a:pt x="630986" y="286669"/>
                </a:lnTo>
                <a:lnTo>
                  <a:pt x="631503" y="286884"/>
                </a:lnTo>
                <a:lnTo>
                  <a:pt x="632012" y="287111"/>
                </a:lnTo>
                <a:lnTo>
                  <a:pt x="632514" y="287351"/>
                </a:lnTo>
                <a:lnTo>
                  <a:pt x="633009" y="287603"/>
                </a:lnTo>
                <a:lnTo>
                  <a:pt x="633497" y="287868"/>
                </a:lnTo>
                <a:lnTo>
                  <a:pt x="633978" y="288145"/>
                </a:lnTo>
                <a:lnTo>
                  <a:pt x="634452" y="288434"/>
                </a:lnTo>
                <a:lnTo>
                  <a:pt x="634923" y="288733"/>
                </a:lnTo>
                <a:lnTo>
                  <a:pt x="635384" y="289042"/>
                </a:lnTo>
                <a:lnTo>
                  <a:pt x="635837" y="289359"/>
                </a:lnTo>
                <a:lnTo>
                  <a:pt x="636280" y="289686"/>
                </a:lnTo>
                <a:lnTo>
                  <a:pt x="636714" y="290022"/>
                </a:lnTo>
                <a:lnTo>
                  <a:pt x="637139" y="290366"/>
                </a:lnTo>
                <a:lnTo>
                  <a:pt x="637554" y="290720"/>
                </a:lnTo>
                <a:lnTo>
                  <a:pt x="637961" y="291082"/>
                </a:lnTo>
                <a:lnTo>
                  <a:pt x="638358" y="291453"/>
                </a:lnTo>
                <a:lnTo>
                  <a:pt x="638746" y="291834"/>
                </a:lnTo>
                <a:lnTo>
                  <a:pt x="639125" y="292223"/>
                </a:lnTo>
                <a:lnTo>
                  <a:pt x="639495" y="292621"/>
                </a:lnTo>
                <a:lnTo>
                  <a:pt x="639856" y="293028"/>
                </a:lnTo>
                <a:lnTo>
                  <a:pt x="640207" y="293445"/>
                </a:lnTo>
                <a:lnTo>
                  <a:pt x="640550" y="293870"/>
                </a:lnTo>
                <a:lnTo>
                  <a:pt x="640883" y="294304"/>
                </a:lnTo>
                <a:lnTo>
                  <a:pt x="641207" y="294747"/>
                </a:lnTo>
                <a:lnTo>
                  <a:pt x="641522" y="295199"/>
                </a:lnTo>
                <a:lnTo>
                  <a:pt x="641827" y="295660"/>
                </a:lnTo>
                <a:lnTo>
                  <a:pt x="642124" y="296130"/>
                </a:lnTo>
                <a:lnTo>
                  <a:pt x="642411" y="296609"/>
                </a:lnTo>
                <a:lnTo>
                  <a:pt x="642689" y="297097"/>
                </a:lnTo>
                <a:lnTo>
                  <a:pt x="642958" y="297594"/>
                </a:lnTo>
                <a:lnTo>
                  <a:pt x="643218" y="298100"/>
                </a:lnTo>
                <a:lnTo>
                  <a:pt x="643472" y="298613"/>
                </a:lnTo>
                <a:lnTo>
                  <a:pt x="643716" y="299132"/>
                </a:lnTo>
                <a:lnTo>
                  <a:pt x="643949" y="299657"/>
                </a:lnTo>
                <a:lnTo>
                  <a:pt x="644172" y="300188"/>
                </a:lnTo>
                <a:lnTo>
                  <a:pt x="644383" y="300724"/>
                </a:lnTo>
                <a:lnTo>
                  <a:pt x="644584" y="301267"/>
                </a:lnTo>
                <a:lnTo>
                  <a:pt x="644773" y="301815"/>
                </a:lnTo>
                <a:lnTo>
                  <a:pt x="644952" y="302369"/>
                </a:lnTo>
                <a:lnTo>
                  <a:pt x="645120" y="302929"/>
                </a:lnTo>
                <a:lnTo>
                  <a:pt x="645277" y="303495"/>
                </a:lnTo>
                <a:lnTo>
                  <a:pt x="645424" y="304066"/>
                </a:lnTo>
                <a:lnTo>
                  <a:pt x="645559" y="304644"/>
                </a:lnTo>
                <a:lnTo>
                  <a:pt x="645684" y="305227"/>
                </a:lnTo>
                <a:lnTo>
                  <a:pt x="645798" y="305816"/>
                </a:lnTo>
                <a:lnTo>
                  <a:pt x="645901" y="306411"/>
                </a:lnTo>
                <a:lnTo>
                  <a:pt x="645993" y="307012"/>
                </a:lnTo>
                <a:lnTo>
                  <a:pt x="646074" y="307619"/>
                </a:lnTo>
                <a:lnTo>
                  <a:pt x="646144" y="308231"/>
                </a:lnTo>
                <a:lnTo>
                  <a:pt x="646204" y="308849"/>
                </a:lnTo>
                <a:lnTo>
                  <a:pt x="646253" y="309474"/>
                </a:lnTo>
                <a:lnTo>
                  <a:pt x="646291" y="310104"/>
                </a:lnTo>
                <a:lnTo>
                  <a:pt x="646318" y="310739"/>
                </a:lnTo>
                <a:lnTo>
                  <a:pt x="646334" y="311381"/>
                </a:lnTo>
                <a:lnTo>
                  <a:pt x="646340" y="312029"/>
                </a:lnTo>
                <a:lnTo>
                  <a:pt x="593815" y="312029"/>
                </a:lnTo>
                <a:lnTo>
                  <a:pt x="593838" y="311675"/>
                </a:lnTo>
                <a:lnTo>
                  <a:pt x="593890" y="311055"/>
                </a:lnTo>
                <a:lnTo>
                  <a:pt x="593953" y="310438"/>
                </a:lnTo>
                <a:lnTo>
                  <a:pt x="594027" y="309824"/>
                </a:lnTo>
                <a:lnTo>
                  <a:pt x="594113" y="309213"/>
                </a:lnTo>
                <a:close/>
                <a:moveTo>
                  <a:pt x="746050" y="290081"/>
                </a:moveTo>
                <a:lnTo>
                  <a:pt x="745688" y="289334"/>
                </a:lnTo>
                <a:lnTo>
                  <a:pt x="745309" y="288600"/>
                </a:lnTo>
                <a:lnTo>
                  <a:pt x="744915" y="287880"/>
                </a:lnTo>
                <a:lnTo>
                  <a:pt x="744506" y="287173"/>
                </a:lnTo>
                <a:lnTo>
                  <a:pt x="744080" y="286479"/>
                </a:lnTo>
                <a:lnTo>
                  <a:pt x="743638" y="285799"/>
                </a:lnTo>
                <a:lnTo>
                  <a:pt x="743181" y="285132"/>
                </a:lnTo>
                <a:lnTo>
                  <a:pt x="742708" y="284478"/>
                </a:lnTo>
                <a:lnTo>
                  <a:pt x="742219" y="283837"/>
                </a:lnTo>
                <a:lnTo>
                  <a:pt x="741714" y="283210"/>
                </a:lnTo>
                <a:lnTo>
                  <a:pt x="741193" y="282597"/>
                </a:lnTo>
                <a:lnTo>
                  <a:pt x="740656" y="281996"/>
                </a:lnTo>
                <a:lnTo>
                  <a:pt x="740104" y="281409"/>
                </a:lnTo>
                <a:lnTo>
                  <a:pt x="739536" y="280835"/>
                </a:lnTo>
                <a:lnTo>
                  <a:pt x="738952" y="280275"/>
                </a:lnTo>
                <a:lnTo>
                  <a:pt x="738352" y="279728"/>
                </a:lnTo>
                <a:lnTo>
                  <a:pt x="737736" y="279194"/>
                </a:lnTo>
                <a:lnTo>
                  <a:pt x="737104" y="278674"/>
                </a:lnTo>
                <a:lnTo>
                  <a:pt x="736457" y="278167"/>
                </a:lnTo>
                <a:lnTo>
                  <a:pt x="735796" y="277677"/>
                </a:lnTo>
                <a:lnTo>
                  <a:pt x="735115" y="277208"/>
                </a:lnTo>
                <a:lnTo>
                  <a:pt x="734414" y="276760"/>
                </a:lnTo>
                <a:lnTo>
                  <a:pt x="733692" y="276333"/>
                </a:lnTo>
                <a:lnTo>
                  <a:pt x="732949" y="275926"/>
                </a:lnTo>
                <a:lnTo>
                  <a:pt x="732187" y="275540"/>
                </a:lnTo>
                <a:lnTo>
                  <a:pt x="731403" y="275176"/>
                </a:lnTo>
                <a:lnTo>
                  <a:pt x="730600" y="274832"/>
                </a:lnTo>
                <a:lnTo>
                  <a:pt x="729776" y="274509"/>
                </a:lnTo>
                <a:lnTo>
                  <a:pt x="728931" y="274206"/>
                </a:lnTo>
                <a:lnTo>
                  <a:pt x="728066" y="273925"/>
                </a:lnTo>
                <a:lnTo>
                  <a:pt x="727181" y="273664"/>
                </a:lnTo>
                <a:lnTo>
                  <a:pt x="726275" y="273425"/>
                </a:lnTo>
                <a:lnTo>
                  <a:pt x="725349" y="273206"/>
                </a:lnTo>
                <a:lnTo>
                  <a:pt x="724402" y="273008"/>
                </a:lnTo>
                <a:lnTo>
                  <a:pt x="723435" y="272830"/>
                </a:lnTo>
                <a:lnTo>
                  <a:pt x="722448" y="272674"/>
                </a:lnTo>
                <a:lnTo>
                  <a:pt x="721440" y="272539"/>
                </a:lnTo>
                <a:lnTo>
                  <a:pt x="720411" y="272424"/>
                </a:lnTo>
                <a:lnTo>
                  <a:pt x="719363" y="272330"/>
                </a:lnTo>
                <a:lnTo>
                  <a:pt x="718293" y="272257"/>
                </a:lnTo>
                <a:lnTo>
                  <a:pt x="717204" y="272205"/>
                </a:lnTo>
                <a:lnTo>
                  <a:pt x="716094" y="272174"/>
                </a:lnTo>
                <a:lnTo>
                  <a:pt x="714963" y="272163"/>
                </a:lnTo>
                <a:lnTo>
                  <a:pt x="714156" y="272169"/>
                </a:lnTo>
                <a:lnTo>
                  <a:pt x="713356" y="272187"/>
                </a:lnTo>
                <a:lnTo>
                  <a:pt x="712563" y="272217"/>
                </a:lnTo>
                <a:lnTo>
                  <a:pt x="711778" y="272258"/>
                </a:lnTo>
                <a:lnTo>
                  <a:pt x="710999" y="272312"/>
                </a:lnTo>
                <a:lnTo>
                  <a:pt x="710228" y="272377"/>
                </a:lnTo>
                <a:lnTo>
                  <a:pt x="709463" y="272454"/>
                </a:lnTo>
                <a:lnTo>
                  <a:pt x="708706" y="272544"/>
                </a:lnTo>
                <a:lnTo>
                  <a:pt x="707956" y="272645"/>
                </a:lnTo>
                <a:lnTo>
                  <a:pt x="707212" y="272757"/>
                </a:lnTo>
                <a:lnTo>
                  <a:pt x="706476" y="272882"/>
                </a:lnTo>
                <a:lnTo>
                  <a:pt x="705747" y="273019"/>
                </a:lnTo>
                <a:lnTo>
                  <a:pt x="705025" y="273167"/>
                </a:lnTo>
                <a:lnTo>
                  <a:pt x="704310" y="273328"/>
                </a:lnTo>
                <a:lnTo>
                  <a:pt x="703603" y="273500"/>
                </a:lnTo>
                <a:lnTo>
                  <a:pt x="702902" y="273684"/>
                </a:lnTo>
                <a:lnTo>
                  <a:pt x="702209" y="273880"/>
                </a:lnTo>
                <a:lnTo>
                  <a:pt x="701522" y="274088"/>
                </a:lnTo>
                <a:lnTo>
                  <a:pt x="700843" y="274308"/>
                </a:lnTo>
                <a:lnTo>
                  <a:pt x="700170" y="274540"/>
                </a:lnTo>
                <a:lnTo>
                  <a:pt x="699505" y="274783"/>
                </a:lnTo>
                <a:lnTo>
                  <a:pt x="698847" y="275039"/>
                </a:lnTo>
                <a:lnTo>
                  <a:pt x="698196" y="275306"/>
                </a:lnTo>
                <a:lnTo>
                  <a:pt x="697552" y="275585"/>
                </a:lnTo>
                <a:lnTo>
                  <a:pt x="696922" y="275875"/>
                </a:lnTo>
                <a:lnTo>
                  <a:pt x="696303" y="276174"/>
                </a:lnTo>
                <a:lnTo>
                  <a:pt x="695696" y="276481"/>
                </a:lnTo>
                <a:lnTo>
                  <a:pt x="695099" y="276798"/>
                </a:lnTo>
                <a:lnTo>
                  <a:pt x="694513" y="277123"/>
                </a:lnTo>
                <a:lnTo>
                  <a:pt x="693939" y="277458"/>
                </a:lnTo>
                <a:lnTo>
                  <a:pt x="693375" y="277801"/>
                </a:lnTo>
                <a:lnTo>
                  <a:pt x="692822" y="278154"/>
                </a:lnTo>
                <a:lnTo>
                  <a:pt x="692281" y="278515"/>
                </a:lnTo>
                <a:lnTo>
                  <a:pt x="691751" y="278885"/>
                </a:lnTo>
                <a:lnTo>
                  <a:pt x="691231" y="279265"/>
                </a:lnTo>
                <a:lnTo>
                  <a:pt x="690723" y="279653"/>
                </a:lnTo>
                <a:lnTo>
                  <a:pt x="690225" y="280050"/>
                </a:lnTo>
                <a:lnTo>
                  <a:pt x="689739" y="280456"/>
                </a:lnTo>
                <a:lnTo>
                  <a:pt x="689264" y="280872"/>
                </a:lnTo>
                <a:lnTo>
                  <a:pt x="688800" y="281296"/>
                </a:lnTo>
                <a:lnTo>
                  <a:pt x="688347" y="281729"/>
                </a:lnTo>
                <a:lnTo>
                  <a:pt x="687905" y="282171"/>
                </a:lnTo>
                <a:lnTo>
                  <a:pt x="687474" y="282622"/>
                </a:lnTo>
                <a:lnTo>
                  <a:pt x="687054" y="283082"/>
                </a:lnTo>
                <a:lnTo>
                  <a:pt x="686645" y="283551"/>
                </a:lnTo>
                <a:lnTo>
                  <a:pt x="686247" y="284029"/>
                </a:lnTo>
                <a:lnTo>
                  <a:pt x="685860" y="284516"/>
                </a:lnTo>
                <a:lnTo>
                  <a:pt x="685484" y="285011"/>
                </a:lnTo>
                <a:lnTo>
                  <a:pt x="685127" y="285515"/>
                </a:lnTo>
                <a:lnTo>
                  <a:pt x="684784" y="286025"/>
                </a:lnTo>
                <a:lnTo>
                  <a:pt x="684457" y="286541"/>
                </a:lnTo>
                <a:lnTo>
                  <a:pt x="684145" y="287063"/>
                </a:lnTo>
                <a:lnTo>
                  <a:pt x="683848" y="287591"/>
                </a:lnTo>
                <a:lnTo>
                  <a:pt x="683567" y="288126"/>
                </a:lnTo>
                <a:lnTo>
                  <a:pt x="683301" y="288667"/>
                </a:lnTo>
                <a:lnTo>
                  <a:pt x="683050" y="289214"/>
                </a:lnTo>
                <a:lnTo>
                  <a:pt x="682814" y="289768"/>
                </a:lnTo>
                <a:lnTo>
                  <a:pt x="682593" y="290327"/>
                </a:lnTo>
                <a:lnTo>
                  <a:pt x="682388" y="290893"/>
                </a:lnTo>
                <a:lnTo>
                  <a:pt x="682197" y="291466"/>
                </a:lnTo>
                <a:lnTo>
                  <a:pt x="682022" y="292044"/>
                </a:lnTo>
                <a:lnTo>
                  <a:pt x="681863" y="292629"/>
                </a:lnTo>
                <a:lnTo>
                  <a:pt x="681718" y="293220"/>
                </a:lnTo>
                <a:lnTo>
                  <a:pt x="681589" y="293817"/>
                </a:lnTo>
                <a:lnTo>
                  <a:pt x="681474" y="294421"/>
                </a:lnTo>
                <a:lnTo>
                  <a:pt x="681376" y="295030"/>
                </a:lnTo>
                <a:lnTo>
                  <a:pt x="681292" y="295646"/>
                </a:lnTo>
                <a:lnTo>
                  <a:pt x="681223" y="296269"/>
                </a:lnTo>
                <a:lnTo>
                  <a:pt x="681170" y="296897"/>
                </a:lnTo>
                <a:lnTo>
                  <a:pt x="681132" y="297532"/>
                </a:lnTo>
                <a:lnTo>
                  <a:pt x="681109" y="298173"/>
                </a:lnTo>
                <a:lnTo>
                  <a:pt x="681102" y="298820"/>
                </a:lnTo>
                <a:lnTo>
                  <a:pt x="681112" y="299610"/>
                </a:lnTo>
                <a:lnTo>
                  <a:pt x="681142" y="300389"/>
                </a:lnTo>
                <a:lnTo>
                  <a:pt x="681194" y="301157"/>
                </a:lnTo>
                <a:lnTo>
                  <a:pt x="681265" y="301914"/>
                </a:lnTo>
                <a:lnTo>
                  <a:pt x="681357" y="302660"/>
                </a:lnTo>
                <a:lnTo>
                  <a:pt x="681469" y="303394"/>
                </a:lnTo>
                <a:lnTo>
                  <a:pt x="681602" y="304118"/>
                </a:lnTo>
                <a:lnTo>
                  <a:pt x="681755" y="304831"/>
                </a:lnTo>
                <a:lnTo>
                  <a:pt x="681929" y="305532"/>
                </a:lnTo>
                <a:lnTo>
                  <a:pt x="682123" y="306223"/>
                </a:lnTo>
                <a:lnTo>
                  <a:pt x="682338" y="306902"/>
                </a:lnTo>
                <a:lnTo>
                  <a:pt x="682573" y="307571"/>
                </a:lnTo>
                <a:lnTo>
                  <a:pt x="682828" y="308228"/>
                </a:lnTo>
                <a:lnTo>
                  <a:pt x="683104" y="308874"/>
                </a:lnTo>
                <a:lnTo>
                  <a:pt x="683400" y="309510"/>
                </a:lnTo>
                <a:lnTo>
                  <a:pt x="683717" y="310134"/>
                </a:lnTo>
                <a:lnTo>
                  <a:pt x="684054" y="310747"/>
                </a:lnTo>
                <a:lnTo>
                  <a:pt x="684411" y="311349"/>
                </a:lnTo>
                <a:lnTo>
                  <a:pt x="684789" y="311940"/>
                </a:lnTo>
                <a:lnTo>
                  <a:pt x="685188" y="312521"/>
                </a:lnTo>
                <a:lnTo>
                  <a:pt x="685606" y="313090"/>
                </a:lnTo>
                <a:lnTo>
                  <a:pt x="686046" y="313648"/>
                </a:lnTo>
                <a:lnTo>
                  <a:pt x="686505" y="314194"/>
                </a:lnTo>
                <a:lnTo>
                  <a:pt x="686985" y="314730"/>
                </a:lnTo>
                <a:lnTo>
                  <a:pt x="687492" y="315250"/>
                </a:lnTo>
                <a:lnTo>
                  <a:pt x="688023" y="315758"/>
                </a:lnTo>
                <a:lnTo>
                  <a:pt x="688576" y="316255"/>
                </a:lnTo>
                <a:lnTo>
                  <a:pt x="689153" y="316740"/>
                </a:lnTo>
                <a:lnTo>
                  <a:pt x="689754" y="317214"/>
                </a:lnTo>
                <a:lnTo>
                  <a:pt x="690378" y="317676"/>
                </a:lnTo>
                <a:lnTo>
                  <a:pt x="691025" y="318127"/>
                </a:lnTo>
                <a:lnTo>
                  <a:pt x="691695" y="318566"/>
                </a:lnTo>
                <a:lnTo>
                  <a:pt x="692389" y="318994"/>
                </a:lnTo>
                <a:lnTo>
                  <a:pt x="693106" y="319410"/>
                </a:lnTo>
                <a:lnTo>
                  <a:pt x="693846" y="319815"/>
                </a:lnTo>
                <a:lnTo>
                  <a:pt x="694610" y="320209"/>
                </a:lnTo>
                <a:lnTo>
                  <a:pt x="695397" y="320591"/>
                </a:lnTo>
                <a:lnTo>
                  <a:pt x="696208" y="320961"/>
                </a:lnTo>
                <a:lnTo>
                  <a:pt x="697042" y="321320"/>
                </a:lnTo>
                <a:lnTo>
                  <a:pt x="697899" y="321668"/>
                </a:lnTo>
                <a:lnTo>
                  <a:pt x="698780" y="322004"/>
                </a:lnTo>
                <a:lnTo>
                  <a:pt x="699683" y="322329"/>
                </a:lnTo>
                <a:lnTo>
                  <a:pt x="700611" y="322642"/>
                </a:lnTo>
                <a:lnTo>
                  <a:pt x="701561" y="322944"/>
                </a:lnTo>
                <a:lnTo>
                  <a:pt x="702535" y="323234"/>
                </a:lnTo>
                <a:lnTo>
                  <a:pt x="703533" y="323513"/>
                </a:lnTo>
                <a:lnTo>
                  <a:pt x="704553" y="323780"/>
                </a:lnTo>
                <a:lnTo>
                  <a:pt x="705597" y="324036"/>
                </a:lnTo>
                <a:lnTo>
                  <a:pt x="720967" y="327638"/>
                </a:lnTo>
                <a:lnTo>
                  <a:pt x="721541" y="327776"/>
                </a:lnTo>
                <a:lnTo>
                  <a:pt x="722103" y="327920"/>
                </a:lnTo>
                <a:lnTo>
                  <a:pt x="722652" y="328070"/>
                </a:lnTo>
                <a:lnTo>
                  <a:pt x="723188" y="328225"/>
                </a:lnTo>
                <a:lnTo>
                  <a:pt x="723712" y="328387"/>
                </a:lnTo>
                <a:lnTo>
                  <a:pt x="724224" y="328554"/>
                </a:lnTo>
                <a:lnTo>
                  <a:pt x="724723" y="328727"/>
                </a:lnTo>
                <a:lnTo>
                  <a:pt x="725210" y="328906"/>
                </a:lnTo>
                <a:lnTo>
                  <a:pt x="725684" y="329091"/>
                </a:lnTo>
                <a:lnTo>
                  <a:pt x="726145" y="329281"/>
                </a:lnTo>
                <a:lnTo>
                  <a:pt x="726594" y="329478"/>
                </a:lnTo>
                <a:lnTo>
                  <a:pt x="727031" y="329680"/>
                </a:lnTo>
                <a:lnTo>
                  <a:pt x="727455" y="329888"/>
                </a:lnTo>
                <a:lnTo>
                  <a:pt x="727866" y="330102"/>
                </a:lnTo>
                <a:lnTo>
                  <a:pt x="728265" y="330321"/>
                </a:lnTo>
                <a:lnTo>
                  <a:pt x="728652" y="330547"/>
                </a:lnTo>
                <a:lnTo>
                  <a:pt x="729026" y="330778"/>
                </a:lnTo>
                <a:lnTo>
                  <a:pt x="729387" y="331016"/>
                </a:lnTo>
                <a:lnTo>
                  <a:pt x="729736" y="331259"/>
                </a:lnTo>
                <a:lnTo>
                  <a:pt x="730073" y="331508"/>
                </a:lnTo>
                <a:lnTo>
                  <a:pt x="730397" y="331762"/>
                </a:lnTo>
                <a:lnTo>
                  <a:pt x="730708" y="332023"/>
                </a:lnTo>
                <a:lnTo>
                  <a:pt x="731007" y="332289"/>
                </a:lnTo>
                <a:lnTo>
                  <a:pt x="731293" y="332562"/>
                </a:lnTo>
                <a:lnTo>
                  <a:pt x="731568" y="332834"/>
                </a:lnTo>
                <a:lnTo>
                  <a:pt x="731830" y="333113"/>
                </a:lnTo>
                <a:lnTo>
                  <a:pt x="732081" y="333396"/>
                </a:lnTo>
                <a:lnTo>
                  <a:pt x="732321" y="333686"/>
                </a:lnTo>
                <a:lnTo>
                  <a:pt x="732548" y="333980"/>
                </a:lnTo>
                <a:lnTo>
                  <a:pt x="732764" y="334280"/>
                </a:lnTo>
                <a:lnTo>
                  <a:pt x="732969" y="334586"/>
                </a:lnTo>
                <a:lnTo>
                  <a:pt x="733161" y="334896"/>
                </a:lnTo>
                <a:lnTo>
                  <a:pt x="733342" y="335213"/>
                </a:lnTo>
                <a:lnTo>
                  <a:pt x="733512" y="335534"/>
                </a:lnTo>
                <a:lnTo>
                  <a:pt x="733669" y="335861"/>
                </a:lnTo>
                <a:lnTo>
                  <a:pt x="733815" y="336194"/>
                </a:lnTo>
                <a:lnTo>
                  <a:pt x="733949" y="336532"/>
                </a:lnTo>
                <a:lnTo>
                  <a:pt x="734072" y="336875"/>
                </a:lnTo>
                <a:lnTo>
                  <a:pt x="734183" y="337224"/>
                </a:lnTo>
                <a:lnTo>
                  <a:pt x="734282" y="337578"/>
                </a:lnTo>
                <a:lnTo>
                  <a:pt x="734370" y="337938"/>
                </a:lnTo>
                <a:lnTo>
                  <a:pt x="734445" y="338303"/>
                </a:lnTo>
                <a:lnTo>
                  <a:pt x="734510" y="338673"/>
                </a:lnTo>
                <a:lnTo>
                  <a:pt x="734562" y="339049"/>
                </a:lnTo>
                <a:lnTo>
                  <a:pt x="734603" y="339430"/>
                </a:lnTo>
                <a:lnTo>
                  <a:pt x="734632" y="339817"/>
                </a:lnTo>
                <a:lnTo>
                  <a:pt x="734650" y="340209"/>
                </a:lnTo>
                <a:lnTo>
                  <a:pt x="734656" y="340607"/>
                </a:lnTo>
                <a:lnTo>
                  <a:pt x="734645" y="341099"/>
                </a:lnTo>
                <a:lnTo>
                  <a:pt x="734615" y="341586"/>
                </a:lnTo>
                <a:lnTo>
                  <a:pt x="734564" y="342066"/>
                </a:lnTo>
                <a:lnTo>
                  <a:pt x="734492" y="342541"/>
                </a:lnTo>
                <a:lnTo>
                  <a:pt x="734400" y="343010"/>
                </a:lnTo>
                <a:lnTo>
                  <a:pt x="734288" y="343473"/>
                </a:lnTo>
                <a:lnTo>
                  <a:pt x="734155" y="343931"/>
                </a:lnTo>
                <a:lnTo>
                  <a:pt x="734002" y="344382"/>
                </a:lnTo>
                <a:lnTo>
                  <a:pt x="733828" y="344828"/>
                </a:lnTo>
                <a:lnTo>
                  <a:pt x="733634" y="345268"/>
                </a:lnTo>
                <a:lnTo>
                  <a:pt x="733420" y="345702"/>
                </a:lnTo>
                <a:lnTo>
                  <a:pt x="733185" y="346130"/>
                </a:lnTo>
                <a:lnTo>
                  <a:pt x="732929" y="346553"/>
                </a:lnTo>
                <a:lnTo>
                  <a:pt x="732654" y="346969"/>
                </a:lnTo>
                <a:lnTo>
                  <a:pt x="732357" y="347380"/>
                </a:lnTo>
                <a:lnTo>
                  <a:pt x="732041" y="347785"/>
                </a:lnTo>
                <a:lnTo>
                  <a:pt x="731704" y="348184"/>
                </a:lnTo>
                <a:lnTo>
                  <a:pt x="731346" y="348577"/>
                </a:lnTo>
                <a:lnTo>
                  <a:pt x="730968" y="348964"/>
                </a:lnTo>
                <a:lnTo>
                  <a:pt x="730570" y="349346"/>
                </a:lnTo>
                <a:lnTo>
                  <a:pt x="730151" y="349721"/>
                </a:lnTo>
                <a:lnTo>
                  <a:pt x="729712" y="350091"/>
                </a:lnTo>
                <a:lnTo>
                  <a:pt x="729252" y="350455"/>
                </a:lnTo>
                <a:lnTo>
                  <a:pt x="728772" y="350813"/>
                </a:lnTo>
                <a:lnTo>
                  <a:pt x="728279" y="351156"/>
                </a:lnTo>
                <a:lnTo>
                  <a:pt x="727773" y="351484"/>
                </a:lnTo>
                <a:lnTo>
                  <a:pt x="727252" y="351798"/>
                </a:lnTo>
                <a:lnTo>
                  <a:pt x="726717" y="352097"/>
                </a:lnTo>
                <a:lnTo>
                  <a:pt x="726168" y="352382"/>
                </a:lnTo>
                <a:lnTo>
                  <a:pt x="725605" y="352652"/>
                </a:lnTo>
                <a:lnTo>
                  <a:pt x="725027" y="352907"/>
                </a:lnTo>
                <a:lnTo>
                  <a:pt x="724436" y="353148"/>
                </a:lnTo>
                <a:lnTo>
                  <a:pt x="723830" y="353374"/>
                </a:lnTo>
                <a:lnTo>
                  <a:pt x="723210" y="353586"/>
                </a:lnTo>
                <a:lnTo>
                  <a:pt x="722576" y="353783"/>
                </a:lnTo>
                <a:lnTo>
                  <a:pt x="721928" y="353965"/>
                </a:lnTo>
                <a:lnTo>
                  <a:pt x="721265" y="354133"/>
                </a:lnTo>
                <a:lnTo>
                  <a:pt x="720588" y="354286"/>
                </a:lnTo>
                <a:lnTo>
                  <a:pt x="719897" y="354425"/>
                </a:lnTo>
                <a:lnTo>
                  <a:pt x="719192" y="354549"/>
                </a:lnTo>
                <a:lnTo>
                  <a:pt x="718473" y="354658"/>
                </a:lnTo>
                <a:lnTo>
                  <a:pt x="717740" y="354753"/>
                </a:lnTo>
                <a:lnTo>
                  <a:pt x="716992" y="354833"/>
                </a:lnTo>
                <a:lnTo>
                  <a:pt x="716231" y="354899"/>
                </a:lnTo>
                <a:lnTo>
                  <a:pt x="715455" y="354950"/>
                </a:lnTo>
                <a:lnTo>
                  <a:pt x="714665" y="354987"/>
                </a:lnTo>
                <a:lnTo>
                  <a:pt x="713860" y="355009"/>
                </a:lnTo>
                <a:lnTo>
                  <a:pt x="713042" y="355016"/>
                </a:lnTo>
                <a:lnTo>
                  <a:pt x="712322" y="355009"/>
                </a:lnTo>
                <a:lnTo>
                  <a:pt x="711614" y="354990"/>
                </a:lnTo>
                <a:lnTo>
                  <a:pt x="710917" y="354958"/>
                </a:lnTo>
                <a:lnTo>
                  <a:pt x="710232" y="354912"/>
                </a:lnTo>
                <a:lnTo>
                  <a:pt x="709558" y="354854"/>
                </a:lnTo>
                <a:lnTo>
                  <a:pt x="708896" y="354783"/>
                </a:lnTo>
                <a:lnTo>
                  <a:pt x="708245" y="354699"/>
                </a:lnTo>
                <a:lnTo>
                  <a:pt x="707605" y="354602"/>
                </a:lnTo>
                <a:lnTo>
                  <a:pt x="706977" y="354492"/>
                </a:lnTo>
                <a:lnTo>
                  <a:pt x="706361" y="354370"/>
                </a:lnTo>
                <a:lnTo>
                  <a:pt x="705755" y="354234"/>
                </a:lnTo>
                <a:lnTo>
                  <a:pt x="705162" y="354085"/>
                </a:lnTo>
                <a:lnTo>
                  <a:pt x="704580" y="353924"/>
                </a:lnTo>
                <a:lnTo>
                  <a:pt x="704009" y="353749"/>
                </a:lnTo>
                <a:lnTo>
                  <a:pt x="703450" y="353562"/>
                </a:lnTo>
                <a:lnTo>
                  <a:pt x="702902" y="353361"/>
                </a:lnTo>
                <a:lnTo>
                  <a:pt x="702366" y="353148"/>
                </a:lnTo>
                <a:lnTo>
                  <a:pt x="701841" y="352922"/>
                </a:lnTo>
                <a:lnTo>
                  <a:pt x="701328" y="352683"/>
                </a:lnTo>
                <a:lnTo>
                  <a:pt x="700826" y="352431"/>
                </a:lnTo>
                <a:lnTo>
                  <a:pt x="700335" y="352166"/>
                </a:lnTo>
                <a:lnTo>
                  <a:pt x="699856" y="351888"/>
                </a:lnTo>
                <a:lnTo>
                  <a:pt x="699389" y="351597"/>
                </a:lnTo>
                <a:lnTo>
                  <a:pt x="698933" y="351293"/>
                </a:lnTo>
                <a:lnTo>
                  <a:pt x="698494" y="350977"/>
                </a:lnTo>
                <a:lnTo>
                  <a:pt x="698066" y="350647"/>
                </a:lnTo>
                <a:lnTo>
                  <a:pt x="697651" y="350305"/>
                </a:lnTo>
                <a:lnTo>
                  <a:pt x="697247" y="349949"/>
                </a:lnTo>
                <a:lnTo>
                  <a:pt x="696855" y="349581"/>
                </a:lnTo>
                <a:lnTo>
                  <a:pt x="696475" y="349200"/>
                </a:lnTo>
                <a:lnTo>
                  <a:pt x="696107" y="348805"/>
                </a:lnTo>
                <a:lnTo>
                  <a:pt x="695751" y="348398"/>
                </a:lnTo>
                <a:lnTo>
                  <a:pt x="695407" y="347978"/>
                </a:lnTo>
                <a:lnTo>
                  <a:pt x="695074" y="347545"/>
                </a:lnTo>
                <a:lnTo>
                  <a:pt x="694754" y="347099"/>
                </a:lnTo>
                <a:lnTo>
                  <a:pt x="694445" y="346641"/>
                </a:lnTo>
                <a:lnTo>
                  <a:pt x="694148" y="346169"/>
                </a:lnTo>
                <a:lnTo>
                  <a:pt x="693863" y="345684"/>
                </a:lnTo>
                <a:lnTo>
                  <a:pt x="693590" y="345186"/>
                </a:lnTo>
                <a:lnTo>
                  <a:pt x="693329" y="344676"/>
                </a:lnTo>
                <a:lnTo>
                  <a:pt x="693080" y="344152"/>
                </a:lnTo>
                <a:lnTo>
                  <a:pt x="692843" y="343616"/>
                </a:lnTo>
                <a:lnTo>
                  <a:pt x="692617" y="343067"/>
                </a:lnTo>
                <a:lnTo>
                  <a:pt x="692404" y="342505"/>
                </a:lnTo>
                <a:lnTo>
                  <a:pt x="692202" y="341929"/>
                </a:lnTo>
                <a:lnTo>
                  <a:pt x="692012" y="341341"/>
                </a:lnTo>
                <a:lnTo>
                  <a:pt x="691834" y="340740"/>
                </a:lnTo>
                <a:lnTo>
                  <a:pt x="691668" y="340126"/>
                </a:lnTo>
                <a:lnTo>
                  <a:pt x="678220" y="343488"/>
                </a:lnTo>
                <a:lnTo>
                  <a:pt x="678437" y="344459"/>
                </a:lnTo>
                <a:lnTo>
                  <a:pt x="678677" y="345411"/>
                </a:lnTo>
                <a:lnTo>
                  <a:pt x="678941" y="346342"/>
                </a:lnTo>
                <a:lnTo>
                  <a:pt x="679229" y="347254"/>
                </a:lnTo>
                <a:lnTo>
                  <a:pt x="679540" y="348147"/>
                </a:lnTo>
                <a:lnTo>
                  <a:pt x="679875" y="349019"/>
                </a:lnTo>
                <a:lnTo>
                  <a:pt x="680233" y="349873"/>
                </a:lnTo>
                <a:lnTo>
                  <a:pt x="680615" y="350706"/>
                </a:lnTo>
                <a:lnTo>
                  <a:pt x="681020" y="351520"/>
                </a:lnTo>
                <a:lnTo>
                  <a:pt x="681449" y="352315"/>
                </a:lnTo>
                <a:lnTo>
                  <a:pt x="681901" y="353090"/>
                </a:lnTo>
                <a:lnTo>
                  <a:pt x="682377" y="353845"/>
                </a:lnTo>
                <a:lnTo>
                  <a:pt x="682877" y="354581"/>
                </a:lnTo>
                <a:lnTo>
                  <a:pt x="683400" y="355297"/>
                </a:lnTo>
                <a:lnTo>
                  <a:pt x="683947" y="355993"/>
                </a:lnTo>
                <a:lnTo>
                  <a:pt x="684517" y="356670"/>
                </a:lnTo>
                <a:lnTo>
                  <a:pt x="685111" y="357327"/>
                </a:lnTo>
                <a:lnTo>
                  <a:pt x="685728" y="357965"/>
                </a:lnTo>
                <a:lnTo>
                  <a:pt x="686369" y="358583"/>
                </a:lnTo>
                <a:lnTo>
                  <a:pt x="687034" y="359182"/>
                </a:lnTo>
                <a:lnTo>
                  <a:pt x="687722" y="359761"/>
                </a:lnTo>
                <a:lnTo>
                  <a:pt x="688433" y="360320"/>
                </a:lnTo>
                <a:lnTo>
                  <a:pt x="689169" y="360860"/>
                </a:lnTo>
                <a:lnTo>
                  <a:pt x="689927" y="361380"/>
                </a:lnTo>
                <a:lnTo>
                  <a:pt x="690706" y="361880"/>
                </a:lnTo>
                <a:lnTo>
                  <a:pt x="691502" y="362358"/>
                </a:lnTo>
                <a:lnTo>
                  <a:pt x="692315" y="362815"/>
                </a:lnTo>
                <a:lnTo>
                  <a:pt x="693144" y="363251"/>
                </a:lnTo>
                <a:lnTo>
                  <a:pt x="693991" y="363666"/>
                </a:lnTo>
                <a:lnTo>
                  <a:pt x="694854" y="364059"/>
                </a:lnTo>
                <a:lnTo>
                  <a:pt x="695734" y="364431"/>
                </a:lnTo>
                <a:lnTo>
                  <a:pt x="696632" y="364782"/>
                </a:lnTo>
                <a:lnTo>
                  <a:pt x="697546" y="365112"/>
                </a:lnTo>
                <a:lnTo>
                  <a:pt x="698476" y="365420"/>
                </a:lnTo>
                <a:lnTo>
                  <a:pt x="699424" y="365707"/>
                </a:lnTo>
                <a:lnTo>
                  <a:pt x="700389" y="365973"/>
                </a:lnTo>
                <a:lnTo>
                  <a:pt x="701370" y="366217"/>
                </a:lnTo>
                <a:lnTo>
                  <a:pt x="702369" y="366441"/>
                </a:lnTo>
                <a:lnTo>
                  <a:pt x="703384" y="366643"/>
                </a:lnTo>
                <a:lnTo>
                  <a:pt x="704416" y="366823"/>
                </a:lnTo>
                <a:lnTo>
                  <a:pt x="705466" y="366983"/>
                </a:lnTo>
                <a:lnTo>
                  <a:pt x="706532" y="367121"/>
                </a:lnTo>
                <a:lnTo>
                  <a:pt x="707614" y="367238"/>
                </a:lnTo>
                <a:lnTo>
                  <a:pt x="708714" y="367334"/>
                </a:lnTo>
                <a:lnTo>
                  <a:pt x="709831" y="367408"/>
                </a:lnTo>
                <a:lnTo>
                  <a:pt x="710964" y="367461"/>
                </a:lnTo>
                <a:lnTo>
                  <a:pt x="712115" y="367493"/>
                </a:lnTo>
                <a:lnTo>
                  <a:pt x="713282" y="367504"/>
                </a:lnTo>
                <a:lnTo>
                  <a:pt x="714173" y="367497"/>
                </a:lnTo>
                <a:lnTo>
                  <a:pt x="715055" y="367479"/>
                </a:lnTo>
                <a:lnTo>
                  <a:pt x="715927" y="367447"/>
                </a:lnTo>
                <a:lnTo>
                  <a:pt x="716791" y="367404"/>
                </a:lnTo>
                <a:lnTo>
                  <a:pt x="717645" y="367347"/>
                </a:lnTo>
                <a:lnTo>
                  <a:pt x="718490" y="367279"/>
                </a:lnTo>
                <a:lnTo>
                  <a:pt x="719326" y="367197"/>
                </a:lnTo>
                <a:lnTo>
                  <a:pt x="720153" y="367103"/>
                </a:lnTo>
                <a:lnTo>
                  <a:pt x="720971" y="366997"/>
                </a:lnTo>
                <a:lnTo>
                  <a:pt x="721779" y="366878"/>
                </a:lnTo>
                <a:lnTo>
                  <a:pt x="722578" y="366747"/>
                </a:lnTo>
                <a:lnTo>
                  <a:pt x="723368" y="366603"/>
                </a:lnTo>
                <a:lnTo>
                  <a:pt x="724149" y="366447"/>
                </a:lnTo>
                <a:lnTo>
                  <a:pt x="724921" y="366278"/>
                </a:lnTo>
                <a:lnTo>
                  <a:pt x="725684" y="366097"/>
                </a:lnTo>
                <a:lnTo>
                  <a:pt x="726437" y="365903"/>
                </a:lnTo>
                <a:lnTo>
                  <a:pt x="727181" y="365696"/>
                </a:lnTo>
                <a:lnTo>
                  <a:pt x="727916" y="365477"/>
                </a:lnTo>
                <a:lnTo>
                  <a:pt x="728642" y="365246"/>
                </a:lnTo>
                <a:lnTo>
                  <a:pt x="729359" y="365002"/>
                </a:lnTo>
                <a:lnTo>
                  <a:pt x="730066" y="364746"/>
                </a:lnTo>
                <a:lnTo>
                  <a:pt x="730765" y="364477"/>
                </a:lnTo>
                <a:lnTo>
                  <a:pt x="731454" y="364195"/>
                </a:lnTo>
                <a:lnTo>
                  <a:pt x="732134" y="363901"/>
                </a:lnTo>
                <a:lnTo>
                  <a:pt x="732803" y="363597"/>
                </a:lnTo>
                <a:lnTo>
                  <a:pt x="733460" y="363283"/>
                </a:lnTo>
                <a:lnTo>
                  <a:pt x="734104" y="362960"/>
                </a:lnTo>
                <a:lnTo>
                  <a:pt x="734736" y="362627"/>
                </a:lnTo>
                <a:lnTo>
                  <a:pt x="735355" y="362286"/>
                </a:lnTo>
                <a:lnTo>
                  <a:pt x="735961" y="361935"/>
                </a:lnTo>
                <a:lnTo>
                  <a:pt x="736556" y="361575"/>
                </a:lnTo>
                <a:lnTo>
                  <a:pt x="737137" y="361206"/>
                </a:lnTo>
                <a:lnTo>
                  <a:pt x="737706" y="360828"/>
                </a:lnTo>
                <a:lnTo>
                  <a:pt x="738263" y="360441"/>
                </a:lnTo>
                <a:lnTo>
                  <a:pt x="738807" y="360044"/>
                </a:lnTo>
                <a:lnTo>
                  <a:pt x="739339" y="359639"/>
                </a:lnTo>
                <a:lnTo>
                  <a:pt x="739858" y="359224"/>
                </a:lnTo>
                <a:lnTo>
                  <a:pt x="740364" y="358800"/>
                </a:lnTo>
                <a:lnTo>
                  <a:pt x="740858" y="358367"/>
                </a:lnTo>
                <a:lnTo>
                  <a:pt x="741340" y="357924"/>
                </a:lnTo>
                <a:lnTo>
                  <a:pt x="741809" y="357473"/>
                </a:lnTo>
                <a:lnTo>
                  <a:pt x="742265" y="357012"/>
                </a:lnTo>
                <a:lnTo>
                  <a:pt x="742709" y="356542"/>
                </a:lnTo>
                <a:lnTo>
                  <a:pt x="743141" y="356063"/>
                </a:lnTo>
                <a:lnTo>
                  <a:pt x="743560" y="355575"/>
                </a:lnTo>
                <a:lnTo>
                  <a:pt x="743966" y="355077"/>
                </a:lnTo>
                <a:lnTo>
                  <a:pt x="744360" y="354571"/>
                </a:lnTo>
                <a:lnTo>
                  <a:pt x="744742" y="354055"/>
                </a:lnTo>
                <a:lnTo>
                  <a:pt x="745114" y="353532"/>
                </a:lnTo>
                <a:lnTo>
                  <a:pt x="745471" y="353003"/>
                </a:lnTo>
                <a:lnTo>
                  <a:pt x="745811" y="352468"/>
                </a:lnTo>
                <a:lnTo>
                  <a:pt x="746136" y="351927"/>
                </a:lnTo>
                <a:lnTo>
                  <a:pt x="746445" y="351381"/>
                </a:lnTo>
                <a:lnTo>
                  <a:pt x="746738" y="350828"/>
                </a:lnTo>
                <a:lnTo>
                  <a:pt x="747015" y="350270"/>
                </a:lnTo>
                <a:lnTo>
                  <a:pt x="747277" y="349706"/>
                </a:lnTo>
                <a:lnTo>
                  <a:pt x="747522" y="349136"/>
                </a:lnTo>
                <a:lnTo>
                  <a:pt x="747752" y="348560"/>
                </a:lnTo>
                <a:lnTo>
                  <a:pt x="747966" y="347978"/>
                </a:lnTo>
                <a:lnTo>
                  <a:pt x="748164" y="347391"/>
                </a:lnTo>
                <a:lnTo>
                  <a:pt x="748346" y="346798"/>
                </a:lnTo>
                <a:lnTo>
                  <a:pt x="748513" y="346199"/>
                </a:lnTo>
                <a:lnTo>
                  <a:pt x="748663" y="345594"/>
                </a:lnTo>
                <a:lnTo>
                  <a:pt x="748798" y="344983"/>
                </a:lnTo>
                <a:lnTo>
                  <a:pt x="748917" y="344366"/>
                </a:lnTo>
                <a:lnTo>
                  <a:pt x="749020" y="343744"/>
                </a:lnTo>
                <a:lnTo>
                  <a:pt x="749107" y="343115"/>
                </a:lnTo>
                <a:lnTo>
                  <a:pt x="749178" y="342481"/>
                </a:lnTo>
                <a:lnTo>
                  <a:pt x="749234" y="341841"/>
                </a:lnTo>
                <a:lnTo>
                  <a:pt x="749273" y="341195"/>
                </a:lnTo>
                <a:lnTo>
                  <a:pt x="749297" y="340544"/>
                </a:lnTo>
                <a:lnTo>
                  <a:pt x="749305" y="339886"/>
                </a:lnTo>
                <a:lnTo>
                  <a:pt x="749294" y="339087"/>
                </a:lnTo>
                <a:lnTo>
                  <a:pt x="749263" y="338300"/>
                </a:lnTo>
                <a:lnTo>
                  <a:pt x="749210" y="337525"/>
                </a:lnTo>
                <a:lnTo>
                  <a:pt x="749136" y="336763"/>
                </a:lnTo>
                <a:lnTo>
                  <a:pt x="749042" y="336012"/>
                </a:lnTo>
                <a:lnTo>
                  <a:pt x="748926" y="335275"/>
                </a:lnTo>
                <a:lnTo>
                  <a:pt x="748789" y="334549"/>
                </a:lnTo>
                <a:lnTo>
                  <a:pt x="748631" y="333836"/>
                </a:lnTo>
                <a:lnTo>
                  <a:pt x="748452" y="333135"/>
                </a:lnTo>
                <a:lnTo>
                  <a:pt x="748252" y="332446"/>
                </a:lnTo>
                <a:lnTo>
                  <a:pt x="748031" y="331770"/>
                </a:lnTo>
                <a:lnTo>
                  <a:pt x="747789" y="331106"/>
                </a:lnTo>
                <a:lnTo>
                  <a:pt x="747526" y="330454"/>
                </a:lnTo>
                <a:lnTo>
                  <a:pt x="747241" y="329814"/>
                </a:lnTo>
                <a:lnTo>
                  <a:pt x="746936" y="329187"/>
                </a:lnTo>
                <a:lnTo>
                  <a:pt x="746610" y="328572"/>
                </a:lnTo>
                <a:lnTo>
                  <a:pt x="746262" y="327970"/>
                </a:lnTo>
                <a:lnTo>
                  <a:pt x="745894" y="327380"/>
                </a:lnTo>
                <a:lnTo>
                  <a:pt x="745504" y="326802"/>
                </a:lnTo>
                <a:lnTo>
                  <a:pt x="745094" y="326236"/>
                </a:lnTo>
                <a:lnTo>
                  <a:pt x="744662" y="325683"/>
                </a:lnTo>
                <a:lnTo>
                  <a:pt x="744210" y="325141"/>
                </a:lnTo>
                <a:lnTo>
                  <a:pt x="743736" y="324613"/>
                </a:lnTo>
                <a:lnTo>
                  <a:pt x="743241" y="324096"/>
                </a:lnTo>
                <a:lnTo>
                  <a:pt x="742725" y="323586"/>
                </a:lnTo>
                <a:lnTo>
                  <a:pt x="742187" y="323088"/>
                </a:lnTo>
                <a:lnTo>
                  <a:pt x="741627" y="322600"/>
                </a:lnTo>
                <a:lnTo>
                  <a:pt x="741045" y="322123"/>
                </a:lnTo>
                <a:lnTo>
                  <a:pt x="740441" y="321658"/>
                </a:lnTo>
                <a:lnTo>
                  <a:pt x="739815" y="321203"/>
                </a:lnTo>
                <a:lnTo>
                  <a:pt x="739168" y="320760"/>
                </a:lnTo>
                <a:lnTo>
                  <a:pt x="738498" y="320327"/>
                </a:lnTo>
                <a:lnTo>
                  <a:pt x="737807" y="319906"/>
                </a:lnTo>
                <a:lnTo>
                  <a:pt x="737093" y="319495"/>
                </a:lnTo>
                <a:lnTo>
                  <a:pt x="736358" y="319096"/>
                </a:lnTo>
                <a:lnTo>
                  <a:pt x="735601" y="318708"/>
                </a:lnTo>
                <a:lnTo>
                  <a:pt x="734822" y="318331"/>
                </a:lnTo>
                <a:lnTo>
                  <a:pt x="734021" y="317964"/>
                </a:lnTo>
                <a:lnTo>
                  <a:pt x="733199" y="317609"/>
                </a:lnTo>
                <a:lnTo>
                  <a:pt x="732354" y="317265"/>
                </a:lnTo>
                <a:lnTo>
                  <a:pt x="731488" y="316932"/>
                </a:lnTo>
                <a:lnTo>
                  <a:pt x="730599" y="316610"/>
                </a:lnTo>
                <a:lnTo>
                  <a:pt x="729689" y="316299"/>
                </a:lnTo>
                <a:lnTo>
                  <a:pt x="728757" y="315999"/>
                </a:lnTo>
                <a:lnTo>
                  <a:pt x="727803" y="315711"/>
                </a:lnTo>
                <a:lnTo>
                  <a:pt x="726827" y="315433"/>
                </a:lnTo>
                <a:lnTo>
                  <a:pt x="725829" y="315166"/>
                </a:lnTo>
                <a:lnTo>
                  <a:pt x="724809" y="314910"/>
                </a:lnTo>
                <a:lnTo>
                  <a:pt x="711121" y="311548"/>
                </a:lnTo>
                <a:lnTo>
                  <a:pt x="710448" y="311376"/>
                </a:lnTo>
                <a:lnTo>
                  <a:pt x="709790" y="311201"/>
                </a:lnTo>
                <a:lnTo>
                  <a:pt x="709147" y="311022"/>
                </a:lnTo>
                <a:lnTo>
                  <a:pt x="708519" y="310839"/>
                </a:lnTo>
                <a:lnTo>
                  <a:pt x="707906" y="310653"/>
                </a:lnTo>
                <a:lnTo>
                  <a:pt x="707308" y="310464"/>
                </a:lnTo>
                <a:lnTo>
                  <a:pt x="706725" y="310271"/>
                </a:lnTo>
                <a:lnTo>
                  <a:pt x="706158" y="310074"/>
                </a:lnTo>
                <a:lnTo>
                  <a:pt x="705605" y="309874"/>
                </a:lnTo>
                <a:lnTo>
                  <a:pt x="705067" y="309670"/>
                </a:lnTo>
                <a:lnTo>
                  <a:pt x="704544" y="309463"/>
                </a:lnTo>
                <a:lnTo>
                  <a:pt x="704036" y="309252"/>
                </a:lnTo>
                <a:lnTo>
                  <a:pt x="703543" y="309037"/>
                </a:lnTo>
                <a:lnTo>
                  <a:pt x="703066" y="308819"/>
                </a:lnTo>
                <a:lnTo>
                  <a:pt x="702603" y="308598"/>
                </a:lnTo>
                <a:lnTo>
                  <a:pt x="702155" y="308373"/>
                </a:lnTo>
                <a:lnTo>
                  <a:pt x="701722" y="308144"/>
                </a:lnTo>
                <a:lnTo>
                  <a:pt x="701304" y="307912"/>
                </a:lnTo>
                <a:lnTo>
                  <a:pt x="700902" y="307677"/>
                </a:lnTo>
                <a:lnTo>
                  <a:pt x="700514" y="307437"/>
                </a:lnTo>
                <a:lnTo>
                  <a:pt x="700141" y="307195"/>
                </a:lnTo>
                <a:lnTo>
                  <a:pt x="699783" y="306948"/>
                </a:lnTo>
                <a:lnTo>
                  <a:pt x="699441" y="306698"/>
                </a:lnTo>
                <a:lnTo>
                  <a:pt x="699113" y="306445"/>
                </a:lnTo>
                <a:lnTo>
                  <a:pt x="698800" y="306186"/>
                </a:lnTo>
                <a:lnTo>
                  <a:pt x="698499" y="305919"/>
                </a:lnTo>
                <a:lnTo>
                  <a:pt x="698212" y="305645"/>
                </a:lnTo>
                <a:lnTo>
                  <a:pt x="697939" y="305363"/>
                </a:lnTo>
                <a:lnTo>
                  <a:pt x="697679" y="305073"/>
                </a:lnTo>
                <a:lnTo>
                  <a:pt x="697432" y="304775"/>
                </a:lnTo>
                <a:lnTo>
                  <a:pt x="697199" y="304470"/>
                </a:lnTo>
                <a:lnTo>
                  <a:pt x="696978" y="304157"/>
                </a:lnTo>
                <a:lnTo>
                  <a:pt x="696772" y="303836"/>
                </a:lnTo>
                <a:lnTo>
                  <a:pt x="696578" y="303508"/>
                </a:lnTo>
                <a:lnTo>
                  <a:pt x="696398" y="303172"/>
                </a:lnTo>
                <a:lnTo>
                  <a:pt x="696231" y="302828"/>
                </a:lnTo>
                <a:lnTo>
                  <a:pt x="696078" y="302476"/>
                </a:lnTo>
                <a:lnTo>
                  <a:pt x="695938" y="302117"/>
                </a:lnTo>
                <a:lnTo>
                  <a:pt x="695811" y="301750"/>
                </a:lnTo>
                <a:lnTo>
                  <a:pt x="695698" y="301375"/>
                </a:lnTo>
                <a:lnTo>
                  <a:pt x="695598" y="300993"/>
                </a:lnTo>
                <a:lnTo>
                  <a:pt x="695511" y="300603"/>
                </a:lnTo>
                <a:lnTo>
                  <a:pt x="695437" y="300205"/>
                </a:lnTo>
                <a:lnTo>
                  <a:pt x="695377" y="299799"/>
                </a:lnTo>
                <a:lnTo>
                  <a:pt x="695331" y="299386"/>
                </a:lnTo>
                <a:lnTo>
                  <a:pt x="695297" y="298965"/>
                </a:lnTo>
                <a:lnTo>
                  <a:pt x="695277" y="298536"/>
                </a:lnTo>
                <a:lnTo>
                  <a:pt x="695271" y="298100"/>
                </a:lnTo>
                <a:lnTo>
                  <a:pt x="695280" y="297608"/>
                </a:lnTo>
                <a:lnTo>
                  <a:pt x="695309" y="297124"/>
                </a:lnTo>
                <a:lnTo>
                  <a:pt x="695358" y="296647"/>
                </a:lnTo>
                <a:lnTo>
                  <a:pt x="695426" y="296177"/>
                </a:lnTo>
                <a:lnTo>
                  <a:pt x="695513" y="295714"/>
                </a:lnTo>
                <a:lnTo>
                  <a:pt x="695620" y="295259"/>
                </a:lnTo>
                <a:lnTo>
                  <a:pt x="695746" y="294811"/>
                </a:lnTo>
                <a:lnTo>
                  <a:pt x="695891" y="294371"/>
                </a:lnTo>
                <a:lnTo>
                  <a:pt x="696056" y="293937"/>
                </a:lnTo>
                <a:lnTo>
                  <a:pt x="696240" y="293511"/>
                </a:lnTo>
                <a:lnTo>
                  <a:pt x="696444" y="293093"/>
                </a:lnTo>
                <a:lnTo>
                  <a:pt x="696667" y="292681"/>
                </a:lnTo>
                <a:lnTo>
                  <a:pt x="696909" y="292277"/>
                </a:lnTo>
                <a:lnTo>
                  <a:pt x="697171" y="291880"/>
                </a:lnTo>
                <a:lnTo>
                  <a:pt x="697452" y="291491"/>
                </a:lnTo>
                <a:lnTo>
                  <a:pt x="697752" y="291109"/>
                </a:lnTo>
                <a:lnTo>
                  <a:pt x="698072" y="290734"/>
                </a:lnTo>
                <a:lnTo>
                  <a:pt x="698411" y="290366"/>
                </a:lnTo>
                <a:lnTo>
                  <a:pt x="698770" y="290006"/>
                </a:lnTo>
                <a:lnTo>
                  <a:pt x="699148" y="289653"/>
                </a:lnTo>
                <a:lnTo>
                  <a:pt x="699545" y="289307"/>
                </a:lnTo>
                <a:lnTo>
                  <a:pt x="699962" y="288969"/>
                </a:lnTo>
                <a:lnTo>
                  <a:pt x="700399" y="288637"/>
                </a:lnTo>
                <a:lnTo>
                  <a:pt x="700854" y="288314"/>
                </a:lnTo>
                <a:lnTo>
                  <a:pt x="701329" y="287995"/>
                </a:lnTo>
                <a:lnTo>
                  <a:pt x="701814" y="287690"/>
                </a:lnTo>
                <a:lnTo>
                  <a:pt x="702309" y="287399"/>
                </a:lnTo>
                <a:lnTo>
                  <a:pt x="702814" y="287121"/>
                </a:lnTo>
                <a:lnTo>
                  <a:pt x="703328" y="286857"/>
                </a:lnTo>
                <a:lnTo>
                  <a:pt x="703852" y="286606"/>
                </a:lnTo>
                <a:lnTo>
                  <a:pt x="704386" y="286369"/>
                </a:lnTo>
                <a:lnTo>
                  <a:pt x="704930" y="286145"/>
                </a:lnTo>
                <a:lnTo>
                  <a:pt x="705484" y="285935"/>
                </a:lnTo>
                <a:lnTo>
                  <a:pt x="706047" y="285739"/>
                </a:lnTo>
                <a:lnTo>
                  <a:pt x="706620" y="285556"/>
                </a:lnTo>
                <a:lnTo>
                  <a:pt x="707203" y="285387"/>
                </a:lnTo>
                <a:lnTo>
                  <a:pt x="707796" y="285231"/>
                </a:lnTo>
                <a:lnTo>
                  <a:pt x="708399" y="285089"/>
                </a:lnTo>
                <a:lnTo>
                  <a:pt x="709011" y="284960"/>
                </a:lnTo>
                <a:lnTo>
                  <a:pt x="709633" y="284845"/>
                </a:lnTo>
                <a:lnTo>
                  <a:pt x="710265" y="284743"/>
                </a:lnTo>
                <a:lnTo>
                  <a:pt x="710907" y="284655"/>
                </a:lnTo>
                <a:lnTo>
                  <a:pt x="711558" y="284580"/>
                </a:lnTo>
                <a:lnTo>
                  <a:pt x="712220" y="284519"/>
                </a:lnTo>
                <a:lnTo>
                  <a:pt x="712891" y="284472"/>
                </a:lnTo>
                <a:lnTo>
                  <a:pt x="713572" y="284438"/>
                </a:lnTo>
                <a:lnTo>
                  <a:pt x="714263" y="284418"/>
                </a:lnTo>
                <a:lnTo>
                  <a:pt x="714963" y="284411"/>
                </a:lnTo>
                <a:lnTo>
                  <a:pt x="715475" y="284415"/>
                </a:lnTo>
                <a:lnTo>
                  <a:pt x="715978" y="284425"/>
                </a:lnTo>
                <a:lnTo>
                  <a:pt x="716474" y="284442"/>
                </a:lnTo>
                <a:lnTo>
                  <a:pt x="716963" y="284466"/>
                </a:lnTo>
                <a:lnTo>
                  <a:pt x="717443" y="284497"/>
                </a:lnTo>
                <a:lnTo>
                  <a:pt x="717916" y="284535"/>
                </a:lnTo>
                <a:lnTo>
                  <a:pt x="718381" y="284580"/>
                </a:lnTo>
                <a:lnTo>
                  <a:pt x="718839" y="284631"/>
                </a:lnTo>
                <a:lnTo>
                  <a:pt x="719289" y="284690"/>
                </a:lnTo>
                <a:lnTo>
                  <a:pt x="719731" y="284755"/>
                </a:lnTo>
                <a:lnTo>
                  <a:pt x="720165" y="284827"/>
                </a:lnTo>
                <a:lnTo>
                  <a:pt x="720592" y="284906"/>
                </a:lnTo>
                <a:lnTo>
                  <a:pt x="721011" y="284992"/>
                </a:lnTo>
                <a:lnTo>
                  <a:pt x="721422" y="285085"/>
                </a:lnTo>
                <a:lnTo>
                  <a:pt x="721825" y="285185"/>
                </a:lnTo>
                <a:lnTo>
                  <a:pt x="722221" y="285292"/>
                </a:lnTo>
                <a:lnTo>
                  <a:pt x="722609" y="285405"/>
                </a:lnTo>
                <a:lnTo>
                  <a:pt x="722989" y="285526"/>
                </a:lnTo>
                <a:lnTo>
                  <a:pt x="723362" y="285653"/>
                </a:lnTo>
                <a:lnTo>
                  <a:pt x="723727" y="285787"/>
                </a:lnTo>
                <a:lnTo>
                  <a:pt x="724084" y="285928"/>
                </a:lnTo>
                <a:lnTo>
                  <a:pt x="724434" y="286076"/>
                </a:lnTo>
                <a:lnTo>
                  <a:pt x="724775" y="286231"/>
                </a:lnTo>
                <a:lnTo>
                  <a:pt x="725110" y="286392"/>
                </a:lnTo>
                <a:lnTo>
                  <a:pt x="725437" y="286559"/>
                </a:lnTo>
                <a:lnTo>
                  <a:pt x="725758" y="286730"/>
                </a:lnTo>
                <a:lnTo>
                  <a:pt x="726074" y="286905"/>
                </a:lnTo>
                <a:lnTo>
                  <a:pt x="726384" y="287083"/>
                </a:lnTo>
                <a:lnTo>
                  <a:pt x="726688" y="287265"/>
                </a:lnTo>
                <a:lnTo>
                  <a:pt x="726986" y="287450"/>
                </a:lnTo>
                <a:lnTo>
                  <a:pt x="727278" y="287640"/>
                </a:lnTo>
                <a:lnTo>
                  <a:pt x="727564" y="287833"/>
                </a:lnTo>
                <a:lnTo>
                  <a:pt x="727845" y="288030"/>
                </a:lnTo>
                <a:lnTo>
                  <a:pt x="728120" y="288231"/>
                </a:lnTo>
                <a:lnTo>
                  <a:pt x="728389" y="288435"/>
                </a:lnTo>
                <a:lnTo>
                  <a:pt x="728652" y="288644"/>
                </a:lnTo>
                <a:lnTo>
                  <a:pt x="728909" y="288856"/>
                </a:lnTo>
                <a:lnTo>
                  <a:pt x="729160" y="289072"/>
                </a:lnTo>
                <a:lnTo>
                  <a:pt x="729406" y="289291"/>
                </a:lnTo>
                <a:lnTo>
                  <a:pt x="729646" y="289514"/>
                </a:lnTo>
                <a:lnTo>
                  <a:pt x="729880" y="289741"/>
                </a:lnTo>
                <a:lnTo>
                  <a:pt x="730108" y="289972"/>
                </a:lnTo>
                <a:lnTo>
                  <a:pt x="730330" y="290207"/>
                </a:lnTo>
                <a:lnTo>
                  <a:pt x="730546" y="290445"/>
                </a:lnTo>
                <a:lnTo>
                  <a:pt x="730757" y="290687"/>
                </a:lnTo>
                <a:lnTo>
                  <a:pt x="730962" y="290933"/>
                </a:lnTo>
                <a:lnTo>
                  <a:pt x="731160" y="291182"/>
                </a:lnTo>
                <a:lnTo>
                  <a:pt x="731353" y="291436"/>
                </a:lnTo>
                <a:lnTo>
                  <a:pt x="731547" y="291686"/>
                </a:lnTo>
                <a:lnTo>
                  <a:pt x="731736" y="291937"/>
                </a:lnTo>
                <a:lnTo>
                  <a:pt x="731921" y="292189"/>
                </a:lnTo>
                <a:lnTo>
                  <a:pt x="732102" y="292441"/>
                </a:lnTo>
                <a:lnTo>
                  <a:pt x="732280" y="292694"/>
                </a:lnTo>
                <a:lnTo>
                  <a:pt x="732453" y="292948"/>
                </a:lnTo>
                <a:lnTo>
                  <a:pt x="732622" y="293202"/>
                </a:lnTo>
                <a:lnTo>
                  <a:pt x="732788" y="293457"/>
                </a:lnTo>
                <a:lnTo>
                  <a:pt x="732949" y="293712"/>
                </a:lnTo>
                <a:lnTo>
                  <a:pt x="733107" y="293968"/>
                </a:lnTo>
                <a:lnTo>
                  <a:pt x="733260" y="294225"/>
                </a:lnTo>
                <a:lnTo>
                  <a:pt x="733410" y="294482"/>
                </a:lnTo>
                <a:lnTo>
                  <a:pt x="733555" y="294740"/>
                </a:lnTo>
                <a:lnTo>
                  <a:pt x="733697" y="294999"/>
                </a:lnTo>
                <a:lnTo>
                  <a:pt x="733835" y="295258"/>
                </a:lnTo>
                <a:lnTo>
                  <a:pt x="733968" y="295518"/>
                </a:lnTo>
                <a:lnTo>
                  <a:pt x="734098" y="295779"/>
                </a:lnTo>
                <a:lnTo>
                  <a:pt x="734224" y="296040"/>
                </a:lnTo>
                <a:lnTo>
                  <a:pt x="734346" y="296301"/>
                </a:lnTo>
                <a:lnTo>
                  <a:pt x="734464" y="296564"/>
                </a:lnTo>
                <a:lnTo>
                  <a:pt x="734578" y="296827"/>
                </a:lnTo>
                <a:lnTo>
                  <a:pt x="734688" y="297090"/>
                </a:lnTo>
                <a:lnTo>
                  <a:pt x="734794" y="297355"/>
                </a:lnTo>
                <a:lnTo>
                  <a:pt x="734896" y="297619"/>
                </a:lnTo>
                <a:lnTo>
                  <a:pt x="747624" y="294017"/>
                </a:lnTo>
                <a:lnTo>
                  <a:pt x="747341" y="293203"/>
                </a:lnTo>
                <a:lnTo>
                  <a:pt x="747042" y="292403"/>
                </a:lnTo>
                <a:lnTo>
                  <a:pt x="746727" y="291616"/>
                </a:lnTo>
                <a:lnTo>
                  <a:pt x="746396" y="290842"/>
                </a:lnTo>
                <a:lnTo>
                  <a:pt x="746050" y="290081"/>
                </a:lnTo>
                <a:close/>
                <a:moveTo>
                  <a:pt x="1060492" y="367246"/>
                </a:moveTo>
                <a:lnTo>
                  <a:pt x="1061473" y="367132"/>
                </a:lnTo>
                <a:lnTo>
                  <a:pt x="1062443" y="366998"/>
                </a:lnTo>
                <a:lnTo>
                  <a:pt x="1063402" y="366843"/>
                </a:lnTo>
                <a:lnTo>
                  <a:pt x="1064351" y="366668"/>
                </a:lnTo>
                <a:lnTo>
                  <a:pt x="1065288" y="366472"/>
                </a:lnTo>
                <a:lnTo>
                  <a:pt x="1066215" y="366255"/>
                </a:lnTo>
                <a:lnTo>
                  <a:pt x="1067131" y="366018"/>
                </a:lnTo>
                <a:lnTo>
                  <a:pt x="1068036" y="365760"/>
                </a:lnTo>
                <a:lnTo>
                  <a:pt x="1068931" y="365481"/>
                </a:lnTo>
                <a:lnTo>
                  <a:pt x="1069814" y="365182"/>
                </a:lnTo>
                <a:lnTo>
                  <a:pt x="1070687" y="364862"/>
                </a:lnTo>
                <a:lnTo>
                  <a:pt x="1071549" y="364522"/>
                </a:lnTo>
                <a:lnTo>
                  <a:pt x="1072400" y="364160"/>
                </a:lnTo>
                <a:lnTo>
                  <a:pt x="1073240" y="363779"/>
                </a:lnTo>
                <a:lnTo>
                  <a:pt x="1074069" y="363376"/>
                </a:lnTo>
                <a:lnTo>
                  <a:pt x="1074887" y="362953"/>
                </a:lnTo>
                <a:lnTo>
                  <a:pt x="1075695" y="362509"/>
                </a:lnTo>
                <a:lnTo>
                  <a:pt x="1076492" y="362045"/>
                </a:lnTo>
                <a:lnTo>
                  <a:pt x="1077278" y="361560"/>
                </a:lnTo>
                <a:lnTo>
                  <a:pt x="1078056" y="361056"/>
                </a:lnTo>
                <a:lnTo>
                  <a:pt x="1078819" y="360536"/>
                </a:lnTo>
                <a:lnTo>
                  <a:pt x="1079569" y="360000"/>
                </a:lnTo>
                <a:lnTo>
                  <a:pt x="1080303" y="359447"/>
                </a:lnTo>
                <a:lnTo>
                  <a:pt x="1081023" y="358878"/>
                </a:lnTo>
                <a:lnTo>
                  <a:pt x="1081728" y="358292"/>
                </a:lnTo>
                <a:lnTo>
                  <a:pt x="1082419" y="357689"/>
                </a:lnTo>
                <a:lnTo>
                  <a:pt x="1083095" y="357070"/>
                </a:lnTo>
                <a:lnTo>
                  <a:pt x="1083756" y="356435"/>
                </a:lnTo>
                <a:lnTo>
                  <a:pt x="1084403" y="355783"/>
                </a:lnTo>
                <a:lnTo>
                  <a:pt x="1085035" y="355115"/>
                </a:lnTo>
                <a:lnTo>
                  <a:pt x="1085653" y="354430"/>
                </a:lnTo>
                <a:lnTo>
                  <a:pt x="1086256" y="353729"/>
                </a:lnTo>
                <a:lnTo>
                  <a:pt x="1086845" y="353012"/>
                </a:lnTo>
                <a:lnTo>
                  <a:pt x="1087419" y="352278"/>
                </a:lnTo>
                <a:lnTo>
                  <a:pt x="1087978" y="351527"/>
                </a:lnTo>
                <a:lnTo>
                  <a:pt x="1088523" y="350760"/>
                </a:lnTo>
                <a:lnTo>
                  <a:pt x="1089053" y="349976"/>
                </a:lnTo>
                <a:lnTo>
                  <a:pt x="1089568" y="349176"/>
                </a:lnTo>
                <a:lnTo>
                  <a:pt x="1090069" y="348360"/>
                </a:lnTo>
                <a:lnTo>
                  <a:pt x="1090556" y="347527"/>
                </a:lnTo>
                <a:lnTo>
                  <a:pt x="1091027" y="346678"/>
                </a:lnTo>
                <a:lnTo>
                  <a:pt x="1091484" y="345812"/>
                </a:lnTo>
                <a:lnTo>
                  <a:pt x="1091927" y="344929"/>
                </a:lnTo>
                <a:lnTo>
                  <a:pt x="1092358" y="344033"/>
                </a:lnTo>
                <a:lnTo>
                  <a:pt x="1092771" y="343123"/>
                </a:lnTo>
                <a:lnTo>
                  <a:pt x="1093165" y="342201"/>
                </a:lnTo>
                <a:lnTo>
                  <a:pt x="1093541" y="341267"/>
                </a:lnTo>
                <a:lnTo>
                  <a:pt x="1093899" y="340320"/>
                </a:lnTo>
                <a:lnTo>
                  <a:pt x="1094239" y="339361"/>
                </a:lnTo>
                <a:lnTo>
                  <a:pt x="1094560" y="338389"/>
                </a:lnTo>
                <a:lnTo>
                  <a:pt x="1094862" y="337405"/>
                </a:lnTo>
                <a:lnTo>
                  <a:pt x="1095147" y="336408"/>
                </a:lnTo>
                <a:lnTo>
                  <a:pt x="1095413" y="335398"/>
                </a:lnTo>
                <a:lnTo>
                  <a:pt x="1095660" y="334376"/>
                </a:lnTo>
                <a:lnTo>
                  <a:pt x="1095890" y="333342"/>
                </a:lnTo>
                <a:lnTo>
                  <a:pt x="1096101" y="332295"/>
                </a:lnTo>
                <a:lnTo>
                  <a:pt x="1096293" y="331236"/>
                </a:lnTo>
                <a:lnTo>
                  <a:pt x="1096467" y="330164"/>
                </a:lnTo>
                <a:lnTo>
                  <a:pt x="1096623" y="329079"/>
                </a:lnTo>
                <a:lnTo>
                  <a:pt x="1096761" y="327982"/>
                </a:lnTo>
                <a:lnTo>
                  <a:pt x="1096880" y="326873"/>
                </a:lnTo>
                <a:lnTo>
                  <a:pt x="1096981" y="325751"/>
                </a:lnTo>
                <a:lnTo>
                  <a:pt x="1097064" y="324617"/>
                </a:lnTo>
                <a:lnTo>
                  <a:pt x="1097128" y="323470"/>
                </a:lnTo>
                <a:lnTo>
                  <a:pt x="1097174" y="322310"/>
                </a:lnTo>
                <a:lnTo>
                  <a:pt x="1097201" y="321138"/>
                </a:lnTo>
                <a:lnTo>
                  <a:pt x="1097210" y="319954"/>
                </a:lnTo>
                <a:lnTo>
                  <a:pt x="1097201" y="318759"/>
                </a:lnTo>
                <a:lnTo>
                  <a:pt x="1097174" y="317577"/>
                </a:lnTo>
                <a:lnTo>
                  <a:pt x="1097128" y="316409"/>
                </a:lnTo>
                <a:lnTo>
                  <a:pt x="1097064" y="315252"/>
                </a:lnTo>
                <a:lnTo>
                  <a:pt x="1096981" y="314109"/>
                </a:lnTo>
                <a:lnTo>
                  <a:pt x="1096880" y="312978"/>
                </a:lnTo>
                <a:lnTo>
                  <a:pt x="1096761" y="311860"/>
                </a:lnTo>
                <a:lnTo>
                  <a:pt x="1096623" y="310754"/>
                </a:lnTo>
                <a:lnTo>
                  <a:pt x="1096467" y="309662"/>
                </a:lnTo>
                <a:lnTo>
                  <a:pt x="1096293" y="308582"/>
                </a:lnTo>
                <a:lnTo>
                  <a:pt x="1096101" y="307515"/>
                </a:lnTo>
                <a:lnTo>
                  <a:pt x="1095890" y="306460"/>
                </a:lnTo>
                <a:lnTo>
                  <a:pt x="1095660" y="305418"/>
                </a:lnTo>
                <a:lnTo>
                  <a:pt x="1095413" y="304389"/>
                </a:lnTo>
                <a:lnTo>
                  <a:pt x="1095147" y="303373"/>
                </a:lnTo>
                <a:lnTo>
                  <a:pt x="1094862" y="302369"/>
                </a:lnTo>
                <a:lnTo>
                  <a:pt x="1094560" y="301378"/>
                </a:lnTo>
                <a:lnTo>
                  <a:pt x="1094239" y="300400"/>
                </a:lnTo>
                <a:lnTo>
                  <a:pt x="1093899" y="299434"/>
                </a:lnTo>
                <a:lnTo>
                  <a:pt x="1093541" y="298482"/>
                </a:lnTo>
                <a:lnTo>
                  <a:pt x="1093165" y="297542"/>
                </a:lnTo>
                <a:lnTo>
                  <a:pt x="1092771" y="296614"/>
                </a:lnTo>
                <a:lnTo>
                  <a:pt x="1092358" y="295700"/>
                </a:lnTo>
                <a:lnTo>
                  <a:pt x="1091927" y="294798"/>
                </a:lnTo>
                <a:lnTo>
                  <a:pt x="1091484" y="293910"/>
                </a:lnTo>
                <a:lnTo>
                  <a:pt x="1091027" y="293040"/>
                </a:lnTo>
                <a:lnTo>
                  <a:pt x="1090556" y="292186"/>
                </a:lnTo>
                <a:lnTo>
                  <a:pt x="1090069" y="291349"/>
                </a:lnTo>
                <a:lnTo>
                  <a:pt x="1089568" y="290528"/>
                </a:lnTo>
                <a:lnTo>
                  <a:pt x="1089053" y="289724"/>
                </a:lnTo>
                <a:lnTo>
                  <a:pt x="1088523" y="288937"/>
                </a:lnTo>
                <a:lnTo>
                  <a:pt x="1087978" y="288167"/>
                </a:lnTo>
                <a:lnTo>
                  <a:pt x="1087419" y="287413"/>
                </a:lnTo>
                <a:lnTo>
                  <a:pt x="1086845" y="286676"/>
                </a:lnTo>
                <a:lnTo>
                  <a:pt x="1086256" y="285955"/>
                </a:lnTo>
                <a:lnTo>
                  <a:pt x="1085653" y="285252"/>
                </a:lnTo>
                <a:lnTo>
                  <a:pt x="1085035" y="284564"/>
                </a:lnTo>
                <a:lnTo>
                  <a:pt x="1084403" y="283894"/>
                </a:lnTo>
                <a:lnTo>
                  <a:pt x="1083756" y="283240"/>
                </a:lnTo>
                <a:lnTo>
                  <a:pt x="1083095" y="282603"/>
                </a:lnTo>
                <a:lnTo>
                  <a:pt x="1082419" y="281983"/>
                </a:lnTo>
                <a:lnTo>
                  <a:pt x="1081728" y="281379"/>
                </a:lnTo>
                <a:lnTo>
                  <a:pt x="1081023" y="280792"/>
                </a:lnTo>
                <a:lnTo>
                  <a:pt x="1080303" y="280222"/>
                </a:lnTo>
                <a:lnTo>
                  <a:pt x="1079569" y="279668"/>
                </a:lnTo>
                <a:lnTo>
                  <a:pt x="1078819" y="279131"/>
                </a:lnTo>
                <a:lnTo>
                  <a:pt x="1078056" y="278611"/>
                </a:lnTo>
                <a:lnTo>
                  <a:pt x="1077278" y="278107"/>
                </a:lnTo>
                <a:lnTo>
                  <a:pt x="1076492" y="277622"/>
                </a:lnTo>
                <a:lnTo>
                  <a:pt x="1075695" y="277158"/>
                </a:lnTo>
                <a:lnTo>
                  <a:pt x="1074887" y="276714"/>
                </a:lnTo>
                <a:lnTo>
                  <a:pt x="1074069" y="276291"/>
                </a:lnTo>
                <a:lnTo>
                  <a:pt x="1073240" y="275888"/>
                </a:lnTo>
                <a:lnTo>
                  <a:pt x="1072400" y="275507"/>
                </a:lnTo>
                <a:lnTo>
                  <a:pt x="1071549" y="275145"/>
                </a:lnTo>
                <a:lnTo>
                  <a:pt x="1070687" y="274805"/>
                </a:lnTo>
                <a:lnTo>
                  <a:pt x="1069814" y="274485"/>
                </a:lnTo>
                <a:lnTo>
                  <a:pt x="1068931" y="274186"/>
                </a:lnTo>
                <a:lnTo>
                  <a:pt x="1068036" y="273907"/>
                </a:lnTo>
                <a:lnTo>
                  <a:pt x="1067131" y="273649"/>
                </a:lnTo>
                <a:lnTo>
                  <a:pt x="1066215" y="273412"/>
                </a:lnTo>
                <a:lnTo>
                  <a:pt x="1065288" y="273195"/>
                </a:lnTo>
                <a:lnTo>
                  <a:pt x="1064351" y="272999"/>
                </a:lnTo>
                <a:lnTo>
                  <a:pt x="1063402" y="272824"/>
                </a:lnTo>
                <a:lnTo>
                  <a:pt x="1062443" y="272669"/>
                </a:lnTo>
                <a:lnTo>
                  <a:pt x="1061473" y="272535"/>
                </a:lnTo>
                <a:lnTo>
                  <a:pt x="1060492" y="272421"/>
                </a:lnTo>
                <a:lnTo>
                  <a:pt x="1059500" y="272328"/>
                </a:lnTo>
                <a:lnTo>
                  <a:pt x="1058497" y="272256"/>
                </a:lnTo>
                <a:lnTo>
                  <a:pt x="1057483" y="272205"/>
                </a:lnTo>
                <a:lnTo>
                  <a:pt x="1056459" y="272174"/>
                </a:lnTo>
                <a:lnTo>
                  <a:pt x="1055424" y="272163"/>
                </a:lnTo>
                <a:lnTo>
                  <a:pt x="1054388" y="272174"/>
                </a:lnTo>
                <a:lnTo>
                  <a:pt x="1053364" y="272205"/>
                </a:lnTo>
                <a:lnTo>
                  <a:pt x="1052350" y="272256"/>
                </a:lnTo>
                <a:lnTo>
                  <a:pt x="1051346" y="272328"/>
                </a:lnTo>
                <a:lnTo>
                  <a:pt x="1050353" y="272421"/>
                </a:lnTo>
                <a:lnTo>
                  <a:pt x="1049371" y="272535"/>
                </a:lnTo>
                <a:lnTo>
                  <a:pt x="1048400" y="272669"/>
                </a:lnTo>
                <a:lnTo>
                  <a:pt x="1047439" y="272824"/>
                </a:lnTo>
                <a:lnTo>
                  <a:pt x="1046489" y="272999"/>
                </a:lnTo>
                <a:lnTo>
                  <a:pt x="1045549" y="273195"/>
                </a:lnTo>
                <a:lnTo>
                  <a:pt x="1044620" y="273412"/>
                </a:lnTo>
                <a:lnTo>
                  <a:pt x="1043701" y="273649"/>
                </a:lnTo>
                <a:lnTo>
                  <a:pt x="1042794" y="273907"/>
                </a:lnTo>
                <a:lnTo>
                  <a:pt x="1041897" y="274186"/>
                </a:lnTo>
                <a:lnTo>
                  <a:pt x="1041010" y="274485"/>
                </a:lnTo>
                <a:lnTo>
                  <a:pt x="1040134" y="274805"/>
                </a:lnTo>
                <a:lnTo>
                  <a:pt x="1039269" y="275145"/>
                </a:lnTo>
                <a:lnTo>
                  <a:pt x="1038414" y="275507"/>
                </a:lnTo>
                <a:lnTo>
                  <a:pt x="1037570" y="275888"/>
                </a:lnTo>
                <a:lnTo>
                  <a:pt x="1036737" y="276291"/>
                </a:lnTo>
                <a:lnTo>
                  <a:pt x="1035914" y="276714"/>
                </a:lnTo>
                <a:lnTo>
                  <a:pt x="1035102" y="277158"/>
                </a:lnTo>
                <a:lnTo>
                  <a:pt x="1034301" y="277622"/>
                </a:lnTo>
                <a:lnTo>
                  <a:pt x="1033510" y="278107"/>
                </a:lnTo>
                <a:lnTo>
                  <a:pt x="1032737" y="278611"/>
                </a:lnTo>
                <a:lnTo>
                  <a:pt x="1031977" y="279131"/>
                </a:lnTo>
                <a:lnTo>
                  <a:pt x="1031232" y="279668"/>
                </a:lnTo>
                <a:lnTo>
                  <a:pt x="1030501" y="280222"/>
                </a:lnTo>
                <a:lnTo>
                  <a:pt x="1029785" y="280792"/>
                </a:lnTo>
                <a:lnTo>
                  <a:pt x="1029082" y="281379"/>
                </a:lnTo>
                <a:lnTo>
                  <a:pt x="1028394" y="281983"/>
                </a:lnTo>
                <a:lnTo>
                  <a:pt x="1027720" y="282603"/>
                </a:lnTo>
                <a:lnTo>
                  <a:pt x="1027060" y="283240"/>
                </a:lnTo>
                <a:lnTo>
                  <a:pt x="1026414" y="283894"/>
                </a:lnTo>
                <a:lnTo>
                  <a:pt x="1025782" y="284564"/>
                </a:lnTo>
                <a:lnTo>
                  <a:pt x="1025165" y="285252"/>
                </a:lnTo>
                <a:lnTo>
                  <a:pt x="1024561" y="285955"/>
                </a:lnTo>
                <a:lnTo>
                  <a:pt x="1023972" y="286676"/>
                </a:lnTo>
                <a:lnTo>
                  <a:pt x="1023397" y="287413"/>
                </a:lnTo>
                <a:lnTo>
                  <a:pt x="1022837" y="288167"/>
                </a:lnTo>
                <a:lnTo>
                  <a:pt x="1022290" y="288937"/>
                </a:lnTo>
                <a:lnTo>
                  <a:pt x="1021758" y="289724"/>
                </a:lnTo>
                <a:lnTo>
                  <a:pt x="1021239" y="290528"/>
                </a:lnTo>
                <a:lnTo>
                  <a:pt x="1020735" y="291349"/>
                </a:lnTo>
                <a:lnTo>
                  <a:pt x="1020245" y="292186"/>
                </a:lnTo>
                <a:lnTo>
                  <a:pt x="1019770" y="293040"/>
                </a:lnTo>
                <a:lnTo>
                  <a:pt x="1019308" y="293910"/>
                </a:lnTo>
                <a:lnTo>
                  <a:pt x="1018861" y="294798"/>
                </a:lnTo>
                <a:lnTo>
                  <a:pt x="1018434" y="295700"/>
                </a:lnTo>
                <a:lnTo>
                  <a:pt x="1018026" y="296614"/>
                </a:lnTo>
                <a:lnTo>
                  <a:pt x="1017636" y="297542"/>
                </a:lnTo>
                <a:lnTo>
                  <a:pt x="1017265" y="298482"/>
                </a:lnTo>
                <a:lnTo>
                  <a:pt x="1016911" y="299434"/>
                </a:lnTo>
                <a:lnTo>
                  <a:pt x="1016575" y="300400"/>
                </a:lnTo>
                <a:lnTo>
                  <a:pt x="1016258" y="301378"/>
                </a:lnTo>
                <a:lnTo>
                  <a:pt x="1015959" y="302369"/>
                </a:lnTo>
                <a:lnTo>
                  <a:pt x="1015678" y="303373"/>
                </a:lnTo>
                <a:lnTo>
                  <a:pt x="1015415" y="304389"/>
                </a:lnTo>
                <a:lnTo>
                  <a:pt x="1015170" y="305418"/>
                </a:lnTo>
                <a:lnTo>
                  <a:pt x="1014943" y="306460"/>
                </a:lnTo>
                <a:lnTo>
                  <a:pt x="1014735" y="307515"/>
                </a:lnTo>
                <a:lnTo>
                  <a:pt x="1014544" y="308582"/>
                </a:lnTo>
                <a:lnTo>
                  <a:pt x="1014372" y="309662"/>
                </a:lnTo>
                <a:lnTo>
                  <a:pt x="1014218" y="310754"/>
                </a:lnTo>
                <a:lnTo>
                  <a:pt x="1014082" y="311860"/>
                </a:lnTo>
                <a:lnTo>
                  <a:pt x="1013964" y="312978"/>
                </a:lnTo>
                <a:lnTo>
                  <a:pt x="1013864" y="314109"/>
                </a:lnTo>
                <a:lnTo>
                  <a:pt x="1013782" y="315252"/>
                </a:lnTo>
                <a:lnTo>
                  <a:pt x="1013719" y="316409"/>
                </a:lnTo>
                <a:lnTo>
                  <a:pt x="1013674" y="317577"/>
                </a:lnTo>
                <a:lnTo>
                  <a:pt x="1013646" y="318759"/>
                </a:lnTo>
                <a:lnTo>
                  <a:pt x="1013637" y="319954"/>
                </a:lnTo>
                <a:lnTo>
                  <a:pt x="1013646" y="321138"/>
                </a:lnTo>
                <a:lnTo>
                  <a:pt x="1013674" y="322310"/>
                </a:lnTo>
                <a:lnTo>
                  <a:pt x="1013719" y="323470"/>
                </a:lnTo>
                <a:lnTo>
                  <a:pt x="1013782" y="324617"/>
                </a:lnTo>
                <a:lnTo>
                  <a:pt x="1013864" y="325751"/>
                </a:lnTo>
                <a:lnTo>
                  <a:pt x="1013964" y="326873"/>
                </a:lnTo>
                <a:lnTo>
                  <a:pt x="1014082" y="327982"/>
                </a:lnTo>
                <a:lnTo>
                  <a:pt x="1014218" y="329079"/>
                </a:lnTo>
                <a:lnTo>
                  <a:pt x="1014372" y="330164"/>
                </a:lnTo>
                <a:lnTo>
                  <a:pt x="1014544" y="331236"/>
                </a:lnTo>
                <a:lnTo>
                  <a:pt x="1014735" y="332295"/>
                </a:lnTo>
                <a:lnTo>
                  <a:pt x="1014943" y="333342"/>
                </a:lnTo>
                <a:lnTo>
                  <a:pt x="1015170" y="334376"/>
                </a:lnTo>
                <a:lnTo>
                  <a:pt x="1015415" y="335398"/>
                </a:lnTo>
                <a:lnTo>
                  <a:pt x="1015678" y="336408"/>
                </a:lnTo>
                <a:lnTo>
                  <a:pt x="1015959" y="337405"/>
                </a:lnTo>
                <a:lnTo>
                  <a:pt x="1016258" y="338389"/>
                </a:lnTo>
                <a:lnTo>
                  <a:pt x="1016575" y="339361"/>
                </a:lnTo>
                <a:lnTo>
                  <a:pt x="1016911" y="340320"/>
                </a:lnTo>
                <a:lnTo>
                  <a:pt x="1017265" y="341267"/>
                </a:lnTo>
                <a:lnTo>
                  <a:pt x="1017636" y="342201"/>
                </a:lnTo>
                <a:lnTo>
                  <a:pt x="1018026" y="343123"/>
                </a:lnTo>
                <a:lnTo>
                  <a:pt x="1018434" y="344033"/>
                </a:lnTo>
                <a:lnTo>
                  <a:pt x="1018861" y="344929"/>
                </a:lnTo>
                <a:lnTo>
                  <a:pt x="1019308" y="345812"/>
                </a:lnTo>
                <a:lnTo>
                  <a:pt x="1019770" y="346678"/>
                </a:lnTo>
                <a:lnTo>
                  <a:pt x="1020245" y="347527"/>
                </a:lnTo>
                <a:lnTo>
                  <a:pt x="1020735" y="348360"/>
                </a:lnTo>
                <a:lnTo>
                  <a:pt x="1021239" y="349176"/>
                </a:lnTo>
                <a:lnTo>
                  <a:pt x="1021758" y="349976"/>
                </a:lnTo>
                <a:lnTo>
                  <a:pt x="1022290" y="350760"/>
                </a:lnTo>
                <a:lnTo>
                  <a:pt x="1022837" y="351527"/>
                </a:lnTo>
                <a:lnTo>
                  <a:pt x="1023397" y="352278"/>
                </a:lnTo>
                <a:lnTo>
                  <a:pt x="1023972" y="353012"/>
                </a:lnTo>
                <a:lnTo>
                  <a:pt x="1024561" y="353729"/>
                </a:lnTo>
                <a:lnTo>
                  <a:pt x="1025165" y="354430"/>
                </a:lnTo>
                <a:lnTo>
                  <a:pt x="1025782" y="355115"/>
                </a:lnTo>
                <a:lnTo>
                  <a:pt x="1026414" y="355783"/>
                </a:lnTo>
                <a:lnTo>
                  <a:pt x="1027060" y="356435"/>
                </a:lnTo>
                <a:lnTo>
                  <a:pt x="1027720" y="357070"/>
                </a:lnTo>
                <a:lnTo>
                  <a:pt x="1028394" y="357689"/>
                </a:lnTo>
                <a:lnTo>
                  <a:pt x="1029082" y="358292"/>
                </a:lnTo>
                <a:lnTo>
                  <a:pt x="1029785" y="358878"/>
                </a:lnTo>
                <a:lnTo>
                  <a:pt x="1030501" y="359447"/>
                </a:lnTo>
                <a:lnTo>
                  <a:pt x="1031232" y="360000"/>
                </a:lnTo>
                <a:lnTo>
                  <a:pt x="1031977" y="360536"/>
                </a:lnTo>
                <a:lnTo>
                  <a:pt x="1032737" y="361056"/>
                </a:lnTo>
                <a:lnTo>
                  <a:pt x="1033510" y="361560"/>
                </a:lnTo>
                <a:lnTo>
                  <a:pt x="1034301" y="362045"/>
                </a:lnTo>
                <a:lnTo>
                  <a:pt x="1035102" y="362509"/>
                </a:lnTo>
                <a:lnTo>
                  <a:pt x="1035914" y="362953"/>
                </a:lnTo>
                <a:lnTo>
                  <a:pt x="1036737" y="363376"/>
                </a:lnTo>
                <a:lnTo>
                  <a:pt x="1037570" y="363779"/>
                </a:lnTo>
                <a:lnTo>
                  <a:pt x="1038414" y="364160"/>
                </a:lnTo>
                <a:lnTo>
                  <a:pt x="1039269" y="364522"/>
                </a:lnTo>
                <a:lnTo>
                  <a:pt x="1040134" y="364862"/>
                </a:lnTo>
                <a:lnTo>
                  <a:pt x="1041010" y="365182"/>
                </a:lnTo>
                <a:lnTo>
                  <a:pt x="1041897" y="365481"/>
                </a:lnTo>
                <a:lnTo>
                  <a:pt x="1042794" y="365760"/>
                </a:lnTo>
                <a:lnTo>
                  <a:pt x="1043701" y="366018"/>
                </a:lnTo>
                <a:lnTo>
                  <a:pt x="1044620" y="366255"/>
                </a:lnTo>
                <a:lnTo>
                  <a:pt x="1045549" y="366472"/>
                </a:lnTo>
                <a:lnTo>
                  <a:pt x="1046489" y="366668"/>
                </a:lnTo>
                <a:lnTo>
                  <a:pt x="1047439" y="366843"/>
                </a:lnTo>
                <a:lnTo>
                  <a:pt x="1048400" y="366998"/>
                </a:lnTo>
                <a:lnTo>
                  <a:pt x="1049371" y="367132"/>
                </a:lnTo>
                <a:lnTo>
                  <a:pt x="1050353" y="367246"/>
                </a:lnTo>
                <a:lnTo>
                  <a:pt x="1051346" y="367339"/>
                </a:lnTo>
                <a:lnTo>
                  <a:pt x="1052350" y="367411"/>
                </a:lnTo>
                <a:lnTo>
                  <a:pt x="1053364" y="367462"/>
                </a:lnTo>
                <a:lnTo>
                  <a:pt x="1054388" y="367493"/>
                </a:lnTo>
                <a:lnTo>
                  <a:pt x="1055424" y="367504"/>
                </a:lnTo>
                <a:lnTo>
                  <a:pt x="1056459" y="367493"/>
                </a:lnTo>
                <a:lnTo>
                  <a:pt x="1057483" y="367462"/>
                </a:lnTo>
                <a:lnTo>
                  <a:pt x="1058497" y="367411"/>
                </a:lnTo>
                <a:lnTo>
                  <a:pt x="1059500" y="367339"/>
                </a:lnTo>
                <a:lnTo>
                  <a:pt x="1060492" y="367246"/>
                </a:lnTo>
                <a:close/>
                <a:moveTo>
                  <a:pt x="1051617" y="354565"/>
                </a:moveTo>
                <a:lnTo>
                  <a:pt x="1050891" y="354472"/>
                </a:lnTo>
                <a:lnTo>
                  <a:pt x="1050176" y="354362"/>
                </a:lnTo>
                <a:lnTo>
                  <a:pt x="1049473" y="354235"/>
                </a:lnTo>
                <a:lnTo>
                  <a:pt x="1048782" y="354092"/>
                </a:lnTo>
                <a:lnTo>
                  <a:pt x="1048103" y="353931"/>
                </a:lnTo>
                <a:lnTo>
                  <a:pt x="1047435" y="353754"/>
                </a:lnTo>
                <a:lnTo>
                  <a:pt x="1046778" y="353560"/>
                </a:lnTo>
                <a:lnTo>
                  <a:pt x="1046134" y="353349"/>
                </a:lnTo>
                <a:lnTo>
                  <a:pt x="1045501" y="353121"/>
                </a:lnTo>
                <a:lnTo>
                  <a:pt x="1044880" y="352876"/>
                </a:lnTo>
                <a:lnTo>
                  <a:pt x="1044270" y="352614"/>
                </a:lnTo>
                <a:lnTo>
                  <a:pt x="1043672" y="352336"/>
                </a:lnTo>
                <a:lnTo>
                  <a:pt x="1043086" y="352040"/>
                </a:lnTo>
                <a:lnTo>
                  <a:pt x="1042512" y="351728"/>
                </a:lnTo>
                <a:lnTo>
                  <a:pt x="1041949" y="351399"/>
                </a:lnTo>
                <a:lnTo>
                  <a:pt x="1041397" y="351052"/>
                </a:lnTo>
                <a:lnTo>
                  <a:pt x="1040858" y="350689"/>
                </a:lnTo>
                <a:lnTo>
                  <a:pt x="1040330" y="350309"/>
                </a:lnTo>
                <a:lnTo>
                  <a:pt x="1039814" y="349913"/>
                </a:lnTo>
                <a:lnTo>
                  <a:pt x="1039309" y="349502"/>
                </a:lnTo>
                <a:lnTo>
                  <a:pt x="1038815" y="349081"/>
                </a:lnTo>
                <a:lnTo>
                  <a:pt x="1038333" y="348649"/>
                </a:lnTo>
                <a:lnTo>
                  <a:pt x="1037861" y="348206"/>
                </a:lnTo>
                <a:lnTo>
                  <a:pt x="1037400" y="347753"/>
                </a:lnTo>
                <a:lnTo>
                  <a:pt x="1036951" y="347290"/>
                </a:lnTo>
                <a:lnTo>
                  <a:pt x="1036512" y="346815"/>
                </a:lnTo>
                <a:lnTo>
                  <a:pt x="1036085" y="346330"/>
                </a:lnTo>
                <a:lnTo>
                  <a:pt x="1035669" y="345835"/>
                </a:lnTo>
                <a:lnTo>
                  <a:pt x="1035263" y="345328"/>
                </a:lnTo>
                <a:lnTo>
                  <a:pt x="1034869" y="344812"/>
                </a:lnTo>
                <a:lnTo>
                  <a:pt x="1034486" y="344284"/>
                </a:lnTo>
                <a:lnTo>
                  <a:pt x="1034113" y="343746"/>
                </a:lnTo>
                <a:lnTo>
                  <a:pt x="1033752" y="343197"/>
                </a:lnTo>
                <a:lnTo>
                  <a:pt x="1033402" y="342638"/>
                </a:lnTo>
                <a:lnTo>
                  <a:pt x="1033063" y="342068"/>
                </a:lnTo>
                <a:lnTo>
                  <a:pt x="1032735" y="341487"/>
                </a:lnTo>
                <a:lnTo>
                  <a:pt x="1032418" y="340896"/>
                </a:lnTo>
                <a:lnTo>
                  <a:pt x="1032112" y="340294"/>
                </a:lnTo>
                <a:lnTo>
                  <a:pt x="1031817" y="339681"/>
                </a:lnTo>
                <a:lnTo>
                  <a:pt x="1031533" y="339058"/>
                </a:lnTo>
                <a:lnTo>
                  <a:pt x="1031261" y="338424"/>
                </a:lnTo>
                <a:lnTo>
                  <a:pt x="1030999" y="337780"/>
                </a:lnTo>
                <a:lnTo>
                  <a:pt x="1030748" y="337124"/>
                </a:lnTo>
                <a:lnTo>
                  <a:pt x="1030508" y="336462"/>
                </a:lnTo>
                <a:lnTo>
                  <a:pt x="1030278" y="335794"/>
                </a:lnTo>
                <a:lnTo>
                  <a:pt x="1030059" y="335123"/>
                </a:lnTo>
                <a:lnTo>
                  <a:pt x="1029849" y="334446"/>
                </a:lnTo>
                <a:lnTo>
                  <a:pt x="1029650" y="333765"/>
                </a:lnTo>
                <a:lnTo>
                  <a:pt x="1029461" y="333079"/>
                </a:lnTo>
                <a:lnTo>
                  <a:pt x="1029282" y="332389"/>
                </a:lnTo>
                <a:lnTo>
                  <a:pt x="1029114" y="331694"/>
                </a:lnTo>
                <a:lnTo>
                  <a:pt x="1028956" y="330995"/>
                </a:lnTo>
                <a:lnTo>
                  <a:pt x="1028807" y="330291"/>
                </a:lnTo>
                <a:lnTo>
                  <a:pt x="1028670" y="329582"/>
                </a:lnTo>
                <a:lnTo>
                  <a:pt x="1028542" y="328869"/>
                </a:lnTo>
                <a:lnTo>
                  <a:pt x="1028424" y="328151"/>
                </a:lnTo>
                <a:lnTo>
                  <a:pt x="1028317" y="327429"/>
                </a:lnTo>
                <a:lnTo>
                  <a:pt x="1028220" y="326702"/>
                </a:lnTo>
                <a:lnTo>
                  <a:pt x="1028133" y="325971"/>
                </a:lnTo>
                <a:lnTo>
                  <a:pt x="1028057" y="325235"/>
                </a:lnTo>
                <a:lnTo>
                  <a:pt x="1027990" y="324494"/>
                </a:lnTo>
                <a:lnTo>
                  <a:pt x="1027934" y="323749"/>
                </a:lnTo>
                <a:lnTo>
                  <a:pt x="1027888" y="322999"/>
                </a:lnTo>
                <a:lnTo>
                  <a:pt x="1027852" y="322244"/>
                </a:lnTo>
                <a:lnTo>
                  <a:pt x="1027827" y="321485"/>
                </a:lnTo>
                <a:lnTo>
                  <a:pt x="1027811" y="320722"/>
                </a:lnTo>
                <a:lnTo>
                  <a:pt x="1027806" y="319954"/>
                </a:lnTo>
                <a:lnTo>
                  <a:pt x="1027811" y="319185"/>
                </a:lnTo>
                <a:lnTo>
                  <a:pt x="1027827" y="318421"/>
                </a:lnTo>
                <a:lnTo>
                  <a:pt x="1027852" y="317662"/>
                </a:lnTo>
                <a:lnTo>
                  <a:pt x="1027888" y="316907"/>
                </a:lnTo>
                <a:lnTo>
                  <a:pt x="1027934" y="316156"/>
                </a:lnTo>
                <a:lnTo>
                  <a:pt x="1027990" y="315409"/>
                </a:lnTo>
                <a:lnTo>
                  <a:pt x="1028057" y="314667"/>
                </a:lnTo>
                <a:lnTo>
                  <a:pt x="1028133" y="313930"/>
                </a:lnTo>
                <a:lnTo>
                  <a:pt x="1028220" y="313196"/>
                </a:lnTo>
                <a:lnTo>
                  <a:pt x="1028317" y="312468"/>
                </a:lnTo>
                <a:lnTo>
                  <a:pt x="1028424" y="311743"/>
                </a:lnTo>
                <a:lnTo>
                  <a:pt x="1028542" y="311023"/>
                </a:lnTo>
                <a:lnTo>
                  <a:pt x="1028670" y="310307"/>
                </a:lnTo>
                <a:lnTo>
                  <a:pt x="1028807" y="309596"/>
                </a:lnTo>
                <a:lnTo>
                  <a:pt x="1028956" y="308889"/>
                </a:lnTo>
                <a:lnTo>
                  <a:pt x="1029114" y="308186"/>
                </a:lnTo>
                <a:lnTo>
                  <a:pt x="1029282" y="307488"/>
                </a:lnTo>
                <a:lnTo>
                  <a:pt x="1029461" y="306794"/>
                </a:lnTo>
                <a:lnTo>
                  <a:pt x="1029650" y="306104"/>
                </a:lnTo>
                <a:lnTo>
                  <a:pt x="1029849" y="305419"/>
                </a:lnTo>
                <a:lnTo>
                  <a:pt x="1030059" y="304739"/>
                </a:lnTo>
                <a:lnTo>
                  <a:pt x="1030278" y="304062"/>
                </a:lnTo>
                <a:lnTo>
                  <a:pt x="1030508" y="303390"/>
                </a:lnTo>
                <a:lnTo>
                  <a:pt x="1030748" y="302723"/>
                </a:lnTo>
                <a:lnTo>
                  <a:pt x="1030999" y="302063"/>
                </a:lnTo>
                <a:lnTo>
                  <a:pt x="1031261" y="301413"/>
                </a:lnTo>
                <a:lnTo>
                  <a:pt x="1031533" y="300774"/>
                </a:lnTo>
                <a:lnTo>
                  <a:pt x="1031817" y="300146"/>
                </a:lnTo>
                <a:lnTo>
                  <a:pt x="1032112" y="299528"/>
                </a:lnTo>
                <a:lnTo>
                  <a:pt x="1032418" y="298921"/>
                </a:lnTo>
                <a:lnTo>
                  <a:pt x="1032735" y="298325"/>
                </a:lnTo>
                <a:lnTo>
                  <a:pt x="1033063" y="297739"/>
                </a:lnTo>
                <a:lnTo>
                  <a:pt x="1033402" y="297164"/>
                </a:lnTo>
                <a:lnTo>
                  <a:pt x="1033752" y="296600"/>
                </a:lnTo>
                <a:lnTo>
                  <a:pt x="1034113" y="296046"/>
                </a:lnTo>
                <a:lnTo>
                  <a:pt x="1034486" y="295503"/>
                </a:lnTo>
                <a:lnTo>
                  <a:pt x="1034869" y="294971"/>
                </a:lnTo>
                <a:lnTo>
                  <a:pt x="1035263" y="294449"/>
                </a:lnTo>
                <a:lnTo>
                  <a:pt x="1035669" y="293937"/>
                </a:lnTo>
                <a:lnTo>
                  <a:pt x="1036085" y="293437"/>
                </a:lnTo>
                <a:lnTo>
                  <a:pt x="1036512" y="292947"/>
                </a:lnTo>
                <a:lnTo>
                  <a:pt x="1036951" y="292467"/>
                </a:lnTo>
                <a:lnTo>
                  <a:pt x="1037400" y="291999"/>
                </a:lnTo>
                <a:lnTo>
                  <a:pt x="1037861" y="291541"/>
                </a:lnTo>
                <a:lnTo>
                  <a:pt x="1038333" y="291093"/>
                </a:lnTo>
                <a:lnTo>
                  <a:pt x="1038815" y="290656"/>
                </a:lnTo>
                <a:lnTo>
                  <a:pt x="1039309" y="290230"/>
                </a:lnTo>
                <a:lnTo>
                  <a:pt x="1039814" y="289814"/>
                </a:lnTo>
                <a:lnTo>
                  <a:pt x="1040330" y="289413"/>
                </a:lnTo>
                <a:lnTo>
                  <a:pt x="1040858" y="289028"/>
                </a:lnTo>
                <a:lnTo>
                  <a:pt x="1041397" y="288661"/>
                </a:lnTo>
                <a:lnTo>
                  <a:pt x="1041949" y="288310"/>
                </a:lnTo>
                <a:lnTo>
                  <a:pt x="1042512" y="287977"/>
                </a:lnTo>
                <a:lnTo>
                  <a:pt x="1043086" y="287661"/>
                </a:lnTo>
                <a:lnTo>
                  <a:pt x="1043672" y="287361"/>
                </a:lnTo>
                <a:lnTo>
                  <a:pt x="1044270" y="287079"/>
                </a:lnTo>
                <a:lnTo>
                  <a:pt x="1044880" y="286814"/>
                </a:lnTo>
                <a:lnTo>
                  <a:pt x="1045501" y="286567"/>
                </a:lnTo>
                <a:lnTo>
                  <a:pt x="1046134" y="286336"/>
                </a:lnTo>
                <a:lnTo>
                  <a:pt x="1046778" y="286122"/>
                </a:lnTo>
                <a:lnTo>
                  <a:pt x="1047435" y="285926"/>
                </a:lnTo>
                <a:lnTo>
                  <a:pt x="1048103" y="285746"/>
                </a:lnTo>
                <a:lnTo>
                  <a:pt x="1048782" y="285584"/>
                </a:lnTo>
                <a:lnTo>
                  <a:pt x="1049473" y="285438"/>
                </a:lnTo>
                <a:lnTo>
                  <a:pt x="1050176" y="285310"/>
                </a:lnTo>
                <a:lnTo>
                  <a:pt x="1050891" y="285199"/>
                </a:lnTo>
                <a:lnTo>
                  <a:pt x="1051617" y="285105"/>
                </a:lnTo>
                <a:lnTo>
                  <a:pt x="1052355" y="285028"/>
                </a:lnTo>
                <a:lnTo>
                  <a:pt x="1053105" y="284968"/>
                </a:lnTo>
                <a:lnTo>
                  <a:pt x="1053866" y="284926"/>
                </a:lnTo>
                <a:lnTo>
                  <a:pt x="1054639" y="284900"/>
                </a:lnTo>
                <a:lnTo>
                  <a:pt x="1055424" y="284891"/>
                </a:lnTo>
                <a:lnTo>
                  <a:pt x="1056209" y="284900"/>
                </a:lnTo>
                <a:lnTo>
                  <a:pt x="1056981" y="284926"/>
                </a:lnTo>
                <a:lnTo>
                  <a:pt x="1057743" y="284968"/>
                </a:lnTo>
                <a:lnTo>
                  <a:pt x="1058492" y="285028"/>
                </a:lnTo>
                <a:lnTo>
                  <a:pt x="1059230" y="285105"/>
                </a:lnTo>
                <a:lnTo>
                  <a:pt x="1059957" y="285199"/>
                </a:lnTo>
                <a:lnTo>
                  <a:pt x="1060671" y="285310"/>
                </a:lnTo>
                <a:lnTo>
                  <a:pt x="1061374" y="285438"/>
                </a:lnTo>
                <a:lnTo>
                  <a:pt x="1062066" y="285584"/>
                </a:lnTo>
                <a:lnTo>
                  <a:pt x="1062745" y="285746"/>
                </a:lnTo>
                <a:lnTo>
                  <a:pt x="1063413" y="285926"/>
                </a:lnTo>
                <a:lnTo>
                  <a:pt x="1064069" y="286122"/>
                </a:lnTo>
                <a:lnTo>
                  <a:pt x="1064714" y="286336"/>
                </a:lnTo>
                <a:lnTo>
                  <a:pt x="1065347" y="286567"/>
                </a:lnTo>
                <a:lnTo>
                  <a:pt x="1065968" y="286814"/>
                </a:lnTo>
                <a:lnTo>
                  <a:pt x="1066578" y="287079"/>
                </a:lnTo>
                <a:lnTo>
                  <a:pt x="1067175" y="287361"/>
                </a:lnTo>
                <a:lnTo>
                  <a:pt x="1067762" y="287661"/>
                </a:lnTo>
                <a:lnTo>
                  <a:pt x="1068336" y="287977"/>
                </a:lnTo>
                <a:lnTo>
                  <a:pt x="1068899" y="288310"/>
                </a:lnTo>
                <a:lnTo>
                  <a:pt x="1069450" y="288661"/>
                </a:lnTo>
                <a:lnTo>
                  <a:pt x="1069990" y="289028"/>
                </a:lnTo>
                <a:lnTo>
                  <a:pt x="1070518" y="289413"/>
                </a:lnTo>
                <a:lnTo>
                  <a:pt x="1071034" y="289814"/>
                </a:lnTo>
                <a:lnTo>
                  <a:pt x="1071539" y="290230"/>
                </a:lnTo>
                <a:lnTo>
                  <a:pt x="1072032" y="290656"/>
                </a:lnTo>
                <a:lnTo>
                  <a:pt x="1072515" y="291093"/>
                </a:lnTo>
                <a:lnTo>
                  <a:pt x="1072987" y="291541"/>
                </a:lnTo>
                <a:lnTo>
                  <a:pt x="1073447" y="291999"/>
                </a:lnTo>
                <a:lnTo>
                  <a:pt x="1073897" y="292467"/>
                </a:lnTo>
                <a:lnTo>
                  <a:pt x="1074335" y="292947"/>
                </a:lnTo>
                <a:lnTo>
                  <a:pt x="1074763" y="293437"/>
                </a:lnTo>
                <a:lnTo>
                  <a:pt x="1075179" y="293937"/>
                </a:lnTo>
                <a:lnTo>
                  <a:pt x="1075585" y="294449"/>
                </a:lnTo>
                <a:lnTo>
                  <a:pt x="1075979" y="294971"/>
                </a:lnTo>
                <a:lnTo>
                  <a:pt x="1076362" y="295503"/>
                </a:lnTo>
                <a:lnTo>
                  <a:pt x="1076734" y="296046"/>
                </a:lnTo>
                <a:lnTo>
                  <a:pt x="1077096" y="296600"/>
                </a:lnTo>
                <a:lnTo>
                  <a:pt x="1077446" y="297164"/>
                </a:lnTo>
                <a:lnTo>
                  <a:pt x="1077785" y="297739"/>
                </a:lnTo>
                <a:lnTo>
                  <a:pt x="1078113" y="298325"/>
                </a:lnTo>
                <a:lnTo>
                  <a:pt x="1078430" y="298921"/>
                </a:lnTo>
                <a:lnTo>
                  <a:pt x="1078736" y="299528"/>
                </a:lnTo>
                <a:lnTo>
                  <a:pt x="1079031" y="300146"/>
                </a:lnTo>
                <a:lnTo>
                  <a:pt x="1079314" y="300774"/>
                </a:lnTo>
                <a:lnTo>
                  <a:pt x="1079587" y="301413"/>
                </a:lnTo>
                <a:lnTo>
                  <a:pt x="1079849" y="302063"/>
                </a:lnTo>
                <a:lnTo>
                  <a:pt x="1080100" y="302723"/>
                </a:lnTo>
                <a:lnTo>
                  <a:pt x="1080340" y="303390"/>
                </a:lnTo>
                <a:lnTo>
                  <a:pt x="1080569" y="304062"/>
                </a:lnTo>
                <a:lnTo>
                  <a:pt x="1080789" y="304739"/>
                </a:lnTo>
                <a:lnTo>
                  <a:pt x="1080998" y="305419"/>
                </a:lnTo>
                <a:lnTo>
                  <a:pt x="1081198" y="306104"/>
                </a:lnTo>
                <a:lnTo>
                  <a:pt x="1081387" y="306794"/>
                </a:lnTo>
                <a:lnTo>
                  <a:pt x="1081565" y="307488"/>
                </a:lnTo>
                <a:lnTo>
                  <a:pt x="1081734" y="308186"/>
                </a:lnTo>
                <a:lnTo>
                  <a:pt x="1081892" y="308889"/>
                </a:lnTo>
                <a:lnTo>
                  <a:pt x="1082040" y="309596"/>
                </a:lnTo>
                <a:lnTo>
                  <a:pt x="1082178" y="310307"/>
                </a:lnTo>
                <a:lnTo>
                  <a:pt x="1082306" y="311023"/>
                </a:lnTo>
                <a:lnTo>
                  <a:pt x="1082423" y="311743"/>
                </a:lnTo>
                <a:lnTo>
                  <a:pt x="1082531" y="312468"/>
                </a:lnTo>
                <a:lnTo>
                  <a:pt x="1082628" y="313196"/>
                </a:lnTo>
                <a:lnTo>
                  <a:pt x="1082715" y="313930"/>
                </a:lnTo>
                <a:lnTo>
                  <a:pt x="1082791" y="314667"/>
                </a:lnTo>
                <a:lnTo>
                  <a:pt x="1082858" y="315409"/>
                </a:lnTo>
                <a:lnTo>
                  <a:pt x="1082914" y="316156"/>
                </a:lnTo>
                <a:lnTo>
                  <a:pt x="1082960" y="316907"/>
                </a:lnTo>
                <a:lnTo>
                  <a:pt x="1082995" y="317662"/>
                </a:lnTo>
                <a:lnTo>
                  <a:pt x="1083021" y="318421"/>
                </a:lnTo>
                <a:lnTo>
                  <a:pt x="1083036" y="319185"/>
                </a:lnTo>
                <a:lnTo>
                  <a:pt x="1083041" y="319954"/>
                </a:lnTo>
                <a:lnTo>
                  <a:pt x="1083036" y="320722"/>
                </a:lnTo>
                <a:lnTo>
                  <a:pt x="1083021" y="321485"/>
                </a:lnTo>
                <a:lnTo>
                  <a:pt x="1082995" y="322244"/>
                </a:lnTo>
                <a:lnTo>
                  <a:pt x="1082960" y="322999"/>
                </a:lnTo>
                <a:lnTo>
                  <a:pt x="1082914" y="323749"/>
                </a:lnTo>
                <a:lnTo>
                  <a:pt x="1082858" y="324494"/>
                </a:lnTo>
                <a:lnTo>
                  <a:pt x="1082791" y="325235"/>
                </a:lnTo>
                <a:lnTo>
                  <a:pt x="1082715" y="325971"/>
                </a:lnTo>
                <a:lnTo>
                  <a:pt x="1082628" y="326702"/>
                </a:lnTo>
                <a:lnTo>
                  <a:pt x="1082531" y="327429"/>
                </a:lnTo>
                <a:lnTo>
                  <a:pt x="1082423" y="328151"/>
                </a:lnTo>
                <a:lnTo>
                  <a:pt x="1082306" y="328869"/>
                </a:lnTo>
                <a:lnTo>
                  <a:pt x="1082178" y="329582"/>
                </a:lnTo>
                <a:lnTo>
                  <a:pt x="1082040" y="330291"/>
                </a:lnTo>
                <a:lnTo>
                  <a:pt x="1081892" y="330995"/>
                </a:lnTo>
                <a:lnTo>
                  <a:pt x="1081734" y="331694"/>
                </a:lnTo>
                <a:lnTo>
                  <a:pt x="1081565" y="332389"/>
                </a:lnTo>
                <a:lnTo>
                  <a:pt x="1081387" y="333079"/>
                </a:lnTo>
                <a:lnTo>
                  <a:pt x="1081198" y="333765"/>
                </a:lnTo>
                <a:lnTo>
                  <a:pt x="1080998" y="334446"/>
                </a:lnTo>
                <a:lnTo>
                  <a:pt x="1080789" y="335123"/>
                </a:lnTo>
                <a:lnTo>
                  <a:pt x="1080569" y="335794"/>
                </a:lnTo>
                <a:lnTo>
                  <a:pt x="1080340" y="336462"/>
                </a:lnTo>
                <a:lnTo>
                  <a:pt x="1080100" y="337124"/>
                </a:lnTo>
                <a:lnTo>
                  <a:pt x="1079849" y="337780"/>
                </a:lnTo>
                <a:lnTo>
                  <a:pt x="1079587" y="338424"/>
                </a:lnTo>
                <a:lnTo>
                  <a:pt x="1079314" y="339058"/>
                </a:lnTo>
                <a:lnTo>
                  <a:pt x="1079031" y="339681"/>
                </a:lnTo>
                <a:lnTo>
                  <a:pt x="1078736" y="340294"/>
                </a:lnTo>
                <a:lnTo>
                  <a:pt x="1078430" y="340896"/>
                </a:lnTo>
                <a:lnTo>
                  <a:pt x="1078113" y="341487"/>
                </a:lnTo>
                <a:lnTo>
                  <a:pt x="1077785" y="342068"/>
                </a:lnTo>
                <a:lnTo>
                  <a:pt x="1077446" y="342638"/>
                </a:lnTo>
                <a:lnTo>
                  <a:pt x="1077096" y="343197"/>
                </a:lnTo>
                <a:lnTo>
                  <a:pt x="1076734" y="343746"/>
                </a:lnTo>
                <a:lnTo>
                  <a:pt x="1076362" y="344284"/>
                </a:lnTo>
                <a:lnTo>
                  <a:pt x="1075979" y="344812"/>
                </a:lnTo>
                <a:lnTo>
                  <a:pt x="1075585" y="345328"/>
                </a:lnTo>
                <a:lnTo>
                  <a:pt x="1075179" y="345835"/>
                </a:lnTo>
                <a:lnTo>
                  <a:pt x="1074763" y="346330"/>
                </a:lnTo>
                <a:lnTo>
                  <a:pt x="1074335" y="346815"/>
                </a:lnTo>
                <a:lnTo>
                  <a:pt x="1073897" y="347290"/>
                </a:lnTo>
                <a:lnTo>
                  <a:pt x="1073447" y="347753"/>
                </a:lnTo>
                <a:lnTo>
                  <a:pt x="1072987" y="348206"/>
                </a:lnTo>
                <a:lnTo>
                  <a:pt x="1072515" y="348649"/>
                </a:lnTo>
                <a:lnTo>
                  <a:pt x="1072032" y="349081"/>
                </a:lnTo>
                <a:lnTo>
                  <a:pt x="1071539" y="349502"/>
                </a:lnTo>
                <a:lnTo>
                  <a:pt x="1071034" y="349913"/>
                </a:lnTo>
                <a:lnTo>
                  <a:pt x="1070518" y="350309"/>
                </a:lnTo>
                <a:lnTo>
                  <a:pt x="1069990" y="350689"/>
                </a:lnTo>
                <a:lnTo>
                  <a:pt x="1069450" y="351052"/>
                </a:lnTo>
                <a:lnTo>
                  <a:pt x="1068899" y="351399"/>
                </a:lnTo>
                <a:lnTo>
                  <a:pt x="1068336" y="351728"/>
                </a:lnTo>
                <a:lnTo>
                  <a:pt x="1067762" y="352040"/>
                </a:lnTo>
                <a:lnTo>
                  <a:pt x="1067175" y="352336"/>
                </a:lnTo>
                <a:lnTo>
                  <a:pt x="1066578" y="352614"/>
                </a:lnTo>
                <a:lnTo>
                  <a:pt x="1065968" y="352876"/>
                </a:lnTo>
                <a:lnTo>
                  <a:pt x="1065347" y="353121"/>
                </a:lnTo>
                <a:lnTo>
                  <a:pt x="1064714" y="353349"/>
                </a:lnTo>
                <a:lnTo>
                  <a:pt x="1064069" y="353560"/>
                </a:lnTo>
                <a:lnTo>
                  <a:pt x="1063413" y="353754"/>
                </a:lnTo>
                <a:lnTo>
                  <a:pt x="1062745" y="353931"/>
                </a:lnTo>
                <a:lnTo>
                  <a:pt x="1062066" y="354092"/>
                </a:lnTo>
                <a:lnTo>
                  <a:pt x="1061374" y="354235"/>
                </a:lnTo>
                <a:lnTo>
                  <a:pt x="1060671" y="354362"/>
                </a:lnTo>
                <a:lnTo>
                  <a:pt x="1059957" y="354472"/>
                </a:lnTo>
                <a:lnTo>
                  <a:pt x="1059230" y="354565"/>
                </a:lnTo>
                <a:lnTo>
                  <a:pt x="1058492" y="354641"/>
                </a:lnTo>
                <a:lnTo>
                  <a:pt x="1057743" y="354700"/>
                </a:lnTo>
                <a:lnTo>
                  <a:pt x="1056981" y="354742"/>
                </a:lnTo>
                <a:lnTo>
                  <a:pt x="1056209" y="354767"/>
                </a:lnTo>
                <a:lnTo>
                  <a:pt x="1055424" y="354776"/>
                </a:lnTo>
                <a:lnTo>
                  <a:pt x="1054639" y="354767"/>
                </a:lnTo>
                <a:lnTo>
                  <a:pt x="1053866" y="354742"/>
                </a:lnTo>
                <a:lnTo>
                  <a:pt x="1053105" y="354700"/>
                </a:lnTo>
                <a:lnTo>
                  <a:pt x="1052355" y="354641"/>
                </a:lnTo>
                <a:lnTo>
                  <a:pt x="1051617" y="354565"/>
                </a:lnTo>
                <a:close/>
                <a:moveTo>
                  <a:pt x="828586" y="331348"/>
                </a:moveTo>
                <a:lnTo>
                  <a:pt x="828514" y="332010"/>
                </a:lnTo>
                <a:lnTo>
                  <a:pt x="828428" y="332661"/>
                </a:lnTo>
                <a:lnTo>
                  <a:pt x="828330" y="333302"/>
                </a:lnTo>
                <a:lnTo>
                  <a:pt x="828218" y="333932"/>
                </a:lnTo>
                <a:lnTo>
                  <a:pt x="828094" y="334552"/>
                </a:lnTo>
                <a:lnTo>
                  <a:pt x="827956" y="335160"/>
                </a:lnTo>
                <a:lnTo>
                  <a:pt x="827805" y="335759"/>
                </a:lnTo>
                <a:lnTo>
                  <a:pt x="827640" y="336346"/>
                </a:lnTo>
                <a:lnTo>
                  <a:pt x="827463" y="336923"/>
                </a:lnTo>
                <a:lnTo>
                  <a:pt x="827273" y="337489"/>
                </a:lnTo>
                <a:lnTo>
                  <a:pt x="827069" y="338045"/>
                </a:lnTo>
                <a:lnTo>
                  <a:pt x="826852" y="338590"/>
                </a:lnTo>
                <a:lnTo>
                  <a:pt x="826623" y="339124"/>
                </a:lnTo>
                <a:lnTo>
                  <a:pt x="826380" y="339648"/>
                </a:lnTo>
                <a:lnTo>
                  <a:pt x="826124" y="340161"/>
                </a:lnTo>
                <a:lnTo>
                  <a:pt x="825854" y="340664"/>
                </a:lnTo>
                <a:lnTo>
                  <a:pt x="825572" y="341156"/>
                </a:lnTo>
                <a:lnTo>
                  <a:pt x="825276" y="341637"/>
                </a:lnTo>
                <a:lnTo>
                  <a:pt x="824968" y="342108"/>
                </a:lnTo>
                <a:lnTo>
                  <a:pt x="824655" y="342568"/>
                </a:lnTo>
                <a:lnTo>
                  <a:pt x="824335" y="343018"/>
                </a:lnTo>
                <a:lnTo>
                  <a:pt x="824009" y="343458"/>
                </a:lnTo>
                <a:lnTo>
                  <a:pt x="823677" y="343889"/>
                </a:lnTo>
                <a:lnTo>
                  <a:pt x="823339" y="344309"/>
                </a:lnTo>
                <a:lnTo>
                  <a:pt x="822994" y="344719"/>
                </a:lnTo>
                <a:lnTo>
                  <a:pt x="822643" y="345120"/>
                </a:lnTo>
                <a:lnTo>
                  <a:pt x="822286" y="345510"/>
                </a:lnTo>
                <a:lnTo>
                  <a:pt x="821923" y="345890"/>
                </a:lnTo>
                <a:lnTo>
                  <a:pt x="821553" y="346260"/>
                </a:lnTo>
                <a:lnTo>
                  <a:pt x="821177" y="346620"/>
                </a:lnTo>
                <a:lnTo>
                  <a:pt x="820795" y="346971"/>
                </a:lnTo>
                <a:lnTo>
                  <a:pt x="820407" y="347311"/>
                </a:lnTo>
                <a:lnTo>
                  <a:pt x="820012" y="347641"/>
                </a:lnTo>
                <a:lnTo>
                  <a:pt x="819611" y="347961"/>
                </a:lnTo>
                <a:lnTo>
                  <a:pt x="819204" y="348272"/>
                </a:lnTo>
                <a:lnTo>
                  <a:pt x="818791" y="348572"/>
                </a:lnTo>
                <a:lnTo>
                  <a:pt x="818371" y="348862"/>
                </a:lnTo>
                <a:lnTo>
                  <a:pt x="817945" y="349142"/>
                </a:lnTo>
                <a:lnTo>
                  <a:pt x="817513" y="349412"/>
                </a:lnTo>
                <a:lnTo>
                  <a:pt x="817075" y="349672"/>
                </a:lnTo>
                <a:lnTo>
                  <a:pt x="816630" y="349923"/>
                </a:lnTo>
                <a:lnTo>
                  <a:pt x="816179" y="350163"/>
                </a:lnTo>
                <a:lnTo>
                  <a:pt x="815722" y="350393"/>
                </a:lnTo>
                <a:lnTo>
                  <a:pt x="815267" y="350613"/>
                </a:lnTo>
                <a:lnTo>
                  <a:pt x="814813" y="350824"/>
                </a:lnTo>
                <a:lnTo>
                  <a:pt x="814359" y="351026"/>
                </a:lnTo>
                <a:lnTo>
                  <a:pt x="813906" y="351218"/>
                </a:lnTo>
                <a:lnTo>
                  <a:pt x="813453" y="351401"/>
                </a:lnTo>
                <a:lnTo>
                  <a:pt x="813002" y="351575"/>
                </a:lnTo>
                <a:lnTo>
                  <a:pt x="812550" y="351739"/>
                </a:lnTo>
                <a:lnTo>
                  <a:pt x="812100" y="351894"/>
                </a:lnTo>
                <a:lnTo>
                  <a:pt x="811650" y="352039"/>
                </a:lnTo>
                <a:lnTo>
                  <a:pt x="811200" y="352175"/>
                </a:lnTo>
                <a:lnTo>
                  <a:pt x="810752" y="352302"/>
                </a:lnTo>
                <a:lnTo>
                  <a:pt x="810304" y="352419"/>
                </a:lnTo>
                <a:lnTo>
                  <a:pt x="809856" y="352527"/>
                </a:lnTo>
                <a:lnTo>
                  <a:pt x="809409" y="352626"/>
                </a:lnTo>
                <a:lnTo>
                  <a:pt x="808963" y="352715"/>
                </a:lnTo>
                <a:lnTo>
                  <a:pt x="808517" y="352794"/>
                </a:lnTo>
                <a:lnTo>
                  <a:pt x="808072" y="352865"/>
                </a:lnTo>
                <a:lnTo>
                  <a:pt x="807628" y="352926"/>
                </a:lnTo>
                <a:lnTo>
                  <a:pt x="807184" y="352977"/>
                </a:lnTo>
                <a:lnTo>
                  <a:pt x="806741" y="353020"/>
                </a:lnTo>
                <a:lnTo>
                  <a:pt x="806299" y="353052"/>
                </a:lnTo>
                <a:lnTo>
                  <a:pt x="805857" y="353076"/>
                </a:lnTo>
                <a:lnTo>
                  <a:pt x="805416" y="353090"/>
                </a:lnTo>
                <a:lnTo>
                  <a:pt x="804975" y="353095"/>
                </a:lnTo>
                <a:lnTo>
                  <a:pt x="804245" y="353084"/>
                </a:lnTo>
                <a:lnTo>
                  <a:pt x="803526" y="353053"/>
                </a:lnTo>
                <a:lnTo>
                  <a:pt x="802818" y="353001"/>
                </a:lnTo>
                <a:lnTo>
                  <a:pt x="802120" y="352928"/>
                </a:lnTo>
                <a:lnTo>
                  <a:pt x="801433" y="352834"/>
                </a:lnTo>
                <a:lnTo>
                  <a:pt x="800757" y="352719"/>
                </a:lnTo>
                <a:lnTo>
                  <a:pt x="800092" y="352584"/>
                </a:lnTo>
                <a:lnTo>
                  <a:pt x="799438" y="352428"/>
                </a:lnTo>
                <a:lnTo>
                  <a:pt x="798795" y="352250"/>
                </a:lnTo>
                <a:lnTo>
                  <a:pt x="798163" y="352052"/>
                </a:lnTo>
                <a:lnTo>
                  <a:pt x="797541" y="351833"/>
                </a:lnTo>
                <a:lnTo>
                  <a:pt x="796930" y="351594"/>
                </a:lnTo>
                <a:lnTo>
                  <a:pt x="796330" y="351333"/>
                </a:lnTo>
                <a:lnTo>
                  <a:pt x="795741" y="351052"/>
                </a:lnTo>
                <a:lnTo>
                  <a:pt x="795163" y="350749"/>
                </a:lnTo>
                <a:lnTo>
                  <a:pt x="794595" y="350426"/>
                </a:lnTo>
                <a:lnTo>
                  <a:pt x="794039" y="350082"/>
                </a:lnTo>
                <a:lnTo>
                  <a:pt x="793493" y="349717"/>
                </a:lnTo>
                <a:lnTo>
                  <a:pt x="792958" y="349332"/>
                </a:lnTo>
                <a:lnTo>
                  <a:pt x="792434" y="348925"/>
                </a:lnTo>
                <a:lnTo>
                  <a:pt x="791921" y="348498"/>
                </a:lnTo>
                <a:lnTo>
                  <a:pt x="791418" y="348050"/>
                </a:lnTo>
                <a:lnTo>
                  <a:pt x="790927" y="347581"/>
                </a:lnTo>
                <a:lnTo>
                  <a:pt x="790446" y="347091"/>
                </a:lnTo>
                <a:lnTo>
                  <a:pt x="789985" y="346583"/>
                </a:lnTo>
                <a:lnTo>
                  <a:pt x="789545" y="346062"/>
                </a:lnTo>
                <a:lnTo>
                  <a:pt x="789123" y="345526"/>
                </a:lnTo>
                <a:lnTo>
                  <a:pt x="788722" y="344976"/>
                </a:lnTo>
                <a:lnTo>
                  <a:pt x="788339" y="344412"/>
                </a:lnTo>
                <a:lnTo>
                  <a:pt x="787977" y="343834"/>
                </a:lnTo>
                <a:lnTo>
                  <a:pt x="787634" y="343241"/>
                </a:lnTo>
                <a:lnTo>
                  <a:pt x="787311" y="342635"/>
                </a:lnTo>
                <a:lnTo>
                  <a:pt x="787007" y="342014"/>
                </a:lnTo>
                <a:lnTo>
                  <a:pt x="786723" y="341379"/>
                </a:lnTo>
                <a:lnTo>
                  <a:pt x="786458" y="340730"/>
                </a:lnTo>
                <a:lnTo>
                  <a:pt x="786213" y="340066"/>
                </a:lnTo>
                <a:lnTo>
                  <a:pt x="785988" y="339389"/>
                </a:lnTo>
                <a:lnTo>
                  <a:pt x="785782" y="338697"/>
                </a:lnTo>
                <a:lnTo>
                  <a:pt x="785596" y="337991"/>
                </a:lnTo>
                <a:lnTo>
                  <a:pt x="785429" y="337271"/>
                </a:lnTo>
                <a:lnTo>
                  <a:pt x="785282" y="336537"/>
                </a:lnTo>
                <a:lnTo>
                  <a:pt x="785155" y="335789"/>
                </a:lnTo>
                <a:lnTo>
                  <a:pt x="785047" y="335026"/>
                </a:lnTo>
                <a:lnTo>
                  <a:pt x="784959" y="334249"/>
                </a:lnTo>
                <a:lnTo>
                  <a:pt x="784891" y="333458"/>
                </a:lnTo>
                <a:lnTo>
                  <a:pt x="784842" y="332653"/>
                </a:lnTo>
                <a:lnTo>
                  <a:pt x="784812" y="331834"/>
                </a:lnTo>
                <a:lnTo>
                  <a:pt x="784802" y="331001"/>
                </a:lnTo>
                <a:lnTo>
                  <a:pt x="784802" y="273364"/>
                </a:lnTo>
                <a:lnTo>
                  <a:pt x="770633" y="273364"/>
                </a:lnTo>
                <a:lnTo>
                  <a:pt x="770633" y="331961"/>
                </a:lnTo>
                <a:lnTo>
                  <a:pt x="770640" y="332935"/>
                </a:lnTo>
                <a:lnTo>
                  <a:pt x="770660" y="333895"/>
                </a:lnTo>
                <a:lnTo>
                  <a:pt x="770693" y="334840"/>
                </a:lnTo>
                <a:lnTo>
                  <a:pt x="770740" y="335772"/>
                </a:lnTo>
                <a:lnTo>
                  <a:pt x="770800" y="336690"/>
                </a:lnTo>
                <a:lnTo>
                  <a:pt x="770874" y="337594"/>
                </a:lnTo>
                <a:lnTo>
                  <a:pt x="770960" y="338483"/>
                </a:lnTo>
                <a:lnTo>
                  <a:pt x="771060" y="339359"/>
                </a:lnTo>
                <a:lnTo>
                  <a:pt x="771174" y="340221"/>
                </a:lnTo>
                <a:lnTo>
                  <a:pt x="771300" y="341069"/>
                </a:lnTo>
                <a:lnTo>
                  <a:pt x="771441" y="341903"/>
                </a:lnTo>
                <a:lnTo>
                  <a:pt x="771594" y="342723"/>
                </a:lnTo>
                <a:lnTo>
                  <a:pt x="771761" y="343529"/>
                </a:lnTo>
                <a:lnTo>
                  <a:pt x="771941" y="344321"/>
                </a:lnTo>
                <a:lnTo>
                  <a:pt x="772134" y="345099"/>
                </a:lnTo>
                <a:lnTo>
                  <a:pt x="772341" y="345863"/>
                </a:lnTo>
                <a:lnTo>
                  <a:pt x="772561" y="346613"/>
                </a:lnTo>
                <a:lnTo>
                  <a:pt x="772795" y="347350"/>
                </a:lnTo>
                <a:lnTo>
                  <a:pt x="773042" y="348072"/>
                </a:lnTo>
                <a:lnTo>
                  <a:pt x="773302" y="348780"/>
                </a:lnTo>
                <a:lnTo>
                  <a:pt x="773575" y="349474"/>
                </a:lnTo>
                <a:lnTo>
                  <a:pt x="773862" y="350155"/>
                </a:lnTo>
                <a:lnTo>
                  <a:pt x="774162" y="350821"/>
                </a:lnTo>
                <a:lnTo>
                  <a:pt x="774476" y="351474"/>
                </a:lnTo>
                <a:lnTo>
                  <a:pt x="774801" y="352107"/>
                </a:lnTo>
                <a:lnTo>
                  <a:pt x="775136" y="352728"/>
                </a:lnTo>
                <a:lnTo>
                  <a:pt x="775481" y="353335"/>
                </a:lnTo>
                <a:lnTo>
                  <a:pt x="775837" y="353928"/>
                </a:lnTo>
                <a:lnTo>
                  <a:pt x="776202" y="354509"/>
                </a:lnTo>
                <a:lnTo>
                  <a:pt x="776577" y="355076"/>
                </a:lnTo>
                <a:lnTo>
                  <a:pt x="776962" y="355630"/>
                </a:lnTo>
                <a:lnTo>
                  <a:pt x="777358" y="356170"/>
                </a:lnTo>
                <a:lnTo>
                  <a:pt x="777763" y="356697"/>
                </a:lnTo>
                <a:lnTo>
                  <a:pt x="778178" y="357211"/>
                </a:lnTo>
                <a:lnTo>
                  <a:pt x="778603" y="357711"/>
                </a:lnTo>
                <a:lnTo>
                  <a:pt x="779039" y="358198"/>
                </a:lnTo>
                <a:lnTo>
                  <a:pt x="779484" y="358671"/>
                </a:lnTo>
                <a:lnTo>
                  <a:pt x="779939" y="359132"/>
                </a:lnTo>
                <a:lnTo>
                  <a:pt x="780405" y="359579"/>
                </a:lnTo>
                <a:lnTo>
                  <a:pt x="780880" y="360012"/>
                </a:lnTo>
                <a:lnTo>
                  <a:pt x="781365" y="360433"/>
                </a:lnTo>
                <a:lnTo>
                  <a:pt x="781861" y="360840"/>
                </a:lnTo>
                <a:lnTo>
                  <a:pt x="782366" y="361233"/>
                </a:lnTo>
                <a:lnTo>
                  <a:pt x="782881" y="361613"/>
                </a:lnTo>
                <a:lnTo>
                  <a:pt x="783406" y="361980"/>
                </a:lnTo>
                <a:lnTo>
                  <a:pt x="783942" y="362334"/>
                </a:lnTo>
                <a:lnTo>
                  <a:pt x="784487" y="362674"/>
                </a:lnTo>
                <a:lnTo>
                  <a:pt x="785043" y="363001"/>
                </a:lnTo>
                <a:lnTo>
                  <a:pt x="785606" y="363310"/>
                </a:lnTo>
                <a:lnTo>
                  <a:pt x="786177" y="363605"/>
                </a:lnTo>
                <a:lnTo>
                  <a:pt x="786754" y="363887"/>
                </a:lnTo>
                <a:lnTo>
                  <a:pt x="787337" y="364157"/>
                </a:lnTo>
                <a:lnTo>
                  <a:pt x="787928" y="364413"/>
                </a:lnTo>
                <a:lnTo>
                  <a:pt x="788525" y="364656"/>
                </a:lnTo>
                <a:lnTo>
                  <a:pt x="789128" y="364886"/>
                </a:lnTo>
                <a:lnTo>
                  <a:pt x="789739" y="365102"/>
                </a:lnTo>
                <a:lnTo>
                  <a:pt x="790356" y="365306"/>
                </a:lnTo>
                <a:lnTo>
                  <a:pt x="790980" y="365496"/>
                </a:lnTo>
                <a:lnTo>
                  <a:pt x="791610" y="365674"/>
                </a:lnTo>
                <a:lnTo>
                  <a:pt x="792247" y="365838"/>
                </a:lnTo>
                <a:lnTo>
                  <a:pt x="792891" y="365989"/>
                </a:lnTo>
                <a:lnTo>
                  <a:pt x="793541" y="366127"/>
                </a:lnTo>
                <a:lnTo>
                  <a:pt x="794198" y="366251"/>
                </a:lnTo>
                <a:lnTo>
                  <a:pt x="794862" y="366363"/>
                </a:lnTo>
                <a:lnTo>
                  <a:pt x="795533" y="366462"/>
                </a:lnTo>
                <a:lnTo>
                  <a:pt x="796210" y="366547"/>
                </a:lnTo>
                <a:lnTo>
                  <a:pt x="796893" y="366619"/>
                </a:lnTo>
                <a:lnTo>
                  <a:pt x="797584" y="366678"/>
                </a:lnTo>
                <a:lnTo>
                  <a:pt x="798281" y="366724"/>
                </a:lnTo>
                <a:lnTo>
                  <a:pt x="798985" y="366757"/>
                </a:lnTo>
                <a:lnTo>
                  <a:pt x="799695" y="366777"/>
                </a:lnTo>
                <a:lnTo>
                  <a:pt x="800412" y="366783"/>
                </a:lnTo>
                <a:lnTo>
                  <a:pt x="801277" y="366775"/>
                </a:lnTo>
                <a:lnTo>
                  <a:pt x="802128" y="366750"/>
                </a:lnTo>
                <a:lnTo>
                  <a:pt x="802968" y="366707"/>
                </a:lnTo>
                <a:lnTo>
                  <a:pt x="803794" y="366648"/>
                </a:lnTo>
                <a:lnTo>
                  <a:pt x="804609" y="366572"/>
                </a:lnTo>
                <a:lnTo>
                  <a:pt x="805410" y="366479"/>
                </a:lnTo>
                <a:lnTo>
                  <a:pt x="806200" y="366370"/>
                </a:lnTo>
                <a:lnTo>
                  <a:pt x="806976" y="366243"/>
                </a:lnTo>
                <a:lnTo>
                  <a:pt x="807741" y="366099"/>
                </a:lnTo>
                <a:lnTo>
                  <a:pt x="808492" y="365939"/>
                </a:lnTo>
                <a:lnTo>
                  <a:pt x="809232" y="365762"/>
                </a:lnTo>
                <a:lnTo>
                  <a:pt x="809958" y="365568"/>
                </a:lnTo>
                <a:lnTo>
                  <a:pt x="810673" y="365356"/>
                </a:lnTo>
                <a:lnTo>
                  <a:pt x="811374" y="365128"/>
                </a:lnTo>
                <a:lnTo>
                  <a:pt x="812063" y="364884"/>
                </a:lnTo>
                <a:lnTo>
                  <a:pt x="812740" y="364622"/>
                </a:lnTo>
                <a:lnTo>
                  <a:pt x="813404" y="364343"/>
                </a:lnTo>
                <a:lnTo>
                  <a:pt x="814056" y="364048"/>
                </a:lnTo>
                <a:lnTo>
                  <a:pt x="814695" y="363735"/>
                </a:lnTo>
                <a:lnTo>
                  <a:pt x="815322" y="363406"/>
                </a:lnTo>
                <a:lnTo>
                  <a:pt x="815936" y="363060"/>
                </a:lnTo>
                <a:lnTo>
                  <a:pt x="816537" y="362697"/>
                </a:lnTo>
                <a:lnTo>
                  <a:pt x="817127" y="362317"/>
                </a:lnTo>
                <a:lnTo>
                  <a:pt x="817703" y="361920"/>
                </a:lnTo>
                <a:lnTo>
                  <a:pt x="818267" y="361506"/>
                </a:lnTo>
                <a:lnTo>
                  <a:pt x="818819" y="361085"/>
                </a:lnTo>
                <a:lnTo>
                  <a:pt x="819358" y="360657"/>
                </a:lnTo>
                <a:lnTo>
                  <a:pt x="819885" y="360221"/>
                </a:lnTo>
                <a:lnTo>
                  <a:pt x="820399" y="359778"/>
                </a:lnTo>
                <a:lnTo>
                  <a:pt x="820900" y="359327"/>
                </a:lnTo>
                <a:lnTo>
                  <a:pt x="821389" y="358870"/>
                </a:lnTo>
                <a:lnTo>
                  <a:pt x="821866" y="358405"/>
                </a:lnTo>
                <a:lnTo>
                  <a:pt x="822330" y="357932"/>
                </a:lnTo>
                <a:lnTo>
                  <a:pt x="822781" y="357453"/>
                </a:lnTo>
                <a:lnTo>
                  <a:pt x="823220" y="356966"/>
                </a:lnTo>
                <a:lnTo>
                  <a:pt x="823647" y="356472"/>
                </a:lnTo>
                <a:lnTo>
                  <a:pt x="824061" y="355970"/>
                </a:lnTo>
                <a:lnTo>
                  <a:pt x="824463" y="355462"/>
                </a:lnTo>
                <a:lnTo>
                  <a:pt x="824852" y="354945"/>
                </a:lnTo>
                <a:lnTo>
                  <a:pt x="825228" y="354422"/>
                </a:lnTo>
                <a:lnTo>
                  <a:pt x="825592" y="353891"/>
                </a:lnTo>
                <a:lnTo>
                  <a:pt x="825943" y="353354"/>
                </a:lnTo>
                <a:lnTo>
                  <a:pt x="826282" y="352808"/>
                </a:lnTo>
                <a:lnTo>
                  <a:pt x="826609" y="352256"/>
                </a:lnTo>
                <a:lnTo>
                  <a:pt x="826923" y="351696"/>
                </a:lnTo>
                <a:lnTo>
                  <a:pt x="827224" y="351129"/>
                </a:lnTo>
                <a:lnTo>
                  <a:pt x="827513" y="350554"/>
                </a:lnTo>
                <a:lnTo>
                  <a:pt x="827790" y="349973"/>
                </a:lnTo>
                <a:lnTo>
                  <a:pt x="828750" y="349973"/>
                </a:lnTo>
                <a:lnTo>
                  <a:pt x="828750" y="365582"/>
                </a:lnTo>
                <a:lnTo>
                  <a:pt x="842919" y="365582"/>
                </a:lnTo>
                <a:lnTo>
                  <a:pt x="842919" y="273364"/>
                </a:lnTo>
                <a:lnTo>
                  <a:pt x="828750" y="273364"/>
                </a:lnTo>
                <a:lnTo>
                  <a:pt x="828750" y="327879"/>
                </a:lnTo>
                <a:lnTo>
                  <a:pt x="828744" y="328594"/>
                </a:lnTo>
                <a:lnTo>
                  <a:pt x="828724" y="329298"/>
                </a:lnTo>
                <a:lnTo>
                  <a:pt x="828691" y="329992"/>
                </a:lnTo>
                <a:lnTo>
                  <a:pt x="828645" y="330675"/>
                </a:lnTo>
                <a:lnTo>
                  <a:pt x="828586" y="331348"/>
                </a:lnTo>
                <a:close/>
                <a:moveTo>
                  <a:pt x="479773" y="388853"/>
                </a:moveTo>
                <a:lnTo>
                  <a:pt x="479272" y="388015"/>
                </a:lnTo>
                <a:lnTo>
                  <a:pt x="478777" y="387170"/>
                </a:lnTo>
                <a:lnTo>
                  <a:pt x="478286" y="386318"/>
                </a:lnTo>
                <a:lnTo>
                  <a:pt x="477800" y="385457"/>
                </a:lnTo>
                <a:lnTo>
                  <a:pt x="477319" y="384589"/>
                </a:lnTo>
                <a:lnTo>
                  <a:pt x="476842" y="383714"/>
                </a:lnTo>
                <a:lnTo>
                  <a:pt x="476370" y="382831"/>
                </a:lnTo>
                <a:lnTo>
                  <a:pt x="475903" y="381940"/>
                </a:lnTo>
                <a:lnTo>
                  <a:pt x="475440" y="381041"/>
                </a:lnTo>
                <a:lnTo>
                  <a:pt x="474982" y="380135"/>
                </a:lnTo>
                <a:lnTo>
                  <a:pt x="474529" y="379221"/>
                </a:lnTo>
                <a:lnTo>
                  <a:pt x="474081" y="378300"/>
                </a:lnTo>
                <a:lnTo>
                  <a:pt x="473637" y="377371"/>
                </a:lnTo>
                <a:lnTo>
                  <a:pt x="473198" y="376435"/>
                </a:lnTo>
                <a:lnTo>
                  <a:pt x="472763" y="375490"/>
                </a:lnTo>
                <a:lnTo>
                  <a:pt x="472334" y="374538"/>
                </a:lnTo>
                <a:lnTo>
                  <a:pt x="471909" y="373579"/>
                </a:lnTo>
                <a:lnTo>
                  <a:pt x="471488" y="372612"/>
                </a:lnTo>
                <a:lnTo>
                  <a:pt x="471073" y="371637"/>
                </a:lnTo>
                <a:lnTo>
                  <a:pt x="470662" y="370655"/>
                </a:lnTo>
                <a:lnTo>
                  <a:pt x="470271" y="369680"/>
                </a:lnTo>
                <a:lnTo>
                  <a:pt x="469886" y="368702"/>
                </a:lnTo>
                <a:lnTo>
                  <a:pt x="469507" y="367720"/>
                </a:lnTo>
                <a:lnTo>
                  <a:pt x="469136" y="366733"/>
                </a:lnTo>
                <a:lnTo>
                  <a:pt x="468770" y="365742"/>
                </a:lnTo>
                <a:lnTo>
                  <a:pt x="468411" y="364748"/>
                </a:lnTo>
                <a:lnTo>
                  <a:pt x="468059" y="363749"/>
                </a:lnTo>
                <a:lnTo>
                  <a:pt x="467713" y="362746"/>
                </a:lnTo>
                <a:lnTo>
                  <a:pt x="467373" y="361739"/>
                </a:lnTo>
                <a:lnTo>
                  <a:pt x="467040" y="360728"/>
                </a:lnTo>
                <a:lnTo>
                  <a:pt x="466713" y="359712"/>
                </a:lnTo>
                <a:lnTo>
                  <a:pt x="466393" y="358693"/>
                </a:lnTo>
                <a:lnTo>
                  <a:pt x="466079" y="357670"/>
                </a:lnTo>
                <a:lnTo>
                  <a:pt x="465772" y="356642"/>
                </a:lnTo>
                <a:lnTo>
                  <a:pt x="465471" y="355610"/>
                </a:lnTo>
                <a:lnTo>
                  <a:pt x="465177" y="354574"/>
                </a:lnTo>
                <a:lnTo>
                  <a:pt x="464889" y="353534"/>
                </a:lnTo>
                <a:lnTo>
                  <a:pt x="464607" y="352490"/>
                </a:lnTo>
                <a:lnTo>
                  <a:pt x="464332" y="351442"/>
                </a:lnTo>
                <a:lnTo>
                  <a:pt x="464063" y="350390"/>
                </a:lnTo>
                <a:lnTo>
                  <a:pt x="463801" y="349334"/>
                </a:lnTo>
                <a:lnTo>
                  <a:pt x="463546" y="348273"/>
                </a:lnTo>
                <a:lnTo>
                  <a:pt x="463297" y="347208"/>
                </a:lnTo>
                <a:lnTo>
                  <a:pt x="463054" y="346140"/>
                </a:lnTo>
                <a:lnTo>
                  <a:pt x="462819" y="345070"/>
                </a:lnTo>
                <a:lnTo>
                  <a:pt x="462595" y="344001"/>
                </a:lnTo>
                <a:lnTo>
                  <a:pt x="462380" y="342933"/>
                </a:lnTo>
                <a:lnTo>
                  <a:pt x="462176" y="341866"/>
                </a:lnTo>
                <a:lnTo>
                  <a:pt x="461981" y="340801"/>
                </a:lnTo>
                <a:lnTo>
                  <a:pt x="461796" y="339736"/>
                </a:lnTo>
                <a:lnTo>
                  <a:pt x="461622" y="338673"/>
                </a:lnTo>
                <a:lnTo>
                  <a:pt x="461457" y="337611"/>
                </a:lnTo>
                <a:lnTo>
                  <a:pt x="461302" y="336550"/>
                </a:lnTo>
                <a:lnTo>
                  <a:pt x="461158" y="335491"/>
                </a:lnTo>
                <a:lnTo>
                  <a:pt x="461023" y="334432"/>
                </a:lnTo>
                <a:lnTo>
                  <a:pt x="460898" y="333375"/>
                </a:lnTo>
                <a:lnTo>
                  <a:pt x="460783" y="332319"/>
                </a:lnTo>
                <a:lnTo>
                  <a:pt x="460679" y="331264"/>
                </a:lnTo>
                <a:lnTo>
                  <a:pt x="460584" y="330210"/>
                </a:lnTo>
                <a:lnTo>
                  <a:pt x="460499" y="329158"/>
                </a:lnTo>
                <a:lnTo>
                  <a:pt x="460424" y="328107"/>
                </a:lnTo>
                <a:lnTo>
                  <a:pt x="460359" y="327056"/>
                </a:lnTo>
                <a:lnTo>
                  <a:pt x="460304" y="326007"/>
                </a:lnTo>
                <a:lnTo>
                  <a:pt x="460259" y="324959"/>
                </a:lnTo>
                <a:lnTo>
                  <a:pt x="460225" y="323913"/>
                </a:lnTo>
                <a:lnTo>
                  <a:pt x="460200" y="322867"/>
                </a:lnTo>
                <a:lnTo>
                  <a:pt x="460185" y="321823"/>
                </a:lnTo>
                <a:lnTo>
                  <a:pt x="460180" y="320780"/>
                </a:lnTo>
                <a:lnTo>
                  <a:pt x="460185" y="319723"/>
                </a:lnTo>
                <a:lnTo>
                  <a:pt x="460200" y="318666"/>
                </a:lnTo>
                <a:lnTo>
                  <a:pt x="460225" y="317610"/>
                </a:lnTo>
                <a:lnTo>
                  <a:pt x="460259" y="316553"/>
                </a:lnTo>
                <a:lnTo>
                  <a:pt x="460304" y="315496"/>
                </a:lnTo>
                <a:lnTo>
                  <a:pt x="460359" y="314440"/>
                </a:lnTo>
                <a:lnTo>
                  <a:pt x="460424" y="313383"/>
                </a:lnTo>
                <a:lnTo>
                  <a:pt x="460499" y="312326"/>
                </a:lnTo>
                <a:lnTo>
                  <a:pt x="460584" y="311270"/>
                </a:lnTo>
                <a:lnTo>
                  <a:pt x="460679" y="310213"/>
                </a:lnTo>
                <a:lnTo>
                  <a:pt x="460783" y="309156"/>
                </a:lnTo>
                <a:lnTo>
                  <a:pt x="460898" y="308100"/>
                </a:lnTo>
                <a:lnTo>
                  <a:pt x="461023" y="307043"/>
                </a:lnTo>
                <a:lnTo>
                  <a:pt x="461158" y="305986"/>
                </a:lnTo>
                <a:lnTo>
                  <a:pt x="461302" y="304930"/>
                </a:lnTo>
                <a:lnTo>
                  <a:pt x="461457" y="303873"/>
                </a:lnTo>
                <a:lnTo>
                  <a:pt x="461622" y="302816"/>
                </a:lnTo>
                <a:lnTo>
                  <a:pt x="461796" y="301760"/>
                </a:lnTo>
                <a:lnTo>
                  <a:pt x="461981" y="300703"/>
                </a:lnTo>
                <a:lnTo>
                  <a:pt x="462176" y="299646"/>
                </a:lnTo>
                <a:lnTo>
                  <a:pt x="462380" y="298590"/>
                </a:lnTo>
                <a:lnTo>
                  <a:pt x="462595" y="297533"/>
                </a:lnTo>
                <a:lnTo>
                  <a:pt x="462819" y="296476"/>
                </a:lnTo>
                <a:lnTo>
                  <a:pt x="463054" y="295420"/>
                </a:lnTo>
                <a:lnTo>
                  <a:pt x="463297" y="294365"/>
                </a:lnTo>
                <a:lnTo>
                  <a:pt x="463547" y="293313"/>
                </a:lnTo>
                <a:lnTo>
                  <a:pt x="463804" y="292265"/>
                </a:lnTo>
                <a:lnTo>
                  <a:pt x="464068" y="291221"/>
                </a:lnTo>
                <a:lnTo>
                  <a:pt x="464339" y="290180"/>
                </a:lnTo>
                <a:lnTo>
                  <a:pt x="464618" y="289143"/>
                </a:lnTo>
                <a:lnTo>
                  <a:pt x="464903" y="288109"/>
                </a:lnTo>
                <a:lnTo>
                  <a:pt x="465195" y="287079"/>
                </a:lnTo>
                <a:lnTo>
                  <a:pt x="465495" y="286052"/>
                </a:lnTo>
                <a:lnTo>
                  <a:pt x="465801" y="285029"/>
                </a:lnTo>
                <a:lnTo>
                  <a:pt x="466115" y="284009"/>
                </a:lnTo>
                <a:lnTo>
                  <a:pt x="466435" y="282993"/>
                </a:lnTo>
                <a:lnTo>
                  <a:pt x="466763" y="281981"/>
                </a:lnTo>
                <a:lnTo>
                  <a:pt x="467097" y="280971"/>
                </a:lnTo>
                <a:lnTo>
                  <a:pt x="467439" y="279966"/>
                </a:lnTo>
                <a:lnTo>
                  <a:pt x="467788" y="278964"/>
                </a:lnTo>
                <a:lnTo>
                  <a:pt x="468143" y="277965"/>
                </a:lnTo>
                <a:lnTo>
                  <a:pt x="468506" y="276970"/>
                </a:lnTo>
                <a:lnTo>
                  <a:pt x="468876" y="275979"/>
                </a:lnTo>
                <a:lnTo>
                  <a:pt x="469253" y="274991"/>
                </a:lnTo>
                <a:lnTo>
                  <a:pt x="469637" y="274006"/>
                </a:lnTo>
                <a:lnTo>
                  <a:pt x="470028" y="273025"/>
                </a:lnTo>
                <a:lnTo>
                  <a:pt x="470426" y="272048"/>
                </a:lnTo>
                <a:lnTo>
                  <a:pt x="470831" y="271074"/>
                </a:lnTo>
                <a:lnTo>
                  <a:pt x="471241" y="270092"/>
                </a:lnTo>
                <a:lnTo>
                  <a:pt x="471656" y="269117"/>
                </a:lnTo>
                <a:lnTo>
                  <a:pt x="472075" y="268150"/>
                </a:lnTo>
                <a:lnTo>
                  <a:pt x="472498" y="267190"/>
                </a:lnTo>
                <a:lnTo>
                  <a:pt x="472925" y="266238"/>
                </a:lnTo>
                <a:lnTo>
                  <a:pt x="473356" y="265294"/>
                </a:lnTo>
                <a:lnTo>
                  <a:pt x="473792" y="264357"/>
                </a:lnTo>
                <a:lnTo>
                  <a:pt x="474231" y="263428"/>
                </a:lnTo>
                <a:lnTo>
                  <a:pt x="474675" y="262507"/>
                </a:lnTo>
                <a:lnTo>
                  <a:pt x="475122" y="261593"/>
                </a:lnTo>
                <a:lnTo>
                  <a:pt x="475574" y="260687"/>
                </a:lnTo>
                <a:lnTo>
                  <a:pt x="476030" y="259789"/>
                </a:lnTo>
                <a:lnTo>
                  <a:pt x="476490" y="258898"/>
                </a:lnTo>
                <a:lnTo>
                  <a:pt x="476954" y="258015"/>
                </a:lnTo>
                <a:lnTo>
                  <a:pt x="477422" y="257139"/>
                </a:lnTo>
                <a:lnTo>
                  <a:pt x="477894" y="256271"/>
                </a:lnTo>
                <a:lnTo>
                  <a:pt x="478371" y="255411"/>
                </a:lnTo>
                <a:lnTo>
                  <a:pt x="478851" y="254558"/>
                </a:lnTo>
                <a:lnTo>
                  <a:pt x="479336" y="253713"/>
                </a:lnTo>
                <a:lnTo>
                  <a:pt x="479824" y="252876"/>
                </a:lnTo>
                <a:lnTo>
                  <a:pt x="480317" y="252046"/>
                </a:lnTo>
                <a:lnTo>
                  <a:pt x="480814" y="251224"/>
                </a:lnTo>
                <a:lnTo>
                  <a:pt x="481315" y="250409"/>
                </a:lnTo>
                <a:lnTo>
                  <a:pt x="481820" y="249602"/>
                </a:lnTo>
                <a:lnTo>
                  <a:pt x="472352" y="249602"/>
                </a:lnTo>
                <a:lnTo>
                  <a:pt x="471292" y="250835"/>
                </a:lnTo>
                <a:lnTo>
                  <a:pt x="470251" y="252080"/>
                </a:lnTo>
                <a:lnTo>
                  <a:pt x="469230" y="253338"/>
                </a:lnTo>
                <a:lnTo>
                  <a:pt x="468229" y="254609"/>
                </a:lnTo>
                <a:lnTo>
                  <a:pt x="467248" y="255893"/>
                </a:lnTo>
                <a:lnTo>
                  <a:pt x="466287" y="257189"/>
                </a:lnTo>
                <a:lnTo>
                  <a:pt x="465346" y="258499"/>
                </a:lnTo>
                <a:lnTo>
                  <a:pt x="464425" y="259822"/>
                </a:lnTo>
                <a:lnTo>
                  <a:pt x="463524" y="261157"/>
                </a:lnTo>
                <a:lnTo>
                  <a:pt x="462643" y="262506"/>
                </a:lnTo>
                <a:lnTo>
                  <a:pt x="461782" y="263867"/>
                </a:lnTo>
                <a:lnTo>
                  <a:pt x="460940" y="265241"/>
                </a:lnTo>
                <a:lnTo>
                  <a:pt x="460119" y="266628"/>
                </a:lnTo>
                <a:lnTo>
                  <a:pt x="459318" y="268028"/>
                </a:lnTo>
                <a:lnTo>
                  <a:pt x="458537" y="269441"/>
                </a:lnTo>
                <a:lnTo>
                  <a:pt x="457775" y="270867"/>
                </a:lnTo>
                <a:lnTo>
                  <a:pt x="457034" y="272306"/>
                </a:lnTo>
                <a:lnTo>
                  <a:pt x="456312" y="273758"/>
                </a:lnTo>
                <a:lnTo>
                  <a:pt x="455611" y="275223"/>
                </a:lnTo>
                <a:lnTo>
                  <a:pt x="454929" y="276700"/>
                </a:lnTo>
                <a:lnTo>
                  <a:pt x="454268" y="278191"/>
                </a:lnTo>
                <a:lnTo>
                  <a:pt x="453626" y="279694"/>
                </a:lnTo>
                <a:lnTo>
                  <a:pt x="453004" y="281210"/>
                </a:lnTo>
                <a:lnTo>
                  <a:pt x="452403" y="282740"/>
                </a:lnTo>
                <a:lnTo>
                  <a:pt x="451837" y="284277"/>
                </a:lnTo>
                <a:lnTo>
                  <a:pt x="451295" y="285819"/>
                </a:lnTo>
                <a:lnTo>
                  <a:pt x="450778" y="287365"/>
                </a:lnTo>
                <a:lnTo>
                  <a:pt x="450285" y="288915"/>
                </a:lnTo>
                <a:lnTo>
                  <a:pt x="449815" y="290469"/>
                </a:lnTo>
                <a:lnTo>
                  <a:pt x="449370" y="292028"/>
                </a:lnTo>
                <a:lnTo>
                  <a:pt x="448949" y="293590"/>
                </a:lnTo>
                <a:lnTo>
                  <a:pt x="448552" y="295157"/>
                </a:lnTo>
                <a:lnTo>
                  <a:pt x="448179" y="296727"/>
                </a:lnTo>
                <a:lnTo>
                  <a:pt x="447830" y="298302"/>
                </a:lnTo>
                <a:lnTo>
                  <a:pt x="447505" y="299881"/>
                </a:lnTo>
                <a:lnTo>
                  <a:pt x="447204" y="301464"/>
                </a:lnTo>
                <a:lnTo>
                  <a:pt x="446927" y="303051"/>
                </a:lnTo>
                <a:lnTo>
                  <a:pt x="446674" y="304642"/>
                </a:lnTo>
                <a:lnTo>
                  <a:pt x="446446" y="306237"/>
                </a:lnTo>
                <a:lnTo>
                  <a:pt x="446241" y="307837"/>
                </a:lnTo>
                <a:lnTo>
                  <a:pt x="446060" y="309440"/>
                </a:lnTo>
                <a:lnTo>
                  <a:pt x="445904" y="311048"/>
                </a:lnTo>
                <a:lnTo>
                  <a:pt x="445772" y="312659"/>
                </a:lnTo>
                <a:lnTo>
                  <a:pt x="445663" y="314275"/>
                </a:lnTo>
                <a:lnTo>
                  <a:pt x="445579" y="315895"/>
                </a:lnTo>
                <a:lnTo>
                  <a:pt x="445519" y="317519"/>
                </a:lnTo>
                <a:lnTo>
                  <a:pt x="445483" y="319147"/>
                </a:lnTo>
                <a:lnTo>
                  <a:pt x="445471" y="320780"/>
                </a:lnTo>
                <a:lnTo>
                  <a:pt x="445483" y="322426"/>
                </a:lnTo>
                <a:lnTo>
                  <a:pt x="445519" y="324067"/>
                </a:lnTo>
                <a:lnTo>
                  <a:pt x="445579" y="325704"/>
                </a:lnTo>
                <a:lnTo>
                  <a:pt x="445663" y="327336"/>
                </a:lnTo>
                <a:lnTo>
                  <a:pt x="445772" y="328963"/>
                </a:lnTo>
                <a:lnTo>
                  <a:pt x="445904" y="330586"/>
                </a:lnTo>
                <a:lnTo>
                  <a:pt x="446060" y="332203"/>
                </a:lnTo>
                <a:lnTo>
                  <a:pt x="446241" y="333817"/>
                </a:lnTo>
                <a:lnTo>
                  <a:pt x="446446" y="335425"/>
                </a:lnTo>
                <a:lnTo>
                  <a:pt x="446674" y="337029"/>
                </a:lnTo>
                <a:lnTo>
                  <a:pt x="446927" y="338628"/>
                </a:lnTo>
                <a:lnTo>
                  <a:pt x="447204" y="340222"/>
                </a:lnTo>
                <a:lnTo>
                  <a:pt x="447505" y="341812"/>
                </a:lnTo>
                <a:lnTo>
                  <a:pt x="447830" y="343397"/>
                </a:lnTo>
                <a:lnTo>
                  <a:pt x="448179" y="344977"/>
                </a:lnTo>
                <a:lnTo>
                  <a:pt x="448552" y="346553"/>
                </a:lnTo>
                <a:lnTo>
                  <a:pt x="448949" y="348124"/>
                </a:lnTo>
                <a:lnTo>
                  <a:pt x="449370" y="349690"/>
                </a:lnTo>
                <a:lnTo>
                  <a:pt x="449815" y="351252"/>
                </a:lnTo>
                <a:lnTo>
                  <a:pt x="450285" y="352809"/>
                </a:lnTo>
                <a:lnTo>
                  <a:pt x="450778" y="354361"/>
                </a:lnTo>
                <a:lnTo>
                  <a:pt x="451295" y="355908"/>
                </a:lnTo>
                <a:lnTo>
                  <a:pt x="451837" y="357451"/>
                </a:lnTo>
                <a:lnTo>
                  <a:pt x="452403" y="358989"/>
                </a:lnTo>
                <a:lnTo>
                  <a:pt x="453004" y="360518"/>
                </a:lnTo>
                <a:lnTo>
                  <a:pt x="453626" y="362034"/>
                </a:lnTo>
                <a:lnTo>
                  <a:pt x="454268" y="363538"/>
                </a:lnTo>
                <a:lnTo>
                  <a:pt x="454929" y="365028"/>
                </a:lnTo>
                <a:lnTo>
                  <a:pt x="455611" y="366506"/>
                </a:lnTo>
                <a:lnTo>
                  <a:pt x="456312" y="367971"/>
                </a:lnTo>
                <a:lnTo>
                  <a:pt x="457034" y="369422"/>
                </a:lnTo>
                <a:lnTo>
                  <a:pt x="457775" y="370861"/>
                </a:lnTo>
                <a:lnTo>
                  <a:pt x="458537" y="372287"/>
                </a:lnTo>
                <a:lnTo>
                  <a:pt x="459318" y="373700"/>
                </a:lnTo>
                <a:lnTo>
                  <a:pt x="460119" y="375100"/>
                </a:lnTo>
                <a:lnTo>
                  <a:pt x="460940" y="376487"/>
                </a:lnTo>
                <a:lnTo>
                  <a:pt x="461782" y="377862"/>
                </a:lnTo>
                <a:lnTo>
                  <a:pt x="462643" y="379223"/>
                </a:lnTo>
                <a:lnTo>
                  <a:pt x="463524" y="380571"/>
                </a:lnTo>
                <a:lnTo>
                  <a:pt x="464425" y="381907"/>
                </a:lnTo>
                <a:lnTo>
                  <a:pt x="465346" y="383229"/>
                </a:lnTo>
                <a:lnTo>
                  <a:pt x="466287" y="384539"/>
                </a:lnTo>
                <a:lnTo>
                  <a:pt x="467248" y="385836"/>
                </a:lnTo>
                <a:lnTo>
                  <a:pt x="468229" y="387120"/>
                </a:lnTo>
                <a:lnTo>
                  <a:pt x="469230" y="388391"/>
                </a:lnTo>
                <a:lnTo>
                  <a:pt x="470251" y="389649"/>
                </a:lnTo>
                <a:lnTo>
                  <a:pt x="471292" y="390894"/>
                </a:lnTo>
                <a:lnTo>
                  <a:pt x="472352" y="392126"/>
                </a:lnTo>
                <a:lnTo>
                  <a:pt x="481820" y="392126"/>
                </a:lnTo>
                <a:lnTo>
                  <a:pt x="481301" y="391319"/>
                </a:lnTo>
                <a:lnTo>
                  <a:pt x="480787" y="390505"/>
                </a:lnTo>
                <a:lnTo>
                  <a:pt x="480277" y="389683"/>
                </a:lnTo>
                <a:lnTo>
                  <a:pt x="479773" y="388853"/>
                </a:lnTo>
                <a:close/>
                <a:moveTo>
                  <a:pt x="1987820" y="50833"/>
                </a:moveTo>
                <a:lnTo>
                  <a:pt x="1987820" y="29869"/>
                </a:lnTo>
                <a:lnTo>
                  <a:pt x="1965841" y="29869"/>
                </a:lnTo>
                <a:lnTo>
                  <a:pt x="1965841" y="50833"/>
                </a:lnTo>
                <a:lnTo>
                  <a:pt x="1987820" y="50833"/>
                </a:lnTo>
                <a:close/>
                <a:moveTo>
                  <a:pt x="3072129" y="8585"/>
                </a:moveTo>
                <a:lnTo>
                  <a:pt x="3072337" y="8595"/>
                </a:lnTo>
                <a:lnTo>
                  <a:pt x="3072547" y="8608"/>
                </a:lnTo>
                <a:lnTo>
                  <a:pt x="3072760" y="8624"/>
                </a:lnTo>
                <a:lnTo>
                  <a:pt x="3072974" y="8641"/>
                </a:lnTo>
                <a:lnTo>
                  <a:pt x="3073192" y="8661"/>
                </a:lnTo>
                <a:lnTo>
                  <a:pt x="3073411" y="8683"/>
                </a:lnTo>
                <a:lnTo>
                  <a:pt x="3073633" y="8708"/>
                </a:lnTo>
                <a:lnTo>
                  <a:pt x="3073857" y="8735"/>
                </a:lnTo>
                <a:lnTo>
                  <a:pt x="3074084" y="8764"/>
                </a:lnTo>
                <a:lnTo>
                  <a:pt x="3074313" y="8796"/>
                </a:lnTo>
                <a:lnTo>
                  <a:pt x="3074544" y="8830"/>
                </a:lnTo>
                <a:lnTo>
                  <a:pt x="3074778" y="8867"/>
                </a:lnTo>
                <a:lnTo>
                  <a:pt x="3075014" y="8905"/>
                </a:lnTo>
                <a:lnTo>
                  <a:pt x="3075252" y="8946"/>
                </a:lnTo>
                <a:lnTo>
                  <a:pt x="3075493" y="8990"/>
                </a:lnTo>
                <a:lnTo>
                  <a:pt x="3075736" y="9036"/>
                </a:lnTo>
                <a:lnTo>
                  <a:pt x="3075981" y="9084"/>
                </a:lnTo>
                <a:lnTo>
                  <a:pt x="3076229" y="9134"/>
                </a:lnTo>
                <a:lnTo>
                  <a:pt x="3076479" y="9187"/>
                </a:lnTo>
                <a:lnTo>
                  <a:pt x="3076731" y="9242"/>
                </a:lnTo>
                <a:lnTo>
                  <a:pt x="3076984" y="9301"/>
                </a:lnTo>
                <a:lnTo>
                  <a:pt x="3077233" y="9364"/>
                </a:lnTo>
                <a:lnTo>
                  <a:pt x="3077479" y="9433"/>
                </a:lnTo>
                <a:lnTo>
                  <a:pt x="3077722" y="9505"/>
                </a:lnTo>
                <a:lnTo>
                  <a:pt x="3077963" y="9583"/>
                </a:lnTo>
                <a:lnTo>
                  <a:pt x="3078200" y="9665"/>
                </a:lnTo>
                <a:lnTo>
                  <a:pt x="3078435" y="9752"/>
                </a:lnTo>
                <a:lnTo>
                  <a:pt x="3078666" y="9843"/>
                </a:lnTo>
                <a:lnTo>
                  <a:pt x="3078895" y="9940"/>
                </a:lnTo>
                <a:lnTo>
                  <a:pt x="3079121" y="10041"/>
                </a:lnTo>
                <a:lnTo>
                  <a:pt x="3079343" y="10146"/>
                </a:lnTo>
                <a:lnTo>
                  <a:pt x="3079563" y="10257"/>
                </a:lnTo>
                <a:lnTo>
                  <a:pt x="3079780" y="10372"/>
                </a:lnTo>
                <a:lnTo>
                  <a:pt x="3079994" y="10492"/>
                </a:lnTo>
                <a:lnTo>
                  <a:pt x="3080205" y="10616"/>
                </a:lnTo>
                <a:lnTo>
                  <a:pt x="3080413" y="10745"/>
                </a:lnTo>
                <a:lnTo>
                  <a:pt x="3080619" y="10879"/>
                </a:lnTo>
                <a:lnTo>
                  <a:pt x="3080821" y="11018"/>
                </a:lnTo>
                <a:lnTo>
                  <a:pt x="3081020" y="11161"/>
                </a:lnTo>
                <a:lnTo>
                  <a:pt x="3081216" y="11309"/>
                </a:lnTo>
                <a:lnTo>
                  <a:pt x="3081410" y="11461"/>
                </a:lnTo>
                <a:lnTo>
                  <a:pt x="3081600" y="11619"/>
                </a:lnTo>
                <a:lnTo>
                  <a:pt x="3081788" y="11781"/>
                </a:lnTo>
                <a:lnTo>
                  <a:pt x="3081973" y="11947"/>
                </a:lnTo>
                <a:lnTo>
                  <a:pt x="3082166" y="12106"/>
                </a:lnTo>
                <a:lnTo>
                  <a:pt x="3082352" y="12270"/>
                </a:lnTo>
                <a:lnTo>
                  <a:pt x="3082530" y="12441"/>
                </a:lnTo>
                <a:lnTo>
                  <a:pt x="3082701" y="12619"/>
                </a:lnTo>
                <a:lnTo>
                  <a:pt x="3082864" y="12803"/>
                </a:lnTo>
                <a:lnTo>
                  <a:pt x="3083019" y="12994"/>
                </a:lnTo>
                <a:lnTo>
                  <a:pt x="3083166" y="13190"/>
                </a:lnTo>
                <a:lnTo>
                  <a:pt x="3083306" y="13394"/>
                </a:lnTo>
                <a:lnTo>
                  <a:pt x="3083439" y="13604"/>
                </a:lnTo>
                <a:lnTo>
                  <a:pt x="3083564" y="13820"/>
                </a:lnTo>
                <a:lnTo>
                  <a:pt x="3083681" y="14043"/>
                </a:lnTo>
                <a:lnTo>
                  <a:pt x="3083790" y="14272"/>
                </a:lnTo>
                <a:lnTo>
                  <a:pt x="3083892" y="14508"/>
                </a:lnTo>
                <a:lnTo>
                  <a:pt x="3083986" y="14750"/>
                </a:lnTo>
                <a:lnTo>
                  <a:pt x="3084073" y="14999"/>
                </a:lnTo>
                <a:lnTo>
                  <a:pt x="3084152" y="15254"/>
                </a:lnTo>
                <a:lnTo>
                  <a:pt x="3084223" y="15515"/>
                </a:lnTo>
                <a:lnTo>
                  <a:pt x="3084287" y="15783"/>
                </a:lnTo>
                <a:lnTo>
                  <a:pt x="3084343" y="16058"/>
                </a:lnTo>
                <a:lnTo>
                  <a:pt x="3084391" y="16338"/>
                </a:lnTo>
                <a:lnTo>
                  <a:pt x="3084432" y="16626"/>
                </a:lnTo>
                <a:lnTo>
                  <a:pt x="3084465" y="16920"/>
                </a:lnTo>
                <a:lnTo>
                  <a:pt x="3084491" y="17220"/>
                </a:lnTo>
                <a:lnTo>
                  <a:pt x="3084509" y="17527"/>
                </a:lnTo>
                <a:lnTo>
                  <a:pt x="3085861" y="53707"/>
                </a:lnTo>
                <a:lnTo>
                  <a:pt x="3085894" y="54391"/>
                </a:lnTo>
                <a:lnTo>
                  <a:pt x="3085936" y="55062"/>
                </a:lnTo>
                <a:lnTo>
                  <a:pt x="3085988" y="55720"/>
                </a:lnTo>
                <a:lnTo>
                  <a:pt x="3086049" y="56365"/>
                </a:lnTo>
                <a:lnTo>
                  <a:pt x="3086119" y="56997"/>
                </a:lnTo>
                <a:lnTo>
                  <a:pt x="3086199" y="57617"/>
                </a:lnTo>
                <a:lnTo>
                  <a:pt x="3086288" y="58223"/>
                </a:lnTo>
                <a:lnTo>
                  <a:pt x="3086387" y="58817"/>
                </a:lnTo>
                <a:lnTo>
                  <a:pt x="3086495" y="59397"/>
                </a:lnTo>
                <a:lnTo>
                  <a:pt x="3086612" y="59965"/>
                </a:lnTo>
                <a:lnTo>
                  <a:pt x="3086739" y="60520"/>
                </a:lnTo>
                <a:lnTo>
                  <a:pt x="3086875" y="61061"/>
                </a:lnTo>
                <a:lnTo>
                  <a:pt x="3087021" y="61590"/>
                </a:lnTo>
                <a:lnTo>
                  <a:pt x="3087176" y="62106"/>
                </a:lnTo>
                <a:lnTo>
                  <a:pt x="3087340" y="62609"/>
                </a:lnTo>
                <a:lnTo>
                  <a:pt x="3087514" y="63100"/>
                </a:lnTo>
                <a:lnTo>
                  <a:pt x="3087697" y="63577"/>
                </a:lnTo>
                <a:lnTo>
                  <a:pt x="3087890" y="64041"/>
                </a:lnTo>
                <a:lnTo>
                  <a:pt x="3088092" y="64493"/>
                </a:lnTo>
                <a:lnTo>
                  <a:pt x="3088303" y="64931"/>
                </a:lnTo>
                <a:lnTo>
                  <a:pt x="3088524" y="65357"/>
                </a:lnTo>
                <a:lnTo>
                  <a:pt x="3088754" y="65769"/>
                </a:lnTo>
                <a:lnTo>
                  <a:pt x="3088993" y="66169"/>
                </a:lnTo>
                <a:lnTo>
                  <a:pt x="3089242" y="66556"/>
                </a:lnTo>
                <a:lnTo>
                  <a:pt x="3089519" y="66929"/>
                </a:lnTo>
                <a:lnTo>
                  <a:pt x="3089814" y="67285"/>
                </a:lnTo>
                <a:lnTo>
                  <a:pt x="3090127" y="67626"/>
                </a:lnTo>
                <a:lnTo>
                  <a:pt x="3090459" y="67951"/>
                </a:lnTo>
                <a:lnTo>
                  <a:pt x="3090808" y="68260"/>
                </a:lnTo>
                <a:lnTo>
                  <a:pt x="3091176" y="68553"/>
                </a:lnTo>
                <a:lnTo>
                  <a:pt x="3091562" y="68831"/>
                </a:lnTo>
                <a:lnTo>
                  <a:pt x="3091966" y="69092"/>
                </a:lnTo>
                <a:lnTo>
                  <a:pt x="3092389" y="69338"/>
                </a:lnTo>
                <a:lnTo>
                  <a:pt x="3092829" y="69568"/>
                </a:lnTo>
                <a:lnTo>
                  <a:pt x="3093288" y="69782"/>
                </a:lnTo>
                <a:lnTo>
                  <a:pt x="3093765" y="69980"/>
                </a:lnTo>
                <a:lnTo>
                  <a:pt x="3094260" y="70162"/>
                </a:lnTo>
                <a:lnTo>
                  <a:pt x="3094773" y="70328"/>
                </a:lnTo>
                <a:lnTo>
                  <a:pt x="3095305" y="70479"/>
                </a:lnTo>
                <a:lnTo>
                  <a:pt x="3095855" y="70614"/>
                </a:lnTo>
                <a:lnTo>
                  <a:pt x="3096423" y="70733"/>
                </a:lnTo>
                <a:lnTo>
                  <a:pt x="3097009" y="70836"/>
                </a:lnTo>
                <a:lnTo>
                  <a:pt x="3097613" y="70923"/>
                </a:lnTo>
                <a:lnTo>
                  <a:pt x="3098236" y="70994"/>
                </a:lnTo>
                <a:lnTo>
                  <a:pt x="3098877" y="71050"/>
                </a:lnTo>
                <a:lnTo>
                  <a:pt x="3099536" y="71089"/>
                </a:lnTo>
                <a:lnTo>
                  <a:pt x="3100213" y="71113"/>
                </a:lnTo>
                <a:lnTo>
                  <a:pt x="3100908" y="71121"/>
                </a:lnTo>
                <a:lnTo>
                  <a:pt x="3100908" y="72643"/>
                </a:lnTo>
                <a:lnTo>
                  <a:pt x="3100213" y="72650"/>
                </a:lnTo>
                <a:lnTo>
                  <a:pt x="3099536" y="72674"/>
                </a:lnTo>
                <a:lnTo>
                  <a:pt x="3098877" y="72714"/>
                </a:lnTo>
                <a:lnTo>
                  <a:pt x="3098236" y="72769"/>
                </a:lnTo>
                <a:lnTo>
                  <a:pt x="3097613" y="72841"/>
                </a:lnTo>
                <a:lnTo>
                  <a:pt x="3097009" y="72928"/>
                </a:lnTo>
                <a:lnTo>
                  <a:pt x="3096423" y="73031"/>
                </a:lnTo>
                <a:lnTo>
                  <a:pt x="3095855" y="73150"/>
                </a:lnTo>
                <a:lnTo>
                  <a:pt x="3095305" y="73284"/>
                </a:lnTo>
                <a:lnTo>
                  <a:pt x="3094773" y="73435"/>
                </a:lnTo>
                <a:lnTo>
                  <a:pt x="3094260" y="73601"/>
                </a:lnTo>
                <a:lnTo>
                  <a:pt x="3093765" y="73784"/>
                </a:lnTo>
                <a:lnTo>
                  <a:pt x="3093288" y="73982"/>
                </a:lnTo>
                <a:lnTo>
                  <a:pt x="3092829" y="74196"/>
                </a:lnTo>
                <a:lnTo>
                  <a:pt x="3092389" y="74426"/>
                </a:lnTo>
                <a:lnTo>
                  <a:pt x="3091966" y="74671"/>
                </a:lnTo>
                <a:lnTo>
                  <a:pt x="3091562" y="74933"/>
                </a:lnTo>
                <a:lnTo>
                  <a:pt x="3091176" y="75210"/>
                </a:lnTo>
                <a:lnTo>
                  <a:pt x="3090808" y="75503"/>
                </a:lnTo>
                <a:lnTo>
                  <a:pt x="3090459" y="75813"/>
                </a:lnTo>
                <a:lnTo>
                  <a:pt x="3090127" y="76137"/>
                </a:lnTo>
                <a:lnTo>
                  <a:pt x="3089814" y="76478"/>
                </a:lnTo>
                <a:lnTo>
                  <a:pt x="3089519" y="76835"/>
                </a:lnTo>
                <a:lnTo>
                  <a:pt x="3089242" y="77207"/>
                </a:lnTo>
                <a:lnTo>
                  <a:pt x="3088993" y="77594"/>
                </a:lnTo>
                <a:lnTo>
                  <a:pt x="3088754" y="77994"/>
                </a:lnTo>
                <a:lnTo>
                  <a:pt x="3088524" y="78407"/>
                </a:lnTo>
                <a:lnTo>
                  <a:pt x="3088303" y="78832"/>
                </a:lnTo>
                <a:lnTo>
                  <a:pt x="3088092" y="79271"/>
                </a:lnTo>
                <a:lnTo>
                  <a:pt x="3087890" y="79722"/>
                </a:lnTo>
                <a:lnTo>
                  <a:pt x="3087697" y="80187"/>
                </a:lnTo>
                <a:lnTo>
                  <a:pt x="3087514" y="80664"/>
                </a:lnTo>
                <a:lnTo>
                  <a:pt x="3087340" y="81154"/>
                </a:lnTo>
                <a:lnTo>
                  <a:pt x="3087176" y="81657"/>
                </a:lnTo>
                <a:lnTo>
                  <a:pt x="3087021" y="82173"/>
                </a:lnTo>
                <a:lnTo>
                  <a:pt x="3086875" y="82702"/>
                </a:lnTo>
                <a:lnTo>
                  <a:pt x="3086739" y="83244"/>
                </a:lnTo>
                <a:lnTo>
                  <a:pt x="3086612" y="83799"/>
                </a:lnTo>
                <a:lnTo>
                  <a:pt x="3086495" y="84366"/>
                </a:lnTo>
                <a:lnTo>
                  <a:pt x="3086387" y="84947"/>
                </a:lnTo>
                <a:lnTo>
                  <a:pt x="3086288" y="85540"/>
                </a:lnTo>
                <a:lnTo>
                  <a:pt x="3086199" y="86147"/>
                </a:lnTo>
                <a:lnTo>
                  <a:pt x="3086119" y="86766"/>
                </a:lnTo>
                <a:lnTo>
                  <a:pt x="3086049" y="87398"/>
                </a:lnTo>
                <a:lnTo>
                  <a:pt x="3085988" y="88043"/>
                </a:lnTo>
                <a:lnTo>
                  <a:pt x="3085936" y="88702"/>
                </a:lnTo>
                <a:lnTo>
                  <a:pt x="3085894" y="89373"/>
                </a:lnTo>
                <a:lnTo>
                  <a:pt x="3085861" y="90056"/>
                </a:lnTo>
                <a:lnTo>
                  <a:pt x="3084509" y="126237"/>
                </a:lnTo>
                <a:lnTo>
                  <a:pt x="3084491" y="126544"/>
                </a:lnTo>
                <a:lnTo>
                  <a:pt x="3084465" y="126844"/>
                </a:lnTo>
                <a:lnTo>
                  <a:pt x="3084432" y="127138"/>
                </a:lnTo>
                <a:lnTo>
                  <a:pt x="3084391" y="127425"/>
                </a:lnTo>
                <a:lnTo>
                  <a:pt x="3084343" y="127706"/>
                </a:lnTo>
                <a:lnTo>
                  <a:pt x="3084287" y="127980"/>
                </a:lnTo>
                <a:lnTo>
                  <a:pt x="3084223" y="128248"/>
                </a:lnTo>
                <a:lnTo>
                  <a:pt x="3084152" y="128510"/>
                </a:lnTo>
                <a:lnTo>
                  <a:pt x="3084073" y="128765"/>
                </a:lnTo>
                <a:lnTo>
                  <a:pt x="3083986" y="129014"/>
                </a:lnTo>
                <a:lnTo>
                  <a:pt x="3083892" y="129256"/>
                </a:lnTo>
                <a:lnTo>
                  <a:pt x="3083790" y="129491"/>
                </a:lnTo>
                <a:lnTo>
                  <a:pt x="3083681" y="129721"/>
                </a:lnTo>
                <a:lnTo>
                  <a:pt x="3083564" y="129943"/>
                </a:lnTo>
                <a:lnTo>
                  <a:pt x="3083439" y="130160"/>
                </a:lnTo>
                <a:lnTo>
                  <a:pt x="3083306" y="130370"/>
                </a:lnTo>
                <a:lnTo>
                  <a:pt x="3083166" y="130573"/>
                </a:lnTo>
                <a:lnTo>
                  <a:pt x="3083019" y="130770"/>
                </a:lnTo>
                <a:lnTo>
                  <a:pt x="3082864" y="130960"/>
                </a:lnTo>
                <a:lnTo>
                  <a:pt x="3082701" y="131144"/>
                </a:lnTo>
                <a:lnTo>
                  <a:pt x="3082530" y="131322"/>
                </a:lnTo>
                <a:lnTo>
                  <a:pt x="3082352" y="131493"/>
                </a:lnTo>
                <a:lnTo>
                  <a:pt x="3082166" y="131658"/>
                </a:lnTo>
                <a:lnTo>
                  <a:pt x="3081973" y="131816"/>
                </a:lnTo>
                <a:lnTo>
                  <a:pt x="3081788" y="131983"/>
                </a:lnTo>
                <a:lnTo>
                  <a:pt x="3081600" y="132145"/>
                </a:lnTo>
                <a:lnTo>
                  <a:pt x="3081410" y="132302"/>
                </a:lnTo>
                <a:lnTo>
                  <a:pt x="3081216" y="132455"/>
                </a:lnTo>
                <a:lnTo>
                  <a:pt x="3081020" y="132603"/>
                </a:lnTo>
                <a:lnTo>
                  <a:pt x="3080821" y="132746"/>
                </a:lnTo>
                <a:lnTo>
                  <a:pt x="3080619" y="132884"/>
                </a:lnTo>
                <a:lnTo>
                  <a:pt x="3080413" y="133018"/>
                </a:lnTo>
                <a:lnTo>
                  <a:pt x="3080205" y="133147"/>
                </a:lnTo>
                <a:lnTo>
                  <a:pt x="3079994" y="133272"/>
                </a:lnTo>
                <a:lnTo>
                  <a:pt x="3079780" y="133392"/>
                </a:lnTo>
                <a:lnTo>
                  <a:pt x="3079563" y="133507"/>
                </a:lnTo>
                <a:lnTo>
                  <a:pt x="3079343" y="133617"/>
                </a:lnTo>
                <a:lnTo>
                  <a:pt x="3079121" y="133723"/>
                </a:lnTo>
                <a:lnTo>
                  <a:pt x="3078895" y="133824"/>
                </a:lnTo>
                <a:lnTo>
                  <a:pt x="3078666" y="133920"/>
                </a:lnTo>
                <a:lnTo>
                  <a:pt x="3078435" y="134012"/>
                </a:lnTo>
                <a:lnTo>
                  <a:pt x="3078200" y="134098"/>
                </a:lnTo>
                <a:lnTo>
                  <a:pt x="3077963" y="134181"/>
                </a:lnTo>
                <a:lnTo>
                  <a:pt x="3077722" y="134258"/>
                </a:lnTo>
                <a:lnTo>
                  <a:pt x="3077479" y="134331"/>
                </a:lnTo>
                <a:lnTo>
                  <a:pt x="3077233" y="134399"/>
                </a:lnTo>
                <a:lnTo>
                  <a:pt x="3076984" y="134462"/>
                </a:lnTo>
                <a:lnTo>
                  <a:pt x="3076731" y="134521"/>
                </a:lnTo>
                <a:lnTo>
                  <a:pt x="3076479" y="134576"/>
                </a:lnTo>
                <a:lnTo>
                  <a:pt x="3076229" y="134629"/>
                </a:lnTo>
                <a:lnTo>
                  <a:pt x="3075981" y="134680"/>
                </a:lnTo>
                <a:lnTo>
                  <a:pt x="3075736" y="134728"/>
                </a:lnTo>
                <a:lnTo>
                  <a:pt x="3075493" y="134774"/>
                </a:lnTo>
                <a:lnTo>
                  <a:pt x="3075252" y="134817"/>
                </a:lnTo>
                <a:lnTo>
                  <a:pt x="3075014" y="134858"/>
                </a:lnTo>
                <a:lnTo>
                  <a:pt x="3074778" y="134897"/>
                </a:lnTo>
                <a:lnTo>
                  <a:pt x="3074544" y="134933"/>
                </a:lnTo>
                <a:lnTo>
                  <a:pt x="3074313" y="134967"/>
                </a:lnTo>
                <a:lnTo>
                  <a:pt x="3074084" y="134999"/>
                </a:lnTo>
                <a:lnTo>
                  <a:pt x="3073857" y="135028"/>
                </a:lnTo>
                <a:lnTo>
                  <a:pt x="3073633" y="135055"/>
                </a:lnTo>
                <a:lnTo>
                  <a:pt x="3073411" y="135080"/>
                </a:lnTo>
                <a:lnTo>
                  <a:pt x="3073192" y="135102"/>
                </a:lnTo>
                <a:lnTo>
                  <a:pt x="3072974" y="135122"/>
                </a:lnTo>
                <a:lnTo>
                  <a:pt x="3072760" y="135140"/>
                </a:lnTo>
                <a:lnTo>
                  <a:pt x="3072547" y="135155"/>
                </a:lnTo>
                <a:lnTo>
                  <a:pt x="3072337" y="135168"/>
                </a:lnTo>
                <a:lnTo>
                  <a:pt x="3072129" y="135179"/>
                </a:lnTo>
                <a:lnTo>
                  <a:pt x="3071924" y="135187"/>
                </a:lnTo>
                <a:lnTo>
                  <a:pt x="3071720" y="135193"/>
                </a:lnTo>
                <a:lnTo>
                  <a:pt x="3071520" y="135196"/>
                </a:lnTo>
                <a:lnTo>
                  <a:pt x="3071321" y="135197"/>
                </a:lnTo>
                <a:lnTo>
                  <a:pt x="3071321" y="143313"/>
                </a:lnTo>
                <a:lnTo>
                  <a:pt x="3071939" y="143351"/>
                </a:lnTo>
                <a:lnTo>
                  <a:pt x="3072552" y="143382"/>
                </a:lnTo>
                <a:lnTo>
                  <a:pt x="3073160" y="143405"/>
                </a:lnTo>
                <a:lnTo>
                  <a:pt x="3073763" y="143421"/>
                </a:lnTo>
                <a:lnTo>
                  <a:pt x="3074362" y="143429"/>
                </a:lnTo>
                <a:lnTo>
                  <a:pt x="3074956" y="143429"/>
                </a:lnTo>
                <a:lnTo>
                  <a:pt x="3075546" y="143421"/>
                </a:lnTo>
                <a:lnTo>
                  <a:pt x="3076130" y="143407"/>
                </a:lnTo>
                <a:lnTo>
                  <a:pt x="3076710" y="143384"/>
                </a:lnTo>
                <a:lnTo>
                  <a:pt x="3077286" y="143354"/>
                </a:lnTo>
                <a:lnTo>
                  <a:pt x="3077856" y="143316"/>
                </a:lnTo>
                <a:lnTo>
                  <a:pt x="3078422" y="143270"/>
                </a:lnTo>
                <a:lnTo>
                  <a:pt x="3078983" y="143217"/>
                </a:lnTo>
                <a:lnTo>
                  <a:pt x="3079540" y="143156"/>
                </a:lnTo>
                <a:lnTo>
                  <a:pt x="3080092" y="143088"/>
                </a:lnTo>
                <a:lnTo>
                  <a:pt x="3080639" y="143012"/>
                </a:lnTo>
                <a:lnTo>
                  <a:pt x="3081181" y="142928"/>
                </a:lnTo>
                <a:lnTo>
                  <a:pt x="3081719" y="142837"/>
                </a:lnTo>
                <a:lnTo>
                  <a:pt x="3082252" y="142738"/>
                </a:lnTo>
                <a:lnTo>
                  <a:pt x="3082780" y="142632"/>
                </a:lnTo>
                <a:lnTo>
                  <a:pt x="3083304" y="142517"/>
                </a:lnTo>
                <a:lnTo>
                  <a:pt x="3083823" y="142396"/>
                </a:lnTo>
                <a:lnTo>
                  <a:pt x="3084337" y="142266"/>
                </a:lnTo>
                <a:lnTo>
                  <a:pt x="3084847" y="142129"/>
                </a:lnTo>
                <a:lnTo>
                  <a:pt x="3085364" y="141984"/>
                </a:lnTo>
                <a:lnTo>
                  <a:pt x="3085872" y="141829"/>
                </a:lnTo>
                <a:lnTo>
                  <a:pt x="3086371" y="141664"/>
                </a:lnTo>
                <a:lnTo>
                  <a:pt x="3086861" y="141490"/>
                </a:lnTo>
                <a:lnTo>
                  <a:pt x="3087343" y="141307"/>
                </a:lnTo>
                <a:lnTo>
                  <a:pt x="3087816" y="141115"/>
                </a:lnTo>
                <a:lnTo>
                  <a:pt x="3088280" y="140913"/>
                </a:lnTo>
                <a:lnTo>
                  <a:pt x="3088735" y="140701"/>
                </a:lnTo>
                <a:lnTo>
                  <a:pt x="3089182" y="140481"/>
                </a:lnTo>
                <a:lnTo>
                  <a:pt x="3089619" y="140251"/>
                </a:lnTo>
                <a:lnTo>
                  <a:pt x="3090048" y="140011"/>
                </a:lnTo>
                <a:lnTo>
                  <a:pt x="3090468" y="139762"/>
                </a:lnTo>
                <a:lnTo>
                  <a:pt x="3090880" y="139504"/>
                </a:lnTo>
                <a:lnTo>
                  <a:pt x="3091282" y="139236"/>
                </a:lnTo>
                <a:lnTo>
                  <a:pt x="3091676" y="138959"/>
                </a:lnTo>
                <a:lnTo>
                  <a:pt x="3092060" y="138673"/>
                </a:lnTo>
                <a:lnTo>
                  <a:pt x="3092436" y="138377"/>
                </a:lnTo>
                <a:lnTo>
                  <a:pt x="3092804" y="138072"/>
                </a:lnTo>
                <a:lnTo>
                  <a:pt x="3093162" y="137757"/>
                </a:lnTo>
                <a:lnTo>
                  <a:pt x="3093512" y="137433"/>
                </a:lnTo>
                <a:lnTo>
                  <a:pt x="3093852" y="137099"/>
                </a:lnTo>
                <a:lnTo>
                  <a:pt x="3094184" y="136757"/>
                </a:lnTo>
                <a:lnTo>
                  <a:pt x="3094507" y="136404"/>
                </a:lnTo>
                <a:lnTo>
                  <a:pt x="3094822" y="136043"/>
                </a:lnTo>
                <a:lnTo>
                  <a:pt x="3095139" y="135671"/>
                </a:lnTo>
                <a:lnTo>
                  <a:pt x="3095443" y="135290"/>
                </a:lnTo>
                <a:lnTo>
                  <a:pt x="3095733" y="134899"/>
                </a:lnTo>
                <a:lnTo>
                  <a:pt x="3096010" y="134498"/>
                </a:lnTo>
                <a:lnTo>
                  <a:pt x="3096273" y="134086"/>
                </a:lnTo>
                <a:lnTo>
                  <a:pt x="3096523" y="133665"/>
                </a:lnTo>
                <a:lnTo>
                  <a:pt x="3096759" y="133234"/>
                </a:lnTo>
                <a:lnTo>
                  <a:pt x="3096982" y="132793"/>
                </a:lnTo>
                <a:lnTo>
                  <a:pt x="3097191" y="132342"/>
                </a:lnTo>
                <a:lnTo>
                  <a:pt x="3097387" y="131881"/>
                </a:lnTo>
                <a:lnTo>
                  <a:pt x="3097569" y="131410"/>
                </a:lnTo>
                <a:lnTo>
                  <a:pt x="3097738" y="130928"/>
                </a:lnTo>
                <a:lnTo>
                  <a:pt x="3097893" y="130437"/>
                </a:lnTo>
                <a:lnTo>
                  <a:pt x="3098035" y="129936"/>
                </a:lnTo>
                <a:lnTo>
                  <a:pt x="3098163" y="129425"/>
                </a:lnTo>
                <a:lnTo>
                  <a:pt x="3098278" y="128904"/>
                </a:lnTo>
                <a:lnTo>
                  <a:pt x="3098379" y="128373"/>
                </a:lnTo>
                <a:lnTo>
                  <a:pt x="3098467" y="127832"/>
                </a:lnTo>
                <a:lnTo>
                  <a:pt x="3098541" y="127281"/>
                </a:lnTo>
                <a:lnTo>
                  <a:pt x="3098602" y="126721"/>
                </a:lnTo>
                <a:lnTo>
                  <a:pt x="3098649" y="126150"/>
                </a:lnTo>
                <a:lnTo>
                  <a:pt x="3098683" y="125569"/>
                </a:lnTo>
                <a:lnTo>
                  <a:pt x="3098703" y="124978"/>
                </a:lnTo>
                <a:lnTo>
                  <a:pt x="3098710" y="124377"/>
                </a:lnTo>
                <a:lnTo>
                  <a:pt x="3098710" y="88197"/>
                </a:lnTo>
                <a:lnTo>
                  <a:pt x="3098717" y="87765"/>
                </a:lnTo>
                <a:lnTo>
                  <a:pt x="3098739" y="87344"/>
                </a:lnTo>
                <a:lnTo>
                  <a:pt x="3098776" y="86934"/>
                </a:lnTo>
                <a:lnTo>
                  <a:pt x="3098828" y="86534"/>
                </a:lnTo>
                <a:lnTo>
                  <a:pt x="3098894" y="86145"/>
                </a:lnTo>
                <a:lnTo>
                  <a:pt x="3098974" y="85766"/>
                </a:lnTo>
                <a:lnTo>
                  <a:pt x="3099070" y="85398"/>
                </a:lnTo>
                <a:lnTo>
                  <a:pt x="3099180" y="85041"/>
                </a:lnTo>
                <a:lnTo>
                  <a:pt x="3099304" y="84694"/>
                </a:lnTo>
                <a:lnTo>
                  <a:pt x="3099444" y="84357"/>
                </a:lnTo>
                <a:lnTo>
                  <a:pt x="3099598" y="84032"/>
                </a:lnTo>
                <a:lnTo>
                  <a:pt x="3099767" y="83716"/>
                </a:lnTo>
                <a:lnTo>
                  <a:pt x="3099950" y="83412"/>
                </a:lnTo>
                <a:lnTo>
                  <a:pt x="3100148" y="83118"/>
                </a:lnTo>
                <a:lnTo>
                  <a:pt x="3100361" y="82834"/>
                </a:lnTo>
                <a:lnTo>
                  <a:pt x="3100589" y="82561"/>
                </a:lnTo>
                <a:lnTo>
                  <a:pt x="3100831" y="82299"/>
                </a:lnTo>
                <a:lnTo>
                  <a:pt x="3101088" y="82047"/>
                </a:lnTo>
                <a:lnTo>
                  <a:pt x="3101359" y="81806"/>
                </a:lnTo>
                <a:lnTo>
                  <a:pt x="3101645" y="81575"/>
                </a:lnTo>
                <a:lnTo>
                  <a:pt x="3101946" y="81355"/>
                </a:lnTo>
                <a:lnTo>
                  <a:pt x="3102262" y="81145"/>
                </a:lnTo>
                <a:lnTo>
                  <a:pt x="3102592" y="80946"/>
                </a:lnTo>
                <a:lnTo>
                  <a:pt x="3102937" y="80758"/>
                </a:lnTo>
                <a:lnTo>
                  <a:pt x="3103290" y="80565"/>
                </a:lnTo>
                <a:lnTo>
                  <a:pt x="3103644" y="80381"/>
                </a:lnTo>
                <a:lnTo>
                  <a:pt x="3103999" y="80206"/>
                </a:lnTo>
                <a:lnTo>
                  <a:pt x="3104355" y="80039"/>
                </a:lnTo>
                <a:lnTo>
                  <a:pt x="3104713" y="79882"/>
                </a:lnTo>
                <a:lnTo>
                  <a:pt x="3105071" y="79733"/>
                </a:lnTo>
                <a:lnTo>
                  <a:pt x="3105431" y="79593"/>
                </a:lnTo>
                <a:lnTo>
                  <a:pt x="3105792" y="79462"/>
                </a:lnTo>
                <a:lnTo>
                  <a:pt x="3106154" y="79339"/>
                </a:lnTo>
                <a:lnTo>
                  <a:pt x="3106518" y="79226"/>
                </a:lnTo>
                <a:lnTo>
                  <a:pt x="3106882" y="79121"/>
                </a:lnTo>
                <a:lnTo>
                  <a:pt x="3107248" y="79025"/>
                </a:lnTo>
                <a:lnTo>
                  <a:pt x="3107615" y="78938"/>
                </a:lnTo>
                <a:lnTo>
                  <a:pt x="3107983" y="78859"/>
                </a:lnTo>
                <a:lnTo>
                  <a:pt x="3108352" y="78790"/>
                </a:lnTo>
                <a:lnTo>
                  <a:pt x="3108723" y="78729"/>
                </a:lnTo>
                <a:lnTo>
                  <a:pt x="3109094" y="78677"/>
                </a:lnTo>
                <a:lnTo>
                  <a:pt x="3109467" y="78634"/>
                </a:lnTo>
                <a:lnTo>
                  <a:pt x="3109841" y="78600"/>
                </a:lnTo>
                <a:lnTo>
                  <a:pt x="3110216" y="78574"/>
                </a:lnTo>
                <a:lnTo>
                  <a:pt x="3110592" y="78557"/>
                </a:lnTo>
                <a:lnTo>
                  <a:pt x="3110970" y="78549"/>
                </a:lnTo>
                <a:lnTo>
                  <a:pt x="3111349" y="78550"/>
                </a:lnTo>
                <a:lnTo>
                  <a:pt x="3111728" y="78560"/>
                </a:lnTo>
                <a:lnTo>
                  <a:pt x="3111728" y="65204"/>
                </a:lnTo>
                <a:lnTo>
                  <a:pt x="3111335" y="65214"/>
                </a:lnTo>
                <a:lnTo>
                  <a:pt x="3110943" y="65215"/>
                </a:lnTo>
                <a:lnTo>
                  <a:pt x="3110553" y="65209"/>
                </a:lnTo>
                <a:lnTo>
                  <a:pt x="3110165" y="65194"/>
                </a:lnTo>
                <a:lnTo>
                  <a:pt x="3109778" y="65171"/>
                </a:lnTo>
                <a:lnTo>
                  <a:pt x="3109393" y="65140"/>
                </a:lnTo>
                <a:lnTo>
                  <a:pt x="3109010" y="65101"/>
                </a:lnTo>
                <a:lnTo>
                  <a:pt x="3108629" y="65053"/>
                </a:lnTo>
                <a:lnTo>
                  <a:pt x="3108249" y="64998"/>
                </a:lnTo>
                <a:lnTo>
                  <a:pt x="3107872" y="64934"/>
                </a:lnTo>
                <a:lnTo>
                  <a:pt x="3107496" y="64861"/>
                </a:lnTo>
                <a:lnTo>
                  <a:pt x="3107121" y="64781"/>
                </a:lnTo>
                <a:lnTo>
                  <a:pt x="3106749" y="64692"/>
                </a:lnTo>
                <a:lnTo>
                  <a:pt x="3106378" y="64595"/>
                </a:lnTo>
                <a:lnTo>
                  <a:pt x="3106009" y="64490"/>
                </a:lnTo>
                <a:lnTo>
                  <a:pt x="3105642" y="64377"/>
                </a:lnTo>
                <a:lnTo>
                  <a:pt x="3105277" y="64256"/>
                </a:lnTo>
                <a:lnTo>
                  <a:pt x="3104913" y="64126"/>
                </a:lnTo>
                <a:lnTo>
                  <a:pt x="3104551" y="63988"/>
                </a:lnTo>
                <a:lnTo>
                  <a:pt x="3104191" y="63842"/>
                </a:lnTo>
                <a:lnTo>
                  <a:pt x="3103832" y="63687"/>
                </a:lnTo>
                <a:lnTo>
                  <a:pt x="3103476" y="63525"/>
                </a:lnTo>
                <a:lnTo>
                  <a:pt x="3103121" y="63354"/>
                </a:lnTo>
                <a:lnTo>
                  <a:pt x="3102768" y="63175"/>
                </a:lnTo>
                <a:lnTo>
                  <a:pt x="3102437" y="62973"/>
                </a:lnTo>
                <a:lnTo>
                  <a:pt x="3102120" y="62761"/>
                </a:lnTo>
                <a:lnTo>
                  <a:pt x="3101817" y="62541"/>
                </a:lnTo>
                <a:lnTo>
                  <a:pt x="3101528" y="62311"/>
                </a:lnTo>
                <a:lnTo>
                  <a:pt x="3101253" y="62071"/>
                </a:lnTo>
                <a:lnTo>
                  <a:pt x="3100993" y="61822"/>
                </a:lnTo>
                <a:lnTo>
                  <a:pt x="3100746" y="61564"/>
                </a:lnTo>
                <a:lnTo>
                  <a:pt x="3100514" y="61296"/>
                </a:lnTo>
                <a:lnTo>
                  <a:pt x="3100295" y="61019"/>
                </a:lnTo>
                <a:lnTo>
                  <a:pt x="3100091" y="60733"/>
                </a:lnTo>
                <a:lnTo>
                  <a:pt x="3099901" y="60437"/>
                </a:lnTo>
                <a:lnTo>
                  <a:pt x="3099725" y="60132"/>
                </a:lnTo>
                <a:lnTo>
                  <a:pt x="3099563" y="59817"/>
                </a:lnTo>
                <a:lnTo>
                  <a:pt x="3099415" y="59493"/>
                </a:lnTo>
                <a:lnTo>
                  <a:pt x="3099281" y="59159"/>
                </a:lnTo>
                <a:lnTo>
                  <a:pt x="3099161" y="58817"/>
                </a:lnTo>
                <a:lnTo>
                  <a:pt x="3099055" y="58464"/>
                </a:lnTo>
                <a:lnTo>
                  <a:pt x="3098964" y="58103"/>
                </a:lnTo>
                <a:lnTo>
                  <a:pt x="3098886" y="57732"/>
                </a:lnTo>
                <a:lnTo>
                  <a:pt x="3098823" y="57351"/>
                </a:lnTo>
                <a:lnTo>
                  <a:pt x="3098774" y="56962"/>
                </a:lnTo>
                <a:lnTo>
                  <a:pt x="3098738" y="56562"/>
                </a:lnTo>
                <a:lnTo>
                  <a:pt x="3098717" y="56154"/>
                </a:lnTo>
                <a:lnTo>
                  <a:pt x="3098710" y="55736"/>
                </a:lnTo>
                <a:lnTo>
                  <a:pt x="3098710" y="19386"/>
                </a:lnTo>
                <a:lnTo>
                  <a:pt x="3098703" y="18772"/>
                </a:lnTo>
                <a:lnTo>
                  <a:pt x="3098683" y="18169"/>
                </a:lnTo>
                <a:lnTo>
                  <a:pt x="3098649" y="17577"/>
                </a:lnTo>
                <a:lnTo>
                  <a:pt x="3098602" y="16996"/>
                </a:lnTo>
                <a:lnTo>
                  <a:pt x="3098541" y="16426"/>
                </a:lnTo>
                <a:lnTo>
                  <a:pt x="3098467" y="15868"/>
                </a:lnTo>
                <a:lnTo>
                  <a:pt x="3098379" y="15320"/>
                </a:lnTo>
                <a:lnTo>
                  <a:pt x="3098278" y="14784"/>
                </a:lnTo>
                <a:lnTo>
                  <a:pt x="3098163" y="14259"/>
                </a:lnTo>
                <a:lnTo>
                  <a:pt x="3098035" y="13745"/>
                </a:lnTo>
                <a:lnTo>
                  <a:pt x="3097893" y="13242"/>
                </a:lnTo>
                <a:lnTo>
                  <a:pt x="3097738" y="12750"/>
                </a:lnTo>
                <a:lnTo>
                  <a:pt x="3097569" y="12270"/>
                </a:lnTo>
                <a:lnTo>
                  <a:pt x="3097387" y="11801"/>
                </a:lnTo>
                <a:lnTo>
                  <a:pt x="3097191" y="11342"/>
                </a:lnTo>
                <a:lnTo>
                  <a:pt x="3096982" y="10895"/>
                </a:lnTo>
                <a:lnTo>
                  <a:pt x="3096759" y="10460"/>
                </a:lnTo>
                <a:lnTo>
                  <a:pt x="3096523" y="10035"/>
                </a:lnTo>
                <a:lnTo>
                  <a:pt x="3096273" y="9621"/>
                </a:lnTo>
                <a:lnTo>
                  <a:pt x="3096010" y="9219"/>
                </a:lnTo>
                <a:lnTo>
                  <a:pt x="3095733" y="8828"/>
                </a:lnTo>
                <a:lnTo>
                  <a:pt x="3095443" y="8447"/>
                </a:lnTo>
                <a:lnTo>
                  <a:pt x="3095139" y="8079"/>
                </a:lnTo>
                <a:lnTo>
                  <a:pt x="3094822" y="7721"/>
                </a:lnTo>
                <a:lnTo>
                  <a:pt x="3094507" y="7359"/>
                </a:lnTo>
                <a:lnTo>
                  <a:pt x="3094184" y="7007"/>
                </a:lnTo>
                <a:lnTo>
                  <a:pt x="3093852" y="6664"/>
                </a:lnTo>
                <a:lnTo>
                  <a:pt x="3093512" y="6331"/>
                </a:lnTo>
                <a:lnTo>
                  <a:pt x="3093162" y="6007"/>
                </a:lnTo>
                <a:lnTo>
                  <a:pt x="3092804" y="5692"/>
                </a:lnTo>
                <a:lnTo>
                  <a:pt x="3092436" y="5387"/>
                </a:lnTo>
                <a:lnTo>
                  <a:pt x="3092060" y="5091"/>
                </a:lnTo>
                <a:lnTo>
                  <a:pt x="3091676" y="4804"/>
                </a:lnTo>
                <a:lnTo>
                  <a:pt x="3091282" y="4527"/>
                </a:lnTo>
                <a:lnTo>
                  <a:pt x="3090880" y="4260"/>
                </a:lnTo>
                <a:lnTo>
                  <a:pt x="3090468" y="4001"/>
                </a:lnTo>
                <a:lnTo>
                  <a:pt x="3090048" y="3752"/>
                </a:lnTo>
                <a:lnTo>
                  <a:pt x="3089619" y="3513"/>
                </a:lnTo>
                <a:lnTo>
                  <a:pt x="3089182" y="3283"/>
                </a:lnTo>
                <a:lnTo>
                  <a:pt x="3088735" y="3062"/>
                </a:lnTo>
                <a:lnTo>
                  <a:pt x="3088280" y="2851"/>
                </a:lnTo>
                <a:lnTo>
                  <a:pt x="3087816" y="2649"/>
                </a:lnTo>
                <a:lnTo>
                  <a:pt x="3087343" y="2456"/>
                </a:lnTo>
                <a:lnTo>
                  <a:pt x="3086861" y="2273"/>
                </a:lnTo>
                <a:lnTo>
                  <a:pt x="3086371" y="2099"/>
                </a:lnTo>
                <a:lnTo>
                  <a:pt x="3085872" y="1935"/>
                </a:lnTo>
                <a:lnTo>
                  <a:pt x="3085364" y="1780"/>
                </a:lnTo>
                <a:lnTo>
                  <a:pt x="3084847" y="1634"/>
                </a:lnTo>
                <a:lnTo>
                  <a:pt x="3084337" y="1484"/>
                </a:lnTo>
                <a:lnTo>
                  <a:pt x="3083823" y="1342"/>
                </a:lnTo>
                <a:lnTo>
                  <a:pt x="3083304" y="1209"/>
                </a:lnTo>
                <a:lnTo>
                  <a:pt x="3082780" y="1085"/>
                </a:lnTo>
                <a:lnTo>
                  <a:pt x="3082252" y="969"/>
                </a:lnTo>
                <a:lnTo>
                  <a:pt x="3081719" y="863"/>
                </a:lnTo>
                <a:lnTo>
                  <a:pt x="3081181" y="765"/>
                </a:lnTo>
                <a:lnTo>
                  <a:pt x="3080639" y="676"/>
                </a:lnTo>
                <a:lnTo>
                  <a:pt x="3080092" y="596"/>
                </a:lnTo>
                <a:lnTo>
                  <a:pt x="3079540" y="525"/>
                </a:lnTo>
                <a:lnTo>
                  <a:pt x="3078983" y="462"/>
                </a:lnTo>
                <a:lnTo>
                  <a:pt x="3078422" y="409"/>
                </a:lnTo>
                <a:lnTo>
                  <a:pt x="3077856" y="364"/>
                </a:lnTo>
                <a:lnTo>
                  <a:pt x="3077286" y="328"/>
                </a:lnTo>
                <a:lnTo>
                  <a:pt x="3076710" y="300"/>
                </a:lnTo>
                <a:lnTo>
                  <a:pt x="3076130" y="282"/>
                </a:lnTo>
                <a:lnTo>
                  <a:pt x="3075546" y="272"/>
                </a:lnTo>
                <a:lnTo>
                  <a:pt x="3074956" y="271"/>
                </a:lnTo>
                <a:lnTo>
                  <a:pt x="3074362" y="279"/>
                </a:lnTo>
                <a:lnTo>
                  <a:pt x="3073763" y="296"/>
                </a:lnTo>
                <a:lnTo>
                  <a:pt x="3073160" y="321"/>
                </a:lnTo>
                <a:lnTo>
                  <a:pt x="3072552" y="356"/>
                </a:lnTo>
                <a:lnTo>
                  <a:pt x="3071939" y="399"/>
                </a:lnTo>
                <a:lnTo>
                  <a:pt x="3071321" y="451"/>
                </a:lnTo>
                <a:lnTo>
                  <a:pt x="3071321" y="8566"/>
                </a:lnTo>
                <a:lnTo>
                  <a:pt x="3071520" y="8567"/>
                </a:lnTo>
                <a:lnTo>
                  <a:pt x="3071720" y="8571"/>
                </a:lnTo>
                <a:lnTo>
                  <a:pt x="3071924" y="8577"/>
                </a:lnTo>
                <a:lnTo>
                  <a:pt x="3072129" y="8585"/>
                </a:lnTo>
                <a:close/>
                <a:moveTo>
                  <a:pt x="1987820" y="116431"/>
                </a:moveTo>
                <a:lnTo>
                  <a:pt x="1987820" y="95467"/>
                </a:lnTo>
                <a:lnTo>
                  <a:pt x="1965841" y="95467"/>
                </a:lnTo>
                <a:lnTo>
                  <a:pt x="1965841" y="116431"/>
                </a:lnTo>
                <a:lnTo>
                  <a:pt x="1987820" y="116431"/>
                </a:lnTo>
                <a:close/>
                <a:moveTo>
                  <a:pt x="1219628" y="273364"/>
                </a:moveTo>
                <a:lnTo>
                  <a:pt x="1219628" y="285372"/>
                </a:lnTo>
                <a:lnTo>
                  <a:pt x="1233557" y="285372"/>
                </a:lnTo>
                <a:lnTo>
                  <a:pt x="1233557" y="343008"/>
                </a:lnTo>
                <a:lnTo>
                  <a:pt x="1233563" y="343674"/>
                </a:lnTo>
                <a:lnTo>
                  <a:pt x="1233583" y="344330"/>
                </a:lnTo>
                <a:lnTo>
                  <a:pt x="1233615" y="344976"/>
                </a:lnTo>
                <a:lnTo>
                  <a:pt x="1233660" y="345613"/>
                </a:lnTo>
                <a:lnTo>
                  <a:pt x="1233718" y="346240"/>
                </a:lnTo>
                <a:lnTo>
                  <a:pt x="1233789" y="346858"/>
                </a:lnTo>
                <a:lnTo>
                  <a:pt x="1233873" y="347466"/>
                </a:lnTo>
                <a:lnTo>
                  <a:pt x="1233970" y="348065"/>
                </a:lnTo>
                <a:lnTo>
                  <a:pt x="1234080" y="348654"/>
                </a:lnTo>
                <a:lnTo>
                  <a:pt x="1234203" y="349233"/>
                </a:lnTo>
                <a:lnTo>
                  <a:pt x="1234339" y="349803"/>
                </a:lnTo>
                <a:lnTo>
                  <a:pt x="1234487" y="350363"/>
                </a:lnTo>
                <a:lnTo>
                  <a:pt x="1234649" y="350913"/>
                </a:lnTo>
                <a:lnTo>
                  <a:pt x="1234823" y="351454"/>
                </a:lnTo>
                <a:lnTo>
                  <a:pt x="1235011" y="351986"/>
                </a:lnTo>
                <a:lnTo>
                  <a:pt x="1235211" y="352508"/>
                </a:lnTo>
                <a:lnTo>
                  <a:pt x="1235424" y="353020"/>
                </a:lnTo>
                <a:lnTo>
                  <a:pt x="1235651" y="353522"/>
                </a:lnTo>
                <a:lnTo>
                  <a:pt x="1235890" y="354015"/>
                </a:lnTo>
                <a:lnTo>
                  <a:pt x="1236142" y="354499"/>
                </a:lnTo>
                <a:lnTo>
                  <a:pt x="1236407" y="354973"/>
                </a:lnTo>
                <a:lnTo>
                  <a:pt x="1236685" y="355437"/>
                </a:lnTo>
                <a:lnTo>
                  <a:pt x="1236975" y="355892"/>
                </a:lnTo>
                <a:lnTo>
                  <a:pt x="1237279" y="356337"/>
                </a:lnTo>
                <a:lnTo>
                  <a:pt x="1237598" y="356772"/>
                </a:lnTo>
                <a:lnTo>
                  <a:pt x="1237923" y="357198"/>
                </a:lnTo>
                <a:lnTo>
                  <a:pt x="1238255" y="357615"/>
                </a:lnTo>
                <a:lnTo>
                  <a:pt x="1238593" y="358023"/>
                </a:lnTo>
                <a:lnTo>
                  <a:pt x="1238938" y="358421"/>
                </a:lnTo>
                <a:lnTo>
                  <a:pt x="1239290" y="358809"/>
                </a:lnTo>
                <a:lnTo>
                  <a:pt x="1239649" y="359189"/>
                </a:lnTo>
                <a:lnTo>
                  <a:pt x="1240014" y="359559"/>
                </a:lnTo>
                <a:lnTo>
                  <a:pt x="1240386" y="359919"/>
                </a:lnTo>
                <a:lnTo>
                  <a:pt x="1240765" y="360270"/>
                </a:lnTo>
                <a:lnTo>
                  <a:pt x="1241150" y="360612"/>
                </a:lnTo>
                <a:lnTo>
                  <a:pt x="1241542" y="360945"/>
                </a:lnTo>
                <a:lnTo>
                  <a:pt x="1241940" y="361268"/>
                </a:lnTo>
                <a:lnTo>
                  <a:pt x="1242346" y="361581"/>
                </a:lnTo>
                <a:lnTo>
                  <a:pt x="1242758" y="361885"/>
                </a:lnTo>
                <a:lnTo>
                  <a:pt x="1243176" y="362180"/>
                </a:lnTo>
                <a:lnTo>
                  <a:pt x="1243601" y="362466"/>
                </a:lnTo>
                <a:lnTo>
                  <a:pt x="1244033" y="362742"/>
                </a:lnTo>
                <a:lnTo>
                  <a:pt x="1244472" y="363009"/>
                </a:lnTo>
                <a:lnTo>
                  <a:pt x="1244917" y="363266"/>
                </a:lnTo>
                <a:lnTo>
                  <a:pt x="1245369" y="363514"/>
                </a:lnTo>
                <a:lnTo>
                  <a:pt x="1245828" y="363753"/>
                </a:lnTo>
                <a:lnTo>
                  <a:pt x="1246293" y="363982"/>
                </a:lnTo>
                <a:lnTo>
                  <a:pt x="1246765" y="364202"/>
                </a:lnTo>
                <a:lnTo>
                  <a:pt x="1247246" y="364412"/>
                </a:lnTo>
                <a:lnTo>
                  <a:pt x="1247727" y="364614"/>
                </a:lnTo>
                <a:lnTo>
                  <a:pt x="1248210" y="364807"/>
                </a:lnTo>
                <a:lnTo>
                  <a:pt x="1248693" y="364990"/>
                </a:lnTo>
                <a:lnTo>
                  <a:pt x="1249177" y="365165"/>
                </a:lnTo>
                <a:lnTo>
                  <a:pt x="1249662" y="365331"/>
                </a:lnTo>
                <a:lnTo>
                  <a:pt x="1250148" y="365488"/>
                </a:lnTo>
                <a:lnTo>
                  <a:pt x="1250634" y="365636"/>
                </a:lnTo>
                <a:lnTo>
                  <a:pt x="1251122" y="365775"/>
                </a:lnTo>
                <a:lnTo>
                  <a:pt x="1251610" y="365905"/>
                </a:lnTo>
                <a:lnTo>
                  <a:pt x="1252099" y="366026"/>
                </a:lnTo>
                <a:lnTo>
                  <a:pt x="1252589" y="366138"/>
                </a:lnTo>
                <a:lnTo>
                  <a:pt x="1253080" y="366241"/>
                </a:lnTo>
                <a:lnTo>
                  <a:pt x="1253571" y="366335"/>
                </a:lnTo>
                <a:lnTo>
                  <a:pt x="1254064" y="366420"/>
                </a:lnTo>
                <a:lnTo>
                  <a:pt x="1254557" y="366496"/>
                </a:lnTo>
                <a:lnTo>
                  <a:pt x="1255051" y="366564"/>
                </a:lnTo>
                <a:lnTo>
                  <a:pt x="1255546" y="366622"/>
                </a:lnTo>
                <a:lnTo>
                  <a:pt x="1256041" y="366671"/>
                </a:lnTo>
                <a:lnTo>
                  <a:pt x="1256538" y="366712"/>
                </a:lnTo>
                <a:lnTo>
                  <a:pt x="1257035" y="366743"/>
                </a:lnTo>
                <a:lnTo>
                  <a:pt x="1257534" y="366765"/>
                </a:lnTo>
                <a:lnTo>
                  <a:pt x="1258033" y="366779"/>
                </a:lnTo>
                <a:lnTo>
                  <a:pt x="1258533" y="366783"/>
                </a:lnTo>
                <a:lnTo>
                  <a:pt x="1258860" y="366782"/>
                </a:lnTo>
                <a:lnTo>
                  <a:pt x="1259183" y="366779"/>
                </a:lnTo>
                <a:lnTo>
                  <a:pt x="1259502" y="366774"/>
                </a:lnTo>
                <a:lnTo>
                  <a:pt x="1259815" y="366767"/>
                </a:lnTo>
                <a:lnTo>
                  <a:pt x="1260124" y="366757"/>
                </a:lnTo>
                <a:lnTo>
                  <a:pt x="1260428" y="366746"/>
                </a:lnTo>
                <a:lnTo>
                  <a:pt x="1260727" y="366732"/>
                </a:lnTo>
                <a:lnTo>
                  <a:pt x="1261021" y="366717"/>
                </a:lnTo>
                <a:lnTo>
                  <a:pt x="1261310" y="366699"/>
                </a:lnTo>
                <a:lnTo>
                  <a:pt x="1261595" y="366679"/>
                </a:lnTo>
                <a:lnTo>
                  <a:pt x="1261875" y="366657"/>
                </a:lnTo>
                <a:lnTo>
                  <a:pt x="1262150" y="366633"/>
                </a:lnTo>
                <a:lnTo>
                  <a:pt x="1262420" y="366607"/>
                </a:lnTo>
                <a:lnTo>
                  <a:pt x="1262686" y="366579"/>
                </a:lnTo>
                <a:lnTo>
                  <a:pt x="1262946" y="366549"/>
                </a:lnTo>
                <a:lnTo>
                  <a:pt x="1263202" y="366516"/>
                </a:lnTo>
                <a:lnTo>
                  <a:pt x="1263453" y="366482"/>
                </a:lnTo>
                <a:lnTo>
                  <a:pt x="1263700" y="366446"/>
                </a:lnTo>
                <a:lnTo>
                  <a:pt x="1263941" y="366407"/>
                </a:lnTo>
                <a:lnTo>
                  <a:pt x="1264178" y="366366"/>
                </a:lnTo>
                <a:lnTo>
                  <a:pt x="1264410" y="366324"/>
                </a:lnTo>
                <a:lnTo>
                  <a:pt x="1264637" y="366279"/>
                </a:lnTo>
                <a:lnTo>
                  <a:pt x="1264859" y="366232"/>
                </a:lnTo>
                <a:lnTo>
                  <a:pt x="1265077" y="366183"/>
                </a:lnTo>
                <a:lnTo>
                  <a:pt x="1265290" y="366138"/>
                </a:lnTo>
                <a:lnTo>
                  <a:pt x="1265499" y="366093"/>
                </a:lnTo>
                <a:lnTo>
                  <a:pt x="1265704" y="366048"/>
                </a:lnTo>
                <a:lnTo>
                  <a:pt x="1265906" y="366003"/>
                </a:lnTo>
                <a:lnTo>
                  <a:pt x="1266103" y="365958"/>
                </a:lnTo>
                <a:lnTo>
                  <a:pt x="1266296" y="365913"/>
                </a:lnTo>
                <a:lnTo>
                  <a:pt x="1266486" y="365868"/>
                </a:lnTo>
                <a:lnTo>
                  <a:pt x="1266671" y="365823"/>
                </a:lnTo>
                <a:lnTo>
                  <a:pt x="1266852" y="365778"/>
                </a:lnTo>
                <a:lnTo>
                  <a:pt x="1267030" y="365733"/>
                </a:lnTo>
                <a:lnTo>
                  <a:pt x="1267204" y="365688"/>
                </a:lnTo>
                <a:lnTo>
                  <a:pt x="1267373" y="365643"/>
                </a:lnTo>
                <a:lnTo>
                  <a:pt x="1267539" y="365598"/>
                </a:lnTo>
                <a:lnTo>
                  <a:pt x="1267700" y="365552"/>
                </a:lnTo>
                <a:lnTo>
                  <a:pt x="1267858" y="365507"/>
                </a:lnTo>
                <a:lnTo>
                  <a:pt x="1268012" y="365462"/>
                </a:lnTo>
                <a:lnTo>
                  <a:pt x="1268162" y="365417"/>
                </a:lnTo>
                <a:lnTo>
                  <a:pt x="1268308" y="365372"/>
                </a:lnTo>
                <a:lnTo>
                  <a:pt x="1268449" y="365327"/>
                </a:lnTo>
                <a:lnTo>
                  <a:pt x="1268587" y="365282"/>
                </a:lnTo>
                <a:lnTo>
                  <a:pt x="1268721" y="365237"/>
                </a:lnTo>
                <a:lnTo>
                  <a:pt x="1268851" y="365192"/>
                </a:lnTo>
                <a:lnTo>
                  <a:pt x="1268977" y="365147"/>
                </a:lnTo>
                <a:lnTo>
                  <a:pt x="1269099" y="365102"/>
                </a:lnTo>
                <a:lnTo>
                  <a:pt x="1266217" y="352374"/>
                </a:lnTo>
                <a:lnTo>
                  <a:pt x="1266141" y="352389"/>
                </a:lnTo>
                <a:lnTo>
                  <a:pt x="1266063" y="352405"/>
                </a:lnTo>
                <a:lnTo>
                  <a:pt x="1265983" y="352421"/>
                </a:lnTo>
                <a:lnTo>
                  <a:pt x="1265901" y="352438"/>
                </a:lnTo>
                <a:lnTo>
                  <a:pt x="1265816" y="352454"/>
                </a:lnTo>
                <a:lnTo>
                  <a:pt x="1265730" y="352472"/>
                </a:lnTo>
                <a:lnTo>
                  <a:pt x="1265641" y="352489"/>
                </a:lnTo>
                <a:lnTo>
                  <a:pt x="1265550" y="352508"/>
                </a:lnTo>
                <a:lnTo>
                  <a:pt x="1265458" y="352526"/>
                </a:lnTo>
                <a:lnTo>
                  <a:pt x="1265363" y="352545"/>
                </a:lnTo>
                <a:lnTo>
                  <a:pt x="1265266" y="352564"/>
                </a:lnTo>
                <a:lnTo>
                  <a:pt x="1265167" y="352584"/>
                </a:lnTo>
                <a:lnTo>
                  <a:pt x="1265066" y="352604"/>
                </a:lnTo>
                <a:lnTo>
                  <a:pt x="1264962" y="352625"/>
                </a:lnTo>
                <a:lnTo>
                  <a:pt x="1264857" y="352646"/>
                </a:lnTo>
                <a:lnTo>
                  <a:pt x="1264750" y="352668"/>
                </a:lnTo>
                <a:lnTo>
                  <a:pt x="1264640" y="352690"/>
                </a:lnTo>
                <a:lnTo>
                  <a:pt x="1264529" y="352712"/>
                </a:lnTo>
                <a:lnTo>
                  <a:pt x="1264415" y="352735"/>
                </a:lnTo>
                <a:lnTo>
                  <a:pt x="1264300" y="352758"/>
                </a:lnTo>
                <a:lnTo>
                  <a:pt x="1264182" y="352781"/>
                </a:lnTo>
                <a:lnTo>
                  <a:pt x="1264062" y="352805"/>
                </a:lnTo>
                <a:lnTo>
                  <a:pt x="1263940" y="352830"/>
                </a:lnTo>
                <a:lnTo>
                  <a:pt x="1263816" y="352854"/>
                </a:lnTo>
                <a:lnTo>
                  <a:pt x="1263689" y="352874"/>
                </a:lnTo>
                <a:lnTo>
                  <a:pt x="1263560" y="352893"/>
                </a:lnTo>
                <a:lnTo>
                  <a:pt x="1263428" y="352911"/>
                </a:lnTo>
                <a:lnTo>
                  <a:pt x="1263292" y="352928"/>
                </a:lnTo>
                <a:lnTo>
                  <a:pt x="1263154" y="352944"/>
                </a:lnTo>
                <a:lnTo>
                  <a:pt x="1263013" y="352960"/>
                </a:lnTo>
                <a:lnTo>
                  <a:pt x="1262869" y="352974"/>
                </a:lnTo>
                <a:lnTo>
                  <a:pt x="1262722" y="352988"/>
                </a:lnTo>
                <a:lnTo>
                  <a:pt x="1262572" y="353001"/>
                </a:lnTo>
                <a:lnTo>
                  <a:pt x="1262419" y="353013"/>
                </a:lnTo>
                <a:lnTo>
                  <a:pt x="1262263" y="353024"/>
                </a:lnTo>
                <a:lnTo>
                  <a:pt x="1262105" y="353035"/>
                </a:lnTo>
                <a:lnTo>
                  <a:pt x="1261943" y="353044"/>
                </a:lnTo>
                <a:lnTo>
                  <a:pt x="1261779" y="353053"/>
                </a:lnTo>
                <a:lnTo>
                  <a:pt x="1261611" y="353061"/>
                </a:lnTo>
                <a:lnTo>
                  <a:pt x="1261441" y="353068"/>
                </a:lnTo>
                <a:lnTo>
                  <a:pt x="1261268" y="353074"/>
                </a:lnTo>
                <a:lnTo>
                  <a:pt x="1261092" y="353080"/>
                </a:lnTo>
                <a:lnTo>
                  <a:pt x="1260913" y="353084"/>
                </a:lnTo>
                <a:lnTo>
                  <a:pt x="1260731" y="353088"/>
                </a:lnTo>
                <a:lnTo>
                  <a:pt x="1260546" y="353091"/>
                </a:lnTo>
                <a:lnTo>
                  <a:pt x="1260358" y="353093"/>
                </a:lnTo>
                <a:lnTo>
                  <a:pt x="1260167" y="353094"/>
                </a:lnTo>
                <a:lnTo>
                  <a:pt x="1259973" y="353095"/>
                </a:lnTo>
                <a:lnTo>
                  <a:pt x="1259714" y="353093"/>
                </a:lnTo>
                <a:lnTo>
                  <a:pt x="1259455" y="353088"/>
                </a:lnTo>
                <a:lnTo>
                  <a:pt x="1259198" y="353080"/>
                </a:lnTo>
                <a:lnTo>
                  <a:pt x="1258941" y="353068"/>
                </a:lnTo>
                <a:lnTo>
                  <a:pt x="1258686" y="353053"/>
                </a:lnTo>
                <a:lnTo>
                  <a:pt x="1258431" y="353035"/>
                </a:lnTo>
                <a:lnTo>
                  <a:pt x="1258178" y="353013"/>
                </a:lnTo>
                <a:lnTo>
                  <a:pt x="1257925" y="352988"/>
                </a:lnTo>
                <a:lnTo>
                  <a:pt x="1257674" y="352960"/>
                </a:lnTo>
                <a:lnTo>
                  <a:pt x="1257424" y="352928"/>
                </a:lnTo>
                <a:lnTo>
                  <a:pt x="1257175" y="352893"/>
                </a:lnTo>
                <a:lnTo>
                  <a:pt x="1256926" y="352854"/>
                </a:lnTo>
                <a:lnTo>
                  <a:pt x="1256679" y="352813"/>
                </a:lnTo>
                <a:lnTo>
                  <a:pt x="1256433" y="352768"/>
                </a:lnTo>
                <a:lnTo>
                  <a:pt x="1256188" y="352719"/>
                </a:lnTo>
                <a:lnTo>
                  <a:pt x="1255944" y="352668"/>
                </a:lnTo>
                <a:lnTo>
                  <a:pt x="1255701" y="352613"/>
                </a:lnTo>
                <a:lnTo>
                  <a:pt x="1255459" y="352554"/>
                </a:lnTo>
                <a:lnTo>
                  <a:pt x="1255218" y="352493"/>
                </a:lnTo>
                <a:lnTo>
                  <a:pt x="1254979" y="352427"/>
                </a:lnTo>
                <a:lnTo>
                  <a:pt x="1254740" y="352359"/>
                </a:lnTo>
                <a:lnTo>
                  <a:pt x="1254502" y="352287"/>
                </a:lnTo>
                <a:lnTo>
                  <a:pt x="1254265" y="352212"/>
                </a:lnTo>
                <a:lnTo>
                  <a:pt x="1254030" y="352134"/>
                </a:lnTo>
                <a:lnTo>
                  <a:pt x="1253801" y="352046"/>
                </a:lnTo>
                <a:lnTo>
                  <a:pt x="1253576" y="351951"/>
                </a:lnTo>
                <a:lnTo>
                  <a:pt x="1253354" y="351849"/>
                </a:lnTo>
                <a:lnTo>
                  <a:pt x="1253136" y="351740"/>
                </a:lnTo>
                <a:lnTo>
                  <a:pt x="1252921" y="351625"/>
                </a:lnTo>
                <a:lnTo>
                  <a:pt x="1252709" y="351504"/>
                </a:lnTo>
                <a:lnTo>
                  <a:pt x="1252500" y="351375"/>
                </a:lnTo>
                <a:lnTo>
                  <a:pt x="1252295" y="351240"/>
                </a:lnTo>
                <a:lnTo>
                  <a:pt x="1252093" y="351098"/>
                </a:lnTo>
                <a:lnTo>
                  <a:pt x="1251895" y="350950"/>
                </a:lnTo>
                <a:lnTo>
                  <a:pt x="1251700" y="350795"/>
                </a:lnTo>
                <a:lnTo>
                  <a:pt x="1251508" y="350633"/>
                </a:lnTo>
                <a:lnTo>
                  <a:pt x="1251320" y="350465"/>
                </a:lnTo>
                <a:lnTo>
                  <a:pt x="1251135" y="350289"/>
                </a:lnTo>
                <a:lnTo>
                  <a:pt x="1250953" y="350108"/>
                </a:lnTo>
                <a:lnTo>
                  <a:pt x="1250774" y="349919"/>
                </a:lnTo>
                <a:lnTo>
                  <a:pt x="1250599" y="349724"/>
                </a:lnTo>
                <a:lnTo>
                  <a:pt x="1250427" y="349522"/>
                </a:lnTo>
                <a:lnTo>
                  <a:pt x="1250259" y="349314"/>
                </a:lnTo>
                <a:lnTo>
                  <a:pt x="1250094" y="349099"/>
                </a:lnTo>
                <a:lnTo>
                  <a:pt x="1249932" y="348877"/>
                </a:lnTo>
                <a:lnTo>
                  <a:pt x="1249774" y="348648"/>
                </a:lnTo>
                <a:lnTo>
                  <a:pt x="1249619" y="348413"/>
                </a:lnTo>
                <a:lnTo>
                  <a:pt x="1249467" y="348171"/>
                </a:lnTo>
                <a:lnTo>
                  <a:pt x="1249325" y="347916"/>
                </a:lnTo>
                <a:lnTo>
                  <a:pt x="1249189" y="347650"/>
                </a:lnTo>
                <a:lnTo>
                  <a:pt x="1249059" y="347374"/>
                </a:lnTo>
                <a:lnTo>
                  <a:pt x="1248935" y="347087"/>
                </a:lnTo>
                <a:lnTo>
                  <a:pt x="1248817" y="346790"/>
                </a:lnTo>
                <a:lnTo>
                  <a:pt x="1248705" y="346483"/>
                </a:lnTo>
                <a:lnTo>
                  <a:pt x="1248599" y="346165"/>
                </a:lnTo>
                <a:lnTo>
                  <a:pt x="1248499" y="345837"/>
                </a:lnTo>
                <a:lnTo>
                  <a:pt x="1248406" y="345498"/>
                </a:lnTo>
                <a:lnTo>
                  <a:pt x="1248318" y="345149"/>
                </a:lnTo>
                <a:lnTo>
                  <a:pt x="1248237" y="344789"/>
                </a:lnTo>
                <a:lnTo>
                  <a:pt x="1248161" y="344419"/>
                </a:lnTo>
                <a:lnTo>
                  <a:pt x="1248091" y="344039"/>
                </a:lnTo>
                <a:lnTo>
                  <a:pt x="1248028" y="343648"/>
                </a:lnTo>
                <a:lnTo>
                  <a:pt x="1247971" y="343246"/>
                </a:lnTo>
                <a:lnTo>
                  <a:pt x="1247919" y="342835"/>
                </a:lnTo>
                <a:lnTo>
                  <a:pt x="1247874" y="342413"/>
                </a:lnTo>
                <a:lnTo>
                  <a:pt x="1247834" y="341980"/>
                </a:lnTo>
                <a:lnTo>
                  <a:pt x="1247801" y="341537"/>
                </a:lnTo>
                <a:lnTo>
                  <a:pt x="1247774" y="341084"/>
                </a:lnTo>
                <a:lnTo>
                  <a:pt x="1247753" y="340620"/>
                </a:lnTo>
                <a:lnTo>
                  <a:pt x="1247738" y="340146"/>
                </a:lnTo>
                <a:lnTo>
                  <a:pt x="1247729" y="339661"/>
                </a:lnTo>
                <a:lnTo>
                  <a:pt x="1247726" y="339166"/>
                </a:lnTo>
                <a:lnTo>
                  <a:pt x="1247726" y="285372"/>
                </a:lnTo>
                <a:lnTo>
                  <a:pt x="1267418" y="285372"/>
                </a:lnTo>
                <a:lnTo>
                  <a:pt x="1267418" y="273364"/>
                </a:lnTo>
                <a:lnTo>
                  <a:pt x="1247726" y="273364"/>
                </a:lnTo>
                <a:lnTo>
                  <a:pt x="1247726" y="251270"/>
                </a:lnTo>
                <a:lnTo>
                  <a:pt x="1233557" y="251270"/>
                </a:lnTo>
                <a:lnTo>
                  <a:pt x="1233557" y="273364"/>
                </a:lnTo>
                <a:lnTo>
                  <a:pt x="1219628" y="273364"/>
                </a:lnTo>
                <a:close/>
                <a:moveTo>
                  <a:pt x="1489499" y="242625"/>
                </a:moveTo>
                <a:lnTo>
                  <a:pt x="1489499" y="365582"/>
                </a:lnTo>
                <a:lnTo>
                  <a:pt x="1503668" y="365582"/>
                </a:lnTo>
                <a:lnTo>
                  <a:pt x="1503668" y="242625"/>
                </a:lnTo>
                <a:lnTo>
                  <a:pt x="1489499" y="242625"/>
                </a:lnTo>
                <a:close/>
                <a:moveTo>
                  <a:pt x="1330273" y="367246"/>
                </a:moveTo>
                <a:lnTo>
                  <a:pt x="1331254" y="367132"/>
                </a:lnTo>
                <a:lnTo>
                  <a:pt x="1332224" y="366998"/>
                </a:lnTo>
                <a:lnTo>
                  <a:pt x="1333183" y="366843"/>
                </a:lnTo>
                <a:lnTo>
                  <a:pt x="1334132" y="366668"/>
                </a:lnTo>
                <a:lnTo>
                  <a:pt x="1335069" y="366472"/>
                </a:lnTo>
                <a:lnTo>
                  <a:pt x="1335996" y="366255"/>
                </a:lnTo>
                <a:lnTo>
                  <a:pt x="1336912" y="366018"/>
                </a:lnTo>
                <a:lnTo>
                  <a:pt x="1337817" y="365760"/>
                </a:lnTo>
                <a:lnTo>
                  <a:pt x="1338712" y="365481"/>
                </a:lnTo>
                <a:lnTo>
                  <a:pt x="1339595" y="365182"/>
                </a:lnTo>
                <a:lnTo>
                  <a:pt x="1340468" y="364862"/>
                </a:lnTo>
                <a:lnTo>
                  <a:pt x="1341330" y="364522"/>
                </a:lnTo>
                <a:lnTo>
                  <a:pt x="1342181" y="364160"/>
                </a:lnTo>
                <a:lnTo>
                  <a:pt x="1343021" y="363779"/>
                </a:lnTo>
                <a:lnTo>
                  <a:pt x="1343850" y="363376"/>
                </a:lnTo>
                <a:lnTo>
                  <a:pt x="1344668" y="362953"/>
                </a:lnTo>
                <a:lnTo>
                  <a:pt x="1345476" y="362509"/>
                </a:lnTo>
                <a:lnTo>
                  <a:pt x="1346273" y="362045"/>
                </a:lnTo>
                <a:lnTo>
                  <a:pt x="1347059" y="361560"/>
                </a:lnTo>
                <a:lnTo>
                  <a:pt x="1347837" y="361056"/>
                </a:lnTo>
                <a:lnTo>
                  <a:pt x="1348600" y="360536"/>
                </a:lnTo>
                <a:lnTo>
                  <a:pt x="1349349" y="360000"/>
                </a:lnTo>
                <a:lnTo>
                  <a:pt x="1350084" y="359447"/>
                </a:lnTo>
                <a:lnTo>
                  <a:pt x="1350804" y="358878"/>
                </a:lnTo>
                <a:lnTo>
                  <a:pt x="1351509" y="358292"/>
                </a:lnTo>
                <a:lnTo>
                  <a:pt x="1352200" y="357689"/>
                </a:lnTo>
                <a:lnTo>
                  <a:pt x="1352876" y="357070"/>
                </a:lnTo>
                <a:lnTo>
                  <a:pt x="1353537" y="356435"/>
                </a:lnTo>
                <a:lnTo>
                  <a:pt x="1354184" y="355783"/>
                </a:lnTo>
                <a:lnTo>
                  <a:pt x="1354816" y="355115"/>
                </a:lnTo>
                <a:lnTo>
                  <a:pt x="1355434" y="354430"/>
                </a:lnTo>
                <a:lnTo>
                  <a:pt x="1356037" y="353729"/>
                </a:lnTo>
                <a:lnTo>
                  <a:pt x="1356625" y="353012"/>
                </a:lnTo>
                <a:lnTo>
                  <a:pt x="1357199" y="352278"/>
                </a:lnTo>
                <a:lnTo>
                  <a:pt x="1357759" y="351527"/>
                </a:lnTo>
                <a:lnTo>
                  <a:pt x="1358303" y="350760"/>
                </a:lnTo>
                <a:lnTo>
                  <a:pt x="1358834" y="349976"/>
                </a:lnTo>
                <a:lnTo>
                  <a:pt x="1359349" y="349176"/>
                </a:lnTo>
                <a:lnTo>
                  <a:pt x="1359850" y="348360"/>
                </a:lnTo>
                <a:lnTo>
                  <a:pt x="1360336" y="347527"/>
                </a:lnTo>
                <a:lnTo>
                  <a:pt x="1360808" y="346678"/>
                </a:lnTo>
                <a:lnTo>
                  <a:pt x="1361265" y="345812"/>
                </a:lnTo>
                <a:lnTo>
                  <a:pt x="1361708" y="344929"/>
                </a:lnTo>
                <a:lnTo>
                  <a:pt x="1362139" y="344033"/>
                </a:lnTo>
                <a:lnTo>
                  <a:pt x="1362552" y="343123"/>
                </a:lnTo>
                <a:lnTo>
                  <a:pt x="1362946" y="342201"/>
                </a:lnTo>
                <a:lnTo>
                  <a:pt x="1363322" y="341267"/>
                </a:lnTo>
                <a:lnTo>
                  <a:pt x="1363680" y="340320"/>
                </a:lnTo>
                <a:lnTo>
                  <a:pt x="1364019" y="339361"/>
                </a:lnTo>
                <a:lnTo>
                  <a:pt x="1364340" y="338389"/>
                </a:lnTo>
                <a:lnTo>
                  <a:pt x="1364643" y="337405"/>
                </a:lnTo>
                <a:lnTo>
                  <a:pt x="1364927" y="336408"/>
                </a:lnTo>
                <a:lnTo>
                  <a:pt x="1365193" y="335398"/>
                </a:lnTo>
                <a:lnTo>
                  <a:pt x="1365441" y="334376"/>
                </a:lnTo>
                <a:lnTo>
                  <a:pt x="1365670" y="333342"/>
                </a:lnTo>
                <a:lnTo>
                  <a:pt x="1365881" y="332295"/>
                </a:lnTo>
                <a:lnTo>
                  <a:pt x="1366074" y="331236"/>
                </a:lnTo>
                <a:lnTo>
                  <a:pt x="1366248" y="330164"/>
                </a:lnTo>
                <a:lnTo>
                  <a:pt x="1366404" y="329079"/>
                </a:lnTo>
                <a:lnTo>
                  <a:pt x="1366542" y="327982"/>
                </a:lnTo>
                <a:lnTo>
                  <a:pt x="1366661" y="326873"/>
                </a:lnTo>
                <a:lnTo>
                  <a:pt x="1366762" y="325751"/>
                </a:lnTo>
                <a:lnTo>
                  <a:pt x="1366845" y="324617"/>
                </a:lnTo>
                <a:lnTo>
                  <a:pt x="1366909" y="323470"/>
                </a:lnTo>
                <a:lnTo>
                  <a:pt x="1366955" y="322310"/>
                </a:lnTo>
                <a:lnTo>
                  <a:pt x="1366982" y="321138"/>
                </a:lnTo>
                <a:lnTo>
                  <a:pt x="1366991" y="319954"/>
                </a:lnTo>
                <a:lnTo>
                  <a:pt x="1366982" y="318759"/>
                </a:lnTo>
                <a:lnTo>
                  <a:pt x="1366955" y="317577"/>
                </a:lnTo>
                <a:lnTo>
                  <a:pt x="1366909" y="316409"/>
                </a:lnTo>
                <a:lnTo>
                  <a:pt x="1366845" y="315252"/>
                </a:lnTo>
                <a:lnTo>
                  <a:pt x="1366762" y="314109"/>
                </a:lnTo>
                <a:lnTo>
                  <a:pt x="1366661" y="312978"/>
                </a:lnTo>
                <a:lnTo>
                  <a:pt x="1366542" y="311860"/>
                </a:lnTo>
                <a:lnTo>
                  <a:pt x="1366404" y="310754"/>
                </a:lnTo>
                <a:lnTo>
                  <a:pt x="1366248" y="309662"/>
                </a:lnTo>
                <a:lnTo>
                  <a:pt x="1366074" y="308582"/>
                </a:lnTo>
                <a:lnTo>
                  <a:pt x="1365881" y="307515"/>
                </a:lnTo>
                <a:lnTo>
                  <a:pt x="1365670" y="306460"/>
                </a:lnTo>
                <a:lnTo>
                  <a:pt x="1365441" y="305418"/>
                </a:lnTo>
                <a:lnTo>
                  <a:pt x="1365193" y="304389"/>
                </a:lnTo>
                <a:lnTo>
                  <a:pt x="1364927" y="303373"/>
                </a:lnTo>
                <a:lnTo>
                  <a:pt x="1364643" y="302369"/>
                </a:lnTo>
                <a:lnTo>
                  <a:pt x="1364340" y="301378"/>
                </a:lnTo>
                <a:lnTo>
                  <a:pt x="1364019" y="300400"/>
                </a:lnTo>
                <a:lnTo>
                  <a:pt x="1363680" y="299434"/>
                </a:lnTo>
                <a:lnTo>
                  <a:pt x="1363322" y="298482"/>
                </a:lnTo>
                <a:lnTo>
                  <a:pt x="1362946" y="297542"/>
                </a:lnTo>
                <a:lnTo>
                  <a:pt x="1362552" y="296614"/>
                </a:lnTo>
                <a:lnTo>
                  <a:pt x="1362139" y="295700"/>
                </a:lnTo>
                <a:lnTo>
                  <a:pt x="1361708" y="294798"/>
                </a:lnTo>
                <a:lnTo>
                  <a:pt x="1361265" y="293910"/>
                </a:lnTo>
                <a:lnTo>
                  <a:pt x="1360808" y="293040"/>
                </a:lnTo>
                <a:lnTo>
                  <a:pt x="1360336" y="292186"/>
                </a:lnTo>
                <a:lnTo>
                  <a:pt x="1359850" y="291349"/>
                </a:lnTo>
                <a:lnTo>
                  <a:pt x="1359349" y="290528"/>
                </a:lnTo>
                <a:lnTo>
                  <a:pt x="1358834" y="289724"/>
                </a:lnTo>
                <a:lnTo>
                  <a:pt x="1358303" y="288937"/>
                </a:lnTo>
                <a:lnTo>
                  <a:pt x="1357759" y="288167"/>
                </a:lnTo>
                <a:lnTo>
                  <a:pt x="1357199" y="287413"/>
                </a:lnTo>
                <a:lnTo>
                  <a:pt x="1356625" y="286676"/>
                </a:lnTo>
                <a:lnTo>
                  <a:pt x="1356037" y="285955"/>
                </a:lnTo>
                <a:lnTo>
                  <a:pt x="1355434" y="285252"/>
                </a:lnTo>
                <a:lnTo>
                  <a:pt x="1354816" y="284564"/>
                </a:lnTo>
                <a:lnTo>
                  <a:pt x="1354184" y="283894"/>
                </a:lnTo>
                <a:lnTo>
                  <a:pt x="1353537" y="283240"/>
                </a:lnTo>
                <a:lnTo>
                  <a:pt x="1352876" y="282603"/>
                </a:lnTo>
                <a:lnTo>
                  <a:pt x="1352200" y="281983"/>
                </a:lnTo>
                <a:lnTo>
                  <a:pt x="1351509" y="281379"/>
                </a:lnTo>
                <a:lnTo>
                  <a:pt x="1350804" y="280792"/>
                </a:lnTo>
                <a:lnTo>
                  <a:pt x="1350084" y="280222"/>
                </a:lnTo>
                <a:lnTo>
                  <a:pt x="1349349" y="279668"/>
                </a:lnTo>
                <a:lnTo>
                  <a:pt x="1348600" y="279131"/>
                </a:lnTo>
                <a:lnTo>
                  <a:pt x="1347837" y="278611"/>
                </a:lnTo>
                <a:lnTo>
                  <a:pt x="1347059" y="278107"/>
                </a:lnTo>
                <a:lnTo>
                  <a:pt x="1346273" y="277622"/>
                </a:lnTo>
                <a:lnTo>
                  <a:pt x="1345476" y="277158"/>
                </a:lnTo>
                <a:lnTo>
                  <a:pt x="1344668" y="276714"/>
                </a:lnTo>
                <a:lnTo>
                  <a:pt x="1343850" y="276291"/>
                </a:lnTo>
                <a:lnTo>
                  <a:pt x="1343021" y="275888"/>
                </a:lnTo>
                <a:lnTo>
                  <a:pt x="1342181" y="275507"/>
                </a:lnTo>
                <a:lnTo>
                  <a:pt x="1341330" y="275145"/>
                </a:lnTo>
                <a:lnTo>
                  <a:pt x="1340468" y="274805"/>
                </a:lnTo>
                <a:lnTo>
                  <a:pt x="1339595" y="274485"/>
                </a:lnTo>
                <a:lnTo>
                  <a:pt x="1338712" y="274186"/>
                </a:lnTo>
                <a:lnTo>
                  <a:pt x="1337817" y="273907"/>
                </a:lnTo>
                <a:lnTo>
                  <a:pt x="1336912" y="273649"/>
                </a:lnTo>
                <a:lnTo>
                  <a:pt x="1335996" y="273412"/>
                </a:lnTo>
                <a:lnTo>
                  <a:pt x="1335069" y="273195"/>
                </a:lnTo>
                <a:lnTo>
                  <a:pt x="1334132" y="272999"/>
                </a:lnTo>
                <a:lnTo>
                  <a:pt x="1333183" y="272824"/>
                </a:lnTo>
                <a:lnTo>
                  <a:pt x="1332224" y="272669"/>
                </a:lnTo>
                <a:lnTo>
                  <a:pt x="1331254" y="272535"/>
                </a:lnTo>
                <a:lnTo>
                  <a:pt x="1330273" y="272421"/>
                </a:lnTo>
                <a:lnTo>
                  <a:pt x="1329281" y="272328"/>
                </a:lnTo>
                <a:lnTo>
                  <a:pt x="1328278" y="272256"/>
                </a:lnTo>
                <a:lnTo>
                  <a:pt x="1327264" y="272205"/>
                </a:lnTo>
                <a:lnTo>
                  <a:pt x="1326240" y="272174"/>
                </a:lnTo>
                <a:lnTo>
                  <a:pt x="1325205" y="272163"/>
                </a:lnTo>
                <a:lnTo>
                  <a:pt x="1324170" y="272174"/>
                </a:lnTo>
                <a:lnTo>
                  <a:pt x="1323145" y="272205"/>
                </a:lnTo>
                <a:lnTo>
                  <a:pt x="1322131" y="272256"/>
                </a:lnTo>
                <a:lnTo>
                  <a:pt x="1321127" y="272328"/>
                </a:lnTo>
                <a:lnTo>
                  <a:pt x="1320134" y="272421"/>
                </a:lnTo>
                <a:lnTo>
                  <a:pt x="1319152" y="272535"/>
                </a:lnTo>
                <a:lnTo>
                  <a:pt x="1318181" y="272669"/>
                </a:lnTo>
                <a:lnTo>
                  <a:pt x="1317220" y="272824"/>
                </a:lnTo>
                <a:lnTo>
                  <a:pt x="1316270" y="272999"/>
                </a:lnTo>
                <a:lnTo>
                  <a:pt x="1315330" y="273195"/>
                </a:lnTo>
                <a:lnTo>
                  <a:pt x="1314401" y="273412"/>
                </a:lnTo>
                <a:lnTo>
                  <a:pt x="1313482" y="273649"/>
                </a:lnTo>
                <a:lnTo>
                  <a:pt x="1312575" y="273907"/>
                </a:lnTo>
                <a:lnTo>
                  <a:pt x="1311678" y="274186"/>
                </a:lnTo>
                <a:lnTo>
                  <a:pt x="1310791" y="274485"/>
                </a:lnTo>
                <a:lnTo>
                  <a:pt x="1309915" y="274805"/>
                </a:lnTo>
                <a:lnTo>
                  <a:pt x="1309050" y="275145"/>
                </a:lnTo>
                <a:lnTo>
                  <a:pt x="1308195" y="275507"/>
                </a:lnTo>
                <a:lnTo>
                  <a:pt x="1307351" y="275888"/>
                </a:lnTo>
                <a:lnTo>
                  <a:pt x="1306518" y="276291"/>
                </a:lnTo>
                <a:lnTo>
                  <a:pt x="1305695" y="276714"/>
                </a:lnTo>
                <a:lnTo>
                  <a:pt x="1304883" y="277158"/>
                </a:lnTo>
                <a:lnTo>
                  <a:pt x="1304082" y="277622"/>
                </a:lnTo>
                <a:lnTo>
                  <a:pt x="1303291" y="278107"/>
                </a:lnTo>
                <a:lnTo>
                  <a:pt x="1302518" y="278611"/>
                </a:lnTo>
                <a:lnTo>
                  <a:pt x="1301758" y="279131"/>
                </a:lnTo>
                <a:lnTo>
                  <a:pt x="1301013" y="279668"/>
                </a:lnTo>
                <a:lnTo>
                  <a:pt x="1300282" y="280222"/>
                </a:lnTo>
                <a:lnTo>
                  <a:pt x="1299566" y="280792"/>
                </a:lnTo>
                <a:lnTo>
                  <a:pt x="1298863" y="281379"/>
                </a:lnTo>
                <a:lnTo>
                  <a:pt x="1298175" y="281983"/>
                </a:lnTo>
                <a:lnTo>
                  <a:pt x="1297501" y="282603"/>
                </a:lnTo>
                <a:lnTo>
                  <a:pt x="1296841" y="283240"/>
                </a:lnTo>
                <a:lnTo>
                  <a:pt x="1296195" y="283894"/>
                </a:lnTo>
                <a:lnTo>
                  <a:pt x="1295563" y="284564"/>
                </a:lnTo>
                <a:lnTo>
                  <a:pt x="1294946" y="285252"/>
                </a:lnTo>
                <a:lnTo>
                  <a:pt x="1294342" y="285955"/>
                </a:lnTo>
                <a:lnTo>
                  <a:pt x="1293753" y="286676"/>
                </a:lnTo>
                <a:lnTo>
                  <a:pt x="1293178" y="287413"/>
                </a:lnTo>
                <a:lnTo>
                  <a:pt x="1292617" y="288167"/>
                </a:lnTo>
                <a:lnTo>
                  <a:pt x="1292071" y="288937"/>
                </a:lnTo>
                <a:lnTo>
                  <a:pt x="1291538" y="289724"/>
                </a:lnTo>
                <a:lnTo>
                  <a:pt x="1291020" y="290528"/>
                </a:lnTo>
                <a:lnTo>
                  <a:pt x="1290516" y="291349"/>
                </a:lnTo>
                <a:lnTo>
                  <a:pt x="1290026" y="292186"/>
                </a:lnTo>
                <a:lnTo>
                  <a:pt x="1289551" y="293040"/>
                </a:lnTo>
                <a:lnTo>
                  <a:pt x="1289089" y="293910"/>
                </a:lnTo>
                <a:lnTo>
                  <a:pt x="1288642" y="294798"/>
                </a:lnTo>
                <a:lnTo>
                  <a:pt x="1288215" y="295700"/>
                </a:lnTo>
                <a:lnTo>
                  <a:pt x="1287807" y="296614"/>
                </a:lnTo>
                <a:lnTo>
                  <a:pt x="1287417" y="297542"/>
                </a:lnTo>
                <a:lnTo>
                  <a:pt x="1287046" y="298482"/>
                </a:lnTo>
                <a:lnTo>
                  <a:pt x="1286692" y="299434"/>
                </a:lnTo>
                <a:lnTo>
                  <a:pt x="1286356" y="300400"/>
                </a:lnTo>
                <a:lnTo>
                  <a:pt x="1286039" y="301378"/>
                </a:lnTo>
                <a:lnTo>
                  <a:pt x="1285740" y="302369"/>
                </a:lnTo>
                <a:lnTo>
                  <a:pt x="1285459" y="303373"/>
                </a:lnTo>
                <a:lnTo>
                  <a:pt x="1285196" y="304389"/>
                </a:lnTo>
                <a:lnTo>
                  <a:pt x="1284951" y="305418"/>
                </a:lnTo>
                <a:lnTo>
                  <a:pt x="1284724" y="306460"/>
                </a:lnTo>
                <a:lnTo>
                  <a:pt x="1284516" y="307515"/>
                </a:lnTo>
                <a:lnTo>
                  <a:pt x="1284325" y="308582"/>
                </a:lnTo>
                <a:lnTo>
                  <a:pt x="1284153" y="309662"/>
                </a:lnTo>
                <a:lnTo>
                  <a:pt x="1283999" y="310754"/>
                </a:lnTo>
                <a:lnTo>
                  <a:pt x="1283863" y="311860"/>
                </a:lnTo>
                <a:lnTo>
                  <a:pt x="1283745" y="312978"/>
                </a:lnTo>
                <a:lnTo>
                  <a:pt x="1283645" y="314109"/>
                </a:lnTo>
                <a:lnTo>
                  <a:pt x="1283563" y="315252"/>
                </a:lnTo>
                <a:lnTo>
                  <a:pt x="1283500" y="316409"/>
                </a:lnTo>
                <a:lnTo>
                  <a:pt x="1283455" y="317577"/>
                </a:lnTo>
                <a:lnTo>
                  <a:pt x="1283427" y="318759"/>
                </a:lnTo>
                <a:lnTo>
                  <a:pt x="1283418" y="319954"/>
                </a:lnTo>
                <a:lnTo>
                  <a:pt x="1283427" y="321138"/>
                </a:lnTo>
                <a:lnTo>
                  <a:pt x="1283455" y="322310"/>
                </a:lnTo>
                <a:lnTo>
                  <a:pt x="1283500" y="323470"/>
                </a:lnTo>
                <a:lnTo>
                  <a:pt x="1283563" y="324617"/>
                </a:lnTo>
                <a:lnTo>
                  <a:pt x="1283645" y="325751"/>
                </a:lnTo>
                <a:lnTo>
                  <a:pt x="1283745" y="326873"/>
                </a:lnTo>
                <a:lnTo>
                  <a:pt x="1283863" y="327982"/>
                </a:lnTo>
                <a:lnTo>
                  <a:pt x="1283999" y="329079"/>
                </a:lnTo>
                <a:lnTo>
                  <a:pt x="1284153" y="330164"/>
                </a:lnTo>
                <a:lnTo>
                  <a:pt x="1284325" y="331236"/>
                </a:lnTo>
                <a:lnTo>
                  <a:pt x="1284516" y="332295"/>
                </a:lnTo>
                <a:lnTo>
                  <a:pt x="1284724" y="333342"/>
                </a:lnTo>
                <a:lnTo>
                  <a:pt x="1284951" y="334376"/>
                </a:lnTo>
                <a:lnTo>
                  <a:pt x="1285196" y="335398"/>
                </a:lnTo>
                <a:lnTo>
                  <a:pt x="1285459" y="336408"/>
                </a:lnTo>
                <a:lnTo>
                  <a:pt x="1285740" y="337405"/>
                </a:lnTo>
                <a:lnTo>
                  <a:pt x="1286039" y="338389"/>
                </a:lnTo>
                <a:lnTo>
                  <a:pt x="1286356" y="339361"/>
                </a:lnTo>
                <a:lnTo>
                  <a:pt x="1286692" y="340320"/>
                </a:lnTo>
                <a:lnTo>
                  <a:pt x="1287046" y="341267"/>
                </a:lnTo>
                <a:lnTo>
                  <a:pt x="1287417" y="342201"/>
                </a:lnTo>
                <a:lnTo>
                  <a:pt x="1287807" y="343123"/>
                </a:lnTo>
                <a:lnTo>
                  <a:pt x="1288215" y="344033"/>
                </a:lnTo>
                <a:lnTo>
                  <a:pt x="1288642" y="344929"/>
                </a:lnTo>
                <a:lnTo>
                  <a:pt x="1289089" y="345812"/>
                </a:lnTo>
                <a:lnTo>
                  <a:pt x="1289551" y="346678"/>
                </a:lnTo>
                <a:lnTo>
                  <a:pt x="1290026" y="347527"/>
                </a:lnTo>
                <a:lnTo>
                  <a:pt x="1290516" y="348360"/>
                </a:lnTo>
                <a:lnTo>
                  <a:pt x="1291020" y="349176"/>
                </a:lnTo>
                <a:lnTo>
                  <a:pt x="1291538" y="349976"/>
                </a:lnTo>
                <a:lnTo>
                  <a:pt x="1292071" y="350760"/>
                </a:lnTo>
                <a:lnTo>
                  <a:pt x="1292617" y="351527"/>
                </a:lnTo>
                <a:lnTo>
                  <a:pt x="1293178" y="352278"/>
                </a:lnTo>
                <a:lnTo>
                  <a:pt x="1293753" y="353012"/>
                </a:lnTo>
                <a:lnTo>
                  <a:pt x="1294342" y="353729"/>
                </a:lnTo>
                <a:lnTo>
                  <a:pt x="1294946" y="354430"/>
                </a:lnTo>
                <a:lnTo>
                  <a:pt x="1295563" y="355115"/>
                </a:lnTo>
                <a:lnTo>
                  <a:pt x="1296195" y="355783"/>
                </a:lnTo>
                <a:lnTo>
                  <a:pt x="1296841" y="356435"/>
                </a:lnTo>
                <a:lnTo>
                  <a:pt x="1297501" y="357070"/>
                </a:lnTo>
                <a:lnTo>
                  <a:pt x="1298175" y="357689"/>
                </a:lnTo>
                <a:lnTo>
                  <a:pt x="1298863" y="358292"/>
                </a:lnTo>
                <a:lnTo>
                  <a:pt x="1299566" y="358878"/>
                </a:lnTo>
                <a:lnTo>
                  <a:pt x="1300282" y="359447"/>
                </a:lnTo>
                <a:lnTo>
                  <a:pt x="1301013" y="360000"/>
                </a:lnTo>
                <a:lnTo>
                  <a:pt x="1301758" y="360536"/>
                </a:lnTo>
                <a:lnTo>
                  <a:pt x="1302518" y="361056"/>
                </a:lnTo>
                <a:lnTo>
                  <a:pt x="1303291" y="361560"/>
                </a:lnTo>
                <a:lnTo>
                  <a:pt x="1304082" y="362045"/>
                </a:lnTo>
                <a:lnTo>
                  <a:pt x="1304883" y="362509"/>
                </a:lnTo>
                <a:lnTo>
                  <a:pt x="1305695" y="362953"/>
                </a:lnTo>
                <a:lnTo>
                  <a:pt x="1306518" y="363376"/>
                </a:lnTo>
                <a:lnTo>
                  <a:pt x="1307351" y="363779"/>
                </a:lnTo>
                <a:lnTo>
                  <a:pt x="1308195" y="364160"/>
                </a:lnTo>
                <a:lnTo>
                  <a:pt x="1309050" y="364522"/>
                </a:lnTo>
                <a:lnTo>
                  <a:pt x="1309915" y="364862"/>
                </a:lnTo>
                <a:lnTo>
                  <a:pt x="1310791" y="365182"/>
                </a:lnTo>
                <a:lnTo>
                  <a:pt x="1311678" y="365481"/>
                </a:lnTo>
                <a:lnTo>
                  <a:pt x="1312575" y="365760"/>
                </a:lnTo>
                <a:lnTo>
                  <a:pt x="1313482" y="366018"/>
                </a:lnTo>
                <a:lnTo>
                  <a:pt x="1314401" y="366255"/>
                </a:lnTo>
                <a:lnTo>
                  <a:pt x="1315330" y="366472"/>
                </a:lnTo>
                <a:lnTo>
                  <a:pt x="1316270" y="366668"/>
                </a:lnTo>
                <a:lnTo>
                  <a:pt x="1317220" y="366843"/>
                </a:lnTo>
                <a:lnTo>
                  <a:pt x="1318181" y="366998"/>
                </a:lnTo>
                <a:lnTo>
                  <a:pt x="1319152" y="367132"/>
                </a:lnTo>
                <a:lnTo>
                  <a:pt x="1320134" y="367246"/>
                </a:lnTo>
                <a:lnTo>
                  <a:pt x="1321127" y="367339"/>
                </a:lnTo>
                <a:lnTo>
                  <a:pt x="1322131" y="367411"/>
                </a:lnTo>
                <a:lnTo>
                  <a:pt x="1323145" y="367462"/>
                </a:lnTo>
                <a:lnTo>
                  <a:pt x="1324170" y="367493"/>
                </a:lnTo>
                <a:lnTo>
                  <a:pt x="1325205" y="367504"/>
                </a:lnTo>
                <a:lnTo>
                  <a:pt x="1326240" y="367493"/>
                </a:lnTo>
                <a:lnTo>
                  <a:pt x="1327264" y="367462"/>
                </a:lnTo>
                <a:lnTo>
                  <a:pt x="1328278" y="367411"/>
                </a:lnTo>
                <a:lnTo>
                  <a:pt x="1329281" y="367339"/>
                </a:lnTo>
                <a:lnTo>
                  <a:pt x="1330273" y="367246"/>
                </a:lnTo>
                <a:close/>
                <a:moveTo>
                  <a:pt x="1321398" y="354565"/>
                </a:moveTo>
                <a:lnTo>
                  <a:pt x="1320672" y="354472"/>
                </a:lnTo>
                <a:lnTo>
                  <a:pt x="1319957" y="354362"/>
                </a:lnTo>
                <a:lnTo>
                  <a:pt x="1319254" y="354235"/>
                </a:lnTo>
                <a:lnTo>
                  <a:pt x="1318563" y="354092"/>
                </a:lnTo>
                <a:lnTo>
                  <a:pt x="1317884" y="353931"/>
                </a:lnTo>
                <a:lnTo>
                  <a:pt x="1317216" y="353754"/>
                </a:lnTo>
                <a:lnTo>
                  <a:pt x="1316559" y="353560"/>
                </a:lnTo>
                <a:lnTo>
                  <a:pt x="1315915" y="353349"/>
                </a:lnTo>
                <a:lnTo>
                  <a:pt x="1315282" y="353121"/>
                </a:lnTo>
                <a:lnTo>
                  <a:pt x="1314661" y="352876"/>
                </a:lnTo>
                <a:lnTo>
                  <a:pt x="1314051" y="352614"/>
                </a:lnTo>
                <a:lnTo>
                  <a:pt x="1313453" y="352336"/>
                </a:lnTo>
                <a:lnTo>
                  <a:pt x="1312867" y="352040"/>
                </a:lnTo>
                <a:lnTo>
                  <a:pt x="1312292" y="351728"/>
                </a:lnTo>
                <a:lnTo>
                  <a:pt x="1311730" y="351399"/>
                </a:lnTo>
                <a:lnTo>
                  <a:pt x="1311178" y="351052"/>
                </a:lnTo>
                <a:lnTo>
                  <a:pt x="1310639" y="350689"/>
                </a:lnTo>
                <a:lnTo>
                  <a:pt x="1310111" y="350309"/>
                </a:lnTo>
                <a:lnTo>
                  <a:pt x="1309595" y="349913"/>
                </a:lnTo>
                <a:lnTo>
                  <a:pt x="1309090" y="349502"/>
                </a:lnTo>
                <a:lnTo>
                  <a:pt x="1308596" y="349081"/>
                </a:lnTo>
                <a:lnTo>
                  <a:pt x="1308114" y="348649"/>
                </a:lnTo>
                <a:lnTo>
                  <a:pt x="1307642" y="348206"/>
                </a:lnTo>
                <a:lnTo>
                  <a:pt x="1307181" y="347753"/>
                </a:lnTo>
                <a:lnTo>
                  <a:pt x="1306732" y="347290"/>
                </a:lnTo>
                <a:lnTo>
                  <a:pt x="1306293" y="346815"/>
                </a:lnTo>
                <a:lnTo>
                  <a:pt x="1305866" y="346330"/>
                </a:lnTo>
                <a:lnTo>
                  <a:pt x="1305449" y="345835"/>
                </a:lnTo>
                <a:lnTo>
                  <a:pt x="1305044" y="345328"/>
                </a:lnTo>
                <a:lnTo>
                  <a:pt x="1304650" y="344812"/>
                </a:lnTo>
                <a:lnTo>
                  <a:pt x="1304267" y="344284"/>
                </a:lnTo>
                <a:lnTo>
                  <a:pt x="1303894" y="343746"/>
                </a:lnTo>
                <a:lnTo>
                  <a:pt x="1303533" y="343197"/>
                </a:lnTo>
                <a:lnTo>
                  <a:pt x="1303183" y="342638"/>
                </a:lnTo>
                <a:lnTo>
                  <a:pt x="1302844" y="342068"/>
                </a:lnTo>
                <a:lnTo>
                  <a:pt x="1302516" y="341487"/>
                </a:lnTo>
                <a:lnTo>
                  <a:pt x="1302199" y="340896"/>
                </a:lnTo>
                <a:lnTo>
                  <a:pt x="1301893" y="340294"/>
                </a:lnTo>
                <a:lnTo>
                  <a:pt x="1301598" y="339681"/>
                </a:lnTo>
                <a:lnTo>
                  <a:pt x="1301314" y="339058"/>
                </a:lnTo>
                <a:lnTo>
                  <a:pt x="1301042" y="338424"/>
                </a:lnTo>
                <a:lnTo>
                  <a:pt x="1300780" y="337780"/>
                </a:lnTo>
                <a:lnTo>
                  <a:pt x="1300529" y="337124"/>
                </a:lnTo>
                <a:lnTo>
                  <a:pt x="1300289" y="336462"/>
                </a:lnTo>
                <a:lnTo>
                  <a:pt x="1300059" y="335794"/>
                </a:lnTo>
                <a:lnTo>
                  <a:pt x="1299840" y="335123"/>
                </a:lnTo>
                <a:lnTo>
                  <a:pt x="1299630" y="334446"/>
                </a:lnTo>
                <a:lnTo>
                  <a:pt x="1299431" y="333765"/>
                </a:lnTo>
                <a:lnTo>
                  <a:pt x="1299242" y="333079"/>
                </a:lnTo>
                <a:lnTo>
                  <a:pt x="1299063" y="332389"/>
                </a:lnTo>
                <a:lnTo>
                  <a:pt x="1298895" y="331694"/>
                </a:lnTo>
                <a:lnTo>
                  <a:pt x="1298736" y="330995"/>
                </a:lnTo>
                <a:lnTo>
                  <a:pt x="1298588" y="330291"/>
                </a:lnTo>
                <a:lnTo>
                  <a:pt x="1298450" y="329582"/>
                </a:lnTo>
                <a:lnTo>
                  <a:pt x="1298323" y="328869"/>
                </a:lnTo>
                <a:lnTo>
                  <a:pt x="1298205" y="328151"/>
                </a:lnTo>
                <a:lnTo>
                  <a:pt x="1298098" y="327429"/>
                </a:lnTo>
                <a:lnTo>
                  <a:pt x="1298001" y="326702"/>
                </a:lnTo>
                <a:lnTo>
                  <a:pt x="1297914" y="325971"/>
                </a:lnTo>
                <a:lnTo>
                  <a:pt x="1297838" y="325235"/>
                </a:lnTo>
                <a:lnTo>
                  <a:pt x="1297771" y="324494"/>
                </a:lnTo>
                <a:lnTo>
                  <a:pt x="1297715" y="323749"/>
                </a:lnTo>
                <a:lnTo>
                  <a:pt x="1297669" y="322999"/>
                </a:lnTo>
                <a:lnTo>
                  <a:pt x="1297633" y="322244"/>
                </a:lnTo>
                <a:lnTo>
                  <a:pt x="1297608" y="321485"/>
                </a:lnTo>
                <a:lnTo>
                  <a:pt x="1297592" y="320722"/>
                </a:lnTo>
                <a:lnTo>
                  <a:pt x="1297587" y="319954"/>
                </a:lnTo>
                <a:lnTo>
                  <a:pt x="1297592" y="319185"/>
                </a:lnTo>
                <a:lnTo>
                  <a:pt x="1297608" y="318421"/>
                </a:lnTo>
                <a:lnTo>
                  <a:pt x="1297633" y="317662"/>
                </a:lnTo>
                <a:lnTo>
                  <a:pt x="1297669" y="316907"/>
                </a:lnTo>
                <a:lnTo>
                  <a:pt x="1297715" y="316156"/>
                </a:lnTo>
                <a:lnTo>
                  <a:pt x="1297771" y="315409"/>
                </a:lnTo>
                <a:lnTo>
                  <a:pt x="1297838" y="314667"/>
                </a:lnTo>
                <a:lnTo>
                  <a:pt x="1297914" y="313930"/>
                </a:lnTo>
                <a:lnTo>
                  <a:pt x="1298001" y="313196"/>
                </a:lnTo>
                <a:lnTo>
                  <a:pt x="1298098" y="312468"/>
                </a:lnTo>
                <a:lnTo>
                  <a:pt x="1298205" y="311743"/>
                </a:lnTo>
                <a:lnTo>
                  <a:pt x="1298323" y="311023"/>
                </a:lnTo>
                <a:lnTo>
                  <a:pt x="1298450" y="310307"/>
                </a:lnTo>
                <a:lnTo>
                  <a:pt x="1298588" y="309596"/>
                </a:lnTo>
                <a:lnTo>
                  <a:pt x="1298736" y="308889"/>
                </a:lnTo>
                <a:lnTo>
                  <a:pt x="1298895" y="308186"/>
                </a:lnTo>
                <a:lnTo>
                  <a:pt x="1299063" y="307488"/>
                </a:lnTo>
                <a:lnTo>
                  <a:pt x="1299242" y="306794"/>
                </a:lnTo>
                <a:lnTo>
                  <a:pt x="1299431" y="306104"/>
                </a:lnTo>
                <a:lnTo>
                  <a:pt x="1299630" y="305419"/>
                </a:lnTo>
                <a:lnTo>
                  <a:pt x="1299840" y="304739"/>
                </a:lnTo>
                <a:lnTo>
                  <a:pt x="1300059" y="304062"/>
                </a:lnTo>
                <a:lnTo>
                  <a:pt x="1300289" y="303390"/>
                </a:lnTo>
                <a:lnTo>
                  <a:pt x="1300529" y="302723"/>
                </a:lnTo>
                <a:lnTo>
                  <a:pt x="1300780" y="302063"/>
                </a:lnTo>
                <a:lnTo>
                  <a:pt x="1301042" y="301413"/>
                </a:lnTo>
                <a:lnTo>
                  <a:pt x="1301314" y="300774"/>
                </a:lnTo>
                <a:lnTo>
                  <a:pt x="1301598" y="300146"/>
                </a:lnTo>
                <a:lnTo>
                  <a:pt x="1301893" y="299528"/>
                </a:lnTo>
                <a:lnTo>
                  <a:pt x="1302199" y="298921"/>
                </a:lnTo>
                <a:lnTo>
                  <a:pt x="1302516" y="298325"/>
                </a:lnTo>
                <a:lnTo>
                  <a:pt x="1302844" y="297739"/>
                </a:lnTo>
                <a:lnTo>
                  <a:pt x="1303183" y="297164"/>
                </a:lnTo>
                <a:lnTo>
                  <a:pt x="1303533" y="296600"/>
                </a:lnTo>
                <a:lnTo>
                  <a:pt x="1303894" y="296046"/>
                </a:lnTo>
                <a:lnTo>
                  <a:pt x="1304267" y="295503"/>
                </a:lnTo>
                <a:lnTo>
                  <a:pt x="1304650" y="294971"/>
                </a:lnTo>
                <a:lnTo>
                  <a:pt x="1305044" y="294449"/>
                </a:lnTo>
                <a:lnTo>
                  <a:pt x="1305449" y="293937"/>
                </a:lnTo>
                <a:lnTo>
                  <a:pt x="1305866" y="293437"/>
                </a:lnTo>
                <a:lnTo>
                  <a:pt x="1306293" y="292947"/>
                </a:lnTo>
                <a:lnTo>
                  <a:pt x="1306732" y="292467"/>
                </a:lnTo>
                <a:lnTo>
                  <a:pt x="1307181" y="291999"/>
                </a:lnTo>
                <a:lnTo>
                  <a:pt x="1307642" y="291541"/>
                </a:lnTo>
                <a:lnTo>
                  <a:pt x="1308114" y="291093"/>
                </a:lnTo>
                <a:lnTo>
                  <a:pt x="1308596" y="290656"/>
                </a:lnTo>
                <a:lnTo>
                  <a:pt x="1309090" y="290230"/>
                </a:lnTo>
                <a:lnTo>
                  <a:pt x="1309595" y="289814"/>
                </a:lnTo>
                <a:lnTo>
                  <a:pt x="1310111" y="289413"/>
                </a:lnTo>
                <a:lnTo>
                  <a:pt x="1310639" y="289028"/>
                </a:lnTo>
                <a:lnTo>
                  <a:pt x="1311178" y="288661"/>
                </a:lnTo>
                <a:lnTo>
                  <a:pt x="1311730" y="288310"/>
                </a:lnTo>
                <a:lnTo>
                  <a:pt x="1312292" y="287977"/>
                </a:lnTo>
                <a:lnTo>
                  <a:pt x="1312867" y="287661"/>
                </a:lnTo>
                <a:lnTo>
                  <a:pt x="1313453" y="287361"/>
                </a:lnTo>
                <a:lnTo>
                  <a:pt x="1314051" y="287079"/>
                </a:lnTo>
                <a:lnTo>
                  <a:pt x="1314661" y="286814"/>
                </a:lnTo>
                <a:lnTo>
                  <a:pt x="1315282" y="286567"/>
                </a:lnTo>
                <a:lnTo>
                  <a:pt x="1315915" y="286336"/>
                </a:lnTo>
                <a:lnTo>
                  <a:pt x="1316559" y="286122"/>
                </a:lnTo>
                <a:lnTo>
                  <a:pt x="1317216" y="285926"/>
                </a:lnTo>
                <a:lnTo>
                  <a:pt x="1317884" y="285746"/>
                </a:lnTo>
                <a:lnTo>
                  <a:pt x="1318563" y="285584"/>
                </a:lnTo>
                <a:lnTo>
                  <a:pt x="1319254" y="285438"/>
                </a:lnTo>
                <a:lnTo>
                  <a:pt x="1319957" y="285310"/>
                </a:lnTo>
                <a:lnTo>
                  <a:pt x="1320672" y="285199"/>
                </a:lnTo>
                <a:lnTo>
                  <a:pt x="1321398" y="285105"/>
                </a:lnTo>
                <a:lnTo>
                  <a:pt x="1322136" y="285028"/>
                </a:lnTo>
                <a:lnTo>
                  <a:pt x="1322886" y="284968"/>
                </a:lnTo>
                <a:lnTo>
                  <a:pt x="1323647" y="284926"/>
                </a:lnTo>
                <a:lnTo>
                  <a:pt x="1324420" y="284900"/>
                </a:lnTo>
                <a:lnTo>
                  <a:pt x="1325205" y="284891"/>
                </a:lnTo>
                <a:lnTo>
                  <a:pt x="1325990" y="284900"/>
                </a:lnTo>
                <a:lnTo>
                  <a:pt x="1326763" y="284926"/>
                </a:lnTo>
                <a:lnTo>
                  <a:pt x="1327524" y="284968"/>
                </a:lnTo>
                <a:lnTo>
                  <a:pt x="1328273" y="285028"/>
                </a:lnTo>
                <a:lnTo>
                  <a:pt x="1329011" y="285105"/>
                </a:lnTo>
                <a:lnTo>
                  <a:pt x="1329738" y="285199"/>
                </a:lnTo>
                <a:lnTo>
                  <a:pt x="1330452" y="285310"/>
                </a:lnTo>
                <a:lnTo>
                  <a:pt x="1331155" y="285438"/>
                </a:lnTo>
                <a:lnTo>
                  <a:pt x="1331847" y="285584"/>
                </a:lnTo>
                <a:lnTo>
                  <a:pt x="1332526" y="285746"/>
                </a:lnTo>
                <a:lnTo>
                  <a:pt x="1333194" y="285926"/>
                </a:lnTo>
                <a:lnTo>
                  <a:pt x="1333850" y="286122"/>
                </a:lnTo>
                <a:lnTo>
                  <a:pt x="1334495" y="286336"/>
                </a:lnTo>
                <a:lnTo>
                  <a:pt x="1335128" y="286567"/>
                </a:lnTo>
                <a:lnTo>
                  <a:pt x="1335749" y="286814"/>
                </a:lnTo>
                <a:lnTo>
                  <a:pt x="1336359" y="287079"/>
                </a:lnTo>
                <a:lnTo>
                  <a:pt x="1336956" y="287361"/>
                </a:lnTo>
                <a:lnTo>
                  <a:pt x="1337543" y="287661"/>
                </a:lnTo>
                <a:lnTo>
                  <a:pt x="1338117" y="287977"/>
                </a:lnTo>
                <a:lnTo>
                  <a:pt x="1338680" y="288310"/>
                </a:lnTo>
                <a:lnTo>
                  <a:pt x="1339231" y="288661"/>
                </a:lnTo>
                <a:lnTo>
                  <a:pt x="1339771" y="289028"/>
                </a:lnTo>
                <a:lnTo>
                  <a:pt x="1340299" y="289413"/>
                </a:lnTo>
                <a:lnTo>
                  <a:pt x="1340815" y="289814"/>
                </a:lnTo>
                <a:lnTo>
                  <a:pt x="1341320" y="290230"/>
                </a:lnTo>
                <a:lnTo>
                  <a:pt x="1341813" y="290656"/>
                </a:lnTo>
                <a:lnTo>
                  <a:pt x="1342296" y="291093"/>
                </a:lnTo>
                <a:lnTo>
                  <a:pt x="1342768" y="291541"/>
                </a:lnTo>
                <a:lnTo>
                  <a:pt x="1343228" y="291999"/>
                </a:lnTo>
                <a:lnTo>
                  <a:pt x="1343678" y="292467"/>
                </a:lnTo>
                <a:lnTo>
                  <a:pt x="1344116" y="292947"/>
                </a:lnTo>
                <a:lnTo>
                  <a:pt x="1344544" y="293437"/>
                </a:lnTo>
                <a:lnTo>
                  <a:pt x="1344960" y="293937"/>
                </a:lnTo>
                <a:lnTo>
                  <a:pt x="1345366" y="294449"/>
                </a:lnTo>
                <a:lnTo>
                  <a:pt x="1345760" y="294971"/>
                </a:lnTo>
                <a:lnTo>
                  <a:pt x="1346143" y="295503"/>
                </a:lnTo>
                <a:lnTo>
                  <a:pt x="1346515" y="296046"/>
                </a:lnTo>
                <a:lnTo>
                  <a:pt x="1346877" y="296600"/>
                </a:lnTo>
                <a:lnTo>
                  <a:pt x="1347227" y="297164"/>
                </a:lnTo>
                <a:lnTo>
                  <a:pt x="1347566" y="297739"/>
                </a:lnTo>
                <a:lnTo>
                  <a:pt x="1347894" y="298325"/>
                </a:lnTo>
                <a:lnTo>
                  <a:pt x="1348211" y="298921"/>
                </a:lnTo>
                <a:lnTo>
                  <a:pt x="1348517" y="299528"/>
                </a:lnTo>
                <a:lnTo>
                  <a:pt x="1348811" y="300146"/>
                </a:lnTo>
                <a:lnTo>
                  <a:pt x="1349095" y="300774"/>
                </a:lnTo>
                <a:lnTo>
                  <a:pt x="1349368" y="301413"/>
                </a:lnTo>
                <a:lnTo>
                  <a:pt x="1349630" y="302063"/>
                </a:lnTo>
                <a:lnTo>
                  <a:pt x="1349880" y="302723"/>
                </a:lnTo>
                <a:lnTo>
                  <a:pt x="1350120" y="303390"/>
                </a:lnTo>
                <a:lnTo>
                  <a:pt x="1350350" y="304062"/>
                </a:lnTo>
                <a:lnTo>
                  <a:pt x="1350570" y="304739"/>
                </a:lnTo>
                <a:lnTo>
                  <a:pt x="1350779" y="305419"/>
                </a:lnTo>
                <a:lnTo>
                  <a:pt x="1350979" y="306104"/>
                </a:lnTo>
                <a:lnTo>
                  <a:pt x="1351167" y="306794"/>
                </a:lnTo>
                <a:lnTo>
                  <a:pt x="1351346" y="307488"/>
                </a:lnTo>
                <a:lnTo>
                  <a:pt x="1351515" y="308186"/>
                </a:lnTo>
                <a:lnTo>
                  <a:pt x="1351673" y="308889"/>
                </a:lnTo>
                <a:lnTo>
                  <a:pt x="1351821" y="309596"/>
                </a:lnTo>
                <a:lnTo>
                  <a:pt x="1351959" y="310307"/>
                </a:lnTo>
                <a:lnTo>
                  <a:pt x="1352087" y="311023"/>
                </a:lnTo>
                <a:lnTo>
                  <a:pt x="1352204" y="311743"/>
                </a:lnTo>
                <a:lnTo>
                  <a:pt x="1352312" y="312468"/>
                </a:lnTo>
                <a:lnTo>
                  <a:pt x="1352409" y="313196"/>
                </a:lnTo>
                <a:lnTo>
                  <a:pt x="1352495" y="313930"/>
                </a:lnTo>
                <a:lnTo>
                  <a:pt x="1352572" y="314667"/>
                </a:lnTo>
                <a:lnTo>
                  <a:pt x="1352638" y="315409"/>
                </a:lnTo>
                <a:lnTo>
                  <a:pt x="1352695" y="316156"/>
                </a:lnTo>
                <a:lnTo>
                  <a:pt x="1352741" y="316907"/>
                </a:lnTo>
                <a:lnTo>
                  <a:pt x="1352776" y="317662"/>
                </a:lnTo>
                <a:lnTo>
                  <a:pt x="1352802" y="318421"/>
                </a:lnTo>
                <a:lnTo>
                  <a:pt x="1352817" y="319185"/>
                </a:lnTo>
                <a:lnTo>
                  <a:pt x="1352822" y="319954"/>
                </a:lnTo>
                <a:lnTo>
                  <a:pt x="1352817" y="320722"/>
                </a:lnTo>
                <a:lnTo>
                  <a:pt x="1352802" y="321485"/>
                </a:lnTo>
                <a:lnTo>
                  <a:pt x="1352776" y="322244"/>
                </a:lnTo>
                <a:lnTo>
                  <a:pt x="1352741" y="322999"/>
                </a:lnTo>
                <a:lnTo>
                  <a:pt x="1352695" y="323749"/>
                </a:lnTo>
                <a:lnTo>
                  <a:pt x="1352638" y="324494"/>
                </a:lnTo>
                <a:lnTo>
                  <a:pt x="1352572" y="325235"/>
                </a:lnTo>
                <a:lnTo>
                  <a:pt x="1352495" y="325971"/>
                </a:lnTo>
                <a:lnTo>
                  <a:pt x="1352409" y="326702"/>
                </a:lnTo>
                <a:lnTo>
                  <a:pt x="1352312" y="327429"/>
                </a:lnTo>
                <a:lnTo>
                  <a:pt x="1352204" y="328151"/>
                </a:lnTo>
                <a:lnTo>
                  <a:pt x="1352087" y="328869"/>
                </a:lnTo>
                <a:lnTo>
                  <a:pt x="1351959" y="329582"/>
                </a:lnTo>
                <a:lnTo>
                  <a:pt x="1351821" y="330291"/>
                </a:lnTo>
                <a:lnTo>
                  <a:pt x="1351673" y="330995"/>
                </a:lnTo>
                <a:lnTo>
                  <a:pt x="1351515" y="331694"/>
                </a:lnTo>
                <a:lnTo>
                  <a:pt x="1351346" y="332389"/>
                </a:lnTo>
                <a:lnTo>
                  <a:pt x="1351167" y="333079"/>
                </a:lnTo>
                <a:lnTo>
                  <a:pt x="1350979" y="333765"/>
                </a:lnTo>
                <a:lnTo>
                  <a:pt x="1350779" y="334446"/>
                </a:lnTo>
                <a:lnTo>
                  <a:pt x="1350570" y="335123"/>
                </a:lnTo>
                <a:lnTo>
                  <a:pt x="1350350" y="335794"/>
                </a:lnTo>
                <a:lnTo>
                  <a:pt x="1350120" y="336462"/>
                </a:lnTo>
                <a:lnTo>
                  <a:pt x="1349880" y="337124"/>
                </a:lnTo>
                <a:lnTo>
                  <a:pt x="1349630" y="337780"/>
                </a:lnTo>
                <a:lnTo>
                  <a:pt x="1349368" y="338424"/>
                </a:lnTo>
                <a:lnTo>
                  <a:pt x="1349095" y="339058"/>
                </a:lnTo>
                <a:lnTo>
                  <a:pt x="1348811" y="339681"/>
                </a:lnTo>
                <a:lnTo>
                  <a:pt x="1348517" y="340294"/>
                </a:lnTo>
                <a:lnTo>
                  <a:pt x="1348211" y="340896"/>
                </a:lnTo>
                <a:lnTo>
                  <a:pt x="1347894" y="341487"/>
                </a:lnTo>
                <a:lnTo>
                  <a:pt x="1347566" y="342068"/>
                </a:lnTo>
                <a:lnTo>
                  <a:pt x="1347227" y="342638"/>
                </a:lnTo>
                <a:lnTo>
                  <a:pt x="1346877" y="343197"/>
                </a:lnTo>
                <a:lnTo>
                  <a:pt x="1346515" y="343746"/>
                </a:lnTo>
                <a:lnTo>
                  <a:pt x="1346143" y="344284"/>
                </a:lnTo>
                <a:lnTo>
                  <a:pt x="1345760" y="344812"/>
                </a:lnTo>
                <a:lnTo>
                  <a:pt x="1345366" y="345328"/>
                </a:lnTo>
                <a:lnTo>
                  <a:pt x="1344960" y="345835"/>
                </a:lnTo>
                <a:lnTo>
                  <a:pt x="1344544" y="346330"/>
                </a:lnTo>
                <a:lnTo>
                  <a:pt x="1344116" y="346815"/>
                </a:lnTo>
                <a:lnTo>
                  <a:pt x="1343678" y="347290"/>
                </a:lnTo>
                <a:lnTo>
                  <a:pt x="1343228" y="347753"/>
                </a:lnTo>
                <a:lnTo>
                  <a:pt x="1342768" y="348206"/>
                </a:lnTo>
                <a:lnTo>
                  <a:pt x="1342296" y="348649"/>
                </a:lnTo>
                <a:lnTo>
                  <a:pt x="1341813" y="349081"/>
                </a:lnTo>
                <a:lnTo>
                  <a:pt x="1341320" y="349502"/>
                </a:lnTo>
                <a:lnTo>
                  <a:pt x="1340815" y="349913"/>
                </a:lnTo>
                <a:lnTo>
                  <a:pt x="1340299" y="350309"/>
                </a:lnTo>
                <a:lnTo>
                  <a:pt x="1339771" y="350689"/>
                </a:lnTo>
                <a:lnTo>
                  <a:pt x="1339231" y="351052"/>
                </a:lnTo>
                <a:lnTo>
                  <a:pt x="1338680" y="351399"/>
                </a:lnTo>
                <a:lnTo>
                  <a:pt x="1338117" y="351728"/>
                </a:lnTo>
                <a:lnTo>
                  <a:pt x="1337543" y="352040"/>
                </a:lnTo>
                <a:lnTo>
                  <a:pt x="1336956" y="352336"/>
                </a:lnTo>
                <a:lnTo>
                  <a:pt x="1336359" y="352614"/>
                </a:lnTo>
                <a:lnTo>
                  <a:pt x="1335749" y="352876"/>
                </a:lnTo>
                <a:lnTo>
                  <a:pt x="1335128" y="353121"/>
                </a:lnTo>
                <a:lnTo>
                  <a:pt x="1334495" y="353349"/>
                </a:lnTo>
                <a:lnTo>
                  <a:pt x="1333850" y="353560"/>
                </a:lnTo>
                <a:lnTo>
                  <a:pt x="1333194" y="353754"/>
                </a:lnTo>
                <a:lnTo>
                  <a:pt x="1332526" y="353931"/>
                </a:lnTo>
                <a:lnTo>
                  <a:pt x="1331847" y="354092"/>
                </a:lnTo>
                <a:lnTo>
                  <a:pt x="1331155" y="354235"/>
                </a:lnTo>
                <a:lnTo>
                  <a:pt x="1330452" y="354362"/>
                </a:lnTo>
                <a:lnTo>
                  <a:pt x="1329738" y="354472"/>
                </a:lnTo>
                <a:lnTo>
                  <a:pt x="1329011" y="354565"/>
                </a:lnTo>
                <a:lnTo>
                  <a:pt x="1328273" y="354641"/>
                </a:lnTo>
                <a:lnTo>
                  <a:pt x="1327524" y="354700"/>
                </a:lnTo>
                <a:lnTo>
                  <a:pt x="1326763" y="354742"/>
                </a:lnTo>
                <a:lnTo>
                  <a:pt x="1325990" y="354767"/>
                </a:lnTo>
                <a:lnTo>
                  <a:pt x="1325205" y="354776"/>
                </a:lnTo>
                <a:lnTo>
                  <a:pt x="1324420" y="354767"/>
                </a:lnTo>
                <a:lnTo>
                  <a:pt x="1323647" y="354742"/>
                </a:lnTo>
                <a:lnTo>
                  <a:pt x="1322886" y="354700"/>
                </a:lnTo>
                <a:lnTo>
                  <a:pt x="1322136" y="354641"/>
                </a:lnTo>
                <a:lnTo>
                  <a:pt x="1321398" y="354565"/>
                </a:lnTo>
                <a:close/>
                <a:moveTo>
                  <a:pt x="1431152" y="367246"/>
                </a:moveTo>
                <a:lnTo>
                  <a:pt x="1432133" y="367132"/>
                </a:lnTo>
                <a:lnTo>
                  <a:pt x="1433103" y="366998"/>
                </a:lnTo>
                <a:lnTo>
                  <a:pt x="1434062" y="366843"/>
                </a:lnTo>
                <a:lnTo>
                  <a:pt x="1435011" y="366668"/>
                </a:lnTo>
                <a:lnTo>
                  <a:pt x="1435948" y="366472"/>
                </a:lnTo>
                <a:lnTo>
                  <a:pt x="1436875" y="366255"/>
                </a:lnTo>
                <a:lnTo>
                  <a:pt x="1437791" y="366018"/>
                </a:lnTo>
                <a:lnTo>
                  <a:pt x="1438696" y="365760"/>
                </a:lnTo>
                <a:lnTo>
                  <a:pt x="1439591" y="365481"/>
                </a:lnTo>
                <a:lnTo>
                  <a:pt x="1440474" y="365182"/>
                </a:lnTo>
                <a:lnTo>
                  <a:pt x="1441347" y="364862"/>
                </a:lnTo>
                <a:lnTo>
                  <a:pt x="1442209" y="364522"/>
                </a:lnTo>
                <a:lnTo>
                  <a:pt x="1443060" y="364160"/>
                </a:lnTo>
                <a:lnTo>
                  <a:pt x="1443900" y="363779"/>
                </a:lnTo>
                <a:lnTo>
                  <a:pt x="1444729" y="363376"/>
                </a:lnTo>
                <a:lnTo>
                  <a:pt x="1445547" y="362953"/>
                </a:lnTo>
                <a:lnTo>
                  <a:pt x="1446355" y="362509"/>
                </a:lnTo>
                <a:lnTo>
                  <a:pt x="1447152" y="362045"/>
                </a:lnTo>
                <a:lnTo>
                  <a:pt x="1447938" y="361560"/>
                </a:lnTo>
                <a:lnTo>
                  <a:pt x="1448716" y="361056"/>
                </a:lnTo>
                <a:lnTo>
                  <a:pt x="1449479" y="360536"/>
                </a:lnTo>
                <a:lnTo>
                  <a:pt x="1450228" y="360000"/>
                </a:lnTo>
                <a:lnTo>
                  <a:pt x="1450963" y="359447"/>
                </a:lnTo>
                <a:lnTo>
                  <a:pt x="1451683" y="358878"/>
                </a:lnTo>
                <a:lnTo>
                  <a:pt x="1452388" y="358292"/>
                </a:lnTo>
                <a:lnTo>
                  <a:pt x="1453079" y="357689"/>
                </a:lnTo>
                <a:lnTo>
                  <a:pt x="1453755" y="357070"/>
                </a:lnTo>
                <a:lnTo>
                  <a:pt x="1454416" y="356435"/>
                </a:lnTo>
                <a:lnTo>
                  <a:pt x="1455063" y="355783"/>
                </a:lnTo>
                <a:lnTo>
                  <a:pt x="1455695" y="355115"/>
                </a:lnTo>
                <a:lnTo>
                  <a:pt x="1456313" y="354430"/>
                </a:lnTo>
                <a:lnTo>
                  <a:pt x="1456916" y="353729"/>
                </a:lnTo>
                <a:lnTo>
                  <a:pt x="1457504" y="353012"/>
                </a:lnTo>
                <a:lnTo>
                  <a:pt x="1458078" y="352278"/>
                </a:lnTo>
                <a:lnTo>
                  <a:pt x="1458638" y="351527"/>
                </a:lnTo>
                <a:lnTo>
                  <a:pt x="1459182" y="350760"/>
                </a:lnTo>
                <a:lnTo>
                  <a:pt x="1459713" y="349976"/>
                </a:lnTo>
                <a:lnTo>
                  <a:pt x="1460228" y="349176"/>
                </a:lnTo>
                <a:lnTo>
                  <a:pt x="1460729" y="348360"/>
                </a:lnTo>
                <a:lnTo>
                  <a:pt x="1461215" y="347527"/>
                </a:lnTo>
                <a:lnTo>
                  <a:pt x="1461687" y="346678"/>
                </a:lnTo>
                <a:lnTo>
                  <a:pt x="1462144" y="345812"/>
                </a:lnTo>
                <a:lnTo>
                  <a:pt x="1462587" y="344929"/>
                </a:lnTo>
                <a:lnTo>
                  <a:pt x="1463018" y="344033"/>
                </a:lnTo>
                <a:lnTo>
                  <a:pt x="1463431" y="343123"/>
                </a:lnTo>
                <a:lnTo>
                  <a:pt x="1463825" y="342201"/>
                </a:lnTo>
                <a:lnTo>
                  <a:pt x="1464201" y="341267"/>
                </a:lnTo>
                <a:lnTo>
                  <a:pt x="1464559" y="340320"/>
                </a:lnTo>
                <a:lnTo>
                  <a:pt x="1464898" y="339361"/>
                </a:lnTo>
                <a:lnTo>
                  <a:pt x="1465219" y="338389"/>
                </a:lnTo>
                <a:lnTo>
                  <a:pt x="1465522" y="337405"/>
                </a:lnTo>
                <a:lnTo>
                  <a:pt x="1465806" y="336408"/>
                </a:lnTo>
                <a:lnTo>
                  <a:pt x="1466072" y="335398"/>
                </a:lnTo>
                <a:lnTo>
                  <a:pt x="1466320" y="334376"/>
                </a:lnTo>
                <a:lnTo>
                  <a:pt x="1466549" y="333342"/>
                </a:lnTo>
                <a:lnTo>
                  <a:pt x="1466760" y="332295"/>
                </a:lnTo>
                <a:lnTo>
                  <a:pt x="1466953" y="331236"/>
                </a:lnTo>
                <a:lnTo>
                  <a:pt x="1467127" y="330164"/>
                </a:lnTo>
                <a:lnTo>
                  <a:pt x="1467283" y="329079"/>
                </a:lnTo>
                <a:lnTo>
                  <a:pt x="1467421" y="327982"/>
                </a:lnTo>
                <a:lnTo>
                  <a:pt x="1467540" y="326873"/>
                </a:lnTo>
                <a:lnTo>
                  <a:pt x="1467641" y="325751"/>
                </a:lnTo>
                <a:lnTo>
                  <a:pt x="1467723" y="324617"/>
                </a:lnTo>
                <a:lnTo>
                  <a:pt x="1467788" y="323470"/>
                </a:lnTo>
                <a:lnTo>
                  <a:pt x="1467833" y="322310"/>
                </a:lnTo>
                <a:lnTo>
                  <a:pt x="1467861" y="321138"/>
                </a:lnTo>
                <a:lnTo>
                  <a:pt x="1467870" y="319954"/>
                </a:lnTo>
                <a:lnTo>
                  <a:pt x="1467861" y="318759"/>
                </a:lnTo>
                <a:lnTo>
                  <a:pt x="1467833" y="317577"/>
                </a:lnTo>
                <a:lnTo>
                  <a:pt x="1467788" y="316409"/>
                </a:lnTo>
                <a:lnTo>
                  <a:pt x="1467723" y="315252"/>
                </a:lnTo>
                <a:lnTo>
                  <a:pt x="1467641" y="314109"/>
                </a:lnTo>
                <a:lnTo>
                  <a:pt x="1467540" y="312978"/>
                </a:lnTo>
                <a:lnTo>
                  <a:pt x="1467421" y="311860"/>
                </a:lnTo>
                <a:lnTo>
                  <a:pt x="1467283" y="310754"/>
                </a:lnTo>
                <a:lnTo>
                  <a:pt x="1467127" y="309662"/>
                </a:lnTo>
                <a:lnTo>
                  <a:pt x="1466953" y="308582"/>
                </a:lnTo>
                <a:lnTo>
                  <a:pt x="1466760" y="307515"/>
                </a:lnTo>
                <a:lnTo>
                  <a:pt x="1466549" y="306460"/>
                </a:lnTo>
                <a:lnTo>
                  <a:pt x="1466320" y="305418"/>
                </a:lnTo>
                <a:lnTo>
                  <a:pt x="1466072" y="304389"/>
                </a:lnTo>
                <a:lnTo>
                  <a:pt x="1465806" y="303373"/>
                </a:lnTo>
                <a:lnTo>
                  <a:pt x="1465522" y="302369"/>
                </a:lnTo>
                <a:lnTo>
                  <a:pt x="1465219" y="301378"/>
                </a:lnTo>
                <a:lnTo>
                  <a:pt x="1464898" y="300400"/>
                </a:lnTo>
                <a:lnTo>
                  <a:pt x="1464559" y="299434"/>
                </a:lnTo>
                <a:lnTo>
                  <a:pt x="1464201" y="298482"/>
                </a:lnTo>
                <a:lnTo>
                  <a:pt x="1463825" y="297542"/>
                </a:lnTo>
                <a:lnTo>
                  <a:pt x="1463431" y="296614"/>
                </a:lnTo>
                <a:lnTo>
                  <a:pt x="1463018" y="295700"/>
                </a:lnTo>
                <a:lnTo>
                  <a:pt x="1462587" y="294798"/>
                </a:lnTo>
                <a:lnTo>
                  <a:pt x="1462144" y="293910"/>
                </a:lnTo>
                <a:lnTo>
                  <a:pt x="1461687" y="293040"/>
                </a:lnTo>
                <a:lnTo>
                  <a:pt x="1461215" y="292186"/>
                </a:lnTo>
                <a:lnTo>
                  <a:pt x="1460729" y="291349"/>
                </a:lnTo>
                <a:lnTo>
                  <a:pt x="1460228" y="290528"/>
                </a:lnTo>
                <a:lnTo>
                  <a:pt x="1459713" y="289724"/>
                </a:lnTo>
                <a:lnTo>
                  <a:pt x="1459182" y="288937"/>
                </a:lnTo>
                <a:lnTo>
                  <a:pt x="1458638" y="288167"/>
                </a:lnTo>
                <a:lnTo>
                  <a:pt x="1458078" y="287413"/>
                </a:lnTo>
                <a:lnTo>
                  <a:pt x="1457504" y="286676"/>
                </a:lnTo>
                <a:lnTo>
                  <a:pt x="1456916" y="285955"/>
                </a:lnTo>
                <a:lnTo>
                  <a:pt x="1456313" y="285252"/>
                </a:lnTo>
                <a:lnTo>
                  <a:pt x="1455695" y="284564"/>
                </a:lnTo>
                <a:lnTo>
                  <a:pt x="1455063" y="283894"/>
                </a:lnTo>
                <a:lnTo>
                  <a:pt x="1454416" y="283240"/>
                </a:lnTo>
                <a:lnTo>
                  <a:pt x="1453755" y="282603"/>
                </a:lnTo>
                <a:lnTo>
                  <a:pt x="1453079" y="281983"/>
                </a:lnTo>
                <a:lnTo>
                  <a:pt x="1452388" y="281379"/>
                </a:lnTo>
                <a:lnTo>
                  <a:pt x="1451683" y="280792"/>
                </a:lnTo>
                <a:lnTo>
                  <a:pt x="1450963" y="280222"/>
                </a:lnTo>
                <a:lnTo>
                  <a:pt x="1450228" y="279668"/>
                </a:lnTo>
                <a:lnTo>
                  <a:pt x="1449479" y="279131"/>
                </a:lnTo>
                <a:lnTo>
                  <a:pt x="1448716" y="278611"/>
                </a:lnTo>
                <a:lnTo>
                  <a:pt x="1447938" y="278107"/>
                </a:lnTo>
                <a:lnTo>
                  <a:pt x="1447152" y="277622"/>
                </a:lnTo>
                <a:lnTo>
                  <a:pt x="1446355" y="277158"/>
                </a:lnTo>
                <a:lnTo>
                  <a:pt x="1445547" y="276714"/>
                </a:lnTo>
                <a:lnTo>
                  <a:pt x="1444729" y="276291"/>
                </a:lnTo>
                <a:lnTo>
                  <a:pt x="1443900" y="275888"/>
                </a:lnTo>
                <a:lnTo>
                  <a:pt x="1443060" y="275507"/>
                </a:lnTo>
                <a:lnTo>
                  <a:pt x="1442209" y="275145"/>
                </a:lnTo>
                <a:lnTo>
                  <a:pt x="1441347" y="274805"/>
                </a:lnTo>
                <a:lnTo>
                  <a:pt x="1440474" y="274485"/>
                </a:lnTo>
                <a:lnTo>
                  <a:pt x="1439591" y="274186"/>
                </a:lnTo>
                <a:lnTo>
                  <a:pt x="1438696" y="273907"/>
                </a:lnTo>
                <a:lnTo>
                  <a:pt x="1437791" y="273649"/>
                </a:lnTo>
                <a:lnTo>
                  <a:pt x="1436875" y="273412"/>
                </a:lnTo>
                <a:lnTo>
                  <a:pt x="1435948" y="273195"/>
                </a:lnTo>
                <a:lnTo>
                  <a:pt x="1435011" y="272999"/>
                </a:lnTo>
                <a:lnTo>
                  <a:pt x="1434062" y="272824"/>
                </a:lnTo>
                <a:lnTo>
                  <a:pt x="1433103" y="272669"/>
                </a:lnTo>
                <a:lnTo>
                  <a:pt x="1432133" y="272535"/>
                </a:lnTo>
                <a:lnTo>
                  <a:pt x="1431152" y="272421"/>
                </a:lnTo>
                <a:lnTo>
                  <a:pt x="1430160" y="272328"/>
                </a:lnTo>
                <a:lnTo>
                  <a:pt x="1429157" y="272256"/>
                </a:lnTo>
                <a:lnTo>
                  <a:pt x="1428143" y="272205"/>
                </a:lnTo>
                <a:lnTo>
                  <a:pt x="1427119" y="272174"/>
                </a:lnTo>
                <a:lnTo>
                  <a:pt x="1426084" y="272163"/>
                </a:lnTo>
                <a:lnTo>
                  <a:pt x="1425048" y="272174"/>
                </a:lnTo>
                <a:lnTo>
                  <a:pt x="1424024" y="272205"/>
                </a:lnTo>
                <a:lnTo>
                  <a:pt x="1423010" y="272256"/>
                </a:lnTo>
                <a:lnTo>
                  <a:pt x="1422006" y="272328"/>
                </a:lnTo>
                <a:lnTo>
                  <a:pt x="1421013" y="272421"/>
                </a:lnTo>
                <a:lnTo>
                  <a:pt x="1420031" y="272535"/>
                </a:lnTo>
                <a:lnTo>
                  <a:pt x="1419060" y="272669"/>
                </a:lnTo>
                <a:lnTo>
                  <a:pt x="1418099" y="272824"/>
                </a:lnTo>
                <a:lnTo>
                  <a:pt x="1417148" y="272999"/>
                </a:lnTo>
                <a:lnTo>
                  <a:pt x="1416209" y="273195"/>
                </a:lnTo>
                <a:lnTo>
                  <a:pt x="1415280" y="273412"/>
                </a:lnTo>
                <a:lnTo>
                  <a:pt x="1414361" y="273649"/>
                </a:lnTo>
                <a:lnTo>
                  <a:pt x="1413454" y="273907"/>
                </a:lnTo>
                <a:lnTo>
                  <a:pt x="1412556" y="274186"/>
                </a:lnTo>
                <a:lnTo>
                  <a:pt x="1411670" y="274485"/>
                </a:lnTo>
                <a:lnTo>
                  <a:pt x="1410794" y="274805"/>
                </a:lnTo>
                <a:lnTo>
                  <a:pt x="1409929" y="275145"/>
                </a:lnTo>
                <a:lnTo>
                  <a:pt x="1409074" y="275507"/>
                </a:lnTo>
                <a:lnTo>
                  <a:pt x="1408230" y="275888"/>
                </a:lnTo>
                <a:lnTo>
                  <a:pt x="1407397" y="276291"/>
                </a:lnTo>
                <a:lnTo>
                  <a:pt x="1406574" y="276714"/>
                </a:lnTo>
                <a:lnTo>
                  <a:pt x="1405762" y="277158"/>
                </a:lnTo>
                <a:lnTo>
                  <a:pt x="1404961" y="277622"/>
                </a:lnTo>
                <a:lnTo>
                  <a:pt x="1404170" y="278107"/>
                </a:lnTo>
                <a:lnTo>
                  <a:pt x="1403396" y="278611"/>
                </a:lnTo>
                <a:lnTo>
                  <a:pt x="1402637" y="279131"/>
                </a:lnTo>
                <a:lnTo>
                  <a:pt x="1401892" y="279668"/>
                </a:lnTo>
                <a:lnTo>
                  <a:pt x="1401161" y="280222"/>
                </a:lnTo>
                <a:lnTo>
                  <a:pt x="1400445" y="280792"/>
                </a:lnTo>
                <a:lnTo>
                  <a:pt x="1399742" y="281379"/>
                </a:lnTo>
                <a:lnTo>
                  <a:pt x="1399054" y="281983"/>
                </a:lnTo>
                <a:lnTo>
                  <a:pt x="1398379" y="282603"/>
                </a:lnTo>
                <a:lnTo>
                  <a:pt x="1397719" y="283240"/>
                </a:lnTo>
                <a:lnTo>
                  <a:pt x="1397074" y="283894"/>
                </a:lnTo>
                <a:lnTo>
                  <a:pt x="1396442" y="284564"/>
                </a:lnTo>
                <a:lnTo>
                  <a:pt x="1395825" y="285252"/>
                </a:lnTo>
                <a:lnTo>
                  <a:pt x="1395221" y="285955"/>
                </a:lnTo>
                <a:lnTo>
                  <a:pt x="1394632" y="286676"/>
                </a:lnTo>
                <a:lnTo>
                  <a:pt x="1394057" y="287413"/>
                </a:lnTo>
                <a:lnTo>
                  <a:pt x="1393496" y="288167"/>
                </a:lnTo>
                <a:lnTo>
                  <a:pt x="1392950" y="288937"/>
                </a:lnTo>
                <a:lnTo>
                  <a:pt x="1392417" y="289724"/>
                </a:lnTo>
                <a:lnTo>
                  <a:pt x="1391899" y="290528"/>
                </a:lnTo>
                <a:lnTo>
                  <a:pt x="1391395" y="291349"/>
                </a:lnTo>
                <a:lnTo>
                  <a:pt x="1390905" y="292186"/>
                </a:lnTo>
                <a:lnTo>
                  <a:pt x="1390430" y="293040"/>
                </a:lnTo>
                <a:lnTo>
                  <a:pt x="1389968" y="293910"/>
                </a:lnTo>
                <a:lnTo>
                  <a:pt x="1389521" y="294798"/>
                </a:lnTo>
                <a:lnTo>
                  <a:pt x="1389094" y="295700"/>
                </a:lnTo>
                <a:lnTo>
                  <a:pt x="1388686" y="296614"/>
                </a:lnTo>
                <a:lnTo>
                  <a:pt x="1388296" y="297542"/>
                </a:lnTo>
                <a:lnTo>
                  <a:pt x="1387925" y="298482"/>
                </a:lnTo>
                <a:lnTo>
                  <a:pt x="1387571" y="299434"/>
                </a:lnTo>
                <a:lnTo>
                  <a:pt x="1387235" y="300400"/>
                </a:lnTo>
                <a:lnTo>
                  <a:pt x="1386918" y="301378"/>
                </a:lnTo>
                <a:lnTo>
                  <a:pt x="1386619" y="302369"/>
                </a:lnTo>
                <a:lnTo>
                  <a:pt x="1386338" y="303373"/>
                </a:lnTo>
                <a:lnTo>
                  <a:pt x="1386075" y="304389"/>
                </a:lnTo>
                <a:lnTo>
                  <a:pt x="1385830" y="305418"/>
                </a:lnTo>
                <a:lnTo>
                  <a:pt x="1385603" y="306460"/>
                </a:lnTo>
                <a:lnTo>
                  <a:pt x="1385394" y="307515"/>
                </a:lnTo>
                <a:lnTo>
                  <a:pt x="1385204" y="308582"/>
                </a:lnTo>
                <a:lnTo>
                  <a:pt x="1385032" y="309662"/>
                </a:lnTo>
                <a:lnTo>
                  <a:pt x="1384878" y="310754"/>
                </a:lnTo>
                <a:lnTo>
                  <a:pt x="1384742" y="311860"/>
                </a:lnTo>
                <a:lnTo>
                  <a:pt x="1384624" y="312978"/>
                </a:lnTo>
                <a:lnTo>
                  <a:pt x="1384524" y="314109"/>
                </a:lnTo>
                <a:lnTo>
                  <a:pt x="1384442" y="315252"/>
                </a:lnTo>
                <a:lnTo>
                  <a:pt x="1384379" y="316409"/>
                </a:lnTo>
                <a:lnTo>
                  <a:pt x="1384333" y="317577"/>
                </a:lnTo>
                <a:lnTo>
                  <a:pt x="1384306" y="318759"/>
                </a:lnTo>
                <a:lnTo>
                  <a:pt x="1384297" y="319954"/>
                </a:lnTo>
                <a:lnTo>
                  <a:pt x="1384306" y="321138"/>
                </a:lnTo>
                <a:lnTo>
                  <a:pt x="1384333" y="322310"/>
                </a:lnTo>
                <a:lnTo>
                  <a:pt x="1384379" y="323470"/>
                </a:lnTo>
                <a:lnTo>
                  <a:pt x="1384442" y="324617"/>
                </a:lnTo>
                <a:lnTo>
                  <a:pt x="1384524" y="325751"/>
                </a:lnTo>
                <a:lnTo>
                  <a:pt x="1384624" y="326873"/>
                </a:lnTo>
                <a:lnTo>
                  <a:pt x="1384742" y="327982"/>
                </a:lnTo>
                <a:lnTo>
                  <a:pt x="1384878" y="329079"/>
                </a:lnTo>
                <a:lnTo>
                  <a:pt x="1385032" y="330164"/>
                </a:lnTo>
                <a:lnTo>
                  <a:pt x="1385204" y="331236"/>
                </a:lnTo>
                <a:lnTo>
                  <a:pt x="1385394" y="332295"/>
                </a:lnTo>
                <a:lnTo>
                  <a:pt x="1385603" y="333342"/>
                </a:lnTo>
                <a:lnTo>
                  <a:pt x="1385830" y="334376"/>
                </a:lnTo>
                <a:lnTo>
                  <a:pt x="1386075" y="335398"/>
                </a:lnTo>
                <a:lnTo>
                  <a:pt x="1386338" y="336408"/>
                </a:lnTo>
                <a:lnTo>
                  <a:pt x="1386619" y="337405"/>
                </a:lnTo>
                <a:lnTo>
                  <a:pt x="1386918" y="338389"/>
                </a:lnTo>
                <a:lnTo>
                  <a:pt x="1387235" y="339361"/>
                </a:lnTo>
                <a:lnTo>
                  <a:pt x="1387571" y="340320"/>
                </a:lnTo>
                <a:lnTo>
                  <a:pt x="1387925" y="341267"/>
                </a:lnTo>
                <a:lnTo>
                  <a:pt x="1388296" y="342201"/>
                </a:lnTo>
                <a:lnTo>
                  <a:pt x="1388686" y="343123"/>
                </a:lnTo>
                <a:lnTo>
                  <a:pt x="1389094" y="344033"/>
                </a:lnTo>
                <a:lnTo>
                  <a:pt x="1389521" y="344929"/>
                </a:lnTo>
                <a:lnTo>
                  <a:pt x="1389968" y="345812"/>
                </a:lnTo>
                <a:lnTo>
                  <a:pt x="1390430" y="346678"/>
                </a:lnTo>
                <a:lnTo>
                  <a:pt x="1390905" y="347527"/>
                </a:lnTo>
                <a:lnTo>
                  <a:pt x="1391395" y="348360"/>
                </a:lnTo>
                <a:lnTo>
                  <a:pt x="1391899" y="349176"/>
                </a:lnTo>
                <a:lnTo>
                  <a:pt x="1392417" y="349976"/>
                </a:lnTo>
                <a:lnTo>
                  <a:pt x="1392950" y="350760"/>
                </a:lnTo>
                <a:lnTo>
                  <a:pt x="1393496" y="351527"/>
                </a:lnTo>
                <a:lnTo>
                  <a:pt x="1394057" y="352278"/>
                </a:lnTo>
                <a:lnTo>
                  <a:pt x="1394632" y="353012"/>
                </a:lnTo>
                <a:lnTo>
                  <a:pt x="1395221" y="353729"/>
                </a:lnTo>
                <a:lnTo>
                  <a:pt x="1395825" y="354430"/>
                </a:lnTo>
                <a:lnTo>
                  <a:pt x="1396442" y="355115"/>
                </a:lnTo>
                <a:lnTo>
                  <a:pt x="1397074" y="355783"/>
                </a:lnTo>
                <a:lnTo>
                  <a:pt x="1397719" y="356435"/>
                </a:lnTo>
                <a:lnTo>
                  <a:pt x="1398379" y="357070"/>
                </a:lnTo>
                <a:lnTo>
                  <a:pt x="1399054" y="357689"/>
                </a:lnTo>
                <a:lnTo>
                  <a:pt x="1399742" y="358292"/>
                </a:lnTo>
                <a:lnTo>
                  <a:pt x="1400445" y="358878"/>
                </a:lnTo>
                <a:lnTo>
                  <a:pt x="1401161" y="359447"/>
                </a:lnTo>
                <a:lnTo>
                  <a:pt x="1401892" y="360000"/>
                </a:lnTo>
                <a:lnTo>
                  <a:pt x="1402637" y="360536"/>
                </a:lnTo>
                <a:lnTo>
                  <a:pt x="1403396" y="361056"/>
                </a:lnTo>
                <a:lnTo>
                  <a:pt x="1404170" y="361560"/>
                </a:lnTo>
                <a:lnTo>
                  <a:pt x="1404961" y="362045"/>
                </a:lnTo>
                <a:lnTo>
                  <a:pt x="1405762" y="362509"/>
                </a:lnTo>
                <a:lnTo>
                  <a:pt x="1406574" y="362953"/>
                </a:lnTo>
                <a:lnTo>
                  <a:pt x="1407397" y="363376"/>
                </a:lnTo>
                <a:lnTo>
                  <a:pt x="1408230" y="363779"/>
                </a:lnTo>
                <a:lnTo>
                  <a:pt x="1409074" y="364160"/>
                </a:lnTo>
                <a:lnTo>
                  <a:pt x="1409929" y="364522"/>
                </a:lnTo>
                <a:lnTo>
                  <a:pt x="1410794" y="364862"/>
                </a:lnTo>
                <a:lnTo>
                  <a:pt x="1411670" y="365182"/>
                </a:lnTo>
                <a:lnTo>
                  <a:pt x="1412556" y="365481"/>
                </a:lnTo>
                <a:lnTo>
                  <a:pt x="1413454" y="365760"/>
                </a:lnTo>
                <a:lnTo>
                  <a:pt x="1414361" y="366018"/>
                </a:lnTo>
                <a:lnTo>
                  <a:pt x="1415280" y="366255"/>
                </a:lnTo>
                <a:lnTo>
                  <a:pt x="1416209" y="366472"/>
                </a:lnTo>
                <a:lnTo>
                  <a:pt x="1417148" y="366668"/>
                </a:lnTo>
                <a:lnTo>
                  <a:pt x="1418099" y="366843"/>
                </a:lnTo>
                <a:lnTo>
                  <a:pt x="1419060" y="366998"/>
                </a:lnTo>
                <a:lnTo>
                  <a:pt x="1420031" y="367132"/>
                </a:lnTo>
                <a:lnTo>
                  <a:pt x="1421013" y="367246"/>
                </a:lnTo>
                <a:lnTo>
                  <a:pt x="1422006" y="367339"/>
                </a:lnTo>
                <a:lnTo>
                  <a:pt x="1423010" y="367411"/>
                </a:lnTo>
                <a:lnTo>
                  <a:pt x="1424024" y="367462"/>
                </a:lnTo>
                <a:lnTo>
                  <a:pt x="1425048" y="367493"/>
                </a:lnTo>
                <a:lnTo>
                  <a:pt x="1426084" y="367504"/>
                </a:lnTo>
                <a:lnTo>
                  <a:pt x="1427119" y="367493"/>
                </a:lnTo>
                <a:lnTo>
                  <a:pt x="1428143" y="367462"/>
                </a:lnTo>
                <a:lnTo>
                  <a:pt x="1429157" y="367411"/>
                </a:lnTo>
                <a:lnTo>
                  <a:pt x="1430160" y="367339"/>
                </a:lnTo>
                <a:lnTo>
                  <a:pt x="1431152" y="367246"/>
                </a:lnTo>
                <a:close/>
                <a:moveTo>
                  <a:pt x="1422277" y="354565"/>
                </a:moveTo>
                <a:lnTo>
                  <a:pt x="1421551" y="354472"/>
                </a:lnTo>
                <a:lnTo>
                  <a:pt x="1420836" y="354362"/>
                </a:lnTo>
                <a:lnTo>
                  <a:pt x="1420133" y="354235"/>
                </a:lnTo>
                <a:lnTo>
                  <a:pt x="1419442" y="354092"/>
                </a:lnTo>
                <a:lnTo>
                  <a:pt x="1418762" y="353931"/>
                </a:lnTo>
                <a:lnTo>
                  <a:pt x="1418095" y="353754"/>
                </a:lnTo>
                <a:lnTo>
                  <a:pt x="1417438" y="353560"/>
                </a:lnTo>
                <a:lnTo>
                  <a:pt x="1416794" y="353349"/>
                </a:lnTo>
                <a:lnTo>
                  <a:pt x="1416161" y="353121"/>
                </a:lnTo>
                <a:lnTo>
                  <a:pt x="1415540" y="352876"/>
                </a:lnTo>
                <a:lnTo>
                  <a:pt x="1414930" y="352614"/>
                </a:lnTo>
                <a:lnTo>
                  <a:pt x="1414332" y="352336"/>
                </a:lnTo>
                <a:lnTo>
                  <a:pt x="1413746" y="352040"/>
                </a:lnTo>
                <a:lnTo>
                  <a:pt x="1413171" y="351728"/>
                </a:lnTo>
                <a:lnTo>
                  <a:pt x="1412609" y="351399"/>
                </a:lnTo>
                <a:lnTo>
                  <a:pt x="1412057" y="351052"/>
                </a:lnTo>
                <a:lnTo>
                  <a:pt x="1411518" y="350689"/>
                </a:lnTo>
                <a:lnTo>
                  <a:pt x="1410990" y="350309"/>
                </a:lnTo>
                <a:lnTo>
                  <a:pt x="1410474" y="349913"/>
                </a:lnTo>
                <a:lnTo>
                  <a:pt x="1409969" y="349502"/>
                </a:lnTo>
                <a:lnTo>
                  <a:pt x="1409475" y="349081"/>
                </a:lnTo>
                <a:lnTo>
                  <a:pt x="1408993" y="348649"/>
                </a:lnTo>
                <a:lnTo>
                  <a:pt x="1408521" y="348206"/>
                </a:lnTo>
                <a:lnTo>
                  <a:pt x="1408060" y="347753"/>
                </a:lnTo>
                <a:lnTo>
                  <a:pt x="1407611" y="347290"/>
                </a:lnTo>
                <a:lnTo>
                  <a:pt x="1407172" y="346815"/>
                </a:lnTo>
                <a:lnTo>
                  <a:pt x="1406745" y="346330"/>
                </a:lnTo>
                <a:lnTo>
                  <a:pt x="1406328" y="345835"/>
                </a:lnTo>
                <a:lnTo>
                  <a:pt x="1405923" y="345328"/>
                </a:lnTo>
                <a:lnTo>
                  <a:pt x="1405529" y="344812"/>
                </a:lnTo>
                <a:lnTo>
                  <a:pt x="1405145" y="344284"/>
                </a:lnTo>
                <a:lnTo>
                  <a:pt x="1404773" y="343746"/>
                </a:lnTo>
                <a:lnTo>
                  <a:pt x="1404412" y="343197"/>
                </a:lnTo>
                <a:lnTo>
                  <a:pt x="1404062" y="342638"/>
                </a:lnTo>
                <a:lnTo>
                  <a:pt x="1403723" y="342068"/>
                </a:lnTo>
                <a:lnTo>
                  <a:pt x="1403395" y="341487"/>
                </a:lnTo>
                <a:lnTo>
                  <a:pt x="1403078" y="340896"/>
                </a:lnTo>
                <a:lnTo>
                  <a:pt x="1402772" y="340294"/>
                </a:lnTo>
                <a:lnTo>
                  <a:pt x="1402477" y="339681"/>
                </a:lnTo>
                <a:lnTo>
                  <a:pt x="1402193" y="339058"/>
                </a:lnTo>
                <a:lnTo>
                  <a:pt x="1401920" y="338424"/>
                </a:lnTo>
                <a:lnTo>
                  <a:pt x="1401659" y="337780"/>
                </a:lnTo>
                <a:lnTo>
                  <a:pt x="1401408" y="337124"/>
                </a:lnTo>
                <a:lnTo>
                  <a:pt x="1401168" y="336462"/>
                </a:lnTo>
                <a:lnTo>
                  <a:pt x="1400938" y="335794"/>
                </a:lnTo>
                <a:lnTo>
                  <a:pt x="1400719" y="335123"/>
                </a:lnTo>
                <a:lnTo>
                  <a:pt x="1400509" y="334446"/>
                </a:lnTo>
                <a:lnTo>
                  <a:pt x="1400310" y="333765"/>
                </a:lnTo>
                <a:lnTo>
                  <a:pt x="1400121" y="333079"/>
                </a:lnTo>
                <a:lnTo>
                  <a:pt x="1399942" y="332389"/>
                </a:lnTo>
                <a:lnTo>
                  <a:pt x="1399774" y="331694"/>
                </a:lnTo>
                <a:lnTo>
                  <a:pt x="1399615" y="330995"/>
                </a:lnTo>
                <a:lnTo>
                  <a:pt x="1399467" y="330291"/>
                </a:lnTo>
                <a:lnTo>
                  <a:pt x="1399329" y="329582"/>
                </a:lnTo>
                <a:lnTo>
                  <a:pt x="1399202" y="328869"/>
                </a:lnTo>
                <a:lnTo>
                  <a:pt x="1399084" y="328151"/>
                </a:lnTo>
                <a:lnTo>
                  <a:pt x="1398977" y="327429"/>
                </a:lnTo>
                <a:lnTo>
                  <a:pt x="1398880" y="326702"/>
                </a:lnTo>
                <a:lnTo>
                  <a:pt x="1398793" y="325971"/>
                </a:lnTo>
                <a:lnTo>
                  <a:pt x="1398717" y="325235"/>
                </a:lnTo>
                <a:lnTo>
                  <a:pt x="1398650" y="324494"/>
                </a:lnTo>
                <a:lnTo>
                  <a:pt x="1398594" y="323749"/>
                </a:lnTo>
                <a:lnTo>
                  <a:pt x="1398548" y="322999"/>
                </a:lnTo>
                <a:lnTo>
                  <a:pt x="1398512" y="322244"/>
                </a:lnTo>
                <a:lnTo>
                  <a:pt x="1398487" y="321485"/>
                </a:lnTo>
                <a:lnTo>
                  <a:pt x="1398471" y="320722"/>
                </a:lnTo>
                <a:lnTo>
                  <a:pt x="1398466" y="319954"/>
                </a:lnTo>
                <a:lnTo>
                  <a:pt x="1398471" y="319185"/>
                </a:lnTo>
                <a:lnTo>
                  <a:pt x="1398487" y="318421"/>
                </a:lnTo>
                <a:lnTo>
                  <a:pt x="1398512" y="317662"/>
                </a:lnTo>
                <a:lnTo>
                  <a:pt x="1398548" y="316907"/>
                </a:lnTo>
                <a:lnTo>
                  <a:pt x="1398594" y="316156"/>
                </a:lnTo>
                <a:lnTo>
                  <a:pt x="1398650" y="315409"/>
                </a:lnTo>
                <a:lnTo>
                  <a:pt x="1398717" y="314667"/>
                </a:lnTo>
                <a:lnTo>
                  <a:pt x="1398793" y="313930"/>
                </a:lnTo>
                <a:lnTo>
                  <a:pt x="1398880" y="313196"/>
                </a:lnTo>
                <a:lnTo>
                  <a:pt x="1398977" y="312468"/>
                </a:lnTo>
                <a:lnTo>
                  <a:pt x="1399084" y="311743"/>
                </a:lnTo>
                <a:lnTo>
                  <a:pt x="1399202" y="311023"/>
                </a:lnTo>
                <a:lnTo>
                  <a:pt x="1399329" y="310307"/>
                </a:lnTo>
                <a:lnTo>
                  <a:pt x="1399467" y="309596"/>
                </a:lnTo>
                <a:lnTo>
                  <a:pt x="1399615" y="308889"/>
                </a:lnTo>
                <a:lnTo>
                  <a:pt x="1399774" y="308186"/>
                </a:lnTo>
                <a:lnTo>
                  <a:pt x="1399942" y="307488"/>
                </a:lnTo>
                <a:lnTo>
                  <a:pt x="1400121" y="306794"/>
                </a:lnTo>
                <a:lnTo>
                  <a:pt x="1400310" y="306104"/>
                </a:lnTo>
                <a:lnTo>
                  <a:pt x="1400509" y="305419"/>
                </a:lnTo>
                <a:lnTo>
                  <a:pt x="1400719" y="304739"/>
                </a:lnTo>
                <a:lnTo>
                  <a:pt x="1400938" y="304062"/>
                </a:lnTo>
                <a:lnTo>
                  <a:pt x="1401168" y="303390"/>
                </a:lnTo>
                <a:lnTo>
                  <a:pt x="1401408" y="302723"/>
                </a:lnTo>
                <a:lnTo>
                  <a:pt x="1401659" y="302063"/>
                </a:lnTo>
                <a:lnTo>
                  <a:pt x="1401920" y="301413"/>
                </a:lnTo>
                <a:lnTo>
                  <a:pt x="1402193" y="300774"/>
                </a:lnTo>
                <a:lnTo>
                  <a:pt x="1402477" y="300146"/>
                </a:lnTo>
                <a:lnTo>
                  <a:pt x="1402772" y="299528"/>
                </a:lnTo>
                <a:lnTo>
                  <a:pt x="1403078" y="298921"/>
                </a:lnTo>
                <a:lnTo>
                  <a:pt x="1403395" y="298325"/>
                </a:lnTo>
                <a:lnTo>
                  <a:pt x="1403723" y="297739"/>
                </a:lnTo>
                <a:lnTo>
                  <a:pt x="1404062" y="297164"/>
                </a:lnTo>
                <a:lnTo>
                  <a:pt x="1404412" y="296600"/>
                </a:lnTo>
                <a:lnTo>
                  <a:pt x="1404773" y="296046"/>
                </a:lnTo>
                <a:lnTo>
                  <a:pt x="1405145" y="295503"/>
                </a:lnTo>
                <a:lnTo>
                  <a:pt x="1405529" y="294971"/>
                </a:lnTo>
                <a:lnTo>
                  <a:pt x="1405923" y="294449"/>
                </a:lnTo>
                <a:lnTo>
                  <a:pt x="1406328" y="293937"/>
                </a:lnTo>
                <a:lnTo>
                  <a:pt x="1406745" y="293437"/>
                </a:lnTo>
                <a:lnTo>
                  <a:pt x="1407172" y="292947"/>
                </a:lnTo>
                <a:lnTo>
                  <a:pt x="1407611" y="292467"/>
                </a:lnTo>
                <a:lnTo>
                  <a:pt x="1408060" y="291999"/>
                </a:lnTo>
                <a:lnTo>
                  <a:pt x="1408521" y="291541"/>
                </a:lnTo>
                <a:lnTo>
                  <a:pt x="1408993" y="291093"/>
                </a:lnTo>
                <a:lnTo>
                  <a:pt x="1409475" y="290656"/>
                </a:lnTo>
                <a:lnTo>
                  <a:pt x="1409969" y="290230"/>
                </a:lnTo>
                <a:lnTo>
                  <a:pt x="1410474" y="289814"/>
                </a:lnTo>
                <a:lnTo>
                  <a:pt x="1410990" y="289413"/>
                </a:lnTo>
                <a:lnTo>
                  <a:pt x="1411518" y="289028"/>
                </a:lnTo>
                <a:lnTo>
                  <a:pt x="1412057" y="288661"/>
                </a:lnTo>
                <a:lnTo>
                  <a:pt x="1412609" y="288310"/>
                </a:lnTo>
                <a:lnTo>
                  <a:pt x="1413171" y="287977"/>
                </a:lnTo>
                <a:lnTo>
                  <a:pt x="1413746" y="287661"/>
                </a:lnTo>
                <a:lnTo>
                  <a:pt x="1414332" y="287361"/>
                </a:lnTo>
                <a:lnTo>
                  <a:pt x="1414930" y="287079"/>
                </a:lnTo>
                <a:lnTo>
                  <a:pt x="1415540" y="286814"/>
                </a:lnTo>
                <a:lnTo>
                  <a:pt x="1416161" y="286567"/>
                </a:lnTo>
                <a:lnTo>
                  <a:pt x="1416794" y="286336"/>
                </a:lnTo>
                <a:lnTo>
                  <a:pt x="1417438" y="286122"/>
                </a:lnTo>
                <a:lnTo>
                  <a:pt x="1418095" y="285926"/>
                </a:lnTo>
                <a:lnTo>
                  <a:pt x="1418762" y="285746"/>
                </a:lnTo>
                <a:lnTo>
                  <a:pt x="1419442" y="285584"/>
                </a:lnTo>
                <a:lnTo>
                  <a:pt x="1420133" y="285438"/>
                </a:lnTo>
                <a:lnTo>
                  <a:pt x="1420836" y="285310"/>
                </a:lnTo>
                <a:lnTo>
                  <a:pt x="1421551" y="285199"/>
                </a:lnTo>
                <a:lnTo>
                  <a:pt x="1422277" y="285105"/>
                </a:lnTo>
                <a:lnTo>
                  <a:pt x="1423015" y="285028"/>
                </a:lnTo>
                <a:lnTo>
                  <a:pt x="1423765" y="284968"/>
                </a:lnTo>
                <a:lnTo>
                  <a:pt x="1424526" y="284926"/>
                </a:lnTo>
                <a:lnTo>
                  <a:pt x="1425299" y="284900"/>
                </a:lnTo>
                <a:lnTo>
                  <a:pt x="1426084" y="284891"/>
                </a:lnTo>
                <a:lnTo>
                  <a:pt x="1426868" y="284900"/>
                </a:lnTo>
                <a:lnTo>
                  <a:pt x="1427641" y="284926"/>
                </a:lnTo>
                <a:lnTo>
                  <a:pt x="1428403" y="284968"/>
                </a:lnTo>
                <a:lnTo>
                  <a:pt x="1429152" y="285028"/>
                </a:lnTo>
                <a:lnTo>
                  <a:pt x="1429890" y="285105"/>
                </a:lnTo>
                <a:lnTo>
                  <a:pt x="1430617" y="285199"/>
                </a:lnTo>
                <a:lnTo>
                  <a:pt x="1431331" y="285310"/>
                </a:lnTo>
                <a:lnTo>
                  <a:pt x="1432034" y="285438"/>
                </a:lnTo>
                <a:lnTo>
                  <a:pt x="1432725" y="285584"/>
                </a:lnTo>
                <a:lnTo>
                  <a:pt x="1433405" y="285746"/>
                </a:lnTo>
                <a:lnTo>
                  <a:pt x="1434073" y="285926"/>
                </a:lnTo>
                <a:lnTo>
                  <a:pt x="1434729" y="286122"/>
                </a:lnTo>
                <a:lnTo>
                  <a:pt x="1435374" y="286336"/>
                </a:lnTo>
                <a:lnTo>
                  <a:pt x="1436007" y="286567"/>
                </a:lnTo>
                <a:lnTo>
                  <a:pt x="1436628" y="286814"/>
                </a:lnTo>
                <a:lnTo>
                  <a:pt x="1437237" y="287079"/>
                </a:lnTo>
                <a:lnTo>
                  <a:pt x="1437835" y="287361"/>
                </a:lnTo>
                <a:lnTo>
                  <a:pt x="1438422" y="287661"/>
                </a:lnTo>
                <a:lnTo>
                  <a:pt x="1438996" y="287977"/>
                </a:lnTo>
                <a:lnTo>
                  <a:pt x="1439559" y="288310"/>
                </a:lnTo>
                <a:lnTo>
                  <a:pt x="1440110" y="288661"/>
                </a:lnTo>
                <a:lnTo>
                  <a:pt x="1440650" y="289028"/>
                </a:lnTo>
                <a:lnTo>
                  <a:pt x="1441178" y="289413"/>
                </a:lnTo>
                <a:lnTo>
                  <a:pt x="1441694" y="289814"/>
                </a:lnTo>
                <a:lnTo>
                  <a:pt x="1442198" y="290230"/>
                </a:lnTo>
                <a:lnTo>
                  <a:pt x="1442692" y="290656"/>
                </a:lnTo>
                <a:lnTo>
                  <a:pt x="1443175" y="291093"/>
                </a:lnTo>
                <a:lnTo>
                  <a:pt x="1443647" y="291541"/>
                </a:lnTo>
                <a:lnTo>
                  <a:pt x="1444107" y="291999"/>
                </a:lnTo>
                <a:lnTo>
                  <a:pt x="1444557" y="292467"/>
                </a:lnTo>
                <a:lnTo>
                  <a:pt x="1444995" y="292947"/>
                </a:lnTo>
                <a:lnTo>
                  <a:pt x="1445423" y="293437"/>
                </a:lnTo>
                <a:lnTo>
                  <a:pt x="1445839" y="293937"/>
                </a:lnTo>
                <a:lnTo>
                  <a:pt x="1446244" y="294449"/>
                </a:lnTo>
                <a:lnTo>
                  <a:pt x="1446639" y="294971"/>
                </a:lnTo>
                <a:lnTo>
                  <a:pt x="1447022" y="295503"/>
                </a:lnTo>
                <a:lnTo>
                  <a:pt x="1447394" y="296046"/>
                </a:lnTo>
                <a:lnTo>
                  <a:pt x="1447755" y="296600"/>
                </a:lnTo>
                <a:lnTo>
                  <a:pt x="1448105" y="297164"/>
                </a:lnTo>
                <a:lnTo>
                  <a:pt x="1448445" y="297739"/>
                </a:lnTo>
                <a:lnTo>
                  <a:pt x="1448773" y="298325"/>
                </a:lnTo>
                <a:lnTo>
                  <a:pt x="1449090" y="298921"/>
                </a:lnTo>
                <a:lnTo>
                  <a:pt x="1449395" y="299528"/>
                </a:lnTo>
                <a:lnTo>
                  <a:pt x="1449690" y="300146"/>
                </a:lnTo>
                <a:lnTo>
                  <a:pt x="1449974" y="300774"/>
                </a:lnTo>
                <a:lnTo>
                  <a:pt x="1450247" y="301413"/>
                </a:lnTo>
                <a:lnTo>
                  <a:pt x="1450509" y="302063"/>
                </a:lnTo>
                <a:lnTo>
                  <a:pt x="1450759" y="302723"/>
                </a:lnTo>
                <a:lnTo>
                  <a:pt x="1450999" y="303390"/>
                </a:lnTo>
                <a:lnTo>
                  <a:pt x="1451229" y="304062"/>
                </a:lnTo>
                <a:lnTo>
                  <a:pt x="1451449" y="304739"/>
                </a:lnTo>
                <a:lnTo>
                  <a:pt x="1451658" y="305419"/>
                </a:lnTo>
                <a:lnTo>
                  <a:pt x="1451857" y="306104"/>
                </a:lnTo>
                <a:lnTo>
                  <a:pt x="1452046" y="306794"/>
                </a:lnTo>
                <a:lnTo>
                  <a:pt x="1452225" y="307488"/>
                </a:lnTo>
                <a:lnTo>
                  <a:pt x="1452394" y="308186"/>
                </a:lnTo>
                <a:lnTo>
                  <a:pt x="1452552" y="308889"/>
                </a:lnTo>
                <a:lnTo>
                  <a:pt x="1452700" y="309596"/>
                </a:lnTo>
                <a:lnTo>
                  <a:pt x="1452838" y="310307"/>
                </a:lnTo>
                <a:lnTo>
                  <a:pt x="1452966" y="311023"/>
                </a:lnTo>
                <a:lnTo>
                  <a:pt x="1453083" y="311743"/>
                </a:lnTo>
                <a:lnTo>
                  <a:pt x="1453190" y="312468"/>
                </a:lnTo>
                <a:lnTo>
                  <a:pt x="1453288" y="313196"/>
                </a:lnTo>
                <a:lnTo>
                  <a:pt x="1453374" y="313930"/>
                </a:lnTo>
                <a:lnTo>
                  <a:pt x="1453451" y="314667"/>
                </a:lnTo>
                <a:lnTo>
                  <a:pt x="1453517" y="315409"/>
                </a:lnTo>
                <a:lnTo>
                  <a:pt x="1453574" y="316156"/>
                </a:lnTo>
                <a:lnTo>
                  <a:pt x="1453620" y="316907"/>
                </a:lnTo>
                <a:lnTo>
                  <a:pt x="1453655" y="317662"/>
                </a:lnTo>
                <a:lnTo>
                  <a:pt x="1453681" y="318421"/>
                </a:lnTo>
                <a:lnTo>
                  <a:pt x="1453696" y="319185"/>
                </a:lnTo>
                <a:lnTo>
                  <a:pt x="1453701" y="319954"/>
                </a:lnTo>
                <a:lnTo>
                  <a:pt x="1453696" y="320722"/>
                </a:lnTo>
                <a:lnTo>
                  <a:pt x="1453681" y="321485"/>
                </a:lnTo>
                <a:lnTo>
                  <a:pt x="1453655" y="322244"/>
                </a:lnTo>
                <a:lnTo>
                  <a:pt x="1453620" y="322999"/>
                </a:lnTo>
                <a:lnTo>
                  <a:pt x="1453574" y="323749"/>
                </a:lnTo>
                <a:lnTo>
                  <a:pt x="1453517" y="324494"/>
                </a:lnTo>
                <a:lnTo>
                  <a:pt x="1453451" y="325235"/>
                </a:lnTo>
                <a:lnTo>
                  <a:pt x="1453374" y="325971"/>
                </a:lnTo>
                <a:lnTo>
                  <a:pt x="1453288" y="326702"/>
                </a:lnTo>
                <a:lnTo>
                  <a:pt x="1453190" y="327429"/>
                </a:lnTo>
                <a:lnTo>
                  <a:pt x="1453083" y="328151"/>
                </a:lnTo>
                <a:lnTo>
                  <a:pt x="1452966" y="328869"/>
                </a:lnTo>
                <a:lnTo>
                  <a:pt x="1452838" y="329582"/>
                </a:lnTo>
                <a:lnTo>
                  <a:pt x="1452700" y="330291"/>
                </a:lnTo>
                <a:lnTo>
                  <a:pt x="1452552" y="330995"/>
                </a:lnTo>
                <a:lnTo>
                  <a:pt x="1452394" y="331694"/>
                </a:lnTo>
                <a:lnTo>
                  <a:pt x="1452225" y="332389"/>
                </a:lnTo>
                <a:lnTo>
                  <a:pt x="1452046" y="333079"/>
                </a:lnTo>
                <a:lnTo>
                  <a:pt x="1451857" y="333765"/>
                </a:lnTo>
                <a:lnTo>
                  <a:pt x="1451658" y="334446"/>
                </a:lnTo>
                <a:lnTo>
                  <a:pt x="1451449" y="335123"/>
                </a:lnTo>
                <a:lnTo>
                  <a:pt x="1451229" y="335794"/>
                </a:lnTo>
                <a:lnTo>
                  <a:pt x="1450999" y="336462"/>
                </a:lnTo>
                <a:lnTo>
                  <a:pt x="1450759" y="337124"/>
                </a:lnTo>
                <a:lnTo>
                  <a:pt x="1450509" y="337780"/>
                </a:lnTo>
                <a:lnTo>
                  <a:pt x="1450247" y="338424"/>
                </a:lnTo>
                <a:lnTo>
                  <a:pt x="1449974" y="339058"/>
                </a:lnTo>
                <a:lnTo>
                  <a:pt x="1449690" y="339681"/>
                </a:lnTo>
                <a:lnTo>
                  <a:pt x="1449395" y="340294"/>
                </a:lnTo>
                <a:lnTo>
                  <a:pt x="1449090" y="340896"/>
                </a:lnTo>
                <a:lnTo>
                  <a:pt x="1448773" y="341487"/>
                </a:lnTo>
                <a:lnTo>
                  <a:pt x="1448445" y="342068"/>
                </a:lnTo>
                <a:lnTo>
                  <a:pt x="1448105" y="342638"/>
                </a:lnTo>
                <a:lnTo>
                  <a:pt x="1447755" y="343197"/>
                </a:lnTo>
                <a:lnTo>
                  <a:pt x="1447394" y="343746"/>
                </a:lnTo>
                <a:lnTo>
                  <a:pt x="1447022" y="344284"/>
                </a:lnTo>
                <a:lnTo>
                  <a:pt x="1446639" y="344812"/>
                </a:lnTo>
                <a:lnTo>
                  <a:pt x="1446244" y="345328"/>
                </a:lnTo>
                <a:lnTo>
                  <a:pt x="1445839" y="345835"/>
                </a:lnTo>
                <a:lnTo>
                  <a:pt x="1445423" y="346330"/>
                </a:lnTo>
                <a:lnTo>
                  <a:pt x="1444995" y="346815"/>
                </a:lnTo>
                <a:lnTo>
                  <a:pt x="1444557" y="347290"/>
                </a:lnTo>
                <a:lnTo>
                  <a:pt x="1444107" y="347753"/>
                </a:lnTo>
                <a:lnTo>
                  <a:pt x="1443647" y="348206"/>
                </a:lnTo>
                <a:lnTo>
                  <a:pt x="1443175" y="348649"/>
                </a:lnTo>
                <a:lnTo>
                  <a:pt x="1442692" y="349081"/>
                </a:lnTo>
                <a:lnTo>
                  <a:pt x="1442198" y="349502"/>
                </a:lnTo>
                <a:lnTo>
                  <a:pt x="1441694" y="349913"/>
                </a:lnTo>
                <a:lnTo>
                  <a:pt x="1441178" y="350309"/>
                </a:lnTo>
                <a:lnTo>
                  <a:pt x="1440650" y="350689"/>
                </a:lnTo>
                <a:lnTo>
                  <a:pt x="1440110" y="351052"/>
                </a:lnTo>
                <a:lnTo>
                  <a:pt x="1439559" y="351399"/>
                </a:lnTo>
                <a:lnTo>
                  <a:pt x="1438996" y="351728"/>
                </a:lnTo>
                <a:lnTo>
                  <a:pt x="1438422" y="352040"/>
                </a:lnTo>
                <a:lnTo>
                  <a:pt x="1437835" y="352336"/>
                </a:lnTo>
                <a:lnTo>
                  <a:pt x="1437237" y="352614"/>
                </a:lnTo>
                <a:lnTo>
                  <a:pt x="1436628" y="352876"/>
                </a:lnTo>
                <a:lnTo>
                  <a:pt x="1436007" y="353121"/>
                </a:lnTo>
                <a:lnTo>
                  <a:pt x="1435374" y="353349"/>
                </a:lnTo>
                <a:lnTo>
                  <a:pt x="1434729" y="353560"/>
                </a:lnTo>
                <a:lnTo>
                  <a:pt x="1434073" y="353754"/>
                </a:lnTo>
                <a:lnTo>
                  <a:pt x="1433405" y="353931"/>
                </a:lnTo>
                <a:lnTo>
                  <a:pt x="1432725" y="354092"/>
                </a:lnTo>
                <a:lnTo>
                  <a:pt x="1432034" y="354235"/>
                </a:lnTo>
                <a:lnTo>
                  <a:pt x="1431331" y="354362"/>
                </a:lnTo>
                <a:lnTo>
                  <a:pt x="1430617" y="354472"/>
                </a:lnTo>
                <a:lnTo>
                  <a:pt x="1429890" y="354565"/>
                </a:lnTo>
                <a:lnTo>
                  <a:pt x="1429152" y="354641"/>
                </a:lnTo>
                <a:lnTo>
                  <a:pt x="1428403" y="354700"/>
                </a:lnTo>
                <a:lnTo>
                  <a:pt x="1427641" y="354742"/>
                </a:lnTo>
                <a:lnTo>
                  <a:pt x="1426868" y="354767"/>
                </a:lnTo>
                <a:lnTo>
                  <a:pt x="1426084" y="354776"/>
                </a:lnTo>
                <a:lnTo>
                  <a:pt x="1425299" y="354767"/>
                </a:lnTo>
                <a:lnTo>
                  <a:pt x="1424526" y="354742"/>
                </a:lnTo>
                <a:lnTo>
                  <a:pt x="1423765" y="354700"/>
                </a:lnTo>
                <a:lnTo>
                  <a:pt x="1423015" y="354641"/>
                </a:lnTo>
                <a:lnTo>
                  <a:pt x="1422277" y="354565"/>
                </a:lnTo>
                <a:close/>
                <a:moveTo>
                  <a:pt x="2663012" y="252876"/>
                </a:moveTo>
                <a:lnTo>
                  <a:pt x="2663501" y="253713"/>
                </a:lnTo>
                <a:lnTo>
                  <a:pt x="2663986" y="254558"/>
                </a:lnTo>
                <a:lnTo>
                  <a:pt x="2664466" y="255411"/>
                </a:lnTo>
                <a:lnTo>
                  <a:pt x="2664943" y="256271"/>
                </a:lnTo>
                <a:lnTo>
                  <a:pt x="2665415" y="257139"/>
                </a:lnTo>
                <a:lnTo>
                  <a:pt x="2665883" y="258015"/>
                </a:lnTo>
                <a:lnTo>
                  <a:pt x="2666347" y="258898"/>
                </a:lnTo>
                <a:lnTo>
                  <a:pt x="2666807" y="259789"/>
                </a:lnTo>
                <a:lnTo>
                  <a:pt x="2667263" y="260687"/>
                </a:lnTo>
                <a:lnTo>
                  <a:pt x="2667715" y="261593"/>
                </a:lnTo>
                <a:lnTo>
                  <a:pt x="2668162" y="262507"/>
                </a:lnTo>
                <a:lnTo>
                  <a:pt x="2668606" y="263428"/>
                </a:lnTo>
                <a:lnTo>
                  <a:pt x="2669045" y="264357"/>
                </a:lnTo>
                <a:lnTo>
                  <a:pt x="2669480" y="265294"/>
                </a:lnTo>
                <a:lnTo>
                  <a:pt x="2669912" y="266238"/>
                </a:lnTo>
                <a:lnTo>
                  <a:pt x="2670339" y="267190"/>
                </a:lnTo>
                <a:lnTo>
                  <a:pt x="2670762" y="268150"/>
                </a:lnTo>
                <a:lnTo>
                  <a:pt x="2671180" y="269117"/>
                </a:lnTo>
                <a:lnTo>
                  <a:pt x="2671595" y="270092"/>
                </a:lnTo>
                <a:lnTo>
                  <a:pt x="2672006" y="271074"/>
                </a:lnTo>
                <a:lnTo>
                  <a:pt x="2672411" y="272048"/>
                </a:lnTo>
                <a:lnTo>
                  <a:pt x="2672808" y="273026"/>
                </a:lnTo>
                <a:lnTo>
                  <a:pt x="2673197" y="274009"/>
                </a:lnTo>
                <a:lnTo>
                  <a:pt x="2673579" y="274995"/>
                </a:lnTo>
                <a:lnTo>
                  <a:pt x="2673953" y="275986"/>
                </a:lnTo>
                <a:lnTo>
                  <a:pt x="2674320" y="276981"/>
                </a:lnTo>
                <a:lnTo>
                  <a:pt x="2674679" y="277980"/>
                </a:lnTo>
                <a:lnTo>
                  <a:pt x="2675030" y="278983"/>
                </a:lnTo>
                <a:lnTo>
                  <a:pt x="2675374" y="279990"/>
                </a:lnTo>
                <a:lnTo>
                  <a:pt x="2675710" y="281001"/>
                </a:lnTo>
                <a:lnTo>
                  <a:pt x="2676039" y="282016"/>
                </a:lnTo>
                <a:lnTo>
                  <a:pt x="2676359" y="283035"/>
                </a:lnTo>
                <a:lnTo>
                  <a:pt x="2676673" y="284059"/>
                </a:lnTo>
                <a:lnTo>
                  <a:pt x="2676978" y="285087"/>
                </a:lnTo>
                <a:lnTo>
                  <a:pt x="2677276" y="286118"/>
                </a:lnTo>
                <a:lnTo>
                  <a:pt x="2677566" y="287154"/>
                </a:lnTo>
                <a:lnTo>
                  <a:pt x="2677849" y="288194"/>
                </a:lnTo>
                <a:lnTo>
                  <a:pt x="2678124" y="289238"/>
                </a:lnTo>
                <a:lnTo>
                  <a:pt x="2678391" y="290286"/>
                </a:lnTo>
                <a:lnTo>
                  <a:pt x="2678651" y="291339"/>
                </a:lnTo>
                <a:lnTo>
                  <a:pt x="2678903" y="292395"/>
                </a:lnTo>
                <a:lnTo>
                  <a:pt x="2679148" y="293455"/>
                </a:lnTo>
                <a:lnTo>
                  <a:pt x="2679385" y="294520"/>
                </a:lnTo>
                <a:lnTo>
                  <a:pt x="2679614" y="295589"/>
                </a:lnTo>
                <a:lnTo>
                  <a:pt x="2679849" y="296645"/>
                </a:lnTo>
                <a:lnTo>
                  <a:pt x="2680073" y="297702"/>
                </a:lnTo>
                <a:lnTo>
                  <a:pt x="2680288" y="298759"/>
                </a:lnTo>
                <a:lnTo>
                  <a:pt x="2680492" y="299815"/>
                </a:lnTo>
                <a:lnTo>
                  <a:pt x="2680687" y="300872"/>
                </a:lnTo>
                <a:lnTo>
                  <a:pt x="2680871" y="301929"/>
                </a:lnTo>
                <a:lnTo>
                  <a:pt x="2681046" y="302985"/>
                </a:lnTo>
                <a:lnTo>
                  <a:pt x="2681211" y="304042"/>
                </a:lnTo>
                <a:lnTo>
                  <a:pt x="2681365" y="305099"/>
                </a:lnTo>
                <a:lnTo>
                  <a:pt x="2681510" y="306155"/>
                </a:lnTo>
                <a:lnTo>
                  <a:pt x="2681645" y="307212"/>
                </a:lnTo>
                <a:lnTo>
                  <a:pt x="2681770" y="308269"/>
                </a:lnTo>
                <a:lnTo>
                  <a:pt x="2681884" y="309325"/>
                </a:lnTo>
                <a:lnTo>
                  <a:pt x="2681989" y="310382"/>
                </a:lnTo>
                <a:lnTo>
                  <a:pt x="2682084" y="311439"/>
                </a:lnTo>
                <a:lnTo>
                  <a:pt x="2682169" y="312495"/>
                </a:lnTo>
                <a:lnTo>
                  <a:pt x="2682244" y="313552"/>
                </a:lnTo>
                <a:lnTo>
                  <a:pt x="2682309" y="314609"/>
                </a:lnTo>
                <a:lnTo>
                  <a:pt x="2682363" y="315665"/>
                </a:lnTo>
                <a:lnTo>
                  <a:pt x="2682408" y="316722"/>
                </a:lnTo>
                <a:lnTo>
                  <a:pt x="2682443" y="317779"/>
                </a:lnTo>
                <a:lnTo>
                  <a:pt x="2682468" y="318835"/>
                </a:lnTo>
                <a:lnTo>
                  <a:pt x="2682483" y="319892"/>
                </a:lnTo>
                <a:lnTo>
                  <a:pt x="2682488" y="320949"/>
                </a:lnTo>
                <a:lnTo>
                  <a:pt x="2682483" y="321992"/>
                </a:lnTo>
                <a:lnTo>
                  <a:pt x="2682468" y="323036"/>
                </a:lnTo>
                <a:lnTo>
                  <a:pt x="2682443" y="324082"/>
                </a:lnTo>
                <a:lnTo>
                  <a:pt x="2682408" y="325129"/>
                </a:lnTo>
                <a:lnTo>
                  <a:pt x="2682363" y="326176"/>
                </a:lnTo>
                <a:lnTo>
                  <a:pt x="2682309" y="327225"/>
                </a:lnTo>
                <a:lnTo>
                  <a:pt x="2682244" y="328276"/>
                </a:lnTo>
                <a:lnTo>
                  <a:pt x="2682169" y="329327"/>
                </a:lnTo>
                <a:lnTo>
                  <a:pt x="2682084" y="330380"/>
                </a:lnTo>
                <a:lnTo>
                  <a:pt x="2681989" y="331433"/>
                </a:lnTo>
                <a:lnTo>
                  <a:pt x="2681884" y="332488"/>
                </a:lnTo>
                <a:lnTo>
                  <a:pt x="2681770" y="333544"/>
                </a:lnTo>
                <a:lnTo>
                  <a:pt x="2681645" y="334602"/>
                </a:lnTo>
                <a:lnTo>
                  <a:pt x="2681510" y="335660"/>
                </a:lnTo>
                <a:lnTo>
                  <a:pt x="2681365" y="336720"/>
                </a:lnTo>
                <a:lnTo>
                  <a:pt x="2681211" y="337780"/>
                </a:lnTo>
                <a:lnTo>
                  <a:pt x="2681046" y="338842"/>
                </a:lnTo>
                <a:lnTo>
                  <a:pt x="2680871" y="339905"/>
                </a:lnTo>
                <a:lnTo>
                  <a:pt x="2680687" y="340970"/>
                </a:lnTo>
                <a:lnTo>
                  <a:pt x="2680492" y="342035"/>
                </a:lnTo>
                <a:lnTo>
                  <a:pt x="2680288" y="343102"/>
                </a:lnTo>
                <a:lnTo>
                  <a:pt x="2680073" y="344170"/>
                </a:lnTo>
                <a:lnTo>
                  <a:pt x="2679849" y="345239"/>
                </a:lnTo>
                <a:lnTo>
                  <a:pt x="2679614" y="346309"/>
                </a:lnTo>
                <a:lnTo>
                  <a:pt x="2679371" y="347364"/>
                </a:lnTo>
                <a:lnTo>
                  <a:pt x="2679121" y="348415"/>
                </a:lnTo>
                <a:lnTo>
                  <a:pt x="2678864" y="349463"/>
                </a:lnTo>
                <a:lnTo>
                  <a:pt x="2678599" y="350507"/>
                </a:lnTo>
                <a:lnTo>
                  <a:pt x="2678328" y="351548"/>
                </a:lnTo>
                <a:lnTo>
                  <a:pt x="2678050" y="352585"/>
                </a:lnTo>
                <a:lnTo>
                  <a:pt x="2677765" y="353619"/>
                </a:lnTo>
                <a:lnTo>
                  <a:pt x="2677472" y="354649"/>
                </a:lnTo>
                <a:lnTo>
                  <a:pt x="2677173" y="355676"/>
                </a:lnTo>
                <a:lnTo>
                  <a:pt x="2676866" y="356699"/>
                </a:lnTo>
                <a:lnTo>
                  <a:pt x="2676553" y="357719"/>
                </a:lnTo>
                <a:lnTo>
                  <a:pt x="2676232" y="358735"/>
                </a:lnTo>
                <a:lnTo>
                  <a:pt x="2675905" y="359748"/>
                </a:lnTo>
                <a:lnTo>
                  <a:pt x="2675570" y="360757"/>
                </a:lnTo>
                <a:lnTo>
                  <a:pt x="2675229" y="361763"/>
                </a:lnTo>
                <a:lnTo>
                  <a:pt x="2674880" y="362765"/>
                </a:lnTo>
                <a:lnTo>
                  <a:pt x="2674524" y="363763"/>
                </a:lnTo>
                <a:lnTo>
                  <a:pt x="2674161" y="364758"/>
                </a:lnTo>
                <a:lnTo>
                  <a:pt x="2673792" y="365750"/>
                </a:lnTo>
                <a:lnTo>
                  <a:pt x="2673415" y="366738"/>
                </a:lnTo>
                <a:lnTo>
                  <a:pt x="2673031" y="367722"/>
                </a:lnTo>
                <a:lnTo>
                  <a:pt x="2672640" y="368703"/>
                </a:lnTo>
                <a:lnTo>
                  <a:pt x="2672242" y="369681"/>
                </a:lnTo>
                <a:lnTo>
                  <a:pt x="2671837" y="370655"/>
                </a:lnTo>
                <a:lnTo>
                  <a:pt x="2671440" y="371623"/>
                </a:lnTo>
                <a:lnTo>
                  <a:pt x="2671038" y="372586"/>
                </a:lnTo>
                <a:lnTo>
                  <a:pt x="2670632" y="373542"/>
                </a:lnTo>
                <a:lnTo>
                  <a:pt x="2670221" y="374491"/>
                </a:lnTo>
                <a:lnTo>
                  <a:pt x="2669806" y="375434"/>
                </a:lnTo>
                <a:lnTo>
                  <a:pt x="2669385" y="376371"/>
                </a:lnTo>
                <a:lnTo>
                  <a:pt x="2668960" y="377301"/>
                </a:lnTo>
                <a:lnTo>
                  <a:pt x="2668531" y="378225"/>
                </a:lnTo>
                <a:lnTo>
                  <a:pt x="2668096" y="379142"/>
                </a:lnTo>
                <a:lnTo>
                  <a:pt x="2667657" y="380053"/>
                </a:lnTo>
                <a:lnTo>
                  <a:pt x="2667213" y="380957"/>
                </a:lnTo>
                <a:lnTo>
                  <a:pt x="2666765" y="381855"/>
                </a:lnTo>
                <a:lnTo>
                  <a:pt x="2666312" y="382747"/>
                </a:lnTo>
                <a:lnTo>
                  <a:pt x="2665854" y="383632"/>
                </a:lnTo>
                <a:lnTo>
                  <a:pt x="2665391" y="384510"/>
                </a:lnTo>
                <a:lnTo>
                  <a:pt x="2664924" y="385382"/>
                </a:lnTo>
                <a:lnTo>
                  <a:pt x="2664452" y="386248"/>
                </a:lnTo>
                <a:lnTo>
                  <a:pt x="2663975" y="387107"/>
                </a:lnTo>
                <a:lnTo>
                  <a:pt x="2663494" y="387960"/>
                </a:lnTo>
                <a:lnTo>
                  <a:pt x="2663008" y="388806"/>
                </a:lnTo>
                <a:lnTo>
                  <a:pt x="2662517" y="389646"/>
                </a:lnTo>
                <a:lnTo>
                  <a:pt x="2662022" y="390479"/>
                </a:lnTo>
                <a:lnTo>
                  <a:pt x="2661521" y="391306"/>
                </a:lnTo>
                <a:lnTo>
                  <a:pt x="2661016" y="392126"/>
                </a:lnTo>
                <a:lnTo>
                  <a:pt x="2670315" y="392126"/>
                </a:lnTo>
                <a:lnTo>
                  <a:pt x="2671389" y="390894"/>
                </a:lnTo>
                <a:lnTo>
                  <a:pt x="2672443" y="389649"/>
                </a:lnTo>
                <a:lnTo>
                  <a:pt x="2673475" y="388391"/>
                </a:lnTo>
                <a:lnTo>
                  <a:pt x="2674486" y="387120"/>
                </a:lnTo>
                <a:lnTo>
                  <a:pt x="2675475" y="385836"/>
                </a:lnTo>
                <a:lnTo>
                  <a:pt x="2676444" y="384539"/>
                </a:lnTo>
                <a:lnTo>
                  <a:pt x="2677391" y="383229"/>
                </a:lnTo>
                <a:lnTo>
                  <a:pt x="2678318" y="381907"/>
                </a:lnTo>
                <a:lnTo>
                  <a:pt x="2679223" y="380571"/>
                </a:lnTo>
                <a:lnTo>
                  <a:pt x="2680107" y="379223"/>
                </a:lnTo>
                <a:lnTo>
                  <a:pt x="2680970" y="377862"/>
                </a:lnTo>
                <a:lnTo>
                  <a:pt x="2681812" y="376487"/>
                </a:lnTo>
                <a:lnTo>
                  <a:pt x="2682633" y="375100"/>
                </a:lnTo>
                <a:lnTo>
                  <a:pt x="2683432" y="373700"/>
                </a:lnTo>
                <a:lnTo>
                  <a:pt x="2684211" y="372287"/>
                </a:lnTo>
                <a:lnTo>
                  <a:pt x="2684968" y="370861"/>
                </a:lnTo>
                <a:lnTo>
                  <a:pt x="2685704" y="369422"/>
                </a:lnTo>
                <a:lnTo>
                  <a:pt x="2686419" y="367971"/>
                </a:lnTo>
                <a:lnTo>
                  <a:pt x="2687113" y="366506"/>
                </a:lnTo>
                <a:lnTo>
                  <a:pt x="2687786" y="365028"/>
                </a:lnTo>
                <a:lnTo>
                  <a:pt x="2688437" y="363538"/>
                </a:lnTo>
                <a:lnTo>
                  <a:pt x="2689068" y="362034"/>
                </a:lnTo>
                <a:lnTo>
                  <a:pt x="2689677" y="360518"/>
                </a:lnTo>
                <a:lnTo>
                  <a:pt x="2690265" y="358989"/>
                </a:lnTo>
                <a:lnTo>
                  <a:pt x="2690831" y="357438"/>
                </a:lnTo>
                <a:lnTo>
                  <a:pt x="2691372" y="355883"/>
                </a:lnTo>
                <a:lnTo>
                  <a:pt x="2691890" y="354326"/>
                </a:lnTo>
                <a:lnTo>
                  <a:pt x="2692383" y="352766"/>
                </a:lnTo>
                <a:lnTo>
                  <a:pt x="2692852" y="351203"/>
                </a:lnTo>
                <a:lnTo>
                  <a:pt x="2693298" y="349637"/>
                </a:lnTo>
                <a:lnTo>
                  <a:pt x="2693719" y="348068"/>
                </a:lnTo>
                <a:lnTo>
                  <a:pt x="2694116" y="346497"/>
                </a:lnTo>
                <a:lnTo>
                  <a:pt x="2694489" y="344922"/>
                </a:lnTo>
                <a:lnTo>
                  <a:pt x="2694838" y="343344"/>
                </a:lnTo>
                <a:lnTo>
                  <a:pt x="2695163" y="341764"/>
                </a:lnTo>
                <a:lnTo>
                  <a:pt x="2695464" y="340180"/>
                </a:lnTo>
                <a:lnTo>
                  <a:pt x="2695741" y="338594"/>
                </a:lnTo>
                <a:lnTo>
                  <a:pt x="2695993" y="337004"/>
                </a:lnTo>
                <a:lnTo>
                  <a:pt x="2696222" y="335412"/>
                </a:lnTo>
                <a:lnTo>
                  <a:pt x="2696427" y="333817"/>
                </a:lnTo>
                <a:lnTo>
                  <a:pt x="2696607" y="332218"/>
                </a:lnTo>
                <a:lnTo>
                  <a:pt x="2696764" y="330617"/>
                </a:lnTo>
                <a:lnTo>
                  <a:pt x="2696896" y="329013"/>
                </a:lnTo>
                <a:lnTo>
                  <a:pt x="2697004" y="327406"/>
                </a:lnTo>
                <a:lnTo>
                  <a:pt x="2697089" y="325796"/>
                </a:lnTo>
                <a:lnTo>
                  <a:pt x="2697149" y="324183"/>
                </a:lnTo>
                <a:lnTo>
                  <a:pt x="2697185" y="322568"/>
                </a:lnTo>
                <a:lnTo>
                  <a:pt x="2697197" y="320949"/>
                </a:lnTo>
                <a:lnTo>
                  <a:pt x="2697185" y="319303"/>
                </a:lnTo>
                <a:lnTo>
                  <a:pt x="2697149" y="317661"/>
                </a:lnTo>
                <a:lnTo>
                  <a:pt x="2697089" y="316025"/>
                </a:lnTo>
                <a:lnTo>
                  <a:pt x="2697004" y="314393"/>
                </a:lnTo>
                <a:lnTo>
                  <a:pt x="2696896" y="312765"/>
                </a:lnTo>
                <a:lnTo>
                  <a:pt x="2696764" y="311143"/>
                </a:lnTo>
                <a:lnTo>
                  <a:pt x="2696607" y="309525"/>
                </a:lnTo>
                <a:lnTo>
                  <a:pt x="2696427" y="307912"/>
                </a:lnTo>
                <a:lnTo>
                  <a:pt x="2696222" y="306303"/>
                </a:lnTo>
                <a:lnTo>
                  <a:pt x="2695993" y="304700"/>
                </a:lnTo>
                <a:lnTo>
                  <a:pt x="2695741" y="303100"/>
                </a:lnTo>
                <a:lnTo>
                  <a:pt x="2695464" y="301506"/>
                </a:lnTo>
                <a:lnTo>
                  <a:pt x="2695163" y="299916"/>
                </a:lnTo>
                <a:lnTo>
                  <a:pt x="2694838" y="298331"/>
                </a:lnTo>
                <a:lnTo>
                  <a:pt x="2694489" y="296751"/>
                </a:lnTo>
                <a:lnTo>
                  <a:pt x="2694116" y="295175"/>
                </a:lnTo>
                <a:lnTo>
                  <a:pt x="2693719" y="293605"/>
                </a:lnTo>
                <a:lnTo>
                  <a:pt x="2693298" y="292038"/>
                </a:lnTo>
                <a:lnTo>
                  <a:pt x="2692852" y="290477"/>
                </a:lnTo>
                <a:lnTo>
                  <a:pt x="2692383" y="288920"/>
                </a:lnTo>
                <a:lnTo>
                  <a:pt x="2691890" y="287368"/>
                </a:lnTo>
                <a:lnTo>
                  <a:pt x="2691372" y="285820"/>
                </a:lnTo>
                <a:lnTo>
                  <a:pt x="2690831" y="284278"/>
                </a:lnTo>
                <a:lnTo>
                  <a:pt x="2690265" y="282740"/>
                </a:lnTo>
                <a:lnTo>
                  <a:pt x="2689677" y="281210"/>
                </a:lnTo>
                <a:lnTo>
                  <a:pt x="2689068" y="279694"/>
                </a:lnTo>
                <a:lnTo>
                  <a:pt x="2688437" y="278191"/>
                </a:lnTo>
                <a:lnTo>
                  <a:pt x="2687786" y="276700"/>
                </a:lnTo>
                <a:lnTo>
                  <a:pt x="2687113" y="275223"/>
                </a:lnTo>
                <a:lnTo>
                  <a:pt x="2686419" y="273758"/>
                </a:lnTo>
                <a:lnTo>
                  <a:pt x="2685704" y="272306"/>
                </a:lnTo>
                <a:lnTo>
                  <a:pt x="2684968" y="270867"/>
                </a:lnTo>
                <a:lnTo>
                  <a:pt x="2684211" y="269441"/>
                </a:lnTo>
                <a:lnTo>
                  <a:pt x="2683432" y="268028"/>
                </a:lnTo>
                <a:lnTo>
                  <a:pt x="2682633" y="266628"/>
                </a:lnTo>
                <a:lnTo>
                  <a:pt x="2681812" y="265241"/>
                </a:lnTo>
                <a:lnTo>
                  <a:pt x="2680970" y="263867"/>
                </a:lnTo>
                <a:lnTo>
                  <a:pt x="2680107" y="262506"/>
                </a:lnTo>
                <a:lnTo>
                  <a:pt x="2679223" y="261157"/>
                </a:lnTo>
                <a:lnTo>
                  <a:pt x="2678318" y="259822"/>
                </a:lnTo>
                <a:lnTo>
                  <a:pt x="2677391" y="258499"/>
                </a:lnTo>
                <a:lnTo>
                  <a:pt x="2676444" y="257189"/>
                </a:lnTo>
                <a:lnTo>
                  <a:pt x="2675475" y="255893"/>
                </a:lnTo>
                <a:lnTo>
                  <a:pt x="2674486" y="254609"/>
                </a:lnTo>
                <a:lnTo>
                  <a:pt x="2673475" y="253338"/>
                </a:lnTo>
                <a:lnTo>
                  <a:pt x="2672443" y="252080"/>
                </a:lnTo>
                <a:lnTo>
                  <a:pt x="2671389" y="250835"/>
                </a:lnTo>
                <a:lnTo>
                  <a:pt x="2670315" y="249602"/>
                </a:lnTo>
                <a:lnTo>
                  <a:pt x="2661016" y="249602"/>
                </a:lnTo>
                <a:lnTo>
                  <a:pt x="2661522" y="250409"/>
                </a:lnTo>
                <a:lnTo>
                  <a:pt x="2662023" y="251224"/>
                </a:lnTo>
                <a:lnTo>
                  <a:pt x="2662520" y="252046"/>
                </a:lnTo>
                <a:lnTo>
                  <a:pt x="2663012" y="252876"/>
                </a:lnTo>
                <a:close/>
              </a:path>
            </a:pathLst>
          </a:custGeom>
          <a:solidFill xmlns:a="http://schemas.openxmlformats.org/drawingml/2006/main">
            <a:srgbClr val="24292E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076898-6591-4F0A-9199-AA4A564914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5884" y="816911"/>
            <a:ext cx="1793863" cy="143707"/>
          </a:xfrm>
          <a:custGeom xmlns:a="http://schemas.openxmlformats.org/drawingml/2006/main">
            <a:pathLst>
              <a:path w="1793863" h="143707">
                <a:moveTo>
                  <a:pt x="467714" y="17752"/>
                </a:moveTo>
                <a:lnTo>
                  <a:pt x="467714" y="1522"/>
                </a:lnTo>
                <a:lnTo>
                  <a:pt x="451821" y="1522"/>
                </a:lnTo>
                <a:lnTo>
                  <a:pt x="451821" y="17752"/>
                </a:lnTo>
                <a:lnTo>
                  <a:pt x="467714" y="17752"/>
                </a:lnTo>
                <a:close/>
                <a:moveTo>
                  <a:pt x="30770" y="30770"/>
                </a:moveTo>
                <a:lnTo>
                  <a:pt x="34659" y="52918"/>
                </a:lnTo>
                <a:lnTo>
                  <a:pt x="41421" y="52918"/>
                </a:lnTo>
                <a:lnTo>
                  <a:pt x="45310" y="30770"/>
                </a:lnTo>
                <a:lnTo>
                  <a:pt x="45310" y="5917"/>
                </a:lnTo>
                <a:lnTo>
                  <a:pt x="30770" y="5917"/>
                </a:lnTo>
                <a:lnTo>
                  <a:pt x="30770" y="30770"/>
                </a:lnTo>
                <a:close/>
                <a:moveTo>
                  <a:pt x="55961" y="30770"/>
                </a:moveTo>
                <a:lnTo>
                  <a:pt x="59850" y="52918"/>
                </a:lnTo>
                <a:lnTo>
                  <a:pt x="66612" y="52918"/>
                </a:lnTo>
                <a:lnTo>
                  <a:pt x="70501" y="30770"/>
                </a:lnTo>
                <a:lnTo>
                  <a:pt x="70501" y="5917"/>
                </a:lnTo>
                <a:lnTo>
                  <a:pt x="55961" y="5917"/>
                </a:lnTo>
                <a:lnTo>
                  <a:pt x="55961" y="30770"/>
                </a:lnTo>
                <a:close/>
                <a:moveTo>
                  <a:pt x="550491" y="108879"/>
                </a:moveTo>
                <a:lnTo>
                  <a:pt x="519382" y="108879"/>
                </a:lnTo>
                <a:lnTo>
                  <a:pt x="519382" y="121897"/>
                </a:lnTo>
                <a:lnTo>
                  <a:pt x="550491" y="121897"/>
                </a:lnTo>
                <a:lnTo>
                  <a:pt x="567228" y="121897"/>
                </a:lnTo>
                <a:lnTo>
                  <a:pt x="596646" y="121897"/>
                </a:lnTo>
                <a:lnTo>
                  <a:pt x="596646" y="108879"/>
                </a:lnTo>
                <a:lnTo>
                  <a:pt x="567228" y="108879"/>
                </a:lnTo>
                <a:lnTo>
                  <a:pt x="567228" y="0"/>
                </a:lnTo>
                <a:lnTo>
                  <a:pt x="519382" y="0"/>
                </a:lnTo>
                <a:lnTo>
                  <a:pt x="519382" y="13187"/>
                </a:lnTo>
                <a:lnTo>
                  <a:pt x="550491" y="13187"/>
                </a:lnTo>
                <a:lnTo>
                  <a:pt x="550491" y="108879"/>
                </a:lnTo>
                <a:close/>
                <a:moveTo>
                  <a:pt x="771015" y="123353"/>
                </a:moveTo>
                <a:lnTo>
                  <a:pt x="771836" y="123250"/>
                </a:lnTo>
                <a:lnTo>
                  <a:pt x="772649" y="123128"/>
                </a:lnTo>
                <a:lnTo>
                  <a:pt x="773452" y="122987"/>
                </a:lnTo>
                <a:lnTo>
                  <a:pt x="774246" y="122827"/>
                </a:lnTo>
                <a:lnTo>
                  <a:pt x="775030" y="122649"/>
                </a:lnTo>
                <a:lnTo>
                  <a:pt x="775805" y="122452"/>
                </a:lnTo>
                <a:lnTo>
                  <a:pt x="776570" y="122236"/>
                </a:lnTo>
                <a:lnTo>
                  <a:pt x="777326" y="122001"/>
                </a:lnTo>
                <a:lnTo>
                  <a:pt x="778073" y="121747"/>
                </a:lnTo>
                <a:lnTo>
                  <a:pt x="778810" y="121475"/>
                </a:lnTo>
                <a:lnTo>
                  <a:pt x="779538" y="121184"/>
                </a:lnTo>
                <a:lnTo>
                  <a:pt x="780257" y="120874"/>
                </a:lnTo>
                <a:lnTo>
                  <a:pt x="780966" y="120545"/>
                </a:lnTo>
                <a:lnTo>
                  <a:pt x="781666" y="120197"/>
                </a:lnTo>
                <a:lnTo>
                  <a:pt x="782356" y="119831"/>
                </a:lnTo>
                <a:lnTo>
                  <a:pt x="783037" y="119446"/>
                </a:lnTo>
                <a:lnTo>
                  <a:pt x="783709" y="119042"/>
                </a:lnTo>
                <a:lnTo>
                  <a:pt x="784371" y="118619"/>
                </a:lnTo>
                <a:lnTo>
                  <a:pt x="785024" y="118178"/>
                </a:lnTo>
                <a:lnTo>
                  <a:pt x="785666" y="117719"/>
                </a:lnTo>
                <a:lnTo>
                  <a:pt x="786296" y="117245"/>
                </a:lnTo>
                <a:lnTo>
                  <a:pt x="786915" y="116754"/>
                </a:lnTo>
                <a:lnTo>
                  <a:pt x="787522" y="116248"/>
                </a:lnTo>
                <a:lnTo>
                  <a:pt x="788117" y="115726"/>
                </a:lnTo>
                <a:lnTo>
                  <a:pt x="788701" y="115188"/>
                </a:lnTo>
                <a:lnTo>
                  <a:pt x="789273" y="114634"/>
                </a:lnTo>
                <a:lnTo>
                  <a:pt x="789833" y="114064"/>
                </a:lnTo>
                <a:lnTo>
                  <a:pt x="790381" y="113478"/>
                </a:lnTo>
                <a:lnTo>
                  <a:pt x="790918" y="112877"/>
                </a:lnTo>
                <a:lnTo>
                  <a:pt x="791442" y="112260"/>
                </a:lnTo>
                <a:lnTo>
                  <a:pt x="791955" y="111627"/>
                </a:lnTo>
                <a:lnTo>
                  <a:pt x="792457" y="110978"/>
                </a:lnTo>
                <a:lnTo>
                  <a:pt x="792946" y="110313"/>
                </a:lnTo>
                <a:lnTo>
                  <a:pt x="793424" y="109632"/>
                </a:lnTo>
                <a:lnTo>
                  <a:pt x="793890" y="108936"/>
                </a:lnTo>
                <a:lnTo>
                  <a:pt x="794345" y="108223"/>
                </a:lnTo>
                <a:lnTo>
                  <a:pt x="794787" y="107495"/>
                </a:lnTo>
                <a:lnTo>
                  <a:pt x="795218" y="106751"/>
                </a:lnTo>
                <a:lnTo>
                  <a:pt x="795637" y="105991"/>
                </a:lnTo>
                <a:lnTo>
                  <a:pt x="796045" y="105215"/>
                </a:lnTo>
                <a:lnTo>
                  <a:pt x="796440" y="104424"/>
                </a:lnTo>
                <a:lnTo>
                  <a:pt x="796824" y="103616"/>
                </a:lnTo>
                <a:lnTo>
                  <a:pt x="797197" y="102793"/>
                </a:lnTo>
                <a:lnTo>
                  <a:pt x="797555" y="101941"/>
                </a:lnTo>
                <a:lnTo>
                  <a:pt x="797899" y="101076"/>
                </a:lnTo>
                <a:lnTo>
                  <a:pt x="798227" y="100199"/>
                </a:lnTo>
                <a:lnTo>
                  <a:pt x="798540" y="99308"/>
                </a:lnTo>
                <a:lnTo>
                  <a:pt x="798837" y="98405"/>
                </a:lnTo>
                <a:lnTo>
                  <a:pt x="799120" y="97488"/>
                </a:lnTo>
                <a:lnTo>
                  <a:pt x="799387" y="96559"/>
                </a:lnTo>
                <a:lnTo>
                  <a:pt x="799639" y="95617"/>
                </a:lnTo>
                <a:lnTo>
                  <a:pt x="799875" y="94662"/>
                </a:lnTo>
                <a:lnTo>
                  <a:pt x="800096" y="93694"/>
                </a:lnTo>
                <a:lnTo>
                  <a:pt x="800303" y="92713"/>
                </a:lnTo>
                <a:lnTo>
                  <a:pt x="800493" y="91719"/>
                </a:lnTo>
                <a:lnTo>
                  <a:pt x="800669" y="90712"/>
                </a:lnTo>
                <a:lnTo>
                  <a:pt x="800829" y="89692"/>
                </a:lnTo>
                <a:lnTo>
                  <a:pt x="800974" y="88660"/>
                </a:lnTo>
                <a:lnTo>
                  <a:pt x="801104" y="87614"/>
                </a:lnTo>
                <a:lnTo>
                  <a:pt x="801218" y="86556"/>
                </a:lnTo>
                <a:lnTo>
                  <a:pt x="801317" y="85485"/>
                </a:lnTo>
                <a:lnTo>
                  <a:pt x="801401" y="84400"/>
                </a:lnTo>
                <a:lnTo>
                  <a:pt x="801470" y="83303"/>
                </a:lnTo>
                <a:lnTo>
                  <a:pt x="801524" y="82193"/>
                </a:lnTo>
                <a:lnTo>
                  <a:pt x="801562" y="81070"/>
                </a:lnTo>
                <a:lnTo>
                  <a:pt x="801585" y="79934"/>
                </a:lnTo>
                <a:lnTo>
                  <a:pt x="801592" y="78785"/>
                </a:lnTo>
                <a:lnTo>
                  <a:pt x="801592" y="76418"/>
                </a:lnTo>
                <a:lnTo>
                  <a:pt x="801585" y="75367"/>
                </a:lnTo>
                <a:lnTo>
                  <a:pt x="801564" y="74327"/>
                </a:lnTo>
                <a:lnTo>
                  <a:pt x="801529" y="73299"/>
                </a:lnTo>
                <a:lnTo>
                  <a:pt x="801479" y="72281"/>
                </a:lnTo>
                <a:lnTo>
                  <a:pt x="801416" y="71274"/>
                </a:lnTo>
                <a:lnTo>
                  <a:pt x="801339" y="70279"/>
                </a:lnTo>
                <a:lnTo>
                  <a:pt x="801247" y="69295"/>
                </a:lnTo>
                <a:lnTo>
                  <a:pt x="801141" y="68322"/>
                </a:lnTo>
                <a:lnTo>
                  <a:pt x="801022" y="67360"/>
                </a:lnTo>
                <a:lnTo>
                  <a:pt x="800888" y="66409"/>
                </a:lnTo>
                <a:lnTo>
                  <a:pt x="800740" y="65470"/>
                </a:lnTo>
                <a:lnTo>
                  <a:pt x="800578" y="64541"/>
                </a:lnTo>
                <a:lnTo>
                  <a:pt x="800402" y="63624"/>
                </a:lnTo>
                <a:lnTo>
                  <a:pt x="800211" y="62718"/>
                </a:lnTo>
                <a:lnTo>
                  <a:pt x="800007" y="61823"/>
                </a:lnTo>
                <a:lnTo>
                  <a:pt x="799789" y="60939"/>
                </a:lnTo>
                <a:lnTo>
                  <a:pt x="799556" y="60067"/>
                </a:lnTo>
                <a:lnTo>
                  <a:pt x="799310" y="59205"/>
                </a:lnTo>
                <a:lnTo>
                  <a:pt x="799049" y="58355"/>
                </a:lnTo>
                <a:lnTo>
                  <a:pt x="798774" y="57516"/>
                </a:lnTo>
                <a:lnTo>
                  <a:pt x="798486" y="56688"/>
                </a:lnTo>
                <a:lnTo>
                  <a:pt x="798183" y="55871"/>
                </a:lnTo>
                <a:lnTo>
                  <a:pt x="797866" y="55065"/>
                </a:lnTo>
                <a:lnTo>
                  <a:pt x="797535" y="54271"/>
                </a:lnTo>
                <a:lnTo>
                  <a:pt x="797204" y="53475"/>
                </a:lnTo>
                <a:lnTo>
                  <a:pt x="796861" y="52694"/>
                </a:lnTo>
                <a:lnTo>
                  <a:pt x="796504" y="51927"/>
                </a:lnTo>
                <a:lnTo>
                  <a:pt x="796135" y="51176"/>
                </a:lnTo>
                <a:lnTo>
                  <a:pt x="795753" y="50439"/>
                </a:lnTo>
                <a:lnTo>
                  <a:pt x="795358" y="49716"/>
                </a:lnTo>
                <a:lnTo>
                  <a:pt x="794950" y="49009"/>
                </a:lnTo>
                <a:lnTo>
                  <a:pt x="794529" y="48316"/>
                </a:lnTo>
                <a:lnTo>
                  <a:pt x="794095" y="47637"/>
                </a:lnTo>
                <a:lnTo>
                  <a:pt x="793648" y="46974"/>
                </a:lnTo>
                <a:lnTo>
                  <a:pt x="793189" y="46325"/>
                </a:lnTo>
                <a:lnTo>
                  <a:pt x="792716" y="45690"/>
                </a:lnTo>
                <a:lnTo>
                  <a:pt x="792231" y="45071"/>
                </a:lnTo>
                <a:lnTo>
                  <a:pt x="791732" y="44466"/>
                </a:lnTo>
                <a:lnTo>
                  <a:pt x="791221" y="43876"/>
                </a:lnTo>
                <a:lnTo>
                  <a:pt x="790697" y="43300"/>
                </a:lnTo>
                <a:lnTo>
                  <a:pt x="790160" y="42739"/>
                </a:lnTo>
                <a:lnTo>
                  <a:pt x="789610" y="42193"/>
                </a:lnTo>
                <a:lnTo>
                  <a:pt x="789047" y="41661"/>
                </a:lnTo>
                <a:lnTo>
                  <a:pt x="788471" y="41144"/>
                </a:lnTo>
                <a:lnTo>
                  <a:pt x="787882" y="40642"/>
                </a:lnTo>
                <a:lnTo>
                  <a:pt x="787280" y="40155"/>
                </a:lnTo>
                <a:lnTo>
                  <a:pt x="786666" y="39682"/>
                </a:lnTo>
                <a:lnTo>
                  <a:pt x="786038" y="39224"/>
                </a:lnTo>
                <a:lnTo>
                  <a:pt x="785398" y="38782"/>
                </a:lnTo>
                <a:lnTo>
                  <a:pt x="784745" y="38359"/>
                </a:lnTo>
                <a:lnTo>
                  <a:pt x="784081" y="37956"/>
                </a:lnTo>
                <a:lnTo>
                  <a:pt x="783403" y="37570"/>
                </a:lnTo>
                <a:lnTo>
                  <a:pt x="782714" y="37204"/>
                </a:lnTo>
                <a:lnTo>
                  <a:pt x="782012" y="36857"/>
                </a:lnTo>
                <a:lnTo>
                  <a:pt x="781298" y="36528"/>
                </a:lnTo>
                <a:lnTo>
                  <a:pt x="780572" y="36218"/>
                </a:lnTo>
                <a:lnTo>
                  <a:pt x="779833" y="35927"/>
                </a:lnTo>
                <a:lnTo>
                  <a:pt x="779082" y="35654"/>
                </a:lnTo>
                <a:lnTo>
                  <a:pt x="778318" y="35401"/>
                </a:lnTo>
                <a:lnTo>
                  <a:pt x="777542" y="35166"/>
                </a:lnTo>
                <a:lnTo>
                  <a:pt x="776754" y="34950"/>
                </a:lnTo>
                <a:lnTo>
                  <a:pt x="775954" y="34753"/>
                </a:lnTo>
                <a:lnTo>
                  <a:pt x="775141" y="34574"/>
                </a:lnTo>
                <a:lnTo>
                  <a:pt x="774316" y="34415"/>
                </a:lnTo>
                <a:lnTo>
                  <a:pt x="773479" y="34274"/>
                </a:lnTo>
                <a:lnTo>
                  <a:pt x="772629" y="34152"/>
                </a:lnTo>
                <a:lnTo>
                  <a:pt x="771767" y="34048"/>
                </a:lnTo>
                <a:lnTo>
                  <a:pt x="770892" y="33964"/>
                </a:lnTo>
                <a:lnTo>
                  <a:pt x="770006" y="33898"/>
                </a:lnTo>
                <a:lnTo>
                  <a:pt x="769107" y="33851"/>
                </a:lnTo>
                <a:lnTo>
                  <a:pt x="768195" y="33823"/>
                </a:lnTo>
                <a:lnTo>
                  <a:pt x="767272" y="33813"/>
                </a:lnTo>
                <a:lnTo>
                  <a:pt x="766557" y="33819"/>
                </a:lnTo>
                <a:lnTo>
                  <a:pt x="765849" y="33836"/>
                </a:lnTo>
                <a:lnTo>
                  <a:pt x="765148" y="33864"/>
                </a:lnTo>
                <a:lnTo>
                  <a:pt x="764454" y="33903"/>
                </a:lnTo>
                <a:lnTo>
                  <a:pt x="763767" y="33953"/>
                </a:lnTo>
                <a:lnTo>
                  <a:pt x="763087" y="34014"/>
                </a:lnTo>
                <a:lnTo>
                  <a:pt x="762414" y="34087"/>
                </a:lnTo>
                <a:lnTo>
                  <a:pt x="761749" y="34170"/>
                </a:lnTo>
                <a:lnTo>
                  <a:pt x="761090" y="34265"/>
                </a:lnTo>
                <a:lnTo>
                  <a:pt x="760439" y="34371"/>
                </a:lnTo>
                <a:lnTo>
                  <a:pt x="759794" y="34488"/>
                </a:lnTo>
                <a:lnTo>
                  <a:pt x="759156" y="34616"/>
                </a:lnTo>
                <a:lnTo>
                  <a:pt x="758526" y="34756"/>
                </a:lnTo>
                <a:lnTo>
                  <a:pt x="757902" y="34906"/>
                </a:lnTo>
                <a:lnTo>
                  <a:pt x="757286" y="35068"/>
                </a:lnTo>
                <a:lnTo>
                  <a:pt x="756677" y="35241"/>
                </a:lnTo>
                <a:lnTo>
                  <a:pt x="756074" y="35425"/>
                </a:lnTo>
                <a:lnTo>
                  <a:pt x="755479" y="35620"/>
                </a:lnTo>
                <a:lnTo>
                  <a:pt x="754891" y="35827"/>
                </a:lnTo>
                <a:lnTo>
                  <a:pt x="754310" y="36044"/>
                </a:lnTo>
                <a:lnTo>
                  <a:pt x="753736" y="36273"/>
                </a:lnTo>
                <a:lnTo>
                  <a:pt x="753169" y="36513"/>
                </a:lnTo>
                <a:lnTo>
                  <a:pt x="752609" y="36764"/>
                </a:lnTo>
                <a:lnTo>
                  <a:pt x="752056" y="37026"/>
                </a:lnTo>
                <a:lnTo>
                  <a:pt x="751525" y="37284"/>
                </a:lnTo>
                <a:lnTo>
                  <a:pt x="751004" y="37553"/>
                </a:lnTo>
                <a:lnTo>
                  <a:pt x="750492" y="37831"/>
                </a:lnTo>
                <a:lnTo>
                  <a:pt x="749989" y="38120"/>
                </a:lnTo>
                <a:lnTo>
                  <a:pt x="749496" y="38418"/>
                </a:lnTo>
                <a:lnTo>
                  <a:pt x="749012" y="38727"/>
                </a:lnTo>
                <a:lnTo>
                  <a:pt x="748538" y="39045"/>
                </a:lnTo>
                <a:lnTo>
                  <a:pt x="748073" y="39374"/>
                </a:lnTo>
                <a:lnTo>
                  <a:pt x="747618" y="39712"/>
                </a:lnTo>
                <a:lnTo>
                  <a:pt x="747171" y="40061"/>
                </a:lnTo>
                <a:lnTo>
                  <a:pt x="746735" y="40419"/>
                </a:lnTo>
                <a:lnTo>
                  <a:pt x="746307" y="40787"/>
                </a:lnTo>
                <a:lnTo>
                  <a:pt x="745889" y="41166"/>
                </a:lnTo>
                <a:lnTo>
                  <a:pt x="745481" y="41554"/>
                </a:lnTo>
                <a:lnTo>
                  <a:pt x="745082" y="41952"/>
                </a:lnTo>
                <a:lnTo>
                  <a:pt x="744692" y="42361"/>
                </a:lnTo>
                <a:lnTo>
                  <a:pt x="744311" y="42779"/>
                </a:lnTo>
                <a:lnTo>
                  <a:pt x="743940" y="43207"/>
                </a:lnTo>
                <a:lnTo>
                  <a:pt x="743579" y="43645"/>
                </a:lnTo>
                <a:lnTo>
                  <a:pt x="743226" y="44094"/>
                </a:lnTo>
                <a:lnTo>
                  <a:pt x="742884" y="44552"/>
                </a:lnTo>
                <a:lnTo>
                  <a:pt x="742550" y="45020"/>
                </a:lnTo>
                <a:lnTo>
                  <a:pt x="742226" y="45498"/>
                </a:lnTo>
                <a:lnTo>
                  <a:pt x="741911" y="45986"/>
                </a:lnTo>
                <a:lnTo>
                  <a:pt x="741911" y="169"/>
                </a:lnTo>
                <a:lnTo>
                  <a:pt x="725005" y="169"/>
                </a:lnTo>
                <a:lnTo>
                  <a:pt x="725005" y="121897"/>
                </a:lnTo>
                <a:lnTo>
                  <a:pt x="738699" y="121897"/>
                </a:lnTo>
                <a:lnTo>
                  <a:pt x="740221" y="109556"/>
                </a:lnTo>
                <a:lnTo>
                  <a:pt x="740564" y="110127"/>
                </a:lnTo>
                <a:lnTo>
                  <a:pt x="740917" y="110687"/>
                </a:lnTo>
                <a:lnTo>
                  <a:pt x="741280" y="111236"/>
                </a:lnTo>
                <a:lnTo>
                  <a:pt x="741653" y="111772"/>
                </a:lnTo>
                <a:lnTo>
                  <a:pt x="742036" y="112297"/>
                </a:lnTo>
                <a:lnTo>
                  <a:pt x="742429" y="112810"/>
                </a:lnTo>
                <a:lnTo>
                  <a:pt x="742832" y="113311"/>
                </a:lnTo>
                <a:lnTo>
                  <a:pt x="743245" y="113801"/>
                </a:lnTo>
                <a:lnTo>
                  <a:pt x="743668" y="114279"/>
                </a:lnTo>
                <a:lnTo>
                  <a:pt x="744101" y="114745"/>
                </a:lnTo>
                <a:lnTo>
                  <a:pt x="744544" y="115199"/>
                </a:lnTo>
                <a:lnTo>
                  <a:pt x="744997" y="115642"/>
                </a:lnTo>
                <a:lnTo>
                  <a:pt x="745460" y="116073"/>
                </a:lnTo>
                <a:lnTo>
                  <a:pt x="745933" y="116492"/>
                </a:lnTo>
                <a:lnTo>
                  <a:pt x="746416" y="116899"/>
                </a:lnTo>
                <a:lnTo>
                  <a:pt x="746908" y="117295"/>
                </a:lnTo>
                <a:lnTo>
                  <a:pt x="747411" y="117679"/>
                </a:lnTo>
                <a:lnTo>
                  <a:pt x="747924" y="118051"/>
                </a:lnTo>
                <a:lnTo>
                  <a:pt x="748447" y="118412"/>
                </a:lnTo>
                <a:lnTo>
                  <a:pt x="748979" y="118760"/>
                </a:lnTo>
                <a:lnTo>
                  <a:pt x="749522" y="119097"/>
                </a:lnTo>
                <a:lnTo>
                  <a:pt x="750075" y="119422"/>
                </a:lnTo>
                <a:lnTo>
                  <a:pt x="750638" y="119736"/>
                </a:lnTo>
                <a:lnTo>
                  <a:pt x="751210" y="120038"/>
                </a:lnTo>
                <a:lnTo>
                  <a:pt x="751791" y="120327"/>
                </a:lnTo>
                <a:lnTo>
                  <a:pt x="752377" y="120605"/>
                </a:lnTo>
                <a:lnTo>
                  <a:pt x="752970" y="120870"/>
                </a:lnTo>
                <a:lnTo>
                  <a:pt x="753568" y="121123"/>
                </a:lnTo>
                <a:lnTo>
                  <a:pt x="754172" y="121363"/>
                </a:lnTo>
                <a:lnTo>
                  <a:pt x="754782" y="121591"/>
                </a:lnTo>
                <a:lnTo>
                  <a:pt x="755398" y="121807"/>
                </a:lnTo>
                <a:lnTo>
                  <a:pt x="756019" y="122010"/>
                </a:lnTo>
                <a:lnTo>
                  <a:pt x="756647" y="122201"/>
                </a:lnTo>
                <a:lnTo>
                  <a:pt x="757280" y="122380"/>
                </a:lnTo>
                <a:lnTo>
                  <a:pt x="757920" y="122546"/>
                </a:lnTo>
                <a:lnTo>
                  <a:pt x="758565" y="122700"/>
                </a:lnTo>
                <a:lnTo>
                  <a:pt x="759216" y="122842"/>
                </a:lnTo>
                <a:lnTo>
                  <a:pt x="759873" y="122972"/>
                </a:lnTo>
                <a:lnTo>
                  <a:pt x="760535" y="123089"/>
                </a:lnTo>
                <a:lnTo>
                  <a:pt x="761204" y="123194"/>
                </a:lnTo>
                <a:lnTo>
                  <a:pt x="761878" y="123286"/>
                </a:lnTo>
                <a:lnTo>
                  <a:pt x="762559" y="123366"/>
                </a:lnTo>
                <a:lnTo>
                  <a:pt x="763245" y="123434"/>
                </a:lnTo>
                <a:lnTo>
                  <a:pt x="763937" y="123489"/>
                </a:lnTo>
                <a:lnTo>
                  <a:pt x="764635" y="123533"/>
                </a:lnTo>
                <a:lnTo>
                  <a:pt x="765339" y="123563"/>
                </a:lnTo>
                <a:lnTo>
                  <a:pt x="766049" y="123582"/>
                </a:lnTo>
                <a:lnTo>
                  <a:pt x="766764" y="123588"/>
                </a:lnTo>
                <a:lnTo>
                  <a:pt x="767633" y="123579"/>
                </a:lnTo>
                <a:lnTo>
                  <a:pt x="768493" y="123551"/>
                </a:lnTo>
                <a:lnTo>
                  <a:pt x="769343" y="123504"/>
                </a:lnTo>
                <a:lnTo>
                  <a:pt x="770183" y="123438"/>
                </a:lnTo>
                <a:lnTo>
                  <a:pt x="771015" y="123353"/>
                </a:lnTo>
                <a:close/>
                <a:moveTo>
                  <a:pt x="759648" y="111122"/>
                </a:moveTo>
                <a:lnTo>
                  <a:pt x="758935" y="110993"/>
                </a:lnTo>
                <a:lnTo>
                  <a:pt x="758232" y="110840"/>
                </a:lnTo>
                <a:lnTo>
                  <a:pt x="757541" y="110664"/>
                </a:lnTo>
                <a:lnTo>
                  <a:pt x="756861" y="110464"/>
                </a:lnTo>
                <a:lnTo>
                  <a:pt x="756192" y="110241"/>
                </a:lnTo>
                <a:lnTo>
                  <a:pt x="755534" y="109995"/>
                </a:lnTo>
                <a:lnTo>
                  <a:pt x="754887" y="109725"/>
                </a:lnTo>
                <a:lnTo>
                  <a:pt x="754252" y="109431"/>
                </a:lnTo>
                <a:lnTo>
                  <a:pt x="753628" y="109114"/>
                </a:lnTo>
                <a:lnTo>
                  <a:pt x="753015" y="108774"/>
                </a:lnTo>
                <a:lnTo>
                  <a:pt x="752413" y="108410"/>
                </a:lnTo>
                <a:lnTo>
                  <a:pt x="751822" y="108022"/>
                </a:lnTo>
                <a:lnTo>
                  <a:pt x="751242" y="107611"/>
                </a:lnTo>
                <a:lnTo>
                  <a:pt x="750673" y="107177"/>
                </a:lnTo>
                <a:lnTo>
                  <a:pt x="750116" y="106719"/>
                </a:lnTo>
                <a:lnTo>
                  <a:pt x="749570" y="106238"/>
                </a:lnTo>
                <a:lnTo>
                  <a:pt x="749035" y="105733"/>
                </a:lnTo>
                <a:lnTo>
                  <a:pt x="748511" y="105204"/>
                </a:lnTo>
                <a:lnTo>
                  <a:pt x="747998" y="104653"/>
                </a:lnTo>
                <a:lnTo>
                  <a:pt x="747501" y="104061"/>
                </a:lnTo>
                <a:lnTo>
                  <a:pt x="747026" y="103441"/>
                </a:lnTo>
                <a:lnTo>
                  <a:pt x="746571" y="102793"/>
                </a:lnTo>
                <a:lnTo>
                  <a:pt x="746138" y="102117"/>
                </a:lnTo>
                <a:lnTo>
                  <a:pt x="745726" y="101412"/>
                </a:lnTo>
                <a:lnTo>
                  <a:pt x="745335" y="100679"/>
                </a:lnTo>
                <a:lnTo>
                  <a:pt x="744965" y="99919"/>
                </a:lnTo>
                <a:lnTo>
                  <a:pt x="744617" y="99130"/>
                </a:lnTo>
                <a:lnTo>
                  <a:pt x="744289" y="98313"/>
                </a:lnTo>
                <a:lnTo>
                  <a:pt x="743983" y="97467"/>
                </a:lnTo>
                <a:lnTo>
                  <a:pt x="743697" y="96594"/>
                </a:lnTo>
                <a:lnTo>
                  <a:pt x="743433" y="95692"/>
                </a:lnTo>
                <a:lnTo>
                  <a:pt x="743190" y="94762"/>
                </a:lnTo>
                <a:lnTo>
                  <a:pt x="742968" y="93804"/>
                </a:lnTo>
                <a:lnTo>
                  <a:pt x="742767" y="92818"/>
                </a:lnTo>
                <a:lnTo>
                  <a:pt x="742588" y="91803"/>
                </a:lnTo>
                <a:lnTo>
                  <a:pt x="742429" y="90761"/>
                </a:lnTo>
                <a:lnTo>
                  <a:pt x="742292" y="89690"/>
                </a:lnTo>
                <a:lnTo>
                  <a:pt x="742176" y="88591"/>
                </a:lnTo>
                <a:lnTo>
                  <a:pt x="742081" y="87464"/>
                </a:lnTo>
                <a:lnTo>
                  <a:pt x="742007" y="86309"/>
                </a:lnTo>
                <a:lnTo>
                  <a:pt x="741954" y="85125"/>
                </a:lnTo>
                <a:lnTo>
                  <a:pt x="741922" y="83914"/>
                </a:lnTo>
                <a:lnTo>
                  <a:pt x="741911" y="82674"/>
                </a:lnTo>
                <a:lnTo>
                  <a:pt x="741911" y="72868"/>
                </a:lnTo>
                <a:lnTo>
                  <a:pt x="741922" y="71766"/>
                </a:lnTo>
                <a:lnTo>
                  <a:pt x="741954" y="70688"/>
                </a:lnTo>
                <a:lnTo>
                  <a:pt x="742007" y="69632"/>
                </a:lnTo>
                <a:lnTo>
                  <a:pt x="742081" y="68599"/>
                </a:lnTo>
                <a:lnTo>
                  <a:pt x="742176" y="67589"/>
                </a:lnTo>
                <a:lnTo>
                  <a:pt x="742292" y="66602"/>
                </a:lnTo>
                <a:lnTo>
                  <a:pt x="742429" y="65638"/>
                </a:lnTo>
                <a:lnTo>
                  <a:pt x="742588" y="64696"/>
                </a:lnTo>
                <a:lnTo>
                  <a:pt x="742767" y="63778"/>
                </a:lnTo>
                <a:lnTo>
                  <a:pt x="742968" y="62882"/>
                </a:lnTo>
                <a:lnTo>
                  <a:pt x="743190" y="62010"/>
                </a:lnTo>
                <a:lnTo>
                  <a:pt x="743433" y="61160"/>
                </a:lnTo>
                <a:lnTo>
                  <a:pt x="743697" y="60333"/>
                </a:lnTo>
                <a:lnTo>
                  <a:pt x="743983" y="59529"/>
                </a:lnTo>
                <a:lnTo>
                  <a:pt x="744289" y="58748"/>
                </a:lnTo>
                <a:lnTo>
                  <a:pt x="744617" y="57990"/>
                </a:lnTo>
                <a:lnTo>
                  <a:pt x="744965" y="57255"/>
                </a:lnTo>
                <a:lnTo>
                  <a:pt x="745335" y="56542"/>
                </a:lnTo>
                <a:lnTo>
                  <a:pt x="745726" y="55853"/>
                </a:lnTo>
                <a:lnTo>
                  <a:pt x="746138" y="55186"/>
                </a:lnTo>
                <a:lnTo>
                  <a:pt x="746571" y="54543"/>
                </a:lnTo>
                <a:lnTo>
                  <a:pt x="747026" y="53922"/>
                </a:lnTo>
                <a:lnTo>
                  <a:pt x="747501" y="53324"/>
                </a:lnTo>
                <a:lnTo>
                  <a:pt x="747998" y="52749"/>
                </a:lnTo>
                <a:lnTo>
                  <a:pt x="748511" y="52183"/>
                </a:lnTo>
                <a:lnTo>
                  <a:pt x="749035" y="51642"/>
                </a:lnTo>
                <a:lnTo>
                  <a:pt x="749570" y="51124"/>
                </a:lnTo>
                <a:lnTo>
                  <a:pt x="750116" y="50631"/>
                </a:lnTo>
                <a:lnTo>
                  <a:pt x="750673" y="50162"/>
                </a:lnTo>
                <a:lnTo>
                  <a:pt x="751242" y="49716"/>
                </a:lnTo>
                <a:lnTo>
                  <a:pt x="751822" y="49295"/>
                </a:lnTo>
                <a:lnTo>
                  <a:pt x="752413" y="48898"/>
                </a:lnTo>
                <a:lnTo>
                  <a:pt x="753015" y="48525"/>
                </a:lnTo>
                <a:lnTo>
                  <a:pt x="753628" y="48176"/>
                </a:lnTo>
                <a:lnTo>
                  <a:pt x="754252" y="47851"/>
                </a:lnTo>
                <a:lnTo>
                  <a:pt x="754887" y="47550"/>
                </a:lnTo>
                <a:lnTo>
                  <a:pt x="755534" y="47273"/>
                </a:lnTo>
                <a:lnTo>
                  <a:pt x="756192" y="47021"/>
                </a:lnTo>
                <a:lnTo>
                  <a:pt x="756861" y="46792"/>
                </a:lnTo>
                <a:lnTo>
                  <a:pt x="757541" y="46587"/>
                </a:lnTo>
                <a:lnTo>
                  <a:pt x="758232" y="46407"/>
                </a:lnTo>
                <a:lnTo>
                  <a:pt x="758935" y="46250"/>
                </a:lnTo>
                <a:lnTo>
                  <a:pt x="759648" y="46118"/>
                </a:lnTo>
                <a:lnTo>
                  <a:pt x="760373" y="46010"/>
                </a:lnTo>
                <a:lnTo>
                  <a:pt x="761109" y="45926"/>
                </a:lnTo>
                <a:lnTo>
                  <a:pt x="761856" y="45865"/>
                </a:lnTo>
                <a:lnTo>
                  <a:pt x="762614" y="45829"/>
                </a:lnTo>
                <a:lnTo>
                  <a:pt x="763383" y="45817"/>
                </a:lnTo>
                <a:lnTo>
                  <a:pt x="764152" y="45829"/>
                </a:lnTo>
                <a:lnTo>
                  <a:pt x="764909" y="45865"/>
                </a:lnTo>
                <a:lnTo>
                  <a:pt x="765655" y="45926"/>
                </a:lnTo>
                <a:lnTo>
                  <a:pt x="766389" y="46010"/>
                </a:lnTo>
                <a:lnTo>
                  <a:pt x="767111" y="46118"/>
                </a:lnTo>
                <a:lnTo>
                  <a:pt x="767821" y="46250"/>
                </a:lnTo>
                <a:lnTo>
                  <a:pt x="768520" y="46407"/>
                </a:lnTo>
                <a:lnTo>
                  <a:pt x="769206" y="46587"/>
                </a:lnTo>
                <a:lnTo>
                  <a:pt x="769882" y="46792"/>
                </a:lnTo>
                <a:lnTo>
                  <a:pt x="770545" y="47021"/>
                </a:lnTo>
                <a:lnTo>
                  <a:pt x="771197" y="47273"/>
                </a:lnTo>
                <a:lnTo>
                  <a:pt x="771836" y="47550"/>
                </a:lnTo>
                <a:lnTo>
                  <a:pt x="772465" y="47851"/>
                </a:lnTo>
                <a:lnTo>
                  <a:pt x="773081" y="48176"/>
                </a:lnTo>
                <a:lnTo>
                  <a:pt x="773686" y="48525"/>
                </a:lnTo>
                <a:lnTo>
                  <a:pt x="774278" y="48898"/>
                </a:lnTo>
                <a:lnTo>
                  <a:pt x="774860" y="49295"/>
                </a:lnTo>
                <a:lnTo>
                  <a:pt x="775429" y="49716"/>
                </a:lnTo>
                <a:lnTo>
                  <a:pt x="775987" y="50162"/>
                </a:lnTo>
                <a:lnTo>
                  <a:pt x="776533" y="50631"/>
                </a:lnTo>
                <a:lnTo>
                  <a:pt x="777067" y="51124"/>
                </a:lnTo>
                <a:lnTo>
                  <a:pt x="777589" y="51642"/>
                </a:lnTo>
                <a:lnTo>
                  <a:pt x="778100" y="52183"/>
                </a:lnTo>
                <a:lnTo>
                  <a:pt x="778599" y="52749"/>
                </a:lnTo>
                <a:lnTo>
                  <a:pt x="779082" y="53324"/>
                </a:lnTo>
                <a:lnTo>
                  <a:pt x="779544" y="53922"/>
                </a:lnTo>
                <a:lnTo>
                  <a:pt x="779986" y="54543"/>
                </a:lnTo>
                <a:lnTo>
                  <a:pt x="780407" y="55186"/>
                </a:lnTo>
                <a:lnTo>
                  <a:pt x="780808" y="55853"/>
                </a:lnTo>
                <a:lnTo>
                  <a:pt x="781188" y="56542"/>
                </a:lnTo>
                <a:lnTo>
                  <a:pt x="781548" y="57255"/>
                </a:lnTo>
                <a:lnTo>
                  <a:pt x="781887" y="57990"/>
                </a:lnTo>
                <a:lnTo>
                  <a:pt x="782205" y="58748"/>
                </a:lnTo>
                <a:lnTo>
                  <a:pt x="782503" y="59529"/>
                </a:lnTo>
                <a:lnTo>
                  <a:pt x="782780" y="60333"/>
                </a:lnTo>
                <a:lnTo>
                  <a:pt x="783037" y="61160"/>
                </a:lnTo>
                <a:lnTo>
                  <a:pt x="783273" y="62010"/>
                </a:lnTo>
                <a:lnTo>
                  <a:pt x="783489" y="62882"/>
                </a:lnTo>
                <a:lnTo>
                  <a:pt x="783684" y="63778"/>
                </a:lnTo>
                <a:lnTo>
                  <a:pt x="783859" y="64696"/>
                </a:lnTo>
                <a:lnTo>
                  <a:pt x="784013" y="65638"/>
                </a:lnTo>
                <a:lnTo>
                  <a:pt x="784147" y="66602"/>
                </a:lnTo>
                <a:lnTo>
                  <a:pt x="784260" y="67589"/>
                </a:lnTo>
                <a:lnTo>
                  <a:pt x="784352" y="68599"/>
                </a:lnTo>
                <a:lnTo>
                  <a:pt x="784424" y="69632"/>
                </a:lnTo>
                <a:lnTo>
                  <a:pt x="784475" y="70688"/>
                </a:lnTo>
                <a:lnTo>
                  <a:pt x="784506" y="71766"/>
                </a:lnTo>
                <a:lnTo>
                  <a:pt x="784516" y="72868"/>
                </a:lnTo>
                <a:lnTo>
                  <a:pt x="784516" y="82674"/>
                </a:lnTo>
                <a:lnTo>
                  <a:pt x="784506" y="83914"/>
                </a:lnTo>
                <a:lnTo>
                  <a:pt x="784475" y="85125"/>
                </a:lnTo>
                <a:lnTo>
                  <a:pt x="784424" y="86309"/>
                </a:lnTo>
                <a:lnTo>
                  <a:pt x="784352" y="87464"/>
                </a:lnTo>
                <a:lnTo>
                  <a:pt x="784260" y="88591"/>
                </a:lnTo>
                <a:lnTo>
                  <a:pt x="784147" y="89690"/>
                </a:lnTo>
                <a:lnTo>
                  <a:pt x="784013" y="90761"/>
                </a:lnTo>
                <a:lnTo>
                  <a:pt x="783859" y="91803"/>
                </a:lnTo>
                <a:lnTo>
                  <a:pt x="783684" y="92818"/>
                </a:lnTo>
                <a:lnTo>
                  <a:pt x="783489" y="93804"/>
                </a:lnTo>
                <a:lnTo>
                  <a:pt x="783273" y="94762"/>
                </a:lnTo>
                <a:lnTo>
                  <a:pt x="783037" y="95692"/>
                </a:lnTo>
                <a:lnTo>
                  <a:pt x="782780" y="96594"/>
                </a:lnTo>
                <a:lnTo>
                  <a:pt x="782503" y="97467"/>
                </a:lnTo>
                <a:lnTo>
                  <a:pt x="782205" y="98313"/>
                </a:lnTo>
                <a:lnTo>
                  <a:pt x="781887" y="99130"/>
                </a:lnTo>
                <a:lnTo>
                  <a:pt x="781548" y="99919"/>
                </a:lnTo>
                <a:lnTo>
                  <a:pt x="781188" y="100679"/>
                </a:lnTo>
                <a:lnTo>
                  <a:pt x="780808" y="101412"/>
                </a:lnTo>
                <a:lnTo>
                  <a:pt x="780407" y="102117"/>
                </a:lnTo>
                <a:lnTo>
                  <a:pt x="779986" y="102793"/>
                </a:lnTo>
                <a:lnTo>
                  <a:pt x="779544" y="103441"/>
                </a:lnTo>
                <a:lnTo>
                  <a:pt x="779082" y="104061"/>
                </a:lnTo>
                <a:lnTo>
                  <a:pt x="778599" y="104653"/>
                </a:lnTo>
                <a:lnTo>
                  <a:pt x="778100" y="105204"/>
                </a:lnTo>
                <a:lnTo>
                  <a:pt x="777589" y="105733"/>
                </a:lnTo>
                <a:lnTo>
                  <a:pt x="777067" y="106238"/>
                </a:lnTo>
                <a:lnTo>
                  <a:pt x="776533" y="106719"/>
                </a:lnTo>
                <a:lnTo>
                  <a:pt x="775987" y="107177"/>
                </a:lnTo>
                <a:lnTo>
                  <a:pt x="775429" y="107611"/>
                </a:lnTo>
                <a:lnTo>
                  <a:pt x="774860" y="108022"/>
                </a:lnTo>
                <a:lnTo>
                  <a:pt x="774278" y="108410"/>
                </a:lnTo>
                <a:lnTo>
                  <a:pt x="773686" y="108774"/>
                </a:lnTo>
                <a:lnTo>
                  <a:pt x="773081" y="109114"/>
                </a:lnTo>
                <a:lnTo>
                  <a:pt x="772465" y="109431"/>
                </a:lnTo>
                <a:lnTo>
                  <a:pt x="771836" y="109725"/>
                </a:lnTo>
                <a:lnTo>
                  <a:pt x="771197" y="109995"/>
                </a:lnTo>
                <a:lnTo>
                  <a:pt x="770545" y="110241"/>
                </a:lnTo>
                <a:lnTo>
                  <a:pt x="769882" y="110464"/>
                </a:lnTo>
                <a:lnTo>
                  <a:pt x="769206" y="110664"/>
                </a:lnTo>
                <a:lnTo>
                  <a:pt x="768520" y="110840"/>
                </a:lnTo>
                <a:lnTo>
                  <a:pt x="767821" y="110993"/>
                </a:lnTo>
                <a:lnTo>
                  <a:pt x="767111" y="111122"/>
                </a:lnTo>
                <a:lnTo>
                  <a:pt x="766389" y="111227"/>
                </a:lnTo>
                <a:lnTo>
                  <a:pt x="765655" y="111310"/>
                </a:lnTo>
                <a:lnTo>
                  <a:pt x="764909" y="111368"/>
                </a:lnTo>
                <a:lnTo>
                  <a:pt x="764152" y="111404"/>
                </a:lnTo>
                <a:lnTo>
                  <a:pt x="763383" y="111415"/>
                </a:lnTo>
                <a:lnTo>
                  <a:pt x="762614" y="111404"/>
                </a:lnTo>
                <a:lnTo>
                  <a:pt x="761856" y="111368"/>
                </a:lnTo>
                <a:lnTo>
                  <a:pt x="761109" y="111310"/>
                </a:lnTo>
                <a:lnTo>
                  <a:pt x="760373" y="111227"/>
                </a:lnTo>
                <a:lnTo>
                  <a:pt x="759648" y="111122"/>
                </a:lnTo>
                <a:close/>
                <a:moveTo>
                  <a:pt x="452498" y="108879"/>
                </a:moveTo>
                <a:lnTo>
                  <a:pt x="421558" y="108879"/>
                </a:lnTo>
                <a:lnTo>
                  <a:pt x="421558" y="121897"/>
                </a:lnTo>
                <a:lnTo>
                  <a:pt x="452498" y="121897"/>
                </a:lnTo>
                <a:lnTo>
                  <a:pt x="469404" y="121897"/>
                </a:lnTo>
                <a:lnTo>
                  <a:pt x="498653" y="121897"/>
                </a:lnTo>
                <a:lnTo>
                  <a:pt x="498653" y="108879"/>
                </a:lnTo>
                <a:lnTo>
                  <a:pt x="469404" y="108879"/>
                </a:lnTo>
                <a:lnTo>
                  <a:pt x="469404" y="35504"/>
                </a:lnTo>
                <a:lnTo>
                  <a:pt x="421558" y="35504"/>
                </a:lnTo>
                <a:lnTo>
                  <a:pt x="421558" y="48691"/>
                </a:lnTo>
                <a:lnTo>
                  <a:pt x="452498" y="48691"/>
                </a:lnTo>
                <a:lnTo>
                  <a:pt x="452498" y="108879"/>
                </a:lnTo>
                <a:close/>
                <a:moveTo>
                  <a:pt x="253976" y="101778"/>
                </a:moveTo>
                <a:lnTo>
                  <a:pt x="228785" y="35504"/>
                </a:lnTo>
                <a:lnTo>
                  <a:pt x="210695" y="35504"/>
                </a:lnTo>
                <a:lnTo>
                  <a:pt x="244339" y="121897"/>
                </a:lnTo>
                <a:lnTo>
                  <a:pt x="262260" y="121897"/>
                </a:lnTo>
                <a:lnTo>
                  <a:pt x="296243" y="35504"/>
                </a:lnTo>
                <a:lnTo>
                  <a:pt x="279674" y="35504"/>
                </a:lnTo>
                <a:lnTo>
                  <a:pt x="254483" y="101778"/>
                </a:lnTo>
                <a:lnTo>
                  <a:pt x="253976" y="101778"/>
                </a:lnTo>
                <a:close/>
                <a:moveTo>
                  <a:pt x="115436" y="58482"/>
                </a:moveTo>
                <a:lnTo>
                  <a:pt x="115452" y="58569"/>
                </a:lnTo>
                <a:lnTo>
                  <a:pt x="115468" y="58662"/>
                </a:lnTo>
                <a:lnTo>
                  <a:pt x="115485" y="58761"/>
                </a:lnTo>
                <a:lnTo>
                  <a:pt x="115502" y="58867"/>
                </a:lnTo>
                <a:lnTo>
                  <a:pt x="115520" y="58979"/>
                </a:lnTo>
                <a:lnTo>
                  <a:pt x="115538" y="59098"/>
                </a:lnTo>
                <a:lnTo>
                  <a:pt x="115557" y="59224"/>
                </a:lnTo>
                <a:lnTo>
                  <a:pt x="115577" y="59355"/>
                </a:lnTo>
                <a:lnTo>
                  <a:pt x="115597" y="59494"/>
                </a:lnTo>
                <a:lnTo>
                  <a:pt x="115618" y="59638"/>
                </a:lnTo>
                <a:lnTo>
                  <a:pt x="115640" y="59790"/>
                </a:lnTo>
                <a:lnTo>
                  <a:pt x="115662" y="59947"/>
                </a:lnTo>
                <a:lnTo>
                  <a:pt x="115684" y="60111"/>
                </a:lnTo>
                <a:lnTo>
                  <a:pt x="115707" y="60282"/>
                </a:lnTo>
                <a:lnTo>
                  <a:pt x="115731" y="60459"/>
                </a:lnTo>
                <a:lnTo>
                  <a:pt x="115756" y="60642"/>
                </a:lnTo>
                <a:lnTo>
                  <a:pt x="115780" y="60832"/>
                </a:lnTo>
                <a:lnTo>
                  <a:pt x="115806" y="61029"/>
                </a:lnTo>
                <a:lnTo>
                  <a:pt x="115832" y="61231"/>
                </a:lnTo>
                <a:lnTo>
                  <a:pt x="115859" y="61441"/>
                </a:lnTo>
                <a:lnTo>
                  <a:pt x="115886" y="61656"/>
                </a:lnTo>
                <a:lnTo>
                  <a:pt x="115914" y="61879"/>
                </a:lnTo>
                <a:lnTo>
                  <a:pt x="131468" y="61879"/>
                </a:lnTo>
                <a:lnTo>
                  <a:pt x="131468" y="59850"/>
                </a:lnTo>
                <a:lnTo>
                  <a:pt x="131477" y="59291"/>
                </a:lnTo>
                <a:lnTo>
                  <a:pt x="131502" y="58744"/>
                </a:lnTo>
                <a:lnTo>
                  <a:pt x="131545" y="58207"/>
                </a:lnTo>
                <a:lnTo>
                  <a:pt x="131604" y="57680"/>
                </a:lnTo>
                <a:lnTo>
                  <a:pt x="131681" y="57164"/>
                </a:lnTo>
                <a:lnTo>
                  <a:pt x="131775" y="56659"/>
                </a:lnTo>
                <a:lnTo>
                  <a:pt x="131885" y="56164"/>
                </a:lnTo>
                <a:lnTo>
                  <a:pt x="132013" y="55679"/>
                </a:lnTo>
                <a:lnTo>
                  <a:pt x="132158" y="55206"/>
                </a:lnTo>
                <a:lnTo>
                  <a:pt x="132319" y="54743"/>
                </a:lnTo>
                <a:lnTo>
                  <a:pt x="132498" y="54290"/>
                </a:lnTo>
                <a:lnTo>
                  <a:pt x="132694" y="53848"/>
                </a:lnTo>
                <a:lnTo>
                  <a:pt x="132907" y="53416"/>
                </a:lnTo>
                <a:lnTo>
                  <a:pt x="133137" y="52996"/>
                </a:lnTo>
                <a:lnTo>
                  <a:pt x="133383" y="52585"/>
                </a:lnTo>
                <a:lnTo>
                  <a:pt x="133647" y="52185"/>
                </a:lnTo>
                <a:lnTo>
                  <a:pt x="133928" y="51796"/>
                </a:lnTo>
                <a:lnTo>
                  <a:pt x="134226" y="51418"/>
                </a:lnTo>
                <a:lnTo>
                  <a:pt x="134541" y="51049"/>
                </a:lnTo>
                <a:lnTo>
                  <a:pt x="134873" y="50692"/>
                </a:lnTo>
                <a:lnTo>
                  <a:pt x="135222" y="50345"/>
                </a:lnTo>
                <a:lnTo>
                  <a:pt x="135588" y="50009"/>
                </a:lnTo>
                <a:lnTo>
                  <a:pt x="135971" y="49683"/>
                </a:lnTo>
                <a:lnTo>
                  <a:pt x="136371" y="49368"/>
                </a:lnTo>
                <a:lnTo>
                  <a:pt x="136787" y="49064"/>
                </a:lnTo>
                <a:lnTo>
                  <a:pt x="137216" y="48774"/>
                </a:lnTo>
                <a:lnTo>
                  <a:pt x="137660" y="48496"/>
                </a:lnTo>
                <a:lnTo>
                  <a:pt x="138118" y="48231"/>
                </a:lnTo>
                <a:lnTo>
                  <a:pt x="138590" y="47979"/>
                </a:lnTo>
                <a:lnTo>
                  <a:pt x="139076" y="47740"/>
                </a:lnTo>
                <a:lnTo>
                  <a:pt x="139576" y="47514"/>
                </a:lnTo>
                <a:lnTo>
                  <a:pt x="140091" y="47301"/>
                </a:lnTo>
                <a:lnTo>
                  <a:pt x="140619" y="47101"/>
                </a:lnTo>
                <a:lnTo>
                  <a:pt x="141161" y="46914"/>
                </a:lnTo>
                <a:lnTo>
                  <a:pt x="141718" y="46739"/>
                </a:lnTo>
                <a:lnTo>
                  <a:pt x="142288" y="46578"/>
                </a:lnTo>
                <a:lnTo>
                  <a:pt x="142873" y="46429"/>
                </a:lnTo>
                <a:lnTo>
                  <a:pt x="143472" y="46294"/>
                </a:lnTo>
                <a:lnTo>
                  <a:pt x="144085" y="46171"/>
                </a:lnTo>
                <a:lnTo>
                  <a:pt x="144712" y="46061"/>
                </a:lnTo>
                <a:lnTo>
                  <a:pt x="145353" y="45965"/>
                </a:lnTo>
                <a:lnTo>
                  <a:pt x="146008" y="45881"/>
                </a:lnTo>
                <a:lnTo>
                  <a:pt x="146677" y="45810"/>
                </a:lnTo>
                <a:lnTo>
                  <a:pt x="147361" y="45751"/>
                </a:lnTo>
                <a:lnTo>
                  <a:pt x="148058" y="45706"/>
                </a:lnTo>
                <a:lnTo>
                  <a:pt x="148769" y="45674"/>
                </a:lnTo>
                <a:lnTo>
                  <a:pt x="149495" y="45655"/>
                </a:lnTo>
                <a:lnTo>
                  <a:pt x="150235" y="45648"/>
                </a:lnTo>
                <a:lnTo>
                  <a:pt x="151042" y="45655"/>
                </a:lnTo>
                <a:lnTo>
                  <a:pt x="151829" y="45674"/>
                </a:lnTo>
                <a:lnTo>
                  <a:pt x="152596" y="45706"/>
                </a:lnTo>
                <a:lnTo>
                  <a:pt x="153344" y="45751"/>
                </a:lnTo>
                <a:lnTo>
                  <a:pt x="154071" y="45810"/>
                </a:lnTo>
                <a:lnTo>
                  <a:pt x="154778" y="45881"/>
                </a:lnTo>
                <a:lnTo>
                  <a:pt x="155466" y="45965"/>
                </a:lnTo>
                <a:lnTo>
                  <a:pt x="156133" y="46061"/>
                </a:lnTo>
                <a:lnTo>
                  <a:pt x="156781" y="46171"/>
                </a:lnTo>
                <a:lnTo>
                  <a:pt x="157408" y="46294"/>
                </a:lnTo>
                <a:lnTo>
                  <a:pt x="158016" y="46429"/>
                </a:lnTo>
                <a:lnTo>
                  <a:pt x="158603" y="46578"/>
                </a:lnTo>
                <a:lnTo>
                  <a:pt x="159171" y="46739"/>
                </a:lnTo>
                <a:lnTo>
                  <a:pt x="159719" y="46914"/>
                </a:lnTo>
                <a:lnTo>
                  <a:pt x="160247" y="47101"/>
                </a:lnTo>
                <a:lnTo>
                  <a:pt x="160754" y="47301"/>
                </a:lnTo>
                <a:lnTo>
                  <a:pt x="161242" y="47514"/>
                </a:lnTo>
                <a:lnTo>
                  <a:pt x="161710" y="47740"/>
                </a:lnTo>
                <a:lnTo>
                  <a:pt x="162158" y="47979"/>
                </a:lnTo>
                <a:lnTo>
                  <a:pt x="162586" y="48231"/>
                </a:lnTo>
                <a:lnTo>
                  <a:pt x="162994" y="48496"/>
                </a:lnTo>
                <a:lnTo>
                  <a:pt x="163382" y="48774"/>
                </a:lnTo>
                <a:lnTo>
                  <a:pt x="163750" y="49064"/>
                </a:lnTo>
                <a:lnTo>
                  <a:pt x="164098" y="49368"/>
                </a:lnTo>
                <a:lnTo>
                  <a:pt x="164443" y="49685"/>
                </a:lnTo>
                <a:lnTo>
                  <a:pt x="164773" y="50018"/>
                </a:lnTo>
                <a:lnTo>
                  <a:pt x="165089" y="50366"/>
                </a:lnTo>
                <a:lnTo>
                  <a:pt x="165390" y="50730"/>
                </a:lnTo>
                <a:lnTo>
                  <a:pt x="165676" y="51108"/>
                </a:lnTo>
                <a:lnTo>
                  <a:pt x="165947" y="51502"/>
                </a:lnTo>
                <a:lnTo>
                  <a:pt x="166204" y="51911"/>
                </a:lnTo>
                <a:lnTo>
                  <a:pt x="166446" y="52336"/>
                </a:lnTo>
                <a:lnTo>
                  <a:pt x="166674" y="52775"/>
                </a:lnTo>
                <a:lnTo>
                  <a:pt x="166887" y="53230"/>
                </a:lnTo>
                <a:lnTo>
                  <a:pt x="167085" y="53701"/>
                </a:lnTo>
                <a:lnTo>
                  <a:pt x="167268" y="54186"/>
                </a:lnTo>
                <a:lnTo>
                  <a:pt x="167437" y="54687"/>
                </a:lnTo>
                <a:lnTo>
                  <a:pt x="167591" y="55203"/>
                </a:lnTo>
                <a:lnTo>
                  <a:pt x="167730" y="55734"/>
                </a:lnTo>
                <a:lnTo>
                  <a:pt x="167855" y="56281"/>
                </a:lnTo>
                <a:lnTo>
                  <a:pt x="167965" y="56842"/>
                </a:lnTo>
                <a:lnTo>
                  <a:pt x="168061" y="57419"/>
                </a:lnTo>
                <a:lnTo>
                  <a:pt x="168141" y="58012"/>
                </a:lnTo>
                <a:lnTo>
                  <a:pt x="168207" y="58619"/>
                </a:lnTo>
                <a:lnTo>
                  <a:pt x="168259" y="59242"/>
                </a:lnTo>
                <a:lnTo>
                  <a:pt x="168295" y="59880"/>
                </a:lnTo>
                <a:lnTo>
                  <a:pt x="168317" y="60534"/>
                </a:lnTo>
                <a:lnTo>
                  <a:pt x="168325" y="61202"/>
                </a:lnTo>
                <a:lnTo>
                  <a:pt x="168325" y="70670"/>
                </a:lnTo>
                <a:lnTo>
                  <a:pt x="166662" y="70675"/>
                </a:lnTo>
                <a:lnTo>
                  <a:pt x="165026" y="70690"/>
                </a:lnTo>
                <a:lnTo>
                  <a:pt x="163417" y="70715"/>
                </a:lnTo>
                <a:lnTo>
                  <a:pt x="161835" y="70750"/>
                </a:lnTo>
                <a:lnTo>
                  <a:pt x="160279" y="70795"/>
                </a:lnTo>
                <a:lnTo>
                  <a:pt x="158751" y="70850"/>
                </a:lnTo>
                <a:lnTo>
                  <a:pt x="157250" y="70915"/>
                </a:lnTo>
                <a:lnTo>
                  <a:pt x="155776" y="70989"/>
                </a:lnTo>
                <a:lnTo>
                  <a:pt x="154329" y="71074"/>
                </a:lnTo>
                <a:lnTo>
                  <a:pt x="152909" y="71169"/>
                </a:lnTo>
                <a:lnTo>
                  <a:pt x="151516" y="71274"/>
                </a:lnTo>
                <a:lnTo>
                  <a:pt x="150150" y="71389"/>
                </a:lnTo>
                <a:lnTo>
                  <a:pt x="148811" y="71513"/>
                </a:lnTo>
                <a:lnTo>
                  <a:pt x="147499" y="71648"/>
                </a:lnTo>
                <a:lnTo>
                  <a:pt x="146214" y="71793"/>
                </a:lnTo>
                <a:lnTo>
                  <a:pt x="144956" y="71947"/>
                </a:lnTo>
                <a:lnTo>
                  <a:pt x="143725" y="72112"/>
                </a:lnTo>
                <a:lnTo>
                  <a:pt x="142521" y="72287"/>
                </a:lnTo>
                <a:lnTo>
                  <a:pt x="141344" y="72471"/>
                </a:lnTo>
                <a:lnTo>
                  <a:pt x="140194" y="72666"/>
                </a:lnTo>
                <a:lnTo>
                  <a:pt x="139071" y="72871"/>
                </a:lnTo>
                <a:lnTo>
                  <a:pt x="137975" y="73085"/>
                </a:lnTo>
                <a:lnTo>
                  <a:pt x="136906" y="73310"/>
                </a:lnTo>
                <a:lnTo>
                  <a:pt x="135864" y="73544"/>
                </a:lnTo>
                <a:lnTo>
                  <a:pt x="134861" y="73790"/>
                </a:lnTo>
                <a:lnTo>
                  <a:pt x="133881" y="74047"/>
                </a:lnTo>
                <a:lnTo>
                  <a:pt x="132924" y="74316"/>
                </a:lnTo>
                <a:lnTo>
                  <a:pt x="131989" y="74596"/>
                </a:lnTo>
                <a:lnTo>
                  <a:pt x="131078" y="74889"/>
                </a:lnTo>
                <a:lnTo>
                  <a:pt x="130190" y="75193"/>
                </a:lnTo>
                <a:lnTo>
                  <a:pt x="129324" y="75508"/>
                </a:lnTo>
                <a:lnTo>
                  <a:pt x="128481" y="75836"/>
                </a:lnTo>
                <a:lnTo>
                  <a:pt x="127662" y="76175"/>
                </a:lnTo>
                <a:lnTo>
                  <a:pt x="126865" y="76526"/>
                </a:lnTo>
                <a:lnTo>
                  <a:pt x="126091" y="76889"/>
                </a:lnTo>
                <a:lnTo>
                  <a:pt x="125340" y="77264"/>
                </a:lnTo>
                <a:lnTo>
                  <a:pt x="124611" y="77650"/>
                </a:lnTo>
                <a:lnTo>
                  <a:pt x="123906" y="78048"/>
                </a:lnTo>
                <a:lnTo>
                  <a:pt x="123224" y="78458"/>
                </a:lnTo>
                <a:lnTo>
                  <a:pt x="122564" y="78879"/>
                </a:lnTo>
                <a:lnTo>
                  <a:pt x="121927" y="79312"/>
                </a:lnTo>
                <a:lnTo>
                  <a:pt x="121314" y="79757"/>
                </a:lnTo>
                <a:lnTo>
                  <a:pt x="120723" y="80214"/>
                </a:lnTo>
                <a:lnTo>
                  <a:pt x="120155" y="80683"/>
                </a:lnTo>
                <a:lnTo>
                  <a:pt x="119610" y="81163"/>
                </a:lnTo>
                <a:lnTo>
                  <a:pt x="119088" y="81655"/>
                </a:lnTo>
                <a:lnTo>
                  <a:pt x="118588" y="82158"/>
                </a:lnTo>
                <a:lnTo>
                  <a:pt x="118112" y="82674"/>
                </a:lnTo>
                <a:lnTo>
                  <a:pt x="117670" y="83188"/>
                </a:lnTo>
                <a:lnTo>
                  <a:pt x="117248" y="83716"/>
                </a:lnTo>
                <a:lnTo>
                  <a:pt x="116844" y="84259"/>
                </a:lnTo>
                <a:lnTo>
                  <a:pt x="116459" y="84815"/>
                </a:lnTo>
                <a:lnTo>
                  <a:pt x="116092" y="85386"/>
                </a:lnTo>
                <a:lnTo>
                  <a:pt x="115745" y="85971"/>
                </a:lnTo>
                <a:lnTo>
                  <a:pt x="115416" y="86569"/>
                </a:lnTo>
                <a:lnTo>
                  <a:pt x="115106" y="87182"/>
                </a:lnTo>
                <a:lnTo>
                  <a:pt x="114815" y="87809"/>
                </a:lnTo>
                <a:lnTo>
                  <a:pt x="114543" y="88450"/>
                </a:lnTo>
                <a:lnTo>
                  <a:pt x="114289" y="89105"/>
                </a:lnTo>
                <a:lnTo>
                  <a:pt x="114054" y="89775"/>
                </a:lnTo>
                <a:lnTo>
                  <a:pt x="113838" y="90458"/>
                </a:lnTo>
                <a:lnTo>
                  <a:pt x="113641" y="91155"/>
                </a:lnTo>
                <a:lnTo>
                  <a:pt x="113463" y="91867"/>
                </a:lnTo>
                <a:lnTo>
                  <a:pt x="113303" y="92592"/>
                </a:lnTo>
                <a:lnTo>
                  <a:pt x="113162" y="93332"/>
                </a:lnTo>
                <a:lnTo>
                  <a:pt x="113040" y="94086"/>
                </a:lnTo>
                <a:lnTo>
                  <a:pt x="112937" y="94854"/>
                </a:lnTo>
                <a:lnTo>
                  <a:pt x="112852" y="95636"/>
                </a:lnTo>
                <a:lnTo>
                  <a:pt x="112786" y="96432"/>
                </a:lnTo>
                <a:lnTo>
                  <a:pt x="112739" y="97242"/>
                </a:lnTo>
                <a:lnTo>
                  <a:pt x="112711" y="98066"/>
                </a:lnTo>
                <a:lnTo>
                  <a:pt x="112702" y="98904"/>
                </a:lnTo>
                <a:lnTo>
                  <a:pt x="112714" y="99908"/>
                </a:lnTo>
                <a:lnTo>
                  <a:pt x="112751" y="100892"/>
                </a:lnTo>
                <a:lnTo>
                  <a:pt x="112813" y="101855"/>
                </a:lnTo>
                <a:lnTo>
                  <a:pt x="112899" y="102798"/>
                </a:lnTo>
                <a:lnTo>
                  <a:pt x="113010" y="103719"/>
                </a:lnTo>
                <a:lnTo>
                  <a:pt x="113146" y="104621"/>
                </a:lnTo>
                <a:lnTo>
                  <a:pt x="113306" y="105502"/>
                </a:lnTo>
                <a:lnTo>
                  <a:pt x="113491" y="106362"/>
                </a:lnTo>
                <a:lnTo>
                  <a:pt x="113700" y="107202"/>
                </a:lnTo>
                <a:lnTo>
                  <a:pt x="113935" y="108021"/>
                </a:lnTo>
                <a:lnTo>
                  <a:pt x="114193" y="108820"/>
                </a:lnTo>
                <a:lnTo>
                  <a:pt x="114477" y="109598"/>
                </a:lnTo>
                <a:lnTo>
                  <a:pt x="114785" y="110355"/>
                </a:lnTo>
                <a:lnTo>
                  <a:pt x="115118" y="111092"/>
                </a:lnTo>
                <a:lnTo>
                  <a:pt x="115475" y="111809"/>
                </a:lnTo>
                <a:lnTo>
                  <a:pt x="115858" y="112505"/>
                </a:lnTo>
                <a:lnTo>
                  <a:pt x="116264" y="113180"/>
                </a:lnTo>
                <a:lnTo>
                  <a:pt x="116696" y="113835"/>
                </a:lnTo>
                <a:lnTo>
                  <a:pt x="117152" y="114469"/>
                </a:lnTo>
                <a:lnTo>
                  <a:pt x="117633" y="115083"/>
                </a:lnTo>
                <a:lnTo>
                  <a:pt x="118138" y="115676"/>
                </a:lnTo>
                <a:lnTo>
                  <a:pt x="118668" y="116249"/>
                </a:lnTo>
                <a:lnTo>
                  <a:pt x="119223" y="116801"/>
                </a:lnTo>
                <a:lnTo>
                  <a:pt x="119803" y="117333"/>
                </a:lnTo>
                <a:lnTo>
                  <a:pt x="120419" y="117843"/>
                </a:lnTo>
                <a:lnTo>
                  <a:pt x="121056" y="118332"/>
                </a:lnTo>
                <a:lnTo>
                  <a:pt x="121715" y="118799"/>
                </a:lnTo>
                <a:lnTo>
                  <a:pt x="122395" y="119244"/>
                </a:lnTo>
                <a:lnTo>
                  <a:pt x="123096" y="119668"/>
                </a:lnTo>
                <a:lnTo>
                  <a:pt x="123818" y="120069"/>
                </a:lnTo>
                <a:lnTo>
                  <a:pt x="124561" y="120449"/>
                </a:lnTo>
                <a:lnTo>
                  <a:pt x="125325" y="120808"/>
                </a:lnTo>
                <a:lnTo>
                  <a:pt x="126111" y="121145"/>
                </a:lnTo>
                <a:lnTo>
                  <a:pt x="126917" y="121459"/>
                </a:lnTo>
                <a:lnTo>
                  <a:pt x="127745" y="121753"/>
                </a:lnTo>
                <a:lnTo>
                  <a:pt x="128594" y="122024"/>
                </a:lnTo>
                <a:lnTo>
                  <a:pt x="129464" y="122274"/>
                </a:lnTo>
                <a:lnTo>
                  <a:pt x="130355" y="122502"/>
                </a:lnTo>
                <a:lnTo>
                  <a:pt x="131267" y="122708"/>
                </a:lnTo>
                <a:lnTo>
                  <a:pt x="132201" y="122893"/>
                </a:lnTo>
                <a:lnTo>
                  <a:pt x="133155" y="123056"/>
                </a:lnTo>
                <a:lnTo>
                  <a:pt x="134131" y="123197"/>
                </a:lnTo>
                <a:lnTo>
                  <a:pt x="135128" y="123317"/>
                </a:lnTo>
                <a:lnTo>
                  <a:pt x="136146" y="123414"/>
                </a:lnTo>
                <a:lnTo>
                  <a:pt x="137185" y="123490"/>
                </a:lnTo>
                <a:lnTo>
                  <a:pt x="138245" y="123545"/>
                </a:lnTo>
                <a:lnTo>
                  <a:pt x="139326" y="123577"/>
                </a:lnTo>
                <a:lnTo>
                  <a:pt x="140429" y="123588"/>
                </a:lnTo>
                <a:lnTo>
                  <a:pt x="140935" y="123586"/>
                </a:lnTo>
                <a:lnTo>
                  <a:pt x="141440" y="123579"/>
                </a:lnTo>
                <a:lnTo>
                  <a:pt x="141942" y="123567"/>
                </a:lnTo>
                <a:lnTo>
                  <a:pt x="142443" y="123551"/>
                </a:lnTo>
                <a:lnTo>
                  <a:pt x="142943" y="123529"/>
                </a:lnTo>
                <a:lnTo>
                  <a:pt x="143440" y="123504"/>
                </a:lnTo>
                <a:lnTo>
                  <a:pt x="143936" y="123473"/>
                </a:lnTo>
                <a:lnTo>
                  <a:pt x="144430" y="123438"/>
                </a:lnTo>
                <a:lnTo>
                  <a:pt x="144922" y="123398"/>
                </a:lnTo>
                <a:lnTo>
                  <a:pt x="145413" y="123353"/>
                </a:lnTo>
                <a:lnTo>
                  <a:pt x="145901" y="123304"/>
                </a:lnTo>
                <a:lnTo>
                  <a:pt x="146388" y="123250"/>
                </a:lnTo>
                <a:lnTo>
                  <a:pt x="146874" y="123191"/>
                </a:lnTo>
                <a:lnTo>
                  <a:pt x="147357" y="123128"/>
                </a:lnTo>
                <a:lnTo>
                  <a:pt x="147839" y="123060"/>
                </a:lnTo>
                <a:lnTo>
                  <a:pt x="148319" y="122987"/>
                </a:lnTo>
                <a:lnTo>
                  <a:pt x="148797" y="122909"/>
                </a:lnTo>
                <a:lnTo>
                  <a:pt x="149273" y="122827"/>
                </a:lnTo>
                <a:lnTo>
                  <a:pt x="149748" y="122740"/>
                </a:lnTo>
                <a:lnTo>
                  <a:pt x="150221" y="122649"/>
                </a:lnTo>
                <a:lnTo>
                  <a:pt x="150692" y="122553"/>
                </a:lnTo>
                <a:lnTo>
                  <a:pt x="151161" y="122452"/>
                </a:lnTo>
                <a:lnTo>
                  <a:pt x="151629" y="122346"/>
                </a:lnTo>
                <a:lnTo>
                  <a:pt x="152094" y="122236"/>
                </a:lnTo>
                <a:lnTo>
                  <a:pt x="152558" y="122134"/>
                </a:lnTo>
                <a:lnTo>
                  <a:pt x="153017" y="122025"/>
                </a:lnTo>
                <a:lnTo>
                  <a:pt x="153473" y="121911"/>
                </a:lnTo>
                <a:lnTo>
                  <a:pt x="153926" y="121789"/>
                </a:lnTo>
                <a:lnTo>
                  <a:pt x="154375" y="121662"/>
                </a:lnTo>
                <a:lnTo>
                  <a:pt x="154821" y="121528"/>
                </a:lnTo>
                <a:lnTo>
                  <a:pt x="155263" y="121387"/>
                </a:lnTo>
                <a:lnTo>
                  <a:pt x="155701" y="121240"/>
                </a:lnTo>
                <a:lnTo>
                  <a:pt x="156136" y="121086"/>
                </a:lnTo>
                <a:lnTo>
                  <a:pt x="156568" y="120926"/>
                </a:lnTo>
                <a:lnTo>
                  <a:pt x="156996" y="120760"/>
                </a:lnTo>
                <a:lnTo>
                  <a:pt x="157420" y="120587"/>
                </a:lnTo>
                <a:lnTo>
                  <a:pt x="157841" y="120408"/>
                </a:lnTo>
                <a:lnTo>
                  <a:pt x="158258" y="120222"/>
                </a:lnTo>
                <a:lnTo>
                  <a:pt x="158672" y="120030"/>
                </a:lnTo>
                <a:lnTo>
                  <a:pt x="159082" y="119831"/>
                </a:lnTo>
                <a:lnTo>
                  <a:pt x="159489" y="119626"/>
                </a:lnTo>
                <a:lnTo>
                  <a:pt x="159893" y="119414"/>
                </a:lnTo>
                <a:lnTo>
                  <a:pt x="160292" y="119196"/>
                </a:lnTo>
                <a:lnTo>
                  <a:pt x="160689" y="118972"/>
                </a:lnTo>
                <a:lnTo>
                  <a:pt x="161081" y="118741"/>
                </a:lnTo>
                <a:lnTo>
                  <a:pt x="161471" y="118503"/>
                </a:lnTo>
                <a:lnTo>
                  <a:pt x="161856" y="118259"/>
                </a:lnTo>
                <a:lnTo>
                  <a:pt x="162238" y="118009"/>
                </a:lnTo>
                <a:lnTo>
                  <a:pt x="162616" y="117738"/>
                </a:lnTo>
                <a:lnTo>
                  <a:pt x="162987" y="117459"/>
                </a:lnTo>
                <a:lnTo>
                  <a:pt x="163353" y="117174"/>
                </a:lnTo>
                <a:lnTo>
                  <a:pt x="163713" y="116882"/>
                </a:lnTo>
                <a:lnTo>
                  <a:pt x="164067" y="116582"/>
                </a:lnTo>
                <a:lnTo>
                  <a:pt x="164415" y="116276"/>
                </a:lnTo>
                <a:lnTo>
                  <a:pt x="164757" y="115962"/>
                </a:lnTo>
                <a:lnTo>
                  <a:pt x="165094" y="115642"/>
                </a:lnTo>
                <a:lnTo>
                  <a:pt x="165424" y="115314"/>
                </a:lnTo>
                <a:lnTo>
                  <a:pt x="165749" y="114980"/>
                </a:lnTo>
                <a:lnTo>
                  <a:pt x="166068" y="114638"/>
                </a:lnTo>
                <a:lnTo>
                  <a:pt x="166381" y="114289"/>
                </a:lnTo>
                <a:lnTo>
                  <a:pt x="166688" y="113934"/>
                </a:lnTo>
                <a:lnTo>
                  <a:pt x="166989" y="113571"/>
                </a:lnTo>
                <a:lnTo>
                  <a:pt x="167284" y="113201"/>
                </a:lnTo>
                <a:lnTo>
                  <a:pt x="167573" y="112824"/>
                </a:lnTo>
                <a:lnTo>
                  <a:pt x="167857" y="112440"/>
                </a:lnTo>
                <a:lnTo>
                  <a:pt x="168135" y="112049"/>
                </a:lnTo>
                <a:lnTo>
                  <a:pt x="168406" y="111651"/>
                </a:lnTo>
                <a:lnTo>
                  <a:pt x="168672" y="111246"/>
                </a:lnTo>
                <a:lnTo>
                  <a:pt x="168932" y="110834"/>
                </a:lnTo>
                <a:lnTo>
                  <a:pt x="169187" y="110415"/>
                </a:lnTo>
                <a:lnTo>
                  <a:pt x="169435" y="109989"/>
                </a:lnTo>
                <a:lnTo>
                  <a:pt x="169677" y="109556"/>
                </a:lnTo>
                <a:lnTo>
                  <a:pt x="169721" y="110002"/>
                </a:lnTo>
                <a:lnTo>
                  <a:pt x="169769" y="110441"/>
                </a:lnTo>
                <a:lnTo>
                  <a:pt x="169820" y="110871"/>
                </a:lnTo>
                <a:lnTo>
                  <a:pt x="169875" y="111293"/>
                </a:lnTo>
                <a:lnTo>
                  <a:pt x="169933" y="111707"/>
                </a:lnTo>
                <a:lnTo>
                  <a:pt x="169994" y="112113"/>
                </a:lnTo>
                <a:lnTo>
                  <a:pt x="170060" y="112510"/>
                </a:lnTo>
                <a:lnTo>
                  <a:pt x="170128" y="112899"/>
                </a:lnTo>
                <a:lnTo>
                  <a:pt x="170200" y="113280"/>
                </a:lnTo>
                <a:lnTo>
                  <a:pt x="170276" y="113653"/>
                </a:lnTo>
                <a:lnTo>
                  <a:pt x="170355" y="114018"/>
                </a:lnTo>
                <a:lnTo>
                  <a:pt x="170438" y="114374"/>
                </a:lnTo>
                <a:lnTo>
                  <a:pt x="170524" y="114722"/>
                </a:lnTo>
                <a:lnTo>
                  <a:pt x="170614" y="115062"/>
                </a:lnTo>
                <a:lnTo>
                  <a:pt x="170708" y="115394"/>
                </a:lnTo>
                <a:lnTo>
                  <a:pt x="170804" y="115717"/>
                </a:lnTo>
                <a:lnTo>
                  <a:pt x="170905" y="116032"/>
                </a:lnTo>
                <a:lnTo>
                  <a:pt x="171009" y="116339"/>
                </a:lnTo>
                <a:lnTo>
                  <a:pt x="171116" y="116638"/>
                </a:lnTo>
                <a:lnTo>
                  <a:pt x="171227" y="116929"/>
                </a:lnTo>
                <a:lnTo>
                  <a:pt x="171342" y="117211"/>
                </a:lnTo>
                <a:lnTo>
                  <a:pt x="171460" y="117485"/>
                </a:lnTo>
                <a:lnTo>
                  <a:pt x="171581" y="117751"/>
                </a:lnTo>
                <a:lnTo>
                  <a:pt x="171706" y="118009"/>
                </a:lnTo>
                <a:lnTo>
                  <a:pt x="171836" y="118259"/>
                </a:lnTo>
                <a:lnTo>
                  <a:pt x="171971" y="118503"/>
                </a:lnTo>
                <a:lnTo>
                  <a:pt x="172113" y="118741"/>
                </a:lnTo>
                <a:lnTo>
                  <a:pt x="172260" y="118972"/>
                </a:lnTo>
                <a:lnTo>
                  <a:pt x="172414" y="119196"/>
                </a:lnTo>
                <a:lnTo>
                  <a:pt x="172573" y="119414"/>
                </a:lnTo>
                <a:lnTo>
                  <a:pt x="172738" y="119626"/>
                </a:lnTo>
                <a:lnTo>
                  <a:pt x="172908" y="119831"/>
                </a:lnTo>
                <a:lnTo>
                  <a:pt x="173085" y="120030"/>
                </a:lnTo>
                <a:lnTo>
                  <a:pt x="173268" y="120222"/>
                </a:lnTo>
                <a:lnTo>
                  <a:pt x="173456" y="120408"/>
                </a:lnTo>
                <a:lnTo>
                  <a:pt x="173650" y="120587"/>
                </a:lnTo>
                <a:lnTo>
                  <a:pt x="173851" y="120760"/>
                </a:lnTo>
                <a:lnTo>
                  <a:pt x="174057" y="120926"/>
                </a:lnTo>
                <a:lnTo>
                  <a:pt x="174269" y="121086"/>
                </a:lnTo>
                <a:lnTo>
                  <a:pt x="174486" y="121240"/>
                </a:lnTo>
                <a:lnTo>
                  <a:pt x="174710" y="121387"/>
                </a:lnTo>
                <a:lnTo>
                  <a:pt x="174940" y="121528"/>
                </a:lnTo>
                <a:lnTo>
                  <a:pt x="175175" y="121662"/>
                </a:lnTo>
                <a:lnTo>
                  <a:pt x="175416" y="121789"/>
                </a:lnTo>
                <a:lnTo>
                  <a:pt x="175663" y="121911"/>
                </a:lnTo>
                <a:lnTo>
                  <a:pt x="175916" y="122025"/>
                </a:lnTo>
                <a:lnTo>
                  <a:pt x="176175" y="122134"/>
                </a:lnTo>
                <a:lnTo>
                  <a:pt x="176440" y="122236"/>
                </a:lnTo>
                <a:lnTo>
                  <a:pt x="176711" y="122346"/>
                </a:lnTo>
                <a:lnTo>
                  <a:pt x="176988" y="122452"/>
                </a:lnTo>
                <a:lnTo>
                  <a:pt x="177272" y="122553"/>
                </a:lnTo>
                <a:lnTo>
                  <a:pt x="177562" y="122649"/>
                </a:lnTo>
                <a:lnTo>
                  <a:pt x="177859" y="122740"/>
                </a:lnTo>
                <a:lnTo>
                  <a:pt x="178162" y="122827"/>
                </a:lnTo>
                <a:lnTo>
                  <a:pt x="178472" y="122909"/>
                </a:lnTo>
                <a:lnTo>
                  <a:pt x="178788" y="122987"/>
                </a:lnTo>
                <a:lnTo>
                  <a:pt x="179111" y="123060"/>
                </a:lnTo>
                <a:lnTo>
                  <a:pt x="179440" y="123128"/>
                </a:lnTo>
                <a:lnTo>
                  <a:pt x="179775" y="123191"/>
                </a:lnTo>
                <a:lnTo>
                  <a:pt x="180117" y="123250"/>
                </a:lnTo>
                <a:lnTo>
                  <a:pt x="180466" y="123304"/>
                </a:lnTo>
                <a:lnTo>
                  <a:pt x="180821" y="123353"/>
                </a:lnTo>
                <a:lnTo>
                  <a:pt x="181182" y="123398"/>
                </a:lnTo>
                <a:lnTo>
                  <a:pt x="181550" y="123438"/>
                </a:lnTo>
                <a:lnTo>
                  <a:pt x="181924" y="123473"/>
                </a:lnTo>
                <a:lnTo>
                  <a:pt x="182305" y="123504"/>
                </a:lnTo>
                <a:lnTo>
                  <a:pt x="182692" y="123529"/>
                </a:lnTo>
                <a:lnTo>
                  <a:pt x="183085" y="123551"/>
                </a:lnTo>
                <a:lnTo>
                  <a:pt x="183485" y="123567"/>
                </a:lnTo>
                <a:lnTo>
                  <a:pt x="183892" y="123579"/>
                </a:lnTo>
                <a:lnTo>
                  <a:pt x="184305" y="123586"/>
                </a:lnTo>
                <a:lnTo>
                  <a:pt x="184724" y="123588"/>
                </a:lnTo>
                <a:lnTo>
                  <a:pt x="185020" y="123587"/>
                </a:lnTo>
                <a:lnTo>
                  <a:pt x="185314" y="123582"/>
                </a:lnTo>
                <a:lnTo>
                  <a:pt x="185607" y="123575"/>
                </a:lnTo>
                <a:lnTo>
                  <a:pt x="185898" y="123565"/>
                </a:lnTo>
                <a:lnTo>
                  <a:pt x="186189" y="123551"/>
                </a:lnTo>
                <a:lnTo>
                  <a:pt x="186478" y="123535"/>
                </a:lnTo>
                <a:lnTo>
                  <a:pt x="186767" y="123516"/>
                </a:lnTo>
                <a:lnTo>
                  <a:pt x="187054" y="123494"/>
                </a:lnTo>
                <a:lnTo>
                  <a:pt x="187340" y="123469"/>
                </a:lnTo>
                <a:lnTo>
                  <a:pt x="187624" y="123441"/>
                </a:lnTo>
                <a:lnTo>
                  <a:pt x="187908" y="123411"/>
                </a:lnTo>
                <a:lnTo>
                  <a:pt x="188190" y="123377"/>
                </a:lnTo>
                <a:lnTo>
                  <a:pt x="188471" y="123340"/>
                </a:lnTo>
                <a:lnTo>
                  <a:pt x="188751" y="123300"/>
                </a:lnTo>
                <a:lnTo>
                  <a:pt x="189030" y="123258"/>
                </a:lnTo>
                <a:lnTo>
                  <a:pt x="189308" y="123212"/>
                </a:lnTo>
                <a:lnTo>
                  <a:pt x="189584" y="123164"/>
                </a:lnTo>
                <a:lnTo>
                  <a:pt x="189860" y="123113"/>
                </a:lnTo>
                <a:lnTo>
                  <a:pt x="190134" y="123058"/>
                </a:lnTo>
                <a:lnTo>
                  <a:pt x="190407" y="123001"/>
                </a:lnTo>
                <a:lnTo>
                  <a:pt x="190679" y="122941"/>
                </a:lnTo>
                <a:lnTo>
                  <a:pt x="190949" y="122878"/>
                </a:lnTo>
                <a:lnTo>
                  <a:pt x="191219" y="122812"/>
                </a:lnTo>
                <a:lnTo>
                  <a:pt x="191487" y="122743"/>
                </a:lnTo>
                <a:lnTo>
                  <a:pt x="191753" y="122671"/>
                </a:lnTo>
                <a:lnTo>
                  <a:pt x="192015" y="122597"/>
                </a:lnTo>
                <a:lnTo>
                  <a:pt x="192274" y="122521"/>
                </a:lnTo>
                <a:lnTo>
                  <a:pt x="192530" y="122442"/>
                </a:lnTo>
                <a:lnTo>
                  <a:pt x="192781" y="122361"/>
                </a:lnTo>
                <a:lnTo>
                  <a:pt x="193030" y="122278"/>
                </a:lnTo>
                <a:lnTo>
                  <a:pt x="193275" y="122192"/>
                </a:lnTo>
                <a:lnTo>
                  <a:pt x="193516" y="122104"/>
                </a:lnTo>
                <a:lnTo>
                  <a:pt x="193754" y="122014"/>
                </a:lnTo>
                <a:lnTo>
                  <a:pt x="193988" y="121921"/>
                </a:lnTo>
                <a:lnTo>
                  <a:pt x="194219" y="121826"/>
                </a:lnTo>
                <a:lnTo>
                  <a:pt x="194446" y="121728"/>
                </a:lnTo>
                <a:lnTo>
                  <a:pt x="194669" y="121629"/>
                </a:lnTo>
                <a:lnTo>
                  <a:pt x="194890" y="121526"/>
                </a:lnTo>
                <a:lnTo>
                  <a:pt x="195106" y="121422"/>
                </a:lnTo>
                <a:lnTo>
                  <a:pt x="195319" y="121315"/>
                </a:lnTo>
                <a:lnTo>
                  <a:pt x="195529" y="121206"/>
                </a:lnTo>
                <a:lnTo>
                  <a:pt x="195735" y="121094"/>
                </a:lnTo>
                <a:lnTo>
                  <a:pt x="195937" y="120980"/>
                </a:lnTo>
                <a:lnTo>
                  <a:pt x="196136" y="120864"/>
                </a:lnTo>
                <a:lnTo>
                  <a:pt x="196332" y="120746"/>
                </a:lnTo>
                <a:lnTo>
                  <a:pt x="196524" y="120625"/>
                </a:lnTo>
                <a:lnTo>
                  <a:pt x="196712" y="120501"/>
                </a:lnTo>
                <a:lnTo>
                  <a:pt x="196897" y="120376"/>
                </a:lnTo>
                <a:lnTo>
                  <a:pt x="196897" y="109386"/>
                </a:lnTo>
                <a:lnTo>
                  <a:pt x="196656" y="109552"/>
                </a:lnTo>
                <a:lnTo>
                  <a:pt x="196411" y="109710"/>
                </a:lnTo>
                <a:lnTo>
                  <a:pt x="196163" y="109862"/>
                </a:lnTo>
                <a:lnTo>
                  <a:pt x="195911" y="110006"/>
                </a:lnTo>
                <a:lnTo>
                  <a:pt x="195656" y="110144"/>
                </a:lnTo>
                <a:lnTo>
                  <a:pt x="195397" y="110274"/>
                </a:lnTo>
                <a:lnTo>
                  <a:pt x="195134" y="110397"/>
                </a:lnTo>
                <a:lnTo>
                  <a:pt x="194868" y="110514"/>
                </a:lnTo>
                <a:lnTo>
                  <a:pt x="194599" y="110623"/>
                </a:lnTo>
                <a:lnTo>
                  <a:pt x="194326" y="110725"/>
                </a:lnTo>
                <a:lnTo>
                  <a:pt x="194049" y="110820"/>
                </a:lnTo>
                <a:lnTo>
                  <a:pt x="193769" y="110908"/>
                </a:lnTo>
                <a:lnTo>
                  <a:pt x="193486" y="110989"/>
                </a:lnTo>
                <a:lnTo>
                  <a:pt x="193199" y="111063"/>
                </a:lnTo>
                <a:lnTo>
                  <a:pt x="192908" y="111130"/>
                </a:lnTo>
                <a:lnTo>
                  <a:pt x="192614" y="111190"/>
                </a:lnTo>
                <a:lnTo>
                  <a:pt x="192317" y="111243"/>
                </a:lnTo>
                <a:lnTo>
                  <a:pt x="192015" y="111288"/>
                </a:lnTo>
                <a:lnTo>
                  <a:pt x="191711" y="111327"/>
                </a:lnTo>
                <a:lnTo>
                  <a:pt x="191403" y="111359"/>
                </a:lnTo>
                <a:lnTo>
                  <a:pt x="191091" y="111384"/>
                </a:lnTo>
                <a:lnTo>
                  <a:pt x="190776" y="111401"/>
                </a:lnTo>
                <a:lnTo>
                  <a:pt x="190457" y="111412"/>
                </a:lnTo>
                <a:lnTo>
                  <a:pt x="190135" y="111415"/>
                </a:lnTo>
                <a:lnTo>
                  <a:pt x="189953" y="111413"/>
                </a:lnTo>
                <a:lnTo>
                  <a:pt x="189774" y="111407"/>
                </a:lnTo>
                <a:lnTo>
                  <a:pt x="189598" y="111397"/>
                </a:lnTo>
                <a:lnTo>
                  <a:pt x="189425" y="111382"/>
                </a:lnTo>
                <a:lnTo>
                  <a:pt x="189255" y="111364"/>
                </a:lnTo>
                <a:lnTo>
                  <a:pt x="189088" y="111341"/>
                </a:lnTo>
                <a:lnTo>
                  <a:pt x="188924" y="111315"/>
                </a:lnTo>
                <a:lnTo>
                  <a:pt x="188763" y="111284"/>
                </a:lnTo>
                <a:lnTo>
                  <a:pt x="188605" y="111249"/>
                </a:lnTo>
                <a:lnTo>
                  <a:pt x="188450" y="111210"/>
                </a:lnTo>
                <a:lnTo>
                  <a:pt x="188297" y="111167"/>
                </a:lnTo>
                <a:lnTo>
                  <a:pt x="188148" y="111119"/>
                </a:lnTo>
                <a:lnTo>
                  <a:pt x="188001" y="111068"/>
                </a:lnTo>
                <a:lnTo>
                  <a:pt x="187858" y="111013"/>
                </a:lnTo>
                <a:lnTo>
                  <a:pt x="187717" y="110953"/>
                </a:lnTo>
                <a:lnTo>
                  <a:pt x="187580" y="110889"/>
                </a:lnTo>
                <a:lnTo>
                  <a:pt x="187445" y="110821"/>
                </a:lnTo>
                <a:lnTo>
                  <a:pt x="187313" y="110750"/>
                </a:lnTo>
                <a:lnTo>
                  <a:pt x="187184" y="110674"/>
                </a:lnTo>
                <a:lnTo>
                  <a:pt x="187058" y="110593"/>
                </a:lnTo>
                <a:lnTo>
                  <a:pt x="186935" y="110509"/>
                </a:lnTo>
                <a:lnTo>
                  <a:pt x="186815" y="110421"/>
                </a:lnTo>
                <a:lnTo>
                  <a:pt x="186698" y="110328"/>
                </a:lnTo>
                <a:lnTo>
                  <a:pt x="186584" y="110232"/>
                </a:lnTo>
                <a:lnTo>
                  <a:pt x="186474" y="110131"/>
                </a:lnTo>
                <a:lnTo>
                  <a:pt x="186368" y="110024"/>
                </a:lnTo>
                <a:lnTo>
                  <a:pt x="186267" y="109912"/>
                </a:lnTo>
                <a:lnTo>
                  <a:pt x="186171" y="109795"/>
                </a:lnTo>
                <a:lnTo>
                  <a:pt x="186079" y="109673"/>
                </a:lnTo>
                <a:lnTo>
                  <a:pt x="185992" y="109545"/>
                </a:lnTo>
                <a:lnTo>
                  <a:pt x="185910" y="109412"/>
                </a:lnTo>
                <a:lnTo>
                  <a:pt x="185833" y="109274"/>
                </a:lnTo>
                <a:lnTo>
                  <a:pt x="185760" y="109130"/>
                </a:lnTo>
                <a:lnTo>
                  <a:pt x="185692" y="108981"/>
                </a:lnTo>
                <a:lnTo>
                  <a:pt x="185628" y="108827"/>
                </a:lnTo>
                <a:lnTo>
                  <a:pt x="185570" y="108668"/>
                </a:lnTo>
                <a:lnTo>
                  <a:pt x="185516" y="108503"/>
                </a:lnTo>
                <a:lnTo>
                  <a:pt x="185466" y="108333"/>
                </a:lnTo>
                <a:lnTo>
                  <a:pt x="185422" y="108158"/>
                </a:lnTo>
                <a:lnTo>
                  <a:pt x="185382" y="107978"/>
                </a:lnTo>
                <a:lnTo>
                  <a:pt x="185347" y="107792"/>
                </a:lnTo>
                <a:lnTo>
                  <a:pt x="185316" y="107601"/>
                </a:lnTo>
                <a:lnTo>
                  <a:pt x="185290" y="107404"/>
                </a:lnTo>
                <a:lnTo>
                  <a:pt x="185269" y="107203"/>
                </a:lnTo>
                <a:lnTo>
                  <a:pt x="185253" y="106996"/>
                </a:lnTo>
                <a:lnTo>
                  <a:pt x="185241" y="106784"/>
                </a:lnTo>
                <a:lnTo>
                  <a:pt x="185234" y="106566"/>
                </a:lnTo>
                <a:lnTo>
                  <a:pt x="185232" y="106343"/>
                </a:lnTo>
                <a:lnTo>
                  <a:pt x="185232" y="60526"/>
                </a:lnTo>
                <a:lnTo>
                  <a:pt x="185216" y="59411"/>
                </a:lnTo>
                <a:lnTo>
                  <a:pt x="185170" y="58320"/>
                </a:lnTo>
                <a:lnTo>
                  <a:pt x="185094" y="57253"/>
                </a:lnTo>
                <a:lnTo>
                  <a:pt x="184987" y="56210"/>
                </a:lnTo>
                <a:lnTo>
                  <a:pt x="184850" y="55191"/>
                </a:lnTo>
                <a:lnTo>
                  <a:pt x="184682" y="54197"/>
                </a:lnTo>
                <a:lnTo>
                  <a:pt x="184484" y="53226"/>
                </a:lnTo>
                <a:lnTo>
                  <a:pt x="184255" y="52279"/>
                </a:lnTo>
                <a:lnTo>
                  <a:pt x="183995" y="51357"/>
                </a:lnTo>
                <a:lnTo>
                  <a:pt x="183705" y="50458"/>
                </a:lnTo>
                <a:lnTo>
                  <a:pt x="183385" y="49584"/>
                </a:lnTo>
                <a:lnTo>
                  <a:pt x="183034" y="48734"/>
                </a:lnTo>
                <a:lnTo>
                  <a:pt x="182652" y="47907"/>
                </a:lnTo>
                <a:lnTo>
                  <a:pt x="182240" y="47105"/>
                </a:lnTo>
                <a:lnTo>
                  <a:pt x="181797" y="46327"/>
                </a:lnTo>
                <a:lnTo>
                  <a:pt x="181324" y="45573"/>
                </a:lnTo>
                <a:lnTo>
                  <a:pt x="180821" y="44843"/>
                </a:lnTo>
                <a:lnTo>
                  <a:pt x="180286" y="44137"/>
                </a:lnTo>
                <a:lnTo>
                  <a:pt x="179722" y="43455"/>
                </a:lnTo>
                <a:lnTo>
                  <a:pt x="179126" y="42797"/>
                </a:lnTo>
                <a:lnTo>
                  <a:pt x="178501" y="42164"/>
                </a:lnTo>
                <a:lnTo>
                  <a:pt x="177844" y="41554"/>
                </a:lnTo>
                <a:lnTo>
                  <a:pt x="177157" y="40969"/>
                </a:lnTo>
                <a:lnTo>
                  <a:pt x="176440" y="40407"/>
                </a:lnTo>
                <a:lnTo>
                  <a:pt x="175707" y="39869"/>
                </a:lnTo>
                <a:lnTo>
                  <a:pt x="174944" y="39354"/>
                </a:lnTo>
                <a:lnTo>
                  <a:pt x="174152" y="38862"/>
                </a:lnTo>
                <a:lnTo>
                  <a:pt x="173331" y="38392"/>
                </a:lnTo>
                <a:lnTo>
                  <a:pt x="172480" y="37946"/>
                </a:lnTo>
                <a:lnTo>
                  <a:pt x="171601" y="37522"/>
                </a:lnTo>
                <a:lnTo>
                  <a:pt x="170691" y="37122"/>
                </a:lnTo>
                <a:lnTo>
                  <a:pt x="169753" y="36744"/>
                </a:lnTo>
                <a:lnTo>
                  <a:pt x="168784" y="36389"/>
                </a:lnTo>
                <a:lnTo>
                  <a:pt x="167787" y="36057"/>
                </a:lnTo>
                <a:lnTo>
                  <a:pt x="166760" y="35748"/>
                </a:lnTo>
                <a:lnTo>
                  <a:pt x="165704" y="35462"/>
                </a:lnTo>
                <a:lnTo>
                  <a:pt x="164619" y="35199"/>
                </a:lnTo>
                <a:lnTo>
                  <a:pt x="163504" y="34958"/>
                </a:lnTo>
                <a:lnTo>
                  <a:pt x="162360" y="34741"/>
                </a:lnTo>
                <a:lnTo>
                  <a:pt x="161186" y="34546"/>
                </a:lnTo>
                <a:lnTo>
                  <a:pt x="159984" y="34374"/>
                </a:lnTo>
                <a:lnTo>
                  <a:pt x="158751" y="34226"/>
                </a:lnTo>
                <a:lnTo>
                  <a:pt x="157490" y="34100"/>
                </a:lnTo>
                <a:lnTo>
                  <a:pt x="156199" y="33997"/>
                </a:lnTo>
                <a:lnTo>
                  <a:pt x="154879" y="33916"/>
                </a:lnTo>
                <a:lnTo>
                  <a:pt x="153529" y="33859"/>
                </a:lnTo>
                <a:lnTo>
                  <a:pt x="152150" y="33825"/>
                </a:lnTo>
                <a:lnTo>
                  <a:pt x="150742" y="33813"/>
                </a:lnTo>
                <a:lnTo>
                  <a:pt x="149415" y="33825"/>
                </a:lnTo>
                <a:lnTo>
                  <a:pt x="148110" y="33859"/>
                </a:lnTo>
                <a:lnTo>
                  <a:pt x="146827" y="33916"/>
                </a:lnTo>
                <a:lnTo>
                  <a:pt x="145567" y="33997"/>
                </a:lnTo>
                <a:lnTo>
                  <a:pt x="144328" y="34100"/>
                </a:lnTo>
                <a:lnTo>
                  <a:pt x="143113" y="34226"/>
                </a:lnTo>
                <a:lnTo>
                  <a:pt x="141919" y="34374"/>
                </a:lnTo>
                <a:lnTo>
                  <a:pt x="140748" y="34546"/>
                </a:lnTo>
                <a:lnTo>
                  <a:pt x="139599" y="34741"/>
                </a:lnTo>
                <a:lnTo>
                  <a:pt x="138473" y="34958"/>
                </a:lnTo>
                <a:lnTo>
                  <a:pt x="137369" y="35199"/>
                </a:lnTo>
                <a:lnTo>
                  <a:pt x="136287" y="35462"/>
                </a:lnTo>
                <a:lnTo>
                  <a:pt x="135227" y="35748"/>
                </a:lnTo>
                <a:lnTo>
                  <a:pt x="134190" y="36057"/>
                </a:lnTo>
                <a:lnTo>
                  <a:pt x="133175" y="36389"/>
                </a:lnTo>
                <a:lnTo>
                  <a:pt x="132182" y="36744"/>
                </a:lnTo>
                <a:lnTo>
                  <a:pt x="131212" y="37122"/>
                </a:lnTo>
                <a:lnTo>
                  <a:pt x="130264" y="37522"/>
                </a:lnTo>
                <a:lnTo>
                  <a:pt x="129338" y="37946"/>
                </a:lnTo>
                <a:lnTo>
                  <a:pt x="128434" y="38392"/>
                </a:lnTo>
                <a:lnTo>
                  <a:pt x="127553" y="38862"/>
                </a:lnTo>
                <a:lnTo>
                  <a:pt x="126694" y="39354"/>
                </a:lnTo>
                <a:lnTo>
                  <a:pt x="125858" y="39869"/>
                </a:lnTo>
                <a:lnTo>
                  <a:pt x="125044" y="40407"/>
                </a:lnTo>
                <a:lnTo>
                  <a:pt x="124271" y="40964"/>
                </a:lnTo>
                <a:lnTo>
                  <a:pt x="123531" y="41538"/>
                </a:lnTo>
                <a:lnTo>
                  <a:pt x="122825" y="42127"/>
                </a:lnTo>
                <a:lnTo>
                  <a:pt x="122151" y="42732"/>
                </a:lnTo>
                <a:lnTo>
                  <a:pt x="121510" y="43353"/>
                </a:lnTo>
                <a:lnTo>
                  <a:pt x="120901" y="43989"/>
                </a:lnTo>
                <a:lnTo>
                  <a:pt x="120326" y="44642"/>
                </a:lnTo>
                <a:lnTo>
                  <a:pt x="119784" y="45310"/>
                </a:lnTo>
                <a:lnTo>
                  <a:pt x="119274" y="45994"/>
                </a:lnTo>
                <a:lnTo>
                  <a:pt x="118798" y="46694"/>
                </a:lnTo>
                <a:lnTo>
                  <a:pt x="118354" y="47410"/>
                </a:lnTo>
                <a:lnTo>
                  <a:pt x="117943" y="48142"/>
                </a:lnTo>
                <a:lnTo>
                  <a:pt x="117565" y="48889"/>
                </a:lnTo>
                <a:lnTo>
                  <a:pt x="117220" y="49653"/>
                </a:lnTo>
                <a:lnTo>
                  <a:pt x="116907" y="50432"/>
                </a:lnTo>
                <a:lnTo>
                  <a:pt x="116628" y="51227"/>
                </a:lnTo>
                <a:lnTo>
                  <a:pt x="116381" y="52038"/>
                </a:lnTo>
                <a:lnTo>
                  <a:pt x="116168" y="52865"/>
                </a:lnTo>
                <a:lnTo>
                  <a:pt x="115987" y="53708"/>
                </a:lnTo>
                <a:lnTo>
                  <a:pt x="115839" y="54566"/>
                </a:lnTo>
                <a:lnTo>
                  <a:pt x="115724" y="55441"/>
                </a:lnTo>
                <a:lnTo>
                  <a:pt x="115642" y="56331"/>
                </a:lnTo>
                <a:lnTo>
                  <a:pt x="115592" y="57237"/>
                </a:lnTo>
                <a:lnTo>
                  <a:pt x="115576" y="58159"/>
                </a:lnTo>
                <a:lnTo>
                  <a:pt x="115576" y="58186"/>
                </a:lnTo>
                <a:lnTo>
                  <a:pt x="115575" y="58211"/>
                </a:lnTo>
                <a:lnTo>
                  <a:pt x="115573" y="58233"/>
                </a:lnTo>
                <a:lnTo>
                  <a:pt x="115571" y="58253"/>
                </a:lnTo>
                <a:lnTo>
                  <a:pt x="115569" y="58271"/>
                </a:lnTo>
                <a:lnTo>
                  <a:pt x="115565" y="58286"/>
                </a:lnTo>
                <a:lnTo>
                  <a:pt x="115561" y="58299"/>
                </a:lnTo>
                <a:lnTo>
                  <a:pt x="115557" y="58309"/>
                </a:lnTo>
                <a:lnTo>
                  <a:pt x="115552" y="58318"/>
                </a:lnTo>
                <a:lnTo>
                  <a:pt x="115547" y="58323"/>
                </a:lnTo>
                <a:lnTo>
                  <a:pt x="115540" y="58327"/>
                </a:lnTo>
                <a:lnTo>
                  <a:pt x="115534" y="58328"/>
                </a:lnTo>
                <a:lnTo>
                  <a:pt x="115526" y="58327"/>
                </a:lnTo>
                <a:lnTo>
                  <a:pt x="115518" y="58323"/>
                </a:lnTo>
                <a:lnTo>
                  <a:pt x="115510" y="58318"/>
                </a:lnTo>
                <a:lnTo>
                  <a:pt x="115501" y="58309"/>
                </a:lnTo>
                <a:lnTo>
                  <a:pt x="115491" y="58299"/>
                </a:lnTo>
                <a:lnTo>
                  <a:pt x="115481" y="58286"/>
                </a:lnTo>
                <a:lnTo>
                  <a:pt x="115470" y="58271"/>
                </a:lnTo>
                <a:lnTo>
                  <a:pt x="115458" y="58253"/>
                </a:lnTo>
                <a:lnTo>
                  <a:pt x="115446" y="58233"/>
                </a:lnTo>
                <a:lnTo>
                  <a:pt x="115434" y="58211"/>
                </a:lnTo>
                <a:lnTo>
                  <a:pt x="115421" y="58186"/>
                </a:lnTo>
                <a:lnTo>
                  <a:pt x="115407" y="58159"/>
                </a:lnTo>
                <a:lnTo>
                  <a:pt x="115407" y="58194"/>
                </a:lnTo>
                <a:lnTo>
                  <a:pt x="115407" y="58259"/>
                </a:lnTo>
                <a:lnTo>
                  <a:pt x="115407" y="58328"/>
                </a:lnTo>
                <a:lnTo>
                  <a:pt x="115421" y="58402"/>
                </a:lnTo>
                <a:lnTo>
                  <a:pt x="115436" y="58482"/>
                </a:lnTo>
                <a:close/>
                <a:moveTo>
                  <a:pt x="142401" y="111438"/>
                </a:moveTo>
                <a:lnTo>
                  <a:pt x="141792" y="111373"/>
                </a:lnTo>
                <a:lnTo>
                  <a:pt x="141197" y="111297"/>
                </a:lnTo>
                <a:lnTo>
                  <a:pt x="140617" y="111209"/>
                </a:lnTo>
                <a:lnTo>
                  <a:pt x="140051" y="111109"/>
                </a:lnTo>
                <a:lnTo>
                  <a:pt x="139500" y="110997"/>
                </a:lnTo>
                <a:lnTo>
                  <a:pt x="138964" y="110874"/>
                </a:lnTo>
                <a:lnTo>
                  <a:pt x="138442" y="110739"/>
                </a:lnTo>
                <a:lnTo>
                  <a:pt x="137935" y="110592"/>
                </a:lnTo>
                <a:lnTo>
                  <a:pt x="137443" y="110434"/>
                </a:lnTo>
                <a:lnTo>
                  <a:pt x="136966" y="110263"/>
                </a:lnTo>
                <a:lnTo>
                  <a:pt x="136503" y="110082"/>
                </a:lnTo>
                <a:lnTo>
                  <a:pt x="136054" y="109888"/>
                </a:lnTo>
                <a:lnTo>
                  <a:pt x="135621" y="109682"/>
                </a:lnTo>
                <a:lnTo>
                  <a:pt x="135202" y="109465"/>
                </a:lnTo>
                <a:lnTo>
                  <a:pt x="134798" y="109236"/>
                </a:lnTo>
                <a:lnTo>
                  <a:pt x="134408" y="108995"/>
                </a:lnTo>
                <a:lnTo>
                  <a:pt x="134034" y="108743"/>
                </a:lnTo>
                <a:lnTo>
                  <a:pt x="133673" y="108479"/>
                </a:lnTo>
                <a:lnTo>
                  <a:pt x="133328" y="108203"/>
                </a:lnTo>
                <a:lnTo>
                  <a:pt x="133011" y="107915"/>
                </a:lnTo>
                <a:lnTo>
                  <a:pt x="132707" y="107616"/>
                </a:lnTo>
                <a:lnTo>
                  <a:pt x="132417" y="107305"/>
                </a:lnTo>
                <a:lnTo>
                  <a:pt x="132140" y="106982"/>
                </a:lnTo>
                <a:lnTo>
                  <a:pt x="131876" y="106647"/>
                </a:lnTo>
                <a:lnTo>
                  <a:pt x="131627" y="106301"/>
                </a:lnTo>
                <a:lnTo>
                  <a:pt x="131390" y="105943"/>
                </a:lnTo>
                <a:lnTo>
                  <a:pt x="131168" y="105573"/>
                </a:lnTo>
                <a:lnTo>
                  <a:pt x="130958" y="105191"/>
                </a:lnTo>
                <a:lnTo>
                  <a:pt x="130763" y="104798"/>
                </a:lnTo>
                <a:lnTo>
                  <a:pt x="130580" y="104393"/>
                </a:lnTo>
                <a:lnTo>
                  <a:pt x="130412" y="103976"/>
                </a:lnTo>
                <a:lnTo>
                  <a:pt x="130256" y="103548"/>
                </a:lnTo>
                <a:lnTo>
                  <a:pt x="130114" y="103107"/>
                </a:lnTo>
                <a:lnTo>
                  <a:pt x="129986" y="102655"/>
                </a:lnTo>
                <a:lnTo>
                  <a:pt x="129871" y="102192"/>
                </a:lnTo>
                <a:lnTo>
                  <a:pt x="129770" y="101716"/>
                </a:lnTo>
                <a:lnTo>
                  <a:pt x="129682" y="101229"/>
                </a:lnTo>
                <a:lnTo>
                  <a:pt x="129608" y="100730"/>
                </a:lnTo>
                <a:lnTo>
                  <a:pt x="129547" y="100219"/>
                </a:lnTo>
                <a:lnTo>
                  <a:pt x="129500" y="99697"/>
                </a:lnTo>
                <a:lnTo>
                  <a:pt x="129466" y="99163"/>
                </a:lnTo>
                <a:lnTo>
                  <a:pt x="129446" y="98617"/>
                </a:lnTo>
                <a:lnTo>
                  <a:pt x="129439" y="98059"/>
                </a:lnTo>
                <a:lnTo>
                  <a:pt x="129446" y="97515"/>
                </a:lnTo>
                <a:lnTo>
                  <a:pt x="129464" y="96981"/>
                </a:lnTo>
                <a:lnTo>
                  <a:pt x="129495" y="96458"/>
                </a:lnTo>
                <a:lnTo>
                  <a:pt x="129538" y="95946"/>
                </a:lnTo>
                <a:lnTo>
                  <a:pt x="129593" y="95444"/>
                </a:lnTo>
                <a:lnTo>
                  <a:pt x="129661" y="94952"/>
                </a:lnTo>
                <a:lnTo>
                  <a:pt x="129741" y="94472"/>
                </a:lnTo>
                <a:lnTo>
                  <a:pt x="129834" y="94001"/>
                </a:lnTo>
                <a:lnTo>
                  <a:pt x="129939" y="93542"/>
                </a:lnTo>
                <a:lnTo>
                  <a:pt x="130056" y="93093"/>
                </a:lnTo>
                <a:lnTo>
                  <a:pt x="130185" y="92654"/>
                </a:lnTo>
                <a:lnTo>
                  <a:pt x="130327" y="92226"/>
                </a:lnTo>
                <a:lnTo>
                  <a:pt x="130481" y="91809"/>
                </a:lnTo>
                <a:lnTo>
                  <a:pt x="130647" y="91402"/>
                </a:lnTo>
                <a:lnTo>
                  <a:pt x="130826" y="91006"/>
                </a:lnTo>
                <a:lnTo>
                  <a:pt x="131017" y="90620"/>
                </a:lnTo>
                <a:lnTo>
                  <a:pt x="131221" y="90245"/>
                </a:lnTo>
                <a:lnTo>
                  <a:pt x="131436" y="89880"/>
                </a:lnTo>
                <a:lnTo>
                  <a:pt x="131665" y="89526"/>
                </a:lnTo>
                <a:lnTo>
                  <a:pt x="131905" y="89183"/>
                </a:lnTo>
                <a:lnTo>
                  <a:pt x="132158" y="88850"/>
                </a:lnTo>
                <a:lnTo>
                  <a:pt x="132423" y="88528"/>
                </a:lnTo>
                <a:lnTo>
                  <a:pt x="132700" y="88216"/>
                </a:lnTo>
                <a:lnTo>
                  <a:pt x="132990" y="87915"/>
                </a:lnTo>
                <a:lnTo>
                  <a:pt x="133308" y="87609"/>
                </a:lnTo>
                <a:lnTo>
                  <a:pt x="133643" y="87310"/>
                </a:lnTo>
                <a:lnTo>
                  <a:pt x="133994" y="87019"/>
                </a:lnTo>
                <a:lnTo>
                  <a:pt x="134361" y="86736"/>
                </a:lnTo>
                <a:lnTo>
                  <a:pt x="134745" y="86461"/>
                </a:lnTo>
                <a:lnTo>
                  <a:pt x="135145" y="86193"/>
                </a:lnTo>
                <a:lnTo>
                  <a:pt x="135562" y="85932"/>
                </a:lnTo>
                <a:lnTo>
                  <a:pt x="135995" y="85679"/>
                </a:lnTo>
                <a:lnTo>
                  <a:pt x="136445" y="85434"/>
                </a:lnTo>
                <a:lnTo>
                  <a:pt x="136911" y="85197"/>
                </a:lnTo>
                <a:lnTo>
                  <a:pt x="137394" y="84967"/>
                </a:lnTo>
                <a:lnTo>
                  <a:pt x="137893" y="84745"/>
                </a:lnTo>
                <a:lnTo>
                  <a:pt x="138408" y="84530"/>
                </a:lnTo>
                <a:lnTo>
                  <a:pt x="138940" y="84323"/>
                </a:lnTo>
                <a:lnTo>
                  <a:pt x="139488" y="84124"/>
                </a:lnTo>
                <a:lnTo>
                  <a:pt x="140053" y="83932"/>
                </a:lnTo>
                <a:lnTo>
                  <a:pt x="140634" y="83748"/>
                </a:lnTo>
                <a:lnTo>
                  <a:pt x="141232" y="83572"/>
                </a:lnTo>
                <a:lnTo>
                  <a:pt x="141846" y="83403"/>
                </a:lnTo>
                <a:lnTo>
                  <a:pt x="142476" y="83242"/>
                </a:lnTo>
                <a:lnTo>
                  <a:pt x="143123" y="83089"/>
                </a:lnTo>
                <a:lnTo>
                  <a:pt x="143787" y="82943"/>
                </a:lnTo>
                <a:lnTo>
                  <a:pt x="144466" y="82804"/>
                </a:lnTo>
                <a:lnTo>
                  <a:pt x="145163" y="82674"/>
                </a:lnTo>
                <a:lnTo>
                  <a:pt x="145891" y="82536"/>
                </a:lnTo>
                <a:lnTo>
                  <a:pt x="146641" y="82404"/>
                </a:lnTo>
                <a:lnTo>
                  <a:pt x="147411" y="82278"/>
                </a:lnTo>
                <a:lnTo>
                  <a:pt x="148201" y="82157"/>
                </a:lnTo>
                <a:lnTo>
                  <a:pt x="149012" y="82043"/>
                </a:lnTo>
                <a:lnTo>
                  <a:pt x="149844" y="81934"/>
                </a:lnTo>
                <a:lnTo>
                  <a:pt x="150696" y="81831"/>
                </a:lnTo>
                <a:lnTo>
                  <a:pt x="151568" y="81735"/>
                </a:lnTo>
                <a:lnTo>
                  <a:pt x="152462" y="81644"/>
                </a:lnTo>
                <a:lnTo>
                  <a:pt x="153375" y="81558"/>
                </a:lnTo>
                <a:lnTo>
                  <a:pt x="154310" y="81479"/>
                </a:lnTo>
                <a:lnTo>
                  <a:pt x="155264" y="81406"/>
                </a:lnTo>
                <a:lnTo>
                  <a:pt x="156240" y="81338"/>
                </a:lnTo>
                <a:lnTo>
                  <a:pt x="157236" y="81277"/>
                </a:lnTo>
                <a:lnTo>
                  <a:pt x="158252" y="81221"/>
                </a:lnTo>
                <a:lnTo>
                  <a:pt x="159289" y="81171"/>
                </a:lnTo>
                <a:lnTo>
                  <a:pt x="160347" y="81127"/>
                </a:lnTo>
                <a:lnTo>
                  <a:pt x="161425" y="81089"/>
                </a:lnTo>
                <a:lnTo>
                  <a:pt x="162523" y="81057"/>
                </a:lnTo>
                <a:lnTo>
                  <a:pt x="163643" y="81030"/>
                </a:lnTo>
                <a:lnTo>
                  <a:pt x="164782" y="81010"/>
                </a:lnTo>
                <a:lnTo>
                  <a:pt x="165943" y="80995"/>
                </a:lnTo>
                <a:lnTo>
                  <a:pt x="167123" y="80986"/>
                </a:lnTo>
                <a:lnTo>
                  <a:pt x="168325" y="80983"/>
                </a:lnTo>
                <a:lnTo>
                  <a:pt x="168325" y="86224"/>
                </a:lnTo>
                <a:lnTo>
                  <a:pt x="168320" y="86814"/>
                </a:lnTo>
                <a:lnTo>
                  <a:pt x="168307" y="87398"/>
                </a:lnTo>
                <a:lnTo>
                  <a:pt x="168285" y="87978"/>
                </a:lnTo>
                <a:lnTo>
                  <a:pt x="168254" y="88554"/>
                </a:lnTo>
                <a:lnTo>
                  <a:pt x="168215" y="89124"/>
                </a:lnTo>
                <a:lnTo>
                  <a:pt x="168166" y="89690"/>
                </a:lnTo>
                <a:lnTo>
                  <a:pt x="168109" y="90251"/>
                </a:lnTo>
                <a:lnTo>
                  <a:pt x="168043" y="90808"/>
                </a:lnTo>
                <a:lnTo>
                  <a:pt x="167968" y="91360"/>
                </a:lnTo>
                <a:lnTo>
                  <a:pt x="167885" y="91907"/>
                </a:lnTo>
                <a:lnTo>
                  <a:pt x="167792" y="92449"/>
                </a:lnTo>
                <a:lnTo>
                  <a:pt x="167691" y="92987"/>
                </a:lnTo>
                <a:lnTo>
                  <a:pt x="167581" y="93520"/>
                </a:lnTo>
                <a:lnTo>
                  <a:pt x="167462" y="94048"/>
                </a:lnTo>
                <a:lnTo>
                  <a:pt x="167334" y="94572"/>
                </a:lnTo>
                <a:lnTo>
                  <a:pt x="167198" y="95091"/>
                </a:lnTo>
                <a:lnTo>
                  <a:pt x="167052" y="95605"/>
                </a:lnTo>
                <a:lnTo>
                  <a:pt x="166898" y="96115"/>
                </a:lnTo>
                <a:lnTo>
                  <a:pt x="166735" y="96620"/>
                </a:lnTo>
                <a:lnTo>
                  <a:pt x="166564" y="97120"/>
                </a:lnTo>
                <a:lnTo>
                  <a:pt x="166383" y="97615"/>
                </a:lnTo>
                <a:lnTo>
                  <a:pt x="166194" y="98106"/>
                </a:lnTo>
                <a:lnTo>
                  <a:pt x="165996" y="98592"/>
                </a:lnTo>
                <a:lnTo>
                  <a:pt x="165789" y="99073"/>
                </a:lnTo>
                <a:lnTo>
                  <a:pt x="165587" y="99548"/>
                </a:lnTo>
                <a:lnTo>
                  <a:pt x="165376" y="100015"/>
                </a:lnTo>
                <a:lnTo>
                  <a:pt x="165155" y="100473"/>
                </a:lnTo>
                <a:lnTo>
                  <a:pt x="164925" y="100924"/>
                </a:lnTo>
                <a:lnTo>
                  <a:pt x="164685" y="101366"/>
                </a:lnTo>
                <a:lnTo>
                  <a:pt x="164436" y="101800"/>
                </a:lnTo>
                <a:lnTo>
                  <a:pt x="164178" y="102225"/>
                </a:lnTo>
                <a:lnTo>
                  <a:pt x="163910" y="102643"/>
                </a:lnTo>
                <a:lnTo>
                  <a:pt x="163633" y="103052"/>
                </a:lnTo>
                <a:lnTo>
                  <a:pt x="163347" y="103453"/>
                </a:lnTo>
                <a:lnTo>
                  <a:pt x="163051" y="103845"/>
                </a:lnTo>
                <a:lnTo>
                  <a:pt x="162746" y="104230"/>
                </a:lnTo>
                <a:lnTo>
                  <a:pt x="162431" y="104606"/>
                </a:lnTo>
                <a:lnTo>
                  <a:pt x="162107" y="104974"/>
                </a:lnTo>
                <a:lnTo>
                  <a:pt x="161773" y="105334"/>
                </a:lnTo>
                <a:lnTo>
                  <a:pt x="161431" y="105686"/>
                </a:lnTo>
                <a:lnTo>
                  <a:pt x="161078" y="106029"/>
                </a:lnTo>
                <a:lnTo>
                  <a:pt x="160717" y="106364"/>
                </a:lnTo>
                <a:lnTo>
                  <a:pt x="160346" y="106691"/>
                </a:lnTo>
                <a:lnTo>
                  <a:pt x="159965" y="107010"/>
                </a:lnTo>
                <a:lnTo>
                  <a:pt x="159576" y="107321"/>
                </a:lnTo>
                <a:lnTo>
                  <a:pt x="159176" y="107623"/>
                </a:lnTo>
                <a:lnTo>
                  <a:pt x="158768" y="107917"/>
                </a:lnTo>
                <a:lnTo>
                  <a:pt x="158350" y="108203"/>
                </a:lnTo>
                <a:lnTo>
                  <a:pt x="157936" y="108479"/>
                </a:lnTo>
                <a:lnTo>
                  <a:pt x="157513" y="108743"/>
                </a:lnTo>
                <a:lnTo>
                  <a:pt x="157079" y="108995"/>
                </a:lnTo>
                <a:lnTo>
                  <a:pt x="156636" y="109236"/>
                </a:lnTo>
                <a:lnTo>
                  <a:pt x="156182" y="109465"/>
                </a:lnTo>
                <a:lnTo>
                  <a:pt x="155719" y="109682"/>
                </a:lnTo>
                <a:lnTo>
                  <a:pt x="155245" y="109888"/>
                </a:lnTo>
                <a:lnTo>
                  <a:pt x="154762" y="110082"/>
                </a:lnTo>
                <a:lnTo>
                  <a:pt x="154268" y="110263"/>
                </a:lnTo>
                <a:lnTo>
                  <a:pt x="153765" y="110434"/>
                </a:lnTo>
                <a:lnTo>
                  <a:pt x="153252" y="110592"/>
                </a:lnTo>
                <a:lnTo>
                  <a:pt x="152728" y="110739"/>
                </a:lnTo>
                <a:lnTo>
                  <a:pt x="152195" y="110874"/>
                </a:lnTo>
                <a:lnTo>
                  <a:pt x="151652" y="110997"/>
                </a:lnTo>
                <a:lnTo>
                  <a:pt x="151098" y="111109"/>
                </a:lnTo>
                <a:lnTo>
                  <a:pt x="150535" y="111209"/>
                </a:lnTo>
                <a:lnTo>
                  <a:pt x="149962" y="111297"/>
                </a:lnTo>
                <a:lnTo>
                  <a:pt x="149379" y="111373"/>
                </a:lnTo>
                <a:lnTo>
                  <a:pt x="148786" y="111438"/>
                </a:lnTo>
                <a:lnTo>
                  <a:pt x="148182" y="111490"/>
                </a:lnTo>
                <a:lnTo>
                  <a:pt x="147569" y="111531"/>
                </a:lnTo>
                <a:lnTo>
                  <a:pt x="146946" y="111561"/>
                </a:lnTo>
                <a:lnTo>
                  <a:pt x="146313" y="111578"/>
                </a:lnTo>
                <a:lnTo>
                  <a:pt x="145670" y="111584"/>
                </a:lnTo>
                <a:lnTo>
                  <a:pt x="144987" y="111578"/>
                </a:lnTo>
                <a:lnTo>
                  <a:pt x="144318" y="111561"/>
                </a:lnTo>
                <a:lnTo>
                  <a:pt x="143665" y="111531"/>
                </a:lnTo>
                <a:lnTo>
                  <a:pt x="143026" y="111490"/>
                </a:lnTo>
                <a:lnTo>
                  <a:pt x="142401" y="111438"/>
                </a:lnTo>
                <a:close/>
                <a:moveTo>
                  <a:pt x="318185" y="58482"/>
                </a:moveTo>
                <a:lnTo>
                  <a:pt x="318200" y="58569"/>
                </a:lnTo>
                <a:lnTo>
                  <a:pt x="318216" y="58662"/>
                </a:lnTo>
                <a:lnTo>
                  <a:pt x="318233" y="58761"/>
                </a:lnTo>
                <a:lnTo>
                  <a:pt x="318250" y="58867"/>
                </a:lnTo>
                <a:lnTo>
                  <a:pt x="318268" y="58979"/>
                </a:lnTo>
                <a:lnTo>
                  <a:pt x="318287" y="59098"/>
                </a:lnTo>
                <a:lnTo>
                  <a:pt x="318306" y="59224"/>
                </a:lnTo>
                <a:lnTo>
                  <a:pt x="318326" y="59355"/>
                </a:lnTo>
                <a:lnTo>
                  <a:pt x="318346" y="59494"/>
                </a:lnTo>
                <a:lnTo>
                  <a:pt x="318367" y="59638"/>
                </a:lnTo>
                <a:lnTo>
                  <a:pt x="318388" y="59790"/>
                </a:lnTo>
                <a:lnTo>
                  <a:pt x="318410" y="59947"/>
                </a:lnTo>
                <a:lnTo>
                  <a:pt x="318433" y="60111"/>
                </a:lnTo>
                <a:lnTo>
                  <a:pt x="318456" y="60282"/>
                </a:lnTo>
                <a:lnTo>
                  <a:pt x="318480" y="60459"/>
                </a:lnTo>
                <a:lnTo>
                  <a:pt x="318504" y="60642"/>
                </a:lnTo>
                <a:lnTo>
                  <a:pt x="318529" y="60832"/>
                </a:lnTo>
                <a:lnTo>
                  <a:pt x="318554" y="61029"/>
                </a:lnTo>
                <a:lnTo>
                  <a:pt x="318581" y="61231"/>
                </a:lnTo>
                <a:lnTo>
                  <a:pt x="318607" y="61441"/>
                </a:lnTo>
                <a:lnTo>
                  <a:pt x="318635" y="61656"/>
                </a:lnTo>
                <a:lnTo>
                  <a:pt x="318663" y="61879"/>
                </a:lnTo>
                <a:lnTo>
                  <a:pt x="334217" y="61879"/>
                </a:lnTo>
                <a:lnTo>
                  <a:pt x="334217" y="59850"/>
                </a:lnTo>
                <a:lnTo>
                  <a:pt x="334225" y="59291"/>
                </a:lnTo>
                <a:lnTo>
                  <a:pt x="334251" y="58744"/>
                </a:lnTo>
                <a:lnTo>
                  <a:pt x="334293" y="58207"/>
                </a:lnTo>
                <a:lnTo>
                  <a:pt x="334353" y="57680"/>
                </a:lnTo>
                <a:lnTo>
                  <a:pt x="334429" y="57164"/>
                </a:lnTo>
                <a:lnTo>
                  <a:pt x="334523" y="56659"/>
                </a:lnTo>
                <a:lnTo>
                  <a:pt x="334634" y="56164"/>
                </a:lnTo>
                <a:lnTo>
                  <a:pt x="334761" y="55679"/>
                </a:lnTo>
                <a:lnTo>
                  <a:pt x="334906" y="55206"/>
                </a:lnTo>
                <a:lnTo>
                  <a:pt x="335068" y="54743"/>
                </a:lnTo>
                <a:lnTo>
                  <a:pt x="335247" y="54290"/>
                </a:lnTo>
                <a:lnTo>
                  <a:pt x="335442" y="53848"/>
                </a:lnTo>
                <a:lnTo>
                  <a:pt x="335655" y="53416"/>
                </a:lnTo>
                <a:lnTo>
                  <a:pt x="335885" y="52996"/>
                </a:lnTo>
                <a:lnTo>
                  <a:pt x="336132" y="52585"/>
                </a:lnTo>
                <a:lnTo>
                  <a:pt x="336396" y="52185"/>
                </a:lnTo>
                <a:lnTo>
                  <a:pt x="336677" y="51796"/>
                </a:lnTo>
                <a:lnTo>
                  <a:pt x="336975" y="51418"/>
                </a:lnTo>
                <a:lnTo>
                  <a:pt x="337290" y="51049"/>
                </a:lnTo>
                <a:lnTo>
                  <a:pt x="337622" y="50692"/>
                </a:lnTo>
                <a:lnTo>
                  <a:pt x="337970" y="50345"/>
                </a:lnTo>
                <a:lnTo>
                  <a:pt x="338337" y="50009"/>
                </a:lnTo>
                <a:lnTo>
                  <a:pt x="338720" y="49683"/>
                </a:lnTo>
                <a:lnTo>
                  <a:pt x="339120" y="49368"/>
                </a:lnTo>
                <a:lnTo>
                  <a:pt x="339535" y="49064"/>
                </a:lnTo>
                <a:lnTo>
                  <a:pt x="339965" y="48774"/>
                </a:lnTo>
                <a:lnTo>
                  <a:pt x="340409" y="48496"/>
                </a:lnTo>
                <a:lnTo>
                  <a:pt x="340867" y="48231"/>
                </a:lnTo>
                <a:lnTo>
                  <a:pt x="341339" y="47979"/>
                </a:lnTo>
                <a:lnTo>
                  <a:pt x="341825" y="47740"/>
                </a:lnTo>
                <a:lnTo>
                  <a:pt x="342325" y="47514"/>
                </a:lnTo>
                <a:lnTo>
                  <a:pt x="342839" y="47301"/>
                </a:lnTo>
                <a:lnTo>
                  <a:pt x="343367" y="47101"/>
                </a:lnTo>
                <a:lnTo>
                  <a:pt x="343910" y="46914"/>
                </a:lnTo>
                <a:lnTo>
                  <a:pt x="344466" y="46739"/>
                </a:lnTo>
                <a:lnTo>
                  <a:pt x="345037" y="46578"/>
                </a:lnTo>
                <a:lnTo>
                  <a:pt x="345622" y="46429"/>
                </a:lnTo>
                <a:lnTo>
                  <a:pt x="346220" y="46294"/>
                </a:lnTo>
                <a:lnTo>
                  <a:pt x="346833" y="46171"/>
                </a:lnTo>
                <a:lnTo>
                  <a:pt x="347460" y="46061"/>
                </a:lnTo>
                <a:lnTo>
                  <a:pt x="348101" y="45965"/>
                </a:lnTo>
                <a:lnTo>
                  <a:pt x="348756" y="45881"/>
                </a:lnTo>
                <a:lnTo>
                  <a:pt x="349426" y="45810"/>
                </a:lnTo>
                <a:lnTo>
                  <a:pt x="350109" y="45751"/>
                </a:lnTo>
                <a:lnTo>
                  <a:pt x="350806" y="45706"/>
                </a:lnTo>
                <a:lnTo>
                  <a:pt x="351518" y="45674"/>
                </a:lnTo>
                <a:lnTo>
                  <a:pt x="352243" y="45655"/>
                </a:lnTo>
                <a:lnTo>
                  <a:pt x="352983" y="45648"/>
                </a:lnTo>
                <a:lnTo>
                  <a:pt x="353790" y="45655"/>
                </a:lnTo>
                <a:lnTo>
                  <a:pt x="354578" y="45674"/>
                </a:lnTo>
                <a:lnTo>
                  <a:pt x="355345" y="45706"/>
                </a:lnTo>
                <a:lnTo>
                  <a:pt x="356092" y="45751"/>
                </a:lnTo>
                <a:lnTo>
                  <a:pt x="356819" y="45810"/>
                </a:lnTo>
                <a:lnTo>
                  <a:pt x="357527" y="45881"/>
                </a:lnTo>
                <a:lnTo>
                  <a:pt x="358214" y="45965"/>
                </a:lnTo>
                <a:lnTo>
                  <a:pt x="358882" y="46061"/>
                </a:lnTo>
                <a:lnTo>
                  <a:pt x="359529" y="46171"/>
                </a:lnTo>
                <a:lnTo>
                  <a:pt x="360157" y="46294"/>
                </a:lnTo>
                <a:lnTo>
                  <a:pt x="360764" y="46429"/>
                </a:lnTo>
                <a:lnTo>
                  <a:pt x="361352" y="46578"/>
                </a:lnTo>
                <a:lnTo>
                  <a:pt x="361920" y="46739"/>
                </a:lnTo>
                <a:lnTo>
                  <a:pt x="362467" y="46914"/>
                </a:lnTo>
                <a:lnTo>
                  <a:pt x="362995" y="47101"/>
                </a:lnTo>
                <a:lnTo>
                  <a:pt x="363503" y="47301"/>
                </a:lnTo>
                <a:lnTo>
                  <a:pt x="363991" y="47514"/>
                </a:lnTo>
                <a:lnTo>
                  <a:pt x="364459" y="47740"/>
                </a:lnTo>
                <a:lnTo>
                  <a:pt x="364906" y="47979"/>
                </a:lnTo>
                <a:lnTo>
                  <a:pt x="365334" y="48231"/>
                </a:lnTo>
                <a:lnTo>
                  <a:pt x="365742" y="48496"/>
                </a:lnTo>
                <a:lnTo>
                  <a:pt x="366130" y="48774"/>
                </a:lnTo>
                <a:lnTo>
                  <a:pt x="366499" y="49064"/>
                </a:lnTo>
                <a:lnTo>
                  <a:pt x="366847" y="49368"/>
                </a:lnTo>
                <a:lnTo>
                  <a:pt x="367192" y="49685"/>
                </a:lnTo>
                <a:lnTo>
                  <a:pt x="367522" y="50018"/>
                </a:lnTo>
                <a:lnTo>
                  <a:pt x="367837" y="50366"/>
                </a:lnTo>
                <a:lnTo>
                  <a:pt x="368138" y="50730"/>
                </a:lnTo>
                <a:lnTo>
                  <a:pt x="368424" y="51108"/>
                </a:lnTo>
                <a:lnTo>
                  <a:pt x="368696" y="51502"/>
                </a:lnTo>
                <a:lnTo>
                  <a:pt x="368953" y="51911"/>
                </a:lnTo>
                <a:lnTo>
                  <a:pt x="369195" y="52336"/>
                </a:lnTo>
                <a:lnTo>
                  <a:pt x="369422" y="52775"/>
                </a:lnTo>
                <a:lnTo>
                  <a:pt x="369635" y="53230"/>
                </a:lnTo>
                <a:lnTo>
                  <a:pt x="369833" y="53701"/>
                </a:lnTo>
                <a:lnTo>
                  <a:pt x="370017" y="54186"/>
                </a:lnTo>
                <a:lnTo>
                  <a:pt x="370185" y="54687"/>
                </a:lnTo>
                <a:lnTo>
                  <a:pt x="370340" y="55203"/>
                </a:lnTo>
                <a:lnTo>
                  <a:pt x="370479" y="55734"/>
                </a:lnTo>
                <a:lnTo>
                  <a:pt x="370604" y="56281"/>
                </a:lnTo>
                <a:lnTo>
                  <a:pt x="370714" y="56842"/>
                </a:lnTo>
                <a:lnTo>
                  <a:pt x="370809" y="57419"/>
                </a:lnTo>
                <a:lnTo>
                  <a:pt x="370890" y="58012"/>
                </a:lnTo>
                <a:lnTo>
                  <a:pt x="370956" y="58619"/>
                </a:lnTo>
                <a:lnTo>
                  <a:pt x="371007" y="59242"/>
                </a:lnTo>
                <a:lnTo>
                  <a:pt x="371044" y="59880"/>
                </a:lnTo>
                <a:lnTo>
                  <a:pt x="371066" y="60534"/>
                </a:lnTo>
                <a:lnTo>
                  <a:pt x="371073" y="61202"/>
                </a:lnTo>
                <a:lnTo>
                  <a:pt x="371073" y="70670"/>
                </a:lnTo>
                <a:lnTo>
                  <a:pt x="369410" y="70675"/>
                </a:lnTo>
                <a:lnTo>
                  <a:pt x="367774" y="70690"/>
                </a:lnTo>
                <a:lnTo>
                  <a:pt x="366165" y="70715"/>
                </a:lnTo>
                <a:lnTo>
                  <a:pt x="364583" y="70750"/>
                </a:lnTo>
                <a:lnTo>
                  <a:pt x="363028" y="70795"/>
                </a:lnTo>
                <a:lnTo>
                  <a:pt x="361500" y="70850"/>
                </a:lnTo>
                <a:lnTo>
                  <a:pt x="359999" y="70915"/>
                </a:lnTo>
                <a:lnTo>
                  <a:pt x="358525" y="70989"/>
                </a:lnTo>
                <a:lnTo>
                  <a:pt x="357078" y="71074"/>
                </a:lnTo>
                <a:lnTo>
                  <a:pt x="355658" y="71169"/>
                </a:lnTo>
                <a:lnTo>
                  <a:pt x="354265" y="71274"/>
                </a:lnTo>
                <a:lnTo>
                  <a:pt x="352899" y="71389"/>
                </a:lnTo>
                <a:lnTo>
                  <a:pt x="351560" y="71513"/>
                </a:lnTo>
                <a:lnTo>
                  <a:pt x="350248" y="71648"/>
                </a:lnTo>
                <a:lnTo>
                  <a:pt x="348963" y="71793"/>
                </a:lnTo>
                <a:lnTo>
                  <a:pt x="347704" y="71947"/>
                </a:lnTo>
                <a:lnTo>
                  <a:pt x="346473" y="72112"/>
                </a:lnTo>
                <a:lnTo>
                  <a:pt x="345269" y="72287"/>
                </a:lnTo>
                <a:lnTo>
                  <a:pt x="344092" y="72471"/>
                </a:lnTo>
                <a:lnTo>
                  <a:pt x="342942" y="72666"/>
                </a:lnTo>
                <a:lnTo>
                  <a:pt x="341819" y="72871"/>
                </a:lnTo>
                <a:lnTo>
                  <a:pt x="340723" y="73085"/>
                </a:lnTo>
                <a:lnTo>
                  <a:pt x="339654" y="73310"/>
                </a:lnTo>
                <a:lnTo>
                  <a:pt x="338612" y="73544"/>
                </a:lnTo>
                <a:lnTo>
                  <a:pt x="337609" y="73790"/>
                </a:lnTo>
                <a:lnTo>
                  <a:pt x="336629" y="74047"/>
                </a:lnTo>
                <a:lnTo>
                  <a:pt x="335672" y="74316"/>
                </a:lnTo>
                <a:lnTo>
                  <a:pt x="334738" y="74596"/>
                </a:lnTo>
                <a:lnTo>
                  <a:pt x="333827" y="74889"/>
                </a:lnTo>
                <a:lnTo>
                  <a:pt x="332938" y="75193"/>
                </a:lnTo>
                <a:lnTo>
                  <a:pt x="332073" y="75508"/>
                </a:lnTo>
                <a:lnTo>
                  <a:pt x="331230" y="75836"/>
                </a:lnTo>
                <a:lnTo>
                  <a:pt x="330410" y="76175"/>
                </a:lnTo>
                <a:lnTo>
                  <a:pt x="329613" y="76526"/>
                </a:lnTo>
                <a:lnTo>
                  <a:pt x="328839" y="76889"/>
                </a:lnTo>
                <a:lnTo>
                  <a:pt x="328088" y="77264"/>
                </a:lnTo>
                <a:lnTo>
                  <a:pt x="327360" y="77650"/>
                </a:lnTo>
                <a:lnTo>
                  <a:pt x="326654" y="78048"/>
                </a:lnTo>
                <a:lnTo>
                  <a:pt x="325972" y="78458"/>
                </a:lnTo>
                <a:lnTo>
                  <a:pt x="325312" y="78879"/>
                </a:lnTo>
                <a:lnTo>
                  <a:pt x="324676" y="79312"/>
                </a:lnTo>
                <a:lnTo>
                  <a:pt x="324062" y="79757"/>
                </a:lnTo>
                <a:lnTo>
                  <a:pt x="323471" y="80214"/>
                </a:lnTo>
                <a:lnTo>
                  <a:pt x="322903" y="80683"/>
                </a:lnTo>
                <a:lnTo>
                  <a:pt x="322358" y="81163"/>
                </a:lnTo>
                <a:lnTo>
                  <a:pt x="321836" y="81655"/>
                </a:lnTo>
                <a:lnTo>
                  <a:pt x="321337" y="82158"/>
                </a:lnTo>
                <a:lnTo>
                  <a:pt x="320860" y="82674"/>
                </a:lnTo>
                <a:lnTo>
                  <a:pt x="320419" y="83188"/>
                </a:lnTo>
                <a:lnTo>
                  <a:pt x="319996" y="83716"/>
                </a:lnTo>
                <a:lnTo>
                  <a:pt x="319592" y="84259"/>
                </a:lnTo>
                <a:lnTo>
                  <a:pt x="319207" y="84815"/>
                </a:lnTo>
                <a:lnTo>
                  <a:pt x="318841" y="85386"/>
                </a:lnTo>
                <a:lnTo>
                  <a:pt x="318493" y="85971"/>
                </a:lnTo>
                <a:lnTo>
                  <a:pt x="318165" y="86569"/>
                </a:lnTo>
                <a:lnTo>
                  <a:pt x="317855" y="87182"/>
                </a:lnTo>
                <a:lnTo>
                  <a:pt x="317564" y="87809"/>
                </a:lnTo>
                <a:lnTo>
                  <a:pt x="317291" y="88450"/>
                </a:lnTo>
                <a:lnTo>
                  <a:pt x="317038" y="89105"/>
                </a:lnTo>
                <a:lnTo>
                  <a:pt x="316803" y="89775"/>
                </a:lnTo>
                <a:lnTo>
                  <a:pt x="316587" y="90458"/>
                </a:lnTo>
                <a:lnTo>
                  <a:pt x="316389" y="91155"/>
                </a:lnTo>
                <a:lnTo>
                  <a:pt x="316211" y="91867"/>
                </a:lnTo>
                <a:lnTo>
                  <a:pt x="316051" y="92592"/>
                </a:lnTo>
                <a:lnTo>
                  <a:pt x="315910" y="93332"/>
                </a:lnTo>
                <a:lnTo>
                  <a:pt x="315788" y="94086"/>
                </a:lnTo>
                <a:lnTo>
                  <a:pt x="315685" y="94854"/>
                </a:lnTo>
                <a:lnTo>
                  <a:pt x="315601" y="95636"/>
                </a:lnTo>
                <a:lnTo>
                  <a:pt x="315535" y="96432"/>
                </a:lnTo>
                <a:lnTo>
                  <a:pt x="315488" y="97242"/>
                </a:lnTo>
                <a:lnTo>
                  <a:pt x="315460" y="98066"/>
                </a:lnTo>
                <a:lnTo>
                  <a:pt x="315450" y="98904"/>
                </a:lnTo>
                <a:lnTo>
                  <a:pt x="315463" y="99908"/>
                </a:lnTo>
                <a:lnTo>
                  <a:pt x="315500" y="100892"/>
                </a:lnTo>
                <a:lnTo>
                  <a:pt x="315561" y="101855"/>
                </a:lnTo>
                <a:lnTo>
                  <a:pt x="315647" y="102798"/>
                </a:lnTo>
                <a:lnTo>
                  <a:pt x="315758" y="103719"/>
                </a:lnTo>
                <a:lnTo>
                  <a:pt x="315894" y="104621"/>
                </a:lnTo>
                <a:lnTo>
                  <a:pt x="316054" y="105502"/>
                </a:lnTo>
                <a:lnTo>
                  <a:pt x="316239" y="106362"/>
                </a:lnTo>
                <a:lnTo>
                  <a:pt x="316449" y="107202"/>
                </a:lnTo>
                <a:lnTo>
                  <a:pt x="316683" y="108021"/>
                </a:lnTo>
                <a:lnTo>
                  <a:pt x="316942" y="108820"/>
                </a:lnTo>
                <a:lnTo>
                  <a:pt x="317225" y="109598"/>
                </a:lnTo>
                <a:lnTo>
                  <a:pt x="317534" y="110355"/>
                </a:lnTo>
                <a:lnTo>
                  <a:pt x="317866" y="111092"/>
                </a:lnTo>
                <a:lnTo>
                  <a:pt x="318224" y="111809"/>
                </a:lnTo>
                <a:lnTo>
                  <a:pt x="318606" y="112505"/>
                </a:lnTo>
                <a:lnTo>
                  <a:pt x="319013" y="113180"/>
                </a:lnTo>
                <a:lnTo>
                  <a:pt x="319444" y="113835"/>
                </a:lnTo>
                <a:lnTo>
                  <a:pt x="319901" y="114469"/>
                </a:lnTo>
                <a:lnTo>
                  <a:pt x="320381" y="115083"/>
                </a:lnTo>
                <a:lnTo>
                  <a:pt x="320887" y="115676"/>
                </a:lnTo>
                <a:lnTo>
                  <a:pt x="321417" y="116249"/>
                </a:lnTo>
                <a:lnTo>
                  <a:pt x="321972" y="116801"/>
                </a:lnTo>
                <a:lnTo>
                  <a:pt x="322551" y="117333"/>
                </a:lnTo>
                <a:lnTo>
                  <a:pt x="323167" y="117843"/>
                </a:lnTo>
                <a:lnTo>
                  <a:pt x="323805" y="118332"/>
                </a:lnTo>
                <a:lnTo>
                  <a:pt x="324464" y="118799"/>
                </a:lnTo>
                <a:lnTo>
                  <a:pt x="325143" y="119244"/>
                </a:lnTo>
                <a:lnTo>
                  <a:pt x="325844" y="119668"/>
                </a:lnTo>
                <a:lnTo>
                  <a:pt x="326566" y="120069"/>
                </a:lnTo>
                <a:lnTo>
                  <a:pt x="327310" y="120449"/>
                </a:lnTo>
                <a:lnTo>
                  <a:pt x="328074" y="120808"/>
                </a:lnTo>
                <a:lnTo>
                  <a:pt x="328859" y="121145"/>
                </a:lnTo>
                <a:lnTo>
                  <a:pt x="329666" y="121459"/>
                </a:lnTo>
                <a:lnTo>
                  <a:pt x="330494" y="121753"/>
                </a:lnTo>
                <a:lnTo>
                  <a:pt x="331343" y="122024"/>
                </a:lnTo>
                <a:lnTo>
                  <a:pt x="332213" y="122274"/>
                </a:lnTo>
                <a:lnTo>
                  <a:pt x="333104" y="122502"/>
                </a:lnTo>
                <a:lnTo>
                  <a:pt x="334016" y="122708"/>
                </a:lnTo>
                <a:lnTo>
                  <a:pt x="334949" y="122893"/>
                </a:lnTo>
                <a:lnTo>
                  <a:pt x="335904" y="123056"/>
                </a:lnTo>
                <a:lnTo>
                  <a:pt x="336879" y="123197"/>
                </a:lnTo>
                <a:lnTo>
                  <a:pt x="337876" y="123317"/>
                </a:lnTo>
                <a:lnTo>
                  <a:pt x="338894" y="123414"/>
                </a:lnTo>
                <a:lnTo>
                  <a:pt x="339933" y="123490"/>
                </a:lnTo>
                <a:lnTo>
                  <a:pt x="340993" y="123545"/>
                </a:lnTo>
                <a:lnTo>
                  <a:pt x="342075" y="123577"/>
                </a:lnTo>
                <a:lnTo>
                  <a:pt x="343177" y="123588"/>
                </a:lnTo>
                <a:lnTo>
                  <a:pt x="343684" y="123586"/>
                </a:lnTo>
                <a:lnTo>
                  <a:pt x="344188" y="123579"/>
                </a:lnTo>
                <a:lnTo>
                  <a:pt x="344691" y="123567"/>
                </a:lnTo>
                <a:lnTo>
                  <a:pt x="345192" y="123551"/>
                </a:lnTo>
                <a:lnTo>
                  <a:pt x="345691" y="123529"/>
                </a:lnTo>
                <a:lnTo>
                  <a:pt x="346189" y="123504"/>
                </a:lnTo>
                <a:lnTo>
                  <a:pt x="346685" y="123473"/>
                </a:lnTo>
                <a:lnTo>
                  <a:pt x="347179" y="123438"/>
                </a:lnTo>
                <a:lnTo>
                  <a:pt x="347671" y="123398"/>
                </a:lnTo>
                <a:lnTo>
                  <a:pt x="348161" y="123353"/>
                </a:lnTo>
                <a:lnTo>
                  <a:pt x="348650" y="123304"/>
                </a:lnTo>
                <a:lnTo>
                  <a:pt x="349137" y="123250"/>
                </a:lnTo>
                <a:lnTo>
                  <a:pt x="349622" y="123191"/>
                </a:lnTo>
                <a:lnTo>
                  <a:pt x="350105" y="123128"/>
                </a:lnTo>
                <a:lnTo>
                  <a:pt x="350587" y="123060"/>
                </a:lnTo>
                <a:lnTo>
                  <a:pt x="351067" y="122987"/>
                </a:lnTo>
                <a:lnTo>
                  <a:pt x="351545" y="122909"/>
                </a:lnTo>
                <a:lnTo>
                  <a:pt x="352022" y="122827"/>
                </a:lnTo>
                <a:lnTo>
                  <a:pt x="352496" y="122740"/>
                </a:lnTo>
                <a:lnTo>
                  <a:pt x="352969" y="122649"/>
                </a:lnTo>
                <a:lnTo>
                  <a:pt x="353440" y="122553"/>
                </a:lnTo>
                <a:lnTo>
                  <a:pt x="353909" y="122452"/>
                </a:lnTo>
                <a:lnTo>
                  <a:pt x="354377" y="122346"/>
                </a:lnTo>
                <a:lnTo>
                  <a:pt x="354843" y="122236"/>
                </a:lnTo>
                <a:lnTo>
                  <a:pt x="355306" y="122134"/>
                </a:lnTo>
                <a:lnTo>
                  <a:pt x="355766" y="122025"/>
                </a:lnTo>
                <a:lnTo>
                  <a:pt x="356222" y="121911"/>
                </a:lnTo>
                <a:lnTo>
                  <a:pt x="356674" y="121789"/>
                </a:lnTo>
                <a:lnTo>
                  <a:pt x="357124" y="121662"/>
                </a:lnTo>
                <a:lnTo>
                  <a:pt x="357569" y="121528"/>
                </a:lnTo>
                <a:lnTo>
                  <a:pt x="358011" y="121387"/>
                </a:lnTo>
                <a:lnTo>
                  <a:pt x="358450" y="121240"/>
                </a:lnTo>
                <a:lnTo>
                  <a:pt x="358885" y="121086"/>
                </a:lnTo>
                <a:lnTo>
                  <a:pt x="359316" y="120926"/>
                </a:lnTo>
                <a:lnTo>
                  <a:pt x="359744" y="120760"/>
                </a:lnTo>
                <a:lnTo>
                  <a:pt x="360168" y="120587"/>
                </a:lnTo>
                <a:lnTo>
                  <a:pt x="360589" y="120408"/>
                </a:lnTo>
                <a:lnTo>
                  <a:pt x="361007" y="120222"/>
                </a:lnTo>
                <a:lnTo>
                  <a:pt x="361421" y="120030"/>
                </a:lnTo>
                <a:lnTo>
                  <a:pt x="361831" y="119831"/>
                </a:lnTo>
                <a:lnTo>
                  <a:pt x="362238" y="119626"/>
                </a:lnTo>
                <a:lnTo>
                  <a:pt x="362641" y="119414"/>
                </a:lnTo>
                <a:lnTo>
                  <a:pt x="363041" y="119196"/>
                </a:lnTo>
                <a:lnTo>
                  <a:pt x="363437" y="118972"/>
                </a:lnTo>
                <a:lnTo>
                  <a:pt x="363830" y="118741"/>
                </a:lnTo>
                <a:lnTo>
                  <a:pt x="364219" y="118503"/>
                </a:lnTo>
                <a:lnTo>
                  <a:pt x="364605" y="118259"/>
                </a:lnTo>
                <a:lnTo>
                  <a:pt x="364987" y="118009"/>
                </a:lnTo>
                <a:lnTo>
                  <a:pt x="365364" y="117738"/>
                </a:lnTo>
                <a:lnTo>
                  <a:pt x="365736" y="117459"/>
                </a:lnTo>
                <a:lnTo>
                  <a:pt x="366102" y="117174"/>
                </a:lnTo>
                <a:lnTo>
                  <a:pt x="366462" y="116882"/>
                </a:lnTo>
                <a:lnTo>
                  <a:pt x="366816" y="116582"/>
                </a:lnTo>
                <a:lnTo>
                  <a:pt x="367164" y="116276"/>
                </a:lnTo>
                <a:lnTo>
                  <a:pt x="367506" y="115962"/>
                </a:lnTo>
                <a:lnTo>
                  <a:pt x="367842" y="115642"/>
                </a:lnTo>
                <a:lnTo>
                  <a:pt x="368173" y="115314"/>
                </a:lnTo>
                <a:lnTo>
                  <a:pt x="368497" y="114980"/>
                </a:lnTo>
                <a:lnTo>
                  <a:pt x="368816" y="114638"/>
                </a:lnTo>
                <a:lnTo>
                  <a:pt x="369129" y="114289"/>
                </a:lnTo>
                <a:lnTo>
                  <a:pt x="369436" y="113934"/>
                </a:lnTo>
                <a:lnTo>
                  <a:pt x="369737" y="113571"/>
                </a:lnTo>
                <a:lnTo>
                  <a:pt x="370033" y="113201"/>
                </a:lnTo>
                <a:lnTo>
                  <a:pt x="370322" y="112824"/>
                </a:lnTo>
                <a:lnTo>
                  <a:pt x="370605" y="112440"/>
                </a:lnTo>
                <a:lnTo>
                  <a:pt x="370883" y="112049"/>
                </a:lnTo>
                <a:lnTo>
                  <a:pt x="371155" y="111651"/>
                </a:lnTo>
                <a:lnTo>
                  <a:pt x="371421" y="111246"/>
                </a:lnTo>
                <a:lnTo>
                  <a:pt x="371681" y="110834"/>
                </a:lnTo>
                <a:lnTo>
                  <a:pt x="371935" y="110415"/>
                </a:lnTo>
                <a:lnTo>
                  <a:pt x="372183" y="109989"/>
                </a:lnTo>
                <a:lnTo>
                  <a:pt x="372426" y="109556"/>
                </a:lnTo>
                <a:lnTo>
                  <a:pt x="372470" y="110002"/>
                </a:lnTo>
                <a:lnTo>
                  <a:pt x="372517" y="110441"/>
                </a:lnTo>
                <a:lnTo>
                  <a:pt x="372569" y="110871"/>
                </a:lnTo>
                <a:lnTo>
                  <a:pt x="372623" y="111293"/>
                </a:lnTo>
                <a:lnTo>
                  <a:pt x="372681" y="111707"/>
                </a:lnTo>
                <a:lnTo>
                  <a:pt x="372743" y="112113"/>
                </a:lnTo>
                <a:lnTo>
                  <a:pt x="372808" y="112510"/>
                </a:lnTo>
                <a:lnTo>
                  <a:pt x="372877" y="112899"/>
                </a:lnTo>
                <a:lnTo>
                  <a:pt x="372949" y="113280"/>
                </a:lnTo>
                <a:lnTo>
                  <a:pt x="373025" y="113653"/>
                </a:lnTo>
                <a:lnTo>
                  <a:pt x="373104" y="114018"/>
                </a:lnTo>
                <a:lnTo>
                  <a:pt x="373187" y="114374"/>
                </a:lnTo>
                <a:lnTo>
                  <a:pt x="373273" y="114722"/>
                </a:lnTo>
                <a:lnTo>
                  <a:pt x="373363" y="115062"/>
                </a:lnTo>
                <a:lnTo>
                  <a:pt x="373456" y="115394"/>
                </a:lnTo>
                <a:lnTo>
                  <a:pt x="373553" y="115717"/>
                </a:lnTo>
                <a:lnTo>
                  <a:pt x="373653" y="116032"/>
                </a:lnTo>
                <a:lnTo>
                  <a:pt x="373757" y="116339"/>
                </a:lnTo>
                <a:lnTo>
                  <a:pt x="373865" y="116638"/>
                </a:lnTo>
                <a:lnTo>
                  <a:pt x="373976" y="116929"/>
                </a:lnTo>
                <a:lnTo>
                  <a:pt x="374090" y="117211"/>
                </a:lnTo>
                <a:lnTo>
                  <a:pt x="374208" y="117485"/>
                </a:lnTo>
                <a:lnTo>
                  <a:pt x="374330" y="117751"/>
                </a:lnTo>
                <a:lnTo>
                  <a:pt x="374455" y="118009"/>
                </a:lnTo>
                <a:lnTo>
                  <a:pt x="374584" y="118259"/>
                </a:lnTo>
                <a:lnTo>
                  <a:pt x="374720" y="118503"/>
                </a:lnTo>
                <a:lnTo>
                  <a:pt x="374861" y="118741"/>
                </a:lnTo>
                <a:lnTo>
                  <a:pt x="375009" y="118972"/>
                </a:lnTo>
                <a:lnTo>
                  <a:pt x="375162" y="119196"/>
                </a:lnTo>
                <a:lnTo>
                  <a:pt x="375321" y="119414"/>
                </a:lnTo>
                <a:lnTo>
                  <a:pt x="375486" y="119626"/>
                </a:lnTo>
                <a:lnTo>
                  <a:pt x="375657" y="119831"/>
                </a:lnTo>
                <a:lnTo>
                  <a:pt x="375834" y="120030"/>
                </a:lnTo>
                <a:lnTo>
                  <a:pt x="376016" y="120222"/>
                </a:lnTo>
                <a:lnTo>
                  <a:pt x="376205" y="120408"/>
                </a:lnTo>
                <a:lnTo>
                  <a:pt x="376399" y="120587"/>
                </a:lnTo>
                <a:lnTo>
                  <a:pt x="376599" y="120760"/>
                </a:lnTo>
                <a:lnTo>
                  <a:pt x="376805" y="120926"/>
                </a:lnTo>
                <a:lnTo>
                  <a:pt x="377017" y="121086"/>
                </a:lnTo>
                <a:lnTo>
                  <a:pt x="377235" y="121240"/>
                </a:lnTo>
                <a:lnTo>
                  <a:pt x="377459" y="121387"/>
                </a:lnTo>
                <a:lnTo>
                  <a:pt x="377688" y="121528"/>
                </a:lnTo>
                <a:lnTo>
                  <a:pt x="377923" y="121662"/>
                </a:lnTo>
                <a:lnTo>
                  <a:pt x="378165" y="121789"/>
                </a:lnTo>
                <a:lnTo>
                  <a:pt x="378412" y="121911"/>
                </a:lnTo>
                <a:lnTo>
                  <a:pt x="378665" y="122025"/>
                </a:lnTo>
                <a:lnTo>
                  <a:pt x="378924" y="122134"/>
                </a:lnTo>
                <a:lnTo>
                  <a:pt x="379189" y="122236"/>
                </a:lnTo>
                <a:lnTo>
                  <a:pt x="379459" y="122346"/>
                </a:lnTo>
                <a:lnTo>
                  <a:pt x="379737" y="122452"/>
                </a:lnTo>
                <a:lnTo>
                  <a:pt x="380021" y="122553"/>
                </a:lnTo>
                <a:lnTo>
                  <a:pt x="380311" y="122649"/>
                </a:lnTo>
                <a:lnTo>
                  <a:pt x="380608" y="122740"/>
                </a:lnTo>
                <a:lnTo>
                  <a:pt x="380911" y="122827"/>
                </a:lnTo>
                <a:lnTo>
                  <a:pt x="381221" y="122909"/>
                </a:lnTo>
                <a:lnTo>
                  <a:pt x="381537" y="122987"/>
                </a:lnTo>
                <a:lnTo>
                  <a:pt x="381859" y="123060"/>
                </a:lnTo>
                <a:lnTo>
                  <a:pt x="382188" y="123128"/>
                </a:lnTo>
                <a:lnTo>
                  <a:pt x="382524" y="123191"/>
                </a:lnTo>
                <a:lnTo>
                  <a:pt x="382866" y="123250"/>
                </a:lnTo>
                <a:lnTo>
                  <a:pt x="383214" y="123304"/>
                </a:lnTo>
                <a:lnTo>
                  <a:pt x="383569" y="123353"/>
                </a:lnTo>
                <a:lnTo>
                  <a:pt x="383930" y="123398"/>
                </a:lnTo>
                <a:lnTo>
                  <a:pt x="384298" y="123438"/>
                </a:lnTo>
                <a:lnTo>
                  <a:pt x="384672" y="123473"/>
                </a:lnTo>
                <a:lnTo>
                  <a:pt x="385053" y="123504"/>
                </a:lnTo>
                <a:lnTo>
                  <a:pt x="385440" y="123529"/>
                </a:lnTo>
                <a:lnTo>
                  <a:pt x="385834" y="123551"/>
                </a:lnTo>
                <a:lnTo>
                  <a:pt x="386234" y="123567"/>
                </a:lnTo>
                <a:lnTo>
                  <a:pt x="386640" y="123579"/>
                </a:lnTo>
                <a:lnTo>
                  <a:pt x="387053" y="123586"/>
                </a:lnTo>
                <a:lnTo>
                  <a:pt x="387473" y="123588"/>
                </a:lnTo>
                <a:lnTo>
                  <a:pt x="387768" y="123587"/>
                </a:lnTo>
                <a:lnTo>
                  <a:pt x="388062" y="123582"/>
                </a:lnTo>
                <a:lnTo>
                  <a:pt x="388355" y="123575"/>
                </a:lnTo>
                <a:lnTo>
                  <a:pt x="388647" y="123565"/>
                </a:lnTo>
                <a:lnTo>
                  <a:pt x="388938" y="123551"/>
                </a:lnTo>
                <a:lnTo>
                  <a:pt x="389227" y="123535"/>
                </a:lnTo>
                <a:lnTo>
                  <a:pt x="389515" y="123516"/>
                </a:lnTo>
                <a:lnTo>
                  <a:pt x="389802" y="123494"/>
                </a:lnTo>
                <a:lnTo>
                  <a:pt x="390088" y="123469"/>
                </a:lnTo>
                <a:lnTo>
                  <a:pt x="390373" y="123441"/>
                </a:lnTo>
                <a:lnTo>
                  <a:pt x="390656" y="123411"/>
                </a:lnTo>
                <a:lnTo>
                  <a:pt x="390939" y="123377"/>
                </a:lnTo>
                <a:lnTo>
                  <a:pt x="391220" y="123340"/>
                </a:lnTo>
                <a:lnTo>
                  <a:pt x="391500" y="123300"/>
                </a:lnTo>
                <a:lnTo>
                  <a:pt x="391779" y="123258"/>
                </a:lnTo>
                <a:lnTo>
                  <a:pt x="392056" y="123212"/>
                </a:lnTo>
                <a:lnTo>
                  <a:pt x="392333" y="123164"/>
                </a:lnTo>
                <a:lnTo>
                  <a:pt x="392608" y="123113"/>
                </a:lnTo>
                <a:lnTo>
                  <a:pt x="392882" y="123058"/>
                </a:lnTo>
                <a:lnTo>
                  <a:pt x="393155" y="123001"/>
                </a:lnTo>
                <a:lnTo>
                  <a:pt x="393427" y="122941"/>
                </a:lnTo>
                <a:lnTo>
                  <a:pt x="393698" y="122878"/>
                </a:lnTo>
                <a:lnTo>
                  <a:pt x="393967" y="122812"/>
                </a:lnTo>
                <a:lnTo>
                  <a:pt x="394236" y="122743"/>
                </a:lnTo>
                <a:lnTo>
                  <a:pt x="394501" y="122671"/>
                </a:lnTo>
                <a:lnTo>
                  <a:pt x="394764" y="122597"/>
                </a:lnTo>
                <a:lnTo>
                  <a:pt x="395023" y="122521"/>
                </a:lnTo>
                <a:lnTo>
                  <a:pt x="395278" y="122442"/>
                </a:lnTo>
                <a:lnTo>
                  <a:pt x="395530" y="122361"/>
                </a:lnTo>
                <a:lnTo>
                  <a:pt x="395778" y="122278"/>
                </a:lnTo>
                <a:lnTo>
                  <a:pt x="396023" y="122192"/>
                </a:lnTo>
                <a:lnTo>
                  <a:pt x="396264" y="122104"/>
                </a:lnTo>
                <a:lnTo>
                  <a:pt x="396502" y="122014"/>
                </a:lnTo>
                <a:lnTo>
                  <a:pt x="396736" y="121921"/>
                </a:lnTo>
                <a:lnTo>
                  <a:pt x="396967" y="121826"/>
                </a:lnTo>
                <a:lnTo>
                  <a:pt x="397194" y="121728"/>
                </a:lnTo>
                <a:lnTo>
                  <a:pt x="397418" y="121629"/>
                </a:lnTo>
                <a:lnTo>
                  <a:pt x="397638" y="121526"/>
                </a:lnTo>
                <a:lnTo>
                  <a:pt x="397855" y="121422"/>
                </a:lnTo>
                <a:lnTo>
                  <a:pt x="398068" y="121315"/>
                </a:lnTo>
                <a:lnTo>
                  <a:pt x="398277" y="121206"/>
                </a:lnTo>
                <a:lnTo>
                  <a:pt x="398483" y="121094"/>
                </a:lnTo>
                <a:lnTo>
                  <a:pt x="398686" y="120980"/>
                </a:lnTo>
                <a:lnTo>
                  <a:pt x="398885" y="120864"/>
                </a:lnTo>
                <a:lnTo>
                  <a:pt x="399080" y="120746"/>
                </a:lnTo>
                <a:lnTo>
                  <a:pt x="399272" y="120625"/>
                </a:lnTo>
                <a:lnTo>
                  <a:pt x="399461" y="120501"/>
                </a:lnTo>
                <a:lnTo>
                  <a:pt x="399646" y="120376"/>
                </a:lnTo>
                <a:lnTo>
                  <a:pt x="399646" y="109386"/>
                </a:lnTo>
                <a:lnTo>
                  <a:pt x="399404" y="109552"/>
                </a:lnTo>
                <a:lnTo>
                  <a:pt x="399160" y="109710"/>
                </a:lnTo>
                <a:lnTo>
                  <a:pt x="398911" y="109862"/>
                </a:lnTo>
                <a:lnTo>
                  <a:pt x="398659" y="110006"/>
                </a:lnTo>
                <a:lnTo>
                  <a:pt x="398404" y="110144"/>
                </a:lnTo>
                <a:lnTo>
                  <a:pt x="398145" y="110274"/>
                </a:lnTo>
                <a:lnTo>
                  <a:pt x="397883" y="110397"/>
                </a:lnTo>
                <a:lnTo>
                  <a:pt x="397617" y="110514"/>
                </a:lnTo>
                <a:lnTo>
                  <a:pt x="397347" y="110623"/>
                </a:lnTo>
                <a:lnTo>
                  <a:pt x="397074" y="110725"/>
                </a:lnTo>
                <a:lnTo>
                  <a:pt x="396798" y="110820"/>
                </a:lnTo>
                <a:lnTo>
                  <a:pt x="396518" y="110908"/>
                </a:lnTo>
                <a:lnTo>
                  <a:pt x="396234" y="110989"/>
                </a:lnTo>
                <a:lnTo>
                  <a:pt x="395947" y="111063"/>
                </a:lnTo>
                <a:lnTo>
                  <a:pt x="395657" y="111130"/>
                </a:lnTo>
                <a:lnTo>
                  <a:pt x="395363" y="111190"/>
                </a:lnTo>
                <a:lnTo>
                  <a:pt x="395065" y="111243"/>
                </a:lnTo>
                <a:lnTo>
                  <a:pt x="394764" y="111288"/>
                </a:lnTo>
                <a:lnTo>
                  <a:pt x="394459" y="111327"/>
                </a:lnTo>
                <a:lnTo>
                  <a:pt x="394151" y="111359"/>
                </a:lnTo>
                <a:lnTo>
                  <a:pt x="393839" y="111384"/>
                </a:lnTo>
                <a:lnTo>
                  <a:pt x="393524" y="111401"/>
                </a:lnTo>
                <a:lnTo>
                  <a:pt x="393205" y="111412"/>
                </a:lnTo>
                <a:lnTo>
                  <a:pt x="392883" y="111415"/>
                </a:lnTo>
                <a:lnTo>
                  <a:pt x="392701" y="111413"/>
                </a:lnTo>
                <a:lnTo>
                  <a:pt x="392523" y="111407"/>
                </a:lnTo>
                <a:lnTo>
                  <a:pt x="392347" y="111397"/>
                </a:lnTo>
                <a:lnTo>
                  <a:pt x="392174" y="111382"/>
                </a:lnTo>
                <a:lnTo>
                  <a:pt x="392004" y="111364"/>
                </a:lnTo>
                <a:lnTo>
                  <a:pt x="391837" y="111341"/>
                </a:lnTo>
                <a:lnTo>
                  <a:pt x="391673" y="111315"/>
                </a:lnTo>
                <a:lnTo>
                  <a:pt x="391512" y="111284"/>
                </a:lnTo>
                <a:lnTo>
                  <a:pt x="391353" y="111249"/>
                </a:lnTo>
                <a:lnTo>
                  <a:pt x="391198" y="111210"/>
                </a:lnTo>
                <a:lnTo>
                  <a:pt x="391046" y="111167"/>
                </a:lnTo>
                <a:lnTo>
                  <a:pt x="390896" y="111119"/>
                </a:lnTo>
                <a:lnTo>
                  <a:pt x="390750" y="111068"/>
                </a:lnTo>
                <a:lnTo>
                  <a:pt x="390606" y="111013"/>
                </a:lnTo>
                <a:lnTo>
                  <a:pt x="390466" y="110953"/>
                </a:lnTo>
                <a:lnTo>
                  <a:pt x="390328" y="110889"/>
                </a:lnTo>
                <a:lnTo>
                  <a:pt x="390193" y="110821"/>
                </a:lnTo>
                <a:lnTo>
                  <a:pt x="390062" y="110750"/>
                </a:lnTo>
                <a:lnTo>
                  <a:pt x="389933" y="110674"/>
                </a:lnTo>
                <a:lnTo>
                  <a:pt x="389807" y="110593"/>
                </a:lnTo>
                <a:lnTo>
                  <a:pt x="389684" y="110509"/>
                </a:lnTo>
                <a:lnTo>
                  <a:pt x="389564" y="110421"/>
                </a:lnTo>
                <a:lnTo>
                  <a:pt x="389447" y="110328"/>
                </a:lnTo>
                <a:lnTo>
                  <a:pt x="389333" y="110232"/>
                </a:lnTo>
                <a:lnTo>
                  <a:pt x="389222" y="110131"/>
                </a:lnTo>
                <a:lnTo>
                  <a:pt x="389117" y="110024"/>
                </a:lnTo>
                <a:lnTo>
                  <a:pt x="389016" y="109912"/>
                </a:lnTo>
                <a:lnTo>
                  <a:pt x="388919" y="109795"/>
                </a:lnTo>
                <a:lnTo>
                  <a:pt x="388828" y="109673"/>
                </a:lnTo>
                <a:lnTo>
                  <a:pt x="388741" y="109545"/>
                </a:lnTo>
                <a:lnTo>
                  <a:pt x="388659" y="109412"/>
                </a:lnTo>
                <a:lnTo>
                  <a:pt x="388581" y="109274"/>
                </a:lnTo>
                <a:lnTo>
                  <a:pt x="388508" y="109130"/>
                </a:lnTo>
                <a:lnTo>
                  <a:pt x="388440" y="108981"/>
                </a:lnTo>
                <a:lnTo>
                  <a:pt x="388377" y="108827"/>
                </a:lnTo>
                <a:lnTo>
                  <a:pt x="388318" y="108668"/>
                </a:lnTo>
                <a:lnTo>
                  <a:pt x="388264" y="108503"/>
                </a:lnTo>
                <a:lnTo>
                  <a:pt x="388215" y="108333"/>
                </a:lnTo>
                <a:lnTo>
                  <a:pt x="388170" y="108158"/>
                </a:lnTo>
                <a:lnTo>
                  <a:pt x="388130" y="107978"/>
                </a:lnTo>
                <a:lnTo>
                  <a:pt x="388095" y="107792"/>
                </a:lnTo>
                <a:lnTo>
                  <a:pt x="388065" y="107601"/>
                </a:lnTo>
                <a:lnTo>
                  <a:pt x="388039" y="107404"/>
                </a:lnTo>
                <a:lnTo>
                  <a:pt x="388018" y="107203"/>
                </a:lnTo>
                <a:lnTo>
                  <a:pt x="388001" y="106996"/>
                </a:lnTo>
                <a:lnTo>
                  <a:pt x="387989" y="106784"/>
                </a:lnTo>
                <a:lnTo>
                  <a:pt x="387982" y="106566"/>
                </a:lnTo>
                <a:lnTo>
                  <a:pt x="387980" y="106343"/>
                </a:lnTo>
                <a:lnTo>
                  <a:pt x="387980" y="60526"/>
                </a:lnTo>
                <a:lnTo>
                  <a:pt x="387965" y="59411"/>
                </a:lnTo>
                <a:lnTo>
                  <a:pt x="387919" y="58320"/>
                </a:lnTo>
                <a:lnTo>
                  <a:pt x="387843" y="57253"/>
                </a:lnTo>
                <a:lnTo>
                  <a:pt x="387736" y="56210"/>
                </a:lnTo>
                <a:lnTo>
                  <a:pt x="387598" y="55191"/>
                </a:lnTo>
                <a:lnTo>
                  <a:pt x="387431" y="54197"/>
                </a:lnTo>
                <a:lnTo>
                  <a:pt x="387232" y="53226"/>
                </a:lnTo>
                <a:lnTo>
                  <a:pt x="387003" y="52279"/>
                </a:lnTo>
                <a:lnTo>
                  <a:pt x="386744" y="51357"/>
                </a:lnTo>
                <a:lnTo>
                  <a:pt x="386454" y="50458"/>
                </a:lnTo>
                <a:lnTo>
                  <a:pt x="386133" y="49584"/>
                </a:lnTo>
                <a:lnTo>
                  <a:pt x="385782" y="48734"/>
                </a:lnTo>
                <a:lnTo>
                  <a:pt x="385401" y="47907"/>
                </a:lnTo>
                <a:lnTo>
                  <a:pt x="384988" y="47105"/>
                </a:lnTo>
                <a:lnTo>
                  <a:pt x="384546" y="46327"/>
                </a:lnTo>
                <a:lnTo>
                  <a:pt x="384073" y="45573"/>
                </a:lnTo>
                <a:lnTo>
                  <a:pt x="383569" y="44843"/>
                </a:lnTo>
                <a:lnTo>
                  <a:pt x="383035" y="44137"/>
                </a:lnTo>
                <a:lnTo>
                  <a:pt x="382470" y="43455"/>
                </a:lnTo>
                <a:lnTo>
                  <a:pt x="381875" y="42797"/>
                </a:lnTo>
                <a:lnTo>
                  <a:pt x="381249" y="42164"/>
                </a:lnTo>
                <a:lnTo>
                  <a:pt x="380593" y="41554"/>
                </a:lnTo>
                <a:lnTo>
                  <a:pt x="379906" y="40969"/>
                </a:lnTo>
                <a:lnTo>
                  <a:pt x="379189" y="40407"/>
                </a:lnTo>
                <a:lnTo>
                  <a:pt x="378455" y="39869"/>
                </a:lnTo>
                <a:lnTo>
                  <a:pt x="377693" y="39354"/>
                </a:lnTo>
                <a:lnTo>
                  <a:pt x="376901" y="38862"/>
                </a:lnTo>
                <a:lnTo>
                  <a:pt x="376080" y="38392"/>
                </a:lnTo>
                <a:lnTo>
                  <a:pt x="375229" y="37946"/>
                </a:lnTo>
                <a:lnTo>
                  <a:pt x="374349" y="37522"/>
                </a:lnTo>
                <a:lnTo>
                  <a:pt x="373440" y="37122"/>
                </a:lnTo>
                <a:lnTo>
                  <a:pt x="372501" y="36744"/>
                </a:lnTo>
                <a:lnTo>
                  <a:pt x="371533" y="36389"/>
                </a:lnTo>
                <a:lnTo>
                  <a:pt x="370536" y="36057"/>
                </a:lnTo>
                <a:lnTo>
                  <a:pt x="369509" y="35748"/>
                </a:lnTo>
                <a:lnTo>
                  <a:pt x="368453" y="35462"/>
                </a:lnTo>
                <a:lnTo>
                  <a:pt x="367367" y="35199"/>
                </a:lnTo>
                <a:lnTo>
                  <a:pt x="366253" y="34958"/>
                </a:lnTo>
                <a:lnTo>
                  <a:pt x="365108" y="34741"/>
                </a:lnTo>
                <a:lnTo>
                  <a:pt x="363935" y="34546"/>
                </a:lnTo>
                <a:lnTo>
                  <a:pt x="362732" y="34374"/>
                </a:lnTo>
                <a:lnTo>
                  <a:pt x="361500" y="34226"/>
                </a:lnTo>
                <a:lnTo>
                  <a:pt x="360238" y="34100"/>
                </a:lnTo>
                <a:lnTo>
                  <a:pt x="358947" y="33997"/>
                </a:lnTo>
                <a:lnTo>
                  <a:pt x="357627" y="33916"/>
                </a:lnTo>
                <a:lnTo>
                  <a:pt x="356278" y="33859"/>
                </a:lnTo>
                <a:lnTo>
                  <a:pt x="354899" y="33825"/>
                </a:lnTo>
                <a:lnTo>
                  <a:pt x="353490" y="33813"/>
                </a:lnTo>
                <a:lnTo>
                  <a:pt x="352163" y="33825"/>
                </a:lnTo>
                <a:lnTo>
                  <a:pt x="350858" y="33859"/>
                </a:lnTo>
                <a:lnTo>
                  <a:pt x="349575" y="33916"/>
                </a:lnTo>
                <a:lnTo>
                  <a:pt x="348315" y="33997"/>
                </a:lnTo>
                <a:lnTo>
                  <a:pt x="347077" y="34100"/>
                </a:lnTo>
                <a:lnTo>
                  <a:pt x="345861" y="34226"/>
                </a:lnTo>
                <a:lnTo>
                  <a:pt x="344668" y="34374"/>
                </a:lnTo>
                <a:lnTo>
                  <a:pt x="343497" y="34546"/>
                </a:lnTo>
                <a:lnTo>
                  <a:pt x="342348" y="34741"/>
                </a:lnTo>
                <a:lnTo>
                  <a:pt x="341221" y="34958"/>
                </a:lnTo>
                <a:lnTo>
                  <a:pt x="340117" y="35199"/>
                </a:lnTo>
                <a:lnTo>
                  <a:pt x="339035" y="35462"/>
                </a:lnTo>
                <a:lnTo>
                  <a:pt x="337975" y="35748"/>
                </a:lnTo>
                <a:lnTo>
                  <a:pt x="336938" y="36057"/>
                </a:lnTo>
                <a:lnTo>
                  <a:pt x="335923" y="36389"/>
                </a:lnTo>
                <a:lnTo>
                  <a:pt x="334931" y="36744"/>
                </a:lnTo>
                <a:lnTo>
                  <a:pt x="333960" y="37122"/>
                </a:lnTo>
                <a:lnTo>
                  <a:pt x="333012" y="37522"/>
                </a:lnTo>
                <a:lnTo>
                  <a:pt x="332086" y="37946"/>
                </a:lnTo>
                <a:lnTo>
                  <a:pt x="331183" y="38392"/>
                </a:lnTo>
                <a:lnTo>
                  <a:pt x="330302" y="38862"/>
                </a:lnTo>
                <a:lnTo>
                  <a:pt x="329443" y="39354"/>
                </a:lnTo>
                <a:lnTo>
                  <a:pt x="328606" y="39869"/>
                </a:lnTo>
                <a:lnTo>
                  <a:pt x="327792" y="40407"/>
                </a:lnTo>
                <a:lnTo>
                  <a:pt x="327020" y="40964"/>
                </a:lnTo>
                <a:lnTo>
                  <a:pt x="326280" y="41538"/>
                </a:lnTo>
                <a:lnTo>
                  <a:pt x="325573" y="42127"/>
                </a:lnTo>
                <a:lnTo>
                  <a:pt x="324899" y="42732"/>
                </a:lnTo>
                <a:lnTo>
                  <a:pt x="324258" y="43353"/>
                </a:lnTo>
                <a:lnTo>
                  <a:pt x="323650" y="43989"/>
                </a:lnTo>
                <a:lnTo>
                  <a:pt x="323075" y="44642"/>
                </a:lnTo>
                <a:lnTo>
                  <a:pt x="322532" y="45310"/>
                </a:lnTo>
                <a:lnTo>
                  <a:pt x="322023" y="45994"/>
                </a:lnTo>
                <a:lnTo>
                  <a:pt x="321546" y="46694"/>
                </a:lnTo>
                <a:lnTo>
                  <a:pt x="321102" y="47410"/>
                </a:lnTo>
                <a:lnTo>
                  <a:pt x="320691" y="48142"/>
                </a:lnTo>
                <a:lnTo>
                  <a:pt x="320313" y="48889"/>
                </a:lnTo>
                <a:lnTo>
                  <a:pt x="319968" y="49653"/>
                </a:lnTo>
                <a:lnTo>
                  <a:pt x="319656" y="50432"/>
                </a:lnTo>
                <a:lnTo>
                  <a:pt x="319376" y="51227"/>
                </a:lnTo>
                <a:lnTo>
                  <a:pt x="319130" y="52038"/>
                </a:lnTo>
                <a:lnTo>
                  <a:pt x="318916" y="52865"/>
                </a:lnTo>
                <a:lnTo>
                  <a:pt x="318735" y="53708"/>
                </a:lnTo>
                <a:lnTo>
                  <a:pt x="318587" y="54566"/>
                </a:lnTo>
                <a:lnTo>
                  <a:pt x="318472" y="55441"/>
                </a:lnTo>
                <a:lnTo>
                  <a:pt x="318390" y="56331"/>
                </a:lnTo>
                <a:lnTo>
                  <a:pt x="318341" y="57237"/>
                </a:lnTo>
                <a:lnTo>
                  <a:pt x="318324" y="58159"/>
                </a:lnTo>
                <a:lnTo>
                  <a:pt x="318324" y="58186"/>
                </a:lnTo>
                <a:lnTo>
                  <a:pt x="318323" y="58211"/>
                </a:lnTo>
                <a:lnTo>
                  <a:pt x="318322" y="58233"/>
                </a:lnTo>
                <a:lnTo>
                  <a:pt x="318320" y="58253"/>
                </a:lnTo>
                <a:lnTo>
                  <a:pt x="318317" y="58271"/>
                </a:lnTo>
                <a:lnTo>
                  <a:pt x="318314" y="58286"/>
                </a:lnTo>
                <a:lnTo>
                  <a:pt x="318310" y="58299"/>
                </a:lnTo>
                <a:lnTo>
                  <a:pt x="318306" y="58309"/>
                </a:lnTo>
                <a:lnTo>
                  <a:pt x="318301" y="58318"/>
                </a:lnTo>
                <a:lnTo>
                  <a:pt x="318295" y="58323"/>
                </a:lnTo>
                <a:lnTo>
                  <a:pt x="318289" y="58327"/>
                </a:lnTo>
                <a:lnTo>
                  <a:pt x="318282" y="58328"/>
                </a:lnTo>
                <a:lnTo>
                  <a:pt x="318275" y="58327"/>
                </a:lnTo>
                <a:lnTo>
                  <a:pt x="318267" y="58323"/>
                </a:lnTo>
                <a:lnTo>
                  <a:pt x="318258" y="58318"/>
                </a:lnTo>
                <a:lnTo>
                  <a:pt x="318249" y="58309"/>
                </a:lnTo>
                <a:lnTo>
                  <a:pt x="318240" y="58299"/>
                </a:lnTo>
                <a:lnTo>
                  <a:pt x="318229" y="58286"/>
                </a:lnTo>
                <a:lnTo>
                  <a:pt x="318218" y="58271"/>
                </a:lnTo>
                <a:lnTo>
                  <a:pt x="318207" y="58253"/>
                </a:lnTo>
                <a:lnTo>
                  <a:pt x="318195" y="58233"/>
                </a:lnTo>
                <a:lnTo>
                  <a:pt x="318182" y="58211"/>
                </a:lnTo>
                <a:lnTo>
                  <a:pt x="318169" y="58186"/>
                </a:lnTo>
                <a:lnTo>
                  <a:pt x="318155" y="58159"/>
                </a:lnTo>
                <a:lnTo>
                  <a:pt x="318155" y="58194"/>
                </a:lnTo>
                <a:lnTo>
                  <a:pt x="318155" y="58259"/>
                </a:lnTo>
                <a:lnTo>
                  <a:pt x="318155" y="58328"/>
                </a:lnTo>
                <a:lnTo>
                  <a:pt x="318170" y="58402"/>
                </a:lnTo>
                <a:lnTo>
                  <a:pt x="318185" y="58482"/>
                </a:lnTo>
                <a:close/>
                <a:moveTo>
                  <a:pt x="345150" y="111438"/>
                </a:moveTo>
                <a:lnTo>
                  <a:pt x="344540" y="111373"/>
                </a:lnTo>
                <a:lnTo>
                  <a:pt x="343945" y="111297"/>
                </a:lnTo>
                <a:lnTo>
                  <a:pt x="343365" y="111209"/>
                </a:lnTo>
                <a:lnTo>
                  <a:pt x="342799" y="111109"/>
                </a:lnTo>
                <a:lnTo>
                  <a:pt x="342249" y="110997"/>
                </a:lnTo>
                <a:lnTo>
                  <a:pt x="341712" y="110874"/>
                </a:lnTo>
                <a:lnTo>
                  <a:pt x="341191" y="110739"/>
                </a:lnTo>
                <a:lnTo>
                  <a:pt x="340684" y="110592"/>
                </a:lnTo>
                <a:lnTo>
                  <a:pt x="340192" y="110434"/>
                </a:lnTo>
                <a:lnTo>
                  <a:pt x="339714" y="110263"/>
                </a:lnTo>
                <a:lnTo>
                  <a:pt x="339251" y="110082"/>
                </a:lnTo>
                <a:lnTo>
                  <a:pt x="338803" y="109888"/>
                </a:lnTo>
                <a:lnTo>
                  <a:pt x="338369" y="109682"/>
                </a:lnTo>
                <a:lnTo>
                  <a:pt x="337951" y="109465"/>
                </a:lnTo>
                <a:lnTo>
                  <a:pt x="337546" y="109236"/>
                </a:lnTo>
                <a:lnTo>
                  <a:pt x="337157" y="108995"/>
                </a:lnTo>
                <a:lnTo>
                  <a:pt x="336782" y="108743"/>
                </a:lnTo>
                <a:lnTo>
                  <a:pt x="336422" y="108479"/>
                </a:lnTo>
                <a:lnTo>
                  <a:pt x="336076" y="108203"/>
                </a:lnTo>
                <a:lnTo>
                  <a:pt x="335759" y="107915"/>
                </a:lnTo>
                <a:lnTo>
                  <a:pt x="335455" y="107616"/>
                </a:lnTo>
                <a:lnTo>
                  <a:pt x="335165" y="107305"/>
                </a:lnTo>
                <a:lnTo>
                  <a:pt x="334888" y="106982"/>
                </a:lnTo>
                <a:lnTo>
                  <a:pt x="334625" y="106647"/>
                </a:lnTo>
                <a:lnTo>
                  <a:pt x="334375" y="106301"/>
                </a:lnTo>
                <a:lnTo>
                  <a:pt x="334139" y="105943"/>
                </a:lnTo>
                <a:lnTo>
                  <a:pt x="333916" y="105573"/>
                </a:lnTo>
                <a:lnTo>
                  <a:pt x="333707" y="105191"/>
                </a:lnTo>
                <a:lnTo>
                  <a:pt x="333511" y="104798"/>
                </a:lnTo>
                <a:lnTo>
                  <a:pt x="333329" y="104393"/>
                </a:lnTo>
                <a:lnTo>
                  <a:pt x="333160" y="103976"/>
                </a:lnTo>
                <a:lnTo>
                  <a:pt x="333005" y="103548"/>
                </a:lnTo>
                <a:lnTo>
                  <a:pt x="332863" y="103107"/>
                </a:lnTo>
                <a:lnTo>
                  <a:pt x="332735" y="102655"/>
                </a:lnTo>
                <a:lnTo>
                  <a:pt x="332620" y="102192"/>
                </a:lnTo>
                <a:lnTo>
                  <a:pt x="332519" y="101716"/>
                </a:lnTo>
                <a:lnTo>
                  <a:pt x="332431" y="101229"/>
                </a:lnTo>
                <a:lnTo>
                  <a:pt x="332357" y="100730"/>
                </a:lnTo>
                <a:lnTo>
                  <a:pt x="332296" y="100219"/>
                </a:lnTo>
                <a:lnTo>
                  <a:pt x="332249" y="99697"/>
                </a:lnTo>
                <a:lnTo>
                  <a:pt x="332215" y="99163"/>
                </a:lnTo>
                <a:lnTo>
                  <a:pt x="332195" y="98617"/>
                </a:lnTo>
                <a:lnTo>
                  <a:pt x="332188" y="98059"/>
                </a:lnTo>
                <a:lnTo>
                  <a:pt x="332194" y="97515"/>
                </a:lnTo>
                <a:lnTo>
                  <a:pt x="332213" y="96981"/>
                </a:lnTo>
                <a:lnTo>
                  <a:pt x="332243" y="96458"/>
                </a:lnTo>
                <a:lnTo>
                  <a:pt x="332286" y="95946"/>
                </a:lnTo>
                <a:lnTo>
                  <a:pt x="332342" y="95444"/>
                </a:lnTo>
                <a:lnTo>
                  <a:pt x="332410" y="94952"/>
                </a:lnTo>
                <a:lnTo>
                  <a:pt x="332490" y="94472"/>
                </a:lnTo>
                <a:lnTo>
                  <a:pt x="332582" y="94001"/>
                </a:lnTo>
                <a:lnTo>
                  <a:pt x="332687" y="93542"/>
                </a:lnTo>
                <a:lnTo>
                  <a:pt x="332804" y="93093"/>
                </a:lnTo>
                <a:lnTo>
                  <a:pt x="332934" y="92654"/>
                </a:lnTo>
                <a:lnTo>
                  <a:pt x="333075" y="92226"/>
                </a:lnTo>
                <a:lnTo>
                  <a:pt x="333230" y="91809"/>
                </a:lnTo>
                <a:lnTo>
                  <a:pt x="333396" y="91402"/>
                </a:lnTo>
                <a:lnTo>
                  <a:pt x="333575" y="91006"/>
                </a:lnTo>
                <a:lnTo>
                  <a:pt x="333766" y="90620"/>
                </a:lnTo>
                <a:lnTo>
                  <a:pt x="333969" y="90245"/>
                </a:lnTo>
                <a:lnTo>
                  <a:pt x="334185" y="89880"/>
                </a:lnTo>
                <a:lnTo>
                  <a:pt x="334413" y="89526"/>
                </a:lnTo>
                <a:lnTo>
                  <a:pt x="334653" y="89183"/>
                </a:lnTo>
                <a:lnTo>
                  <a:pt x="334906" y="88850"/>
                </a:lnTo>
                <a:lnTo>
                  <a:pt x="335171" y="88528"/>
                </a:lnTo>
                <a:lnTo>
                  <a:pt x="335449" y="88216"/>
                </a:lnTo>
                <a:lnTo>
                  <a:pt x="335738" y="87915"/>
                </a:lnTo>
                <a:lnTo>
                  <a:pt x="336056" y="87609"/>
                </a:lnTo>
                <a:lnTo>
                  <a:pt x="336391" y="87310"/>
                </a:lnTo>
                <a:lnTo>
                  <a:pt x="336742" y="87019"/>
                </a:lnTo>
                <a:lnTo>
                  <a:pt x="337110" y="86736"/>
                </a:lnTo>
                <a:lnTo>
                  <a:pt x="337494" y="86461"/>
                </a:lnTo>
                <a:lnTo>
                  <a:pt x="337894" y="86193"/>
                </a:lnTo>
                <a:lnTo>
                  <a:pt x="338311" y="85932"/>
                </a:lnTo>
                <a:lnTo>
                  <a:pt x="338744" y="85679"/>
                </a:lnTo>
                <a:lnTo>
                  <a:pt x="339194" y="85434"/>
                </a:lnTo>
                <a:lnTo>
                  <a:pt x="339660" y="85197"/>
                </a:lnTo>
                <a:lnTo>
                  <a:pt x="340142" y="84967"/>
                </a:lnTo>
                <a:lnTo>
                  <a:pt x="340641" y="84745"/>
                </a:lnTo>
                <a:lnTo>
                  <a:pt x="341157" y="84530"/>
                </a:lnTo>
                <a:lnTo>
                  <a:pt x="341689" y="84323"/>
                </a:lnTo>
                <a:lnTo>
                  <a:pt x="342237" y="84124"/>
                </a:lnTo>
                <a:lnTo>
                  <a:pt x="342802" y="83932"/>
                </a:lnTo>
                <a:lnTo>
                  <a:pt x="343383" y="83748"/>
                </a:lnTo>
                <a:lnTo>
                  <a:pt x="343980" y="83572"/>
                </a:lnTo>
                <a:lnTo>
                  <a:pt x="344594" y="83403"/>
                </a:lnTo>
                <a:lnTo>
                  <a:pt x="345225" y="83242"/>
                </a:lnTo>
                <a:lnTo>
                  <a:pt x="345872" y="83089"/>
                </a:lnTo>
                <a:lnTo>
                  <a:pt x="346535" y="82943"/>
                </a:lnTo>
                <a:lnTo>
                  <a:pt x="347215" y="82804"/>
                </a:lnTo>
                <a:lnTo>
                  <a:pt x="347911" y="82674"/>
                </a:lnTo>
                <a:lnTo>
                  <a:pt x="348640" y="82536"/>
                </a:lnTo>
                <a:lnTo>
                  <a:pt x="349389" y="82404"/>
                </a:lnTo>
                <a:lnTo>
                  <a:pt x="350159" y="82278"/>
                </a:lnTo>
                <a:lnTo>
                  <a:pt x="350950" y="82157"/>
                </a:lnTo>
                <a:lnTo>
                  <a:pt x="351761" y="82043"/>
                </a:lnTo>
                <a:lnTo>
                  <a:pt x="352592" y="81934"/>
                </a:lnTo>
                <a:lnTo>
                  <a:pt x="353444" y="81831"/>
                </a:lnTo>
                <a:lnTo>
                  <a:pt x="354317" y="81735"/>
                </a:lnTo>
                <a:lnTo>
                  <a:pt x="355210" y="81644"/>
                </a:lnTo>
                <a:lnTo>
                  <a:pt x="356124" y="81558"/>
                </a:lnTo>
                <a:lnTo>
                  <a:pt x="357058" y="81479"/>
                </a:lnTo>
                <a:lnTo>
                  <a:pt x="358013" y="81406"/>
                </a:lnTo>
                <a:lnTo>
                  <a:pt x="358988" y="81338"/>
                </a:lnTo>
                <a:lnTo>
                  <a:pt x="359984" y="81277"/>
                </a:lnTo>
                <a:lnTo>
                  <a:pt x="361001" y="81221"/>
                </a:lnTo>
                <a:lnTo>
                  <a:pt x="362038" y="81171"/>
                </a:lnTo>
                <a:lnTo>
                  <a:pt x="363095" y="81127"/>
                </a:lnTo>
                <a:lnTo>
                  <a:pt x="364173" y="81089"/>
                </a:lnTo>
                <a:lnTo>
                  <a:pt x="365272" y="81057"/>
                </a:lnTo>
                <a:lnTo>
                  <a:pt x="366391" y="81030"/>
                </a:lnTo>
                <a:lnTo>
                  <a:pt x="367531" y="81010"/>
                </a:lnTo>
                <a:lnTo>
                  <a:pt x="368691" y="80995"/>
                </a:lnTo>
                <a:lnTo>
                  <a:pt x="369872" y="80986"/>
                </a:lnTo>
                <a:lnTo>
                  <a:pt x="371073" y="80983"/>
                </a:lnTo>
                <a:lnTo>
                  <a:pt x="371073" y="86224"/>
                </a:lnTo>
                <a:lnTo>
                  <a:pt x="371069" y="86814"/>
                </a:lnTo>
                <a:lnTo>
                  <a:pt x="371056" y="87398"/>
                </a:lnTo>
                <a:lnTo>
                  <a:pt x="371034" y="87978"/>
                </a:lnTo>
                <a:lnTo>
                  <a:pt x="371003" y="88554"/>
                </a:lnTo>
                <a:lnTo>
                  <a:pt x="370963" y="89124"/>
                </a:lnTo>
                <a:lnTo>
                  <a:pt x="370915" y="89690"/>
                </a:lnTo>
                <a:lnTo>
                  <a:pt x="370858" y="90251"/>
                </a:lnTo>
                <a:lnTo>
                  <a:pt x="370792" y="90808"/>
                </a:lnTo>
                <a:lnTo>
                  <a:pt x="370717" y="91360"/>
                </a:lnTo>
                <a:lnTo>
                  <a:pt x="370633" y="91907"/>
                </a:lnTo>
                <a:lnTo>
                  <a:pt x="370541" y="92449"/>
                </a:lnTo>
                <a:lnTo>
                  <a:pt x="370439" y="92987"/>
                </a:lnTo>
                <a:lnTo>
                  <a:pt x="370329" y="93520"/>
                </a:lnTo>
                <a:lnTo>
                  <a:pt x="370210" y="94048"/>
                </a:lnTo>
                <a:lnTo>
                  <a:pt x="370083" y="94572"/>
                </a:lnTo>
                <a:lnTo>
                  <a:pt x="369946" y="95091"/>
                </a:lnTo>
                <a:lnTo>
                  <a:pt x="369801" y="95605"/>
                </a:lnTo>
                <a:lnTo>
                  <a:pt x="369647" y="96115"/>
                </a:lnTo>
                <a:lnTo>
                  <a:pt x="369484" y="96620"/>
                </a:lnTo>
                <a:lnTo>
                  <a:pt x="369312" y="97120"/>
                </a:lnTo>
                <a:lnTo>
                  <a:pt x="369132" y="97615"/>
                </a:lnTo>
                <a:lnTo>
                  <a:pt x="368942" y="98106"/>
                </a:lnTo>
                <a:lnTo>
                  <a:pt x="368744" y="98592"/>
                </a:lnTo>
                <a:lnTo>
                  <a:pt x="368537" y="99073"/>
                </a:lnTo>
                <a:lnTo>
                  <a:pt x="368335" y="99548"/>
                </a:lnTo>
                <a:lnTo>
                  <a:pt x="368124" y="100015"/>
                </a:lnTo>
                <a:lnTo>
                  <a:pt x="367903" y="100473"/>
                </a:lnTo>
                <a:lnTo>
                  <a:pt x="367673" y="100924"/>
                </a:lnTo>
                <a:lnTo>
                  <a:pt x="367434" y="101366"/>
                </a:lnTo>
                <a:lnTo>
                  <a:pt x="367185" y="101800"/>
                </a:lnTo>
                <a:lnTo>
                  <a:pt x="366926" y="102225"/>
                </a:lnTo>
                <a:lnTo>
                  <a:pt x="366659" y="102643"/>
                </a:lnTo>
                <a:lnTo>
                  <a:pt x="366382" y="103052"/>
                </a:lnTo>
                <a:lnTo>
                  <a:pt x="366095" y="103453"/>
                </a:lnTo>
                <a:lnTo>
                  <a:pt x="365799" y="103845"/>
                </a:lnTo>
                <a:lnTo>
                  <a:pt x="365494" y="104230"/>
                </a:lnTo>
                <a:lnTo>
                  <a:pt x="365179" y="104606"/>
                </a:lnTo>
                <a:lnTo>
                  <a:pt x="364855" y="104974"/>
                </a:lnTo>
                <a:lnTo>
                  <a:pt x="364522" y="105334"/>
                </a:lnTo>
                <a:lnTo>
                  <a:pt x="364179" y="105686"/>
                </a:lnTo>
                <a:lnTo>
                  <a:pt x="363827" y="106029"/>
                </a:lnTo>
                <a:lnTo>
                  <a:pt x="363465" y="106364"/>
                </a:lnTo>
                <a:lnTo>
                  <a:pt x="363094" y="106691"/>
                </a:lnTo>
                <a:lnTo>
                  <a:pt x="362714" y="107010"/>
                </a:lnTo>
                <a:lnTo>
                  <a:pt x="362324" y="107321"/>
                </a:lnTo>
                <a:lnTo>
                  <a:pt x="361925" y="107623"/>
                </a:lnTo>
                <a:lnTo>
                  <a:pt x="361516" y="107917"/>
                </a:lnTo>
                <a:lnTo>
                  <a:pt x="361098" y="108203"/>
                </a:lnTo>
                <a:lnTo>
                  <a:pt x="360685" y="108479"/>
                </a:lnTo>
                <a:lnTo>
                  <a:pt x="360261" y="108743"/>
                </a:lnTo>
                <a:lnTo>
                  <a:pt x="359828" y="108995"/>
                </a:lnTo>
                <a:lnTo>
                  <a:pt x="359384" y="109236"/>
                </a:lnTo>
                <a:lnTo>
                  <a:pt x="358931" y="109465"/>
                </a:lnTo>
                <a:lnTo>
                  <a:pt x="358467" y="109682"/>
                </a:lnTo>
                <a:lnTo>
                  <a:pt x="357994" y="109888"/>
                </a:lnTo>
                <a:lnTo>
                  <a:pt x="357510" y="110082"/>
                </a:lnTo>
                <a:lnTo>
                  <a:pt x="357017" y="110263"/>
                </a:lnTo>
                <a:lnTo>
                  <a:pt x="356514" y="110434"/>
                </a:lnTo>
                <a:lnTo>
                  <a:pt x="356000" y="110592"/>
                </a:lnTo>
                <a:lnTo>
                  <a:pt x="355477" y="110739"/>
                </a:lnTo>
                <a:lnTo>
                  <a:pt x="354944" y="110874"/>
                </a:lnTo>
                <a:lnTo>
                  <a:pt x="354400" y="110997"/>
                </a:lnTo>
                <a:lnTo>
                  <a:pt x="353847" y="111109"/>
                </a:lnTo>
                <a:lnTo>
                  <a:pt x="353284" y="111209"/>
                </a:lnTo>
                <a:lnTo>
                  <a:pt x="352710" y="111297"/>
                </a:lnTo>
                <a:lnTo>
                  <a:pt x="352127" y="111373"/>
                </a:lnTo>
                <a:lnTo>
                  <a:pt x="351534" y="111438"/>
                </a:lnTo>
                <a:lnTo>
                  <a:pt x="350931" y="111490"/>
                </a:lnTo>
                <a:lnTo>
                  <a:pt x="350318" y="111531"/>
                </a:lnTo>
                <a:lnTo>
                  <a:pt x="349695" y="111561"/>
                </a:lnTo>
                <a:lnTo>
                  <a:pt x="349061" y="111578"/>
                </a:lnTo>
                <a:lnTo>
                  <a:pt x="348418" y="111584"/>
                </a:lnTo>
                <a:lnTo>
                  <a:pt x="347735" y="111578"/>
                </a:lnTo>
                <a:lnTo>
                  <a:pt x="347067" y="111561"/>
                </a:lnTo>
                <a:lnTo>
                  <a:pt x="346413" y="111531"/>
                </a:lnTo>
                <a:lnTo>
                  <a:pt x="345774" y="111490"/>
                </a:lnTo>
                <a:lnTo>
                  <a:pt x="345150" y="111438"/>
                </a:lnTo>
                <a:close/>
                <a:moveTo>
                  <a:pt x="622307" y="58482"/>
                </a:moveTo>
                <a:lnTo>
                  <a:pt x="622323" y="58569"/>
                </a:lnTo>
                <a:lnTo>
                  <a:pt x="622339" y="58662"/>
                </a:lnTo>
                <a:lnTo>
                  <a:pt x="622356" y="58761"/>
                </a:lnTo>
                <a:lnTo>
                  <a:pt x="622373" y="58867"/>
                </a:lnTo>
                <a:lnTo>
                  <a:pt x="622391" y="58979"/>
                </a:lnTo>
                <a:lnTo>
                  <a:pt x="622410" y="59098"/>
                </a:lnTo>
                <a:lnTo>
                  <a:pt x="622429" y="59224"/>
                </a:lnTo>
                <a:lnTo>
                  <a:pt x="622448" y="59355"/>
                </a:lnTo>
                <a:lnTo>
                  <a:pt x="622469" y="59494"/>
                </a:lnTo>
                <a:lnTo>
                  <a:pt x="622489" y="59638"/>
                </a:lnTo>
                <a:lnTo>
                  <a:pt x="622511" y="59790"/>
                </a:lnTo>
                <a:lnTo>
                  <a:pt x="622533" y="59947"/>
                </a:lnTo>
                <a:lnTo>
                  <a:pt x="622555" y="60111"/>
                </a:lnTo>
                <a:lnTo>
                  <a:pt x="622579" y="60282"/>
                </a:lnTo>
                <a:lnTo>
                  <a:pt x="622602" y="60459"/>
                </a:lnTo>
                <a:lnTo>
                  <a:pt x="622627" y="60642"/>
                </a:lnTo>
                <a:lnTo>
                  <a:pt x="622652" y="60832"/>
                </a:lnTo>
                <a:lnTo>
                  <a:pt x="622677" y="61029"/>
                </a:lnTo>
                <a:lnTo>
                  <a:pt x="622703" y="61231"/>
                </a:lnTo>
                <a:lnTo>
                  <a:pt x="622730" y="61441"/>
                </a:lnTo>
                <a:lnTo>
                  <a:pt x="622757" y="61656"/>
                </a:lnTo>
                <a:lnTo>
                  <a:pt x="622785" y="61879"/>
                </a:lnTo>
                <a:lnTo>
                  <a:pt x="638339" y="61879"/>
                </a:lnTo>
                <a:lnTo>
                  <a:pt x="638339" y="59850"/>
                </a:lnTo>
                <a:lnTo>
                  <a:pt x="638348" y="59291"/>
                </a:lnTo>
                <a:lnTo>
                  <a:pt x="638374" y="58744"/>
                </a:lnTo>
                <a:lnTo>
                  <a:pt x="638416" y="58207"/>
                </a:lnTo>
                <a:lnTo>
                  <a:pt x="638476" y="57680"/>
                </a:lnTo>
                <a:lnTo>
                  <a:pt x="638552" y="57164"/>
                </a:lnTo>
                <a:lnTo>
                  <a:pt x="638646" y="56659"/>
                </a:lnTo>
                <a:lnTo>
                  <a:pt x="638757" y="56164"/>
                </a:lnTo>
                <a:lnTo>
                  <a:pt x="638884" y="55679"/>
                </a:lnTo>
                <a:lnTo>
                  <a:pt x="639029" y="55206"/>
                </a:lnTo>
                <a:lnTo>
                  <a:pt x="639191" y="54743"/>
                </a:lnTo>
                <a:lnTo>
                  <a:pt x="639369" y="54290"/>
                </a:lnTo>
                <a:lnTo>
                  <a:pt x="639565" y="53848"/>
                </a:lnTo>
                <a:lnTo>
                  <a:pt x="639778" y="53416"/>
                </a:lnTo>
                <a:lnTo>
                  <a:pt x="640008" y="52996"/>
                </a:lnTo>
                <a:lnTo>
                  <a:pt x="640255" y="52585"/>
                </a:lnTo>
                <a:lnTo>
                  <a:pt x="640519" y="52185"/>
                </a:lnTo>
                <a:lnTo>
                  <a:pt x="640799" y="51796"/>
                </a:lnTo>
                <a:lnTo>
                  <a:pt x="641097" y="51418"/>
                </a:lnTo>
                <a:lnTo>
                  <a:pt x="641412" y="51049"/>
                </a:lnTo>
                <a:lnTo>
                  <a:pt x="641744" y="50692"/>
                </a:lnTo>
                <a:lnTo>
                  <a:pt x="642093" y="50345"/>
                </a:lnTo>
                <a:lnTo>
                  <a:pt x="642459" y="50009"/>
                </a:lnTo>
                <a:lnTo>
                  <a:pt x="642842" y="49683"/>
                </a:lnTo>
                <a:lnTo>
                  <a:pt x="643242" y="49368"/>
                </a:lnTo>
                <a:lnTo>
                  <a:pt x="643658" y="49064"/>
                </a:lnTo>
                <a:lnTo>
                  <a:pt x="644088" y="48774"/>
                </a:lnTo>
                <a:lnTo>
                  <a:pt x="644532" y="48496"/>
                </a:lnTo>
                <a:lnTo>
                  <a:pt x="644989" y="48231"/>
                </a:lnTo>
                <a:lnTo>
                  <a:pt x="645461" y="47979"/>
                </a:lnTo>
                <a:lnTo>
                  <a:pt x="645947" y="47740"/>
                </a:lnTo>
                <a:lnTo>
                  <a:pt x="646448" y="47514"/>
                </a:lnTo>
                <a:lnTo>
                  <a:pt x="646962" y="47301"/>
                </a:lnTo>
                <a:lnTo>
                  <a:pt x="647490" y="47101"/>
                </a:lnTo>
                <a:lnTo>
                  <a:pt x="648033" y="46914"/>
                </a:lnTo>
                <a:lnTo>
                  <a:pt x="648589" y="46739"/>
                </a:lnTo>
                <a:lnTo>
                  <a:pt x="649160" y="46578"/>
                </a:lnTo>
                <a:lnTo>
                  <a:pt x="649744" y="46429"/>
                </a:lnTo>
                <a:lnTo>
                  <a:pt x="650343" y="46294"/>
                </a:lnTo>
                <a:lnTo>
                  <a:pt x="650956" y="46171"/>
                </a:lnTo>
                <a:lnTo>
                  <a:pt x="651583" y="46061"/>
                </a:lnTo>
                <a:lnTo>
                  <a:pt x="652224" y="45965"/>
                </a:lnTo>
                <a:lnTo>
                  <a:pt x="652879" y="45881"/>
                </a:lnTo>
                <a:lnTo>
                  <a:pt x="653548" y="45810"/>
                </a:lnTo>
                <a:lnTo>
                  <a:pt x="654232" y="45751"/>
                </a:lnTo>
                <a:lnTo>
                  <a:pt x="654929" y="45706"/>
                </a:lnTo>
                <a:lnTo>
                  <a:pt x="655641" y="45674"/>
                </a:lnTo>
                <a:lnTo>
                  <a:pt x="656366" y="45655"/>
                </a:lnTo>
                <a:lnTo>
                  <a:pt x="657106" y="45648"/>
                </a:lnTo>
                <a:lnTo>
                  <a:pt x="657913" y="45655"/>
                </a:lnTo>
                <a:lnTo>
                  <a:pt x="658700" y="45674"/>
                </a:lnTo>
                <a:lnTo>
                  <a:pt x="659468" y="45706"/>
                </a:lnTo>
                <a:lnTo>
                  <a:pt x="660215" y="45751"/>
                </a:lnTo>
                <a:lnTo>
                  <a:pt x="660942" y="45810"/>
                </a:lnTo>
                <a:lnTo>
                  <a:pt x="661650" y="45881"/>
                </a:lnTo>
                <a:lnTo>
                  <a:pt x="662337" y="45965"/>
                </a:lnTo>
                <a:lnTo>
                  <a:pt x="663004" y="46061"/>
                </a:lnTo>
                <a:lnTo>
                  <a:pt x="663652" y="46171"/>
                </a:lnTo>
                <a:lnTo>
                  <a:pt x="664280" y="46294"/>
                </a:lnTo>
                <a:lnTo>
                  <a:pt x="664887" y="46429"/>
                </a:lnTo>
                <a:lnTo>
                  <a:pt x="665475" y="46578"/>
                </a:lnTo>
                <a:lnTo>
                  <a:pt x="666042" y="46739"/>
                </a:lnTo>
                <a:lnTo>
                  <a:pt x="666590" y="46914"/>
                </a:lnTo>
                <a:lnTo>
                  <a:pt x="667118" y="47101"/>
                </a:lnTo>
                <a:lnTo>
                  <a:pt x="667626" y="47301"/>
                </a:lnTo>
                <a:lnTo>
                  <a:pt x="668113" y="47514"/>
                </a:lnTo>
                <a:lnTo>
                  <a:pt x="668581" y="47740"/>
                </a:lnTo>
                <a:lnTo>
                  <a:pt x="669029" y="47979"/>
                </a:lnTo>
                <a:lnTo>
                  <a:pt x="669457" y="48231"/>
                </a:lnTo>
                <a:lnTo>
                  <a:pt x="669865" y="48496"/>
                </a:lnTo>
                <a:lnTo>
                  <a:pt x="670253" y="48774"/>
                </a:lnTo>
                <a:lnTo>
                  <a:pt x="670621" y="49064"/>
                </a:lnTo>
                <a:lnTo>
                  <a:pt x="670969" y="49368"/>
                </a:lnTo>
                <a:lnTo>
                  <a:pt x="671314" y="49685"/>
                </a:lnTo>
                <a:lnTo>
                  <a:pt x="671645" y="50018"/>
                </a:lnTo>
                <a:lnTo>
                  <a:pt x="671960" y="50366"/>
                </a:lnTo>
                <a:lnTo>
                  <a:pt x="672261" y="50730"/>
                </a:lnTo>
                <a:lnTo>
                  <a:pt x="672547" y="51108"/>
                </a:lnTo>
                <a:lnTo>
                  <a:pt x="672819" y="51502"/>
                </a:lnTo>
                <a:lnTo>
                  <a:pt x="673075" y="51911"/>
                </a:lnTo>
                <a:lnTo>
                  <a:pt x="673318" y="52336"/>
                </a:lnTo>
                <a:lnTo>
                  <a:pt x="673545" y="52775"/>
                </a:lnTo>
                <a:lnTo>
                  <a:pt x="673758" y="53230"/>
                </a:lnTo>
                <a:lnTo>
                  <a:pt x="673956" y="53701"/>
                </a:lnTo>
                <a:lnTo>
                  <a:pt x="674139" y="54186"/>
                </a:lnTo>
                <a:lnTo>
                  <a:pt x="674308" y="54687"/>
                </a:lnTo>
                <a:lnTo>
                  <a:pt x="674462" y="55203"/>
                </a:lnTo>
                <a:lnTo>
                  <a:pt x="674602" y="55734"/>
                </a:lnTo>
                <a:lnTo>
                  <a:pt x="674726" y="56281"/>
                </a:lnTo>
                <a:lnTo>
                  <a:pt x="674837" y="56842"/>
                </a:lnTo>
                <a:lnTo>
                  <a:pt x="674932" y="57419"/>
                </a:lnTo>
                <a:lnTo>
                  <a:pt x="675013" y="58012"/>
                </a:lnTo>
                <a:lnTo>
                  <a:pt x="675079" y="58619"/>
                </a:lnTo>
                <a:lnTo>
                  <a:pt x="675130" y="59242"/>
                </a:lnTo>
                <a:lnTo>
                  <a:pt x="675167" y="59880"/>
                </a:lnTo>
                <a:lnTo>
                  <a:pt x="675189" y="60534"/>
                </a:lnTo>
                <a:lnTo>
                  <a:pt x="675196" y="61202"/>
                </a:lnTo>
                <a:lnTo>
                  <a:pt x="675196" y="70670"/>
                </a:lnTo>
                <a:lnTo>
                  <a:pt x="673533" y="70675"/>
                </a:lnTo>
                <a:lnTo>
                  <a:pt x="671897" y="70690"/>
                </a:lnTo>
                <a:lnTo>
                  <a:pt x="670288" y="70715"/>
                </a:lnTo>
                <a:lnTo>
                  <a:pt x="668706" y="70750"/>
                </a:lnTo>
                <a:lnTo>
                  <a:pt x="667151" y="70795"/>
                </a:lnTo>
                <a:lnTo>
                  <a:pt x="665623" y="70850"/>
                </a:lnTo>
                <a:lnTo>
                  <a:pt x="664122" y="70915"/>
                </a:lnTo>
                <a:lnTo>
                  <a:pt x="662648" y="70989"/>
                </a:lnTo>
                <a:lnTo>
                  <a:pt x="661200" y="71074"/>
                </a:lnTo>
                <a:lnTo>
                  <a:pt x="659780" y="71169"/>
                </a:lnTo>
                <a:lnTo>
                  <a:pt x="658387" y="71274"/>
                </a:lnTo>
                <a:lnTo>
                  <a:pt x="657021" y="71389"/>
                </a:lnTo>
                <a:lnTo>
                  <a:pt x="655682" y="71513"/>
                </a:lnTo>
                <a:lnTo>
                  <a:pt x="654370" y="71648"/>
                </a:lnTo>
                <a:lnTo>
                  <a:pt x="653085" y="71793"/>
                </a:lnTo>
                <a:lnTo>
                  <a:pt x="651827" y="71947"/>
                </a:lnTo>
                <a:lnTo>
                  <a:pt x="650596" y="72112"/>
                </a:lnTo>
                <a:lnTo>
                  <a:pt x="649392" y="72287"/>
                </a:lnTo>
                <a:lnTo>
                  <a:pt x="648215" y="72471"/>
                </a:lnTo>
                <a:lnTo>
                  <a:pt x="647065" y="72666"/>
                </a:lnTo>
                <a:lnTo>
                  <a:pt x="645942" y="72871"/>
                </a:lnTo>
                <a:lnTo>
                  <a:pt x="644846" y="73085"/>
                </a:lnTo>
                <a:lnTo>
                  <a:pt x="643777" y="73310"/>
                </a:lnTo>
                <a:lnTo>
                  <a:pt x="642735" y="73544"/>
                </a:lnTo>
                <a:lnTo>
                  <a:pt x="641732" y="73790"/>
                </a:lnTo>
                <a:lnTo>
                  <a:pt x="640752" y="74047"/>
                </a:lnTo>
                <a:lnTo>
                  <a:pt x="639795" y="74316"/>
                </a:lnTo>
                <a:lnTo>
                  <a:pt x="638861" y="74596"/>
                </a:lnTo>
                <a:lnTo>
                  <a:pt x="637949" y="74889"/>
                </a:lnTo>
                <a:lnTo>
                  <a:pt x="637061" y="75193"/>
                </a:lnTo>
                <a:lnTo>
                  <a:pt x="636195" y="75508"/>
                </a:lnTo>
                <a:lnTo>
                  <a:pt x="635353" y="75836"/>
                </a:lnTo>
                <a:lnTo>
                  <a:pt x="634533" y="76175"/>
                </a:lnTo>
                <a:lnTo>
                  <a:pt x="633736" y="76526"/>
                </a:lnTo>
                <a:lnTo>
                  <a:pt x="632962" y="76889"/>
                </a:lnTo>
                <a:lnTo>
                  <a:pt x="632211" y="77264"/>
                </a:lnTo>
                <a:lnTo>
                  <a:pt x="631483" y="77650"/>
                </a:lnTo>
                <a:lnTo>
                  <a:pt x="630777" y="78048"/>
                </a:lnTo>
                <a:lnTo>
                  <a:pt x="630095" y="78458"/>
                </a:lnTo>
                <a:lnTo>
                  <a:pt x="629435" y="78879"/>
                </a:lnTo>
                <a:lnTo>
                  <a:pt x="628799" y="79312"/>
                </a:lnTo>
                <a:lnTo>
                  <a:pt x="628185" y="79757"/>
                </a:lnTo>
                <a:lnTo>
                  <a:pt x="627594" y="80214"/>
                </a:lnTo>
                <a:lnTo>
                  <a:pt x="627026" y="80683"/>
                </a:lnTo>
                <a:lnTo>
                  <a:pt x="626481" y="81163"/>
                </a:lnTo>
                <a:lnTo>
                  <a:pt x="625959" y="81655"/>
                </a:lnTo>
                <a:lnTo>
                  <a:pt x="625459" y="82158"/>
                </a:lnTo>
                <a:lnTo>
                  <a:pt x="624983" y="82674"/>
                </a:lnTo>
                <a:lnTo>
                  <a:pt x="624542" y="83188"/>
                </a:lnTo>
                <a:lnTo>
                  <a:pt x="624119" y="83716"/>
                </a:lnTo>
                <a:lnTo>
                  <a:pt x="623715" y="84259"/>
                </a:lnTo>
                <a:lnTo>
                  <a:pt x="623330" y="84815"/>
                </a:lnTo>
                <a:lnTo>
                  <a:pt x="622964" y="85386"/>
                </a:lnTo>
                <a:lnTo>
                  <a:pt x="622616" y="85971"/>
                </a:lnTo>
                <a:lnTo>
                  <a:pt x="622287" y="86569"/>
                </a:lnTo>
                <a:lnTo>
                  <a:pt x="621977" y="87182"/>
                </a:lnTo>
                <a:lnTo>
                  <a:pt x="621686" y="87809"/>
                </a:lnTo>
                <a:lnTo>
                  <a:pt x="621414" y="88450"/>
                </a:lnTo>
                <a:lnTo>
                  <a:pt x="621160" y="89105"/>
                </a:lnTo>
                <a:lnTo>
                  <a:pt x="620926" y="89775"/>
                </a:lnTo>
                <a:lnTo>
                  <a:pt x="620710" y="90458"/>
                </a:lnTo>
                <a:lnTo>
                  <a:pt x="620512" y="91155"/>
                </a:lnTo>
                <a:lnTo>
                  <a:pt x="620334" y="91867"/>
                </a:lnTo>
                <a:lnTo>
                  <a:pt x="620174" y="92592"/>
                </a:lnTo>
                <a:lnTo>
                  <a:pt x="620033" y="93332"/>
                </a:lnTo>
                <a:lnTo>
                  <a:pt x="619911" y="94086"/>
                </a:lnTo>
                <a:lnTo>
                  <a:pt x="619808" y="94854"/>
                </a:lnTo>
                <a:lnTo>
                  <a:pt x="619723" y="95636"/>
                </a:lnTo>
                <a:lnTo>
                  <a:pt x="619658" y="96432"/>
                </a:lnTo>
                <a:lnTo>
                  <a:pt x="619611" y="97242"/>
                </a:lnTo>
                <a:lnTo>
                  <a:pt x="619582" y="98066"/>
                </a:lnTo>
                <a:lnTo>
                  <a:pt x="619573" y="98904"/>
                </a:lnTo>
                <a:lnTo>
                  <a:pt x="619585" y="99908"/>
                </a:lnTo>
                <a:lnTo>
                  <a:pt x="619622" y="100892"/>
                </a:lnTo>
                <a:lnTo>
                  <a:pt x="619684" y="101855"/>
                </a:lnTo>
                <a:lnTo>
                  <a:pt x="619770" y="102798"/>
                </a:lnTo>
                <a:lnTo>
                  <a:pt x="619881" y="103719"/>
                </a:lnTo>
                <a:lnTo>
                  <a:pt x="620017" y="104621"/>
                </a:lnTo>
                <a:lnTo>
                  <a:pt x="620177" y="105502"/>
                </a:lnTo>
                <a:lnTo>
                  <a:pt x="620362" y="106362"/>
                </a:lnTo>
                <a:lnTo>
                  <a:pt x="620572" y="107202"/>
                </a:lnTo>
                <a:lnTo>
                  <a:pt x="620806" y="108021"/>
                </a:lnTo>
                <a:lnTo>
                  <a:pt x="621065" y="108820"/>
                </a:lnTo>
                <a:lnTo>
                  <a:pt x="621348" y="109598"/>
                </a:lnTo>
                <a:lnTo>
                  <a:pt x="621656" y="110355"/>
                </a:lnTo>
                <a:lnTo>
                  <a:pt x="621989" y="111092"/>
                </a:lnTo>
                <a:lnTo>
                  <a:pt x="622347" y="111809"/>
                </a:lnTo>
                <a:lnTo>
                  <a:pt x="622729" y="112505"/>
                </a:lnTo>
                <a:lnTo>
                  <a:pt x="623136" y="113180"/>
                </a:lnTo>
                <a:lnTo>
                  <a:pt x="623567" y="113835"/>
                </a:lnTo>
                <a:lnTo>
                  <a:pt x="624023" y="114469"/>
                </a:lnTo>
                <a:lnTo>
                  <a:pt x="624504" y="115083"/>
                </a:lnTo>
                <a:lnTo>
                  <a:pt x="625010" y="115676"/>
                </a:lnTo>
                <a:lnTo>
                  <a:pt x="625540" y="116249"/>
                </a:lnTo>
                <a:lnTo>
                  <a:pt x="626094" y="116801"/>
                </a:lnTo>
                <a:lnTo>
                  <a:pt x="626674" y="117333"/>
                </a:lnTo>
                <a:lnTo>
                  <a:pt x="627290" y="117843"/>
                </a:lnTo>
                <a:lnTo>
                  <a:pt x="627928" y="118332"/>
                </a:lnTo>
                <a:lnTo>
                  <a:pt x="628586" y="118799"/>
                </a:lnTo>
                <a:lnTo>
                  <a:pt x="629266" y="119244"/>
                </a:lnTo>
                <a:lnTo>
                  <a:pt x="629967" y="119668"/>
                </a:lnTo>
                <a:lnTo>
                  <a:pt x="630689" y="120069"/>
                </a:lnTo>
                <a:lnTo>
                  <a:pt x="631432" y="120449"/>
                </a:lnTo>
                <a:lnTo>
                  <a:pt x="632197" y="120808"/>
                </a:lnTo>
                <a:lnTo>
                  <a:pt x="632982" y="121145"/>
                </a:lnTo>
                <a:lnTo>
                  <a:pt x="633789" y="121459"/>
                </a:lnTo>
                <a:lnTo>
                  <a:pt x="634616" y="121753"/>
                </a:lnTo>
                <a:lnTo>
                  <a:pt x="635465" y="122024"/>
                </a:lnTo>
                <a:lnTo>
                  <a:pt x="636335" y="122274"/>
                </a:lnTo>
                <a:lnTo>
                  <a:pt x="637226" y="122502"/>
                </a:lnTo>
                <a:lnTo>
                  <a:pt x="638139" y="122708"/>
                </a:lnTo>
                <a:lnTo>
                  <a:pt x="639072" y="122893"/>
                </a:lnTo>
                <a:lnTo>
                  <a:pt x="640027" y="123056"/>
                </a:lnTo>
                <a:lnTo>
                  <a:pt x="641002" y="123197"/>
                </a:lnTo>
                <a:lnTo>
                  <a:pt x="641999" y="123317"/>
                </a:lnTo>
                <a:lnTo>
                  <a:pt x="643017" y="123414"/>
                </a:lnTo>
                <a:lnTo>
                  <a:pt x="644056" y="123490"/>
                </a:lnTo>
                <a:lnTo>
                  <a:pt x="645116" y="123545"/>
                </a:lnTo>
                <a:lnTo>
                  <a:pt x="646198" y="123577"/>
                </a:lnTo>
                <a:lnTo>
                  <a:pt x="647300" y="123588"/>
                </a:lnTo>
                <a:lnTo>
                  <a:pt x="647806" y="123586"/>
                </a:lnTo>
                <a:lnTo>
                  <a:pt x="648311" y="123579"/>
                </a:lnTo>
                <a:lnTo>
                  <a:pt x="648814" y="123567"/>
                </a:lnTo>
                <a:lnTo>
                  <a:pt x="649315" y="123551"/>
                </a:lnTo>
                <a:lnTo>
                  <a:pt x="649814" y="123529"/>
                </a:lnTo>
                <a:lnTo>
                  <a:pt x="650311" y="123504"/>
                </a:lnTo>
                <a:lnTo>
                  <a:pt x="650807" y="123473"/>
                </a:lnTo>
                <a:lnTo>
                  <a:pt x="651301" y="123438"/>
                </a:lnTo>
                <a:lnTo>
                  <a:pt x="651793" y="123398"/>
                </a:lnTo>
                <a:lnTo>
                  <a:pt x="652284" y="123353"/>
                </a:lnTo>
                <a:lnTo>
                  <a:pt x="652773" y="123304"/>
                </a:lnTo>
                <a:lnTo>
                  <a:pt x="653260" y="123250"/>
                </a:lnTo>
                <a:lnTo>
                  <a:pt x="653745" y="123191"/>
                </a:lnTo>
                <a:lnTo>
                  <a:pt x="654228" y="123128"/>
                </a:lnTo>
                <a:lnTo>
                  <a:pt x="654710" y="123060"/>
                </a:lnTo>
                <a:lnTo>
                  <a:pt x="655190" y="122987"/>
                </a:lnTo>
                <a:lnTo>
                  <a:pt x="655668" y="122909"/>
                </a:lnTo>
                <a:lnTo>
                  <a:pt x="656144" y="122827"/>
                </a:lnTo>
                <a:lnTo>
                  <a:pt x="656619" y="122740"/>
                </a:lnTo>
                <a:lnTo>
                  <a:pt x="657092" y="122649"/>
                </a:lnTo>
                <a:lnTo>
                  <a:pt x="657563" y="122553"/>
                </a:lnTo>
                <a:lnTo>
                  <a:pt x="658032" y="122452"/>
                </a:lnTo>
                <a:lnTo>
                  <a:pt x="658500" y="122346"/>
                </a:lnTo>
                <a:lnTo>
                  <a:pt x="658966" y="122236"/>
                </a:lnTo>
                <a:lnTo>
                  <a:pt x="659429" y="122134"/>
                </a:lnTo>
                <a:lnTo>
                  <a:pt x="659888" y="122025"/>
                </a:lnTo>
                <a:lnTo>
                  <a:pt x="660345" y="121911"/>
                </a:lnTo>
                <a:lnTo>
                  <a:pt x="660797" y="121789"/>
                </a:lnTo>
                <a:lnTo>
                  <a:pt x="661246" y="121662"/>
                </a:lnTo>
                <a:lnTo>
                  <a:pt x="661692" y="121528"/>
                </a:lnTo>
                <a:lnTo>
                  <a:pt x="662134" y="121387"/>
                </a:lnTo>
                <a:lnTo>
                  <a:pt x="662572" y="121240"/>
                </a:lnTo>
                <a:lnTo>
                  <a:pt x="663007" y="121086"/>
                </a:lnTo>
                <a:lnTo>
                  <a:pt x="663439" y="120926"/>
                </a:lnTo>
                <a:lnTo>
                  <a:pt x="663867" y="120760"/>
                </a:lnTo>
                <a:lnTo>
                  <a:pt x="664291" y="120587"/>
                </a:lnTo>
                <a:lnTo>
                  <a:pt x="664712" y="120408"/>
                </a:lnTo>
                <a:lnTo>
                  <a:pt x="665130" y="120222"/>
                </a:lnTo>
                <a:lnTo>
                  <a:pt x="665543" y="120030"/>
                </a:lnTo>
                <a:lnTo>
                  <a:pt x="665954" y="119831"/>
                </a:lnTo>
                <a:lnTo>
                  <a:pt x="666361" y="119626"/>
                </a:lnTo>
                <a:lnTo>
                  <a:pt x="666764" y="119414"/>
                </a:lnTo>
                <a:lnTo>
                  <a:pt x="667164" y="119196"/>
                </a:lnTo>
                <a:lnTo>
                  <a:pt x="667560" y="118972"/>
                </a:lnTo>
                <a:lnTo>
                  <a:pt x="667953" y="118741"/>
                </a:lnTo>
                <a:lnTo>
                  <a:pt x="668342" y="118503"/>
                </a:lnTo>
                <a:lnTo>
                  <a:pt x="668728" y="118259"/>
                </a:lnTo>
                <a:lnTo>
                  <a:pt x="669110" y="118009"/>
                </a:lnTo>
                <a:lnTo>
                  <a:pt x="669487" y="117738"/>
                </a:lnTo>
                <a:lnTo>
                  <a:pt x="669859" y="117459"/>
                </a:lnTo>
                <a:lnTo>
                  <a:pt x="670224" y="117174"/>
                </a:lnTo>
                <a:lnTo>
                  <a:pt x="670584" y="116882"/>
                </a:lnTo>
                <a:lnTo>
                  <a:pt x="670938" y="116582"/>
                </a:lnTo>
                <a:lnTo>
                  <a:pt x="671286" y="116276"/>
                </a:lnTo>
                <a:lnTo>
                  <a:pt x="671629" y="115962"/>
                </a:lnTo>
                <a:lnTo>
                  <a:pt x="671965" y="115642"/>
                </a:lnTo>
                <a:lnTo>
                  <a:pt x="672296" y="115314"/>
                </a:lnTo>
                <a:lnTo>
                  <a:pt x="672620" y="114980"/>
                </a:lnTo>
                <a:lnTo>
                  <a:pt x="672939" y="114638"/>
                </a:lnTo>
                <a:lnTo>
                  <a:pt x="673252" y="114289"/>
                </a:lnTo>
                <a:lnTo>
                  <a:pt x="673559" y="113934"/>
                </a:lnTo>
                <a:lnTo>
                  <a:pt x="673860" y="113571"/>
                </a:lnTo>
                <a:lnTo>
                  <a:pt x="674155" y="113201"/>
                </a:lnTo>
                <a:lnTo>
                  <a:pt x="674445" y="112824"/>
                </a:lnTo>
                <a:lnTo>
                  <a:pt x="674728" y="112440"/>
                </a:lnTo>
                <a:lnTo>
                  <a:pt x="675006" y="112049"/>
                </a:lnTo>
                <a:lnTo>
                  <a:pt x="675278" y="111651"/>
                </a:lnTo>
                <a:lnTo>
                  <a:pt x="675544" y="111246"/>
                </a:lnTo>
                <a:lnTo>
                  <a:pt x="675804" y="110834"/>
                </a:lnTo>
                <a:lnTo>
                  <a:pt x="676058" y="110415"/>
                </a:lnTo>
                <a:lnTo>
                  <a:pt x="676306" y="109989"/>
                </a:lnTo>
                <a:lnTo>
                  <a:pt x="676549" y="109556"/>
                </a:lnTo>
                <a:lnTo>
                  <a:pt x="676593" y="110002"/>
                </a:lnTo>
                <a:lnTo>
                  <a:pt x="676640" y="110441"/>
                </a:lnTo>
                <a:lnTo>
                  <a:pt x="676691" y="110871"/>
                </a:lnTo>
                <a:lnTo>
                  <a:pt x="676746" y="111293"/>
                </a:lnTo>
                <a:lnTo>
                  <a:pt x="676804" y="111707"/>
                </a:lnTo>
                <a:lnTo>
                  <a:pt x="676866" y="112113"/>
                </a:lnTo>
                <a:lnTo>
                  <a:pt x="676931" y="112510"/>
                </a:lnTo>
                <a:lnTo>
                  <a:pt x="676999" y="112899"/>
                </a:lnTo>
                <a:lnTo>
                  <a:pt x="677072" y="113280"/>
                </a:lnTo>
                <a:lnTo>
                  <a:pt x="677147" y="113653"/>
                </a:lnTo>
                <a:lnTo>
                  <a:pt x="677227" y="114018"/>
                </a:lnTo>
                <a:lnTo>
                  <a:pt x="677309" y="114374"/>
                </a:lnTo>
                <a:lnTo>
                  <a:pt x="677396" y="114722"/>
                </a:lnTo>
                <a:lnTo>
                  <a:pt x="677486" y="115062"/>
                </a:lnTo>
                <a:lnTo>
                  <a:pt x="677579" y="115394"/>
                </a:lnTo>
                <a:lnTo>
                  <a:pt x="677676" y="115717"/>
                </a:lnTo>
                <a:lnTo>
                  <a:pt x="677776" y="116032"/>
                </a:lnTo>
                <a:lnTo>
                  <a:pt x="677880" y="116339"/>
                </a:lnTo>
                <a:lnTo>
                  <a:pt x="677987" y="116638"/>
                </a:lnTo>
                <a:lnTo>
                  <a:pt x="678098" y="116929"/>
                </a:lnTo>
                <a:lnTo>
                  <a:pt x="678213" y="117211"/>
                </a:lnTo>
                <a:lnTo>
                  <a:pt x="678331" y="117485"/>
                </a:lnTo>
                <a:lnTo>
                  <a:pt x="678452" y="117751"/>
                </a:lnTo>
                <a:lnTo>
                  <a:pt x="678577" y="118009"/>
                </a:lnTo>
                <a:lnTo>
                  <a:pt x="678707" y="118259"/>
                </a:lnTo>
                <a:lnTo>
                  <a:pt x="678843" y="118503"/>
                </a:lnTo>
                <a:lnTo>
                  <a:pt x="678984" y="118741"/>
                </a:lnTo>
                <a:lnTo>
                  <a:pt x="679132" y="118972"/>
                </a:lnTo>
                <a:lnTo>
                  <a:pt x="679285" y="119196"/>
                </a:lnTo>
                <a:lnTo>
                  <a:pt x="679444" y="119414"/>
                </a:lnTo>
                <a:lnTo>
                  <a:pt x="679609" y="119626"/>
                </a:lnTo>
                <a:lnTo>
                  <a:pt x="679780" y="119831"/>
                </a:lnTo>
                <a:lnTo>
                  <a:pt x="679956" y="120030"/>
                </a:lnTo>
                <a:lnTo>
                  <a:pt x="680139" y="120222"/>
                </a:lnTo>
                <a:lnTo>
                  <a:pt x="680327" y="120408"/>
                </a:lnTo>
                <a:lnTo>
                  <a:pt x="680522" y="120587"/>
                </a:lnTo>
                <a:lnTo>
                  <a:pt x="680722" y="120760"/>
                </a:lnTo>
                <a:lnTo>
                  <a:pt x="680928" y="120926"/>
                </a:lnTo>
                <a:lnTo>
                  <a:pt x="681140" y="121086"/>
                </a:lnTo>
                <a:lnTo>
                  <a:pt x="681358" y="121240"/>
                </a:lnTo>
                <a:lnTo>
                  <a:pt x="681581" y="121387"/>
                </a:lnTo>
                <a:lnTo>
                  <a:pt x="681811" y="121528"/>
                </a:lnTo>
                <a:lnTo>
                  <a:pt x="682046" y="121662"/>
                </a:lnTo>
                <a:lnTo>
                  <a:pt x="682287" y="121789"/>
                </a:lnTo>
                <a:lnTo>
                  <a:pt x="682535" y="121911"/>
                </a:lnTo>
                <a:lnTo>
                  <a:pt x="682788" y="122025"/>
                </a:lnTo>
                <a:lnTo>
                  <a:pt x="683046" y="122134"/>
                </a:lnTo>
                <a:lnTo>
                  <a:pt x="683311" y="122236"/>
                </a:lnTo>
                <a:lnTo>
                  <a:pt x="683582" y="122346"/>
                </a:lnTo>
                <a:lnTo>
                  <a:pt x="683860" y="122452"/>
                </a:lnTo>
                <a:lnTo>
                  <a:pt x="684143" y="122553"/>
                </a:lnTo>
                <a:lnTo>
                  <a:pt x="684434" y="122649"/>
                </a:lnTo>
                <a:lnTo>
                  <a:pt x="684730" y="122740"/>
                </a:lnTo>
                <a:lnTo>
                  <a:pt x="685034" y="122827"/>
                </a:lnTo>
                <a:lnTo>
                  <a:pt x="685343" y="122909"/>
                </a:lnTo>
                <a:lnTo>
                  <a:pt x="685659" y="122987"/>
                </a:lnTo>
                <a:lnTo>
                  <a:pt x="685982" y="123060"/>
                </a:lnTo>
                <a:lnTo>
                  <a:pt x="686311" y="123128"/>
                </a:lnTo>
                <a:lnTo>
                  <a:pt x="686647" y="123191"/>
                </a:lnTo>
                <a:lnTo>
                  <a:pt x="686989" y="123250"/>
                </a:lnTo>
                <a:lnTo>
                  <a:pt x="687337" y="123304"/>
                </a:lnTo>
                <a:lnTo>
                  <a:pt x="687692" y="123353"/>
                </a:lnTo>
                <a:lnTo>
                  <a:pt x="688053" y="123398"/>
                </a:lnTo>
                <a:lnTo>
                  <a:pt x="688421" y="123438"/>
                </a:lnTo>
                <a:lnTo>
                  <a:pt x="688795" y="123473"/>
                </a:lnTo>
                <a:lnTo>
                  <a:pt x="689176" y="123504"/>
                </a:lnTo>
                <a:lnTo>
                  <a:pt x="689563" y="123529"/>
                </a:lnTo>
                <a:lnTo>
                  <a:pt x="689957" y="123551"/>
                </a:lnTo>
                <a:lnTo>
                  <a:pt x="690357" y="123567"/>
                </a:lnTo>
                <a:lnTo>
                  <a:pt x="690763" y="123579"/>
                </a:lnTo>
                <a:lnTo>
                  <a:pt x="691176" y="123586"/>
                </a:lnTo>
                <a:lnTo>
                  <a:pt x="691596" y="123588"/>
                </a:lnTo>
                <a:lnTo>
                  <a:pt x="691891" y="123587"/>
                </a:lnTo>
                <a:lnTo>
                  <a:pt x="692185" y="123582"/>
                </a:lnTo>
                <a:lnTo>
                  <a:pt x="692478" y="123575"/>
                </a:lnTo>
                <a:lnTo>
                  <a:pt x="692770" y="123565"/>
                </a:lnTo>
                <a:lnTo>
                  <a:pt x="693060" y="123551"/>
                </a:lnTo>
                <a:lnTo>
                  <a:pt x="693350" y="123535"/>
                </a:lnTo>
                <a:lnTo>
                  <a:pt x="693638" y="123516"/>
                </a:lnTo>
                <a:lnTo>
                  <a:pt x="693925" y="123494"/>
                </a:lnTo>
                <a:lnTo>
                  <a:pt x="694211" y="123469"/>
                </a:lnTo>
                <a:lnTo>
                  <a:pt x="694496" y="123441"/>
                </a:lnTo>
                <a:lnTo>
                  <a:pt x="694779" y="123411"/>
                </a:lnTo>
                <a:lnTo>
                  <a:pt x="695061" y="123377"/>
                </a:lnTo>
                <a:lnTo>
                  <a:pt x="695343" y="123340"/>
                </a:lnTo>
                <a:lnTo>
                  <a:pt x="695623" y="123300"/>
                </a:lnTo>
                <a:lnTo>
                  <a:pt x="695902" y="123258"/>
                </a:lnTo>
                <a:lnTo>
                  <a:pt x="696179" y="123212"/>
                </a:lnTo>
                <a:lnTo>
                  <a:pt x="696456" y="123164"/>
                </a:lnTo>
                <a:lnTo>
                  <a:pt x="696731" y="123113"/>
                </a:lnTo>
                <a:lnTo>
                  <a:pt x="697005" y="123058"/>
                </a:lnTo>
                <a:lnTo>
                  <a:pt x="697278" y="123001"/>
                </a:lnTo>
                <a:lnTo>
                  <a:pt x="697550" y="122941"/>
                </a:lnTo>
                <a:lnTo>
                  <a:pt x="697821" y="122878"/>
                </a:lnTo>
                <a:lnTo>
                  <a:pt x="698090" y="122812"/>
                </a:lnTo>
                <a:lnTo>
                  <a:pt x="698358" y="122743"/>
                </a:lnTo>
                <a:lnTo>
                  <a:pt x="698624" y="122671"/>
                </a:lnTo>
                <a:lnTo>
                  <a:pt x="698887" y="122597"/>
                </a:lnTo>
                <a:lnTo>
                  <a:pt x="699145" y="122521"/>
                </a:lnTo>
                <a:lnTo>
                  <a:pt x="699401" y="122442"/>
                </a:lnTo>
                <a:lnTo>
                  <a:pt x="699653" y="122361"/>
                </a:lnTo>
                <a:lnTo>
                  <a:pt x="699901" y="122278"/>
                </a:lnTo>
                <a:lnTo>
                  <a:pt x="700146" y="122192"/>
                </a:lnTo>
                <a:lnTo>
                  <a:pt x="700387" y="122104"/>
                </a:lnTo>
                <a:lnTo>
                  <a:pt x="700625" y="122014"/>
                </a:lnTo>
                <a:lnTo>
                  <a:pt x="700859" y="121921"/>
                </a:lnTo>
                <a:lnTo>
                  <a:pt x="701090" y="121826"/>
                </a:lnTo>
                <a:lnTo>
                  <a:pt x="701317" y="121728"/>
                </a:lnTo>
                <a:lnTo>
                  <a:pt x="701541" y="121629"/>
                </a:lnTo>
                <a:lnTo>
                  <a:pt x="701761" y="121526"/>
                </a:lnTo>
                <a:lnTo>
                  <a:pt x="701977" y="121422"/>
                </a:lnTo>
                <a:lnTo>
                  <a:pt x="702190" y="121315"/>
                </a:lnTo>
                <a:lnTo>
                  <a:pt x="702400" y="121206"/>
                </a:lnTo>
                <a:lnTo>
                  <a:pt x="702606" y="121094"/>
                </a:lnTo>
                <a:lnTo>
                  <a:pt x="702809" y="120980"/>
                </a:lnTo>
                <a:lnTo>
                  <a:pt x="703008" y="120864"/>
                </a:lnTo>
                <a:lnTo>
                  <a:pt x="703203" y="120746"/>
                </a:lnTo>
                <a:lnTo>
                  <a:pt x="703395" y="120625"/>
                </a:lnTo>
                <a:lnTo>
                  <a:pt x="703584" y="120501"/>
                </a:lnTo>
                <a:lnTo>
                  <a:pt x="703768" y="120376"/>
                </a:lnTo>
                <a:lnTo>
                  <a:pt x="703768" y="109386"/>
                </a:lnTo>
                <a:lnTo>
                  <a:pt x="703527" y="109552"/>
                </a:lnTo>
                <a:lnTo>
                  <a:pt x="703282" y="109710"/>
                </a:lnTo>
                <a:lnTo>
                  <a:pt x="703034" y="109862"/>
                </a:lnTo>
                <a:lnTo>
                  <a:pt x="702782" y="110006"/>
                </a:lnTo>
                <a:lnTo>
                  <a:pt x="702527" y="110144"/>
                </a:lnTo>
                <a:lnTo>
                  <a:pt x="702268" y="110274"/>
                </a:lnTo>
                <a:lnTo>
                  <a:pt x="702006" y="110397"/>
                </a:lnTo>
                <a:lnTo>
                  <a:pt x="701740" y="110514"/>
                </a:lnTo>
                <a:lnTo>
                  <a:pt x="701470" y="110623"/>
                </a:lnTo>
                <a:lnTo>
                  <a:pt x="701197" y="110725"/>
                </a:lnTo>
                <a:lnTo>
                  <a:pt x="700921" y="110820"/>
                </a:lnTo>
                <a:lnTo>
                  <a:pt x="700641" y="110908"/>
                </a:lnTo>
                <a:lnTo>
                  <a:pt x="700357" y="110989"/>
                </a:lnTo>
                <a:lnTo>
                  <a:pt x="700070" y="111063"/>
                </a:lnTo>
                <a:lnTo>
                  <a:pt x="699779" y="111130"/>
                </a:lnTo>
                <a:lnTo>
                  <a:pt x="699485" y="111190"/>
                </a:lnTo>
                <a:lnTo>
                  <a:pt x="699188" y="111243"/>
                </a:lnTo>
                <a:lnTo>
                  <a:pt x="698887" y="111288"/>
                </a:lnTo>
                <a:lnTo>
                  <a:pt x="698582" y="111327"/>
                </a:lnTo>
                <a:lnTo>
                  <a:pt x="698274" y="111359"/>
                </a:lnTo>
                <a:lnTo>
                  <a:pt x="697962" y="111384"/>
                </a:lnTo>
                <a:lnTo>
                  <a:pt x="697647" y="111401"/>
                </a:lnTo>
                <a:lnTo>
                  <a:pt x="697328" y="111412"/>
                </a:lnTo>
                <a:lnTo>
                  <a:pt x="697006" y="111415"/>
                </a:lnTo>
                <a:lnTo>
                  <a:pt x="696824" y="111413"/>
                </a:lnTo>
                <a:lnTo>
                  <a:pt x="696645" y="111407"/>
                </a:lnTo>
                <a:lnTo>
                  <a:pt x="696469" y="111397"/>
                </a:lnTo>
                <a:lnTo>
                  <a:pt x="696297" y="111382"/>
                </a:lnTo>
                <a:lnTo>
                  <a:pt x="696127" y="111364"/>
                </a:lnTo>
                <a:lnTo>
                  <a:pt x="695960" y="111341"/>
                </a:lnTo>
                <a:lnTo>
                  <a:pt x="695796" y="111315"/>
                </a:lnTo>
                <a:lnTo>
                  <a:pt x="695634" y="111284"/>
                </a:lnTo>
                <a:lnTo>
                  <a:pt x="695476" y="111249"/>
                </a:lnTo>
                <a:lnTo>
                  <a:pt x="695321" y="111210"/>
                </a:lnTo>
                <a:lnTo>
                  <a:pt x="695169" y="111167"/>
                </a:lnTo>
                <a:lnTo>
                  <a:pt x="695019" y="111119"/>
                </a:lnTo>
                <a:lnTo>
                  <a:pt x="694873" y="111068"/>
                </a:lnTo>
                <a:lnTo>
                  <a:pt x="694729" y="111013"/>
                </a:lnTo>
                <a:lnTo>
                  <a:pt x="694589" y="110953"/>
                </a:lnTo>
                <a:lnTo>
                  <a:pt x="694451" y="110889"/>
                </a:lnTo>
                <a:lnTo>
                  <a:pt x="694316" y="110821"/>
                </a:lnTo>
                <a:lnTo>
                  <a:pt x="694184" y="110750"/>
                </a:lnTo>
                <a:lnTo>
                  <a:pt x="694056" y="110674"/>
                </a:lnTo>
                <a:lnTo>
                  <a:pt x="693930" y="110593"/>
                </a:lnTo>
                <a:lnTo>
                  <a:pt x="693807" y="110509"/>
                </a:lnTo>
                <a:lnTo>
                  <a:pt x="693687" y="110421"/>
                </a:lnTo>
                <a:lnTo>
                  <a:pt x="693569" y="110328"/>
                </a:lnTo>
                <a:lnTo>
                  <a:pt x="693455" y="110232"/>
                </a:lnTo>
                <a:lnTo>
                  <a:pt x="693345" y="110131"/>
                </a:lnTo>
                <a:lnTo>
                  <a:pt x="693239" y="110024"/>
                </a:lnTo>
                <a:lnTo>
                  <a:pt x="693138" y="109912"/>
                </a:lnTo>
                <a:lnTo>
                  <a:pt x="693042" y="109795"/>
                </a:lnTo>
                <a:lnTo>
                  <a:pt x="692950" y="109673"/>
                </a:lnTo>
                <a:lnTo>
                  <a:pt x="692864" y="109545"/>
                </a:lnTo>
                <a:lnTo>
                  <a:pt x="692781" y="109412"/>
                </a:lnTo>
                <a:lnTo>
                  <a:pt x="692704" y="109274"/>
                </a:lnTo>
                <a:lnTo>
                  <a:pt x="692631" y="109130"/>
                </a:lnTo>
                <a:lnTo>
                  <a:pt x="692563" y="108981"/>
                </a:lnTo>
                <a:lnTo>
                  <a:pt x="692500" y="108827"/>
                </a:lnTo>
                <a:lnTo>
                  <a:pt x="692441" y="108668"/>
                </a:lnTo>
                <a:lnTo>
                  <a:pt x="692387" y="108503"/>
                </a:lnTo>
                <a:lnTo>
                  <a:pt x="692338" y="108333"/>
                </a:lnTo>
                <a:lnTo>
                  <a:pt x="692293" y="108158"/>
                </a:lnTo>
                <a:lnTo>
                  <a:pt x="692253" y="107978"/>
                </a:lnTo>
                <a:lnTo>
                  <a:pt x="692218" y="107792"/>
                </a:lnTo>
                <a:lnTo>
                  <a:pt x="692187" y="107601"/>
                </a:lnTo>
                <a:lnTo>
                  <a:pt x="692162" y="107404"/>
                </a:lnTo>
                <a:lnTo>
                  <a:pt x="692140" y="107203"/>
                </a:lnTo>
                <a:lnTo>
                  <a:pt x="692124" y="106996"/>
                </a:lnTo>
                <a:lnTo>
                  <a:pt x="692112" y="106784"/>
                </a:lnTo>
                <a:lnTo>
                  <a:pt x="692105" y="106566"/>
                </a:lnTo>
                <a:lnTo>
                  <a:pt x="692103" y="106343"/>
                </a:lnTo>
                <a:lnTo>
                  <a:pt x="692103" y="60526"/>
                </a:lnTo>
                <a:lnTo>
                  <a:pt x="692088" y="59411"/>
                </a:lnTo>
                <a:lnTo>
                  <a:pt x="692042" y="58320"/>
                </a:lnTo>
                <a:lnTo>
                  <a:pt x="691965" y="57253"/>
                </a:lnTo>
                <a:lnTo>
                  <a:pt x="691859" y="56210"/>
                </a:lnTo>
                <a:lnTo>
                  <a:pt x="691721" y="55191"/>
                </a:lnTo>
                <a:lnTo>
                  <a:pt x="691553" y="54197"/>
                </a:lnTo>
                <a:lnTo>
                  <a:pt x="691355" y="53226"/>
                </a:lnTo>
                <a:lnTo>
                  <a:pt x="691126" y="52279"/>
                </a:lnTo>
                <a:lnTo>
                  <a:pt x="690866" y="51357"/>
                </a:lnTo>
                <a:lnTo>
                  <a:pt x="690576" y="50458"/>
                </a:lnTo>
                <a:lnTo>
                  <a:pt x="690256" y="49584"/>
                </a:lnTo>
                <a:lnTo>
                  <a:pt x="689905" y="48734"/>
                </a:lnTo>
                <a:lnTo>
                  <a:pt x="689523" y="47907"/>
                </a:lnTo>
                <a:lnTo>
                  <a:pt x="689111" y="47105"/>
                </a:lnTo>
                <a:lnTo>
                  <a:pt x="688669" y="46327"/>
                </a:lnTo>
                <a:lnTo>
                  <a:pt x="688195" y="45573"/>
                </a:lnTo>
                <a:lnTo>
                  <a:pt x="687692" y="44843"/>
                </a:lnTo>
                <a:lnTo>
                  <a:pt x="687158" y="44137"/>
                </a:lnTo>
                <a:lnTo>
                  <a:pt x="686593" y="43455"/>
                </a:lnTo>
                <a:lnTo>
                  <a:pt x="685998" y="42797"/>
                </a:lnTo>
                <a:lnTo>
                  <a:pt x="685372" y="42164"/>
                </a:lnTo>
                <a:lnTo>
                  <a:pt x="684715" y="41554"/>
                </a:lnTo>
                <a:lnTo>
                  <a:pt x="684029" y="40969"/>
                </a:lnTo>
                <a:lnTo>
                  <a:pt x="683311" y="40407"/>
                </a:lnTo>
                <a:lnTo>
                  <a:pt x="682578" y="39869"/>
                </a:lnTo>
                <a:lnTo>
                  <a:pt x="681815" y="39354"/>
                </a:lnTo>
                <a:lnTo>
                  <a:pt x="681024" y="38862"/>
                </a:lnTo>
                <a:lnTo>
                  <a:pt x="680202" y="38392"/>
                </a:lnTo>
                <a:lnTo>
                  <a:pt x="679352" y="37946"/>
                </a:lnTo>
                <a:lnTo>
                  <a:pt x="678472" y="37522"/>
                </a:lnTo>
                <a:lnTo>
                  <a:pt x="677562" y="37122"/>
                </a:lnTo>
                <a:lnTo>
                  <a:pt x="676624" y="36744"/>
                </a:lnTo>
                <a:lnTo>
                  <a:pt x="675656" y="36389"/>
                </a:lnTo>
                <a:lnTo>
                  <a:pt x="674658" y="36057"/>
                </a:lnTo>
                <a:lnTo>
                  <a:pt x="673632" y="35748"/>
                </a:lnTo>
                <a:lnTo>
                  <a:pt x="672576" y="35462"/>
                </a:lnTo>
                <a:lnTo>
                  <a:pt x="671490" y="35199"/>
                </a:lnTo>
                <a:lnTo>
                  <a:pt x="670375" y="34958"/>
                </a:lnTo>
                <a:lnTo>
                  <a:pt x="669231" y="34741"/>
                </a:lnTo>
                <a:lnTo>
                  <a:pt x="668058" y="34546"/>
                </a:lnTo>
                <a:lnTo>
                  <a:pt x="666855" y="34374"/>
                </a:lnTo>
                <a:lnTo>
                  <a:pt x="665623" y="34226"/>
                </a:lnTo>
                <a:lnTo>
                  <a:pt x="664361" y="34100"/>
                </a:lnTo>
                <a:lnTo>
                  <a:pt x="663070" y="33997"/>
                </a:lnTo>
                <a:lnTo>
                  <a:pt x="661750" y="33916"/>
                </a:lnTo>
                <a:lnTo>
                  <a:pt x="660400" y="33859"/>
                </a:lnTo>
                <a:lnTo>
                  <a:pt x="659021" y="33825"/>
                </a:lnTo>
                <a:lnTo>
                  <a:pt x="657613" y="33813"/>
                </a:lnTo>
                <a:lnTo>
                  <a:pt x="656286" y="33825"/>
                </a:lnTo>
                <a:lnTo>
                  <a:pt x="654981" y="33859"/>
                </a:lnTo>
                <a:lnTo>
                  <a:pt x="653698" y="33916"/>
                </a:lnTo>
                <a:lnTo>
                  <a:pt x="652438" y="33997"/>
                </a:lnTo>
                <a:lnTo>
                  <a:pt x="651200" y="34100"/>
                </a:lnTo>
                <a:lnTo>
                  <a:pt x="649984" y="34226"/>
                </a:lnTo>
                <a:lnTo>
                  <a:pt x="648791" y="34374"/>
                </a:lnTo>
                <a:lnTo>
                  <a:pt x="647619" y="34546"/>
                </a:lnTo>
                <a:lnTo>
                  <a:pt x="646471" y="34741"/>
                </a:lnTo>
                <a:lnTo>
                  <a:pt x="645344" y="34958"/>
                </a:lnTo>
                <a:lnTo>
                  <a:pt x="644240" y="35199"/>
                </a:lnTo>
                <a:lnTo>
                  <a:pt x="643158" y="35462"/>
                </a:lnTo>
                <a:lnTo>
                  <a:pt x="642098" y="35748"/>
                </a:lnTo>
                <a:lnTo>
                  <a:pt x="641061" y="36057"/>
                </a:lnTo>
                <a:lnTo>
                  <a:pt x="640046" y="36389"/>
                </a:lnTo>
                <a:lnTo>
                  <a:pt x="639053" y="36744"/>
                </a:lnTo>
                <a:lnTo>
                  <a:pt x="638083" y="37122"/>
                </a:lnTo>
                <a:lnTo>
                  <a:pt x="637135" y="37522"/>
                </a:lnTo>
                <a:lnTo>
                  <a:pt x="636209" y="37946"/>
                </a:lnTo>
                <a:lnTo>
                  <a:pt x="635306" y="38392"/>
                </a:lnTo>
                <a:lnTo>
                  <a:pt x="634425" y="38862"/>
                </a:lnTo>
                <a:lnTo>
                  <a:pt x="633566" y="39354"/>
                </a:lnTo>
                <a:lnTo>
                  <a:pt x="632729" y="39869"/>
                </a:lnTo>
                <a:lnTo>
                  <a:pt x="631915" y="40407"/>
                </a:lnTo>
                <a:lnTo>
                  <a:pt x="631142" y="40964"/>
                </a:lnTo>
                <a:lnTo>
                  <a:pt x="630403" y="41538"/>
                </a:lnTo>
                <a:lnTo>
                  <a:pt x="629696" y="42127"/>
                </a:lnTo>
                <a:lnTo>
                  <a:pt x="629022" y="42732"/>
                </a:lnTo>
                <a:lnTo>
                  <a:pt x="628381" y="43353"/>
                </a:lnTo>
                <a:lnTo>
                  <a:pt x="627773" y="43989"/>
                </a:lnTo>
                <a:lnTo>
                  <a:pt x="627197" y="44642"/>
                </a:lnTo>
                <a:lnTo>
                  <a:pt x="626655" y="45310"/>
                </a:lnTo>
                <a:lnTo>
                  <a:pt x="626145" y="45994"/>
                </a:lnTo>
                <a:lnTo>
                  <a:pt x="625669" y="46694"/>
                </a:lnTo>
                <a:lnTo>
                  <a:pt x="625225" y="47410"/>
                </a:lnTo>
                <a:lnTo>
                  <a:pt x="624814" y="48142"/>
                </a:lnTo>
                <a:lnTo>
                  <a:pt x="624436" y="48889"/>
                </a:lnTo>
                <a:lnTo>
                  <a:pt x="624091" y="49653"/>
                </a:lnTo>
                <a:lnTo>
                  <a:pt x="623779" y="50432"/>
                </a:lnTo>
                <a:lnTo>
                  <a:pt x="623499" y="51227"/>
                </a:lnTo>
                <a:lnTo>
                  <a:pt x="623253" y="52038"/>
                </a:lnTo>
                <a:lnTo>
                  <a:pt x="623039" y="52865"/>
                </a:lnTo>
                <a:lnTo>
                  <a:pt x="622858" y="53708"/>
                </a:lnTo>
                <a:lnTo>
                  <a:pt x="622710" y="54566"/>
                </a:lnTo>
                <a:lnTo>
                  <a:pt x="622595" y="55441"/>
                </a:lnTo>
                <a:lnTo>
                  <a:pt x="622513" y="56331"/>
                </a:lnTo>
                <a:lnTo>
                  <a:pt x="622464" y="57237"/>
                </a:lnTo>
                <a:lnTo>
                  <a:pt x="622447" y="58159"/>
                </a:lnTo>
                <a:lnTo>
                  <a:pt x="622447" y="58186"/>
                </a:lnTo>
                <a:lnTo>
                  <a:pt x="622446" y="58211"/>
                </a:lnTo>
                <a:lnTo>
                  <a:pt x="622444" y="58233"/>
                </a:lnTo>
                <a:lnTo>
                  <a:pt x="622442" y="58253"/>
                </a:lnTo>
                <a:lnTo>
                  <a:pt x="622440" y="58271"/>
                </a:lnTo>
                <a:lnTo>
                  <a:pt x="622437" y="58286"/>
                </a:lnTo>
                <a:lnTo>
                  <a:pt x="622433" y="58299"/>
                </a:lnTo>
                <a:lnTo>
                  <a:pt x="622428" y="58309"/>
                </a:lnTo>
                <a:lnTo>
                  <a:pt x="622423" y="58318"/>
                </a:lnTo>
                <a:lnTo>
                  <a:pt x="622418" y="58323"/>
                </a:lnTo>
                <a:lnTo>
                  <a:pt x="622412" y="58327"/>
                </a:lnTo>
                <a:lnTo>
                  <a:pt x="622405" y="58328"/>
                </a:lnTo>
                <a:lnTo>
                  <a:pt x="622398" y="58327"/>
                </a:lnTo>
                <a:lnTo>
                  <a:pt x="622390" y="58323"/>
                </a:lnTo>
                <a:lnTo>
                  <a:pt x="622381" y="58318"/>
                </a:lnTo>
                <a:lnTo>
                  <a:pt x="622372" y="58309"/>
                </a:lnTo>
                <a:lnTo>
                  <a:pt x="622362" y="58299"/>
                </a:lnTo>
                <a:lnTo>
                  <a:pt x="622352" y="58286"/>
                </a:lnTo>
                <a:lnTo>
                  <a:pt x="622341" y="58271"/>
                </a:lnTo>
                <a:lnTo>
                  <a:pt x="622330" y="58253"/>
                </a:lnTo>
                <a:lnTo>
                  <a:pt x="622318" y="58233"/>
                </a:lnTo>
                <a:lnTo>
                  <a:pt x="622305" y="58211"/>
                </a:lnTo>
                <a:lnTo>
                  <a:pt x="622292" y="58186"/>
                </a:lnTo>
                <a:lnTo>
                  <a:pt x="622278" y="58159"/>
                </a:lnTo>
                <a:lnTo>
                  <a:pt x="622278" y="58194"/>
                </a:lnTo>
                <a:lnTo>
                  <a:pt x="622278" y="58259"/>
                </a:lnTo>
                <a:lnTo>
                  <a:pt x="622278" y="58328"/>
                </a:lnTo>
                <a:lnTo>
                  <a:pt x="622292" y="58402"/>
                </a:lnTo>
                <a:lnTo>
                  <a:pt x="622307" y="58482"/>
                </a:lnTo>
                <a:close/>
                <a:moveTo>
                  <a:pt x="649273" y="111438"/>
                </a:moveTo>
                <a:lnTo>
                  <a:pt x="648663" y="111373"/>
                </a:lnTo>
                <a:lnTo>
                  <a:pt x="648068" y="111297"/>
                </a:lnTo>
                <a:lnTo>
                  <a:pt x="647488" y="111209"/>
                </a:lnTo>
                <a:lnTo>
                  <a:pt x="646922" y="111109"/>
                </a:lnTo>
                <a:lnTo>
                  <a:pt x="646371" y="110997"/>
                </a:lnTo>
                <a:lnTo>
                  <a:pt x="645835" y="110874"/>
                </a:lnTo>
                <a:lnTo>
                  <a:pt x="645313" y="110739"/>
                </a:lnTo>
                <a:lnTo>
                  <a:pt x="644807" y="110592"/>
                </a:lnTo>
                <a:lnTo>
                  <a:pt x="644314" y="110434"/>
                </a:lnTo>
                <a:lnTo>
                  <a:pt x="643837" y="110263"/>
                </a:lnTo>
                <a:lnTo>
                  <a:pt x="643374" y="110082"/>
                </a:lnTo>
                <a:lnTo>
                  <a:pt x="642926" y="109888"/>
                </a:lnTo>
                <a:lnTo>
                  <a:pt x="642492" y="109682"/>
                </a:lnTo>
                <a:lnTo>
                  <a:pt x="642073" y="109465"/>
                </a:lnTo>
                <a:lnTo>
                  <a:pt x="641669" y="109236"/>
                </a:lnTo>
                <a:lnTo>
                  <a:pt x="641280" y="108995"/>
                </a:lnTo>
                <a:lnTo>
                  <a:pt x="640905" y="108743"/>
                </a:lnTo>
                <a:lnTo>
                  <a:pt x="640545" y="108479"/>
                </a:lnTo>
                <a:lnTo>
                  <a:pt x="640199" y="108203"/>
                </a:lnTo>
                <a:lnTo>
                  <a:pt x="639882" y="107915"/>
                </a:lnTo>
                <a:lnTo>
                  <a:pt x="639578" y="107616"/>
                </a:lnTo>
                <a:lnTo>
                  <a:pt x="639288" y="107305"/>
                </a:lnTo>
                <a:lnTo>
                  <a:pt x="639011" y="106982"/>
                </a:lnTo>
                <a:lnTo>
                  <a:pt x="638748" y="106647"/>
                </a:lnTo>
                <a:lnTo>
                  <a:pt x="638498" y="106301"/>
                </a:lnTo>
                <a:lnTo>
                  <a:pt x="638262" y="105943"/>
                </a:lnTo>
                <a:lnTo>
                  <a:pt x="638039" y="105573"/>
                </a:lnTo>
                <a:lnTo>
                  <a:pt x="637830" y="105191"/>
                </a:lnTo>
                <a:lnTo>
                  <a:pt x="637634" y="104798"/>
                </a:lnTo>
                <a:lnTo>
                  <a:pt x="637452" y="104393"/>
                </a:lnTo>
                <a:lnTo>
                  <a:pt x="637283" y="103976"/>
                </a:lnTo>
                <a:lnTo>
                  <a:pt x="637127" y="103548"/>
                </a:lnTo>
                <a:lnTo>
                  <a:pt x="636986" y="103107"/>
                </a:lnTo>
                <a:lnTo>
                  <a:pt x="636857" y="102655"/>
                </a:lnTo>
                <a:lnTo>
                  <a:pt x="636743" y="102192"/>
                </a:lnTo>
                <a:lnTo>
                  <a:pt x="636641" y="101716"/>
                </a:lnTo>
                <a:lnTo>
                  <a:pt x="636554" y="101229"/>
                </a:lnTo>
                <a:lnTo>
                  <a:pt x="636479" y="100730"/>
                </a:lnTo>
                <a:lnTo>
                  <a:pt x="636419" y="100219"/>
                </a:lnTo>
                <a:lnTo>
                  <a:pt x="636371" y="99697"/>
                </a:lnTo>
                <a:lnTo>
                  <a:pt x="636338" y="99163"/>
                </a:lnTo>
                <a:lnTo>
                  <a:pt x="636317" y="98617"/>
                </a:lnTo>
                <a:lnTo>
                  <a:pt x="636311" y="98059"/>
                </a:lnTo>
                <a:lnTo>
                  <a:pt x="636317" y="97515"/>
                </a:lnTo>
                <a:lnTo>
                  <a:pt x="636335" y="96981"/>
                </a:lnTo>
                <a:lnTo>
                  <a:pt x="636366" y="96458"/>
                </a:lnTo>
                <a:lnTo>
                  <a:pt x="636409" y="95946"/>
                </a:lnTo>
                <a:lnTo>
                  <a:pt x="636465" y="95444"/>
                </a:lnTo>
                <a:lnTo>
                  <a:pt x="636533" y="94952"/>
                </a:lnTo>
                <a:lnTo>
                  <a:pt x="636613" y="94472"/>
                </a:lnTo>
                <a:lnTo>
                  <a:pt x="636705" y="94001"/>
                </a:lnTo>
                <a:lnTo>
                  <a:pt x="636810" y="93542"/>
                </a:lnTo>
                <a:lnTo>
                  <a:pt x="636927" y="93093"/>
                </a:lnTo>
                <a:lnTo>
                  <a:pt x="637056" y="92654"/>
                </a:lnTo>
                <a:lnTo>
                  <a:pt x="637198" y="92226"/>
                </a:lnTo>
                <a:lnTo>
                  <a:pt x="637352" y="91809"/>
                </a:lnTo>
                <a:lnTo>
                  <a:pt x="637519" y="91402"/>
                </a:lnTo>
                <a:lnTo>
                  <a:pt x="637698" y="91006"/>
                </a:lnTo>
                <a:lnTo>
                  <a:pt x="637889" y="90620"/>
                </a:lnTo>
                <a:lnTo>
                  <a:pt x="638092" y="90245"/>
                </a:lnTo>
                <a:lnTo>
                  <a:pt x="638308" y="89880"/>
                </a:lnTo>
                <a:lnTo>
                  <a:pt x="638536" y="89526"/>
                </a:lnTo>
                <a:lnTo>
                  <a:pt x="638776" y="89183"/>
                </a:lnTo>
                <a:lnTo>
                  <a:pt x="639029" y="88850"/>
                </a:lnTo>
                <a:lnTo>
                  <a:pt x="639294" y="88528"/>
                </a:lnTo>
                <a:lnTo>
                  <a:pt x="639571" y="88216"/>
                </a:lnTo>
                <a:lnTo>
                  <a:pt x="639861" y="87915"/>
                </a:lnTo>
                <a:lnTo>
                  <a:pt x="640179" y="87609"/>
                </a:lnTo>
                <a:lnTo>
                  <a:pt x="640514" y="87310"/>
                </a:lnTo>
                <a:lnTo>
                  <a:pt x="640865" y="87019"/>
                </a:lnTo>
                <a:lnTo>
                  <a:pt x="641232" y="86736"/>
                </a:lnTo>
                <a:lnTo>
                  <a:pt x="641616" y="86461"/>
                </a:lnTo>
                <a:lnTo>
                  <a:pt x="642017" y="86193"/>
                </a:lnTo>
                <a:lnTo>
                  <a:pt x="642433" y="85932"/>
                </a:lnTo>
                <a:lnTo>
                  <a:pt x="642867" y="85679"/>
                </a:lnTo>
                <a:lnTo>
                  <a:pt x="643316" y="85434"/>
                </a:lnTo>
                <a:lnTo>
                  <a:pt x="643782" y="85197"/>
                </a:lnTo>
                <a:lnTo>
                  <a:pt x="644265" y="84967"/>
                </a:lnTo>
                <a:lnTo>
                  <a:pt x="644764" y="84745"/>
                </a:lnTo>
                <a:lnTo>
                  <a:pt x="645279" y="84530"/>
                </a:lnTo>
                <a:lnTo>
                  <a:pt x="645811" y="84323"/>
                </a:lnTo>
                <a:lnTo>
                  <a:pt x="646360" y="84124"/>
                </a:lnTo>
                <a:lnTo>
                  <a:pt x="646924" y="83932"/>
                </a:lnTo>
                <a:lnTo>
                  <a:pt x="647505" y="83748"/>
                </a:lnTo>
                <a:lnTo>
                  <a:pt x="648103" y="83572"/>
                </a:lnTo>
                <a:lnTo>
                  <a:pt x="648717" y="83403"/>
                </a:lnTo>
                <a:lnTo>
                  <a:pt x="649348" y="83242"/>
                </a:lnTo>
                <a:lnTo>
                  <a:pt x="649994" y="83089"/>
                </a:lnTo>
                <a:lnTo>
                  <a:pt x="650658" y="82943"/>
                </a:lnTo>
                <a:lnTo>
                  <a:pt x="651338" y="82804"/>
                </a:lnTo>
                <a:lnTo>
                  <a:pt x="652034" y="82674"/>
                </a:lnTo>
                <a:lnTo>
                  <a:pt x="652763" y="82536"/>
                </a:lnTo>
                <a:lnTo>
                  <a:pt x="653512" y="82404"/>
                </a:lnTo>
                <a:lnTo>
                  <a:pt x="654282" y="82278"/>
                </a:lnTo>
                <a:lnTo>
                  <a:pt x="655072" y="82157"/>
                </a:lnTo>
                <a:lnTo>
                  <a:pt x="655883" y="82043"/>
                </a:lnTo>
                <a:lnTo>
                  <a:pt x="656715" y="81934"/>
                </a:lnTo>
                <a:lnTo>
                  <a:pt x="657567" y="81831"/>
                </a:lnTo>
                <a:lnTo>
                  <a:pt x="658440" y="81735"/>
                </a:lnTo>
                <a:lnTo>
                  <a:pt x="659333" y="81644"/>
                </a:lnTo>
                <a:lnTo>
                  <a:pt x="660247" y="81558"/>
                </a:lnTo>
                <a:lnTo>
                  <a:pt x="661181" y="81479"/>
                </a:lnTo>
                <a:lnTo>
                  <a:pt x="662136" y="81406"/>
                </a:lnTo>
                <a:lnTo>
                  <a:pt x="663111" y="81338"/>
                </a:lnTo>
                <a:lnTo>
                  <a:pt x="664107" y="81277"/>
                </a:lnTo>
                <a:lnTo>
                  <a:pt x="665123" y="81221"/>
                </a:lnTo>
                <a:lnTo>
                  <a:pt x="666160" y="81171"/>
                </a:lnTo>
                <a:lnTo>
                  <a:pt x="667218" y="81127"/>
                </a:lnTo>
                <a:lnTo>
                  <a:pt x="668296" y="81089"/>
                </a:lnTo>
                <a:lnTo>
                  <a:pt x="669395" y="81057"/>
                </a:lnTo>
                <a:lnTo>
                  <a:pt x="670514" y="81030"/>
                </a:lnTo>
                <a:lnTo>
                  <a:pt x="671654" y="81010"/>
                </a:lnTo>
                <a:lnTo>
                  <a:pt x="672814" y="80995"/>
                </a:lnTo>
                <a:lnTo>
                  <a:pt x="673995" y="80986"/>
                </a:lnTo>
                <a:lnTo>
                  <a:pt x="675196" y="80983"/>
                </a:lnTo>
                <a:lnTo>
                  <a:pt x="675196" y="86224"/>
                </a:lnTo>
                <a:lnTo>
                  <a:pt x="675192" y="86814"/>
                </a:lnTo>
                <a:lnTo>
                  <a:pt x="675178" y="87398"/>
                </a:lnTo>
                <a:lnTo>
                  <a:pt x="675156" y="87978"/>
                </a:lnTo>
                <a:lnTo>
                  <a:pt x="675126" y="88554"/>
                </a:lnTo>
                <a:lnTo>
                  <a:pt x="675086" y="89124"/>
                </a:lnTo>
                <a:lnTo>
                  <a:pt x="675038" y="89690"/>
                </a:lnTo>
                <a:lnTo>
                  <a:pt x="674980" y="90251"/>
                </a:lnTo>
                <a:lnTo>
                  <a:pt x="674914" y="90808"/>
                </a:lnTo>
                <a:lnTo>
                  <a:pt x="674839" y="91360"/>
                </a:lnTo>
                <a:lnTo>
                  <a:pt x="674756" y="91907"/>
                </a:lnTo>
                <a:lnTo>
                  <a:pt x="674663" y="92449"/>
                </a:lnTo>
                <a:lnTo>
                  <a:pt x="674562" y="92987"/>
                </a:lnTo>
                <a:lnTo>
                  <a:pt x="674452" y="93520"/>
                </a:lnTo>
                <a:lnTo>
                  <a:pt x="674333" y="94048"/>
                </a:lnTo>
                <a:lnTo>
                  <a:pt x="674205" y="94572"/>
                </a:lnTo>
                <a:lnTo>
                  <a:pt x="674069" y="95091"/>
                </a:lnTo>
                <a:lnTo>
                  <a:pt x="673924" y="95605"/>
                </a:lnTo>
                <a:lnTo>
                  <a:pt x="673770" y="96115"/>
                </a:lnTo>
                <a:lnTo>
                  <a:pt x="673607" y="96620"/>
                </a:lnTo>
                <a:lnTo>
                  <a:pt x="673435" y="97120"/>
                </a:lnTo>
                <a:lnTo>
                  <a:pt x="673254" y="97615"/>
                </a:lnTo>
                <a:lnTo>
                  <a:pt x="673065" y="98106"/>
                </a:lnTo>
                <a:lnTo>
                  <a:pt x="672867" y="98592"/>
                </a:lnTo>
                <a:lnTo>
                  <a:pt x="672660" y="99073"/>
                </a:lnTo>
                <a:lnTo>
                  <a:pt x="672458" y="99548"/>
                </a:lnTo>
                <a:lnTo>
                  <a:pt x="672247" y="100015"/>
                </a:lnTo>
                <a:lnTo>
                  <a:pt x="672026" y="100473"/>
                </a:lnTo>
                <a:lnTo>
                  <a:pt x="671796" y="100924"/>
                </a:lnTo>
                <a:lnTo>
                  <a:pt x="671556" y="101366"/>
                </a:lnTo>
                <a:lnTo>
                  <a:pt x="671308" y="101800"/>
                </a:lnTo>
                <a:lnTo>
                  <a:pt x="671049" y="102225"/>
                </a:lnTo>
                <a:lnTo>
                  <a:pt x="670782" y="102643"/>
                </a:lnTo>
                <a:lnTo>
                  <a:pt x="670504" y="103052"/>
                </a:lnTo>
                <a:lnTo>
                  <a:pt x="670218" y="103453"/>
                </a:lnTo>
                <a:lnTo>
                  <a:pt x="669922" y="103845"/>
                </a:lnTo>
                <a:lnTo>
                  <a:pt x="669617" y="104230"/>
                </a:lnTo>
                <a:lnTo>
                  <a:pt x="669302" y="104606"/>
                </a:lnTo>
                <a:lnTo>
                  <a:pt x="668978" y="104974"/>
                </a:lnTo>
                <a:lnTo>
                  <a:pt x="668645" y="105334"/>
                </a:lnTo>
                <a:lnTo>
                  <a:pt x="668302" y="105686"/>
                </a:lnTo>
                <a:lnTo>
                  <a:pt x="667950" y="106029"/>
                </a:lnTo>
                <a:lnTo>
                  <a:pt x="667588" y="106364"/>
                </a:lnTo>
                <a:lnTo>
                  <a:pt x="667217" y="106691"/>
                </a:lnTo>
                <a:lnTo>
                  <a:pt x="666837" y="107010"/>
                </a:lnTo>
                <a:lnTo>
                  <a:pt x="666447" y="107321"/>
                </a:lnTo>
                <a:lnTo>
                  <a:pt x="666048" y="107623"/>
                </a:lnTo>
                <a:lnTo>
                  <a:pt x="665639" y="107917"/>
                </a:lnTo>
                <a:lnTo>
                  <a:pt x="665221" y="108203"/>
                </a:lnTo>
                <a:lnTo>
                  <a:pt x="664808" y="108479"/>
                </a:lnTo>
                <a:lnTo>
                  <a:pt x="664384" y="108743"/>
                </a:lnTo>
                <a:lnTo>
                  <a:pt x="663950" y="108995"/>
                </a:lnTo>
                <a:lnTo>
                  <a:pt x="663507" y="109236"/>
                </a:lnTo>
                <a:lnTo>
                  <a:pt x="663053" y="109465"/>
                </a:lnTo>
                <a:lnTo>
                  <a:pt x="662590" y="109682"/>
                </a:lnTo>
                <a:lnTo>
                  <a:pt x="662117" y="109888"/>
                </a:lnTo>
                <a:lnTo>
                  <a:pt x="661633" y="110082"/>
                </a:lnTo>
                <a:lnTo>
                  <a:pt x="661140" y="110263"/>
                </a:lnTo>
                <a:lnTo>
                  <a:pt x="660636" y="110434"/>
                </a:lnTo>
                <a:lnTo>
                  <a:pt x="660123" y="110592"/>
                </a:lnTo>
                <a:lnTo>
                  <a:pt x="659600" y="110739"/>
                </a:lnTo>
                <a:lnTo>
                  <a:pt x="659066" y="110874"/>
                </a:lnTo>
                <a:lnTo>
                  <a:pt x="658523" y="110997"/>
                </a:lnTo>
                <a:lnTo>
                  <a:pt x="657970" y="111109"/>
                </a:lnTo>
                <a:lnTo>
                  <a:pt x="657406" y="111209"/>
                </a:lnTo>
                <a:lnTo>
                  <a:pt x="656833" y="111297"/>
                </a:lnTo>
                <a:lnTo>
                  <a:pt x="656250" y="111373"/>
                </a:lnTo>
                <a:lnTo>
                  <a:pt x="655657" y="111438"/>
                </a:lnTo>
                <a:lnTo>
                  <a:pt x="655054" y="111490"/>
                </a:lnTo>
                <a:lnTo>
                  <a:pt x="654440" y="111531"/>
                </a:lnTo>
                <a:lnTo>
                  <a:pt x="653817" y="111561"/>
                </a:lnTo>
                <a:lnTo>
                  <a:pt x="653184" y="111578"/>
                </a:lnTo>
                <a:lnTo>
                  <a:pt x="652541" y="111584"/>
                </a:lnTo>
                <a:lnTo>
                  <a:pt x="651858" y="111578"/>
                </a:lnTo>
                <a:lnTo>
                  <a:pt x="651190" y="111561"/>
                </a:lnTo>
                <a:lnTo>
                  <a:pt x="650536" y="111531"/>
                </a:lnTo>
                <a:lnTo>
                  <a:pt x="649897" y="111490"/>
                </a:lnTo>
                <a:lnTo>
                  <a:pt x="649273" y="111438"/>
                </a:lnTo>
                <a:close/>
                <a:moveTo>
                  <a:pt x="871351" y="121897"/>
                </a:moveTo>
                <a:lnTo>
                  <a:pt x="900769" y="121897"/>
                </a:lnTo>
                <a:lnTo>
                  <a:pt x="900769" y="108879"/>
                </a:lnTo>
                <a:lnTo>
                  <a:pt x="871351" y="108879"/>
                </a:lnTo>
                <a:lnTo>
                  <a:pt x="871351" y="0"/>
                </a:lnTo>
                <a:lnTo>
                  <a:pt x="823505" y="0"/>
                </a:lnTo>
                <a:lnTo>
                  <a:pt x="823505" y="13187"/>
                </a:lnTo>
                <a:lnTo>
                  <a:pt x="854613" y="13187"/>
                </a:lnTo>
                <a:lnTo>
                  <a:pt x="854613" y="108879"/>
                </a:lnTo>
                <a:lnTo>
                  <a:pt x="823505" y="108879"/>
                </a:lnTo>
                <a:lnTo>
                  <a:pt x="823505" y="121897"/>
                </a:lnTo>
                <a:lnTo>
                  <a:pt x="854613" y="121897"/>
                </a:lnTo>
                <a:lnTo>
                  <a:pt x="871351" y="121897"/>
                </a:lnTo>
                <a:close/>
                <a:moveTo>
                  <a:pt x="1754132" y="30770"/>
                </a:moveTo>
                <a:lnTo>
                  <a:pt x="1758021" y="52918"/>
                </a:lnTo>
                <a:lnTo>
                  <a:pt x="1764784" y="52918"/>
                </a:lnTo>
                <a:lnTo>
                  <a:pt x="1768672" y="30770"/>
                </a:lnTo>
                <a:lnTo>
                  <a:pt x="1768672" y="5917"/>
                </a:lnTo>
                <a:lnTo>
                  <a:pt x="1754132" y="5917"/>
                </a:lnTo>
                <a:lnTo>
                  <a:pt x="1754132" y="30770"/>
                </a:lnTo>
                <a:close/>
                <a:moveTo>
                  <a:pt x="1779323" y="30770"/>
                </a:moveTo>
                <a:lnTo>
                  <a:pt x="1783212" y="52918"/>
                </a:lnTo>
                <a:lnTo>
                  <a:pt x="1789975" y="52918"/>
                </a:lnTo>
                <a:lnTo>
                  <a:pt x="1793863" y="30770"/>
                </a:lnTo>
                <a:lnTo>
                  <a:pt x="1793863" y="5917"/>
                </a:lnTo>
                <a:lnTo>
                  <a:pt x="1779323" y="5917"/>
                </a:lnTo>
                <a:lnTo>
                  <a:pt x="1779323" y="30770"/>
                </a:lnTo>
                <a:close/>
                <a:moveTo>
                  <a:pt x="1488289" y="123529"/>
                </a:moveTo>
                <a:lnTo>
                  <a:pt x="1488811" y="123504"/>
                </a:lnTo>
                <a:lnTo>
                  <a:pt x="1489332" y="123473"/>
                </a:lnTo>
                <a:lnTo>
                  <a:pt x="1489853" y="123438"/>
                </a:lnTo>
                <a:lnTo>
                  <a:pt x="1490374" y="123398"/>
                </a:lnTo>
                <a:lnTo>
                  <a:pt x="1490896" y="123353"/>
                </a:lnTo>
                <a:lnTo>
                  <a:pt x="1491417" y="123304"/>
                </a:lnTo>
                <a:lnTo>
                  <a:pt x="1491938" y="123250"/>
                </a:lnTo>
                <a:lnTo>
                  <a:pt x="1492460" y="123191"/>
                </a:lnTo>
                <a:lnTo>
                  <a:pt x="1492981" y="123128"/>
                </a:lnTo>
                <a:lnTo>
                  <a:pt x="1493502" y="123060"/>
                </a:lnTo>
                <a:lnTo>
                  <a:pt x="1494023" y="122987"/>
                </a:lnTo>
                <a:lnTo>
                  <a:pt x="1494545" y="122909"/>
                </a:lnTo>
                <a:lnTo>
                  <a:pt x="1495066" y="122827"/>
                </a:lnTo>
                <a:lnTo>
                  <a:pt x="1495587" y="122740"/>
                </a:lnTo>
                <a:lnTo>
                  <a:pt x="1496109" y="122649"/>
                </a:lnTo>
                <a:lnTo>
                  <a:pt x="1496630" y="122553"/>
                </a:lnTo>
                <a:lnTo>
                  <a:pt x="1497151" y="122452"/>
                </a:lnTo>
                <a:lnTo>
                  <a:pt x="1497673" y="122346"/>
                </a:lnTo>
                <a:lnTo>
                  <a:pt x="1498194" y="122236"/>
                </a:lnTo>
                <a:lnTo>
                  <a:pt x="1498711" y="122135"/>
                </a:lnTo>
                <a:lnTo>
                  <a:pt x="1499221" y="122030"/>
                </a:lnTo>
                <a:lnTo>
                  <a:pt x="1499723" y="121921"/>
                </a:lnTo>
                <a:lnTo>
                  <a:pt x="1500218" y="121808"/>
                </a:lnTo>
                <a:lnTo>
                  <a:pt x="1500705" y="121691"/>
                </a:lnTo>
                <a:lnTo>
                  <a:pt x="1501184" y="121570"/>
                </a:lnTo>
                <a:lnTo>
                  <a:pt x="1501656" y="121445"/>
                </a:lnTo>
                <a:lnTo>
                  <a:pt x="1502120" y="121315"/>
                </a:lnTo>
                <a:lnTo>
                  <a:pt x="1502576" y="121182"/>
                </a:lnTo>
                <a:lnTo>
                  <a:pt x="1503025" y="121044"/>
                </a:lnTo>
                <a:lnTo>
                  <a:pt x="1503466" y="120902"/>
                </a:lnTo>
                <a:lnTo>
                  <a:pt x="1503900" y="120756"/>
                </a:lnTo>
                <a:lnTo>
                  <a:pt x="1504326" y="120606"/>
                </a:lnTo>
                <a:lnTo>
                  <a:pt x="1504744" y="120452"/>
                </a:lnTo>
                <a:lnTo>
                  <a:pt x="1505155" y="120294"/>
                </a:lnTo>
                <a:lnTo>
                  <a:pt x="1505558" y="120132"/>
                </a:lnTo>
                <a:lnTo>
                  <a:pt x="1505953" y="119965"/>
                </a:lnTo>
                <a:lnTo>
                  <a:pt x="1506341" y="119795"/>
                </a:lnTo>
                <a:lnTo>
                  <a:pt x="1506721" y="119620"/>
                </a:lnTo>
                <a:lnTo>
                  <a:pt x="1507093" y="119441"/>
                </a:lnTo>
                <a:lnTo>
                  <a:pt x="1507458" y="119258"/>
                </a:lnTo>
                <a:lnTo>
                  <a:pt x="1507815" y="119071"/>
                </a:lnTo>
                <a:lnTo>
                  <a:pt x="1508165" y="118880"/>
                </a:lnTo>
                <a:lnTo>
                  <a:pt x="1508507" y="118685"/>
                </a:lnTo>
                <a:lnTo>
                  <a:pt x="1508507" y="105667"/>
                </a:lnTo>
                <a:lnTo>
                  <a:pt x="1508209" y="105808"/>
                </a:lnTo>
                <a:lnTo>
                  <a:pt x="1507907" y="105948"/>
                </a:lnTo>
                <a:lnTo>
                  <a:pt x="1507601" y="106087"/>
                </a:lnTo>
                <a:lnTo>
                  <a:pt x="1507291" y="106226"/>
                </a:lnTo>
                <a:lnTo>
                  <a:pt x="1506976" y="106364"/>
                </a:lnTo>
                <a:lnTo>
                  <a:pt x="1506658" y="106502"/>
                </a:lnTo>
                <a:lnTo>
                  <a:pt x="1506335" y="106639"/>
                </a:lnTo>
                <a:lnTo>
                  <a:pt x="1506008" y="106775"/>
                </a:lnTo>
                <a:lnTo>
                  <a:pt x="1505678" y="106911"/>
                </a:lnTo>
                <a:lnTo>
                  <a:pt x="1505343" y="107047"/>
                </a:lnTo>
                <a:lnTo>
                  <a:pt x="1505004" y="107181"/>
                </a:lnTo>
                <a:lnTo>
                  <a:pt x="1504661" y="107315"/>
                </a:lnTo>
                <a:lnTo>
                  <a:pt x="1504313" y="107449"/>
                </a:lnTo>
                <a:lnTo>
                  <a:pt x="1503962" y="107582"/>
                </a:lnTo>
                <a:lnTo>
                  <a:pt x="1503607" y="107714"/>
                </a:lnTo>
                <a:lnTo>
                  <a:pt x="1503247" y="107846"/>
                </a:lnTo>
                <a:lnTo>
                  <a:pt x="1502883" y="107977"/>
                </a:lnTo>
                <a:lnTo>
                  <a:pt x="1502516" y="108108"/>
                </a:lnTo>
                <a:lnTo>
                  <a:pt x="1502144" y="108238"/>
                </a:lnTo>
                <a:lnTo>
                  <a:pt x="1501768" y="108367"/>
                </a:lnTo>
                <a:lnTo>
                  <a:pt x="1501388" y="108496"/>
                </a:lnTo>
                <a:lnTo>
                  <a:pt x="1501003" y="108624"/>
                </a:lnTo>
                <a:lnTo>
                  <a:pt x="1500615" y="108752"/>
                </a:lnTo>
                <a:lnTo>
                  <a:pt x="1500223" y="108879"/>
                </a:lnTo>
                <a:lnTo>
                  <a:pt x="1499841" y="108990"/>
                </a:lnTo>
                <a:lnTo>
                  <a:pt x="1499456" y="109095"/>
                </a:lnTo>
                <a:lnTo>
                  <a:pt x="1499068" y="109196"/>
                </a:lnTo>
                <a:lnTo>
                  <a:pt x="1498678" y="109293"/>
                </a:lnTo>
                <a:lnTo>
                  <a:pt x="1498284" y="109384"/>
                </a:lnTo>
                <a:lnTo>
                  <a:pt x="1497887" y="109471"/>
                </a:lnTo>
                <a:lnTo>
                  <a:pt x="1497488" y="109553"/>
                </a:lnTo>
                <a:lnTo>
                  <a:pt x="1497085" y="109631"/>
                </a:lnTo>
                <a:lnTo>
                  <a:pt x="1496680" y="109703"/>
                </a:lnTo>
                <a:lnTo>
                  <a:pt x="1496272" y="109772"/>
                </a:lnTo>
                <a:lnTo>
                  <a:pt x="1495861" y="109835"/>
                </a:lnTo>
                <a:lnTo>
                  <a:pt x="1495446" y="109894"/>
                </a:lnTo>
                <a:lnTo>
                  <a:pt x="1495029" y="109948"/>
                </a:lnTo>
                <a:lnTo>
                  <a:pt x="1494609" y="109997"/>
                </a:lnTo>
                <a:lnTo>
                  <a:pt x="1494186" y="110042"/>
                </a:lnTo>
                <a:lnTo>
                  <a:pt x="1493760" y="110081"/>
                </a:lnTo>
                <a:lnTo>
                  <a:pt x="1493332" y="110117"/>
                </a:lnTo>
                <a:lnTo>
                  <a:pt x="1492900" y="110147"/>
                </a:lnTo>
                <a:lnTo>
                  <a:pt x="1492465" y="110173"/>
                </a:lnTo>
                <a:lnTo>
                  <a:pt x="1492027" y="110194"/>
                </a:lnTo>
                <a:lnTo>
                  <a:pt x="1491587" y="110211"/>
                </a:lnTo>
                <a:lnTo>
                  <a:pt x="1491143" y="110222"/>
                </a:lnTo>
                <a:lnTo>
                  <a:pt x="1490697" y="110229"/>
                </a:lnTo>
                <a:lnTo>
                  <a:pt x="1490248" y="110232"/>
                </a:lnTo>
                <a:lnTo>
                  <a:pt x="1489674" y="110229"/>
                </a:lnTo>
                <a:lnTo>
                  <a:pt x="1489109" y="110220"/>
                </a:lnTo>
                <a:lnTo>
                  <a:pt x="1488552" y="110205"/>
                </a:lnTo>
                <a:lnTo>
                  <a:pt x="1488003" y="110185"/>
                </a:lnTo>
                <a:lnTo>
                  <a:pt x="1487462" y="110158"/>
                </a:lnTo>
                <a:lnTo>
                  <a:pt x="1486930" y="110126"/>
                </a:lnTo>
                <a:lnTo>
                  <a:pt x="1486405" y="110088"/>
                </a:lnTo>
                <a:lnTo>
                  <a:pt x="1485889" y="110044"/>
                </a:lnTo>
                <a:lnTo>
                  <a:pt x="1485382" y="109994"/>
                </a:lnTo>
                <a:lnTo>
                  <a:pt x="1484882" y="109938"/>
                </a:lnTo>
                <a:lnTo>
                  <a:pt x="1484391" y="109877"/>
                </a:lnTo>
                <a:lnTo>
                  <a:pt x="1483908" y="109809"/>
                </a:lnTo>
                <a:lnTo>
                  <a:pt x="1483433" y="109736"/>
                </a:lnTo>
                <a:lnTo>
                  <a:pt x="1482966" y="109656"/>
                </a:lnTo>
                <a:lnTo>
                  <a:pt x="1482508" y="109571"/>
                </a:lnTo>
                <a:lnTo>
                  <a:pt x="1482057" y="109480"/>
                </a:lnTo>
                <a:lnTo>
                  <a:pt x="1481615" y="109384"/>
                </a:lnTo>
                <a:lnTo>
                  <a:pt x="1481181" y="109281"/>
                </a:lnTo>
                <a:lnTo>
                  <a:pt x="1480756" y="109172"/>
                </a:lnTo>
                <a:lnTo>
                  <a:pt x="1480338" y="109058"/>
                </a:lnTo>
                <a:lnTo>
                  <a:pt x="1479929" y="108937"/>
                </a:lnTo>
                <a:lnTo>
                  <a:pt x="1479528" y="108811"/>
                </a:lnTo>
                <a:lnTo>
                  <a:pt x="1479136" y="108679"/>
                </a:lnTo>
                <a:lnTo>
                  <a:pt x="1478751" y="108541"/>
                </a:lnTo>
                <a:lnTo>
                  <a:pt x="1478375" y="108397"/>
                </a:lnTo>
                <a:lnTo>
                  <a:pt x="1478006" y="108245"/>
                </a:lnTo>
                <a:lnTo>
                  <a:pt x="1477644" y="108087"/>
                </a:lnTo>
                <a:lnTo>
                  <a:pt x="1477291" y="107921"/>
                </a:lnTo>
                <a:lnTo>
                  <a:pt x="1476945" y="107749"/>
                </a:lnTo>
                <a:lnTo>
                  <a:pt x="1476606" y="107569"/>
                </a:lnTo>
                <a:lnTo>
                  <a:pt x="1476275" y="107382"/>
                </a:lnTo>
                <a:lnTo>
                  <a:pt x="1475952" y="107189"/>
                </a:lnTo>
                <a:lnTo>
                  <a:pt x="1475637" y="106988"/>
                </a:lnTo>
                <a:lnTo>
                  <a:pt x="1475329" y="106780"/>
                </a:lnTo>
                <a:lnTo>
                  <a:pt x="1475028" y="106565"/>
                </a:lnTo>
                <a:lnTo>
                  <a:pt x="1474736" y="106343"/>
                </a:lnTo>
                <a:lnTo>
                  <a:pt x="1474451" y="106114"/>
                </a:lnTo>
                <a:lnTo>
                  <a:pt x="1474173" y="105878"/>
                </a:lnTo>
                <a:lnTo>
                  <a:pt x="1473904" y="105635"/>
                </a:lnTo>
                <a:lnTo>
                  <a:pt x="1473641" y="105385"/>
                </a:lnTo>
                <a:lnTo>
                  <a:pt x="1473387" y="105128"/>
                </a:lnTo>
                <a:lnTo>
                  <a:pt x="1473140" y="104864"/>
                </a:lnTo>
                <a:lnTo>
                  <a:pt x="1472901" y="104593"/>
                </a:lnTo>
                <a:lnTo>
                  <a:pt x="1472669" y="104314"/>
                </a:lnTo>
                <a:lnTo>
                  <a:pt x="1472445" y="104029"/>
                </a:lnTo>
                <a:lnTo>
                  <a:pt x="1472229" y="103737"/>
                </a:lnTo>
                <a:lnTo>
                  <a:pt x="1472020" y="103437"/>
                </a:lnTo>
                <a:lnTo>
                  <a:pt x="1471819" y="103131"/>
                </a:lnTo>
                <a:lnTo>
                  <a:pt x="1471626" y="102817"/>
                </a:lnTo>
                <a:lnTo>
                  <a:pt x="1471441" y="102497"/>
                </a:lnTo>
                <a:lnTo>
                  <a:pt x="1471264" y="102169"/>
                </a:lnTo>
                <a:lnTo>
                  <a:pt x="1471096" y="101835"/>
                </a:lnTo>
                <a:lnTo>
                  <a:pt x="1470936" y="101493"/>
                </a:lnTo>
                <a:lnTo>
                  <a:pt x="1470784" y="101144"/>
                </a:lnTo>
                <a:lnTo>
                  <a:pt x="1470640" y="100789"/>
                </a:lnTo>
                <a:lnTo>
                  <a:pt x="1470504" y="100426"/>
                </a:lnTo>
                <a:lnTo>
                  <a:pt x="1470377" y="100056"/>
                </a:lnTo>
                <a:lnTo>
                  <a:pt x="1470258" y="99679"/>
                </a:lnTo>
                <a:lnTo>
                  <a:pt x="1470147" y="99295"/>
                </a:lnTo>
                <a:lnTo>
                  <a:pt x="1470044" y="98904"/>
                </a:lnTo>
                <a:lnTo>
                  <a:pt x="1469950" y="98506"/>
                </a:lnTo>
                <a:lnTo>
                  <a:pt x="1469863" y="98101"/>
                </a:lnTo>
                <a:lnTo>
                  <a:pt x="1469785" y="97689"/>
                </a:lnTo>
                <a:lnTo>
                  <a:pt x="1469715" y="97270"/>
                </a:lnTo>
                <a:lnTo>
                  <a:pt x="1469654" y="96844"/>
                </a:lnTo>
                <a:lnTo>
                  <a:pt x="1469600" y="96411"/>
                </a:lnTo>
                <a:lnTo>
                  <a:pt x="1469555" y="95970"/>
                </a:lnTo>
                <a:lnTo>
                  <a:pt x="1469518" y="95523"/>
                </a:lnTo>
                <a:lnTo>
                  <a:pt x="1469489" y="95069"/>
                </a:lnTo>
                <a:lnTo>
                  <a:pt x="1469469" y="94607"/>
                </a:lnTo>
                <a:lnTo>
                  <a:pt x="1469457" y="94139"/>
                </a:lnTo>
                <a:lnTo>
                  <a:pt x="1469452" y="93663"/>
                </a:lnTo>
                <a:lnTo>
                  <a:pt x="1469452" y="48691"/>
                </a:lnTo>
                <a:lnTo>
                  <a:pt x="1508507" y="48691"/>
                </a:lnTo>
                <a:lnTo>
                  <a:pt x="1508507" y="35504"/>
                </a:lnTo>
                <a:lnTo>
                  <a:pt x="1469452" y="35504"/>
                </a:lnTo>
                <a:lnTo>
                  <a:pt x="1469452" y="7946"/>
                </a:lnTo>
                <a:lnTo>
                  <a:pt x="1458970" y="7946"/>
                </a:lnTo>
                <a:lnTo>
                  <a:pt x="1453053" y="35504"/>
                </a:lnTo>
                <a:lnTo>
                  <a:pt x="1427524" y="35504"/>
                </a:lnTo>
                <a:lnTo>
                  <a:pt x="1427524" y="48691"/>
                </a:lnTo>
                <a:lnTo>
                  <a:pt x="1452546" y="48691"/>
                </a:lnTo>
                <a:lnTo>
                  <a:pt x="1452546" y="95016"/>
                </a:lnTo>
                <a:lnTo>
                  <a:pt x="1452561" y="96269"/>
                </a:lnTo>
                <a:lnTo>
                  <a:pt x="1452608" y="97493"/>
                </a:lnTo>
                <a:lnTo>
                  <a:pt x="1452686" y="98688"/>
                </a:lnTo>
                <a:lnTo>
                  <a:pt x="1452794" y="99853"/>
                </a:lnTo>
                <a:lnTo>
                  <a:pt x="1452934" y="100989"/>
                </a:lnTo>
                <a:lnTo>
                  <a:pt x="1453106" y="102095"/>
                </a:lnTo>
                <a:lnTo>
                  <a:pt x="1453308" y="103173"/>
                </a:lnTo>
                <a:lnTo>
                  <a:pt x="1453541" y="104221"/>
                </a:lnTo>
                <a:lnTo>
                  <a:pt x="1453806" y="105239"/>
                </a:lnTo>
                <a:lnTo>
                  <a:pt x="1454101" y="106228"/>
                </a:lnTo>
                <a:lnTo>
                  <a:pt x="1454428" y="107188"/>
                </a:lnTo>
                <a:lnTo>
                  <a:pt x="1454786" y="108118"/>
                </a:lnTo>
                <a:lnTo>
                  <a:pt x="1455175" y="109020"/>
                </a:lnTo>
                <a:lnTo>
                  <a:pt x="1455595" y="109891"/>
                </a:lnTo>
                <a:lnTo>
                  <a:pt x="1456046" y="110734"/>
                </a:lnTo>
                <a:lnTo>
                  <a:pt x="1456528" y="111547"/>
                </a:lnTo>
                <a:lnTo>
                  <a:pt x="1457041" y="112330"/>
                </a:lnTo>
                <a:lnTo>
                  <a:pt x="1457586" y="113085"/>
                </a:lnTo>
                <a:lnTo>
                  <a:pt x="1458162" y="113810"/>
                </a:lnTo>
                <a:lnTo>
                  <a:pt x="1458768" y="114505"/>
                </a:lnTo>
                <a:lnTo>
                  <a:pt x="1459406" y="115172"/>
                </a:lnTo>
                <a:lnTo>
                  <a:pt x="1460075" y="115809"/>
                </a:lnTo>
                <a:lnTo>
                  <a:pt x="1460775" y="116416"/>
                </a:lnTo>
                <a:lnTo>
                  <a:pt x="1461506" y="116994"/>
                </a:lnTo>
                <a:lnTo>
                  <a:pt x="1462264" y="117532"/>
                </a:lnTo>
                <a:lnTo>
                  <a:pt x="1463043" y="118048"/>
                </a:lnTo>
                <a:lnTo>
                  <a:pt x="1463844" y="118540"/>
                </a:lnTo>
                <a:lnTo>
                  <a:pt x="1464667" y="119009"/>
                </a:lnTo>
                <a:lnTo>
                  <a:pt x="1465511" y="119456"/>
                </a:lnTo>
                <a:lnTo>
                  <a:pt x="1466378" y="119879"/>
                </a:lnTo>
                <a:lnTo>
                  <a:pt x="1467265" y="120280"/>
                </a:lnTo>
                <a:lnTo>
                  <a:pt x="1468175" y="120658"/>
                </a:lnTo>
                <a:lnTo>
                  <a:pt x="1469106" y="121012"/>
                </a:lnTo>
                <a:lnTo>
                  <a:pt x="1470059" y="121344"/>
                </a:lnTo>
                <a:lnTo>
                  <a:pt x="1471034" y="121654"/>
                </a:lnTo>
                <a:lnTo>
                  <a:pt x="1472031" y="121940"/>
                </a:lnTo>
                <a:lnTo>
                  <a:pt x="1473049" y="122203"/>
                </a:lnTo>
                <a:lnTo>
                  <a:pt x="1474089" y="122443"/>
                </a:lnTo>
                <a:lnTo>
                  <a:pt x="1475150" y="122661"/>
                </a:lnTo>
                <a:lnTo>
                  <a:pt x="1476234" y="122855"/>
                </a:lnTo>
                <a:lnTo>
                  <a:pt x="1477339" y="123027"/>
                </a:lnTo>
                <a:lnTo>
                  <a:pt x="1478466" y="123176"/>
                </a:lnTo>
                <a:lnTo>
                  <a:pt x="1479614" y="123302"/>
                </a:lnTo>
                <a:lnTo>
                  <a:pt x="1480784" y="123405"/>
                </a:lnTo>
                <a:lnTo>
                  <a:pt x="1481976" y="123485"/>
                </a:lnTo>
                <a:lnTo>
                  <a:pt x="1483190" y="123542"/>
                </a:lnTo>
                <a:lnTo>
                  <a:pt x="1484426" y="123577"/>
                </a:lnTo>
                <a:lnTo>
                  <a:pt x="1485683" y="123588"/>
                </a:lnTo>
                <a:lnTo>
                  <a:pt x="1486204" y="123586"/>
                </a:lnTo>
                <a:lnTo>
                  <a:pt x="1486725" y="123579"/>
                </a:lnTo>
                <a:lnTo>
                  <a:pt x="1487247" y="123567"/>
                </a:lnTo>
                <a:lnTo>
                  <a:pt x="1487768" y="123551"/>
                </a:lnTo>
                <a:lnTo>
                  <a:pt x="1488289" y="123529"/>
                </a:lnTo>
                <a:close/>
                <a:moveTo>
                  <a:pt x="1161324" y="66852"/>
                </a:moveTo>
                <a:lnTo>
                  <a:pt x="1161353" y="66409"/>
                </a:lnTo>
                <a:lnTo>
                  <a:pt x="1161388" y="65968"/>
                </a:lnTo>
                <a:lnTo>
                  <a:pt x="1161430" y="65528"/>
                </a:lnTo>
                <a:lnTo>
                  <a:pt x="1161479" y="65091"/>
                </a:lnTo>
                <a:lnTo>
                  <a:pt x="1161534" y="64655"/>
                </a:lnTo>
                <a:lnTo>
                  <a:pt x="1161595" y="64221"/>
                </a:lnTo>
                <a:lnTo>
                  <a:pt x="1161663" y="63789"/>
                </a:lnTo>
                <a:lnTo>
                  <a:pt x="1161737" y="63358"/>
                </a:lnTo>
                <a:lnTo>
                  <a:pt x="1161818" y="62929"/>
                </a:lnTo>
                <a:lnTo>
                  <a:pt x="1161905" y="62502"/>
                </a:lnTo>
                <a:lnTo>
                  <a:pt x="1161998" y="62077"/>
                </a:lnTo>
                <a:lnTo>
                  <a:pt x="1162099" y="61653"/>
                </a:lnTo>
                <a:lnTo>
                  <a:pt x="1162205" y="61231"/>
                </a:lnTo>
                <a:lnTo>
                  <a:pt x="1162318" y="60811"/>
                </a:lnTo>
                <a:lnTo>
                  <a:pt x="1162438" y="60393"/>
                </a:lnTo>
                <a:lnTo>
                  <a:pt x="1162564" y="59977"/>
                </a:lnTo>
                <a:lnTo>
                  <a:pt x="1162696" y="59562"/>
                </a:lnTo>
                <a:lnTo>
                  <a:pt x="1162835" y="59149"/>
                </a:lnTo>
                <a:lnTo>
                  <a:pt x="1162980" y="58738"/>
                </a:lnTo>
                <a:lnTo>
                  <a:pt x="1163132" y="58328"/>
                </a:lnTo>
                <a:lnTo>
                  <a:pt x="1163290" y="57923"/>
                </a:lnTo>
                <a:lnTo>
                  <a:pt x="1163455" y="57523"/>
                </a:lnTo>
                <a:lnTo>
                  <a:pt x="1163626" y="57129"/>
                </a:lnTo>
                <a:lnTo>
                  <a:pt x="1163803" y="56741"/>
                </a:lnTo>
                <a:lnTo>
                  <a:pt x="1163987" y="56359"/>
                </a:lnTo>
                <a:lnTo>
                  <a:pt x="1164178" y="55982"/>
                </a:lnTo>
                <a:lnTo>
                  <a:pt x="1164375" y="55612"/>
                </a:lnTo>
                <a:lnTo>
                  <a:pt x="1164578" y="55247"/>
                </a:lnTo>
                <a:lnTo>
                  <a:pt x="1164788" y="54889"/>
                </a:lnTo>
                <a:lnTo>
                  <a:pt x="1165004" y="54536"/>
                </a:lnTo>
                <a:lnTo>
                  <a:pt x="1165227" y="54189"/>
                </a:lnTo>
                <a:lnTo>
                  <a:pt x="1165456" y="53848"/>
                </a:lnTo>
                <a:lnTo>
                  <a:pt x="1165692" y="53513"/>
                </a:lnTo>
                <a:lnTo>
                  <a:pt x="1165934" y="53183"/>
                </a:lnTo>
                <a:lnTo>
                  <a:pt x="1166183" y="52860"/>
                </a:lnTo>
                <a:lnTo>
                  <a:pt x="1166438" y="52542"/>
                </a:lnTo>
                <a:lnTo>
                  <a:pt x="1166699" y="52231"/>
                </a:lnTo>
                <a:lnTo>
                  <a:pt x="1166967" y="51925"/>
                </a:lnTo>
                <a:lnTo>
                  <a:pt x="1167242" y="51625"/>
                </a:lnTo>
                <a:lnTo>
                  <a:pt x="1167523" y="51331"/>
                </a:lnTo>
                <a:lnTo>
                  <a:pt x="1167810" y="51042"/>
                </a:lnTo>
                <a:lnTo>
                  <a:pt x="1168104" y="50760"/>
                </a:lnTo>
                <a:lnTo>
                  <a:pt x="1168404" y="50484"/>
                </a:lnTo>
                <a:lnTo>
                  <a:pt x="1168711" y="50213"/>
                </a:lnTo>
                <a:lnTo>
                  <a:pt x="1169038" y="49951"/>
                </a:lnTo>
                <a:lnTo>
                  <a:pt x="1169371" y="49700"/>
                </a:lnTo>
                <a:lnTo>
                  <a:pt x="1169710" y="49460"/>
                </a:lnTo>
                <a:lnTo>
                  <a:pt x="1170054" y="49231"/>
                </a:lnTo>
                <a:lnTo>
                  <a:pt x="1170405" y="49014"/>
                </a:lnTo>
                <a:lnTo>
                  <a:pt x="1170761" y="48808"/>
                </a:lnTo>
                <a:lnTo>
                  <a:pt x="1171123" y="48612"/>
                </a:lnTo>
                <a:lnTo>
                  <a:pt x="1171491" y="48428"/>
                </a:lnTo>
                <a:lnTo>
                  <a:pt x="1171865" y="48255"/>
                </a:lnTo>
                <a:lnTo>
                  <a:pt x="1172245" y="48094"/>
                </a:lnTo>
                <a:lnTo>
                  <a:pt x="1172631" y="47943"/>
                </a:lnTo>
                <a:lnTo>
                  <a:pt x="1173022" y="47804"/>
                </a:lnTo>
                <a:lnTo>
                  <a:pt x="1173420" y="47675"/>
                </a:lnTo>
                <a:lnTo>
                  <a:pt x="1173823" y="47558"/>
                </a:lnTo>
                <a:lnTo>
                  <a:pt x="1174232" y="47452"/>
                </a:lnTo>
                <a:lnTo>
                  <a:pt x="1174647" y="47358"/>
                </a:lnTo>
                <a:lnTo>
                  <a:pt x="1175068" y="47274"/>
                </a:lnTo>
                <a:lnTo>
                  <a:pt x="1175495" y="47201"/>
                </a:lnTo>
                <a:lnTo>
                  <a:pt x="1175927" y="47140"/>
                </a:lnTo>
                <a:lnTo>
                  <a:pt x="1176366" y="47090"/>
                </a:lnTo>
                <a:lnTo>
                  <a:pt x="1176810" y="47051"/>
                </a:lnTo>
                <a:lnTo>
                  <a:pt x="1177261" y="47023"/>
                </a:lnTo>
                <a:lnTo>
                  <a:pt x="1177717" y="47006"/>
                </a:lnTo>
                <a:lnTo>
                  <a:pt x="1178179" y="47001"/>
                </a:lnTo>
                <a:lnTo>
                  <a:pt x="1178654" y="47005"/>
                </a:lnTo>
                <a:lnTo>
                  <a:pt x="1179122" y="47018"/>
                </a:lnTo>
                <a:lnTo>
                  <a:pt x="1179581" y="47040"/>
                </a:lnTo>
                <a:lnTo>
                  <a:pt x="1180034" y="47071"/>
                </a:lnTo>
                <a:lnTo>
                  <a:pt x="1180478" y="47111"/>
                </a:lnTo>
                <a:lnTo>
                  <a:pt x="1180916" y="47159"/>
                </a:lnTo>
                <a:lnTo>
                  <a:pt x="1181345" y="47216"/>
                </a:lnTo>
                <a:lnTo>
                  <a:pt x="1181767" y="47282"/>
                </a:lnTo>
                <a:lnTo>
                  <a:pt x="1182181" y="47357"/>
                </a:lnTo>
                <a:lnTo>
                  <a:pt x="1182587" y="47441"/>
                </a:lnTo>
                <a:lnTo>
                  <a:pt x="1182986" y="47533"/>
                </a:lnTo>
                <a:lnTo>
                  <a:pt x="1183378" y="47635"/>
                </a:lnTo>
                <a:lnTo>
                  <a:pt x="1183761" y="47745"/>
                </a:lnTo>
                <a:lnTo>
                  <a:pt x="1184137" y="47864"/>
                </a:lnTo>
                <a:lnTo>
                  <a:pt x="1184506" y="47991"/>
                </a:lnTo>
                <a:lnTo>
                  <a:pt x="1184866" y="48128"/>
                </a:lnTo>
                <a:lnTo>
                  <a:pt x="1185219" y="48273"/>
                </a:lnTo>
                <a:lnTo>
                  <a:pt x="1185565" y="48427"/>
                </a:lnTo>
                <a:lnTo>
                  <a:pt x="1185903" y="48590"/>
                </a:lnTo>
                <a:lnTo>
                  <a:pt x="1186233" y="48762"/>
                </a:lnTo>
                <a:lnTo>
                  <a:pt x="1186556" y="48942"/>
                </a:lnTo>
                <a:lnTo>
                  <a:pt x="1186870" y="49132"/>
                </a:lnTo>
                <a:lnTo>
                  <a:pt x="1187178" y="49330"/>
                </a:lnTo>
                <a:lnTo>
                  <a:pt x="1187477" y="49537"/>
                </a:lnTo>
                <a:lnTo>
                  <a:pt x="1187784" y="49737"/>
                </a:lnTo>
                <a:lnTo>
                  <a:pt x="1188083" y="49942"/>
                </a:lnTo>
                <a:lnTo>
                  <a:pt x="1188376" y="50152"/>
                </a:lnTo>
                <a:lnTo>
                  <a:pt x="1188661" y="50368"/>
                </a:lnTo>
                <a:lnTo>
                  <a:pt x="1188939" y="50589"/>
                </a:lnTo>
                <a:lnTo>
                  <a:pt x="1189210" y="50815"/>
                </a:lnTo>
                <a:lnTo>
                  <a:pt x="1189475" y="51047"/>
                </a:lnTo>
                <a:lnTo>
                  <a:pt x="1189732" y="51284"/>
                </a:lnTo>
                <a:lnTo>
                  <a:pt x="1189982" y="51526"/>
                </a:lnTo>
                <a:lnTo>
                  <a:pt x="1190225" y="51773"/>
                </a:lnTo>
                <a:lnTo>
                  <a:pt x="1190461" y="52026"/>
                </a:lnTo>
                <a:lnTo>
                  <a:pt x="1190690" y="52284"/>
                </a:lnTo>
                <a:lnTo>
                  <a:pt x="1190912" y="52547"/>
                </a:lnTo>
                <a:lnTo>
                  <a:pt x="1191127" y="52816"/>
                </a:lnTo>
                <a:lnTo>
                  <a:pt x="1191334" y="53090"/>
                </a:lnTo>
                <a:lnTo>
                  <a:pt x="1191535" y="53369"/>
                </a:lnTo>
                <a:lnTo>
                  <a:pt x="1191729" y="53653"/>
                </a:lnTo>
                <a:lnTo>
                  <a:pt x="1191915" y="53943"/>
                </a:lnTo>
                <a:lnTo>
                  <a:pt x="1192095" y="54238"/>
                </a:lnTo>
                <a:lnTo>
                  <a:pt x="1192268" y="54538"/>
                </a:lnTo>
                <a:lnTo>
                  <a:pt x="1192433" y="54844"/>
                </a:lnTo>
                <a:lnTo>
                  <a:pt x="1192592" y="55155"/>
                </a:lnTo>
                <a:lnTo>
                  <a:pt x="1192743" y="55471"/>
                </a:lnTo>
                <a:lnTo>
                  <a:pt x="1192888" y="55792"/>
                </a:lnTo>
                <a:lnTo>
                  <a:pt x="1193039" y="56117"/>
                </a:lnTo>
                <a:lnTo>
                  <a:pt x="1193185" y="56445"/>
                </a:lnTo>
                <a:lnTo>
                  <a:pt x="1193323" y="56775"/>
                </a:lnTo>
                <a:lnTo>
                  <a:pt x="1193456" y="57107"/>
                </a:lnTo>
                <a:lnTo>
                  <a:pt x="1193582" y="57442"/>
                </a:lnTo>
                <a:lnTo>
                  <a:pt x="1193701" y="57779"/>
                </a:lnTo>
                <a:lnTo>
                  <a:pt x="1193814" y="58118"/>
                </a:lnTo>
                <a:lnTo>
                  <a:pt x="1193921" y="58460"/>
                </a:lnTo>
                <a:lnTo>
                  <a:pt x="1194021" y="58804"/>
                </a:lnTo>
                <a:lnTo>
                  <a:pt x="1194115" y="59150"/>
                </a:lnTo>
                <a:lnTo>
                  <a:pt x="1194202" y="59499"/>
                </a:lnTo>
                <a:lnTo>
                  <a:pt x="1194282" y="59850"/>
                </a:lnTo>
                <a:lnTo>
                  <a:pt x="1194357" y="60203"/>
                </a:lnTo>
                <a:lnTo>
                  <a:pt x="1194424" y="60559"/>
                </a:lnTo>
                <a:lnTo>
                  <a:pt x="1194486" y="60917"/>
                </a:lnTo>
                <a:lnTo>
                  <a:pt x="1194541" y="61277"/>
                </a:lnTo>
                <a:lnTo>
                  <a:pt x="1194589" y="61640"/>
                </a:lnTo>
                <a:lnTo>
                  <a:pt x="1194631" y="62005"/>
                </a:lnTo>
                <a:lnTo>
                  <a:pt x="1194667" y="62373"/>
                </a:lnTo>
                <a:lnTo>
                  <a:pt x="1194696" y="62743"/>
                </a:lnTo>
                <a:lnTo>
                  <a:pt x="1194718" y="63115"/>
                </a:lnTo>
                <a:lnTo>
                  <a:pt x="1194734" y="63489"/>
                </a:lnTo>
                <a:lnTo>
                  <a:pt x="1194744" y="63866"/>
                </a:lnTo>
                <a:lnTo>
                  <a:pt x="1194747" y="64246"/>
                </a:lnTo>
                <a:lnTo>
                  <a:pt x="1194747" y="67796"/>
                </a:lnTo>
                <a:lnTo>
                  <a:pt x="1209118" y="67796"/>
                </a:lnTo>
                <a:lnTo>
                  <a:pt x="1209146" y="67614"/>
                </a:lnTo>
                <a:lnTo>
                  <a:pt x="1209172" y="67434"/>
                </a:lnTo>
                <a:lnTo>
                  <a:pt x="1209197" y="67257"/>
                </a:lnTo>
                <a:lnTo>
                  <a:pt x="1209221" y="67082"/>
                </a:lnTo>
                <a:lnTo>
                  <a:pt x="1209244" y="66909"/>
                </a:lnTo>
                <a:lnTo>
                  <a:pt x="1209266" y="66739"/>
                </a:lnTo>
                <a:lnTo>
                  <a:pt x="1209287" y="66571"/>
                </a:lnTo>
                <a:lnTo>
                  <a:pt x="1209306" y="66406"/>
                </a:lnTo>
                <a:lnTo>
                  <a:pt x="1209324" y="66243"/>
                </a:lnTo>
                <a:lnTo>
                  <a:pt x="1209341" y="66082"/>
                </a:lnTo>
                <a:lnTo>
                  <a:pt x="1209357" y="65923"/>
                </a:lnTo>
                <a:lnTo>
                  <a:pt x="1209372" y="65767"/>
                </a:lnTo>
                <a:lnTo>
                  <a:pt x="1209385" y="65613"/>
                </a:lnTo>
                <a:lnTo>
                  <a:pt x="1209397" y="65462"/>
                </a:lnTo>
                <a:lnTo>
                  <a:pt x="1209409" y="65313"/>
                </a:lnTo>
                <a:lnTo>
                  <a:pt x="1209419" y="65166"/>
                </a:lnTo>
                <a:lnTo>
                  <a:pt x="1209427" y="65022"/>
                </a:lnTo>
                <a:lnTo>
                  <a:pt x="1209435" y="64880"/>
                </a:lnTo>
                <a:lnTo>
                  <a:pt x="1209442" y="64740"/>
                </a:lnTo>
                <a:lnTo>
                  <a:pt x="1209447" y="64602"/>
                </a:lnTo>
                <a:lnTo>
                  <a:pt x="1209451" y="64467"/>
                </a:lnTo>
                <a:lnTo>
                  <a:pt x="1209454" y="64335"/>
                </a:lnTo>
                <a:lnTo>
                  <a:pt x="1209456" y="64204"/>
                </a:lnTo>
                <a:lnTo>
                  <a:pt x="1209456" y="64076"/>
                </a:lnTo>
                <a:lnTo>
                  <a:pt x="1209470" y="63935"/>
                </a:lnTo>
                <a:lnTo>
                  <a:pt x="1209483" y="63793"/>
                </a:lnTo>
                <a:lnTo>
                  <a:pt x="1209496" y="63651"/>
                </a:lnTo>
                <a:lnTo>
                  <a:pt x="1209508" y="63508"/>
                </a:lnTo>
                <a:lnTo>
                  <a:pt x="1209519" y="63365"/>
                </a:lnTo>
                <a:lnTo>
                  <a:pt x="1209530" y="63221"/>
                </a:lnTo>
                <a:lnTo>
                  <a:pt x="1209540" y="63076"/>
                </a:lnTo>
                <a:lnTo>
                  <a:pt x="1209550" y="62931"/>
                </a:lnTo>
                <a:lnTo>
                  <a:pt x="1209559" y="62785"/>
                </a:lnTo>
                <a:lnTo>
                  <a:pt x="1209568" y="62638"/>
                </a:lnTo>
                <a:lnTo>
                  <a:pt x="1209576" y="62491"/>
                </a:lnTo>
                <a:lnTo>
                  <a:pt x="1209583" y="62344"/>
                </a:lnTo>
                <a:lnTo>
                  <a:pt x="1209590" y="62195"/>
                </a:lnTo>
                <a:lnTo>
                  <a:pt x="1209596" y="62046"/>
                </a:lnTo>
                <a:lnTo>
                  <a:pt x="1209601" y="61897"/>
                </a:lnTo>
                <a:lnTo>
                  <a:pt x="1209606" y="61747"/>
                </a:lnTo>
                <a:lnTo>
                  <a:pt x="1209611" y="61597"/>
                </a:lnTo>
                <a:lnTo>
                  <a:pt x="1209615" y="61445"/>
                </a:lnTo>
                <a:lnTo>
                  <a:pt x="1209618" y="61294"/>
                </a:lnTo>
                <a:lnTo>
                  <a:pt x="1209621" y="61141"/>
                </a:lnTo>
                <a:lnTo>
                  <a:pt x="1209623" y="60988"/>
                </a:lnTo>
                <a:lnTo>
                  <a:pt x="1209624" y="60835"/>
                </a:lnTo>
                <a:lnTo>
                  <a:pt x="1209625" y="60681"/>
                </a:lnTo>
                <a:lnTo>
                  <a:pt x="1209625" y="60526"/>
                </a:lnTo>
                <a:lnTo>
                  <a:pt x="1209613" y="59561"/>
                </a:lnTo>
                <a:lnTo>
                  <a:pt x="1209577" y="58611"/>
                </a:lnTo>
                <a:lnTo>
                  <a:pt x="1209517" y="57676"/>
                </a:lnTo>
                <a:lnTo>
                  <a:pt x="1209433" y="56755"/>
                </a:lnTo>
                <a:lnTo>
                  <a:pt x="1209324" y="55849"/>
                </a:lnTo>
                <a:lnTo>
                  <a:pt x="1209192" y="54957"/>
                </a:lnTo>
                <a:lnTo>
                  <a:pt x="1209036" y="54081"/>
                </a:lnTo>
                <a:lnTo>
                  <a:pt x="1208855" y="53219"/>
                </a:lnTo>
                <a:lnTo>
                  <a:pt x="1208650" y="52371"/>
                </a:lnTo>
                <a:lnTo>
                  <a:pt x="1208422" y="51538"/>
                </a:lnTo>
                <a:lnTo>
                  <a:pt x="1208169" y="50720"/>
                </a:lnTo>
                <a:lnTo>
                  <a:pt x="1207892" y="49917"/>
                </a:lnTo>
                <a:lnTo>
                  <a:pt x="1207591" y="49128"/>
                </a:lnTo>
                <a:lnTo>
                  <a:pt x="1207266" y="48354"/>
                </a:lnTo>
                <a:lnTo>
                  <a:pt x="1206917" y="47595"/>
                </a:lnTo>
                <a:lnTo>
                  <a:pt x="1206544" y="46850"/>
                </a:lnTo>
                <a:lnTo>
                  <a:pt x="1206147" y="46120"/>
                </a:lnTo>
                <a:lnTo>
                  <a:pt x="1205726" y="45405"/>
                </a:lnTo>
                <a:lnTo>
                  <a:pt x="1205281" y="44704"/>
                </a:lnTo>
                <a:lnTo>
                  <a:pt x="1204811" y="44019"/>
                </a:lnTo>
                <a:lnTo>
                  <a:pt x="1204318" y="43347"/>
                </a:lnTo>
                <a:lnTo>
                  <a:pt x="1203801" y="42691"/>
                </a:lnTo>
                <a:lnTo>
                  <a:pt x="1203259" y="42049"/>
                </a:lnTo>
                <a:lnTo>
                  <a:pt x="1202693" y="41421"/>
                </a:lnTo>
                <a:lnTo>
                  <a:pt x="1202120" y="40801"/>
                </a:lnTo>
                <a:lnTo>
                  <a:pt x="1201525" y="40206"/>
                </a:lnTo>
                <a:lnTo>
                  <a:pt x="1200910" y="39638"/>
                </a:lnTo>
                <a:lnTo>
                  <a:pt x="1200275" y="39097"/>
                </a:lnTo>
                <a:lnTo>
                  <a:pt x="1199619" y="38582"/>
                </a:lnTo>
                <a:lnTo>
                  <a:pt x="1198942" y="38093"/>
                </a:lnTo>
                <a:lnTo>
                  <a:pt x="1198245" y="37631"/>
                </a:lnTo>
                <a:lnTo>
                  <a:pt x="1197527" y="37195"/>
                </a:lnTo>
                <a:lnTo>
                  <a:pt x="1196789" y="36785"/>
                </a:lnTo>
                <a:lnTo>
                  <a:pt x="1196031" y="36402"/>
                </a:lnTo>
                <a:lnTo>
                  <a:pt x="1195251" y="36046"/>
                </a:lnTo>
                <a:lnTo>
                  <a:pt x="1194451" y="35715"/>
                </a:lnTo>
                <a:lnTo>
                  <a:pt x="1193631" y="35412"/>
                </a:lnTo>
                <a:lnTo>
                  <a:pt x="1192790" y="35134"/>
                </a:lnTo>
                <a:lnTo>
                  <a:pt x="1191929" y="34883"/>
                </a:lnTo>
                <a:lnTo>
                  <a:pt x="1191047" y="34659"/>
                </a:lnTo>
                <a:lnTo>
                  <a:pt x="1190144" y="34461"/>
                </a:lnTo>
                <a:lnTo>
                  <a:pt x="1189221" y="34289"/>
                </a:lnTo>
                <a:lnTo>
                  <a:pt x="1188277" y="34144"/>
                </a:lnTo>
                <a:lnTo>
                  <a:pt x="1187313" y="34025"/>
                </a:lnTo>
                <a:lnTo>
                  <a:pt x="1186328" y="33932"/>
                </a:lnTo>
                <a:lnTo>
                  <a:pt x="1185323" y="33866"/>
                </a:lnTo>
                <a:lnTo>
                  <a:pt x="1184297" y="33827"/>
                </a:lnTo>
                <a:lnTo>
                  <a:pt x="1183251" y="33813"/>
                </a:lnTo>
                <a:lnTo>
                  <a:pt x="1182564" y="33820"/>
                </a:lnTo>
                <a:lnTo>
                  <a:pt x="1181883" y="33840"/>
                </a:lnTo>
                <a:lnTo>
                  <a:pt x="1181209" y="33874"/>
                </a:lnTo>
                <a:lnTo>
                  <a:pt x="1180541" y="33921"/>
                </a:lnTo>
                <a:lnTo>
                  <a:pt x="1179880" y="33982"/>
                </a:lnTo>
                <a:lnTo>
                  <a:pt x="1179225" y="34056"/>
                </a:lnTo>
                <a:lnTo>
                  <a:pt x="1178576" y="34144"/>
                </a:lnTo>
                <a:lnTo>
                  <a:pt x="1177935" y="34245"/>
                </a:lnTo>
                <a:lnTo>
                  <a:pt x="1177299" y="34360"/>
                </a:lnTo>
                <a:lnTo>
                  <a:pt x="1176670" y="34489"/>
                </a:lnTo>
                <a:lnTo>
                  <a:pt x="1176048" y="34630"/>
                </a:lnTo>
                <a:lnTo>
                  <a:pt x="1175431" y="34786"/>
                </a:lnTo>
                <a:lnTo>
                  <a:pt x="1174822" y="34954"/>
                </a:lnTo>
                <a:lnTo>
                  <a:pt x="1174219" y="35137"/>
                </a:lnTo>
                <a:lnTo>
                  <a:pt x="1173622" y="35332"/>
                </a:lnTo>
                <a:lnTo>
                  <a:pt x="1173032" y="35542"/>
                </a:lnTo>
                <a:lnTo>
                  <a:pt x="1172448" y="35764"/>
                </a:lnTo>
                <a:lnTo>
                  <a:pt x="1171870" y="36001"/>
                </a:lnTo>
                <a:lnTo>
                  <a:pt x="1171300" y="36251"/>
                </a:lnTo>
                <a:lnTo>
                  <a:pt x="1170735" y="36514"/>
                </a:lnTo>
                <a:lnTo>
                  <a:pt x="1170177" y="36791"/>
                </a:lnTo>
                <a:lnTo>
                  <a:pt x="1169626" y="37081"/>
                </a:lnTo>
                <a:lnTo>
                  <a:pt x="1169081" y="37385"/>
                </a:lnTo>
                <a:lnTo>
                  <a:pt x="1168542" y="37702"/>
                </a:lnTo>
                <a:lnTo>
                  <a:pt x="1168026" y="38017"/>
                </a:lnTo>
                <a:lnTo>
                  <a:pt x="1167522" y="38343"/>
                </a:lnTo>
                <a:lnTo>
                  <a:pt x="1167028" y="38679"/>
                </a:lnTo>
                <a:lnTo>
                  <a:pt x="1166546" y="39026"/>
                </a:lnTo>
                <a:lnTo>
                  <a:pt x="1166075" y="39384"/>
                </a:lnTo>
                <a:lnTo>
                  <a:pt x="1165615" y="39752"/>
                </a:lnTo>
                <a:lnTo>
                  <a:pt x="1165166" y="40131"/>
                </a:lnTo>
                <a:lnTo>
                  <a:pt x="1164728" y="40520"/>
                </a:lnTo>
                <a:lnTo>
                  <a:pt x="1164302" y="40920"/>
                </a:lnTo>
                <a:lnTo>
                  <a:pt x="1163887" y="41330"/>
                </a:lnTo>
                <a:lnTo>
                  <a:pt x="1163482" y="41751"/>
                </a:lnTo>
                <a:lnTo>
                  <a:pt x="1163089" y="42182"/>
                </a:lnTo>
                <a:lnTo>
                  <a:pt x="1162708" y="42624"/>
                </a:lnTo>
                <a:lnTo>
                  <a:pt x="1162337" y="43077"/>
                </a:lnTo>
                <a:lnTo>
                  <a:pt x="1161977" y="43540"/>
                </a:lnTo>
                <a:lnTo>
                  <a:pt x="1161629" y="44014"/>
                </a:lnTo>
                <a:lnTo>
                  <a:pt x="1161292" y="44498"/>
                </a:lnTo>
                <a:lnTo>
                  <a:pt x="1160966" y="44993"/>
                </a:lnTo>
                <a:lnTo>
                  <a:pt x="1160651" y="45498"/>
                </a:lnTo>
                <a:lnTo>
                  <a:pt x="1160347" y="46014"/>
                </a:lnTo>
                <a:lnTo>
                  <a:pt x="1160054" y="46541"/>
                </a:lnTo>
                <a:lnTo>
                  <a:pt x="1159773" y="47078"/>
                </a:lnTo>
                <a:lnTo>
                  <a:pt x="1159502" y="47626"/>
                </a:lnTo>
                <a:lnTo>
                  <a:pt x="1159243" y="48184"/>
                </a:lnTo>
                <a:lnTo>
                  <a:pt x="1158398" y="35504"/>
                </a:lnTo>
                <a:lnTo>
                  <a:pt x="1122894" y="35504"/>
                </a:lnTo>
                <a:lnTo>
                  <a:pt x="1122894" y="48691"/>
                </a:lnTo>
                <a:lnTo>
                  <a:pt x="1144703" y="48691"/>
                </a:lnTo>
                <a:lnTo>
                  <a:pt x="1144703" y="108879"/>
                </a:lnTo>
                <a:lnTo>
                  <a:pt x="1122048" y="108879"/>
                </a:lnTo>
                <a:lnTo>
                  <a:pt x="1122048" y="121897"/>
                </a:lnTo>
                <a:lnTo>
                  <a:pt x="1144703" y="121897"/>
                </a:lnTo>
                <a:lnTo>
                  <a:pt x="1161272" y="121897"/>
                </a:lnTo>
                <a:lnTo>
                  <a:pt x="1199988" y="121897"/>
                </a:lnTo>
                <a:lnTo>
                  <a:pt x="1199988" y="108879"/>
                </a:lnTo>
                <a:lnTo>
                  <a:pt x="1161272" y="108879"/>
                </a:lnTo>
                <a:lnTo>
                  <a:pt x="1161272" y="68641"/>
                </a:lnTo>
                <a:lnTo>
                  <a:pt x="1161275" y="68191"/>
                </a:lnTo>
                <a:lnTo>
                  <a:pt x="1161285" y="67743"/>
                </a:lnTo>
                <a:lnTo>
                  <a:pt x="1161301" y="67297"/>
                </a:lnTo>
                <a:lnTo>
                  <a:pt x="1161324" y="66852"/>
                </a:lnTo>
                <a:close/>
                <a:moveTo>
                  <a:pt x="967810" y="123412"/>
                </a:moveTo>
                <a:lnTo>
                  <a:pt x="968720" y="123334"/>
                </a:lnTo>
                <a:lnTo>
                  <a:pt x="969620" y="123243"/>
                </a:lnTo>
                <a:lnTo>
                  <a:pt x="970509" y="123137"/>
                </a:lnTo>
                <a:lnTo>
                  <a:pt x="971386" y="123017"/>
                </a:lnTo>
                <a:lnTo>
                  <a:pt x="972252" y="122884"/>
                </a:lnTo>
                <a:lnTo>
                  <a:pt x="973107" y="122736"/>
                </a:lnTo>
                <a:lnTo>
                  <a:pt x="973951" y="122574"/>
                </a:lnTo>
                <a:lnTo>
                  <a:pt x="974784" y="122398"/>
                </a:lnTo>
                <a:lnTo>
                  <a:pt x="975605" y="122207"/>
                </a:lnTo>
                <a:lnTo>
                  <a:pt x="976416" y="122003"/>
                </a:lnTo>
                <a:lnTo>
                  <a:pt x="977215" y="121785"/>
                </a:lnTo>
                <a:lnTo>
                  <a:pt x="978003" y="121552"/>
                </a:lnTo>
                <a:lnTo>
                  <a:pt x="978780" y="121306"/>
                </a:lnTo>
                <a:lnTo>
                  <a:pt x="979546" y="121045"/>
                </a:lnTo>
                <a:lnTo>
                  <a:pt x="980300" y="120770"/>
                </a:lnTo>
                <a:lnTo>
                  <a:pt x="981044" y="120481"/>
                </a:lnTo>
                <a:lnTo>
                  <a:pt x="981776" y="120179"/>
                </a:lnTo>
                <a:lnTo>
                  <a:pt x="982497" y="119862"/>
                </a:lnTo>
                <a:lnTo>
                  <a:pt x="983207" y="119530"/>
                </a:lnTo>
                <a:lnTo>
                  <a:pt x="983919" y="119186"/>
                </a:lnTo>
                <a:lnTo>
                  <a:pt x="984617" y="118831"/>
                </a:lnTo>
                <a:lnTo>
                  <a:pt x="985302" y="118463"/>
                </a:lnTo>
                <a:lnTo>
                  <a:pt x="985973" y="118084"/>
                </a:lnTo>
                <a:lnTo>
                  <a:pt x="986631" y="117693"/>
                </a:lnTo>
                <a:lnTo>
                  <a:pt x="987276" y="117290"/>
                </a:lnTo>
                <a:lnTo>
                  <a:pt x="987906" y="116876"/>
                </a:lnTo>
                <a:lnTo>
                  <a:pt x="988524" y="116450"/>
                </a:lnTo>
                <a:lnTo>
                  <a:pt x="989127" y="116012"/>
                </a:lnTo>
                <a:lnTo>
                  <a:pt x="989718" y="115562"/>
                </a:lnTo>
                <a:lnTo>
                  <a:pt x="990294" y="115101"/>
                </a:lnTo>
                <a:lnTo>
                  <a:pt x="990858" y="114628"/>
                </a:lnTo>
                <a:lnTo>
                  <a:pt x="991407" y="114143"/>
                </a:lnTo>
                <a:lnTo>
                  <a:pt x="991944" y="113646"/>
                </a:lnTo>
                <a:lnTo>
                  <a:pt x="992466" y="113138"/>
                </a:lnTo>
                <a:lnTo>
                  <a:pt x="992976" y="112618"/>
                </a:lnTo>
                <a:lnTo>
                  <a:pt x="993471" y="112086"/>
                </a:lnTo>
                <a:lnTo>
                  <a:pt x="993954" y="111542"/>
                </a:lnTo>
                <a:lnTo>
                  <a:pt x="994422" y="110987"/>
                </a:lnTo>
                <a:lnTo>
                  <a:pt x="994878" y="110420"/>
                </a:lnTo>
                <a:lnTo>
                  <a:pt x="995319" y="109841"/>
                </a:lnTo>
                <a:lnTo>
                  <a:pt x="995748" y="109250"/>
                </a:lnTo>
                <a:lnTo>
                  <a:pt x="996162" y="108648"/>
                </a:lnTo>
                <a:lnTo>
                  <a:pt x="996564" y="108034"/>
                </a:lnTo>
                <a:lnTo>
                  <a:pt x="996964" y="107395"/>
                </a:lnTo>
                <a:lnTo>
                  <a:pt x="997347" y="106747"/>
                </a:lnTo>
                <a:lnTo>
                  <a:pt x="997713" y="106090"/>
                </a:lnTo>
                <a:lnTo>
                  <a:pt x="998062" y="105423"/>
                </a:lnTo>
                <a:lnTo>
                  <a:pt x="998394" y="104746"/>
                </a:lnTo>
                <a:lnTo>
                  <a:pt x="998709" y="104061"/>
                </a:lnTo>
                <a:lnTo>
                  <a:pt x="999007" y="103366"/>
                </a:lnTo>
                <a:lnTo>
                  <a:pt x="999287" y="102661"/>
                </a:lnTo>
                <a:lnTo>
                  <a:pt x="999551" y="101947"/>
                </a:lnTo>
                <a:lnTo>
                  <a:pt x="999798" y="101224"/>
                </a:lnTo>
                <a:lnTo>
                  <a:pt x="1000028" y="100492"/>
                </a:lnTo>
                <a:lnTo>
                  <a:pt x="1000241" y="99750"/>
                </a:lnTo>
                <a:lnTo>
                  <a:pt x="1000437" y="98998"/>
                </a:lnTo>
                <a:lnTo>
                  <a:pt x="1000615" y="98237"/>
                </a:lnTo>
                <a:lnTo>
                  <a:pt x="1000777" y="97467"/>
                </a:lnTo>
                <a:lnTo>
                  <a:pt x="1000922" y="96688"/>
                </a:lnTo>
                <a:lnTo>
                  <a:pt x="1001049" y="95899"/>
                </a:lnTo>
                <a:lnTo>
                  <a:pt x="1001160" y="95100"/>
                </a:lnTo>
                <a:lnTo>
                  <a:pt x="1001254" y="94293"/>
                </a:lnTo>
                <a:lnTo>
                  <a:pt x="1001330" y="93475"/>
                </a:lnTo>
                <a:lnTo>
                  <a:pt x="1001390" y="92649"/>
                </a:lnTo>
                <a:lnTo>
                  <a:pt x="1001433" y="91813"/>
                </a:lnTo>
                <a:lnTo>
                  <a:pt x="1001458" y="90968"/>
                </a:lnTo>
                <a:lnTo>
                  <a:pt x="1001467" y="90113"/>
                </a:lnTo>
                <a:lnTo>
                  <a:pt x="985574" y="90113"/>
                </a:lnTo>
                <a:lnTo>
                  <a:pt x="985564" y="91019"/>
                </a:lnTo>
                <a:lnTo>
                  <a:pt x="985534" y="91904"/>
                </a:lnTo>
                <a:lnTo>
                  <a:pt x="985484" y="92770"/>
                </a:lnTo>
                <a:lnTo>
                  <a:pt x="985415" y="93616"/>
                </a:lnTo>
                <a:lnTo>
                  <a:pt x="985325" y="94442"/>
                </a:lnTo>
                <a:lnTo>
                  <a:pt x="985215" y="95248"/>
                </a:lnTo>
                <a:lnTo>
                  <a:pt x="985085" y="96034"/>
                </a:lnTo>
                <a:lnTo>
                  <a:pt x="984936" y="96800"/>
                </a:lnTo>
                <a:lnTo>
                  <a:pt x="984766" y="97546"/>
                </a:lnTo>
                <a:lnTo>
                  <a:pt x="984576" y="98273"/>
                </a:lnTo>
                <a:lnTo>
                  <a:pt x="984367" y="98979"/>
                </a:lnTo>
                <a:lnTo>
                  <a:pt x="984137" y="99665"/>
                </a:lnTo>
                <a:lnTo>
                  <a:pt x="983888" y="100331"/>
                </a:lnTo>
                <a:lnTo>
                  <a:pt x="983618" y="100978"/>
                </a:lnTo>
                <a:lnTo>
                  <a:pt x="983329" y="101604"/>
                </a:lnTo>
                <a:lnTo>
                  <a:pt x="983019" y="102210"/>
                </a:lnTo>
                <a:lnTo>
                  <a:pt x="982690" y="102797"/>
                </a:lnTo>
                <a:lnTo>
                  <a:pt x="982341" y="103363"/>
                </a:lnTo>
                <a:lnTo>
                  <a:pt x="981972" y="103910"/>
                </a:lnTo>
                <a:lnTo>
                  <a:pt x="981582" y="104437"/>
                </a:lnTo>
                <a:lnTo>
                  <a:pt x="981173" y="104943"/>
                </a:lnTo>
                <a:lnTo>
                  <a:pt x="980744" y="105430"/>
                </a:lnTo>
                <a:lnTo>
                  <a:pt x="980295" y="105896"/>
                </a:lnTo>
                <a:lnTo>
                  <a:pt x="979826" y="106343"/>
                </a:lnTo>
                <a:lnTo>
                  <a:pt x="979352" y="106771"/>
                </a:lnTo>
                <a:lnTo>
                  <a:pt x="978860" y="107180"/>
                </a:lnTo>
                <a:lnTo>
                  <a:pt x="978349" y="107572"/>
                </a:lnTo>
                <a:lnTo>
                  <a:pt x="977821" y="107945"/>
                </a:lnTo>
                <a:lnTo>
                  <a:pt x="977274" y="108300"/>
                </a:lnTo>
                <a:lnTo>
                  <a:pt x="976709" y="108636"/>
                </a:lnTo>
                <a:lnTo>
                  <a:pt x="976126" y="108955"/>
                </a:lnTo>
                <a:lnTo>
                  <a:pt x="975524" y="109255"/>
                </a:lnTo>
                <a:lnTo>
                  <a:pt x="974905" y="109537"/>
                </a:lnTo>
                <a:lnTo>
                  <a:pt x="974267" y="109801"/>
                </a:lnTo>
                <a:lnTo>
                  <a:pt x="973611" y="110047"/>
                </a:lnTo>
                <a:lnTo>
                  <a:pt x="972937" y="110274"/>
                </a:lnTo>
                <a:lnTo>
                  <a:pt x="972244" y="110483"/>
                </a:lnTo>
                <a:lnTo>
                  <a:pt x="971533" y="110674"/>
                </a:lnTo>
                <a:lnTo>
                  <a:pt x="970805" y="110847"/>
                </a:lnTo>
                <a:lnTo>
                  <a:pt x="970058" y="111002"/>
                </a:lnTo>
                <a:lnTo>
                  <a:pt x="969292" y="111138"/>
                </a:lnTo>
                <a:lnTo>
                  <a:pt x="968509" y="111257"/>
                </a:lnTo>
                <a:lnTo>
                  <a:pt x="967707" y="111357"/>
                </a:lnTo>
                <a:lnTo>
                  <a:pt x="966888" y="111439"/>
                </a:lnTo>
                <a:lnTo>
                  <a:pt x="966050" y="111502"/>
                </a:lnTo>
                <a:lnTo>
                  <a:pt x="965193" y="111548"/>
                </a:lnTo>
                <a:lnTo>
                  <a:pt x="964319" y="111575"/>
                </a:lnTo>
                <a:lnTo>
                  <a:pt x="963426" y="111584"/>
                </a:lnTo>
                <a:lnTo>
                  <a:pt x="962615" y="111572"/>
                </a:lnTo>
                <a:lnTo>
                  <a:pt x="961816" y="111536"/>
                </a:lnTo>
                <a:lnTo>
                  <a:pt x="961028" y="111476"/>
                </a:lnTo>
                <a:lnTo>
                  <a:pt x="960252" y="111392"/>
                </a:lnTo>
                <a:lnTo>
                  <a:pt x="959487" y="111283"/>
                </a:lnTo>
                <a:lnTo>
                  <a:pt x="958735" y="111151"/>
                </a:lnTo>
                <a:lnTo>
                  <a:pt x="957994" y="110995"/>
                </a:lnTo>
                <a:lnTo>
                  <a:pt x="957265" y="110814"/>
                </a:lnTo>
                <a:lnTo>
                  <a:pt x="956548" y="110610"/>
                </a:lnTo>
                <a:lnTo>
                  <a:pt x="955842" y="110381"/>
                </a:lnTo>
                <a:lnTo>
                  <a:pt x="955148" y="110128"/>
                </a:lnTo>
                <a:lnTo>
                  <a:pt x="954466" y="109851"/>
                </a:lnTo>
                <a:lnTo>
                  <a:pt x="953796" y="109551"/>
                </a:lnTo>
                <a:lnTo>
                  <a:pt x="953137" y="109226"/>
                </a:lnTo>
                <a:lnTo>
                  <a:pt x="952490" y="108877"/>
                </a:lnTo>
                <a:lnTo>
                  <a:pt x="951855" y="108504"/>
                </a:lnTo>
                <a:lnTo>
                  <a:pt x="951231" y="108106"/>
                </a:lnTo>
                <a:lnTo>
                  <a:pt x="950620" y="107685"/>
                </a:lnTo>
                <a:lnTo>
                  <a:pt x="950020" y="107240"/>
                </a:lnTo>
                <a:lnTo>
                  <a:pt x="949431" y="106771"/>
                </a:lnTo>
                <a:lnTo>
                  <a:pt x="948855" y="106277"/>
                </a:lnTo>
                <a:lnTo>
                  <a:pt x="948290" y="105760"/>
                </a:lnTo>
                <a:lnTo>
                  <a:pt x="947737" y="105218"/>
                </a:lnTo>
                <a:lnTo>
                  <a:pt x="947196" y="104653"/>
                </a:lnTo>
                <a:lnTo>
                  <a:pt x="946672" y="104064"/>
                </a:lnTo>
                <a:lnTo>
                  <a:pt x="946170" y="103453"/>
                </a:lnTo>
                <a:lnTo>
                  <a:pt x="945690" y="102819"/>
                </a:lnTo>
                <a:lnTo>
                  <a:pt x="945233" y="102164"/>
                </a:lnTo>
                <a:lnTo>
                  <a:pt x="944798" y="101485"/>
                </a:lnTo>
                <a:lnTo>
                  <a:pt x="944385" y="100785"/>
                </a:lnTo>
                <a:lnTo>
                  <a:pt x="943995" y="100063"/>
                </a:lnTo>
                <a:lnTo>
                  <a:pt x="943627" y="99318"/>
                </a:lnTo>
                <a:lnTo>
                  <a:pt x="943281" y="98550"/>
                </a:lnTo>
                <a:lnTo>
                  <a:pt x="942958" y="97761"/>
                </a:lnTo>
                <a:lnTo>
                  <a:pt x="942656" y="96949"/>
                </a:lnTo>
                <a:lnTo>
                  <a:pt x="942378" y="96115"/>
                </a:lnTo>
                <a:lnTo>
                  <a:pt x="942121" y="95258"/>
                </a:lnTo>
                <a:lnTo>
                  <a:pt x="941887" y="94379"/>
                </a:lnTo>
                <a:lnTo>
                  <a:pt x="941675" y="93478"/>
                </a:lnTo>
                <a:lnTo>
                  <a:pt x="941485" y="92555"/>
                </a:lnTo>
                <a:lnTo>
                  <a:pt x="941318" y="91609"/>
                </a:lnTo>
                <a:lnTo>
                  <a:pt x="941173" y="90641"/>
                </a:lnTo>
                <a:lnTo>
                  <a:pt x="941050" y="89651"/>
                </a:lnTo>
                <a:lnTo>
                  <a:pt x="940950" y="88638"/>
                </a:lnTo>
                <a:lnTo>
                  <a:pt x="940872" y="87603"/>
                </a:lnTo>
                <a:lnTo>
                  <a:pt x="940816" y="86546"/>
                </a:lnTo>
                <a:lnTo>
                  <a:pt x="940783" y="85466"/>
                </a:lnTo>
                <a:lnTo>
                  <a:pt x="940771" y="84365"/>
                </a:lnTo>
                <a:lnTo>
                  <a:pt x="940771" y="81490"/>
                </a:lnTo>
                <a:lnTo>
                  <a:pt x="1001467" y="81490"/>
                </a:lnTo>
                <a:lnTo>
                  <a:pt x="1001467" y="69994"/>
                </a:lnTo>
                <a:lnTo>
                  <a:pt x="1001458" y="69124"/>
                </a:lnTo>
                <a:lnTo>
                  <a:pt x="1001434" y="68263"/>
                </a:lnTo>
                <a:lnTo>
                  <a:pt x="1001393" y="67410"/>
                </a:lnTo>
                <a:lnTo>
                  <a:pt x="1001335" y="66565"/>
                </a:lnTo>
                <a:lnTo>
                  <a:pt x="1001261" y="65729"/>
                </a:lnTo>
                <a:lnTo>
                  <a:pt x="1001171" y="64901"/>
                </a:lnTo>
                <a:lnTo>
                  <a:pt x="1001064" y="64081"/>
                </a:lnTo>
                <a:lnTo>
                  <a:pt x="1000941" y="63269"/>
                </a:lnTo>
                <a:lnTo>
                  <a:pt x="1000801" y="62465"/>
                </a:lnTo>
                <a:lnTo>
                  <a:pt x="1000645" y="61670"/>
                </a:lnTo>
                <a:lnTo>
                  <a:pt x="1000472" y="60882"/>
                </a:lnTo>
                <a:lnTo>
                  <a:pt x="1000283" y="60103"/>
                </a:lnTo>
                <a:lnTo>
                  <a:pt x="1000078" y="59333"/>
                </a:lnTo>
                <a:lnTo>
                  <a:pt x="999856" y="58570"/>
                </a:lnTo>
                <a:lnTo>
                  <a:pt x="999617" y="57816"/>
                </a:lnTo>
                <a:lnTo>
                  <a:pt x="999363" y="57070"/>
                </a:lnTo>
                <a:lnTo>
                  <a:pt x="999091" y="56332"/>
                </a:lnTo>
                <a:lnTo>
                  <a:pt x="998804" y="55602"/>
                </a:lnTo>
                <a:lnTo>
                  <a:pt x="998500" y="54880"/>
                </a:lnTo>
                <a:lnTo>
                  <a:pt x="998179" y="54167"/>
                </a:lnTo>
                <a:lnTo>
                  <a:pt x="997842" y="53462"/>
                </a:lnTo>
                <a:lnTo>
                  <a:pt x="997489" y="52765"/>
                </a:lnTo>
                <a:lnTo>
                  <a:pt x="997119" y="52077"/>
                </a:lnTo>
                <a:lnTo>
                  <a:pt x="996733" y="51396"/>
                </a:lnTo>
                <a:lnTo>
                  <a:pt x="996346" y="50726"/>
                </a:lnTo>
                <a:lnTo>
                  <a:pt x="995945" y="50067"/>
                </a:lnTo>
                <a:lnTo>
                  <a:pt x="995531" y="49420"/>
                </a:lnTo>
                <a:lnTo>
                  <a:pt x="995103" y="48785"/>
                </a:lnTo>
                <a:lnTo>
                  <a:pt x="994662" y="48162"/>
                </a:lnTo>
                <a:lnTo>
                  <a:pt x="994207" y="47550"/>
                </a:lnTo>
                <a:lnTo>
                  <a:pt x="993739" y="46950"/>
                </a:lnTo>
                <a:lnTo>
                  <a:pt x="993257" y="46362"/>
                </a:lnTo>
                <a:lnTo>
                  <a:pt x="992762" y="45785"/>
                </a:lnTo>
                <a:lnTo>
                  <a:pt x="992254" y="45221"/>
                </a:lnTo>
                <a:lnTo>
                  <a:pt x="991731" y="44668"/>
                </a:lnTo>
                <a:lnTo>
                  <a:pt x="991196" y="44127"/>
                </a:lnTo>
                <a:lnTo>
                  <a:pt x="990647" y="43597"/>
                </a:lnTo>
                <a:lnTo>
                  <a:pt x="990084" y="43079"/>
                </a:lnTo>
                <a:lnTo>
                  <a:pt x="989508" y="42573"/>
                </a:lnTo>
                <a:lnTo>
                  <a:pt x="988918" y="42079"/>
                </a:lnTo>
                <a:lnTo>
                  <a:pt x="988315" y="41596"/>
                </a:lnTo>
                <a:lnTo>
                  <a:pt x="987698" y="41126"/>
                </a:lnTo>
                <a:lnTo>
                  <a:pt x="987068" y="40667"/>
                </a:lnTo>
                <a:lnTo>
                  <a:pt x="986424" y="40219"/>
                </a:lnTo>
                <a:lnTo>
                  <a:pt x="985767" y="39784"/>
                </a:lnTo>
                <a:lnTo>
                  <a:pt x="985096" y="39360"/>
                </a:lnTo>
                <a:lnTo>
                  <a:pt x="984412" y="38948"/>
                </a:lnTo>
                <a:lnTo>
                  <a:pt x="983715" y="38547"/>
                </a:lnTo>
                <a:lnTo>
                  <a:pt x="983018" y="38161"/>
                </a:lnTo>
                <a:lnTo>
                  <a:pt x="982310" y="37791"/>
                </a:lnTo>
                <a:lnTo>
                  <a:pt x="981591" y="37438"/>
                </a:lnTo>
                <a:lnTo>
                  <a:pt x="980859" y="37101"/>
                </a:lnTo>
                <a:lnTo>
                  <a:pt x="980116" y="36780"/>
                </a:lnTo>
                <a:lnTo>
                  <a:pt x="979361" y="36476"/>
                </a:lnTo>
                <a:lnTo>
                  <a:pt x="978594" y="36189"/>
                </a:lnTo>
                <a:lnTo>
                  <a:pt x="977816" y="35917"/>
                </a:lnTo>
                <a:lnTo>
                  <a:pt x="977026" y="35663"/>
                </a:lnTo>
                <a:lnTo>
                  <a:pt x="976224" y="35424"/>
                </a:lnTo>
                <a:lnTo>
                  <a:pt x="975410" y="35202"/>
                </a:lnTo>
                <a:lnTo>
                  <a:pt x="974585" y="34997"/>
                </a:lnTo>
                <a:lnTo>
                  <a:pt x="973748" y="34808"/>
                </a:lnTo>
                <a:lnTo>
                  <a:pt x="972899" y="34635"/>
                </a:lnTo>
                <a:lnTo>
                  <a:pt x="972038" y="34479"/>
                </a:lnTo>
                <a:lnTo>
                  <a:pt x="971166" y="34339"/>
                </a:lnTo>
                <a:lnTo>
                  <a:pt x="970282" y="34216"/>
                </a:lnTo>
                <a:lnTo>
                  <a:pt x="969386" y="34109"/>
                </a:lnTo>
                <a:lnTo>
                  <a:pt x="968479" y="34019"/>
                </a:lnTo>
                <a:lnTo>
                  <a:pt x="967559" y="33945"/>
                </a:lnTo>
                <a:lnTo>
                  <a:pt x="966628" y="33887"/>
                </a:lnTo>
                <a:lnTo>
                  <a:pt x="965685" y="33846"/>
                </a:lnTo>
                <a:lnTo>
                  <a:pt x="964731" y="33822"/>
                </a:lnTo>
                <a:lnTo>
                  <a:pt x="963765" y="33813"/>
                </a:lnTo>
                <a:lnTo>
                  <a:pt x="962728" y="33823"/>
                </a:lnTo>
                <a:lnTo>
                  <a:pt x="961703" y="33851"/>
                </a:lnTo>
                <a:lnTo>
                  <a:pt x="960690" y="33898"/>
                </a:lnTo>
                <a:lnTo>
                  <a:pt x="959688" y="33964"/>
                </a:lnTo>
                <a:lnTo>
                  <a:pt x="958698" y="34048"/>
                </a:lnTo>
                <a:lnTo>
                  <a:pt x="957720" y="34152"/>
                </a:lnTo>
                <a:lnTo>
                  <a:pt x="956754" y="34274"/>
                </a:lnTo>
                <a:lnTo>
                  <a:pt x="955800" y="34415"/>
                </a:lnTo>
                <a:lnTo>
                  <a:pt x="954857" y="34574"/>
                </a:lnTo>
                <a:lnTo>
                  <a:pt x="953926" y="34753"/>
                </a:lnTo>
                <a:lnTo>
                  <a:pt x="953007" y="34950"/>
                </a:lnTo>
                <a:lnTo>
                  <a:pt x="952099" y="35166"/>
                </a:lnTo>
                <a:lnTo>
                  <a:pt x="951203" y="35401"/>
                </a:lnTo>
                <a:lnTo>
                  <a:pt x="950319" y="35654"/>
                </a:lnTo>
                <a:lnTo>
                  <a:pt x="949447" y="35927"/>
                </a:lnTo>
                <a:lnTo>
                  <a:pt x="948586" y="36218"/>
                </a:lnTo>
                <a:lnTo>
                  <a:pt x="947737" y="36528"/>
                </a:lnTo>
                <a:lnTo>
                  <a:pt x="946900" y="36857"/>
                </a:lnTo>
                <a:lnTo>
                  <a:pt x="946075" y="37204"/>
                </a:lnTo>
                <a:lnTo>
                  <a:pt x="945261" y="37570"/>
                </a:lnTo>
                <a:lnTo>
                  <a:pt x="944459" y="37956"/>
                </a:lnTo>
                <a:lnTo>
                  <a:pt x="943669" y="38359"/>
                </a:lnTo>
                <a:lnTo>
                  <a:pt x="942891" y="38782"/>
                </a:lnTo>
                <a:lnTo>
                  <a:pt x="942124" y="39224"/>
                </a:lnTo>
                <a:lnTo>
                  <a:pt x="941371" y="39668"/>
                </a:lnTo>
                <a:lnTo>
                  <a:pt x="940632" y="40128"/>
                </a:lnTo>
                <a:lnTo>
                  <a:pt x="939908" y="40603"/>
                </a:lnTo>
                <a:lnTo>
                  <a:pt x="939198" y="41093"/>
                </a:lnTo>
                <a:lnTo>
                  <a:pt x="938503" y="41598"/>
                </a:lnTo>
                <a:lnTo>
                  <a:pt x="937823" y="42119"/>
                </a:lnTo>
                <a:lnTo>
                  <a:pt x="937158" y="42655"/>
                </a:lnTo>
                <a:lnTo>
                  <a:pt x="936507" y="43206"/>
                </a:lnTo>
                <a:lnTo>
                  <a:pt x="935871" y="43773"/>
                </a:lnTo>
                <a:lnTo>
                  <a:pt x="935250" y="44354"/>
                </a:lnTo>
                <a:lnTo>
                  <a:pt x="934643" y="44951"/>
                </a:lnTo>
                <a:lnTo>
                  <a:pt x="934051" y="45564"/>
                </a:lnTo>
                <a:lnTo>
                  <a:pt x="933474" y="46191"/>
                </a:lnTo>
                <a:lnTo>
                  <a:pt x="932911" y="46834"/>
                </a:lnTo>
                <a:lnTo>
                  <a:pt x="932363" y="47492"/>
                </a:lnTo>
                <a:lnTo>
                  <a:pt x="931830" y="48165"/>
                </a:lnTo>
                <a:lnTo>
                  <a:pt x="931311" y="48854"/>
                </a:lnTo>
                <a:lnTo>
                  <a:pt x="930807" y="49558"/>
                </a:lnTo>
                <a:lnTo>
                  <a:pt x="930318" y="50277"/>
                </a:lnTo>
                <a:lnTo>
                  <a:pt x="929843" y="51011"/>
                </a:lnTo>
                <a:lnTo>
                  <a:pt x="929383" y="51761"/>
                </a:lnTo>
                <a:lnTo>
                  <a:pt x="928938" y="52526"/>
                </a:lnTo>
                <a:lnTo>
                  <a:pt x="928507" y="53306"/>
                </a:lnTo>
                <a:lnTo>
                  <a:pt x="928091" y="54101"/>
                </a:lnTo>
                <a:lnTo>
                  <a:pt x="927691" y="54911"/>
                </a:lnTo>
                <a:lnTo>
                  <a:pt x="927308" y="55732"/>
                </a:lnTo>
                <a:lnTo>
                  <a:pt x="926942" y="56566"/>
                </a:lnTo>
                <a:lnTo>
                  <a:pt x="926593" y="57412"/>
                </a:lnTo>
                <a:lnTo>
                  <a:pt x="926261" y="58271"/>
                </a:lnTo>
                <a:lnTo>
                  <a:pt x="925946" y="59142"/>
                </a:lnTo>
                <a:lnTo>
                  <a:pt x="925648" y="60025"/>
                </a:lnTo>
                <a:lnTo>
                  <a:pt x="925368" y="60921"/>
                </a:lnTo>
                <a:lnTo>
                  <a:pt x="925104" y="61828"/>
                </a:lnTo>
                <a:lnTo>
                  <a:pt x="924857" y="62749"/>
                </a:lnTo>
                <a:lnTo>
                  <a:pt x="924627" y="63681"/>
                </a:lnTo>
                <a:lnTo>
                  <a:pt x="924414" y="64626"/>
                </a:lnTo>
                <a:lnTo>
                  <a:pt x="924218" y="65583"/>
                </a:lnTo>
                <a:lnTo>
                  <a:pt x="924040" y="66553"/>
                </a:lnTo>
                <a:lnTo>
                  <a:pt x="923878" y="67534"/>
                </a:lnTo>
                <a:lnTo>
                  <a:pt x="923733" y="68529"/>
                </a:lnTo>
                <a:lnTo>
                  <a:pt x="923606" y="69535"/>
                </a:lnTo>
                <a:lnTo>
                  <a:pt x="923495" y="70554"/>
                </a:lnTo>
                <a:lnTo>
                  <a:pt x="923401" y="71585"/>
                </a:lnTo>
                <a:lnTo>
                  <a:pt x="923325" y="72628"/>
                </a:lnTo>
                <a:lnTo>
                  <a:pt x="923265" y="73684"/>
                </a:lnTo>
                <a:lnTo>
                  <a:pt x="923223" y="74752"/>
                </a:lnTo>
                <a:lnTo>
                  <a:pt x="923197" y="75833"/>
                </a:lnTo>
                <a:lnTo>
                  <a:pt x="923188" y="76926"/>
                </a:lnTo>
                <a:lnTo>
                  <a:pt x="923188" y="80476"/>
                </a:lnTo>
                <a:lnTo>
                  <a:pt x="923196" y="81528"/>
                </a:lnTo>
                <a:lnTo>
                  <a:pt x="923218" y="82569"/>
                </a:lnTo>
                <a:lnTo>
                  <a:pt x="923255" y="83601"/>
                </a:lnTo>
                <a:lnTo>
                  <a:pt x="923306" y="84623"/>
                </a:lnTo>
                <a:lnTo>
                  <a:pt x="923372" y="85635"/>
                </a:lnTo>
                <a:lnTo>
                  <a:pt x="923453" y="86636"/>
                </a:lnTo>
                <a:lnTo>
                  <a:pt x="923548" y="87628"/>
                </a:lnTo>
                <a:lnTo>
                  <a:pt x="923658" y="88610"/>
                </a:lnTo>
                <a:lnTo>
                  <a:pt x="923783" y="89582"/>
                </a:lnTo>
                <a:lnTo>
                  <a:pt x="923922" y="90544"/>
                </a:lnTo>
                <a:lnTo>
                  <a:pt x="924076" y="91496"/>
                </a:lnTo>
                <a:lnTo>
                  <a:pt x="924245" y="92437"/>
                </a:lnTo>
                <a:lnTo>
                  <a:pt x="924429" y="93369"/>
                </a:lnTo>
                <a:lnTo>
                  <a:pt x="924627" y="94291"/>
                </a:lnTo>
                <a:lnTo>
                  <a:pt x="924840" y="95203"/>
                </a:lnTo>
                <a:lnTo>
                  <a:pt x="925067" y="96105"/>
                </a:lnTo>
                <a:lnTo>
                  <a:pt x="925309" y="96997"/>
                </a:lnTo>
                <a:lnTo>
                  <a:pt x="925566" y="97879"/>
                </a:lnTo>
                <a:lnTo>
                  <a:pt x="925838" y="98751"/>
                </a:lnTo>
                <a:lnTo>
                  <a:pt x="926124" y="99613"/>
                </a:lnTo>
                <a:lnTo>
                  <a:pt x="926425" y="100466"/>
                </a:lnTo>
                <a:lnTo>
                  <a:pt x="926740" y="101308"/>
                </a:lnTo>
                <a:lnTo>
                  <a:pt x="927070" y="102140"/>
                </a:lnTo>
                <a:lnTo>
                  <a:pt x="927415" y="102962"/>
                </a:lnTo>
                <a:lnTo>
                  <a:pt x="927789" y="103771"/>
                </a:lnTo>
                <a:lnTo>
                  <a:pt x="928178" y="104566"/>
                </a:lnTo>
                <a:lnTo>
                  <a:pt x="928583" y="105345"/>
                </a:lnTo>
                <a:lnTo>
                  <a:pt x="929003" y="106108"/>
                </a:lnTo>
                <a:lnTo>
                  <a:pt x="929438" y="106857"/>
                </a:lnTo>
                <a:lnTo>
                  <a:pt x="929888" y="107590"/>
                </a:lnTo>
                <a:lnTo>
                  <a:pt x="930353" y="108308"/>
                </a:lnTo>
                <a:lnTo>
                  <a:pt x="930834" y="109011"/>
                </a:lnTo>
                <a:lnTo>
                  <a:pt x="931330" y="109698"/>
                </a:lnTo>
                <a:lnTo>
                  <a:pt x="931841" y="110370"/>
                </a:lnTo>
                <a:lnTo>
                  <a:pt x="932368" y="111027"/>
                </a:lnTo>
                <a:lnTo>
                  <a:pt x="932910" y="111669"/>
                </a:lnTo>
                <a:lnTo>
                  <a:pt x="933467" y="112295"/>
                </a:lnTo>
                <a:lnTo>
                  <a:pt x="934039" y="112906"/>
                </a:lnTo>
                <a:lnTo>
                  <a:pt x="934627" y="113502"/>
                </a:lnTo>
                <a:lnTo>
                  <a:pt x="935230" y="114083"/>
                </a:lnTo>
                <a:lnTo>
                  <a:pt x="935848" y="114648"/>
                </a:lnTo>
                <a:lnTo>
                  <a:pt x="936481" y="115198"/>
                </a:lnTo>
                <a:lnTo>
                  <a:pt x="937130" y="115733"/>
                </a:lnTo>
                <a:lnTo>
                  <a:pt x="937794" y="116252"/>
                </a:lnTo>
                <a:lnTo>
                  <a:pt x="938473" y="116757"/>
                </a:lnTo>
                <a:lnTo>
                  <a:pt x="939168" y="117246"/>
                </a:lnTo>
                <a:lnTo>
                  <a:pt x="939877" y="117719"/>
                </a:lnTo>
                <a:lnTo>
                  <a:pt x="940602" y="118178"/>
                </a:lnTo>
                <a:lnTo>
                  <a:pt x="941357" y="118619"/>
                </a:lnTo>
                <a:lnTo>
                  <a:pt x="942128" y="119042"/>
                </a:lnTo>
                <a:lnTo>
                  <a:pt x="942914" y="119446"/>
                </a:lnTo>
                <a:lnTo>
                  <a:pt x="943716" y="119831"/>
                </a:lnTo>
                <a:lnTo>
                  <a:pt x="944534" y="120197"/>
                </a:lnTo>
                <a:lnTo>
                  <a:pt x="945368" y="120545"/>
                </a:lnTo>
                <a:lnTo>
                  <a:pt x="946218" y="120874"/>
                </a:lnTo>
                <a:lnTo>
                  <a:pt x="947083" y="121184"/>
                </a:lnTo>
                <a:lnTo>
                  <a:pt x="947965" y="121475"/>
                </a:lnTo>
                <a:lnTo>
                  <a:pt x="948862" y="121747"/>
                </a:lnTo>
                <a:lnTo>
                  <a:pt x="949775" y="122001"/>
                </a:lnTo>
                <a:lnTo>
                  <a:pt x="950704" y="122236"/>
                </a:lnTo>
                <a:lnTo>
                  <a:pt x="951649" y="122452"/>
                </a:lnTo>
                <a:lnTo>
                  <a:pt x="952610" y="122649"/>
                </a:lnTo>
                <a:lnTo>
                  <a:pt x="953586" y="122827"/>
                </a:lnTo>
                <a:lnTo>
                  <a:pt x="954579" y="122987"/>
                </a:lnTo>
                <a:lnTo>
                  <a:pt x="955587" y="123128"/>
                </a:lnTo>
                <a:lnTo>
                  <a:pt x="956611" y="123250"/>
                </a:lnTo>
                <a:lnTo>
                  <a:pt x="957651" y="123353"/>
                </a:lnTo>
                <a:lnTo>
                  <a:pt x="958707" y="123438"/>
                </a:lnTo>
                <a:lnTo>
                  <a:pt x="959778" y="123504"/>
                </a:lnTo>
                <a:lnTo>
                  <a:pt x="960866" y="123551"/>
                </a:lnTo>
                <a:lnTo>
                  <a:pt x="961969" y="123579"/>
                </a:lnTo>
                <a:lnTo>
                  <a:pt x="963088" y="123588"/>
                </a:lnTo>
                <a:lnTo>
                  <a:pt x="964055" y="123581"/>
                </a:lnTo>
                <a:lnTo>
                  <a:pt x="965010" y="123560"/>
                </a:lnTo>
                <a:lnTo>
                  <a:pt x="965955" y="123525"/>
                </a:lnTo>
                <a:lnTo>
                  <a:pt x="966888" y="123475"/>
                </a:lnTo>
                <a:lnTo>
                  <a:pt x="967810" y="123412"/>
                </a:lnTo>
                <a:close/>
                <a:moveTo>
                  <a:pt x="941011" y="67749"/>
                </a:moveTo>
                <a:lnTo>
                  <a:pt x="941051" y="67275"/>
                </a:lnTo>
                <a:lnTo>
                  <a:pt x="941099" y="66803"/>
                </a:lnTo>
                <a:lnTo>
                  <a:pt x="941156" y="66331"/>
                </a:lnTo>
                <a:lnTo>
                  <a:pt x="941222" y="65861"/>
                </a:lnTo>
                <a:lnTo>
                  <a:pt x="941297" y="65392"/>
                </a:lnTo>
                <a:lnTo>
                  <a:pt x="941381" y="64924"/>
                </a:lnTo>
                <a:lnTo>
                  <a:pt x="941473" y="64457"/>
                </a:lnTo>
                <a:lnTo>
                  <a:pt x="941575" y="63992"/>
                </a:lnTo>
                <a:lnTo>
                  <a:pt x="941685" y="63528"/>
                </a:lnTo>
                <a:lnTo>
                  <a:pt x="941803" y="63064"/>
                </a:lnTo>
                <a:lnTo>
                  <a:pt x="941931" y="62602"/>
                </a:lnTo>
                <a:lnTo>
                  <a:pt x="942068" y="62142"/>
                </a:lnTo>
                <a:lnTo>
                  <a:pt x="942213" y="61682"/>
                </a:lnTo>
                <a:lnTo>
                  <a:pt x="942367" y="61223"/>
                </a:lnTo>
                <a:lnTo>
                  <a:pt x="942530" y="60766"/>
                </a:lnTo>
                <a:lnTo>
                  <a:pt x="942702" y="60310"/>
                </a:lnTo>
                <a:lnTo>
                  <a:pt x="942882" y="59855"/>
                </a:lnTo>
                <a:lnTo>
                  <a:pt x="943071" y="59401"/>
                </a:lnTo>
                <a:lnTo>
                  <a:pt x="943270" y="58949"/>
                </a:lnTo>
                <a:lnTo>
                  <a:pt x="943477" y="58497"/>
                </a:lnTo>
                <a:lnTo>
                  <a:pt x="943706" y="58036"/>
                </a:lnTo>
                <a:lnTo>
                  <a:pt x="943943" y="57581"/>
                </a:lnTo>
                <a:lnTo>
                  <a:pt x="944187" y="57134"/>
                </a:lnTo>
                <a:lnTo>
                  <a:pt x="944439" y="56694"/>
                </a:lnTo>
                <a:lnTo>
                  <a:pt x="944699" y="56261"/>
                </a:lnTo>
                <a:lnTo>
                  <a:pt x="944966" y="55834"/>
                </a:lnTo>
                <a:lnTo>
                  <a:pt x="945241" y="55415"/>
                </a:lnTo>
                <a:lnTo>
                  <a:pt x="945524" y="55003"/>
                </a:lnTo>
                <a:lnTo>
                  <a:pt x="945814" y="54598"/>
                </a:lnTo>
                <a:lnTo>
                  <a:pt x="946112" y="54200"/>
                </a:lnTo>
                <a:lnTo>
                  <a:pt x="946418" y="53809"/>
                </a:lnTo>
                <a:lnTo>
                  <a:pt x="946731" y="53425"/>
                </a:lnTo>
                <a:lnTo>
                  <a:pt x="947052" y="53048"/>
                </a:lnTo>
                <a:lnTo>
                  <a:pt x="947380" y="52679"/>
                </a:lnTo>
                <a:lnTo>
                  <a:pt x="947716" y="52316"/>
                </a:lnTo>
                <a:lnTo>
                  <a:pt x="948060" y="51960"/>
                </a:lnTo>
                <a:lnTo>
                  <a:pt x="948411" y="51611"/>
                </a:lnTo>
                <a:lnTo>
                  <a:pt x="948770" y="51270"/>
                </a:lnTo>
                <a:lnTo>
                  <a:pt x="949137" y="50935"/>
                </a:lnTo>
                <a:lnTo>
                  <a:pt x="949511" y="50607"/>
                </a:lnTo>
                <a:lnTo>
                  <a:pt x="949893" y="50287"/>
                </a:lnTo>
                <a:lnTo>
                  <a:pt x="950283" y="49973"/>
                </a:lnTo>
                <a:lnTo>
                  <a:pt x="950680" y="49667"/>
                </a:lnTo>
                <a:lnTo>
                  <a:pt x="951085" y="49368"/>
                </a:lnTo>
                <a:lnTo>
                  <a:pt x="951511" y="49078"/>
                </a:lnTo>
                <a:lnTo>
                  <a:pt x="951945" y="48801"/>
                </a:lnTo>
                <a:lnTo>
                  <a:pt x="952387" y="48535"/>
                </a:lnTo>
                <a:lnTo>
                  <a:pt x="952836" y="48283"/>
                </a:lnTo>
                <a:lnTo>
                  <a:pt x="953293" y="48042"/>
                </a:lnTo>
                <a:lnTo>
                  <a:pt x="953758" y="47814"/>
                </a:lnTo>
                <a:lnTo>
                  <a:pt x="954230" y="47599"/>
                </a:lnTo>
                <a:lnTo>
                  <a:pt x="954710" y="47395"/>
                </a:lnTo>
                <a:lnTo>
                  <a:pt x="955198" y="47204"/>
                </a:lnTo>
                <a:lnTo>
                  <a:pt x="955693" y="47025"/>
                </a:lnTo>
                <a:lnTo>
                  <a:pt x="956196" y="46859"/>
                </a:lnTo>
                <a:lnTo>
                  <a:pt x="956706" y="46705"/>
                </a:lnTo>
                <a:lnTo>
                  <a:pt x="957224" y="46563"/>
                </a:lnTo>
                <a:lnTo>
                  <a:pt x="957750" y="46434"/>
                </a:lnTo>
                <a:lnTo>
                  <a:pt x="958283" y="46316"/>
                </a:lnTo>
                <a:lnTo>
                  <a:pt x="958824" y="46212"/>
                </a:lnTo>
                <a:lnTo>
                  <a:pt x="959373" y="46119"/>
                </a:lnTo>
                <a:lnTo>
                  <a:pt x="959929" y="46039"/>
                </a:lnTo>
                <a:lnTo>
                  <a:pt x="960493" y="45971"/>
                </a:lnTo>
                <a:lnTo>
                  <a:pt x="961064" y="45916"/>
                </a:lnTo>
                <a:lnTo>
                  <a:pt x="961643" y="45873"/>
                </a:lnTo>
                <a:lnTo>
                  <a:pt x="962230" y="45842"/>
                </a:lnTo>
                <a:lnTo>
                  <a:pt x="962824" y="45823"/>
                </a:lnTo>
                <a:lnTo>
                  <a:pt x="963426" y="45817"/>
                </a:lnTo>
                <a:lnTo>
                  <a:pt x="963959" y="45822"/>
                </a:lnTo>
                <a:lnTo>
                  <a:pt x="964487" y="45837"/>
                </a:lnTo>
                <a:lnTo>
                  <a:pt x="965009" y="45862"/>
                </a:lnTo>
                <a:lnTo>
                  <a:pt x="965526" y="45897"/>
                </a:lnTo>
                <a:lnTo>
                  <a:pt x="966037" y="45942"/>
                </a:lnTo>
                <a:lnTo>
                  <a:pt x="966544" y="45997"/>
                </a:lnTo>
                <a:lnTo>
                  <a:pt x="967045" y="46062"/>
                </a:lnTo>
                <a:lnTo>
                  <a:pt x="967540" y="46137"/>
                </a:lnTo>
                <a:lnTo>
                  <a:pt x="968031" y="46221"/>
                </a:lnTo>
                <a:lnTo>
                  <a:pt x="968516" y="46316"/>
                </a:lnTo>
                <a:lnTo>
                  <a:pt x="968996" y="46421"/>
                </a:lnTo>
                <a:lnTo>
                  <a:pt x="969471" y="46536"/>
                </a:lnTo>
                <a:lnTo>
                  <a:pt x="969940" y="46660"/>
                </a:lnTo>
                <a:lnTo>
                  <a:pt x="970404" y="46795"/>
                </a:lnTo>
                <a:lnTo>
                  <a:pt x="970863" y="46940"/>
                </a:lnTo>
                <a:lnTo>
                  <a:pt x="971316" y="47095"/>
                </a:lnTo>
                <a:lnTo>
                  <a:pt x="971764" y="47259"/>
                </a:lnTo>
                <a:lnTo>
                  <a:pt x="972207" y="47434"/>
                </a:lnTo>
                <a:lnTo>
                  <a:pt x="972645" y="47619"/>
                </a:lnTo>
                <a:lnTo>
                  <a:pt x="973077" y="47813"/>
                </a:lnTo>
                <a:lnTo>
                  <a:pt x="973504" y="48018"/>
                </a:lnTo>
                <a:lnTo>
                  <a:pt x="973926" y="48232"/>
                </a:lnTo>
                <a:lnTo>
                  <a:pt x="974343" y="48457"/>
                </a:lnTo>
                <a:lnTo>
                  <a:pt x="974754" y="48691"/>
                </a:lnTo>
                <a:lnTo>
                  <a:pt x="975158" y="48935"/>
                </a:lnTo>
                <a:lnTo>
                  <a:pt x="975555" y="49186"/>
                </a:lnTo>
                <a:lnTo>
                  <a:pt x="975943" y="49444"/>
                </a:lnTo>
                <a:lnTo>
                  <a:pt x="976323" y="49710"/>
                </a:lnTo>
                <a:lnTo>
                  <a:pt x="976694" y="49984"/>
                </a:lnTo>
                <a:lnTo>
                  <a:pt x="977058" y="50266"/>
                </a:lnTo>
                <a:lnTo>
                  <a:pt x="977413" y="50555"/>
                </a:lnTo>
                <a:lnTo>
                  <a:pt x="977760" y="50852"/>
                </a:lnTo>
                <a:lnTo>
                  <a:pt x="978098" y="51156"/>
                </a:lnTo>
                <a:lnTo>
                  <a:pt x="978429" y="51468"/>
                </a:lnTo>
                <a:lnTo>
                  <a:pt x="978751" y="51788"/>
                </a:lnTo>
                <a:lnTo>
                  <a:pt x="979065" y="52115"/>
                </a:lnTo>
                <a:lnTo>
                  <a:pt x="979371" y="52450"/>
                </a:lnTo>
                <a:lnTo>
                  <a:pt x="979669" y="52792"/>
                </a:lnTo>
                <a:lnTo>
                  <a:pt x="979958" y="53143"/>
                </a:lnTo>
                <a:lnTo>
                  <a:pt x="980239" y="53500"/>
                </a:lnTo>
                <a:lnTo>
                  <a:pt x="980512" y="53866"/>
                </a:lnTo>
                <a:lnTo>
                  <a:pt x="980777" y="54239"/>
                </a:lnTo>
                <a:lnTo>
                  <a:pt x="981034" y="54620"/>
                </a:lnTo>
                <a:lnTo>
                  <a:pt x="981282" y="55008"/>
                </a:lnTo>
                <a:lnTo>
                  <a:pt x="981522" y="55404"/>
                </a:lnTo>
                <a:lnTo>
                  <a:pt x="981754" y="55807"/>
                </a:lnTo>
                <a:lnTo>
                  <a:pt x="981977" y="56219"/>
                </a:lnTo>
                <a:lnTo>
                  <a:pt x="982193" y="56637"/>
                </a:lnTo>
                <a:lnTo>
                  <a:pt x="982414" y="57049"/>
                </a:lnTo>
                <a:lnTo>
                  <a:pt x="982625" y="57465"/>
                </a:lnTo>
                <a:lnTo>
                  <a:pt x="982827" y="57887"/>
                </a:lnTo>
                <a:lnTo>
                  <a:pt x="983019" y="58314"/>
                </a:lnTo>
                <a:lnTo>
                  <a:pt x="983203" y="58746"/>
                </a:lnTo>
                <a:lnTo>
                  <a:pt x="983376" y="59184"/>
                </a:lnTo>
                <a:lnTo>
                  <a:pt x="983541" y="59627"/>
                </a:lnTo>
                <a:lnTo>
                  <a:pt x="983696" y="60075"/>
                </a:lnTo>
                <a:lnTo>
                  <a:pt x="983841" y="60529"/>
                </a:lnTo>
                <a:lnTo>
                  <a:pt x="983978" y="60987"/>
                </a:lnTo>
                <a:lnTo>
                  <a:pt x="984104" y="61452"/>
                </a:lnTo>
                <a:lnTo>
                  <a:pt x="984222" y="61921"/>
                </a:lnTo>
                <a:lnTo>
                  <a:pt x="984330" y="62395"/>
                </a:lnTo>
                <a:lnTo>
                  <a:pt x="984428" y="62875"/>
                </a:lnTo>
                <a:lnTo>
                  <a:pt x="984518" y="63361"/>
                </a:lnTo>
                <a:lnTo>
                  <a:pt x="984597" y="63851"/>
                </a:lnTo>
                <a:lnTo>
                  <a:pt x="984668" y="64347"/>
                </a:lnTo>
                <a:lnTo>
                  <a:pt x="984729" y="64848"/>
                </a:lnTo>
                <a:lnTo>
                  <a:pt x="984781" y="65354"/>
                </a:lnTo>
                <a:lnTo>
                  <a:pt x="984823" y="65866"/>
                </a:lnTo>
                <a:lnTo>
                  <a:pt x="984856" y="66383"/>
                </a:lnTo>
                <a:lnTo>
                  <a:pt x="984879" y="66905"/>
                </a:lnTo>
                <a:lnTo>
                  <a:pt x="984893" y="67432"/>
                </a:lnTo>
                <a:lnTo>
                  <a:pt x="984898" y="67965"/>
                </a:lnTo>
                <a:lnTo>
                  <a:pt x="984898" y="70501"/>
                </a:lnTo>
                <a:lnTo>
                  <a:pt x="940941" y="70501"/>
                </a:lnTo>
                <a:lnTo>
                  <a:pt x="940941" y="69656"/>
                </a:lnTo>
                <a:lnTo>
                  <a:pt x="940945" y="69177"/>
                </a:lnTo>
                <a:lnTo>
                  <a:pt x="940958" y="68700"/>
                </a:lnTo>
                <a:lnTo>
                  <a:pt x="940980" y="68224"/>
                </a:lnTo>
                <a:lnTo>
                  <a:pt x="941011" y="67749"/>
                </a:lnTo>
                <a:close/>
                <a:moveTo>
                  <a:pt x="1272270" y="123353"/>
                </a:moveTo>
                <a:lnTo>
                  <a:pt x="1273245" y="123250"/>
                </a:lnTo>
                <a:lnTo>
                  <a:pt x="1274207" y="123128"/>
                </a:lnTo>
                <a:lnTo>
                  <a:pt x="1275157" y="122987"/>
                </a:lnTo>
                <a:lnTo>
                  <a:pt x="1276095" y="122827"/>
                </a:lnTo>
                <a:lnTo>
                  <a:pt x="1277020" y="122649"/>
                </a:lnTo>
                <a:lnTo>
                  <a:pt x="1277934" y="122452"/>
                </a:lnTo>
                <a:lnTo>
                  <a:pt x="1278834" y="122236"/>
                </a:lnTo>
                <a:lnTo>
                  <a:pt x="1279723" y="122001"/>
                </a:lnTo>
                <a:lnTo>
                  <a:pt x="1280599" y="121747"/>
                </a:lnTo>
                <a:lnTo>
                  <a:pt x="1281463" y="121475"/>
                </a:lnTo>
                <a:lnTo>
                  <a:pt x="1282314" y="121184"/>
                </a:lnTo>
                <a:lnTo>
                  <a:pt x="1283154" y="120874"/>
                </a:lnTo>
                <a:lnTo>
                  <a:pt x="1283980" y="120545"/>
                </a:lnTo>
                <a:lnTo>
                  <a:pt x="1284795" y="120197"/>
                </a:lnTo>
                <a:lnTo>
                  <a:pt x="1285597" y="119831"/>
                </a:lnTo>
                <a:lnTo>
                  <a:pt x="1286387" y="119446"/>
                </a:lnTo>
                <a:lnTo>
                  <a:pt x="1287165" y="119042"/>
                </a:lnTo>
                <a:lnTo>
                  <a:pt x="1287930" y="118619"/>
                </a:lnTo>
                <a:lnTo>
                  <a:pt x="1288683" y="118178"/>
                </a:lnTo>
                <a:lnTo>
                  <a:pt x="1289422" y="117706"/>
                </a:lnTo>
                <a:lnTo>
                  <a:pt x="1290147" y="117219"/>
                </a:lnTo>
                <a:lnTo>
                  <a:pt x="1290857" y="116717"/>
                </a:lnTo>
                <a:lnTo>
                  <a:pt x="1291552" y="116201"/>
                </a:lnTo>
                <a:lnTo>
                  <a:pt x="1292233" y="115670"/>
                </a:lnTo>
                <a:lnTo>
                  <a:pt x="1292899" y="115124"/>
                </a:lnTo>
                <a:lnTo>
                  <a:pt x="1293550" y="114564"/>
                </a:lnTo>
                <a:lnTo>
                  <a:pt x="1294187" y="113989"/>
                </a:lnTo>
                <a:lnTo>
                  <a:pt x="1294809" y="113399"/>
                </a:lnTo>
                <a:lnTo>
                  <a:pt x="1295416" y="112795"/>
                </a:lnTo>
                <a:lnTo>
                  <a:pt x="1296008" y="112176"/>
                </a:lnTo>
                <a:lnTo>
                  <a:pt x="1296586" y="111542"/>
                </a:lnTo>
                <a:lnTo>
                  <a:pt x="1297150" y="110894"/>
                </a:lnTo>
                <a:lnTo>
                  <a:pt x="1297698" y="110231"/>
                </a:lnTo>
                <a:lnTo>
                  <a:pt x="1298232" y="109553"/>
                </a:lnTo>
                <a:lnTo>
                  <a:pt x="1298751" y="108860"/>
                </a:lnTo>
                <a:lnTo>
                  <a:pt x="1299256" y="108153"/>
                </a:lnTo>
                <a:lnTo>
                  <a:pt x="1299746" y="107432"/>
                </a:lnTo>
                <a:lnTo>
                  <a:pt x="1300221" y="106695"/>
                </a:lnTo>
                <a:lnTo>
                  <a:pt x="1300682" y="105944"/>
                </a:lnTo>
                <a:lnTo>
                  <a:pt x="1301127" y="105178"/>
                </a:lnTo>
                <a:lnTo>
                  <a:pt x="1301559" y="104398"/>
                </a:lnTo>
                <a:lnTo>
                  <a:pt x="1301975" y="103603"/>
                </a:lnTo>
                <a:lnTo>
                  <a:pt x="1302377" y="102793"/>
                </a:lnTo>
                <a:lnTo>
                  <a:pt x="1302763" y="101970"/>
                </a:lnTo>
                <a:lnTo>
                  <a:pt x="1303133" y="101137"/>
                </a:lnTo>
                <a:lnTo>
                  <a:pt x="1303486" y="100294"/>
                </a:lnTo>
                <a:lnTo>
                  <a:pt x="1303823" y="99440"/>
                </a:lnTo>
                <a:lnTo>
                  <a:pt x="1304144" y="98575"/>
                </a:lnTo>
                <a:lnTo>
                  <a:pt x="1304448" y="97700"/>
                </a:lnTo>
                <a:lnTo>
                  <a:pt x="1304736" y="96814"/>
                </a:lnTo>
                <a:lnTo>
                  <a:pt x="1305007" y="95917"/>
                </a:lnTo>
                <a:lnTo>
                  <a:pt x="1305262" y="95010"/>
                </a:lnTo>
                <a:lnTo>
                  <a:pt x="1305500" y="94093"/>
                </a:lnTo>
                <a:lnTo>
                  <a:pt x="1305722" y="93165"/>
                </a:lnTo>
                <a:lnTo>
                  <a:pt x="1305927" y="92226"/>
                </a:lnTo>
                <a:lnTo>
                  <a:pt x="1306116" y="91277"/>
                </a:lnTo>
                <a:lnTo>
                  <a:pt x="1306289" y="90317"/>
                </a:lnTo>
                <a:lnTo>
                  <a:pt x="1306445" y="89347"/>
                </a:lnTo>
                <a:lnTo>
                  <a:pt x="1306585" y="88366"/>
                </a:lnTo>
                <a:lnTo>
                  <a:pt x="1306708" y="87374"/>
                </a:lnTo>
                <a:lnTo>
                  <a:pt x="1306815" y="86372"/>
                </a:lnTo>
                <a:lnTo>
                  <a:pt x="1306905" y="85360"/>
                </a:lnTo>
                <a:lnTo>
                  <a:pt x="1306979" y="84336"/>
                </a:lnTo>
                <a:lnTo>
                  <a:pt x="1307037" y="83303"/>
                </a:lnTo>
                <a:lnTo>
                  <a:pt x="1307078" y="82258"/>
                </a:lnTo>
                <a:lnTo>
                  <a:pt x="1307103" y="81203"/>
                </a:lnTo>
                <a:lnTo>
                  <a:pt x="1307111" y="80138"/>
                </a:lnTo>
                <a:lnTo>
                  <a:pt x="1307111" y="77264"/>
                </a:lnTo>
                <a:lnTo>
                  <a:pt x="1307103" y="76212"/>
                </a:lnTo>
                <a:lnTo>
                  <a:pt x="1307078" y="75170"/>
                </a:lnTo>
                <a:lnTo>
                  <a:pt x="1307037" y="74139"/>
                </a:lnTo>
                <a:lnTo>
                  <a:pt x="1306979" y="73117"/>
                </a:lnTo>
                <a:lnTo>
                  <a:pt x="1306905" y="72105"/>
                </a:lnTo>
                <a:lnTo>
                  <a:pt x="1306815" y="71103"/>
                </a:lnTo>
                <a:lnTo>
                  <a:pt x="1306708" y="70112"/>
                </a:lnTo>
                <a:lnTo>
                  <a:pt x="1306585" y="69130"/>
                </a:lnTo>
                <a:lnTo>
                  <a:pt x="1306445" y="68158"/>
                </a:lnTo>
                <a:lnTo>
                  <a:pt x="1306289" y="67196"/>
                </a:lnTo>
                <a:lnTo>
                  <a:pt x="1306116" y="66244"/>
                </a:lnTo>
                <a:lnTo>
                  <a:pt x="1305927" y="65302"/>
                </a:lnTo>
                <a:lnTo>
                  <a:pt x="1305722" y="64370"/>
                </a:lnTo>
                <a:lnTo>
                  <a:pt x="1305500" y="63448"/>
                </a:lnTo>
                <a:lnTo>
                  <a:pt x="1305262" y="62536"/>
                </a:lnTo>
                <a:lnTo>
                  <a:pt x="1305007" y="61634"/>
                </a:lnTo>
                <a:lnTo>
                  <a:pt x="1304736" y="60742"/>
                </a:lnTo>
                <a:lnTo>
                  <a:pt x="1304448" y="59860"/>
                </a:lnTo>
                <a:lnTo>
                  <a:pt x="1304144" y="58988"/>
                </a:lnTo>
                <a:lnTo>
                  <a:pt x="1303823" y="58126"/>
                </a:lnTo>
                <a:lnTo>
                  <a:pt x="1303486" y="57274"/>
                </a:lnTo>
                <a:lnTo>
                  <a:pt x="1303133" y="56432"/>
                </a:lnTo>
                <a:lnTo>
                  <a:pt x="1302763" y="55600"/>
                </a:lnTo>
                <a:lnTo>
                  <a:pt x="1302377" y="54778"/>
                </a:lnTo>
                <a:lnTo>
                  <a:pt x="1301975" y="53968"/>
                </a:lnTo>
                <a:lnTo>
                  <a:pt x="1301559" y="53173"/>
                </a:lnTo>
                <a:lnTo>
                  <a:pt x="1301127" y="52392"/>
                </a:lnTo>
                <a:lnTo>
                  <a:pt x="1300682" y="51627"/>
                </a:lnTo>
                <a:lnTo>
                  <a:pt x="1300221" y="50875"/>
                </a:lnTo>
                <a:lnTo>
                  <a:pt x="1299746" y="50139"/>
                </a:lnTo>
                <a:lnTo>
                  <a:pt x="1299256" y="49417"/>
                </a:lnTo>
                <a:lnTo>
                  <a:pt x="1298751" y="48710"/>
                </a:lnTo>
                <a:lnTo>
                  <a:pt x="1298232" y="48018"/>
                </a:lnTo>
                <a:lnTo>
                  <a:pt x="1297698" y="47340"/>
                </a:lnTo>
                <a:lnTo>
                  <a:pt x="1297150" y="46677"/>
                </a:lnTo>
                <a:lnTo>
                  <a:pt x="1296586" y="46029"/>
                </a:lnTo>
                <a:lnTo>
                  <a:pt x="1296008" y="45395"/>
                </a:lnTo>
                <a:lnTo>
                  <a:pt x="1295416" y="44776"/>
                </a:lnTo>
                <a:lnTo>
                  <a:pt x="1294809" y="44171"/>
                </a:lnTo>
                <a:lnTo>
                  <a:pt x="1294187" y="43582"/>
                </a:lnTo>
                <a:lnTo>
                  <a:pt x="1293550" y="43007"/>
                </a:lnTo>
                <a:lnTo>
                  <a:pt x="1292899" y="42446"/>
                </a:lnTo>
                <a:lnTo>
                  <a:pt x="1292233" y="41901"/>
                </a:lnTo>
                <a:lnTo>
                  <a:pt x="1291552" y="41370"/>
                </a:lnTo>
                <a:lnTo>
                  <a:pt x="1290857" y="40853"/>
                </a:lnTo>
                <a:lnTo>
                  <a:pt x="1290147" y="40352"/>
                </a:lnTo>
                <a:lnTo>
                  <a:pt x="1289422" y="39865"/>
                </a:lnTo>
                <a:lnTo>
                  <a:pt x="1288683" y="39393"/>
                </a:lnTo>
                <a:lnTo>
                  <a:pt x="1287929" y="38937"/>
                </a:lnTo>
                <a:lnTo>
                  <a:pt x="1287163" y="38502"/>
                </a:lnTo>
                <a:lnTo>
                  <a:pt x="1286384" y="38085"/>
                </a:lnTo>
                <a:lnTo>
                  <a:pt x="1285592" y="37688"/>
                </a:lnTo>
                <a:lnTo>
                  <a:pt x="1284788" y="37310"/>
                </a:lnTo>
                <a:lnTo>
                  <a:pt x="1283970" y="36952"/>
                </a:lnTo>
                <a:lnTo>
                  <a:pt x="1283139" y="36613"/>
                </a:lnTo>
                <a:lnTo>
                  <a:pt x="1282296" y="36293"/>
                </a:lnTo>
                <a:lnTo>
                  <a:pt x="1281439" y="35993"/>
                </a:lnTo>
                <a:lnTo>
                  <a:pt x="1280570" y="35712"/>
                </a:lnTo>
                <a:lnTo>
                  <a:pt x="1279687" y="35450"/>
                </a:lnTo>
                <a:lnTo>
                  <a:pt x="1278792" y="35208"/>
                </a:lnTo>
                <a:lnTo>
                  <a:pt x="1277884" y="34985"/>
                </a:lnTo>
                <a:lnTo>
                  <a:pt x="1276963" y="34782"/>
                </a:lnTo>
                <a:lnTo>
                  <a:pt x="1276029" y="34598"/>
                </a:lnTo>
                <a:lnTo>
                  <a:pt x="1275082" y="34433"/>
                </a:lnTo>
                <a:lnTo>
                  <a:pt x="1274122" y="34288"/>
                </a:lnTo>
                <a:lnTo>
                  <a:pt x="1273150" y="34162"/>
                </a:lnTo>
                <a:lnTo>
                  <a:pt x="1272164" y="34056"/>
                </a:lnTo>
                <a:lnTo>
                  <a:pt x="1271165" y="33968"/>
                </a:lnTo>
                <a:lnTo>
                  <a:pt x="1270154" y="33901"/>
                </a:lnTo>
                <a:lnTo>
                  <a:pt x="1269130" y="33852"/>
                </a:lnTo>
                <a:lnTo>
                  <a:pt x="1268092" y="33823"/>
                </a:lnTo>
                <a:lnTo>
                  <a:pt x="1267042" y="33813"/>
                </a:lnTo>
                <a:lnTo>
                  <a:pt x="1266019" y="33823"/>
                </a:lnTo>
                <a:lnTo>
                  <a:pt x="1265009" y="33852"/>
                </a:lnTo>
                <a:lnTo>
                  <a:pt x="1264009" y="33901"/>
                </a:lnTo>
                <a:lnTo>
                  <a:pt x="1263022" y="33968"/>
                </a:lnTo>
                <a:lnTo>
                  <a:pt x="1262046" y="34056"/>
                </a:lnTo>
                <a:lnTo>
                  <a:pt x="1261082" y="34162"/>
                </a:lnTo>
                <a:lnTo>
                  <a:pt x="1260130" y="34288"/>
                </a:lnTo>
                <a:lnTo>
                  <a:pt x="1259190" y="34433"/>
                </a:lnTo>
                <a:lnTo>
                  <a:pt x="1258261" y="34598"/>
                </a:lnTo>
                <a:lnTo>
                  <a:pt x="1257344" y="34782"/>
                </a:lnTo>
                <a:lnTo>
                  <a:pt x="1256439" y="34985"/>
                </a:lnTo>
                <a:lnTo>
                  <a:pt x="1255545" y="35208"/>
                </a:lnTo>
                <a:lnTo>
                  <a:pt x="1254664" y="35450"/>
                </a:lnTo>
                <a:lnTo>
                  <a:pt x="1253794" y="35712"/>
                </a:lnTo>
                <a:lnTo>
                  <a:pt x="1252936" y="35993"/>
                </a:lnTo>
                <a:lnTo>
                  <a:pt x="1252089" y="36293"/>
                </a:lnTo>
                <a:lnTo>
                  <a:pt x="1251254" y="36613"/>
                </a:lnTo>
                <a:lnTo>
                  <a:pt x="1250431" y="36952"/>
                </a:lnTo>
                <a:lnTo>
                  <a:pt x="1249620" y="37310"/>
                </a:lnTo>
                <a:lnTo>
                  <a:pt x="1248820" y="37688"/>
                </a:lnTo>
                <a:lnTo>
                  <a:pt x="1248033" y="38085"/>
                </a:lnTo>
                <a:lnTo>
                  <a:pt x="1247257" y="38502"/>
                </a:lnTo>
                <a:lnTo>
                  <a:pt x="1246492" y="38937"/>
                </a:lnTo>
                <a:lnTo>
                  <a:pt x="1245740" y="39393"/>
                </a:lnTo>
                <a:lnTo>
                  <a:pt x="1245000" y="39851"/>
                </a:lnTo>
                <a:lnTo>
                  <a:pt x="1244275" y="40325"/>
                </a:lnTo>
                <a:lnTo>
                  <a:pt x="1243565" y="40814"/>
                </a:lnTo>
                <a:lnTo>
                  <a:pt x="1242870" y="41318"/>
                </a:lnTo>
                <a:lnTo>
                  <a:pt x="1242189" y="41838"/>
                </a:lnTo>
                <a:lnTo>
                  <a:pt x="1241523" y="42372"/>
                </a:lnTo>
                <a:lnTo>
                  <a:pt x="1240872" y="42923"/>
                </a:lnTo>
                <a:lnTo>
                  <a:pt x="1240235" y="43488"/>
                </a:lnTo>
                <a:lnTo>
                  <a:pt x="1239614" y="44068"/>
                </a:lnTo>
                <a:lnTo>
                  <a:pt x="1239006" y="44664"/>
                </a:lnTo>
                <a:lnTo>
                  <a:pt x="1238414" y="45275"/>
                </a:lnTo>
                <a:lnTo>
                  <a:pt x="1237836" y="45902"/>
                </a:lnTo>
                <a:lnTo>
                  <a:pt x="1237272" y="46543"/>
                </a:lnTo>
                <a:lnTo>
                  <a:pt x="1236724" y="47200"/>
                </a:lnTo>
                <a:lnTo>
                  <a:pt x="1236190" y="47872"/>
                </a:lnTo>
                <a:lnTo>
                  <a:pt x="1235671" y="48560"/>
                </a:lnTo>
                <a:lnTo>
                  <a:pt x="1235166" y="49263"/>
                </a:lnTo>
                <a:lnTo>
                  <a:pt x="1234676" y="49980"/>
                </a:lnTo>
                <a:lnTo>
                  <a:pt x="1234201" y="50714"/>
                </a:lnTo>
                <a:lnTo>
                  <a:pt x="1233740" y="51462"/>
                </a:lnTo>
                <a:lnTo>
                  <a:pt x="1233295" y="52226"/>
                </a:lnTo>
                <a:lnTo>
                  <a:pt x="1232863" y="53005"/>
                </a:lnTo>
                <a:lnTo>
                  <a:pt x="1232447" y="53799"/>
                </a:lnTo>
                <a:lnTo>
                  <a:pt x="1232045" y="54609"/>
                </a:lnTo>
                <a:lnTo>
                  <a:pt x="1231659" y="55431"/>
                </a:lnTo>
                <a:lnTo>
                  <a:pt x="1231289" y="56264"/>
                </a:lnTo>
                <a:lnTo>
                  <a:pt x="1230936" y="57108"/>
                </a:lnTo>
                <a:lnTo>
                  <a:pt x="1230599" y="57962"/>
                </a:lnTo>
                <a:lnTo>
                  <a:pt x="1230278" y="58827"/>
                </a:lnTo>
                <a:lnTo>
                  <a:pt x="1229974" y="59702"/>
                </a:lnTo>
                <a:lnTo>
                  <a:pt x="1229686" y="60588"/>
                </a:lnTo>
                <a:lnTo>
                  <a:pt x="1229415" y="61484"/>
                </a:lnTo>
                <a:lnTo>
                  <a:pt x="1229160" y="62391"/>
                </a:lnTo>
                <a:lnTo>
                  <a:pt x="1228922" y="63309"/>
                </a:lnTo>
                <a:lnTo>
                  <a:pt x="1228700" y="64237"/>
                </a:lnTo>
                <a:lnTo>
                  <a:pt x="1228495" y="65175"/>
                </a:lnTo>
                <a:lnTo>
                  <a:pt x="1228306" y="66125"/>
                </a:lnTo>
                <a:lnTo>
                  <a:pt x="1228133" y="67084"/>
                </a:lnTo>
                <a:lnTo>
                  <a:pt x="1227977" y="68055"/>
                </a:lnTo>
                <a:lnTo>
                  <a:pt x="1227837" y="69036"/>
                </a:lnTo>
                <a:lnTo>
                  <a:pt x="1227714" y="70027"/>
                </a:lnTo>
                <a:lnTo>
                  <a:pt x="1227607" y="71029"/>
                </a:lnTo>
                <a:lnTo>
                  <a:pt x="1227517" y="72042"/>
                </a:lnTo>
                <a:lnTo>
                  <a:pt x="1227443" y="73065"/>
                </a:lnTo>
                <a:lnTo>
                  <a:pt x="1227385" y="74099"/>
                </a:lnTo>
                <a:lnTo>
                  <a:pt x="1227344" y="75143"/>
                </a:lnTo>
                <a:lnTo>
                  <a:pt x="1227319" y="76198"/>
                </a:lnTo>
                <a:lnTo>
                  <a:pt x="1227311" y="77264"/>
                </a:lnTo>
                <a:lnTo>
                  <a:pt x="1227311" y="80138"/>
                </a:lnTo>
                <a:lnTo>
                  <a:pt x="1227319" y="81176"/>
                </a:lnTo>
                <a:lnTo>
                  <a:pt x="1227344" y="82205"/>
                </a:lnTo>
                <a:lnTo>
                  <a:pt x="1227385" y="83226"/>
                </a:lnTo>
                <a:lnTo>
                  <a:pt x="1227443" y="84238"/>
                </a:lnTo>
                <a:lnTo>
                  <a:pt x="1227517" y="85241"/>
                </a:lnTo>
                <a:lnTo>
                  <a:pt x="1227607" y="86235"/>
                </a:lnTo>
                <a:lnTo>
                  <a:pt x="1227714" y="87220"/>
                </a:lnTo>
                <a:lnTo>
                  <a:pt x="1227837" y="88197"/>
                </a:lnTo>
                <a:lnTo>
                  <a:pt x="1227977" y="89164"/>
                </a:lnTo>
                <a:lnTo>
                  <a:pt x="1228133" y="90123"/>
                </a:lnTo>
                <a:lnTo>
                  <a:pt x="1228306" y="91073"/>
                </a:lnTo>
                <a:lnTo>
                  <a:pt x="1228495" y="92015"/>
                </a:lnTo>
                <a:lnTo>
                  <a:pt x="1228700" y="92947"/>
                </a:lnTo>
                <a:lnTo>
                  <a:pt x="1228922" y="93871"/>
                </a:lnTo>
                <a:lnTo>
                  <a:pt x="1229160" y="94786"/>
                </a:lnTo>
                <a:lnTo>
                  <a:pt x="1229415" y="95692"/>
                </a:lnTo>
                <a:lnTo>
                  <a:pt x="1229686" y="96589"/>
                </a:lnTo>
                <a:lnTo>
                  <a:pt x="1229974" y="97478"/>
                </a:lnTo>
                <a:lnTo>
                  <a:pt x="1230278" y="98357"/>
                </a:lnTo>
                <a:lnTo>
                  <a:pt x="1230599" y="99228"/>
                </a:lnTo>
                <a:lnTo>
                  <a:pt x="1230936" y="100090"/>
                </a:lnTo>
                <a:lnTo>
                  <a:pt x="1231289" y="100944"/>
                </a:lnTo>
                <a:lnTo>
                  <a:pt x="1231659" y="101788"/>
                </a:lnTo>
                <a:lnTo>
                  <a:pt x="1232045" y="102624"/>
                </a:lnTo>
                <a:lnTo>
                  <a:pt x="1232447" y="103434"/>
                </a:lnTo>
                <a:lnTo>
                  <a:pt x="1232863" y="104229"/>
                </a:lnTo>
                <a:lnTo>
                  <a:pt x="1233295" y="105009"/>
                </a:lnTo>
                <a:lnTo>
                  <a:pt x="1233740" y="105775"/>
                </a:lnTo>
                <a:lnTo>
                  <a:pt x="1234201" y="106526"/>
                </a:lnTo>
                <a:lnTo>
                  <a:pt x="1234676" y="107263"/>
                </a:lnTo>
                <a:lnTo>
                  <a:pt x="1235166" y="107984"/>
                </a:lnTo>
                <a:lnTo>
                  <a:pt x="1235671" y="108691"/>
                </a:lnTo>
                <a:lnTo>
                  <a:pt x="1236190" y="109384"/>
                </a:lnTo>
                <a:lnTo>
                  <a:pt x="1236724" y="110062"/>
                </a:lnTo>
                <a:lnTo>
                  <a:pt x="1237272" y="110725"/>
                </a:lnTo>
                <a:lnTo>
                  <a:pt x="1237836" y="111373"/>
                </a:lnTo>
                <a:lnTo>
                  <a:pt x="1238414" y="112007"/>
                </a:lnTo>
                <a:lnTo>
                  <a:pt x="1239006" y="112626"/>
                </a:lnTo>
                <a:lnTo>
                  <a:pt x="1239614" y="113230"/>
                </a:lnTo>
                <a:lnTo>
                  <a:pt x="1240235" y="113820"/>
                </a:lnTo>
                <a:lnTo>
                  <a:pt x="1240872" y="114395"/>
                </a:lnTo>
                <a:lnTo>
                  <a:pt x="1241523" y="114955"/>
                </a:lnTo>
                <a:lnTo>
                  <a:pt x="1242189" y="115501"/>
                </a:lnTo>
                <a:lnTo>
                  <a:pt x="1242870" y="116032"/>
                </a:lnTo>
                <a:lnTo>
                  <a:pt x="1243565" y="116548"/>
                </a:lnTo>
                <a:lnTo>
                  <a:pt x="1244275" y="117050"/>
                </a:lnTo>
                <a:lnTo>
                  <a:pt x="1245000" y="117537"/>
                </a:lnTo>
                <a:lnTo>
                  <a:pt x="1245740" y="118009"/>
                </a:lnTo>
                <a:lnTo>
                  <a:pt x="1246492" y="118464"/>
                </a:lnTo>
                <a:lnTo>
                  <a:pt x="1247258" y="118900"/>
                </a:lnTo>
                <a:lnTo>
                  <a:pt x="1248035" y="119317"/>
                </a:lnTo>
                <a:lnTo>
                  <a:pt x="1248825" y="119714"/>
                </a:lnTo>
                <a:lnTo>
                  <a:pt x="1249627" y="120091"/>
                </a:lnTo>
                <a:lnTo>
                  <a:pt x="1250442" y="120450"/>
                </a:lnTo>
                <a:lnTo>
                  <a:pt x="1251269" y="120789"/>
                </a:lnTo>
                <a:lnTo>
                  <a:pt x="1252108" y="121108"/>
                </a:lnTo>
                <a:lnTo>
                  <a:pt x="1252959" y="121409"/>
                </a:lnTo>
                <a:lnTo>
                  <a:pt x="1253823" y="121690"/>
                </a:lnTo>
                <a:lnTo>
                  <a:pt x="1254699" y="121951"/>
                </a:lnTo>
                <a:lnTo>
                  <a:pt x="1255588" y="122193"/>
                </a:lnTo>
                <a:lnTo>
                  <a:pt x="1256489" y="122416"/>
                </a:lnTo>
                <a:lnTo>
                  <a:pt x="1257402" y="122619"/>
                </a:lnTo>
                <a:lnTo>
                  <a:pt x="1258327" y="122804"/>
                </a:lnTo>
                <a:lnTo>
                  <a:pt x="1259265" y="122968"/>
                </a:lnTo>
                <a:lnTo>
                  <a:pt x="1260215" y="123113"/>
                </a:lnTo>
                <a:lnTo>
                  <a:pt x="1261178" y="123239"/>
                </a:lnTo>
                <a:lnTo>
                  <a:pt x="1262152" y="123346"/>
                </a:lnTo>
                <a:lnTo>
                  <a:pt x="1263139" y="123433"/>
                </a:lnTo>
                <a:lnTo>
                  <a:pt x="1264139" y="123501"/>
                </a:lnTo>
                <a:lnTo>
                  <a:pt x="1265151" y="123549"/>
                </a:lnTo>
                <a:lnTo>
                  <a:pt x="1266175" y="123578"/>
                </a:lnTo>
                <a:lnTo>
                  <a:pt x="1267211" y="123588"/>
                </a:lnTo>
                <a:lnTo>
                  <a:pt x="1268248" y="123579"/>
                </a:lnTo>
                <a:lnTo>
                  <a:pt x="1269272" y="123551"/>
                </a:lnTo>
                <a:lnTo>
                  <a:pt x="1270283" y="123504"/>
                </a:lnTo>
                <a:lnTo>
                  <a:pt x="1271283" y="123438"/>
                </a:lnTo>
                <a:lnTo>
                  <a:pt x="1272270" y="123353"/>
                </a:lnTo>
                <a:close/>
                <a:moveTo>
                  <a:pt x="1263335" y="111276"/>
                </a:moveTo>
                <a:lnTo>
                  <a:pt x="1262593" y="111141"/>
                </a:lnTo>
                <a:lnTo>
                  <a:pt x="1261863" y="110980"/>
                </a:lnTo>
                <a:lnTo>
                  <a:pt x="1261143" y="110795"/>
                </a:lnTo>
                <a:lnTo>
                  <a:pt x="1260435" y="110586"/>
                </a:lnTo>
                <a:lnTo>
                  <a:pt x="1259738" y="110352"/>
                </a:lnTo>
                <a:lnTo>
                  <a:pt x="1259052" y="110093"/>
                </a:lnTo>
                <a:lnTo>
                  <a:pt x="1258377" y="109809"/>
                </a:lnTo>
                <a:lnTo>
                  <a:pt x="1257714" y="109501"/>
                </a:lnTo>
                <a:lnTo>
                  <a:pt x="1257061" y="109168"/>
                </a:lnTo>
                <a:lnTo>
                  <a:pt x="1256420" y="108811"/>
                </a:lnTo>
                <a:lnTo>
                  <a:pt x="1255790" y="108428"/>
                </a:lnTo>
                <a:lnTo>
                  <a:pt x="1255171" y="108022"/>
                </a:lnTo>
                <a:lnTo>
                  <a:pt x="1254563" y="107590"/>
                </a:lnTo>
                <a:lnTo>
                  <a:pt x="1253966" y="107134"/>
                </a:lnTo>
                <a:lnTo>
                  <a:pt x="1253381" y="106653"/>
                </a:lnTo>
                <a:lnTo>
                  <a:pt x="1252806" y="106148"/>
                </a:lnTo>
                <a:lnTo>
                  <a:pt x="1252243" y="105618"/>
                </a:lnTo>
                <a:lnTo>
                  <a:pt x="1251691" y="105063"/>
                </a:lnTo>
                <a:lnTo>
                  <a:pt x="1251150" y="104483"/>
                </a:lnTo>
                <a:lnTo>
                  <a:pt x="1250639" y="103868"/>
                </a:lnTo>
                <a:lnTo>
                  <a:pt x="1250151" y="103233"/>
                </a:lnTo>
                <a:lnTo>
                  <a:pt x="1249684" y="102579"/>
                </a:lnTo>
                <a:lnTo>
                  <a:pt x="1249238" y="101905"/>
                </a:lnTo>
                <a:lnTo>
                  <a:pt x="1248815" y="101212"/>
                </a:lnTo>
                <a:lnTo>
                  <a:pt x="1248413" y="100500"/>
                </a:lnTo>
                <a:lnTo>
                  <a:pt x="1248033" y="99768"/>
                </a:lnTo>
                <a:lnTo>
                  <a:pt x="1247674" y="99017"/>
                </a:lnTo>
                <a:lnTo>
                  <a:pt x="1247338" y="98247"/>
                </a:lnTo>
                <a:lnTo>
                  <a:pt x="1247023" y="97457"/>
                </a:lnTo>
                <a:lnTo>
                  <a:pt x="1246730" y="96647"/>
                </a:lnTo>
                <a:lnTo>
                  <a:pt x="1246458" y="95819"/>
                </a:lnTo>
                <a:lnTo>
                  <a:pt x="1246208" y="94971"/>
                </a:lnTo>
                <a:lnTo>
                  <a:pt x="1245980" y="94103"/>
                </a:lnTo>
                <a:lnTo>
                  <a:pt x="1245774" y="93217"/>
                </a:lnTo>
                <a:lnTo>
                  <a:pt x="1245589" y="92311"/>
                </a:lnTo>
                <a:lnTo>
                  <a:pt x="1245426" y="91385"/>
                </a:lnTo>
                <a:lnTo>
                  <a:pt x="1245285" y="90440"/>
                </a:lnTo>
                <a:lnTo>
                  <a:pt x="1245166" y="89476"/>
                </a:lnTo>
                <a:lnTo>
                  <a:pt x="1245068" y="88493"/>
                </a:lnTo>
                <a:lnTo>
                  <a:pt x="1244992" y="87490"/>
                </a:lnTo>
                <a:lnTo>
                  <a:pt x="1244938" y="86467"/>
                </a:lnTo>
                <a:lnTo>
                  <a:pt x="1244905" y="85426"/>
                </a:lnTo>
                <a:lnTo>
                  <a:pt x="1244894" y="84365"/>
                </a:lnTo>
                <a:lnTo>
                  <a:pt x="1244894" y="73037"/>
                </a:lnTo>
                <a:lnTo>
                  <a:pt x="1244905" y="71976"/>
                </a:lnTo>
                <a:lnTo>
                  <a:pt x="1244938" y="70935"/>
                </a:lnTo>
                <a:lnTo>
                  <a:pt x="1244992" y="69915"/>
                </a:lnTo>
                <a:lnTo>
                  <a:pt x="1245068" y="68914"/>
                </a:lnTo>
                <a:lnTo>
                  <a:pt x="1245166" y="67933"/>
                </a:lnTo>
                <a:lnTo>
                  <a:pt x="1245285" y="66972"/>
                </a:lnTo>
                <a:lnTo>
                  <a:pt x="1245426" y="66031"/>
                </a:lnTo>
                <a:lnTo>
                  <a:pt x="1245589" y="65110"/>
                </a:lnTo>
                <a:lnTo>
                  <a:pt x="1245774" y="64209"/>
                </a:lnTo>
                <a:lnTo>
                  <a:pt x="1245980" y="63327"/>
                </a:lnTo>
                <a:lnTo>
                  <a:pt x="1246208" y="62466"/>
                </a:lnTo>
                <a:lnTo>
                  <a:pt x="1246458" y="61625"/>
                </a:lnTo>
                <a:lnTo>
                  <a:pt x="1246730" y="60804"/>
                </a:lnTo>
                <a:lnTo>
                  <a:pt x="1247023" y="60002"/>
                </a:lnTo>
                <a:lnTo>
                  <a:pt x="1247338" y="59221"/>
                </a:lnTo>
                <a:lnTo>
                  <a:pt x="1247674" y="58460"/>
                </a:lnTo>
                <a:lnTo>
                  <a:pt x="1248033" y="57718"/>
                </a:lnTo>
                <a:lnTo>
                  <a:pt x="1248413" y="56997"/>
                </a:lnTo>
                <a:lnTo>
                  <a:pt x="1248815" y="56295"/>
                </a:lnTo>
                <a:lnTo>
                  <a:pt x="1249238" y="55614"/>
                </a:lnTo>
                <a:lnTo>
                  <a:pt x="1249684" y="54952"/>
                </a:lnTo>
                <a:lnTo>
                  <a:pt x="1250151" y="54310"/>
                </a:lnTo>
                <a:lnTo>
                  <a:pt x="1250639" y="53689"/>
                </a:lnTo>
                <a:lnTo>
                  <a:pt x="1251150" y="53087"/>
                </a:lnTo>
                <a:lnTo>
                  <a:pt x="1251691" y="52494"/>
                </a:lnTo>
                <a:lnTo>
                  <a:pt x="1252243" y="51926"/>
                </a:lnTo>
                <a:lnTo>
                  <a:pt x="1252806" y="51383"/>
                </a:lnTo>
                <a:lnTo>
                  <a:pt x="1253381" y="50866"/>
                </a:lnTo>
                <a:lnTo>
                  <a:pt x="1253966" y="50373"/>
                </a:lnTo>
                <a:lnTo>
                  <a:pt x="1254563" y="49907"/>
                </a:lnTo>
                <a:lnTo>
                  <a:pt x="1255171" y="49465"/>
                </a:lnTo>
                <a:lnTo>
                  <a:pt x="1255790" y="49048"/>
                </a:lnTo>
                <a:lnTo>
                  <a:pt x="1256420" y="48657"/>
                </a:lnTo>
                <a:lnTo>
                  <a:pt x="1257061" y="48291"/>
                </a:lnTo>
                <a:lnTo>
                  <a:pt x="1257714" y="47950"/>
                </a:lnTo>
                <a:lnTo>
                  <a:pt x="1258377" y="47635"/>
                </a:lnTo>
                <a:lnTo>
                  <a:pt x="1259052" y="47344"/>
                </a:lnTo>
                <a:lnTo>
                  <a:pt x="1259738" y="47079"/>
                </a:lnTo>
                <a:lnTo>
                  <a:pt x="1260435" y="46840"/>
                </a:lnTo>
                <a:lnTo>
                  <a:pt x="1261143" y="46625"/>
                </a:lnTo>
                <a:lnTo>
                  <a:pt x="1261863" y="46436"/>
                </a:lnTo>
                <a:lnTo>
                  <a:pt x="1262593" y="46272"/>
                </a:lnTo>
                <a:lnTo>
                  <a:pt x="1263335" y="46133"/>
                </a:lnTo>
                <a:lnTo>
                  <a:pt x="1264088" y="46019"/>
                </a:lnTo>
                <a:lnTo>
                  <a:pt x="1264852" y="45931"/>
                </a:lnTo>
                <a:lnTo>
                  <a:pt x="1265627" y="45868"/>
                </a:lnTo>
                <a:lnTo>
                  <a:pt x="1266414" y="45830"/>
                </a:lnTo>
                <a:lnTo>
                  <a:pt x="1267211" y="45817"/>
                </a:lnTo>
                <a:lnTo>
                  <a:pt x="1268022" y="45830"/>
                </a:lnTo>
                <a:lnTo>
                  <a:pt x="1268821" y="45868"/>
                </a:lnTo>
                <a:lnTo>
                  <a:pt x="1269607" y="45931"/>
                </a:lnTo>
                <a:lnTo>
                  <a:pt x="1270381" y="46019"/>
                </a:lnTo>
                <a:lnTo>
                  <a:pt x="1271143" y="46133"/>
                </a:lnTo>
                <a:lnTo>
                  <a:pt x="1271892" y="46272"/>
                </a:lnTo>
                <a:lnTo>
                  <a:pt x="1272629" y="46436"/>
                </a:lnTo>
                <a:lnTo>
                  <a:pt x="1273354" y="46625"/>
                </a:lnTo>
                <a:lnTo>
                  <a:pt x="1274066" y="46840"/>
                </a:lnTo>
                <a:lnTo>
                  <a:pt x="1274766" y="47079"/>
                </a:lnTo>
                <a:lnTo>
                  <a:pt x="1275454" y="47344"/>
                </a:lnTo>
                <a:lnTo>
                  <a:pt x="1276129" y="47635"/>
                </a:lnTo>
                <a:lnTo>
                  <a:pt x="1276792" y="47950"/>
                </a:lnTo>
                <a:lnTo>
                  <a:pt x="1277443" y="48291"/>
                </a:lnTo>
                <a:lnTo>
                  <a:pt x="1278082" y="48657"/>
                </a:lnTo>
                <a:lnTo>
                  <a:pt x="1278708" y="49048"/>
                </a:lnTo>
                <a:lnTo>
                  <a:pt x="1279321" y="49465"/>
                </a:lnTo>
                <a:lnTo>
                  <a:pt x="1279923" y="49907"/>
                </a:lnTo>
                <a:lnTo>
                  <a:pt x="1280512" y="50373"/>
                </a:lnTo>
                <a:lnTo>
                  <a:pt x="1281089" y="50866"/>
                </a:lnTo>
                <a:lnTo>
                  <a:pt x="1281653" y="51383"/>
                </a:lnTo>
                <a:lnTo>
                  <a:pt x="1282205" y="51926"/>
                </a:lnTo>
                <a:lnTo>
                  <a:pt x="1282745" y="52494"/>
                </a:lnTo>
                <a:lnTo>
                  <a:pt x="1283272" y="53087"/>
                </a:lnTo>
                <a:lnTo>
                  <a:pt x="1283783" y="53689"/>
                </a:lnTo>
                <a:lnTo>
                  <a:pt x="1284272" y="54310"/>
                </a:lnTo>
                <a:lnTo>
                  <a:pt x="1284739" y="54952"/>
                </a:lnTo>
                <a:lnTo>
                  <a:pt x="1285184" y="55614"/>
                </a:lnTo>
                <a:lnTo>
                  <a:pt x="1285607" y="56295"/>
                </a:lnTo>
                <a:lnTo>
                  <a:pt x="1286009" y="56997"/>
                </a:lnTo>
                <a:lnTo>
                  <a:pt x="1286389" y="57718"/>
                </a:lnTo>
                <a:lnTo>
                  <a:pt x="1286748" y="58460"/>
                </a:lnTo>
                <a:lnTo>
                  <a:pt x="1287084" y="59221"/>
                </a:lnTo>
                <a:lnTo>
                  <a:pt x="1287399" y="60002"/>
                </a:lnTo>
                <a:lnTo>
                  <a:pt x="1287693" y="60804"/>
                </a:lnTo>
                <a:lnTo>
                  <a:pt x="1287964" y="61625"/>
                </a:lnTo>
                <a:lnTo>
                  <a:pt x="1288214" y="62466"/>
                </a:lnTo>
                <a:lnTo>
                  <a:pt x="1288442" y="63327"/>
                </a:lnTo>
                <a:lnTo>
                  <a:pt x="1288648" y="64209"/>
                </a:lnTo>
                <a:lnTo>
                  <a:pt x="1288833" y="65110"/>
                </a:lnTo>
                <a:lnTo>
                  <a:pt x="1288996" y="66031"/>
                </a:lnTo>
                <a:lnTo>
                  <a:pt x="1289137" y="66972"/>
                </a:lnTo>
                <a:lnTo>
                  <a:pt x="1289256" y="67933"/>
                </a:lnTo>
                <a:lnTo>
                  <a:pt x="1289354" y="68914"/>
                </a:lnTo>
                <a:lnTo>
                  <a:pt x="1289430" y="69915"/>
                </a:lnTo>
                <a:lnTo>
                  <a:pt x="1289485" y="70935"/>
                </a:lnTo>
                <a:lnTo>
                  <a:pt x="1289517" y="71976"/>
                </a:lnTo>
                <a:lnTo>
                  <a:pt x="1289528" y="73037"/>
                </a:lnTo>
                <a:lnTo>
                  <a:pt x="1289528" y="84365"/>
                </a:lnTo>
                <a:lnTo>
                  <a:pt x="1289517" y="85426"/>
                </a:lnTo>
                <a:lnTo>
                  <a:pt x="1289485" y="86467"/>
                </a:lnTo>
                <a:lnTo>
                  <a:pt x="1289430" y="87490"/>
                </a:lnTo>
                <a:lnTo>
                  <a:pt x="1289354" y="88493"/>
                </a:lnTo>
                <a:lnTo>
                  <a:pt x="1289256" y="89476"/>
                </a:lnTo>
                <a:lnTo>
                  <a:pt x="1289137" y="90440"/>
                </a:lnTo>
                <a:lnTo>
                  <a:pt x="1288996" y="91385"/>
                </a:lnTo>
                <a:lnTo>
                  <a:pt x="1288833" y="92311"/>
                </a:lnTo>
                <a:lnTo>
                  <a:pt x="1288648" y="93217"/>
                </a:lnTo>
                <a:lnTo>
                  <a:pt x="1288442" y="94103"/>
                </a:lnTo>
                <a:lnTo>
                  <a:pt x="1288214" y="94971"/>
                </a:lnTo>
                <a:lnTo>
                  <a:pt x="1287964" y="95819"/>
                </a:lnTo>
                <a:lnTo>
                  <a:pt x="1287693" y="96647"/>
                </a:lnTo>
                <a:lnTo>
                  <a:pt x="1287399" y="97457"/>
                </a:lnTo>
                <a:lnTo>
                  <a:pt x="1287084" y="98247"/>
                </a:lnTo>
                <a:lnTo>
                  <a:pt x="1286748" y="99017"/>
                </a:lnTo>
                <a:lnTo>
                  <a:pt x="1286389" y="99768"/>
                </a:lnTo>
                <a:lnTo>
                  <a:pt x="1286009" y="100500"/>
                </a:lnTo>
                <a:lnTo>
                  <a:pt x="1285607" y="101212"/>
                </a:lnTo>
                <a:lnTo>
                  <a:pt x="1285184" y="101905"/>
                </a:lnTo>
                <a:lnTo>
                  <a:pt x="1284739" y="102579"/>
                </a:lnTo>
                <a:lnTo>
                  <a:pt x="1284272" y="103233"/>
                </a:lnTo>
                <a:lnTo>
                  <a:pt x="1283783" y="103868"/>
                </a:lnTo>
                <a:lnTo>
                  <a:pt x="1283272" y="104483"/>
                </a:lnTo>
                <a:lnTo>
                  <a:pt x="1282745" y="105063"/>
                </a:lnTo>
                <a:lnTo>
                  <a:pt x="1282205" y="105618"/>
                </a:lnTo>
                <a:lnTo>
                  <a:pt x="1281653" y="106148"/>
                </a:lnTo>
                <a:lnTo>
                  <a:pt x="1281089" y="106653"/>
                </a:lnTo>
                <a:lnTo>
                  <a:pt x="1280512" y="107134"/>
                </a:lnTo>
                <a:lnTo>
                  <a:pt x="1279923" y="107590"/>
                </a:lnTo>
                <a:lnTo>
                  <a:pt x="1279321" y="108022"/>
                </a:lnTo>
                <a:lnTo>
                  <a:pt x="1278708" y="108428"/>
                </a:lnTo>
                <a:lnTo>
                  <a:pt x="1278082" y="108811"/>
                </a:lnTo>
                <a:lnTo>
                  <a:pt x="1277443" y="109168"/>
                </a:lnTo>
                <a:lnTo>
                  <a:pt x="1276792" y="109501"/>
                </a:lnTo>
                <a:lnTo>
                  <a:pt x="1276129" y="109809"/>
                </a:lnTo>
                <a:lnTo>
                  <a:pt x="1275454" y="110093"/>
                </a:lnTo>
                <a:lnTo>
                  <a:pt x="1274766" y="110352"/>
                </a:lnTo>
                <a:lnTo>
                  <a:pt x="1274066" y="110586"/>
                </a:lnTo>
                <a:lnTo>
                  <a:pt x="1273354" y="110795"/>
                </a:lnTo>
                <a:lnTo>
                  <a:pt x="1272629" y="110980"/>
                </a:lnTo>
                <a:lnTo>
                  <a:pt x="1271892" y="111141"/>
                </a:lnTo>
                <a:lnTo>
                  <a:pt x="1271143" y="111276"/>
                </a:lnTo>
                <a:lnTo>
                  <a:pt x="1270381" y="111387"/>
                </a:lnTo>
                <a:lnTo>
                  <a:pt x="1269607" y="111473"/>
                </a:lnTo>
                <a:lnTo>
                  <a:pt x="1268821" y="111535"/>
                </a:lnTo>
                <a:lnTo>
                  <a:pt x="1268022" y="111572"/>
                </a:lnTo>
                <a:lnTo>
                  <a:pt x="1267211" y="111584"/>
                </a:lnTo>
                <a:lnTo>
                  <a:pt x="1266414" y="111572"/>
                </a:lnTo>
                <a:lnTo>
                  <a:pt x="1265627" y="111535"/>
                </a:lnTo>
                <a:lnTo>
                  <a:pt x="1264852" y="111473"/>
                </a:lnTo>
                <a:lnTo>
                  <a:pt x="1264088" y="111387"/>
                </a:lnTo>
                <a:lnTo>
                  <a:pt x="1263335" y="111276"/>
                </a:lnTo>
                <a:close/>
                <a:moveTo>
                  <a:pt x="1576055" y="123412"/>
                </a:moveTo>
                <a:lnTo>
                  <a:pt x="1576966" y="123334"/>
                </a:lnTo>
                <a:lnTo>
                  <a:pt x="1577866" y="123243"/>
                </a:lnTo>
                <a:lnTo>
                  <a:pt x="1578754" y="123137"/>
                </a:lnTo>
                <a:lnTo>
                  <a:pt x="1579631" y="123017"/>
                </a:lnTo>
                <a:lnTo>
                  <a:pt x="1580498" y="122884"/>
                </a:lnTo>
                <a:lnTo>
                  <a:pt x="1581353" y="122736"/>
                </a:lnTo>
                <a:lnTo>
                  <a:pt x="1582196" y="122574"/>
                </a:lnTo>
                <a:lnTo>
                  <a:pt x="1583029" y="122398"/>
                </a:lnTo>
                <a:lnTo>
                  <a:pt x="1583851" y="122207"/>
                </a:lnTo>
                <a:lnTo>
                  <a:pt x="1584661" y="122003"/>
                </a:lnTo>
                <a:lnTo>
                  <a:pt x="1585460" y="121785"/>
                </a:lnTo>
                <a:lnTo>
                  <a:pt x="1586248" y="121552"/>
                </a:lnTo>
                <a:lnTo>
                  <a:pt x="1587025" y="121306"/>
                </a:lnTo>
                <a:lnTo>
                  <a:pt x="1587791" y="121045"/>
                </a:lnTo>
                <a:lnTo>
                  <a:pt x="1588546" y="120770"/>
                </a:lnTo>
                <a:lnTo>
                  <a:pt x="1589289" y="120481"/>
                </a:lnTo>
                <a:lnTo>
                  <a:pt x="1590022" y="120179"/>
                </a:lnTo>
                <a:lnTo>
                  <a:pt x="1590743" y="119862"/>
                </a:lnTo>
                <a:lnTo>
                  <a:pt x="1591453" y="119530"/>
                </a:lnTo>
                <a:lnTo>
                  <a:pt x="1592165" y="119186"/>
                </a:lnTo>
                <a:lnTo>
                  <a:pt x="1592863" y="118831"/>
                </a:lnTo>
                <a:lnTo>
                  <a:pt x="1593548" y="118463"/>
                </a:lnTo>
                <a:lnTo>
                  <a:pt x="1594219" y="118084"/>
                </a:lnTo>
                <a:lnTo>
                  <a:pt x="1594877" y="117693"/>
                </a:lnTo>
                <a:lnTo>
                  <a:pt x="1595521" y="117290"/>
                </a:lnTo>
                <a:lnTo>
                  <a:pt x="1596152" y="116876"/>
                </a:lnTo>
                <a:lnTo>
                  <a:pt x="1596769" y="116450"/>
                </a:lnTo>
                <a:lnTo>
                  <a:pt x="1597373" y="116012"/>
                </a:lnTo>
                <a:lnTo>
                  <a:pt x="1597963" y="115562"/>
                </a:lnTo>
                <a:lnTo>
                  <a:pt x="1598540" y="115101"/>
                </a:lnTo>
                <a:lnTo>
                  <a:pt x="1599103" y="114628"/>
                </a:lnTo>
                <a:lnTo>
                  <a:pt x="1599653" y="114143"/>
                </a:lnTo>
                <a:lnTo>
                  <a:pt x="1600189" y="113646"/>
                </a:lnTo>
                <a:lnTo>
                  <a:pt x="1600712" y="113138"/>
                </a:lnTo>
                <a:lnTo>
                  <a:pt x="1601221" y="112618"/>
                </a:lnTo>
                <a:lnTo>
                  <a:pt x="1601717" y="112086"/>
                </a:lnTo>
                <a:lnTo>
                  <a:pt x="1602199" y="111542"/>
                </a:lnTo>
                <a:lnTo>
                  <a:pt x="1602668" y="110987"/>
                </a:lnTo>
                <a:lnTo>
                  <a:pt x="1603123" y="110420"/>
                </a:lnTo>
                <a:lnTo>
                  <a:pt x="1603565" y="109841"/>
                </a:lnTo>
                <a:lnTo>
                  <a:pt x="1603993" y="109250"/>
                </a:lnTo>
                <a:lnTo>
                  <a:pt x="1604408" y="108648"/>
                </a:lnTo>
                <a:lnTo>
                  <a:pt x="1604809" y="108034"/>
                </a:lnTo>
                <a:lnTo>
                  <a:pt x="1605209" y="107395"/>
                </a:lnTo>
                <a:lnTo>
                  <a:pt x="1605592" y="106747"/>
                </a:lnTo>
                <a:lnTo>
                  <a:pt x="1605958" y="106090"/>
                </a:lnTo>
                <a:lnTo>
                  <a:pt x="1606307" y="105423"/>
                </a:lnTo>
                <a:lnTo>
                  <a:pt x="1606639" y="104746"/>
                </a:lnTo>
                <a:lnTo>
                  <a:pt x="1606954" y="104061"/>
                </a:lnTo>
                <a:lnTo>
                  <a:pt x="1607252" y="103366"/>
                </a:lnTo>
                <a:lnTo>
                  <a:pt x="1607533" y="102661"/>
                </a:lnTo>
                <a:lnTo>
                  <a:pt x="1607797" y="101947"/>
                </a:lnTo>
                <a:lnTo>
                  <a:pt x="1608044" y="101224"/>
                </a:lnTo>
                <a:lnTo>
                  <a:pt x="1608274" y="100492"/>
                </a:lnTo>
                <a:lnTo>
                  <a:pt x="1608486" y="99750"/>
                </a:lnTo>
                <a:lnTo>
                  <a:pt x="1608682" y="98998"/>
                </a:lnTo>
                <a:lnTo>
                  <a:pt x="1608861" y="98237"/>
                </a:lnTo>
                <a:lnTo>
                  <a:pt x="1609023" y="97467"/>
                </a:lnTo>
                <a:lnTo>
                  <a:pt x="1609167" y="96688"/>
                </a:lnTo>
                <a:lnTo>
                  <a:pt x="1609295" y="95899"/>
                </a:lnTo>
                <a:lnTo>
                  <a:pt x="1609406" y="95100"/>
                </a:lnTo>
                <a:lnTo>
                  <a:pt x="1609499" y="94293"/>
                </a:lnTo>
                <a:lnTo>
                  <a:pt x="1609576" y="93475"/>
                </a:lnTo>
                <a:lnTo>
                  <a:pt x="1609635" y="92649"/>
                </a:lnTo>
                <a:lnTo>
                  <a:pt x="1609678" y="91813"/>
                </a:lnTo>
                <a:lnTo>
                  <a:pt x="1609704" y="90968"/>
                </a:lnTo>
                <a:lnTo>
                  <a:pt x="1609712" y="90113"/>
                </a:lnTo>
                <a:lnTo>
                  <a:pt x="1593820" y="90113"/>
                </a:lnTo>
                <a:lnTo>
                  <a:pt x="1593810" y="91019"/>
                </a:lnTo>
                <a:lnTo>
                  <a:pt x="1593780" y="91904"/>
                </a:lnTo>
                <a:lnTo>
                  <a:pt x="1593730" y="92770"/>
                </a:lnTo>
                <a:lnTo>
                  <a:pt x="1593660" y="93616"/>
                </a:lnTo>
                <a:lnTo>
                  <a:pt x="1593570" y="94442"/>
                </a:lnTo>
                <a:lnTo>
                  <a:pt x="1593461" y="95248"/>
                </a:lnTo>
                <a:lnTo>
                  <a:pt x="1593331" y="96034"/>
                </a:lnTo>
                <a:lnTo>
                  <a:pt x="1593181" y="96800"/>
                </a:lnTo>
                <a:lnTo>
                  <a:pt x="1593011" y="97546"/>
                </a:lnTo>
                <a:lnTo>
                  <a:pt x="1592822" y="98273"/>
                </a:lnTo>
                <a:lnTo>
                  <a:pt x="1592612" y="98979"/>
                </a:lnTo>
                <a:lnTo>
                  <a:pt x="1592383" y="99665"/>
                </a:lnTo>
                <a:lnTo>
                  <a:pt x="1592133" y="100331"/>
                </a:lnTo>
                <a:lnTo>
                  <a:pt x="1591864" y="100978"/>
                </a:lnTo>
                <a:lnTo>
                  <a:pt x="1591574" y="101604"/>
                </a:lnTo>
                <a:lnTo>
                  <a:pt x="1591265" y="102210"/>
                </a:lnTo>
                <a:lnTo>
                  <a:pt x="1590936" y="102797"/>
                </a:lnTo>
                <a:lnTo>
                  <a:pt x="1590586" y="103363"/>
                </a:lnTo>
                <a:lnTo>
                  <a:pt x="1590217" y="103910"/>
                </a:lnTo>
                <a:lnTo>
                  <a:pt x="1589828" y="104437"/>
                </a:lnTo>
                <a:lnTo>
                  <a:pt x="1589419" y="104943"/>
                </a:lnTo>
                <a:lnTo>
                  <a:pt x="1588990" y="105430"/>
                </a:lnTo>
                <a:lnTo>
                  <a:pt x="1588540" y="105896"/>
                </a:lnTo>
                <a:lnTo>
                  <a:pt x="1588071" y="106343"/>
                </a:lnTo>
                <a:lnTo>
                  <a:pt x="1587597" y="106771"/>
                </a:lnTo>
                <a:lnTo>
                  <a:pt x="1587105" y="107180"/>
                </a:lnTo>
                <a:lnTo>
                  <a:pt x="1586595" y="107572"/>
                </a:lnTo>
                <a:lnTo>
                  <a:pt x="1586066" y="107945"/>
                </a:lnTo>
                <a:lnTo>
                  <a:pt x="1585519" y="108300"/>
                </a:lnTo>
                <a:lnTo>
                  <a:pt x="1584954" y="108636"/>
                </a:lnTo>
                <a:lnTo>
                  <a:pt x="1584371" y="108955"/>
                </a:lnTo>
                <a:lnTo>
                  <a:pt x="1583770" y="109255"/>
                </a:lnTo>
                <a:lnTo>
                  <a:pt x="1583150" y="109537"/>
                </a:lnTo>
                <a:lnTo>
                  <a:pt x="1582512" y="109801"/>
                </a:lnTo>
                <a:lnTo>
                  <a:pt x="1581856" y="110047"/>
                </a:lnTo>
                <a:lnTo>
                  <a:pt x="1581182" y="110274"/>
                </a:lnTo>
                <a:lnTo>
                  <a:pt x="1580490" y="110483"/>
                </a:lnTo>
                <a:lnTo>
                  <a:pt x="1579779" y="110674"/>
                </a:lnTo>
                <a:lnTo>
                  <a:pt x="1579050" y="110847"/>
                </a:lnTo>
                <a:lnTo>
                  <a:pt x="1578303" y="111002"/>
                </a:lnTo>
                <a:lnTo>
                  <a:pt x="1577538" y="111138"/>
                </a:lnTo>
                <a:lnTo>
                  <a:pt x="1576755" y="111257"/>
                </a:lnTo>
                <a:lnTo>
                  <a:pt x="1575953" y="111357"/>
                </a:lnTo>
                <a:lnTo>
                  <a:pt x="1575133" y="111439"/>
                </a:lnTo>
                <a:lnTo>
                  <a:pt x="1574295" y="111502"/>
                </a:lnTo>
                <a:lnTo>
                  <a:pt x="1573439" y="111548"/>
                </a:lnTo>
                <a:lnTo>
                  <a:pt x="1572565" y="111575"/>
                </a:lnTo>
                <a:lnTo>
                  <a:pt x="1571672" y="111584"/>
                </a:lnTo>
                <a:lnTo>
                  <a:pt x="1570861" y="111572"/>
                </a:lnTo>
                <a:lnTo>
                  <a:pt x="1570061" y="111536"/>
                </a:lnTo>
                <a:lnTo>
                  <a:pt x="1569273" y="111476"/>
                </a:lnTo>
                <a:lnTo>
                  <a:pt x="1568497" y="111392"/>
                </a:lnTo>
                <a:lnTo>
                  <a:pt x="1567733" y="111283"/>
                </a:lnTo>
                <a:lnTo>
                  <a:pt x="1566980" y="111151"/>
                </a:lnTo>
                <a:lnTo>
                  <a:pt x="1566240" y="110995"/>
                </a:lnTo>
                <a:lnTo>
                  <a:pt x="1565510" y="110814"/>
                </a:lnTo>
                <a:lnTo>
                  <a:pt x="1564793" y="110610"/>
                </a:lnTo>
                <a:lnTo>
                  <a:pt x="1564088" y="110381"/>
                </a:lnTo>
                <a:lnTo>
                  <a:pt x="1563394" y="110128"/>
                </a:lnTo>
                <a:lnTo>
                  <a:pt x="1562711" y="109851"/>
                </a:lnTo>
                <a:lnTo>
                  <a:pt x="1562041" y="109551"/>
                </a:lnTo>
                <a:lnTo>
                  <a:pt x="1561382" y="109226"/>
                </a:lnTo>
                <a:lnTo>
                  <a:pt x="1560736" y="108877"/>
                </a:lnTo>
                <a:lnTo>
                  <a:pt x="1560100" y="108504"/>
                </a:lnTo>
                <a:lnTo>
                  <a:pt x="1559477" y="108106"/>
                </a:lnTo>
                <a:lnTo>
                  <a:pt x="1558865" y="107685"/>
                </a:lnTo>
                <a:lnTo>
                  <a:pt x="1558265" y="107240"/>
                </a:lnTo>
                <a:lnTo>
                  <a:pt x="1557677" y="106771"/>
                </a:lnTo>
                <a:lnTo>
                  <a:pt x="1557101" y="106277"/>
                </a:lnTo>
                <a:lnTo>
                  <a:pt x="1556536" y="105760"/>
                </a:lnTo>
                <a:lnTo>
                  <a:pt x="1555983" y="105218"/>
                </a:lnTo>
                <a:lnTo>
                  <a:pt x="1555442" y="104653"/>
                </a:lnTo>
                <a:lnTo>
                  <a:pt x="1554917" y="104064"/>
                </a:lnTo>
                <a:lnTo>
                  <a:pt x="1554415" y="103453"/>
                </a:lnTo>
                <a:lnTo>
                  <a:pt x="1553936" y="102819"/>
                </a:lnTo>
                <a:lnTo>
                  <a:pt x="1553478" y="102164"/>
                </a:lnTo>
                <a:lnTo>
                  <a:pt x="1553043" y="101485"/>
                </a:lnTo>
                <a:lnTo>
                  <a:pt x="1552631" y="100785"/>
                </a:lnTo>
                <a:lnTo>
                  <a:pt x="1552240" y="100063"/>
                </a:lnTo>
                <a:lnTo>
                  <a:pt x="1551872" y="99318"/>
                </a:lnTo>
                <a:lnTo>
                  <a:pt x="1551527" y="98550"/>
                </a:lnTo>
                <a:lnTo>
                  <a:pt x="1551203" y="97761"/>
                </a:lnTo>
                <a:lnTo>
                  <a:pt x="1550902" y="96949"/>
                </a:lnTo>
                <a:lnTo>
                  <a:pt x="1550623" y="96115"/>
                </a:lnTo>
                <a:lnTo>
                  <a:pt x="1550367" y="95258"/>
                </a:lnTo>
                <a:lnTo>
                  <a:pt x="1550132" y="94379"/>
                </a:lnTo>
                <a:lnTo>
                  <a:pt x="1549920" y="93478"/>
                </a:lnTo>
                <a:lnTo>
                  <a:pt x="1549731" y="92555"/>
                </a:lnTo>
                <a:lnTo>
                  <a:pt x="1549564" y="91609"/>
                </a:lnTo>
                <a:lnTo>
                  <a:pt x="1549419" y="90641"/>
                </a:lnTo>
                <a:lnTo>
                  <a:pt x="1549296" y="89651"/>
                </a:lnTo>
                <a:lnTo>
                  <a:pt x="1549195" y="88638"/>
                </a:lnTo>
                <a:lnTo>
                  <a:pt x="1549117" y="87603"/>
                </a:lnTo>
                <a:lnTo>
                  <a:pt x="1549062" y="86546"/>
                </a:lnTo>
                <a:lnTo>
                  <a:pt x="1549028" y="85466"/>
                </a:lnTo>
                <a:lnTo>
                  <a:pt x="1549017" y="84365"/>
                </a:lnTo>
                <a:lnTo>
                  <a:pt x="1549017" y="81490"/>
                </a:lnTo>
                <a:lnTo>
                  <a:pt x="1609712" y="81490"/>
                </a:lnTo>
                <a:lnTo>
                  <a:pt x="1609712" y="69994"/>
                </a:lnTo>
                <a:lnTo>
                  <a:pt x="1609704" y="69124"/>
                </a:lnTo>
                <a:lnTo>
                  <a:pt x="1609679" y="68263"/>
                </a:lnTo>
                <a:lnTo>
                  <a:pt x="1609638" y="67410"/>
                </a:lnTo>
                <a:lnTo>
                  <a:pt x="1609581" y="66565"/>
                </a:lnTo>
                <a:lnTo>
                  <a:pt x="1609507" y="65729"/>
                </a:lnTo>
                <a:lnTo>
                  <a:pt x="1609416" y="64901"/>
                </a:lnTo>
                <a:lnTo>
                  <a:pt x="1609309" y="64081"/>
                </a:lnTo>
                <a:lnTo>
                  <a:pt x="1609186" y="63269"/>
                </a:lnTo>
                <a:lnTo>
                  <a:pt x="1609046" y="62465"/>
                </a:lnTo>
                <a:lnTo>
                  <a:pt x="1608890" y="61670"/>
                </a:lnTo>
                <a:lnTo>
                  <a:pt x="1608718" y="60882"/>
                </a:lnTo>
                <a:lnTo>
                  <a:pt x="1608529" y="60103"/>
                </a:lnTo>
                <a:lnTo>
                  <a:pt x="1608323" y="59333"/>
                </a:lnTo>
                <a:lnTo>
                  <a:pt x="1608101" y="58570"/>
                </a:lnTo>
                <a:lnTo>
                  <a:pt x="1607863" y="57816"/>
                </a:lnTo>
                <a:lnTo>
                  <a:pt x="1607608" y="57070"/>
                </a:lnTo>
                <a:lnTo>
                  <a:pt x="1607337" y="56332"/>
                </a:lnTo>
                <a:lnTo>
                  <a:pt x="1607049" y="55602"/>
                </a:lnTo>
                <a:lnTo>
                  <a:pt x="1606745" y="54880"/>
                </a:lnTo>
                <a:lnTo>
                  <a:pt x="1606425" y="54167"/>
                </a:lnTo>
                <a:lnTo>
                  <a:pt x="1606088" y="53462"/>
                </a:lnTo>
                <a:lnTo>
                  <a:pt x="1605734" y="52765"/>
                </a:lnTo>
                <a:lnTo>
                  <a:pt x="1605365" y="52077"/>
                </a:lnTo>
                <a:lnTo>
                  <a:pt x="1604978" y="51396"/>
                </a:lnTo>
                <a:lnTo>
                  <a:pt x="1604591" y="50726"/>
                </a:lnTo>
                <a:lnTo>
                  <a:pt x="1604190" y="50067"/>
                </a:lnTo>
                <a:lnTo>
                  <a:pt x="1603776" y="49420"/>
                </a:lnTo>
                <a:lnTo>
                  <a:pt x="1603349" y="48785"/>
                </a:lnTo>
                <a:lnTo>
                  <a:pt x="1602907" y="48162"/>
                </a:lnTo>
                <a:lnTo>
                  <a:pt x="1602453" y="47550"/>
                </a:lnTo>
                <a:lnTo>
                  <a:pt x="1601985" y="46950"/>
                </a:lnTo>
                <a:lnTo>
                  <a:pt x="1601503" y="46362"/>
                </a:lnTo>
                <a:lnTo>
                  <a:pt x="1601008" y="45785"/>
                </a:lnTo>
                <a:lnTo>
                  <a:pt x="1600499" y="45221"/>
                </a:lnTo>
                <a:lnTo>
                  <a:pt x="1599977" y="44668"/>
                </a:lnTo>
                <a:lnTo>
                  <a:pt x="1599441" y="44127"/>
                </a:lnTo>
                <a:lnTo>
                  <a:pt x="1598892" y="43597"/>
                </a:lnTo>
                <a:lnTo>
                  <a:pt x="1598329" y="43079"/>
                </a:lnTo>
                <a:lnTo>
                  <a:pt x="1597753" y="42573"/>
                </a:lnTo>
                <a:lnTo>
                  <a:pt x="1597164" y="42079"/>
                </a:lnTo>
                <a:lnTo>
                  <a:pt x="1596560" y="41596"/>
                </a:lnTo>
                <a:lnTo>
                  <a:pt x="1595944" y="41126"/>
                </a:lnTo>
                <a:lnTo>
                  <a:pt x="1595314" y="40667"/>
                </a:lnTo>
                <a:lnTo>
                  <a:pt x="1594670" y="40219"/>
                </a:lnTo>
                <a:lnTo>
                  <a:pt x="1594013" y="39784"/>
                </a:lnTo>
                <a:lnTo>
                  <a:pt x="1593342" y="39360"/>
                </a:lnTo>
                <a:lnTo>
                  <a:pt x="1592658" y="38948"/>
                </a:lnTo>
                <a:lnTo>
                  <a:pt x="1591960" y="38547"/>
                </a:lnTo>
                <a:lnTo>
                  <a:pt x="1591264" y="38161"/>
                </a:lnTo>
                <a:lnTo>
                  <a:pt x="1590556" y="37791"/>
                </a:lnTo>
                <a:lnTo>
                  <a:pt x="1589836" y="37438"/>
                </a:lnTo>
                <a:lnTo>
                  <a:pt x="1589105" y="37101"/>
                </a:lnTo>
                <a:lnTo>
                  <a:pt x="1588362" y="36780"/>
                </a:lnTo>
                <a:lnTo>
                  <a:pt x="1587607" y="36476"/>
                </a:lnTo>
                <a:lnTo>
                  <a:pt x="1586840" y="36189"/>
                </a:lnTo>
                <a:lnTo>
                  <a:pt x="1586062" y="35917"/>
                </a:lnTo>
                <a:lnTo>
                  <a:pt x="1585271" y="35663"/>
                </a:lnTo>
                <a:lnTo>
                  <a:pt x="1584469" y="35424"/>
                </a:lnTo>
                <a:lnTo>
                  <a:pt x="1583656" y="35202"/>
                </a:lnTo>
                <a:lnTo>
                  <a:pt x="1582830" y="34997"/>
                </a:lnTo>
                <a:lnTo>
                  <a:pt x="1581993" y="34808"/>
                </a:lnTo>
                <a:lnTo>
                  <a:pt x="1581144" y="34635"/>
                </a:lnTo>
                <a:lnTo>
                  <a:pt x="1580284" y="34479"/>
                </a:lnTo>
                <a:lnTo>
                  <a:pt x="1579412" y="34339"/>
                </a:lnTo>
                <a:lnTo>
                  <a:pt x="1578527" y="34216"/>
                </a:lnTo>
                <a:lnTo>
                  <a:pt x="1577632" y="34109"/>
                </a:lnTo>
                <a:lnTo>
                  <a:pt x="1576724" y="34019"/>
                </a:lnTo>
                <a:lnTo>
                  <a:pt x="1575805" y="33945"/>
                </a:lnTo>
                <a:lnTo>
                  <a:pt x="1574874" y="33887"/>
                </a:lnTo>
                <a:lnTo>
                  <a:pt x="1573931" y="33846"/>
                </a:lnTo>
                <a:lnTo>
                  <a:pt x="1572976" y="33822"/>
                </a:lnTo>
                <a:lnTo>
                  <a:pt x="1572010" y="33813"/>
                </a:lnTo>
                <a:lnTo>
                  <a:pt x="1570973" y="33823"/>
                </a:lnTo>
                <a:lnTo>
                  <a:pt x="1569948" y="33851"/>
                </a:lnTo>
                <a:lnTo>
                  <a:pt x="1568935" y="33898"/>
                </a:lnTo>
                <a:lnTo>
                  <a:pt x="1567934" y="33964"/>
                </a:lnTo>
                <a:lnTo>
                  <a:pt x="1566944" y="34048"/>
                </a:lnTo>
                <a:lnTo>
                  <a:pt x="1565966" y="34152"/>
                </a:lnTo>
                <a:lnTo>
                  <a:pt x="1565000" y="34274"/>
                </a:lnTo>
                <a:lnTo>
                  <a:pt x="1564045" y="34415"/>
                </a:lnTo>
                <a:lnTo>
                  <a:pt x="1563102" y="34574"/>
                </a:lnTo>
                <a:lnTo>
                  <a:pt x="1562171" y="34753"/>
                </a:lnTo>
                <a:lnTo>
                  <a:pt x="1561252" y="34950"/>
                </a:lnTo>
                <a:lnTo>
                  <a:pt x="1560344" y="35166"/>
                </a:lnTo>
                <a:lnTo>
                  <a:pt x="1559449" y="35401"/>
                </a:lnTo>
                <a:lnTo>
                  <a:pt x="1558565" y="35654"/>
                </a:lnTo>
                <a:lnTo>
                  <a:pt x="1557692" y="35927"/>
                </a:lnTo>
                <a:lnTo>
                  <a:pt x="1556832" y="36218"/>
                </a:lnTo>
                <a:lnTo>
                  <a:pt x="1555983" y="36528"/>
                </a:lnTo>
                <a:lnTo>
                  <a:pt x="1555146" y="36857"/>
                </a:lnTo>
                <a:lnTo>
                  <a:pt x="1554320" y="37204"/>
                </a:lnTo>
                <a:lnTo>
                  <a:pt x="1553507" y="37570"/>
                </a:lnTo>
                <a:lnTo>
                  <a:pt x="1552705" y="37956"/>
                </a:lnTo>
                <a:lnTo>
                  <a:pt x="1551915" y="38359"/>
                </a:lnTo>
                <a:lnTo>
                  <a:pt x="1551136" y="38782"/>
                </a:lnTo>
                <a:lnTo>
                  <a:pt x="1550369" y="39224"/>
                </a:lnTo>
                <a:lnTo>
                  <a:pt x="1549616" y="39668"/>
                </a:lnTo>
                <a:lnTo>
                  <a:pt x="1548877" y="40128"/>
                </a:lnTo>
                <a:lnTo>
                  <a:pt x="1548153" y="40603"/>
                </a:lnTo>
                <a:lnTo>
                  <a:pt x="1547444" y="41093"/>
                </a:lnTo>
                <a:lnTo>
                  <a:pt x="1546749" y="41598"/>
                </a:lnTo>
                <a:lnTo>
                  <a:pt x="1546069" y="42119"/>
                </a:lnTo>
                <a:lnTo>
                  <a:pt x="1545403" y="42655"/>
                </a:lnTo>
                <a:lnTo>
                  <a:pt x="1544753" y="43206"/>
                </a:lnTo>
                <a:lnTo>
                  <a:pt x="1544117" y="43773"/>
                </a:lnTo>
                <a:lnTo>
                  <a:pt x="1543495" y="44354"/>
                </a:lnTo>
                <a:lnTo>
                  <a:pt x="1542888" y="44951"/>
                </a:lnTo>
                <a:lnTo>
                  <a:pt x="1542296" y="45564"/>
                </a:lnTo>
                <a:lnTo>
                  <a:pt x="1541719" y="46191"/>
                </a:lnTo>
                <a:lnTo>
                  <a:pt x="1541156" y="46834"/>
                </a:lnTo>
                <a:lnTo>
                  <a:pt x="1540608" y="47492"/>
                </a:lnTo>
                <a:lnTo>
                  <a:pt x="1540075" y="48165"/>
                </a:lnTo>
                <a:lnTo>
                  <a:pt x="1539556" y="48854"/>
                </a:lnTo>
                <a:lnTo>
                  <a:pt x="1539052" y="49558"/>
                </a:lnTo>
                <a:lnTo>
                  <a:pt x="1538563" y="50277"/>
                </a:lnTo>
                <a:lnTo>
                  <a:pt x="1538089" y="51011"/>
                </a:lnTo>
                <a:lnTo>
                  <a:pt x="1537629" y="51761"/>
                </a:lnTo>
                <a:lnTo>
                  <a:pt x="1537183" y="52526"/>
                </a:lnTo>
                <a:lnTo>
                  <a:pt x="1536753" y="53306"/>
                </a:lnTo>
                <a:lnTo>
                  <a:pt x="1536337" y="54101"/>
                </a:lnTo>
                <a:lnTo>
                  <a:pt x="1535937" y="54911"/>
                </a:lnTo>
                <a:lnTo>
                  <a:pt x="1535554" y="55732"/>
                </a:lnTo>
                <a:lnTo>
                  <a:pt x="1535188" y="56566"/>
                </a:lnTo>
                <a:lnTo>
                  <a:pt x="1534839" y="57412"/>
                </a:lnTo>
                <a:lnTo>
                  <a:pt x="1534507" y="58271"/>
                </a:lnTo>
                <a:lnTo>
                  <a:pt x="1534192" y="59142"/>
                </a:lnTo>
                <a:lnTo>
                  <a:pt x="1533894" y="60025"/>
                </a:lnTo>
                <a:lnTo>
                  <a:pt x="1533613" y="60921"/>
                </a:lnTo>
                <a:lnTo>
                  <a:pt x="1533349" y="61828"/>
                </a:lnTo>
                <a:lnTo>
                  <a:pt x="1533102" y="62749"/>
                </a:lnTo>
                <a:lnTo>
                  <a:pt x="1532873" y="63681"/>
                </a:lnTo>
                <a:lnTo>
                  <a:pt x="1532660" y="64626"/>
                </a:lnTo>
                <a:lnTo>
                  <a:pt x="1532464" y="65583"/>
                </a:lnTo>
                <a:lnTo>
                  <a:pt x="1532285" y="66553"/>
                </a:lnTo>
                <a:lnTo>
                  <a:pt x="1532124" y="67534"/>
                </a:lnTo>
                <a:lnTo>
                  <a:pt x="1531979" y="68529"/>
                </a:lnTo>
                <a:lnTo>
                  <a:pt x="1531851" y="69535"/>
                </a:lnTo>
                <a:lnTo>
                  <a:pt x="1531740" y="70554"/>
                </a:lnTo>
                <a:lnTo>
                  <a:pt x="1531647" y="71585"/>
                </a:lnTo>
                <a:lnTo>
                  <a:pt x="1531570" y="72628"/>
                </a:lnTo>
                <a:lnTo>
                  <a:pt x="1531511" y="73684"/>
                </a:lnTo>
                <a:lnTo>
                  <a:pt x="1531468" y="74752"/>
                </a:lnTo>
                <a:lnTo>
                  <a:pt x="1531443" y="75833"/>
                </a:lnTo>
                <a:lnTo>
                  <a:pt x="1531434" y="76926"/>
                </a:lnTo>
                <a:lnTo>
                  <a:pt x="1531434" y="80476"/>
                </a:lnTo>
                <a:lnTo>
                  <a:pt x="1531441" y="81528"/>
                </a:lnTo>
                <a:lnTo>
                  <a:pt x="1531463" y="82569"/>
                </a:lnTo>
                <a:lnTo>
                  <a:pt x="1531500" y="83601"/>
                </a:lnTo>
                <a:lnTo>
                  <a:pt x="1531551" y="84623"/>
                </a:lnTo>
                <a:lnTo>
                  <a:pt x="1531617" y="85635"/>
                </a:lnTo>
                <a:lnTo>
                  <a:pt x="1531698" y="86636"/>
                </a:lnTo>
                <a:lnTo>
                  <a:pt x="1531794" y="87628"/>
                </a:lnTo>
                <a:lnTo>
                  <a:pt x="1531904" y="88610"/>
                </a:lnTo>
                <a:lnTo>
                  <a:pt x="1532028" y="89582"/>
                </a:lnTo>
                <a:lnTo>
                  <a:pt x="1532168" y="90544"/>
                </a:lnTo>
                <a:lnTo>
                  <a:pt x="1532322" y="91496"/>
                </a:lnTo>
                <a:lnTo>
                  <a:pt x="1532491" y="92437"/>
                </a:lnTo>
                <a:lnTo>
                  <a:pt x="1532674" y="93369"/>
                </a:lnTo>
                <a:lnTo>
                  <a:pt x="1532872" y="94291"/>
                </a:lnTo>
                <a:lnTo>
                  <a:pt x="1533085" y="95203"/>
                </a:lnTo>
                <a:lnTo>
                  <a:pt x="1533312" y="96105"/>
                </a:lnTo>
                <a:lnTo>
                  <a:pt x="1533555" y="96997"/>
                </a:lnTo>
                <a:lnTo>
                  <a:pt x="1533811" y="97879"/>
                </a:lnTo>
                <a:lnTo>
                  <a:pt x="1534083" y="98751"/>
                </a:lnTo>
                <a:lnTo>
                  <a:pt x="1534369" y="99613"/>
                </a:lnTo>
                <a:lnTo>
                  <a:pt x="1534670" y="100466"/>
                </a:lnTo>
                <a:lnTo>
                  <a:pt x="1534985" y="101308"/>
                </a:lnTo>
                <a:lnTo>
                  <a:pt x="1535316" y="102140"/>
                </a:lnTo>
                <a:lnTo>
                  <a:pt x="1535661" y="102962"/>
                </a:lnTo>
                <a:lnTo>
                  <a:pt x="1536035" y="103771"/>
                </a:lnTo>
                <a:lnTo>
                  <a:pt x="1536424" y="104566"/>
                </a:lnTo>
                <a:lnTo>
                  <a:pt x="1536828" y="105345"/>
                </a:lnTo>
                <a:lnTo>
                  <a:pt x="1537248" y="106108"/>
                </a:lnTo>
                <a:lnTo>
                  <a:pt x="1537683" y="106857"/>
                </a:lnTo>
                <a:lnTo>
                  <a:pt x="1538133" y="107590"/>
                </a:lnTo>
                <a:lnTo>
                  <a:pt x="1538599" y="108308"/>
                </a:lnTo>
                <a:lnTo>
                  <a:pt x="1539080" y="109011"/>
                </a:lnTo>
                <a:lnTo>
                  <a:pt x="1539576" y="109698"/>
                </a:lnTo>
                <a:lnTo>
                  <a:pt x="1540087" y="110370"/>
                </a:lnTo>
                <a:lnTo>
                  <a:pt x="1540613" y="111027"/>
                </a:lnTo>
                <a:lnTo>
                  <a:pt x="1541155" y="111669"/>
                </a:lnTo>
                <a:lnTo>
                  <a:pt x="1541712" y="112295"/>
                </a:lnTo>
                <a:lnTo>
                  <a:pt x="1542285" y="112906"/>
                </a:lnTo>
                <a:lnTo>
                  <a:pt x="1542872" y="113502"/>
                </a:lnTo>
                <a:lnTo>
                  <a:pt x="1543475" y="114083"/>
                </a:lnTo>
                <a:lnTo>
                  <a:pt x="1544093" y="114648"/>
                </a:lnTo>
                <a:lnTo>
                  <a:pt x="1544727" y="115198"/>
                </a:lnTo>
                <a:lnTo>
                  <a:pt x="1545376" y="115733"/>
                </a:lnTo>
                <a:lnTo>
                  <a:pt x="1546040" y="116252"/>
                </a:lnTo>
                <a:lnTo>
                  <a:pt x="1546719" y="116757"/>
                </a:lnTo>
                <a:lnTo>
                  <a:pt x="1547413" y="117246"/>
                </a:lnTo>
                <a:lnTo>
                  <a:pt x="1548123" y="117719"/>
                </a:lnTo>
                <a:lnTo>
                  <a:pt x="1548848" y="118178"/>
                </a:lnTo>
                <a:lnTo>
                  <a:pt x="1549603" y="118619"/>
                </a:lnTo>
                <a:lnTo>
                  <a:pt x="1550373" y="119042"/>
                </a:lnTo>
                <a:lnTo>
                  <a:pt x="1551159" y="119446"/>
                </a:lnTo>
                <a:lnTo>
                  <a:pt x="1551962" y="119831"/>
                </a:lnTo>
                <a:lnTo>
                  <a:pt x="1552780" y="120197"/>
                </a:lnTo>
                <a:lnTo>
                  <a:pt x="1553613" y="120545"/>
                </a:lnTo>
                <a:lnTo>
                  <a:pt x="1554463" y="120874"/>
                </a:lnTo>
                <a:lnTo>
                  <a:pt x="1555329" y="121184"/>
                </a:lnTo>
                <a:lnTo>
                  <a:pt x="1556210" y="121475"/>
                </a:lnTo>
                <a:lnTo>
                  <a:pt x="1557108" y="121747"/>
                </a:lnTo>
                <a:lnTo>
                  <a:pt x="1558021" y="122001"/>
                </a:lnTo>
                <a:lnTo>
                  <a:pt x="1558950" y="122236"/>
                </a:lnTo>
                <a:lnTo>
                  <a:pt x="1559894" y="122452"/>
                </a:lnTo>
                <a:lnTo>
                  <a:pt x="1560855" y="122649"/>
                </a:lnTo>
                <a:lnTo>
                  <a:pt x="1561832" y="122827"/>
                </a:lnTo>
                <a:lnTo>
                  <a:pt x="1562824" y="122987"/>
                </a:lnTo>
                <a:lnTo>
                  <a:pt x="1563832" y="123128"/>
                </a:lnTo>
                <a:lnTo>
                  <a:pt x="1564856" y="123250"/>
                </a:lnTo>
                <a:lnTo>
                  <a:pt x="1565896" y="123353"/>
                </a:lnTo>
                <a:lnTo>
                  <a:pt x="1566952" y="123438"/>
                </a:lnTo>
                <a:lnTo>
                  <a:pt x="1568024" y="123504"/>
                </a:lnTo>
                <a:lnTo>
                  <a:pt x="1569111" y="123551"/>
                </a:lnTo>
                <a:lnTo>
                  <a:pt x="1570215" y="123579"/>
                </a:lnTo>
                <a:lnTo>
                  <a:pt x="1571334" y="123588"/>
                </a:lnTo>
                <a:lnTo>
                  <a:pt x="1572300" y="123581"/>
                </a:lnTo>
                <a:lnTo>
                  <a:pt x="1573256" y="123560"/>
                </a:lnTo>
                <a:lnTo>
                  <a:pt x="1574200" y="123525"/>
                </a:lnTo>
                <a:lnTo>
                  <a:pt x="1575133" y="123475"/>
                </a:lnTo>
                <a:lnTo>
                  <a:pt x="1576055" y="123412"/>
                </a:lnTo>
                <a:close/>
                <a:moveTo>
                  <a:pt x="1549256" y="67749"/>
                </a:moveTo>
                <a:lnTo>
                  <a:pt x="1549296" y="67275"/>
                </a:lnTo>
                <a:lnTo>
                  <a:pt x="1549344" y="66803"/>
                </a:lnTo>
                <a:lnTo>
                  <a:pt x="1549402" y="66331"/>
                </a:lnTo>
                <a:lnTo>
                  <a:pt x="1549468" y="65861"/>
                </a:lnTo>
                <a:lnTo>
                  <a:pt x="1549543" y="65392"/>
                </a:lnTo>
                <a:lnTo>
                  <a:pt x="1549626" y="64924"/>
                </a:lnTo>
                <a:lnTo>
                  <a:pt x="1549719" y="64457"/>
                </a:lnTo>
                <a:lnTo>
                  <a:pt x="1549820" y="63992"/>
                </a:lnTo>
                <a:lnTo>
                  <a:pt x="1549930" y="63528"/>
                </a:lnTo>
                <a:lnTo>
                  <a:pt x="1550049" y="63064"/>
                </a:lnTo>
                <a:lnTo>
                  <a:pt x="1550177" y="62602"/>
                </a:lnTo>
                <a:lnTo>
                  <a:pt x="1550313" y="62142"/>
                </a:lnTo>
                <a:lnTo>
                  <a:pt x="1550458" y="61682"/>
                </a:lnTo>
                <a:lnTo>
                  <a:pt x="1550613" y="61223"/>
                </a:lnTo>
                <a:lnTo>
                  <a:pt x="1550775" y="60766"/>
                </a:lnTo>
                <a:lnTo>
                  <a:pt x="1550947" y="60310"/>
                </a:lnTo>
                <a:lnTo>
                  <a:pt x="1551128" y="59855"/>
                </a:lnTo>
                <a:lnTo>
                  <a:pt x="1551317" y="59401"/>
                </a:lnTo>
                <a:lnTo>
                  <a:pt x="1551515" y="58949"/>
                </a:lnTo>
                <a:lnTo>
                  <a:pt x="1551722" y="58497"/>
                </a:lnTo>
                <a:lnTo>
                  <a:pt x="1551951" y="58036"/>
                </a:lnTo>
                <a:lnTo>
                  <a:pt x="1552188" y="57581"/>
                </a:lnTo>
                <a:lnTo>
                  <a:pt x="1552433" y="57134"/>
                </a:lnTo>
                <a:lnTo>
                  <a:pt x="1552685" y="56694"/>
                </a:lnTo>
                <a:lnTo>
                  <a:pt x="1552945" y="56261"/>
                </a:lnTo>
                <a:lnTo>
                  <a:pt x="1553212" y="55834"/>
                </a:lnTo>
                <a:lnTo>
                  <a:pt x="1553487" y="55415"/>
                </a:lnTo>
                <a:lnTo>
                  <a:pt x="1553770" y="55003"/>
                </a:lnTo>
                <a:lnTo>
                  <a:pt x="1554060" y="54598"/>
                </a:lnTo>
                <a:lnTo>
                  <a:pt x="1554358" y="54200"/>
                </a:lnTo>
                <a:lnTo>
                  <a:pt x="1554663" y="53809"/>
                </a:lnTo>
                <a:lnTo>
                  <a:pt x="1554977" y="53425"/>
                </a:lnTo>
                <a:lnTo>
                  <a:pt x="1555297" y="53048"/>
                </a:lnTo>
                <a:lnTo>
                  <a:pt x="1555626" y="52679"/>
                </a:lnTo>
                <a:lnTo>
                  <a:pt x="1555962" y="52316"/>
                </a:lnTo>
                <a:lnTo>
                  <a:pt x="1556306" y="51960"/>
                </a:lnTo>
                <a:lnTo>
                  <a:pt x="1556657" y="51611"/>
                </a:lnTo>
                <a:lnTo>
                  <a:pt x="1557016" y="51270"/>
                </a:lnTo>
                <a:lnTo>
                  <a:pt x="1557383" y="50935"/>
                </a:lnTo>
                <a:lnTo>
                  <a:pt x="1557757" y="50607"/>
                </a:lnTo>
                <a:lnTo>
                  <a:pt x="1558139" y="50287"/>
                </a:lnTo>
                <a:lnTo>
                  <a:pt x="1558528" y="49973"/>
                </a:lnTo>
                <a:lnTo>
                  <a:pt x="1558925" y="49667"/>
                </a:lnTo>
                <a:lnTo>
                  <a:pt x="1559330" y="49368"/>
                </a:lnTo>
                <a:lnTo>
                  <a:pt x="1559756" y="49078"/>
                </a:lnTo>
                <a:lnTo>
                  <a:pt x="1560191" y="48801"/>
                </a:lnTo>
                <a:lnTo>
                  <a:pt x="1560632" y="48535"/>
                </a:lnTo>
                <a:lnTo>
                  <a:pt x="1561082" y="48283"/>
                </a:lnTo>
                <a:lnTo>
                  <a:pt x="1561539" y="48042"/>
                </a:lnTo>
                <a:lnTo>
                  <a:pt x="1562003" y="47814"/>
                </a:lnTo>
                <a:lnTo>
                  <a:pt x="1562476" y="47599"/>
                </a:lnTo>
                <a:lnTo>
                  <a:pt x="1562956" y="47395"/>
                </a:lnTo>
                <a:lnTo>
                  <a:pt x="1563443" y="47204"/>
                </a:lnTo>
                <a:lnTo>
                  <a:pt x="1563938" y="47025"/>
                </a:lnTo>
                <a:lnTo>
                  <a:pt x="1564441" y="46859"/>
                </a:lnTo>
                <a:lnTo>
                  <a:pt x="1564952" y="46705"/>
                </a:lnTo>
                <a:lnTo>
                  <a:pt x="1565470" y="46563"/>
                </a:lnTo>
                <a:lnTo>
                  <a:pt x="1565995" y="46434"/>
                </a:lnTo>
                <a:lnTo>
                  <a:pt x="1566529" y="46316"/>
                </a:lnTo>
                <a:lnTo>
                  <a:pt x="1567070" y="46212"/>
                </a:lnTo>
                <a:lnTo>
                  <a:pt x="1567618" y="46119"/>
                </a:lnTo>
                <a:lnTo>
                  <a:pt x="1568174" y="46039"/>
                </a:lnTo>
                <a:lnTo>
                  <a:pt x="1568738" y="45971"/>
                </a:lnTo>
                <a:lnTo>
                  <a:pt x="1569310" y="45916"/>
                </a:lnTo>
                <a:lnTo>
                  <a:pt x="1569889" y="45873"/>
                </a:lnTo>
                <a:lnTo>
                  <a:pt x="1570476" y="45842"/>
                </a:lnTo>
                <a:lnTo>
                  <a:pt x="1571070" y="45823"/>
                </a:lnTo>
                <a:lnTo>
                  <a:pt x="1571672" y="45817"/>
                </a:lnTo>
                <a:lnTo>
                  <a:pt x="1572205" y="45822"/>
                </a:lnTo>
                <a:lnTo>
                  <a:pt x="1572732" y="45837"/>
                </a:lnTo>
                <a:lnTo>
                  <a:pt x="1573254" y="45862"/>
                </a:lnTo>
                <a:lnTo>
                  <a:pt x="1573771" y="45897"/>
                </a:lnTo>
                <a:lnTo>
                  <a:pt x="1574283" y="45942"/>
                </a:lnTo>
                <a:lnTo>
                  <a:pt x="1574789" y="45997"/>
                </a:lnTo>
                <a:lnTo>
                  <a:pt x="1575290" y="46062"/>
                </a:lnTo>
                <a:lnTo>
                  <a:pt x="1575786" y="46137"/>
                </a:lnTo>
                <a:lnTo>
                  <a:pt x="1576276" y="46221"/>
                </a:lnTo>
                <a:lnTo>
                  <a:pt x="1576762" y="46316"/>
                </a:lnTo>
                <a:lnTo>
                  <a:pt x="1577242" y="46421"/>
                </a:lnTo>
                <a:lnTo>
                  <a:pt x="1577716" y="46536"/>
                </a:lnTo>
                <a:lnTo>
                  <a:pt x="1578186" y="46660"/>
                </a:lnTo>
                <a:lnTo>
                  <a:pt x="1578650" y="46795"/>
                </a:lnTo>
                <a:lnTo>
                  <a:pt x="1579108" y="46940"/>
                </a:lnTo>
                <a:lnTo>
                  <a:pt x="1579562" y="47095"/>
                </a:lnTo>
                <a:lnTo>
                  <a:pt x="1580010" y="47259"/>
                </a:lnTo>
                <a:lnTo>
                  <a:pt x="1580453" y="47434"/>
                </a:lnTo>
                <a:lnTo>
                  <a:pt x="1580891" y="47619"/>
                </a:lnTo>
                <a:lnTo>
                  <a:pt x="1581323" y="47813"/>
                </a:lnTo>
                <a:lnTo>
                  <a:pt x="1581750" y="48018"/>
                </a:lnTo>
                <a:lnTo>
                  <a:pt x="1582172" y="48232"/>
                </a:lnTo>
                <a:lnTo>
                  <a:pt x="1582588" y="48457"/>
                </a:lnTo>
                <a:lnTo>
                  <a:pt x="1583000" y="48691"/>
                </a:lnTo>
                <a:lnTo>
                  <a:pt x="1583404" y="48935"/>
                </a:lnTo>
                <a:lnTo>
                  <a:pt x="1583800" y="49186"/>
                </a:lnTo>
                <a:lnTo>
                  <a:pt x="1584188" y="49444"/>
                </a:lnTo>
                <a:lnTo>
                  <a:pt x="1584568" y="49710"/>
                </a:lnTo>
                <a:lnTo>
                  <a:pt x="1584940" y="49984"/>
                </a:lnTo>
                <a:lnTo>
                  <a:pt x="1585303" y="50266"/>
                </a:lnTo>
                <a:lnTo>
                  <a:pt x="1585658" y="50555"/>
                </a:lnTo>
                <a:lnTo>
                  <a:pt x="1586005" y="50852"/>
                </a:lnTo>
                <a:lnTo>
                  <a:pt x="1586344" y="51156"/>
                </a:lnTo>
                <a:lnTo>
                  <a:pt x="1586674" y="51468"/>
                </a:lnTo>
                <a:lnTo>
                  <a:pt x="1586997" y="51788"/>
                </a:lnTo>
                <a:lnTo>
                  <a:pt x="1587311" y="52115"/>
                </a:lnTo>
                <a:lnTo>
                  <a:pt x="1587616" y="52450"/>
                </a:lnTo>
                <a:lnTo>
                  <a:pt x="1587914" y="52792"/>
                </a:lnTo>
                <a:lnTo>
                  <a:pt x="1588204" y="53143"/>
                </a:lnTo>
                <a:lnTo>
                  <a:pt x="1588485" y="53500"/>
                </a:lnTo>
                <a:lnTo>
                  <a:pt x="1588758" y="53866"/>
                </a:lnTo>
                <a:lnTo>
                  <a:pt x="1589022" y="54239"/>
                </a:lnTo>
                <a:lnTo>
                  <a:pt x="1589279" y="54620"/>
                </a:lnTo>
                <a:lnTo>
                  <a:pt x="1589527" y="55008"/>
                </a:lnTo>
                <a:lnTo>
                  <a:pt x="1589767" y="55404"/>
                </a:lnTo>
                <a:lnTo>
                  <a:pt x="1589999" y="55807"/>
                </a:lnTo>
                <a:lnTo>
                  <a:pt x="1590223" y="56219"/>
                </a:lnTo>
                <a:lnTo>
                  <a:pt x="1590438" y="56637"/>
                </a:lnTo>
                <a:lnTo>
                  <a:pt x="1590659" y="57049"/>
                </a:lnTo>
                <a:lnTo>
                  <a:pt x="1590871" y="57465"/>
                </a:lnTo>
                <a:lnTo>
                  <a:pt x="1591072" y="57887"/>
                </a:lnTo>
                <a:lnTo>
                  <a:pt x="1591265" y="58314"/>
                </a:lnTo>
                <a:lnTo>
                  <a:pt x="1591448" y="58746"/>
                </a:lnTo>
                <a:lnTo>
                  <a:pt x="1591622" y="59184"/>
                </a:lnTo>
                <a:lnTo>
                  <a:pt x="1591786" y="59627"/>
                </a:lnTo>
                <a:lnTo>
                  <a:pt x="1591941" y="60075"/>
                </a:lnTo>
                <a:lnTo>
                  <a:pt x="1592087" y="60529"/>
                </a:lnTo>
                <a:lnTo>
                  <a:pt x="1592223" y="60987"/>
                </a:lnTo>
                <a:lnTo>
                  <a:pt x="1592350" y="61452"/>
                </a:lnTo>
                <a:lnTo>
                  <a:pt x="1592467" y="61921"/>
                </a:lnTo>
                <a:lnTo>
                  <a:pt x="1592575" y="62395"/>
                </a:lnTo>
                <a:lnTo>
                  <a:pt x="1592674" y="62875"/>
                </a:lnTo>
                <a:lnTo>
                  <a:pt x="1592763" y="63361"/>
                </a:lnTo>
                <a:lnTo>
                  <a:pt x="1592843" y="63851"/>
                </a:lnTo>
                <a:lnTo>
                  <a:pt x="1592913" y="64347"/>
                </a:lnTo>
                <a:lnTo>
                  <a:pt x="1592974" y="64848"/>
                </a:lnTo>
                <a:lnTo>
                  <a:pt x="1593026" y="65354"/>
                </a:lnTo>
                <a:lnTo>
                  <a:pt x="1593068" y="65866"/>
                </a:lnTo>
                <a:lnTo>
                  <a:pt x="1593101" y="66383"/>
                </a:lnTo>
                <a:lnTo>
                  <a:pt x="1593125" y="66905"/>
                </a:lnTo>
                <a:lnTo>
                  <a:pt x="1593139" y="67432"/>
                </a:lnTo>
                <a:lnTo>
                  <a:pt x="1593144" y="67965"/>
                </a:lnTo>
                <a:lnTo>
                  <a:pt x="1593144" y="70501"/>
                </a:lnTo>
                <a:lnTo>
                  <a:pt x="1549186" y="70501"/>
                </a:lnTo>
                <a:lnTo>
                  <a:pt x="1549186" y="69656"/>
                </a:lnTo>
                <a:lnTo>
                  <a:pt x="1549190" y="69177"/>
                </a:lnTo>
                <a:lnTo>
                  <a:pt x="1549204" y="68700"/>
                </a:lnTo>
                <a:lnTo>
                  <a:pt x="1549226" y="68224"/>
                </a:lnTo>
                <a:lnTo>
                  <a:pt x="1549256" y="67749"/>
                </a:lnTo>
                <a:close/>
                <a:moveTo>
                  <a:pt x="1676443" y="123463"/>
                </a:moveTo>
                <a:lnTo>
                  <a:pt x="1677389" y="123408"/>
                </a:lnTo>
                <a:lnTo>
                  <a:pt x="1678323" y="123344"/>
                </a:lnTo>
                <a:lnTo>
                  <a:pt x="1679245" y="123269"/>
                </a:lnTo>
                <a:lnTo>
                  <a:pt x="1680155" y="123184"/>
                </a:lnTo>
                <a:lnTo>
                  <a:pt x="1681052" y="123089"/>
                </a:lnTo>
                <a:lnTo>
                  <a:pt x="1681937" y="122984"/>
                </a:lnTo>
                <a:lnTo>
                  <a:pt x="1682810" y="122870"/>
                </a:lnTo>
                <a:lnTo>
                  <a:pt x="1683670" y="122745"/>
                </a:lnTo>
                <a:lnTo>
                  <a:pt x="1684518" y="122610"/>
                </a:lnTo>
                <a:lnTo>
                  <a:pt x="1685354" y="122465"/>
                </a:lnTo>
                <a:lnTo>
                  <a:pt x="1686177" y="122311"/>
                </a:lnTo>
                <a:lnTo>
                  <a:pt x="1686988" y="122146"/>
                </a:lnTo>
                <a:lnTo>
                  <a:pt x="1687787" y="121971"/>
                </a:lnTo>
                <a:lnTo>
                  <a:pt x="1688573" y="121787"/>
                </a:lnTo>
                <a:lnTo>
                  <a:pt x="1689347" y="121592"/>
                </a:lnTo>
                <a:lnTo>
                  <a:pt x="1690109" y="121388"/>
                </a:lnTo>
                <a:lnTo>
                  <a:pt x="1690858" y="121173"/>
                </a:lnTo>
                <a:lnTo>
                  <a:pt x="1691595" y="120948"/>
                </a:lnTo>
                <a:lnTo>
                  <a:pt x="1692320" y="120714"/>
                </a:lnTo>
                <a:lnTo>
                  <a:pt x="1693045" y="120469"/>
                </a:lnTo>
                <a:lnTo>
                  <a:pt x="1693756" y="120214"/>
                </a:lnTo>
                <a:lnTo>
                  <a:pt x="1694452" y="119948"/>
                </a:lnTo>
                <a:lnTo>
                  <a:pt x="1695133" y="119671"/>
                </a:lnTo>
                <a:lnTo>
                  <a:pt x="1695800" y="119384"/>
                </a:lnTo>
                <a:lnTo>
                  <a:pt x="1696451" y="119087"/>
                </a:lnTo>
                <a:lnTo>
                  <a:pt x="1697089" y="118778"/>
                </a:lnTo>
                <a:lnTo>
                  <a:pt x="1697711" y="118460"/>
                </a:lnTo>
                <a:lnTo>
                  <a:pt x="1698319" y="118130"/>
                </a:lnTo>
                <a:lnTo>
                  <a:pt x="1698912" y="117790"/>
                </a:lnTo>
                <a:lnTo>
                  <a:pt x="1699491" y="117440"/>
                </a:lnTo>
                <a:lnTo>
                  <a:pt x="1700055" y="117079"/>
                </a:lnTo>
                <a:lnTo>
                  <a:pt x="1700604" y="116707"/>
                </a:lnTo>
                <a:lnTo>
                  <a:pt x="1701138" y="116325"/>
                </a:lnTo>
                <a:lnTo>
                  <a:pt x="1701658" y="115933"/>
                </a:lnTo>
                <a:lnTo>
                  <a:pt x="1702163" y="115529"/>
                </a:lnTo>
                <a:lnTo>
                  <a:pt x="1702654" y="115115"/>
                </a:lnTo>
                <a:lnTo>
                  <a:pt x="1703130" y="114691"/>
                </a:lnTo>
                <a:lnTo>
                  <a:pt x="1703591" y="114256"/>
                </a:lnTo>
                <a:lnTo>
                  <a:pt x="1704037" y="113810"/>
                </a:lnTo>
                <a:lnTo>
                  <a:pt x="1704469" y="113354"/>
                </a:lnTo>
                <a:lnTo>
                  <a:pt x="1704886" y="112888"/>
                </a:lnTo>
                <a:lnTo>
                  <a:pt x="1705288" y="112410"/>
                </a:lnTo>
                <a:lnTo>
                  <a:pt x="1705676" y="111922"/>
                </a:lnTo>
                <a:lnTo>
                  <a:pt x="1706062" y="111424"/>
                </a:lnTo>
                <a:lnTo>
                  <a:pt x="1706432" y="110915"/>
                </a:lnTo>
                <a:lnTo>
                  <a:pt x="1706786" y="110396"/>
                </a:lnTo>
                <a:lnTo>
                  <a:pt x="1707123" y="109865"/>
                </a:lnTo>
                <a:lnTo>
                  <a:pt x="1707443" y="109325"/>
                </a:lnTo>
                <a:lnTo>
                  <a:pt x="1707747" y="108774"/>
                </a:lnTo>
                <a:lnTo>
                  <a:pt x="1708035" y="108212"/>
                </a:lnTo>
                <a:lnTo>
                  <a:pt x="1708306" y="107639"/>
                </a:lnTo>
                <a:lnTo>
                  <a:pt x="1708561" y="107056"/>
                </a:lnTo>
                <a:lnTo>
                  <a:pt x="1708799" y="106463"/>
                </a:lnTo>
                <a:lnTo>
                  <a:pt x="1709021" y="105859"/>
                </a:lnTo>
                <a:lnTo>
                  <a:pt x="1709226" y="105244"/>
                </a:lnTo>
                <a:lnTo>
                  <a:pt x="1709415" y="104619"/>
                </a:lnTo>
                <a:lnTo>
                  <a:pt x="1709588" y="103983"/>
                </a:lnTo>
                <a:lnTo>
                  <a:pt x="1709744" y="103337"/>
                </a:lnTo>
                <a:lnTo>
                  <a:pt x="1709884" y="102680"/>
                </a:lnTo>
                <a:lnTo>
                  <a:pt x="1710007" y="102013"/>
                </a:lnTo>
                <a:lnTo>
                  <a:pt x="1710114" y="101335"/>
                </a:lnTo>
                <a:lnTo>
                  <a:pt x="1710204" y="100646"/>
                </a:lnTo>
                <a:lnTo>
                  <a:pt x="1710278" y="99947"/>
                </a:lnTo>
                <a:lnTo>
                  <a:pt x="1710336" y="99237"/>
                </a:lnTo>
                <a:lnTo>
                  <a:pt x="1710377" y="98517"/>
                </a:lnTo>
                <a:lnTo>
                  <a:pt x="1710402" y="97786"/>
                </a:lnTo>
                <a:lnTo>
                  <a:pt x="1710410" y="97045"/>
                </a:lnTo>
                <a:lnTo>
                  <a:pt x="1710404" y="96388"/>
                </a:lnTo>
                <a:lnTo>
                  <a:pt x="1710388" y="95741"/>
                </a:lnTo>
                <a:lnTo>
                  <a:pt x="1710360" y="95106"/>
                </a:lnTo>
                <a:lnTo>
                  <a:pt x="1710321" y="94480"/>
                </a:lnTo>
                <a:lnTo>
                  <a:pt x="1710271" y="93866"/>
                </a:lnTo>
                <a:lnTo>
                  <a:pt x="1710209" y="93262"/>
                </a:lnTo>
                <a:lnTo>
                  <a:pt x="1710137" y="92668"/>
                </a:lnTo>
                <a:lnTo>
                  <a:pt x="1710053" y="92085"/>
                </a:lnTo>
                <a:lnTo>
                  <a:pt x="1709958" y="91513"/>
                </a:lnTo>
                <a:lnTo>
                  <a:pt x="1709852" y="90951"/>
                </a:lnTo>
                <a:lnTo>
                  <a:pt x="1709735" y="90400"/>
                </a:lnTo>
                <a:lnTo>
                  <a:pt x="1709607" y="89859"/>
                </a:lnTo>
                <a:lnTo>
                  <a:pt x="1709468" y="89329"/>
                </a:lnTo>
                <a:lnTo>
                  <a:pt x="1709317" y="88810"/>
                </a:lnTo>
                <a:lnTo>
                  <a:pt x="1709155" y="88301"/>
                </a:lnTo>
                <a:lnTo>
                  <a:pt x="1708982" y="87802"/>
                </a:lnTo>
                <a:lnTo>
                  <a:pt x="1708798" y="87314"/>
                </a:lnTo>
                <a:lnTo>
                  <a:pt x="1708603" y="86837"/>
                </a:lnTo>
                <a:lnTo>
                  <a:pt x="1708397" y="86370"/>
                </a:lnTo>
                <a:lnTo>
                  <a:pt x="1708179" y="85914"/>
                </a:lnTo>
                <a:lnTo>
                  <a:pt x="1707951" y="85469"/>
                </a:lnTo>
                <a:lnTo>
                  <a:pt x="1707711" y="85034"/>
                </a:lnTo>
                <a:lnTo>
                  <a:pt x="1707460" y="84609"/>
                </a:lnTo>
                <a:lnTo>
                  <a:pt x="1707198" y="84195"/>
                </a:lnTo>
                <a:lnTo>
                  <a:pt x="1706923" y="83776"/>
                </a:lnTo>
                <a:lnTo>
                  <a:pt x="1706634" y="83363"/>
                </a:lnTo>
                <a:lnTo>
                  <a:pt x="1706331" y="82956"/>
                </a:lnTo>
                <a:lnTo>
                  <a:pt x="1706014" y="82556"/>
                </a:lnTo>
                <a:lnTo>
                  <a:pt x="1705683" y="82163"/>
                </a:lnTo>
                <a:lnTo>
                  <a:pt x="1705338" y="81776"/>
                </a:lnTo>
                <a:lnTo>
                  <a:pt x="1704979" y="81395"/>
                </a:lnTo>
                <a:lnTo>
                  <a:pt x="1704605" y="81021"/>
                </a:lnTo>
                <a:lnTo>
                  <a:pt x="1704218" y="80653"/>
                </a:lnTo>
                <a:lnTo>
                  <a:pt x="1703816" y="80292"/>
                </a:lnTo>
                <a:lnTo>
                  <a:pt x="1703401" y="79937"/>
                </a:lnTo>
                <a:lnTo>
                  <a:pt x="1702971" y="79588"/>
                </a:lnTo>
                <a:lnTo>
                  <a:pt x="1702527" y="79246"/>
                </a:lnTo>
                <a:lnTo>
                  <a:pt x="1702069" y="78911"/>
                </a:lnTo>
                <a:lnTo>
                  <a:pt x="1701597" y="78582"/>
                </a:lnTo>
                <a:lnTo>
                  <a:pt x="1701111" y="78259"/>
                </a:lnTo>
                <a:lnTo>
                  <a:pt x="1700611" y="77943"/>
                </a:lnTo>
                <a:lnTo>
                  <a:pt x="1700097" y="77634"/>
                </a:lnTo>
                <a:lnTo>
                  <a:pt x="1699569" y="77330"/>
                </a:lnTo>
                <a:lnTo>
                  <a:pt x="1699026" y="77034"/>
                </a:lnTo>
                <a:lnTo>
                  <a:pt x="1698470" y="76743"/>
                </a:lnTo>
                <a:lnTo>
                  <a:pt x="1697899" y="76459"/>
                </a:lnTo>
                <a:lnTo>
                  <a:pt x="1697314" y="76182"/>
                </a:lnTo>
                <a:lnTo>
                  <a:pt x="1696716" y="75911"/>
                </a:lnTo>
                <a:lnTo>
                  <a:pt x="1696115" y="75645"/>
                </a:lnTo>
                <a:lnTo>
                  <a:pt x="1695496" y="75383"/>
                </a:lnTo>
                <a:lnTo>
                  <a:pt x="1694858" y="75124"/>
                </a:lnTo>
                <a:lnTo>
                  <a:pt x="1694203" y="74869"/>
                </a:lnTo>
                <a:lnTo>
                  <a:pt x="1693529" y="74617"/>
                </a:lnTo>
                <a:lnTo>
                  <a:pt x="1692838" y="74368"/>
                </a:lnTo>
                <a:lnTo>
                  <a:pt x="1692128" y="74124"/>
                </a:lnTo>
                <a:lnTo>
                  <a:pt x="1691399" y="73882"/>
                </a:lnTo>
                <a:lnTo>
                  <a:pt x="1690653" y="73645"/>
                </a:lnTo>
                <a:lnTo>
                  <a:pt x="1689888" y="73410"/>
                </a:lnTo>
                <a:lnTo>
                  <a:pt x="1689105" y="73180"/>
                </a:lnTo>
                <a:lnTo>
                  <a:pt x="1688304" y="72952"/>
                </a:lnTo>
                <a:lnTo>
                  <a:pt x="1687485" y="72729"/>
                </a:lnTo>
                <a:lnTo>
                  <a:pt x="1686648" y="72509"/>
                </a:lnTo>
                <a:lnTo>
                  <a:pt x="1685792" y="72292"/>
                </a:lnTo>
                <a:lnTo>
                  <a:pt x="1684918" y="72079"/>
                </a:lnTo>
                <a:lnTo>
                  <a:pt x="1684026" y="71869"/>
                </a:lnTo>
                <a:lnTo>
                  <a:pt x="1683116" y="71663"/>
                </a:lnTo>
                <a:lnTo>
                  <a:pt x="1682188" y="71461"/>
                </a:lnTo>
                <a:lnTo>
                  <a:pt x="1681241" y="71262"/>
                </a:lnTo>
                <a:lnTo>
                  <a:pt x="1680276" y="71066"/>
                </a:lnTo>
                <a:lnTo>
                  <a:pt x="1679293" y="70874"/>
                </a:lnTo>
                <a:lnTo>
                  <a:pt x="1678292" y="70686"/>
                </a:lnTo>
                <a:lnTo>
                  <a:pt x="1677273" y="70501"/>
                </a:lnTo>
                <a:lnTo>
                  <a:pt x="1676449" y="70346"/>
                </a:lnTo>
                <a:lnTo>
                  <a:pt x="1675642" y="70192"/>
                </a:lnTo>
                <a:lnTo>
                  <a:pt x="1674850" y="70039"/>
                </a:lnTo>
                <a:lnTo>
                  <a:pt x="1674075" y="69886"/>
                </a:lnTo>
                <a:lnTo>
                  <a:pt x="1673315" y="69733"/>
                </a:lnTo>
                <a:lnTo>
                  <a:pt x="1672571" y="69582"/>
                </a:lnTo>
                <a:lnTo>
                  <a:pt x="1671842" y="69431"/>
                </a:lnTo>
                <a:lnTo>
                  <a:pt x="1671130" y="69280"/>
                </a:lnTo>
                <a:lnTo>
                  <a:pt x="1670434" y="69130"/>
                </a:lnTo>
                <a:lnTo>
                  <a:pt x="1669753" y="68981"/>
                </a:lnTo>
                <a:lnTo>
                  <a:pt x="1669088" y="68832"/>
                </a:lnTo>
                <a:lnTo>
                  <a:pt x="1668439" y="68684"/>
                </a:lnTo>
                <a:lnTo>
                  <a:pt x="1667806" y="68536"/>
                </a:lnTo>
                <a:lnTo>
                  <a:pt x="1667189" y="68389"/>
                </a:lnTo>
                <a:lnTo>
                  <a:pt x="1666587" y="68242"/>
                </a:lnTo>
                <a:lnTo>
                  <a:pt x="1666002" y="68096"/>
                </a:lnTo>
                <a:lnTo>
                  <a:pt x="1665432" y="67951"/>
                </a:lnTo>
                <a:lnTo>
                  <a:pt x="1664878" y="67806"/>
                </a:lnTo>
                <a:lnTo>
                  <a:pt x="1664340" y="67662"/>
                </a:lnTo>
                <a:lnTo>
                  <a:pt x="1663818" y="67519"/>
                </a:lnTo>
                <a:lnTo>
                  <a:pt x="1663312" y="67376"/>
                </a:lnTo>
                <a:lnTo>
                  <a:pt x="1662821" y="67234"/>
                </a:lnTo>
                <a:lnTo>
                  <a:pt x="1662346" y="67092"/>
                </a:lnTo>
                <a:lnTo>
                  <a:pt x="1661888" y="66951"/>
                </a:lnTo>
                <a:lnTo>
                  <a:pt x="1661457" y="66809"/>
                </a:lnTo>
                <a:lnTo>
                  <a:pt x="1661036" y="66666"/>
                </a:lnTo>
                <a:lnTo>
                  <a:pt x="1660628" y="66523"/>
                </a:lnTo>
                <a:lnTo>
                  <a:pt x="1660230" y="66378"/>
                </a:lnTo>
                <a:lnTo>
                  <a:pt x="1659843" y="66231"/>
                </a:lnTo>
                <a:lnTo>
                  <a:pt x="1659468" y="66084"/>
                </a:lnTo>
                <a:lnTo>
                  <a:pt x="1659104" y="65936"/>
                </a:lnTo>
                <a:lnTo>
                  <a:pt x="1658751" y="65786"/>
                </a:lnTo>
                <a:lnTo>
                  <a:pt x="1658409" y="65635"/>
                </a:lnTo>
                <a:lnTo>
                  <a:pt x="1658078" y="65483"/>
                </a:lnTo>
                <a:lnTo>
                  <a:pt x="1657758" y="65330"/>
                </a:lnTo>
                <a:lnTo>
                  <a:pt x="1657450" y="65175"/>
                </a:lnTo>
                <a:lnTo>
                  <a:pt x="1657152" y="65020"/>
                </a:lnTo>
                <a:lnTo>
                  <a:pt x="1656866" y="64863"/>
                </a:lnTo>
                <a:lnTo>
                  <a:pt x="1656591" y="64705"/>
                </a:lnTo>
                <a:lnTo>
                  <a:pt x="1656327" y="64546"/>
                </a:lnTo>
                <a:lnTo>
                  <a:pt x="1656075" y="64386"/>
                </a:lnTo>
                <a:lnTo>
                  <a:pt x="1655833" y="64224"/>
                </a:lnTo>
                <a:lnTo>
                  <a:pt x="1655603" y="64062"/>
                </a:lnTo>
                <a:lnTo>
                  <a:pt x="1655383" y="63898"/>
                </a:lnTo>
                <a:lnTo>
                  <a:pt x="1655175" y="63733"/>
                </a:lnTo>
                <a:lnTo>
                  <a:pt x="1654978" y="63567"/>
                </a:lnTo>
                <a:lnTo>
                  <a:pt x="1654793" y="63400"/>
                </a:lnTo>
                <a:lnTo>
                  <a:pt x="1654618" y="63231"/>
                </a:lnTo>
                <a:lnTo>
                  <a:pt x="1654452" y="63046"/>
                </a:lnTo>
                <a:lnTo>
                  <a:pt x="1654294" y="62858"/>
                </a:lnTo>
                <a:lnTo>
                  <a:pt x="1654142" y="62666"/>
                </a:lnTo>
                <a:lnTo>
                  <a:pt x="1653998" y="62470"/>
                </a:lnTo>
                <a:lnTo>
                  <a:pt x="1653861" y="62271"/>
                </a:lnTo>
                <a:lnTo>
                  <a:pt x="1653730" y="62069"/>
                </a:lnTo>
                <a:lnTo>
                  <a:pt x="1653607" y="61863"/>
                </a:lnTo>
                <a:lnTo>
                  <a:pt x="1653491" y="61653"/>
                </a:lnTo>
                <a:lnTo>
                  <a:pt x="1653382" y="61440"/>
                </a:lnTo>
                <a:lnTo>
                  <a:pt x="1653279" y="61223"/>
                </a:lnTo>
                <a:lnTo>
                  <a:pt x="1653184" y="61003"/>
                </a:lnTo>
                <a:lnTo>
                  <a:pt x="1653096" y="60780"/>
                </a:lnTo>
                <a:lnTo>
                  <a:pt x="1653015" y="60552"/>
                </a:lnTo>
                <a:lnTo>
                  <a:pt x="1652941" y="60322"/>
                </a:lnTo>
                <a:lnTo>
                  <a:pt x="1652874" y="60088"/>
                </a:lnTo>
                <a:lnTo>
                  <a:pt x="1652814" y="59850"/>
                </a:lnTo>
                <a:lnTo>
                  <a:pt x="1652762" y="59608"/>
                </a:lnTo>
                <a:lnTo>
                  <a:pt x="1652716" y="59364"/>
                </a:lnTo>
                <a:lnTo>
                  <a:pt x="1652677" y="59115"/>
                </a:lnTo>
                <a:lnTo>
                  <a:pt x="1652645" y="58864"/>
                </a:lnTo>
                <a:lnTo>
                  <a:pt x="1652621" y="58608"/>
                </a:lnTo>
                <a:lnTo>
                  <a:pt x="1652603" y="58349"/>
                </a:lnTo>
                <a:lnTo>
                  <a:pt x="1652593" y="58087"/>
                </a:lnTo>
                <a:lnTo>
                  <a:pt x="1652589" y="57821"/>
                </a:lnTo>
                <a:lnTo>
                  <a:pt x="1652623" y="56828"/>
                </a:lnTo>
                <a:lnTo>
                  <a:pt x="1652725" y="55877"/>
                </a:lnTo>
                <a:lnTo>
                  <a:pt x="1652895" y="54968"/>
                </a:lnTo>
                <a:lnTo>
                  <a:pt x="1653134" y="54101"/>
                </a:lnTo>
                <a:lnTo>
                  <a:pt x="1653440" y="53277"/>
                </a:lnTo>
                <a:lnTo>
                  <a:pt x="1653815" y="52495"/>
                </a:lnTo>
                <a:lnTo>
                  <a:pt x="1654257" y="51756"/>
                </a:lnTo>
                <a:lnTo>
                  <a:pt x="1654768" y="51058"/>
                </a:lnTo>
                <a:lnTo>
                  <a:pt x="1655347" y="50403"/>
                </a:lnTo>
                <a:lnTo>
                  <a:pt x="1655994" y="49790"/>
                </a:lnTo>
                <a:lnTo>
                  <a:pt x="1656709" y="49220"/>
                </a:lnTo>
                <a:lnTo>
                  <a:pt x="1657492" y="48691"/>
                </a:lnTo>
                <a:lnTo>
                  <a:pt x="1658343" y="48205"/>
                </a:lnTo>
                <a:lnTo>
                  <a:pt x="1659262" y="47761"/>
                </a:lnTo>
                <a:lnTo>
                  <a:pt x="1660250" y="47360"/>
                </a:lnTo>
                <a:lnTo>
                  <a:pt x="1661305" y="47001"/>
                </a:lnTo>
                <a:lnTo>
                  <a:pt x="1662429" y="46684"/>
                </a:lnTo>
                <a:lnTo>
                  <a:pt x="1663621" y="46409"/>
                </a:lnTo>
                <a:lnTo>
                  <a:pt x="1664880" y="46176"/>
                </a:lnTo>
                <a:lnTo>
                  <a:pt x="1666208" y="45986"/>
                </a:lnTo>
                <a:lnTo>
                  <a:pt x="1667604" y="45838"/>
                </a:lnTo>
                <a:lnTo>
                  <a:pt x="1669068" y="45733"/>
                </a:lnTo>
                <a:lnTo>
                  <a:pt x="1670601" y="45669"/>
                </a:lnTo>
                <a:lnTo>
                  <a:pt x="1672201" y="45648"/>
                </a:lnTo>
                <a:lnTo>
                  <a:pt x="1672664" y="45650"/>
                </a:lnTo>
                <a:lnTo>
                  <a:pt x="1673124" y="45656"/>
                </a:lnTo>
                <a:lnTo>
                  <a:pt x="1673580" y="45667"/>
                </a:lnTo>
                <a:lnTo>
                  <a:pt x="1674033" y="45681"/>
                </a:lnTo>
                <a:lnTo>
                  <a:pt x="1674482" y="45699"/>
                </a:lnTo>
                <a:lnTo>
                  <a:pt x="1674927" y="45722"/>
                </a:lnTo>
                <a:lnTo>
                  <a:pt x="1675369" y="45749"/>
                </a:lnTo>
                <a:lnTo>
                  <a:pt x="1675808" y="45780"/>
                </a:lnTo>
                <a:lnTo>
                  <a:pt x="1676243" y="45815"/>
                </a:lnTo>
                <a:lnTo>
                  <a:pt x="1676674" y="45854"/>
                </a:lnTo>
                <a:lnTo>
                  <a:pt x="1677102" y="45897"/>
                </a:lnTo>
                <a:lnTo>
                  <a:pt x="1677527" y="45944"/>
                </a:lnTo>
                <a:lnTo>
                  <a:pt x="1677947" y="45995"/>
                </a:lnTo>
                <a:lnTo>
                  <a:pt x="1678365" y="46051"/>
                </a:lnTo>
                <a:lnTo>
                  <a:pt x="1678779" y="46110"/>
                </a:lnTo>
                <a:lnTo>
                  <a:pt x="1679189" y="46174"/>
                </a:lnTo>
                <a:lnTo>
                  <a:pt x="1679596" y="46242"/>
                </a:lnTo>
                <a:lnTo>
                  <a:pt x="1679999" y="46314"/>
                </a:lnTo>
                <a:lnTo>
                  <a:pt x="1680399" y="46390"/>
                </a:lnTo>
                <a:lnTo>
                  <a:pt x="1680795" y="46470"/>
                </a:lnTo>
                <a:lnTo>
                  <a:pt x="1681188" y="46554"/>
                </a:lnTo>
                <a:lnTo>
                  <a:pt x="1681577" y="46643"/>
                </a:lnTo>
                <a:lnTo>
                  <a:pt x="1681963" y="46735"/>
                </a:lnTo>
                <a:lnTo>
                  <a:pt x="1682345" y="46832"/>
                </a:lnTo>
                <a:lnTo>
                  <a:pt x="1682736" y="46920"/>
                </a:lnTo>
                <a:lnTo>
                  <a:pt x="1683120" y="47016"/>
                </a:lnTo>
                <a:lnTo>
                  <a:pt x="1683497" y="47120"/>
                </a:lnTo>
                <a:lnTo>
                  <a:pt x="1683867" y="47231"/>
                </a:lnTo>
                <a:lnTo>
                  <a:pt x="1684229" y="47350"/>
                </a:lnTo>
                <a:lnTo>
                  <a:pt x="1684585" y="47476"/>
                </a:lnTo>
                <a:lnTo>
                  <a:pt x="1684934" y="47610"/>
                </a:lnTo>
                <a:lnTo>
                  <a:pt x="1685275" y="47752"/>
                </a:lnTo>
                <a:lnTo>
                  <a:pt x="1685610" y="47901"/>
                </a:lnTo>
                <a:lnTo>
                  <a:pt x="1685938" y="48059"/>
                </a:lnTo>
                <a:lnTo>
                  <a:pt x="1686258" y="48223"/>
                </a:lnTo>
                <a:lnTo>
                  <a:pt x="1686572" y="48395"/>
                </a:lnTo>
                <a:lnTo>
                  <a:pt x="1686878" y="48575"/>
                </a:lnTo>
                <a:lnTo>
                  <a:pt x="1687177" y="48763"/>
                </a:lnTo>
                <a:lnTo>
                  <a:pt x="1687470" y="48958"/>
                </a:lnTo>
                <a:lnTo>
                  <a:pt x="1687755" y="49161"/>
                </a:lnTo>
                <a:lnTo>
                  <a:pt x="1688033" y="49371"/>
                </a:lnTo>
                <a:lnTo>
                  <a:pt x="1688305" y="49590"/>
                </a:lnTo>
                <a:lnTo>
                  <a:pt x="1688569" y="49815"/>
                </a:lnTo>
                <a:lnTo>
                  <a:pt x="1688826" y="50049"/>
                </a:lnTo>
                <a:lnTo>
                  <a:pt x="1689076" y="50290"/>
                </a:lnTo>
                <a:lnTo>
                  <a:pt x="1689319" y="50538"/>
                </a:lnTo>
                <a:lnTo>
                  <a:pt x="1689555" y="50794"/>
                </a:lnTo>
                <a:lnTo>
                  <a:pt x="1689784" y="51058"/>
                </a:lnTo>
                <a:lnTo>
                  <a:pt x="1690018" y="51317"/>
                </a:lnTo>
                <a:lnTo>
                  <a:pt x="1690243" y="51587"/>
                </a:lnTo>
                <a:lnTo>
                  <a:pt x="1690458" y="51867"/>
                </a:lnTo>
                <a:lnTo>
                  <a:pt x="1690662" y="52157"/>
                </a:lnTo>
                <a:lnTo>
                  <a:pt x="1690857" y="52458"/>
                </a:lnTo>
                <a:lnTo>
                  <a:pt x="1691041" y="52770"/>
                </a:lnTo>
                <a:lnTo>
                  <a:pt x="1691216" y="53092"/>
                </a:lnTo>
                <a:lnTo>
                  <a:pt x="1691381" y="53425"/>
                </a:lnTo>
                <a:lnTo>
                  <a:pt x="1691535" y="53769"/>
                </a:lnTo>
                <a:lnTo>
                  <a:pt x="1691680" y="54123"/>
                </a:lnTo>
                <a:lnTo>
                  <a:pt x="1691815" y="54487"/>
                </a:lnTo>
                <a:lnTo>
                  <a:pt x="1691939" y="54862"/>
                </a:lnTo>
                <a:lnTo>
                  <a:pt x="1692054" y="55248"/>
                </a:lnTo>
                <a:lnTo>
                  <a:pt x="1692159" y="55644"/>
                </a:lnTo>
                <a:lnTo>
                  <a:pt x="1692254" y="56051"/>
                </a:lnTo>
                <a:lnTo>
                  <a:pt x="1692339" y="56468"/>
                </a:lnTo>
                <a:lnTo>
                  <a:pt x="1692414" y="56896"/>
                </a:lnTo>
                <a:lnTo>
                  <a:pt x="1692478" y="57335"/>
                </a:lnTo>
                <a:lnTo>
                  <a:pt x="1692533" y="57784"/>
                </a:lnTo>
                <a:lnTo>
                  <a:pt x="1692578" y="58244"/>
                </a:lnTo>
                <a:lnTo>
                  <a:pt x="1692613" y="58714"/>
                </a:lnTo>
                <a:lnTo>
                  <a:pt x="1692638" y="59195"/>
                </a:lnTo>
                <a:lnTo>
                  <a:pt x="1692653" y="59686"/>
                </a:lnTo>
                <a:lnTo>
                  <a:pt x="1692658" y="60188"/>
                </a:lnTo>
                <a:lnTo>
                  <a:pt x="1707367" y="60188"/>
                </a:lnTo>
                <a:lnTo>
                  <a:pt x="1707394" y="60090"/>
                </a:lnTo>
                <a:lnTo>
                  <a:pt x="1707421" y="59994"/>
                </a:lnTo>
                <a:lnTo>
                  <a:pt x="1707446" y="59900"/>
                </a:lnTo>
                <a:lnTo>
                  <a:pt x="1707470" y="59808"/>
                </a:lnTo>
                <a:lnTo>
                  <a:pt x="1707493" y="59717"/>
                </a:lnTo>
                <a:lnTo>
                  <a:pt x="1707515" y="59628"/>
                </a:lnTo>
                <a:lnTo>
                  <a:pt x="1707535" y="59541"/>
                </a:lnTo>
                <a:lnTo>
                  <a:pt x="1707555" y="59455"/>
                </a:lnTo>
                <a:lnTo>
                  <a:pt x="1707573" y="59372"/>
                </a:lnTo>
                <a:lnTo>
                  <a:pt x="1707590" y="59290"/>
                </a:lnTo>
                <a:lnTo>
                  <a:pt x="1707606" y="59210"/>
                </a:lnTo>
                <a:lnTo>
                  <a:pt x="1707620" y="59131"/>
                </a:lnTo>
                <a:lnTo>
                  <a:pt x="1707634" y="59055"/>
                </a:lnTo>
                <a:lnTo>
                  <a:pt x="1707646" y="58980"/>
                </a:lnTo>
                <a:lnTo>
                  <a:pt x="1707657" y="58907"/>
                </a:lnTo>
                <a:lnTo>
                  <a:pt x="1707667" y="58835"/>
                </a:lnTo>
                <a:lnTo>
                  <a:pt x="1707676" y="58766"/>
                </a:lnTo>
                <a:lnTo>
                  <a:pt x="1707684" y="58698"/>
                </a:lnTo>
                <a:lnTo>
                  <a:pt x="1707690" y="58632"/>
                </a:lnTo>
                <a:lnTo>
                  <a:pt x="1707695" y="58568"/>
                </a:lnTo>
                <a:lnTo>
                  <a:pt x="1707700" y="58505"/>
                </a:lnTo>
                <a:lnTo>
                  <a:pt x="1707703" y="58444"/>
                </a:lnTo>
                <a:lnTo>
                  <a:pt x="1707704" y="58385"/>
                </a:lnTo>
                <a:lnTo>
                  <a:pt x="1707705" y="58328"/>
                </a:lnTo>
                <a:lnTo>
                  <a:pt x="1707705" y="58272"/>
                </a:lnTo>
                <a:lnTo>
                  <a:pt x="1707705" y="58217"/>
                </a:lnTo>
                <a:lnTo>
                  <a:pt x="1707705" y="58162"/>
                </a:lnTo>
                <a:lnTo>
                  <a:pt x="1707705" y="58107"/>
                </a:lnTo>
                <a:lnTo>
                  <a:pt x="1707705" y="58054"/>
                </a:lnTo>
                <a:lnTo>
                  <a:pt x="1707705" y="58001"/>
                </a:lnTo>
                <a:lnTo>
                  <a:pt x="1707705" y="57948"/>
                </a:lnTo>
                <a:lnTo>
                  <a:pt x="1707705" y="57896"/>
                </a:lnTo>
                <a:lnTo>
                  <a:pt x="1707705" y="57845"/>
                </a:lnTo>
                <a:lnTo>
                  <a:pt x="1707705" y="57794"/>
                </a:lnTo>
                <a:lnTo>
                  <a:pt x="1707705" y="57744"/>
                </a:lnTo>
                <a:lnTo>
                  <a:pt x="1707705" y="57694"/>
                </a:lnTo>
                <a:lnTo>
                  <a:pt x="1707705" y="57645"/>
                </a:lnTo>
                <a:lnTo>
                  <a:pt x="1707705" y="57597"/>
                </a:lnTo>
                <a:lnTo>
                  <a:pt x="1707705" y="57549"/>
                </a:lnTo>
                <a:lnTo>
                  <a:pt x="1707705" y="57502"/>
                </a:lnTo>
                <a:lnTo>
                  <a:pt x="1707705" y="57455"/>
                </a:lnTo>
                <a:lnTo>
                  <a:pt x="1707705" y="57409"/>
                </a:lnTo>
                <a:lnTo>
                  <a:pt x="1707705" y="57363"/>
                </a:lnTo>
                <a:lnTo>
                  <a:pt x="1707705" y="57318"/>
                </a:lnTo>
                <a:lnTo>
                  <a:pt x="1707705" y="57274"/>
                </a:lnTo>
                <a:lnTo>
                  <a:pt x="1707705" y="57230"/>
                </a:lnTo>
                <a:lnTo>
                  <a:pt x="1707705" y="57187"/>
                </a:lnTo>
                <a:lnTo>
                  <a:pt x="1707705" y="57145"/>
                </a:lnTo>
                <a:lnTo>
                  <a:pt x="1707697" y="56543"/>
                </a:lnTo>
                <a:lnTo>
                  <a:pt x="1707673" y="55948"/>
                </a:lnTo>
                <a:lnTo>
                  <a:pt x="1707634" y="55362"/>
                </a:lnTo>
                <a:lnTo>
                  <a:pt x="1707578" y="54782"/>
                </a:lnTo>
                <a:lnTo>
                  <a:pt x="1707507" y="54211"/>
                </a:lnTo>
                <a:lnTo>
                  <a:pt x="1707420" y="53647"/>
                </a:lnTo>
                <a:lnTo>
                  <a:pt x="1707317" y="53091"/>
                </a:lnTo>
                <a:lnTo>
                  <a:pt x="1707198" y="52542"/>
                </a:lnTo>
                <a:lnTo>
                  <a:pt x="1707063" y="52001"/>
                </a:lnTo>
                <a:lnTo>
                  <a:pt x="1706912" y="51468"/>
                </a:lnTo>
                <a:lnTo>
                  <a:pt x="1706746" y="50942"/>
                </a:lnTo>
                <a:lnTo>
                  <a:pt x="1706564" y="50424"/>
                </a:lnTo>
                <a:lnTo>
                  <a:pt x="1706366" y="49914"/>
                </a:lnTo>
                <a:lnTo>
                  <a:pt x="1706152" y="49411"/>
                </a:lnTo>
                <a:lnTo>
                  <a:pt x="1705922" y="48916"/>
                </a:lnTo>
                <a:lnTo>
                  <a:pt x="1705676" y="48428"/>
                </a:lnTo>
                <a:lnTo>
                  <a:pt x="1705415" y="47948"/>
                </a:lnTo>
                <a:lnTo>
                  <a:pt x="1705137" y="47476"/>
                </a:lnTo>
                <a:lnTo>
                  <a:pt x="1704844" y="47012"/>
                </a:lnTo>
                <a:lnTo>
                  <a:pt x="1704535" y="46555"/>
                </a:lnTo>
                <a:lnTo>
                  <a:pt x="1704210" y="46105"/>
                </a:lnTo>
                <a:lnTo>
                  <a:pt x="1703869" y="45663"/>
                </a:lnTo>
                <a:lnTo>
                  <a:pt x="1703513" y="45229"/>
                </a:lnTo>
                <a:lnTo>
                  <a:pt x="1703140" y="44803"/>
                </a:lnTo>
                <a:lnTo>
                  <a:pt x="1702754" y="44370"/>
                </a:lnTo>
                <a:lnTo>
                  <a:pt x="1702357" y="43946"/>
                </a:lnTo>
                <a:lnTo>
                  <a:pt x="1701949" y="43530"/>
                </a:lnTo>
                <a:lnTo>
                  <a:pt x="1701529" y="43122"/>
                </a:lnTo>
                <a:lnTo>
                  <a:pt x="1701099" y="42722"/>
                </a:lnTo>
                <a:lnTo>
                  <a:pt x="1700657" y="42330"/>
                </a:lnTo>
                <a:lnTo>
                  <a:pt x="1700204" y="41947"/>
                </a:lnTo>
                <a:lnTo>
                  <a:pt x="1699740" y="41572"/>
                </a:lnTo>
                <a:lnTo>
                  <a:pt x="1699265" y="41205"/>
                </a:lnTo>
                <a:lnTo>
                  <a:pt x="1698778" y="40846"/>
                </a:lnTo>
                <a:lnTo>
                  <a:pt x="1698281" y="40496"/>
                </a:lnTo>
                <a:lnTo>
                  <a:pt x="1697772" y="40153"/>
                </a:lnTo>
                <a:lnTo>
                  <a:pt x="1697252" y="39819"/>
                </a:lnTo>
                <a:lnTo>
                  <a:pt x="1696721" y="39494"/>
                </a:lnTo>
                <a:lnTo>
                  <a:pt x="1696179" y="39176"/>
                </a:lnTo>
                <a:lnTo>
                  <a:pt x="1695626" y="38867"/>
                </a:lnTo>
                <a:lnTo>
                  <a:pt x="1695062" y="38566"/>
                </a:lnTo>
                <a:lnTo>
                  <a:pt x="1694486" y="38273"/>
                </a:lnTo>
                <a:lnTo>
                  <a:pt x="1693899" y="37988"/>
                </a:lnTo>
                <a:lnTo>
                  <a:pt x="1693301" y="37711"/>
                </a:lnTo>
                <a:lnTo>
                  <a:pt x="1692692" y="37443"/>
                </a:lnTo>
                <a:lnTo>
                  <a:pt x="1692072" y="37183"/>
                </a:lnTo>
                <a:lnTo>
                  <a:pt x="1691441" y="36931"/>
                </a:lnTo>
                <a:lnTo>
                  <a:pt x="1690798" y="36688"/>
                </a:lnTo>
                <a:lnTo>
                  <a:pt x="1690161" y="36453"/>
                </a:lnTo>
                <a:lnTo>
                  <a:pt x="1689516" y="36229"/>
                </a:lnTo>
                <a:lnTo>
                  <a:pt x="1688865" y="36014"/>
                </a:lnTo>
                <a:lnTo>
                  <a:pt x="1688206" y="35809"/>
                </a:lnTo>
                <a:lnTo>
                  <a:pt x="1687540" y="35615"/>
                </a:lnTo>
                <a:lnTo>
                  <a:pt x="1686867" y="35430"/>
                </a:lnTo>
                <a:lnTo>
                  <a:pt x="1686188" y="35255"/>
                </a:lnTo>
                <a:lnTo>
                  <a:pt x="1685501" y="35091"/>
                </a:lnTo>
                <a:lnTo>
                  <a:pt x="1684807" y="34936"/>
                </a:lnTo>
                <a:lnTo>
                  <a:pt x="1684106" y="34791"/>
                </a:lnTo>
                <a:lnTo>
                  <a:pt x="1683398" y="34657"/>
                </a:lnTo>
                <a:lnTo>
                  <a:pt x="1682683" y="34532"/>
                </a:lnTo>
                <a:lnTo>
                  <a:pt x="1681961" y="34417"/>
                </a:lnTo>
                <a:lnTo>
                  <a:pt x="1681232" y="34312"/>
                </a:lnTo>
                <a:lnTo>
                  <a:pt x="1680496" y="34218"/>
                </a:lnTo>
                <a:lnTo>
                  <a:pt x="1679752" y="34133"/>
                </a:lnTo>
                <a:lnTo>
                  <a:pt x="1679002" y="34058"/>
                </a:lnTo>
                <a:lnTo>
                  <a:pt x="1678245" y="33993"/>
                </a:lnTo>
                <a:lnTo>
                  <a:pt x="1677481" y="33938"/>
                </a:lnTo>
                <a:lnTo>
                  <a:pt x="1676709" y="33893"/>
                </a:lnTo>
                <a:lnTo>
                  <a:pt x="1675931" y="33858"/>
                </a:lnTo>
                <a:lnTo>
                  <a:pt x="1675145" y="33833"/>
                </a:lnTo>
                <a:lnTo>
                  <a:pt x="1674353" y="33818"/>
                </a:lnTo>
                <a:lnTo>
                  <a:pt x="1673553" y="33813"/>
                </a:lnTo>
                <a:lnTo>
                  <a:pt x="1672642" y="33818"/>
                </a:lnTo>
                <a:lnTo>
                  <a:pt x="1671741" y="33833"/>
                </a:lnTo>
                <a:lnTo>
                  <a:pt x="1670848" y="33858"/>
                </a:lnTo>
                <a:lnTo>
                  <a:pt x="1669965" y="33893"/>
                </a:lnTo>
                <a:lnTo>
                  <a:pt x="1669092" y="33938"/>
                </a:lnTo>
                <a:lnTo>
                  <a:pt x="1668228" y="33993"/>
                </a:lnTo>
                <a:lnTo>
                  <a:pt x="1667373" y="34058"/>
                </a:lnTo>
                <a:lnTo>
                  <a:pt x="1666528" y="34133"/>
                </a:lnTo>
                <a:lnTo>
                  <a:pt x="1665692" y="34218"/>
                </a:lnTo>
                <a:lnTo>
                  <a:pt x="1664865" y="34312"/>
                </a:lnTo>
                <a:lnTo>
                  <a:pt x="1664048" y="34417"/>
                </a:lnTo>
                <a:lnTo>
                  <a:pt x="1663240" y="34532"/>
                </a:lnTo>
                <a:lnTo>
                  <a:pt x="1662442" y="34657"/>
                </a:lnTo>
                <a:lnTo>
                  <a:pt x="1661653" y="34791"/>
                </a:lnTo>
                <a:lnTo>
                  <a:pt x="1660873" y="34936"/>
                </a:lnTo>
                <a:lnTo>
                  <a:pt x="1660103" y="35091"/>
                </a:lnTo>
                <a:lnTo>
                  <a:pt x="1659342" y="35255"/>
                </a:lnTo>
                <a:lnTo>
                  <a:pt x="1658591" y="35430"/>
                </a:lnTo>
                <a:lnTo>
                  <a:pt x="1657849" y="35615"/>
                </a:lnTo>
                <a:lnTo>
                  <a:pt x="1657116" y="35809"/>
                </a:lnTo>
                <a:lnTo>
                  <a:pt x="1656393" y="36014"/>
                </a:lnTo>
                <a:lnTo>
                  <a:pt x="1655679" y="36229"/>
                </a:lnTo>
                <a:lnTo>
                  <a:pt x="1654975" y="36453"/>
                </a:lnTo>
                <a:lnTo>
                  <a:pt x="1654280" y="36688"/>
                </a:lnTo>
                <a:lnTo>
                  <a:pt x="1653610" y="36932"/>
                </a:lnTo>
                <a:lnTo>
                  <a:pt x="1652952" y="37185"/>
                </a:lnTo>
                <a:lnTo>
                  <a:pt x="1652306" y="37448"/>
                </a:lnTo>
                <a:lnTo>
                  <a:pt x="1651673" y="37721"/>
                </a:lnTo>
                <a:lnTo>
                  <a:pt x="1651052" y="38003"/>
                </a:lnTo>
                <a:lnTo>
                  <a:pt x="1650444" y="38294"/>
                </a:lnTo>
                <a:lnTo>
                  <a:pt x="1649848" y="38594"/>
                </a:lnTo>
                <a:lnTo>
                  <a:pt x="1649264" y="38904"/>
                </a:lnTo>
                <a:lnTo>
                  <a:pt x="1648693" y="39224"/>
                </a:lnTo>
                <a:lnTo>
                  <a:pt x="1648133" y="39552"/>
                </a:lnTo>
                <a:lnTo>
                  <a:pt x="1647587" y="39890"/>
                </a:lnTo>
                <a:lnTo>
                  <a:pt x="1647052" y="40238"/>
                </a:lnTo>
                <a:lnTo>
                  <a:pt x="1646530" y="40595"/>
                </a:lnTo>
                <a:lnTo>
                  <a:pt x="1646020" y="40961"/>
                </a:lnTo>
                <a:lnTo>
                  <a:pt x="1645523" y="41337"/>
                </a:lnTo>
                <a:lnTo>
                  <a:pt x="1645037" y="41722"/>
                </a:lnTo>
                <a:lnTo>
                  <a:pt x="1644564" y="42117"/>
                </a:lnTo>
                <a:lnTo>
                  <a:pt x="1644104" y="42520"/>
                </a:lnTo>
                <a:lnTo>
                  <a:pt x="1643656" y="42934"/>
                </a:lnTo>
                <a:lnTo>
                  <a:pt x="1643220" y="43356"/>
                </a:lnTo>
                <a:lnTo>
                  <a:pt x="1642796" y="43788"/>
                </a:lnTo>
                <a:lnTo>
                  <a:pt x="1642385" y="44230"/>
                </a:lnTo>
                <a:lnTo>
                  <a:pt x="1641986" y="44681"/>
                </a:lnTo>
                <a:lnTo>
                  <a:pt x="1641600" y="45141"/>
                </a:lnTo>
                <a:lnTo>
                  <a:pt x="1641227" y="45611"/>
                </a:lnTo>
                <a:lnTo>
                  <a:pt x="1640871" y="46091"/>
                </a:lnTo>
                <a:lnTo>
                  <a:pt x="1640530" y="46581"/>
                </a:lnTo>
                <a:lnTo>
                  <a:pt x="1640205" y="47081"/>
                </a:lnTo>
                <a:lnTo>
                  <a:pt x="1639896" y="47590"/>
                </a:lnTo>
                <a:lnTo>
                  <a:pt x="1639603" y="48110"/>
                </a:lnTo>
                <a:lnTo>
                  <a:pt x="1639325" y="48640"/>
                </a:lnTo>
                <a:lnTo>
                  <a:pt x="1639064" y="49180"/>
                </a:lnTo>
                <a:lnTo>
                  <a:pt x="1638818" y="49730"/>
                </a:lnTo>
                <a:lnTo>
                  <a:pt x="1638588" y="50289"/>
                </a:lnTo>
                <a:lnTo>
                  <a:pt x="1638374" y="50859"/>
                </a:lnTo>
                <a:lnTo>
                  <a:pt x="1638176" y="51439"/>
                </a:lnTo>
                <a:lnTo>
                  <a:pt x="1637994" y="52028"/>
                </a:lnTo>
                <a:lnTo>
                  <a:pt x="1637827" y="52628"/>
                </a:lnTo>
                <a:lnTo>
                  <a:pt x="1637677" y="53238"/>
                </a:lnTo>
                <a:lnTo>
                  <a:pt x="1637542" y="53857"/>
                </a:lnTo>
                <a:lnTo>
                  <a:pt x="1637423" y="54487"/>
                </a:lnTo>
                <a:lnTo>
                  <a:pt x="1637320" y="55126"/>
                </a:lnTo>
                <a:lnTo>
                  <a:pt x="1637233" y="55776"/>
                </a:lnTo>
                <a:lnTo>
                  <a:pt x="1637162" y="56436"/>
                </a:lnTo>
                <a:lnTo>
                  <a:pt x="1637106" y="57105"/>
                </a:lnTo>
                <a:lnTo>
                  <a:pt x="1637067" y="57785"/>
                </a:lnTo>
                <a:lnTo>
                  <a:pt x="1637043" y="58474"/>
                </a:lnTo>
                <a:lnTo>
                  <a:pt x="1637035" y="59174"/>
                </a:lnTo>
                <a:lnTo>
                  <a:pt x="1637040" y="59775"/>
                </a:lnTo>
                <a:lnTo>
                  <a:pt x="1637056" y="60369"/>
                </a:lnTo>
                <a:lnTo>
                  <a:pt x="1637082" y="60954"/>
                </a:lnTo>
                <a:lnTo>
                  <a:pt x="1637119" y="61531"/>
                </a:lnTo>
                <a:lnTo>
                  <a:pt x="1637167" y="62100"/>
                </a:lnTo>
                <a:lnTo>
                  <a:pt x="1637225" y="62661"/>
                </a:lnTo>
                <a:lnTo>
                  <a:pt x="1637294" y="63213"/>
                </a:lnTo>
                <a:lnTo>
                  <a:pt x="1637373" y="63757"/>
                </a:lnTo>
                <a:lnTo>
                  <a:pt x="1637463" y="64293"/>
                </a:lnTo>
                <a:lnTo>
                  <a:pt x="1637563" y="64821"/>
                </a:lnTo>
                <a:lnTo>
                  <a:pt x="1637674" y="65340"/>
                </a:lnTo>
                <a:lnTo>
                  <a:pt x="1637796" y="65852"/>
                </a:lnTo>
                <a:lnTo>
                  <a:pt x="1637928" y="66355"/>
                </a:lnTo>
                <a:lnTo>
                  <a:pt x="1638070" y="66850"/>
                </a:lnTo>
                <a:lnTo>
                  <a:pt x="1638224" y="67336"/>
                </a:lnTo>
                <a:lnTo>
                  <a:pt x="1638387" y="67815"/>
                </a:lnTo>
                <a:lnTo>
                  <a:pt x="1638562" y="68285"/>
                </a:lnTo>
                <a:lnTo>
                  <a:pt x="1638747" y="68747"/>
                </a:lnTo>
                <a:lnTo>
                  <a:pt x="1638942" y="69201"/>
                </a:lnTo>
                <a:lnTo>
                  <a:pt x="1639148" y="69646"/>
                </a:lnTo>
                <a:lnTo>
                  <a:pt x="1639365" y="70084"/>
                </a:lnTo>
                <a:lnTo>
                  <a:pt x="1639592" y="70513"/>
                </a:lnTo>
                <a:lnTo>
                  <a:pt x="1639830" y="70934"/>
                </a:lnTo>
                <a:lnTo>
                  <a:pt x="1640078" y="71346"/>
                </a:lnTo>
                <a:lnTo>
                  <a:pt x="1640339" y="71738"/>
                </a:lnTo>
                <a:lnTo>
                  <a:pt x="1640612" y="72124"/>
                </a:lnTo>
                <a:lnTo>
                  <a:pt x="1640900" y="72503"/>
                </a:lnTo>
                <a:lnTo>
                  <a:pt x="1641201" y="72877"/>
                </a:lnTo>
                <a:lnTo>
                  <a:pt x="1641515" y="73245"/>
                </a:lnTo>
                <a:lnTo>
                  <a:pt x="1641843" y="73608"/>
                </a:lnTo>
                <a:lnTo>
                  <a:pt x="1642184" y="73964"/>
                </a:lnTo>
                <a:lnTo>
                  <a:pt x="1642539" y="74314"/>
                </a:lnTo>
                <a:lnTo>
                  <a:pt x="1642907" y="74659"/>
                </a:lnTo>
                <a:lnTo>
                  <a:pt x="1643289" y="74998"/>
                </a:lnTo>
                <a:lnTo>
                  <a:pt x="1643685" y="75331"/>
                </a:lnTo>
                <a:lnTo>
                  <a:pt x="1644094" y="75658"/>
                </a:lnTo>
                <a:lnTo>
                  <a:pt x="1644516" y="75979"/>
                </a:lnTo>
                <a:lnTo>
                  <a:pt x="1644952" y="76294"/>
                </a:lnTo>
                <a:lnTo>
                  <a:pt x="1645401" y="76603"/>
                </a:lnTo>
                <a:lnTo>
                  <a:pt x="1645864" y="76907"/>
                </a:lnTo>
                <a:lnTo>
                  <a:pt x="1646340" y="77204"/>
                </a:lnTo>
                <a:lnTo>
                  <a:pt x="1646830" y="77496"/>
                </a:lnTo>
                <a:lnTo>
                  <a:pt x="1647334" y="77782"/>
                </a:lnTo>
                <a:lnTo>
                  <a:pt x="1647851" y="78062"/>
                </a:lnTo>
                <a:lnTo>
                  <a:pt x="1648381" y="78336"/>
                </a:lnTo>
                <a:lnTo>
                  <a:pt x="1648925" y="78604"/>
                </a:lnTo>
                <a:lnTo>
                  <a:pt x="1649482" y="78867"/>
                </a:lnTo>
                <a:lnTo>
                  <a:pt x="1650053" y="79123"/>
                </a:lnTo>
                <a:lnTo>
                  <a:pt x="1650638" y="79361"/>
                </a:lnTo>
                <a:lnTo>
                  <a:pt x="1651239" y="79597"/>
                </a:lnTo>
                <a:lnTo>
                  <a:pt x="1651855" y="79829"/>
                </a:lnTo>
                <a:lnTo>
                  <a:pt x="1652486" y="80058"/>
                </a:lnTo>
                <a:lnTo>
                  <a:pt x="1653132" y="80284"/>
                </a:lnTo>
                <a:lnTo>
                  <a:pt x="1653794" y="80508"/>
                </a:lnTo>
                <a:lnTo>
                  <a:pt x="1654471" y="80728"/>
                </a:lnTo>
                <a:lnTo>
                  <a:pt x="1655163" y="80946"/>
                </a:lnTo>
                <a:lnTo>
                  <a:pt x="1655870" y="81160"/>
                </a:lnTo>
                <a:lnTo>
                  <a:pt x="1656593" y="81372"/>
                </a:lnTo>
                <a:lnTo>
                  <a:pt x="1657331" y="81580"/>
                </a:lnTo>
                <a:lnTo>
                  <a:pt x="1658084" y="81786"/>
                </a:lnTo>
                <a:lnTo>
                  <a:pt x="1658852" y="81989"/>
                </a:lnTo>
                <a:lnTo>
                  <a:pt x="1659636" y="82189"/>
                </a:lnTo>
                <a:lnTo>
                  <a:pt x="1660435" y="82386"/>
                </a:lnTo>
                <a:lnTo>
                  <a:pt x="1661249" y="82580"/>
                </a:lnTo>
                <a:lnTo>
                  <a:pt x="1662079" y="82771"/>
                </a:lnTo>
                <a:lnTo>
                  <a:pt x="1662923" y="82959"/>
                </a:lnTo>
                <a:lnTo>
                  <a:pt x="1663783" y="83144"/>
                </a:lnTo>
                <a:lnTo>
                  <a:pt x="1664659" y="83327"/>
                </a:lnTo>
                <a:lnTo>
                  <a:pt x="1665549" y="83506"/>
                </a:lnTo>
                <a:lnTo>
                  <a:pt x="1666455" y="83682"/>
                </a:lnTo>
                <a:lnTo>
                  <a:pt x="1667376" y="83856"/>
                </a:lnTo>
                <a:lnTo>
                  <a:pt x="1668312" y="84026"/>
                </a:lnTo>
                <a:lnTo>
                  <a:pt x="1669191" y="84168"/>
                </a:lnTo>
                <a:lnTo>
                  <a:pt x="1670052" y="84309"/>
                </a:lnTo>
                <a:lnTo>
                  <a:pt x="1670896" y="84452"/>
                </a:lnTo>
                <a:lnTo>
                  <a:pt x="1671722" y="84595"/>
                </a:lnTo>
                <a:lnTo>
                  <a:pt x="1672530" y="84738"/>
                </a:lnTo>
                <a:lnTo>
                  <a:pt x="1673321" y="84882"/>
                </a:lnTo>
                <a:lnTo>
                  <a:pt x="1674094" y="85027"/>
                </a:lnTo>
                <a:lnTo>
                  <a:pt x="1674849" y="85172"/>
                </a:lnTo>
                <a:lnTo>
                  <a:pt x="1675587" y="85318"/>
                </a:lnTo>
                <a:lnTo>
                  <a:pt x="1676308" y="85465"/>
                </a:lnTo>
                <a:lnTo>
                  <a:pt x="1677010" y="85612"/>
                </a:lnTo>
                <a:lnTo>
                  <a:pt x="1677695" y="85759"/>
                </a:lnTo>
                <a:lnTo>
                  <a:pt x="1678363" y="85908"/>
                </a:lnTo>
                <a:lnTo>
                  <a:pt x="1679013" y="86056"/>
                </a:lnTo>
                <a:lnTo>
                  <a:pt x="1679645" y="86206"/>
                </a:lnTo>
                <a:lnTo>
                  <a:pt x="1680260" y="86356"/>
                </a:lnTo>
                <a:lnTo>
                  <a:pt x="1680857" y="86506"/>
                </a:lnTo>
                <a:lnTo>
                  <a:pt x="1681436" y="86657"/>
                </a:lnTo>
                <a:lnTo>
                  <a:pt x="1681998" y="86809"/>
                </a:lnTo>
                <a:lnTo>
                  <a:pt x="1682542" y="86962"/>
                </a:lnTo>
                <a:lnTo>
                  <a:pt x="1683069" y="87114"/>
                </a:lnTo>
                <a:lnTo>
                  <a:pt x="1683578" y="87268"/>
                </a:lnTo>
                <a:lnTo>
                  <a:pt x="1684069" y="87422"/>
                </a:lnTo>
                <a:lnTo>
                  <a:pt x="1684543" y="87577"/>
                </a:lnTo>
                <a:lnTo>
                  <a:pt x="1685016" y="87733"/>
                </a:lnTo>
                <a:lnTo>
                  <a:pt x="1685476" y="87891"/>
                </a:lnTo>
                <a:lnTo>
                  <a:pt x="1685924" y="88052"/>
                </a:lnTo>
                <a:lnTo>
                  <a:pt x="1686360" y="88215"/>
                </a:lnTo>
                <a:lnTo>
                  <a:pt x="1686784" y="88381"/>
                </a:lnTo>
                <a:lnTo>
                  <a:pt x="1687195" y="88549"/>
                </a:lnTo>
                <a:lnTo>
                  <a:pt x="1687594" y="88719"/>
                </a:lnTo>
                <a:lnTo>
                  <a:pt x="1687980" y="88892"/>
                </a:lnTo>
                <a:lnTo>
                  <a:pt x="1688355" y="89067"/>
                </a:lnTo>
                <a:lnTo>
                  <a:pt x="1688717" y="89244"/>
                </a:lnTo>
                <a:lnTo>
                  <a:pt x="1689066" y="89424"/>
                </a:lnTo>
                <a:lnTo>
                  <a:pt x="1689403" y="89606"/>
                </a:lnTo>
                <a:lnTo>
                  <a:pt x="1689728" y="89790"/>
                </a:lnTo>
                <a:lnTo>
                  <a:pt x="1690041" y="89977"/>
                </a:lnTo>
                <a:lnTo>
                  <a:pt x="1690341" y="90166"/>
                </a:lnTo>
                <a:lnTo>
                  <a:pt x="1690629" y="90357"/>
                </a:lnTo>
                <a:lnTo>
                  <a:pt x="1690905" y="90551"/>
                </a:lnTo>
                <a:lnTo>
                  <a:pt x="1691168" y="90747"/>
                </a:lnTo>
                <a:lnTo>
                  <a:pt x="1691419" y="90945"/>
                </a:lnTo>
                <a:lnTo>
                  <a:pt x="1691658" y="91146"/>
                </a:lnTo>
                <a:lnTo>
                  <a:pt x="1691884" y="91349"/>
                </a:lnTo>
                <a:lnTo>
                  <a:pt x="1692098" y="91555"/>
                </a:lnTo>
                <a:lnTo>
                  <a:pt x="1692300" y="91762"/>
                </a:lnTo>
                <a:lnTo>
                  <a:pt x="1692489" y="91973"/>
                </a:lnTo>
                <a:lnTo>
                  <a:pt x="1692668" y="92186"/>
                </a:lnTo>
                <a:lnTo>
                  <a:pt x="1692840" y="92405"/>
                </a:lnTo>
                <a:lnTo>
                  <a:pt x="1693004" y="92628"/>
                </a:lnTo>
                <a:lnTo>
                  <a:pt x="1693161" y="92855"/>
                </a:lnTo>
                <a:lnTo>
                  <a:pt x="1693309" y="93088"/>
                </a:lnTo>
                <a:lnTo>
                  <a:pt x="1693451" y="93325"/>
                </a:lnTo>
                <a:lnTo>
                  <a:pt x="1693584" y="93567"/>
                </a:lnTo>
                <a:lnTo>
                  <a:pt x="1693710" y="93813"/>
                </a:lnTo>
                <a:lnTo>
                  <a:pt x="1693828" y="94065"/>
                </a:lnTo>
                <a:lnTo>
                  <a:pt x="1693939" y="94321"/>
                </a:lnTo>
                <a:lnTo>
                  <a:pt x="1694042" y="94581"/>
                </a:lnTo>
                <a:lnTo>
                  <a:pt x="1694137" y="94847"/>
                </a:lnTo>
                <a:lnTo>
                  <a:pt x="1694225" y="95117"/>
                </a:lnTo>
                <a:lnTo>
                  <a:pt x="1694305" y="95391"/>
                </a:lnTo>
                <a:lnTo>
                  <a:pt x="1694378" y="95671"/>
                </a:lnTo>
                <a:lnTo>
                  <a:pt x="1694443" y="95955"/>
                </a:lnTo>
                <a:lnTo>
                  <a:pt x="1694500" y="96244"/>
                </a:lnTo>
                <a:lnTo>
                  <a:pt x="1694549" y="96537"/>
                </a:lnTo>
                <a:lnTo>
                  <a:pt x="1694591" y="96836"/>
                </a:lnTo>
                <a:lnTo>
                  <a:pt x="1694626" y="97138"/>
                </a:lnTo>
                <a:lnTo>
                  <a:pt x="1694652" y="97446"/>
                </a:lnTo>
                <a:lnTo>
                  <a:pt x="1694671" y="97758"/>
                </a:lnTo>
                <a:lnTo>
                  <a:pt x="1694683" y="98075"/>
                </a:lnTo>
                <a:lnTo>
                  <a:pt x="1694687" y="98397"/>
                </a:lnTo>
                <a:lnTo>
                  <a:pt x="1694677" y="98886"/>
                </a:lnTo>
                <a:lnTo>
                  <a:pt x="1694649" y="99368"/>
                </a:lnTo>
                <a:lnTo>
                  <a:pt x="1694602" y="99842"/>
                </a:lnTo>
                <a:lnTo>
                  <a:pt x="1694536" y="100308"/>
                </a:lnTo>
                <a:lnTo>
                  <a:pt x="1694452" y="100767"/>
                </a:lnTo>
                <a:lnTo>
                  <a:pt x="1694349" y="101218"/>
                </a:lnTo>
                <a:lnTo>
                  <a:pt x="1694226" y="101662"/>
                </a:lnTo>
                <a:lnTo>
                  <a:pt x="1694086" y="102098"/>
                </a:lnTo>
                <a:lnTo>
                  <a:pt x="1693926" y="102526"/>
                </a:lnTo>
                <a:lnTo>
                  <a:pt x="1693747" y="102947"/>
                </a:lnTo>
                <a:lnTo>
                  <a:pt x="1693550" y="103360"/>
                </a:lnTo>
                <a:lnTo>
                  <a:pt x="1693334" y="103765"/>
                </a:lnTo>
                <a:lnTo>
                  <a:pt x="1693099" y="104163"/>
                </a:lnTo>
                <a:lnTo>
                  <a:pt x="1692846" y="104553"/>
                </a:lnTo>
                <a:lnTo>
                  <a:pt x="1692573" y="104935"/>
                </a:lnTo>
                <a:lnTo>
                  <a:pt x="1692282" y="105310"/>
                </a:lnTo>
                <a:lnTo>
                  <a:pt x="1691972" y="105677"/>
                </a:lnTo>
                <a:lnTo>
                  <a:pt x="1691644" y="106037"/>
                </a:lnTo>
                <a:lnTo>
                  <a:pt x="1691296" y="106389"/>
                </a:lnTo>
                <a:lnTo>
                  <a:pt x="1690930" y="106733"/>
                </a:lnTo>
                <a:lnTo>
                  <a:pt x="1690545" y="107070"/>
                </a:lnTo>
                <a:lnTo>
                  <a:pt x="1690141" y="107399"/>
                </a:lnTo>
                <a:lnTo>
                  <a:pt x="1689718" y="107720"/>
                </a:lnTo>
                <a:lnTo>
                  <a:pt x="1689277" y="108034"/>
                </a:lnTo>
                <a:lnTo>
                  <a:pt x="1688831" y="108324"/>
                </a:lnTo>
                <a:lnTo>
                  <a:pt x="1688368" y="108601"/>
                </a:lnTo>
                <a:lnTo>
                  <a:pt x="1687887" y="108866"/>
                </a:lnTo>
                <a:lnTo>
                  <a:pt x="1687389" y="109119"/>
                </a:lnTo>
                <a:lnTo>
                  <a:pt x="1686873" y="109359"/>
                </a:lnTo>
                <a:lnTo>
                  <a:pt x="1686339" y="109587"/>
                </a:lnTo>
                <a:lnTo>
                  <a:pt x="1685788" y="109803"/>
                </a:lnTo>
                <a:lnTo>
                  <a:pt x="1685219" y="110006"/>
                </a:lnTo>
                <a:lnTo>
                  <a:pt x="1684633" y="110197"/>
                </a:lnTo>
                <a:lnTo>
                  <a:pt x="1684029" y="110376"/>
                </a:lnTo>
                <a:lnTo>
                  <a:pt x="1683407" y="110543"/>
                </a:lnTo>
                <a:lnTo>
                  <a:pt x="1682768" y="110697"/>
                </a:lnTo>
                <a:lnTo>
                  <a:pt x="1682111" y="110838"/>
                </a:lnTo>
                <a:lnTo>
                  <a:pt x="1681436" y="110968"/>
                </a:lnTo>
                <a:lnTo>
                  <a:pt x="1680744" y="111085"/>
                </a:lnTo>
                <a:lnTo>
                  <a:pt x="1680034" y="111190"/>
                </a:lnTo>
                <a:lnTo>
                  <a:pt x="1679307" y="111282"/>
                </a:lnTo>
                <a:lnTo>
                  <a:pt x="1678562" y="111362"/>
                </a:lnTo>
                <a:lnTo>
                  <a:pt x="1677799" y="111430"/>
                </a:lnTo>
                <a:lnTo>
                  <a:pt x="1677019" y="111486"/>
                </a:lnTo>
                <a:lnTo>
                  <a:pt x="1676221" y="111529"/>
                </a:lnTo>
                <a:lnTo>
                  <a:pt x="1675406" y="111560"/>
                </a:lnTo>
                <a:lnTo>
                  <a:pt x="1674573" y="111578"/>
                </a:lnTo>
                <a:lnTo>
                  <a:pt x="1673722" y="111584"/>
                </a:lnTo>
                <a:lnTo>
                  <a:pt x="1672773" y="111578"/>
                </a:lnTo>
                <a:lnTo>
                  <a:pt x="1671843" y="111557"/>
                </a:lnTo>
                <a:lnTo>
                  <a:pt x="1670930" y="111524"/>
                </a:lnTo>
                <a:lnTo>
                  <a:pt x="1670036" y="111476"/>
                </a:lnTo>
                <a:lnTo>
                  <a:pt x="1669160" y="111416"/>
                </a:lnTo>
                <a:lnTo>
                  <a:pt x="1668302" y="111341"/>
                </a:lnTo>
                <a:lnTo>
                  <a:pt x="1667462" y="111254"/>
                </a:lnTo>
                <a:lnTo>
                  <a:pt x="1666640" y="111152"/>
                </a:lnTo>
                <a:lnTo>
                  <a:pt x="1665837" y="111037"/>
                </a:lnTo>
                <a:lnTo>
                  <a:pt x="1665052" y="110909"/>
                </a:lnTo>
                <a:lnTo>
                  <a:pt x="1664285" y="110767"/>
                </a:lnTo>
                <a:lnTo>
                  <a:pt x="1663536" y="110612"/>
                </a:lnTo>
                <a:lnTo>
                  <a:pt x="1662806" y="110443"/>
                </a:lnTo>
                <a:lnTo>
                  <a:pt x="1662093" y="110261"/>
                </a:lnTo>
                <a:lnTo>
                  <a:pt x="1661399" y="110065"/>
                </a:lnTo>
                <a:lnTo>
                  <a:pt x="1660723" y="109856"/>
                </a:lnTo>
                <a:lnTo>
                  <a:pt x="1660065" y="109633"/>
                </a:lnTo>
                <a:lnTo>
                  <a:pt x="1659426" y="109397"/>
                </a:lnTo>
                <a:lnTo>
                  <a:pt x="1658804" y="109147"/>
                </a:lnTo>
                <a:lnTo>
                  <a:pt x="1658201" y="108884"/>
                </a:lnTo>
                <a:lnTo>
                  <a:pt x="1657616" y="108607"/>
                </a:lnTo>
                <a:lnTo>
                  <a:pt x="1657049" y="108317"/>
                </a:lnTo>
                <a:lnTo>
                  <a:pt x="1656501" y="108013"/>
                </a:lnTo>
                <a:lnTo>
                  <a:pt x="1655970" y="107696"/>
                </a:lnTo>
                <a:lnTo>
                  <a:pt x="1655474" y="107352"/>
                </a:lnTo>
                <a:lnTo>
                  <a:pt x="1654998" y="106998"/>
                </a:lnTo>
                <a:lnTo>
                  <a:pt x="1654544" y="106634"/>
                </a:lnTo>
                <a:lnTo>
                  <a:pt x="1654111" y="106259"/>
                </a:lnTo>
                <a:lnTo>
                  <a:pt x="1653698" y="105873"/>
                </a:lnTo>
                <a:lnTo>
                  <a:pt x="1653308" y="105477"/>
                </a:lnTo>
                <a:lnTo>
                  <a:pt x="1652938" y="105070"/>
                </a:lnTo>
                <a:lnTo>
                  <a:pt x="1652589" y="104653"/>
                </a:lnTo>
                <a:lnTo>
                  <a:pt x="1652261" y="104225"/>
                </a:lnTo>
                <a:lnTo>
                  <a:pt x="1651955" y="103786"/>
                </a:lnTo>
                <a:lnTo>
                  <a:pt x="1651670" y="103337"/>
                </a:lnTo>
                <a:lnTo>
                  <a:pt x="1651406" y="102877"/>
                </a:lnTo>
                <a:lnTo>
                  <a:pt x="1651162" y="102407"/>
                </a:lnTo>
                <a:lnTo>
                  <a:pt x="1650941" y="101926"/>
                </a:lnTo>
                <a:lnTo>
                  <a:pt x="1650740" y="101435"/>
                </a:lnTo>
                <a:lnTo>
                  <a:pt x="1650560" y="100933"/>
                </a:lnTo>
                <a:lnTo>
                  <a:pt x="1650402" y="100421"/>
                </a:lnTo>
                <a:lnTo>
                  <a:pt x="1650264" y="99898"/>
                </a:lnTo>
                <a:lnTo>
                  <a:pt x="1650148" y="99364"/>
                </a:lnTo>
                <a:lnTo>
                  <a:pt x="1650053" y="98820"/>
                </a:lnTo>
                <a:lnTo>
                  <a:pt x="1649979" y="98265"/>
                </a:lnTo>
                <a:lnTo>
                  <a:pt x="1649926" y="97700"/>
                </a:lnTo>
                <a:lnTo>
                  <a:pt x="1649894" y="97124"/>
                </a:lnTo>
                <a:lnTo>
                  <a:pt x="1649884" y="96537"/>
                </a:lnTo>
                <a:lnTo>
                  <a:pt x="1649884" y="94847"/>
                </a:lnTo>
                <a:lnTo>
                  <a:pt x="1635344" y="94847"/>
                </a:lnTo>
                <a:lnTo>
                  <a:pt x="1635331" y="94945"/>
                </a:lnTo>
                <a:lnTo>
                  <a:pt x="1635317" y="95043"/>
                </a:lnTo>
                <a:lnTo>
                  <a:pt x="1635305" y="95140"/>
                </a:lnTo>
                <a:lnTo>
                  <a:pt x="1635293" y="95236"/>
                </a:lnTo>
                <a:lnTo>
                  <a:pt x="1635281" y="95332"/>
                </a:lnTo>
                <a:lnTo>
                  <a:pt x="1635270" y="95428"/>
                </a:lnTo>
                <a:lnTo>
                  <a:pt x="1635260" y="95523"/>
                </a:lnTo>
                <a:lnTo>
                  <a:pt x="1635250" y="95617"/>
                </a:lnTo>
                <a:lnTo>
                  <a:pt x="1635241" y="95710"/>
                </a:lnTo>
                <a:lnTo>
                  <a:pt x="1635233" y="95804"/>
                </a:lnTo>
                <a:lnTo>
                  <a:pt x="1635225" y="95896"/>
                </a:lnTo>
                <a:lnTo>
                  <a:pt x="1635217" y="95988"/>
                </a:lnTo>
                <a:lnTo>
                  <a:pt x="1635211" y="96079"/>
                </a:lnTo>
                <a:lnTo>
                  <a:pt x="1635204" y="96170"/>
                </a:lnTo>
                <a:lnTo>
                  <a:pt x="1635199" y="96260"/>
                </a:lnTo>
                <a:lnTo>
                  <a:pt x="1635194" y="96349"/>
                </a:lnTo>
                <a:lnTo>
                  <a:pt x="1635189" y="96438"/>
                </a:lnTo>
                <a:lnTo>
                  <a:pt x="1635186" y="96527"/>
                </a:lnTo>
                <a:lnTo>
                  <a:pt x="1635182" y="96615"/>
                </a:lnTo>
                <a:lnTo>
                  <a:pt x="1635180" y="96702"/>
                </a:lnTo>
                <a:lnTo>
                  <a:pt x="1635178" y="96788"/>
                </a:lnTo>
                <a:lnTo>
                  <a:pt x="1635176" y="96874"/>
                </a:lnTo>
                <a:lnTo>
                  <a:pt x="1635175" y="96960"/>
                </a:lnTo>
                <a:lnTo>
                  <a:pt x="1635175" y="97045"/>
                </a:lnTo>
                <a:lnTo>
                  <a:pt x="1635175" y="97128"/>
                </a:lnTo>
                <a:lnTo>
                  <a:pt x="1635175" y="97210"/>
                </a:lnTo>
                <a:lnTo>
                  <a:pt x="1635175" y="97290"/>
                </a:lnTo>
                <a:lnTo>
                  <a:pt x="1635175" y="97369"/>
                </a:lnTo>
                <a:lnTo>
                  <a:pt x="1635175" y="97445"/>
                </a:lnTo>
                <a:lnTo>
                  <a:pt x="1635175" y="97520"/>
                </a:lnTo>
                <a:lnTo>
                  <a:pt x="1635175" y="97593"/>
                </a:lnTo>
                <a:lnTo>
                  <a:pt x="1635175" y="97664"/>
                </a:lnTo>
                <a:lnTo>
                  <a:pt x="1635175" y="97734"/>
                </a:lnTo>
                <a:lnTo>
                  <a:pt x="1635175" y="97802"/>
                </a:lnTo>
                <a:lnTo>
                  <a:pt x="1635175" y="97868"/>
                </a:lnTo>
                <a:lnTo>
                  <a:pt x="1635175" y="97932"/>
                </a:lnTo>
                <a:lnTo>
                  <a:pt x="1635175" y="97995"/>
                </a:lnTo>
                <a:lnTo>
                  <a:pt x="1635175" y="98055"/>
                </a:lnTo>
                <a:lnTo>
                  <a:pt x="1635175" y="98114"/>
                </a:lnTo>
                <a:lnTo>
                  <a:pt x="1635175" y="98172"/>
                </a:lnTo>
                <a:lnTo>
                  <a:pt x="1635175" y="98227"/>
                </a:lnTo>
                <a:lnTo>
                  <a:pt x="1635175" y="98281"/>
                </a:lnTo>
                <a:lnTo>
                  <a:pt x="1635175" y="98333"/>
                </a:lnTo>
                <a:lnTo>
                  <a:pt x="1635175" y="98383"/>
                </a:lnTo>
                <a:lnTo>
                  <a:pt x="1635175" y="98431"/>
                </a:lnTo>
                <a:lnTo>
                  <a:pt x="1635175" y="98478"/>
                </a:lnTo>
                <a:lnTo>
                  <a:pt x="1635175" y="98523"/>
                </a:lnTo>
                <a:lnTo>
                  <a:pt x="1635175" y="98566"/>
                </a:lnTo>
                <a:lnTo>
                  <a:pt x="1635183" y="99211"/>
                </a:lnTo>
                <a:lnTo>
                  <a:pt x="1635207" y="99848"/>
                </a:lnTo>
                <a:lnTo>
                  <a:pt x="1635246" y="100479"/>
                </a:lnTo>
                <a:lnTo>
                  <a:pt x="1635302" y="101102"/>
                </a:lnTo>
                <a:lnTo>
                  <a:pt x="1635373" y="101719"/>
                </a:lnTo>
                <a:lnTo>
                  <a:pt x="1635460" y="102328"/>
                </a:lnTo>
                <a:lnTo>
                  <a:pt x="1635563" y="102930"/>
                </a:lnTo>
                <a:lnTo>
                  <a:pt x="1635682" y="103525"/>
                </a:lnTo>
                <a:lnTo>
                  <a:pt x="1635817" y="104114"/>
                </a:lnTo>
                <a:lnTo>
                  <a:pt x="1635968" y="104695"/>
                </a:lnTo>
                <a:lnTo>
                  <a:pt x="1636134" y="105269"/>
                </a:lnTo>
                <a:lnTo>
                  <a:pt x="1636316" y="105836"/>
                </a:lnTo>
                <a:lnTo>
                  <a:pt x="1636514" y="106396"/>
                </a:lnTo>
                <a:lnTo>
                  <a:pt x="1636728" y="106949"/>
                </a:lnTo>
                <a:lnTo>
                  <a:pt x="1636958" y="107495"/>
                </a:lnTo>
                <a:lnTo>
                  <a:pt x="1637204" y="108034"/>
                </a:lnTo>
                <a:lnTo>
                  <a:pt x="1637465" y="108566"/>
                </a:lnTo>
                <a:lnTo>
                  <a:pt x="1637743" y="109091"/>
                </a:lnTo>
                <a:lnTo>
                  <a:pt x="1638036" y="109608"/>
                </a:lnTo>
                <a:lnTo>
                  <a:pt x="1638345" y="110119"/>
                </a:lnTo>
                <a:lnTo>
                  <a:pt x="1638670" y="110623"/>
                </a:lnTo>
                <a:lnTo>
                  <a:pt x="1639011" y="111119"/>
                </a:lnTo>
                <a:lnTo>
                  <a:pt x="1639367" y="111609"/>
                </a:lnTo>
                <a:lnTo>
                  <a:pt x="1639740" y="112092"/>
                </a:lnTo>
                <a:lnTo>
                  <a:pt x="1640140" y="112552"/>
                </a:lnTo>
                <a:lnTo>
                  <a:pt x="1640552" y="113004"/>
                </a:lnTo>
                <a:lnTo>
                  <a:pt x="1640976" y="113447"/>
                </a:lnTo>
                <a:lnTo>
                  <a:pt x="1641412" y="113881"/>
                </a:lnTo>
                <a:lnTo>
                  <a:pt x="1641859" y="114306"/>
                </a:lnTo>
                <a:lnTo>
                  <a:pt x="1642318" y="114723"/>
                </a:lnTo>
                <a:lnTo>
                  <a:pt x="1642789" y="115130"/>
                </a:lnTo>
                <a:lnTo>
                  <a:pt x="1643271" y="115529"/>
                </a:lnTo>
                <a:lnTo>
                  <a:pt x="1643766" y="115919"/>
                </a:lnTo>
                <a:lnTo>
                  <a:pt x="1644272" y="116301"/>
                </a:lnTo>
                <a:lnTo>
                  <a:pt x="1644790" y="116673"/>
                </a:lnTo>
                <a:lnTo>
                  <a:pt x="1645319" y="117037"/>
                </a:lnTo>
                <a:lnTo>
                  <a:pt x="1645860" y="117392"/>
                </a:lnTo>
                <a:lnTo>
                  <a:pt x="1646413" y="117738"/>
                </a:lnTo>
                <a:lnTo>
                  <a:pt x="1646978" y="118075"/>
                </a:lnTo>
                <a:lnTo>
                  <a:pt x="1647555" y="118403"/>
                </a:lnTo>
                <a:lnTo>
                  <a:pt x="1648143" y="118723"/>
                </a:lnTo>
                <a:lnTo>
                  <a:pt x="1648743" y="119034"/>
                </a:lnTo>
                <a:lnTo>
                  <a:pt x="1649354" y="119336"/>
                </a:lnTo>
                <a:lnTo>
                  <a:pt x="1649978" y="119629"/>
                </a:lnTo>
                <a:lnTo>
                  <a:pt x="1650613" y="119914"/>
                </a:lnTo>
                <a:lnTo>
                  <a:pt x="1651260" y="120189"/>
                </a:lnTo>
                <a:lnTo>
                  <a:pt x="1651919" y="120456"/>
                </a:lnTo>
                <a:lnTo>
                  <a:pt x="1652589" y="120714"/>
                </a:lnTo>
                <a:lnTo>
                  <a:pt x="1653283" y="120948"/>
                </a:lnTo>
                <a:lnTo>
                  <a:pt x="1653986" y="121173"/>
                </a:lnTo>
                <a:lnTo>
                  <a:pt x="1654697" y="121388"/>
                </a:lnTo>
                <a:lnTo>
                  <a:pt x="1655416" y="121592"/>
                </a:lnTo>
                <a:lnTo>
                  <a:pt x="1656144" y="121787"/>
                </a:lnTo>
                <a:lnTo>
                  <a:pt x="1656879" y="121971"/>
                </a:lnTo>
                <a:lnTo>
                  <a:pt x="1657623" y="122146"/>
                </a:lnTo>
                <a:lnTo>
                  <a:pt x="1658375" y="122311"/>
                </a:lnTo>
                <a:lnTo>
                  <a:pt x="1659135" y="122465"/>
                </a:lnTo>
                <a:lnTo>
                  <a:pt x="1659904" y="122610"/>
                </a:lnTo>
                <a:lnTo>
                  <a:pt x="1660680" y="122745"/>
                </a:lnTo>
                <a:lnTo>
                  <a:pt x="1661465" y="122870"/>
                </a:lnTo>
                <a:lnTo>
                  <a:pt x="1662258" y="122984"/>
                </a:lnTo>
                <a:lnTo>
                  <a:pt x="1663059" y="123089"/>
                </a:lnTo>
                <a:lnTo>
                  <a:pt x="1663869" y="123184"/>
                </a:lnTo>
                <a:lnTo>
                  <a:pt x="1664687" y="123269"/>
                </a:lnTo>
                <a:lnTo>
                  <a:pt x="1665513" y="123344"/>
                </a:lnTo>
                <a:lnTo>
                  <a:pt x="1666347" y="123408"/>
                </a:lnTo>
                <a:lnTo>
                  <a:pt x="1667189" y="123463"/>
                </a:lnTo>
                <a:lnTo>
                  <a:pt x="1668040" y="123508"/>
                </a:lnTo>
                <a:lnTo>
                  <a:pt x="1668899" y="123543"/>
                </a:lnTo>
                <a:lnTo>
                  <a:pt x="1669766" y="123568"/>
                </a:lnTo>
                <a:lnTo>
                  <a:pt x="1670641" y="123583"/>
                </a:lnTo>
                <a:lnTo>
                  <a:pt x="1671525" y="123588"/>
                </a:lnTo>
                <a:lnTo>
                  <a:pt x="1672533" y="123583"/>
                </a:lnTo>
                <a:lnTo>
                  <a:pt x="1673529" y="123568"/>
                </a:lnTo>
                <a:lnTo>
                  <a:pt x="1674512" y="123543"/>
                </a:lnTo>
                <a:lnTo>
                  <a:pt x="1675484" y="123508"/>
                </a:lnTo>
                <a:lnTo>
                  <a:pt x="1676443" y="123463"/>
                </a:lnTo>
                <a:close/>
                <a:moveTo>
                  <a:pt x="1363835" y="123515"/>
                </a:moveTo>
                <a:lnTo>
                  <a:pt x="1364359" y="123482"/>
                </a:lnTo>
                <a:lnTo>
                  <a:pt x="1364878" y="123444"/>
                </a:lnTo>
                <a:lnTo>
                  <a:pt x="1365392" y="123400"/>
                </a:lnTo>
                <a:lnTo>
                  <a:pt x="1365901" y="123350"/>
                </a:lnTo>
                <a:lnTo>
                  <a:pt x="1366406" y="123295"/>
                </a:lnTo>
                <a:lnTo>
                  <a:pt x="1366906" y="123233"/>
                </a:lnTo>
                <a:lnTo>
                  <a:pt x="1367402" y="123165"/>
                </a:lnTo>
                <a:lnTo>
                  <a:pt x="1367893" y="123092"/>
                </a:lnTo>
                <a:lnTo>
                  <a:pt x="1368379" y="123013"/>
                </a:lnTo>
                <a:lnTo>
                  <a:pt x="1368860" y="122928"/>
                </a:lnTo>
                <a:lnTo>
                  <a:pt x="1369337" y="122837"/>
                </a:lnTo>
                <a:lnTo>
                  <a:pt x="1369809" y="122740"/>
                </a:lnTo>
                <a:lnTo>
                  <a:pt x="1370276" y="122637"/>
                </a:lnTo>
                <a:lnTo>
                  <a:pt x="1370739" y="122528"/>
                </a:lnTo>
                <a:lnTo>
                  <a:pt x="1371196" y="122414"/>
                </a:lnTo>
                <a:lnTo>
                  <a:pt x="1371650" y="122294"/>
                </a:lnTo>
                <a:lnTo>
                  <a:pt x="1372098" y="122167"/>
                </a:lnTo>
                <a:lnTo>
                  <a:pt x="1372542" y="122035"/>
                </a:lnTo>
                <a:lnTo>
                  <a:pt x="1372981" y="121897"/>
                </a:lnTo>
                <a:lnTo>
                  <a:pt x="1373416" y="121768"/>
                </a:lnTo>
                <a:lnTo>
                  <a:pt x="1373845" y="121633"/>
                </a:lnTo>
                <a:lnTo>
                  <a:pt x="1374270" y="121493"/>
                </a:lnTo>
                <a:lnTo>
                  <a:pt x="1374691" y="121348"/>
                </a:lnTo>
                <a:lnTo>
                  <a:pt x="1375106" y="121197"/>
                </a:lnTo>
                <a:lnTo>
                  <a:pt x="1375517" y="121042"/>
                </a:lnTo>
                <a:lnTo>
                  <a:pt x="1375923" y="120880"/>
                </a:lnTo>
                <a:lnTo>
                  <a:pt x="1376325" y="120714"/>
                </a:lnTo>
                <a:lnTo>
                  <a:pt x="1376722" y="120542"/>
                </a:lnTo>
                <a:lnTo>
                  <a:pt x="1377114" y="120365"/>
                </a:lnTo>
                <a:lnTo>
                  <a:pt x="1377501" y="120183"/>
                </a:lnTo>
                <a:lnTo>
                  <a:pt x="1377884" y="119995"/>
                </a:lnTo>
                <a:lnTo>
                  <a:pt x="1378262" y="119803"/>
                </a:lnTo>
                <a:lnTo>
                  <a:pt x="1378635" y="119604"/>
                </a:lnTo>
                <a:lnTo>
                  <a:pt x="1379004" y="119401"/>
                </a:lnTo>
                <a:lnTo>
                  <a:pt x="1379368" y="119192"/>
                </a:lnTo>
                <a:lnTo>
                  <a:pt x="1379727" y="118978"/>
                </a:lnTo>
                <a:lnTo>
                  <a:pt x="1380082" y="118759"/>
                </a:lnTo>
                <a:lnTo>
                  <a:pt x="1380432" y="118535"/>
                </a:lnTo>
                <a:lnTo>
                  <a:pt x="1380777" y="118305"/>
                </a:lnTo>
                <a:lnTo>
                  <a:pt x="1381117" y="118070"/>
                </a:lnTo>
                <a:lnTo>
                  <a:pt x="1381453" y="117829"/>
                </a:lnTo>
                <a:lnTo>
                  <a:pt x="1381784" y="117584"/>
                </a:lnTo>
                <a:lnTo>
                  <a:pt x="1382111" y="117333"/>
                </a:lnTo>
                <a:lnTo>
                  <a:pt x="1382432" y="117063"/>
                </a:lnTo>
                <a:lnTo>
                  <a:pt x="1382749" y="116788"/>
                </a:lnTo>
                <a:lnTo>
                  <a:pt x="1383062" y="116508"/>
                </a:lnTo>
                <a:lnTo>
                  <a:pt x="1383369" y="116224"/>
                </a:lnTo>
                <a:lnTo>
                  <a:pt x="1383672" y="115935"/>
                </a:lnTo>
                <a:lnTo>
                  <a:pt x="1383970" y="115642"/>
                </a:lnTo>
                <a:lnTo>
                  <a:pt x="1384264" y="115344"/>
                </a:lnTo>
                <a:lnTo>
                  <a:pt x="1384553" y="115041"/>
                </a:lnTo>
                <a:lnTo>
                  <a:pt x="1384837" y="114733"/>
                </a:lnTo>
                <a:lnTo>
                  <a:pt x="1385116" y="114421"/>
                </a:lnTo>
                <a:lnTo>
                  <a:pt x="1385391" y="114104"/>
                </a:lnTo>
                <a:lnTo>
                  <a:pt x="1385661" y="113782"/>
                </a:lnTo>
                <a:lnTo>
                  <a:pt x="1385926" y="113456"/>
                </a:lnTo>
                <a:lnTo>
                  <a:pt x="1386187" y="113125"/>
                </a:lnTo>
                <a:lnTo>
                  <a:pt x="1386443" y="112789"/>
                </a:lnTo>
                <a:lnTo>
                  <a:pt x="1386694" y="112448"/>
                </a:lnTo>
                <a:lnTo>
                  <a:pt x="1386941" y="112103"/>
                </a:lnTo>
                <a:lnTo>
                  <a:pt x="1387183" y="111753"/>
                </a:lnTo>
                <a:lnTo>
                  <a:pt x="1387420" y="111399"/>
                </a:lnTo>
                <a:lnTo>
                  <a:pt x="1387652" y="111040"/>
                </a:lnTo>
                <a:lnTo>
                  <a:pt x="1387880" y="110676"/>
                </a:lnTo>
                <a:lnTo>
                  <a:pt x="1388103" y="110307"/>
                </a:lnTo>
                <a:lnTo>
                  <a:pt x="1388322" y="109934"/>
                </a:lnTo>
                <a:lnTo>
                  <a:pt x="1388535" y="109556"/>
                </a:lnTo>
                <a:lnTo>
                  <a:pt x="1388565" y="109892"/>
                </a:lnTo>
                <a:lnTo>
                  <a:pt x="1388596" y="110226"/>
                </a:lnTo>
                <a:lnTo>
                  <a:pt x="1388630" y="110557"/>
                </a:lnTo>
                <a:lnTo>
                  <a:pt x="1388667" y="110885"/>
                </a:lnTo>
                <a:lnTo>
                  <a:pt x="1388705" y="111209"/>
                </a:lnTo>
                <a:lnTo>
                  <a:pt x="1388747" y="111531"/>
                </a:lnTo>
                <a:lnTo>
                  <a:pt x="1388790" y="111851"/>
                </a:lnTo>
                <a:lnTo>
                  <a:pt x="1388836" y="112167"/>
                </a:lnTo>
                <a:lnTo>
                  <a:pt x="1388884" y="112480"/>
                </a:lnTo>
                <a:lnTo>
                  <a:pt x="1388934" y="112790"/>
                </a:lnTo>
                <a:lnTo>
                  <a:pt x="1388987" y="113097"/>
                </a:lnTo>
                <a:lnTo>
                  <a:pt x="1389042" y="113402"/>
                </a:lnTo>
                <a:lnTo>
                  <a:pt x="1389100" y="113703"/>
                </a:lnTo>
                <a:lnTo>
                  <a:pt x="1389160" y="114002"/>
                </a:lnTo>
                <a:lnTo>
                  <a:pt x="1389222" y="114297"/>
                </a:lnTo>
                <a:lnTo>
                  <a:pt x="1389287" y="114590"/>
                </a:lnTo>
                <a:lnTo>
                  <a:pt x="1389353" y="114880"/>
                </a:lnTo>
                <a:lnTo>
                  <a:pt x="1389423" y="115166"/>
                </a:lnTo>
                <a:lnTo>
                  <a:pt x="1389494" y="115450"/>
                </a:lnTo>
                <a:lnTo>
                  <a:pt x="1389568" y="115731"/>
                </a:lnTo>
                <a:lnTo>
                  <a:pt x="1389645" y="116009"/>
                </a:lnTo>
                <a:lnTo>
                  <a:pt x="1389723" y="116284"/>
                </a:lnTo>
                <a:lnTo>
                  <a:pt x="1389804" y="116556"/>
                </a:lnTo>
                <a:lnTo>
                  <a:pt x="1389888" y="116825"/>
                </a:lnTo>
                <a:lnTo>
                  <a:pt x="1389990" y="117091"/>
                </a:lnTo>
                <a:lnTo>
                  <a:pt x="1390098" y="117351"/>
                </a:lnTo>
                <a:lnTo>
                  <a:pt x="1390213" y="117607"/>
                </a:lnTo>
                <a:lnTo>
                  <a:pt x="1390334" y="117859"/>
                </a:lnTo>
                <a:lnTo>
                  <a:pt x="1390462" y="118105"/>
                </a:lnTo>
                <a:lnTo>
                  <a:pt x="1390596" y="118347"/>
                </a:lnTo>
                <a:lnTo>
                  <a:pt x="1390736" y="118584"/>
                </a:lnTo>
                <a:lnTo>
                  <a:pt x="1390883" y="118817"/>
                </a:lnTo>
                <a:lnTo>
                  <a:pt x="1391037" y="119044"/>
                </a:lnTo>
                <a:lnTo>
                  <a:pt x="1391197" y="119267"/>
                </a:lnTo>
                <a:lnTo>
                  <a:pt x="1391363" y="119486"/>
                </a:lnTo>
                <a:lnTo>
                  <a:pt x="1391536" y="119700"/>
                </a:lnTo>
                <a:lnTo>
                  <a:pt x="1391716" y="119909"/>
                </a:lnTo>
                <a:lnTo>
                  <a:pt x="1391901" y="120113"/>
                </a:lnTo>
                <a:lnTo>
                  <a:pt x="1392094" y="120312"/>
                </a:lnTo>
                <a:lnTo>
                  <a:pt x="1392292" y="120507"/>
                </a:lnTo>
                <a:lnTo>
                  <a:pt x="1392498" y="120698"/>
                </a:lnTo>
                <a:lnTo>
                  <a:pt x="1392709" y="120883"/>
                </a:lnTo>
                <a:lnTo>
                  <a:pt x="1392927" y="121064"/>
                </a:lnTo>
                <a:lnTo>
                  <a:pt x="1393152" y="121240"/>
                </a:lnTo>
                <a:lnTo>
                  <a:pt x="1393383" y="121411"/>
                </a:lnTo>
                <a:lnTo>
                  <a:pt x="1393620" y="121578"/>
                </a:lnTo>
                <a:lnTo>
                  <a:pt x="1393864" y="121740"/>
                </a:lnTo>
                <a:lnTo>
                  <a:pt x="1394115" y="121897"/>
                </a:lnTo>
                <a:lnTo>
                  <a:pt x="1394387" y="122035"/>
                </a:lnTo>
                <a:lnTo>
                  <a:pt x="1394670" y="122167"/>
                </a:lnTo>
                <a:lnTo>
                  <a:pt x="1394963" y="122294"/>
                </a:lnTo>
                <a:lnTo>
                  <a:pt x="1395265" y="122414"/>
                </a:lnTo>
                <a:lnTo>
                  <a:pt x="1395578" y="122528"/>
                </a:lnTo>
                <a:lnTo>
                  <a:pt x="1395900" y="122637"/>
                </a:lnTo>
                <a:lnTo>
                  <a:pt x="1396233" y="122740"/>
                </a:lnTo>
                <a:lnTo>
                  <a:pt x="1396575" y="122837"/>
                </a:lnTo>
                <a:lnTo>
                  <a:pt x="1396928" y="122928"/>
                </a:lnTo>
                <a:lnTo>
                  <a:pt x="1397290" y="123013"/>
                </a:lnTo>
                <a:lnTo>
                  <a:pt x="1397663" y="123092"/>
                </a:lnTo>
                <a:lnTo>
                  <a:pt x="1398045" y="123165"/>
                </a:lnTo>
                <a:lnTo>
                  <a:pt x="1398438" y="123233"/>
                </a:lnTo>
                <a:lnTo>
                  <a:pt x="1398840" y="123295"/>
                </a:lnTo>
                <a:lnTo>
                  <a:pt x="1399253" y="123350"/>
                </a:lnTo>
                <a:lnTo>
                  <a:pt x="1399675" y="123400"/>
                </a:lnTo>
                <a:lnTo>
                  <a:pt x="1400107" y="123444"/>
                </a:lnTo>
                <a:lnTo>
                  <a:pt x="1400550" y="123482"/>
                </a:lnTo>
                <a:lnTo>
                  <a:pt x="1401002" y="123515"/>
                </a:lnTo>
                <a:lnTo>
                  <a:pt x="1401464" y="123541"/>
                </a:lnTo>
                <a:lnTo>
                  <a:pt x="1401937" y="123562"/>
                </a:lnTo>
                <a:lnTo>
                  <a:pt x="1402419" y="123576"/>
                </a:lnTo>
                <a:lnTo>
                  <a:pt x="1402911" y="123585"/>
                </a:lnTo>
                <a:lnTo>
                  <a:pt x="1403413" y="123588"/>
                </a:lnTo>
                <a:lnTo>
                  <a:pt x="1403695" y="123587"/>
                </a:lnTo>
                <a:lnTo>
                  <a:pt x="1403976" y="123582"/>
                </a:lnTo>
                <a:lnTo>
                  <a:pt x="1404256" y="123575"/>
                </a:lnTo>
                <a:lnTo>
                  <a:pt x="1404536" y="123565"/>
                </a:lnTo>
                <a:lnTo>
                  <a:pt x="1404815" y="123551"/>
                </a:lnTo>
                <a:lnTo>
                  <a:pt x="1405093" y="123535"/>
                </a:lnTo>
                <a:lnTo>
                  <a:pt x="1405371" y="123516"/>
                </a:lnTo>
                <a:lnTo>
                  <a:pt x="1405649" y="123494"/>
                </a:lnTo>
                <a:lnTo>
                  <a:pt x="1405925" y="123469"/>
                </a:lnTo>
                <a:lnTo>
                  <a:pt x="1406202" y="123441"/>
                </a:lnTo>
                <a:lnTo>
                  <a:pt x="1406477" y="123411"/>
                </a:lnTo>
                <a:lnTo>
                  <a:pt x="1406752" y="123377"/>
                </a:lnTo>
                <a:lnTo>
                  <a:pt x="1407027" y="123340"/>
                </a:lnTo>
                <a:lnTo>
                  <a:pt x="1407301" y="123300"/>
                </a:lnTo>
                <a:lnTo>
                  <a:pt x="1407574" y="123258"/>
                </a:lnTo>
                <a:lnTo>
                  <a:pt x="1407846" y="123212"/>
                </a:lnTo>
                <a:lnTo>
                  <a:pt x="1408119" y="123164"/>
                </a:lnTo>
                <a:lnTo>
                  <a:pt x="1408390" y="123113"/>
                </a:lnTo>
                <a:lnTo>
                  <a:pt x="1408661" y="123058"/>
                </a:lnTo>
                <a:lnTo>
                  <a:pt x="1408931" y="123001"/>
                </a:lnTo>
                <a:lnTo>
                  <a:pt x="1409201" y="122941"/>
                </a:lnTo>
                <a:lnTo>
                  <a:pt x="1409470" y="122878"/>
                </a:lnTo>
                <a:lnTo>
                  <a:pt x="1409739" y="122812"/>
                </a:lnTo>
                <a:lnTo>
                  <a:pt x="1410007" y="122743"/>
                </a:lnTo>
                <a:lnTo>
                  <a:pt x="1410287" y="122671"/>
                </a:lnTo>
                <a:lnTo>
                  <a:pt x="1410562" y="122597"/>
                </a:lnTo>
                <a:lnTo>
                  <a:pt x="1410834" y="122521"/>
                </a:lnTo>
                <a:lnTo>
                  <a:pt x="1411101" y="122442"/>
                </a:lnTo>
                <a:lnTo>
                  <a:pt x="1411364" y="122361"/>
                </a:lnTo>
                <a:lnTo>
                  <a:pt x="1411624" y="122278"/>
                </a:lnTo>
                <a:lnTo>
                  <a:pt x="1411879" y="122192"/>
                </a:lnTo>
                <a:lnTo>
                  <a:pt x="1412130" y="122104"/>
                </a:lnTo>
                <a:lnTo>
                  <a:pt x="1412376" y="122014"/>
                </a:lnTo>
                <a:lnTo>
                  <a:pt x="1412619" y="121921"/>
                </a:lnTo>
                <a:lnTo>
                  <a:pt x="1412858" y="121826"/>
                </a:lnTo>
                <a:lnTo>
                  <a:pt x="1413092" y="121728"/>
                </a:lnTo>
                <a:lnTo>
                  <a:pt x="1413323" y="121629"/>
                </a:lnTo>
                <a:lnTo>
                  <a:pt x="1413549" y="121526"/>
                </a:lnTo>
                <a:lnTo>
                  <a:pt x="1413771" y="121422"/>
                </a:lnTo>
                <a:lnTo>
                  <a:pt x="1413989" y="121315"/>
                </a:lnTo>
                <a:lnTo>
                  <a:pt x="1414203" y="121206"/>
                </a:lnTo>
                <a:lnTo>
                  <a:pt x="1414413" y="121094"/>
                </a:lnTo>
                <a:lnTo>
                  <a:pt x="1414619" y="120980"/>
                </a:lnTo>
                <a:lnTo>
                  <a:pt x="1414820" y="120864"/>
                </a:lnTo>
                <a:lnTo>
                  <a:pt x="1415018" y="120746"/>
                </a:lnTo>
                <a:lnTo>
                  <a:pt x="1415211" y="120625"/>
                </a:lnTo>
                <a:lnTo>
                  <a:pt x="1415401" y="120501"/>
                </a:lnTo>
                <a:lnTo>
                  <a:pt x="1415586" y="120376"/>
                </a:lnTo>
                <a:lnTo>
                  <a:pt x="1415586" y="109386"/>
                </a:lnTo>
                <a:lnTo>
                  <a:pt x="1415431" y="109497"/>
                </a:lnTo>
                <a:lnTo>
                  <a:pt x="1415277" y="109605"/>
                </a:lnTo>
                <a:lnTo>
                  <a:pt x="1415124" y="109709"/>
                </a:lnTo>
                <a:lnTo>
                  <a:pt x="1414971" y="109809"/>
                </a:lnTo>
                <a:lnTo>
                  <a:pt x="1414818" y="109906"/>
                </a:lnTo>
                <a:lnTo>
                  <a:pt x="1414667" y="109999"/>
                </a:lnTo>
                <a:lnTo>
                  <a:pt x="1414515" y="110089"/>
                </a:lnTo>
                <a:lnTo>
                  <a:pt x="1414365" y="110175"/>
                </a:lnTo>
                <a:lnTo>
                  <a:pt x="1414215" y="110258"/>
                </a:lnTo>
                <a:lnTo>
                  <a:pt x="1414066" y="110337"/>
                </a:lnTo>
                <a:lnTo>
                  <a:pt x="1413917" y="110413"/>
                </a:lnTo>
                <a:lnTo>
                  <a:pt x="1413769" y="110485"/>
                </a:lnTo>
                <a:lnTo>
                  <a:pt x="1413621" y="110554"/>
                </a:lnTo>
                <a:lnTo>
                  <a:pt x="1413474" y="110619"/>
                </a:lnTo>
                <a:lnTo>
                  <a:pt x="1413327" y="110681"/>
                </a:lnTo>
                <a:lnTo>
                  <a:pt x="1413181" y="110739"/>
                </a:lnTo>
                <a:lnTo>
                  <a:pt x="1413036" y="110794"/>
                </a:lnTo>
                <a:lnTo>
                  <a:pt x="1412891" y="110845"/>
                </a:lnTo>
                <a:lnTo>
                  <a:pt x="1412747" y="110892"/>
                </a:lnTo>
                <a:lnTo>
                  <a:pt x="1412604" y="110936"/>
                </a:lnTo>
                <a:lnTo>
                  <a:pt x="1412461" y="110977"/>
                </a:lnTo>
                <a:lnTo>
                  <a:pt x="1412319" y="111014"/>
                </a:lnTo>
                <a:lnTo>
                  <a:pt x="1412177" y="111047"/>
                </a:lnTo>
                <a:lnTo>
                  <a:pt x="1412036" y="111077"/>
                </a:lnTo>
                <a:lnTo>
                  <a:pt x="1411895" y="111105"/>
                </a:lnTo>
                <a:lnTo>
                  <a:pt x="1411754" y="111131"/>
                </a:lnTo>
                <a:lnTo>
                  <a:pt x="1411613" y="111156"/>
                </a:lnTo>
                <a:lnTo>
                  <a:pt x="1411472" y="111180"/>
                </a:lnTo>
                <a:lnTo>
                  <a:pt x="1411331" y="111203"/>
                </a:lnTo>
                <a:lnTo>
                  <a:pt x="1411190" y="111225"/>
                </a:lnTo>
                <a:lnTo>
                  <a:pt x="1411049" y="111246"/>
                </a:lnTo>
                <a:lnTo>
                  <a:pt x="1410909" y="111265"/>
                </a:lnTo>
                <a:lnTo>
                  <a:pt x="1410768" y="111283"/>
                </a:lnTo>
                <a:lnTo>
                  <a:pt x="1410627" y="111300"/>
                </a:lnTo>
                <a:lnTo>
                  <a:pt x="1410486" y="111316"/>
                </a:lnTo>
                <a:lnTo>
                  <a:pt x="1410345" y="111331"/>
                </a:lnTo>
                <a:lnTo>
                  <a:pt x="1410204" y="111344"/>
                </a:lnTo>
                <a:lnTo>
                  <a:pt x="1410063" y="111357"/>
                </a:lnTo>
                <a:lnTo>
                  <a:pt x="1409922" y="111368"/>
                </a:lnTo>
                <a:lnTo>
                  <a:pt x="1409781" y="111378"/>
                </a:lnTo>
                <a:lnTo>
                  <a:pt x="1409640" y="111386"/>
                </a:lnTo>
                <a:lnTo>
                  <a:pt x="1409500" y="111394"/>
                </a:lnTo>
                <a:lnTo>
                  <a:pt x="1409359" y="111401"/>
                </a:lnTo>
                <a:lnTo>
                  <a:pt x="1409218" y="111406"/>
                </a:lnTo>
                <a:lnTo>
                  <a:pt x="1409077" y="111410"/>
                </a:lnTo>
                <a:lnTo>
                  <a:pt x="1408936" y="111413"/>
                </a:lnTo>
                <a:lnTo>
                  <a:pt x="1408795" y="111415"/>
                </a:lnTo>
                <a:lnTo>
                  <a:pt x="1408654" y="111415"/>
                </a:lnTo>
                <a:lnTo>
                  <a:pt x="1408459" y="111413"/>
                </a:lnTo>
                <a:lnTo>
                  <a:pt x="1408268" y="111407"/>
                </a:lnTo>
                <a:lnTo>
                  <a:pt x="1408081" y="111397"/>
                </a:lnTo>
                <a:lnTo>
                  <a:pt x="1407898" y="111382"/>
                </a:lnTo>
                <a:lnTo>
                  <a:pt x="1407719" y="111364"/>
                </a:lnTo>
                <a:lnTo>
                  <a:pt x="1407545" y="111341"/>
                </a:lnTo>
                <a:lnTo>
                  <a:pt x="1407374" y="111315"/>
                </a:lnTo>
                <a:lnTo>
                  <a:pt x="1407208" y="111284"/>
                </a:lnTo>
                <a:lnTo>
                  <a:pt x="1407045" y="111249"/>
                </a:lnTo>
                <a:lnTo>
                  <a:pt x="1406887" y="111210"/>
                </a:lnTo>
                <a:lnTo>
                  <a:pt x="1406733" y="111167"/>
                </a:lnTo>
                <a:lnTo>
                  <a:pt x="1406583" y="111119"/>
                </a:lnTo>
                <a:lnTo>
                  <a:pt x="1406437" y="111068"/>
                </a:lnTo>
                <a:lnTo>
                  <a:pt x="1406296" y="111013"/>
                </a:lnTo>
                <a:lnTo>
                  <a:pt x="1406158" y="110953"/>
                </a:lnTo>
                <a:lnTo>
                  <a:pt x="1406024" y="110889"/>
                </a:lnTo>
                <a:lnTo>
                  <a:pt x="1405895" y="110821"/>
                </a:lnTo>
                <a:lnTo>
                  <a:pt x="1405770" y="110750"/>
                </a:lnTo>
                <a:lnTo>
                  <a:pt x="1405648" y="110674"/>
                </a:lnTo>
                <a:lnTo>
                  <a:pt x="1405531" y="110593"/>
                </a:lnTo>
                <a:lnTo>
                  <a:pt x="1405418" y="110509"/>
                </a:lnTo>
                <a:lnTo>
                  <a:pt x="1405309" y="110421"/>
                </a:lnTo>
                <a:lnTo>
                  <a:pt x="1405205" y="110328"/>
                </a:lnTo>
                <a:lnTo>
                  <a:pt x="1405104" y="110232"/>
                </a:lnTo>
                <a:lnTo>
                  <a:pt x="1405007" y="110131"/>
                </a:lnTo>
                <a:lnTo>
                  <a:pt x="1404915" y="110024"/>
                </a:lnTo>
                <a:lnTo>
                  <a:pt x="1404826" y="109912"/>
                </a:lnTo>
                <a:lnTo>
                  <a:pt x="1404742" y="109795"/>
                </a:lnTo>
                <a:lnTo>
                  <a:pt x="1404662" y="109673"/>
                </a:lnTo>
                <a:lnTo>
                  <a:pt x="1404586" y="109545"/>
                </a:lnTo>
                <a:lnTo>
                  <a:pt x="1404514" y="109412"/>
                </a:lnTo>
                <a:lnTo>
                  <a:pt x="1404446" y="109274"/>
                </a:lnTo>
                <a:lnTo>
                  <a:pt x="1404383" y="109130"/>
                </a:lnTo>
                <a:lnTo>
                  <a:pt x="1404323" y="108981"/>
                </a:lnTo>
                <a:lnTo>
                  <a:pt x="1404268" y="108827"/>
                </a:lnTo>
                <a:lnTo>
                  <a:pt x="1404216" y="108668"/>
                </a:lnTo>
                <a:lnTo>
                  <a:pt x="1404169" y="108503"/>
                </a:lnTo>
                <a:lnTo>
                  <a:pt x="1404126" y="108333"/>
                </a:lnTo>
                <a:lnTo>
                  <a:pt x="1404087" y="108158"/>
                </a:lnTo>
                <a:lnTo>
                  <a:pt x="1404052" y="107978"/>
                </a:lnTo>
                <a:lnTo>
                  <a:pt x="1404021" y="107792"/>
                </a:lnTo>
                <a:lnTo>
                  <a:pt x="1403994" y="107601"/>
                </a:lnTo>
                <a:lnTo>
                  <a:pt x="1403972" y="107404"/>
                </a:lnTo>
                <a:lnTo>
                  <a:pt x="1403953" y="107203"/>
                </a:lnTo>
                <a:lnTo>
                  <a:pt x="1403939" y="106996"/>
                </a:lnTo>
                <a:lnTo>
                  <a:pt x="1403929" y="106784"/>
                </a:lnTo>
                <a:lnTo>
                  <a:pt x="1403922" y="106566"/>
                </a:lnTo>
                <a:lnTo>
                  <a:pt x="1403920" y="106343"/>
                </a:lnTo>
                <a:lnTo>
                  <a:pt x="1403920" y="35504"/>
                </a:lnTo>
                <a:lnTo>
                  <a:pt x="1387014" y="35504"/>
                </a:lnTo>
                <a:lnTo>
                  <a:pt x="1387014" y="88084"/>
                </a:lnTo>
                <a:lnTo>
                  <a:pt x="1387009" y="88603"/>
                </a:lnTo>
                <a:lnTo>
                  <a:pt x="1386995" y="89118"/>
                </a:lnTo>
                <a:lnTo>
                  <a:pt x="1386971" y="89629"/>
                </a:lnTo>
                <a:lnTo>
                  <a:pt x="1386939" y="90136"/>
                </a:lnTo>
                <a:lnTo>
                  <a:pt x="1386896" y="90639"/>
                </a:lnTo>
                <a:lnTo>
                  <a:pt x="1386845" y="91138"/>
                </a:lnTo>
                <a:lnTo>
                  <a:pt x="1386784" y="91632"/>
                </a:lnTo>
                <a:lnTo>
                  <a:pt x="1386713" y="92123"/>
                </a:lnTo>
                <a:lnTo>
                  <a:pt x="1386633" y="92609"/>
                </a:lnTo>
                <a:lnTo>
                  <a:pt x="1386544" y="93091"/>
                </a:lnTo>
                <a:lnTo>
                  <a:pt x="1386445" y="93570"/>
                </a:lnTo>
                <a:lnTo>
                  <a:pt x="1386337" y="94044"/>
                </a:lnTo>
                <a:lnTo>
                  <a:pt x="1386220" y="94514"/>
                </a:lnTo>
                <a:lnTo>
                  <a:pt x="1386093" y="94979"/>
                </a:lnTo>
                <a:lnTo>
                  <a:pt x="1385957" y="95441"/>
                </a:lnTo>
                <a:lnTo>
                  <a:pt x="1385811" y="95899"/>
                </a:lnTo>
                <a:lnTo>
                  <a:pt x="1385656" y="96352"/>
                </a:lnTo>
                <a:lnTo>
                  <a:pt x="1385492" y="96802"/>
                </a:lnTo>
                <a:lnTo>
                  <a:pt x="1385318" y="97247"/>
                </a:lnTo>
                <a:lnTo>
                  <a:pt x="1385135" y="97688"/>
                </a:lnTo>
                <a:lnTo>
                  <a:pt x="1384943" y="98125"/>
                </a:lnTo>
                <a:lnTo>
                  <a:pt x="1384741" y="98558"/>
                </a:lnTo>
                <a:lnTo>
                  <a:pt x="1384529" y="98987"/>
                </a:lnTo>
                <a:lnTo>
                  <a:pt x="1384309" y="99411"/>
                </a:lnTo>
                <a:lnTo>
                  <a:pt x="1384093" y="99831"/>
                </a:lnTo>
                <a:lnTo>
                  <a:pt x="1383871" y="100243"/>
                </a:lnTo>
                <a:lnTo>
                  <a:pt x="1383640" y="100648"/>
                </a:lnTo>
                <a:lnTo>
                  <a:pt x="1383402" y="101046"/>
                </a:lnTo>
                <a:lnTo>
                  <a:pt x="1383157" y="101437"/>
                </a:lnTo>
                <a:lnTo>
                  <a:pt x="1382903" y="101821"/>
                </a:lnTo>
                <a:lnTo>
                  <a:pt x="1382642" y="102198"/>
                </a:lnTo>
                <a:lnTo>
                  <a:pt x="1382374" y="102567"/>
                </a:lnTo>
                <a:lnTo>
                  <a:pt x="1382098" y="102930"/>
                </a:lnTo>
                <a:lnTo>
                  <a:pt x="1381814" y="103286"/>
                </a:lnTo>
                <a:lnTo>
                  <a:pt x="1381522" y="103635"/>
                </a:lnTo>
                <a:lnTo>
                  <a:pt x="1381223" y="103976"/>
                </a:lnTo>
                <a:lnTo>
                  <a:pt x="1380916" y="104311"/>
                </a:lnTo>
                <a:lnTo>
                  <a:pt x="1380602" y="104638"/>
                </a:lnTo>
                <a:lnTo>
                  <a:pt x="1380280" y="104959"/>
                </a:lnTo>
                <a:lnTo>
                  <a:pt x="1379950" y="105272"/>
                </a:lnTo>
                <a:lnTo>
                  <a:pt x="1379613" y="105579"/>
                </a:lnTo>
                <a:lnTo>
                  <a:pt x="1379268" y="105878"/>
                </a:lnTo>
                <a:lnTo>
                  <a:pt x="1378916" y="106171"/>
                </a:lnTo>
                <a:lnTo>
                  <a:pt x="1378556" y="106456"/>
                </a:lnTo>
                <a:lnTo>
                  <a:pt x="1378188" y="106734"/>
                </a:lnTo>
                <a:lnTo>
                  <a:pt x="1377812" y="107005"/>
                </a:lnTo>
                <a:lnTo>
                  <a:pt x="1377429" y="107270"/>
                </a:lnTo>
                <a:lnTo>
                  <a:pt x="1377039" y="107527"/>
                </a:lnTo>
                <a:lnTo>
                  <a:pt x="1376656" y="107761"/>
                </a:lnTo>
                <a:lnTo>
                  <a:pt x="1376268" y="107986"/>
                </a:lnTo>
                <a:lnTo>
                  <a:pt x="1375876" y="108200"/>
                </a:lnTo>
                <a:lnTo>
                  <a:pt x="1375479" y="108405"/>
                </a:lnTo>
                <a:lnTo>
                  <a:pt x="1375078" y="108600"/>
                </a:lnTo>
                <a:lnTo>
                  <a:pt x="1374672" y="108784"/>
                </a:lnTo>
                <a:lnTo>
                  <a:pt x="1374261" y="108959"/>
                </a:lnTo>
                <a:lnTo>
                  <a:pt x="1373845" y="109123"/>
                </a:lnTo>
                <a:lnTo>
                  <a:pt x="1373425" y="109278"/>
                </a:lnTo>
                <a:lnTo>
                  <a:pt x="1373000" y="109423"/>
                </a:lnTo>
                <a:lnTo>
                  <a:pt x="1372570" y="109558"/>
                </a:lnTo>
                <a:lnTo>
                  <a:pt x="1372136" y="109682"/>
                </a:lnTo>
                <a:lnTo>
                  <a:pt x="1371697" y="109797"/>
                </a:lnTo>
                <a:lnTo>
                  <a:pt x="1371253" y="109902"/>
                </a:lnTo>
                <a:lnTo>
                  <a:pt x="1370804" y="109997"/>
                </a:lnTo>
                <a:lnTo>
                  <a:pt x="1370351" y="110081"/>
                </a:lnTo>
                <a:lnTo>
                  <a:pt x="1369893" y="110156"/>
                </a:lnTo>
                <a:lnTo>
                  <a:pt x="1369431" y="110221"/>
                </a:lnTo>
                <a:lnTo>
                  <a:pt x="1368963" y="110276"/>
                </a:lnTo>
                <a:lnTo>
                  <a:pt x="1368491" y="110321"/>
                </a:lnTo>
                <a:lnTo>
                  <a:pt x="1368015" y="110356"/>
                </a:lnTo>
                <a:lnTo>
                  <a:pt x="1367533" y="110381"/>
                </a:lnTo>
                <a:lnTo>
                  <a:pt x="1367047" y="110396"/>
                </a:lnTo>
                <a:lnTo>
                  <a:pt x="1366557" y="110401"/>
                </a:lnTo>
                <a:lnTo>
                  <a:pt x="1365817" y="110392"/>
                </a:lnTo>
                <a:lnTo>
                  <a:pt x="1365090" y="110364"/>
                </a:lnTo>
                <a:lnTo>
                  <a:pt x="1364377" y="110319"/>
                </a:lnTo>
                <a:lnTo>
                  <a:pt x="1363678" y="110255"/>
                </a:lnTo>
                <a:lnTo>
                  <a:pt x="1362992" y="110173"/>
                </a:lnTo>
                <a:lnTo>
                  <a:pt x="1362319" y="110073"/>
                </a:lnTo>
                <a:lnTo>
                  <a:pt x="1361660" y="109955"/>
                </a:lnTo>
                <a:lnTo>
                  <a:pt x="1361015" y="109819"/>
                </a:lnTo>
                <a:lnTo>
                  <a:pt x="1360383" y="109664"/>
                </a:lnTo>
                <a:lnTo>
                  <a:pt x="1359764" y="109491"/>
                </a:lnTo>
                <a:lnTo>
                  <a:pt x="1359159" y="109300"/>
                </a:lnTo>
                <a:lnTo>
                  <a:pt x="1358568" y="109091"/>
                </a:lnTo>
                <a:lnTo>
                  <a:pt x="1357990" y="108863"/>
                </a:lnTo>
                <a:lnTo>
                  <a:pt x="1357426" y="108617"/>
                </a:lnTo>
                <a:lnTo>
                  <a:pt x="1356875" y="108354"/>
                </a:lnTo>
                <a:lnTo>
                  <a:pt x="1356337" y="108071"/>
                </a:lnTo>
                <a:lnTo>
                  <a:pt x="1355813" y="107771"/>
                </a:lnTo>
                <a:lnTo>
                  <a:pt x="1355303" y="107453"/>
                </a:lnTo>
                <a:lnTo>
                  <a:pt x="1354806" y="107116"/>
                </a:lnTo>
                <a:lnTo>
                  <a:pt x="1354323" y="106761"/>
                </a:lnTo>
                <a:lnTo>
                  <a:pt x="1353853" y="106388"/>
                </a:lnTo>
                <a:lnTo>
                  <a:pt x="1353396" y="105997"/>
                </a:lnTo>
                <a:lnTo>
                  <a:pt x="1352953" y="105587"/>
                </a:lnTo>
                <a:lnTo>
                  <a:pt x="1352524" y="105160"/>
                </a:lnTo>
                <a:lnTo>
                  <a:pt x="1352124" y="104713"/>
                </a:lnTo>
                <a:lnTo>
                  <a:pt x="1351741" y="104248"/>
                </a:lnTo>
                <a:lnTo>
                  <a:pt x="1351375" y="103762"/>
                </a:lnTo>
                <a:lnTo>
                  <a:pt x="1351026" y="103258"/>
                </a:lnTo>
                <a:lnTo>
                  <a:pt x="1350694" y="102734"/>
                </a:lnTo>
                <a:lnTo>
                  <a:pt x="1350379" y="102191"/>
                </a:lnTo>
                <a:lnTo>
                  <a:pt x="1350081" y="101628"/>
                </a:lnTo>
                <a:lnTo>
                  <a:pt x="1349800" y="101046"/>
                </a:lnTo>
                <a:lnTo>
                  <a:pt x="1349536" y="100444"/>
                </a:lnTo>
                <a:lnTo>
                  <a:pt x="1349289" y="99824"/>
                </a:lnTo>
                <a:lnTo>
                  <a:pt x="1349059" y="99183"/>
                </a:lnTo>
                <a:lnTo>
                  <a:pt x="1348847" y="98524"/>
                </a:lnTo>
                <a:lnTo>
                  <a:pt x="1348651" y="97845"/>
                </a:lnTo>
                <a:lnTo>
                  <a:pt x="1348472" y="97147"/>
                </a:lnTo>
                <a:lnTo>
                  <a:pt x="1348310" y="96429"/>
                </a:lnTo>
                <a:lnTo>
                  <a:pt x="1348166" y="95692"/>
                </a:lnTo>
                <a:lnTo>
                  <a:pt x="1348038" y="94936"/>
                </a:lnTo>
                <a:lnTo>
                  <a:pt x="1347927" y="94160"/>
                </a:lnTo>
                <a:lnTo>
                  <a:pt x="1347834" y="93365"/>
                </a:lnTo>
                <a:lnTo>
                  <a:pt x="1347757" y="92550"/>
                </a:lnTo>
                <a:lnTo>
                  <a:pt x="1347697" y="91716"/>
                </a:lnTo>
                <a:lnTo>
                  <a:pt x="1347655" y="90863"/>
                </a:lnTo>
                <a:lnTo>
                  <a:pt x="1347629" y="89990"/>
                </a:lnTo>
                <a:lnTo>
                  <a:pt x="1347621" y="89098"/>
                </a:lnTo>
                <a:lnTo>
                  <a:pt x="1347621" y="35504"/>
                </a:lnTo>
                <a:lnTo>
                  <a:pt x="1330545" y="35504"/>
                </a:lnTo>
                <a:lnTo>
                  <a:pt x="1330545" y="92311"/>
                </a:lnTo>
                <a:lnTo>
                  <a:pt x="1330560" y="93607"/>
                </a:lnTo>
                <a:lnTo>
                  <a:pt x="1330603" y="94876"/>
                </a:lnTo>
                <a:lnTo>
                  <a:pt x="1330675" y="96117"/>
                </a:lnTo>
                <a:lnTo>
                  <a:pt x="1330775" y="97331"/>
                </a:lnTo>
                <a:lnTo>
                  <a:pt x="1330905" y="98517"/>
                </a:lnTo>
                <a:lnTo>
                  <a:pt x="1331063" y="99676"/>
                </a:lnTo>
                <a:lnTo>
                  <a:pt x="1331250" y="100807"/>
                </a:lnTo>
                <a:lnTo>
                  <a:pt x="1331466" y="101910"/>
                </a:lnTo>
                <a:lnTo>
                  <a:pt x="1331710" y="102986"/>
                </a:lnTo>
                <a:lnTo>
                  <a:pt x="1331984" y="104034"/>
                </a:lnTo>
                <a:lnTo>
                  <a:pt x="1332286" y="105054"/>
                </a:lnTo>
                <a:lnTo>
                  <a:pt x="1332616" y="106047"/>
                </a:lnTo>
                <a:lnTo>
                  <a:pt x="1332976" y="107013"/>
                </a:lnTo>
                <a:lnTo>
                  <a:pt x="1333364" y="107951"/>
                </a:lnTo>
                <a:lnTo>
                  <a:pt x="1333781" y="108861"/>
                </a:lnTo>
                <a:lnTo>
                  <a:pt x="1334227" y="109743"/>
                </a:lnTo>
                <a:lnTo>
                  <a:pt x="1334702" y="110598"/>
                </a:lnTo>
                <a:lnTo>
                  <a:pt x="1335205" y="111426"/>
                </a:lnTo>
                <a:lnTo>
                  <a:pt x="1335737" y="112226"/>
                </a:lnTo>
                <a:lnTo>
                  <a:pt x="1336298" y="112998"/>
                </a:lnTo>
                <a:lnTo>
                  <a:pt x="1336888" y="113743"/>
                </a:lnTo>
                <a:lnTo>
                  <a:pt x="1337506" y="114460"/>
                </a:lnTo>
                <a:lnTo>
                  <a:pt x="1338154" y="115149"/>
                </a:lnTo>
                <a:lnTo>
                  <a:pt x="1338830" y="115811"/>
                </a:lnTo>
                <a:lnTo>
                  <a:pt x="1339543" y="116446"/>
                </a:lnTo>
                <a:lnTo>
                  <a:pt x="1340276" y="117053"/>
                </a:lnTo>
                <a:lnTo>
                  <a:pt x="1341027" y="117634"/>
                </a:lnTo>
                <a:lnTo>
                  <a:pt x="1341798" y="118187"/>
                </a:lnTo>
                <a:lnTo>
                  <a:pt x="1342587" y="118714"/>
                </a:lnTo>
                <a:lnTo>
                  <a:pt x="1343394" y="119213"/>
                </a:lnTo>
                <a:lnTo>
                  <a:pt x="1344221" y="119686"/>
                </a:lnTo>
                <a:lnTo>
                  <a:pt x="1345066" y="120132"/>
                </a:lnTo>
                <a:lnTo>
                  <a:pt x="1345930" y="120550"/>
                </a:lnTo>
                <a:lnTo>
                  <a:pt x="1346813" y="120942"/>
                </a:lnTo>
                <a:lnTo>
                  <a:pt x="1347715" y="121306"/>
                </a:lnTo>
                <a:lnTo>
                  <a:pt x="1348635" y="121644"/>
                </a:lnTo>
                <a:lnTo>
                  <a:pt x="1349575" y="121954"/>
                </a:lnTo>
                <a:lnTo>
                  <a:pt x="1350533" y="122238"/>
                </a:lnTo>
                <a:lnTo>
                  <a:pt x="1351510" y="122494"/>
                </a:lnTo>
                <a:lnTo>
                  <a:pt x="1352505" y="122724"/>
                </a:lnTo>
                <a:lnTo>
                  <a:pt x="1353520" y="122927"/>
                </a:lnTo>
                <a:lnTo>
                  <a:pt x="1354553" y="123102"/>
                </a:lnTo>
                <a:lnTo>
                  <a:pt x="1355605" y="123251"/>
                </a:lnTo>
                <a:lnTo>
                  <a:pt x="1356675" y="123372"/>
                </a:lnTo>
                <a:lnTo>
                  <a:pt x="1357765" y="123467"/>
                </a:lnTo>
                <a:lnTo>
                  <a:pt x="1358873" y="123534"/>
                </a:lnTo>
                <a:lnTo>
                  <a:pt x="1360000" y="123575"/>
                </a:lnTo>
                <a:lnTo>
                  <a:pt x="1361146" y="123588"/>
                </a:lnTo>
                <a:lnTo>
                  <a:pt x="1361694" y="123585"/>
                </a:lnTo>
                <a:lnTo>
                  <a:pt x="1362236" y="123576"/>
                </a:lnTo>
                <a:lnTo>
                  <a:pt x="1362774" y="123562"/>
                </a:lnTo>
                <a:lnTo>
                  <a:pt x="1363307" y="123541"/>
                </a:lnTo>
                <a:lnTo>
                  <a:pt x="1363835" y="123515"/>
                </a:lnTo>
                <a:close/>
                <a:moveTo>
                  <a:pt x="1106729" y="131534"/>
                </a:moveTo>
                <a:lnTo>
                  <a:pt x="1022196" y="131534"/>
                </a:lnTo>
                <a:lnTo>
                  <a:pt x="1022196" y="143707"/>
                </a:lnTo>
                <a:lnTo>
                  <a:pt x="1106729" y="143707"/>
                </a:lnTo>
                <a:lnTo>
                  <a:pt x="1106729" y="131534"/>
                </a:lnTo>
                <a:close/>
              </a:path>
            </a:pathLst>
          </a:custGeom>
          <a:solidFill xmlns:a="http://schemas.openxmlformats.org/drawingml/2006/main">
            <a:srgbClr val="22863A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2A2824-8E59-4F16-9870-767BE619E2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3369" y="817080"/>
            <a:ext cx="881495" cy="123419"/>
          </a:xfrm>
          <a:custGeom xmlns:a="http://schemas.openxmlformats.org/drawingml/2006/main">
            <a:pathLst>
              <a:path w="881495" h="123419">
                <a:moveTo>
                  <a:pt x="0" y="121728"/>
                </a:moveTo>
                <a:close/>
                <a:moveTo>
                  <a:pt x="34659" y="52749"/>
                </a:moveTo>
                <a:lnTo>
                  <a:pt x="30770" y="30601"/>
                </a:lnTo>
                <a:lnTo>
                  <a:pt x="30770" y="5748"/>
                </a:lnTo>
                <a:lnTo>
                  <a:pt x="45310" y="5748"/>
                </a:lnTo>
                <a:lnTo>
                  <a:pt x="45310" y="30601"/>
                </a:lnTo>
                <a:lnTo>
                  <a:pt x="41421" y="52749"/>
                </a:lnTo>
                <a:lnTo>
                  <a:pt x="34659" y="52749"/>
                </a:lnTo>
                <a:close/>
                <a:moveTo>
                  <a:pt x="59850" y="52749"/>
                </a:moveTo>
                <a:lnTo>
                  <a:pt x="55961" y="30601"/>
                </a:lnTo>
                <a:lnTo>
                  <a:pt x="55961" y="5748"/>
                </a:lnTo>
                <a:lnTo>
                  <a:pt x="70501" y="5748"/>
                </a:lnTo>
                <a:lnTo>
                  <a:pt x="70501" y="30601"/>
                </a:lnTo>
                <a:lnTo>
                  <a:pt x="66612" y="52749"/>
                </a:lnTo>
                <a:lnTo>
                  <a:pt x="59850" y="52749"/>
                </a:lnTo>
                <a:close/>
                <a:moveTo>
                  <a:pt x="101374" y="121728"/>
                </a:moveTo>
                <a:close/>
                <a:moveTo>
                  <a:pt x="144655" y="123419"/>
                </a:moveTo>
                <a:cubicBezTo>
                  <a:pt x="135413" y="123419"/>
                  <a:pt x="127974" y="120827"/>
                  <a:pt x="122339" y="115642"/>
                </a:cubicBezTo>
                <a:cubicBezTo>
                  <a:pt x="116816" y="110457"/>
                  <a:pt x="114054" y="102624"/>
                  <a:pt x="114054" y="92142"/>
                </a:cubicBezTo>
                <a:lnTo>
                  <a:pt x="114054" y="35335"/>
                </a:lnTo>
                <a:lnTo>
                  <a:pt x="131130" y="35335"/>
                </a:lnTo>
                <a:lnTo>
                  <a:pt x="131130" y="88929"/>
                </a:lnTo>
                <a:cubicBezTo>
                  <a:pt x="131130" y="96143"/>
                  <a:pt x="132764" y="101497"/>
                  <a:pt x="136033" y="104991"/>
                </a:cubicBezTo>
                <a:cubicBezTo>
                  <a:pt x="139414" y="108485"/>
                  <a:pt x="144092" y="110232"/>
                  <a:pt x="150066" y="110232"/>
                </a:cubicBezTo>
                <a:cubicBezTo>
                  <a:pt x="154011" y="110232"/>
                  <a:pt x="157504" y="109274"/>
                  <a:pt x="160548" y="107358"/>
                </a:cubicBezTo>
                <a:cubicBezTo>
                  <a:pt x="163704" y="105329"/>
                  <a:pt x="166127" y="102624"/>
                  <a:pt x="167818" y="99242"/>
                </a:cubicBezTo>
                <a:cubicBezTo>
                  <a:pt x="169621" y="95861"/>
                  <a:pt x="170523" y="92085"/>
                  <a:pt x="170523" y="87915"/>
                </a:cubicBezTo>
                <a:lnTo>
                  <a:pt x="170523" y="35335"/>
                </a:lnTo>
                <a:lnTo>
                  <a:pt x="187429" y="35335"/>
                </a:lnTo>
                <a:lnTo>
                  <a:pt x="187429" y="106174"/>
                </a:lnTo>
                <a:cubicBezTo>
                  <a:pt x="187429" y="107978"/>
                  <a:pt x="187824" y="109274"/>
                  <a:pt x="188613" y="110063"/>
                </a:cubicBezTo>
                <a:cubicBezTo>
                  <a:pt x="189402" y="110852"/>
                  <a:pt x="190585" y="111246"/>
                  <a:pt x="192163" y="111246"/>
                </a:cubicBezTo>
                <a:cubicBezTo>
                  <a:pt x="193291" y="111246"/>
                  <a:pt x="194418" y="111133"/>
                  <a:pt x="195545" y="110908"/>
                </a:cubicBezTo>
                <a:cubicBezTo>
                  <a:pt x="196672" y="110683"/>
                  <a:pt x="197855" y="110119"/>
                  <a:pt x="199095" y="109217"/>
                </a:cubicBezTo>
                <a:lnTo>
                  <a:pt x="199095" y="120207"/>
                </a:lnTo>
                <a:cubicBezTo>
                  <a:pt x="197630" y="121221"/>
                  <a:pt x="195770" y="122010"/>
                  <a:pt x="193516" y="122574"/>
                </a:cubicBezTo>
                <a:cubicBezTo>
                  <a:pt x="191374" y="123137"/>
                  <a:pt x="189177" y="123419"/>
                  <a:pt x="186922" y="123419"/>
                </a:cubicBezTo>
                <a:cubicBezTo>
                  <a:pt x="182865" y="123419"/>
                  <a:pt x="179765" y="122855"/>
                  <a:pt x="177624" y="121728"/>
                </a:cubicBezTo>
                <a:cubicBezTo>
                  <a:pt x="175595" y="120489"/>
                  <a:pt x="174186" y="118798"/>
                  <a:pt x="173397" y="116656"/>
                </a:cubicBezTo>
                <a:cubicBezTo>
                  <a:pt x="172721" y="114515"/>
                  <a:pt x="172270" y="112092"/>
                  <a:pt x="172044" y="109386"/>
                </a:cubicBezTo>
                <a:cubicBezTo>
                  <a:pt x="170354" y="112430"/>
                  <a:pt x="168212" y="115022"/>
                  <a:pt x="165620" y="117164"/>
                </a:cubicBezTo>
                <a:cubicBezTo>
                  <a:pt x="163027" y="119192"/>
                  <a:pt x="159984" y="120714"/>
                  <a:pt x="156490" y="121728"/>
                </a:cubicBezTo>
                <a:cubicBezTo>
                  <a:pt x="152996" y="122855"/>
                  <a:pt x="149051" y="123419"/>
                  <a:pt x="144655" y="123419"/>
                </a:cubicBezTo>
                <a:close/>
                <a:moveTo>
                  <a:pt x="202749" y="121728"/>
                </a:moveTo>
                <a:close/>
                <a:moveTo>
                  <a:pt x="217288" y="121728"/>
                </a:moveTo>
                <a:lnTo>
                  <a:pt x="217288" y="35335"/>
                </a:lnTo>
                <a:lnTo>
                  <a:pt x="230983" y="35335"/>
                </a:lnTo>
                <a:lnTo>
                  <a:pt x="232673" y="47677"/>
                </a:lnTo>
                <a:cubicBezTo>
                  <a:pt x="235266" y="42830"/>
                  <a:pt x="238929" y="39280"/>
                  <a:pt x="243663" y="37026"/>
                </a:cubicBezTo>
                <a:cubicBezTo>
                  <a:pt x="248397" y="34771"/>
                  <a:pt x="253638" y="33644"/>
                  <a:pt x="259386" y="33644"/>
                </a:cubicBezTo>
                <a:cubicBezTo>
                  <a:pt x="268854" y="33644"/>
                  <a:pt x="276406" y="36293"/>
                  <a:pt x="282041" y="41591"/>
                </a:cubicBezTo>
                <a:cubicBezTo>
                  <a:pt x="287677" y="46888"/>
                  <a:pt x="290494" y="54721"/>
                  <a:pt x="290494" y="65091"/>
                </a:cubicBezTo>
                <a:lnTo>
                  <a:pt x="290494" y="121728"/>
                </a:lnTo>
                <a:lnTo>
                  <a:pt x="273588" y="121728"/>
                </a:lnTo>
                <a:lnTo>
                  <a:pt x="273588" y="69994"/>
                </a:lnTo>
                <a:cubicBezTo>
                  <a:pt x="273588" y="61879"/>
                  <a:pt x="271897" y="55961"/>
                  <a:pt x="268516" y="52242"/>
                </a:cubicBezTo>
                <a:cubicBezTo>
                  <a:pt x="265247" y="48522"/>
                  <a:pt x="260626" y="46663"/>
                  <a:pt x="254652" y="46663"/>
                </a:cubicBezTo>
                <a:cubicBezTo>
                  <a:pt x="250482" y="46663"/>
                  <a:pt x="246875" y="47733"/>
                  <a:pt x="243832" y="49875"/>
                </a:cubicBezTo>
                <a:cubicBezTo>
                  <a:pt x="240789" y="51904"/>
                  <a:pt x="238422" y="54778"/>
                  <a:pt x="236731" y="58497"/>
                </a:cubicBezTo>
                <a:cubicBezTo>
                  <a:pt x="235040" y="62104"/>
                  <a:pt x="234195" y="66274"/>
                  <a:pt x="234195" y="71008"/>
                </a:cubicBezTo>
                <a:lnTo>
                  <a:pt x="234195" y="121728"/>
                </a:lnTo>
                <a:lnTo>
                  <a:pt x="217288" y="121728"/>
                </a:lnTo>
                <a:close/>
                <a:moveTo>
                  <a:pt x="304123" y="121728"/>
                </a:moveTo>
                <a:close/>
                <a:moveTo>
                  <a:pt x="317479" y="121728"/>
                </a:moveTo>
                <a:lnTo>
                  <a:pt x="317479" y="0"/>
                </a:lnTo>
                <a:lnTo>
                  <a:pt x="334386" y="0"/>
                </a:lnTo>
                <a:lnTo>
                  <a:pt x="334386" y="82674"/>
                </a:lnTo>
                <a:lnTo>
                  <a:pt x="374286" y="35335"/>
                </a:lnTo>
                <a:lnTo>
                  <a:pt x="394236" y="35335"/>
                </a:lnTo>
                <a:lnTo>
                  <a:pt x="359915" y="75573"/>
                </a:lnTo>
                <a:lnTo>
                  <a:pt x="396265" y="121728"/>
                </a:lnTo>
                <a:lnTo>
                  <a:pt x="375638" y="121728"/>
                </a:lnTo>
                <a:lnTo>
                  <a:pt x="348080" y="87408"/>
                </a:lnTo>
                <a:lnTo>
                  <a:pt x="334386" y="100933"/>
                </a:lnTo>
                <a:lnTo>
                  <a:pt x="334386" y="121728"/>
                </a:lnTo>
                <a:lnTo>
                  <a:pt x="317479" y="121728"/>
                </a:lnTo>
                <a:close/>
                <a:moveTo>
                  <a:pt x="405497" y="121728"/>
                </a:moveTo>
                <a:close/>
                <a:moveTo>
                  <a:pt x="420037" y="121728"/>
                </a:moveTo>
                <a:lnTo>
                  <a:pt x="420037" y="35335"/>
                </a:lnTo>
                <a:lnTo>
                  <a:pt x="433731" y="35335"/>
                </a:lnTo>
                <a:lnTo>
                  <a:pt x="435422" y="47677"/>
                </a:lnTo>
                <a:cubicBezTo>
                  <a:pt x="438014" y="42830"/>
                  <a:pt x="441677" y="39280"/>
                  <a:pt x="446411" y="37026"/>
                </a:cubicBezTo>
                <a:cubicBezTo>
                  <a:pt x="451145" y="34771"/>
                  <a:pt x="456386" y="33644"/>
                  <a:pt x="462134" y="33644"/>
                </a:cubicBezTo>
                <a:cubicBezTo>
                  <a:pt x="471602" y="33644"/>
                  <a:pt x="479154" y="36293"/>
                  <a:pt x="484790" y="41591"/>
                </a:cubicBezTo>
                <a:cubicBezTo>
                  <a:pt x="490425" y="46888"/>
                  <a:pt x="493243" y="54721"/>
                  <a:pt x="493243" y="65091"/>
                </a:cubicBezTo>
                <a:lnTo>
                  <a:pt x="493243" y="121728"/>
                </a:lnTo>
                <a:lnTo>
                  <a:pt x="476336" y="121728"/>
                </a:lnTo>
                <a:lnTo>
                  <a:pt x="476336" y="69994"/>
                </a:lnTo>
                <a:cubicBezTo>
                  <a:pt x="476336" y="61879"/>
                  <a:pt x="474646" y="55961"/>
                  <a:pt x="471264" y="52242"/>
                </a:cubicBezTo>
                <a:cubicBezTo>
                  <a:pt x="467995" y="48522"/>
                  <a:pt x="463374" y="46663"/>
                  <a:pt x="457401" y="46663"/>
                </a:cubicBezTo>
                <a:cubicBezTo>
                  <a:pt x="453230" y="46663"/>
                  <a:pt x="449624" y="47733"/>
                  <a:pt x="446580" y="49875"/>
                </a:cubicBezTo>
                <a:cubicBezTo>
                  <a:pt x="443537" y="51904"/>
                  <a:pt x="441170" y="54778"/>
                  <a:pt x="439480" y="58497"/>
                </a:cubicBezTo>
                <a:cubicBezTo>
                  <a:pt x="437789" y="62104"/>
                  <a:pt x="436944" y="66274"/>
                  <a:pt x="436944" y="71008"/>
                </a:cubicBezTo>
                <a:lnTo>
                  <a:pt x="436944" y="121728"/>
                </a:lnTo>
                <a:lnTo>
                  <a:pt x="420037" y="121728"/>
                </a:lnTo>
                <a:close/>
                <a:moveTo>
                  <a:pt x="506871" y="121728"/>
                </a:moveTo>
                <a:close/>
                <a:moveTo>
                  <a:pt x="557591" y="123419"/>
                </a:moveTo>
                <a:cubicBezTo>
                  <a:pt x="549251" y="123419"/>
                  <a:pt x="542094" y="121559"/>
                  <a:pt x="536120" y="117840"/>
                </a:cubicBezTo>
                <a:cubicBezTo>
                  <a:pt x="530146" y="114120"/>
                  <a:pt x="525581" y="108992"/>
                  <a:pt x="522425" y="102455"/>
                </a:cubicBezTo>
                <a:cubicBezTo>
                  <a:pt x="519269" y="95805"/>
                  <a:pt x="517692" y="88309"/>
                  <a:pt x="517692" y="79969"/>
                </a:cubicBezTo>
                <a:lnTo>
                  <a:pt x="517692" y="77095"/>
                </a:lnTo>
                <a:cubicBezTo>
                  <a:pt x="517692" y="68529"/>
                  <a:pt x="519269" y="60977"/>
                  <a:pt x="522425" y="54440"/>
                </a:cubicBezTo>
                <a:cubicBezTo>
                  <a:pt x="525581" y="47902"/>
                  <a:pt x="530146" y="42830"/>
                  <a:pt x="536120" y="39224"/>
                </a:cubicBezTo>
                <a:cubicBezTo>
                  <a:pt x="542094" y="35504"/>
                  <a:pt x="549195" y="33644"/>
                  <a:pt x="557422" y="33644"/>
                </a:cubicBezTo>
                <a:cubicBezTo>
                  <a:pt x="565876" y="33644"/>
                  <a:pt x="573089" y="35504"/>
                  <a:pt x="579063" y="39224"/>
                </a:cubicBezTo>
                <a:cubicBezTo>
                  <a:pt x="585037" y="42943"/>
                  <a:pt x="589601" y="48071"/>
                  <a:pt x="592757" y="54609"/>
                </a:cubicBezTo>
                <a:cubicBezTo>
                  <a:pt x="595913" y="61146"/>
                  <a:pt x="597491" y="68641"/>
                  <a:pt x="597491" y="77095"/>
                </a:cubicBezTo>
                <a:lnTo>
                  <a:pt x="597491" y="79969"/>
                </a:lnTo>
                <a:cubicBezTo>
                  <a:pt x="597491" y="88535"/>
                  <a:pt x="595913" y="96086"/>
                  <a:pt x="592757" y="102624"/>
                </a:cubicBezTo>
                <a:cubicBezTo>
                  <a:pt x="589601" y="109161"/>
                  <a:pt x="585037" y="114289"/>
                  <a:pt x="579063" y="118009"/>
                </a:cubicBezTo>
                <a:cubicBezTo>
                  <a:pt x="573089" y="121616"/>
                  <a:pt x="565932" y="123419"/>
                  <a:pt x="557591" y="123419"/>
                </a:cubicBezTo>
                <a:close/>
                <a:moveTo>
                  <a:pt x="557591" y="111415"/>
                </a:moveTo>
                <a:cubicBezTo>
                  <a:pt x="564129" y="111415"/>
                  <a:pt x="569483" y="109048"/>
                  <a:pt x="573653" y="104314"/>
                </a:cubicBezTo>
                <a:cubicBezTo>
                  <a:pt x="577823" y="99468"/>
                  <a:pt x="579908" y="92762"/>
                  <a:pt x="579908" y="84195"/>
                </a:cubicBezTo>
                <a:lnTo>
                  <a:pt x="579908" y="72868"/>
                </a:lnTo>
                <a:cubicBezTo>
                  <a:pt x="579908" y="64302"/>
                  <a:pt x="577823" y="57652"/>
                  <a:pt x="573653" y="52918"/>
                </a:cubicBezTo>
                <a:cubicBezTo>
                  <a:pt x="569483" y="48071"/>
                  <a:pt x="564129" y="45648"/>
                  <a:pt x="557591" y="45648"/>
                </a:cubicBezTo>
                <a:cubicBezTo>
                  <a:pt x="551167" y="45648"/>
                  <a:pt x="545813" y="48071"/>
                  <a:pt x="541530" y="52918"/>
                </a:cubicBezTo>
                <a:cubicBezTo>
                  <a:pt x="537360" y="57652"/>
                  <a:pt x="535274" y="64302"/>
                  <a:pt x="535274" y="72868"/>
                </a:cubicBezTo>
                <a:lnTo>
                  <a:pt x="535274" y="84195"/>
                </a:lnTo>
                <a:cubicBezTo>
                  <a:pt x="535274" y="92762"/>
                  <a:pt x="537360" y="99468"/>
                  <a:pt x="541530" y="104314"/>
                </a:cubicBezTo>
                <a:cubicBezTo>
                  <a:pt x="545813" y="109048"/>
                  <a:pt x="551167" y="111415"/>
                  <a:pt x="557591" y="111415"/>
                </a:cubicBezTo>
                <a:close/>
                <a:moveTo>
                  <a:pt x="608246" y="121728"/>
                </a:moveTo>
                <a:close/>
                <a:moveTo>
                  <a:pt x="627857" y="121728"/>
                </a:moveTo>
                <a:lnTo>
                  <a:pt x="608246" y="35335"/>
                </a:lnTo>
                <a:lnTo>
                  <a:pt x="622278" y="35335"/>
                </a:lnTo>
                <a:lnTo>
                  <a:pt x="637156" y="98059"/>
                </a:lnTo>
                <a:lnTo>
                  <a:pt x="637832" y="98059"/>
                </a:lnTo>
                <a:lnTo>
                  <a:pt x="651865" y="35335"/>
                </a:lnTo>
                <a:lnTo>
                  <a:pt x="667926" y="35335"/>
                </a:lnTo>
                <a:lnTo>
                  <a:pt x="680944" y="98059"/>
                </a:lnTo>
                <a:lnTo>
                  <a:pt x="681621" y="98059"/>
                </a:lnTo>
                <a:lnTo>
                  <a:pt x="696160" y="35335"/>
                </a:lnTo>
                <a:lnTo>
                  <a:pt x="709686" y="35335"/>
                </a:lnTo>
                <a:lnTo>
                  <a:pt x="690581" y="121728"/>
                </a:lnTo>
                <a:lnTo>
                  <a:pt x="673505" y="121728"/>
                </a:lnTo>
                <a:lnTo>
                  <a:pt x="660149" y="57145"/>
                </a:lnTo>
                <a:lnTo>
                  <a:pt x="659473" y="57145"/>
                </a:lnTo>
                <a:lnTo>
                  <a:pt x="644764" y="121728"/>
                </a:lnTo>
                <a:lnTo>
                  <a:pt x="627857" y="121728"/>
                </a:lnTo>
                <a:close/>
                <a:moveTo>
                  <a:pt x="709620" y="121728"/>
                </a:moveTo>
                <a:close/>
                <a:moveTo>
                  <a:pt x="724160" y="121728"/>
                </a:moveTo>
                <a:lnTo>
                  <a:pt x="724160" y="35335"/>
                </a:lnTo>
                <a:lnTo>
                  <a:pt x="737854" y="35335"/>
                </a:lnTo>
                <a:lnTo>
                  <a:pt x="739545" y="47677"/>
                </a:lnTo>
                <a:cubicBezTo>
                  <a:pt x="742137" y="42830"/>
                  <a:pt x="745800" y="39280"/>
                  <a:pt x="750534" y="37026"/>
                </a:cubicBezTo>
                <a:cubicBezTo>
                  <a:pt x="755268" y="34771"/>
                  <a:pt x="760509" y="33644"/>
                  <a:pt x="766257" y="33644"/>
                </a:cubicBezTo>
                <a:cubicBezTo>
                  <a:pt x="775725" y="33644"/>
                  <a:pt x="783277" y="36293"/>
                  <a:pt x="788912" y="41591"/>
                </a:cubicBezTo>
                <a:cubicBezTo>
                  <a:pt x="794548" y="46888"/>
                  <a:pt x="797365" y="54721"/>
                  <a:pt x="797365" y="65091"/>
                </a:cubicBezTo>
                <a:lnTo>
                  <a:pt x="797365" y="121728"/>
                </a:lnTo>
                <a:lnTo>
                  <a:pt x="780459" y="121728"/>
                </a:lnTo>
                <a:lnTo>
                  <a:pt x="780459" y="69994"/>
                </a:lnTo>
                <a:cubicBezTo>
                  <a:pt x="780459" y="61879"/>
                  <a:pt x="778768" y="55961"/>
                  <a:pt x="775387" y="52242"/>
                </a:cubicBezTo>
                <a:cubicBezTo>
                  <a:pt x="772118" y="48522"/>
                  <a:pt x="767497" y="46663"/>
                  <a:pt x="761523" y="46663"/>
                </a:cubicBezTo>
                <a:cubicBezTo>
                  <a:pt x="757353" y="46663"/>
                  <a:pt x="753746" y="47733"/>
                  <a:pt x="750703" y="49875"/>
                </a:cubicBezTo>
                <a:cubicBezTo>
                  <a:pt x="747660" y="51904"/>
                  <a:pt x="745293" y="54778"/>
                  <a:pt x="743602" y="58497"/>
                </a:cubicBezTo>
                <a:cubicBezTo>
                  <a:pt x="741911" y="62104"/>
                  <a:pt x="741066" y="66274"/>
                  <a:pt x="741066" y="71008"/>
                </a:cubicBezTo>
                <a:lnTo>
                  <a:pt x="741066" y="121728"/>
                </a:lnTo>
                <a:lnTo>
                  <a:pt x="724160" y="121728"/>
                </a:lnTo>
                <a:close/>
                <a:moveTo>
                  <a:pt x="810994" y="121728"/>
                </a:moveTo>
                <a:close/>
                <a:moveTo>
                  <a:pt x="845653" y="52749"/>
                </a:moveTo>
                <a:lnTo>
                  <a:pt x="841764" y="30601"/>
                </a:lnTo>
                <a:lnTo>
                  <a:pt x="841764" y="5748"/>
                </a:lnTo>
                <a:lnTo>
                  <a:pt x="856304" y="5748"/>
                </a:lnTo>
                <a:lnTo>
                  <a:pt x="856304" y="30601"/>
                </a:lnTo>
                <a:lnTo>
                  <a:pt x="852415" y="52749"/>
                </a:lnTo>
                <a:lnTo>
                  <a:pt x="845653" y="52749"/>
                </a:lnTo>
                <a:close/>
                <a:moveTo>
                  <a:pt x="870844" y="52749"/>
                </a:moveTo>
                <a:lnTo>
                  <a:pt x="866955" y="30601"/>
                </a:lnTo>
                <a:lnTo>
                  <a:pt x="866955" y="5748"/>
                </a:lnTo>
                <a:lnTo>
                  <a:pt x="881495" y="5748"/>
                </a:lnTo>
                <a:lnTo>
                  <a:pt x="881495" y="30601"/>
                </a:lnTo>
                <a:lnTo>
                  <a:pt x="877606" y="52749"/>
                </a:lnTo>
                <a:lnTo>
                  <a:pt x="870844" y="52749"/>
                </a:lnTo>
                <a:close/>
              </a:path>
            </a:pathLst>
          </a:custGeom>
          <a:solidFill xmlns:a="http://schemas.openxmlformats.org/drawingml/2006/main">
            <a:srgbClr val="D32F2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DB201B-E72A-44A7-AFB9-5777074308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536" y="1074009"/>
            <a:ext cx="1000790" cy="145736"/>
          </a:xfrm>
          <a:custGeom xmlns:a="http://schemas.openxmlformats.org/drawingml/2006/main">
            <a:pathLst>
              <a:path w="1000790" h="145736">
                <a:moveTo>
                  <a:pt x="270756" y="115621"/>
                </a:moveTo>
                <a:lnTo>
                  <a:pt x="271277" y="115604"/>
                </a:lnTo>
                <a:lnTo>
                  <a:pt x="271798" y="115583"/>
                </a:lnTo>
                <a:lnTo>
                  <a:pt x="272320" y="115557"/>
                </a:lnTo>
                <a:lnTo>
                  <a:pt x="272841" y="115527"/>
                </a:lnTo>
                <a:lnTo>
                  <a:pt x="273362" y="115492"/>
                </a:lnTo>
                <a:lnTo>
                  <a:pt x="273883" y="115452"/>
                </a:lnTo>
                <a:lnTo>
                  <a:pt x="274405" y="115407"/>
                </a:lnTo>
                <a:lnTo>
                  <a:pt x="274926" y="115358"/>
                </a:lnTo>
                <a:lnTo>
                  <a:pt x="275447" y="115304"/>
                </a:lnTo>
                <a:lnTo>
                  <a:pt x="275969" y="115245"/>
                </a:lnTo>
                <a:lnTo>
                  <a:pt x="276490" y="115182"/>
                </a:lnTo>
                <a:lnTo>
                  <a:pt x="277011" y="115114"/>
                </a:lnTo>
                <a:lnTo>
                  <a:pt x="277532" y="115041"/>
                </a:lnTo>
                <a:lnTo>
                  <a:pt x="278054" y="114963"/>
                </a:lnTo>
                <a:lnTo>
                  <a:pt x="278575" y="114881"/>
                </a:lnTo>
                <a:lnTo>
                  <a:pt x="279096" y="114794"/>
                </a:lnTo>
                <a:lnTo>
                  <a:pt x="279618" y="114703"/>
                </a:lnTo>
                <a:lnTo>
                  <a:pt x="280139" y="114606"/>
                </a:lnTo>
                <a:lnTo>
                  <a:pt x="280660" y="114505"/>
                </a:lnTo>
                <a:lnTo>
                  <a:pt x="281182" y="114400"/>
                </a:lnTo>
                <a:lnTo>
                  <a:pt x="281703" y="114289"/>
                </a:lnTo>
                <a:lnTo>
                  <a:pt x="282220" y="114189"/>
                </a:lnTo>
                <a:lnTo>
                  <a:pt x="282730" y="114084"/>
                </a:lnTo>
                <a:lnTo>
                  <a:pt x="283232" y="113975"/>
                </a:lnTo>
                <a:lnTo>
                  <a:pt x="283727" y="113862"/>
                </a:lnTo>
                <a:lnTo>
                  <a:pt x="284214" y="113745"/>
                </a:lnTo>
                <a:lnTo>
                  <a:pt x="284693" y="113624"/>
                </a:lnTo>
                <a:lnTo>
                  <a:pt x="285165" y="113498"/>
                </a:lnTo>
                <a:lnTo>
                  <a:pt x="285629" y="113369"/>
                </a:lnTo>
                <a:lnTo>
                  <a:pt x="286085" y="113235"/>
                </a:lnTo>
                <a:lnTo>
                  <a:pt x="286534" y="113098"/>
                </a:lnTo>
                <a:lnTo>
                  <a:pt x="286975" y="112956"/>
                </a:lnTo>
                <a:lnTo>
                  <a:pt x="287409" y="112810"/>
                </a:lnTo>
                <a:lnTo>
                  <a:pt x="287835" y="112660"/>
                </a:lnTo>
                <a:lnTo>
                  <a:pt x="288253" y="112506"/>
                </a:lnTo>
                <a:lnTo>
                  <a:pt x="288664" y="112348"/>
                </a:lnTo>
                <a:lnTo>
                  <a:pt x="289067" y="112185"/>
                </a:lnTo>
                <a:lnTo>
                  <a:pt x="289462" y="112019"/>
                </a:lnTo>
                <a:lnTo>
                  <a:pt x="289850" y="111848"/>
                </a:lnTo>
                <a:lnTo>
                  <a:pt x="290230" y="111674"/>
                </a:lnTo>
                <a:lnTo>
                  <a:pt x="290602" y="111495"/>
                </a:lnTo>
                <a:lnTo>
                  <a:pt x="290967" y="111312"/>
                </a:lnTo>
                <a:lnTo>
                  <a:pt x="291324" y="111125"/>
                </a:lnTo>
                <a:lnTo>
                  <a:pt x="291674" y="110934"/>
                </a:lnTo>
                <a:lnTo>
                  <a:pt x="292016" y="110739"/>
                </a:lnTo>
                <a:lnTo>
                  <a:pt x="292016" y="97721"/>
                </a:lnTo>
                <a:lnTo>
                  <a:pt x="291718" y="97861"/>
                </a:lnTo>
                <a:lnTo>
                  <a:pt x="291416" y="98001"/>
                </a:lnTo>
                <a:lnTo>
                  <a:pt x="291110" y="98141"/>
                </a:lnTo>
                <a:lnTo>
                  <a:pt x="290800" y="98280"/>
                </a:lnTo>
                <a:lnTo>
                  <a:pt x="290485" y="98418"/>
                </a:lnTo>
                <a:lnTo>
                  <a:pt x="290167" y="98556"/>
                </a:lnTo>
                <a:lnTo>
                  <a:pt x="289844" y="98693"/>
                </a:lnTo>
                <a:lnTo>
                  <a:pt x="289517" y="98829"/>
                </a:lnTo>
                <a:lnTo>
                  <a:pt x="289187" y="98965"/>
                </a:lnTo>
                <a:lnTo>
                  <a:pt x="288852" y="99100"/>
                </a:lnTo>
                <a:lnTo>
                  <a:pt x="288513" y="99235"/>
                </a:lnTo>
                <a:lnTo>
                  <a:pt x="288170" y="99369"/>
                </a:lnTo>
                <a:lnTo>
                  <a:pt x="287822" y="99503"/>
                </a:lnTo>
                <a:lnTo>
                  <a:pt x="287471" y="99636"/>
                </a:lnTo>
                <a:lnTo>
                  <a:pt x="287116" y="99768"/>
                </a:lnTo>
                <a:lnTo>
                  <a:pt x="286756" y="99900"/>
                </a:lnTo>
                <a:lnTo>
                  <a:pt x="286392" y="100031"/>
                </a:lnTo>
                <a:lnTo>
                  <a:pt x="286025" y="100162"/>
                </a:lnTo>
                <a:lnTo>
                  <a:pt x="285653" y="100292"/>
                </a:lnTo>
                <a:lnTo>
                  <a:pt x="285277" y="100421"/>
                </a:lnTo>
                <a:lnTo>
                  <a:pt x="284897" y="100550"/>
                </a:lnTo>
                <a:lnTo>
                  <a:pt x="284512" y="100678"/>
                </a:lnTo>
                <a:lnTo>
                  <a:pt x="284124" y="100806"/>
                </a:lnTo>
                <a:lnTo>
                  <a:pt x="283732" y="100933"/>
                </a:lnTo>
                <a:lnTo>
                  <a:pt x="283350" y="101043"/>
                </a:lnTo>
                <a:lnTo>
                  <a:pt x="282965" y="101149"/>
                </a:lnTo>
                <a:lnTo>
                  <a:pt x="282577" y="101250"/>
                </a:lnTo>
                <a:lnTo>
                  <a:pt x="282187" y="101346"/>
                </a:lnTo>
                <a:lnTo>
                  <a:pt x="281793" y="101438"/>
                </a:lnTo>
                <a:lnTo>
                  <a:pt x="281396" y="101525"/>
                </a:lnTo>
                <a:lnTo>
                  <a:pt x="280997" y="101607"/>
                </a:lnTo>
                <a:lnTo>
                  <a:pt x="280595" y="101684"/>
                </a:lnTo>
                <a:lnTo>
                  <a:pt x="280189" y="101757"/>
                </a:lnTo>
                <a:lnTo>
                  <a:pt x="279781" y="101825"/>
                </a:lnTo>
                <a:lnTo>
                  <a:pt x="279370" y="101889"/>
                </a:lnTo>
                <a:lnTo>
                  <a:pt x="278955" y="101947"/>
                </a:lnTo>
                <a:lnTo>
                  <a:pt x="278538" y="102001"/>
                </a:lnTo>
                <a:lnTo>
                  <a:pt x="278118" y="102051"/>
                </a:lnTo>
                <a:lnTo>
                  <a:pt x="277695" y="102095"/>
                </a:lnTo>
                <a:lnTo>
                  <a:pt x="277269" y="102135"/>
                </a:lnTo>
                <a:lnTo>
                  <a:pt x="276841" y="102171"/>
                </a:lnTo>
                <a:lnTo>
                  <a:pt x="276409" y="102201"/>
                </a:lnTo>
                <a:lnTo>
                  <a:pt x="275974" y="102227"/>
                </a:lnTo>
                <a:lnTo>
                  <a:pt x="275537" y="102248"/>
                </a:lnTo>
                <a:lnTo>
                  <a:pt x="275096" y="102264"/>
                </a:lnTo>
                <a:lnTo>
                  <a:pt x="274652" y="102276"/>
                </a:lnTo>
                <a:lnTo>
                  <a:pt x="274206" y="102283"/>
                </a:lnTo>
                <a:lnTo>
                  <a:pt x="273757" y="102286"/>
                </a:lnTo>
                <a:lnTo>
                  <a:pt x="273183" y="102283"/>
                </a:lnTo>
                <a:lnTo>
                  <a:pt x="272618" y="102274"/>
                </a:lnTo>
                <a:lnTo>
                  <a:pt x="272061" y="102259"/>
                </a:lnTo>
                <a:lnTo>
                  <a:pt x="271512" y="102239"/>
                </a:lnTo>
                <a:lnTo>
                  <a:pt x="270971" y="102212"/>
                </a:lnTo>
                <a:lnTo>
                  <a:pt x="270439" y="102180"/>
                </a:lnTo>
                <a:lnTo>
                  <a:pt x="269915" y="102142"/>
                </a:lnTo>
                <a:lnTo>
                  <a:pt x="269399" y="102098"/>
                </a:lnTo>
                <a:lnTo>
                  <a:pt x="268891" y="102048"/>
                </a:lnTo>
                <a:lnTo>
                  <a:pt x="268391" y="101992"/>
                </a:lnTo>
                <a:lnTo>
                  <a:pt x="267900" y="101930"/>
                </a:lnTo>
                <a:lnTo>
                  <a:pt x="267417" y="101863"/>
                </a:lnTo>
                <a:lnTo>
                  <a:pt x="266942" y="101790"/>
                </a:lnTo>
                <a:lnTo>
                  <a:pt x="266475" y="101710"/>
                </a:lnTo>
                <a:lnTo>
                  <a:pt x="266017" y="101625"/>
                </a:lnTo>
                <a:lnTo>
                  <a:pt x="265566" y="101534"/>
                </a:lnTo>
                <a:lnTo>
                  <a:pt x="265124" y="101437"/>
                </a:lnTo>
                <a:lnTo>
                  <a:pt x="264690" y="101335"/>
                </a:lnTo>
                <a:lnTo>
                  <a:pt x="264265" y="101226"/>
                </a:lnTo>
                <a:lnTo>
                  <a:pt x="263847" y="101112"/>
                </a:lnTo>
                <a:lnTo>
                  <a:pt x="263438" y="100991"/>
                </a:lnTo>
                <a:lnTo>
                  <a:pt x="263037" y="100865"/>
                </a:lnTo>
                <a:lnTo>
                  <a:pt x="262645" y="100733"/>
                </a:lnTo>
                <a:lnTo>
                  <a:pt x="262260" y="100595"/>
                </a:lnTo>
                <a:lnTo>
                  <a:pt x="261884" y="100451"/>
                </a:lnTo>
                <a:lnTo>
                  <a:pt x="261515" y="100299"/>
                </a:lnTo>
                <a:lnTo>
                  <a:pt x="261153" y="100141"/>
                </a:lnTo>
                <a:lnTo>
                  <a:pt x="260800" y="99975"/>
                </a:lnTo>
                <a:lnTo>
                  <a:pt x="260454" y="99802"/>
                </a:lnTo>
                <a:lnTo>
                  <a:pt x="260115" y="99623"/>
                </a:lnTo>
                <a:lnTo>
                  <a:pt x="259784" y="99436"/>
                </a:lnTo>
                <a:lnTo>
                  <a:pt x="259461" y="99242"/>
                </a:lnTo>
                <a:lnTo>
                  <a:pt x="259146" y="99042"/>
                </a:lnTo>
                <a:lnTo>
                  <a:pt x="258838" y="98834"/>
                </a:lnTo>
                <a:lnTo>
                  <a:pt x="258537" y="98619"/>
                </a:lnTo>
                <a:lnTo>
                  <a:pt x="258245" y="98397"/>
                </a:lnTo>
                <a:lnTo>
                  <a:pt x="257960" y="98168"/>
                </a:lnTo>
                <a:lnTo>
                  <a:pt x="257682" y="97932"/>
                </a:lnTo>
                <a:lnTo>
                  <a:pt x="257413" y="97689"/>
                </a:lnTo>
                <a:lnTo>
                  <a:pt x="257151" y="97439"/>
                </a:lnTo>
                <a:lnTo>
                  <a:pt x="256896" y="97182"/>
                </a:lnTo>
                <a:lnTo>
                  <a:pt x="256649" y="96918"/>
                </a:lnTo>
                <a:lnTo>
                  <a:pt x="256410" y="96647"/>
                </a:lnTo>
                <a:lnTo>
                  <a:pt x="256178" y="96368"/>
                </a:lnTo>
                <a:lnTo>
                  <a:pt x="255954" y="96083"/>
                </a:lnTo>
                <a:lnTo>
                  <a:pt x="255738" y="95791"/>
                </a:lnTo>
                <a:lnTo>
                  <a:pt x="255529" y="95491"/>
                </a:lnTo>
                <a:lnTo>
                  <a:pt x="255328" y="95185"/>
                </a:lnTo>
                <a:lnTo>
                  <a:pt x="255135" y="94871"/>
                </a:lnTo>
                <a:lnTo>
                  <a:pt x="254950" y="94551"/>
                </a:lnTo>
                <a:lnTo>
                  <a:pt x="254774" y="94223"/>
                </a:lnTo>
                <a:lnTo>
                  <a:pt x="254605" y="93889"/>
                </a:lnTo>
                <a:lnTo>
                  <a:pt x="254445" y="93547"/>
                </a:lnTo>
                <a:lnTo>
                  <a:pt x="254293" y="93198"/>
                </a:lnTo>
                <a:lnTo>
                  <a:pt x="254149" y="92843"/>
                </a:lnTo>
                <a:lnTo>
                  <a:pt x="254013" y="92480"/>
                </a:lnTo>
                <a:lnTo>
                  <a:pt x="253886" y="92110"/>
                </a:lnTo>
                <a:lnTo>
                  <a:pt x="253767" y="91733"/>
                </a:lnTo>
                <a:lnTo>
                  <a:pt x="253656" y="91349"/>
                </a:lnTo>
                <a:lnTo>
                  <a:pt x="253553" y="90958"/>
                </a:lnTo>
                <a:lnTo>
                  <a:pt x="253459" y="90560"/>
                </a:lnTo>
                <a:lnTo>
                  <a:pt x="253372" y="90155"/>
                </a:lnTo>
                <a:lnTo>
                  <a:pt x="253294" y="89743"/>
                </a:lnTo>
                <a:lnTo>
                  <a:pt x="253224" y="89324"/>
                </a:lnTo>
                <a:lnTo>
                  <a:pt x="253163" y="88898"/>
                </a:lnTo>
                <a:lnTo>
                  <a:pt x="253109" y="88464"/>
                </a:lnTo>
                <a:lnTo>
                  <a:pt x="253064" y="88024"/>
                </a:lnTo>
                <a:lnTo>
                  <a:pt x="253027" y="87577"/>
                </a:lnTo>
                <a:lnTo>
                  <a:pt x="252998" y="87122"/>
                </a:lnTo>
                <a:lnTo>
                  <a:pt x="252978" y="86661"/>
                </a:lnTo>
                <a:lnTo>
                  <a:pt x="252966" y="86193"/>
                </a:lnTo>
                <a:lnTo>
                  <a:pt x="252961" y="85717"/>
                </a:lnTo>
                <a:lnTo>
                  <a:pt x="252961" y="40745"/>
                </a:lnTo>
                <a:lnTo>
                  <a:pt x="292016" y="40745"/>
                </a:lnTo>
                <a:lnTo>
                  <a:pt x="292016" y="27558"/>
                </a:lnTo>
                <a:lnTo>
                  <a:pt x="252961" y="27558"/>
                </a:lnTo>
                <a:lnTo>
                  <a:pt x="252961" y="0"/>
                </a:lnTo>
                <a:lnTo>
                  <a:pt x="242479" y="0"/>
                </a:lnTo>
                <a:lnTo>
                  <a:pt x="236562" y="27558"/>
                </a:lnTo>
                <a:lnTo>
                  <a:pt x="211033" y="27558"/>
                </a:lnTo>
                <a:lnTo>
                  <a:pt x="211033" y="40745"/>
                </a:lnTo>
                <a:lnTo>
                  <a:pt x="236055" y="40745"/>
                </a:lnTo>
                <a:lnTo>
                  <a:pt x="236055" y="87070"/>
                </a:lnTo>
                <a:lnTo>
                  <a:pt x="236070" y="88323"/>
                </a:lnTo>
                <a:lnTo>
                  <a:pt x="236117" y="89547"/>
                </a:lnTo>
                <a:lnTo>
                  <a:pt x="236195" y="90742"/>
                </a:lnTo>
                <a:lnTo>
                  <a:pt x="236304" y="91907"/>
                </a:lnTo>
                <a:lnTo>
                  <a:pt x="236444" y="93043"/>
                </a:lnTo>
                <a:lnTo>
                  <a:pt x="236615" y="94149"/>
                </a:lnTo>
                <a:lnTo>
                  <a:pt x="236817" y="95226"/>
                </a:lnTo>
                <a:lnTo>
                  <a:pt x="237050" y="96274"/>
                </a:lnTo>
                <a:lnTo>
                  <a:pt x="237315" y="97293"/>
                </a:lnTo>
                <a:lnTo>
                  <a:pt x="237610" y="98282"/>
                </a:lnTo>
                <a:lnTo>
                  <a:pt x="237937" y="99242"/>
                </a:lnTo>
                <a:lnTo>
                  <a:pt x="238295" y="100172"/>
                </a:lnTo>
                <a:lnTo>
                  <a:pt x="238684" y="101073"/>
                </a:lnTo>
                <a:lnTo>
                  <a:pt x="239104" y="101945"/>
                </a:lnTo>
                <a:lnTo>
                  <a:pt x="239555" y="102788"/>
                </a:lnTo>
                <a:lnTo>
                  <a:pt x="240037" y="103601"/>
                </a:lnTo>
                <a:lnTo>
                  <a:pt x="240551" y="104384"/>
                </a:lnTo>
                <a:lnTo>
                  <a:pt x="241095" y="105139"/>
                </a:lnTo>
                <a:lnTo>
                  <a:pt x="241671" y="105864"/>
                </a:lnTo>
                <a:lnTo>
                  <a:pt x="242277" y="106559"/>
                </a:lnTo>
                <a:lnTo>
                  <a:pt x="242915" y="107226"/>
                </a:lnTo>
                <a:lnTo>
                  <a:pt x="243584" y="107863"/>
                </a:lnTo>
                <a:lnTo>
                  <a:pt x="244284" y="108470"/>
                </a:lnTo>
                <a:lnTo>
                  <a:pt x="245015" y="109048"/>
                </a:lnTo>
                <a:lnTo>
                  <a:pt x="245773" y="109586"/>
                </a:lnTo>
                <a:lnTo>
                  <a:pt x="246552" y="110101"/>
                </a:lnTo>
                <a:lnTo>
                  <a:pt x="247353" y="110594"/>
                </a:lnTo>
                <a:lnTo>
                  <a:pt x="248176" y="111063"/>
                </a:lnTo>
                <a:lnTo>
                  <a:pt x="249020" y="111509"/>
                </a:lnTo>
                <a:lnTo>
                  <a:pt x="249887" y="111933"/>
                </a:lnTo>
                <a:lnTo>
                  <a:pt x="250774" y="112334"/>
                </a:lnTo>
                <a:lnTo>
                  <a:pt x="251684" y="112711"/>
                </a:lnTo>
                <a:lnTo>
                  <a:pt x="252615" y="113066"/>
                </a:lnTo>
                <a:lnTo>
                  <a:pt x="253568" y="113398"/>
                </a:lnTo>
                <a:lnTo>
                  <a:pt x="254543" y="113707"/>
                </a:lnTo>
                <a:lnTo>
                  <a:pt x="255540" y="113994"/>
                </a:lnTo>
                <a:lnTo>
                  <a:pt x="256558" y="114257"/>
                </a:lnTo>
                <a:lnTo>
                  <a:pt x="257598" y="114497"/>
                </a:lnTo>
                <a:lnTo>
                  <a:pt x="258660" y="114715"/>
                </a:lnTo>
                <a:lnTo>
                  <a:pt x="259743" y="114909"/>
                </a:lnTo>
                <a:lnTo>
                  <a:pt x="260848" y="115081"/>
                </a:lnTo>
                <a:lnTo>
                  <a:pt x="261975" y="115230"/>
                </a:lnTo>
                <a:lnTo>
                  <a:pt x="263123" y="115356"/>
                </a:lnTo>
                <a:lnTo>
                  <a:pt x="264294" y="115459"/>
                </a:lnTo>
                <a:lnTo>
                  <a:pt x="265486" y="115539"/>
                </a:lnTo>
                <a:lnTo>
                  <a:pt x="266699" y="115596"/>
                </a:lnTo>
                <a:lnTo>
                  <a:pt x="267935" y="115630"/>
                </a:lnTo>
                <a:lnTo>
                  <a:pt x="269192" y="115642"/>
                </a:lnTo>
                <a:lnTo>
                  <a:pt x="269713" y="115640"/>
                </a:lnTo>
                <a:lnTo>
                  <a:pt x="270234" y="115633"/>
                </a:lnTo>
                <a:lnTo>
                  <a:pt x="270756" y="115621"/>
                </a:lnTo>
                <a:close/>
                <a:moveTo>
                  <a:pt x="451681" y="59350"/>
                </a:moveTo>
                <a:lnTo>
                  <a:pt x="451704" y="58906"/>
                </a:lnTo>
                <a:lnTo>
                  <a:pt x="451733" y="58463"/>
                </a:lnTo>
                <a:lnTo>
                  <a:pt x="451768" y="58022"/>
                </a:lnTo>
                <a:lnTo>
                  <a:pt x="451810" y="57582"/>
                </a:lnTo>
                <a:lnTo>
                  <a:pt x="451859" y="57145"/>
                </a:lnTo>
                <a:lnTo>
                  <a:pt x="451914" y="56709"/>
                </a:lnTo>
                <a:lnTo>
                  <a:pt x="451975" y="56275"/>
                </a:lnTo>
                <a:lnTo>
                  <a:pt x="452043" y="55842"/>
                </a:lnTo>
                <a:lnTo>
                  <a:pt x="452117" y="55412"/>
                </a:lnTo>
                <a:lnTo>
                  <a:pt x="452198" y="54983"/>
                </a:lnTo>
                <a:lnTo>
                  <a:pt x="452285" y="54556"/>
                </a:lnTo>
                <a:lnTo>
                  <a:pt x="452379" y="54131"/>
                </a:lnTo>
                <a:lnTo>
                  <a:pt x="452479" y="53707"/>
                </a:lnTo>
                <a:lnTo>
                  <a:pt x="452585" y="53285"/>
                </a:lnTo>
                <a:lnTo>
                  <a:pt x="452698" y="52865"/>
                </a:lnTo>
                <a:lnTo>
                  <a:pt x="452818" y="52447"/>
                </a:lnTo>
                <a:lnTo>
                  <a:pt x="452944" y="52030"/>
                </a:lnTo>
                <a:lnTo>
                  <a:pt x="453076" y="51616"/>
                </a:lnTo>
                <a:lnTo>
                  <a:pt x="453215" y="51203"/>
                </a:lnTo>
                <a:lnTo>
                  <a:pt x="453360" y="50791"/>
                </a:lnTo>
                <a:lnTo>
                  <a:pt x="453512" y="50382"/>
                </a:lnTo>
                <a:lnTo>
                  <a:pt x="453670" y="49976"/>
                </a:lnTo>
                <a:lnTo>
                  <a:pt x="453835" y="49577"/>
                </a:lnTo>
                <a:lnTo>
                  <a:pt x="454006" y="49183"/>
                </a:lnTo>
                <a:lnTo>
                  <a:pt x="454184" y="48795"/>
                </a:lnTo>
                <a:lnTo>
                  <a:pt x="454368" y="48412"/>
                </a:lnTo>
                <a:lnTo>
                  <a:pt x="454558" y="48036"/>
                </a:lnTo>
                <a:lnTo>
                  <a:pt x="454755" y="47666"/>
                </a:lnTo>
                <a:lnTo>
                  <a:pt x="454958" y="47301"/>
                </a:lnTo>
                <a:lnTo>
                  <a:pt x="455168" y="46943"/>
                </a:lnTo>
                <a:lnTo>
                  <a:pt x="455385" y="46590"/>
                </a:lnTo>
                <a:lnTo>
                  <a:pt x="455607" y="46243"/>
                </a:lnTo>
                <a:lnTo>
                  <a:pt x="455837" y="45902"/>
                </a:lnTo>
                <a:lnTo>
                  <a:pt x="456072" y="45567"/>
                </a:lnTo>
                <a:lnTo>
                  <a:pt x="456315" y="45237"/>
                </a:lnTo>
                <a:lnTo>
                  <a:pt x="456563" y="44914"/>
                </a:lnTo>
                <a:lnTo>
                  <a:pt x="456818" y="44596"/>
                </a:lnTo>
                <a:lnTo>
                  <a:pt x="457080" y="44284"/>
                </a:lnTo>
                <a:lnTo>
                  <a:pt x="457348" y="43979"/>
                </a:lnTo>
                <a:lnTo>
                  <a:pt x="457622" y="43679"/>
                </a:lnTo>
                <a:lnTo>
                  <a:pt x="457903" y="43385"/>
                </a:lnTo>
                <a:lnTo>
                  <a:pt x="458190" y="43096"/>
                </a:lnTo>
                <a:lnTo>
                  <a:pt x="458484" y="42814"/>
                </a:lnTo>
                <a:lnTo>
                  <a:pt x="458784" y="42537"/>
                </a:lnTo>
                <a:lnTo>
                  <a:pt x="459091" y="42267"/>
                </a:lnTo>
                <a:lnTo>
                  <a:pt x="459418" y="42005"/>
                </a:lnTo>
                <a:lnTo>
                  <a:pt x="459751" y="41754"/>
                </a:lnTo>
                <a:lnTo>
                  <a:pt x="460090" y="41514"/>
                </a:lnTo>
                <a:lnTo>
                  <a:pt x="460434" y="41285"/>
                </a:lnTo>
                <a:lnTo>
                  <a:pt x="460785" y="41068"/>
                </a:lnTo>
                <a:lnTo>
                  <a:pt x="461141" y="40861"/>
                </a:lnTo>
                <a:lnTo>
                  <a:pt x="461503" y="40666"/>
                </a:lnTo>
                <a:lnTo>
                  <a:pt x="461871" y="40482"/>
                </a:lnTo>
                <a:lnTo>
                  <a:pt x="462245" y="40309"/>
                </a:lnTo>
                <a:lnTo>
                  <a:pt x="462625" y="40148"/>
                </a:lnTo>
                <a:lnTo>
                  <a:pt x="463011" y="39997"/>
                </a:lnTo>
                <a:lnTo>
                  <a:pt x="463402" y="39858"/>
                </a:lnTo>
                <a:lnTo>
                  <a:pt x="463800" y="39729"/>
                </a:lnTo>
                <a:lnTo>
                  <a:pt x="464203" y="39612"/>
                </a:lnTo>
                <a:lnTo>
                  <a:pt x="464612" y="39506"/>
                </a:lnTo>
                <a:lnTo>
                  <a:pt x="465027" y="39411"/>
                </a:lnTo>
                <a:lnTo>
                  <a:pt x="465448" y="39328"/>
                </a:lnTo>
                <a:lnTo>
                  <a:pt x="465875" y="39255"/>
                </a:lnTo>
                <a:lnTo>
                  <a:pt x="466308" y="39194"/>
                </a:lnTo>
                <a:lnTo>
                  <a:pt x="466746" y="39144"/>
                </a:lnTo>
                <a:lnTo>
                  <a:pt x="467191" y="39105"/>
                </a:lnTo>
                <a:lnTo>
                  <a:pt x="467641" y="39077"/>
                </a:lnTo>
                <a:lnTo>
                  <a:pt x="468097" y="39060"/>
                </a:lnTo>
                <a:lnTo>
                  <a:pt x="468559" y="39055"/>
                </a:lnTo>
                <a:lnTo>
                  <a:pt x="469034" y="39059"/>
                </a:lnTo>
                <a:lnTo>
                  <a:pt x="469502" y="39072"/>
                </a:lnTo>
                <a:lnTo>
                  <a:pt x="469962" y="39094"/>
                </a:lnTo>
                <a:lnTo>
                  <a:pt x="470414" y="39125"/>
                </a:lnTo>
                <a:lnTo>
                  <a:pt x="470859" y="39165"/>
                </a:lnTo>
                <a:lnTo>
                  <a:pt x="471296" y="39213"/>
                </a:lnTo>
                <a:lnTo>
                  <a:pt x="471725" y="39270"/>
                </a:lnTo>
                <a:lnTo>
                  <a:pt x="472147" y="39336"/>
                </a:lnTo>
                <a:lnTo>
                  <a:pt x="472561" y="39411"/>
                </a:lnTo>
                <a:lnTo>
                  <a:pt x="472968" y="39495"/>
                </a:lnTo>
                <a:lnTo>
                  <a:pt x="473367" y="39587"/>
                </a:lnTo>
                <a:lnTo>
                  <a:pt x="473758" y="39689"/>
                </a:lnTo>
                <a:lnTo>
                  <a:pt x="474141" y="39799"/>
                </a:lnTo>
                <a:lnTo>
                  <a:pt x="474517" y="39917"/>
                </a:lnTo>
                <a:lnTo>
                  <a:pt x="474886" y="40045"/>
                </a:lnTo>
                <a:lnTo>
                  <a:pt x="475247" y="40182"/>
                </a:lnTo>
                <a:lnTo>
                  <a:pt x="475600" y="40327"/>
                </a:lnTo>
                <a:lnTo>
                  <a:pt x="475945" y="40481"/>
                </a:lnTo>
                <a:lnTo>
                  <a:pt x="476283" y="40644"/>
                </a:lnTo>
                <a:lnTo>
                  <a:pt x="476613" y="40816"/>
                </a:lnTo>
                <a:lnTo>
                  <a:pt x="476936" y="40996"/>
                </a:lnTo>
                <a:lnTo>
                  <a:pt x="477251" y="41185"/>
                </a:lnTo>
                <a:lnTo>
                  <a:pt x="477558" y="41384"/>
                </a:lnTo>
                <a:lnTo>
                  <a:pt x="477858" y="41591"/>
                </a:lnTo>
                <a:lnTo>
                  <a:pt x="478164" y="41790"/>
                </a:lnTo>
                <a:lnTo>
                  <a:pt x="478464" y="41996"/>
                </a:lnTo>
                <a:lnTo>
                  <a:pt x="478756" y="42206"/>
                </a:lnTo>
                <a:lnTo>
                  <a:pt x="479041" y="42422"/>
                </a:lnTo>
                <a:lnTo>
                  <a:pt x="479319" y="42643"/>
                </a:lnTo>
                <a:lnTo>
                  <a:pt x="479591" y="42869"/>
                </a:lnTo>
                <a:lnTo>
                  <a:pt x="479855" y="43101"/>
                </a:lnTo>
                <a:lnTo>
                  <a:pt x="480112" y="43338"/>
                </a:lnTo>
                <a:lnTo>
                  <a:pt x="480362" y="43580"/>
                </a:lnTo>
                <a:lnTo>
                  <a:pt x="480605" y="43827"/>
                </a:lnTo>
                <a:lnTo>
                  <a:pt x="480841" y="44080"/>
                </a:lnTo>
                <a:lnTo>
                  <a:pt x="481070" y="44338"/>
                </a:lnTo>
                <a:lnTo>
                  <a:pt x="481292" y="44601"/>
                </a:lnTo>
                <a:lnTo>
                  <a:pt x="481507" y="44870"/>
                </a:lnTo>
                <a:lnTo>
                  <a:pt x="481715" y="45144"/>
                </a:lnTo>
                <a:lnTo>
                  <a:pt x="481915" y="45423"/>
                </a:lnTo>
                <a:lnTo>
                  <a:pt x="482109" y="45707"/>
                </a:lnTo>
                <a:lnTo>
                  <a:pt x="482296" y="45997"/>
                </a:lnTo>
                <a:lnTo>
                  <a:pt x="482475" y="46292"/>
                </a:lnTo>
                <a:lnTo>
                  <a:pt x="482648" y="46592"/>
                </a:lnTo>
                <a:lnTo>
                  <a:pt x="482814" y="46898"/>
                </a:lnTo>
                <a:lnTo>
                  <a:pt x="482972" y="47208"/>
                </a:lnTo>
                <a:lnTo>
                  <a:pt x="483124" y="47525"/>
                </a:lnTo>
                <a:lnTo>
                  <a:pt x="483268" y="47846"/>
                </a:lnTo>
                <a:lnTo>
                  <a:pt x="483420" y="48171"/>
                </a:lnTo>
                <a:lnTo>
                  <a:pt x="483565" y="48499"/>
                </a:lnTo>
                <a:lnTo>
                  <a:pt x="483704" y="48829"/>
                </a:lnTo>
                <a:lnTo>
                  <a:pt x="483836" y="49161"/>
                </a:lnTo>
                <a:lnTo>
                  <a:pt x="483962" y="49496"/>
                </a:lnTo>
                <a:lnTo>
                  <a:pt x="484082" y="49833"/>
                </a:lnTo>
                <a:lnTo>
                  <a:pt x="484195" y="50172"/>
                </a:lnTo>
                <a:lnTo>
                  <a:pt x="484301" y="50514"/>
                </a:lnTo>
                <a:lnTo>
                  <a:pt x="484401" y="50858"/>
                </a:lnTo>
                <a:lnTo>
                  <a:pt x="484495" y="51204"/>
                </a:lnTo>
                <a:lnTo>
                  <a:pt x="484582" y="51553"/>
                </a:lnTo>
                <a:lnTo>
                  <a:pt x="484663" y="51904"/>
                </a:lnTo>
                <a:lnTo>
                  <a:pt x="484737" y="52257"/>
                </a:lnTo>
                <a:lnTo>
                  <a:pt x="484805" y="52613"/>
                </a:lnTo>
                <a:lnTo>
                  <a:pt x="484866" y="52971"/>
                </a:lnTo>
                <a:lnTo>
                  <a:pt x="484921" y="53331"/>
                </a:lnTo>
                <a:lnTo>
                  <a:pt x="484969" y="53694"/>
                </a:lnTo>
                <a:lnTo>
                  <a:pt x="485011" y="54059"/>
                </a:lnTo>
                <a:lnTo>
                  <a:pt x="485047" y="54427"/>
                </a:lnTo>
                <a:lnTo>
                  <a:pt x="485076" y="54797"/>
                </a:lnTo>
                <a:lnTo>
                  <a:pt x="485099" y="55169"/>
                </a:lnTo>
                <a:lnTo>
                  <a:pt x="485115" y="55543"/>
                </a:lnTo>
                <a:lnTo>
                  <a:pt x="485124" y="55920"/>
                </a:lnTo>
                <a:lnTo>
                  <a:pt x="485128" y="56299"/>
                </a:lnTo>
                <a:lnTo>
                  <a:pt x="485128" y="59850"/>
                </a:lnTo>
                <a:lnTo>
                  <a:pt x="499498" y="59850"/>
                </a:lnTo>
                <a:lnTo>
                  <a:pt x="499526" y="59668"/>
                </a:lnTo>
                <a:lnTo>
                  <a:pt x="499552" y="59488"/>
                </a:lnTo>
                <a:lnTo>
                  <a:pt x="499578" y="59311"/>
                </a:lnTo>
                <a:lnTo>
                  <a:pt x="499602" y="59136"/>
                </a:lnTo>
                <a:lnTo>
                  <a:pt x="499625" y="58963"/>
                </a:lnTo>
                <a:lnTo>
                  <a:pt x="499646" y="58793"/>
                </a:lnTo>
                <a:lnTo>
                  <a:pt x="499667" y="58625"/>
                </a:lnTo>
                <a:lnTo>
                  <a:pt x="499686" y="58460"/>
                </a:lnTo>
                <a:lnTo>
                  <a:pt x="499704" y="58296"/>
                </a:lnTo>
                <a:lnTo>
                  <a:pt x="499721" y="58136"/>
                </a:lnTo>
                <a:lnTo>
                  <a:pt x="499737" y="57977"/>
                </a:lnTo>
                <a:lnTo>
                  <a:pt x="499752" y="57821"/>
                </a:lnTo>
                <a:lnTo>
                  <a:pt x="499765" y="57667"/>
                </a:lnTo>
                <a:lnTo>
                  <a:pt x="499778" y="57516"/>
                </a:lnTo>
                <a:lnTo>
                  <a:pt x="499789" y="57367"/>
                </a:lnTo>
                <a:lnTo>
                  <a:pt x="499799" y="57220"/>
                </a:lnTo>
                <a:lnTo>
                  <a:pt x="499808" y="57075"/>
                </a:lnTo>
                <a:lnTo>
                  <a:pt x="499815" y="56933"/>
                </a:lnTo>
                <a:lnTo>
                  <a:pt x="499822" y="56794"/>
                </a:lnTo>
                <a:lnTo>
                  <a:pt x="499827" y="56656"/>
                </a:lnTo>
                <a:lnTo>
                  <a:pt x="499831" y="56521"/>
                </a:lnTo>
                <a:lnTo>
                  <a:pt x="499834" y="56389"/>
                </a:lnTo>
                <a:lnTo>
                  <a:pt x="499836" y="56258"/>
                </a:lnTo>
                <a:lnTo>
                  <a:pt x="499837" y="56130"/>
                </a:lnTo>
                <a:lnTo>
                  <a:pt x="499850" y="55989"/>
                </a:lnTo>
                <a:lnTo>
                  <a:pt x="499864" y="55847"/>
                </a:lnTo>
                <a:lnTo>
                  <a:pt x="499876" y="55705"/>
                </a:lnTo>
                <a:lnTo>
                  <a:pt x="499888" y="55562"/>
                </a:lnTo>
                <a:lnTo>
                  <a:pt x="499900" y="55419"/>
                </a:lnTo>
                <a:lnTo>
                  <a:pt x="499910" y="55274"/>
                </a:lnTo>
                <a:lnTo>
                  <a:pt x="499921" y="55130"/>
                </a:lnTo>
                <a:lnTo>
                  <a:pt x="499930" y="54984"/>
                </a:lnTo>
                <a:lnTo>
                  <a:pt x="499940" y="54839"/>
                </a:lnTo>
                <a:lnTo>
                  <a:pt x="499948" y="54692"/>
                </a:lnTo>
                <a:lnTo>
                  <a:pt x="499956" y="54545"/>
                </a:lnTo>
                <a:lnTo>
                  <a:pt x="499963" y="54397"/>
                </a:lnTo>
                <a:lnTo>
                  <a:pt x="499970" y="54249"/>
                </a:lnTo>
                <a:lnTo>
                  <a:pt x="499976" y="54100"/>
                </a:lnTo>
                <a:lnTo>
                  <a:pt x="499982" y="53951"/>
                </a:lnTo>
                <a:lnTo>
                  <a:pt x="499987" y="53801"/>
                </a:lnTo>
                <a:lnTo>
                  <a:pt x="499991" y="53650"/>
                </a:lnTo>
                <a:lnTo>
                  <a:pt x="499995" y="53499"/>
                </a:lnTo>
                <a:lnTo>
                  <a:pt x="499998" y="53347"/>
                </a:lnTo>
                <a:lnTo>
                  <a:pt x="500001" y="53195"/>
                </a:lnTo>
                <a:lnTo>
                  <a:pt x="500003" y="53042"/>
                </a:lnTo>
                <a:lnTo>
                  <a:pt x="500004" y="52889"/>
                </a:lnTo>
                <a:lnTo>
                  <a:pt x="500005" y="52735"/>
                </a:lnTo>
                <a:lnTo>
                  <a:pt x="500006" y="52580"/>
                </a:lnTo>
                <a:lnTo>
                  <a:pt x="499994" y="51615"/>
                </a:lnTo>
                <a:lnTo>
                  <a:pt x="499957" y="50665"/>
                </a:lnTo>
                <a:lnTo>
                  <a:pt x="499897" y="49730"/>
                </a:lnTo>
                <a:lnTo>
                  <a:pt x="499813" y="48809"/>
                </a:lnTo>
                <a:lnTo>
                  <a:pt x="499705" y="47903"/>
                </a:lnTo>
                <a:lnTo>
                  <a:pt x="499572" y="47011"/>
                </a:lnTo>
                <a:lnTo>
                  <a:pt x="499416" y="46134"/>
                </a:lnTo>
                <a:lnTo>
                  <a:pt x="499235" y="45272"/>
                </a:lnTo>
                <a:lnTo>
                  <a:pt x="499031" y="44425"/>
                </a:lnTo>
                <a:lnTo>
                  <a:pt x="498802" y="43592"/>
                </a:lnTo>
                <a:lnTo>
                  <a:pt x="498549" y="42774"/>
                </a:lnTo>
                <a:lnTo>
                  <a:pt x="498273" y="41971"/>
                </a:lnTo>
                <a:lnTo>
                  <a:pt x="497972" y="41182"/>
                </a:lnTo>
                <a:lnTo>
                  <a:pt x="497647" y="40408"/>
                </a:lnTo>
                <a:lnTo>
                  <a:pt x="497298" y="39649"/>
                </a:lnTo>
                <a:lnTo>
                  <a:pt x="496925" y="38904"/>
                </a:lnTo>
                <a:lnTo>
                  <a:pt x="496528" y="38174"/>
                </a:lnTo>
                <a:lnTo>
                  <a:pt x="496106" y="37459"/>
                </a:lnTo>
                <a:lnTo>
                  <a:pt x="495661" y="36758"/>
                </a:lnTo>
                <a:lnTo>
                  <a:pt x="495192" y="36072"/>
                </a:lnTo>
                <a:lnTo>
                  <a:pt x="494698" y="35401"/>
                </a:lnTo>
                <a:lnTo>
                  <a:pt x="494181" y="34744"/>
                </a:lnTo>
                <a:lnTo>
                  <a:pt x="493639" y="34103"/>
                </a:lnTo>
                <a:lnTo>
                  <a:pt x="493074" y="33475"/>
                </a:lnTo>
                <a:lnTo>
                  <a:pt x="492500" y="32855"/>
                </a:lnTo>
                <a:lnTo>
                  <a:pt x="491905" y="32260"/>
                </a:lnTo>
                <a:lnTo>
                  <a:pt x="491291" y="31692"/>
                </a:lnTo>
                <a:lnTo>
                  <a:pt x="490655" y="31151"/>
                </a:lnTo>
                <a:lnTo>
                  <a:pt x="489999" y="30635"/>
                </a:lnTo>
                <a:lnTo>
                  <a:pt x="489322" y="30147"/>
                </a:lnTo>
                <a:lnTo>
                  <a:pt x="488625" y="29684"/>
                </a:lnTo>
                <a:lnTo>
                  <a:pt x="487908" y="29249"/>
                </a:lnTo>
                <a:lnTo>
                  <a:pt x="487170" y="28839"/>
                </a:lnTo>
                <a:lnTo>
                  <a:pt x="486411" y="28456"/>
                </a:lnTo>
                <a:lnTo>
                  <a:pt x="485631" y="28099"/>
                </a:lnTo>
                <a:lnTo>
                  <a:pt x="484832" y="27769"/>
                </a:lnTo>
                <a:lnTo>
                  <a:pt x="484011" y="27465"/>
                </a:lnTo>
                <a:lnTo>
                  <a:pt x="483170" y="27188"/>
                </a:lnTo>
                <a:lnTo>
                  <a:pt x="482309" y="26937"/>
                </a:lnTo>
                <a:lnTo>
                  <a:pt x="481427" y="26713"/>
                </a:lnTo>
                <a:lnTo>
                  <a:pt x="480524" y="26514"/>
                </a:lnTo>
                <a:lnTo>
                  <a:pt x="479601" y="26343"/>
                </a:lnTo>
                <a:lnTo>
                  <a:pt x="478657" y="26197"/>
                </a:lnTo>
                <a:lnTo>
                  <a:pt x="477693" y="26079"/>
                </a:lnTo>
                <a:lnTo>
                  <a:pt x="476708" y="25986"/>
                </a:lnTo>
                <a:lnTo>
                  <a:pt x="475703" y="25920"/>
                </a:lnTo>
                <a:lnTo>
                  <a:pt x="474677" y="25880"/>
                </a:lnTo>
                <a:lnTo>
                  <a:pt x="473631" y="25867"/>
                </a:lnTo>
                <a:lnTo>
                  <a:pt x="472944" y="25874"/>
                </a:lnTo>
                <a:lnTo>
                  <a:pt x="472263" y="25894"/>
                </a:lnTo>
                <a:lnTo>
                  <a:pt x="471589" y="25928"/>
                </a:lnTo>
                <a:lnTo>
                  <a:pt x="470921" y="25975"/>
                </a:lnTo>
                <a:lnTo>
                  <a:pt x="470260" y="26036"/>
                </a:lnTo>
                <a:lnTo>
                  <a:pt x="469605" y="26110"/>
                </a:lnTo>
                <a:lnTo>
                  <a:pt x="468957" y="26198"/>
                </a:lnTo>
                <a:lnTo>
                  <a:pt x="468315" y="26299"/>
                </a:lnTo>
                <a:lnTo>
                  <a:pt x="467679" y="26414"/>
                </a:lnTo>
                <a:lnTo>
                  <a:pt x="467050" y="26542"/>
                </a:lnTo>
                <a:lnTo>
                  <a:pt x="466428" y="26684"/>
                </a:lnTo>
                <a:lnTo>
                  <a:pt x="465812" y="26839"/>
                </a:lnTo>
                <a:lnTo>
                  <a:pt x="465202" y="27008"/>
                </a:lnTo>
                <a:lnTo>
                  <a:pt x="464599" y="27190"/>
                </a:lnTo>
                <a:lnTo>
                  <a:pt x="464002" y="27386"/>
                </a:lnTo>
                <a:lnTo>
                  <a:pt x="463412" y="27596"/>
                </a:lnTo>
                <a:lnTo>
                  <a:pt x="462828" y="27818"/>
                </a:lnTo>
                <a:lnTo>
                  <a:pt x="462251" y="28055"/>
                </a:lnTo>
                <a:lnTo>
                  <a:pt x="461680" y="28304"/>
                </a:lnTo>
                <a:lnTo>
                  <a:pt x="461115" y="28568"/>
                </a:lnTo>
                <a:lnTo>
                  <a:pt x="460557" y="28844"/>
                </a:lnTo>
                <a:lnTo>
                  <a:pt x="460006" y="29135"/>
                </a:lnTo>
                <a:lnTo>
                  <a:pt x="459461" y="29439"/>
                </a:lnTo>
                <a:lnTo>
                  <a:pt x="458922" y="29756"/>
                </a:lnTo>
                <a:lnTo>
                  <a:pt x="458406" y="30071"/>
                </a:lnTo>
                <a:lnTo>
                  <a:pt x="457902" y="30397"/>
                </a:lnTo>
                <a:lnTo>
                  <a:pt x="457408" y="30733"/>
                </a:lnTo>
                <a:lnTo>
                  <a:pt x="456926" y="31080"/>
                </a:lnTo>
                <a:lnTo>
                  <a:pt x="456455" y="31438"/>
                </a:lnTo>
                <a:lnTo>
                  <a:pt x="455995" y="31806"/>
                </a:lnTo>
                <a:lnTo>
                  <a:pt x="455546" y="32184"/>
                </a:lnTo>
                <a:lnTo>
                  <a:pt x="455109" y="32574"/>
                </a:lnTo>
                <a:lnTo>
                  <a:pt x="454682" y="32973"/>
                </a:lnTo>
                <a:lnTo>
                  <a:pt x="454267" y="33384"/>
                </a:lnTo>
                <a:lnTo>
                  <a:pt x="453863" y="33805"/>
                </a:lnTo>
                <a:lnTo>
                  <a:pt x="453470" y="34236"/>
                </a:lnTo>
                <a:lnTo>
                  <a:pt x="453088" y="34678"/>
                </a:lnTo>
                <a:lnTo>
                  <a:pt x="452717" y="35131"/>
                </a:lnTo>
                <a:lnTo>
                  <a:pt x="452358" y="35594"/>
                </a:lnTo>
                <a:lnTo>
                  <a:pt x="452009" y="36068"/>
                </a:lnTo>
                <a:lnTo>
                  <a:pt x="451672" y="36552"/>
                </a:lnTo>
                <a:lnTo>
                  <a:pt x="451346" y="37047"/>
                </a:lnTo>
                <a:lnTo>
                  <a:pt x="451031" y="37552"/>
                </a:lnTo>
                <a:lnTo>
                  <a:pt x="450727" y="38068"/>
                </a:lnTo>
                <a:lnTo>
                  <a:pt x="450434" y="38595"/>
                </a:lnTo>
                <a:lnTo>
                  <a:pt x="450153" y="39132"/>
                </a:lnTo>
                <a:lnTo>
                  <a:pt x="449883" y="39680"/>
                </a:lnTo>
                <a:lnTo>
                  <a:pt x="449624" y="40238"/>
                </a:lnTo>
                <a:lnTo>
                  <a:pt x="448778" y="27558"/>
                </a:lnTo>
                <a:lnTo>
                  <a:pt x="413274" y="27558"/>
                </a:lnTo>
                <a:lnTo>
                  <a:pt x="413274" y="40745"/>
                </a:lnTo>
                <a:lnTo>
                  <a:pt x="435084" y="40745"/>
                </a:lnTo>
                <a:lnTo>
                  <a:pt x="435084" y="100933"/>
                </a:lnTo>
                <a:lnTo>
                  <a:pt x="412429" y="100933"/>
                </a:lnTo>
                <a:lnTo>
                  <a:pt x="412429" y="113951"/>
                </a:lnTo>
                <a:lnTo>
                  <a:pt x="435084" y="113951"/>
                </a:lnTo>
                <a:lnTo>
                  <a:pt x="451652" y="113951"/>
                </a:lnTo>
                <a:lnTo>
                  <a:pt x="490369" y="113951"/>
                </a:lnTo>
                <a:lnTo>
                  <a:pt x="490369" y="100933"/>
                </a:lnTo>
                <a:lnTo>
                  <a:pt x="451652" y="100933"/>
                </a:lnTo>
                <a:lnTo>
                  <a:pt x="451652" y="60695"/>
                </a:lnTo>
                <a:lnTo>
                  <a:pt x="451655" y="60245"/>
                </a:lnTo>
                <a:lnTo>
                  <a:pt x="451665" y="59797"/>
                </a:lnTo>
                <a:lnTo>
                  <a:pt x="451681" y="59350"/>
                </a:lnTo>
                <a:close/>
                <a:moveTo>
                  <a:pt x="155894" y="115529"/>
                </a:moveTo>
                <a:lnTo>
                  <a:pt x="156816" y="115466"/>
                </a:lnTo>
                <a:lnTo>
                  <a:pt x="157726" y="115388"/>
                </a:lnTo>
                <a:lnTo>
                  <a:pt x="158626" y="115297"/>
                </a:lnTo>
                <a:lnTo>
                  <a:pt x="159515" y="115191"/>
                </a:lnTo>
                <a:lnTo>
                  <a:pt x="160392" y="115071"/>
                </a:lnTo>
                <a:lnTo>
                  <a:pt x="161258" y="114937"/>
                </a:lnTo>
                <a:lnTo>
                  <a:pt x="162113" y="114790"/>
                </a:lnTo>
                <a:lnTo>
                  <a:pt x="162957" y="114628"/>
                </a:lnTo>
                <a:lnTo>
                  <a:pt x="163790" y="114451"/>
                </a:lnTo>
                <a:lnTo>
                  <a:pt x="164611" y="114261"/>
                </a:lnTo>
                <a:lnTo>
                  <a:pt x="165422" y="114057"/>
                </a:lnTo>
                <a:lnTo>
                  <a:pt x="166221" y="113839"/>
                </a:lnTo>
                <a:lnTo>
                  <a:pt x="167009" y="113606"/>
                </a:lnTo>
                <a:lnTo>
                  <a:pt x="167786" y="113360"/>
                </a:lnTo>
                <a:lnTo>
                  <a:pt x="168552" y="113099"/>
                </a:lnTo>
                <a:lnTo>
                  <a:pt x="169306" y="112824"/>
                </a:lnTo>
                <a:lnTo>
                  <a:pt x="170050" y="112535"/>
                </a:lnTo>
                <a:lnTo>
                  <a:pt x="170782" y="112232"/>
                </a:lnTo>
                <a:lnTo>
                  <a:pt x="171503" y="111915"/>
                </a:lnTo>
                <a:lnTo>
                  <a:pt x="172213" y="111584"/>
                </a:lnTo>
                <a:lnTo>
                  <a:pt x="172925" y="111240"/>
                </a:lnTo>
                <a:lnTo>
                  <a:pt x="173623" y="110885"/>
                </a:lnTo>
                <a:lnTo>
                  <a:pt x="174308" y="110517"/>
                </a:lnTo>
                <a:lnTo>
                  <a:pt x="174980" y="110138"/>
                </a:lnTo>
                <a:lnTo>
                  <a:pt x="175637" y="109747"/>
                </a:lnTo>
                <a:lnTo>
                  <a:pt x="176282" y="109344"/>
                </a:lnTo>
                <a:lnTo>
                  <a:pt x="176912" y="108930"/>
                </a:lnTo>
                <a:lnTo>
                  <a:pt x="177530" y="108504"/>
                </a:lnTo>
                <a:lnTo>
                  <a:pt x="178133" y="108066"/>
                </a:lnTo>
                <a:lnTo>
                  <a:pt x="178724" y="107616"/>
                </a:lnTo>
                <a:lnTo>
                  <a:pt x="179300" y="107155"/>
                </a:lnTo>
                <a:lnTo>
                  <a:pt x="179864" y="106681"/>
                </a:lnTo>
                <a:lnTo>
                  <a:pt x="180413" y="106196"/>
                </a:lnTo>
                <a:lnTo>
                  <a:pt x="180950" y="105700"/>
                </a:lnTo>
                <a:lnTo>
                  <a:pt x="181472" y="105191"/>
                </a:lnTo>
                <a:lnTo>
                  <a:pt x="181982" y="104671"/>
                </a:lnTo>
                <a:lnTo>
                  <a:pt x="182477" y="104139"/>
                </a:lnTo>
                <a:lnTo>
                  <a:pt x="182960" y="103596"/>
                </a:lnTo>
                <a:lnTo>
                  <a:pt x="183428" y="103041"/>
                </a:lnTo>
                <a:lnTo>
                  <a:pt x="183884" y="102473"/>
                </a:lnTo>
                <a:lnTo>
                  <a:pt x="184325" y="101895"/>
                </a:lnTo>
                <a:lnTo>
                  <a:pt x="184754" y="101304"/>
                </a:lnTo>
                <a:lnTo>
                  <a:pt x="185168" y="100702"/>
                </a:lnTo>
                <a:lnTo>
                  <a:pt x="185570" y="100088"/>
                </a:lnTo>
                <a:lnTo>
                  <a:pt x="185970" y="99449"/>
                </a:lnTo>
                <a:lnTo>
                  <a:pt x="186353" y="98801"/>
                </a:lnTo>
                <a:lnTo>
                  <a:pt x="186719" y="98143"/>
                </a:lnTo>
                <a:lnTo>
                  <a:pt x="187068" y="97477"/>
                </a:lnTo>
                <a:lnTo>
                  <a:pt x="187400" y="96800"/>
                </a:lnTo>
                <a:lnTo>
                  <a:pt x="187715" y="96115"/>
                </a:lnTo>
                <a:lnTo>
                  <a:pt x="188013" y="95420"/>
                </a:lnTo>
                <a:lnTo>
                  <a:pt x="188294" y="94715"/>
                </a:lnTo>
                <a:lnTo>
                  <a:pt x="188557" y="94001"/>
                </a:lnTo>
                <a:lnTo>
                  <a:pt x="188804" y="93278"/>
                </a:lnTo>
                <a:lnTo>
                  <a:pt x="189034" y="92545"/>
                </a:lnTo>
                <a:lnTo>
                  <a:pt x="189247" y="91803"/>
                </a:lnTo>
                <a:lnTo>
                  <a:pt x="189443" y="91052"/>
                </a:lnTo>
                <a:lnTo>
                  <a:pt x="189621" y="90291"/>
                </a:lnTo>
                <a:lnTo>
                  <a:pt x="189783" y="89521"/>
                </a:lnTo>
                <a:lnTo>
                  <a:pt x="189928" y="88741"/>
                </a:lnTo>
                <a:lnTo>
                  <a:pt x="190056" y="87953"/>
                </a:lnTo>
                <a:lnTo>
                  <a:pt x="190166" y="87154"/>
                </a:lnTo>
                <a:lnTo>
                  <a:pt x="190260" y="86346"/>
                </a:lnTo>
                <a:lnTo>
                  <a:pt x="190336" y="85529"/>
                </a:lnTo>
                <a:lnTo>
                  <a:pt x="190396" y="84703"/>
                </a:lnTo>
                <a:lnTo>
                  <a:pt x="190439" y="83867"/>
                </a:lnTo>
                <a:lnTo>
                  <a:pt x="190464" y="83021"/>
                </a:lnTo>
                <a:lnTo>
                  <a:pt x="190473" y="82167"/>
                </a:lnTo>
                <a:lnTo>
                  <a:pt x="174580" y="82167"/>
                </a:lnTo>
                <a:lnTo>
                  <a:pt x="174570" y="83072"/>
                </a:lnTo>
                <a:lnTo>
                  <a:pt x="174540" y="83958"/>
                </a:lnTo>
                <a:lnTo>
                  <a:pt x="174491" y="84824"/>
                </a:lnTo>
                <a:lnTo>
                  <a:pt x="174421" y="85670"/>
                </a:lnTo>
                <a:lnTo>
                  <a:pt x="174331" y="86496"/>
                </a:lnTo>
                <a:lnTo>
                  <a:pt x="174221" y="87302"/>
                </a:lnTo>
                <a:lnTo>
                  <a:pt x="174091" y="88088"/>
                </a:lnTo>
                <a:lnTo>
                  <a:pt x="173942" y="88854"/>
                </a:lnTo>
                <a:lnTo>
                  <a:pt x="173772" y="89600"/>
                </a:lnTo>
                <a:lnTo>
                  <a:pt x="173582" y="90326"/>
                </a:lnTo>
                <a:lnTo>
                  <a:pt x="173373" y="91033"/>
                </a:lnTo>
                <a:lnTo>
                  <a:pt x="173143" y="91719"/>
                </a:lnTo>
                <a:lnTo>
                  <a:pt x="172894" y="92385"/>
                </a:lnTo>
                <a:lnTo>
                  <a:pt x="172624" y="93032"/>
                </a:lnTo>
                <a:lnTo>
                  <a:pt x="172335" y="93658"/>
                </a:lnTo>
                <a:lnTo>
                  <a:pt x="172026" y="94264"/>
                </a:lnTo>
                <a:lnTo>
                  <a:pt x="171696" y="94851"/>
                </a:lnTo>
                <a:lnTo>
                  <a:pt x="171347" y="95417"/>
                </a:lnTo>
                <a:lnTo>
                  <a:pt x="170978" y="95964"/>
                </a:lnTo>
                <a:lnTo>
                  <a:pt x="170588" y="96490"/>
                </a:lnTo>
                <a:lnTo>
                  <a:pt x="170179" y="96997"/>
                </a:lnTo>
                <a:lnTo>
                  <a:pt x="169750" y="97484"/>
                </a:lnTo>
                <a:lnTo>
                  <a:pt x="169301" y="97950"/>
                </a:lnTo>
                <a:lnTo>
                  <a:pt x="168832" y="98397"/>
                </a:lnTo>
                <a:lnTo>
                  <a:pt x="168358" y="98825"/>
                </a:lnTo>
                <a:lnTo>
                  <a:pt x="167866" y="99234"/>
                </a:lnTo>
                <a:lnTo>
                  <a:pt x="167355" y="99625"/>
                </a:lnTo>
                <a:lnTo>
                  <a:pt x="166827" y="99999"/>
                </a:lnTo>
                <a:lnTo>
                  <a:pt x="166280" y="100353"/>
                </a:lnTo>
                <a:lnTo>
                  <a:pt x="165715" y="100690"/>
                </a:lnTo>
                <a:lnTo>
                  <a:pt x="165132" y="101009"/>
                </a:lnTo>
                <a:lnTo>
                  <a:pt x="164530" y="101309"/>
                </a:lnTo>
                <a:lnTo>
                  <a:pt x="163911" y="101591"/>
                </a:lnTo>
                <a:lnTo>
                  <a:pt x="163273" y="101855"/>
                </a:lnTo>
                <a:lnTo>
                  <a:pt x="162617" y="102100"/>
                </a:lnTo>
                <a:lnTo>
                  <a:pt x="161943" y="102328"/>
                </a:lnTo>
                <a:lnTo>
                  <a:pt x="161250" y="102537"/>
                </a:lnTo>
                <a:lnTo>
                  <a:pt x="160540" y="102728"/>
                </a:lnTo>
                <a:lnTo>
                  <a:pt x="159811" y="102901"/>
                </a:lnTo>
                <a:lnTo>
                  <a:pt x="159064" y="103056"/>
                </a:lnTo>
                <a:lnTo>
                  <a:pt x="158298" y="103192"/>
                </a:lnTo>
                <a:lnTo>
                  <a:pt x="157515" y="103311"/>
                </a:lnTo>
                <a:lnTo>
                  <a:pt x="156713" y="103411"/>
                </a:lnTo>
                <a:lnTo>
                  <a:pt x="155894" y="103493"/>
                </a:lnTo>
                <a:lnTo>
                  <a:pt x="155056" y="103556"/>
                </a:lnTo>
                <a:lnTo>
                  <a:pt x="154200" y="103602"/>
                </a:lnTo>
                <a:lnTo>
                  <a:pt x="153325" y="103629"/>
                </a:lnTo>
                <a:lnTo>
                  <a:pt x="152433" y="103638"/>
                </a:lnTo>
                <a:lnTo>
                  <a:pt x="151621" y="103626"/>
                </a:lnTo>
                <a:lnTo>
                  <a:pt x="150822" y="103590"/>
                </a:lnTo>
                <a:lnTo>
                  <a:pt x="150034" y="103530"/>
                </a:lnTo>
                <a:lnTo>
                  <a:pt x="149258" y="103446"/>
                </a:lnTo>
                <a:lnTo>
                  <a:pt x="148494" y="103337"/>
                </a:lnTo>
                <a:lnTo>
                  <a:pt x="147741" y="103205"/>
                </a:lnTo>
                <a:lnTo>
                  <a:pt x="147000" y="103048"/>
                </a:lnTo>
                <a:lnTo>
                  <a:pt x="146271" y="102868"/>
                </a:lnTo>
                <a:lnTo>
                  <a:pt x="145554" y="102663"/>
                </a:lnTo>
                <a:lnTo>
                  <a:pt x="144848" y="102435"/>
                </a:lnTo>
                <a:lnTo>
                  <a:pt x="144154" y="102182"/>
                </a:lnTo>
                <a:lnTo>
                  <a:pt x="143472" y="101905"/>
                </a:lnTo>
                <a:lnTo>
                  <a:pt x="142802" y="101604"/>
                </a:lnTo>
                <a:lnTo>
                  <a:pt x="142143" y="101279"/>
                </a:lnTo>
                <a:lnTo>
                  <a:pt x="141496" y="100930"/>
                </a:lnTo>
                <a:lnTo>
                  <a:pt x="140861" y="100557"/>
                </a:lnTo>
                <a:lnTo>
                  <a:pt x="140237" y="100160"/>
                </a:lnTo>
                <a:lnTo>
                  <a:pt x="139626" y="99739"/>
                </a:lnTo>
                <a:lnTo>
                  <a:pt x="139026" y="99294"/>
                </a:lnTo>
                <a:lnTo>
                  <a:pt x="138438" y="98824"/>
                </a:lnTo>
                <a:lnTo>
                  <a:pt x="137861" y="98331"/>
                </a:lnTo>
                <a:lnTo>
                  <a:pt x="137296" y="97814"/>
                </a:lnTo>
                <a:lnTo>
                  <a:pt x="136743" y="97272"/>
                </a:lnTo>
                <a:lnTo>
                  <a:pt x="136202" y="96706"/>
                </a:lnTo>
                <a:lnTo>
                  <a:pt x="135678" y="96118"/>
                </a:lnTo>
                <a:lnTo>
                  <a:pt x="135176" y="95507"/>
                </a:lnTo>
                <a:lnTo>
                  <a:pt x="134696" y="94873"/>
                </a:lnTo>
                <a:lnTo>
                  <a:pt x="134239" y="94217"/>
                </a:lnTo>
                <a:lnTo>
                  <a:pt x="133804" y="93539"/>
                </a:lnTo>
                <a:lnTo>
                  <a:pt x="133391" y="92839"/>
                </a:lnTo>
                <a:lnTo>
                  <a:pt x="133001" y="92116"/>
                </a:lnTo>
                <a:lnTo>
                  <a:pt x="132633" y="91371"/>
                </a:lnTo>
                <a:lnTo>
                  <a:pt x="132287" y="90604"/>
                </a:lnTo>
                <a:lnTo>
                  <a:pt x="131964" y="89815"/>
                </a:lnTo>
                <a:lnTo>
                  <a:pt x="131662" y="89003"/>
                </a:lnTo>
                <a:lnTo>
                  <a:pt x="131384" y="88169"/>
                </a:lnTo>
                <a:lnTo>
                  <a:pt x="131127" y="87312"/>
                </a:lnTo>
                <a:lnTo>
                  <a:pt x="130893" y="86433"/>
                </a:lnTo>
                <a:lnTo>
                  <a:pt x="130681" y="85532"/>
                </a:lnTo>
                <a:lnTo>
                  <a:pt x="130491" y="84609"/>
                </a:lnTo>
                <a:lnTo>
                  <a:pt x="130324" y="83663"/>
                </a:lnTo>
                <a:lnTo>
                  <a:pt x="130179" y="82695"/>
                </a:lnTo>
                <a:lnTo>
                  <a:pt x="130056" y="81705"/>
                </a:lnTo>
                <a:lnTo>
                  <a:pt x="129956" y="80692"/>
                </a:lnTo>
                <a:lnTo>
                  <a:pt x="129878" y="79657"/>
                </a:lnTo>
                <a:lnTo>
                  <a:pt x="129822" y="78600"/>
                </a:lnTo>
                <a:lnTo>
                  <a:pt x="129789" y="77520"/>
                </a:lnTo>
                <a:lnTo>
                  <a:pt x="129778" y="76418"/>
                </a:lnTo>
                <a:lnTo>
                  <a:pt x="129778" y="73544"/>
                </a:lnTo>
                <a:lnTo>
                  <a:pt x="190473" y="73544"/>
                </a:lnTo>
                <a:lnTo>
                  <a:pt x="190473" y="62048"/>
                </a:lnTo>
                <a:lnTo>
                  <a:pt x="190464" y="61178"/>
                </a:lnTo>
                <a:lnTo>
                  <a:pt x="190440" y="60317"/>
                </a:lnTo>
                <a:lnTo>
                  <a:pt x="190399" y="59464"/>
                </a:lnTo>
                <a:lnTo>
                  <a:pt x="190341" y="58619"/>
                </a:lnTo>
                <a:lnTo>
                  <a:pt x="190267" y="57783"/>
                </a:lnTo>
                <a:lnTo>
                  <a:pt x="190177" y="56954"/>
                </a:lnTo>
                <a:lnTo>
                  <a:pt x="190070" y="56134"/>
                </a:lnTo>
                <a:lnTo>
                  <a:pt x="189947" y="55323"/>
                </a:lnTo>
                <a:lnTo>
                  <a:pt x="189807" y="54519"/>
                </a:lnTo>
                <a:lnTo>
                  <a:pt x="189651" y="53723"/>
                </a:lnTo>
                <a:lnTo>
                  <a:pt x="189478" y="52936"/>
                </a:lnTo>
                <a:lnTo>
                  <a:pt x="189289" y="52157"/>
                </a:lnTo>
                <a:lnTo>
                  <a:pt x="189084" y="51386"/>
                </a:lnTo>
                <a:lnTo>
                  <a:pt x="188862" y="50624"/>
                </a:lnTo>
                <a:lnTo>
                  <a:pt x="188623" y="49870"/>
                </a:lnTo>
                <a:lnTo>
                  <a:pt x="188369" y="49123"/>
                </a:lnTo>
                <a:lnTo>
                  <a:pt x="188097" y="48385"/>
                </a:lnTo>
                <a:lnTo>
                  <a:pt x="187810" y="47656"/>
                </a:lnTo>
                <a:lnTo>
                  <a:pt x="187506" y="46934"/>
                </a:lnTo>
                <a:lnTo>
                  <a:pt x="187185" y="46221"/>
                </a:lnTo>
                <a:lnTo>
                  <a:pt x="186848" y="45516"/>
                </a:lnTo>
                <a:lnTo>
                  <a:pt x="186495" y="44819"/>
                </a:lnTo>
                <a:lnTo>
                  <a:pt x="186125" y="44131"/>
                </a:lnTo>
                <a:lnTo>
                  <a:pt x="185739" y="43450"/>
                </a:lnTo>
                <a:lnTo>
                  <a:pt x="185352" y="42780"/>
                </a:lnTo>
                <a:lnTo>
                  <a:pt x="184951" y="42121"/>
                </a:lnTo>
                <a:lnTo>
                  <a:pt x="184537" y="41474"/>
                </a:lnTo>
                <a:lnTo>
                  <a:pt x="184109" y="40839"/>
                </a:lnTo>
                <a:lnTo>
                  <a:pt x="183668" y="40216"/>
                </a:lnTo>
                <a:lnTo>
                  <a:pt x="183213" y="39604"/>
                </a:lnTo>
                <a:lnTo>
                  <a:pt x="182745" y="39004"/>
                </a:lnTo>
                <a:lnTo>
                  <a:pt x="182264" y="38416"/>
                </a:lnTo>
                <a:lnTo>
                  <a:pt x="181768" y="37839"/>
                </a:lnTo>
                <a:lnTo>
                  <a:pt x="181260" y="37275"/>
                </a:lnTo>
                <a:lnTo>
                  <a:pt x="180738" y="36722"/>
                </a:lnTo>
                <a:lnTo>
                  <a:pt x="180202" y="36180"/>
                </a:lnTo>
                <a:lnTo>
                  <a:pt x="179653" y="35651"/>
                </a:lnTo>
                <a:lnTo>
                  <a:pt x="179090" y="35133"/>
                </a:lnTo>
                <a:lnTo>
                  <a:pt x="178514" y="34627"/>
                </a:lnTo>
                <a:lnTo>
                  <a:pt x="177924" y="34133"/>
                </a:lnTo>
                <a:lnTo>
                  <a:pt x="177321" y="33650"/>
                </a:lnTo>
                <a:lnTo>
                  <a:pt x="176704" y="33179"/>
                </a:lnTo>
                <a:lnTo>
                  <a:pt x="176074" y="32720"/>
                </a:lnTo>
                <a:lnTo>
                  <a:pt x="175430" y="32273"/>
                </a:lnTo>
                <a:lnTo>
                  <a:pt x="174773" y="31837"/>
                </a:lnTo>
                <a:lnTo>
                  <a:pt x="174102" y="31414"/>
                </a:lnTo>
                <a:lnTo>
                  <a:pt x="173418" y="31002"/>
                </a:lnTo>
                <a:lnTo>
                  <a:pt x="172721" y="30601"/>
                </a:lnTo>
                <a:lnTo>
                  <a:pt x="172024" y="30215"/>
                </a:lnTo>
                <a:lnTo>
                  <a:pt x="171316" y="29845"/>
                </a:lnTo>
                <a:lnTo>
                  <a:pt x="170597" y="29492"/>
                </a:lnTo>
                <a:lnTo>
                  <a:pt x="169865" y="29155"/>
                </a:lnTo>
                <a:lnTo>
                  <a:pt x="169122" y="28834"/>
                </a:lnTo>
                <a:lnTo>
                  <a:pt x="168367" y="28530"/>
                </a:lnTo>
                <a:lnTo>
                  <a:pt x="167600" y="28242"/>
                </a:lnTo>
                <a:lnTo>
                  <a:pt x="166822" y="27971"/>
                </a:lnTo>
                <a:lnTo>
                  <a:pt x="166032" y="27716"/>
                </a:lnTo>
                <a:lnTo>
                  <a:pt x="165230" y="27478"/>
                </a:lnTo>
                <a:lnTo>
                  <a:pt x="164416" y="27256"/>
                </a:lnTo>
                <a:lnTo>
                  <a:pt x="163591" y="27051"/>
                </a:lnTo>
                <a:lnTo>
                  <a:pt x="162754" y="26862"/>
                </a:lnTo>
                <a:lnTo>
                  <a:pt x="161905" y="26689"/>
                </a:lnTo>
                <a:lnTo>
                  <a:pt x="161044" y="26533"/>
                </a:lnTo>
                <a:lnTo>
                  <a:pt x="160172" y="26393"/>
                </a:lnTo>
                <a:lnTo>
                  <a:pt x="159288" y="26270"/>
                </a:lnTo>
                <a:lnTo>
                  <a:pt x="158392" y="26163"/>
                </a:lnTo>
                <a:lnTo>
                  <a:pt x="157485" y="26073"/>
                </a:lnTo>
                <a:lnTo>
                  <a:pt x="156565" y="25999"/>
                </a:lnTo>
                <a:lnTo>
                  <a:pt x="155634" y="25941"/>
                </a:lnTo>
                <a:lnTo>
                  <a:pt x="154691" y="25900"/>
                </a:lnTo>
                <a:lnTo>
                  <a:pt x="153737" y="25875"/>
                </a:lnTo>
                <a:lnTo>
                  <a:pt x="152771" y="25867"/>
                </a:lnTo>
                <a:lnTo>
                  <a:pt x="151734" y="25877"/>
                </a:lnTo>
                <a:lnTo>
                  <a:pt x="150709" y="25905"/>
                </a:lnTo>
                <a:lnTo>
                  <a:pt x="149696" y="25952"/>
                </a:lnTo>
                <a:lnTo>
                  <a:pt x="148694" y="26018"/>
                </a:lnTo>
                <a:lnTo>
                  <a:pt x="147705" y="26102"/>
                </a:lnTo>
                <a:lnTo>
                  <a:pt x="146726" y="26205"/>
                </a:lnTo>
                <a:lnTo>
                  <a:pt x="145760" y="26327"/>
                </a:lnTo>
                <a:lnTo>
                  <a:pt x="144806" y="26468"/>
                </a:lnTo>
                <a:lnTo>
                  <a:pt x="143863" y="26628"/>
                </a:lnTo>
                <a:lnTo>
                  <a:pt x="142932" y="26807"/>
                </a:lnTo>
                <a:lnTo>
                  <a:pt x="142013" y="27004"/>
                </a:lnTo>
                <a:lnTo>
                  <a:pt x="141105" y="27220"/>
                </a:lnTo>
                <a:lnTo>
                  <a:pt x="140209" y="27455"/>
                </a:lnTo>
                <a:lnTo>
                  <a:pt x="139325" y="27708"/>
                </a:lnTo>
                <a:lnTo>
                  <a:pt x="138453" y="27981"/>
                </a:lnTo>
                <a:lnTo>
                  <a:pt x="137592" y="28272"/>
                </a:lnTo>
                <a:lnTo>
                  <a:pt x="136743" y="28582"/>
                </a:lnTo>
                <a:lnTo>
                  <a:pt x="135906" y="28910"/>
                </a:lnTo>
                <a:lnTo>
                  <a:pt x="135081" y="29258"/>
                </a:lnTo>
                <a:lnTo>
                  <a:pt x="134267" y="29624"/>
                </a:lnTo>
                <a:lnTo>
                  <a:pt x="133465" y="30009"/>
                </a:lnTo>
                <a:lnTo>
                  <a:pt x="132675" y="30413"/>
                </a:lnTo>
                <a:lnTo>
                  <a:pt x="131897" y="30836"/>
                </a:lnTo>
                <a:lnTo>
                  <a:pt x="131130" y="31277"/>
                </a:lnTo>
                <a:lnTo>
                  <a:pt x="130377" y="31722"/>
                </a:lnTo>
                <a:lnTo>
                  <a:pt x="129638" y="32181"/>
                </a:lnTo>
                <a:lnTo>
                  <a:pt x="128914" y="32656"/>
                </a:lnTo>
                <a:lnTo>
                  <a:pt x="128204" y="33147"/>
                </a:lnTo>
                <a:lnTo>
                  <a:pt x="127509" y="33652"/>
                </a:lnTo>
                <a:lnTo>
                  <a:pt x="126829" y="34173"/>
                </a:lnTo>
                <a:lnTo>
                  <a:pt x="126164" y="34709"/>
                </a:lnTo>
                <a:lnTo>
                  <a:pt x="125513" y="35260"/>
                </a:lnTo>
                <a:lnTo>
                  <a:pt x="124877" y="35826"/>
                </a:lnTo>
                <a:lnTo>
                  <a:pt x="124256" y="36408"/>
                </a:lnTo>
                <a:lnTo>
                  <a:pt x="123649" y="37005"/>
                </a:lnTo>
                <a:lnTo>
                  <a:pt x="123057" y="37617"/>
                </a:lnTo>
                <a:lnTo>
                  <a:pt x="122480" y="38245"/>
                </a:lnTo>
                <a:lnTo>
                  <a:pt x="121917" y="38888"/>
                </a:lnTo>
                <a:lnTo>
                  <a:pt x="121369" y="39546"/>
                </a:lnTo>
                <a:lnTo>
                  <a:pt x="120836" y="40219"/>
                </a:lnTo>
                <a:lnTo>
                  <a:pt x="120317" y="40908"/>
                </a:lnTo>
                <a:lnTo>
                  <a:pt x="119813" y="41612"/>
                </a:lnTo>
                <a:lnTo>
                  <a:pt x="119324" y="42331"/>
                </a:lnTo>
                <a:lnTo>
                  <a:pt x="118849" y="43065"/>
                </a:lnTo>
                <a:lnTo>
                  <a:pt x="118389" y="43815"/>
                </a:lnTo>
                <a:lnTo>
                  <a:pt x="117944" y="44580"/>
                </a:lnTo>
                <a:lnTo>
                  <a:pt x="117513" y="45360"/>
                </a:lnTo>
                <a:lnTo>
                  <a:pt x="117098" y="46155"/>
                </a:lnTo>
                <a:lnTo>
                  <a:pt x="116697" y="46965"/>
                </a:lnTo>
                <a:lnTo>
                  <a:pt x="116314" y="47786"/>
                </a:lnTo>
                <a:lnTo>
                  <a:pt x="115948" y="48620"/>
                </a:lnTo>
                <a:lnTo>
                  <a:pt x="115599" y="49466"/>
                </a:lnTo>
                <a:lnTo>
                  <a:pt x="115267" y="50325"/>
                </a:lnTo>
                <a:lnTo>
                  <a:pt x="114952" y="51196"/>
                </a:lnTo>
                <a:lnTo>
                  <a:pt x="114655" y="52079"/>
                </a:lnTo>
                <a:lnTo>
                  <a:pt x="114374" y="52974"/>
                </a:lnTo>
                <a:lnTo>
                  <a:pt x="114110" y="53882"/>
                </a:lnTo>
                <a:lnTo>
                  <a:pt x="113863" y="54802"/>
                </a:lnTo>
                <a:lnTo>
                  <a:pt x="113633" y="55735"/>
                </a:lnTo>
                <a:lnTo>
                  <a:pt x="113420" y="56680"/>
                </a:lnTo>
                <a:lnTo>
                  <a:pt x="113225" y="57637"/>
                </a:lnTo>
                <a:lnTo>
                  <a:pt x="113046" y="58606"/>
                </a:lnTo>
                <a:lnTo>
                  <a:pt x="112884" y="59588"/>
                </a:lnTo>
                <a:lnTo>
                  <a:pt x="112739" y="60582"/>
                </a:lnTo>
                <a:lnTo>
                  <a:pt x="112612" y="61589"/>
                </a:lnTo>
                <a:lnTo>
                  <a:pt x="112501" y="62608"/>
                </a:lnTo>
                <a:lnTo>
                  <a:pt x="112407" y="63639"/>
                </a:lnTo>
                <a:lnTo>
                  <a:pt x="112331" y="64682"/>
                </a:lnTo>
                <a:lnTo>
                  <a:pt x="112271" y="65738"/>
                </a:lnTo>
                <a:lnTo>
                  <a:pt x="112229" y="66806"/>
                </a:lnTo>
                <a:lnTo>
                  <a:pt x="112203" y="67887"/>
                </a:lnTo>
                <a:lnTo>
                  <a:pt x="112195" y="68979"/>
                </a:lnTo>
                <a:lnTo>
                  <a:pt x="112195" y="72530"/>
                </a:lnTo>
                <a:lnTo>
                  <a:pt x="112202" y="73582"/>
                </a:lnTo>
                <a:lnTo>
                  <a:pt x="112224" y="74623"/>
                </a:lnTo>
                <a:lnTo>
                  <a:pt x="112261" y="75655"/>
                </a:lnTo>
                <a:lnTo>
                  <a:pt x="112312" y="76677"/>
                </a:lnTo>
                <a:lnTo>
                  <a:pt x="112378" y="77688"/>
                </a:lnTo>
                <a:lnTo>
                  <a:pt x="112459" y="78690"/>
                </a:lnTo>
                <a:lnTo>
                  <a:pt x="112554" y="79682"/>
                </a:lnTo>
                <a:lnTo>
                  <a:pt x="112664" y="80664"/>
                </a:lnTo>
                <a:lnTo>
                  <a:pt x="112789" y="81636"/>
                </a:lnTo>
                <a:lnTo>
                  <a:pt x="112928" y="82598"/>
                </a:lnTo>
                <a:lnTo>
                  <a:pt x="113082" y="83549"/>
                </a:lnTo>
                <a:lnTo>
                  <a:pt x="113251" y="84491"/>
                </a:lnTo>
                <a:lnTo>
                  <a:pt x="113435" y="85423"/>
                </a:lnTo>
                <a:lnTo>
                  <a:pt x="113633" y="86345"/>
                </a:lnTo>
                <a:lnTo>
                  <a:pt x="113846" y="87257"/>
                </a:lnTo>
                <a:lnTo>
                  <a:pt x="114073" y="88159"/>
                </a:lnTo>
                <a:lnTo>
                  <a:pt x="114315" y="89051"/>
                </a:lnTo>
                <a:lnTo>
                  <a:pt x="114572" y="89933"/>
                </a:lnTo>
                <a:lnTo>
                  <a:pt x="114844" y="90805"/>
                </a:lnTo>
                <a:lnTo>
                  <a:pt x="115130" y="91667"/>
                </a:lnTo>
                <a:lnTo>
                  <a:pt x="115431" y="92519"/>
                </a:lnTo>
                <a:lnTo>
                  <a:pt x="115746" y="93361"/>
                </a:lnTo>
                <a:lnTo>
                  <a:pt x="116076" y="94194"/>
                </a:lnTo>
                <a:lnTo>
                  <a:pt x="116421" y="95016"/>
                </a:lnTo>
                <a:lnTo>
                  <a:pt x="116795" y="95825"/>
                </a:lnTo>
                <a:lnTo>
                  <a:pt x="117184" y="96620"/>
                </a:lnTo>
                <a:lnTo>
                  <a:pt x="117589" y="97399"/>
                </a:lnTo>
                <a:lnTo>
                  <a:pt x="118009" y="98162"/>
                </a:lnTo>
                <a:lnTo>
                  <a:pt x="118444" y="98911"/>
                </a:lnTo>
                <a:lnTo>
                  <a:pt x="118894" y="99644"/>
                </a:lnTo>
                <a:lnTo>
                  <a:pt x="119359" y="100362"/>
                </a:lnTo>
                <a:lnTo>
                  <a:pt x="119840" y="101065"/>
                </a:lnTo>
                <a:lnTo>
                  <a:pt x="120336" y="101752"/>
                </a:lnTo>
                <a:lnTo>
                  <a:pt x="120847" y="102424"/>
                </a:lnTo>
                <a:lnTo>
                  <a:pt x="121374" y="103081"/>
                </a:lnTo>
                <a:lnTo>
                  <a:pt x="121916" y="103723"/>
                </a:lnTo>
                <a:lnTo>
                  <a:pt x="122473" y="104349"/>
                </a:lnTo>
                <a:lnTo>
                  <a:pt x="123045" y="104960"/>
                </a:lnTo>
                <a:lnTo>
                  <a:pt x="123633" y="105556"/>
                </a:lnTo>
                <a:lnTo>
                  <a:pt x="124236" y="106137"/>
                </a:lnTo>
                <a:lnTo>
                  <a:pt x="124854" y="106702"/>
                </a:lnTo>
                <a:lnTo>
                  <a:pt x="125487" y="107252"/>
                </a:lnTo>
                <a:lnTo>
                  <a:pt x="126136" y="107787"/>
                </a:lnTo>
                <a:lnTo>
                  <a:pt x="126800" y="108306"/>
                </a:lnTo>
                <a:lnTo>
                  <a:pt x="127479" y="108811"/>
                </a:lnTo>
                <a:lnTo>
                  <a:pt x="128174" y="109300"/>
                </a:lnTo>
                <a:lnTo>
                  <a:pt x="128883" y="109773"/>
                </a:lnTo>
                <a:lnTo>
                  <a:pt x="129608" y="110232"/>
                </a:lnTo>
                <a:lnTo>
                  <a:pt x="130363" y="110673"/>
                </a:lnTo>
                <a:lnTo>
                  <a:pt x="131134" y="111096"/>
                </a:lnTo>
                <a:lnTo>
                  <a:pt x="131920" y="111500"/>
                </a:lnTo>
                <a:lnTo>
                  <a:pt x="132722" y="111885"/>
                </a:lnTo>
                <a:lnTo>
                  <a:pt x="133540" y="112251"/>
                </a:lnTo>
                <a:lnTo>
                  <a:pt x="134374" y="112599"/>
                </a:lnTo>
                <a:lnTo>
                  <a:pt x="135224" y="112927"/>
                </a:lnTo>
                <a:lnTo>
                  <a:pt x="136089" y="113237"/>
                </a:lnTo>
                <a:lnTo>
                  <a:pt x="136971" y="113529"/>
                </a:lnTo>
                <a:lnTo>
                  <a:pt x="137868" y="113801"/>
                </a:lnTo>
                <a:lnTo>
                  <a:pt x="138781" y="114055"/>
                </a:lnTo>
                <a:lnTo>
                  <a:pt x="139710" y="114289"/>
                </a:lnTo>
                <a:lnTo>
                  <a:pt x="140655" y="114505"/>
                </a:lnTo>
                <a:lnTo>
                  <a:pt x="141616" y="114703"/>
                </a:lnTo>
                <a:lnTo>
                  <a:pt x="142592" y="114881"/>
                </a:lnTo>
                <a:lnTo>
                  <a:pt x="143585" y="115041"/>
                </a:lnTo>
                <a:lnTo>
                  <a:pt x="144593" y="115182"/>
                </a:lnTo>
                <a:lnTo>
                  <a:pt x="145617" y="115304"/>
                </a:lnTo>
                <a:lnTo>
                  <a:pt x="146657" y="115407"/>
                </a:lnTo>
                <a:lnTo>
                  <a:pt x="147713" y="115492"/>
                </a:lnTo>
                <a:lnTo>
                  <a:pt x="148784" y="115557"/>
                </a:lnTo>
                <a:lnTo>
                  <a:pt x="149872" y="115604"/>
                </a:lnTo>
                <a:lnTo>
                  <a:pt x="150975" y="115633"/>
                </a:lnTo>
                <a:lnTo>
                  <a:pt x="152094" y="115642"/>
                </a:lnTo>
                <a:lnTo>
                  <a:pt x="153061" y="115635"/>
                </a:lnTo>
                <a:lnTo>
                  <a:pt x="154016" y="115614"/>
                </a:lnTo>
                <a:lnTo>
                  <a:pt x="154961" y="115579"/>
                </a:lnTo>
                <a:lnTo>
                  <a:pt x="155894" y="115529"/>
                </a:lnTo>
                <a:close/>
                <a:moveTo>
                  <a:pt x="129986" y="60278"/>
                </a:moveTo>
                <a:lnTo>
                  <a:pt x="130017" y="59803"/>
                </a:lnTo>
                <a:lnTo>
                  <a:pt x="130057" y="59329"/>
                </a:lnTo>
                <a:lnTo>
                  <a:pt x="130105" y="58856"/>
                </a:lnTo>
                <a:lnTo>
                  <a:pt x="130162" y="58385"/>
                </a:lnTo>
                <a:lnTo>
                  <a:pt x="130228" y="57915"/>
                </a:lnTo>
                <a:lnTo>
                  <a:pt x="130303" y="57446"/>
                </a:lnTo>
                <a:lnTo>
                  <a:pt x="130387" y="56978"/>
                </a:lnTo>
                <a:lnTo>
                  <a:pt x="130479" y="56511"/>
                </a:lnTo>
                <a:lnTo>
                  <a:pt x="130581" y="56046"/>
                </a:lnTo>
                <a:lnTo>
                  <a:pt x="130691" y="55581"/>
                </a:lnTo>
                <a:lnTo>
                  <a:pt x="130810" y="55118"/>
                </a:lnTo>
                <a:lnTo>
                  <a:pt x="130937" y="54656"/>
                </a:lnTo>
                <a:lnTo>
                  <a:pt x="131074" y="54195"/>
                </a:lnTo>
                <a:lnTo>
                  <a:pt x="131219" y="53736"/>
                </a:lnTo>
                <a:lnTo>
                  <a:pt x="131373" y="53277"/>
                </a:lnTo>
                <a:lnTo>
                  <a:pt x="131536" y="52820"/>
                </a:lnTo>
                <a:lnTo>
                  <a:pt x="131708" y="52364"/>
                </a:lnTo>
                <a:lnTo>
                  <a:pt x="131888" y="51909"/>
                </a:lnTo>
                <a:lnTo>
                  <a:pt x="132078" y="51455"/>
                </a:lnTo>
                <a:lnTo>
                  <a:pt x="132276" y="51003"/>
                </a:lnTo>
                <a:lnTo>
                  <a:pt x="132483" y="50551"/>
                </a:lnTo>
                <a:lnTo>
                  <a:pt x="132712" y="50090"/>
                </a:lnTo>
                <a:lnTo>
                  <a:pt x="132949" y="49635"/>
                </a:lnTo>
                <a:lnTo>
                  <a:pt x="133193" y="49188"/>
                </a:lnTo>
                <a:lnTo>
                  <a:pt x="133445" y="48748"/>
                </a:lnTo>
                <a:lnTo>
                  <a:pt x="133705" y="48314"/>
                </a:lnTo>
                <a:lnTo>
                  <a:pt x="133973" y="47888"/>
                </a:lnTo>
                <a:lnTo>
                  <a:pt x="134248" y="47469"/>
                </a:lnTo>
                <a:lnTo>
                  <a:pt x="134530" y="47057"/>
                </a:lnTo>
                <a:lnTo>
                  <a:pt x="134820" y="46652"/>
                </a:lnTo>
                <a:lnTo>
                  <a:pt x="135118" y="46254"/>
                </a:lnTo>
                <a:lnTo>
                  <a:pt x="135424" y="45863"/>
                </a:lnTo>
                <a:lnTo>
                  <a:pt x="135737" y="45479"/>
                </a:lnTo>
                <a:lnTo>
                  <a:pt x="136058" y="45102"/>
                </a:lnTo>
                <a:lnTo>
                  <a:pt x="136386" y="44732"/>
                </a:lnTo>
                <a:lnTo>
                  <a:pt x="136723" y="44370"/>
                </a:lnTo>
                <a:lnTo>
                  <a:pt x="137066" y="44014"/>
                </a:lnTo>
                <a:lnTo>
                  <a:pt x="137418" y="43665"/>
                </a:lnTo>
                <a:lnTo>
                  <a:pt x="137777" y="43323"/>
                </a:lnTo>
                <a:lnTo>
                  <a:pt x="138143" y="42989"/>
                </a:lnTo>
                <a:lnTo>
                  <a:pt x="138517" y="42661"/>
                </a:lnTo>
                <a:lnTo>
                  <a:pt x="138899" y="42341"/>
                </a:lnTo>
                <a:lnTo>
                  <a:pt x="139289" y="42027"/>
                </a:lnTo>
                <a:lnTo>
                  <a:pt x="139686" y="41721"/>
                </a:lnTo>
                <a:lnTo>
                  <a:pt x="140091" y="41421"/>
                </a:lnTo>
                <a:lnTo>
                  <a:pt x="140517" y="41132"/>
                </a:lnTo>
                <a:lnTo>
                  <a:pt x="140951" y="40854"/>
                </a:lnTo>
                <a:lnTo>
                  <a:pt x="141393" y="40589"/>
                </a:lnTo>
                <a:lnTo>
                  <a:pt x="141842" y="40337"/>
                </a:lnTo>
                <a:lnTo>
                  <a:pt x="142299" y="40096"/>
                </a:lnTo>
                <a:lnTo>
                  <a:pt x="142764" y="39868"/>
                </a:lnTo>
                <a:lnTo>
                  <a:pt x="143236" y="39652"/>
                </a:lnTo>
                <a:lnTo>
                  <a:pt x="143716" y="39449"/>
                </a:lnTo>
                <a:lnTo>
                  <a:pt x="144204" y="39258"/>
                </a:lnTo>
                <a:lnTo>
                  <a:pt x="144699" y="39079"/>
                </a:lnTo>
                <a:lnTo>
                  <a:pt x="145202" y="38913"/>
                </a:lnTo>
                <a:lnTo>
                  <a:pt x="145712" y="38759"/>
                </a:lnTo>
                <a:lnTo>
                  <a:pt x="146230" y="38617"/>
                </a:lnTo>
                <a:lnTo>
                  <a:pt x="146756" y="38487"/>
                </a:lnTo>
                <a:lnTo>
                  <a:pt x="147289" y="38370"/>
                </a:lnTo>
                <a:lnTo>
                  <a:pt x="147830" y="38266"/>
                </a:lnTo>
                <a:lnTo>
                  <a:pt x="148379" y="38173"/>
                </a:lnTo>
                <a:lnTo>
                  <a:pt x="148935" y="38093"/>
                </a:lnTo>
                <a:lnTo>
                  <a:pt x="149499" y="38025"/>
                </a:lnTo>
                <a:lnTo>
                  <a:pt x="150070" y="37970"/>
                </a:lnTo>
                <a:lnTo>
                  <a:pt x="150649" y="37927"/>
                </a:lnTo>
                <a:lnTo>
                  <a:pt x="151236" y="37896"/>
                </a:lnTo>
                <a:lnTo>
                  <a:pt x="151831" y="37877"/>
                </a:lnTo>
                <a:lnTo>
                  <a:pt x="152433" y="37871"/>
                </a:lnTo>
                <a:lnTo>
                  <a:pt x="152965" y="37876"/>
                </a:lnTo>
                <a:lnTo>
                  <a:pt x="153493" y="37891"/>
                </a:lnTo>
                <a:lnTo>
                  <a:pt x="154015" y="37916"/>
                </a:lnTo>
                <a:lnTo>
                  <a:pt x="154532" y="37951"/>
                </a:lnTo>
                <a:lnTo>
                  <a:pt x="155043" y="37996"/>
                </a:lnTo>
                <a:lnTo>
                  <a:pt x="155550" y="38051"/>
                </a:lnTo>
                <a:lnTo>
                  <a:pt x="156051" y="38116"/>
                </a:lnTo>
                <a:lnTo>
                  <a:pt x="156547" y="38190"/>
                </a:lnTo>
                <a:lnTo>
                  <a:pt x="157037" y="38275"/>
                </a:lnTo>
                <a:lnTo>
                  <a:pt x="157522" y="38370"/>
                </a:lnTo>
                <a:lnTo>
                  <a:pt x="158002" y="38475"/>
                </a:lnTo>
                <a:lnTo>
                  <a:pt x="158477" y="38590"/>
                </a:lnTo>
                <a:lnTo>
                  <a:pt x="158946" y="38714"/>
                </a:lnTo>
                <a:lnTo>
                  <a:pt x="159410" y="38849"/>
                </a:lnTo>
                <a:lnTo>
                  <a:pt x="159869" y="38994"/>
                </a:lnTo>
                <a:lnTo>
                  <a:pt x="160322" y="39148"/>
                </a:lnTo>
                <a:lnTo>
                  <a:pt x="160771" y="39313"/>
                </a:lnTo>
                <a:lnTo>
                  <a:pt x="161214" y="39488"/>
                </a:lnTo>
                <a:lnTo>
                  <a:pt x="161651" y="39672"/>
                </a:lnTo>
                <a:lnTo>
                  <a:pt x="162083" y="39867"/>
                </a:lnTo>
                <a:lnTo>
                  <a:pt x="162511" y="40072"/>
                </a:lnTo>
                <a:lnTo>
                  <a:pt x="162932" y="40286"/>
                </a:lnTo>
                <a:lnTo>
                  <a:pt x="163349" y="40511"/>
                </a:lnTo>
                <a:lnTo>
                  <a:pt x="163760" y="40745"/>
                </a:lnTo>
                <a:lnTo>
                  <a:pt x="164164" y="40989"/>
                </a:lnTo>
                <a:lnTo>
                  <a:pt x="164561" y="41239"/>
                </a:lnTo>
                <a:lnTo>
                  <a:pt x="164949" y="41498"/>
                </a:lnTo>
                <a:lnTo>
                  <a:pt x="165329" y="41764"/>
                </a:lnTo>
                <a:lnTo>
                  <a:pt x="165700" y="42038"/>
                </a:lnTo>
                <a:lnTo>
                  <a:pt x="166064" y="42320"/>
                </a:lnTo>
                <a:lnTo>
                  <a:pt x="166419" y="42609"/>
                </a:lnTo>
                <a:lnTo>
                  <a:pt x="166766" y="42905"/>
                </a:lnTo>
                <a:lnTo>
                  <a:pt x="167104" y="43210"/>
                </a:lnTo>
                <a:lnTo>
                  <a:pt x="167435" y="43522"/>
                </a:lnTo>
                <a:lnTo>
                  <a:pt x="167757" y="43842"/>
                </a:lnTo>
                <a:lnTo>
                  <a:pt x="168071" y="44169"/>
                </a:lnTo>
                <a:lnTo>
                  <a:pt x="168377" y="44504"/>
                </a:lnTo>
                <a:lnTo>
                  <a:pt x="168675" y="44846"/>
                </a:lnTo>
                <a:lnTo>
                  <a:pt x="168964" y="45196"/>
                </a:lnTo>
                <a:lnTo>
                  <a:pt x="169245" y="45554"/>
                </a:lnTo>
                <a:lnTo>
                  <a:pt x="169518" y="45920"/>
                </a:lnTo>
                <a:lnTo>
                  <a:pt x="169783" y="46293"/>
                </a:lnTo>
                <a:lnTo>
                  <a:pt x="170040" y="46673"/>
                </a:lnTo>
                <a:lnTo>
                  <a:pt x="170288" y="47062"/>
                </a:lnTo>
                <a:lnTo>
                  <a:pt x="170528" y="47458"/>
                </a:lnTo>
                <a:lnTo>
                  <a:pt x="170760" y="47861"/>
                </a:lnTo>
                <a:lnTo>
                  <a:pt x="170984" y="48272"/>
                </a:lnTo>
                <a:lnTo>
                  <a:pt x="171199" y="48691"/>
                </a:lnTo>
                <a:lnTo>
                  <a:pt x="171420" y="49103"/>
                </a:lnTo>
                <a:lnTo>
                  <a:pt x="171631" y="49519"/>
                </a:lnTo>
                <a:lnTo>
                  <a:pt x="171833" y="49941"/>
                </a:lnTo>
                <a:lnTo>
                  <a:pt x="172026" y="50368"/>
                </a:lnTo>
                <a:lnTo>
                  <a:pt x="172209" y="50800"/>
                </a:lnTo>
                <a:lnTo>
                  <a:pt x="172382" y="51238"/>
                </a:lnTo>
                <a:lnTo>
                  <a:pt x="172547" y="51681"/>
                </a:lnTo>
                <a:lnTo>
                  <a:pt x="172702" y="52129"/>
                </a:lnTo>
                <a:lnTo>
                  <a:pt x="172847" y="52583"/>
                </a:lnTo>
                <a:lnTo>
                  <a:pt x="172984" y="53041"/>
                </a:lnTo>
                <a:lnTo>
                  <a:pt x="173110" y="53505"/>
                </a:lnTo>
                <a:lnTo>
                  <a:pt x="173228" y="53975"/>
                </a:lnTo>
                <a:lnTo>
                  <a:pt x="173336" y="54449"/>
                </a:lnTo>
                <a:lnTo>
                  <a:pt x="173434" y="54929"/>
                </a:lnTo>
                <a:lnTo>
                  <a:pt x="173524" y="55414"/>
                </a:lnTo>
                <a:lnTo>
                  <a:pt x="173603" y="55905"/>
                </a:lnTo>
                <a:lnTo>
                  <a:pt x="173674" y="56401"/>
                </a:lnTo>
                <a:lnTo>
                  <a:pt x="173735" y="56902"/>
                </a:lnTo>
                <a:lnTo>
                  <a:pt x="173787" y="57408"/>
                </a:lnTo>
                <a:lnTo>
                  <a:pt x="173829" y="57920"/>
                </a:lnTo>
                <a:lnTo>
                  <a:pt x="173862" y="58436"/>
                </a:lnTo>
                <a:lnTo>
                  <a:pt x="173885" y="58959"/>
                </a:lnTo>
                <a:lnTo>
                  <a:pt x="173899" y="59486"/>
                </a:lnTo>
                <a:lnTo>
                  <a:pt x="173904" y="60019"/>
                </a:lnTo>
                <a:lnTo>
                  <a:pt x="173904" y="62555"/>
                </a:lnTo>
                <a:lnTo>
                  <a:pt x="129947" y="62555"/>
                </a:lnTo>
                <a:lnTo>
                  <a:pt x="129947" y="61709"/>
                </a:lnTo>
                <a:lnTo>
                  <a:pt x="129951" y="61231"/>
                </a:lnTo>
                <a:lnTo>
                  <a:pt x="129964" y="60754"/>
                </a:lnTo>
                <a:lnTo>
                  <a:pt x="129986" y="60278"/>
                </a:lnTo>
                <a:close/>
                <a:moveTo>
                  <a:pt x="72208" y="145687"/>
                </a:moveTo>
                <a:lnTo>
                  <a:pt x="73201" y="145625"/>
                </a:lnTo>
                <a:lnTo>
                  <a:pt x="74173" y="145539"/>
                </a:lnTo>
                <a:lnTo>
                  <a:pt x="75126" y="145428"/>
                </a:lnTo>
                <a:lnTo>
                  <a:pt x="76059" y="145292"/>
                </a:lnTo>
                <a:lnTo>
                  <a:pt x="76972" y="145132"/>
                </a:lnTo>
                <a:lnTo>
                  <a:pt x="77865" y="144947"/>
                </a:lnTo>
                <a:lnTo>
                  <a:pt x="78738" y="144737"/>
                </a:lnTo>
                <a:lnTo>
                  <a:pt x="79591" y="144503"/>
                </a:lnTo>
                <a:lnTo>
                  <a:pt x="80424" y="144244"/>
                </a:lnTo>
                <a:lnTo>
                  <a:pt x="81237" y="143961"/>
                </a:lnTo>
                <a:lnTo>
                  <a:pt x="82030" y="143652"/>
                </a:lnTo>
                <a:lnTo>
                  <a:pt x="82803" y="143320"/>
                </a:lnTo>
                <a:lnTo>
                  <a:pt x="83556" y="142962"/>
                </a:lnTo>
                <a:lnTo>
                  <a:pt x="84289" y="142580"/>
                </a:lnTo>
                <a:lnTo>
                  <a:pt x="85003" y="142173"/>
                </a:lnTo>
                <a:lnTo>
                  <a:pt x="85696" y="141742"/>
                </a:lnTo>
                <a:lnTo>
                  <a:pt x="86369" y="141286"/>
                </a:lnTo>
                <a:lnTo>
                  <a:pt x="87023" y="140805"/>
                </a:lnTo>
                <a:lnTo>
                  <a:pt x="87656" y="140299"/>
                </a:lnTo>
                <a:lnTo>
                  <a:pt x="88269" y="139769"/>
                </a:lnTo>
                <a:lnTo>
                  <a:pt x="88863" y="139214"/>
                </a:lnTo>
                <a:lnTo>
                  <a:pt x="89437" y="138635"/>
                </a:lnTo>
                <a:lnTo>
                  <a:pt x="90002" y="138050"/>
                </a:lnTo>
                <a:lnTo>
                  <a:pt x="90544" y="137452"/>
                </a:lnTo>
                <a:lnTo>
                  <a:pt x="91061" y="136839"/>
                </a:lnTo>
                <a:lnTo>
                  <a:pt x="91555" y="136212"/>
                </a:lnTo>
                <a:lnTo>
                  <a:pt x="92024" y="135571"/>
                </a:lnTo>
                <a:lnTo>
                  <a:pt x="92469" y="134916"/>
                </a:lnTo>
                <a:lnTo>
                  <a:pt x="92890" y="134246"/>
                </a:lnTo>
                <a:lnTo>
                  <a:pt x="93287" y="133563"/>
                </a:lnTo>
                <a:lnTo>
                  <a:pt x="93660" y="132866"/>
                </a:lnTo>
                <a:lnTo>
                  <a:pt x="94009" y="132154"/>
                </a:lnTo>
                <a:lnTo>
                  <a:pt x="94334" y="131429"/>
                </a:lnTo>
                <a:lnTo>
                  <a:pt x="94635" y="130689"/>
                </a:lnTo>
                <a:lnTo>
                  <a:pt x="94912" y="129935"/>
                </a:lnTo>
                <a:lnTo>
                  <a:pt x="95165" y="129167"/>
                </a:lnTo>
                <a:lnTo>
                  <a:pt x="95393" y="128385"/>
                </a:lnTo>
                <a:lnTo>
                  <a:pt x="95598" y="127589"/>
                </a:lnTo>
                <a:lnTo>
                  <a:pt x="95779" y="126779"/>
                </a:lnTo>
                <a:lnTo>
                  <a:pt x="95935" y="125955"/>
                </a:lnTo>
                <a:lnTo>
                  <a:pt x="96067" y="125117"/>
                </a:lnTo>
                <a:lnTo>
                  <a:pt x="96176" y="124264"/>
                </a:lnTo>
                <a:lnTo>
                  <a:pt x="96260" y="123398"/>
                </a:lnTo>
                <a:lnTo>
                  <a:pt x="96320" y="122517"/>
                </a:lnTo>
                <a:lnTo>
                  <a:pt x="96356" y="121623"/>
                </a:lnTo>
                <a:lnTo>
                  <a:pt x="96368" y="120714"/>
                </a:lnTo>
                <a:lnTo>
                  <a:pt x="96356" y="119876"/>
                </a:lnTo>
                <a:lnTo>
                  <a:pt x="96320" y="119051"/>
                </a:lnTo>
                <a:lnTo>
                  <a:pt x="96260" y="118241"/>
                </a:lnTo>
                <a:lnTo>
                  <a:pt x="96176" y="117445"/>
                </a:lnTo>
                <a:lnTo>
                  <a:pt x="96067" y="116663"/>
                </a:lnTo>
                <a:lnTo>
                  <a:pt x="95935" y="115896"/>
                </a:lnTo>
                <a:lnTo>
                  <a:pt x="95779" y="115142"/>
                </a:lnTo>
                <a:lnTo>
                  <a:pt x="95598" y="114402"/>
                </a:lnTo>
                <a:lnTo>
                  <a:pt x="95393" y="113677"/>
                </a:lnTo>
                <a:lnTo>
                  <a:pt x="95165" y="112965"/>
                </a:lnTo>
                <a:lnTo>
                  <a:pt x="94912" y="112268"/>
                </a:lnTo>
                <a:lnTo>
                  <a:pt x="94635" y="111584"/>
                </a:lnTo>
                <a:lnTo>
                  <a:pt x="94334" y="110915"/>
                </a:lnTo>
                <a:lnTo>
                  <a:pt x="94009" y="110260"/>
                </a:lnTo>
                <a:lnTo>
                  <a:pt x="93660" y="109619"/>
                </a:lnTo>
                <a:lnTo>
                  <a:pt x="93287" y="108992"/>
                </a:lnTo>
                <a:lnTo>
                  <a:pt x="92890" y="108379"/>
                </a:lnTo>
                <a:lnTo>
                  <a:pt x="92469" y="107780"/>
                </a:lnTo>
                <a:lnTo>
                  <a:pt x="92024" y="107196"/>
                </a:lnTo>
                <a:lnTo>
                  <a:pt x="91555" y="106625"/>
                </a:lnTo>
                <a:lnTo>
                  <a:pt x="91061" y="106069"/>
                </a:lnTo>
                <a:lnTo>
                  <a:pt x="90544" y="105526"/>
                </a:lnTo>
                <a:lnTo>
                  <a:pt x="90002" y="104998"/>
                </a:lnTo>
                <a:lnTo>
                  <a:pt x="89437" y="104484"/>
                </a:lnTo>
                <a:lnTo>
                  <a:pt x="88864" y="103973"/>
                </a:lnTo>
                <a:lnTo>
                  <a:pt x="88273" y="103484"/>
                </a:lnTo>
                <a:lnTo>
                  <a:pt x="87664" y="103017"/>
                </a:lnTo>
                <a:lnTo>
                  <a:pt x="87037" y="102572"/>
                </a:lnTo>
                <a:lnTo>
                  <a:pt x="86391" y="102149"/>
                </a:lnTo>
                <a:lnTo>
                  <a:pt x="85728" y="101747"/>
                </a:lnTo>
                <a:lnTo>
                  <a:pt x="85046" y="101367"/>
                </a:lnTo>
                <a:lnTo>
                  <a:pt x="84346" y="101008"/>
                </a:lnTo>
                <a:lnTo>
                  <a:pt x="83627" y="100672"/>
                </a:lnTo>
                <a:lnTo>
                  <a:pt x="82891" y="100357"/>
                </a:lnTo>
                <a:lnTo>
                  <a:pt x="82136" y="100063"/>
                </a:lnTo>
                <a:lnTo>
                  <a:pt x="81364" y="99792"/>
                </a:lnTo>
                <a:lnTo>
                  <a:pt x="80573" y="99542"/>
                </a:lnTo>
                <a:lnTo>
                  <a:pt x="79763" y="99314"/>
                </a:lnTo>
                <a:lnTo>
                  <a:pt x="78936" y="99108"/>
                </a:lnTo>
                <a:lnTo>
                  <a:pt x="78090" y="98923"/>
                </a:lnTo>
                <a:lnTo>
                  <a:pt x="77226" y="98760"/>
                </a:lnTo>
                <a:lnTo>
                  <a:pt x="76344" y="98619"/>
                </a:lnTo>
                <a:lnTo>
                  <a:pt x="75444" y="98500"/>
                </a:lnTo>
                <a:lnTo>
                  <a:pt x="74526" y="98402"/>
                </a:lnTo>
                <a:lnTo>
                  <a:pt x="73589" y="98326"/>
                </a:lnTo>
                <a:lnTo>
                  <a:pt x="72634" y="98271"/>
                </a:lnTo>
                <a:lnTo>
                  <a:pt x="71661" y="98239"/>
                </a:lnTo>
                <a:lnTo>
                  <a:pt x="70670" y="98228"/>
                </a:lnTo>
                <a:lnTo>
                  <a:pt x="40069" y="98228"/>
                </a:lnTo>
                <a:lnTo>
                  <a:pt x="39650" y="98224"/>
                </a:lnTo>
                <a:lnTo>
                  <a:pt x="39239" y="98213"/>
                </a:lnTo>
                <a:lnTo>
                  <a:pt x="38835" y="98194"/>
                </a:lnTo>
                <a:lnTo>
                  <a:pt x="38439" y="98167"/>
                </a:lnTo>
                <a:lnTo>
                  <a:pt x="38051" y="98133"/>
                </a:lnTo>
                <a:lnTo>
                  <a:pt x="37670" y="98091"/>
                </a:lnTo>
                <a:lnTo>
                  <a:pt x="37297" y="98041"/>
                </a:lnTo>
                <a:lnTo>
                  <a:pt x="36932" y="97984"/>
                </a:lnTo>
                <a:lnTo>
                  <a:pt x="36574" y="97919"/>
                </a:lnTo>
                <a:lnTo>
                  <a:pt x="36224" y="97846"/>
                </a:lnTo>
                <a:lnTo>
                  <a:pt x="35881" y="97766"/>
                </a:lnTo>
                <a:lnTo>
                  <a:pt x="35546" y="97679"/>
                </a:lnTo>
                <a:lnTo>
                  <a:pt x="35219" y="97583"/>
                </a:lnTo>
                <a:lnTo>
                  <a:pt x="34899" y="97480"/>
                </a:lnTo>
                <a:lnTo>
                  <a:pt x="34587" y="97369"/>
                </a:lnTo>
                <a:lnTo>
                  <a:pt x="34283" y="97251"/>
                </a:lnTo>
                <a:lnTo>
                  <a:pt x="33986" y="97125"/>
                </a:lnTo>
                <a:lnTo>
                  <a:pt x="33697" y="96992"/>
                </a:lnTo>
                <a:lnTo>
                  <a:pt x="33416" y="96851"/>
                </a:lnTo>
                <a:lnTo>
                  <a:pt x="33142" y="96702"/>
                </a:lnTo>
                <a:lnTo>
                  <a:pt x="32876" y="96545"/>
                </a:lnTo>
                <a:lnTo>
                  <a:pt x="32617" y="96381"/>
                </a:lnTo>
                <a:lnTo>
                  <a:pt x="32366" y="96209"/>
                </a:lnTo>
                <a:lnTo>
                  <a:pt x="32123" y="96030"/>
                </a:lnTo>
                <a:lnTo>
                  <a:pt x="31888" y="95830"/>
                </a:lnTo>
                <a:lnTo>
                  <a:pt x="31664" y="95623"/>
                </a:lnTo>
                <a:lnTo>
                  <a:pt x="31449" y="95409"/>
                </a:lnTo>
                <a:lnTo>
                  <a:pt x="31245" y="95189"/>
                </a:lnTo>
                <a:lnTo>
                  <a:pt x="31050" y="94963"/>
                </a:lnTo>
                <a:lnTo>
                  <a:pt x="30865" y="94730"/>
                </a:lnTo>
                <a:lnTo>
                  <a:pt x="30691" y="94491"/>
                </a:lnTo>
                <a:lnTo>
                  <a:pt x="30526" y="94246"/>
                </a:lnTo>
                <a:lnTo>
                  <a:pt x="30371" y="93993"/>
                </a:lnTo>
                <a:lnTo>
                  <a:pt x="30227" y="93735"/>
                </a:lnTo>
                <a:lnTo>
                  <a:pt x="30092" y="93470"/>
                </a:lnTo>
                <a:lnTo>
                  <a:pt x="29967" y="93198"/>
                </a:lnTo>
                <a:lnTo>
                  <a:pt x="29852" y="92920"/>
                </a:lnTo>
                <a:lnTo>
                  <a:pt x="29748" y="92636"/>
                </a:lnTo>
                <a:lnTo>
                  <a:pt x="29653" y="92345"/>
                </a:lnTo>
                <a:lnTo>
                  <a:pt x="29568" y="92048"/>
                </a:lnTo>
                <a:lnTo>
                  <a:pt x="29493" y="91744"/>
                </a:lnTo>
                <a:lnTo>
                  <a:pt x="29428" y="91434"/>
                </a:lnTo>
                <a:lnTo>
                  <a:pt x="29373" y="91117"/>
                </a:lnTo>
                <a:lnTo>
                  <a:pt x="29328" y="90794"/>
                </a:lnTo>
                <a:lnTo>
                  <a:pt x="29294" y="90464"/>
                </a:lnTo>
                <a:lnTo>
                  <a:pt x="29269" y="90128"/>
                </a:lnTo>
                <a:lnTo>
                  <a:pt x="29254" y="89786"/>
                </a:lnTo>
                <a:lnTo>
                  <a:pt x="29249" y="89437"/>
                </a:lnTo>
                <a:lnTo>
                  <a:pt x="29254" y="89088"/>
                </a:lnTo>
                <a:lnTo>
                  <a:pt x="29269" y="88745"/>
                </a:lnTo>
                <a:lnTo>
                  <a:pt x="29294" y="88409"/>
                </a:lnTo>
                <a:lnTo>
                  <a:pt x="29328" y="88079"/>
                </a:lnTo>
                <a:lnTo>
                  <a:pt x="29373" y="87756"/>
                </a:lnTo>
                <a:lnTo>
                  <a:pt x="29428" y="87439"/>
                </a:lnTo>
                <a:lnTo>
                  <a:pt x="29493" y="87129"/>
                </a:lnTo>
                <a:lnTo>
                  <a:pt x="29568" y="86825"/>
                </a:lnTo>
                <a:lnTo>
                  <a:pt x="29653" y="86528"/>
                </a:lnTo>
                <a:lnTo>
                  <a:pt x="29748" y="86237"/>
                </a:lnTo>
                <a:lnTo>
                  <a:pt x="29852" y="85953"/>
                </a:lnTo>
                <a:lnTo>
                  <a:pt x="29967" y="85675"/>
                </a:lnTo>
                <a:lnTo>
                  <a:pt x="30092" y="85403"/>
                </a:lnTo>
                <a:lnTo>
                  <a:pt x="30227" y="85138"/>
                </a:lnTo>
                <a:lnTo>
                  <a:pt x="30371" y="84880"/>
                </a:lnTo>
                <a:lnTo>
                  <a:pt x="30526" y="84627"/>
                </a:lnTo>
                <a:lnTo>
                  <a:pt x="30691" y="84382"/>
                </a:lnTo>
                <a:lnTo>
                  <a:pt x="30865" y="84143"/>
                </a:lnTo>
                <a:lnTo>
                  <a:pt x="31050" y="83910"/>
                </a:lnTo>
                <a:lnTo>
                  <a:pt x="31245" y="83684"/>
                </a:lnTo>
                <a:lnTo>
                  <a:pt x="31449" y="83464"/>
                </a:lnTo>
                <a:lnTo>
                  <a:pt x="31664" y="83250"/>
                </a:lnTo>
                <a:lnTo>
                  <a:pt x="31888" y="83043"/>
                </a:lnTo>
                <a:lnTo>
                  <a:pt x="32123" y="82843"/>
                </a:lnTo>
                <a:lnTo>
                  <a:pt x="32380" y="82650"/>
                </a:lnTo>
                <a:lnTo>
                  <a:pt x="32644" y="82465"/>
                </a:lnTo>
                <a:lnTo>
                  <a:pt x="32915" y="82288"/>
                </a:lnTo>
                <a:lnTo>
                  <a:pt x="33194" y="82120"/>
                </a:lnTo>
                <a:lnTo>
                  <a:pt x="33479" y="81959"/>
                </a:lnTo>
                <a:lnTo>
                  <a:pt x="33771" y="81807"/>
                </a:lnTo>
                <a:lnTo>
                  <a:pt x="34071" y="81664"/>
                </a:lnTo>
                <a:lnTo>
                  <a:pt x="34377" y="81528"/>
                </a:lnTo>
                <a:lnTo>
                  <a:pt x="34690" y="81401"/>
                </a:lnTo>
                <a:lnTo>
                  <a:pt x="35011" y="81281"/>
                </a:lnTo>
                <a:lnTo>
                  <a:pt x="35339" y="81170"/>
                </a:lnTo>
                <a:lnTo>
                  <a:pt x="35673" y="81068"/>
                </a:lnTo>
                <a:lnTo>
                  <a:pt x="36015" y="80973"/>
                </a:lnTo>
                <a:lnTo>
                  <a:pt x="36364" y="80887"/>
                </a:lnTo>
                <a:lnTo>
                  <a:pt x="36719" y="80809"/>
                </a:lnTo>
                <a:lnTo>
                  <a:pt x="37082" y="80739"/>
                </a:lnTo>
                <a:lnTo>
                  <a:pt x="37452" y="80677"/>
                </a:lnTo>
                <a:lnTo>
                  <a:pt x="37829" y="80624"/>
                </a:lnTo>
                <a:lnTo>
                  <a:pt x="38213" y="80579"/>
                </a:lnTo>
                <a:lnTo>
                  <a:pt x="38604" y="80542"/>
                </a:lnTo>
                <a:lnTo>
                  <a:pt x="39002" y="80513"/>
                </a:lnTo>
                <a:lnTo>
                  <a:pt x="39407" y="80492"/>
                </a:lnTo>
                <a:lnTo>
                  <a:pt x="39819" y="80480"/>
                </a:lnTo>
                <a:lnTo>
                  <a:pt x="40238" y="80476"/>
                </a:lnTo>
                <a:lnTo>
                  <a:pt x="54101" y="80476"/>
                </a:lnTo>
                <a:lnTo>
                  <a:pt x="55427" y="80463"/>
                </a:lnTo>
                <a:lnTo>
                  <a:pt x="56726" y="80424"/>
                </a:lnTo>
                <a:lnTo>
                  <a:pt x="57998" y="80360"/>
                </a:lnTo>
                <a:lnTo>
                  <a:pt x="59244" y="80269"/>
                </a:lnTo>
                <a:lnTo>
                  <a:pt x="60463" y="80153"/>
                </a:lnTo>
                <a:lnTo>
                  <a:pt x="61657" y="80011"/>
                </a:lnTo>
                <a:lnTo>
                  <a:pt x="62823" y="79843"/>
                </a:lnTo>
                <a:lnTo>
                  <a:pt x="63964" y="79649"/>
                </a:lnTo>
                <a:lnTo>
                  <a:pt x="65078" y="79430"/>
                </a:lnTo>
                <a:lnTo>
                  <a:pt x="66165" y="79184"/>
                </a:lnTo>
                <a:lnTo>
                  <a:pt x="67226" y="78913"/>
                </a:lnTo>
                <a:lnTo>
                  <a:pt x="68261" y="78616"/>
                </a:lnTo>
                <a:lnTo>
                  <a:pt x="69269" y="78293"/>
                </a:lnTo>
                <a:lnTo>
                  <a:pt x="70251" y="77945"/>
                </a:lnTo>
                <a:lnTo>
                  <a:pt x="71206" y="77570"/>
                </a:lnTo>
                <a:lnTo>
                  <a:pt x="72135" y="77170"/>
                </a:lnTo>
                <a:lnTo>
                  <a:pt x="73038" y="76744"/>
                </a:lnTo>
                <a:lnTo>
                  <a:pt x="73914" y="76292"/>
                </a:lnTo>
                <a:lnTo>
                  <a:pt x="74764" y="75814"/>
                </a:lnTo>
                <a:lnTo>
                  <a:pt x="75587" y="75310"/>
                </a:lnTo>
                <a:lnTo>
                  <a:pt x="76384" y="74781"/>
                </a:lnTo>
                <a:lnTo>
                  <a:pt x="77154" y="74225"/>
                </a:lnTo>
                <a:lnTo>
                  <a:pt x="77899" y="73644"/>
                </a:lnTo>
                <a:lnTo>
                  <a:pt x="78616" y="73037"/>
                </a:lnTo>
                <a:lnTo>
                  <a:pt x="79320" y="72408"/>
                </a:lnTo>
                <a:lnTo>
                  <a:pt x="79993" y="71762"/>
                </a:lnTo>
                <a:lnTo>
                  <a:pt x="80637" y="71098"/>
                </a:lnTo>
                <a:lnTo>
                  <a:pt x="81251" y="70416"/>
                </a:lnTo>
                <a:lnTo>
                  <a:pt x="81835" y="69717"/>
                </a:lnTo>
                <a:lnTo>
                  <a:pt x="82389" y="69001"/>
                </a:lnTo>
                <a:lnTo>
                  <a:pt x="82912" y="68266"/>
                </a:lnTo>
                <a:lnTo>
                  <a:pt x="83406" y="67514"/>
                </a:lnTo>
                <a:lnTo>
                  <a:pt x="83871" y="66745"/>
                </a:lnTo>
                <a:lnTo>
                  <a:pt x="84305" y="65957"/>
                </a:lnTo>
                <a:lnTo>
                  <a:pt x="84709" y="65152"/>
                </a:lnTo>
                <a:lnTo>
                  <a:pt x="85083" y="64330"/>
                </a:lnTo>
                <a:lnTo>
                  <a:pt x="85427" y="63490"/>
                </a:lnTo>
                <a:lnTo>
                  <a:pt x="85742" y="62632"/>
                </a:lnTo>
                <a:lnTo>
                  <a:pt x="86026" y="61757"/>
                </a:lnTo>
                <a:lnTo>
                  <a:pt x="86281" y="60864"/>
                </a:lnTo>
                <a:lnTo>
                  <a:pt x="86505" y="59954"/>
                </a:lnTo>
                <a:lnTo>
                  <a:pt x="86700" y="59026"/>
                </a:lnTo>
                <a:lnTo>
                  <a:pt x="86864" y="58080"/>
                </a:lnTo>
                <a:lnTo>
                  <a:pt x="86999" y="57117"/>
                </a:lnTo>
                <a:lnTo>
                  <a:pt x="87104" y="56136"/>
                </a:lnTo>
                <a:lnTo>
                  <a:pt x="87179" y="55137"/>
                </a:lnTo>
                <a:lnTo>
                  <a:pt x="87224" y="54121"/>
                </a:lnTo>
                <a:lnTo>
                  <a:pt x="87239" y="53087"/>
                </a:lnTo>
                <a:lnTo>
                  <a:pt x="87235" y="52610"/>
                </a:lnTo>
                <a:lnTo>
                  <a:pt x="87223" y="52135"/>
                </a:lnTo>
                <a:lnTo>
                  <a:pt x="87204" y="51663"/>
                </a:lnTo>
                <a:lnTo>
                  <a:pt x="87178" y="51194"/>
                </a:lnTo>
                <a:lnTo>
                  <a:pt x="87143" y="50729"/>
                </a:lnTo>
                <a:lnTo>
                  <a:pt x="87101" y="50266"/>
                </a:lnTo>
                <a:lnTo>
                  <a:pt x="87052" y="49806"/>
                </a:lnTo>
                <a:lnTo>
                  <a:pt x="86994" y="49349"/>
                </a:lnTo>
                <a:lnTo>
                  <a:pt x="86930" y="48895"/>
                </a:lnTo>
                <a:lnTo>
                  <a:pt x="86857" y="48444"/>
                </a:lnTo>
                <a:lnTo>
                  <a:pt x="86777" y="47995"/>
                </a:lnTo>
                <a:lnTo>
                  <a:pt x="86689" y="47550"/>
                </a:lnTo>
                <a:lnTo>
                  <a:pt x="86594" y="47108"/>
                </a:lnTo>
                <a:lnTo>
                  <a:pt x="86491" y="46668"/>
                </a:lnTo>
                <a:lnTo>
                  <a:pt x="86380" y="46232"/>
                </a:lnTo>
                <a:lnTo>
                  <a:pt x="86262" y="45798"/>
                </a:lnTo>
                <a:lnTo>
                  <a:pt x="86136" y="45368"/>
                </a:lnTo>
                <a:lnTo>
                  <a:pt x="86002" y="44940"/>
                </a:lnTo>
                <a:lnTo>
                  <a:pt x="85861" y="44515"/>
                </a:lnTo>
                <a:lnTo>
                  <a:pt x="85712" y="44094"/>
                </a:lnTo>
                <a:lnTo>
                  <a:pt x="85556" y="43675"/>
                </a:lnTo>
                <a:lnTo>
                  <a:pt x="85392" y="43259"/>
                </a:lnTo>
                <a:lnTo>
                  <a:pt x="85220" y="42846"/>
                </a:lnTo>
                <a:lnTo>
                  <a:pt x="85041" y="42436"/>
                </a:lnTo>
                <a:lnTo>
                  <a:pt x="84868" y="42016"/>
                </a:lnTo>
                <a:lnTo>
                  <a:pt x="84689" y="41603"/>
                </a:lnTo>
                <a:lnTo>
                  <a:pt x="84502" y="41197"/>
                </a:lnTo>
                <a:lnTo>
                  <a:pt x="84308" y="40797"/>
                </a:lnTo>
                <a:lnTo>
                  <a:pt x="84107" y="40403"/>
                </a:lnTo>
                <a:lnTo>
                  <a:pt x="83900" y="40016"/>
                </a:lnTo>
                <a:lnTo>
                  <a:pt x="83685" y="39635"/>
                </a:lnTo>
                <a:lnTo>
                  <a:pt x="83463" y="39261"/>
                </a:lnTo>
                <a:lnTo>
                  <a:pt x="83234" y="38893"/>
                </a:lnTo>
                <a:lnTo>
                  <a:pt x="82998" y="38532"/>
                </a:lnTo>
                <a:lnTo>
                  <a:pt x="82755" y="38177"/>
                </a:lnTo>
                <a:lnTo>
                  <a:pt x="82505" y="37829"/>
                </a:lnTo>
                <a:lnTo>
                  <a:pt x="82248" y="37487"/>
                </a:lnTo>
                <a:lnTo>
                  <a:pt x="81983" y="37151"/>
                </a:lnTo>
                <a:lnTo>
                  <a:pt x="81712" y="36822"/>
                </a:lnTo>
                <a:lnTo>
                  <a:pt x="81434" y="36500"/>
                </a:lnTo>
                <a:lnTo>
                  <a:pt x="81149" y="36184"/>
                </a:lnTo>
                <a:lnTo>
                  <a:pt x="80856" y="35874"/>
                </a:lnTo>
                <a:lnTo>
                  <a:pt x="80557" y="35571"/>
                </a:lnTo>
                <a:lnTo>
                  <a:pt x="80251" y="35274"/>
                </a:lnTo>
                <a:lnTo>
                  <a:pt x="79937" y="34984"/>
                </a:lnTo>
                <a:lnTo>
                  <a:pt x="79617" y="34700"/>
                </a:lnTo>
                <a:lnTo>
                  <a:pt x="79289" y="34422"/>
                </a:lnTo>
                <a:lnTo>
                  <a:pt x="78954" y="34152"/>
                </a:lnTo>
                <a:lnTo>
                  <a:pt x="78954" y="33813"/>
                </a:lnTo>
                <a:lnTo>
                  <a:pt x="79597" y="33665"/>
                </a:lnTo>
                <a:lnTo>
                  <a:pt x="80229" y="33503"/>
                </a:lnTo>
                <a:lnTo>
                  <a:pt x="80851" y="33327"/>
                </a:lnTo>
                <a:lnTo>
                  <a:pt x="81462" y="33137"/>
                </a:lnTo>
                <a:lnTo>
                  <a:pt x="82063" y="32933"/>
                </a:lnTo>
                <a:lnTo>
                  <a:pt x="82653" y="32714"/>
                </a:lnTo>
                <a:lnTo>
                  <a:pt x="83232" y="32482"/>
                </a:lnTo>
                <a:lnTo>
                  <a:pt x="83801" y="32235"/>
                </a:lnTo>
                <a:lnTo>
                  <a:pt x="84359" y="31975"/>
                </a:lnTo>
                <a:lnTo>
                  <a:pt x="84907" y="31700"/>
                </a:lnTo>
                <a:lnTo>
                  <a:pt x="85444" y="31411"/>
                </a:lnTo>
                <a:lnTo>
                  <a:pt x="85971" y="31108"/>
                </a:lnTo>
                <a:lnTo>
                  <a:pt x="86487" y="30791"/>
                </a:lnTo>
                <a:lnTo>
                  <a:pt x="86992" y="30460"/>
                </a:lnTo>
                <a:lnTo>
                  <a:pt x="87487" y="30115"/>
                </a:lnTo>
                <a:lnTo>
                  <a:pt x="87971" y="29756"/>
                </a:lnTo>
                <a:lnTo>
                  <a:pt x="88445" y="29382"/>
                </a:lnTo>
                <a:lnTo>
                  <a:pt x="88908" y="28995"/>
                </a:lnTo>
                <a:lnTo>
                  <a:pt x="89361" y="28593"/>
                </a:lnTo>
                <a:lnTo>
                  <a:pt x="89803" y="28178"/>
                </a:lnTo>
                <a:lnTo>
                  <a:pt x="90234" y="27748"/>
                </a:lnTo>
                <a:lnTo>
                  <a:pt x="90655" y="27304"/>
                </a:lnTo>
                <a:lnTo>
                  <a:pt x="91066" y="26846"/>
                </a:lnTo>
                <a:lnTo>
                  <a:pt x="91465" y="26374"/>
                </a:lnTo>
                <a:lnTo>
                  <a:pt x="91865" y="25877"/>
                </a:lnTo>
                <a:lnTo>
                  <a:pt x="92248" y="25371"/>
                </a:lnTo>
                <a:lnTo>
                  <a:pt x="92614" y="24856"/>
                </a:lnTo>
                <a:lnTo>
                  <a:pt x="92963" y="24332"/>
                </a:lnTo>
                <a:lnTo>
                  <a:pt x="93295" y="23799"/>
                </a:lnTo>
                <a:lnTo>
                  <a:pt x="93610" y="23257"/>
                </a:lnTo>
                <a:lnTo>
                  <a:pt x="93908" y="22707"/>
                </a:lnTo>
                <a:lnTo>
                  <a:pt x="94189" y="22148"/>
                </a:lnTo>
                <a:lnTo>
                  <a:pt x="94453" y="21580"/>
                </a:lnTo>
                <a:lnTo>
                  <a:pt x="94700" y="21003"/>
                </a:lnTo>
                <a:lnTo>
                  <a:pt x="94930" y="20418"/>
                </a:lnTo>
                <a:lnTo>
                  <a:pt x="95143" y="19823"/>
                </a:lnTo>
                <a:lnTo>
                  <a:pt x="95338" y="19220"/>
                </a:lnTo>
                <a:lnTo>
                  <a:pt x="95517" y="18608"/>
                </a:lnTo>
                <a:lnTo>
                  <a:pt x="95679" y="17987"/>
                </a:lnTo>
                <a:lnTo>
                  <a:pt x="95824" y="17358"/>
                </a:lnTo>
                <a:lnTo>
                  <a:pt x="95951" y="16719"/>
                </a:lnTo>
                <a:lnTo>
                  <a:pt x="96062" y="16072"/>
                </a:lnTo>
                <a:lnTo>
                  <a:pt x="96155" y="15416"/>
                </a:lnTo>
                <a:lnTo>
                  <a:pt x="96232" y="14751"/>
                </a:lnTo>
                <a:lnTo>
                  <a:pt x="96292" y="14077"/>
                </a:lnTo>
                <a:lnTo>
                  <a:pt x="96334" y="13395"/>
                </a:lnTo>
                <a:lnTo>
                  <a:pt x="96360" y="12704"/>
                </a:lnTo>
                <a:lnTo>
                  <a:pt x="96368" y="12004"/>
                </a:lnTo>
                <a:lnTo>
                  <a:pt x="82674" y="12004"/>
                </a:lnTo>
                <a:lnTo>
                  <a:pt x="82626" y="12495"/>
                </a:lnTo>
                <a:lnTo>
                  <a:pt x="82568" y="12981"/>
                </a:lnTo>
                <a:lnTo>
                  <a:pt x="82499" y="13462"/>
                </a:lnTo>
                <a:lnTo>
                  <a:pt x="82420" y="13939"/>
                </a:lnTo>
                <a:lnTo>
                  <a:pt x="82330" y="14411"/>
                </a:lnTo>
                <a:lnTo>
                  <a:pt x="82230" y="14878"/>
                </a:lnTo>
                <a:lnTo>
                  <a:pt x="82119" y="15340"/>
                </a:lnTo>
                <a:lnTo>
                  <a:pt x="81997" y="15798"/>
                </a:lnTo>
                <a:lnTo>
                  <a:pt x="81865" y="16252"/>
                </a:lnTo>
                <a:lnTo>
                  <a:pt x="81723" y="16700"/>
                </a:lnTo>
                <a:lnTo>
                  <a:pt x="81570" y="17144"/>
                </a:lnTo>
                <a:lnTo>
                  <a:pt x="81406" y="17583"/>
                </a:lnTo>
                <a:lnTo>
                  <a:pt x="81231" y="18017"/>
                </a:lnTo>
                <a:lnTo>
                  <a:pt x="81047" y="18447"/>
                </a:lnTo>
                <a:lnTo>
                  <a:pt x="80851" y="18872"/>
                </a:lnTo>
                <a:lnTo>
                  <a:pt x="80645" y="19292"/>
                </a:lnTo>
                <a:lnTo>
                  <a:pt x="80428" y="19708"/>
                </a:lnTo>
                <a:lnTo>
                  <a:pt x="80201" y="20119"/>
                </a:lnTo>
                <a:lnTo>
                  <a:pt x="79963" y="20525"/>
                </a:lnTo>
                <a:lnTo>
                  <a:pt x="79715" y="20927"/>
                </a:lnTo>
                <a:lnTo>
                  <a:pt x="79456" y="21324"/>
                </a:lnTo>
                <a:lnTo>
                  <a:pt x="79187" y="21716"/>
                </a:lnTo>
                <a:lnTo>
                  <a:pt x="78907" y="22103"/>
                </a:lnTo>
                <a:lnTo>
                  <a:pt x="78616" y="22486"/>
                </a:lnTo>
                <a:lnTo>
                  <a:pt x="78329" y="22848"/>
                </a:lnTo>
                <a:lnTo>
                  <a:pt x="78029" y="23201"/>
                </a:lnTo>
                <a:lnTo>
                  <a:pt x="77718" y="23545"/>
                </a:lnTo>
                <a:lnTo>
                  <a:pt x="77395" y="23881"/>
                </a:lnTo>
                <a:lnTo>
                  <a:pt x="77061" y="24207"/>
                </a:lnTo>
                <a:lnTo>
                  <a:pt x="76714" y="24525"/>
                </a:lnTo>
                <a:lnTo>
                  <a:pt x="76356" y="24834"/>
                </a:lnTo>
                <a:lnTo>
                  <a:pt x="75986" y="25135"/>
                </a:lnTo>
                <a:lnTo>
                  <a:pt x="75605" y="25426"/>
                </a:lnTo>
                <a:lnTo>
                  <a:pt x="75211" y="25709"/>
                </a:lnTo>
                <a:lnTo>
                  <a:pt x="74806" y="25983"/>
                </a:lnTo>
                <a:lnTo>
                  <a:pt x="74390" y="26248"/>
                </a:lnTo>
                <a:lnTo>
                  <a:pt x="73961" y="26504"/>
                </a:lnTo>
                <a:lnTo>
                  <a:pt x="73521" y="26751"/>
                </a:lnTo>
                <a:lnTo>
                  <a:pt x="73069" y="26990"/>
                </a:lnTo>
                <a:lnTo>
                  <a:pt x="72605" y="27220"/>
                </a:lnTo>
                <a:lnTo>
                  <a:pt x="72129" y="27441"/>
                </a:lnTo>
                <a:lnTo>
                  <a:pt x="71642" y="27653"/>
                </a:lnTo>
                <a:lnTo>
                  <a:pt x="71143" y="27856"/>
                </a:lnTo>
                <a:lnTo>
                  <a:pt x="70633" y="28051"/>
                </a:lnTo>
                <a:lnTo>
                  <a:pt x="70110" y="28237"/>
                </a:lnTo>
                <a:lnTo>
                  <a:pt x="69576" y="28414"/>
                </a:lnTo>
                <a:lnTo>
                  <a:pt x="69030" y="28582"/>
                </a:lnTo>
                <a:lnTo>
                  <a:pt x="68472" y="28741"/>
                </a:lnTo>
                <a:lnTo>
                  <a:pt x="67930" y="28507"/>
                </a:lnTo>
                <a:lnTo>
                  <a:pt x="67373" y="28282"/>
                </a:lnTo>
                <a:lnTo>
                  <a:pt x="66803" y="28068"/>
                </a:lnTo>
                <a:lnTo>
                  <a:pt x="66218" y="27863"/>
                </a:lnTo>
                <a:lnTo>
                  <a:pt x="65619" y="27669"/>
                </a:lnTo>
                <a:lnTo>
                  <a:pt x="65006" y="27484"/>
                </a:lnTo>
                <a:lnTo>
                  <a:pt x="64379" y="27309"/>
                </a:lnTo>
                <a:lnTo>
                  <a:pt x="63738" y="27145"/>
                </a:lnTo>
                <a:lnTo>
                  <a:pt x="63083" y="26990"/>
                </a:lnTo>
                <a:lnTo>
                  <a:pt x="62414" y="26845"/>
                </a:lnTo>
                <a:lnTo>
                  <a:pt x="61731" y="26711"/>
                </a:lnTo>
                <a:lnTo>
                  <a:pt x="61033" y="26586"/>
                </a:lnTo>
                <a:lnTo>
                  <a:pt x="60322" y="26471"/>
                </a:lnTo>
                <a:lnTo>
                  <a:pt x="59596" y="26366"/>
                </a:lnTo>
                <a:lnTo>
                  <a:pt x="58857" y="26271"/>
                </a:lnTo>
                <a:lnTo>
                  <a:pt x="58103" y="26187"/>
                </a:lnTo>
                <a:lnTo>
                  <a:pt x="57335" y="26112"/>
                </a:lnTo>
                <a:lnTo>
                  <a:pt x="56553" y="26047"/>
                </a:lnTo>
                <a:lnTo>
                  <a:pt x="55757" y="25992"/>
                </a:lnTo>
                <a:lnTo>
                  <a:pt x="54947" y="25947"/>
                </a:lnTo>
                <a:lnTo>
                  <a:pt x="54123" y="25912"/>
                </a:lnTo>
                <a:lnTo>
                  <a:pt x="53284" y="25887"/>
                </a:lnTo>
                <a:lnTo>
                  <a:pt x="52432" y="25872"/>
                </a:lnTo>
                <a:lnTo>
                  <a:pt x="51565" y="25867"/>
                </a:lnTo>
                <a:lnTo>
                  <a:pt x="50101" y="25880"/>
                </a:lnTo>
                <a:lnTo>
                  <a:pt x="48667" y="25918"/>
                </a:lnTo>
                <a:lnTo>
                  <a:pt x="47262" y="25981"/>
                </a:lnTo>
                <a:lnTo>
                  <a:pt x="45888" y="26069"/>
                </a:lnTo>
                <a:lnTo>
                  <a:pt x="44543" y="26183"/>
                </a:lnTo>
                <a:lnTo>
                  <a:pt x="43228" y="26322"/>
                </a:lnTo>
                <a:lnTo>
                  <a:pt x="41944" y="26486"/>
                </a:lnTo>
                <a:lnTo>
                  <a:pt x="40689" y="26675"/>
                </a:lnTo>
                <a:lnTo>
                  <a:pt x="39464" y="26890"/>
                </a:lnTo>
                <a:lnTo>
                  <a:pt x="38269" y="27129"/>
                </a:lnTo>
                <a:lnTo>
                  <a:pt x="37104" y="27394"/>
                </a:lnTo>
                <a:lnTo>
                  <a:pt x="35969" y="27685"/>
                </a:lnTo>
                <a:lnTo>
                  <a:pt x="34864" y="28000"/>
                </a:lnTo>
                <a:lnTo>
                  <a:pt x="33789" y="28341"/>
                </a:lnTo>
                <a:lnTo>
                  <a:pt x="32744" y="28707"/>
                </a:lnTo>
                <a:lnTo>
                  <a:pt x="31728" y="29098"/>
                </a:lnTo>
                <a:lnTo>
                  <a:pt x="30743" y="29515"/>
                </a:lnTo>
                <a:lnTo>
                  <a:pt x="29788" y="29957"/>
                </a:lnTo>
                <a:lnTo>
                  <a:pt x="28862" y="30424"/>
                </a:lnTo>
                <a:lnTo>
                  <a:pt x="27967" y="30916"/>
                </a:lnTo>
                <a:lnTo>
                  <a:pt x="27101" y="31433"/>
                </a:lnTo>
                <a:lnTo>
                  <a:pt x="26265" y="31976"/>
                </a:lnTo>
                <a:lnTo>
                  <a:pt x="25460" y="32544"/>
                </a:lnTo>
                <a:lnTo>
                  <a:pt x="24684" y="33137"/>
                </a:lnTo>
                <a:lnTo>
                  <a:pt x="23953" y="33752"/>
                </a:lnTo>
                <a:lnTo>
                  <a:pt x="23253" y="34386"/>
                </a:lnTo>
                <a:lnTo>
                  <a:pt x="22584" y="35039"/>
                </a:lnTo>
                <a:lnTo>
                  <a:pt x="21946" y="35711"/>
                </a:lnTo>
                <a:lnTo>
                  <a:pt x="21339" y="36401"/>
                </a:lnTo>
                <a:lnTo>
                  <a:pt x="20764" y="37110"/>
                </a:lnTo>
                <a:lnTo>
                  <a:pt x="20219" y="37838"/>
                </a:lnTo>
                <a:lnTo>
                  <a:pt x="19706" y="38585"/>
                </a:lnTo>
                <a:lnTo>
                  <a:pt x="19223" y="39350"/>
                </a:lnTo>
                <a:lnTo>
                  <a:pt x="18772" y="40135"/>
                </a:lnTo>
                <a:lnTo>
                  <a:pt x="18352" y="40938"/>
                </a:lnTo>
                <a:lnTo>
                  <a:pt x="17963" y="41760"/>
                </a:lnTo>
                <a:lnTo>
                  <a:pt x="17606" y="42600"/>
                </a:lnTo>
                <a:lnTo>
                  <a:pt x="17279" y="43460"/>
                </a:lnTo>
                <a:lnTo>
                  <a:pt x="16983" y="44338"/>
                </a:lnTo>
                <a:lnTo>
                  <a:pt x="16719" y="45235"/>
                </a:lnTo>
                <a:lnTo>
                  <a:pt x="16486" y="46151"/>
                </a:lnTo>
                <a:lnTo>
                  <a:pt x="16283" y="47085"/>
                </a:lnTo>
                <a:lnTo>
                  <a:pt x="16112" y="48039"/>
                </a:lnTo>
                <a:lnTo>
                  <a:pt x="15972" y="49011"/>
                </a:lnTo>
                <a:lnTo>
                  <a:pt x="15863" y="50002"/>
                </a:lnTo>
                <a:lnTo>
                  <a:pt x="15785" y="51011"/>
                </a:lnTo>
                <a:lnTo>
                  <a:pt x="15739" y="52040"/>
                </a:lnTo>
                <a:lnTo>
                  <a:pt x="15723" y="53087"/>
                </a:lnTo>
                <a:lnTo>
                  <a:pt x="15729" y="53690"/>
                </a:lnTo>
                <a:lnTo>
                  <a:pt x="15744" y="54287"/>
                </a:lnTo>
                <a:lnTo>
                  <a:pt x="15771" y="54878"/>
                </a:lnTo>
                <a:lnTo>
                  <a:pt x="15808" y="55463"/>
                </a:lnTo>
                <a:lnTo>
                  <a:pt x="15855" y="56043"/>
                </a:lnTo>
                <a:lnTo>
                  <a:pt x="15913" y="56616"/>
                </a:lnTo>
                <a:lnTo>
                  <a:pt x="15982" y="57184"/>
                </a:lnTo>
                <a:lnTo>
                  <a:pt x="16061" y="57746"/>
                </a:lnTo>
                <a:lnTo>
                  <a:pt x="16151" y="58302"/>
                </a:lnTo>
                <a:lnTo>
                  <a:pt x="16252" y="58852"/>
                </a:lnTo>
                <a:lnTo>
                  <a:pt x="16363" y="59396"/>
                </a:lnTo>
                <a:lnTo>
                  <a:pt x="16484" y="59934"/>
                </a:lnTo>
                <a:lnTo>
                  <a:pt x="16616" y="60467"/>
                </a:lnTo>
                <a:lnTo>
                  <a:pt x="16759" y="60993"/>
                </a:lnTo>
                <a:lnTo>
                  <a:pt x="16912" y="61514"/>
                </a:lnTo>
                <a:lnTo>
                  <a:pt x="17076" y="62029"/>
                </a:lnTo>
                <a:lnTo>
                  <a:pt x="17250" y="62538"/>
                </a:lnTo>
                <a:lnTo>
                  <a:pt x="17435" y="63041"/>
                </a:lnTo>
                <a:lnTo>
                  <a:pt x="17631" y="63538"/>
                </a:lnTo>
                <a:lnTo>
                  <a:pt x="17837" y="64029"/>
                </a:lnTo>
                <a:lnTo>
                  <a:pt x="18053" y="64515"/>
                </a:lnTo>
                <a:lnTo>
                  <a:pt x="18280" y="64995"/>
                </a:lnTo>
                <a:lnTo>
                  <a:pt x="18518" y="65468"/>
                </a:lnTo>
                <a:lnTo>
                  <a:pt x="18766" y="65936"/>
                </a:lnTo>
                <a:lnTo>
                  <a:pt x="19025" y="66398"/>
                </a:lnTo>
                <a:lnTo>
                  <a:pt x="19295" y="66852"/>
                </a:lnTo>
                <a:lnTo>
                  <a:pt x="19575" y="67299"/>
                </a:lnTo>
                <a:lnTo>
                  <a:pt x="19865" y="67740"/>
                </a:lnTo>
                <a:lnTo>
                  <a:pt x="20167" y="68173"/>
                </a:lnTo>
                <a:lnTo>
                  <a:pt x="20478" y="68599"/>
                </a:lnTo>
                <a:lnTo>
                  <a:pt x="20801" y="69018"/>
                </a:lnTo>
                <a:lnTo>
                  <a:pt x="21133" y="69430"/>
                </a:lnTo>
                <a:lnTo>
                  <a:pt x="21477" y="69835"/>
                </a:lnTo>
                <a:lnTo>
                  <a:pt x="21831" y="70233"/>
                </a:lnTo>
                <a:lnTo>
                  <a:pt x="22195" y="70624"/>
                </a:lnTo>
                <a:lnTo>
                  <a:pt x="22570" y="71008"/>
                </a:lnTo>
                <a:lnTo>
                  <a:pt x="22956" y="71385"/>
                </a:lnTo>
                <a:lnTo>
                  <a:pt x="23352" y="71755"/>
                </a:lnTo>
                <a:lnTo>
                  <a:pt x="23759" y="72118"/>
                </a:lnTo>
                <a:lnTo>
                  <a:pt x="24177" y="72473"/>
                </a:lnTo>
                <a:lnTo>
                  <a:pt x="24605" y="72822"/>
                </a:lnTo>
                <a:lnTo>
                  <a:pt x="25043" y="73164"/>
                </a:lnTo>
                <a:lnTo>
                  <a:pt x="25492" y="73498"/>
                </a:lnTo>
                <a:lnTo>
                  <a:pt x="25952" y="73826"/>
                </a:lnTo>
                <a:lnTo>
                  <a:pt x="26422" y="74147"/>
                </a:lnTo>
                <a:lnTo>
                  <a:pt x="26903" y="74460"/>
                </a:lnTo>
                <a:lnTo>
                  <a:pt x="27394" y="74766"/>
                </a:lnTo>
                <a:lnTo>
                  <a:pt x="27896" y="75066"/>
                </a:lnTo>
                <a:lnTo>
                  <a:pt x="27337" y="75184"/>
                </a:lnTo>
                <a:lnTo>
                  <a:pt x="26789" y="75315"/>
                </a:lnTo>
                <a:lnTo>
                  <a:pt x="26250" y="75457"/>
                </a:lnTo>
                <a:lnTo>
                  <a:pt x="25722" y="75611"/>
                </a:lnTo>
                <a:lnTo>
                  <a:pt x="25203" y="75776"/>
                </a:lnTo>
                <a:lnTo>
                  <a:pt x="24694" y="75953"/>
                </a:lnTo>
                <a:lnTo>
                  <a:pt x="24196" y="76142"/>
                </a:lnTo>
                <a:lnTo>
                  <a:pt x="23707" y="76343"/>
                </a:lnTo>
                <a:lnTo>
                  <a:pt x="23228" y="76556"/>
                </a:lnTo>
                <a:lnTo>
                  <a:pt x="22759" y="76780"/>
                </a:lnTo>
                <a:lnTo>
                  <a:pt x="22301" y="77016"/>
                </a:lnTo>
                <a:lnTo>
                  <a:pt x="21852" y="77264"/>
                </a:lnTo>
                <a:lnTo>
                  <a:pt x="21413" y="77523"/>
                </a:lnTo>
                <a:lnTo>
                  <a:pt x="20984" y="77794"/>
                </a:lnTo>
                <a:lnTo>
                  <a:pt x="20565" y="78077"/>
                </a:lnTo>
                <a:lnTo>
                  <a:pt x="20157" y="78372"/>
                </a:lnTo>
                <a:lnTo>
                  <a:pt x="19758" y="78678"/>
                </a:lnTo>
                <a:lnTo>
                  <a:pt x="19369" y="78997"/>
                </a:lnTo>
                <a:lnTo>
                  <a:pt x="18990" y="79327"/>
                </a:lnTo>
                <a:lnTo>
                  <a:pt x="18621" y="79668"/>
                </a:lnTo>
                <a:lnTo>
                  <a:pt x="18262" y="80022"/>
                </a:lnTo>
                <a:lnTo>
                  <a:pt x="17913" y="80387"/>
                </a:lnTo>
                <a:lnTo>
                  <a:pt x="17574" y="80764"/>
                </a:lnTo>
                <a:lnTo>
                  <a:pt x="17245" y="81152"/>
                </a:lnTo>
                <a:lnTo>
                  <a:pt x="16928" y="81549"/>
                </a:lnTo>
                <a:lnTo>
                  <a:pt x="16624" y="81949"/>
                </a:lnTo>
                <a:lnTo>
                  <a:pt x="16333" y="82354"/>
                </a:lnTo>
                <a:lnTo>
                  <a:pt x="16057" y="82763"/>
                </a:lnTo>
                <a:lnTo>
                  <a:pt x="15793" y="83176"/>
                </a:lnTo>
                <a:lnTo>
                  <a:pt x="15544" y="83593"/>
                </a:lnTo>
                <a:lnTo>
                  <a:pt x="15307" y="84014"/>
                </a:lnTo>
                <a:lnTo>
                  <a:pt x="15085" y="84440"/>
                </a:lnTo>
                <a:lnTo>
                  <a:pt x="14875" y="84869"/>
                </a:lnTo>
                <a:lnTo>
                  <a:pt x="14679" y="85303"/>
                </a:lnTo>
                <a:lnTo>
                  <a:pt x="14497" y="85740"/>
                </a:lnTo>
                <a:lnTo>
                  <a:pt x="14328" y="86182"/>
                </a:lnTo>
                <a:lnTo>
                  <a:pt x="14173" y="86628"/>
                </a:lnTo>
                <a:lnTo>
                  <a:pt x="14031" y="87078"/>
                </a:lnTo>
                <a:lnTo>
                  <a:pt x="13903" y="87532"/>
                </a:lnTo>
                <a:lnTo>
                  <a:pt x="13788" y="87990"/>
                </a:lnTo>
                <a:lnTo>
                  <a:pt x="13687" y="88452"/>
                </a:lnTo>
                <a:lnTo>
                  <a:pt x="13599" y="88919"/>
                </a:lnTo>
                <a:lnTo>
                  <a:pt x="13525" y="89389"/>
                </a:lnTo>
                <a:lnTo>
                  <a:pt x="13464" y="89864"/>
                </a:lnTo>
                <a:lnTo>
                  <a:pt x="13417" y="90343"/>
                </a:lnTo>
                <a:lnTo>
                  <a:pt x="13383" y="90825"/>
                </a:lnTo>
                <a:lnTo>
                  <a:pt x="13363" y="91312"/>
                </a:lnTo>
                <a:lnTo>
                  <a:pt x="13356" y="91803"/>
                </a:lnTo>
                <a:lnTo>
                  <a:pt x="13360" y="92169"/>
                </a:lnTo>
                <a:lnTo>
                  <a:pt x="13370" y="92533"/>
                </a:lnTo>
                <a:lnTo>
                  <a:pt x="13388" y="92894"/>
                </a:lnTo>
                <a:lnTo>
                  <a:pt x="13413" y="93255"/>
                </a:lnTo>
                <a:lnTo>
                  <a:pt x="13444" y="93613"/>
                </a:lnTo>
                <a:lnTo>
                  <a:pt x="13483" y="93970"/>
                </a:lnTo>
                <a:lnTo>
                  <a:pt x="13529" y="94325"/>
                </a:lnTo>
                <a:lnTo>
                  <a:pt x="13582" y="94678"/>
                </a:lnTo>
                <a:lnTo>
                  <a:pt x="13642" y="95029"/>
                </a:lnTo>
                <a:lnTo>
                  <a:pt x="13709" y="95379"/>
                </a:lnTo>
                <a:lnTo>
                  <a:pt x="13783" y="95726"/>
                </a:lnTo>
                <a:lnTo>
                  <a:pt x="13864" y="96072"/>
                </a:lnTo>
                <a:lnTo>
                  <a:pt x="13952" y="96417"/>
                </a:lnTo>
                <a:lnTo>
                  <a:pt x="14047" y="96759"/>
                </a:lnTo>
                <a:lnTo>
                  <a:pt x="14149" y="97100"/>
                </a:lnTo>
                <a:lnTo>
                  <a:pt x="14258" y="97439"/>
                </a:lnTo>
                <a:lnTo>
                  <a:pt x="14374" y="97776"/>
                </a:lnTo>
                <a:lnTo>
                  <a:pt x="14498" y="98112"/>
                </a:lnTo>
                <a:lnTo>
                  <a:pt x="14628" y="98446"/>
                </a:lnTo>
                <a:lnTo>
                  <a:pt x="14765" y="98778"/>
                </a:lnTo>
                <a:lnTo>
                  <a:pt x="14910" y="99108"/>
                </a:lnTo>
                <a:lnTo>
                  <a:pt x="15061" y="99436"/>
                </a:lnTo>
                <a:lnTo>
                  <a:pt x="15220" y="99763"/>
                </a:lnTo>
                <a:lnTo>
                  <a:pt x="15385" y="100088"/>
                </a:lnTo>
                <a:lnTo>
                  <a:pt x="15571" y="100409"/>
                </a:lnTo>
                <a:lnTo>
                  <a:pt x="15762" y="100725"/>
                </a:lnTo>
                <a:lnTo>
                  <a:pt x="15958" y="101036"/>
                </a:lnTo>
                <a:lnTo>
                  <a:pt x="16160" y="101342"/>
                </a:lnTo>
                <a:lnTo>
                  <a:pt x="16367" y="101642"/>
                </a:lnTo>
                <a:lnTo>
                  <a:pt x="16579" y="101937"/>
                </a:lnTo>
                <a:lnTo>
                  <a:pt x="16797" y="102227"/>
                </a:lnTo>
                <a:lnTo>
                  <a:pt x="17019" y="102511"/>
                </a:lnTo>
                <a:lnTo>
                  <a:pt x="17247" y="102790"/>
                </a:lnTo>
                <a:lnTo>
                  <a:pt x="17481" y="103064"/>
                </a:lnTo>
                <a:lnTo>
                  <a:pt x="17719" y="103333"/>
                </a:lnTo>
                <a:lnTo>
                  <a:pt x="17963" y="103596"/>
                </a:lnTo>
                <a:lnTo>
                  <a:pt x="18213" y="103854"/>
                </a:lnTo>
                <a:lnTo>
                  <a:pt x="18467" y="104107"/>
                </a:lnTo>
                <a:lnTo>
                  <a:pt x="18727" y="104354"/>
                </a:lnTo>
                <a:lnTo>
                  <a:pt x="18992" y="104596"/>
                </a:lnTo>
                <a:lnTo>
                  <a:pt x="19262" y="104833"/>
                </a:lnTo>
                <a:lnTo>
                  <a:pt x="19538" y="105065"/>
                </a:lnTo>
                <a:lnTo>
                  <a:pt x="19819" y="105291"/>
                </a:lnTo>
                <a:lnTo>
                  <a:pt x="20105" y="105512"/>
                </a:lnTo>
                <a:lnTo>
                  <a:pt x="20396" y="105728"/>
                </a:lnTo>
                <a:lnTo>
                  <a:pt x="20693" y="105938"/>
                </a:lnTo>
                <a:lnTo>
                  <a:pt x="20995" y="106143"/>
                </a:lnTo>
                <a:lnTo>
                  <a:pt x="21302" y="106343"/>
                </a:lnTo>
                <a:lnTo>
                  <a:pt x="20841" y="106545"/>
                </a:lnTo>
                <a:lnTo>
                  <a:pt x="20387" y="106757"/>
                </a:lnTo>
                <a:lnTo>
                  <a:pt x="19939" y="106977"/>
                </a:lnTo>
                <a:lnTo>
                  <a:pt x="19499" y="107207"/>
                </a:lnTo>
                <a:lnTo>
                  <a:pt x="19066" y="107447"/>
                </a:lnTo>
                <a:lnTo>
                  <a:pt x="18640" y="107696"/>
                </a:lnTo>
                <a:lnTo>
                  <a:pt x="18221" y="107954"/>
                </a:lnTo>
                <a:lnTo>
                  <a:pt x="17808" y="108222"/>
                </a:lnTo>
                <a:lnTo>
                  <a:pt x="17403" y="108499"/>
                </a:lnTo>
                <a:lnTo>
                  <a:pt x="17005" y="108785"/>
                </a:lnTo>
                <a:lnTo>
                  <a:pt x="16614" y="109081"/>
                </a:lnTo>
                <a:lnTo>
                  <a:pt x="16230" y="109386"/>
                </a:lnTo>
                <a:lnTo>
                  <a:pt x="15854" y="109701"/>
                </a:lnTo>
                <a:lnTo>
                  <a:pt x="15484" y="110025"/>
                </a:lnTo>
                <a:lnTo>
                  <a:pt x="15121" y="110359"/>
                </a:lnTo>
                <a:lnTo>
                  <a:pt x="14765" y="110701"/>
                </a:lnTo>
                <a:lnTo>
                  <a:pt x="14416" y="111054"/>
                </a:lnTo>
                <a:lnTo>
                  <a:pt x="14075" y="111415"/>
                </a:lnTo>
                <a:lnTo>
                  <a:pt x="13740" y="111786"/>
                </a:lnTo>
                <a:lnTo>
                  <a:pt x="13413" y="112167"/>
                </a:lnTo>
                <a:lnTo>
                  <a:pt x="13092" y="112556"/>
                </a:lnTo>
                <a:lnTo>
                  <a:pt x="12779" y="112956"/>
                </a:lnTo>
                <a:lnTo>
                  <a:pt x="12472" y="113364"/>
                </a:lnTo>
                <a:lnTo>
                  <a:pt x="12173" y="113782"/>
                </a:lnTo>
                <a:lnTo>
                  <a:pt x="11883" y="114207"/>
                </a:lnTo>
                <a:lnTo>
                  <a:pt x="11606" y="114637"/>
                </a:lnTo>
                <a:lnTo>
                  <a:pt x="11341" y="115071"/>
                </a:lnTo>
                <a:lnTo>
                  <a:pt x="11088" y="115510"/>
                </a:lnTo>
                <a:lnTo>
                  <a:pt x="10848" y="115954"/>
                </a:lnTo>
                <a:lnTo>
                  <a:pt x="10619" y="116403"/>
                </a:lnTo>
                <a:lnTo>
                  <a:pt x="10404" y="116856"/>
                </a:lnTo>
                <a:lnTo>
                  <a:pt x="10200" y="117314"/>
                </a:lnTo>
                <a:lnTo>
                  <a:pt x="10009" y="117776"/>
                </a:lnTo>
                <a:lnTo>
                  <a:pt x="9830" y="118244"/>
                </a:lnTo>
                <a:lnTo>
                  <a:pt x="9664" y="118716"/>
                </a:lnTo>
                <a:lnTo>
                  <a:pt x="9510" y="119192"/>
                </a:lnTo>
                <a:lnTo>
                  <a:pt x="9368" y="119674"/>
                </a:lnTo>
                <a:lnTo>
                  <a:pt x="9239" y="120160"/>
                </a:lnTo>
                <a:lnTo>
                  <a:pt x="9122" y="120651"/>
                </a:lnTo>
                <a:lnTo>
                  <a:pt x="9017" y="121146"/>
                </a:lnTo>
                <a:lnTo>
                  <a:pt x="8924" y="121646"/>
                </a:lnTo>
                <a:lnTo>
                  <a:pt x="8844" y="122151"/>
                </a:lnTo>
                <a:lnTo>
                  <a:pt x="8776" y="122661"/>
                </a:lnTo>
                <a:lnTo>
                  <a:pt x="8721" y="123175"/>
                </a:lnTo>
                <a:lnTo>
                  <a:pt x="8678" y="123694"/>
                </a:lnTo>
                <a:lnTo>
                  <a:pt x="8647" y="124217"/>
                </a:lnTo>
                <a:lnTo>
                  <a:pt x="8629" y="124746"/>
                </a:lnTo>
                <a:lnTo>
                  <a:pt x="8622" y="125279"/>
                </a:lnTo>
                <a:lnTo>
                  <a:pt x="8633" y="125993"/>
                </a:lnTo>
                <a:lnTo>
                  <a:pt x="8663" y="126697"/>
                </a:lnTo>
                <a:lnTo>
                  <a:pt x="8715" y="127392"/>
                </a:lnTo>
                <a:lnTo>
                  <a:pt x="8787" y="128078"/>
                </a:lnTo>
                <a:lnTo>
                  <a:pt x="8879" y="128754"/>
                </a:lnTo>
                <a:lnTo>
                  <a:pt x="8992" y="129421"/>
                </a:lnTo>
                <a:lnTo>
                  <a:pt x="9126" y="130078"/>
                </a:lnTo>
                <a:lnTo>
                  <a:pt x="9280" y="130726"/>
                </a:lnTo>
                <a:lnTo>
                  <a:pt x="9455" y="131365"/>
                </a:lnTo>
                <a:lnTo>
                  <a:pt x="9650" y="131994"/>
                </a:lnTo>
                <a:lnTo>
                  <a:pt x="9865" y="132614"/>
                </a:lnTo>
                <a:lnTo>
                  <a:pt x="10102" y="133225"/>
                </a:lnTo>
                <a:lnTo>
                  <a:pt x="10359" y="133826"/>
                </a:lnTo>
                <a:lnTo>
                  <a:pt x="10636" y="134418"/>
                </a:lnTo>
                <a:lnTo>
                  <a:pt x="10934" y="135000"/>
                </a:lnTo>
                <a:lnTo>
                  <a:pt x="11252" y="135573"/>
                </a:lnTo>
                <a:lnTo>
                  <a:pt x="11591" y="136137"/>
                </a:lnTo>
                <a:lnTo>
                  <a:pt x="11951" y="136691"/>
                </a:lnTo>
                <a:lnTo>
                  <a:pt x="12331" y="137236"/>
                </a:lnTo>
                <a:lnTo>
                  <a:pt x="12732" y="137771"/>
                </a:lnTo>
                <a:lnTo>
                  <a:pt x="13153" y="138297"/>
                </a:lnTo>
                <a:lnTo>
                  <a:pt x="13595" y="138814"/>
                </a:lnTo>
                <a:lnTo>
                  <a:pt x="14057" y="139321"/>
                </a:lnTo>
                <a:lnTo>
                  <a:pt x="14540" y="139819"/>
                </a:lnTo>
                <a:lnTo>
                  <a:pt x="15041" y="140301"/>
                </a:lnTo>
                <a:lnTo>
                  <a:pt x="15560" y="140764"/>
                </a:lnTo>
                <a:lnTo>
                  <a:pt x="16096" y="141205"/>
                </a:lnTo>
                <a:lnTo>
                  <a:pt x="16648" y="141627"/>
                </a:lnTo>
                <a:lnTo>
                  <a:pt x="17218" y="142027"/>
                </a:lnTo>
                <a:lnTo>
                  <a:pt x="17805" y="142407"/>
                </a:lnTo>
                <a:lnTo>
                  <a:pt x="18409" y="142767"/>
                </a:lnTo>
                <a:lnTo>
                  <a:pt x="19029" y="143106"/>
                </a:lnTo>
                <a:lnTo>
                  <a:pt x="19667" y="143424"/>
                </a:lnTo>
                <a:lnTo>
                  <a:pt x="20322" y="143722"/>
                </a:lnTo>
                <a:lnTo>
                  <a:pt x="20994" y="144000"/>
                </a:lnTo>
                <a:lnTo>
                  <a:pt x="21683" y="144257"/>
                </a:lnTo>
                <a:lnTo>
                  <a:pt x="22389" y="144493"/>
                </a:lnTo>
                <a:lnTo>
                  <a:pt x="23112" y="144709"/>
                </a:lnTo>
                <a:lnTo>
                  <a:pt x="23852" y="144904"/>
                </a:lnTo>
                <a:lnTo>
                  <a:pt x="24609" y="145078"/>
                </a:lnTo>
                <a:lnTo>
                  <a:pt x="25383" y="145232"/>
                </a:lnTo>
                <a:lnTo>
                  <a:pt x="26174" y="145366"/>
                </a:lnTo>
                <a:lnTo>
                  <a:pt x="26982" y="145479"/>
                </a:lnTo>
                <a:lnTo>
                  <a:pt x="27807" y="145572"/>
                </a:lnTo>
                <a:lnTo>
                  <a:pt x="28649" y="145643"/>
                </a:lnTo>
                <a:lnTo>
                  <a:pt x="29508" y="145695"/>
                </a:lnTo>
                <a:lnTo>
                  <a:pt x="30384" y="145726"/>
                </a:lnTo>
                <a:lnTo>
                  <a:pt x="31277" y="145736"/>
                </a:lnTo>
                <a:lnTo>
                  <a:pt x="70163" y="145736"/>
                </a:lnTo>
                <a:lnTo>
                  <a:pt x="71195" y="145724"/>
                </a:lnTo>
                <a:lnTo>
                  <a:pt x="72208" y="145687"/>
                </a:lnTo>
                <a:close/>
                <a:moveTo>
                  <a:pt x="34535" y="134525"/>
                </a:moveTo>
                <a:lnTo>
                  <a:pt x="34062" y="134484"/>
                </a:lnTo>
                <a:lnTo>
                  <a:pt x="33600" y="134431"/>
                </a:lnTo>
                <a:lnTo>
                  <a:pt x="33148" y="134366"/>
                </a:lnTo>
                <a:lnTo>
                  <a:pt x="32705" y="134290"/>
                </a:lnTo>
                <a:lnTo>
                  <a:pt x="32273" y="134202"/>
                </a:lnTo>
                <a:lnTo>
                  <a:pt x="31851" y="134102"/>
                </a:lnTo>
                <a:lnTo>
                  <a:pt x="31438" y="133990"/>
                </a:lnTo>
                <a:lnTo>
                  <a:pt x="31036" y="133867"/>
                </a:lnTo>
                <a:lnTo>
                  <a:pt x="30643" y="133732"/>
                </a:lnTo>
                <a:lnTo>
                  <a:pt x="30261" y="133585"/>
                </a:lnTo>
                <a:lnTo>
                  <a:pt x="29889" y="133427"/>
                </a:lnTo>
                <a:lnTo>
                  <a:pt x="29526" y="133257"/>
                </a:lnTo>
                <a:lnTo>
                  <a:pt x="29174" y="133075"/>
                </a:lnTo>
                <a:lnTo>
                  <a:pt x="28831" y="132881"/>
                </a:lnTo>
                <a:lnTo>
                  <a:pt x="28498" y="132675"/>
                </a:lnTo>
                <a:lnTo>
                  <a:pt x="28176" y="132458"/>
                </a:lnTo>
                <a:lnTo>
                  <a:pt x="27863" y="132229"/>
                </a:lnTo>
                <a:lnTo>
                  <a:pt x="27561" y="131989"/>
                </a:lnTo>
                <a:lnTo>
                  <a:pt x="27268" y="131736"/>
                </a:lnTo>
                <a:lnTo>
                  <a:pt x="26985" y="131472"/>
                </a:lnTo>
                <a:lnTo>
                  <a:pt x="26713" y="131196"/>
                </a:lnTo>
                <a:lnTo>
                  <a:pt x="26451" y="130912"/>
                </a:lnTo>
                <a:lnTo>
                  <a:pt x="26200" y="130624"/>
                </a:lnTo>
                <a:lnTo>
                  <a:pt x="25960" y="130332"/>
                </a:lnTo>
                <a:lnTo>
                  <a:pt x="25731" y="130036"/>
                </a:lnTo>
                <a:lnTo>
                  <a:pt x="25514" y="129736"/>
                </a:lnTo>
                <a:lnTo>
                  <a:pt x="25307" y="129431"/>
                </a:lnTo>
                <a:lnTo>
                  <a:pt x="25112" y="129123"/>
                </a:lnTo>
                <a:lnTo>
                  <a:pt x="24928" y="128810"/>
                </a:lnTo>
                <a:lnTo>
                  <a:pt x="24755" y="128494"/>
                </a:lnTo>
                <a:lnTo>
                  <a:pt x="24593" y="128173"/>
                </a:lnTo>
                <a:lnTo>
                  <a:pt x="24443" y="127848"/>
                </a:lnTo>
                <a:lnTo>
                  <a:pt x="24303" y="127519"/>
                </a:lnTo>
                <a:lnTo>
                  <a:pt x="24175" y="127186"/>
                </a:lnTo>
                <a:lnTo>
                  <a:pt x="24058" y="126848"/>
                </a:lnTo>
                <a:lnTo>
                  <a:pt x="23952" y="126507"/>
                </a:lnTo>
                <a:lnTo>
                  <a:pt x="23857" y="126162"/>
                </a:lnTo>
                <a:lnTo>
                  <a:pt x="23774" y="125812"/>
                </a:lnTo>
                <a:lnTo>
                  <a:pt x="23701" y="125458"/>
                </a:lnTo>
                <a:lnTo>
                  <a:pt x="23640" y="125101"/>
                </a:lnTo>
                <a:lnTo>
                  <a:pt x="23590" y="124739"/>
                </a:lnTo>
                <a:lnTo>
                  <a:pt x="23551" y="124373"/>
                </a:lnTo>
                <a:lnTo>
                  <a:pt x="23523" y="124003"/>
                </a:lnTo>
                <a:lnTo>
                  <a:pt x="23506" y="123628"/>
                </a:lnTo>
                <a:lnTo>
                  <a:pt x="23500" y="123250"/>
                </a:lnTo>
                <a:lnTo>
                  <a:pt x="23506" y="122858"/>
                </a:lnTo>
                <a:lnTo>
                  <a:pt x="23523" y="122470"/>
                </a:lnTo>
                <a:lnTo>
                  <a:pt x="23551" y="122088"/>
                </a:lnTo>
                <a:lnTo>
                  <a:pt x="23590" y="121710"/>
                </a:lnTo>
                <a:lnTo>
                  <a:pt x="23640" y="121336"/>
                </a:lnTo>
                <a:lnTo>
                  <a:pt x="23701" y="120968"/>
                </a:lnTo>
                <a:lnTo>
                  <a:pt x="23774" y="120604"/>
                </a:lnTo>
                <a:lnTo>
                  <a:pt x="23857" y="120244"/>
                </a:lnTo>
                <a:lnTo>
                  <a:pt x="23952" y="119890"/>
                </a:lnTo>
                <a:lnTo>
                  <a:pt x="24058" y="119540"/>
                </a:lnTo>
                <a:lnTo>
                  <a:pt x="24175" y="119195"/>
                </a:lnTo>
                <a:lnTo>
                  <a:pt x="24303" y="118854"/>
                </a:lnTo>
                <a:lnTo>
                  <a:pt x="24443" y="118518"/>
                </a:lnTo>
                <a:lnTo>
                  <a:pt x="24593" y="118187"/>
                </a:lnTo>
                <a:lnTo>
                  <a:pt x="24755" y="117861"/>
                </a:lnTo>
                <a:lnTo>
                  <a:pt x="24928" y="117539"/>
                </a:lnTo>
                <a:lnTo>
                  <a:pt x="25112" y="117222"/>
                </a:lnTo>
                <a:lnTo>
                  <a:pt x="25307" y="116910"/>
                </a:lnTo>
                <a:lnTo>
                  <a:pt x="25514" y="116602"/>
                </a:lnTo>
                <a:lnTo>
                  <a:pt x="25731" y="116299"/>
                </a:lnTo>
                <a:lnTo>
                  <a:pt x="25960" y="116001"/>
                </a:lnTo>
                <a:lnTo>
                  <a:pt x="26200" y="115708"/>
                </a:lnTo>
                <a:lnTo>
                  <a:pt x="26451" y="115419"/>
                </a:lnTo>
                <a:lnTo>
                  <a:pt x="26713" y="115135"/>
                </a:lnTo>
                <a:lnTo>
                  <a:pt x="26985" y="114873"/>
                </a:lnTo>
                <a:lnTo>
                  <a:pt x="27268" y="114622"/>
                </a:lnTo>
                <a:lnTo>
                  <a:pt x="27561" y="114382"/>
                </a:lnTo>
                <a:lnTo>
                  <a:pt x="27863" y="114153"/>
                </a:lnTo>
                <a:lnTo>
                  <a:pt x="28176" y="113936"/>
                </a:lnTo>
                <a:lnTo>
                  <a:pt x="28498" y="113729"/>
                </a:lnTo>
                <a:lnTo>
                  <a:pt x="28831" y="113534"/>
                </a:lnTo>
                <a:lnTo>
                  <a:pt x="29174" y="113350"/>
                </a:lnTo>
                <a:lnTo>
                  <a:pt x="29526" y="113177"/>
                </a:lnTo>
                <a:lnTo>
                  <a:pt x="29889" y="113016"/>
                </a:lnTo>
                <a:lnTo>
                  <a:pt x="30261" y="112865"/>
                </a:lnTo>
                <a:lnTo>
                  <a:pt x="30643" y="112726"/>
                </a:lnTo>
                <a:lnTo>
                  <a:pt x="31036" y="112597"/>
                </a:lnTo>
                <a:lnTo>
                  <a:pt x="31438" y="112480"/>
                </a:lnTo>
                <a:lnTo>
                  <a:pt x="31851" y="112374"/>
                </a:lnTo>
                <a:lnTo>
                  <a:pt x="32273" y="112279"/>
                </a:lnTo>
                <a:lnTo>
                  <a:pt x="32705" y="112196"/>
                </a:lnTo>
                <a:lnTo>
                  <a:pt x="33148" y="112123"/>
                </a:lnTo>
                <a:lnTo>
                  <a:pt x="33600" y="112062"/>
                </a:lnTo>
                <a:lnTo>
                  <a:pt x="34062" y="112012"/>
                </a:lnTo>
                <a:lnTo>
                  <a:pt x="34535" y="111973"/>
                </a:lnTo>
                <a:lnTo>
                  <a:pt x="35017" y="111945"/>
                </a:lnTo>
                <a:lnTo>
                  <a:pt x="35509" y="111928"/>
                </a:lnTo>
                <a:lnTo>
                  <a:pt x="36011" y="111922"/>
                </a:lnTo>
                <a:lnTo>
                  <a:pt x="67965" y="111922"/>
                </a:lnTo>
                <a:lnTo>
                  <a:pt x="68495" y="111928"/>
                </a:lnTo>
                <a:lnTo>
                  <a:pt x="69012" y="111945"/>
                </a:lnTo>
                <a:lnTo>
                  <a:pt x="69518" y="111973"/>
                </a:lnTo>
                <a:lnTo>
                  <a:pt x="70013" y="112012"/>
                </a:lnTo>
                <a:lnTo>
                  <a:pt x="70495" y="112062"/>
                </a:lnTo>
                <a:lnTo>
                  <a:pt x="70966" y="112123"/>
                </a:lnTo>
                <a:lnTo>
                  <a:pt x="71425" y="112196"/>
                </a:lnTo>
                <a:lnTo>
                  <a:pt x="71872" y="112279"/>
                </a:lnTo>
                <a:lnTo>
                  <a:pt x="72308" y="112374"/>
                </a:lnTo>
                <a:lnTo>
                  <a:pt x="72732" y="112480"/>
                </a:lnTo>
                <a:lnTo>
                  <a:pt x="73144" y="112597"/>
                </a:lnTo>
                <a:lnTo>
                  <a:pt x="73544" y="112726"/>
                </a:lnTo>
                <a:lnTo>
                  <a:pt x="73933" y="112865"/>
                </a:lnTo>
                <a:lnTo>
                  <a:pt x="74310" y="113016"/>
                </a:lnTo>
                <a:lnTo>
                  <a:pt x="74675" y="113177"/>
                </a:lnTo>
                <a:lnTo>
                  <a:pt x="75028" y="113350"/>
                </a:lnTo>
                <a:lnTo>
                  <a:pt x="75370" y="113534"/>
                </a:lnTo>
                <a:lnTo>
                  <a:pt x="75700" y="113729"/>
                </a:lnTo>
                <a:lnTo>
                  <a:pt x="76018" y="113936"/>
                </a:lnTo>
                <a:lnTo>
                  <a:pt x="76324" y="114153"/>
                </a:lnTo>
                <a:lnTo>
                  <a:pt x="76619" y="114382"/>
                </a:lnTo>
                <a:lnTo>
                  <a:pt x="76902" y="114622"/>
                </a:lnTo>
                <a:lnTo>
                  <a:pt x="77173" y="114873"/>
                </a:lnTo>
                <a:lnTo>
                  <a:pt x="77433" y="115135"/>
                </a:lnTo>
                <a:lnTo>
                  <a:pt x="77695" y="115405"/>
                </a:lnTo>
                <a:lnTo>
                  <a:pt x="77946" y="115681"/>
                </a:lnTo>
                <a:lnTo>
                  <a:pt x="78186" y="115962"/>
                </a:lnTo>
                <a:lnTo>
                  <a:pt x="78414" y="116248"/>
                </a:lnTo>
                <a:lnTo>
                  <a:pt x="78632" y="116539"/>
                </a:lnTo>
                <a:lnTo>
                  <a:pt x="78838" y="116836"/>
                </a:lnTo>
                <a:lnTo>
                  <a:pt x="79033" y="117138"/>
                </a:lnTo>
                <a:lnTo>
                  <a:pt x="79217" y="117445"/>
                </a:lnTo>
                <a:lnTo>
                  <a:pt x="79390" y="117758"/>
                </a:lnTo>
                <a:lnTo>
                  <a:pt x="79552" y="118076"/>
                </a:lnTo>
                <a:lnTo>
                  <a:pt x="79703" y="118399"/>
                </a:lnTo>
                <a:lnTo>
                  <a:pt x="79842" y="118727"/>
                </a:lnTo>
                <a:lnTo>
                  <a:pt x="79970" y="119061"/>
                </a:lnTo>
                <a:lnTo>
                  <a:pt x="80087" y="119400"/>
                </a:lnTo>
                <a:lnTo>
                  <a:pt x="80193" y="119744"/>
                </a:lnTo>
                <a:lnTo>
                  <a:pt x="80288" y="120094"/>
                </a:lnTo>
                <a:lnTo>
                  <a:pt x="80372" y="120449"/>
                </a:lnTo>
                <a:lnTo>
                  <a:pt x="80444" y="120809"/>
                </a:lnTo>
                <a:lnTo>
                  <a:pt x="80506" y="121174"/>
                </a:lnTo>
                <a:lnTo>
                  <a:pt x="80556" y="121545"/>
                </a:lnTo>
                <a:lnTo>
                  <a:pt x="80595" y="121921"/>
                </a:lnTo>
                <a:lnTo>
                  <a:pt x="80623" y="122302"/>
                </a:lnTo>
                <a:lnTo>
                  <a:pt x="80639" y="122689"/>
                </a:lnTo>
                <a:lnTo>
                  <a:pt x="80645" y="123081"/>
                </a:lnTo>
                <a:lnTo>
                  <a:pt x="80639" y="123487"/>
                </a:lnTo>
                <a:lnTo>
                  <a:pt x="80623" y="123886"/>
                </a:lnTo>
                <a:lnTo>
                  <a:pt x="80595" y="124280"/>
                </a:lnTo>
                <a:lnTo>
                  <a:pt x="80556" y="124668"/>
                </a:lnTo>
                <a:lnTo>
                  <a:pt x="80506" y="125050"/>
                </a:lnTo>
                <a:lnTo>
                  <a:pt x="80444" y="125427"/>
                </a:lnTo>
                <a:lnTo>
                  <a:pt x="80372" y="125797"/>
                </a:lnTo>
                <a:lnTo>
                  <a:pt x="80288" y="126162"/>
                </a:lnTo>
                <a:lnTo>
                  <a:pt x="80193" y="126520"/>
                </a:lnTo>
                <a:lnTo>
                  <a:pt x="80087" y="126873"/>
                </a:lnTo>
                <a:lnTo>
                  <a:pt x="79970" y="127220"/>
                </a:lnTo>
                <a:lnTo>
                  <a:pt x="79842" y="127561"/>
                </a:lnTo>
                <a:lnTo>
                  <a:pt x="79703" y="127896"/>
                </a:lnTo>
                <a:lnTo>
                  <a:pt x="79552" y="128226"/>
                </a:lnTo>
                <a:lnTo>
                  <a:pt x="79390" y="128549"/>
                </a:lnTo>
                <a:lnTo>
                  <a:pt x="79217" y="128867"/>
                </a:lnTo>
                <a:lnTo>
                  <a:pt x="79033" y="129178"/>
                </a:lnTo>
                <a:lnTo>
                  <a:pt x="78838" y="129484"/>
                </a:lnTo>
                <a:lnTo>
                  <a:pt x="78632" y="129784"/>
                </a:lnTo>
                <a:lnTo>
                  <a:pt x="78414" y="130078"/>
                </a:lnTo>
                <a:lnTo>
                  <a:pt x="78186" y="130367"/>
                </a:lnTo>
                <a:lnTo>
                  <a:pt x="77946" y="130649"/>
                </a:lnTo>
                <a:lnTo>
                  <a:pt x="77695" y="130925"/>
                </a:lnTo>
                <a:lnTo>
                  <a:pt x="77433" y="131196"/>
                </a:lnTo>
                <a:lnTo>
                  <a:pt x="77160" y="131472"/>
                </a:lnTo>
                <a:lnTo>
                  <a:pt x="76876" y="131736"/>
                </a:lnTo>
                <a:lnTo>
                  <a:pt x="76582" y="131989"/>
                </a:lnTo>
                <a:lnTo>
                  <a:pt x="76277" y="132229"/>
                </a:lnTo>
                <a:lnTo>
                  <a:pt x="75962" y="132458"/>
                </a:lnTo>
                <a:lnTo>
                  <a:pt x="75636" y="132675"/>
                </a:lnTo>
                <a:lnTo>
                  <a:pt x="75300" y="132881"/>
                </a:lnTo>
                <a:lnTo>
                  <a:pt x="74953" y="133075"/>
                </a:lnTo>
                <a:lnTo>
                  <a:pt x="74596" y="133257"/>
                </a:lnTo>
                <a:lnTo>
                  <a:pt x="74228" y="133427"/>
                </a:lnTo>
                <a:lnTo>
                  <a:pt x="73849" y="133585"/>
                </a:lnTo>
                <a:lnTo>
                  <a:pt x="73460" y="133732"/>
                </a:lnTo>
                <a:lnTo>
                  <a:pt x="73060" y="133867"/>
                </a:lnTo>
                <a:lnTo>
                  <a:pt x="72650" y="133990"/>
                </a:lnTo>
                <a:lnTo>
                  <a:pt x="72229" y="134102"/>
                </a:lnTo>
                <a:lnTo>
                  <a:pt x="71797" y="134202"/>
                </a:lnTo>
                <a:lnTo>
                  <a:pt x="71355" y="134290"/>
                </a:lnTo>
                <a:lnTo>
                  <a:pt x="70903" y="134366"/>
                </a:lnTo>
                <a:lnTo>
                  <a:pt x="70439" y="134431"/>
                </a:lnTo>
                <a:lnTo>
                  <a:pt x="69966" y="134484"/>
                </a:lnTo>
                <a:lnTo>
                  <a:pt x="69481" y="134525"/>
                </a:lnTo>
                <a:lnTo>
                  <a:pt x="68986" y="134554"/>
                </a:lnTo>
                <a:lnTo>
                  <a:pt x="68481" y="134572"/>
                </a:lnTo>
                <a:lnTo>
                  <a:pt x="67965" y="134577"/>
                </a:lnTo>
                <a:lnTo>
                  <a:pt x="36011" y="134577"/>
                </a:lnTo>
                <a:lnTo>
                  <a:pt x="35509" y="134572"/>
                </a:lnTo>
                <a:lnTo>
                  <a:pt x="35017" y="134554"/>
                </a:lnTo>
                <a:lnTo>
                  <a:pt x="34535" y="134525"/>
                </a:lnTo>
                <a:close/>
                <a:moveTo>
                  <a:pt x="49510" y="69590"/>
                </a:moveTo>
                <a:lnTo>
                  <a:pt x="48795" y="69538"/>
                </a:lnTo>
                <a:lnTo>
                  <a:pt x="48092" y="69472"/>
                </a:lnTo>
                <a:lnTo>
                  <a:pt x="47402" y="69391"/>
                </a:lnTo>
                <a:lnTo>
                  <a:pt x="46725" y="69296"/>
                </a:lnTo>
                <a:lnTo>
                  <a:pt x="46061" y="69186"/>
                </a:lnTo>
                <a:lnTo>
                  <a:pt x="45410" y="69061"/>
                </a:lnTo>
                <a:lnTo>
                  <a:pt x="44772" y="68922"/>
                </a:lnTo>
                <a:lnTo>
                  <a:pt x="44147" y="68768"/>
                </a:lnTo>
                <a:lnTo>
                  <a:pt x="43535" y="68599"/>
                </a:lnTo>
                <a:lnTo>
                  <a:pt x="42935" y="68416"/>
                </a:lnTo>
                <a:lnTo>
                  <a:pt x="42349" y="68217"/>
                </a:lnTo>
                <a:lnTo>
                  <a:pt x="41775" y="68005"/>
                </a:lnTo>
                <a:lnTo>
                  <a:pt x="41215" y="67777"/>
                </a:lnTo>
                <a:lnTo>
                  <a:pt x="40667" y="67535"/>
                </a:lnTo>
                <a:lnTo>
                  <a:pt x="40132" y="67278"/>
                </a:lnTo>
                <a:lnTo>
                  <a:pt x="39610" y="67007"/>
                </a:lnTo>
                <a:lnTo>
                  <a:pt x="39101" y="66720"/>
                </a:lnTo>
                <a:lnTo>
                  <a:pt x="38605" y="66420"/>
                </a:lnTo>
                <a:lnTo>
                  <a:pt x="38122" y="66104"/>
                </a:lnTo>
                <a:lnTo>
                  <a:pt x="37652" y="65774"/>
                </a:lnTo>
                <a:lnTo>
                  <a:pt x="37195" y="65429"/>
                </a:lnTo>
                <a:lnTo>
                  <a:pt x="36767" y="65057"/>
                </a:lnTo>
                <a:lnTo>
                  <a:pt x="36358" y="64673"/>
                </a:lnTo>
                <a:lnTo>
                  <a:pt x="35966" y="64277"/>
                </a:lnTo>
                <a:lnTo>
                  <a:pt x="35593" y="63870"/>
                </a:lnTo>
                <a:lnTo>
                  <a:pt x="35238" y="63451"/>
                </a:lnTo>
                <a:lnTo>
                  <a:pt x="34902" y="63020"/>
                </a:lnTo>
                <a:lnTo>
                  <a:pt x="34583" y="62577"/>
                </a:lnTo>
                <a:lnTo>
                  <a:pt x="34283" y="62123"/>
                </a:lnTo>
                <a:lnTo>
                  <a:pt x="34001" y="61657"/>
                </a:lnTo>
                <a:lnTo>
                  <a:pt x="33737" y="61179"/>
                </a:lnTo>
                <a:lnTo>
                  <a:pt x="33491" y="60689"/>
                </a:lnTo>
                <a:lnTo>
                  <a:pt x="33264" y="60188"/>
                </a:lnTo>
                <a:lnTo>
                  <a:pt x="33055" y="59675"/>
                </a:lnTo>
                <a:lnTo>
                  <a:pt x="32864" y="59150"/>
                </a:lnTo>
                <a:lnTo>
                  <a:pt x="32691" y="58613"/>
                </a:lnTo>
                <a:lnTo>
                  <a:pt x="32536" y="58065"/>
                </a:lnTo>
                <a:lnTo>
                  <a:pt x="32400" y="57505"/>
                </a:lnTo>
                <a:lnTo>
                  <a:pt x="32281" y="56933"/>
                </a:lnTo>
                <a:lnTo>
                  <a:pt x="32181" y="56350"/>
                </a:lnTo>
                <a:lnTo>
                  <a:pt x="32099" y="55755"/>
                </a:lnTo>
                <a:lnTo>
                  <a:pt x="32036" y="55148"/>
                </a:lnTo>
                <a:lnTo>
                  <a:pt x="31990" y="54529"/>
                </a:lnTo>
                <a:lnTo>
                  <a:pt x="31963" y="53898"/>
                </a:lnTo>
                <a:lnTo>
                  <a:pt x="31954" y="53256"/>
                </a:lnTo>
                <a:lnTo>
                  <a:pt x="31963" y="52600"/>
                </a:lnTo>
                <a:lnTo>
                  <a:pt x="31990" y="51958"/>
                </a:lnTo>
                <a:lnTo>
                  <a:pt x="32036" y="51328"/>
                </a:lnTo>
                <a:lnTo>
                  <a:pt x="32099" y="50711"/>
                </a:lnTo>
                <a:lnTo>
                  <a:pt x="32181" y="50107"/>
                </a:lnTo>
                <a:lnTo>
                  <a:pt x="32281" y="49516"/>
                </a:lnTo>
                <a:lnTo>
                  <a:pt x="32400" y="48937"/>
                </a:lnTo>
                <a:lnTo>
                  <a:pt x="32536" y="48372"/>
                </a:lnTo>
                <a:lnTo>
                  <a:pt x="32691" y="47820"/>
                </a:lnTo>
                <a:lnTo>
                  <a:pt x="32864" y="47280"/>
                </a:lnTo>
                <a:lnTo>
                  <a:pt x="33055" y="46754"/>
                </a:lnTo>
                <a:lnTo>
                  <a:pt x="33264" y="46240"/>
                </a:lnTo>
                <a:lnTo>
                  <a:pt x="33491" y="45739"/>
                </a:lnTo>
                <a:lnTo>
                  <a:pt x="33737" y="45251"/>
                </a:lnTo>
                <a:lnTo>
                  <a:pt x="34001" y="44776"/>
                </a:lnTo>
                <a:lnTo>
                  <a:pt x="34283" y="44314"/>
                </a:lnTo>
                <a:lnTo>
                  <a:pt x="34583" y="43865"/>
                </a:lnTo>
                <a:lnTo>
                  <a:pt x="34902" y="43429"/>
                </a:lnTo>
                <a:lnTo>
                  <a:pt x="35238" y="43006"/>
                </a:lnTo>
                <a:lnTo>
                  <a:pt x="35593" y="42596"/>
                </a:lnTo>
                <a:lnTo>
                  <a:pt x="35966" y="42198"/>
                </a:lnTo>
                <a:lnTo>
                  <a:pt x="36358" y="41814"/>
                </a:lnTo>
                <a:lnTo>
                  <a:pt x="36767" y="41442"/>
                </a:lnTo>
                <a:lnTo>
                  <a:pt x="37195" y="41083"/>
                </a:lnTo>
                <a:lnTo>
                  <a:pt x="37652" y="40738"/>
                </a:lnTo>
                <a:lnTo>
                  <a:pt x="38122" y="40408"/>
                </a:lnTo>
                <a:lnTo>
                  <a:pt x="38605" y="40093"/>
                </a:lnTo>
                <a:lnTo>
                  <a:pt x="39101" y="39792"/>
                </a:lnTo>
                <a:lnTo>
                  <a:pt x="39610" y="39506"/>
                </a:lnTo>
                <a:lnTo>
                  <a:pt x="40132" y="39234"/>
                </a:lnTo>
                <a:lnTo>
                  <a:pt x="40667" y="38977"/>
                </a:lnTo>
                <a:lnTo>
                  <a:pt x="41215" y="38735"/>
                </a:lnTo>
                <a:lnTo>
                  <a:pt x="41775" y="38508"/>
                </a:lnTo>
                <a:lnTo>
                  <a:pt x="42349" y="38295"/>
                </a:lnTo>
                <a:lnTo>
                  <a:pt x="42935" y="38097"/>
                </a:lnTo>
                <a:lnTo>
                  <a:pt x="43535" y="37913"/>
                </a:lnTo>
                <a:lnTo>
                  <a:pt x="44147" y="37745"/>
                </a:lnTo>
                <a:lnTo>
                  <a:pt x="44772" y="37590"/>
                </a:lnTo>
                <a:lnTo>
                  <a:pt x="45410" y="37451"/>
                </a:lnTo>
                <a:lnTo>
                  <a:pt x="46061" y="37326"/>
                </a:lnTo>
                <a:lnTo>
                  <a:pt x="46725" y="37216"/>
                </a:lnTo>
                <a:lnTo>
                  <a:pt x="47402" y="37121"/>
                </a:lnTo>
                <a:lnTo>
                  <a:pt x="48092" y="37040"/>
                </a:lnTo>
                <a:lnTo>
                  <a:pt x="48795" y="36974"/>
                </a:lnTo>
                <a:lnTo>
                  <a:pt x="49510" y="36923"/>
                </a:lnTo>
                <a:lnTo>
                  <a:pt x="50239" y="36886"/>
                </a:lnTo>
                <a:lnTo>
                  <a:pt x="50980" y="36864"/>
                </a:lnTo>
                <a:lnTo>
                  <a:pt x="51735" y="36857"/>
                </a:lnTo>
                <a:lnTo>
                  <a:pt x="52502" y="36864"/>
                </a:lnTo>
                <a:lnTo>
                  <a:pt x="53256" y="36886"/>
                </a:lnTo>
                <a:lnTo>
                  <a:pt x="53996" y="36923"/>
                </a:lnTo>
                <a:lnTo>
                  <a:pt x="54721" y="36974"/>
                </a:lnTo>
                <a:lnTo>
                  <a:pt x="55433" y="37040"/>
                </a:lnTo>
                <a:lnTo>
                  <a:pt x="56130" y="37121"/>
                </a:lnTo>
                <a:lnTo>
                  <a:pt x="56814" y="37216"/>
                </a:lnTo>
                <a:lnTo>
                  <a:pt x="57483" y="37326"/>
                </a:lnTo>
                <a:lnTo>
                  <a:pt x="58138" y="37451"/>
                </a:lnTo>
                <a:lnTo>
                  <a:pt x="58779" y="37590"/>
                </a:lnTo>
                <a:lnTo>
                  <a:pt x="59406" y="37745"/>
                </a:lnTo>
                <a:lnTo>
                  <a:pt x="60019" y="37913"/>
                </a:lnTo>
                <a:lnTo>
                  <a:pt x="60618" y="38097"/>
                </a:lnTo>
                <a:lnTo>
                  <a:pt x="61202" y="38295"/>
                </a:lnTo>
                <a:lnTo>
                  <a:pt x="61773" y="38508"/>
                </a:lnTo>
                <a:lnTo>
                  <a:pt x="62329" y="38735"/>
                </a:lnTo>
                <a:lnTo>
                  <a:pt x="62872" y="38977"/>
                </a:lnTo>
                <a:lnTo>
                  <a:pt x="63400" y="39234"/>
                </a:lnTo>
                <a:lnTo>
                  <a:pt x="63914" y="39506"/>
                </a:lnTo>
                <a:lnTo>
                  <a:pt x="64415" y="39792"/>
                </a:lnTo>
                <a:lnTo>
                  <a:pt x="64901" y="40093"/>
                </a:lnTo>
                <a:lnTo>
                  <a:pt x="65373" y="40408"/>
                </a:lnTo>
                <a:lnTo>
                  <a:pt x="65831" y="40738"/>
                </a:lnTo>
                <a:lnTo>
                  <a:pt x="66274" y="41083"/>
                </a:lnTo>
                <a:lnTo>
                  <a:pt x="66702" y="41442"/>
                </a:lnTo>
                <a:lnTo>
                  <a:pt x="67111" y="41814"/>
                </a:lnTo>
                <a:lnTo>
                  <a:pt x="67503" y="42198"/>
                </a:lnTo>
                <a:lnTo>
                  <a:pt x="67876" y="42596"/>
                </a:lnTo>
                <a:lnTo>
                  <a:pt x="68231" y="43006"/>
                </a:lnTo>
                <a:lnTo>
                  <a:pt x="68567" y="43429"/>
                </a:lnTo>
                <a:lnTo>
                  <a:pt x="68886" y="43865"/>
                </a:lnTo>
                <a:lnTo>
                  <a:pt x="69186" y="44314"/>
                </a:lnTo>
                <a:lnTo>
                  <a:pt x="69468" y="44776"/>
                </a:lnTo>
                <a:lnTo>
                  <a:pt x="69732" y="45251"/>
                </a:lnTo>
                <a:lnTo>
                  <a:pt x="69978" y="45739"/>
                </a:lnTo>
                <a:lnTo>
                  <a:pt x="70205" y="46240"/>
                </a:lnTo>
                <a:lnTo>
                  <a:pt x="70414" y="46754"/>
                </a:lnTo>
                <a:lnTo>
                  <a:pt x="70605" y="47280"/>
                </a:lnTo>
                <a:lnTo>
                  <a:pt x="70778" y="47820"/>
                </a:lnTo>
                <a:lnTo>
                  <a:pt x="70933" y="48372"/>
                </a:lnTo>
                <a:lnTo>
                  <a:pt x="71070" y="48937"/>
                </a:lnTo>
                <a:lnTo>
                  <a:pt x="71188" y="49516"/>
                </a:lnTo>
                <a:lnTo>
                  <a:pt x="71288" y="50107"/>
                </a:lnTo>
                <a:lnTo>
                  <a:pt x="71370" y="50711"/>
                </a:lnTo>
                <a:lnTo>
                  <a:pt x="71434" y="51328"/>
                </a:lnTo>
                <a:lnTo>
                  <a:pt x="71479" y="51958"/>
                </a:lnTo>
                <a:lnTo>
                  <a:pt x="71506" y="52600"/>
                </a:lnTo>
                <a:lnTo>
                  <a:pt x="71515" y="53256"/>
                </a:lnTo>
                <a:lnTo>
                  <a:pt x="71506" y="53898"/>
                </a:lnTo>
                <a:lnTo>
                  <a:pt x="71479" y="54529"/>
                </a:lnTo>
                <a:lnTo>
                  <a:pt x="71434" y="55148"/>
                </a:lnTo>
                <a:lnTo>
                  <a:pt x="71370" y="55755"/>
                </a:lnTo>
                <a:lnTo>
                  <a:pt x="71288" y="56350"/>
                </a:lnTo>
                <a:lnTo>
                  <a:pt x="71188" y="56933"/>
                </a:lnTo>
                <a:lnTo>
                  <a:pt x="71070" y="57505"/>
                </a:lnTo>
                <a:lnTo>
                  <a:pt x="70933" y="58065"/>
                </a:lnTo>
                <a:lnTo>
                  <a:pt x="70778" y="58613"/>
                </a:lnTo>
                <a:lnTo>
                  <a:pt x="70605" y="59150"/>
                </a:lnTo>
                <a:lnTo>
                  <a:pt x="70414" y="59675"/>
                </a:lnTo>
                <a:lnTo>
                  <a:pt x="70205" y="60188"/>
                </a:lnTo>
                <a:lnTo>
                  <a:pt x="69978" y="60689"/>
                </a:lnTo>
                <a:lnTo>
                  <a:pt x="69732" y="61179"/>
                </a:lnTo>
                <a:lnTo>
                  <a:pt x="69468" y="61657"/>
                </a:lnTo>
                <a:lnTo>
                  <a:pt x="69186" y="62123"/>
                </a:lnTo>
                <a:lnTo>
                  <a:pt x="68886" y="62577"/>
                </a:lnTo>
                <a:lnTo>
                  <a:pt x="68567" y="63020"/>
                </a:lnTo>
                <a:lnTo>
                  <a:pt x="68231" y="63451"/>
                </a:lnTo>
                <a:lnTo>
                  <a:pt x="67876" y="63870"/>
                </a:lnTo>
                <a:lnTo>
                  <a:pt x="67503" y="64277"/>
                </a:lnTo>
                <a:lnTo>
                  <a:pt x="67111" y="64673"/>
                </a:lnTo>
                <a:lnTo>
                  <a:pt x="66702" y="65057"/>
                </a:lnTo>
                <a:lnTo>
                  <a:pt x="66274" y="65429"/>
                </a:lnTo>
                <a:lnTo>
                  <a:pt x="65831" y="65774"/>
                </a:lnTo>
                <a:lnTo>
                  <a:pt x="65373" y="66104"/>
                </a:lnTo>
                <a:lnTo>
                  <a:pt x="64901" y="66420"/>
                </a:lnTo>
                <a:lnTo>
                  <a:pt x="64415" y="66720"/>
                </a:lnTo>
                <a:lnTo>
                  <a:pt x="63914" y="67007"/>
                </a:lnTo>
                <a:lnTo>
                  <a:pt x="63400" y="67278"/>
                </a:lnTo>
                <a:lnTo>
                  <a:pt x="62872" y="67535"/>
                </a:lnTo>
                <a:lnTo>
                  <a:pt x="62329" y="67777"/>
                </a:lnTo>
                <a:lnTo>
                  <a:pt x="61773" y="68005"/>
                </a:lnTo>
                <a:lnTo>
                  <a:pt x="61202" y="68217"/>
                </a:lnTo>
                <a:lnTo>
                  <a:pt x="60618" y="68416"/>
                </a:lnTo>
                <a:lnTo>
                  <a:pt x="60019" y="68599"/>
                </a:lnTo>
                <a:lnTo>
                  <a:pt x="59406" y="68768"/>
                </a:lnTo>
                <a:lnTo>
                  <a:pt x="58779" y="68922"/>
                </a:lnTo>
                <a:lnTo>
                  <a:pt x="58138" y="69061"/>
                </a:lnTo>
                <a:lnTo>
                  <a:pt x="57483" y="69186"/>
                </a:lnTo>
                <a:lnTo>
                  <a:pt x="56814" y="69296"/>
                </a:lnTo>
                <a:lnTo>
                  <a:pt x="56130" y="69391"/>
                </a:lnTo>
                <a:lnTo>
                  <a:pt x="55433" y="69472"/>
                </a:lnTo>
                <a:lnTo>
                  <a:pt x="54721" y="69538"/>
                </a:lnTo>
                <a:lnTo>
                  <a:pt x="53996" y="69590"/>
                </a:lnTo>
                <a:lnTo>
                  <a:pt x="53256" y="69626"/>
                </a:lnTo>
                <a:lnTo>
                  <a:pt x="52502" y="69648"/>
                </a:lnTo>
                <a:lnTo>
                  <a:pt x="51735" y="69656"/>
                </a:lnTo>
                <a:lnTo>
                  <a:pt x="50980" y="69648"/>
                </a:lnTo>
                <a:lnTo>
                  <a:pt x="50239" y="69626"/>
                </a:lnTo>
                <a:lnTo>
                  <a:pt x="49510" y="69590"/>
                </a:lnTo>
                <a:close/>
                <a:moveTo>
                  <a:pt x="312576" y="123588"/>
                </a:moveTo>
                <a:lnTo>
                  <a:pt x="312576" y="135761"/>
                </a:lnTo>
                <a:lnTo>
                  <a:pt x="397110" y="135761"/>
                </a:lnTo>
                <a:lnTo>
                  <a:pt x="397110" y="123588"/>
                </a:lnTo>
                <a:lnTo>
                  <a:pt x="312576" y="123588"/>
                </a:lnTo>
                <a:close/>
                <a:moveTo>
                  <a:pt x="778148" y="115604"/>
                </a:moveTo>
                <a:lnTo>
                  <a:pt x="778670" y="115583"/>
                </a:lnTo>
                <a:lnTo>
                  <a:pt x="779191" y="115557"/>
                </a:lnTo>
                <a:lnTo>
                  <a:pt x="779712" y="115527"/>
                </a:lnTo>
                <a:lnTo>
                  <a:pt x="780233" y="115492"/>
                </a:lnTo>
                <a:lnTo>
                  <a:pt x="780755" y="115452"/>
                </a:lnTo>
                <a:lnTo>
                  <a:pt x="781276" y="115407"/>
                </a:lnTo>
                <a:lnTo>
                  <a:pt x="781797" y="115358"/>
                </a:lnTo>
                <a:lnTo>
                  <a:pt x="782319" y="115304"/>
                </a:lnTo>
                <a:lnTo>
                  <a:pt x="782840" y="115245"/>
                </a:lnTo>
                <a:lnTo>
                  <a:pt x="783361" y="115182"/>
                </a:lnTo>
                <a:lnTo>
                  <a:pt x="783882" y="115114"/>
                </a:lnTo>
                <a:lnTo>
                  <a:pt x="784404" y="115041"/>
                </a:lnTo>
                <a:lnTo>
                  <a:pt x="784925" y="114963"/>
                </a:lnTo>
                <a:lnTo>
                  <a:pt x="785446" y="114881"/>
                </a:lnTo>
                <a:lnTo>
                  <a:pt x="785968" y="114794"/>
                </a:lnTo>
                <a:lnTo>
                  <a:pt x="786489" y="114703"/>
                </a:lnTo>
                <a:lnTo>
                  <a:pt x="787010" y="114606"/>
                </a:lnTo>
                <a:lnTo>
                  <a:pt x="787531" y="114505"/>
                </a:lnTo>
                <a:lnTo>
                  <a:pt x="788053" y="114400"/>
                </a:lnTo>
                <a:lnTo>
                  <a:pt x="788574" y="114289"/>
                </a:lnTo>
                <a:lnTo>
                  <a:pt x="789091" y="114189"/>
                </a:lnTo>
                <a:lnTo>
                  <a:pt x="789601" y="114084"/>
                </a:lnTo>
                <a:lnTo>
                  <a:pt x="790103" y="113975"/>
                </a:lnTo>
                <a:lnTo>
                  <a:pt x="790598" y="113862"/>
                </a:lnTo>
                <a:lnTo>
                  <a:pt x="791085" y="113745"/>
                </a:lnTo>
                <a:lnTo>
                  <a:pt x="791564" y="113624"/>
                </a:lnTo>
                <a:lnTo>
                  <a:pt x="792036" y="113498"/>
                </a:lnTo>
                <a:lnTo>
                  <a:pt x="792500" y="113369"/>
                </a:lnTo>
                <a:lnTo>
                  <a:pt x="792956" y="113235"/>
                </a:lnTo>
                <a:lnTo>
                  <a:pt x="793405" y="113098"/>
                </a:lnTo>
                <a:lnTo>
                  <a:pt x="793846" y="112956"/>
                </a:lnTo>
                <a:lnTo>
                  <a:pt x="794280" y="112810"/>
                </a:lnTo>
                <a:lnTo>
                  <a:pt x="794706" y="112660"/>
                </a:lnTo>
                <a:lnTo>
                  <a:pt x="795124" y="112506"/>
                </a:lnTo>
                <a:lnTo>
                  <a:pt x="795535" y="112348"/>
                </a:lnTo>
                <a:lnTo>
                  <a:pt x="795938" y="112185"/>
                </a:lnTo>
                <a:lnTo>
                  <a:pt x="796333" y="112019"/>
                </a:lnTo>
                <a:lnTo>
                  <a:pt x="796721" y="111848"/>
                </a:lnTo>
                <a:lnTo>
                  <a:pt x="797101" y="111674"/>
                </a:lnTo>
                <a:lnTo>
                  <a:pt x="797474" y="111495"/>
                </a:lnTo>
                <a:lnTo>
                  <a:pt x="797838" y="111312"/>
                </a:lnTo>
                <a:lnTo>
                  <a:pt x="798196" y="111125"/>
                </a:lnTo>
                <a:lnTo>
                  <a:pt x="798545" y="110934"/>
                </a:lnTo>
                <a:lnTo>
                  <a:pt x="798887" y="110739"/>
                </a:lnTo>
                <a:lnTo>
                  <a:pt x="798887" y="97721"/>
                </a:lnTo>
                <a:lnTo>
                  <a:pt x="798589" y="97861"/>
                </a:lnTo>
                <a:lnTo>
                  <a:pt x="798287" y="98001"/>
                </a:lnTo>
                <a:lnTo>
                  <a:pt x="797981" y="98141"/>
                </a:lnTo>
                <a:lnTo>
                  <a:pt x="797671" y="98280"/>
                </a:lnTo>
                <a:lnTo>
                  <a:pt x="797356" y="98418"/>
                </a:lnTo>
                <a:lnTo>
                  <a:pt x="797038" y="98556"/>
                </a:lnTo>
                <a:lnTo>
                  <a:pt x="796715" y="98693"/>
                </a:lnTo>
                <a:lnTo>
                  <a:pt x="796389" y="98829"/>
                </a:lnTo>
                <a:lnTo>
                  <a:pt x="796058" y="98965"/>
                </a:lnTo>
                <a:lnTo>
                  <a:pt x="795723" y="99100"/>
                </a:lnTo>
                <a:lnTo>
                  <a:pt x="795384" y="99235"/>
                </a:lnTo>
                <a:lnTo>
                  <a:pt x="795041" y="99369"/>
                </a:lnTo>
                <a:lnTo>
                  <a:pt x="794694" y="99503"/>
                </a:lnTo>
                <a:lnTo>
                  <a:pt x="794342" y="99636"/>
                </a:lnTo>
                <a:lnTo>
                  <a:pt x="793987" y="99768"/>
                </a:lnTo>
                <a:lnTo>
                  <a:pt x="793627" y="99900"/>
                </a:lnTo>
                <a:lnTo>
                  <a:pt x="793264" y="100031"/>
                </a:lnTo>
                <a:lnTo>
                  <a:pt x="792896" y="100162"/>
                </a:lnTo>
                <a:lnTo>
                  <a:pt x="792524" y="100292"/>
                </a:lnTo>
                <a:lnTo>
                  <a:pt x="792148" y="100421"/>
                </a:lnTo>
                <a:lnTo>
                  <a:pt x="791768" y="100550"/>
                </a:lnTo>
                <a:lnTo>
                  <a:pt x="791384" y="100678"/>
                </a:lnTo>
                <a:lnTo>
                  <a:pt x="790995" y="100806"/>
                </a:lnTo>
                <a:lnTo>
                  <a:pt x="790603" y="100933"/>
                </a:lnTo>
                <a:lnTo>
                  <a:pt x="790221" y="101043"/>
                </a:lnTo>
                <a:lnTo>
                  <a:pt x="789836" y="101149"/>
                </a:lnTo>
                <a:lnTo>
                  <a:pt x="789449" y="101250"/>
                </a:lnTo>
                <a:lnTo>
                  <a:pt x="789058" y="101346"/>
                </a:lnTo>
                <a:lnTo>
                  <a:pt x="788664" y="101438"/>
                </a:lnTo>
                <a:lnTo>
                  <a:pt x="788268" y="101525"/>
                </a:lnTo>
                <a:lnTo>
                  <a:pt x="787868" y="101607"/>
                </a:lnTo>
                <a:lnTo>
                  <a:pt x="787466" y="101684"/>
                </a:lnTo>
                <a:lnTo>
                  <a:pt x="787061" y="101757"/>
                </a:lnTo>
                <a:lnTo>
                  <a:pt x="786652" y="101825"/>
                </a:lnTo>
                <a:lnTo>
                  <a:pt x="786241" y="101889"/>
                </a:lnTo>
                <a:lnTo>
                  <a:pt x="785827" y="101947"/>
                </a:lnTo>
                <a:lnTo>
                  <a:pt x="785410" y="102001"/>
                </a:lnTo>
                <a:lnTo>
                  <a:pt x="784990" y="102051"/>
                </a:lnTo>
                <a:lnTo>
                  <a:pt x="784567" y="102095"/>
                </a:lnTo>
                <a:lnTo>
                  <a:pt x="784141" y="102135"/>
                </a:lnTo>
                <a:lnTo>
                  <a:pt x="783712" y="102171"/>
                </a:lnTo>
                <a:lnTo>
                  <a:pt x="783280" y="102201"/>
                </a:lnTo>
                <a:lnTo>
                  <a:pt x="782846" y="102227"/>
                </a:lnTo>
                <a:lnTo>
                  <a:pt x="782408" y="102248"/>
                </a:lnTo>
                <a:lnTo>
                  <a:pt x="781967" y="102264"/>
                </a:lnTo>
                <a:lnTo>
                  <a:pt x="781524" y="102276"/>
                </a:lnTo>
                <a:lnTo>
                  <a:pt x="781077" y="102283"/>
                </a:lnTo>
                <a:lnTo>
                  <a:pt x="780628" y="102286"/>
                </a:lnTo>
                <a:lnTo>
                  <a:pt x="780054" y="102283"/>
                </a:lnTo>
                <a:lnTo>
                  <a:pt x="779489" y="102274"/>
                </a:lnTo>
                <a:lnTo>
                  <a:pt x="778932" y="102259"/>
                </a:lnTo>
                <a:lnTo>
                  <a:pt x="778383" y="102239"/>
                </a:lnTo>
                <a:lnTo>
                  <a:pt x="777842" y="102212"/>
                </a:lnTo>
                <a:lnTo>
                  <a:pt x="777310" y="102180"/>
                </a:lnTo>
                <a:lnTo>
                  <a:pt x="776786" y="102142"/>
                </a:lnTo>
                <a:lnTo>
                  <a:pt x="776270" y="102098"/>
                </a:lnTo>
                <a:lnTo>
                  <a:pt x="775762" y="102048"/>
                </a:lnTo>
                <a:lnTo>
                  <a:pt x="775262" y="101992"/>
                </a:lnTo>
                <a:lnTo>
                  <a:pt x="774771" y="101930"/>
                </a:lnTo>
                <a:lnTo>
                  <a:pt x="774288" y="101863"/>
                </a:lnTo>
                <a:lnTo>
                  <a:pt x="773813" y="101790"/>
                </a:lnTo>
                <a:lnTo>
                  <a:pt x="773346" y="101710"/>
                </a:lnTo>
                <a:lnTo>
                  <a:pt x="772888" y="101625"/>
                </a:lnTo>
                <a:lnTo>
                  <a:pt x="772437" y="101534"/>
                </a:lnTo>
                <a:lnTo>
                  <a:pt x="771995" y="101437"/>
                </a:lnTo>
                <a:lnTo>
                  <a:pt x="771562" y="101335"/>
                </a:lnTo>
                <a:lnTo>
                  <a:pt x="771136" y="101226"/>
                </a:lnTo>
                <a:lnTo>
                  <a:pt x="770719" y="101112"/>
                </a:lnTo>
                <a:lnTo>
                  <a:pt x="770309" y="100991"/>
                </a:lnTo>
                <a:lnTo>
                  <a:pt x="769908" y="100865"/>
                </a:lnTo>
                <a:lnTo>
                  <a:pt x="769516" y="100733"/>
                </a:lnTo>
                <a:lnTo>
                  <a:pt x="769131" y="100595"/>
                </a:lnTo>
                <a:lnTo>
                  <a:pt x="768755" y="100451"/>
                </a:lnTo>
                <a:lnTo>
                  <a:pt x="768386" y="100299"/>
                </a:lnTo>
                <a:lnTo>
                  <a:pt x="768024" y="100141"/>
                </a:lnTo>
                <a:lnTo>
                  <a:pt x="767671" y="99975"/>
                </a:lnTo>
                <a:lnTo>
                  <a:pt x="767325" y="99802"/>
                </a:lnTo>
                <a:lnTo>
                  <a:pt x="766986" y="99623"/>
                </a:lnTo>
                <a:lnTo>
                  <a:pt x="766655" y="99436"/>
                </a:lnTo>
                <a:lnTo>
                  <a:pt x="766332" y="99242"/>
                </a:lnTo>
                <a:lnTo>
                  <a:pt x="766017" y="99042"/>
                </a:lnTo>
                <a:lnTo>
                  <a:pt x="765709" y="98834"/>
                </a:lnTo>
                <a:lnTo>
                  <a:pt x="765408" y="98619"/>
                </a:lnTo>
                <a:lnTo>
                  <a:pt x="765116" y="98397"/>
                </a:lnTo>
                <a:lnTo>
                  <a:pt x="764831" y="98168"/>
                </a:lnTo>
                <a:lnTo>
                  <a:pt x="764554" y="97932"/>
                </a:lnTo>
                <a:lnTo>
                  <a:pt x="764284" y="97689"/>
                </a:lnTo>
                <a:lnTo>
                  <a:pt x="764022" y="97439"/>
                </a:lnTo>
                <a:lnTo>
                  <a:pt x="763767" y="97182"/>
                </a:lnTo>
                <a:lnTo>
                  <a:pt x="763520" y="96918"/>
                </a:lnTo>
                <a:lnTo>
                  <a:pt x="763281" y="96647"/>
                </a:lnTo>
                <a:lnTo>
                  <a:pt x="763050" y="96368"/>
                </a:lnTo>
                <a:lnTo>
                  <a:pt x="762826" y="96083"/>
                </a:lnTo>
                <a:lnTo>
                  <a:pt x="762609" y="95791"/>
                </a:lnTo>
                <a:lnTo>
                  <a:pt x="762401" y="95491"/>
                </a:lnTo>
                <a:lnTo>
                  <a:pt x="762200" y="95185"/>
                </a:lnTo>
                <a:lnTo>
                  <a:pt x="762006" y="94871"/>
                </a:lnTo>
                <a:lnTo>
                  <a:pt x="761821" y="94551"/>
                </a:lnTo>
                <a:lnTo>
                  <a:pt x="761645" y="94223"/>
                </a:lnTo>
                <a:lnTo>
                  <a:pt x="761476" y="93889"/>
                </a:lnTo>
                <a:lnTo>
                  <a:pt x="761316" y="93547"/>
                </a:lnTo>
                <a:lnTo>
                  <a:pt x="761164" y="93198"/>
                </a:lnTo>
                <a:lnTo>
                  <a:pt x="761020" y="92843"/>
                </a:lnTo>
                <a:lnTo>
                  <a:pt x="760885" y="92480"/>
                </a:lnTo>
                <a:lnTo>
                  <a:pt x="760757" y="92110"/>
                </a:lnTo>
                <a:lnTo>
                  <a:pt x="760638" y="91733"/>
                </a:lnTo>
                <a:lnTo>
                  <a:pt x="760527" y="91349"/>
                </a:lnTo>
                <a:lnTo>
                  <a:pt x="760424" y="90958"/>
                </a:lnTo>
                <a:lnTo>
                  <a:pt x="760330" y="90560"/>
                </a:lnTo>
                <a:lnTo>
                  <a:pt x="760244" y="90155"/>
                </a:lnTo>
                <a:lnTo>
                  <a:pt x="760166" y="89743"/>
                </a:lnTo>
                <a:lnTo>
                  <a:pt x="760096" y="89324"/>
                </a:lnTo>
                <a:lnTo>
                  <a:pt x="760034" y="88898"/>
                </a:lnTo>
                <a:lnTo>
                  <a:pt x="759981" y="88464"/>
                </a:lnTo>
                <a:lnTo>
                  <a:pt x="759935" y="88024"/>
                </a:lnTo>
                <a:lnTo>
                  <a:pt x="759898" y="87577"/>
                </a:lnTo>
                <a:lnTo>
                  <a:pt x="759870" y="87122"/>
                </a:lnTo>
                <a:lnTo>
                  <a:pt x="759849" y="86661"/>
                </a:lnTo>
                <a:lnTo>
                  <a:pt x="759837" y="86193"/>
                </a:lnTo>
                <a:lnTo>
                  <a:pt x="759833" y="85717"/>
                </a:lnTo>
                <a:lnTo>
                  <a:pt x="759833" y="40745"/>
                </a:lnTo>
                <a:lnTo>
                  <a:pt x="798887" y="40745"/>
                </a:lnTo>
                <a:lnTo>
                  <a:pt x="798887" y="27558"/>
                </a:lnTo>
                <a:lnTo>
                  <a:pt x="759833" y="27558"/>
                </a:lnTo>
                <a:lnTo>
                  <a:pt x="759833" y="0"/>
                </a:lnTo>
                <a:lnTo>
                  <a:pt x="749350" y="0"/>
                </a:lnTo>
                <a:lnTo>
                  <a:pt x="743433" y="27558"/>
                </a:lnTo>
                <a:lnTo>
                  <a:pt x="717904" y="27558"/>
                </a:lnTo>
                <a:lnTo>
                  <a:pt x="717904" y="40745"/>
                </a:lnTo>
                <a:lnTo>
                  <a:pt x="742926" y="40745"/>
                </a:lnTo>
                <a:lnTo>
                  <a:pt x="742926" y="87070"/>
                </a:lnTo>
                <a:lnTo>
                  <a:pt x="742942" y="88323"/>
                </a:lnTo>
                <a:lnTo>
                  <a:pt x="742988" y="89547"/>
                </a:lnTo>
                <a:lnTo>
                  <a:pt x="743066" y="90742"/>
                </a:lnTo>
                <a:lnTo>
                  <a:pt x="743175" y="91907"/>
                </a:lnTo>
                <a:lnTo>
                  <a:pt x="743315" y="93043"/>
                </a:lnTo>
                <a:lnTo>
                  <a:pt x="743486" y="94149"/>
                </a:lnTo>
                <a:lnTo>
                  <a:pt x="743688" y="95226"/>
                </a:lnTo>
                <a:lnTo>
                  <a:pt x="743922" y="96274"/>
                </a:lnTo>
                <a:lnTo>
                  <a:pt x="744186" y="97293"/>
                </a:lnTo>
                <a:lnTo>
                  <a:pt x="744482" y="98282"/>
                </a:lnTo>
                <a:lnTo>
                  <a:pt x="744808" y="99242"/>
                </a:lnTo>
                <a:lnTo>
                  <a:pt x="745166" y="100172"/>
                </a:lnTo>
                <a:lnTo>
                  <a:pt x="745555" y="101073"/>
                </a:lnTo>
                <a:lnTo>
                  <a:pt x="745975" y="101945"/>
                </a:lnTo>
                <a:lnTo>
                  <a:pt x="746426" y="102788"/>
                </a:lnTo>
                <a:lnTo>
                  <a:pt x="746908" y="103601"/>
                </a:lnTo>
                <a:lnTo>
                  <a:pt x="747422" y="104384"/>
                </a:lnTo>
                <a:lnTo>
                  <a:pt x="747966" y="105139"/>
                </a:lnTo>
                <a:lnTo>
                  <a:pt x="748542" y="105864"/>
                </a:lnTo>
                <a:lnTo>
                  <a:pt x="749149" y="106559"/>
                </a:lnTo>
                <a:lnTo>
                  <a:pt x="749786" y="107226"/>
                </a:lnTo>
                <a:lnTo>
                  <a:pt x="750455" y="107863"/>
                </a:lnTo>
                <a:lnTo>
                  <a:pt x="751155" y="108470"/>
                </a:lnTo>
                <a:lnTo>
                  <a:pt x="751886" y="109048"/>
                </a:lnTo>
                <a:lnTo>
                  <a:pt x="752644" y="109586"/>
                </a:lnTo>
                <a:lnTo>
                  <a:pt x="753423" y="110101"/>
                </a:lnTo>
                <a:lnTo>
                  <a:pt x="754224" y="110594"/>
                </a:lnTo>
                <a:lnTo>
                  <a:pt x="755047" y="111063"/>
                </a:lnTo>
                <a:lnTo>
                  <a:pt x="755892" y="111509"/>
                </a:lnTo>
                <a:lnTo>
                  <a:pt x="756758" y="111933"/>
                </a:lnTo>
                <a:lnTo>
                  <a:pt x="757646" y="112334"/>
                </a:lnTo>
                <a:lnTo>
                  <a:pt x="758555" y="112711"/>
                </a:lnTo>
                <a:lnTo>
                  <a:pt x="759487" y="113066"/>
                </a:lnTo>
                <a:lnTo>
                  <a:pt x="760440" y="113398"/>
                </a:lnTo>
                <a:lnTo>
                  <a:pt x="761414" y="113707"/>
                </a:lnTo>
                <a:lnTo>
                  <a:pt x="762411" y="113994"/>
                </a:lnTo>
                <a:lnTo>
                  <a:pt x="763429" y="114257"/>
                </a:lnTo>
                <a:lnTo>
                  <a:pt x="764469" y="114497"/>
                </a:lnTo>
                <a:lnTo>
                  <a:pt x="765531" y="114715"/>
                </a:lnTo>
                <a:lnTo>
                  <a:pt x="766614" y="114909"/>
                </a:lnTo>
                <a:lnTo>
                  <a:pt x="767719" y="115081"/>
                </a:lnTo>
                <a:lnTo>
                  <a:pt x="768846" y="115230"/>
                </a:lnTo>
                <a:lnTo>
                  <a:pt x="769995" y="115356"/>
                </a:lnTo>
                <a:lnTo>
                  <a:pt x="771165" y="115459"/>
                </a:lnTo>
                <a:lnTo>
                  <a:pt x="772357" y="115539"/>
                </a:lnTo>
                <a:lnTo>
                  <a:pt x="773571" y="115596"/>
                </a:lnTo>
                <a:lnTo>
                  <a:pt x="774806" y="115630"/>
                </a:lnTo>
                <a:lnTo>
                  <a:pt x="776063" y="115642"/>
                </a:lnTo>
                <a:lnTo>
                  <a:pt x="776584" y="115640"/>
                </a:lnTo>
                <a:lnTo>
                  <a:pt x="777106" y="115633"/>
                </a:lnTo>
                <a:lnTo>
                  <a:pt x="777627" y="115621"/>
                </a:lnTo>
                <a:lnTo>
                  <a:pt x="778148" y="115604"/>
                </a:lnTo>
                <a:close/>
                <a:moveTo>
                  <a:pt x="561663" y="115492"/>
                </a:moveTo>
                <a:lnTo>
                  <a:pt x="562650" y="115407"/>
                </a:lnTo>
                <a:lnTo>
                  <a:pt x="563625" y="115304"/>
                </a:lnTo>
                <a:lnTo>
                  <a:pt x="564587" y="115182"/>
                </a:lnTo>
                <a:lnTo>
                  <a:pt x="565537" y="115041"/>
                </a:lnTo>
                <a:lnTo>
                  <a:pt x="566475" y="114881"/>
                </a:lnTo>
                <a:lnTo>
                  <a:pt x="567401" y="114703"/>
                </a:lnTo>
                <a:lnTo>
                  <a:pt x="568314" y="114505"/>
                </a:lnTo>
                <a:lnTo>
                  <a:pt x="569215" y="114289"/>
                </a:lnTo>
                <a:lnTo>
                  <a:pt x="570103" y="114055"/>
                </a:lnTo>
                <a:lnTo>
                  <a:pt x="570979" y="113801"/>
                </a:lnTo>
                <a:lnTo>
                  <a:pt x="571843" y="113529"/>
                </a:lnTo>
                <a:lnTo>
                  <a:pt x="572695" y="113237"/>
                </a:lnTo>
                <a:lnTo>
                  <a:pt x="573534" y="112927"/>
                </a:lnTo>
                <a:lnTo>
                  <a:pt x="574361" y="112599"/>
                </a:lnTo>
                <a:lnTo>
                  <a:pt x="575175" y="112251"/>
                </a:lnTo>
                <a:lnTo>
                  <a:pt x="575977" y="111885"/>
                </a:lnTo>
                <a:lnTo>
                  <a:pt x="576767" y="111500"/>
                </a:lnTo>
                <a:lnTo>
                  <a:pt x="577545" y="111096"/>
                </a:lnTo>
                <a:lnTo>
                  <a:pt x="578310" y="110673"/>
                </a:lnTo>
                <a:lnTo>
                  <a:pt x="579063" y="110232"/>
                </a:lnTo>
                <a:lnTo>
                  <a:pt x="579802" y="109760"/>
                </a:lnTo>
                <a:lnTo>
                  <a:pt x="580527" y="109273"/>
                </a:lnTo>
                <a:lnTo>
                  <a:pt x="581237" y="108771"/>
                </a:lnTo>
                <a:lnTo>
                  <a:pt x="581932" y="108255"/>
                </a:lnTo>
                <a:lnTo>
                  <a:pt x="582613" y="107724"/>
                </a:lnTo>
                <a:lnTo>
                  <a:pt x="583279" y="107178"/>
                </a:lnTo>
                <a:lnTo>
                  <a:pt x="583930" y="106618"/>
                </a:lnTo>
                <a:lnTo>
                  <a:pt x="584567" y="106043"/>
                </a:lnTo>
                <a:lnTo>
                  <a:pt x="585189" y="105453"/>
                </a:lnTo>
                <a:lnTo>
                  <a:pt x="585796" y="104849"/>
                </a:lnTo>
                <a:lnTo>
                  <a:pt x="586389" y="104230"/>
                </a:lnTo>
                <a:lnTo>
                  <a:pt x="586967" y="103596"/>
                </a:lnTo>
                <a:lnTo>
                  <a:pt x="587530" y="102948"/>
                </a:lnTo>
                <a:lnTo>
                  <a:pt x="588079" y="102284"/>
                </a:lnTo>
                <a:lnTo>
                  <a:pt x="588613" y="101607"/>
                </a:lnTo>
                <a:lnTo>
                  <a:pt x="589132" y="100914"/>
                </a:lnTo>
                <a:lnTo>
                  <a:pt x="589636" y="100207"/>
                </a:lnTo>
                <a:lnTo>
                  <a:pt x="590126" y="99485"/>
                </a:lnTo>
                <a:lnTo>
                  <a:pt x="590601" y="98749"/>
                </a:lnTo>
                <a:lnTo>
                  <a:pt x="591062" y="97998"/>
                </a:lnTo>
                <a:lnTo>
                  <a:pt x="591508" y="97232"/>
                </a:lnTo>
                <a:lnTo>
                  <a:pt x="591939" y="96452"/>
                </a:lnTo>
                <a:lnTo>
                  <a:pt x="592355" y="95656"/>
                </a:lnTo>
                <a:lnTo>
                  <a:pt x="592757" y="94847"/>
                </a:lnTo>
                <a:lnTo>
                  <a:pt x="593144" y="94024"/>
                </a:lnTo>
                <a:lnTo>
                  <a:pt x="593513" y="93191"/>
                </a:lnTo>
                <a:lnTo>
                  <a:pt x="593867" y="92348"/>
                </a:lnTo>
                <a:lnTo>
                  <a:pt x="594204" y="91493"/>
                </a:lnTo>
                <a:lnTo>
                  <a:pt x="594524" y="90629"/>
                </a:lnTo>
                <a:lnTo>
                  <a:pt x="594828" y="89754"/>
                </a:lnTo>
                <a:lnTo>
                  <a:pt x="595116" y="88868"/>
                </a:lnTo>
                <a:lnTo>
                  <a:pt x="595387" y="87971"/>
                </a:lnTo>
                <a:lnTo>
                  <a:pt x="595642" y="87064"/>
                </a:lnTo>
                <a:lnTo>
                  <a:pt x="595880" y="86147"/>
                </a:lnTo>
                <a:lnTo>
                  <a:pt x="596102" y="85219"/>
                </a:lnTo>
                <a:lnTo>
                  <a:pt x="596308" y="84280"/>
                </a:lnTo>
                <a:lnTo>
                  <a:pt x="596497" y="83331"/>
                </a:lnTo>
                <a:lnTo>
                  <a:pt x="596669" y="82371"/>
                </a:lnTo>
                <a:lnTo>
                  <a:pt x="596826" y="81401"/>
                </a:lnTo>
                <a:lnTo>
                  <a:pt x="596965" y="80420"/>
                </a:lnTo>
                <a:lnTo>
                  <a:pt x="597089" y="79428"/>
                </a:lnTo>
                <a:lnTo>
                  <a:pt x="597195" y="78426"/>
                </a:lnTo>
                <a:lnTo>
                  <a:pt x="597286" y="77413"/>
                </a:lnTo>
                <a:lnTo>
                  <a:pt x="597360" y="76390"/>
                </a:lnTo>
                <a:lnTo>
                  <a:pt x="597417" y="75356"/>
                </a:lnTo>
                <a:lnTo>
                  <a:pt x="597458" y="74312"/>
                </a:lnTo>
                <a:lnTo>
                  <a:pt x="597483" y="73257"/>
                </a:lnTo>
                <a:lnTo>
                  <a:pt x="597491" y="72192"/>
                </a:lnTo>
                <a:lnTo>
                  <a:pt x="597491" y="69318"/>
                </a:lnTo>
                <a:lnTo>
                  <a:pt x="597483" y="68266"/>
                </a:lnTo>
                <a:lnTo>
                  <a:pt x="597458" y="67224"/>
                </a:lnTo>
                <a:lnTo>
                  <a:pt x="597417" y="66192"/>
                </a:lnTo>
                <a:lnTo>
                  <a:pt x="597360" y="65171"/>
                </a:lnTo>
                <a:lnTo>
                  <a:pt x="597286" y="64159"/>
                </a:lnTo>
                <a:lnTo>
                  <a:pt x="597195" y="63157"/>
                </a:lnTo>
                <a:lnTo>
                  <a:pt x="597089" y="62165"/>
                </a:lnTo>
                <a:lnTo>
                  <a:pt x="596965" y="61184"/>
                </a:lnTo>
                <a:lnTo>
                  <a:pt x="596826" y="60212"/>
                </a:lnTo>
                <a:lnTo>
                  <a:pt x="596669" y="59250"/>
                </a:lnTo>
                <a:lnTo>
                  <a:pt x="596497" y="58298"/>
                </a:lnTo>
                <a:lnTo>
                  <a:pt x="596308" y="57356"/>
                </a:lnTo>
                <a:lnTo>
                  <a:pt x="596102" y="56424"/>
                </a:lnTo>
                <a:lnTo>
                  <a:pt x="595880" y="55502"/>
                </a:lnTo>
                <a:lnTo>
                  <a:pt x="595642" y="54590"/>
                </a:lnTo>
                <a:lnTo>
                  <a:pt x="595387" y="53688"/>
                </a:lnTo>
                <a:lnTo>
                  <a:pt x="595116" y="52796"/>
                </a:lnTo>
                <a:lnTo>
                  <a:pt x="594828" y="51914"/>
                </a:lnTo>
                <a:lnTo>
                  <a:pt x="594524" y="51042"/>
                </a:lnTo>
                <a:lnTo>
                  <a:pt x="594204" y="50180"/>
                </a:lnTo>
                <a:lnTo>
                  <a:pt x="593867" y="49328"/>
                </a:lnTo>
                <a:lnTo>
                  <a:pt x="593513" y="48486"/>
                </a:lnTo>
                <a:lnTo>
                  <a:pt x="593144" y="47654"/>
                </a:lnTo>
                <a:lnTo>
                  <a:pt x="592757" y="46832"/>
                </a:lnTo>
                <a:lnTo>
                  <a:pt x="592355" y="46022"/>
                </a:lnTo>
                <a:lnTo>
                  <a:pt x="591939" y="45227"/>
                </a:lnTo>
                <a:lnTo>
                  <a:pt x="591508" y="44446"/>
                </a:lnTo>
                <a:lnTo>
                  <a:pt x="591062" y="43680"/>
                </a:lnTo>
                <a:lnTo>
                  <a:pt x="590601" y="42929"/>
                </a:lnTo>
                <a:lnTo>
                  <a:pt x="590126" y="42193"/>
                </a:lnTo>
                <a:lnTo>
                  <a:pt x="589636" y="41471"/>
                </a:lnTo>
                <a:lnTo>
                  <a:pt x="589132" y="40764"/>
                </a:lnTo>
                <a:lnTo>
                  <a:pt x="588613" y="40072"/>
                </a:lnTo>
                <a:lnTo>
                  <a:pt x="588079" y="39394"/>
                </a:lnTo>
                <a:lnTo>
                  <a:pt x="587530" y="38731"/>
                </a:lnTo>
                <a:lnTo>
                  <a:pt x="586967" y="38082"/>
                </a:lnTo>
                <a:lnTo>
                  <a:pt x="586389" y="37449"/>
                </a:lnTo>
                <a:lnTo>
                  <a:pt x="585796" y="36830"/>
                </a:lnTo>
                <a:lnTo>
                  <a:pt x="585189" y="36225"/>
                </a:lnTo>
                <a:lnTo>
                  <a:pt x="584567" y="35636"/>
                </a:lnTo>
                <a:lnTo>
                  <a:pt x="583930" y="35061"/>
                </a:lnTo>
                <a:lnTo>
                  <a:pt x="583279" y="34500"/>
                </a:lnTo>
                <a:lnTo>
                  <a:pt x="582613" y="33955"/>
                </a:lnTo>
                <a:lnTo>
                  <a:pt x="581932" y="33424"/>
                </a:lnTo>
                <a:lnTo>
                  <a:pt x="581237" y="32907"/>
                </a:lnTo>
                <a:lnTo>
                  <a:pt x="580527" y="32406"/>
                </a:lnTo>
                <a:lnTo>
                  <a:pt x="579802" y="31919"/>
                </a:lnTo>
                <a:lnTo>
                  <a:pt x="579063" y="31446"/>
                </a:lnTo>
                <a:lnTo>
                  <a:pt x="578310" y="30991"/>
                </a:lnTo>
                <a:lnTo>
                  <a:pt x="577544" y="30555"/>
                </a:lnTo>
                <a:lnTo>
                  <a:pt x="576765" y="30139"/>
                </a:lnTo>
                <a:lnTo>
                  <a:pt x="575973" y="29742"/>
                </a:lnTo>
                <a:lnTo>
                  <a:pt x="575168" y="29364"/>
                </a:lnTo>
                <a:lnTo>
                  <a:pt x="574350" y="29006"/>
                </a:lnTo>
                <a:lnTo>
                  <a:pt x="573520" y="28667"/>
                </a:lnTo>
                <a:lnTo>
                  <a:pt x="572676" y="28347"/>
                </a:lnTo>
                <a:lnTo>
                  <a:pt x="571819" y="28047"/>
                </a:lnTo>
                <a:lnTo>
                  <a:pt x="570950" y="27766"/>
                </a:lnTo>
                <a:lnTo>
                  <a:pt x="570068" y="27504"/>
                </a:lnTo>
                <a:lnTo>
                  <a:pt x="569172" y="27262"/>
                </a:lnTo>
                <a:lnTo>
                  <a:pt x="568264" y="27039"/>
                </a:lnTo>
                <a:lnTo>
                  <a:pt x="567343" y="26836"/>
                </a:lnTo>
                <a:lnTo>
                  <a:pt x="566409" y="26652"/>
                </a:lnTo>
                <a:lnTo>
                  <a:pt x="565462" y="26487"/>
                </a:lnTo>
                <a:lnTo>
                  <a:pt x="564503" y="26342"/>
                </a:lnTo>
                <a:lnTo>
                  <a:pt x="563530" y="26216"/>
                </a:lnTo>
                <a:lnTo>
                  <a:pt x="562544" y="26109"/>
                </a:lnTo>
                <a:lnTo>
                  <a:pt x="561546" y="26022"/>
                </a:lnTo>
                <a:lnTo>
                  <a:pt x="560534" y="25954"/>
                </a:lnTo>
                <a:lnTo>
                  <a:pt x="559510" y="25906"/>
                </a:lnTo>
                <a:lnTo>
                  <a:pt x="558472" y="25877"/>
                </a:lnTo>
                <a:lnTo>
                  <a:pt x="557422" y="25867"/>
                </a:lnTo>
                <a:lnTo>
                  <a:pt x="556400" y="25877"/>
                </a:lnTo>
                <a:lnTo>
                  <a:pt x="555389" y="25906"/>
                </a:lnTo>
                <a:lnTo>
                  <a:pt x="554390" y="25954"/>
                </a:lnTo>
                <a:lnTo>
                  <a:pt x="553402" y="26022"/>
                </a:lnTo>
                <a:lnTo>
                  <a:pt x="552427" y="26109"/>
                </a:lnTo>
                <a:lnTo>
                  <a:pt x="551463" y="26216"/>
                </a:lnTo>
                <a:lnTo>
                  <a:pt x="550510" y="26342"/>
                </a:lnTo>
                <a:lnTo>
                  <a:pt x="549570" y="26487"/>
                </a:lnTo>
                <a:lnTo>
                  <a:pt x="548641" y="26652"/>
                </a:lnTo>
                <a:lnTo>
                  <a:pt x="547724" y="26836"/>
                </a:lnTo>
                <a:lnTo>
                  <a:pt x="546819" y="27039"/>
                </a:lnTo>
                <a:lnTo>
                  <a:pt x="545926" y="27262"/>
                </a:lnTo>
                <a:lnTo>
                  <a:pt x="545044" y="27504"/>
                </a:lnTo>
                <a:lnTo>
                  <a:pt x="544174" y="27766"/>
                </a:lnTo>
                <a:lnTo>
                  <a:pt x="543316" y="28047"/>
                </a:lnTo>
                <a:lnTo>
                  <a:pt x="542469" y="28347"/>
                </a:lnTo>
                <a:lnTo>
                  <a:pt x="541635" y="28667"/>
                </a:lnTo>
                <a:lnTo>
                  <a:pt x="540812" y="29006"/>
                </a:lnTo>
                <a:lnTo>
                  <a:pt x="540000" y="29364"/>
                </a:lnTo>
                <a:lnTo>
                  <a:pt x="539201" y="29742"/>
                </a:lnTo>
                <a:lnTo>
                  <a:pt x="538413" y="30139"/>
                </a:lnTo>
                <a:lnTo>
                  <a:pt x="537637" y="30555"/>
                </a:lnTo>
                <a:lnTo>
                  <a:pt x="536872" y="30991"/>
                </a:lnTo>
                <a:lnTo>
                  <a:pt x="536120" y="31446"/>
                </a:lnTo>
                <a:lnTo>
                  <a:pt x="535381" y="31905"/>
                </a:lnTo>
                <a:lnTo>
                  <a:pt x="534656" y="32379"/>
                </a:lnTo>
                <a:lnTo>
                  <a:pt x="533946" y="32868"/>
                </a:lnTo>
                <a:lnTo>
                  <a:pt x="533250" y="33372"/>
                </a:lnTo>
                <a:lnTo>
                  <a:pt x="532570" y="33891"/>
                </a:lnTo>
                <a:lnTo>
                  <a:pt x="531904" y="34426"/>
                </a:lnTo>
                <a:lnTo>
                  <a:pt x="531252" y="34976"/>
                </a:lnTo>
                <a:lnTo>
                  <a:pt x="530616" y="35542"/>
                </a:lnTo>
                <a:lnTo>
                  <a:pt x="529994" y="36122"/>
                </a:lnTo>
                <a:lnTo>
                  <a:pt x="529387" y="36718"/>
                </a:lnTo>
                <a:lnTo>
                  <a:pt x="528794" y="37329"/>
                </a:lnTo>
                <a:lnTo>
                  <a:pt x="528216" y="37956"/>
                </a:lnTo>
                <a:lnTo>
                  <a:pt x="527653" y="38597"/>
                </a:lnTo>
                <a:lnTo>
                  <a:pt x="527104" y="39254"/>
                </a:lnTo>
                <a:lnTo>
                  <a:pt x="526570" y="39926"/>
                </a:lnTo>
                <a:lnTo>
                  <a:pt x="526051" y="40614"/>
                </a:lnTo>
                <a:lnTo>
                  <a:pt x="525546" y="41316"/>
                </a:lnTo>
                <a:lnTo>
                  <a:pt x="525057" y="42034"/>
                </a:lnTo>
                <a:lnTo>
                  <a:pt x="524581" y="42768"/>
                </a:lnTo>
                <a:lnTo>
                  <a:pt x="524121" y="43516"/>
                </a:lnTo>
                <a:lnTo>
                  <a:pt x="523675" y="44280"/>
                </a:lnTo>
                <a:lnTo>
                  <a:pt x="523244" y="45059"/>
                </a:lnTo>
                <a:lnTo>
                  <a:pt x="522827" y="45853"/>
                </a:lnTo>
                <a:lnTo>
                  <a:pt x="522425" y="46663"/>
                </a:lnTo>
                <a:lnTo>
                  <a:pt x="522039" y="47485"/>
                </a:lnTo>
                <a:lnTo>
                  <a:pt x="521669" y="48318"/>
                </a:lnTo>
                <a:lnTo>
                  <a:pt x="521316" y="49162"/>
                </a:lnTo>
                <a:lnTo>
                  <a:pt x="520979" y="50016"/>
                </a:lnTo>
                <a:lnTo>
                  <a:pt x="520658" y="50880"/>
                </a:lnTo>
                <a:lnTo>
                  <a:pt x="520354" y="51756"/>
                </a:lnTo>
                <a:lnTo>
                  <a:pt x="520067" y="52642"/>
                </a:lnTo>
                <a:lnTo>
                  <a:pt x="519796" y="53538"/>
                </a:lnTo>
                <a:lnTo>
                  <a:pt x="519541" y="54445"/>
                </a:lnTo>
                <a:lnTo>
                  <a:pt x="519302" y="55362"/>
                </a:lnTo>
                <a:lnTo>
                  <a:pt x="519081" y="56291"/>
                </a:lnTo>
                <a:lnTo>
                  <a:pt x="518875" y="57229"/>
                </a:lnTo>
                <a:lnTo>
                  <a:pt x="518686" y="58178"/>
                </a:lnTo>
                <a:lnTo>
                  <a:pt x="518513" y="59138"/>
                </a:lnTo>
                <a:lnTo>
                  <a:pt x="518357" y="60109"/>
                </a:lnTo>
                <a:lnTo>
                  <a:pt x="518218" y="61090"/>
                </a:lnTo>
                <a:lnTo>
                  <a:pt x="518094" y="62081"/>
                </a:lnTo>
                <a:lnTo>
                  <a:pt x="517987" y="63083"/>
                </a:lnTo>
                <a:lnTo>
                  <a:pt x="517897" y="64096"/>
                </a:lnTo>
                <a:lnTo>
                  <a:pt x="517823" y="65119"/>
                </a:lnTo>
                <a:lnTo>
                  <a:pt x="517766" y="66153"/>
                </a:lnTo>
                <a:lnTo>
                  <a:pt x="517724" y="67197"/>
                </a:lnTo>
                <a:lnTo>
                  <a:pt x="517700" y="68252"/>
                </a:lnTo>
                <a:lnTo>
                  <a:pt x="517692" y="69318"/>
                </a:lnTo>
                <a:lnTo>
                  <a:pt x="517692" y="72192"/>
                </a:lnTo>
                <a:lnTo>
                  <a:pt x="517700" y="73230"/>
                </a:lnTo>
                <a:lnTo>
                  <a:pt x="517724" y="74259"/>
                </a:lnTo>
                <a:lnTo>
                  <a:pt x="517766" y="75280"/>
                </a:lnTo>
                <a:lnTo>
                  <a:pt x="517823" y="76292"/>
                </a:lnTo>
                <a:lnTo>
                  <a:pt x="517897" y="77295"/>
                </a:lnTo>
                <a:lnTo>
                  <a:pt x="517987" y="78289"/>
                </a:lnTo>
                <a:lnTo>
                  <a:pt x="518094" y="79274"/>
                </a:lnTo>
                <a:lnTo>
                  <a:pt x="518218" y="80251"/>
                </a:lnTo>
                <a:lnTo>
                  <a:pt x="518357" y="81218"/>
                </a:lnTo>
                <a:lnTo>
                  <a:pt x="518513" y="82177"/>
                </a:lnTo>
                <a:lnTo>
                  <a:pt x="518686" y="83127"/>
                </a:lnTo>
                <a:lnTo>
                  <a:pt x="518875" y="84069"/>
                </a:lnTo>
                <a:lnTo>
                  <a:pt x="519081" y="85001"/>
                </a:lnTo>
                <a:lnTo>
                  <a:pt x="519302" y="85925"/>
                </a:lnTo>
                <a:lnTo>
                  <a:pt x="519541" y="86840"/>
                </a:lnTo>
                <a:lnTo>
                  <a:pt x="519796" y="87746"/>
                </a:lnTo>
                <a:lnTo>
                  <a:pt x="520067" y="88643"/>
                </a:lnTo>
                <a:lnTo>
                  <a:pt x="520354" y="89532"/>
                </a:lnTo>
                <a:lnTo>
                  <a:pt x="520658" y="90411"/>
                </a:lnTo>
                <a:lnTo>
                  <a:pt x="520979" y="91282"/>
                </a:lnTo>
                <a:lnTo>
                  <a:pt x="521316" y="92144"/>
                </a:lnTo>
                <a:lnTo>
                  <a:pt x="521669" y="92997"/>
                </a:lnTo>
                <a:lnTo>
                  <a:pt x="522039" y="93842"/>
                </a:lnTo>
                <a:lnTo>
                  <a:pt x="522425" y="94678"/>
                </a:lnTo>
                <a:lnTo>
                  <a:pt x="522827" y="95487"/>
                </a:lnTo>
                <a:lnTo>
                  <a:pt x="523244" y="96283"/>
                </a:lnTo>
                <a:lnTo>
                  <a:pt x="523675" y="97063"/>
                </a:lnTo>
                <a:lnTo>
                  <a:pt x="524121" y="97829"/>
                </a:lnTo>
                <a:lnTo>
                  <a:pt x="524581" y="98580"/>
                </a:lnTo>
                <a:lnTo>
                  <a:pt x="525057" y="99316"/>
                </a:lnTo>
                <a:lnTo>
                  <a:pt x="525546" y="100038"/>
                </a:lnTo>
                <a:lnTo>
                  <a:pt x="526051" y="100745"/>
                </a:lnTo>
                <a:lnTo>
                  <a:pt x="526570" y="101438"/>
                </a:lnTo>
                <a:lnTo>
                  <a:pt x="527104" y="102115"/>
                </a:lnTo>
                <a:lnTo>
                  <a:pt x="527653" y="102778"/>
                </a:lnTo>
                <a:lnTo>
                  <a:pt x="528216" y="103427"/>
                </a:lnTo>
                <a:lnTo>
                  <a:pt x="528794" y="104061"/>
                </a:lnTo>
                <a:lnTo>
                  <a:pt x="529387" y="104680"/>
                </a:lnTo>
                <a:lnTo>
                  <a:pt x="529994" y="105284"/>
                </a:lnTo>
                <a:lnTo>
                  <a:pt x="530616" y="105874"/>
                </a:lnTo>
                <a:lnTo>
                  <a:pt x="531252" y="106449"/>
                </a:lnTo>
                <a:lnTo>
                  <a:pt x="531904" y="107009"/>
                </a:lnTo>
                <a:lnTo>
                  <a:pt x="532570" y="107555"/>
                </a:lnTo>
                <a:lnTo>
                  <a:pt x="533250" y="108086"/>
                </a:lnTo>
                <a:lnTo>
                  <a:pt x="533946" y="108602"/>
                </a:lnTo>
                <a:lnTo>
                  <a:pt x="534656" y="109103"/>
                </a:lnTo>
                <a:lnTo>
                  <a:pt x="535381" y="109590"/>
                </a:lnTo>
                <a:lnTo>
                  <a:pt x="536120" y="110063"/>
                </a:lnTo>
                <a:lnTo>
                  <a:pt x="536873" y="110518"/>
                </a:lnTo>
                <a:lnTo>
                  <a:pt x="537638" y="110954"/>
                </a:lnTo>
                <a:lnTo>
                  <a:pt x="538416" y="111370"/>
                </a:lnTo>
                <a:lnTo>
                  <a:pt x="539205" y="111767"/>
                </a:lnTo>
                <a:lnTo>
                  <a:pt x="540008" y="112145"/>
                </a:lnTo>
                <a:lnTo>
                  <a:pt x="540822" y="112504"/>
                </a:lnTo>
                <a:lnTo>
                  <a:pt x="541649" y="112843"/>
                </a:lnTo>
                <a:lnTo>
                  <a:pt x="542488" y="113162"/>
                </a:lnTo>
                <a:lnTo>
                  <a:pt x="543340" y="113463"/>
                </a:lnTo>
                <a:lnTo>
                  <a:pt x="544203" y="113743"/>
                </a:lnTo>
                <a:lnTo>
                  <a:pt x="545080" y="114005"/>
                </a:lnTo>
                <a:lnTo>
                  <a:pt x="545968" y="114247"/>
                </a:lnTo>
                <a:lnTo>
                  <a:pt x="546869" y="114470"/>
                </a:lnTo>
                <a:lnTo>
                  <a:pt x="547782" y="114673"/>
                </a:lnTo>
                <a:lnTo>
                  <a:pt x="548707" y="114857"/>
                </a:lnTo>
                <a:lnTo>
                  <a:pt x="549645" y="115022"/>
                </a:lnTo>
                <a:lnTo>
                  <a:pt x="550595" y="115167"/>
                </a:lnTo>
                <a:lnTo>
                  <a:pt x="551558" y="115293"/>
                </a:lnTo>
                <a:lnTo>
                  <a:pt x="552533" y="115400"/>
                </a:lnTo>
                <a:lnTo>
                  <a:pt x="553520" y="115487"/>
                </a:lnTo>
                <a:lnTo>
                  <a:pt x="554519" y="115555"/>
                </a:lnTo>
                <a:lnTo>
                  <a:pt x="555531" y="115603"/>
                </a:lnTo>
                <a:lnTo>
                  <a:pt x="556555" y="115632"/>
                </a:lnTo>
                <a:lnTo>
                  <a:pt x="557591" y="115642"/>
                </a:lnTo>
                <a:lnTo>
                  <a:pt x="558628" y="115633"/>
                </a:lnTo>
                <a:lnTo>
                  <a:pt x="559652" y="115604"/>
                </a:lnTo>
                <a:lnTo>
                  <a:pt x="560664" y="115557"/>
                </a:lnTo>
                <a:lnTo>
                  <a:pt x="561663" y="115492"/>
                </a:lnTo>
                <a:close/>
                <a:moveTo>
                  <a:pt x="554468" y="103441"/>
                </a:moveTo>
                <a:lnTo>
                  <a:pt x="553715" y="103330"/>
                </a:lnTo>
                <a:lnTo>
                  <a:pt x="552974" y="103194"/>
                </a:lnTo>
                <a:lnTo>
                  <a:pt x="552243" y="103034"/>
                </a:lnTo>
                <a:lnTo>
                  <a:pt x="551524" y="102849"/>
                </a:lnTo>
                <a:lnTo>
                  <a:pt x="550815" y="102640"/>
                </a:lnTo>
                <a:lnTo>
                  <a:pt x="550118" y="102405"/>
                </a:lnTo>
                <a:lnTo>
                  <a:pt x="549432" y="102146"/>
                </a:lnTo>
                <a:lnTo>
                  <a:pt x="548758" y="101863"/>
                </a:lnTo>
                <a:lnTo>
                  <a:pt x="548094" y="101555"/>
                </a:lnTo>
                <a:lnTo>
                  <a:pt x="547441" y="101222"/>
                </a:lnTo>
                <a:lnTo>
                  <a:pt x="546800" y="100864"/>
                </a:lnTo>
                <a:lnTo>
                  <a:pt x="546170" y="100482"/>
                </a:lnTo>
                <a:lnTo>
                  <a:pt x="545551" y="100075"/>
                </a:lnTo>
                <a:lnTo>
                  <a:pt x="544943" y="99644"/>
                </a:lnTo>
                <a:lnTo>
                  <a:pt x="544346" y="99188"/>
                </a:lnTo>
                <a:lnTo>
                  <a:pt x="543761" y="98707"/>
                </a:lnTo>
                <a:lnTo>
                  <a:pt x="543186" y="98202"/>
                </a:lnTo>
                <a:lnTo>
                  <a:pt x="542623" y="97672"/>
                </a:lnTo>
                <a:lnTo>
                  <a:pt x="542071" y="97117"/>
                </a:lnTo>
                <a:lnTo>
                  <a:pt x="541530" y="96537"/>
                </a:lnTo>
                <a:lnTo>
                  <a:pt x="541020" y="95922"/>
                </a:lnTo>
                <a:lnTo>
                  <a:pt x="540531" y="95287"/>
                </a:lnTo>
                <a:lnTo>
                  <a:pt x="540064" y="94633"/>
                </a:lnTo>
                <a:lnTo>
                  <a:pt x="539619" y="93959"/>
                </a:lnTo>
                <a:lnTo>
                  <a:pt x="539195" y="93266"/>
                </a:lnTo>
                <a:lnTo>
                  <a:pt x="538793" y="92554"/>
                </a:lnTo>
                <a:lnTo>
                  <a:pt x="538413" y="91822"/>
                </a:lnTo>
                <a:lnTo>
                  <a:pt x="538055" y="91071"/>
                </a:lnTo>
                <a:lnTo>
                  <a:pt x="537718" y="90300"/>
                </a:lnTo>
                <a:lnTo>
                  <a:pt x="537403" y="89510"/>
                </a:lnTo>
                <a:lnTo>
                  <a:pt x="537110" y="88701"/>
                </a:lnTo>
                <a:lnTo>
                  <a:pt x="536838" y="87873"/>
                </a:lnTo>
                <a:lnTo>
                  <a:pt x="536589" y="87025"/>
                </a:lnTo>
                <a:lnTo>
                  <a:pt x="536361" y="86157"/>
                </a:lnTo>
                <a:lnTo>
                  <a:pt x="536154" y="85271"/>
                </a:lnTo>
                <a:lnTo>
                  <a:pt x="535970" y="84365"/>
                </a:lnTo>
                <a:lnTo>
                  <a:pt x="535807" y="83439"/>
                </a:lnTo>
                <a:lnTo>
                  <a:pt x="535666" y="82494"/>
                </a:lnTo>
                <a:lnTo>
                  <a:pt x="535546" y="81530"/>
                </a:lnTo>
                <a:lnTo>
                  <a:pt x="535448" y="80546"/>
                </a:lnTo>
                <a:lnTo>
                  <a:pt x="535372" y="79543"/>
                </a:lnTo>
                <a:lnTo>
                  <a:pt x="535318" y="78521"/>
                </a:lnTo>
                <a:lnTo>
                  <a:pt x="535285" y="77479"/>
                </a:lnTo>
                <a:lnTo>
                  <a:pt x="535275" y="76418"/>
                </a:lnTo>
                <a:lnTo>
                  <a:pt x="535275" y="65091"/>
                </a:lnTo>
                <a:lnTo>
                  <a:pt x="535285" y="64030"/>
                </a:lnTo>
                <a:lnTo>
                  <a:pt x="535318" y="62989"/>
                </a:lnTo>
                <a:lnTo>
                  <a:pt x="535372" y="61968"/>
                </a:lnTo>
                <a:lnTo>
                  <a:pt x="535448" y="60967"/>
                </a:lnTo>
                <a:lnTo>
                  <a:pt x="535546" y="59987"/>
                </a:lnTo>
                <a:lnTo>
                  <a:pt x="535666" y="59026"/>
                </a:lnTo>
                <a:lnTo>
                  <a:pt x="535807" y="58085"/>
                </a:lnTo>
                <a:lnTo>
                  <a:pt x="535970" y="57163"/>
                </a:lnTo>
                <a:lnTo>
                  <a:pt x="536154" y="56262"/>
                </a:lnTo>
                <a:lnTo>
                  <a:pt x="536361" y="55381"/>
                </a:lnTo>
                <a:lnTo>
                  <a:pt x="536589" y="54520"/>
                </a:lnTo>
                <a:lnTo>
                  <a:pt x="536838" y="53679"/>
                </a:lnTo>
                <a:lnTo>
                  <a:pt x="537110" y="52858"/>
                </a:lnTo>
                <a:lnTo>
                  <a:pt x="537403" y="52056"/>
                </a:lnTo>
                <a:lnTo>
                  <a:pt x="537718" y="51275"/>
                </a:lnTo>
                <a:lnTo>
                  <a:pt x="538055" y="50514"/>
                </a:lnTo>
                <a:lnTo>
                  <a:pt x="538413" y="49772"/>
                </a:lnTo>
                <a:lnTo>
                  <a:pt x="538793" y="49051"/>
                </a:lnTo>
                <a:lnTo>
                  <a:pt x="539195" y="48349"/>
                </a:lnTo>
                <a:lnTo>
                  <a:pt x="539619" y="47668"/>
                </a:lnTo>
                <a:lnTo>
                  <a:pt x="540064" y="47006"/>
                </a:lnTo>
                <a:lnTo>
                  <a:pt x="540531" y="46364"/>
                </a:lnTo>
                <a:lnTo>
                  <a:pt x="541020" y="45743"/>
                </a:lnTo>
                <a:lnTo>
                  <a:pt x="541530" y="45141"/>
                </a:lnTo>
                <a:lnTo>
                  <a:pt x="542071" y="44548"/>
                </a:lnTo>
                <a:lnTo>
                  <a:pt x="542623" y="43980"/>
                </a:lnTo>
                <a:lnTo>
                  <a:pt x="543186" y="43437"/>
                </a:lnTo>
                <a:lnTo>
                  <a:pt x="543761" y="42920"/>
                </a:lnTo>
                <a:lnTo>
                  <a:pt x="544346" y="42427"/>
                </a:lnTo>
                <a:lnTo>
                  <a:pt x="544943" y="41960"/>
                </a:lnTo>
                <a:lnTo>
                  <a:pt x="545551" y="41519"/>
                </a:lnTo>
                <a:lnTo>
                  <a:pt x="546170" y="41102"/>
                </a:lnTo>
                <a:lnTo>
                  <a:pt x="546800" y="40711"/>
                </a:lnTo>
                <a:lnTo>
                  <a:pt x="547441" y="40345"/>
                </a:lnTo>
                <a:lnTo>
                  <a:pt x="548094" y="40004"/>
                </a:lnTo>
                <a:lnTo>
                  <a:pt x="548758" y="39689"/>
                </a:lnTo>
                <a:lnTo>
                  <a:pt x="549432" y="39398"/>
                </a:lnTo>
                <a:lnTo>
                  <a:pt x="550118" y="39133"/>
                </a:lnTo>
                <a:lnTo>
                  <a:pt x="550815" y="38893"/>
                </a:lnTo>
                <a:lnTo>
                  <a:pt x="551524" y="38679"/>
                </a:lnTo>
                <a:lnTo>
                  <a:pt x="552243" y="38489"/>
                </a:lnTo>
                <a:lnTo>
                  <a:pt x="552974" y="38325"/>
                </a:lnTo>
                <a:lnTo>
                  <a:pt x="553715" y="38187"/>
                </a:lnTo>
                <a:lnTo>
                  <a:pt x="554468" y="38073"/>
                </a:lnTo>
                <a:lnTo>
                  <a:pt x="555232" y="37985"/>
                </a:lnTo>
                <a:lnTo>
                  <a:pt x="556007" y="37922"/>
                </a:lnTo>
                <a:lnTo>
                  <a:pt x="556794" y="37884"/>
                </a:lnTo>
                <a:lnTo>
                  <a:pt x="557591" y="37871"/>
                </a:lnTo>
                <a:lnTo>
                  <a:pt x="558402" y="37884"/>
                </a:lnTo>
                <a:lnTo>
                  <a:pt x="559201" y="37922"/>
                </a:lnTo>
                <a:lnTo>
                  <a:pt x="559987" y="37985"/>
                </a:lnTo>
                <a:lnTo>
                  <a:pt x="560761" y="38073"/>
                </a:lnTo>
                <a:lnTo>
                  <a:pt x="561523" y="38187"/>
                </a:lnTo>
                <a:lnTo>
                  <a:pt x="562272" y="38325"/>
                </a:lnTo>
                <a:lnTo>
                  <a:pt x="563009" y="38489"/>
                </a:lnTo>
                <a:lnTo>
                  <a:pt x="563734" y="38679"/>
                </a:lnTo>
                <a:lnTo>
                  <a:pt x="564446" y="38893"/>
                </a:lnTo>
                <a:lnTo>
                  <a:pt x="565147" y="39133"/>
                </a:lnTo>
                <a:lnTo>
                  <a:pt x="565834" y="39398"/>
                </a:lnTo>
                <a:lnTo>
                  <a:pt x="566510" y="39689"/>
                </a:lnTo>
                <a:lnTo>
                  <a:pt x="567173" y="40004"/>
                </a:lnTo>
                <a:lnTo>
                  <a:pt x="567823" y="40345"/>
                </a:lnTo>
                <a:lnTo>
                  <a:pt x="568462" y="40711"/>
                </a:lnTo>
                <a:lnTo>
                  <a:pt x="569088" y="41102"/>
                </a:lnTo>
                <a:lnTo>
                  <a:pt x="569702" y="41519"/>
                </a:lnTo>
                <a:lnTo>
                  <a:pt x="570303" y="41960"/>
                </a:lnTo>
                <a:lnTo>
                  <a:pt x="570892" y="42427"/>
                </a:lnTo>
                <a:lnTo>
                  <a:pt x="571469" y="42920"/>
                </a:lnTo>
                <a:lnTo>
                  <a:pt x="572033" y="43437"/>
                </a:lnTo>
                <a:lnTo>
                  <a:pt x="572586" y="43980"/>
                </a:lnTo>
                <a:lnTo>
                  <a:pt x="573125" y="44548"/>
                </a:lnTo>
                <a:lnTo>
                  <a:pt x="573653" y="45141"/>
                </a:lnTo>
                <a:lnTo>
                  <a:pt x="574163" y="45743"/>
                </a:lnTo>
                <a:lnTo>
                  <a:pt x="574652" y="46364"/>
                </a:lnTo>
                <a:lnTo>
                  <a:pt x="575119" y="47006"/>
                </a:lnTo>
                <a:lnTo>
                  <a:pt x="575564" y="47668"/>
                </a:lnTo>
                <a:lnTo>
                  <a:pt x="575988" y="48349"/>
                </a:lnTo>
                <a:lnTo>
                  <a:pt x="576390" y="49051"/>
                </a:lnTo>
                <a:lnTo>
                  <a:pt x="576770" y="49772"/>
                </a:lnTo>
                <a:lnTo>
                  <a:pt x="577128" y="50514"/>
                </a:lnTo>
                <a:lnTo>
                  <a:pt x="577465" y="51275"/>
                </a:lnTo>
                <a:lnTo>
                  <a:pt x="577780" y="52056"/>
                </a:lnTo>
                <a:lnTo>
                  <a:pt x="578073" y="52858"/>
                </a:lnTo>
                <a:lnTo>
                  <a:pt x="578344" y="53679"/>
                </a:lnTo>
                <a:lnTo>
                  <a:pt x="578594" y="54520"/>
                </a:lnTo>
                <a:lnTo>
                  <a:pt x="578822" y="55381"/>
                </a:lnTo>
                <a:lnTo>
                  <a:pt x="579029" y="56262"/>
                </a:lnTo>
                <a:lnTo>
                  <a:pt x="579213" y="57163"/>
                </a:lnTo>
                <a:lnTo>
                  <a:pt x="579376" y="58085"/>
                </a:lnTo>
                <a:lnTo>
                  <a:pt x="579517" y="59026"/>
                </a:lnTo>
                <a:lnTo>
                  <a:pt x="579637" y="59987"/>
                </a:lnTo>
                <a:lnTo>
                  <a:pt x="579735" y="60967"/>
                </a:lnTo>
                <a:lnTo>
                  <a:pt x="579811" y="61968"/>
                </a:lnTo>
                <a:lnTo>
                  <a:pt x="579865" y="62989"/>
                </a:lnTo>
                <a:lnTo>
                  <a:pt x="579897" y="64030"/>
                </a:lnTo>
                <a:lnTo>
                  <a:pt x="579908" y="65091"/>
                </a:lnTo>
                <a:lnTo>
                  <a:pt x="579908" y="76418"/>
                </a:lnTo>
                <a:lnTo>
                  <a:pt x="579897" y="77479"/>
                </a:lnTo>
                <a:lnTo>
                  <a:pt x="579865" y="78521"/>
                </a:lnTo>
                <a:lnTo>
                  <a:pt x="579811" y="79543"/>
                </a:lnTo>
                <a:lnTo>
                  <a:pt x="579735" y="80546"/>
                </a:lnTo>
                <a:lnTo>
                  <a:pt x="579637" y="81530"/>
                </a:lnTo>
                <a:lnTo>
                  <a:pt x="579517" y="82494"/>
                </a:lnTo>
                <a:lnTo>
                  <a:pt x="579376" y="83439"/>
                </a:lnTo>
                <a:lnTo>
                  <a:pt x="579213" y="84365"/>
                </a:lnTo>
                <a:lnTo>
                  <a:pt x="579029" y="85271"/>
                </a:lnTo>
                <a:lnTo>
                  <a:pt x="578822" y="86157"/>
                </a:lnTo>
                <a:lnTo>
                  <a:pt x="578594" y="87025"/>
                </a:lnTo>
                <a:lnTo>
                  <a:pt x="578344" y="87873"/>
                </a:lnTo>
                <a:lnTo>
                  <a:pt x="578073" y="88701"/>
                </a:lnTo>
                <a:lnTo>
                  <a:pt x="577780" y="89510"/>
                </a:lnTo>
                <a:lnTo>
                  <a:pt x="577465" y="90300"/>
                </a:lnTo>
                <a:lnTo>
                  <a:pt x="577128" y="91071"/>
                </a:lnTo>
                <a:lnTo>
                  <a:pt x="576770" y="91822"/>
                </a:lnTo>
                <a:lnTo>
                  <a:pt x="576390" y="92554"/>
                </a:lnTo>
                <a:lnTo>
                  <a:pt x="575988" y="93266"/>
                </a:lnTo>
                <a:lnTo>
                  <a:pt x="575564" y="93959"/>
                </a:lnTo>
                <a:lnTo>
                  <a:pt x="575119" y="94633"/>
                </a:lnTo>
                <a:lnTo>
                  <a:pt x="574652" y="95287"/>
                </a:lnTo>
                <a:lnTo>
                  <a:pt x="574163" y="95922"/>
                </a:lnTo>
                <a:lnTo>
                  <a:pt x="573653" y="96537"/>
                </a:lnTo>
                <a:lnTo>
                  <a:pt x="573125" y="97117"/>
                </a:lnTo>
                <a:lnTo>
                  <a:pt x="572586" y="97672"/>
                </a:lnTo>
                <a:lnTo>
                  <a:pt x="572033" y="98202"/>
                </a:lnTo>
                <a:lnTo>
                  <a:pt x="571469" y="98707"/>
                </a:lnTo>
                <a:lnTo>
                  <a:pt x="570892" y="99188"/>
                </a:lnTo>
                <a:lnTo>
                  <a:pt x="570303" y="99644"/>
                </a:lnTo>
                <a:lnTo>
                  <a:pt x="569702" y="100075"/>
                </a:lnTo>
                <a:lnTo>
                  <a:pt x="569088" y="100482"/>
                </a:lnTo>
                <a:lnTo>
                  <a:pt x="568462" y="100864"/>
                </a:lnTo>
                <a:lnTo>
                  <a:pt x="567823" y="101222"/>
                </a:lnTo>
                <a:lnTo>
                  <a:pt x="567173" y="101555"/>
                </a:lnTo>
                <a:lnTo>
                  <a:pt x="566510" y="101863"/>
                </a:lnTo>
                <a:lnTo>
                  <a:pt x="565834" y="102146"/>
                </a:lnTo>
                <a:lnTo>
                  <a:pt x="565147" y="102405"/>
                </a:lnTo>
                <a:lnTo>
                  <a:pt x="564446" y="102640"/>
                </a:lnTo>
                <a:lnTo>
                  <a:pt x="563734" y="102849"/>
                </a:lnTo>
                <a:lnTo>
                  <a:pt x="563009" y="103034"/>
                </a:lnTo>
                <a:lnTo>
                  <a:pt x="562272" y="103194"/>
                </a:lnTo>
                <a:lnTo>
                  <a:pt x="561523" y="103330"/>
                </a:lnTo>
                <a:lnTo>
                  <a:pt x="560761" y="103441"/>
                </a:lnTo>
                <a:lnTo>
                  <a:pt x="559987" y="103527"/>
                </a:lnTo>
                <a:lnTo>
                  <a:pt x="559201" y="103589"/>
                </a:lnTo>
                <a:lnTo>
                  <a:pt x="558402" y="103626"/>
                </a:lnTo>
                <a:lnTo>
                  <a:pt x="557591" y="103638"/>
                </a:lnTo>
                <a:lnTo>
                  <a:pt x="556794" y="103626"/>
                </a:lnTo>
                <a:lnTo>
                  <a:pt x="556007" y="103589"/>
                </a:lnTo>
                <a:lnTo>
                  <a:pt x="555232" y="103527"/>
                </a:lnTo>
                <a:lnTo>
                  <a:pt x="554468" y="103441"/>
                </a:lnTo>
                <a:close/>
                <a:moveTo>
                  <a:pt x="865513" y="115529"/>
                </a:moveTo>
                <a:lnTo>
                  <a:pt x="866435" y="115466"/>
                </a:lnTo>
                <a:lnTo>
                  <a:pt x="867346" y="115388"/>
                </a:lnTo>
                <a:lnTo>
                  <a:pt x="868246" y="115297"/>
                </a:lnTo>
                <a:lnTo>
                  <a:pt x="869134" y="115191"/>
                </a:lnTo>
                <a:lnTo>
                  <a:pt x="870012" y="115071"/>
                </a:lnTo>
                <a:lnTo>
                  <a:pt x="870878" y="114937"/>
                </a:lnTo>
                <a:lnTo>
                  <a:pt x="871733" y="114790"/>
                </a:lnTo>
                <a:lnTo>
                  <a:pt x="872577" y="114628"/>
                </a:lnTo>
                <a:lnTo>
                  <a:pt x="873409" y="114451"/>
                </a:lnTo>
                <a:lnTo>
                  <a:pt x="874231" y="114261"/>
                </a:lnTo>
                <a:lnTo>
                  <a:pt x="875041" y="114057"/>
                </a:lnTo>
                <a:lnTo>
                  <a:pt x="875841" y="113839"/>
                </a:lnTo>
                <a:lnTo>
                  <a:pt x="876629" y="113606"/>
                </a:lnTo>
                <a:lnTo>
                  <a:pt x="877406" y="113360"/>
                </a:lnTo>
                <a:lnTo>
                  <a:pt x="878171" y="113099"/>
                </a:lnTo>
                <a:lnTo>
                  <a:pt x="878926" y="112824"/>
                </a:lnTo>
                <a:lnTo>
                  <a:pt x="879670" y="112535"/>
                </a:lnTo>
                <a:lnTo>
                  <a:pt x="880402" y="112232"/>
                </a:lnTo>
                <a:lnTo>
                  <a:pt x="881123" y="111915"/>
                </a:lnTo>
                <a:lnTo>
                  <a:pt x="881833" y="111584"/>
                </a:lnTo>
                <a:lnTo>
                  <a:pt x="882545" y="111240"/>
                </a:lnTo>
                <a:lnTo>
                  <a:pt x="883243" y="110885"/>
                </a:lnTo>
                <a:lnTo>
                  <a:pt x="883928" y="110517"/>
                </a:lnTo>
                <a:lnTo>
                  <a:pt x="884599" y="110138"/>
                </a:lnTo>
                <a:lnTo>
                  <a:pt x="885257" y="109747"/>
                </a:lnTo>
                <a:lnTo>
                  <a:pt x="885901" y="109344"/>
                </a:lnTo>
                <a:lnTo>
                  <a:pt x="886532" y="108930"/>
                </a:lnTo>
                <a:lnTo>
                  <a:pt x="887149" y="108504"/>
                </a:lnTo>
                <a:lnTo>
                  <a:pt x="887753" y="108066"/>
                </a:lnTo>
                <a:lnTo>
                  <a:pt x="888343" y="107616"/>
                </a:lnTo>
                <a:lnTo>
                  <a:pt x="888920" y="107155"/>
                </a:lnTo>
                <a:lnTo>
                  <a:pt x="889483" y="106681"/>
                </a:lnTo>
                <a:lnTo>
                  <a:pt x="890033" y="106196"/>
                </a:lnTo>
                <a:lnTo>
                  <a:pt x="890569" y="105700"/>
                </a:lnTo>
                <a:lnTo>
                  <a:pt x="891092" y="105191"/>
                </a:lnTo>
                <a:lnTo>
                  <a:pt x="891601" y="104671"/>
                </a:lnTo>
                <a:lnTo>
                  <a:pt x="892097" y="104139"/>
                </a:lnTo>
                <a:lnTo>
                  <a:pt x="892579" y="103596"/>
                </a:lnTo>
                <a:lnTo>
                  <a:pt x="893048" y="103041"/>
                </a:lnTo>
                <a:lnTo>
                  <a:pt x="893503" y="102473"/>
                </a:lnTo>
                <a:lnTo>
                  <a:pt x="893945" y="101895"/>
                </a:lnTo>
                <a:lnTo>
                  <a:pt x="894373" y="101304"/>
                </a:lnTo>
                <a:lnTo>
                  <a:pt x="894788" y="100702"/>
                </a:lnTo>
                <a:lnTo>
                  <a:pt x="895189" y="100088"/>
                </a:lnTo>
                <a:lnTo>
                  <a:pt x="895589" y="99449"/>
                </a:lnTo>
                <a:lnTo>
                  <a:pt x="895973" y="98801"/>
                </a:lnTo>
                <a:lnTo>
                  <a:pt x="896339" y="98143"/>
                </a:lnTo>
                <a:lnTo>
                  <a:pt x="896688" y="97477"/>
                </a:lnTo>
                <a:lnTo>
                  <a:pt x="897020" y="96800"/>
                </a:lnTo>
                <a:lnTo>
                  <a:pt x="897334" y="96115"/>
                </a:lnTo>
                <a:lnTo>
                  <a:pt x="897632" y="95420"/>
                </a:lnTo>
                <a:lnTo>
                  <a:pt x="897913" y="94715"/>
                </a:lnTo>
                <a:lnTo>
                  <a:pt x="898177" y="94001"/>
                </a:lnTo>
                <a:lnTo>
                  <a:pt x="898424" y="93278"/>
                </a:lnTo>
                <a:lnTo>
                  <a:pt x="898654" y="92545"/>
                </a:lnTo>
                <a:lnTo>
                  <a:pt x="898867" y="91803"/>
                </a:lnTo>
                <a:lnTo>
                  <a:pt x="899062" y="91052"/>
                </a:lnTo>
                <a:lnTo>
                  <a:pt x="899241" y="90291"/>
                </a:lnTo>
                <a:lnTo>
                  <a:pt x="899403" y="89521"/>
                </a:lnTo>
                <a:lnTo>
                  <a:pt x="899548" y="88741"/>
                </a:lnTo>
                <a:lnTo>
                  <a:pt x="899675" y="87953"/>
                </a:lnTo>
                <a:lnTo>
                  <a:pt x="899786" y="87154"/>
                </a:lnTo>
                <a:lnTo>
                  <a:pt x="899880" y="86346"/>
                </a:lnTo>
                <a:lnTo>
                  <a:pt x="899956" y="85529"/>
                </a:lnTo>
                <a:lnTo>
                  <a:pt x="900016" y="84703"/>
                </a:lnTo>
                <a:lnTo>
                  <a:pt x="900058" y="83867"/>
                </a:lnTo>
                <a:lnTo>
                  <a:pt x="900084" y="83021"/>
                </a:lnTo>
                <a:lnTo>
                  <a:pt x="900092" y="82167"/>
                </a:lnTo>
                <a:lnTo>
                  <a:pt x="884200" y="82167"/>
                </a:lnTo>
                <a:lnTo>
                  <a:pt x="884190" y="83072"/>
                </a:lnTo>
                <a:lnTo>
                  <a:pt x="884160" y="83958"/>
                </a:lnTo>
                <a:lnTo>
                  <a:pt x="884110" y="84824"/>
                </a:lnTo>
                <a:lnTo>
                  <a:pt x="884040" y="85670"/>
                </a:lnTo>
                <a:lnTo>
                  <a:pt x="883950" y="86496"/>
                </a:lnTo>
                <a:lnTo>
                  <a:pt x="883841" y="87302"/>
                </a:lnTo>
                <a:lnTo>
                  <a:pt x="883711" y="88088"/>
                </a:lnTo>
                <a:lnTo>
                  <a:pt x="883561" y="88854"/>
                </a:lnTo>
                <a:lnTo>
                  <a:pt x="883392" y="89600"/>
                </a:lnTo>
                <a:lnTo>
                  <a:pt x="883202" y="90326"/>
                </a:lnTo>
                <a:lnTo>
                  <a:pt x="882992" y="91033"/>
                </a:lnTo>
                <a:lnTo>
                  <a:pt x="882763" y="91719"/>
                </a:lnTo>
                <a:lnTo>
                  <a:pt x="882513" y="92385"/>
                </a:lnTo>
                <a:lnTo>
                  <a:pt x="882244" y="93032"/>
                </a:lnTo>
                <a:lnTo>
                  <a:pt x="881955" y="93658"/>
                </a:lnTo>
                <a:lnTo>
                  <a:pt x="881645" y="94264"/>
                </a:lnTo>
                <a:lnTo>
                  <a:pt x="881316" y="94851"/>
                </a:lnTo>
                <a:lnTo>
                  <a:pt x="880967" y="95417"/>
                </a:lnTo>
                <a:lnTo>
                  <a:pt x="880597" y="95964"/>
                </a:lnTo>
                <a:lnTo>
                  <a:pt x="880208" y="96490"/>
                </a:lnTo>
                <a:lnTo>
                  <a:pt x="879799" y="96997"/>
                </a:lnTo>
                <a:lnTo>
                  <a:pt x="879370" y="97484"/>
                </a:lnTo>
                <a:lnTo>
                  <a:pt x="878921" y="97950"/>
                </a:lnTo>
                <a:lnTo>
                  <a:pt x="878452" y="98397"/>
                </a:lnTo>
                <a:lnTo>
                  <a:pt x="877978" y="98825"/>
                </a:lnTo>
                <a:lnTo>
                  <a:pt x="877485" y="99234"/>
                </a:lnTo>
                <a:lnTo>
                  <a:pt x="876975" y="99625"/>
                </a:lnTo>
                <a:lnTo>
                  <a:pt x="876446" y="99999"/>
                </a:lnTo>
                <a:lnTo>
                  <a:pt x="875900" y="100353"/>
                </a:lnTo>
                <a:lnTo>
                  <a:pt x="875335" y="100690"/>
                </a:lnTo>
                <a:lnTo>
                  <a:pt x="874751" y="101009"/>
                </a:lnTo>
                <a:lnTo>
                  <a:pt x="874150" y="101309"/>
                </a:lnTo>
                <a:lnTo>
                  <a:pt x="873530" y="101591"/>
                </a:lnTo>
                <a:lnTo>
                  <a:pt x="872892" y="101855"/>
                </a:lnTo>
                <a:lnTo>
                  <a:pt x="872236" y="102100"/>
                </a:lnTo>
                <a:lnTo>
                  <a:pt x="871562" y="102328"/>
                </a:lnTo>
                <a:lnTo>
                  <a:pt x="870870" y="102537"/>
                </a:lnTo>
                <a:lnTo>
                  <a:pt x="870159" y="102728"/>
                </a:lnTo>
                <a:lnTo>
                  <a:pt x="869430" y="102901"/>
                </a:lnTo>
                <a:lnTo>
                  <a:pt x="868683" y="103056"/>
                </a:lnTo>
                <a:lnTo>
                  <a:pt x="867918" y="103192"/>
                </a:lnTo>
                <a:lnTo>
                  <a:pt x="867135" y="103311"/>
                </a:lnTo>
                <a:lnTo>
                  <a:pt x="866333" y="103411"/>
                </a:lnTo>
                <a:lnTo>
                  <a:pt x="865513" y="103493"/>
                </a:lnTo>
                <a:lnTo>
                  <a:pt x="864675" y="103556"/>
                </a:lnTo>
                <a:lnTo>
                  <a:pt x="863819" y="103602"/>
                </a:lnTo>
                <a:lnTo>
                  <a:pt x="862945" y="103629"/>
                </a:lnTo>
                <a:lnTo>
                  <a:pt x="862052" y="103638"/>
                </a:lnTo>
                <a:lnTo>
                  <a:pt x="861241" y="103626"/>
                </a:lnTo>
                <a:lnTo>
                  <a:pt x="860441" y="103590"/>
                </a:lnTo>
                <a:lnTo>
                  <a:pt x="859654" y="103530"/>
                </a:lnTo>
                <a:lnTo>
                  <a:pt x="858878" y="103446"/>
                </a:lnTo>
                <a:lnTo>
                  <a:pt x="858113" y="103337"/>
                </a:lnTo>
                <a:lnTo>
                  <a:pt x="857361" y="103205"/>
                </a:lnTo>
                <a:lnTo>
                  <a:pt x="856620" y="103048"/>
                </a:lnTo>
                <a:lnTo>
                  <a:pt x="855891" y="102868"/>
                </a:lnTo>
                <a:lnTo>
                  <a:pt x="855173" y="102663"/>
                </a:lnTo>
                <a:lnTo>
                  <a:pt x="854468" y="102435"/>
                </a:lnTo>
                <a:lnTo>
                  <a:pt x="853774" y="102182"/>
                </a:lnTo>
                <a:lnTo>
                  <a:pt x="853092" y="101905"/>
                </a:lnTo>
                <a:lnTo>
                  <a:pt x="852421" y="101604"/>
                </a:lnTo>
                <a:lnTo>
                  <a:pt x="851763" y="101279"/>
                </a:lnTo>
                <a:lnTo>
                  <a:pt x="851116" y="100930"/>
                </a:lnTo>
                <a:lnTo>
                  <a:pt x="850481" y="100557"/>
                </a:lnTo>
                <a:lnTo>
                  <a:pt x="849857" y="100160"/>
                </a:lnTo>
                <a:lnTo>
                  <a:pt x="849245" y="99739"/>
                </a:lnTo>
                <a:lnTo>
                  <a:pt x="848645" y="99294"/>
                </a:lnTo>
                <a:lnTo>
                  <a:pt x="848057" y="98824"/>
                </a:lnTo>
                <a:lnTo>
                  <a:pt x="847481" y="98331"/>
                </a:lnTo>
                <a:lnTo>
                  <a:pt x="846916" y="97814"/>
                </a:lnTo>
                <a:lnTo>
                  <a:pt x="846363" y="97272"/>
                </a:lnTo>
                <a:lnTo>
                  <a:pt x="845822" y="96706"/>
                </a:lnTo>
                <a:lnTo>
                  <a:pt x="845298" y="96118"/>
                </a:lnTo>
                <a:lnTo>
                  <a:pt x="844796" y="95507"/>
                </a:lnTo>
                <a:lnTo>
                  <a:pt x="844316" y="94873"/>
                </a:lnTo>
                <a:lnTo>
                  <a:pt x="843859" y="94217"/>
                </a:lnTo>
                <a:lnTo>
                  <a:pt x="843424" y="93539"/>
                </a:lnTo>
                <a:lnTo>
                  <a:pt x="843011" y="92839"/>
                </a:lnTo>
                <a:lnTo>
                  <a:pt x="842621" y="92116"/>
                </a:lnTo>
                <a:lnTo>
                  <a:pt x="842253" y="91371"/>
                </a:lnTo>
                <a:lnTo>
                  <a:pt x="841907" y="90604"/>
                </a:lnTo>
                <a:lnTo>
                  <a:pt x="841583" y="89815"/>
                </a:lnTo>
                <a:lnTo>
                  <a:pt x="841282" y="89003"/>
                </a:lnTo>
                <a:lnTo>
                  <a:pt x="841003" y="88169"/>
                </a:lnTo>
                <a:lnTo>
                  <a:pt x="840747" y="87312"/>
                </a:lnTo>
                <a:lnTo>
                  <a:pt x="840513" y="86433"/>
                </a:lnTo>
                <a:lnTo>
                  <a:pt x="840301" y="85532"/>
                </a:lnTo>
                <a:lnTo>
                  <a:pt x="840111" y="84609"/>
                </a:lnTo>
                <a:lnTo>
                  <a:pt x="839944" y="83663"/>
                </a:lnTo>
                <a:lnTo>
                  <a:pt x="839799" y="82695"/>
                </a:lnTo>
                <a:lnTo>
                  <a:pt x="839676" y="81705"/>
                </a:lnTo>
                <a:lnTo>
                  <a:pt x="839576" y="80692"/>
                </a:lnTo>
                <a:lnTo>
                  <a:pt x="839498" y="79657"/>
                </a:lnTo>
                <a:lnTo>
                  <a:pt x="839442" y="78600"/>
                </a:lnTo>
                <a:lnTo>
                  <a:pt x="839408" y="77520"/>
                </a:lnTo>
                <a:lnTo>
                  <a:pt x="839397" y="76418"/>
                </a:lnTo>
                <a:lnTo>
                  <a:pt x="839397" y="73544"/>
                </a:lnTo>
                <a:lnTo>
                  <a:pt x="900092" y="73544"/>
                </a:lnTo>
                <a:lnTo>
                  <a:pt x="900092" y="62048"/>
                </a:lnTo>
                <a:lnTo>
                  <a:pt x="900084" y="61178"/>
                </a:lnTo>
                <a:lnTo>
                  <a:pt x="900059" y="60317"/>
                </a:lnTo>
                <a:lnTo>
                  <a:pt x="900018" y="59464"/>
                </a:lnTo>
                <a:lnTo>
                  <a:pt x="899961" y="58619"/>
                </a:lnTo>
                <a:lnTo>
                  <a:pt x="899887" y="57783"/>
                </a:lnTo>
                <a:lnTo>
                  <a:pt x="899796" y="56954"/>
                </a:lnTo>
                <a:lnTo>
                  <a:pt x="899690" y="56134"/>
                </a:lnTo>
                <a:lnTo>
                  <a:pt x="899566" y="55323"/>
                </a:lnTo>
                <a:lnTo>
                  <a:pt x="899427" y="54519"/>
                </a:lnTo>
                <a:lnTo>
                  <a:pt x="899270" y="53723"/>
                </a:lnTo>
                <a:lnTo>
                  <a:pt x="899098" y="52936"/>
                </a:lnTo>
                <a:lnTo>
                  <a:pt x="898909" y="52157"/>
                </a:lnTo>
                <a:lnTo>
                  <a:pt x="898703" y="51386"/>
                </a:lnTo>
                <a:lnTo>
                  <a:pt x="898481" y="50624"/>
                </a:lnTo>
                <a:lnTo>
                  <a:pt x="898243" y="49870"/>
                </a:lnTo>
                <a:lnTo>
                  <a:pt x="897988" y="49123"/>
                </a:lnTo>
                <a:lnTo>
                  <a:pt x="897717" y="48385"/>
                </a:lnTo>
                <a:lnTo>
                  <a:pt x="897429" y="47656"/>
                </a:lnTo>
                <a:lnTo>
                  <a:pt x="897125" y="46934"/>
                </a:lnTo>
                <a:lnTo>
                  <a:pt x="896805" y="46221"/>
                </a:lnTo>
                <a:lnTo>
                  <a:pt x="896468" y="45516"/>
                </a:lnTo>
                <a:lnTo>
                  <a:pt x="896115" y="44819"/>
                </a:lnTo>
                <a:lnTo>
                  <a:pt x="895745" y="44131"/>
                </a:lnTo>
                <a:lnTo>
                  <a:pt x="895358" y="43450"/>
                </a:lnTo>
                <a:lnTo>
                  <a:pt x="894971" y="42780"/>
                </a:lnTo>
                <a:lnTo>
                  <a:pt x="894571" y="42121"/>
                </a:lnTo>
                <a:lnTo>
                  <a:pt x="894156" y="41474"/>
                </a:lnTo>
                <a:lnTo>
                  <a:pt x="893729" y="40839"/>
                </a:lnTo>
                <a:lnTo>
                  <a:pt x="893288" y="40216"/>
                </a:lnTo>
                <a:lnTo>
                  <a:pt x="892833" y="39604"/>
                </a:lnTo>
                <a:lnTo>
                  <a:pt x="892365" y="39004"/>
                </a:lnTo>
                <a:lnTo>
                  <a:pt x="891883" y="38416"/>
                </a:lnTo>
                <a:lnTo>
                  <a:pt x="891388" y="37839"/>
                </a:lnTo>
                <a:lnTo>
                  <a:pt x="890879" y="37275"/>
                </a:lnTo>
                <a:lnTo>
                  <a:pt x="890357" y="36722"/>
                </a:lnTo>
                <a:lnTo>
                  <a:pt x="889821" y="36180"/>
                </a:lnTo>
                <a:lnTo>
                  <a:pt x="889272" y="35651"/>
                </a:lnTo>
                <a:lnTo>
                  <a:pt x="888710" y="35133"/>
                </a:lnTo>
                <a:lnTo>
                  <a:pt x="888133" y="34627"/>
                </a:lnTo>
                <a:lnTo>
                  <a:pt x="887544" y="34133"/>
                </a:lnTo>
                <a:lnTo>
                  <a:pt x="886941" y="33650"/>
                </a:lnTo>
                <a:lnTo>
                  <a:pt x="886324" y="33179"/>
                </a:lnTo>
                <a:lnTo>
                  <a:pt x="885694" y="32720"/>
                </a:lnTo>
                <a:lnTo>
                  <a:pt x="885050" y="32273"/>
                </a:lnTo>
                <a:lnTo>
                  <a:pt x="884393" y="31837"/>
                </a:lnTo>
                <a:lnTo>
                  <a:pt x="883722" y="31414"/>
                </a:lnTo>
                <a:lnTo>
                  <a:pt x="883038" y="31002"/>
                </a:lnTo>
                <a:lnTo>
                  <a:pt x="882340" y="30601"/>
                </a:lnTo>
                <a:lnTo>
                  <a:pt x="881644" y="30215"/>
                </a:lnTo>
                <a:lnTo>
                  <a:pt x="880936" y="29845"/>
                </a:lnTo>
                <a:lnTo>
                  <a:pt x="880216" y="29492"/>
                </a:lnTo>
                <a:lnTo>
                  <a:pt x="879485" y="29155"/>
                </a:lnTo>
                <a:lnTo>
                  <a:pt x="878742" y="28834"/>
                </a:lnTo>
                <a:lnTo>
                  <a:pt x="877987" y="28530"/>
                </a:lnTo>
                <a:lnTo>
                  <a:pt x="877220" y="28242"/>
                </a:lnTo>
                <a:lnTo>
                  <a:pt x="876442" y="27971"/>
                </a:lnTo>
                <a:lnTo>
                  <a:pt x="875652" y="27716"/>
                </a:lnTo>
                <a:lnTo>
                  <a:pt x="874850" y="27478"/>
                </a:lnTo>
                <a:lnTo>
                  <a:pt x="874036" y="27256"/>
                </a:lnTo>
                <a:lnTo>
                  <a:pt x="873211" y="27051"/>
                </a:lnTo>
                <a:lnTo>
                  <a:pt x="872374" y="26862"/>
                </a:lnTo>
                <a:lnTo>
                  <a:pt x="871525" y="26689"/>
                </a:lnTo>
                <a:lnTo>
                  <a:pt x="870664" y="26533"/>
                </a:lnTo>
                <a:lnTo>
                  <a:pt x="869792" y="26393"/>
                </a:lnTo>
                <a:lnTo>
                  <a:pt x="868908" y="26270"/>
                </a:lnTo>
                <a:lnTo>
                  <a:pt x="868012" y="26163"/>
                </a:lnTo>
                <a:lnTo>
                  <a:pt x="867104" y="26073"/>
                </a:lnTo>
                <a:lnTo>
                  <a:pt x="866185" y="25999"/>
                </a:lnTo>
                <a:lnTo>
                  <a:pt x="865254" y="25941"/>
                </a:lnTo>
                <a:lnTo>
                  <a:pt x="864311" y="25900"/>
                </a:lnTo>
                <a:lnTo>
                  <a:pt x="863357" y="25875"/>
                </a:lnTo>
                <a:lnTo>
                  <a:pt x="862390" y="25867"/>
                </a:lnTo>
                <a:lnTo>
                  <a:pt x="861354" y="25877"/>
                </a:lnTo>
                <a:lnTo>
                  <a:pt x="860329" y="25905"/>
                </a:lnTo>
                <a:lnTo>
                  <a:pt x="859315" y="25952"/>
                </a:lnTo>
                <a:lnTo>
                  <a:pt x="858314" y="26018"/>
                </a:lnTo>
                <a:lnTo>
                  <a:pt x="857324" y="26102"/>
                </a:lnTo>
                <a:lnTo>
                  <a:pt x="856346" y="26205"/>
                </a:lnTo>
                <a:lnTo>
                  <a:pt x="855380" y="26327"/>
                </a:lnTo>
                <a:lnTo>
                  <a:pt x="854425" y="26468"/>
                </a:lnTo>
                <a:lnTo>
                  <a:pt x="853483" y="26628"/>
                </a:lnTo>
                <a:lnTo>
                  <a:pt x="852552" y="26807"/>
                </a:lnTo>
                <a:lnTo>
                  <a:pt x="851632" y="27004"/>
                </a:lnTo>
                <a:lnTo>
                  <a:pt x="850725" y="27220"/>
                </a:lnTo>
                <a:lnTo>
                  <a:pt x="849829" y="27455"/>
                </a:lnTo>
                <a:lnTo>
                  <a:pt x="848945" y="27708"/>
                </a:lnTo>
                <a:lnTo>
                  <a:pt x="848072" y="27981"/>
                </a:lnTo>
                <a:lnTo>
                  <a:pt x="847212" y="28272"/>
                </a:lnTo>
                <a:lnTo>
                  <a:pt x="846363" y="28582"/>
                </a:lnTo>
                <a:lnTo>
                  <a:pt x="845526" y="28910"/>
                </a:lnTo>
                <a:lnTo>
                  <a:pt x="844700" y="29258"/>
                </a:lnTo>
                <a:lnTo>
                  <a:pt x="843887" y="29624"/>
                </a:lnTo>
                <a:lnTo>
                  <a:pt x="843085" y="30009"/>
                </a:lnTo>
                <a:lnTo>
                  <a:pt x="842295" y="30413"/>
                </a:lnTo>
                <a:lnTo>
                  <a:pt x="841516" y="30836"/>
                </a:lnTo>
                <a:lnTo>
                  <a:pt x="840750" y="31277"/>
                </a:lnTo>
                <a:lnTo>
                  <a:pt x="839996" y="31722"/>
                </a:lnTo>
                <a:lnTo>
                  <a:pt x="839257" y="32181"/>
                </a:lnTo>
                <a:lnTo>
                  <a:pt x="838533" y="32656"/>
                </a:lnTo>
                <a:lnTo>
                  <a:pt x="837824" y="33147"/>
                </a:lnTo>
                <a:lnTo>
                  <a:pt x="837129" y="33652"/>
                </a:lnTo>
                <a:lnTo>
                  <a:pt x="836449" y="34173"/>
                </a:lnTo>
                <a:lnTo>
                  <a:pt x="835784" y="34709"/>
                </a:lnTo>
                <a:lnTo>
                  <a:pt x="835133" y="35260"/>
                </a:lnTo>
                <a:lnTo>
                  <a:pt x="834497" y="35826"/>
                </a:lnTo>
                <a:lnTo>
                  <a:pt x="833876" y="36408"/>
                </a:lnTo>
                <a:lnTo>
                  <a:pt x="833269" y="37005"/>
                </a:lnTo>
                <a:lnTo>
                  <a:pt x="832677" y="37617"/>
                </a:lnTo>
                <a:lnTo>
                  <a:pt x="832099" y="38245"/>
                </a:lnTo>
                <a:lnTo>
                  <a:pt x="831537" y="38888"/>
                </a:lnTo>
                <a:lnTo>
                  <a:pt x="830989" y="39546"/>
                </a:lnTo>
                <a:lnTo>
                  <a:pt x="830455" y="40219"/>
                </a:lnTo>
                <a:lnTo>
                  <a:pt x="829937" y="40908"/>
                </a:lnTo>
                <a:lnTo>
                  <a:pt x="829433" y="41612"/>
                </a:lnTo>
                <a:lnTo>
                  <a:pt x="828944" y="42331"/>
                </a:lnTo>
                <a:lnTo>
                  <a:pt x="828469" y="43065"/>
                </a:lnTo>
                <a:lnTo>
                  <a:pt x="828009" y="43815"/>
                </a:lnTo>
                <a:lnTo>
                  <a:pt x="827564" y="44580"/>
                </a:lnTo>
                <a:lnTo>
                  <a:pt x="827133" y="45360"/>
                </a:lnTo>
                <a:lnTo>
                  <a:pt x="826717" y="46155"/>
                </a:lnTo>
                <a:lnTo>
                  <a:pt x="826317" y="46965"/>
                </a:lnTo>
                <a:lnTo>
                  <a:pt x="825934" y="47786"/>
                </a:lnTo>
                <a:lnTo>
                  <a:pt x="825568" y="48620"/>
                </a:lnTo>
                <a:lnTo>
                  <a:pt x="825219" y="49466"/>
                </a:lnTo>
                <a:lnTo>
                  <a:pt x="824887" y="50325"/>
                </a:lnTo>
                <a:lnTo>
                  <a:pt x="824572" y="51196"/>
                </a:lnTo>
                <a:lnTo>
                  <a:pt x="824274" y="52079"/>
                </a:lnTo>
                <a:lnTo>
                  <a:pt x="823993" y="52974"/>
                </a:lnTo>
                <a:lnTo>
                  <a:pt x="823729" y="53882"/>
                </a:lnTo>
                <a:lnTo>
                  <a:pt x="823483" y="54802"/>
                </a:lnTo>
                <a:lnTo>
                  <a:pt x="823253" y="55735"/>
                </a:lnTo>
                <a:lnTo>
                  <a:pt x="823040" y="56680"/>
                </a:lnTo>
                <a:lnTo>
                  <a:pt x="822844" y="57637"/>
                </a:lnTo>
                <a:lnTo>
                  <a:pt x="822665" y="58606"/>
                </a:lnTo>
                <a:lnTo>
                  <a:pt x="822504" y="59588"/>
                </a:lnTo>
                <a:lnTo>
                  <a:pt x="822359" y="60582"/>
                </a:lnTo>
                <a:lnTo>
                  <a:pt x="822231" y="61589"/>
                </a:lnTo>
                <a:lnTo>
                  <a:pt x="822121" y="62608"/>
                </a:lnTo>
                <a:lnTo>
                  <a:pt x="822027" y="63639"/>
                </a:lnTo>
                <a:lnTo>
                  <a:pt x="821950" y="64682"/>
                </a:lnTo>
                <a:lnTo>
                  <a:pt x="821891" y="65738"/>
                </a:lnTo>
                <a:lnTo>
                  <a:pt x="821848" y="66806"/>
                </a:lnTo>
                <a:lnTo>
                  <a:pt x="821823" y="67887"/>
                </a:lnTo>
                <a:lnTo>
                  <a:pt x="821814" y="68979"/>
                </a:lnTo>
                <a:lnTo>
                  <a:pt x="821814" y="72530"/>
                </a:lnTo>
                <a:lnTo>
                  <a:pt x="821822" y="73582"/>
                </a:lnTo>
                <a:lnTo>
                  <a:pt x="821844" y="74623"/>
                </a:lnTo>
                <a:lnTo>
                  <a:pt x="821880" y="75655"/>
                </a:lnTo>
                <a:lnTo>
                  <a:pt x="821932" y="76677"/>
                </a:lnTo>
                <a:lnTo>
                  <a:pt x="821998" y="77688"/>
                </a:lnTo>
                <a:lnTo>
                  <a:pt x="822078" y="78690"/>
                </a:lnTo>
                <a:lnTo>
                  <a:pt x="822174" y="79682"/>
                </a:lnTo>
                <a:lnTo>
                  <a:pt x="822284" y="80664"/>
                </a:lnTo>
                <a:lnTo>
                  <a:pt x="822409" y="81636"/>
                </a:lnTo>
                <a:lnTo>
                  <a:pt x="822548" y="82598"/>
                </a:lnTo>
                <a:lnTo>
                  <a:pt x="822702" y="83549"/>
                </a:lnTo>
                <a:lnTo>
                  <a:pt x="822871" y="84491"/>
                </a:lnTo>
                <a:lnTo>
                  <a:pt x="823054" y="85423"/>
                </a:lnTo>
                <a:lnTo>
                  <a:pt x="823252" y="86345"/>
                </a:lnTo>
                <a:lnTo>
                  <a:pt x="823465" y="87257"/>
                </a:lnTo>
                <a:lnTo>
                  <a:pt x="823693" y="88159"/>
                </a:lnTo>
                <a:lnTo>
                  <a:pt x="823935" y="89051"/>
                </a:lnTo>
                <a:lnTo>
                  <a:pt x="824192" y="89933"/>
                </a:lnTo>
                <a:lnTo>
                  <a:pt x="824463" y="90805"/>
                </a:lnTo>
                <a:lnTo>
                  <a:pt x="824749" y="91667"/>
                </a:lnTo>
                <a:lnTo>
                  <a:pt x="825050" y="92519"/>
                </a:lnTo>
                <a:lnTo>
                  <a:pt x="825366" y="93361"/>
                </a:lnTo>
                <a:lnTo>
                  <a:pt x="825696" y="94194"/>
                </a:lnTo>
                <a:lnTo>
                  <a:pt x="826041" y="95016"/>
                </a:lnTo>
                <a:lnTo>
                  <a:pt x="826415" y="95825"/>
                </a:lnTo>
                <a:lnTo>
                  <a:pt x="826804" y="96620"/>
                </a:lnTo>
                <a:lnTo>
                  <a:pt x="827209" y="97399"/>
                </a:lnTo>
                <a:lnTo>
                  <a:pt x="827628" y="98162"/>
                </a:lnTo>
                <a:lnTo>
                  <a:pt x="828063" y="98911"/>
                </a:lnTo>
                <a:lnTo>
                  <a:pt x="828514" y="99644"/>
                </a:lnTo>
                <a:lnTo>
                  <a:pt x="828979" y="100362"/>
                </a:lnTo>
                <a:lnTo>
                  <a:pt x="829460" y="101065"/>
                </a:lnTo>
                <a:lnTo>
                  <a:pt x="829956" y="101752"/>
                </a:lnTo>
                <a:lnTo>
                  <a:pt x="830467" y="102424"/>
                </a:lnTo>
                <a:lnTo>
                  <a:pt x="830994" y="103081"/>
                </a:lnTo>
                <a:lnTo>
                  <a:pt x="831536" y="103723"/>
                </a:lnTo>
                <a:lnTo>
                  <a:pt x="832093" y="104349"/>
                </a:lnTo>
                <a:lnTo>
                  <a:pt x="832665" y="104960"/>
                </a:lnTo>
                <a:lnTo>
                  <a:pt x="833253" y="105556"/>
                </a:lnTo>
                <a:lnTo>
                  <a:pt x="833856" y="106137"/>
                </a:lnTo>
                <a:lnTo>
                  <a:pt x="834474" y="106702"/>
                </a:lnTo>
                <a:lnTo>
                  <a:pt x="835107" y="107252"/>
                </a:lnTo>
                <a:lnTo>
                  <a:pt x="835756" y="107787"/>
                </a:lnTo>
                <a:lnTo>
                  <a:pt x="836420" y="108306"/>
                </a:lnTo>
                <a:lnTo>
                  <a:pt x="837099" y="108811"/>
                </a:lnTo>
                <a:lnTo>
                  <a:pt x="837793" y="109300"/>
                </a:lnTo>
                <a:lnTo>
                  <a:pt x="838503" y="109773"/>
                </a:lnTo>
                <a:lnTo>
                  <a:pt x="839228" y="110232"/>
                </a:lnTo>
                <a:lnTo>
                  <a:pt x="839983" y="110673"/>
                </a:lnTo>
                <a:lnTo>
                  <a:pt x="840753" y="111096"/>
                </a:lnTo>
                <a:lnTo>
                  <a:pt x="841540" y="111500"/>
                </a:lnTo>
                <a:lnTo>
                  <a:pt x="842342" y="111885"/>
                </a:lnTo>
                <a:lnTo>
                  <a:pt x="843160" y="112251"/>
                </a:lnTo>
                <a:lnTo>
                  <a:pt x="843994" y="112599"/>
                </a:lnTo>
                <a:lnTo>
                  <a:pt x="844843" y="112927"/>
                </a:lnTo>
                <a:lnTo>
                  <a:pt x="845709" y="113237"/>
                </a:lnTo>
                <a:lnTo>
                  <a:pt x="846591" y="113529"/>
                </a:lnTo>
                <a:lnTo>
                  <a:pt x="847488" y="113801"/>
                </a:lnTo>
                <a:lnTo>
                  <a:pt x="848401" y="114055"/>
                </a:lnTo>
                <a:lnTo>
                  <a:pt x="849330" y="114289"/>
                </a:lnTo>
                <a:lnTo>
                  <a:pt x="850275" y="114505"/>
                </a:lnTo>
                <a:lnTo>
                  <a:pt x="851235" y="114703"/>
                </a:lnTo>
                <a:lnTo>
                  <a:pt x="852212" y="114881"/>
                </a:lnTo>
                <a:lnTo>
                  <a:pt x="853204" y="115041"/>
                </a:lnTo>
                <a:lnTo>
                  <a:pt x="854213" y="115182"/>
                </a:lnTo>
                <a:lnTo>
                  <a:pt x="855237" y="115304"/>
                </a:lnTo>
                <a:lnTo>
                  <a:pt x="856277" y="115407"/>
                </a:lnTo>
                <a:lnTo>
                  <a:pt x="857332" y="115492"/>
                </a:lnTo>
                <a:lnTo>
                  <a:pt x="858404" y="115557"/>
                </a:lnTo>
                <a:lnTo>
                  <a:pt x="859492" y="115604"/>
                </a:lnTo>
                <a:lnTo>
                  <a:pt x="860595" y="115633"/>
                </a:lnTo>
                <a:lnTo>
                  <a:pt x="861714" y="115642"/>
                </a:lnTo>
                <a:lnTo>
                  <a:pt x="862681" y="115635"/>
                </a:lnTo>
                <a:lnTo>
                  <a:pt x="863636" y="115614"/>
                </a:lnTo>
                <a:lnTo>
                  <a:pt x="864580" y="115579"/>
                </a:lnTo>
                <a:lnTo>
                  <a:pt x="865513" y="115529"/>
                </a:lnTo>
                <a:close/>
                <a:moveTo>
                  <a:pt x="839606" y="60278"/>
                </a:moveTo>
                <a:lnTo>
                  <a:pt x="839637" y="59803"/>
                </a:lnTo>
                <a:lnTo>
                  <a:pt x="839676" y="59329"/>
                </a:lnTo>
                <a:lnTo>
                  <a:pt x="839725" y="58856"/>
                </a:lnTo>
                <a:lnTo>
                  <a:pt x="839782" y="58385"/>
                </a:lnTo>
                <a:lnTo>
                  <a:pt x="839848" y="57915"/>
                </a:lnTo>
                <a:lnTo>
                  <a:pt x="839923" y="57446"/>
                </a:lnTo>
                <a:lnTo>
                  <a:pt x="840007" y="56978"/>
                </a:lnTo>
                <a:lnTo>
                  <a:pt x="840099" y="56511"/>
                </a:lnTo>
                <a:lnTo>
                  <a:pt x="840200" y="56046"/>
                </a:lnTo>
                <a:lnTo>
                  <a:pt x="840310" y="55581"/>
                </a:lnTo>
                <a:lnTo>
                  <a:pt x="840429" y="55118"/>
                </a:lnTo>
                <a:lnTo>
                  <a:pt x="840557" y="54656"/>
                </a:lnTo>
                <a:lnTo>
                  <a:pt x="840693" y="54195"/>
                </a:lnTo>
                <a:lnTo>
                  <a:pt x="840839" y="53736"/>
                </a:lnTo>
                <a:lnTo>
                  <a:pt x="840993" y="53277"/>
                </a:lnTo>
                <a:lnTo>
                  <a:pt x="841156" y="52820"/>
                </a:lnTo>
                <a:lnTo>
                  <a:pt x="841327" y="52364"/>
                </a:lnTo>
                <a:lnTo>
                  <a:pt x="841508" y="51909"/>
                </a:lnTo>
                <a:lnTo>
                  <a:pt x="841697" y="51455"/>
                </a:lnTo>
                <a:lnTo>
                  <a:pt x="841895" y="51003"/>
                </a:lnTo>
                <a:lnTo>
                  <a:pt x="842102" y="50551"/>
                </a:lnTo>
                <a:lnTo>
                  <a:pt x="842332" y="50090"/>
                </a:lnTo>
                <a:lnTo>
                  <a:pt x="842568" y="49635"/>
                </a:lnTo>
                <a:lnTo>
                  <a:pt x="842813" y="49188"/>
                </a:lnTo>
                <a:lnTo>
                  <a:pt x="843065" y="48748"/>
                </a:lnTo>
                <a:lnTo>
                  <a:pt x="843325" y="48314"/>
                </a:lnTo>
                <a:lnTo>
                  <a:pt x="843592" y="47888"/>
                </a:lnTo>
                <a:lnTo>
                  <a:pt x="843867" y="47469"/>
                </a:lnTo>
                <a:lnTo>
                  <a:pt x="844150" y="47057"/>
                </a:lnTo>
                <a:lnTo>
                  <a:pt x="844440" y="46652"/>
                </a:lnTo>
                <a:lnTo>
                  <a:pt x="844738" y="46254"/>
                </a:lnTo>
                <a:lnTo>
                  <a:pt x="845044" y="45863"/>
                </a:lnTo>
                <a:lnTo>
                  <a:pt x="845357" y="45479"/>
                </a:lnTo>
                <a:lnTo>
                  <a:pt x="845678" y="45102"/>
                </a:lnTo>
                <a:lnTo>
                  <a:pt x="846006" y="44732"/>
                </a:lnTo>
                <a:lnTo>
                  <a:pt x="846342" y="44370"/>
                </a:lnTo>
                <a:lnTo>
                  <a:pt x="846686" y="44014"/>
                </a:lnTo>
                <a:lnTo>
                  <a:pt x="847037" y="43665"/>
                </a:lnTo>
                <a:lnTo>
                  <a:pt x="847396" y="43323"/>
                </a:lnTo>
                <a:lnTo>
                  <a:pt x="847763" y="42989"/>
                </a:lnTo>
                <a:lnTo>
                  <a:pt x="848137" y="42661"/>
                </a:lnTo>
                <a:lnTo>
                  <a:pt x="848519" y="42341"/>
                </a:lnTo>
                <a:lnTo>
                  <a:pt x="848908" y="42027"/>
                </a:lnTo>
                <a:lnTo>
                  <a:pt x="849306" y="41721"/>
                </a:lnTo>
                <a:lnTo>
                  <a:pt x="849710" y="41421"/>
                </a:lnTo>
                <a:lnTo>
                  <a:pt x="850137" y="41132"/>
                </a:lnTo>
                <a:lnTo>
                  <a:pt x="850571" y="40854"/>
                </a:lnTo>
                <a:lnTo>
                  <a:pt x="851013" y="40589"/>
                </a:lnTo>
                <a:lnTo>
                  <a:pt x="851462" y="40337"/>
                </a:lnTo>
                <a:lnTo>
                  <a:pt x="851919" y="40096"/>
                </a:lnTo>
                <a:lnTo>
                  <a:pt x="852384" y="39868"/>
                </a:lnTo>
                <a:lnTo>
                  <a:pt x="852856" y="39652"/>
                </a:lnTo>
                <a:lnTo>
                  <a:pt x="853336" y="39449"/>
                </a:lnTo>
                <a:lnTo>
                  <a:pt x="853823" y="39258"/>
                </a:lnTo>
                <a:lnTo>
                  <a:pt x="854319" y="39079"/>
                </a:lnTo>
                <a:lnTo>
                  <a:pt x="854821" y="38913"/>
                </a:lnTo>
                <a:lnTo>
                  <a:pt x="855332" y="38759"/>
                </a:lnTo>
                <a:lnTo>
                  <a:pt x="855850" y="38617"/>
                </a:lnTo>
                <a:lnTo>
                  <a:pt x="856376" y="38487"/>
                </a:lnTo>
                <a:lnTo>
                  <a:pt x="856909" y="38370"/>
                </a:lnTo>
                <a:lnTo>
                  <a:pt x="857450" y="38266"/>
                </a:lnTo>
                <a:lnTo>
                  <a:pt x="857998" y="38173"/>
                </a:lnTo>
                <a:lnTo>
                  <a:pt x="858555" y="38093"/>
                </a:lnTo>
                <a:lnTo>
                  <a:pt x="859118" y="38025"/>
                </a:lnTo>
                <a:lnTo>
                  <a:pt x="859690" y="37970"/>
                </a:lnTo>
                <a:lnTo>
                  <a:pt x="860269" y="37927"/>
                </a:lnTo>
                <a:lnTo>
                  <a:pt x="860856" y="37896"/>
                </a:lnTo>
                <a:lnTo>
                  <a:pt x="861450" y="37877"/>
                </a:lnTo>
                <a:lnTo>
                  <a:pt x="862052" y="37871"/>
                </a:lnTo>
                <a:lnTo>
                  <a:pt x="862585" y="37876"/>
                </a:lnTo>
                <a:lnTo>
                  <a:pt x="863112" y="37891"/>
                </a:lnTo>
                <a:lnTo>
                  <a:pt x="863635" y="37916"/>
                </a:lnTo>
                <a:lnTo>
                  <a:pt x="864151" y="37951"/>
                </a:lnTo>
                <a:lnTo>
                  <a:pt x="864663" y="37996"/>
                </a:lnTo>
                <a:lnTo>
                  <a:pt x="865169" y="38051"/>
                </a:lnTo>
                <a:lnTo>
                  <a:pt x="865670" y="38116"/>
                </a:lnTo>
                <a:lnTo>
                  <a:pt x="866166" y="38190"/>
                </a:lnTo>
                <a:lnTo>
                  <a:pt x="866657" y="38275"/>
                </a:lnTo>
                <a:lnTo>
                  <a:pt x="867142" y="38370"/>
                </a:lnTo>
                <a:lnTo>
                  <a:pt x="867622" y="38475"/>
                </a:lnTo>
                <a:lnTo>
                  <a:pt x="868096" y="38590"/>
                </a:lnTo>
                <a:lnTo>
                  <a:pt x="868566" y="38714"/>
                </a:lnTo>
                <a:lnTo>
                  <a:pt x="869030" y="38849"/>
                </a:lnTo>
                <a:lnTo>
                  <a:pt x="869488" y="38994"/>
                </a:lnTo>
                <a:lnTo>
                  <a:pt x="869942" y="39148"/>
                </a:lnTo>
                <a:lnTo>
                  <a:pt x="870390" y="39313"/>
                </a:lnTo>
                <a:lnTo>
                  <a:pt x="870833" y="39488"/>
                </a:lnTo>
                <a:lnTo>
                  <a:pt x="871271" y="39672"/>
                </a:lnTo>
                <a:lnTo>
                  <a:pt x="871703" y="39867"/>
                </a:lnTo>
                <a:lnTo>
                  <a:pt x="872130" y="40072"/>
                </a:lnTo>
                <a:lnTo>
                  <a:pt x="872552" y="40286"/>
                </a:lnTo>
                <a:lnTo>
                  <a:pt x="872968" y="40511"/>
                </a:lnTo>
                <a:lnTo>
                  <a:pt x="873380" y="40745"/>
                </a:lnTo>
                <a:lnTo>
                  <a:pt x="873784" y="40989"/>
                </a:lnTo>
                <a:lnTo>
                  <a:pt x="874180" y="41239"/>
                </a:lnTo>
                <a:lnTo>
                  <a:pt x="874568" y="41498"/>
                </a:lnTo>
                <a:lnTo>
                  <a:pt x="874948" y="41764"/>
                </a:lnTo>
                <a:lnTo>
                  <a:pt x="875320" y="42038"/>
                </a:lnTo>
                <a:lnTo>
                  <a:pt x="875683" y="42320"/>
                </a:lnTo>
                <a:lnTo>
                  <a:pt x="876038" y="42609"/>
                </a:lnTo>
                <a:lnTo>
                  <a:pt x="876385" y="42905"/>
                </a:lnTo>
                <a:lnTo>
                  <a:pt x="876724" y="43210"/>
                </a:lnTo>
                <a:lnTo>
                  <a:pt x="877055" y="43522"/>
                </a:lnTo>
                <a:lnTo>
                  <a:pt x="877377" y="43842"/>
                </a:lnTo>
                <a:lnTo>
                  <a:pt x="877691" y="44169"/>
                </a:lnTo>
                <a:lnTo>
                  <a:pt x="877997" y="44504"/>
                </a:lnTo>
                <a:lnTo>
                  <a:pt x="878294" y="44846"/>
                </a:lnTo>
                <a:lnTo>
                  <a:pt x="878584" y="45196"/>
                </a:lnTo>
                <a:lnTo>
                  <a:pt x="878865" y="45554"/>
                </a:lnTo>
                <a:lnTo>
                  <a:pt x="879138" y="45920"/>
                </a:lnTo>
                <a:lnTo>
                  <a:pt x="879403" y="46293"/>
                </a:lnTo>
                <a:lnTo>
                  <a:pt x="879659" y="46673"/>
                </a:lnTo>
                <a:lnTo>
                  <a:pt x="879908" y="47062"/>
                </a:lnTo>
                <a:lnTo>
                  <a:pt x="880148" y="47458"/>
                </a:lnTo>
                <a:lnTo>
                  <a:pt x="880380" y="47861"/>
                </a:lnTo>
                <a:lnTo>
                  <a:pt x="880603" y="48272"/>
                </a:lnTo>
                <a:lnTo>
                  <a:pt x="880819" y="48691"/>
                </a:lnTo>
                <a:lnTo>
                  <a:pt x="881040" y="49103"/>
                </a:lnTo>
                <a:lnTo>
                  <a:pt x="881251" y="49519"/>
                </a:lnTo>
                <a:lnTo>
                  <a:pt x="881453" y="49941"/>
                </a:lnTo>
                <a:lnTo>
                  <a:pt x="881645" y="50368"/>
                </a:lnTo>
                <a:lnTo>
                  <a:pt x="881828" y="50800"/>
                </a:lnTo>
                <a:lnTo>
                  <a:pt x="882002" y="51238"/>
                </a:lnTo>
                <a:lnTo>
                  <a:pt x="882167" y="51681"/>
                </a:lnTo>
                <a:lnTo>
                  <a:pt x="882322" y="52129"/>
                </a:lnTo>
                <a:lnTo>
                  <a:pt x="882467" y="52583"/>
                </a:lnTo>
                <a:lnTo>
                  <a:pt x="882603" y="53041"/>
                </a:lnTo>
                <a:lnTo>
                  <a:pt x="882730" y="53505"/>
                </a:lnTo>
                <a:lnTo>
                  <a:pt x="882848" y="53975"/>
                </a:lnTo>
                <a:lnTo>
                  <a:pt x="882956" y="54449"/>
                </a:lnTo>
                <a:lnTo>
                  <a:pt x="883054" y="54929"/>
                </a:lnTo>
                <a:lnTo>
                  <a:pt x="883143" y="55414"/>
                </a:lnTo>
                <a:lnTo>
                  <a:pt x="883223" y="55905"/>
                </a:lnTo>
                <a:lnTo>
                  <a:pt x="883294" y="56401"/>
                </a:lnTo>
                <a:lnTo>
                  <a:pt x="883355" y="56902"/>
                </a:lnTo>
                <a:lnTo>
                  <a:pt x="883406" y="57408"/>
                </a:lnTo>
                <a:lnTo>
                  <a:pt x="883449" y="57920"/>
                </a:lnTo>
                <a:lnTo>
                  <a:pt x="883481" y="58436"/>
                </a:lnTo>
                <a:lnTo>
                  <a:pt x="883505" y="58959"/>
                </a:lnTo>
                <a:lnTo>
                  <a:pt x="883519" y="59486"/>
                </a:lnTo>
                <a:lnTo>
                  <a:pt x="883524" y="60019"/>
                </a:lnTo>
                <a:lnTo>
                  <a:pt x="883524" y="62555"/>
                </a:lnTo>
                <a:lnTo>
                  <a:pt x="839566" y="62555"/>
                </a:lnTo>
                <a:lnTo>
                  <a:pt x="839566" y="61709"/>
                </a:lnTo>
                <a:lnTo>
                  <a:pt x="839571" y="61231"/>
                </a:lnTo>
                <a:lnTo>
                  <a:pt x="839584" y="60754"/>
                </a:lnTo>
                <a:lnTo>
                  <a:pt x="839606" y="60278"/>
                </a:lnTo>
                <a:close/>
                <a:moveTo>
                  <a:pt x="965864" y="115562"/>
                </a:moveTo>
                <a:lnTo>
                  <a:pt x="966823" y="115517"/>
                </a:lnTo>
                <a:lnTo>
                  <a:pt x="967769" y="115462"/>
                </a:lnTo>
                <a:lnTo>
                  <a:pt x="968704" y="115397"/>
                </a:lnTo>
                <a:lnTo>
                  <a:pt x="969626" y="115323"/>
                </a:lnTo>
                <a:lnTo>
                  <a:pt x="970535" y="115238"/>
                </a:lnTo>
                <a:lnTo>
                  <a:pt x="971432" y="115143"/>
                </a:lnTo>
                <a:lnTo>
                  <a:pt x="972317" y="115038"/>
                </a:lnTo>
                <a:lnTo>
                  <a:pt x="973190" y="114923"/>
                </a:lnTo>
                <a:lnTo>
                  <a:pt x="974050" y="114799"/>
                </a:lnTo>
                <a:lnTo>
                  <a:pt x="974898" y="114664"/>
                </a:lnTo>
                <a:lnTo>
                  <a:pt x="975734" y="114519"/>
                </a:lnTo>
                <a:lnTo>
                  <a:pt x="976557" y="114365"/>
                </a:lnTo>
                <a:lnTo>
                  <a:pt x="977368" y="114200"/>
                </a:lnTo>
                <a:lnTo>
                  <a:pt x="978167" y="114025"/>
                </a:lnTo>
                <a:lnTo>
                  <a:pt x="978953" y="113841"/>
                </a:lnTo>
                <a:lnTo>
                  <a:pt x="979727" y="113646"/>
                </a:lnTo>
                <a:lnTo>
                  <a:pt x="980489" y="113441"/>
                </a:lnTo>
                <a:lnTo>
                  <a:pt x="981238" y="113227"/>
                </a:lnTo>
                <a:lnTo>
                  <a:pt x="981975" y="113002"/>
                </a:lnTo>
                <a:lnTo>
                  <a:pt x="982700" y="112768"/>
                </a:lnTo>
                <a:lnTo>
                  <a:pt x="983425" y="112523"/>
                </a:lnTo>
                <a:lnTo>
                  <a:pt x="984136" y="112268"/>
                </a:lnTo>
                <a:lnTo>
                  <a:pt x="984832" y="112002"/>
                </a:lnTo>
                <a:lnTo>
                  <a:pt x="985513" y="111725"/>
                </a:lnTo>
                <a:lnTo>
                  <a:pt x="986180" y="111438"/>
                </a:lnTo>
                <a:lnTo>
                  <a:pt x="986832" y="111141"/>
                </a:lnTo>
                <a:lnTo>
                  <a:pt x="987469" y="110832"/>
                </a:lnTo>
                <a:lnTo>
                  <a:pt x="988091" y="110514"/>
                </a:lnTo>
                <a:lnTo>
                  <a:pt x="988699" y="110184"/>
                </a:lnTo>
                <a:lnTo>
                  <a:pt x="989293" y="109844"/>
                </a:lnTo>
                <a:lnTo>
                  <a:pt x="989871" y="109494"/>
                </a:lnTo>
                <a:lnTo>
                  <a:pt x="990435" y="109133"/>
                </a:lnTo>
                <a:lnTo>
                  <a:pt x="990984" y="108761"/>
                </a:lnTo>
                <a:lnTo>
                  <a:pt x="991519" y="108379"/>
                </a:lnTo>
                <a:lnTo>
                  <a:pt x="992038" y="107986"/>
                </a:lnTo>
                <a:lnTo>
                  <a:pt x="992544" y="107583"/>
                </a:lnTo>
                <a:lnTo>
                  <a:pt x="993034" y="107169"/>
                </a:lnTo>
                <a:lnTo>
                  <a:pt x="993510" y="106745"/>
                </a:lnTo>
                <a:lnTo>
                  <a:pt x="993971" y="106310"/>
                </a:lnTo>
                <a:lnTo>
                  <a:pt x="994417" y="105864"/>
                </a:lnTo>
                <a:lnTo>
                  <a:pt x="994849" y="105408"/>
                </a:lnTo>
                <a:lnTo>
                  <a:pt x="995266" y="104941"/>
                </a:lnTo>
                <a:lnTo>
                  <a:pt x="995669" y="104464"/>
                </a:lnTo>
                <a:lnTo>
                  <a:pt x="996056" y="103976"/>
                </a:lnTo>
                <a:lnTo>
                  <a:pt x="996443" y="103478"/>
                </a:lnTo>
                <a:lnTo>
                  <a:pt x="996813" y="102969"/>
                </a:lnTo>
                <a:lnTo>
                  <a:pt x="997166" y="102449"/>
                </a:lnTo>
                <a:lnTo>
                  <a:pt x="997503" y="101919"/>
                </a:lnTo>
                <a:lnTo>
                  <a:pt x="997823" y="101379"/>
                </a:lnTo>
                <a:lnTo>
                  <a:pt x="998128" y="100827"/>
                </a:lnTo>
                <a:lnTo>
                  <a:pt x="998415" y="100266"/>
                </a:lnTo>
                <a:lnTo>
                  <a:pt x="998686" y="99693"/>
                </a:lnTo>
                <a:lnTo>
                  <a:pt x="998941" y="99110"/>
                </a:lnTo>
                <a:lnTo>
                  <a:pt x="999180" y="98517"/>
                </a:lnTo>
                <a:lnTo>
                  <a:pt x="999401" y="97913"/>
                </a:lnTo>
                <a:lnTo>
                  <a:pt x="999607" y="97298"/>
                </a:lnTo>
                <a:lnTo>
                  <a:pt x="999796" y="96673"/>
                </a:lnTo>
                <a:lnTo>
                  <a:pt x="999969" y="96037"/>
                </a:lnTo>
                <a:lnTo>
                  <a:pt x="1000125" y="95391"/>
                </a:lnTo>
                <a:lnTo>
                  <a:pt x="1000264" y="94734"/>
                </a:lnTo>
                <a:lnTo>
                  <a:pt x="1000388" y="94067"/>
                </a:lnTo>
                <a:lnTo>
                  <a:pt x="1000495" y="93388"/>
                </a:lnTo>
                <a:lnTo>
                  <a:pt x="1000585" y="92700"/>
                </a:lnTo>
                <a:lnTo>
                  <a:pt x="1000659" y="92001"/>
                </a:lnTo>
                <a:lnTo>
                  <a:pt x="1000716" y="91291"/>
                </a:lnTo>
                <a:lnTo>
                  <a:pt x="1000758" y="90571"/>
                </a:lnTo>
                <a:lnTo>
                  <a:pt x="1000782" y="89840"/>
                </a:lnTo>
                <a:lnTo>
                  <a:pt x="1000790" y="89098"/>
                </a:lnTo>
                <a:lnTo>
                  <a:pt x="1000785" y="88441"/>
                </a:lnTo>
                <a:lnTo>
                  <a:pt x="1000768" y="87795"/>
                </a:lnTo>
                <a:lnTo>
                  <a:pt x="1000740" y="87159"/>
                </a:lnTo>
                <a:lnTo>
                  <a:pt x="1000701" y="86534"/>
                </a:lnTo>
                <a:lnTo>
                  <a:pt x="1000651" y="85920"/>
                </a:lnTo>
                <a:lnTo>
                  <a:pt x="1000590" y="85316"/>
                </a:lnTo>
                <a:lnTo>
                  <a:pt x="1000517" y="84722"/>
                </a:lnTo>
                <a:lnTo>
                  <a:pt x="1000434" y="84139"/>
                </a:lnTo>
                <a:lnTo>
                  <a:pt x="1000339" y="83567"/>
                </a:lnTo>
                <a:lnTo>
                  <a:pt x="1000233" y="83005"/>
                </a:lnTo>
                <a:lnTo>
                  <a:pt x="1000116" y="82454"/>
                </a:lnTo>
                <a:lnTo>
                  <a:pt x="999987" y="81913"/>
                </a:lnTo>
                <a:lnTo>
                  <a:pt x="999848" y="81383"/>
                </a:lnTo>
                <a:lnTo>
                  <a:pt x="999697" y="80863"/>
                </a:lnTo>
                <a:lnTo>
                  <a:pt x="999536" y="80354"/>
                </a:lnTo>
                <a:lnTo>
                  <a:pt x="999363" y="79856"/>
                </a:lnTo>
                <a:lnTo>
                  <a:pt x="999179" y="79368"/>
                </a:lnTo>
                <a:lnTo>
                  <a:pt x="998983" y="78891"/>
                </a:lnTo>
                <a:lnTo>
                  <a:pt x="998777" y="78424"/>
                </a:lnTo>
                <a:lnTo>
                  <a:pt x="998560" y="77968"/>
                </a:lnTo>
                <a:lnTo>
                  <a:pt x="998331" y="77523"/>
                </a:lnTo>
                <a:lnTo>
                  <a:pt x="998091" y="77088"/>
                </a:lnTo>
                <a:lnTo>
                  <a:pt x="997840" y="76663"/>
                </a:lnTo>
                <a:lnTo>
                  <a:pt x="997578" y="76249"/>
                </a:lnTo>
                <a:lnTo>
                  <a:pt x="997303" y="75830"/>
                </a:lnTo>
                <a:lnTo>
                  <a:pt x="997014" y="75417"/>
                </a:lnTo>
                <a:lnTo>
                  <a:pt x="996712" y="75010"/>
                </a:lnTo>
                <a:lnTo>
                  <a:pt x="996395" y="74610"/>
                </a:lnTo>
                <a:lnTo>
                  <a:pt x="996063" y="74217"/>
                </a:lnTo>
                <a:lnTo>
                  <a:pt x="995718" y="73830"/>
                </a:lnTo>
                <a:lnTo>
                  <a:pt x="995359" y="73449"/>
                </a:lnTo>
                <a:lnTo>
                  <a:pt x="994986" y="73075"/>
                </a:lnTo>
                <a:lnTo>
                  <a:pt x="994598" y="72707"/>
                </a:lnTo>
                <a:lnTo>
                  <a:pt x="994197" y="72345"/>
                </a:lnTo>
                <a:lnTo>
                  <a:pt x="993781" y="71991"/>
                </a:lnTo>
                <a:lnTo>
                  <a:pt x="993351" y="71642"/>
                </a:lnTo>
                <a:lnTo>
                  <a:pt x="992908" y="71300"/>
                </a:lnTo>
                <a:lnTo>
                  <a:pt x="992450" y="70965"/>
                </a:lnTo>
                <a:lnTo>
                  <a:pt x="991978" y="70636"/>
                </a:lnTo>
                <a:lnTo>
                  <a:pt x="991492" y="70313"/>
                </a:lnTo>
                <a:lnTo>
                  <a:pt x="990991" y="69997"/>
                </a:lnTo>
                <a:lnTo>
                  <a:pt x="990477" y="69687"/>
                </a:lnTo>
                <a:lnTo>
                  <a:pt x="989949" y="69384"/>
                </a:lnTo>
                <a:lnTo>
                  <a:pt x="989407" y="69087"/>
                </a:lnTo>
                <a:lnTo>
                  <a:pt x="988850" y="68797"/>
                </a:lnTo>
                <a:lnTo>
                  <a:pt x="988279" y="68513"/>
                </a:lnTo>
                <a:lnTo>
                  <a:pt x="987695" y="68236"/>
                </a:lnTo>
                <a:lnTo>
                  <a:pt x="987096" y="67965"/>
                </a:lnTo>
                <a:lnTo>
                  <a:pt x="986495" y="67699"/>
                </a:lnTo>
                <a:lnTo>
                  <a:pt x="985876" y="67437"/>
                </a:lnTo>
                <a:lnTo>
                  <a:pt x="985239" y="67178"/>
                </a:lnTo>
                <a:lnTo>
                  <a:pt x="984583" y="66922"/>
                </a:lnTo>
                <a:lnTo>
                  <a:pt x="983910" y="66671"/>
                </a:lnTo>
                <a:lnTo>
                  <a:pt x="983218" y="66422"/>
                </a:lnTo>
                <a:lnTo>
                  <a:pt x="982508" y="66177"/>
                </a:lnTo>
                <a:lnTo>
                  <a:pt x="981780" y="65936"/>
                </a:lnTo>
                <a:lnTo>
                  <a:pt x="981033" y="65698"/>
                </a:lnTo>
                <a:lnTo>
                  <a:pt x="980269" y="65464"/>
                </a:lnTo>
                <a:lnTo>
                  <a:pt x="979486" y="65234"/>
                </a:lnTo>
                <a:lnTo>
                  <a:pt x="978685" y="65006"/>
                </a:lnTo>
                <a:lnTo>
                  <a:pt x="977866" y="64783"/>
                </a:lnTo>
                <a:lnTo>
                  <a:pt x="977028" y="64563"/>
                </a:lnTo>
                <a:lnTo>
                  <a:pt x="976173" y="64346"/>
                </a:lnTo>
                <a:lnTo>
                  <a:pt x="975299" y="64133"/>
                </a:lnTo>
                <a:lnTo>
                  <a:pt x="974407" y="63923"/>
                </a:lnTo>
                <a:lnTo>
                  <a:pt x="973497" y="63717"/>
                </a:lnTo>
                <a:lnTo>
                  <a:pt x="972568" y="63515"/>
                </a:lnTo>
                <a:lnTo>
                  <a:pt x="971622" y="63316"/>
                </a:lnTo>
                <a:lnTo>
                  <a:pt x="970657" y="63120"/>
                </a:lnTo>
                <a:lnTo>
                  <a:pt x="969674" y="62928"/>
                </a:lnTo>
                <a:lnTo>
                  <a:pt x="968673" y="62740"/>
                </a:lnTo>
                <a:lnTo>
                  <a:pt x="967653" y="62555"/>
                </a:lnTo>
                <a:lnTo>
                  <a:pt x="966830" y="62400"/>
                </a:lnTo>
                <a:lnTo>
                  <a:pt x="966022" y="62246"/>
                </a:lnTo>
                <a:lnTo>
                  <a:pt x="965231" y="62093"/>
                </a:lnTo>
                <a:lnTo>
                  <a:pt x="964455" y="61940"/>
                </a:lnTo>
                <a:lnTo>
                  <a:pt x="963695" y="61787"/>
                </a:lnTo>
                <a:lnTo>
                  <a:pt x="962951" y="61636"/>
                </a:lnTo>
                <a:lnTo>
                  <a:pt x="962223" y="61484"/>
                </a:lnTo>
                <a:lnTo>
                  <a:pt x="961510" y="61334"/>
                </a:lnTo>
                <a:lnTo>
                  <a:pt x="960814" y="61184"/>
                </a:lnTo>
                <a:lnTo>
                  <a:pt x="960133" y="61034"/>
                </a:lnTo>
                <a:lnTo>
                  <a:pt x="959468" y="60886"/>
                </a:lnTo>
                <a:lnTo>
                  <a:pt x="958819" y="60737"/>
                </a:lnTo>
                <a:lnTo>
                  <a:pt x="958186" y="60590"/>
                </a:lnTo>
                <a:lnTo>
                  <a:pt x="957569" y="60443"/>
                </a:lnTo>
                <a:lnTo>
                  <a:pt x="956968" y="60296"/>
                </a:lnTo>
                <a:lnTo>
                  <a:pt x="956382" y="60150"/>
                </a:lnTo>
                <a:lnTo>
                  <a:pt x="955812" y="60005"/>
                </a:lnTo>
                <a:lnTo>
                  <a:pt x="955259" y="59860"/>
                </a:lnTo>
                <a:lnTo>
                  <a:pt x="954720" y="59716"/>
                </a:lnTo>
                <a:lnTo>
                  <a:pt x="954198" y="59573"/>
                </a:lnTo>
                <a:lnTo>
                  <a:pt x="953692" y="59430"/>
                </a:lnTo>
                <a:lnTo>
                  <a:pt x="953202" y="59287"/>
                </a:lnTo>
                <a:lnTo>
                  <a:pt x="952727" y="59146"/>
                </a:lnTo>
                <a:lnTo>
                  <a:pt x="952268" y="59004"/>
                </a:lnTo>
                <a:lnTo>
                  <a:pt x="951837" y="58863"/>
                </a:lnTo>
                <a:lnTo>
                  <a:pt x="951417" y="58720"/>
                </a:lnTo>
                <a:lnTo>
                  <a:pt x="951008" y="58576"/>
                </a:lnTo>
                <a:lnTo>
                  <a:pt x="950610" y="58431"/>
                </a:lnTo>
                <a:lnTo>
                  <a:pt x="950224" y="58285"/>
                </a:lnTo>
                <a:lnTo>
                  <a:pt x="949848" y="58138"/>
                </a:lnTo>
                <a:lnTo>
                  <a:pt x="949484" y="57989"/>
                </a:lnTo>
                <a:lnTo>
                  <a:pt x="949131" y="57840"/>
                </a:lnTo>
                <a:lnTo>
                  <a:pt x="948789" y="57689"/>
                </a:lnTo>
                <a:lnTo>
                  <a:pt x="948458" y="57537"/>
                </a:lnTo>
                <a:lnTo>
                  <a:pt x="948139" y="57384"/>
                </a:lnTo>
                <a:lnTo>
                  <a:pt x="947830" y="57229"/>
                </a:lnTo>
                <a:lnTo>
                  <a:pt x="947533" y="57074"/>
                </a:lnTo>
                <a:lnTo>
                  <a:pt x="947247" y="56917"/>
                </a:lnTo>
                <a:lnTo>
                  <a:pt x="946971" y="56759"/>
                </a:lnTo>
                <a:lnTo>
                  <a:pt x="946708" y="56600"/>
                </a:lnTo>
                <a:lnTo>
                  <a:pt x="946455" y="56440"/>
                </a:lnTo>
                <a:lnTo>
                  <a:pt x="946213" y="56278"/>
                </a:lnTo>
                <a:lnTo>
                  <a:pt x="945983" y="56116"/>
                </a:lnTo>
                <a:lnTo>
                  <a:pt x="945764" y="55952"/>
                </a:lnTo>
                <a:lnTo>
                  <a:pt x="945556" y="55787"/>
                </a:lnTo>
                <a:lnTo>
                  <a:pt x="945359" y="55621"/>
                </a:lnTo>
                <a:lnTo>
                  <a:pt x="945173" y="55453"/>
                </a:lnTo>
                <a:lnTo>
                  <a:pt x="944998" y="55285"/>
                </a:lnTo>
                <a:lnTo>
                  <a:pt x="944833" y="55100"/>
                </a:lnTo>
                <a:lnTo>
                  <a:pt x="944674" y="54912"/>
                </a:lnTo>
                <a:lnTo>
                  <a:pt x="944523" y="54720"/>
                </a:lnTo>
                <a:lnTo>
                  <a:pt x="944378" y="54524"/>
                </a:lnTo>
                <a:lnTo>
                  <a:pt x="944241" y="54325"/>
                </a:lnTo>
                <a:lnTo>
                  <a:pt x="944110" y="54123"/>
                </a:lnTo>
                <a:lnTo>
                  <a:pt x="943987" y="53917"/>
                </a:lnTo>
                <a:lnTo>
                  <a:pt x="943871" y="53707"/>
                </a:lnTo>
                <a:lnTo>
                  <a:pt x="943762" y="53494"/>
                </a:lnTo>
                <a:lnTo>
                  <a:pt x="943660" y="53277"/>
                </a:lnTo>
                <a:lnTo>
                  <a:pt x="943565" y="53057"/>
                </a:lnTo>
                <a:lnTo>
                  <a:pt x="943476" y="52833"/>
                </a:lnTo>
                <a:lnTo>
                  <a:pt x="943395" y="52606"/>
                </a:lnTo>
                <a:lnTo>
                  <a:pt x="943321" y="52376"/>
                </a:lnTo>
                <a:lnTo>
                  <a:pt x="943255" y="52141"/>
                </a:lnTo>
                <a:lnTo>
                  <a:pt x="943195" y="51904"/>
                </a:lnTo>
                <a:lnTo>
                  <a:pt x="943142" y="51662"/>
                </a:lnTo>
                <a:lnTo>
                  <a:pt x="943096" y="51418"/>
                </a:lnTo>
                <a:lnTo>
                  <a:pt x="943057" y="51169"/>
                </a:lnTo>
                <a:lnTo>
                  <a:pt x="943026" y="50917"/>
                </a:lnTo>
                <a:lnTo>
                  <a:pt x="943001" y="50662"/>
                </a:lnTo>
                <a:lnTo>
                  <a:pt x="942983" y="50403"/>
                </a:lnTo>
                <a:lnTo>
                  <a:pt x="942973" y="50141"/>
                </a:lnTo>
                <a:lnTo>
                  <a:pt x="942969" y="49875"/>
                </a:lnTo>
                <a:lnTo>
                  <a:pt x="943003" y="48882"/>
                </a:lnTo>
                <a:lnTo>
                  <a:pt x="943106" y="47931"/>
                </a:lnTo>
                <a:lnTo>
                  <a:pt x="943276" y="47022"/>
                </a:lnTo>
                <a:lnTo>
                  <a:pt x="943514" y="46155"/>
                </a:lnTo>
                <a:lnTo>
                  <a:pt x="943821" y="45331"/>
                </a:lnTo>
                <a:lnTo>
                  <a:pt x="944195" y="44549"/>
                </a:lnTo>
                <a:lnTo>
                  <a:pt x="944638" y="43810"/>
                </a:lnTo>
                <a:lnTo>
                  <a:pt x="945148" y="43112"/>
                </a:lnTo>
                <a:lnTo>
                  <a:pt x="945727" y="42457"/>
                </a:lnTo>
                <a:lnTo>
                  <a:pt x="946374" y="41844"/>
                </a:lnTo>
                <a:lnTo>
                  <a:pt x="947089" y="41274"/>
                </a:lnTo>
                <a:lnTo>
                  <a:pt x="947872" y="40745"/>
                </a:lnTo>
                <a:lnTo>
                  <a:pt x="948724" y="40259"/>
                </a:lnTo>
                <a:lnTo>
                  <a:pt x="949643" y="39815"/>
                </a:lnTo>
                <a:lnTo>
                  <a:pt x="950630" y="39414"/>
                </a:lnTo>
                <a:lnTo>
                  <a:pt x="951686" y="39055"/>
                </a:lnTo>
                <a:lnTo>
                  <a:pt x="952809" y="38738"/>
                </a:lnTo>
                <a:lnTo>
                  <a:pt x="954001" y="38463"/>
                </a:lnTo>
                <a:lnTo>
                  <a:pt x="955261" y="38230"/>
                </a:lnTo>
                <a:lnTo>
                  <a:pt x="956589" y="38040"/>
                </a:lnTo>
                <a:lnTo>
                  <a:pt x="957985" y="37892"/>
                </a:lnTo>
                <a:lnTo>
                  <a:pt x="959449" y="37787"/>
                </a:lnTo>
                <a:lnTo>
                  <a:pt x="960981" y="37723"/>
                </a:lnTo>
                <a:lnTo>
                  <a:pt x="962581" y="37702"/>
                </a:lnTo>
                <a:lnTo>
                  <a:pt x="963044" y="37704"/>
                </a:lnTo>
                <a:lnTo>
                  <a:pt x="963504" y="37710"/>
                </a:lnTo>
                <a:lnTo>
                  <a:pt x="963960" y="37720"/>
                </a:lnTo>
                <a:lnTo>
                  <a:pt x="964413" y="37735"/>
                </a:lnTo>
                <a:lnTo>
                  <a:pt x="964862" y="37753"/>
                </a:lnTo>
                <a:lnTo>
                  <a:pt x="965307" y="37776"/>
                </a:lnTo>
                <a:lnTo>
                  <a:pt x="965749" y="37803"/>
                </a:lnTo>
                <a:lnTo>
                  <a:pt x="966188" y="37833"/>
                </a:lnTo>
                <a:lnTo>
                  <a:pt x="966623" y="37868"/>
                </a:lnTo>
                <a:lnTo>
                  <a:pt x="967054" y="37907"/>
                </a:lnTo>
                <a:lnTo>
                  <a:pt x="967482" y="37951"/>
                </a:lnTo>
                <a:lnTo>
                  <a:pt x="967907" y="37998"/>
                </a:lnTo>
                <a:lnTo>
                  <a:pt x="968328" y="38049"/>
                </a:lnTo>
                <a:lnTo>
                  <a:pt x="968745" y="38105"/>
                </a:lnTo>
                <a:lnTo>
                  <a:pt x="969159" y="38164"/>
                </a:lnTo>
                <a:lnTo>
                  <a:pt x="969569" y="38228"/>
                </a:lnTo>
                <a:lnTo>
                  <a:pt x="969976" y="38296"/>
                </a:lnTo>
                <a:lnTo>
                  <a:pt x="970379" y="38368"/>
                </a:lnTo>
                <a:lnTo>
                  <a:pt x="970779" y="38444"/>
                </a:lnTo>
                <a:lnTo>
                  <a:pt x="971175" y="38524"/>
                </a:lnTo>
                <a:lnTo>
                  <a:pt x="971568" y="38608"/>
                </a:lnTo>
                <a:lnTo>
                  <a:pt x="971957" y="38696"/>
                </a:lnTo>
                <a:lnTo>
                  <a:pt x="972343" y="38789"/>
                </a:lnTo>
                <a:lnTo>
                  <a:pt x="972725" y="38885"/>
                </a:lnTo>
                <a:lnTo>
                  <a:pt x="973116" y="38974"/>
                </a:lnTo>
                <a:lnTo>
                  <a:pt x="973500" y="39070"/>
                </a:lnTo>
                <a:lnTo>
                  <a:pt x="973877" y="39173"/>
                </a:lnTo>
                <a:lnTo>
                  <a:pt x="974247" y="39285"/>
                </a:lnTo>
                <a:lnTo>
                  <a:pt x="974610" y="39404"/>
                </a:lnTo>
                <a:lnTo>
                  <a:pt x="974965" y="39530"/>
                </a:lnTo>
                <a:lnTo>
                  <a:pt x="975314" y="39664"/>
                </a:lnTo>
                <a:lnTo>
                  <a:pt x="975656" y="39806"/>
                </a:lnTo>
                <a:lnTo>
                  <a:pt x="975990" y="39955"/>
                </a:lnTo>
                <a:lnTo>
                  <a:pt x="976318" y="40112"/>
                </a:lnTo>
                <a:lnTo>
                  <a:pt x="976638" y="40277"/>
                </a:lnTo>
                <a:lnTo>
                  <a:pt x="976952" y="40449"/>
                </a:lnTo>
                <a:lnTo>
                  <a:pt x="977258" y="40629"/>
                </a:lnTo>
                <a:lnTo>
                  <a:pt x="977558" y="40817"/>
                </a:lnTo>
                <a:lnTo>
                  <a:pt x="977850" y="41012"/>
                </a:lnTo>
                <a:lnTo>
                  <a:pt x="978135" y="41215"/>
                </a:lnTo>
                <a:lnTo>
                  <a:pt x="978413" y="41425"/>
                </a:lnTo>
                <a:lnTo>
                  <a:pt x="978685" y="41643"/>
                </a:lnTo>
                <a:lnTo>
                  <a:pt x="978949" y="41869"/>
                </a:lnTo>
                <a:lnTo>
                  <a:pt x="979206" y="42102"/>
                </a:lnTo>
                <a:lnTo>
                  <a:pt x="979456" y="42343"/>
                </a:lnTo>
                <a:lnTo>
                  <a:pt x="979699" y="42592"/>
                </a:lnTo>
                <a:lnTo>
                  <a:pt x="979935" y="42848"/>
                </a:lnTo>
                <a:lnTo>
                  <a:pt x="980164" y="43112"/>
                </a:lnTo>
                <a:lnTo>
                  <a:pt x="980399" y="43371"/>
                </a:lnTo>
                <a:lnTo>
                  <a:pt x="980623" y="43640"/>
                </a:lnTo>
                <a:lnTo>
                  <a:pt x="980838" y="43920"/>
                </a:lnTo>
                <a:lnTo>
                  <a:pt x="981042" y="44211"/>
                </a:lnTo>
                <a:lnTo>
                  <a:pt x="981237" y="44512"/>
                </a:lnTo>
                <a:lnTo>
                  <a:pt x="981421" y="44824"/>
                </a:lnTo>
                <a:lnTo>
                  <a:pt x="981596" y="45146"/>
                </a:lnTo>
                <a:lnTo>
                  <a:pt x="981761" y="45479"/>
                </a:lnTo>
                <a:lnTo>
                  <a:pt x="981915" y="45822"/>
                </a:lnTo>
                <a:lnTo>
                  <a:pt x="982060" y="46176"/>
                </a:lnTo>
                <a:lnTo>
                  <a:pt x="982195" y="46541"/>
                </a:lnTo>
                <a:lnTo>
                  <a:pt x="982320" y="46916"/>
                </a:lnTo>
                <a:lnTo>
                  <a:pt x="982434" y="47302"/>
                </a:lnTo>
                <a:lnTo>
                  <a:pt x="982539" y="47698"/>
                </a:lnTo>
                <a:lnTo>
                  <a:pt x="982634" y="48105"/>
                </a:lnTo>
                <a:lnTo>
                  <a:pt x="982719" y="48522"/>
                </a:lnTo>
                <a:lnTo>
                  <a:pt x="982794" y="48950"/>
                </a:lnTo>
                <a:lnTo>
                  <a:pt x="982859" y="49389"/>
                </a:lnTo>
                <a:lnTo>
                  <a:pt x="982913" y="49838"/>
                </a:lnTo>
                <a:lnTo>
                  <a:pt x="982958" y="50297"/>
                </a:lnTo>
                <a:lnTo>
                  <a:pt x="982993" y="50768"/>
                </a:lnTo>
                <a:lnTo>
                  <a:pt x="983018" y="51248"/>
                </a:lnTo>
                <a:lnTo>
                  <a:pt x="983033" y="51740"/>
                </a:lnTo>
                <a:lnTo>
                  <a:pt x="983038" y="52242"/>
                </a:lnTo>
                <a:lnTo>
                  <a:pt x="997747" y="52242"/>
                </a:lnTo>
                <a:lnTo>
                  <a:pt x="997775" y="52144"/>
                </a:lnTo>
                <a:lnTo>
                  <a:pt x="997801" y="52048"/>
                </a:lnTo>
                <a:lnTo>
                  <a:pt x="997826" y="51954"/>
                </a:lnTo>
                <a:lnTo>
                  <a:pt x="997850" y="51861"/>
                </a:lnTo>
                <a:lnTo>
                  <a:pt x="997873" y="51771"/>
                </a:lnTo>
                <a:lnTo>
                  <a:pt x="997895" y="51682"/>
                </a:lnTo>
                <a:lnTo>
                  <a:pt x="997916" y="51595"/>
                </a:lnTo>
                <a:lnTo>
                  <a:pt x="997935" y="51509"/>
                </a:lnTo>
                <a:lnTo>
                  <a:pt x="997953" y="51425"/>
                </a:lnTo>
                <a:lnTo>
                  <a:pt x="997970" y="51344"/>
                </a:lnTo>
                <a:lnTo>
                  <a:pt x="997986" y="51263"/>
                </a:lnTo>
                <a:lnTo>
                  <a:pt x="998001" y="51185"/>
                </a:lnTo>
                <a:lnTo>
                  <a:pt x="998014" y="51108"/>
                </a:lnTo>
                <a:lnTo>
                  <a:pt x="998027" y="51034"/>
                </a:lnTo>
                <a:lnTo>
                  <a:pt x="998038" y="50961"/>
                </a:lnTo>
                <a:lnTo>
                  <a:pt x="998048" y="50889"/>
                </a:lnTo>
                <a:lnTo>
                  <a:pt x="998056" y="50820"/>
                </a:lnTo>
                <a:lnTo>
                  <a:pt x="998064" y="50752"/>
                </a:lnTo>
                <a:lnTo>
                  <a:pt x="998071" y="50686"/>
                </a:lnTo>
                <a:lnTo>
                  <a:pt x="998076" y="50622"/>
                </a:lnTo>
                <a:lnTo>
                  <a:pt x="998080" y="50559"/>
                </a:lnTo>
                <a:lnTo>
                  <a:pt x="998083" y="50498"/>
                </a:lnTo>
                <a:lnTo>
                  <a:pt x="998085" y="50439"/>
                </a:lnTo>
                <a:lnTo>
                  <a:pt x="998085" y="50382"/>
                </a:lnTo>
                <a:lnTo>
                  <a:pt x="998085" y="50326"/>
                </a:lnTo>
                <a:lnTo>
                  <a:pt x="998085" y="50270"/>
                </a:lnTo>
                <a:lnTo>
                  <a:pt x="998085" y="50216"/>
                </a:lnTo>
                <a:lnTo>
                  <a:pt x="998085" y="50161"/>
                </a:lnTo>
                <a:lnTo>
                  <a:pt x="998085" y="50108"/>
                </a:lnTo>
                <a:lnTo>
                  <a:pt x="998085" y="50054"/>
                </a:lnTo>
                <a:lnTo>
                  <a:pt x="998085" y="50002"/>
                </a:lnTo>
                <a:lnTo>
                  <a:pt x="998085" y="49950"/>
                </a:lnTo>
                <a:lnTo>
                  <a:pt x="998085" y="49899"/>
                </a:lnTo>
                <a:lnTo>
                  <a:pt x="998085" y="49848"/>
                </a:lnTo>
                <a:lnTo>
                  <a:pt x="998085" y="49798"/>
                </a:lnTo>
                <a:lnTo>
                  <a:pt x="998085" y="49748"/>
                </a:lnTo>
                <a:lnTo>
                  <a:pt x="998085" y="49699"/>
                </a:lnTo>
                <a:lnTo>
                  <a:pt x="998085" y="49651"/>
                </a:lnTo>
                <a:lnTo>
                  <a:pt x="998085" y="49603"/>
                </a:lnTo>
                <a:lnTo>
                  <a:pt x="998085" y="49555"/>
                </a:lnTo>
                <a:lnTo>
                  <a:pt x="998085" y="49509"/>
                </a:lnTo>
                <a:lnTo>
                  <a:pt x="998085" y="49463"/>
                </a:lnTo>
                <a:lnTo>
                  <a:pt x="998085" y="49417"/>
                </a:lnTo>
                <a:lnTo>
                  <a:pt x="998085" y="49372"/>
                </a:lnTo>
                <a:lnTo>
                  <a:pt x="998085" y="49328"/>
                </a:lnTo>
                <a:lnTo>
                  <a:pt x="998085" y="49284"/>
                </a:lnTo>
                <a:lnTo>
                  <a:pt x="998085" y="49241"/>
                </a:lnTo>
                <a:lnTo>
                  <a:pt x="998085" y="49199"/>
                </a:lnTo>
                <a:lnTo>
                  <a:pt x="998077" y="48597"/>
                </a:lnTo>
                <a:lnTo>
                  <a:pt x="998054" y="48002"/>
                </a:lnTo>
                <a:lnTo>
                  <a:pt x="998014" y="47415"/>
                </a:lnTo>
                <a:lnTo>
                  <a:pt x="997958" y="46836"/>
                </a:lnTo>
                <a:lnTo>
                  <a:pt x="997887" y="46265"/>
                </a:lnTo>
                <a:lnTo>
                  <a:pt x="997800" y="45701"/>
                </a:lnTo>
                <a:lnTo>
                  <a:pt x="997697" y="45145"/>
                </a:lnTo>
                <a:lnTo>
                  <a:pt x="997578" y="44596"/>
                </a:lnTo>
                <a:lnTo>
                  <a:pt x="997443" y="44055"/>
                </a:lnTo>
                <a:lnTo>
                  <a:pt x="997293" y="43522"/>
                </a:lnTo>
                <a:lnTo>
                  <a:pt x="997126" y="42996"/>
                </a:lnTo>
                <a:lnTo>
                  <a:pt x="996944" y="42478"/>
                </a:lnTo>
                <a:lnTo>
                  <a:pt x="996746" y="41968"/>
                </a:lnTo>
                <a:lnTo>
                  <a:pt x="996532" y="41465"/>
                </a:lnTo>
                <a:lnTo>
                  <a:pt x="996302" y="40970"/>
                </a:lnTo>
                <a:lnTo>
                  <a:pt x="996056" y="40482"/>
                </a:lnTo>
                <a:lnTo>
                  <a:pt x="995795" y="40002"/>
                </a:lnTo>
                <a:lnTo>
                  <a:pt x="995518" y="39530"/>
                </a:lnTo>
                <a:lnTo>
                  <a:pt x="995224" y="39065"/>
                </a:lnTo>
                <a:lnTo>
                  <a:pt x="994915" y="38608"/>
                </a:lnTo>
                <a:lnTo>
                  <a:pt x="994590" y="38159"/>
                </a:lnTo>
                <a:lnTo>
                  <a:pt x="994250" y="37717"/>
                </a:lnTo>
                <a:lnTo>
                  <a:pt x="993893" y="37283"/>
                </a:lnTo>
                <a:lnTo>
                  <a:pt x="993520" y="36857"/>
                </a:lnTo>
                <a:lnTo>
                  <a:pt x="993134" y="36424"/>
                </a:lnTo>
                <a:lnTo>
                  <a:pt x="992737" y="36000"/>
                </a:lnTo>
                <a:lnTo>
                  <a:pt x="992329" y="35583"/>
                </a:lnTo>
                <a:lnTo>
                  <a:pt x="991910" y="35175"/>
                </a:lnTo>
                <a:lnTo>
                  <a:pt x="991479" y="34776"/>
                </a:lnTo>
                <a:lnTo>
                  <a:pt x="991037" y="34384"/>
                </a:lnTo>
                <a:lnTo>
                  <a:pt x="990584" y="34001"/>
                </a:lnTo>
                <a:lnTo>
                  <a:pt x="990120" y="33626"/>
                </a:lnTo>
                <a:lnTo>
                  <a:pt x="989645" y="33259"/>
                </a:lnTo>
                <a:lnTo>
                  <a:pt x="989159" y="32900"/>
                </a:lnTo>
                <a:lnTo>
                  <a:pt x="988661" y="32550"/>
                </a:lnTo>
                <a:lnTo>
                  <a:pt x="988152" y="32207"/>
                </a:lnTo>
                <a:lnTo>
                  <a:pt x="987633" y="31873"/>
                </a:lnTo>
                <a:lnTo>
                  <a:pt x="987102" y="31547"/>
                </a:lnTo>
                <a:lnTo>
                  <a:pt x="986560" y="31230"/>
                </a:lnTo>
                <a:lnTo>
                  <a:pt x="986006" y="30920"/>
                </a:lnTo>
                <a:lnTo>
                  <a:pt x="985442" y="30619"/>
                </a:lnTo>
                <a:lnTo>
                  <a:pt x="984866" y="30326"/>
                </a:lnTo>
                <a:lnTo>
                  <a:pt x="984280" y="30042"/>
                </a:lnTo>
                <a:lnTo>
                  <a:pt x="983682" y="29765"/>
                </a:lnTo>
                <a:lnTo>
                  <a:pt x="983073" y="29497"/>
                </a:lnTo>
                <a:lnTo>
                  <a:pt x="982452" y="29237"/>
                </a:lnTo>
                <a:lnTo>
                  <a:pt x="981821" y="28985"/>
                </a:lnTo>
                <a:lnTo>
                  <a:pt x="981178" y="28741"/>
                </a:lnTo>
                <a:lnTo>
                  <a:pt x="980541" y="28507"/>
                </a:lnTo>
                <a:lnTo>
                  <a:pt x="979896" y="28282"/>
                </a:lnTo>
                <a:lnTo>
                  <a:pt x="979245" y="28068"/>
                </a:lnTo>
                <a:lnTo>
                  <a:pt x="978586" y="27863"/>
                </a:lnTo>
                <a:lnTo>
                  <a:pt x="977920" y="27669"/>
                </a:lnTo>
                <a:lnTo>
                  <a:pt x="977248" y="27484"/>
                </a:lnTo>
                <a:lnTo>
                  <a:pt x="976568" y="27309"/>
                </a:lnTo>
                <a:lnTo>
                  <a:pt x="975881" y="27145"/>
                </a:lnTo>
                <a:lnTo>
                  <a:pt x="975187" y="26990"/>
                </a:lnTo>
                <a:lnTo>
                  <a:pt x="974486" y="26845"/>
                </a:lnTo>
                <a:lnTo>
                  <a:pt x="973778" y="26711"/>
                </a:lnTo>
                <a:lnTo>
                  <a:pt x="973063" y="26586"/>
                </a:lnTo>
                <a:lnTo>
                  <a:pt x="972341" y="26471"/>
                </a:lnTo>
                <a:lnTo>
                  <a:pt x="971612" y="26366"/>
                </a:lnTo>
                <a:lnTo>
                  <a:pt x="970876" y="26271"/>
                </a:lnTo>
                <a:lnTo>
                  <a:pt x="970133" y="26187"/>
                </a:lnTo>
                <a:lnTo>
                  <a:pt x="969383" y="26112"/>
                </a:lnTo>
                <a:lnTo>
                  <a:pt x="968625" y="26047"/>
                </a:lnTo>
                <a:lnTo>
                  <a:pt x="967861" y="25992"/>
                </a:lnTo>
                <a:lnTo>
                  <a:pt x="967090" y="25947"/>
                </a:lnTo>
                <a:lnTo>
                  <a:pt x="966311" y="25912"/>
                </a:lnTo>
                <a:lnTo>
                  <a:pt x="965526" y="25887"/>
                </a:lnTo>
                <a:lnTo>
                  <a:pt x="964733" y="25872"/>
                </a:lnTo>
                <a:lnTo>
                  <a:pt x="963934" y="25867"/>
                </a:lnTo>
                <a:lnTo>
                  <a:pt x="963023" y="25872"/>
                </a:lnTo>
                <a:lnTo>
                  <a:pt x="962121" y="25887"/>
                </a:lnTo>
                <a:lnTo>
                  <a:pt x="961229" y="25912"/>
                </a:lnTo>
                <a:lnTo>
                  <a:pt x="960346" y="25947"/>
                </a:lnTo>
                <a:lnTo>
                  <a:pt x="959472" y="25992"/>
                </a:lnTo>
                <a:lnTo>
                  <a:pt x="958608" y="26047"/>
                </a:lnTo>
                <a:lnTo>
                  <a:pt x="957753" y="26112"/>
                </a:lnTo>
                <a:lnTo>
                  <a:pt x="956908" y="26187"/>
                </a:lnTo>
                <a:lnTo>
                  <a:pt x="956072" y="26271"/>
                </a:lnTo>
                <a:lnTo>
                  <a:pt x="955246" y="26366"/>
                </a:lnTo>
                <a:lnTo>
                  <a:pt x="954428" y="26471"/>
                </a:lnTo>
                <a:lnTo>
                  <a:pt x="953621" y="26586"/>
                </a:lnTo>
                <a:lnTo>
                  <a:pt x="952822" y="26711"/>
                </a:lnTo>
                <a:lnTo>
                  <a:pt x="952033" y="26845"/>
                </a:lnTo>
                <a:lnTo>
                  <a:pt x="951254" y="26990"/>
                </a:lnTo>
                <a:lnTo>
                  <a:pt x="950483" y="27145"/>
                </a:lnTo>
                <a:lnTo>
                  <a:pt x="949723" y="27309"/>
                </a:lnTo>
                <a:lnTo>
                  <a:pt x="948971" y="27484"/>
                </a:lnTo>
                <a:lnTo>
                  <a:pt x="948229" y="27669"/>
                </a:lnTo>
                <a:lnTo>
                  <a:pt x="947497" y="27863"/>
                </a:lnTo>
                <a:lnTo>
                  <a:pt x="946773" y="28068"/>
                </a:lnTo>
                <a:lnTo>
                  <a:pt x="946059" y="28282"/>
                </a:lnTo>
                <a:lnTo>
                  <a:pt x="945355" y="28507"/>
                </a:lnTo>
                <a:lnTo>
                  <a:pt x="944660" y="28741"/>
                </a:lnTo>
                <a:lnTo>
                  <a:pt x="943990" y="28986"/>
                </a:lnTo>
                <a:lnTo>
                  <a:pt x="943332" y="29239"/>
                </a:lnTo>
                <a:lnTo>
                  <a:pt x="942687" y="29502"/>
                </a:lnTo>
                <a:lnTo>
                  <a:pt x="942054" y="29775"/>
                </a:lnTo>
                <a:lnTo>
                  <a:pt x="941433" y="30056"/>
                </a:lnTo>
                <a:lnTo>
                  <a:pt x="940824" y="30348"/>
                </a:lnTo>
                <a:lnTo>
                  <a:pt x="940228" y="30648"/>
                </a:lnTo>
                <a:lnTo>
                  <a:pt x="939644" y="30958"/>
                </a:lnTo>
                <a:lnTo>
                  <a:pt x="939073" y="31277"/>
                </a:lnTo>
                <a:lnTo>
                  <a:pt x="938514" y="31606"/>
                </a:lnTo>
                <a:lnTo>
                  <a:pt x="937967" y="31944"/>
                </a:lnTo>
                <a:lnTo>
                  <a:pt x="937432" y="32292"/>
                </a:lnTo>
                <a:lnTo>
                  <a:pt x="936910" y="32649"/>
                </a:lnTo>
                <a:lnTo>
                  <a:pt x="936400" y="33015"/>
                </a:lnTo>
                <a:lnTo>
                  <a:pt x="935903" y="33391"/>
                </a:lnTo>
                <a:lnTo>
                  <a:pt x="935418" y="33776"/>
                </a:lnTo>
                <a:lnTo>
                  <a:pt x="934945" y="34170"/>
                </a:lnTo>
                <a:lnTo>
                  <a:pt x="934484" y="34574"/>
                </a:lnTo>
                <a:lnTo>
                  <a:pt x="934036" y="34987"/>
                </a:lnTo>
                <a:lnTo>
                  <a:pt x="933600" y="35410"/>
                </a:lnTo>
                <a:lnTo>
                  <a:pt x="933177" y="35842"/>
                </a:lnTo>
                <a:lnTo>
                  <a:pt x="932766" y="36284"/>
                </a:lnTo>
                <a:lnTo>
                  <a:pt x="932367" y="36735"/>
                </a:lnTo>
                <a:lnTo>
                  <a:pt x="931980" y="37195"/>
                </a:lnTo>
                <a:lnTo>
                  <a:pt x="931608" y="37665"/>
                </a:lnTo>
                <a:lnTo>
                  <a:pt x="931251" y="38145"/>
                </a:lnTo>
                <a:lnTo>
                  <a:pt x="930910" y="38634"/>
                </a:lnTo>
                <a:lnTo>
                  <a:pt x="930585" y="39134"/>
                </a:lnTo>
                <a:lnTo>
                  <a:pt x="930276" y="39644"/>
                </a:lnTo>
                <a:lnTo>
                  <a:pt x="929983" y="40164"/>
                </a:lnTo>
                <a:lnTo>
                  <a:pt x="929706" y="40694"/>
                </a:lnTo>
                <a:lnTo>
                  <a:pt x="929444" y="41234"/>
                </a:lnTo>
                <a:lnTo>
                  <a:pt x="929198" y="41783"/>
                </a:lnTo>
                <a:lnTo>
                  <a:pt x="928969" y="42343"/>
                </a:lnTo>
                <a:lnTo>
                  <a:pt x="928755" y="42913"/>
                </a:lnTo>
                <a:lnTo>
                  <a:pt x="928556" y="43493"/>
                </a:lnTo>
                <a:lnTo>
                  <a:pt x="928374" y="44082"/>
                </a:lnTo>
                <a:lnTo>
                  <a:pt x="928208" y="44682"/>
                </a:lnTo>
                <a:lnTo>
                  <a:pt x="928057" y="45292"/>
                </a:lnTo>
                <a:lnTo>
                  <a:pt x="927922" y="45911"/>
                </a:lnTo>
                <a:lnTo>
                  <a:pt x="927804" y="46541"/>
                </a:lnTo>
                <a:lnTo>
                  <a:pt x="927701" y="47180"/>
                </a:lnTo>
                <a:lnTo>
                  <a:pt x="927613" y="47830"/>
                </a:lnTo>
                <a:lnTo>
                  <a:pt x="927542" y="48489"/>
                </a:lnTo>
                <a:lnTo>
                  <a:pt x="927487" y="49159"/>
                </a:lnTo>
                <a:lnTo>
                  <a:pt x="927447" y="49838"/>
                </a:lnTo>
                <a:lnTo>
                  <a:pt x="927423" y="50528"/>
                </a:lnTo>
                <a:lnTo>
                  <a:pt x="927415" y="51227"/>
                </a:lnTo>
                <a:lnTo>
                  <a:pt x="927421" y="51829"/>
                </a:lnTo>
                <a:lnTo>
                  <a:pt x="927436" y="52423"/>
                </a:lnTo>
                <a:lnTo>
                  <a:pt x="927463" y="53008"/>
                </a:lnTo>
                <a:lnTo>
                  <a:pt x="927500" y="53585"/>
                </a:lnTo>
                <a:lnTo>
                  <a:pt x="927547" y="54154"/>
                </a:lnTo>
                <a:lnTo>
                  <a:pt x="927605" y="54714"/>
                </a:lnTo>
                <a:lnTo>
                  <a:pt x="927674" y="55267"/>
                </a:lnTo>
                <a:lnTo>
                  <a:pt x="927753" y="55811"/>
                </a:lnTo>
                <a:lnTo>
                  <a:pt x="927843" y="56347"/>
                </a:lnTo>
                <a:lnTo>
                  <a:pt x="927944" y="56875"/>
                </a:lnTo>
                <a:lnTo>
                  <a:pt x="928055" y="57394"/>
                </a:lnTo>
                <a:lnTo>
                  <a:pt x="928176" y="57905"/>
                </a:lnTo>
                <a:lnTo>
                  <a:pt x="928308" y="58409"/>
                </a:lnTo>
                <a:lnTo>
                  <a:pt x="928451" y="58903"/>
                </a:lnTo>
                <a:lnTo>
                  <a:pt x="928604" y="59390"/>
                </a:lnTo>
                <a:lnTo>
                  <a:pt x="928768" y="59869"/>
                </a:lnTo>
                <a:lnTo>
                  <a:pt x="928942" y="60339"/>
                </a:lnTo>
                <a:lnTo>
                  <a:pt x="929127" y="60801"/>
                </a:lnTo>
                <a:lnTo>
                  <a:pt x="929322" y="61255"/>
                </a:lnTo>
                <a:lnTo>
                  <a:pt x="929528" y="61700"/>
                </a:lnTo>
                <a:lnTo>
                  <a:pt x="929745" y="62137"/>
                </a:lnTo>
                <a:lnTo>
                  <a:pt x="929972" y="62567"/>
                </a:lnTo>
                <a:lnTo>
                  <a:pt x="930210" y="62987"/>
                </a:lnTo>
                <a:lnTo>
                  <a:pt x="930458" y="63400"/>
                </a:lnTo>
                <a:lnTo>
                  <a:pt x="930719" y="63792"/>
                </a:lnTo>
                <a:lnTo>
                  <a:pt x="930993" y="64177"/>
                </a:lnTo>
                <a:lnTo>
                  <a:pt x="931280" y="64557"/>
                </a:lnTo>
                <a:lnTo>
                  <a:pt x="931581" y="64931"/>
                </a:lnTo>
                <a:lnTo>
                  <a:pt x="931895" y="65299"/>
                </a:lnTo>
                <a:lnTo>
                  <a:pt x="932223" y="65661"/>
                </a:lnTo>
                <a:lnTo>
                  <a:pt x="932564" y="66018"/>
                </a:lnTo>
                <a:lnTo>
                  <a:pt x="932919" y="66368"/>
                </a:lnTo>
                <a:lnTo>
                  <a:pt x="933288" y="66713"/>
                </a:lnTo>
                <a:lnTo>
                  <a:pt x="933669" y="67052"/>
                </a:lnTo>
                <a:lnTo>
                  <a:pt x="934065" y="67384"/>
                </a:lnTo>
                <a:lnTo>
                  <a:pt x="934474" y="67711"/>
                </a:lnTo>
                <a:lnTo>
                  <a:pt x="934896" y="68032"/>
                </a:lnTo>
                <a:lnTo>
                  <a:pt x="935332" y="68348"/>
                </a:lnTo>
                <a:lnTo>
                  <a:pt x="935781" y="68657"/>
                </a:lnTo>
                <a:lnTo>
                  <a:pt x="936244" y="68961"/>
                </a:lnTo>
                <a:lnTo>
                  <a:pt x="936721" y="69258"/>
                </a:lnTo>
                <a:lnTo>
                  <a:pt x="937211" y="69550"/>
                </a:lnTo>
                <a:lnTo>
                  <a:pt x="937714" y="69836"/>
                </a:lnTo>
                <a:lnTo>
                  <a:pt x="938231" y="70116"/>
                </a:lnTo>
                <a:lnTo>
                  <a:pt x="938761" y="70390"/>
                </a:lnTo>
                <a:lnTo>
                  <a:pt x="939305" y="70658"/>
                </a:lnTo>
                <a:lnTo>
                  <a:pt x="939862" y="70921"/>
                </a:lnTo>
                <a:lnTo>
                  <a:pt x="940433" y="71177"/>
                </a:lnTo>
                <a:lnTo>
                  <a:pt x="941019" y="71415"/>
                </a:lnTo>
                <a:lnTo>
                  <a:pt x="941619" y="71650"/>
                </a:lnTo>
                <a:lnTo>
                  <a:pt x="942235" y="71883"/>
                </a:lnTo>
                <a:lnTo>
                  <a:pt x="942866" y="72112"/>
                </a:lnTo>
                <a:lnTo>
                  <a:pt x="943512" y="72338"/>
                </a:lnTo>
                <a:lnTo>
                  <a:pt x="944174" y="72562"/>
                </a:lnTo>
                <a:lnTo>
                  <a:pt x="944851" y="72782"/>
                </a:lnTo>
                <a:lnTo>
                  <a:pt x="945543" y="72999"/>
                </a:lnTo>
                <a:lnTo>
                  <a:pt x="946250" y="73214"/>
                </a:lnTo>
                <a:lnTo>
                  <a:pt x="946973" y="73426"/>
                </a:lnTo>
                <a:lnTo>
                  <a:pt x="947711" y="73634"/>
                </a:lnTo>
                <a:lnTo>
                  <a:pt x="948464" y="73840"/>
                </a:lnTo>
                <a:lnTo>
                  <a:pt x="949232" y="74043"/>
                </a:lnTo>
                <a:lnTo>
                  <a:pt x="950016" y="74243"/>
                </a:lnTo>
                <a:lnTo>
                  <a:pt x="950815" y="74440"/>
                </a:lnTo>
                <a:lnTo>
                  <a:pt x="951629" y="74634"/>
                </a:lnTo>
                <a:lnTo>
                  <a:pt x="952459" y="74825"/>
                </a:lnTo>
                <a:lnTo>
                  <a:pt x="953304" y="75013"/>
                </a:lnTo>
                <a:lnTo>
                  <a:pt x="954164" y="75198"/>
                </a:lnTo>
                <a:lnTo>
                  <a:pt x="955039" y="75380"/>
                </a:lnTo>
                <a:lnTo>
                  <a:pt x="955929" y="75560"/>
                </a:lnTo>
                <a:lnTo>
                  <a:pt x="956835" y="75736"/>
                </a:lnTo>
                <a:lnTo>
                  <a:pt x="957756" y="75910"/>
                </a:lnTo>
                <a:lnTo>
                  <a:pt x="958693" y="76080"/>
                </a:lnTo>
                <a:lnTo>
                  <a:pt x="959571" y="76221"/>
                </a:lnTo>
                <a:lnTo>
                  <a:pt x="960433" y="76363"/>
                </a:lnTo>
                <a:lnTo>
                  <a:pt x="961276" y="76506"/>
                </a:lnTo>
                <a:lnTo>
                  <a:pt x="962102" y="76648"/>
                </a:lnTo>
                <a:lnTo>
                  <a:pt x="962910" y="76792"/>
                </a:lnTo>
                <a:lnTo>
                  <a:pt x="963701" y="76936"/>
                </a:lnTo>
                <a:lnTo>
                  <a:pt x="964474" y="77081"/>
                </a:lnTo>
                <a:lnTo>
                  <a:pt x="965230" y="77226"/>
                </a:lnTo>
                <a:lnTo>
                  <a:pt x="965968" y="77372"/>
                </a:lnTo>
                <a:lnTo>
                  <a:pt x="966688" y="77518"/>
                </a:lnTo>
                <a:lnTo>
                  <a:pt x="967391" y="77666"/>
                </a:lnTo>
                <a:lnTo>
                  <a:pt x="968076" y="77813"/>
                </a:lnTo>
                <a:lnTo>
                  <a:pt x="968743" y="77961"/>
                </a:lnTo>
                <a:lnTo>
                  <a:pt x="969393" y="78110"/>
                </a:lnTo>
                <a:lnTo>
                  <a:pt x="970025" y="78260"/>
                </a:lnTo>
                <a:lnTo>
                  <a:pt x="970640" y="78410"/>
                </a:lnTo>
                <a:lnTo>
                  <a:pt x="971237" y="78560"/>
                </a:lnTo>
                <a:lnTo>
                  <a:pt x="971816" y="78711"/>
                </a:lnTo>
                <a:lnTo>
                  <a:pt x="972378" y="78863"/>
                </a:lnTo>
                <a:lnTo>
                  <a:pt x="972922" y="79015"/>
                </a:lnTo>
                <a:lnTo>
                  <a:pt x="973449" y="79168"/>
                </a:lnTo>
                <a:lnTo>
                  <a:pt x="973958" y="79322"/>
                </a:lnTo>
                <a:lnTo>
                  <a:pt x="974449" y="79476"/>
                </a:lnTo>
                <a:lnTo>
                  <a:pt x="974923" y="79631"/>
                </a:lnTo>
                <a:lnTo>
                  <a:pt x="975396" y="79787"/>
                </a:lnTo>
                <a:lnTo>
                  <a:pt x="975856" y="79945"/>
                </a:lnTo>
                <a:lnTo>
                  <a:pt x="976305" y="80106"/>
                </a:lnTo>
                <a:lnTo>
                  <a:pt x="976740" y="80269"/>
                </a:lnTo>
                <a:lnTo>
                  <a:pt x="977164" y="80435"/>
                </a:lnTo>
                <a:lnTo>
                  <a:pt x="977575" y="80603"/>
                </a:lnTo>
                <a:lnTo>
                  <a:pt x="977974" y="80773"/>
                </a:lnTo>
                <a:lnTo>
                  <a:pt x="978361" y="80946"/>
                </a:lnTo>
                <a:lnTo>
                  <a:pt x="978735" y="81121"/>
                </a:lnTo>
                <a:lnTo>
                  <a:pt x="979097" y="81298"/>
                </a:lnTo>
                <a:lnTo>
                  <a:pt x="979446" y="81477"/>
                </a:lnTo>
                <a:lnTo>
                  <a:pt x="979784" y="81659"/>
                </a:lnTo>
                <a:lnTo>
                  <a:pt x="980109" y="81844"/>
                </a:lnTo>
                <a:lnTo>
                  <a:pt x="980421" y="82030"/>
                </a:lnTo>
                <a:lnTo>
                  <a:pt x="980721" y="82219"/>
                </a:lnTo>
                <a:lnTo>
                  <a:pt x="981009" y="82411"/>
                </a:lnTo>
                <a:lnTo>
                  <a:pt x="981285" y="82605"/>
                </a:lnTo>
                <a:lnTo>
                  <a:pt x="981548" y="82801"/>
                </a:lnTo>
                <a:lnTo>
                  <a:pt x="981799" y="82999"/>
                </a:lnTo>
                <a:lnTo>
                  <a:pt x="982038" y="83200"/>
                </a:lnTo>
                <a:lnTo>
                  <a:pt x="982264" y="83403"/>
                </a:lnTo>
                <a:lnTo>
                  <a:pt x="982478" y="83608"/>
                </a:lnTo>
                <a:lnTo>
                  <a:pt x="982680" y="83816"/>
                </a:lnTo>
                <a:lnTo>
                  <a:pt x="982869" y="84026"/>
                </a:lnTo>
                <a:lnTo>
                  <a:pt x="983049" y="84240"/>
                </a:lnTo>
                <a:lnTo>
                  <a:pt x="983220" y="84458"/>
                </a:lnTo>
                <a:lnTo>
                  <a:pt x="983384" y="84682"/>
                </a:lnTo>
                <a:lnTo>
                  <a:pt x="983541" y="84909"/>
                </a:lnTo>
                <a:lnTo>
                  <a:pt x="983690" y="85142"/>
                </a:lnTo>
                <a:lnTo>
                  <a:pt x="983831" y="85379"/>
                </a:lnTo>
                <a:lnTo>
                  <a:pt x="983964" y="85621"/>
                </a:lnTo>
                <a:lnTo>
                  <a:pt x="984090" y="85867"/>
                </a:lnTo>
                <a:lnTo>
                  <a:pt x="984209" y="86119"/>
                </a:lnTo>
                <a:lnTo>
                  <a:pt x="984319" y="86375"/>
                </a:lnTo>
                <a:lnTo>
                  <a:pt x="984422" y="86635"/>
                </a:lnTo>
                <a:lnTo>
                  <a:pt x="984518" y="86901"/>
                </a:lnTo>
                <a:lnTo>
                  <a:pt x="984605" y="87171"/>
                </a:lnTo>
                <a:lnTo>
                  <a:pt x="984686" y="87445"/>
                </a:lnTo>
                <a:lnTo>
                  <a:pt x="984758" y="87725"/>
                </a:lnTo>
                <a:lnTo>
                  <a:pt x="984823" y="88009"/>
                </a:lnTo>
                <a:lnTo>
                  <a:pt x="984880" y="88298"/>
                </a:lnTo>
                <a:lnTo>
                  <a:pt x="984930" y="88591"/>
                </a:lnTo>
                <a:lnTo>
                  <a:pt x="984972" y="88889"/>
                </a:lnTo>
                <a:lnTo>
                  <a:pt x="985006" y="89192"/>
                </a:lnTo>
                <a:lnTo>
                  <a:pt x="985033" y="89500"/>
                </a:lnTo>
                <a:lnTo>
                  <a:pt x="985052" y="89812"/>
                </a:lnTo>
                <a:lnTo>
                  <a:pt x="985063" y="90129"/>
                </a:lnTo>
                <a:lnTo>
                  <a:pt x="985067" y="90451"/>
                </a:lnTo>
                <a:lnTo>
                  <a:pt x="985058" y="90940"/>
                </a:lnTo>
                <a:lnTo>
                  <a:pt x="985030" y="91422"/>
                </a:lnTo>
                <a:lnTo>
                  <a:pt x="984983" y="91896"/>
                </a:lnTo>
                <a:lnTo>
                  <a:pt x="984917" y="92362"/>
                </a:lnTo>
                <a:lnTo>
                  <a:pt x="984832" y="92821"/>
                </a:lnTo>
                <a:lnTo>
                  <a:pt x="984729" y="93272"/>
                </a:lnTo>
                <a:lnTo>
                  <a:pt x="984607" y="93716"/>
                </a:lnTo>
                <a:lnTo>
                  <a:pt x="984466" y="94152"/>
                </a:lnTo>
                <a:lnTo>
                  <a:pt x="984306" y="94580"/>
                </a:lnTo>
                <a:lnTo>
                  <a:pt x="984128" y="95000"/>
                </a:lnTo>
                <a:lnTo>
                  <a:pt x="983931" y="95413"/>
                </a:lnTo>
                <a:lnTo>
                  <a:pt x="983715" y="95819"/>
                </a:lnTo>
                <a:lnTo>
                  <a:pt x="983480" y="96217"/>
                </a:lnTo>
                <a:lnTo>
                  <a:pt x="983226" y="96607"/>
                </a:lnTo>
                <a:lnTo>
                  <a:pt x="982954" y="96989"/>
                </a:lnTo>
                <a:lnTo>
                  <a:pt x="982663" y="97364"/>
                </a:lnTo>
                <a:lnTo>
                  <a:pt x="982353" y="97731"/>
                </a:lnTo>
                <a:lnTo>
                  <a:pt x="982024" y="98091"/>
                </a:lnTo>
                <a:lnTo>
                  <a:pt x="981677" y="98443"/>
                </a:lnTo>
                <a:lnTo>
                  <a:pt x="981310" y="98787"/>
                </a:lnTo>
                <a:lnTo>
                  <a:pt x="980925" y="99124"/>
                </a:lnTo>
                <a:lnTo>
                  <a:pt x="980521" y="99453"/>
                </a:lnTo>
                <a:lnTo>
                  <a:pt x="980099" y="99774"/>
                </a:lnTo>
                <a:lnTo>
                  <a:pt x="979657" y="100088"/>
                </a:lnTo>
                <a:lnTo>
                  <a:pt x="979211" y="100377"/>
                </a:lnTo>
                <a:lnTo>
                  <a:pt x="978748" y="100655"/>
                </a:lnTo>
                <a:lnTo>
                  <a:pt x="978268" y="100920"/>
                </a:lnTo>
                <a:lnTo>
                  <a:pt x="977769" y="101173"/>
                </a:lnTo>
                <a:lnTo>
                  <a:pt x="977253" y="101413"/>
                </a:lnTo>
                <a:lnTo>
                  <a:pt x="976719" y="101641"/>
                </a:lnTo>
                <a:lnTo>
                  <a:pt x="976168" y="101857"/>
                </a:lnTo>
                <a:lnTo>
                  <a:pt x="975599" y="102060"/>
                </a:lnTo>
                <a:lnTo>
                  <a:pt x="975013" y="102251"/>
                </a:lnTo>
                <a:lnTo>
                  <a:pt x="974409" y="102430"/>
                </a:lnTo>
                <a:lnTo>
                  <a:pt x="973787" y="102596"/>
                </a:lnTo>
                <a:lnTo>
                  <a:pt x="973148" y="102751"/>
                </a:lnTo>
                <a:lnTo>
                  <a:pt x="972491" y="102892"/>
                </a:lnTo>
                <a:lnTo>
                  <a:pt x="971816" y="103022"/>
                </a:lnTo>
                <a:lnTo>
                  <a:pt x="971124" y="103139"/>
                </a:lnTo>
                <a:lnTo>
                  <a:pt x="970415" y="103244"/>
                </a:lnTo>
                <a:lnTo>
                  <a:pt x="969687" y="103336"/>
                </a:lnTo>
                <a:lnTo>
                  <a:pt x="968942" y="103416"/>
                </a:lnTo>
                <a:lnTo>
                  <a:pt x="968180" y="103484"/>
                </a:lnTo>
                <a:lnTo>
                  <a:pt x="967400" y="103540"/>
                </a:lnTo>
                <a:lnTo>
                  <a:pt x="966602" y="103583"/>
                </a:lnTo>
                <a:lnTo>
                  <a:pt x="965786" y="103614"/>
                </a:lnTo>
                <a:lnTo>
                  <a:pt x="964953" y="103632"/>
                </a:lnTo>
                <a:lnTo>
                  <a:pt x="964103" y="103638"/>
                </a:lnTo>
                <a:lnTo>
                  <a:pt x="963154" y="103631"/>
                </a:lnTo>
                <a:lnTo>
                  <a:pt x="962223" y="103611"/>
                </a:lnTo>
                <a:lnTo>
                  <a:pt x="961310" y="103577"/>
                </a:lnTo>
                <a:lnTo>
                  <a:pt x="960416" y="103530"/>
                </a:lnTo>
                <a:lnTo>
                  <a:pt x="959540" y="103469"/>
                </a:lnTo>
                <a:lnTo>
                  <a:pt x="958682" y="103395"/>
                </a:lnTo>
                <a:lnTo>
                  <a:pt x="957842" y="103307"/>
                </a:lnTo>
                <a:lnTo>
                  <a:pt x="957021" y="103206"/>
                </a:lnTo>
                <a:lnTo>
                  <a:pt x="956217" y="103091"/>
                </a:lnTo>
                <a:lnTo>
                  <a:pt x="955432" y="102963"/>
                </a:lnTo>
                <a:lnTo>
                  <a:pt x="954665" y="102821"/>
                </a:lnTo>
                <a:lnTo>
                  <a:pt x="953916" y="102666"/>
                </a:lnTo>
                <a:lnTo>
                  <a:pt x="953186" y="102497"/>
                </a:lnTo>
                <a:lnTo>
                  <a:pt x="952473" y="102315"/>
                </a:lnTo>
                <a:lnTo>
                  <a:pt x="951779" y="102119"/>
                </a:lnTo>
                <a:lnTo>
                  <a:pt x="951103" y="101910"/>
                </a:lnTo>
                <a:lnTo>
                  <a:pt x="950446" y="101687"/>
                </a:lnTo>
                <a:lnTo>
                  <a:pt x="949806" y="101451"/>
                </a:lnTo>
                <a:lnTo>
                  <a:pt x="949185" y="101201"/>
                </a:lnTo>
                <a:lnTo>
                  <a:pt x="948581" y="100938"/>
                </a:lnTo>
                <a:lnTo>
                  <a:pt x="947996" y="100661"/>
                </a:lnTo>
                <a:lnTo>
                  <a:pt x="947430" y="100371"/>
                </a:lnTo>
                <a:lnTo>
                  <a:pt x="946881" y="100067"/>
                </a:lnTo>
                <a:lnTo>
                  <a:pt x="946351" y="99750"/>
                </a:lnTo>
                <a:lnTo>
                  <a:pt x="945854" y="99406"/>
                </a:lnTo>
                <a:lnTo>
                  <a:pt x="945379" y="99052"/>
                </a:lnTo>
                <a:lnTo>
                  <a:pt x="944924" y="98688"/>
                </a:lnTo>
                <a:lnTo>
                  <a:pt x="944491" y="98313"/>
                </a:lnTo>
                <a:lnTo>
                  <a:pt x="944079" y="97927"/>
                </a:lnTo>
                <a:lnTo>
                  <a:pt x="943688" y="97531"/>
                </a:lnTo>
                <a:lnTo>
                  <a:pt x="943318" y="97124"/>
                </a:lnTo>
                <a:lnTo>
                  <a:pt x="942969" y="96706"/>
                </a:lnTo>
                <a:lnTo>
                  <a:pt x="942642" y="96278"/>
                </a:lnTo>
                <a:lnTo>
                  <a:pt x="942335" y="95840"/>
                </a:lnTo>
                <a:lnTo>
                  <a:pt x="942050" y="95391"/>
                </a:lnTo>
                <a:lnTo>
                  <a:pt x="941786" y="94931"/>
                </a:lnTo>
                <a:lnTo>
                  <a:pt x="941543" y="94461"/>
                </a:lnTo>
                <a:lnTo>
                  <a:pt x="941321" y="93980"/>
                </a:lnTo>
                <a:lnTo>
                  <a:pt x="941120" y="93489"/>
                </a:lnTo>
                <a:lnTo>
                  <a:pt x="940941" y="92987"/>
                </a:lnTo>
                <a:lnTo>
                  <a:pt x="940782" y="92474"/>
                </a:lnTo>
                <a:lnTo>
                  <a:pt x="940645" y="91951"/>
                </a:lnTo>
                <a:lnTo>
                  <a:pt x="940529" y="91418"/>
                </a:lnTo>
                <a:lnTo>
                  <a:pt x="940433" y="90874"/>
                </a:lnTo>
                <a:lnTo>
                  <a:pt x="940360" y="90319"/>
                </a:lnTo>
                <a:lnTo>
                  <a:pt x="940307" y="89754"/>
                </a:lnTo>
                <a:lnTo>
                  <a:pt x="940275" y="89178"/>
                </a:lnTo>
                <a:lnTo>
                  <a:pt x="940264" y="88591"/>
                </a:lnTo>
                <a:lnTo>
                  <a:pt x="940264" y="86901"/>
                </a:lnTo>
                <a:lnTo>
                  <a:pt x="925725" y="86901"/>
                </a:lnTo>
                <a:lnTo>
                  <a:pt x="925711" y="86999"/>
                </a:lnTo>
                <a:lnTo>
                  <a:pt x="925698" y="87097"/>
                </a:lnTo>
                <a:lnTo>
                  <a:pt x="925685" y="87194"/>
                </a:lnTo>
                <a:lnTo>
                  <a:pt x="925673" y="87290"/>
                </a:lnTo>
                <a:lnTo>
                  <a:pt x="925661" y="87386"/>
                </a:lnTo>
                <a:lnTo>
                  <a:pt x="925651" y="87482"/>
                </a:lnTo>
                <a:lnTo>
                  <a:pt x="925640" y="87576"/>
                </a:lnTo>
                <a:lnTo>
                  <a:pt x="925631" y="87671"/>
                </a:lnTo>
                <a:lnTo>
                  <a:pt x="925622" y="87764"/>
                </a:lnTo>
                <a:lnTo>
                  <a:pt x="925613" y="87857"/>
                </a:lnTo>
                <a:lnTo>
                  <a:pt x="925605" y="87950"/>
                </a:lnTo>
                <a:lnTo>
                  <a:pt x="925598" y="88042"/>
                </a:lnTo>
                <a:lnTo>
                  <a:pt x="925591" y="88133"/>
                </a:lnTo>
                <a:lnTo>
                  <a:pt x="925585" y="88224"/>
                </a:lnTo>
                <a:lnTo>
                  <a:pt x="925579" y="88314"/>
                </a:lnTo>
                <a:lnTo>
                  <a:pt x="925574" y="88403"/>
                </a:lnTo>
                <a:lnTo>
                  <a:pt x="925570" y="88492"/>
                </a:lnTo>
                <a:lnTo>
                  <a:pt x="925566" y="88581"/>
                </a:lnTo>
                <a:lnTo>
                  <a:pt x="925563" y="88668"/>
                </a:lnTo>
                <a:lnTo>
                  <a:pt x="925560" y="88756"/>
                </a:lnTo>
                <a:lnTo>
                  <a:pt x="925558" y="88842"/>
                </a:lnTo>
                <a:lnTo>
                  <a:pt x="925557" y="88928"/>
                </a:lnTo>
                <a:lnTo>
                  <a:pt x="925556" y="89014"/>
                </a:lnTo>
                <a:lnTo>
                  <a:pt x="925555" y="89098"/>
                </a:lnTo>
                <a:lnTo>
                  <a:pt x="925555" y="89182"/>
                </a:lnTo>
                <a:lnTo>
                  <a:pt x="925555" y="89264"/>
                </a:lnTo>
                <a:lnTo>
                  <a:pt x="925555" y="89344"/>
                </a:lnTo>
                <a:lnTo>
                  <a:pt x="925555" y="89422"/>
                </a:lnTo>
                <a:lnTo>
                  <a:pt x="925555" y="89499"/>
                </a:lnTo>
                <a:lnTo>
                  <a:pt x="925555" y="89574"/>
                </a:lnTo>
                <a:lnTo>
                  <a:pt x="925555" y="89647"/>
                </a:lnTo>
                <a:lnTo>
                  <a:pt x="925555" y="89718"/>
                </a:lnTo>
                <a:lnTo>
                  <a:pt x="925555" y="89788"/>
                </a:lnTo>
                <a:lnTo>
                  <a:pt x="925555" y="89856"/>
                </a:lnTo>
                <a:lnTo>
                  <a:pt x="925555" y="89922"/>
                </a:lnTo>
                <a:lnTo>
                  <a:pt x="925555" y="89986"/>
                </a:lnTo>
                <a:lnTo>
                  <a:pt x="925555" y="90049"/>
                </a:lnTo>
                <a:lnTo>
                  <a:pt x="925555" y="90109"/>
                </a:lnTo>
                <a:lnTo>
                  <a:pt x="925555" y="90168"/>
                </a:lnTo>
                <a:lnTo>
                  <a:pt x="925555" y="90225"/>
                </a:lnTo>
                <a:lnTo>
                  <a:pt x="925555" y="90281"/>
                </a:lnTo>
                <a:lnTo>
                  <a:pt x="925555" y="90335"/>
                </a:lnTo>
                <a:lnTo>
                  <a:pt x="925555" y="90387"/>
                </a:lnTo>
                <a:lnTo>
                  <a:pt x="925555" y="90437"/>
                </a:lnTo>
                <a:lnTo>
                  <a:pt x="925555" y="90485"/>
                </a:lnTo>
                <a:lnTo>
                  <a:pt x="925555" y="90532"/>
                </a:lnTo>
                <a:lnTo>
                  <a:pt x="925555" y="90577"/>
                </a:lnTo>
                <a:lnTo>
                  <a:pt x="925555" y="90620"/>
                </a:lnTo>
                <a:lnTo>
                  <a:pt x="925563" y="91265"/>
                </a:lnTo>
                <a:lnTo>
                  <a:pt x="925587" y="91902"/>
                </a:lnTo>
                <a:lnTo>
                  <a:pt x="925627" y="92533"/>
                </a:lnTo>
                <a:lnTo>
                  <a:pt x="925682" y="93156"/>
                </a:lnTo>
                <a:lnTo>
                  <a:pt x="925754" y="93772"/>
                </a:lnTo>
                <a:lnTo>
                  <a:pt x="925841" y="94382"/>
                </a:lnTo>
                <a:lnTo>
                  <a:pt x="925944" y="94984"/>
                </a:lnTo>
                <a:lnTo>
                  <a:pt x="926063" y="95579"/>
                </a:lnTo>
                <a:lnTo>
                  <a:pt x="926197" y="96167"/>
                </a:lnTo>
                <a:lnTo>
                  <a:pt x="926348" y="96749"/>
                </a:lnTo>
                <a:lnTo>
                  <a:pt x="926514" y="97323"/>
                </a:lnTo>
                <a:lnTo>
                  <a:pt x="926697" y="97890"/>
                </a:lnTo>
                <a:lnTo>
                  <a:pt x="926895" y="98450"/>
                </a:lnTo>
                <a:lnTo>
                  <a:pt x="927109" y="99003"/>
                </a:lnTo>
                <a:lnTo>
                  <a:pt x="927338" y="99549"/>
                </a:lnTo>
                <a:lnTo>
                  <a:pt x="927584" y="100088"/>
                </a:lnTo>
                <a:lnTo>
                  <a:pt x="927846" y="100620"/>
                </a:lnTo>
                <a:lnTo>
                  <a:pt x="928123" y="101144"/>
                </a:lnTo>
                <a:lnTo>
                  <a:pt x="928416" y="101662"/>
                </a:lnTo>
                <a:lnTo>
                  <a:pt x="928725" y="102173"/>
                </a:lnTo>
                <a:lnTo>
                  <a:pt x="929050" y="102677"/>
                </a:lnTo>
                <a:lnTo>
                  <a:pt x="929391" y="103173"/>
                </a:lnTo>
                <a:lnTo>
                  <a:pt x="929748" y="103663"/>
                </a:lnTo>
                <a:lnTo>
                  <a:pt x="930120" y="104145"/>
                </a:lnTo>
                <a:lnTo>
                  <a:pt x="930521" y="104606"/>
                </a:lnTo>
                <a:lnTo>
                  <a:pt x="930933" y="105058"/>
                </a:lnTo>
                <a:lnTo>
                  <a:pt x="931357" y="105501"/>
                </a:lnTo>
                <a:lnTo>
                  <a:pt x="931792" y="105935"/>
                </a:lnTo>
                <a:lnTo>
                  <a:pt x="932239" y="106360"/>
                </a:lnTo>
                <a:lnTo>
                  <a:pt x="932699" y="106776"/>
                </a:lnTo>
                <a:lnTo>
                  <a:pt x="933169" y="107184"/>
                </a:lnTo>
                <a:lnTo>
                  <a:pt x="933652" y="107583"/>
                </a:lnTo>
                <a:lnTo>
                  <a:pt x="934146" y="107973"/>
                </a:lnTo>
                <a:lnTo>
                  <a:pt x="934652" y="108354"/>
                </a:lnTo>
                <a:lnTo>
                  <a:pt x="935170" y="108727"/>
                </a:lnTo>
                <a:lnTo>
                  <a:pt x="935699" y="109091"/>
                </a:lnTo>
                <a:lnTo>
                  <a:pt x="936241" y="109445"/>
                </a:lnTo>
                <a:lnTo>
                  <a:pt x="936794" y="109792"/>
                </a:lnTo>
                <a:lnTo>
                  <a:pt x="937358" y="110129"/>
                </a:lnTo>
                <a:lnTo>
                  <a:pt x="937935" y="110457"/>
                </a:lnTo>
                <a:lnTo>
                  <a:pt x="938523" y="110777"/>
                </a:lnTo>
                <a:lnTo>
                  <a:pt x="939123" y="111088"/>
                </a:lnTo>
                <a:lnTo>
                  <a:pt x="939735" y="111390"/>
                </a:lnTo>
                <a:lnTo>
                  <a:pt x="940358" y="111683"/>
                </a:lnTo>
                <a:lnTo>
                  <a:pt x="940993" y="111967"/>
                </a:lnTo>
                <a:lnTo>
                  <a:pt x="941640" y="112243"/>
                </a:lnTo>
                <a:lnTo>
                  <a:pt x="942299" y="112510"/>
                </a:lnTo>
                <a:lnTo>
                  <a:pt x="942969" y="112768"/>
                </a:lnTo>
                <a:lnTo>
                  <a:pt x="943664" y="113002"/>
                </a:lnTo>
                <a:lnTo>
                  <a:pt x="944366" y="113227"/>
                </a:lnTo>
                <a:lnTo>
                  <a:pt x="945077" y="113441"/>
                </a:lnTo>
                <a:lnTo>
                  <a:pt x="945796" y="113646"/>
                </a:lnTo>
                <a:lnTo>
                  <a:pt x="946524" y="113841"/>
                </a:lnTo>
                <a:lnTo>
                  <a:pt x="947259" y="114025"/>
                </a:lnTo>
                <a:lnTo>
                  <a:pt x="948003" y="114200"/>
                </a:lnTo>
                <a:lnTo>
                  <a:pt x="948755" y="114365"/>
                </a:lnTo>
                <a:lnTo>
                  <a:pt x="949515" y="114519"/>
                </a:lnTo>
                <a:lnTo>
                  <a:pt x="950284" y="114664"/>
                </a:lnTo>
                <a:lnTo>
                  <a:pt x="951060" y="114799"/>
                </a:lnTo>
                <a:lnTo>
                  <a:pt x="951845" y="114923"/>
                </a:lnTo>
                <a:lnTo>
                  <a:pt x="952638" y="115038"/>
                </a:lnTo>
                <a:lnTo>
                  <a:pt x="953440" y="115143"/>
                </a:lnTo>
                <a:lnTo>
                  <a:pt x="954249" y="115238"/>
                </a:lnTo>
                <a:lnTo>
                  <a:pt x="955067" y="115323"/>
                </a:lnTo>
                <a:lnTo>
                  <a:pt x="955893" y="115397"/>
                </a:lnTo>
                <a:lnTo>
                  <a:pt x="956727" y="115462"/>
                </a:lnTo>
                <a:lnTo>
                  <a:pt x="957569" y="115517"/>
                </a:lnTo>
                <a:lnTo>
                  <a:pt x="958420" y="115562"/>
                </a:lnTo>
                <a:lnTo>
                  <a:pt x="959279" y="115597"/>
                </a:lnTo>
                <a:lnTo>
                  <a:pt x="960146" y="115622"/>
                </a:lnTo>
                <a:lnTo>
                  <a:pt x="961021" y="115637"/>
                </a:lnTo>
                <a:lnTo>
                  <a:pt x="961905" y="115642"/>
                </a:lnTo>
                <a:lnTo>
                  <a:pt x="962913" y="115637"/>
                </a:lnTo>
                <a:lnTo>
                  <a:pt x="963909" y="115622"/>
                </a:lnTo>
                <a:lnTo>
                  <a:pt x="964893" y="115597"/>
                </a:lnTo>
                <a:lnTo>
                  <a:pt x="965864" y="115562"/>
                </a:lnTo>
                <a:close/>
                <a:moveTo>
                  <a:pt x="653687" y="115595"/>
                </a:moveTo>
                <a:lnTo>
                  <a:pt x="654215" y="115569"/>
                </a:lnTo>
                <a:lnTo>
                  <a:pt x="654739" y="115536"/>
                </a:lnTo>
                <a:lnTo>
                  <a:pt x="655258" y="115498"/>
                </a:lnTo>
                <a:lnTo>
                  <a:pt x="655772" y="115454"/>
                </a:lnTo>
                <a:lnTo>
                  <a:pt x="656282" y="115404"/>
                </a:lnTo>
                <a:lnTo>
                  <a:pt x="656786" y="115348"/>
                </a:lnTo>
                <a:lnTo>
                  <a:pt x="657287" y="115287"/>
                </a:lnTo>
                <a:lnTo>
                  <a:pt x="657782" y="115219"/>
                </a:lnTo>
                <a:lnTo>
                  <a:pt x="658273" y="115146"/>
                </a:lnTo>
                <a:lnTo>
                  <a:pt x="658759" y="115067"/>
                </a:lnTo>
                <a:lnTo>
                  <a:pt x="659240" y="114982"/>
                </a:lnTo>
                <a:lnTo>
                  <a:pt x="659717" y="114891"/>
                </a:lnTo>
                <a:lnTo>
                  <a:pt x="660189" y="114794"/>
                </a:lnTo>
                <a:lnTo>
                  <a:pt x="660656" y="114691"/>
                </a:lnTo>
                <a:lnTo>
                  <a:pt x="661119" y="114582"/>
                </a:lnTo>
                <a:lnTo>
                  <a:pt x="661577" y="114468"/>
                </a:lnTo>
                <a:lnTo>
                  <a:pt x="662030" y="114348"/>
                </a:lnTo>
                <a:lnTo>
                  <a:pt x="662479" y="114221"/>
                </a:lnTo>
                <a:lnTo>
                  <a:pt x="662922" y="114089"/>
                </a:lnTo>
                <a:lnTo>
                  <a:pt x="663361" y="113951"/>
                </a:lnTo>
                <a:lnTo>
                  <a:pt x="663796" y="113822"/>
                </a:lnTo>
                <a:lnTo>
                  <a:pt x="664226" y="113687"/>
                </a:lnTo>
                <a:lnTo>
                  <a:pt x="664651" y="113547"/>
                </a:lnTo>
                <a:lnTo>
                  <a:pt x="665071" y="113402"/>
                </a:lnTo>
                <a:lnTo>
                  <a:pt x="665486" y="113251"/>
                </a:lnTo>
                <a:lnTo>
                  <a:pt x="665897" y="113095"/>
                </a:lnTo>
                <a:lnTo>
                  <a:pt x="666304" y="112934"/>
                </a:lnTo>
                <a:lnTo>
                  <a:pt x="666705" y="112768"/>
                </a:lnTo>
                <a:lnTo>
                  <a:pt x="667102" y="112596"/>
                </a:lnTo>
                <a:lnTo>
                  <a:pt x="667494" y="112419"/>
                </a:lnTo>
                <a:lnTo>
                  <a:pt x="667882" y="112237"/>
                </a:lnTo>
                <a:lnTo>
                  <a:pt x="668264" y="112049"/>
                </a:lnTo>
                <a:lnTo>
                  <a:pt x="668642" y="111856"/>
                </a:lnTo>
                <a:lnTo>
                  <a:pt x="669016" y="111658"/>
                </a:lnTo>
                <a:lnTo>
                  <a:pt x="669384" y="111455"/>
                </a:lnTo>
                <a:lnTo>
                  <a:pt x="669748" y="111246"/>
                </a:lnTo>
                <a:lnTo>
                  <a:pt x="670108" y="111032"/>
                </a:lnTo>
                <a:lnTo>
                  <a:pt x="670462" y="110813"/>
                </a:lnTo>
                <a:lnTo>
                  <a:pt x="670812" y="110588"/>
                </a:lnTo>
                <a:lnTo>
                  <a:pt x="671157" y="110359"/>
                </a:lnTo>
                <a:lnTo>
                  <a:pt x="671498" y="110123"/>
                </a:lnTo>
                <a:lnTo>
                  <a:pt x="671834" y="109883"/>
                </a:lnTo>
                <a:lnTo>
                  <a:pt x="672165" y="109637"/>
                </a:lnTo>
                <a:lnTo>
                  <a:pt x="672491" y="109386"/>
                </a:lnTo>
                <a:lnTo>
                  <a:pt x="672813" y="109116"/>
                </a:lnTo>
                <a:lnTo>
                  <a:pt x="673130" y="108842"/>
                </a:lnTo>
                <a:lnTo>
                  <a:pt x="673442" y="108562"/>
                </a:lnTo>
                <a:lnTo>
                  <a:pt x="673750" y="108278"/>
                </a:lnTo>
                <a:lnTo>
                  <a:pt x="674053" y="107989"/>
                </a:lnTo>
                <a:lnTo>
                  <a:pt x="674351" y="107696"/>
                </a:lnTo>
                <a:lnTo>
                  <a:pt x="674644" y="107398"/>
                </a:lnTo>
                <a:lnTo>
                  <a:pt x="674933" y="107095"/>
                </a:lnTo>
                <a:lnTo>
                  <a:pt x="675217" y="106787"/>
                </a:lnTo>
                <a:lnTo>
                  <a:pt x="675497" y="106475"/>
                </a:lnTo>
                <a:lnTo>
                  <a:pt x="675771" y="106158"/>
                </a:lnTo>
                <a:lnTo>
                  <a:pt x="676041" y="105836"/>
                </a:lnTo>
                <a:lnTo>
                  <a:pt x="676307" y="105510"/>
                </a:lnTo>
                <a:lnTo>
                  <a:pt x="676567" y="105179"/>
                </a:lnTo>
                <a:lnTo>
                  <a:pt x="676823" y="104843"/>
                </a:lnTo>
                <a:lnTo>
                  <a:pt x="677075" y="104502"/>
                </a:lnTo>
                <a:lnTo>
                  <a:pt x="677321" y="104157"/>
                </a:lnTo>
                <a:lnTo>
                  <a:pt x="677563" y="103807"/>
                </a:lnTo>
                <a:lnTo>
                  <a:pt x="677800" y="103453"/>
                </a:lnTo>
                <a:lnTo>
                  <a:pt x="678033" y="103093"/>
                </a:lnTo>
                <a:lnTo>
                  <a:pt x="678260" y="102729"/>
                </a:lnTo>
                <a:lnTo>
                  <a:pt x="678483" y="102361"/>
                </a:lnTo>
                <a:lnTo>
                  <a:pt x="678702" y="101987"/>
                </a:lnTo>
                <a:lnTo>
                  <a:pt x="678915" y="101609"/>
                </a:lnTo>
                <a:lnTo>
                  <a:pt x="678945" y="101946"/>
                </a:lnTo>
                <a:lnTo>
                  <a:pt x="678977" y="102280"/>
                </a:lnTo>
                <a:lnTo>
                  <a:pt x="679011" y="102611"/>
                </a:lnTo>
                <a:lnTo>
                  <a:pt x="679047" y="102938"/>
                </a:lnTo>
                <a:lnTo>
                  <a:pt x="679086" y="103263"/>
                </a:lnTo>
                <a:lnTo>
                  <a:pt x="679127" y="103585"/>
                </a:lnTo>
                <a:lnTo>
                  <a:pt x="679170" y="103904"/>
                </a:lnTo>
                <a:lnTo>
                  <a:pt x="679216" y="104221"/>
                </a:lnTo>
                <a:lnTo>
                  <a:pt x="679264" y="104534"/>
                </a:lnTo>
                <a:lnTo>
                  <a:pt x="679315" y="104844"/>
                </a:lnTo>
                <a:lnTo>
                  <a:pt x="679368" y="105151"/>
                </a:lnTo>
                <a:lnTo>
                  <a:pt x="679423" y="105456"/>
                </a:lnTo>
                <a:lnTo>
                  <a:pt x="679480" y="105757"/>
                </a:lnTo>
                <a:lnTo>
                  <a:pt x="679540" y="106056"/>
                </a:lnTo>
                <a:lnTo>
                  <a:pt x="679602" y="106351"/>
                </a:lnTo>
                <a:lnTo>
                  <a:pt x="679667" y="106644"/>
                </a:lnTo>
                <a:lnTo>
                  <a:pt x="679734" y="106934"/>
                </a:lnTo>
                <a:lnTo>
                  <a:pt x="679803" y="107220"/>
                </a:lnTo>
                <a:lnTo>
                  <a:pt x="679875" y="107504"/>
                </a:lnTo>
                <a:lnTo>
                  <a:pt x="679949" y="107785"/>
                </a:lnTo>
                <a:lnTo>
                  <a:pt x="680025" y="108063"/>
                </a:lnTo>
                <a:lnTo>
                  <a:pt x="680104" y="108338"/>
                </a:lnTo>
                <a:lnTo>
                  <a:pt x="680185" y="108610"/>
                </a:lnTo>
                <a:lnTo>
                  <a:pt x="680268" y="108879"/>
                </a:lnTo>
                <a:lnTo>
                  <a:pt x="680370" y="109145"/>
                </a:lnTo>
                <a:lnTo>
                  <a:pt x="680478" y="109405"/>
                </a:lnTo>
                <a:lnTo>
                  <a:pt x="680593" y="109661"/>
                </a:lnTo>
                <a:lnTo>
                  <a:pt x="680714" y="109912"/>
                </a:lnTo>
                <a:lnTo>
                  <a:pt x="680842" y="110159"/>
                </a:lnTo>
                <a:lnTo>
                  <a:pt x="680976" y="110401"/>
                </a:lnTo>
                <a:lnTo>
                  <a:pt x="681117" y="110638"/>
                </a:lnTo>
                <a:lnTo>
                  <a:pt x="681264" y="110870"/>
                </a:lnTo>
                <a:lnTo>
                  <a:pt x="681417" y="111098"/>
                </a:lnTo>
                <a:lnTo>
                  <a:pt x="681577" y="111321"/>
                </a:lnTo>
                <a:lnTo>
                  <a:pt x="681744" y="111540"/>
                </a:lnTo>
                <a:lnTo>
                  <a:pt x="681916" y="111753"/>
                </a:lnTo>
                <a:lnTo>
                  <a:pt x="682096" y="111962"/>
                </a:lnTo>
                <a:lnTo>
                  <a:pt x="682282" y="112167"/>
                </a:lnTo>
                <a:lnTo>
                  <a:pt x="682474" y="112366"/>
                </a:lnTo>
                <a:lnTo>
                  <a:pt x="682673" y="112561"/>
                </a:lnTo>
                <a:lnTo>
                  <a:pt x="682878" y="112751"/>
                </a:lnTo>
                <a:lnTo>
                  <a:pt x="683089" y="112937"/>
                </a:lnTo>
                <a:lnTo>
                  <a:pt x="683308" y="113118"/>
                </a:lnTo>
                <a:lnTo>
                  <a:pt x="683532" y="113294"/>
                </a:lnTo>
                <a:lnTo>
                  <a:pt x="683763" y="113465"/>
                </a:lnTo>
                <a:lnTo>
                  <a:pt x="684001" y="113632"/>
                </a:lnTo>
                <a:lnTo>
                  <a:pt x="684244" y="113794"/>
                </a:lnTo>
                <a:lnTo>
                  <a:pt x="684495" y="113951"/>
                </a:lnTo>
                <a:lnTo>
                  <a:pt x="684768" y="114089"/>
                </a:lnTo>
                <a:lnTo>
                  <a:pt x="685050" y="114221"/>
                </a:lnTo>
                <a:lnTo>
                  <a:pt x="685343" y="114348"/>
                </a:lnTo>
                <a:lnTo>
                  <a:pt x="685645" y="114468"/>
                </a:lnTo>
                <a:lnTo>
                  <a:pt x="685958" y="114582"/>
                </a:lnTo>
                <a:lnTo>
                  <a:pt x="686281" y="114691"/>
                </a:lnTo>
                <a:lnTo>
                  <a:pt x="686613" y="114794"/>
                </a:lnTo>
                <a:lnTo>
                  <a:pt x="686956" y="114891"/>
                </a:lnTo>
                <a:lnTo>
                  <a:pt x="687308" y="114982"/>
                </a:lnTo>
                <a:lnTo>
                  <a:pt x="687671" y="115067"/>
                </a:lnTo>
                <a:lnTo>
                  <a:pt x="688043" y="115146"/>
                </a:lnTo>
                <a:lnTo>
                  <a:pt x="688426" y="115219"/>
                </a:lnTo>
                <a:lnTo>
                  <a:pt x="688818" y="115287"/>
                </a:lnTo>
                <a:lnTo>
                  <a:pt x="689220" y="115348"/>
                </a:lnTo>
                <a:lnTo>
                  <a:pt x="689633" y="115404"/>
                </a:lnTo>
                <a:lnTo>
                  <a:pt x="690055" y="115454"/>
                </a:lnTo>
                <a:lnTo>
                  <a:pt x="690488" y="115498"/>
                </a:lnTo>
                <a:lnTo>
                  <a:pt x="690930" y="115536"/>
                </a:lnTo>
                <a:lnTo>
                  <a:pt x="691382" y="115569"/>
                </a:lnTo>
                <a:lnTo>
                  <a:pt x="691845" y="115595"/>
                </a:lnTo>
                <a:lnTo>
                  <a:pt x="692317" y="115615"/>
                </a:lnTo>
                <a:lnTo>
                  <a:pt x="692799" y="115630"/>
                </a:lnTo>
                <a:lnTo>
                  <a:pt x="693291" y="115639"/>
                </a:lnTo>
                <a:lnTo>
                  <a:pt x="693794" y="115642"/>
                </a:lnTo>
                <a:lnTo>
                  <a:pt x="694075" y="115640"/>
                </a:lnTo>
                <a:lnTo>
                  <a:pt x="694356" y="115636"/>
                </a:lnTo>
                <a:lnTo>
                  <a:pt x="694636" y="115629"/>
                </a:lnTo>
                <a:lnTo>
                  <a:pt x="694916" y="115618"/>
                </a:lnTo>
                <a:lnTo>
                  <a:pt x="695195" y="115605"/>
                </a:lnTo>
                <a:lnTo>
                  <a:pt x="695474" y="115589"/>
                </a:lnTo>
                <a:lnTo>
                  <a:pt x="695752" y="115570"/>
                </a:lnTo>
                <a:lnTo>
                  <a:pt x="696029" y="115548"/>
                </a:lnTo>
                <a:lnTo>
                  <a:pt x="696306" y="115523"/>
                </a:lnTo>
                <a:lnTo>
                  <a:pt x="696582" y="115495"/>
                </a:lnTo>
                <a:lnTo>
                  <a:pt x="696858" y="115464"/>
                </a:lnTo>
                <a:lnTo>
                  <a:pt x="697133" y="115431"/>
                </a:lnTo>
                <a:lnTo>
                  <a:pt x="697407" y="115394"/>
                </a:lnTo>
                <a:lnTo>
                  <a:pt x="697681" y="115354"/>
                </a:lnTo>
                <a:lnTo>
                  <a:pt x="697954" y="115312"/>
                </a:lnTo>
                <a:lnTo>
                  <a:pt x="698227" y="115266"/>
                </a:lnTo>
                <a:lnTo>
                  <a:pt x="698499" y="115218"/>
                </a:lnTo>
                <a:lnTo>
                  <a:pt x="698770" y="115166"/>
                </a:lnTo>
                <a:lnTo>
                  <a:pt x="699041" y="115112"/>
                </a:lnTo>
                <a:lnTo>
                  <a:pt x="699312" y="115055"/>
                </a:lnTo>
                <a:lnTo>
                  <a:pt x="699581" y="114995"/>
                </a:lnTo>
                <a:lnTo>
                  <a:pt x="699851" y="114932"/>
                </a:lnTo>
                <a:lnTo>
                  <a:pt x="700119" y="114866"/>
                </a:lnTo>
                <a:lnTo>
                  <a:pt x="700387" y="114797"/>
                </a:lnTo>
                <a:lnTo>
                  <a:pt x="700667" y="114725"/>
                </a:lnTo>
                <a:lnTo>
                  <a:pt x="700942" y="114651"/>
                </a:lnTo>
                <a:lnTo>
                  <a:pt x="701214" y="114575"/>
                </a:lnTo>
                <a:lnTo>
                  <a:pt x="701481" y="114496"/>
                </a:lnTo>
                <a:lnTo>
                  <a:pt x="701745" y="114415"/>
                </a:lnTo>
                <a:lnTo>
                  <a:pt x="702004" y="114332"/>
                </a:lnTo>
                <a:lnTo>
                  <a:pt x="702259" y="114246"/>
                </a:lnTo>
                <a:lnTo>
                  <a:pt x="702510" y="114158"/>
                </a:lnTo>
                <a:lnTo>
                  <a:pt x="702757" y="114067"/>
                </a:lnTo>
                <a:lnTo>
                  <a:pt x="702999" y="113975"/>
                </a:lnTo>
                <a:lnTo>
                  <a:pt x="703238" y="113880"/>
                </a:lnTo>
                <a:lnTo>
                  <a:pt x="703473" y="113782"/>
                </a:lnTo>
                <a:lnTo>
                  <a:pt x="703703" y="113682"/>
                </a:lnTo>
                <a:lnTo>
                  <a:pt x="703929" y="113580"/>
                </a:lnTo>
                <a:lnTo>
                  <a:pt x="704151" y="113476"/>
                </a:lnTo>
                <a:lnTo>
                  <a:pt x="704369" y="113369"/>
                </a:lnTo>
                <a:lnTo>
                  <a:pt x="704583" y="113260"/>
                </a:lnTo>
                <a:lnTo>
                  <a:pt x="704793" y="113148"/>
                </a:lnTo>
                <a:lnTo>
                  <a:pt x="704999" y="113034"/>
                </a:lnTo>
                <a:lnTo>
                  <a:pt x="705201" y="112918"/>
                </a:lnTo>
                <a:lnTo>
                  <a:pt x="705398" y="112799"/>
                </a:lnTo>
                <a:lnTo>
                  <a:pt x="705592" y="112679"/>
                </a:lnTo>
                <a:lnTo>
                  <a:pt x="705781" y="112555"/>
                </a:lnTo>
                <a:lnTo>
                  <a:pt x="705966" y="112430"/>
                </a:lnTo>
                <a:lnTo>
                  <a:pt x="705966" y="101440"/>
                </a:lnTo>
                <a:lnTo>
                  <a:pt x="705812" y="101551"/>
                </a:lnTo>
                <a:lnTo>
                  <a:pt x="705657" y="101659"/>
                </a:lnTo>
                <a:lnTo>
                  <a:pt x="705504" y="101763"/>
                </a:lnTo>
                <a:lnTo>
                  <a:pt x="705351" y="101863"/>
                </a:lnTo>
                <a:lnTo>
                  <a:pt x="705199" y="101960"/>
                </a:lnTo>
                <a:lnTo>
                  <a:pt x="705047" y="102053"/>
                </a:lnTo>
                <a:lnTo>
                  <a:pt x="704896" y="102143"/>
                </a:lnTo>
                <a:lnTo>
                  <a:pt x="704745" y="102229"/>
                </a:lnTo>
                <a:lnTo>
                  <a:pt x="704595" y="102312"/>
                </a:lnTo>
                <a:lnTo>
                  <a:pt x="704446" y="102391"/>
                </a:lnTo>
                <a:lnTo>
                  <a:pt x="704297" y="102467"/>
                </a:lnTo>
                <a:lnTo>
                  <a:pt x="704149" y="102539"/>
                </a:lnTo>
                <a:lnTo>
                  <a:pt x="704001" y="102608"/>
                </a:lnTo>
                <a:lnTo>
                  <a:pt x="703854" y="102673"/>
                </a:lnTo>
                <a:lnTo>
                  <a:pt x="703708" y="102735"/>
                </a:lnTo>
                <a:lnTo>
                  <a:pt x="703562" y="102793"/>
                </a:lnTo>
                <a:lnTo>
                  <a:pt x="703417" y="102847"/>
                </a:lnTo>
                <a:lnTo>
                  <a:pt x="703272" y="102898"/>
                </a:lnTo>
                <a:lnTo>
                  <a:pt x="703128" y="102946"/>
                </a:lnTo>
                <a:lnTo>
                  <a:pt x="702984" y="102990"/>
                </a:lnTo>
                <a:lnTo>
                  <a:pt x="702841" y="103031"/>
                </a:lnTo>
                <a:lnTo>
                  <a:pt x="702699" y="103068"/>
                </a:lnTo>
                <a:lnTo>
                  <a:pt x="702557" y="103101"/>
                </a:lnTo>
                <a:lnTo>
                  <a:pt x="702416" y="103131"/>
                </a:lnTo>
                <a:lnTo>
                  <a:pt x="702275" y="103159"/>
                </a:lnTo>
                <a:lnTo>
                  <a:pt x="702134" y="103185"/>
                </a:lnTo>
                <a:lnTo>
                  <a:pt x="701993" y="103210"/>
                </a:lnTo>
                <a:lnTo>
                  <a:pt x="701852" y="103234"/>
                </a:lnTo>
                <a:lnTo>
                  <a:pt x="701711" y="103257"/>
                </a:lnTo>
                <a:lnTo>
                  <a:pt x="701571" y="103279"/>
                </a:lnTo>
                <a:lnTo>
                  <a:pt x="701430" y="103299"/>
                </a:lnTo>
                <a:lnTo>
                  <a:pt x="701289" y="103319"/>
                </a:lnTo>
                <a:lnTo>
                  <a:pt x="701148" y="103337"/>
                </a:lnTo>
                <a:lnTo>
                  <a:pt x="701007" y="103354"/>
                </a:lnTo>
                <a:lnTo>
                  <a:pt x="700866" y="103370"/>
                </a:lnTo>
                <a:lnTo>
                  <a:pt x="700725" y="103385"/>
                </a:lnTo>
                <a:lnTo>
                  <a:pt x="700584" y="103398"/>
                </a:lnTo>
                <a:lnTo>
                  <a:pt x="700444" y="103410"/>
                </a:lnTo>
                <a:lnTo>
                  <a:pt x="700303" y="103422"/>
                </a:lnTo>
                <a:lnTo>
                  <a:pt x="700162" y="103432"/>
                </a:lnTo>
                <a:lnTo>
                  <a:pt x="700021" y="103440"/>
                </a:lnTo>
                <a:lnTo>
                  <a:pt x="699880" y="103448"/>
                </a:lnTo>
                <a:lnTo>
                  <a:pt x="699739" y="103454"/>
                </a:lnTo>
                <a:lnTo>
                  <a:pt x="699598" y="103460"/>
                </a:lnTo>
                <a:lnTo>
                  <a:pt x="699457" y="103464"/>
                </a:lnTo>
                <a:lnTo>
                  <a:pt x="699316" y="103467"/>
                </a:lnTo>
                <a:lnTo>
                  <a:pt x="699176" y="103468"/>
                </a:lnTo>
                <a:lnTo>
                  <a:pt x="699035" y="103469"/>
                </a:lnTo>
                <a:lnTo>
                  <a:pt x="698839" y="103467"/>
                </a:lnTo>
                <a:lnTo>
                  <a:pt x="698648" y="103461"/>
                </a:lnTo>
                <a:lnTo>
                  <a:pt x="698461" y="103451"/>
                </a:lnTo>
                <a:lnTo>
                  <a:pt x="698278" y="103436"/>
                </a:lnTo>
                <a:lnTo>
                  <a:pt x="698100" y="103418"/>
                </a:lnTo>
                <a:lnTo>
                  <a:pt x="697925" y="103395"/>
                </a:lnTo>
                <a:lnTo>
                  <a:pt x="697755" y="103368"/>
                </a:lnTo>
                <a:lnTo>
                  <a:pt x="697588" y="103338"/>
                </a:lnTo>
                <a:lnTo>
                  <a:pt x="697426" y="103303"/>
                </a:lnTo>
                <a:lnTo>
                  <a:pt x="697268" y="103264"/>
                </a:lnTo>
                <a:lnTo>
                  <a:pt x="697113" y="103220"/>
                </a:lnTo>
                <a:lnTo>
                  <a:pt x="696963" y="103173"/>
                </a:lnTo>
                <a:lnTo>
                  <a:pt x="696818" y="103122"/>
                </a:lnTo>
                <a:lnTo>
                  <a:pt x="696676" y="103066"/>
                </a:lnTo>
                <a:lnTo>
                  <a:pt x="696538" y="103007"/>
                </a:lnTo>
                <a:lnTo>
                  <a:pt x="696405" y="102943"/>
                </a:lnTo>
                <a:lnTo>
                  <a:pt x="696275" y="102875"/>
                </a:lnTo>
                <a:lnTo>
                  <a:pt x="696150" y="102803"/>
                </a:lnTo>
                <a:lnTo>
                  <a:pt x="696029" y="102727"/>
                </a:lnTo>
                <a:lnTo>
                  <a:pt x="695911" y="102647"/>
                </a:lnTo>
                <a:lnTo>
                  <a:pt x="695798" y="102563"/>
                </a:lnTo>
                <a:lnTo>
                  <a:pt x="695690" y="102475"/>
                </a:lnTo>
                <a:lnTo>
                  <a:pt x="695585" y="102382"/>
                </a:lnTo>
                <a:lnTo>
                  <a:pt x="695484" y="102286"/>
                </a:lnTo>
                <a:lnTo>
                  <a:pt x="695387" y="102184"/>
                </a:lnTo>
                <a:lnTo>
                  <a:pt x="695295" y="102078"/>
                </a:lnTo>
                <a:lnTo>
                  <a:pt x="695207" y="101966"/>
                </a:lnTo>
                <a:lnTo>
                  <a:pt x="695122" y="101849"/>
                </a:lnTo>
                <a:lnTo>
                  <a:pt x="695042" y="101726"/>
                </a:lnTo>
                <a:lnTo>
                  <a:pt x="694966" y="101599"/>
                </a:lnTo>
                <a:lnTo>
                  <a:pt x="694894" y="101466"/>
                </a:lnTo>
                <a:lnTo>
                  <a:pt x="694827" y="101328"/>
                </a:lnTo>
                <a:lnTo>
                  <a:pt x="694763" y="101184"/>
                </a:lnTo>
                <a:lnTo>
                  <a:pt x="694703" y="101035"/>
                </a:lnTo>
                <a:lnTo>
                  <a:pt x="694648" y="100881"/>
                </a:lnTo>
                <a:lnTo>
                  <a:pt x="694596" y="100722"/>
                </a:lnTo>
                <a:lnTo>
                  <a:pt x="694549" y="100557"/>
                </a:lnTo>
                <a:lnTo>
                  <a:pt x="694506" y="100387"/>
                </a:lnTo>
                <a:lnTo>
                  <a:pt x="694467" y="100212"/>
                </a:lnTo>
                <a:lnTo>
                  <a:pt x="694432" y="100031"/>
                </a:lnTo>
                <a:lnTo>
                  <a:pt x="694401" y="99846"/>
                </a:lnTo>
                <a:lnTo>
                  <a:pt x="694375" y="99655"/>
                </a:lnTo>
                <a:lnTo>
                  <a:pt x="694352" y="99458"/>
                </a:lnTo>
                <a:lnTo>
                  <a:pt x="694333" y="99257"/>
                </a:lnTo>
                <a:lnTo>
                  <a:pt x="694319" y="99050"/>
                </a:lnTo>
                <a:lnTo>
                  <a:pt x="694309" y="98837"/>
                </a:lnTo>
                <a:lnTo>
                  <a:pt x="694303" y="98620"/>
                </a:lnTo>
                <a:lnTo>
                  <a:pt x="694301" y="98397"/>
                </a:lnTo>
                <a:lnTo>
                  <a:pt x="694301" y="27558"/>
                </a:lnTo>
                <a:lnTo>
                  <a:pt x="677394" y="27558"/>
                </a:lnTo>
                <a:lnTo>
                  <a:pt x="677394" y="80138"/>
                </a:lnTo>
                <a:lnTo>
                  <a:pt x="677389" y="80657"/>
                </a:lnTo>
                <a:lnTo>
                  <a:pt x="677375" y="81172"/>
                </a:lnTo>
                <a:lnTo>
                  <a:pt x="677352" y="81683"/>
                </a:lnTo>
                <a:lnTo>
                  <a:pt x="677319" y="82190"/>
                </a:lnTo>
                <a:lnTo>
                  <a:pt x="677276" y="82693"/>
                </a:lnTo>
                <a:lnTo>
                  <a:pt x="677225" y="83192"/>
                </a:lnTo>
                <a:lnTo>
                  <a:pt x="677164" y="83686"/>
                </a:lnTo>
                <a:lnTo>
                  <a:pt x="677093" y="84177"/>
                </a:lnTo>
                <a:lnTo>
                  <a:pt x="677013" y="84663"/>
                </a:lnTo>
                <a:lnTo>
                  <a:pt x="676924" y="85145"/>
                </a:lnTo>
                <a:lnTo>
                  <a:pt x="676826" y="85623"/>
                </a:lnTo>
                <a:lnTo>
                  <a:pt x="676718" y="86097"/>
                </a:lnTo>
                <a:lnTo>
                  <a:pt x="676600" y="86567"/>
                </a:lnTo>
                <a:lnTo>
                  <a:pt x="676473" y="87033"/>
                </a:lnTo>
                <a:lnTo>
                  <a:pt x="676337" y="87495"/>
                </a:lnTo>
                <a:lnTo>
                  <a:pt x="676192" y="87952"/>
                </a:lnTo>
                <a:lnTo>
                  <a:pt x="676037" y="88406"/>
                </a:lnTo>
                <a:lnTo>
                  <a:pt x="675872" y="88855"/>
                </a:lnTo>
                <a:lnTo>
                  <a:pt x="675699" y="89301"/>
                </a:lnTo>
                <a:lnTo>
                  <a:pt x="675515" y="89742"/>
                </a:lnTo>
                <a:lnTo>
                  <a:pt x="675323" y="90179"/>
                </a:lnTo>
                <a:lnTo>
                  <a:pt x="675121" y="90612"/>
                </a:lnTo>
                <a:lnTo>
                  <a:pt x="674910" y="91041"/>
                </a:lnTo>
                <a:lnTo>
                  <a:pt x="674689" y="91465"/>
                </a:lnTo>
                <a:lnTo>
                  <a:pt x="674474" y="91884"/>
                </a:lnTo>
                <a:lnTo>
                  <a:pt x="674251" y="92297"/>
                </a:lnTo>
                <a:lnTo>
                  <a:pt x="674021" y="92702"/>
                </a:lnTo>
                <a:lnTo>
                  <a:pt x="673783" y="93100"/>
                </a:lnTo>
                <a:lnTo>
                  <a:pt x="673537" y="93491"/>
                </a:lnTo>
                <a:lnTo>
                  <a:pt x="673284" y="93875"/>
                </a:lnTo>
                <a:lnTo>
                  <a:pt x="673023" y="94251"/>
                </a:lnTo>
                <a:lnTo>
                  <a:pt x="672754" y="94621"/>
                </a:lnTo>
                <a:lnTo>
                  <a:pt x="672478" y="94984"/>
                </a:lnTo>
                <a:lnTo>
                  <a:pt x="672194" y="95340"/>
                </a:lnTo>
                <a:lnTo>
                  <a:pt x="671903" y="95688"/>
                </a:lnTo>
                <a:lnTo>
                  <a:pt x="671603" y="96030"/>
                </a:lnTo>
                <a:lnTo>
                  <a:pt x="671297" y="96365"/>
                </a:lnTo>
                <a:lnTo>
                  <a:pt x="670982" y="96692"/>
                </a:lnTo>
                <a:lnTo>
                  <a:pt x="670660" y="97013"/>
                </a:lnTo>
                <a:lnTo>
                  <a:pt x="670331" y="97326"/>
                </a:lnTo>
                <a:lnTo>
                  <a:pt x="669993" y="97633"/>
                </a:lnTo>
                <a:lnTo>
                  <a:pt x="669649" y="97932"/>
                </a:lnTo>
                <a:lnTo>
                  <a:pt x="669296" y="98224"/>
                </a:lnTo>
                <a:lnTo>
                  <a:pt x="668936" y="98510"/>
                </a:lnTo>
                <a:lnTo>
                  <a:pt x="668568" y="98788"/>
                </a:lnTo>
                <a:lnTo>
                  <a:pt x="668193" y="99059"/>
                </a:lnTo>
                <a:lnTo>
                  <a:pt x="667810" y="99323"/>
                </a:lnTo>
                <a:lnTo>
                  <a:pt x="667419" y="99581"/>
                </a:lnTo>
                <a:lnTo>
                  <a:pt x="667036" y="99815"/>
                </a:lnTo>
                <a:lnTo>
                  <a:pt x="666649" y="100040"/>
                </a:lnTo>
                <a:lnTo>
                  <a:pt x="666257" y="100254"/>
                </a:lnTo>
                <a:lnTo>
                  <a:pt x="665860" y="100459"/>
                </a:lnTo>
                <a:lnTo>
                  <a:pt x="665458" y="100653"/>
                </a:lnTo>
                <a:lnTo>
                  <a:pt x="665052" y="100838"/>
                </a:lnTo>
                <a:lnTo>
                  <a:pt x="664641" y="101013"/>
                </a:lnTo>
                <a:lnTo>
                  <a:pt x="664225" y="101177"/>
                </a:lnTo>
                <a:lnTo>
                  <a:pt x="663805" y="101332"/>
                </a:lnTo>
                <a:lnTo>
                  <a:pt x="663380" y="101477"/>
                </a:lnTo>
                <a:lnTo>
                  <a:pt x="662950" y="101611"/>
                </a:lnTo>
                <a:lnTo>
                  <a:pt x="662516" y="101736"/>
                </a:lnTo>
                <a:lnTo>
                  <a:pt x="662077" y="101851"/>
                </a:lnTo>
                <a:lnTo>
                  <a:pt x="661633" y="101956"/>
                </a:lnTo>
                <a:lnTo>
                  <a:pt x="661185" y="102051"/>
                </a:lnTo>
                <a:lnTo>
                  <a:pt x="660732" y="102135"/>
                </a:lnTo>
                <a:lnTo>
                  <a:pt x="660274" y="102210"/>
                </a:lnTo>
                <a:lnTo>
                  <a:pt x="659811" y="102275"/>
                </a:lnTo>
                <a:lnTo>
                  <a:pt x="659344" y="102330"/>
                </a:lnTo>
                <a:lnTo>
                  <a:pt x="658872" y="102375"/>
                </a:lnTo>
                <a:lnTo>
                  <a:pt x="658395" y="102410"/>
                </a:lnTo>
                <a:lnTo>
                  <a:pt x="657914" y="102435"/>
                </a:lnTo>
                <a:lnTo>
                  <a:pt x="657428" y="102450"/>
                </a:lnTo>
                <a:lnTo>
                  <a:pt x="656937" y="102455"/>
                </a:lnTo>
                <a:lnTo>
                  <a:pt x="656197" y="102446"/>
                </a:lnTo>
                <a:lnTo>
                  <a:pt x="655470" y="102418"/>
                </a:lnTo>
                <a:lnTo>
                  <a:pt x="654757" y="102373"/>
                </a:lnTo>
                <a:lnTo>
                  <a:pt x="654058" y="102309"/>
                </a:lnTo>
                <a:lnTo>
                  <a:pt x="653372" y="102227"/>
                </a:lnTo>
                <a:lnTo>
                  <a:pt x="652700" y="102127"/>
                </a:lnTo>
                <a:lnTo>
                  <a:pt x="652041" y="102009"/>
                </a:lnTo>
                <a:lnTo>
                  <a:pt x="651395" y="101872"/>
                </a:lnTo>
                <a:lnTo>
                  <a:pt x="650763" y="101718"/>
                </a:lnTo>
                <a:lnTo>
                  <a:pt x="650145" y="101545"/>
                </a:lnTo>
                <a:lnTo>
                  <a:pt x="649540" y="101354"/>
                </a:lnTo>
                <a:lnTo>
                  <a:pt x="648948" y="101144"/>
                </a:lnTo>
                <a:lnTo>
                  <a:pt x="648370" y="100917"/>
                </a:lnTo>
                <a:lnTo>
                  <a:pt x="647806" y="100671"/>
                </a:lnTo>
                <a:lnTo>
                  <a:pt x="647255" y="100407"/>
                </a:lnTo>
                <a:lnTo>
                  <a:pt x="646718" y="100125"/>
                </a:lnTo>
                <a:lnTo>
                  <a:pt x="646194" y="99825"/>
                </a:lnTo>
                <a:lnTo>
                  <a:pt x="645683" y="99507"/>
                </a:lnTo>
                <a:lnTo>
                  <a:pt x="645186" y="99170"/>
                </a:lnTo>
                <a:lnTo>
                  <a:pt x="644703" y="98815"/>
                </a:lnTo>
                <a:lnTo>
                  <a:pt x="644233" y="98442"/>
                </a:lnTo>
                <a:lnTo>
                  <a:pt x="643777" y="98051"/>
                </a:lnTo>
                <a:lnTo>
                  <a:pt x="643334" y="97641"/>
                </a:lnTo>
                <a:lnTo>
                  <a:pt x="642904" y="97214"/>
                </a:lnTo>
                <a:lnTo>
                  <a:pt x="642504" y="96767"/>
                </a:lnTo>
                <a:lnTo>
                  <a:pt x="642121" y="96301"/>
                </a:lnTo>
                <a:lnTo>
                  <a:pt x="641755" y="95816"/>
                </a:lnTo>
                <a:lnTo>
                  <a:pt x="641406" y="95312"/>
                </a:lnTo>
                <a:lnTo>
                  <a:pt x="641074" y="94788"/>
                </a:lnTo>
                <a:lnTo>
                  <a:pt x="640759" y="94244"/>
                </a:lnTo>
                <a:lnTo>
                  <a:pt x="640461" y="93682"/>
                </a:lnTo>
                <a:lnTo>
                  <a:pt x="640180" y="93100"/>
                </a:lnTo>
                <a:lnTo>
                  <a:pt x="639916" y="92498"/>
                </a:lnTo>
                <a:lnTo>
                  <a:pt x="639670" y="91877"/>
                </a:lnTo>
                <a:lnTo>
                  <a:pt x="639440" y="91237"/>
                </a:lnTo>
                <a:lnTo>
                  <a:pt x="639227" y="90578"/>
                </a:lnTo>
                <a:lnTo>
                  <a:pt x="639031" y="89899"/>
                </a:lnTo>
                <a:lnTo>
                  <a:pt x="638852" y="89201"/>
                </a:lnTo>
                <a:lnTo>
                  <a:pt x="638691" y="88483"/>
                </a:lnTo>
                <a:lnTo>
                  <a:pt x="638546" y="87746"/>
                </a:lnTo>
                <a:lnTo>
                  <a:pt x="638418" y="86989"/>
                </a:lnTo>
                <a:lnTo>
                  <a:pt x="638308" y="86214"/>
                </a:lnTo>
                <a:lnTo>
                  <a:pt x="638214" y="85419"/>
                </a:lnTo>
                <a:lnTo>
                  <a:pt x="638137" y="84604"/>
                </a:lnTo>
                <a:lnTo>
                  <a:pt x="638078" y="83770"/>
                </a:lnTo>
                <a:lnTo>
                  <a:pt x="638035" y="82917"/>
                </a:lnTo>
                <a:lnTo>
                  <a:pt x="638010" y="82044"/>
                </a:lnTo>
                <a:lnTo>
                  <a:pt x="638001" y="81152"/>
                </a:lnTo>
                <a:lnTo>
                  <a:pt x="638001" y="27558"/>
                </a:lnTo>
                <a:lnTo>
                  <a:pt x="620926" y="27558"/>
                </a:lnTo>
                <a:lnTo>
                  <a:pt x="620926" y="84365"/>
                </a:lnTo>
                <a:lnTo>
                  <a:pt x="620940" y="85661"/>
                </a:lnTo>
                <a:lnTo>
                  <a:pt x="620983" y="86930"/>
                </a:lnTo>
                <a:lnTo>
                  <a:pt x="621055" y="88171"/>
                </a:lnTo>
                <a:lnTo>
                  <a:pt x="621156" y="89385"/>
                </a:lnTo>
                <a:lnTo>
                  <a:pt x="621285" y="90571"/>
                </a:lnTo>
                <a:lnTo>
                  <a:pt x="621443" y="91729"/>
                </a:lnTo>
                <a:lnTo>
                  <a:pt x="621630" y="92860"/>
                </a:lnTo>
                <a:lnTo>
                  <a:pt x="621846" y="93964"/>
                </a:lnTo>
                <a:lnTo>
                  <a:pt x="622091" y="95040"/>
                </a:lnTo>
                <a:lnTo>
                  <a:pt x="622364" y="96088"/>
                </a:lnTo>
                <a:lnTo>
                  <a:pt x="622666" y="97108"/>
                </a:lnTo>
                <a:lnTo>
                  <a:pt x="622997" y="98101"/>
                </a:lnTo>
                <a:lnTo>
                  <a:pt x="623356" y="99067"/>
                </a:lnTo>
                <a:lnTo>
                  <a:pt x="623744" y="100004"/>
                </a:lnTo>
                <a:lnTo>
                  <a:pt x="624162" y="100915"/>
                </a:lnTo>
                <a:lnTo>
                  <a:pt x="624607" y="101797"/>
                </a:lnTo>
                <a:lnTo>
                  <a:pt x="625082" y="102652"/>
                </a:lnTo>
                <a:lnTo>
                  <a:pt x="625585" y="103480"/>
                </a:lnTo>
                <a:lnTo>
                  <a:pt x="626118" y="104279"/>
                </a:lnTo>
                <a:lnTo>
                  <a:pt x="626679" y="105052"/>
                </a:lnTo>
                <a:lnTo>
                  <a:pt x="627268" y="105796"/>
                </a:lnTo>
                <a:lnTo>
                  <a:pt x="627887" y="106513"/>
                </a:lnTo>
                <a:lnTo>
                  <a:pt x="628534" y="107203"/>
                </a:lnTo>
                <a:lnTo>
                  <a:pt x="629210" y="107865"/>
                </a:lnTo>
                <a:lnTo>
                  <a:pt x="629924" y="108499"/>
                </a:lnTo>
                <a:lnTo>
                  <a:pt x="630656" y="109107"/>
                </a:lnTo>
                <a:lnTo>
                  <a:pt x="631408" y="109688"/>
                </a:lnTo>
                <a:lnTo>
                  <a:pt x="632178" y="110241"/>
                </a:lnTo>
                <a:lnTo>
                  <a:pt x="632967" y="110768"/>
                </a:lnTo>
                <a:lnTo>
                  <a:pt x="633775" y="111267"/>
                </a:lnTo>
                <a:lnTo>
                  <a:pt x="634601" y="111740"/>
                </a:lnTo>
                <a:lnTo>
                  <a:pt x="635446" y="112185"/>
                </a:lnTo>
                <a:lnTo>
                  <a:pt x="636311" y="112604"/>
                </a:lnTo>
                <a:lnTo>
                  <a:pt x="637194" y="112996"/>
                </a:lnTo>
                <a:lnTo>
                  <a:pt x="638095" y="113360"/>
                </a:lnTo>
                <a:lnTo>
                  <a:pt x="639016" y="113698"/>
                </a:lnTo>
                <a:lnTo>
                  <a:pt x="639955" y="114008"/>
                </a:lnTo>
                <a:lnTo>
                  <a:pt x="640913" y="114292"/>
                </a:lnTo>
                <a:lnTo>
                  <a:pt x="641890" y="114548"/>
                </a:lnTo>
                <a:lnTo>
                  <a:pt x="642885" y="114778"/>
                </a:lnTo>
                <a:lnTo>
                  <a:pt x="643900" y="114980"/>
                </a:lnTo>
                <a:lnTo>
                  <a:pt x="644933" y="115156"/>
                </a:lnTo>
                <a:lnTo>
                  <a:pt x="645985" y="115304"/>
                </a:lnTo>
                <a:lnTo>
                  <a:pt x="647056" y="115426"/>
                </a:lnTo>
                <a:lnTo>
                  <a:pt x="648145" y="115520"/>
                </a:lnTo>
                <a:lnTo>
                  <a:pt x="649254" y="115588"/>
                </a:lnTo>
                <a:lnTo>
                  <a:pt x="650381" y="115628"/>
                </a:lnTo>
                <a:lnTo>
                  <a:pt x="651527" y="115642"/>
                </a:lnTo>
                <a:lnTo>
                  <a:pt x="652074" y="115639"/>
                </a:lnTo>
                <a:lnTo>
                  <a:pt x="652616" y="115630"/>
                </a:lnTo>
                <a:lnTo>
                  <a:pt x="653154" y="115615"/>
                </a:lnTo>
                <a:lnTo>
                  <a:pt x="653687" y="115595"/>
                </a:lnTo>
                <a:close/>
              </a:path>
            </a:pathLst>
          </a:custGeom>
          <a:solidFill xmlns:a="http://schemas.openxmlformats.org/drawingml/2006/main">
            <a:srgbClr val="1976D2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29FFFF-87C5-4118-A18D-54C85EEB3A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27709" y="2127638"/>
            <a:ext cx="3163326" cy="278577"/>
          </a:xfrm>
          <a:custGeom xmlns:a="http://schemas.openxmlformats.org/drawingml/2006/main">
            <a:pathLst>
              <a:path w="3163326" h="278577">
                <a:moveTo>
                  <a:pt x="614935" y="39579"/>
                </a:moveTo>
                <a:lnTo>
                  <a:pt x="615627" y="39489"/>
                </a:lnTo>
                <a:lnTo>
                  <a:pt x="616310" y="39379"/>
                </a:lnTo>
                <a:lnTo>
                  <a:pt x="616983" y="39249"/>
                </a:lnTo>
                <a:lnTo>
                  <a:pt x="617648" y="39098"/>
                </a:lnTo>
                <a:lnTo>
                  <a:pt x="618304" y="38928"/>
                </a:lnTo>
                <a:lnTo>
                  <a:pt x="618950" y="38738"/>
                </a:lnTo>
                <a:lnTo>
                  <a:pt x="619587" y="38528"/>
                </a:lnTo>
                <a:lnTo>
                  <a:pt x="620215" y="38298"/>
                </a:lnTo>
                <a:lnTo>
                  <a:pt x="620834" y="38048"/>
                </a:lnTo>
                <a:lnTo>
                  <a:pt x="621444" y="37778"/>
                </a:lnTo>
                <a:lnTo>
                  <a:pt x="622045" y="37487"/>
                </a:lnTo>
                <a:lnTo>
                  <a:pt x="622636" y="37177"/>
                </a:lnTo>
                <a:lnTo>
                  <a:pt x="623219" y="36847"/>
                </a:lnTo>
                <a:lnTo>
                  <a:pt x="623792" y="36497"/>
                </a:lnTo>
                <a:lnTo>
                  <a:pt x="624357" y="36127"/>
                </a:lnTo>
                <a:lnTo>
                  <a:pt x="624912" y="35736"/>
                </a:lnTo>
                <a:lnTo>
                  <a:pt x="625458" y="35326"/>
                </a:lnTo>
                <a:lnTo>
                  <a:pt x="625994" y="34896"/>
                </a:lnTo>
                <a:lnTo>
                  <a:pt x="626522" y="34446"/>
                </a:lnTo>
                <a:lnTo>
                  <a:pt x="627041" y="33975"/>
                </a:lnTo>
                <a:lnTo>
                  <a:pt x="627552" y="33482"/>
                </a:lnTo>
                <a:lnTo>
                  <a:pt x="628042" y="32982"/>
                </a:lnTo>
                <a:lnTo>
                  <a:pt x="628510" y="32473"/>
                </a:lnTo>
                <a:lnTo>
                  <a:pt x="628956" y="31956"/>
                </a:lnTo>
                <a:lnTo>
                  <a:pt x="629381" y="31431"/>
                </a:lnTo>
                <a:lnTo>
                  <a:pt x="629783" y="30897"/>
                </a:lnTo>
                <a:lnTo>
                  <a:pt x="630164" y="30356"/>
                </a:lnTo>
                <a:lnTo>
                  <a:pt x="630524" y="29807"/>
                </a:lnTo>
                <a:lnTo>
                  <a:pt x="630861" y="29250"/>
                </a:lnTo>
                <a:lnTo>
                  <a:pt x="631177" y="28684"/>
                </a:lnTo>
                <a:lnTo>
                  <a:pt x="631471" y="28111"/>
                </a:lnTo>
                <a:lnTo>
                  <a:pt x="631743" y="27529"/>
                </a:lnTo>
                <a:lnTo>
                  <a:pt x="631993" y="26939"/>
                </a:lnTo>
                <a:lnTo>
                  <a:pt x="632222" y="26342"/>
                </a:lnTo>
                <a:lnTo>
                  <a:pt x="632428" y="25736"/>
                </a:lnTo>
                <a:lnTo>
                  <a:pt x="632613" y="25122"/>
                </a:lnTo>
                <a:lnTo>
                  <a:pt x="632777" y="24500"/>
                </a:lnTo>
                <a:lnTo>
                  <a:pt x="632918" y="23870"/>
                </a:lnTo>
                <a:lnTo>
                  <a:pt x="633038" y="23232"/>
                </a:lnTo>
                <a:lnTo>
                  <a:pt x="633136" y="22586"/>
                </a:lnTo>
                <a:lnTo>
                  <a:pt x="633212" y="21931"/>
                </a:lnTo>
                <a:lnTo>
                  <a:pt x="633266" y="21269"/>
                </a:lnTo>
                <a:lnTo>
                  <a:pt x="633299" y="20598"/>
                </a:lnTo>
                <a:lnTo>
                  <a:pt x="633310" y="19920"/>
                </a:lnTo>
                <a:lnTo>
                  <a:pt x="633299" y="19233"/>
                </a:lnTo>
                <a:lnTo>
                  <a:pt x="633266" y="18556"/>
                </a:lnTo>
                <a:lnTo>
                  <a:pt x="633212" y="17887"/>
                </a:lnTo>
                <a:lnTo>
                  <a:pt x="633136" y="17226"/>
                </a:lnTo>
                <a:lnTo>
                  <a:pt x="633038" y="16575"/>
                </a:lnTo>
                <a:lnTo>
                  <a:pt x="632918" y="15932"/>
                </a:lnTo>
                <a:lnTo>
                  <a:pt x="632777" y="15298"/>
                </a:lnTo>
                <a:lnTo>
                  <a:pt x="632613" y="14673"/>
                </a:lnTo>
                <a:lnTo>
                  <a:pt x="632428" y="14057"/>
                </a:lnTo>
                <a:lnTo>
                  <a:pt x="632222" y="13449"/>
                </a:lnTo>
                <a:lnTo>
                  <a:pt x="631993" y="12850"/>
                </a:lnTo>
                <a:lnTo>
                  <a:pt x="631743" y="12260"/>
                </a:lnTo>
                <a:lnTo>
                  <a:pt x="631471" y="11679"/>
                </a:lnTo>
                <a:lnTo>
                  <a:pt x="631177" y="11107"/>
                </a:lnTo>
                <a:lnTo>
                  <a:pt x="630861" y="10543"/>
                </a:lnTo>
                <a:lnTo>
                  <a:pt x="630524" y="9988"/>
                </a:lnTo>
                <a:lnTo>
                  <a:pt x="630164" y="9442"/>
                </a:lnTo>
                <a:lnTo>
                  <a:pt x="629783" y="8905"/>
                </a:lnTo>
                <a:lnTo>
                  <a:pt x="629381" y="8376"/>
                </a:lnTo>
                <a:lnTo>
                  <a:pt x="628956" y="7856"/>
                </a:lnTo>
                <a:lnTo>
                  <a:pt x="628510" y="7345"/>
                </a:lnTo>
                <a:lnTo>
                  <a:pt x="628042" y="6843"/>
                </a:lnTo>
                <a:lnTo>
                  <a:pt x="627552" y="6349"/>
                </a:lnTo>
                <a:lnTo>
                  <a:pt x="627041" y="5865"/>
                </a:lnTo>
                <a:lnTo>
                  <a:pt x="626522" y="5386"/>
                </a:lnTo>
                <a:lnTo>
                  <a:pt x="625994" y="4928"/>
                </a:lnTo>
                <a:lnTo>
                  <a:pt x="625458" y="4490"/>
                </a:lnTo>
                <a:lnTo>
                  <a:pt x="624912" y="4073"/>
                </a:lnTo>
                <a:lnTo>
                  <a:pt x="624357" y="3676"/>
                </a:lnTo>
                <a:lnTo>
                  <a:pt x="623792" y="3299"/>
                </a:lnTo>
                <a:lnTo>
                  <a:pt x="623219" y="2943"/>
                </a:lnTo>
                <a:lnTo>
                  <a:pt x="622636" y="2607"/>
                </a:lnTo>
                <a:lnTo>
                  <a:pt x="622045" y="2291"/>
                </a:lnTo>
                <a:lnTo>
                  <a:pt x="621444" y="1996"/>
                </a:lnTo>
                <a:lnTo>
                  <a:pt x="620834" y="1721"/>
                </a:lnTo>
                <a:lnTo>
                  <a:pt x="620215" y="1466"/>
                </a:lnTo>
                <a:lnTo>
                  <a:pt x="619587" y="1232"/>
                </a:lnTo>
                <a:lnTo>
                  <a:pt x="618950" y="1018"/>
                </a:lnTo>
                <a:lnTo>
                  <a:pt x="618304" y="825"/>
                </a:lnTo>
                <a:lnTo>
                  <a:pt x="617648" y="652"/>
                </a:lnTo>
                <a:lnTo>
                  <a:pt x="616983" y="499"/>
                </a:lnTo>
                <a:lnTo>
                  <a:pt x="616310" y="367"/>
                </a:lnTo>
                <a:lnTo>
                  <a:pt x="615627" y="255"/>
                </a:lnTo>
                <a:lnTo>
                  <a:pt x="614935" y="163"/>
                </a:lnTo>
                <a:lnTo>
                  <a:pt x="614234" y="92"/>
                </a:lnTo>
                <a:lnTo>
                  <a:pt x="613523" y="41"/>
                </a:lnTo>
                <a:lnTo>
                  <a:pt x="612804" y="10"/>
                </a:lnTo>
                <a:lnTo>
                  <a:pt x="612075" y="0"/>
                </a:lnTo>
                <a:lnTo>
                  <a:pt x="611355" y="10"/>
                </a:lnTo>
                <a:lnTo>
                  <a:pt x="610643" y="41"/>
                </a:lnTo>
                <a:lnTo>
                  <a:pt x="609939" y="92"/>
                </a:lnTo>
                <a:lnTo>
                  <a:pt x="609244" y="163"/>
                </a:lnTo>
                <a:lnTo>
                  <a:pt x="608557" y="255"/>
                </a:lnTo>
                <a:lnTo>
                  <a:pt x="607879" y="367"/>
                </a:lnTo>
                <a:lnTo>
                  <a:pt x="607209" y="499"/>
                </a:lnTo>
                <a:lnTo>
                  <a:pt x="606548" y="652"/>
                </a:lnTo>
                <a:lnTo>
                  <a:pt x="605895" y="825"/>
                </a:lnTo>
                <a:lnTo>
                  <a:pt x="605250" y="1018"/>
                </a:lnTo>
                <a:lnTo>
                  <a:pt x="604614" y="1232"/>
                </a:lnTo>
                <a:lnTo>
                  <a:pt x="603986" y="1466"/>
                </a:lnTo>
                <a:lnTo>
                  <a:pt x="603367" y="1721"/>
                </a:lnTo>
                <a:lnTo>
                  <a:pt x="602756" y="1996"/>
                </a:lnTo>
                <a:lnTo>
                  <a:pt x="602153" y="2291"/>
                </a:lnTo>
                <a:lnTo>
                  <a:pt x="601559" y="2607"/>
                </a:lnTo>
                <a:lnTo>
                  <a:pt x="600974" y="2943"/>
                </a:lnTo>
                <a:lnTo>
                  <a:pt x="600396" y="3299"/>
                </a:lnTo>
                <a:lnTo>
                  <a:pt x="599828" y="3676"/>
                </a:lnTo>
                <a:lnTo>
                  <a:pt x="599267" y="4073"/>
                </a:lnTo>
                <a:lnTo>
                  <a:pt x="598715" y="4490"/>
                </a:lnTo>
                <a:lnTo>
                  <a:pt x="598172" y="4928"/>
                </a:lnTo>
                <a:lnTo>
                  <a:pt x="597637" y="5386"/>
                </a:lnTo>
                <a:lnTo>
                  <a:pt x="597110" y="5865"/>
                </a:lnTo>
                <a:lnTo>
                  <a:pt x="596599" y="6349"/>
                </a:lnTo>
                <a:lnTo>
                  <a:pt x="596109" y="6843"/>
                </a:lnTo>
                <a:lnTo>
                  <a:pt x="595641" y="7345"/>
                </a:lnTo>
                <a:lnTo>
                  <a:pt x="595195" y="7856"/>
                </a:lnTo>
                <a:lnTo>
                  <a:pt x="594770" y="8376"/>
                </a:lnTo>
                <a:lnTo>
                  <a:pt x="594367" y="8905"/>
                </a:lnTo>
                <a:lnTo>
                  <a:pt x="593986" y="9442"/>
                </a:lnTo>
                <a:lnTo>
                  <a:pt x="593627" y="9988"/>
                </a:lnTo>
                <a:lnTo>
                  <a:pt x="593290" y="10543"/>
                </a:lnTo>
                <a:lnTo>
                  <a:pt x="592974" y="11107"/>
                </a:lnTo>
                <a:lnTo>
                  <a:pt x="592680" y="11679"/>
                </a:lnTo>
                <a:lnTo>
                  <a:pt x="592408" y="12260"/>
                </a:lnTo>
                <a:lnTo>
                  <a:pt x="592158" y="12850"/>
                </a:lnTo>
                <a:lnTo>
                  <a:pt x="591929" y="13449"/>
                </a:lnTo>
                <a:lnTo>
                  <a:pt x="591722" y="14057"/>
                </a:lnTo>
                <a:lnTo>
                  <a:pt x="591537" y="14673"/>
                </a:lnTo>
                <a:lnTo>
                  <a:pt x="591374" y="15298"/>
                </a:lnTo>
                <a:lnTo>
                  <a:pt x="591233" y="15932"/>
                </a:lnTo>
                <a:lnTo>
                  <a:pt x="591113" y="16575"/>
                </a:lnTo>
                <a:lnTo>
                  <a:pt x="591015" y="17226"/>
                </a:lnTo>
                <a:lnTo>
                  <a:pt x="590939" y="17887"/>
                </a:lnTo>
                <a:lnTo>
                  <a:pt x="590884" y="18556"/>
                </a:lnTo>
                <a:lnTo>
                  <a:pt x="590852" y="19233"/>
                </a:lnTo>
                <a:lnTo>
                  <a:pt x="590841" y="19920"/>
                </a:lnTo>
                <a:lnTo>
                  <a:pt x="590852" y="20598"/>
                </a:lnTo>
                <a:lnTo>
                  <a:pt x="590884" y="21269"/>
                </a:lnTo>
                <a:lnTo>
                  <a:pt x="590939" y="21931"/>
                </a:lnTo>
                <a:lnTo>
                  <a:pt x="591015" y="22586"/>
                </a:lnTo>
                <a:lnTo>
                  <a:pt x="591113" y="23232"/>
                </a:lnTo>
                <a:lnTo>
                  <a:pt x="591233" y="23870"/>
                </a:lnTo>
                <a:lnTo>
                  <a:pt x="591374" y="24500"/>
                </a:lnTo>
                <a:lnTo>
                  <a:pt x="591537" y="25122"/>
                </a:lnTo>
                <a:lnTo>
                  <a:pt x="591722" y="25736"/>
                </a:lnTo>
                <a:lnTo>
                  <a:pt x="591929" y="26342"/>
                </a:lnTo>
                <a:lnTo>
                  <a:pt x="592158" y="26939"/>
                </a:lnTo>
                <a:lnTo>
                  <a:pt x="592408" y="27529"/>
                </a:lnTo>
                <a:lnTo>
                  <a:pt x="592680" y="28111"/>
                </a:lnTo>
                <a:lnTo>
                  <a:pt x="592974" y="28684"/>
                </a:lnTo>
                <a:lnTo>
                  <a:pt x="593290" y="29250"/>
                </a:lnTo>
                <a:lnTo>
                  <a:pt x="593627" y="29807"/>
                </a:lnTo>
                <a:lnTo>
                  <a:pt x="593986" y="30356"/>
                </a:lnTo>
                <a:lnTo>
                  <a:pt x="594367" y="30897"/>
                </a:lnTo>
                <a:lnTo>
                  <a:pt x="594770" y="31431"/>
                </a:lnTo>
                <a:lnTo>
                  <a:pt x="595195" y="31956"/>
                </a:lnTo>
                <a:lnTo>
                  <a:pt x="595641" y="32473"/>
                </a:lnTo>
                <a:lnTo>
                  <a:pt x="596109" y="32982"/>
                </a:lnTo>
                <a:lnTo>
                  <a:pt x="596599" y="33482"/>
                </a:lnTo>
                <a:lnTo>
                  <a:pt x="597110" y="33975"/>
                </a:lnTo>
                <a:lnTo>
                  <a:pt x="597637" y="34446"/>
                </a:lnTo>
                <a:lnTo>
                  <a:pt x="598172" y="34896"/>
                </a:lnTo>
                <a:lnTo>
                  <a:pt x="598715" y="35326"/>
                </a:lnTo>
                <a:lnTo>
                  <a:pt x="599267" y="35736"/>
                </a:lnTo>
                <a:lnTo>
                  <a:pt x="599828" y="36127"/>
                </a:lnTo>
                <a:lnTo>
                  <a:pt x="600396" y="36497"/>
                </a:lnTo>
                <a:lnTo>
                  <a:pt x="600974" y="36847"/>
                </a:lnTo>
                <a:lnTo>
                  <a:pt x="601559" y="37177"/>
                </a:lnTo>
                <a:lnTo>
                  <a:pt x="602153" y="37487"/>
                </a:lnTo>
                <a:lnTo>
                  <a:pt x="602756" y="37778"/>
                </a:lnTo>
                <a:lnTo>
                  <a:pt x="603367" y="38048"/>
                </a:lnTo>
                <a:lnTo>
                  <a:pt x="603986" y="38298"/>
                </a:lnTo>
                <a:lnTo>
                  <a:pt x="604614" y="38528"/>
                </a:lnTo>
                <a:lnTo>
                  <a:pt x="605250" y="38738"/>
                </a:lnTo>
                <a:lnTo>
                  <a:pt x="605895" y="38928"/>
                </a:lnTo>
                <a:lnTo>
                  <a:pt x="606548" y="39098"/>
                </a:lnTo>
                <a:lnTo>
                  <a:pt x="607209" y="39249"/>
                </a:lnTo>
                <a:lnTo>
                  <a:pt x="607879" y="39379"/>
                </a:lnTo>
                <a:lnTo>
                  <a:pt x="608557" y="39489"/>
                </a:lnTo>
                <a:lnTo>
                  <a:pt x="609244" y="39579"/>
                </a:lnTo>
                <a:lnTo>
                  <a:pt x="609939" y="39649"/>
                </a:lnTo>
                <a:lnTo>
                  <a:pt x="610643" y="39699"/>
                </a:lnTo>
                <a:lnTo>
                  <a:pt x="611355" y="39729"/>
                </a:lnTo>
                <a:lnTo>
                  <a:pt x="612075" y="39739"/>
                </a:lnTo>
                <a:lnTo>
                  <a:pt x="612804" y="39729"/>
                </a:lnTo>
                <a:lnTo>
                  <a:pt x="613523" y="39699"/>
                </a:lnTo>
                <a:lnTo>
                  <a:pt x="614234" y="39649"/>
                </a:lnTo>
                <a:lnTo>
                  <a:pt x="614935" y="39579"/>
                </a:lnTo>
                <a:close/>
                <a:moveTo>
                  <a:pt x="1444556" y="39489"/>
                </a:moveTo>
                <a:lnTo>
                  <a:pt x="1445239" y="39379"/>
                </a:lnTo>
                <a:lnTo>
                  <a:pt x="1445913" y="39249"/>
                </a:lnTo>
                <a:lnTo>
                  <a:pt x="1446578" y="39098"/>
                </a:lnTo>
                <a:lnTo>
                  <a:pt x="1447233" y="38928"/>
                </a:lnTo>
                <a:lnTo>
                  <a:pt x="1447879" y="38738"/>
                </a:lnTo>
                <a:lnTo>
                  <a:pt x="1448517" y="38528"/>
                </a:lnTo>
                <a:lnTo>
                  <a:pt x="1449145" y="38298"/>
                </a:lnTo>
                <a:lnTo>
                  <a:pt x="1449764" y="38048"/>
                </a:lnTo>
                <a:lnTo>
                  <a:pt x="1450374" y="37778"/>
                </a:lnTo>
                <a:lnTo>
                  <a:pt x="1450974" y="37487"/>
                </a:lnTo>
                <a:lnTo>
                  <a:pt x="1451566" y="37177"/>
                </a:lnTo>
                <a:lnTo>
                  <a:pt x="1452148" y="36847"/>
                </a:lnTo>
                <a:lnTo>
                  <a:pt x="1452722" y="36497"/>
                </a:lnTo>
                <a:lnTo>
                  <a:pt x="1453286" y="36127"/>
                </a:lnTo>
                <a:lnTo>
                  <a:pt x="1453841" y="35736"/>
                </a:lnTo>
                <a:lnTo>
                  <a:pt x="1454387" y="35326"/>
                </a:lnTo>
                <a:lnTo>
                  <a:pt x="1454924" y="34896"/>
                </a:lnTo>
                <a:lnTo>
                  <a:pt x="1455452" y="34446"/>
                </a:lnTo>
                <a:lnTo>
                  <a:pt x="1455970" y="33975"/>
                </a:lnTo>
                <a:lnTo>
                  <a:pt x="1456482" y="33482"/>
                </a:lnTo>
                <a:lnTo>
                  <a:pt x="1456971" y="32982"/>
                </a:lnTo>
                <a:lnTo>
                  <a:pt x="1457439" y="32473"/>
                </a:lnTo>
                <a:lnTo>
                  <a:pt x="1457886" y="31956"/>
                </a:lnTo>
                <a:lnTo>
                  <a:pt x="1458310" y="31431"/>
                </a:lnTo>
                <a:lnTo>
                  <a:pt x="1458713" y="30897"/>
                </a:lnTo>
                <a:lnTo>
                  <a:pt x="1459094" y="30356"/>
                </a:lnTo>
                <a:lnTo>
                  <a:pt x="1459453" y="29807"/>
                </a:lnTo>
                <a:lnTo>
                  <a:pt x="1459790" y="29250"/>
                </a:lnTo>
                <a:lnTo>
                  <a:pt x="1460106" y="28684"/>
                </a:lnTo>
                <a:lnTo>
                  <a:pt x="1460400" y="28111"/>
                </a:lnTo>
                <a:lnTo>
                  <a:pt x="1460672" y="27529"/>
                </a:lnTo>
                <a:lnTo>
                  <a:pt x="1460922" y="26939"/>
                </a:lnTo>
                <a:lnTo>
                  <a:pt x="1461151" y="26342"/>
                </a:lnTo>
                <a:lnTo>
                  <a:pt x="1461358" y="25736"/>
                </a:lnTo>
                <a:lnTo>
                  <a:pt x="1461543" y="25122"/>
                </a:lnTo>
                <a:lnTo>
                  <a:pt x="1461706" y="24500"/>
                </a:lnTo>
                <a:lnTo>
                  <a:pt x="1461847" y="23870"/>
                </a:lnTo>
                <a:lnTo>
                  <a:pt x="1461967" y="23232"/>
                </a:lnTo>
                <a:lnTo>
                  <a:pt x="1462065" y="22586"/>
                </a:lnTo>
                <a:lnTo>
                  <a:pt x="1462141" y="21931"/>
                </a:lnTo>
                <a:lnTo>
                  <a:pt x="1462196" y="21269"/>
                </a:lnTo>
                <a:lnTo>
                  <a:pt x="1462228" y="20598"/>
                </a:lnTo>
                <a:lnTo>
                  <a:pt x="1462239" y="19920"/>
                </a:lnTo>
                <a:lnTo>
                  <a:pt x="1462228" y="19233"/>
                </a:lnTo>
                <a:lnTo>
                  <a:pt x="1462196" y="18556"/>
                </a:lnTo>
                <a:lnTo>
                  <a:pt x="1462141" y="17887"/>
                </a:lnTo>
                <a:lnTo>
                  <a:pt x="1462065" y="17226"/>
                </a:lnTo>
                <a:lnTo>
                  <a:pt x="1461967" y="16575"/>
                </a:lnTo>
                <a:lnTo>
                  <a:pt x="1461847" y="15932"/>
                </a:lnTo>
                <a:lnTo>
                  <a:pt x="1461706" y="15298"/>
                </a:lnTo>
                <a:lnTo>
                  <a:pt x="1461543" y="14673"/>
                </a:lnTo>
                <a:lnTo>
                  <a:pt x="1461358" y="14057"/>
                </a:lnTo>
                <a:lnTo>
                  <a:pt x="1461151" y="13449"/>
                </a:lnTo>
                <a:lnTo>
                  <a:pt x="1460922" y="12850"/>
                </a:lnTo>
                <a:lnTo>
                  <a:pt x="1460672" y="12260"/>
                </a:lnTo>
                <a:lnTo>
                  <a:pt x="1460400" y="11679"/>
                </a:lnTo>
                <a:lnTo>
                  <a:pt x="1460106" y="11107"/>
                </a:lnTo>
                <a:lnTo>
                  <a:pt x="1459790" y="10543"/>
                </a:lnTo>
                <a:lnTo>
                  <a:pt x="1459453" y="9988"/>
                </a:lnTo>
                <a:lnTo>
                  <a:pt x="1459094" y="9442"/>
                </a:lnTo>
                <a:lnTo>
                  <a:pt x="1458713" y="8905"/>
                </a:lnTo>
                <a:lnTo>
                  <a:pt x="1458310" y="8376"/>
                </a:lnTo>
                <a:lnTo>
                  <a:pt x="1457886" y="7856"/>
                </a:lnTo>
                <a:lnTo>
                  <a:pt x="1457439" y="7345"/>
                </a:lnTo>
                <a:lnTo>
                  <a:pt x="1456971" y="6843"/>
                </a:lnTo>
                <a:lnTo>
                  <a:pt x="1456482" y="6349"/>
                </a:lnTo>
                <a:lnTo>
                  <a:pt x="1455970" y="5865"/>
                </a:lnTo>
                <a:lnTo>
                  <a:pt x="1455452" y="5386"/>
                </a:lnTo>
                <a:lnTo>
                  <a:pt x="1454924" y="4928"/>
                </a:lnTo>
                <a:lnTo>
                  <a:pt x="1454387" y="4490"/>
                </a:lnTo>
                <a:lnTo>
                  <a:pt x="1453841" y="4073"/>
                </a:lnTo>
                <a:lnTo>
                  <a:pt x="1453286" y="3676"/>
                </a:lnTo>
                <a:lnTo>
                  <a:pt x="1452722" y="3299"/>
                </a:lnTo>
                <a:lnTo>
                  <a:pt x="1452148" y="2943"/>
                </a:lnTo>
                <a:lnTo>
                  <a:pt x="1451566" y="2607"/>
                </a:lnTo>
                <a:lnTo>
                  <a:pt x="1450974" y="2291"/>
                </a:lnTo>
                <a:lnTo>
                  <a:pt x="1450374" y="1996"/>
                </a:lnTo>
                <a:lnTo>
                  <a:pt x="1449764" y="1721"/>
                </a:lnTo>
                <a:lnTo>
                  <a:pt x="1449145" y="1466"/>
                </a:lnTo>
                <a:lnTo>
                  <a:pt x="1448517" y="1232"/>
                </a:lnTo>
                <a:lnTo>
                  <a:pt x="1447879" y="1018"/>
                </a:lnTo>
                <a:lnTo>
                  <a:pt x="1447233" y="825"/>
                </a:lnTo>
                <a:lnTo>
                  <a:pt x="1446578" y="652"/>
                </a:lnTo>
                <a:lnTo>
                  <a:pt x="1445913" y="499"/>
                </a:lnTo>
                <a:lnTo>
                  <a:pt x="1445239" y="367"/>
                </a:lnTo>
                <a:lnTo>
                  <a:pt x="1444556" y="255"/>
                </a:lnTo>
                <a:lnTo>
                  <a:pt x="1443864" y="163"/>
                </a:lnTo>
                <a:lnTo>
                  <a:pt x="1443163" y="92"/>
                </a:lnTo>
                <a:lnTo>
                  <a:pt x="1442453" y="41"/>
                </a:lnTo>
                <a:lnTo>
                  <a:pt x="1441734" y="10"/>
                </a:lnTo>
                <a:lnTo>
                  <a:pt x="1441005" y="0"/>
                </a:lnTo>
                <a:lnTo>
                  <a:pt x="1440285" y="10"/>
                </a:lnTo>
                <a:lnTo>
                  <a:pt x="1439573" y="41"/>
                </a:lnTo>
                <a:lnTo>
                  <a:pt x="1438869" y="92"/>
                </a:lnTo>
                <a:lnTo>
                  <a:pt x="1438174" y="163"/>
                </a:lnTo>
                <a:lnTo>
                  <a:pt x="1437487" y="255"/>
                </a:lnTo>
                <a:lnTo>
                  <a:pt x="1436809" y="367"/>
                </a:lnTo>
                <a:lnTo>
                  <a:pt x="1436139" y="499"/>
                </a:lnTo>
                <a:lnTo>
                  <a:pt x="1435477" y="652"/>
                </a:lnTo>
                <a:lnTo>
                  <a:pt x="1434824" y="825"/>
                </a:lnTo>
                <a:lnTo>
                  <a:pt x="1434180" y="1018"/>
                </a:lnTo>
                <a:lnTo>
                  <a:pt x="1433543" y="1232"/>
                </a:lnTo>
                <a:lnTo>
                  <a:pt x="1432916" y="1466"/>
                </a:lnTo>
                <a:lnTo>
                  <a:pt x="1432296" y="1721"/>
                </a:lnTo>
                <a:lnTo>
                  <a:pt x="1431685" y="1996"/>
                </a:lnTo>
                <a:lnTo>
                  <a:pt x="1431083" y="2291"/>
                </a:lnTo>
                <a:lnTo>
                  <a:pt x="1430489" y="2607"/>
                </a:lnTo>
                <a:lnTo>
                  <a:pt x="1429903" y="2943"/>
                </a:lnTo>
                <a:lnTo>
                  <a:pt x="1429326" y="3299"/>
                </a:lnTo>
                <a:lnTo>
                  <a:pt x="1428757" y="3676"/>
                </a:lnTo>
                <a:lnTo>
                  <a:pt x="1428197" y="4073"/>
                </a:lnTo>
                <a:lnTo>
                  <a:pt x="1427645" y="4490"/>
                </a:lnTo>
                <a:lnTo>
                  <a:pt x="1427101" y="4928"/>
                </a:lnTo>
                <a:lnTo>
                  <a:pt x="1426566" y="5386"/>
                </a:lnTo>
                <a:lnTo>
                  <a:pt x="1426040" y="5865"/>
                </a:lnTo>
                <a:lnTo>
                  <a:pt x="1425528" y="6349"/>
                </a:lnTo>
                <a:lnTo>
                  <a:pt x="1425038" y="6843"/>
                </a:lnTo>
                <a:lnTo>
                  <a:pt x="1424570" y="7345"/>
                </a:lnTo>
                <a:lnTo>
                  <a:pt x="1424124" y="7856"/>
                </a:lnTo>
                <a:lnTo>
                  <a:pt x="1423700" y="8376"/>
                </a:lnTo>
                <a:lnTo>
                  <a:pt x="1423297" y="8905"/>
                </a:lnTo>
                <a:lnTo>
                  <a:pt x="1422916" y="9442"/>
                </a:lnTo>
                <a:lnTo>
                  <a:pt x="1422557" y="9988"/>
                </a:lnTo>
                <a:lnTo>
                  <a:pt x="1422219" y="10543"/>
                </a:lnTo>
                <a:lnTo>
                  <a:pt x="1421904" y="11107"/>
                </a:lnTo>
                <a:lnTo>
                  <a:pt x="1421610" y="11679"/>
                </a:lnTo>
                <a:lnTo>
                  <a:pt x="1421338" y="12260"/>
                </a:lnTo>
                <a:lnTo>
                  <a:pt x="1421087" y="12850"/>
                </a:lnTo>
                <a:lnTo>
                  <a:pt x="1420859" y="13449"/>
                </a:lnTo>
                <a:lnTo>
                  <a:pt x="1420652" y="14057"/>
                </a:lnTo>
                <a:lnTo>
                  <a:pt x="1420467" y="14673"/>
                </a:lnTo>
                <a:lnTo>
                  <a:pt x="1420304" y="15298"/>
                </a:lnTo>
                <a:lnTo>
                  <a:pt x="1420162" y="15932"/>
                </a:lnTo>
                <a:lnTo>
                  <a:pt x="1420042" y="16575"/>
                </a:lnTo>
                <a:lnTo>
                  <a:pt x="1419944" y="17226"/>
                </a:lnTo>
                <a:lnTo>
                  <a:pt x="1419868" y="17887"/>
                </a:lnTo>
                <a:lnTo>
                  <a:pt x="1419814" y="18556"/>
                </a:lnTo>
                <a:lnTo>
                  <a:pt x="1419781" y="19233"/>
                </a:lnTo>
                <a:lnTo>
                  <a:pt x="1419770" y="19920"/>
                </a:lnTo>
                <a:lnTo>
                  <a:pt x="1419781" y="20598"/>
                </a:lnTo>
                <a:lnTo>
                  <a:pt x="1419814" y="21269"/>
                </a:lnTo>
                <a:lnTo>
                  <a:pt x="1419868" y="21931"/>
                </a:lnTo>
                <a:lnTo>
                  <a:pt x="1419944" y="22586"/>
                </a:lnTo>
                <a:lnTo>
                  <a:pt x="1420042" y="23232"/>
                </a:lnTo>
                <a:lnTo>
                  <a:pt x="1420162" y="23870"/>
                </a:lnTo>
                <a:lnTo>
                  <a:pt x="1420304" y="24500"/>
                </a:lnTo>
                <a:lnTo>
                  <a:pt x="1420467" y="25122"/>
                </a:lnTo>
                <a:lnTo>
                  <a:pt x="1420652" y="25736"/>
                </a:lnTo>
                <a:lnTo>
                  <a:pt x="1420859" y="26342"/>
                </a:lnTo>
                <a:lnTo>
                  <a:pt x="1421087" y="26939"/>
                </a:lnTo>
                <a:lnTo>
                  <a:pt x="1421338" y="27529"/>
                </a:lnTo>
                <a:lnTo>
                  <a:pt x="1421610" y="28111"/>
                </a:lnTo>
                <a:lnTo>
                  <a:pt x="1421904" y="28684"/>
                </a:lnTo>
                <a:lnTo>
                  <a:pt x="1422219" y="29250"/>
                </a:lnTo>
                <a:lnTo>
                  <a:pt x="1422557" y="29807"/>
                </a:lnTo>
                <a:lnTo>
                  <a:pt x="1422916" y="30356"/>
                </a:lnTo>
                <a:lnTo>
                  <a:pt x="1423297" y="30897"/>
                </a:lnTo>
                <a:lnTo>
                  <a:pt x="1423700" y="31431"/>
                </a:lnTo>
                <a:lnTo>
                  <a:pt x="1424124" y="31956"/>
                </a:lnTo>
                <a:lnTo>
                  <a:pt x="1424570" y="32473"/>
                </a:lnTo>
                <a:lnTo>
                  <a:pt x="1425038" y="32982"/>
                </a:lnTo>
                <a:lnTo>
                  <a:pt x="1425528" y="33482"/>
                </a:lnTo>
                <a:lnTo>
                  <a:pt x="1426040" y="33975"/>
                </a:lnTo>
                <a:lnTo>
                  <a:pt x="1426566" y="34446"/>
                </a:lnTo>
                <a:lnTo>
                  <a:pt x="1427101" y="34896"/>
                </a:lnTo>
                <a:lnTo>
                  <a:pt x="1427645" y="35326"/>
                </a:lnTo>
                <a:lnTo>
                  <a:pt x="1428197" y="35736"/>
                </a:lnTo>
                <a:lnTo>
                  <a:pt x="1428757" y="36127"/>
                </a:lnTo>
                <a:lnTo>
                  <a:pt x="1429326" y="36497"/>
                </a:lnTo>
                <a:lnTo>
                  <a:pt x="1429903" y="36847"/>
                </a:lnTo>
                <a:lnTo>
                  <a:pt x="1430489" y="37177"/>
                </a:lnTo>
                <a:lnTo>
                  <a:pt x="1431083" y="37487"/>
                </a:lnTo>
                <a:lnTo>
                  <a:pt x="1431685" y="37778"/>
                </a:lnTo>
                <a:lnTo>
                  <a:pt x="1432296" y="38048"/>
                </a:lnTo>
                <a:lnTo>
                  <a:pt x="1432916" y="38298"/>
                </a:lnTo>
                <a:lnTo>
                  <a:pt x="1433543" y="38528"/>
                </a:lnTo>
                <a:lnTo>
                  <a:pt x="1434180" y="38738"/>
                </a:lnTo>
                <a:lnTo>
                  <a:pt x="1434824" y="38928"/>
                </a:lnTo>
                <a:lnTo>
                  <a:pt x="1435477" y="39098"/>
                </a:lnTo>
                <a:lnTo>
                  <a:pt x="1436139" y="39249"/>
                </a:lnTo>
                <a:lnTo>
                  <a:pt x="1436809" y="39379"/>
                </a:lnTo>
                <a:lnTo>
                  <a:pt x="1437487" y="39489"/>
                </a:lnTo>
                <a:lnTo>
                  <a:pt x="1438174" y="39579"/>
                </a:lnTo>
                <a:lnTo>
                  <a:pt x="1438869" y="39649"/>
                </a:lnTo>
                <a:lnTo>
                  <a:pt x="1439573" y="39699"/>
                </a:lnTo>
                <a:lnTo>
                  <a:pt x="1440285" y="39729"/>
                </a:lnTo>
                <a:lnTo>
                  <a:pt x="1441005" y="39739"/>
                </a:lnTo>
                <a:lnTo>
                  <a:pt x="1441734" y="39729"/>
                </a:lnTo>
                <a:lnTo>
                  <a:pt x="1442453" y="39699"/>
                </a:lnTo>
                <a:lnTo>
                  <a:pt x="1443163" y="39649"/>
                </a:lnTo>
                <a:lnTo>
                  <a:pt x="1443864" y="39579"/>
                </a:lnTo>
                <a:lnTo>
                  <a:pt x="1444556" y="39489"/>
                </a:lnTo>
                <a:close/>
                <a:moveTo>
                  <a:pt x="1999826" y="61782"/>
                </a:moveTo>
                <a:lnTo>
                  <a:pt x="1999826" y="90095"/>
                </a:lnTo>
                <a:lnTo>
                  <a:pt x="2021870" y="90095"/>
                </a:lnTo>
                <a:lnTo>
                  <a:pt x="2021870" y="176449"/>
                </a:lnTo>
                <a:lnTo>
                  <a:pt x="2021873" y="177654"/>
                </a:lnTo>
                <a:lnTo>
                  <a:pt x="2021898" y="178842"/>
                </a:lnTo>
                <a:lnTo>
                  <a:pt x="2021946" y="180013"/>
                </a:lnTo>
                <a:lnTo>
                  <a:pt x="2022016" y="181167"/>
                </a:lnTo>
                <a:lnTo>
                  <a:pt x="2022109" y="182305"/>
                </a:lnTo>
                <a:lnTo>
                  <a:pt x="2022224" y="183426"/>
                </a:lnTo>
                <a:lnTo>
                  <a:pt x="2022361" y="184530"/>
                </a:lnTo>
                <a:lnTo>
                  <a:pt x="2022522" y="185617"/>
                </a:lnTo>
                <a:lnTo>
                  <a:pt x="2022704" y="186687"/>
                </a:lnTo>
                <a:lnTo>
                  <a:pt x="2022909" y="187740"/>
                </a:lnTo>
                <a:lnTo>
                  <a:pt x="2023137" y="188776"/>
                </a:lnTo>
                <a:lnTo>
                  <a:pt x="2023387" y="189796"/>
                </a:lnTo>
                <a:lnTo>
                  <a:pt x="2023659" y="190799"/>
                </a:lnTo>
                <a:lnTo>
                  <a:pt x="2023954" y="191785"/>
                </a:lnTo>
                <a:lnTo>
                  <a:pt x="2024271" y="192754"/>
                </a:lnTo>
                <a:lnTo>
                  <a:pt x="2024611" y="193706"/>
                </a:lnTo>
                <a:lnTo>
                  <a:pt x="2024974" y="194641"/>
                </a:lnTo>
                <a:lnTo>
                  <a:pt x="2025358" y="195560"/>
                </a:lnTo>
                <a:lnTo>
                  <a:pt x="2025766" y="196461"/>
                </a:lnTo>
                <a:lnTo>
                  <a:pt x="2026195" y="197346"/>
                </a:lnTo>
                <a:lnTo>
                  <a:pt x="2026648" y="198214"/>
                </a:lnTo>
                <a:lnTo>
                  <a:pt x="2027122" y="199065"/>
                </a:lnTo>
                <a:lnTo>
                  <a:pt x="2027620" y="199899"/>
                </a:lnTo>
                <a:lnTo>
                  <a:pt x="2028139" y="200717"/>
                </a:lnTo>
                <a:lnTo>
                  <a:pt x="2028686" y="201517"/>
                </a:lnTo>
                <a:lnTo>
                  <a:pt x="2029249" y="202299"/>
                </a:lnTo>
                <a:lnTo>
                  <a:pt x="2029828" y="203064"/>
                </a:lnTo>
                <a:lnTo>
                  <a:pt x="2030423" y="203812"/>
                </a:lnTo>
                <a:lnTo>
                  <a:pt x="2031033" y="204542"/>
                </a:lnTo>
                <a:lnTo>
                  <a:pt x="2031659" y="205254"/>
                </a:lnTo>
                <a:lnTo>
                  <a:pt x="2032301" y="205949"/>
                </a:lnTo>
                <a:lnTo>
                  <a:pt x="2032959" y="206626"/>
                </a:lnTo>
                <a:lnTo>
                  <a:pt x="2033633" y="207286"/>
                </a:lnTo>
                <a:lnTo>
                  <a:pt x="2034322" y="207928"/>
                </a:lnTo>
                <a:lnTo>
                  <a:pt x="2035027" y="208553"/>
                </a:lnTo>
                <a:lnTo>
                  <a:pt x="2035748" y="209160"/>
                </a:lnTo>
                <a:lnTo>
                  <a:pt x="2036485" y="209749"/>
                </a:lnTo>
                <a:lnTo>
                  <a:pt x="2037237" y="210321"/>
                </a:lnTo>
                <a:lnTo>
                  <a:pt x="2038006" y="210876"/>
                </a:lnTo>
                <a:lnTo>
                  <a:pt x="2038790" y="211413"/>
                </a:lnTo>
                <a:lnTo>
                  <a:pt x="2039590" y="211932"/>
                </a:lnTo>
                <a:lnTo>
                  <a:pt x="2040406" y="212434"/>
                </a:lnTo>
                <a:lnTo>
                  <a:pt x="2041237" y="212918"/>
                </a:lnTo>
                <a:lnTo>
                  <a:pt x="2042085" y="213384"/>
                </a:lnTo>
                <a:lnTo>
                  <a:pt x="2042948" y="213833"/>
                </a:lnTo>
                <a:lnTo>
                  <a:pt x="2043827" y="214265"/>
                </a:lnTo>
                <a:lnTo>
                  <a:pt x="2044722" y="214679"/>
                </a:lnTo>
                <a:lnTo>
                  <a:pt x="2045632" y="215075"/>
                </a:lnTo>
                <a:lnTo>
                  <a:pt x="2046555" y="215446"/>
                </a:lnTo>
                <a:lnTo>
                  <a:pt x="2047488" y="215799"/>
                </a:lnTo>
                <a:lnTo>
                  <a:pt x="2048430" y="216135"/>
                </a:lnTo>
                <a:lnTo>
                  <a:pt x="2049382" y="216454"/>
                </a:lnTo>
                <a:lnTo>
                  <a:pt x="2050343" y="216756"/>
                </a:lnTo>
                <a:lnTo>
                  <a:pt x="2051314" y="217041"/>
                </a:lnTo>
                <a:lnTo>
                  <a:pt x="2052294" y="217308"/>
                </a:lnTo>
                <a:lnTo>
                  <a:pt x="2053283" y="217558"/>
                </a:lnTo>
                <a:lnTo>
                  <a:pt x="2054282" y="217791"/>
                </a:lnTo>
                <a:lnTo>
                  <a:pt x="2055291" y="218007"/>
                </a:lnTo>
                <a:lnTo>
                  <a:pt x="2056309" y="218205"/>
                </a:lnTo>
                <a:lnTo>
                  <a:pt x="2057337" y="218387"/>
                </a:lnTo>
                <a:lnTo>
                  <a:pt x="2058373" y="218551"/>
                </a:lnTo>
                <a:lnTo>
                  <a:pt x="2059420" y="218698"/>
                </a:lnTo>
                <a:lnTo>
                  <a:pt x="2060476" y="218828"/>
                </a:lnTo>
                <a:lnTo>
                  <a:pt x="2061541" y="218940"/>
                </a:lnTo>
                <a:lnTo>
                  <a:pt x="2062616" y="219035"/>
                </a:lnTo>
                <a:lnTo>
                  <a:pt x="2063701" y="219114"/>
                </a:lnTo>
                <a:lnTo>
                  <a:pt x="2064794" y="219175"/>
                </a:lnTo>
                <a:lnTo>
                  <a:pt x="2065898" y="219218"/>
                </a:lnTo>
                <a:lnTo>
                  <a:pt x="2067011" y="219245"/>
                </a:lnTo>
                <a:lnTo>
                  <a:pt x="2068133" y="219254"/>
                </a:lnTo>
                <a:lnTo>
                  <a:pt x="2069265" y="219246"/>
                </a:lnTo>
                <a:lnTo>
                  <a:pt x="2070406" y="219221"/>
                </a:lnTo>
                <a:lnTo>
                  <a:pt x="2071051" y="219202"/>
                </a:lnTo>
                <a:lnTo>
                  <a:pt x="2071687" y="219180"/>
                </a:lnTo>
                <a:lnTo>
                  <a:pt x="2072315" y="219155"/>
                </a:lnTo>
                <a:lnTo>
                  <a:pt x="2072934" y="219126"/>
                </a:lnTo>
                <a:lnTo>
                  <a:pt x="2073545" y="219093"/>
                </a:lnTo>
                <a:lnTo>
                  <a:pt x="2074147" y="219057"/>
                </a:lnTo>
                <a:lnTo>
                  <a:pt x="2074741" y="219017"/>
                </a:lnTo>
                <a:lnTo>
                  <a:pt x="2075327" y="218974"/>
                </a:lnTo>
                <a:lnTo>
                  <a:pt x="2075904" y="218927"/>
                </a:lnTo>
                <a:lnTo>
                  <a:pt x="2076473" y="218877"/>
                </a:lnTo>
                <a:lnTo>
                  <a:pt x="2077033" y="218823"/>
                </a:lnTo>
                <a:lnTo>
                  <a:pt x="2077585" y="218766"/>
                </a:lnTo>
                <a:lnTo>
                  <a:pt x="2078129" y="218705"/>
                </a:lnTo>
                <a:lnTo>
                  <a:pt x="2078664" y="218641"/>
                </a:lnTo>
                <a:lnTo>
                  <a:pt x="2079190" y="218573"/>
                </a:lnTo>
                <a:lnTo>
                  <a:pt x="2079709" y="218502"/>
                </a:lnTo>
                <a:lnTo>
                  <a:pt x="2080218" y="218427"/>
                </a:lnTo>
                <a:lnTo>
                  <a:pt x="2080720" y="218349"/>
                </a:lnTo>
                <a:lnTo>
                  <a:pt x="2081213" y="218267"/>
                </a:lnTo>
                <a:lnTo>
                  <a:pt x="2081697" y="218182"/>
                </a:lnTo>
                <a:lnTo>
                  <a:pt x="2082173" y="218093"/>
                </a:lnTo>
                <a:lnTo>
                  <a:pt x="2082641" y="218001"/>
                </a:lnTo>
                <a:lnTo>
                  <a:pt x="2083100" y="217905"/>
                </a:lnTo>
                <a:lnTo>
                  <a:pt x="2083551" y="217805"/>
                </a:lnTo>
                <a:lnTo>
                  <a:pt x="2084002" y="217705"/>
                </a:lnTo>
                <a:lnTo>
                  <a:pt x="2084444" y="217605"/>
                </a:lnTo>
                <a:lnTo>
                  <a:pt x="2084877" y="217505"/>
                </a:lnTo>
                <a:lnTo>
                  <a:pt x="2085301" y="217407"/>
                </a:lnTo>
                <a:lnTo>
                  <a:pt x="2085716" y="217309"/>
                </a:lnTo>
                <a:lnTo>
                  <a:pt x="2086123" y="217211"/>
                </a:lnTo>
                <a:lnTo>
                  <a:pt x="2086521" y="217115"/>
                </a:lnTo>
                <a:lnTo>
                  <a:pt x="2086910" y="217019"/>
                </a:lnTo>
                <a:lnTo>
                  <a:pt x="2087291" y="216924"/>
                </a:lnTo>
                <a:lnTo>
                  <a:pt x="2087662" y="216829"/>
                </a:lnTo>
                <a:lnTo>
                  <a:pt x="2088025" y="216736"/>
                </a:lnTo>
                <a:lnTo>
                  <a:pt x="2088379" y="216643"/>
                </a:lnTo>
                <a:lnTo>
                  <a:pt x="2088725" y="216550"/>
                </a:lnTo>
                <a:lnTo>
                  <a:pt x="2089061" y="216459"/>
                </a:lnTo>
                <a:lnTo>
                  <a:pt x="2089389" y="216368"/>
                </a:lnTo>
                <a:lnTo>
                  <a:pt x="2089708" y="216277"/>
                </a:lnTo>
                <a:lnTo>
                  <a:pt x="2090018" y="216188"/>
                </a:lnTo>
                <a:lnTo>
                  <a:pt x="2090320" y="216099"/>
                </a:lnTo>
                <a:lnTo>
                  <a:pt x="2090612" y="216011"/>
                </a:lnTo>
                <a:lnTo>
                  <a:pt x="2090896" y="215924"/>
                </a:lnTo>
                <a:lnTo>
                  <a:pt x="2091171" y="215837"/>
                </a:lnTo>
                <a:lnTo>
                  <a:pt x="2091437" y="215751"/>
                </a:lnTo>
                <a:lnTo>
                  <a:pt x="2091695" y="215665"/>
                </a:lnTo>
                <a:lnTo>
                  <a:pt x="2091944" y="215581"/>
                </a:lnTo>
                <a:lnTo>
                  <a:pt x="2085776" y="186965"/>
                </a:lnTo>
                <a:lnTo>
                  <a:pt x="2085647" y="186999"/>
                </a:lnTo>
                <a:lnTo>
                  <a:pt x="2085513" y="187033"/>
                </a:lnTo>
                <a:lnTo>
                  <a:pt x="2085374" y="187067"/>
                </a:lnTo>
                <a:lnTo>
                  <a:pt x="2085231" y="187102"/>
                </a:lnTo>
                <a:lnTo>
                  <a:pt x="2085082" y="187138"/>
                </a:lnTo>
                <a:lnTo>
                  <a:pt x="2084929" y="187173"/>
                </a:lnTo>
                <a:lnTo>
                  <a:pt x="2084770" y="187209"/>
                </a:lnTo>
                <a:lnTo>
                  <a:pt x="2084607" y="187246"/>
                </a:lnTo>
                <a:lnTo>
                  <a:pt x="2084439" y="187282"/>
                </a:lnTo>
                <a:lnTo>
                  <a:pt x="2084266" y="187319"/>
                </a:lnTo>
                <a:lnTo>
                  <a:pt x="2084088" y="187357"/>
                </a:lnTo>
                <a:lnTo>
                  <a:pt x="2083905" y="187395"/>
                </a:lnTo>
                <a:lnTo>
                  <a:pt x="2083717" y="187433"/>
                </a:lnTo>
                <a:lnTo>
                  <a:pt x="2083524" y="187471"/>
                </a:lnTo>
                <a:lnTo>
                  <a:pt x="2083327" y="187510"/>
                </a:lnTo>
                <a:lnTo>
                  <a:pt x="2083124" y="187549"/>
                </a:lnTo>
                <a:lnTo>
                  <a:pt x="2082917" y="187589"/>
                </a:lnTo>
                <a:lnTo>
                  <a:pt x="2082704" y="187628"/>
                </a:lnTo>
                <a:lnTo>
                  <a:pt x="2082487" y="187669"/>
                </a:lnTo>
                <a:lnTo>
                  <a:pt x="2082265" y="187709"/>
                </a:lnTo>
                <a:lnTo>
                  <a:pt x="2082037" y="187750"/>
                </a:lnTo>
                <a:lnTo>
                  <a:pt x="2081805" y="187791"/>
                </a:lnTo>
                <a:lnTo>
                  <a:pt x="2081568" y="187833"/>
                </a:lnTo>
                <a:lnTo>
                  <a:pt x="2081327" y="187875"/>
                </a:lnTo>
                <a:lnTo>
                  <a:pt x="2081090" y="187916"/>
                </a:lnTo>
                <a:lnTo>
                  <a:pt x="2080850" y="187956"/>
                </a:lnTo>
                <a:lnTo>
                  <a:pt x="2080609" y="187993"/>
                </a:lnTo>
                <a:lnTo>
                  <a:pt x="2080366" y="188029"/>
                </a:lnTo>
                <a:lnTo>
                  <a:pt x="2080121" y="188064"/>
                </a:lnTo>
                <a:lnTo>
                  <a:pt x="2079873" y="188096"/>
                </a:lnTo>
                <a:lnTo>
                  <a:pt x="2079623" y="188127"/>
                </a:lnTo>
                <a:lnTo>
                  <a:pt x="2079372" y="188156"/>
                </a:lnTo>
                <a:lnTo>
                  <a:pt x="2079118" y="188183"/>
                </a:lnTo>
                <a:lnTo>
                  <a:pt x="2078862" y="188208"/>
                </a:lnTo>
                <a:lnTo>
                  <a:pt x="2078604" y="188232"/>
                </a:lnTo>
                <a:lnTo>
                  <a:pt x="2078344" y="188254"/>
                </a:lnTo>
                <a:lnTo>
                  <a:pt x="2078081" y="188274"/>
                </a:lnTo>
                <a:lnTo>
                  <a:pt x="2077817" y="188293"/>
                </a:lnTo>
                <a:lnTo>
                  <a:pt x="2077550" y="188309"/>
                </a:lnTo>
                <a:lnTo>
                  <a:pt x="2077282" y="188324"/>
                </a:lnTo>
                <a:lnTo>
                  <a:pt x="2077011" y="188337"/>
                </a:lnTo>
                <a:lnTo>
                  <a:pt x="2076738" y="188349"/>
                </a:lnTo>
                <a:lnTo>
                  <a:pt x="2076463" y="188359"/>
                </a:lnTo>
                <a:lnTo>
                  <a:pt x="2076186" y="188366"/>
                </a:lnTo>
                <a:lnTo>
                  <a:pt x="2075907" y="188373"/>
                </a:lnTo>
                <a:lnTo>
                  <a:pt x="2075626" y="188377"/>
                </a:lnTo>
                <a:lnTo>
                  <a:pt x="2075343" y="188380"/>
                </a:lnTo>
                <a:lnTo>
                  <a:pt x="2075057" y="188380"/>
                </a:lnTo>
                <a:lnTo>
                  <a:pt x="2074680" y="188378"/>
                </a:lnTo>
                <a:lnTo>
                  <a:pt x="2074305" y="188371"/>
                </a:lnTo>
                <a:lnTo>
                  <a:pt x="2073932" y="188358"/>
                </a:lnTo>
                <a:lnTo>
                  <a:pt x="2073563" y="188341"/>
                </a:lnTo>
                <a:lnTo>
                  <a:pt x="2073196" y="188319"/>
                </a:lnTo>
                <a:lnTo>
                  <a:pt x="2072833" y="188292"/>
                </a:lnTo>
                <a:lnTo>
                  <a:pt x="2072472" y="188260"/>
                </a:lnTo>
                <a:lnTo>
                  <a:pt x="2072114" y="188223"/>
                </a:lnTo>
                <a:lnTo>
                  <a:pt x="2071758" y="188181"/>
                </a:lnTo>
                <a:lnTo>
                  <a:pt x="2071406" y="188135"/>
                </a:lnTo>
                <a:lnTo>
                  <a:pt x="2071056" y="188083"/>
                </a:lnTo>
                <a:lnTo>
                  <a:pt x="2070709" y="188027"/>
                </a:lnTo>
                <a:lnTo>
                  <a:pt x="2070365" y="187965"/>
                </a:lnTo>
                <a:lnTo>
                  <a:pt x="2070024" y="187899"/>
                </a:lnTo>
                <a:lnTo>
                  <a:pt x="2069685" y="187827"/>
                </a:lnTo>
                <a:lnTo>
                  <a:pt x="2069350" y="187751"/>
                </a:lnTo>
                <a:lnTo>
                  <a:pt x="2069017" y="187670"/>
                </a:lnTo>
                <a:lnTo>
                  <a:pt x="2068687" y="187584"/>
                </a:lnTo>
                <a:lnTo>
                  <a:pt x="2068360" y="187493"/>
                </a:lnTo>
                <a:lnTo>
                  <a:pt x="2068035" y="187397"/>
                </a:lnTo>
                <a:lnTo>
                  <a:pt x="2067714" y="187297"/>
                </a:lnTo>
                <a:lnTo>
                  <a:pt x="2067395" y="187191"/>
                </a:lnTo>
                <a:lnTo>
                  <a:pt x="2067079" y="187080"/>
                </a:lnTo>
                <a:lnTo>
                  <a:pt x="2066766" y="186965"/>
                </a:lnTo>
                <a:lnTo>
                  <a:pt x="2066456" y="186843"/>
                </a:lnTo>
                <a:lnTo>
                  <a:pt x="2066152" y="186712"/>
                </a:lnTo>
                <a:lnTo>
                  <a:pt x="2065852" y="186573"/>
                </a:lnTo>
                <a:lnTo>
                  <a:pt x="2065558" y="186426"/>
                </a:lnTo>
                <a:lnTo>
                  <a:pt x="2065268" y="186270"/>
                </a:lnTo>
                <a:lnTo>
                  <a:pt x="2064983" y="186105"/>
                </a:lnTo>
                <a:lnTo>
                  <a:pt x="2064704" y="185933"/>
                </a:lnTo>
                <a:lnTo>
                  <a:pt x="2064429" y="185751"/>
                </a:lnTo>
                <a:lnTo>
                  <a:pt x="2064159" y="185562"/>
                </a:lnTo>
                <a:lnTo>
                  <a:pt x="2063894" y="185364"/>
                </a:lnTo>
                <a:lnTo>
                  <a:pt x="2063633" y="185157"/>
                </a:lnTo>
                <a:lnTo>
                  <a:pt x="2063378" y="184942"/>
                </a:lnTo>
                <a:lnTo>
                  <a:pt x="2063128" y="184719"/>
                </a:lnTo>
                <a:lnTo>
                  <a:pt x="2062883" y="184487"/>
                </a:lnTo>
                <a:lnTo>
                  <a:pt x="2062642" y="184247"/>
                </a:lnTo>
                <a:lnTo>
                  <a:pt x="2062406" y="183999"/>
                </a:lnTo>
                <a:lnTo>
                  <a:pt x="2062176" y="183742"/>
                </a:lnTo>
                <a:lnTo>
                  <a:pt x="2061950" y="183476"/>
                </a:lnTo>
                <a:lnTo>
                  <a:pt x="2061729" y="183202"/>
                </a:lnTo>
                <a:lnTo>
                  <a:pt x="2061513" y="182920"/>
                </a:lnTo>
                <a:lnTo>
                  <a:pt x="2061302" y="182629"/>
                </a:lnTo>
                <a:lnTo>
                  <a:pt x="2061096" y="182330"/>
                </a:lnTo>
                <a:lnTo>
                  <a:pt x="2060895" y="182023"/>
                </a:lnTo>
                <a:lnTo>
                  <a:pt x="2060699" y="181707"/>
                </a:lnTo>
                <a:lnTo>
                  <a:pt x="2060517" y="181372"/>
                </a:lnTo>
                <a:lnTo>
                  <a:pt x="2060343" y="181026"/>
                </a:lnTo>
                <a:lnTo>
                  <a:pt x="2060177" y="180667"/>
                </a:lnTo>
                <a:lnTo>
                  <a:pt x="2060019" y="180297"/>
                </a:lnTo>
                <a:lnTo>
                  <a:pt x="2059868" y="179914"/>
                </a:lnTo>
                <a:lnTo>
                  <a:pt x="2059725" y="179520"/>
                </a:lnTo>
                <a:lnTo>
                  <a:pt x="2059590" y="179114"/>
                </a:lnTo>
                <a:lnTo>
                  <a:pt x="2059463" y="178696"/>
                </a:lnTo>
                <a:lnTo>
                  <a:pt x="2059343" y="178266"/>
                </a:lnTo>
                <a:lnTo>
                  <a:pt x="2059231" y="177824"/>
                </a:lnTo>
                <a:lnTo>
                  <a:pt x="2059127" y="177370"/>
                </a:lnTo>
                <a:lnTo>
                  <a:pt x="2059030" y="176904"/>
                </a:lnTo>
                <a:lnTo>
                  <a:pt x="2058941" y="176426"/>
                </a:lnTo>
                <a:lnTo>
                  <a:pt x="2058860" y="175936"/>
                </a:lnTo>
                <a:lnTo>
                  <a:pt x="2058787" y="175434"/>
                </a:lnTo>
                <a:lnTo>
                  <a:pt x="2058721" y="174921"/>
                </a:lnTo>
                <a:lnTo>
                  <a:pt x="2058663" y="174395"/>
                </a:lnTo>
                <a:lnTo>
                  <a:pt x="2058613" y="173858"/>
                </a:lnTo>
                <a:lnTo>
                  <a:pt x="2058571" y="173308"/>
                </a:lnTo>
                <a:lnTo>
                  <a:pt x="2058536" y="172747"/>
                </a:lnTo>
                <a:lnTo>
                  <a:pt x="2058509" y="172173"/>
                </a:lnTo>
                <a:lnTo>
                  <a:pt x="2058490" y="171588"/>
                </a:lnTo>
                <a:lnTo>
                  <a:pt x="2058478" y="170991"/>
                </a:lnTo>
                <a:lnTo>
                  <a:pt x="2058474" y="170382"/>
                </a:lnTo>
                <a:lnTo>
                  <a:pt x="2058474" y="90095"/>
                </a:lnTo>
                <a:lnTo>
                  <a:pt x="2089113" y="90095"/>
                </a:lnTo>
                <a:lnTo>
                  <a:pt x="2089113" y="61782"/>
                </a:lnTo>
                <a:lnTo>
                  <a:pt x="2058474" y="61782"/>
                </a:lnTo>
                <a:lnTo>
                  <a:pt x="2058474" y="24571"/>
                </a:lnTo>
                <a:lnTo>
                  <a:pt x="2021870" y="24571"/>
                </a:lnTo>
                <a:lnTo>
                  <a:pt x="2021870" y="61782"/>
                </a:lnTo>
                <a:lnTo>
                  <a:pt x="1999826" y="61782"/>
                </a:lnTo>
                <a:close/>
                <a:moveTo>
                  <a:pt x="104504" y="219591"/>
                </a:moveTo>
                <a:lnTo>
                  <a:pt x="106261" y="219442"/>
                </a:lnTo>
                <a:lnTo>
                  <a:pt x="108001" y="219267"/>
                </a:lnTo>
                <a:lnTo>
                  <a:pt x="109723" y="219064"/>
                </a:lnTo>
                <a:lnTo>
                  <a:pt x="111427" y="218834"/>
                </a:lnTo>
                <a:lnTo>
                  <a:pt x="113114" y="218577"/>
                </a:lnTo>
                <a:lnTo>
                  <a:pt x="114784" y="218293"/>
                </a:lnTo>
                <a:lnTo>
                  <a:pt x="116436" y="217982"/>
                </a:lnTo>
                <a:lnTo>
                  <a:pt x="118070" y="217644"/>
                </a:lnTo>
                <a:lnTo>
                  <a:pt x="119687" y="217279"/>
                </a:lnTo>
                <a:lnTo>
                  <a:pt x="121286" y="216887"/>
                </a:lnTo>
                <a:lnTo>
                  <a:pt x="122868" y="216468"/>
                </a:lnTo>
                <a:lnTo>
                  <a:pt x="124432" y="216022"/>
                </a:lnTo>
                <a:lnTo>
                  <a:pt x="125979" y="215549"/>
                </a:lnTo>
                <a:lnTo>
                  <a:pt x="127508" y="215049"/>
                </a:lnTo>
                <a:lnTo>
                  <a:pt x="129019" y="214522"/>
                </a:lnTo>
                <a:lnTo>
                  <a:pt x="130513" y="213968"/>
                </a:lnTo>
                <a:lnTo>
                  <a:pt x="131990" y="213386"/>
                </a:lnTo>
                <a:lnTo>
                  <a:pt x="133448" y="212778"/>
                </a:lnTo>
                <a:lnTo>
                  <a:pt x="134890" y="212143"/>
                </a:lnTo>
                <a:lnTo>
                  <a:pt x="136318" y="211484"/>
                </a:lnTo>
                <a:lnTo>
                  <a:pt x="137720" y="210804"/>
                </a:lnTo>
                <a:lnTo>
                  <a:pt x="139096" y="210105"/>
                </a:lnTo>
                <a:lnTo>
                  <a:pt x="140445" y="209385"/>
                </a:lnTo>
                <a:lnTo>
                  <a:pt x="141769" y="208644"/>
                </a:lnTo>
                <a:lnTo>
                  <a:pt x="143068" y="207883"/>
                </a:lnTo>
                <a:lnTo>
                  <a:pt x="144340" y="207102"/>
                </a:lnTo>
                <a:lnTo>
                  <a:pt x="145586" y="206301"/>
                </a:lnTo>
                <a:lnTo>
                  <a:pt x="146806" y="205479"/>
                </a:lnTo>
                <a:lnTo>
                  <a:pt x="148000" y="204636"/>
                </a:lnTo>
                <a:lnTo>
                  <a:pt x="149168" y="203774"/>
                </a:lnTo>
                <a:lnTo>
                  <a:pt x="150310" y="202891"/>
                </a:lnTo>
                <a:lnTo>
                  <a:pt x="151426" y="201987"/>
                </a:lnTo>
                <a:lnTo>
                  <a:pt x="152516" y="201064"/>
                </a:lnTo>
                <a:lnTo>
                  <a:pt x="153580" y="200119"/>
                </a:lnTo>
                <a:lnTo>
                  <a:pt x="154619" y="199155"/>
                </a:lnTo>
                <a:lnTo>
                  <a:pt x="155631" y="198170"/>
                </a:lnTo>
                <a:lnTo>
                  <a:pt x="156617" y="197165"/>
                </a:lnTo>
                <a:lnTo>
                  <a:pt x="157577" y="196139"/>
                </a:lnTo>
                <a:lnTo>
                  <a:pt x="158512" y="195093"/>
                </a:lnTo>
                <a:lnTo>
                  <a:pt x="159420" y="194027"/>
                </a:lnTo>
                <a:lnTo>
                  <a:pt x="160302" y="192941"/>
                </a:lnTo>
                <a:lnTo>
                  <a:pt x="161159" y="191834"/>
                </a:lnTo>
                <a:lnTo>
                  <a:pt x="161989" y="190706"/>
                </a:lnTo>
                <a:lnTo>
                  <a:pt x="162798" y="189554"/>
                </a:lnTo>
                <a:lnTo>
                  <a:pt x="163572" y="188389"/>
                </a:lnTo>
                <a:lnTo>
                  <a:pt x="164312" y="187211"/>
                </a:lnTo>
                <a:lnTo>
                  <a:pt x="165017" y="186021"/>
                </a:lnTo>
                <a:lnTo>
                  <a:pt x="165688" y="184818"/>
                </a:lnTo>
                <a:lnTo>
                  <a:pt x="166324" y="183603"/>
                </a:lnTo>
                <a:lnTo>
                  <a:pt x="166926" y="182375"/>
                </a:lnTo>
                <a:lnTo>
                  <a:pt x="167494" y="181134"/>
                </a:lnTo>
                <a:lnTo>
                  <a:pt x="168028" y="179880"/>
                </a:lnTo>
                <a:lnTo>
                  <a:pt x="168526" y="178614"/>
                </a:lnTo>
                <a:lnTo>
                  <a:pt x="168991" y="177336"/>
                </a:lnTo>
                <a:lnTo>
                  <a:pt x="169421" y="176044"/>
                </a:lnTo>
                <a:lnTo>
                  <a:pt x="169817" y="174740"/>
                </a:lnTo>
                <a:lnTo>
                  <a:pt x="170178" y="173424"/>
                </a:lnTo>
                <a:lnTo>
                  <a:pt x="170505" y="172094"/>
                </a:lnTo>
                <a:lnTo>
                  <a:pt x="170797" y="170752"/>
                </a:lnTo>
                <a:lnTo>
                  <a:pt x="171055" y="169398"/>
                </a:lnTo>
                <a:lnTo>
                  <a:pt x="171279" y="168031"/>
                </a:lnTo>
                <a:lnTo>
                  <a:pt x="171468" y="166651"/>
                </a:lnTo>
                <a:lnTo>
                  <a:pt x="171623" y="165258"/>
                </a:lnTo>
                <a:lnTo>
                  <a:pt x="171744" y="163853"/>
                </a:lnTo>
                <a:lnTo>
                  <a:pt x="171830" y="162436"/>
                </a:lnTo>
                <a:lnTo>
                  <a:pt x="171881" y="161005"/>
                </a:lnTo>
                <a:lnTo>
                  <a:pt x="171898" y="159562"/>
                </a:lnTo>
                <a:lnTo>
                  <a:pt x="171886" y="157955"/>
                </a:lnTo>
                <a:lnTo>
                  <a:pt x="171833" y="156371"/>
                </a:lnTo>
                <a:lnTo>
                  <a:pt x="171739" y="154808"/>
                </a:lnTo>
                <a:lnTo>
                  <a:pt x="171603" y="153268"/>
                </a:lnTo>
                <a:lnTo>
                  <a:pt x="171427" y="151749"/>
                </a:lnTo>
                <a:lnTo>
                  <a:pt x="171210" y="150253"/>
                </a:lnTo>
                <a:lnTo>
                  <a:pt x="170951" y="148779"/>
                </a:lnTo>
                <a:lnTo>
                  <a:pt x="170651" y="147327"/>
                </a:lnTo>
                <a:lnTo>
                  <a:pt x="170311" y="145897"/>
                </a:lnTo>
                <a:lnTo>
                  <a:pt x="169929" y="144489"/>
                </a:lnTo>
                <a:lnTo>
                  <a:pt x="169506" y="143104"/>
                </a:lnTo>
                <a:lnTo>
                  <a:pt x="169042" y="141740"/>
                </a:lnTo>
                <a:lnTo>
                  <a:pt x="168537" y="140399"/>
                </a:lnTo>
                <a:lnTo>
                  <a:pt x="167991" y="139080"/>
                </a:lnTo>
                <a:lnTo>
                  <a:pt x="167403" y="137783"/>
                </a:lnTo>
                <a:lnTo>
                  <a:pt x="166775" y="136508"/>
                </a:lnTo>
                <a:lnTo>
                  <a:pt x="166106" y="135255"/>
                </a:lnTo>
                <a:lnTo>
                  <a:pt x="165395" y="134024"/>
                </a:lnTo>
                <a:lnTo>
                  <a:pt x="164644" y="132815"/>
                </a:lnTo>
                <a:lnTo>
                  <a:pt x="163851" y="131629"/>
                </a:lnTo>
                <a:lnTo>
                  <a:pt x="163018" y="130464"/>
                </a:lnTo>
                <a:lnTo>
                  <a:pt x="162143" y="129322"/>
                </a:lnTo>
                <a:lnTo>
                  <a:pt x="161227" y="128202"/>
                </a:lnTo>
                <a:lnTo>
                  <a:pt x="160270" y="127104"/>
                </a:lnTo>
                <a:lnTo>
                  <a:pt x="159283" y="126026"/>
                </a:lnTo>
                <a:lnTo>
                  <a:pt x="158261" y="124983"/>
                </a:lnTo>
                <a:lnTo>
                  <a:pt x="157203" y="123975"/>
                </a:lnTo>
                <a:lnTo>
                  <a:pt x="156110" y="123003"/>
                </a:lnTo>
                <a:lnTo>
                  <a:pt x="154982" y="122065"/>
                </a:lnTo>
                <a:lnTo>
                  <a:pt x="153817" y="121163"/>
                </a:lnTo>
                <a:lnTo>
                  <a:pt x="152618" y="120296"/>
                </a:lnTo>
                <a:lnTo>
                  <a:pt x="151383" y="119464"/>
                </a:lnTo>
                <a:lnTo>
                  <a:pt x="150112" y="118667"/>
                </a:lnTo>
                <a:lnTo>
                  <a:pt x="148807" y="117905"/>
                </a:lnTo>
                <a:lnTo>
                  <a:pt x="147465" y="117178"/>
                </a:lnTo>
                <a:lnTo>
                  <a:pt x="146088" y="116486"/>
                </a:lnTo>
                <a:lnTo>
                  <a:pt x="144676" y="115830"/>
                </a:lnTo>
                <a:lnTo>
                  <a:pt x="143228" y="115208"/>
                </a:lnTo>
                <a:lnTo>
                  <a:pt x="141745" y="114622"/>
                </a:lnTo>
                <a:lnTo>
                  <a:pt x="140226" y="114071"/>
                </a:lnTo>
                <a:lnTo>
                  <a:pt x="138672" y="113555"/>
                </a:lnTo>
                <a:lnTo>
                  <a:pt x="137083" y="113074"/>
                </a:lnTo>
                <a:lnTo>
                  <a:pt x="135458" y="112628"/>
                </a:lnTo>
                <a:lnTo>
                  <a:pt x="133797" y="112217"/>
                </a:lnTo>
                <a:lnTo>
                  <a:pt x="132101" y="111841"/>
                </a:lnTo>
                <a:lnTo>
                  <a:pt x="130370" y="111501"/>
                </a:lnTo>
                <a:lnTo>
                  <a:pt x="128603" y="111195"/>
                </a:lnTo>
                <a:lnTo>
                  <a:pt x="126800" y="110925"/>
                </a:lnTo>
                <a:lnTo>
                  <a:pt x="126800" y="109307"/>
                </a:lnTo>
                <a:lnTo>
                  <a:pt x="128188" y="108990"/>
                </a:lnTo>
                <a:lnTo>
                  <a:pt x="129553" y="108644"/>
                </a:lnTo>
                <a:lnTo>
                  <a:pt x="130896" y="108269"/>
                </a:lnTo>
                <a:lnTo>
                  <a:pt x="132216" y="107866"/>
                </a:lnTo>
                <a:lnTo>
                  <a:pt x="133513" y="107435"/>
                </a:lnTo>
                <a:lnTo>
                  <a:pt x="134789" y="106975"/>
                </a:lnTo>
                <a:lnTo>
                  <a:pt x="136041" y="106487"/>
                </a:lnTo>
                <a:lnTo>
                  <a:pt x="137272" y="105970"/>
                </a:lnTo>
                <a:lnTo>
                  <a:pt x="138479" y="105425"/>
                </a:lnTo>
                <a:lnTo>
                  <a:pt x="139665" y="104852"/>
                </a:lnTo>
                <a:lnTo>
                  <a:pt x="140827" y="104250"/>
                </a:lnTo>
                <a:lnTo>
                  <a:pt x="141968" y="103619"/>
                </a:lnTo>
                <a:lnTo>
                  <a:pt x="143086" y="102961"/>
                </a:lnTo>
                <a:lnTo>
                  <a:pt x="144181" y="102273"/>
                </a:lnTo>
                <a:lnTo>
                  <a:pt x="145254" y="101558"/>
                </a:lnTo>
                <a:lnTo>
                  <a:pt x="146305" y="100813"/>
                </a:lnTo>
                <a:lnTo>
                  <a:pt x="147333" y="100041"/>
                </a:lnTo>
                <a:lnTo>
                  <a:pt x="148338" y="99240"/>
                </a:lnTo>
                <a:lnTo>
                  <a:pt x="149321" y="98410"/>
                </a:lnTo>
                <a:lnTo>
                  <a:pt x="150282" y="97552"/>
                </a:lnTo>
                <a:lnTo>
                  <a:pt x="151220" y="96666"/>
                </a:lnTo>
                <a:lnTo>
                  <a:pt x="152136" y="95751"/>
                </a:lnTo>
                <a:lnTo>
                  <a:pt x="153029" y="94808"/>
                </a:lnTo>
                <a:lnTo>
                  <a:pt x="153900" y="93836"/>
                </a:lnTo>
                <a:lnTo>
                  <a:pt x="154749" y="92841"/>
                </a:lnTo>
                <a:lnTo>
                  <a:pt x="155562" y="91825"/>
                </a:lnTo>
                <a:lnTo>
                  <a:pt x="156339" y="90790"/>
                </a:lnTo>
                <a:lnTo>
                  <a:pt x="157079" y="89735"/>
                </a:lnTo>
                <a:lnTo>
                  <a:pt x="157783" y="88661"/>
                </a:lnTo>
                <a:lnTo>
                  <a:pt x="158450" y="87567"/>
                </a:lnTo>
                <a:lnTo>
                  <a:pt x="159080" y="86453"/>
                </a:lnTo>
                <a:lnTo>
                  <a:pt x="159675" y="85320"/>
                </a:lnTo>
                <a:lnTo>
                  <a:pt x="160232" y="84167"/>
                </a:lnTo>
                <a:lnTo>
                  <a:pt x="160753" y="82994"/>
                </a:lnTo>
                <a:lnTo>
                  <a:pt x="161238" y="81802"/>
                </a:lnTo>
                <a:lnTo>
                  <a:pt x="161686" y="80590"/>
                </a:lnTo>
                <a:lnTo>
                  <a:pt x="162097" y="79358"/>
                </a:lnTo>
                <a:lnTo>
                  <a:pt x="162472" y="78107"/>
                </a:lnTo>
                <a:lnTo>
                  <a:pt x="162811" y="76836"/>
                </a:lnTo>
                <a:lnTo>
                  <a:pt x="163112" y="75545"/>
                </a:lnTo>
                <a:lnTo>
                  <a:pt x="163378" y="74235"/>
                </a:lnTo>
                <a:lnTo>
                  <a:pt x="163607" y="72905"/>
                </a:lnTo>
                <a:lnTo>
                  <a:pt x="163799" y="71556"/>
                </a:lnTo>
                <a:lnTo>
                  <a:pt x="163955" y="70186"/>
                </a:lnTo>
                <a:lnTo>
                  <a:pt x="164075" y="68797"/>
                </a:lnTo>
                <a:lnTo>
                  <a:pt x="164157" y="67389"/>
                </a:lnTo>
                <a:lnTo>
                  <a:pt x="164204" y="65960"/>
                </a:lnTo>
                <a:lnTo>
                  <a:pt x="164214" y="64512"/>
                </a:lnTo>
                <a:lnTo>
                  <a:pt x="164199" y="63203"/>
                </a:lnTo>
                <a:lnTo>
                  <a:pt x="164155" y="61902"/>
                </a:lnTo>
                <a:lnTo>
                  <a:pt x="164082" y="60612"/>
                </a:lnTo>
                <a:lnTo>
                  <a:pt x="163980" y="59330"/>
                </a:lnTo>
                <a:lnTo>
                  <a:pt x="163849" y="58058"/>
                </a:lnTo>
                <a:lnTo>
                  <a:pt x="163689" y="56796"/>
                </a:lnTo>
                <a:lnTo>
                  <a:pt x="163500" y="55543"/>
                </a:lnTo>
                <a:lnTo>
                  <a:pt x="163281" y="54300"/>
                </a:lnTo>
                <a:lnTo>
                  <a:pt x="163033" y="53066"/>
                </a:lnTo>
                <a:lnTo>
                  <a:pt x="162756" y="51841"/>
                </a:lnTo>
                <a:lnTo>
                  <a:pt x="162450" y="50626"/>
                </a:lnTo>
                <a:lnTo>
                  <a:pt x="162115" y="49421"/>
                </a:lnTo>
                <a:lnTo>
                  <a:pt x="161751" y="48225"/>
                </a:lnTo>
                <a:lnTo>
                  <a:pt x="161358" y="47038"/>
                </a:lnTo>
                <a:lnTo>
                  <a:pt x="160935" y="45861"/>
                </a:lnTo>
                <a:lnTo>
                  <a:pt x="160483" y="44694"/>
                </a:lnTo>
                <a:lnTo>
                  <a:pt x="160003" y="43535"/>
                </a:lnTo>
                <a:lnTo>
                  <a:pt x="159493" y="42387"/>
                </a:lnTo>
                <a:lnTo>
                  <a:pt x="158954" y="41248"/>
                </a:lnTo>
                <a:lnTo>
                  <a:pt x="158385" y="40118"/>
                </a:lnTo>
                <a:lnTo>
                  <a:pt x="157788" y="38998"/>
                </a:lnTo>
                <a:lnTo>
                  <a:pt x="157161" y="37887"/>
                </a:lnTo>
                <a:lnTo>
                  <a:pt x="156506" y="36786"/>
                </a:lnTo>
                <a:lnTo>
                  <a:pt x="155821" y="35694"/>
                </a:lnTo>
                <a:lnTo>
                  <a:pt x="155109" y="34617"/>
                </a:lnTo>
                <a:lnTo>
                  <a:pt x="154374" y="33557"/>
                </a:lnTo>
                <a:lnTo>
                  <a:pt x="153614" y="32517"/>
                </a:lnTo>
                <a:lnTo>
                  <a:pt x="152829" y="31495"/>
                </a:lnTo>
                <a:lnTo>
                  <a:pt x="152021" y="30492"/>
                </a:lnTo>
                <a:lnTo>
                  <a:pt x="151188" y="29507"/>
                </a:lnTo>
                <a:lnTo>
                  <a:pt x="150332" y="28541"/>
                </a:lnTo>
                <a:lnTo>
                  <a:pt x="149450" y="27594"/>
                </a:lnTo>
                <a:lnTo>
                  <a:pt x="148545" y="26665"/>
                </a:lnTo>
                <a:lnTo>
                  <a:pt x="147616" y="25755"/>
                </a:lnTo>
                <a:lnTo>
                  <a:pt x="146662" y="24863"/>
                </a:lnTo>
                <a:lnTo>
                  <a:pt x="145684" y="23990"/>
                </a:lnTo>
                <a:lnTo>
                  <a:pt x="144682" y="23136"/>
                </a:lnTo>
                <a:lnTo>
                  <a:pt x="143655" y="22300"/>
                </a:lnTo>
                <a:lnTo>
                  <a:pt x="142605" y="21483"/>
                </a:lnTo>
                <a:lnTo>
                  <a:pt x="141530" y="20684"/>
                </a:lnTo>
                <a:lnTo>
                  <a:pt x="140431" y="19904"/>
                </a:lnTo>
                <a:lnTo>
                  <a:pt x="139307" y="19143"/>
                </a:lnTo>
                <a:lnTo>
                  <a:pt x="138160" y="18400"/>
                </a:lnTo>
                <a:lnTo>
                  <a:pt x="136988" y="17676"/>
                </a:lnTo>
                <a:lnTo>
                  <a:pt x="135792" y="16970"/>
                </a:lnTo>
                <a:lnTo>
                  <a:pt x="134572" y="16283"/>
                </a:lnTo>
                <a:lnTo>
                  <a:pt x="133327" y="15615"/>
                </a:lnTo>
                <a:lnTo>
                  <a:pt x="132058" y="14965"/>
                </a:lnTo>
                <a:lnTo>
                  <a:pt x="130777" y="14330"/>
                </a:lnTo>
                <a:lnTo>
                  <a:pt x="129476" y="13722"/>
                </a:lnTo>
                <a:lnTo>
                  <a:pt x="128156" y="13140"/>
                </a:lnTo>
                <a:lnTo>
                  <a:pt x="126817" y="12586"/>
                </a:lnTo>
                <a:lnTo>
                  <a:pt x="125460" y="12059"/>
                </a:lnTo>
                <a:lnTo>
                  <a:pt x="124083" y="11559"/>
                </a:lnTo>
                <a:lnTo>
                  <a:pt x="122687" y="11086"/>
                </a:lnTo>
                <a:lnTo>
                  <a:pt x="121273" y="10640"/>
                </a:lnTo>
                <a:lnTo>
                  <a:pt x="119839" y="10221"/>
                </a:lnTo>
                <a:lnTo>
                  <a:pt x="118387" y="9829"/>
                </a:lnTo>
                <a:lnTo>
                  <a:pt x="116915" y="9464"/>
                </a:lnTo>
                <a:lnTo>
                  <a:pt x="115425" y="9126"/>
                </a:lnTo>
                <a:lnTo>
                  <a:pt x="113915" y="8815"/>
                </a:lnTo>
                <a:lnTo>
                  <a:pt x="112387" y="8531"/>
                </a:lnTo>
                <a:lnTo>
                  <a:pt x="110840" y="8274"/>
                </a:lnTo>
                <a:lnTo>
                  <a:pt x="109273" y="8044"/>
                </a:lnTo>
                <a:lnTo>
                  <a:pt x="107688" y="7842"/>
                </a:lnTo>
                <a:lnTo>
                  <a:pt x="106084" y="7666"/>
                </a:lnTo>
                <a:lnTo>
                  <a:pt x="104461" y="7517"/>
                </a:lnTo>
                <a:lnTo>
                  <a:pt x="102819" y="7396"/>
                </a:lnTo>
                <a:lnTo>
                  <a:pt x="101158" y="7301"/>
                </a:lnTo>
                <a:lnTo>
                  <a:pt x="99478" y="7233"/>
                </a:lnTo>
                <a:lnTo>
                  <a:pt x="97779" y="7193"/>
                </a:lnTo>
                <a:lnTo>
                  <a:pt x="96061" y="7179"/>
                </a:lnTo>
                <a:lnTo>
                  <a:pt x="94391" y="7192"/>
                </a:lnTo>
                <a:lnTo>
                  <a:pt x="92735" y="7231"/>
                </a:lnTo>
                <a:lnTo>
                  <a:pt x="91092" y="7296"/>
                </a:lnTo>
                <a:lnTo>
                  <a:pt x="89463" y="7387"/>
                </a:lnTo>
                <a:lnTo>
                  <a:pt x="87848" y="7504"/>
                </a:lnTo>
                <a:lnTo>
                  <a:pt x="86246" y="7647"/>
                </a:lnTo>
                <a:lnTo>
                  <a:pt x="84658" y="7816"/>
                </a:lnTo>
                <a:lnTo>
                  <a:pt x="83084" y="8011"/>
                </a:lnTo>
                <a:lnTo>
                  <a:pt x="81524" y="8232"/>
                </a:lnTo>
                <a:lnTo>
                  <a:pt x="79977" y="8478"/>
                </a:lnTo>
                <a:lnTo>
                  <a:pt x="78444" y="8751"/>
                </a:lnTo>
                <a:lnTo>
                  <a:pt x="76925" y="9050"/>
                </a:lnTo>
                <a:lnTo>
                  <a:pt x="75419" y="9375"/>
                </a:lnTo>
                <a:lnTo>
                  <a:pt x="73927" y="9725"/>
                </a:lnTo>
                <a:lnTo>
                  <a:pt x="72449" y="10102"/>
                </a:lnTo>
                <a:lnTo>
                  <a:pt x="70984" y="10505"/>
                </a:lnTo>
                <a:lnTo>
                  <a:pt x="69533" y="10934"/>
                </a:lnTo>
                <a:lnTo>
                  <a:pt x="68096" y="11388"/>
                </a:lnTo>
                <a:lnTo>
                  <a:pt x="66672" y="11869"/>
                </a:lnTo>
                <a:lnTo>
                  <a:pt x="65262" y="12376"/>
                </a:lnTo>
                <a:lnTo>
                  <a:pt x="63866" y="12908"/>
                </a:lnTo>
                <a:lnTo>
                  <a:pt x="62484" y="13467"/>
                </a:lnTo>
                <a:lnTo>
                  <a:pt x="61115" y="14051"/>
                </a:lnTo>
                <a:lnTo>
                  <a:pt x="59760" y="14662"/>
                </a:lnTo>
                <a:lnTo>
                  <a:pt x="58423" y="15287"/>
                </a:lnTo>
                <a:lnTo>
                  <a:pt x="57108" y="15933"/>
                </a:lnTo>
                <a:lnTo>
                  <a:pt x="55816" y="16599"/>
                </a:lnTo>
                <a:lnTo>
                  <a:pt x="54547" y="17285"/>
                </a:lnTo>
                <a:lnTo>
                  <a:pt x="53300" y="17992"/>
                </a:lnTo>
                <a:lnTo>
                  <a:pt x="52075" y="18719"/>
                </a:lnTo>
                <a:lnTo>
                  <a:pt x="50873" y="19467"/>
                </a:lnTo>
                <a:lnTo>
                  <a:pt x="49693" y="20235"/>
                </a:lnTo>
                <a:lnTo>
                  <a:pt x="48536" y="21023"/>
                </a:lnTo>
                <a:lnTo>
                  <a:pt x="47401" y="21831"/>
                </a:lnTo>
                <a:lnTo>
                  <a:pt x="46289" y="22660"/>
                </a:lnTo>
                <a:lnTo>
                  <a:pt x="45199" y="23510"/>
                </a:lnTo>
                <a:lnTo>
                  <a:pt x="44132" y="24379"/>
                </a:lnTo>
                <a:lnTo>
                  <a:pt x="43087" y="25269"/>
                </a:lnTo>
                <a:lnTo>
                  <a:pt x="42065" y="26180"/>
                </a:lnTo>
                <a:lnTo>
                  <a:pt x="41065" y="27111"/>
                </a:lnTo>
                <a:lnTo>
                  <a:pt x="40087" y="28062"/>
                </a:lnTo>
                <a:lnTo>
                  <a:pt x="39132" y="29033"/>
                </a:lnTo>
                <a:lnTo>
                  <a:pt x="38200" y="30025"/>
                </a:lnTo>
                <a:lnTo>
                  <a:pt x="37290" y="31037"/>
                </a:lnTo>
                <a:lnTo>
                  <a:pt x="36402" y="32070"/>
                </a:lnTo>
                <a:lnTo>
                  <a:pt x="35537" y="33123"/>
                </a:lnTo>
                <a:lnTo>
                  <a:pt x="34694" y="34196"/>
                </a:lnTo>
                <a:lnTo>
                  <a:pt x="33874" y="35290"/>
                </a:lnTo>
                <a:lnTo>
                  <a:pt x="33090" y="36393"/>
                </a:lnTo>
                <a:lnTo>
                  <a:pt x="32337" y="37510"/>
                </a:lnTo>
                <a:lnTo>
                  <a:pt x="31616" y="38642"/>
                </a:lnTo>
                <a:lnTo>
                  <a:pt x="30928" y="39789"/>
                </a:lnTo>
                <a:lnTo>
                  <a:pt x="30271" y="40951"/>
                </a:lnTo>
                <a:lnTo>
                  <a:pt x="29646" y="42128"/>
                </a:lnTo>
                <a:lnTo>
                  <a:pt x="29053" y="43319"/>
                </a:lnTo>
                <a:lnTo>
                  <a:pt x="28492" y="44525"/>
                </a:lnTo>
                <a:lnTo>
                  <a:pt x="27964" y="45746"/>
                </a:lnTo>
                <a:lnTo>
                  <a:pt x="27467" y="46981"/>
                </a:lnTo>
                <a:lnTo>
                  <a:pt x="27001" y="48232"/>
                </a:lnTo>
                <a:lnTo>
                  <a:pt x="26568" y="49497"/>
                </a:lnTo>
                <a:lnTo>
                  <a:pt x="26167" y="50776"/>
                </a:lnTo>
                <a:lnTo>
                  <a:pt x="25798" y="52071"/>
                </a:lnTo>
                <a:lnTo>
                  <a:pt x="25461" y="53380"/>
                </a:lnTo>
                <a:lnTo>
                  <a:pt x="25156" y="54704"/>
                </a:lnTo>
                <a:lnTo>
                  <a:pt x="24882" y="56043"/>
                </a:lnTo>
                <a:lnTo>
                  <a:pt x="24641" y="57396"/>
                </a:lnTo>
                <a:lnTo>
                  <a:pt x="24431" y="58765"/>
                </a:lnTo>
                <a:lnTo>
                  <a:pt x="24254" y="60148"/>
                </a:lnTo>
                <a:lnTo>
                  <a:pt x="24108" y="61545"/>
                </a:lnTo>
                <a:lnTo>
                  <a:pt x="23995" y="62958"/>
                </a:lnTo>
                <a:lnTo>
                  <a:pt x="23913" y="64385"/>
                </a:lnTo>
                <a:lnTo>
                  <a:pt x="23864" y="65827"/>
                </a:lnTo>
                <a:lnTo>
                  <a:pt x="59962" y="65827"/>
                </a:lnTo>
                <a:lnTo>
                  <a:pt x="59996" y="65107"/>
                </a:lnTo>
                <a:lnTo>
                  <a:pt x="60045" y="64394"/>
                </a:lnTo>
                <a:lnTo>
                  <a:pt x="60111" y="63691"/>
                </a:lnTo>
                <a:lnTo>
                  <a:pt x="60193" y="62996"/>
                </a:lnTo>
                <a:lnTo>
                  <a:pt x="60290" y="62309"/>
                </a:lnTo>
                <a:lnTo>
                  <a:pt x="60405" y="61631"/>
                </a:lnTo>
                <a:lnTo>
                  <a:pt x="60535" y="60961"/>
                </a:lnTo>
                <a:lnTo>
                  <a:pt x="60681" y="60299"/>
                </a:lnTo>
                <a:lnTo>
                  <a:pt x="60844" y="59646"/>
                </a:lnTo>
                <a:lnTo>
                  <a:pt x="61023" y="59002"/>
                </a:lnTo>
                <a:lnTo>
                  <a:pt x="61217" y="58365"/>
                </a:lnTo>
                <a:lnTo>
                  <a:pt x="61428" y="57738"/>
                </a:lnTo>
                <a:lnTo>
                  <a:pt x="61656" y="57118"/>
                </a:lnTo>
                <a:lnTo>
                  <a:pt x="61899" y="56507"/>
                </a:lnTo>
                <a:lnTo>
                  <a:pt x="62158" y="55905"/>
                </a:lnTo>
                <a:lnTo>
                  <a:pt x="62434" y="55311"/>
                </a:lnTo>
                <a:lnTo>
                  <a:pt x="62726" y="54725"/>
                </a:lnTo>
                <a:lnTo>
                  <a:pt x="63034" y="54148"/>
                </a:lnTo>
                <a:lnTo>
                  <a:pt x="63358" y="53579"/>
                </a:lnTo>
                <a:lnTo>
                  <a:pt x="63698" y="53019"/>
                </a:lnTo>
                <a:lnTo>
                  <a:pt x="64054" y="52467"/>
                </a:lnTo>
                <a:lnTo>
                  <a:pt x="64427" y="51923"/>
                </a:lnTo>
                <a:lnTo>
                  <a:pt x="64815" y="51388"/>
                </a:lnTo>
                <a:lnTo>
                  <a:pt x="65220" y="50862"/>
                </a:lnTo>
                <a:lnTo>
                  <a:pt x="65639" y="50336"/>
                </a:lnTo>
                <a:lnTo>
                  <a:pt x="66068" y="49820"/>
                </a:lnTo>
                <a:lnTo>
                  <a:pt x="66508" y="49315"/>
                </a:lnTo>
                <a:lnTo>
                  <a:pt x="66959" y="48820"/>
                </a:lnTo>
                <a:lnTo>
                  <a:pt x="67421" y="48335"/>
                </a:lnTo>
                <a:lnTo>
                  <a:pt x="67894" y="47860"/>
                </a:lnTo>
                <a:lnTo>
                  <a:pt x="68377" y="47395"/>
                </a:lnTo>
                <a:lnTo>
                  <a:pt x="68872" y="46941"/>
                </a:lnTo>
                <a:lnTo>
                  <a:pt x="69377" y="46496"/>
                </a:lnTo>
                <a:lnTo>
                  <a:pt x="69893" y="46062"/>
                </a:lnTo>
                <a:lnTo>
                  <a:pt x="70421" y="45638"/>
                </a:lnTo>
                <a:lnTo>
                  <a:pt x="70959" y="45224"/>
                </a:lnTo>
                <a:lnTo>
                  <a:pt x="71508" y="44821"/>
                </a:lnTo>
                <a:lnTo>
                  <a:pt x="72067" y="44427"/>
                </a:lnTo>
                <a:lnTo>
                  <a:pt x="72638" y="44044"/>
                </a:lnTo>
                <a:lnTo>
                  <a:pt x="73220" y="43671"/>
                </a:lnTo>
                <a:lnTo>
                  <a:pt x="73812" y="43308"/>
                </a:lnTo>
                <a:lnTo>
                  <a:pt x="74416" y="42956"/>
                </a:lnTo>
                <a:lnTo>
                  <a:pt x="75030" y="42613"/>
                </a:lnTo>
                <a:lnTo>
                  <a:pt x="75655" y="42281"/>
                </a:lnTo>
                <a:lnTo>
                  <a:pt x="76291" y="41959"/>
                </a:lnTo>
                <a:lnTo>
                  <a:pt x="76938" y="41647"/>
                </a:lnTo>
                <a:lnTo>
                  <a:pt x="77596" y="41345"/>
                </a:lnTo>
                <a:lnTo>
                  <a:pt x="78264" y="41053"/>
                </a:lnTo>
                <a:lnTo>
                  <a:pt x="78941" y="40773"/>
                </a:lnTo>
                <a:lnTo>
                  <a:pt x="79622" y="40504"/>
                </a:lnTo>
                <a:lnTo>
                  <a:pt x="80309" y="40248"/>
                </a:lnTo>
                <a:lnTo>
                  <a:pt x="81000" y="40003"/>
                </a:lnTo>
                <a:lnTo>
                  <a:pt x="81696" y="39770"/>
                </a:lnTo>
                <a:lnTo>
                  <a:pt x="82397" y="39549"/>
                </a:lnTo>
                <a:lnTo>
                  <a:pt x="83104" y="39340"/>
                </a:lnTo>
                <a:lnTo>
                  <a:pt x="83815" y="39143"/>
                </a:lnTo>
                <a:lnTo>
                  <a:pt x="84530" y="38958"/>
                </a:lnTo>
                <a:lnTo>
                  <a:pt x="85251" y="38785"/>
                </a:lnTo>
                <a:lnTo>
                  <a:pt x="85977" y="38624"/>
                </a:lnTo>
                <a:lnTo>
                  <a:pt x="86708" y="38475"/>
                </a:lnTo>
                <a:lnTo>
                  <a:pt x="87443" y="38338"/>
                </a:lnTo>
                <a:lnTo>
                  <a:pt x="88184" y="38212"/>
                </a:lnTo>
                <a:lnTo>
                  <a:pt x="88929" y="38099"/>
                </a:lnTo>
                <a:lnTo>
                  <a:pt x="89679" y="37997"/>
                </a:lnTo>
                <a:lnTo>
                  <a:pt x="90435" y="37908"/>
                </a:lnTo>
                <a:lnTo>
                  <a:pt x="91195" y="37830"/>
                </a:lnTo>
                <a:lnTo>
                  <a:pt x="91960" y="37765"/>
                </a:lnTo>
                <a:lnTo>
                  <a:pt x="92730" y="37711"/>
                </a:lnTo>
                <a:lnTo>
                  <a:pt x="93505" y="37669"/>
                </a:lnTo>
                <a:lnTo>
                  <a:pt x="94284" y="37639"/>
                </a:lnTo>
                <a:lnTo>
                  <a:pt x="95069" y="37621"/>
                </a:lnTo>
                <a:lnTo>
                  <a:pt x="95859" y="37615"/>
                </a:lnTo>
                <a:lnTo>
                  <a:pt x="96663" y="37622"/>
                </a:lnTo>
                <a:lnTo>
                  <a:pt x="97459" y="37641"/>
                </a:lnTo>
                <a:lnTo>
                  <a:pt x="98246" y="37672"/>
                </a:lnTo>
                <a:lnTo>
                  <a:pt x="99024" y="37717"/>
                </a:lnTo>
                <a:lnTo>
                  <a:pt x="99794" y="37773"/>
                </a:lnTo>
                <a:lnTo>
                  <a:pt x="100554" y="37843"/>
                </a:lnTo>
                <a:lnTo>
                  <a:pt x="101306" y="37925"/>
                </a:lnTo>
                <a:lnTo>
                  <a:pt x="102049" y="38020"/>
                </a:lnTo>
                <a:lnTo>
                  <a:pt x="102784" y="38127"/>
                </a:lnTo>
                <a:lnTo>
                  <a:pt x="103509" y="38247"/>
                </a:lnTo>
                <a:lnTo>
                  <a:pt x="104226" y="38380"/>
                </a:lnTo>
                <a:lnTo>
                  <a:pt x="104934" y="38525"/>
                </a:lnTo>
                <a:lnTo>
                  <a:pt x="105633" y="38683"/>
                </a:lnTo>
                <a:lnTo>
                  <a:pt x="106324" y="38854"/>
                </a:lnTo>
                <a:lnTo>
                  <a:pt x="107005" y="39037"/>
                </a:lnTo>
                <a:lnTo>
                  <a:pt x="107678" y="39233"/>
                </a:lnTo>
                <a:lnTo>
                  <a:pt x="108342" y="39442"/>
                </a:lnTo>
                <a:lnTo>
                  <a:pt x="108997" y="39663"/>
                </a:lnTo>
                <a:lnTo>
                  <a:pt x="109644" y="39897"/>
                </a:lnTo>
                <a:lnTo>
                  <a:pt x="110282" y="40143"/>
                </a:lnTo>
                <a:lnTo>
                  <a:pt x="110911" y="40402"/>
                </a:lnTo>
                <a:lnTo>
                  <a:pt x="111531" y="40674"/>
                </a:lnTo>
                <a:lnTo>
                  <a:pt x="112142" y="40959"/>
                </a:lnTo>
                <a:lnTo>
                  <a:pt x="112745" y="41256"/>
                </a:lnTo>
                <a:lnTo>
                  <a:pt x="113346" y="41564"/>
                </a:lnTo>
                <a:lnTo>
                  <a:pt x="113935" y="41883"/>
                </a:lnTo>
                <a:lnTo>
                  <a:pt x="114513" y="42211"/>
                </a:lnTo>
                <a:lnTo>
                  <a:pt x="115079" y="42550"/>
                </a:lnTo>
                <a:lnTo>
                  <a:pt x="115634" y="42900"/>
                </a:lnTo>
                <a:lnTo>
                  <a:pt x="116177" y="43259"/>
                </a:lnTo>
                <a:lnTo>
                  <a:pt x="116708" y="43629"/>
                </a:lnTo>
                <a:lnTo>
                  <a:pt x="117228" y="44008"/>
                </a:lnTo>
                <a:lnTo>
                  <a:pt x="117736" y="44398"/>
                </a:lnTo>
                <a:lnTo>
                  <a:pt x="118233" y="44798"/>
                </a:lnTo>
                <a:lnTo>
                  <a:pt x="118718" y="45208"/>
                </a:lnTo>
                <a:lnTo>
                  <a:pt x="119191" y="45629"/>
                </a:lnTo>
                <a:lnTo>
                  <a:pt x="119653" y="46060"/>
                </a:lnTo>
                <a:lnTo>
                  <a:pt x="120103" y="46500"/>
                </a:lnTo>
                <a:lnTo>
                  <a:pt x="120542" y="46951"/>
                </a:lnTo>
                <a:lnTo>
                  <a:pt x="120969" y="47413"/>
                </a:lnTo>
                <a:lnTo>
                  <a:pt x="121385" y="47884"/>
                </a:lnTo>
                <a:lnTo>
                  <a:pt x="121789" y="48365"/>
                </a:lnTo>
                <a:lnTo>
                  <a:pt x="122181" y="48857"/>
                </a:lnTo>
                <a:lnTo>
                  <a:pt x="122562" y="49359"/>
                </a:lnTo>
                <a:lnTo>
                  <a:pt x="122931" y="49871"/>
                </a:lnTo>
                <a:lnTo>
                  <a:pt x="123289" y="50393"/>
                </a:lnTo>
                <a:lnTo>
                  <a:pt x="123635" y="50926"/>
                </a:lnTo>
                <a:lnTo>
                  <a:pt x="123969" y="51468"/>
                </a:lnTo>
                <a:lnTo>
                  <a:pt x="124299" y="52012"/>
                </a:lnTo>
                <a:lnTo>
                  <a:pt x="124614" y="52563"/>
                </a:lnTo>
                <a:lnTo>
                  <a:pt x="124915" y="53123"/>
                </a:lnTo>
                <a:lnTo>
                  <a:pt x="125202" y="53690"/>
                </a:lnTo>
                <a:lnTo>
                  <a:pt x="125474" y="54266"/>
                </a:lnTo>
                <a:lnTo>
                  <a:pt x="125732" y="54850"/>
                </a:lnTo>
                <a:lnTo>
                  <a:pt x="125976" y="55441"/>
                </a:lnTo>
                <a:lnTo>
                  <a:pt x="126205" y="56041"/>
                </a:lnTo>
                <a:lnTo>
                  <a:pt x="126420" y="56649"/>
                </a:lnTo>
                <a:lnTo>
                  <a:pt x="126620" y="57265"/>
                </a:lnTo>
                <a:lnTo>
                  <a:pt x="126806" y="57889"/>
                </a:lnTo>
                <a:lnTo>
                  <a:pt x="126977" y="58521"/>
                </a:lnTo>
                <a:lnTo>
                  <a:pt x="127134" y="59162"/>
                </a:lnTo>
                <a:lnTo>
                  <a:pt x="127277" y="59810"/>
                </a:lnTo>
                <a:lnTo>
                  <a:pt x="127405" y="60466"/>
                </a:lnTo>
                <a:lnTo>
                  <a:pt x="127519" y="61131"/>
                </a:lnTo>
                <a:lnTo>
                  <a:pt x="127619" y="61803"/>
                </a:lnTo>
                <a:lnTo>
                  <a:pt x="127704" y="62484"/>
                </a:lnTo>
                <a:lnTo>
                  <a:pt x="127775" y="63172"/>
                </a:lnTo>
                <a:lnTo>
                  <a:pt x="127831" y="63869"/>
                </a:lnTo>
                <a:lnTo>
                  <a:pt x="127873" y="64574"/>
                </a:lnTo>
                <a:lnTo>
                  <a:pt x="127901" y="65287"/>
                </a:lnTo>
                <a:lnTo>
                  <a:pt x="127914" y="66008"/>
                </a:lnTo>
                <a:lnTo>
                  <a:pt x="127913" y="66737"/>
                </a:lnTo>
                <a:lnTo>
                  <a:pt x="127913" y="67483"/>
                </a:lnTo>
                <a:lnTo>
                  <a:pt x="127896" y="68222"/>
                </a:lnTo>
                <a:lnTo>
                  <a:pt x="127864" y="68954"/>
                </a:lnTo>
                <a:lnTo>
                  <a:pt x="127814" y="69678"/>
                </a:lnTo>
                <a:lnTo>
                  <a:pt x="127748" y="70395"/>
                </a:lnTo>
                <a:lnTo>
                  <a:pt x="127666" y="71104"/>
                </a:lnTo>
                <a:lnTo>
                  <a:pt x="127567" y="71806"/>
                </a:lnTo>
                <a:lnTo>
                  <a:pt x="127452" y="72501"/>
                </a:lnTo>
                <a:lnTo>
                  <a:pt x="127320" y="73188"/>
                </a:lnTo>
                <a:lnTo>
                  <a:pt x="127172" y="73868"/>
                </a:lnTo>
                <a:lnTo>
                  <a:pt x="127007" y="74540"/>
                </a:lnTo>
                <a:lnTo>
                  <a:pt x="126826" y="75206"/>
                </a:lnTo>
                <a:lnTo>
                  <a:pt x="126628" y="75863"/>
                </a:lnTo>
                <a:lnTo>
                  <a:pt x="126413" y="76514"/>
                </a:lnTo>
                <a:lnTo>
                  <a:pt x="126183" y="77157"/>
                </a:lnTo>
                <a:lnTo>
                  <a:pt x="125935" y="77792"/>
                </a:lnTo>
                <a:lnTo>
                  <a:pt x="125671" y="78421"/>
                </a:lnTo>
                <a:lnTo>
                  <a:pt x="125391" y="79042"/>
                </a:lnTo>
                <a:lnTo>
                  <a:pt x="125094" y="79655"/>
                </a:lnTo>
                <a:lnTo>
                  <a:pt x="124781" y="80261"/>
                </a:lnTo>
                <a:lnTo>
                  <a:pt x="124451" y="80860"/>
                </a:lnTo>
                <a:lnTo>
                  <a:pt x="124105" y="81452"/>
                </a:lnTo>
                <a:lnTo>
                  <a:pt x="123742" y="82036"/>
                </a:lnTo>
                <a:lnTo>
                  <a:pt x="123362" y="82612"/>
                </a:lnTo>
                <a:lnTo>
                  <a:pt x="122969" y="83172"/>
                </a:lnTo>
                <a:lnTo>
                  <a:pt x="122563" y="83720"/>
                </a:lnTo>
                <a:lnTo>
                  <a:pt x="122144" y="84259"/>
                </a:lnTo>
                <a:lnTo>
                  <a:pt x="121714" y="84786"/>
                </a:lnTo>
                <a:lnTo>
                  <a:pt x="121271" y="85304"/>
                </a:lnTo>
                <a:lnTo>
                  <a:pt x="120816" y="85810"/>
                </a:lnTo>
                <a:lnTo>
                  <a:pt x="120348" y="86306"/>
                </a:lnTo>
                <a:lnTo>
                  <a:pt x="119868" y="86792"/>
                </a:lnTo>
                <a:lnTo>
                  <a:pt x="119376" y="87267"/>
                </a:lnTo>
                <a:lnTo>
                  <a:pt x="118872" y="87731"/>
                </a:lnTo>
                <a:lnTo>
                  <a:pt x="118355" y="88185"/>
                </a:lnTo>
                <a:lnTo>
                  <a:pt x="117826" y="88629"/>
                </a:lnTo>
                <a:lnTo>
                  <a:pt x="117285" y="89062"/>
                </a:lnTo>
                <a:lnTo>
                  <a:pt x="116732" y="89484"/>
                </a:lnTo>
                <a:lnTo>
                  <a:pt x="116166" y="89896"/>
                </a:lnTo>
                <a:lnTo>
                  <a:pt x="115588" y="90297"/>
                </a:lnTo>
                <a:lnTo>
                  <a:pt x="114997" y="90688"/>
                </a:lnTo>
                <a:lnTo>
                  <a:pt x="114395" y="91068"/>
                </a:lnTo>
                <a:lnTo>
                  <a:pt x="113780" y="91438"/>
                </a:lnTo>
                <a:lnTo>
                  <a:pt x="113152" y="91797"/>
                </a:lnTo>
                <a:lnTo>
                  <a:pt x="112513" y="92146"/>
                </a:lnTo>
                <a:lnTo>
                  <a:pt x="111861" y="92484"/>
                </a:lnTo>
                <a:lnTo>
                  <a:pt x="111197" y="92811"/>
                </a:lnTo>
                <a:lnTo>
                  <a:pt x="110521" y="93128"/>
                </a:lnTo>
                <a:lnTo>
                  <a:pt x="109842" y="93434"/>
                </a:lnTo>
                <a:lnTo>
                  <a:pt x="109153" y="93726"/>
                </a:lnTo>
                <a:lnTo>
                  <a:pt x="108456" y="94005"/>
                </a:lnTo>
                <a:lnTo>
                  <a:pt x="107748" y="94272"/>
                </a:lnTo>
                <a:lnTo>
                  <a:pt x="107032" y="94525"/>
                </a:lnTo>
                <a:lnTo>
                  <a:pt x="106305" y="94765"/>
                </a:lnTo>
                <a:lnTo>
                  <a:pt x="105570" y="94993"/>
                </a:lnTo>
                <a:lnTo>
                  <a:pt x="104824" y="95207"/>
                </a:lnTo>
                <a:lnTo>
                  <a:pt x="104070" y="95408"/>
                </a:lnTo>
                <a:lnTo>
                  <a:pt x="103305" y="95597"/>
                </a:lnTo>
                <a:lnTo>
                  <a:pt x="102532" y="95772"/>
                </a:lnTo>
                <a:lnTo>
                  <a:pt x="101749" y="95934"/>
                </a:lnTo>
                <a:lnTo>
                  <a:pt x="100956" y="96084"/>
                </a:lnTo>
                <a:lnTo>
                  <a:pt x="100154" y="96220"/>
                </a:lnTo>
                <a:lnTo>
                  <a:pt x="99342" y="96344"/>
                </a:lnTo>
                <a:lnTo>
                  <a:pt x="98521" y="96454"/>
                </a:lnTo>
                <a:lnTo>
                  <a:pt x="97691" y="96552"/>
                </a:lnTo>
                <a:lnTo>
                  <a:pt x="96851" y="96636"/>
                </a:lnTo>
                <a:lnTo>
                  <a:pt x="96001" y="96707"/>
                </a:lnTo>
                <a:lnTo>
                  <a:pt x="95142" y="96766"/>
                </a:lnTo>
                <a:lnTo>
                  <a:pt x="94274" y="96811"/>
                </a:lnTo>
                <a:lnTo>
                  <a:pt x="93396" y="96844"/>
                </a:lnTo>
                <a:lnTo>
                  <a:pt x="92509" y="96863"/>
                </a:lnTo>
                <a:lnTo>
                  <a:pt x="91612" y="96870"/>
                </a:lnTo>
                <a:lnTo>
                  <a:pt x="73310" y="96870"/>
                </a:lnTo>
                <a:lnTo>
                  <a:pt x="73310" y="125789"/>
                </a:lnTo>
                <a:lnTo>
                  <a:pt x="91612" y="125789"/>
                </a:lnTo>
                <a:lnTo>
                  <a:pt x="92700" y="125796"/>
                </a:lnTo>
                <a:lnTo>
                  <a:pt x="93776" y="125817"/>
                </a:lnTo>
                <a:lnTo>
                  <a:pt x="94838" y="125852"/>
                </a:lnTo>
                <a:lnTo>
                  <a:pt x="95887" y="125902"/>
                </a:lnTo>
                <a:lnTo>
                  <a:pt x="96922" y="125965"/>
                </a:lnTo>
                <a:lnTo>
                  <a:pt x="97944" y="126042"/>
                </a:lnTo>
                <a:lnTo>
                  <a:pt x="98953" y="126133"/>
                </a:lnTo>
                <a:lnTo>
                  <a:pt x="99948" y="126239"/>
                </a:lnTo>
                <a:lnTo>
                  <a:pt x="100930" y="126358"/>
                </a:lnTo>
                <a:lnTo>
                  <a:pt x="101899" y="126491"/>
                </a:lnTo>
                <a:lnTo>
                  <a:pt x="102854" y="126639"/>
                </a:lnTo>
                <a:lnTo>
                  <a:pt x="103796" y="126800"/>
                </a:lnTo>
                <a:lnTo>
                  <a:pt x="104725" y="126976"/>
                </a:lnTo>
                <a:lnTo>
                  <a:pt x="105640" y="127166"/>
                </a:lnTo>
                <a:lnTo>
                  <a:pt x="106542" y="127369"/>
                </a:lnTo>
                <a:lnTo>
                  <a:pt x="107431" y="127587"/>
                </a:lnTo>
                <a:lnTo>
                  <a:pt x="108306" y="127819"/>
                </a:lnTo>
                <a:lnTo>
                  <a:pt x="109168" y="128064"/>
                </a:lnTo>
                <a:lnTo>
                  <a:pt x="110017" y="128324"/>
                </a:lnTo>
                <a:lnTo>
                  <a:pt x="110852" y="128598"/>
                </a:lnTo>
                <a:lnTo>
                  <a:pt x="111674" y="128886"/>
                </a:lnTo>
                <a:lnTo>
                  <a:pt x="112483" y="129188"/>
                </a:lnTo>
                <a:lnTo>
                  <a:pt x="113278" y="129504"/>
                </a:lnTo>
                <a:lnTo>
                  <a:pt x="114060" y="129834"/>
                </a:lnTo>
                <a:lnTo>
                  <a:pt x="114836" y="130176"/>
                </a:lnTo>
                <a:lnTo>
                  <a:pt x="115596" y="130530"/>
                </a:lnTo>
                <a:lnTo>
                  <a:pt x="116341" y="130894"/>
                </a:lnTo>
                <a:lnTo>
                  <a:pt x="117071" y="131269"/>
                </a:lnTo>
                <a:lnTo>
                  <a:pt x="117785" y="131655"/>
                </a:lnTo>
                <a:lnTo>
                  <a:pt x="118484" y="132052"/>
                </a:lnTo>
                <a:lnTo>
                  <a:pt x="119167" y="132460"/>
                </a:lnTo>
                <a:lnTo>
                  <a:pt x="119835" y="132879"/>
                </a:lnTo>
                <a:lnTo>
                  <a:pt x="120487" y="133308"/>
                </a:lnTo>
                <a:lnTo>
                  <a:pt x="121124" y="133749"/>
                </a:lnTo>
                <a:lnTo>
                  <a:pt x="121745" y="134200"/>
                </a:lnTo>
                <a:lnTo>
                  <a:pt x="122351" y="134662"/>
                </a:lnTo>
                <a:lnTo>
                  <a:pt x="122942" y="135135"/>
                </a:lnTo>
                <a:lnTo>
                  <a:pt x="123517" y="135619"/>
                </a:lnTo>
                <a:lnTo>
                  <a:pt x="124077" y="136114"/>
                </a:lnTo>
                <a:lnTo>
                  <a:pt x="124621" y="136620"/>
                </a:lnTo>
                <a:lnTo>
                  <a:pt x="125149" y="137137"/>
                </a:lnTo>
                <a:lnTo>
                  <a:pt x="125663" y="137664"/>
                </a:lnTo>
                <a:lnTo>
                  <a:pt x="126161" y="138202"/>
                </a:lnTo>
                <a:lnTo>
                  <a:pt x="126643" y="138752"/>
                </a:lnTo>
                <a:lnTo>
                  <a:pt x="127110" y="139312"/>
                </a:lnTo>
                <a:lnTo>
                  <a:pt x="127562" y="139883"/>
                </a:lnTo>
                <a:lnTo>
                  <a:pt x="127998" y="140465"/>
                </a:lnTo>
                <a:lnTo>
                  <a:pt x="128418" y="141058"/>
                </a:lnTo>
                <a:lnTo>
                  <a:pt x="128822" y="141660"/>
                </a:lnTo>
                <a:lnTo>
                  <a:pt x="129209" y="142270"/>
                </a:lnTo>
                <a:lnTo>
                  <a:pt x="129578" y="142887"/>
                </a:lnTo>
                <a:lnTo>
                  <a:pt x="129929" y="143513"/>
                </a:lnTo>
                <a:lnTo>
                  <a:pt x="130263" y="144146"/>
                </a:lnTo>
                <a:lnTo>
                  <a:pt x="130580" y="144786"/>
                </a:lnTo>
                <a:lnTo>
                  <a:pt x="130878" y="145435"/>
                </a:lnTo>
                <a:lnTo>
                  <a:pt x="131160" y="146091"/>
                </a:lnTo>
                <a:lnTo>
                  <a:pt x="131423" y="146755"/>
                </a:lnTo>
                <a:lnTo>
                  <a:pt x="131669" y="147427"/>
                </a:lnTo>
                <a:lnTo>
                  <a:pt x="131898" y="148106"/>
                </a:lnTo>
                <a:lnTo>
                  <a:pt x="132109" y="148793"/>
                </a:lnTo>
                <a:lnTo>
                  <a:pt x="132302" y="149488"/>
                </a:lnTo>
                <a:lnTo>
                  <a:pt x="132478" y="150191"/>
                </a:lnTo>
                <a:lnTo>
                  <a:pt x="132637" y="150901"/>
                </a:lnTo>
                <a:lnTo>
                  <a:pt x="132777" y="151619"/>
                </a:lnTo>
                <a:lnTo>
                  <a:pt x="132901" y="152345"/>
                </a:lnTo>
                <a:lnTo>
                  <a:pt x="133006" y="153078"/>
                </a:lnTo>
                <a:lnTo>
                  <a:pt x="133095" y="153819"/>
                </a:lnTo>
                <a:lnTo>
                  <a:pt x="133165" y="154568"/>
                </a:lnTo>
                <a:lnTo>
                  <a:pt x="133218" y="155325"/>
                </a:lnTo>
                <a:lnTo>
                  <a:pt x="133254" y="156089"/>
                </a:lnTo>
                <a:lnTo>
                  <a:pt x="133271" y="156861"/>
                </a:lnTo>
                <a:lnTo>
                  <a:pt x="133272" y="157641"/>
                </a:lnTo>
                <a:lnTo>
                  <a:pt x="133272" y="158396"/>
                </a:lnTo>
                <a:lnTo>
                  <a:pt x="133254" y="159143"/>
                </a:lnTo>
                <a:lnTo>
                  <a:pt x="133220" y="159883"/>
                </a:lnTo>
                <a:lnTo>
                  <a:pt x="133168" y="160615"/>
                </a:lnTo>
                <a:lnTo>
                  <a:pt x="133099" y="161341"/>
                </a:lnTo>
                <a:lnTo>
                  <a:pt x="133013" y="162058"/>
                </a:lnTo>
                <a:lnTo>
                  <a:pt x="132909" y="162769"/>
                </a:lnTo>
                <a:lnTo>
                  <a:pt x="132789" y="163472"/>
                </a:lnTo>
                <a:lnTo>
                  <a:pt x="132651" y="164168"/>
                </a:lnTo>
                <a:lnTo>
                  <a:pt x="132496" y="164856"/>
                </a:lnTo>
                <a:lnTo>
                  <a:pt x="132324" y="165537"/>
                </a:lnTo>
                <a:lnTo>
                  <a:pt x="132134" y="166211"/>
                </a:lnTo>
                <a:lnTo>
                  <a:pt x="131928" y="166877"/>
                </a:lnTo>
                <a:lnTo>
                  <a:pt x="131704" y="167536"/>
                </a:lnTo>
                <a:lnTo>
                  <a:pt x="131463" y="168187"/>
                </a:lnTo>
                <a:lnTo>
                  <a:pt x="131205" y="168831"/>
                </a:lnTo>
                <a:lnTo>
                  <a:pt x="130929" y="169468"/>
                </a:lnTo>
                <a:lnTo>
                  <a:pt x="130636" y="170097"/>
                </a:lnTo>
                <a:lnTo>
                  <a:pt x="130327" y="170719"/>
                </a:lnTo>
                <a:lnTo>
                  <a:pt x="130000" y="171334"/>
                </a:lnTo>
                <a:lnTo>
                  <a:pt x="129655" y="171941"/>
                </a:lnTo>
                <a:lnTo>
                  <a:pt x="129294" y="172541"/>
                </a:lnTo>
                <a:lnTo>
                  <a:pt x="128915" y="173133"/>
                </a:lnTo>
                <a:lnTo>
                  <a:pt x="128519" y="173719"/>
                </a:lnTo>
                <a:lnTo>
                  <a:pt x="128108" y="174295"/>
                </a:lnTo>
                <a:lnTo>
                  <a:pt x="127684" y="174860"/>
                </a:lnTo>
                <a:lnTo>
                  <a:pt x="127247" y="175415"/>
                </a:lnTo>
                <a:lnTo>
                  <a:pt x="126798" y="175960"/>
                </a:lnTo>
                <a:lnTo>
                  <a:pt x="126335" y="176494"/>
                </a:lnTo>
                <a:lnTo>
                  <a:pt x="125859" y="177017"/>
                </a:lnTo>
                <a:lnTo>
                  <a:pt x="125370" y="177530"/>
                </a:lnTo>
                <a:lnTo>
                  <a:pt x="124868" y="178033"/>
                </a:lnTo>
                <a:lnTo>
                  <a:pt x="124353" y="178525"/>
                </a:lnTo>
                <a:lnTo>
                  <a:pt x="123825" y="179006"/>
                </a:lnTo>
                <a:lnTo>
                  <a:pt x="123284" y="179477"/>
                </a:lnTo>
                <a:lnTo>
                  <a:pt x="122730" y="179937"/>
                </a:lnTo>
                <a:lnTo>
                  <a:pt x="122164" y="180387"/>
                </a:lnTo>
                <a:lnTo>
                  <a:pt x="121584" y="180826"/>
                </a:lnTo>
                <a:lnTo>
                  <a:pt x="120991" y="181255"/>
                </a:lnTo>
                <a:lnTo>
                  <a:pt x="120385" y="181673"/>
                </a:lnTo>
                <a:lnTo>
                  <a:pt x="119766" y="182081"/>
                </a:lnTo>
                <a:lnTo>
                  <a:pt x="119134" y="182478"/>
                </a:lnTo>
                <a:lnTo>
                  <a:pt x="118490" y="182864"/>
                </a:lnTo>
                <a:lnTo>
                  <a:pt x="117832" y="183240"/>
                </a:lnTo>
                <a:lnTo>
                  <a:pt x="117161" y="183606"/>
                </a:lnTo>
                <a:lnTo>
                  <a:pt x="116477" y="183961"/>
                </a:lnTo>
                <a:lnTo>
                  <a:pt x="115781" y="184305"/>
                </a:lnTo>
                <a:lnTo>
                  <a:pt x="115071" y="184639"/>
                </a:lnTo>
                <a:lnTo>
                  <a:pt x="114350" y="184953"/>
                </a:lnTo>
                <a:lnTo>
                  <a:pt x="113621" y="185253"/>
                </a:lnTo>
                <a:lnTo>
                  <a:pt x="112883" y="185540"/>
                </a:lnTo>
                <a:lnTo>
                  <a:pt x="112136" y="185813"/>
                </a:lnTo>
                <a:lnTo>
                  <a:pt x="111380" y="186073"/>
                </a:lnTo>
                <a:lnTo>
                  <a:pt x="110615" y="186320"/>
                </a:lnTo>
                <a:lnTo>
                  <a:pt x="109842" y="186554"/>
                </a:lnTo>
                <a:lnTo>
                  <a:pt x="109060" y="186774"/>
                </a:lnTo>
                <a:lnTo>
                  <a:pt x="108269" y="186981"/>
                </a:lnTo>
                <a:lnTo>
                  <a:pt x="107470" y="187174"/>
                </a:lnTo>
                <a:lnTo>
                  <a:pt x="106661" y="187354"/>
                </a:lnTo>
                <a:lnTo>
                  <a:pt x="105844" y="187521"/>
                </a:lnTo>
                <a:lnTo>
                  <a:pt x="105018" y="187674"/>
                </a:lnTo>
                <a:lnTo>
                  <a:pt x="104183" y="187814"/>
                </a:lnTo>
                <a:lnTo>
                  <a:pt x="103340" y="187941"/>
                </a:lnTo>
                <a:lnTo>
                  <a:pt x="102487" y="188055"/>
                </a:lnTo>
                <a:lnTo>
                  <a:pt x="101626" y="188155"/>
                </a:lnTo>
                <a:lnTo>
                  <a:pt x="100756" y="188241"/>
                </a:lnTo>
                <a:lnTo>
                  <a:pt x="99878" y="188315"/>
                </a:lnTo>
                <a:lnTo>
                  <a:pt x="98990" y="188375"/>
                </a:lnTo>
                <a:lnTo>
                  <a:pt x="98094" y="188422"/>
                </a:lnTo>
                <a:lnTo>
                  <a:pt x="97189" y="188455"/>
                </a:lnTo>
                <a:lnTo>
                  <a:pt x="96276" y="188475"/>
                </a:lnTo>
                <a:lnTo>
                  <a:pt x="95353" y="188482"/>
                </a:lnTo>
                <a:lnTo>
                  <a:pt x="94489" y="188476"/>
                </a:lnTo>
                <a:lnTo>
                  <a:pt x="93631" y="188458"/>
                </a:lnTo>
                <a:lnTo>
                  <a:pt x="92781" y="188428"/>
                </a:lnTo>
                <a:lnTo>
                  <a:pt x="91938" y="188386"/>
                </a:lnTo>
                <a:lnTo>
                  <a:pt x="91101" y="188332"/>
                </a:lnTo>
                <a:lnTo>
                  <a:pt x="90272" y="188267"/>
                </a:lnTo>
                <a:lnTo>
                  <a:pt x="89450" y="188189"/>
                </a:lnTo>
                <a:lnTo>
                  <a:pt x="88634" y="188100"/>
                </a:lnTo>
                <a:lnTo>
                  <a:pt x="87826" y="187998"/>
                </a:lnTo>
                <a:lnTo>
                  <a:pt x="87025" y="187885"/>
                </a:lnTo>
                <a:lnTo>
                  <a:pt x="86231" y="187759"/>
                </a:lnTo>
                <a:lnTo>
                  <a:pt x="85444" y="187622"/>
                </a:lnTo>
                <a:lnTo>
                  <a:pt x="84663" y="187473"/>
                </a:lnTo>
                <a:lnTo>
                  <a:pt x="83890" y="187312"/>
                </a:lnTo>
                <a:lnTo>
                  <a:pt x="83124" y="187139"/>
                </a:lnTo>
                <a:lnTo>
                  <a:pt x="82365" y="186954"/>
                </a:lnTo>
                <a:lnTo>
                  <a:pt x="81613" y="186757"/>
                </a:lnTo>
                <a:lnTo>
                  <a:pt x="80868" y="186548"/>
                </a:lnTo>
                <a:lnTo>
                  <a:pt x="80130" y="186327"/>
                </a:lnTo>
                <a:lnTo>
                  <a:pt x="79399" y="186094"/>
                </a:lnTo>
                <a:lnTo>
                  <a:pt x="78675" y="185849"/>
                </a:lnTo>
                <a:lnTo>
                  <a:pt x="77958" y="185593"/>
                </a:lnTo>
                <a:lnTo>
                  <a:pt x="77248" y="185324"/>
                </a:lnTo>
                <a:lnTo>
                  <a:pt x="76545" y="185044"/>
                </a:lnTo>
                <a:lnTo>
                  <a:pt x="75852" y="184752"/>
                </a:lnTo>
                <a:lnTo>
                  <a:pt x="75170" y="184452"/>
                </a:lnTo>
                <a:lnTo>
                  <a:pt x="74499" y="184141"/>
                </a:lnTo>
                <a:lnTo>
                  <a:pt x="73840" y="183822"/>
                </a:lnTo>
                <a:lnTo>
                  <a:pt x="73193" y="183493"/>
                </a:lnTo>
                <a:lnTo>
                  <a:pt x="72558" y="183154"/>
                </a:lnTo>
                <a:lnTo>
                  <a:pt x="71933" y="182806"/>
                </a:lnTo>
                <a:lnTo>
                  <a:pt x="71321" y="182448"/>
                </a:lnTo>
                <a:lnTo>
                  <a:pt x="70720" y="182081"/>
                </a:lnTo>
                <a:lnTo>
                  <a:pt x="70131" y="181705"/>
                </a:lnTo>
                <a:lnTo>
                  <a:pt x="69553" y="181319"/>
                </a:lnTo>
                <a:lnTo>
                  <a:pt x="68987" y="180923"/>
                </a:lnTo>
                <a:lnTo>
                  <a:pt x="68432" y="180518"/>
                </a:lnTo>
                <a:lnTo>
                  <a:pt x="67889" y="180104"/>
                </a:lnTo>
                <a:lnTo>
                  <a:pt x="67358" y="179680"/>
                </a:lnTo>
                <a:lnTo>
                  <a:pt x="66838" y="179246"/>
                </a:lnTo>
                <a:lnTo>
                  <a:pt x="66330" y="178803"/>
                </a:lnTo>
                <a:lnTo>
                  <a:pt x="65833" y="178351"/>
                </a:lnTo>
                <a:lnTo>
                  <a:pt x="65348" y="177889"/>
                </a:lnTo>
                <a:lnTo>
                  <a:pt x="64875" y="177418"/>
                </a:lnTo>
                <a:lnTo>
                  <a:pt x="64413" y="176937"/>
                </a:lnTo>
                <a:lnTo>
                  <a:pt x="63963" y="176447"/>
                </a:lnTo>
                <a:lnTo>
                  <a:pt x="63524" y="175947"/>
                </a:lnTo>
                <a:lnTo>
                  <a:pt x="63097" y="175438"/>
                </a:lnTo>
                <a:lnTo>
                  <a:pt x="62683" y="174911"/>
                </a:lnTo>
                <a:lnTo>
                  <a:pt x="62286" y="174378"/>
                </a:lnTo>
                <a:lnTo>
                  <a:pt x="61904" y="173837"/>
                </a:lnTo>
                <a:lnTo>
                  <a:pt x="61538" y="173289"/>
                </a:lnTo>
                <a:lnTo>
                  <a:pt x="61188" y="172733"/>
                </a:lnTo>
                <a:lnTo>
                  <a:pt x="60853" y="172170"/>
                </a:lnTo>
                <a:lnTo>
                  <a:pt x="60535" y="171600"/>
                </a:lnTo>
                <a:lnTo>
                  <a:pt x="60232" y="171022"/>
                </a:lnTo>
                <a:lnTo>
                  <a:pt x="59945" y="170437"/>
                </a:lnTo>
                <a:lnTo>
                  <a:pt x="59674" y="169844"/>
                </a:lnTo>
                <a:lnTo>
                  <a:pt x="59418" y="169245"/>
                </a:lnTo>
                <a:lnTo>
                  <a:pt x="59179" y="168637"/>
                </a:lnTo>
                <a:lnTo>
                  <a:pt x="58955" y="168023"/>
                </a:lnTo>
                <a:lnTo>
                  <a:pt x="58747" y="167401"/>
                </a:lnTo>
                <a:lnTo>
                  <a:pt x="58554" y="166771"/>
                </a:lnTo>
                <a:lnTo>
                  <a:pt x="58378" y="166135"/>
                </a:lnTo>
                <a:lnTo>
                  <a:pt x="58217" y="165491"/>
                </a:lnTo>
                <a:lnTo>
                  <a:pt x="58073" y="164839"/>
                </a:lnTo>
                <a:lnTo>
                  <a:pt x="57944" y="164180"/>
                </a:lnTo>
                <a:lnTo>
                  <a:pt x="57830" y="163514"/>
                </a:lnTo>
                <a:lnTo>
                  <a:pt x="57733" y="162841"/>
                </a:lnTo>
                <a:lnTo>
                  <a:pt x="57651" y="162160"/>
                </a:lnTo>
                <a:lnTo>
                  <a:pt x="57585" y="161471"/>
                </a:lnTo>
                <a:lnTo>
                  <a:pt x="57535" y="160776"/>
                </a:lnTo>
                <a:lnTo>
                  <a:pt x="19516" y="160776"/>
                </a:lnTo>
                <a:lnTo>
                  <a:pt x="19582" y="162226"/>
                </a:lnTo>
                <a:lnTo>
                  <a:pt x="19681" y="163662"/>
                </a:lnTo>
                <a:lnTo>
                  <a:pt x="19811" y="165084"/>
                </a:lnTo>
                <a:lnTo>
                  <a:pt x="19973" y="166491"/>
                </a:lnTo>
                <a:lnTo>
                  <a:pt x="20168" y="167884"/>
                </a:lnTo>
                <a:lnTo>
                  <a:pt x="20394" y="169263"/>
                </a:lnTo>
                <a:lnTo>
                  <a:pt x="20652" y="170627"/>
                </a:lnTo>
                <a:lnTo>
                  <a:pt x="20942" y="171977"/>
                </a:lnTo>
                <a:lnTo>
                  <a:pt x="21265" y="173312"/>
                </a:lnTo>
                <a:lnTo>
                  <a:pt x="21619" y="174633"/>
                </a:lnTo>
                <a:lnTo>
                  <a:pt x="22005" y="175940"/>
                </a:lnTo>
                <a:lnTo>
                  <a:pt x="22423" y="177232"/>
                </a:lnTo>
                <a:lnTo>
                  <a:pt x="22873" y="178510"/>
                </a:lnTo>
                <a:lnTo>
                  <a:pt x="23354" y="179774"/>
                </a:lnTo>
                <a:lnTo>
                  <a:pt x="23868" y="181023"/>
                </a:lnTo>
                <a:lnTo>
                  <a:pt x="24414" y="182257"/>
                </a:lnTo>
                <a:lnTo>
                  <a:pt x="24992" y="183478"/>
                </a:lnTo>
                <a:lnTo>
                  <a:pt x="25601" y="184683"/>
                </a:lnTo>
                <a:lnTo>
                  <a:pt x="26243" y="185875"/>
                </a:lnTo>
                <a:lnTo>
                  <a:pt x="26917" y="187052"/>
                </a:lnTo>
                <a:lnTo>
                  <a:pt x="27622" y="188215"/>
                </a:lnTo>
                <a:lnTo>
                  <a:pt x="28360" y="189363"/>
                </a:lnTo>
                <a:lnTo>
                  <a:pt x="29129" y="190497"/>
                </a:lnTo>
                <a:lnTo>
                  <a:pt x="29931" y="191616"/>
                </a:lnTo>
                <a:lnTo>
                  <a:pt x="30760" y="192718"/>
                </a:lnTo>
                <a:lnTo>
                  <a:pt x="31614" y="193800"/>
                </a:lnTo>
                <a:lnTo>
                  <a:pt x="32493" y="194861"/>
                </a:lnTo>
                <a:lnTo>
                  <a:pt x="33397" y="195902"/>
                </a:lnTo>
                <a:lnTo>
                  <a:pt x="34325" y="196923"/>
                </a:lnTo>
                <a:lnTo>
                  <a:pt x="35277" y="197923"/>
                </a:lnTo>
                <a:lnTo>
                  <a:pt x="36254" y="198903"/>
                </a:lnTo>
                <a:lnTo>
                  <a:pt x="37256" y="199863"/>
                </a:lnTo>
                <a:lnTo>
                  <a:pt x="38282" y="200802"/>
                </a:lnTo>
                <a:lnTo>
                  <a:pt x="39333" y="201721"/>
                </a:lnTo>
                <a:lnTo>
                  <a:pt x="40408" y="202619"/>
                </a:lnTo>
                <a:lnTo>
                  <a:pt x="41508" y="203497"/>
                </a:lnTo>
                <a:lnTo>
                  <a:pt x="42633" y="204355"/>
                </a:lnTo>
                <a:lnTo>
                  <a:pt x="43782" y="205192"/>
                </a:lnTo>
                <a:lnTo>
                  <a:pt x="44956" y="206010"/>
                </a:lnTo>
                <a:lnTo>
                  <a:pt x="46154" y="206806"/>
                </a:lnTo>
                <a:lnTo>
                  <a:pt x="47377" y="207582"/>
                </a:lnTo>
                <a:lnTo>
                  <a:pt x="48624" y="208338"/>
                </a:lnTo>
                <a:lnTo>
                  <a:pt x="49897" y="209074"/>
                </a:lnTo>
                <a:lnTo>
                  <a:pt x="51193" y="209789"/>
                </a:lnTo>
                <a:lnTo>
                  <a:pt x="52514" y="210484"/>
                </a:lnTo>
                <a:lnTo>
                  <a:pt x="53860" y="211158"/>
                </a:lnTo>
                <a:lnTo>
                  <a:pt x="55230" y="211812"/>
                </a:lnTo>
                <a:lnTo>
                  <a:pt x="56625" y="212446"/>
                </a:lnTo>
                <a:lnTo>
                  <a:pt x="58049" y="213057"/>
                </a:lnTo>
                <a:lnTo>
                  <a:pt x="59490" y="213641"/>
                </a:lnTo>
                <a:lnTo>
                  <a:pt x="60948" y="214200"/>
                </a:lnTo>
                <a:lnTo>
                  <a:pt x="62423" y="214733"/>
                </a:lnTo>
                <a:lnTo>
                  <a:pt x="63914" y="215239"/>
                </a:lnTo>
                <a:lnTo>
                  <a:pt x="65423" y="215720"/>
                </a:lnTo>
                <a:lnTo>
                  <a:pt x="66948" y="216175"/>
                </a:lnTo>
                <a:lnTo>
                  <a:pt x="68490" y="216603"/>
                </a:lnTo>
                <a:lnTo>
                  <a:pt x="70049" y="217006"/>
                </a:lnTo>
                <a:lnTo>
                  <a:pt x="71624" y="217383"/>
                </a:lnTo>
                <a:lnTo>
                  <a:pt x="73217" y="217733"/>
                </a:lnTo>
                <a:lnTo>
                  <a:pt x="74826" y="218058"/>
                </a:lnTo>
                <a:lnTo>
                  <a:pt x="76453" y="218357"/>
                </a:lnTo>
                <a:lnTo>
                  <a:pt x="78096" y="218630"/>
                </a:lnTo>
                <a:lnTo>
                  <a:pt x="79756" y="218877"/>
                </a:lnTo>
                <a:lnTo>
                  <a:pt x="81433" y="219097"/>
                </a:lnTo>
                <a:lnTo>
                  <a:pt x="83126" y="219292"/>
                </a:lnTo>
                <a:lnTo>
                  <a:pt x="84837" y="219461"/>
                </a:lnTo>
                <a:lnTo>
                  <a:pt x="86564" y="219604"/>
                </a:lnTo>
                <a:lnTo>
                  <a:pt x="88309" y="219721"/>
                </a:lnTo>
                <a:lnTo>
                  <a:pt x="90070" y="219812"/>
                </a:lnTo>
                <a:lnTo>
                  <a:pt x="91848" y="219877"/>
                </a:lnTo>
                <a:lnTo>
                  <a:pt x="93642" y="219916"/>
                </a:lnTo>
                <a:lnTo>
                  <a:pt x="95454" y="219929"/>
                </a:lnTo>
                <a:lnTo>
                  <a:pt x="97299" y="219915"/>
                </a:lnTo>
                <a:lnTo>
                  <a:pt x="99127" y="219875"/>
                </a:lnTo>
                <a:lnTo>
                  <a:pt x="100937" y="219807"/>
                </a:lnTo>
                <a:lnTo>
                  <a:pt x="102729" y="219713"/>
                </a:lnTo>
                <a:lnTo>
                  <a:pt x="104504" y="219591"/>
                </a:lnTo>
                <a:close/>
                <a:moveTo>
                  <a:pt x="471887" y="216558"/>
                </a:moveTo>
                <a:lnTo>
                  <a:pt x="474342" y="216320"/>
                </a:lnTo>
                <a:lnTo>
                  <a:pt x="476765" y="216040"/>
                </a:lnTo>
                <a:lnTo>
                  <a:pt x="479157" y="215716"/>
                </a:lnTo>
                <a:lnTo>
                  <a:pt x="481518" y="215349"/>
                </a:lnTo>
                <a:lnTo>
                  <a:pt x="483847" y="214938"/>
                </a:lnTo>
                <a:lnTo>
                  <a:pt x="486144" y="214485"/>
                </a:lnTo>
                <a:lnTo>
                  <a:pt x="488410" y="213988"/>
                </a:lnTo>
                <a:lnTo>
                  <a:pt x="490644" y="213448"/>
                </a:lnTo>
                <a:lnTo>
                  <a:pt x="492846" y="212865"/>
                </a:lnTo>
                <a:lnTo>
                  <a:pt x="495017" y="212239"/>
                </a:lnTo>
                <a:lnTo>
                  <a:pt x="497156" y="211570"/>
                </a:lnTo>
                <a:lnTo>
                  <a:pt x="499264" y="210857"/>
                </a:lnTo>
                <a:lnTo>
                  <a:pt x="501340" y="210102"/>
                </a:lnTo>
                <a:lnTo>
                  <a:pt x="503384" y="209303"/>
                </a:lnTo>
                <a:lnTo>
                  <a:pt x="505397" y="208461"/>
                </a:lnTo>
                <a:lnTo>
                  <a:pt x="507378" y="207575"/>
                </a:lnTo>
                <a:lnTo>
                  <a:pt x="509328" y="206647"/>
                </a:lnTo>
                <a:lnTo>
                  <a:pt x="511246" y="205675"/>
                </a:lnTo>
                <a:lnTo>
                  <a:pt x="513133" y="204660"/>
                </a:lnTo>
                <a:lnTo>
                  <a:pt x="514993" y="203605"/>
                </a:lnTo>
                <a:lnTo>
                  <a:pt x="516817" y="202512"/>
                </a:lnTo>
                <a:lnTo>
                  <a:pt x="518604" y="201382"/>
                </a:lnTo>
                <a:lnTo>
                  <a:pt x="520354" y="200214"/>
                </a:lnTo>
                <a:lnTo>
                  <a:pt x="522067" y="199008"/>
                </a:lnTo>
                <a:lnTo>
                  <a:pt x="523744" y="197765"/>
                </a:lnTo>
                <a:lnTo>
                  <a:pt x="525383" y="196485"/>
                </a:lnTo>
                <a:lnTo>
                  <a:pt x="526986" y="195166"/>
                </a:lnTo>
                <a:lnTo>
                  <a:pt x="528551" y="193811"/>
                </a:lnTo>
                <a:lnTo>
                  <a:pt x="530080" y="192417"/>
                </a:lnTo>
                <a:lnTo>
                  <a:pt x="531572" y="190986"/>
                </a:lnTo>
                <a:lnTo>
                  <a:pt x="533027" y="189518"/>
                </a:lnTo>
                <a:lnTo>
                  <a:pt x="534446" y="188012"/>
                </a:lnTo>
                <a:lnTo>
                  <a:pt x="535827" y="186468"/>
                </a:lnTo>
                <a:lnTo>
                  <a:pt x="537172" y="184887"/>
                </a:lnTo>
                <a:lnTo>
                  <a:pt x="538479" y="183268"/>
                </a:lnTo>
                <a:lnTo>
                  <a:pt x="539750" y="181612"/>
                </a:lnTo>
                <a:lnTo>
                  <a:pt x="540984" y="179918"/>
                </a:lnTo>
                <a:lnTo>
                  <a:pt x="542181" y="178187"/>
                </a:lnTo>
                <a:lnTo>
                  <a:pt x="543341" y="176418"/>
                </a:lnTo>
                <a:lnTo>
                  <a:pt x="544465" y="174611"/>
                </a:lnTo>
                <a:lnTo>
                  <a:pt x="545551" y="172767"/>
                </a:lnTo>
                <a:lnTo>
                  <a:pt x="546601" y="170885"/>
                </a:lnTo>
                <a:lnTo>
                  <a:pt x="547613" y="168966"/>
                </a:lnTo>
                <a:lnTo>
                  <a:pt x="548595" y="167012"/>
                </a:lnTo>
                <a:lnTo>
                  <a:pt x="549535" y="165027"/>
                </a:lnTo>
                <a:lnTo>
                  <a:pt x="550434" y="163010"/>
                </a:lnTo>
                <a:lnTo>
                  <a:pt x="551290" y="160961"/>
                </a:lnTo>
                <a:lnTo>
                  <a:pt x="552105" y="158881"/>
                </a:lnTo>
                <a:lnTo>
                  <a:pt x="552878" y="156769"/>
                </a:lnTo>
                <a:lnTo>
                  <a:pt x="553609" y="154625"/>
                </a:lnTo>
                <a:lnTo>
                  <a:pt x="554298" y="152450"/>
                </a:lnTo>
                <a:lnTo>
                  <a:pt x="554946" y="150244"/>
                </a:lnTo>
                <a:lnTo>
                  <a:pt x="555552" y="148005"/>
                </a:lnTo>
                <a:lnTo>
                  <a:pt x="556116" y="145736"/>
                </a:lnTo>
                <a:lnTo>
                  <a:pt x="556638" y="143434"/>
                </a:lnTo>
                <a:lnTo>
                  <a:pt x="557119" y="141101"/>
                </a:lnTo>
                <a:lnTo>
                  <a:pt x="557557" y="138736"/>
                </a:lnTo>
                <a:lnTo>
                  <a:pt x="557954" y="136340"/>
                </a:lnTo>
                <a:lnTo>
                  <a:pt x="558309" y="133912"/>
                </a:lnTo>
                <a:lnTo>
                  <a:pt x="558623" y="131453"/>
                </a:lnTo>
                <a:lnTo>
                  <a:pt x="558894" y="128962"/>
                </a:lnTo>
                <a:lnTo>
                  <a:pt x="559124" y="126439"/>
                </a:lnTo>
                <a:lnTo>
                  <a:pt x="559312" y="123885"/>
                </a:lnTo>
                <a:lnTo>
                  <a:pt x="559458" y="121299"/>
                </a:lnTo>
                <a:lnTo>
                  <a:pt x="559563" y="118682"/>
                </a:lnTo>
                <a:lnTo>
                  <a:pt x="559625" y="116032"/>
                </a:lnTo>
                <a:lnTo>
                  <a:pt x="559646" y="113352"/>
                </a:lnTo>
                <a:lnTo>
                  <a:pt x="559626" y="110680"/>
                </a:lnTo>
                <a:lnTo>
                  <a:pt x="559564" y="108039"/>
                </a:lnTo>
                <a:lnTo>
                  <a:pt x="559460" y="105430"/>
                </a:lnTo>
                <a:lnTo>
                  <a:pt x="559315" y="102853"/>
                </a:lnTo>
                <a:lnTo>
                  <a:pt x="559128" y="100307"/>
                </a:lnTo>
                <a:lnTo>
                  <a:pt x="558901" y="97793"/>
                </a:lnTo>
                <a:lnTo>
                  <a:pt x="558631" y="95310"/>
                </a:lnTo>
                <a:lnTo>
                  <a:pt x="558321" y="92859"/>
                </a:lnTo>
                <a:lnTo>
                  <a:pt x="557968" y="90439"/>
                </a:lnTo>
                <a:lnTo>
                  <a:pt x="557575" y="88052"/>
                </a:lnTo>
                <a:lnTo>
                  <a:pt x="557140" y="85695"/>
                </a:lnTo>
                <a:lnTo>
                  <a:pt x="556663" y="83371"/>
                </a:lnTo>
                <a:lnTo>
                  <a:pt x="556146" y="81078"/>
                </a:lnTo>
                <a:lnTo>
                  <a:pt x="555586" y="78816"/>
                </a:lnTo>
                <a:lnTo>
                  <a:pt x="554986" y="76586"/>
                </a:lnTo>
                <a:lnTo>
                  <a:pt x="554343" y="74388"/>
                </a:lnTo>
                <a:lnTo>
                  <a:pt x="553660" y="72222"/>
                </a:lnTo>
                <a:lnTo>
                  <a:pt x="552935" y="70087"/>
                </a:lnTo>
                <a:lnTo>
                  <a:pt x="552168" y="67983"/>
                </a:lnTo>
                <a:lnTo>
                  <a:pt x="551360" y="65911"/>
                </a:lnTo>
                <a:lnTo>
                  <a:pt x="550511" y="63871"/>
                </a:lnTo>
                <a:lnTo>
                  <a:pt x="549620" y="61862"/>
                </a:lnTo>
                <a:lnTo>
                  <a:pt x="548688" y="59885"/>
                </a:lnTo>
                <a:lnTo>
                  <a:pt x="547715" y="57940"/>
                </a:lnTo>
                <a:lnTo>
                  <a:pt x="546702" y="56029"/>
                </a:lnTo>
                <a:lnTo>
                  <a:pt x="545654" y="54156"/>
                </a:lnTo>
                <a:lnTo>
                  <a:pt x="544571" y="52320"/>
                </a:lnTo>
                <a:lnTo>
                  <a:pt x="543451" y="50522"/>
                </a:lnTo>
                <a:lnTo>
                  <a:pt x="542295" y="48761"/>
                </a:lnTo>
                <a:lnTo>
                  <a:pt x="541104" y="47038"/>
                </a:lnTo>
                <a:lnTo>
                  <a:pt x="539877" y="45353"/>
                </a:lnTo>
                <a:lnTo>
                  <a:pt x="538614" y="43705"/>
                </a:lnTo>
                <a:lnTo>
                  <a:pt x="537315" y="42095"/>
                </a:lnTo>
                <a:lnTo>
                  <a:pt x="535981" y="40522"/>
                </a:lnTo>
                <a:lnTo>
                  <a:pt x="534610" y="38987"/>
                </a:lnTo>
                <a:lnTo>
                  <a:pt x="533204" y="37489"/>
                </a:lnTo>
                <a:lnTo>
                  <a:pt x="531762" y="36029"/>
                </a:lnTo>
                <a:lnTo>
                  <a:pt x="530285" y="34606"/>
                </a:lnTo>
                <a:lnTo>
                  <a:pt x="528771" y="33222"/>
                </a:lnTo>
                <a:lnTo>
                  <a:pt x="527222" y="31874"/>
                </a:lnTo>
                <a:lnTo>
                  <a:pt x="525636" y="30564"/>
                </a:lnTo>
                <a:lnTo>
                  <a:pt x="524015" y="29292"/>
                </a:lnTo>
                <a:lnTo>
                  <a:pt x="522359" y="28058"/>
                </a:lnTo>
                <a:lnTo>
                  <a:pt x="520666" y="26861"/>
                </a:lnTo>
                <a:lnTo>
                  <a:pt x="518937" y="25701"/>
                </a:lnTo>
                <a:lnTo>
                  <a:pt x="517173" y="24579"/>
                </a:lnTo>
                <a:lnTo>
                  <a:pt x="515373" y="23495"/>
                </a:lnTo>
                <a:lnTo>
                  <a:pt x="513537" y="22448"/>
                </a:lnTo>
                <a:lnTo>
                  <a:pt x="511677" y="21433"/>
                </a:lnTo>
                <a:lnTo>
                  <a:pt x="509786" y="20461"/>
                </a:lnTo>
                <a:lnTo>
                  <a:pt x="507865" y="19533"/>
                </a:lnTo>
                <a:lnTo>
                  <a:pt x="505914" y="18648"/>
                </a:lnTo>
                <a:lnTo>
                  <a:pt x="503933" y="17806"/>
                </a:lnTo>
                <a:lnTo>
                  <a:pt x="501921" y="17007"/>
                </a:lnTo>
                <a:lnTo>
                  <a:pt x="499880" y="16251"/>
                </a:lnTo>
                <a:lnTo>
                  <a:pt x="497808" y="15538"/>
                </a:lnTo>
                <a:lnTo>
                  <a:pt x="495706" y="14869"/>
                </a:lnTo>
                <a:lnTo>
                  <a:pt x="493574" y="14243"/>
                </a:lnTo>
                <a:lnTo>
                  <a:pt x="491411" y="13660"/>
                </a:lnTo>
                <a:lnTo>
                  <a:pt x="489219" y="13120"/>
                </a:lnTo>
                <a:lnTo>
                  <a:pt x="486996" y="12623"/>
                </a:lnTo>
                <a:lnTo>
                  <a:pt x="484743" y="12170"/>
                </a:lnTo>
                <a:lnTo>
                  <a:pt x="482460" y="11760"/>
                </a:lnTo>
                <a:lnTo>
                  <a:pt x="480146" y="11392"/>
                </a:lnTo>
                <a:lnTo>
                  <a:pt x="477803" y="11069"/>
                </a:lnTo>
                <a:lnTo>
                  <a:pt x="475429" y="10788"/>
                </a:lnTo>
                <a:lnTo>
                  <a:pt x="473025" y="10550"/>
                </a:lnTo>
                <a:lnTo>
                  <a:pt x="470591" y="10356"/>
                </a:lnTo>
                <a:lnTo>
                  <a:pt x="468126" y="10205"/>
                </a:lnTo>
                <a:lnTo>
                  <a:pt x="465632" y="10097"/>
                </a:lnTo>
                <a:lnTo>
                  <a:pt x="463107" y="10032"/>
                </a:lnTo>
                <a:lnTo>
                  <a:pt x="460552" y="10011"/>
                </a:lnTo>
                <a:lnTo>
                  <a:pt x="388961" y="10011"/>
                </a:lnTo>
                <a:lnTo>
                  <a:pt x="388961" y="217098"/>
                </a:lnTo>
                <a:lnTo>
                  <a:pt x="459136" y="217098"/>
                </a:lnTo>
                <a:lnTo>
                  <a:pt x="461750" y="217076"/>
                </a:lnTo>
                <a:lnTo>
                  <a:pt x="464331" y="217011"/>
                </a:lnTo>
                <a:lnTo>
                  <a:pt x="466881" y="216903"/>
                </a:lnTo>
                <a:lnTo>
                  <a:pt x="469400" y="216752"/>
                </a:lnTo>
                <a:lnTo>
                  <a:pt x="471887" y="216558"/>
                </a:lnTo>
                <a:close/>
                <a:moveTo>
                  <a:pt x="463579" y="42592"/>
                </a:moveTo>
                <a:lnTo>
                  <a:pt x="465248" y="42688"/>
                </a:lnTo>
                <a:lnTo>
                  <a:pt x="466894" y="42811"/>
                </a:lnTo>
                <a:lnTo>
                  <a:pt x="468515" y="42962"/>
                </a:lnTo>
                <a:lnTo>
                  <a:pt x="470112" y="43140"/>
                </a:lnTo>
                <a:lnTo>
                  <a:pt x="471686" y="43345"/>
                </a:lnTo>
                <a:lnTo>
                  <a:pt x="473236" y="43578"/>
                </a:lnTo>
                <a:lnTo>
                  <a:pt x="474762" y="43838"/>
                </a:lnTo>
                <a:lnTo>
                  <a:pt x="476264" y="44126"/>
                </a:lnTo>
                <a:lnTo>
                  <a:pt x="477742" y="44441"/>
                </a:lnTo>
                <a:lnTo>
                  <a:pt x="479196" y="44783"/>
                </a:lnTo>
                <a:lnTo>
                  <a:pt x="480626" y="45153"/>
                </a:lnTo>
                <a:lnTo>
                  <a:pt x="482033" y="45550"/>
                </a:lnTo>
                <a:lnTo>
                  <a:pt x="483416" y="45974"/>
                </a:lnTo>
                <a:lnTo>
                  <a:pt x="484774" y="46426"/>
                </a:lnTo>
                <a:lnTo>
                  <a:pt x="486109" y="46906"/>
                </a:lnTo>
                <a:lnTo>
                  <a:pt x="487420" y="47412"/>
                </a:lnTo>
                <a:lnTo>
                  <a:pt x="488707" y="47946"/>
                </a:lnTo>
                <a:lnTo>
                  <a:pt x="489971" y="48508"/>
                </a:lnTo>
                <a:lnTo>
                  <a:pt x="491210" y="49096"/>
                </a:lnTo>
                <a:lnTo>
                  <a:pt x="492426" y="49713"/>
                </a:lnTo>
                <a:lnTo>
                  <a:pt x="493617" y="50356"/>
                </a:lnTo>
                <a:lnTo>
                  <a:pt x="494793" y="51019"/>
                </a:lnTo>
                <a:lnTo>
                  <a:pt x="495945" y="51709"/>
                </a:lnTo>
                <a:lnTo>
                  <a:pt x="497072" y="52427"/>
                </a:lnTo>
                <a:lnTo>
                  <a:pt x="498176" y="53173"/>
                </a:lnTo>
                <a:lnTo>
                  <a:pt x="499255" y="53947"/>
                </a:lnTo>
                <a:lnTo>
                  <a:pt x="500310" y="54748"/>
                </a:lnTo>
                <a:lnTo>
                  <a:pt x="501340" y="55578"/>
                </a:lnTo>
                <a:lnTo>
                  <a:pt x="502347" y="56434"/>
                </a:lnTo>
                <a:lnTo>
                  <a:pt x="503329" y="57319"/>
                </a:lnTo>
                <a:lnTo>
                  <a:pt x="504287" y="58231"/>
                </a:lnTo>
                <a:lnTo>
                  <a:pt x="505221" y="59171"/>
                </a:lnTo>
                <a:lnTo>
                  <a:pt x="506130" y="60139"/>
                </a:lnTo>
                <a:lnTo>
                  <a:pt x="507016" y="61135"/>
                </a:lnTo>
                <a:lnTo>
                  <a:pt x="507877" y="62158"/>
                </a:lnTo>
                <a:lnTo>
                  <a:pt x="508714" y="63209"/>
                </a:lnTo>
                <a:lnTo>
                  <a:pt x="509526" y="64288"/>
                </a:lnTo>
                <a:lnTo>
                  <a:pt x="510315" y="65394"/>
                </a:lnTo>
                <a:lnTo>
                  <a:pt x="511079" y="66528"/>
                </a:lnTo>
                <a:lnTo>
                  <a:pt x="511819" y="67690"/>
                </a:lnTo>
                <a:lnTo>
                  <a:pt x="512534" y="68880"/>
                </a:lnTo>
                <a:lnTo>
                  <a:pt x="513226" y="70098"/>
                </a:lnTo>
                <a:lnTo>
                  <a:pt x="513893" y="71343"/>
                </a:lnTo>
                <a:lnTo>
                  <a:pt x="514536" y="72616"/>
                </a:lnTo>
                <a:lnTo>
                  <a:pt x="515155" y="73916"/>
                </a:lnTo>
                <a:lnTo>
                  <a:pt x="515749" y="75236"/>
                </a:lnTo>
                <a:lnTo>
                  <a:pt x="516318" y="76585"/>
                </a:lnTo>
                <a:lnTo>
                  <a:pt x="516861" y="77961"/>
                </a:lnTo>
                <a:lnTo>
                  <a:pt x="517380" y="79365"/>
                </a:lnTo>
                <a:lnTo>
                  <a:pt x="517873" y="80798"/>
                </a:lnTo>
                <a:lnTo>
                  <a:pt x="518340" y="82258"/>
                </a:lnTo>
                <a:lnTo>
                  <a:pt x="518783" y="83747"/>
                </a:lnTo>
                <a:lnTo>
                  <a:pt x="519200" y="85264"/>
                </a:lnTo>
                <a:lnTo>
                  <a:pt x="519592" y="86809"/>
                </a:lnTo>
                <a:lnTo>
                  <a:pt x="519958" y="88382"/>
                </a:lnTo>
                <a:lnTo>
                  <a:pt x="520299" y="89983"/>
                </a:lnTo>
                <a:lnTo>
                  <a:pt x="520615" y="91612"/>
                </a:lnTo>
                <a:lnTo>
                  <a:pt x="520906" y="93269"/>
                </a:lnTo>
                <a:lnTo>
                  <a:pt x="521171" y="94954"/>
                </a:lnTo>
                <a:lnTo>
                  <a:pt x="521412" y="96668"/>
                </a:lnTo>
                <a:lnTo>
                  <a:pt x="521626" y="98409"/>
                </a:lnTo>
                <a:lnTo>
                  <a:pt x="521816" y="100179"/>
                </a:lnTo>
                <a:lnTo>
                  <a:pt x="521980" y="101976"/>
                </a:lnTo>
                <a:lnTo>
                  <a:pt x="522119" y="103802"/>
                </a:lnTo>
                <a:lnTo>
                  <a:pt x="522233" y="105656"/>
                </a:lnTo>
                <a:lnTo>
                  <a:pt x="522322" y="107538"/>
                </a:lnTo>
                <a:lnTo>
                  <a:pt x="522385" y="109448"/>
                </a:lnTo>
                <a:lnTo>
                  <a:pt x="522423" y="111386"/>
                </a:lnTo>
                <a:lnTo>
                  <a:pt x="522435" y="113352"/>
                </a:lnTo>
                <a:lnTo>
                  <a:pt x="522423" y="115318"/>
                </a:lnTo>
                <a:lnTo>
                  <a:pt x="522385" y="117257"/>
                </a:lnTo>
                <a:lnTo>
                  <a:pt x="522322" y="119169"/>
                </a:lnTo>
                <a:lnTo>
                  <a:pt x="522233" y="121054"/>
                </a:lnTo>
                <a:lnTo>
                  <a:pt x="522119" y="122911"/>
                </a:lnTo>
                <a:lnTo>
                  <a:pt x="521980" y="124740"/>
                </a:lnTo>
                <a:lnTo>
                  <a:pt x="521816" y="126542"/>
                </a:lnTo>
                <a:lnTo>
                  <a:pt x="521626" y="128317"/>
                </a:lnTo>
                <a:lnTo>
                  <a:pt x="521412" y="130065"/>
                </a:lnTo>
                <a:lnTo>
                  <a:pt x="521171" y="131785"/>
                </a:lnTo>
                <a:lnTo>
                  <a:pt x="520906" y="133477"/>
                </a:lnTo>
                <a:lnTo>
                  <a:pt x="520615" y="135142"/>
                </a:lnTo>
                <a:lnTo>
                  <a:pt x="520299" y="136780"/>
                </a:lnTo>
                <a:lnTo>
                  <a:pt x="519958" y="138391"/>
                </a:lnTo>
                <a:lnTo>
                  <a:pt x="519592" y="139974"/>
                </a:lnTo>
                <a:lnTo>
                  <a:pt x="519200" y="141530"/>
                </a:lnTo>
                <a:lnTo>
                  <a:pt x="518783" y="143058"/>
                </a:lnTo>
                <a:lnTo>
                  <a:pt x="518340" y="144559"/>
                </a:lnTo>
                <a:lnTo>
                  <a:pt x="517873" y="146033"/>
                </a:lnTo>
                <a:lnTo>
                  <a:pt x="517380" y="147479"/>
                </a:lnTo>
                <a:lnTo>
                  <a:pt x="516861" y="148898"/>
                </a:lnTo>
                <a:lnTo>
                  <a:pt x="516318" y="150289"/>
                </a:lnTo>
                <a:lnTo>
                  <a:pt x="515749" y="151653"/>
                </a:lnTo>
                <a:lnTo>
                  <a:pt x="515155" y="152990"/>
                </a:lnTo>
                <a:lnTo>
                  <a:pt x="514536" y="154291"/>
                </a:lnTo>
                <a:lnTo>
                  <a:pt x="513892" y="155565"/>
                </a:lnTo>
                <a:lnTo>
                  <a:pt x="513223" y="156811"/>
                </a:lnTo>
                <a:lnTo>
                  <a:pt x="512529" y="158031"/>
                </a:lnTo>
                <a:lnTo>
                  <a:pt x="511810" y="159224"/>
                </a:lnTo>
                <a:lnTo>
                  <a:pt x="511066" y="160390"/>
                </a:lnTo>
                <a:lnTo>
                  <a:pt x="510297" y="161529"/>
                </a:lnTo>
                <a:lnTo>
                  <a:pt x="509504" y="162641"/>
                </a:lnTo>
                <a:lnTo>
                  <a:pt x="508685" y="163725"/>
                </a:lnTo>
                <a:lnTo>
                  <a:pt x="507842" y="164783"/>
                </a:lnTo>
                <a:lnTo>
                  <a:pt x="506973" y="165814"/>
                </a:lnTo>
                <a:lnTo>
                  <a:pt x="506080" y="166817"/>
                </a:lnTo>
                <a:lnTo>
                  <a:pt x="505161" y="167794"/>
                </a:lnTo>
                <a:lnTo>
                  <a:pt x="504218" y="168743"/>
                </a:lnTo>
                <a:lnTo>
                  <a:pt x="503250" y="169666"/>
                </a:lnTo>
                <a:lnTo>
                  <a:pt x="502257" y="170561"/>
                </a:lnTo>
                <a:lnTo>
                  <a:pt x="501239" y="171430"/>
                </a:lnTo>
                <a:lnTo>
                  <a:pt x="500196" y="172271"/>
                </a:lnTo>
                <a:lnTo>
                  <a:pt x="499128" y="173086"/>
                </a:lnTo>
                <a:lnTo>
                  <a:pt x="498035" y="173873"/>
                </a:lnTo>
                <a:lnTo>
                  <a:pt x="496918" y="174633"/>
                </a:lnTo>
                <a:lnTo>
                  <a:pt x="495775" y="175367"/>
                </a:lnTo>
                <a:lnTo>
                  <a:pt x="494607" y="176073"/>
                </a:lnTo>
                <a:lnTo>
                  <a:pt x="493415" y="176752"/>
                </a:lnTo>
                <a:lnTo>
                  <a:pt x="492197" y="177396"/>
                </a:lnTo>
                <a:lnTo>
                  <a:pt x="490955" y="178012"/>
                </a:lnTo>
                <a:lnTo>
                  <a:pt x="489688" y="178601"/>
                </a:lnTo>
                <a:lnTo>
                  <a:pt x="488396" y="179162"/>
                </a:lnTo>
                <a:lnTo>
                  <a:pt x="487078" y="179696"/>
                </a:lnTo>
                <a:lnTo>
                  <a:pt x="485736" y="180203"/>
                </a:lnTo>
                <a:lnTo>
                  <a:pt x="484369" y="180682"/>
                </a:lnTo>
                <a:lnTo>
                  <a:pt x="482977" y="181134"/>
                </a:lnTo>
                <a:lnTo>
                  <a:pt x="481561" y="181558"/>
                </a:lnTo>
                <a:lnTo>
                  <a:pt x="480119" y="181955"/>
                </a:lnTo>
                <a:lnTo>
                  <a:pt x="478652" y="182325"/>
                </a:lnTo>
                <a:lnTo>
                  <a:pt x="477160" y="182667"/>
                </a:lnTo>
                <a:lnTo>
                  <a:pt x="475644" y="182982"/>
                </a:lnTo>
                <a:lnTo>
                  <a:pt x="474102" y="183270"/>
                </a:lnTo>
                <a:lnTo>
                  <a:pt x="472536" y="183530"/>
                </a:lnTo>
                <a:lnTo>
                  <a:pt x="470945" y="183763"/>
                </a:lnTo>
                <a:lnTo>
                  <a:pt x="469328" y="183968"/>
                </a:lnTo>
                <a:lnTo>
                  <a:pt x="467687" y="184146"/>
                </a:lnTo>
                <a:lnTo>
                  <a:pt x="466021" y="184297"/>
                </a:lnTo>
                <a:lnTo>
                  <a:pt x="464330" y="184420"/>
                </a:lnTo>
                <a:lnTo>
                  <a:pt x="462614" y="184516"/>
                </a:lnTo>
                <a:lnTo>
                  <a:pt x="460873" y="184584"/>
                </a:lnTo>
                <a:lnTo>
                  <a:pt x="459107" y="184625"/>
                </a:lnTo>
                <a:lnTo>
                  <a:pt x="457316" y="184639"/>
                </a:lnTo>
                <a:lnTo>
                  <a:pt x="426476" y="184639"/>
                </a:lnTo>
                <a:lnTo>
                  <a:pt x="426476" y="42469"/>
                </a:lnTo>
                <a:lnTo>
                  <a:pt x="458429" y="42469"/>
                </a:lnTo>
                <a:lnTo>
                  <a:pt x="460169" y="42483"/>
                </a:lnTo>
                <a:lnTo>
                  <a:pt x="461886" y="42524"/>
                </a:lnTo>
                <a:lnTo>
                  <a:pt x="463579" y="42592"/>
                </a:lnTo>
                <a:close/>
                <a:moveTo>
                  <a:pt x="1283490" y="193576"/>
                </a:moveTo>
                <a:lnTo>
                  <a:pt x="1283754" y="194054"/>
                </a:lnTo>
                <a:lnTo>
                  <a:pt x="1284027" y="194535"/>
                </a:lnTo>
                <a:lnTo>
                  <a:pt x="1284307" y="195017"/>
                </a:lnTo>
                <a:lnTo>
                  <a:pt x="1284596" y="195503"/>
                </a:lnTo>
                <a:lnTo>
                  <a:pt x="1284893" y="195991"/>
                </a:lnTo>
                <a:lnTo>
                  <a:pt x="1285198" y="196481"/>
                </a:lnTo>
                <a:lnTo>
                  <a:pt x="1285511" y="196974"/>
                </a:lnTo>
                <a:lnTo>
                  <a:pt x="1285832" y="197469"/>
                </a:lnTo>
                <a:lnTo>
                  <a:pt x="1286161" y="197967"/>
                </a:lnTo>
                <a:lnTo>
                  <a:pt x="1286499" y="198467"/>
                </a:lnTo>
                <a:lnTo>
                  <a:pt x="1286844" y="198969"/>
                </a:lnTo>
                <a:lnTo>
                  <a:pt x="1287197" y="199474"/>
                </a:lnTo>
                <a:lnTo>
                  <a:pt x="1287559" y="199982"/>
                </a:lnTo>
                <a:lnTo>
                  <a:pt x="1287928" y="200492"/>
                </a:lnTo>
                <a:lnTo>
                  <a:pt x="1288306" y="201004"/>
                </a:lnTo>
                <a:lnTo>
                  <a:pt x="1288692" y="201519"/>
                </a:lnTo>
                <a:lnTo>
                  <a:pt x="1289085" y="202037"/>
                </a:lnTo>
                <a:lnTo>
                  <a:pt x="1289487" y="202556"/>
                </a:lnTo>
                <a:lnTo>
                  <a:pt x="1289897" y="203079"/>
                </a:lnTo>
                <a:lnTo>
                  <a:pt x="1290315" y="203603"/>
                </a:lnTo>
                <a:lnTo>
                  <a:pt x="1290741" y="204131"/>
                </a:lnTo>
                <a:lnTo>
                  <a:pt x="1291175" y="204660"/>
                </a:lnTo>
                <a:lnTo>
                  <a:pt x="1291628" y="205180"/>
                </a:lnTo>
                <a:lnTo>
                  <a:pt x="1292092" y="205692"/>
                </a:lnTo>
                <a:lnTo>
                  <a:pt x="1292569" y="206199"/>
                </a:lnTo>
                <a:lnTo>
                  <a:pt x="1293057" y="206699"/>
                </a:lnTo>
                <a:lnTo>
                  <a:pt x="1293557" y="207193"/>
                </a:lnTo>
                <a:lnTo>
                  <a:pt x="1294070" y="207681"/>
                </a:lnTo>
                <a:lnTo>
                  <a:pt x="1294594" y="208162"/>
                </a:lnTo>
                <a:lnTo>
                  <a:pt x="1295130" y="208637"/>
                </a:lnTo>
                <a:lnTo>
                  <a:pt x="1295678" y="209106"/>
                </a:lnTo>
                <a:lnTo>
                  <a:pt x="1296238" y="209569"/>
                </a:lnTo>
                <a:lnTo>
                  <a:pt x="1296810" y="210025"/>
                </a:lnTo>
                <a:lnTo>
                  <a:pt x="1297394" y="210474"/>
                </a:lnTo>
                <a:lnTo>
                  <a:pt x="1297990" y="210918"/>
                </a:lnTo>
                <a:lnTo>
                  <a:pt x="1298597" y="211355"/>
                </a:lnTo>
                <a:lnTo>
                  <a:pt x="1299217" y="211786"/>
                </a:lnTo>
                <a:lnTo>
                  <a:pt x="1299849" y="212210"/>
                </a:lnTo>
                <a:lnTo>
                  <a:pt x="1300492" y="212628"/>
                </a:lnTo>
                <a:lnTo>
                  <a:pt x="1301148" y="213040"/>
                </a:lnTo>
                <a:lnTo>
                  <a:pt x="1301815" y="213446"/>
                </a:lnTo>
                <a:lnTo>
                  <a:pt x="1302495" y="213845"/>
                </a:lnTo>
                <a:lnTo>
                  <a:pt x="1303186" y="214238"/>
                </a:lnTo>
                <a:lnTo>
                  <a:pt x="1303889" y="214624"/>
                </a:lnTo>
                <a:lnTo>
                  <a:pt x="1304604" y="215005"/>
                </a:lnTo>
                <a:lnTo>
                  <a:pt x="1305332" y="215379"/>
                </a:lnTo>
                <a:lnTo>
                  <a:pt x="1306073" y="215742"/>
                </a:lnTo>
                <a:lnTo>
                  <a:pt x="1306829" y="216089"/>
                </a:lnTo>
                <a:lnTo>
                  <a:pt x="1307602" y="216421"/>
                </a:lnTo>
                <a:lnTo>
                  <a:pt x="1308390" y="216738"/>
                </a:lnTo>
                <a:lnTo>
                  <a:pt x="1309195" y="217039"/>
                </a:lnTo>
                <a:lnTo>
                  <a:pt x="1310015" y="217325"/>
                </a:lnTo>
                <a:lnTo>
                  <a:pt x="1310850" y="217595"/>
                </a:lnTo>
                <a:lnTo>
                  <a:pt x="1311702" y="217850"/>
                </a:lnTo>
                <a:lnTo>
                  <a:pt x="1312569" y="218090"/>
                </a:lnTo>
                <a:lnTo>
                  <a:pt x="1313452" y="218314"/>
                </a:lnTo>
                <a:lnTo>
                  <a:pt x="1314351" y="218522"/>
                </a:lnTo>
                <a:lnTo>
                  <a:pt x="1315266" y="218715"/>
                </a:lnTo>
                <a:lnTo>
                  <a:pt x="1316197" y="218893"/>
                </a:lnTo>
                <a:lnTo>
                  <a:pt x="1317143" y="219055"/>
                </a:lnTo>
                <a:lnTo>
                  <a:pt x="1318105" y="219202"/>
                </a:lnTo>
                <a:lnTo>
                  <a:pt x="1319083" y="219333"/>
                </a:lnTo>
                <a:lnTo>
                  <a:pt x="1320077" y="219449"/>
                </a:lnTo>
                <a:lnTo>
                  <a:pt x="1321087" y="219550"/>
                </a:lnTo>
                <a:lnTo>
                  <a:pt x="1322112" y="219635"/>
                </a:lnTo>
                <a:lnTo>
                  <a:pt x="1323153" y="219704"/>
                </a:lnTo>
                <a:lnTo>
                  <a:pt x="1324210" y="219758"/>
                </a:lnTo>
                <a:lnTo>
                  <a:pt x="1325283" y="219797"/>
                </a:lnTo>
                <a:lnTo>
                  <a:pt x="1326372" y="219820"/>
                </a:lnTo>
                <a:lnTo>
                  <a:pt x="1327476" y="219828"/>
                </a:lnTo>
                <a:lnTo>
                  <a:pt x="1328995" y="219811"/>
                </a:lnTo>
                <a:lnTo>
                  <a:pt x="1330500" y="219762"/>
                </a:lnTo>
                <a:lnTo>
                  <a:pt x="1331992" y="219681"/>
                </a:lnTo>
                <a:lnTo>
                  <a:pt x="1333470" y="219567"/>
                </a:lnTo>
                <a:lnTo>
                  <a:pt x="1334935" y="219420"/>
                </a:lnTo>
                <a:lnTo>
                  <a:pt x="1336387" y="219240"/>
                </a:lnTo>
                <a:lnTo>
                  <a:pt x="1337825" y="219028"/>
                </a:lnTo>
                <a:lnTo>
                  <a:pt x="1339251" y="218783"/>
                </a:lnTo>
                <a:lnTo>
                  <a:pt x="1340662" y="218505"/>
                </a:lnTo>
                <a:lnTo>
                  <a:pt x="1342061" y="218195"/>
                </a:lnTo>
                <a:lnTo>
                  <a:pt x="1343446" y="217852"/>
                </a:lnTo>
                <a:lnTo>
                  <a:pt x="1344818" y="217477"/>
                </a:lnTo>
                <a:lnTo>
                  <a:pt x="1346176" y="217069"/>
                </a:lnTo>
                <a:lnTo>
                  <a:pt x="1347521" y="216628"/>
                </a:lnTo>
                <a:lnTo>
                  <a:pt x="1348853" y="216154"/>
                </a:lnTo>
                <a:lnTo>
                  <a:pt x="1350171" y="215648"/>
                </a:lnTo>
                <a:lnTo>
                  <a:pt x="1351476" y="215109"/>
                </a:lnTo>
                <a:lnTo>
                  <a:pt x="1352768" y="214538"/>
                </a:lnTo>
                <a:lnTo>
                  <a:pt x="1354046" y="213934"/>
                </a:lnTo>
                <a:lnTo>
                  <a:pt x="1355311" y="213297"/>
                </a:lnTo>
                <a:lnTo>
                  <a:pt x="1356563" y="212628"/>
                </a:lnTo>
                <a:lnTo>
                  <a:pt x="1357801" y="211926"/>
                </a:lnTo>
                <a:lnTo>
                  <a:pt x="1359026" y="211191"/>
                </a:lnTo>
                <a:lnTo>
                  <a:pt x="1360238" y="210424"/>
                </a:lnTo>
                <a:lnTo>
                  <a:pt x="1361432" y="209625"/>
                </a:lnTo>
                <a:lnTo>
                  <a:pt x="1362606" y="208798"/>
                </a:lnTo>
                <a:lnTo>
                  <a:pt x="1363758" y="207940"/>
                </a:lnTo>
                <a:lnTo>
                  <a:pt x="1364889" y="207053"/>
                </a:lnTo>
                <a:lnTo>
                  <a:pt x="1366000" y="206137"/>
                </a:lnTo>
                <a:lnTo>
                  <a:pt x="1367089" y="205191"/>
                </a:lnTo>
                <a:lnTo>
                  <a:pt x="1368157" y="204216"/>
                </a:lnTo>
                <a:lnTo>
                  <a:pt x="1369204" y="203211"/>
                </a:lnTo>
                <a:lnTo>
                  <a:pt x="1370230" y="202177"/>
                </a:lnTo>
                <a:lnTo>
                  <a:pt x="1371234" y="201113"/>
                </a:lnTo>
                <a:lnTo>
                  <a:pt x="1372218" y="200019"/>
                </a:lnTo>
                <a:lnTo>
                  <a:pt x="1373181" y="198897"/>
                </a:lnTo>
                <a:lnTo>
                  <a:pt x="1374123" y="197744"/>
                </a:lnTo>
                <a:lnTo>
                  <a:pt x="1375043" y="196562"/>
                </a:lnTo>
                <a:lnTo>
                  <a:pt x="1375943" y="195351"/>
                </a:lnTo>
                <a:lnTo>
                  <a:pt x="1376821" y="194110"/>
                </a:lnTo>
                <a:lnTo>
                  <a:pt x="1377678" y="192840"/>
                </a:lnTo>
                <a:lnTo>
                  <a:pt x="1378515" y="191540"/>
                </a:lnTo>
                <a:lnTo>
                  <a:pt x="1379330" y="190211"/>
                </a:lnTo>
                <a:lnTo>
                  <a:pt x="1380124" y="188852"/>
                </a:lnTo>
                <a:lnTo>
                  <a:pt x="1380897" y="187464"/>
                </a:lnTo>
                <a:lnTo>
                  <a:pt x="1381649" y="186046"/>
                </a:lnTo>
                <a:lnTo>
                  <a:pt x="1382380" y="184599"/>
                </a:lnTo>
                <a:lnTo>
                  <a:pt x="1383090" y="183122"/>
                </a:lnTo>
                <a:lnTo>
                  <a:pt x="1383775" y="181618"/>
                </a:lnTo>
                <a:lnTo>
                  <a:pt x="1384431" y="180086"/>
                </a:lnTo>
                <a:lnTo>
                  <a:pt x="1385057" y="178528"/>
                </a:lnTo>
                <a:lnTo>
                  <a:pt x="1385655" y="176943"/>
                </a:lnTo>
                <a:lnTo>
                  <a:pt x="1386223" y="175331"/>
                </a:lnTo>
                <a:lnTo>
                  <a:pt x="1386762" y="173693"/>
                </a:lnTo>
                <a:lnTo>
                  <a:pt x="1387272" y="172028"/>
                </a:lnTo>
                <a:lnTo>
                  <a:pt x="1387753" y="170337"/>
                </a:lnTo>
                <a:lnTo>
                  <a:pt x="1388205" y="168618"/>
                </a:lnTo>
                <a:lnTo>
                  <a:pt x="1388627" y="166873"/>
                </a:lnTo>
                <a:lnTo>
                  <a:pt x="1389021" y="165102"/>
                </a:lnTo>
                <a:lnTo>
                  <a:pt x="1389385" y="163303"/>
                </a:lnTo>
                <a:lnTo>
                  <a:pt x="1389720" y="161478"/>
                </a:lnTo>
                <a:lnTo>
                  <a:pt x="1390026" y="159627"/>
                </a:lnTo>
                <a:lnTo>
                  <a:pt x="1390303" y="157748"/>
                </a:lnTo>
                <a:lnTo>
                  <a:pt x="1390551" y="155843"/>
                </a:lnTo>
                <a:lnTo>
                  <a:pt x="1390769" y="153912"/>
                </a:lnTo>
                <a:lnTo>
                  <a:pt x="1390959" y="151953"/>
                </a:lnTo>
                <a:lnTo>
                  <a:pt x="1391119" y="149968"/>
                </a:lnTo>
                <a:lnTo>
                  <a:pt x="1391250" y="147956"/>
                </a:lnTo>
                <a:lnTo>
                  <a:pt x="1391352" y="145918"/>
                </a:lnTo>
                <a:lnTo>
                  <a:pt x="1391425" y="143853"/>
                </a:lnTo>
                <a:lnTo>
                  <a:pt x="1391469" y="141761"/>
                </a:lnTo>
                <a:lnTo>
                  <a:pt x="1391483" y="139642"/>
                </a:lnTo>
                <a:lnTo>
                  <a:pt x="1391468" y="137499"/>
                </a:lnTo>
                <a:lnTo>
                  <a:pt x="1391423" y="135384"/>
                </a:lnTo>
                <a:lnTo>
                  <a:pt x="1391349" y="133297"/>
                </a:lnTo>
                <a:lnTo>
                  <a:pt x="1391244" y="131238"/>
                </a:lnTo>
                <a:lnTo>
                  <a:pt x="1391110" y="129208"/>
                </a:lnTo>
                <a:lnTo>
                  <a:pt x="1390946" y="127205"/>
                </a:lnTo>
                <a:lnTo>
                  <a:pt x="1390752" y="125230"/>
                </a:lnTo>
                <a:lnTo>
                  <a:pt x="1390528" y="123284"/>
                </a:lnTo>
                <a:lnTo>
                  <a:pt x="1390274" y="121365"/>
                </a:lnTo>
                <a:lnTo>
                  <a:pt x="1389991" y="119475"/>
                </a:lnTo>
                <a:lnTo>
                  <a:pt x="1389678" y="117613"/>
                </a:lnTo>
                <a:lnTo>
                  <a:pt x="1389334" y="115779"/>
                </a:lnTo>
                <a:lnTo>
                  <a:pt x="1388961" y="113973"/>
                </a:lnTo>
                <a:lnTo>
                  <a:pt x="1388558" y="112195"/>
                </a:lnTo>
                <a:lnTo>
                  <a:pt x="1388126" y="110445"/>
                </a:lnTo>
                <a:lnTo>
                  <a:pt x="1387663" y="108723"/>
                </a:lnTo>
                <a:lnTo>
                  <a:pt x="1387171" y="107029"/>
                </a:lnTo>
                <a:lnTo>
                  <a:pt x="1386648" y="105364"/>
                </a:lnTo>
                <a:lnTo>
                  <a:pt x="1386096" y="103726"/>
                </a:lnTo>
                <a:lnTo>
                  <a:pt x="1385514" y="102117"/>
                </a:lnTo>
                <a:lnTo>
                  <a:pt x="1384903" y="100535"/>
                </a:lnTo>
                <a:lnTo>
                  <a:pt x="1384261" y="98982"/>
                </a:lnTo>
                <a:lnTo>
                  <a:pt x="1383589" y="97457"/>
                </a:lnTo>
                <a:lnTo>
                  <a:pt x="1382888" y="95960"/>
                </a:lnTo>
                <a:lnTo>
                  <a:pt x="1382170" y="94484"/>
                </a:lnTo>
                <a:lnTo>
                  <a:pt x="1381430" y="93038"/>
                </a:lnTo>
                <a:lnTo>
                  <a:pt x="1380670" y="91623"/>
                </a:lnTo>
                <a:lnTo>
                  <a:pt x="1379888" y="90238"/>
                </a:lnTo>
                <a:lnTo>
                  <a:pt x="1379086" y="88884"/>
                </a:lnTo>
                <a:lnTo>
                  <a:pt x="1378262" y="87561"/>
                </a:lnTo>
                <a:lnTo>
                  <a:pt x="1377417" y="86268"/>
                </a:lnTo>
                <a:lnTo>
                  <a:pt x="1376551" y="85005"/>
                </a:lnTo>
                <a:lnTo>
                  <a:pt x="1375665" y="83774"/>
                </a:lnTo>
                <a:lnTo>
                  <a:pt x="1374757" y="82572"/>
                </a:lnTo>
                <a:lnTo>
                  <a:pt x="1373828" y="81402"/>
                </a:lnTo>
                <a:lnTo>
                  <a:pt x="1372878" y="80261"/>
                </a:lnTo>
                <a:lnTo>
                  <a:pt x="1371906" y="79152"/>
                </a:lnTo>
                <a:lnTo>
                  <a:pt x="1370914" y="78073"/>
                </a:lnTo>
                <a:lnTo>
                  <a:pt x="1369901" y="77024"/>
                </a:lnTo>
                <a:lnTo>
                  <a:pt x="1368867" y="76006"/>
                </a:lnTo>
                <a:lnTo>
                  <a:pt x="1367811" y="75019"/>
                </a:lnTo>
                <a:lnTo>
                  <a:pt x="1366735" y="74062"/>
                </a:lnTo>
                <a:lnTo>
                  <a:pt x="1365637" y="73135"/>
                </a:lnTo>
                <a:lnTo>
                  <a:pt x="1364519" y="72239"/>
                </a:lnTo>
                <a:lnTo>
                  <a:pt x="1363379" y="71374"/>
                </a:lnTo>
                <a:lnTo>
                  <a:pt x="1362218" y="70539"/>
                </a:lnTo>
                <a:lnTo>
                  <a:pt x="1361036" y="69735"/>
                </a:lnTo>
                <a:lnTo>
                  <a:pt x="1359834" y="68962"/>
                </a:lnTo>
                <a:lnTo>
                  <a:pt x="1358622" y="68211"/>
                </a:lnTo>
                <a:lnTo>
                  <a:pt x="1357399" y="67492"/>
                </a:lnTo>
                <a:lnTo>
                  <a:pt x="1356163" y="66805"/>
                </a:lnTo>
                <a:lnTo>
                  <a:pt x="1354915" y="66150"/>
                </a:lnTo>
                <a:lnTo>
                  <a:pt x="1353655" y="65527"/>
                </a:lnTo>
                <a:lnTo>
                  <a:pt x="1352382" y="64936"/>
                </a:lnTo>
                <a:lnTo>
                  <a:pt x="1351098" y="64377"/>
                </a:lnTo>
                <a:lnTo>
                  <a:pt x="1349800" y="63850"/>
                </a:lnTo>
                <a:lnTo>
                  <a:pt x="1348491" y="63354"/>
                </a:lnTo>
                <a:lnTo>
                  <a:pt x="1347169" y="62891"/>
                </a:lnTo>
                <a:lnTo>
                  <a:pt x="1345835" y="62460"/>
                </a:lnTo>
                <a:lnTo>
                  <a:pt x="1344489" y="62060"/>
                </a:lnTo>
                <a:lnTo>
                  <a:pt x="1343130" y="61693"/>
                </a:lnTo>
                <a:lnTo>
                  <a:pt x="1341760" y="61357"/>
                </a:lnTo>
                <a:lnTo>
                  <a:pt x="1340376" y="61054"/>
                </a:lnTo>
                <a:lnTo>
                  <a:pt x="1338981" y="60782"/>
                </a:lnTo>
                <a:lnTo>
                  <a:pt x="1337573" y="60543"/>
                </a:lnTo>
                <a:lnTo>
                  <a:pt x="1336153" y="60335"/>
                </a:lnTo>
                <a:lnTo>
                  <a:pt x="1334721" y="60159"/>
                </a:lnTo>
                <a:lnTo>
                  <a:pt x="1333276" y="60016"/>
                </a:lnTo>
                <a:lnTo>
                  <a:pt x="1331819" y="59904"/>
                </a:lnTo>
                <a:lnTo>
                  <a:pt x="1330350" y="59824"/>
                </a:lnTo>
                <a:lnTo>
                  <a:pt x="1328869" y="59776"/>
                </a:lnTo>
                <a:lnTo>
                  <a:pt x="1327375" y="59760"/>
                </a:lnTo>
                <a:lnTo>
                  <a:pt x="1326246" y="59768"/>
                </a:lnTo>
                <a:lnTo>
                  <a:pt x="1325134" y="59792"/>
                </a:lnTo>
                <a:lnTo>
                  <a:pt x="1324038" y="59833"/>
                </a:lnTo>
                <a:lnTo>
                  <a:pt x="1322960" y="59889"/>
                </a:lnTo>
                <a:lnTo>
                  <a:pt x="1321898" y="59962"/>
                </a:lnTo>
                <a:lnTo>
                  <a:pt x="1320853" y="60051"/>
                </a:lnTo>
                <a:lnTo>
                  <a:pt x="1319825" y="60156"/>
                </a:lnTo>
                <a:lnTo>
                  <a:pt x="1318814" y="60277"/>
                </a:lnTo>
                <a:lnTo>
                  <a:pt x="1317819" y="60414"/>
                </a:lnTo>
                <a:lnTo>
                  <a:pt x="1316842" y="60568"/>
                </a:lnTo>
                <a:lnTo>
                  <a:pt x="1315881" y="60737"/>
                </a:lnTo>
                <a:lnTo>
                  <a:pt x="1314938" y="60923"/>
                </a:lnTo>
                <a:lnTo>
                  <a:pt x="1314011" y="61125"/>
                </a:lnTo>
                <a:lnTo>
                  <a:pt x="1313101" y="61343"/>
                </a:lnTo>
                <a:lnTo>
                  <a:pt x="1312207" y="61577"/>
                </a:lnTo>
                <a:lnTo>
                  <a:pt x="1311331" y="61827"/>
                </a:lnTo>
                <a:lnTo>
                  <a:pt x="1310472" y="62094"/>
                </a:lnTo>
                <a:lnTo>
                  <a:pt x="1309629" y="62376"/>
                </a:lnTo>
                <a:lnTo>
                  <a:pt x="1308803" y="62675"/>
                </a:lnTo>
                <a:lnTo>
                  <a:pt x="1307994" y="62990"/>
                </a:lnTo>
                <a:lnTo>
                  <a:pt x="1307202" y="63321"/>
                </a:lnTo>
                <a:lnTo>
                  <a:pt x="1306427" y="63668"/>
                </a:lnTo>
                <a:lnTo>
                  <a:pt x="1305669" y="64032"/>
                </a:lnTo>
                <a:lnTo>
                  <a:pt x="1304927" y="64411"/>
                </a:lnTo>
                <a:lnTo>
                  <a:pt x="1304200" y="64794"/>
                </a:lnTo>
                <a:lnTo>
                  <a:pt x="1303486" y="65183"/>
                </a:lnTo>
                <a:lnTo>
                  <a:pt x="1302785" y="65579"/>
                </a:lnTo>
                <a:lnTo>
                  <a:pt x="1302096" y="65981"/>
                </a:lnTo>
                <a:lnTo>
                  <a:pt x="1301420" y="66391"/>
                </a:lnTo>
                <a:lnTo>
                  <a:pt x="1300756" y="66807"/>
                </a:lnTo>
                <a:lnTo>
                  <a:pt x="1300105" y="67229"/>
                </a:lnTo>
                <a:lnTo>
                  <a:pt x="1299467" y="67658"/>
                </a:lnTo>
                <a:lnTo>
                  <a:pt x="1298841" y="68094"/>
                </a:lnTo>
                <a:lnTo>
                  <a:pt x="1298228" y="68537"/>
                </a:lnTo>
                <a:lnTo>
                  <a:pt x="1297628" y="68986"/>
                </a:lnTo>
                <a:lnTo>
                  <a:pt x="1297040" y="69442"/>
                </a:lnTo>
                <a:lnTo>
                  <a:pt x="1296465" y="69904"/>
                </a:lnTo>
                <a:lnTo>
                  <a:pt x="1295902" y="70374"/>
                </a:lnTo>
                <a:lnTo>
                  <a:pt x="1295353" y="70850"/>
                </a:lnTo>
                <a:lnTo>
                  <a:pt x="1294815" y="71332"/>
                </a:lnTo>
                <a:lnTo>
                  <a:pt x="1294291" y="71821"/>
                </a:lnTo>
                <a:lnTo>
                  <a:pt x="1293779" y="72317"/>
                </a:lnTo>
                <a:lnTo>
                  <a:pt x="1293280" y="72820"/>
                </a:lnTo>
                <a:lnTo>
                  <a:pt x="1292793" y="73329"/>
                </a:lnTo>
                <a:lnTo>
                  <a:pt x="1292319" y="73845"/>
                </a:lnTo>
                <a:lnTo>
                  <a:pt x="1291858" y="74368"/>
                </a:lnTo>
                <a:lnTo>
                  <a:pt x="1291409" y="74897"/>
                </a:lnTo>
                <a:lnTo>
                  <a:pt x="1290973" y="75433"/>
                </a:lnTo>
                <a:lnTo>
                  <a:pt x="1290547" y="75963"/>
                </a:lnTo>
                <a:lnTo>
                  <a:pt x="1290130" y="76490"/>
                </a:lnTo>
                <a:lnTo>
                  <a:pt x="1289720" y="77015"/>
                </a:lnTo>
                <a:lnTo>
                  <a:pt x="1289319" y="77537"/>
                </a:lnTo>
                <a:lnTo>
                  <a:pt x="1288925" y="78057"/>
                </a:lnTo>
                <a:lnTo>
                  <a:pt x="1288540" y="78574"/>
                </a:lnTo>
                <a:lnTo>
                  <a:pt x="1288163" y="79089"/>
                </a:lnTo>
                <a:lnTo>
                  <a:pt x="1287793" y="79601"/>
                </a:lnTo>
                <a:lnTo>
                  <a:pt x="1287432" y="80111"/>
                </a:lnTo>
                <a:lnTo>
                  <a:pt x="1287079" y="80619"/>
                </a:lnTo>
                <a:lnTo>
                  <a:pt x="1286734" y="81124"/>
                </a:lnTo>
                <a:lnTo>
                  <a:pt x="1286397" y="81626"/>
                </a:lnTo>
                <a:lnTo>
                  <a:pt x="1286069" y="82127"/>
                </a:lnTo>
                <a:lnTo>
                  <a:pt x="1285748" y="82624"/>
                </a:lnTo>
                <a:lnTo>
                  <a:pt x="1285435" y="83120"/>
                </a:lnTo>
                <a:lnTo>
                  <a:pt x="1285131" y="83612"/>
                </a:lnTo>
                <a:lnTo>
                  <a:pt x="1284834" y="84103"/>
                </a:lnTo>
                <a:lnTo>
                  <a:pt x="1284546" y="84590"/>
                </a:lnTo>
                <a:lnTo>
                  <a:pt x="1284265" y="85076"/>
                </a:lnTo>
                <a:lnTo>
                  <a:pt x="1283993" y="85559"/>
                </a:lnTo>
                <a:lnTo>
                  <a:pt x="1283729" y="86039"/>
                </a:lnTo>
                <a:lnTo>
                  <a:pt x="1283473" y="86517"/>
                </a:lnTo>
                <a:lnTo>
                  <a:pt x="1283225" y="86993"/>
                </a:lnTo>
                <a:lnTo>
                  <a:pt x="1282985" y="87466"/>
                </a:lnTo>
                <a:lnTo>
                  <a:pt x="1281468" y="87466"/>
                </a:lnTo>
                <a:lnTo>
                  <a:pt x="1281468" y="10011"/>
                </a:lnTo>
                <a:lnTo>
                  <a:pt x="1244864" y="10011"/>
                </a:lnTo>
                <a:lnTo>
                  <a:pt x="1244864" y="217098"/>
                </a:lnTo>
                <a:lnTo>
                  <a:pt x="1280861" y="217098"/>
                </a:lnTo>
                <a:lnTo>
                  <a:pt x="1280861" y="192627"/>
                </a:lnTo>
                <a:lnTo>
                  <a:pt x="1282985" y="192627"/>
                </a:lnTo>
                <a:lnTo>
                  <a:pt x="1283233" y="193100"/>
                </a:lnTo>
                <a:lnTo>
                  <a:pt x="1283490" y="193576"/>
                </a:lnTo>
                <a:close/>
                <a:moveTo>
                  <a:pt x="1280940" y="133333"/>
                </a:moveTo>
                <a:lnTo>
                  <a:pt x="1281019" y="132153"/>
                </a:lnTo>
                <a:lnTo>
                  <a:pt x="1281113" y="130987"/>
                </a:lnTo>
                <a:lnTo>
                  <a:pt x="1281221" y="129834"/>
                </a:lnTo>
                <a:lnTo>
                  <a:pt x="1281343" y="128695"/>
                </a:lnTo>
                <a:lnTo>
                  <a:pt x="1281480" y="127569"/>
                </a:lnTo>
                <a:lnTo>
                  <a:pt x="1281631" y="126458"/>
                </a:lnTo>
                <a:lnTo>
                  <a:pt x="1281797" y="125359"/>
                </a:lnTo>
                <a:lnTo>
                  <a:pt x="1281977" y="124275"/>
                </a:lnTo>
                <a:lnTo>
                  <a:pt x="1282171" y="123204"/>
                </a:lnTo>
                <a:lnTo>
                  <a:pt x="1282380" y="122147"/>
                </a:lnTo>
                <a:lnTo>
                  <a:pt x="1282603" y="121104"/>
                </a:lnTo>
                <a:lnTo>
                  <a:pt x="1282840" y="120075"/>
                </a:lnTo>
                <a:lnTo>
                  <a:pt x="1283092" y="119059"/>
                </a:lnTo>
                <a:lnTo>
                  <a:pt x="1283359" y="118056"/>
                </a:lnTo>
                <a:lnTo>
                  <a:pt x="1283639" y="117068"/>
                </a:lnTo>
                <a:lnTo>
                  <a:pt x="1283934" y="116093"/>
                </a:lnTo>
                <a:lnTo>
                  <a:pt x="1284244" y="115132"/>
                </a:lnTo>
                <a:lnTo>
                  <a:pt x="1284568" y="114184"/>
                </a:lnTo>
                <a:lnTo>
                  <a:pt x="1284906" y="113251"/>
                </a:lnTo>
                <a:lnTo>
                  <a:pt x="1285267" y="112332"/>
                </a:lnTo>
                <a:lnTo>
                  <a:pt x="1285641" y="111431"/>
                </a:lnTo>
                <a:lnTo>
                  <a:pt x="1286029" y="110547"/>
                </a:lnTo>
                <a:lnTo>
                  <a:pt x="1286431" y="109681"/>
                </a:lnTo>
                <a:lnTo>
                  <a:pt x="1286847" y="108831"/>
                </a:lnTo>
                <a:lnTo>
                  <a:pt x="1287276" y="107999"/>
                </a:lnTo>
                <a:lnTo>
                  <a:pt x="1287719" y="107184"/>
                </a:lnTo>
                <a:lnTo>
                  <a:pt x="1288175" y="106386"/>
                </a:lnTo>
                <a:lnTo>
                  <a:pt x="1288646" y="105605"/>
                </a:lnTo>
                <a:lnTo>
                  <a:pt x="1289130" y="104842"/>
                </a:lnTo>
                <a:lnTo>
                  <a:pt x="1289627" y="104096"/>
                </a:lnTo>
                <a:lnTo>
                  <a:pt x="1290139" y="103367"/>
                </a:lnTo>
                <a:lnTo>
                  <a:pt x="1290664" y="102655"/>
                </a:lnTo>
                <a:lnTo>
                  <a:pt x="1291203" y="101960"/>
                </a:lnTo>
                <a:lnTo>
                  <a:pt x="1291755" y="101283"/>
                </a:lnTo>
                <a:lnTo>
                  <a:pt x="1292321" y="100622"/>
                </a:lnTo>
                <a:lnTo>
                  <a:pt x="1292901" y="99979"/>
                </a:lnTo>
                <a:lnTo>
                  <a:pt x="1293495" y="99353"/>
                </a:lnTo>
                <a:lnTo>
                  <a:pt x="1294102" y="98745"/>
                </a:lnTo>
                <a:lnTo>
                  <a:pt x="1294723" y="98153"/>
                </a:lnTo>
                <a:lnTo>
                  <a:pt x="1295357" y="97579"/>
                </a:lnTo>
                <a:lnTo>
                  <a:pt x="1296006" y="97022"/>
                </a:lnTo>
                <a:lnTo>
                  <a:pt x="1296668" y="96482"/>
                </a:lnTo>
                <a:lnTo>
                  <a:pt x="1297343" y="95960"/>
                </a:lnTo>
                <a:lnTo>
                  <a:pt x="1298032" y="95456"/>
                </a:lnTo>
                <a:lnTo>
                  <a:pt x="1298733" y="94975"/>
                </a:lnTo>
                <a:lnTo>
                  <a:pt x="1299446" y="94514"/>
                </a:lnTo>
                <a:lnTo>
                  <a:pt x="1300172" y="94075"/>
                </a:lnTo>
                <a:lnTo>
                  <a:pt x="1300910" y="93657"/>
                </a:lnTo>
                <a:lnTo>
                  <a:pt x="1301660" y="93261"/>
                </a:lnTo>
                <a:lnTo>
                  <a:pt x="1302422" y="92886"/>
                </a:lnTo>
                <a:lnTo>
                  <a:pt x="1303197" y="92533"/>
                </a:lnTo>
                <a:lnTo>
                  <a:pt x="1303984" y="92201"/>
                </a:lnTo>
                <a:lnTo>
                  <a:pt x="1304783" y="91891"/>
                </a:lnTo>
                <a:lnTo>
                  <a:pt x="1305595" y="91601"/>
                </a:lnTo>
                <a:lnTo>
                  <a:pt x="1306419" y="91334"/>
                </a:lnTo>
                <a:lnTo>
                  <a:pt x="1307255" y="91087"/>
                </a:lnTo>
                <a:lnTo>
                  <a:pt x="1308103" y="90863"/>
                </a:lnTo>
                <a:lnTo>
                  <a:pt x="1308964" y="90659"/>
                </a:lnTo>
                <a:lnTo>
                  <a:pt x="1309837" y="90477"/>
                </a:lnTo>
                <a:lnTo>
                  <a:pt x="1310722" y="90316"/>
                </a:lnTo>
                <a:lnTo>
                  <a:pt x="1311620" y="90177"/>
                </a:lnTo>
                <a:lnTo>
                  <a:pt x="1312530" y="90059"/>
                </a:lnTo>
                <a:lnTo>
                  <a:pt x="1313452" y="89963"/>
                </a:lnTo>
                <a:lnTo>
                  <a:pt x="1314386" y="89888"/>
                </a:lnTo>
                <a:lnTo>
                  <a:pt x="1315333" y="89834"/>
                </a:lnTo>
                <a:lnTo>
                  <a:pt x="1316292" y="89802"/>
                </a:lnTo>
                <a:lnTo>
                  <a:pt x="1317263" y="89792"/>
                </a:lnTo>
                <a:lnTo>
                  <a:pt x="1318276" y="89803"/>
                </a:lnTo>
                <a:lnTo>
                  <a:pt x="1319274" y="89836"/>
                </a:lnTo>
                <a:lnTo>
                  <a:pt x="1320259" y="89891"/>
                </a:lnTo>
                <a:lnTo>
                  <a:pt x="1321229" y="89969"/>
                </a:lnTo>
                <a:lnTo>
                  <a:pt x="1322186" y="90068"/>
                </a:lnTo>
                <a:lnTo>
                  <a:pt x="1323128" y="90190"/>
                </a:lnTo>
                <a:lnTo>
                  <a:pt x="1324056" y="90334"/>
                </a:lnTo>
                <a:lnTo>
                  <a:pt x="1324971" y="90499"/>
                </a:lnTo>
                <a:lnTo>
                  <a:pt x="1325871" y="90687"/>
                </a:lnTo>
                <a:lnTo>
                  <a:pt x="1326757" y="90898"/>
                </a:lnTo>
                <a:lnTo>
                  <a:pt x="1327629" y="91130"/>
                </a:lnTo>
                <a:lnTo>
                  <a:pt x="1328487" y="91384"/>
                </a:lnTo>
                <a:lnTo>
                  <a:pt x="1329331" y="91661"/>
                </a:lnTo>
                <a:lnTo>
                  <a:pt x="1330161" y="91959"/>
                </a:lnTo>
                <a:lnTo>
                  <a:pt x="1330977" y="92280"/>
                </a:lnTo>
                <a:lnTo>
                  <a:pt x="1331779" y="92623"/>
                </a:lnTo>
                <a:lnTo>
                  <a:pt x="1332567" y="92988"/>
                </a:lnTo>
                <a:lnTo>
                  <a:pt x="1333341" y="93375"/>
                </a:lnTo>
                <a:lnTo>
                  <a:pt x="1334101" y="93784"/>
                </a:lnTo>
                <a:lnTo>
                  <a:pt x="1334846" y="94215"/>
                </a:lnTo>
                <a:lnTo>
                  <a:pt x="1335578" y="94669"/>
                </a:lnTo>
                <a:lnTo>
                  <a:pt x="1336296" y="95145"/>
                </a:lnTo>
                <a:lnTo>
                  <a:pt x="1336999" y="95642"/>
                </a:lnTo>
                <a:lnTo>
                  <a:pt x="1337689" y="96162"/>
                </a:lnTo>
                <a:lnTo>
                  <a:pt x="1338364" y="96701"/>
                </a:lnTo>
                <a:lnTo>
                  <a:pt x="1339026" y="97257"/>
                </a:lnTo>
                <a:lnTo>
                  <a:pt x="1339673" y="97830"/>
                </a:lnTo>
                <a:lnTo>
                  <a:pt x="1340307" y="98420"/>
                </a:lnTo>
                <a:lnTo>
                  <a:pt x="1340926" y="99027"/>
                </a:lnTo>
                <a:lnTo>
                  <a:pt x="1341531" y="99651"/>
                </a:lnTo>
                <a:lnTo>
                  <a:pt x="1342123" y="100291"/>
                </a:lnTo>
                <a:lnTo>
                  <a:pt x="1342700" y="100948"/>
                </a:lnTo>
                <a:lnTo>
                  <a:pt x="1343263" y="101622"/>
                </a:lnTo>
                <a:lnTo>
                  <a:pt x="1343812" y="102313"/>
                </a:lnTo>
                <a:lnTo>
                  <a:pt x="1344347" y="103021"/>
                </a:lnTo>
                <a:lnTo>
                  <a:pt x="1344868" y="103746"/>
                </a:lnTo>
                <a:lnTo>
                  <a:pt x="1345375" y="104487"/>
                </a:lnTo>
                <a:lnTo>
                  <a:pt x="1345868" y="105246"/>
                </a:lnTo>
                <a:lnTo>
                  <a:pt x="1346347" y="106021"/>
                </a:lnTo>
                <a:lnTo>
                  <a:pt x="1346812" y="106813"/>
                </a:lnTo>
                <a:lnTo>
                  <a:pt x="1347263" y="107622"/>
                </a:lnTo>
                <a:lnTo>
                  <a:pt x="1347700" y="108448"/>
                </a:lnTo>
                <a:lnTo>
                  <a:pt x="1348122" y="109290"/>
                </a:lnTo>
                <a:lnTo>
                  <a:pt x="1348531" y="110150"/>
                </a:lnTo>
                <a:lnTo>
                  <a:pt x="1348926" y="111026"/>
                </a:lnTo>
                <a:lnTo>
                  <a:pt x="1349306" y="111919"/>
                </a:lnTo>
                <a:lnTo>
                  <a:pt x="1349673" y="112829"/>
                </a:lnTo>
                <a:lnTo>
                  <a:pt x="1350025" y="113756"/>
                </a:lnTo>
                <a:lnTo>
                  <a:pt x="1350363" y="114697"/>
                </a:lnTo>
                <a:lnTo>
                  <a:pt x="1350687" y="115649"/>
                </a:lnTo>
                <a:lnTo>
                  <a:pt x="1350997" y="116613"/>
                </a:lnTo>
                <a:lnTo>
                  <a:pt x="1351292" y="117588"/>
                </a:lnTo>
                <a:lnTo>
                  <a:pt x="1351573" y="118573"/>
                </a:lnTo>
                <a:lnTo>
                  <a:pt x="1351839" y="119571"/>
                </a:lnTo>
                <a:lnTo>
                  <a:pt x="1352091" y="120579"/>
                </a:lnTo>
                <a:lnTo>
                  <a:pt x="1352328" y="121598"/>
                </a:lnTo>
                <a:lnTo>
                  <a:pt x="1352551" y="122629"/>
                </a:lnTo>
                <a:lnTo>
                  <a:pt x="1352760" y="123671"/>
                </a:lnTo>
                <a:lnTo>
                  <a:pt x="1352955" y="124725"/>
                </a:lnTo>
                <a:lnTo>
                  <a:pt x="1353134" y="125789"/>
                </a:lnTo>
                <a:lnTo>
                  <a:pt x="1353300" y="126865"/>
                </a:lnTo>
                <a:lnTo>
                  <a:pt x="1353451" y="127952"/>
                </a:lnTo>
                <a:lnTo>
                  <a:pt x="1353588" y="129050"/>
                </a:lnTo>
                <a:lnTo>
                  <a:pt x="1353710" y="130160"/>
                </a:lnTo>
                <a:lnTo>
                  <a:pt x="1353818" y="131280"/>
                </a:lnTo>
                <a:lnTo>
                  <a:pt x="1353912" y="132412"/>
                </a:lnTo>
                <a:lnTo>
                  <a:pt x="1353991" y="133556"/>
                </a:lnTo>
                <a:lnTo>
                  <a:pt x="1354056" y="134710"/>
                </a:lnTo>
                <a:lnTo>
                  <a:pt x="1354106" y="135876"/>
                </a:lnTo>
                <a:lnTo>
                  <a:pt x="1354142" y="137052"/>
                </a:lnTo>
                <a:lnTo>
                  <a:pt x="1354164" y="138241"/>
                </a:lnTo>
                <a:lnTo>
                  <a:pt x="1354171" y="139440"/>
                </a:lnTo>
                <a:lnTo>
                  <a:pt x="1354163" y="140648"/>
                </a:lnTo>
                <a:lnTo>
                  <a:pt x="1354141" y="141845"/>
                </a:lnTo>
                <a:lnTo>
                  <a:pt x="1354105" y="143031"/>
                </a:lnTo>
                <a:lnTo>
                  <a:pt x="1354053" y="144206"/>
                </a:lnTo>
                <a:lnTo>
                  <a:pt x="1353987" y="145371"/>
                </a:lnTo>
                <a:lnTo>
                  <a:pt x="1353905" y="146524"/>
                </a:lnTo>
                <a:lnTo>
                  <a:pt x="1353810" y="147667"/>
                </a:lnTo>
                <a:lnTo>
                  <a:pt x="1353699" y="148799"/>
                </a:lnTo>
                <a:lnTo>
                  <a:pt x="1353574" y="149920"/>
                </a:lnTo>
                <a:lnTo>
                  <a:pt x="1353434" y="151030"/>
                </a:lnTo>
                <a:lnTo>
                  <a:pt x="1353279" y="152129"/>
                </a:lnTo>
                <a:lnTo>
                  <a:pt x="1353109" y="153217"/>
                </a:lnTo>
                <a:lnTo>
                  <a:pt x="1352925" y="154294"/>
                </a:lnTo>
                <a:lnTo>
                  <a:pt x="1352726" y="155361"/>
                </a:lnTo>
                <a:lnTo>
                  <a:pt x="1352512" y="156416"/>
                </a:lnTo>
                <a:lnTo>
                  <a:pt x="1352283" y="157461"/>
                </a:lnTo>
                <a:lnTo>
                  <a:pt x="1352040" y="158495"/>
                </a:lnTo>
                <a:lnTo>
                  <a:pt x="1351782" y="159518"/>
                </a:lnTo>
                <a:lnTo>
                  <a:pt x="1351509" y="160530"/>
                </a:lnTo>
                <a:lnTo>
                  <a:pt x="1351222" y="161531"/>
                </a:lnTo>
                <a:lnTo>
                  <a:pt x="1350919" y="162521"/>
                </a:lnTo>
                <a:lnTo>
                  <a:pt x="1350602" y="163501"/>
                </a:lnTo>
                <a:lnTo>
                  <a:pt x="1350271" y="164469"/>
                </a:lnTo>
                <a:lnTo>
                  <a:pt x="1349924" y="165427"/>
                </a:lnTo>
                <a:lnTo>
                  <a:pt x="1349572" y="166362"/>
                </a:lnTo>
                <a:lnTo>
                  <a:pt x="1349205" y="167281"/>
                </a:lnTo>
                <a:lnTo>
                  <a:pt x="1348824" y="168184"/>
                </a:lnTo>
                <a:lnTo>
                  <a:pt x="1348430" y="169070"/>
                </a:lnTo>
                <a:lnTo>
                  <a:pt x="1348021" y="169939"/>
                </a:lnTo>
                <a:lnTo>
                  <a:pt x="1347598" y="170792"/>
                </a:lnTo>
                <a:lnTo>
                  <a:pt x="1347162" y="171629"/>
                </a:lnTo>
                <a:lnTo>
                  <a:pt x="1346711" y="172449"/>
                </a:lnTo>
                <a:lnTo>
                  <a:pt x="1346246" y="173252"/>
                </a:lnTo>
                <a:lnTo>
                  <a:pt x="1345767" y="174039"/>
                </a:lnTo>
                <a:lnTo>
                  <a:pt x="1345274" y="174810"/>
                </a:lnTo>
                <a:lnTo>
                  <a:pt x="1344767" y="175564"/>
                </a:lnTo>
                <a:lnTo>
                  <a:pt x="1344246" y="176301"/>
                </a:lnTo>
                <a:lnTo>
                  <a:pt x="1343711" y="177022"/>
                </a:lnTo>
                <a:lnTo>
                  <a:pt x="1343162" y="177727"/>
                </a:lnTo>
                <a:lnTo>
                  <a:pt x="1342599" y="178415"/>
                </a:lnTo>
                <a:lnTo>
                  <a:pt x="1342021" y="179086"/>
                </a:lnTo>
                <a:lnTo>
                  <a:pt x="1341430" y="179741"/>
                </a:lnTo>
                <a:lnTo>
                  <a:pt x="1340825" y="180380"/>
                </a:lnTo>
                <a:lnTo>
                  <a:pt x="1340206" y="181002"/>
                </a:lnTo>
                <a:lnTo>
                  <a:pt x="1339572" y="181607"/>
                </a:lnTo>
                <a:lnTo>
                  <a:pt x="1338925" y="182196"/>
                </a:lnTo>
                <a:lnTo>
                  <a:pt x="1338263" y="182769"/>
                </a:lnTo>
                <a:lnTo>
                  <a:pt x="1337588" y="183325"/>
                </a:lnTo>
                <a:lnTo>
                  <a:pt x="1336898" y="183853"/>
                </a:lnTo>
                <a:lnTo>
                  <a:pt x="1336195" y="184358"/>
                </a:lnTo>
                <a:lnTo>
                  <a:pt x="1335479" y="184841"/>
                </a:lnTo>
                <a:lnTo>
                  <a:pt x="1334748" y="185302"/>
                </a:lnTo>
                <a:lnTo>
                  <a:pt x="1334004" y="185740"/>
                </a:lnTo>
                <a:lnTo>
                  <a:pt x="1333246" y="186156"/>
                </a:lnTo>
                <a:lnTo>
                  <a:pt x="1332475" y="186549"/>
                </a:lnTo>
                <a:lnTo>
                  <a:pt x="1331689" y="186920"/>
                </a:lnTo>
                <a:lnTo>
                  <a:pt x="1330890" y="187268"/>
                </a:lnTo>
                <a:lnTo>
                  <a:pt x="1330078" y="187594"/>
                </a:lnTo>
                <a:lnTo>
                  <a:pt x="1329252" y="187897"/>
                </a:lnTo>
                <a:lnTo>
                  <a:pt x="1328412" y="188178"/>
                </a:lnTo>
                <a:lnTo>
                  <a:pt x="1327558" y="188437"/>
                </a:lnTo>
                <a:lnTo>
                  <a:pt x="1326690" y="188673"/>
                </a:lnTo>
                <a:lnTo>
                  <a:pt x="1325809" y="188886"/>
                </a:lnTo>
                <a:lnTo>
                  <a:pt x="1324915" y="189077"/>
                </a:lnTo>
                <a:lnTo>
                  <a:pt x="1324006" y="189246"/>
                </a:lnTo>
                <a:lnTo>
                  <a:pt x="1323084" y="189392"/>
                </a:lnTo>
                <a:lnTo>
                  <a:pt x="1322148" y="189515"/>
                </a:lnTo>
                <a:lnTo>
                  <a:pt x="1321198" y="189616"/>
                </a:lnTo>
                <a:lnTo>
                  <a:pt x="1320235" y="189695"/>
                </a:lnTo>
                <a:lnTo>
                  <a:pt x="1319258" y="189751"/>
                </a:lnTo>
                <a:lnTo>
                  <a:pt x="1318268" y="189785"/>
                </a:lnTo>
                <a:lnTo>
                  <a:pt x="1317263" y="189796"/>
                </a:lnTo>
                <a:lnTo>
                  <a:pt x="1316300" y="189785"/>
                </a:lnTo>
                <a:lnTo>
                  <a:pt x="1315349" y="189753"/>
                </a:lnTo>
                <a:lnTo>
                  <a:pt x="1314410" y="189698"/>
                </a:lnTo>
                <a:lnTo>
                  <a:pt x="1313483" y="189622"/>
                </a:lnTo>
                <a:lnTo>
                  <a:pt x="1312567" y="189524"/>
                </a:lnTo>
                <a:lnTo>
                  <a:pt x="1311664" y="189404"/>
                </a:lnTo>
                <a:lnTo>
                  <a:pt x="1310773" y="189263"/>
                </a:lnTo>
                <a:lnTo>
                  <a:pt x="1309893" y="189099"/>
                </a:lnTo>
                <a:lnTo>
                  <a:pt x="1309025" y="188914"/>
                </a:lnTo>
                <a:lnTo>
                  <a:pt x="1308170" y="188708"/>
                </a:lnTo>
                <a:lnTo>
                  <a:pt x="1307326" y="188479"/>
                </a:lnTo>
                <a:lnTo>
                  <a:pt x="1306494" y="188229"/>
                </a:lnTo>
                <a:lnTo>
                  <a:pt x="1305675" y="187957"/>
                </a:lnTo>
                <a:lnTo>
                  <a:pt x="1304867" y="187663"/>
                </a:lnTo>
                <a:lnTo>
                  <a:pt x="1304071" y="187347"/>
                </a:lnTo>
                <a:lnTo>
                  <a:pt x="1303287" y="187010"/>
                </a:lnTo>
                <a:lnTo>
                  <a:pt x="1302515" y="186651"/>
                </a:lnTo>
                <a:lnTo>
                  <a:pt x="1301755" y="186270"/>
                </a:lnTo>
                <a:lnTo>
                  <a:pt x="1301006" y="185867"/>
                </a:lnTo>
                <a:lnTo>
                  <a:pt x="1300270" y="185442"/>
                </a:lnTo>
                <a:lnTo>
                  <a:pt x="1299546" y="184996"/>
                </a:lnTo>
                <a:lnTo>
                  <a:pt x="1298833" y="184528"/>
                </a:lnTo>
                <a:lnTo>
                  <a:pt x="1298133" y="184038"/>
                </a:lnTo>
                <a:lnTo>
                  <a:pt x="1297444" y="183527"/>
                </a:lnTo>
                <a:lnTo>
                  <a:pt x="1296777" y="182987"/>
                </a:lnTo>
                <a:lnTo>
                  <a:pt x="1296122" y="182431"/>
                </a:lnTo>
                <a:lnTo>
                  <a:pt x="1295481" y="181857"/>
                </a:lnTo>
                <a:lnTo>
                  <a:pt x="1294852" y="181266"/>
                </a:lnTo>
                <a:lnTo>
                  <a:pt x="1294236" y="180657"/>
                </a:lnTo>
                <a:lnTo>
                  <a:pt x="1293634" y="180032"/>
                </a:lnTo>
                <a:lnTo>
                  <a:pt x="1293044" y="179389"/>
                </a:lnTo>
                <a:lnTo>
                  <a:pt x="1292467" y="178729"/>
                </a:lnTo>
                <a:lnTo>
                  <a:pt x="1291904" y="178052"/>
                </a:lnTo>
                <a:lnTo>
                  <a:pt x="1291353" y="177358"/>
                </a:lnTo>
                <a:lnTo>
                  <a:pt x="1290815" y="176647"/>
                </a:lnTo>
                <a:lnTo>
                  <a:pt x="1290290" y="175918"/>
                </a:lnTo>
                <a:lnTo>
                  <a:pt x="1289779" y="175172"/>
                </a:lnTo>
                <a:lnTo>
                  <a:pt x="1289280" y="174409"/>
                </a:lnTo>
                <a:lnTo>
                  <a:pt x="1288794" y="173628"/>
                </a:lnTo>
                <a:lnTo>
                  <a:pt x="1288321" y="172831"/>
                </a:lnTo>
                <a:lnTo>
                  <a:pt x="1287862" y="172016"/>
                </a:lnTo>
                <a:lnTo>
                  <a:pt x="1287415" y="171184"/>
                </a:lnTo>
                <a:lnTo>
                  <a:pt x="1286981" y="170335"/>
                </a:lnTo>
                <a:lnTo>
                  <a:pt x="1286560" y="169469"/>
                </a:lnTo>
                <a:lnTo>
                  <a:pt x="1286153" y="168585"/>
                </a:lnTo>
                <a:lnTo>
                  <a:pt x="1285758" y="167685"/>
                </a:lnTo>
                <a:lnTo>
                  <a:pt x="1285376" y="166767"/>
                </a:lnTo>
                <a:lnTo>
                  <a:pt x="1285007" y="165831"/>
                </a:lnTo>
                <a:lnTo>
                  <a:pt x="1284661" y="164881"/>
                </a:lnTo>
                <a:lnTo>
                  <a:pt x="1284329" y="163918"/>
                </a:lnTo>
                <a:lnTo>
                  <a:pt x="1284012" y="162942"/>
                </a:lnTo>
                <a:lnTo>
                  <a:pt x="1283709" y="161952"/>
                </a:lnTo>
                <a:lnTo>
                  <a:pt x="1283422" y="160950"/>
                </a:lnTo>
                <a:lnTo>
                  <a:pt x="1283149" y="159935"/>
                </a:lnTo>
                <a:lnTo>
                  <a:pt x="1282891" y="158907"/>
                </a:lnTo>
                <a:lnTo>
                  <a:pt x="1282648" y="157866"/>
                </a:lnTo>
                <a:lnTo>
                  <a:pt x="1282419" y="156811"/>
                </a:lnTo>
                <a:lnTo>
                  <a:pt x="1282205" y="155744"/>
                </a:lnTo>
                <a:lnTo>
                  <a:pt x="1282006" y="154664"/>
                </a:lnTo>
                <a:lnTo>
                  <a:pt x="1281822" y="153571"/>
                </a:lnTo>
                <a:lnTo>
                  <a:pt x="1281652" y="152465"/>
                </a:lnTo>
                <a:lnTo>
                  <a:pt x="1281497" y="151346"/>
                </a:lnTo>
                <a:lnTo>
                  <a:pt x="1281357" y="150214"/>
                </a:lnTo>
                <a:lnTo>
                  <a:pt x="1281232" y="149069"/>
                </a:lnTo>
                <a:lnTo>
                  <a:pt x="1281121" y="147910"/>
                </a:lnTo>
                <a:lnTo>
                  <a:pt x="1281026" y="146739"/>
                </a:lnTo>
                <a:lnTo>
                  <a:pt x="1280944" y="145555"/>
                </a:lnTo>
                <a:lnTo>
                  <a:pt x="1280878" y="144358"/>
                </a:lnTo>
                <a:lnTo>
                  <a:pt x="1280826" y="143148"/>
                </a:lnTo>
                <a:lnTo>
                  <a:pt x="1280790" y="141925"/>
                </a:lnTo>
                <a:lnTo>
                  <a:pt x="1280768" y="140689"/>
                </a:lnTo>
                <a:lnTo>
                  <a:pt x="1280760" y="139440"/>
                </a:lnTo>
                <a:lnTo>
                  <a:pt x="1280767" y="138191"/>
                </a:lnTo>
                <a:lnTo>
                  <a:pt x="1280789" y="136956"/>
                </a:lnTo>
                <a:lnTo>
                  <a:pt x="1280825" y="135735"/>
                </a:lnTo>
                <a:lnTo>
                  <a:pt x="1280875" y="134527"/>
                </a:lnTo>
                <a:lnTo>
                  <a:pt x="1280940" y="133333"/>
                </a:lnTo>
                <a:close/>
                <a:moveTo>
                  <a:pt x="1024363" y="120291"/>
                </a:moveTo>
                <a:lnTo>
                  <a:pt x="1024410" y="119520"/>
                </a:lnTo>
                <a:lnTo>
                  <a:pt x="1024470" y="118757"/>
                </a:lnTo>
                <a:lnTo>
                  <a:pt x="1024543" y="118003"/>
                </a:lnTo>
                <a:lnTo>
                  <a:pt x="1024630" y="117257"/>
                </a:lnTo>
                <a:lnTo>
                  <a:pt x="1024730" y="116520"/>
                </a:lnTo>
                <a:lnTo>
                  <a:pt x="1024843" y="115791"/>
                </a:lnTo>
                <a:lnTo>
                  <a:pt x="1024970" y="115071"/>
                </a:lnTo>
                <a:lnTo>
                  <a:pt x="1025110" y="114359"/>
                </a:lnTo>
                <a:lnTo>
                  <a:pt x="1025264" y="113655"/>
                </a:lnTo>
                <a:lnTo>
                  <a:pt x="1025430" y="112960"/>
                </a:lnTo>
                <a:lnTo>
                  <a:pt x="1025610" y="112273"/>
                </a:lnTo>
                <a:lnTo>
                  <a:pt x="1025804" y="111595"/>
                </a:lnTo>
                <a:lnTo>
                  <a:pt x="1026011" y="110925"/>
                </a:lnTo>
                <a:lnTo>
                  <a:pt x="1026231" y="110264"/>
                </a:lnTo>
                <a:lnTo>
                  <a:pt x="1026464" y="109611"/>
                </a:lnTo>
                <a:lnTo>
                  <a:pt x="1026711" y="108966"/>
                </a:lnTo>
                <a:lnTo>
                  <a:pt x="1026971" y="108330"/>
                </a:lnTo>
                <a:lnTo>
                  <a:pt x="1027245" y="107702"/>
                </a:lnTo>
                <a:lnTo>
                  <a:pt x="1027532" y="107083"/>
                </a:lnTo>
                <a:lnTo>
                  <a:pt x="1027832" y="106472"/>
                </a:lnTo>
                <a:lnTo>
                  <a:pt x="1028145" y="105869"/>
                </a:lnTo>
                <a:lnTo>
                  <a:pt x="1028470" y="105268"/>
                </a:lnTo>
                <a:lnTo>
                  <a:pt x="1028804" y="104679"/>
                </a:lnTo>
                <a:lnTo>
                  <a:pt x="1029147" y="104101"/>
                </a:lnTo>
                <a:lnTo>
                  <a:pt x="1029499" y="103535"/>
                </a:lnTo>
                <a:lnTo>
                  <a:pt x="1029860" y="102981"/>
                </a:lnTo>
                <a:lnTo>
                  <a:pt x="1030231" y="102438"/>
                </a:lnTo>
                <a:lnTo>
                  <a:pt x="1030610" y="101906"/>
                </a:lnTo>
                <a:lnTo>
                  <a:pt x="1030999" y="101386"/>
                </a:lnTo>
                <a:lnTo>
                  <a:pt x="1031397" y="100878"/>
                </a:lnTo>
                <a:lnTo>
                  <a:pt x="1031804" y="100382"/>
                </a:lnTo>
                <a:lnTo>
                  <a:pt x="1032220" y="99896"/>
                </a:lnTo>
                <a:lnTo>
                  <a:pt x="1032645" y="99423"/>
                </a:lnTo>
                <a:lnTo>
                  <a:pt x="1033079" y="98961"/>
                </a:lnTo>
                <a:lnTo>
                  <a:pt x="1033523" y="98511"/>
                </a:lnTo>
                <a:lnTo>
                  <a:pt x="1033975" y="98072"/>
                </a:lnTo>
                <a:lnTo>
                  <a:pt x="1034437" y="97645"/>
                </a:lnTo>
                <a:lnTo>
                  <a:pt x="1034908" y="97230"/>
                </a:lnTo>
                <a:lnTo>
                  <a:pt x="1035388" y="96826"/>
                </a:lnTo>
                <a:lnTo>
                  <a:pt x="1035877" y="96433"/>
                </a:lnTo>
                <a:lnTo>
                  <a:pt x="1036375" y="96052"/>
                </a:lnTo>
                <a:lnTo>
                  <a:pt x="1036883" y="95683"/>
                </a:lnTo>
                <a:lnTo>
                  <a:pt x="1037399" y="95326"/>
                </a:lnTo>
                <a:lnTo>
                  <a:pt x="1037925" y="94980"/>
                </a:lnTo>
                <a:lnTo>
                  <a:pt x="1038459" y="94645"/>
                </a:lnTo>
                <a:lnTo>
                  <a:pt x="1039001" y="94315"/>
                </a:lnTo>
                <a:lnTo>
                  <a:pt x="1039548" y="93999"/>
                </a:lnTo>
                <a:lnTo>
                  <a:pt x="1040099" y="93697"/>
                </a:lnTo>
                <a:lnTo>
                  <a:pt x="1040656" y="93409"/>
                </a:lnTo>
                <a:lnTo>
                  <a:pt x="1041217" y="93136"/>
                </a:lnTo>
                <a:lnTo>
                  <a:pt x="1041783" y="92876"/>
                </a:lnTo>
                <a:lnTo>
                  <a:pt x="1042355" y="92630"/>
                </a:lnTo>
                <a:lnTo>
                  <a:pt x="1042931" y="92398"/>
                </a:lnTo>
                <a:lnTo>
                  <a:pt x="1043512" y="92181"/>
                </a:lnTo>
                <a:lnTo>
                  <a:pt x="1044098" y="91977"/>
                </a:lnTo>
                <a:lnTo>
                  <a:pt x="1044689" y="91787"/>
                </a:lnTo>
                <a:lnTo>
                  <a:pt x="1045285" y="91612"/>
                </a:lnTo>
                <a:lnTo>
                  <a:pt x="1045885" y="91450"/>
                </a:lnTo>
                <a:lnTo>
                  <a:pt x="1046491" y="91303"/>
                </a:lnTo>
                <a:lnTo>
                  <a:pt x="1047102" y="91169"/>
                </a:lnTo>
                <a:lnTo>
                  <a:pt x="1047717" y="91050"/>
                </a:lnTo>
                <a:lnTo>
                  <a:pt x="1048337" y="90945"/>
                </a:lnTo>
                <a:lnTo>
                  <a:pt x="1048963" y="90853"/>
                </a:lnTo>
                <a:lnTo>
                  <a:pt x="1049593" y="90776"/>
                </a:lnTo>
                <a:lnTo>
                  <a:pt x="1050228" y="90713"/>
                </a:lnTo>
                <a:lnTo>
                  <a:pt x="1050868" y="90664"/>
                </a:lnTo>
                <a:lnTo>
                  <a:pt x="1051513" y="90629"/>
                </a:lnTo>
                <a:lnTo>
                  <a:pt x="1052163" y="90608"/>
                </a:lnTo>
                <a:lnTo>
                  <a:pt x="1052818" y="90601"/>
                </a:lnTo>
                <a:lnTo>
                  <a:pt x="1053779" y="90613"/>
                </a:lnTo>
                <a:lnTo>
                  <a:pt x="1054725" y="90650"/>
                </a:lnTo>
                <a:lnTo>
                  <a:pt x="1055655" y="90713"/>
                </a:lnTo>
                <a:lnTo>
                  <a:pt x="1056570" y="90800"/>
                </a:lnTo>
                <a:lnTo>
                  <a:pt x="1057470" y="90912"/>
                </a:lnTo>
                <a:lnTo>
                  <a:pt x="1058354" y="91049"/>
                </a:lnTo>
                <a:lnTo>
                  <a:pt x="1059223" y="91211"/>
                </a:lnTo>
                <a:lnTo>
                  <a:pt x="1060076" y="91398"/>
                </a:lnTo>
                <a:lnTo>
                  <a:pt x="1060913" y="91610"/>
                </a:lnTo>
                <a:lnTo>
                  <a:pt x="1061736" y="91847"/>
                </a:lnTo>
                <a:lnTo>
                  <a:pt x="1062543" y="92109"/>
                </a:lnTo>
                <a:lnTo>
                  <a:pt x="1063334" y="92395"/>
                </a:lnTo>
                <a:lnTo>
                  <a:pt x="1064110" y="92707"/>
                </a:lnTo>
                <a:lnTo>
                  <a:pt x="1064870" y="93044"/>
                </a:lnTo>
                <a:lnTo>
                  <a:pt x="1065615" y="93405"/>
                </a:lnTo>
                <a:lnTo>
                  <a:pt x="1066345" y="93791"/>
                </a:lnTo>
                <a:lnTo>
                  <a:pt x="1067059" y="94203"/>
                </a:lnTo>
                <a:lnTo>
                  <a:pt x="1067758" y="94639"/>
                </a:lnTo>
                <a:lnTo>
                  <a:pt x="1068441" y="95100"/>
                </a:lnTo>
                <a:lnTo>
                  <a:pt x="1069109" y="95586"/>
                </a:lnTo>
                <a:lnTo>
                  <a:pt x="1069761" y="96097"/>
                </a:lnTo>
                <a:lnTo>
                  <a:pt x="1070398" y="96633"/>
                </a:lnTo>
                <a:lnTo>
                  <a:pt x="1071020" y="97194"/>
                </a:lnTo>
                <a:lnTo>
                  <a:pt x="1071626" y="97780"/>
                </a:lnTo>
                <a:lnTo>
                  <a:pt x="1072220" y="98387"/>
                </a:lnTo>
                <a:lnTo>
                  <a:pt x="1072788" y="99010"/>
                </a:lnTo>
                <a:lnTo>
                  <a:pt x="1073332" y="99651"/>
                </a:lnTo>
                <a:lnTo>
                  <a:pt x="1073850" y="100308"/>
                </a:lnTo>
                <a:lnTo>
                  <a:pt x="1074343" y="100982"/>
                </a:lnTo>
                <a:lnTo>
                  <a:pt x="1074811" y="101673"/>
                </a:lnTo>
                <a:lnTo>
                  <a:pt x="1075253" y="102381"/>
                </a:lnTo>
                <a:lnTo>
                  <a:pt x="1075670" y="103105"/>
                </a:lnTo>
                <a:lnTo>
                  <a:pt x="1076062" y="103847"/>
                </a:lnTo>
                <a:lnTo>
                  <a:pt x="1076429" y="104605"/>
                </a:lnTo>
                <a:lnTo>
                  <a:pt x="1076770" y="105380"/>
                </a:lnTo>
                <a:lnTo>
                  <a:pt x="1077086" y="106173"/>
                </a:lnTo>
                <a:lnTo>
                  <a:pt x="1077377" y="106981"/>
                </a:lnTo>
                <a:lnTo>
                  <a:pt x="1077642" y="107807"/>
                </a:lnTo>
                <a:lnTo>
                  <a:pt x="1077882" y="108650"/>
                </a:lnTo>
                <a:lnTo>
                  <a:pt x="1078097" y="109509"/>
                </a:lnTo>
                <a:lnTo>
                  <a:pt x="1078287" y="110386"/>
                </a:lnTo>
                <a:lnTo>
                  <a:pt x="1078451" y="111279"/>
                </a:lnTo>
                <a:lnTo>
                  <a:pt x="1078590" y="112189"/>
                </a:lnTo>
                <a:lnTo>
                  <a:pt x="1078704" y="113116"/>
                </a:lnTo>
                <a:lnTo>
                  <a:pt x="1078792" y="114060"/>
                </a:lnTo>
                <a:lnTo>
                  <a:pt x="1078855" y="115020"/>
                </a:lnTo>
                <a:lnTo>
                  <a:pt x="1078893" y="115998"/>
                </a:lnTo>
                <a:lnTo>
                  <a:pt x="1078906" y="116992"/>
                </a:lnTo>
                <a:lnTo>
                  <a:pt x="1078906" y="217098"/>
                </a:lnTo>
                <a:lnTo>
                  <a:pt x="1114802" y="217098"/>
                </a:lnTo>
                <a:lnTo>
                  <a:pt x="1114802" y="120228"/>
                </a:lnTo>
                <a:lnTo>
                  <a:pt x="1114815" y="119141"/>
                </a:lnTo>
                <a:lnTo>
                  <a:pt x="1114854" y="118071"/>
                </a:lnTo>
                <a:lnTo>
                  <a:pt x="1114918" y="117019"/>
                </a:lnTo>
                <a:lnTo>
                  <a:pt x="1115007" y="115984"/>
                </a:lnTo>
                <a:lnTo>
                  <a:pt x="1115123" y="114966"/>
                </a:lnTo>
                <a:lnTo>
                  <a:pt x="1115264" y="113965"/>
                </a:lnTo>
                <a:lnTo>
                  <a:pt x="1115430" y="112981"/>
                </a:lnTo>
                <a:lnTo>
                  <a:pt x="1115623" y="112015"/>
                </a:lnTo>
                <a:lnTo>
                  <a:pt x="1115840" y="111066"/>
                </a:lnTo>
                <a:lnTo>
                  <a:pt x="1116084" y="110134"/>
                </a:lnTo>
                <a:lnTo>
                  <a:pt x="1116353" y="109219"/>
                </a:lnTo>
                <a:lnTo>
                  <a:pt x="1116648" y="108321"/>
                </a:lnTo>
                <a:lnTo>
                  <a:pt x="1116968" y="107441"/>
                </a:lnTo>
                <a:lnTo>
                  <a:pt x="1117314" y="106578"/>
                </a:lnTo>
                <a:lnTo>
                  <a:pt x="1117686" y="105732"/>
                </a:lnTo>
                <a:lnTo>
                  <a:pt x="1118083" y="104903"/>
                </a:lnTo>
                <a:lnTo>
                  <a:pt x="1118506" y="104091"/>
                </a:lnTo>
                <a:lnTo>
                  <a:pt x="1118955" y="103297"/>
                </a:lnTo>
                <a:lnTo>
                  <a:pt x="1119429" y="102520"/>
                </a:lnTo>
                <a:lnTo>
                  <a:pt x="1119929" y="101760"/>
                </a:lnTo>
                <a:lnTo>
                  <a:pt x="1120454" y="101017"/>
                </a:lnTo>
                <a:lnTo>
                  <a:pt x="1121005" y="100292"/>
                </a:lnTo>
                <a:lnTo>
                  <a:pt x="1121582" y="99583"/>
                </a:lnTo>
                <a:lnTo>
                  <a:pt x="1122184" y="98892"/>
                </a:lnTo>
                <a:lnTo>
                  <a:pt x="1122818" y="98216"/>
                </a:lnTo>
                <a:lnTo>
                  <a:pt x="1123471" y="97568"/>
                </a:lnTo>
                <a:lnTo>
                  <a:pt x="1124145" y="96949"/>
                </a:lnTo>
                <a:lnTo>
                  <a:pt x="1124838" y="96359"/>
                </a:lnTo>
                <a:lnTo>
                  <a:pt x="1125552" y="95797"/>
                </a:lnTo>
                <a:lnTo>
                  <a:pt x="1126285" y="95265"/>
                </a:lnTo>
                <a:lnTo>
                  <a:pt x="1127039" y="94761"/>
                </a:lnTo>
                <a:lnTo>
                  <a:pt x="1127813" y="94286"/>
                </a:lnTo>
                <a:lnTo>
                  <a:pt x="1128606" y="93839"/>
                </a:lnTo>
                <a:lnTo>
                  <a:pt x="1129420" y="93422"/>
                </a:lnTo>
                <a:lnTo>
                  <a:pt x="1130254" y="93033"/>
                </a:lnTo>
                <a:lnTo>
                  <a:pt x="1131107" y="92673"/>
                </a:lnTo>
                <a:lnTo>
                  <a:pt x="1131981" y="92342"/>
                </a:lnTo>
                <a:lnTo>
                  <a:pt x="1132875" y="92040"/>
                </a:lnTo>
                <a:lnTo>
                  <a:pt x="1133789" y="91767"/>
                </a:lnTo>
                <a:lnTo>
                  <a:pt x="1134722" y="91522"/>
                </a:lnTo>
                <a:lnTo>
                  <a:pt x="1135676" y="91306"/>
                </a:lnTo>
                <a:lnTo>
                  <a:pt x="1136650" y="91119"/>
                </a:lnTo>
                <a:lnTo>
                  <a:pt x="1137644" y="90960"/>
                </a:lnTo>
                <a:lnTo>
                  <a:pt x="1138658" y="90831"/>
                </a:lnTo>
                <a:lnTo>
                  <a:pt x="1139691" y="90730"/>
                </a:lnTo>
                <a:lnTo>
                  <a:pt x="1140745" y="90658"/>
                </a:lnTo>
                <a:lnTo>
                  <a:pt x="1141819" y="90615"/>
                </a:lnTo>
                <a:lnTo>
                  <a:pt x="1142913" y="90601"/>
                </a:lnTo>
                <a:lnTo>
                  <a:pt x="1143834" y="90612"/>
                </a:lnTo>
                <a:lnTo>
                  <a:pt x="1144743" y="90648"/>
                </a:lnTo>
                <a:lnTo>
                  <a:pt x="1145640" y="90706"/>
                </a:lnTo>
                <a:lnTo>
                  <a:pt x="1146525" y="90789"/>
                </a:lnTo>
                <a:lnTo>
                  <a:pt x="1147398" y="90895"/>
                </a:lnTo>
                <a:lnTo>
                  <a:pt x="1148259" y="91024"/>
                </a:lnTo>
                <a:lnTo>
                  <a:pt x="1149109" y="91177"/>
                </a:lnTo>
                <a:lnTo>
                  <a:pt x="1149946" y="91353"/>
                </a:lnTo>
                <a:lnTo>
                  <a:pt x="1150771" y="91553"/>
                </a:lnTo>
                <a:lnTo>
                  <a:pt x="1151585" y="91777"/>
                </a:lnTo>
                <a:lnTo>
                  <a:pt x="1152387" y="92024"/>
                </a:lnTo>
                <a:lnTo>
                  <a:pt x="1153176" y="92294"/>
                </a:lnTo>
                <a:lnTo>
                  <a:pt x="1153954" y="92588"/>
                </a:lnTo>
                <a:lnTo>
                  <a:pt x="1154720" y="92906"/>
                </a:lnTo>
                <a:lnTo>
                  <a:pt x="1155473" y="93247"/>
                </a:lnTo>
                <a:lnTo>
                  <a:pt x="1156215" y="93612"/>
                </a:lnTo>
                <a:lnTo>
                  <a:pt x="1156945" y="94000"/>
                </a:lnTo>
                <a:lnTo>
                  <a:pt x="1157663" y="94411"/>
                </a:lnTo>
                <a:lnTo>
                  <a:pt x="1158369" y="94847"/>
                </a:lnTo>
                <a:lnTo>
                  <a:pt x="1159063" y="95305"/>
                </a:lnTo>
                <a:lnTo>
                  <a:pt x="1159746" y="95788"/>
                </a:lnTo>
                <a:lnTo>
                  <a:pt x="1160416" y="96293"/>
                </a:lnTo>
                <a:lnTo>
                  <a:pt x="1161074" y="96823"/>
                </a:lnTo>
                <a:lnTo>
                  <a:pt x="1161720" y="97375"/>
                </a:lnTo>
                <a:lnTo>
                  <a:pt x="1162348" y="97945"/>
                </a:lnTo>
                <a:lnTo>
                  <a:pt x="1162948" y="98542"/>
                </a:lnTo>
                <a:lnTo>
                  <a:pt x="1163522" y="99165"/>
                </a:lnTo>
                <a:lnTo>
                  <a:pt x="1164069" y="99816"/>
                </a:lnTo>
                <a:lnTo>
                  <a:pt x="1164589" y="100494"/>
                </a:lnTo>
                <a:lnTo>
                  <a:pt x="1165083" y="101199"/>
                </a:lnTo>
                <a:lnTo>
                  <a:pt x="1165550" y="101931"/>
                </a:lnTo>
                <a:lnTo>
                  <a:pt x="1165990" y="102690"/>
                </a:lnTo>
                <a:lnTo>
                  <a:pt x="1166403" y="103476"/>
                </a:lnTo>
                <a:lnTo>
                  <a:pt x="1166790" y="104289"/>
                </a:lnTo>
                <a:lnTo>
                  <a:pt x="1167151" y="105129"/>
                </a:lnTo>
                <a:lnTo>
                  <a:pt x="1167484" y="105996"/>
                </a:lnTo>
                <a:lnTo>
                  <a:pt x="1167791" y="106890"/>
                </a:lnTo>
                <a:lnTo>
                  <a:pt x="1168071" y="107811"/>
                </a:lnTo>
                <a:lnTo>
                  <a:pt x="1168325" y="108759"/>
                </a:lnTo>
                <a:lnTo>
                  <a:pt x="1168552" y="109734"/>
                </a:lnTo>
                <a:lnTo>
                  <a:pt x="1168752" y="110736"/>
                </a:lnTo>
                <a:lnTo>
                  <a:pt x="1168925" y="111766"/>
                </a:lnTo>
                <a:lnTo>
                  <a:pt x="1169072" y="112822"/>
                </a:lnTo>
                <a:lnTo>
                  <a:pt x="1169192" y="113905"/>
                </a:lnTo>
                <a:lnTo>
                  <a:pt x="1169285" y="115016"/>
                </a:lnTo>
                <a:lnTo>
                  <a:pt x="1169352" y="116153"/>
                </a:lnTo>
                <a:lnTo>
                  <a:pt x="1169392" y="117317"/>
                </a:lnTo>
                <a:lnTo>
                  <a:pt x="1169405" y="118509"/>
                </a:lnTo>
                <a:lnTo>
                  <a:pt x="1169405" y="217098"/>
                </a:lnTo>
                <a:lnTo>
                  <a:pt x="1206111" y="217098"/>
                </a:lnTo>
                <a:lnTo>
                  <a:pt x="1206111" y="112846"/>
                </a:lnTo>
                <a:lnTo>
                  <a:pt x="1206087" y="110702"/>
                </a:lnTo>
                <a:lnTo>
                  <a:pt x="1206017" y="108601"/>
                </a:lnTo>
                <a:lnTo>
                  <a:pt x="1205899" y="106544"/>
                </a:lnTo>
                <a:lnTo>
                  <a:pt x="1205734" y="104529"/>
                </a:lnTo>
                <a:lnTo>
                  <a:pt x="1205523" y="102558"/>
                </a:lnTo>
                <a:lnTo>
                  <a:pt x="1205264" y="100630"/>
                </a:lnTo>
                <a:lnTo>
                  <a:pt x="1204958" y="98745"/>
                </a:lnTo>
                <a:lnTo>
                  <a:pt x="1204605" y="96904"/>
                </a:lnTo>
                <a:lnTo>
                  <a:pt x="1204205" y="95105"/>
                </a:lnTo>
                <a:lnTo>
                  <a:pt x="1203758" y="93350"/>
                </a:lnTo>
                <a:lnTo>
                  <a:pt x="1203264" y="91638"/>
                </a:lnTo>
                <a:lnTo>
                  <a:pt x="1202723" y="89969"/>
                </a:lnTo>
                <a:lnTo>
                  <a:pt x="1202135" y="88343"/>
                </a:lnTo>
                <a:lnTo>
                  <a:pt x="1201500" y="86760"/>
                </a:lnTo>
                <a:lnTo>
                  <a:pt x="1200818" y="85221"/>
                </a:lnTo>
                <a:lnTo>
                  <a:pt x="1200089" y="83725"/>
                </a:lnTo>
                <a:lnTo>
                  <a:pt x="1199312" y="82272"/>
                </a:lnTo>
                <a:lnTo>
                  <a:pt x="1198489" y="80862"/>
                </a:lnTo>
                <a:lnTo>
                  <a:pt x="1197619" y="79495"/>
                </a:lnTo>
                <a:lnTo>
                  <a:pt x="1196701" y="78172"/>
                </a:lnTo>
                <a:lnTo>
                  <a:pt x="1195737" y="76891"/>
                </a:lnTo>
                <a:lnTo>
                  <a:pt x="1194725" y="75654"/>
                </a:lnTo>
                <a:lnTo>
                  <a:pt x="1193667" y="74460"/>
                </a:lnTo>
                <a:lnTo>
                  <a:pt x="1192561" y="73310"/>
                </a:lnTo>
                <a:lnTo>
                  <a:pt x="1191418" y="72204"/>
                </a:lnTo>
                <a:lnTo>
                  <a:pt x="1190248" y="71145"/>
                </a:lnTo>
                <a:lnTo>
                  <a:pt x="1189051" y="70134"/>
                </a:lnTo>
                <a:lnTo>
                  <a:pt x="1187826" y="69169"/>
                </a:lnTo>
                <a:lnTo>
                  <a:pt x="1186573" y="68252"/>
                </a:lnTo>
                <a:lnTo>
                  <a:pt x="1185293" y="67382"/>
                </a:lnTo>
                <a:lnTo>
                  <a:pt x="1183986" y="66558"/>
                </a:lnTo>
                <a:lnTo>
                  <a:pt x="1182652" y="65782"/>
                </a:lnTo>
                <a:lnTo>
                  <a:pt x="1181290" y="65053"/>
                </a:lnTo>
                <a:lnTo>
                  <a:pt x="1179900" y="64371"/>
                </a:lnTo>
                <a:lnTo>
                  <a:pt x="1178484" y="63735"/>
                </a:lnTo>
                <a:lnTo>
                  <a:pt x="1177040" y="63147"/>
                </a:lnTo>
                <a:lnTo>
                  <a:pt x="1175568" y="62606"/>
                </a:lnTo>
                <a:lnTo>
                  <a:pt x="1174069" y="62112"/>
                </a:lnTo>
                <a:lnTo>
                  <a:pt x="1172543" y="61665"/>
                </a:lnTo>
                <a:lnTo>
                  <a:pt x="1170990" y="61265"/>
                </a:lnTo>
                <a:lnTo>
                  <a:pt x="1169409" y="60913"/>
                </a:lnTo>
                <a:lnTo>
                  <a:pt x="1167800" y="60607"/>
                </a:lnTo>
                <a:lnTo>
                  <a:pt x="1166164" y="60348"/>
                </a:lnTo>
                <a:lnTo>
                  <a:pt x="1164501" y="60136"/>
                </a:lnTo>
                <a:lnTo>
                  <a:pt x="1162811" y="59972"/>
                </a:lnTo>
                <a:lnTo>
                  <a:pt x="1161093" y="59854"/>
                </a:lnTo>
                <a:lnTo>
                  <a:pt x="1159347" y="59784"/>
                </a:lnTo>
                <a:lnTo>
                  <a:pt x="1157575" y="59760"/>
                </a:lnTo>
                <a:lnTo>
                  <a:pt x="1156175" y="59774"/>
                </a:lnTo>
                <a:lnTo>
                  <a:pt x="1154792" y="59814"/>
                </a:lnTo>
                <a:lnTo>
                  <a:pt x="1153424" y="59882"/>
                </a:lnTo>
                <a:lnTo>
                  <a:pt x="1152072" y="59976"/>
                </a:lnTo>
                <a:lnTo>
                  <a:pt x="1150736" y="60098"/>
                </a:lnTo>
                <a:lnTo>
                  <a:pt x="1149416" y="60247"/>
                </a:lnTo>
                <a:lnTo>
                  <a:pt x="1148111" y="60422"/>
                </a:lnTo>
                <a:lnTo>
                  <a:pt x="1146823" y="60625"/>
                </a:lnTo>
                <a:lnTo>
                  <a:pt x="1145550" y="60855"/>
                </a:lnTo>
                <a:lnTo>
                  <a:pt x="1144293" y="61112"/>
                </a:lnTo>
                <a:lnTo>
                  <a:pt x="1143051" y="61396"/>
                </a:lnTo>
                <a:lnTo>
                  <a:pt x="1141826" y="61706"/>
                </a:lnTo>
                <a:lnTo>
                  <a:pt x="1140616" y="62044"/>
                </a:lnTo>
                <a:lnTo>
                  <a:pt x="1139422" y="62409"/>
                </a:lnTo>
                <a:lnTo>
                  <a:pt x="1138244" y="62801"/>
                </a:lnTo>
                <a:lnTo>
                  <a:pt x="1137082" y="63220"/>
                </a:lnTo>
                <a:lnTo>
                  <a:pt x="1135935" y="63666"/>
                </a:lnTo>
                <a:lnTo>
                  <a:pt x="1134804" y="64140"/>
                </a:lnTo>
                <a:lnTo>
                  <a:pt x="1133690" y="64640"/>
                </a:lnTo>
                <a:lnTo>
                  <a:pt x="1132590" y="65167"/>
                </a:lnTo>
                <a:lnTo>
                  <a:pt x="1131507" y="65721"/>
                </a:lnTo>
                <a:lnTo>
                  <a:pt x="1130440" y="66302"/>
                </a:lnTo>
                <a:lnTo>
                  <a:pt x="1129388" y="66911"/>
                </a:lnTo>
                <a:lnTo>
                  <a:pt x="1128352" y="67546"/>
                </a:lnTo>
                <a:lnTo>
                  <a:pt x="1127345" y="68196"/>
                </a:lnTo>
                <a:lnTo>
                  <a:pt x="1126362" y="68863"/>
                </a:lnTo>
                <a:lnTo>
                  <a:pt x="1125404" y="69549"/>
                </a:lnTo>
                <a:lnTo>
                  <a:pt x="1124470" y="70254"/>
                </a:lnTo>
                <a:lnTo>
                  <a:pt x="1123561" y="70976"/>
                </a:lnTo>
                <a:lnTo>
                  <a:pt x="1122677" y="71717"/>
                </a:lnTo>
                <a:lnTo>
                  <a:pt x="1121817" y="72476"/>
                </a:lnTo>
                <a:lnTo>
                  <a:pt x="1120982" y="73253"/>
                </a:lnTo>
                <a:lnTo>
                  <a:pt x="1120171" y="74049"/>
                </a:lnTo>
                <a:lnTo>
                  <a:pt x="1119385" y="74863"/>
                </a:lnTo>
                <a:lnTo>
                  <a:pt x="1118623" y="75695"/>
                </a:lnTo>
                <a:lnTo>
                  <a:pt x="1117886" y="76545"/>
                </a:lnTo>
                <a:lnTo>
                  <a:pt x="1117174" y="77414"/>
                </a:lnTo>
                <a:lnTo>
                  <a:pt x="1116486" y="78301"/>
                </a:lnTo>
                <a:lnTo>
                  <a:pt x="1115823" y="79206"/>
                </a:lnTo>
                <a:lnTo>
                  <a:pt x="1115184" y="80129"/>
                </a:lnTo>
                <a:lnTo>
                  <a:pt x="1114570" y="81071"/>
                </a:lnTo>
                <a:lnTo>
                  <a:pt x="1113981" y="82031"/>
                </a:lnTo>
                <a:lnTo>
                  <a:pt x="1113416" y="83009"/>
                </a:lnTo>
                <a:lnTo>
                  <a:pt x="1112876" y="84006"/>
                </a:lnTo>
                <a:lnTo>
                  <a:pt x="1112360" y="85020"/>
                </a:lnTo>
                <a:lnTo>
                  <a:pt x="1111869" y="86053"/>
                </a:lnTo>
                <a:lnTo>
                  <a:pt x="1111402" y="87104"/>
                </a:lnTo>
                <a:lnTo>
                  <a:pt x="1110960" y="88174"/>
                </a:lnTo>
                <a:lnTo>
                  <a:pt x="1109342" y="88174"/>
                </a:lnTo>
                <a:lnTo>
                  <a:pt x="1108960" y="87088"/>
                </a:lnTo>
                <a:lnTo>
                  <a:pt x="1108556" y="86022"/>
                </a:lnTo>
                <a:lnTo>
                  <a:pt x="1108129" y="84974"/>
                </a:lnTo>
                <a:lnTo>
                  <a:pt x="1107679" y="83947"/>
                </a:lnTo>
                <a:lnTo>
                  <a:pt x="1107207" y="82938"/>
                </a:lnTo>
                <a:lnTo>
                  <a:pt x="1106713" y="81949"/>
                </a:lnTo>
                <a:lnTo>
                  <a:pt x="1106196" y="80979"/>
                </a:lnTo>
                <a:lnTo>
                  <a:pt x="1105657" y="80028"/>
                </a:lnTo>
                <a:lnTo>
                  <a:pt x="1105095" y="79097"/>
                </a:lnTo>
                <a:lnTo>
                  <a:pt x="1104511" y="78185"/>
                </a:lnTo>
                <a:lnTo>
                  <a:pt x="1103904" y="77292"/>
                </a:lnTo>
                <a:lnTo>
                  <a:pt x="1103275" y="76419"/>
                </a:lnTo>
                <a:lnTo>
                  <a:pt x="1102623" y="75565"/>
                </a:lnTo>
                <a:lnTo>
                  <a:pt x="1101949" y="74730"/>
                </a:lnTo>
                <a:lnTo>
                  <a:pt x="1101253" y="73915"/>
                </a:lnTo>
                <a:lnTo>
                  <a:pt x="1100534" y="73119"/>
                </a:lnTo>
                <a:lnTo>
                  <a:pt x="1099792" y="72342"/>
                </a:lnTo>
                <a:lnTo>
                  <a:pt x="1099028" y="71584"/>
                </a:lnTo>
                <a:lnTo>
                  <a:pt x="1098242" y="70846"/>
                </a:lnTo>
                <a:lnTo>
                  <a:pt x="1097433" y="70127"/>
                </a:lnTo>
                <a:lnTo>
                  <a:pt x="1096601" y="69428"/>
                </a:lnTo>
                <a:lnTo>
                  <a:pt x="1095748" y="68747"/>
                </a:lnTo>
                <a:lnTo>
                  <a:pt x="1094871" y="68086"/>
                </a:lnTo>
                <a:lnTo>
                  <a:pt x="1093972" y="67445"/>
                </a:lnTo>
                <a:lnTo>
                  <a:pt x="1093062" y="66818"/>
                </a:lnTo>
                <a:lnTo>
                  <a:pt x="1092135" y="66217"/>
                </a:lnTo>
                <a:lnTo>
                  <a:pt x="1091190" y="65644"/>
                </a:lnTo>
                <a:lnTo>
                  <a:pt x="1090228" y="65097"/>
                </a:lnTo>
                <a:lnTo>
                  <a:pt x="1089249" y="64576"/>
                </a:lnTo>
                <a:lnTo>
                  <a:pt x="1088253" y="64083"/>
                </a:lnTo>
                <a:lnTo>
                  <a:pt x="1087240" y="63616"/>
                </a:lnTo>
                <a:lnTo>
                  <a:pt x="1086209" y="63175"/>
                </a:lnTo>
                <a:lnTo>
                  <a:pt x="1085161" y="62762"/>
                </a:lnTo>
                <a:lnTo>
                  <a:pt x="1084096" y="62375"/>
                </a:lnTo>
                <a:lnTo>
                  <a:pt x="1083014" y="62015"/>
                </a:lnTo>
                <a:lnTo>
                  <a:pt x="1081914" y="61681"/>
                </a:lnTo>
                <a:lnTo>
                  <a:pt x="1080798" y="61374"/>
                </a:lnTo>
                <a:lnTo>
                  <a:pt x="1079664" y="61094"/>
                </a:lnTo>
                <a:lnTo>
                  <a:pt x="1078513" y="60841"/>
                </a:lnTo>
                <a:lnTo>
                  <a:pt x="1077344" y="60614"/>
                </a:lnTo>
                <a:lnTo>
                  <a:pt x="1076159" y="60414"/>
                </a:lnTo>
                <a:lnTo>
                  <a:pt x="1074956" y="60240"/>
                </a:lnTo>
                <a:lnTo>
                  <a:pt x="1073736" y="60094"/>
                </a:lnTo>
                <a:lnTo>
                  <a:pt x="1072499" y="59973"/>
                </a:lnTo>
                <a:lnTo>
                  <a:pt x="1071245" y="59880"/>
                </a:lnTo>
                <a:lnTo>
                  <a:pt x="1069973" y="59813"/>
                </a:lnTo>
                <a:lnTo>
                  <a:pt x="1068685" y="59773"/>
                </a:lnTo>
                <a:lnTo>
                  <a:pt x="1067379" y="59760"/>
                </a:lnTo>
                <a:lnTo>
                  <a:pt x="1066089" y="59773"/>
                </a:lnTo>
                <a:lnTo>
                  <a:pt x="1064814" y="59813"/>
                </a:lnTo>
                <a:lnTo>
                  <a:pt x="1063554" y="59878"/>
                </a:lnTo>
                <a:lnTo>
                  <a:pt x="1062309" y="59971"/>
                </a:lnTo>
                <a:lnTo>
                  <a:pt x="1061079" y="60089"/>
                </a:lnTo>
                <a:lnTo>
                  <a:pt x="1059864" y="60234"/>
                </a:lnTo>
                <a:lnTo>
                  <a:pt x="1058665" y="60405"/>
                </a:lnTo>
                <a:lnTo>
                  <a:pt x="1057480" y="60603"/>
                </a:lnTo>
                <a:lnTo>
                  <a:pt x="1056311" y="60826"/>
                </a:lnTo>
                <a:lnTo>
                  <a:pt x="1055157" y="61077"/>
                </a:lnTo>
                <a:lnTo>
                  <a:pt x="1054018" y="61353"/>
                </a:lnTo>
                <a:lnTo>
                  <a:pt x="1052894" y="61656"/>
                </a:lnTo>
                <a:lnTo>
                  <a:pt x="1051785" y="61985"/>
                </a:lnTo>
                <a:lnTo>
                  <a:pt x="1050691" y="62341"/>
                </a:lnTo>
                <a:lnTo>
                  <a:pt x="1049612" y="62722"/>
                </a:lnTo>
                <a:lnTo>
                  <a:pt x="1048548" y="63131"/>
                </a:lnTo>
                <a:lnTo>
                  <a:pt x="1047500" y="63565"/>
                </a:lnTo>
                <a:lnTo>
                  <a:pt x="1046466" y="64026"/>
                </a:lnTo>
                <a:lnTo>
                  <a:pt x="1045448" y="64513"/>
                </a:lnTo>
                <a:lnTo>
                  <a:pt x="1044445" y="65026"/>
                </a:lnTo>
                <a:lnTo>
                  <a:pt x="1043457" y="65566"/>
                </a:lnTo>
                <a:lnTo>
                  <a:pt x="1042484" y="66132"/>
                </a:lnTo>
                <a:lnTo>
                  <a:pt x="1041526" y="66725"/>
                </a:lnTo>
                <a:lnTo>
                  <a:pt x="1040583" y="67344"/>
                </a:lnTo>
                <a:lnTo>
                  <a:pt x="1039658" y="67977"/>
                </a:lnTo>
                <a:lnTo>
                  <a:pt x="1038756" y="68632"/>
                </a:lnTo>
                <a:lnTo>
                  <a:pt x="1037876" y="69306"/>
                </a:lnTo>
                <a:lnTo>
                  <a:pt x="1037018" y="70001"/>
                </a:lnTo>
                <a:lnTo>
                  <a:pt x="1036183" y="70716"/>
                </a:lnTo>
                <a:lnTo>
                  <a:pt x="1035369" y="71452"/>
                </a:lnTo>
                <a:lnTo>
                  <a:pt x="1034577" y="72208"/>
                </a:lnTo>
                <a:lnTo>
                  <a:pt x="1033808" y="72984"/>
                </a:lnTo>
                <a:lnTo>
                  <a:pt x="1033061" y="73780"/>
                </a:lnTo>
                <a:lnTo>
                  <a:pt x="1032335" y="74597"/>
                </a:lnTo>
                <a:lnTo>
                  <a:pt x="1031632" y="75435"/>
                </a:lnTo>
                <a:lnTo>
                  <a:pt x="1030951" y="76293"/>
                </a:lnTo>
                <a:lnTo>
                  <a:pt x="1030293" y="77171"/>
                </a:lnTo>
                <a:lnTo>
                  <a:pt x="1029656" y="78069"/>
                </a:lnTo>
                <a:lnTo>
                  <a:pt x="1029041" y="78988"/>
                </a:lnTo>
                <a:lnTo>
                  <a:pt x="1028449" y="79927"/>
                </a:lnTo>
                <a:lnTo>
                  <a:pt x="1027878" y="80887"/>
                </a:lnTo>
                <a:lnTo>
                  <a:pt x="1027330" y="81867"/>
                </a:lnTo>
                <a:lnTo>
                  <a:pt x="1026804" y="82867"/>
                </a:lnTo>
                <a:lnTo>
                  <a:pt x="1026300" y="83888"/>
                </a:lnTo>
                <a:lnTo>
                  <a:pt x="1025818" y="84929"/>
                </a:lnTo>
                <a:lnTo>
                  <a:pt x="1025358" y="85990"/>
                </a:lnTo>
                <a:lnTo>
                  <a:pt x="1024921" y="87072"/>
                </a:lnTo>
                <a:lnTo>
                  <a:pt x="1024505" y="88174"/>
                </a:lnTo>
                <a:lnTo>
                  <a:pt x="1022685" y="88174"/>
                </a:lnTo>
                <a:lnTo>
                  <a:pt x="1022685" y="61782"/>
                </a:lnTo>
                <a:lnTo>
                  <a:pt x="987699" y="61782"/>
                </a:lnTo>
                <a:lnTo>
                  <a:pt x="987699" y="217098"/>
                </a:lnTo>
                <a:lnTo>
                  <a:pt x="1024303" y="217098"/>
                </a:lnTo>
                <a:lnTo>
                  <a:pt x="1024303" y="122655"/>
                </a:lnTo>
                <a:lnTo>
                  <a:pt x="1024310" y="121858"/>
                </a:lnTo>
                <a:lnTo>
                  <a:pt x="1024330" y="121070"/>
                </a:lnTo>
                <a:lnTo>
                  <a:pt x="1024363" y="120291"/>
                </a:lnTo>
                <a:close/>
                <a:moveTo>
                  <a:pt x="593672" y="217098"/>
                </a:moveTo>
                <a:lnTo>
                  <a:pt x="630276" y="217098"/>
                </a:lnTo>
                <a:lnTo>
                  <a:pt x="630276" y="61782"/>
                </a:lnTo>
                <a:lnTo>
                  <a:pt x="593672" y="61782"/>
                </a:lnTo>
                <a:lnTo>
                  <a:pt x="593672" y="217098"/>
                </a:lnTo>
                <a:close/>
                <a:moveTo>
                  <a:pt x="1459206" y="217098"/>
                </a:moveTo>
                <a:lnTo>
                  <a:pt x="1459206" y="61782"/>
                </a:lnTo>
                <a:lnTo>
                  <a:pt x="1422602" y="61782"/>
                </a:lnTo>
                <a:lnTo>
                  <a:pt x="1422602" y="217098"/>
                </a:lnTo>
                <a:lnTo>
                  <a:pt x="1459206" y="217098"/>
                </a:lnTo>
                <a:close/>
                <a:moveTo>
                  <a:pt x="788592" y="94933"/>
                </a:moveTo>
                <a:lnTo>
                  <a:pt x="788050" y="93438"/>
                </a:lnTo>
                <a:lnTo>
                  <a:pt x="787467" y="91971"/>
                </a:lnTo>
                <a:lnTo>
                  <a:pt x="786842" y="90533"/>
                </a:lnTo>
                <a:lnTo>
                  <a:pt x="786175" y="89123"/>
                </a:lnTo>
                <a:lnTo>
                  <a:pt x="785466" y="87742"/>
                </a:lnTo>
                <a:lnTo>
                  <a:pt x="784715" y="86389"/>
                </a:lnTo>
                <a:lnTo>
                  <a:pt x="783923" y="85064"/>
                </a:lnTo>
                <a:lnTo>
                  <a:pt x="783089" y="83768"/>
                </a:lnTo>
                <a:lnTo>
                  <a:pt x="782213" y="82501"/>
                </a:lnTo>
                <a:lnTo>
                  <a:pt x="781296" y="81262"/>
                </a:lnTo>
                <a:lnTo>
                  <a:pt x="780336" y="80051"/>
                </a:lnTo>
                <a:lnTo>
                  <a:pt x="779335" y="78868"/>
                </a:lnTo>
                <a:lnTo>
                  <a:pt x="778292" y="77715"/>
                </a:lnTo>
                <a:lnTo>
                  <a:pt x="777208" y="76589"/>
                </a:lnTo>
                <a:lnTo>
                  <a:pt x="776081" y="75492"/>
                </a:lnTo>
                <a:lnTo>
                  <a:pt x="774913" y="74423"/>
                </a:lnTo>
                <a:lnTo>
                  <a:pt x="773703" y="73383"/>
                </a:lnTo>
                <a:lnTo>
                  <a:pt x="772451" y="72372"/>
                </a:lnTo>
                <a:lnTo>
                  <a:pt x="771157" y="71388"/>
                </a:lnTo>
                <a:lnTo>
                  <a:pt x="769831" y="70440"/>
                </a:lnTo>
                <a:lnTo>
                  <a:pt x="768464" y="69531"/>
                </a:lnTo>
                <a:lnTo>
                  <a:pt x="767057" y="68663"/>
                </a:lnTo>
                <a:lnTo>
                  <a:pt x="765610" y="67835"/>
                </a:lnTo>
                <a:lnTo>
                  <a:pt x="764122" y="67048"/>
                </a:lnTo>
                <a:lnTo>
                  <a:pt x="762594" y="66301"/>
                </a:lnTo>
                <a:lnTo>
                  <a:pt x="761025" y="65594"/>
                </a:lnTo>
                <a:lnTo>
                  <a:pt x="759416" y="64928"/>
                </a:lnTo>
                <a:lnTo>
                  <a:pt x="757767" y="64302"/>
                </a:lnTo>
                <a:lnTo>
                  <a:pt x="756078" y="63717"/>
                </a:lnTo>
                <a:lnTo>
                  <a:pt x="754347" y="63172"/>
                </a:lnTo>
                <a:lnTo>
                  <a:pt x="752577" y="62667"/>
                </a:lnTo>
                <a:lnTo>
                  <a:pt x="750766" y="62203"/>
                </a:lnTo>
                <a:lnTo>
                  <a:pt x="748915" y="61779"/>
                </a:lnTo>
                <a:lnTo>
                  <a:pt x="747024" y="61395"/>
                </a:lnTo>
                <a:lnTo>
                  <a:pt x="745092" y="61052"/>
                </a:lnTo>
                <a:lnTo>
                  <a:pt x="743119" y="60749"/>
                </a:lnTo>
                <a:lnTo>
                  <a:pt x="741107" y="60487"/>
                </a:lnTo>
                <a:lnTo>
                  <a:pt x="739054" y="60265"/>
                </a:lnTo>
                <a:lnTo>
                  <a:pt x="736960" y="60083"/>
                </a:lnTo>
                <a:lnTo>
                  <a:pt x="734826" y="59942"/>
                </a:lnTo>
                <a:lnTo>
                  <a:pt x="732652" y="59841"/>
                </a:lnTo>
                <a:lnTo>
                  <a:pt x="730438" y="59780"/>
                </a:lnTo>
                <a:lnTo>
                  <a:pt x="728183" y="59760"/>
                </a:lnTo>
                <a:lnTo>
                  <a:pt x="726640" y="59770"/>
                </a:lnTo>
                <a:lnTo>
                  <a:pt x="725112" y="59801"/>
                </a:lnTo>
                <a:lnTo>
                  <a:pt x="723599" y="59852"/>
                </a:lnTo>
                <a:lnTo>
                  <a:pt x="722102" y="59923"/>
                </a:lnTo>
                <a:lnTo>
                  <a:pt x="720619" y="60015"/>
                </a:lnTo>
                <a:lnTo>
                  <a:pt x="719152" y="60127"/>
                </a:lnTo>
                <a:lnTo>
                  <a:pt x="717699" y="60259"/>
                </a:lnTo>
                <a:lnTo>
                  <a:pt x="716262" y="60412"/>
                </a:lnTo>
                <a:lnTo>
                  <a:pt x="714840" y="60585"/>
                </a:lnTo>
                <a:lnTo>
                  <a:pt x="713433" y="60778"/>
                </a:lnTo>
                <a:lnTo>
                  <a:pt x="712041" y="60992"/>
                </a:lnTo>
                <a:lnTo>
                  <a:pt x="710664" y="61226"/>
                </a:lnTo>
                <a:lnTo>
                  <a:pt x="709302" y="61481"/>
                </a:lnTo>
                <a:lnTo>
                  <a:pt x="707956" y="61756"/>
                </a:lnTo>
                <a:lnTo>
                  <a:pt x="706624" y="62051"/>
                </a:lnTo>
                <a:lnTo>
                  <a:pt x="705308" y="62367"/>
                </a:lnTo>
                <a:lnTo>
                  <a:pt x="704006" y="62703"/>
                </a:lnTo>
                <a:lnTo>
                  <a:pt x="702720" y="63059"/>
                </a:lnTo>
                <a:lnTo>
                  <a:pt x="701449" y="63436"/>
                </a:lnTo>
                <a:lnTo>
                  <a:pt x="700193" y="63833"/>
                </a:lnTo>
                <a:lnTo>
                  <a:pt x="698952" y="64250"/>
                </a:lnTo>
                <a:lnTo>
                  <a:pt x="697726" y="64688"/>
                </a:lnTo>
                <a:lnTo>
                  <a:pt x="696515" y="65146"/>
                </a:lnTo>
                <a:lnTo>
                  <a:pt x="695320" y="65625"/>
                </a:lnTo>
                <a:lnTo>
                  <a:pt x="694151" y="66113"/>
                </a:lnTo>
                <a:lnTo>
                  <a:pt x="693003" y="66619"/>
                </a:lnTo>
                <a:lnTo>
                  <a:pt x="691877" y="67142"/>
                </a:lnTo>
                <a:lnTo>
                  <a:pt x="690772" y="67681"/>
                </a:lnTo>
                <a:lnTo>
                  <a:pt x="689689" y="68237"/>
                </a:lnTo>
                <a:lnTo>
                  <a:pt x="688627" y="68810"/>
                </a:lnTo>
                <a:lnTo>
                  <a:pt x="687587" y="69400"/>
                </a:lnTo>
                <a:lnTo>
                  <a:pt x="686568" y="70006"/>
                </a:lnTo>
                <a:lnTo>
                  <a:pt x="685570" y="70630"/>
                </a:lnTo>
                <a:lnTo>
                  <a:pt x="684594" y="71270"/>
                </a:lnTo>
                <a:lnTo>
                  <a:pt x="683639" y="71928"/>
                </a:lnTo>
                <a:lnTo>
                  <a:pt x="682705" y="72602"/>
                </a:lnTo>
                <a:lnTo>
                  <a:pt x="681793" y="73293"/>
                </a:lnTo>
                <a:lnTo>
                  <a:pt x="680903" y="74001"/>
                </a:lnTo>
                <a:lnTo>
                  <a:pt x="680034" y="74725"/>
                </a:lnTo>
                <a:lnTo>
                  <a:pt x="679186" y="75467"/>
                </a:lnTo>
                <a:lnTo>
                  <a:pt x="678360" y="76225"/>
                </a:lnTo>
                <a:lnTo>
                  <a:pt x="677555" y="77000"/>
                </a:lnTo>
                <a:lnTo>
                  <a:pt x="676771" y="77792"/>
                </a:lnTo>
                <a:lnTo>
                  <a:pt x="676009" y="78601"/>
                </a:lnTo>
                <a:lnTo>
                  <a:pt x="675269" y="79427"/>
                </a:lnTo>
                <a:lnTo>
                  <a:pt x="674549" y="80270"/>
                </a:lnTo>
                <a:lnTo>
                  <a:pt x="673852" y="81129"/>
                </a:lnTo>
                <a:lnTo>
                  <a:pt x="673175" y="82006"/>
                </a:lnTo>
                <a:lnTo>
                  <a:pt x="672532" y="82889"/>
                </a:lnTo>
                <a:lnTo>
                  <a:pt x="671916" y="83785"/>
                </a:lnTo>
                <a:lnTo>
                  <a:pt x="671328" y="84695"/>
                </a:lnTo>
                <a:lnTo>
                  <a:pt x="670768" y="85618"/>
                </a:lnTo>
                <a:lnTo>
                  <a:pt x="670236" y="86554"/>
                </a:lnTo>
                <a:lnTo>
                  <a:pt x="669731" y="87504"/>
                </a:lnTo>
                <a:lnTo>
                  <a:pt x="669254" y="88467"/>
                </a:lnTo>
                <a:lnTo>
                  <a:pt x="668805" y="89443"/>
                </a:lnTo>
                <a:lnTo>
                  <a:pt x="668383" y="90433"/>
                </a:lnTo>
                <a:lnTo>
                  <a:pt x="667989" y="91436"/>
                </a:lnTo>
                <a:lnTo>
                  <a:pt x="667623" y="92453"/>
                </a:lnTo>
                <a:lnTo>
                  <a:pt x="667285" y="93482"/>
                </a:lnTo>
                <a:lnTo>
                  <a:pt x="666975" y="94526"/>
                </a:lnTo>
                <a:lnTo>
                  <a:pt x="666692" y="95582"/>
                </a:lnTo>
                <a:lnTo>
                  <a:pt x="666437" y="96652"/>
                </a:lnTo>
                <a:lnTo>
                  <a:pt x="666209" y="97735"/>
                </a:lnTo>
                <a:lnTo>
                  <a:pt x="666010" y="98831"/>
                </a:lnTo>
                <a:lnTo>
                  <a:pt x="665838" y="99941"/>
                </a:lnTo>
                <a:lnTo>
                  <a:pt x="665694" y="101064"/>
                </a:lnTo>
                <a:lnTo>
                  <a:pt x="665577" y="102201"/>
                </a:lnTo>
                <a:lnTo>
                  <a:pt x="665489" y="103351"/>
                </a:lnTo>
                <a:lnTo>
                  <a:pt x="665428" y="104514"/>
                </a:lnTo>
                <a:lnTo>
                  <a:pt x="665395" y="105690"/>
                </a:lnTo>
                <a:lnTo>
                  <a:pt x="665389" y="106880"/>
                </a:lnTo>
                <a:lnTo>
                  <a:pt x="665400" y="108286"/>
                </a:lnTo>
                <a:lnTo>
                  <a:pt x="665447" y="109671"/>
                </a:lnTo>
                <a:lnTo>
                  <a:pt x="665533" y="111036"/>
                </a:lnTo>
                <a:lnTo>
                  <a:pt x="665656" y="112380"/>
                </a:lnTo>
                <a:lnTo>
                  <a:pt x="665817" y="113704"/>
                </a:lnTo>
                <a:lnTo>
                  <a:pt x="666015" y="115008"/>
                </a:lnTo>
                <a:lnTo>
                  <a:pt x="666251" y="116291"/>
                </a:lnTo>
                <a:lnTo>
                  <a:pt x="666524" y="117554"/>
                </a:lnTo>
                <a:lnTo>
                  <a:pt x="666835" y="118796"/>
                </a:lnTo>
                <a:lnTo>
                  <a:pt x="667183" y="120019"/>
                </a:lnTo>
                <a:lnTo>
                  <a:pt x="667569" y="121220"/>
                </a:lnTo>
                <a:lnTo>
                  <a:pt x="667993" y="122402"/>
                </a:lnTo>
                <a:lnTo>
                  <a:pt x="668454" y="123563"/>
                </a:lnTo>
                <a:lnTo>
                  <a:pt x="668953" y="124704"/>
                </a:lnTo>
                <a:lnTo>
                  <a:pt x="669489" y="125824"/>
                </a:lnTo>
                <a:lnTo>
                  <a:pt x="670063" y="126924"/>
                </a:lnTo>
                <a:lnTo>
                  <a:pt x="670674" y="128004"/>
                </a:lnTo>
                <a:lnTo>
                  <a:pt x="671323" y="129063"/>
                </a:lnTo>
                <a:lnTo>
                  <a:pt x="672010" y="130102"/>
                </a:lnTo>
                <a:lnTo>
                  <a:pt x="672734" y="131120"/>
                </a:lnTo>
                <a:lnTo>
                  <a:pt x="673496" y="132118"/>
                </a:lnTo>
                <a:lnTo>
                  <a:pt x="674295" y="133096"/>
                </a:lnTo>
                <a:lnTo>
                  <a:pt x="675132" y="134054"/>
                </a:lnTo>
                <a:lnTo>
                  <a:pt x="676006" y="134991"/>
                </a:lnTo>
                <a:lnTo>
                  <a:pt x="676920" y="135898"/>
                </a:lnTo>
                <a:lnTo>
                  <a:pt x="677874" y="136784"/>
                </a:lnTo>
                <a:lnTo>
                  <a:pt x="678868" y="137647"/>
                </a:lnTo>
                <a:lnTo>
                  <a:pt x="679902" y="138488"/>
                </a:lnTo>
                <a:lnTo>
                  <a:pt x="680977" y="139307"/>
                </a:lnTo>
                <a:lnTo>
                  <a:pt x="682092" y="140104"/>
                </a:lnTo>
                <a:lnTo>
                  <a:pt x="683248" y="140878"/>
                </a:lnTo>
                <a:lnTo>
                  <a:pt x="684444" y="141631"/>
                </a:lnTo>
                <a:lnTo>
                  <a:pt x="685680" y="142361"/>
                </a:lnTo>
                <a:lnTo>
                  <a:pt x="686957" y="143070"/>
                </a:lnTo>
                <a:lnTo>
                  <a:pt x="688274" y="143756"/>
                </a:lnTo>
                <a:lnTo>
                  <a:pt x="689632" y="144420"/>
                </a:lnTo>
                <a:lnTo>
                  <a:pt x="691030" y="145062"/>
                </a:lnTo>
                <a:lnTo>
                  <a:pt x="692468" y="145682"/>
                </a:lnTo>
                <a:lnTo>
                  <a:pt x="693947" y="146280"/>
                </a:lnTo>
                <a:lnTo>
                  <a:pt x="695466" y="146855"/>
                </a:lnTo>
                <a:lnTo>
                  <a:pt x="697025" y="147409"/>
                </a:lnTo>
                <a:lnTo>
                  <a:pt x="698625" y="147940"/>
                </a:lnTo>
                <a:lnTo>
                  <a:pt x="700265" y="148449"/>
                </a:lnTo>
                <a:lnTo>
                  <a:pt x="701946" y="148936"/>
                </a:lnTo>
                <a:lnTo>
                  <a:pt x="703667" y="149402"/>
                </a:lnTo>
                <a:lnTo>
                  <a:pt x="705428" y="149844"/>
                </a:lnTo>
                <a:lnTo>
                  <a:pt x="707230" y="150265"/>
                </a:lnTo>
                <a:lnTo>
                  <a:pt x="709072" y="150664"/>
                </a:lnTo>
                <a:lnTo>
                  <a:pt x="735564" y="156225"/>
                </a:lnTo>
                <a:lnTo>
                  <a:pt x="736448" y="156423"/>
                </a:lnTo>
                <a:lnTo>
                  <a:pt x="737311" y="156627"/>
                </a:lnTo>
                <a:lnTo>
                  <a:pt x="738155" y="156838"/>
                </a:lnTo>
                <a:lnTo>
                  <a:pt x="738980" y="157057"/>
                </a:lnTo>
                <a:lnTo>
                  <a:pt x="739784" y="157282"/>
                </a:lnTo>
                <a:lnTo>
                  <a:pt x="740569" y="157515"/>
                </a:lnTo>
                <a:lnTo>
                  <a:pt x="741335" y="157754"/>
                </a:lnTo>
                <a:lnTo>
                  <a:pt x="742081" y="158000"/>
                </a:lnTo>
                <a:lnTo>
                  <a:pt x="742807" y="158254"/>
                </a:lnTo>
                <a:lnTo>
                  <a:pt x="743513" y="158514"/>
                </a:lnTo>
                <a:lnTo>
                  <a:pt x="744200" y="158782"/>
                </a:lnTo>
                <a:lnTo>
                  <a:pt x="744867" y="159057"/>
                </a:lnTo>
                <a:lnTo>
                  <a:pt x="745514" y="159338"/>
                </a:lnTo>
                <a:lnTo>
                  <a:pt x="746142" y="159627"/>
                </a:lnTo>
                <a:lnTo>
                  <a:pt x="746750" y="159922"/>
                </a:lnTo>
                <a:lnTo>
                  <a:pt x="747339" y="160225"/>
                </a:lnTo>
                <a:lnTo>
                  <a:pt x="747907" y="160535"/>
                </a:lnTo>
                <a:lnTo>
                  <a:pt x="748457" y="160851"/>
                </a:lnTo>
                <a:lnTo>
                  <a:pt x="748986" y="161175"/>
                </a:lnTo>
                <a:lnTo>
                  <a:pt x="749496" y="161506"/>
                </a:lnTo>
                <a:lnTo>
                  <a:pt x="749986" y="161844"/>
                </a:lnTo>
                <a:lnTo>
                  <a:pt x="750456" y="162188"/>
                </a:lnTo>
                <a:lnTo>
                  <a:pt x="750907" y="162540"/>
                </a:lnTo>
                <a:lnTo>
                  <a:pt x="751338" y="162899"/>
                </a:lnTo>
                <a:lnTo>
                  <a:pt x="751759" y="163265"/>
                </a:lnTo>
                <a:lnTo>
                  <a:pt x="752162" y="163640"/>
                </a:lnTo>
                <a:lnTo>
                  <a:pt x="752547" y="164022"/>
                </a:lnTo>
                <a:lnTo>
                  <a:pt x="752914" y="164413"/>
                </a:lnTo>
                <a:lnTo>
                  <a:pt x="753263" y="164812"/>
                </a:lnTo>
                <a:lnTo>
                  <a:pt x="753595" y="165218"/>
                </a:lnTo>
                <a:lnTo>
                  <a:pt x="753908" y="165633"/>
                </a:lnTo>
                <a:lnTo>
                  <a:pt x="754203" y="166056"/>
                </a:lnTo>
                <a:lnTo>
                  <a:pt x="754481" y="166487"/>
                </a:lnTo>
                <a:lnTo>
                  <a:pt x="754741" y="166926"/>
                </a:lnTo>
                <a:lnTo>
                  <a:pt x="754982" y="167373"/>
                </a:lnTo>
                <a:lnTo>
                  <a:pt x="755206" y="167828"/>
                </a:lnTo>
                <a:lnTo>
                  <a:pt x="755412" y="168292"/>
                </a:lnTo>
                <a:lnTo>
                  <a:pt x="755600" y="168763"/>
                </a:lnTo>
                <a:lnTo>
                  <a:pt x="755770" y="169243"/>
                </a:lnTo>
                <a:lnTo>
                  <a:pt x="755922" y="169730"/>
                </a:lnTo>
                <a:lnTo>
                  <a:pt x="756057" y="170226"/>
                </a:lnTo>
                <a:lnTo>
                  <a:pt x="756173" y="170729"/>
                </a:lnTo>
                <a:lnTo>
                  <a:pt x="756272" y="171241"/>
                </a:lnTo>
                <a:lnTo>
                  <a:pt x="756352" y="171761"/>
                </a:lnTo>
                <a:lnTo>
                  <a:pt x="756415" y="172289"/>
                </a:lnTo>
                <a:lnTo>
                  <a:pt x="756460" y="172825"/>
                </a:lnTo>
                <a:lnTo>
                  <a:pt x="756486" y="173369"/>
                </a:lnTo>
                <a:lnTo>
                  <a:pt x="756495" y="173921"/>
                </a:lnTo>
                <a:lnTo>
                  <a:pt x="756481" y="174574"/>
                </a:lnTo>
                <a:lnTo>
                  <a:pt x="756440" y="175218"/>
                </a:lnTo>
                <a:lnTo>
                  <a:pt x="756371" y="175853"/>
                </a:lnTo>
                <a:lnTo>
                  <a:pt x="756273" y="176480"/>
                </a:lnTo>
                <a:lnTo>
                  <a:pt x="756149" y="177097"/>
                </a:lnTo>
                <a:lnTo>
                  <a:pt x="755996" y="177706"/>
                </a:lnTo>
                <a:lnTo>
                  <a:pt x="755816" y="178307"/>
                </a:lnTo>
                <a:lnTo>
                  <a:pt x="755608" y="178898"/>
                </a:lnTo>
                <a:lnTo>
                  <a:pt x="755372" y="179481"/>
                </a:lnTo>
                <a:lnTo>
                  <a:pt x="755109" y="180054"/>
                </a:lnTo>
                <a:lnTo>
                  <a:pt x="754817" y="180620"/>
                </a:lnTo>
                <a:lnTo>
                  <a:pt x="754498" y="181176"/>
                </a:lnTo>
                <a:lnTo>
                  <a:pt x="754152" y="181723"/>
                </a:lnTo>
                <a:lnTo>
                  <a:pt x="753777" y="182262"/>
                </a:lnTo>
                <a:lnTo>
                  <a:pt x="753375" y="182792"/>
                </a:lnTo>
                <a:lnTo>
                  <a:pt x="752945" y="183313"/>
                </a:lnTo>
                <a:lnTo>
                  <a:pt x="752487" y="183826"/>
                </a:lnTo>
                <a:lnTo>
                  <a:pt x="752002" y="184329"/>
                </a:lnTo>
                <a:lnTo>
                  <a:pt x="751489" y="184824"/>
                </a:lnTo>
                <a:lnTo>
                  <a:pt x="750948" y="185310"/>
                </a:lnTo>
                <a:lnTo>
                  <a:pt x="750379" y="185788"/>
                </a:lnTo>
                <a:lnTo>
                  <a:pt x="749783" y="186256"/>
                </a:lnTo>
                <a:lnTo>
                  <a:pt x="749159" y="186716"/>
                </a:lnTo>
                <a:lnTo>
                  <a:pt x="748507" y="187167"/>
                </a:lnTo>
                <a:lnTo>
                  <a:pt x="747841" y="187604"/>
                </a:lnTo>
                <a:lnTo>
                  <a:pt x="747157" y="188023"/>
                </a:lnTo>
                <a:lnTo>
                  <a:pt x="746455" y="188423"/>
                </a:lnTo>
                <a:lnTo>
                  <a:pt x="745735" y="188805"/>
                </a:lnTo>
                <a:lnTo>
                  <a:pt x="744997" y="189167"/>
                </a:lnTo>
                <a:lnTo>
                  <a:pt x="744241" y="189512"/>
                </a:lnTo>
                <a:lnTo>
                  <a:pt x="743468" y="189837"/>
                </a:lnTo>
                <a:lnTo>
                  <a:pt x="742676" y="190144"/>
                </a:lnTo>
                <a:lnTo>
                  <a:pt x="741867" y="190433"/>
                </a:lnTo>
                <a:lnTo>
                  <a:pt x="741039" y="190703"/>
                </a:lnTo>
                <a:lnTo>
                  <a:pt x="740194" y="190954"/>
                </a:lnTo>
                <a:lnTo>
                  <a:pt x="739331" y="191186"/>
                </a:lnTo>
                <a:lnTo>
                  <a:pt x="738450" y="191400"/>
                </a:lnTo>
                <a:lnTo>
                  <a:pt x="737551" y="191596"/>
                </a:lnTo>
                <a:lnTo>
                  <a:pt x="736634" y="191773"/>
                </a:lnTo>
                <a:lnTo>
                  <a:pt x="735699" y="191931"/>
                </a:lnTo>
                <a:lnTo>
                  <a:pt x="734746" y="192070"/>
                </a:lnTo>
                <a:lnTo>
                  <a:pt x="733776" y="192191"/>
                </a:lnTo>
                <a:lnTo>
                  <a:pt x="732787" y="192294"/>
                </a:lnTo>
                <a:lnTo>
                  <a:pt x="731781" y="192377"/>
                </a:lnTo>
                <a:lnTo>
                  <a:pt x="730756" y="192442"/>
                </a:lnTo>
                <a:lnTo>
                  <a:pt x="729714" y="192489"/>
                </a:lnTo>
                <a:lnTo>
                  <a:pt x="728654" y="192517"/>
                </a:lnTo>
                <a:lnTo>
                  <a:pt x="727576" y="192526"/>
                </a:lnTo>
                <a:lnTo>
                  <a:pt x="726531" y="192517"/>
                </a:lnTo>
                <a:lnTo>
                  <a:pt x="725502" y="192489"/>
                </a:lnTo>
                <a:lnTo>
                  <a:pt x="724490" y="192442"/>
                </a:lnTo>
                <a:lnTo>
                  <a:pt x="723495" y="192377"/>
                </a:lnTo>
                <a:lnTo>
                  <a:pt x="722516" y="192294"/>
                </a:lnTo>
                <a:lnTo>
                  <a:pt x="721553" y="192191"/>
                </a:lnTo>
                <a:lnTo>
                  <a:pt x="720607" y="192070"/>
                </a:lnTo>
                <a:lnTo>
                  <a:pt x="719678" y="191931"/>
                </a:lnTo>
                <a:lnTo>
                  <a:pt x="718765" y="191773"/>
                </a:lnTo>
                <a:lnTo>
                  <a:pt x="717868" y="191596"/>
                </a:lnTo>
                <a:lnTo>
                  <a:pt x="716988" y="191400"/>
                </a:lnTo>
                <a:lnTo>
                  <a:pt x="716124" y="191186"/>
                </a:lnTo>
                <a:lnTo>
                  <a:pt x="715277" y="190954"/>
                </a:lnTo>
                <a:lnTo>
                  <a:pt x="714447" y="190703"/>
                </a:lnTo>
                <a:lnTo>
                  <a:pt x="713633" y="190433"/>
                </a:lnTo>
                <a:lnTo>
                  <a:pt x="712835" y="190144"/>
                </a:lnTo>
                <a:lnTo>
                  <a:pt x="712054" y="189837"/>
                </a:lnTo>
                <a:lnTo>
                  <a:pt x="711290" y="189512"/>
                </a:lnTo>
                <a:lnTo>
                  <a:pt x="710542" y="189167"/>
                </a:lnTo>
                <a:lnTo>
                  <a:pt x="709810" y="188805"/>
                </a:lnTo>
                <a:lnTo>
                  <a:pt x="709095" y="188423"/>
                </a:lnTo>
                <a:lnTo>
                  <a:pt x="708397" y="188023"/>
                </a:lnTo>
                <a:lnTo>
                  <a:pt x="707715" y="187604"/>
                </a:lnTo>
                <a:lnTo>
                  <a:pt x="707049" y="187167"/>
                </a:lnTo>
                <a:lnTo>
                  <a:pt x="706402" y="186711"/>
                </a:lnTo>
                <a:lnTo>
                  <a:pt x="705773" y="186238"/>
                </a:lnTo>
                <a:lnTo>
                  <a:pt x="705163" y="185747"/>
                </a:lnTo>
                <a:lnTo>
                  <a:pt x="704572" y="185237"/>
                </a:lnTo>
                <a:lnTo>
                  <a:pt x="704000" y="184710"/>
                </a:lnTo>
                <a:lnTo>
                  <a:pt x="703447" y="184165"/>
                </a:lnTo>
                <a:lnTo>
                  <a:pt x="702913" y="183602"/>
                </a:lnTo>
                <a:lnTo>
                  <a:pt x="702398" y="183021"/>
                </a:lnTo>
                <a:lnTo>
                  <a:pt x="701902" y="182422"/>
                </a:lnTo>
                <a:lnTo>
                  <a:pt x="701425" y="181806"/>
                </a:lnTo>
                <a:lnTo>
                  <a:pt x="700966" y="181171"/>
                </a:lnTo>
                <a:lnTo>
                  <a:pt x="700527" y="180519"/>
                </a:lnTo>
                <a:lnTo>
                  <a:pt x="700107" y="179848"/>
                </a:lnTo>
                <a:lnTo>
                  <a:pt x="699706" y="179160"/>
                </a:lnTo>
                <a:lnTo>
                  <a:pt x="699323" y="178454"/>
                </a:lnTo>
                <a:lnTo>
                  <a:pt x="698960" y="177729"/>
                </a:lnTo>
                <a:lnTo>
                  <a:pt x="698615" y="176987"/>
                </a:lnTo>
                <a:lnTo>
                  <a:pt x="698290" y="176227"/>
                </a:lnTo>
                <a:lnTo>
                  <a:pt x="697983" y="175450"/>
                </a:lnTo>
                <a:lnTo>
                  <a:pt x="697696" y="174654"/>
                </a:lnTo>
                <a:lnTo>
                  <a:pt x="697427" y="173840"/>
                </a:lnTo>
                <a:lnTo>
                  <a:pt x="697178" y="173009"/>
                </a:lnTo>
                <a:lnTo>
                  <a:pt x="696947" y="172159"/>
                </a:lnTo>
                <a:lnTo>
                  <a:pt x="696735" y="171292"/>
                </a:lnTo>
                <a:lnTo>
                  <a:pt x="661041" y="174730"/>
                </a:lnTo>
                <a:lnTo>
                  <a:pt x="661344" y="176500"/>
                </a:lnTo>
                <a:lnTo>
                  <a:pt x="661695" y="178237"/>
                </a:lnTo>
                <a:lnTo>
                  <a:pt x="662095" y="179942"/>
                </a:lnTo>
                <a:lnTo>
                  <a:pt x="662544" y="181614"/>
                </a:lnTo>
                <a:lnTo>
                  <a:pt x="663042" y="183254"/>
                </a:lnTo>
                <a:lnTo>
                  <a:pt x="663588" y="184860"/>
                </a:lnTo>
                <a:lnTo>
                  <a:pt x="664183" y="186434"/>
                </a:lnTo>
                <a:lnTo>
                  <a:pt x="664827" y="187976"/>
                </a:lnTo>
                <a:lnTo>
                  <a:pt x="665520" y="189485"/>
                </a:lnTo>
                <a:lnTo>
                  <a:pt x="666262" y="190961"/>
                </a:lnTo>
                <a:lnTo>
                  <a:pt x="667052" y="192405"/>
                </a:lnTo>
                <a:lnTo>
                  <a:pt x="667892" y="193815"/>
                </a:lnTo>
                <a:lnTo>
                  <a:pt x="668780" y="195194"/>
                </a:lnTo>
                <a:lnTo>
                  <a:pt x="669717" y="196539"/>
                </a:lnTo>
                <a:lnTo>
                  <a:pt x="670703" y="197852"/>
                </a:lnTo>
                <a:lnTo>
                  <a:pt x="671737" y="199133"/>
                </a:lnTo>
                <a:lnTo>
                  <a:pt x="672820" y="200380"/>
                </a:lnTo>
                <a:lnTo>
                  <a:pt x="673952" y="201595"/>
                </a:lnTo>
                <a:lnTo>
                  <a:pt x="675133" y="202777"/>
                </a:lnTo>
                <a:lnTo>
                  <a:pt x="676363" y="203927"/>
                </a:lnTo>
                <a:lnTo>
                  <a:pt x="677642" y="205044"/>
                </a:lnTo>
                <a:lnTo>
                  <a:pt x="678969" y="206129"/>
                </a:lnTo>
                <a:lnTo>
                  <a:pt x="680345" y="207180"/>
                </a:lnTo>
                <a:lnTo>
                  <a:pt x="681770" y="208199"/>
                </a:lnTo>
                <a:lnTo>
                  <a:pt x="683239" y="209173"/>
                </a:lnTo>
                <a:lnTo>
                  <a:pt x="684746" y="210105"/>
                </a:lnTo>
                <a:lnTo>
                  <a:pt x="686292" y="210996"/>
                </a:lnTo>
                <a:lnTo>
                  <a:pt x="687876" y="211845"/>
                </a:lnTo>
                <a:lnTo>
                  <a:pt x="689500" y="212653"/>
                </a:lnTo>
                <a:lnTo>
                  <a:pt x="691161" y="213419"/>
                </a:lnTo>
                <a:lnTo>
                  <a:pt x="692862" y="214144"/>
                </a:lnTo>
                <a:lnTo>
                  <a:pt x="694601" y="214828"/>
                </a:lnTo>
                <a:lnTo>
                  <a:pt x="696378" y="215470"/>
                </a:lnTo>
                <a:lnTo>
                  <a:pt x="698195" y="216071"/>
                </a:lnTo>
                <a:lnTo>
                  <a:pt x="700049" y="216630"/>
                </a:lnTo>
                <a:lnTo>
                  <a:pt x="701943" y="217148"/>
                </a:lnTo>
                <a:lnTo>
                  <a:pt x="703875" y="217625"/>
                </a:lnTo>
                <a:lnTo>
                  <a:pt x="705846" y="218060"/>
                </a:lnTo>
                <a:lnTo>
                  <a:pt x="707855" y="218453"/>
                </a:lnTo>
                <a:lnTo>
                  <a:pt x="709903" y="218805"/>
                </a:lnTo>
                <a:lnTo>
                  <a:pt x="711990" y="219116"/>
                </a:lnTo>
                <a:lnTo>
                  <a:pt x="714115" y="219385"/>
                </a:lnTo>
                <a:lnTo>
                  <a:pt x="716279" y="219613"/>
                </a:lnTo>
                <a:lnTo>
                  <a:pt x="718481" y="219800"/>
                </a:lnTo>
                <a:lnTo>
                  <a:pt x="720722" y="219945"/>
                </a:lnTo>
                <a:lnTo>
                  <a:pt x="723002" y="220048"/>
                </a:lnTo>
                <a:lnTo>
                  <a:pt x="725320" y="220110"/>
                </a:lnTo>
                <a:lnTo>
                  <a:pt x="727677" y="220131"/>
                </a:lnTo>
                <a:lnTo>
                  <a:pt x="729287" y="220120"/>
                </a:lnTo>
                <a:lnTo>
                  <a:pt x="730882" y="220088"/>
                </a:lnTo>
                <a:lnTo>
                  <a:pt x="732461" y="220033"/>
                </a:lnTo>
                <a:lnTo>
                  <a:pt x="734025" y="219957"/>
                </a:lnTo>
                <a:lnTo>
                  <a:pt x="735573" y="219859"/>
                </a:lnTo>
                <a:lnTo>
                  <a:pt x="737106" y="219739"/>
                </a:lnTo>
                <a:lnTo>
                  <a:pt x="738624" y="219598"/>
                </a:lnTo>
                <a:lnTo>
                  <a:pt x="740126" y="219435"/>
                </a:lnTo>
                <a:lnTo>
                  <a:pt x="741612" y="219249"/>
                </a:lnTo>
                <a:lnTo>
                  <a:pt x="743083" y="219043"/>
                </a:lnTo>
                <a:lnTo>
                  <a:pt x="744539" y="218814"/>
                </a:lnTo>
                <a:lnTo>
                  <a:pt x="745979" y="218564"/>
                </a:lnTo>
                <a:lnTo>
                  <a:pt x="747404" y="218292"/>
                </a:lnTo>
                <a:lnTo>
                  <a:pt x="748813" y="217998"/>
                </a:lnTo>
                <a:lnTo>
                  <a:pt x="750207" y="217682"/>
                </a:lnTo>
                <a:lnTo>
                  <a:pt x="751586" y="217345"/>
                </a:lnTo>
                <a:lnTo>
                  <a:pt x="752949" y="216986"/>
                </a:lnTo>
                <a:lnTo>
                  <a:pt x="754296" y="216605"/>
                </a:lnTo>
                <a:lnTo>
                  <a:pt x="755628" y="216202"/>
                </a:lnTo>
                <a:lnTo>
                  <a:pt x="756945" y="215777"/>
                </a:lnTo>
                <a:lnTo>
                  <a:pt x="758246" y="215331"/>
                </a:lnTo>
                <a:lnTo>
                  <a:pt x="759532" y="214863"/>
                </a:lnTo>
                <a:lnTo>
                  <a:pt x="760802" y="214373"/>
                </a:lnTo>
                <a:lnTo>
                  <a:pt x="762057" y="213862"/>
                </a:lnTo>
                <a:lnTo>
                  <a:pt x="763292" y="213331"/>
                </a:lnTo>
                <a:lnTo>
                  <a:pt x="764505" y="212783"/>
                </a:lnTo>
                <a:lnTo>
                  <a:pt x="765695" y="212219"/>
                </a:lnTo>
                <a:lnTo>
                  <a:pt x="766863" y="211637"/>
                </a:lnTo>
                <a:lnTo>
                  <a:pt x="768007" y="211039"/>
                </a:lnTo>
                <a:lnTo>
                  <a:pt x="769129" y="210424"/>
                </a:lnTo>
                <a:lnTo>
                  <a:pt x="770227" y="209792"/>
                </a:lnTo>
                <a:lnTo>
                  <a:pt x="771303" y="209143"/>
                </a:lnTo>
                <a:lnTo>
                  <a:pt x="772356" y="208477"/>
                </a:lnTo>
                <a:lnTo>
                  <a:pt x="773387" y="207795"/>
                </a:lnTo>
                <a:lnTo>
                  <a:pt x="774394" y="207095"/>
                </a:lnTo>
                <a:lnTo>
                  <a:pt x="775379" y="206379"/>
                </a:lnTo>
                <a:lnTo>
                  <a:pt x="776341" y="205646"/>
                </a:lnTo>
                <a:lnTo>
                  <a:pt x="777280" y="204896"/>
                </a:lnTo>
                <a:lnTo>
                  <a:pt x="778196" y="204129"/>
                </a:lnTo>
                <a:lnTo>
                  <a:pt x="779089" y="203346"/>
                </a:lnTo>
                <a:lnTo>
                  <a:pt x="779960" y="202545"/>
                </a:lnTo>
                <a:lnTo>
                  <a:pt x="780808" y="201728"/>
                </a:lnTo>
                <a:lnTo>
                  <a:pt x="781632" y="200894"/>
                </a:lnTo>
                <a:lnTo>
                  <a:pt x="782435" y="200043"/>
                </a:lnTo>
                <a:lnTo>
                  <a:pt x="783214" y="199175"/>
                </a:lnTo>
                <a:lnTo>
                  <a:pt x="783970" y="198290"/>
                </a:lnTo>
                <a:lnTo>
                  <a:pt x="784704" y="197388"/>
                </a:lnTo>
                <a:lnTo>
                  <a:pt x="785415" y="196470"/>
                </a:lnTo>
                <a:lnTo>
                  <a:pt x="786108" y="195528"/>
                </a:lnTo>
                <a:lnTo>
                  <a:pt x="786772" y="194575"/>
                </a:lnTo>
                <a:lnTo>
                  <a:pt x="787407" y="193610"/>
                </a:lnTo>
                <a:lnTo>
                  <a:pt x="788013" y="192633"/>
                </a:lnTo>
                <a:lnTo>
                  <a:pt x="788590" y="191644"/>
                </a:lnTo>
                <a:lnTo>
                  <a:pt x="789137" y="190643"/>
                </a:lnTo>
                <a:lnTo>
                  <a:pt x="789655" y="189630"/>
                </a:lnTo>
                <a:lnTo>
                  <a:pt x="790145" y="188605"/>
                </a:lnTo>
                <a:lnTo>
                  <a:pt x="790605" y="187568"/>
                </a:lnTo>
                <a:lnTo>
                  <a:pt x="791036" y="186520"/>
                </a:lnTo>
                <a:lnTo>
                  <a:pt x="791438" y="185459"/>
                </a:lnTo>
                <a:lnTo>
                  <a:pt x="791810" y="184386"/>
                </a:lnTo>
                <a:lnTo>
                  <a:pt x="792154" y="183302"/>
                </a:lnTo>
                <a:lnTo>
                  <a:pt x="792468" y="182205"/>
                </a:lnTo>
                <a:lnTo>
                  <a:pt x="792754" y="181097"/>
                </a:lnTo>
                <a:lnTo>
                  <a:pt x="793010" y="179977"/>
                </a:lnTo>
                <a:lnTo>
                  <a:pt x="793237" y="178844"/>
                </a:lnTo>
                <a:lnTo>
                  <a:pt x="793434" y="177700"/>
                </a:lnTo>
                <a:lnTo>
                  <a:pt x="793603" y="176544"/>
                </a:lnTo>
                <a:lnTo>
                  <a:pt x="793743" y="175376"/>
                </a:lnTo>
                <a:lnTo>
                  <a:pt x="793853" y="174196"/>
                </a:lnTo>
                <a:lnTo>
                  <a:pt x="793934" y="173004"/>
                </a:lnTo>
                <a:lnTo>
                  <a:pt x="793987" y="171800"/>
                </a:lnTo>
                <a:lnTo>
                  <a:pt x="794010" y="170584"/>
                </a:lnTo>
                <a:lnTo>
                  <a:pt x="793983" y="169205"/>
                </a:lnTo>
                <a:lnTo>
                  <a:pt x="793918" y="167847"/>
                </a:lnTo>
                <a:lnTo>
                  <a:pt x="793817" y="166512"/>
                </a:lnTo>
                <a:lnTo>
                  <a:pt x="793678" y="165199"/>
                </a:lnTo>
                <a:lnTo>
                  <a:pt x="793502" y="163909"/>
                </a:lnTo>
                <a:lnTo>
                  <a:pt x="793289" y="162640"/>
                </a:lnTo>
                <a:lnTo>
                  <a:pt x="793039" y="161393"/>
                </a:lnTo>
                <a:lnTo>
                  <a:pt x="792751" y="160169"/>
                </a:lnTo>
                <a:lnTo>
                  <a:pt x="792426" y="158967"/>
                </a:lnTo>
                <a:lnTo>
                  <a:pt x="792065" y="157786"/>
                </a:lnTo>
                <a:lnTo>
                  <a:pt x="791665" y="156628"/>
                </a:lnTo>
                <a:lnTo>
                  <a:pt x="791229" y="155492"/>
                </a:lnTo>
                <a:lnTo>
                  <a:pt x="790755" y="154378"/>
                </a:lnTo>
                <a:lnTo>
                  <a:pt x="790244" y="153287"/>
                </a:lnTo>
                <a:lnTo>
                  <a:pt x="789696" y="152217"/>
                </a:lnTo>
                <a:lnTo>
                  <a:pt x="789111" y="151169"/>
                </a:lnTo>
                <a:lnTo>
                  <a:pt x="788489" y="150144"/>
                </a:lnTo>
                <a:lnTo>
                  <a:pt x="787829" y="149141"/>
                </a:lnTo>
                <a:lnTo>
                  <a:pt x="787132" y="148160"/>
                </a:lnTo>
                <a:lnTo>
                  <a:pt x="786398" y="147201"/>
                </a:lnTo>
                <a:lnTo>
                  <a:pt x="785626" y="146264"/>
                </a:lnTo>
                <a:lnTo>
                  <a:pt x="784818" y="145349"/>
                </a:lnTo>
                <a:lnTo>
                  <a:pt x="783972" y="144456"/>
                </a:lnTo>
                <a:lnTo>
                  <a:pt x="783089" y="143586"/>
                </a:lnTo>
                <a:lnTo>
                  <a:pt x="782176" y="142736"/>
                </a:lnTo>
                <a:lnTo>
                  <a:pt x="781224" y="141905"/>
                </a:lnTo>
                <a:lnTo>
                  <a:pt x="780232" y="141094"/>
                </a:lnTo>
                <a:lnTo>
                  <a:pt x="779202" y="140302"/>
                </a:lnTo>
                <a:lnTo>
                  <a:pt x="778131" y="139530"/>
                </a:lnTo>
                <a:lnTo>
                  <a:pt x="777022" y="138776"/>
                </a:lnTo>
                <a:lnTo>
                  <a:pt x="775873" y="138042"/>
                </a:lnTo>
                <a:lnTo>
                  <a:pt x="774685" y="137328"/>
                </a:lnTo>
                <a:lnTo>
                  <a:pt x="773458" y="136632"/>
                </a:lnTo>
                <a:lnTo>
                  <a:pt x="772191" y="135956"/>
                </a:lnTo>
                <a:lnTo>
                  <a:pt x="770885" y="135300"/>
                </a:lnTo>
                <a:lnTo>
                  <a:pt x="769539" y="134662"/>
                </a:lnTo>
                <a:lnTo>
                  <a:pt x="768155" y="134044"/>
                </a:lnTo>
                <a:lnTo>
                  <a:pt x="766731" y="133445"/>
                </a:lnTo>
                <a:lnTo>
                  <a:pt x="765267" y="132866"/>
                </a:lnTo>
                <a:lnTo>
                  <a:pt x="763764" y="132306"/>
                </a:lnTo>
                <a:lnTo>
                  <a:pt x="762222" y="131765"/>
                </a:lnTo>
                <a:lnTo>
                  <a:pt x="760641" y="131243"/>
                </a:lnTo>
                <a:lnTo>
                  <a:pt x="759020" y="130741"/>
                </a:lnTo>
                <a:lnTo>
                  <a:pt x="757360" y="130258"/>
                </a:lnTo>
                <a:lnTo>
                  <a:pt x="755661" y="129794"/>
                </a:lnTo>
                <a:lnTo>
                  <a:pt x="753922" y="129350"/>
                </a:lnTo>
                <a:lnTo>
                  <a:pt x="752144" y="128925"/>
                </a:lnTo>
                <a:lnTo>
                  <a:pt x="750327" y="128519"/>
                </a:lnTo>
                <a:lnTo>
                  <a:pt x="723835" y="122857"/>
                </a:lnTo>
                <a:lnTo>
                  <a:pt x="722860" y="122627"/>
                </a:lnTo>
                <a:lnTo>
                  <a:pt x="721909" y="122391"/>
                </a:lnTo>
                <a:lnTo>
                  <a:pt x="720981" y="122151"/>
                </a:lnTo>
                <a:lnTo>
                  <a:pt x="720076" y="121905"/>
                </a:lnTo>
                <a:lnTo>
                  <a:pt x="719195" y="121653"/>
                </a:lnTo>
                <a:lnTo>
                  <a:pt x="718336" y="121397"/>
                </a:lnTo>
                <a:lnTo>
                  <a:pt x="717501" y="121135"/>
                </a:lnTo>
                <a:lnTo>
                  <a:pt x="716689" y="120868"/>
                </a:lnTo>
                <a:lnTo>
                  <a:pt x="715900" y="120596"/>
                </a:lnTo>
                <a:lnTo>
                  <a:pt x="715134" y="120318"/>
                </a:lnTo>
                <a:lnTo>
                  <a:pt x="714392" y="120036"/>
                </a:lnTo>
                <a:lnTo>
                  <a:pt x="713672" y="119747"/>
                </a:lnTo>
                <a:lnTo>
                  <a:pt x="712976" y="119454"/>
                </a:lnTo>
                <a:lnTo>
                  <a:pt x="712303" y="119156"/>
                </a:lnTo>
                <a:lnTo>
                  <a:pt x="711653" y="118852"/>
                </a:lnTo>
                <a:lnTo>
                  <a:pt x="711027" y="118543"/>
                </a:lnTo>
                <a:lnTo>
                  <a:pt x="710423" y="118228"/>
                </a:lnTo>
                <a:lnTo>
                  <a:pt x="709843" y="117908"/>
                </a:lnTo>
                <a:lnTo>
                  <a:pt x="709285" y="117583"/>
                </a:lnTo>
                <a:lnTo>
                  <a:pt x="708751" y="117253"/>
                </a:lnTo>
                <a:lnTo>
                  <a:pt x="708241" y="116918"/>
                </a:lnTo>
                <a:lnTo>
                  <a:pt x="707753" y="116577"/>
                </a:lnTo>
                <a:lnTo>
                  <a:pt x="707288" y="116231"/>
                </a:lnTo>
                <a:lnTo>
                  <a:pt x="706847" y="115880"/>
                </a:lnTo>
                <a:lnTo>
                  <a:pt x="706435" y="115521"/>
                </a:lnTo>
                <a:lnTo>
                  <a:pt x="706040" y="115154"/>
                </a:lnTo>
                <a:lnTo>
                  <a:pt x="705664" y="114779"/>
                </a:lnTo>
                <a:lnTo>
                  <a:pt x="705305" y="114394"/>
                </a:lnTo>
                <a:lnTo>
                  <a:pt x="704964" y="114000"/>
                </a:lnTo>
                <a:lnTo>
                  <a:pt x="704641" y="113598"/>
                </a:lnTo>
                <a:lnTo>
                  <a:pt x="704336" y="113187"/>
                </a:lnTo>
                <a:lnTo>
                  <a:pt x="704049" y="112768"/>
                </a:lnTo>
                <a:lnTo>
                  <a:pt x="703780" y="112339"/>
                </a:lnTo>
                <a:lnTo>
                  <a:pt x="703529" y="111902"/>
                </a:lnTo>
                <a:lnTo>
                  <a:pt x="703296" y="111456"/>
                </a:lnTo>
                <a:lnTo>
                  <a:pt x="703080" y="111001"/>
                </a:lnTo>
                <a:lnTo>
                  <a:pt x="702883" y="110537"/>
                </a:lnTo>
                <a:lnTo>
                  <a:pt x="702703" y="110065"/>
                </a:lnTo>
                <a:lnTo>
                  <a:pt x="702542" y="109584"/>
                </a:lnTo>
                <a:lnTo>
                  <a:pt x="702398" y="109094"/>
                </a:lnTo>
                <a:lnTo>
                  <a:pt x="702272" y="108595"/>
                </a:lnTo>
                <a:lnTo>
                  <a:pt x="702164" y="108087"/>
                </a:lnTo>
                <a:lnTo>
                  <a:pt x="702074" y="107571"/>
                </a:lnTo>
                <a:lnTo>
                  <a:pt x="702002" y="107046"/>
                </a:lnTo>
                <a:lnTo>
                  <a:pt x="701948" y="106512"/>
                </a:lnTo>
                <a:lnTo>
                  <a:pt x="701911" y="105970"/>
                </a:lnTo>
                <a:lnTo>
                  <a:pt x="701893" y="105418"/>
                </a:lnTo>
                <a:lnTo>
                  <a:pt x="701892" y="104858"/>
                </a:lnTo>
                <a:lnTo>
                  <a:pt x="701897" y="104206"/>
                </a:lnTo>
                <a:lnTo>
                  <a:pt x="701930" y="103564"/>
                </a:lnTo>
                <a:lnTo>
                  <a:pt x="701989" y="102932"/>
                </a:lnTo>
                <a:lnTo>
                  <a:pt x="702075" y="102310"/>
                </a:lnTo>
                <a:lnTo>
                  <a:pt x="702188" y="101699"/>
                </a:lnTo>
                <a:lnTo>
                  <a:pt x="702328" y="101098"/>
                </a:lnTo>
                <a:lnTo>
                  <a:pt x="702496" y="100507"/>
                </a:lnTo>
                <a:lnTo>
                  <a:pt x="702690" y="99926"/>
                </a:lnTo>
                <a:lnTo>
                  <a:pt x="702911" y="99355"/>
                </a:lnTo>
                <a:lnTo>
                  <a:pt x="703160" y="98795"/>
                </a:lnTo>
                <a:lnTo>
                  <a:pt x="703435" y="98244"/>
                </a:lnTo>
                <a:lnTo>
                  <a:pt x="703738" y="97704"/>
                </a:lnTo>
                <a:lnTo>
                  <a:pt x="704067" y="97174"/>
                </a:lnTo>
                <a:lnTo>
                  <a:pt x="704424" y="96654"/>
                </a:lnTo>
                <a:lnTo>
                  <a:pt x="704807" y="96145"/>
                </a:lnTo>
                <a:lnTo>
                  <a:pt x="705218" y="95645"/>
                </a:lnTo>
                <a:lnTo>
                  <a:pt x="705656" y="95156"/>
                </a:lnTo>
                <a:lnTo>
                  <a:pt x="706120" y="94677"/>
                </a:lnTo>
                <a:lnTo>
                  <a:pt x="706612" y="94208"/>
                </a:lnTo>
                <a:lnTo>
                  <a:pt x="707131" y="93749"/>
                </a:lnTo>
                <a:lnTo>
                  <a:pt x="707676" y="93301"/>
                </a:lnTo>
                <a:lnTo>
                  <a:pt x="708249" y="92862"/>
                </a:lnTo>
                <a:lnTo>
                  <a:pt x="708849" y="92434"/>
                </a:lnTo>
                <a:lnTo>
                  <a:pt x="709476" y="92016"/>
                </a:lnTo>
                <a:lnTo>
                  <a:pt x="710131" y="91612"/>
                </a:lnTo>
                <a:lnTo>
                  <a:pt x="710799" y="91225"/>
                </a:lnTo>
                <a:lnTo>
                  <a:pt x="711479" y="90855"/>
                </a:lnTo>
                <a:lnTo>
                  <a:pt x="712172" y="90502"/>
                </a:lnTo>
                <a:lnTo>
                  <a:pt x="712878" y="90167"/>
                </a:lnTo>
                <a:lnTo>
                  <a:pt x="713597" y="89849"/>
                </a:lnTo>
                <a:lnTo>
                  <a:pt x="714328" y="89547"/>
                </a:lnTo>
                <a:lnTo>
                  <a:pt x="715071" y="89264"/>
                </a:lnTo>
                <a:lnTo>
                  <a:pt x="715827" y="88997"/>
                </a:lnTo>
                <a:lnTo>
                  <a:pt x="716596" y="88747"/>
                </a:lnTo>
                <a:lnTo>
                  <a:pt x="717378" y="88515"/>
                </a:lnTo>
                <a:lnTo>
                  <a:pt x="718172" y="88300"/>
                </a:lnTo>
                <a:lnTo>
                  <a:pt x="718979" y="88102"/>
                </a:lnTo>
                <a:lnTo>
                  <a:pt x="719798" y="87922"/>
                </a:lnTo>
                <a:lnTo>
                  <a:pt x="720630" y="87758"/>
                </a:lnTo>
                <a:lnTo>
                  <a:pt x="721475" y="87612"/>
                </a:lnTo>
                <a:lnTo>
                  <a:pt x="722333" y="87483"/>
                </a:lnTo>
                <a:lnTo>
                  <a:pt x="723203" y="87371"/>
                </a:lnTo>
                <a:lnTo>
                  <a:pt x="724085" y="87277"/>
                </a:lnTo>
                <a:lnTo>
                  <a:pt x="724981" y="87199"/>
                </a:lnTo>
                <a:lnTo>
                  <a:pt x="725889" y="87139"/>
                </a:lnTo>
                <a:lnTo>
                  <a:pt x="726809" y="87096"/>
                </a:lnTo>
                <a:lnTo>
                  <a:pt x="727742" y="87070"/>
                </a:lnTo>
                <a:lnTo>
                  <a:pt x="728688" y="87061"/>
                </a:lnTo>
                <a:lnTo>
                  <a:pt x="729392" y="87066"/>
                </a:lnTo>
                <a:lnTo>
                  <a:pt x="730086" y="87080"/>
                </a:lnTo>
                <a:lnTo>
                  <a:pt x="730771" y="87104"/>
                </a:lnTo>
                <a:lnTo>
                  <a:pt x="731446" y="87137"/>
                </a:lnTo>
                <a:lnTo>
                  <a:pt x="732113" y="87180"/>
                </a:lnTo>
                <a:lnTo>
                  <a:pt x="732771" y="87232"/>
                </a:lnTo>
                <a:lnTo>
                  <a:pt x="733419" y="87294"/>
                </a:lnTo>
                <a:lnTo>
                  <a:pt x="734059" y="87365"/>
                </a:lnTo>
                <a:lnTo>
                  <a:pt x="734689" y="87445"/>
                </a:lnTo>
                <a:lnTo>
                  <a:pt x="735310" y="87535"/>
                </a:lnTo>
                <a:lnTo>
                  <a:pt x="735922" y="87635"/>
                </a:lnTo>
                <a:lnTo>
                  <a:pt x="736525" y="87744"/>
                </a:lnTo>
                <a:lnTo>
                  <a:pt x="737118" y="87863"/>
                </a:lnTo>
                <a:lnTo>
                  <a:pt x="737703" y="87991"/>
                </a:lnTo>
                <a:lnTo>
                  <a:pt x="738279" y="88128"/>
                </a:lnTo>
                <a:lnTo>
                  <a:pt x="738845" y="88275"/>
                </a:lnTo>
                <a:lnTo>
                  <a:pt x="739402" y="88431"/>
                </a:lnTo>
                <a:lnTo>
                  <a:pt x="739950" y="88597"/>
                </a:lnTo>
                <a:lnTo>
                  <a:pt x="740489" y="88773"/>
                </a:lnTo>
                <a:lnTo>
                  <a:pt x="741019" y="88957"/>
                </a:lnTo>
                <a:lnTo>
                  <a:pt x="741540" y="89152"/>
                </a:lnTo>
                <a:lnTo>
                  <a:pt x="742051" y="89356"/>
                </a:lnTo>
                <a:lnTo>
                  <a:pt x="742553" y="89569"/>
                </a:lnTo>
                <a:lnTo>
                  <a:pt x="743047" y="89792"/>
                </a:lnTo>
                <a:lnTo>
                  <a:pt x="743531" y="90022"/>
                </a:lnTo>
                <a:lnTo>
                  <a:pt x="744007" y="90259"/>
                </a:lnTo>
                <a:lnTo>
                  <a:pt x="744475" y="90501"/>
                </a:lnTo>
                <a:lnTo>
                  <a:pt x="744934" y="90749"/>
                </a:lnTo>
                <a:lnTo>
                  <a:pt x="745385" y="91004"/>
                </a:lnTo>
                <a:lnTo>
                  <a:pt x="745828" y="91264"/>
                </a:lnTo>
                <a:lnTo>
                  <a:pt x="746261" y="91530"/>
                </a:lnTo>
                <a:lnTo>
                  <a:pt x="746687" y="91803"/>
                </a:lnTo>
                <a:lnTo>
                  <a:pt x="747104" y="92081"/>
                </a:lnTo>
                <a:lnTo>
                  <a:pt x="747513" y="92365"/>
                </a:lnTo>
                <a:lnTo>
                  <a:pt x="747913" y="92655"/>
                </a:lnTo>
                <a:lnTo>
                  <a:pt x="748305" y="92952"/>
                </a:lnTo>
                <a:lnTo>
                  <a:pt x="748688" y="93254"/>
                </a:lnTo>
                <a:lnTo>
                  <a:pt x="749063" y="93562"/>
                </a:lnTo>
                <a:lnTo>
                  <a:pt x="749430" y="93876"/>
                </a:lnTo>
                <a:lnTo>
                  <a:pt x="749788" y="94196"/>
                </a:lnTo>
                <a:lnTo>
                  <a:pt x="750138" y="94522"/>
                </a:lnTo>
                <a:lnTo>
                  <a:pt x="750479" y="94854"/>
                </a:lnTo>
                <a:lnTo>
                  <a:pt x="750812" y="95192"/>
                </a:lnTo>
                <a:lnTo>
                  <a:pt x="751136" y="95536"/>
                </a:lnTo>
                <a:lnTo>
                  <a:pt x="751452" y="95886"/>
                </a:lnTo>
                <a:lnTo>
                  <a:pt x="751760" y="96241"/>
                </a:lnTo>
                <a:lnTo>
                  <a:pt x="752059" y="96603"/>
                </a:lnTo>
                <a:lnTo>
                  <a:pt x="752350" y="96971"/>
                </a:lnTo>
                <a:lnTo>
                  <a:pt x="752641" y="97343"/>
                </a:lnTo>
                <a:lnTo>
                  <a:pt x="752925" y="97717"/>
                </a:lnTo>
                <a:lnTo>
                  <a:pt x="753201" y="98093"/>
                </a:lnTo>
                <a:lnTo>
                  <a:pt x="753470" y="98471"/>
                </a:lnTo>
                <a:lnTo>
                  <a:pt x="753732" y="98851"/>
                </a:lnTo>
                <a:lnTo>
                  <a:pt x="753986" y="99233"/>
                </a:lnTo>
                <a:lnTo>
                  <a:pt x="754233" y="99618"/>
                </a:lnTo>
                <a:lnTo>
                  <a:pt x="754473" y="100004"/>
                </a:lnTo>
                <a:lnTo>
                  <a:pt x="754705" y="100393"/>
                </a:lnTo>
                <a:lnTo>
                  <a:pt x="754930" y="100784"/>
                </a:lnTo>
                <a:lnTo>
                  <a:pt x="755148" y="101177"/>
                </a:lnTo>
                <a:lnTo>
                  <a:pt x="755358" y="101572"/>
                </a:lnTo>
                <a:lnTo>
                  <a:pt x="755561" y="101969"/>
                </a:lnTo>
                <a:lnTo>
                  <a:pt x="755756" y="102368"/>
                </a:lnTo>
                <a:lnTo>
                  <a:pt x="755944" y="102769"/>
                </a:lnTo>
                <a:lnTo>
                  <a:pt x="756125" y="103173"/>
                </a:lnTo>
                <a:lnTo>
                  <a:pt x="756298" y="103578"/>
                </a:lnTo>
                <a:lnTo>
                  <a:pt x="756464" y="103986"/>
                </a:lnTo>
                <a:lnTo>
                  <a:pt x="756622" y="104396"/>
                </a:lnTo>
                <a:lnTo>
                  <a:pt x="756773" y="104807"/>
                </a:lnTo>
                <a:lnTo>
                  <a:pt x="756917" y="105221"/>
                </a:lnTo>
                <a:lnTo>
                  <a:pt x="757054" y="105637"/>
                </a:lnTo>
                <a:lnTo>
                  <a:pt x="757183" y="106056"/>
                </a:lnTo>
                <a:lnTo>
                  <a:pt x="757304" y="106476"/>
                </a:lnTo>
                <a:lnTo>
                  <a:pt x="790673" y="102836"/>
                </a:lnTo>
                <a:lnTo>
                  <a:pt x="790340" y="101198"/>
                </a:lnTo>
                <a:lnTo>
                  <a:pt x="789966" y="99589"/>
                </a:lnTo>
                <a:lnTo>
                  <a:pt x="789549" y="98009"/>
                </a:lnTo>
                <a:lnTo>
                  <a:pt x="789091" y="96457"/>
                </a:lnTo>
                <a:lnTo>
                  <a:pt x="788592" y="94933"/>
                </a:lnTo>
                <a:close/>
                <a:moveTo>
                  <a:pt x="873806" y="220087"/>
                </a:moveTo>
                <a:lnTo>
                  <a:pt x="874758" y="220024"/>
                </a:lnTo>
                <a:lnTo>
                  <a:pt x="875698" y="219948"/>
                </a:lnTo>
                <a:lnTo>
                  <a:pt x="876628" y="219861"/>
                </a:lnTo>
                <a:lnTo>
                  <a:pt x="877546" y="219763"/>
                </a:lnTo>
                <a:lnTo>
                  <a:pt x="878454" y="219653"/>
                </a:lnTo>
                <a:lnTo>
                  <a:pt x="879351" y="219531"/>
                </a:lnTo>
                <a:lnTo>
                  <a:pt x="880237" y="219398"/>
                </a:lnTo>
                <a:lnTo>
                  <a:pt x="881112" y="219253"/>
                </a:lnTo>
                <a:lnTo>
                  <a:pt x="881976" y="219097"/>
                </a:lnTo>
                <a:lnTo>
                  <a:pt x="882830" y="218929"/>
                </a:lnTo>
                <a:lnTo>
                  <a:pt x="883672" y="218749"/>
                </a:lnTo>
                <a:lnTo>
                  <a:pt x="884504" y="218558"/>
                </a:lnTo>
                <a:lnTo>
                  <a:pt x="885324" y="218355"/>
                </a:lnTo>
                <a:lnTo>
                  <a:pt x="886134" y="218141"/>
                </a:lnTo>
                <a:lnTo>
                  <a:pt x="886933" y="217915"/>
                </a:lnTo>
                <a:lnTo>
                  <a:pt x="887721" y="217677"/>
                </a:lnTo>
                <a:lnTo>
                  <a:pt x="888498" y="217428"/>
                </a:lnTo>
                <a:lnTo>
                  <a:pt x="889265" y="217168"/>
                </a:lnTo>
                <a:lnTo>
                  <a:pt x="890020" y="216895"/>
                </a:lnTo>
                <a:lnTo>
                  <a:pt x="890773" y="216605"/>
                </a:lnTo>
                <a:lnTo>
                  <a:pt x="891515" y="216308"/>
                </a:lnTo>
                <a:lnTo>
                  <a:pt x="892246" y="216003"/>
                </a:lnTo>
                <a:lnTo>
                  <a:pt x="892966" y="215690"/>
                </a:lnTo>
                <a:lnTo>
                  <a:pt x="893676" y="215371"/>
                </a:lnTo>
                <a:lnTo>
                  <a:pt x="894374" y="215044"/>
                </a:lnTo>
                <a:lnTo>
                  <a:pt x="895062" y="214709"/>
                </a:lnTo>
                <a:lnTo>
                  <a:pt x="895739" y="214367"/>
                </a:lnTo>
                <a:lnTo>
                  <a:pt x="896405" y="214018"/>
                </a:lnTo>
                <a:lnTo>
                  <a:pt x="897060" y="213662"/>
                </a:lnTo>
                <a:lnTo>
                  <a:pt x="897704" y="213298"/>
                </a:lnTo>
                <a:lnTo>
                  <a:pt x="898337" y="212927"/>
                </a:lnTo>
                <a:lnTo>
                  <a:pt x="898959" y="212548"/>
                </a:lnTo>
                <a:lnTo>
                  <a:pt x="899571" y="212162"/>
                </a:lnTo>
                <a:lnTo>
                  <a:pt x="900171" y="211768"/>
                </a:lnTo>
                <a:lnTo>
                  <a:pt x="900761" y="211368"/>
                </a:lnTo>
                <a:lnTo>
                  <a:pt x="901340" y="210959"/>
                </a:lnTo>
                <a:lnTo>
                  <a:pt x="901907" y="210544"/>
                </a:lnTo>
                <a:lnTo>
                  <a:pt x="902464" y="210121"/>
                </a:lnTo>
                <a:lnTo>
                  <a:pt x="903011" y="209691"/>
                </a:lnTo>
                <a:lnTo>
                  <a:pt x="903546" y="209253"/>
                </a:lnTo>
                <a:lnTo>
                  <a:pt x="904070" y="208808"/>
                </a:lnTo>
                <a:lnTo>
                  <a:pt x="904584" y="208356"/>
                </a:lnTo>
                <a:lnTo>
                  <a:pt x="905086" y="207896"/>
                </a:lnTo>
                <a:lnTo>
                  <a:pt x="905587" y="207423"/>
                </a:lnTo>
                <a:lnTo>
                  <a:pt x="906079" y="206947"/>
                </a:lnTo>
                <a:lnTo>
                  <a:pt x="906560" y="206468"/>
                </a:lnTo>
                <a:lnTo>
                  <a:pt x="907033" y="205986"/>
                </a:lnTo>
                <a:lnTo>
                  <a:pt x="907496" y="205501"/>
                </a:lnTo>
                <a:lnTo>
                  <a:pt x="907949" y="205014"/>
                </a:lnTo>
                <a:lnTo>
                  <a:pt x="908393" y="204524"/>
                </a:lnTo>
                <a:lnTo>
                  <a:pt x="908828" y="204031"/>
                </a:lnTo>
                <a:lnTo>
                  <a:pt x="909253" y="203535"/>
                </a:lnTo>
                <a:lnTo>
                  <a:pt x="909668" y="203037"/>
                </a:lnTo>
                <a:lnTo>
                  <a:pt x="910074" y="202535"/>
                </a:lnTo>
                <a:lnTo>
                  <a:pt x="910471" y="202031"/>
                </a:lnTo>
                <a:lnTo>
                  <a:pt x="910858" y="201524"/>
                </a:lnTo>
                <a:lnTo>
                  <a:pt x="911236" y="201014"/>
                </a:lnTo>
                <a:lnTo>
                  <a:pt x="911604" y="200502"/>
                </a:lnTo>
                <a:lnTo>
                  <a:pt x="911962" y="199986"/>
                </a:lnTo>
                <a:lnTo>
                  <a:pt x="912311" y="199468"/>
                </a:lnTo>
                <a:lnTo>
                  <a:pt x="912651" y="198947"/>
                </a:lnTo>
                <a:lnTo>
                  <a:pt x="912981" y="198423"/>
                </a:lnTo>
                <a:lnTo>
                  <a:pt x="913302" y="197897"/>
                </a:lnTo>
                <a:lnTo>
                  <a:pt x="913613" y="197367"/>
                </a:lnTo>
                <a:lnTo>
                  <a:pt x="913915" y="196835"/>
                </a:lnTo>
                <a:lnTo>
                  <a:pt x="914207" y="196300"/>
                </a:lnTo>
                <a:lnTo>
                  <a:pt x="914490" y="195762"/>
                </a:lnTo>
                <a:lnTo>
                  <a:pt x="915704" y="195762"/>
                </a:lnTo>
                <a:lnTo>
                  <a:pt x="915704" y="217098"/>
                </a:lnTo>
                <a:lnTo>
                  <a:pt x="950892" y="217098"/>
                </a:lnTo>
                <a:lnTo>
                  <a:pt x="950892" y="113150"/>
                </a:lnTo>
                <a:lnTo>
                  <a:pt x="950882" y="111869"/>
                </a:lnTo>
                <a:lnTo>
                  <a:pt x="950853" y="110607"/>
                </a:lnTo>
                <a:lnTo>
                  <a:pt x="950804" y="109362"/>
                </a:lnTo>
                <a:lnTo>
                  <a:pt x="950735" y="108136"/>
                </a:lnTo>
                <a:lnTo>
                  <a:pt x="950646" y="106927"/>
                </a:lnTo>
                <a:lnTo>
                  <a:pt x="950538" y="105736"/>
                </a:lnTo>
                <a:lnTo>
                  <a:pt x="950410" y="104564"/>
                </a:lnTo>
                <a:lnTo>
                  <a:pt x="950263" y="103409"/>
                </a:lnTo>
                <a:lnTo>
                  <a:pt x="950096" y="102272"/>
                </a:lnTo>
                <a:lnTo>
                  <a:pt x="949909" y="101153"/>
                </a:lnTo>
                <a:lnTo>
                  <a:pt x="949703" y="100051"/>
                </a:lnTo>
                <a:lnTo>
                  <a:pt x="949477" y="98968"/>
                </a:lnTo>
                <a:lnTo>
                  <a:pt x="949231" y="97903"/>
                </a:lnTo>
                <a:lnTo>
                  <a:pt x="948965" y="96855"/>
                </a:lnTo>
                <a:lnTo>
                  <a:pt x="948680" y="95825"/>
                </a:lnTo>
                <a:lnTo>
                  <a:pt x="948375" y="94814"/>
                </a:lnTo>
                <a:lnTo>
                  <a:pt x="948051" y="93820"/>
                </a:lnTo>
                <a:lnTo>
                  <a:pt x="947707" y="92844"/>
                </a:lnTo>
                <a:lnTo>
                  <a:pt x="947343" y="91886"/>
                </a:lnTo>
                <a:lnTo>
                  <a:pt x="946960" y="90946"/>
                </a:lnTo>
                <a:lnTo>
                  <a:pt x="946557" y="90024"/>
                </a:lnTo>
                <a:lnTo>
                  <a:pt x="946134" y="89120"/>
                </a:lnTo>
                <a:lnTo>
                  <a:pt x="945692" y="88233"/>
                </a:lnTo>
                <a:lnTo>
                  <a:pt x="945230" y="87365"/>
                </a:lnTo>
                <a:lnTo>
                  <a:pt x="944760" y="86513"/>
                </a:lnTo>
                <a:lnTo>
                  <a:pt x="944277" y="85676"/>
                </a:lnTo>
                <a:lnTo>
                  <a:pt x="943782" y="84854"/>
                </a:lnTo>
                <a:lnTo>
                  <a:pt x="943275" y="84048"/>
                </a:lnTo>
                <a:lnTo>
                  <a:pt x="942754" y="83256"/>
                </a:lnTo>
                <a:lnTo>
                  <a:pt x="942221" y="82480"/>
                </a:lnTo>
                <a:lnTo>
                  <a:pt x="941676" y="81718"/>
                </a:lnTo>
                <a:lnTo>
                  <a:pt x="941118" y="80972"/>
                </a:lnTo>
                <a:lnTo>
                  <a:pt x="940547" y="80241"/>
                </a:lnTo>
                <a:lnTo>
                  <a:pt x="939963" y="79525"/>
                </a:lnTo>
                <a:lnTo>
                  <a:pt x="939367" y="78824"/>
                </a:lnTo>
                <a:lnTo>
                  <a:pt x="938758" y="78138"/>
                </a:lnTo>
                <a:lnTo>
                  <a:pt x="938137" y="77467"/>
                </a:lnTo>
                <a:lnTo>
                  <a:pt x="937503" y="76811"/>
                </a:lnTo>
                <a:lnTo>
                  <a:pt x="936856" y="76171"/>
                </a:lnTo>
                <a:lnTo>
                  <a:pt x="936197" y="75545"/>
                </a:lnTo>
                <a:lnTo>
                  <a:pt x="935525" y="74935"/>
                </a:lnTo>
                <a:lnTo>
                  <a:pt x="934840" y="74340"/>
                </a:lnTo>
                <a:lnTo>
                  <a:pt x="934143" y="73760"/>
                </a:lnTo>
                <a:lnTo>
                  <a:pt x="933433" y="73194"/>
                </a:lnTo>
                <a:lnTo>
                  <a:pt x="932710" y="72644"/>
                </a:lnTo>
                <a:lnTo>
                  <a:pt x="931975" y="72110"/>
                </a:lnTo>
                <a:lnTo>
                  <a:pt x="931227" y="71590"/>
                </a:lnTo>
                <a:lnTo>
                  <a:pt x="930467" y="71085"/>
                </a:lnTo>
                <a:lnTo>
                  <a:pt x="929696" y="70585"/>
                </a:lnTo>
                <a:lnTo>
                  <a:pt x="928920" y="70098"/>
                </a:lnTo>
                <a:lnTo>
                  <a:pt x="928136" y="69622"/>
                </a:lnTo>
                <a:lnTo>
                  <a:pt x="927346" y="69158"/>
                </a:lnTo>
                <a:lnTo>
                  <a:pt x="926549" y="68706"/>
                </a:lnTo>
                <a:lnTo>
                  <a:pt x="925746" y="68266"/>
                </a:lnTo>
                <a:lnTo>
                  <a:pt x="924936" y="67838"/>
                </a:lnTo>
                <a:lnTo>
                  <a:pt x="924119" y="67422"/>
                </a:lnTo>
                <a:lnTo>
                  <a:pt x="923295" y="67018"/>
                </a:lnTo>
                <a:lnTo>
                  <a:pt x="922465" y="66626"/>
                </a:lnTo>
                <a:lnTo>
                  <a:pt x="921628" y="66246"/>
                </a:lnTo>
                <a:lnTo>
                  <a:pt x="920785" y="65878"/>
                </a:lnTo>
                <a:lnTo>
                  <a:pt x="919935" y="65521"/>
                </a:lnTo>
                <a:lnTo>
                  <a:pt x="919078" y="65177"/>
                </a:lnTo>
                <a:lnTo>
                  <a:pt x="918214" y="64844"/>
                </a:lnTo>
                <a:lnTo>
                  <a:pt x="917344" y="64524"/>
                </a:lnTo>
                <a:lnTo>
                  <a:pt x="916467" y="64215"/>
                </a:lnTo>
                <a:lnTo>
                  <a:pt x="915584" y="63918"/>
                </a:lnTo>
                <a:lnTo>
                  <a:pt x="914693" y="63634"/>
                </a:lnTo>
                <a:lnTo>
                  <a:pt x="913796" y="63361"/>
                </a:lnTo>
                <a:lnTo>
                  <a:pt x="912893" y="63100"/>
                </a:lnTo>
                <a:lnTo>
                  <a:pt x="911983" y="62851"/>
                </a:lnTo>
                <a:lnTo>
                  <a:pt x="911066" y="62614"/>
                </a:lnTo>
                <a:lnTo>
                  <a:pt x="910142" y="62389"/>
                </a:lnTo>
                <a:lnTo>
                  <a:pt x="909215" y="62174"/>
                </a:lnTo>
                <a:lnTo>
                  <a:pt x="908288" y="61969"/>
                </a:lnTo>
                <a:lnTo>
                  <a:pt x="907360" y="61773"/>
                </a:lnTo>
                <a:lnTo>
                  <a:pt x="906432" y="61586"/>
                </a:lnTo>
                <a:lnTo>
                  <a:pt x="905503" y="61408"/>
                </a:lnTo>
                <a:lnTo>
                  <a:pt x="904574" y="61239"/>
                </a:lnTo>
                <a:lnTo>
                  <a:pt x="903645" y="61079"/>
                </a:lnTo>
                <a:lnTo>
                  <a:pt x="902716" y="60928"/>
                </a:lnTo>
                <a:lnTo>
                  <a:pt x="901786" y="60787"/>
                </a:lnTo>
                <a:lnTo>
                  <a:pt x="900856" y="60655"/>
                </a:lnTo>
                <a:lnTo>
                  <a:pt x="899925" y="60531"/>
                </a:lnTo>
                <a:lnTo>
                  <a:pt x="898994" y="60417"/>
                </a:lnTo>
                <a:lnTo>
                  <a:pt x="898063" y="60312"/>
                </a:lnTo>
                <a:lnTo>
                  <a:pt x="897131" y="60216"/>
                </a:lnTo>
                <a:lnTo>
                  <a:pt x="896199" y="60130"/>
                </a:lnTo>
                <a:lnTo>
                  <a:pt x="895267" y="60052"/>
                </a:lnTo>
                <a:lnTo>
                  <a:pt x="894334" y="59984"/>
                </a:lnTo>
                <a:lnTo>
                  <a:pt x="893401" y="59924"/>
                </a:lnTo>
                <a:lnTo>
                  <a:pt x="892468" y="59874"/>
                </a:lnTo>
                <a:lnTo>
                  <a:pt x="891534" y="59833"/>
                </a:lnTo>
                <a:lnTo>
                  <a:pt x="890600" y="59801"/>
                </a:lnTo>
                <a:lnTo>
                  <a:pt x="889665" y="59778"/>
                </a:lnTo>
                <a:lnTo>
                  <a:pt x="888731" y="59765"/>
                </a:lnTo>
                <a:lnTo>
                  <a:pt x="887795" y="59760"/>
                </a:lnTo>
                <a:lnTo>
                  <a:pt x="886444" y="59768"/>
                </a:lnTo>
                <a:lnTo>
                  <a:pt x="885102" y="59794"/>
                </a:lnTo>
                <a:lnTo>
                  <a:pt x="883770" y="59836"/>
                </a:lnTo>
                <a:lnTo>
                  <a:pt x="882447" y="59895"/>
                </a:lnTo>
                <a:lnTo>
                  <a:pt x="881135" y="59971"/>
                </a:lnTo>
                <a:lnTo>
                  <a:pt x="879832" y="60063"/>
                </a:lnTo>
                <a:lnTo>
                  <a:pt x="878540" y="60173"/>
                </a:lnTo>
                <a:lnTo>
                  <a:pt x="877257" y="60299"/>
                </a:lnTo>
                <a:lnTo>
                  <a:pt x="875984" y="60443"/>
                </a:lnTo>
                <a:lnTo>
                  <a:pt x="874720" y="60603"/>
                </a:lnTo>
                <a:lnTo>
                  <a:pt x="873467" y="60780"/>
                </a:lnTo>
                <a:lnTo>
                  <a:pt x="872223" y="60973"/>
                </a:lnTo>
                <a:lnTo>
                  <a:pt x="870990" y="61184"/>
                </a:lnTo>
                <a:lnTo>
                  <a:pt x="869766" y="61412"/>
                </a:lnTo>
                <a:lnTo>
                  <a:pt x="868552" y="61656"/>
                </a:lnTo>
                <a:lnTo>
                  <a:pt x="867347" y="61917"/>
                </a:lnTo>
                <a:lnTo>
                  <a:pt x="866153" y="62195"/>
                </a:lnTo>
                <a:lnTo>
                  <a:pt x="864968" y="62490"/>
                </a:lnTo>
                <a:lnTo>
                  <a:pt x="863793" y="62802"/>
                </a:lnTo>
                <a:lnTo>
                  <a:pt x="862629" y="63131"/>
                </a:lnTo>
                <a:lnTo>
                  <a:pt x="861473" y="63476"/>
                </a:lnTo>
                <a:lnTo>
                  <a:pt x="860328" y="63838"/>
                </a:lnTo>
                <a:lnTo>
                  <a:pt x="859193" y="64218"/>
                </a:lnTo>
                <a:lnTo>
                  <a:pt x="858067" y="64614"/>
                </a:lnTo>
                <a:lnTo>
                  <a:pt x="856954" y="65018"/>
                </a:lnTo>
                <a:lnTo>
                  <a:pt x="855854" y="65439"/>
                </a:lnTo>
                <a:lnTo>
                  <a:pt x="854770" y="65878"/>
                </a:lnTo>
                <a:lnTo>
                  <a:pt x="853699" y="66333"/>
                </a:lnTo>
                <a:lnTo>
                  <a:pt x="852643" y="66804"/>
                </a:lnTo>
                <a:lnTo>
                  <a:pt x="851602" y="67293"/>
                </a:lnTo>
                <a:lnTo>
                  <a:pt x="850575" y="67799"/>
                </a:lnTo>
                <a:lnTo>
                  <a:pt x="849562" y="68321"/>
                </a:lnTo>
                <a:lnTo>
                  <a:pt x="848564" y="68860"/>
                </a:lnTo>
                <a:lnTo>
                  <a:pt x="847580" y="69417"/>
                </a:lnTo>
                <a:lnTo>
                  <a:pt x="846610" y="69990"/>
                </a:lnTo>
                <a:lnTo>
                  <a:pt x="845655" y="70579"/>
                </a:lnTo>
                <a:lnTo>
                  <a:pt x="844714" y="71186"/>
                </a:lnTo>
                <a:lnTo>
                  <a:pt x="843788" y="71810"/>
                </a:lnTo>
                <a:lnTo>
                  <a:pt x="842876" y="72450"/>
                </a:lnTo>
                <a:lnTo>
                  <a:pt x="841978" y="73107"/>
                </a:lnTo>
                <a:lnTo>
                  <a:pt x="841095" y="73781"/>
                </a:lnTo>
                <a:lnTo>
                  <a:pt x="840226" y="74472"/>
                </a:lnTo>
                <a:lnTo>
                  <a:pt x="839372" y="75180"/>
                </a:lnTo>
                <a:lnTo>
                  <a:pt x="838532" y="75905"/>
                </a:lnTo>
                <a:lnTo>
                  <a:pt x="837706" y="76646"/>
                </a:lnTo>
                <a:lnTo>
                  <a:pt x="836895" y="77405"/>
                </a:lnTo>
                <a:lnTo>
                  <a:pt x="836098" y="78180"/>
                </a:lnTo>
                <a:lnTo>
                  <a:pt x="835316" y="78972"/>
                </a:lnTo>
                <a:lnTo>
                  <a:pt x="834550" y="79772"/>
                </a:lnTo>
                <a:lnTo>
                  <a:pt x="833802" y="80589"/>
                </a:lnTo>
                <a:lnTo>
                  <a:pt x="833072" y="81421"/>
                </a:lnTo>
                <a:lnTo>
                  <a:pt x="832361" y="82270"/>
                </a:lnTo>
                <a:lnTo>
                  <a:pt x="831668" y="83134"/>
                </a:lnTo>
                <a:lnTo>
                  <a:pt x="830993" y="84015"/>
                </a:lnTo>
                <a:lnTo>
                  <a:pt x="830337" y="84912"/>
                </a:lnTo>
                <a:lnTo>
                  <a:pt x="829698" y="85826"/>
                </a:lnTo>
                <a:lnTo>
                  <a:pt x="829078" y="86755"/>
                </a:lnTo>
                <a:lnTo>
                  <a:pt x="828476" y="87700"/>
                </a:lnTo>
                <a:lnTo>
                  <a:pt x="827893" y="88662"/>
                </a:lnTo>
                <a:lnTo>
                  <a:pt x="827328" y="89640"/>
                </a:lnTo>
                <a:lnTo>
                  <a:pt x="826781" y="90634"/>
                </a:lnTo>
                <a:lnTo>
                  <a:pt x="826252" y="91644"/>
                </a:lnTo>
                <a:lnTo>
                  <a:pt x="825741" y="92670"/>
                </a:lnTo>
                <a:lnTo>
                  <a:pt x="825249" y="93713"/>
                </a:lnTo>
                <a:lnTo>
                  <a:pt x="824775" y="94771"/>
                </a:lnTo>
                <a:lnTo>
                  <a:pt x="824319" y="95846"/>
                </a:lnTo>
                <a:lnTo>
                  <a:pt x="823882" y="96937"/>
                </a:lnTo>
                <a:lnTo>
                  <a:pt x="823463" y="98044"/>
                </a:lnTo>
                <a:lnTo>
                  <a:pt x="823062" y="99167"/>
                </a:lnTo>
                <a:lnTo>
                  <a:pt x="822679" y="100306"/>
                </a:lnTo>
                <a:lnTo>
                  <a:pt x="822315" y="101462"/>
                </a:lnTo>
                <a:lnTo>
                  <a:pt x="821968" y="102633"/>
                </a:lnTo>
                <a:lnTo>
                  <a:pt x="856146" y="107487"/>
                </a:lnTo>
                <a:lnTo>
                  <a:pt x="856382" y="106825"/>
                </a:lnTo>
                <a:lnTo>
                  <a:pt x="856636" y="106170"/>
                </a:lnTo>
                <a:lnTo>
                  <a:pt x="856907" y="105523"/>
                </a:lnTo>
                <a:lnTo>
                  <a:pt x="857196" y="104883"/>
                </a:lnTo>
                <a:lnTo>
                  <a:pt x="857503" y="104251"/>
                </a:lnTo>
                <a:lnTo>
                  <a:pt x="857827" y="103626"/>
                </a:lnTo>
                <a:lnTo>
                  <a:pt x="858169" y="103008"/>
                </a:lnTo>
                <a:lnTo>
                  <a:pt x="858528" y="102398"/>
                </a:lnTo>
                <a:lnTo>
                  <a:pt x="858904" y="101795"/>
                </a:lnTo>
                <a:lnTo>
                  <a:pt x="859299" y="101199"/>
                </a:lnTo>
                <a:lnTo>
                  <a:pt x="859711" y="100611"/>
                </a:lnTo>
                <a:lnTo>
                  <a:pt x="860140" y="100030"/>
                </a:lnTo>
                <a:lnTo>
                  <a:pt x="860587" y="99456"/>
                </a:lnTo>
                <a:lnTo>
                  <a:pt x="861051" y="98890"/>
                </a:lnTo>
                <a:lnTo>
                  <a:pt x="861533" y="98331"/>
                </a:lnTo>
                <a:lnTo>
                  <a:pt x="862033" y="97780"/>
                </a:lnTo>
                <a:lnTo>
                  <a:pt x="862550" y="97236"/>
                </a:lnTo>
                <a:lnTo>
                  <a:pt x="863085" y="96699"/>
                </a:lnTo>
                <a:lnTo>
                  <a:pt x="863637" y="96170"/>
                </a:lnTo>
                <a:lnTo>
                  <a:pt x="864207" y="95648"/>
                </a:lnTo>
                <a:lnTo>
                  <a:pt x="864795" y="95133"/>
                </a:lnTo>
                <a:lnTo>
                  <a:pt x="865399" y="94626"/>
                </a:lnTo>
                <a:lnTo>
                  <a:pt x="866022" y="94126"/>
                </a:lnTo>
                <a:lnTo>
                  <a:pt x="866662" y="93634"/>
                </a:lnTo>
                <a:lnTo>
                  <a:pt x="867329" y="93156"/>
                </a:lnTo>
                <a:lnTo>
                  <a:pt x="868015" y="92697"/>
                </a:lnTo>
                <a:lnTo>
                  <a:pt x="868721" y="92260"/>
                </a:lnTo>
                <a:lnTo>
                  <a:pt x="869446" y="91842"/>
                </a:lnTo>
                <a:lnTo>
                  <a:pt x="870190" y="91445"/>
                </a:lnTo>
                <a:lnTo>
                  <a:pt x="870953" y="91068"/>
                </a:lnTo>
                <a:lnTo>
                  <a:pt x="871736" y="90712"/>
                </a:lnTo>
                <a:lnTo>
                  <a:pt x="872538" y="90376"/>
                </a:lnTo>
                <a:lnTo>
                  <a:pt x="873359" y="90060"/>
                </a:lnTo>
                <a:lnTo>
                  <a:pt x="874200" y="89765"/>
                </a:lnTo>
                <a:lnTo>
                  <a:pt x="875060" y="89490"/>
                </a:lnTo>
                <a:lnTo>
                  <a:pt x="875939" y="89236"/>
                </a:lnTo>
                <a:lnTo>
                  <a:pt x="876838" y="89001"/>
                </a:lnTo>
                <a:lnTo>
                  <a:pt x="877756" y="88788"/>
                </a:lnTo>
                <a:lnTo>
                  <a:pt x="878693" y="88594"/>
                </a:lnTo>
                <a:lnTo>
                  <a:pt x="879650" y="88421"/>
                </a:lnTo>
                <a:lnTo>
                  <a:pt x="880626" y="88268"/>
                </a:lnTo>
                <a:lnTo>
                  <a:pt x="881621" y="88136"/>
                </a:lnTo>
                <a:lnTo>
                  <a:pt x="882635" y="88024"/>
                </a:lnTo>
                <a:lnTo>
                  <a:pt x="883669" y="87932"/>
                </a:lnTo>
                <a:lnTo>
                  <a:pt x="884722" y="87861"/>
                </a:lnTo>
                <a:lnTo>
                  <a:pt x="885795" y="87810"/>
                </a:lnTo>
                <a:lnTo>
                  <a:pt x="886887" y="87780"/>
                </a:lnTo>
                <a:lnTo>
                  <a:pt x="887998" y="87769"/>
                </a:lnTo>
                <a:lnTo>
                  <a:pt x="889049" y="87780"/>
                </a:lnTo>
                <a:lnTo>
                  <a:pt x="890080" y="87813"/>
                </a:lnTo>
                <a:lnTo>
                  <a:pt x="891090" y="87867"/>
                </a:lnTo>
                <a:lnTo>
                  <a:pt x="892079" y="87943"/>
                </a:lnTo>
                <a:lnTo>
                  <a:pt x="893047" y="88041"/>
                </a:lnTo>
                <a:lnTo>
                  <a:pt x="893995" y="88161"/>
                </a:lnTo>
                <a:lnTo>
                  <a:pt x="894922" y="88303"/>
                </a:lnTo>
                <a:lnTo>
                  <a:pt x="895829" y="88466"/>
                </a:lnTo>
                <a:lnTo>
                  <a:pt x="896714" y="88651"/>
                </a:lnTo>
                <a:lnTo>
                  <a:pt x="897579" y="88858"/>
                </a:lnTo>
                <a:lnTo>
                  <a:pt x="898423" y="89086"/>
                </a:lnTo>
                <a:lnTo>
                  <a:pt x="899247" y="89337"/>
                </a:lnTo>
                <a:lnTo>
                  <a:pt x="900050" y="89609"/>
                </a:lnTo>
                <a:lnTo>
                  <a:pt x="900832" y="89903"/>
                </a:lnTo>
                <a:lnTo>
                  <a:pt x="901593" y="90218"/>
                </a:lnTo>
                <a:lnTo>
                  <a:pt x="902334" y="90556"/>
                </a:lnTo>
                <a:lnTo>
                  <a:pt x="903054" y="90915"/>
                </a:lnTo>
                <a:lnTo>
                  <a:pt x="903753" y="91296"/>
                </a:lnTo>
                <a:lnTo>
                  <a:pt x="904431" y="91698"/>
                </a:lnTo>
                <a:lnTo>
                  <a:pt x="905089" y="92123"/>
                </a:lnTo>
                <a:lnTo>
                  <a:pt x="905726" y="92569"/>
                </a:lnTo>
                <a:lnTo>
                  <a:pt x="906343" y="93037"/>
                </a:lnTo>
                <a:lnTo>
                  <a:pt x="906938" y="93527"/>
                </a:lnTo>
                <a:lnTo>
                  <a:pt x="907513" y="94039"/>
                </a:lnTo>
                <a:lnTo>
                  <a:pt x="908066" y="94570"/>
                </a:lnTo>
                <a:lnTo>
                  <a:pt x="908595" y="95119"/>
                </a:lnTo>
                <a:lnTo>
                  <a:pt x="909101" y="95686"/>
                </a:lnTo>
                <a:lnTo>
                  <a:pt x="909583" y="96272"/>
                </a:lnTo>
                <a:lnTo>
                  <a:pt x="910042" y="96875"/>
                </a:lnTo>
                <a:lnTo>
                  <a:pt x="910477" y="97495"/>
                </a:lnTo>
                <a:lnTo>
                  <a:pt x="910889" y="98134"/>
                </a:lnTo>
                <a:lnTo>
                  <a:pt x="911277" y="98791"/>
                </a:lnTo>
                <a:lnTo>
                  <a:pt x="911642" y="99466"/>
                </a:lnTo>
                <a:lnTo>
                  <a:pt x="911983" y="100158"/>
                </a:lnTo>
                <a:lnTo>
                  <a:pt x="912300" y="100869"/>
                </a:lnTo>
                <a:lnTo>
                  <a:pt x="912594" y="101597"/>
                </a:lnTo>
                <a:lnTo>
                  <a:pt x="912865" y="102343"/>
                </a:lnTo>
                <a:lnTo>
                  <a:pt x="913112" y="103107"/>
                </a:lnTo>
                <a:lnTo>
                  <a:pt x="913335" y="103890"/>
                </a:lnTo>
                <a:lnTo>
                  <a:pt x="913535" y="104690"/>
                </a:lnTo>
                <a:lnTo>
                  <a:pt x="913712" y="105507"/>
                </a:lnTo>
                <a:lnTo>
                  <a:pt x="913865" y="106343"/>
                </a:lnTo>
                <a:lnTo>
                  <a:pt x="913994" y="107197"/>
                </a:lnTo>
                <a:lnTo>
                  <a:pt x="914100" y="108068"/>
                </a:lnTo>
                <a:lnTo>
                  <a:pt x="914182" y="108958"/>
                </a:lnTo>
                <a:lnTo>
                  <a:pt x="914241" y="109865"/>
                </a:lnTo>
                <a:lnTo>
                  <a:pt x="914276" y="110791"/>
                </a:lnTo>
                <a:lnTo>
                  <a:pt x="914288" y="111734"/>
                </a:lnTo>
                <a:lnTo>
                  <a:pt x="914288" y="112341"/>
                </a:lnTo>
                <a:lnTo>
                  <a:pt x="914281" y="112774"/>
                </a:lnTo>
                <a:lnTo>
                  <a:pt x="914261" y="113198"/>
                </a:lnTo>
                <a:lnTo>
                  <a:pt x="914226" y="113613"/>
                </a:lnTo>
                <a:lnTo>
                  <a:pt x="914178" y="114018"/>
                </a:lnTo>
                <a:lnTo>
                  <a:pt x="914117" y="114413"/>
                </a:lnTo>
                <a:lnTo>
                  <a:pt x="914042" y="114799"/>
                </a:lnTo>
                <a:lnTo>
                  <a:pt x="913953" y="115176"/>
                </a:lnTo>
                <a:lnTo>
                  <a:pt x="913850" y="115543"/>
                </a:lnTo>
                <a:lnTo>
                  <a:pt x="913733" y="115900"/>
                </a:lnTo>
                <a:lnTo>
                  <a:pt x="913603" y="116248"/>
                </a:lnTo>
                <a:lnTo>
                  <a:pt x="913460" y="116587"/>
                </a:lnTo>
                <a:lnTo>
                  <a:pt x="913302" y="116916"/>
                </a:lnTo>
                <a:lnTo>
                  <a:pt x="913131" y="117236"/>
                </a:lnTo>
                <a:lnTo>
                  <a:pt x="912946" y="117546"/>
                </a:lnTo>
                <a:lnTo>
                  <a:pt x="912748" y="117847"/>
                </a:lnTo>
                <a:lnTo>
                  <a:pt x="912535" y="118138"/>
                </a:lnTo>
                <a:lnTo>
                  <a:pt x="912309" y="118420"/>
                </a:lnTo>
                <a:lnTo>
                  <a:pt x="912070" y="118692"/>
                </a:lnTo>
                <a:lnTo>
                  <a:pt x="911816" y="118955"/>
                </a:lnTo>
                <a:lnTo>
                  <a:pt x="911549" y="119208"/>
                </a:lnTo>
                <a:lnTo>
                  <a:pt x="911269" y="119452"/>
                </a:lnTo>
                <a:lnTo>
                  <a:pt x="910974" y="119686"/>
                </a:lnTo>
                <a:lnTo>
                  <a:pt x="910666" y="119911"/>
                </a:lnTo>
                <a:lnTo>
                  <a:pt x="910344" y="120127"/>
                </a:lnTo>
                <a:lnTo>
                  <a:pt x="910016" y="120327"/>
                </a:lnTo>
                <a:lnTo>
                  <a:pt x="909672" y="120523"/>
                </a:lnTo>
                <a:lnTo>
                  <a:pt x="909311" y="120714"/>
                </a:lnTo>
                <a:lnTo>
                  <a:pt x="908934" y="120902"/>
                </a:lnTo>
                <a:lnTo>
                  <a:pt x="908542" y="121085"/>
                </a:lnTo>
                <a:lnTo>
                  <a:pt x="908132" y="121264"/>
                </a:lnTo>
                <a:lnTo>
                  <a:pt x="907707" y="121439"/>
                </a:lnTo>
                <a:lnTo>
                  <a:pt x="907266" y="121610"/>
                </a:lnTo>
                <a:lnTo>
                  <a:pt x="906808" y="121776"/>
                </a:lnTo>
                <a:lnTo>
                  <a:pt x="906335" y="121938"/>
                </a:lnTo>
                <a:lnTo>
                  <a:pt x="905845" y="122096"/>
                </a:lnTo>
                <a:lnTo>
                  <a:pt x="905339" y="122250"/>
                </a:lnTo>
                <a:lnTo>
                  <a:pt x="904817" y="122400"/>
                </a:lnTo>
                <a:lnTo>
                  <a:pt x="904279" y="122545"/>
                </a:lnTo>
                <a:lnTo>
                  <a:pt x="903724" y="122686"/>
                </a:lnTo>
                <a:lnTo>
                  <a:pt x="903154" y="122823"/>
                </a:lnTo>
                <a:lnTo>
                  <a:pt x="902567" y="122956"/>
                </a:lnTo>
                <a:lnTo>
                  <a:pt x="901964" y="123084"/>
                </a:lnTo>
                <a:lnTo>
                  <a:pt x="901345" y="123209"/>
                </a:lnTo>
                <a:lnTo>
                  <a:pt x="900710" y="123329"/>
                </a:lnTo>
                <a:lnTo>
                  <a:pt x="900059" y="123445"/>
                </a:lnTo>
                <a:lnTo>
                  <a:pt x="899391" y="123556"/>
                </a:lnTo>
                <a:lnTo>
                  <a:pt x="898708" y="123664"/>
                </a:lnTo>
                <a:lnTo>
                  <a:pt x="898008" y="123767"/>
                </a:lnTo>
                <a:lnTo>
                  <a:pt x="897291" y="123860"/>
                </a:lnTo>
                <a:lnTo>
                  <a:pt x="896557" y="123954"/>
                </a:lnTo>
                <a:lnTo>
                  <a:pt x="895804" y="124050"/>
                </a:lnTo>
                <a:lnTo>
                  <a:pt x="895034" y="124146"/>
                </a:lnTo>
                <a:lnTo>
                  <a:pt x="894245" y="124243"/>
                </a:lnTo>
                <a:lnTo>
                  <a:pt x="893439" y="124342"/>
                </a:lnTo>
                <a:lnTo>
                  <a:pt x="892615" y="124442"/>
                </a:lnTo>
                <a:lnTo>
                  <a:pt x="891773" y="124542"/>
                </a:lnTo>
                <a:lnTo>
                  <a:pt x="890913" y="124644"/>
                </a:lnTo>
                <a:lnTo>
                  <a:pt x="890035" y="124746"/>
                </a:lnTo>
                <a:lnTo>
                  <a:pt x="889139" y="124850"/>
                </a:lnTo>
                <a:lnTo>
                  <a:pt x="888225" y="124955"/>
                </a:lnTo>
                <a:lnTo>
                  <a:pt x="887293" y="125061"/>
                </a:lnTo>
                <a:lnTo>
                  <a:pt x="886344" y="125168"/>
                </a:lnTo>
                <a:lnTo>
                  <a:pt x="885376" y="125276"/>
                </a:lnTo>
                <a:lnTo>
                  <a:pt x="884391" y="125385"/>
                </a:lnTo>
                <a:lnTo>
                  <a:pt x="883388" y="125495"/>
                </a:lnTo>
                <a:lnTo>
                  <a:pt x="882367" y="125606"/>
                </a:lnTo>
                <a:lnTo>
                  <a:pt x="881328" y="125718"/>
                </a:lnTo>
                <a:lnTo>
                  <a:pt x="880271" y="125831"/>
                </a:lnTo>
                <a:lnTo>
                  <a:pt x="879196" y="125946"/>
                </a:lnTo>
                <a:lnTo>
                  <a:pt x="878103" y="126061"/>
                </a:lnTo>
                <a:lnTo>
                  <a:pt x="876992" y="126177"/>
                </a:lnTo>
                <a:lnTo>
                  <a:pt x="875864" y="126295"/>
                </a:lnTo>
                <a:lnTo>
                  <a:pt x="874921" y="126399"/>
                </a:lnTo>
                <a:lnTo>
                  <a:pt x="873981" y="126508"/>
                </a:lnTo>
                <a:lnTo>
                  <a:pt x="873043" y="126622"/>
                </a:lnTo>
                <a:lnTo>
                  <a:pt x="872108" y="126741"/>
                </a:lnTo>
                <a:lnTo>
                  <a:pt x="871176" y="126866"/>
                </a:lnTo>
                <a:lnTo>
                  <a:pt x="870245" y="126996"/>
                </a:lnTo>
                <a:lnTo>
                  <a:pt x="869318" y="127132"/>
                </a:lnTo>
                <a:lnTo>
                  <a:pt x="868392" y="127272"/>
                </a:lnTo>
                <a:lnTo>
                  <a:pt x="867469" y="127418"/>
                </a:lnTo>
                <a:lnTo>
                  <a:pt x="866549" y="127569"/>
                </a:lnTo>
                <a:lnTo>
                  <a:pt x="865631" y="127726"/>
                </a:lnTo>
                <a:lnTo>
                  <a:pt x="864715" y="127887"/>
                </a:lnTo>
                <a:lnTo>
                  <a:pt x="863802" y="128054"/>
                </a:lnTo>
                <a:lnTo>
                  <a:pt x="862892" y="128227"/>
                </a:lnTo>
                <a:lnTo>
                  <a:pt x="861984" y="128404"/>
                </a:lnTo>
                <a:lnTo>
                  <a:pt x="861078" y="128587"/>
                </a:lnTo>
                <a:lnTo>
                  <a:pt x="860175" y="128775"/>
                </a:lnTo>
                <a:lnTo>
                  <a:pt x="859274" y="128968"/>
                </a:lnTo>
                <a:lnTo>
                  <a:pt x="858376" y="129167"/>
                </a:lnTo>
                <a:lnTo>
                  <a:pt x="857480" y="129370"/>
                </a:lnTo>
                <a:lnTo>
                  <a:pt x="856587" y="129579"/>
                </a:lnTo>
                <a:lnTo>
                  <a:pt x="855696" y="129794"/>
                </a:lnTo>
                <a:lnTo>
                  <a:pt x="854807" y="130013"/>
                </a:lnTo>
                <a:lnTo>
                  <a:pt x="853921" y="130238"/>
                </a:lnTo>
                <a:lnTo>
                  <a:pt x="853049" y="130462"/>
                </a:lnTo>
                <a:lnTo>
                  <a:pt x="852183" y="130694"/>
                </a:lnTo>
                <a:lnTo>
                  <a:pt x="851325" y="130935"/>
                </a:lnTo>
                <a:lnTo>
                  <a:pt x="850475" y="131185"/>
                </a:lnTo>
                <a:lnTo>
                  <a:pt x="849632" y="131443"/>
                </a:lnTo>
                <a:lnTo>
                  <a:pt x="848796" y="131711"/>
                </a:lnTo>
                <a:lnTo>
                  <a:pt x="847967" y="131987"/>
                </a:lnTo>
                <a:lnTo>
                  <a:pt x="847146" y="132272"/>
                </a:lnTo>
                <a:lnTo>
                  <a:pt x="846333" y="132566"/>
                </a:lnTo>
                <a:lnTo>
                  <a:pt x="845526" y="132868"/>
                </a:lnTo>
                <a:lnTo>
                  <a:pt x="844728" y="133179"/>
                </a:lnTo>
                <a:lnTo>
                  <a:pt x="843936" y="133499"/>
                </a:lnTo>
                <a:lnTo>
                  <a:pt x="843152" y="133828"/>
                </a:lnTo>
                <a:lnTo>
                  <a:pt x="842375" y="134166"/>
                </a:lnTo>
                <a:lnTo>
                  <a:pt x="841606" y="134512"/>
                </a:lnTo>
                <a:lnTo>
                  <a:pt x="840844" y="134867"/>
                </a:lnTo>
                <a:lnTo>
                  <a:pt x="840089" y="135231"/>
                </a:lnTo>
                <a:lnTo>
                  <a:pt x="839342" y="135604"/>
                </a:lnTo>
                <a:lnTo>
                  <a:pt x="838602" y="135985"/>
                </a:lnTo>
                <a:lnTo>
                  <a:pt x="837869" y="136376"/>
                </a:lnTo>
                <a:lnTo>
                  <a:pt x="837144" y="136775"/>
                </a:lnTo>
                <a:lnTo>
                  <a:pt x="836426" y="137182"/>
                </a:lnTo>
                <a:lnTo>
                  <a:pt x="835716" y="137599"/>
                </a:lnTo>
                <a:lnTo>
                  <a:pt x="835012" y="138024"/>
                </a:lnTo>
                <a:lnTo>
                  <a:pt x="834319" y="138460"/>
                </a:lnTo>
                <a:lnTo>
                  <a:pt x="833638" y="138908"/>
                </a:lnTo>
                <a:lnTo>
                  <a:pt x="832970" y="139367"/>
                </a:lnTo>
                <a:lnTo>
                  <a:pt x="832313" y="139839"/>
                </a:lnTo>
                <a:lnTo>
                  <a:pt x="831669" y="140322"/>
                </a:lnTo>
                <a:lnTo>
                  <a:pt x="831037" y="140818"/>
                </a:lnTo>
                <a:lnTo>
                  <a:pt x="830418" y="141325"/>
                </a:lnTo>
                <a:lnTo>
                  <a:pt x="829811" y="141844"/>
                </a:lnTo>
                <a:lnTo>
                  <a:pt x="829216" y="142375"/>
                </a:lnTo>
                <a:lnTo>
                  <a:pt x="828633" y="142919"/>
                </a:lnTo>
                <a:lnTo>
                  <a:pt x="828063" y="143474"/>
                </a:lnTo>
                <a:lnTo>
                  <a:pt x="827505" y="144041"/>
                </a:lnTo>
                <a:lnTo>
                  <a:pt x="826959" y="144620"/>
                </a:lnTo>
                <a:lnTo>
                  <a:pt x="826425" y="145211"/>
                </a:lnTo>
                <a:lnTo>
                  <a:pt x="825904" y="145813"/>
                </a:lnTo>
                <a:lnTo>
                  <a:pt x="825395" y="146428"/>
                </a:lnTo>
                <a:lnTo>
                  <a:pt x="824898" y="147055"/>
                </a:lnTo>
                <a:lnTo>
                  <a:pt x="824414" y="147694"/>
                </a:lnTo>
                <a:lnTo>
                  <a:pt x="823942" y="148344"/>
                </a:lnTo>
                <a:lnTo>
                  <a:pt x="823482" y="149007"/>
                </a:lnTo>
                <a:lnTo>
                  <a:pt x="823035" y="149681"/>
                </a:lnTo>
                <a:lnTo>
                  <a:pt x="822600" y="150368"/>
                </a:lnTo>
                <a:lnTo>
                  <a:pt x="822177" y="151066"/>
                </a:lnTo>
                <a:lnTo>
                  <a:pt x="821766" y="151776"/>
                </a:lnTo>
                <a:lnTo>
                  <a:pt x="821370" y="152500"/>
                </a:lnTo>
                <a:lnTo>
                  <a:pt x="820991" y="153240"/>
                </a:lnTo>
                <a:lnTo>
                  <a:pt x="820629" y="153996"/>
                </a:lnTo>
                <a:lnTo>
                  <a:pt x="820283" y="154768"/>
                </a:lnTo>
                <a:lnTo>
                  <a:pt x="819954" y="155555"/>
                </a:lnTo>
                <a:lnTo>
                  <a:pt x="819643" y="156358"/>
                </a:lnTo>
                <a:lnTo>
                  <a:pt x="819348" y="157177"/>
                </a:lnTo>
                <a:lnTo>
                  <a:pt x="819070" y="158012"/>
                </a:lnTo>
                <a:lnTo>
                  <a:pt x="818808" y="158862"/>
                </a:lnTo>
                <a:lnTo>
                  <a:pt x="818564" y="159729"/>
                </a:lnTo>
                <a:lnTo>
                  <a:pt x="818337" y="160611"/>
                </a:lnTo>
                <a:lnTo>
                  <a:pt x="818126" y="161509"/>
                </a:lnTo>
                <a:lnTo>
                  <a:pt x="817932" y="162422"/>
                </a:lnTo>
                <a:lnTo>
                  <a:pt x="817755" y="163352"/>
                </a:lnTo>
                <a:lnTo>
                  <a:pt x="817595" y="164297"/>
                </a:lnTo>
                <a:lnTo>
                  <a:pt x="817452" y="165258"/>
                </a:lnTo>
                <a:lnTo>
                  <a:pt x="817325" y="166235"/>
                </a:lnTo>
                <a:lnTo>
                  <a:pt x="817216" y="167228"/>
                </a:lnTo>
                <a:lnTo>
                  <a:pt x="817123" y="168237"/>
                </a:lnTo>
                <a:lnTo>
                  <a:pt x="817047" y="169261"/>
                </a:lnTo>
                <a:lnTo>
                  <a:pt x="816988" y="170301"/>
                </a:lnTo>
                <a:lnTo>
                  <a:pt x="816946" y="171357"/>
                </a:lnTo>
                <a:lnTo>
                  <a:pt x="816921" y="172429"/>
                </a:lnTo>
                <a:lnTo>
                  <a:pt x="816913" y="173516"/>
                </a:lnTo>
                <a:lnTo>
                  <a:pt x="816924" y="174780"/>
                </a:lnTo>
                <a:lnTo>
                  <a:pt x="816960" y="176027"/>
                </a:lnTo>
                <a:lnTo>
                  <a:pt x="817018" y="177258"/>
                </a:lnTo>
                <a:lnTo>
                  <a:pt x="817101" y="178471"/>
                </a:lnTo>
                <a:lnTo>
                  <a:pt x="817207" y="179668"/>
                </a:lnTo>
                <a:lnTo>
                  <a:pt x="817336" y="180847"/>
                </a:lnTo>
                <a:lnTo>
                  <a:pt x="817489" y="182010"/>
                </a:lnTo>
                <a:lnTo>
                  <a:pt x="817665" y="183156"/>
                </a:lnTo>
                <a:lnTo>
                  <a:pt x="817865" y="184285"/>
                </a:lnTo>
                <a:lnTo>
                  <a:pt x="818089" y="185397"/>
                </a:lnTo>
                <a:lnTo>
                  <a:pt x="818336" y="186493"/>
                </a:lnTo>
                <a:lnTo>
                  <a:pt x="818606" y="187572"/>
                </a:lnTo>
                <a:lnTo>
                  <a:pt x="818900" y="188633"/>
                </a:lnTo>
                <a:lnTo>
                  <a:pt x="819218" y="189678"/>
                </a:lnTo>
                <a:lnTo>
                  <a:pt x="819559" y="190706"/>
                </a:lnTo>
                <a:lnTo>
                  <a:pt x="819924" y="191717"/>
                </a:lnTo>
                <a:lnTo>
                  <a:pt x="820312" y="192712"/>
                </a:lnTo>
                <a:lnTo>
                  <a:pt x="820723" y="193689"/>
                </a:lnTo>
                <a:lnTo>
                  <a:pt x="821159" y="194650"/>
                </a:lnTo>
                <a:lnTo>
                  <a:pt x="821617" y="195593"/>
                </a:lnTo>
                <a:lnTo>
                  <a:pt x="822100" y="196520"/>
                </a:lnTo>
                <a:lnTo>
                  <a:pt x="822605" y="197430"/>
                </a:lnTo>
                <a:lnTo>
                  <a:pt x="823135" y="198324"/>
                </a:lnTo>
                <a:lnTo>
                  <a:pt x="823687" y="199200"/>
                </a:lnTo>
                <a:lnTo>
                  <a:pt x="824269" y="200059"/>
                </a:lnTo>
                <a:lnTo>
                  <a:pt x="824867" y="200901"/>
                </a:lnTo>
                <a:lnTo>
                  <a:pt x="825482" y="201725"/>
                </a:lnTo>
                <a:lnTo>
                  <a:pt x="826114" y="202531"/>
                </a:lnTo>
                <a:lnTo>
                  <a:pt x="826763" y="203320"/>
                </a:lnTo>
                <a:lnTo>
                  <a:pt x="827429" y="204091"/>
                </a:lnTo>
                <a:lnTo>
                  <a:pt x="828111" y="204845"/>
                </a:lnTo>
                <a:lnTo>
                  <a:pt x="828811" y="205582"/>
                </a:lnTo>
                <a:lnTo>
                  <a:pt x="829527" y="206300"/>
                </a:lnTo>
                <a:lnTo>
                  <a:pt x="830260" y="207001"/>
                </a:lnTo>
                <a:lnTo>
                  <a:pt x="831010" y="207685"/>
                </a:lnTo>
                <a:lnTo>
                  <a:pt x="831777" y="208351"/>
                </a:lnTo>
                <a:lnTo>
                  <a:pt x="832560" y="208999"/>
                </a:lnTo>
                <a:lnTo>
                  <a:pt x="833361" y="209630"/>
                </a:lnTo>
                <a:lnTo>
                  <a:pt x="834178" y="210244"/>
                </a:lnTo>
                <a:lnTo>
                  <a:pt x="835012" y="210840"/>
                </a:lnTo>
                <a:lnTo>
                  <a:pt x="835864" y="211418"/>
                </a:lnTo>
                <a:lnTo>
                  <a:pt x="836731" y="211979"/>
                </a:lnTo>
                <a:lnTo>
                  <a:pt x="837616" y="212522"/>
                </a:lnTo>
                <a:lnTo>
                  <a:pt x="838518" y="213047"/>
                </a:lnTo>
                <a:lnTo>
                  <a:pt x="839436" y="213555"/>
                </a:lnTo>
                <a:lnTo>
                  <a:pt x="840372" y="214046"/>
                </a:lnTo>
                <a:lnTo>
                  <a:pt x="841324" y="214519"/>
                </a:lnTo>
                <a:lnTo>
                  <a:pt x="842293" y="214974"/>
                </a:lnTo>
                <a:lnTo>
                  <a:pt x="843284" y="215403"/>
                </a:lnTo>
                <a:lnTo>
                  <a:pt x="844285" y="215814"/>
                </a:lnTo>
                <a:lnTo>
                  <a:pt x="845296" y="216206"/>
                </a:lnTo>
                <a:lnTo>
                  <a:pt x="846318" y="216581"/>
                </a:lnTo>
                <a:lnTo>
                  <a:pt x="847350" y="216937"/>
                </a:lnTo>
                <a:lnTo>
                  <a:pt x="848391" y="217275"/>
                </a:lnTo>
                <a:lnTo>
                  <a:pt x="849444" y="217594"/>
                </a:lnTo>
                <a:lnTo>
                  <a:pt x="850506" y="217895"/>
                </a:lnTo>
                <a:lnTo>
                  <a:pt x="851578" y="218178"/>
                </a:lnTo>
                <a:lnTo>
                  <a:pt x="852661" y="218443"/>
                </a:lnTo>
                <a:lnTo>
                  <a:pt x="853754" y="218689"/>
                </a:lnTo>
                <a:lnTo>
                  <a:pt x="854857" y="218918"/>
                </a:lnTo>
                <a:lnTo>
                  <a:pt x="855970" y="219128"/>
                </a:lnTo>
                <a:lnTo>
                  <a:pt x="857093" y="219319"/>
                </a:lnTo>
                <a:lnTo>
                  <a:pt x="858227" y="219493"/>
                </a:lnTo>
                <a:lnTo>
                  <a:pt x="859370" y="219648"/>
                </a:lnTo>
                <a:lnTo>
                  <a:pt x="860524" y="219785"/>
                </a:lnTo>
                <a:lnTo>
                  <a:pt x="861688" y="219904"/>
                </a:lnTo>
                <a:lnTo>
                  <a:pt x="862863" y="220004"/>
                </a:lnTo>
                <a:lnTo>
                  <a:pt x="864047" y="220086"/>
                </a:lnTo>
                <a:lnTo>
                  <a:pt x="865242" y="220150"/>
                </a:lnTo>
                <a:lnTo>
                  <a:pt x="866446" y="220196"/>
                </a:lnTo>
                <a:lnTo>
                  <a:pt x="867661" y="220223"/>
                </a:lnTo>
                <a:lnTo>
                  <a:pt x="868887" y="220232"/>
                </a:lnTo>
                <a:lnTo>
                  <a:pt x="869892" y="220226"/>
                </a:lnTo>
                <a:lnTo>
                  <a:pt x="870887" y="220209"/>
                </a:lnTo>
                <a:lnTo>
                  <a:pt x="871871" y="220180"/>
                </a:lnTo>
                <a:lnTo>
                  <a:pt x="872844" y="220140"/>
                </a:lnTo>
                <a:lnTo>
                  <a:pt x="873806" y="220087"/>
                </a:lnTo>
                <a:close/>
                <a:moveTo>
                  <a:pt x="873806" y="193111"/>
                </a:moveTo>
                <a:lnTo>
                  <a:pt x="872931" y="193013"/>
                </a:lnTo>
                <a:lnTo>
                  <a:pt x="872070" y="192896"/>
                </a:lnTo>
                <a:lnTo>
                  <a:pt x="871223" y="192762"/>
                </a:lnTo>
                <a:lnTo>
                  <a:pt x="870391" y="192610"/>
                </a:lnTo>
                <a:lnTo>
                  <a:pt x="869572" y="192440"/>
                </a:lnTo>
                <a:lnTo>
                  <a:pt x="868767" y="192252"/>
                </a:lnTo>
                <a:lnTo>
                  <a:pt x="867977" y="192046"/>
                </a:lnTo>
                <a:lnTo>
                  <a:pt x="867200" y="191822"/>
                </a:lnTo>
                <a:lnTo>
                  <a:pt x="866437" y="191580"/>
                </a:lnTo>
                <a:lnTo>
                  <a:pt x="865689" y="191321"/>
                </a:lnTo>
                <a:lnTo>
                  <a:pt x="864954" y="191043"/>
                </a:lnTo>
                <a:lnTo>
                  <a:pt x="864234" y="190748"/>
                </a:lnTo>
                <a:lnTo>
                  <a:pt x="863527" y="190434"/>
                </a:lnTo>
                <a:lnTo>
                  <a:pt x="862835" y="190103"/>
                </a:lnTo>
                <a:lnTo>
                  <a:pt x="862157" y="189754"/>
                </a:lnTo>
                <a:lnTo>
                  <a:pt x="861492" y="189387"/>
                </a:lnTo>
                <a:lnTo>
                  <a:pt x="860842" y="189002"/>
                </a:lnTo>
                <a:lnTo>
                  <a:pt x="860206" y="188599"/>
                </a:lnTo>
                <a:lnTo>
                  <a:pt x="859584" y="188178"/>
                </a:lnTo>
                <a:lnTo>
                  <a:pt x="858981" y="187740"/>
                </a:lnTo>
                <a:lnTo>
                  <a:pt x="858405" y="187284"/>
                </a:lnTo>
                <a:lnTo>
                  <a:pt x="857854" y="186812"/>
                </a:lnTo>
                <a:lnTo>
                  <a:pt x="857328" y="186322"/>
                </a:lnTo>
                <a:lnTo>
                  <a:pt x="856829" y="185814"/>
                </a:lnTo>
                <a:lnTo>
                  <a:pt x="856354" y="185290"/>
                </a:lnTo>
                <a:lnTo>
                  <a:pt x="855906" y="184748"/>
                </a:lnTo>
                <a:lnTo>
                  <a:pt x="855483" y="184190"/>
                </a:lnTo>
                <a:lnTo>
                  <a:pt x="855086" y="183614"/>
                </a:lnTo>
                <a:lnTo>
                  <a:pt x="854714" y="183021"/>
                </a:lnTo>
                <a:lnTo>
                  <a:pt x="854368" y="182410"/>
                </a:lnTo>
                <a:lnTo>
                  <a:pt x="854048" y="181783"/>
                </a:lnTo>
                <a:lnTo>
                  <a:pt x="853753" y="181138"/>
                </a:lnTo>
                <a:lnTo>
                  <a:pt x="853484" y="180476"/>
                </a:lnTo>
                <a:lnTo>
                  <a:pt x="853240" y="179797"/>
                </a:lnTo>
                <a:lnTo>
                  <a:pt x="853022" y="179100"/>
                </a:lnTo>
                <a:lnTo>
                  <a:pt x="852830" y="178387"/>
                </a:lnTo>
                <a:lnTo>
                  <a:pt x="852664" y="177656"/>
                </a:lnTo>
                <a:lnTo>
                  <a:pt x="852523" y="176908"/>
                </a:lnTo>
                <a:lnTo>
                  <a:pt x="852407" y="176143"/>
                </a:lnTo>
                <a:lnTo>
                  <a:pt x="852318" y="175360"/>
                </a:lnTo>
                <a:lnTo>
                  <a:pt x="852254" y="174560"/>
                </a:lnTo>
                <a:lnTo>
                  <a:pt x="852215" y="173744"/>
                </a:lnTo>
                <a:lnTo>
                  <a:pt x="852202" y="172910"/>
                </a:lnTo>
                <a:lnTo>
                  <a:pt x="852209" y="172324"/>
                </a:lnTo>
                <a:lnTo>
                  <a:pt x="852228" y="171748"/>
                </a:lnTo>
                <a:lnTo>
                  <a:pt x="852261" y="171181"/>
                </a:lnTo>
                <a:lnTo>
                  <a:pt x="852306" y="170623"/>
                </a:lnTo>
                <a:lnTo>
                  <a:pt x="852365" y="170074"/>
                </a:lnTo>
                <a:lnTo>
                  <a:pt x="852436" y="169535"/>
                </a:lnTo>
                <a:lnTo>
                  <a:pt x="852521" y="169004"/>
                </a:lnTo>
                <a:lnTo>
                  <a:pt x="852618" y="168483"/>
                </a:lnTo>
                <a:lnTo>
                  <a:pt x="852728" y="167971"/>
                </a:lnTo>
                <a:lnTo>
                  <a:pt x="852852" y="167468"/>
                </a:lnTo>
                <a:lnTo>
                  <a:pt x="852988" y="166974"/>
                </a:lnTo>
                <a:lnTo>
                  <a:pt x="853138" y="166489"/>
                </a:lnTo>
                <a:lnTo>
                  <a:pt x="853300" y="166013"/>
                </a:lnTo>
                <a:lnTo>
                  <a:pt x="853475" y="165546"/>
                </a:lnTo>
                <a:lnTo>
                  <a:pt x="853664" y="165089"/>
                </a:lnTo>
                <a:lnTo>
                  <a:pt x="853865" y="164640"/>
                </a:lnTo>
                <a:lnTo>
                  <a:pt x="854079" y="164201"/>
                </a:lnTo>
                <a:lnTo>
                  <a:pt x="854307" y="163771"/>
                </a:lnTo>
                <a:lnTo>
                  <a:pt x="854547" y="163350"/>
                </a:lnTo>
                <a:lnTo>
                  <a:pt x="854800" y="162938"/>
                </a:lnTo>
                <a:lnTo>
                  <a:pt x="855067" y="162536"/>
                </a:lnTo>
                <a:lnTo>
                  <a:pt x="855346" y="162142"/>
                </a:lnTo>
                <a:lnTo>
                  <a:pt x="855638" y="161758"/>
                </a:lnTo>
                <a:lnTo>
                  <a:pt x="855944" y="161382"/>
                </a:lnTo>
                <a:lnTo>
                  <a:pt x="856260" y="161007"/>
                </a:lnTo>
                <a:lnTo>
                  <a:pt x="856586" y="160638"/>
                </a:lnTo>
                <a:lnTo>
                  <a:pt x="856922" y="160276"/>
                </a:lnTo>
                <a:lnTo>
                  <a:pt x="857267" y="159922"/>
                </a:lnTo>
                <a:lnTo>
                  <a:pt x="857621" y="159574"/>
                </a:lnTo>
                <a:lnTo>
                  <a:pt x="857985" y="159234"/>
                </a:lnTo>
                <a:lnTo>
                  <a:pt x="858358" y="158900"/>
                </a:lnTo>
                <a:lnTo>
                  <a:pt x="858741" y="158573"/>
                </a:lnTo>
                <a:lnTo>
                  <a:pt x="859134" y="158254"/>
                </a:lnTo>
                <a:lnTo>
                  <a:pt x="859535" y="157941"/>
                </a:lnTo>
                <a:lnTo>
                  <a:pt x="859947" y="157636"/>
                </a:lnTo>
                <a:lnTo>
                  <a:pt x="860367" y="157338"/>
                </a:lnTo>
                <a:lnTo>
                  <a:pt x="860798" y="157046"/>
                </a:lnTo>
                <a:lnTo>
                  <a:pt x="861237" y="156762"/>
                </a:lnTo>
                <a:lnTo>
                  <a:pt x="861687" y="156484"/>
                </a:lnTo>
                <a:lnTo>
                  <a:pt x="862145" y="156214"/>
                </a:lnTo>
                <a:lnTo>
                  <a:pt x="862614" y="155951"/>
                </a:lnTo>
                <a:lnTo>
                  <a:pt x="863091" y="155694"/>
                </a:lnTo>
                <a:lnTo>
                  <a:pt x="863578" y="155445"/>
                </a:lnTo>
                <a:lnTo>
                  <a:pt x="864075" y="155203"/>
                </a:lnTo>
                <a:lnTo>
                  <a:pt x="864581" y="154968"/>
                </a:lnTo>
                <a:lnTo>
                  <a:pt x="865097" y="154739"/>
                </a:lnTo>
                <a:lnTo>
                  <a:pt x="865622" y="154518"/>
                </a:lnTo>
                <a:lnTo>
                  <a:pt x="866156" y="154304"/>
                </a:lnTo>
                <a:lnTo>
                  <a:pt x="866699" y="154096"/>
                </a:lnTo>
                <a:lnTo>
                  <a:pt x="867247" y="153893"/>
                </a:lnTo>
                <a:lnTo>
                  <a:pt x="867801" y="153694"/>
                </a:lnTo>
                <a:lnTo>
                  <a:pt x="868361" y="153501"/>
                </a:lnTo>
                <a:lnTo>
                  <a:pt x="868927" y="153312"/>
                </a:lnTo>
                <a:lnTo>
                  <a:pt x="869500" y="153129"/>
                </a:lnTo>
                <a:lnTo>
                  <a:pt x="870078" y="152950"/>
                </a:lnTo>
                <a:lnTo>
                  <a:pt x="870662" y="152776"/>
                </a:lnTo>
                <a:lnTo>
                  <a:pt x="871252" y="152607"/>
                </a:lnTo>
                <a:lnTo>
                  <a:pt x="871848" y="152443"/>
                </a:lnTo>
                <a:lnTo>
                  <a:pt x="872450" y="152284"/>
                </a:lnTo>
                <a:lnTo>
                  <a:pt x="873058" y="152130"/>
                </a:lnTo>
                <a:lnTo>
                  <a:pt x="873671" y="151981"/>
                </a:lnTo>
                <a:lnTo>
                  <a:pt x="874291" y="151837"/>
                </a:lnTo>
                <a:lnTo>
                  <a:pt x="874917" y="151697"/>
                </a:lnTo>
                <a:lnTo>
                  <a:pt x="875549" y="151563"/>
                </a:lnTo>
                <a:lnTo>
                  <a:pt x="876187" y="151433"/>
                </a:lnTo>
                <a:lnTo>
                  <a:pt x="876830" y="151309"/>
                </a:lnTo>
                <a:lnTo>
                  <a:pt x="877480" y="151189"/>
                </a:lnTo>
                <a:lnTo>
                  <a:pt x="878136" y="151074"/>
                </a:lnTo>
                <a:lnTo>
                  <a:pt x="878798" y="150964"/>
                </a:lnTo>
                <a:lnTo>
                  <a:pt x="879465" y="150859"/>
                </a:lnTo>
                <a:lnTo>
                  <a:pt x="880139" y="150759"/>
                </a:lnTo>
                <a:lnTo>
                  <a:pt x="880818" y="150664"/>
                </a:lnTo>
                <a:lnTo>
                  <a:pt x="881124" y="150621"/>
                </a:lnTo>
                <a:lnTo>
                  <a:pt x="881434" y="150578"/>
                </a:lnTo>
                <a:lnTo>
                  <a:pt x="881749" y="150534"/>
                </a:lnTo>
                <a:lnTo>
                  <a:pt x="882068" y="150490"/>
                </a:lnTo>
                <a:lnTo>
                  <a:pt x="882392" y="150444"/>
                </a:lnTo>
                <a:lnTo>
                  <a:pt x="882721" y="150398"/>
                </a:lnTo>
                <a:lnTo>
                  <a:pt x="883054" y="150352"/>
                </a:lnTo>
                <a:lnTo>
                  <a:pt x="883391" y="150304"/>
                </a:lnTo>
                <a:lnTo>
                  <a:pt x="883733" y="150256"/>
                </a:lnTo>
                <a:lnTo>
                  <a:pt x="884080" y="150207"/>
                </a:lnTo>
                <a:lnTo>
                  <a:pt x="884431" y="150158"/>
                </a:lnTo>
                <a:lnTo>
                  <a:pt x="884787" y="150108"/>
                </a:lnTo>
                <a:lnTo>
                  <a:pt x="885148" y="150057"/>
                </a:lnTo>
                <a:lnTo>
                  <a:pt x="885513" y="150005"/>
                </a:lnTo>
                <a:lnTo>
                  <a:pt x="885882" y="149953"/>
                </a:lnTo>
                <a:lnTo>
                  <a:pt x="886256" y="149900"/>
                </a:lnTo>
                <a:lnTo>
                  <a:pt x="886635" y="149846"/>
                </a:lnTo>
                <a:lnTo>
                  <a:pt x="887018" y="149792"/>
                </a:lnTo>
                <a:lnTo>
                  <a:pt x="887406" y="149737"/>
                </a:lnTo>
                <a:lnTo>
                  <a:pt x="887798" y="149681"/>
                </a:lnTo>
                <a:lnTo>
                  <a:pt x="888195" y="149624"/>
                </a:lnTo>
                <a:lnTo>
                  <a:pt x="888597" y="149567"/>
                </a:lnTo>
                <a:lnTo>
                  <a:pt x="889003" y="149509"/>
                </a:lnTo>
                <a:lnTo>
                  <a:pt x="889413" y="149451"/>
                </a:lnTo>
                <a:lnTo>
                  <a:pt x="889826" y="149391"/>
                </a:lnTo>
                <a:lnTo>
                  <a:pt x="890240" y="149331"/>
                </a:lnTo>
                <a:lnTo>
                  <a:pt x="890654" y="149270"/>
                </a:lnTo>
                <a:lnTo>
                  <a:pt x="891068" y="149209"/>
                </a:lnTo>
                <a:lnTo>
                  <a:pt x="891482" y="149147"/>
                </a:lnTo>
                <a:lnTo>
                  <a:pt x="891897" y="149084"/>
                </a:lnTo>
                <a:lnTo>
                  <a:pt x="892312" y="149020"/>
                </a:lnTo>
                <a:lnTo>
                  <a:pt x="892728" y="148956"/>
                </a:lnTo>
                <a:lnTo>
                  <a:pt x="893143" y="148891"/>
                </a:lnTo>
                <a:lnTo>
                  <a:pt x="893560" y="148826"/>
                </a:lnTo>
                <a:lnTo>
                  <a:pt x="893976" y="148759"/>
                </a:lnTo>
                <a:lnTo>
                  <a:pt x="894393" y="148692"/>
                </a:lnTo>
                <a:lnTo>
                  <a:pt x="894810" y="148624"/>
                </a:lnTo>
                <a:lnTo>
                  <a:pt x="895228" y="148556"/>
                </a:lnTo>
                <a:lnTo>
                  <a:pt x="895646" y="148487"/>
                </a:lnTo>
                <a:lnTo>
                  <a:pt x="896064" y="148417"/>
                </a:lnTo>
                <a:lnTo>
                  <a:pt x="896483" y="148346"/>
                </a:lnTo>
                <a:lnTo>
                  <a:pt x="896902" y="148275"/>
                </a:lnTo>
                <a:lnTo>
                  <a:pt x="897322" y="148203"/>
                </a:lnTo>
                <a:lnTo>
                  <a:pt x="897741" y="148130"/>
                </a:lnTo>
                <a:lnTo>
                  <a:pt x="898161" y="148057"/>
                </a:lnTo>
                <a:lnTo>
                  <a:pt x="898582" y="147983"/>
                </a:lnTo>
                <a:lnTo>
                  <a:pt x="899003" y="147908"/>
                </a:lnTo>
                <a:lnTo>
                  <a:pt x="899424" y="147833"/>
                </a:lnTo>
                <a:lnTo>
                  <a:pt x="899843" y="147756"/>
                </a:lnTo>
                <a:lnTo>
                  <a:pt x="900259" y="147679"/>
                </a:lnTo>
                <a:lnTo>
                  <a:pt x="900672" y="147600"/>
                </a:lnTo>
                <a:lnTo>
                  <a:pt x="901081" y="147521"/>
                </a:lnTo>
                <a:lnTo>
                  <a:pt x="901487" y="147440"/>
                </a:lnTo>
                <a:lnTo>
                  <a:pt x="901889" y="147359"/>
                </a:lnTo>
                <a:lnTo>
                  <a:pt x="902287" y="147276"/>
                </a:lnTo>
                <a:lnTo>
                  <a:pt x="902682" y="147192"/>
                </a:lnTo>
                <a:lnTo>
                  <a:pt x="903074" y="147107"/>
                </a:lnTo>
                <a:lnTo>
                  <a:pt x="903461" y="147022"/>
                </a:lnTo>
                <a:lnTo>
                  <a:pt x="903846" y="146935"/>
                </a:lnTo>
                <a:lnTo>
                  <a:pt x="904227" y="146847"/>
                </a:lnTo>
                <a:lnTo>
                  <a:pt x="904604" y="146758"/>
                </a:lnTo>
                <a:lnTo>
                  <a:pt x="904978" y="146668"/>
                </a:lnTo>
                <a:lnTo>
                  <a:pt x="905349" y="146577"/>
                </a:lnTo>
                <a:lnTo>
                  <a:pt x="905716" y="146484"/>
                </a:lnTo>
                <a:lnTo>
                  <a:pt x="906079" y="146391"/>
                </a:lnTo>
                <a:lnTo>
                  <a:pt x="906439" y="146297"/>
                </a:lnTo>
                <a:lnTo>
                  <a:pt x="906795" y="146202"/>
                </a:lnTo>
                <a:lnTo>
                  <a:pt x="907148" y="146105"/>
                </a:lnTo>
                <a:lnTo>
                  <a:pt x="907497" y="146008"/>
                </a:lnTo>
                <a:lnTo>
                  <a:pt x="907843" y="145909"/>
                </a:lnTo>
                <a:lnTo>
                  <a:pt x="908185" y="145810"/>
                </a:lnTo>
                <a:lnTo>
                  <a:pt x="908524" y="145709"/>
                </a:lnTo>
                <a:lnTo>
                  <a:pt x="908866" y="145608"/>
                </a:lnTo>
                <a:lnTo>
                  <a:pt x="909198" y="145506"/>
                </a:lnTo>
                <a:lnTo>
                  <a:pt x="909523" y="145403"/>
                </a:lnTo>
                <a:lnTo>
                  <a:pt x="909839" y="145299"/>
                </a:lnTo>
                <a:lnTo>
                  <a:pt x="910146" y="145195"/>
                </a:lnTo>
                <a:lnTo>
                  <a:pt x="910445" y="145090"/>
                </a:lnTo>
                <a:lnTo>
                  <a:pt x="910736" y="144984"/>
                </a:lnTo>
                <a:lnTo>
                  <a:pt x="911018" y="144878"/>
                </a:lnTo>
                <a:lnTo>
                  <a:pt x="911292" y="144771"/>
                </a:lnTo>
                <a:lnTo>
                  <a:pt x="911558" y="144663"/>
                </a:lnTo>
                <a:lnTo>
                  <a:pt x="911815" y="144554"/>
                </a:lnTo>
                <a:lnTo>
                  <a:pt x="912063" y="144445"/>
                </a:lnTo>
                <a:lnTo>
                  <a:pt x="912304" y="144335"/>
                </a:lnTo>
                <a:lnTo>
                  <a:pt x="912535" y="144225"/>
                </a:lnTo>
                <a:lnTo>
                  <a:pt x="912759" y="144113"/>
                </a:lnTo>
                <a:lnTo>
                  <a:pt x="912973" y="144001"/>
                </a:lnTo>
                <a:lnTo>
                  <a:pt x="913180" y="143889"/>
                </a:lnTo>
                <a:lnTo>
                  <a:pt x="913378" y="143775"/>
                </a:lnTo>
                <a:lnTo>
                  <a:pt x="913567" y="143661"/>
                </a:lnTo>
                <a:lnTo>
                  <a:pt x="913749" y="143546"/>
                </a:lnTo>
                <a:lnTo>
                  <a:pt x="913921" y="143431"/>
                </a:lnTo>
                <a:lnTo>
                  <a:pt x="914086" y="143315"/>
                </a:lnTo>
                <a:lnTo>
                  <a:pt x="914242" y="143198"/>
                </a:lnTo>
                <a:lnTo>
                  <a:pt x="914389" y="143080"/>
                </a:lnTo>
                <a:lnTo>
                  <a:pt x="914389" y="161382"/>
                </a:lnTo>
                <a:lnTo>
                  <a:pt x="914381" y="162096"/>
                </a:lnTo>
                <a:lnTo>
                  <a:pt x="914358" y="162806"/>
                </a:lnTo>
                <a:lnTo>
                  <a:pt x="914320" y="163510"/>
                </a:lnTo>
                <a:lnTo>
                  <a:pt x="914265" y="164211"/>
                </a:lnTo>
                <a:lnTo>
                  <a:pt x="914196" y="164906"/>
                </a:lnTo>
                <a:lnTo>
                  <a:pt x="914111" y="165598"/>
                </a:lnTo>
                <a:lnTo>
                  <a:pt x="914011" y="166284"/>
                </a:lnTo>
                <a:lnTo>
                  <a:pt x="913895" y="166966"/>
                </a:lnTo>
                <a:lnTo>
                  <a:pt x="913763" y="167644"/>
                </a:lnTo>
                <a:lnTo>
                  <a:pt x="913617" y="168317"/>
                </a:lnTo>
                <a:lnTo>
                  <a:pt x="913454" y="168985"/>
                </a:lnTo>
                <a:lnTo>
                  <a:pt x="913277" y="169649"/>
                </a:lnTo>
                <a:lnTo>
                  <a:pt x="913084" y="170308"/>
                </a:lnTo>
                <a:lnTo>
                  <a:pt x="912875" y="170962"/>
                </a:lnTo>
                <a:lnTo>
                  <a:pt x="912651" y="171612"/>
                </a:lnTo>
                <a:lnTo>
                  <a:pt x="912412" y="172258"/>
                </a:lnTo>
                <a:lnTo>
                  <a:pt x="912157" y="172899"/>
                </a:lnTo>
                <a:lnTo>
                  <a:pt x="911886" y="173535"/>
                </a:lnTo>
                <a:lnTo>
                  <a:pt x="911601" y="174167"/>
                </a:lnTo>
                <a:lnTo>
                  <a:pt x="911299" y="174794"/>
                </a:lnTo>
                <a:lnTo>
                  <a:pt x="910983" y="175417"/>
                </a:lnTo>
                <a:lnTo>
                  <a:pt x="910651" y="176035"/>
                </a:lnTo>
                <a:lnTo>
                  <a:pt x="910303" y="176649"/>
                </a:lnTo>
                <a:lnTo>
                  <a:pt x="909940" y="177258"/>
                </a:lnTo>
                <a:lnTo>
                  <a:pt x="909571" y="177859"/>
                </a:lnTo>
                <a:lnTo>
                  <a:pt x="909189" y="178451"/>
                </a:lnTo>
                <a:lnTo>
                  <a:pt x="908794" y="179033"/>
                </a:lnTo>
                <a:lnTo>
                  <a:pt x="908387" y="179606"/>
                </a:lnTo>
                <a:lnTo>
                  <a:pt x="907966" y="180168"/>
                </a:lnTo>
                <a:lnTo>
                  <a:pt x="907532" y="180721"/>
                </a:lnTo>
                <a:lnTo>
                  <a:pt x="907085" y="181264"/>
                </a:lnTo>
                <a:lnTo>
                  <a:pt x="906626" y="181797"/>
                </a:lnTo>
                <a:lnTo>
                  <a:pt x="906153" y="182320"/>
                </a:lnTo>
                <a:lnTo>
                  <a:pt x="905667" y="182833"/>
                </a:lnTo>
                <a:lnTo>
                  <a:pt x="905168" y="183337"/>
                </a:lnTo>
                <a:lnTo>
                  <a:pt x="904657" y="183830"/>
                </a:lnTo>
                <a:lnTo>
                  <a:pt x="904132" y="184314"/>
                </a:lnTo>
                <a:lnTo>
                  <a:pt x="903594" y="184788"/>
                </a:lnTo>
                <a:lnTo>
                  <a:pt x="903043" y="185252"/>
                </a:lnTo>
                <a:lnTo>
                  <a:pt x="902480" y="185706"/>
                </a:lnTo>
                <a:lnTo>
                  <a:pt x="901903" y="186151"/>
                </a:lnTo>
                <a:lnTo>
                  <a:pt x="901313" y="186586"/>
                </a:lnTo>
                <a:lnTo>
                  <a:pt x="900711" y="187010"/>
                </a:lnTo>
                <a:lnTo>
                  <a:pt x="900095" y="187425"/>
                </a:lnTo>
                <a:lnTo>
                  <a:pt x="899466" y="187831"/>
                </a:lnTo>
                <a:lnTo>
                  <a:pt x="898825" y="188226"/>
                </a:lnTo>
                <a:lnTo>
                  <a:pt x="898170" y="188611"/>
                </a:lnTo>
                <a:lnTo>
                  <a:pt x="897503" y="188987"/>
                </a:lnTo>
                <a:lnTo>
                  <a:pt x="896823" y="189342"/>
                </a:lnTo>
                <a:lnTo>
                  <a:pt x="896134" y="189682"/>
                </a:lnTo>
                <a:lnTo>
                  <a:pt x="895434" y="190006"/>
                </a:lnTo>
                <a:lnTo>
                  <a:pt x="894725" y="190316"/>
                </a:lnTo>
                <a:lnTo>
                  <a:pt x="894005" y="190610"/>
                </a:lnTo>
                <a:lnTo>
                  <a:pt x="893275" y="190889"/>
                </a:lnTo>
                <a:lnTo>
                  <a:pt x="892534" y="191154"/>
                </a:lnTo>
                <a:lnTo>
                  <a:pt x="891784" y="191403"/>
                </a:lnTo>
                <a:lnTo>
                  <a:pt x="891023" y="191637"/>
                </a:lnTo>
                <a:lnTo>
                  <a:pt x="890252" y="191856"/>
                </a:lnTo>
                <a:lnTo>
                  <a:pt x="889471" y="192059"/>
                </a:lnTo>
                <a:lnTo>
                  <a:pt x="888680" y="192248"/>
                </a:lnTo>
                <a:lnTo>
                  <a:pt x="887879" y="192422"/>
                </a:lnTo>
                <a:lnTo>
                  <a:pt x="887067" y="192580"/>
                </a:lnTo>
                <a:lnTo>
                  <a:pt x="886245" y="192724"/>
                </a:lnTo>
                <a:lnTo>
                  <a:pt x="885414" y="192852"/>
                </a:lnTo>
                <a:lnTo>
                  <a:pt x="884571" y="192965"/>
                </a:lnTo>
                <a:lnTo>
                  <a:pt x="883719" y="193063"/>
                </a:lnTo>
                <a:lnTo>
                  <a:pt x="882857" y="193146"/>
                </a:lnTo>
                <a:lnTo>
                  <a:pt x="881984" y="193214"/>
                </a:lnTo>
                <a:lnTo>
                  <a:pt x="881101" y="193267"/>
                </a:lnTo>
                <a:lnTo>
                  <a:pt x="880208" y="193305"/>
                </a:lnTo>
                <a:lnTo>
                  <a:pt x="879305" y="193328"/>
                </a:lnTo>
                <a:lnTo>
                  <a:pt x="878392" y="193335"/>
                </a:lnTo>
                <a:lnTo>
                  <a:pt x="877446" y="193326"/>
                </a:lnTo>
                <a:lnTo>
                  <a:pt x="876515" y="193299"/>
                </a:lnTo>
                <a:lnTo>
                  <a:pt x="875598" y="193255"/>
                </a:lnTo>
                <a:lnTo>
                  <a:pt x="874695" y="193192"/>
                </a:lnTo>
                <a:lnTo>
                  <a:pt x="873806" y="193111"/>
                </a:lnTo>
                <a:close/>
                <a:moveTo>
                  <a:pt x="1897664" y="220087"/>
                </a:moveTo>
                <a:lnTo>
                  <a:pt x="1898615" y="220024"/>
                </a:lnTo>
                <a:lnTo>
                  <a:pt x="1899555" y="219948"/>
                </a:lnTo>
                <a:lnTo>
                  <a:pt x="1900485" y="219861"/>
                </a:lnTo>
                <a:lnTo>
                  <a:pt x="1901404" y="219763"/>
                </a:lnTo>
                <a:lnTo>
                  <a:pt x="1902311" y="219653"/>
                </a:lnTo>
                <a:lnTo>
                  <a:pt x="1903208" y="219531"/>
                </a:lnTo>
                <a:lnTo>
                  <a:pt x="1904094" y="219398"/>
                </a:lnTo>
                <a:lnTo>
                  <a:pt x="1904969" y="219253"/>
                </a:lnTo>
                <a:lnTo>
                  <a:pt x="1905834" y="219097"/>
                </a:lnTo>
                <a:lnTo>
                  <a:pt x="1906687" y="218929"/>
                </a:lnTo>
                <a:lnTo>
                  <a:pt x="1907529" y="218749"/>
                </a:lnTo>
                <a:lnTo>
                  <a:pt x="1908361" y="218558"/>
                </a:lnTo>
                <a:lnTo>
                  <a:pt x="1909182" y="218355"/>
                </a:lnTo>
                <a:lnTo>
                  <a:pt x="1909991" y="218141"/>
                </a:lnTo>
                <a:lnTo>
                  <a:pt x="1910790" y="217915"/>
                </a:lnTo>
                <a:lnTo>
                  <a:pt x="1911578" y="217677"/>
                </a:lnTo>
                <a:lnTo>
                  <a:pt x="1912356" y="217428"/>
                </a:lnTo>
                <a:lnTo>
                  <a:pt x="1913122" y="217168"/>
                </a:lnTo>
                <a:lnTo>
                  <a:pt x="1913877" y="216895"/>
                </a:lnTo>
                <a:lnTo>
                  <a:pt x="1914630" y="216605"/>
                </a:lnTo>
                <a:lnTo>
                  <a:pt x="1915372" y="216308"/>
                </a:lnTo>
                <a:lnTo>
                  <a:pt x="1916103" y="216003"/>
                </a:lnTo>
                <a:lnTo>
                  <a:pt x="1916824" y="215690"/>
                </a:lnTo>
                <a:lnTo>
                  <a:pt x="1917533" y="215371"/>
                </a:lnTo>
                <a:lnTo>
                  <a:pt x="1918232" y="215044"/>
                </a:lnTo>
                <a:lnTo>
                  <a:pt x="1918919" y="214709"/>
                </a:lnTo>
                <a:lnTo>
                  <a:pt x="1919596" y="214367"/>
                </a:lnTo>
                <a:lnTo>
                  <a:pt x="1920262" y="214018"/>
                </a:lnTo>
                <a:lnTo>
                  <a:pt x="1920917" y="213662"/>
                </a:lnTo>
                <a:lnTo>
                  <a:pt x="1921561" y="213298"/>
                </a:lnTo>
                <a:lnTo>
                  <a:pt x="1922194" y="212927"/>
                </a:lnTo>
                <a:lnTo>
                  <a:pt x="1922816" y="212548"/>
                </a:lnTo>
                <a:lnTo>
                  <a:pt x="1923428" y="212162"/>
                </a:lnTo>
                <a:lnTo>
                  <a:pt x="1924028" y="211768"/>
                </a:lnTo>
                <a:lnTo>
                  <a:pt x="1924618" y="211368"/>
                </a:lnTo>
                <a:lnTo>
                  <a:pt x="1925197" y="210959"/>
                </a:lnTo>
                <a:lnTo>
                  <a:pt x="1925765" y="210544"/>
                </a:lnTo>
                <a:lnTo>
                  <a:pt x="1926322" y="210121"/>
                </a:lnTo>
                <a:lnTo>
                  <a:pt x="1926868" y="209691"/>
                </a:lnTo>
                <a:lnTo>
                  <a:pt x="1927403" y="209253"/>
                </a:lnTo>
                <a:lnTo>
                  <a:pt x="1927928" y="208808"/>
                </a:lnTo>
                <a:lnTo>
                  <a:pt x="1928441" y="208356"/>
                </a:lnTo>
                <a:lnTo>
                  <a:pt x="1928944" y="207896"/>
                </a:lnTo>
                <a:lnTo>
                  <a:pt x="1929444" y="207423"/>
                </a:lnTo>
                <a:lnTo>
                  <a:pt x="1929936" y="206947"/>
                </a:lnTo>
                <a:lnTo>
                  <a:pt x="1930418" y="206468"/>
                </a:lnTo>
                <a:lnTo>
                  <a:pt x="1930890" y="205986"/>
                </a:lnTo>
                <a:lnTo>
                  <a:pt x="1931353" y="205501"/>
                </a:lnTo>
                <a:lnTo>
                  <a:pt x="1931806" y="205014"/>
                </a:lnTo>
                <a:lnTo>
                  <a:pt x="1932250" y="204524"/>
                </a:lnTo>
                <a:lnTo>
                  <a:pt x="1932685" y="204031"/>
                </a:lnTo>
                <a:lnTo>
                  <a:pt x="1933110" y="203535"/>
                </a:lnTo>
                <a:lnTo>
                  <a:pt x="1933525" y="203037"/>
                </a:lnTo>
                <a:lnTo>
                  <a:pt x="1933932" y="202535"/>
                </a:lnTo>
                <a:lnTo>
                  <a:pt x="1934328" y="202031"/>
                </a:lnTo>
                <a:lnTo>
                  <a:pt x="1934715" y="201524"/>
                </a:lnTo>
                <a:lnTo>
                  <a:pt x="1935093" y="201014"/>
                </a:lnTo>
                <a:lnTo>
                  <a:pt x="1935461" y="200502"/>
                </a:lnTo>
                <a:lnTo>
                  <a:pt x="1935820" y="199986"/>
                </a:lnTo>
                <a:lnTo>
                  <a:pt x="1936169" y="199468"/>
                </a:lnTo>
                <a:lnTo>
                  <a:pt x="1936508" y="198947"/>
                </a:lnTo>
                <a:lnTo>
                  <a:pt x="1936839" y="198423"/>
                </a:lnTo>
                <a:lnTo>
                  <a:pt x="1937159" y="197897"/>
                </a:lnTo>
                <a:lnTo>
                  <a:pt x="1937471" y="197367"/>
                </a:lnTo>
                <a:lnTo>
                  <a:pt x="1937772" y="196835"/>
                </a:lnTo>
                <a:lnTo>
                  <a:pt x="1938065" y="196300"/>
                </a:lnTo>
                <a:lnTo>
                  <a:pt x="1938348" y="195762"/>
                </a:lnTo>
                <a:lnTo>
                  <a:pt x="1939561" y="195762"/>
                </a:lnTo>
                <a:lnTo>
                  <a:pt x="1939561" y="217098"/>
                </a:lnTo>
                <a:lnTo>
                  <a:pt x="1974750" y="217098"/>
                </a:lnTo>
                <a:lnTo>
                  <a:pt x="1974750" y="113150"/>
                </a:lnTo>
                <a:lnTo>
                  <a:pt x="1974740" y="111869"/>
                </a:lnTo>
                <a:lnTo>
                  <a:pt x="1974710" y="110607"/>
                </a:lnTo>
                <a:lnTo>
                  <a:pt x="1974661" y="109362"/>
                </a:lnTo>
                <a:lnTo>
                  <a:pt x="1974592" y="108136"/>
                </a:lnTo>
                <a:lnTo>
                  <a:pt x="1974504" y="106927"/>
                </a:lnTo>
                <a:lnTo>
                  <a:pt x="1974396" y="105736"/>
                </a:lnTo>
                <a:lnTo>
                  <a:pt x="1974268" y="104564"/>
                </a:lnTo>
                <a:lnTo>
                  <a:pt x="1974120" y="103409"/>
                </a:lnTo>
                <a:lnTo>
                  <a:pt x="1973953" y="102272"/>
                </a:lnTo>
                <a:lnTo>
                  <a:pt x="1973766" y="101153"/>
                </a:lnTo>
                <a:lnTo>
                  <a:pt x="1973560" y="100051"/>
                </a:lnTo>
                <a:lnTo>
                  <a:pt x="1973334" y="98968"/>
                </a:lnTo>
                <a:lnTo>
                  <a:pt x="1973088" y="97903"/>
                </a:lnTo>
                <a:lnTo>
                  <a:pt x="1972823" y="96855"/>
                </a:lnTo>
                <a:lnTo>
                  <a:pt x="1972538" y="95825"/>
                </a:lnTo>
                <a:lnTo>
                  <a:pt x="1972233" y="94814"/>
                </a:lnTo>
                <a:lnTo>
                  <a:pt x="1971908" y="93820"/>
                </a:lnTo>
                <a:lnTo>
                  <a:pt x="1971564" y="92844"/>
                </a:lnTo>
                <a:lnTo>
                  <a:pt x="1971201" y="91886"/>
                </a:lnTo>
                <a:lnTo>
                  <a:pt x="1970817" y="90946"/>
                </a:lnTo>
                <a:lnTo>
                  <a:pt x="1970414" y="90024"/>
                </a:lnTo>
                <a:lnTo>
                  <a:pt x="1969991" y="89120"/>
                </a:lnTo>
                <a:lnTo>
                  <a:pt x="1969549" y="88233"/>
                </a:lnTo>
                <a:lnTo>
                  <a:pt x="1969087" y="87365"/>
                </a:lnTo>
                <a:lnTo>
                  <a:pt x="1968617" y="86513"/>
                </a:lnTo>
                <a:lnTo>
                  <a:pt x="1968135" y="85676"/>
                </a:lnTo>
                <a:lnTo>
                  <a:pt x="1967640" y="84854"/>
                </a:lnTo>
                <a:lnTo>
                  <a:pt x="1967132" y="84048"/>
                </a:lnTo>
                <a:lnTo>
                  <a:pt x="1966612" y="83256"/>
                </a:lnTo>
                <a:lnTo>
                  <a:pt x="1966079" y="82480"/>
                </a:lnTo>
                <a:lnTo>
                  <a:pt x="1965533" y="81718"/>
                </a:lnTo>
                <a:lnTo>
                  <a:pt x="1964975" y="80972"/>
                </a:lnTo>
                <a:lnTo>
                  <a:pt x="1964404" y="80241"/>
                </a:lnTo>
                <a:lnTo>
                  <a:pt x="1963820" y="79525"/>
                </a:lnTo>
                <a:lnTo>
                  <a:pt x="1963224" y="78824"/>
                </a:lnTo>
                <a:lnTo>
                  <a:pt x="1962615" y="78138"/>
                </a:lnTo>
                <a:lnTo>
                  <a:pt x="1961994" y="77467"/>
                </a:lnTo>
                <a:lnTo>
                  <a:pt x="1961360" y="76811"/>
                </a:lnTo>
                <a:lnTo>
                  <a:pt x="1960713" y="76171"/>
                </a:lnTo>
                <a:lnTo>
                  <a:pt x="1960054" y="75545"/>
                </a:lnTo>
                <a:lnTo>
                  <a:pt x="1959382" y="74935"/>
                </a:lnTo>
                <a:lnTo>
                  <a:pt x="1958697" y="74340"/>
                </a:lnTo>
                <a:lnTo>
                  <a:pt x="1958000" y="73760"/>
                </a:lnTo>
                <a:lnTo>
                  <a:pt x="1957290" y="73194"/>
                </a:lnTo>
                <a:lnTo>
                  <a:pt x="1956567" y="72644"/>
                </a:lnTo>
                <a:lnTo>
                  <a:pt x="1955832" y="72110"/>
                </a:lnTo>
                <a:lnTo>
                  <a:pt x="1955084" y="71590"/>
                </a:lnTo>
                <a:lnTo>
                  <a:pt x="1954324" y="71085"/>
                </a:lnTo>
                <a:lnTo>
                  <a:pt x="1953554" y="70585"/>
                </a:lnTo>
                <a:lnTo>
                  <a:pt x="1952777" y="70098"/>
                </a:lnTo>
                <a:lnTo>
                  <a:pt x="1951994" y="69622"/>
                </a:lnTo>
                <a:lnTo>
                  <a:pt x="1951203" y="69158"/>
                </a:lnTo>
                <a:lnTo>
                  <a:pt x="1950407" y="68706"/>
                </a:lnTo>
                <a:lnTo>
                  <a:pt x="1949603" y="68266"/>
                </a:lnTo>
                <a:lnTo>
                  <a:pt x="1948793" y="67838"/>
                </a:lnTo>
                <a:lnTo>
                  <a:pt x="1947976" y="67422"/>
                </a:lnTo>
                <a:lnTo>
                  <a:pt x="1947153" y="67018"/>
                </a:lnTo>
                <a:lnTo>
                  <a:pt x="1946322" y="66626"/>
                </a:lnTo>
                <a:lnTo>
                  <a:pt x="1945486" y="66246"/>
                </a:lnTo>
                <a:lnTo>
                  <a:pt x="1944642" y="65878"/>
                </a:lnTo>
                <a:lnTo>
                  <a:pt x="1943792" y="65521"/>
                </a:lnTo>
                <a:lnTo>
                  <a:pt x="1942935" y="65177"/>
                </a:lnTo>
                <a:lnTo>
                  <a:pt x="1942071" y="64844"/>
                </a:lnTo>
                <a:lnTo>
                  <a:pt x="1941201" y="64524"/>
                </a:lnTo>
                <a:lnTo>
                  <a:pt x="1940324" y="64215"/>
                </a:lnTo>
                <a:lnTo>
                  <a:pt x="1939441" y="63918"/>
                </a:lnTo>
                <a:lnTo>
                  <a:pt x="1938551" y="63634"/>
                </a:lnTo>
                <a:lnTo>
                  <a:pt x="1937654" y="63361"/>
                </a:lnTo>
                <a:lnTo>
                  <a:pt x="1936750" y="63100"/>
                </a:lnTo>
                <a:lnTo>
                  <a:pt x="1935840" y="62851"/>
                </a:lnTo>
                <a:lnTo>
                  <a:pt x="1934923" y="62614"/>
                </a:lnTo>
                <a:lnTo>
                  <a:pt x="1933999" y="62389"/>
                </a:lnTo>
                <a:lnTo>
                  <a:pt x="1933072" y="62174"/>
                </a:lnTo>
                <a:lnTo>
                  <a:pt x="1932145" y="61969"/>
                </a:lnTo>
                <a:lnTo>
                  <a:pt x="1931217" y="61773"/>
                </a:lnTo>
                <a:lnTo>
                  <a:pt x="1930289" y="61586"/>
                </a:lnTo>
                <a:lnTo>
                  <a:pt x="1929361" y="61408"/>
                </a:lnTo>
                <a:lnTo>
                  <a:pt x="1928432" y="61239"/>
                </a:lnTo>
                <a:lnTo>
                  <a:pt x="1927503" y="61079"/>
                </a:lnTo>
                <a:lnTo>
                  <a:pt x="1926573" y="60928"/>
                </a:lnTo>
                <a:lnTo>
                  <a:pt x="1925643" y="60787"/>
                </a:lnTo>
                <a:lnTo>
                  <a:pt x="1924713" y="60655"/>
                </a:lnTo>
                <a:lnTo>
                  <a:pt x="1923782" y="60531"/>
                </a:lnTo>
                <a:lnTo>
                  <a:pt x="1922851" y="60417"/>
                </a:lnTo>
                <a:lnTo>
                  <a:pt x="1921920" y="60312"/>
                </a:lnTo>
                <a:lnTo>
                  <a:pt x="1920988" y="60216"/>
                </a:lnTo>
                <a:lnTo>
                  <a:pt x="1920056" y="60130"/>
                </a:lnTo>
                <a:lnTo>
                  <a:pt x="1919124" y="60052"/>
                </a:lnTo>
                <a:lnTo>
                  <a:pt x="1918191" y="59984"/>
                </a:lnTo>
                <a:lnTo>
                  <a:pt x="1917258" y="59924"/>
                </a:lnTo>
                <a:lnTo>
                  <a:pt x="1916325" y="59874"/>
                </a:lnTo>
                <a:lnTo>
                  <a:pt x="1915391" y="59833"/>
                </a:lnTo>
                <a:lnTo>
                  <a:pt x="1914457" y="59801"/>
                </a:lnTo>
                <a:lnTo>
                  <a:pt x="1913523" y="59778"/>
                </a:lnTo>
                <a:lnTo>
                  <a:pt x="1912588" y="59765"/>
                </a:lnTo>
                <a:lnTo>
                  <a:pt x="1911653" y="59760"/>
                </a:lnTo>
                <a:lnTo>
                  <a:pt x="1910301" y="59768"/>
                </a:lnTo>
                <a:lnTo>
                  <a:pt x="1908959" y="59794"/>
                </a:lnTo>
                <a:lnTo>
                  <a:pt x="1907627" y="59836"/>
                </a:lnTo>
                <a:lnTo>
                  <a:pt x="1906305" y="59895"/>
                </a:lnTo>
                <a:lnTo>
                  <a:pt x="1904992" y="59971"/>
                </a:lnTo>
                <a:lnTo>
                  <a:pt x="1903690" y="60063"/>
                </a:lnTo>
                <a:lnTo>
                  <a:pt x="1902397" y="60173"/>
                </a:lnTo>
                <a:lnTo>
                  <a:pt x="1901114" y="60299"/>
                </a:lnTo>
                <a:lnTo>
                  <a:pt x="1899841" y="60443"/>
                </a:lnTo>
                <a:lnTo>
                  <a:pt x="1898578" y="60603"/>
                </a:lnTo>
                <a:lnTo>
                  <a:pt x="1897324" y="60780"/>
                </a:lnTo>
                <a:lnTo>
                  <a:pt x="1896081" y="60973"/>
                </a:lnTo>
                <a:lnTo>
                  <a:pt x="1894847" y="61184"/>
                </a:lnTo>
                <a:lnTo>
                  <a:pt x="1893623" y="61412"/>
                </a:lnTo>
                <a:lnTo>
                  <a:pt x="1892409" y="61656"/>
                </a:lnTo>
                <a:lnTo>
                  <a:pt x="1891205" y="61917"/>
                </a:lnTo>
                <a:lnTo>
                  <a:pt x="1890010" y="62195"/>
                </a:lnTo>
                <a:lnTo>
                  <a:pt x="1888826" y="62490"/>
                </a:lnTo>
                <a:lnTo>
                  <a:pt x="1887651" y="62802"/>
                </a:lnTo>
                <a:lnTo>
                  <a:pt x="1886486" y="63131"/>
                </a:lnTo>
                <a:lnTo>
                  <a:pt x="1885331" y="63476"/>
                </a:lnTo>
                <a:lnTo>
                  <a:pt x="1884185" y="63838"/>
                </a:lnTo>
                <a:lnTo>
                  <a:pt x="1883050" y="64218"/>
                </a:lnTo>
                <a:lnTo>
                  <a:pt x="1881924" y="64614"/>
                </a:lnTo>
                <a:lnTo>
                  <a:pt x="1880811" y="65018"/>
                </a:lnTo>
                <a:lnTo>
                  <a:pt x="1879712" y="65439"/>
                </a:lnTo>
                <a:lnTo>
                  <a:pt x="1878627" y="65878"/>
                </a:lnTo>
                <a:lnTo>
                  <a:pt x="1877557" y="66333"/>
                </a:lnTo>
                <a:lnTo>
                  <a:pt x="1876501" y="66804"/>
                </a:lnTo>
                <a:lnTo>
                  <a:pt x="1875459" y="67293"/>
                </a:lnTo>
                <a:lnTo>
                  <a:pt x="1874432" y="67799"/>
                </a:lnTo>
                <a:lnTo>
                  <a:pt x="1873419" y="68321"/>
                </a:lnTo>
                <a:lnTo>
                  <a:pt x="1872421" y="68860"/>
                </a:lnTo>
                <a:lnTo>
                  <a:pt x="1871437" y="69417"/>
                </a:lnTo>
                <a:lnTo>
                  <a:pt x="1870467" y="69990"/>
                </a:lnTo>
                <a:lnTo>
                  <a:pt x="1869512" y="70579"/>
                </a:lnTo>
                <a:lnTo>
                  <a:pt x="1868571" y="71186"/>
                </a:lnTo>
                <a:lnTo>
                  <a:pt x="1867645" y="71810"/>
                </a:lnTo>
                <a:lnTo>
                  <a:pt x="1866733" y="72450"/>
                </a:lnTo>
                <a:lnTo>
                  <a:pt x="1865836" y="73107"/>
                </a:lnTo>
                <a:lnTo>
                  <a:pt x="1864952" y="73781"/>
                </a:lnTo>
                <a:lnTo>
                  <a:pt x="1864084" y="74472"/>
                </a:lnTo>
                <a:lnTo>
                  <a:pt x="1863229" y="75180"/>
                </a:lnTo>
                <a:lnTo>
                  <a:pt x="1862389" y="75905"/>
                </a:lnTo>
                <a:lnTo>
                  <a:pt x="1861563" y="76646"/>
                </a:lnTo>
                <a:lnTo>
                  <a:pt x="1860752" y="77405"/>
                </a:lnTo>
                <a:lnTo>
                  <a:pt x="1859955" y="78180"/>
                </a:lnTo>
                <a:lnTo>
                  <a:pt x="1859173" y="78972"/>
                </a:lnTo>
                <a:lnTo>
                  <a:pt x="1858407" y="79772"/>
                </a:lnTo>
                <a:lnTo>
                  <a:pt x="1857659" y="80589"/>
                </a:lnTo>
                <a:lnTo>
                  <a:pt x="1856929" y="81421"/>
                </a:lnTo>
                <a:lnTo>
                  <a:pt x="1856218" y="82270"/>
                </a:lnTo>
                <a:lnTo>
                  <a:pt x="1855525" y="83134"/>
                </a:lnTo>
                <a:lnTo>
                  <a:pt x="1854850" y="84015"/>
                </a:lnTo>
                <a:lnTo>
                  <a:pt x="1854194" y="84912"/>
                </a:lnTo>
                <a:lnTo>
                  <a:pt x="1853555" y="85826"/>
                </a:lnTo>
                <a:lnTo>
                  <a:pt x="1852935" y="86755"/>
                </a:lnTo>
                <a:lnTo>
                  <a:pt x="1852334" y="87700"/>
                </a:lnTo>
                <a:lnTo>
                  <a:pt x="1851750" y="88662"/>
                </a:lnTo>
                <a:lnTo>
                  <a:pt x="1851185" y="89640"/>
                </a:lnTo>
                <a:lnTo>
                  <a:pt x="1850638" y="90634"/>
                </a:lnTo>
                <a:lnTo>
                  <a:pt x="1850109" y="91644"/>
                </a:lnTo>
                <a:lnTo>
                  <a:pt x="1849598" y="92670"/>
                </a:lnTo>
                <a:lnTo>
                  <a:pt x="1849106" y="93713"/>
                </a:lnTo>
                <a:lnTo>
                  <a:pt x="1848632" y="94771"/>
                </a:lnTo>
                <a:lnTo>
                  <a:pt x="1848177" y="95846"/>
                </a:lnTo>
                <a:lnTo>
                  <a:pt x="1847739" y="96937"/>
                </a:lnTo>
                <a:lnTo>
                  <a:pt x="1847320" y="98044"/>
                </a:lnTo>
                <a:lnTo>
                  <a:pt x="1846919" y="99167"/>
                </a:lnTo>
                <a:lnTo>
                  <a:pt x="1846536" y="100306"/>
                </a:lnTo>
                <a:lnTo>
                  <a:pt x="1846172" y="101462"/>
                </a:lnTo>
                <a:lnTo>
                  <a:pt x="1845826" y="102633"/>
                </a:lnTo>
                <a:lnTo>
                  <a:pt x="1880003" y="107487"/>
                </a:lnTo>
                <a:lnTo>
                  <a:pt x="1880239" y="106825"/>
                </a:lnTo>
                <a:lnTo>
                  <a:pt x="1880493" y="106170"/>
                </a:lnTo>
                <a:lnTo>
                  <a:pt x="1880765" y="105523"/>
                </a:lnTo>
                <a:lnTo>
                  <a:pt x="1881054" y="104883"/>
                </a:lnTo>
                <a:lnTo>
                  <a:pt x="1881360" y="104251"/>
                </a:lnTo>
                <a:lnTo>
                  <a:pt x="1881684" y="103626"/>
                </a:lnTo>
                <a:lnTo>
                  <a:pt x="1882026" y="103008"/>
                </a:lnTo>
                <a:lnTo>
                  <a:pt x="1882385" y="102398"/>
                </a:lnTo>
                <a:lnTo>
                  <a:pt x="1882762" y="101795"/>
                </a:lnTo>
                <a:lnTo>
                  <a:pt x="1883156" y="101199"/>
                </a:lnTo>
                <a:lnTo>
                  <a:pt x="1883568" y="100611"/>
                </a:lnTo>
                <a:lnTo>
                  <a:pt x="1883997" y="100030"/>
                </a:lnTo>
                <a:lnTo>
                  <a:pt x="1884444" y="99456"/>
                </a:lnTo>
                <a:lnTo>
                  <a:pt x="1884909" y="98890"/>
                </a:lnTo>
                <a:lnTo>
                  <a:pt x="1885391" y="98331"/>
                </a:lnTo>
                <a:lnTo>
                  <a:pt x="1885890" y="97780"/>
                </a:lnTo>
                <a:lnTo>
                  <a:pt x="1886408" y="97236"/>
                </a:lnTo>
                <a:lnTo>
                  <a:pt x="1886942" y="96699"/>
                </a:lnTo>
                <a:lnTo>
                  <a:pt x="1887495" y="96170"/>
                </a:lnTo>
                <a:lnTo>
                  <a:pt x="1888064" y="95648"/>
                </a:lnTo>
                <a:lnTo>
                  <a:pt x="1888652" y="95133"/>
                </a:lnTo>
                <a:lnTo>
                  <a:pt x="1889257" y="94626"/>
                </a:lnTo>
                <a:lnTo>
                  <a:pt x="1889879" y="94126"/>
                </a:lnTo>
                <a:lnTo>
                  <a:pt x="1890519" y="93634"/>
                </a:lnTo>
                <a:lnTo>
                  <a:pt x="1891186" y="93156"/>
                </a:lnTo>
                <a:lnTo>
                  <a:pt x="1891872" y="92697"/>
                </a:lnTo>
                <a:lnTo>
                  <a:pt x="1892578" y="92260"/>
                </a:lnTo>
                <a:lnTo>
                  <a:pt x="1893303" y="91842"/>
                </a:lnTo>
                <a:lnTo>
                  <a:pt x="1894047" y="91445"/>
                </a:lnTo>
                <a:lnTo>
                  <a:pt x="1894810" y="91068"/>
                </a:lnTo>
                <a:lnTo>
                  <a:pt x="1895593" y="90712"/>
                </a:lnTo>
                <a:lnTo>
                  <a:pt x="1896395" y="90376"/>
                </a:lnTo>
                <a:lnTo>
                  <a:pt x="1897217" y="90060"/>
                </a:lnTo>
                <a:lnTo>
                  <a:pt x="1898057" y="89765"/>
                </a:lnTo>
                <a:lnTo>
                  <a:pt x="1898917" y="89490"/>
                </a:lnTo>
                <a:lnTo>
                  <a:pt x="1899797" y="89236"/>
                </a:lnTo>
                <a:lnTo>
                  <a:pt x="1900695" y="89001"/>
                </a:lnTo>
                <a:lnTo>
                  <a:pt x="1901613" y="88788"/>
                </a:lnTo>
                <a:lnTo>
                  <a:pt x="1902551" y="88594"/>
                </a:lnTo>
                <a:lnTo>
                  <a:pt x="1903507" y="88421"/>
                </a:lnTo>
                <a:lnTo>
                  <a:pt x="1904483" y="88268"/>
                </a:lnTo>
                <a:lnTo>
                  <a:pt x="1905478" y="88136"/>
                </a:lnTo>
                <a:lnTo>
                  <a:pt x="1906493" y="88024"/>
                </a:lnTo>
                <a:lnTo>
                  <a:pt x="1907526" y="87932"/>
                </a:lnTo>
                <a:lnTo>
                  <a:pt x="1908580" y="87861"/>
                </a:lnTo>
                <a:lnTo>
                  <a:pt x="1909652" y="87810"/>
                </a:lnTo>
                <a:lnTo>
                  <a:pt x="1910744" y="87780"/>
                </a:lnTo>
                <a:lnTo>
                  <a:pt x="1911855" y="87769"/>
                </a:lnTo>
                <a:lnTo>
                  <a:pt x="1912906" y="87780"/>
                </a:lnTo>
                <a:lnTo>
                  <a:pt x="1913937" y="87813"/>
                </a:lnTo>
                <a:lnTo>
                  <a:pt x="1914947" y="87867"/>
                </a:lnTo>
                <a:lnTo>
                  <a:pt x="1915936" y="87943"/>
                </a:lnTo>
                <a:lnTo>
                  <a:pt x="1916905" y="88041"/>
                </a:lnTo>
                <a:lnTo>
                  <a:pt x="1917852" y="88161"/>
                </a:lnTo>
                <a:lnTo>
                  <a:pt x="1918779" y="88303"/>
                </a:lnTo>
                <a:lnTo>
                  <a:pt x="1919686" y="88466"/>
                </a:lnTo>
                <a:lnTo>
                  <a:pt x="1920571" y="88651"/>
                </a:lnTo>
                <a:lnTo>
                  <a:pt x="1921436" y="88858"/>
                </a:lnTo>
                <a:lnTo>
                  <a:pt x="1922281" y="89086"/>
                </a:lnTo>
                <a:lnTo>
                  <a:pt x="1923104" y="89337"/>
                </a:lnTo>
                <a:lnTo>
                  <a:pt x="1923907" y="89609"/>
                </a:lnTo>
                <a:lnTo>
                  <a:pt x="1924689" y="89903"/>
                </a:lnTo>
                <a:lnTo>
                  <a:pt x="1925450" y="90218"/>
                </a:lnTo>
                <a:lnTo>
                  <a:pt x="1926191" y="90556"/>
                </a:lnTo>
                <a:lnTo>
                  <a:pt x="1926911" y="90915"/>
                </a:lnTo>
                <a:lnTo>
                  <a:pt x="1927610" y="91296"/>
                </a:lnTo>
                <a:lnTo>
                  <a:pt x="1928289" y="91698"/>
                </a:lnTo>
                <a:lnTo>
                  <a:pt x="1928946" y="92123"/>
                </a:lnTo>
                <a:lnTo>
                  <a:pt x="1929584" y="92569"/>
                </a:lnTo>
                <a:lnTo>
                  <a:pt x="1930200" y="93037"/>
                </a:lnTo>
                <a:lnTo>
                  <a:pt x="1930796" y="93527"/>
                </a:lnTo>
                <a:lnTo>
                  <a:pt x="1931371" y="94039"/>
                </a:lnTo>
                <a:lnTo>
                  <a:pt x="1931923" y="94570"/>
                </a:lnTo>
                <a:lnTo>
                  <a:pt x="1932453" y="95119"/>
                </a:lnTo>
                <a:lnTo>
                  <a:pt x="1932958" y="95686"/>
                </a:lnTo>
                <a:lnTo>
                  <a:pt x="1933441" y="96272"/>
                </a:lnTo>
                <a:lnTo>
                  <a:pt x="1933899" y="96875"/>
                </a:lnTo>
                <a:lnTo>
                  <a:pt x="1934334" y="97495"/>
                </a:lnTo>
                <a:lnTo>
                  <a:pt x="1934746" y="98134"/>
                </a:lnTo>
                <a:lnTo>
                  <a:pt x="1935134" y="98791"/>
                </a:lnTo>
                <a:lnTo>
                  <a:pt x="1935499" y="99466"/>
                </a:lnTo>
                <a:lnTo>
                  <a:pt x="1935840" y="100158"/>
                </a:lnTo>
                <a:lnTo>
                  <a:pt x="1936157" y="100869"/>
                </a:lnTo>
                <a:lnTo>
                  <a:pt x="1936452" y="101597"/>
                </a:lnTo>
                <a:lnTo>
                  <a:pt x="1936722" y="102343"/>
                </a:lnTo>
                <a:lnTo>
                  <a:pt x="1936969" y="103107"/>
                </a:lnTo>
                <a:lnTo>
                  <a:pt x="1937192" y="103890"/>
                </a:lnTo>
                <a:lnTo>
                  <a:pt x="1937392" y="104690"/>
                </a:lnTo>
                <a:lnTo>
                  <a:pt x="1937569" y="105507"/>
                </a:lnTo>
                <a:lnTo>
                  <a:pt x="1937722" y="106343"/>
                </a:lnTo>
                <a:lnTo>
                  <a:pt x="1937851" y="107197"/>
                </a:lnTo>
                <a:lnTo>
                  <a:pt x="1937957" y="108068"/>
                </a:lnTo>
                <a:lnTo>
                  <a:pt x="1938039" y="108958"/>
                </a:lnTo>
                <a:lnTo>
                  <a:pt x="1938098" y="109865"/>
                </a:lnTo>
                <a:lnTo>
                  <a:pt x="1938133" y="110791"/>
                </a:lnTo>
                <a:lnTo>
                  <a:pt x="1938145" y="111734"/>
                </a:lnTo>
                <a:lnTo>
                  <a:pt x="1938145" y="112341"/>
                </a:lnTo>
                <a:lnTo>
                  <a:pt x="1938138" y="112774"/>
                </a:lnTo>
                <a:lnTo>
                  <a:pt x="1938118" y="113198"/>
                </a:lnTo>
                <a:lnTo>
                  <a:pt x="1938084" y="113613"/>
                </a:lnTo>
                <a:lnTo>
                  <a:pt x="1938036" y="114018"/>
                </a:lnTo>
                <a:lnTo>
                  <a:pt x="1937974" y="114413"/>
                </a:lnTo>
                <a:lnTo>
                  <a:pt x="1937899" y="114799"/>
                </a:lnTo>
                <a:lnTo>
                  <a:pt x="1937810" y="115176"/>
                </a:lnTo>
                <a:lnTo>
                  <a:pt x="1937707" y="115543"/>
                </a:lnTo>
                <a:lnTo>
                  <a:pt x="1937591" y="115900"/>
                </a:lnTo>
                <a:lnTo>
                  <a:pt x="1937461" y="116248"/>
                </a:lnTo>
                <a:lnTo>
                  <a:pt x="1937317" y="116587"/>
                </a:lnTo>
                <a:lnTo>
                  <a:pt x="1937159" y="116916"/>
                </a:lnTo>
                <a:lnTo>
                  <a:pt x="1936988" y="117236"/>
                </a:lnTo>
                <a:lnTo>
                  <a:pt x="1936803" y="117546"/>
                </a:lnTo>
                <a:lnTo>
                  <a:pt x="1936605" y="117847"/>
                </a:lnTo>
                <a:lnTo>
                  <a:pt x="1936393" y="118138"/>
                </a:lnTo>
                <a:lnTo>
                  <a:pt x="1936167" y="118420"/>
                </a:lnTo>
                <a:lnTo>
                  <a:pt x="1935927" y="118692"/>
                </a:lnTo>
                <a:lnTo>
                  <a:pt x="1935674" y="118955"/>
                </a:lnTo>
                <a:lnTo>
                  <a:pt x="1935407" y="119208"/>
                </a:lnTo>
                <a:lnTo>
                  <a:pt x="1935126" y="119452"/>
                </a:lnTo>
                <a:lnTo>
                  <a:pt x="1934832" y="119686"/>
                </a:lnTo>
                <a:lnTo>
                  <a:pt x="1934523" y="119911"/>
                </a:lnTo>
                <a:lnTo>
                  <a:pt x="1934202" y="120127"/>
                </a:lnTo>
                <a:lnTo>
                  <a:pt x="1933873" y="120327"/>
                </a:lnTo>
                <a:lnTo>
                  <a:pt x="1933529" y="120523"/>
                </a:lnTo>
                <a:lnTo>
                  <a:pt x="1933168" y="120714"/>
                </a:lnTo>
                <a:lnTo>
                  <a:pt x="1932792" y="120902"/>
                </a:lnTo>
                <a:lnTo>
                  <a:pt x="1932399" y="121085"/>
                </a:lnTo>
                <a:lnTo>
                  <a:pt x="1931990" y="121264"/>
                </a:lnTo>
                <a:lnTo>
                  <a:pt x="1931565" y="121439"/>
                </a:lnTo>
                <a:lnTo>
                  <a:pt x="1931123" y="121610"/>
                </a:lnTo>
                <a:lnTo>
                  <a:pt x="1930666" y="121776"/>
                </a:lnTo>
                <a:lnTo>
                  <a:pt x="1930192" y="121938"/>
                </a:lnTo>
                <a:lnTo>
                  <a:pt x="1929702" y="122096"/>
                </a:lnTo>
                <a:lnTo>
                  <a:pt x="1929196" y="122250"/>
                </a:lnTo>
                <a:lnTo>
                  <a:pt x="1928674" y="122400"/>
                </a:lnTo>
                <a:lnTo>
                  <a:pt x="1928136" y="122545"/>
                </a:lnTo>
                <a:lnTo>
                  <a:pt x="1927582" y="122686"/>
                </a:lnTo>
                <a:lnTo>
                  <a:pt x="1927011" y="122823"/>
                </a:lnTo>
                <a:lnTo>
                  <a:pt x="1926424" y="122956"/>
                </a:lnTo>
                <a:lnTo>
                  <a:pt x="1925822" y="123084"/>
                </a:lnTo>
                <a:lnTo>
                  <a:pt x="1925203" y="123209"/>
                </a:lnTo>
                <a:lnTo>
                  <a:pt x="1924567" y="123329"/>
                </a:lnTo>
                <a:lnTo>
                  <a:pt x="1923916" y="123445"/>
                </a:lnTo>
                <a:lnTo>
                  <a:pt x="1923249" y="123556"/>
                </a:lnTo>
                <a:lnTo>
                  <a:pt x="1922565" y="123664"/>
                </a:lnTo>
                <a:lnTo>
                  <a:pt x="1921865" y="123767"/>
                </a:lnTo>
                <a:lnTo>
                  <a:pt x="1921149" y="123860"/>
                </a:lnTo>
                <a:lnTo>
                  <a:pt x="1920414" y="123954"/>
                </a:lnTo>
                <a:lnTo>
                  <a:pt x="1919661" y="124050"/>
                </a:lnTo>
                <a:lnTo>
                  <a:pt x="1918891" y="124146"/>
                </a:lnTo>
                <a:lnTo>
                  <a:pt x="1918102" y="124243"/>
                </a:lnTo>
                <a:lnTo>
                  <a:pt x="1917296" y="124342"/>
                </a:lnTo>
                <a:lnTo>
                  <a:pt x="1916472" y="124442"/>
                </a:lnTo>
                <a:lnTo>
                  <a:pt x="1915630" y="124542"/>
                </a:lnTo>
                <a:lnTo>
                  <a:pt x="1914770" y="124644"/>
                </a:lnTo>
                <a:lnTo>
                  <a:pt x="1913892" y="124746"/>
                </a:lnTo>
                <a:lnTo>
                  <a:pt x="1912996" y="124850"/>
                </a:lnTo>
                <a:lnTo>
                  <a:pt x="1912082" y="124955"/>
                </a:lnTo>
                <a:lnTo>
                  <a:pt x="1911151" y="125061"/>
                </a:lnTo>
                <a:lnTo>
                  <a:pt x="1910201" y="125168"/>
                </a:lnTo>
                <a:lnTo>
                  <a:pt x="1909234" y="125276"/>
                </a:lnTo>
                <a:lnTo>
                  <a:pt x="1908248" y="125385"/>
                </a:lnTo>
                <a:lnTo>
                  <a:pt x="1907245" y="125495"/>
                </a:lnTo>
                <a:lnTo>
                  <a:pt x="1906224" y="125606"/>
                </a:lnTo>
                <a:lnTo>
                  <a:pt x="1905185" y="125718"/>
                </a:lnTo>
                <a:lnTo>
                  <a:pt x="1904128" y="125831"/>
                </a:lnTo>
                <a:lnTo>
                  <a:pt x="1903053" y="125946"/>
                </a:lnTo>
                <a:lnTo>
                  <a:pt x="1901960" y="126061"/>
                </a:lnTo>
                <a:lnTo>
                  <a:pt x="1900849" y="126177"/>
                </a:lnTo>
                <a:lnTo>
                  <a:pt x="1899721" y="126295"/>
                </a:lnTo>
                <a:lnTo>
                  <a:pt x="1898778" y="126399"/>
                </a:lnTo>
                <a:lnTo>
                  <a:pt x="1897838" y="126508"/>
                </a:lnTo>
                <a:lnTo>
                  <a:pt x="1896901" y="126622"/>
                </a:lnTo>
                <a:lnTo>
                  <a:pt x="1895965" y="126741"/>
                </a:lnTo>
                <a:lnTo>
                  <a:pt x="1895033" y="126866"/>
                </a:lnTo>
                <a:lnTo>
                  <a:pt x="1894103" y="126996"/>
                </a:lnTo>
                <a:lnTo>
                  <a:pt x="1893175" y="127132"/>
                </a:lnTo>
                <a:lnTo>
                  <a:pt x="1892249" y="127272"/>
                </a:lnTo>
                <a:lnTo>
                  <a:pt x="1891327" y="127418"/>
                </a:lnTo>
                <a:lnTo>
                  <a:pt x="1890406" y="127569"/>
                </a:lnTo>
                <a:lnTo>
                  <a:pt x="1889488" y="127726"/>
                </a:lnTo>
                <a:lnTo>
                  <a:pt x="1888573" y="127887"/>
                </a:lnTo>
                <a:lnTo>
                  <a:pt x="1887660" y="128054"/>
                </a:lnTo>
                <a:lnTo>
                  <a:pt x="1886749" y="128227"/>
                </a:lnTo>
                <a:lnTo>
                  <a:pt x="1885841" y="128404"/>
                </a:lnTo>
                <a:lnTo>
                  <a:pt x="1884935" y="128587"/>
                </a:lnTo>
                <a:lnTo>
                  <a:pt x="1884032" y="128775"/>
                </a:lnTo>
                <a:lnTo>
                  <a:pt x="1883131" y="128968"/>
                </a:lnTo>
                <a:lnTo>
                  <a:pt x="1882233" y="129167"/>
                </a:lnTo>
                <a:lnTo>
                  <a:pt x="1881337" y="129370"/>
                </a:lnTo>
                <a:lnTo>
                  <a:pt x="1880444" y="129579"/>
                </a:lnTo>
                <a:lnTo>
                  <a:pt x="1879553" y="129794"/>
                </a:lnTo>
                <a:lnTo>
                  <a:pt x="1878665" y="130013"/>
                </a:lnTo>
                <a:lnTo>
                  <a:pt x="1877779" y="130238"/>
                </a:lnTo>
                <a:lnTo>
                  <a:pt x="1876906" y="130462"/>
                </a:lnTo>
                <a:lnTo>
                  <a:pt x="1876041" y="130694"/>
                </a:lnTo>
                <a:lnTo>
                  <a:pt x="1875183" y="130935"/>
                </a:lnTo>
                <a:lnTo>
                  <a:pt x="1874332" y="131185"/>
                </a:lnTo>
                <a:lnTo>
                  <a:pt x="1873489" y="131443"/>
                </a:lnTo>
                <a:lnTo>
                  <a:pt x="1872653" y="131711"/>
                </a:lnTo>
                <a:lnTo>
                  <a:pt x="1871825" y="131987"/>
                </a:lnTo>
                <a:lnTo>
                  <a:pt x="1871004" y="132272"/>
                </a:lnTo>
                <a:lnTo>
                  <a:pt x="1870190" y="132566"/>
                </a:lnTo>
                <a:lnTo>
                  <a:pt x="1869384" y="132868"/>
                </a:lnTo>
                <a:lnTo>
                  <a:pt x="1868585" y="133179"/>
                </a:lnTo>
                <a:lnTo>
                  <a:pt x="1867793" y="133499"/>
                </a:lnTo>
                <a:lnTo>
                  <a:pt x="1867009" y="133828"/>
                </a:lnTo>
                <a:lnTo>
                  <a:pt x="1866232" y="134166"/>
                </a:lnTo>
                <a:lnTo>
                  <a:pt x="1865463" y="134512"/>
                </a:lnTo>
                <a:lnTo>
                  <a:pt x="1864701" y="134867"/>
                </a:lnTo>
                <a:lnTo>
                  <a:pt x="1863946" y="135231"/>
                </a:lnTo>
                <a:lnTo>
                  <a:pt x="1863199" y="135604"/>
                </a:lnTo>
                <a:lnTo>
                  <a:pt x="1862459" y="135985"/>
                </a:lnTo>
                <a:lnTo>
                  <a:pt x="1861726" y="136376"/>
                </a:lnTo>
                <a:lnTo>
                  <a:pt x="1861001" y="136775"/>
                </a:lnTo>
                <a:lnTo>
                  <a:pt x="1860283" y="137182"/>
                </a:lnTo>
                <a:lnTo>
                  <a:pt x="1859573" y="137599"/>
                </a:lnTo>
                <a:lnTo>
                  <a:pt x="1858870" y="138024"/>
                </a:lnTo>
                <a:lnTo>
                  <a:pt x="1858177" y="138460"/>
                </a:lnTo>
                <a:lnTo>
                  <a:pt x="1857496" y="138908"/>
                </a:lnTo>
                <a:lnTo>
                  <a:pt x="1856827" y="139367"/>
                </a:lnTo>
                <a:lnTo>
                  <a:pt x="1856171" y="139839"/>
                </a:lnTo>
                <a:lnTo>
                  <a:pt x="1855526" y="140322"/>
                </a:lnTo>
                <a:lnTo>
                  <a:pt x="1854895" y="140818"/>
                </a:lnTo>
                <a:lnTo>
                  <a:pt x="1854275" y="141325"/>
                </a:lnTo>
                <a:lnTo>
                  <a:pt x="1853668" y="141844"/>
                </a:lnTo>
                <a:lnTo>
                  <a:pt x="1853073" y="142375"/>
                </a:lnTo>
                <a:lnTo>
                  <a:pt x="1852490" y="142919"/>
                </a:lnTo>
                <a:lnTo>
                  <a:pt x="1851920" y="143474"/>
                </a:lnTo>
                <a:lnTo>
                  <a:pt x="1851362" y="144041"/>
                </a:lnTo>
                <a:lnTo>
                  <a:pt x="1850816" y="144620"/>
                </a:lnTo>
                <a:lnTo>
                  <a:pt x="1850283" y="145211"/>
                </a:lnTo>
                <a:lnTo>
                  <a:pt x="1849761" y="145813"/>
                </a:lnTo>
                <a:lnTo>
                  <a:pt x="1849252" y="146428"/>
                </a:lnTo>
                <a:lnTo>
                  <a:pt x="1848756" y="147055"/>
                </a:lnTo>
                <a:lnTo>
                  <a:pt x="1848271" y="147694"/>
                </a:lnTo>
                <a:lnTo>
                  <a:pt x="1847799" y="148344"/>
                </a:lnTo>
                <a:lnTo>
                  <a:pt x="1847340" y="149007"/>
                </a:lnTo>
                <a:lnTo>
                  <a:pt x="1846892" y="149681"/>
                </a:lnTo>
                <a:lnTo>
                  <a:pt x="1846457" y="150368"/>
                </a:lnTo>
                <a:lnTo>
                  <a:pt x="1846034" y="151066"/>
                </a:lnTo>
                <a:lnTo>
                  <a:pt x="1845623" y="151776"/>
                </a:lnTo>
                <a:lnTo>
                  <a:pt x="1845227" y="152500"/>
                </a:lnTo>
                <a:lnTo>
                  <a:pt x="1844848" y="153240"/>
                </a:lnTo>
                <a:lnTo>
                  <a:pt x="1844486" y="153996"/>
                </a:lnTo>
                <a:lnTo>
                  <a:pt x="1844140" y="154768"/>
                </a:lnTo>
                <a:lnTo>
                  <a:pt x="1843812" y="155555"/>
                </a:lnTo>
                <a:lnTo>
                  <a:pt x="1843500" y="156358"/>
                </a:lnTo>
                <a:lnTo>
                  <a:pt x="1843205" y="157177"/>
                </a:lnTo>
                <a:lnTo>
                  <a:pt x="1842927" y="158012"/>
                </a:lnTo>
                <a:lnTo>
                  <a:pt x="1842666" y="158862"/>
                </a:lnTo>
                <a:lnTo>
                  <a:pt x="1842421" y="159729"/>
                </a:lnTo>
                <a:lnTo>
                  <a:pt x="1842194" y="160611"/>
                </a:lnTo>
                <a:lnTo>
                  <a:pt x="1841983" y="161509"/>
                </a:lnTo>
                <a:lnTo>
                  <a:pt x="1841789" y="162422"/>
                </a:lnTo>
                <a:lnTo>
                  <a:pt x="1841612" y="163352"/>
                </a:lnTo>
                <a:lnTo>
                  <a:pt x="1841452" y="164297"/>
                </a:lnTo>
                <a:lnTo>
                  <a:pt x="1841309" y="165258"/>
                </a:lnTo>
                <a:lnTo>
                  <a:pt x="1841183" y="166235"/>
                </a:lnTo>
                <a:lnTo>
                  <a:pt x="1841073" y="167228"/>
                </a:lnTo>
                <a:lnTo>
                  <a:pt x="1840980" y="168237"/>
                </a:lnTo>
                <a:lnTo>
                  <a:pt x="1840905" y="169261"/>
                </a:lnTo>
                <a:lnTo>
                  <a:pt x="1840846" y="170301"/>
                </a:lnTo>
                <a:lnTo>
                  <a:pt x="1840803" y="171357"/>
                </a:lnTo>
                <a:lnTo>
                  <a:pt x="1840778" y="172429"/>
                </a:lnTo>
                <a:lnTo>
                  <a:pt x="1840770" y="173516"/>
                </a:lnTo>
                <a:lnTo>
                  <a:pt x="1840782" y="174780"/>
                </a:lnTo>
                <a:lnTo>
                  <a:pt x="1840817" y="176027"/>
                </a:lnTo>
                <a:lnTo>
                  <a:pt x="1840876" y="177258"/>
                </a:lnTo>
                <a:lnTo>
                  <a:pt x="1840958" y="178471"/>
                </a:lnTo>
                <a:lnTo>
                  <a:pt x="1841064" y="179668"/>
                </a:lnTo>
                <a:lnTo>
                  <a:pt x="1841193" y="180847"/>
                </a:lnTo>
                <a:lnTo>
                  <a:pt x="1841346" y="182010"/>
                </a:lnTo>
                <a:lnTo>
                  <a:pt x="1841523" y="183156"/>
                </a:lnTo>
                <a:lnTo>
                  <a:pt x="1841723" y="184285"/>
                </a:lnTo>
                <a:lnTo>
                  <a:pt x="1841946" y="185397"/>
                </a:lnTo>
                <a:lnTo>
                  <a:pt x="1842193" y="186493"/>
                </a:lnTo>
                <a:lnTo>
                  <a:pt x="1842464" y="187572"/>
                </a:lnTo>
                <a:lnTo>
                  <a:pt x="1842758" y="188633"/>
                </a:lnTo>
                <a:lnTo>
                  <a:pt x="1843075" y="189678"/>
                </a:lnTo>
                <a:lnTo>
                  <a:pt x="1843416" y="190706"/>
                </a:lnTo>
                <a:lnTo>
                  <a:pt x="1843781" y="191717"/>
                </a:lnTo>
                <a:lnTo>
                  <a:pt x="1844169" y="192712"/>
                </a:lnTo>
                <a:lnTo>
                  <a:pt x="1844581" y="193689"/>
                </a:lnTo>
                <a:lnTo>
                  <a:pt x="1845016" y="194650"/>
                </a:lnTo>
                <a:lnTo>
                  <a:pt x="1845475" y="195593"/>
                </a:lnTo>
                <a:lnTo>
                  <a:pt x="1845957" y="196520"/>
                </a:lnTo>
                <a:lnTo>
                  <a:pt x="1846463" y="197430"/>
                </a:lnTo>
                <a:lnTo>
                  <a:pt x="1846992" y="198324"/>
                </a:lnTo>
                <a:lnTo>
                  <a:pt x="1847545" y="199200"/>
                </a:lnTo>
                <a:lnTo>
                  <a:pt x="1848126" y="200059"/>
                </a:lnTo>
                <a:lnTo>
                  <a:pt x="1848724" y="200901"/>
                </a:lnTo>
                <a:lnTo>
                  <a:pt x="1849340" y="201725"/>
                </a:lnTo>
                <a:lnTo>
                  <a:pt x="1849971" y="202531"/>
                </a:lnTo>
                <a:lnTo>
                  <a:pt x="1850620" y="203320"/>
                </a:lnTo>
                <a:lnTo>
                  <a:pt x="1851286" y="204091"/>
                </a:lnTo>
                <a:lnTo>
                  <a:pt x="1851969" y="204845"/>
                </a:lnTo>
                <a:lnTo>
                  <a:pt x="1852668" y="205582"/>
                </a:lnTo>
                <a:lnTo>
                  <a:pt x="1853384" y="206300"/>
                </a:lnTo>
                <a:lnTo>
                  <a:pt x="1854117" y="207001"/>
                </a:lnTo>
                <a:lnTo>
                  <a:pt x="1854867" y="207685"/>
                </a:lnTo>
                <a:lnTo>
                  <a:pt x="1855634" y="208351"/>
                </a:lnTo>
                <a:lnTo>
                  <a:pt x="1856418" y="208999"/>
                </a:lnTo>
                <a:lnTo>
                  <a:pt x="1857218" y="209630"/>
                </a:lnTo>
                <a:lnTo>
                  <a:pt x="1858035" y="210244"/>
                </a:lnTo>
                <a:lnTo>
                  <a:pt x="1858870" y="210840"/>
                </a:lnTo>
                <a:lnTo>
                  <a:pt x="1859721" y="211418"/>
                </a:lnTo>
                <a:lnTo>
                  <a:pt x="1860589" y="211979"/>
                </a:lnTo>
                <a:lnTo>
                  <a:pt x="1861473" y="212522"/>
                </a:lnTo>
                <a:lnTo>
                  <a:pt x="1862375" y="213047"/>
                </a:lnTo>
                <a:lnTo>
                  <a:pt x="1863294" y="213555"/>
                </a:lnTo>
                <a:lnTo>
                  <a:pt x="1864229" y="214046"/>
                </a:lnTo>
                <a:lnTo>
                  <a:pt x="1865181" y="214519"/>
                </a:lnTo>
                <a:lnTo>
                  <a:pt x="1866150" y="214974"/>
                </a:lnTo>
                <a:lnTo>
                  <a:pt x="1867141" y="215403"/>
                </a:lnTo>
                <a:lnTo>
                  <a:pt x="1868142" y="215814"/>
                </a:lnTo>
                <a:lnTo>
                  <a:pt x="1869154" y="216206"/>
                </a:lnTo>
                <a:lnTo>
                  <a:pt x="1870175" y="216581"/>
                </a:lnTo>
                <a:lnTo>
                  <a:pt x="1871207" y="216937"/>
                </a:lnTo>
                <a:lnTo>
                  <a:pt x="1872249" y="217275"/>
                </a:lnTo>
                <a:lnTo>
                  <a:pt x="1873301" y="217594"/>
                </a:lnTo>
                <a:lnTo>
                  <a:pt x="1874363" y="217895"/>
                </a:lnTo>
                <a:lnTo>
                  <a:pt x="1875435" y="218178"/>
                </a:lnTo>
                <a:lnTo>
                  <a:pt x="1876518" y="218443"/>
                </a:lnTo>
                <a:lnTo>
                  <a:pt x="1877611" y="218689"/>
                </a:lnTo>
                <a:lnTo>
                  <a:pt x="1878714" y="218918"/>
                </a:lnTo>
                <a:lnTo>
                  <a:pt x="1879827" y="219128"/>
                </a:lnTo>
                <a:lnTo>
                  <a:pt x="1880950" y="219319"/>
                </a:lnTo>
                <a:lnTo>
                  <a:pt x="1882084" y="219493"/>
                </a:lnTo>
                <a:lnTo>
                  <a:pt x="1883228" y="219648"/>
                </a:lnTo>
                <a:lnTo>
                  <a:pt x="1884382" y="219785"/>
                </a:lnTo>
                <a:lnTo>
                  <a:pt x="1885546" y="219904"/>
                </a:lnTo>
                <a:lnTo>
                  <a:pt x="1886720" y="220004"/>
                </a:lnTo>
                <a:lnTo>
                  <a:pt x="1887904" y="220086"/>
                </a:lnTo>
                <a:lnTo>
                  <a:pt x="1889099" y="220150"/>
                </a:lnTo>
                <a:lnTo>
                  <a:pt x="1890304" y="220196"/>
                </a:lnTo>
                <a:lnTo>
                  <a:pt x="1891519" y="220223"/>
                </a:lnTo>
                <a:lnTo>
                  <a:pt x="1892744" y="220232"/>
                </a:lnTo>
                <a:lnTo>
                  <a:pt x="1893750" y="220226"/>
                </a:lnTo>
                <a:lnTo>
                  <a:pt x="1894744" y="220209"/>
                </a:lnTo>
                <a:lnTo>
                  <a:pt x="1895728" y="220180"/>
                </a:lnTo>
                <a:lnTo>
                  <a:pt x="1896701" y="220140"/>
                </a:lnTo>
                <a:lnTo>
                  <a:pt x="1897664" y="220087"/>
                </a:lnTo>
                <a:close/>
                <a:moveTo>
                  <a:pt x="1897663" y="193111"/>
                </a:moveTo>
                <a:lnTo>
                  <a:pt x="1896788" y="193013"/>
                </a:lnTo>
                <a:lnTo>
                  <a:pt x="1895928" y="192896"/>
                </a:lnTo>
                <a:lnTo>
                  <a:pt x="1895081" y="192762"/>
                </a:lnTo>
                <a:lnTo>
                  <a:pt x="1894248" y="192610"/>
                </a:lnTo>
                <a:lnTo>
                  <a:pt x="1893429" y="192440"/>
                </a:lnTo>
                <a:lnTo>
                  <a:pt x="1892624" y="192252"/>
                </a:lnTo>
                <a:lnTo>
                  <a:pt x="1891834" y="192046"/>
                </a:lnTo>
                <a:lnTo>
                  <a:pt x="1891057" y="191822"/>
                </a:lnTo>
                <a:lnTo>
                  <a:pt x="1890295" y="191580"/>
                </a:lnTo>
                <a:lnTo>
                  <a:pt x="1889546" y="191321"/>
                </a:lnTo>
                <a:lnTo>
                  <a:pt x="1888811" y="191043"/>
                </a:lnTo>
                <a:lnTo>
                  <a:pt x="1888091" y="190748"/>
                </a:lnTo>
                <a:lnTo>
                  <a:pt x="1887385" y="190434"/>
                </a:lnTo>
                <a:lnTo>
                  <a:pt x="1886692" y="190103"/>
                </a:lnTo>
                <a:lnTo>
                  <a:pt x="1886014" y="189754"/>
                </a:lnTo>
                <a:lnTo>
                  <a:pt x="1885350" y="189387"/>
                </a:lnTo>
                <a:lnTo>
                  <a:pt x="1884699" y="189002"/>
                </a:lnTo>
                <a:lnTo>
                  <a:pt x="1884063" y="188599"/>
                </a:lnTo>
                <a:lnTo>
                  <a:pt x="1883441" y="188178"/>
                </a:lnTo>
                <a:lnTo>
                  <a:pt x="1882839" y="187740"/>
                </a:lnTo>
                <a:lnTo>
                  <a:pt x="1882262" y="187284"/>
                </a:lnTo>
                <a:lnTo>
                  <a:pt x="1881711" y="186812"/>
                </a:lnTo>
                <a:lnTo>
                  <a:pt x="1881186" y="186322"/>
                </a:lnTo>
                <a:lnTo>
                  <a:pt x="1880686" y="185814"/>
                </a:lnTo>
                <a:lnTo>
                  <a:pt x="1880212" y="185290"/>
                </a:lnTo>
                <a:lnTo>
                  <a:pt x="1879763" y="184748"/>
                </a:lnTo>
                <a:lnTo>
                  <a:pt x="1879340" y="184190"/>
                </a:lnTo>
                <a:lnTo>
                  <a:pt x="1878943" y="183614"/>
                </a:lnTo>
                <a:lnTo>
                  <a:pt x="1878571" y="183021"/>
                </a:lnTo>
                <a:lnTo>
                  <a:pt x="1878225" y="182410"/>
                </a:lnTo>
                <a:lnTo>
                  <a:pt x="1877905" y="181783"/>
                </a:lnTo>
                <a:lnTo>
                  <a:pt x="1877610" y="181138"/>
                </a:lnTo>
                <a:lnTo>
                  <a:pt x="1877341" y="180476"/>
                </a:lnTo>
                <a:lnTo>
                  <a:pt x="1877098" y="179797"/>
                </a:lnTo>
                <a:lnTo>
                  <a:pt x="1876880" y="179100"/>
                </a:lnTo>
                <a:lnTo>
                  <a:pt x="1876688" y="178387"/>
                </a:lnTo>
                <a:lnTo>
                  <a:pt x="1876521" y="177656"/>
                </a:lnTo>
                <a:lnTo>
                  <a:pt x="1876380" y="176908"/>
                </a:lnTo>
                <a:lnTo>
                  <a:pt x="1876265" y="176143"/>
                </a:lnTo>
                <a:lnTo>
                  <a:pt x="1876175" y="175360"/>
                </a:lnTo>
                <a:lnTo>
                  <a:pt x="1876111" y="174560"/>
                </a:lnTo>
                <a:lnTo>
                  <a:pt x="1876072" y="173744"/>
                </a:lnTo>
                <a:lnTo>
                  <a:pt x="1876060" y="172910"/>
                </a:lnTo>
                <a:lnTo>
                  <a:pt x="1876066" y="172324"/>
                </a:lnTo>
                <a:lnTo>
                  <a:pt x="1876086" y="171748"/>
                </a:lnTo>
                <a:lnTo>
                  <a:pt x="1876118" y="171181"/>
                </a:lnTo>
                <a:lnTo>
                  <a:pt x="1876164" y="170623"/>
                </a:lnTo>
                <a:lnTo>
                  <a:pt x="1876222" y="170074"/>
                </a:lnTo>
                <a:lnTo>
                  <a:pt x="1876293" y="169535"/>
                </a:lnTo>
                <a:lnTo>
                  <a:pt x="1876378" y="169004"/>
                </a:lnTo>
                <a:lnTo>
                  <a:pt x="1876475" y="168483"/>
                </a:lnTo>
                <a:lnTo>
                  <a:pt x="1876586" y="167971"/>
                </a:lnTo>
                <a:lnTo>
                  <a:pt x="1876709" y="167468"/>
                </a:lnTo>
                <a:lnTo>
                  <a:pt x="1876846" y="166974"/>
                </a:lnTo>
                <a:lnTo>
                  <a:pt x="1876995" y="166489"/>
                </a:lnTo>
                <a:lnTo>
                  <a:pt x="1877157" y="166013"/>
                </a:lnTo>
                <a:lnTo>
                  <a:pt x="1877333" y="165546"/>
                </a:lnTo>
                <a:lnTo>
                  <a:pt x="1877521" y="165089"/>
                </a:lnTo>
                <a:lnTo>
                  <a:pt x="1877722" y="164640"/>
                </a:lnTo>
                <a:lnTo>
                  <a:pt x="1877937" y="164201"/>
                </a:lnTo>
                <a:lnTo>
                  <a:pt x="1878164" y="163771"/>
                </a:lnTo>
                <a:lnTo>
                  <a:pt x="1878404" y="163350"/>
                </a:lnTo>
                <a:lnTo>
                  <a:pt x="1878658" y="162938"/>
                </a:lnTo>
                <a:lnTo>
                  <a:pt x="1878924" y="162536"/>
                </a:lnTo>
                <a:lnTo>
                  <a:pt x="1879203" y="162142"/>
                </a:lnTo>
                <a:lnTo>
                  <a:pt x="1879496" y="161758"/>
                </a:lnTo>
                <a:lnTo>
                  <a:pt x="1879801" y="161382"/>
                </a:lnTo>
                <a:lnTo>
                  <a:pt x="1880117" y="161007"/>
                </a:lnTo>
                <a:lnTo>
                  <a:pt x="1880443" y="160638"/>
                </a:lnTo>
                <a:lnTo>
                  <a:pt x="1880779" y="160276"/>
                </a:lnTo>
                <a:lnTo>
                  <a:pt x="1881124" y="159922"/>
                </a:lnTo>
                <a:lnTo>
                  <a:pt x="1881478" y="159574"/>
                </a:lnTo>
                <a:lnTo>
                  <a:pt x="1881842" y="159234"/>
                </a:lnTo>
                <a:lnTo>
                  <a:pt x="1882216" y="158900"/>
                </a:lnTo>
                <a:lnTo>
                  <a:pt x="1882598" y="158573"/>
                </a:lnTo>
                <a:lnTo>
                  <a:pt x="1882991" y="158254"/>
                </a:lnTo>
                <a:lnTo>
                  <a:pt x="1883393" y="157941"/>
                </a:lnTo>
                <a:lnTo>
                  <a:pt x="1883804" y="157636"/>
                </a:lnTo>
                <a:lnTo>
                  <a:pt x="1884225" y="157338"/>
                </a:lnTo>
                <a:lnTo>
                  <a:pt x="1884655" y="157046"/>
                </a:lnTo>
                <a:lnTo>
                  <a:pt x="1885095" y="156762"/>
                </a:lnTo>
                <a:lnTo>
                  <a:pt x="1885544" y="156484"/>
                </a:lnTo>
                <a:lnTo>
                  <a:pt x="1886003" y="156214"/>
                </a:lnTo>
                <a:lnTo>
                  <a:pt x="1886471" y="155951"/>
                </a:lnTo>
                <a:lnTo>
                  <a:pt x="1886949" y="155694"/>
                </a:lnTo>
                <a:lnTo>
                  <a:pt x="1887436" y="155445"/>
                </a:lnTo>
                <a:lnTo>
                  <a:pt x="1887932" y="155203"/>
                </a:lnTo>
                <a:lnTo>
                  <a:pt x="1888438" y="154968"/>
                </a:lnTo>
                <a:lnTo>
                  <a:pt x="1888954" y="154739"/>
                </a:lnTo>
                <a:lnTo>
                  <a:pt x="1889479" y="154518"/>
                </a:lnTo>
                <a:lnTo>
                  <a:pt x="1890014" y="154304"/>
                </a:lnTo>
                <a:lnTo>
                  <a:pt x="1890556" y="154096"/>
                </a:lnTo>
                <a:lnTo>
                  <a:pt x="1891104" y="153893"/>
                </a:lnTo>
                <a:lnTo>
                  <a:pt x="1891658" y="153694"/>
                </a:lnTo>
                <a:lnTo>
                  <a:pt x="1892219" y="153501"/>
                </a:lnTo>
                <a:lnTo>
                  <a:pt x="1892785" y="153312"/>
                </a:lnTo>
                <a:lnTo>
                  <a:pt x="1893357" y="153129"/>
                </a:lnTo>
                <a:lnTo>
                  <a:pt x="1893935" y="152950"/>
                </a:lnTo>
                <a:lnTo>
                  <a:pt x="1894519" y="152776"/>
                </a:lnTo>
                <a:lnTo>
                  <a:pt x="1895109" y="152607"/>
                </a:lnTo>
                <a:lnTo>
                  <a:pt x="1895705" y="152443"/>
                </a:lnTo>
                <a:lnTo>
                  <a:pt x="1896307" y="152284"/>
                </a:lnTo>
                <a:lnTo>
                  <a:pt x="1896915" y="152130"/>
                </a:lnTo>
                <a:lnTo>
                  <a:pt x="1897529" y="151981"/>
                </a:lnTo>
                <a:lnTo>
                  <a:pt x="1898149" y="151837"/>
                </a:lnTo>
                <a:lnTo>
                  <a:pt x="1898775" y="151697"/>
                </a:lnTo>
                <a:lnTo>
                  <a:pt x="1899406" y="151563"/>
                </a:lnTo>
                <a:lnTo>
                  <a:pt x="1900044" y="151433"/>
                </a:lnTo>
                <a:lnTo>
                  <a:pt x="1900688" y="151309"/>
                </a:lnTo>
                <a:lnTo>
                  <a:pt x="1901338" y="151189"/>
                </a:lnTo>
                <a:lnTo>
                  <a:pt x="1901993" y="151074"/>
                </a:lnTo>
                <a:lnTo>
                  <a:pt x="1902655" y="150964"/>
                </a:lnTo>
                <a:lnTo>
                  <a:pt x="1903323" y="150859"/>
                </a:lnTo>
                <a:lnTo>
                  <a:pt x="1903996" y="150759"/>
                </a:lnTo>
                <a:lnTo>
                  <a:pt x="1904676" y="150664"/>
                </a:lnTo>
                <a:lnTo>
                  <a:pt x="1904981" y="150621"/>
                </a:lnTo>
                <a:lnTo>
                  <a:pt x="1905292" y="150578"/>
                </a:lnTo>
                <a:lnTo>
                  <a:pt x="1905606" y="150534"/>
                </a:lnTo>
                <a:lnTo>
                  <a:pt x="1905926" y="150490"/>
                </a:lnTo>
                <a:lnTo>
                  <a:pt x="1906249" y="150444"/>
                </a:lnTo>
                <a:lnTo>
                  <a:pt x="1906578" y="150398"/>
                </a:lnTo>
                <a:lnTo>
                  <a:pt x="1906911" y="150352"/>
                </a:lnTo>
                <a:lnTo>
                  <a:pt x="1907248" y="150304"/>
                </a:lnTo>
                <a:lnTo>
                  <a:pt x="1907591" y="150256"/>
                </a:lnTo>
                <a:lnTo>
                  <a:pt x="1907937" y="150207"/>
                </a:lnTo>
                <a:lnTo>
                  <a:pt x="1908289" y="150158"/>
                </a:lnTo>
                <a:lnTo>
                  <a:pt x="1908644" y="150108"/>
                </a:lnTo>
                <a:lnTo>
                  <a:pt x="1909005" y="150057"/>
                </a:lnTo>
                <a:lnTo>
                  <a:pt x="1909370" y="150005"/>
                </a:lnTo>
                <a:lnTo>
                  <a:pt x="1909739" y="149953"/>
                </a:lnTo>
                <a:lnTo>
                  <a:pt x="1910113" y="149900"/>
                </a:lnTo>
                <a:lnTo>
                  <a:pt x="1910492" y="149846"/>
                </a:lnTo>
                <a:lnTo>
                  <a:pt x="1910875" y="149792"/>
                </a:lnTo>
                <a:lnTo>
                  <a:pt x="1911263" y="149737"/>
                </a:lnTo>
                <a:lnTo>
                  <a:pt x="1911655" y="149681"/>
                </a:lnTo>
                <a:lnTo>
                  <a:pt x="1912052" y="149624"/>
                </a:lnTo>
                <a:lnTo>
                  <a:pt x="1912454" y="149567"/>
                </a:lnTo>
                <a:lnTo>
                  <a:pt x="1912860" y="149509"/>
                </a:lnTo>
                <a:lnTo>
                  <a:pt x="1913270" y="149451"/>
                </a:lnTo>
                <a:lnTo>
                  <a:pt x="1913683" y="149391"/>
                </a:lnTo>
                <a:lnTo>
                  <a:pt x="1914097" y="149331"/>
                </a:lnTo>
                <a:lnTo>
                  <a:pt x="1914511" y="149270"/>
                </a:lnTo>
                <a:lnTo>
                  <a:pt x="1914925" y="149209"/>
                </a:lnTo>
                <a:lnTo>
                  <a:pt x="1915339" y="149147"/>
                </a:lnTo>
                <a:lnTo>
                  <a:pt x="1915754" y="149084"/>
                </a:lnTo>
                <a:lnTo>
                  <a:pt x="1916169" y="149020"/>
                </a:lnTo>
                <a:lnTo>
                  <a:pt x="1916585" y="148956"/>
                </a:lnTo>
                <a:lnTo>
                  <a:pt x="1917001" y="148891"/>
                </a:lnTo>
                <a:lnTo>
                  <a:pt x="1917417" y="148826"/>
                </a:lnTo>
                <a:lnTo>
                  <a:pt x="1917834" y="148759"/>
                </a:lnTo>
                <a:lnTo>
                  <a:pt x="1918250" y="148692"/>
                </a:lnTo>
                <a:lnTo>
                  <a:pt x="1918668" y="148624"/>
                </a:lnTo>
                <a:lnTo>
                  <a:pt x="1919085" y="148556"/>
                </a:lnTo>
                <a:lnTo>
                  <a:pt x="1919503" y="148487"/>
                </a:lnTo>
                <a:lnTo>
                  <a:pt x="1919922" y="148417"/>
                </a:lnTo>
                <a:lnTo>
                  <a:pt x="1920340" y="148346"/>
                </a:lnTo>
                <a:lnTo>
                  <a:pt x="1920759" y="148275"/>
                </a:lnTo>
                <a:lnTo>
                  <a:pt x="1921179" y="148203"/>
                </a:lnTo>
                <a:lnTo>
                  <a:pt x="1921599" y="148130"/>
                </a:lnTo>
                <a:lnTo>
                  <a:pt x="1922019" y="148057"/>
                </a:lnTo>
                <a:lnTo>
                  <a:pt x="1922439" y="147983"/>
                </a:lnTo>
                <a:lnTo>
                  <a:pt x="1922860" y="147908"/>
                </a:lnTo>
                <a:lnTo>
                  <a:pt x="1923281" y="147833"/>
                </a:lnTo>
                <a:lnTo>
                  <a:pt x="1923701" y="147756"/>
                </a:lnTo>
                <a:lnTo>
                  <a:pt x="1924117" y="147679"/>
                </a:lnTo>
                <a:lnTo>
                  <a:pt x="1924529" y="147600"/>
                </a:lnTo>
                <a:lnTo>
                  <a:pt x="1924938" y="147521"/>
                </a:lnTo>
                <a:lnTo>
                  <a:pt x="1925344" y="147440"/>
                </a:lnTo>
                <a:lnTo>
                  <a:pt x="1925746" y="147359"/>
                </a:lnTo>
                <a:lnTo>
                  <a:pt x="1926144" y="147276"/>
                </a:lnTo>
                <a:lnTo>
                  <a:pt x="1926539" y="147192"/>
                </a:lnTo>
                <a:lnTo>
                  <a:pt x="1926931" y="147107"/>
                </a:lnTo>
                <a:lnTo>
                  <a:pt x="1927319" y="147022"/>
                </a:lnTo>
                <a:lnTo>
                  <a:pt x="1927703" y="146935"/>
                </a:lnTo>
                <a:lnTo>
                  <a:pt x="1928084" y="146847"/>
                </a:lnTo>
                <a:lnTo>
                  <a:pt x="1928462" y="146758"/>
                </a:lnTo>
                <a:lnTo>
                  <a:pt x="1928835" y="146668"/>
                </a:lnTo>
                <a:lnTo>
                  <a:pt x="1929206" y="146577"/>
                </a:lnTo>
                <a:lnTo>
                  <a:pt x="1929573" y="146484"/>
                </a:lnTo>
                <a:lnTo>
                  <a:pt x="1929936" y="146391"/>
                </a:lnTo>
                <a:lnTo>
                  <a:pt x="1930296" y="146297"/>
                </a:lnTo>
                <a:lnTo>
                  <a:pt x="1930652" y="146202"/>
                </a:lnTo>
                <a:lnTo>
                  <a:pt x="1931005" y="146105"/>
                </a:lnTo>
                <a:lnTo>
                  <a:pt x="1931355" y="146008"/>
                </a:lnTo>
                <a:lnTo>
                  <a:pt x="1931700" y="145909"/>
                </a:lnTo>
                <a:lnTo>
                  <a:pt x="1932043" y="145810"/>
                </a:lnTo>
                <a:lnTo>
                  <a:pt x="1932382" y="145709"/>
                </a:lnTo>
                <a:lnTo>
                  <a:pt x="1932723" y="145608"/>
                </a:lnTo>
                <a:lnTo>
                  <a:pt x="1933056" y="145506"/>
                </a:lnTo>
                <a:lnTo>
                  <a:pt x="1933380" y="145403"/>
                </a:lnTo>
                <a:lnTo>
                  <a:pt x="1933696" y="145299"/>
                </a:lnTo>
                <a:lnTo>
                  <a:pt x="1934004" y="145195"/>
                </a:lnTo>
                <a:lnTo>
                  <a:pt x="1934303" y="145090"/>
                </a:lnTo>
                <a:lnTo>
                  <a:pt x="1934594" y="144984"/>
                </a:lnTo>
                <a:lnTo>
                  <a:pt x="1934876" y="144878"/>
                </a:lnTo>
                <a:lnTo>
                  <a:pt x="1935150" y="144771"/>
                </a:lnTo>
                <a:lnTo>
                  <a:pt x="1935415" y="144663"/>
                </a:lnTo>
                <a:lnTo>
                  <a:pt x="1935672" y="144554"/>
                </a:lnTo>
                <a:lnTo>
                  <a:pt x="1935921" y="144445"/>
                </a:lnTo>
                <a:lnTo>
                  <a:pt x="1936161" y="144335"/>
                </a:lnTo>
                <a:lnTo>
                  <a:pt x="1936393" y="144225"/>
                </a:lnTo>
                <a:lnTo>
                  <a:pt x="1936616" y="144113"/>
                </a:lnTo>
                <a:lnTo>
                  <a:pt x="1936831" y="144001"/>
                </a:lnTo>
                <a:lnTo>
                  <a:pt x="1937037" y="143889"/>
                </a:lnTo>
                <a:lnTo>
                  <a:pt x="1937235" y="143775"/>
                </a:lnTo>
                <a:lnTo>
                  <a:pt x="1937425" y="143661"/>
                </a:lnTo>
                <a:lnTo>
                  <a:pt x="1937606" y="143546"/>
                </a:lnTo>
                <a:lnTo>
                  <a:pt x="1937779" y="143431"/>
                </a:lnTo>
                <a:lnTo>
                  <a:pt x="1937943" y="143315"/>
                </a:lnTo>
                <a:lnTo>
                  <a:pt x="1938099" y="143198"/>
                </a:lnTo>
                <a:lnTo>
                  <a:pt x="1938246" y="143080"/>
                </a:lnTo>
                <a:lnTo>
                  <a:pt x="1938246" y="161382"/>
                </a:lnTo>
                <a:lnTo>
                  <a:pt x="1938239" y="162096"/>
                </a:lnTo>
                <a:lnTo>
                  <a:pt x="1938215" y="162806"/>
                </a:lnTo>
                <a:lnTo>
                  <a:pt x="1938177" y="163510"/>
                </a:lnTo>
                <a:lnTo>
                  <a:pt x="1938123" y="164211"/>
                </a:lnTo>
                <a:lnTo>
                  <a:pt x="1938053" y="164906"/>
                </a:lnTo>
                <a:lnTo>
                  <a:pt x="1937968" y="165598"/>
                </a:lnTo>
                <a:lnTo>
                  <a:pt x="1937868" y="166284"/>
                </a:lnTo>
                <a:lnTo>
                  <a:pt x="1937752" y="166966"/>
                </a:lnTo>
                <a:lnTo>
                  <a:pt x="1937621" y="167644"/>
                </a:lnTo>
                <a:lnTo>
                  <a:pt x="1937474" y="168317"/>
                </a:lnTo>
                <a:lnTo>
                  <a:pt x="1937312" y="168985"/>
                </a:lnTo>
                <a:lnTo>
                  <a:pt x="1937134" y="169649"/>
                </a:lnTo>
                <a:lnTo>
                  <a:pt x="1936941" y="170308"/>
                </a:lnTo>
                <a:lnTo>
                  <a:pt x="1936732" y="170962"/>
                </a:lnTo>
                <a:lnTo>
                  <a:pt x="1936508" y="171612"/>
                </a:lnTo>
                <a:lnTo>
                  <a:pt x="1936269" y="172258"/>
                </a:lnTo>
                <a:lnTo>
                  <a:pt x="1936014" y="172899"/>
                </a:lnTo>
                <a:lnTo>
                  <a:pt x="1935744" y="173535"/>
                </a:lnTo>
                <a:lnTo>
                  <a:pt x="1935458" y="174167"/>
                </a:lnTo>
                <a:lnTo>
                  <a:pt x="1935157" y="174794"/>
                </a:lnTo>
                <a:lnTo>
                  <a:pt x="1934840" y="175417"/>
                </a:lnTo>
                <a:lnTo>
                  <a:pt x="1934508" y="176035"/>
                </a:lnTo>
                <a:lnTo>
                  <a:pt x="1934160" y="176649"/>
                </a:lnTo>
                <a:lnTo>
                  <a:pt x="1933797" y="177258"/>
                </a:lnTo>
                <a:lnTo>
                  <a:pt x="1933428" y="177859"/>
                </a:lnTo>
                <a:lnTo>
                  <a:pt x="1933047" y="178451"/>
                </a:lnTo>
                <a:lnTo>
                  <a:pt x="1932652" y="179033"/>
                </a:lnTo>
                <a:lnTo>
                  <a:pt x="1932244" y="179606"/>
                </a:lnTo>
                <a:lnTo>
                  <a:pt x="1931823" y="180168"/>
                </a:lnTo>
                <a:lnTo>
                  <a:pt x="1931389" y="180721"/>
                </a:lnTo>
                <a:lnTo>
                  <a:pt x="1930943" y="181264"/>
                </a:lnTo>
                <a:lnTo>
                  <a:pt x="1930483" y="181797"/>
                </a:lnTo>
                <a:lnTo>
                  <a:pt x="1930010" y="182320"/>
                </a:lnTo>
                <a:lnTo>
                  <a:pt x="1929524" y="182833"/>
                </a:lnTo>
                <a:lnTo>
                  <a:pt x="1929026" y="183337"/>
                </a:lnTo>
                <a:lnTo>
                  <a:pt x="1928514" y="183830"/>
                </a:lnTo>
                <a:lnTo>
                  <a:pt x="1927989" y="184314"/>
                </a:lnTo>
                <a:lnTo>
                  <a:pt x="1927452" y="184788"/>
                </a:lnTo>
                <a:lnTo>
                  <a:pt x="1926901" y="185252"/>
                </a:lnTo>
                <a:lnTo>
                  <a:pt x="1926337" y="185706"/>
                </a:lnTo>
                <a:lnTo>
                  <a:pt x="1925760" y="186151"/>
                </a:lnTo>
                <a:lnTo>
                  <a:pt x="1925171" y="186586"/>
                </a:lnTo>
                <a:lnTo>
                  <a:pt x="1924568" y="187010"/>
                </a:lnTo>
                <a:lnTo>
                  <a:pt x="1923952" y="187425"/>
                </a:lnTo>
                <a:lnTo>
                  <a:pt x="1923324" y="187831"/>
                </a:lnTo>
                <a:lnTo>
                  <a:pt x="1922682" y="188226"/>
                </a:lnTo>
                <a:lnTo>
                  <a:pt x="1922028" y="188611"/>
                </a:lnTo>
                <a:lnTo>
                  <a:pt x="1921360" y="188987"/>
                </a:lnTo>
                <a:lnTo>
                  <a:pt x="1920681" y="189342"/>
                </a:lnTo>
                <a:lnTo>
                  <a:pt x="1919991" y="189682"/>
                </a:lnTo>
                <a:lnTo>
                  <a:pt x="1919292" y="190006"/>
                </a:lnTo>
                <a:lnTo>
                  <a:pt x="1918582" y="190316"/>
                </a:lnTo>
                <a:lnTo>
                  <a:pt x="1917862" y="190610"/>
                </a:lnTo>
                <a:lnTo>
                  <a:pt x="1917132" y="190889"/>
                </a:lnTo>
                <a:lnTo>
                  <a:pt x="1916392" y="191154"/>
                </a:lnTo>
                <a:lnTo>
                  <a:pt x="1915641" y="191403"/>
                </a:lnTo>
                <a:lnTo>
                  <a:pt x="1914881" y="191637"/>
                </a:lnTo>
                <a:lnTo>
                  <a:pt x="1914110" y="191856"/>
                </a:lnTo>
                <a:lnTo>
                  <a:pt x="1913329" y="192059"/>
                </a:lnTo>
                <a:lnTo>
                  <a:pt x="1912537" y="192248"/>
                </a:lnTo>
                <a:lnTo>
                  <a:pt x="1911736" y="192422"/>
                </a:lnTo>
                <a:lnTo>
                  <a:pt x="1910924" y="192580"/>
                </a:lnTo>
                <a:lnTo>
                  <a:pt x="1910103" y="192724"/>
                </a:lnTo>
                <a:lnTo>
                  <a:pt x="1909271" y="192852"/>
                </a:lnTo>
                <a:lnTo>
                  <a:pt x="1908429" y="192965"/>
                </a:lnTo>
                <a:lnTo>
                  <a:pt x="1907576" y="193063"/>
                </a:lnTo>
                <a:lnTo>
                  <a:pt x="1906714" y="193146"/>
                </a:lnTo>
                <a:lnTo>
                  <a:pt x="1905841" y="193214"/>
                </a:lnTo>
                <a:lnTo>
                  <a:pt x="1904958" y="193267"/>
                </a:lnTo>
                <a:lnTo>
                  <a:pt x="1904065" y="193305"/>
                </a:lnTo>
                <a:lnTo>
                  <a:pt x="1903162" y="193328"/>
                </a:lnTo>
                <a:lnTo>
                  <a:pt x="1902249" y="193335"/>
                </a:lnTo>
                <a:lnTo>
                  <a:pt x="1901304" y="193326"/>
                </a:lnTo>
                <a:lnTo>
                  <a:pt x="1900373" y="193299"/>
                </a:lnTo>
                <a:lnTo>
                  <a:pt x="1899455" y="193255"/>
                </a:lnTo>
                <a:lnTo>
                  <a:pt x="1898552" y="193192"/>
                </a:lnTo>
                <a:lnTo>
                  <a:pt x="1897663" y="193111"/>
                </a:lnTo>
                <a:close/>
                <a:moveTo>
                  <a:pt x="1773590" y="156534"/>
                </a:moveTo>
                <a:lnTo>
                  <a:pt x="1773496" y="157445"/>
                </a:lnTo>
                <a:lnTo>
                  <a:pt x="1773384" y="158342"/>
                </a:lnTo>
                <a:lnTo>
                  <a:pt x="1773255" y="159225"/>
                </a:lnTo>
                <a:lnTo>
                  <a:pt x="1773109" y="160095"/>
                </a:lnTo>
                <a:lnTo>
                  <a:pt x="1772945" y="160950"/>
                </a:lnTo>
                <a:lnTo>
                  <a:pt x="1772764" y="161793"/>
                </a:lnTo>
                <a:lnTo>
                  <a:pt x="1772567" y="162621"/>
                </a:lnTo>
                <a:lnTo>
                  <a:pt x="1772352" y="163436"/>
                </a:lnTo>
                <a:lnTo>
                  <a:pt x="1772119" y="164237"/>
                </a:lnTo>
                <a:lnTo>
                  <a:pt x="1771870" y="165024"/>
                </a:lnTo>
                <a:lnTo>
                  <a:pt x="1771603" y="165798"/>
                </a:lnTo>
                <a:lnTo>
                  <a:pt x="1771319" y="166558"/>
                </a:lnTo>
                <a:lnTo>
                  <a:pt x="1771018" y="167304"/>
                </a:lnTo>
                <a:lnTo>
                  <a:pt x="1770700" y="168036"/>
                </a:lnTo>
                <a:lnTo>
                  <a:pt x="1770364" y="168755"/>
                </a:lnTo>
                <a:lnTo>
                  <a:pt x="1770012" y="169461"/>
                </a:lnTo>
                <a:lnTo>
                  <a:pt x="1769642" y="170152"/>
                </a:lnTo>
                <a:lnTo>
                  <a:pt x="1769255" y="170830"/>
                </a:lnTo>
                <a:lnTo>
                  <a:pt x="1768851" y="171494"/>
                </a:lnTo>
                <a:lnTo>
                  <a:pt x="1768441" y="172136"/>
                </a:lnTo>
                <a:lnTo>
                  <a:pt x="1768023" y="172765"/>
                </a:lnTo>
                <a:lnTo>
                  <a:pt x="1767595" y="173380"/>
                </a:lnTo>
                <a:lnTo>
                  <a:pt x="1767157" y="173983"/>
                </a:lnTo>
                <a:lnTo>
                  <a:pt x="1766710" y="174571"/>
                </a:lnTo>
                <a:lnTo>
                  <a:pt x="1766253" y="175147"/>
                </a:lnTo>
                <a:lnTo>
                  <a:pt x="1765787" y="175709"/>
                </a:lnTo>
                <a:lnTo>
                  <a:pt x="1765312" y="176258"/>
                </a:lnTo>
                <a:lnTo>
                  <a:pt x="1764827" y="176793"/>
                </a:lnTo>
                <a:lnTo>
                  <a:pt x="1764332" y="177315"/>
                </a:lnTo>
                <a:lnTo>
                  <a:pt x="1763828" y="177824"/>
                </a:lnTo>
                <a:lnTo>
                  <a:pt x="1763315" y="178319"/>
                </a:lnTo>
                <a:lnTo>
                  <a:pt x="1762792" y="178801"/>
                </a:lnTo>
                <a:lnTo>
                  <a:pt x="1762259" y="179270"/>
                </a:lnTo>
                <a:lnTo>
                  <a:pt x="1761717" y="179725"/>
                </a:lnTo>
                <a:lnTo>
                  <a:pt x="1761166" y="180168"/>
                </a:lnTo>
                <a:lnTo>
                  <a:pt x="1760605" y="180596"/>
                </a:lnTo>
                <a:lnTo>
                  <a:pt x="1760035" y="181012"/>
                </a:lnTo>
                <a:lnTo>
                  <a:pt x="1759455" y="181414"/>
                </a:lnTo>
                <a:lnTo>
                  <a:pt x="1758865" y="181802"/>
                </a:lnTo>
                <a:lnTo>
                  <a:pt x="1758267" y="182178"/>
                </a:lnTo>
                <a:lnTo>
                  <a:pt x="1757658" y="182540"/>
                </a:lnTo>
                <a:lnTo>
                  <a:pt x="1757040" y="182888"/>
                </a:lnTo>
                <a:lnTo>
                  <a:pt x="1756413" y="183223"/>
                </a:lnTo>
                <a:lnTo>
                  <a:pt x="1755780" y="183545"/>
                </a:lnTo>
                <a:lnTo>
                  <a:pt x="1755146" y="183853"/>
                </a:lnTo>
                <a:lnTo>
                  <a:pt x="1754509" y="184148"/>
                </a:lnTo>
                <a:lnTo>
                  <a:pt x="1753871" y="184428"/>
                </a:lnTo>
                <a:lnTo>
                  <a:pt x="1753231" y="184695"/>
                </a:lnTo>
                <a:lnTo>
                  <a:pt x="1752590" y="184949"/>
                </a:lnTo>
                <a:lnTo>
                  <a:pt x="1751946" y="185188"/>
                </a:lnTo>
                <a:lnTo>
                  <a:pt x="1751301" y="185414"/>
                </a:lnTo>
                <a:lnTo>
                  <a:pt x="1750654" y="185627"/>
                </a:lnTo>
                <a:lnTo>
                  <a:pt x="1750006" y="185825"/>
                </a:lnTo>
                <a:lnTo>
                  <a:pt x="1749355" y="186010"/>
                </a:lnTo>
                <a:lnTo>
                  <a:pt x="1748703" y="186181"/>
                </a:lnTo>
                <a:lnTo>
                  <a:pt x="1748049" y="186339"/>
                </a:lnTo>
                <a:lnTo>
                  <a:pt x="1747394" y="186482"/>
                </a:lnTo>
                <a:lnTo>
                  <a:pt x="1746736" y="186612"/>
                </a:lnTo>
                <a:lnTo>
                  <a:pt x="1746077" y="186729"/>
                </a:lnTo>
                <a:lnTo>
                  <a:pt x="1745416" y="186832"/>
                </a:lnTo>
                <a:lnTo>
                  <a:pt x="1744753" y="186921"/>
                </a:lnTo>
                <a:lnTo>
                  <a:pt x="1744089" y="186996"/>
                </a:lnTo>
                <a:lnTo>
                  <a:pt x="1743423" y="187058"/>
                </a:lnTo>
                <a:lnTo>
                  <a:pt x="1742755" y="187105"/>
                </a:lnTo>
                <a:lnTo>
                  <a:pt x="1742085" y="187140"/>
                </a:lnTo>
                <a:lnTo>
                  <a:pt x="1741413" y="187160"/>
                </a:lnTo>
                <a:lnTo>
                  <a:pt x="1740740" y="187167"/>
                </a:lnTo>
                <a:lnTo>
                  <a:pt x="1739654" y="187152"/>
                </a:lnTo>
                <a:lnTo>
                  <a:pt x="1738584" y="187107"/>
                </a:lnTo>
                <a:lnTo>
                  <a:pt x="1737533" y="187031"/>
                </a:lnTo>
                <a:lnTo>
                  <a:pt x="1736499" y="186925"/>
                </a:lnTo>
                <a:lnTo>
                  <a:pt x="1735482" y="186790"/>
                </a:lnTo>
                <a:lnTo>
                  <a:pt x="1734484" y="186624"/>
                </a:lnTo>
                <a:lnTo>
                  <a:pt x="1733502" y="186427"/>
                </a:lnTo>
                <a:lnTo>
                  <a:pt x="1732538" y="186201"/>
                </a:lnTo>
                <a:lnTo>
                  <a:pt x="1731592" y="185944"/>
                </a:lnTo>
                <a:lnTo>
                  <a:pt x="1730664" y="185657"/>
                </a:lnTo>
                <a:lnTo>
                  <a:pt x="1729753" y="185340"/>
                </a:lnTo>
                <a:lnTo>
                  <a:pt x="1728859" y="184993"/>
                </a:lnTo>
                <a:lnTo>
                  <a:pt x="1727983" y="184616"/>
                </a:lnTo>
                <a:lnTo>
                  <a:pt x="1727125" y="184208"/>
                </a:lnTo>
                <a:lnTo>
                  <a:pt x="1726284" y="183770"/>
                </a:lnTo>
                <a:lnTo>
                  <a:pt x="1725460" y="183302"/>
                </a:lnTo>
                <a:lnTo>
                  <a:pt x="1724655" y="182804"/>
                </a:lnTo>
                <a:lnTo>
                  <a:pt x="1723866" y="182276"/>
                </a:lnTo>
                <a:lnTo>
                  <a:pt x="1723096" y="181717"/>
                </a:lnTo>
                <a:lnTo>
                  <a:pt x="1722343" y="181128"/>
                </a:lnTo>
                <a:lnTo>
                  <a:pt x="1721607" y="180509"/>
                </a:lnTo>
                <a:lnTo>
                  <a:pt x="1720889" y="179860"/>
                </a:lnTo>
                <a:lnTo>
                  <a:pt x="1720189" y="179181"/>
                </a:lnTo>
                <a:lnTo>
                  <a:pt x="1719506" y="178471"/>
                </a:lnTo>
                <a:lnTo>
                  <a:pt x="1718846" y="177736"/>
                </a:lnTo>
                <a:lnTo>
                  <a:pt x="1718214" y="176980"/>
                </a:lnTo>
                <a:lnTo>
                  <a:pt x="1717610" y="176202"/>
                </a:lnTo>
                <a:lnTo>
                  <a:pt x="1717034" y="175404"/>
                </a:lnTo>
                <a:lnTo>
                  <a:pt x="1716486" y="174584"/>
                </a:lnTo>
                <a:lnTo>
                  <a:pt x="1715967" y="173744"/>
                </a:lnTo>
                <a:lnTo>
                  <a:pt x="1715475" y="172882"/>
                </a:lnTo>
                <a:lnTo>
                  <a:pt x="1715012" y="172000"/>
                </a:lnTo>
                <a:lnTo>
                  <a:pt x="1714576" y="171096"/>
                </a:lnTo>
                <a:lnTo>
                  <a:pt x="1714169" y="170171"/>
                </a:lnTo>
                <a:lnTo>
                  <a:pt x="1713790" y="169225"/>
                </a:lnTo>
                <a:lnTo>
                  <a:pt x="1713439" y="168258"/>
                </a:lnTo>
                <a:lnTo>
                  <a:pt x="1713116" y="167270"/>
                </a:lnTo>
                <a:lnTo>
                  <a:pt x="1712821" y="166261"/>
                </a:lnTo>
                <a:lnTo>
                  <a:pt x="1712554" y="165231"/>
                </a:lnTo>
                <a:lnTo>
                  <a:pt x="1712315" y="164180"/>
                </a:lnTo>
                <a:lnTo>
                  <a:pt x="1712104" y="163108"/>
                </a:lnTo>
                <a:lnTo>
                  <a:pt x="1711922" y="162014"/>
                </a:lnTo>
                <a:lnTo>
                  <a:pt x="1711767" y="160900"/>
                </a:lnTo>
                <a:lnTo>
                  <a:pt x="1711641" y="159764"/>
                </a:lnTo>
                <a:lnTo>
                  <a:pt x="1711543" y="158608"/>
                </a:lnTo>
                <a:lnTo>
                  <a:pt x="1711473" y="157430"/>
                </a:lnTo>
                <a:lnTo>
                  <a:pt x="1711430" y="156232"/>
                </a:lnTo>
                <a:lnTo>
                  <a:pt x="1711416" y="155012"/>
                </a:lnTo>
                <a:lnTo>
                  <a:pt x="1711416" y="61782"/>
                </a:lnTo>
                <a:lnTo>
                  <a:pt x="1674812" y="61782"/>
                </a:lnTo>
                <a:lnTo>
                  <a:pt x="1674812" y="160674"/>
                </a:lnTo>
                <a:lnTo>
                  <a:pt x="1674823" y="162215"/>
                </a:lnTo>
                <a:lnTo>
                  <a:pt x="1674858" y="163737"/>
                </a:lnTo>
                <a:lnTo>
                  <a:pt x="1674915" y="165241"/>
                </a:lnTo>
                <a:lnTo>
                  <a:pt x="1674995" y="166725"/>
                </a:lnTo>
                <a:lnTo>
                  <a:pt x="1675097" y="168190"/>
                </a:lnTo>
                <a:lnTo>
                  <a:pt x="1675223" y="169636"/>
                </a:lnTo>
                <a:lnTo>
                  <a:pt x="1675371" y="171063"/>
                </a:lnTo>
                <a:lnTo>
                  <a:pt x="1675542" y="172471"/>
                </a:lnTo>
                <a:lnTo>
                  <a:pt x="1675736" y="173861"/>
                </a:lnTo>
                <a:lnTo>
                  <a:pt x="1675953" y="175231"/>
                </a:lnTo>
                <a:lnTo>
                  <a:pt x="1676193" y="176582"/>
                </a:lnTo>
                <a:lnTo>
                  <a:pt x="1676455" y="177915"/>
                </a:lnTo>
                <a:lnTo>
                  <a:pt x="1676740" y="179228"/>
                </a:lnTo>
                <a:lnTo>
                  <a:pt x="1677049" y="180523"/>
                </a:lnTo>
                <a:lnTo>
                  <a:pt x="1677379" y="181798"/>
                </a:lnTo>
                <a:lnTo>
                  <a:pt x="1677733" y="183055"/>
                </a:lnTo>
                <a:lnTo>
                  <a:pt x="1678110" y="184293"/>
                </a:lnTo>
                <a:lnTo>
                  <a:pt x="1678509" y="185511"/>
                </a:lnTo>
                <a:lnTo>
                  <a:pt x="1678931" y="186711"/>
                </a:lnTo>
                <a:lnTo>
                  <a:pt x="1679376" y="187892"/>
                </a:lnTo>
                <a:lnTo>
                  <a:pt x="1679844" y="189053"/>
                </a:lnTo>
                <a:lnTo>
                  <a:pt x="1680335" y="190196"/>
                </a:lnTo>
                <a:lnTo>
                  <a:pt x="1680848" y="191320"/>
                </a:lnTo>
                <a:lnTo>
                  <a:pt x="1681385" y="192425"/>
                </a:lnTo>
                <a:lnTo>
                  <a:pt x="1681941" y="193501"/>
                </a:lnTo>
                <a:lnTo>
                  <a:pt x="1682515" y="194556"/>
                </a:lnTo>
                <a:lnTo>
                  <a:pt x="1683107" y="195590"/>
                </a:lnTo>
                <a:lnTo>
                  <a:pt x="1683716" y="196602"/>
                </a:lnTo>
                <a:lnTo>
                  <a:pt x="1684343" y="197592"/>
                </a:lnTo>
                <a:lnTo>
                  <a:pt x="1684987" y="198562"/>
                </a:lnTo>
                <a:lnTo>
                  <a:pt x="1685649" y="199509"/>
                </a:lnTo>
                <a:lnTo>
                  <a:pt x="1686328" y="200436"/>
                </a:lnTo>
                <a:lnTo>
                  <a:pt x="1687025" y="201341"/>
                </a:lnTo>
                <a:lnTo>
                  <a:pt x="1687740" y="202224"/>
                </a:lnTo>
                <a:lnTo>
                  <a:pt x="1688472" y="203086"/>
                </a:lnTo>
                <a:lnTo>
                  <a:pt x="1689221" y="203927"/>
                </a:lnTo>
                <a:lnTo>
                  <a:pt x="1689988" y="204746"/>
                </a:lnTo>
                <a:lnTo>
                  <a:pt x="1690773" y="205544"/>
                </a:lnTo>
                <a:lnTo>
                  <a:pt x="1691575" y="206321"/>
                </a:lnTo>
                <a:lnTo>
                  <a:pt x="1692395" y="207076"/>
                </a:lnTo>
                <a:lnTo>
                  <a:pt x="1693232" y="207809"/>
                </a:lnTo>
                <a:lnTo>
                  <a:pt x="1694087" y="208522"/>
                </a:lnTo>
                <a:lnTo>
                  <a:pt x="1694960" y="209212"/>
                </a:lnTo>
                <a:lnTo>
                  <a:pt x="1695850" y="209882"/>
                </a:lnTo>
                <a:lnTo>
                  <a:pt x="1696757" y="210530"/>
                </a:lnTo>
                <a:lnTo>
                  <a:pt x="1697683" y="211156"/>
                </a:lnTo>
                <a:lnTo>
                  <a:pt x="1698625" y="211761"/>
                </a:lnTo>
                <a:lnTo>
                  <a:pt x="1699586" y="212345"/>
                </a:lnTo>
                <a:lnTo>
                  <a:pt x="1700569" y="212898"/>
                </a:lnTo>
                <a:lnTo>
                  <a:pt x="1701565" y="213427"/>
                </a:lnTo>
                <a:lnTo>
                  <a:pt x="1702573" y="213933"/>
                </a:lnTo>
                <a:lnTo>
                  <a:pt x="1703594" y="214415"/>
                </a:lnTo>
                <a:lnTo>
                  <a:pt x="1704627" y="214874"/>
                </a:lnTo>
                <a:lnTo>
                  <a:pt x="1705672" y="215309"/>
                </a:lnTo>
                <a:lnTo>
                  <a:pt x="1706729" y="215721"/>
                </a:lnTo>
                <a:lnTo>
                  <a:pt x="1707799" y="216109"/>
                </a:lnTo>
                <a:lnTo>
                  <a:pt x="1708880" y="216474"/>
                </a:lnTo>
                <a:lnTo>
                  <a:pt x="1709975" y="216815"/>
                </a:lnTo>
                <a:lnTo>
                  <a:pt x="1711081" y="217132"/>
                </a:lnTo>
                <a:lnTo>
                  <a:pt x="1712200" y="217426"/>
                </a:lnTo>
                <a:lnTo>
                  <a:pt x="1713331" y="217697"/>
                </a:lnTo>
                <a:lnTo>
                  <a:pt x="1714474" y="217944"/>
                </a:lnTo>
                <a:lnTo>
                  <a:pt x="1715630" y="218167"/>
                </a:lnTo>
                <a:lnTo>
                  <a:pt x="1716798" y="218367"/>
                </a:lnTo>
                <a:lnTo>
                  <a:pt x="1717978" y="218544"/>
                </a:lnTo>
                <a:lnTo>
                  <a:pt x="1719171" y="218696"/>
                </a:lnTo>
                <a:lnTo>
                  <a:pt x="1720375" y="218826"/>
                </a:lnTo>
                <a:lnTo>
                  <a:pt x="1721593" y="218932"/>
                </a:lnTo>
                <a:lnTo>
                  <a:pt x="1722822" y="219014"/>
                </a:lnTo>
                <a:lnTo>
                  <a:pt x="1724064" y="219073"/>
                </a:lnTo>
                <a:lnTo>
                  <a:pt x="1725318" y="219108"/>
                </a:lnTo>
                <a:lnTo>
                  <a:pt x="1726584" y="219120"/>
                </a:lnTo>
                <a:lnTo>
                  <a:pt x="1728032" y="219106"/>
                </a:lnTo>
                <a:lnTo>
                  <a:pt x="1729461" y="219062"/>
                </a:lnTo>
                <a:lnTo>
                  <a:pt x="1730870" y="218990"/>
                </a:lnTo>
                <a:lnTo>
                  <a:pt x="1732260" y="218890"/>
                </a:lnTo>
                <a:lnTo>
                  <a:pt x="1733631" y="218760"/>
                </a:lnTo>
                <a:lnTo>
                  <a:pt x="1734983" y="218602"/>
                </a:lnTo>
                <a:lnTo>
                  <a:pt x="1736315" y="218415"/>
                </a:lnTo>
                <a:lnTo>
                  <a:pt x="1737628" y="218199"/>
                </a:lnTo>
                <a:lnTo>
                  <a:pt x="1738922" y="217954"/>
                </a:lnTo>
                <a:lnTo>
                  <a:pt x="1740196" y="217680"/>
                </a:lnTo>
                <a:lnTo>
                  <a:pt x="1741451" y="217378"/>
                </a:lnTo>
                <a:lnTo>
                  <a:pt x="1742687" y="217047"/>
                </a:lnTo>
                <a:lnTo>
                  <a:pt x="1743903" y="216687"/>
                </a:lnTo>
                <a:lnTo>
                  <a:pt x="1745100" y="216298"/>
                </a:lnTo>
                <a:lnTo>
                  <a:pt x="1746278" y="215881"/>
                </a:lnTo>
                <a:lnTo>
                  <a:pt x="1747436" y="215435"/>
                </a:lnTo>
                <a:lnTo>
                  <a:pt x="1748575" y="214960"/>
                </a:lnTo>
                <a:lnTo>
                  <a:pt x="1749695" y="214456"/>
                </a:lnTo>
                <a:lnTo>
                  <a:pt x="1750796" y="213923"/>
                </a:lnTo>
                <a:lnTo>
                  <a:pt x="1751877" y="213362"/>
                </a:lnTo>
                <a:lnTo>
                  <a:pt x="1752939" y="212772"/>
                </a:lnTo>
                <a:lnTo>
                  <a:pt x="1753982" y="212153"/>
                </a:lnTo>
                <a:lnTo>
                  <a:pt x="1755005" y="211505"/>
                </a:lnTo>
                <a:lnTo>
                  <a:pt x="1756009" y="210828"/>
                </a:lnTo>
                <a:lnTo>
                  <a:pt x="1757000" y="210129"/>
                </a:lnTo>
                <a:lnTo>
                  <a:pt x="1757967" y="209413"/>
                </a:lnTo>
                <a:lnTo>
                  <a:pt x="1758911" y="208681"/>
                </a:lnTo>
                <a:lnTo>
                  <a:pt x="1759832" y="207932"/>
                </a:lnTo>
                <a:lnTo>
                  <a:pt x="1760728" y="207167"/>
                </a:lnTo>
                <a:lnTo>
                  <a:pt x="1761602" y="206386"/>
                </a:lnTo>
                <a:lnTo>
                  <a:pt x="1762452" y="205587"/>
                </a:lnTo>
                <a:lnTo>
                  <a:pt x="1763278" y="204773"/>
                </a:lnTo>
                <a:lnTo>
                  <a:pt x="1764081" y="203941"/>
                </a:lnTo>
                <a:lnTo>
                  <a:pt x="1764860" y="203094"/>
                </a:lnTo>
                <a:lnTo>
                  <a:pt x="1765616" y="202229"/>
                </a:lnTo>
                <a:lnTo>
                  <a:pt x="1766348" y="201349"/>
                </a:lnTo>
                <a:lnTo>
                  <a:pt x="1767057" y="200451"/>
                </a:lnTo>
                <a:lnTo>
                  <a:pt x="1767742" y="199538"/>
                </a:lnTo>
                <a:lnTo>
                  <a:pt x="1768403" y="198607"/>
                </a:lnTo>
                <a:lnTo>
                  <a:pt x="1769042" y="197661"/>
                </a:lnTo>
                <a:lnTo>
                  <a:pt x="1769656" y="196697"/>
                </a:lnTo>
                <a:lnTo>
                  <a:pt x="1770247" y="195718"/>
                </a:lnTo>
                <a:lnTo>
                  <a:pt x="1770815" y="194721"/>
                </a:lnTo>
                <a:lnTo>
                  <a:pt x="1771359" y="193709"/>
                </a:lnTo>
                <a:lnTo>
                  <a:pt x="1771879" y="192679"/>
                </a:lnTo>
                <a:lnTo>
                  <a:pt x="1772376" y="191634"/>
                </a:lnTo>
                <a:lnTo>
                  <a:pt x="1772850" y="190571"/>
                </a:lnTo>
                <a:lnTo>
                  <a:pt x="1773300" y="189493"/>
                </a:lnTo>
                <a:lnTo>
                  <a:pt x="1774918" y="189493"/>
                </a:lnTo>
                <a:lnTo>
                  <a:pt x="1774918" y="217098"/>
                </a:lnTo>
                <a:lnTo>
                  <a:pt x="1810410" y="217098"/>
                </a:lnTo>
                <a:lnTo>
                  <a:pt x="1810410" y="61782"/>
                </a:lnTo>
                <a:lnTo>
                  <a:pt x="1773805" y="61782"/>
                </a:lnTo>
                <a:lnTo>
                  <a:pt x="1773805" y="151776"/>
                </a:lnTo>
                <a:lnTo>
                  <a:pt x="1773797" y="152755"/>
                </a:lnTo>
                <a:lnTo>
                  <a:pt x="1773771" y="153721"/>
                </a:lnTo>
                <a:lnTo>
                  <a:pt x="1773728" y="154672"/>
                </a:lnTo>
                <a:lnTo>
                  <a:pt x="1773668" y="155610"/>
                </a:lnTo>
                <a:lnTo>
                  <a:pt x="1773590" y="156534"/>
                </a:lnTo>
                <a:close/>
                <a:moveTo>
                  <a:pt x="1572921" y="278296"/>
                </a:moveTo>
                <a:lnTo>
                  <a:pt x="1574580" y="278172"/>
                </a:lnTo>
                <a:lnTo>
                  <a:pt x="1576224" y="278026"/>
                </a:lnTo>
                <a:lnTo>
                  <a:pt x="1577852" y="277858"/>
                </a:lnTo>
                <a:lnTo>
                  <a:pt x="1579465" y="277667"/>
                </a:lnTo>
                <a:lnTo>
                  <a:pt x="1581063" y="277453"/>
                </a:lnTo>
                <a:lnTo>
                  <a:pt x="1582645" y="277217"/>
                </a:lnTo>
                <a:lnTo>
                  <a:pt x="1584211" y="276959"/>
                </a:lnTo>
                <a:lnTo>
                  <a:pt x="1585763" y="276678"/>
                </a:lnTo>
                <a:lnTo>
                  <a:pt x="1587298" y="276374"/>
                </a:lnTo>
                <a:lnTo>
                  <a:pt x="1588819" y="276049"/>
                </a:lnTo>
                <a:lnTo>
                  <a:pt x="1590323" y="275700"/>
                </a:lnTo>
                <a:lnTo>
                  <a:pt x="1591813" y="275330"/>
                </a:lnTo>
                <a:lnTo>
                  <a:pt x="1593287" y="274936"/>
                </a:lnTo>
                <a:lnTo>
                  <a:pt x="1594745" y="274521"/>
                </a:lnTo>
                <a:lnTo>
                  <a:pt x="1596188" y="274082"/>
                </a:lnTo>
                <a:lnTo>
                  <a:pt x="1597616" y="273622"/>
                </a:lnTo>
                <a:lnTo>
                  <a:pt x="1599028" y="273139"/>
                </a:lnTo>
                <a:lnTo>
                  <a:pt x="1600425" y="272633"/>
                </a:lnTo>
                <a:lnTo>
                  <a:pt x="1601806" y="272105"/>
                </a:lnTo>
                <a:lnTo>
                  <a:pt x="1603167" y="271554"/>
                </a:lnTo>
                <a:lnTo>
                  <a:pt x="1604504" y="270981"/>
                </a:lnTo>
                <a:lnTo>
                  <a:pt x="1605817" y="270385"/>
                </a:lnTo>
                <a:lnTo>
                  <a:pt x="1607106" y="269765"/>
                </a:lnTo>
                <a:lnTo>
                  <a:pt x="1608370" y="269123"/>
                </a:lnTo>
                <a:lnTo>
                  <a:pt x="1609611" y="268459"/>
                </a:lnTo>
                <a:lnTo>
                  <a:pt x="1610827" y="267771"/>
                </a:lnTo>
                <a:lnTo>
                  <a:pt x="1612019" y="267060"/>
                </a:lnTo>
                <a:lnTo>
                  <a:pt x="1613186" y="266327"/>
                </a:lnTo>
                <a:lnTo>
                  <a:pt x="1614330" y="265571"/>
                </a:lnTo>
                <a:lnTo>
                  <a:pt x="1615449" y="264792"/>
                </a:lnTo>
                <a:lnTo>
                  <a:pt x="1616544" y="263990"/>
                </a:lnTo>
                <a:lnTo>
                  <a:pt x="1617614" y="263166"/>
                </a:lnTo>
                <a:lnTo>
                  <a:pt x="1618661" y="262319"/>
                </a:lnTo>
                <a:lnTo>
                  <a:pt x="1619683" y="261448"/>
                </a:lnTo>
                <a:lnTo>
                  <a:pt x="1620681" y="260555"/>
                </a:lnTo>
                <a:lnTo>
                  <a:pt x="1621655" y="259639"/>
                </a:lnTo>
                <a:lnTo>
                  <a:pt x="1622604" y="258701"/>
                </a:lnTo>
                <a:lnTo>
                  <a:pt x="1623530" y="257739"/>
                </a:lnTo>
                <a:lnTo>
                  <a:pt x="1624431" y="256755"/>
                </a:lnTo>
                <a:lnTo>
                  <a:pt x="1625307" y="255748"/>
                </a:lnTo>
                <a:lnTo>
                  <a:pt x="1626160" y="254718"/>
                </a:lnTo>
                <a:lnTo>
                  <a:pt x="1626989" y="253665"/>
                </a:lnTo>
                <a:lnTo>
                  <a:pt x="1627793" y="252590"/>
                </a:lnTo>
                <a:lnTo>
                  <a:pt x="1628568" y="251491"/>
                </a:lnTo>
                <a:lnTo>
                  <a:pt x="1629311" y="250368"/>
                </a:lnTo>
                <a:lnTo>
                  <a:pt x="1630020" y="249221"/>
                </a:lnTo>
                <a:lnTo>
                  <a:pt x="1630697" y="248051"/>
                </a:lnTo>
                <a:lnTo>
                  <a:pt x="1631341" y="246856"/>
                </a:lnTo>
                <a:lnTo>
                  <a:pt x="1631951" y="245638"/>
                </a:lnTo>
                <a:lnTo>
                  <a:pt x="1632529" y="244396"/>
                </a:lnTo>
                <a:lnTo>
                  <a:pt x="1633073" y="243130"/>
                </a:lnTo>
                <a:lnTo>
                  <a:pt x="1633585" y="241840"/>
                </a:lnTo>
                <a:lnTo>
                  <a:pt x="1634063" y="240526"/>
                </a:lnTo>
                <a:lnTo>
                  <a:pt x="1634509" y="239188"/>
                </a:lnTo>
                <a:lnTo>
                  <a:pt x="1634922" y="237827"/>
                </a:lnTo>
                <a:lnTo>
                  <a:pt x="1635301" y="236441"/>
                </a:lnTo>
                <a:lnTo>
                  <a:pt x="1635648" y="235032"/>
                </a:lnTo>
                <a:lnTo>
                  <a:pt x="1635961" y="233599"/>
                </a:lnTo>
                <a:lnTo>
                  <a:pt x="1636242" y="232142"/>
                </a:lnTo>
                <a:lnTo>
                  <a:pt x="1636489" y="230661"/>
                </a:lnTo>
                <a:lnTo>
                  <a:pt x="1636704" y="229156"/>
                </a:lnTo>
                <a:lnTo>
                  <a:pt x="1636885" y="227627"/>
                </a:lnTo>
                <a:lnTo>
                  <a:pt x="1637034" y="226075"/>
                </a:lnTo>
                <a:lnTo>
                  <a:pt x="1637149" y="224498"/>
                </a:lnTo>
                <a:lnTo>
                  <a:pt x="1637232" y="222898"/>
                </a:lnTo>
                <a:lnTo>
                  <a:pt x="1637281" y="221274"/>
                </a:lnTo>
                <a:lnTo>
                  <a:pt x="1637298" y="219625"/>
                </a:lnTo>
                <a:lnTo>
                  <a:pt x="1637298" y="61782"/>
                </a:lnTo>
                <a:lnTo>
                  <a:pt x="1601199" y="61782"/>
                </a:lnTo>
                <a:lnTo>
                  <a:pt x="1601199" y="87466"/>
                </a:lnTo>
                <a:lnTo>
                  <a:pt x="1599177" y="87466"/>
                </a:lnTo>
                <a:lnTo>
                  <a:pt x="1598945" y="86993"/>
                </a:lnTo>
                <a:lnTo>
                  <a:pt x="1598704" y="86517"/>
                </a:lnTo>
                <a:lnTo>
                  <a:pt x="1598455" y="86039"/>
                </a:lnTo>
                <a:lnTo>
                  <a:pt x="1598196" y="85559"/>
                </a:lnTo>
                <a:lnTo>
                  <a:pt x="1597929" y="85076"/>
                </a:lnTo>
                <a:lnTo>
                  <a:pt x="1597654" y="84590"/>
                </a:lnTo>
                <a:lnTo>
                  <a:pt x="1597369" y="84103"/>
                </a:lnTo>
                <a:lnTo>
                  <a:pt x="1597076" y="83612"/>
                </a:lnTo>
                <a:lnTo>
                  <a:pt x="1596774" y="83120"/>
                </a:lnTo>
                <a:lnTo>
                  <a:pt x="1596463" y="82624"/>
                </a:lnTo>
                <a:lnTo>
                  <a:pt x="1596143" y="82127"/>
                </a:lnTo>
                <a:lnTo>
                  <a:pt x="1595815" y="81626"/>
                </a:lnTo>
                <a:lnTo>
                  <a:pt x="1595477" y="81124"/>
                </a:lnTo>
                <a:lnTo>
                  <a:pt x="1595131" y="80619"/>
                </a:lnTo>
                <a:lnTo>
                  <a:pt x="1594777" y="80111"/>
                </a:lnTo>
                <a:lnTo>
                  <a:pt x="1594413" y="79601"/>
                </a:lnTo>
                <a:lnTo>
                  <a:pt x="1594041" y="79089"/>
                </a:lnTo>
                <a:lnTo>
                  <a:pt x="1593660" y="78574"/>
                </a:lnTo>
                <a:lnTo>
                  <a:pt x="1593270" y="78057"/>
                </a:lnTo>
                <a:lnTo>
                  <a:pt x="1592871" y="77537"/>
                </a:lnTo>
                <a:lnTo>
                  <a:pt x="1592464" y="77015"/>
                </a:lnTo>
                <a:lnTo>
                  <a:pt x="1592047" y="76490"/>
                </a:lnTo>
                <a:lnTo>
                  <a:pt x="1591622" y="75963"/>
                </a:lnTo>
                <a:lnTo>
                  <a:pt x="1591189" y="75433"/>
                </a:lnTo>
                <a:lnTo>
                  <a:pt x="1590744" y="74897"/>
                </a:lnTo>
                <a:lnTo>
                  <a:pt x="1590287" y="74368"/>
                </a:lnTo>
                <a:lnTo>
                  <a:pt x="1589817" y="73845"/>
                </a:lnTo>
                <a:lnTo>
                  <a:pt x="1589335" y="73329"/>
                </a:lnTo>
                <a:lnTo>
                  <a:pt x="1588840" y="72820"/>
                </a:lnTo>
                <a:lnTo>
                  <a:pt x="1588332" y="72317"/>
                </a:lnTo>
                <a:lnTo>
                  <a:pt x="1587812" y="71821"/>
                </a:lnTo>
                <a:lnTo>
                  <a:pt x="1587279" y="71332"/>
                </a:lnTo>
                <a:lnTo>
                  <a:pt x="1586733" y="70850"/>
                </a:lnTo>
                <a:lnTo>
                  <a:pt x="1586175" y="70374"/>
                </a:lnTo>
                <a:lnTo>
                  <a:pt x="1585604" y="69904"/>
                </a:lnTo>
                <a:lnTo>
                  <a:pt x="1585020" y="69442"/>
                </a:lnTo>
                <a:lnTo>
                  <a:pt x="1584424" y="68986"/>
                </a:lnTo>
                <a:lnTo>
                  <a:pt x="1583815" y="68537"/>
                </a:lnTo>
                <a:lnTo>
                  <a:pt x="1583194" y="68094"/>
                </a:lnTo>
                <a:lnTo>
                  <a:pt x="1582560" y="67658"/>
                </a:lnTo>
                <a:lnTo>
                  <a:pt x="1581913" y="67229"/>
                </a:lnTo>
                <a:lnTo>
                  <a:pt x="1581254" y="66807"/>
                </a:lnTo>
                <a:lnTo>
                  <a:pt x="1580582" y="66391"/>
                </a:lnTo>
                <a:lnTo>
                  <a:pt x="1579897" y="65981"/>
                </a:lnTo>
                <a:lnTo>
                  <a:pt x="1579200" y="65579"/>
                </a:lnTo>
                <a:lnTo>
                  <a:pt x="1578490" y="65183"/>
                </a:lnTo>
                <a:lnTo>
                  <a:pt x="1577767" y="64794"/>
                </a:lnTo>
                <a:lnTo>
                  <a:pt x="1577032" y="64411"/>
                </a:lnTo>
                <a:lnTo>
                  <a:pt x="1576291" y="64032"/>
                </a:lnTo>
                <a:lnTo>
                  <a:pt x="1575532" y="63668"/>
                </a:lnTo>
                <a:lnTo>
                  <a:pt x="1574757" y="63321"/>
                </a:lnTo>
                <a:lnTo>
                  <a:pt x="1573965" y="62990"/>
                </a:lnTo>
                <a:lnTo>
                  <a:pt x="1573156" y="62675"/>
                </a:lnTo>
                <a:lnTo>
                  <a:pt x="1572330" y="62376"/>
                </a:lnTo>
                <a:lnTo>
                  <a:pt x="1571488" y="62094"/>
                </a:lnTo>
                <a:lnTo>
                  <a:pt x="1570628" y="61827"/>
                </a:lnTo>
                <a:lnTo>
                  <a:pt x="1569752" y="61577"/>
                </a:lnTo>
                <a:lnTo>
                  <a:pt x="1568859" y="61343"/>
                </a:lnTo>
                <a:lnTo>
                  <a:pt x="1567949" y="61125"/>
                </a:lnTo>
                <a:lnTo>
                  <a:pt x="1567022" y="60923"/>
                </a:lnTo>
                <a:lnTo>
                  <a:pt x="1566078" y="60737"/>
                </a:lnTo>
                <a:lnTo>
                  <a:pt x="1565117" y="60568"/>
                </a:lnTo>
                <a:lnTo>
                  <a:pt x="1564140" y="60414"/>
                </a:lnTo>
                <a:lnTo>
                  <a:pt x="1563145" y="60277"/>
                </a:lnTo>
                <a:lnTo>
                  <a:pt x="1562134" y="60156"/>
                </a:lnTo>
                <a:lnTo>
                  <a:pt x="1561106" y="60051"/>
                </a:lnTo>
                <a:lnTo>
                  <a:pt x="1560061" y="59962"/>
                </a:lnTo>
                <a:lnTo>
                  <a:pt x="1559000" y="59889"/>
                </a:lnTo>
                <a:lnTo>
                  <a:pt x="1557921" y="59833"/>
                </a:lnTo>
                <a:lnTo>
                  <a:pt x="1556826" y="59792"/>
                </a:lnTo>
                <a:lnTo>
                  <a:pt x="1555713" y="59768"/>
                </a:lnTo>
                <a:lnTo>
                  <a:pt x="1554584" y="59760"/>
                </a:lnTo>
                <a:lnTo>
                  <a:pt x="1553099" y="59776"/>
                </a:lnTo>
                <a:lnTo>
                  <a:pt x="1551625" y="59824"/>
                </a:lnTo>
                <a:lnTo>
                  <a:pt x="1550162" y="59904"/>
                </a:lnTo>
                <a:lnTo>
                  <a:pt x="1548711" y="60016"/>
                </a:lnTo>
                <a:lnTo>
                  <a:pt x="1547272" y="60159"/>
                </a:lnTo>
                <a:lnTo>
                  <a:pt x="1545844" y="60335"/>
                </a:lnTo>
                <a:lnTo>
                  <a:pt x="1544428" y="60543"/>
                </a:lnTo>
                <a:lnTo>
                  <a:pt x="1543023" y="60782"/>
                </a:lnTo>
                <a:lnTo>
                  <a:pt x="1541630" y="61054"/>
                </a:lnTo>
                <a:lnTo>
                  <a:pt x="1540249" y="61357"/>
                </a:lnTo>
                <a:lnTo>
                  <a:pt x="1538879" y="61693"/>
                </a:lnTo>
                <a:lnTo>
                  <a:pt x="1537521" y="62060"/>
                </a:lnTo>
                <a:lnTo>
                  <a:pt x="1536174" y="62460"/>
                </a:lnTo>
                <a:lnTo>
                  <a:pt x="1534839" y="62891"/>
                </a:lnTo>
                <a:lnTo>
                  <a:pt x="1533516" y="63354"/>
                </a:lnTo>
                <a:lnTo>
                  <a:pt x="1532204" y="63850"/>
                </a:lnTo>
                <a:lnTo>
                  <a:pt x="1530903" y="64377"/>
                </a:lnTo>
                <a:lnTo>
                  <a:pt x="1529615" y="64936"/>
                </a:lnTo>
                <a:lnTo>
                  <a:pt x="1528338" y="65527"/>
                </a:lnTo>
                <a:lnTo>
                  <a:pt x="1527072" y="66150"/>
                </a:lnTo>
                <a:lnTo>
                  <a:pt x="1525818" y="66805"/>
                </a:lnTo>
                <a:lnTo>
                  <a:pt x="1524576" y="67492"/>
                </a:lnTo>
                <a:lnTo>
                  <a:pt x="1523345" y="68211"/>
                </a:lnTo>
                <a:lnTo>
                  <a:pt x="1522126" y="68962"/>
                </a:lnTo>
                <a:lnTo>
                  <a:pt x="1520923" y="69735"/>
                </a:lnTo>
                <a:lnTo>
                  <a:pt x="1519740" y="70538"/>
                </a:lnTo>
                <a:lnTo>
                  <a:pt x="1518579" y="71371"/>
                </a:lnTo>
                <a:lnTo>
                  <a:pt x="1517438" y="72234"/>
                </a:lnTo>
                <a:lnTo>
                  <a:pt x="1516318" y="73127"/>
                </a:lnTo>
                <a:lnTo>
                  <a:pt x="1515218" y="74049"/>
                </a:lnTo>
                <a:lnTo>
                  <a:pt x="1514139" y="75001"/>
                </a:lnTo>
                <a:lnTo>
                  <a:pt x="1513081" y="75984"/>
                </a:lnTo>
                <a:lnTo>
                  <a:pt x="1512044" y="76996"/>
                </a:lnTo>
                <a:lnTo>
                  <a:pt x="1511028" y="78038"/>
                </a:lnTo>
                <a:lnTo>
                  <a:pt x="1510032" y="79109"/>
                </a:lnTo>
                <a:lnTo>
                  <a:pt x="1509056" y="80211"/>
                </a:lnTo>
                <a:lnTo>
                  <a:pt x="1508102" y="81342"/>
                </a:lnTo>
                <a:lnTo>
                  <a:pt x="1507168" y="82504"/>
                </a:lnTo>
                <a:lnTo>
                  <a:pt x="1506255" y="83695"/>
                </a:lnTo>
                <a:lnTo>
                  <a:pt x="1505363" y="84916"/>
                </a:lnTo>
                <a:lnTo>
                  <a:pt x="1504491" y="86166"/>
                </a:lnTo>
                <a:lnTo>
                  <a:pt x="1503640" y="87447"/>
                </a:lnTo>
                <a:lnTo>
                  <a:pt x="1502810" y="88757"/>
                </a:lnTo>
                <a:lnTo>
                  <a:pt x="1502001" y="90098"/>
                </a:lnTo>
                <a:lnTo>
                  <a:pt x="1501212" y="91468"/>
                </a:lnTo>
                <a:lnTo>
                  <a:pt x="1500444" y="92868"/>
                </a:lnTo>
                <a:lnTo>
                  <a:pt x="1499697" y="94298"/>
                </a:lnTo>
                <a:lnTo>
                  <a:pt x="1498970" y="95758"/>
                </a:lnTo>
                <a:lnTo>
                  <a:pt x="1498277" y="97238"/>
                </a:lnTo>
                <a:lnTo>
                  <a:pt x="1497613" y="98745"/>
                </a:lnTo>
                <a:lnTo>
                  <a:pt x="1496979" y="100281"/>
                </a:lnTo>
                <a:lnTo>
                  <a:pt x="1496375" y="101844"/>
                </a:lnTo>
                <a:lnTo>
                  <a:pt x="1495800" y="103435"/>
                </a:lnTo>
                <a:lnTo>
                  <a:pt x="1495254" y="105054"/>
                </a:lnTo>
                <a:lnTo>
                  <a:pt x="1494738" y="106700"/>
                </a:lnTo>
                <a:lnTo>
                  <a:pt x="1494251" y="108375"/>
                </a:lnTo>
                <a:lnTo>
                  <a:pt x="1493794" y="110077"/>
                </a:lnTo>
                <a:lnTo>
                  <a:pt x="1493367" y="111806"/>
                </a:lnTo>
                <a:lnTo>
                  <a:pt x="1492968" y="113564"/>
                </a:lnTo>
                <a:lnTo>
                  <a:pt x="1492600" y="115349"/>
                </a:lnTo>
                <a:lnTo>
                  <a:pt x="1492261" y="117162"/>
                </a:lnTo>
                <a:lnTo>
                  <a:pt x="1491951" y="119002"/>
                </a:lnTo>
                <a:lnTo>
                  <a:pt x="1491671" y="120871"/>
                </a:lnTo>
                <a:lnTo>
                  <a:pt x="1491420" y="122767"/>
                </a:lnTo>
                <a:lnTo>
                  <a:pt x="1491199" y="124691"/>
                </a:lnTo>
                <a:lnTo>
                  <a:pt x="1491007" y="126642"/>
                </a:lnTo>
                <a:lnTo>
                  <a:pt x="1490845" y="128622"/>
                </a:lnTo>
                <a:lnTo>
                  <a:pt x="1490712" y="130629"/>
                </a:lnTo>
                <a:lnTo>
                  <a:pt x="1490609" y="132664"/>
                </a:lnTo>
                <a:lnTo>
                  <a:pt x="1490535" y="134726"/>
                </a:lnTo>
                <a:lnTo>
                  <a:pt x="1490491" y="136816"/>
                </a:lnTo>
                <a:lnTo>
                  <a:pt x="1490476" y="138934"/>
                </a:lnTo>
                <a:lnTo>
                  <a:pt x="1490491" y="141035"/>
                </a:lnTo>
                <a:lnTo>
                  <a:pt x="1490535" y="143105"/>
                </a:lnTo>
                <a:lnTo>
                  <a:pt x="1490609" y="145147"/>
                </a:lnTo>
                <a:lnTo>
                  <a:pt x="1490712" y="147159"/>
                </a:lnTo>
                <a:lnTo>
                  <a:pt x="1490845" y="149141"/>
                </a:lnTo>
                <a:lnTo>
                  <a:pt x="1491007" y="151094"/>
                </a:lnTo>
                <a:lnTo>
                  <a:pt x="1491199" y="153017"/>
                </a:lnTo>
                <a:lnTo>
                  <a:pt x="1491420" y="154911"/>
                </a:lnTo>
                <a:lnTo>
                  <a:pt x="1491671" y="156775"/>
                </a:lnTo>
                <a:lnTo>
                  <a:pt x="1491951" y="158610"/>
                </a:lnTo>
                <a:lnTo>
                  <a:pt x="1492261" y="160415"/>
                </a:lnTo>
                <a:lnTo>
                  <a:pt x="1492600" y="162191"/>
                </a:lnTo>
                <a:lnTo>
                  <a:pt x="1492968" y="163938"/>
                </a:lnTo>
                <a:lnTo>
                  <a:pt x="1493367" y="165654"/>
                </a:lnTo>
                <a:lnTo>
                  <a:pt x="1493794" y="167342"/>
                </a:lnTo>
                <a:lnTo>
                  <a:pt x="1494251" y="169000"/>
                </a:lnTo>
                <a:lnTo>
                  <a:pt x="1494738" y="170628"/>
                </a:lnTo>
                <a:lnTo>
                  <a:pt x="1495254" y="172227"/>
                </a:lnTo>
                <a:lnTo>
                  <a:pt x="1495800" y="173796"/>
                </a:lnTo>
                <a:lnTo>
                  <a:pt x="1496375" y="175336"/>
                </a:lnTo>
                <a:lnTo>
                  <a:pt x="1496979" y="176847"/>
                </a:lnTo>
                <a:lnTo>
                  <a:pt x="1497613" y="178328"/>
                </a:lnTo>
                <a:lnTo>
                  <a:pt x="1498277" y="179779"/>
                </a:lnTo>
                <a:lnTo>
                  <a:pt x="1498970" y="181201"/>
                </a:lnTo>
                <a:lnTo>
                  <a:pt x="1499697" y="182586"/>
                </a:lnTo>
                <a:lnTo>
                  <a:pt x="1500443" y="183941"/>
                </a:lnTo>
                <a:lnTo>
                  <a:pt x="1501210" y="185268"/>
                </a:lnTo>
                <a:lnTo>
                  <a:pt x="1501998" y="186566"/>
                </a:lnTo>
                <a:lnTo>
                  <a:pt x="1502806" y="187835"/>
                </a:lnTo>
                <a:lnTo>
                  <a:pt x="1503634" y="189076"/>
                </a:lnTo>
                <a:lnTo>
                  <a:pt x="1504483" y="190287"/>
                </a:lnTo>
                <a:lnTo>
                  <a:pt x="1505352" y="191470"/>
                </a:lnTo>
                <a:lnTo>
                  <a:pt x="1506241" y="192624"/>
                </a:lnTo>
                <a:lnTo>
                  <a:pt x="1507151" y="193749"/>
                </a:lnTo>
                <a:lnTo>
                  <a:pt x="1508081" y="194846"/>
                </a:lnTo>
                <a:lnTo>
                  <a:pt x="1509031" y="195914"/>
                </a:lnTo>
                <a:lnTo>
                  <a:pt x="1510002" y="196953"/>
                </a:lnTo>
                <a:lnTo>
                  <a:pt x="1510993" y="197963"/>
                </a:lnTo>
                <a:lnTo>
                  <a:pt x="1512005" y="198944"/>
                </a:lnTo>
                <a:lnTo>
                  <a:pt x="1513037" y="199897"/>
                </a:lnTo>
                <a:lnTo>
                  <a:pt x="1514089" y="200820"/>
                </a:lnTo>
                <a:lnTo>
                  <a:pt x="1515161" y="201715"/>
                </a:lnTo>
                <a:lnTo>
                  <a:pt x="1516254" y="202581"/>
                </a:lnTo>
                <a:lnTo>
                  <a:pt x="1517368" y="203419"/>
                </a:lnTo>
                <a:lnTo>
                  <a:pt x="1518501" y="204227"/>
                </a:lnTo>
                <a:lnTo>
                  <a:pt x="1519655" y="205007"/>
                </a:lnTo>
                <a:lnTo>
                  <a:pt x="1520830" y="205758"/>
                </a:lnTo>
                <a:lnTo>
                  <a:pt x="1522025" y="206480"/>
                </a:lnTo>
                <a:lnTo>
                  <a:pt x="1523244" y="207165"/>
                </a:lnTo>
                <a:lnTo>
                  <a:pt x="1524475" y="207821"/>
                </a:lnTo>
                <a:lnTo>
                  <a:pt x="1525717" y="208447"/>
                </a:lnTo>
                <a:lnTo>
                  <a:pt x="1526971" y="209045"/>
                </a:lnTo>
                <a:lnTo>
                  <a:pt x="1528236" y="209613"/>
                </a:lnTo>
                <a:lnTo>
                  <a:pt x="1529514" y="210152"/>
                </a:lnTo>
                <a:lnTo>
                  <a:pt x="1530802" y="210662"/>
                </a:lnTo>
                <a:lnTo>
                  <a:pt x="1532103" y="211143"/>
                </a:lnTo>
                <a:lnTo>
                  <a:pt x="1533415" y="211595"/>
                </a:lnTo>
                <a:lnTo>
                  <a:pt x="1534738" y="212017"/>
                </a:lnTo>
                <a:lnTo>
                  <a:pt x="1536073" y="212411"/>
                </a:lnTo>
                <a:lnTo>
                  <a:pt x="1537420" y="212775"/>
                </a:lnTo>
                <a:lnTo>
                  <a:pt x="1538778" y="213110"/>
                </a:lnTo>
                <a:lnTo>
                  <a:pt x="1540148" y="213416"/>
                </a:lnTo>
                <a:lnTo>
                  <a:pt x="1541529" y="213693"/>
                </a:lnTo>
                <a:lnTo>
                  <a:pt x="1542922" y="213940"/>
                </a:lnTo>
                <a:lnTo>
                  <a:pt x="1544327" y="214159"/>
                </a:lnTo>
                <a:lnTo>
                  <a:pt x="1545743" y="214348"/>
                </a:lnTo>
                <a:lnTo>
                  <a:pt x="1547171" y="214509"/>
                </a:lnTo>
                <a:lnTo>
                  <a:pt x="1548610" y="214640"/>
                </a:lnTo>
                <a:lnTo>
                  <a:pt x="1550061" y="214742"/>
                </a:lnTo>
                <a:lnTo>
                  <a:pt x="1551523" y="214815"/>
                </a:lnTo>
                <a:lnTo>
                  <a:pt x="1552998" y="214858"/>
                </a:lnTo>
                <a:lnTo>
                  <a:pt x="1554483" y="214873"/>
                </a:lnTo>
                <a:lnTo>
                  <a:pt x="1555588" y="214866"/>
                </a:lnTo>
                <a:lnTo>
                  <a:pt x="1556676" y="214845"/>
                </a:lnTo>
                <a:lnTo>
                  <a:pt x="1557749" y="214810"/>
                </a:lnTo>
                <a:lnTo>
                  <a:pt x="1558806" y="214761"/>
                </a:lnTo>
                <a:lnTo>
                  <a:pt x="1559847" y="214697"/>
                </a:lnTo>
                <a:lnTo>
                  <a:pt x="1560873" y="214620"/>
                </a:lnTo>
                <a:lnTo>
                  <a:pt x="1561882" y="214529"/>
                </a:lnTo>
                <a:lnTo>
                  <a:pt x="1562876" y="214424"/>
                </a:lnTo>
                <a:lnTo>
                  <a:pt x="1563854" y="214304"/>
                </a:lnTo>
                <a:lnTo>
                  <a:pt x="1564816" y="214171"/>
                </a:lnTo>
                <a:lnTo>
                  <a:pt x="1565762" y="214023"/>
                </a:lnTo>
                <a:lnTo>
                  <a:pt x="1566693" y="213862"/>
                </a:lnTo>
                <a:lnTo>
                  <a:pt x="1567608" y="213686"/>
                </a:lnTo>
                <a:lnTo>
                  <a:pt x="1568507" y="213497"/>
                </a:lnTo>
                <a:lnTo>
                  <a:pt x="1569390" y="213293"/>
                </a:lnTo>
                <a:lnTo>
                  <a:pt x="1570257" y="213075"/>
                </a:lnTo>
                <a:lnTo>
                  <a:pt x="1571109" y="212844"/>
                </a:lnTo>
                <a:lnTo>
                  <a:pt x="1571945" y="212598"/>
                </a:lnTo>
                <a:lnTo>
                  <a:pt x="1572765" y="212338"/>
                </a:lnTo>
                <a:lnTo>
                  <a:pt x="1573569" y="212064"/>
                </a:lnTo>
                <a:lnTo>
                  <a:pt x="1574357" y="211776"/>
                </a:lnTo>
                <a:lnTo>
                  <a:pt x="1575130" y="211474"/>
                </a:lnTo>
                <a:lnTo>
                  <a:pt x="1575887" y="211158"/>
                </a:lnTo>
                <a:lnTo>
                  <a:pt x="1576628" y="210828"/>
                </a:lnTo>
                <a:lnTo>
                  <a:pt x="1577363" y="210488"/>
                </a:lnTo>
                <a:lnTo>
                  <a:pt x="1578086" y="210141"/>
                </a:lnTo>
                <a:lnTo>
                  <a:pt x="1578797" y="209787"/>
                </a:lnTo>
                <a:lnTo>
                  <a:pt x="1579495" y="209427"/>
                </a:lnTo>
                <a:lnTo>
                  <a:pt x="1580182" y="209060"/>
                </a:lnTo>
                <a:lnTo>
                  <a:pt x="1580856" y="208686"/>
                </a:lnTo>
                <a:lnTo>
                  <a:pt x="1581517" y="208306"/>
                </a:lnTo>
                <a:lnTo>
                  <a:pt x="1582167" y="207918"/>
                </a:lnTo>
                <a:lnTo>
                  <a:pt x="1582804" y="207525"/>
                </a:lnTo>
                <a:lnTo>
                  <a:pt x="1583429" y="207124"/>
                </a:lnTo>
                <a:lnTo>
                  <a:pt x="1584041" y="206717"/>
                </a:lnTo>
                <a:lnTo>
                  <a:pt x="1584641" y="206303"/>
                </a:lnTo>
                <a:lnTo>
                  <a:pt x="1585229" y="205883"/>
                </a:lnTo>
                <a:lnTo>
                  <a:pt x="1585805" y="205456"/>
                </a:lnTo>
                <a:lnTo>
                  <a:pt x="1586368" y="205022"/>
                </a:lnTo>
                <a:lnTo>
                  <a:pt x="1586919" y="204582"/>
                </a:lnTo>
                <a:lnTo>
                  <a:pt x="1587458" y="204134"/>
                </a:lnTo>
                <a:lnTo>
                  <a:pt x="1587984" y="203681"/>
                </a:lnTo>
                <a:lnTo>
                  <a:pt x="1588499" y="203220"/>
                </a:lnTo>
                <a:lnTo>
                  <a:pt x="1589000" y="202753"/>
                </a:lnTo>
                <a:lnTo>
                  <a:pt x="1589490" y="202279"/>
                </a:lnTo>
                <a:lnTo>
                  <a:pt x="1589967" y="201799"/>
                </a:lnTo>
                <a:lnTo>
                  <a:pt x="1590432" y="201312"/>
                </a:lnTo>
                <a:lnTo>
                  <a:pt x="1590885" y="200818"/>
                </a:lnTo>
                <a:lnTo>
                  <a:pt x="1591336" y="200321"/>
                </a:lnTo>
                <a:lnTo>
                  <a:pt x="1591777" y="199826"/>
                </a:lnTo>
                <a:lnTo>
                  <a:pt x="1592209" y="199331"/>
                </a:lnTo>
                <a:lnTo>
                  <a:pt x="1592632" y="198838"/>
                </a:lnTo>
                <a:lnTo>
                  <a:pt x="1593046" y="198345"/>
                </a:lnTo>
                <a:lnTo>
                  <a:pt x="1593451" y="197854"/>
                </a:lnTo>
                <a:lnTo>
                  <a:pt x="1593847" y="197363"/>
                </a:lnTo>
                <a:lnTo>
                  <a:pt x="1594233" y="196874"/>
                </a:lnTo>
                <a:lnTo>
                  <a:pt x="1594611" y="196386"/>
                </a:lnTo>
                <a:lnTo>
                  <a:pt x="1594979" y="195899"/>
                </a:lnTo>
                <a:lnTo>
                  <a:pt x="1595338" y="195413"/>
                </a:lnTo>
                <a:lnTo>
                  <a:pt x="1595688" y="194928"/>
                </a:lnTo>
                <a:lnTo>
                  <a:pt x="1596029" y="194444"/>
                </a:lnTo>
                <a:lnTo>
                  <a:pt x="1596361" y="193961"/>
                </a:lnTo>
                <a:lnTo>
                  <a:pt x="1596684" y="193479"/>
                </a:lnTo>
                <a:lnTo>
                  <a:pt x="1596997" y="192998"/>
                </a:lnTo>
                <a:lnTo>
                  <a:pt x="1597302" y="192518"/>
                </a:lnTo>
                <a:lnTo>
                  <a:pt x="1597597" y="192040"/>
                </a:lnTo>
                <a:lnTo>
                  <a:pt x="1597883" y="191562"/>
                </a:lnTo>
                <a:lnTo>
                  <a:pt x="1598160" y="191085"/>
                </a:lnTo>
                <a:lnTo>
                  <a:pt x="1598428" y="190610"/>
                </a:lnTo>
                <a:lnTo>
                  <a:pt x="1598687" y="190135"/>
                </a:lnTo>
                <a:lnTo>
                  <a:pt x="1598936" y="189662"/>
                </a:lnTo>
                <a:lnTo>
                  <a:pt x="1599177" y="189189"/>
                </a:lnTo>
                <a:lnTo>
                  <a:pt x="1600997" y="189189"/>
                </a:lnTo>
                <a:lnTo>
                  <a:pt x="1600997" y="218614"/>
                </a:lnTo>
                <a:lnTo>
                  <a:pt x="1600979" y="220030"/>
                </a:lnTo>
                <a:lnTo>
                  <a:pt x="1600926" y="221412"/>
                </a:lnTo>
                <a:lnTo>
                  <a:pt x="1600837" y="222760"/>
                </a:lnTo>
                <a:lnTo>
                  <a:pt x="1600713" y="224075"/>
                </a:lnTo>
                <a:lnTo>
                  <a:pt x="1600554" y="225355"/>
                </a:lnTo>
                <a:lnTo>
                  <a:pt x="1600359" y="226603"/>
                </a:lnTo>
                <a:lnTo>
                  <a:pt x="1600128" y="227816"/>
                </a:lnTo>
                <a:lnTo>
                  <a:pt x="1599862" y="228996"/>
                </a:lnTo>
                <a:lnTo>
                  <a:pt x="1599561" y="230142"/>
                </a:lnTo>
                <a:lnTo>
                  <a:pt x="1599224" y="231254"/>
                </a:lnTo>
                <a:lnTo>
                  <a:pt x="1598851" y="232333"/>
                </a:lnTo>
                <a:lnTo>
                  <a:pt x="1598444" y="233377"/>
                </a:lnTo>
                <a:lnTo>
                  <a:pt x="1598000" y="234389"/>
                </a:lnTo>
                <a:lnTo>
                  <a:pt x="1597522" y="235366"/>
                </a:lnTo>
                <a:lnTo>
                  <a:pt x="1597007" y="236310"/>
                </a:lnTo>
                <a:lnTo>
                  <a:pt x="1596458" y="237220"/>
                </a:lnTo>
                <a:lnTo>
                  <a:pt x="1595873" y="238096"/>
                </a:lnTo>
                <a:lnTo>
                  <a:pt x="1595252" y="238939"/>
                </a:lnTo>
                <a:lnTo>
                  <a:pt x="1594596" y="239748"/>
                </a:lnTo>
                <a:lnTo>
                  <a:pt x="1593905" y="240523"/>
                </a:lnTo>
                <a:lnTo>
                  <a:pt x="1593178" y="241264"/>
                </a:lnTo>
                <a:lnTo>
                  <a:pt x="1592415" y="241972"/>
                </a:lnTo>
                <a:lnTo>
                  <a:pt x="1591617" y="242646"/>
                </a:lnTo>
                <a:lnTo>
                  <a:pt x="1590784" y="243287"/>
                </a:lnTo>
                <a:lnTo>
                  <a:pt x="1589924" y="243906"/>
                </a:lnTo>
                <a:lnTo>
                  <a:pt x="1589045" y="244498"/>
                </a:lnTo>
                <a:lnTo>
                  <a:pt x="1588147" y="245064"/>
                </a:lnTo>
                <a:lnTo>
                  <a:pt x="1587231" y="245604"/>
                </a:lnTo>
                <a:lnTo>
                  <a:pt x="1586296" y="246118"/>
                </a:lnTo>
                <a:lnTo>
                  <a:pt x="1585343" y="246605"/>
                </a:lnTo>
                <a:lnTo>
                  <a:pt x="1584371" y="247066"/>
                </a:lnTo>
                <a:lnTo>
                  <a:pt x="1583380" y="247500"/>
                </a:lnTo>
                <a:lnTo>
                  <a:pt x="1582371" y="247908"/>
                </a:lnTo>
                <a:lnTo>
                  <a:pt x="1581343" y="248290"/>
                </a:lnTo>
                <a:lnTo>
                  <a:pt x="1580297" y="248645"/>
                </a:lnTo>
                <a:lnTo>
                  <a:pt x="1579231" y="248975"/>
                </a:lnTo>
                <a:lnTo>
                  <a:pt x="1578148" y="249277"/>
                </a:lnTo>
                <a:lnTo>
                  <a:pt x="1577046" y="249554"/>
                </a:lnTo>
                <a:lnTo>
                  <a:pt x="1575925" y="249804"/>
                </a:lnTo>
                <a:lnTo>
                  <a:pt x="1574785" y="250028"/>
                </a:lnTo>
                <a:lnTo>
                  <a:pt x="1573627" y="250225"/>
                </a:lnTo>
                <a:lnTo>
                  <a:pt x="1572450" y="250397"/>
                </a:lnTo>
                <a:lnTo>
                  <a:pt x="1571255" y="250541"/>
                </a:lnTo>
                <a:lnTo>
                  <a:pt x="1570041" y="250660"/>
                </a:lnTo>
                <a:lnTo>
                  <a:pt x="1568809" y="250752"/>
                </a:lnTo>
                <a:lnTo>
                  <a:pt x="1567557" y="250818"/>
                </a:lnTo>
                <a:lnTo>
                  <a:pt x="1566288" y="250857"/>
                </a:lnTo>
                <a:lnTo>
                  <a:pt x="1564999" y="250871"/>
                </a:lnTo>
                <a:lnTo>
                  <a:pt x="1564087" y="250865"/>
                </a:lnTo>
                <a:lnTo>
                  <a:pt x="1563188" y="250850"/>
                </a:lnTo>
                <a:lnTo>
                  <a:pt x="1562302" y="250823"/>
                </a:lnTo>
                <a:lnTo>
                  <a:pt x="1561429" y="250786"/>
                </a:lnTo>
                <a:lnTo>
                  <a:pt x="1560569" y="250739"/>
                </a:lnTo>
                <a:lnTo>
                  <a:pt x="1559722" y="250681"/>
                </a:lnTo>
                <a:lnTo>
                  <a:pt x="1558888" y="250613"/>
                </a:lnTo>
                <a:lnTo>
                  <a:pt x="1558067" y="250534"/>
                </a:lnTo>
                <a:lnTo>
                  <a:pt x="1557259" y="250444"/>
                </a:lnTo>
                <a:lnTo>
                  <a:pt x="1556464" y="250344"/>
                </a:lnTo>
                <a:lnTo>
                  <a:pt x="1555682" y="250233"/>
                </a:lnTo>
                <a:lnTo>
                  <a:pt x="1554913" y="250112"/>
                </a:lnTo>
                <a:lnTo>
                  <a:pt x="1554157" y="249981"/>
                </a:lnTo>
                <a:lnTo>
                  <a:pt x="1553414" y="249838"/>
                </a:lnTo>
                <a:lnTo>
                  <a:pt x="1552684" y="249686"/>
                </a:lnTo>
                <a:lnTo>
                  <a:pt x="1551967" y="249522"/>
                </a:lnTo>
                <a:lnTo>
                  <a:pt x="1551262" y="249349"/>
                </a:lnTo>
                <a:lnTo>
                  <a:pt x="1550571" y="249164"/>
                </a:lnTo>
                <a:lnTo>
                  <a:pt x="1549893" y="248969"/>
                </a:lnTo>
                <a:lnTo>
                  <a:pt x="1549228" y="248764"/>
                </a:lnTo>
                <a:lnTo>
                  <a:pt x="1548576" y="248548"/>
                </a:lnTo>
                <a:lnTo>
                  <a:pt x="1547937" y="248322"/>
                </a:lnTo>
                <a:lnTo>
                  <a:pt x="1547310" y="248085"/>
                </a:lnTo>
                <a:lnTo>
                  <a:pt x="1546697" y="247837"/>
                </a:lnTo>
                <a:lnTo>
                  <a:pt x="1546104" y="247590"/>
                </a:lnTo>
                <a:lnTo>
                  <a:pt x="1545521" y="247337"/>
                </a:lnTo>
                <a:lnTo>
                  <a:pt x="1544948" y="247079"/>
                </a:lnTo>
                <a:lnTo>
                  <a:pt x="1544386" y="246815"/>
                </a:lnTo>
                <a:lnTo>
                  <a:pt x="1543833" y="246545"/>
                </a:lnTo>
                <a:lnTo>
                  <a:pt x="1543291" y="246270"/>
                </a:lnTo>
                <a:lnTo>
                  <a:pt x="1542759" y="245989"/>
                </a:lnTo>
                <a:lnTo>
                  <a:pt x="1542237" y="245702"/>
                </a:lnTo>
                <a:lnTo>
                  <a:pt x="1541725" y="245410"/>
                </a:lnTo>
                <a:lnTo>
                  <a:pt x="1541223" y="245113"/>
                </a:lnTo>
                <a:lnTo>
                  <a:pt x="1540732" y="244809"/>
                </a:lnTo>
                <a:lnTo>
                  <a:pt x="1540251" y="244500"/>
                </a:lnTo>
                <a:lnTo>
                  <a:pt x="1539780" y="244186"/>
                </a:lnTo>
                <a:lnTo>
                  <a:pt x="1539319" y="243865"/>
                </a:lnTo>
                <a:lnTo>
                  <a:pt x="1538868" y="243540"/>
                </a:lnTo>
                <a:lnTo>
                  <a:pt x="1538428" y="243208"/>
                </a:lnTo>
                <a:lnTo>
                  <a:pt x="1537998" y="242871"/>
                </a:lnTo>
                <a:lnTo>
                  <a:pt x="1537578" y="242528"/>
                </a:lnTo>
                <a:lnTo>
                  <a:pt x="1537168" y="242180"/>
                </a:lnTo>
                <a:lnTo>
                  <a:pt x="1536768" y="241826"/>
                </a:lnTo>
                <a:lnTo>
                  <a:pt x="1536379" y="241467"/>
                </a:lnTo>
                <a:lnTo>
                  <a:pt x="1535999" y="241102"/>
                </a:lnTo>
                <a:lnTo>
                  <a:pt x="1535630" y="240731"/>
                </a:lnTo>
                <a:lnTo>
                  <a:pt x="1535271" y="240354"/>
                </a:lnTo>
                <a:lnTo>
                  <a:pt x="1534921" y="239983"/>
                </a:lnTo>
                <a:lnTo>
                  <a:pt x="1534577" y="239612"/>
                </a:lnTo>
                <a:lnTo>
                  <a:pt x="1534241" y="239241"/>
                </a:lnTo>
                <a:lnTo>
                  <a:pt x="1533912" y="238869"/>
                </a:lnTo>
                <a:lnTo>
                  <a:pt x="1533589" y="238496"/>
                </a:lnTo>
                <a:lnTo>
                  <a:pt x="1533274" y="238124"/>
                </a:lnTo>
                <a:lnTo>
                  <a:pt x="1532966" y="237751"/>
                </a:lnTo>
                <a:lnTo>
                  <a:pt x="1532664" y="237377"/>
                </a:lnTo>
                <a:lnTo>
                  <a:pt x="1532370" y="237003"/>
                </a:lnTo>
                <a:lnTo>
                  <a:pt x="1532083" y="236629"/>
                </a:lnTo>
                <a:lnTo>
                  <a:pt x="1531803" y="236255"/>
                </a:lnTo>
                <a:lnTo>
                  <a:pt x="1531530" y="235880"/>
                </a:lnTo>
                <a:lnTo>
                  <a:pt x="1531264" y="235505"/>
                </a:lnTo>
                <a:lnTo>
                  <a:pt x="1531004" y="235129"/>
                </a:lnTo>
                <a:lnTo>
                  <a:pt x="1530752" y="234754"/>
                </a:lnTo>
                <a:lnTo>
                  <a:pt x="1530507" y="234377"/>
                </a:lnTo>
                <a:lnTo>
                  <a:pt x="1530269" y="234001"/>
                </a:lnTo>
                <a:lnTo>
                  <a:pt x="1530038" y="233624"/>
                </a:lnTo>
                <a:lnTo>
                  <a:pt x="1529814" y="233247"/>
                </a:lnTo>
                <a:lnTo>
                  <a:pt x="1529597" y="232869"/>
                </a:lnTo>
                <a:lnTo>
                  <a:pt x="1529387" y="232491"/>
                </a:lnTo>
                <a:lnTo>
                  <a:pt x="1529184" y="232113"/>
                </a:lnTo>
                <a:lnTo>
                  <a:pt x="1528988" y="231734"/>
                </a:lnTo>
                <a:lnTo>
                  <a:pt x="1528799" y="231355"/>
                </a:lnTo>
                <a:lnTo>
                  <a:pt x="1495835" y="239343"/>
                </a:lnTo>
                <a:lnTo>
                  <a:pt x="1496123" y="240242"/>
                </a:lnTo>
                <a:lnTo>
                  <a:pt x="1496428" y="241133"/>
                </a:lnTo>
                <a:lnTo>
                  <a:pt x="1496752" y="242018"/>
                </a:lnTo>
                <a:lnTo>
                  <a:pt x="1497094" y="242896"/>
                </a:lnTo>
                <a:lnTo>
                  <a:pt x="1497454" y="243768"/>
                </a:lnTo>
                <a:lnTo>
                  <a:pt x="1497833" y="244633"/>
                </a:lnTo>
                <a:lnTo>
                  <a:pt x="1498229" y="245491"/>
                </a:lnTo>
                <a:lnTo>
                  <a:pt x="1498644" y="246343"/>
                </a:lnTo>
                <a:lnTo>
                  <a:pt x="1499078" y="247188"/>
                </a:lnTo>
                <a:lnTo>
                  <a:pt x="1499529" y="248026"/>
                </a:lnTo>
                <a:lnTo>
                  <a:pt x="1499999" y="248858"/>
                </a:lnTo>
                <a:lnTo>
                  <a:pt x="1500487" y="249682"/>
                </a:lnTo>
                <a:lnTo>
                  <a:pt x="1500993" y="250501"/>
                </a:lnTo>
                <a:lnTo>
                  <a:pt x="1501518" y="251312"/>
                </a:lnTo>
                <a:lnTo>
                  <a:pt x="1502060" y="252117"/>
                </a:lnTo>
                <a:lnTo>
                  <a:pt x="1502622" y="252915"/>
                </a:lnTo>
                <a:lnTo>
                  <a:pt x="1503201" y="253707"/>
                </a:lnTo>
                <a:lnTo>
                  <a:pt x="1503798" y="254492"/>
                </a:lnTo>
                <a:lnTo>
                  <a:pt x="1504414" y="255270"/>
                </a:lnTo>
                <a:lnTo>
                  <a:pt x="1505048" y="256042"/>
                </a:lnTo>
                <a:lnTo>
                  <a:pt x="1505701" y="256806"/>
                </a:lnTo>
                <a:lnTo>
                  <a:pt x="1506371" y="257565"/>
                </a:lnTo>
                <a:lnTo>
                  <a:pt x="1507060" y="258316"/>
                </a:lnTo>
                <a:lnTo>
                  <a:pt x="1507767" y="259061"/>
                </a:lnTo>
                <a:lnTo>
                  <a:pt x="1508493" y="259796"/>
                </a:lnTo>
                <a:lnTo>
                  <a:pt x="1509238" y="260519"/>
                </a:lnTo>
                <a:lnTo>
                  <a:pt x="1510003" y="261229"/>
                </a:lnTo>
                <a:lnTo>
                  <a:pt x="1510787" y="261926"/>
                </a:lnTo>
                <a:lnTo>
                  <a:pt x="1511590" y="262611"/>
                </a:lnTo>
                <a:lnTo>
                  <a:pt x="1512412" y="263283"/>
                </a:lnTo>
                <a:lnTo>
                  <a:pt x="1513254" y="263942"/>
                </a:lnTo>
                <a:lnTo>
                  <a:pt x="1514115" y="264589"/>
                </a:lnTo>
                <a:lnTo>
                  <a:pt x="1514996" y="265223"/>
                </a:lnTo>
                <a:lnTo>
                  <a:pt x="1515895" y="265844"/>
                </a:lnTo>
                <a:lnTo>
                  <a:pt x="1516814" y="266453"/>
                </a:lnTo>
                <a:lnTo>
                  <a:pt x="1517753" y="267049"/>
                </a:lnTo>
                <a:lnTo>
                  <a:pt x="1518710" y="267633"/>
                </a:lnTo>
                <a:lnTo>
                  <a:pt x="1519687" y="268204"/>
                </a:lnTo>
                <a:lnTo>
                  <a:pt x="1520683" y="268762"/>
                </a:lnTo>
                <a:lnTo>
                  <a:pt x="1521699" y="269308"/>
                </a:lnTo>
                <a:lnTo>
                  <a:pt x="1522734" y="269840"/>
                </a:lnTo>
                <a:lnTo>
                  <a:pt x="1523788" y="270361"/>
                </a:lnTo>
                <a:lnTo>
                  <a:pt x="1524861" y="270869"/>
                </a:lnTo>
                <a:lnTo>
                  <a:pt x="1525954" y="271364"/>
                </a:lnTo>
                <a:lnTo>
                  <a:pt x="1527066" y="271846"/>
                </a:lnTo>
                <a:lnTo>
                  <a:pt x="1528198" y="272316"/>
                </a:lnTo>
                <a:lnTo>
                  <a:pt x="1529348" y="272773"/>
                </a:lnTo>
                <a:lnTo>
                  <a:pt x="1530518" y="273217"/>
                </a:lnTo>
                <a:lnTo>
                  <a:pt x="1531708" y="273655"/>
                </a:lnTo>
                <a:lnTo>
                  <a:pt x="1532916" y="274073"/>
                </a:lnTo>
                <a:lnTo>
                  <a:pt x="1534144" y="274473"/>
                </a:lnTo>
                <a:lnTo>
                  <a:pt x="1535392" y="274855"/>
                </a:lnTo>
                <a:lnTo>
                  <a:pt x="1536658" y="275218"/>
                </a:lnTo>
                <a:lnTo>
                  <a:pt x="1537944" y="275562"/>
                </a:lnTo>
                <a:lnTo>
                  <a:pt x="1539249" y="275888"/>
                </a:lnTo>
                <a:lnTo>
                  <a:pt x="1540574" y="276195"/>
                </a:lnTo>
                <a:lnTo>
                  <a:pt x="1541918" y="276483"/>
                </a:lnTo>
                <a:lnTo>
                  <a:pt x="1543281" y="276753"/>
                </a:lnTo>
                <a:lnTo>
                  <a:pt x="1544663" y="277004"/>
                </a:lnTo>
                <a:lnTo>
                  <a:pt x="1546065" y="277237"/>
                </a:lnTo>
                <a:lnTo>
                  <a:pt x="1547486" y="277451"/>
                </a:lnTo>
                <a:lnTo>
                  <a:pt x="1548927" y="277646"/>
                </a:lnTo>
                <a:lnTo>
                  <a:pt x="1550386" y="277823"/>
                </a:lnTo>
                <a:lnTo>
                  <a:pt x="1551865" y="277981"/>
                </a:lnTo>
                <a:lnTo>
                  <a:pt x="1553364" y="278121"/>
                </a:lnTo>
                <a:lnTo>
                  <a:pt x="1554881" y="278242"/>
                </a:lnTo>
                <a:lnTo>
                  <a:pt x="1556418" y="278344"/>
                </a:lnTo>
                <a:lnTo>
                  <a:pt x="1557974" y="278428"/>
                </a:lnTo>
                <a:lnTo>
                  <a:pt x="1559550" y="278493"/>
                </a:lnTo>
                <a:lnTo>
                  <a:pt x="1561145" y="278539"/>
                </a:lnTo>
                <a:lnTo>
                  <a:pt x="1562759" y="278567"/>
                </a:lnTo>
                <a:lnTo>
                  <a:pt x="1564393" y="278577"/>
                </a:lnTo>
                <a:lnTo>
                  <a:pt x="1566129" y="278565"/>
                </a:lnTo>
                <a:lnTo>
                  <a:pt x="1567850" y="278532"/>
                </a:lnTo>
                <a:lnTo>
                  <a:pt x="1569556" y="278475"/>
                </a:lnTo>
                <a:lnTo>
                  <a:pt x="1571246" y="278397"/>
                </a:lnTo>
                <a:lnTo>
                  <a:pt x="1572921" y="278296"/>
                </a:lnTo>
                <a:close/>
                <a:moveTo>
                  <a:pt x="1559845" y="185901"/>
                </a:moveTo>
                <a:lnTo>
                  <a:pt x="1558913" y="185789"/>
                </a:lnTo>
                <a:lnTo>
                  <a:pt x="1557995" y="185657"/>
                </a:lnTo>
                <a:lnTo>
                  <a:pt x="1557090" y="185504"/>
                </a:lnTo>
                <a:lnTo>
                  <a:pt x="1556197" y="185331"/>
                </a:lnTo>
                <a:lnTo>
                  <a:pt x="1555318" y="185138"/>
                </a:lnTo>
                <a:lnTo>
                  <a:pt x="1554452" y="184924"/>
                </a:lnTo>
                <a:lnTo>
                  <a:pt x="1553598" y="184690"/>
                </a:lnTo>
                <a:lnTo>
                  <a:pt x="1552758" y="184435"/>
                </a:lnTo>
                <a:lnTo>
                  <a:pt x="1551931" y="184160"/>
                </a:lnTo>
                <a:lnTo>
                  <a:pt x="1551116" y="183865"/>
                </a:lnTo>
                <a:lnTo>
                  <a:pt x="1550315" y="183549"/>
                </a:lnTo>
                <a:lnTo>
                  <a:pt x="1549526" y="183213"/>
                </a:lnTo>
                <a:lnTo>
                  <a:pt x="1548751" y="182857"/>
                </a:lnTo>
                <a:lnTo>
                  <a:pt x="1547989" y="182480"/>
                </a:lnTo>
                <a:lnTo>
                  <a:pt x="1547239" y="182083"/>
                </a:lnTo>
                <a:lnTo>
                  <a:pt x="1546503" y="181666"/>
                </a:lnTo>
                <a:lnTo>
                  <a:pt x="1545779" y="181228"/>
                </a:lnTo>
                <a:lnTo>
                  <a:pt x="1545069" y="180770"/>
                </a:lnTo>
                <a:lnTo>
                  <a:pt x="1544371" y="180291"/>
                </a:lnTo>
                <a:lnTo>
                  <a:pt x="1543696" y="179786"/>
                </a:lnTo>
                <a:lnTo>
                  <a:pt x="1543034" y="179264"/>
                </a:lnTo>
                <a:lnTo>
                  <a:pt x="1542385" y="178727"/>
                </a:lnTo>
                <a:lnTo>
                  <a:pt x="1541751" y="178173"/>
                </a:lnTo>
                <a:lnTo>
                  <a:pt x="1541130" y="177603"/>
                </a:lnTo>
                <a:lnTo>
                  <a:pt x="1540523" y="177017"/>
                </a:lnTo>
                <a:lnTo>
                  <a:pt x="1539929" y="176415"/>
                </a:lnTo>
                <a:lnTo>
                  <a:pt x="1539349" y="175797"/>
                </a:lnTo>
                <a:lnTo>
                  <a:pt x="1538783" y="175163"/>
                </a:lnTo>
                <a:lnTo>
                  <a:pt x="1538231" y="174512"/>
                </a:lnTo>
                <a:lnTo>
                  <a:pt x="1537692" y="173845"/>
                </a:lnTo>
                <a:lnTo>
                  <a:pt x="1537167" y="173162"/>
                </a:lnTo>
                <a:lnTo>
                  <a:pt x="1536656" y="172463"/>
                </a:lnTo>
                <a:lnTo>
                  <a:pt x="1536158" y="171748"/>
                </a:lnTo>
                <a:lnTo>
                  <a:pt x="1535674" y="171017"/>
                </a:lnTo>
                <a:lnTo>
                  <a:pt x="1535204" y="170269"/>
                </a:lnTo>
                <a:lnTo>
                  <a:pt x="1534747" y="169506"/>
                </a:lnTo>
                <a:lnTo>
                  <a:pt x="1534304" y="168726"/>
                </a:lnTo>
                <a:lnTo>
                  <a:pt x="1533875" y="167930"/>
                </a:lnTo>
                <a:lnTo>
                  <a:pt x="1533459" y="167118"/>
                </a:lnTo>
                <a:lnTo>
                  <a:pt x="1533057" y="166290"/>
                </a:lnTo>
                <a:lnTo>
                  <a:pt x="1532669" y="165445"/>
                </a:lnTo>
                <a:lnTo>
                  <a:pt x="1532295" y="164585"/>
                </a:lnTo>
                <a:lnTo>
                  <a:pt x="1531934" y="163708"/>
                </a:lnTo>
                <a:lnTo>
                  <a:pt x="1531596" y="162809"/>
                </a:lnTo>
                <a:lnTo>
                  <a:pt x="1531272" y="161897"/>
                </a:lnTo>
                <a:lnTo>
                  <a:pt x="1530962" y="160973"/>
                </a:lnTo>
                <a:lnTo>
                  <a:pt x="1530667" y="160037"/>
                </a:lnTo>
                <a:lnTo>
                  <a:pt x="1530387" y="159088"/>
                </a:lnTo>
                <a:lnTo>
                  <a:pt x="1530120" y="158128"/>
                </a:lnTo>
                <a:lnTo>
                  <a:pt x="1529868" y="157155"/>
                </a:lnTo>
                <a:lnTo>
                  <a:pt x="1529631" y="156169"/>
                </a:lnTo>
                <a:lnTo>
                  <a:pt x="1529408" y="155172"/>
                </a:lnTo>
                <a:lnTo>
                  <a:pt x="1529199" y="154162"/>
                </a:lnTo>
                <a:lnTo>
                  <a:pt x="1529005" y="153139"/>
                </a:lnTo>
                <a:lnTo>
                  <a:pt x="1528825" y="152105"/>
                </a:lnTo>
                <a:lnTo>
                  <a:pt x="1528659" y="151058"/>
                </a:lnTo>
                <a:lnTo>
                  <a:pt x="1528508" y="149999"/>
                </a:lnTo>
                <a:lnTo>
                  <a:pt x="1528371" y="148928"/>
                </a:lnTo>
                <a:lnTo>
                  <a:pt x="1528249" y="147844"/>
                </a:lnTo>
                <a:lnTo>
                  <a:pt x="1528141" y="146748"/>
                </a:lnTo>
                <a:lnTo>
                  <a:pt x="1528048" y="145640"/>
                </a:lnTo>
                <a:lnTo>
                  <a:pt x="1527968" y="144519"/>
                </a:lnTo>
                <a:lnTo>
                  <a:pt x="1527904" y="143386"/>
                </a:lnTo>
                <a:lnTo>
                  <a:pt x="1527853" y="142241"/>
                </a:lnTo>
                <a:lnTo>
                  <a:pt x="1527817" y="141084"/>
                </a:lnTo>
                <a:lnTo>
                  <a:pt x="1527796" y="139914"/>
                </a:lnTo>
                <a:lnTo>
                  <a:pt x="1527788" y="138732"/>
                </a:lnTo>
                <a:lnTo>
                  <a:pt x="1527796" y="137566"/>
                </a:lnTo>
                <a:lnTo>
                  <a:pt x="1527817" y="136411"/>
                </a:lnTo>
                <a:lnTo>
                  <a:pt x="1527853" y="135266"/>
                </a:lnTo>
                <a:lnTo>
                  <a:pt x="1527904" y="134131"/>
                </a:lnTo>
                <a:lnTo>
                  <a:pt x="1527968" y="133007"/>
                </a:lnTo>
                <a:lnTo>
                  <a:pt x="1528048" y="131894"/>
                </a:lnTo>
                <a:lnTo>
                  <a:pt x="1528141" y="130791"/>
                </a:lnTo>
                <a:lnTo>
                  <a:pt x="1528249" y="129699"/>
                </a:lnTo>
                <a:lnTo>
                  <a:pt x="1528371" y="128617"/>
                </a:lnTo>
                <a:lnTo>
                  <a:pt x="1528508" y="127546"/>
                </a:lnTo>
                <a:lnTo>
                  <a:pt x="1528659" y="126485"/>
                </a:lnTo>
                <a:lnTo>
                  <a:pt x="1528825" y="125435"/>
                </a:lnTo>
                <a:lnTo>
                  <a:pt x="1529005" y="124396"/>
                </a:lnTo>
                <a:lnTo>
                  <a:pt x="1529199" y="123367"/>
                </a:lnTo>
                <a:lnTo>
                  <a:pt x="1529408" y="122348"/>
                </a:lnTo>
                <a:lnTo>
                  <a:pt x="1529631" y="121340"/>
                </a:lnTo>
                <a:lnTo>
                  <a:pt x="1529868" y="120343"/>
                </a:lnTo>
                <a:lnTo>
                  <a:pt x="1530120" y="119356"/>
                </a:lnTo>
                <a:lnTo>
                  <a:pt x="1530387" y="118379"/>
                </a:lnTo>
                <a:lnTo>
                  <a:pt x="1530667" y="117413"/>
                </a:lnTo>
                <a:lnTo>
                  <a:pt x="1530962" y="116458"/>
                </a:lnTo>
                <a:lnTo>
                  <a:pt x="1531272" y="115513"/>
                </a:lnTo>
                <a:lnTo>
                  <a:pt x="1531596" y="114579"/>
                </a:lnTo>
                <a:lnTo>
                  <a:pt x="1531934" y="113655"/>
                </a:lnTo>
                <a:lnTo>
                  <a:pt x="1532287" y="112737"/>
                </a:lnTo>
                <a:lnTo>
                  <a:pt x="1532653" y="111834"/>
                </a:lnTo>
                <a:lnTo>
                  <a:pt x="1533034" y="110949"/>
                </a:lnTo>
                <a:lnTo>
                  <a:pt x="1533428" y="110080"/>
                </a:lnTo>
                <a:lnTo>
                  <a:pt x="1533837" y="109227"/>
                </a:lnTo>
                <a:lnTo>
                  <a:pt x="1534260" y="108391"/>
                </a:lnTo>
                <a:lnTo>
                  <a:pt x="1534697" y="107571"/>
                </a:lnTo>
                <a:lnTo>
                  <a:pt x="1535147" y="106768"/>
                </a:lnTo>
                <a:lnTo>
                  <a:pt x="1535612" y="105981"/>
                </a:lnTo>
                <a:lnTo>
                  <a:pt x="1536091" y="105211"/>
                </a:lnTo>
                <a:lnTo>
                  <a:pt x="1536584" y="104458"/>
                </a:lnTo>
                <a:lnTo>
                  <a:pt x="1537091" y="103720"/>
                </a:lnTo>
                <a:lnTo>
                  <a:pt x="1537612" y="103000"/>
                </a:lnTo>
                <a:lnTo>
                  <a:pt x="1538147" y="102296"/>
                </a:lnTo>
                <a:lnTo>
                  <a:pt x="1538696" y="101608"/>
                </a:lnTo>
                <a:lnTo>
                  <a:pt x="1539259" y="100937"/>
                </a:lnTo>
                <a:lnTo>
                  <a:pt x="1539837" y="100282"/>
                </a:lnTo>
                <a:lnTo>
                  <a:pt x="1540428" y="99644"/>
                </a:lnTo>
                <a:lnTo>
                  <a:pt x="1541033" y="99023"/>
                </a:lnTo>
                <a:lnTo>
                  <a:pt x="1541653" y="98417"/>
                </a:lnTo>
                <a:lnTo>
                  <a:pt x="1542286" y="97829"/>
                </a:lnTo>
                <a:lnTo>
                  <a:pt x="1542933" y="97257"/>
                </a:lnTo>
                <a:lnTo>
                  <a:pt x="1543595" y="96701"/>
                </a:lnTo>
                <a:lnTo>
                  <a:pt x="1544270" y="96162"/>
                </a:lnTo>
                <a:lnTo>
                  <a:pt x="1544960" y="95642"/>
                </a:lnTo>
                <a:lnTo>
                  <a:pt x="1545663" y="95145"/>
                </a:lnTo>
                <a:lnTo>
                  <a:pt x="1546381" y="94669"/>
                </a:lnTo>
                <a:lnTo>
                  <a:pt x="1547113" y="94215"/>
                </a:lnTo>
                <a:lnTo>
                  <a:pt x="1547859" y="93784"/>
                </a:lnTo>
                <a:lnTo>
                  <a:pt x="1548618" y="93375"/>
                </a:lnTo>
                <a:lnTo>
                  <a:pt x="1549392" y="92988"/>
                </a:lnTo>
                <a:lnTo>
                  <a:pt x="1550180" y="92623"/>
                </a:lnTo>
                <a:lnTo>
                  <a:pt x="1550982" y="92280"/>
                </a:lnTo>
                <a:lnTo>
                  <a:pt x="1551798" y="91959"/>
                </a:lnTo>
                <a:lnTo>
                  <a:pt x="1552628" y="91661"/>
                </a:lnTo>
                <a:lnTo>
                  <a:pt x="1553472" y="91384"/>
                </a:lnTo>
                <a:lnTo>
                  <a:pt x="1554330" y="91130"/>
                </a:lnTo>
                <a:lnTo>
                  <a:pt x="1555202" y="90898"/>
                </a:lnTo>
                <a:lnTo>
                  <a:pt x="1556088" y="90687"/>
                </a:lnTo>
                <a:lnTo>
                  <a:pt x="1556989" y="90499"/>
                </a:lnTo>
                <a:lnTo>
                  <a:pt x="1557903" y="90334"/>
                </a:lnTo>
                <a:lnTo>
                  <a:pt x="1558831" y="90190"/>
                </a:lnTo>
                <a:lnTo>
                  <a:pt x="1559773" y="90068"/>
                </a:lnTo>
                <a:lnTo>
                  <a:pt x="1560730" y="89969"/>
                </a:lnTo>
                <a:lnTo>
                  <a:pt x="1561700" y="89891"/>
                </a:lnTo>
                <a:lnTo>
                  <a:pt x="1562685" y="89836"/>
                </a:lnTo>
                <a:lnTo>
                  <a:pt x="1563683" y="89803"/>
                </a:lnTo>
                <a:lnTo>
                  <a:pt x="1564696" y="89792"/>
                </a:lnTo>
                <a:lnTo>
                  <a:pt x="1565675" y="89802"/>
                </a:lnTo>
                <a:lnTo>
                  <a:pt x="1566642" y="89834"/>
                </a:lnTo>
                <a:lnTo>
                  <a:pt x="1567595" y="89888"/>
                </a:lnTo>
                <a:lnTo>
                  <a:pt x="1568536" y="89963"/>
                </a:lnTo>
                <a:lnTo>
                  <a:pt x="1569463" y="90059"/>
                </a:lnTo>
                <a:lnTo>
                  <a:pt x="1570377" y="90177"/>
                </a:lnTo>
                <a:lnTo>
                  <a:pt x="1571279" y="90316"/>
                </a:lnTo>
                <a:lnTo>
                  <a:pt x="1572167" y="90477"/>
                </a:lnTo>
                <a:lnTo>
                  <a:pt x="1573043" y="90659"/>
                </a:lnTo>
                <a:lnTo>
                  <a:pt x="1573905" y="90863"/>
                </a:lnTo>
                <a:lnTo>
                  <a:pt x="1574755" y="91087"/>
                </a:lnTo>
                <a:lnTo>
                  <a:pt x="1575591" y="91334"/>
                </a:lnTo>
                <a:lnTo>
                  <a:pt x="1576415" y="91601"/>
                </a:lnTo>
                <a:lnTo>
                  <a:pt x="1577225" y="91891"/>
                </a:lnTo>
                <a:lnTo>
                  <a:pt x="1578023" y="92201"/>
                </a:lnTo>
                <a:lnTo>
                  <a:pt x="1578807" y="92533"/>
                </a:lnTo>
                <a:lnTo>
                  <a:pt x="1579579" y="92886"/>
                </a:lnTo>
                <a:lnTo>
                  <a:pt x="1580337" y="93261"/>
                </a:lnTo>
                <a:lnTo>
                  <a:pt x="1581083" y="93657"/>
                </a:lnTo>
                <a:lnTo>
                  <a:pt x="1581816" y="94075"/>
                </a:lnTo>
                <a:lnTo>
                  <a:pt x="1582535" y="94514"/>
                </a:lnTo>
                <a:lnTo>
                  <a:pt x="1583242" y="94975"/>
                </a:lnTo>
                <a:lnTo>
                  <a:pt x="1583935" y="95456"/>
                </a:lnTo>
                <a:lnTo>
                  <a:pt x="1584616" y="95960"/>
                </a:lnTo>
                <a:lnTo>
                  <a:pt x="1585291" y="96474"/>
                </a:lnTo>
                <a:lnTo>
                  <a:pt x="1585953" y="97005"/>
                </a:lnTo>
                <a:lnTo>
                  <a:pt x="1586600" y="97554"/>
                </a:lnTo>
                <a:lnTo>
                  <a:pt x="1587234" y="98120"/>
                </a:lnTo>
                <a:lnTo>
                  <a:pt x="1587853" y="98703"/>
                </a:lnTo>
                <a:lnTo>
                  <a:pt x="1588458" y="99303"/>
                </a:lnTo>
                <a:lnTo>
                  <a:pt x="1589050" y="99920"/>
                </a:lnTo>
                <a:lnTo>
                  <a:pt x="1589627" y="100555"/>
                </a:lnTo>
                <a:lnTo>
                  <a:pt x="1590190" y="101207"/>
                </a:lnTo>
                <a:lnTo>
                  <a:pt x="1590739" y="101876"/>
                </a:lnTo>
                <a:lnTo>
                  <a:pt x="1591274" y="102562"/>
                </a:lnTo>
                <a:lnTo>
                  <a:pt x="1591795" y="103265"/>
                </a:lnTo>
                <a:lnTo>
                  <a:pt x="1592302" y="103986"/>
                </a:lnTo>
                <a:lnTo>
                  <a:pt x="1592795" y="104724"/>
                </a:lnTo>
                <a:lnTo>
                  <a:pt x="1593274" y="105479"/>
                </a:lnTo>
                <a:lnTo>
                  <a:pt x="1593739" y="106251"/>
                </a:lnTo>
                <a:lnTo>
                  <a:pt x="1594190" y="107041"/>
                </a:lnTo>
                <a:lnTo>
                  <a:pt x="1594627" y="107847"/>
                </a:lnTo>
                <a:lnTo>
                  <a:pt x="1595049" y="108671"/>
                </a:lnTo>
                <a:lnTo>
                  <a:pt x="1595458" y="109512"/>
                </a:lnTo>
                <a:lnTo>
                  <a:pt x="1595853" y="110370"/>
                </a:lnTo>
                <a:lnTo>
                  <a:pt x="1596233" y="111246"/>
                </a:lnTo>
                <a:lnTo>
                  <a:pt x="1596600" y="112139"/>
                </a:lnTo>
                <a:lnTo>
                  <a:pt x="1596952" y="113048"/>
                </a:lnTo>
                <a:lnTo>
                  <a:pt x="1597299" y="113973"/>
                </a:lnTo>
                <a:lnTo>
                  <a:pt x="1597630" y="114911"/>
                </a:lnTo>
                <a:lnTo>
                  <a:pt x="1597948" y="115861"/>
                </a:lnTo>
                <a:lnTo>
                  <a:pt x="1598250" y="116824"/>
                </a:lnTo>
                <a:lnTo>
                  <a:pt x="1598537" y="117799"/>
                </a:lnTo>
                <a:lnTo>
                  <a:pt x="1598810" y="118787"/>
                </a:lnTo>
                <a:lnTo>
                  <a:pt x="1599068" y="119787"/>
                </a:lnTo>
                <a:lnTo>
                  <a:pt x="1599312" y="120801"/>
                </a:lnTo>
                <a:lnTo>
                  <a:pt x="1599540" y="121827"/>
                </a:lnTo>
                <a:lnTo>
                  <a:pt x="1599754" y="122865"/>
                </a:lnTo>
                <a:lnTo>
                  <a:pt x="1599953" y="123916"/>
                </a:lnTo>
                <a:lnTo>
                  <a:pt x="1600137" y="124980"/>
                </a:lnTo>
                <a:lnTo>
                  <a:pt x="1600307" y="126057"/>
                </a:lnTo>
                <a:lnTo>
                  <a:pt x="1600462" y="127146"/>
                </a:lnTo>
                <a:lnTo>
                  <a:pt x="1600602" y="128248"/>
                </a:lnTo>
                <a:lnTo>
                  <a:pt x="1600727" y="129362"/>
                </a:lnTo>
                <a:lnTo>
                  <a:pt x="1600838" y="130489"/>
                </a:lnTo>
                <a:lnTo>
                  <a:pt x="1600934" y="131629"/>
                </a:lnTo>
                <a:lnTo>
                  <a:pt x="1601015" y="132781"/>
                </a:lnTo>
                <a:lnTo>
                  <a:pt x="1601081" y="133946"/>
                </a:lnTo>
                <a:lnTo>
                  <a:pt x="1601133" y="135124"/>
                </a:lnTo>
                <a:lnTo>
                  <a:pt x="1601170" y="136314"/>
                </a:lnTo>
                <a:lnTo>
                  <a:pt x="1601192" y="137517"/>
                </a:lnTo>
                <a:lnTo>
                  <a:pt x="1601199" y="138732"/>
                </a:lnTo>
                <a:lnTo>
                  <a:pt x="1601192" y="139963"/>
                </a:lnTo>
                <a:lnTo>
                  <a:pt x="1601170" y="141180"/>
                </a:lnTo>
                <a:lnTo>
                  <a:pt x="1601133" y="142382"/>
                </a:lnTo>
                <a:lnTo>
                  <a:pt x="1601081" y="143569"/>
                </a:lnTo>
                <a:lnTo>
                  <a:pt x="1601015" y="144741"/>
                </a:lnTo>
                <a:lnTo>
                  <a:pt x="1600934" y="145899"/>
                </a:lnTo>
                <a:lnTo>
                  <a:pt x="1600838" y="147042"/>
                </a:lnTo>
                <a:lnTo>
                  <a:pt x="1600727" y="148170"/>
                </a:lnTo>
                <a:lnTo>
                  <a:pt x="1600602" y="149283"/>
                </a:lnTo>
                <a:lnTo>
                  <a:pt x="1600462" y="150382"/>
                </a:lnTo>
                <a:lnTo>
                  <a:pt x="1600307" y="151465"/>
                </a:lnTo>
                <a:lnTo>
                  <a:pt x="1600137" y="152535"/>
                </a:lnTo>
                <a:lnTo>
                  <a:pt x="1599953" y="153589"/>
                </a:lnTo>
                <a:lnTo>
                  <a:pt x="1599754" y="154629"/>
                </a:lnTo>
                <a:lnTo>
                  <a:pt x="1599540" y="155653"/>
                </a:lnTo>
                <a:lnTo>
                  <a:pt x="1599312" y="156664"/>
                </a:lnTo>
                <a:lnTo>
                  <a:pt x="1599068" y="157659"/>
                </a:lnTo>
                <a:lnTo>
                  <a:pt x="1598810" y="158639"/>
                </a:lnTo>
                <a:lnTo>
                  <a:pt x="1598537" y="159605"/>
                </a:lnTo>
                <a:lnTo>
                  <a:pt x="1598250" y="160556"/>
                </a:lnTo>
                <a:lnTo>
                  <a:pt x="1597948" y="161493"/>
                </a:lnTo>
                <a:lnTo>
                  <a:pt x="1597630" y="162415"/>
                </a:lnTo>
                <a:lnTo>
                  <a:pt x="1597299" y="163321"/>
                </a:lnTo>
                <a:lnTo>
                  <a:pt x="1596952" y="164214"/>
                </a:lnTo>
                <a:lnTo>
                  <a:pt x="1596591" y="165090"/>
                </a:lnTo>
                <a:lnTo>
                  <a:pt x="1596217" y="165949"/>
                </a:lnTo>
                <a:lnTo>
                  <a:pt x="1595829" y="166790"/>
                </a:lnTo>
                <a:lnTo>
                  <a:pt x="1595427" y="167615"/>
                </a:lnTo>
                <a:lnTo>
                  <a:pt x="1595011" y="168422"/>
                </a:lnTo>
                <a:lnTo>
                  <a:pt x="1594582" y="169213"/>
                </a:lnTo>
                <a:lnTo>
                  <a:pt x="1594139" y="169985"/>
                </a:lnTo>
                <a:lnTo>
                  <a:pt x="1593683" y="170741"/>
                </a:lnTo>
                <a:lnTo>
                  <a:pt x="1593212" y="171480"/>
                </a:lnTo>
                <a:lnTo>
                  <a:pt x="1592728" y="172201"/>
                </a:lnTo>
                <a:lnTo>
                  <a:pt x="1592231" y="172905"/>
                </a:lnTo>
                <a:lnTo>
                  <a:pt x="1591719" y="173592"/>
                </a:lnTo>
                <a:lnTo>
                  <a:pt x="1591194" y="174262"/>
                </a:lnTo>
                <a:lnTo>
                  <a:pt x="1590656" y="174914"/>
                </a:lnTo>
                <a:lnTo>
                  <a:pt x="1590103" y="175550"/>
                </a:lnTo>
                <a:lnTo>
                  <a:pt x="1589537" y="176168"/>
                </a:lnTo>
                <a:lnTo>
                  <a:pt x="1588957" y="176769"/>
                </a:lnTo>
                <a:lnTo>
                  <a:pt x="1588364" y="177352"/>
                </a:lnTo>
                <a:lnTo>
                  <a:pt x="1587756" y="177919"/>
                </a:lnTo>
                <a:lnTo>
                  <a:pt x="1587135" y="178468"/>
                </a:lnTo>
                <a:lnTo>
                  <a:pt x="1586501" y="179000"/>
                </a:lnTo>
                <a:lnTo>
                  <a:pt x="1585853" y="179515"/>
                </a:lnTo>
                <a:lnTo>
                  <a:pt x="1585191" y="180013"/>
                </a:lnTo>
                <a:lnTo>
                  <a:pt x="1584515" y="180493"/>
                </a:lnTo>
                <a:lnTo>
                  <a:pt x="1583826" y="180955"/>
                </a:lnTo>
                <a:lnTo>
                  <a:pt x="1583126" y="181398"/>
                </a:lnTo>
                <a:lnTo>
                  <a:pt x="1582414" y="181820"/>
                </a:lnTo>
                <a:lnTo>
                  <a:pt x="1581689" y="182224"/>
                </a:lnTo>
                <a:lnTo>
                  <a:pt x="1580953" y="182607"/>
                </a:lnTo>
                <a:lnTo>
                  <a:pt x="1580205" y="182971"/>
                </a:lnTo>
                <a:lnTo>
                  <a:pt x="1579445" y="183315"/>
                </a:lnTo>
                <a:lnTo>
                  <a:pt x="1578673" y="183639"/>
                </a:lnTo>
                <a:lnTo>
                  <a:pt x="1577889" y="183944"/>
                </a:lnTo>
                <a:lnTo>
                  <a:pt x="1577093" y="184229"/>
                </a:lnTo>
                <a:lnTo>
                  <a:pt x="1576285" y="184494"/>
                </a:lnTo>
                <a:lnTo>
                  <a:pt x="1575465" y="184740"/>
                </a:lnTo>
                <a:lnTo>
                  <a:pt x="1574633" y="184966"/>
                </a:lnTo>
                <a:lnTo>
                  <a:pt x="1573789" y="185173"/>
                </a:lnTo>
                <a:lnTo>
                  <a:pt x="1572934" y="185360"/>
                </a:lnTo>
                <a:lnTo>
                  <a:pt x="1572066" y="185527"/>
                </a:lnTo>
                <a:lnTo>
                  <a:pt x="1571187" y="185674"/>
                </a:lnTo>
                <a:lnTo>
                  <a:pt x="1570295" y="185802"/>
                </a:lnTo>
                <a:lnTo>
                  <a:pt x="1569392" y="185910"/>
                </a:lnTo>
                <a:lnTo>
                  <a:pt x="1568477" y="185999"/>
                </a:lnTo>
                <a:lnTo>
                  <a:pt x="1567549" y="186067"/>
                </a:lnTo>
                <a:lnTo>
                  <a:pt x="1566610" y="186117"/>
                </a:lnTo>
                <a:lnTo>
                  <a:pt x="1565659" y="186146"/>
                </a:lnTo>
                <a:lnTo>
                  <a:pt x="1564696" y="186156"/>
                </a:lnTo>
                <a:lnTo>
                  <a:pt x="1563700" y="186146"/>
                </a:lnTo>
                <a:lnTo>
                  <a:pt x="1562716" y="186115"/>
                </a:lnTo>
                <a:lnTo>
                  <a:pt x="1561746" y="186064"/>
                </a:lnTo>
                <a:lnTo>
                  <a:pt x="1560789" y="185993"/>
                </a:lnTo>
                <a:lnTo>
                  <a:pt x="1559845" y="185901"/>
                </a:lnTo>
                <a:close/>
                <a:moveTo>
                  <a:pt x="234959" y="219241"/>
                </a:moveTo>
                <a:lnTo>
                  <a:pt x="235440" y="219195"/>
                </a:lnTo>
                <a:lnTo>
                  <a:pt x="235918" y="219139"/>
                </a:lnTo>
                <a:lnTo>
                  <a:pt x="236392" y="219073"/>
                </a:lnTo>
                <a:lnTo>
                  <a:pt x="236863" y="218996"/>
                </a:lnTo>
                <a:lnTo>
                  <a:pt x="237330" y="218910"/>
                </a:lnTo>
                <a:lnTo>
                  <a:pt x="237794" y="218813"/>
                </a:lnTo>
                <a:lnTo>
                  <a:pt x="238255" y="218706"/>
                </a:lnTo>
                <a:lnTo>
                  <a:pt x="238711" y="218589"/>
                </a:lnTo>
                <a:lnTo>
                  <a:pt x="239165" y="218462"/>
                </a:lnTo>
                <a:lnTo>
                  <a:pt x="239614" y="218324"/>
                </a:lnTo>
                <a:lnTo>
                  <a:pt x="240061" y="218177"/>
                </a:lnTo>
                <a:lnTo>
                  <a:pt x="240503" y="218019"/>
                </a:lnTo>
                <a:lnTo>
                  <a:pt x="240943" y="217851"/>
                </a:lnTo>
                <a:lnTo>
                  <a:pt x="241378" y="217673"/>
                </a:lnTo>
                <a:lnTo>
                  <a:pt x="241810" y="217484"/>
                </a:lnTo>
                <a:lnTo>
                  <a:pt x="242239" y="217286"/>
                </a:lnTo>
                <a:lnTo>
                  <a:pt x="242664" y="217077"/>
                </a:lnTo>
                <a:lnTo>
                  <a:pt x="243086" y="216858"/>
                </a:lnTo>
                <a:lnTo>
                  <a:pt x="243504" y="216629"/>
                </a:lnTo>
                <a:lnTo>
                  <a:pt x="243919" y="216390"/>
                </a:lnTo>
                <a:lnTo>
                  <a:pt x="244337" y="216133"/>
                </a:lnTo>
                <a:lnTo>
                  <a:pt x="244747" y="215870"/>
                </a:lnTo>
                <a:lnTo>
                  <a:pt x="245151" y="215600"/>
                </a:lnTo>
                <a:lnTo>
                  <a:pt x="245548" y="215322"/>
                </a:lnTo>
                <a:lnTo>
                  <a:pt x="245938" y="215038"/>
                </a:lnTo>
                <a:lnTo>
                  <a:pt x="246320" y="214747"/>
                </a:lnTo>
                <a:lnTo>
                  <a:pt x="246696" y="214448"/>
                </a:lnTo>
                <a:lnTo>
                  <a:pt x="247065" y="214143"/>
                </a:lnTo>
                <a:lnTo>
                  <a:pt x="247426" y="213830"/>
                </a:lnTo>
                <a:lnTo>
                  <a:pt x="247781" y="213511"/>
                </a:lnTo>
                <a:lnTo>
                  <a:pt x="248128" y="213184"/>
                </a:lnTo>
                <a:lnTo>
                  <a:pt x="248469" y="212851"/>
                </a:lnTo>
                <a:lnTo>
                  <a:pt x="248803" y="212510"/>
                </a:lnTo>
                <a:lnTo>
                  <a:pt x="249129" y="212163"/>
                </a:lnTo>
                <a:lnTo>
                  <a:pt x="249449" y="211808"/>
                </a:lnTo>
                <a:lnTo>
                  <a:pt x="249761" y="211446"/>
                </a:lnTo>
                <a:lnTo>
                  <a:pt x="250067" y="211078"/>
                </a:lnTo>
                <a:lnTo>
                  <a:pt x="250365" y="210702"/>
                </a:lnTo>
                <a:lnTo>
                  <a:pt x="250656" y="210319"/>
                </a:lnTo>
                <a:lnTo>
                  <a:pt x="250941" y="209930"/>
                </a:lnTo>
                <a:lnTo>
                  <a:pt x="251218" y="209533"/>
                </a:lnTo>
                <a:lnTo>
                  <a:pt x="251489" y="209129"/>
                </a:lnTo>
                <a:lnTo>
                  <a:pt x="251752" y="208718"/>
                </a:lnTo>
                <a:lnTo>
                  <a:pt x="252008" y="208300"/>
                </a:lnTo>
                <a:lnTo>
                  <a:pt x="252264" y="207877"/>
                </a:lnTo>
                <a:lnTo>
                  <a:pt x="252510" y="207450"/>
                </a:lnTo>
                <a:lnTo>
                  <a:pt x="252744" y="207019"/>
                </a:lnTo>
                <a:lnTo>
                  <a:pt x="252969" y="206584"/>
                </a:lnTo>
                <a:lnTo>
                  <a:pt x="253183" y="206146"/>
                </a:lnTo>
                <a:lnTo>
                  <a:pt x="253386" y="205703"/>
                </a:lnTo>
                <a:lnTo>
                  <a:pt x="253579" y="205257"/>
                </a:lnTo>
                <a:lnTo>
                  <a:pt x="253761" y="204806"/>
                </a:lnTo>
                <a:lnTo>
                  <a:pt x="253933" y="204352"/>
                </a:lnTo>
                <a:lnTo>
                  <a:pt x="254094" y="203894"/>
                </a:lnTo>
                <a:lnTo>
                  <a:pt x="254244" y="203432"/>
                </a:lnTo>
                <a:lnTo>
                  <a:pt x="254384" y="202967"/>
                </a:lnTo>
                <a:lnTo>
                  <a:pt x="254514" y="202497"/>
                </a:lnTo>
                <a:lnTo>
                  <a:pt x="254633" y="202023"/>
                </a:lnTo>
                <a:lnTo>
                  <a:pt x="254741" y="201546"/>
                </a:lnTo>
                <a:lnTo>
                  <a:pt x="254839" y="201065"/>
                </a:lnTo>
                <a:lnTo>
                  <a:pt x="254927" y="200580"/>
                </a:lnTo>
                <a:lnTo>
                  <a:pt x="255004" y="200091"/>
                </a:lnTo>
                <a:lnTo>
                  <a:pt x="255070" y="199598"/>
                </a:lnTo>
                <a:lnTo>
                  <a:pt x="255126" y="199102"/>
                </a:lnTo>
                <a:lnTo>
                  <a:pt x="255171" y="198601"/>
                </a:lnTo>
                <a:lnTo>
                  <a:pt x="255206" y="198097"/>
                </a:lnTo>
                <a:lnTo>
                  <a:pt x="255230" y="197589"/>
                </a:lnTo>
                <a:lnTo>
                  <a:pt x="255244" y="197076"/>
                </a:lnTo>
                <a:lnTo>
                  <a:pt x="255224" y="196323"/>
                </a:lnTo>
                <a:lnTo>
                  <a:pt x="255181" y="195578"/>
                </a:lnTo>
                <a:lnTo>
                  <a:pt x="255116" y="194842"/>
                </a:lnTo>
                <a:lnTo>
                  <a:pt x="255028" y="194116"/>
                </a:lnTo>
                <a:lnTo>
                  <a:pt x="254916" y="193399"/>
                </a:lnTo>
                <a:lnTo>
                  <a:pt x="254783" y="192691"/>
                </a:lnTo>
                <a:lnTo>
                  <a:pt x="254626" y="191992"/>
                </a:lnTo>
                <a:lnTo>
                  <a:pt x="254446" y="191302"/>
                </a:lnTo>
                <a:lnTo>
                  <a:pt x="254244" y="190621"/>
                </a:lnTo>
                <a:lnTo>
                  <a:pt x="254019" y="189949"/>
                </a:lnTo>
                <a:lnTo>
                  <a:pt x="253770" y="189287"/>
                </a:lnTo>
                <a:lnTo>
                  <a:pt x="253500" y="188633"/>
                </a:lnTo>
                <a:lnTo>
                  <a:pt x="253206" y="187989"/>
                </a:lnTo>
                <a:lnTo>
                  <a:pt x="252889" y="187354"/>
                </a:lnTo>
                <a:lnTo>
                  <a:pt x="252550" y="186728"/>
                </a:lnTo>
                <a:lnTo>
                  <a:pt x="252188" y="186111"/>
                </a:lnTo>
                <a:lnTo>
                  <a:pt x="251803" y="185503"/>
                </a:lnTo>
                <a:lnTo>
                  <a:pt x="251395" y="184905"/>
                </a:lnTo>
                <a:lnTo>
                  <a:pt x="250965" y="184315"/>
                </a:lnTo>
                <a:lnTo>
                  <a:pt x="250511" y="183735"/>
                </a:lnTo>
                <a:lnTo>
                  <a:pt x="250035" y="183163"/>
                </a:lnTo>
                <a:lnTo>
                  <a:pt x="249536" y="182601"/>
                </a:lnTo>
                <a:lnTo>
                  <a:pt x="249014" y="182048"/>
                </a:lnTo>
                <a:lnTo>
                  <a:pt x="248469" y="181505"/>
                </a:lnTo>
                <a:lnTo>
                  <a:pt x="247917" y="180976"/>
                </a:lnTo>
                <a:lnTo>
                  <a:pt x="247357" y="180471"/>
                </a:lnTo>
                <a:lnTo>
                  <a:pt x="246790" y="179988"/>
                </a:lnTo>
                <a:lnTo>
                  <a:pt x="246214" y="179527"/>
                </a:lnTo>
                <a:lnTo>
                  <a:pt x="245630" y="179089"/>
                </a:lnTo>
                <a:lnTo>
                  <a:pt x="245037" y="178673"/>
                </a:lnTo>
                <a:lnTo>
                  <a:pt x="244437" y="178280"/>
                </a:lnTo>
                <a:lnTo>
                  <a:pt x="243829" y="177909"/>
                </a:lnTo>
                <a:lnTo>
                  <a:pt x="243213" y="177561"/>
                </a:lnTo>
                <a:lnTo>
                  <a:pt x="242588" y="177235"/>
                </a:lnTo>
                <a:lnTo>
                  <a:pt x="241956" y="176932"/>
                </a:lnTo>
                <a:lnTo>
                  <a:pt x="241315" y="176651"/>
                </a:lnTo>
                <a:lnTo>
                  <a:pt x="240666" y="176392"/>
                </a:lnTo>
                <a:lnTo>
                  <a:pt x="240010" y="176157"/>
                </a:lnTo>
                <a:lnTo>
                  <a:pt x="239345" y="175943"/>
                </a:lnTo>
                <a:lnTo>
                  <a:pt x="238672" y="175752"/>
                </a:lnTo>
                <a:lnTo>
                  <a:pt x="237991" y="175584"/>
                </a:lnTo>
                <a:lnTo>
                  <a:pt x="237302" y="175438"/>
                </a:lnTo>
                <a:lnTo>
                  <a:pt x="236605" y="175314"/>
                </a:lnTo>
                <a:lnTo>
                  <a:pt x="235900" y="175213"/>
                </a:lnTo>
                <a:lnTo>
                  <a:pt x="235186" y="175134"/>
                </a:lnTo>
                <a:lnTo>
                  <a:pt x="234465" y="175078"/>
                </a:lnTo>
                <a:lnTo>
                  <a:pt x="233736" y="175044"/>
                </a:lnTo>
                <a:lnTo>
                  <a:pt x="232998" y="175033"/>
                </a:lnTo>
                <a:lnTo>
                  <a:pt x="232236" y="175044"/>
                </a:lnTo>
                <a:lnTo>
                  <a:pt x="231483" y="175078"/>
                </a:lnTo>
                <a:lnTo>
                  <a:pt x="230739" y="175134"/>
                </a:lnTo>
                <a:lnTo>
                  <a:pt x="230004" y="175213"/>
                </a:lnTo>
                <a:lnTo>
                  <a:pt x="229278" y="175314"/>
                </a:lnTo>
                <a:lnTo>
                  <a:pt x="228562" y="175438"/>
                </a:lnTo>
                <a:lnTo>
                  <a:pt x="227854" y="175584"/>
                </a:lnTo>
                <a:lnTo>
                  <a:pt x="227156" y="175752"/>
                </a:lnTo>
                <a:lnTo>
                  <a:pt x="226467" y="175943"/>
                </a:lnTo>
                <a:lnTo>
                  <a:pt x="225787" y="176157"/>
                </a:lnTo>
                <a:lnTo>
                  <a:pt x="225116" y="176392"/>
                </a:lnTo>
                <a:lnTo>
                  <a:pt x="224454" y="176651"/>
                </a:lnTo>
                <a:lnTo>
                  <a:pt x="223801" y="176932"/>
                </a:lnTo>
                <a:lnTo>
                  <a:pt x="223158" y="177235"/>
                </a:lnTo>
                <a:lnTo>
                  <a:pt x="222523" y="177561"/>
                </a:lnTo>
                <a:lnTo>
                  <a:pt x="221898" y="177909"/>
                </a:lnTo>
                <a:lnTo>
                  <a:pt x="221282" y="178280"/>
                </a:lnTo>
                <a:lnTo>
                  <a:pt x="220675" y="178673"/>
                </a:lnTo>
                <a:lnTo>
                  <a:pt x="220077" y="179089"/>
                </a:lnTo>
                <a:lnTo>
                  <a:pt x="219488" y="179527"/>
                </a:lnTo>
                <a:lnTo>
                  <a:pt x="218908" y="179988"/>
                </a:lnTo>
                <a:lnTo>
                  <a:pt x="218338" y="180471"/>
                </a:lnTo>
                <a:lnTo>
                  <a:pt x="217776" y="180976"/>
                </a:lnTo>
                <a:lnTo>
                  <a:pt x="217224" y="181505"/>
                </a:lnTo>
                <a:lnTo>
                  <a:pt x="216688" y="182048"/>
                </a:lnTo>
                <a:lnTo>
                  <a:pt x="216175" y="182601"/>
                </a:lnTo>
                <a:lnTo>
                  <a:pt x="215685" y="183163"/>
                </a:lnTo>
                <a:lnTo>
                  <a:pt x="215218" y="183735"/>
                </a:lnTo>
                <a:lnTo>
                  <a:pt x="214775" y="184315"/>
                </a:lnTo>
                <a:lnTo>
                  <a:pt x="214355" y="184905"/>
                </a:lnTo>
                <a:lnTo>
                  <a:pt x="213958" y="185503"/>
                </a:lnTo>
                <a:lnTo>
                  <a:pt x="213584" y="186111"/>
                </a:lnTo>
                <a:lnTo>
                  <a:pt x="213233" y="186728"/>
                </a:lnTo>
                <a:lnTo>
                  <a:pt x="212905" y="187354"/>
                </a:lnTo>
                <a:lnTo>
                  <a:pt x="212601" y="187989"/>
                </a:lnTo>
                <a:lnTo>
                  <a:pt x="212320" y="188633"/>
                </a:lnTo>
                <a:lnTo>
                  <a:pt x="212062" y="189287"/>
                </a:lnTo>
                <a:lnTo>
                  <a:pt x="211827" y="189949"/>
                </a:lnTo>
                <a:lnTo>
                  <a:pt x="211615" y="190621"/>
                </a:lnTo>
                <a:lnTo>
                  <a:pt x="211427" y="191302"/>
                </a:lnTo>
                <a:lnTo>
                  <a:pt x="211261" y="191992"/>
                </a:lnTo>
                <a:lnTo>
                  <a:pt x="211119" y="192691"/>
                </a:lnTo>
                <a:lnTo>
                  <a:pt x="211000" y="193399"/>
                </a:lnTo>
                <a:lnTo>
                  <a:pt x="210904" y="194116"/>
                </a:lnTo>
                <a:lnTo>
                  <a:pt x="210832" y="194842"/>
                </a:lnTo>
                <a:lnTo>
                  <a:pt x="210782" y="195578"/>
                </a:lnTo>
                <a:lnTo>
                  <a:pt x="210756" y="196323"/>
                </a:lnTo>
                <a:lnTo>
                  <a:pt x="210753" y="197076"/>
                </a:lnTo>
                <a:lnTo>
                  <a:pt x="210756" y="197847"/>
                </a:lnTo>
                <a:lnTo>
                  <a:pt x="210782" y="198607"/>
                </a:lnTo>
                <a:lnTo>
                  <a:pt x="210832" y="199358"/>
                </a:lnTo>
                <a:lnTo>
                  <a:pt x="210904" y="200099"/>
                </a:lnTo>
                <a:lnTo>
                  <a:pt x="211000" y="200830"/>
                </a:lnTo>
                <a:lnTo>
                  <a:pt x="211119" y="201551"/>
                </a:lnTo>
                <a:lnTo>
                  <a:pt x="211261" y="202262"/>
                </a:lnTo>
                <a:lnTo>
                  <a:pt x="211427" y="202964"/>
                </a:lnTo>
                <a:lnTo>
                  <a:pt x="211615" y="203655"/>
                </a:lnTo>
                <a:lnTo>
                  <a:pt x="211827" y="204337"/>
                </a:lnTo>
                <a:lnTo>
                  <a:pt x="212062" y="205009"/>
                </a:lnTo>
                <a:lnTo>
                  <a:pt x="212320" y="205671"/>
                </a:lnTo>
                <a:lnTo>
                  <a:pt x="212601" y="206324"/>
                </a:lnTo>
                <a:lnTo>
                  <a:pt x="212905" y="206966"/>
                </a:lnTo>
                <a:lnTo>
                  <a:pt x="213233" y="207599"/>
                </a:lnTo>
                <a:lnTo>
                  <a:pt x="213584" y="208222"/>
                </a:lnTo>
                <a:lnTo>
                  <a:pt x="213958" y="208835"/>
                </a:lnTo>
                <a:lnTo>
                  <a:pt x="214355" y="209438"/>
                </a:lnTo>
                <a:lnTo>
                  <a:pt x="214775" y="210031"/>
                </a:lnTo>
                <a:lnTo>
                  <a:pt x="215218" y="210615"/>
                </a:lnTo>
                <a:lnTo>
                  <a:pt x="215685" y="211189"/>
                </a:lnTo>
                <a:lnTo>
                  <a:pt x="216175" y="211752"/>
                </a:lnTo>
                <a:lnTo>
                  <a:pt x="216688" y="212306"/>
                </a:lnTo>
                <a:lnTo>
                  <a:pt x="217224" y="212851"/>
                </a:lnTo>
                <a:lnTo>
                  <a:pt x="217776" y="213379"/>
                </a:lnTo>
                <a:lnTo>
                  <a:pt x="218338" y="213884"/>
                </a:lnTo>
                <a:lnTo>
                  <a:pt x="218908" y="214367"/>
                </a:lnTo>
                <a:lnTo>
                  <a:pt x="219488" y="214828"/>
                </a:lnTo>
                <a:lnTo>
                  <a:pt x="220077" y="215266"/>
                </a:lnTo>
                <a:lnTo>
                  <a:pt x="220675" y="215682"/>
                </a:lnTo>
                <a:lnTo>
                  <a:pt x="221282" y="216075"/>
                </a:lnTo>
                <a:lnTo>
                  <a:pt x="221898" y="216446"/>
                </a:lnTo>
                <a:lnTo>
                  <a:pt x="222523" y="216794"/>
                </a:lnTo>
                <a:lnTo>
                  <a:pt x="223158" y="217120"/>
                </a:lnTo>
                <a:lnTo>
                  <a:pt x="223801" y="217423"/>
                </a:lnTo>
                <a:lnTo>
                  <a:pt x="224454" y="217704"/>
                </a:lnTo>
                <a:lnTo>
                  <a:pt x="225116" y="217963"/>
                </a:lnTo>
                <a:lnTo>
                  <a:pt x="225787" y="218199"/>
                </a:lnTo>
                <a:lnTo>
                  <a:pt x="226467" y="218412"/>
                </a:lnTo>
                <a:lnTo>
                  <a:pt x="227156" y="218603"/>
                </a:lnTo>
                <a:lnTo>
                  <a:pt x="227854" y="218772"/>
                </a:lnTo>
                <a:lnTo>
                  <a:pt x="228562" y="218918"/>
                </a:lnTo>
                <a:lnTo>
                  <a:pt x="229278" y="219041"/>
                </a:lnTo>
                <a:lnTo>
                  <a:pt x="230004" y="219142"/>
                </a:lnTo>
                <a:lnTo>
                  <a:pt x="230739" y="219221"/>
                </a:lnTo>
                <a:lnTo>
                  <a:pt x="231483" y="219277"/>
                </a:lnTo>
                <a:lnTo>
                  <a:pt x="232236" y="219311"/>
                </a:lnTo>
                <a:lnTo>
                  <a:pt x="232998" y="219322"/>
                </a:lnTo>
                <a:lnTo>
                  <a:pt x="233494" y="219317"/>
                </a:lnTo>
                <a:lnTo>
                  <a:pt x="233985" y="219302"/>
                </a:lnTo>
                <a:lnTo>
                  <a:pt x="234474" y="219276"/>
                </a:lnTo>
                <a:lnTo>
                  <a:pt x="234959" y="219241"/>
                </a:lnTo>
                <a:close/>
                <a:moveTo>
                  <a:pt x="3058670" y="10011"/>
                </a:moveTo>
                <a:lnTo>
                  <a:pt x="3022066" y="10011"/>
                </a:lnTo>
                <a:lnTo>
                  <a:pt x="3022066" y="217098"/>
                </a:lnTo>
                <a:lnTo>
                  <a:pt x="3058670" y="217098"/>
                </a:lnTo>
                <a:lnTo>
                  <a:pt x="3058670" y="164891"/>
                </a:lnTo>
                <a:lnTo>
                  <a:pt x="3071987" y="150616"/>
                </a:lnTo>
                <a:lnTo>
                  <a:pt x="3119542" y="217098"/>
                </a:lnTo>
                <a:lnTo>
                  <a:pt x="3163326" y="217098"/>
                </a:lnTo>
                <a:lnTo>
                  <a:pt x="3099573" y="128824"/>
                </a:lnTo>
                <a:lnTo>
                  <a:pt x="3159787" y="61782"/>
                </a:lnTo>
                <a:lnTo>
                  <a:pt x="3117014" y="61782"/>
                </a:lnTo>
                <a:lnTo>
                  <a:pt x="3061198" y="124171"/>
                </a:lnTo>
                <a:lnTo>
                  <a:pt x="3058670" y="124171"/>
                </a:lnTo>
                <a:lnTo>
                  <a:pt x="3058670" y="10011"/>
                </a:lnTo>
                <a:close/>
                <a:moveTo>
                  <a:pt x="2693184" y="41458"/>
                </a:moveTo>
                <a:lnTo>
                  <a:pt x="2693184" y="10011"/>
                </a:lnTo>
                <a:lnTo>
                  <a:pt x="2527959" y="10011"/>
                </a:lnTo>
                <a:lnTo>
                  <a:pt x="2527959" y="41458"/>
                </a:lnTo>
                <a:lnTo>
                  <a:pt x="2591966" y="41458"/>
                </a:lnTo>
                <a:lnTo>
                  <a:pt x="2591966" y="217098"/>
                </a:lnTo>
                <a:lnTo>
                  <a:pt x="2629177" y="217098"/>
                </a:lnTo>
                <a:lnTo>
                  <a:pt x="2629177" y="41458"/>
                </a:lnTo>
                <a:lnTo>
                  <a:pt x="2693184" y="41458"/>
                </a:lnTo>
                <a:close/>
                <a:moveTo>
                  <a:pt x="2328079" y="121561"/>
                </a:moveTo>
                <a:lnTo>
                  <a:pt x="2328159" y="120689"/>
                </a:lnTo>
                <a:lnTo>
                  <a:pt x="2328252" y="119829"/>
                </a:lnTo>
                <a:lnTo>
                  <a:pt x="2328360" y="118981"/>
                </a:lnTo>
                <a:lnTo>
                  <a:pt x="2328482" y="118144"/>
                </a:lnTo>
                <a:lnTo>
                  <a:pt x="2328619" y="117319"/>
                </a:lnTo>
                <a:lnTo>
                  <a:pt x="2328770" y="116505"/>
                </a:lnTo>
                <a:lnTo>
                  <a:pt x="2328936" y="115703"/>
                </a:lnTo>
                <a:lnTo>
                  <a:pt x="2329116" y="114912"/>
                </a:lnTo>
                <a:lnTo>
                  <a:pt x="2329310" y="114133"/>
                </a:lnTo>
                <a:lnTo>
                  <a:pt x="2329519" y="113366"/>
                </a:lnTo>
                <a:lnTo>
                  <a:pt x="2329742" y="112610"/>
                </a:lnTo>
                <a:lnTo>
                  <a:pt x="2329980" y="111866"/>
                </a:lnTo>
                <a:lnTo>
                  <a:pt x="2330232" y="111134"/>
                </a:lnTo>
                <a:lnTo>
                  <a:pt x="2330498" y="110413"/>
                </a:lnTo>
                <a:lnTo>
                  <a:pt x="2330779" y="109703"/>
                </a:lnTo>
                <a:lnTo>
                  <a:pt x="2331074" y="109005"/>
                </a:lnTo>
                <a:lnTo>
                  <a:pt x="2331383" y="108319"/>
                </a:lnTo>
                <a:lnTo>
                  <a:pt x="2331707" y="107645"/>
                </a:lnTo>
                <a:lnTo>
                  <a:pt x="2332045" y="106981"/>
                </a:lnTo>
                <a:lnTo>
                  <a:pt x="2332405" y="106331"/>
                </a:lnTo>
                <a:lnTo>
                  <a:pt x="2332775" y="105693"/>
                </a:lnTo>
                <a:lnTo>
                  <a:pt x="2333156" y="105068"/>
                </a:lnTo>
                <a:lnTo>
                  <a:pt x="2333548" y="104456"/>
                </a:lnTo>
                <a:lnTo>
                  <a:pt x="2333951" y="103858"/>
                </a:lnTo>
                <a:lnTo>
                  <a:pt x="2334365" y="103272"/>
                </a:lnTo>
                <a:lnTo>
                  <a:pt x="2334789" y="102699"/>
                </a:lnTo>
                <a:lnTo>
                  <a:pt x="2335225" y="102139"/>
                </a:lnTo>
                <a:lnTo>
                  <a:pt x="2335671" y="101592"/>
                </a:lnTo>
                <a:lnTo>
                  <a:pt x="2336129" y="101058"/>
                </a:lnTo>
                <a:lnTo>
                  <a:pt x="2336597" y="100538"/>
                </a:lnTo>
                <a:lnTo>
                  <a:pt x="2337076" y="100030"/>
                </a:lnTo>
                <a:lnTo>
                  <a:pt x="2337566" y="99535"/>
                </a:lnTo>
                <a:lnTo>
                  <a:pt x="2338067" y="99053"/>
                </a:lnTo>
                <a:lnTo>
                  <a:pt x="2338578" y="98584"/>
                </a:lnTo>
                <a:lnTo>
                  <a:pt x="2339101" y="98128"/>
                </a:lnTo>
                <a:lnTo>
                  <a:pt x="2339635" y="97685"/>
                </a:lnTo>
                <a:lnTo>
                  <a:pt x="2340179" y="97255"/>
                </a:lnTo>
                <a:lnTo>
                  <a:pt x="2340734" y="96838"/>
                </a:lnTo>
                <a:lnTo>
                  <a:pt x="2341300" y="96434"/>
                </a:lnTo>
                <a:lnTo>
                  <a:pt x="2341877" y="96044"/>
                </a:lnTo>
                <a:lnTo>
                  <a:pt x="2342465" y="95666"/>
                </a:lnTo>
                <a:lnTo>
                  <a:pt x="2343064" y="95301"/>
                </a:lnTo>
                <a:lnTo>
                  <a:pt x="2343674" y="94949"/>
                </a:lnTo>
                <a:lnTo>
                  <a:pt x="2344301" y="94602"/>
                </a:lnTo>
                <a:lnTo>
                  <a:pt x="2344936" y="94270"/>
                </a:lnTo>
                <a:lnTo>
                  <a:pt x="2345578" y="93953"/>
                </a:lnTo>
                <a:lnTo>
                  <a:pt x="2346227" y="93651"/>
                </a:lnTo>
                <a:lnTo>
                  <a:pt x="2346884" y="93363"/>
                </a:lnTo>
                <a:lnTo>
                  <a:pt x="2347548" y="93091"/>
                </a:lnTo>
                <a:lnTo>
                  <a:pt x="2348219" y="92833"/>
                </a:lnTo>
                <a:lnTo>
                  <a:pt x="2348898" y="92589"/>
                </a:lnTo>
                <a:lnTo>
                  <a:pt x="2349584" y="92361"/>
                </a:lnTo>
                <a:lnTo>
                  <a:pt x="2350278" y="92147"/>
                </a:lnTo>
                <a:lnTo>
                  <a:pt x="2350979" y="91948"/>
                </a:lnTo>
                <a:lnTo>
                  <a:pt x="2351687" y="91763"/>
                </a:lnTo>
                <a:lnTo>
                  <a:pt x="2352403" y="91594"/>
                </a:lnTo>
                <a:lnTo>
                  <a:pt x="2353126" y="91439"/>
                </a:lnTo>
                <a:lnTo>
                  <a:pt x="2353857" y="91299"/>
                </a:lnTo>
                <a:lnTo>
                  <a:pt x="2354594" y="91174"/>
                </a:lnTo>
                <a:lnTo>
                  <a:pt x="2355340" y="91063"/>
                </a:lnTo>
                <a:lnTo>
                  <a:pt x="2356092" y="90967"/>
                </a:lnTo>
                <a:lnTo>
                  <a:pt x="2356852" y="90886"/>
                </a:lnTo>
                <a:lnTo>
                  <a:pt x="2357619" y="90820"/>
                </a:lnTo>
                <a:lnTo>
                  <a:pt x="2358394" y="90768"/>
                </a:lnTo>
                <a:lnTo>
                  <a:pt x="2359176" y="90731"/>
                </a:lnTo>
                <a:lnTo>
                  <a:pt x="2359966" y="90709"/>
                </a:lnTo>
                <a:lnTo>
                  <a:pt x="2360762" y="90702"/>
                </a:lnTo>
                <a:lnTo>
                  <a:pt x="2361931" y="90717"/>
                </a:lnTo>
                <a:lnTo>
                  <a:pt x="2363079" y="90763"/>
                </a:lnTo>
                <a:lnTo>
                  <a:pt x="2364205" y="90839"/>
                </a:lnTo>
                <a:lnTo>
                  <a:pt x="2365310" y="90946"/>
                </a:lnTo>
                <a:lnTo>
                  <a:pt x="2366393" y="91084"/>
                </a:lnTo>
                <a:lnTo>
                  <a:pt x="2367455" y="91252"/>
                </a:lnTo>
                <a:lnTo>
                  <a:pt x="2368496" y="91450"/>
                </a:lnTo>
                <a:lnTo>
                  <a:pt x="2369515" y="91679"/>
                </a:lnTo>
                <a:lnTo>
                  <a:pt x="2370512" y="91939"/>
                </a:lnTo>
                <a:lnTo>
                  <a:pt x="2371489" y="92229"/>
                </a:lnTo>
                <a:lnTo>
                  <a:pt x="2372443" y="92550"/>
                </a:lnTo>
                <a:lnTo>
                  <a:pt x="2373377" y="92901"/>
                </a:lnTo>
                <a:lnTo>
                  <a:pt x="2374289" y="93283"/>
                </a:lnTo>
                <a:lnTo>
                  <a:pt x="2375179" y="93695"/>
                </a:lnTo>
                <a:lnTo>
                  <a:pt x="2376049" y="94138"/>
                </a:lnTo>
                <a:lnTo>
                  <a:pt x="2376896" y="94612"/>
                </a:lnTo>
                <a:lnTo>
                  <a:pt x="2377723" y="95116"/>
                </a:lnTo>
                <a:lnTo>
                  <a:pt x="2378527" y="95650"/>
                </a:lnTo>
                <a:lnTo>
                  <a:pt x="2379311" y="96215"/>
                </a:lnTo>
                <a:lnTo>
                  <a:pt x="2380073" y="96811"/>
                </a:lnTo>
                <a:lnTo>
                  <a:pt x="2380814" y="97437"/>
                </a:lnTo>
                <a:lnTo>
                  <a:pt x="2381533" y="98094"/>
                </a:lnTo>
                <a:lnTo>
                  <a:pt x="2382231" y="98781"/>
                </a:lnTo>
                <a:lnTo>
                  <a:pt x="2382907" y="99499"/>
                </a:lnTo>
                <a:lnTo>
                  <a:pt x="2383567" y="100244"/>
                </a:lnTo>
                <a:lnTo>
                  <a:pt x="2384199" y="101012"/>
                </a:lnTo>
                <a:lnTo>
                  <a:pt x="2384803" y="101804"/>
                </a:lnTo>
                <a:lnTo>
                  <a:pt x="2385379" y="102619"/>
                </a:lnTo>
                <a:lnTo>
                  <a:pt x="2385927" y="103458"/>
                </a:lnTo>
                <a:lnTo>
                  <a:pt x="2386446" y="104321"/>
                </a:lnTo>
                <a:lnTo>
                  <a:pt x="2386938" y="105207"/>
                </a:lnTo>
                <a:lnTo>
                  <a:pt x="2387401" y="106116"/>
                </a:lnTo>
                <a:lnTo>
                  <a:pt x="2387837" y="107049"/>
                </a:lnTo>
                <a:lnTo>
                  <a:pt x="2388244" y="108006"/>
                </a:lnTo>
                <a:lnTo>
                  <a:pt x="2388623" y="108986"/>
                </a:lnTo>
                <a:lnTo>
                  <a:pt x="2388974" y="109990"/>
                </a:lnTo>
                <a:lnTo>
                  <a:pt x="2389297" y="111017"/>
                </a:lnTo>
                <a:lnTo>
                  <a:pt x="2389592" y="112068"/>
                </a:lnTo>
                <a:lnTo>
                  <a:pt x="2389859" y="113142"/>
                </a:lnTo>
                <a:lnTo>
                  <a:pt x="2390098" y="114239"/>
                </a:lnTo>
                <a:lnTo>
                  <a:pt x="2390308" y="115361"/>
                </a:lnTo>
                <a:lnTo>
                  <a:pt x="2390491" y="116505"/>
                </a:lnTo>
                <a:lnTo>
                  <a:pt x="2390645" y="117674"/>
                </a:lnTo>
                <a:lnTo>
                  <a:pt x="2390772" y="118866"/>
                </a:lnTo>
                <a:lnTo>
                  <a:pt x="2390870" y="120081"/>
                </a:lnTo>
                <a:lnTo>
                  <a:pt x="2390940" y="121320"/>
                </a:lnTo>
                <a:lnTo>
                  <a:pt x="2390982" y="122582"/>
                </a:lnTo>
                <a:lnTo>
                  <a:pt x="2390996" y="123868"/>
                </a:lnTo>
                <a:lnTo>
                  <a:pt x="2390996" y="217098"/>
                </a:lnTo>
                <a:lnTo>
                  <a:pt x="2427601" y="217098"/>
                </a:lnTo>
                <a:lnTo>
                  <a:pt x="2427601" y="118205"/>
                </a:lnTo>
                <a:lnTo>
                  <a:pt x="2427597" y="116665"/>
                </a:lnTo>
                <a:lnTo>
                  <a:pt x="2427571" y="115143"/>
                </a:lnTo>
                <a:lnTo>
                  <a:pt x="2427520" y="113641"/>
                </a:lnTo>
                <a:lnTo>
                  <a:pt x="2427446" y="112158"/>
                </a:lnTo>
                <a:lnTo>
                  <a:pt x="2427349" y="110695"/>
                </a:lnTo>
                <a:lnTo>
                  <a:pt x="2427228" y="109250"/>
                </a:lnTo>
                <a:lnTo>
                  <a:pt x="2427083" y="107825"/>
                </a:lnTo>
                <a:lnTo>
                  <a:pt x="2426915" y="106420"/>
                </a:lnTo>
                <a:lnTo>
                  <a:pt x="2426724" y="105033"/>
                </a:lnTo>
                <a:lnTo>
                  <a:pt x="2426509" y="103666"/>
                </a:lnTo>
                <a:lnTo>
                  <a:pt x="2426270" y="102319"/>
                </a:lnTo>
                <a:lnTo>
                  <a:pt x="2426008" y="100990"/>
                </a:lnTo>
                <a:lnTo>
                  <a:pt x="2425722" y="99681"/>
                </a:lnTo>
                <a:lnTo>
                  <a:pt x="2425413" y="98391"/>
                </a:lnTo>
                <a:lnTo>
                  <a:pt x="2425081" y="97121"/>
                </a:lnTo>
                <a:lnTo>
                  <a:pt x="2424725" y="95870"/>
                </a:lnTo>
                <a:lnTo>
                  <a:pt x="2424345" y="94638"/>
                </a:lnTo>
                <a:lnTo>
                  <a:pt x="2423942" y="93426"/>
                </a:lnTo>
                <a:lnTo>
                  <a:pt x="2423515" y="92232"/>
                </a:lnTo>
                <a:lnTo>
                  <a:pt x="2423065" y="91058"/>
                </a:lnTo>
                <a:lnTo>
                  <a:pt x="2422591" y="89904"/>
                </a:lnTo>
                <a:lnTo>
                  <a:pt x="2422093" y="88769"/>
                </a:lnTo>
                <a:lnTo>
                  <a:pt x="2421573" y="87653"/>
                </a:lnTo>
                <a:lnTo>
                  <a:pt x="2421028" y="86556"/>
                </a:lnTo>
                <a:lnTo>
                  <a:pt x="2420471" y="85480"/>
                </a:lnTo>
                <a:lnTo>
                  <a:pt x="2419895" y="84425"/>
                </a:lnTo>
                <a:lnTo>
                  <a:pt x="2419300" y="83391"/>
                </a:lnTo>
                <a:lnTo>
                  <a:pt x="2418686" y="82379"/>
                </a:lnTo>
                <a:lnTo>
                  <a:pt x="2418053" y="81389"/>
                </a:lnTo>
                <a:lnTo>
                  <a:pt x="2417401" y="80419"/>
                </a:lnTo>
                <a:lnTo>
                  <a:pt x="2416730" y="79472"/>
                </a:lnTo>
                <a:lnTo>
                  <a:pt x="2416040" y="78545"/>
                </a:lnTo>
                <a:lnTo>
                  <a:pt x="2415331" y="77640"/>
                </a:lnTo>
                <a:lnTo>
                  <a:pt x="2414603" y="76757"/>
                </a:lnTo>
                <a:lnTo>
                  <a:pt x="2413856" y="75895"/>
                </a:lnTo>
                <a:lnTo>
                  <a:pt x="2413091" y="75054"/>
                </a:lnTo>
                <a:lnTo>
                  <a:pt x="2412306" y="74235"/>
                </a:lnTo>
                <a:lnTo>
                  <a:pt x="2411502" y="73437"/>
                </a:lnTo>
                <a:lnTo>
                  <a:pt x="2410679" y="72660"/>
                </a:lnTo>
                <a:lnTo>
                  <a:pt x="2409838" y="71905"/>
                </a:lnTo>
                <a:lnTo>
                  <a:pt x="2408977" y="71172"/>
                </a:lnTo>
                <a:lnTo>
                  <a:pt x="2408098" y="70459"/>
                </a:lnTo>
                <a:lnTo>
                  <a:pt x="2407199" y="69769"/>
                </a:lnTo>
                <a:lnTo>
                  <a:pt x="2406282" y="69099"/>
                </a:lnTo>
                <a:lnTo>
                  <a:pt x="2405345" y="68451"/>
                </a:lnTo>
                <a:lnTo>
                  <a:pt x="2404390" y="67825"/>
                </a:lnTo>
                <a:lnTo>
                  <a:pt x="2403416" y="67220"/>
                </a:lnTo>
                <a:lnTo>
                  <a:pt x="2402422" y="66636"/>
                </a:lnTo>
                <a:lnTo>
                  <a:pt x="2401421" y="66075"/>
                </a:lnTo>
                <a:lnTo>
                  <a:pt x="2400405" y="65538"/>
                </a:lnTo>
                <a:lnTo>
                  <a:pt x="2399375" y="65024"/>
                </a:lnTo>
                <a:lnTo>
                  <a:pt x="2398330" y="64535"/>
                </a:lnTo>
                <a:lnTo>
                  <a:pt x="2397271" y="64069"/>
                </a:lnTo>
                <a:lnTo>
                  <a:pt x="2396197" y="63628"/>
                </a:lnTo>
                <a:lnTo>
                  <a:pt x="2395110" y="63210"/>
                </a:lnTo>
                <a:lnTo>
                  <a:pt x="2394007" y="62816"/>
                </a:lnTo>
                <a:lnTo>
                  <a:pt x="2392891" y="62446"/>
                </a:lnTo>
                <a:lnTo>
                  <a:pt x="2391760" y="62100"/>
                </a:lnTo>
                <a:lnTo>
                  <a:pt x="2390614" y="61777"/>
                </a:lnTo>
                <a:lnTo>
                  <a:pt x="2389454" y="61479"/>
                </a:lnTo>
                <a:lnTo>
                  <a:pt x="2388280" y="61204"/>
                </a:lnTo>
                <a:lnTo>
                  <a:pt x="2387091" y="60954"/>
                </a:lnTo>
                <a:lnTo>
                  <a:pt x="2385888" y="60727"/>
                </a:lnTo>
                <a:lnTo>
                  <a:pt x="2384671" y="60524"/>
                </a:lnTo>
                <a:lnTo>
                  <a:pt x="2383439" y="60345"/>
                </a:lnTo>
                <a:lnTo>
                  <a:pt x="2382193" y="60190"/>
                </a:lnTo>
                <a:lnTo>
                  <a:pt x="2380932" y="60058"/>
                </a:lnTo>
                <a:lnTo>
                  <a:pt x="2379657" y="59951"/>
                </a:lnTo>
                <a:lnTo>
                  <a:pt x="2378368" y="59867"/>
                </a:lnTo>
                <a:lnTo>
                  <a:pt x="2377064" y="59808"/>
                </a:lnTo>
                <a:lnTo>
                  <a:pt x="2375746" y="59772"/>
                </a:lnTo>
                <a:lnTo>
                  <a:pt x="2374413" y="59760"/>
                </a:lnTo>
                <a:lnTo>
                  <a:pt x="2372974" y="59773"/>
                </a:lnTo>
                <a:lnTo>
                  <a:pt x="2371553" y="59813"/>
                </a:lnTo>
                <a:lnTo>
                  <a:pt x="2370152" y="59880"/>
                </a:lnTo>
                <a:lnTo>
                  <a:pt x="2368771" y="59973"/>
                </a:lnTo>
                <a:lnTo>
                  <a:pt x="2367408" y="60094"/>
                </a:lnTo>
                <a:lnTo>
                  <a:pt x="2366065" y="60240"/>
                </a:lnTo>
                <a:lnTo>
                  <a:pt x="2364741" y="60414"/>
                </a:lnTo>
                <a:lnTo>
                  <a:pt x="2363437" y="60614"/>
                </a:lnTo>
                <a:lnTo>
                  <a:pt x="2362151" y="60841"/>
                </a:lnTo>
                <a:lnTo>
                  <a:pt x="2360886" y="61094"/>
                </a:lnTo>
                <a:lnTo>
                  <a:pt x="2359639" y="61374"/>
                </a:lnTo>
                <a:lnTo>
                  <a:pt x="2358412" y="61681"/>
                </a:lnTo>
                <a:lnTo>
                  <a:pt x="2357204" y="62015"/>
                </a:lnTo>
                <a:lnTo>
                  <a:pt x="2356015" y="62375"/>
                </a:lnTo>
                <a:lnTo>
                  <a:pt x="2354846" y="62762"/>
                </a:lnTo>
                <a:lnTo>
                  <a:pt x="2353696" y="63175"/>
                </a:lnTo>
                <a:lnTo>
                  <a:pt x="2352565" y="63616"/>
                </a:lnTo>
                <a:lnTo>
                  <a:pt x="2351454" y="64083"/>
                </a:lnTo>
                <a:lnTo>
                  <a:pt x="2350361" y="64576"/>
                </a:lnTo>
                <a:lnTo>
                  <a:pt x="2349289" y="65097"/>
                </a:lnTo>
                <a:lnTo>
                  <a:pt x="2348235" y="65644"/>
                </a:lnTo>
                <a:lnTo>
                  <a:pt x="2347201" y="66217"/>
                </a:lnTo>
                <a:lnTo>
                  <a:pt x="2346186" y="66818"/>
                </a:lnTo>
                <a:lnTo>
                  <a:pt x="2345191" y="67445"/>
                </a:lnTo>
                <a:lnTo>
                  <a:pt x="2344224" y="68095"/>
                </a:lnTo>
                <a:lnTo>
                  <a:pt x="2343280" y="68763"/>
                </a:lnTo>
                <a:lnTo>
                  <a:pt x="2342358" y="69450"/>
                </a:lnTo>
                <a:lnTo>
                  <a:pt x="2341458" y="70155"/>
                </a:lnTo>
                <a:lnTo>
                  <a:pt x="2340580" y="70879"/>
                </a:lnTo>
                <a:lnTo>
                  <a:pt x="2339724" y="71622"/>
                </a:lnTo>
                <a:lnTo>
                  <a:pt x="2338890" y="72384"/>
                </a:lnTo>
                <a:lnTo>
                  <a:pt x="2338079" y="73164"/>
                </a:lnTo>
                <a:lnTo>
                  <a:pt x="2337289" y="73962"/>
                </a:lnTo>
                <a:lnTo>
                  <a:pt x="2336522" y="74779"/>
                </a:lnTo>
                <a:lnTo>
                  <a:pt x="2335777" y="75615"/>
                </a:lnTo>
                <a:lnTo>
                  <a:pt x="2335054" y="76470"/>
                </a:lnTo>
                <a:lnTo>
                  <a:pt x="2334353" y="77343"/>
                </a:lnTo>
                <a:lnTo>
                  <a:pt x="2333674" y="78234"/>
                </a:lnTo>
                <a:lnTo>
                  <a:pt x="2333017" y="79144"/>
                </a:lnTo>
                <a:lnTo>
                  <a:pt x="2332382" y="80073"/>
                </a:lnTo>
                <a:lnTo>
                  <a:pt x="2331770" y="81021"/>
                </a:lnTo>
                <a:lnTo>
                  <a:pt x="2331180" y="81987"/>
                </a:lnTo>
                <a:lnTo>
                  <a:pt x="2330611" y="82971"/>
                </a:lnTo>
                <a:lnTo>
                  <a:pt x="2330065" y="83975"/>
                </a:lnTo>
                <a:lnTo>
                  <a:pt x="2329541" y="84997"/>
                </a:lnTo>
                <a:lnTo>
                  <a:pt x="2329039" y="86037"/>
                </a:lnTo>
                <a:lnTo>
                  <a:pt x="2328560" y="87096"/>
                </a:lnTo>
                <a:lnTo>
                  <a:pt x="2328102" y="88174"/>
                </a:lnTo>
                <a:lnTo>
                  <a:pt x="2326282" y="88174"/>
                </a:lnTo>
                <a:lnTo>
                  <a:pt x="2326282" y="61782"/>
                </a:lnTo>
                <a:lnTo>
                  <a:pt x="2291295" y="61782"/>
                </a:lnTo>
                <a:lnTo>
                  <a:pt x="2291295" y="217098"/>
                </a:lnTo>
                <a:lnTo>
                  <a:pt x="2327899" y="217098"/>
                </a:lnTo>
                <a:lnTo>
                  <a:pt x="2327899" y="126093"/>
                </a:lnTo>
                <a:lnTo>
                  <a:pt x="2327907" y="125163"/>
                </a:lnTo>
                <a:lnTo>
                  <a:pt x="2327928" y="124245"/>
                </a:lnTo>
                <a:lnTo>
                  <a:pt x="2327964" y="123339"/>
                </a:lnTo>
                <a:lnTo>
                  <a:pt x="2328015" y="122444"/>
                </a:lnTo>
                <a:lnTo>
                  <a:pt x="2328079" y="121561"/>
                </a:lnTo>
                <a:close/>
                <a:moveTo>
                  <a:pt x="2195022" y="219697"/>
                </a:moveTo>
                <a:lnTo>
                  <a:pt x="2196802" y="219505"/>
                </a:lnTo>
                <a:lnTo>
                  <a:pt x="2198561" y="219280"/>
                </a:lnTo>
                <a:lnTo>
                  <a:pt x="2200299" y="219019"/>
                </a:lnTo>
                <a:lnTo>
                  <a:pt x="2202016" y="218723"/>
                </a:lnTo>
                <a:lnTo>
                  <a:pt x="2203711" y="218393"/>
                </a:lnTo>
                <a:lnTo>
                  <a:pt x="2205386" y="218028"/>
                </a:lnTo>
                <a:lnTo>
                  <a:pt x="2207040" y="217628"/>
                </a:lnTo>
                <a:lnTo>
                  <a:pt x="2208672" y="217194"/>
                </a:lnTo>
                <a:lnTo>
                  <a:pt x="2210284" y="216725"/>
                </a:lnTo>
                <a:lnTo>
                  <a:pt x="2211875" y="216221"/>
                </a:lnTo>
                <a:lnTo>
                  <a:pt x="2213444" y="215682"/>
                </a:lnTo>
                <a:lnTo>
                  <a:pt x="2214992" y="215108"/>
                </a:lnTo>
                <a:lnTo>
                  <a:pt x="2216520" y="214500"/>
                </a:lnTo>
                <a:lnTo>
                  <a:pt x="2218026" y="213857"/>
                </a:lnTo>
                <a:lnTo>
                  <a:pt x="2219511" y="213179"/>
                </a:lnTo>
                <a:lnTo>
                  <a:pt x="2220975" y="212467"/>
                </a:lnTo>
                <a:lnTo>
                  <a:pt x="2222418" y="211719"/>
                </a:lnTo>
                <a:lnTo>
                  <a:pt x="2223840" y="210937"/>
                </a:lnTo>
                <a:lnTo>
                  <a:pt x="2225241" y="210121"/>
                </a:lnTo>
                <a:lnTo>
                  <a:pt x="2226618" y="209272"/>
                </a:lnTo>
                <a:lnTo>
                  <a:pt x="2227969" y="208397"/>
                </a:lnTo>
                <a:lnTo>
                  <a:pt x="2229293" y="207493"/>
                </a:lnTo>
                <a:lnTo>
                  <a:pt x="2230592" y="206562"/>
                </a:lnTo>
                <a:lnTo>
                  <a:pt x="2231864" y="205603"/>
                </a:lnTo>
                <a:lnTo>
                  <a:pt x="2233109" y="204616"/>
                </a:lnTo>
                <a:lnTo>
                  <a:pt x="2234328" y="203601"/>
                </a:lnTo>
                <a:lnTo>
                  <a:pt x="2235521" y="202559"/>
                </a:lnTo>
                <a:lnTo>
                  <a:pt x="2236688" y="201489"/>
                </a:lnTo>
                <a:lnTo>
                  <a:pt x="2237828" y="200392"/>
                </a:lnTo>
                <a:lnTo>
                  <a:pt x="2238942" y="199266"/>
                </a:lnTo>
                <a:lnTo>
                  <a:pt x="2240029" y="198113"/>
                </a:lnTo>
                <a:lnTo>
                  <a:pt x="2241090" y="196932"/>
                </a:lnTo>
                <a:lnTo>
                  <a:pt x="2242125" y="195723"/>
                </a:lnTo>
                <a:lnTo>
                  <a:pt x="2243134" y="194487"/>
                </a:lnTo>
                <a:lnTo>
                  <a:pt x="2244116" y="193223"/>
                </a:lnTo>
                <a:lnTo>
                  <a:pt x="2245072" y="191931"/>
                </a:lnTo>
                <a:lnTo>
                  <a:pt x="2246001" y="190611"/>
                </a:lnTo>
                <a:lnTo>
                  <a:pt x="2246905" y="189264"/>
                </a:lnTo>
                <a:lnTo>
                  <a:pt x="2247781" y="187889"/>
                </a:lnTo>
                <a:lnTo>
                  <a:pt x="2248632" y="186486"/>
                </a:lnTo>
                <a:lnTo>
                  <a:pt x="2249456" y="185056"/>
                </a:lnTo>
                <a:lnTo>
                  <a:pt x="2250254" y="183597"/>
                </a:lnTo>
                <a:lnTo>
                  <a:pt x="2251026" y="182111"/>
                </a:lnTo>
                <a:lnTo>
                  <a:pt x="2251776" y="180601"/>
                </a:lnTo>
                <a:lnTo>
                  <a:pt x="2252495" y="179069"/>
                </a:lnTo>
                <a:lnTo>
                  <a:pt x="2253182" y="177517"/>
                </a:lnTo>
                <a:lnTo>
                  <a:pt x="2253837" y="175943"/>
                </a:lnTo>
                <a:lnTo>
                  <a:pt x="2254460" y="174348"/>
                </a:lnTo>
                <a:lnTo>
                  <a:pt x="2255051" y="172733"/>
                </a:lnTo>
                <a:lnTo>
                  <a:pt x="2255610" y="171096"/>
                </a:lnTo>
                <a:lnTo>
                  <a:pt x="2256138" y="169438"/>
                </a:lnTo>
                <a:lnTo>
                  <a:pt x="2256633" y="167759"/>
                </a:lnTo>
                <a:lnTo>
                  <a:pt x="2257096" y="166059"/>
                </a:lnTo>
                <a:lnTo>
                  <a:pt x="2257528" y="164338"/>
                </a:lnTo>
                <a:lnTo>
                  <a:pt x="2257927" y="162596"/>
                </a:lnTo>
                <a:lnTo>
                  <a:pt x="2258294" y="160832"/>
                </a:lnTo>
                <a:lnTo>
                  <a:pt x="2258630" y="159048"/>
                </a:lnTo>
                <a:lnTo>
                  <a:pt x="2258933" y="157243"/>
                </a:lnTo>
                <a:lnTo>
                  <a:pt x="2259205" y="155416"/>
                </a:lnTo>
                <a:lnTo>
                  <a:pt x="2259445" y="153569"/>
                </a:lnTo>
                <a:lnTo>
                  <a:pt x="2259652" y="151700"/>
                </a:lnTo>
                <a:lnTo>
                  <a:pt x="2259828" y="149811"/>
                </a:lnTo>
                <a:lnTo>
                  <a:pt x="2259972" y="147900"/>
                </a:lnTo>
                <a:lnTo>
                  <a:pt x="2260084" y="145968"/>
                </a:lnTo>
                <a:lnTo>
                  <a:pt x="2260163" y="144015"/>
                </a:lnTo>
                <a:lnTo>
                  <a:pt x="2260211" y="142042"/>
                </a:lnTo>
                <a:lnTo>
                  <a:pt x="2260227" y="140047"/>
                </a:lnTo>
                <a:lnTo>
                  <a:pt x="2260211" y="138052"/>
                </a:lnTo>
                <a:lnTo>
                  <a:pt x="2260163" y="136077"/>
                </a:lnTo>
                <a:lnTo>
                  <a:pt x="2260084" y="134123"/>
                </a:lnTo>
                <a:lnTo>
                  <a:pt x="2259972" y="132190"/>
                </a:lnTo>
                <a:lnTo>
                  <a:pt x="2259828" y="130278"/>
                </a:lnTo>
                <a:lnTo>
                  <a:pt x="2259652" y="128387"/>
                </a:lnTo>
                <a:lnTo>
                  <a:pt x="2259445" y="126516"/>
                </a:lnTo>
                <a:lnTo>
                  <a:pt x="2259205" y="124666"/>
                </a:lnTo>
                <a:lnTo>
                  <a:pt x="2258933" y="122836"/>
                </a:lnTo>
                <a:lnTo>
                  <a:pt x="2258630" y="121028"/>
                </a:lnTo>
                <a:lnTo>
                  <a:pt x="2258294" y="119240"/>
                </a:lnTo>
                <a:lnTo>
                  <a:pt x="2257927" y="117472"/>
                </a:lnTo>
                <a:lnTo>
                  <a:pt x="2257528" y="115726"/>
                </a:lnTo>
                <a:lnTo>
                  <a:pt x="2257096" y="114000"/>
                </a:lnTo>
                <a:lnTo>
                  <a:pt x="2256633" y="112295"/>
                </a:lnTo>
                <a:lnTo>
                  <a:pt x="2256138" y="110610"/>
                </a:lnTo>
                <a:lnTo>
                  <a:pt x="2255610" y="108947"/>
                </a:lnTo>
                <a:lnTo>
                  <a:pt x="2255051" y="107304"/>
                </a:lnTo>
                <a:lnTo>
                  <a:pt x="2254460" y="105682"/>
                </a:lnTo>
                <a:lnTo>
                  <a:pt x="2253837" y="104080"/>
                </a:lnTo>
                <a:lnTo>
                  <a:pt x="2253182" y="102499"/>
                </a:lnTo>
                <a:lnTo>
                  <a:pt x="2252495" y="100939"/>
                </a:lnTo>
                <a:lnTo>
                  <a:pt x="2251776" y="99400"/>
                </a:lnTo>
                <a:lnTo>
                  <a:pt x="2251026" y="97881"/>
                </a:lnTo>
                <a:lnTo>
                  <a:pt x="2250254" y="96387"/>
                </a:lnTo>
                <a:lnTo>
                  <a:pt x="2249456" y="94921"/>
                </a:lnTo>
                <a:lnTo>
                  <a:pt x="2248632" y="93482"/>
                </a:lnTo>
                <a:lnTo>
                  <a:pt x="2247781" y="92072"/>
                </a:lnTo>
                <a:lnTo>
                  <a:pt x="2246905" y="90690"/>
                </a:lnTo>
                <a:lnTo>
                  <a:pt x="2246001" y="89337"/>
                </a:lnTo>
                <a:lnTo>
                  <a:pt x="2245072" y="88011"/>
                </a:lnTo>
                <a:lnTo>
                  <a:pt x="2244116" y="86713"/>
                </a:lnTo>
                <a:lnTo>
                  <a:pt x="2243134" y="85444"/>
                </a:lnTo>
                <a:lnTo>
                  <a:pt x="2242125" y="84202"/>
                </a:lnTo>
                <a:lnTo>
                  <a:pt x="2241090" y="82989"/>
                </a:lnTo>
                <a:lnTo>
                  <a:pt x="2240029" y="81803"/>
                </a:lnTo>
                <a:lnTo>
                  <a:pt x="2238942" y="80646"/>
                </a:lnTo>
                <a:lnTo>
                  <a:pt x="2237828" y="79517"/>
                </a:lnTo>
                <a:lnTo>
                  <a:pt x="2236688" y="78416"/>
                </a:lnTo>
                <a:lnTo>
                  <a:pt x="2235521" y="77343"/>
                </a:lnTo>
                <a:lnTo>
                  <a:pt x="2234328" y="76298"/>
                </a:lnTo>
                <a:lnTo>
                  <a:pt x="2233109" y="75281"/>
                </a:lnTo>
                <a:lnTo>
                  <a:pt x="2231864" y="74293"/>
                </a:lnTo>
                <a:lnTo>
                  <a:pt x="2230592" y="73332"/>
                </a:lnTo>
                <a:lnTo>
                  <a:pt x="2229293" y="72400"/>
                </a:lnTo>
                <a:lnTo>
                  <a:pt x="2227969" y="71495"/>
                </a:lnTo>
                <a:lnTo>
                  <a:pt x="2226618" y="70619"/>
                </a:lnTo>
                <a:lnTo>
                  <a:pt x="2225241" y="69771"/>
                </a:lnTo>
                <a:lnTo>
                  <a:pt x="2223840" y="68954"/>
                </a:lnTo>
                <a:lnTo>
                  <a:pt x="2222418" y="68172"/>
                </a:lnTo>
                <a:lnTo>
                  <a:pt x="2220975" y="67424"/>
                </a:lnTo>
                <a:lnTo>
                  <a:pt x="2219511" y="66712"/>
                </a:lnTo>
                <a:lnTo>
                  <a:pt x="2218026" y="66034"/>
                </a:lnTo>
                <a:lnTo>
                  <a:pt x="2216520" y="65391"/>
                </a:lnTo>
                <a:lnTo>
                  <a:pt x="2214992" y="64783"/>
                </a:lnTo>
                <a:lnTo>
                  <a:pt x="2213444" y="64209"/>
                </a:lnTo>
                <a:lnTo>
                  <a:pt x="2211875" y="63670"/>
                </a:lnTo>
                <a:lnTo>
                  <a:pt x="2210284" y="63166"/>
                </a:lnTo>
                <a:lnTo>
                  <a:pt x="2208672" y="62697"/>
                </a:lnTo>
                <a:lnTo>
                  <a:pt x="2207040" y="62263"/>
                </a:lnTo>
                <a:lnTo>
                  <a:pt x="2205386" y="61863"/>
                </a:lnTo>
                <a:lnTo>
                  <a:pt x="2203711" y="61498"/>
                </a:lnTo>
                <a:lnTo>
                  <a:pt x="2202016" y="61168"/>
                </a:lnTo>
                <a:lnTo>
                  <a:pt x="2200299" y="60872"/>
                </a:lnTo>
                <a:lnTo>
                  <a:pt x="2198561" y="60612"/>
                </a:lnTo>
                <a:lnTo>
                  <a:pt x="2196802" y="60386"/>
                </a:lnTo>
                <a:lnTo>
                  <a:pt x="2195022" y="60194"/>
                </a:lnTo>
                <a:lnTo>
                  <a:pt x="2193221" y="60038"/>
                </a:lnTo>
                <a:lnTo>
                  <a:pt x="2191398" y="59916"/>
                </a:lnTo>
                <a:lnTo>
                  <a:pt x="2189555" y="59830"/>
                </a:lnTo>
                <a:lnTo>
                  <a:pt x="2187691" y="59777"/>
                </a:lnTo>
                <a:lnTo>
                  <a:pt x="2185805" y="59760"/>
                </a:lnTo>
                <a:lnTo>
                  <a:pt x="2183920" y="59777"/>
                </a:lnTo>
                <a:lnTo>
                  <a:pt x="2182056" y="59830"/>
                </a:lnTo>
                <a:lnTo>
                  <a:pt x="2180212" y="59916"/>
                </a:lnTo>
                <a:lnTo>
                  <a:pt x="2178390" y="60038"/>
                </a:lnTo>
                <a:lnTo>
                  <a:pt x="2176589" y="60194"/>
                </a:lnTo>
                <a:lnTo>
                  <a:pt x="2174809" y="60386"/>
                </a:lnTo>
                <a:lnTo>
                  <a:pt x="2173050" y="60612"/>
                </a:lnTo>
                <a:lnTo>
                  <a:pt x="2171312" y="60872"/>
                </a:lnTo>
                <a:lnTo>
                  <a:pt x="2169595" y="61168"/>
                </a:lnTo>
                <a:lnTo>
                  <a:pt x="2167899" y="61498"/>
                </a:lnTo>
                <a:lnTo>
                  <a:pt x="2166225" y="61863"/>
                </a:lnTo>
                <a:lnTo>
                  <a:pt x="2164571" y="62263"/>
                </a:lnTo>
                <a:lnTo>
                  <a:pt x="2162938" y="62697"/>
                </a:lnTo>
                <a:lnTo>
                  <a:pt x="2161327" y="63166"/>
                </a:lnTo>
                <a:lnTo>
                  <a:pt x="2159736" y="63670"/>
                </a:lnTo>
                <a:lnTo>
                  <a:pt x="2158167" y="64209"/>
                </a:lnTo>
                <a:lnTo>
                  <a:pt x="2156618" y="64783"/>
                </a:lnTo>
                <a:lnTo>
                  <a:pt x="2155091" y="65391"/>
                </a:lnTo>
                <a:lnTo>
                  <a:pt x="2153585" y="66034"/>
                </a:lnTo>
                <a:lnTo>
                  <a:pt x="2152100" y="66712"/>
                </a:lnTo>
                <a:lnTo>
                  <a:pt x="2150636" y="67424"/>
                </a:lnTo>
                <a:lnTo>
                  <a:pt x="2149193" y="68172"/>
                </a:lnTo>
                <a:lnTo>
                  <a:pt x="2147771" y="68954"/>
                </a:lnTo>
                <a:lnTo>
                  <a:pt x="2146370" y="69771"/>
                </a:lnTo>
                <a:lnTo>
                  <a:pt x="2144992" y="70619"/>
                </a:lnTo>
                <a:lnTo>
                  <a:pt x="2143641" y="71495"/>
                </a:lnTo>
                <a:lnTo>
                  <a:pt x="2142316" y="72400"/>
                </a:lnTo>
                <a:lnTo>
                  <a:pt x="2141016" y="73332"/>
                </a:lnTo>
                <a:lnTo>
                  <a:pt x="2139743" y="74293"/>
                </a:lnTo>
                <a:lnTo>
                  <a:pt x="2138495" y="75281"/>
                </a:lnTo>
                <a:lnTo>
                  <a:pt x="2137274" y="76298"/>
                </a:lnTo>
                <a:lnTo>
                  <a:pt x="2136078" y="77343"/>
                </a:lnTo>
                <a:lnTo>
                  <a:pt x="2134909" y="78416"/>
                </a:lnTo>
                <a:lnTo>
                  <a:pt x="2133765" y="79517"/>
                </a:lnTo>
                <a:lnTo>
                  <a:pt x="2132648" y="80646"/>
                </a:lnTo>
                <a:lnTo>
                  <a:pt x="2131556" y="81803"/>
                </a:lnTo>
                <a:lnTo>
                  <a:pt x="2130491" y="82989"/>
                </a:lnTo>
                <a:lnTo>
                  <a:pt x="2129451" y="84202"/>
                </a:lnTo>
                <a:lnTo>
                  <a:pt x="2128437" y="85444"/>
                </a:lnTo>
                <a:lnTo>
                  <a:pt x="2127450" y="86713"/>
                </a:lnTo>
                <a:lnTo>
                  <a:pt x="2126488" y="88011"/>
                </a:lnTo>
                <a:lnTo>
                  <a:pt x="2125552" y="89337"/>
                </a:lnTo>
                <a:lnTo>
                  <a:pt x="2124643" y="90690"/>
                </a:lnTo>
                <a:lnTo>
                  <a:pt x="2123759" y="92072"/>
                </a:lnTo>
                <a:lnTo>
                  <a:pt x="2122901" y="93482"/>
                </a:lnTo>
                <a:lnTo>
                  <a:pt x="2122070" y="94921"/>
                </a:lnTo>
                <a:lnTo>
                  <a:pt x="2121264" y="96387"/>
                </a:lnTo>
                <a:lnTo>
                  <a:pt x="2120484" y="97881"/>
                </a:lnTo>
                <a:lnTo>
                  <a:pt x="2119741" y="99400"/>
                </a:lnTo>
                <a:lnTo>
                  <a:pt x="2119030" y="100939"/>
                </a:lnTo>
                <a:lnTo>
                  <a:pt x="2118351" y="102499"/>
                </a:lnTo>
                <a:lnTo>
                  <a:pt x="2117703" y="104080"/>
                </a:lnTo>
                <a:lnTo>
                  <a:pt x="2117087" y="105682"/>
                </a:lnTo>
                <a:lnTo>
                  <a:pt x="2116502" y="107304"/>
                </a:lnTo>
                <a:lnTo>
                  <a:pt x="2115949" y="108947"/>
                </a:lnTo>
                <a:lnTo>
                  <a:pt x="2115428" y="110610"/>
                </a:lnTo>
                <a:lnTo>
                  <a:pt x="2114938" y="112295"/>
                </a:lnTo>
                <a:lnTo>
                  <a:pt x="2114480" y="114000"/>
                </a:lnTo>
                <a:lnTo>
                  <a:pt x="2114054" y="115726"/>
                </a:lnTo>
                <a:lnTo>
                  <a:pt x="2113659" y="117472"/>
                </a:lnTo>
                <a:lnTo>
                  <a:pt x="2113295" y="119240"/>
                </a:lnTo>
                <a:lnTo>
                  <a:pt x="2112963" y="121028"/>
                </a:lnTo>
                <a:lnTo>
                  <a:pt x="2112663" y="122836"/>
                </a:lnTo>
                <a:lnTo>
                  <a:pt x="2112395" y="124666"/>
                </a:lnTo>
                <a:lnTo>
                  <a:pt x="2112158" y="126516"/>
                </a:lnTo>
                <a:lnTo>
                  <a:pt x="2111952" y="128387"/>
                </a:lnTo>
                <a:lnTo>
                  <a:pt x="2111778" y="130278"/>
                </a:lnTo>
                <a:lnTo>
                  <a:pt x="2111636" y="132190"/>
                </a:lnTo>
                <a:lnTo>
                  <a:pt x="2111526" y="134123"/>
                </a:lnTo>
                <a:lnTo>
                  <a:pt x="2111447" y="136077"/>
                </a:lnTo>
                <a:lnTo>
                  <a:pt x="2111399" y="138052"/>
                </a:lnTo>
                <a:lnTo>
                  <a:pt x="2111383" y="140047"/>
                </a:lnTo>
                <a:lnTo>
                  <a:pt x="2111399" y="142042"/>
                </a:lnTo>
                <a:lnTo>
                  <a:pt x="2111447" y="144015"/>
                </a:lnTo>
                <a:lnTo>
                  <a:pt x="2111526" y="145968"/>
                </a:lnTo>
                <a:lnTo>
                  <a:pt x="2111636" y="147900"/>
                </a:lnTo>
                <a:lnTo>
                  <a:pt x="2111778" y="149811"/>
                </a:lnTo>
                <a:lnTo>
                  <a:pt x="2111952" y="151700"/>
                </a:lnTo>
                <a:lnTo>
                  <a:pt x="2112158" y="153569"/>
                </a:lnTo>
                <a:lnTo>
                  <a:pt x="2112395" y="155416"/>
                </a:lnTo>
                <a:lnTo>
                  <a:pt x="2112663" y="157243"/>
                </a:lnTo>
                <a:lnTo>
                  <a:pt x="2112963" y="159048"/>
                </a:lnTo>
                <a:lnTo>
                  <a:pt x="2113295" y="160832"/>
                </a:lnTo>
                <a:lnTo>
                  <a:pt x="2113659" y="162596"/>
                </a:lnTo>
                <a:lnTo>
                  <a:pt x="2114054" y="164338"/>
                </a:lnTo>
                <a:lnTo>
                  <a:pt x="2114480" y="166059"/>
                </a:lnTo>
                <a:lnTo>
                  <a:pt x="2114938" y="167759"/>
                </a:lnTo>
                <a:lnTo>
                  <a:pt x="2115428" y="169438"/>
                </a:lnTo>
                <a:lnTo>
                  <a:pt x="2115949" y="171096"/>
                </a:lnTo>
                <a:lnTo>
                  <a:pt x="2116502" y="172733"/>
                </a:lnTo>
                <a:lnTo>
                  <a:pt x="2117087" y="174348"/>
                </a:lnTo>
                <a:lnTo>
                  <a:pt x="2117703" y="175943"/>
                </a:lnTo>
                <a:lnTo>
                  <a:pt x="2118351" y="177517"/>
                </a:lnTo>
                <a:lnTo>
                  <a:pt x="2119030" y="179069"/>
                </a:lnTo>
                <a:lnTo>
                  <a:pt x="2119741" y="180601"/>
                </a:lnTo>
                <a:lnTo>
                  <a:pt x="2120484" y="182111"/>
                </a:lnTo>
                <a:lnTo>
                  <a:pt x="2121264" y="183597"/>
                </a:lnTo>
                <a:lnTo>
                  <a:pt x="2122070" y="185056"/>
                </a:lnTo>
                <a:lnTo>
                  <a:pt x="2122901" y="186486"/>
                </a:lnTo>
                <a:lnTo>
                  <a:pt x="2123759" y="187889"/>
                </a:lnTo>
                <a:lnTo>
                  <a:pt x="2124643" y="189264"/>
                </a:lnTo>
                <a:lnTo>
                  <a:pt x="2125552" y="190611"/>
                </a:lnTo>
                <a:lnTo>
                  <a:pt x="2126488" y="191931"/>
                </a:lnTo>
                <a:lnTo>
                  <a:pt x="2127450" y="193223"/>
                </a:lnTo>
                <a:lnTo>
                  <a:pt x="2128437" y="194487"/>
                </a:lnTo>
                <a:lnTo>
                  <a:pt x="2129451" y="195723"/>
                </a:lnTo>
                <a:lnTo>
                  <a:pt x="2130491" y="196932"/>
                </a:lnTo>
                <a:lnTo>
                  <a:pt x="2131556" y="198113"/>
                </a:lnTo>
                <a:lnTo>
                  <a:pt x="2132648" y="199266"/>
                </a:lnTo>
                <a:lnTo>
                  <a:pt x="2133765" y="200392"/>
                </a:lnTo>
                <a:lnTo>
                  <a:pt x="2134909" y="201489"/>
                </a:lnTo>
                <a:lnTo>
                  <a:pt x="2136078" y="202559"/>
                </a:lnTo>
                <a:lnTo>
                  <a:pt x="2137274" y="203601"/>
                </a:lnTo>
                <a:lnTo>
                  <a:pt x="2138495" y="204616"/>
                </a:lnTo>
                <a:lnTo>
                  <a:pt x="2139743" y="205603"/>
                </a:lnTo>
                <a:lnTo>
                  <a:pt x="2141016" y="206562"/>
                </a:lnTo>
                <a:lnTo>
                  <a:pt x="2142316" y="207493"/>
                </a:lnTo>
                <a:lnTo>
                  <a:pt x="2143641" y="208397"/>
                </a:lnTo>
                <a:lnTo>
                  <a:pt x="2144992" y="209272"/>
                </a:lnTo>
                <a:lnTo>
                  <a:pt x="2146370" y="210121"/>
                </a:lnTo>
                <a:lnTo>
                  <a:pt x="2147771" y="210937"/>
                </a:lnTo>
                <a:lnTo>
                  <a:pt x="2149193" y="211719"/>
                </a:lnTo>
                <a:lnTo>
                  <a:pt x="2150636" y="212467"/>
                </a:lnTo>
                <a:lnTo>
                  <a:pt x="2152100" y="213179"/>
                </a:lnTo>
                <a:lnTo>
                  <a:pt x="2153585" y="213857"/>
                </a:lnTo>
                <a:lnTo>
                  <a:pt x="2155091" y="214500"/>
                </a:lnTo>
                <a:lnTo>
                  <a:pt x="2156618" y="215108"/>
                </a:lnTo>
                <a:lnTo>
                  <a:pt x="2158167" y="215682"/>
                </a:lnTo>
                <a:lnTo>
                  <a:pt x="2159736" y="216221"/>
                </a:lnTo>
                <a:lnTo>
                  <a:pt x="2161327" y="216725"/>
                </a:lnTo>
                <a:lnTo>
                  <a:pt x="2162938" y="217194"/>
                </a:lnTo>
                <a:lnTo>
                  <a:pt x="2164571" y="217628"/>
                </a:lnTo>
                <a:lnTo>
                  <a:pt x="2166225" y="218028"/>
                </a:lnTo>
                <a:lnTo>
                  <a:pt x="2167899" y="218393"/>
                </a:lnTo>
                <a:lnTo>
                  <a:pt x="2169595" y="218723"/>
                </a:lnTo>
                <a:lnTo>
                  <a:pt x="2171312" y="219019"/>
                </a:lnTo>
                <a:lnTo>
                  <a:pt x="2173050" y="219280"/>
                </a:lnTo>
                <a:lnTo>
                  <a:pt x="2174809" y="219505"/>
                </a:lnTo>
                <a:lnTo>
                  <a:pt x="2176589" y="219697"/>
                </a:lnTo>
                <a:lnTo>
                  <a:pt x="2178390" y="219853"/>
                </a:lnTo>
                <a:lnTo>
                  <a:pt x="2180212" y="219975"/>
                </a:lnTo>
                <a:lnTo>
                  <a:pt x="2182056" y="220062"/>
                </a:lnTo>
                <a:lnTo>
                  <a:pt x="2183920" y="220114"/>
                </a:lnTo>
                <a:lnTo>
                  <a:pt x="2185805" y="220131"/>
                </a:lnTo>
                <a:lnTo>
                  <a:pt x="2187691" y="220114"/>
                </a:lnTo>
                <a:lnTo>
                  <a:pt x="2189555" y="220062"/>
                </a:lnTo>
                <a:lnTo>
                  <a:pt x="2191398" y="219975"/>
                </a:lnTo>
                <a:lnTo>
                  <a:pt x="2193221" y="219853"/>
                </a:lnTo>
                <a:lnTo>
                  <a:pt x="2195022" y="219697"/>
                </a:lnTo>
                <a:close/>
                <a:moveTo>
                  <a:pt x="2180925" y="190513"/>
                </a:moveTo>
                <a:lnTo>
                  <a:pt x="2179953" y="190384"/>
                </a:lnTo>
                <a:lnTo>
                  <a:pt x="2178996" y="190231"/>
                </a:lnTo>
                <a:lnTo>
                  <a:pt x="2178053" y="190054"/>
                </a:lnTo>
                <a:lnTo>
                  <a:pt x="2177125" y="189855"/>
                </a:lnTo>
                <a:lnTo>
                  <a:pt x="2176212" y="189631"/>
                </a:lnTo>
                <a:lnTo>
                  <a:pt x="2175313" y="189384"/>
                </a:lnTo>
                <a:lnTo>
                  <a:pt x="2174430" y="189114"/>
                </a:lnTo>
                <a:lnTo>
                  <a:pt x="2173561" y="188819"/>
                </a:lnTo>
                <a:lnTo>
                  <a:pt x="2172707" y="188502"/>
                </a:lnTo>
                <a:lnTo>
                  <a:pt x="2171867" y="188161"/>
                </a:lnTo>
                <a:lnTo>
                  <a:pt x="2171042" y="187796"/>
                </a:lnTo>
                <a:lnTo>
                  <a:pt x="2170232" y="187408"/>
                </a:lnTo>
                <a:lnTo>
                  <a:pt x="2169437" y="186996"/>
                </a:lnTo>
                <a:lnTo>
                  <a:pt x="2168657" y="186561"/>
                </a:lnTo>
                <a:lnTo>
                  <a:pt x="2167891" y="186103"/>
                </a:lnTo>
                <a:lnTo>
                  <a:pt x="2167140" y="185620"/>
                </a:lnTo>
                <a:lnTo>
                  <a:pt x="2166404" y="185115"/>
                </a:lnTo>
                <a:lnTo>
                  <a:pt x="2165682" y="184585"/>
                </a:lnTo>
                <a:lnTo>
                  <a:pt x="2164975" y="184032"/>
                </a:lnTo>
                <a:lnTo>
                  <a:pt x="2164292" y="183451"/>
                </a:lnTo>
                <a:lnTo>
                  <a:pt x="2163622" y="182854"/>
                </a:lnTo>
                <a:lnTo>
                  <a:pt x="2162967" y="182241"/>
                </a:lnTo>
                <a:lnTo>
                  <a:pt x="2162327" y="181611"/>
                </a:lnTo>
                <a:lnTo>
                  <a:pt x="2161700" y="180966"/>
                </a:lnTo>
                <a:lnTo>
                  <a:pt x="2161089" y="180304"/>
                </a:lnTo>
                <a:lnTo>
                  <a:pt x="2160491" y="179626"/>
                </a:lnTo>
                <a:lnTo>
                  <a:pt x="2159908" y="178932"/>
                </a:lnTo>
                <a:lnTo>
                  <a:pt x="2159340" y="178221"/>
                </a:lnTo>
                <a:lnTo>
                  <a:pt x="2158785" y="177495"/>
                </a:lnTo>
                <a:lnTo>
                  <a:pt x="2158246" y="176752"/>
                </a:lnTo>
                <a:lnTo>
                  <a:pt x="2157720" y="175994"/>
                </a:lnTo>
                <a:lnTo>
                  <a:pt x="2157209" y="175219"/>
                </a:lnTo>
                <a:lnTo>
                  <a:pt x="2156713" y="174428"/>
                </a:lnTo>
                <a:lnTo>
                  <a:pt x="2156230" y="173621"/>
                </a:lnTo>
                <a:lnTo>
                  <a:pt x="2155762" y="172797"/>
                </a:lnTo>
                <a:lnTo>
                  <a:pt x="2155309" y="171958"/>
                </a:lnTo>
                <a:lnTo>
                  <a:pt x="2154870" y="171102"/>
                </a:lnTo>
                <a:lnTo>
                  <a:pt x="2154445" y="170230"/>
                </a:lnTo>
                <a:lnTo>
                  <a:pt x="2154035" y="169342"/>
                </a:lnTo>
                <a:lnTo>
                  <a:pt x="2153639" y="168438"/>
                </a:lnTo>
                <a:lnTo>
                  <a:pt x="2153258" y="167518"/>
                </a:lnTo>
                <a:lnTo>
                  <a:pt x="2152891" y="166582"/>
                </a:lnTo>
                <a:lnTo>
                  <a:pt x="2152538" y="165629"/>
                </a:lnTo>
                <a:lnTo>
                  <a:pt x="2152208" y="164664"/>
                </a:lnTo>
                <a:lnTo>
                  <a:pt x="2151892" y="163690"/>
                </a:lnTo>
                <a:lnTo>
                  <a:pt x="2151590" y="162706"/>
                </a:lnTo>
                <a:lnTo>
                  <a:pt x="2151302" y="161714"/>
                </a:lnTo>
                <a:lnTo>
                  <a:pt x="2151028" y="160712"/>
                </a:lnTo>
                <a:lnTo>
                  <a:pt x="2150768" y="159701"/>
                </a:lnTo>
                <a:lnTo>
                  <a:pt x="2150523" y="158681"/>
                </a:lnTo>
                <a:lnTo>
                  <a:pt x="2150291" y="157652"/>
                </a:lnTo>
                <a:lnTo>
                  <a:pt x="2150073" y="156614"/>
                </a:lnTo>
                <a:lnTo>
                  <a:pt x="2149870" y="155567"/>
                </a:lnTo>
                <a:lnTo>
                  <a:pt x="2149680" y="154510"/>
                </a:lnTo>
                <a:lnTo>
                  <a:pt x="2149504" y="153445"/>
                </a:lnTo>
                <a:lnTo>
                  <a:pt x="2149343" y="152370"/>
                </a:lnTo>
                <a:lnTo>
                  <a:pt x="2149195" y="151286"/>
                </a:lnTo>
                <a:lnTo>
                  <a:pt x="2149062" y="150193"/>
                </a:lnTo>
                <a:lnTo>
                  <a:pt x="2148943" y="149091"/>
                </a:lnTo>
                <a:lnTo>
                  <a:pt x="2148837" y="147980"/>
                </a:lnTo>
                <a:lnTo>
                  <a:pt x="2148746" y="146859"/>
                </a:lnTo>
                <a:lnTo>
                  <a:pt x="2148669" y="145730"/>
                </a:lnTo>
                <a:lnTo>
                  <a:pt x="2148606" y="144591"/>
                </a:lnTo>
                <a:lnTo>
                  <a:pt x="2148556" y="143444"/>
                </a:lnTo>
                <a:lnTo>
                  <a:pt x="2148521" y="142287"/>
                </a:lnTo>
                <a:lnTo>
                  <a:pt x="2148500" y="141121"/>
                </a:lnTo>
                <a:lnTo>
                  <a:pt x="2148493" y="139946"/>
                </a:lnTo>
                <a:lnTo>
                  <a:pt x="2148500" y="138762"/>
                </a:lnTo>
                <a:lnTo>
                  <a:pt x="2148521" y="137588"/>
                </a:lnTo>
                <a:lnTo>
                  <a:pt x="2148556" y="136424"/>
                </a:lnTo>
                <a:lnTo>
                  <a:pt x="2148606" y="135269"/>
                </a:lnTo>
                <a:lnTo>
                  <a:pt x="2148669" y="134123"/>
                </a:lnTo>
                <a:lnTo>
                  <a:pt x="2148746" y="132987"/>
                </a:lnTo>
                <a:lnTo>
                  <a:pt x="2148837" y="131861"/>
                </a:lnTo>
                <a:lnTo>
                  <a:pt x="2148943" y="130744"/>
                </a:lnTo>
                <a:lnTo>
                  <a:pt x="2149062" y="129636"/>
                </a:lnTo>
                <a:lnTo>
                  <a:pt x="2149195" y="128538"/>
                </a:lnTo>
                <a:lnTo>
                  <a:pt x="2149343" y="127450"/>
                </a:lnTo>
                <a:lnTo>
                  <a:pt x="2149504" y="126371"/>
                </a:lnTo>
                <a:lnTo>
                  <a:pt x="2149680" y="125301"/>
                </a:lnTo>
                <a:lnTo>
                  <a:pt x="2149870" y="124241"/>
                </a:lnTo>
                <a:lnTo>
                  <a:pt x="2150073" y="123190"/>
                </a:lnTo>
                <a:lnTo>
                  <a:pt x="2150291" y="122149"/>
                </a:lnTo>
                <a:lnTo>
                  <a:pt x="2150523" y="121117"/>
                </a:lnTo>
                <a:lnTo>
                  <a:pt x="2150768" y="120095"/>
                </a:lnTo>
                <a:lnTo>
                  <a:pt x="2151028" y="119082"/>
                </a:lnTo>
                <a:lnTo>
                  <a:pt x="2151302" y="118079"/>
                </a:lnTo>
                <a:lnTo>
                  <a:pt x="2151590" y="117085"/>
                </a:lnTo>
                <a:lnTo>
                  <a:pt x="2151892" y="116101"/>
                </a:lnTo>
                <a:lnTo>
                  <a:pt x="2152208" y="115126"/>
                </a:lnTo>
                <a:lnTo>
                  <a:pt x="2152538" y="114161"/>
                </a:lnTo>
                <a:lnTo>
                  <a:pt x="2152891" y="113200"/>
                </a:lnTo>
                <a:lnTo>
                  <a:pt x="2153258" y="112256"/>
                </a:lnTo>
                <a:lnTo>
                  <a:pt x="2153639" y="111328"/>
                </a:lnTo>
                <a:lnTo>
                  <a:pt x="2154035" y="110417"/>
                </a:lnTo>
                <a:lnTo>
                  <a:pt x="2154445" y="109522"/>
                </a:lnTo>
                <a:lnTo>
                  <a:pt x="2154870" y="108644"/>
                </a:lnTo>
                <a:lnTo>
                  <a:pt x="2155309" y="107782"/>
                </a:lnTo>
                <a:lnTo>
                  <a:pt x="2155762" y="106937"/>
                </a:lnTo>
                <a:lnTo>
                  <a:pt x="2156230" y="106108"/>
                </a:lnTo>
                <a:lnTo>
                  <a:pt x="2156713" y="105296"/>
                </a:lnTo>
                <a:lnTo>
                  <a:pt x="2157209" y="104500"/>
                </a:lnTo>
                <a:lnTo>
                  <a:pt x="2157720" y="103720"/>
                </a:lnTo>
                <a:lnTo>
                  <a:pt x="2158246" y="102958"/>
                </a:lnTo>
                <a:lnTo>
                  <a:pt x="2158785" y="102211"/>
                </a:lnTo>
                <a:lnTo>
                  <a:pt x="2159340" y="101482"/>
                </a:lnTo>
                <a:lnTo>
                  <a:pt x="2159908" y="100768"/>
                </a:lnTo>
                <a:lnTo>
                  <a:pt x="2160491" y="100072"/>
                </a:lnTo>
                <a:lnTo>
                  <a:pt x="2161089" y="99391"/>
                </a:lnTo>
                <a:lnTo>
                  <a:pt x="2161700" y="98728"/>
                </a:lnTo>
                <a:lnTo>
                  <a:pt x="2162327" y="98080"/>
                </a:lnTo>
                <a:lnTo>
                  <a:pt x="2162967" y="97450"/>
                </a:lnTo>
                <a:lnTo>
                  <a:pt x="2163622" y="96835"/>
                </a:lnTo>
                <a:lnTo>
                  <a:pt x="2164292" y="96238"/>
                </a:lnTo>
                <a:lnTo>
                  <a:pt x="2164975" y="95656"/>
                </a:lnTo>
                <a:lnTo>
                  <a:pt x="2165682" y="95095"/>
                </a:lnTo>
                <a:lnTo>
                  <a:pt x="2166404" y="94558"/>
                </a:lnTo>
                <a:lnTo>
                  <a:pt x="2167140" y="94045"/>
                </a:lnTo>
                <a:lnTo>
                  <a:pt x="2167891" y="93555"/>
                </a:lnTo>
                <a:lnTo>
                  <a:pt x="2168657" y="93090"/>
                </a:lnTo>
                <a:lnTo>
                  <a:pt x="2169437" y="92648"/>
                </a:lnTo>
                <a:lnTo>
                  <a:pt x="2170232" y="92230"/>
                </a:lnTo>
                <a:lnTo>
                  <a:pt x="2171042" y="91836"/>
                </a:lnTo>
                <a:lnTo>
                  <a:pt x="2171867" y="91466"/>
                </a:lnTo>
                <a:lnTo>
                  <a:pt x="2172707" y="91120"/>
                </a:lnTo>
                <a:lnTo>
                  <a:pt x="2173561" y="90798"/>
                </a:lnTo>
                <a:lnTo>
                  <a:pt x="2174430" y="90499"/>
                </a:lnTo>
                <a:lnTo>
                  <a:pt x="2175313" y="90225"/>
                </a:lnTo>
                <a:lnTo>
                  <a:pt x="2176212" y="89974"/>
                </a:lnTo>
                <a:lnTo>
                  <a:pt x="2177125" y="89747"/>
                </a:lnTo>
                <a:lnTo>
                  <a:pt x="2178053" y="89544"/>
                </a:lnTo>
                <a:lnTo>
                  <a:pt x="2178996" y="89365"/>
                </a:lnTo>
                <a:lnTo>
                  <a:pt x="2179953" y="89210"/>
                </a:lnTo>
                <a:lnTo>
                  <a:pt x="2180925" y="89079"/>
                </a:lnTo>
                <a:lnTo>
                  <a:pt x="2181912" y="88971"/>
                </a:lnTo>
                <a:lnTo>
                  <a:pt x="2182914" y="88888"/>
                </a:lnTo>
                <a:lnTo>
                  <a:pt x="2183930" y="88828"/>
                </a:lnTo>
                <a:lnTo>
                  <a:pt x="2184962" y="88792"/>
                </a:lnTo>
                <a:lnTo>
                  <a:pt x="2186008" y="88780"/>
                </a:lnTo>
                <a:lnTo>
                  <a:pt x="2187029" y="88792"/>
                </a:lnTo>
                <a:lnTo>
                  <a:pt x="2188036" y="88828"/>
                </a:lnTo>
                <a:lnTo>
                  <a:pt x="2189028" y="88888"/>
                </a:lnTo>
                <a:lnTo>
                  <a:pt x="2190007" y="88971"/>
                </a:lnTo>
                <a:lnTo>
                  <a:pt x="2190972" y="89079"/>
                </a:lnTo>
                <a:lnTo>
                  <a:pt x="2191923" y="89210"/>
                </a:lnTo>
                <a:lnTo>
                  <a:pt x="2192860" y="89365"/>
                </a:lnTo>
                <a:lnTo>
                  <a:pt x="2193782" y="89544"/>
                </a:lnTo>
                <a:lnTo>
                  <a:pt x="2194691" y="89747"/>
                </a:lnTo>
                <a:lnTo>
                  <a:pt x="2195586" y="89974"/>
                </a:lnTo>
                <a:lnTo>
                  <a:pt x="2196466" y="90225"/>
                </a:lnTo>
                <a:lnTo>
                  <a:pt x="2197333" y="90499"/>
                </a:lnTo>
                <a:lnTo>
                  <a:pt x="2198185" y="90798"/>
                </a:lnTo>
                <a:lnTo>
                  <a:pt x="2199024" y="91120"/>
                </a:lnTo>
                <a:lnTo>
                  <a:pt x="2199848" y="91466"/>
                </a:lnTo>
                <a:lnTo>
                  <a:pt x="2200658" y="91836"/>
                </a:lnTo>
                <a:lnTo>
                  <a:pt x="2201455" y="92230"/>
                </a:lnTo>
                <a:lnTo>
                  <a:pt x="2202237" y="92648"/>
                </a:lnTo>
                <a:lnTo>
                  <a:pt x="2203005" y="93090"/>
                </a:lnTo>
                <a:lnTo>
                  <a:pt x="2203759" y="93555"/>
                </a:lnTo>
                <a:lnTo>
                  <a:pt x="2204499" y="94045"/>
                </a:lnTo>
                <a:lnTo>
                  <a:pt x="2205225" y="94558"/>
                </a:lnTo>
                <a:lnTo>
                  <a:pt x="2205937" y="95095"/>
                </a:lnTo>
                <a:lnTo>
                  <a:pt x="2206635" y="95656"/>
                </a:lnTo>
                <a:lnTo>
                  <a:pt x="2207319" y="96238"/>
                </a:lnTo>
                <a:lnTo>
                  <a:pt x="2207988" y="96835"/>
                </a:lnTo>
                <a:lnTo>
                  <a:pt x="2208642" y="97450"/>
                </a:lnTo>
                <a:lnTo>
                  <a:pt x="2209281" y="98080"/>
                </a:lnTo>
                <a:lnTo>
                  <a:pt x="2209906" y="98728"/>
                </a:lnTo>
                <a:lnTo>
                  <a:pt x="2210516" y="99391"/>
                </a:lnTo>
                <a:lnTo>
                  <a:pt x="2211111" y="100072"/>
                </a:lnTo>
                <a:lnTo>
                  <a:pt x="2211691" y="100768"/>
                </a:lnTo>
                <a:lnTo>
                  <a:pt x="2212257" y="101482"/>
                </a:lnTo>
                <a:lnTo>
                  <a:pt x="2212808" y="102211"/>
                </a:lnTo>
                <a:lnTo>
                  <a:pt x="2213344" y="102958"/>
                </a:lnTo>
                <a:lnTo>
                  <a:pt x="2213865" y="103720"/>
                </a:lnTo>
                <a:lnTo>
                  <a:pt x="2214372" y="104500"/>
                </a:lnTo>
                <a:lnTo>
                  <a:pt x="2214864" y="105296"/>
                </a:lnTo>
                <a:lnTo>
                  <a:pt x="2215341" y="106108"/>
                </a:lnTo>
                <a:lnTo>
                  <a:pt x="2215803" y="106937"/>
                </a:lnTo>
                <a:lnTo>
                  <a:pt x="2216251" y="107782"/>
                </a:lnTo>
                <a:lnTo>
                  <a:pt x="2216684" y="108644"/>
                </a:lnTo>
                <a:lnTo>
                  <a:pt x="2217102" y="109522"/>
                </a:lnTo>
                <a:lnTo>
                  <a:pt x="2217505" y="110417"/>
                </a:lnTo>
                <a:lnTo>
                  <a:pt x="2217894" y="111328"/>
                </a:lnTo>
                <a:lnTo>
                  <a:pt x="2218268" y="112256"/>
                </a:lnTo>
                <a:lnTo>
                  <a:pt x="2218627" y="113200"/>
                </a:lnTo>
                <a:lnTo>
                  <a:pt x="2218972" y="114161"/>
                </a:lnTo>
                <a:lnTo>
                  <a:pt x="2219310" y="115126"/>
                </a:lnTo>
                <a:lnTo>
                  <a:pt x="2219634" y="116101"/>
                </a:lnTo>
                <a:lnTo>
                  <a:pt x="2219943" y="117085"/>
                </a:lnTo>
                <a:lnTo>
                  <a:pt x="2220238" y="118079"/>
                </a:lnTo>
                <a:lnTo>
                  <a:pt x="2220519" y="119082"/>
                </a:lnTo>
                <a:lnTo>
                  <a:pt x="2220785" y="120095"/>
                </a:lnTo>
                <a:lnTo>
                  <a:pt x="2221037" y="121117"/>
                </a:lnTo>
                <a:lnTo>
                  <a:pt x="2221275" y="122149"/>
                </a:lnTo>
                <a:lnTo>
                  <a:pt x="2221498" y="123190"/>
                </a:lnTo>
                <a:lnTo>
                  <a:pt x="2221707" y="124241"/>
                </a:lnTo>
                <a:lnTo>
                  <a:pt x="2221901" y="125301"/>
                </a:lnTo>
                <a:lnTo>
                  <a:pt x="2222081" y="126371"/>
                </a:lnTo>
                <a:lnTo>
                  <a:pt x="2222246" y="127450"/>
                </a:lnTo>
                <a:lnTo>
                  <a:pt x="2222398" y="128538"/>
                </a:lnTo>
                <a:lnTo>
                  <a:pt x="2222534" y="129636"/>
                </a:lnTo>
                <a:lnTo>
                  <a:pt x="2222657" y="130744"/>
                </a:lnTo>
                <a:lnTo>
                  <a:pt x="2222765" y="131861"/>
                </a:lnTo>
                <a:lnTo>
                  <a:pt x="2222858" y="132987"/>
                </a:lnTo>
                <a:lnTo>
                  <a:pt x="2222937" y="134123"/>
                </a:lnTo>
                <a:lnTo>
                  <a:pt x="2223002" y="135269"/>
                </a:lnTo>
                <a:lnTo>
                  <a:pt x="2223052" y="136424"/>
                </a:lnTo>
                <a:lnTo>
                  <a:pt x="2223088" y="137588"/>
                </a:lnTo>
                <a:lnTo>
                  <a:pt x="2223110" y="138762"/>
                </a:lnTo>
                <a:lnTo>
                  <a:pt x="2223117" y="139946"/>
                </a:lnTo>
                <a:lnTo>
                  <a:pt x="2223110" y="141121"/>
                </a:lnTo>
                <a:lnTo>
                  <a:pt x="2223088" y="142287"/>
                </a:lnTo>
                <a:lnTo>
                  <a:pt x="2223052" y="143444"/>
                </a:lnTo>
                <a:lnTo>
                  <a:pt x="2223002" y="144591"/>
                </a:lnTo>
                <a:lnTo>
                  <a:pt x="2222937" y="145730"/>
                </a:lnTo>
                <a:lnTo>
                  <a:pt x="2222858" y="146859"/>
                </a:lnTo>
                <a:lnTo>
                  <a:pt x="2222765" y="147980"/>
                </a:lnTo>
                <a:lnTo>
                  <a:pt x="2222657" y="149091"/>
                </a:lnTo>
                <a:lnTo>
                  <a:pt x="2222534" y="150193"/>
                </a:lnTo>
                <a:lnTo>
                  <a:pt x="2222398" y="151286"/>
                </a:lnTo>
                <a:lnTo>
                  <a:pt x="2222246" y="152370"/>
                </a:lnTo>
                <a:lnTo>
                  <a:pt x="2222081" y="153445"/>
                </a:lnTo>
                <a:lnTo>
                  <a:pt x="2221901" y="154510"/>
                </a:lnTo>
                <a:lnTo>
                  <a:pt x="2221707" y="155567"/>
                </a:lnTo>
                <a:lnTo>
                  <a:pt x="2221498" y="156614"/>
                </a:lnTo>
                <a:lnTo>
                  <a:pt x="2221275" y="157652"/>
                </a:lnTo>
                <a:lnTo>
                  <a:pt x="2221037" y="158681"/>
                </a:lnTo>
                <a:lnTo>
                  <a:pt x="2220785" y="159701"/>
                </a:lnTo>
                <a:lnTo>
                  <a:pt x="2220519" y="160712"/>
                </a:lnTo>
                <a:lnTo>
                  <a:pt x="2220238" y="161714"/>
                </a:lnTo>
                <a:lnTo>
                  <a:pt x="2219943" y="162706"/>
                </a:lnTo>
                <a:lnTo>
                  <a:pt x="2219634" y="163690"/>
                </a:lnTo>
                <a:lnTo>
                  <a:pt x="2219310" y="164664"/>
                </a:lnTo>
                <a:lnTo>
                  <a:pt x="2218972" y="165629"/>
                </a:lnTo>
                <a:lnTo>
                  <a:pt x="2218627" y="166582"/>
                </a:lnTo>
                <a:lnTo>
                  <a:pt x="2218268" y="167518"/>
                </a:lnTo>
                <a:lnTo>
                  <a:pt x="2217894" y="168438"/>
                </a:lnTo>
                <a:lnTo>
                  <a:pt x="2217505" y="169342"/>
                </a:lnTo>
                <a:lnTo>
                  <a:pt x="2217102" y="170230"/>
                </a:lnTo>
                <a:lnTo>
                  <a:pt x="2216684" y="171102"/>
                </a:lnTo>
                <a:lnTo>
                  <a:pt x="2216251" y="171958"/>
                </a:lnTo>
                <a:lnTo>
                  <a:pt x="2215803" y="172797"/>
                </a:lnTo>
                <a:lnTo>
                  <a:pt x="2215341" y="173621"/>
                </a:lnTo>
                <a:lnTo>
                  <a:pt x="2214864" y="174428"/>
                </a:lnTo>
                <a:lnTo>
                  <a:pt x="2214372" y="175219"/>
                </a:lnTo>
                <a:lnTo>
                  <a:pt x="2213865" y="175994"/>
                </a:lnTo>
                <a:lnTo>
                  <a:pt x="2213344" y="176752"/>
                </a:lnTo>
                <a:lnTo>
                  <a:pt x="2212808" y="177495"/>
                </a:lnTo>
                <a:lnTo>
                  <a:pt x="2212257" y="178221"/>
                </a:lnTo>
                <a:lnTo>
                  <a:pt x="2211691" y="178932"/>
                </a:lnTo>
                <a:lnTo>
                  <a:pt x="2211111" y="179626"/>
                </a:lnTo>
                <a:lnTo>
                  <a:pt x="2210516" y="180304"/>
                </a:lnTo>
                <a:lnTo>
                  <a:pt x="2209906" y="180966"/>
                </a:lnTo>
                <a:lnTo>
                  <a:pt x="2209281" y="181611"/>
                </a:lnTo>
                <a:lnTo>
                  <a:pt x="2208642" y="182241"/>
                </a:lnTo>
                <a:lnTo>
                  <a:pt x="2207988" y="182854"/>
                </a:lnTo>
                <a:lnTo>
                  <a:pt x="2207319" y="183451"/>
                </a:lnTo>
                <a:lnTo>
                  <a:pt x="2206635" y="184032"/>
                </a:lnTo>
                <a:lnTo>
                  <a:pt x="2205937" y="184585"/>
                </a:lnTo>
                <a:lnTo>
                  <a:pt x="2205225" y="185115"/>
                </a:lnTo>
                <a:lnTo>
                  <a:pt x="2204499" y="185620"/>
                </a:lnTo>
                <a:lnTo>
                  <a:pt x="2203759" y="186103"/>
                </a:lnTo>
                <a:lnTo>
                  <a:pt x="2203005" y="186561"/>
                </a:lnTo>
                <a:lnTo>
                  <a:pt x="2202237" y="186996"/>
                </a:lnTo>
                <a:lnTo>
                  <a:pt x="2201455" y="187408"/>
                </a:lnTo>
                <a:lnTo>
                  <a:pt x="2200658" y="187796"/>
                </a:lnTo>
                <a:lnTo>
                  <a:pt x="2199848" y="188161"/>
                </a:lnTo>
                <a:lnTo>
                  <a:pt x="2199024" y="188502"/>
                </a:lnTo>
                <a:lnTo>
                  <a:pt x="2198185" y="188819"/>
                </a:lnTo>
                <a:lnTo>
                  <a:pt x="2197333" y="189114"/>
                </a:lnTo>
                <a:lnTo>
                  <a:pt x="2196466" y="189384"/>
                </a:lnTo>
                <a:lnTo>
                  <a:pt x="2195586" y="189631"/>
                </a:lnTo>
                <a:lnTo>
                  <a:pt x="2194691" y="189855"/>
                </a:lnTo>
                <a:lnTo>
                  <a:pt x="2193782" y="190054"/>
                </a:lnTo>
                <a:lnTo>
                  <a:pt x="2192860" y="190231"/>
                </a:lnTo>
                <a:lnTo>
                  <a:pt x="2191923" y="190384"/>
                </a:lnTo>
                <a:lnTo>
                  <a:pt x="2190972" y="190513"/>
                </a:lnTo>
                <a:lnTo>
                  <a:pt x="2190007" y="190619"/>
                </a:lnTo>
                <a:lnTo>
                  <a:pt x="2189028" y="190701"/>
                </a:lnTo>
                <a:lnTo>
                  <a:pt x="2188036" y="190760"/>
                </a:lnTo>
                <a:lnTo>
                  <a:pt x="2187029" y="190795"/>
                </a:lnTo>
                <a:lnTo>
                  <a:pt x="2186008" y="190807"/>
                </a:lnTo>
                <a:lnTo>
                  <a:pt x="2184962" y="190795"/>
                </a:lnTo>
                <a:lnTo>
                  <a:pt x="2183930" y="190760"/>
                </a:lnTo>
                <a:lnTo>
                  <a:pt x="2182914" y="190701"/>
                </a:lnTo>
                <a:lnTo>
                  <a:pt x="2181912" y="190619"/>
                </a:lnTo>
                <a:lnTo>
                  <a:pt x="2180925" y="190513"/>
                </a:lnTo>
                <a:close/>
                <a:moveTo>
                  <a:pt x="2986465" y="94933"/>
                </a:moveTo>
                <a:lnTo>
                  <a:pt x="2985923" y="93438"/>
                </a:lnTo>
                <a:lnTo>
                  <a:pt x="2985340" y="91971"/>
                </a:lnTo>
                <a:lnTo>
                  <a:pt x="2984714" y="90533"/>
                </a:lnTo>
                <a:lnTo>
                  <a:pt x="2984048" y="89123"/>
                </a:lnTo>
                <a:lnTo>
                  <a:pt x="2983339" y="87742"/>
                </a:lnTo>
                <a:lnTo>
                  <a:pt x="2982588" y="86389"/>
                </a:lnTo>
                <a:lnTo>
                  <a:pt x="2981796" y="85064"/>
                </a:lnTo>
                <a:lnTo>
                  <a:pt x="2980962" y="83768"/>
                </a:lnTo>
                <a:lnTo>
                  <a:pt x="2980086" y="82501"/>
                </a:lnTo>
                <a:lnTo>
                  <a:pt x="2979169" y="81262"/>
                </a:lnTo>
                <a:lnTo>
                  <a:pt x="2978209" y="80051"/>
                </a:lnTo>
                <a:lnTo>
                  <a:pt x="2977208" y="78868"/>
                </a:lnTo>
                <a:lnTo>
                  <a:pt x="2976165" y="77715"/>
                </a:lnTo>
                <a:lnTo>
                  <a:pt x="2975081" y="76589"/>
                </a:lnTo>
                <a:lnTo>
                  <a:pt x="2973954" y="75492"/>
                </a:lnTo>
                <a:lnTo>
                  <a:pt x="2972786" y="74423"/>
                </a:lnTo>
                <a:lnTo>
                  <a:pt x="2971576" y="73383"/>
                </a:lnTo>
                <a:lnTo>
                  <a:pt x="2970324" y="72372"/>
                </a:lnTo>
                <a:lnTo>
                  <a:pt x="2969030" y="71388"/>
                </a:lnTo>
                <a:lnTo>
                  <a:pt x="2967704" y="70440"/>
                </a:lnTo>
                <a:lnTo>
                  <a:pt x="2966337" y="69531"/>
                </a:lnTo>
                <a:lnTo>
                  <a:pt x="2964930" y="68663"/>
                </a:lnTo>
                <a:lnTo>
                  <a:pt x="2963483" y="67835"/>
                </a:lnTo>
                <a:lnTo>
                  <a:pt x="2961995" y="67048"/>
                </a:lnTo>
                <a:lnTo>
                  <a:pt x="2960467" y="66301"/>
                </a:lnTo>
                <a:lnTo>
                  <a:pt x="2958898" y="65594"/>
                </a:lnTo>
                <a:lnTo>
                  <a:pt x="2957289" y="64928"/>
                </a:lnTo>
                <a:lnTo>
                  <a:pt x="2955640" y="64302"/>
                </a:lnTo>
                <a:lnTo>
                  <a:pt x="2953950" y="63717"/>
                </a:lnTo>
                <a:lnTo>
                  <a:pt x="2952220" y="63172"/>
                </a:lnTo>
                <a:lnTo>
                  <a:pt x="2950450" y="62667"/>
                </a:lnTo>
                <a:lnTo>
                  <a:pt x="2948639" y="62203"/>
                </a:lnTo>
                <a:lnTo>
                  <a:pt x="2946788" y="61779"/>
                </a:lnTo>
                <a:lnTo>
                  <a:pt x="2944896" y="61395"/>
                </a:lnTo>
                <a:lnTo>
                  <a:pt x="2942965" y="61052"/>
                </a:lnTo>
                <a:lnTo>
                  <a:pt x="2940992" y="60749"/>
                </a:lnTo>
                <a:lnTo>
                  <a:pt x="2938980" y="60487"/>
                </a:lnTo>
                <a:lnTo>
                  <a:pt x="2936926" y="60265"/>
                </a:lnTo>
                <a:lnTo>
                  <a:pt x="2934833" y="60083"/>
                </a:lnTo>
                <a:lnTo>
                  <a:pt x="2932699" y="59942"/>
                </a:lnTo>
                <a:lnTo>
                  <a:pt x="2930525" y="59841"/>
                </a:lnTo>
                <a:lnTo>
                  <a:pt x="2928310" y="59780"/>
                </a:lnTo>
                <a:lnTo>
                  <a:pt x="2926055" y="59760"/>
                </a:lnTo>
                <a:lnTo>
                  <a:pt x="2924512" y="59770"/>
                </a:lnTo>
                <a:lnTo>
                  <a:pt x="2922985" y="59801"/>
                </a:lnTo>
                <a:lnTo>
                  <a:pt x="2921472" y="59852"/>
                </a:lnTo>
                <a:lnTo>
                  <a:pt x="2919974" y="59923"/>
                </a:lnTo>
                <a:lnTo>
                  <a:pt x="2918492" y="60015"/>
                </a:lnTo>
                <a:lnTo>
                  <a:pt x="2917024" y="60127"/>
                </a:lnTo>
                <a:lnTo>
                  <a:pt x="2915572" y="60259"/>
                </a:lnTo>
                <a:lnTo>
                  <a:pt x="2914135" y="60412"/>
                </a:lnTo>
                <a:lnTo>
                  <a:pt x="2912713" y="60585"/>
                </a:lnTo>
                <a:lnTo>
                  <a:pt x="2911306" y="60778"/>
                </a:lnTo>
                <a:lnTo>
                  <a:pt x="2909914" y="60992"/>
                </a:lnTo>
                <a:lnTo>
                  <a:pt x="2908537" y="61226"/>
                </a:lnTo>
                <a:lnTo>
                  <a:pt x="2907175" y="61481"/>
                </a:lnTo>
                <a:lnTo>
                  <a:pt x="2905829" y="61756"/>
                </a:lnTo>
                <a:lnTo>
                  <a:pt x="2904497" y="62051"/>
                </a:lnTo>
                <a:lnTo>
                  <a:pt x="2903181" y="62367"/>
                </a:lnTo>
                <a:lnTo>
                  <a:pt x="2901879" y="62703"/>
                </a:lnTo>
                <a:lnTo>
                  <a:pt x="2900593" y="63059"/>
                </a:lnTo>
                <a:lnTo>
                  <a:pt x="2899322" y="63436"/>
                </a:lnTo>
                <a:lnTo>
                  <a:pt x="2898066" y="63833"/>
                </a:lnTo>
                <a:lnTo>
                  <a:pt x="2896825" y="64250"/>
                </a:lnTo>
                <a:lnTo>
                  <a:pt x="2895599" y="64688"/>
                </a:lnTo>
                <a:lnTo>
                  <a:pt x="2894388" y="65146"/>
                </a:lnTo>
                <a:lnTo>
                  <a:pt x="2893193" y="65625"/>
                </a:lnTo>
                <a:lnTo>
                  <a:pt x="2892024" y="66113"/>
                </a:lnTo>
                <a:lnTo>
                  <a:pt x="2890876" y="66619"/>
                </a:lnTo>
                <a:lnTo>
                  <a:pt x="2889750" y="67142"/>
                </a:lnTo>
                <a:lnTo>
                  <a:pt x="2888645" y="67681"/>
                </a:lnTo>
                <a:lnTo>
                  <a:pt x="2887562" y="68237"/>
                </a:lnTo>
                <a:lnTo>
                  <a:pt x="2886500" y="68810"/>
                </a:lnTo>
                <a:lnTo>
                  <a:pt x="2885459" y="69400"/>
                </a:lnTo>
                <a:lnTo>
                  <a:pt x="2884440" y="70006"/>
                </a:lnTo>
                <a:lnTo>
                  <a:pt x="2883443" y="70630"/>
                </a:lnTo>
                <a:lnTo>
                  <a:pt x="2882467" y="71270"/>
                </a:lnTo>
                <a:lnTo>
                  <a:pt x="2881512" y="71928"/>
                </a:lnTo>
                <a:lnTo>
                  <a:pt x="2880578" y="72602"/>
                </a:lnTo>
                <a:lnTo>
                  <a:pt x="2879666" y="73293"/>
                </a:lnTo>
                <a:lnTo>
                  <a:pt x="2878776" y="74001"/>
                </a:lnTo>
                <a:lnTo>
                  <a:pt x="2877907" y="74725"/>
                </a:lnTo>
                <a:lnTo>
                  <a:pt x="2877059" y="75467"/>
                </a:lnTo>
                <a:lnTo>
                  <a:pt x="2876233" y="76225"/>
                </a:lnTo>
                <a:lnTo>
                  <a:pt x="2875428" y="77000"/>
                </a:lnTo>
                <a:lnTo>
                  <a:pt x="2874644" y="77792"/>
                </a:lnTo>
                <a:lnTo>
                  <a:pt x="2873882" y="78601"/>
                </a:lnTo>
                <a:lnTo>
                  <a:pt x="2873142" y="79427"/>
                </a:lnTo>
                <a:lnTo>
                  <a:pt x="2872422" y="80270"/>
                </a:lnTo>
                <a:lnTo>
                  <a:pt x="2871724" y="81129"/>
                </a:lnTo>
                <a:lnTo>
                  <a:pt x="2871048" y="82006"/>
                </a:lnTo>
                <a:lnTo>
                  <a:pt x="2870405" y="82889"/>
                </a:lnTo>
                <a:lnTo>
                  <a:pt x="2869789" y="83785"/>
                </a:lnTo>
                <a:lnTo>
                  <a:pt x="2869201" y="84695"/>
                </a:lnTo>
                <a:lnTo>
                  <a:pt x="2868641" y="85618"/>
                </a:lnTo>
                <a:lnTo>
                  <a:pt x="2868108" y="86554"/>
                </a:lnTo>
                <a:lnTo>
                  <a:pt x="2867604" y="87504"/>
                </a:lnTo>
                <a:lnTo>
                  <a:pt x="2867127" y="88467"/>
                </a:lnTo>
                <a:lnTo>
                  <a:pt x="2866678" y="89443"/>
                </a:lnTo>
                <a:lnTo>
                  <a:pt x="2866256" y="90433"/>
                </a:lnTo>
                <a:lnTo>
                  <a:pt x="2865862" y="91436"/>
                </a:lnTo>
                <a:lnTo>
                  <a:pt x="2865496" y="92453"/>
                </a:lnTo>
                <a:lnTo>
                  <a:pt x="2865158" y="93482"/>
                </a:lnTo>
                <a:lnTo>
                  <a:pt x="2864847" y="94526"/>
                </a:lnTo>
                <a:lnTo>
                  <a:pt x="2864565" y="95582"/>
                </a:lnTo>
                <a:lnTo>
                  <a:pt x="2864309" y="96652"/>
                </a:lnTo>
                <a:lnTo>
                  <a:pt x="2864082" y="97735"/>
                </a:lnTo>
                <a:lnTo>
                  <a:pt x="2863883" y="98831"/>
                </a:lnTo>
                <a:lnTo>
                  <a:pt x="2863711" y="99941"/>
                </a:lnTo>
                <a:lnTo>
                  <a:pt x="2863567" y="101064"/>
                </a:lnTo>
                <a:lnTo>
                  <a:pt x="2863450" y="102201"/>
                </a:lnTo>
                <a:lnTo>
                  <a:pt x="2863362" y="103351"/>
                </a:lnTo>
                <a:lnTo>
                  <a:pt x="2863301" y="104514"/>
                </a:lnTo>
                <a:lnTo>
                  <a:pt x="2863267" y="105690"/>
                </a:lnTo>
                <a:lnTo>
                  <a:pt x="2863262" y="106880"/>
                </a:lnTo>
                <a:lnTo>
                  <a:pt x="2863272" y="108286"/>
                </a:lnTo>
                <a:lnTo>
                  <a:pt x="2863320" y="109671"/>
                </a:lnTo>
                <a:lnTo>
                  <a:pt x="2863406" y="111036"/>
                </a:lnTo>
                <a:lnTo>
                  <a:pt x="2863529" y="112380"/>
                </a:lnTo>
                <a:lnTo>
                  <a:pt x="2863689" y="113704"/>
                </a:lnTo>
                <a:lnTo>
                  <a:pt x="2863888" y="115008"/>
                </a:lnTo>
                <a:lnTo>
                  <a:pt x="2864123" y="116291"/>
                </a:lnTo>
                <a:lnTo>
                  <a:pt x="2864397" y="117554"/>
                </a:lnTo>
                <a:lnTo>
                  <a:pt x="2864708" y="118796"/>
                </a:lnTo>
                <a:lnTo>
                  <a:pt x="2865056" y="120019"/>
                </a:lnTo>
                <a:lnTo>
                  <a:pt x="2865442" y="121220"/>
                </a:lnTo>
                <a:lnTo>
                  <a:pt x="2865866" y="122402"/>
                </a:lnTo>
                <a:lnTo>
                  <a:pt x="2866327" y="123563"/>
                </a:lnTo>
                <a:lnTo>
                  <a:pt x="2866826" y="124704"/>
                </a:lnTo>
                <a:lnTo>
                  <a:pt x="2867362" y="125824"/>
                </a:lnTo>
                <a:lnTo>
                  <a:pt x="2867936" y="126924"/>
                </a:lnTo>
                <a:lnTo>
                  <a:pt x="2868547" y="128004"/>
                </a:lnTo>
                <a:lnTo>
                  <a:pt x="2869196" y="129063"/>
                </a:lnTo>
                <a:lnTo>
                  <a:pt x="2869883" y="130102"/>
                </a:lnTo>
                <a:lnTo>
                  <a:pt x="2870607" y="131120"/>
                </a:lnTo>
                <a:lnTo>
                  <a:pt x="2871369" y="132118"/>
                </a:lnTo>
                <a:lnTo>
                  <a:pt x="2872168" y="133096"/>
                </a:lnTo>
                <a:lnTo>
                  <a:pt x="2873005" y="134054"/>
                </a:lnTo>
                <a:lnTo>
                  <a:pt x="2873879" y="134991"/>
                </a:lnTo>
                <a:lnTo>
                  <a:pt x="2874793" y="135898"/>
                </a:lnTo>
                <a:lnTo>
                  <a:pt x="2875747" y="136784"/>
                </a:lnTo>
                <a:lnTo>
                  <a:pt x="2876741" y="137647"/>
                </a:lnTo>
                <a:lnTo>
                  <a:pt x="2877775" y="138488"/>
                </a:lnTo>
                <a:lnTo>
                  <a:pt x="2878850" y="139307"/>
                </a:lnTo>
                <a:lnTo>
                  <a:pt x="2879965" y="140104"/>
                </a:lnTo>
                <a:lnTo>
                  <a:pt x="2881121" y="140878"/>
                </a:lnTo>
                <a:lnTo>
                  <a:pt x="2882317" y="141631"/>
                </a:lnTo>
                <a:lnTo>
                  <a:pt x="2883553" y="142361"/>
                </a:lnTo>
                <a:lnTo>
                  <a:pt x="2884830" y="143070"/>
                </a:lnTo>
                <a:lnTo>
                  <a:pt x="2886147" y="143756"/>
                </a:lnTo>
                <a:lnTo>
                  <a:pt x="2887505" y="144420"/>
                </a:lnTo>
                <a:lnTo>
                  <a:pt x="2888903" y="145062"/>
                </a:lnTo>
                <a:lnTo>
                  <a:pt x="2890341" y="145682"/>
                </a:lnTo>
                <a:lnTo>
                  <a:pt x="2891820" y="146280"/>
                </a:lnTo>
                <a:lnTo>
                  <a:pt x="2893339" y="146855"/>
                </a:lnTo>
                <a:lnTo>
                  <a:pt x="2894898" y="147409"/>
                </a:lnTo>
                <a:lnTo>
                  <a:pt x="2896498" y="147940"/>
                </a:lnTo>
                <a:lnTo>
                  <a:pt x="2898138" y="148449"/>
                </a:lnTo>
                <a:lnTo>
                  <a:pt x="2899819" y="148936"/>
                </a:lnTo>
                <a:lnTo>
                  <a:pt x="2901540" y="149402"/>
                </a:lnTo>
                <a:lnTo>
                  <a:pt x="2903301" y="149844"/>
                </a:lnTo>
                <a:lnTo>
                  <a:pt x="2905102" y="150265"/>
                </a:lnTo>
                <a:lnTo>
                  <a:pt x="2906945" y="150664"/>
                </a:lnTo>
                <a:lnTo>
                  <a:pt x="2933437" y="156225"/>
                </a:lnTo>
                <a:lnTo>
                  <a:pt x="2934320" y="156423"/>
                </a:lnTo>
                <a:lnTo>
                  <a:pt x="2935184" y="156627"/>
                </a:lnTo>
                <a:lnTo>
                  <a:pt x="2936028" y="156838"/>
                </a:lnTo>
                <a:lnTo>
                  <a:pt x="2936852" y="157057"/>
                </a:lnTo>
                <a:lnTo>
                  <a:pt x="2937657" y="157282"/>
                </a:lnTo>
                <a:lnTo>
                  <a:pt x="2938442" y="157515"/>
                </a:lnTo>
                <a:lnTo>
                  <a:pt x="2939208" y="157754"/>
                </a:lnTo>
                <a:lnTo>
                  <a:pt x="2939953" y="158000"/>
                </a:lnTo>
                <a:lnTo>
                  <a:pt x="2940679" y="158254"/>
                </a:lnTo>
                <a:lnTo>
                  <a:pt x="2941386" y="158514"/>
                </a:lnTo>
                <a:lnTo>
                  <a:pt x="2942073" y="158782"/>
                </a:lnTo>
                <a:lnTo>
                  <a:pt x="2942740" y="159057"/>
                </a:lnTo>
                <a:lnTo>
                  <a:pt x="2943387" y="159338"/>
                </a:lnTo>
                <a:lnTo>
                  <a:pt x="2944015" y="159627"/>
                </a:lnTo>
                <a:lnTo>
                  <a:pt x="2944623" y="159922"/>
                </a:lnTo>
                <a:lnTo>
                  <a:pt x="2945211" y="160225"/>
                </a:lnTo>
                <a:lnTo>
                  <a:pt x="2945780" y="160535"/>
                </a:lnTo>
                <a:lnTo>
                  <a:pt x="2946329" y="160851"/>
                </a:lnTo>
                <a:lnTo>
                  <a:pt x="2946859" y="161175"/>
                </a:lnTo>
                <a:lnTo>
                  <a:pt x="2947369" y="161506"/>
                </a:lnTo>
                <a:lnTo>
                  <a:pt x="2947859" y="161844"/>
                </a:lnTo>
                <a:lnTo>
                  <a:pt x="2948329" y="162188"/>
                </a:lnTo>
                <a:lnTo>
                  <a:pt x="2948780" y="162540"/>
                </a:lnTo>
                <a:lnTo>
                  <a:pt x="2949211" y="162899"/>
                </a:lnTo>
                <a:lnTo>
                  <a:pt x="2949632" y="163265"/>
                </a:lnTo>
                <a:lnTo>
                  <a:pt x="2950035" y="163640"/>
                </a:lnTo>
                <a:lnTo>
                  <a:pt x="2950420" y="164022"/>
                </a:lnTo>
                <a:lnTo>
                  <a:pt x="2950787" y="164413"/>
                </a:lnTo>
                <a:lnTo>
                  <a:pt x="2951136" y="164812"/>
                </a:lnTo>
                <a:lnTo>
                  <a:pt x="2951467" y="165218"/>
                </a:lnTo>
                <a:lnTo>
                  <a:pt x="2951781" y="165633"/>
                </a:lnTo>
                <a:lnTo>
                  <a:pt x="2952076" y="166056"/>
                </a:lnTo>
                <a:lnTo>
                  <a:pt x="2952354" y="166487"/>
                </a:lnTo>
                <a:lnTo>
                  <a:pt x="2952613" y="166926"/>
                </a:lnTo>
                <a:lnTo>
                  <a:pt x="2952855" y="167373"/>
                </a:lnTo>
                <a:lnTo>
                  <a:pt x="2953079" y="167828"/>
                </a:lnTo>
                <a:lnTo>
                  <a:pt x="2953285" y="168292"/>
                </a:lnTo>
                <a:lnTo>
                  <a:pt x="2953473" y="168763"/>
                </a:lnTo>
                <a:lnTo>
                  <a:pt x="2953643" y="169243"/>
                </a:lnTo>
                <a:lnTo>
                  <a:pt x="2953795" y="169730"/>
                </a:lnTo>
                <a:lnTo>
                  <a:pt x="2953930" y="170226"/>
                </a:lnTo>
                <a:lnTo>
                  <a:pt x="2954046" y="170729"/>
                </a:lnTo>
                <a:lnTo>
                  <a:pt x="2954144" y="171241"/>
                </a:lnTo>
                <a:lnTo>
                  <a:pt x="2954225" y="171761"/>
                </a:lnTo>
                <a:lnTo>
                  <a:pt x="2954288" y="172289"/>
                </a:lnTo>
                <a:lnTo>
                  <a:pt x="2954332" y="172825"/>
                </a:lnTo>
                <a:lnTo>
                  <a:pt x="2954359" y="173369"/>
                </a:lnTo>
                <a:lnTo>
                  <a:pt x="2954368" y="173921"/>
                </a:lnTo>
                <a:lnTo>
                  <a:pt x="2954354" y="174574"/>
                </a:lnTo>
                <a:lnTo>
                  <a:pt x="2954313" y="175218"/>
                </a:lnTo>
                <a:lnTo>
                  <a:pt x="2954243" y="175853"/>
                </a:lnTo>
                <a:lnTo>
                  <a:pt x="2954146" y="176480"/>
                </a:lnTo>
                <a:lnTo>
                  <a:pt x="2954022" y="177097"/>
                </a:lnTo>
                <a:lnTo>
                  <a:pt x="2953869" y="177706"/>
                </a:lnTo>
                <a:lnTo>
                  <a:pt x="2953689" y="178307"/>
                </a:lnTo>
                <a:lnTo>
                  <a:pt x="2953481" y="178898"/>
                </a:lnTo>
                <a:lnTo>
                  <a:pt x="2953245" y="179481"/>
                </a:lnTo>
                <a:lnTo>
                  <a:pt x="2952981" y="180054"/>
                </a:lnTo>
                <a:lnTo>
                  <a:pt x="2952690" y="180620"/>
                </a:lnTo>
                <a:lnTo>
                  <a:pt x="2952371" y="181176"/>
                </a:lnTo>
                <a:lnTo>
                  <a:pt x="2952024" y="181723"/>
                </a:lnTo>
                <a:lnTo>
                  <a:pt x="2951650" y="182262"/>
                </a:lnTo>
                <a:lnTo>
                  <a:pt x="2951248" y="182792"/>
                </a:lnTo>
                <a:lnTo>
                  <a:pt x="2950818" y="183313"/>
                </a:lnTo>
                <a:lnTo>
                  <a:pt x="2950360" y="183826"/>
                </a:lnTo>
                <a:lnTo>
                  <a:pt x="2949875" y="184329"/>
                </a:lnTo>
                <a:lnTo>
                  <a:pt x="2949362" y="184824"/>
                </a:lnTo>
                <a:lnTo>
                  <a:pt x="2948821" y="185310"/>
                </a:lnTo>
                <a:lnTo>
                  <a:pt x="2948252" y="185788"/>
                </a:lnTo>
                <a:lnTo>
                  <a:pt x="2947656" y="186256"/>
                </a:lnTo>
                <a:lnTo>
                  <a:pt x="2947032" y="186716"/>
                </a:lnTo>
                <a:lnTo>
                  <a:pt x="2946380" y="187167"/>
                </a:lnTo>
                <a:lnTo>
                  <a:pt x="2945714" y="187604"/>
                </a:lnTo>
                <a:lnTo>
                  <a:pt x="2945030" y="188023"/>
                </a:lnTo>
                <a:lnTo>
                  <a:pt x="2944328" y="188423"/>
                </a:lnTo>
                <a:lnTo>
                  <a:pt x="2943608" y="188805"/>
                </a:lnTo>
                <a:lnTo>
                  <a:pt x="2942870" y="189167"/>
                </a:lnTo>
                <a:lnTo>
                  <a:pt x="2942114" y="189512"/>
                </a:lnTo>
                <a:lnTo>
                  <a:pt x="2941340" y="189837"/>
                </a:lnTo>
                <a:lnTo>
                  <a:pt x="2940549" y="190144"/>
                </a:lnTo>
                <a:lnTo>
                  <a:pt x="2939739" y="190433"/>
                </a:lnTo>
                <a:lnTo>
                  <a:pt x="2938912" y="190703"/>
                </a:lnTo>
                <a:lnTo>
                  <a:pt x="2938067" y="190954"/>
                </a:lnTo>
                <a:lnTo>
                  <a:pt x="2937204" y="191186"/>
                </a:lnTo>
                <a:lnTo>
                  <a:pt x="2936322" y="191400"/>
                </a:lnTo>
                <a:lnTo>
                  <a:pt x="2935423" y="191596"/>
                </a:lnTo>
                <a:lnTo>
                  <a:pt x="2934507" y="191773"/>
                </a:lnTo>
                <a:lnTo>
                  <a:pt x="2933572" y="191931"/>
                </a:lnTo>
                <a:lnTo>
                  <a:pt x="2932619" y="192070"/>
                </a:lnTo>
                <a:lnTo>
                  <a:pt x="2931649" y="192191"/>
                </a:lnTo>
                <a:lnTo>
                  <a:pt x="2930660" y="192294"/>
                </a:lnTo>
                <a:lnTo>
                  <a:pt x="2929654" y="192377"/>
                </a:lnTo>
                <a:lnTo>
                  <a:pt x="2928629" y="192442"/>
                </a:lnTo>
                <a:lnTo>
                  <a:pt x="2927587" y="192489"/>
                </a:lnTo>
                <a:lnTo>
                  <a:pt x="2926527" y="192517"/>
                </a:lnTo>
                <a:lnTo>
                  <a:pt x="2925449" y="192526"/>
                </a:lnTo>
                <a:lnTo>
                  <a:pt x="2924404" y="192517"/>
                </a:lnTo>
                <a:lnTo>
                  <a:pt x="2923375" y="192489"/>
                </a:lnTo>
                <a:lnTo>
                  <a:pt x="2922363" y="192442"/>
                </a:lnTo>
                <a:lnTo>
                  <a:pt x="2921368" y="192377"/>
                </a:lnTo>
                <a:lnTo>
                  <a:pt x="2920389" y="192294"/>
                </a:lnTo>
                <a:lnTo>
                  <a:pt x="2919426" y="192191"/>
                </a:lnTo>
                <a:lnTo>
                  <a:pt x="2918480" y="192070"/>
                </a:lnTo>
                <a:lnTo>
                  <a:pt x="2917551" y="191931"/>
                </a:lnTo>
                <a:lnTo>
                  <a:pt x="2916637" y="191773"/>
                </a:lnTo>
                <a:lnTo>
                  <a:pt x="2915741" y="191596"/>
                </a:lnTo>
                <a:lnTo>
                  <a:pt x="2914861" y="191400"/>
                </a:lnTo>
                <a:lnTo>
                  <a:pt x="2913997" y="191186"/>
                </a:lnTo>
                <a:lnTo>
                  <a:pt x="2913150" y="190954"/>
                </a:lnTo>
                <a:lnTo>
                  <a:pt x="2912320" y="190703"/>
                </a:lnTo>
                <a:lnTo>
                  <a:pt x="2911506" y="190433"/>
                </a:lnTo>
                <a:lnTo>
                  <a:pt x="2910708" y="190144"/>
                </a:lnTo>
                <a:lnTo>
                  <a:pt x="2909927" y="189837"/>
                </a:lnTo>
                <a:lnTo>
                  <a:pt x="2909163" y="189512"/>
                </a:lnTo>
                <a:lnTo>
                  <a:pt x="2908415" y="189167"/>
                </a:lnTo>
                <a:lnTo>
                  <a:pt x="2907683" y="188805"/>
                </a:lnTo>
                <a:lnTo>
                  <a:pt x="2906968" y="188423"/>
                </a:lnTo>
                <a:lnTo>
                  <a:pt x="2906270" y="188023"/>
                </a:lnTo>
                <a:lnTo>
                  <a:pt x="2905588" y="187604"/>
                </a:lnTo>
                <a:lnTo>
                  <a:pt x="2904922" y="187167"/>
                </a:lnTo>
                <a:lnTo>
                  <a:pt x="2904274" y="186711"/>
                </a:lnTo>
                <a:lnTo>
                  <a:pt x="2903645" y="186238"/>
                </a:lnTo>
                <a:lnTo>
                  <a:pt x="2903036" y="185747"/>
                </a:lnTo>
                <a:lnTo>
                  <a:pt x="2902445" y="185237"/>
                </a:lnTo>
                <a:lnTo>
                  <a:pt x="2901873" y="184710"/>
                </a:lnTo>
                <a:lnTo>
                  <a:pt x="2901320" y="184165"/>
                </a:lnTo>
                <a:lnTo>
                  <a:pt x="2900786" y="183602"/>
                </a:lnTo>
                <a:lnTo>
                  <a:pt x="2900271" y="183021"/>
                </a:lnTo>
                <a:lnTo>
                  <a:pt x="2899775" y="182422"/>
                </a:lnTo>
                <a:lnTo>
                  <a:pt x="2899297" y="181806"/>
                </a:lnTo>
                <a:lnTo>
                  <a:pt x="2898839" y="181171"/>
                </a:lnTo>
                <a:lnTo>
                  <a:pt x="2898400" y="180519"/>
                </a:lnTo>
                <a:lnTo>
                  <a:pt x="2897980" y="179848"/>
                </a:lnTo>
                <a:lnTo>
                  <a:pt x="2897578" y="179160"/>
                </a:lnTo>
                <a:lnTo>
                  <a:pt x="2897196" y="178454"/>
                </a:lnTo>
                <a:lnTo>
                  <a:pt x="2896833" y="177729"/>
                </a:lnTo>
                <a:lnTo>
                  <a:pt x="2896488" y="176987"/>
                </a:lnTo>
                <a:lnTo>
                  <a:pt x="2896163" y="176227"/>
                </a:lnTo>
                <a:lnTo>
                  <a:pt x="2895856" y="175450"/>
                </a:lnTo>
                <a:lnTo>
                  <a:pt x="2895569" y="174654"/>
                </a:lnTo>
                <a:lnTo>
                  <a:pt x="2895300" y="173840"/>
                </a:lnTo>
                <a:lnTo>
                  <a:pt x="2895051" y="173009"/>
                </a:lnTo>
                <a:lnTo>
                  <a:pt x="2894820" y="172159"/>
                </a:lnTo>
                <a:lnTo>
                  <a:pt x="2894608" y="171292"/>
                </a:lnTo>
                <a:lnTo>
                  <a:pt x="2858914" y="174730"/>
                </a:lnTo>
                <a:lnTo>
                  <a:pt x="2859216" y="176500"/>
                </a:lnTo>
                <a:lnTo>
                  <a:pt x="2859568" y="178237"/>
                </a:lnTo>
                <a:lnTo>
                  <a:pt x="2859968" y="179942"/>
                </a:lnTo>
                <a:lnTo>
                  <a:pt x="2860417" y="181614"/>
                </a:lnTo>
                <a:lnTo>
                  <a:pt x="2860914" y="183254"/>
                </a:lnTo>
                <a:lnTo>
                  <a:pt x="2861461" y="184860"/>
                </a:lnTo>
                <a:lnTo>
                  <a:pt x="2862056" y="186434"/>
                </a:lnTo>
                <a:lnTo>
                  <a:pt x="2862700" y="187976"/>
                </a:lnTo>
                <a:lnTo>
                  <a:pt x="2863393" y="189485"/>
                </a:lnTo>
                <a:lnTo>
                  <a:pt x="2864135" y="190961"/>
                </a:lnTo>
                <a:lnTo>
                  <a:pt x="2864925" y="192405"/>
                </a:lnTo>
                <a:lnTo>
                  <a:pt x="2865765" y="193815"/>
                </a:lnTo>
                <a:lnTo>
                  <a:pt x="2866653" y="195194"/>
                </a:lnTo>
                <a:lnTo>
                  <a:pt x="2867590" y="196539"/>
                </a:lnTo>
                <a:lnTo>
                  <a:pt x="2868575" y="197852"/>
                </a:lnTo>
                <a:lnTo>
                  <a:pt x="2869610" y="199133"/>
                </a:lnTo>
                <a:lnTo>
                  <a:pt x="2870693" y="200380"/>
                </a:lnTo>
                <a:lnTo>
                  <a:pt x="2871825" y="201595"/>
                </a:lnTo>
                <a:lnTo>
                  <a:pt x="2873006" y="202777"/>
                </a:lnTo>
                <a:lnTo>
                  <a:pt x="2874236" y="203927"/>
                </a:lnTo>
                <a:lnTo>
                  <a:pt x="2875515" y="205044"/>
                </a:lnTo>
                <a:lnTo>
                  <a:pt x="2876842" y="206129"/>
                </a:lnTo>
                <a:lnTo>
                  <a:pt x="2878218" y="207180"/>
                </a:lnTo>
                <a:lnTo>
                  <a:pt x="2879643" y="208199"/>
                </a:lnTo>
                <a:lnTo>
                  <a:pt x="2881112" y="209173"/>
                </a:lnTo>
                <a:lnTo>
                  <a:pt x="2882619" y="210105"/>
                </a:lnTo>
                <a:lnTo>
                  <a:pt x="2884165" y="210996"/>
                </a:lnTo>
                <a:lnTo>
                  <a:pt x="2885749" y="211845"/>
                </a:lnTo>
                <a:lnTo>
                  <a:pt x="2887372" y="212653"/>
                </a:lnTo>
                <a:lnTo>
                  <a:pt x="2889034" y="213419"/>
                </a:lnTo>
                <a:lnTo>
                  <a:pt x="2890735" y="214144"/>
                </a:lnTo>
                <a:lnTo>
                  <a:pt x="2892474" y="214828"/>
                </a:lnTo>
                <a:lnTo>
                  <a:pt x="2894251" y="215470"/>
                </a:lnTo>
                <a:lnTo>
                  <a:pt x="2896067" y="216071"/>
                </a:lnTo>
                <a:lnTo>
                  <a:pt x="2897922" y="216630"/>
                </a:lnTo>
                <a:lnTo>
                  <a:pt x="2899816" y="217148"/>
                </a:lnTo>
                <a:lnTo>
                  <a:pt x="2901748" y="217625"/>
                </a:lnTo>
                <a:lnTo>
                  <a:pt x="2903719" y="218060"/>
                </a:lnTo>
                <a:lnTo>
                  <a:pt x="2905728" y="218453"/>
                </a:lnTo>
                <a:lnTo>
                  <a:pt x="2907776" y="218805"/>
                </a:lnTo>
                <a:lnTo>
                  <a:pt x="2909862" y="219116"/>
                </a:lnTo>
                <a:lnTo>
                  <a:pt x="2911988" y="219385"/>
                </a:lnTo>
                <a:lnTo>
                  <a:pt x="2914152" y="219613"/>
                </a:lnTo>
                <a:lnTo>
                  <a:pt x="2916354" y="219800"/>
                </a:lnTo>
                <a:lnTo>
                  <a:pt x="2918595" y="219945"/>
                </a:lnTo>
                <a:lnTo>
                  <a:pt x="2920875" y="220048"/>
                </a:lnTo>
                <a:lnTo>
                  <a:pt x="2923193" y="220110"/>
                </a:lnTo>
                <a:lnTo>
                  <a:pt x="2925550" y="220131"/>
                </a:lnTo>
                <a:lnTo>
                  <a:pt x="2927160" y="220120"/>
                </a:lnTo>
                <a:lnTo>
                  <a:pt x="2928755" y="220088"/>
                </a:lnTo>
                <a:lnTo>
                  <a:pt x="2930334" y="220033"/>
                </a:lnTo>
                <a:lnTo>
                  <a:pt x="2931898" y="219957"/>
                </a:lnTo>
                <a:lnTo>
                  <a:pt x="2933446" y="219859"/>
                </a:lnTo>
                <a:lnTo>
                  <a:pt x="2934979" y="219739"/>
                </a:lnTo>
                <a:lnTo>
                  <a:pt x="2936496" y="219598"/>
                </a:lnTo>
                <a:lnTo>
                  <a:pt x="2937998" y="219435"/>
                </a:lnTo>
                <a:lnTo>
                  <a:pt x="2939485" y="219249"/>
                </a:lnTo>
                <a:lnTo>
                  <a:pt x="2940956" y="219043"/>
                </a:lnTo>
                <a:lnTo>
                  <a:pt x="2942412" y="218814"/>
                </a:lnTo>
                <a:lnTo>
                  <a:pt x="2943852" y="218564"/>
                </a:lnTo>
                <a:lnTo>
                  <a:pt x="2945277" y="218292"/>
                </a:lnTo>
                <a:lnTo>
                  <a:pt x="2946686" y="217998"/>
                </a:lnTo>
                <a:lnTo>
                  <a:pt x="2948080" y="217682"/>
                </a:lnTo>
                <a:lnTo>
                  <a:pt x="2949458" y="217345"/>
                </a:lnTo>
                <a:lnTo>
                  <a:pt x="2950821" y="216986"/>
                </a:lnTo>
                <a:lnTo>
                  <a:pt x="2952169" y="216605"/>
                </a:lnTo>
                <a:lnTo>
                  <a:pt x="2953501" y="216202"/>
                </a:lnTo>
                <a:lnTo>
                  <a:pt x="2954818" y="215777"/>
                </a:lnTo>
                <a:lnTo>
                  <a:pt x="2956119" y="215331"/>
                </a:lnTo>
                <a:lnTo>
                  <a:pt x="2957405" y="214863"/>
                </a:lnTo>
                <a:lnTo>
                  <a:pt x="2958675" y="214373"/>
                </a:lnTo>
                <a:lnTo>
                  <a:pt x="2959930" y="213862"/>
                </a:lnTo>
                <a:lnTo>
                  <a:pt x="2961165" y="213331"/>
                </a:lnTo>
                <a:lnTo>
                  <a:pt x="2962378" y="212783"/>
                </a:lnTo>
                <a:lnTo>
                  <a:pt x="2963568" y="212219"/>
                </a:lnTo>
                <a:lnTo>
                  <a:pt x="2964735" y="211637"/>
                </a:lnTo>
                <a:lnTo>
                  <a:pt x="2965880" y="211039"/>
                </a:lnTo>
                <a:lnTo>
                  <a:pt x="2967001" y="210424"/>
                </a:lnTo>
                <a:lnTo>
                  <a:pt x="2968100" y="209792"/>
                </a:lnTo>
                <a:lnTo>
                  <a:pt x="2969176" y="209143"/>
                </a:lnTo>
                <a:lnTo>
                  <a:pt x="2970229" y="208477"/>
                </a:lnTo>
                <a:lnTo>
                  <a:pt x="2971260" y="207795"/>
                </a:lnTo>
                <a:lnTo>
                  <a:pt x="2972267" y="207095"/>
                </a:lnTo>
                <a:lnTo>
                  <a:pt x="2973252" y="206379"/>
                </a:lnTo>
                <a:lnTo>
                  <a:pt x="2974214" y="205646"/>
                </a:lnTo>
                <a:lnTo>
                  <a:pt x="2975153" y="204896"/>
                </a:lnTo>
                <a:lnTo>
                  <a:pt x="2976069" y="204129"/>
                </a:lnTo>
                <a:lnTo>
                  <a:pt x="2976962" y="203346"/>
                </a:lnTo>
                <a:lnTo>
                  <a:pt x="2977833" y="202545"/>
                </a:lnTo>
                <a:lnTo>
                  <a:pt x="2978680" y="201728"/>
                </a:lnTo>
                <a:lnTo>
                  <a:pt x="2979505" y="200894"/>
                </a:lnTo>
                <a:lnTo>
                  <a:pt x="2980307" y="200043"/>
                </a:lnTo>
                <a:lnTo>
                  <a:pt x="2981087" y="199175"/>
                </a:lnTo>
                <a:lnTo>
                  <a:pt x="2981843" y="198290"/>
                </a:lnTo>
                <a:lnTo>
                  <a:pt x="2982577" y="197388"/>
                </a:lnTo>
                <a:lnTo>
                  <a:pt x="2983288" y="196470"/>
                </a:lnTo>
                <a:lnTo>
                  <a:pt x="2983981" y="195528"/>
                </a:lnTo>
                <a:lnTo>
                  <a:pt x="2984645" y="194575"/>
                </a:lnTo>
                <a:lnTo>
                  <a:pt x="2985280" y="193610"/>
                </a:lnTo>
                <a:lnTo>
                  <a:pt x="2985886" y="192633"/>
                </a:lnTo>
                <a:lnTo>
                  <a:pt x="2986462" y="191644"/>
                </a:lnTo>
                <a:lnTo>
                  <a:pt x="2987010" y="190643"/>
                </a:lnTo>
                <a:lnTo>
                  <a:pt x="2987528" y="189630"/>
                </a:lnTo>
                <a:lnTo>
                  <a:pt x="2988018" y="188605"/>
                </a:lnTo>
                <a:lnTo>
                  <a:pt x="2988478" y="187568"/>
                </a:lnTo>
                <a:lnTo>
                  <a:pt x="2988909" y="186520"/>
                </a:lnTo>
                <a:lnTo>
                  <a:pt x="2989311" y="185459"/>
                </a:lnTo>
                <a:lnTo>
                  <a:pt x="2989683" y="184386"/>
                </a:lnTo>
                <a:lnTo>
                  <a:pt x="2990027" y="183302"/>
                </a:lnTo>
                <a:lnTo>
                  <a:pt x="2990341" y="182205"/>
                </a:lnTo>
                <a:lnTo>
                  <a:pt x="2990626" y="181097"/>
                </a:lnTo>
                <a:lnTo>
                  <a:pt x="2990883" y="179977"/>
                </a:lnTo>
                <a:lnTo>
                  <a:pt x="2991110" y="178844"/>
                </a:lnTo>
                <a:lnTo>
                  <a:pt x="2991307" y="177700"/>
                </a:lnTo>
                <a:lnTo>
                  <a:pt x="2991476" y="176544"/>
                </a:lnTo>
                <a:lnTo>
                  <a:pt x="2991616" y="175376"/>
                </a:lnTo>
                <a:lnTo>
                  <a:pt x="2991726" y="174196"/>
                </a:lnTo>
                <a:lnTo>
                  <a:pt x="2991807" y="173004"/>
                </a:lnTo>
                <a:lnTo>
                  <a:pt x="2991859" y="171800"/>
                </a:lnTo>
                <a:lnTo>
                  <a:pt x="2991882" y="170584"/>
                </a:lnTo>
                <a:lnTo>
                  <a:pt x="2991855" y="169205"/>
                </a:lnTo>
                <a:lnTo>
                  <a:pt x="2991791" y="167847"/>
                </a:lnTo>
                <a:lnTo>
                  <a:pt x="2991690" y="166512"/>
                </a:lnTo>
                <a:lnTo>
                  <a:pt x="2991551" y="165199"/>
                </a:lnTo>
                <a:lnTo>
                  <a:pt x="2991375" y="163909"/>
                </a:lnTo>
                <a:lnTo>
                  <a:pt x="2991162" y="162640"/>
                </a:lnTo>
                <a:lnTo>
                  <a:pt x="2990912" y="161393"/>
                </a:lnTo>
                <a:lnTo>
                  <a:pt x="2990624" y="160169"/>
                </a:lnTo>
                <a:lnTo>
                  <a:pt x="2990299" y="158967"/>
                </a:lnTo>
                <a:lnTo>
                  <a:pt x="2989937" y="157786"/>
                </a:lnTo>
                <a:lnTo>
                  <a:pt x="2989538" y="156628"/>
                </a:lnTo>
                <a:lnTo>
                  <a:pt x="2989102" y="155492"/>
                </a:lnTo>
                <a:lnTo>
                  <a:pt x="2988628" y="154378"/>
                </a:lnTo>
                <a:lnTo>
                  <a:pt x="2988117" y="153287"/>
                </a:lnTo>
                <a:lnTo>
                  <a:pt x="2987569" y="152217"/>
                </a:lnTo>
                <a:lnTo>
                  <a:pt x="2986984" y="151169"/>
                </a:lnTo>
                <a:lnTo>
                  <a:pt x="2986362" y="150144"/>
                </a:lnTo>
                <a:lnTo>
                  <a:pt x="2985702" y="149141"/>
                </a:lnTo>
                <a:lnTo>
                  <a:pt x="2985005" y="148160"/>
                </a:lnTo>
                <a:lnTo>
                  <a:pt x="2984271" y="147201"/>
                </a:lnTo>
                <a:lnTo>
                  <a:pt x="2983499" y="146264"/>
                </a:lnTo>
                <a:lnTo>
                  <a:pt x="2982691" y="145349"/>
                </a:lnTo>
                <a:lnTo>
                  <a:pt x="2981845" y="144456"/>
                </a:lnTo>
                <a:lnTo>
                  <a:pt x="2980962" y="143586"/>
                </a:lnTo>
                <a:lnTo>
                  <a:pt x="2980049" y="142736"/>
                </a:lnTo>
                <a:lnTo>
                  <a:pt x="2979097" y="141905"/>
                </a:lnTo>
                <a:lnTo>
                  <a:pt x="2978105" y="141094"/>
                </a:lnTo>
                <a:lnTo>
                  <a:pt x="2977075" y="140302"/>
                </a:lnTo>
                <a:lnTo>
                  <a:pt x="2976004" y="139530"/>
                </a:lnTo>
                <a:lnTo>
                  <a:pt x="2974895" y="138776"/>
                </a:lnTo>
                <a:lnTo>
                  <a:pt x="2973746" y="138042"/>
                </a:lnTo>
                <a:lnTo>
                  <a:pt x="2972558" y="137328"/>
                </a:lnTo>
                <a:lnTo>
                  <a:pt x="2971331" y="136632"/>
                </a:lnTo>
                <a:lnTo>
                  <a:pt x="2970064" y="135956"/>
                </a:lnTo>
                <a:lnTo>
                  <a:pt x="2968758" y="135300"/>
                </a:lnTo>
                <a:lnTo>
                  <a:pt x="2967412" y="134662"/>
                </a:lnTo>
                <a:lnTo>
                  <a:pt x="2966028" y="134044"/>
                </a:lnTo>
                <a:lnTo>
                  <a:pt x="2964604" y="133445"/>
                </a:lnTo>
                <a:lnTo>
                  <a:pt x="2963140" y="132866"/>
                </a:lnTo>
                <a:lnTo>
                  <a:pt x="2961637" y="132306"/>
                </a:lnTo>
                <a:lnTo>
                  <a:pt x="2960095" y="131765"/>
                </a:lnTo>
                <a:lnTo>
                  <a:pt x="2958514" y="131243"/>
                </a:lnTo>
                <a:lnTo>
                  <a:pt x="2956893" y="130741"/>
                </a:lnTo>
                <a:lnTo>
                  <a:pt x="2955233" y="130258"/>
                </a:lnTo>
                <a:lnTo>
                  <a:pt x="2953534" y="129794"/>
                </a:lnTo>
                <a:lnTo>
                  <a:pt x="2951795" y="129350"/>
                </a:lnTo>
                <a:lnTo>
                  <a:pt x="2950017" y="128925"/>
                </a:lnTo>
                <a:lnTo>
                  <a:pt x="2948200" y="128519"/>
                </a:lnTo>
                <a:lnTo>
                  <a:pt x="2921708" y="122857"/>
                </a:lnTo>
                <a:lnTo>
                  <a:pt x="2920733" y="122627"/>
                </a:lnTo>
                <a:lnTo>
                  <a:pt x="2919782" y="122391"/>
                </a:lnTo>
                <a:lnTo>
                  <a:pt x="2918854" y="122151"/>
                </a:lnTo>
                <a:lnTo>
                  <a:pt x="2917949" y="121905"/>
                </a:lnTo>
                <a:lnTo>
                  <a:pt x="2917068" y="121653"/>
                </a:lnTo>
                <a:lnTo>
                  <a:pt x="2916209" y="121397"/>
                </a:lnTo>
                <a:lnTo>
                  <a:pt x="2915374" y="121135"/>
                </a:lnTo>
                <a:lnTo>
                  <a:pt x="2914562" y="120868"/>
                </a:lnTo>
                <a:lnTo>
                  <a:pt x="2913773" y="120596"/>
                </a:lnTo>
                <a:lnTo>
                  <a:pt x="2913007" y="120318"/>
                </a:lnTo>
                <a:lnTo>
                  <a:pt x="2912265" y="120036"/>
                </a:lnTo>
                <a:lnTo>
                  <a:pt x="2911545" y="119747"/>
                </a:lnTo>
                <a:lnTo>
                  <a:pt x="2910849" y="119454"/>
                </a:lnTo>
                <a:lnTo>
                  <a:pt x="2910176" y="119156"/>
                </a:lnTo>
                <a:lnTo>
                  <a:pt x="2909526" y="118852"/>
                </a:lnTo>
                <a:lnTo>
                  <a:pt x="2908899" y="118543"/>
                </a:lnTo>
                <a:lnTo>
                  <a:pt x="2908296" y="118228"/>
                </a:lnTo>
                <a:lnTo>
                  <a:pt x="2907716" y="117908"/>
                </a:lnTo>
                <a:lnTo>
                  <a:pt x="2907158" y="117583"/>
                </a:lnTo>
                <a:lnTo>
                  <a:pt x="2906624" y="117253"/>
                </a:lnTo>
                <a:lnTo>
                  <a:pt x="2906113" y="116918"/>
                </a:lnTo>
                <a:lnTo>
                  <a:pt x="2905626" y="116577"/>
                </a:lnTo>
                <a:lnTo>
                  <a:pt x="2905161" y="116231"/>
                </a:lnTo>
                <a:lnTo>
                  <a:pt x="2904720" y="115880"/>
                </a:lnTo>
                <a:lnTo>
                  <a:pt x="2904308" y="115521"/>
                </a:lnTo>
                <a:lnTo>
                  <a:pt x="2903913" y="115154"/>
                </a:lnTo>
                <a:lnTo>
                  <a:pt x="2903537" y="114779"/>
                </a:lnTo>
                <a:lnTo>
                  <a:pt x="2903178" y="114394"/>
                </a:lnTo>
                <a:lnTo>
                  <a:pt x="2902837" y="114000"/>
                </a:lnTo>
                <a:lnTo>
                  <a:pt x="2902514" y="113598"/>
                </a:lnTo>
                <a:lnTo>
                  <a:pt x="2902209" y="113187"/>
                </a:lnTo>
                <a:lnTo>
                  <a:pt x="2901922" y="112768"/>
                </a:lnTo>
                <a:lnTo>
                  <a:pt x="2901653" y="112339"/>
                </a:lnTo>
                <a:lnTo>
                  <a:pt x="2901402" y="111902"/>
                </a:lnTo>
                <a:lnTo>
                  <a:pt x="2901169" y="111456"/>
                </a:lnTo>
                <a:lnTo>
                  <a:pt x="2900953" y="111001"/>
                </a:lnTo>
                <a:lnTo>
                  <a:pt x="2900756" y="110537"/>
                </a:lnTo>
                <a:lnTo>
                  <a:pt x="2900576" y="110065"/>
                </a:lnTo>
                <a:lnTo>
                  <a:pt x="2900414" y="109584"/>
                </a:lnTo>
                <a:lnTo>
                  <a:pt x="2900271" y="109094"/>
                </a:lnTo>
                <a:lnTo>
                  <a:pt x="2900145" y="108595"/>
                </a:lnTo>
                <a:lnTo>
                  <a:pt x="2900037" y="108087"/>
                </a:lnTo>
                <a:lnTo>
                  <a:pt x="2899947" y="107571"/>
                </a:lnTo>
                <a:lnTo>
                  <a:pt x="2899875" y="107046"/>
                </a:lnTo>
                <a:lnTo>
                  <a:pt x="2899820" y="106512"/>
                </a:lnTo>
                <a:lnTo>
                  <a:pt x="2899784" y="105970"/>
                </a:lnTo>
                <a:lnTo>
                  <a:pt x="2899766" y="105418"/>
                </a:lnTo>
                <a:lnTo>
                  <a:pt x="2899765" y="104858"/>
                </a:lnTo>
                <a:lnTo>
                  <a:pt x="2899770" y="104206"/>
                </a:lnTo>
                <a:lnTo>
                  <a:pt x="2899802" y="103564"/>
                </a:lnTo>
                <a:lnTo>
                  <a:pt x="2899862" y="102932"/>
                </a:lnTo>
                <a:lnTo>
                  <a:pt x="2899948" y="102310"/>
                </a:lnTo>
                <a:lnTo>
                  <a:pt x="2900061" y="101699"/>
                </a:lnTo>
                <a:lnTo>
                  <a:pt x="2900201" y="101098"/>
                </a:lnTo>
                <a:lnTo>
                  <a:pt x="2900368" y="100507"/>
                </a:lnTo>
                <a:lnTo>
                  <a:pt x="2900563" y="99926"/>
                </a:lnTo>
                <a:lnTo>
                  <a:pt x="2900784" y="99355"/>
                </a:lnTo>
                <a:lnTo>
                  <a:pt x="2901033" y="98795"/>
                </a:lnTo>
                <a:lnTo>
                  <a:pt x="2901308" y="98244"/>
                </a:lnTo>
                <a:lnTo>
                  <a:pt x="2901610" y="97704"/>
                </a:lnTo>
                <a:lnTo>
                  <a:pt x="2901940" y="97174"/>
                </a:lnTo>
                <a:lnTo>
                  <a:pt x="2902296" y="96654"/>
                </a:lnTo>
                <a:lnTo>
                  <a:pt x="2902680" y="96145"/>
                </a:lnTo>
                <a:lnTo>
                  <a:pt x="2903091" y="95645"/>
                </a:lnTo>
                <a:lnTo>
                  <a:pt x="2903528" y="95156"/>
                </a:lnTo>
                <a:lnTo>
                  <a:pt x="2903993" y="94677"/>
                </a:lnTo>
                <a:lnTo>
                  <a:pt x="2904485" y="94208"/>
                </a:lnTo>
                <a:lnTo>
                  <a:pt x="2905003" y="93749"/>
                </a:lnTo>
                <a:lnTo>
                  <a:pt x="2905549" y="93301"/>
                </a:lnTo>
                <a:lnTo>
                  <a:pt x="2906122" y="92862"/>
                </a:lnTo>
                <a:lnTo>
                  <a:pt x="2906722" y="92434"/>
                </a:lnTo>
                <a:lnTo>
                  <a:pt x="2907349" y="92016"/>
                </a:lnTo>
                <a:lnTo>
                  <a:pt x="2908004" y="91612"/>
                </a:lnTo>
                <a:lnTo>
                  <a:pt x="2908672" y="91225"/>
                </a:lnTo>
                <a:lnTo>
                  <a:pt x="2909352" y="90855"/>
                </a:lnTo>
                <a:lnTo>
                  <a:pt x="2910045" y="90502"/>
                </a:lnTo>
                <a:lnTo>
                  <a:pt x="2910751" y="90167"/>
                </a:lnTo>
                <a:lnTo>
                  <a:pt x="2911469" y="89849"/>
                </a:lnTo>
                <a:lnTo>
                  <a:pt x="2912200" y="89547"/>
                </a:lnTo>
                <a:lnTo>
                  <a:pt x="2912944" y="89264"/>
                </a:lnTo>
                <a:lnTo>
                  <a:pt x="2913700" y="88997"/>
                </a:lnTo>
                <a:lnTo>
                  <a:pt x="2914469" y="88747"/>
                </a:lnTo>
                <a:lnTo>
                  <a:pt x="2915251" y="88515"/>
                </a:lnTo>
                <a:lnTo>
                  <a:pt x="2916045" y="88300"/>
                </a:lnTo>
                <a:lnTo>
                  <a:pt x="2916852" y="88102"/>
                </a:lnTo>
                <a:lnTo>
                  <a:pt x="2917671" y="87922"/>
                </a:lnTo>
                <a:lnTo>
                  <a:pt x="2918503" y="87758"/>
                </a:lnTo>
                <a:lnTo>
                  <a:pt x="2919348" y="87612"/>
                </a:lnTo>
                <a:lnTo>
                  <a:pt x="2920206" y="87483"/>
                </a:lnTo>
                <a:lnTo>
                  <a:pt x="2921076" y="87371"/>
                </a:lnTo>
                <a:lnTo>
                  <a:pt x="2921958" y="87277"/>
                </a:lnTo>
                <a:lnTo>
                  <a:pt x="2922854" y="87199"/>
                </a:lnTo>
                <a:lnTo>
                  <a:pt x="2923761" y="87139"/>
                </a:lnTo>
                <a:lnTo>
                  <a:pt x="2924682" y="87096"/>
                </a:lnTo>
                <a:lnTo>
                  <a:pt x="2925615" y="87070"/>
                </a:lnTo>
                <a:lnTo>
                  <a:pt x="2926561" y="87061"/>
                </a:lnTo>
                <a:lnTo>
                  <a:pt x="2927264" y="87066"/>
                </a:lnTo>
                <a:lnTo>
                  <a:pt x="2927959" y="87080"/>
                </a:lnTo>
                <a:lnTo>
                  <a:pt x="2928644" y="87104"/>
                </a:lnTo>
                <a:lnTo>
                  <a:pt x="2929319" y="87137"/>
                </a:lnTo>
                <a:lnTo>
                  <a:pt x="2929986" y="87180"/>
                </a:lnTo>
                <a:lnTo>
                  <a:pt x="2930644" y="87232"/>
                </a:lnTo>
                <a:lnTo>
                  <a:pt x="2931292" y="87294"/>
                </a:lnTo>
                <a:lnTo>
                  <a:pt x="2931932" y="87365"/>
                </a:lnTo>
                <a:lnTo>
                  <a:pt x="2932562" y="87445"/>
                </a:lnTo>
                <a:lnTo>
                  <a:pt x="2933183" y="87535"/>
                </a:lnTo>
                <a:lnTo>
                  <a:pt x="2933795" y="87635"/>
                </a:lnTo>
                <a:lnTo>
                  <a:pt x="2934398" y="87744"/>
                </a:lnTo>
                <a:lnTo>
                  <a:pt x="2934991" y="87863"/>
                </a:lnTo>
                <a:lnTo>
                  <a:pt x="2935576" y="87991"/>
                </a:lnTo>
                <a:lnTo>
                  <a:pt x="2936151" y="88128"/>
                </a:lnTo>
                <a:lnTo>
                  <a:pt x="2936718" y="88275"/>
                </a:lnTo>
                <a:lnTo>
                  <a:pt x="2937275" y="88431"/>
                </a:lnTo>
                <a:lnTo>
                  <a:pt x="2937823" y="88597"/>
                </a:lnTo>
                <a:lnTo>
                  <a:pt x="2938362" y="88773"/>
                </a:lnTo>
                <a:lnTo>
                  <a:pt x="2938892" y="88957"/>
                </a:lnTo>
                <a:lnTo>
                  <a:pt x="2939412" y="89152"/>
                </a:lnTo>
                <a:lnTo>
                  <a:pt x="2939924" y="89356"/>
                </a:lnTo>
                <a:lnTo>
                  <a:pt x="2940426" y="89569"/>
                </a:lnTo>
                <a:lnTo>
                  <a:pt x="2940920" y="89792"/>
                </a:lnTo>
                <a:lnTo>
                  <a:pt x="2941404" y="90022"/>
                </a:lnTo>
                <a:lnTo>
                  <a:pt x="2941880" y="90259"/>
                </a:lnTo>
                <a:lnTo>
                  <a:pt x="2942348" y="90501"/>
                </a:lnTo>
                <a:lnTo>
                  <a:pt x="2942807" y="90749"/>
                </a:lnTo>
                <a:lnTo>
                  <a:pt x="2943258" y="91004"/>
                </a:lnTo>
                <a:lnTo>
                  <a:pt x="2943700" y="91264"/>
                </a:lnTo>
                <a:lnTo>
                  <a:pt x="2944134" y="91530"/>
                </a:lnTo>
                <a:lnTo>
                  <a:pt x="2944560" y="91803"/>
                </a:lnTo>
                <a:lnTo>
                  <a:pt x="2944977" y="92081"/>
                </a:lnTo>
                <a:lnTo>
                  <a:pt x="2945386" y="92365"/>
                </a:lnTo>
                <a:lnTo>
                  <a:pt x="2945786" y="92655"/>
                </a:lnTo>
                <a:lnTo>
                  <a:pt x="2946178" y="92952"/>
                </a:lnTo>
                <a:lnTo>
                  <a:pt x="2946561" y="93254"/>
                </a:lnTo>
                <a:lnTo>
                  <a:pt x="2946936" y="93562"/>
                </a:lnTo>
                <a:lnTo>
                  <a:pt x="2947303" y="93876"/>
                </a:lnTo>
                <a:lnTo>
                  <a:pt x="2947661" y="94196"/>
                </a:lnTo>
                <a:lnTo>
                  <a:pt x="2948011" y="94522"/>
                </a:lnTo>
                <a:lnTo>
                  <a:pt x="2948352" y="94854"/>
                </a:lnTo>
                <a:lnTo>
                  <a:pt x="2948685" y="95192"/>
                </a:lnTo>
                <a:lnTo>
                  <a:pt x="2949009" y="95536"/>
                </a:lnTo>
                <a:lnTo>
                  <a:pt x="2949325" y="95886"/>
                </a:lnTo>
                <a:lnTo>
                  <a:pt x="2949633" y="96241"/>
                </a:lnTo>
                <a:lnTo>
                  <a:pt x="2949932" y="96603"/>
                </a:lnTo>
                <a:lnTo>
                  <a:pt x="2950222" y="96971"/>
                </a:lnTo>
                <a:lnTo>
                  <a:pt x="2950514" y="97343"/>
                </a:lnTo>
                <a:lnTo>
                  <a:pt x="2950797" y="97717"/>
                </a:lnTo>
                <a:lnTo>
                  <a:pt x="2951074" y="98093"/>
                </a:lnTo>
                <a:lnTo>
                  <a:pt x="2951343" y="98471"/>
                </a:lnTo>
                <a:lnTo>
                  <a:pt x="2951605" y="98851"/>
                </a:lnTo>
                <a:lnTo>
                  <a:pt x="2951859" y="99233"/>
                </a:lnTo>
                <a:lnTo>
                  <a:pt x="2952106" y="99618"/>
                </a:lnTo>
                <a:lnTo>
                  <a:pt x="2952346" y="100004"/>
                </a:lnTo>
                <a:lnTo>
                  <a:pt x="2952578" y="100393"/>
                </a:lnTo>
                <a:lnTo>
                  <a:pt x="2952803" y="100784"/>
                </a:lnTo>
                <a:lnTo>
                  <a:pt x="2953021" y="101177"/>
                </a:lnTo>
                <a:lnTo>
                  <a:pt x="2953231" y="101572"/>
                </a:lnTo>
                <a:lnTo>
                  <a:pt x="2953433" y="101969"/>
                </a:lnTo>
                <a:lnTo>
                  <a:pt x="2953629" y="102368"/>
                </a:lnTo>
                <a:lnTo>
                  <a:pt x="2953817" y="102769"/>
                </a:lnTo>
                <a:lnTo>
                  <a:pt x="2953998" y="103173"/>
                </a:lnTo>
                <a:lnTo>
                  <a:pt x="2954171" y="103578"/>
                </a:lnTo>
                <a:lnTo>
                  <a:pt x="2954337" y="103986"/>
                </a:lnTo>
                <a:lnTo>
                  <a:pt x="2954495" y="104396"/>
                </a:lnTo>
                <a:lnTo>
                  <a:pt x="2954646" y="104807"/>
                </a:lnTo>
                <a:lnTo>
                  <a:pt x="2954790" y="105221"/>
                </a:lnTo>
                <a:lnTo>
                  <a:pt x="2954926" y="105637"/>
                </a:lnTo>
                <a:lnTo>
                  <a:pt x="2955055" y="106056"/>
                </a:lnTo>
                <a:lnTo>
                  <a:pt x="2955177" y="106476"/>
                </a:lnTo>
                <a:lnTo>
                  <a:pt x="2988546" y="102836"/>
                </a:lnTo>
                <a:lnTo>
                  <a:pt x="2988213" y="101198"/>
                </a:lnTo>
                <a:lnTo>
                  <a:pt x="2987839" y="99589"/>
                </a:lnTo>
                <a:lnTo>
                  <a:pt x="2987422" y="98009"/>
                </a:lnTo>
                <a:lnTo>
                  <a:pt x="2986964" y="96457"/>
                </a:lnTo>
                <a:lnTo>
                  <a:pt x="2986465" y="94933"/>
                </a:lnTo>
                <a:close/>
                <a:moveTo>
                  <a:pt x="2751898" y="220087"/>
                </a:moveTo>
                <a:lnTo>
                  <a:pt x="2752849" y="220024"/>
                </a:lnTo>
                <a:lnTo>
                  <a:pt x="2753789" y="219948"/>
                </a:lnTo>
                <a:lnTo>
                  <a:pt x="2754719" y="219861"/>
                </a:lnTo>
                <a:lnTo>
                  <a:pt x="2755637" y="219763"/>
                </a:lnTo>
                <a:lnTo>
                  <a:pt x="2756545" y="219653"/>
                </a:lnTo>
                <a:lnTo>
                  <a:pt x="2757442" y="219531"/>
                </a:lnTo>
                <a:lnTo>
                  <a:pt x="2758328" y="219398"/>
                </a:lnTo>
                <a:lnTo>
                  <a:pt x="2759203" y="219253"/>
                </a:lnTo>
                <a:lnTo>
                  <a:pt x="2760067" y="219097"/>
                </a:lnTo>
                <a:lnTo>
                  <a:pt x="2760921" y="218929"/>
                </a:lnTo>
                <a:lnTo>
                  <a:pt x="2761763" y="218749"/>
                </a:lnTo>
                <a:lnTo>
                  <a:pt x="2762595" y="218558"/>
                </a:lnTo>
                <a:lnTo>
                  <a:pt x="2763416" y="218355"/>
                </a:lnTo>
                <a:lnTo>
                  <a:pt x="2764225" y="218141"/>
                </a:lnTo>
                <a:lnTo>
                  <a:pt x="2765024" y="217915"/>
                </a:lnTo>
                <a:lnTo>
                  <a:pt x="2765812" y="217677"/>
                </a:lnTo>
                <a:lnTo>
                  <a:pt x="2766589" y="217428"/>
                </a:lnTo>
                <a:lnTo>
                  <a:pt x="2767356" y="217168"/>
                </a:lnTo>
                <a:lnTo>
                  <a:pt x="2768111" y="216895"/>
                </a:lnTo>
                <a:lnTo>
                  <a:pt x="2768864" y="216605"/>
                </a:lnTo>
                <a:lnTo>
                  <a:pt x="2769606" y="216308"/>
                </a:lnTo>
                <a:lnTo>
                  <a:pt x="2770337" y="216003"/>
                </a:lnTo>
                <a:lnTo>
                  <a:pt x="2771058" y="215690"/>
                </a:lnTo>
                <a:lnTo>
                  <a:pt x="2771767" y="215371"/>
                </a:lnTo>
                <a:lnTo>
                  <a:pt x="2772466" y="215044"/>
                </a:lnTo>
                <a:lnTo>
                  <a:pt x="2773153" y="214709"/>
                </a:lnTo>
                <a:lnTo>
                  <a:pt x="2773830" y="214367"/>
                </a:lnTo>
                <a:lnTo>
                  <a:pt x="2774496" y="214018"/>
                </a:lnTo>
                <a:lnTo>
                  <a:pt x="2775151" y="213662"/>
                </a:lnTo>
                <a:lnTo>
                  <a:pt x="2775795" y="213298"/>
                </a:lnTo>
                <a:lnTo>
                  <a:pt x="2776428" y="212927"/>
                </a:lnTo>
                <a:lnTo>
                  <a:pt x="2777050" y="212548"/>
                </a:lnTo>
                <a:lnTo>
                  <a:pt x="2777662" y="212162"/>
                </a:lnTo>
                <a:lnTo>
                  <a:pt x="2778262" y="211768"/>
                </a:lnTo>
                <a:lnTo>
                  <a:pt x="2778852" y="211368"/>
                </a:lnTo>
                <a:lnTo>
                  <a:pt x="2779431" y="210959"/>
                </a:lnTo>
                <a:lnTo>
                  <a:pt x="2779999" y="210544"/>
                </a:lnTo>
                <a:lnTo>
                  <a:pt x="2780556" y="210121"/>
                </a:lnTo>
                <a:lnTo>
                  <a:pt x="2781102" y="209691"/>
                </a:lnTo>
                <a:lnTo>
                  <a:pt x="2781637" y="209253"/>
                </a:lnTo>
                <a:lnTo>
                  <a:pt x="2782162" y="208808"/>
                </a:lnTo>
                <a:lnTo>
                  <a:pt x="2782675" y="208356"/>
                </a:lnTo>
                <a:lnTo>
                  <a:pt x="2783178" y="207896"/>
                </a:lnTo>
                <a:lnTo>
                  <a:pt x="2783678" y="207423"/>
                </a:lnTo>
                <a:lnTo>
                  <a:pt x="2784170" y="206947"/>
                </a:lnTo>
                <a:lnTo>
                  <a:pt x="2784652" y="206468"/>
                </a:lnTo>
                <a:lnTo>
                  <a:pt x="2785124" y="205986"/>
                </a:lnTo>
                <a:lnTo>
                  <a:pt x="2785587" y="205501"/>
                </a:lnTo>
                <a:lnTo>
                  <a:pt x="2786040" y="205014"/>
                </a:lnTo>
                <a:lnTo>
                  <a:pt x="2786484" y="204524"/>
                </a:lnTo>
                <a:lnTo>
                  <a:pt x="2786919" y="204031"/>
                </a:lnTo>
                <a:lnTo>
                  <a:pt x="2787344" y="203535"/>
                </a:lnTo>
                <a:lnTo>
                  <a:pt x="2787759" y="203037"/>
                </a:lnTo>
                <a:lnTo>
                  <a:pt x="2788165" y="202535"/>
                </a:lnTo>
                <a:lnTo>
                  <a:pt x="2788562" y="202031"/>
                </a:lnTo>
                <a:lnTo>
                  <a:pt x="2788949" y="201524"/>
                </a:lnTo>
                <a:lnTo>
                  <a:pt x="2789327" y="201014"/>
                </a:lnTo>
                <a:lnTo>
                  <a:pt x="2789695" y="200502"/>
                </a:lnTo>
                <a:lnTo>
                  <a:pt x="2790053" y="199986"/>
                </a:lnTo>
                <a:lnTo>
                  <a:pt x="2790403" y="199468"/>
                </a:lnTo>
                <a:lnTo>
                  <a:pt x="2790742" y="198947"/>
                </a:lnTo>
                <a:lnTo>
                  <a:pt x="2791072" y="198423"/>
                </a:lnTo>
                <a:lnTo>
                  <a:pt x="2791393" y="197897"/>
                </a:lnTo>
                <a:lnTo>
                  <a:pt x="2791704" y="197367"/>
                </a:lnTo>
                <a:lnTo>
                  <a:pt x="2792006" y="196835"/>
                </a:lnTo>
                <a:lnTo>
                  <a:pt x="2792299" y="196300"/>
                </a:lnTo>
                <a:lnTo>
                  <a:pt x="2792581" y="195762"/>
                </a:lnTo>
                <a:lnTo>
                  <a:pt x="2793795" y="195762"/>
                </a:lnTo>
                <a:lnTo>
                  <a:pt x="2793795" y="217098"/>
                </a:lnTo>
                <a:lnTo>
                  <a:pt x="2828983" y="217098"/>
                </a:lnTo>
                <a:lnTo>
                  <a:pt x="2828983" y="113150"/>
                </a:lnTo>
                <a:lnTo>
                  <a:pt x="2828974" y="111869"/>
                </a:lnTo>
                <a:lnTo>
                  <a:pt x="2828944" y="110607"/>
                </a:lnTo>
                <a:lnTo>
                  <a:pt x="2828895" y="109362"/>
                </a:lnTo>
                <a:lnTo>
                  <a:pt x="2828826" y="108136"/>
                </a:lnTo>
                <a:lnTo>
                  <a:pt x="2828738" y="106927"/>
                </a:lnTo>
                <a:lnTo>
                  <a:pt x="2828630" y="105736"/>
                </a:lnTo>
                <a:lnTo>
                  <a:pt x="2828502" y="104564"/>
                </a:lnTo>
                <a:lnTo>
                  <a:pt x="2828354" y="103409"/>
                </a:lnTo>
                <a:lnTo>
                  <a:pt x="2828187" y="102272"/>
                </a:lnTo>
                <a:lnTo>
                  <a:pt x="2828000" y="101153"/>
                </a:lnTo>
                <a:lnTo>
                  <a:pt x="2827794" y="100051"/>
                </a:lnTo>
                <a:lnTo>
                  <a:pt x="2827568" y="98968"/>
                </a:lnTo>
                <a:lnTo>
                  <a:pt x="2827322" y="97903"/>
                </a:lnTo>
                <a:lnTo>
                  <a:pt x="2827057" y="96855"/>
                </a:lnTo>
                <a:lnTo>
                  <a:pt x="2826772" y="95825"/>
                </a:lnTo>
                <a:lnTo>
                  <a:pt x="2826467" y="94814"/>
                </a:lnTo>
                <a:lnTo>
                  <a:pt x="2826142" y="93820"/>
                </a:lnTo>
                <a:lnTo>
                  <a:pt x="2825798" y="92844"/>
                </a:lnTo>
                <a:lnTo>
                  <a:pt x="2825435" y="91886"/>
                </a:lnTo>
                <a:lnTo>
                  <a:pt x="2825051" y="90946"/>
                </a:lnTo>
                <a:lnTo>
                  <a:pt x="2824648" y="90024"/>
                </a:lnTo>
                <a:lnTo>
                  <a:pt x="2824225" y="89120"/>
                </a:lnTo>
                <a:lnTo>
                  <a:pt x="2823783" y="88233"/>
                </a:lnTo>
                <a:lnTo>
                  <a:pt x="2823321" y="87365"/>
                </a:lnTo>
                <a:lnTo>
                  <a:pt x="2822851" y="86513"/>
                </a:lnTo>
                <a:lnTo>
                  <a:pt x="2822369" y="85676"/>
                </a:lnTo>
                <a:lnTo>
                  <a:pt x="2821874" y="84854"/>
                </a:lnTo>
                <a:lnTo>
                  <a:pt x="2821366" y="84048"/>
                </a:lnTo>
                <a:lnTo>
                  <a:pt x="2820846" y="83256"/>
                </a:lnTo>
                <a:lnTo>
                  <a:pt x="2820313" y="82480"/>
                </a:lnTo>
                <a:lnTo>
                  <a:pt x="2819767" y="81718"/>
                </a:lnTo>
                <a:lnTo>
                  <a:pt x="2819209" y="80972"/>
                </a:lnTo>
                <a:lnTo>
                  <a:pt x="2818638" y="80241"/>
                </a:lnTo>
                <a:lnTo>
                  <a:pt x="2818055" y="79525"/>
                </a:lnTo>
                <a:lnTo>
                  <a:pt x="2817458" y="78824"/>
                </a:lnTo>
                <a:lnTo>
                  <a:pt x="2816850" y="78138"/>
                </a:lnTo>
                <a:lnTo>
                  <a:pt x="2816228" y="77467"/>
                </a:lnTo>
                <a:lnTo>
                  <a:pt x="2815594" y="76811"/>
                </a:lnTo>
                <a:lnTo>
                  <a:pt x="2814947" y="76171"/>
                </a:lnTo>
                <a:lnTo>
                  <a:pt x="2814288" y="75545"/>
                </a:lnTo>
                <a:lnTo>
                  <a:pt x="2813616" y="74935"/>
                </a:lnTo>
                <a:lnTo>
                  <a:pt x="2812931" y="74340"/>
                </a:lnTo>
                <a:lnTo>
                  <a:pt x="2812234" y="73760"/>
                </a:lnTo>
                <a:lnTo>
                  <a:pt x="2811524" y="73194"/>
                </a:lnTo>
                <a:lnTo>
                  <a:pt x="2810802" y="72644"/>
                </a:lnTo>
                <a:lnTo>
                  <a:pt x="2810066" y="72110"/>
                </a:lnTo>
                <a:lnTo>
                  <a:pt x="2809318" y="71590"/>
                </a:lnTo>
                <a:lnTo>
                  <a:pt x="2808558" y="71085"/>
                </a:lnTo>
                <a:lnTo>
                  <a:pt x="2807788" y="70585"/>
                </a:lnTo>
                <a:lnTo>
                  <a:pt x="2807011" y="70098"/>
                </a:lnTo>
                <a:lnTo>
                  <a:pt x="2806228" y="69622"/>
                </a:lnTo>
                <a:lnTo>
                  <a:pt x="2805437" y="69158"/>
                </a:lnTo>
                <a:lnTo>
                  <a:pt x="2804641" y="68706"/>
                </a:lnTo>
                <a:lnTo>
                  <a:pt x="2803837" y="68266"/>
                </a:lnTo>
                <a:lnTo>
                  <a:pt x="2803027" y="67838"/>
                </a:lnTo>
                <a:lnTo>
                  <a:pt x="2802210" y="67422"/>
                </a:lnTo>
                <a:lnTo>
                  <a:pt x="2801387" y="67018"/>
                </a:lnTo>
                <a:lnTo>
                  <a:pt x="2800556" y="66626"/>
                </a:lnTo>
                <a:lnTo>
                  <a:pt x="2799720" y="66246"/>
                </a:lnTo>
                <a:lnTo>
                  <a:pt x="2798876" y="65878"/>
                </a:lnTo>
                <a:lnTo>
                  <a:pt x="2798026" y="65521"/>
                </a:lnTo>
                <a:lnTo>
                  <a:pt x="2797169" y="65177"/>
                </a:lnTo>
                <a:lnTo>
                  <a:pt x="2796306" y="64844"/>
                </a:lnTo>
                <a:lnTo>
                  <a:pt x="2795435" y="64524"/>
                </a:lnTo>
                <a:lnTo>
                  <a:pt x="2794559" y="64215"/>
                </a:lnTo>
                <a:lnTo>
                  <a:pt x="2793675" y="63918"/>
                </a:lnTo>
                <a:lnTo>
                  <a:pt x="2792785" y="63634"/>
                </a:lnTo>
                <a:lnTo>
                  <a:pt x="2791888" y="63361"/>
                </a:lnTo>
                <a:lnTo>
                  <a:pt x="2790984" y="63100"/>
                </a:lnTo>
                <a:lnTo>
                  <a:pt x="2790074" y="62851"/>
                </a:lnTo>
                <a:lnTo>
                  <a:pt x="2789157" y="62614"/>
                </a:lnTo>
                <a:lnTo>
                  <a:pt x="2788234" y="62389"/>
                </a:lnTo>
                <a:lnTo>
                  <a:pt x="2787307" y="62174"/>
                </a:lnTo>
                <a:lnTo>
                  <a:pt x="2786379" y="61969"/>
                </a:lnTo>
                <a:lnTo>
                  <a:pt x="2785451" y="61773"/>
                </a:lnTo>
                <a:lnTo>
                  <a:pt x="2784523" y="61586"/>
                </a:lnTo>
                <a:lnTo>
                  <a:pt x="2783595" y="61408"/>
                </a:lnTo>
                <a:lnTo>
                  <a:pt x="2782666" y="61239"/>
                </a:lnTo>
                <a:lnTo>
                  <a:pt x="2781737" y="61079"/>
                </a:lnTo>
                <a:lnTo>
                  <a:pt x="2780807" y="60928"/>
                </a:lnTo>
                <a:lnTo>
                  <a:pt x="2779877" y="60787"/>
                </a:lnTo>
                <a:lnTo>
                  <a:pt x="2778947" y="60655"/>
                </a:lnTo>
                <a:lnTo>
                  <a:pt x="2778016" y="60531"/>
                </a:lnTo>
                <a:lnTo>
                  <a:pt x="2777085" y="60417"/>
                </a:lnTo>
                <a:lnTo>
                  <a:pt x="2776154" y="60312"/>
                </a:lnTo>
                <a:lnTo>
                  <a:pt x="2775222" y="60216"/>
                </a:lnTo>
                <a:lnTo>
                  <a:pt x="2774290" y="60130"/>
                </a:lnTo>
                <a:lnTo>
                  <a:pt x="2773358" y="60052"/>
                </a:lnTo>
                <a:lnTo>
                  <a:pt x="2772425" y="59984"/>
                </a:lnTo>
                <a:lnTo>
                  <a:pt x="2771492" y="59924"/>
                </a:lnTo>
                <a:lnTo>
                  <a:pt x="2770559" y="59874"/>
                </a:lnTo>
                <a:lnTo>
                  <a:pt x="2769625" y="59833"/>
                </a:lnTo>
                <a:lnTo>
                  <a:pt x="2768691" y="59801"/>
                </a:lnTo>
                <a:lnTo>
                  <a:pt x="2767756" y="59778"/>
                </a:lnTo>
                <a:lnTo>
                  <a:pt x="2766822" y="59765"/>
                </a:lnTo>
                <a:lnTo>
                  <a:pt x="2765887" y="59760"/>
                </a:lnTo>
                <a:lnTo>
                  <a:pt x="2764535" y="59768"/>
                </a:lnTo>
                <a:lnTo>
                  <a:pt x="2763193" y="59794"/>
                </a:lnTo>
                <a:lnTo>
                  <a:pt x="2761861" y="59836"/>
                </a:lnTo>
                <a:lnTo>
                  <a:pt x="2760539" y="59895"/>
                </a:lnTo>
                <a:lnTo>
                  <a:pt x="2759226" y="59971"/>
                </a:lnTo>
                <a:lnTo>
                  <a:pt x="2757924" y="60063"/>
                </a:lnTo>
                <a:lnTo>
                  <a:pt x="2756631" y="60173"/>
                </a:lnTo>
                <a:lnTo>
                  <a:pt x="2755348" y="60299"/>
                </a:lnTo>
                <a:lnTo>
                  <a:pt x="2754075" y="60443"/>
                </a:lnTo>
                <a:lnTo>
                  <a:pt x="2752812" y="60603"/>
                </a:lnTo>
                <a:lnTo>
                  <a:pt x="2751558" y="60780"/>
                </a:lnTo>
                <a:lnTo>
                  <a:pt x="2750315" y="60973"/>
                </a:lnTo>
                <a:lnTo>
                  <a:pt x="2749081" y="61184"/>
                </a:lnTo>
                <a:lnTo>
                  <a:pt x="2747857" y="61412"/>
                </a:lnTo>
                <a:lnTo>
                  <a:pt x="2746643" y="61656"/>
                </a:lnTo>
                <a:lnTo>
                  <a:pt x="2745439" y="61917"/>
                </a:lnTo>
                <a:lnTo>
                  <a:pt x="2744244" y="62195"/>
                </a:lnTo>
                <a:lnTo>
                  <a:pt x="2743060" y="62490"/>
                </a:lnTo>
                <a:lnTo>
                  <a:pt x="2741885" y="62802"/>
                </a:lnTo>
                <a:lnTo>
                  <a:pt x="2740720" y="63131"/>
                </a:lnTo>
                <a:lnTo>
                  <a:pt x="2739565" y="63476"/>
                </a:lnTo>
                <a:lnTo>
                  <a:pt x="2738419" y="63838"/>
                </a:lnTo>
                <a:lnTo>
                  <a:pt x="2737284" y="64218"/>
                </a:lnTo>
                <a:lnTo>
                  <a:pt x="2736158" y="64614"/>
                </a:lnTo>
                <a:lnTo>
                  <a:pt x="2735045" y="65018"/>
                </a:lnTo>
                <a:lnTo>
                  <a:pt x="2733946" y="65439"/>
                </a:lnTo>
                <a:lnTo>
                  <a:pt x="2732861" y="65878"/>
                </a:lnTo>
                <a:lnTo>
                  <a:pt x="2731791" y="66333"/>
                </a:lnTo>
                <a:lnTo>
                  <a:pt x="2730735" y="66804"/>
                </a:lnTo>
                <a:lnTo>
                  <a:pt x="2729693" y="67293"/>
                </a:lnTo>
                <a:lnTo>
                  <a:pt x="2728666" y="67799"/>
                </a:lnTo>
                <a:lnTo>
                  <a:pt x="2727653" y="68321"/>
                </a:lnTo>
                <a:lnTo>
                  <a:pt x="2726655" y="68860"/>
                </a:lnTo>
                <a:lnTo>
                  <a:pt x="2725671" y="69417"/>
                </a:lnTo>
                <a:lnTo>
                  <a:pt x="2724701" y="69990"/>
                </a:lnTo>
                <a:lnTo>
                  <a:pt x="2723746" y="70579"/>
                </a:lnTo>
                <a:lnTo>
                  <a:pt x="2722805" y="71186"/>
                </a:lnTo>
                <a:lnTo>
                  <a:pt x="2721879" y="71810"/>
                </a:lnTo>
                <a:lnTo>
                  <a:pt x="2720967" y="72450"/>
                </a:lnTo>
                <a:lnTo>
                  <a:pt x="2720070" y="73107"/>
                </a:lnTo>
                <a:lnTo>
                  <a:pt x="2719186" y="73781"/>
                </a:lnTo>
                <a:lnTo>
                  <a:pt x="2718318" y="74472"/>
                </a:lnTo>
                <a:lnTo>
                  <a:pt x="2717463" y="75180"/>
                </a:lnTo>
                <a:lnTo>
                  <a:pt x="2716623" y="75905"/>
                </a:lnTo>
                <a:lnTo>
                  <a:pt x="2715798" y="76646"/>
                </a:lnTo>
                <a:lnTo>
                  <a:pt x="2714986" y="77405"/>
                </a:lnTo>
                <a:lnTo>
                  <a:pt x="2714190" y="78180"/>
                </a:lnTo>
                <a:lnTo>
                  <a:pt x="2713407" y="78972"/>
                </a:lnTo>
                <a:lnTo>
                  <a:pt x="2712641" y="79772"/>
                </a:lnTo>
                <a:lnTo>
                  <a:pt x="2711893" y="80589"/>
                </a:lnTo>
                <a:lnTo>
                  <a:pt x="2711164" y="81421"/>
                </a:lnTo>
                <a:lnTo>
                  <a:pt x="2710452" y="82270"/>
                </a:lnTo>
                <a:lnTo>
                  <a:pt x="2709759" y="83134"/>
                </a:lnTo>
                <a:lnTo>
                  <a:pt x="2709084" y="84015"/>
                </a:lnTo>
                <a:lnTo>
                  <a:pt x="2708428" y="84912"/>
                </a:lnTo>
                <a:lnTo>
                  <a:pt x="2707790" y="85826"/>
                </a:lnTo>
                <a:lnTo>
                  <a:pt x="2707169" y="86755"/>
                </a:lnTo>
                <a:lnTo>
                  <a:pt x="2706568" y="87700"/>
                </a:lnTo>
                <a:lnTo>
                  <a:pt x="2705984" y="88662"/>
                </a:lnTo>
                <a:lnTo>
                  <a:pt x="2705419" y="89640"/>
                </a:lnTo>
                <a:lnTo>
                  <a:pt x="2704872" y="90634"/>
                </a:lnTo>
                <a:lnTo>
                  <a:pt x="2704343" y="91644"/>
                </a:lnTo>
                <a:lnTo>
                  <a:pt x="2703833" y="92670"/>
                </a:lnTo>
                <a:lnTo>
                  <a:pt x="2703340" y="93713"/>
                </a:lnTo>
                <a:lnTo>
                  <a:pt x="2702866" y="94771"/>
                </a:lnTo>
                <a:lnTo>
                  <a:pt x="2702411" y="95846"/>
                </a:lnTo>
                <a:lnTo>
                  <a:pt x="2701973" y="96937"/>
                </a:lnTo>
                <a:lnTo>
                  <a:pt x="2701554" y="98044"/>
                </a:lnTo>
                <a:lnTo>
                  <a:pt x="2701153" y="99167"/>
                </a:lnTo>
                <a:lnTo>
                  <a:pt x="2700770" y="100306"/>
                </a:lnTo>
                <a:lnTo>
                  <a:pt x="2700406" y="101462"/>
                </a:lnTo>
                <a:lnTo>
                  <a:pt x="2700060" y="102633"/>
                </a:lnTo>
                <a:lnTo>
                  <a:pt x="2734237" y="107487"/>
                </a:lnTo>
                <a:lnTo>
                  <a:pt x="2734473" y="106825"/>
                </a:lnTo>
                <a:lnTo>
                  <a:pt x="2734727" y="106170"/>
                </a:lnTo>
                <a:lnTo>
                  <a:pt x="2734999" y="105523"/>
                </a:lnTo>
                <a:lnTo>
                  <a:pt x="2735288" y="104883"/>
                </a:lnTo>
                <a:lnTo>
                  <a:pt x="2735594" y="104251"/>
                </a:lnTo>
                <a:lnTo>
                  <a:pt x="2735918" y="103626"/>
                </a:lnTo>
                <a:lnTo>
                  <a:pt x="2736260" y="103008"/>
                </a:lnTo>
                <a:lnTo>
                  <a:pt x="2736619" y="102398"/>
                </a:lnTo>
                <a:lnTo>
                  <a:pt x="2736996" y="101795"/>
                </a:lnTo>
                <a:lnTo>
                  <a:pt x="2737390" y="101199"/>
                </a:lnTo>
                <a:lnTo>
                  <a:pt x="2737802" y="100611"/>
                </a:lnTo>
                <a:lnTo>
                  <a:pt x="2738231" y="100030"/>
                </a:lnTo>
                <a:lnTo>
                  <a:pt x="2738678" y="99456"/>
                </a:lnTo>
                <a:lnTo>
                  <a:pt x="2739143" y="98890"/>
                </a:lnTo>
                <a:lnTo>
                  <a:pt x="2739625" y="98331"/>
                </a:lnTo>
                <a:lnTo>
                  <a:pt x="2740124" y="97780"/>
                </a:lnTo>
                <a:lnTo>
                  <a:pt x="2740641" y="97236"/>
                </a:lnTo>
                <a:lnTo>
                  <a:pt x="2741176" y="96699"/>
                </a:lnTo>
                <a:lnTo>
                  <a:pt x="2741728" y="96170"/>
                </a:lnTo>
                <a:lnTo>
                  <a:pt x="2742298" y="95648"/>
                </a:lnTo>
                <a:lnTo>
                  <a:pt x="2742886" y="95133"/>
                </a:lnTo>
                <a:lnTo>
                  <a:pt x="2743491" y="94626"/>
                </a:lnTo>
                <a:lnTo>
                  <a:pt x="2744113" y="94126"/>
                </a:lnTo>
                <a:lnTo>
                  <a:pt x="2744753" y="93634"/>
                </a:lnTo>
                <a:lnTo>
                  <a:pt x="2745420" y="93156"/>
                </a:lnTo>
                <a:lnTo>
                  <a:pt x="2746106" y="92697"/>
                </a:lnTo>
                <a:lnTo>
                  <a:pt x="2746812" y="92260"/>
                </a:lnTo>
                <a:lnTo>
                  <a:pt x="2747537" y="91842"/>
                </a:lnTo>
                <a:lnTo>
                  <a:pt x="2748281" y="91445"/>
                </a:lnTo>
                <a:lnTo>
                  <a:pt x="2749044" y="91068"/>
                </a:lnTo>
                <a:lnTo>
                  <a:pt x="2749827" y="90712"/>
                </a:lnTo>
                <a:lnTo>
                  <a:pt x="2750629" y="90376"/>
                </a:lnTo>
                <a:lnTo>
                  <a:pt x="2751451" y="90060"/>
                </a:lnTo>
                <a:lnTo>
                  <a:pt x="2752291" y="89765"/>
                </a:lnTo>
                <a:lnTo>
                  <a:pt x="2753151" y="89490"/>
                </a:lnTo>
                <a:lnTo>
                  <a:pt x="2754031" y="89236"/>
                </a:lnTo>
                <a:lnTo>
                  <a:pt x="2754929" y="89001"/>
                </a:lnTo>
                <a:lnTo>
                  <a:pt x="2755847" y="88788"/>
                </a:lnTo>
                <a:lnTo>
                  <a:pt x="2756785" y="88594"/>
                </a:lnTo>
                <a:lnTo>
                  <a:pt x="2757741" y="88421"/>
                </a:lnTo>
                <a:lnTo>
                  <a:pt x="2758717" y="88268"/>
                </a:lnTo>
                <a:lnTo>
                  <a:pt x="2759712" y="88136"/>
                </a:lnTo>
                <a:lnTo>
                  <a:pt x="2760727" y="88024"/>
                </a:lnTo>
                <a:lnTo>
                  <a:pt x="2761761" y="87932"/>
                </a:lnTo>
                <a:lnTo>
                  <a:pt x="2762814" y="87861"/>
                </a:lnTo>
                <a:lnTo>
                  <a:pt x="2763886" y="87810"/>
                </a:lnTo>
                <a:lnTo>
                  <a:pt x="2764978" y="87780"/>
                </a:lnTo>
                <a:lnTo>
                  <a:pt x="2766089" y="87769"/>
                </a:lnTo>
                <a:lnTo>
                  <a:pt x="2767140" y="87780"/>
                </a:lnTo>
                <a:lnTo>
                  <a:pt x="2768171" y="87813"/>
                </a:lnTo>
                <a:lnTo>
                  <a:pt x="2769181" y="87867"/>
                </a:lnTo>
                <a:lnTo>
                  <a:pt x="2770170" y="87943"/>
                </a:lnTo>
                <a:lnTo>
                  <a:pt x="2771139" y="88041"/>
                </a:lnTo>
                <a:lnTo>
                  <a:pt x="2772086" y="88161"/>
                </a:lnTo>
                <a:lnTo>
                  <a:pt x="2773013" y="88303"/>
                </a:lnTo>
                <a:lnTo>
                  <a:pt x="2773920" y="88466"/>
                </a:lnTo>
                <a:lnTo>
                  <a:pt x="2774806" y="88651"/>
                </a:lnTo>
                <a:lnTo>
                  <a:pt x="2775670" y="88858"/>
                </a:lnTo>
                <a:lnTo>
                  <a:pt x="2776515" y="89086"/>
                </a:lnTo>
                <a:lnTo>
                  <a:pt x="2777338" y="89337"/>
                </a:lnTo>
                <a:lnTo>
                  <a:pt x="2778141" y="89609"/>
                </a:lnTo>
                <a:lnTo>
                  <a:pt x="2778923" y="89903"/>
                </a:lnTo>
                <a:lnTo>
                  <a:pt x="2779684" y="90218"/>
                </a:lnTo>
                <a:lnTo>
                  <a:pt x="2780425" y="90556"/>
                </a:lnTo>
                <a:lnTo>
                  <a:pt x="2781145" y="90915"/>
                </a:lnTo>
                <a:lnTo>
                  <a:pt x="2781844" y="91296"/>
                </a:lnTo>
                <a:lnTo>
                  <a:pt x="2782523" y="91698"/>
                </a:lnTo>
                <a:lnTo>
                  <a:pt x="2783180" y="92123"/>
                </a:lnTo>
                <a:lnTo>
                  <a:pt x="2783817" y="92569"/>
                </a:lnTo>
                <a:lnTo>
                  <a:pt x="2784434" y="93037"/>
                </a:lnTo>
                <a:lnTo>
                  <a:pt x="2785029" y="93527"/>
                </a:lnTo>
                <a:lnTo>
                  <a:pt x="2785604" y="94039"/>
                </a:lnTo>
                <a:lnTo>
                  <a:pt x="2786157" y="94570"/>
                </a:lnTo>
                <a:lnTo>
                  <a:pt x="2786686" y="95119"/>
                </a:lnTo>
                <a:lnTo>
                  <a:pt x="2787192" y="95686"/>
                </a:lnTo>
                <a:lnTo>
                  <a:pt x="2787675" y="96272"/>
                </a:lnTo>
                <a:lnTo>
                  <a:pt x="2788133" y="96875"/>
                </a:lnTo>
                <a:lnTo>
                  <a:pt x="2788568" y="97495"/>
                </a:lnTo>
                <a:lnTo>
                  <a:pt x="2788980" y="98134"/>
                </a:lnTo>
                <a:lnTo>
                  <a:pt x="2789368" y="98791"/>
                </a:lnTo>
                <a:lnTo>
                  <a:pt x="2789733" y="99466"/>
                </a:lnTo>
                <a:lnTo>
                  <a:pt x="2790074" y="100158"/>
                </a:lnTo>
                <a:lnTo>
                  <a:pt x="2790392" y="100869"/>
                </a:lnTo>
                <a:lnTo>
                  <a:pt x="2790686" y="101597"/>
                </a:lnTo>
                <a:lnTo>
                  <a:pt x="2790956" y="102343"/>
                </a:lnTo>
                <a:lnTo>
                  <a:pt x="2791203" y="103107"/>
                </a:lnTo>
                <a:lnTo>
                  <a:pt x="2791427" y="103890"/>
                </a:lnTo>
                <a:lnTo>
                  <a:pt x="2791627" y="104690"/>
                </a:lnTo>
                <a:lnTo>
                  <a:pt x="2791803" y="105507"/>
                </a:lnTo>
                <a:lnTo>
                  <a:pt x="2791956" y="106343"/>
                </a:lnTo>
                <a:lnTo>
                  <a:pt x="2792085" y="107197"/>
                </a:lnTo>
                <a:lnTo>
                  <a:pt x="2792191" y="108068"/>
                </a:lnTo>
                <a:lnTo>
                  <a:pt x="2792273" y="108958"/>
                </a:lnTo>
                <a:lnTo>
                  <a:pt x="2792332" y="109865"/>
                </a:lnTo>
                <a:lnTo>
                  <a:pt x="2792368" y="110791"/>
                </a:lnTo>
                <a:lnTo>
                  <a:pt x="2792379" y="111734"/>
                </a:lnTo>
                <a:lnTo>
                  <a:pt x="2792379" y="112341"/>
                </a:lnTo>
                <a:lnTo>
                  <a:pt x="2792372" y="112774"/>
                </a:lnTo>
                <a:lnTo>
                  <a:pt x="2792352" y="113198"/>
                </a:lnTo>
                <a:lnTo>
                  <a:pt x="2792318" y="113613"/>
                </a:lnTo>
                <a:lnTo>
                  <a:pt x="2792270" y="114018"/>
                </a:lnTo>
                <a:lnTo>
                  <a:pt x="2792208" y="114413"/>
                </a:lnTo>
                <a:lnTo>
                  <a:pt x="2792133" y="114799"/>
                </a:lnTo>
                <a:lnTo>
                  <a:pt x="2792044" y="115176"/>
                </a:lnTo>
                <a:lnTo>
                  <a:pt x="2791941" y="115543"/>
                </a:lnTo>
                <a:lnTo>
                  <a:pt x="2791825" y="115900"/>
                </a:lnTo>
                <a:lnTo>
                  <a:pt x="2791695" y="116248"/>
                </a:lnTo>
                <a:lnTo>
                  <a:pt x="2791551" y="116587"/>
                </a:lnTo>
                <a:lnTo>
                  <a:pt x="2791393" y="116916"/>
                </a:lnTo>
                <a:lnTo>
                  <a:pt x="2791222" y="117236"/>
                </a:lnTo>
                <a:lnTo>
                  <a:pt x="2791037" y="117546"/>
                </a:lnTo>
                <a:lnTo>
                  <a:pt x="2790839" y="117847"/>
                </a:lnTo>
                <a:lnTo>
                  <a:pt x="2790627" y="118138"/>
                </a:lnTo>
                <a:lnTo>
                  <a:pt x="2790401" y="118420"/>
                </a:lnTo>
                <a:lnTo>
                  <a:pt x="2790161" y="118692"/>
                </a:lnTo>
                <a:lnTo>
                  <a:pt x="2789908" y="118955"/>
                </a:lnTo>
                <a:lnTo>
                  <a:pt x="2789641" y="119208"/>
                </a:lnTo>
                <a:lnTo>
                  <a:pt x="2789360" y="119452"/>
                </a:lnTo>
                <a:lnTo>
                  <a:pt x="2789065" y="119686"/>
                </a:lnTo>
                <a:lnTo>
                  <a:pt x="2788757" y="119911"/>
                </a:lnTo>
                <a:lnTo>
                  <a:pt x="2788436" y="120127"/>
                </a:lnTo>
                <a:lnTo>
                  <a:pt x="2788107" y="120327"/>
                </a:lnTo>
                <a:lnTo>
                  <a:pt x="2787763" y="120523"/>
                </a:lnTo>
                <a:lnTo>
                  <a:pt x="2787402" y="120714"/>
                </a:lnTo>
                <a:lnTo>
                  <a:pt x="2787026" y="120902"/>
                </a:lnTo>
                <a:lnTo>
                  <a:pt x="2786633" y="121085"/>
                </a:lnTo>
                <a:lnTo>
                  <a:pt x="2786224" y="121264"/>
                </a:lnTo>
                <a:lnTo>
                  <a:pt x="2785799" y="121439"/>
                </a:lnTo>
                <a:lnTo>
                  <a:pt x="2785357" y="121610"/>
                </a:lnTo>
                <a:lnTo>
                  <a:pt x="2784900" y="121776"/>
                </a:lnTo>
                <a:lnTo>
                  <a:pt x="2784426" y="121938"/>
                </a:lnTo>
                <a:lnTo>
                  <a:pt x="2783936" y="122096"/>
                </a:lnTo>
                <a:lnTo>
                  <a:pt x="2783430" y="122250"/>
                </a:lnTo>
                <a:lnTo>
                  <a:pt x="2782908" y="122400"/>
                </a:lnTo>
                <a:lnTo>
                  <a:pt x="2782370" y="122545"/>
                </a:lnTo>
                <a:lnTo>
                  <a:pt x="2781816" y="122686"/>
                </a:lnTo>
                <a:lnTo>
                  <a:pt x="2781245" y="122823"/>
                </a:lnTo>
                <a:lnTo>
                  <a:pt x="2780658" y="122956"/>
                </a:lnTo>
                <a:lnTo>
                  <a:pt x="2780056" y="123084"/>
                </a:lnTo>
                <a:lnTo>
                  <a:pt x="2779437" y="123209"/>
                </a:lnTo>
                <a:lnTo>
                  <a:pt x="2778802" y="123329"/>
                </a:lnTo>
                <a:lnTo>
                  <a:pt x="2778150" y="123445"/>
                </a:lnTo>
                <a:lnTo>
                  <a:pt x="2777483" y="123556"/>
                </a:lnTo>
                <a:lnTo>
                  <a:pt x="2776799" y="123664"/>
                </a:lnTo>
                <a:lnTo>
                  <a:pt x="2776099" y="123767"/>
                </a:lnTo>
                <a:lnTo>
                  <a:pt x="2775383" y="123860"/>
                </a:lnTo>
                <a:lnTo>
                  <a:pt x="2774648" y="123954"/>
                </a:lnTo>
                <a:lnTo>
                  <a:pt x="2773895" y="124050"/>
                </a:lnTo>
                <a:lnTo>
                  <a:pt x="2773125" y="124146"/>
                </a:lnTo>
                <a:lnTo>
                  <a:pt x="2772337" y="124243"/>
                </a:lnTo>
                <a:lnTo>
                  <a:pt x="2771530" y="124342"/>
                </a:lnTo>
                <a:lnTo>
                  <a:pt x="2770706" y="124442"/>
                </a:lnTo>
                <a:lnTo>
                  <a:pt x="2769864" y="124542"/>
                </a:lnTo>
                <a:lnTo>
                  <a:pt x="2769004" y="124644"/>
                </a:lnTo>
                <a:lnTo>
                  <a:pt x="2768126" y="124746"/>
                </a:lnTo>
                <a:lnTo>
                  <a:pt x="2767230" y="124850"/>
                </a:lnTo>
                <a:lnTo>
                  <a:pt x="2766316" y="124955"/>
                </a:lnTo>
                <a:lnTo>
                  <a:pt x="2765385" y="125061"/>
                </a:lnTo>
                <a:lnTo>
                  <a:pt x="2764435" y="125168"/>
                </a:lnTo>
                <a:lnTo>
                  <a:pt x="2763468" y="125276"/>
                </a:lnTo>
                <a:lnTo>
                  <a:pt x="2762482" y="125385"/>
                </a:lnTo>
                <a:lnTo>
                  <a:pt x="2761479" y="125495"/>
                </a:lnTo>
                <a:lnTo>
                  <a:pt x="2760458" y="125606"/>
                </a:lnTo>
                <a:lnTo>
                  <a:pt x="2759419" y="125718"/>
                </a:lnTo>
                <a:lnTo>
                  <a:pt x="2758362" y="125831"/>
                </a:lnTo>
                <a:lnTo>
                  <a:pt x="2757287" y="125946"/>
                </a:lnTo>
                <a:lnTo>
                  <a:pt x="2756194" y="126061"/>
                </a:lnTo>
                <a:lnTo>
                  <a:pt x="2755083" y="126177"/>
                </a:lnTo>
                <a:lnTo>
                  <a:pt x="2753955" y="126295"/>
                </a:lnTo>
                <a:lnTo>
                  <a:pt x="2753012" y="126399"/>
                </a:lnTo>
                <a:lnTo>
                  <a:pt x="2752072" y="126508"/>
                </a:lnTo>
                <a:lnTo>
                  <a:pt x="2751135" y="126622"/>
                </a:lnTo>
                <a:lnTo>
                  <a:pt x="2750199" y="126741"/>
                </a:lnTo>
                <a:lnTo>
                  <a:pt x="2749267" y="126866"/>
                </a:lnTo>
                <a:lnTo>
                  <a:pt x="2748336" y="126996"/>
                </a:lnTo>
                <a:lnTo>
                  <a:pt x="2747409" y="127132"/>
                </a:lnTo>
                <a:lnTo>
                  <a:pt x="2746483" y="127272"/>
                </a:lnTo>
                <a:lnTo>
                  <a:pt x="2745561" y="127418"/>
                </a:lnTo>
                <a:lnTo>
                  <a:pt x="2744640" y="127569"/>
                </a:lnTo>
                <a:lnTo>
                  <a:pt x="2743722" y="127726"/>
                </a:lnTo>
                <a:lnTo>
                  <a:pt x="2742807" y="127887"/>
                </a:lnTo>
                <a:lnTo>
                  <a:pt x="2741894" y="128054"/>
                </a:lnTo>
                <a:lnTo>
                  <a:pt x="2740983" y="128227"/>
                </a:lnTo>
                <a:lnTo>
                  <a:pt x="2740075" y="128404"/>
                </a:lnTo>
                <a:lnTo>
                  <a:pt x="2739169" y="128587"/>
                </a:lnTo>
                <a:lnTo>
                  <a:pt x="2738266" y="128775"/>
                </a:lnTo>
                <a:lnTo>
                  <a:pt x="2737365" y="128968"/>
                </a:lnTo>
                <a:lnTo>
                  <a:pt x="2736467" y="129167"/>
                </a:lnTo>
                <a:lnTo>
                  <a:pt x="2735571" y="129370"/>
                </a:lnTo>
                <a:lnTo>
                  <a:pt x="2734678" y="129579"/>
                </a:lnTo>
                <a:lnTo>
                  <a:pt x="2733787" y="129794"/>
                </a:lnTo>
                <a:lnTo>
                  <a:pt x="2732899" y="130013"/>
                </a:lnTo>
                <a:lnTo>
                  <a:pt x="2732013" y="130238"/>
                </a:lnTo>
                <a:lnTo>
                  <a:pt x="2731140" y="130462"/>
                </a:lnTo>
                <a:lnTo>
                  <a:pt x="2730275" y="130694"/>
                </a:lnTo>
                <a:lnTo>
                  <a:pt x="2729417" y="130935"/>
                </a:lnTo>
                <a:lnTo>
                  <a:pt x="2728566" y="131185"/>
                </a:lnTo>
                <a:lnTo>
                  <a:pt x="2727723" y="131443"/>
                </a:lnTo>
                <a:lnTo>
                  <a:pt x="2726887" y="131711"/>
                </a:lnTo>
                <a:lnTo>
                  <a:pt x="2726059" y="131987"/>
                </a:lnTo>
                <a:lnTo>
                  <a:pt x="2725238" y="132272"/>
                </a:lnTo>
                <a:lnTo>
                  <a:pt x="2724424" y="132566"/>
                </a:lnTo>
                <a:lnTo>
                  <a:pt x="2723618" y="132868"/>
                </a:lnTo>
                <a:lnTo>
                  <a:pt x="2722819" y="133179"/>
                </a:lnTo>
                <a:lnTo>
                  <a:pt x="2722027" y="133499"/>
                </a:lnTo>
                <a:lnTo>
                  <a:pt x="2721243" y="133828"/>
                </a:lnTo>
                <a:lnTo>
                  <a:pt x="2720466" y="134166"/>
                </a:lnTo>
                <a:lnTo>
                  <a:pt x="2719697" y="134512"/>
                </a:lnTo>
                <a:lnTo>
                  <a:pt x="2718935" y="134867"/>
                </a:lnTo>
                <a:lnTo>
                  <a:pt x="2718180" y="135231"/>
                </a:lnTo>
                <a:lnTo>
                  <a:pt x="2717433" y="135604"/>
                </a:lnTo>
                <a:lnTo>
                  <a:pt x="2716693" y="135985"/>
                </a:lnTo>
                <a:lnTo>
                  <a:pt x="2715960" y="136376"/>
                </a:lnTo>
                <a:lnTo>
                  <a:pt x="2715235" y="136775"/>
                </a:lnTo>
                <a:lnTo>
                  <a:pt x="2714517" y="137182"/>
                </a:lnTo>
                <a:lnTo>
                  <a:pt x="2713807" y="137599"/>
                </a:lnTo>
                <a:lnTo>
                  <a:pt x="2713104" y="138024"/>
                </a:lnTo>
                <a:lnTo>
                  <a:pt x="2712410" y="138460"/>
                </a:lnTo>
                <a:lnTo>
                  <a:pt x="2711730" y="138908"/>
                </a:lnTo>
                <a:lnTo>
                  <a:pt x="2711061" y="139367"/>
                </a:lnTo>
                <a:lnTo>
                  <a:pt x="2710404" y="139839"/>
                </a:lnTo>
                <a:lnTo>
                  <a:pt x="2709760" y="140322"/>
                </a:lnTo>
                <a:lnTo>
                  <a:pt x="2709129" y="140818"/>
                </a:lnTo>
                <a:lnTo>
                  <a:pt x="2708509" y="141325"/>
                </a:lnTo>
                <a:lnTo>
                  <a:pt x="2707902" y="141844"/>
                </a:lnTo>
                <a:lnTo>
                  <a:pt x="2707307" y="142375"/>
                </a:lnTo>
                <a:lnTo>
                  <a:pt x="2706724" y="142919"/>
                </a:lnTo>
                <a:lnTo>
                  <a:pt x="2706154" y="143474"/>
                </a:lnTo>
                <a:lnTo>
                  <a:pt x="2705596" y="144041"/>
                </a:lnTo>
                <a:lnTo>
                  <a:pt x="2705050" y="144620"/>
                </a:lnTo>
                <a:lnTo>
                  <a:pt x="2704516" y="145211"/>
                </a:lnTo>
                <a:lnTo>
                  <a:pt x="2703995" y="145813"/>
                </a:lnTo>
                <a:lnTo>
                  <a:pt x="2703486" y="146428"/>
                </a:lnTo>
                <a:lnTo>
                  <a:pt x="2702990" y="147055"/>
                </a:lnTo>
                <a:lnTo>
                  <a:pt x="2702505" y="147694"/>
                </a:lnTo>
                <a:lnTo>
                  <a:pt x="2702033" y="148344"/>
                </a:lnTo>
                <a:lnTo>
                  <a:pt x="2701574" y="149007"/>
                </a:lnTo>
                <a:lnTo>
                  <a:pt x="2701126" y="149681"/>
                </a:lnTo>
                <a:lnTo>
                  <a:pt x="2700691" y="150368"/>
                </a:lnTo>
                <a:lnTo>
                  <a:pt x="2700268" y="151066"/>
                </a:lnTo>
                <a:lnTo>
                  <a:pt x="2699857" y="151776"/>
                </a:lnTo>
                <a:lnTo>
                  <a:pt x="2699461" y="152500"/>
                </a:lnTo>
                <a:lnTo>
                  <a:pt x="2699082" y="153240"/>
                </a:lnTo>
                <a:lnTo>
                  <a:pt x="2698720" y="153996"/>
                </a:lnTo>
                <a:lnTo>
                  <a:pt x="2698374" y="154768"/>
                </a:lnTo>
                <a:lnTo>
                  <a:pt x="2698046" y="155555"/>
                </a:lnTo>
                <a:lnTo>
                  <a:pt x="2697734" y="156358"/>
                </a:lnTo>
                <a:lnTo>
                  <a:pt x="2697439" y="157177"/>
                </a:lnTo>
                <a:lnTo>
                  <a:pt x="2697161" y="158012"/>
                </a:lnTo>
                <a:lnTo>
                  <a:pt x="2696900" y="158862"/>
                </a:lnTo>
                <a:lnTo>
                  <a:pt x="2696655" y="159729"/>
                </a:lnTo>
                <a:lnTo>
                  <a:pt x="2696428" y="160611"/>
                </a:lnTo>
                <a:lnTo>
                  <a:pt x="2696217" y="161509"/>
                </a:lnTo>
                <a:lnTo>
                  <a:pt x="2696023" y="162422"/>
                </a:lnTo>
                <a:lnTo>
                  <a:pt x="2695846" y="163352"/>
                </a:lnTo>
                <a:lnTo>
                  <a:pt x="2695686" y="164297"/>
                </a:lnTo>
                <a:lnTo>
                  <a:pt x="2695543" y="165258"/>
                </a:lnTo>
                <a:lnTo>
                  <a:pt x="2695417" y="166235"/>
                </a:lnTo>
                <a:lnTo>
                  <a:pt x="2695307" y="167228"/>
                </a:lnTo>
                <a:lnTo>
                  <a:pt x="2695214" y="168237"/>
                </a:lnTo>
                <a:lnTo>
                  <a:pt x="2695139" y="169261"/>
                </a:lnTo>
                <a:lnTo>
                  <a:pt x="2695080" y="170301"/>
                </a:lnTo>
                <a:lnTo>
                  <a:pt x="2695037" y="171357"/>
                </a:lnTo>
                <a:lnTo>
                  <a:pt x="2695012" y="172429"/>
                </a:lnTo>
                <a:lnTo>
                  <a:pt x="2695004" y="173516"/>
                </a:lnTo>
                <a:lnTo>
                  <a:pt x="2695016" y="174780"/>
                </a:lnTo>
                <a:lnTo>
                  <a:pt x="2695051" y="176027"/>
                </a:lnTo>
                <a:lnTo>
                  <a:pt x="2695110" y="177258"/>
                </a:lnTo>
                <a:lnTo>
                  <a:pt x="2695192" y="178471"/>
                </a:lnTo>
                <a:lnTo>
                  <a:pt x="2695298" y="179668"/>
                </a:lnTo>
                <a:lnTo>
                  <a:pt x="2695427" y="180847"/>
                </a:lnTo>
                <a:lnTo>
                  <a:pt x="2695580" y="182010"/>
                </a:lnTo>
                <a:lnTo>
                  <a:pt x="2695757" y="183156"/>
                </a:lnTo>
                <a:lnTo>
                  <a:pt x="2695956" y="184285"/>
                </a:lnTo>
                <a:lnTo>
                  <a:pt x="2696180" y="185397"/>
                </a:lnTo>
                <a:lnTo>
                  <a:pt x="2696427" y="186493"/>
                </a:lnTo>
                <a:lnTo>
                  <a:pt x="2696697" y="187572"/>
                </a:lnTo>
                <a:lnTo>
                  <a:pt x="2696992" y="188633"/>
                </a:lnTo>
                <a:lnTo>
                  <a:pt x="2697309" y="189678"/>
                </a:lnTo>
                <a:lnTo>
                  <a:pt x="2697650" y="190706"/>
                </a:lnTo>
                <a:lnTo>
                  <a:pt x="2698015" y="191717"/>
                </a:lnTo>
                <a:lnTo>
                  <a:pt x="2698403" y="192712"/>
                </a:lnTo>
                <a:lnTo>
                  <a:pt x="2698815" y="193689"/>
                </a:lnTo>
                <a:lnTo>
                  <a:pt x="2699250" y="194650"/>
                </a:lnTo>
                <a:lnTo>
                  <a:pt x="2699709" y="195593"/>
                </a:lnTo>
                <a:lnTo>
                  <a:pt x="2700191" y="196520"/>
                </a:lnTo>
                <a:lnTo>
                  <a:pt x="2700697" y="197430"/>
                </a:lnTo>
                <a:lnTo>
                  <a:pt x="2701226" y="198324"/>
                </a:lnTo>
                <a:lnTo>
                  <a:pt x="2701779" y="199200"/>
                </a:lnTo>
                <a:lnTo>
                  <a:pt x="2702360" y="200059"/>
                </a:lnTo>
                <a:lnTo>
                  <a:pt x="2702958" y="200901"/>
                </a:lnTo>
                <a:lnTo>
                  <a:pt x="2703574" y="201725"/>
                </a:lnTo>
                <a:lnTo>
                  <a:pt x="2704206" y="202531"/>
                </a:lnTo>
                <a:lnTo>
                  <a:pt x="2704854" y="203320"/>
                </a:lnTo>
                <a:lnTo>
                  <a:pt x="2705520" y="204091"/>
                </a:lnTo>
                <a:lnTo>
                  <a:pt x="2706203" y="204845"/>
                </a:lnTo>
                <a:lnTo>
                  <a:pt x="2706902" y="205582"/>
                </a:lnTo>
                <a:lnTo>
                  <a:pt x="2707618" y="206300"/>
                </a:lnTo>
                <a:lnTo>
                  <a:pt x="2708351" y="207001"/>
                </a:lnTo>
                <a:lnTo>
                  <a:pt x="2709101" y="207685"/>
                </a:lnTo>
                <a:lnTo>
                  <a:pt x="2709868" y="208351"/>
                </a:lnTo>
                <a:lnTo>
                  <a:pt x="2710652" y="208999"/>
                </a:lnTo>
                <a:lnTo>
                  <a:pt x="2711452" y="209630"/>
                </a:lnTo>
                <a:lnTo>
                  <a:pt x="2712270" y="210244"/>
                </a:lnTo>
                <a:lnTo>
                  <a:pt x="2713104" y="210840"/>
                </a:lnTo>
                <a:lnTo>
                  <a:pt x="2713955" y="211418"/>
                </a:lnTo>
                <a:lnTo>
                  <a:pt x="2714823" y="211979"/>
                </a:lnTo>
                <a:lnTo>
                  <a:pt x="2715708" y="212522"/>
                </a:lnTo>
                <a:lnTo>
                  <a:pt x="2716609" y="213047"/>
                </a:lnTo>
                <a:lnTo>
                  <a:pt x="2717528" y="213555"/>
                </a:lnTo>
                <a:lnTo>
                  <a:pt x="2718463" y="214046"/>
                </a:lnTo>
                <a:lnTo>
                  <a:pt x="2719415" y="214519"/>
                </a:lnTo>
                <a:lnTo>
                  <a:pt x="2720384" y="214974"/>
                </a:lnTo>
                <a:lnTo>
                  <a:pt x="2721375" y="215403"/>
                </a:lnTo>
                <a:lnTo>
                  <a:pt x="2722376" y="215814"/>
                </a:lnTo>
                <a:lnTo>
                  <a:pt x="2723388" y="216206"/>
                </a:lnTo>
                <a:lnTo>
                  <a:pt x="2724409" y="216581"/>
                </a:lnTo>
                <a:lnTo>
                  <a:pt x="2725441" y="216937"/>
                </a:lnTo>
                <a:lnTo>
                  <a:pt x="2726483" y="217275"/>
                </a:lnTo>
                <a:lnTo>
                  <a:pt x="2727535" y="217594"/>
                </a:lnTo>
                <a:lnTo>
                  <a:pt x="2728597" y="217895"/>
                </a:lnTo>
                <a:lnTo>
                  <a:pt x="2729670" y="218178"/>
                </a:lnTo>
                <a:lnTo>
                  <a:pt x="2730752" y="218443"/>
                </a:lnTo>
                <a:lnTo>
                  <a:pt x="2731845" y="218689"/>
                </a:lnTo>
                <a:lnTo>
                  <a:pt x="2732948" y="218918"/>
                </a:lnTo>
                <a:lnTo>
                  <a:pt x="2734061" y="219128"/>
                </a:lnTo>
                <a:lnTo>
                  <a:pt x="2735184" y="219319"/>
                </a:lnTo>
                <a:lnTo>
                  <a:pt x="2736318" y="219493"/>
                </a:lnTo>
                <a:lnTo>
                  <a:pt x="2737462" y="219648"/>
                </a:lnTo>
                <a:lnTo>
                  <a:pt x="2738615" y="219785"/>
                </a:lnTo>
                <a:lnTo>
                  <a:pt x="2739780" y="219904"/>
                </a:lnTo>
                <a:lnTo>
                  <a:pt x="2740954" y="220004"/>
                </a:lnTo>
                <a:lnTo>
                  <a:pt x="2742138" y="220086"/>
                </a:lnTo>
                <a:lnTo>
                  <a:pt x="2743333" y="220150"/>
                </a:lnTo>
                <a:lnTo>
                  <a:pt x="2744538" y="220196"/>
                </a:lnTo>
                <a:lnTo>
                  <a:pt x="2745753" y="220223"/>
                </a:lnTo>
                <a:lnTo>
                  <a:pt x="2746978" y="220232"/>
                </a:lnTo>
                <a:lnTo>
                  <a:pt x="2747983" y="220226"/>
                </a:lnTo>
                <a:lnTo>
                  <a:pt x="2748978" y="220209"/>
                </a:lnTo>
                <a:lnTo>
                  <a:pt x="2749962" y="220180"/>
                </a:lnTo>
                <a:lnTo>
                  <a:pt x="2750935" y="220140"/>
                </a:lnTo>
                <a:lnTo>
                  <a:pt x="2751898" y="220087"/>
                </a:lnTo>
                <a:close/>
                <a:moveTo>
                  <a:pt x="2751897" y="193111"/>
                </a:moveTo>
                <a:lnTo>
                  <a:pt x="2751022" y="193013"/>
                </a:lnTo>
                <a:lnTo>
                  <a:pt x="2750162" y="192896"/>
                </a:lnTo>
                <a:lnTo>
                  <a:pt x="2749315" y="192762"/>
                </a:lnTo>
                <a:lnTo>
                  <a:pt x="2748482" y="192610"/>
                </a:lnTo>
                <a:lnTo>
                  <a:pt x="2747663" y="192440"/>
                </a:lnTo>
                <a:lnTo>
                  <a:pt x="2746858" y="192252"/>
                </a:lnTo>
                <a:lnTo>
                  <a:pt x="2746068" y="192046"/>
                </a:lnTo>
                <a:lnTo>
                  <a:pt x="2745291" y="191822"/>
                </a:lnTo>
                <a:lnTo>
                  <a:pt x="2744529" y="191580"/>
                </a:lnTo>
                <a:lnTo>
                  <a:pt x="2743780" y="191321"/>
                </a:lnTo>
                <a:lnTo>
                  <a:pt x="2743045" y="191043"/>
                </a:lnTo>
                <a:lnTo>
                  <a:pt x="2742325" y="190748"/>
                </a:lnTo>
                <a:lnTo>
                  <a:pt x="2741619" y="190434"/>
                </a:lnTo>
                <a:lnTo>
                  <a:pt x="2740926" y="190103"/>
                </a:lnTo>
                <a:lnTo>
                  <a:pt x="2740248" y="189754"/>
                </a:lnTo>
                <a:lnTo>
                  <a:pt x="2739584" y="189387"/>
                </a:lnTo>
                <a:lnTo>
                  <a:pt x="2738933" y="189002"/>
                </a:lnTo>
                <a:lnTo>
                  <a:pt x="2738297" y="188599"/>
                </a:lnTo>
                <a:lnTo>
                  <a:pt x="2737675" y="188178"/>
                </a:lnTo>
                <a:lnTo>
                  <a:pt x="2737073" y="187740"/>
                </a:lnTo>
                <a:lnTo>
                  <a:pt x="2736496" y="187284"/>
                </a:lnTo>
                <a:lnTo>
                  <a:pt x="2735945" y="186812"/>
                </a:lnTo>
                <a:lnTo>
                  <a:pt x="2735420" y="186322"/>
                </a:lnTo>
                <a:lnTo>
                  <a:pt x="2734920" y="185814"/>
                </a:lnTo>
                <a:lnTo>
                  <a:pt x="2734446" y="185290"/>
                </a:lnTo>
                <a:lnTo>
                  <a:pt x="2733997" y="184748"/>
                </a:lnTo>
                <a:lnTo>
                  <a:pt x="2733574" y="184190"/>
                </a:lnTo>
                <a:lnTo>
                  <a:pt x="2733177" y="183614"/>
                </a:lnTo>
                <a:lnTo>
                  <a:pt x="2732805" y="183021"/>
                </a:lnTo>
                <a:lnTo>
                  <a:pt x="2732459" y="182410"/>
                </a:lnTo>
                <a:lnTo>
                  <a:pt x="2732139" y="181783"/>
                </a:lnTo>
                <a:lnTo>
                  <a:pt x="2731844" y="181138"/>
                </a:lnTo>
                <a:lnTo>
                  <a:pt x="2731575" y="180476"/>
                </a:lnTo>
                <a:lnTo>
                  <a:pt x="2731331" y="179797"/>
                </a:lnTo>
                <a:lnTo>
                  <a:pt x="2731114" y="179100"/>
                </a:lnTo>
                <a:lnTo>
                  <a:pt x="2730921" y="178387"/>
                </a:lnTo>
                <a:lnTo>
                  <a:pt x="2730755" y="177656"/>
                </a:lnTo>
                <a:lnTo>
                  <a:pt x="2730614" y="176908"/>
                </a:lnTo>
                <a:lnTo>
                  <a:pt x="2730498" y="176143"/>
                </a:lnTo>
                <a:lnTo>
                  <a:pt x="2730409" y="175360"/>
                </a:lnTo>
                <a:lnTo>
                  <a:pt x="2730345" y="174560"/>
                </a:lnTo>
                <a:lnTo>
                  <a:pt x="2730306" y="173744"/>
                </a:lnTo>
                <a:lnTo>
                  <a:pt x="2730293" y="172910"/>
                </a:lnTo>
                <a:lnTo>
                  <a:pt x="2730300" y="172324"/>
                </a:lnTo>
                <a:lnTo>
                  <a:pt x="2730319" y="171748"/>
                </a:lnTo>
                <a:lnTo>
                  <a:pt x="2730352" y="171181"/>
                </a:lnTo>
                <a:lnTo>
                  <a:pt x="2730397" y="170623"/>
                </a:lnTo>
                <a:lnTo>
                  <a:pt x="2730456" y="170074"/>
                </a:lnTo>
                <a:lnTo>
                  <a:pt x="2730527" y="169535"/>
                </a:lnTo>
                <a:lnTo>
                  <a:pt x="2730612" y="169004"/>
                </a:lnTo>
                <a:lnTo>
                  <a:pt x="2730709" y="168483"/>
                </a:lnTo>
                <a:lnTo>
                  <a:pt x="2730820" y="167971"/>
                </a:lnTo>
                <a:lnTo>
                  <a:pt x="2730943" y="167468"/>
                </a:lnTo>
                <a:lnTo>
                  <a:pt x="2731079" y="166974"/>
                </a:lnTo>
                <a:lnTo>
                  <a:pt x="2731229" y="166489"/>
                </a:lnTo>
                <a:lnTo>
                  <a:pt x="2731391" y="166013"/>
                </a:lnTo>
                <a:lnTo>
                  <a:pt x="2731567" y="165546"/>
                </a:lnTo>
                <a:lnTo>
                  <a:pt x="2731755" y="165089"/>
                </a:lnTo>
                <a:lnTo>
                  <a:pt x="2731956" y="164640"/>
                </a:lnTo>
                <a:lnTo>
                  <a:pt x="2732171" y="164201"/>
                </a:lnTo>
                <a:lnTo>
                  <a:pt x="2732398" y="163771"/>
                </a:lnTo>
                <a:lnTo>
                  <a:pt x="2732638" y="163350"/>
                </a:lnTo>
                <a:lnTo>
                  <a:pt x="2732892" y="162938"/>
                </a:lnTo>
                <a:lnTo>
                  <a:pt x="2733158" y="162536"/>
                </a:lnTo>
                <a:lnTo>
                  <a:pt x="2733437" y="162142"/>
                </a:lnTo>
                <a:lnTo>
                  <a:pt x="2733730" y="161758"/>
                </a:lnTo>
                <a:lnTo>
                  <a:pt x="2734035" y="161382"/>
                </a:lnTo>
                <a:lnTo>
                  <a:pt x="2734351" y="161007"/>
                </a:lnTo>
                <a:lnTo>
                  <a:pt x="2734677" y="160638"/>
                </a:lnTo>
                <a:lnTo>
                  <a:pt x="2735013" y="160276"/>
                </a:lnTo>
                <a:lnTo>
                  <a:pt x="2735358" y="159922"/>
                </a:lnTo>
                <a:lnTo>
                  <a:pt x="2735712" y="159574"/>
                </a:lnTo>
                <a:lnTo>
                  <a:pt x="2736076" y="159234"/>
                </a:lnTo>
                <a:lnTo>
                  <a:pt x="2736450" y="158900"/>
                </a:lnTo>
                <a:lnTo>
                  <a:pt x="2736833" y="158573"/>
                </a:lnTo>
                <a:lnTo>
                  <a:pt x="2737225" y="158254"/>
                </a:lnTo>
                <a:lnTo>
                  <a:pt x="2737627" y="157941"/>
                </a:lnTo>
                <a:lnTo>
                  <a:pt x="2738038" y="157636"/>
                </a:lnTo>
                <a:lnTo>
                  <a:pt x="2738459" y="157338"/>
                </a:lnTo>
                <a:lnTo>
                  <a:pt x="2738889" y="157046"/>
                </a:lnTo>
                <a:lnTo>
                  <a:pt x="2739329" y="156762"/>
                </a:lnTo>
                <a:lnTo>
                  <a:pt x="2739778" y="156484"/>
                </a:lnTo>
                <a:lnTo>
                  <a:pt x="2740237" y="156214"/>
                </a:lnTo>
                <a:lnTo>
                  <a:pt x="2740705" y="155951"/>
                </a:lnTo>
                <a:lnTo>
                  <a:pt x="2741183" y="155694"/>
                </a:lnTo>
                <a:lnTo>
                  <a:pt x="2741670" y="155445"/>
                </a:lnTo>
                <a:lnTo>
                  <a:pt x="2742166" y="155203"/>
                </a:lnTo>
                <a:lnTo>
                  <a:pt x="2742673" y="154968"/>
                </a:lnTo>
                <a:lnTo>
                  <a:pt x="2743188" y="154739"/>
                </a:lnTo>
                <a:lnTo>
                  <a:pt x="2743713" y="154518"/>
                </a:lnTo>
                <a:lnTo>
                  <a:pt x="2744248" y="154304"/>
                </a:lnTo>
                <a:lnTo>
                  <a:pt x="2744790" y="154096"/>
                </a:lnTo>
                <a:lnTo>
                  <a:pt x="2745338" y="153893"/>
                </a:lnTo>
                <a:lnTo>
                  <a:pt x="2745892" y="153694"/>
                </a:lnTo>
                <a:lnTo>
                  <a:pt x="2746453" y="153501"/>
                </a:lnTo>
                <a:lnTo>
                  <a:pt x="2747019" y="153312"/>
                </a:lnTo>
                <a:lnTo>
                  <a:pt x="2747591" y="153129"/>
                </a:lnTo>
                <a:lnTo>
                  <a:pt x="2748169" y="152950"/>
                </a:lnTo>
                <a:lnTo>
                  <a:pt x="2748753" y="152776"/>
                </a:lnTo>
                <a:lnTo>
                  <a:pt x="2749343" y="152607"/>
                </a:lnTo>
                <a:lnTo>
                  <a:pt x="2749939" y="152443"/>
                </a:lnTo>
                <a:lnTo>
                  <a:pt x="2750541" y="152284"/>
                </a:lnTo>
                <a:lnTo>
                  <a:pt x="2751149" y="152130"/>
                </a:lnTo>
                <a:lnTo>
                  <a:pt x="2751763" y="151981"/>
                </a:lnTo>
                <a:lnTo>
                  <a:pt x="2752383" y="151837"/>
                </a:lnTo>
                <a:lnTo>
                  <a:pt x="2753009" y="151697"/>
                </a:lnTo>
                <a:lnTo>
                  <a:pt x="2753640" y="151563"/>
                </a:lnTo>
                <a:lnTo>
                  <a:pt x="2754278" y="151433"/>
                </a:lnTo>
                <a:lnTo>
                  <a:pt x="2754922" y="151309"/>
                </a:lnTo>
                <a:lnTo>
                  <a:pt x="2755572" y="151189"/>
                </a:lnTo>
                <a:lnTo>
                  <a:pt x="2756227" y="151074"/>
                </a:lnTo>
                <a:lnTo>
                  <a:pt x="2756889" y="150964"/>
                </a:lnTo>
                <a:lnTo>
                  <a:pt x="2757556" y="150859"/>
                </a:lnTo>
                <a:lnTo>
                  <a:pt x="2758230" y="150759"/>
                </a:lnTo>
                <a:lnTo>
                  <a:pt x="2758910" y="150664"/>
                </a:lnTo>
                <a:lnTo>
                  <a:pt x="2759215" y="150621"/>
                </a:lnTo>
                <a:lnTo>
                  <a:pt x="2759525" y="150578"/>
                </a:lnTo>
                <a:lnTo>
                  <a:pt x="2759840" y="150534"/>
                </a:lnTo>
                <a:lnTo>
                  <a:pt x="2760159" y="150490"/>
                </a:lnTo>
                <a:lnTo>
                  <a:pt x="2760483" y="150444"/>
                </a:lnTo>
                <a:lnTo>
                  <a:pt x="2760812" y="150398"/>
                </a:lnTo>
                <a:lnTo>
                  <a:pt x="2761145" y="150352"/>
                </a:lnTo>
                <a:lnTo>
                  <a:pt x="2761482" y="150304"/>
                </a:lnTo>
                <a:lnTo>
                  <a:pt x="2761825" y="150256"/>
                </a:lnTo>
                <a:lnTo>
                  <a:pt x="2762171" y="150207"/>
                </a:lnTo>
                <a:lnTo>
                  <a:pt x="2762523" y="150158"/>
                </a:lnTo>
                <a:lnTo>
                  <a:pt x="2762878" y="150108"/>
                </a:lnTo>
                <a:lnTo>
                  <a:pt x="2763239" y="150057"/>
                </a:lnTo>
                <a:lnTo>
                  <a:pt x="2763604" y="150005"/>
                </a:lnTo>
                <a:lnTo>
                  <a:pt x="2763973" y="149953"/>
                </a:lnTo>
                <a:lnTo>
                  <a:pt x="2764347" y="149900"/>
                </a:lnTo>
                <a:lnTo>
                  <a:pt x="2764726" y="149846"/>
                </a:lnTo>
                <a:lnTo>
                  <a:pt x="2765109" y="149792"/>
                </a:lnTo>
                <a:lnTo>
                  <a:pt x="2765497" y="149737"/>
                </a:lnTo>
                <a:lnTo>
                  <a:pt x="2765889" y="149681"/>
                </a:lnTo>
                <a:lnTo>
                  <a:pt x="2766286" y="149624"/>
                </a:lnTo>
                <a:lnTo>
                  <a:pt x="2766688" y="149567"/>
                </a:lnTo>
                <a:lnTo>
                  <a:pt x="2767094" y="149509"/>
                </a:lnTo>
                <a:lnTo>
                  <a:pt x="2767505" y="149451"/>
                </a:lnTo>
                <a:lnTo>
                  <a:pt x="2767918" y="149391"/>
                </a:lnTo>
                <a:lnTo>
                  <a:pt x="2768331" y="149331"/>
                </a:lnTo>
                <a:lnTo>
                  <a:pt x="2768745" y="149270"/>
                </a:lnTo>
                <a:lnTo>
                  <a:pt x="2769159" y="149209"/>
                </a:lnTo>
                <a:lnTo>
                  <a:pt x="2769573" y="149147"/>
                </a:lnTo>
                <a:lnTo>
                  <a:pt x="2769988" y="149084"/>
                </a:lnTo>
                <a:lnTo>
                  <a:pt x="2770403" y="149020"/>
                </a:lnTo>
                <a:lnTo>
                  <a:pt x="2770819" y="148956"/>
                </a:lnTo>
                <a:lnTo>
                  <a:pt x="2771235" y="148891"/>
                </a:lnTo>
                <a:lnTo>
                  <a:pt x="2771651" y="148826"/>
                </a:lnTo>
                <a:lnTo>
                  <a:pt x="2772068" y="148759"/>
                </a:lnTo>
                <a:lnTo>
                  <a:pt x="2772484" y="148692"/>
                </a:lnTo>
                <a:lnTo>
                  <a:pt x="2772902" y="148624"/>
                </a:lnTo>
                <a:lnTo>
                  <a:pt x="2773319" y="148556"/>
                </a:lnTo>
                <a:lnTo>
                  <a:pt x="2773737" y="148487"/>
                </a:lnTo>
                <a:lnTo>
                  <a:pt x="2774156" y="148417"/>
                </a:lnTo>
                <a:lnTo>
                  <a:pt x="2774574" y="148346"/>
                </a:lnTo>
                <a:lnTo>
                  <a:pt x="2774993" y="148275"/>
                </a:lnTo>
                <a:lnTo>
                  <a:pt x="2775413" y="148203"/>
                </a:lnTo>
                <a:lnTo>
                  <a:pt x="2775833" y="148130"/>
                </a:lnTo>
                <a:lnTo>
                  <a:pt x="2776253" y="148057"/>
                </a:lnTo>
                <a:lnTo>
                  <a:pt x="2776673" y="147983"/>
                </a:lnTo>
                <a:lnTo>
                  <a:pt x="2777094" y="147908"/>
                </a:lnTo>
                <a:lnTo>
                  <a:pt x="2777515" y="147833"/>
                </a:lnTo>
                <a:lnTo>
                  <a:pt x="2777935" y="147756"/>
                </a:lnTo>
                <a:lnTo>
                  <a:pt x="2778351" y="147679"/>
                </a:lnTo>
                <a:lnTo>
                  <a:pt x="2778763" y="147600"/>
                </a:lnTo>
                <a:lnTo>
                  <a:pt x="2779172" y="147521"/>
                </a:lnTo>
                <a:lnTo>
                  <a:pt x="2779578" y="147440"/>
                </a:lnTo>
                <a:lnTo>
                  <a:pt x="2779980" y="147359"/>
                </a:lnTo>
                <a:lnTo>
                  <a:pt x="2780378" y="147276"/>
                </a:lnTo>
                <a:lnTo>
                  <a:pt x="2780773" y="147192"/>
                </a:lnTo>
                <a:lnTo>
                  <a:pt x="2781165" y="147107"/>
                </a:lnTo>
                <a:lnTo>
                  <a:pt x="2781553" y="147022"/>
                </a:lnTo>
                <a:lnTo>
                  <a:pt x="2781937" y="146935"/>
                </a:lnTo>
                <a:lnTo>
                  <a:pt x="2782318" y="146847"/>
                </a:lnTo>
                <a:lnTo>
                  <a:pt x="2782695" y="146758"/>
                </a:lnTo>
                <a:lnTo>
                  <a:pt x="2783069" y="146668"/>
                </a:lnTo>
                <a:lnTo>
                  <a:pt x="2783440" y="146577"/>
                </a:lnTo>
                <a:lnTo>
                  <a:pt x="2783807" y="146484"/>
                </a:lnTo>
                <a:lnTo>
                  <a:pt x="2784170" y="146391"/>
                </a:lnTo>
                <a:lnTo>
                  <a:pt x="2784530" y="146297"/>
                </a:lnTo>
                <a:lnTo>
                  <a:pt x="2784886" y="146202"/>
                </a:lnTo>
                <a:lnTo>
                  <a:pt x="2785239" y="146105"/>
                </a:lnTo>
                <a:lnTo>
                  <a:pt x="2785589" y="146008"/>
                </a:lnTo>
                <a:lnTo>
                  <a:pt x="2785934" y="145909"/>
                </a:lnTo>
                <a:lnTo>
                  <a:pt x="2786277" y="145810"/>
                </a:lnTo>
                <a:lnTo>
                  <a:pt x="2786616" y="145709"/>
                </a:lnTo>
                <a:lnTo>
                  <a:pt x="2786957" y="145608"/>
                </a:lnTo>
                <a:lnTo>
                  <a:pt x="2787290" y="145506"/>
                </a:lnTo>
                <a:lnTo>
                  <a:pt x="2787614" y="145403"/>
                </a:lnTo>
                <a:lnTo>
                  <a:pt x="2787930" y="145299"/>
                </a:lnTo>
                <a:lnTo>
                  <a:pt x="2788238" y="145195"/>
                </a:lnTo>
                <a:lnTo>
                  <a:pt x="2788537" y="145090"/>
                </a:lnTo>
                <a:lnTo>
                  <a:pt x="2788828" y="144984"/>
                </a:lnTo>
                <a:lnTo>
                  <a:pt x="2789110" y="144878"/>
                </a:lnTo>
                <a:lnTo>
                  <a:pt x="2789384" y="144771"/>
                </a:lnTo>
                <a:lnTo>
                  <a:pt x="2789649" y="144663"/>
                </a:lnTo>
                <a:lnTo>
                  <a:pt x="2789906" y="144554"/>
                </a:lnTo>
                <a:lnTo>
                  <a:pt x="2790155" y="144445"/>
                </a:lnTo>
                <a:lnTo>
                  <a:pt x="2790395" y="144335"/>
                </a:lnTo>
                <a:lnTo>
                  <a:pt x="2790627" y="144225"/>
                </a:lnTo>
                <a:lnTo>
                  <a:pt x="2790850" y="144113"/>
                </a:lnTo>
                <a:lnTo>
                  <a:pt x="2791065" y="144001"/>
                </a:lnTo>
                <a:lnTo>
                  <a:pt x="2791271" y="143889"/>
                </a:lnTo>
                <a:lnTo>
                  <a:pt x="2791469" y="143775"/>
                </a:lnTo>
                <a:lnTo>
                  <a:pt x="2791659" y="143661"/>
                </a:lnTo>
                <a:lnTo>
                  <a:pt x="2791840" y="143546"/>
                </a:lnTo>
                <a:lnTo>
                  <a:pt x="2792013" y="143431"/>
                </a:lnTo>
                <a:lnTo>
                  <a:pt x="2792177" y="143315"/>
                </a:lnTo>
                <a:lnTo>
                  <a:pt x="2792333" y="143198"/>
                </a:lnTo>
                <a:lnTo>
                  <a:pt x="2792480" y="143080"/>
                </a:lnTo>
                <a:lnTo>
                  <a:pt x="2792480" y="161382"/>
                </a:lnTo>
                <a:lnTo>
                  <a:pt x="2792473" y="162096"/>
                </a:lnTo>
                <a:lnTo>
                  <a:pt x="2792450" y="162806"/>
                </a:lnTo>
                <a:lnTo>
                  <a:pt x="2792411" y="163510"/>
                </a:lnTo>
                <a:lnTo>
                  <a:pt x="2792357" y="164211"/>
                </a:lnTo>
                <a:lnTo>
                  <a:pt x="2792287" y="164906"/>
                </a:lnTo>
                <a:lnTo>
                  <a:pt x="2792202" y="165598"/>
                </a:lnTo>
                <a:lnTo>
                  <a:pt x="2792102" y="166284"/>
                </a:lnTo>
                <a:lnTo>
                  <a:pt x="2791986" y="166966"/>
                </a:lnTo>
                <a:lnTo>
                  <a:pt x="2791855" y="167644"/>
                </a:lnTo>
                <a:lnTo>
                  <a:pt x="2791708" y="168317"/>
                </a:lnTo>
                <a:lnTo>
                  <a:pt x="2791546" y="168985"/>
                </a:lnTo>
                <a:lnTo>
                  <a:pt x="2791368" y="169649"/>
                </a:lnTo>
                <a:lnTo>
                  <a:pt x="2791175" y="170308"/>
                </a:lnTo>
                <a:lnTo>
                  <a:pt x="2790966" y="170962"/>
                </a:lnTo>
                <a:lnTo>
                  <a:pt x="2790742" y="171612"/>
                </a:lnTo>
                <a:lnTo>
                  <a:pt x="2790503" y="172258"/>
                </a:lnTo>
                <a:lnTo>
                  <a:pt x="2790248" y="172899"/>
                </a:lnTo>
                <a:lnTo>
                  <a:pt x="2789978" y="173535"/>
                </a:lnTo>
                <a:lnTo>
                  <a:pt x="2789692" y="174167"/>
                </a:lnTo>
                <a:lnTo>
                  <a:pt x="2789391" y="174794"/>
                </a:lnTo>
                <a:lnTo>
                  <a:pt x="2789074" y="175417"/>
                </a:lnTo>
                <a:lnTo>
                  <a:pt x="2788742" y="176035"/>
                </a:lnTo>
                <a:lnTo>
                  <a:pt x="2788394" y="176649"/>
                </a:lnTo>
                <a:lnTo>
                  <a:pt x="2788031" y="177258"/>
                </a:lnTo>
                <a:lnTo>
                  <a:pt x="2787662" y="177859"/>
                </a:lnTo>
                <a:lnTo>
                  <a:pt x="2787281" y="178451"/>
                </a:lnTo>
                <a:lnTo>
                  <a:pt x="2786886" y="179033"/>
                </a:lnTo>
                <a:lnTo>
                  <a:pt x="2786478" y="179606"/>
                </a:lnTo>
                <a:lnTo>
                  <a:pt x="2786057" y="180168"/>
                </a:lnTo>
                <a:lnTo>
                  <a:pt x="2785623" y="180721"/>
                </a:lnTo>
                <a:lnTo>
                  <a:pt x="2785177" y="181264"/>
                </a:lnTo>
                <a:lnTo>
                  <a:pt x="2784717" y="181797"/>
                </a:lnTo>
                <a:lnTo>
                  <a:pt x="2784244" y="182320"/>
                </a:lnTo>
                <a:lnTo>
                  <a:pt x="2783758" y="182833"/>
                </a:lnTo>
                <a:lnTo>
                  <a:pt x="2783259" y="183337"/>
                </a:lnTo>
                <a:lnTo>
                  <a:pt x="2782748" y="183830"/>
                </a:lnTo>
                <a:lnTo>
                  <a:pt x="2782223" y="184314"/>
                </a:lnTo>
                <a:lnTo>
                  <a:pt x="2781685" y="184788"/>
                </a:lnTo>
                <a:lnTo>
                  <a:pt x="2781135" y="185252"/>
                </a:lnTo>
                <a:lnTo>
                  <a:pt x="2780571" y="185706"/>
                </a:lnTo>
                <a:lnTo>
                  <a:pt x="2779994" y="186151"/>
                </a:lnTo>
                <a:lnTo>
                  <a:pt x="2779405" y="186586"/>
                </a:lnTo>
                <a:lnTo>
                  <a:pt x="2778802" y="187010"/>
                </a:lnTo>
                <a:lnTo>
                  <a:pt x="2778186" y="187425"/>
                </a:lnTo>
                <a:lnTo>
                  <a:pt x="2777558" y="187831"/>
                </a:lnTo>
                <a:lnTo>
                  <a:pt x="2776916" y="188226"/>
                </a:lnTo>
                <a:lnTo>
                  <a:pt x="2776261" y="188611"/>
                </a:lnTo>
                <a:lnTo>
                  <a:pt x="2775594" y="188987"/>
                </a:lnTo>
                <a:lnTo>
                  <a:pt x="2774915" y="189342"/>
                </a:lnTo>
                <a:lnTo>
                  <a:pt x="2774225" y="189682"/>
                </a:lnTo>
                <a:lnTo>
                  <a:pt x="2773526" y="190006"/>
                </a:lnTo>
                <a:lnTo>
                  <a:pt x="2772816" y="190316"/>
                </a:lnTo>
                <a:lnTo>
                  <a:pt x="2772096" y="190610"/>
                </a:lnTo>
                <a:lnTo>
                  <a:pt x="2771366" y="190889"/>
                </a:lnTo>
                <a:lnTo>
                  <a:pt x="2770626" y="191154"/>
                </a:lnTo>
                <a:lnTo>
                  <a:pt x="2769875" y="191403"/>
                </a:lnTo>
                <a:lnTo>
                  <a:pt x="2769115" y="191637"/>
                </a:lnTo>
                <a:lnTo>
                  <a:pt x="2768344" y="191856"/>
                </a:lnTo>
                <a:lnTo>
                  <a:pt x="2767563" y="192059"/>
                </a:lnTo>
                <a:lnTo>
                  <a:pt x="2766771" y="192248"/>
                </a:lnTo>
                <a:lnTo>
                  <a:pt x="2765970" y="192422"/>
                </a:lnTo>
                <a:lnTo>
                  <a:pt x="2765159" y="192580"/>
                </a:lnTo>
                <a:lnTo>
                  <a:pt x="2764337" y="192724"/>
                </a:lnTo>
                <a:lnTo>
                  <a:pt x="2763505" y="192852"/>
                </a:lnTo>
                <a:lnTo>
                  <a:pt x="2762663" y="192965"/>
                </a:lnTo>
                <a:lnTo>
                  <a:pt x="2761810" y="193063"/>
                </a:lnTo>
                <a:lnTo>
                  <a:pt x="2760948" y="193146"/>
                </a:lnTo>
                <a:lnTo>
                  <a:pt x="2760075" y="193214"/>
                </a:lnTo>
                <a:lnTo>
                  <a:pt x="2759192" y="193267"/>
                </a:lnTo>
                <a:lnTo>
                  <a:pt x="2758299" y="193305"/>
                </a:lnTo>
                <a:lnTo>
                  <a:pt x="2757396" y="193328"/>
                </a:lnTo>
                <a:lnTo>
                  <a:pt x="2756483" y="193335"/>
                </a:lnTo>
                <a:lnTo>
                  <a:pt x="2755538" y="193326"/>
                </a:lnTo>
                <a:lnTo>
                  <a:pt x="2754607" y="193299"/>
                </a:lnTo>
                <a:lnTo>
                  <a:pt x="2753689" y="193255"/>
                </a:lnTo>
                <a:lnTo>
                  <a:pt x="2752786" y="193192"/>
                </a:lnTo>
                <a:lnTo>
                  <a:pt x="2751897" y="19311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A72F3D-F392-411C-9515-A0F0266B6B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84383" y="2077787"/>
            <a:ext cx="249152" cy="320338"/>
          </a:xfrm>
          <a:custGeom xmlns:a="http://schemas.openxmlformats.org/drawingml/2006/main">
            <a:pathLst>
              <a:path w="249152" h="320338">
                <a:moveTo>
                  <a:pt x="213558" y="0"/>
                </a:moveTo>
                <a:lnTo>
                  <a:pt x="35593" y="0"/>
                </a:lnTo>
                <a:cubicBezTo>
                  <a:pt x="16017" y="0"/>
                  <a:pt x="0" y="16017"/>
                  <a:pt x="0" y="35593"/>
                </a:cubicBezTo>
                <a:lnTo>
                  <a:pt x="0" y="142372"/>
                </a:lnTo>
                <a:lnTo>
                  <a:pt x="81864" y="142372"/>
                </a:lnTo>
                <a:lnTo>
                  <a:pt x="147711" y="76525"/>
                </a:lnTo>
                <a:lnTo>
                  <a:pt x="124576" y="53390"/>
                </a:lnTo>
                <a:lnTo>
                  <a:pt x="195762" y="53390"/>
                </a:lnTo>
                <a:lnTo>
                  <a:pt x="195762" y="124576"/>
                </a:lnTo>
                <a:lnTo>
                  <a:pt x="172626" y="101440"/>
                </a:lnTo>
                <a:lnTo>
                  <a:pt x="113898" y="160169"/>
                </a:lnTo>
                <a:lnTo>
                  <a:pt x="172626" y="218897"/>
                </a:lnTo>
                <a:lnTo>
                  <a:pt x="195762" y="195762"/>
                </a:lnTo>
                <a:lnTo>
                  <a:pt x="195762" y="266948"/>
                </a:lnTo>
                <a:lnTo>
                  <a:pt x="124576" y="266948"/>
                </a:lnTo>
                <a:lnTo>
                  <a:pt x="147711" y="243813"/>
                </a:lnTo>
                <a:lnTo>
                  <a:pt x="81864" y="177965"/>
                </a:lnTo>
                <a:lnTo>
                  <a:pt x="0" y="177965"/>
                </a:lnTo>
                <a:lnTo>
                  <a:pt x="0" y="284745"/>
                </a:lnTo>
                <a:cubicBezTo>
                  <a:pt x="0" y="304321"/>
                  <a:pt x="16017" y="320338"/>
                  <a:pt x="35593" y="320338"/>
                </a:cubicBezTo>
                <a:lnTo>
                  <a:pt x="213558" y="320338"/>
                </a:lnTo>
                <a:cubicBezTo>
                  <a:pt x="233135" y="320338"/>
                  <a:pt x="249152" y="304321"/>
                  <a:pt x="249152" y="284745"/>
                </a:cubicBezTo>
                <a:lnTo>
                  <a:pt x="249152" y="35593"/>
                </a:lnTo>
                <a:cubicBezTo>
                  <a:pt x="249152" y="16017"/>
                  <a:pt x="233135" y="0"/>
                  <a:pt x="213558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C038C5-A237-46D7-A189-9F64558A22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38727" y="152222"/>
            <a:ext cx="2887758" cy="220232"/>
          </a:xfrm>
          <a:custGeom xmlns:a="http://schemas.openxmlformats.org/drawingml/2006/main">
            <a:pathLst>
              <a:path w="2887758" h="220232">
                <a:moveTo>
                  <a:pt x="1270070" y="39579"/>
                </a:moveTo>
                <a:lnTo>
                  <a:pt x="1270762" y="39489"/>
                </a:lnTo>
                <a:lnTo>
                  <a:pt x="1271445" y="39379"/>
                </a:lnTo>
                <a:lnTo>
                  <a:pt x="1272119" y="39249"/>
                </a:lnTo>
                <a:lnTo>
                  <a:pt x="1272783" y="39098"/>
                </a:lnTo>
                <a:lnTo>
                  <a:pt x="1273439" y="38928"/>
                </a:lnTo>
                <a:lnTo>
                  <a:pt x="1274085" y="38738"/>
                </a:lnTo>
                <a:lnTo>
                  <a:pt x="1274722" y="38528"/>
                </a:lnTo>
                <a:lnTo>
                  <a:pt x="1275350" y="38298"/>
                </a:lnTo>
                <a:lnTo>
                  <a:pt x="1275969" y="38048"/>
                </a:lnTo>
                <a:lnTo>
                  <a:pt x="1276579" y="37778"/>
                </a:lnTo>
                <a:lnTo>
                  <a:pt x="1277180" y="37487"/>
                </a:lnTo>
                <a:lnTo>
                  <a:pt x="1277772" y="37177"/>
                </a:lnTo>
                <a:lnTo>
                  <a:pt x="1278354" y="36847"/>
                </a:lnTo>
                <a:lnTo>
                  <a:pt x="1278927" y="36497"/>
                </a:lnTo>
                <a:lnTo>
                  <a:pt x="1279492" y="36127"/>
                </a:lnTo>
                <a:lnTo>
                  <a:pt x="1280047" y="35736"/>
                </a:lnTo>
                <a:lnTo>
                  <a:pt x="1280593" y="35326"/>
                </a:lnTo>
                <a:lnTo>
                  <a:pt x="1281130" y="34896"/>
                </a:lnTo>
                <a:lnTo>
                  <a:pt x="1281657" y="34446"/>
                </a:lnTo>
                <a:lnTo>
                  <a:pt x="1282176" y="33975"/>
                </a:lnTo>
                <a:lnTo>
                  <a:pt x="1282687" y="33482"/>
                </a:lnTo>
                <a:lnTo>
                  <a:pt x="1283177" y="32982"/>
                </a:lnTo>
                <a:lnTo>
                  <a:pt x="1283645" y="32473"/>
                </a:lnTo>
                <a:lnTo>
                  <a:pt x="1284091" y="31956"/>
                </a:lnTo>
                <a:lnTo>
                  <a:pt x="1284516" y="31431"/>
                </a:lnTo>
                <a:lnTo>
                  <a:pt x="1284919" y="30897"/>
                </a:lnTo>
                <a:lnTo>
                  <a:pt x="1285300" y="30356"/>
                </a:lnTo>
                <a:lnTo>
                  <a:pt x="1285659" y="29807"/>
                </a:lnTo>
                <a:lnTo>
                  <a:pt x="1285996" y="29250"/>
                </a:lnTo>
                <a:lnTo>
                  <a:pt x="1286312" y="28684"/>
                </a:lnTo>
                <a:lnTo>
                  <a:pt x="1286606" y="28111"/>
                </a:lnTo>
                <a:lnTo>
                  <a:pt x="1286878" y="27529"/>
                </a:lnTo>
                <a:lnTo>
                  <a:pt x="1287128" y="26939"/>
                </a:lnTo>
                <a:lnTo>
                  <a:pt x="1287357" y="26342"/>
                </a:lnTo>
                <a:lnTo>
                  <a:pt x="1287563" y="25736"/>
                </a:lnTo>
                <a:lnTo>
                  <a:pt x="1287748" y="25122"/>
                </a:lnTo>
                <a:lnTo>
                  <a:pt x="1287912" y="24500"/>
                </a:lnTo>
                <a:lnTo>
                  <a:pt x="1288053" y="23870"/>
                </a:lnTo>
                <a:lnTo>
                  <a:pt x="1288173" y="23232"/>
                </a:lnTo>
                <a:lnTo>
                  <a:pt x="1288271" y="22586"/>
                </a:lnTo>
                <a:lnTo>
                  <a:pt x="1288347" y="21931"/>
                </a:lnTo>
                <a:lnTo>
                  <a:pt x="1288402" y="21269"/>
                </a:lnTo>
                <a:lnTo>
                  <a:pt x="1288434" y="20598"/>
                </a:lnTo>
                <a:lnTo>
                  <a:pt x="1288445" y="19920"/>
                </a:lnTo>
                <a:lnTo>
                  <a:pt x="1288434" y="19233"/>
                </a:lnTo>
                <a:lnTo>
                  <a:pt x="1288402" y="18556"/>
                </a:lnTo>
                <a:lnTo>
                  <a:pt x="1288347" y="17887"/>
                </a:lnTo>
                <a:lnTo>
                  <a:pt x="1288271" y="17226"/>
                </a:lnTo>
                <a:lnTo>
                  <a:pt x="1288173" y="16575"/>
                </a:lnTo>
                <a:lnTo>
                  <a:pt x="1288053" y="15932"/>
                </a:lnTo>
                <a:lnTo>
                  <a:pt x="1287912" y="15298"/>
                </a:lnTo>
                <a:lnTo>
                  <a:pt x="1287748" y="14673"/>
                </a:lnTo>
                <a:lnTo>
                  <a:pt x="1287563" y="14057"/>
                </a:lnTo>
                <a:lnTo>
                  <a:pt x="1287357" y="13449"/>
                </a:lnTo>
                <a:lnTo>
                  <a:pt x="1287128" y="12850"/>
                </a:lnTo>
                <a:lnTo>
                  <a:pt x="1286878" y="12260"/>
                </a:lnTo>
                <a:lnTo>
                  <a:pt x="1286606" y="11679"/>
                </a:lnTo>
                <a:lnTo>
                  <a:pt x="1286312" y="11107"/>
                </a:lnTo>
                <a:lnTo>
                  <a:pt x="1285996" y="10543"/>
                </a:lnTo>
                <a:lnTo>
                  <a:pt x="1285659" y="9988"/>
                </a:lnTo>
                <a:lnTo>
                  <a:pt x="1285300" y="9442"/>
                </a:lnTo>
                <a:lnTo>
                  <a:pt x="1284919" y="8905"/>
                </a:lnTo>
                <a:lnTo>
                  <a:pt x="1284516" y="8376"/>
                </a:lnTo>
                <a:lnTo>
                  <a:pt x="1284091" y="7856"/>
                </a:lnTo>
                <a:lnTo>
                  <a:pt x="1283645" y="7345"/>
                </a:lnTo>
                <a:lnTo>
                  <a:pt x="1283177" y="6843"/>
                </a:lnTo>
                <a:lnTo>
                  <a:pt x="1282687" y="6349"/>
                </a:lnTo>
                <a:lnTo>
                  <a:pt x="1282176" y="5865"/>
                </a:lnTo>
                <a:lnTo>
                  <a:pt x="1281657" y="5386"/>
                </a:lnTo>
                <a:lnTo>
                  <a:pt x="1281130" y="4928"/>
                </a:lnTo>
                <a:lnTo>
                  <a:pt x="1280593" y="4490"/>
                </a:lnTo>
                <a:lnTo>
                  <a:pt x="1280047" y="4073"/>
                </a:lnTo>
                <a:lnTo>
                  <a:pt x="1279492" y="3676"/>
                </a:lnTo>
                <a:lnTo>
                  <a:pt x="1278927" y="3299"/>
                </a:lnTo>
                <a:lnTo>
                  <a:pt x="1278354" y="2943"/>
                </a:lnTo>
                <a:lnTo>
                  <a:pt x="1277772" y="2607"/>
                </a:lnTo>
                <a:lnTo>
                  <a:pt x="1277180" y="2291"/>
                </a:lnTo>
                <a:lnTo>
                  <a:pt x="1276579" y="1996"/>
                </a:lnTo>
                <a:lnTo>
                  <a:pt x="1275969" y="1721"/>
                </a:lnTo>
                <a:lnTo>
                  <a:pt x="1275350" y="1466"/>
                </a:lnTo>
                <a:lnTo>
                  <a:pt x="1274722" y="1232"/>
                </a:lnTo>
                <a:lnTo>
                  <a:pt x="1274085" y="1018"/>
                </a:lnTo>
                <a:lnTo>
                  <a:pt x="1273439" y="825"/>
                </a:lnTo>
                <a:lnTo>
                  <a:pt x="1272783" y="652"/>
                </a:lnTo>
                <a:lnTo>
                  <a:pt x="1272119" y="499"/>
                </a:lnTo>
                <a:lnTo>
                  <a:pt x="1271445" y="367"/>
                </a:lnTo>
                <a:lnTo>
                  <a:pt x="1270762" y="255"/>
                </a:lnTo>
                <a:lnTo>
                  <a:pt x="1270070" y="163"/>
                </a:lnTo>
                <a:lnTo>
                  <a:pt x="1269369" y="92"/>
                </a:lnTo>
                <a:lnTo>
                  <a:pt x="1268659" y="41"/>
                </a:lnTo>
                <a:lnTo>
                  <a:pt x="1267939" y="10"/>
                </a:lnTo>
                <a:lnTo>
                  <a:pt x="1267211" y="0"/>
                </a:lnTo>
                <a:lnTo>
                  <a:pt x="1266490" y="10"/>
                </a:lnTo>
                <a:lnTo>
                  <a:pt x="1265778" y="41"/>
                </a:lnTo>
                <a:lnTo>
                  <a:pt x="1265074" y="92"/>
                </a:lnTo>
                <a:lnTo>
                  <a:pt x="1264379" y="163"/>
                </a:lnTo>
                <a:lnTo>
                  <a:pt x="1263693" y="255"/>
                </a:lnTo>
                <a:lnTo>
                  <a:pt x="1263014" y="367"/>
                </a:lnTo>
                <a:lnTo>
                  <a:pt x="1262344" y="499"/>
                </a:lnTo>
                <a:lnTo>
                  <a:pt x="1261683" y="652"/>
                </a:lnTo>
                <a:lnTo>
                  <a:pt x="1261030" y="825"/>
                </a:lnTo>
                <a:lnTo>
                  <a:pt x="1260385" y="1018"/>
                </a:lnTo>
                <a:lnTo>
                  <a:pt x="1259749" y="1232"/>
                </a:lnTo>
                <a:lnTo>
                  <a:pt x="1259121" y="1466"/>
                </a:lnTo>
                <a:lnTo>
                  <a:pt x="1258502" y="1721"/>
                </a:lnTo>
                <a:lnTo>
                  <a:pt x="1257891" y="1996"/>
                </a:lnTo>
                <a:lnTo>
                  <a:pt x="1257288" y="2291"/>
                </a:lnTo>
                <a:lnTo>
                  <a:pt x="1256694" y="2607"/>
                </a:lnTo>
                <a:lnTo>
                  <a:pt x="1256109" y="2943"/>
                </a:lnTo>
                <a:lnTo>
                  <a:pt x="1255532" y="3299"/>
                </a:lnTo>
                <a:lnTo>
                  <a:pt x="1254963" y="3676"/>
                </a:lnTo>
                <a:lnTo>
                  <a:pt x="1254402" y="4073"/>
                </a:lnTo>
                <a:lnTo>
                  <a:pt x="1253851" y="4490"/>
                </a:lnTo>
                <a:lnTo>
                  <a:pt x="1253307" y="4928"/>
                </a:lnTo>
                <a:lnTo>
                  <a:pt x="1252772" y="5386"/>
                </a:lnTo>
                <a:lnTo>
                  <a:pt x="1252245" y="5865"/>
                </a:lnTo>
                <a:lnTo>
                  <a:pt x="1251734" y="6349"/>
                </a:lnTo>
                <a:lnTo>
                  <a:pt x="1251244" y="6843"/>
                </a:lnTo>
                <a:lnTo>
                  <a:pt x="1250776" y="7345"/>
                </a:lnTo>
                <a:lnTo>
                  <a:pt x="1250330" y="7856"/>
                </a:lnTo>
                <a:lnTo>
                  <a:pt x="1249905" y="8376"/>
                </a:lnTo>
                <a:lnTo>
                  <a:pt x="1249502" y="8905"/>
                </a:lnTo>
                <a:lnTo>
                  <a:pt x="1249122" y="9442"/>
                </a:lnTo>
                <a:lnTo>
                  <a:pt x="1248762" y="9988"/>
                </a:lnTo>
                <a:lnTo>
                  <a:pt x="1248425" y="10543"/>
                </a:lnTo>
                <a:lnTo>
                  <a:pt x="1248109" y="11107"/>
                </a:lnTo>
                <a:lnTo>
                  <a:pt x="1247815" y="11679"/>
                </a:lnTo>
                <a:lnTo>
                  <a:pt x="1247543" y="12260"/>
                </a:lnTo>
                <a:lnTo>
                  <a:pt x="1247293" y="12850"/>
                </a:lnTo>
                <a:lnTo>
                  <a:pt x="1247064" y="13449"/>
                </a:lnTo>
                <a:lnTo>
                  <a:pt x="1246858" y="14057"/>
                </a:lnTo>
                <a:lnTo>
                  <a:pt x="1246673" y="14673"/>
                </a:lnTo>
                <a:lnTo>
                  <a:pt x="1246509" y="15298"/>
                </a:lnTo>
                <a:lnTo>
                  <a:pt x="1246368" y="15932"/>
                </a:lnTo>
                <a:lnTo>
                  <a:pt x="1246248" y="16575"/>
                </a:lnTo>
                <a:lnTo>
                  <a:pt x="1246150" y="17226"/>
                </a:lnTo>
                <a:lnTo>
                  <a:pt x="1246074" y="17887"/>
                </a:lnTo>
                <a:lnTo>
                  <a:pt x="1246020" y="18556"/>
                </a:lnTo>
                <a:lnTo>
                  <a:pt x="1245987" y="19233"/>
                </a:lnTo>
                <a:lnTo>
                  <a:pt x="1245976" y="19920"/>
                </a:lnTo>
                <a:lnTo>
                  <a:pt x="1245987" y="20598"/>
                </a:lnTo>
                <a:lnTo>
                  <a:pt x="1246020" y="21269"/>
                </a:lnTo>
                <a:lnTo>
                  <a:pt x="1246074" y="21931"/>
                </a:lnTo>
                <a:lnTo>
                  <a:pt x="1246150" y="22586"/>
                </a:lnTo>
                <a:lnTo>
                  <a:pt x="1246248" y="23232"/>
                </a:lnTo>
                <a:lnTo>
                  <a:pt x="1246368" y="23870"/>
                </a:lnTo>
                <a:lnTo>
                  <a:pt x="1246509" y="24500"/>
                </a:lnTo>
                <a:lnTo>
                  <a:pt x="1246673" y="25122"/>
                </a:lnTo>
                <a:lnTo>
                  <a:pt x="1246858" y="25736"/>
                </a:lnTo>
                <a:lnTo>
                  <a:pt x="1247064" y="26342"/>
                </a:lnTo>
                <a:lnTo>
                  <a:pt x="1247293" y="26939"/>
                </a:lnTo>
                <a:lnTo>
                  <a:pt x="1247543" y="27529"/>
                </a:lnTo>
                <a:lnTo>
                  <a:pt x="1247815" y="28111"/>
                </a:lnTo>
                <a:lnTo>
                  <a:pt x="1248109" y="28684"/>
                </a:lnTo>
                <a:lnTo>
                  <a:pt x="1248425" y="29250"/>
                </a:lnTo>
                <a:lnTo>
                  <a:pt x="1248762" y="29807"/>
                </a:lnTo>
                <a:lnTo>
                  <a:pt x="1249122" y="30356"/>
                </a:lnTo>
                <a:lnTo>
                  <a:pt x="1249502" y="30897"/>
                </a:lnTo>
                <a:lnTo>
                  <a:pt x="1249905" y="31431"/>
                </a:lnTo>
                <a:lnTo>
                  <a:pt x="1250330" y="31956"/>
                </a:lnTo>
                <a:lnTo>
                  <a:pt x="1250776" y="32473"/>
                </a:lnTo>
                <a:lnTo>
                  <a:pt x="1251244" y="32982"/>
                </a:lnTo>
                <a:lnTo>
                  <a:pt x="1251734" y="33482"/>
                </a:lnTo>
                <a:lnTo>
                  <a:pt x="1252245" y="33975"/>
                </a:lnTo>
                <a:lnTo>
                  <a:pt x="1252772" y="34446"/>
                </a:lnTo>
                <a:lnTo>
                  <a:pt x="1253307" y="34896"/>
                </a:lnTo>
                <a:lnTo>
                  <a:pt x="1253851" y="35326"/>
                </a:lnTo>
                <a:lnTo>
                  <a:pt x="1254402" y="35736"/>
                </a:lnTo>
                <a:lnTo>
                  <a:pt x="1254963" y="36127"/>
                </a:lnTo>
                <a:lnTo>
                  <a:pt x="1255532" y="36497"/>
                </a:lnTo>
                <a:lnTo>
                  <a:pt x="1256109" y="36847"/>
                </a:lnTo>
                <a:lnTo>
                  <a:pt x="1256694" y="37177"/>
                </a:lnTo>
                <a:lnTo>
                  <a:pt x="1257288" y="37487"/>
                </a:lnTo>
                <a:lnTo>
                  <a:pt x="1257891" y="37778"/>
                </a:lnTo>
                <a:lnTo>
                  <a:pt x="1258502" y="38048"/>
                </a:lnTo>
                <a:lnTo>
                  <a:pt x="1259121" y="38298"/>
                </a:lnTo>
                <a:lnTo>
                  <a:pt x="1259749" y="38528"/>
                </a:lnTo>
                <a:lnTo>
                  <a:pt x="1260385" y="38738"/>
                </a:lnTo>
                <a:lnTo>
                  <a:pt x="1261030" y="38928"/>
                </a:lnTo>
                <a:lnTo>
                  <a:pt x="1261683" y="39098"/>
                </a:lnTo>
                <a:lnTo>
                  <a:pt x="1262344" y="39249"/>
                </a:lnTo>
                <a:lnTo>
                  <a:pt x="1263014" y="39379"/>
                </a:lnTo>
                <a:lnTo>
                  <a:pt x="1263693" y="39489"/>
                </a:lnTo>
                <a:lnTo>
                  <a:pt x="1264379" y="39579"/>
                </a:lnTo>
                <a:lnTo>
                  <a:pt x="1265074" y="39649"/>
                </a:lnTo>
                <a:lnTo>
                  <a:pt x="1265778" y="39699"/>
                </a:lnTo>
                <a:lnTo>
                  <a:pt x="1266490" y="39729"/>
                </a:lnTo>
                <a:lnTo>
                  <a:pt x="1267211" y="39739"/>
                </a:lnTo>
                <a:lnTo>
                  <a:pt x="1267939" y="39729"/>
                </a:lnTo>
                <a:lnTo>
                  <a:pt x="1268659" y="39699"/>
                </a:lnTo>
                <a:lnTo>
                  <a:pt x="1269369" y="39649"/>
                </a:lnTo>
                <a:lnTo>
                  <a:pt x="1270070" y="39579"/>
                </a:lnTo>
                <a:close/>
                <a:moveTo>
                  <a:pt x="1648345" y="61782"/>
                </a:moveTo>
                <a:lnTo>
                  <a:pt x="1648345" y="90095"/>
                </a:lnTo>
                <a:lnTo>
                  <a:pt x="1670388" y="90095"/>
                </a:lnTo>
                <a:lnTo>
                  <a:pt x="1670388" y="176449"/>
                </a:lnTo>
                <a:lnTo>
                  <a:pt x="1670391" y="177654"/>
                </a:lnTo>
                <a:lnTo>
                  <a:pt x="1670416" y="178842"/>
                </a:lnTo>
                <a:lnTo>
                  <a:pt x="1670464" y="180013"/>
                </a:lnTo>
                <a:lnTo>
                  <a:pt x="1670534" y="181167"/>
                </a:lnTo>
                <a:lnTo>
                  <a:pt x="1670627" y="182305"/>
                </a:lnTo>
                <a:lnTo>
                  <a:pt x="1670742" y="183426"/>
                </a:lnTo>
                <a:lnTo>
                  <a:pt x="1670880" y="184530"/>
                </a:lnTo>
                <a:lnTo>
                  <a:pt x="1671040" y="185617"/>
                </a:lnTo>
                <a:lnTo>
                  <a:pt x="1671222" y="186687"/>
                </a:lnTo>
                <a:lnTo>
                  <a:pt x="1671427" y="187740"/>
                </a:lnTo>
                <a:lnTo>
                  <a:pt x="1671655" y="188776"/>
                </a:lnTo>
                <a:lnTo>
                  <a:pt x="1671905" y="189796"/>
                </a:lnTo>
                <a:lnTo>
                  <a:pt x="1672177" y="190799"/>
                </a:lnTo>
                <a:lnTo>
                  <a:pt x="1672472" y="191785"/>
                </a:lnTo>
                <a:lnTo>
                  <a:pt x="1672790" y="192754"/>
                </a:lnTo>
                <a:lnTo>
                  <a:pt x="1673130" y="193706"/>
                </a:lnTo>
                <a:lnTo>
                  <a:pt x="1673492" y="194641"/>
                </a:lnTo>
                <a:lnTo>
                  <a:pt x="1673877" y="195560"/>
                </a:lnTo>
                <a:lnTo>
                  <a:pt x="1674284" y="196461"/>
                </a:lnTo>
                <a:lnTo>
                  <a:pt x="1674714" y="197346"/>
                </a:lnTo>
                <a:lnTo>
                  <a:pt x="1675166" y="198214"/>
                </a:lnTo>
                <a:lnTo>
                  <a:pt x="1675641" y="199065"/>
                </a:lnTo>
                <a:lnTo>
                  <a:pt x="1676138" y="199899"/>
                </a:lnTo>
                <a:lnTo>
                  <a:pt x="1676658" y="200717"/>
                </a:lnTo>
                <a:lnTo>
                  <a:pt x="1677205" y="201517"/>
                </a:lnTo>
                <a:lnTo>
                  <a:pt x="1677768" y="202299"/>
                </a:lnTo>
                <a:lnTo>
                  <a:pt x="1678346" y="203064"/>
                </a:lnTo>
                <a:lnTo>
                  <a:pt x="1678941" y="203812"/>
                </a:lnTo>
                <a:lnTo>
                  <a:pt x="1679551" y="204542"/>
                </a:lnTo>
                <a:lnTo>
                  <a:pt x="1680178" y="205254"/>
                </a:lnTo>
                <a:lnTo>
                  <a:pt x="1680820" y="205949"/>
                </a:lnTo>
                <a:lnTo>
                  <a:pt x="1681477" y="206626"/>
                </a:lnTo>
                <a:lnTo>
                  <a:pt x="1682151" y="207286"/>
                </a:lnTo>
                <a:lnTo>
                  <a:pt x="1682840" y="207928"/>
                </a:lnTo>
                <a:lnTo>
                  <a:pt x="1683545" y="208553"/>
                </a:lnTo>
                <a:lnTo>
                  <a:pt x="1684266" y="209160"/>
                </a:lnTo>
                <a:lnTo>
                  <a:pt x="1685003" y="209749"/>
                </a:lnTo>
                <a:lnTo>
                  <a:pt x="1685756" y="210321"/>
                </a:lnTo>
                <a:lnTo>
                  <a:pt x="1686524" y="210876"/>
                </a:lnTo>
                <a:lnTo>
                  <a:pt x="1687308" y="211413"/>
                </a:lnTo>
                <a:lnTo>
                  <a:pt x="1688108" y="211932"/>
                </a:lnTo>
                <a:lnTo>
                  <a:pt x="1688924" y="212434"/>
                </a:lnTo>
                <a:lnTo>
                  <a:pt x="1689756" y="212918"/>
                </a:lnTo>
                <a:lnTo>
                  <a:pt x="1690603" y="213384"/>
                </a:lnTo>
                <a:lnTo>
                  <a:pt x="1691466" y="213833"/>
                </a:lnTo>
                <a:lnTo>
                  <a:pt x="1692345" y="214265"/>
                </a:lnTo>
                <a:lnTo>
                  <a:pt x="1693240" y="214679"/>
                </a:lnTo>
                <a:lnTo>
                  <a:pt x="1694150" y="215075"/>
                </a:lnTo>
                <a:lnTo>
                  <a:pt x="1695074" y="215446"/>
                </a:lnTo>
                <a:lnTo>
                  <a:pt x="1696006" y="215799"/>
                </a:lnTo>
                <a:lnTo>
                  <a:pt x="1696949" y="216135"/>
                </a:lnTo>
                <a:lnTo>
                  <a:pt x="1697900" y="216454"/>
                </a:lnTo>
                <a:lnTo>
                  <a:pt x="1698861" y="216756"/>
                </a:lnTo>
                <a:lnTo>
                  <a:pt x="1699832" y="217041"/>
                </a:lnTo>
                <a:lnTo>
                  <a:pt x="1700812" y="217308"/>
                </a:lnTo>
                <a:lnTo>
                  <a:pt x="1701802" y="217558"/>
                </a:lnTo>
                <a:lnTo>
                  <a:pt x="1702801" y="217791"/>
                </a:lnTo>
                <a:lnTo>
                  <a:pt x="1703809" y="218007"/>
                </a:lnTo>
                <a:lnTo>
                  <a:pt x="1704827" y="218205"/>
                </a:lnTo>
                <a:lnTo>
                  <a:pt x="1705855" y="218387"/>
                </a:lnTo>
                <a:lnTo>
                  <a:pt x="1706892" y="218551"/>
                </a:lnTo>
                <a:lnTo>
                  <a:pt x="1707938" y="218698"/>
                </a:lnTo>
                <a:lnTo>
                  <a:pt x="1708994" y="218828"/>
                </a:lnTo>
                <a:lnTo>
                  <a:pt x="1710060" y="218940"/>
                </a:lnTo>
                <a:lnTo>
                  <a:pt x="1711135" y="219035"/>
                </a:lnTo>
                <a:lnTo>
                  <a:pt x="1712219" y="219114"/>
                </a:lnTo>
                <a:lnTo>
                  <a:pt x="1713313" y="219175"/>
                </a:lnTo>
                <a:lnTo>
                  <a:pt x="1714416" y="219218"/>
                </a:lnTo>
                <a:lnTo>
                  <a:pt x="1715529" y="219245"/>
                </a:lnTo>
                <a:lnTo>
                  <a:pt x="1716651" y="219254"/>
                </a:lnTo>
                <a:lnTo>
                  <a:pt x="1717783" y="219246"/>
                </a:lnTo>
                <a:lnTo>
                  <a:pt x="1718924" y="219221"/>
                </a:lnTo>
                <a:lnTo>
                  <a:pt x="1719569" y="219202"/>
                </a:lnTo>
                <a:lnTo>
                  <a:pt x="1720205" y="219180"/>
                </a:lnTo>
                <a:lnTo>
                  <a:pt x="1720833" y="219155"/>
                </a:lnTo>
                <a:lnTo>
                  <a:pt x="1721452" y="219126"/>
                </a:lnTo>
                <a:lnTo>
                  <a:pt x="1722063" y="219093"/>
                </a:lnTo>
                <a:lnTo>
                  <a:pt x="1722666" y="219057"/>
                </a:lnTo>
                <a:lnTo>
                  <a:pt x="1723260" y="219017"/>
                </a:lnTo>
                <a:lnTo>
                  <a:pt x="1723845" y="218974"/>
                </a:lnTo>
                <a:lnTo>
                  <a:pt x="1724422" y="218927"/>
                </a:lnTo>
                <a:lnTo>
                  <a:pt x="1724991" y="218877"/>
                </a:lnTo>
                <a:lnTo>
                  <a:pt x="1725552" y="218823"/>
                </a:lnTo>
                <a:lnTo>
                  <a:pt x="1726104" y="218766"/>
                </a:lnTo>
                <a:lnTo>
                  <a:pt x="1726647" y="218705"/>
                </a:lnTo>
                <a:lnTo>
                  <a:pt x="1727182" y="218641"/>
                </a:lnTo>
                <a:lnTo>
                  <a:pt x="1727709" y="218573"/>
                </a:lnTo>
                <a:lnTo>
                  <a:pt x="1728227" y="218502"/>
                </a:lnTo>
                <a:lnTo>
                  <a:pt x="1728737" y="218427"/>
                </a:lnTo>
                <a:lnTo>
                  <a:pt x="1729238" y="218349"/>
                </a:lnTo>
                <a:lnTo>
                  <a:pt x="1729731" y="218267"/>
                </a:lnTo>
                <a:lnTo>
                  <a:pt x="1730216" y="218182"/>
                </a:lnTo>
                <a:lnTo>
                  <a:pt x="1730692" y="218093"/>
                </a:lnTo>
                <a:lnTo>
                  <a:pt x="1731159" y="218001"/>
                </a:lnTo>
                <a:lnTo>
                  <a:pt x="1731619" y="217905"/>
                </a:lnTo>
                <a:lnTo>
                  <a:pt x="1732069" y="217805"/>
                </a:lnTo>
                <a:lnTo>
                  <a:pt x="1732520" y="217705"/>
                </a:lnTo>
                <a:lnTo>
                  <a:pt x="1732962" y="217605"/>
                </a:lnTo>
                <a:lnTo>
                  <a:pt x="1733395" y="217505"/>
                </a:lnTo>
                <a:lnTo>
                  <a:pt x="1733819" y="217407"/>
                </a:lnTo>
                <a:lnTo>
                  <a:pt x="1734235" y="217309"/>
                </a:lnTo>
                <a:lnTo>
                  <a:pt x="1734642" y="217211"/>
                </a:lnTo>
                <a:lnTo>
                  <a:pt x="1735039" y="217115"/>
                </a:lnTo>
                <a:lnTo>
                  <a:pt x="1735429" y="217019"/>
                </a:lnTo>
                <a:lnTo>
                  <a:pt x="1735809" y="216924"/>
                </a:lnTo>
                <a:lnTo>
                  <a:pt x="1736181" y="216829"/>
                </a:lnTo>
                <a:lnTo>
                  <a:pt x="1736544" y="216736"/>
                </a:lnTo>
                <a:lnTo>
                  <a:pt x="1736898" y="216643"/>
                </a:lnTo>
                <a:lnTo>
                  <a:pt x="1737243" y="216550"/>
                </a:lnTo>
                <a:lnTo>
                  <a:pt x="1737580" y="216459"/>
                </a:lnTo>
                <a:lnTo>
                  <a:pt x="1737907" y="216368"/>
                </a:lnTo>
                <a:lnTo>
                  <a:pt x="1738226" y="216277"/>
                </a:lnTo>
                <a:lnTo>
                  <a:pt x="1738536" y="216188"/>
                </a:lnTo>
                <a:lnTo>
                  <a:pt x="1738838" y="216099"/>
                </a:lnTo>
                <a:lnTo>
                  <a:pt x="1739131" y="216011"/>
                </a:lnTo>
                <a:lnTo>
                  <a:pt x="1739414" y="215924"/>
                </a:lnTo>
                <a:lnTo>
                  <a:pt x="1739689" y="215837"/>
                </a:lnTo>
                <a:lnTo>
                  <a:pt x="1739956" y="215751"/>
                </a:lnTo>
                <a:lnTo>
                  <a:pt x="1740213" y="215665"/>
                </a:lnTo>
                <a:lnTo>
                  <a:pt x="1740462" y="215581"/>
                </a:lnTo>
                <a:lnTo>
                  <a:pt x="1734294" y="186965"/>
                </a:lnTo>
                <a:lnTo>
                  <a:pt x="1734165" y="186999"/>
                </a:lnTo>
                <a:lnTo>
                  <a:pt x="1734031" y="187033"/>
                </a:lnTo>
                <a:lnTo>
                  <a:pt x="1733893" y="187067"/>
                </a:lnTo>
                <a:lnTo>
                  <a:pt x="1733749" y="187102"/>
                </a:lnTo>
                <a:lnTo>
                  <a:pt x="1733601" y="187138"/>
                </a:lnTo>
                <a:lnTo>
                  <a:pt x="1733447" y="187173"/>
                </a:lnTo>
                <a:lnTo>
                  <a:pt x="1733289" y="187209"/>
                </a:lnTo>
                <a:lnTo>
                  <a:pt x="1733125" y="187246"/>
                </a:lnTo>
                <a:lnTo>
                  <a:pt x="1732957" y="187282"/>
                </a:lnTo>
                <a:lnTo>
                  <a:pt x="1732784" y="187319"/>
                </a:lnTo>
                <a:lnTo>
                  <a:pt x="1732606" y="187357"/>
                </a:lnTo>
                <a:lnTo>
                  <a:pt x="1732423" y="187395"/>
                </a:lnTo>
                <a:lnTo>
                  <a:pt x="1732235" y="187433"/>
                </a:lnTo>
                <a:lnTo>
                  <a:pt x="1732043" y="187471"/>
                </a:lnTo>
                <a:lnTo>
                  <a:pt x="1731845" y="187510"/>
                </a:lnTo>
                <a:lnTo>
                  <a:pt x="1731642" y="187549"/>
                </a:lnTo>
                <a:lnTo>
                  <a:pt x="1731435" y="187589"/>
                </a:lnTo>
                <a:lnTo>
                  <a:pt x="1731223" y="187628"/>
                </a:lnTo>
                <a:lnTo>
                  <a:pt x="1731005" y="187669"/>
                </a:lnTo>
                <a:lnTo>
                  <a:pt x="1730783" y="187709"/>
                </a:lnTo>
                <a:lnTo>
                  <a:pt x="1730556" y="187750"/>
                </a:lnTo>
                <a:lnTo>
                  <a:pt x="1730324" y="187791"/>
                </a:lnTo>
                <a:lnTo>
                  <a:pt x="1730087" y="187833"/>
                </a:lnTo>
                <a:lnTo>
                  <a:pt x="1729845" y="187875"/>
                </a:lnTo>
                <a:lnTo>
                  <a:pt x="1729608" y="187916"/>
                </a:lnTo>
                <a:lnTo>
                  <a:pt x="1729369" y="187956"/>
                </a:lnTo>
                <a:lnTo>
                  <a:pt x="1729128" y="187993"/>
                </a:lnTo>
                <a:lnTo>
                  <a:pt x="1728884" y="188029"/>
                </a:lnTo>
                <a:lnTo>
                  <a:pt x="1728639" y="188064"/>
                </a:lnTo>
                <a:lnTo>
                  <a:pt x="1728391" y="188096"/>
                </a:lnTo>
                <a:lnTo>
                  <a:pt x="1728142" y="188127"/>
                </a:lnTo>
                <a:lnTo>
                  <a:pt x="1727890" y="188156"/>
                </a:lnTo>
                <a:lnTo>
                  <a:pt x="1727636" y="188183"/>
                </a:lnTo>
                <a:lnTo>
                  <a:pt x="1727380" y="188208"/>
                </a:lnTo>
                <a:lnTo>
                  <a:pt x="1727122" y="188232"/>
                </a:lnTo>
                <a:lnTo>
                  <a:pt x="1726862" y="188254"/>
                </a:lnTo>
                <a:lnTo>
                  <a:pt x="1726600" y="188274"/>
                </a:lnTo>
                <a:lnTo>
                  <a:pt x="1726335" y="188293"/>
                </a:lnTo>
                <a:lnTo>
                  <a:pt x="1726069" y="188309"/>
                </a:lnTo>
                <a:lnTo>
                  <a:pt x="1725800" y="188324"/>
                </a:lnTo>
                <a:lnTo>
                  <a:pt x="1725530" y="188337"/>
                </a:lnTo>
                <a:lnTo>
                  <a:pt x="1725257" y="188349"/>
                </a:lnTo>
                <a:lnTo>
                  <a:pt x="1724982" y="188359"/>
                </a:lnTo>
                <a:lnTo>
                  <a:pt x="1724705" y="188366"/>
                </a:lnTo>
                <a:lnTo>
                  <a:pt x="1724426" y="188373"/>
                </a:lnTo>
                <a:lnTo>
                  <a:pt x="1724144" y="188377"/>
                </a:lnTo>
                <a:lnTo>
                  <a:pt x="1723861" y="188380"/>
                </a:lnTo>
                <a:lnTo>
                  <a:pt x="1723576" y="188380"/>
                </a:lnTo>
                <a:lnTo>
                  <a:pt x="1723198" y="188378"/>
                </a:lnTo>
                <a:lnTo>
                  <a:pt x="1722823" y="188371"/>
                </a:lnTo>
                <a:lnTo>
                  <a:pt x="1722451" y="188358"/>
                </a:lnTo>
                <a:lnTo>
                  <a:pt x="1722081" y="188341"/>
                </a:lnTo>
                <a:lnTo>
                  <a:pt x="1721715" y="188319"/>
                </a:lnTo>
                <a:lnTo>
                  <a:pt x="1721351" y="188292"/>
                </a:lnTo>
                <a:lnTo>
                  <a:pt x="1720990" y="188260"/>
                </a:lnTo>
                <a:lnTo>
                  <a:pt x="1720632" y="188223"/>
                </a:lnTo>
                <a:lnTo>
                  <a:pt x="1720277" y="188181"/>
                </a:lnTo>
                <a:lnTo>
                  <a:pt x="1719924" y="188135"/>
                </a:lnTo>
                <a:lnTo>
                  <a:pt x="1719574" y="188083"/>
                </a:lnTo>
                <a:lnTo>
                  <a:pt x="1719228" y="188027"/>
                </a:lnTo>
                <a:lnTo>
                  <a:pt x="1718883" y="187965"/>
                </a:lnTo>
                <a:lnTo>
                  <a:pt x="1718542" y="187899"/>
                </a:lnTo>
                <a:lnTo>
                  <a:pt x="1718204" y="187827"/>
                </a:lnTo>
                <a:lnTo>
                  <a:pt x="1717868" y="187751"/>
                </a:lnTo>
                <a:lnTo>
                  <a:pt x="1717535" y="187670"/>
                </a:lnTo>
                <a:lnTo>
                  <a:pt x="1717205" y="187584"/>
                </a:lnTo>
                <a:lnTo>
                  <a:pt x="1716878" y="187493"/>
                </a:lnTo>
                <a:lnTo>
                  <a:pt x="1716553" y="187397"/>
                </a:lnTo>
                <a:lnTo>
                  <a:pt x="1716232" y="187297"/>
                </a:lnTo>
                <a:lnTo>
                  <a:pt x="1715913" y="187191"/>
                </a:lnTo>
                <a:lnTo>
                  <a:pt x="1715597" y="187080"/>
                </a:lnTo>
                <a:lnTo>
                  <a:pt x="1715284" y="186965"/>
                </a:lnTo>
                <a:lnTo>
                  <a:pt x="1714975" y="186843"/>
                </a:lnTo>
                <a:lnTo>
                  <a:pt x="1714670" y="186712"/>
                </a:lnTo>
                <a:lnTo>
                  <a:pt x="1714371" y="186573"/>
                </a:lnTo>
                <a:lnTo>
                  <a:pt x="1714076" y="186426"/>
                </a:lnTo>
                <a:lnTo>
                  <a:pt x="1713786" y="186270"/>
                </a:lnTo>
                <a:lnTo>
                  <a:pt x="1713502" y="186105"/>
                </a:lnTo>
                <a:lnTo>
                  <a:pt x="1713222" y="185933"/>
                </a:lnTo>
                <a:lnTo>
                  <a:pt x="1712947" y="185751"/>
                </a:lnTo>
                <a:lnTo>
                  <a:pt x="1712677" y="185562"/>
                </a:lnTo>
                <a:lnTo>
                  <a:pt x="1712412" y="185364"/>
                </a:lnTo>
                <a:lnTo>
                  <a:pt x="1712152" y="185157"/>
                </a:lnTo>
                <a:lnTo>
                  <a:pt x="1711897" y="184942"/>
                </a:lnTo>
                <a:lnTo>
                  <a:pt x="1711646" y="184719"/>
                </a:lnTo>
                <a:lnTo>
                  <a:pt x="1711401" y="184487"/>
                </a:lnTo>
                <a:lnTo>
                  <a:pt x="1711160" y="184247"/>
                </a:lnTo>
                <a:lnTo>
                  <a:pt x="1710925" y="183999"/>
                </a:lnTo>
                <a:lnTo>
                  <a:pt x="1710694" y="183742"/>
                </a:lnTo>
                <a:lnTo>
                  <a:pt x="1710468" y="183476"/>
                </a:lnTo>
                <a:lnTo>
                  <a:pt x="1710247" y="183202"/>
                </a:lnTo>
                <a:lnTo>
                  <a:pt x="1710032" y="182920"/>
                </a:lnTo>
                <a:lnTo>
                  <a:pt x="1709821" y="182629"/>
                </a:lnTo>
                <a:lnTo>
                  <a:pt x="1709614" y="182330"/>
                </a:lnTo>
                <a:lnTo>
                  <a:pt x="1709413" y="182023"/>
                </a:lnTo>
                <a:lnTo>
                  <a:pt x="1709217" y="181707"/>
                </a:lnTo>
                <a:lnTo>
                  <a:pt x="1709036" y="181372"/>
                </a:lnTo>
                <a:lnTo>
                  <a:pt x="1708862" y="181026"/>
                </a:lnTo>
                <a:lnTo>
                  <a:pt x="1708696" y="180667"/>
                </a:lnTo>
                <a:lnTo>
                  <a:pt x="1708537" y="180297"/>
                </a:lnTo>
                <a:lnTo>
                  <a:pt x="1708387" y="179914"/>
                </a:lnTo>
                <a:lnTo>
                  <a:pt x="1708244" y="179520"/>
                </a:lnTo>
                <a:lnTo>
                  <a:pt x="1708109" y="179114"/>
                </a:lnTo>
                <a:lnTo>
                  <a:pt x="1707981" y="178696"/>
                </a:lnTo>
                <a:lnTo>
                  <a:pt x="1707861" y="178266"/>
                </a:lnTo>
                <a:lnTo>
                  <a:pt x="1707749" y="177824"/>
                </a:lnTo>
                <a:lnTo>
                  <a:pt x="1707645" y="177370"/>
                </a:lnTo>
                <a:lnTo>
                  <a:pt x="1707549" y="176904"/>
                </a:lnTo>
                <a:lnTo>
                  <a:pt x="1707460" y="176426"/>
                </a:lnTo>
                <a:lnTo>
                  <a:pt x="1707379" y="175936"/>
                </a:lnTo>
                <a:lnTo>
                  <a:pt x="1707305" y="175434"/>
                </a:lnTo>
                <a:lnTo>
                  <a:pt x="1707240" y="174921"/>
                </a:lnTo>
                <a:lnTo>
                  <a:pt x="1707182" y="174395"/>
                </a:lnTo>
                <a:lnTo>
                  <a:pt x="1707131" y="173858"/>
                </a:lnTo>
                <a:lnTo>
                  <a:pt x="1707089" y="173308"/>
                </a:lnTo>
                <a:lnTo>
                  <a:pt x="1707054" y="172747"/>
                </a:lnTo>
                <a:lnTo>
                  <a:pt x="1707027" y="172173"/>
                </a:lnTo>
                <a:lnTo>
                  <a:pt x="1707008" y="171588"/>
                </a:lnTo>
                <a:lnTo>
                  <a:pt x="1706996" y="170991"/>
                </a:lnTo>
                <a:lnTo>
                  <a:pt x="1706992" y="170382"/>
                </a:lnTo>
                <a:lnTo>
                  <a:pt x="1706992" y="90095"/>
                </a:lnTo>
                <a:lnTo>
                  <a:pt x="1737631" y="90095"/>
                </a:lnTo>
                <a:lnTo>
                  <a:pt x="1737631" y="61782"/>
                </a:lnTo>
                <a:lnTo>
                  <a:pt x="1706992" y="61782"/>
                </a:lnTo>
                <a:lnTo>
                  <a:pt x="1706992" y="24571"/>
                </a:lnTo>
                <a:lnTo>
                  <a:pt x="1670388" y="24571"/>
                </a:lnTo>
                <a:lnTo>
                  <a:pt x="1670388" y="61782"/>
                </a:lnTo>
                <a:lnTo>
                  <a:pt x="1648345" y="61782"/>
                </a:lnTo>
                <a:close/>
                <a:moveTo>
                  <a:pt x="112846" y="148035"/>
                </a:moveTo>
                <a:lnTo>
                  <a:pt x="114507" y="146427"/>
                </a:lnTo>
                <a:lnTo>
                  <a:pt x="116137" y="144839"/>
                </a:lnTo>
                <a:lnTo>
                  <a:pt x="117736" y="143271"/>
                </a:lnTo>
                <a:lnTo>
                  <a:pt x="119304" y="141724"/>
                </a:lnTo>
                <a:lnTo>
                  <a:pt x="120840" y="140196"/>
                </a:lnTo>
                <a:lnTo>
                  <a:pt x="122345" y="138688"/>
                </a:lnTo>
                <a:lnTo>
                  <a:pt x="123819" y="137200"/>
                </a:lnTo>
                <a:lnTo>
                  <a:pt x="125261" y="135732"/>
                </a:lnTo>
                <a:lnTo>
                  <a:pt x="126672" y="134285"/>
                </a:lnTo>
                <a:lnTo>
                  <a:pt x="128052" y="132857"/>
                </a:lnTo>
                <a:lnTo>
                  <a:pt x="129401" y="131449"/>
                </a:lnTo>
                <a:lnTo>
                  <a:pt x="130719" y="130061"/>
                </a:lnTo>
                <a:lnTo>
                  <a:pt x="132005" y="128694"/>
                </a:lnTo>
                <a:lnTo>
                  <a:pt x="133260" y="127346"/>
                </a:lnTo>
                <a:lnTo>
                  <a:pt x="134484" y="126018"/>
                </a:lnTo>
                <a:lnTo>
                  <a:pt x="135676" y="124711"/>
                </a:lnTo>
                <a:lnTo>
                  <a:pt x="136837" y="123423"/>
                </a:lnTo>
                <a:lnTo>
                  <a:pt x="137967" y="122155"/>
                </a:lnTo>
                <a:lnTo>
                  <a:pt x="139066" y="120908"/>
                </a:lnTo>
                <a:lnTo>
                  <a:pt x="140134" y="119680"/>
                </a:lnTo>
                <a:lnTo>
                  <a:pt x="141170" y="118472"/>
                </a:lnTo>
                <a:lnTo>
                  <a:pt x="142175" y="117285"/>
                </a:lnTo>
                <a:lnTo>
                  <a:pt x="143149" y="116117"/>
                </a:lnTo>
                <a:lnTo>
                  <a:pt x="144091" y="114970"/>
                </a:lnTo>
                <a:lnTo>
                  <a:pt x="145015" y="113836"/>
                </a:lnTo>
                <a:lnTo>
                  <a:pt x="145915" y="112711"/>
                </a:lnTo>
                <a:lnTo>
                  <a:pt x="146791" y="111595"/>
                </a:lnTo>
                <a:lnTo>
                  <a:pt x="147644" y="110487"/>
                </a:lnTo>
                <a:lnTo>
                  <a:pt x="148474" y="109387"/>
                </a:lnTo>
                <a:lnTo>
                  <a:pt x="149280" y="108296"/>
                </a:lnTo>
                <a:lnTo>
                  <a:pt x="150062" y="107213"/>
                </a:lnTo>
                <a:lnTo>
                  <a:pt x="150821" y="106139"/>
                </a:lnTo>
                <a:lnTo>
                  <a:pt x="151557" y="105073"/>
                </a:lnTo>
                <a:lnTo>
                  <a:pt x="152268" y="104015"/>
                </a:lnTo>
                <a:lnTo>
                  <a:pt x="152957" y="102966"/>
                </a:lnTo>
                <a:lnTo>
                  <a:pt x="153622" y="101926"/>
                </a:lnTo>
                <a:lnTo>
                  <a:pt x="154263" y="100893"/>
                </a:lnTo>
                <a:lnTo>
                  <a:pt x="154881" y="99870"/>
                </a:lnTo>
                <a:lnTo>
                  <a:pt x="155475" y="98854"/>
                </a:lnTo>
                <a:lnTo>
                  <a:pt x="156046" y="97847"/>
                </a:lnTo>
                <a:lnTo>
                  <a:pt x="156593" y="96849"/>
                </a:lnTo>
                <a:lnTo>
                  <a:pt x="157116" y="95859"/>
                </a:lnTo>
                <a:lnTo>
                  <a:pt x="157617" y="94877"/>
                </a:lnTo>
                <a:lnTo>
                  <a:pt x="158093" y="93904"/>
                </a:lnTo>
                <a:lnTo>
                  <a:pt x="158546" y="92939"/>
                </a:lnTo>
                <a:lnTo>
                  <a:pt x="158976" y="91983"/>
                </a:lnTo>
                <a:lnTo>
                  <a:pt x="159382" y="91035"/>
                </a:lnTo>
                <a:lnTo>
                  <a:pt x="159764" y="90095"/>
                </a:lnTo>
                <a:lnTo>
                  <a:pt x="160127" y="89159"/>
                </a:lnTo>
                <a:lnTo>
                  <a:pt x="160475" y="88222"/>
                </a:lnTo>
                <a:lnTo>
                  <a:pt x="160807" y="87283"/>
                </a:lnTo>
                <a:lnTo>
                  <a:pt x="161124" y="86342"/>
                </a:lnTo>
                <a:lnTo>
                  <a:pt x="161425" y="85401"/>
                </a:lnTo>
                <a:lnTo>
                  <a:pt x="161711" y="84458"/>
                </a:lnTo>
                <a:lnTo>
                  <a:pt x="161981" y="83513"/>
                </a:lnTo>
                <a:lnTo>
                  <a:pt x="162236" y="82567"/>
                </a:lnTo>
                <a:lnTo>
                  <a:pt x="162476" y="81620"/>
                </a:lnTo>
                <a:lnTo>
                  <a:pt x="162700" y="80671"/>
                </a:lnTo>
                <a:lnTo>
                  <a:pt x="162908" y="79721"/>
                </a:lnTo>
                <a:lnTo>
                  <a:pt x="163101" y="78770"/>
                </a:lnTo>
                <a:lnTo>
                  <a:pt x="163279" y="77817"/>
                </a:lnTo>
                <a:lnTo>
                  <a:pt x="163441" y="76863"/>
                </a:lnTo>
                <a:lnTo>
                  <a:pt x="163588" y="75907"/>
                </a:lnTo>
                <a:lnTo>
                  <a:pt x="163719" y="74950"/>
                </a:lnTo>
                <a:lnTo>
                  <a:pt x="163835" y="73991"/>
                </a:lnTo>
                <a:lnTo>
                  <a:pt x="163935" y="73032"/>
                </a:lnTo>
                <a:lnTo>
                  <a:pt x="164020" y="72070"/>
                </a:lnTo>
                <a:lnTo>
                  <a:pt x="164090" y="71108"/>
                </a:lnTo>
                <a:lnTo>
                  <a:pt x="164144" y="70143"/>
                </a:lnTo>
                <a:lnTo>
                  <a:pt x="164183" y="69178"/>
                </a:lnTo>
                <a:lnTo>
                  <a:pt x="164206" y="68211"/>
                </a:lnTo>
                <a:lnTo>
                  <a:pt x="164214" y="67243"/>
                </a:lnTo>
                <a:lnTo>
                  <a:pt x="164198" y="65800"/>
                </a:lnTo>
                <a:lnTo>
                  <a:pt x="164152" y="64371"/>
                </a:lnTo>
                <a:lnTo>
                  <a:pt x="164076" y="62955"/>
                </a:lnTo>
                <a:lnTo>
                  <a:pt x="163969" y="61552"/>
                </a:lnTo>
                <a:lnTo>
                  <a:pt x="163832" y="60163"/>
                </a:lnTo>
                <a:lnTo>
                  <a:pt x="163664" y="58787"/>
                </a:lnTo>
                <a:lnTo>
                  <a:pt x="163465" y="57424"/>
                </a:lnTo>
                <a:lnTo>
                  <a:pt x="163236" y="56075"/>
                </a:lnTo>
                <a:lnTo>
                  <a:pt x="162976" y="54739"/>
                </a:lnTo>
                <a:lnTo>
                  <a:pt x="162686" y="53416"/>
                </a:lnTo>
                <a:lnTo>
                  <a:pt x="162366" y="52107"/>
                </a:lnTo>
                <a:lnTo>
                  <a:pt x="162014" y="50811"/>
                </a:lnTo>
                <a:lnTo>
                  <a:pt x="161632" y="49529"/>
                </a:lnTo>
                <a:lnTo>
                  <a:pt x="161220" y="48259"/>
                </a:lnTo>
                <a:lnTo>
                  <a:pt x="160777" y="47003"/>
                </a:lnTo>
                <a:lnTo>
                  <a:pt x="160304" y="45761"/>
                </a:lnTo>
                <a:lnTo>
                  <a:pt x="159800" y="44532"/>
                </a:lnTo>
                <a:lnTo>
                  <a:pt x="159265" y="43316"/>
                </a:lnTo>
                <a:lnTo>
                  <a:pt x="158700" y="42113"/>
                </a:lnTo>
                <a:lnTo>
                  <a:pt x="158104" y="40924"/>
                </a:lnTo>
                <a:lnTo>
                  <a:pt x="157478" y="39748"/>
                </a:lnTo>
                <a:lnTo>
                  <a:pt x="156821" y="38586"/>
                </a:lnTo>
                <a:lnTo>
                  <a:pt x="156134" y="37437"/>
                </a:lnTo>
                <a:lnTo>
                  <a:pt x="155416" y="36301"/>
                </a:lnTo>
                <a:lnTo>
                  <a:pt x="154679" y="35182"/>
                </a:lnTo>
                <a:lnTo>
                  <a:pt x="153918" y="34083"/>
                </a:lnTo>
                <a:lnTo>
                  <a:pt x="153132" y="33004"/>
                </a:lnTo>
                <a:lnTo>
                  <a:pt x="152321" y="31944"/>
                </a:lnTo>
                <a:lnTo>
                  <a:pt x="151486" y="30905"/>
                </a:lnTo>
                <a:lnTo>
                  <a:pt x="150626" y="29886"/>
                </a:lnTo>
                <a:lnTo>
                  <a:pt x="149742" y="28887"/>
                </a:lnTo>
                <a:lnTo>
                  <a:pt x="148833" y="27908"/>
                </a:lnTo>
                <a:lnTo>
                  <a:pt x="147899" y="26949"/>
                </a:lnTo>
                <a:lnTo>
                  <a:pt x="146941" y="26010"/>
                </a:lnTo>
                <a:lnTo>
                  <a:pt x="145958" y="25091"/>
                </a:lnTo>
                <a:lnTo>
                  <a:pt x="144951" y="24192"/>
                </a:lnTo>
                <a:lnTo>
                  <a:pt x="143919" y="23313"/>
                </a:lnTo>
                <a:lnTo>
                  <a:pt x="142862" y="22454"/>
                </a:lnTo>
                <a:lnTo>
                  <a:pt x="141781" y="21615"/>
                </a:lnTo>
                <a:lnTo>
                  <a:pt x="140676" y="20796"/>
                </a:lnTo>
                <a:lnTo>
                  <a:pt x="139546" y="19997"/>
                </a:lnTo>
                <a:lnTo>
                  <a:pt x="138391" y="19218"/>
                </a:lnTo>
                <a:lnTo>
                  <a:pt x="137212" y="18460"/>
                </a:lnTo>
                <a:lnTo>
                  <a:pt x="136008" y="17721"/>
                </a:lnTo>
                <a:lnTo>
                  <a:pt x="134779" y="17002"/>
                </a:lnTo>
                <a:lnTo>
                  <a:pt x="133526" y="16303"/>
                </a:lnTo>
                <a:lnTo>
                  <a:pt x="132248" y="15624"/>
                </a:lnTo>
                <a:lnTo>
                  <a:pt x="130946" y="14965"/>
                </a:lnTo>
                <a:lnTo>
                  <a:pt x="129623" y="14330"/>
                </a:lnTo>
                <a:lnTo>
                  <a:pt x="128282" y="13722"/>
                </a:lnTo>
                <a:lnTo>
                  <a:pt x="126924" y="13140"/>
                </a:lnTo>
                <a:lnTo>
                  <a:pt x="125548" y="12586"/>
                </a:lnTo>
                <a:lnTo>
                  <a:pt x="124154" y="12059"/>
                </a:lnTo>
                <a:lnTo>
                  <a:pt x="122743" y="11559"/>
                </a:lnTo>
                <a:lnTo>
                  <a:pt x="121314" y="11086"/>
                </a:lnTo>
                <a:lnTo>
                  <a:pt x="119868" y="10640"/>
                </a:lnTo>
                <a:lnTo>
                  <a:pt x="118405" y="10221"/>
                </a:lnTo>
                <a:lnTo>
                  <a:pt x="116923" y="9829"/>
                </a:lnTo>
                <a:lnTo>
                  <a:pt x="115424" y="9464"/>
                </a:lnTo>
                <a:lnTo>
                  <a:pt x="113908" y="9126"/>
                </a:lnTo>
                <a:lnTo>
                  <a:pt x="112374" y="8815"/>
                </a:lnTo>
                <a:lnTo>
                  <a:pt x="110823" y="8531"/>
                </a:lnTo>
                <a:lnTo>
                  <a:pt x="109253" y="8274"/>
                </a:lnTo>
                <a:lnTo>
                  <a:pt x="107667" y="8044"/>
                </a:lnTo>
                <a:lnTo>
                  <a:pt x="106063" y="7842"/>
                </a:lnTo>
                <a:lnTo>
                  <a:pt x="104441" y="7666"/>
                </a:lnTo>
                <a:lnTo>
                  <a:pt x="102802" y="7517"/>
                </a:lnTo>
                <a:lnTo>
                  <a:pt x="101145" y="7396"/>
                </a:lnTo>
                <a:lnTo>
                  <a:pt x="99470" y="7301"/>
                </a:lnTo>
                <a:lnTo>
                  <a:pt x="97778" y="7233"/>
                </a:lnTo>
                <a:lnTo>
                  <a:pt x="96069" y="7193"/>
                </a:lnTo>
                <a:lnTo>
                  <a:pt x="94342" y="7179"/>
                </a:lnTo>
                <a:lnTo>
                  <a:pt x="92639" y="7193"/>
                </a:lnTo>
                <a:lnTo>
                  <a:pt x="90953" y="7235"/>
                </a:lnTo>
                <a:lnTo>
                  <a:pt x="89283" y="7304"/>
                </a:lnTo>
                <a:lnTo>
                  <a:pt x="87629" y="7401"/>
                </a:lnTo>
                <a:lnTo>
                  <a:pt x="85991" y="7526"/>
                </a:lnTo>
                <a:lnTo>
                  <a:pt x="84369" y="7679"/>
                </a:lnTo>
                <a:lnTo>
                  <a:pt x="82764" y="7859"/>
                </a:lnTo>
                <a:lnTo>
                  <a:pt x="81174" y="8067"/>
                </a:lnTo>
                <a:lnTo>
                  <a:pt x="79601" y="8303"/>
                </a:lnTo>
                <a:lnTo>
                  <a:pt x="78044" y="8566"/>
                </a:lnTo>
                <a:lnTo>
                  <a:pt x="76503" y="8857"/>
                </a:lnTo>
                <a:lnTo>
                  <a:pt x="74978" y="9176"/>
                </a:lnTo>
                <a:lnTo>
                  <a:pt x="73469" y="9523"/>
                </a:lnTo>
                <a:lnTo>
                  <a:pt x="71977" y="9897"/>
                </a:lnTo>
                <a:lnTo>
                  <a:pt x="70500" y="10300"/>
                </a:lnTo>
                <a:lnTo>
                  <a:pt x="69040" y="10730"/>
                </a:lnTo>
                <a:lnTo>
                  <a:pt x="67596" y="11187"/>
                </a:lnTo>
                <a:lnTo>
                  <a:pt x="66168" y="11673"/>
                </a:lnTo>
                <a:lnTo>
                  <a:pt x="64756" y="12186"/>
                </a:lnTo>
                <a:lnTo>
                  <a:pt x="63361" y="12727"/>
                </a:lnTo>
                <a:lnTo>
                  <a:pt x="61981" y="13295"/>
                </a:lnTo>
                <a:lnTo>
                  <a:pt x="60618" y="13892"/>
                </a:lnTo>
                <a:lnTo>
                  <a:pt x="59271" y="14516"/>
                </a:lnTo>
                <a:lnTo>
                  <a:pt x="57940" y="15168"/>
                </a:lnTo>
                <a:lnTo>
                  <a:pt x="56637" y="15845"/>
                </a:lnTo>
                <a:lnTo>
                  <a:pt x="55358" y="16545"/>
                </a:lnTo>
                <a:lnTo>
                  <a:pt x="54102" y="17267"/>
                </a:lnTo>
                <a:lnTo>
                  <a:pt x="52870" y="18013"/>
                </a:lnTo>
                <a:lnTo>
                  <a:pt x="51661" y="18781"/>
                </a:lnTo>
                <a:lnTo>
                  <a:pt x="50476" y="19572"/>
                </a:lnTo>
                <a:lnTo>
                  <a:pt x="49315" y="20386"/>
                </a:lnTo>
                <a:lnTo>
                  <a:pt x="48177" y="21223"/>
                </a:lnTo>
                <a:lnTo>
                  <a:pt x="47062" y="22083"/>
                </a:lnTo>
                <a:lnTo>
                  <a:pt x="45971" y="22965"/>
                </a:lnTo>
                <a:lnTo>
                  <a:pt x="44903" y="23871"/>
                </a:lnTo>
                <a:lnTo>
                  <a:pt x="43859" y="24799"/>
                </a:lnTo>
                <a:lnTo>
                  <a:pt x="42839" y="25750"/>
                </a:lnTo>
                <a:lnTo>
                  <a:pt x="41842" y="26724"/>
                </a:lnTo>
                <a:lnTo>
                  <a:pt x="40869" y="27720"/>
                </a:lnTo>
                <a:lnTo>
                  <a:pt x="39919" y="28740"/>
                </a:lnTo>
                <a:lnTo>
                  <a:pt x="38992" y="29782"/>
                </a:lnTo>
                <a:lnTo>
                  <a:pt x="38089" y="30847"/>
                </a:lnTo>
                <a:lnTo>
                  <a:pt x="37210" y="31935"/>
                </a:lnTo>
                <a:lnTo>
                  <a:pt x="36354" y="33046"/>
                </a:lnTo>
                <a:lnTo>
                  <a:pt x="35522" y="34179"/>
                </a:lnTo>
                <a:lnTo>
                  <a:pt x="34713" y="35335"/>
                </a:lnTo>
                <a:lnTo>
                  <a:pt x="33928" y="36515"/>
                </a:lnTo>
                <a:lnTo>
                  <a:pt x="33166" y="37717"/>
                </a:lnTo>
                <a:lnTo>
                  <a:pt x="32432" y="38939"/>
                </a:lnTo>
                <a:lnTo>
                  <a:pt x="31729" y="40179"/>
                </a:lnTo>
                <a:lnTo>
                  <a:pt x="31057" y="41437"/>
                </a:lnTo>
                <a:lnTo>
                  <a:pt x="30416" y="42713"/>
                </a:lnTo>
                <a:lnTo>
                  <a:pt x="29807" y="44007"/>
                </a:lnTo>
                <a:lnTo>
                  <a:pt x="29229" y="45319"/>
                </a:lnTo>
                <a:lnTo>
                  <a:pt x="28682" y="46649"/>
                </a:lnTo>
                <a:lnTo>
                  <a:pt x="28167" y="47997"/>
                </a:lnTo>
                <a:lnTo>
                  <a:pt x="27682" y="49362"/>
                </a:lnTo>
                <a:lnTo>
                  <a:pt x="27229" y="50746"/>
                </a:lnTo>
                <a:lnTo>
                  <a:pt x="26807" y="52147"/>
                </a:lnTo>
                <a:lnTo>
                  <a:pt x="26417" y="53567"/>
                </a:lnTo>
                <a:lnTo>
                  <a:pt x="26057" y="55004"/>
                </a:lnTo>
                <a:lnTo>
                  <a:pt x="25729" y="56459"/>
                </a:lnTo>
                <a:lnTo>
                  <a:pt x="25432" y="57932"/>
                </a:lnTo>
                <a:lnTo>
                  <a:pt x="25167" y="59423"/>
                </a:lnTo>
                <a:lnTo>
                  <a:pt x="24932" y="60932"/>
                </a:lnTo>
                <a:lnTo>
                  <a:pt x="24729" y="62459"/>
                </a:lnTo>
                <a:lnTo>
                  <a:pt x="24557" y="64003"/>
                </a:lnTo>
                <a:lnTo>
                  <a:pt x="24417" y="65566"/>
                </a:lnTo>
                <a:lnTo>
                  <a:pt x="24308" y="67146"/>
                </a:lnTo>
                <a:lnTo>
                  <a:pt x="24229" y="68745"/>
                </a:lnTo>
                <a:lnTo>
                  <a:pt x="24183" y="70361"/>
                </a:lnTo>
                <a:lnTo>
                  <a:pt x="24167" y="71995"/>
                </a:lnTo>
                <a:lnTo>
                  <a:pt x="59861" y="71995"/>
                </a:lnTo>
                <a:lnTo>
                  <a:pt x="59868" y="71115"/>
                </a:lnTo>
                <a:lnTo>
                  <a:pt x="59890" y="70246"/>
                </a:lnTo>
                <a:lnTo>
                  <a:pt x="59926" y="69387"/>
                </a:lnTo>
                <a:lnTo>
                  <a:pt x="59976" y="68537"/>
                </a:lnTo>
                <a:lnTo>
                  <a:pt x="60041" y="67699"/>
                </a:lnTo>
                <a:lnTo>
                  <a:pt x="60120" y="66870"/>
                </a:lnTo>
                <a:lnTo>
                  <a:pt x="60214" y="66051"/>
                </a:lnTo>
                <a:lnTo>
                  <a:pt x="60322" y="65243"/>
                </a:lnTo>
                <a:lnTo>
                  <a:pt x="60444" y="64445"/>
                </a:lnTo>
                <a:lnTo>
                  <a:pt x="60581" y="63656"/>
                </a:lnTo>
                <a:lnTo>
                  <a:pt x="60732" y="62879"/>
                </a:lnTo>
                <a:lnTo>
                  <a:pt x="60898" y="62111"/>
                </a:lnTo>
                <a:lnTo>
                  <a:pt x="61077" y="61353"/>
                </a:lnTo>
                <a:lnTo>
                  <a:pt x="61272" y="60606"/>
                </a:lnTo>
                <a:lnTo>
                  <a:pt x="61481" y="59869"/>
                </a:lnTo>
                <a:lnTo>
                  <a:pt x="61704" y="59142"/>
                </a:lnTo>
                <a:lnTo>
                  <a:pt x="61941" y="58425"/>
                </a:lnTo>
                <a:lnTo>
                  <a:pt x="62193" y="57719"/>
                </a:lnTo>
                <a:lnTo>
                  <a:pt x="62459" y="57022"/>
                </a:lnTo>
                <a:lnTo>
                  <a:pt x="62740" y="56336"/>
                </a:lnTo>
                <a:lnTo>
                  <a:pt x="63035" y="55660"/>
                </a:lnTo>
                <a:lnTo>
                  <a:pt x="63345" y="54994"/>
                </a:lnTo>
                <a:lnTo>
                  <a:pt x="63669" y="54338"/>
                </a:lnTo>
                <a:lnTo>
                  <a:pt x="64007" y="53693"/>
                </a:lnTo>
                <a:lnTo>
                  <a:pt x="64367" y="53059"/>
                </a:lnTo>
                <a:lnTo>
                  <a:pt x="64739" y="52437"/>
                </a:lnTo>
                <a:lnTo>
                  <a:pt x="65122" y="51827"/>
                </a:lnTo>
                <a:lnTo>
                  <a:pt x="65518" y="51230"/>
                </a:lnTo>
                <a:lnTo>
                  <a:pt x="65926" y="50645"/>
                </a:lnTo>
                <a:lnTo>
                  <a:pt x="66345" y="50072"/>
                </a:lnTo>
                <a:lnTo>
                  <a:pt x="66777" y="49511"/>
                </a:lnTo>
                <a:lnTo>
                  <a:pt x="67220" y="48963"/>
                </a:lnTo>
                <a:lnTo>
                  <a:pt x="67676" y="48427"/>
                </a:lnTo>
                <a:lnTo>
                  <a:pt x="68143" y="47903"/>
                </a:lnTo>
                <a:lnTo>
                  <a:pt x="68622" y="47392"/>
                </a:lnTo>
                <a:lnTo>
                  <a:pt x="69113" y="46893"/>
                </a:lnTo>
                <a:lnTo>
                  <a:pt x="69616" y="46406"/>
                </a:lnTo>
                <a:lnTo>
                  <a:pt x="70131" y="45932"/>
                </a:lnTo>
                <a:lnTo>
                  <a:pt x="70658" y="45469"/>
                </a:lnTo>
                <a:lnTo>
                  <a:pt x="71197" y="45019"/>
                </a:lnTo>
                <a:lnTo>
                  <a:pt x="71748" y="44582"/>
                </a:lnTo>
                <a:lnTo>
                  <a:pt x="72311" y="44156"/>
                </a:lnTo>
                <a:lnTo>
                  <a:pt x="72886" y="43743"/>
                </a:lnTo>
                <a:lnTo>
                  <a:pt x="73473" y="43343"/>
                </a:lnTo>
                <a:lnTo>
                  <a:pt x="74071" y="42954"/>
                </a:lnTo>
                <a:lnTo>
                  <a:pt x="74682" y="42578"/>
                </a:lnTo>
                <a:lnTo>
                  <a:pt x="75304" y="42214"/>
                </a:lnTo>
                <a:lnTo>
                  <a:pt x="75939" y="41862"/>
                </a:lnTo>
                <a:lnTo>
                  <a:pt x="76583" y="41516"/>
                </a:lnTo>
                <a:lnTo>
                  <a:pt x="77237" y="41184"/>
                </a:lnTo>
                <a:lnTo>
                  <a:pt x="77899" y="40867"/>
                </a:lnTo>
                <a:lnTo>
                  <a:pt x="78570" y="40565"/>
                </a:lnTo>
                <a:lnTo>
                  <a:pt x="79250" y="40277"/>
                </a:lnTo>
                <a:lnTo>
                  <a:pt x="79939" y="40004"/>
                </a:lnTo>
                <a:lnTo>
                  <a:pt x="80637" y="39746"/>
                </a:lnTo>
                <a:lnTo>
                  <a:pt x="81343" y="39503"/>
                </a:lnTo>
                <a:lnTo>
                  <a:pt x="82058" y="39274"/>
                </a:lnTo>
                <a:lnTo>
                  <a:pt x="82782" y="39061"/>
                </a:lnTo>
                <a:lnTo>
                  <a:pt x="83514" y="38861"/>
                </a:lnTo>
                <a:lnTo>
                  <a:pt x="84255" y="38677"/>
                </a:lnTo>
                <a:lnTo>
                  <a:pt x="85006" y="38508"/>
                </a:lnTo>
                <a:lnTo>
                  <a:pt x="85765" y="38353"/>
                </a:lnTo>
                <a:lnTo>
                  <a:pt x="86532" y="38213"/>
                </a:lnTo>
                <a:lnTo>
                  <a:pt x="87309" y="38087"/>
                </a:lnTo>
                <a:lnTo>
                  <a:pt x="88094" y="37977"/>
                </a:lnTo>
                <a:lnTo>
                  <a:pt x="88888" y="37881"/>
                </a:lnTo>
                <a:lnTo>
                  <a:pt x="89691" y="37800"/>
                </a:lnTo>
                <a:lnTo>
                  <a:pt x="90502" y="37733"/>
                </a:lnTo>
                <a:lnTo>
                  <a:pt x="91323" y="37682"/>
                </a:lnTo>
                <a:lnTo>
                  <a:pt x="92152" y="37645"/>
                </a:lnTo>
                <a:lnTo>
                  <a:pt x="92990" y="37623"/>
                </a:lnTo>
                <a:lnTo>
                  <a:pt x="93836" y="37615"/>
                </a:lnTo>
                <a:lnTo>
                  <a:pt x="94658" y="37622"/>
                </a:lnTo>
                <a:lnTo>
                  <a:pt x="95473" y="37642"/>
                </a:lnTo>
                <a:lnTo>
                  <a:pt x="96280" y="37675"/>
                </a:lnTo>
                <a:lnTo>
                  <a:pt x="97080" y="37722"/>
                </a:lnTo>
                <a:lnTo>
                  <a:pt x="97873" y="37782"/>
                </a:lnTo>
                <a:lnTo>
                  <a:pt x="98658" y="37856"/>
                </a:lnTo>
                <a:lnTo>
                  <a:pt x="99436" y="37942"/>
                </a:lnTo>
                <a:lnTo>
                  <a:pt x="100207" y="38042"/>
                </a:lnTo>
                <a:lnTo>
                  <a:pt x="100970" y="38156"/>
                </a:lnTo>
                <a:lnTo>
                  <a:pt x="101726" y="38283"/>
                </a:lnTo>
                <a:lnTo>
                  <a:pt x="102474" y="38423"/>
                </a:lnTo>
                <a:lnTo>
                  <a:pt x="103215" y="38576"/>
                </a:lnTo>
                <a:lnTo>
                  <a:pt x="103948" y="38743"/>
                </a:lnTo>
                <a:lnTo>
                  <a:pt x="104675" y="38923"/>
                </a:lnTo>
                <a:lnTo>
                  <a:pt x="105394" y="39116"/>
                </a:lnTo>
                <a:lnTo>
                  <a:pt x="106105" y="39323"/>
                </a:lnTo>
                <a:lnTo>
                  <a:pt x="106809" y="39543"/>
                </a:lnTo>
                <a:lnTo>
                  <a:pt x="107506" y="39777"/>
                </a:lnTo>
                <a:lnTo>
                  <a:pt x="108195" y="40024"/>
                </a:lnTo>
                <a:lnTo>
                  <a:pt x="108877" y="40284"/>
                </a:lnTo>
                <a:lnTo>
                  <a:pt x="109552" y="40557"/>
                </a:lnTo>
                <a:lnTo>
                  <a:pt x="110219" y="40844"/>
                </a:lnTo>
                <a:lnTo>
                  <a:pt x="110879" y="41144"/>
                </a:lnTo>
                <a:lnTo>
                  <a:pt x="111532" y="41458"/>
                </a:lnTo>
                <a:lnTo>
                  <a:pt x="112175" y="41784"/>
                </a:lnTo>
                <a:lnTo>
                  <a:pt x="112806" y="42121"/>
                </a:lnTo>
                <a:lnTo>
                  <a:pt x="113426" y="42469"/>
                </a:lnTo>
                <a:lnTo>
                  <a:pt x="114034" y="42829"/>
                </a:lnTo>
                <a:lnTo>
                  <a:pt x="114631" y="43199"/>
                </a:lnTo>
                <a:lnTo>
                  <a:pt x="115216" y="43581"/>
                </a:lnTo>
                <a:lnTo>
                  <a:pt x="115790" y="43975"/>
                </a:lnTo>
                <a:lnTo>
                  <a:pt x="116352" y="44379"/>
                </a:lnTo>
                <a:lnTo>
                  <a:pt x="116902" y="44795"/>
                </a:lnTo>
                <a:lnTo>
                  <a:pt x="117441" y="45222"/>
                </a:lnTo>
                <a:lnTo>
                  <a:pt x="117968" y="45660"/>
                </a:lnTo>
                <a:lnTo>
                  <a:pt x="118483" y="46109"/>
                </a:lnTo>
                <a:lnTo>
                  <a:pt x="118988" y="46570"/>
                </a:lnTo>
                <a:lnTo>
                  <a:pt x="119480" y="47042"/>
                </a:lnTo>
                <a:lnTo>
                  <a:pt x="119961" y="47525"/>
                </a:lnTo>
                <a:lnTo>
                  <a:pt x="120430" y="48019"/>
                </a:lnTo>
                <a:lnTo>
                  <a:pt x="120888" y="48525"/>
                </a:lnTo>
                <a:lnTo>
                  <a:pt x="121334" y="49042"/>
                </a:lnTo>
                <a:lnTo>
                  <a:pt x="121768" y="49570"/>
                </a:lnTo>
                <a:lnTo>
                  <a:pt x="122191" y="50109"/>
                </a:lnTo>
                <a:lnTo>
                  <a:pt x="122602" y="50659"/>
                </a:lnTo>
                <a:lnTo>
                  <a:pt x="123002" y="51221"/>
                </a:lnTo>
                <a:lnTo>
                  <a:pt x="123390" y="51794"/>
                </a:lnTo>
                <a:lnTo>
                  <a:pt x="123767" y="52378"/>
                </a:lnTo>
                <a:lnTo>
                  <a:pt x="124130" y="52965"/>
                </a:lnTo>
                <a:lnTo>
                  <a:pt x="124477" y="53561"/>
                </a:lnTo>
                <a:lnTo>
                  <a:pt x="124810" y="54167"/>
                </a:lnTo>
                <a:lnTo>
                  <a:pt x="125126" y="54783"/>
                </a:lnTo>
                <a:lnTo>
                  <a:pt x="125428" y="55408"/>
                </a:lnTo>
                <a:lnTo>
                  <a:pt x="125713" y="56044"/>
                </a:lnTo>
                <a:lnTo>
                  <a:pt x="125984" y="56689"/>
                </a:lnTo>
                <a:lnTo>
                  <a:pt x="126239" y="57344"/>
                </a:lnTo>
                <a:lnTo>
                  <a:pt x="126478" y="58009"/>
                </a:lnTo>
                <a:lnTo>
                  <a:pt x="126702" y="58684"/>
                </a:lnTo>
                <a:lnTo>
                  <a:pt x="126911" y="59369"/>
                </a:lnTo>
                <a:lnTo>
                  <a:pt x="127104" y="60063"/>
                </a:lnTo>
                <a:lnTo>
                  <a:pt x="127281" y="60768"/>
                </a:lnTo>
                <a:lnTo>
                  <a:pt x="127444" y="61482"/>
                </a:lnTo>
                <a:lnTo>
                  <a:pt x="127590" y="62206"/>
                </a:lnTo>
                <a:lnTo>
                  <a:pt x="127722" y="62940"/>
                </a:lnTo>
                <a:lnTo>
                  <a:pt x="127837" y="63683"/>
                </a:lnTo>
                <a:lnTo>
                  <a:pt x="127938" y="64437"/>
                </a:lnTo>
                <a:lnTo>
                  <a:pt x="128023" y="65200"/>
                </a:lnTo>
                <a:lnTo>
                  <a:pt x="128092" y="65973"/>
                </a:lnTo>
                <a:lnTo>
                  <a:pt x="128146" y="66756"/>
                </a:lnTo>
                <a:lnTo>
                  <a:pt x="128185" y="67549"/>
                </a:lnTo>
                <a:lnTo>
                  <a:pt x="128208" y="68351"/>
                </a:lnTo>
                <a:lnTo>
                  <a:pt x="128216" y="69164"/>
                </a:lnTo>
                <a:lnTo>
                  <a:pt x="128210" y="69878"/>
                </a:lnTo>
                <a:lnTo>
                  <a:pt x="128192" y="70589"/>
                </a:lnTo>
                <a:lnTo>
                  <a:pt x="128162" y="71297"/>
                </a:lnTo>
                <a:lnTo>
                  <a:pt x="128120" y="72001"/>
                </a:lnTo>
                <a:lnTo>
                  <a:pt x="128067" y="72701"/>
                </a:lnTo>
                <a:lnTo>
                  <a:pt x="128001" y="73398"/>
                </a:lnTo>
                <a:lnTo>
                  <a:pt x="127924" y="74092"/>
                </a:lnTo>
                <a:lnTo>
                  <a:pt x="127834" y="74781"/>
                </a:lnTo>
                <a:lnTo>
                  <a:pt x="127733" y="75468"/>
                </a:lnTo>
                <a:lnTo>
                  <a:pt x="127619" y="76151"/>
                </a:lnTo>
                <a:lnTo>
                  <a:pt x="127494" y="76830"/>
                </a:lnTo>
                <a:lnTo>
                  <a:pt x="127356" y="77506"/>
                </a:lnTo>
                <a:lnTo>
                  <a:pt x="127207" y="78178"/>
                </a:lnTo>
                <a:lnTo>
                  <a:pt x="127046" y="78847"/>
                </a:lnTo>
                <a:lnTo>
                  <a:pt x="126873" y="79513"/>
                </a:lnTo>
                <a:lnTo>
                  <a:pt x="126688" y="80174"/>
                </a:lnTo>
                <a:lnTo>
                  <a:pt x="126491" y="80833"/>
                </a:lnTo>
                <a:lnTo>
                  <a:pt x="126282" y="81487"/>
                </a:lnTo>
                <a:lnTo>
                  <a:pt x="126061" y="82139"/>
                </a:lnTo>
                <a:lnTo>
                  <a:pt x="125829" y="82787"/>
                </a:lnTo>
                <a:lnTo>
                  <a:pt x="125584" y="83431"/>
                </a:lnTo>
                <a:lnTo>
                  <a:pt x="125327" y="84072"/>
                </a:lnTo>
                <a:lnTo>
                  <a:pt x="125059" y="84709"/>
                </a:lnTo>
                <a:lnTo>
                  <a:pt x="124778" y="85343"/>
                </a:lnTo>
                <a:lnTo>
                  <a:pt x="124486" y="85975"/>
                </a:lnTo>
                <a:lnTo>
                  <a:pt x="124181" y="86610"/>
                </a:lnTo>
                <a:lnTo>
                  <a:pt x="123865" y="87246"/>
                </a:lnTo>
                <a:lnTo>
                  <a:pt x="123537" y="87884"/>
                </a:lnTo>
                <a:lnTo>
                  <a:pt x="123196" y="88524"/>
                </a:lnTo>
                <a:lnTo>
                  <a:pt x="122844" y="89166"/>
                </a:lnTo>
                <a:lnTo>
                  <a:pt x="122480" y="89809"/>
                </a:lnTo>
                <a:lnTo>
                  <a:pt x="122104" y="90455"/>
                </a:lnTo>
                <a:lnTo>
                  <a:pt x="121716" y="91101"/>
                </a:lnTo>
                <a:lnTo>
                  <a:pt x="121316" y="91750"/>
                </a:lnTo>
                <a:lnTo>
                  <a:pt x="120904" y="92400"/>
                </a:lnTo>
                <a:lnTo>
                  <a:pt x="120481" y="93053"/>
                </a:lnTo>
                <a:lnTo>
                  <a:pt x="120045" y="93707"/>
                </a:lnTo>
                <a:lnTo>
                  <a:pt x="119597" y="94362"/>
                </a:lnTo>
                <a:lnTo>
                  <a:pt x="119138" y="95020"/>
                </a:lnTo>
                <a:lnTo>
                  <a:pt x="118666" y="95679"/>
                </a:lnTo>
                <a:lnTo>
                  <a:pt x="118183" y="96340"/>
                </a:lnTo>
                <a:lnTo>
                  <a:pt x="117687" y="97003"/>
                </a:lnTo>
                <a:lnTo>
                  <a:pt x="117180" y="97667"/>
                </a:lnTo>
                <a:lnTo>
                  <a:pt x="116661" y="98333"/>
                </a:lnTo>
                <a:lnTo>
                  <a:pt x="116129" y="99001"/>
                </a:lnTo>
                <a:lnTo>
                  <a:pt x="115586" y="99671"/>
                </a:lnTo>
                <a:lnTo>
                  <a:pt x="115031" y="100342"/>
                </a:lnTo>
                <a:lnTo>
                  <a:pt x="114464" y="101016"/>
                </a:lnTo>
                <a:lnTo>
                  <a:pt x="113885" y="101694"/>
                </a:lnTo>
                <a:lnTo>
                  <a:pt x="113294" y="102380"/>
                </a:lnTo>
                <a:lnTo>
                  <a:pt x="112691" y="103074"/>
                </a:lnTo>
                <a:lnTo>
                  <a:pt x="112077" y="103777"/>
                </a:lnTo>
                <a:lnTo>
                  <a:pt x="111450" y="104487"/>
                </a:lnTo>
                <a:lnTo>
                  <a:pt x="110811" y="105206"/>
                </a:lnTo>
                <a:lnTo>
                  <a:pt x="110161" y="105932"/>
                </a:lnTo>
                <a:lnTo>
                  <a:pt x="109498" y="106667"/>
                </a:lnTo>
                <a:lnTo>
                  <a:pt x="108824" y="107410"/>
                </a:lnTo>
                <a:lnTo>
                  <a:pt x="108137" y="108160"/>
                </a:lnTo>
                <a:lnTo>
                  <a:pt x="107439" y="108919"/>
                </a:lnTo>
                <a:lnTo>
                  <a:pt x="106729" y="109686"/>
                </a:lnTo>
                <a:lnTo>
                  <a:pt x="106006" y="110461"/>
                </a:lnTo>
                <a:lnTo>
                  <a:pt x="105272" y="111245"/>
                </a:lnTo>
                <a:lnTo>
                  <a:pt x="104526" y="112036"/>
                </a:lnTo>
                <a:lnTo>
                  <a:pt x="103768" y="112835"/>
                </a:lnTo>
                <a:lnTo>
                  <a:pt x="102998" y="113642"/>
                </a:lnTo>
                <a:lnTo>
                  <a:pt x="102216" y="114458"/>
                </a:lnTo>
                <a:lnTo>
                  <a:pt x="101423" y="115281"/>
                </a:lnTo>
                <a:lnTo>
                  <a:pt x="100617" y="116113"/>
                </a:lnTo>
                <a:lnTo>
                  <a:pt x="99799" y="116953"/>
                </a:lnTo>
                <a:lnTo>
                  <a:pt x="98969" y="117800"/>
                </a:lnTo>
                <a:lnTo>
                  <a:pt x="98128" y="118656"/>
                </a:lnTo>
                <a:lnTo>
                  <a:pt x="97274" y="119520"/>
                </a:lnTo>
                <a:lnTo>
                  <a:pt x="25380" y="189998"/>
                </a:lnTo>
                <a:lnTo>
                  <a:pt x="25380" y="217098"/>
                </a:lnTo>
                <a:lnTo>
                  <a:pt x="167348" y="217098"/>
                </a:lnTo>
                <a:lnTo>
                  <a:pt x="167348" y="185751"/>
                </a:lnTo>
                <a:lnTo>
                  <a:pt x="77152" y="185751"/>
                </a:lnTo>
                <a:lnTo>
                  <a:pt x="77152" y="184336"/>
                </a:lnTo>
                <a:lnTo>
                  <a:pt x="112846" y="148035"/>
                </a:lnTo>
                <a:close/>
                <a:moveTo>
                  <a:pt x="560051" y="217098"/>
                </a:moveTo>
                <a:lnTo>
                  <a:pt x="560051" y="10011"/>
                </a:lnTo>
                <a:lnTo>
                  <a:pt x="522435" y="10011"/>
                </a:lnTo>
                <a:lnTo>
                  <a:pt x="522435" y="97679"/>
                </a:lnTo>
                <a:lnTo>
                  <a:pt x="426476" y="97679"/>
                </a:lnTo>
                <a:lnTo>
                  <a:pt x="426476" y="10011"/>
                </a:lnTo>
                <a:lnTo>
                  <a:pt x="388961" y="10011"/>
                </a:lnTo>
                <a:lnTo>
                  <a:pt x="388961" y="217098"/>
                </a:lnTo>
                <a:lnTo>
                  <a:pt x="426476" y="217098"/>
                </a:lnTo>
                <a:lnTo>
                  <a:pt x="426476" y="129126"/>
                </a:lnTo>
                <a:lnTo>
                  <a:pt x="522435" y="129126"/>
                </a:lnTo>
                <a:lnTo>
                  <a:pt x="522435" y="217098"/>
                </a:lnTo>
                <a:lnTo>
                  <a:pt x="560051" y="217098"/>
                </a:lnTo>
                <a:close/>
                <a:moveTo>
                  <a:pt x="762739" y="10011"/>
                </a:moveTo>
                <a:lnTo>
                  <a:pt x="762739" y="217098"/>
                </a:lnTo>
                <a:lnTo>
                  <a:pt x="799344" y="217098"/>
                </a:lnTo>
                <a:lnTo>
                  <a:pt x="799344" y="10011"/>
                </a:lnTo>
                <a:lnTo>
                  <a:pt x="762739" y="10011"/>
                </a:lnTo>
                <a:close/>
                <a:moveTo>
                  <a:pt x="873588" y="10011"/>
                </a:moveTo>
                <a:lnTo>
                  <a:pt x="836984" y="10011"/>
                </a:lnTo>
                <a:lnTo>
                  <a:pt x="836984" y="217098"/>
                </a:lnTo>
                <a:lnTo>
                  <a:pt x="873588" y="217098"/>
                </a:lnTo>
                <a:lnTo>
                  <a:pt x="873588" y="10011"/>
                </a:lnTo>
                <a:close/>
                <a:moveTo>
                  <a:pt x="1359837" y="121561"/>
                </a:moveTo>
                <a:lnTo>
                  <a:pt x="1359916" y="120689"/>
                </a:lnTo>
                <a:lnTo>
                  <a:pt x="1360009" y="119829"/>
                </a:lnTo>
                <a:lnTo>
                  <a:pt x="1360117" y="118981"/>
                </a:lnTo>
                <a:lnTo>
                  <a:pt x="1360240" y="118144"/>
                </a:lnTo>
                <a:lnTo>
                  <a:pt x="1360376" y="117319"/>
                </a:lnTo>
                <a:lnTo>
                  <a:pt x="1360528" y="116505"/>
                </a:lnTo>
                <a:lnTo>
                  <a:pt x="1360693" y="115703"/>
                </a:lnTo>
                <a:lnTo>
                  <a:pt x="1360873" y="114912"/>
                </a:lnTo>
                <a:lnTo>
                  <a:pt x="1361067" y="114133"/>
                </a:lnTo>
                <a:lnTo>
                  <a:pt x="1361276" y="113366"/>
                </a:lnTo>
                <a:lnTo>
                  <a:pt x="1361499" y="112610"/>
                </a:lnTo>
                <a:lnTo>
                  <a:pt x="1361737" y="111866"/>
                </a:lnTo>
                <a:lnTo>
                  <a:pt x="1361989" y="111134"/>
                </a:lnTo>
                <a:lnTo>
                  <a:pt x="1362255" y="110413"/>
                </a:lnTo>
                <a:lnTo>
                  <a:pt x="1362536" y="109703"/>
                </a:lnTo>
                <a:lnTo>
                  <a:pt x="1362831" y="109005"/>
                </a:lnTo>
                <a:lnTo>
                  <a:pt x="1363140" y="108319"/>
                </a:lnTo>
                <a:lnTo>
                  <a:pt x="1363464" y="107645"/>
                </a:lnTo>
                <a:lnTo>
                  <a:pt x="1363802" y="106981"/>
                </a:lnTo>
                <a:lnTo>
                  <a:pt x="1364162" y="106331"/>
                </a:lnTo>
                <a:lnTo>
                  <a:pt x="1364532" y="105693"/>
                </a:lnTo>
                <a:lnTo>
                  <a:pt x="1364913" y="105068"/>
                </a:lnTo>
                <a:lnTo>
                  <a:pt x="1365305" y="104456"/>
                </a:lnTo>
                <a:lnTo>
                  <a:pt x="1365708" y="103858"/>
                </a:lnTo>
                <a:lnTo>
                  <a:pt x="1366122" y="103272"/>
                </a:lnTo>
                <a:lnTo>
                  <a:pt x="1366546" y="102699"/>
                </a:lnTo>
                <a:lnTo>
                  <a:pt x="1366982" y="102139"/>
                </a:lnTo>
                <a:lnTo>
                  <a:pt x="1367428" y="101592"/>
                </a:lnTo>
                <a:lnTo>
                  <a:pt x="1367886" y="101058"/>
                </a:lnTo>
                <a:lnTo>
                  <a:pt x="1368354" y="100538"/>
                </a:lnTo>
                <a:lnTo>
                  <a:pt x="1368833" y="100030"/>
                </a:lnTo>
                <a:lnTo>
                  <a:pt x="1369323" y="99535"/>
                </a:lnTo>
                <a:lnTo>
                  <a:pt x="1369824" y="99053"/>
                </a:lnTo>
                <a:lnTo>
                  <a:pt x="1370335" y="98584"/>
                </a:lnTo>
                <a:lnTo>
                  <a:pt x="1370858" y="98128"/>
                </a:lnTo>
                <a:lnTo>
                  <a:pt x="1371392" y="97685"/>
                </a:lnTo>
                <a:lnTo>
                  <a:pt x="1371936" y="97255"/>
                </a:lnTo>
                <a:lnTo>
                  <a:pt x="1372491" y="96838"/>
                </a:lnTo>
                <a:lnTo>
                  <a:pt x="1373057" y="96434"/>
                </a:lnTo>
                <a:lnTo>
                  <a:pt x="1373634" y="96044"/>
                </a:lnTo>
                <a:lnTo>
                  <a:pt x="1374222" y="95666"/>
                </a:lnTo>
                <a:lnTo>
                  <a:pt x="1374821" y="95301"/>
                </a:lnTo>
                <a:lnTo>
                  <a:pt x="1375431" y="94949"/>
                </a:lnTo>
                <a:lnTo>
                  <a:pt x="1376058" y="94602"/>
                </a:lnTo>
                <a:lnTo>
                  <a:pt x="1376693" y="94270"/>
                </a:lnTo>
                <a:lnTo>
                  <a:pt x="1377335" y="93953"/>
                </a:lnTo>
                <a:lnTo>
                  <a:pt x="1377984" y="93651"/>
                </a:lnTo>
                <a:lnTo>
                  <a:pt x="1378641" y="93363"/>
                </a:lnTo>
                <a:lnTo>
                  <a:pt x="1379305" y="93091"/>
                </a:lnTo>
                <a:lnTo>
                  <a:pt x="1379976" y="92833"/>
                </a:lnTo>
                <a:lnTo>
                  <a:pt x="1380655" y="92589"/>
                </a:lnTo>
                <a:lnTo>
                  <a:pt x="1381341" y="92361"/>
                </a:lnTo>
                <a:lnTo>
                  <a:pt x="1382035" y="92147"/>
                </a:lnTo>
                <a:lnTo>
                  <a:pt x="1382736" y="91948"/>
                </a:lnTo>
                <a:lnTo>
                  <a:pt x="1383444" y="91763"/>
                </a:lnTo>
                <a:lnTo>
                  <a:pt x="1384160" y="91594"/>
                </a:lnTo>
                <a:lnTo>
                  <a:pt x="1384883" y="91439"/>
                </a:lnTo>
                <a:lnTo>
                  <a:pt x="1385614" y="91299"/>
                </a:lnTo>
                <a:lnTo>
                  <a:pt x="1386351" y="91174"/>
                </a:lnTo>
                <a:lnTo>
                  <a:pt x="1387097" y="91063"/>
                </a:lnTo>
                <a:lnTo>
                  <a:pt x="1387849" y="90967"/>
                </a:lnTo>
                <a:lnTo>
                  <a:pt x="1388609" y="90886"/>
                </a:lnTo>
                <a:lnTo>
                  <a:pt x="1389376" y="90820"/>
                </a:lnTo>
                <a:lnTo>
                  <a:pt x="1390151" y="90768"/>
                </a:lnTo>
                <a:lnTo>
                  <a:pt x="1390933" y="90731"/>
                </a:lnTo>
                <a:lnTo>
                  <a:pt x="1391723" y="90709"/>
                </a:lnTo>
                <a:lnTo>
                  <a:pt x="1392519" y="90702"/>
                </a:lnTo>
                <a:lnTo>
                  <a:pt x="1393688" y="90717"/>
                </a:lnTo>
                <a:lnTo>
                  <a:pt x="1394836" y="90763"/>
                </a:lnTo>
                <a:lnTo>
                  <a:pt x="1395962" y="90839"/>
                </a:lnTo>
                <a:lnTo>
                  <a:pt x="1397067" y="90946"/>
                </a:lnTo>
                <a:lnTo>
                  <a:pt x="1398150" y="91084"/>
                </a:lnTo>
                <a:lnTo>
                  <a:pt x="1399212" y="91252"/>
                </a:lnTo>
                <a:lnTo>
                  <a:pt x="1400253" y="91450"/>
                </a:lnTo>
                <a:lnTo>
                  <a:pt x="1401272" y="91679"/>
                </a:lnTo>
                <a:lnTo>
                  <a:pt x="1402269" y="91939"/>
                </a:lnTo>
                <a:lnTo>
                  <a:pt x="1403246" y="92229"/>
                </a:lnTo>
                <a:lnTo>
                  <a:pt x="1404200" y="92550"/>
                </a:lnTo>
                <a:lnTo>
                  <a:pt x="1405134" y="92901"/>
                </a:lnTo>
                <a:lnTo>
                  <a:pt x="1406046" y="93283"/>
                </a:lnTo>
                <a:lnTo>
                  <a:pt x="1406936" y="93695"/>
                </a:lnTo>
                <a:lnTo>
                  <a:pt x="1407805" y="94138"/>
                </a:lnTo>
                <a:lnTo>
                  <a:pt x="1408653" y="94612"/>
                </a:lnTo>
                <a:lnTo>
                  <a:pt x="1409480" y="95116"/>
                </a:lnTo>
                <a:lnTo>
                  <a:pt x="1410284" y="95650"/>
                </a:lnTo>
                <a:lnTo>
                  <a:pt x="1411068" y="96215"/>
                </a:lnTo>
                <a:lnTo>
                  <a:pt x="1411830" y="96811"/>
                </a:lnTo>
                <a:lnTo>
                  <a:pt x="1412571" y="97437"/>
                </a:lnTo>
                <a:lnTo>
                  <a:pt x="1413290" y="98094"/>
                </a:lnTo>
                <a:lnTo>
                  <a:pt x="1413988" y="98781"/>
                </a:lnTo>
                <a:lnTo>
                  <a:pt x="1414664" y="99499"/>
                </a:lnTo>
                <a:lnTo>
                  <a:pt x="1415324" y="100244"/>
                </a:lnTo>
                <a:lnTo>
                  <a:pt x="1415956" y="101012"/>
                </a:lnTo>
                <a:lnTo>
                  <a:pt x="1416560" y="101804"/>
                </a:lnTo>
                <a:lnTo>
                  <a:pt x="1417136" y="102619"/>
                </a:lnTo>
                <a:lnTo>
                  <a:pt x="1417683" y="103458"/>
                </a:lnTo>
                <a:lnTo>
                  <a:pt x="1418203" y="104321"/>
                </a:lnTo>
                <a:lnTo>
                  <a:pt x="1418695" y="105207"/>
                </a:lnTo>
                <a:lnTo>
                  <a:pt x="1419158" y="106116"/>
                </a:lnTo>
                <a:lnTo>
                  <a:pt x="1419593" y="107049"/>
                </a:lnTo>
                <a:lnTo>
                  <a:pt x="1420001" y="108006"/>
                </a:lnTo>
                <a:lnTo>
                  <a:pt x="1420380" y="108986"/>
                </a:lnTo>
                <a:lnTo>
                  <a:pt x="1420731" y="109990"/>
                </a:lnTo>
                <a:lnTo>
                  <a:pt x="1421054" y="111017"/>
                </a:lnTo>
                <a:lnTo>
                  <a:pt x="1421349" y="112068"/>
                </a:lnTo>
                <a:lnTo>
                  <a:pt x="1421616" y="113142"/>
                </a:lnTo>
                <a:lnTo>
                  <a:pt x="1421854" y="114239"/>
                </a:lnTo>
                <a:lnTo>
                  <a:pt x="1422065" y="115361"/>
                </a:lnTo>
                <a:lnTo>
                  <a:pt x="1422248" y="116505"/>
                </a:lnTo>
                <a:lnTo>
                  <a:pt x="1422402" y="117674"/>
                </a:lnTo>
                <a:lnTo>
                  <a:pt x="1422529" y="118866"/>
                </a:lnTo>
                <a:lnTo>
                  <a:pt x="1422627" y="120081"/>
                </a:lnTo>
                <a:lnTo>
                  <a:pt x="1422697" y="121320"/>
                </a:lnTo>
                <a:lnTo>
                  <a:pt x="1422739" y="122582"/>
                </a:lnTo>
                <a:lnTo>
                  <a:pt x="1422753" y="123868"/>
                </a:lnTo>
                <a:lnTo>
                  <a:pt x="1422753" y="217098"/>
                </a:lnTo>
                <a:lnTo>
                  <a:pt x="1459358" y="217098"/>
                </a:lnTo>
                <a:lnTo>
                  <a:pt x="1459358" y="118205"/>
                </a:lnTo>
                <a:lnTo>
                  <a:pt x="1459354" y="116665"/>
                </a:lnTo>
                <a:lnTo>
                  <a:pt x="1459327" y="115143"/>
                </a:lnTo>
                <a:lnTo>
                  <a:pt x="1459277" y="113641"/>
                </a:lnTo>
                <a:lnTo>
                  <a:pt x="1459203" y="112158"/>
                </a:lnTo>
                <a:lnTo>
                  <a:pt x="1459106" y="110695"/>
                </a:lnTo>
                <a:lnTo>
                  <a:pt x="1458985" y="109250"/>
                </a:lnTo>
                <a:lnTo>
                  <a:pt x="1458840" y="107825"/>
                </a:lnTo>
                <a:lnTo>
                  <a:pt x="1458672" y="106420"/>
                </a:lnTo>
                <a:lnTo>
                  <a:pt x="1458481" y="105033"/>
                </a:lnTo>
                <a:lnTo>
                  <a:pt x="1458266" y="103666"/>
                </a:lnTo>
                <a:lnTo>
                  <a:pt x="1458027" y="102319"/>
                </a:lnTo>
                <a:lnTo>
                  <a:pt x="1457765" y="100990"/>
                </a:lnTo>
                <a:lnTo>
                  <a:pt x="1457479" y="99681"/>
                </a:lnTo>
                <a:lnTo>
                  <a:pt x="1457170" y="98391"/>
                </a:lnTo>
                <a:lnTo>
                  <a:pt x="1456837" y="97121"/>
                </a:lnTo>
                <a:lnTo>
                  <a:pt x="1456481" y="95870"/>
                </a:lnTo>
                <a:lnTo>
                  <a:pt x="1456102" y="94638"/>
                </a:lnTo>
                <a:lnTo>
                  <a:pt x="1455698" y="93426"/>
                </a:lnTo>
                <a:lnTo>
                  <a:pt x="1455272" y="92232"/>
                </a:lnTo>
                <a:lnTo>
                  <a:pt x="1454821" y="91058"/>
                </a:lnTo>
                <a:lnTo>
                  <a:pt x="1454347" y="89904"/>
                </a:lnTo>
                <a:lnTo>
                  <a:pt x="1453850" y="88769"/>
                </a:lnTo>
                <a:lnTo>
                  <a:pt x="1453329" y="87653"/>
                </a:lnTo>
                <a:lnTo>
                  <a:pt x="1452785" y="86556"/>
                </a:lnTo>
                <a:lnTo>
                  <a:pt x="1452228" y="85480"/>
                </a:lnTo>
                <a:lnTo>
                  <a:pt x="1451652" y="84425"/>
                </a:lnTo>
                <a:lnTo>
                  <a:pt x="1451056" y="83391"/>
                </a:lnTo>
                <a:lnTo>
                  <a:pt x="1450442" y="82379"/>
                </a:lnTo>
                <a:lnTo>
                  <a:pt x="1449809" y="81389"/>
                </a:lnTo>
                <a:lnTo>
                  <a:pt x="1449157" y="80419"/>
                </a:lnTo>
                <a:lnTo>
                  <a:pt x="1448486" y="79472"/>
                </a:lnTo>
                <a:lnTo>
                  <a:pt x="1447797" y="78545"/>
                </a:lnTo>
                <a:lnTo>
                  <a:pt x="1447088" y="77640"/>
                </a:lnTo>
                <a:lnTo>
                  <a:pt x="1446360" y="76757"/>
                </a:lnTo>
                <a:lnTo>
                  <a:pt x="1445613" y="75895"/>
                </a:lnTo>
                <a:lnTo>
                  <a:pt x="1444847" y="75054"/>
                </a:lnTo>
                <a:lnTo>
                  <a:pt x="1444063" y="74235"/>
                </a:lnTo>
                <a:lnTo>
                  <a:pt x="1443259" y="73437"/>
                </a:lnTo>
                <a:lnTo>
                  <a:pt x="1442436" y="72660"/>
                </a:lnTo>
                <a:lnTo>
                  <a:pt x="1441595" y="71905"/>
                </a:lnTo>
                <a:lnTo>
                  <a:pt x="1440734" y="71172"/>
                </a:lnTo>
                <a:lnTo>
                  <a:pt x="1439855" y="70459"/>
                </a:lnTo>
                <a:lnTo>
                  <a:pt x="1438956" y="69769"/>
                </a:lnTo>
                <a:lnTo>
                  <a:pt x="1438039" y="69099"/>
                </a:lnTo>
                <a:lnTo>
                  <a:pt x="1437103" y="68451"/>
                </a:lnTo>
                <a:lnTo>
                  <a:pt x="1436147" y="67825"/>
                </a:lnTo>
                <a:lnTo>
                  <a:pt x="1435173" y="67220"/>
                </a:lnTo>
                <a:lnTo>
                  <a:pt x="1434180" y="66636"/>
                </a:lnTo>
                <a:lnTo>
                  <a:pt x="1433178" y="66075"/>
                </a:lnTo>
                <a:lnTo>
                  <a:pt x="1432162" y="65538"/>
                </a:lnTo>
                <a:lnTo>
                  <a:pt x="1431132" y="65024"/>
                </a:lnTo>
                <a:lnTo>
                  <a:pt x="1430087" y="64535"/>
                </a:lnTo>
                <a:lnTo>
                  <a:pt x="1429028" y="64069"/>
                </a:lnTo>
                <a:lnTo>
                  <a:pt x="1427955" y="63628"/>
                </a:lnTo>
                <a:lnTo>
                  <a:pt x="1426867" y="63210"/>
                </a:lnTo>
                <a:lnTo>
                  <a:pt x="1425764" y="62816"/>
                </a:lnTo>
                <a:lnTo>
                  <a:pt x="1424648" y="62446"/>
                </a:lnTo>
                <a:lnTo>
                  <a:pt x="1423517" y="62100"/>
                </a:lnTo>
                <a:lnTo>
                  <a:pt x="1422371" y="61777"/>
                </a:lnTo>
                <a:lnTo>
                  <a:pt x="1421211" y="61479"/>
                </a:lnTo>
                <a:lnTo>
                  <a:pt x="1420037" y="61204"/>
                </a:lnTo>
                <a:lnTo>
                  <a:pt x="1418848" y="60954"/>
                </a:lnTo>
                <a:lnTo>
                  <a:pt x="1417645" y="60727"/>
                </a:lnTo>
                <a:lnTo>
                  <a:pt x="1416428" y="60524"/>
                </a:lnTo>
                <a:lnTo>
                  <a:pt x="1415196" y="60345"/>
                </a:lnTo>
                <a:lnTo>
                  <a:pt x="1413950" y="60190"/>
                </a:lnTo>
                <a:lnTo>
                  <a:pt x="1412689" y="60058"/>
                </a:lnTo>
                <a:lnTo>
                  <a:pt x="1411414" y="59951"/>
                </a:lnTo>
                <a:lnTo>
                  <a:pt x="1410125" y="59867"/>
                </a:lnTo>
                <a:lnTo>
                  <a:pt x="1408821" y="59808"/>
                </a:lnTo>
                <a:lnTo>
                  <a:pt x="1407503" y="59772"/>
                </a:lnTo>
                <a:lnTo>
                  <a:pt x="1406170" y="59760"/>
                </a:lnTo>
                <a:lnTo>
                  <a:pt x="1404731" y="59773"/>
                </a:lnTo>
                <a:lnTo>
                  <a:pt x="1403310" y="59813"/>
                </a:lnTo>
                <a:lnTo>
                  <a:pt x="1401909" y="59880"/>
                </a:lnTo>
                <a:lnTo>
                  <a:pt x="1400527" y="59973"/>
                </a:lnTo>
                <a:lnTo>
                  <a:pt x="1399165" y="60094"/>
                </a:lnTo>
                <a:lnTo>
                  <a:pt x="1397822" y="60240"/>
                </a:lnTo>
                <a:lnTo>
                  <a:pt x="1396498" y="60414"/>
                </a:lnTo>
                <a:lnTo>
                  <a:pt x="1395193" y="60614"/>
                </a:lnTo>
                <a:lnTo>
                  <a:pt x="1393908" y="60841"/>
                </a:lnTo>
                <a:lnTo>
                  <a:pt x="1392642" y="61094"/>
                </a:lnTo>
                <a:lnTo>
                  <a:pt x="1391396" y="61374"/>
                </a:lnTo>
                <a:lnTo>
                  <a:pt x="1390169" y="61681"/>
                </a:lnTo>
                <a:lnTo>
                  <a:pt x="1388961" y="62015"/>
                </a:lnTo>
                <a:lnTo>
                  <a:pt x="1387772" y="62375"/>
                </a:lnTo>
                <a:lnTo>
                  <a:pt x="1386603" y="62762"/>
                </a:lnTo>
                <a:lnTo>
                  <a:pt x="1385453" y="63175"/>
                </a:lnTo>
                <a:lnTo>
                  <a:pt x="1384322" y="63616"/>
                </a:lnTo>
                <a:lnTo>
                  <a:pt x="1383210" y="64083"/>
                </a:lnTo>
                <a:lnTo>
                  <a:pt x="1382118" y="64576"/>
                </a:lnTo>
                <a:lnTo>
                  <a:pt x="1381046" y="65097"/>
                </a:lnTo>
                <a:lnTo>
                  <a:pt x="1379992" y="65644"/>
                </a:lnTo>
                <a:lnTo>
                  <a:pt x="1378958" y="66217"/>
                </a:lnTo>
                <a:lnTo>
                  <a:pt x="1377943" y="66818"/>
                </a:lnTo>
                <a:lnTo>
                  <a:pt x="1376947" y="67445"/>
                </a:lnTo>
                <a:lnTo>
                  <a:pt x="1375981" y="68095"/>
                </a:lnTo>
                <a:lnTo>
                  <a:pt x="1375037" y="68763"/>
                </a:lnTo>
                <a:lnTo>
                  <a:pt x="1374115" y="69450"/>
                </a:lnTo>
                <a:lnTo>
                  <a:pt x="1373215" y="70155"/>
                </a:lnTo>
                <a:lnTo>
                  <a:pt x="1372337" y="70879"/>
                </a:lnTo>
                <a:lnTo>
                  <a:pt x="1371481" y="71622"/>
                </a:lnTo>
                <a:lnTo>
                  <a:pt x="1370647" y="72384"/>
                </a:lnTo>
                <a:lnTo>
                  <a:pt x="1369836" y="73164"/>
                </a:lnTo>
                <a:lnTo>
                  <a:pt x="1369046" y="73962"/>
                </a:lnTo>
                <a:lnTo>
                  <a:pt x="1368279" y="74779"/>
                </a:lnTo>
                <a:lnTo>
                  <a:pt x="1367534" y="75615"/>
                </a:lnTo>
                <a:lnTo>
                  <a:pt x="1366811" y="76470"/>
                </a:lnTo>
                <a:lnTo>
                  <a:pt x="1366110" y="77343"/>
                </a:lnTo>
                <a:lnTo>
                  <a:pt x="1365431" y="78234"/>
                </a:lnTo>
                <a:lnTo>
                  <a:pt x="1364774" y="79144"/>
                </a:lnTo>
                <a:lnTo>
                  <a:pt x="1364139" y="80073"/>
                </a:lnTo>
                <a:lnTo>
                  <a:pt x="1363527" y="81021"/>
                </a:lnTo>
                <a:lnTo>
                  <a:pt x="1362937" y="81987"/>
                </a:lnTo>
                <a:lnTo>
                  <a:pt x="1362368" y="82971"/>
                </a:lnTo>
                <a:lnTo>
                  <a:pt x="1361822" y="83975"/>
                </a:lnTo>
                <a:lnTo>
                  <a:pt x="1361298" y="84997"/>
                </a:lnTo>
                <a:lnTo>
                  <a:pt x="1360796" y="86037"/>
                </a:lnTo>
                <a:lnTo>
                  <a:pt x="1360316" y="87096"/>
                </a:lnTo>
                <a:lnTo>
                  <a:pt x="1359859" y="88174"/>
                </a:lnTo>
                <a:lnTo>
                  <a:pt x="1358039" y="88174"/>
                </a:lnTo>
                <a:lnTo>
                  <a:pt x="1358039" y="61782"/>
                </a:lnTo>
                <a:lnTo>
                  <a:pt x="1323052" y="61782"/>
                </a:lnTo>
                <a:lnTo>
                  <a:pt x="1323052" y="217098"/>
                </a:lnTo>
                <a:lnTo>
                  <a:pt x="1359657" y="217098"/>
                </a:lnTo>
                <a:lnTo>
                  <a:pt x="1359657" y="126093"/>
                </a:lnTo>
                <a:lnTo>
                  <a:pt x="1359664" y="125163"/>
                </a:lnTo>
                <a:lnTo>
                  <a:pt x="1359685" y="124245"/>
                </a:lnTo>
                <a:lnTo>
                  <a:pt x="1359721" y="123339"/>
                </a:lnTo>
                <a:lnTo>
                  <a:pt x="1359772" y="122444"/>
                </a:lnTo>
                <a:lnTo>
                  <a:pt x="1359837" y="121561"/>
                </a:lnTo>
                <a:close/>
                <a:moveTo>
                  <a:pt x="1285412" y="217098"/>
                </a:moveTo>
                <a:lnTo>
                  <a:pt x="1285412" y="61782"/>
                </a:lnTo>
                <a:lnTo>
                  <a:pt x="1248807" y="61782"/>
                </a:lnTo>
                <a:lnTo>
                  <a:pt x="1248807" y="217098"/>
                </a:lnTo>
                <a:lnTo>
                  <a:pt x="1285412" y="217098"/>
                </a:lnTo>
                <a:close/>
                <a:moveTo>
                  <a:pt x="1160128" y="219824"/>
                </a:moveTo>
                <a:lnTo>
                  <a:pt x="1161657" y="219689"/>
                </a:lnTo>
                <a:lnTo>
                  <a:pt x="1163170" y="219529"/>
                </a:lnTo>
                <a:lnTo>
                  <a:pt x="1164664" y="219345"/>
                </a:lnTo>
                <a:lnTo>
                  <a:pt x="1166141" y="219136"/>
                </a:lnTo>
                <a:lnTo>
                  <a:pt x="1167601" y="218902"/>
                </a:lnTo>
                <a:lnTo>
                  <a:pt x="1169043" y="218644"/>
                </a:lnTo>
                <a:lnTo>
                  <a:pt x="1170467" y="218362"/>
                </a:lnTo>
                <a:lnTo>
                  <a:pt x="1171874" y="218054"/>
                </a:lnTo>
                <a:lnTo>
                  <a:pt x="1173263" y="217723"/>
                </a:lnTo>
                <a:lnTo>
                  <a:pt x="1174635" y="217366"/>
                </a:lnTo>
                <a:lnTo>
                  <a:pt x="1175989" y="216985"/>
                </a:lnTo>
                <a:lnTo>
                  <a:pt x="1177326" y="216580"/>
                </a:lnTo>
                <a:lnTo>
                  <a:pt x="1178645" y="216150"/>
                </a:lnTo>
                <a:lnTo>
                  <a:pt x="1179946" y="215695"/>
                </a:lnTo>
                <a:lnTo>
                  <a:pt x="1181230" y="215216"/>
                </a:lnTo>
                <a:lnTo>
                  <a:pt x="1182497" y="214712"/>
                </a:lnTo>
                <a:lnTo>
                  <a:pt x="1183746" y="214183"/>
                </a:lnTo>
                <a:lnTo>
                  <a:pt x="1184977" y="213630"/>
                </a:lnTo>
                <a:lnTo>
                  <a:pt x="1186191" y="213053"/>
                </a:lnTo>
                <a:lnTo>
                  <a:pt x="1187385" y="212445"/>
                </a:lnTo>
                <a:lnTo>
                  <a:pt x="1188559" y="211818"/>
                </a:lnTo>
                <a:lnTo>
                  <a:pt x="1189711" y="211173"/>
                </a:lnTo>
                <a:lnTo>
                  <a:pt x="1190842" y="210508"/>
                </a:lnTo>
                <a:lnTo>
                  <a:pt x="1191952" y="209825"/>
                </a:lnTo>
                <a:lnTo>
                  <a:pt x="1193041" y="209122"/>
                </a:lnTo>
                <a:lnTo>
                  <a:pt x="1194109" y="208400"/>
                </a:lnTo>
                <a:lnTo>
                  <a:pt x="1195156" y="207660"/>
                </a:lnTo>
                <a:lnTo>
                  <a:pt x="1196182" y="206901"/>
                </a:lnTo>
                <a:lnTo>
                  <a:pt x="1197187" y="206122"/>
                </a:lnTo>
                <a:lnTo>
                  <a:pt x="1198171" y="205325"/>
                </a:lnTo>
                <a:lnTo>
                  <a:pt x="1199134" y="204509"/>
                </a:lnTo>
                <a:lnTo>
                  <a:pt x="1200075" y="203673"/>
                </a:lnTo>
                <a:lnTo>
                  <a:pt x="1200996" y="202819"/>
                </a:lnTo>
                <a:lnTo>
                  <a:pt x="1201895" y="201946"/>
                </a:lnTo>
                <a:lnTo>
                  <a:pt x="1202774" y="201054"/>
                </a:lnTo>
                <a:lnTo>
                  <a:pt x="1203631" y="200143"/>
                </a:lnTo>
                <a:lnTo>
                  <a:pt x="1204468" y="199213"/>
                </a:lnTo>
                <a:lnTo>
                  <a:pt x="1205283" y="198264"/>
                </a:lnTo>
                <a:lnTo>
                  <a:pt x="1206077" y="197296"/>
                </a:lnTo>
                <a:lnTo>
                  <a:pt x="1206850" y="196309"/>
                </a:lnTo>
                <a:lnTo>
                  <a:pt x="1207602" y="195303"/>
                </a:lnTo>
                <a:lnTo>
                  <a:pt x="1208333" y="194278"/>
                </a:lnTo>
                <a:lnTo>
                  <a:pt x="1209043" y="193234"/>
                </a:lnTo>
                <a:lnTo>
                  <a:pt x="1209730" y="192166"/>
                </a:lnTo>
                <a:lnTo>
                  <a:pt x="1210393" y="191085"/>
                </a:lnTo>
                <a:lnTo>
                  <a:pt x="1211031" y="189990"/>
                </a:lnTo>
                <a:lnTo>
                  <a:pt x="1211644" y="188883"/>
                </a:lnTo>
                <a:lnTo>
                  <a:pt x="1212233" y="187763"/>
                </a:lnTo>
                <a:lnTo>
                  <a:pt x="1212797" y="186630"/>
                </a:lnTo>
                <a:lnTo>
                  <a:pt x="1213337" y="185484"/>
                </a:lnTo>
                <a:lnTo>
                  <a:pt x="1213852" y="184325"/>
                </a:lnTo>
                <a:lnTo>
                  <a:pt x="1214342" y="183152"/>
                </a:lnTo>
                <a:lnTo>
                  <a:pt x="1214808" y="181967"/>
                </a:lnTo>
                <a:lnTo>
                  <a:pt x="1215250" y="180769"/>
                </a:lnTo>
                <a:lnTo>
                  <a:pt x="1215666" y="179558"/>
                </a:lnTo>
                <a:lnTo>
                  <a:pt x="1216059" y="178334"/>
                </a:lnTo>
                <a:lnTo>
                  <a:pt x="1216426" y="177097"/>
                </a:lnTo>
                <a:lnTo>
                  <a:pt x="1216769" y="175847"/>
                </a:lnTo>
                <a:lnTo>
                  <a:pt x="1217088" y="174584"/>
                </a:lnTo>
                <a:lnTo>
                  <a:pt x="1217381" y="173308"/>
                </a:lnTo>
                <a:lnTo>
                  <a:pt x="1217651" y="172018"/>
                </a:lnTo>
                <a:lnTo>
                  <a:pt x="1217895" y="170716"/>
                </a:lnTo>
                <a:lnTo>
                  <a:pt x="1218116" y="169401"/>
                </a:lnTo>
                <a:lnTo>
                  <a:pt x="1218311" y="168073"/>
                </a:lnTo>
                <a:lnTo>
                  <a:pt x="1218482" y="166732"/>
                </a:lnTo>
                <a:lnTo>
                  <a:pt x="1218629" y="165378"/>
                </a:lnTo>
                <a:lnTo>
                  <a:pt x="1218750" y="164011"/>
                </a:lnTo>
                <a:lnTo>
                  <a:pt x="1183764" y="164011"/>
                </a:lnTo>
                <a:lnTo>
                  <a:pt x="1183624" y="164706"/>
                </a:lnTo>
                <a:lnTo>
                  <a:pt x="1183475" y="165393"/>
                </a:lnTo>
                <a:lnTo>
                  <a:pt x="1183317" y="166070"/>
                </a:lnTo>
                <a:lnTo>
                  <a:pt x="1183149" y="166739"/>
                </a:lnTo>
                <a:lnTo>
                  <a:pt x="1182971" y="167399"/>
                </a:lnTo>
                <a:lnTo>
                  <a:pt x="1182784" y="168050"/>
                </a:lnTo>
                <a:lnTo>
                  <a:pt x="1182588" y="168692"/>
                </a:lnTo>
                <a:lnTo>
                  <a:pt x="1182382" y="169326"/>
                </a:lnTo>
                <a:lnTo>
                  <a:pt x="1182167" y="169950"/>
                </a:lnTo>
                <a:lnTo>
                  <a:pt x="1181942" y="170566"/>
                </a:lnTo>
                <a:lnTo>
                  <a:pt x="1181708" y="171174"/>
                </a:lnTo>
                <a:lnTo>
                  <a:pt x="1181464" y="171772"/>
                </a:lnTo>
                <a:lnTo>
                  <a:pt x="1181210" y="172362"/>
                </a:lnTo>
                <a:lnTo>
                  <a:pt x="1180948" y="172943"/>
                </a:lnTo>
                <a:lnTo>
                  <a:pt x="1180675" y="173515"/>
                </a:lnTo>
                <a:lnTo>
                  <a:pt x="1180394" y="174078"/>
                </a:lnTo>
                <a:lnTo>
                  <a:pt x="1180102" y="174633"/>
                </a:lnTo>
                <a:lnTo>
                  <a:pt x="1179802" y="175178"/>
                </a:lnTo>
                <a:lnTo>
                  <a:pt x="1179491" y="175715"/>
                </a:lnTo>
                <a:lnTo>
                  <a:pt x="1179172" y="176244"/>
                </a:lnTo>
                <a:lnTo>
                  <a:pt x="1178843" y="176763"/>
                </a:lnTo>
                <a:lnTo>
                  <a:pt x="1178504" y="177274"/>
                </a:lnTo>
                <a:lnTo>
                  <a:pt x="1178156" y="177776"/>
                </a:lnTo>
                <a:lnTo>
                  <a:pt x="1177798" y="178269"/>
                </a:lnTo>
                <a:lnTo>
                  <a:pt x="1177432" y="178753"/>
                </a:lnTo>
                <a:lnTo>
                  <a:pt x="1177059" y="179227"/>
                </a:lnTo>
                <a:lnTo>
                  <a:pt x="1176678" y="179692"/>
                </a:lnTo>
                <a:lnTo>
                  <a:pt x="1176290" y="180148"/>
                </a:lnTo>
                <a:lnTo>
                  <a:pt x="1175894" y="180594"/>
                </a:lnTo>
                <a:lnTo>
                  <a:pt x="1175491" y="181031"/>
                </a:lnTo>
                <a:lnTo>
                  <a:pt x="1175081" y="181458"/>
                </a:lnTo>
                <a:lnTo>
                  <a:pt x="1174664" y="181875"/>
                </a:lnTo>
                <a:lnTo>
                  <a:pt x="1174239" y="182283"/>
                </a:lnTo>
                <a:lnTo>
                  <a:pt x="1173806" y="182682"/>
                </a:lnTo>
                <a:lnTo>
                  <a:pt x="1173366" y="183071"/>
                </a:lnTo>
                <a:lnTo>
                  <a:pt x="1172919" y="183451"/>
                </a:lnTo>
                <a:lnTo>
                  <a:pt x="1172465" y="183821"/>
                </a:lnTo>
                <a:lnTo>
                  <a:pt x="1172003" y="184182"/>
                </a:lnTo>
                <a:lnTo>
                  <a:pt x="1171534" y="184533"/>
                </a:lnTo>
                <a:lnTo>
                  <a:pt x="1171057" y="184875"/>
                </a:lnTo>
                <a:lnTo>
                  <a:pt x="1170573" y="185207"/>
                </a:lnTo>
                <a:lnTo>
                  <a:pt x="1170082" y="185530"/>
                </a:lnTo>
                <a:lnTo>
                  <a:pt x="1169583" y="185844"/>
                </a:lnTo>
                <a:lnTo>
                  <a:pt x="1169077" y="186147"/>
                </a:lnTo>
                <a:lnTo>
                  <a:pt x="1168563" y="186442"/>
                </a:lnTo>
                <a:lnTo>
                  <a:pt x="1168042" y="186727"/>
                </a:lnTo>
                <a:lnTo>
                  <a:pt x="1167514" y="187002"/>
                </a:lnTo>
                <a:lnTo>
                  <a:pt x="1166979" y="187268"/>
                </a:lnTo>
                <a:lnTo>
                  <a:pt x="1166445" y="187516"/>
                </a:lnTo>
                <a:lnTo>
                  <a:pt x="1165905" y="187753"/>
                </a:lnTo>
                <a:lnTo>
                  <a:pt x="1165359" y="187979"/>
                </a:lnTo>
                <a:lnTo>
                  <a:pt x="1164807" y="188195"/>
                </a:lnTo>
                <a:lnTo>
                  <a:pt x="1164250" y="188400"/>
                </a:lnTo>
                <a:lnTo>
                  <a:pt x="1163686" y="188595"/>
                </a:lnTo>
                <a:lnTo>
                  <a:pt x="1163116" y="188780"/>
                </a:lnTo>
                <a:lnTo>
                  <a:pt x="1162541" y="188953"/>
                </a:lnTo>
                <a:lnTo>
                  <a:pt x="1161959" y="189117"/>
                </a:lnTo>
                <a:lnTo>
                  <a:pt x="1161372" y="189269"/>
                </a:lnTo>
                <a:lnTo>
                  <a:pt x="1160778" y="189412"/>
                </a:lnTo>
                <a:lnTo>
                  <a:pt x="1160179" y="189543"/>
                </a:lnTo>
                <a:lnTo>
                  <a:pt x="1159573" y="189664"/>
                </a:lnTo>
                <a:lnTo>
                  <a:pt x="1158962" y="189775"/>
                </a:lnTo>
                <a:lnTo>
                  <a:pt x="1158344" y="189875"/>
                </a:lnTo>
                <a:lnTo>
                  <a:pt x="1157721" y="189965"/>
                </a:lnTo>
                <a:lnTo>
                  <a:pt x="1157092" y="190044"/>
                </a:lnTo>
                <a:lnTo>
                  <a:pt x="1156456" y="190112"/>
                </a:lnTo>
                <a:lnTo>
                  <a:pt x="1155815" y="190170"/>
                </a:lnTo>
                <a:lnTo>
                  <a:pt x="1155168" y="190217"/>
                </a:lnTo>
                <a:lnTo>
                  <a:pt x="1154514" y="190254"/>
                </a:lnTo>
                <a:lnTo>
                  <a:pt x="1153855" y="190281"/>
                </a:lnTo>
                <a:lnTo>
                  <a:pt x="1153190" y="190296"/>
                </a:lnTo>
                <a:lnTo>
                  <a:pt x="1152519" y="190302"/>
                </a:lnTo>
                <a:lnTo>
                  <a:pt x="1151572" y="190291"/>
                </a:lnTo>
                <a:lnTo>
                  <a:pt x="1150635" y="190260"/>
                </a:lnTo>
                <a:lnTo>
                  <a:pt x="1149708" y="190207"/>
                </a:lnTo>
                <a:lnTo>
                  <a:pt x="1148792" y="190133"/>
                </a:lnTo>
                <a:lnTo>
                  <a:pt x="1147885" y="190038"/>
                </a:lnTo>
                <a:lnTo>
                  <a:pt x="1146989" y="189922"/>
                </a:lnTo>
                <a:lnTo>
                  <a:pt x="1146103" y="189786"/>
                </a:lnTo>
                <a:lnTo>
                  <a:pt x="1145227" y="189628"/>
                </a:lnTo>
                <a:lnTo>
                  <a:pt x="1144362" y="189448"/>
                </a:lnTo>
                <a:lnTo>
                  <a:pt x="1143506" y="189248"/>
                </a:lnTo>
                <a:lnTo>
                  <a:pt x="1142661" y="189027"/>
                </a:lnTo>
                <a:lnTo>
                  <a:pt x="1141826" y="188785"/>
                </a:lnTo>
                <a:lnTo>
                  <a:pt x="1141001" y="188522"/>
                </a:lnTo>
                <a:lnTo>
                  <a:pt x="1140186" y="188237"/>
                </a:lnTo>
                <a:lnTo>
                  <a:pt x="1139382" y="187932"/>
                </a:lnTo>
                <a:lnTo>
                  <a:pt x="1138587" y="187605"/>
                </a:lnTo>
                <a:lnTo>
                  <a:pt x="1137803" y="187258"/>
                </a:lnTo>
                <a:lnTo>
                  <a:pt x="1137029" y="186889"/>
                </a:lnTo>
                <a:lnTo>
                  <a:pt x="1136265" y="186499"/>
                </a:lnTo>
                <a:lnTo>
                  <a:pt x="1135512" y="186088"/>
                </a:lnTo>
                <a:lnTo>
                  <a:pt x="1134768" y="185657"/>
                </a:lnTo>
                <a:lnTo>
                  <a:pt x="1134035" y="185204"/>
                </a:lnTo>
                <a:lnTo>
                  <a:pt x="1133312" y="184730"/>
                </a:lnTo>
                <a:lnTo>
                  <a:pt x="1132599" y="184235"/>
                </a:lnTo>
                <a:lnTo>
                  <a:pt x="1131906" y="183712"/>
                </a:lnTo>
                <a:lnTo>
                  <a:pt x="1131226" y="183171"/>
                </a:lnTo>
                <a:lnTo>
                  <a:pt x="1130559" y="182612"/>
                </a:lnTo>
                <a:lnTo>
                  <a:pt x="1129905" y="182035"/>
                </a:lnTo>
                <a:lnTo>
                  <a:pt x="1129264" y="181441"/>
                </a:lnTo>
                <a:lnTo>
                  <a:pt x="1128636" y="180828"/>
                </a:lnTo>
                <a:lnTo>
                  <a:pt x="1128021" y="180198"/>
                </a:lnTo>
                <a:lnTo>
                  <a:pt x="1127419" y="179550"/>
                </a:lnTo>
                <a:lnTo>
                  <a:pt x="1126831" y="178883"/>
                </a:lnTo>
                <a:lnTo>
                  <a:pt x="1126255" y="178199"/>
                </a:lnTo>
                <a:lnTo>
                  <a:pt x="1125692" y="177497"/>
                </a:lnTo>
                <a:lnTo>
                  <a:pt x="1125142" y="176777"/>
                </a:lnTo>
                <a:lnTo>
                  <a:pt x="1124605" y="176039"/>
                </a:lnTo>
                <a:lnTo>
                  <a:pt x="1124081" y="175284"/>
                </a:lnTo>
                <a:lnTo>
                  <a:pt x="1123570" y="174510"/>
                </a:lnTo>
                <a:lnTo>
                  <a:pt x="1123072" y="173719"/>
                </a:lnTo>
                <a:lnTo>
                  <a:pt x="1122586" y="172909"/>
                </a:lnTo>
                <a:lnTo>
                  <a:pt x="1122114" y="172082"/>
                </a:lnTo>
                <a:lnTo>
                  <a:pt x="1121655" y="171236"/>
                </a:lnTo>
                <a:lnTo>
                  <a:pt x="1121209" y="170373"/>
                </a:lnTo>
                <a:lnTo>
                  <a:pt x="1120776" y="169492"/>
                </a:lnTo>
                <a:lnTo>
                  <a:pt x="1120356" y="168593"/>
                </a:lnTo>
                <a:lnTo>
                  <a:pt x="1119949" y="167676"/>
                </a:lnTo>
                <a:lnTo>
                  <a:pt x="1119555" y="166741"/>
                </a:lnTo>
                <a:lnTo>
                  <a:pt x="1119175" y="165782"/>
                </a:lnTo>
                <a:lnTo>
                  <a:pt x="1118812" y="164806"/>
                </a:lnTo>
                <a:lnTo>
                  <a:pt x="1118465" y="163815"/>
                </a:lnTo>
                <a:lnTo>
                  <a:pt x="1118134" y="162809"/>
                </a:lnTo>
                <a:lnTo>
                  <a:pt x="1117819" y="161787"/>
                </a:lnTo>
                <a:lnTo>
                  <a:pt x="1117520" y="160750"/>
                </a:lnTo>
                <a:lnTo>
                  <a:pt x="1117237" y="159698"/>
                </a:lnTo>
                <a:lnTo>
                  <a:pt x="1116971" y="158630"/>
                </a:lnTo>
                <a:lnTo>
                  <a:pt x="1116720" y="157546"/>
                </a:lnTo>
                <a:lnTo>
                  <a:pt x="1116486" y="156447"/>
                </a:lnTo>
                <a:lnTo>
                  <a:pt x="1116268" y="155333"/>
                </a:lnTo>
                <a:lnTo>
                  <a:pt x="1116066" y="154203"/>
                </a:lnTo>
                <a:lnTo>
                  <a:pt x="1115881" y="153058"/>
                </a:lnTo>
                <a:lnTo>
                  <a:pt x="1115711" y="151897"/>
                </a:lnTo>
                <a:lnTo>
                  <a:pt x="1115558" y="150721"/>
                </a:lnTo>
                <a:lnTo>
                  <a:pt x="1115420" y="149529"/>
                </a:lnTo>
                <a:lnTo>
                  <a:pt x="1115299" y="148322"/>
                </a:lnTo>
                <a:lnTo>
                  <a:pt x="1115194" y="147100"/>
                </a:lnTo>
                <a:lnTo>
                  <a:pt x="1115105" y="145862"/>
                </a:lnTo>
                <a:lnTo>
                  <a:pt x="1115033" y="144608"/>
                </a:lnTo>
                <a:lnTo>
                  <a:pt x="1114976" y="143339"/>
                </a:lnTo>
                <a:lnTo>
                  <a:pt x="1114936" y="142055"/>
                </a:lnTo>
                <a:lnTo>
                  <a:pt x="1114912" y="140755"/>
                </a:lnTo>
                <a:lnTo>
                  <a:pt x="1114903" y="139440"/>
                </a:lnTo>
                <a:lnTo>
                  <a:pt x="1114912" y="138142"/>
                </a:lnTo>
                <a:lnTo>
                  <a:pt x="1114936" y="136859"/>
                </a:lnTo>
                <a:lnTo>
                  <a:pt x="1114976" y="135591"/>
                </a:lnTo>
                <a:lnTo>
                  <a:pt x="1115033" y="134339"/>
                </a:lnTo>
                <a:lnTo>
                  <a:pt x="1115105" y="133103"/>
                </a:lnTo>
                <a:lnTo>
                  <a:pt x="1115194" y="131881"/>
                </a:lnTo>
                <a:lnTo>
                  <a:pt x="1115299" y="130676"/>
                </a:lnTo>
                <a:lnTo>
                  <a:pt x="1115420" y="129486"/>
                </a:lnTo>
                <a:lnTo>
                  <a:pt x="1115558" y="128311"/>
                </a:lnTo>
                <a:lnTo>
                  <a:pt x="1115711" y="127151"/>
                </a:lnTo>
                <a:lnTo>
                  <a:pt x="1115881" y="126008"/>
                </a:lnTo>
                <a:lnTo>
                  <a:pt x="1116066" y="124879"/>
                </a:lnTo>
                <a:lnTo>
                  <a:pt x="1116268" y="123766"/>
                </a:lnTo>
                <a:lnTo>
                  <a:pt x="1116486" y="122669"/>
                </a:lnTo>
                <a:lnTo>
                  <a:pt x="1116720" y="121587"/>
                </a:lnTo>
                <a:lnTo>
                  <a:pt x="1116971" y="120520"/>
                </a:lnTo>
                <a:lnTo>
                  <a:pt x="1117237" y="119469"/>
                </a:lnTo>
                <a:lnTo>
                  <a:pt x="1117520" y="118433"/>
                </a:lnTo>
                <a:lnTo>
                  <a:pt x="1117819" y="117413"/>
                </a:lnTo>
                <a:lnTo>
                  <a:pt x="1118134" y="116408"/>
                </a:lnTo>
                <a:lnTo>
                  <a:pt x="1118465" y="115418"/>
                </a:lnTo>
                <a:lnTo>
                  <a:pt x="1118812" y="114444"/>
                </a:lnTo>
                <a:lnTo>
                  <a:pt x="1119175" y="113486"/>
                </a:lnTo>
                <a:lnTo>
                  <a:pt x="1119555" y="112543"/>
                </a:lnTo>
                <a:lnTo>
                  <a:pt x="1119958" y="111617"/>
                </a:lnTo>
                <a:lnTo>
                  <a:pt x="1120373" y="110709"/>
                </a:lnTo>
                <a:lnTo>
                  <a:pt x="1120802" y="109819"/>
                </a:lnTo>
                <a:lnTo>
                  <a:pt x="1121243" y="108948"/>
                </a:lnTo>
                <a:lnTo>
                  <a:pt x="1121698" y="108094"/>
                </a:lnTo>
                <a:lnTo>
                  <a:pt x="1122165" y="107260"/>
                </a:lnTo>
                <a:lnTo>
                  <a:pt x="1122646" y="106443"/>
                </a:lnTo>
                <a:lnTo>
                  <a:pt x="1123139" y="105644"/>
                </a:lnTo>
                <a:lnTo>
                  <a:pt x="1123645" y="104864"/>
                </a:lnTo>
                <a:lnTo>
                  <a:pt x="1124165" y="104102"/>
                </a:lnTo>
                <a:lnTo>
                  <a:pt x="1124697" y="103359"/>
                </a:lnTo>
                <a:lnTo>
                  <a:pt x="1125243" y="102633"/>
                </a:lnTo>
                <a:lnTo>
                  <a:pt x="1125801" y="101926"/>
                </a:lnTo>
                <a:lnTo>
                  <a:pt x="1126373" y="101237"/>
                </a:lnTo>
                <a:lnTo>
                  <a:pt x="1126957" y="100567"/>
                </a:lnTo>
                <a:lnTo>
                  <a:pt x="1127554" y="99915"/>
                </a:lnTo>
                <a:lnTo>
                  <a:pt x="1128165" y="99280"/>
                </a:lnTo>
                <a:lnTo>
                  <a:pt x="1128788" y="98665"/>
                </a:lnTo>
                <a:lnTo>
                  <a:pt x="1129424" y="98067"/>
                </a:lnTo>
                <a:lnTo>
                  <a:pt x="1130074" y="97488"/>
                </a:lnTo>
                <a:lnTo>
                  <a:pt x="1130736" y="96927"/>
                </a:lnTo>
                <a:lnTo>
                  <a:pt x="1131411" y="96384"/>
                </a:lnTo>
                <a:lnTo>
                  <a:pt x="1132100" y="95859"/>
                </a:lnTo>
                <a:lnTo>
                  <a:pt x="1132801" y="95353"/>
                </a:lnTo>
                <a:lnTo>
                  <a:pt x="1133514" y="94858"/>
                </a:lnTo>
                <a:lnTo>
                  <a:pt x="1134236" y="94384"/>
                </a:lnTo>
                <a:lnTo>
                  <a:pt x="1134967" y="93931"/>
                </a:lnTo>
                <a:lnTo>
                  <a:pt x="1135708" y="93499"/>
                </a:lnTo>
                <a:lnTo>
                  <a:pt x="1136459" y="93088"/>
                </a:lnTo>
                <a:lnTo>
                  <a:pt x="1137219" y="92699"/>
                </a:lnTo>
                <a:lnTo>
                  <a:pt x="1137988" y="92330"/>
                </a:lnTo>
                <a:lnTo>
                  <a:pt x="1138767" y="91983"/>
                </a:lnTo>
                <a:lnTo>
                  <a:pt x="1139555" y="91656"/>
                </a:lnTo>
                <a:lnTo>
                  <a:pt x="1140353" y="91351"/>
                </a:lnTo>
                <a:lnTo>
                  <a:pt x="1141161" y="91066"/>
                </a:lnTo>
                <a:lnTo>
                  <a:pt x="1141978" y="90803"/>
                </a:lnTo>
                <a:lnTo>
                  <a:pt x="1142804" y="90561"/>
                </a:lnTo>
                <a:lnTo>
                  <a:pt x="1143640" y="90339"/>
                </a:lnTo>
                <a:lnTo>
                  <a:pt x="1144485" y="90139"/>
                </a:lnTo>
                <a:lnTo>
                  <a:pt x="1145340" y="89960"/>
                </a:lnTo>
                <a:lnTo>
                  <a:pt x="1146204" y="89802"/>
                </a:lnTo>
                <a:lnTo>
                  <a:pt x="1147078" y="89665"/>
                </a:lnTo>
                <a:lnTo>
                  <a:pt x="1147961" y="89549"/>
                </a:lnTo>
                <a:lnTo>
                  <a:pt x="1148853" y="89455"/>
                </a:lnTo>
                <a:lnTo>
                  <a:pt x="1149756" y="89381"/>
                </a:lnTo>
                <a:lnTo>
                  <a:pt x="1150667" y="89328"/>
                </a:lnTo>
                <a:lnTo>
                  <a:pt x="1151588" y="89297"/>
                </a:lnTo>
                <a:lnTo>
                  <a:pt x="1152519" y="89286"/>
                </a:lnTo>
                <a:lnTo>
                  <a:pt x="1153614" y="89299"/>
                </a:lnTo>
                <a:lnTo>
                  <a:pt x="1154689" y="89339"/>
                </a:lnTo>
                <a:lnTo>
                  <a:pt x="1155747" y="89405"/>
                </a:lnTo>
                <a:lnTo>
                  <a:pt x="1156786" y="89497"/>
                </a:lnTo>
                <a:lnTo>
                  <a:pt x="1157806" y="89615"/>
                </a:lnTo>
                <a:lnTo>
                  <a:pt x="1158807" y="89760"/>
                </a:lnTo>
                <a:lnTo>
                  <a:pt x="1159790" y="89931"/>
                </a:lnTo>
                <a:lnTo>
                  <a:pt x="1160754" y="90129"/>
                </a:lnTo>
                <a:lnTo>
                  <a:pt x="1161700" y="90353"/>
                </a:lnTo>
                <a:lnTo>
                  <a:pt x="1162627" y="90603"/>
                </a:lnTo>
                <a:lnTo>
                  <a:pt x="1163536" y="90879"/>
                </a:lnTo>
                <a:lnTo>
                  <a:pt x="1164425" y="91182"/>
                </a:lnTo>
                <a:lnTo>
                  <a:pt x="1165297" y="91511"/>
                </a:lnTo>
                <a:lnTo>
                  <a:pt x="1166149" y="91867"/>
                </a:lnTo>
                <a:lnTo>
                  <a:pt x="1166983" y="92248"/>
                </a:lnTo>
                <a:lnTo>
                  <a:pt x="1167799" y="92657"/>
                </a:lnTo>
                <a:lnTo>
                  <a:pt x="1168596" y="93091"/>
                </a:lnTo>
                <a:lnTo>
                  <a:pt x="1169374" y="93552"/>
                </a:lnTo>
                <a:lnTo>
                  <a:pt x="1170133" y="94039"/>
                </a:lnTo>
                <a:lnTo>
                  <a:pt x="1170874" y="94553"/>
                </a:lnTo>
                <a:lnTo>
                  <a:pt x="1171597" y="95092"/>
                </a:lnTo>
                <a:lnTo>
                  <a:pt x="1172301" y="95659"/>
                </a:lnTo>
                <a:lnTo>
                  <a:pt x="1172986" y="96251"/>
                </a:lnTo>
                <a:lnTo>
                  <a:pt x="1173652" y="96870"/>
                </a:lnTo>
                <a:lnTo>
                  <a:pt x="1174308" y="97500"/>
                </a:lnTo>
                <a:lnTo>
                  <a:pt x="1174943" y="98143"/>
                </a:lnTo>
                <a:lnTo>
                  <a:pt x="1175558" y="98799"/>
                </a:lnTo>
                <a:lnTo>
                  <a:pt x="1176152" y="99468"/>
                </a:lnTo>
                <a:lnTo>
                  <a:pt x="1176726" y="100150"/>
                </a:lnTo>
                <a:lnTo>
                  <a:pt x="1177280" y="100845"/>
                </a:lnTo>
                <a:lnTo>
                  <a:pt x="1177813" y="101553"/>
                </a:lnTo>
                <a:lnTo>
                  <a:pt x="1178326" y="102274"/>
                </a:lnTo>
                <a:lnTo>
                  <a:pt x="1178819" y="103008"/>
                </a:lnTo>
                <a:lnTo>
                  <a:pt x="1179291" y="103755"/>
                </a:lnTo>
                <a:lnTo>
                  <a:pt x="1179743" y="104515"/>
                </a:lnTo>
                <a:lnTo>
                  <a:pt x="1180174" y="105288"/>
                </a:lnTo>
                <a:lnTo>
                  <a:pt x="1180585" y="106074"/>
                </a:lnTo>
                <a:lnTo>
                  <a:pt x="1180976" y="106873"/>
                </a:lnTo>
                <a:lnTo>
                  <a:pt x="1181347" y="107685"/>
                </a:lnTo>
                <a:lnTo>
                  <a:pt x="1181697" y="108509"/>
                </a:lnTo>
                <a:lnTo>
                  <a:pt x="1182026" y="109347"/>
                </a:lnTo>
                <a:lnTo>
                  <a:pt x="1182336" y="110198"/>
                </a:lnTo>
                <a:lnTo>
                  <a:pt x="1182625" y="111062"/>
                </a:lnTo>
                <a:lnTo>
                  <a:pt x="1182893" y="111939"/>
                </a:lnTo>
                <a:lnTo>
                  <a:pt x="1183141" y="112829"/>
                </a:lnTo>
                <a:lnTo>
                  <a:pt x="1183369" y="113732"/>
                </a:lnTo>
                <a:lnTo>
                  <a:pt x="1183577" y="114648"/>
                </a:lnTo>
                <a:lnTo>
                  <a:pt x="1183764" y="115576"/>
                </a:lnTo>
                <a:lnTo>
                  <a:pt x="1218750" y="115576"/>
                </a:lnTo>
                <a:lnTo>
                  <a:pt x="1218636" y="114185"/>
                </a:lnTo>
                <a:lnTo>
                  <a:pt x="1218496" y="112808"/>
                </a:lnTo>
                <a:lnTo>
                  <a:pt x="1218330" y="111446"/>
                </a:lnTo>
                <a:lnTo>
                  <a:pt x="1218138" y="110099"/>
                </a:lnTo>
                <a:lnTo>
                  <a:pt x="1217920" y="108767"/>
                </a:lnTo>
                <a:lnTo>
                  <a:pt x="1217676" y="107449"/>
                </a:lnTo>
                <a:lnTo>
                  <a:pt x="1217406" y="106146"/>
                </a:lnTo>
                <a:lnTo>
                  <a:pt x="1217110" y="104858"/>
                </a:lnTo>
                <a:lnTo>
                  <a:pt x="1216788" y="103585"/>
                </a:lnTo>
                <a:lnTo>
                  <a:pt x="1216440" y="102326"/>
                </a:lnTo>
                <a:lnTo>
                  <a:pt x="1216066" y="101082"/>
                </a:lnTo>
                <a:lnTo>
                  <a:pt x="1215666" y="99853"/>
                </a:lnTo>
                <a:lnTo>
                  <a:pt x="1215240" y="98638"/>
                </a:lnTo>
                <a:lnTo>
                  <a:pt x="1214788" y="97439"/>
                </a:lnTo>
                <a:lnTo>
                  <a:pt x="1214311" y="96254"/>
                </a:lnTo>
                <a:lnTo>
                  <a:pt x="1213807" y="95083"/>
                </a:lnTo>
                <a:lnTo>
                  <a:pt x="1213277" y="93928"/>
                </a:lnTo>
                <a:lnTo>
                  <a:pt x="1212721" y="92787"/>
                </a:lnTo>
                <a:lnTo>
                  <a:pt x="1212139" y="91661"/>
                </a:lnTo>
                <a:lnTo>
                  <a:pt x="1211532" y="90550"/>
                </a:lnTo>
                <a:lnTo>
                  <a:pt x="1210898" y="89454"/>
                </a:lnTo>
                <a:lnTo>
                  <a:pt x="1210238" y="88372"/>
                </a:lnTo>
                <a:lnTo>
                  <a:pt x="1209553" y="87305"/>
                </a:lnTo>
                <a:lnTo>
                  <a:pt x="1208841" y="86253"/>
                </a:lnTo>
                <a:lnTo>
                  <a:pt x="1208106" y="85209"/>
                </a:lnTo>
                <a:lnTo>
                  <a:pt x="1207350" y="84186"/>
                </a:lnTo>
                <a:lnTo>
                  <a:pt x="1206574" y="83183"/>
                </a:lnTo>
                <a:lnTo>
                  <a:pt x="1205777" y="82199"/>
                </a:lnTo>
                <a:lnTo>
                  <a:pt x="1204959" y="81236"/>
                </a:lnTo>
                <a:lnTo>
                  <a:pt x="1204120" y="80293"/>
                </a:lnTo>
                <a:lnTo>
                  <a:pt x="1203261" y="79370"/>
                </a:lnTo>
                <a:lnTo>
                  <a:pt x="1202381" y="78467"/>
                </a:lnTo>
                <a:lnTo>
                  <a:pt x="1201480" y="77583"/>
                </a:lnTo>
                <a:lnTo>
                  <a:pt x="1200558" y="76720"/>
                </a:lnTo>
                <a:lnTo>
                  <a:pt x="1199616" y="75877"/>
                </a:lnTo>
                <a:lnTo>
                  <a:pt x="1198653" y="75054"/>
                </a:lnTo>
                <a:lnTo>
                  <a:pt x="1197670" y="74251"/>
                </a:lnTo>
                <a:lnTo>
                  <a:pt x="1196665" y="73468"/>
                </a:lnTo>
                <a:lnTo>
                  <a:pt x="1195640" y="72704"/>
                </a:lnTo>
                <a:lnTo>
                  <a:pt x="1194595" y="71961"/>
                </a:lnTo>
                <a:lnTo>
                  <a:pt x="1193528" y="71238"/>
                </a:lnTo>
                <a:lnTo>
                  <a:pt x="1192441" y="70535"/>
                </a:lnTo>
                <a:lnTo>
                  <a:pt x="1191333" y="69852"/>
                </a:lnTo>
                <a:lnTo>
                  <a:pt x="1190205" y="69189"/>
                </a:lnTo>
                <a:lnTo>
                  <a:pt x="1189055" y="68546"/>
                </a:lnTo>
                <a:lnTo>
                  <a:pt x="1187885" y="67923"/>
                </a:lnTo>
                <a:lnTo>
                  <a:pt x="1186694" y="67320"/>
                </a:lnTo>
                <a:lnTo>
                  <a:pt x="1185483" y="66737"/>
                </a:lnTo>
                <a:lnTo>
                  <a:pt x="1184262" y="66168"/>
                </a:lnTo>
                <a:lnTo>
                  <a:pt x="1183026" y="65623"/>
                </a:lnTo>
                <a:lnTo>
                  <a:pt x="1181775" y="65102"/>
                </a:lnTo>
                <a:lnTo>
                  <a:pt x="1180509" y="64605"/>
                </a:lnTo>
                <a:lnTo>
                  <a:pt x="1179227" y="64133"/>
                </a:lnTo>
                <a:lnTo>
                  <a:pt x="1177931" y="63685"/>
                </a:lnTo>
                <a:lnTo>
                  <a:pt x="1176619" y="63261"/>
                </a:lnTo>
                <a:lnTo>
                  <a:pt x="1175293" y="62861"/>
                </a:lnTo>
                <a:lnTo>
                  <a:pt x="1173951" y="62485"/>
                </a:lnTo>
                <a:lnTo>
                  <a:pt x="1172594" y="62134"/>
                </a:lnTo>
                <a:lnTo>
                  <a:pt x="1171222" y="61807"/>
                </a:lnTo>
                <a:lnTo>
                  <a:pt x="1169835" y="61504"/>
                </a:lnTo>
                <a:lnTo>
                  <a:pt x="1168433" y="61226"/>
                </a:lnTo>
                <a:lnTo>
                  <a:pt x="1167016" y="60971"/>
                </a:lnTo>
                <a:lnTo>
                  <a:pt x="1165584" y="60741"/>
                </a:lnTo>
                <a:lnTo>
                  <a:pt x="1164136" y="60535"/>
                </a:lnTo>
                <a:lnTo>
                  <a:pt x="1162674" y="60354"/>
                </a:lnTo>
                <a:lnTo>
                  <a:pt x="1161196" y="60196"/>
                </a:lnTo>
                <a:lnTo>
                  <a:pt x="1159703" y="60063"/>
                </a:lnTo>
                <a:lnTo>
                  <a:pt x="1158196" y="59954"/>
                </a:lnTo>
                <a:lnTo>
                  <a:pt x="1156673" y="59869"/>
                </a:lnTo>
                <a:lnTo>
                  <a:pt x="1155135" y="59808"/>
                </a:lnTo>
                <a:lnTo>
                  <a:pt x="1153582" y="59772"/>
                </a:lnTo>
                <a:lnTo>
                  <a:pt x="1152013" y="59760"/>
                </a:lnTo>
                <a:lnTo>
                  <a:pt x="1150128" y="59778"/>
                </a:lnTo>
                <a:lnTo>
                  <a:pt x="1148264" y="59831"/>
                </a:lnTo>
                <a:lnTo>
                  <a:pt x="1146420" y="59920"/>
                </a:lnTo>
                <a:lnTo>
                  <a:pt x="1144598" y="60044"/>
                </a:lnTo>
                <a:lnTo>
                  <a:pt x="1142797" y="60203"/>
                </a:lnTo>
                <a:lnTo>
                  <a:pt x="1141017" y="60398"/>
                </a:lnTo>
                <a:lnTo>
                  <a:pt x="1139258" y="60629"/>
                </a:lnTo>
                <a:lnTo>
                  <a:pt x="1137520" y="60895"/>
                </a:lnTo>
                <a:lnTo>
                  <a:pt x="1135803" y="61196"/>
                </a:lnTo>
                <a:lnTo>
                  <a:pt x="1134107" y="61533"/>
                </a:lnTo>
                <a:lnTo>
                  <a:pt x="1132433" y="61905"/>
                </a:lnTo>
                <a:lnTo>
                  <a:pt x="1130779" y="62313"/>
                </a:lnTo>
                <a:lnTo>
                  <a:pt x="1129146" y="62756"/>
                </a:lnTo>
                <a:lnTo>
                  <a:pt x="1127535" y="63235"/>
                </a:lnTo>
                <a:lnTo>
                  <a:pt x="1125944" y="63749"/>
                </a:lnTo>
                <a:lnTo>
                  <a:pt x="1124375" y="64299"/>
                </a:lnTo>
                <a:lnTo>
                  <a:pt x="1122826" y="64884"/>
                </a:lnTo>
                <a:lnTo>
                  <a:pt x="1121299" y="65505"/>
                </a:lnTo>
                <a:lnTo>
                  <a:pt x="1119793" y="66161"/>
                </a:lnTo>
                <a:lnTo>
                  <a:pt x="1118308" y="66852"/>
                </a:lnTo>
                <a:lnTo>
                  <a:pt x="1116844" y="67579"/>
                </a:lnTo>
                <a:lnTo>
                  <a:pt x="1115401" y="68342"/>
                </a:lnTo>
                <a:lnTo>
                  <a:pt x="1113979" y="69139"/>
                </a:lnTo>
                <a:lnTo>
                  <a:pt x="1112578" y="69973"/>
                </a:lnTo>
                <a:lnTo>
                  <a:pt x="1111209" y="70829"/>
                </a:lnTo>
                <a:lnTo>
                  <a:pt x="1109866" y="71714"/>
                </a:lnTo>
                <a:lnTo>
                  <a:pt x="1108549" y="72627"/>
                </a:lnTo>
                <a:lnTo>
                  <a:pt x="1107258" y="73568"/>
                </a:lnTo>
                <a:lnTo>
                  <a:pt x="1105993" y="74537"/>
                </a:lnTo>
                <a:lnTo>
                  <a:pt x="1104754" y="75534"/>
                </a:lnTo>
                <a:lnTo>
                  <a:pt x="1103541" y="76559"/>
                </a:lnTo>
                <a:lnTo>
                  <a:pt x="1102354" y="77613"/>
                </a:lnTo>
                <a:lnTo>
                  <a:pt x="1101193" y="78694"/>
                </a:lnTo>
                <a:lnTo>
                  <a:pt x="1100058" y="79804"/>
                </a:lnTo>
                <a:lnTo>
                  <a:pt x="1098948" y="80941"/>
                </a:lnTo>
                <a:lnTo>
                  <a:pt x="1097865" y="82107"/>
                </a:lnTo>
                <a:lnTo>
                  <a:pt x="1096808" y="83301"/>
                </a:lnTo>
                <a:lnTo>
                  <a:pt x="1095777" y="84522"/>
                </a:lnTo>
                <a:lnTo>
                  <a:pt x="1094772" y="85772"/>
                </a:lnTo>
                <a:lnTo>
                  <a:pt x="1093793" y="87050"/>
                </a:lnTo>
                <a:lnTo>
                  <a:pt x="1092839" y="88356"/>
                </a:lnTo>
                <a:lnTo>
                  <a:pt x="1091912" y="89691"/>
                </a:lnTo>
                <a:lnTo>
                  <a:pt x="1091011" y="91053"/>
                </a:lnTo>
                <a:lnTo>
                  <a:pt x="1090136" y="92443"/>
                </a:lnTo>
                <a:lnTo>
                  <a:pt x="1089286" y="93862"/>
                </a:lnTo>
                <a:lnTo>
                  <a:pt x="1088463" y="95308"/>
                </a:lnTo>
                <a:lnTo>
                  <a:pt x="1087666" y="96783"/>
                </a:lnTo>
                <a:lnTo>
                  <a:pt x="1086894" y="98285"/>
                </a:lnTo>
                <a:lnTo>
                  <a:pt x="1086152" y="99803"/>
                </a:lnTo>
                <a:lnTo>
                  <a:pt x="1085441" y="101341"/>
                </a:lnTo>
                <a:lnTo>
                  <a:pt x="1084761" y="102897"/>
                </a:lnTo>
                <a:lnTo>
                  <a:pt x="1084114" y="104473"/>
                </a:lnTo>
                <a:lnTo>
                  <a:pt x="1083497" y="106068"/>
                </a:lnTo>
                <a:lnTo>
                  <a:pt x="1082913" y="107683"/>
                </a:lnTo>
                <a:lnTo>
                  <a:pt x="1082360" y="109317"/>
                </a:lnTo>
                <a:lnTo>
                  <a:pt x="1081838" y="110970"/>
                </a:lnTo>
                <a:lnTo>
                  <a:pt x="1081349" y="112642"/>
                </a:lnTo>
                <a:lnTo>
                  <a:pt x="1080890" y="114334"/>
                </a:lnTo>
                <a:lnTo>
                  <a:pt x="1080464" y="116045"/>
                </a:lnTo>
                <a:lnTo>
                  <a:pt x="1080069" y="117776"/>
                </a:lnTo>
                <a:lnTo>
                  <a:pt x="1079705" y="119525"/>
                </a:lnTo>
                <a:lnTo>
                  <a:pt x="1079374" y="121294"/>
                </a:lnTo>
                <a:lnTo>
                  <a:pt x="1079073" y="123083"/>
                </a:lnTo>
                <a:lnTo>
                  <a:pt x="1078805" y="124890"/>
                </a:lnTo>
                <a:lnTo>
                  <a:pt x="1078568" y="126717"/>
                </a:lnTo>
                <a:lnTo>
                  <a:pt x="1078362" y="128564"/>
                </a:lnTo>
                <a:lnTo>
                  <a:pt x="1078189" y="130429"/>
                </a:lnTo>
                <a:lnTo>
                  <a:pt x="1078047" y="132314"/>
                </a:lnTo>
                <a:lnTo>
                  <a:pt x="1077936" y="134218"/>
                </a:lnTo>
                <a:lnTo>
                  <a:pt x="1077857" y="136142"/>
                </a:lnTo>
                <a:lnTo>
                  <a:pt x="1077810" y="138085"/>
                </a:lnTo>
                <a:lnTo>
                  <a:pt x="1077794" y="140047"/>
                </a:lnTo>
                <a:lnTo>
                  <a:pt x="1077809" y="142001"/>
                </a:lnTo>
                <a:lnTo>
                  <a:pt x="1077856" y="143935"/>
                </a:lnTo>
                <a:lnTo>
                  <a:pt x="1077933" y="145851"/>
                </a:lnTo>
                <a:lnTo>
                  <a:pt x="1078041" y="147748"/>
                </a:lnTo>
                <a:lnTo>
                  <a:pt x="1078180" y="149626"/>
                </a:lnTo>
                <a:lnTo>
                  <a:pt x="1078350" y="151485"/>
                </a:lnTo>
                <a:lnTo>
                  <a:pt x="1078551" y="153326"/>
                </a:lnTo>
                <a:lnTo>
                  <a:pt x="1078782" y="155147"/>
                </a:lnTo>
                <a:lnTo>
                  <a:pt x="1079045" y="156949"/>
                </a:lnTo>
                <a:lnTo>
                  <a:pt x="1079339" y="158732"/>
                </a:lnTo>
                <a:lnTo>
                  <a:pt x="1079663" y="160496"/>
                </a:lnTo>
                <a:lnTo>
                  <a:pt x="1080018" y="162242"/>
                </a:lnTo>
                <a:lnTo>
                  <a:pt x="1080404" y="163968"/>
                </a:lnTo>
                <a:lnTo>
                  <a:pt x="1080822" y="165676"/>
                </a:lnTo>
                <a:lnTo>
                  <a:pt x="1081270" y="167364"/>
                </a:lnTo>
                <a:lnTo>
                  <a:pt x="1081748" y="169033"/>
                </a:lnTo>
                <a:lnTo>
                  <a:pt x="1082258" y="170684"/>
                </a:lnTo>
                <a:lnTo>
                  <a:pt x="1082799" y="172316"/>
                </a:lnTo>
                <a:lnTo>
                  <a:pt x="1083371" y="173928"/>
                </a:lnTo>
                <a:lnTo>
                  <a:pt x="1083973" y="175522"/>
                </a:lnTo>
                <a:lnTo>
                  <a:pt x="1084606" y="177096"/>
                </a:lnTo>
                <a:lnTo>
                  <a:pt x="1085271" y="178652"/>
                </a:lnTo>
                <a:lnTo>
                  <a:pt x="1085966" y="180189"/>
                </a:lnTo>
                <a:lnTo>
                  <a:pt x="1086692" y="181707"/>
                </a:lnTo>
                <a:lnTo>
                  <a:pt x="1087455" y="183193"/>
                </a:lnTo>
                <a:lnTo>
                  <a:pt x="1088244" y="184652"/>
                </a:lnTo>
                <a:lnTo>
                  <a:pt x="1089060" y="186085"/>
                </a:lnTo>
                <a:lnTo>
                  <a:pt x="1089902" y="187490"/>
                </a:lnTo>
                <a:lnTo>
                  <a:pt x="1090771" y="188868"/>
                </a:lnTo>
                <a:lnTo>
                  <a:pt x="1091666" y="190220"/>
                </a:lnTo>
                <a:lnTo>
                  <a:pt x="1092587" y="191544"/>
                </a:lnTo>
                <a:lnTo>
                  <a:pt x="1093534" y="192841"/>
                </a:lnTo>
                <a:lnTo>
                  <a:pt x="1094508" y="194111"/>
                </a:lnTo>
                <a:lnTo>
                  <a:pt x="1095508" y="195354"/>
                </a:lnTo>
                <a:lnTo>
                  <a:pt x="1096534" y="196570"/>
                </a:lnTo>
                <a:lnTo>
                  <a:pt x="1097587" y="197759"/>
                </a:lnTo>
                <a:lnTo>
                  <a:pt x="1098666" y="198921"/>
                </a:lnTo>
                <a:lnTo>
                  <a:pt x="1099772" y="200056"/>
                </a:lnTo>
                <a:lnTo>
                  <a:pt x="1100904" y="201164"/>
                </a:lnTo>
                <a:lnTo>
                  <a:pt x="1102062" y="202245"/>
                </a:lnTo>
                <a:lnTo>
                  <a:pt x="1103246" y="203298"/>
                </a:lnTo>
                <a:lnTo>
                  <a:pt x="1104457" y="204325"/>
                </a:lnTo>
                <a:lnTo>
                  <a:pt x="1105694" y="205325"/>
                </a:lnTo>
                <a:lnTo>
                  <a:pt x="1106957" y="206298"/>
                </a:lnTo>
                <a:lnTo>
                  <a:pt x="1108247" y="207243"/>
                </a:lnTo>
                <a:lnTo>
                  <a:pt x="1109563" y="208162"/>
                </a:lnTo>
                <a:lnTo>
                  <a:pt x="1110906" y="209054"/>
                </a:lnTo>
                <a:lnTo>
                  <a:pt x="1112274" y="209918"/>
                </a:lnTo>
                <a:lnTo>
                  <a:pt x="1113676" y="210752"/>
                </a:lnTo>
                <a:lnTo>
                  <a:pt x="1115101" y="211550"/>
                </a:lnTo>
                <a:lnTo>
                  <a:pt x="1116548" y="212312"/>
                </a:lnTo>
                <a:lnTo>
                  <a:pt x="1118018" y="213039"/>
                </a:lnTo>
                <a:lnTo>
                  <a:pt x="1119511" y="213730"/>
                </a:lnTo>
                <a:lnTo>
                  <a:pt x="1121027" y="214386"/>
                </a:lnTo>
                <a:lnTo>
                  <a:pt x="1122566" y="215007"/>
                </a:lnTo>
                <a:lnTo>
                  <a:pt x="1124128" y="215592"/>
                </a:lnTo>
                <a:lnTo>
                  <a:pt x="1125712" y="216142"/>
                </a:lnTo>
                <a:lnTo>
                  <a:pt x="1127319" y="216656"/>
                </a:lnTo>
                <a:lnTo>
                  <a:pt x="1128949" y="217135"/>
                </a:lnTo>
                <a:lnTo>
                  <a:pt x="1130602" y="217578"/>
                </a:lnTo>
                <a:lnTo>
                  <a:pt x="1132277" y="217986"/>
                </a:lnTo>
                <a:lnTo>
                  <a:pt x="1133976" y="218358"/>
                </a:lnTo>
                <a:lnTo>
                  <a:pt x="1135697" y="218695"/>
                </a:lnTo>
                <a:lnTo>
                  <a:pt x="1137441" y="218996"/>
                </a:lnTo>
                <a:lnTo>
                  <a:pt x="1139208" y="219262"/>
                </a:lnTo>
                <a:lnTo>
                  <a:pt x="1140998" y="219493"/>
                </a:lnTo>
                <a:lnTo>
                  <a:pt x="1142811" y="219688"/>
                </a:lnTo>
                <a:lnTo>
                  <a:pt x="1144646" y="219847"/>
                </a:lnTo>
                <a:lnTo>
                  <a:pt x="1146504" y="219972"/>
                </a:lnTo>
                <a:lnTo>
                  <a:pt x="1148385" y="220060"/>
                </a:lnTo>
                <a:lnTo>
                  <a:pt x="1150289" y="220113"/>
                </a:lnTo>
                <a:lnTo>
                  <a:pt x="1152216" y="220131"/>
                </a:lnTo>
                <a:lnTo>
                  <a:pt x="1153833" y="220119"/>
                </a:lnTo>
                <a:lnTo>
                  <a:pt x="1155433" y="220082"/>
                </a:lnTo>
                <a:lnTo>
                  <a:pt x="1157016" y="220021"/>
                </a:lnTo>
                <a:lnTo>
                  <a:pt x="1158580" y="219934"/>
                </a:lnTo>
                <a:lnTo>
                  <a:pt x="1160128" y="219824"/>
                </a:lnTo>
                <a:close/>
                <a:moveTo>
                  <a:pt x="648847" y="220087"/>
                </a:moveTo>
                <a:lnTo>
                  <a:pt x="649798" y="220024"/>
                </a:lnTo>
                <a:lnTo>
                  <a:pt x="650739" y="219948"/>
                </a:lnTo>
                <a:lnTo>
                  <a:pt x="651668" y="219861"/>
                </a:lnTo>
                <a:lnTo>
                  <a:pt x="652587" y="219763"/>
                </a:lnTo>
                <a:lnTo>
                  <a:pt x="653495" y="219653"/>
                </a:lnTo>
                <a:lnTo>
                  <a:pt x="654392" y="219531"/>
                </a:lnTo>
                <a:lnTo>
                  <a:pt x="655278" y="219398"/>
                </a:lnTo>
                <a:lnTo>
                  <a:pt x="656153" y="219253"/>
                </a:lnTo>
                <a:lnTo>
                  <a:pt x="657017" y="219097"/>
                </a:lnTo>
                <a:lnTo>
                  <a:pt x="657870" y="218929"/>
                </a:lnTo>
                <a:lnTo>
                  <a:pt x="658713" y="218749"/>
                </a:lnTo>
                <a:lnTo>
                  <a:pt x="659544" y="218558"/>
                </a:lnTo>
                <a:lnTo>
                  <a:pt x="660365" y="218355"/>
                </a:lnTo>
                <a:lnTo>
                  <a:pt x="661175" y="218141"/>
                </a:lnTo>
                <a:lnTo>
                  <a:pt x="661974" y="217915"/>
                </a:lnTo>
                <a:lnTo>
                  <a:pt x="662762" y="217677"/>
                </a:lnTo>
                <a:lnTo>
                  <a:pt x="663539" y="217428"/>
                </a:lnTo>
                <a:lnTo>
                  <a:pt x="664305" y="217168"/>
                </a:lnTo>
                <a:lnTo>
                  <a:pt x="665061" y="216895"/>
                </a:lnTo>
                <a:lnTo>
                  <a:pt x="665814" y="216605"/>
                </a:lnTo>
                <a:lnTo>
                  <a:pt x="666556" y="216308"/>
                </a:lnTo>
                <a:lnTo>
                  <a:pt x="667287" y="216003"/>
                </a:lnTo>
                <a:lnTo>
                  <a:pt x="668007" y="215690"/>
                </a:lnTo>
                <a:lnTo>
                  <a:pt x="668716" y="215371"/>
                </a:lnTo>
                <a:lnTo>
                  <a:pt x="669415" y="215044"/>
                </a:lnTo>
                <a:lnTo>
                  <a:pt x="670103" y="214709"/>
                </a:lnTo>
                <a:lnTo>
                  <a:pt x="670779" y="214367"/>
                </a:lnTo>
                <a:lnTo>
                  <a:pt x="671445" y="214018"/>
                </a:lnTo>
                <a:lnTo>
                  <a:pt x="672100" y="213662"/>
                </a:lnTo>
                <a:lnTo>
                  <a:pt x="672744" y="213298"/>
                </a:lnTo>
                <a:lnTo>
                  <a:pt x="673377" y="212927"/>
                </a:lnTo>
                <a:lnTo>
                  <a:pt x="674000" y="212548"/>
                </a:lnTo>
                <a:lnTo>
                  <a:pt x="674611" y="212162"/>
                </a:lnTo>
                <a:lnTo>
                  <a:pt x="675212" y="211768"/>
                </a:lnTo>
                <a:lnTo>
                  <a:pt x="675801" y="211368"/>
                </a:lnTo>
                <a:lnTo>
                  <a:pt x="676380" y="210959"/>
                </a:lnTo>
                <a:lnTo>
                  <a:pt x="676948" y="210544"/>
                </a:lnTo>
                <a:lnTo>
                  <a:pt x="677505" y="210121"/>
                </a:lnTo>
                <a:lnTo>
                  <a:pt x="678051" y="209691"/>
                </a:lnTo>
                <a:lnTo>
                  <a:pt x="678586" y="209253"/>
                </a:lnTo>
                <a:lnTo>
                  <a:pt x="679111" y="208808"/>
                </a:lnTo>
                <a:lnTo>
                  <a:pt x="679624" y="208356"/>
                </a:lnTo>
                <a:lnTo>
                  <a:pt x="680127" y="207896"/>
                </a:lnTo>
                <a:lnTo>
                  <a:pt x="680628" y="207423"/>
                </a:lnTo>
                <a:lnTo>
                  <a:pt x="681119" y="206947"/>
                </a:lnTo>
                <a:lnTo>
                  <a:pt x="681601" y="206468"/>
                </a:lnTo>
                <a:lnTo>
                  <a:pt x="682073" y="205986"/>
                </a:lnTo>
                <a:lnTo>
                  <a:pt x="682536" y="205501"/>
                </a:lnTo>
                <a:lnTo>
                  <a:pt x="682990" y="205014"/>
                </a:lnTo>
                <a:lnTo>
                  <a:pt x="683434" y="204524"/>
                </a:lnTo>
                <a:lnTo>
                  <a:pt x="683868" y="204031"/>
                </a:lnTo>
                <a:lnTo>
                  <a:pt x="684293" y="203535"/>
                </a:lnTo>
                <a:lnTo>
                  <a:pt x="684709" y="203037"/>
                </a:lnTo>
                <a:lnTo>
                  <a:pt x="685115" y="202535"/>
                </a:lnTo>
                <a:lnTo>
                  <a:pt x="685511" y="202031"/>
                </a:lnTo>
                <a:lnTo>
                  <a:pt x="685899" y="201524"/>
                </a:lnTo>
                <a:lnTo>
                  <a:pt x="686276" y="201014"/>
                </a:lnTo>
                <a:lnTo>
                  <a:pt x="686644" y="200502"/>
                </a:lnTo>
                <a:lnTo>
                  <a:pt x="687003" y="199986"/>
                </a:lnTo>
                <a:lnTo>
                  <a:pt x="687352" y="199468"/>
                </a:lnTo>
                <a:lnTo>
                  <a:pt x="687692" y="198947"/>
                </a:lnTo>
                <a:lnTo>
                  <a:pt x="688022" y="198423"/>
                </a:lnTo>
                <a:lnTo>
                  <a:pt x="688343" y="197897"/>
                </a:lnTo>
                <a:lnTo>
                  <a:pt x="688654" y="197367"/>
                </a:lnTo>
                <a:lnTo>
                  <a:pt x="688956" y="196835"/>
                </a:lnTo>
                <a:lnTo>
                  <a:pt x="689248" y="196300"/>
                </a:lnTo>
                <a:lnTo>
                  <a:pt x="689531" y="195762"/>
                </a:lnTo>
                <a:lnTo>
                  <a:pt x="690744" y="195762"/>
                </a:lnTo>
                <a:lnTo>
                  <a:pt x="690744" y="217098"/>
                </a:lnTo>
                <a:lnTo>
                  <a:pt x="725933" y="217098"/>
                </a:lnTo>
                <a:lnTo>
                  <a:pt x="725933" y="113150"/>
                </a:lnTo>
                <a:lnTo>
                  <a:pt x="725923" y="111869"/>
                </a:lnTo>
                <a:lnTo>
                  <a:pt x="725893" y="110607"/>
                </a:lnTo>
                <a:lnTo>
                  <a:pt x="725844" y="109362"/>
                </a:lnTo>
                <a:lnTo>
                  <a:pt x="725776" y="108136"/>
                </a:lnTo>
                <a:lnTo>
                  <a:pt x="725687" y="106927"/>
                </a:lnTo>
                <a:lnTo>
                  <a:pt x="725579" y="105736"/>
                </a:lnTo>
                <a:lnTo>
                  <a:pt x="725451" y="104564"/>
                </a:lnTo>
                <a:lnTo>
                  <a:pt x="725304" y="103409"/>
                </a:lnTo>
                <a:lnTo>
                  <a:pt x="725137" y="102272"/>
                </a:lnTo>
                <a:lnTo>
                  <a:pt x="724950" y="101153"/>
                </a:lnTo>
                <a:lnTo>
                  <a:pt x="724743" y="100051"/>
                </a:lnTo>
                <a:lnTo>
                  <a:pt x="724517" y="98968"/>
                </a:lnTo>
                <a:lnTo>
                  <a:pt x="724271" y="97903"/>
                </a:lnTo>
                <a:lnTo>
                  <a:pt x="724006" y="96855"/>
                </a:lnTo>
                <a:lnTo>
                  <a:pt x="723721" y="95825"/>
                </a:lnTo>
                <a:lnTo>
                  <a:pt x="723416" y="94814"/>
                </a:lnTo>
                <a:lnTo>
                  <a:pt x="723092" y="93820"/>
                </a:lnTo>
                <a:lnTo>
                  <a:pt x="722748" y="92844"/>
                </a:lnTo>
                <a:lnTo>
                  <a:pt x="722384" y="91886"/>
                </a:lnTo>
                <a:lnTo>
                  <a:pt x="722001" y="90946"/>
                </a:lnTo>
                <a:lnTo>
                  <a:pt x="721597" y="90024"/>
                </a:lnTo>
                <a:lnTo>
                  <a:pt x="721175" y="89120"/>
                </a:lnTo>
                <a:lnTo>
                  <a:pt x="720732" y="88233"/>
                </a:lnTo>
                <a:lnTo>
                  <a:pt x="720270" y="87365"/>
                </a:lnTo>
                <a:lnTo>
                  <a:pt x="719801" y="86513"/>
                </a:lnTo>
                <a:lnTo>
                  <a:pt x="719318" y="85676"/>
                </a:lnTo>
                <a:lnTo>
                  <a:pt x="718823" y="84854"/>
                </a:lnTo>
                <a:lnTo>
                  <a:pt x="718315" y="84048"/>
                </a:lnTo>
                <a:lnTo>
                  <a:pt x="717795" y="83256"/>
                </a:lnTo>
                <a:lnTo>
                  <a:pt x="717262" y="82480"/>
                </a:lnTo>
                <a:lnTo>
                  <a:pt x="716716" y="81718"/>
                </a:lnTo>
                <a:lnTo>
                  <a:pt x="716158" y="80972"/>
                </a:lnTo>
                <a:lnTo>
                  <a:pt x="715587" y="80241"/>
                </a:lnTo>
                <a:lnTo>
                  <a:pt x="715004" y="79525"/>
                </a:lnTo>
                <a:lnTo>
                  <a:pt x="714408" y="78824"/>
                </a:lnTo>
                <a:lnTo>
                  <a:pt x="713799" y="78138"/>
                </a:lnTo>
                <a:lnTo>
                  <a:pt x="713177" y="77467"/>
                </a:lnTo>
                <a:lnTo>
                  <a:pt x="712543" y="76811"/>
                </a:lnTo>
                <a:lnTo>
                  <a:pt x="711897" y="76171"/>
                </a:lnTo>
                <a:lnTo>
                  <a:pt x="711237" y="75545"/>
                </a:lnTo>
                <a:lnTo>
                  <a:pt x="710565" y="74935"/>
                </a:lnTo>
                <a:lnTo>
                  <a:pt x="709881" y="74340"/>
                </a:lnTo>
                <a:lnTo>
                  <a:pt x="709183" y="73760"/>
                </a:lnTo>
                <a:lnTo>
                  <a:pt x="708473" y="73194"/>
                </a:lnTo>
                <a:lnTo>
                  <a:pt x="707751" y="72644"/>
                </a:lnTo>
                <a:lnTo>
                  <a:pt x="707016" y="72110"/>
                </a:lnTo>
                <a:lnTo>
                  <a:pt x="706268" y="71590"/>
                </a:lnTo>
                <a:lnTo>
                  <a:pt x="705507" y="71085"/>
                </a:lnTo>
                <a:lnTo>
                  <a:pt x="704737" y="70585"/>
                </a:lnTo>
                <a:lnTo>
                  <a:pt x="703960" y="70098"/>
                </a:lnTo>
                <a:lnTo>
                  <a:pt x="703177" y="69622"/>
                </a:lnTo>
                <a:lnTo>
                  <a:pt x="702387" y="69158"/>
                </a:lnTo>
                <a:lnTo>
                  <a:pt x="701590" y="68706"/>
                </a:lnTo>
                <a:lnTo>
                  <a:pt x="700786" y="68266"/>
                </a:lnTo>
                <a:lnTo>
                  <a:pt x="699976" y="67838"/>
                </a:lnTo>
                <a:lnTo>
                  <a:pt x="699159" y="67422"/>
                </a:lnTo>
                <a:lnTo>
                  <a:pt x="698336" y="67018"/>
                </a:lnTo>
                <a:lnTo>
                  <a:pt x="697506" y="66626"/>
                </a:lnTo>
                <a:lnTo>
                  <a:pt x="696669" y="66246"/>
                </a:lnTo>
                <a:lnTo>
                  <a:pt x="695825" y="65878"/>
                </a:lnTo>
                <a:lnTo>
                  <a:pt x="694975" y="65521"/>
                </a:lnTo>
                <a:lnTo>
                  <a:pt x="694118" y="65177"/>
                </a:lnTo>
                <a:lnTo>
                  <a:pt x="693255" y="64844"/>
                </a:lnTo>
                <a:lnTo>
                  <a:pt x="692385" y="64524"/>
                </a:lnTo>
                <a:lnTo>
                  <a:pt x="691508" y="64215"/>
                </a:lnTo>
                <a:lnTo>
                  <a:pt x="690624" y="63918"/>
                </a:lnTo>
                <a:lnTo>
                  <a:pt x="689734" y="63634"/>
                </a:lnTo>
                <a:lnTo>
                  <a:pt x="688837" y="63361"/>
                </a:lnTo>
                <a:lnTo>
                  <a:pt x="687933" y="63100"/>
                </a:lnTo>
                <a:lnTo>
                  <a:pt x="687023" y="62851"/>
                </a:lnTo>
                <a:lnTo>
                  <a:pt x="686106" y="62614"/>
                </a:lnTo>
                <a:lnTo>
                  <a:pt x="685183" y="62389"/>
                </a:lnTo>
                <a:lnTo>
                  <a:pt x="684256" y="62174"/>
                </a:lnTo>
                <a:lnTo>
                  <a:pt x="683328" y="61969"/>
                </a:lnTo>
                <a:lnTo>
                  <a:pt x="682400" y="61773"/>
                </a:lnTo>
                <a:lnTo>
                  <a:pt x="681472" y="61586"/>
                </a:lnTo>
                <a:lnTo>
                  <a:pt x="680544" y="61408"/>
                </a:lnTo>
                <a:lnTo>
                  <a:pt x="679615" y="61239"/>
                </a:lnTo>
                <a:lnTo>
                  <a:pt x="678686" y="61079"/>
                </a:lnTo>
                <a:lnTo>
                  <a:pt x="677756" y="60928"/>
                </a:lnTo>
                <a:lnTo>
                  <a:pt x="676826" y="60787"/>
                </a:lnTo>
                <a:lnTo>
                  <a:pt x="675896" y="60655"/>
                </a:lnTo>
                <a:lnTo>
                  <a:pt x="674966" y="60531"/>
                </a:lnTo>
                <a:lnTo>
                  <a:pt x="674035" y="60417"/>
                </a:lnTo>
                <a:lnTo>
                  <a:pt x="673103" y="60312"/>
                </a:lnTo>
                <a:lnTo>
                  <a:pt x="672172" y="60216"/>
                </a:lnTo>
                <a:lnTo>
                  <a:pt x="671240" y="60130"/>
                </a:lnTo>
                <a:lnTo>
                  <a:pt x="670307" y="60052"/>
                </a:lnTo>
                <a:lnTo>
                  <a:pt x="669375" y="59984"/>
                </a:lnTo>
                <a:lnTo>
                  <a:pt x="668442" y="59924"/>
                </a:lnTo>
                <a:lnTo>
                  <a:pt x="667508" y="59874"/>
                </a:lnTo>
                <a:lnTo>
                  <a:pt x="666575" y="59833"/>
                </a:lnTo>
                <a:lnTo>
                  <a:pt x="665640" y="59801"/>
                </a:lnTo>
                <a:lnTo>
                  <a:pt x="664706" y="59778"/>
                </a:lnTo>
                <a:lnTo>
                  <a:pt x="663771" y="59765"/>
                </a:lnTo>
                <a:lnTo>
                  <a:pt x="662836" y="59760"/>
                </a:lnTo>
                <a:lnTo>
                  <a:pt x="661484" y="59768"/>
                </a:lnTo>
                <a:lnTo>
                  <a:pt x="660142" y="59794"/>
                </a:lnTo>
                <a:lnTo>
                  <a:pt x="658810" y="59836"/>
                </a:lnTo>
                <a:lnTo>
                  <a:pt x="657488" y="59895"/>
                </a:lnTo>
                <a:lnTo>
                  <a:pt x="656176" y="59971"/>
                </a:lnTo>
                <a:lnTo>
                  <a:pt x="654873" y="60063"/>
                </a:lnTo>
                <a:lnTo>
                  <a:pt x="653580" y="60173"/>
                </a:lnTo>
                <a:lnTo>
                  <a:pt x="652297" y="60299"/>
                </a:lnTo>
                <a:lnTo>
                  <a:pt x="651024" y="60443"/>
                </a:lnTo>
                <a:lnTo>
                  <a:pt x="649761" y="60603"/>
                </a:lnTo>
                <a:lnTo>
                  <a:pt x="648508" y="60780"/>
                </a:lnTo>
                <a:lnTo>
                  <a:pt x="647264" y="60973"/>
                </a:lnTo>
                <a:lnTo>
                  <a:pt x="646030" y="61184"/>
                </a:lnTo>
                <a:lnTo>
                  <a:pt x="644806" y="61412"/>
                </a:lnTo>
                <a:lnTo>
                  <a:pt x="643592" y="61656"/>
                </a:lnTo>
                <a:lnTo>
                  <a:pt x="642388" y="61917"/>
                </a:lnTo>
                <a:lnTo>
                  <a:pt x="641193" y="62195"/>
                </a:lnTo>
                <a:lnTo>
                  <a:pt x="640009" y="62490"/>
                </a:lnTo>
                <a:lnTo>
                  <a:pt x="638834" y="62802"/>
                </a:lnTo>
                <a:lnTo>
                  <a:pt x="637669" y="63131"/>
                </a:lnTo>
                <a:lnTo>
                  <a:pt x="636514" y="63476"/>
                </a:lnTo>
                <a:lnTo>
                  <a:pt x="635369" y="63838"/>
                </a:lnTo>
                <a:lnTo>
                  <a:pt x="634233" y="64218"/>
                </a:lnTo>
                <a:lnTo>
                  <a:pt x="633108" y="64614"/>
                </a:lnTo>
                <a:lnTo>
                  <a:pt x="631994" y="65018"/>
                </a:lnTo>
                <a:lnTo>
                  <a:pt x="630895" y="65439"/>
                </a:lnTo>
                <a:lnTo>
                  <a:pt x="629810" y="65878"/>
                </a:lnTo>
                <a:lnTo>
                  <a:pt x="628740" y="66333"/>
                </a:lnTo>
                <a:lnTo>
                  <a:pt x="627684" y="66804"/>
                </a:lnTo>
                <a:lnTo>
                  <a:pt x="626643" y="67293"/>
                </a:lnTo>
                <a:lnTo>
                  <a:pt x="625615" y="67799"/>
                </a:lnTo>
                <a:lnTo>
                  <a:pt x="624603" y="68321"/>
                </a:lnTo>
                <a:lnTo>
                  <a:pt x="623604" y="68860"/>
                </a:lnTo>
                <a:lnTo>
                  <a:pt x="622620" y="69417"/>
                </a:lnTo>
                <a:lnTo>
                  <a:pt x="621651" y="69990"/>
                </a:lnTo>
                <a:lnTo>
                  <a:pt x="620696" y="70579"/>
                </a:lnTo>
                <a:lnTo>
                  <a:pt x="619755" y="71186"/>
                </a:lnTo>
                <a:lnTo>
                  <a:pt x="618828" y="71810"/>
                </a:lnTo>
                <a:lnTo>
                  <a:pt x="617916" y="72450"/>
                </a:lnTo>
                <a:lnTo>
                  <a:pt x="617019" y="73107"/>
                </a:lnTo>
                <a:lnTo>
                  <a:pt x="616136" y="73781"/>
                </a:lnTo>
                <a:lnTo>
                  <a:pt x="615267" y="74472"/>
                </a:lnTo>
                <a:lnTo>
                  <a:pt x="614412" y="75180"/>
                </a:lnTo>
                <a:lnTo>
                  <a:pt x="613572" y="75905"/>
                </a:lnTo>
                <a:lnTo>
                  <a:pt x="612747" y="76646"/>
                </a:lnTo>
                <a:lnTo>
                  <a:pt x="611936" y="77405"/>
                </a:lnTo>
                <a:lnTo>
                  <a:pt x="611139" y="78180"/>
                </a:lnTo>
                <a:lnTo>
                  <a:pt x="610356" y="78972"/>
                </a:lnTo>
                <a:lnTo>
                  <a:pt x="609590" y="79772"/>
                </a:lnTo>
                <a:lnTo>
                  <a:pt x="608842" y="80589"/>
                </a:lnTo>
                <a:lnTo>
                  <a:pt x="608113" y="81421"/>
                </a:lnTo>
                <a:lnTo>
                  <a:pt x="607402" y="82270"/>
                </a:lnTo>
                <a:lnTo>
                  <a:pt x="606709" y="83134"/>
                </a:lnTo>
                <a:lnTo>
                  <a:pt x="606034" y="84015"/>
                </a:lnTo>
                <a:lnTo>
                  <a:pt x="605377" y="84912"/>
                </a:lnTo>
                <a:lnTo>
                  <a:pt x="604739" y="85826"/>
                </a:lnTo>
                <a:lnTo>
                  <a:pt x="604119" y="86755"/>
                </a:lnTo>
                <a:lnTo>
                  <a:pt x="603517" y="87700"/>
                </a:lnTo>
                <a:lnTo>
                  <a:pt x="602933" y="88662"/>
                </a:lnTo>
                <a:lnTo>
                  <a:pt x="602368" y="89640"/>
                </a:lnTo>
                <a:lnTo>
                  <a:pt x="601821" y="90634"/>
                </a:lnTo>
                <a:lnTo>
                  <a:pt x="601292" y="91644"/>
                </a:lnTo>
                <a:lnTo>
                  <a:pt x="600782" y="92670"/>
                </a:lnTo>
                <a:lnTo>
                  <a:pt x="600290" y="93713"/>
                </a:lnTo>
                <a:lnTo>
                  <a:pt x="599816" y="94771"/>
                </a:lnTo>
                <a:lnTo>
                  <a:pt x="599360" y="95846"/>
                </a:lnTo>
                <a:lnTo>
                  <a:pt x="598923" y="96937"/>
                </a:lnTo>
                <a:lnTo>
                  <a:pt x="598503" y="98044"/>
                </a:lnTo>
                <a:lnTo>
                  <a:pt x="598102" y="99167"/>
                </a:lnTo>
                <a:lnTo>
                  <a:pt x="597720" y="100306"/>
                </a:lnTo>
                <a:lnTo>
                  <a:pt x="597355" y="101462"/>
                </a:lnTo>
                <a:lnTo>
                  <a:pt x="597009" y="102633"/>
                </a:lnTo>
                <a:lnTo>
                  <a:pt x="631186" y="107487"/>
                </a:lnTo>
                <a:lnTo>
                  <a:pt x="631423" y="106825"/>
                </a:lnTo>
                <a:lnTo>
                  <a:pt x="631677" y="106170"/>
                </a:lnTo>
                <a:lnTo>
                  <a:pt x="631948" y="105523"/>
                </a:lnTo>
                <a:lnTo>
                  <a:pt x="632237" y="104883"/>
                </a:lnTo>
                <a:lnTo>
                  <a:pt x="632543" y="104251"/>
                </a:lnTo>
                <a:lnTo>
                  <a:pt x="632868" y="103626"/>
                </a:lnTo>
                <a:lnTo>
                  <a:pt x="633209" y="103008"/>
                </a:lnTo>
                <a:lnTo>
                  <a:pt x="633568" y="102398"/>
                </a:lnTo>
                <a:lnTo>
                  <a:pt x="633945" y="101795"/>
                </a:lnTo>
                <a:lnTo>
                  <a:pt x="634339" y="101199"/>
                </a:lnTo>
                <a:lnTo>
                  <a:pt x="634751" y="100611"/>
                </a:lnTo>
                <a:lnTo>
                  <a:pt x="635181" y="100030"/>
                </a:lnTo>
                <a:lnTo>
                  <a:pt x="635628" y="99456"/>
                </a:lnTo>
                <a:lnTo>
                  <a:pt x="636092" y="98890"/>
                </a:lnTo>
                <a:lnTo>
                  <a:pt x="636574" y="98331"/>
                </a:lnTo>
                <a:lnTo>
                  <a:pt x="637074" y="97780"/>
                </a:lnTo>
                <a:lnTo>
                  <a:pt x="637591" y="97236"/>
                </a:lnTo>
                <a:lnTo>
                  <a:pt x="638126" y="96699"/>
                </a:lnTo>
                <a:lnTo>
                  <a:pt x="638678" y="96170"/>
                </a:lnTo>
                <a:lnTo>
                  <a:pt x="639248" y="95648"/>
                </a:lnTo>
                <a:lnTo>
                  <a:pt x="639835" y="95133"/>
                </a:lnTo>
                <a:lnTo>
                  <a:pt x="640440" y="94626"/>
                </a:lnTo>
                <a:lnTo>
                  <a:pt x="641063" y="94126"/>
                </a:lnTo>
                <a:lnTo>
                  <a:pt x="641703" y="93634"/>
                </a:lnTo>
                <a:lnTo>
                  <a:pt x="642370" y="93156"/>
                </a:lnTo>
                <a:lnTo>
                  <a:pt x="643056" y="92697"/>
                </a:lnTo>
                <a:lnTo>
                  <a:pt x="643761" y="92260"/>
                </a:lnTo>
                <a:lnTo>
                  <a:pt x="644486" y="91842"/>
                </a:lnTo>
                <a:lnTo>
                  <a:pt x="645230" y="91445"/>
                </a:lnTo>
                <a:lnTo>
                  <a:pt x="645994" y="91068"/>
                </a:lnTo>
                <a:lnTo>
                  <a:pt x="646777" y="90712"/>
                </a:lnTo>
                <a:lnTo>
                  <a:pt x="647579" y="90376"/>
                </a:lnTo>
                <a:lnTo>
                  <a:pt x="648400" y="90060"/>
                </a:lnTo>
                <a:lnTo>
                  <a:pt x="649241" y="89765"/>
                </a:lnTo>
                <a:lnTo>
                  <a:pt x="650101" y="89490"/>
                </a:lnTo>
                <a:lnTo>
                  <a:pt x="650980" y="89236"/>
                </a:lnTo>
                <a:lnTo>
                  <a:pt x="651879" y="89001"/>
                </a:lnTo>
                <a:lnTo>
                  <a:pt x="652797" y="88788"/>
                </a:lnTo>
                <a:lnTo>
                  <a:pt x="653734" y="88594"/>
                </a:lnTo>
                <a:lnTo>
                  <a:pt x="654690" y="88421"/>
                </a:lnTo>
                <a:lnTo>
                  <a:pt x="655666" y="88268"/>
                </a:lnTo>
                <a:lnTo>
                  <a:pt x="656662" y="88136"/>
                </a:lnTo>
                <a:lnTo>
                  <a:pt x="657676" y="88024"/>
                </a:lnTo>
                <a:lnTo>
                  <a:pt x="658710" y="87932"/>
                </a:lnTo>
                <a:lnTo>
                  <a:pt x="659763" y="87861"/>
                </a:lnTo>
                <a:lnTo>
                  <a:pt x="660835" y="87810"/>
                </a:lnTo>
                <a:lnTo>
                  <a:pt x="661927" y="87780"/>
                </a:lnTo>
                <a:lnTo>
                  <a:pt x="663038" y="87769"/>
                </a:lnTo>
                <a:lnTo>
                  <a:pt x="664090" y="87780"/>
                </a:lnTo>
                <a:lnTo>
                  <a:pt x="665120" y="87813"/>
                </a:lnTo>
                <a:lnTo>
                  <a:pt x="666130" y="87867"/>
                </a:lnTo>
                <a:lnTo>
                  <a:pt x="667119" y="87943"/>
                </a:lnTo>
                <a:lnTo>
                  <a:pt x="668088" y="88041"/>
                </a:lnTo>
                <a:lnTo>
                  <a:pt x="669036" y="88161"/>
                </a:lnTo>
                <a:lnTo>
                  <a:pt x="669963" y="88303"/>
                </a:lnTo>
                <a:lnTo>
                  <a:pt x="670869" y="88466"/>
                </a:lnTo>
                <a:lnTo>
                  <a:pt x="671755" y="88651"/>
                </a:lnTo>
                <a:lnTo>
                  <a:pt x="672620" y="88858"/>
                </a:lnTo>
                <a:lnTo>
                  <a:pt x="673464" y="89086"/>
                </a:lnTo>
                <a:lnTo>
                  <a:pt x="674287" y="89337"/>
                </a:lnTo>
                <a:lnTo>
                  <a:pt x="675090" y="89609"/>
                </a:lnTo>
                <a:lnTo>
                  <a:pt x="675872" y="89903"/>
                </a:lnTo>
                <a:lnTo>
                  <a:pt x="676634" y="90218"/>
                </a:lnTo>
                <a:lnTo>
                  <a:pt x="677374" y="90556"/>
                </a:lnTo>
                <a:lnTo>
                  <a:pt x="678094" y="90915"/>
                </a:lnTo>
                <a:lnTo>
                  <a:pt x="678793" y="91296"/>
                </a:lnTo>
                <a:lnTo>
                  <a:pt x="679472" y="91698"/>
                </a:lnTo>
                <a:lnTo>
                  <a:pt x="680130" y="92123"/>
                </a:lnTo>
                <a:lnTo>
                  <a:pt x="680767" y="92569"/>
                </a:lnTo>
                <a:lnTo>
                  <a:pt x="681383" y="93037"/>
                </a:lnTo>
                <a:lnTo>
                  <a:pt x="681979" y="93527"/>
                </a:lnTo>
                <a:lnTo>
                  <a:pt x="682554" y="94039"/>
                </a:lnTo>
                <a:lnTo>
                  <a:pt x="683107" y="94570"/>
                </a:lnTo>
                <a:lnTo>
                  <a:pt x="683636" y="95119"/>
                </a:lnTo>
                <a:lnTo>
                  <a:pt x="684142" y="95686"/>
                </a:lnTo>
                <a:lnTo>
                  <a:pt x="684624" y="96272"/>
                </a:lnTo>
                <a:lnTo>
                  <a:pt x="685083" y="96875"/>
                </a:lnTo>
                <a:lnTo>
                  <a:pt x="685518" y="97495"/>
                </a:lnTo>
                <a:lnTo>
                  <a:pt x="685929" y="98134"/>
                </a:lnTo>
                <a:lnTo>
                  <a:pt x="686318" y="98791"/>
                </a:lnTo>
                <a:lnTo>
                  <a:pt x="686682" y="99466"/>
                </a:lnTo>
                <a:lnTo>
                  <a:pt x="687023" y="100158"/>
                </a:lnTo>
                <a:lnTo>
                  <a:pt x="687341" y="100869"/>
                </a:lnTo>
                <a:lnTo>
                  <a:pt x="687635" y="101597"/>
                </a:lnTo>
                <a:lnTo>
                  <a:pt x="687905" y="102343"/>
                </a:lnTo>
                <a:lnTo>
                  <a:pt x="688152" y="103107"/>
                </a:lnTo>
                <a:lnTo>
                  <a:pt x="688376" y="103890"/>
                </a:lnTo>
                <a:lnTo>
                  <a:pt x="688576" y="104690"/>
                </a:lnTo>
                <a:lnTo>
                  <a:pt x="688752" y="105507"/>
                </a:lnTo>
                <a:lnTo>
                  <a:pt x="688905" y="106343"/>
                </a:lnTo>
                <a:lnTo>
                  <a:pt x="689035" y="107197"/>
                </a:lnTo>
                <a:lnTo>
                  <a:pt x="689140" y="108068"/>
                </a:lnTo>
                <a:lnTo>
                  <a:pt x="689223" y="108958"/>
                </a:lnTo>
                <a:lnTo>
                  <a:pt x="689282" y="109865"/>
                </a:lnTo>
                <a:lnTo>
                  <a:pt x="689317" y="110791"/>
                </a:lnTo>
                <a:lnTo>
                  <a:pt x="689329" y="111734"/>
                </a:lnTo>
                <a:lnTo>
                  <a:pt x="689329" y="112341"/>
                </a:lnTo>
                <a:lnTo>
                  <a:pt x="689322" y="112774"/>
                </a:lnTo>
                <a:lnTo>
                  <a:pt x="689301" y="113198"/>
                </a:lnTo>
                <a:lnTo>
                  <a:pt x="689267" y="113613"/>
                </a:lnTo>
                <a:lnTo>
                  <a:pt x="689219" y="114018"/>
                </a:lnTo>
                <a:lnTo>
                  <a:pt x="689157" y="114413"/>
                </a:lnTo>
                <a:lnTo>
                  <a:pt x="689082" y="114799"/>
                </a:lnTo>
                <a:lnTo>
                  <a:pt x="688993" y="115176"/>
                </a:lnTo>
                <a:lnTo>
                  <a:pt x="688890" y="115543"/>
                </a:lnTo>
                <a:lnTo>
                  <a:pt x="688774" y="115900"/>
                </a:lnTo>
                <a:lnTo>
                  <a:pt x="688644" y="116248"/>
                </a:lnTo>
                <a:lnTo>
                  <a:pt x="688500" y="116587"/>
                </a:lnTo>
                <a:lnTo>
                  <a:pt x="688343" y="116916"/>
                </a:lnTo>
                <a:lnTo>
                  <a:pt x="688172" y="117236"/>
                </a:lnTo>
                <a:lnTo>
                  <a:pt x="687987" y="117546"/>
                </a:lnTo>
                <a:lnTo>
                  <a:pt x="687788" y="117847"/>
                </a:lnTo>
                <a:lnTo>
                  <a:pt x="687576" y="118138"/>
                </a:lnTo>
                <a:lnTo>
                  <a:pt x="687350" y="118420"/>
                </a:lnTo>
                <a:lnTo>
                  <a:pt x="687110" y="118692"/>
                </a:lnTo>
                <a:lnTo>
                  <a:pt x="686857" y="118955"/>
                </a:lnTo>
                <a:lnTo>
                  <a:pt x="686590" y="119208"/>
                </a:lnTo>
                <a:lnTo>
                  <a:pt x="686309" y="119452"/>
                </a:lnTo>
                <a:lnTo>
                  <a:pt x="686015" y="119686"/>
                </a:lnTo>
                <a:lnTo>
                  <a:pt x="685707" y="119911"/>
                </a:lnTo>
                <a:lnTo>
                  <a:pt x="685385" y="120127"/>
                </a:lnTo>
                <a:lnTo>
                  <a:pt x="685057" y="120327"/>
                </a:lnTo>
                <a:lnTo>
                  <a:pt x="684712" y="120523"/>
                </a:lnTo>
                <a:lnTo>
                  <a:pt x="684352" y="120714"/>
                </a:lnTo>
                <a:lnTo>
                  <a:pt x="683975" y="120902"/>
                </a:lnTo>
                <a:lnTo>
                  <a:pt x="683582" y="121085"/>
                </a:lnTo>
                <a:lnTo>
                  <a:pt x="683173" y="121264"/>
                </a:lnTo>
                <a:lnTo>
                  <a:pt x="682748" y="121439"/>
                </a:lnTo>
                <a:lnTo>
                  <a:pt x="682307" y="121610"/>
                </a:lnTo>
                <a:lnTo>
                  <a:pt x="681849" y="121776"/>
                </a:lnTo>
                <a:lnTo>
                  <a:pt x="681375" y="121938"/>
                </a:lnTo>
                <a:lnTo>
                  <a:pt x="680886" y="122096"/>
                </a:lnTo>
                <a:lnTo>
                  <a:pt x="680380" y="122250"/>
                </a:lnTo>
                <a:lnTo>
                  <a:pt x="679858" y="122400"/>
                </a:lnTo>
                <a:lnTo>
                  <a:pt x="679319" y="122545"/>
                </a:lnTo>
                <a:lnTo>
                  <a:pt x="678765" y="122686"/>
                </a:lnTo>
                <a:lnTo>
                  <a:pt x="678194" y="122823"/>
                </a:lnTo>
                <a:lnTo>
                  <a:pt x="677608" y="122956"/>
                </a:lnTo>
                <a:lnTo>
                  <a:pt x="677005" y="123084"/>
                </a:lnTo>
                <a:lnTo>
                  <a:pt x="676386" y="123209"/>
                </a:lnTo>
                <a:lnTo>
                  <a:pt x="675751" y="123329"/>
                </a:lnTo>
                <a:lnTo>
                  <a:pt x="675100" y="123445"/>
                </a:lnTo>
                <a:lnTo>
                  <a:pt x="674432" y="123556"/>
                </a:lnTo>
                <a:lnTo>
                  <a:pt x="673748" y="123664"/>
                </a:lnTo>
                <a:lnTo>
                  <a:pt x="673049" y="123767"/>
                </a:lnTo>
                <a:lnTo>
                  <a:pt x="672332" y="123860"/>
                </a:lnTo>
                <a:lnTo>
                  <a:pt x="671597" y="123954"/>
                </a:lnTo>
                <a:lnTo>
                  <a:pt x="670845" y="124050"/>
                </a:lnTo>
                <a:lnTo>
                  <a:pt x="670074" y="124146"/>
                </a:lnTo>
                <a:lnTo>
                  <a:pt x="669286" y="124243"/>
                </a:lnTo>
                <a:lnTo>
                  <a:pt x="668480" y="124342"/>
                </a:lnTo>
                <a:lnTo>
                  <a:pt x="667655" y="124442"/>
                </a:lnTo>
                <a:lnTo>
                  <a:pt x="666813" y="124542"/>
                </a:lnTo>
                <a:lnTo>
                  <a:pt x="665953" y="124644"/>
                </a:lnTo>
                <a:lnTo>
                  <a:pt x="665075" y="124746"/>
                </a:lnTo>
                <a:lnTo>
                  <a:pt x="664179" y="124850"/>
                </a:lnTo>
                <a:lnTo>
                  <a:pt x="663266" y="124955"/>
                </a:lnTo>
                <a:lnTo>
                  <a:pt x="662334" y="125061"/>
                </a:lnTo>
                <a:lnTo>
                  <a:pt x="661385" y="125168"/>
                </a:lnTo>
                <a:lnTo>
                  <a:pt x="660417" y="125276"/>
                </a:lnTo>
                <a:lnTo>
                  <a:pt x="659432" y="125385"/>
                </a:lnTo>
                <a:lnTo>
                  <a:pt x="658428" y="125495"/>
                </a:lnTo>
                <a:lnTo>
                  <a:pt x="657407" y="125606"/>
                </a:lnTo>
                <a:lnTo>
                  <a:pt x="656368" y="125718"/>
                </a:lnTo>
                <a:lnTo>
                  <a:pt x="655311" y="125831"/>
                </a:lnTo>
                <a:lnTo>
                  <a:pt x="654236" y="125946"/>
                </a:lnTo>
                <a:lnTo>
                  <a:pt x="653144" y="126061"/>
                </a:lnTo>
                <a:lnTo>
                  <a:pt x="652033" y="126177"/>
                </a:lnTo>
                <a:lnTo>
                  <a:pt x="650904" y="126295"/>
                </a:lnTo>
                <a:lnTo>
                  <a:pt x="649962" y="126399"/>
                </a:lnTo>
                <a:lnTo>
                  <a:pt x="649022" y="126508"/>
                </a:lnTo>
                <a:lnTo>
                  <a:pt x="648084" y="126622"/>
                </a:lnTo>
                <a:lnTo>
                  <a:pt x="647149" y="126741"/>
                </a:lnTo>
                <a:lnTo>
                  <a:pt x="646216" y="126866"/>
                </a:lnTo>
                <a:lnTo>
                  <a:pt x="645286" y="126996"/>
                </a:lnTo>
                <a:lnTo>
                  <a:pt x="644358" y="127132"/>
                </a:lnTo>
                <a:lnTo>
                  <a:pt x="643433" y="127272"/>
                </a:lnTo>
                <a:lnTo>
                  <a:pt x="642510" y="127418"/>
                </a:lnTo>
                <a:lnTo>
                  <a:pt x="641590" y="127569"/>
                </a:lnTo>
                <a:lnTo>
                  <a:pt x="640672" y="127726"/>
                </a:lnTo>
                <a:lnTo>
                  <a:pt x="639756" y="127887"/>
                </a:lnTo>
                <a:lnTo>
                  <a:pt x="638843" y="128054"/>
                </a:lnTo>
                <a:lnTo>
                  <a:pt x="637932" y="128227"/>
                </a:lnTo>
                <a:lnTo>
                  <a:pt x="637024" y="128404"/>
                </a:lnTo>
                <a:lnTo>
                  <a:pt x="636119" y="128587"/>
                </a:lnTo>
                <a:lnTo>
                  <a:pt x="635215" y="128775"/>
                </a:lnTo>
                <a:lnTo>
                  <a:pt x="634315" y="128968"/>
                </a:lnTo>
                <a:lnTo>
                  <a:pt x="633416" y="129167"/>
                </a:lnTo>
                <a:lnTo>
                  <a:pt x="632521" y="129370"/>
                </a:lnTo>
                <a:lnTo>
                  <a:pt x="631627" y="129579"/>
                </a:lnTo>
                <a:lnTo>
                  <a:pt x="630736" y="129794"/>
                </a:lnTo>
                <a:lnTo>
                  <a:pt x="629848" y="130013"/>
                </a:lnTo>
                <a:lnTo>
                  <a:pt x="628962" y="130238"/>
                </a:lnTo>
                <a:lnTo>
                  <a:pt x="628089" y="130462"/>
                </a:lnTo>
                <a:lnTo>
                  <a:pt x="627224" y="130694"/>
                </a:lnTo>
                <a:lnTo>
                  <a:pt x="626366" y="130935"/>
                </a:lnTo>
                <a:lnTo>
                  <a:pt x="625515" y="131185"/>
                </a:lnTo>
                <a:lnTo>
                  <a:pt x="624672" y="131443"/>
                </a:lnTo>
                <a:lnTo>
                  <a:pt x="623837" y="131711"/>
                </a:lnTo>
                <a:lnTo>
                  <a:pt x="623008" y="131987"/>
                </a:lnTo>
                <a:lnTo>
                  <a:pt x="622187" y="132272"/>
                </a:lnTo>
                <a:lnTo>
                  <a:pt x="621373" y="132566"/>
                </a:lnTo>
                <a:lnTo>
                  <a:pt x="620567" y="132868"/>
                </a:lnTo>
                <a:lnTo>
                  <a:pt x="619768" y="133179"/>
                </a:lnTo>
                <a:lnTo>
                  <a:pt x="618977" y="133499"/>
                </a:lnTo>
                <a:lnTo>
                  <a:pt x="618192" y="133828"/>
                </a:lnTo>
                <a:lnTo>
                  <a:pt x="617416" y="134166"/>
                </a:lnTo>
                <a:lnTo>
                  <a:pt x="616646" y="134512"/>
                </a:lnTo>
                <a:lnTo>
                  <a:pt x="615884" y="134867"/>
                </a:lnTo>
                <a:lnTo>
                  <a:pt x="615129" y="135231"/>
                </a:lnTo>
                <a:lnTo>
                  <a:pt x="614382" y="135604"/>
                </a:lnTo>
                <a:lnTo>
                  <a:pt x="613642" y="135985"/>
                </a:lnTo>
                <a:lnTo>
                  <a:pt x="612910" y="136376"/>
                </a:lnTo>
                <a:lnTo>
                  <a:pt x="612184" y="136775"/>
                </a:lnTo>
                <a:lnTo>
                  <a:pt x="611467" y="137182"/>
                </a:lnTo>
                <a:lnTo>
                  <a:pt x="610756" y="137599"/>
                </a:lnTo>
                <a:lnTo>
                  <a:pt x="610053" y="138024"/>
                </a:lnTo>
                <a:lnTo>
                  <a:pt x="609360" y="138460"/>
                </a:lnTo>
                <a:lnTo>
                  <a:pt x="608679" y="138908"/>
                </a:lnTo>
                <a:lnTo>
                  <a:pt x="608010" y="139367"/>
                </a:lnTo>
                <a:lnTo>
                  <a:pt x="607354" y="139839"/>
                </a:lnTo>
                <a:lnTo>
                  <a:pt x="606710" y="140322"/>
                </a:lnTo>
                <a:lnTo>
                  <a:pt x="606078" y="140818"/>
                </a:lnTo>
                <a:lnTo>
                  <a:pt x="605458" y="141325"/>
                </a:lnTo>
                <a:lnTo>
                  <a:pt x="604851" y="141844"/>
                </a:lnTo>
                <a:lnTo>
                  <a:pt x="604256" y="142375"/>
                </a:lnTo>
                <a:lnTo>
                  <a:pt x="603674" y="142919"/>
                </a:lnTo>
                <a:lnTo>
                  <a:pt x="603103" y="143474"/>
                </a:lnTo>
                <a:lnTo>
                  <a:pt x="602545" y="144041"/>
                </a:lnTo>
                <a:lnTo>
                  <a:pt x="601999" y="144620"/>
                </a:lnTo>
                <a:lnTo>
                  <a:pt x="601466" y="145211"/>
                </a:lnTo>
                <a:lnTo>
                  <a:pt x="600945" y="145813"/>
                </a:lnTo>
                <a:lnTo>
                  <a:pt x="600436" y="146428"/>
                </a:lnTo>
                <a:lnTo>
                  <a:pt x="599939" y="147055"/>
                </a:lnTo>
                <a:lnTo>
                  <a:pt x="599455" y="147694"/>
                </a:lnTo>
                <a:lnTo>
                  <a:pt x="598983" y="148344"/>
                </a:lnTo>
                <a:lnTo>
                  <a:pt x="598523" y="149007"/>
                </a:lnTo>
                <a:lnTo>
                  <a:pt x="598075" y="149681"/>
                </a:lnTo>
                <a:lnTo>
                  <a:pt x="597640" y="150368"/>
                </a:lnTo>
                <a:lnTo>
                  <a:pt x="597217" y="151066"/>
                </a:lnTo>
                <a:lnTo>
                  <a:pt x="596807" y="151776"/>
                </a:lnTo>
                <a:lnTo>
                  <a:pt x="596411" y="152500"/>
                </a:lnTo>
                <a:lnTo>
                  <a:pt x="596032" y="153240"/>
                </a:lnTo>
                <a:lnTo>
                  <a:pt x="595669" y="153996"/>
                </a:lnTo>
                <a:lnTo>
                  <a:pt x="595324" y="154768"/>
                </a:lnTo>
                <a:lnTo>
                  <a:pt x="594995" y="155555"/>
                </a:lnTo>
                <a:lnTo>
                  <a:pt x="594683" y="156358"/>
                </a:lnTo>
                <a:lnTo>
                  <a:pt x="594388" y="157177"/>
                </a:lnTo>
                <a:lnTo>
                  <a:pt x="594110" y="158012"/>
                </a:lnTo>
                <a:lnTo>
                  <a:pt x="593849" y="158862"/>
                </a:lnTo>
                <a:lnTo>
                  <a:pt x="593605" y="159729"/>
                </a:lnTo>
                <a:lnTo>
                  <a:pt x="593377" y="160611"/>
                </a:lnTo>
                <a:lnTo>
                  <a:pt x="593167" y="161509"/>
                </a:lnTo>
                <a:lnTo>
                  <a:pt x="592973" y="162422"/>
                </a:lnTo>
                <a:lnTo>
                  <a:pt x="592796" y="163352"/>
                </a:lnTo>
                <a:lnTo>
                  <a:pt x="592636" y="164297"/>
                </a:lnTo>
                <a:lnTo>
                  <a:pt x="592492" y="165258"/>
                </a:lnTo>
                <a:lnTo>
                  <a:pt x="592366" y="166235"/>
                </a:lnTo>
                <a:lnTo>
                  <a:pt x="592257" y="167228"/>
                </a:lnTo>
                <a:lnTo>
                  <a:pt x="592164" y="168237"/>
                </a:lnTo>
                <a:lnTo>
                  <a:pt x="592088" y="169261"/>
                </a:lnTo>
                <a:lnTo>
                  <a:pt x="592029" y="170301"/>
                </a:lnTo>
                <a:lnTo>
                  <a:pt x="591987" y="171357"/>
                </a:lnTo>
                <a:lnTo>
                  <a:pt x="591962" y="172429"/>
                </a:lnTo>
                <a:lnTo>
                  <a:pt x="591953" y="173516"/>
                </a:lnTo>
                <a:lnTo>
                  <a:pt x="591965" y="174780"/>
                </a:lnTo>
                <a:lnTo>
                  <a:pt x="592000" y="176027"/>
                </a:lnTo>
                <a:lnTo>
                  <a:pt x="592059" y="177258"/>
                </a:lnTo>
                <a:lnTo>
                  <a:pt x="592141" y="178471"/>
                </a:lnTo>
                <a:lnTo>
                  <a:pt x="592247" y="179668"/>
                </a:lnTo>
                <a:lnTo>
                  <a:pt x="592377" y="180847"/>
                </a:lnTo>
                <a:lnTo>
                  <a:pt x="592529" y="182010"/>
                </a:lnTo>
                <a:lnTo>
                  <a:pt x="592706" y="183156"/>
                </a:lnTo>
                <a:lnTo>
                  <a:pt x="592906" y="184285"/>
                </a:lnTo>
                <a:lnTo>
                  <a:pt x="593129" y="185397"/>
                </a:lnTo>
                <a:lnTo>
                  <a:pt x="593376" y="186493"/>
                </a:lnTo>
                <a:lnTo>
                  <a:pt x="593647" y="187572"/>
                </a:lnTo>
                <a:lnTo>
                  <a:pt x="593941" y="188633"/>
                </a:lnTo>
                <a:lnTo>
                  <a:pt x="594258" y="189678"/>
                </a:lnTo>
                <a:lnTo>
                  <a:pt x="594600" y="190706"/>
                </a:lnTo>
                <a:lnTo>
                  <a:pt x="594964" y="191717"/>
                </a:lnTo>
                <a:lnTo>
                  <a:pt x="595352" y="192712"/>
                </a:lnTo>
                <a:lnTo>
                  <a:pt x="595764" y="193689"/>
                </a:lnTo>
                <a:lnTo>
                  <a:pt x="596199" y="194650"/>
                </a:lnTo>
                <a:lnTo>
                  <a:pt x="596658" y="195593"/>
                </a:lnTo>
                <a:lnTo>
                  <a:pt x="597140" y="196520"/>
                </a:lnTo>
                <a:lnTo>
                  <a:pt x="597646" y="197430"/>
                </a:lnTo>
                <a:lnTo>
                  <a:pt x="598175" y="198324"/>
                </a:lnTo>
                <a:lnTo>
                  <a:pt x="598728" y="199200"/>
                </a:lnTo>
                <a:lnTo>
                  <a:pt x="599309" y="200059"/>
                </a:lnTo>
                <a:lnTo>
                  <a:pt x="599908" y="200901"/>
                </a:lnTo>
                <a:lnTo>
                  <a:pt x="600523" y="201725"/>
                </a:lnTo>
                <a:lnTo>
                  <a:pt x="601155" y="202531"/>
                </a:lnTo>
                <a:lnTo>
                  <a:pt x="601804" y="203320"/>
                </a:lnTo>
                <a:lnTo>
                  <a:pt x="602469" y="204091"/>
                </a:lnTo>
                <a:lnTo>
                  <a:pt x="603152" y="204845"/>
                </a:lnTo>
                <a:lnTo>
                  <a:pt x="603851" y="205582"/>
                </a:lnTo>
                <a:lnTo>
                  <a:pt x="604567" y="206300"/>
                </a:lnTo>
                <a:lnTo>
                  <a:pt x="605301" y="207001"/>
                </a:lnTo>
                <a:lnTo>
                  <a:pt x="606050" y="207685"/>
                </a:lnTo>
                <a:lnTo>
                  <a:pt x="606817" y="208351"/>
                </a:lnTo>
                <a:lnTo>
                  <a:pt x="607601" y="208999"/>
                </a:lnTo>
                <a:lnTo>
                  <a:pt x="608401" y="209630"/>
                </a:lnTo>
                <a:lnTo>
                  <a:pt x="609219" y="210244"/>
                </a:lnTo>
                <a:lnTo>
                  <a:pt x="610053" y="210840"/>
                </a:lnTo>
                <a:lnTo>
                  <a:pt x="610904" y="211418"/>
                </a:lnTo>
                <a:lnTo>
                  <a:pt x="611772" y="211979"/>
                </a:lnTo>
                <a:lnTo>
                  <a:pt x="612657" y="212522"/>
                </a:lnTo>
                <a:lnTo>
                  <a:pt x="613558" y="213047"/>
                </a:lnTo>
                <a:lnTo>
                  <a:pt x="614477" y="213555"/>
                </a:lnTo>
                <a:lnTo>
                  <a:pt x="615412" y="214046"/>
                </a:lnTo>
                <a:lnTo>
                  <a:pt x="616364" y="214519"/>
                </a:lnTo>
                <a:lnTo>
                  <a:pt x="617333" y="214974"/>
                </a:lnTo>
                <a:lnTo>
                  <a:pt x="618324" y="215403"/>
                </a:lnTo>
                <a:lnTo>
                  <a:pt x="619326" y="215814"/>
                </a:lnTo>
                <a:lnTo>
                  <a:pt x="620337" y="216206"/>
                </a:lnTo>
                <a:lnTo>
                  <a:pt x="621358" y="216581"/>
                </a:lnTo>
                <a:lnTo>
                  <a:pt x="622390" y="216937"/>
                </a:lnTo>
                <a:lnTo>
                  <a:pt x="623432" y="217275"/>
                </a:lnTo>
                <a:lnTo>
                  <a:pt x="624484" y="217594"/>
                </a:lnTo>
                <a:lnTo>
                  <a:pt x="625546" y="217895"/>
                </a:lnTo>
                <a:lnTo>
                  <a:pt x="626619" y="218178"/>
                </a:lnTo>
                <a:lnTo>
                  <a:pt x="627701" y="218443"/>
                </a:lnTo>
                <a:lnTo>
                  <a:pt x="628794" y="218689"/>
                </a:lnTo>
                <a:lnTo>
                  <a:pt x="629897" y="218918"/>
                </a:lnTo>
                <a:lnTo>
                  <a:pt x="631010" y="219128"/>
                </a:lnTo>
                <a:lnTo>
                  <a:pt x="632134" y="219319"/>
                </a:lnTo>
                <a:lnTo>
                  <a:pt x="633267" y="219493"/>
                </a:lnTo>
                <a:lnTo>
                  <a:pt x="634411" y="219648"/>
                </a:lnTo>
                <a:lnTo>
                  <a:pt x="635565" y="219785"/>
                </a:lnTo>
                <a:lnTo>
                  <a:pt x="636729" y="219904"/>
                </a:lnTo>
                <a:lnTo>
                  <a:pt x="637903" y="220004"/>
                </a:lnTo>
                <a:lnTo>
                  <a:pt x="639088" y="220086"/>
                </a:lnTo>
                <a:lnTo>
                  <a:pt x="640282" y="220150"/>
                </a:lnTo>
                <a:lnTo>
                  <a:pt x="641487" y="220196"/>
                </a:lnTo>
                <a:lnTo>
                  <a:pt x="642702" y="220223"/>
                </a:lnTo>
                <a:lnTo>
                  <a:pt x="643927" y="220232"/>
                </a:lnTo>
                <a:lnTo>
                  <a:pt x="644933" y="220226"/>
                </a:lnTo>
                <a:lnTo>
                  <a:pt x="645928" y="220209"/>
                </a:lnTo>
                <a:lnTo>
                  <a:pt x="646912" y="220180"/>
                </a:lnTo>
                <a:lnTo>
                  <a:pt x="647885" y="220140"/>
                </a:lnTo>
                <a:lnTo>
                  <a:pt x="648847" y="220087"/>
                </a:lnTo>
                <a:close/>
                <a:moveTo>
                  <a:pt x="648847" y="193111"/>
                </a:moveTo>
                <a:lnTo>
                  <a:pt x="647972" y="193013"/>
                </a:lnTo>
                <a:lnTo>
                  <a:pt x="647111" y="192896"/>
                </a:lnTo>
                <a:lnTo>
                  <a:pt x="646264" y="192762"/>
                </a:lnTo>
                <a:lnTo>
                  <a:pt x="645431" y="192610"/>
                </a:lnTo>
                <a:lnTo>
                  <a:pt x="644613" y="192440"/>
                </a:lnTo>
                <a:lnTo>
                  <a:pt x="643808" y="192252"/>
                </a:lnTo>
                <a:lnTo>
                  <a:pt x="643017" y="192046"/>
                </a:lnTo>
                <a:lnTo>
                  <a:pt x="642240" y="191822"/>
                </a:lnTo>
                <a:lnTo>
                  <a:pt x="641478" y="191580"/>
                </a:lnTo>
                <a:lnTo>
                  <a:pt x="640729" y="191321"/>
                </a:lnTo>
                <a:lnTo>
                  <a:pt x="639995" y="191043"/>
                </a:lnTo>
                <a:lnTo>
                  <a:pt x="639274" y="190748"/>
                </a:lnTo>
                <a:lnTo>
                  <a:pt x="638568" y="190434"/>
                </a:lnTo>
                <a:lnTo>
                  <a:pt x="637876" y="190103"/>
                </a:lnTo>
                <a:lnTo>
                  <a:pt x="637197" y="189754"/>
                </a:lnTo>
                <a:lnTo>
                  <a:pt x="636533" y="189387"/>
                </a:lnTo>
                <a:lnTo>
                  <a:pt x="635883" y="189002"/>
                </a:lnTo>
                <a:lnTo>
                  <a:pt x="635247" y="188599"/>
                </a:lnTo>
                <a:lnTo>
                  <a:pt x="634624" y="188178"/>
                </a:lnTo>
                <a:lnTo>
                  <a:pt x="634022" y="187740"/>
                </a:lnTo>
                <a:lnTo>
                  <a:pt x="633445" y="187284"/>
                </a:lnTo>
                <a:lnTo>
                  <a:pt x="632894" y="186812"/>
                </a:lnTo>
                <a:lnTo>
                  <a:pt x="632369" y="186322"/>
                </a:lnTo>
                <a:lnTo>
                  <a:pt x="631869" y="185814"/>
                </a:lnTo>
                <a:lnTo>
                  <a:pt x="631395" y="185290"/>
                </a:lnTo>
                <a:lnTo>
                  <a:pt x="630946" y="184748"/>
                </a:lnTo>
                <a:lnTo>
                  <a:pt x="630524" y="184190"/>
                </a:lnTo>
                <a:lnTo>
                  <a:pt x="630126" y="183614"/>
                </a:lnTo>
                <a:lnTo>
                  <a:pt x="629755" y="183021"/>
                </a:lnTo>
                <a:lnTo>
                  <a:pt x="629409" y="182410"/>
                </a:lnTo>
                <a:lnTo>
                  <a:pt x="629088" y="181783"/>
                </a:lnTo>
                <a:lnTo>
                  <a:pt x="628794" y="181138"/>
                </a:lnTo>
                <a:lnTo>
                  <a:pt x="628524" y="180476"/>
                </a:lnTo>
                <a:lnTo>
                  <a:pt x="628281" y="179797"/>
                </a:lnTo>
                <a:lnTo>
                  <a:pt x="628063" y="179100"/>
                </a:lnTo>
                <a:lnTo>
                  <a:pt x="627871" y="178387"/>
                </a:lnTo>
                <a:lnTo>
                  <a:pt x="627704" y="177656"/>
                </a:lnTo>
                <a:lnTo>
                  <a:pt x="627563" y="176908"/>
                </a:lnTo>
                <a:lnTo>
                  <a:pt x="627448" y="176143"/>
                </a:lnTo>
                <a:lnTo>
                  <a:pt x="627358" y="175360"/>
                </a:lnTo>
                <a:lnTo>
                  <a:pt x="627294" y="174560"/>
                </a:lnTo>
                <a:lnTo>
                  <a:pt x="627256" y="173744"/>
                </a:lnTo>
                <a:lnTo>
                  <a:pt x="627243" y="172910"/>
                </a:lnTo>
                <a:lnTo>
                  <a:pt x="627249" y="172324"/>
                </a:lnTo>
                <a:lnTo>
                  <a:pt x="627269" y="171748"/>
                </a:lnTo>
                <a:lnTo>
                  <a:pt x="627301" y="171181"/>
                </a:lnTo>
                <a:lnTo>
                  <a:pt x="627347" y="170623"/>
                </a:lnTo>
                <a:lnTo>
                  <a:pt x="627405" y="170074"/>
                </a:lnTo>
                <a:lnTo>
                  <a:pt x="627477" y="169535"/>
                </a:lnTo>
                <a:lnTo>
                  <a:pt x="627561" y="169004"/>
                </a:lnTo>
                <a:lnTo>
                  <a:pt x="627659" y="168483"/>
                </a:lnTo>
                <a:lnTo>
                  <a:pt x="627769" y="167971"/>
                </a:lnTo>
                <a:lnTo>
                  <a:pt x="627892" y="167468"/>
                </a:lnTo>
                <a:lnTo>
                  <a:pt x="628029" y="166974"/>
                </a:lnTo>
                <a:lnTo>
                  <a:pt x="628178" y="166489"/>
                </a:lnTo>
                <a:lnTo>
                  <a:pt x="628341" y="166013"/>
                </a:lnTo>
                <a:lnTo>
                  <a:pt x="628516" y="165546"/>
                </a:lnTo>
                <a:lnTo>
                  <a:pt x="628704" y="165089"/>
                </a:lnTo>
                <a:lnTo>
                  <a:pt x="628906" y="164640"/>
                </a:lnTo>
                <a:lnTo>
                  <a:pt x="629120" y="164201"/>
                </a:lnTo>
                <a:lnTo>
                  <a:pt x="629347" y="163771"/>
                </a:lnTo>
                <a:lnTo>
                  <a:pt x="629588" y="163350"/>
                </a:lnTo>
                <a:lnTo>
                  <a:pt x="629841" y="162938"/>
                </a:lnTo>
                <a:lnTo>
                  <a:pt x="630107" y="162536"/>
                </a:lnTo>
                <a:lnTo>
                  <a:pt x="630387" y="162142"/>
                </a:lnTo>
                <a:lnTo>
                  <a:pt x="630679" y="161758"/>
                </a:lnTo>
                <a:lnTo>
                  <a:pt x="630984" y="161382"/>
                </a:lnTo>
                <a:lnTo>
                  <a:pt x="631301" y="161007"/>
                </a:lnTo>
                <a:lnTo>
                  <a:pt x="631627" y="160638"/>
                </a:lnTo>
                <a:lnTo>
                  <a:pt x="631962" y="160276"/>
                </a:lnTo>
                <a:lnTo>
                  <a:pt x="632307" y="159922"/>
                </a:lnTo>
                <a:lnTo>
                  <a:pt x="632662" y="159574"/>
                </a:lnTo>
                <a:lnTo>
                  <a:pt x="633025" y="159234"/>
                </a:lnTo>
                <a:lnTo>
                  <a:pt x="633399" y="158900"/>
                </a:lnTo>
                <a:lnTo>
                  <a:pt x="633782" y="158573"/>
                </a:lnTo>
                <a:lnTo>
                  <a:pt x="634174" y="158254"/>
                </a:lnTo>
                <a:lnTo>
                  <a:pt x="634576" y="157941"/>
                </a:lnTo>
                <a:lnTo>
                  <a:pt x="634987" y="157636"/>
                </a:lnTo>
                <a:lnTo>
                  <a:pt x="635408" y="157338"/>
                </a:lnTo>
                <a:lnTo>
                  <a:pt x="635838" y="157046"/>
                </a:lnTo>
                <a:lnTo>
                  <a:pt x="636278" y="156762"/>
                </a:lnTo>
                <a:lnTo>
                  <a:pt x="636727" y="156484"/>
                </a:lnTo>
                <a:lnTo>
                  <a:pt x="637186" y="156214"/>
                </a:lnTo>
                <a:lnTo>
                  <a:pt x="637654" y="155951"/>
                </a:lnTo>
                <a:lnTo>
                  <a:pt x="638132" y="155694"/>
                </a:lnTo>
                <a:lnTo>
                  <a:pt x="638619" y="155445"/>
                </a:lnTo>
                <a:lnTo>
                  <a:pt x="639116" y="155203"/>
                </a:lnTo>
                <a:lnTo>
                  <a:pt x="639622" y="154968"/>
                </a:lnTo>
                <a:lnTo>
                  <a:pt x="640137" y="154739"/>
                </a:lnTo>
                <a:lnTo>
                  <a:pt x="640662" y="154518"/>
                </a:lnTo>
                <a:lnTo>
                  <a:pt x="641197" y="154304"/>
                </a:lnTo>
                <a:lnTo>
                  <a:pt x="641739" y="154096"/>
                </a:lnTo>
                <a:lnTo>
                  <a:pt x="642287" y="153893"/>
                </a:lnTo>
                <a:lnTo>
                  <a:pt x="642842" y="153694"/>
                </a:lnTo>
                <a:lnTo>
                  <a:pt x="643402" y="153501"/>
                </a:lnTo>
                <a:lnTo>
                  <a:pt x="643968" y="153312"/>
                </a:lnTo>
                <a:lnTo>
                  <a:pt x="644540" y="153129"/>
                </a:lnTo>
                <a:lnTo>
                  <a:pt x="645118" y="152950"/>
                </a:lnTo>
                <a:lnTo>
                  <a:pt x="645702" y="152776"/>
                </a:lnTo>
                <a:lnTo>
                  <a:pt x="646292" y="152607"/>
                </a:lnTo>
                <a:lnTo>
                  <a:pt x="646888" y="152443"/>
                </a:lnTo>
                <a:lnTo>
                  <a:pt x="647490" y="152284"/>
                </a:lnTo>
                <a:lnTo>
                  <a:pt x="648098" y="152130"/>
                </a:lnTo>
                <a:lnTo>
                  <a:pt x="648712" y="151981"/>
                </a:lnTo>
                <a:lnTo>
                  <a:pt x="649332" y="151837"/>
                </a:lnTo>
                <a:lnTo>
                  <a:pt x="649958" y="151697"/>
                </a:lnTo>
                <a:lnTo>
                  <a:pt x="650590" y="151563"/>
                </a:lnTo>
                <a:lnTo>
                  <a:pt x="651227" y="151433"/>
                </a:lnTo>
                <a:lnTo>
                  <a:pt x="651871" y="151309"/>
                </a:lnTo>
                <a:lnTo>
                  <a:pt x="652521" y="151189"/>
                </a:lnTo>
                <a:lnTo>
                  <a:pt x="653177" y="151074"/>
                </a:lnTo>
                <a:lnTo>
                  <a:pt x="653838" y="150964"/>
                </a:lnTo>
                <a:lnTo>
                  <a:pt x="654506" y="150859"/>
                </a:lnTo>
                <a:lnTo>
                  <a:pt x="655179" y="150759"/>
                </a:lnTo>
                <a:lnTo>
                  <a:pt x="655859" y="150664"/>
                </a:lnTo>
                <a:lnTo>
                  <a:pt x="656165" y="150621"/>
                </a:lnTo>
                <a:lnTo>
                  <a:pt x="656475" y="150578"/>
                </a:lnTo>
                <a:lnTo>
                  <a:pt x="656790" y="150534"/>
                </a:lnTo>
                <a:lnTo>
                  <a:pt x="657109" y="150490"/>
                </a:lnTo>
                <a:lnTo>
                  <a:pt x="657433" y="150444"/>
                </a:lnTo>
                <a:lnTo>
                  <a:pt x="657761" y="150398"/>
                </a:lnTo>
                <a:lnTo>
                  <a:pt x="658094" y="150352"/>
                </a:lnTo>
                <a:lnTo>
                  <a:pt x="658432" y="150304"/>
                </a:lnTo>
                <a:lnTo>
                  <a:pt x="658774" y="150256"/>
                </a:lnTo>
                <a:lnTo>
                  <a:pt x="659121" y="150207"/>
                </a:lnTo>
                <a:lnTo>
                  <a:pt x="659472" y="150158"/>
                </a:lnTo>
                <a:lnTo>
                  <a:pt x="659828" y="150108"/>
                </a:lnTo>
                <a:lnTo>
                  <a:pt x="660188" y="150057"/>
                </a:lnTo>
                <a:lnTo>
                  <a:pt x="660553" y="150005"/>
                </a:lnTo>
                <a:lnTo>
                  <a:pt x="660923" y="149953"/>
                </a:lnTo>
                <a:lnTo>
                  <a:pt x="661297" y="149900"/>
                </a:lnTo>
                <a:lnTo>
                  <a:pt x="661675" y="149846"/>
                </a:lnTo>
                <a:lnTo>
                  <a:pt x="662059" y="149792"/>
                </a:lnTo>
                <a:lnTo>
                  <a:pt x="662446" y="149737"/>
                </a:lnTo>
                <a:lnTo>
                  <a:pt x="662839" y="149681"/>
                </a:lnTo>
                <a:lnTo>
                  <a:pt x="663236" y="149624"/>
                </a:lnTo>
                <a:lnTo>
                  <a:pt x="663637" y="149567"/>
                </a:lnTo>
                <a:lnTo>
                  <a:pt x="664043" y="149509"/>
                </a:lnTo>
                <a:lnTo>
                  <a:pt x="664454" y="149451"/>
                </a:lnTo>
                <a:lnTo>
                  <a:pt x="664867" y="149391"/>
                </a:lnTo>
                <a:lnTo>
                  <a:pt x="665280" y="149331"/>
                </a:lnTo>
                <a:lnTo>
                  <a:pt x="665694" y="149270"/>
                </a:lnTo>
                <a:lnTo>
                  <a:pt x="666108" y="149209"/>
                </a:lnTo>
                <a:lnTo>
                  <a:pt x="666523" y="149147"/>
                </a:lnTo>
                <a:lnTo>
                  <a:pt x="666938" y="149084"/>
                </a:lnTo>
                <a:lnTo>
                  <a:pt x="667353" y="149020"/>
                </a:lnTo>
                <a:lnTo>
                  <a:pt x="667768" y="148956"/>
                </a:lnTo>
                <a:lnTo>
                  <a:pt x="668184" y="148891"/>
                </a:lnTo>
                <a:lnTo>
                  <a:pt x="668600" y="148826"/>
                </a:lnTo>
                <a:lnTo>
                  <a:pt x="669017" y="148759"/>
                </a:lnTo>
                <a:lnTo>
                  <a:pt x="669434" y="148692"/>
                </a:lnTo>
                <a:lnTo>
                  <a:pt x="669851" y="148624"/>
                </a:lnTo>
                <a:lnTo>
                  <a:pt x="670269" y="148556"/>
                </a:lnTo>
                <a:lnTo>
                  <a:pt x="670687" y="148487"/>
                </a:lnTo>
                <a:lnTo>
                  <a:pt x="671105" y="148417"/>
                </a:lnTo>
                <a:lnTo>
                  <a:pt x="671524" y="148346"/>
                </a:lnTo>
                <a:lnTo>
                  <a:pt x="671943" y="148275"/>
                </a:lnTo>
                <a:lnTo>
                  <a:pt x="672362" y="148203"/>
                </a:lnTo>
                <a:lnTo>
                  <a:pt x="672782" y="148130"/>
                </a:lnTo>
                <a:lnTo>
                  <a:pt x="673202" y="148057"/>
                </a:lnTo>
                <a:lnTo>
                  <a:pt x="673622" y="147983"/>
                </a:lnTo>
                <a:lnTo>
                  <a:pt x="674043" y="147908"/>
                </a:lnTo>
                <a:lnTo>
                  <a:pt x="674464" y="147833"/>
                </a:lnTo>
                <a:lnTo>
                  <a:pt x="674884" y="147756"/>
                </a:lnTo>
                <a:lnTo>
                  <a:pt x="675300" y="147679"/>
                </a:lnTo>
                <a:lnTo>
                  <a:pt x="675713" y="147600"/>
                </a:lnTo>
                <a:lnTo>
                  <a:pt x="676122" y="147521"/>
                </a:lnTo>
                <a:lnTo>
                  <a:pt x="676527" y="147440"/>
                </a:lnTo>
                <a:lnTo>
                  <a:pt x="676929" y="147359"/>
                </a:lnTo>
                <a:lnTo>
                  <a:pt x="677328" y="147276"/>
                </a:lnTo>
                <a:lnTo>
                  <a:pt x="677723" y="147192"/>
                </a:lnTo>
                <a:lnTo>
                  <a:pt x="678114" y="147107"/>
                </a:lnTo>
                <a:lnTo>
                  <a:pt x="678502" y="147022"/>
                </a:lnTo>
                <a:lnTo>
                  <a:pt x="678887" y="146935"/>
                </a:lnTo>
                <a:lnTo>
                  <a:pt x="679267" y="146847"/>
                </a:lnTo>
                <a:lnTo>
                  <a:pt x="679645" y="146758"/>
                </a:lnTo>
                <a:lnTo>
                  <a:pt x="680019" y="146668"/>
                </a:lnTo>
                <a:lnTo>
                  <a:pt x="680389" y="146577"/>
                </a:lnTo>
                <a:lnTo>
                  <a:pt x="680756" y="146484"/>
                </a:lnTo>
                <a:lnTo>
                  <a:pt x="681120" y="146391"/>
                </a:lnTo>
                <a:lnTo>
                  <a:pt x="681479" y="146297"/>
                </a:lnTo>
                <a:lnTo>
                  <a:pt x="681836" y="146202"/>
                </a:lnTo>
                <a:lnTo>
                  <a:pt x="682189" y="146105"/>
                </a:lnTo>
                <a:lnTo>
                  <a:pt x="682538" y="146008"/>
                </a:lnTo>
                <a:lnTo>
                  <a:pt x="682884" y="145909"/>
                </a:lnTo>
                <a:lnTo>
                  <a:pt x="683226" y="145810"/>
                </a:lnTo>
                <a:lnTo>
                  <a:pt x="683565" y="145709"/>
                </a:lnTo>
                <a:lnTo>
                  <a:pt x="683906" y="145608"/>
                </a:lnTo>
                <a:lnTo>
                  <a:pt x="684239" y="145506"/>
                </a:lnTo>
                <a:lnTo>
                  <a:pt x="684563" y="145403"/>
                </a:lnTo>
                <a:lnTo>
                  <a:pt x="684879" y="145299"/>
                </a:lnTo>
                <a:lnTo>
                  <a:pt x="685187" y="145195"/>
                </a:lnTo>
                <a:lnTo>
                  <a:pt x="685486" y="145090"/>
                </a:lnTo>
                <a:lnTo>
                  <a:pt x="685777" y="144984"/>
                </a:lnTo>
                <a:lnTo>
                  <a:pt x="686059" y="144878"/>
                </a:lnTo>
                <a:lnTo>
                  <a:pt x="686333" y="144771"/>
                </a:lnTo>
                <a:lnTo>
                  <a:pt x="686598" y="144663"/>
                </a:lnTo>
                <a:lnTo>
                  <a:pt x="686855" y="144554"/>
                </a:lnTo>
                <a:lnTo>
                  <a:pt x="687104" y="144445"/>
                </a:lnTo>
                <a:lnTo>
                  <a:pt x="687344" y="144335"/>
                </a:lnTo>
                <a:lnTo>
                  <a:pt x="687576" y="144225"/>
                </a:lnTo>
                <a:lnTo>
                  <a:pt x="687799" y="144113"/>
                </a:lnTo>
                <a:lnTo>
                  <a:pt x="688014" y="144001"/>
                </a:lnTo>
                <a:lnTo>
                  <a:pt x="688220" y="143889"/>
                </a:lnTo>
                <a:lnTo>
                  <a:pt x="688418" y="143775"/>
                </a:lnTo>
                <a:lnTo>
                  <a:pt x="688608" y="143661"/>
                </a:lnTo>
                <a:lnTo>
                  <a:pt x="688789" y="143546"/>
                </a:lnTo>
                <a:lnTo>
                  <a:pt x="688962" y="143431"/>
                </a:lnTo>
                <a:lnTo>
                  <a:pt x="689126" y="143315"/>
                </a:lnTo>
                <a:lnTo>
                  <a:pt x="689282" y="143198"/>
                </a:lnTo>
                <a:lnTo>
                  <a:pt x="689430" y="143080"/>
                </a:lnTo>
                <a:lnTo>
                  <a:pt x="689430" y="161382"/>
                </a:lnTo>
                <a:lnTo>
                  <a:pt x="689422" y="162096"/>
                </a:lnTo>
                <a:lnTo>
                  <a:pt x="689399" y="162806"/>
                </a:lnTo>
                <a:lnTo>
                  <a:pt x="689360" y="163510"/>
                </a:lnTo>
                <a:lnTo>
                  <a:pt x="689306" y="164211"/>
                </a:lnTo>
                <a:lnTo>
                  <a:pt x="689237" y="164906"/>
                </a:lnTo>
                <a:lnTo>
                  <a:pt x="689152" y="165598"/>
                </a:lnTo>
                <a:lnTo>
                  <a:pt x="689051" y="166284"/>
                </a:lnTo>
                <a:lnTo>
                  <a:pt x="688935" y="166966"/>
                </a:lnTo>
                <a:lnTo>
                  <a:pt x="688804" y="167644"/>
                </a:lnTo>
                <a:lnTo>
                  <a:pt x="688657" y="168317"/>
                </a:lnTo>
                <a:lnTo>
                  <a:pt x="688495" y="168985"/>
                </a:lnTo>
                <a:lnTo>
                  <a:pt x="688317" y="169649"/>
                </a:lnTo>
                <a:lnTo>
                  <a:pt x="688124" y="170308"/>
                </a:lnTo>
                <a:lnTo>
                  <a:pt x="687916" y="170962"/>
                </a:lnTo>
                <a:lnTo>
                  <a:pt x="687692" y="171612"/>
                </a:lnTo>
                <a:lnTo>
                  <a:pt x="687452" y="172258"/>
                </a:lnTo>
                <a:lnTo>
                  <a:pt x="687197" y="172899"/>
                </a:lnTo>
                <a:lnTo>
                  <a:pt x="686927" y="173535"/>
                </a:lnTo>
                <a:lnTo>
                  <a:pt x="686641" y="174167"/>
                </a:lnTo>
                <a:lnTo>
                  <a:pt x="686340" y="174794"/>
                </a:lnTo>
                <a:lnTo>
                  <a:pt x="686023" y="175417"/>
                </a:lnTo>
                <a:lnTo>
                  <a:pt x="685691" y="176035"/>
                </a:lnTo>
                <a:lnTo>
                  <a:pt x="685344" y="176649"/>
                </a:lnTo>
                <a:lnTo>
                  <a:pt x="684981" y="177258"/>
                </a:lnTo>
                <a:lnTo>
                  <a:pt x="684612" y="177859"/>
                </a:lnTo>
                <a:lnTo>
                  <a:pt x="684230" y="178451"/>
                </a:lnTo>
                <a:lnTo>
                  <a:pt x="683835" y="179033"/>
                </a:lnTo>
                <a:lnTo>
                  <a:pt x="683427" y="179606"/>
                </a:lnTo>
                <a:lnTo>
                  <a:pt x="683006" y="180168"/>
                </a:lnTo>
                <a:lnTo>
                  <a:pt x="682573" y="180721"/>
                </a:lnTo>
                <a:lnTo>
                  <a:pt x="682126" y="181264"/>
                </a:lnTo>
                <a:lnTo>
                  <a:pt x="681666" y="181797"/>
                </a:lnTo>
                <a:lnTo>
                  <a:pt x="681193" y="182320"/>
                </a:lnTo>
                <a:lnTo>
                  <a:pt x="680708" y="182833"/>
                </a:lnTo>
                <a:lnTo>
                  <a:pt x="680209" y="183337"/>
                </a:lnTo>
                <a:lnTo>
                  <a:pt x="679697" y="183830"/>
                </a:lnTo>
                <a:lnTo>
                  <a:pt x="679172" y="184314"/>
                </a:lnTo>
                <a:lnTo>
                  <a:pt x="678635" y="184788"/>
                </a:lnTo>
                <a:lnTo>
                  <a:pt x="678084" y="185252"/>
                </a:lnTo>
                <a:lnTo>
                  <a:pt x="677520" y="185706"/>
                </a:lnTo>
                <a:lnTo>
                  <a:pt x="676944" y="186151"/>
                </a:lnTo>
                <a:lnTo>
                  <a:pt x="676354" y="186586"/>
                </a:lnTo>
                <a:lnTo>
                  <a:pt x="675751" y="187010"/>
                </a:lnTo>
                <a:lnTo>
                  <a:pt x="675136" y="187425"/>
                </a:lnTo>
                <a:lnTo>
                  <a:pt x="674507" y="187831"/>
                </a:lnTo>
                <a:lnTo>
                  <a:pt x="673865" y="188226"/>
                </a:lnTo>
                <a:lnTo>
                  <a:pt x="673211" y="188611"/>
                </a:lnTo>
                <a:lnTo>
                  <a:pt x="672543" y="188987"/>
                </a:lnTo>
                <a:lnTo>
                  <a:pt x="671864" y="189342"/>
                </a:lnTo>
                <a:lnTo>
                  <a:pt x="671175" y="189682"/>
                </a:lnTo>
                <a:lnTo>
                  <a:pt x="670475" y="190006"/>
                </a:lnTo>
                <a:lnTo>
                  <a:pt x="669765" y="190316"/>
                </a:lnTo>
                <a:lnTo>
                  <a:pt x="669045" y="190610"/>
                </a:lnTo>
                <a:lnTo>
                  <a:pt x="668315" y="190889"/>
                </a:lnTo>
                <a:lnTo>
                  <a:pt x="667575" y="191154"/>
                </a:lnTo>
                <a:lnTo>
                  <a:pt x="666824" y="191403"/>
                </a:lnTo>
                <a:lnTo>
                  <a:pt x="666064" y="191637"/>
                </a:lnTo>
                <a:lnTo>
                  <a:pt x="665293" y="191856"/>
                </a:lnTo>
                <a:lnTo>
                  <a:pt x="664512" y="192059"/>
                </a:lnTo>
                <a:lnTo>
                  <a:pt x="663721" y="192248"/>
                </a:lnTo>
                <a:lnTo>
                  <a:pt x="662919" y="192422"/>
                </a:lnTo>
                <a:lnTo>
                  <a:pt x="662108" y="192580"/>
                </a:lnTo>
                <a:lnTo>
                  <a:pt x="661286" y="192724"/>
                </a:lnTo>
                <a:lnTo>
                  <a:pt x="660454" y="192852"/>
                </a:lnTo>
                <a:lnTo>
                  <a:pt x="659612" y="192965"/>
                </a:lnTo>
                <a:lnTo>
                  <a:pt x="658760" y="193063"/>
                </a:lnTo>
                <a:lnTo>
                  <a:pt x="657897" y="193146"/>
                </a:lnTo>
                <a:lnTo>
                  <a:pt x="657025" y="193214"/>
                </a:lnTo>
                <a:lnTo>
                  <a:pt x="656142" y="193267"/>
                </a:lnTo>
                <a:lnTo>
                  <a:pt x="655249" y="193305"/>
                </a:lnTo>
                <a:lnTo>
                  <a:pt x="654345" y="193328"/>
                </a:lnTo>
                <a:lnTo>
                  <a:pt x="653432" y="193335"/>
                </a:lnTo>
                <a:lnTo>
                  <a:pt x="652487" y="193326"/>
                </a:lnTo>
                <a:lnTo>
                  <a:pt x="651556" y="193299"/>
                </a:lnTo>
                <a:lnTo>
                  <a:pt x="650639" y="193255"/>
                </a:lnTo>
                <a:lnTo>
                  <a:pt x="649736" y="193192"/>
                </a:lnTo>
                <a:lnTo>
                  <a:pt x="648847" y="193111"/>
                </a:lnTo>
                <a:close/>
                <a:moveTo>
                  <a:pt x="1546182" y="220087"/>
                </a:moveTo>
                <a:lnTo>
                  <a:pt x="1547133" y="220024"/>
                </a:lnTo>
                <a:lnTo>
                  <a:pt x="1548074" y="219948"/>
                </a:lnTo>
                <a:lnTo>
                  <a:pt x="1549003" y="219861"/>
                </a:lnTo>
                <a:lnTo>
                  <a:pt x="1549922" y="219763"/>
                </a:lnTo>
                <a:lnTo>
                  <a:pt x="1550830" y="219653"/>
                </a:lnTo>
                <a:lnTo>
                  <a:pt x="1551726" y="219531"/>
                </a:lnTo>
                <a:lnTo>
                  <a:pt x="1552612" y="219398"/>
                </a:lnTo>
                <a:lnTo>
                  <a:pt x="1553488" y="219253"/>
                </a:lnTo>
                <a:lnTo>
                  <a:pt x="1554352" y="219097"/>
                </a:lnTo>
                <a:lnTo>
                  <a:pt x="1555205" y="218929"/>
                </a:lnTo>
                <a:lnTo>
                  <a:pt x="1556048" y="218749"/>
                </a:lnTo>
                <a:lnTo>
                  <a:pt x="1556879" y="218558"/>
                </a:lnTo>
                <a:lnTo>
                  <a:pt x="1557700" y="218355"/>
                </a:lnTo>
                <a:lnTo>
                  <a:pt x="1558510" y="218141"/>
                </a:lnTo>
                <a:lnTo>
                  <a:pt x="1559309" y="217915"/>
                </a:lnTo>
                <a:lnTo>
                  <a:pt x="1560097" y="217677"/>
                </a:lnTo>
                <a:lnTo>
                  <a:pt x="1560874" y="217428"/>
                </a:lnTo>
                <a:lnTo>
                  <a:pt x="1561640" y="217168"/>
                </a:lnTo>
                <a:lnTo>
                  <a:pt x="1562396" y="216895"/>
                </a:lnTo>
                <a:lnTo>
                  <a:pt x="1563148" y="216605"/>
                </a:lnTo>
                <a:lnTo>
                  <a:pt x="1563891" y="216308"/>
                </a:lnTo>
                <a:lnTo>
                  <a:pt x="1564622" y="216003"/>
                </a:lnTo>
                <a:lnTo>
                  <a:pt x="1565342" y="215690"/>
                </a:lnTo>
                <a:lnTo>
                  <a:pt x="1566051" y="215371"/>
                </a:lnTo>
                <a:lnTo>
                  <a:pt x="1566750" y="215044"/>
                </a:lnTo>
                <a:lnTo>
                  <a:pt x="1567437" y="214709"/>
                </a:lnTo>
                <a:lnTo>
                  <a:pt x="1568114" y="214367"/>
                </a:lnTo>
                <a:lnTo>
                  <a:pt x="1568780" y="214018"/>
                </a:lnTo>
                <a:lnTo>
                  <a:pt x="1569435" y="213662"/>
                </a:lnTo>
                <a:lnTo>
                  <a:pt x="1570079" y="213298"/>
                </a:lnTo>
                <a:lnTo>
                  <a:pt x="1570712" y="212927"/>
                </a:lnTo>
                <a:lnTo>
                  <a:pt x="1571335" y="212548"/>
                </a:lnTo>
                <a:lnTo>
                  <a:pt x="1571946" y="212162"/>
                </a:lnTo>
                <a:lnTo>
                  <a:pt x="1572547" y="211768"/>
                </a:lnTo>
                <a:lnTo>
                  <a:pt x="1573136" y="211368"/>
                </a:lnTo>
                <a:lnTo>
                  <a:pt x="1573715" y="210959"/>
                </a:lnTo>
                <a:lnTo>
                  <a:pt x="1574283" y="210544"/>
                </a:lnTo>
                <a:lnTo>
                  <a:pt x="1574840" y="210121"/>
                </a:lnTo>
                <a:lnTo>
                  <a:pt x="1575386" y="209691"/>
                </a:lnTo>
                <a:lnTo>
                  <a:pt x="1575921" y="209253"/>
                </a:lnTo>
                <a:lnTo>
                  <a:pt x="1576446" y="208808"/>
                </a:lnTo>
                <a:lnTo>
                  <a:pt x="1576959" y="208356"/>
                </a:lnTo>
                <a:lnTo>
                  <a:pt x="1577462" y="207896"/>
                </a:lnTo>
                <a:lnTo>
                  <a:pt x="1577963" y="207423"/>
                </a:lnTo>
                <a:lnTo>
                  <a:pt x="1578454" y="206947"/>
                </a:lnTo>
                <a:lnTo>
                  <a:pt x="1578936" y="206468"/>
                </a:lnTo>
                <a:lnTo>
                  <a:pt x="1579408" y="205986"/>
                </a:lnTo>
                <a:lnTo>
                  <a:pt x="1579871" y="205501"/>
                </a:lnTo>
                <a:lnTo>
                  <a:pt x="1580325" y="205014"/>
                </a:lnTo>
                <a:lnTo>
                  <a:pt x="1580769" y="204524"/>
                </a:lnTo>
                <a:lnTo>
                  <a:pt x="1581203" y="204031"/>
                </a:lnTo>
                <a:lnTo>
                  <a:pt x="1581628" y="203535"/>
                </a:lnTo>
                <a:lnTo>
                  <a:pt x="1582044" y="203037"/>
                </a:lnTo>
                <a:lnTo>
                  <a:pt x="1582450" y="202535"/>
                </a:lnTo>
                <a:lnTo>
                  <a:pt x="1582846" y="202031"/>
                </a:lnTo>
                <a:lnTo>
                  <a:pt x="1583233" y="201524"/>
                </a:lnTo>
                <a:lnTo>
                  <a:pt x="1583611" y="201014"/>
                </a:lnTo>
                <a:lnTo>
                  <a:pt x="1583979" y="200502"/>
                </a:lnTo>
                <a:lnTo>
                  <a:pt x="1584338" y="199986"/>
                </a:lnTo>
                <a:lnTo>
                  <a:pt x="1584687" y="199468"/>
                </a:lnTo>
                <a:lnTo>
                  <a:pt x="1585027" y="198947"/>
                </a:lnTo>
                <a:lnTo>
                  <a:pt x="1585357" y="198423"/>
                </a:lnTo>
                <a:lnTo>
                  <a:pt x="1585678" y="197897"/>
                </a:lnTo>
                <a:lnTo>
                  <a:pt x="1585989" y="197367"/>
                </a:lnTo>
                <a:lnTo>
                  <a:pt x="1586291" y="196835"/>
                </a:lnTo>
                <a:lnTo>
                  <a:pt x="1586583" y="196300"/>
                </a:lnTo>
                <a:lnTo>
                  <a:pt x="1586866" y="195762"/>
                </a:lnTo>
                <a:lnTo>
                  <a:pt x="1588079" y="195762"/>
                </a:lnTo>
                <a:lnTo>
                  <a:pt x="1588079" y="217098"/>
                </a:lnTo>
                <a:lnTo>
                  <a:pt x="1623268" y="217098"/>
                </a:lnTo>
                <a:lnTo>
                  <a:pt x="1623268" y="113150"/>
                </a:lnTo>
                <a:lnTo>
                  <a:pt x="1623258" y="111869"/>
                </a:lnTo>
                <a:lnTo>
                  <a:pt x="1623229" y="110607"/>
                </a:lnTo>
                <a:lnTo>
                  <a:pt x="1623179" y="109362"/>
                </a:lnTo>
                <a:lnTo>
                  <a:pt x="1623111" y="108136"/>
                </a:lnTo>
                <a:lnTo>
                  <a:pt x="1623022" y="106927"/>
                </a:lnTo>
                <a:lnTo>
                  <a:pt x="1622914" y="105736"/>
                </a:lnTo>
                <a:lnTo>
                  <a:pt x="1622786" y="104564"/>
                </a:lnTo>
                <a:lnTo>
                  <a:pt x="1622639" y="103409"/>
                </a:lnTo>
                <a:lnTo>
                  <a:pt x="1622472" y="102272"/>
                </a:lnTo>
                <a:lnTo>
                  <a:pt x="1622285" y="101153"/>
                </a:lnTo>
                <a:lnTo>
                  <a:pt x="1622078" y="100051"/>
                </a:lnTo>
                <a:lnTo>
                  <a:pt x="1621852" y="98968"/>
                </a:lnTo>
                <a:lnTo>
                  <a:pt x="1621606" y="97903"/>
                </a:lnTo>
                <a:lnTo>
                  <a:pt x="1621341" y="96855"/>
                </a:lnTo>
                <a:lnTo>
                  <a:pt x="1621056" y="95825"/>
                </a:lnTo>
                <a:lnTo>
                  <a:pt x="1620751" y="94814"/>
                </a:lnTo>
                <a:lnTo>
                  <a:pt x="1620427" y="93820"/>
                </a:lnTo>
                <a:lnTo>
                  <a:pt x="1620083" y="92844"/>
                </a:lnTo>
                <a:lnTo>
                  <a:pt x="1619719" y="91886"/>
                </a:lnTo>
                <a:lnTo>
                  <a:pt x="1619335" y="90946"/>
                </a:lnTo>
                <a:lnTo>
                  <a:pt x="1618932" y="90024"/>
                </a:lnTo>
                <a:lnTo>
                  <a:pt x="1618510" y="89120"/>
                </a:lnTo>
                <a:lnTo>
                  <a:pt x="1618067" y="88233"/>
                </a:lnTo>
                <a:lnTo>
                  <a:pt x="1617605" y="87365"/>
                </a:lnTo>
                <a:lnTo>
                  <a:pt x="1617135" y="86513"/>
                </a:lnTo>
                <a:lnTo>
                  <a:pt x="1616653" y="85676"/>
                </a:lnTo>
                <a:lnTo>
                  <a:pt x="1616158" y="84854"/>
                </a:lnTo>
                <a:lnTo>
                  <a:pt x="1615650" y="84048"/>
                </a:lnTo>
                <a:lnTo>
                  <a:pt x="1615130" y="83256"/>
                </a:lnTo>
                <a:lnTo>
                  <a:pt x="1614597" y="82480"/>
                </a:lnTo>
                <a:lnTo>
                  <a:pt x="1614051" y="81718"/>
                </a:lnTo>
                <a:lnTo>
                  <a:pt x="1613493" y="80972"/>
                </a:lnTo>
                <a:lnTo>
                  <a:pt x="1612922" y="80241"/>
                </a:lnTo>
                <a:lnTo>
                  <a:pt x="1612339" y="79525"/>
                </a:lnTo>
                <a:lnTo>
                  <a:pt x="1611743" y="78824"/>
                </a:lnTo>
                <a:lnTo>
                  <a:pt x="1611134" y="78138"/>
                </a:lnTo>
                <a:lnTo>
                  <a:pt x="1610512" y="77467"/>
                </a:lnTo>
                <a:lnTo>
                  <a:pt x="1609878" y="76811"/>
                </a:lnTo>
                <a:lnTo>
                  <a:pt x="1609232" y="76171"/>
                </a:lnTo>
                <a:lnTo>
                  <a:pt x="1608572" y="75545"/>
                </a:lnTo>
                <a:lnTo>
                  <a:pt x="1607900" y="74935"/>
                </a:lnTo>
                <a:lnTo>
                  <a:pt x="1607216" y="74340"/>
                </a:lnTo>
                <a:lnTo>
                  <a:pt x="1606518" y="73760"/>
                </a:lnTo>
                <a:lnTo>
                  <a:pt x="1605808" y="73194"/>
                </a:lnTo>
                <a:lnTo>
                  <a:pt x="1605086" y="72644"/>
                </a:lnTo>
                <a:lnTo>
                  <a:pt x="1604351" y="72110"/>
                </a:lnTo>
                <a:lnTo>
                  <a:pt x="1603603" y="71590"/>
                </a:lnTo>
                <a:lnTo>
                  <a:pt x="1602842" y="71085"/>
                </a:lnTo>
                <a:lnTo>
                  <a:pt x="1602072" y="70585"/>
                </a:lnTo>
                <a:lnTo>
                  <a:pt x="1601295" y="70098"/>
                </a:lnTo>
                <a:lnTo>
                  <a:pt x="1600512" y="69622"/>
                </a:lnTo>
                <a:lnTo>
                  <a:pt x="1599722" y="69158"/>
                </a:lnTo>
                <a:lnTo>
                  <a:pt x="1598925" y="68706"/>
                </a:lnTo>
                <a:lnTo>
                  <a:pt x="1598121" y="68266"/>
                </a:lnTo>
                <a:lnTo>
                  <a:pt x="1597311" y="67838"/>
                </a:lnTo>
                <a:lnTo>
                  <a:pt x="1596494" y="67422"/>
                </a:lnTo>
                <a:lnTo>
                  <a:pt x="1595671" y="67018"/>
                </a:lnTo>
                <a:lnTo>
                  <a:pt x="1594841" y="66626"/>
                </a:lnTo>
                <a:lnTo>
                  <a:pt x="1594004" y="66246"/>
                </a:lnTo>
                <a:lnTo>
                  <a:pt x="1593160" y="65878"/>
                </a:lnTo>
                <a:lnTo>
                  <a:pt x="1592310" y="65521"/>
                </a:lnTo>
                <a:lnTo>
                  <a:pt x="1591453" y="65177"/>
                </a:lnTo>
                <a:lnTo>
                  <a:pt x="1590590" y="64844"/>
                </a:lnTo>
                <a:lnTo>
                  <a:pt x="1589720" y="64524"/>
                </a:lnTo>
                <a:lnTo>
                  <a:pt x="1588843" y="64215"/>
                </a:lnTo>
                <a:lnTo>
                  <a:pt x="1587959" y="63918"/>
                </a:lnTo>
                <a:lnTo>
                  <a:pt x="1587069" y="63634"/>
                </a:lnTo>
                <a:lnTo>
                  <a:pt x="1586172" y="63361"/>
                </a:lnTo>
                <a:lnTo>
                  <a:pt x="1585268" y="63100"/>
                </a:lnTo>
                <a:lnTo>
                  <a:pt x="1584358" y="62851"/>
                </a:lnTo>
                <a:lnTo>
                  <a:pt x="1583441" y="62614"/>
                </a:lnTo>
                <a:lnTo>
                  <a:pt x="1582518" y="62389"/>
                </a:lnTo>
                <a:lnTo>
                  <a:pt x="1581591" y="62174"/>
                </a:lnTo>
                <a:lnTo>
                  <a:pt x="1580663" y="61969"/>
                </a:lnTo>
                <a:lnTo>
                  <a:pt x="1579736" y="61773"/>
                </a:lnTo>
                <a:lnTo>
                  <a:pt x="1578807" y="61586"/>
                </a:lnTo>
                <a:lnTo>
                  <a:pt x="1577879" y="61408"/>
                </a:lnTo>
                <a:lnTo>
                  <a:pt x="1576950" y="61239"/>
                </a:lnTo>
                <a:lnTo>
                  <a:pt x="1576021" y="61079"/>
                </a:lnTo>
                <a:lnTo>
                  <a:pt x="1575091" y="60928"/>
                </a:lnTo>
                <a:lnTo>
                  <a:pt x="1574161" y="60787"/>
                </a:lnTo>
                <a:lnTo>
                  <a:pt x="1573231" y="60655"/>
                </a:lnTo>
                <a:lnTo>
                  <a:pt x="1572301" y="60531"/>
                </a:lnTo>
                <a:lnTo>
                  <a:pt x="1571370" y="60417"/>
                </a:lnTo>
                <a:lnTo>
                  <a:pt x="1570438" y="60312"/>
                </a:lnTo>
                <a:lnTo>
                  <a:pt x="1569507" y="60216"/>
                </a:lnTo>
                <a:lnTo>
                  <a:pt x="1568575" y="60130"/>
                </a:lnTo>
                <a:lnTo>
                  <a:pt x="1567642" y="60052"/>
                </a:lnTo>
                <a:lnTo>
                  <a:pt x="1566710" y="59984"/>
                </a:lnTo>
                <a:lnTo>
                  <a:pt x="1565777" y="59924"/>
                </a:lnTo>
                <a:lnTo>
                  <a:pt x="1564843" y="59874"/>
                </a:lnTo>
                <a:lnTo>
                  <a:pt x="1563910" y="59833"/>
                </a:lnTo>
                <a:lnTo>
                  <a:pt x="1562975" y="59801"/>
                </a:lnTo>
                <a:lnTo>
                  <a:pt x="1562041" y="59778"/>
                </a:lnTo>
                <a:lnTo>
                  <a:pt x="1561106" y="59765"/>
                </a:lnTo>
                <a:lnTo>
                  <a:pt x="1560171" y="59760"/>
                </a:lnTo>
                <a:lnTo>
                  <a:pt x="1558819" y="59768"/>
                </a:lnTo>
                <a:lnTo>
                  <a:pt x="1557477" y="59794"/>
                </a:lnTo>
                <a:lnTo>
                  <a:pt x="1556145" y="59836"/>
                </a:lnTo>
                <a:lnTo>
                  <a:pt x="1554823" y="59895"/>
                </a:lnTo>
                <a:lnTo>
                  <a:pt x="1553511" y="59971"/>
                </a:lnTo>
                <a:lnTo>
                  <a:pt x="1552208" y="60063"/>
                </a:lnTo>
                <a:lnTo>
                  <a:pt x="1550915" y="60173"/>
                </a:lnTo>
                <a:lnTo>
                  <a:pt x="1549632" y="60299"/>
                </a:lnTo>
                <a:lnTo>
                  <a:pt x="1548359" y="60443"/>
                </a:lnTo>
                <a:lnTo>
                  <a:pt x="1547096" y="60603"/>
                </a:lnTo>
                <a:lnTo>
                  <a:pt x="1545843" y="60780"/>
                </a:lnTo>
                <a:lnTo>
                  <a:pt x="1544599" y="60973"/>
                </a:lnTo>
                <a:lnTo>
                  <a:pt x="1543365" y="61184"/>
                </a:lnTo>
                <a:lnTo>
                  <a:pt x="1542141" y="61412"/>
                </a:lnTo>
                <a:lnTo>
                  <a:pt x="1540927" y="61656"/>
                </a:lnTo>
                <a:lnTo>
                  <a:pt x="1539723" y="61917"/>
                </a:lnTo>
                <a:lnTo>
                  <a:pt x="1538529" y="62195"/>
                </a:lnTo>
                <a:lnTo>
                  <a:pt x="1537344" y="62490"/>
                </a:lnTo>
                <a:lnTo>
                  <a:pt x="1536169" y="62802"/>
                </a:lnTo>
                <a:lnTo>
                  <a:pt x="1535004" y="63131"/>
                </a:lnTo>
                <a:lnTo>
                  <a:pt x="1533849" y="63476"/>
                </a:lnTo>
                <a:lnTo>
                  <a:pt x="1532704" y="63838"/>
                </a:lnTo>
                <a:lnTo>
                  <a:pt x="1531568" y="64218"/>
                </a:lnTo>
                <a:lnTo>
                  <a:pt x="1530443" y="64614"/>
                </a:lnTo>
                <a:lnTo>
                  <a:pt x="1529329" y="65018"/>
                </a:lnTo>
                <a:lnTo>
                  <a:pt x="1528230" y="65439"/>
                </a:lnTo>
                <a:lnTo>
                  <a:pt x="1527145" y="65878"/>
                </a:lnTo>
                <a:lnTo>
                  <a:pt x="1526075" y="66333"/>
                </a:lnTo>
                <a:lnTo>
                  <a:pt x="1525019" y="66804"/>
                </a:lnTo>
                <a:lnTo>
                  <a:pt x="1523977" y="67293"/>
                </a:lnTo>
                <a:lnTo>
                  <a:pt x="1522950" y="67799"/>
                </a:lnTo>
                <a:lnTo>
                  <a:pt x="1521938" y="68321"/>
                </a:lnTo>
                <a:lnTo>
                  <a:pt x="1520939" y="68860"/>
                </a:lnTo>
                <a:lnTo>
                  <a:pt x="1519955" y="69417"/>
                </a:lnTo>
                <a:lnTo>
                  <a:pt x="1518986" y="69990"/>
                </a:lnTo>
                <a:lnTo>
                  <a:pt x="1518031" y="70579"/>
                </a:lnTo>
                <a:lnTo>
                  <a:pt x="1517090" y="71186"/>
                </a:lnTo>
                <a:lnTo>
                  <a:pt x="1516163" y="71810"/>
                </a:lnTo>
                <a:lnTo>
                  <a:pt x="1515251" y="72450"/>
                </a:lnTo>
                <a:lnTo>
                  <a:pt x="1514354" y="73107"/>
                </a:lnTo>
                <a:lnTo>
                  <a:pt x="1513471" y="73781"/>
                </a:lnTo>
                <a:lnTo>
                  <a:pt x="1512602" y="74472"/>
                </a:lnTo>
                <a:lnTo>
                  <a:pt x="1511747" y="75180"/>
                </a:lnTo>
                <a:lnTo>
                  <a:pt x="1510907" y="75905"/>
                </a:lnTo>
                <a:lnTo>
                  <a:pt x="1510082" y="76646"/>
                </a:lnTo>
                <a:lnTo>
                  <a:pt x="1509271" y="77405"/>
                </a:lnTo>
                <a:lnTo>
                  <a:pt x="1508474" y="78180"/>
                </a:lnTo>
                <a:lnTo>
                  <a:pt x="1507691" y="78972"/>
                </a:lnTo>
                <a:lnTo>
                  <a:pt x="1506925" y="79772"/>
                </a:lnTo>
                <a:lnTo>
                  <a:pt x="1506177" y="80589"/>
                </a:lnTo>
                <a:lnTo>
                  <a:pt x="1505448" y="81421"/>
                </a:lnTo>
                <a:lnTo>
                  <a:pt x="1504736" y="82270"/>
                </a:lnTo>
                <a:lnTo>
                  <a:pt x="1504043" y="83134"/>
                </a:lnTo>
                <a:lnTo>
                  <a:pt x="1503369" y="84015"/>
                </a:lnTo>
                <a:lnTo>
                  <a:pt x="1502712" y="84912"/>
                </a:lnTo>
                <a:lnTo>
                  <a:pt x="1502074" y="85826"/>
                </a:lnTo>
                <a:lnTo>
                  <a:pt x="1501454" y="86755"/>
                </a:lnTo>
                <a:lnTo>
                  <a:pt x="1500852" y="87700"/>
                </a:lnTo>
                <a:lnTo>
                  <a:pt x="1500268" y="88662"/>
                </a:lnTo>
                <a:lnTo>
                  <a:pt x="1499703" y="89640"/>
                </a:lnTo>
                <a:lnTo>
                  <a:pt x="1499156" y="90634"/>
                </a:lnTo>
                <a:lnTo>
                  <a:pt x="1498627" y="91644"/>
                </a:lnTo>
                <a:lnTo>
                  <a:pt x="1498117" y="92670"/>
                </a:lnTo>
                <a:lnTo>
                  <a:pt x="1497625" y="93713"/>
                </a:lnTo>
                <a:lnTo>
                  <a:pt x="1497151" y="94771"/>
                </a:lnTo>
                <a:lnTo>
                  <a:pt x="1496695" y="95846"/>
                </a:lnTo>
                <a:lnTo>
                  <a:pt x="1496257" y="96937"/>
                </a:lnTo>
                <a:lnTo>
                  <a:pt x="1495838" y="98044"/>
                </a:lnTo>
                <a:lnTo>
                  <a:pt x="1495437" y="99167"/>
                </a:lnTo>
                <a:lnTo>
                  <a:pt x="1495055" y="100306"/>
                </a:lnTo>
                <a:lnTo>
                  <a:pt x="1494690" y="101462"/>
                </a:lnTo>
                <a:lnTo>
                  <a:pt x="1494344" y="102633"/>
                </a:lnTo>
                <a:lnTo>
                  <a:pt x="1528521" y="107487"/>
                </a:lnTo>
                <a:lnTo>
                  <a:pt x="1528758" y="106825"/>
                </a:lnTo>
                <a:lnTo>
                  <a:pt x="1529012" y="106170"/>
                </a:lnTo>
                <a:lnTo>
                  <a:pt x="1529283" y="105523"/>
                </a:lnTo>
                <a:lnTo>
                  <a:pt x="1529572" y="104883"/>
                </a:lnTo>
                <a:lnTo>
                  <a:pt x="1529878" y="104251"/>
                </a:lnTo>
                <a:lnTo>
                  <a:pt x="1530203" y="103626"/>
                </a:lnTo>
                <a:lnTo>
                  <a:pt x="1530544" y="103008"/>
                </a:lnTo>
                <a:lnTo>
                  <a:pt x="1530903" y="102398"/>
                </a:lnTo>
                <a:lnTo>
                  <a:pt x="1531280" y="101795"/>
                </a:lnTo>
                <a:lnTo>
                  <a:pt x="1531674" y="101199"/>
                </a:lnTo>
                <a:lnTo>
                  <a:pt x="1532086" y="100611"/>
                </a:lnTo>
                <a:lnTo>
                  <a:pt x="1532516" y="100030"/>
                </a:lnTo>
                <a:lnTo>
                  <a:pt x="1532963" y="99456"/>
                </a:lnTo>
                <a:lnTo>
                  <a:pt x="1533427" y="98890"/>
                </a:lnTo>
                <a:lnTo>
                  <a:pt x="1533909" y="98331"/>
                </a:lnTo>
                <a:lnTo>
                  <a:pt x="1534409" y="97780"/>
                </a:lnTo>
                <a:lnTo>
                  <a:pt x="1534926" y="97236"/>
                </a:lnTo>
                <a:lnTo>
                  <a:pt x="1535461" y="96699"/>
                </a:lnTo>
                <a:lnTo>
                  <a:pt x="1536013" y="96170"/>
                </a:lnTo>
                <a:lnTo>
                  <a:pt x="1536583" y="95648"/>
                </a:lnTo>
                <a:lnTo>
                  <a:pt x="1537170" y="95133"/>
                </a:lnTo>
                <a:lnTo>
                  <a:pt x="1537775" y="94626"/>
                </a:lnTo>
                <a:lnTo>
                  <a:pt x="1538398" y="94126"/>
                </a:lnTo>
                <a:lnTo>
                  <a:pt x="1539038" y="93634"/>
                </a:lnTo>
                <a:lnTo>
                  <a:pt x="1539705" y="93156"/>
                </a:lnTo>
                <a:lnTo>
                  <a:pt x="1540391" y="92697"/>
                </a:lnTo>
                <a:lnTo>
                  <a:pt x="1541096" y="92260"/>
                </a:lnTo>
                <a:lnTo>
                  <a:pt x="1541821" y="91842"/>
                </a:lnTo>
                <a:lnTo>
                  <a:pt x="1542565" y="91445"/>
                </a:lnTo>
                <a:lnTo>
                  <a:pt x="1543329" y="91068"/>
                </a:lnTo>
                <a:lnTo>
                  <a:pt x="1544111" y="90712"/>
                </a:lnTo>
                <a:lnTo>
                  <a:pt x="1544914" y="90376"/>
                </a:lnTo>
                <a:lnTo>
                  <a:pt x="1545735" y="90060"/>
                </a:lnTo>
                <a:lnTo>
                  <a:pt x="1546576" y="89765"/>
                </a:lnTo>
                <a:lnTo>
                  <a:pt x="1547436" y="89490"/>
                </a:lnTo>
                <a:lnTo>
                  <a:pt x="1548315" y="89236"/>
                </a:lnTo>
                <a:lnTo>
                  <a:pt x="1549214" y="89001"/>
                </a:lnTo>
                <a:lnTo>
                  <a:pt x="1550132" y="88788"/>
                </a:lnTo>
                <a:lnTo>
                  <a:pt x="1551069" y="88594"/>
                </a:lnTo>
                <a:lnTo>
                  <a:pt x="1552025" y="88421"/>
                </a:lnTo>
                <a:lnTo>
                  <a:pt x="1553001" y="88268"/>
                </a:lnTo>
                <a:lnTo>
                  <a:pt x="1553996" y="88136"/>
                </a:lnTo>
                <a:lnTo>
                  <a:pt x="1555011" y="88024"/>
                </a:lnTo>
                <a:lnTo>
                  <a:pt x="1556045" y="87932"/>
                </a:lnTo>
                <a:lnTo>
                  <a:pt x="1557098" y="87861"/>
                </a:lnTo>
                <a:lnTo>
                  <a:pt x="1558170" y="87810"/>
                </a:lnTo>
                <a:lnTo>
                  <a:pt x="1559262" y="87780"/>
                </a:lnTo>
                <a:lnTo>
                  <a:pt x="1560373" y="87769"/>
                </a:lnTo>
                <a:lnTo>
                  <a:pt x="1561425" y="87780"/>
                </a:lnTo>
                <a:lnTo>
                  <a:pt x="1562455" y="87813"/>
                </a:lnTo>
                <a:lnTo>
                  <a:pt x="1563465" y="87867"/>
                </a:lnTo>
                <a:lnTo>
                  <a:pt x="1564454" y="87943"/>
                </a:lnTo>
                <a:lnTo>
                  <a:pt x="1565423" y="88041"/>
                </a:lnTo>
                <a:lnTo>
                  <a:pt x="1566371" y="88161"/>
                </a:lnTo>
                <a:lnTo>
                  <a:pt x="1567298" y="88303"/>
                </a:lnTo>
                <a:lnTo>
                  <a:pt x="1568204" y="88466"/>
                </a:lnTo>
                <a:lnTo>
                  <a:pt x="1569090" y="88651"/>
                </a:lnTo>
                <a:lnTo>
                  <a:pt x="1569955" y="88858"/>
                </a:lnTo>
                <a:lnTo>
                  <a:pt x="1570799" y="89086"/>
                </a:lnTo>
                <a:lnTo>
                  <a:pt x="1571622" y="89337"/>
                </a:lnTo>
                <a:lnTo>
                  <a:pt x="1572425" y="89609"/>
                </a:lnTo>
                <a:lnTo>
                  <a:pt x="1573207" y="89903"/>
                </a:lnTo>
                <a:lnTo>
                  <a:pt x="1573969" y="90218"/>
                </a:lnTo>
                <a:lnTo>
                  <a:pt x="1574709" y="90556"/>
                </a:lnTo>
                <a:lnTo>
                  <a:pt x="1575429" y="90915"/>
                </a:lnTo>
                <a:lnTo>
                  <a:pt x="1576128" y="91296"/>
                </a:lnTo>
                <a:lnTo>
                  <a:pt x="1576807" y="91698"/>
                </a:lnTo>
                <a:lnTo>
                  <a:pt x="1577465" y="92123"/>
                </a:lnTo>
                <a:lnTo>
                  <a:pt x="1578102" y="92569"/>
                </a:lnTo>
                <a:lnTo>
                  <a:pt x="1578718" y="93037"/>
                </a:lnTo>
                <a:lnTo>
                  <a:pt x="1579314" y="93527"/>
                </a:lnTo>
                <a:lnTo>
                  <a:pt x="1579889" y="94039"/>
                </a:lnTo>
                <a:lnTo>
                  <a:pt x="1580442" y="94570"/>
                </a:lnTo>
                <a:lnTo>
                  <a:pt x="1580971" y="95119"/>
                </a:lnTo>
                <a:lnTo>
                  <a:pt x="1581477" y="95686"/>
                </a:lnTo>
                <a:lnTo>
                  <a:pt x="1581959" y="96272"/>
                </a:lnTo>
                <a:lnTo>
                  <a:pt x="1582418" y="96875"/>
                </a:lnTo>
                <a:lnTo>
                  <a:pt x="1582853" y="97495"/>
                </a:lnTo>
                <a:lnTo>
                  <a:pt x="1583264" y="98134"/>
                </a:lnTo>
                <a:lnTo>
                  <a:pt x="1583653" y="98791"/>
                </a:lnTo>
                <a:lnTo>
                  <a:pt x="1584017" y="99466"/>
                </a:lnTo>
                <a:lnTo>
                  <a:pt x="1584358" y="100158"/>
                </a:lnTo>
                <a:lnTo>
                  <a:pt x="1584676" y="100869"/>
                </a:lnTo>
                <a:lnTo>
                  <a:pt x="1584970" y="101597"/>
                </a:lnTo>
                <a:lnTo>
                  <a:pt x="1585240" y="102343"/>
                </a:lnTo>
                <a:lnTo>
                  <a:pt x="1585487" y="103107"/>
                </a:lnTo>
                <a:lnTo>
                  <a:pt x="1585711" y="103890"/>
                </a:lnTo>
                <a:lnTo>
                  <a:pt x="1585911" y="104690"/>
                </a:lnTo>
                <a:lnTo>
                  <a:pt x="1586087" y="105507"/>
                </a:lnTo>
                <a:lnTo>
                  <a:pt x="1586240" y="106343"/>
                </a:lnTo>
                <a:lnTo>
                  <a:pt x="1586369" y="107197"/>
                </a:lnTo>
                <a:lnTo>
                  <a:pt x="1586475" y="108068"/>
                </a:lnTo>
                <a:lnTo>
                  <a:pt x="1586558" y="108958"/>
                </a:lnTo>
                <a:lnTo>
                  <a:pt x="1586616" y="109865"/>
                </a:lnTo>
                <a:lnTo>
                  <a:pt x="1586652" y="110791"/>
                </a:lnTo>
                <a:lnTo>
                  <a:pt x="1586663" y="111734"/>
                </a:lnTo>
                <a:lnTo>
                  <a:pt x="1586663" y="112341"/>
                </a:lnTo>
                <a:lnTo>
                  <a:pt x="1586657" y="112774"/>
                </a:lnTo>
                <a:lnTo>
                  <a:pt x="1586636" y="113198"/>
                </a:lnTo>
                <a:lnTo>
                  <a:pt x="1586602" y="113613"/>
                </a:lnTo>
                <a:lnTo>
                  <a:pt x="1586554" y="114018"/>
                </a:lnTo>
                <a:lnTo>
                  <a:pt x="1586492" y="114413"/>
                </a:lnTo>
                <a:lnTo>
                  <a:pt x="1586417" y="114799"/>
                </a:lnTo>
                <a:lnTo>
                  <a:pt x="1586328" y="115176"/>
                </a:lnTo>
                <a:lnTo>
                  <a:pt x="1586225" y="115543"/>
                </a:lnTo>
                <a:lnTo>
                  <a:pt x="1586109" y="115900"/>
                </a:lnTo>
                <a:lnTo>
                  <a:pt x="1585979" y="116248"/>
                </a:lnTo>
                <a:lnTo>
                  <a:pt x="1585835" y="116587"/>
                </a:lnTo>
                <a:lnTo>
                  <a:pt x="1585678" y="116916"/>
                </a:lnTo>
                <a:lnTo>
                  <a:pt x="1585506" y="117236"/>
                </a:lnTo>
                <a:lnTo>
                  <a:pt x="1585322" y="117546"/>
                </a:lnTo>
                <a:lnTo>
                  <a:pt x="1585123" y="117847"/>
                </a:lnTo>
                <a:lnTo>
                  <a:pt x="1584911" y="118138"/>
                </a:lnTo>
                <a:lnTo>
                  <a:pt x="1584685" y="118420"/>
                </a:lnTo>
                <a:lnTo>
                  <a:pt x="1584445" y="118692"/>
                </a:lnTo>
                <a:lnTo>
                  <a:pt x="1584192" y="118955"/>
                </a:lnTo>
                <a:lnTo>
                  <a:pt x="1583925" y="119208"/>
                </a:lnTo>
                <a:lnTo>
                  <a:pt x="1583644" y="119452"/>
                </a:lnTo>
                <a:lnTo>
                  <a:pt x="1583350" y="119686"/>
                </a:lnTo>
                <a:lnTo>
                  <a:pt x="1583042" y="119911"/>
                </a:lnTo>
                <a:lnTo>
                  <a:pt x="1582720" y="120127"/>
                </a:lnTo>
                <a:lnTo>
                  <a:pt x="1582392" y="120327"/>
                </a:lnTo>
                <a:lnTo>
                  <a:pt x="1582047" y="120523"/>
                </a:lnTo>
                <a:lnTo>
                  <a:pt x="1581687" y="120714"/>
                </a:lnTo>
                <a:lnTo>
                  <a:pt x="1581310" y="120902"/>
                </a:lnTo>
                <a:lnTo>
                  <a:pt x="1580917" y="121085"/>
                </a:lnTo>
                <a:lnTo>
                  <a:pt x="1580508" y="121264"/>
                </a:lnTo>
                <a:lnTo>
                  <a:pt x="1580083" y="121439"/>
                </a:lnTo>
                <a:lnTo>
                  <a:pt x="1579641" y="121610"/>
                </a:lnTo>
                <a:lnTo>
                  <a:pt x="1579184" y="121776"/>
                </a:lnTo>
                <a:lnTo>
                  <a:pt x="1578710" y="121938"/>
                </a:lnTo>
                <a:lnTo>
                  <a:pt x="1578221" y="122096"/>
                </a:lnTo>
                <a:lnTo>
                  <a:pt x="1577715" y="122250"/>
                </a:lnTo>
                <a:lnTo>
                  <a:pt x="1577193" y="122400"/>
                </a:lnTo>
                <a:lnTo>
                  <a:pt x="1576654" y="122545"/>
                </a:lnTo>
                <a:lnTo>
                  <a:pt x="1576100" y="122686"/>
                </a:lnTo>
                <a:lnTo>
                  <a:pt x="1575529" y="122823"/>
                </a:lnTo>
                <a:lnTo>
                  <a:pt x="1574943" y="122956"/>
                </a:lnTo>
                <a:lnTo>
                  <a:pt x="1574340" y="123084"/>
                </a:lnTo>
                <a:lnTo>
                  <a:pt x="1573721" y="123209"/>
                </a:lnTo>
                <a:lnTo>
                  <a:pt x="1573086" y="123329"/>
                </a:lnTo>
                <a:lnTo>
                  <a:pt x="1572434" y="123445"/>
                </a:lnTo>
                <a:lnTo>
                  <a:pt x="1571767" y="123556"/>
                </a:lnTo>
                <a:lnTo>
                  <a:pt x="1571083" y="123664"/>
                </a:lnTo>
                <a:lnTo>
                  <a:pt x="1570384" y="123767"/>
                </a:lnTo>
                <a:lnTo>
                  <a:pt x="1569667" y="123860"/>
                </a:lnTo>
                <a:lnTo>
                  <a:pt x="1568932" y="123954"/>
                </a:lnTo>
                <a:lnTo>
                  <a:pt x="1568180" y="124050"/>
                </a:lnTo>
                <a:lnTo>
                  <a:pt x="1567409" y="124146"/>
                </a:lnTo>
                <a:lnTo>
                  <a:pt x="1566621" y="124243"/>
                </a:lnTo>
                <a:lnTo>
                  <a:pt x="1565814" y="124342"/>
                </a:lnTo>
                <a:lnTo>
                  <a:pt x="1564990" y="124442"/>
                </a:lnTo>
                <a:lnTo>
                  <a:pt x="1564148" y="124542"/>
                </a:lnTo>
                <a:lnTo>
                  <a:pt x="1563288" y="124644"/>
                </a:lnTo>
                <a:lnTo>
                  <a:pt x="1562410" y="124746"/>
                </a:lnTo>
                <a:lnTo>
                  <a:pt x="1561514" y="124850"/>
                </a:lnTo>
                <a:lnTo>
                  <a:pt x="1560601" y="124955"/>
                </a:lnTo>
                <a:lnTo>
                  <a:pt x="1559669" y="125061"/>
                </a:lnTo>
                <a:lnTo>
                  <a:pt x="1558719" y="125168"/>
                </a:lnTo>
                <a:lnTo>
                  <a:pt x="1557752" y="125276"/>
                </a:lnTo>
                <a:lnTo>
                  <a:pt x="1556767" y="125385"/>
                </a:lnTo>
                <a:lnTo>
                  <a:pt x="1555763" y="125495"/>
                </a:lnTo>
                <a:lnTo>
                  <a:pt x="1554742" y="125606"/>
                </a:lnTo>
                <a:lnTo>
                  <a:pt x="1553703" y="125718"/>
                </a:lnTo>
                <a:lnTo>
                  <a:pt x="1552646" y="125831"/>
                </a:lnTo>
                <a:lnTo>
                  <a:pt x="1551571" y="125946"/>
                </a:lnTo>
                <a:lnTo>
                  <a:pt x="1550478" y="126061"/>
                </a:lnTo>
                <a:lnTo>
                  <a:pt x="1549368" y="126177"/>
                </a:lnTo>
                <a:lnTo>
                  <a:pt x="1548239" y="126295"/>
                </a:lnTo>
                <a:lnTo>
                  <a:pt x="1547297" y="126399"/>
                </a:lnTo>
                <a:lnTo>
                  <a:pt x="1546357" y="126508"/>
                </a:lnTo>
                <a:lnTo>
                  <a:pt x="1545419" y="126622"/>
                </a:lnTo>
                <a:lnTo>
                  <a:pt x="1544484" y="126741"/>
                </a:lnTo>
                <a:lnTo>
                  <a:pt x="1543551" y="126866"/>
                </a:lnTo>
                <a:lnTo>
                  <a:pt x="1542621" y="126996"/>
                </a:lnTo>
                <a:lnTo>
                  <a:pt x="1541693" y="127132"/>
                </a:lnTo>
                <a:lnTo>
                  <a:pt x="1540768" y="127272"/>
                </a:lnTo>
                <a:lnTo>
                  <a:pt x="1539845" y="127418"/>
                </a:lnTo>
                <a:lnTo>
                  <a:pt x="1538925" y="127569"/>
                </a:lnTo>
                <a:lnTo>
                  <a:pt x="1538007" y="127726"/>
                </a:lnTo>
                <a:lnTo>
                  <a:pt x="1537091" y="127887"/>
                </a:lnTo>
                <a:lnTo>
                  <a:pt x="1536178" y="128054"/>
                </a:lnTo>
                <a:lnTo>
                  <a:pt x="1535267" y="128227"/>
                </a:lnTo>
                <a:lnTo>
                  <a:pt x="1534359" y="128404"/>
                </a:lnTo>
                <a:lnTo>
                  <a:pt x="1533454" y="128587"/>
                </a:lnTo>
                <a:lnTo>
                  <a:pt x="1532550" y="128775"/>
                </a:lnTo>
                <a:lnTo>
                  <a:pt x="1531650" y="128968"/>
                </a:lnTo>
                <a:lnTo>
                  <a:pt x="1530751" y="129167"/>
                </a:lnTo>
                <a:lnTo>
                  <a:pt x="1529856" y="129370"/>
                </a:lnTo>
                <a:lnTo>
                  <a:pt x="1528962" y="129579"/>
                </a:lnTo>
                <a:lnTo>
                  <a:pt x="1528071" y="129794"/>
                </a:lnTo>
                <a:lnTo>
                  <a:pt x="1527183" y="130013"/>
                </a:lnTo>
                <a:lnTo>
                  <a:pt x="1526297" y="130238"/>
                </a:lnTo>
                <a:lnTo>
                  <a:pt x="1525424" y="130462"/>
                </a:lnTo>
                <a:lnTo>
                  <a:pt x="1524559" y="130694"/>
                </a:lnTo>
                <a:lnTo>
                  <a:pt x="1523701" y="130935"/>
                </a:lnTo>
                <a:lnTo>
                  <a:pt x="1522850" y="131185"/>
                </a:lnTo>
                <a:lnTo>
                  <a:pt x="1522007" y="131443"/>
                </a:lnTo>
                <a:lnTo>
                  <a:pt x="1521171" y="131711"/>
                </a:lnTo>
                <a:lnTo>
                  <a:pt x="1520343" y="131987"/>
                </a:lnTo>
                <a:lnTo>
                  <a:pt x="1519522" y="132272"/>
                </a:lnTo>
                <a:lnTo>
                  <a:pt x="1518708" y="132566"/>
                </a:lnTo>
                <a:lnTo>
                  <a:pt x="1517902" y="132868"/>
                </a:lnTo>
                <a:lnTo>
                  <a:pt x="1517103" y="133179"/>
                </a:lnTo>
                <a:lnTo>
                  <a:pt x="1516312" y="133499"/>
                </a:lnTo>
                <a:lnTo>
                  <a:pt x="1515527" y="133828"/>
                </a:lnTo>
                <a:lnTo>
                  <a:pt x="1514751" y="134166"/>
                </a:lnTo>
                <a:lnTo>
                  <a:pt x="1513981" y="134512"/>
                </a:lnTo>
                <a:lnTo>
                  <a:pt x="1513219" y="134867"/>
                </a:lnTo>
                <a:lnTo>
                  <a:pt x="1512464" y="135231"/>
                </a:lnTo>
                <a:lnTo>
                  <a:pt x="1511717" y="135604"/>
                </a:lnTo>
                <a:lnTo>
                  <a:pt x="1510977" y="135985"/>
                </a:lnTo>
                <a:lnTo>
                  <a:pt x="1510245" y="136376"/>
                </a:lnTo>
                <a:lnTo>
                  <a:pt x="1509519" y="136775"/>
                </a:lnTo>
                <a:lnTo>
                  <a:pt x="1508802" y="137182"/>
                </a:lnTo>
                <a:lnTo>
                  <a:pt x="1508091" y="137599"/>
                </a:lnTo>
                <a:lnTo>
                  <a:pt x="1507388" y="138024"/>
                </a:lnTo>
                <a:lnTo>
                  <a:pt x="1506695" y="138460"/>
                </a:lnTo>
                <a:lnTo>
                  <a:pt x="1506014" y="138908"/>
                </a:lnTo>
                <a:lnTo>
                  <a:pt x="1505345" y="139367"/>
                </a:lnTo>
                <a:lnTo>
                  <a:pt x="1504689" y="139839"/>
                </a:lnTo>
                <a:lnTo>
                  <a:pt x="1504045" y="140322"/>
                </a:lnTo>
                <a:lnTo>
                  <a:pt x="1503413" y="140818"/>
                </a:lnTo>
                <a:lnTo>
                  <a:pt x="1502793" y="141325"/>
                </a:lnTo>
                <a:lnTo>
                  <a:pt x="1502186" y="141844"/>
                </a:lnTo>
                <a:lnTo>
                  <a:pt x="1501591" y="142375"/>
                </a:lnTo>
                <a:lnTo>
                  <a:pt x="1501009" y="142919"/>
                </a:lnTo>
                <a:lnTo>
                  <a:pt x="1500438" y="143474"/>
                </a:lnTo>
                <a:lnTo>
                  <a:pt x="1499880" y="144041"/>
                </a:lnTo>
                <a:lnTo>
                  <a:pt x="1499334" y="144620"/>
                </a:lnTo>
                <a:lnTo>
                  <a:pt x="1498801" y="145211"/>
                </a:lnTo>
                <a:lnTo>
                  <a:pt x="1498280" y="145813"/>
                </a:lnTo>
                <a:lnTo>
                  <a:pt x="1497771" y="146428"/>
                </a:lnTo>
                <a:lnTo>
                  <a:pt x="1497274" y="147055"/>
                </a:lnTo>
                <a:lnTo>
                  <a:pt x="1496790" y="147694"/>
                </a:lnTo>
                <a:lnTo>
                  <a:pt x="1496318" y="148344"/>
                </a:lnTo>
                <a:lnTo>
                  <a:pt x="1495858" y="149007"/>
                </a:lnTo>
                <a:lnTo>
                  <a:pt x="1495410" y="149681"/>
                </a:lnTo>
                <a:lnTo>
                  <a:pt x="1494975" y="150368"/>
                </a:lnTo>
                <a:lnTo>
                  <a:pt x="1494552" y="151066"/>
                </a:lnTo>
                <a:lnTo>
                  <a:pt x="1494142" y="151776"/>
                </a:lnTo>
                <a:lnTo>
                  <a:pt x="1493746" y="152500"/>
                </a:lnTo>
                <a:lnTo>
                  <a:pt x="1493367" y="153240"/>
                </a:lnTo>
                <a:lnTo>
                  <a:pt x="1493004" y="153996"/>
                </a:lnTo>
                <a:lnTo>
                  <a:pt x="1492659" y="154768"/>
                </a:lnTo>
                <a:lnTo>
                  <a:pt x="1492330" y="155555"/>
                </a:lnTo>
                <a:lnTo>
                  <a:pt x="1492018" y="156358"/>
                </a:lnTo>
                <a:lnTo>
                  <a:pt x="1491723" y="157177"/>
                </a:lnTo>
                <a:lnTo>
                  <a:pt x="1491445" y="158012"/>
                </a:lnTo>
                <a:lnTo>
                  <a:pt x="1491184" y="158862"/>
                </a:lnTo>
                <a:lnTo>
                  <a:pt x="1490940" y="159729"/>
                </a:lnTo>
                <a:lnTo>
                  <a:pt x="1490712" y="160611"/>
                </a:lnTo>
                <a:lnTo>
                  <a:pt x="1490502" y="161509"/>
                </a:lnTo>
                <a:lnTo>
                  <a:pt x="1490308" y="162422"/>
                </a:lnTo>
                <a:lnTo>
                  <a:pt x="1490131" y="163352"/>
                </a:lnTo>
                <a:lnTo>
                  <a:pt x="1489971" y="164297"/>
                </a:lnTo>
                <a:lnTo>
                  <a:pt x="1489827" y="165258"/>
                </a:lnTo>
                <a:lnTo>
                  <a:pt x="1489701" y="166235"/>
                </a:lnTo>
                <a:lnTo>
                  <a:pt x="1489591" y="167228"/>
                </a:lnTo>
                <a:lnTo>
                  <a:pt x="1489499" y="168237"/>
                </a:lnTo>
                <a:lnTo>
                  <a:pt x="1489423" y="169261"/>
                </a:lnTo>
                <a:lnTo>
                  <a:pt x="1489364" y="170301"/>
                </a:lnTo>
                <a:lnTo>
                  <a:pt x="1489322" y="171357"/>
                </a:lnTo>
                <a:lnTo>
                  <a:pt x="1489297" y="172429"/>
                </a:lnTo>
                <a:lnTo>
                  <a:pt x="1489288" y="173516"/>
                </a:lnTo>
                <a:lnTo>
                  <a:pt x="1489300" y="174780"/>
                </a:lnTo>
                <a:lnTo>
                  <a:pt x="1489335" y="176027"/>
                </a:lnTo>
                <a:lnTo>
                  <a:pt x="1489394" y="177258"/>
                </a:lnTo>
                <a:lnTo>
                  <a:pt x="1489476" y="178471"/>
                </a:lnTo>
                <a:lnTo>
                  <a:pt x="1489582" y="179668"/>
                </a:lnTo>
                <a:lnTo>
                  <a:pt x="1489712" y="180847"/>
                </a:lnTo>
                <a:lnTo>
                  <a:pt x="1489864" y="182010"/>
                </a:lnTo>
                <a:lnTo>
                  <a:pt x="1490041" y="183156"/>
                </a:lnTo>
                <a:lnTo>
                  <a:pt x="1490241" y="184285"/>
                </a:lnTo>
                <a:lnTo>
                  <a:pt x="1490464" y="185397"/>
                </a:lnTo>
                <a:lnTo>
                  <a:pt x="1490711" y="186493"/>
                </a:lnTo>
                <a:lnTo>
                  <a:pt x="1490982" y="187572"/>
                </a:lnTo>
                <a:lnTo>
                  <a:pt x="1491276" y="188633"/>
                </a:lnTo>
                <a:lnTo>
                  <a:pt x="1491593" y="189678"/>
                </a:lnTo>
                <a:lnTo>
                  <a:pt x="1491935" y="190706"/>
                </a:lnTo>
                <a:lnTo>
                  <a:pt x="1492299" y="191717"/>
                </a:lnTo>
                <a:lnTo>
                  <a:pt x="1492687" y="192712"/>
                </a:lnTo>
                <a:lnTo>
                  <a:pt x="1493099" y="193689"/>
                </a:lnTo>
                <a:lnTo>
                  <a:pt x="1493534" y="194650"/>
                </a:lnTo>
                <a:lnTo>
                  <a:pt x="1493993" y="195593"/>
                </a:lnTo>
                <a:lnTo>
                  <a:pt x="1494475" y="196520"/>
                </a:lnTo>
                <a:lnTo>
                  <a:pt x="1494981" y="197430"/>
                </a:lnTo>
                <a:lnTo>
                  <a:pt x="1495510" y="198324"/>
                </a:lnTo>
                <a:lnTo>
                  <a:pt x="1496063" y="199200"/>
                </a:lnTo>
                <a:lnTo>
                  <a:pt x="1496644" y="200059"/>
                </a:lnTo>
                <a:lnTo>
                  <a:pt x="1497243" y="200901"/>
                </a:lnTo>
                <a:lnTo>
                  <a:pt x="1497858" y="201725"/>
                </a:lnTo>
                <a:lnTo>
                  <a:pt x="1498490" y="202531"/>
                </a:lnTo>
                <a:lnTo>
                  <a:pt x="1499139" y="203320"/>
                </a:lnTo>
                <a:lnTo>
                  <a:pt x="1499804" y="204091"/>
                </a:lnTo>
                <a:lnTo>
                  <a:pt x="1500487" y="204845"/>
                </a:lnTo>
                <a:lnTo>
                  <a:pt x="1501186" y="205582"/>
                </a:lnTo>
                <a:lnTo>
                  <a:pt x="1501902" y="206300"/>
                </a:lnTo>
                <a:lnTo>
                  <a:pt x="1502636" y="207001"/>
                </a:lnTo>
                <a:lnTo>
                  <a:pt x="1503385" y="207685"/>
                </a:lnTo>
                <a:lnTo>
                  <a:pt x="1504152" y="208351"/>
                </a:lnTo>
                <a:lnTo>
                  <a:pt x="1504936" y="208999"/>
                </a:lnTo>
                <a:lnTo>
                  <a:pt x="1505736" y="209630"/>
                </a:lnTo>
                <a:lnTo>
                  <a:pt x="1506554" y="210244"/>
                </a:lnTo>
                <a:lnTo>
                  <a:pt x="1507388" y="210840"/>
                </a:lnTo>
                <a:lnTo>
                  <a:pt x="1508239" y="211418"/>
                </a:lnTo>
                <a:lnTo>
                  <a:pt x="1509107" y="211979"/>
                </a:lnTo>
                <a:lnTo>
                  <a:pt x="1509992" y="212522"/>
                </a:lnTo>
                <a:lnTo>
                  <a:pt x="1510893" y="213047"/>
                </a:lnTo>
                <a:lnTo>
                  <a:pt x="1511812" y="213555"/>
                </a:lnTo>
                <a:lnTo>
                  <a:pt x="1512747" y="214046"/>
                </a:lnTo>
                <a:lnTo>
                  <a:pt x="1513699" y="214519"/>
                </a:lnTo>
                <a:lnTo>
                  <a:pt x="1514668" y="214974"/>
                </a:lnTo>
                <a:lnTo>
                  <a:pt x="1515659" y="215403"/>
                </a:lnTo>
                <a:lnTo>
                  <a:pt x="1516661" y="215814"/>
                </a:lnTo>
                <a:lnTo>
                  <a:pt x="1517672" y="216206"/>
                </a:lnTo>
                <a:lnTo>
                  <a:pt x="1518693" y="216581"/>
                </a:lnTo>
                <a:lnTo>
                  <a:pt x="1519725" y="216937"/>
                </a:lnTo>
                <a:lnTo>
                  <a:pt x="1520767" y="217275"/>
                </a:lnTo>
                <a:lnTo>
                  <a:pt x="1521819" y="217594"/>
                </a:lnTo>
                <a:lnTo>
                  <a:pt x="1522881" y="217895"/>
                </a:lnTo>
                <a:lnTo>
                  <a:pt x="1523954" y="218178"/>
                </a:lnTo>
                <a:lnTo>
                  <a:pt x="1525036" y="218443"/>
                </a:lnTo>
                <a:lnTo>
                  <a:pt x="1526129" y="218689"/>
                </a:lnTo>
                <a:lnTo>
                  <a:pt x="1527232" y="218918"/>
                </a:lnTo>
                <a:lnTo>
                  <a:pt x="1528345" y="219128"/>
                </a:lnTo>
                <a:lnTo>
                  <a:pt x="1529469" y="219319"/>
                </a:lnTo>
                <a:lnTo>
                  <a:pt x="1530602" y="219493"/>
                </a:lnTo>
                <a:lnTo>
                  <a:pt x="1531746" y="219648"/>
                </a:lnTo>
                <a:lnTo>
                  <a:pt x="1532900" y="219785"/>
                </a:lnTo>
                <a:lnTo>
                  <a:pt x="1534064" y="219904"/>
                </a:lnTo>
                <a:lnTo>
                  <a:pt x="1535238" y="220004"/>
                </a:lnTo>
                <a:lnTo>
                  <a:pt x="1536423" y="220086"/>
                </a:lnTo>
                <a:lnTo>
                  <a:pt x="1537617" y="220150"/>
                </a:lnTo>
                <a:lnTo>
                  <a:pt x="1538822" y="220196"/>
                </a:lnTo>
                <a:lnTo>
                  <a:pt x="1540037" y="220223"/>
                </a:lnTo>
                <a:lnTo>
                  <a:pt x="1541262" y="220232"/>
                </a:lnTo>
                <a:lnTo>
                  <a:pt x="1542268" y="220226"/>
                </a:lnTo>
                <a:lnTo>
                  <a:pt x="1543263" y="220209"/>
                </a:lnTo>
                <a:lnTo>
                  <a:pt x="1544247" y="220180"/>
                </a:lnTo>
                <a:lnTo>
                  <a:pt x="1545220" y="220140"/>
                </a:lnTo>
                <a:lnTo>
                  <a:pt x="1546182" y="220087"/>
                </a:lnTo>
                <a:close/>
                <a:moveTo>
                  <a:pt x="1546182" y="193111"/>
                </a:moveTo>
                <a:lnTo>
                  <a:pt x="1545307" y="193013"/>
                </a:lnTo>
                <a:lnTo>
                  <a:pt x="1544446" y="192896"/>
                </a:lnTo>
                <a:lnTo>
                  <a:pt x="1543599" y="192762"/>
                </a:lnTo>
                <a:lnTo>
                  <a:pt x="1542766" y="192610"/>
                </a:lnTo>
                <a:lnTo>
                  <a:pt x="1541947" y="192440"/>
                </a:lnTo>
                <a:lnTo>
                  <a:pt x="1541143" y="192252"/>
                </a:lnTo>
                <a:lnTo>
                  <a:pt x="1540352" y="192046"/>
                </a:lnTo>
                <a:lnTo>
                  <a:pt x="1539575" y="191822"/>
                </a:lnTo>
                <a:lnTo>
                  <a:pt x="1538813" y="191580"/>
                </a:lnTo>
                <a:lnTo>
                  <a:pt x="1538064" y="191321"/>
                </a:lnTo>
                <a:lnTo>
                  <a:pt x="1537330" y="191043"/>
                </a:lnTo>
                <a:lnTo>
                  <a:pt x="1536609" y="190748"/>
                </a:lnTo>
                <a:lnTo>
                  <a:pt x="1535903" y="190434"/>
                </a:lnTo>
                <a:lnTo>
                  <a:pt x="1535211" y="190103"/>
                </a:lnTo>
                <a:lnTo>
                  <a:pt x="1534532" y="189754"/>
                </a:lnTo>
                <a:lnTo>
                  <a:pt x="1533868" y="189387"/>
                </a:lnTo>
                <a:lnTo>
                  <a:pt x="1533218" y="189002"/>
                </a:lnTo>
                <a:lnTo>
                  <a:pt x="1532582" y="188599"/>
                </a:lnTo>
                <a:lnTo>
                  <a:pt x="1531959" y="188178"/>
                </a:lnTo>
                <a:lnTo>
                  <a:pt x="1531357" y="187740"/>
                </a:lnTo>
                <a:lnTo>
                  <a:pt x="1530780" y="187284"/>
                </a:lnTo>
                <a:lnTo>
                  <a:pt x="1530229" y="186812"/>
                </a:lnTo>
                <a:lnTo>
                  <a:pt x="1529704" y="186322"/>
                </a:lnTo>
                <a:lnTo>
                  <a:pt x="1529204" y="185814"/>
                </a:lnTo>
                <a:lnTo>
                  <a:pt x="1528730" y="185290"/>
                </a:lnTo>
                <a:lnTo>
                  <a:pt x="1528281" y="184748"/>
                </a:lnTo>
                <a:lnTo>
                  <a:pt x="1527859" y="184190"/>
                </a:lnTo>
                <a:lnTo>
                  <a:pt x="1527461" y="183614"/>
                </a:lnTo>
                <a:lnTo>
                  <a:pt x="1527090" y="183021"/>
                </a:lnTo>
                <a:lnTo>
                  <a:pt x="1526744" y="182410"/>
                </a:lnTo>
                <a:lnTo>
                  <a:pt x="1526423" y="181783"/>
                </a:lnTo>
                <a:lnTo>
                  <a:pt x="1526129" y="181138"/>
                </a:lnTo>
                <a:lnTo>
                  <a:pt x="1525859" y="180476"/>
                </a:lnTo>
                <a:lnTo>
                  <a:pt x="1525616" y="179797"/>
                </a:lnTo>
                <a:lnTo>
                  <a:pt x="1525398" y="179100"/>
                </a:lnTo>
                <a:lnTo>
                  <a:pt x="1525206" y="178387"/>
                </a:lnTo>
                <a:lnTo>
                  <a:pt x="1525039" y="177656"/>
                </a:lnTo>
                <a:lnTo>
                  <a:pt x="1524898" y="176908"/>
                </a:lnTo>
                <a:lnTo>
                  <a:pt x="1524783" y="176143"/>
                </a:lnTo>
                <a:lnTo>
                  <a:pt x="1524693" y="175360"/>
                </a:lnTo>
                <a:lnTo>
                  <a:pt x="1524629" y="174560"/>
                </a:lnTo>
                <a:lnTo>
                  <a:pt x="1524591" y="173744"/>
                </a:lnTo>
                <a:lnTo>
                  <a:pt x="1524578" y="172910"/>
                </a:lnTo>
                <a:lnTo>
                  <a:pt x="1524584" y="172324"/>
                </a:lnTo>
                <a:lnTo>
                  <a:pt x="1524604" y="171748"/>
                </a:lnTo>
                <a:lnTo>
                  <a:pt x="1524636" y="171181"/>
                </a:lnTo>
                <a:lnTo>
                  <a:pt x="1524682" y="170623"/>
                </a:lnTo>
                <a:lnTo>
                  <a:pt x="1524740" y="170074"/>
                </a:lnTo>
                <a:lnTo>
                  <a:pt x="1524812" y="169535"/>
                </a:lnTo>
                <a:lnTo>
                  <a:pt x="1524896" y="169004"/>
                </a:lnTo>
                <a:lnTo>
                  <a:pt x="1524994" y="168483"/>
                </a:lnTo>
                <a:lnTo>
                  <a:pt x="1525104" y="167971"/>
                </a:lnTo>
                <a:lnTo>
                  <a:pt x="1525227" y="167468"/>
                </a:lnTo>
                <a:lnTo>
                  <a:pt x="1525364" y="166974"/>
                </a:lnTo>
                <a:lnTo>
                  <a:pt x="1525513" y="166489"/>
                </a:lnTo>
                <a:lnTo>
                  <a:pt x="1525676" y="166013"/>
                </a:lnTo>
                <a:lnTo>
                  <a:pt x="1525851" y="165546"/>
                </a:lnTo>
                <a:lnTo>
                  <a:pt x="1526039" y="165089"/>
                </a:lnTo>
                <a:lnTo>
                  <a:pt x="1526241" y="164640"/>
                </a:lnTo>
                <a:lnTo>
                  <a:pt x="1526455" y="164201"/>
                </a:lnTo>
                <a:lnTo>
                  <a:pt x="1526682" y="163771"/>
                </a:lnTo>
                <a:lnTo>
                  <a:pt x="1526923" y="163350"/>
                </a:lnTo>
                <a:lnTo>
                  <a:pt x="1527176" y="162938"/>
                </a:lnTo>
                <a:lnTo>
                  <a:pt x="1527442" y="162536"/>
                </a:lnTo>
                <a:lnTo>
                  <a:pt x="1527722" y="162142"/>
                </a:lnTo>
                <a:lnTo>
                  <a:pt x="1528014" y="161758"/>
                </a:lnTo>
                <a:lnTo>
                  <a:pt x="1528319" y="161382"/>
                </a:lnTo>
                <a:lnTo>
                  <a:pt x="1528636" y="161007"/>
                </a:lnTo>
                <a:lnTo>
                  <a:pt x="1528962" y="160638"/>
                </a:lnTo>
                <a:lnTo>
                  <a:pt x="1529297" y="160276"/>
                </a:lnTo>
                <a:lnTo>
                  <a:pt x="1529642" y="159922"/>
                </a:lnTo>
                <a:lnTo>
                  <a:pt x="1529997" y="159574"/>
                </a:lnTo>
                <a:lnTo>
                  <a:pt x="1530361" y="159234"/>
                </a:lnTo>
                <a:lnTo>
                  <a:pt x="1530734" y="158900"/>
                </a:lnTo>
                <a:lnTo>
                  <a:pt x="1531117" y="158573"/>
                </a:lnTo>
                <a:lnTo>
                  <a:pt x="1531509" y="158254"/>
                </a:lnTo>
                <a:lnTo>
                  <a:pt x="1531911" y="157941"/>
                </a:lnTo>
                <a:lnTo>
                  <a:pt x="1532322" y="157636"/>
                </a:lnTo>
                <a:lnTo>
                  <a:pt x="1532743" y="157338"/>
                </a:lnTo>
                <a:lnTo>
                  <a:pt x="1533173" y="157046"/>
                </a:lnTo>
                <a:lnTo>
                  <a:pt x="1533613" y="156762"/>
                </a:lnTo>
                <a:lnTo>
                  <a:pt x="1534062" y="156484"/>
                </a:lnTo>
                <a:lnTo>
                  <a:pt x="1534521" y="156214"/>
                </a:lnTo>
                <a:lnTo>
                  <a:pt x="1534989" y="155951"/>
                </a:lnTo>
                <a:lnTo>
                  <a:pt x="1535467" y="155694"/>
                </a:lnTo>
                <a:lnTo>
                  <a:pt x="1535954" y="155445"/>
                </a:lnTo>
                <a:lnTo>
                  <a:pt x="1536451" y="155203"/>
                </a:lnTo>
                <a:lnTo>
                  <a:pt x="1536957" y="154968"/>
                </a:lnTo>
                <a:lnTo>
                  <a:pt x="1537472" y="154739"/>
                </a:lnTo>
                <a:lnTo>
                  <a:pt x="1537997" y="154518"/>
                </a:lnTo>
                <a:lnTo>
                  <a:pt x="1538532" y="154304"/>
                </a:lnTo>
                <a:lnTo>
                  <a:pt x="1539074" y="154096"/>
                </a:lnTo>
                <a:lnTo>
                  <a:pt x="1539623" y="153893"/>
                </a:lnTo>
                <a:lnTo>
                  <a:pt x="1540177" y="153694"/>
                </a:lnTo>
                <a:lnTo>
                  <a:pt x="1540737" y="153501"/>
                </a:lnTo>
                <a:lnTo>
                  <a:pt x="1541303" y="153312"/>
                </a:lnTo>
                <a:lnTo>
                  <a:pt x="1541875" y="153129"/>
                </a:lnTo>
                <a:lnTo>
                  <a:pt x="1542453" y="152950"/>
                </a:lnTo>
                <a:lnTo>
                  <a:pt x="1543037" y="152776"/>
                </a:lnTo>
                <a:lnTo>
                  <a:pt x="1543627" y="152607"/>
                </a:lnTo>
                <a:lnTo>
                  <a:pt x="1544223" y="152443"/>
                </a:lnTo>
                <a:lnTo>
                  <a:pt x="1544825" y="152284"/>
                </a:lnTo>
                <a:lnTo>
                  <a:pt x="1545433" y="152130"/>
                </a:lnTo>
                <a:lnTo>
                  <a:pt x="1546047" y="151981"/>
                </a:lnTo>
                <a:lnTo>
                  <a:pt x="1546667" y="151837"/>
                </a:lnTo>
                <a:lnTo>
                  <a:pt x="1547293" y="151697"/>
                </a:lnTo>
                <a:lnTo>
                  <a:pt x="1547925" y="151563"/>
                </a:lnTo>
                <a:lnTo>
                  <a:pt x="1548562" y="151433"/>
                </a:lnTo>
                <a:lnTo>
                  <a:pt x="1549206" y="151309"/>
                </a:lnTo>
                <a:lnTo>
                  <a:pt x="1549856" y="151189"/>
                </a:lnTo>
                <a:lnTo>
                  <a:pt x="1550512" y="151074"/>
                </a:lnTo>
                <a:lnTo>
                  <a:pt x="1551173" y="150964"/>
                </a:lnTo>
                <a:lnTo>
                  <a:pt x="1551841" y="150859"/>
                </a:lnTo>
                <a:lnTo>
                  <a:pt x="1552514" y="150759"/>
                </a:lnTo>
                <a:lnTo>
                  <a:pt x="1553194" y="150664"/>
                </a:lnTo>
                <a:lnTo>
                  <a:pt x="1553500" y="150621"/>
                </a:lnTo>
                <a:lnTo>
                  <a:pt x="1553810" y="150578"/>
                </a:lnTo>
                <a:lnTo>
                  <a:pt x="1554125" y="150534"/>
                </a:lnTo>
                <a:lnTo>
                  <a:pt x="1554444" y="150490"/>
                </a:lnTo>
                <a:lnTo>
                  <a:pt x="1554768" y="150444"/>
                </a:lnTo>
                <a:lnTo>
                  <a:pt x="1555096" y="150398"/>
                </a:lnTo>
                <a:lnTo>
                  <a:pt x="1555429" y="150352"/>
                </a:lnTo>
                <a:lnTo>
                  <a:pt x="1555767" y="150304"/>
                </a:lnTo>
                <a:lnTo>
                  <a:pt x="1556109" y="150256"/>
                </a:lnTo>
                <a:lnTo>
                  <a:pt x="1556456" y="150207"/>
                </a:lnTo>
                <a:lnTo>
                  <a:pt x="1556807" y="150158"/>
                </a:lnTo>
                <a:lnTo>
                  <a:pt x="1557163" y="150108"/>
                </a:lnTo>
                <a:lnTo>
                  <a:pt x="1557523" y="150057"/>
                </a:lnTo>
                <a:lnTo>
                  <a:pt x="1557888" y="150005"/>
                </a:lnTo>
                <a:lnTo>
                  <a:pt x="1558258" y="149953"/>
                </a:lnTo>
                <a:lnTo>
                  <a:pt x="1558632" y="149900"/>
                </a:lnTo>
                <a:lnTo>
                  <a:pt x="1559010" y="149846"/>
                </a:lnTo>
                <a:lnTo>
                  <a:pt x="1559394" y="149792"/>
                </a:lnTo>
                <a:lnTo>
                  <a:pt x="1559781" y="149737"/>
                </a:lnTo>
                <a:lnTo>
                  <a:pt x="1560174" y="149681"/>
                </a:lnTo>
                <a:lnTo>
                  <a:pt x="1560571" y="149624"/>
                </a:lnTo>
                <a:lnTo>
                  <a:pt x="1560972" y="149567"/>
                </a:lnTo>
                <a:lnTo>
                  <a:pt x="1561378" y="149509"/>
                </a:lnTo>
                <a:lnTo>
                  <a:pt x="1561789" y="149451"/>
                </a:lnTo>
                <a:lnTo>
                  <a:pt x="1562202" y="149391"/>
                </a:lnTo>
                <a:lnTo>
                  <a:pt x="1562615" y="149331"/>
                </a:lnTo>
                <a:lnTo>
                  <a:pt x="1563029" y="149270"/>
                </a:lnTo>
                <a:lnTo>
                  <a:pt x="1563443" y="149209"/>
                </a:lnTo>
                <a:lnTo>
                  <a:pt x="1563858" y="149147"/>
                </a:lnTo>
                <a:lnTo>
                  <a:pt x="1564272" y="149084"/>
                </a:lnTo>
                <a:lnTo>
                  <a:pt x="1564688" y="149020"/>
                </a:lnTo>
                <a:lnTo>
                  <a:pt x="1565103" y="148956"/>
                </a:lnTo>
                <a:lnTo>
                  <a:pt x="1565519" y="148891"/>
                </a:lnTo>
                <a:lnTo>
                  <a:pt x="1565935" y="148826"/>
                </a:lnTo>
                <a:lnTo>
                  <a:pt x="1566352" y="148759"/>
                </a:lnTo>
                <a:lnTo>
                  <a:pt x="1566769" y="148692"/>
                </a:lnTo>
                <a:lnTo>
                  <a:pt x="1567186" y="148624"/>
                </a:lnTo>
                <a:lnTo>
                  <a:pt x="1567604" y="148556"/>
                </a:lnTo>
                <a:lnTo>
                  <a:pt x="1568022" y="148487"/>
                </a:lnTo>
                <a:lnTo>
                  <a:pt x="1568440" y="148417"/>
                </a:lnTo>
                <a:lnTo>
                  <a:pt x="1568859" y="148346"/>
                </a:lnTo>
                <a:lnTo>
                  <a:pt x="1569278" y="148275"/>
                </a:lnTo>
                <a:lnTo>
                  <a:pt x="1569697" y="148203"/>
                </a:lnTo>
                <a:lnTo>
                  <a:pt x="1570117" y="148130"/>
                </a:lnTo>
                <a:lnTo>
                  <a:pt x="1570537" y="148057"/>
                </a:lnTo>
                <a:lnTo>
                  <a:pt x="1570957" y="147983"/>
                </a:lnTo>
                <a:lnTo>
                  <a:pt x="1571378" y="147908"/>
                </a:lnTo>
                <a:lnTo>
                  <a:pt x="1571799" y="147833"/>
                </a:lnTo>
                <a:lnTo>
                  <a:pt x="1572219" y="147756"/>
                </a:lnTo>
                <a:lnTo>
                  <a:pt x="1572635" y="147679"/>
                </a:lnTo>
                <a:lnTo>
                  <a:pt x="1573047" y="147600"/>
                </a:lnTo>
                <a:lnTo>
                  <a:pt x="1573457" y="147521"/>
                </a:lnTo>
                <a:lnTo>
                  <a:pt x="1573862" y="147440"/>
                </a:lnTo>
                <a:lnTo>
                  <a:pt x="1574264" y="147359"/>
                </a:lnTo>
                <a:lnTo>
                  <a:pt x="1574663" y="147276"/>
                </a:lnTo>
                <a:lnTo>
                  <a:pt x="1575058" y="147192"/>
                </a:lnTo>
                <a:lnTo>
                  <a:pt x="1575449" y="147107"/>
                </a:lnTo>
                <a:lnTo>
                  <a:pt x="1575837" y="147022"/>
                </a:lnTo>
                <a:lnTo>
                  <a:pt x="1576221" y="146935"/>
                </a:lnTo>
                <a:lnTo>
                  <a:pt x="1576602" y="146847"/>
                </a:lnTo>
                <a:lnTo>
                  <a:pt x="1576980" y="146758"/>
                </a:lnTo>
                <a:lnTo>
                  <a:pt x="1577354" y="146668"/>
                </a:lnTo>
                <a:lnTo>
                  <a:pt x="1577724" y="146577"/>
                </a:lnTo>
                <a:lnTo>
                  <a:pt x="1578091" y="146484"/>
                </a:lnTo>
                <a:lnTo>
                  <a:pt x="1578455" y="146391"/>
                </a:lnTo>
                <a:lnTo>
                  <a:pt x="1578814" y="146297"/>
                </a:lnTo>
                <a:lnTo>
                  <a:pt x="1579171" y="146202"/>
                </a:lnTo>
                <a:lnTo>
                  <a:pt x="1579524" y="146105"/>
                </a:lnTo>
                <a:lnTo>
                  <a:pt x="1579873" y="146008"/>
                </a:lnTo>
                <a:lnTo>
                  <a:pt x="1580219" y="145909"/>
                </a:lnTo>
                <a:lnTo>
                  <a:pt x="1580561" y="145810"/>
                </a:lnTo>
                <a:lnTo>
                  <a:pt x="1580900" y="145709"/>
                </a:lnTo>
                <a:lnTo>
                  <a:pt x="1581241" y="145608"/>
                </a:lnTo>
                <a:lnTo>
                  <a:pt x="1581574" y="145506"/>
                </a:lnTo>
                <a:lnTo>
                  <a:pt x="1581898" y="145403"/>
                </a:lnTo>
                <a:lnTo>
                  <a:pt x="1582214" y="145299"/>
                </a:lnTo>
                <a:lnTo>
                  <a:pt x="1582522" y="145195"/>
                </a:lnTo>
                <a:lnTo>
                  <a:pt x="1582821" y="145090"/>
                </a:lnTo>
                <a:lnTo>
                  <a:pt x="1583112" y="144984"/>
                </a:lnTo>
                <a:lnTo>
                  <a:pt x="1583394" y="144878"/>
                </a:lnTo>
                <a:lnTo>
                  <a:pt x="1583668" y="144771"/>
                </a:lnTo>
                <a:lnTo>
                  <a:pt x="1583933" y="144663"/>
                </a:lnTo>
                <a:lnTo>
                  <a:pt x="1584190" y="144554"/>
                </a:lnTo>
                <a:lnTo>
                  <a:pt x="1584439" y="144445"/>
                </a:lnTo>
                <a:lnTo>
                  <a:pt x="1584679" y="144335"/>
                </a:lnTo>
                <a:lnTo>
                  <a:pt x="1584911" y="144225"/>
                </a:lnTo>
                <a:lnTo>
                  <a:pt x="1585134" y="144113"/>
                </a:lnTo>
                <a:lnTo>
                  <a:pt x="1585349" y="144001"/>
                </a:lnTo>
                <a:lnTo>
                  <a:pt x="1585555" y="143889"/>
                </a:lnTo>
                <a:lnTo>
                  <a:pt x="1585753" y="143775"/>
                </a:lnTo>
                <a:lnTo>
                  <a:pt x="1585943" y="143661"/>
                </a:lnTo>
                <a:lnTo>
                  <a:pt x="1586124" y="143546"/>
                </a:lnTo>
                <a:lnTo>
                  <a:pt x="1586297" y="143431"/>
                </a:lnTo>
                <a:lnTo>
                  <a:pt x="1586461" y="143315"/>
                </a:lnTo>
                <a:lnTo>
                  <a:pt x="1586617" y="143198"/>
                </a:lnTo>
                <a:lnTo>
                  <a:pt x="1586765" y="143080"/>
                </a:lnTo>
                <a:lnTo>
                  <a:pt x="1586765" y="161382"/>
                </a:lnTo>
                <a:lnTo>
                  <a:pt x="1586757" y="162096"/>
                </a:lnTo>
                <a:lnTo>
                  <a:pt x="1586734" y="162806"/>
                </a:lnTo>
                <a:lnTo>
                  <a:pt x="1586695" y="163510"/>
                </a:lnTo>
                <a:lnTo>
                  <a:pt x="1586641" y="164211"/>
                </a:lnTo>
                <a:lnTo>
                  <a:pt x="1586572" y="164906"/>
                </a:lnTo>
                <a:lnTo>
                  <a:pt x="1586487" y="165598"/>
                </a:lnTo>
                <a:lnTo>
                  <a:pt x="1586386" y="166284"/>
                </a:lnTo>
                <a:lnTo>
                  <a:pt x="1586270" y="166966"/>
                </a:lnTo>
                <a:lnTo>
                  <a:pt x="1586139" y="167644"/>
                </a:lnTo>
                <a:lnTo>
                  <a:pt x="1585992" y="168317"/>
                </a:lnTo>
                <a:lnTo>
                  <a:pt x="1585830" y="168985"/>
                </a:lnTo>
                <a:lnTo>
                  <a:pt x="1585652" y="169649"/>
                </a:lnTo>
                <a:lnTo>
                  <a:pt x="1585459" y="170308"/>
                </a:lnTo>
                <a:lnTo>
                  <a:pt x="1585251" y="170962"/>
                </a:lnTo>
                <a:lnTo>
                  <a:pt x="1585027" y="171612"/>
                </a:lnTo>
                <a:lnTo>
                  <a:pt x="1584787" y="172258"/>
                </a:lnTo>
                <a:lnTo>
                  <a:pt x="1584532" y="172899"/>
                </a:lnTo>
                <a:lnTo>
                  <a:pt x="1584262" y="173535"/>
                </a:lnTo>
                <a:lnTo>
                  <a:pt x="1583976" y="174167"/>
                </a:lnTo>
                <a:lnTo>
                  <a:pt x="1583675" y="174794"/>
                </a:lnTo>
                <a:lnTo>
                  <a:pt x="1583358" y="175417"/>
                </a:lnTo>
                <a:lnTo>
                  <a:pt x="1583026" y="176035"/>
                </a:lnTo>
                <a:lnTo>
                  <a:pt x="1582679" y="176649"/>
                </a:lnTo>
                <a:lnTo>
                  <a:pt x="1582316" y="177258"/>
                </a:lnTo>
                <a:lnTo>
                  <a:pt x="1581947" y="177859"/>
                </a:lnTo>
                <a:lnTo>
                  <a:pt x="1581565" y="178451"/>
                </a:lnTo>
                <a:lnTo>
                  <a:pt x="1581170" y="179033"/>
                </a:lnTo>
                <a:lnTo>
                  <a:pt x="1580762" y="179606"/>
                </a:lnTo>
                <a:lnTo>
                  <a:pt x="1580342" y="180168"/>
                </a:lnTo>
                <a:lnTo>
                  <a:pt x="1579908" y="180721"/>
                </a:lnTo>
                <a:lnTo>
                  <a:pt x="1579461" y="181264"/>
                </a:lnTo>
                <a:lnTo>
                  <a:pt x="1579001" y="181797"/>
                </a:lnTo>
                <a:lnTo>
                  <a:pt x="1578528" y="182320"/>
                </a:lnTo>
                <a:lnTo>
                  <a:pt x="1578043" y="182833"/>
                </a:lnTo>
                <a:lnTo>
                  <a:pt x="1577544" y="183337"/>
                </a:lnTo>
                <a:lnTo>
                  <a:pt x="1577032" y="183830"/>
                </a:lnTo>
                <a:lnTo>
                  <a:pt x="1576508" y="184314"/>
                </a:lnTo>
                <a:lnTo>
                  <a:pt x="1575970" y="184788"/>
                </a:lnTo>
                <a:lnTo>
                  <a:pt x="1575419" y="185252"/>
                </a:lnTo>
                <a:lnTo>
                  <a:pt x="1574855" y="185706"/>
                </a:lnTo>
                <a:lnTo>
                  <a:pt x="1574279" y="186151"/>
                </a:lnTo>
                <a:lnTo>
                  <a:pt x="1573689" y="186586"/>
                </a:lnTo>
                <a:lnTo>
                  <a:pt x="1573086" y="187010"/>
                </a:lnTo>
                <a:lnTo>
                  <a:pt x="1572471" y="187425"/>
                </a:lnTo>
                <a:lnTo>
                  <a:pt x="1571842" y="187831"/>
                </a:lnTo>
                <a:lnTo>
                  <a:pt x="1571201" y="188226"/>
                </a:lnTo>
                <a:lnTo>
                  <a:pt x="1570546" y="188611"/>
                </a:lnTo>
                <a:lnTo>
                  <a:pt x="1569878" y="188987"/>
                </a:lnTo>
                <a:lnTo>
                  <a:pt x="1569199" y="189342"/>
                </a:lnTo>
                <a:lnTo>
                  <a:pt x="1568510" y="189682"/>
                </a:lnTo>
                <a:lnTo>
                  <a:pt x="1567810" y="190006"/>
                </a:lnTo>
                <a:lnTo>
                  <a:pt x="1567100" y="190316"/>
                </a:lnTo>
                <a:lnTo>
                  <a:pt x="1566380" y="190610"/>
                </a:lnTo>
                <a:lnTo>
                  <a:pt x="1565650" y="190889"/>
                </a:lnTo>
                <a:lnTo>
                  <a:pt x="1564910" y="191154"/>
                </a:lnTo>
                <a:lnTo>
                  <a:pt x="1564159" y="191403"/>
                </a:lnTo>
                <a:lnTo>
                  <a:pt x="1563399" y="191637"/>
                </a:lnTo>
                <a:lnTo>
                  <a:pt x="1562628" y="191856"/>
                </a:lnTo>
                <a:lnTo>
                  <a:pt x="1561847" y="192059"/>
                </a:lnTo>
                <a:lnTo>
                  <a:pt x="1561056" y="192248"/>
                </a:lnTo>
                <a:lnTo>
                  <a:pt x="1560254" y="192422"/>
                </a:lnTo>
                <a:lnTo>
                  <a:pt x="1559443" y="192580"/>
                </a:lnTo>
                <a:lnTo>
                  <a:pt x="1558621" y="192724"/>
                </a:lnTo>
                <a:lnTo>
                  <a:pt x="1557789" y="192852"/>
                </a:lnTo>
                <a:lnTo>
                  <a:pt x="1556947" y="192965"/>
                </a:lnTo>
                <a:lnTo>
                  <a:pt x="1556095" y="193063"/>
                </a:lnTo>
                <a:lnTo>
                  <a:pt x="1555232" y="193146"/>
                </a:lnTo>
                <a:lnTo>
                  <a:pt x="1554360" y="193214"/>
                </a:lnTo>
                <a:lnTo>
                  <a:pt x="1553477" y="193267"/>
                </a:lnTo>
                <a:lnTo>
                  <a:pt x="1552584" y="193305"/>
                </a:lnTo>
                <a:lnTo>
                  <a:pt x="1551681" y="193328"/>
                </a:lnTo>
                <a:lnTo>
                  <a:pt x="1550767" y="193335"/>
                </a:lnTo>
                <a:lnTo>
                  <a:pt x="1549822" y="193326"/>
                </a:lnTo>
                <a:lnTo>
                  <a:pt x="1548891" y="193299"/>
                </a:lnTo>
                <a:lnTo>
                  <a:pt x="1547974" y="193255"/>
                </a:lnTo>
                <a:lnTo>
                  <a:pt x="1547071" y="193192"/>
                </a:lnTo>
                <a:lnTo>
                  <a:pt x="1546182" y="193111"/>
                </a:lnTo>
                <a:close/>
                <a:moveTo>
                  <a:pt x="1010007" y="156534"/>
                </a:moveTo>
                <a:lnTo>
                  <a:pt x="1009913" y="157445"/>
                </a:lnTo>
                <a:lnTo>
                  <a:pt x="1009801" y="158342"/>
                </a:lnTo>
                <a:lnTo>
                  <a:pt x="1009672" y="159225"/>
                </a:lnTo>
                <a:lnTo>
                  <a:pt x="1009526" y="160095"/>
                </a:lnTo>
                <a:lnTo>
                  <a:pt x="1009362" y="160950"/>
                </a:lnTo>
                <a:lnTo>
                  <a:pt x="1009182" y="161793"/>
                </a:lnTo>
                <a:lnTo>
                  <a:pt x="1008984" y="162621"/>
                </a:lnTo>
                <a:lnTo>
                  <a:pt x="1008769" y="163436"/>
                </a:lnTo>
                <a:lnTo>
                  <a:pt x="1008536" y="164237"/>
                </a:lnTo>
                <a:lnTo>
                  <a:pt x="1008287" y="165024"/>
                </a:lnTo>
                <a:lnTo>
                  <a:pt x="1008020" y="165798"/>
                </a:lnTo>
                <a:lnTo>
                  <a:pt x="1007736" y="166558"/>
                </a:lnTo>
                <a:lnTo>
                  <a:pt x="1007435" y="167304"/>
                </a:lnTo>
                <a:lnTo>
                  <a:pt x="1007117" y="168036"/>
                </a:lnTo>
                <a:lnTo>
                  <a:pt x="1006782" y="168755"/>
                </a:lnTo>
                <a:lnTo>
                  <a:pt x="1006429" y="169461"/>
                </a:lnTo>
                <a:lnTo>
                  <a:pt x="1006059" y="170152"/>
                </a:lnTo>
                <a:lnTo>
                  <a:pt x="1005672" y="170830"/>
                </a:lnTo>
                <a:lnTo>
                  <a:pt x="1005268" y="171494"/>
                </a:lnTo>
                <a:lnTo>
                  <a:pt x="1004858" y="172136"/>
                </a:lnTo>
                <a:lnTo>
                  <a:pt x="1004440" y="172765"/>
                </a:lnTo>
                <a:lnTo>
                  <a:pt x="1004012" y="173380"/>
                </a:lnTo>
                <a:lnTo>
                  <a:pt x="1003574" y="173983"/>
                </a:lnTo>
                <a:lnTo>
                  <a:pt x="1003127" y="174571"/>
                </a:lnTo>
                <a:lnTo>
                  <a:pt x="1002670" y="175147"/>
                </a:lnTo>
                <a:lnTo>
                  <a:pt x="1002204" y="175709"/>
                </a:lnTo>
                <a:lnTo>
                  <a:pt x="1001729" y="176258"/>
                </a:lnTo>
                <a:lnTo>
                  <a:pt x="1001244" y="176793"/>
                </a:lnTo>
                <a:lnTo>
                  <a:pt x="1000749" y="177315"/>
                </a:lnTo>
                <a:lnTo>
                  <a:pt x="1000245" y="177824"/>
                </a:lnTo>
                <a:lnTo>
                  <a:pt x="999732" y="178319"/>
                </a:lnTo>
                <a:lnTo>
                  <a:pt x="999209" y="178801"/>
                </a:lnTo>
                <a:lnTo>
                  <a:pt x="998676" y="179270"/>
                </a:lnTo>
                <a:lnTo>
                  <a:pt x="998134" y="179725"/>
                </a:lnTo>
                <a:lnTo>
                  <a:pt x="997583" y="180168"/>
                </a:lnTo>
                <a:lnTo>
                  <a:pt x="997022" y="180596"/>
                </a:lnTo>
                <a:lnTo>
                  <a:pt x="996452" y="181012"/>
                </a:lnTo>
                <a:lnTo>
                  <a:pt x="995872" y="181414"/>
                </a:lnTo>
                <a:lnTo>
                  <a:pt x="995282" y="181802"/>
                </a:lnTo>
                <a:lnTo>
                  <a:pt x="994684" y="182178"/>
                </a:lnTo>
                <a:lnTo>
                  <a:pt x="994075" y="182540"/>
                </a:lnTo>
                <a:lnTo>
                  <a:pt x="993458" y="182888"/>
                </a:lnTo>
                <a:lnTo>
                  <a:pt x="992830" y="183223"/>
                </a:lnTo>
                <a:lnTo>
                  <a:pt x="992197" y="183545"/>
                </a:lnTo>
                <a:lnTo>
                  <a:pt x="991563" y="183853"/>
                </a:lnTo>
                <a:lnTo>
                  <a:pt x="990927" y="184148"/>
                </a:lnTo>
                <a:lnTo>
                  <a:pt x="990288" y="184428"/>
                </a:lnTo>
                <a:lnTo>
                  <a:pt x="989648" y="184695"/>
                </a:lnTo>
                <a:lnTo>
                  <a:pt x="989007" y="184949"/>
                </a:lnTo>
                <a:lnTo>
                  <a:pt x="988363" y="185188"/>
                </a:lnTo>
                <a:lnTo>
                  <a:pt x="987718" y="185414"/>
                </a:lnTo>
                <a:lnTo>
                  <a:pt x="987071" y="185627"/>
                </a:lnTo>
                <a:lnTo>
                  <a:pt x="986423" y="185825"/>
                </a:lnTo>
                <a:lnTo>
                  <a:pt x="985772" y="186010"/>
                </a:lnTo>
                <a:lnTo>
                  <a:pt x="985120" y="186181"/>
                </a:lnTo>
                <a:lnTo>
                  <a:pt x="984466" y="186339"/>
                </a:lnTo>
                <a:lnTo>
                  <a:pt x="983811" y="186482"/>
                </a:lnTo>
                <a:lnTo>
                  <a:pt x="983153" y="186612"/>
                </a:lnTo>
                <a:lnTo>
                  <a:pt x="982494" y="186729"/>
                </a:lnTo>
                <a:lnTo>
                  <a:pt x="981833" y="186832"/>
                </a:lnTo>
                <a:lnTo>
                  <a:pt x="981170" y="186921"/>
                </a:lnTo>
                <a:lnTo>
                  <a:pt x="980506" y="186996"/>
                </a:lnTo>
                <a:lnTo>
                  <a:pt x="979840" y="187058"/>
                </a:lnTo>
                <a:lnTo>
                  <a:pt x="979172" y="187105"/>
                </a:lnTo>
                <a:lnTo>
                  <a:pt x="978502" y="187140"/>
                </a:lnTo>
                <a:lnTo>
                  <a:pt x="977831" y="187160"/>
                </a:lnTo>
                <a:lnTo>
                  <a:pt x="977157" y="187167"/>
                </a:lnTo>
                <a:lnTo>
                  <a:pt x="976071" y="187152"/>
                </a:lnTo>
                <a:lnTo>
                  <a:pt x="975002" y="187107"/>
                </a:lnTo>
                <a:lnTo>
                  <a:pt x="973950" y="187031"/>
                </a:lnTo>
                <a:lnTo>
                  <a:pt x="972916" y="186925"/>
                </a:lnTo>
                <a:lnTo>
                  <a:pt x="971900" y="186790"/>
                </a:lnTo>
                <a:lnTo>
                  <a:pt x="970901" y="186624"/>
                </a:lnTo>
                <a:lnTo>
                  <a:pt x="969919" y="186427"/>
                </a:lnTo>
                <a:lnTo>
                  <a:pt x="968956" y="186201"/>
                </a:lnTo>
                <a:lnTo>
                  <a:pt x="968009" y="185944"/>
                </a:lnTo>
                <a:lnTo>
                  <a:pt x="967081" y="185657"/>
                </a:lnTo>
                <a:lnTo>
                  <a:pt x="966170" y="185340"/>
                </a:lnTo>
                <a:lnTo>
                  <a:pt x="965276" y="184993"/>
                </a:lnTo>
                <a:lnTo>
                  <a:pt x="964400" y="184616"/>
                </a:lnTo>
                <a:lnTo>
                  <a:pt x="963542" y="184208"/>
                </a:lnTo>
                <a:lnTo>
                  <a:pt x="962701" y="183770"/>
                </a:lnTo>
                <a:lnTo>
                  <a:pt x="961877" y="183302"/>
                </a:lnTo>
                <a:lnTo>
                  <a:pt x="961072" y="182804"/>
                </a:lnTo>
                <a:lnTo>
                  <a:pt x="960283" y="182276"/>
                </a:lnTo>
                <a:lnTo>
                  <a:pt x="959513" y="181717"/>
                </a:lnTo>
                <a:lnTo>
                  <a:pt x="958760" y="181128"/>
                </a:lnTo>
                <a:lnTo>
                  <a:pt x="958024" y="180509"/>
                </a:lnTo>
                <a:lnTo>
                  <a:pt x="957306" y="179860"/>
                </a:lnTo>
                <a:lnTo>
                  <a:pt x="956606" y="179181"/>
                </a:lnTo>
                <a:lnTo>
                  <a:pt x="955923" y="178471"/>
                </a:lnTo>
                <a:lnTo>
                  <a:pt x="955263" y="177736"/>
                </a:lnTo>
                <a:lnTo>
                  <a:pt x="954631" y="176980"/>
                </a:lnTo>
                <a:lnTo>
                  <a:pt x="954027" y="176202"/>
                </a:lnTo>
                <a:lnTo>
                  <a:pt x="953451" y="175404"/>
                </a:lnTo>
                <a:lnTo>
                  <a:pt x="952903" y="174584"/>
                </a:lnTo>
                <a:lnTo>
                  <a:pt x="952384" y="173744"/>
                </a:lnTo>
                <a:lnTo>
                  <a:pt x="951892" y="172882"/>
                </a:lnTo>
                <a:lnTo>
                  <a:pt x="951429" y="172000"/>
                </a:lnTo>
                <a:lnTo>
                  <a:pt x="950993" y="171096"/>
                </a:lnTo>
                <a:lnTo>
                  <a:pt x="950586" y="170171"/>
                </a:lnTo>
                <a:lnTo>
                  <a:pt x="950207" y="169225"/>
                </a:lnTo>
                <a:lnTo>
                  <a:pt x="949856" y="168258"/>
                </a:lnTo>
                <a:lnTo>
                  <a:pt x="949533" y="167270"/>
                </a:lnTo>
                <a:lnTo>
                  <a:pt x="949238" y="166261"/>
                </a:lnTo>
                <a:lnTo>
                  <a:pt x="948971" y="165231"/>
                </a:lnTo>
                <a:lnTo>
                  <a:pt x="948732" y="164180"/>
                </a:lnTo>
                <a:lnTo>
                  <a:pt x="948522" y="163108"/>
                </a:lnTo>
                <a:lnTo>
                  <a:pt x="948339" y="162014"/>
                </a:lnTo>
                <a:lnTo>
                  <a:pt x="948185" y="160900"/>
                </a:lnTo>
                <a:lnTo>
                  <a:pt x="948058" y="159764"/>
                </a:lnTo>
                <a:lnTo>
                  <a:pt x="947960" y="158608"/>
                </a:lnTo>
                <a:lnTo>
                  <a:pt x="947890" y="157430"/>
                </a:lnTo>
                <a:lnTo>
                  <a:pt x="947847" y="156232"/>
                </a:lnTo>
                <a:lnTo>
                  <a:pt x="947833" y="155012"/>
                </a:lnTo>
                <a:lnTo>
                  <a:pt x="947833" y="61782"/>
                </a:lnTo>
                <a:lnTo>
                  <a:pt x="911229" y="61782"/>
                </a:lnTo>
                <a:lnTo>
                  <a:pt x="911229" y="160674"/>
                </a:lnTo>
                <a:lnTo>
                  <a:pt x="911241" y="162215"/>
                </a:lnTo>
                <a:lnTo>
                  <a:pt x="911275" y="163737"/>
                </a:lnTo>
                <a:lnTo>
                  <a:pt x="911332" y="165241"/>
                </a:lnTo>
                <a:lnTo>
                  <a:pt x="911412" y="166725"/>
                </a:lnTo>
                <a:lnTo>
                  <a:pt x="911514" y="168190"/>
                </a:lnTo>
                <a:lnTo>
                  <a:pt x="911640" y="169636"/>
                </a:lnTo>
                <a:lnTo>
                  <a:pt x="911788" y="171063"/>
                </a:lnTo>
                <a:lnTo>
                  <a:pt x="911959" y="172471"/>
                </a:lnTo>
                <a:lnTo>
                  <a:pt x="912153" y="173861"/>
                </a:lnTo>
                <a:lnTo>
                  <a:pt x="912370" y="175231"/>
                </a:lnTo>
                <a:lnTo>
                  <a:pt x="912610" y="176582"/>
                </a:lnTo>
                <a:lnTo>
                  <a:pt x="912872" y="177915"/>
                </a:lnTo>
                <a:lnTo>
                  <a:pt x="913158" y="179228"/>
                </a:lnTo>
                <a:lnTo>
                  <a:pt x="913466" y="180523"/>
                </a:lnTo>
                <a:lnTo>
                  <a:pt x="913797" y="181798"/>
                </a:lnTo>
                <a:lnTo>
                  <a:pt x="914150" y="183055"/>
                </a:lnTo>
                <a:lnTo>
                  <a:pt x="914527" y="184293"/>
                </a:lnTo>
                <a:lnTo>
                  <a:pt x="914926" y="185511"/>
                </a:lnTo>
                <a:lnTo>
                  <a:pt x="915348" y="186711"/>
                </a:lnTo>
                <a:lnTo>
                  <a:pt x="915793" y="187892"/>
                </a:lnTo>
                <a:lnTo>
                  <a:pt x="916261" y="189053"/>
                </a:lnTo>
                <a:lnTo>
                  <a:pt x="916752" y="190196"/>
                </a:lnTo>
                <a:lnTo>
                  <a:pt x="917265" y="191320"/>
                </a:lnTo>
                <a:lnTo>
                  <a:pt x="917802" y="192425"/>
                </a:lnTo>
                <a:lnTo>
                  <a:pt x="918358" y="193501"/>
                </a:lnTo>
                <a:lnTo>
                  <a:pt x="918932" y="194556"/>
                </a:lnTo>
                <a:lnTo>
                  <a:pt x="919524" y="195590"/>
                </a:lnTo>
                <a:lnTo>
                  <a:pt x="920133" y="196602"/>
                </a:lnTo>
                <a:lnTo>
                  <a:pt x="920760" y="197592"/>
                </a:lnTo>
                <a:lnTo>
                  <a:pt x="921404" y="198562"/>
                </a:lnTo>
                <a:lnTo>
                  <a:pt x="922066" y="199509"/>
                </a:lnTo>
                <a:lnTo>
                  <a:pt x="922745" y="200436"/>
                </a:lnTo>
                <a:lnTo>
                  <a:pt x="923442" y="201341"/>
                </a:lnTo>
                <a:lnTo>
                  <a:pt x="924157" y="202224"/>
                </a:lnTo>
                <a:lnTo>
                  <a:pt x="924889" y="203086"/>
                </a:lnTo>
                <a:lnTo>
                  <a:pt x="925638" y="203927"/>
                </a:lnTo>
                <a:lnTo>
                  <a:pt x="926405" y="204746"/>
                </a:lnTo>
                <a:lnTo>
                  <a:pt x="927190" y="205544"/>
                </a:lnTo>
                <a:lnTo>
                  <a:pt x="927992" y="206321"/>
                </a:lnTo>
                <a:lnTo>
                  <a:pt x="928812" y="207076"/>
                </a:lnTo>
                <a:lnTo>
                  <a:pt x="929650" y="207809"/>
                </a:lnTo>
                <a:lnTo>
                  <a:pt x="930505" y="208522"/>
                </a:lnTo>
                <a:lnTo>
                  <a:pt x="931377" y="209212"/>
                </a:lnTo>
                <a:lnTo>
                  <a:pt x="932267" y="209882"/>
                </a:lnTo>
                <a:lnTo>
                  <a:pt x="933175" y="210530"/>
                </a:lnTo>
                <a:lnTo>
                  <a:pt x="934100" y="211156"/>
                </a:lnTo>
                <a:lnTo>
                  <a:pt x="935043" y="211761"/>
                </a:lnTo>
                <a:lnTo>
                  <a:pt x="936003" y="212345"/>
                </a:lnTo>
                <a:lnTo>
                  <a:pt x="936986" y="212898"/>
                </a:lnTo>
                <a:lnTo>
                  <a:pt x="937982" y="213427"/>
                </a:lnTo>
                <a:lnTo>
                  <a:pt x="938990" y="213933"/>
                </a:lnTo>
                <a:lnTo>
                  <a:pt x="940011" y="214415"/>
                </a:lnTo>
                <a:lnTo>
                  <a:pt x="941044" y="214874"/>
                </a:lnTo>
                <a:lnTo>
                  <a:pt x="942089" y="215309"/>
                </a:lnTo>
                <a:lnTo>
                  <a:pt x="943146" y="215721"/>
                </a:lnTo>
                <a:lnTo>
                  <a:pt x="944216" y="216109"/>
                </a:lnTo>
                <a:lnTo>
                  <a:pt x="945298" y="216474"/>
                </a:lnTo>
                <a:lnTo>
                  <a:pt x="946392" y="216815"/>
                </a:lnTo>
                <a:lnTo>
                  <a:pt x="947498" y="217132"/>
                </a:lnTo>
                <a:lnTo>
                  <a:pt x="948617" y="217426"/>
                </a:lnTo>
                <a:lnTo>
                  <a:pt x="949748" y="217697"/>
                </a:lnTo>
                <a:lnTo>
                  <a:pt x="950892" y="217944"/>
                </a:lnTo>
                <a:lnTo>
                  <a:pt x="952047" y="218167"/>
                </a:lnTo>
                <a:lnTo>
                  <a:pt x="953215" y="218367"/>
                </a:lnTo>
                <a:lnTo>
                  <a:pt x="954395" y="218544"/>
                </a:lnTo>
                <a:lnTo>
                  <a:pt x="955588" y="218696"/>
                </a:lnTo>
                <a:lnTo>
                  <a:pt x="956793" y="218826"/>
                </a:lnTo>
                <a:lnTo>
                  <a:pt x="958010" y="218932"/>
                </a:lnTo>
                <a:lnTo>
                  <a:pt x="959239" y="219014"/>
                </a:lnTo>
                <a:lnTo>
                  <a:pt x="960481" y="219073"/>
                </a:lnTo>
                <a:lnTo>
                  <a:pt x="961735" y="219108"/>
                </a:lnTo>
                <a:lnTo>
                  <a:pt x="963001" y="219120"/>
                </a:lnTo>
                <a:lnTo>
                  <a:pt x="964449" y="219106"/>
                </a:lnTo>
                <a:lnTo>
                  <a:pt x="965878" y="219062"/>
                </a:lnTo>
                <a:lnTo>
                  <a:pt x="967287" y="218990"/>
                </a:lnTo>
                <a:lnTo>
                  <a:pt x="968678" y="218890"/>
                </a:lnTo>
                <a:lnTo>
                  <a:pt x="970048" y="218760"/>
                </a:lnTo>
                <a:lnTo>
                  <a:pt x="971400" y="218602"/>
                </a:lnTo>
                <a:lnTo>
                  <a:pt x="972732" y="218415"/>
                </a:lnTo>
                <a:lnTo>
                  <a:pt x="974045" y="218199"/>
                </a:lnTo>
                <a:lnTo>
                  <a:pt x="975339" y="217954"/>
                </a:lnTo>
                <a:lnTo>
                  <a:pt x="976613" y="217680"/>
                </a:lnTo>
                <a:lnTo>
                  <a:pt x="977868" y="217378"/>
                </a:lnTo>
                <a:lnTo>
                  <a:pt x="979104" y="217047"/>
                </a:lnTo>
                <a:lnTo>
                  <a:pt x="980320" y="216687"/>
                </a:lnTo>
                <a:lnTo>
                  <a:pt x="981517" y="216298"/>
                </a:lnTo>
                <a:lnTo>
                  <a:pt x="982695" y="215881"/>
                </a:lnTo>
                <a:lnTo>
                  <a:pt x="983853" y="215435"/>
                </a:lnTo>
                <a:lnTo>
                  <a:pt x="984993" y="214960"/>
                </a:lnTo>
                <a:lnTo>
                  <a:pt x="986112" y="214456"/>
                </a:lnTo>
                <a:lnTo>
                  <a:pt x="987213" y="213923"/>
                </a:lnTo>
                <a:lnTo>
                  <a:pt x="988294" y="213362"/>
                </a:lnTo>
                <a:lnTo>
                  <a:pt x="989356" y="212772"/>
                </a:lnTo>
                <a:lnTo>
                  <a:pt x="990399" y="212153"/>
                </a:lnTo>
                <a:lnTo>
                  <a:pt x="991422" y="211505"/>
                </a:lnTo>
                <a:lnTo>
                  <a:pt x="992426" y="210828"/>
                </a:lnTo>
                <a:lnTo>
                  <a:pt x="993417" y="210129"/>
                </a:lnTo>
                <a:lnTo>
                  <a:pt x="994384" y="209413"/>
                </a:lnTo>
                <a:lnTo>
                  <a:pt x="995328" y="208681"/>
                </a:lnTo>
                <a:lnTo>
                  <a:pt x="996249" y="207932"/>
                </a:lnTo>
                <a:lnTo>
                  <a:pt x="997146" y="207167"/>
                </a:lnTo>
                <a:lnTo>
                  <a:pt x="998019" y="206386"/>
                </a:lnTo>
                <a:lnTo>
                  <a:pt x="998869" y="205587"/>
                </a:lnTo>
                <a:lnTo>
                  <a:pt x="999695" y="204773"/>
                </a:lnTo>
                <a:lnTo>
                  <a:pt x="1000498" y="203941"/>
                </a:lnTo>
                <a:lnTo>
                  <a:pt x="1001277" y="203094"/>
                </a:lnTo>
                <a:lnTo>
                  <a:pt x="1002033" y="202229"/>
                </a:lnTo>
                <a:lnTo>
                  <a:pt x="1002765" y="201349"/>
                </a:lnTo>
                <a:lnTo>
                  <a:pt x="1003474" y="200451"/>
                </a:lnTo>
                <a:lnTo>
                  <a:pt x="1004159" y="199538"/>
                </a:lnTo>
                <a:lnTo>
                  <a:pt x="1004821" y="198607"/>
                </a:lnTo>
                <a:lnTo>
                  <a:pt x="1005459" y="197661"/>
                </a:lnTo>
                <a:lnTo>
                  <a:pt x="1006073" y="196697"/>
                </a:lnTo>
                <a:lnTo>
                  <a:pt x="1006664" y="195718"/>
                </a:lnTo>
                <a:lnTo>
                  <a:pt x="1007232" y="194721"/>
                </a:lnTo>
                <a:lnTo>
                  <a:pt x="1007776" y="193709"/>
                </a:lnTo>
                <a:lnTo>
                  <a:pt x="1008296" y="192679"/>
                </a:lnTo>
                <a:lnTo>
                  <a:pt x="1008793" y="191634"/>
                </a:lnTo>
                <a:lnTo>
                  <a:pt x="1009267" y="190571"/>
                </a:lnTo>
                <a:lnTo>
                  <a:pt x="1009717" y="189493"/>
                </a:lnTo>
                <a:lnTo>
                  <a:pt x="1011335" y="189493"/>
                </a:lnTo>
                <a:lnTo>
                  <a:pt x="1011335" y="217098"/>
                </a:lnTo>
                <a:lnTo>
                  <a:pt x="1046827" y="217098"/>
                </a:lnTo>
                <a:lnTo>
                  <a:pt x="1046827" y="61782"/>
                </a:lnTo>
                <a:lnTo>
                  <a:pt x="1010222" y="61782"/>
                </a:lnTo>
                <a:lnTo>
                  <a:pt x="1010222" y="151776"/>
                </a:lnTo>
                <a:lnTo>
                  <a:pt x="1010214" y="152755"/>
                </a:lnTo>
                <a:lnTo>
                  <a:pt x="1010188" y="153721"/>
                </a:lnTo>
                <a:lnTo>
                  <a:pt x="1010145" y="154672"/>
                </a:lnTo>
                <a:lnTo>
                  <a:pt x="1010085" y="155610"/>
                </a:lnTo>
                <a:lnTo>
                  <a:pt x="1010007" y="156534"/>
                </a:lnTo>
                <a:close/>
                <a:moveTo>
                  <a:pt x="234959" y="219241"/>
                </a:moveTo>
                <a:lnTo>
                  <a:pt x="235440" y="219195"/>
                </a:lnTo>
                <a:lnTo>
                  <a:pt x="235918" y="219139"/>
                </a:lnTo>
                <a:lnTo>
                  <a:pt x="236392" y="219073"/>
                </a:lnTo>
                <a:lnTo>
                  <a:pt x="236863" y="218996"/>
                </a:lnTo>
                <a:lnTo>
                  <a:pt x="237330" y="218910"/>
                </a:lnTo>
                <a:lnTo>
                  <a:pt x="237794" y="218813"/>
                </a:lnTo>
                <a:lnTo>
                  <a:pt x="238255" y="218706"/>
                </a:lnTo>
                <a:lnTo>
                  <a:pt x="238711" y="218589"/>
                </a:lnTo>
                <a:lnTo>
                  <a:pt x="239165" y="218462"/>
                </a:lnTo>
                <a:lnTo>
                  <a:pt x="239614" y="218324"/>
                </a:lnTo>
                <a:lnTo>
                  <a:pt x="240061" y="218177"/>
                </a:lnTo>
                <a:lnTo>
                  <a:pt x="240503" y="218019"/>
                </a:lnTo>
                <a:lnTo>
                  <a:pt x="240943" y="217851"/>
                </a:lnTo>
                <a:lnTo>
                  <a:pt x="241378" y="217673"/>
                </a:lnTo>
                <a:lnTo>
                  <a:pt x="241810" y="217484"/>
                </a:lnTo>
                <a:lnTo>
                  <a:pt x="242239" y="217286"/>
                </a:lnTo>
                <a:lnTo>
                  <a:pt x="242664" y="217077"/>
                </a:lnTo>
                <a:lnTo>
                  <a:pt x="243086" y="216858"/>
                </a:lnTo>
                <a:lnTo>
                  <a:pt x="243504" y="216629"/>
                </a:lnTo>
                <a:lnTo>
                  <a:pt x="243919" y="216390"/>
                </a:lnTo>
                <a:lnTo>
                  <a:pt x="244337" y="216133"/>
                </a:lnTo>
                <a:lnTo>
                  <a:pt x="244747" y="215870"/>
                </a:lnTo>
                <a:lnTo>
                  <a:pt x="245151" y="215600"/>
                </a:lnTo>
                <a:lnTo>
                  <a:pt x="245548" y="215322"/>
                </a:lnTo>
                <a:lnTo>
                  <a:pt x="245938" y="215038"/>
                </a:lnTo>
                <a:lnTo>
                  <a:pt x="246320" y="214747"/>
                </a:lnTo>
                <a:lnTo>
                  <a:pt x="246696" y="214448"/>
                </a:lnTo>
                <a:lnTo>
                  <a:pt x="247065" y="214143"/>
                </a:lnTo>
                <a:lnTo>
                  <a:pt x="247426" y="213830"/>
                </a:lnTo>
                <a:lnTo>
                  <a:pt x="247781" y="213511"/>
                </a:lnTo>
                <a:lnTo>
                  <a:pt x="248128" y="213184"/>
                </a:lnTo>
                <a:lnTo>
                  <a:pt x="248469" y="212851"/>
                </a:lnTo>
                <a:lnTo>
                  <a:pt x="248803" y="212510"/>
                </a:lnTo>
                <a:lnTo>
                  <a:pt x="249129" y="212163"/>
                </a:lnTo>
                <a:lnTo>
                  <a:pt x="249449" y="211808"/>
                </a:lnTo>
                <a:lnTo>
                  <a:pt x="249761" y="211446"/>
                </a:lnTo>
                <a:lnTo>
                  <a:pt x="250067" y="211078"/>
                </a:lnTo>
                <a:lnTo>
                  <a:pt x="250365" y="210702"/>
                </a:lnTo>
                <a:lnTo>
                  <a:pt x="250656" y="210319"/>
                </a:lnTo>
                <a:lnTo>
                  <a:pt x="250941" y="209930"/>
                </a:lnTo>
                <a:lnTo>
                  <a:pt x="251218" y="209533"/>
                </a:lnTo>
                <a:lnTo>
                  <a:pt x="251489" y="209129"/>
                </a:lnTo>
                <a:lnTo>
                  <a:pt x="251752" y="208718"/>
                </a:lnTo>
                <a:lnTo>
                  <a:pt x="252008" y="208300"/>
                </a:lnTo>
                <a:lnTo>
                  <a:pt x="252264" y="207877"/>
                </a:lnTo>
                <a:lnTo>
                  <a:pt x="252510" y="207450"/>
                </a:lnTo>
                <a:lnTo>
                  <a:pt x="252744" y="207019"/>
                </a:lnTo>
                <a:lnTo>
                  <a:pt x="252969" y="206584"/>
                </a:lnTo>
                <a:lnTo>
                  <a:pt x="253183" y="206146"/>
                </a:lnTo>
                <a:lnTo>
                  <a:pt x="253386" y="205703"/>
                </a:lnTo>
                <a:lnTo>
                  <a:pt x="253579" y="205257"/>
                </a:lnTo>
                <a:lnTo>
                  <a:pt x="253761" y="204806"/>
                </a:lnTo>
                <a:lnTo>
                  <a:pt x="253933" y="204352"/>
                </a:lnTo>
                <a:lnTo>
                  <a:pt x="254094" y="203894"/>
                </a:lnTo>
                <a:lnTo>
                  <a:pt x="254244" y="203432"/>
                </a:lnTo>
                <a:lnTo>
                  <a:pt x="254384" y="202967"/>
                </a:lnTo>
                <a:lnTo>
                  <a:pt x="254514" y="202497"/>
                </a:lnTo>
                <a:lnTo>
                  <a:pt x="254633" y="202023"/>
                </a:lnTo>
                <a:lnTo>
                  <a:pt x="254741" y="201546"/>
                </a:lnTo>
                <a:lnTo>
                  <a:pt x="254839" y="201065"/>
                </a:lnTo>
                <a:lnTo>
                  <a:pt x="254927" y="200580"/>
                </a:lnTo>
                <a:lnTo>
                  <a:pt x="255004" y="200091"/>
                </a:lnTo>
                <a:lnTo>
                  <a:pt x="255070" y="199598"/>
                </a:lnTo>
                <a:lnTo>
                  <a:pt x="255126" y="199102"/>
                </a:lnTo>
                <a:lnTo>
                  <a:pt x="255171" y="198601"/>
                </a:lnTo>
                <a:lnTo>
                  <a:pt x="255206" y="198097"/>
                </a:lnTo>
                <a:lnTo>
                  <a:pt x="255230" y="197589"/>
                </a:lnTo>
                <a:lnTo>
                  <a:pt x="255244" y="197076"/>
                </a:lnTo>
                <a:lnTo>
                  <a:pt x="255224" y="196323"/>
                </a:lnTo>
                <a:lnTo>
                  <a:pt x="255181" y="195578"/>
                </a:lnTo>
                <a:lnTo>
                  <a:pt x="255116" y="194842"/>
                </a:lnTo>
                <a:lnTo>
                  <a:pt x="255028" y="194116"/>
                </a:lnTo>
                <a:lnTo>
                  <a:pt x="254916" y="193399"/>
                </a:lnTo>
                <a:lnTo>
                  <a:pt x="254783" y="192691"/>
                </a:lnTo>
                <a:lnTo>
                  <a:pt x="254626" y="191992"/>
                </a:lnTo>
                <a:lnTo>
                  <a:pt x="254446" y="191302"/>
                </a:lnTo>
                <a:lnTo>
                  <a:pt x="254244" y="190621"/>
                </a:lnTo>
                <a:lnTo>
                  <a:pt x="254019" y="189949"/>
                </a:lnTo>
                <a:lnTo>
                  <a:pt x="253770" y="189287"/>
                </a:lnTo>
                <a:lnTo>
                  <a:pt x="253500" y="188633"/>
                </a:lnTo>
                <a:lnTo>
                  <a:pt x="253206" y="187989"/>
                </a:lnTo>
                <a:lnTo>
                  <a:pt x="252889" y="187354"/>
                </a:lnTo>
                <a:lnTo>
                  <a:pt x="252550" y="186728"/>
                </a:lnTo>
                <a:lnTo>
                  <a:pt x="252188" y="186111"/>
                </a:lnTo>
                <a:lnTo>
                  <a:pt x="251803" y="185503"/>
                </a:lnTo>
                <a:lnTo>
                  <a:pt x="251395" y="184905"/>
                </a:lnTo>
                <a:lnTo>
                  <a:pt x="250965" y="184315"/>
                </a:lnTo>
                <a:lnTo>
                  <a:pt x="250511" y="183735"/>
                </a:lnTo>
                <a:lnTo>
                  <a:pt x="250035" y="183163"/>
                </a:lnTo>
                <a:lnTo>
                  <a:pt x="249536" y="182601"/>
                </a:lnTo>
                <a:lnTo>
                  <a:pt x="249014" y="182048"/>
                </a:lnTo>
                <a:lnTo>
                  <a:pt x="248469" y="181505"/>
                </a:lnTo>
                <a:lnTo>
                  <a:pt x="247917" y="180976"/>
                </a:lnTo>
                <a:lnTo>
                  <a:pt x="247357" y="180471"/>
                </a:lnTo>
                <a:lnTo>
                  <a:pt x="246790" y="179988"/>
                </a:lnTo>
                <a:lnTo>
                  <a:pt x="246214" y="179527"/>
                </a:lnTo>
                <a:lnTo>
                  <a:pt x="245630" y="179089"/>
                </a:lnTo>
                <a:lnTo>
                  <a:pt x="245037" y="178673"/>
                </a:lnTo>
                <a:lnTo>
                  <a:pt x="244437" y="178280"/>
                </a:lnTo>
                <a:lnTo>
                  <a:pt x="243829" y="177909"/>
                </a:lnTo>
                <a:lnTo>
                  <a:pt x="243213" y="177561"/>
                </a:lnTo>
                <a:lnTo>
                  <a:pt x="242588" y="177235"/>
                </a:lnTo>
                <a:lnTo>
                  <a:pt x="241956" y="176932"/>
                </a:lnTo>
                <a:lnTo>
                  <a:pt x="241315" y="176651"/>
                </a:lnTo>
                <a:lnTo>
                  <a:pt x="240666" y="176392"/>
                </a:lnTo>
                <a:lnTo>
                  <a:pt x="240010" y="176157"/>
                </a:lnTo>
                <a:lnTo>
                  <a:pt x="239345" y="175943"/>
                </a:lnTo>
                <a:lnTo>
                  <a:pt x="238672" y="175752"/>
                </a:lnTo>
                <a:lnTo>
                  <a:pt x="237991" y="175584"/>
                </a:lnTo>
                <a:lnTo>
                  <a:pt x="237302" y="175438"/>
                </a:lnTo>
                <a:lnTo>
                  <a:pt x="236605" y="175314"/>
                </a:lnTo>
                <a:lnTo>
                  <a:pt x="235900" y="175213"/>
                </a:lnTo>
                <a:lnTo>
                  <a:pt x="235186" y="175134"/>
                </a:lnTo>
                <a:lnTo>
                  <a:pt x="234465" y="175078"/>
                </a:lnTo>
                <a:lnTo>
                  <a:pt x="233736" y="175044"/>
                </a:lnTo>
                <a:lnTo>
                  <a:pt x="232998" y="175033"/>
                </a:lnTo>
                <a:lnTo>
                  <a:pt x="232236" y="175044"/>
                </a:lnTo>
                <a:lnTo>
                  <a:pt x="231483" y="175078"/>
                </a:lnTo>
                <a:lnTo>
                  <a:pt x="230739" y="175134"/>
                </a:lnTo>
                <a:lnTo>
                  <a:pt x="230004" y="175213"/>
                </a:lnTo>
                <a:lnTo>
                  <a:pt x="229278" y="175314"/>
                </a:lnTo>
                <a:lnTo>
                  <a:pt x="228562" y="175438"/>
                </a:lnTo>
                <a:lnTo>
                  <a:pt x="227854" y="175584"/>
                </a:lnTo>
                <a:lnTo>
                  <a:pt x="227156" y="175752"/>
                </a:lnTo>
                <a:lnTo>
                  <a:pt x="226467" y="175943"/>
                </a:lnTo>
                <a:lnTo>
                  <a:pt x="225787" y="176157"/>
                </a:lnTo>
                <a:lnTo>
                  <a:pt x="225116" y="176392"/>
                </a:lnTo>
                <a:lnTo>
                  <a:pt x="224454" y="176651"/>
                </a:lnTo>
                <a:lnTo>
                  <a:pt x="223801" y="176932"/>
                </a:lnTo>
                <a:lnTo>
                  <a:pt x="223158" y="177235"/>
                </a:lnTo>
                <a:lnTo>
                  <a:pt x="222523" y="177561"/>
                </a:lnTo>
                <a:lnTo>
                  <a:pt x="221898" y="177909"/>
                </a:lnTo>
                <a:lnTo>
                  <a:pt x="221282" y="178280"/>
                </a:lnTo>
                <a:lnTo>
                  <a:pt x="220675" y="178673"/>
                </a:lnTo>
                <a:lnTo>
                  <a:pt x="220077" y="179089"/>
                </a:lnTo>
                <a:lnTo>
                  <a:pt x="219488" y="179527"/>
                </a:lnTo>
                <a:lnTo>
                  <a:pt x="218908" y="179988"/>
                </a:lnTo>
                <a:lnTo>
                  <a:pt x="218338" y="180471"/>
                </a:lnTo>
                <a:lnTo>
                  <a:pt x="217776" y="180976"/>
                </a:lnTo>
                <a:lnTo>
                  <a:pt x="217224" y="181505"/>
                </a:lnTo>
                <a:lnTo>
                  <a:pt x="216688" y="182048"/>
                </a:lnTo>
                <a:lnTo>
                  <a:pt x="216175" y="182601"/>
                </a:lnTo>
                <a:lnTo>
                  <a:pt x="215685" y="183163"/>
                </a:lnTo>
                <a:lnTo>
                  <a:pt x="215218" y="183735"/>
                </a:lnTo>
                <a:lnTo>
                  <a:pt x="214775" y="184315"/>
                </a:lnTo>
                <a:lnTo>
                  <a:pt x="214355" y="184905"/>
                </a:lnTo>
                <a:lnTo>
                  <a:pt x="213958" y="185503"/>
                </a:lnTo>
                <a:lnTo>
                  <a:pt x="213584" y="186111"/>
                </a:lnTo>
                <a:lnTo>
                  <a:pt x="213233" y="186728"/>
                </a:lnTo>
                <a:lnTo>
                  <a:pt x="212905" y="187354"/>
                </a:lnTo>
                <a:lnTo>
                  <a:pt x="212601" y="187989"/>
                </a:lnTo>
                <a:lnTo>
                  <a:pt x="212320" y="188633"/>
                </a:lnTo>
                <a:lnTo>
                  <a:pt x="212062" y="189287"/>
                </a:lnTo>
                <a:lnTo>
                  <a:pt x="211827" y="189949"/>
                </a:lnTo>
                <a:lnTo>
                  <a:pt x="211615" y="190621"/>
                </a:lnTo>
                <a:lnTo>
                  <a:pt x="211427" y="191302"/>
                </a:lnTo>
                <a:lnTo>
                  <a:pt x="211261" y="191992"/>
                </a:lnTo>
                <a:lnTo>
                  <a:pt x="211119" y="192691"/>
                </a:lnTo>
                <a:lnTo>
                  <a:pt x="211000" y="193399"/>
                </a:lnTo>
                <a:lnTo>
                  <a:pt x="210904" y="194116"/>
                </a:lnTo>
                <a:lnTo>
                  <a:pt x="210832" y="194842"/>
                </a:lnTo>
                <a:lnTo>
                  <a:pt x="210782" y="195578"/>
                </a:lnTo>
                <a:lnTo>
                  <a:pt x="210756" y="196323"/>
                </a:lnTo>
                <a:lnTo>
                  <a:pt x="210753" y="197076"/>
                </a:lnTo>
                <a:lnTo>
                  <a:pt x="210756" y="197847"/>
                </a:lnTo>
                <a:lnTo>
                  <a:pt x="210782" y="198607"/>
                </a:lnTo>
                <a:lnTo>
                  <a:pt x="210832" y="199358"/>
                </a:lnTo>
                <a:lnTo>
                  <a:pt x="210904" y="200099"/>
                </a:lnTo>
                <a:lnTo>
                  <a:pt x="211000" y="200830"/>
                </a:lnTo>
                <a:lnTo>
                  <a:pt x="211119" y="201551"/>
                </a:lnTo>
                <a:lnTo>
                  <a:pt x="211261" y="202262"/>
                </a:lnTo>
                <a:lnTo>
                  <a:pt x="211427" y="202964"/>
                </a:lnTo>
                <a:lnTo>
                  <a:pt x="211615" y="203655"/>
                </a:lnTo>
                <a:lnTo>
                  <a:pt x="211827" y="204337"/>
                </a:lnTo>
                <a:lnTo>
                  <a:pt x="212062" y="205009"/>
                </a:lnTo>
                <a:lnTo>
                  <a:pt x="212320" y="205671"/>
                </a:lnTo>
                <a:lnTo>
                  <a:pt x="212601" y="206324"/>
                </a:lnTo>
                <a:lnTo>
                  <a:pt x="212905" y="206966"/>
                </a:lnTo>
                <a:lnTo>
                  <a:pt x="213233" y="207599"/>
                </a:lnTo>
                <a:lnTo>
                  <a:pt x="213584" y="208222"/>
                </a:lnTo>
                <a:lnTo>
                  <a:pt x="213958" y="208835"/>
                </a:lnTo>
                <a:lnTo>
                  <a:pt x="214355" y="209438"/>
                </a:lnTo>
                <a:lnTo>
                  <a:pt x="214775" y="210031"/>
                </a:lnTo>
                <a:lnTo>
                  <a:pt x="215218" y="210615"/>
                </a:lnTo>
                <a:lnTo>
                  <a:pt x="215685" y="211189"/>
                </a:lnTo>
                <a:lnTo>
                  <a:pt x="216175" y="211752"/>
                </a:lnTo>
                <a:lnTo>
                  <a:pt x="216688" y="212306"/>
                </a:lnTo>
                <a:lnTo>
                  <a:pt x="217224" y="212851"/>
                </a:lnTo>
                <a:lnTo>
                  <a:pt x="217776" y="213379"/>
                </a:lnTo>
                <a:lnTo>
                  <a:pt x="218338" y="213884"/>
                </a:lnTo>
                <a:lnTo>
                  <a:pt x="218908" y="214367"/>
                </a:lnTo>
                <a:lnTo>
                  <a:pt x="219488" y="214828"/>
                </a:lnTo>
                <a:lnTo>
                  <a:pt x="220077" y="215266"/>
                </a:lnTo>
                <a:lnTo>
                  <a:pt x="220675" y="215682"/>
                </a:lnTo>
                <a:lnTo>
                  <a:pt x="221282" y="216075"/>
                </a:lnTo>
                <a:lnTo>
                  <a:pt x="221898" y="216446"/>
                </a:lnTo>
                <a:lnTo>
                  <a:pt x="222523" y="216794"/>
                </a:lnTo>
                <a:lnTo>
                  <a:pt x="223158" y="217120"/>
                </a:lnTo>
                <a:lnTo>
                  <a:pt x="223801" y="217423"/>
                </a:lnTo>
                <a:lnTo>
                  <a:pt x="224454" y="217704"/>
                </a:lnTo>
                <a:lnTo>
                  <a:pt x="225116" y="217963"/>
                </a:lnTo>
                <a:lnTo>
                  <a:pt x="225787" y="218199"/>
                </a:lnTo>
                <a:lnTo>
                  <a:pt x="226467" y="218412"/>
                </a:lnTo>
                <a:lnTo>
                  <a:pt x="227156" y="218603"/>
                </a:lnTo>
                <a:lnTo>
                  <a:pt x="227854" y="218772"/>
                </a:lnTo>
                <a:lnTo>
                  <a:pt x="228562" y="218918"/>
                </a:lnTo>
                <a:lnTo>
                  <a:pt x="229278" y="219041"/>
                </a:lnTo>
                <a:lnTo>
                  <a:pt x="230004" y="219142"/>
                </a:lnTo>
                <a:lnTo>
                  <a:pt x="230739" y="219221"/>
                </a:lnTo>
                <a:lnTo>
                  <a:pt x="231483" y="219277"/>
                </a:lnTo>
                <a:lnTo>
                  <a:pt x="232236" y="219311"/>
                </a:lnTo>
                <a:lnTo>
                  <a:pt x="232998" y="219322"/>
                </a:lnTo>
                <a:lnTo>
                  <a:pt x="233494" y="219317"/>
                </a:lnTo>
                <a:lnTo>
                  <a:pt x="233985" y="219302"/>
                </a:lnTo>
                <a:lnTo>
                  <a:pt x="234474" y="219276"/>
                </a:lnTo>
                <a:lnTo>
                  <a:pt x="234959" y="219241"/>
                </a:lnTo>
                <a:close/>
                <a:moveTo>
                  <a:pt x="1790199" y="39489"/>
                </a:moveTo>
                <a:lnTo>
                  <a:pt x="1790881" y="39379"/>
                </a:lnTo>
                <a:lnTo>
                  <a:pt x="1791555" y="39249"/>
                </a:lnTo>
                <a:lnTo>
                  <a:pt x="1792220" y="39098"/>
                </a:lnTo>
                <a:lnTo>
                  <a:pt x="1792875" y="38928"/>
                </a:lnTo>
                <a:lnTo>
                  <a:pt x="1793522" y="38738"/>
                </a:lnTo>
                <a:lnTo>
                  <a:pt x="1794159" y="38528"/>
                </a:lnTo>
                <a:lnTo>
                  <a:pt x="1794787" y="38298"/>
                </a:lnTo>
                <a:lnTo>
                  <a:pt x="1795406" y="38048"/>
                </a:lnTo>
                <a:lnTo>
                  <a:pt x="1796016" y="37778"/>
                </a:lnTo>
                <a:lnTo>
                  <a:pt x="1796617" y="37487"/>
                </a:lnTo>
                <a:lnTo>
                  <a:pt x="1797208" y="37177"/>
                </a:lnTo>
                <a:lnTo>
                  <a:pt x="1797791" y="36847"/>
                </a:lnTo>
                <a:lnTo>
                  <a:pt x="1798364" y="36497"/>
                </a:lnTo>
                <a:lnTo>
                  <a:pt x="1798928" y="36127"/>
                </a:lnTo>
                <a:lnTo>
                  <a:pt x="1799483" y="35736"/>
                </a:lnTo>
                <a:lnTo>
                  <a:pt x="1800029" y="35326"/>
                </a:lnTo>
                <a:lnTo>
                  <a:pt x="1800566" y="34896"/>
                </a:lnTo>
                <a:lnTo>
                  <a:pt x="1801094" y="34446"/>
                </a:lnTo>
                <a:lnTo>
                  <a:pt x="1801612" y="33975"/>
                </a:lnTo>
                <a:lnTo>
                  <a:pt x="1802124" y="33482"/>
                </a:lnTo>
                <a:lnTo>
                  <a:pt x="1802614" y="32982"/>
                </a:lnTo>
                <a:lnTo>
                  <a:pt x="1803082" y="32473"/>
                </a:lnTo>
                <a:lnTo>
                  <a:pt x="1803528" y="31956"/>
                </a:lnTo>
                <a:lnTo>
                  <a:pt x="1803952" y="31431"/>
                </a:lnTo>
                <a:lnTo>
                  <a:pt x="1804355" y="30897"/>
                </a:lnTo>
                <a:lnTo>
                  <a:pt x="1804736" y="30356"/>
                </a:lnTo>
                <a:lnTo>
                  <a:pt x="1805095" y="29807"/>
                </a:lnTo>
                <a:lnTo>
                  <a:pt x="1805433" y="29250"/>
                </a:lnTo>
                <a:lnTo>
                  <a:pt x="1805748" y="28684"/>
                </a:lnTo>
                <a:lnTo>
                  <a:pt x="1806042" y="28111"/>
                </a:lnTo>
                <a:lnTo>
                  <a:pt x="1806314" y="27529"/>
                </a:lnTo>
                <a:lnTo>
                  <a:pt x="1806565" y="26939"/>
                </a:lnTo>
                <a:lnTo>
                  <a:pt x="1806793" y="26342"/>
                </a:lnTo>
                <a:lnTo>
                  <a:pt x="1807000" y="25736"/>
                </a:lnTo>
                <a:lnTo>
                  <a:pt x="1807185" y="25122"/>
                </a:lnTo>
                <a:lnTo>
                  <a:pt x="1807348" y="24500"/>
                </a:lnTo>
                <a:lnTo>
                  <a:pt x="1807490" y="23870"/>
                </a:lnTo>
                <a:lnTo>
                  <a:pt x="1807609" y="23232"/>
                </a:lnTo>
                <a:lnTo>
                  <a:pt x="1807707" y="22586"/>
                </a:lnTo>
                <a:lnTo>
                  <a:pt x="1807784" y="21931"/>
                </a:lnTo>
                <a:lnTo>
                  <a:pt x="1807838" y="21269"/>
                </a:lnTo>
                <a:lnTo>
                  <a:pt x="1807871" y="20598"/>
                </a:lnTo>
                <a:lnTo>
                  <a:pt x="1807882" y="19920"/>
                </a:lnTo>
                <a:lnTo>
                  <a:pt x="1807871" y="19233"/>
                </a:lnTo>
                <a:lnTo>
                  <a:pt x="1807838" y="18556"/>
                </a:lnTo>
                <a:lnTo>
                  <a:pt x="1807784" y="17887"/>
                </a:lnTo>
                <a:lnTo>
                  <a:pt x="1807707" y="17226"/>
                </a:lnTo>
                <a:lnTo>
                  <a:pt x="1807609" y="16575"/>
                </a:lnTo>
                <a:lnTo>
                  <a:pt x="1807490" y="15932"/>
                </a:lnTo>
                <a:lnTo>
                  <a:pt x="1807348" y="15298"/>
                </a:lnTo>
                <a:lnTo>
                  <a:pt x="1807185" y="14673"/>
                </a:lnTo>
                <a:lnTo>
                  <a:pt x="1807000" y="14057"/>
                </a:lnTo>
                <a:lnTo>
                  <a:pt x="1806793" y="13449"/>
                </a:lnTo>
                <a:lnTo>
                  <a:pt x="1806565" y="12850"/>
                </a:lnTo>
                <a:lnTo>
                  <a:pt x="1806314" y="12260"/>
                </a:lnTo>
                <a:lnTo>
                  <a:pt x="1806042" y="11679"/>
                </a:lnTo>
                <a:lnTo>
                  <a:pt x="1805748" y="11107"/>
                </a:lnTo>
                <a:lnTo>
                  <a:pt x="1805433" y="10543"/>
                </a:lnTo>
                <a:lnTo>
                  <a:pt x="1805095" y="9988"/>
                </a:lnTo>
                <a:lnTo>
                  <a:pt x="1804736" y="9442"/>
                </a:lnTo>
                <a:lnTo>
                  <a:pt x="1804355" y="8905"/>
                </a:lnTo>
                <a:lnTo>
                  <a:pt x="1803952" y="8376"/>
                </a:lnTo>
                <a:lnTo>
                  <a:pt x="1803528" y="7856"/>
                </a:lnTo>
                <a:lnTo>
                  <a:pt x="1803082" y="7345"/>
                </a:lnTo>
                <a:lnTo>
                  <a:pt x="1802614" y="6843"/>
                </a:lnTo>
                <a:lnTo>
                  <a:pt x="1802124" y="6349"/>
                </a:lnTo>
                <a:lnTo>
                  <a:pt x="1801612" y="5865"/>
                </a:lnTo>
                <a:lnTo>
                  <a:pt x="1801094" y="5386"/>
                </a:lnTo>
                <a:lnTo>
                  <a:pt x="1800566" y="4928"/>
                </a:lnTo>
                <a:lnTo>
                  <a:pt x="1800029" y="4490"/>
                </a:lnTo>
                <a:lnTo>
                  <a:pt x="1799483" y="4073"/>
                </a:lnTo>
                <a:lnTo>
                  <a:pt x="1798928" y="3676"/>
                </a:lnTo>
                <a:lnTo>
                  <a:pt x="1798364" y="3299"/>
                </a:lnTo>
                <a:lnTo>
                  <a:pt x="1797791" y="2943"/>
                </a:lnTo>
                <a:lnTo>
                  <a:pt x="1797208" y="2607"/>
                </a:lnTo>
                <a:lnTo>
                  <a:pt x="1796617" y="2291"/>
                </a:lnTo>
                <a:lnTo>
                  <a:pt x="1796016" y="1996"/>
                </a:lnTo>
                <a:lnTo>
                  <a:pt x="1795406" y="1721"/>
                </a:lnTo>
                <a:lnTo>
                  <a:pt x="1794787" y="1466"/>
                </a:lnTo>
                <a:lnTo>
                  <a:pt x="1794159" y="1232"/>
                </a:lnTo>
                <a:lnTo>
                  <a:pt x="1793522" y="1018"/>
                </a:lnTo>
                <a:lnTo>
                  <a:pt x="1792875" y="825"/>
                </a:lnTo>
                <a:lnTo>
                  <a:pt x="1792220" y="652"/>
                </a:lnTo>
                <a:lnTo>
                  <a:pt x="1791555" y="499"/>
                </a:lnTo>
                <a:lnTo>
                  <a:pt x="1790881" y="367"/>
                </a:lnTo>
                <a:lnTo>
                  <a:pt x="1790199" y="255"/>
                </a:lnTo>
                <a:lnTo>
                  <a:pt x="1789506" y="163"/>
                </a:lnTo>
                <a:lnTo>
                  <a:pt x="1788805" y="92"/>
                </a:lnTo>
                <a:lnTo>
                  <a:pt x="1788095" y="41"/>
                </a:lnTo>
                <a:lnTo>
                  <a:pt x="1787376" y="10"/>
                </a:lnTo>
                <a:lnTo>
                  <a:pt x="1786647" y="0"/>
                </a:lnTo>
                <a:lnTo>
                  <a:pt x="1785927" y="10"/>
                </a:lnTo>
                <a:lnTo>
                  <a:pt x="1785215" y="41"/>
                </a:lnTo>
                <a:lnTo>
                  <a:pt x="1784511" y="92"/>
                </a:lnTo>
                <a:lnTo>
                  <a:pt x="1783816" y="163"/>
                </a:lnTo>
                <a:lnTo>
                  <a:pt x="1783129" y="255"/>
                </a:lnTo>
                <a:lnTo>
                  <a:pt x="1782451" y="367"/>
                </a:lnTo>
                <a:lnTo>
                  <a:pt x="1781781" y="499"/>
                </a:lnTo>
                <a:lnTo>
                  <a:pt x="1781119" y="652"/>
                </a:lnTo>
                <a:lnTo>
                  <a:pt x="1780466" y="825"/>
                </a:lnTo>
                <a:lnTo>
                  <a:pt x="1779822" y="1018"/>
                </a:lnTo>
                <a:lnTo>
                  <a:pt x="1779186" y="1232"/>
                </a:lnTo>
                <a:lnTo>
                  <a:pt x="1778558" y="1466"/>
                </a:lnTo>
                <a:lnTo>
                  <a:pt x="1777938" y="1721"/>
                </a:lnTo>
                <a:lnTo>
                  <a:pt x="1777328" y="1996"/>
                </a:lnTo>
                <a:lnTo>
                  <a:pt x="1776725" y="2291"/>
                </a:lnTo>
                <a:lnTo>
                  <a:pt x="1776131" y="2607"/>
                </a:lnTo>
                <a:lnTo>
                  <a:pt x="1775545" y="2943"/>
                </a:lnTo>
                <a:lnTo>
                  <a:pt x="1774968" y="3299"/>
                </a:lnTo>
                <a:lnTo>
                  <a:pt x="1774399" y="3676"/>
                </a:lnTo>
                <a:lnTo>
                  <a:pt x="1773839" y="4073"/>
                </a:lnTo>
                <a:lnTo>
                  <a:pt x="1773287" y="4490"/>
                </a:lnTo>
                <a:lnTo>
                  <a:pt x="1772744" y="4928"/>
                </a:lnTo>
                <a:lnTo>
                  <a:pt x="1772208" y="5386"/>
                </a:lnTo>
                <a:lnTo>
                  <a:pt x="1771682" y="5865"/>
                </a:lnTo>
                <a:lnTo>
                  <a:pt x="1771170" y="6349"/>
                </a:lnTo>
                <a:lnTo>
                  <a:pt x="1770680" y="6843"/>
                </a:lnTo>
                <a:lnTo>
                  <a:pt x="1770212" y="7345"/>
                </a:lnTo>
                <a:lnTo>
                  <a:pt x="1769766" y="7856"/>
                </a:lnTo>
                <a:lnTo>
                  <a:pt x="1769342" y="8376"/>
                </a:lnTo>
                <a:lnTo>
                  <a:pt x="1768939" y="8905"/>
                </a:lnTo>
                <a:lnTo>
                  <a:pt x="1768558" y="9442"/>
                </a:lnTo>
                <a:lnTo>
                  <a:pt x="1768199" y="9988"/>
                </a:lnTo>
                <a:lnTo>
                  <a:pt x="1767862" y="10543"/>
                </a:lnTo>
                <a:lnTo>
                  <a:pt x="1767546" y="11107"/>
                </a:lnTo>
                <a:lnTo>
                  <a:pt x="1767252" y="11679"/>
                </a:lnTo>
                <a:lnTo>
                  <a:pt x="1766980" y="12260"/>
                </a:lnTo>
                <a:lnTo>
                  <a:pt x="1766730" y="12850"/>
                </a:lnTo>
                <a:lnTo>
                  <a:pt x="1766501" y="13449"/>
                </a:lnTo>
                <a:lnTo>
                  <a:pt x="1766294" y="14057"/>
                </a:lnTo>
                <a:lnTo>
                  <a:pt x="1766109" y="14673"/>
                </a:lnTo>
                <a:lnTo>
                  <a:pt x="1765946" y="15298"/>
                </a:lnTo>
                <a:lnTo>
                  <a:pt x="1765804" y="15932"/>
                </a:lnTo>
                <a:lnTo>
                  <a:pt x="1765685" y="16575"/>
                </a:lnTo>
                <a:lnTo>
                  <a:pt x="1765587" y="17226"/>
                </a:lnTo>
                <a:lnTo>
                  <a:pt x="1765511" y="17887"/>
                </a:lnTo>
                <a:lnTo>
                  <a:pt x="1765456" y="18556"/>
                </a:lnTo>
                <a:lnTo>
                  <a:pt x="1765424" y="19233"/>
                </a:lnTo>
                <a:lnTo>
                  <a:pt x="1765413" y="19920"/>
                </a:lnTo>
                <a:lnTo>
                  <a:pt x="1765424" y="20598"/>
                </a:lnTo>
                <a:lnTo>
                  <a:pt x="1765456" y="21269"/>
                </a:lnTo>
                <a:lnTo>
                  <a:pt x="1765511" y="21931"/>
                </a:lnTo>
                <a:lnTo>
                  <a:pt x="1765587" y="22586"/>
                </a:lnTo>
                <a:lnTo>
                  <a:pt x="1765685" y="23232"/>
                </a:lnTo>
                <a:lnTo>
                  <a:pt x="1765804" y="23870"/>
                </a:lnTo>
                <a:lnTo>
                  <a:pt x="1765946" y="24500"/>
                </a:lnTo>
                <a:lnTo>
                  <a:pt x="1766109" y="25122"/>
                </a:lnTo>
                <a:lnTo>
                  <a:pt x="1766294" y="25736"/>
                </a:lnTo>
                <a:lnTo>
                  <a:pt x="1766501" y="26342"/>
                </a:lnTo>
                <a:lnTo>
                  <a:pt x="1766730" y="26939"/>
                </a:lnTo>
                <a:lnTo>
                  <a:pt x="1766980" y="27529"/>
                </a:lnTo>
                <a:lnTo>
                  <a:pt x="1767252" y="28111"/>
                </a:lnTo>
                <a:lnTo>
                  <a:pt x="1767546" y="28684"/>
                </a:lnTo>
                <a:lnTo>
                  <a:pt x="1767862" y="29250"/>
                </a:lnTo>
                <a:lnTo>
                  <a:pt x="1768199" y="29807"/>
                </a:lnTo>
                <a:lnTo>
                  <a:pt x="1768558" y="30356"/>
                </a:lnTo>
                <a:lnTo>
                  <a:pt x="1768939" y="30897"/>
                </a:lnTo>
                <a:lnTo>
                  <a:pt x="1769342" y="31431"/>
                </a:lnTo>
                <a:lnTo>
                  <a:pt x="1769766" y="31956"/>
                </a:lnTo>
                <a:lnTo>
                  <a:pt x="1770212" y="32473"/>
                </a:lnTo>
                <a:lnTo>
                  <a:pt x="1770680" y="32982"/>
                </a:lnTo>
                <a:lnTo>
                  <a:pt x="1771170" y="33482"/>
                </a:lnTo>
                <a:lnTo>
                  <a:pt x="1771682" y="33975"/>
                </a:lnTo>
                <a:lnTo>
                  <a:pt x="1772208" y="34446"/>
                </a:lnTo>
                <a:lnTo>
                  <a:pt x="1772744" y="34896"/>
                </a:lnTo>
                <a:lnTo>
                  <a:pt x="1773287" y="35326"/>
                </a:lnTo>
                <a:lnTo>
                  <a:pt x="1773839" y="35736"/>
                </a:lnTo>
                <a:lnTo>
                  <a:pt x="1774399" y="36127"/>
                </a:lnTo>
                <a:lnTo>
                  <a:pt x="1774968" y="36497"/>
                </a:lnTo>
                <a:lnTo>
                  <a:pt x="1775545" y="36847"/>
                </a:lnTo>
                <a:lnTo>
                  <a:pt x="1776131" y="37177"/>
                </a:lnTo>
                <a:lnTo>
                  <a:pt x="1776725" y="37487"/>
                </a:lnTo>
                <a:lnTo>
                  <a:pt x="1777328" y="37778"/>
                </a:lnTo>
                <a:lnTo>
                  <a:pt x="1777938" y="38048"/>
                </a:lnTo>
                <a:lnTo>
                  <a:pt x="1778558" y="38298"/>
                </a:lnTo>
                <a:lnTo>
                  <a:pt x="1779186" y="38528"/>
                </a:lnTo>
                <a:lnTo>
                  <a:pt x="1779822" y="38738"/>
                </a:lnTo>
                <a:lnTo>
                  <a:pt x="1780466" y="38928"/>
                </a:lnTo>
                <a:lnTo>
                  <a:pt x="1781119" y="39098"/>
                </a:lnTo>
                <a:lnTo>
                  <a:pt x="1781781" y="39249"/>
                </a:lnTo>
                <a:lnTo>
                  <a:pt x="1782451" y="39379"/>
                </a:lnTo>
                <a:lnTo>
                  <a:pt x="1783129" y="39489"/>
                </a:lnTo>
                <a:lnTo>
                  <a:pt x="1783816" y="39579"/>
                </a:lnTo>
                <a:lnTo>
                  <a:pt x="1784511" y="39649"/>
                </a:lnTo>
                <a:lnTo>
                  <a:pt x="1785215" y="39699"/>
                </a:lnTo>
                <a:lnTo>
                  <a:pt x="1785927" y="39729"/>
                </a:lnTo>
                <a:lnTo>
                  <a:pt x="1786647" y="39739"/>
                </a:lnTo>
                <a:lnTo>
                  <a:pt x="1787376" y="39729"/>
                </a:lnTo>
                <a:lnTo>
                  <a:pt x="1788095" y="39699"/>
                </a:lnTo>
                <a:lnTo>
                  <a:pt x="1788805" y="39649"/>
                </a:lnTo>
                <a:lnTo>
                  <a:pt x="1789506" y="39579"/>
                </a:lnTo>
                <a:lnTo>
                  <a:pt x="1790199" y="39489"/>
                </a:lnTo>
                <a:close/>
                <a:moveTo>
                  <a:pt x="2783102" y="10011"/>
                </a:moveTo>
                <a:lnTo>
                  <a:pt x="2746498" y="10011"/>
                </a:lnTo>
                <a:lnTo>
                  <a:pt x="2746498" y="217098"/>
                </a:lnTo>
                <a:lnTo>
                  <a:pt x="2783102" y="217098"/>
                </a:lnTo>
                <a:lnTo>
                  <a:pt x="2783102" y="164891"/>
                </a:lnTo>
                <a:lnTo>
                  <a:pt x="2796419" y="150616"/>
                </a:lnTo>
                <a:lnTo>
                  <a:pt x="2843974" y="217098"/>
                </a:lnTo>
                <a:lnTo>
                  <a:pt x="2887758" y="217098"/>
                </a:lnTo>
                <a:lnTo>
                  <a:pt x="2824005" y="128824"/>
                </a:lnTo>
                <a:lnTo>
                  <a:pt x="2884219" y="61782"/>
                </a:lnTo>
                <a:lnTo>
                  <a:pt x="2841446" y="61782"/>
                </a:lnTo>
                <a:lnTo>
                  <a:pt x="2785630" y="124171"/>
                </a:lnTo>
                <a:lnTo>
                  <a:pt x="2783102" y="124171"/>
                </a:lnTo>
                <a:lnTo>
                  <a:pt x="2783102" y="10011"/>
                </a:lnTo>
                <a:close/>
                <a:moveTo>
                  <a:pt x="2417615" y="41458"/>
                </a:moveTo>
                <a:lnTo>
                  <a:pt x="2417615" y="10011"/>
                </a:lnTo>
                <a:lnTo>
                  <a:pt x="2252391" y="10011"/>
                </a:lnTo>
                <a:lnTo>
                  <a:pt x="2252391" y="41458"/>
                </a:lnTo>
                <a:lnTo>
                  <a:pt x="2316397" y="41458"/>
                </a:lnTo>
                <a:lnTo>
                  <a:pt x="2316397" y="217098"/>
                </a:lnTo>
                <a:lnTo>
                  <a:pt x="2353609" y="217098"/>
                </a:lnTo>
                <a:lnTo>
                  <a:pt x="2353609" y="41458"/>
                </a:lnTo>
                <a:lnTo>
                  <a:pt x="2417615" y="41458"/>
                </a:lnTo>
                <a:close/>
                <a:moveTo>
                  <a:pt x="2052511" y="121561"/>
                </a:moveTo>
                <a:lnTo>
                  <a:pt x="2052590" y="120689"/>
                </a:lnTo>
                <a:lnTo>
                  <a:pt x="2052684" y="119829"/>
                </a:lnTo>
                <a:lnTo>
                  <a:pt x="2052792" y="118981"/>
                </a:lnTo>
                <a:lnTo>
                  <a:pt x="2052914" y="118144"/>
                </a:lnTo>
                <a:lnTo>
                  <a:pt x="2053051" y="117319"/>
                </a:lnTo>
                <a:lnTo>
                  <a:pt x="2053202" y="116505"/>
                </a:lnTo>
                <a:lnTo>
                  <a:pt x="2053368" y="115703"/>
                </a:lnTo>
                <a:lnTo>
                  <a:pt x="2053548" y="114912"/>
                </a:lnTo>
                <a:lnTo>
                  <a:pt x="2053742" y="114133"/>
                </a:lnTo>
                <a:lnTo>
                  <a:pt x="2053951" y="113366"/>
                </a:lnTo>
                <a:lnTo>
                  <a:pt x="2054174" y="112610"/>
                </a:lnTo>
                <a:lnTo>
                  <a:pt x="2054411" y="111866"/>
                </a:lnTo>
                <a:lnTo>
                  <a:pt x="2054663" y="111134"/>
                </a:lnTo>
                <a:lnTo>
                  <a:pt x="2054930" y="110413"/>
                </a:lnTo>
                <a:lnTo>
                  <a:pt x="2055210" y="109703"/>
                </a:lnTo>
                <a:lnTo>
                  <a:pt x="2055505" y="109005"/>
                </a:lnTo>
                <a:lnTo>
                  <a:pt x="2055815" y="108319"/>
                </a:lnTo>
                <a:lnTo>
                  <a:pt x="2056139" y="107645"/>
                </a:lnTo>
                <a:lnTo>
                  <a:pt x="2056477" y="106981"/>
                </a:lnTo>
                <a:lnTo>
                  <a:pt x="2056836" y="106331"/>
                </a:lnTo>
                <a:lnTo>
                  <a:pt x="2057207" y="105693"/>
                </a:lnTo>
                <a:lnTo>
                  <a:pt x="2057588" y="105068"/>
                </a:lnTo>
                <a:lnTo>
                  <a:pt x="2057980" y="104456"/>
                </a:lnTo>
                <a:lnTo>
                  <a:pt x="2058383" y="103858"/>
                </a:lnTo>
                <a:lnTo>
                  <a:pt x="2058796" y="103272"/>
                </a:lnTo>
                <a:lnTo>
                  <a:pt x="2059221" y="102699"/>
                </a:lnTo>
                <a:lnTo>
                  <a:pt x="2059657" y="102139"/>
                </a:lnTo>
                <a:lnTo>
                  <a:pt x="2060103" y="101592"/>
                </a:lnTo>
                <a:lnTo>
                  <a:pt x="2060560" y="101058"/>
                </a:lnTo>
                <a:lnTo>
                  <a:pt x="2061029" y="100538"/>
                </a:lnTo>
                <a:lnTo>
                  <a:pt x="2061508" y="100030"/>
                </a:lnTo>
                <a:lnTo>
                  <a:pt x="2061998" y="99535"/>
                </a:lnTo>
                <a:lnTo>
                  <a:pt x="2062498" y="99053"/>
                </a:lnTo>
                <a:lnTo>
                  <a:pt x="2063010" y="98584"/>
                </a:lnTo>
                <a:lnTo>
                  <a:pt x="2063533" y="98128"/>
                </a:lnTo>
                <a:lnTo>
                  <a:pt x="2064066" y="97685"/>
                </a:lnTo>
                <a:lnTo>
                  <a:pt x="2064611" y="97255"/>
                </a:lnTo>
                <a:lnTo>
                  <a:pt x="2065166" y="96838"/>
                </a:lnTo>
                <a:lnTo>
                  <a:pt x="2065732" y="96434"/>
                </a:lnTo>
                <a:lnTo>
                  <a:pt x="2066309" y="96044"/>
                </a:lnTo>
                <a:lnTo>
                  <a:pt x="2066897" y="95666"/>
                </a:lnTo>
                <a:lnTo>
                  <a:pt x="2067496" y="95301"/>
                </a:lnTo>
                <a:lnTo>
                  <a:pt x="2068105" y="94949"/>
                </a:lnTo>
                <a:lnTo>
                  <a:pt x="2068733" y="94602"/>
                </a:lnTo>
                <a:lnTo>
                  <a:pt x="2069367" y="94270"/>
                </a:lnTo>
                <a:lnTo>
                  <a:pt x="2070009" y="93953"/>
                </a:lnTo>
                <a:lnTo>
                  <a:pt x="2070659" y="93651"/>
                </a:lnTo>
                <a:lnTo>
                  <a:pt x="2071315" y="93363"/>
                </a:lnTo>
                <a:lnTo>
                  <a:pt x="2071980" y="93091"/>
                </a:lnTo>
                <a:lnTo>
                  <a:pt x="2072651" y="92833"/>
                </a:lnTo>
                <a:lnTo>
                  <a:pt x="2073330" y="92589"/>
                </a:lnTo>
                <a:lnTo>
                  <a:pt x="2074016" y="92361"/>
                </a:lnTo>
                <a:lnTo>
                  <a:pt x="2074710" y="92147"/>
                </a:lnTo>
                <a:lnTo>
                  <a:pt x="2075411" y="91948"/>
                </a:lnTo>
                <a:lnTo>
                  <a:pt x="2076119" y="91763"/>
                </a:lnTo>
                <a:lnTo>
                  <a:pt x="2076835" y="91594"/>
                </a:lnTo>
                <a:lnTo>
                  <a:pt x="2077558" y="91439"/>
                </a:lnTo>
                <a:lnTo>
                  <a:pt x="2078288" y="91299"/>
                </a:lnTo>
                <a:lnTo>
                  <a:pt x="2079026" y="91174"/>
                </a:lnTo>
                <a:lnTo>
                  <a:pt x="2079771" y="91063"/>
                </a:lnTo>
                <a:lnTo>
                  <a:pt x="2080524" y="90967"/>
                </a:lnTo>
                <a:lnTo>
                  <a:pt x="2081284" y="90886"/>
                </a:lnTo>
                <a:lnTo>
                  <a:pt x="2082051" y="90820"/>
                </a:lnTo>
                <a:lnTo>
                  <a:pt x="2082826" y="90768"/>
                </a:lnTo>
                <a:lnTo>
                  <a:pt x="2083608" y="90731"/>
                </a:lnTo>
                <a:lnTo>
                  <a:pt x="2084397" y="90709"/>
                </a:lnTo>
                <a:lnTo>
                  <a:pt x="2085194" y="90702"/>
                </a:lnTo>
                <a:lnTo>
                  <a:pt x="2086363" y="90717"/>
                </a:lnTo>
                <a:lnTo>
                  <a:pt x="2087511" y="90763"/>
                </a:lnTo>
                <a:lnTo>
                  <a:pt x="2088637" y="90839"/>
                </a:lnTo>
                <a:lnTo>
                  <a:pt x="2089742" y="90946"/>
                </a:lnTo>
                <a:lnTo>
                  <a:pt x="2090825" y="91084"/>
                </a:lnTo>
                <a:lnTo>
                  <a:pt x="2091887" y="91252"/>
                </a:lnTo>
                <a:lnTo>
                  <a:pt x="2092927" y="91450"/>
                </a:lnTo>
                <a:lnTo>
                  <a:pt x="2093946" y="91679"/>
                </a:lnTo>
                <a:lnTo>
                  <a:pt x="2094944" y="91939"/>
                </a:lnTo>
                <a:lnTo>
                  <a:pt x="2095920" y="92229"/>
                </a:lnTo>
                <a:lnTo>
                  <a:pt x="2096875" y="92550"/>
                </a:lnTo>
                <a:lnTo>
                  <a:pt x="2097809" y="92901"/>
                </a:lnTo>
                <a:lnTo>
                  <a:pt x="2098721" y="93283"/>
                </a:lnTo>
                <a:lnTo>
                  <a:pt x="2099611" y="93695"/>
                </a:lnTo>
                <a:lnTo>
                  <a:pt x="2100480" y="94138"/>
                </a:lnTo>
                <a:lnTo>
                  <a:pt x="2101328" y="94612"/>
                </a:lnTo>
                <a:lnTo>
                  <a:pt x="2102154" y="95116"/>
                </a:lnTo>
                <a:lnTo>
                  <a:pt x="2102959" y="95650"/>
                </a:lnTo>
                <a:lnTo>
                  <a:pt x="2103743" y="96215"/>
                </a:lnTo>
                <a:lnTo>
                  <a:pt x="2104505" y="96811"/>
                </a:lnTo>
                <a:lnTo>
                  <a:pt x="2105245" y="97437"/>
                </a:lnTo>
                <a:lnTo>
                  <a:pt x="2105965" y="98094"/>
                </a:lnTo>
                <a:lnTo>
                  <a:pt x="2106662" y="98781"/>
                </a:lnTo>
                <a:lnTo>
                  <a:pt x="2107339" y="99499"/>
                </a:lnTo>
                <a:lnTo>
                  <a:pt x="2107999" y="100244"/>
                </a:lnTo>
                <a:lnTo>
                  <a:pt x="2108631" y="101012"/>
                </a:lnTo>
                <a:lnTo>
                  <a:pt x="2109235" y="101804"/>
                </a:lnTo>
                <a:lnTo>
                  <a:pt x="2109811" y="102619"/>
                </a:lnTo>
                <a:lnTo>
                  <a:pt x="2110358" y="103458"/>
                </a:lnTo>
                <a:lnTo>
                  <a:pt x="2110878" y="104321"/>
                </a:lnTo>
                <a:lnTo>
                  <a:pt x="2111369" y="105207"/>
                </a:lnTo>
                <a:lnTo>
                  <a:pt x="2111833" y="106116"/>
                </a:lnTo>
                <a:lnTo>
                  <a:pt x="2112268" y="107049"/>
                </a:lnTo>
                <a:lnTo>
                  <a:pt x="2112675" y="108006"/>
                </a:lnTo>
                <a:lnTo>
                  <a:pt x="2113055" y="108986"/>
                </a:lnTo>
                <a:lnTo>
                  <a:pt x="2113406" y="109990"/>
                </a:lnTo>
                <a:lnTo>
                  <a:pt x="2113729" y="111017"/>
                </a:lnTo>
                <a:lnTo>
                  <a:pt x="2114024" y="112068"/>
                </a:lnTo>
                <a:lnTo>
                  <a:pt x="2114291" y="113142"/>
                </a:lnTo>
                <a:lnTo>
                  <a:pt x="2114529" y="114239"/>
                </a:lnTo>
                <a:lnTo>
                  <a:pt x="2114740" y="115361"/>
                </a:lnTo>
                <a:lnTo>
                  <a:pt x="2114923" y="116505"/>
                </a:lnTo>
                <a:lnTo>
                  <a:pt x="2115077" y="117674"/>
                </a:lnTo>
                <a:lnTo>
                  <a:pt x="2115203" y="118866"/>
                </a:lnTo>
                <a:lnTo>
                  <a:pt x="2115302" y="120081"/>
                </a:lnTo>
                <a:lnTo>
                  <a:pt x="2115372" y="121320"/>
                </a:lnTo>
                <a:lnTo>
                  <a:pt x="2115414" y="122582"/>
                </a:lnTo>
                <a:lnTo>
                  <a:pt x="2115428" y="123868"/>
                </a:lnTo>
                <a:lnTo>
                  <a:pt x="2115428" y="217098"/>
                </a:lnTo>
                <a:lnTo>
                  <a:pt x="2152032" y="217098"/>
                </a:lnTo>
                <a:lnTo>
                  <a:pt x="2152032" y="118205"/>
                </a:lnTo>
                <a:lnTo>
                  <a:pt x="2152029" y="116665"/>
                </a:lnTo>
                <a:lnTo>
                  <a:pt x="2152002" y="115143"/>
                </a:lnTo>
                <a:lnTo>
                  <a:pt x="2151952" y="113641"/>
                </a:lnTo>
                <a:lnTo>
                  <a:pt x="2151878" y="112158"/>
                </a:lnTo>
                <a:lnTo>
                  <a:pt x="2151780" y="110695"/>
                </a:lnTo>
                <a:lnTo>
                  <a:pt x="2151659" y="109250"/>
                </a:lnTo>
                <a:lnTo>
                  <a:pt x="2151515" y="107825"/>
                </a:lnTo>
                <a:lnTo>
                  <a:pt x="2151347" y="106420"/>
                </a:lnTo>
                <a:lnTo>
                  <a:pt x="2151155" y="105033"/>
                </a:lnTo>
                <a:lnTo>
                  <a:pt x="2150940" y="103666"/>
                </a:lnTo>
                <a:lnTo>
                  <a:pt x="2150702" y="102319"/>
                </a:lnTo>
                <a:lnTo>
                  <a:pt x="2150440" y="100990"/>
                </a:lnTo>
                <a:lnTo>
                  <a:pt x="2150154" y="99681"/>
                </a:lnTo>
                <a:lnTo>
                  <a:pt x="2149845" y="98391"/>
                </a:lnTo>
                <a:lnTo>
                  <a:pt x="2149512" y="97121"/>
                </a:lnTo>
                <a:lnTo>
                  <a:pt x="2149156" y="95870"/>
                </a:lnTo>
                <a:lnTo>
                  <a:pt x="2148776" y="94638"/>
                </a:lnTo>
                <a:lnTo>
                  <a:pt x="2148373" y="93426"/>
                </a:lnTo>
                <a:lnTo>
                  <a:pt x="2147946" y="92232"/>
                </a:lnTo>
                <a:lnTo>
                  <a:pt x="2147496" y="91058"/>
                </a:lnTo>
                <a:lnTo>
                  <a:pt x="2147022" y="89904"/>
                </a:lnTo>
                <a:lnTo>
                  <a:pt x="2146525" y="88769"/>
                </a:lnTo>
                <a:lnTo>
                  <a:pt x="2146004" y="87653"/>
                </a:lnTo>
                <a:lnTo>
                  <a:pt x="2145460" y="86556"/>
                </a:lnTo>
                <a:lnTo>
                  <a:pt x="2144903" y="85480"/>
                </a:lnTo>
                <a:lnTo>
                  <a:pt x="2144326" y="84425"/>
                </a:lnTo>
                <a:lnTo>
                  <a:pt x="2143731" y="83391"/>
                </a:lnTo>
                <a:lnTo>
                  <a:pt x="2143117" y="82379"/>
                </a:lnTo>
                <a:lnTo>
                  <a:pt x="2142484" y="81389"/>
                </a:lnTo>
                <a:lnTo>
                  <a:pt x="2141832" y="80419"/>
                </a:lnTo>
                <a:lnTo>
                  <a:pt x="2141161" y="79472"/>
                </a:lnTo>
                <a:lnTo>
                  <a:pt x="2140471" y="78545"/>
                </a:lnTo>
                <a:lnTo>
                  <a:pt x="2139762" y="77640"/>
                </a:lnTo>
                <a:lnTo>
                  <a:pt x="2139035" y="76757"/>
                </a:lnTo>
                <a:lnTo>
                  <a:pt x="2138288" y="75895"/>
                </a:lnTo>
                <a:lnTo>
                  <a:pt x="2137522" y="75054"/>
                </a:lnTo>
                <a:lnTo>
                  <a:pt x="2136737" y="74235"/>
                </a:lnTo>
                <a:lnTo>
                  <a:pt x="2135934" y="73437"/>
                </a:lnTo>
                <a:lnTo>
                  <a:pt x="2135111" y="72660"/>
                </a:lnTo>
                <a:lnTo>
                  <a:pt x="2134269" y="71905"/>
                </a:lnTo>
                <a:lnTo>
                  <a:pt x="2133409" y="71172"/>
                </a:lnTo>
                <a:lnTo>
                  <a:pt x="2132529" y="70459"/>
                </a:lnTo>
                <a:lnTo>
                  <a:pt x="2131631" y="69769"/>
                </a:lnTo>
                <a:lnTo>
                  <a:pt x="2130714" y="69099"/>
                </a:lnTo>
                <a:lnTo>
                  <a:pt x="2129777" y="68451"/>
                </a:lnTo>
                <a:lnTo>
                  <a:pt x="2128822" y="67825"/>
                </a:lnTo>
                <a:lnTo>
                  <a:pt x="2127848" y="67220"/>
                </a:lnTo>
                <a:lnTo>
                  <a:pt x="2126854" y="66636"/>
                </a:lnTo>
                <a:lnTo>
                  <a:pt x="2125853" y="66075"/>
                </a:lnTo>
                <a:lnTo>
                  <a:pt x="2124837" y="65538"/>
                </a:lnTo>
                <a:lnTo>
                  <a:pt x="2123807" y="65024"/>
                </a:lnTo>
                <a:lnTo>
                  <a:pt x="2122762" y="64535"/>
                </a:lnTo>
                <a:lnTo>
                  <a:pt x="2121703" y="64069"/>
                </a:lnTo>
                <a:lnTo>
                  <a:pt x="2120629" y="63628"/>
                </a:lnTo>
                <a:lnTo>
                  <a:pt x="2119541" y="63210"/>
                </a:lnTo>
                <a:lnTo>
                  <a:pt x="2118439" y="62816"/>
                </a:lnTo>
                <a:lnTo>
                  <a:pt x="2117322" y="62446"/>
                </a:lnTo>
                <a:lnTo>
                  <a:pt x="2116191" y="62100"/>
                </a:lnTo>
                <a:lnTo>
                  <a:pt x="2115046" y="61777"/>
                </a:lnTo>
                <a:lnTo>
                  <a:pt x="2113886" y="61479"/>
                </a:lnTo>
                <a:lnTo>
                  <a:pt x="2112712" y="61204"/>
                </a:lnTo>
                <a:lnTo>
                  <a:pt x="2111523" y="60954"/>
                </a:lnTo>
                <a:lnTo>
                  <a:pt x="2110320" y="60727"/>
                </a:lnTo>
                <a:lnTo>
                  <a:pt x="2109103" y="60524"/>
                </a:lnTo>
                <a:lnTo>
                  <a:pt x="2107871" y="60345"/>
                </a:lnTo>
                <a:lnTo>
                  <a:pt x="2106625" y="60190"/>
                </a:lnTo>
                <a:lnTo>
                  <a:pt x="2105364" y="60058"/>
                </a:lnTo>
                <a:lnTo>
                  <a:pt x="2104089" y="59951"/>
                </a:lnTo>
                <a:lnTo>
                  <a:pt x="2102800" y="59867"/>
                </a:lnTo>
                <a:lnTo>
                  <a:pt x="2101496" y="59808"/>
                </a:lnTo>
                <a:lnTo>
                  <a:pt x="2100178" y="59772"/>
                </a:lnTo>
                <a:lnTo>
                  <a:pt x="2098845" y="59760"/>
                </a:lnTo>
                <a:lnTo>
                  <a:pt x="2097405" y="59773"/>
                </a:lnTo>
                <a:lnTo>
                  <a:pt x="2095985" y="59813"/>
                </a:lnTo>
                <a:lnTo>
                  <a:pt x="2094584" y="59880"/>
                </a:lnTo>
                <a:lnTo>
                  <a:pt x="2093202" y="59973"/>
                </a:lnTo>
                <a:lnTo>
                  <a:pt x="2091840" y="60094"/>
                </a:lnTo>
                <a:lnTo>
                  <a:pt x="2090497" y="60240"/>
                </a:lnTo>
                <a:lnTo>
                  <a:pt x="2089173" y="60414"/>
                </a:lnTo>
                <a:lnTo>
                  <a:pt x="2087868" y="60614"/>
                </a:lnTo>
                <a:lnTo>
                  <a:pt x="2086583" y="60841"/>
                </a:lnTo>
                <a:lnTo>
                  <a:pt x="2085317" y="61094"/>
                </a:lnTo>
                <a:lnTo>
                  <a:pt x="2084071" y="61374"/>
                </a:lnTo>
                <a:lnTo>
                  <a:pt x="2082843" y="61681"/>
                </a:lnTo>
                <a:lnTo>
                  <a:pt x="2081635" y="62015"/>
                </a:lnTo>
                <a:lnTo>
                  <a:pt x="2080447" y="62375"/>
                </a:lnTo>
                <a:lnTo>
                  <a:pt x="2079277" y="62762"/>
                </a:lnTo>
                <a:lnTo>
                  <a:pt x="2078127" y="63175"/>
                </a:lnTo>
                <a:lnTo>
                  <a:pt x="2076997" y="63616"/>
                </a:lnTo>
                <a:lnTo>
                  <a:pt x="2075885" y="64083"/>
                </a:lnTo>
                <a:lnTo>
                  <a:pt x="2074793" y="64576"/>
                </a:lnTo>
                <a:lnTo>
                  <a:pt x="2073720" y="65097"/>
                </a:lnTo>
                <a:lnTo>
                  <a:pt x="2072667" y="65644"/>
                </a:lnTo>
                <a:lnTo>
                  <a:pt x="2071633" y="66217"/>
                </a:lnTo>
                <a:lnTo>
                  <a:pt x="2070618" y="66818"/>
                </a:lnTo>
                <a:lnTo>
                  <a:pt x="2069622" y="67445"/>
                </a:lnTo>
                <a:lnTo>
                  <a:pt x="2068656" y="68095"/>
                </a:lnTo>
                <a:lnTo>
                  <a:pt x="2067712" y="68763"/>
                </a:lnTo>
                <a:lnTo>
                  <a:pt x="2066789" y="69450"/>
                </a:lnTo>
                <a:lnTo>
                  <a:pt x="2065889" y="70155"/>
                </a:lnTo>
                <a:lnTo>
                  <a:pt x="2065011" y="70879"/>
                </a:lnTo>
                <a:lnTo>
                  <a:pt x="2064156" y="71622"/>
                </a:lnTo>
                <a:lnTo>
                  <a:pt x="2063322" y="72384"/>
                </a:lnTo>
                <a:lnTo>
                  <a:pt x="2062510" y="73164"/>
                </a:lnTo>
                <a:lnTo>
                  <a:pt x="2061721" y="73962"/>
                </a:lnTo>
                <a:lnTo>
                  <a:pt x="2060954" y="74779"/>
                </a:lnTo>
                <a:lnTo>
                  <a:pt x="2060208" y="75615"/>
                </a:lnTo>
                <a:lnTo>
                  <a:pt x="2059485" y="76470"/>
                </a:lnTo>
                <a:lnTo>
                  <a:pt x="2058784" y="77343"/>
                </a:lnTo>
                <a:lnTo>
                  <a:pt x="2058106" y="78234"/>
                </a:lnTo>
                <a:lnTo>
                  <a:pt x="2057449" y="79144"/>
                </a:lnTo>
                <a:lnTo>
                  <a:pt x="2056814" y="80073"/>
                </a:lnTo>
                <a:lnTo>
                  <a:pt x="2056202" y="81021"/>
                </a:lnTo>
                <a:lnTo>
                  <a:pt x="2055611" y="81987"/>
                </a:lnTo>
                <a:lnTo>
                  <a:pt x="2055043" y="82971"/>
                </a:lnTo>
                <a:lnTo>
                  <a:pt x="2054497" y="83975"/>
                </a:lnTo>
                <a:lnTo>
                  <a:pt x="2053973" y="84997"/>
                </a:lnTo>
                <a:lnTo>
                  <a:pt x="2053471" y="86037"/>
                </a:lnTo>
                <a:lnTo>
                  <a:pt x="2052991" y="87096"/>
                </a:lnTo>
                <a:lnTo>
                  <a:pt x="2052533" y="88174"/>
                </a:lnTo>
                <a:lnTo>
                  <a:pt x="2050713" y="88174"/>
                </a:lnTo>
                <a:lnTo>
                  <a:pt x="2050713" y="61782"/>
                </a:lnTo>
                <a:lnTo>
                  <a:pt x="2015727" y="61782"/>
                </a:lnTo>
                <a:lnTo>
                  <a:pt x="2015727" y="217098"/>
                </a:lnTo>
                <a:lnTo>
                  <a:pt x="2052331" y="217098"/>
                </a:lnTo>
                <a:lnTo>
                  <a:pt x="2052331" y="126093"/>
                </a:lnTo>
                <a:lnTo>
                  <a:pt x="2052339" y="125163"/>
                </a:lnTo>
                <a:lnTo>
                  <a:pt x="2052360" y="124245"/>
                </a:lnTo>
                <a:lnTo>
                  <a:pt x="2052396" y="123339"/>
                </a:lnTo>
                <a:lnTo>
                  <a:pt x="2052446" y="122444"/>
                </a:lnTo>
                <a:lnTo>
                  <a:pt x="2052511" y="121561"/>
                </a:lnTo>
                <a:close/>
                <a:moveTo>
                  <a:pt x="1804848" y="217098"/>
                </a:moveTo>
                <a:lnTo>
                  <a:pt x="1804848" y="61782"/>
                </a:lnTo>
                <a:lnTo>
                  <a:pt x="1768244" y="61782"/>
                </a:lnTo>
                <a:lnTo>
                  <a:pt x="1768244" y="217098"/>
                </a:lnTo>
                <a:lnTo>
                  <a:pt x="1804848" y="217098"/>
                </a:lnTo>
                <a:close/>
                <a:moveTo>
                  <a:pt x="1919453" y="219697"/>
                </a:moveTo>
                <a:lnTo>
                  <a:pt x="1921234" y="219505"/>
                </a:lnTo>
                <a:lnTo>
                  <a:pt x="1922993" y="219280"/>
                </a:lnTo>
                <a:lnTo>
                  <a:pt x="1924730" y="219019"/>
                </a:lnTo>
                <a:lnTo>
                  <a:pt x="1926447" y="218723"/>
                </a:lnTo>
                <a:lnTo>
                  <a:pt x="1928143" y="218393"/>
                </a:lnTo>
                <a:lnTo>
                  <a:pt x="1929818" y="218028"/>
                </a:lnTo>
                <a:lnTo>
                  <a:pt x="1931472" y="217628"/>
                </a:lnTo>
                <a:lnTo>
                  <a:pt x="1933104" y="217194"/>
                </a:lnTo>
                <a:lnTo>
                  <a:pt x="1934716" y="216725"/>
                </a:lnTo>
                <a:lnTo>
                  <a:pt x="1936306" y="216221"/>
                </a:lnTo>
                <a:lnTo>
                  <a:pt x="1937876" y="215682"/>
                </a:lnTo>
                <a:lnTo>
                  <a:pt x="1939424" y="215108"/>
                </a:lnTo>
                <a:lnTo>
                  <a:pt x="1940951" y="214500"/>
                </a:lnTo>
                <a:lnTo>
                  <a:pt x="1942457" y="213857"/>
                </a:lnTo>
                <a:lnTo>
                  <a:pt x="1943943" y="213179"/>
                </a:lnTo>
                <a:lnTo>
                  <a:pt x="1945407" y="212467"/>
                </a:lnTo>
                <a:lnTo>
                  <a:pt x="1946850" y="211719"/>
                </a:lnTo>
                <a:lnTo>
                  <a:pt x="1948272" y="210937"/>
                </a:lnTo>
                <a:lnTo>
                  <a:pt x="1949673" y="210121"/>
                </a:lnTo>
                <a:lnTo>
                  <a:pt x="1951050" y="209272"/>
                </a:lnTo>
                <a:lnTo>
                  <a:pt x="1952401" y="208397"/>
                </a:lnTo>
                <a:lnTo>
                  <a:pt x="1953725" y="207493"/>
                </a:lnTo>
                <a:lnTo>
                  <a:pt x="1955023" y="206562"/>
                </a:lnTo>
                <a:lnTo>
                  <a:pt x="1956295" y="205603"/>
                </a:lnTo>
                <a:lnTo>
                  <a:pt x="1957541" y="204616"/>
                </a:lnTo>
                <a:lnTo>
                  <a:pt x="1958760" y="203601"/>
                </a:lnTo>
                <a:lnTo>
                  <a:pt x="1959953" y="202559"/>
                </a:lnTo>
                <a:lnTo>
                  <a:pt x="1961119" y="201489"/>
                </a:lnTo>
                <a:lnTo>
                  <a:pt x="1962259" y="200392"/>
                </a:lnTo>
                <a:lnTo>
                  <a:pt x="1963373" y="199266"/>
                </a:lnTo>
                <a:lnTo>
                  <a:pt x="1964461" y="198113"/>
                </a:lnTo>
                <a:lnTo>
                  <a:pt x="1965522" y="196932"/>
                </a:lnTo>
                <a:lnTo>
                  <a:pt x="1966557" y="195723"/>
                </a:lnTo>
                <a:lnTo>
                  <a:pt x="1967565" y="194487"/>
                </a:lnTo>
                <a:lnTo>
                  <a:pt x="1968548" y="193223"/>
                </a:lnTo>
                <a:lnTo>
                  <a:pt x="1969504" y="191931"/>
                </a:lnTo>
                <a:lnTo>
                  <a:pt x="1970433" y="190611"/>
                </a:lnTo>
                <a:lnTo>
                  <a:pt x="1971336" y="189264"/>
                </a:lnTo>
                <a:lnTo>
                  <a:pt x="1972213" y="187889"/>
                </a:lnTo>
                <a:lnTo>
                  <a:pt x="1973064" y="186486"/>
                </a:lnTo>
                <a:lnTo>
                  <a:pt x="1973888" y="185056"/>
                </a:lnTo>
                <a:lnTo>
                  <a:pt x="1974686" y="183597"/>
                </a:lnTo>
                <a:lnTo>
                  <a:pt x="1975457" y="182111"/>
                </a:lnTo>
                <a:lnTo>
                  <a:pt x="1976208" y="180601"/>
                </a:lnTo>
                <a:lnTo>
                  <a:pt x="1976927" y="179069"/>
                </a:lnTo>
                <a:lnTo>
                  <a:pt x="1977614" y="177517"/>
                </a:lnTo>
                <a:lnTo>
                  <a:pt x="1978269" y="175943"/>
                </a:lnTo>
                <a:lnTo>
                  <a:pt x="1978892" y="174348"/>
                </a:lnTo>
                <a:lnTo>
                  <a:pt x="1979483" y="172733"/>
                </a:lnTo>
                <a:lnTo>
                  <a:pt x="1980042" y="171096"/>
                </a:lnTo>
                <a:lnTo>
                  <a:pt x="1980569" y="169438"/>
                </a:lnTo>
                <a:lnTo>
                  <a:pt x="1981065" y="167759"/>
                </a:lnTo>
                <a:lnTo>
                  <a:pt x="1981528" y="166059"/>
                </a:lnTo>
                <a:lnTo>
                  <a:pt x="1981959" y="164338"/>
                </a:lnTo>
                <a:lnTo>
                  <a:pt x="1982359" y="162596"/>
                </a:lnTo>
                <a:lnTo>
                  <a:pt x="1982726" y="160832"/>
                </a:lnTo>
                <a:lnTo>
                  <a:pt x="1983061" y="159048"/>
                </a:lnTo>
                <a:lnTo>
                  <a:pt x="1983365" y="157243"/>
                </a:lnTo>
                <a:lnTo>
                  <a:pt x="1983637" y="155416"/>
                </a:lnTo>
                <a:lnTo>
                  <a:pt x="1983876" y="153569"/>
                </a:lnTo>
                <a:lnTo>
                  <a:pt x="1984084" y="151700"/>
                </a:lnTo>
                <a:lnTo>
                  <a:pt x="1984260" y="149811"/>
                </a:lnTo>
                <a:lnTo>
                  <a:pt x="1984403" y="147900"/>
                </a:lnTo>
                <a:lnTo>
                  <a:pt x="1984515" y="145968"/>
                </a:lnTo>
                <a:lnTo>
                  <a:pt x="1984595" y="144015"/>
                </a:lnTo>
                <a:lnTo>
                  <a:pt x="1984643" y="142042"/>
                </a:lnTo>
                <a:lnTo>
                  <a:pt x="1984659" y="140047"/>
                </a:lnTo>
                <a:lnTo>
                  <a:pt x="1984643" y="138052"/>
                </a:lnTo>
                <a:lnTo>
                  <a:pt x="1984595" y="136077"/>
                </a:lnTo>
                <a:lnTo>
                  <a:pt x="1984515" y="134123"/>
                </a:lnTo>
                <a:lnTo>
                  <a:pt x="1984403" y="132190"/>
                </a:lnTo>
                <a:lnTo>
                  <a:pt x="1984260" y="130278"/>
                </a:lnTo>
                <a:lnTo>
                  <a:pt x="1984084" y="128387"/>
                </a:lnTo>
                <a:lnTo>
                  <a:pt x="1983876" y="126516"/>
                </a:lnTo>
                <a:lnTo>
                  <a:pt x="1983637" y="124666"/>
                </a:lnTo>
                <a:lnTo>
                  <a:pt x="1983365" y="122836"/>
                </a:lnTo>
                <a:lnTo>
                  <a:pt x="1983061" y="121028"/>
                </a:lnTo>
                <a:lnTo>
                  <a:pt x="1982726" y="119240"/>
                </a:lnTo>
                <a:lnTo>
                  <a:pt x="1982359" y="117472"/>
                </a:lnTo>
                <a:lnTo>
                  <a:pt x="1981959" y="115726"/>
                </a:lnTo>
                <a:lnTo>
                  <a:pt x="1981528" y="114000"/>
                </a:lnTo>
                <a:lnTo>
                  <a:pt x="1981065" y="112295"/>
                </a:lnTo>
                <a:lnTo>
                  <a:pt x="1980569" y="110610"/>
                </a:lnTo>
                <a:lnTo>
                  <a:pt x="1980042" y="108947"/>
                </a:lnTo>
                <a:lnTo>
                  <a:pt x="1979483" y="107304"/>
                </a:lnTo>
                <a:lnTo>
                  <a:pt x="1978892" y="105682"/>
                </a:lnTo>
                <a:lnTo>
                  <a:pt x="1978269" y="104080"/>
                </a:lnTo>
                <a:lnTo>
                  <a:pt x="1977614" y="102499"/>
                </a:lnTo>
                <a:lnTo>
                  <a:pt x="1976927" y="100939"/>
                </a:lnTo>
                <a:lnTo>
                  <a:pt x="1976208" y="99400"/>
                </a:lnTo>
                <a:lnTo>
                  <a:pt x="1975457" y="97881"/>
                </a:lnTo>
                <a:lnTo>
                  <a:pt x="1974686" y="96387"/>
                </a:lnTo>
                <a:lnTo>
                  <a:pt x="1973888" y="94921"/>
                </a:lnTo>
                <a:lnTo>
                  <a:pt x="1973064" y="93482"/>
                </a:lnTo>
                <a:lnTo>
                  <a:pt x="1972213" y="92072"/>
                </a:lnTo>
                <a:lnTo>
                  <a:pt x="1971336" y="90690"/>
                </a:lnTo>
                <a:lnTo>
                  <a:pt x="1970433" y="89337"/>
                </a:lnTo>
                <a:lnTo>
                  <a:pt x="1969504" y="88011"/>
                </a:lnTo>
                <a:lnTo>
                  <a:pt x="1968548" y="86713"/>
                </a:lnTo>
                <a:lnTo>
                  <a:pt x="1967565" y="85444"/>
                </a:lnTo>
                <a:lnTo>
                  <a:pt x="1966557" y="84202"/>
                </a:lnTo>
                <a:lnTo>
                  <a:pt x="1965522" y="82989"/>
                </a:lnTo>
                <a:lnTo>
                  <a:pt x="1964461" y="81803"/>
                </a:lnTo>
                <a:lnTo>
                  <a:pt x="1963373" y="80646"/>
                </a:lnTo>
                <a:lnTo>
                  <a:pt x="1962259" y="79517"/>
                </a:lnTo>
                <a:lnTo>
                  <a:pt x="1961119" y="78416"/>
                </a:lnTo>
                <a:lnTo>
                  <a:pt x="1959953" y="77343"/>
                </a:lnTo>
                <a:lnTo>
                  <a:pt x="1958760" y="76298"/>
                </a:lnTo>
                <a:lnTo>
                  <a:pt x="1957541" y="75281"/>
                </a:lnTo>
                <a:lnTo>
                  <a:pt x="1956295" y="74293"/>
                </a:lnTo>
                <a:lnTo>
                  <a:pt x="1955023" y="73332"/>
                </a:lnTo>
                <a:lnTo>
                  <a:pt x="1953725" y="72400"/>
                </a:lnTo>
                <a:lnTo>
                  <a:pt x="1952401" y="71495"/>
                </a:lnTo>
                <a:lnTo>
                  <a:pt x="1951050" y="70619"/>
                </a:lnTo>
                <a:lnTo>
                  <a:pt x="1949673" y="69771"/>
                </a:lnTo>
                <a:lnTo>
                  <a:pt x="1948272" y="68954"/>
                </a:lnTo>
                <a:lnTo>
                  <a:pt x="1946850" y="68172"/>
                </a:lnTo>
                <a:lnTo>
                  <a:pt x="1945407" y="67424"/>
                </a:lnTo>
                <a:lnTo>
                  <a:pt x="1943943" y="66712"/>
                </a:lnTo>
                <a:lnTo>
                  <a:pt x="1942457" y="66034"/>
                </a:lnTo>
                <a:lnTo>
                  <a:pt x="1940951" y="65391"/>
                </a:lnTo>
                <a:lnTo>
                  <a:pt x="1939424" y="64783"/>
                </a:lnTo>
                <a:lnTo>
                  <a:pt x="1937876" y="64209"/>
                </a:lnTo>
                <a:lnTo>
                  <a:pt x="1936306" y="63670"/>
                </a:lnTo>
                <a:lnTo>
                  <a:pt x="1934716" y="63166"/>
                </a:lnTo>
                <a:lnTo>
                  <a:pt x="1933104" y="62697"/>
                </a:lnTo>
                <a:lnTo>
                  <a:pt x="1931472" y="62263"/>
                </a:lnTo>
                <a:lnTo>
                  <a:pt x="1929818" y="61863"/>
                </a:lnTo>
                <a:lnTo>
                  <a:pt x="1928143" y="61498"/>
                </a:lnTo>
                <a:lnTo>
                  <a:pt x="1926447" y="61168"/>
                </a:lnTo>
                <a:lnTo>
                  <a:pt x="1924730" y="60872"/>
                </a:lnTo>
                <a:lnTo>
                  <a:pt x="1922993" y="60612"/>
                </a:lnTo>
                <a:lnTo>
                  <a:pt x="1921234" y="60386"/>
                </a:lnTo>
                <a:lnTo>
                  <a:pt x="1919453" y="60194"/>
                </a:lnTo>
                <a:lnTo>
                  <a:pt x="1917652" y="60038"/>
                </a:lnTo>
                <a:lnTo>
                  <a:pt x="1915830" y="59916"/>
                </a:lnTo>
                <a:lnTo>
                  <a:pt x="1913987" y="59830"/>
                </a:lnTo>
                <a:lnTo>
                  <a:pt x="1912123" y="59777"/>
                </a:lnTo>
                <a:lnTo>
                  <a:pt x="1910237" y="59760"/>
                </a:lnTo>
                <a:lnTo>
                  <a:pt x="1908352" y="59777"/>
                </a:lnTo>
                <a:lnTo>
                  <a:pt x="1906487" y="59830"/>
                </a:lnTo>
                <a:lnTo>
                  <a:pt x="1904644" y="59916"/>
                </a:lnTo>
                <a:lnTo>
                  <a:pt x="1902822" y="60038"/>
                </a:lnTo>
                <a:lnTo>
                  <a:pt x="1901021" y="60194"/>
                </a:lnTo>
                <a:lnTo>
                  <a:pt x="1899241" y="60386"/>
                </a:lnTo>
                <a:lnTo>
                  <a:pt x="1897482" y="60612"/>
                </a:lnTo>
                <a:lnTo>
                  <a:pt x="1895744" y="60872"/>
                </a:lnTo>
                <a:lnTo>
                  <a:pt x="1894027" y="61168"/>
                </a:lnTo>
                <a:lnTo>
                  <a:pt x="1892331" y="61498"/>
                </a:lnTo>
                <a:lnTo>
                  <a:pt x="1890656" y="61863"/>
                </a:lnTo>
                <a:lnTo>
                  <a:pt x="1889002" y="62263"/>
                </a:lnTo>
                <a:lnTo>
                  <a:pt x="1887370" y="62697"/>
                </a:lnTo>
                <a:lnTo>
                  <a:pt x="1885758" y="63166"/>
                </a:lnTo>
                <a:lnTo>
                  <a:pt x="1884168" y="63670"/>
                </a:lnTo>
                <a:lnTo>
                  <a:pt x="1882598" y="64209"/>
                </a:lnTo>
                <a:lnTo>
                  <a:pt x="1881050" y="64783"/>
                </a:lnTo>
                <a:lnTo>
                  <a:pt x="1879523" y="65391"/>
                </a:lnTo>
                <a:lnTo>
                  <a:pt x="1878017" y="66034"/>
                </a:lnTo>
                <a:lnTo>
                  <a:pt x="1876531" y="66712"/>
                </a:lnTo>
                <a:lnTo>
                  <a:pt x="1875067" y="67424"/>
                </a:lnTo>
                <a:lnTo>
                  <a:pt x="1873624" y="68172"/>
                </a:lnTo>
                <a:lnTo>
                  <a:pt x="1872202" y="68954"/>
                </a:lnTo>
                <a:lnTo>
                  <a:pt x="1870801" y="69771"/>
                </a:lnTo>
                <a:lnTo>
                  <a:pt x="1869424" y="70619"/>
                </a:lnTo>
                <a:lnTo>
                  <a:pt x="1868073" y="71495"/>
                </a:lnTo>
                <a:lnTo>
                  <a:pt x="1866747" y="72400"/>
                </a:lnTo>
                <a:lnTo>
                  <a:pt x="1865448" y="73332"/>
                </a:lnTo>
                <a:lnTo>
                  <a:pt x="1864174" y="74293"/>
                </a:lnTo>
                <a:lnTo>
                  <a:pt x="1862927" y="75281"/>
                </a:lnTo>
                <a:lnTo>
                  <a:pt x="1861706" y="76298"/>
                </a:lnTo>
                <a:lnTo>
                  <a:pt x="1860510" y="77343"/>
                </a:lnTo>
                <a:lnTo>
                  <a:pt x="1859341" y="78416"/>
                </a:lnTo>
                <a:lnTo>
                  <a:pt x="1858197" y="79517"/>
                </a:lnTo>
                <a:lnTo>
                  <a:pt x="1857079" y="80646"/>
                </a:lnTo>
                <a:lnTo>
                  <a:pt x="1855988" y="81803"/>
                </a:lnTo>
                <a:lnTo>
                  <a:pt x="1854922" y="82989"/>
                </a:lnTo>
                <a:lnTo>
                  <a:pt x="1853883" y="84202"/>
                </a:lnTo>
                <a:lnTo>
                  <a:pt x="1852869" y="85444"/>
                </a:lnTo>
                <a:lnTo>
                  <a:pt x="1851881" y="86713"/>
                </a:lnTo>
                <a:lnTo>
                  <a:pt x="1850920" y="88011"/>
                </a:lnTo>
                <a:lnTo>
                  <a:pt x="1849984" y="89337"/>
                </a:lnTo>
                <a:lnTo>
                  <a:pt x="1849074" y="90690"/>
                </a:lnTo>
                <a:lnTo>
                  <a:pt x="1848191" y="92072"/>
                </a:lnTo>
                <a:lnTo>
                  <a:pt x="1847333" y="93482"/>
                </a:lnTo>
                <a:lnTo>
                  <a:pt x="1846501" y="94921"/>
                </a:lnTo>
                <a:lnTo>
                  <a:pt x="1845695" y="96387"/>
                </a:lnTo>
                <a:lnTo>
                  <a:pt x="1844916" y="97881"/>
                </a:lnTo>
                <a:lnTo>
                  <a:pt x="1844173" y="99400"/>
                </a:lnTo>
                <a:lnTo>
                  <a:pt x="1843462" y="100939"/>
                </a:lnTo>
                <a:lnTo>
                  <a:pt x="1842783" y="102499"/>
                </a:lnTo>
                <a:lnTo>
                  <a:pt x="1842135" y="104080"/>
                </a:lnTo>
                <a:lnTo>
                  <a:pt x="1841519" y="105682"/>
                </a:lnTo>
                <a:lnTo>
                  <a:pt x="1840934" y="107304"/>
                </a:lnTo>
                <a:lnTo>
                  <a:pt x="1840381" y="108947"/>
                </a:lnTo>
                <a:lnTo>
                  <a:pt x="1839860" y="110610"/>
                </a:lnTo>
                <a:lnTo>
                  <a:pt x="1839370" y="112295"/>
                </a:lnTo>
                <a:lnTo>
                  <a:pt x="1838912" y="114000"/>
                </a:lnTo>
                <a:lnTo>
                  <a:pt x="1838485" y="115726"/>
                </a:lnTo>
                <a:lnTo>
                  <a:pt x="1838090" y="117472"/>
                </a:lnTo>
                <a:lnTo>
                  <a:pt x="1837727" y="119240"/>
                </a:lnTo>
                <a:lnTo>
                  <a:pt x="1837395" y="121028"/>
                </a:lnTo>
                <a:lnTo>
                  <a:pt x="1837095" y="122836"/>
                </a:lnTo>
                <a:lnTo>
                  <a:pt x="1836826" y="124666"/>
                </a:lnTo>
                <a:lnTo>
                  <a:pt x="1836589" y="126516"/>
                </a:lnTo>
                <a:lnTo>
                  <a:pt x="1836384" y="128387"/>
                </a:lnTo>
                <a:lnTo>
                  <a:pt x="1836210" y="130278"/>
                </a:lnTo>
                <a:lnTo>
                  <a:pt x="1836068" y="132190"/>
                </a:lnTo>
                <a:lnTo>
                  <a:pt x="1835957" y="134123"/>
                </a:lnTo>
                <a:lnTo>
                  <a:pt x="1835878" y="136077"/>
                </a:lnTo>
                <a:lnTo>
                  <a:pt x="1835831" y="138052"/>
                </a:lnTo>
                <a:lnTo>
                  <a:pt x="1835815" y="140047"/>
                </a:lnTo>
                <a:lnTo>
                  <a:pt x="1835831" y="142042"/>
                </a:lnTo>
                <a:lnTo>
                  <a:pt x="1835878" y="144015"/>
                </a:lnTo>
                <a:lnTo>
                  <a:pt x="1835957" y="145968"/>
                </a:lnTo>
                <a:lnTo>
                  <a:pt x="1836068" y="147900"/>
                </a:lnTo>
                <a:lnTo>
                  <a:pt x="1836210" y="149811"/>
                </a:lnTo>
                <a:lnTo>
                  <a:pt x="1836384" y="151700"/>
                </a:lnTo>
                <a:lnTo>
                  <a:pt x="1836589" y="153569"/>
                </a:lnTo>
                <a:lnTo>
                  <a:pt x="1836826" y="155416"/>
                </a:lnTo>
                <a:lnTo>
                  <a:pt x="1837095" y="157243"/>
                </a:lnTo>
                <a:lnTo>
                  <a:pt x="1837395" y="159048"/>
                </a:lnTo>
                <a:lnTo>
                  <a:pt x="1837727" y="160832"/>
                </a:lnTo>
                <a:lnTo>
                  <a:pt x="1838090" y="162596"/>
                </a:lnTo>
                <a:lnTo>
                  <a:pt x="1838485" y="164338"/>
                </a:lnTo>
                <a:lnTo>
                  <a:pt x="1838912" y="166059"/>
                </a:lnTo>
                <a:lnTo>
                  <a:pt x="1839370" y="167759"/>
                </a:lnTo>
                <a:lnTo>
                  <a:pt x="1839860" y="169438"/>
                </a:lnTo>
                <a:lnTo>
                  <a:pt x="1840381" y="171096"/>
                </a:lnTo>
                <a:lnTo>
                  <a:pt x="1840934" y="172733"/>
                </a:lnTo>
                <a:lnTo>
                  <a:pt x="1841519" y="174348"/>
                </a:lnTo>
                <a:lnTo>
                  <a:pt x="1842135" y="175943"/>
                </a:lnTo>
                <a:lnTo>
                  <a:pt x="1842783" y="177517"/>
                </a:lnTo>
                <a:lnTo>
                  <a:pt x="1843462" y="179069"/>
                </a:lnTo>
                <a:lnTo>
                  <a:pt x="1844173" y="180601"/>
                </a:lnTo>
                <a:lnTo>
                  <a:pt x="1844916" y="182111"/>
                </a:lnTo>
                <a:lnTo>
                  <a:pt x="1845695" y="183597"/>
                </a:lnTo>
                <a:lnTo>
                  <a:pt x="1846501" y="185056"/>
                </a:lnTo>
                <a:lnTo>
                  <a:pt x="1847333" y="186486"/>
                </a:lnTo>
                <a:lnTo>
                  <a:pt x="1848191" y="187889"/>
                </a:lnTo>
                <a:lnTo>
                  <a:pt x="1849074" y="189264"/>
                </a:lnTo>
                <a:lnTo>
                  <a:pt x="1849984" y="190611"/>
                </a:lnTo>
                <a:lnTo>
                  <a:pt x="1850920" y="191931"/>
                </a:lnTo>
                <a:lnTo>
                  <a:pt x="1851881" y="193223"/>
                </a:lnTo>
                <a:lnTo>
                  <a:pt x="1852869" y="194487"/>
                </a:lnTo>
                <a:lnTo>
                  <a:pt x="1853883" y="195723"/>
                </a:lnTo>
                <a:lnTo>
                  <a:pt x="1854922" y="196932"/>
                </a:lnTo>
                <a:lnTo>
                  <a:pt x="1855988" y="198113"/>
                </a:lnTo>
                <a:lnTo>
                  <a:pt x="1857079" y="199266"/>
                </a:lnTo>
                <a:lnTo>
                  <a:pt x="1858197" y="200392"/>
                </a:lnTo>
                <a:lnTo>
                  <a:pt x="1859341" y="201489"/>
                </a:lnTo>
                <a:lnTo>
                  <a:pt x="1860510" y="202559"/>
                </a:lnTo>
                <a:lnTo>
                  <a:pt x="1861706" y="203601"/>
                </a:lnTo>
                <a:lnTo>
                  <a:pt x="1862927" y="204616"/>
                </a:lnTo>
                <a:lnTo>
                  <a:pt x="1864174" y="205603"/>
                </a:lnTo>
                <a:lnTo>
                  <a:pt x="1865448" y="206562"/>
                </a:lnTo>
                <a:lnTo>
                  <a:pt x="1866747" y="207493"/>
                </a:lnTo>
                <a:lnTo>
                  <a:pt x="1868073" y="208397"/>
                </a:lnTo>
                <a:lnTo>
                  <a:pt x="1869424" y="209272"/>
                </a:lnTo>
                <a:lnTo>
                  <a:pt x="1870801" y="210121"/>
                </a:lnTo>
                <a:lnTo>
                  <a:pt x="1872202" y="210937"/>
                </a:lnTo>
                <a:lnTo>
                  <a:pt x="1873624" y="211719"/>
                </a:lnTo>
                <a:lnTo>
                  <a:pt x="1875067" y="212467"/>
                </a:lnTo>
                <a:lnTo>
                  <a:pt x="1876531" y="213179"/>
                </a:lnTo>
                <a:lnTo>
                  <a:pt x="1878017" y="213857"/>
                </a:lnTo>
                <a:lnTo>
                  <a:pt x="1879523" y="214500"/>
                </a:lnTo>
                <a:lnTo>
                  <a:pt x="1881050" y="215108"/>
                </a:lnTo>
                <a:lnTo>
                  <a:pt x="1882598" y="215682"/>
                </a:lnTo>
                <a:lnTo>
                  <a:pt x="1884168" y="216221"/>
                </a:lnTo>
                <a:lnTo>
                  <a:pt x="1885758" y="216725"/>
                </a:lnTo>
                <a:lnTo>
                  <a:pt x="1887370" y="217194"/>
                </a:lnTo>
                <a:lnTo>
                  <a:pt x="1889002" y="217628"/>
                </a:lnTo>
                <a:lnTo>
                  <a:pt x="1890656" y="218028"/>
                </a:lnTo>
                <a:lnTo>
                  <a:pt x="1892331" y="218393"/>
                </a:lnTo>
                <a:lnTo>
                  <a:pt x="1894027" y="218723"/>
                </a:lnTo>
                <a:lnTo>
                  <a:pt x="1895744" y="219019"/>
                </a:lnTo>
                <a:lnTo>
                  <a:pt x="1897482" y="219280"/>
                </a:lnTo>
                <a:lnTo>
                  <a:pt x="1899241" y="219505"/>
                </a:lnTo>
                <a:lnTo>
                  <a:pt x="1901021" y="219697"/>
                </a:lnTo>
                <a:lnTo>
                  <a:pt x="1902822" y="219853"/>
                </a:lnTo>
                <a:lnTo>
                  <a:pt x="1904644" y="219975"/>
                </a:lnTo>
                <a:lnTo>
                  <a:pt x="1906487" y="220062"/>
                </a:lnTo>
                <a:lnTo>
                  <a:pt x="1908352" y="220114"/>
                </a:lnTo>
                <a:lnTo>
                  <a:pt x="1910237" y="220131"/>
                </a:lnTo>
                <a:lnTo>
                  <a:pt x="1912123" y="220114"/>
                </a:lnTo>
                <a:lnTo>
                  <a:pt x="1913987" y="220062"/>
                </a:lnTo>
                <a:lnTo>
                  <a:pt x="1915830" y="219975"/>
                </a:lnTo>
                <a:lnTo>
                  <a:pt x="1917652" y="219853"/>
                </a:lnTo>
                <a:lnTo>
                  <a:pt x="1919453" y="219697"/>
                </a:lnTo>
                <a:close/>
                <a:moveTo>
                  <a:pt x="1905357" y="190513"/>
                </a:moveTo>
                <a:lnTo>
                  <a:pt x="1904385" y="190384"/>
                </a:lnTo>
                <a:lnTo>
                  <a:pt x="1903427" y="190231"/>
                </a:lnTo>
                <a:lnTo>
                  <a:pt x="1902485" y="190054"/>
                </a:lnTo>
                <a:lnTo>
                  <a:pt x="1901557" y="189855"/>
                </a:lnTo>
                <a:lnTo>
                  <a:pt x="1900644" y="189631"/>
                </a:lnTo>
                <a:lnTo>
                  <a:pt x="1899745" y="189384"/>
                </a:lnTo>
                <a:lnTo>
                  <a:pt x="1898861" y="189114"/>
                </a:lnTo>
                <a:lnTo>
                  <a:pt x="1897992" y="188819"/>
                </a:lnTo>
                <a:lnTo>
                  <a:pt x="1897138" y="188502"/>
                </a:lnTo>
                <a:lnTo>
                  <a:pt x="1896299" y="188161"/>
                </a:lnTo>
                <a:lnTo>
                  <a:pt x="1895474" y="187796"/>
                </a:lnTo>
                <a:lnTo>
                  <a:pt x="1894664" y="187408"/>
                </a:lnTo>
                <a:lnTo>
                  <a:pt x="1893869" y="186996"/>
                </a:lnTo>
                <a:lnTo>
                  <a:pt x="1893088" y="186561"/>
                </a:lnTo>
                <a:lnTo>
                  <a:pt x="1892323" y="186103"/>
                </a:lnTo>
                <a:lnTo>
                  <a:pt x="1891572" y="185620"/>
                </a:lnTo>
                <a:lnTo>
                  <a:pt x="1890835" y="185115"/>
                </a:lnTo>
                <a:lnTo>
                  <a:pt x="1890114" y="184585"/>
                </a:lnTo>
                <a:lnTo>
                  <a:pt x="1889407" y="184032"/>
                </a:lnTo>
                <a:lnTo>
                  <a:pt x="1888723" y="183451"/>
                </a:lnTo>
                <a:lnTo>
                  <a:pt x="1888054" y="182854"/>
                </a:lnTo>
                <a:lnTo>
                  <a:pt x="1887399" y="182241"/>
                </a:lnTo>
                <a:lnTo>
                  <a:pt x="1886758" y="181611"/>
                </a:lnTo>
                <a:lnTo>
                  <a:pt x="1886132" y="180966"/>
                </a:lnTo>
                <a:lnTo>
                  <a:pt x="1885520" y="180304"/>
                </a:lnTo>
                <a:lnTo>
                  <a:pt x="1884923" y="179626"/>
                </a:lnTo>
                <a:lnTo>
                  <a:pt x="1884340" y="178932"/>
                </a:lnTo>
                <a:lnTo>
                  <a:pt x="1883771" y="178221"/>
                </a:lnTo>
                <a:lnTo>
                  <a:pt x="1883217" y="177495"/>
                </a:lnTo>
                <a:lnTo>
                  <a:pt x="1882677" y="176752"/>
                </a:lnTo>
                <a:lnTo>
                  <a:pt x="1882152" y="175994"/>
                </a:lnTo>
                <a:lnTo>
                  <a:pt x="1881641" y="175219"/>
                </a:lnTo>
                <a:lnTo>
                  <a:pt x="1881144" y="174428"/>
                </a:lnTo>
                <a:lnTo>
                  <a:pt x="1880662" y="173621"/>
                </a:lnTo>
                <a:lnTo>
                  <a:pt x="1880194" y="172797"/>
                </a:lnTo>
                <a:lnTo>
                  <a:pt x="1879741" y="171958"/>
                </a:lnTo>
                <a:lnTo>
                  <a:pt x="1879302" y="171102"/>
                </a:lnTo>
                <a:lnTo>
                  <a:pt x="1878877" y="170230"/>
                </a:lnTo>
                <a:lnTo>
                  <a:pt x="1878467" y="169342"/>
                </a:lnTo>
                <a:lnTo>
                  <a:pt x="1878071" y="168438"/>
                </a:lnTo>
                <a:lnTo>
                  <a:pt x="1877689" y="167518"/>
                </a:lnTo>
                <a:lnTo>
                  <a:pt x="1877322" y="166582"/>
                </a:lnTo>
                <a:lnTo>
                  <a:pt x="1876970" y="165629"/>
                </a:lnTo>
                <a:lnTo>
                  <a:pt x="1876640" y="164664"/>
                </a:lnTo>
                <a:lnTo>
                  <a:pt x="1876324" y="163690"/>
                </a:lnTo>
                <a:lnTo>
                  <a:pt x="1876022" y="162706"/>
                </a:lnTo>
                <a:lnTo>
                  <a:pt x="1875734" y="161714"/>
                </a:lnTo>
                <a:lnTo>
                  <a:pt x="1875460" y="160712"/>
                </a:lnTo>
                <a:lnTo>
                  <a:pt x="1875200" y="159701"/>
                </a:lnTo>
                <a:lnTo>
                  <a:pt x="1874954" y="158681"/>
                </a:lnTo>
                <a:lnTo>
                  <a:pt x="1874723" y="157652"/>
                </a:lnTo>
                <a:lnTo>
                  <a:pt x="1874505" y="156614"/>
                </a:lnTo>
                <a:lnTo>
                  <a:pt x="1874301" y="155567"/>
                </a:lnTo>
                <a:lnTo>
                  <a:pt x="1874112" y="154510"/>
                </a:lnTo>
                <a:lnTo>
                  <a:pt x="1873936" y="153445"/>
                </a:lnTo>
                <a:lnTo>
                  <a:pt x="1873775" y="152370"/>
                </a:lnTo>
                <a:lnTo>
                  <a:pt x="1873627" y="151286"/>
                </a:lnTo>
                <a:lnTo>
                  <a:pt x="1873494" y="150193"/>
                </a:lnTo>
                <a:lnTo>
                  <a:pt x="1873374" y="149091"/>
                </a:lnTo>
                <a:lnTo>
                  <a:pt x="1873269" y="147980"/>
                </a:lnTo>
                <a:lnTo>
                  <a:pt x="1873178" y="146859"/>
                </a:lnTo>
                <a:lnTo>
                  <a:pt x="1873100" y="145730"/>
                </a:lnTo>
                <a:lnTo>
                  <a:pt x="1873037" y="144591"/>
                </a:lnTo>
                <a:lnTo>
                  <a:pt x="1872988" y="143444"/>
                </a:lnTo>
                <a:lnTo>
                  <a:pt x="1872953" y="142287"/>
                </a:lnTo>
                <a:lnTo>
                  <a:pt x="1872932" y="141121"/>
                </a:lnTo>
                <a:lnTo>
                  <a:pt x="1872925" y="139946"/>
                </a:lnTo>
                <a:lnTo>
                  <a:pt x="1872932" y="138762"/>
                </a:lnTo>
                <a:lnTo>
                  <a:pt x="1872953" y="137588"/>
                </a:lnTo>
                <a:lnTo>
                  <a:pt x="1872988" y="136424"/>
                </a:lnTo>
                <a:lnTo>
                  <a:pt x="1873037" y="135269"/>
                </a:lnTo>
                <a:lnTo>
                  <a:pt x="1873100" y="134123"/>
                </a:lnTo>
                <a:lnTo>
                  <a:pt x="1873178" y="132987"/>
                </a:lnTo>
                <a:lnTo>
                  <a:pt x="1873269" y="131861"/>
                </a:lnTo>
                <a:lnTo>
                  <a:pt x="1873374" y="130744"/>
                </a:lnTo>
                <a:lnTo>
                  <a:pt x="1873494" y="129636"/>
                </a:lnTo>
                <a:lnTo>
                  <a:pt x="1873627" y="128538"/>
                </a:lnTo>
                <a:lnTo>
                  <a:pt x="1873775" y="127450"/>
                </a:lnTo>
                <a:lnTo>
                  <a:pt x="1873936" y="126371"/>
                </a:lnTo>
                <a:lnTo>
                  <a:pt x="1874112" y="125301"/>
                </a:lnTo>
                <a:lnTo>
                  <a:pt x="1874301" y="124241"/>
                </a:lnTo>
                <a:lnTo>
                  <a:pt x="1874505" y="123190"/>
                </a:lnTo>
                <a:lnTo>
                  <a:pt x="1874723" y="122149"/>
                </a:lnTo>
                <a:lnTo>
                  <a:pt x="1874954" y="121117"/>
                </a:lnTo>
                <a:lnTo>
                  <a:pt x="1875200" y="120095"/>
                </a:lnTo>
                <a:lnTo>
                  <a:pt x="1875460" y="119082"/>
                </a:lnTo>
                <a:lnTo>
                  <a:pt x="1875734" y="118079"/>
                </a:lnTo>
                <a:lnTo>
                  <a:pt x="1876022" y="117085"/>
                </a:lnTo>
                <a:lnTo>
                  <a:pt x="1876324" y="116101"/>
                </a:lnTo>
                <a:lnTo>
                  <a:pt x="1876640" y="115126"/>
                </a:lnTo>
                <a:lnTo>
                  <a:pt x="1876970" y="114161"/>
                </a:lnTo>
                <a:lnTo>
                  <a:pt x="1877322" y="113200"/>
                </a:lnTo>
                <a:lnTo>
                  <a:pt x="1877689" y="112256"/>
                </a:lnTo>
                <a:lnTo>
                  <a:pt x="1878071" y="111328"/>
                </a:lnTo>
                <a:lnTo>
                  <a:pt x="1878467" y="110417"/>
                </a:lnTo>
                <a:lnTo>
                  <a:pt x="1878877" y="109522"/>
                </a:lnTo>
                <a:lnTo>
                  <a:pt x="1879302" y="108644"/>
                </a:lnTo>
                <a:lnTo>
                  <a:pt x="1879741" y="107782"/>
                </a:lnTo>
                <a:lnTo>
                  <a:pt x="1880194" y="106937"/>
                </a:lnTo>
                <a:lnTo>
                  <a:pt x="1880662" y="106108"/>
                </a:lnTo>
                <a:lnTo>
                  <a:pt x="1881144" y="105296"/>
                </a:lnTo>
                <a:lnTo>
                  <a:pt x="1881641" y="104500"/>
                </a:lnTo>
                <a:lnTo>
                  <a:pt x="1882152" y="103720"/>
                </a:lnTo>
                <a:lnTo>
                  <a:pt x="1882677" y="102958"/>
                </a:lnTo>
                <a:lnTo>
                  <a:pt x="1883217" y="102211"/>
                </a:lnTo>
                <a:lnTo>
                  <a:pt x="1883771" y="101482"/>
                </a:lnTo>
                <a:lnTo>
                  <a:pt x="1884340" y="100768"/>
                </a:lnTo>
                <a:lnTo>
                  <a:pt x="1884923" y="100072"/>
                </a:lnTo>
                <a:lnTo>
                  <a:pt x="1885520" y="99391"/>
                </a:lnTo>
                <a:lnTo>
                  <a:pt x="1886132" y="98728"/>
                </a:lnTo>
                <a:lnTo>
                  <a:pt x="1886758" y="98080"/>
                </a:lnTo>
                <a:lnTo>
                  <a:pt x="1887399" y="97450"/>
                </a:lnTo>
                <a:lnTo>
                  <a:pt x="1888054" y="96835"/>
                </a:lnTo>
                <a:lnTo>
                  <a:pt x="1888723" y="96238"/>
                </a:lnTo>
                <a:lnTo>
                  <a:pt x="1889407" y="95656"/>
                </a:lnTo>
                <a:lnTo>
                  <a:pt x="1890114" y="95095"/>
                </a:lnTo>
                <a:lnTo>
                  <a:pt x="1890835" y="94558"/>
                </a:lnTo>
                <a:lnTo>
                  <a:pt x="1891572" y="94045"/>
                </a:lnTo>
                <a:lnTo>
                  <a:pt x="1892323" y="93555"/>
                </a:lnTo>
                <a:lnTo>
                  <a:pt x="1893088" y="93090"/>
                </a:lnTo>
                <a:lnTo>
                  <a:pt x="1893869" y="92648"/>
                </a:lnTo>
                <a:lnTo>
                  <a:pt x="1894664" y="92230"/>
                </a:lnTo>
                <a:lnTo>
                  <a:pt x="1895474" y="91836"/>
                </a:lnTo>
                <a:lnTo>
                  <a:pt x="1896299" y="91466"/>
                </a:lnTo>
                <a:lnTo>
                  <a:pt x="1897138" y="91120"/>
                </a:lnTo>
                <a:lnTo>
                  <a:pt x="1897992" y="90798"/>
                </a:lnTo>
                <a:lnTo>
                  <a:pt x="1898861" y="90499"/>
                </a:lnTo>
                <a:lnTo>
                  <a:pt x="1899745" y="90225"/>
                </a:lnTo>
                <a:lnTo>
                  <a:pt x="1900644" y="89974"/>
                </a:lnTo>
                <a:lnTo>
                  <a:pt x="1901557" y="89747"/>
                </a:lnTo>
                <a:lnTo>
                  <a:pt x="1902485" y="89544"/>
                </a:lnTo>
                <a:lnTo>
                  <a:pt x="1903427" y="89365"/>
                </a:lnTo>
                <a:lnTo>
                  <a:pt x="1904385" y="89210"/>
                </a:lnTo>
                <a:lnTo>
                  <a:pt x="1905357" y="89079"/>
                </a:lnTo>
                <a:lnTo>
                  <a:pt x="1906344" y="88971"/>
                </a:lnTo>
                <a:lnTo>
                  <a:pt x="1907346" y="88888"/>
                </a:lnTo>
                <a:lnTo>
                  <a:pt x="1908362" y="88828"/>
                </a:lnTo>
                <a:lnTo>
                  <a:pt x="1909393" y="88792"/>
                </a:lnTo>
                <a:lnTo>
                  <a:pt x="1910439" y="88780"/>
                </a:lnTo>
                <a:lnTo>
                  <a:pt x="1911460" y="88792"/>
                </a:lnTo>
                <a:lnTo>
                  <a:pt x="1912467" y="88828"/>
                </a:lnTo>
                <a:lnTo>
                  <a:pt x="1913460" y="88888"/>
                </a:lnTo>
                <a:lnTo>
                  <a:pt x="1914439" y="88971"/>
                </a:lnTo>
                <a:lnTo>
                  <a:pt x="1915404" y="89079"/>
                </a:lnTo>
                <a:lnTo>
                  <a:pt x="1916355" y="89210"/>
                </a:lnTo>
                <a:lnTo>
                  <a:pt x="1917291" y="89365"/>
                </a:lnTo>
                <a:lnTo>
                  <a:pt x="1918214" y="89544"/>
                </a:lnTo>
                <a:lnTo>
                  <a:pt x="1919123" y="89747"/>
                </a:lnTo>
                <a:lnTo>
                  <a:pt x="1920017" y="89974"/>
                </a:lnTo>
                <a:lnTo>
                  <a:pt x="1920898" y="90225"/>
                </a:lnTo>
                <a:lnTo>
                  <a:pt x="1921764" y="90499"/>
                </a:lnTo>
                <a:lnTo>
                  <a:pt x="1922617" y="90798"/>
                </a:lnTo>
                <a:lnTo>
                  <a:pt x="1923455" y="91120"/>
                </a:lnTo>
                <a:lnTo>
                  <a:pt x="1924280" y="91466"/>
                </a:lnTo>
                <a:lnTo>
                  <a:pt x="1925090" y="91836"/>
                </a:lnTo>
                <a:lnTo>
                  <a:pt x="1925886" y="92230"/>
                </a:lnTo>
                <a:lnTo>
                  <a:pt x="1926668" y="92648"/>
                </a:lnTo>
                <a:lnTo>
                  <a:pt x="1927437" y="93090"/>
                </a:lnTo>
                <a:lnTo>
                  <a:pt x="1928191" y="93555"/>
                </a:lnTo>
                <a:lnTo>
                  <a:pt x="1928931" y="94045"/>
                </a:lnTo>
                <a:lnTo>
                  <a:pt x="1929657" y="94558"/>
                </a:lnTo>
                <a:lnTo>
                  <a:pt x="1930369" y="95095"/>
                </a:lnTo>
                <a:lnTo>
                  <a:pt x="1931067" y="95656"/>
                </a:lnTo>
                <a:lnTo>
                  <a:pt x="1931751" y="96238"/>
                </a:lnTo>
                <a:lnTo>
                  <a:pt x="1932419" y="96835"/>
                </a:lnTo>
                <a:lnTo>
                  <a:pt x="1933074" y="97450"/>
                </a:lnTo>
                <a:lnTo>
                  <a:pt x="1933713" y="98080"/>
                </a:lnTo>
                <a:lnTo>
                  <a:pt x="1934337" y="98728"/>
                </a:lnTo>
                <a:lnTo>
                  <a:pt x="1934947" y="99391"/>
                </a:lnTo>
                <a:lnTo>
                  <a:pt x="1935542" y="100072"/>
                </a:lnTo>
                <a:lnTo>
                  <a:pt x="1936123" y="100768"/>
                </a:lnTo>
                <a:lnTo>
                  <a:pt x="1936688" y="101482"/>
                </a:lnTo>
                <a:lnTo>
                  <a:pt x="1937239" y="102211"/>
                </a:lnTo>
                <a:lnTo>
                  <a:pt x="1937776" y="102958"/>
                </a:lnTo>
                <a:lnTo>
                  <a:pt x="1938297" y="103720"/>
                </a:lnTo>
                <a:lnTo>
                  <a:pt x="1938804" y="104500"/>
                </a:lnTo>
                <a:lnTo>
                  <a:pt x="1939295" y="105296"/>
                </a:lnTo>
                <a:lnTo>
                  <a:pt x="1939773" y="106108"/>
                </a:lnTo>
                <a:lnTo>
                  <a:pt x="1940235" y="106937"/>
                </a:lnTo>
                <a:lnTo>
                  <a:pt x="1940683" y="107782"/>
                </a:lnTo>
                <a:lnTo>
                  <a:pt x="1941116" y="108644"/>
                </a:lnTo>
                <a:lnTo>
                  <a:pt x="1941534" y="109522"/>
                </a:lnTo>
                <a:lnTo>
                  <a:pt x="1941937" y="110417"/>
                </a:lnTo>
                <a:lnTo>
                  <a:pt x="1942326" y="111328"/>
                </a:lnTo>
                <a:lnTo>
                  <a:pt x="1942700" y="112256"/>
                </a:lnTo>
                <a:lnTo>
                  <a:pt x="1943059" y="113200"/>
                </a:lnTo>
                <a:lnTo>
                  <a:pt x="1943403" y="114161"/>
                </a:lnTo>
                <a:lnTo>
                  <a:pt x="1943742" y="115126"/>
                </a:lnTo>
                <a:lnTo>
                  <a:pt x="1944065" y="116101"/>
                </a:lnTo>
                <a:lnTo>
                  <a:pt x="1944375" y="117085"/>
                </a:lnTo>
                <a:lnTo>
                  <a:pt x="1944670" y="118079"/>
                </a:lnTo>
                <a:lnTo>
                  <a:pt x="1944951" y="119082"/>
                </a:lnTo>
                <a:lnTo>
                  <a:pt x="1945217" y="120095"/>
                </a:lnTo>
                <a:lnTo>
                  <a:pt x="1945469" y="121117"/>
                </a:lnTo>
                <a:lnTo>
                  <a:pt x="1945706" y="122149"/>
                </a:lnTo>
                <a:lnTo>
                  <a:pt x="1945930" y="123190"/>
                </a:lnTo>
                <a:lnTo>
                  <a:pt x="1946138" y="124241"/>
                </a:lnTo>
                <a:lnTo>
                  <a:pt x="1946333" y="125301"/>
                </a:lnTo>
                <a:lnTo>
                  <a:pt x="1946513" y="126371"/>
                </a:lnTo>
                <a:lnTo>
                  <a:pt x="1946678" y="127450"/>
                </a:lnTo>
                <a:lnTo>
                  <a:pt x="1946829" y="128538"/>
                </a:lnTo>
                <a:lnTo>
                  <a:pt x="1946966" y="129636"/>
                </a:lnTo>
                <a:lnTo>
                  <a:pt x="1947088" y="130744"/>
                </a:lnTo>
                <a:lnTo>
                  <a:pt x="1947196" y="131861"/>
                </a:lnTo>
                <a:lnTo>
                  <a:pt x="1947290" y="132987"/>
                </a:lnTo>
                <a:lnTo>
                  <a:pt x="1947369" y="134123"/>
                </a:lnTo>
                <a:lnTo>
                  <a:pt x="1947434" y="135269"/>
                </a:lnTo>
                <a:lnTo>
                  <a:pt x="1947484" y="136424"/>
                </a:lnTo>
                <a:lnTo>
                  <a:pt x="1947520" y="137588"/>
                </a:lnTo>
                <a:lnTo>
                  <a:pt x="1947542" y="138762"/>
                </a:lnTo>
                <a:lnTo>
                  <a:pt x="1947549" y="139946"/>
                </a:lnTo>
                <a:lnTo>
                  <a:pt x="1947542" y="141121"/>
                </a:lnTo>
                <a:lnTo>
                  <a:pt x="1947520" y="142287"/>
                </a:lnTo>
                <a:lnTo>
                  <a:pt x="1947484" y="143444"/>
                </a:lnTo>
                <a:lnTo>
                  <a:pt x="1947434" y="144591"/>
                </a:lnTo>
                <a:lnTo>
                  <a:pt x="1947369" y="145730"/>
                </a:lnTo>
                <a:lnTo>
                  <a:pt x="1947290" y="146859"/>
                </a:lnTo>
                <a:lnTo>
                  <a:pt x="1947196" y="147980"/>
                </a:lnTo>
                <a:lnTo>
                  <a:pt x="1947088" y="149091"/>
                </a:lnTo>
                <a:lnTo>
                  <a:pt x="1946966" y="150193"/>
                </a:lnTo>
                <a:lnTo>
                  <a:pt x="1946829" y="151286"/>
                </a:lnTo>
                <a:lnTo>
                  <a:pt x="1946678" y="152370"/>
                </a:lnTo>
                <a:lnTo>
                  <a:pt x="1946513" y="153445"/>
                </a:lnTo>
                <a:lnTo>
                  <a:pt x="1946333" y="154510"/>
                </a:lnTo>
                <a:lnTo>
                  <a:pt x="1946138" y="155567"/>
                </a:lnTo>
                <a:lnTo>
                  <a:pt x="1945930" y="156614"/>
                </a:lnTo>
                <a:lnTo>
                  <a:pt x="1945706" y="157652"/>
                </a:lnTo>
                <a:lnTo>
                  <a:pt x="1945469" y="158681"/>
                </a:lnTo>
                <a:lnTo>
                  <a:pt x="1945217" y="159701"/>
                </a:lnTo>
                <a:lnTo>
                  <a:pt x="1944951" y="160712"/>
                </a:lnTo>
                <a:lnTo>
                  <a:pt x="1944670" y="161714"/>
                </a:lnTo>
                <a:lnTo>
                  <a:pt x="1944375" y="162706"/>
                </a:lnTo>
                <a:lnTo>
                  <a:pt x="1944065" y="163690"/>
                </a:lnTo>
                <a:lnTo>
                  <a:pt x="1943742" y="164664"/>
                </a:lnTo>
                <a:lnTo>
                  <a:pt x="1943403" y="165629"/>
                </a:lnTo>
                <a:lnTo>
                  <a:pt x="1943059" y="166582"/>
                </a:lnTo>
                <a:lnTo>
                  <a:pt x="1942700" y="167518"/>
                </a:lnTo>
                <a:lnTo>
                  <a:pt x="1942326" y="168438"/>
                </a:lnTo>
                <a:lnTo>
                  <a:pt x="1941937" y="169342"/>
                </a:lnTo>
                <a:lnTo>
                  <a:pt x="1941534" y="170230"/>
                </a:lnTo>
                <a:lnTo>
                  <a:pt x="1941116" y="171102"/>
                </a:lnTo>
                <a:lnTo>
                  <a:pt x="1940683" y="171958"/>
                </a:lnTo>
                <a:lnTo>
                  <a:pt x="1940235" y="172797"/>
                </a:lnTo>
                <a:lnTo>
                  <a:pt x="1939773" y="173621"/>
                </a:lnTo>
                <a:lnTo>
                  <a:pt x="1939295" y="174428"/>
                </a:lnTo>
                <a:lnTo>
                  <a:pt x="1938804" y="175219"/>
                </a:lnTo>
                <a:lnTo>
                  <a:pt x="1938297" y="175994"/>
                </a:lnTo>
                <a:lnTo>
                  <a:pt x="1937776" y="176752"/>
                </a:lnTo>
                <a:lnTo>
                  <a:pt x="1937239" y="177495"/>
                </a:lnTo>
                <a:lnTo>
                  <a:pt x="1936688" y="178221"/>
                </a:lnTo>
                <a:lnTo>
                  <a:pt x="1936123" y="178932"/>
                </a:lnTo>
                <a:lnTo>
                  <a:pt x="1935542" y="179626"/>
                </a:lnTo>
                <a:lnTo>
                  <a:pt x="1934947" y="180304"/>
                </a:lnTo>
                <a:lnTo>
                  <a:pt x="1934337" y="180966"/>
                </a:lnTo>
                <a:lnTo>
                  <a:pt x="1933713" y="181611"/>
                </a:lnTo>
                <a:lnTo>
                  <a:pt x="1933074" y="182241"/>
                </a:lnTo>
                <a:lnTo>
                  <a:pt x="1932419" y="182854"/>
                </a:lnTo>
                <a:lnTo>
                  <a:pt x="1931751" y="183451"/>
                </a:lnTo>
                <a:lnTo>
                  <a:pt x="1931067" y="184032"/>
                </a:lnTo>
                <a:lnTo>
                  <a:pt x="1930369" y="184585"/>
                </a:lnTo>
                <a:lnTo>
                  <a:pt x="1929657" y="185115"/>
                </a:lnTo>
                <a:lnTo>
                  <a:pt x="1928931" y="185620"/>
                </a:lnTo>
                <a:lnTo>
                  <a:pt x="1928191" y="186103"/>
                </a:lnTo>
                <a:lnTo>
                  <a:pt x="1927437" y="186561"/>
                </a:lnTo>
                <a:lnTo>
                  <a:pt x="1926668" y="186996"/>
                </a:lnTo>
                <a:lnTo>
                  <a:pt x="1925886" y="187408"/>
                </a:lnTo>
                <a:lnTo>
                  <a:pt x="1925090" y="187796"/>
                </a:lnTo>
                <a:lnTo>
                  <a:pt x="1924280" y="188161"/>
                </a:lnTo>
                <a:lnTo>
                  <a:pt x="1923455" y="188502"/>
                </a:lnTo>
                <a:lnTo>
                  <a:pt x="1922617" y="188819"/>
                </a:lnTo>
                <a:lnTo>
                  <a:pt x="1921764" y="189114"/>
                </a:lnTo>
                <a:lnTo>
                  <a:pt x="1920898" y="189384"/>
                </a:lnTo>
                <a:lnTo>
                  <a:pt x="1920017" y="189631"/>
                </a:lnTo>
                <a:lnTo>
                  <a:pt x="1919123" y="189855"/>
                </a:lnTo>
                <a:lnTo>
                  <a:pt x="1918214" y="190054"/>
                </a:lnTo>
                <a:lnTo>
                  <a:pt x="1917291" y="190231"/>
                </a:lnTo>
                <a:lnTo>
                  <a:pt x="1916355" y="190384"/>
                </a:lnTo>
                <a:lnTo>
                  <a:pt x="1915404" y="190513"/>
                </a:lnTo>
                <a:lnTo>
                  <a:pt x="1914439" y="190619"/>
                </a:lnTo>
                <a:lnTo>
                  <a:pt x="1913460" y="190701"/>
                </a:lnTo>
                <a:lnTo>
                  <a:pt x="1912467" y="190760"/>
                </a:lnTo>
                <a:lnTo>
                  <a:pt x="1911460" y="190795"/>
                </a:lnTo>
                <a:lnTo>
                  <a:pt x="1910439" y="190807"/>
                </a:lnTo>
                <a:lnTo>
                  <a:pt x="1909393" y="190795"/>
                </a:lnTo>
                <a:lnTo>
                  <a:pt x="1908362" y="190760"/>
                </a:lnTo>
                <a:lnTo>
                  <a:pt x="1907346" y="190701"/>
                </a:lnTo>
                <a:lnTo>
                  <a:pt x="1906344" y="190619"/>
                </a:lnTo>
                <a:lnTo>
                  <a:pt x="1905357" y="190513"/>
                </a:lnTo>
                <a:close/>
                <a:moveTo>
                  <a:pt x="2710896" y="94933"/>
                </a:moveTo>
                <a:lnTo>
                  <a:pt x="2710355" y="93438"/>
                </a:lnTo>
                <a:lnTo>
                  <a:pt x="2709771" y="91971"/>
                </a:lnTo>
                <a:lnTo>
                  <a:pt x="2709146" y="90533"/>
                </a:lnTo>
                <a:lnTo>
                  <a:pt x="2708479" y="89123"/>
                </a:lnTo>
                <a:lnTo>
                  <a:pt x="2707771" y="87742"/>
                </a:lnTo>
                <a:lnTo>
                  <a:pt x="2707020" y="86389"/>
                </a:lnTo>
                <a:lnTo>
                  <a:pt x="2706228" y="85064"/>
                </a:lnTo>
                <a:lnTo>
                  <a:pt x="2705394" y="83768"/>
                </a:lnTo>
                <a:lnTo>
                  <a:pt x="2704518" y="82501"/>
                </a:lnTo>
                <a:lnTo>
                  <a:pt x="2703600" y="81262"/>
                </a:lnTo>
                <a:lnTo>
                  <a:pt x="2702641" y="80051"/>
                </a:lnTo>
                <a:lnTo>
                  <a:pt x="2701640" y="78868"/>
                </a:lnTo>
                <a:lnTo>
                  <a:pt x="2700597" y="77715"/>
                </a:lnTo>
                <a:lnTo>
                  <a:pt x="2699512" y="76589"/>
                </a:lnTo>
                <a:lnTo>
                  <a:pt x="2698386" y="75492"/>
                </a:lnTo>
                <a:lnTo>
                  <a:pt x="2697217" y="74423"/>
                </a:lnTo>
                <a:lnTo>
                  <a:pt x="2696007" y="73383"/>
                </a:lnTo>
                <a:lnTo>
                  <a:pt x="2694755" y="72372"/>
                </a:lnTo>
                <a:lnTo>
                  <a:pt x="2693462" y="71388"/>
                </a:lnTo>
                <a:lnTo>
                  <a:pt x="2692135" y="70440"/>
                </a:lnTo>
                <a:lnTo>
                  <a:pt x="2690769" y="69531"/>
                </a:lnTo>
                <a:lnTo>
                  <a:pt x="2689362" y="68663"/>
                </a:lnTo>
                <a:lnTo>
                  <a:pt x="2687914" y="67835"/>
                </a:lnTo>
                <a:lnTo>
                  <a:pt x="2686427" y="67048"/>
                </a:lnTo>
                <a:lnTo>
                  <a:pt x="2684899" y="66301"/>
                </a:lnTo>
                <a:lnTo>
                  <a:pt x="2683330" y="65594"/>
                </a:lnTo>
                <a:lnTo>
                  <a:pt x="2681721" y="64928"/>
                </a:lnTo>
                <a:lnTo>
                  <a:pt x="2680072" y="64302"/>
                </a:lnTo>
                <a:lnTo>
                  <a:pt x="2678382" y="63717"/>
                </a:lnTo>
                <a:lnTo>
                  <a:pt x="2676652" y="63172"/>
                </a:lnTo>
                <a:lnTo>
                  <a:pt x="2674882" y="62667"/>
                </a:lnTo>
                <a:lnTo>
                  <a:pt x="2673071" y="62203"/>
                </a:lnTo>
                <a:lnTo>
                  <a:pt x="2671220" y="61779"/>
                </a:lnTo>
                <a:lnTo>
                  <a:pt x="2669328" y="61395"/>
                </a:lnTo>
                <a:lnTo>
                  <a:pt x="2667396" y="61052"/>
                </a:lnTo>
                <a:lnTo>
                  <a:pt x="2665424" y="60749"/>
                </a:lnTo>
                <a:lnTo>
                  <a:pt x="2663411" y="60487"/>
                </a:lnTo>
                <a:lnTo>
                  <a:pt x="2661358" y="60265"/>
                </a:lnTo>
                <a:lnTo>
                  <a:pt x="2659265" y="60083"/>
                </a:lnTo>
                <a:lnTo>
                  <a:pt x="2657131" y="59942"/>
                </a:lnTo>
                <a:lnTo>
                  <a:pt x="2654957" y="59841"/>
                </a:lnTo>
                <a:lnTo>
                  <a:pt x="2652742" y="59780"/>
                </a:lnTo>
                <a:lnTo>
                  <a:pt x="2650487" y="59760"/>
                </a:lnTo>
                <a:lnTo>
                  <a:pt x="2648944" y="59770"/>
                </a:lnTo>
                <a:lnTo>
                  <a:pt x="2647416" y="59801"/>
                </a:lnTo>
                <a:lnTo>
                  <a:pt x="2645904" y="59852"/>
                </a:lnTo>
                <a:lnTo>
                  <a:pt x="2644406" y="59923"/>
                </a:lnTo>
                <a:lnTo>
                  <a:pt x="2642924" y="60015"/>
                </a:lnTo>
                <a:lnTo>
                  <a:pt x="2641456" y="60127"/>
                </a:lnTo>
                <a:lnTo>
                  <a:pt x="2640004" y="60259"/>
                </a:lnTo>
                <a:lnTo>
                  <a:pt x="2638567" y="60412"/>
                </a:lnTo>
                <a:lnTo>
                  <a:pt x="2637144" y="60585"/>
                </a:lnTo>
                <a:lnTo>
                  <a:pt x="2635737" y="60778"/>
                </a:lnTo>
                <a:lnTo>
                  <a:pt x="2634345" y="60992"/>
                </a:lnTo>
                <a:lnTo>
                  <a:pt x="2632969" y="61226"/>
                </a:lnTo>
                <a:lnTo>
                  <a:pt x="2631607" y="61481"/>
                </a:lnTo>
                <a:lnTo>
                  <a:pt x="2630260" y="61756"/>
                </a:lnTo>
                <a:lnTo>
                  <a:pt x="2628929" y="62051"/>
                </a:lnTo>
                <a:lnTo>
                  <a:pt x="2627612" y="62367"/>
                </a:lnTo>
                <a:lnTo>
                  <a:pt x="2626311" y="62703"/>
                </a:lnTo>
                <a:lnTo>
                  <a:pt x="2625025" y="63059"/>
                </a:lnTo>
                <a:lnTo>
                  <a:pt x="2623754" y="63436"/>
                </a:lnTo>
                <a:lnTo>
                  <a:pt x="2622497" y="63833"/>
                </a:lnTo>
                <a:lnTo>
                  <a:pt x="2621257" y="64250"/>
                </a:lnTo>
                <a:lnTo>
                  <a:pt x="2620031" y="64688"/>
                </a:lnTo>
                <a:lnTo>
                  <a:pt x="2618820" y="65146"/>
                </a:lnTo>
                <a:lnTo>
                  <a:pt x="2617624" y="65625"/>
                </a:lnTo>
                <a:lnTo>
                  <a:pt x="2616455" y="66113"/>
                </a:lnTo>
                <a:lnTo>
                  <a:pt x="2615308" y="66619"/>
                </a:lnTo>
                <a:lnTo>
                  <a:pt x="2614182" y="67141"/>
                </a:lnTo>
                <a:lnTo>
                  <a:pt x="2613077" y="67681"/>
                </a:lnTo>
                <a:lnTo>
                  <a:pt x="2611994" y="68237"/>
                </a:lnTo>
                <a:lnTo>
                  <a:pt x="2610932" y="68810"/>
                </a:lnTo>
                <a:lnTo>
                  <a:pt x="2609891" y="69400"/>
                </a:lnTo>
                <a:lnTo>
                  <a:pt x="2608872" y="70006"/>
                </a:lnTo>
                <a:lnTo>
                  <a:pt x="2607874" y="70630"/>
                </a:lnTo>
                <a:lnTo>
                  <a:pt x="2606898" y="71270"/>
                </a:lnTo>
                <a:lnTo>
                  <a:pt x="2605943" y="71928"/>
                </a:lnTo>
                <a:lnTo>
                  <a:pt x="2605010" y="72602"/>
                </a:lnTo>
                <a:lnTo>
                  <a:pt x="2604098" y="73293"/>
                </a:lnTo>
                <a:lnTo>
                  <a:pt x="2603207" y="74001"/>
                </a:lnTo>
                <a:lnTo>
                  <a:pt x="2602338" y="74725"/>
                </a:lnTo>
                <a:lnTo>
                  <a:pt x="2601491" y="75467"/>
                </a:lnTo>
                <a:lnTo>
                  <a:pt x="2600664" y="76225"/>
                </a:lnTo>
                <a:lnTo>
                  <a:pt x="2599859" y="77000"/>
                </a:lnTo>
                <a:lnTo>
                  <a:pt x="2599076" y="77792"/>
                </a:lnTo>
                <a:lnTo>
                  <a:pt x="2598314" y="78601"/>
                </a:lnTo>
                <a:lnTo>
                  <a:pt x="2597573" y="79427"/>
                </a:lnTo>
                <a:lnTo>
                  <a:pt x="2596854" y="80270"/>
                </a:lnTo>
                <a:lnTo>
                  <a:pt x="2596156" y="81129"/>
                </a:lnTo>
                <a:lnTo>
                  <a:pt x="2595480" y="82006"/>
                </a:lnTo>
                <a:lnTo>
                  <a:pt x="2594836" y="82889"/>
                </a:lnTo>
                <a:lnTo>
                  <a:pt x="2594221" y="83785"/>
                </a:lnTo>
                <a:lnTo>
                  <a:pt x="2593633" y="84695"/>
                </a:lnTo>
                <a:lnTo>
                  <a:pt x="2593073" y="85618"/>
                </a:lnTo>
                <a:lnTo>
                  <a:pt x="2592540" y="86554"/>
                </a:lnTo>
                <a:lnTo>
                  <a:pt x="2592036" y="87504"/>
                </a:lnTo>
                <a:lnTo>
                  <a:pt x="2591559" y="88467"/>
                </a:lnTo>
                <a:lnTo>
                  <a:pt x="2591109" y="89443"/>
                </a:lnTo>
                <a:lnTo>
                  <a:pt x="2590688" y="90433"/>
                </a:lnTo>
                <a:lnTo>
                  <a:pt x="2590294" y="91436"/>
                </a:lnTo>
                <a:lnTo>
                  <a:pt x="2589928" y="92453"/>
                </a:lnTo>
                <a:lnTo>
                  <a:pt x="2589590" y="93482"/>
                </a:lnTo>
                <a:lnTo>
                  <a:pt x="2589279" y="94526"/>
                </a:lnTo>
                <a:lnTo>
                  <a:pt x="2588996" y="95582"/>
                </a:lnTo>
                <a:lnTo>
                  <a:pt x="2588741" y="96652"/>
                </a:lnTo>
                <a:lnTo>
                  <a:pt x="2588514" y="97735"/>
                </a:lnTo>
                <a:lnTo>
                  <a:pt x="2588314" y="98831"/>
                </a:lnTo>
                <a:lnTo>
                  <a:pt x="2588142" y="99941"/>
                </a:lnTo>
                <a:lnTo>
                  <a:pt x="2587998" y="101064"/>
                </a:lnTo>
                <a:lnTo>
                  <a:pt x="2587882" y="102201"/>
                </a:lnTo>
                <a:lnTo>
                  <a:pt x="2587793" y="103351"/>
                </a:lnTo>
                <a:lnTo>
                  <a:pt x="2587732" y="104514"/>
                </a:lnTo>
                <a:lnTo>
                  <a:pt x="2587699" y="105690"/>
                </a:lnTo>
                <a:lnTo>
                  <a:pt x="2587694" y="106880"/>
                </a:lnTo>
                <a:lnTo>
                  <a:pt x="2587704" y="108286"/>
                </a:lnTo>
                <a:lnTo>
                  <a:pt x="2587752" y="109671"/>
                </a:lnTo>
                <a:lnTo>
                  <a:pt x="2587838" y="111036"/>
                </a:lnTo>
                <a:lnTo>
                  <a:pt x="2587961" y="112380"/>
                </a:lnTo>
                <a:lnTo>
                  <a:pt x="2588121" y="113704"/>
                </a:lnTo>
                <a:lnTo>
                  <a:pt x="2588319" y="115008"/>
                </a:lnTo>
                <a:lnTo>
                  <a:pt x="2588555" y="116291"/>
                </a:lnTo>
                <a:lnTo>
                  <a:pt x="2588828" y="117554"/>
                </a:lnTo>
                <a:lnTo>
                  <a:pt x="2589139" y="118796"/>
                </a:lnTo>
                <a:lnTo>
                  <a:pt x="2589488" y="120019"/>
                </a:lnTo>
                <a:lnTo>
                  <a:pt x="2589874" y="121220"/>
                </a:lnTo>
                <a:lnTo>
                  <a:pt x="2590297" y="122402"/>
                </a:lnTo>
                <a:lnTo>
                  <a:pt x="2590759" y="123563"/>
                </a:lnTo>
                <a:lnTo>
                  <a:pt x="2591257" y="124704"/>
                </a:lnTo>
                <a:lnTo>
                  <a:pt x="2591794" y="125824"/>
                </a:lnTo>
                <a:lnTo>
                  <a:pt x="2592368" y="126924"/>
                </a:lnTo>
                <a:lnTo>
                  <a:pt x="2592979" y="128004"/>
                </a:lnTo>
                <a:lnTo>
                  <a:pt x="2593628" y="129063"/>
                </a:lnTo>
                <a:lnTo>
                  <a:pt x="2594315" y="130102"/>
                </a:lnTo>
                <a:lnTo>
                  <a:pt x="2595039" y="131120"/>
                </a:lnTo>
                <a:lnTo>
                  <a:pt x="2595800" y="132118"/>
                </a:lnTo>
                <a:lnTo>
                  <a:pt x="2596600" y="133096"/>
                </a:lnTo>
                <a:lnTo>
                  <a:pt x="2597437" y="134054"/>
                </a:lnTo>
                <a:lnTo>
                  <a:pt x="2598311" y="134991"/>
                </a:lnTo>
                <a:lnTo>
                  <a:pt x="2599224" y="135898"/>
                </a:lnTo>
                <a:lnTo>
                  <a:pt x="2600178" y="136784"/>
                </a:lnTo>
                <a:lnTo>
                  <a:pt x="2601172" y="137647"/>
                </a:lnTo>
                <a:lnTo>
                  <a:pt x="2602207" y="138488"/>
                </a:lnTo>
                <a:lnTo>
                  <a:pt x="2603282" y="139307"/>
                </a:lnTo>
                <a:lnTo>
                  <a:pt x="2604397" y="140104"/>
                </a:lnTo>
                <a:lnTo>
                  <a:pt x="2605553" y="140878"/>
                </a:lnTo>
                <a:lnTo>
                  <a:pt x="2606749" y="141631"/>
                </a:lnTo>
                <a:lnTo>
                  <a:pt x="2607985" y="142361"/>
                </a:lnTo>
                <a:lnTo>
                  <a:pt x="2609262" y="143070"/>
                </a:lnTo>
                <a:lnTo>
                  <a:pt x="2610579" y="143756"/>
                </a:lnTo>
                <a:lnTo>
                  <a:pt x="2611936" y="144420"/>
                </a:lnTo>
                <a:lnTo>
                  <a:pt x="2613334" y="145062"/>
                </a:lnTo>
                <a:lnTo>
                  <a:pt x="2614773" y="145682"/>
                </a:lnTo>
                <a:lnTo>
                  <a:pt x="2616251" y="146280"/>
                </a:lnTo>
                <a:lnTo>
                  <a:pt x="2617770" y="146855"/>
                </a:lnTo>
                <a:lnTo>
                  <a:pt x="2619330" y="147409"/>
                </a:lnTo>
                <a:lnTo>
                  <a:pt x="2620930" y="147940"/>
                </a:lnTo>
                <a:lnTo>
                  <a:pt x="2622570" y="148449"/>
                </a:lnTo>
                <a:lnTo>
                  <a:pt x="2624250" y="148936"/>
                </a:lnTo>
                <a:lnTo>
                  <a:pt x="2625971" y="149402"/>
                </a:lnTo>
                <a:lnTo>
                  <a:pt x="2627733" y="149844"/>
                </a:lnTo>
                <a:lnTo>
                  <a:pt x="2629534" y="150265"/>
                </a:lnTo>
                <a:lnTo>
                  <a:pt x="2631376" y="150664"/>
                </a:lnTo>
                <a:lnTo>
                  <a:pt x="2657869" y="156225"/>
                </a:lnTo>
                <a:lnTo>
                  <a:pt x="2658752" y="156423"/>
                </a:lnTo>
                <a:lnTo>
                  <a:pt x="2659616" y="156627"/>
                </a:lnTo>
                <a:lnTo>
                  <a:pt x="2660460" y="156838"/>
                </a:lnTo>
                <a:lnTo>
                  <a:pt x="2661284" y="157057"/>
                </a:lnTo>
                <a:lnTo>
                  <a:pt x="2662089" y="157282"/>
                </a:lnTo>
                <a:lnTo>
                  <a:pt x="2662874" y="157515"/>
                </a:lnTo>
                <a:lnTo>
                  <a:pt x="2663639" y="157754"/>
                </a:lnTo>
                <a:lnTo>
                  <a:pt x="2664385" y="158000"/>
                </a:lnTo>
                <a:lnTo>
                  <a:pt x="2665111" y="158254"/>
                </a:lnTo>
                <a:lnTo>
                  <a:pt x="2665817" y="158514"/>
                </a:lnTo>
                <a:lnTo>
                  <a:pt x="2666504" y="158782"/>
                </a:lnTo>
                <a:lnTo>
                  <a:pt x="2667171" y="159057"/>
                </a:lnTo>
                <a:lnTo>
                  <a:pt x="2667819" y="159338"/>
                </a:lnTo>
                <a:lnTo>
                  <a:pt x="2668447" y="159627"/>
                </a:lnTo>
                <a:lnTo>
                  <a:pt x="2669055" y="159922"/>
                </a:lnTo>
                <a:lnTo>
                  <a:pt x="2669643" y="160225"/>
                </a:lnTo>
                <a:lnTo>
                  <a:pt x="2670212" y="160535"/>
                </a:lnTo>
                <a:lnTo>
                  <a:pt x="2670761" y="160851"/>
                </a:lnTo>
                <a:lnTo>
                  <a:pt x="2671291" y="161175"/>
                </a:lnTo>
                <a:lnTo>
                  <a:pt x="2671800" y="161506"/>
                </a:lnTo>
                <a:lnTo>
                  <a:pt x="2672291" y="161844"/>
                </a:lnTo>
                <a:lnTo>
                  <a:pt x="2672761" y="162188"/>
                </a:lnTo>
                <a:lnTo>
                  <a:pt x="2673212" y="162540"/>
                </a:lnTo>
                <a:lnTo>
                  <a:pt x="2673643" y="162899"/>
                </a:lnTo>
                <a:lnTo>
                  <a:pt x="2674064" y="163265"/>
                </a:lnTo>
                <a:lnTo>
                  <a:pt x="2674467" y="163640"/>
                </a:lnTo>
                <a:lnTo>
                  <a:pt x="2674852" y="164022"/>
                </a:lnTo>
                <a:lnTo>
                  <a:pt x="2675219" y="164413"/>
                </a:lnTo>
                <a:lnTo>
                  <a:pt x="2675568" y="164812"/>
                </a:lnTo>
                <a:lnTo>
                  <a:pt x="2675899" y="165218"/>
                </a:lnTo>
                <a:lnTo>
                  <a:pt x="2676212" y="165633"/>
                </a:lnTo>
                <a:lnTo>
                  <a:pt x="2676508" y="166056"/>
                </a:lnTo>
                <a:lnTo>
                  <a:pt x="2676785" y="166487"/>
                </a:lnTo>
                <a:lnTo>
                  <a:pt x="2677045" y="166926"/>
                </a:lnTo>
                <a:lnTo>
                  <a:pt x="2677287" y="167373"/>
                </a:lnTo>
                <a:lnTo>
                  <a:pt x="2677511" y="167828"/>
                </a:lnTo>
                <a:lnTo>
                  <a:pt x="2677717" y="168292"/>
                </a:lnTo>
                <a:lnTo>
                  <a:pt x="2677905" y="168763"/>
                </a:lnTo>
                <a:lnTo>
                  <a:pt x="2678075" y="169243"/>
                </a:lnTo>
                <a:lnTo>
                  <a:pt x="2678227" y="169730"/>
                </a:lnTo>
                <a:lnTo>
                  <a:pt x="2678361" y="170226"/>
                </a:lnTo>
                <a:lnTo>
                  <a:pt x="2678478" y="170729"/>
                </a:lnTo>
                <a:lnTo>
                  <a:pt x="2678576" y="171241"/>
                </a:lnTo>
                <a:lnTo>
                  <a:pt x="2678657" y="171761"/>
                </a:lnTo>
                <a:lnTo>
                  <a:pt x="2678719" y="172289"/>
                </a:lnTo>
                <a:lnTo>
                  <a:pt x="2678764" y="172825"/>
                </a:lnTo>
                <a:lnTo>
                  <a:pt x="2678791" y="173369"/>
                </a:lnTo>
                <a:lnTo>
                  <a:pt x="2678800" y="173921"/>
                </a:lnTo>
                <a:lnTo>
                  <a:pt x="2678786" y="174574"/>
                </a:lnTo>
                <a:lnTo>
                  <a:pt x="2678744" y="175218"/>
                </a:lnTo>
                <a:lnTo>
                  <a:pt x="2678675" y="175853"/>
                </a:lnTo>
                <a:lnTo>
                  <a:pt x="2678578" y="176480"/>
                </a:lnTo>
                <a:lnTo>
                  <a:pt x="2678453" y="177097"/>
                </a:lnTo>
                <a:lnTo>
                  <a:pt x="2678301" y="177706"/>
                </a:lnTo>
                <a:lnTo>
                  <a:pt x="2678120" y="178307"/>
                </a:lnTo>
                <a:lnTo>
                  <a:pt x="2677912" y="178898"/>
                </a:lnTo>
                <a:lnTo>
                  <a:pt x="2677676" y="179481"/>
                </a:lnTo>
                <a:lnTo>
                  <a:pt x="2677413" y="180054"/>
                </a:lnTo>
                <a:lnTo>
                  <a:pt x="2677122" y="180620"/>
                </a:lnTo>
                <a:lnTo>
                  <a:pt x="2676803" y="181176"/>
                </a:lnTo>
                <a:lnTo>
                  <a:pt x="2676456" y="181723"/>
                </a:lnTo>
                <a:lnTo>
                  <a:pt x="2676082" y="182262"/>
                </a:lnTo>
                <a:lnTo>
                  <a:pt x="2675679" y="182792"/>
                </a:lnTo>
                <a:lnTo>
                  <a:pt x="2675249" y="183313"/>
                </a:lnTo>
                <a:lnTo>
                  <a:pt x="2674792" y="183826"/>
                </a:lnTo>
                <a:lnTo>
                  <a:pt x="2674306" y="184329"/>
                </a:lnTo>
                <a:lnTo>
                  <a:pt x="2673793" y="184824"/>
                </a:lnTo>
                <a:lnTo>
                  <a:pt x="2673252" y="185310"/>
                </a:lnTo>
                <a:lnTo>
                  <a:pt x="2672684" y="185788"/>
                </a:lnTo>
                <a:lnTo>
                  <a:pt x="2672087" y="186256"/>
                </a:lnTo>
                <a:lnTo>
                  <a:pt x="2671463" y="186716"/>
                </a:lnTo>
                <a:lnTo>
                  <a:pt x="2670812" y="187167"/>
                </a:lnTo>
                <a:lnTo>
                  <a:pt x="2670145" y="187604"/>
                </a:lnTo>
                <a:lnTo>
                  <a:pt x="2669461" y="188023"/>
                </a:lnTo>
                <a:lnTo>
                  <a:pt x="2668759" y="188423"/>
                </a:lnTo>
                <a:lnTo>
                  <a:pt x="2668039" y="188805"/>
                </a:lnTo>
                <a:lnTo>
                  <a:pt x="2667301" y="189167"/>
                </a:lnTo>
                <a:lnTo>
                  <a:pt x="2666546" y="189512"/>
                </a:lnTo>
                <a:lnTo>
                  <a:pt x="2665772" y="189837"/>
                </a:lnTo>
                <a:lnTo>
                  <a:pt x="2664980" y="190144"/>
                </a:lnTo>
                <a:lnTo>
                  <a:pt x="2664171" y="190433"/>
                </a:lnTo>
                <a:lnTo>
                  <a:pt x="2663344" y="190703"/>
                </a:lnTo>
                <a:lnTo>
                  <a:pt x="2662498" y="190954"/>
                </a:lnTo>
                <a:lnTo>
                  <a:pt x="2661635" y="191186"/>
                </a:lnTo>
                <a:lnTo>
                  <a:pt x="2660754" y="191400"/>
                </a:lnTo>
                <a:lnTo>
                  <a:pt x="2659855" y="191596"/>
                </a:lnTo>
                <a:lnTo>
                  <a:pt x="2658938" y="191773"/>
                </a:lnTo>
                <a:lnTo>
                  <a:pt x="2658003" y="191931"/>
                </a:lnTo>
                <a:lnTo>
                  <a:pt x="2657051" y="192070"/>
                </a:lnTo>
                <a:lnTo>
                  <a:pt x="2656080" y="192191"/>
                </a:lnTo>
                <a:lnTo>
                  <a:pt x="2655092" y="192294"/>
                </a:lnTo>
                <a:lnTo>
                  <a:pt x="2654085" y="192377"/>
                </a:lnTo>
                <a:lnTo>
                  <a:pt x="2653061" y="192442"/>
                </a:lnTo>
                <a:lnTo>
                  <a:pt x="2652019" y="192489"/>
                </a:lnTo>
                <a:lnTo>
                  <a:pt x="2650958" y="192517"/>
                </a:lnTo>
                <a:lnTo>
                  <a:pt x="2649880" y="192526"/>
                </a:lnTo>
                <a:lnTo>
                  <a:pt x="2648835" y="192517"/>
                </a:lnTo>
                <a:lnTo>
                  <a:pt x="2647807" y="192489"/>
                </a:lnTo>
                <a:lnTo>
                  <a:pt x="2646795" y="192442"/>
                </a:lnTo>
                <a:lnTo>
                  <a:pt x="2645799" y="192377"/>
                </a:lnTo>
                <a:lnTo>
                  <a:pt x="2644820" y="192294"/>
                </a:lnTo>
                <a:lnTo>
                  <a:pt x="2643858" y="192191"/>
                </a:lnTo>
                <a:lnTo>
                  <a:pt x="2642912" y="192070"/>
                </a:lnTo>
                <a:lnTo>
                  <a:pt x="2641982" y="191931"/>
                </a:lnTo>
                <a:lnTo>
                  <a:pt x="2641069" y="191773"/>
                </a:lnTo>
                <a:lnTo>
                  <a:pt x="2640173" y="191596"/>
                </a:lnTo>
                <a:lnTo>
                  <a:pt x="2639293" y="191400"/>
                </a:lnTo>
                <a:lnTo>
                  <a:pt x="2638429" y="191186"/>
                </a:lnTo>
                <a:lnTo>
                  <a:pt x="2637582" y="190954"/>
                </a:lnTo>
                <a:lnTo>
                  <a:pt x="2636751" y="190703"/>
                </a:lnTo>
                <a:lnTo>
                  <a:pt x="2635937" y="190433"/>
                </a:lnTo>
                <a:lnTo>
                  <a:pt x="2635140" y="190144"/>
                </a:lnTo>
                <a:lnTo>
                  <a:pt x="2634359" y="189837"/>
                </a:lnTo>
                <a:lnTo>
                  <a:pt x="2633594" y="189512"/>
                </a:lnTo>
                <a:lnTo>
                  <a:pt x="2632846" y="189167"/>
                </a:lnTo>
                <a:lnTo>
                  <a:pt x="2632115" y="188805"/>
                </a:lnTo>
                <a:lnTo>
                  <a:pt x="2631400" y="188423"/>
                </a:lnTo>
                <a:lnTo>
                  <a:pt x="2630701" y="188023"/>
                </a:lnTo>
                <a:lnTo>
                  <a:pt x="2630019" y="187604"/>
                </a:lnTo>
                <a:lnTo>
                  <a:pt x="2629354" y="187167"/>
                </a:lnTo>
                <a:lnTo>
                  <a:pt x="2628706" y="186711"/>
                </a:lnTo>
                <a:lnTo>
                  <a:pt x="2628077" y="186238"/>
                </a:lnTo>
                <a:lnTo>
                  <a:pt x="2627467" y="185747"/>
                </a:lnTo>
                <a:lnTo>
                  <a:pt x="2626876" y="185237"/>
                </a:lnTo>
                <a:lnTo>
                  <a:pt x="2626304" y="184710"/>
                </a:lnTo>
                <a:lnTo>
                  <a:pt x="2625751" y="184165"/>
                </a:lnTo>
                <a:lnTo>
                  <a:pt x="2625217" y="183602"/>
                </a:lnTo>
                <a:lnTo>
                  <a:pt x="2624702" y="183021"/>
                </a:lnTo>
                <a:lnTo>
                  <a:pt x="2624206" y="182422"/>
                </a:lnTo>
                <a:lnTo>
                  <a:pt x="2623729" y="181806"/>
                </a:lnTo>
                <a:lnTo>
                  <a:pt x="2623271" y="181171"/>
                </a:lnTo>
                <a:lnTo>
                  <a:pt x="2622832" y="180519"/>
                </a:lnTo>
                <a:lnTo>
                  <a:pt x="2622411" y="179848"/>
                </a:lnTo>
                <a:lnTo>
                  <a:pt x="2622010" y="179160"/>
                </a:lnTo>
                <a:lnTo>
                  <a:pt x="2621628" y="178454"/>
                </a:lnTo>
                <a:lnTo>
                  <a:pt x="2621264" y="177729"/>
                </a:lnTo>
                <a:lnTo>
                  <a:pt x="2620920" y="176987"/>
                </a:lnTo>
                <a:lnTo>
                  <a:pt x="2620595" y="176227"/>
                </a:lnTo>
                <a:lnTo>
                  <a:pt x="2620288" y="175450"/>
                </a:lnTo>
                <a:lnTo>
                  <a:pt x="2620000" y="174654"/>
                </a:lnTo>
                <a:lnTo>
                  <a:pt x="2619732" y="173840"/>
                </a:lnTo>
                <a:lnTo>
                  <a:pt x="2619482" y="173009"/>
                </a:lnTo>
                <a:lnTo>
                  <a:pt x="2619252" y="172159"/>
                </a:lnTo>
                <a:lnTo>
                  <a:pt x="2619040" y="171292"/>
                </a:lnTo>
                <a:lnTo>
                  <a:pt x="2583346" y="174730"/>
                </a:lnTo>
                <a:lnTo>
                  <a:pt x="2583648" y="176500"/>
                </a:lnTo>
                <a:lnTo>
                  <a:pt x="2583999" y="178237"/>
                </a:lnTo>
                <a:lnTo>
                  <a:pt x="2584399" y="179942"/>
                </a:lnTo>
                <a:lnTo>
                  <a:pt x="2584848" y="181614"/>
                </a:lnTo>
                <a:lnTo>
                  <a:pt x="2585346" y="183254"/>
                </a:lnTo>
                <a:lnTo>
                  <a:pt x="2585893" y="184860"/>
                </a:lnTo>
                <a:lnTo>
                  <a:pt x="2586488" y="186434"/>
                </a:lnTo>
                <a:lnTo>
                  <a:pt x="2587132" y="187976"/>
                </a:lnTo>
                <a:lnTo>
                  <a:pt x="2587825" y="189485"/>
                </a:lnTo>
                <a:lnTo>
                  <a:pt x="2588567" y="190961"/>
                </a:lnTo>
                <a:lnTo>
                  <a:pt x="2589357" y="192405"/>
                </a:lnTo>
                <a:lnTo>
                  <a:pt x="2590196" y="193815"/>
                </a:lnTo>
                <a:lnTo>
                  <a:pt x="2591084" y="195194"/>
                </a:lnTo>
                <a:lnTo>
                  <a:pt x="2592021" y="196539"/>
                </a:lnTo>
                <a:lnTo>
                  <a:pt x="2593007" y="197852"/>
                </a:lnTo>
                <a:lnTo>
                  <a:pt x="2594042" y="199133"/>
                </a:lnTo>
                <a:lnTo>
                  <a:pt x="2595125" y="200380"/>
                </a:lnTo>
                <a:lnTo>
                  <a:pt x="2596257" y="201595"/>
                </a:lnTo>
                <a:lnTo>
                  <a:pt x="2597438" y="202777"/>
                </a:lnTo>
                <a:lnTo>
                  <a:pt x="2598668" y="203927"/>
                </a:lnTo>
                <a:lnTo>
                  <a:pt x="2599946" y="205044"/>
                </a:lnTo>
                <a:lnTo>
                  <a:pt x="2601273" y="206129"/>
                </a:lnTo>
                <a:lnTo>
                  <a:pt x="2602650" y="207180"/>
                </a:lnTo>
                <a:lnTo>
                  <a:pt x="2604074" y="208199"/>
                </a:lnTo>
                <a:lnTo>
                  <a:pt x="2605543" y="209173"/>
                </a:lnTo>
                <a:lnTo>
                  <a:pt x="2607050" y="210105"/>
                </a:lnTo>
                <a:lnTo>
                  <a:pt x="2608596" y="210996"/>
                </a:lnTo>
                <a:lnTo>
                  <a:pt x="2610181" y="211845"/>
                </a:lnTo>
                <a:lnTo>
                  <a:pt x="2611804" y="212653"/>
                </a:lnTo>
                <a:lnTo>
                  <a:pt x="2613466" y="213419"/>
                </a:lnTo>
                <a:lnTo>
                  <a:pt x="2615166" y="214144"/>
                </a:lnTo>
                <a:lnTo>
                  <a:pt x="2616905" y="214828"/>
                </a:lnTo>
                <a:lnTo>
                  <a:pt x="2618683" y="215470"/>
                </a:lnTo>
                <a:lnTo>
                  <a:pt x="2620499" y="216071"/>
                </a:lnTo>
                <a:lnTo>
                  <a:pt x="2622354" y="216630"/>
                </a:lnTo>
                <a:lnTo>
                  <a:pt x="2624247" y="217148"/>
                </a:lnTo>
                <a:lnTo>
                  <a:pt x="2626179" y="217625"/>
                </a:lnTo>
                <a:lnTo>
                  <a:pt x="2628150" y="218060"/>
                </a:lnTo>
                <a:lnTo>
                  <a:pt x="2630160" y="218453"/>
                </a:lnTo>
                <a:lnTo>
                  <a:pt x="2632208" y="218805"/>
                </a:lnTo>
                <a:lnTo>
                  <a:pt x="2634294" y="219116"/>
                </a:lnTo>
                <a:lnTo>
                  <a:pt x="2636419" y="219385"/>
                </a:lnTo>
                <a:lnTo>
                  <a:pt x="2638583" y="219613"/>
                </a:lnTo>
                <a:lnTo>
                  <a:pt x="2640786" y="219800"/>
                </a:lnTo>
                <a:lnTo>
                  <a:pt x="2643027" y="219945"/>
                </a:lnTo>
                <a:lnTo>
                  <a:pt x="2645306" y="220048"/>
                </a:lnTo>
                <a:lnTo>
                  <a:pt x="2647625" y="220110"/>
                </a:lnTo>
                <a:lnTo>
                  <a:pt x="2649982" y="220131"/>
                </a:lnTo>
                <a:lnTo>
                  <a:pt x="2651592" y="220120"/>
                </a:lnTo>
                <a:lnTo>
                  <a:pt x="2653187" y="220088"/>
                </a:lnTo>
                <a:lnTo>
                  <a:pt x="2654766" y="220033"/>
                </a:lnTo>
                <a:lnTo>
                  <a:pt x="2656330" y="219957"/>
                </a:lnTo>
                <a:lnTo>
                  <a:pt x="2657878" y="219859"/>
                </a:lnTo>
                <a:lnTo>
                  <a:pt x="2659411" y="219739"/>
                </a:lnTo>
                <a:lnTo>
                  <a:pt x="2660928" y="219598"/>
                </a:lnTo>
                <a:lnTo>
                  <a:pt x="2662430" y="219435"/>
                </a:lnTo>
                <a:lnTo>
                  <a:pt x="2663917" y="219249"/>
                </a:lnTo>
                <a:lnTo>
                  <a:pt x="2665388" y="219043"/>
                </a:lnTo>
                <a:lnTo>
                  <a:pt x="2666844" y="218814"/>
                </a:lnTo>
                <a:lnTo>
                  <a:pt x="2668284" y="218564"/>
                </a:lnTo>
                <a:lnTo>
                  <a:pt x="2669708" y="218292"/>
                </a:lnTo>
                <a:lnTo>
                  <a:pt x="2671118" y="217998"/>
                </a:lnTo>
                <a:lnTo>
                  <a:pt x="2672512" y="217682"/>
                </a:lnTo>
                <a:lnTo>
                  <a:pt x="2673890" y="217345"/>
                </a:lnTo>
                <a:lnTo>
                  <a:pt x="2675253" y="216986"/>
                </a:lnTo>
                <a:lnTo>
                  <a:pt x="2676601" y="216605"/>
                </a:lnTo>
                <a:lnTo>
                  <a:pt x="2677933" y="216202"/>
                </a:lnTo>
                <a:lnTo>
                  <a:pt x="2679249" y="215777"/>
                </a:lnTo>
                <a:lnTo>
                  <a:pt x="2680550" y="215331"/>
                </a:lnTo>
                <a:lnTo>
                  <a:pt x="2681836" y="214863"/>
                </a:lnTo>
                <a:lnTo>
                  <a:pt x="2683106" y="214373"/>
                </a:lnTo>
                <a:lnTo>
                  <a:pt x="2684361" y="213862"/>
                </a:lnTo>
                <a:lnTo>
                  <a:pt x="2685597" y="213331"/>
                </a:lnTo>
                <a:lnTo>
                  <a:pt x="2686810" y="212783"/>
                </a:lnTo>
                <a:lnTo>
                  <a:pt x="2688000" y="212219"/>
                </a:lnTo>
                <a:lnTo>
                  <a:pt x="2689167" y="211637"/>
                </a:lnTo>
                <a:lnTo>
                  <a:pt x="2690312" y="211039"/>
                </a:lnTo>
                <a:lnTo>
                  <a:pt x="2691433" y="210424"/>
                </a:lnTo>
                <a:lnTo>
                  <a:pt x="2692532" y="209792"/>
                </a:lnTo>
                <a:lnTo>
                  <a:pt x="2693608" y="209143"/>
                </a:lnTo>
                <a:lnTo>
                  <a:pt x="2694661" y="208477"/>
                </a:lnTo>
                <a:lnTo>
                  <a:pt x="2695691" y="207795"/>
                </a:lnTo>
                <a:lnTo>
                  <a:pt x="2696699" y="207095"/>
                </a:lnTo>
                <a:lnTo>
                  <a:pt x="2697683" y="206379"/>
                </a:lnTo>
                <a:lnTo>
                  <a:pt x="2698645" y="205646"/>
                </a:lnTo>
                <a:lnTo>
                  <a:pt x="2699584" y="204896"/>
                </a:lnTo>
                <a:lnTo>
                  <a:pt x="2700500" y="204129"/>
                </a:lnTo>
                <a:lnTo>
                  <a:pt x="2701394" y="203346"/>
                </a:lnTo>
                <a:lnTo>
                  <a:pt x="2702264" y="202545"/>
                </a:lnTo>
                <a:lnTo>
                  <a:pt x="2703112" y="201728"/>
                </a:lnTo>
                <a:lnTo>
                  <a:pt x="2703937" y="200894"/>
                </a:lnTo>
                <a:lnTo>
                  <a:pt x="2704739" y="200043"/>
                </a:lnTo>
                <a:lnTo>
                  <a:pt x="2705518" y="199175"/>
                </a:lnTo>
                <a:lnTo>
                  <a:pt x="2706275" y="198290"/>
                </a:lnTo>
                <a:lnTo>
                  <a:pt x="2707008" y="197388"/>
                </a:lnTo>
                <a:lnTo>
                  <a:pt x="2707719" y="196470"/>
                </a:lnTo>
                <a:lnTo>
                  <a:pt x="2708412" y="195528"/>
                </a:lnTo>
                <a:lnTo>
                  <a:pt x="2709077" y="194575"/>
                </a:lnTo>
                <a:lnTo>
                  <a:pt x="2709712" y="193610"/>
                </a:lnTo>
                <a:lnTo>
                  <a:pt x="2710317" y="192633"/>
                </a:lnTo>
                <a:lnTo>
                  <a:pt x="2710894" y="191644"/>
                </a:lnTo>
                <a:lnTo>
                  <a:pt x="2711442" y="190643"/>
                </a:lnTo>
                <a:lnTo>
                  <a:pt x="2711960" y="189630"/>
                </a:lnTo>
                <a:lnTo>
                  <a:pt x="2712449" y="188605"/>
                </a:lnTo>
                <a:lnTo>
                  <a:pt x="2712909" y="187568"/>
                </a:lnTo>
                <a:lnTo>
                  <a:pt x="2713340" y="186520"/>
                </a:lnTo>
                <a:lnTo>
                  <a:pt x="2713742" y="185459"/>
                </a:lnTo>
                <a:lnTo>
                  <a:pt x="2714115" y="184386"/>
                </a:lnTo>
                <a:lnTo>
                  <a:pt x="2714458" y="183302"/>
                </a:lnTo>
                <a:lnTo>
                  <a:pt x="2714773" y="182205"/>
                </a:lnTo>
                <a:lnTo>
                  <a:pt x="2715058" y="181097"/>
                </a:lnTo>
                <a:lnTo>
                  <a:pt x="2715314" y="179977"/>
                </a:lnTo>
                <a:lnTo>
                  <a:pt x="2715541" y="178844"/>
                </a:lnTo>
                <a:lnTo>
                  <a:pt x="2715739" y="177700"/>
                </a:lnTo>
                <a:lnTo>
                  <a:pt x="2715908" y="176544"/>
                </a:lnTo>
                <a:lnTo>
                  <a:pt x="2716047" y="175376"/>
                </a:lnTo>
                <a:lnTo>
                  <a:pt x="2716158" y="174196"/>
                </a:lnTo>
                <a:lnTo>
                  <a:pt x="2716239" y="173004"/>
                </a:lnTo>
                <a:lnTo>
                  <a:pt x="2716291" y="171800"/>
                </a:lnTo>
                <a:lnTo>
                  <a:pt x="2716314" y="170584"/>
                </a:lnTo>
                <a:lnTo>
                  <a:pt x="2716287" y="169205"/>
                </a:lnTo>
                <a:lnTo>
                  <a:pt x="2716223" y="167847"/>
                </a:lnTo>
                <a:lnTo>
                  <a:pt x="2716121" y="166512"/>
                </a:lnTo>
                <a:lnTo>
                  <a:pt x="2715983" y="165199"/>
                </a:lnTo>
                <a:lnTo>
                  <a:pt x="2715807" y="163909"/>
                </a:lnTo>
                <a:lnTo>
                  <a:pt x="2715594" y="162640"/>
                </a:lnTo>
                <a:lnTo>
                  <a:pt x="2715343" y="161393"/>
                </a:lnTo>
                <a:lnTo>
                  <a:pt x="2715056" y="160169"/>
                </a:lnTo>
                <a:lnTo>
                  <a:pt x="2714731" y="158967"/>
                </a:lnTo>
                <a:lnTo>
                  <a:pt x="2714369" y="157786"/>
                </a:lnTo>
                <a:lnTo>
                  <a:pt x="2713970" y="156628"/>
                </a:lnTo>
                <a:lnTo>
                  <a:pt x="2713534" y="155492"/>
                </a:lnTo>
                <a:lnTo>
                  <a:pt x="2713060" y="154378"/>
                </a:lnTo>
                <a:lnTo>
                  <a:pt x="2712549" y="153287"/>
                </a:lnTo>
                <a:lnTo>
                  <a:pt x="2712001" y="152217"/>
                </a:lnTo>
                <a:lnTo>
                  <a:pt x="2711416" y="151169"/>
                </a:lnTo>
                <a:lnTo>
                  <a:pt x="2710793" y="150144"/>
                </a:lnTo>
                <a:lnTo>
                  <a:pt x="2710133" y="149141"/>
                </a:lnTo>
                <a:lnTo>
                  <a:pt x="2709437" y="148160"/>
                </a:lnTo>
                <a:lnTo>
                  <a:pt x="2708702" y="147201"/>
                </a:lnTo>
                <a:lnTo>
                  <a:pt x="2707931" y="146264"/>
                </a:lnTo>
                <a:lnTo>
                  <a:pt x="2707122" y="145349"/>
                </a:lnTo>
                <a:lnTo>
                  <a:pt x="2706277" y="144456"/>
                </a:lnTo>
                <a:lnTo>
                  <a:pt x="2705394" y="143586"/>
                </a:lnTo>
                <a:lnTo>
                  <a:pt x="2704481" y="142736"/>
                </a:lnTo>
                <a:lnTo>
                  <a:pt x="2703529" y="141905"/>
                </a:lnTo>
                <a:lnTo>
                  <a:pt x="2702537" y="141094"/>
                </a:lnTo>
                <a:lnTo>
                  <a:pt x="2701506" y="140302"/>
                </a:lnTo>
                <a:lnTo>
                  <a:pt x="2700436" y="139530"/>
                </a:lnTo>
                <a:lnTo>
                  <a:pt x="2699327" y="138776"/>
                </a:lnTo>
                <a:lnTo>
                  <a:pt x="2698178" y="138042"/>
                </a:lnTo>
                <a:lnTo>
                  <a:pt x="2696990" y="137328"/>
                </a:lnTo>
                <a:lnTo>
                  <a:pt x="2695762" y="136632"/>
                </a:lnTo>
                <a:lnTo>
                  <a:pt x="2694495" y="135956"/>
                </a:lnTo>
                <a:lnTo>
                  <a:pt x="2693189" y="135300"/>
                </a:lnTo>
                <a:lnTo>
                  <a:pt x="2691844" y="134662"/>
                </a:lnTo>
                <a:lnTo>
                  <a:pt x="2690459" y="134044"/>
                </a:lnTo>
                <a:lnTo>
                  <a:pt x="2689035" y="133445"/>
                </a:lnTo>
                <a:lnTo>
                  <a:pt x="2687572" y="132866"/>
                </a:lnTo>
                <a:lnTo>
                  <a:pt x="2686069" y="132306"/>
                </a:lnTo>
                <a:lnTo>
                  <a:pt x="2684527" y="131765"/>
                </a:lnTo>
                <a:lnTo>
                  <a:pt x="2682946" y="131243"/>
                </a:lnTo>
                <a:lnTo>
                  <a:pt x="2681325" y="130741"/>
                </a:lnTo>
                <a:lnTo>
                  <a:pt x="2679665" y="130258"/>
                </a:lnTo>
                <a:lnTo>
                  <a:pt x="2677966" y="129794"/>
                </a:lnTo>
                <a:lnTo>
                  <a:pt x="2676227" y="129350"/>
                </a:lnTo>
                <a:lnTo>
                  <a:pt x="2674449" y="128925"/>
                </a:lnTo>
                <a:lnTo>
                  <a:pt x="2672632" y="128519"/>
                </a:lnTo>
                <a:lnTo>
                  <a:pt x="2646139" y="122857"/>
                </a:lnTo>
                <a:lnTo>
                  <a:pt x="2645165" y="122627"/>
                </a:lnTo>
                <a:lnTo>
                  <a:pt x="2644214" y="122391"/>
                </a:lnTo>
                <a:lnTo>
                  <a:pt x="2643286" y="122151"/>
                </a:lnTo>
                <a:lnTo>
                  <a:pt x="2642381" y="121905"/>
                </a:lnTo>
                <a:lnTo>
                  <a:pt x="2641499" y="121653"/>
                </a:lnTo>
                <a:lnTo>
                  <a:pt x="2640641" y="121397"/>
                </a:lnTo>
                <a:lnTo>
                  <a:pt x="2639806" y="121135"/>
                </a:lnTo>
                <a:lnTo>
                  <a:pt x="2638994" y="120868"/>
                </a:lnTo>
                <a:lnTo>
                  <a:pt x="2638205" y="120596"/>
                </a:lnTo>
                <a:lnTo>
                  <a:pt x="2637439" y="120318"/>
                </a:lnTo>
                <a:lnTo>
                  <a:pt x="2636696" y="120036"/>
                </a:lnTo>
                <a:lnTo>
                  <a:pt x="2635977" y="119747"/>
                </a:lnTo>
                <a:lnTo>
                  <a:pt x="2635281" y="119454"/>
                </a:lnTo>
                <a:lnTo>
                  <a:pt x="2634608" y="119156"/>
                </a:lnTo>
                <a:lnTo>
                  <a:pt x="2633958" y="118852"/>
                </a:lnTo>
                <a:lnTo>
                  <a:pt x="2633331" y="118543"/>
                </a:lnTo>
                <a:lnTo>
                  <a:pt x="2632728" y="118228"/>
                </a:lnTo>
                <a:lnTo>
                  <a:pt x="2632147" y="117908"/>
                </a:lnTo>
                <a:lnTo>
                  <a:pt x="2631590" y="117583"/>
                </a:lnTo>
                <a:lnTo>
                  <a:pt x="2631056" y="117253"/>
                </a:lnTo>
                <a:lnTo>
                  <a:pt x="2630545" y="116918"/>
                </a:lnTo>
                <a:lnTo>
                  <a:pt x="2630058" y="116577"/>
                </a:lnTo>
                <a:lnTo>
                  <a:pt x="2629593" y="116231"/>
                </a:lnTo>
                <a:lnTo>
                  <a:pt x="2629152" y="115880"/>
                </a:lnTo>
                <a:lnTo>
                  <a:pt x="2628739" y="115521"/>
                </a:lnTo>
                <a:lnTo>
                  <a:pt x="2628345" y="115154"/>
                </a:lnTo>
                <a:lnTo>
                  <a:pt x="2627968" y="114779"/>
                </a:lnTo>
                <a:lnTo>
                  <a:pt x="2627610" y="114394"/>
                </a:lnTo>
                <a:lnTo>
                  <a:pt x="2627269" y="114000"/>
                </a:lnTo>
                <a:lnTo>
                  <a:pt x="2626946" y="113598"/>
                </a:lnTo>
                <a:lnTo>
                  <a:pt x="2626641" y="113187"/>
                </a:lnTo>
                <a:lnTo>
                  <a:pt x="2626354" y="112768"/>
                </a:lnTo>
                <a:lnTo>
                  <a:pt x="2626085" y="112339"/>
                </a:lnTo>
                <a:lnTo>
                  <a:pt x="2625834" y="111902"/>
                </a:lnTo>
                <a:lnTo>
                  <a:pt x="2625600" y="111456"/>
                </a:lnTo>
                <a:lnTo>
                  <a:pt x="2625385" y="111001"/>
                </a:lnTo>
                <a:lnTo>
                  <a:pt x="2625187" y="110537"/>
                </a:lnTo>
                <a:lnTo>
                  <a:pt x="2625008" y="110065"/>
                </a:lnTo>
                <a:lnTo>
                  <a:pt x="2624846" y="109584"/>
                </a:lnTo>
                <a:lnTo>
                  <a:pt x="2624702" y="109094"/>
                </a:lnTo>
                <a:lnTo>
                  <a:pt x="2624577" y="108595"/>
                </a:lnTo>
                <a:lnTo>
                  <a:pt x="2624469" y="108087"/>
                </a:lnTo>
                <a:lnTo>
                  <a:pt x="2624379" y="107571"/>
                </a:lnTo>
                <a:lnTo>
                  <a:pt x="2624306" y="107046"/>
                </a:lnTo>
                <a:lnTo>
                  <a:pt x="2624252" y="106512"/>
                </a:lnTo>
                <a:lnTo>
                  <a:pt x="2624216" y="105970"/>
                </a:lnTo>
                <a:lnTo>
                  <a:pt x="2624197" y="105418"/>
                </a:lnTo>
                <a:lnTo>
                  <a:pt x="2624197" y="104858"/>
                </a:lnTo>
                <a:lnTo>
                  <a:pt x="2624202" y="104206"/>
                </a:lnTo>
                <a:lnTo>
                  <a:pt x="2624234" y="103564"/>
                </a:lnTo>
                <a:lnTo>
                  <a:pt x="2624293" y="102932"/>
                </a:lnTo>
                <a:lnTo>
                  <a:pt x="2624379" y="102310"/>
                </a:lnTo>
                <a:lnTo>
                  <a:pt x="2624493" y="101699"/>
                </a:lnTo>
                <a:lnTo>
                  <a:pt x="2624633" y="101098"/>
                </a:lnTo>
                <a:lnTo>
                  <a:pt x="2624800" y="100507"/>
                </a:lnTo>
                <a:lnTo>
                  <a:pt x="2624994" y="99926"/>
                </a:lnTo>
                <a:lnTo>
                  <a:pt x="2625216" y="99355"/>
                </a:lnTo>
                <a:lnTo>
                  <a:pt x="2625464" y="98795"/>
                </a:lnTo>
                <a:lnTo>
                  <a:pt x="2625740" y="98244"/>
                </a:lnTo>
                <a:lnTo>
                  <a:pt x="2626042" y="97704"/>
                </a:lnTo>
                <a:lnTo>
                  <a:pt x="2626372" y="97174"/>
                </a:lnTo>
                <a:lnTo>
                  <a:pt x="2626728" y="96654"/>
                </a:lnTo>
                <a:lnTo>
                  <a:pt x="2627112" y="96145"/>
                </a:lnTo>
                <a:lnTo>
                  <a:pt x="2627522" y="95645"/>
                </a:lnTo>
                <a:lnTo>
                  <a:pt x="2627960" y="95156"/>
                </a:lnTo>
                <a:lnTo>
                  <a:pt x="2628425" y="94677"/>
                </a:lnTo>
                <a:lnTo>
                  <a:pt x="2628916" y="94208"/>
                </a:lnTo>
                <a:lnTo>
                  <a:pt x="2629435" y="93749"/>
                </a:lnTo>
                <a:lnTo>
                  <a:pt x="2629981" y="93301"/>
                </a:lnTo>
                <a:lnTo>
                  <a:pt x="2630554" y="92862"/>
                </a:lnTo>
                <a:lnTo>
                  <a:pt x="2631154" y="92434"/>
                </a:lnTo>
                <a:lnTo>
                  <a:pt x="2631781" y="92016"/>
                </a:lnTo>
                <a:lnTo>
                  <a:pt x="2632436" y="91612"/>
                </a:lnTo>
                <a:lnTo>
                  <a:pt x="2633104" y="91225"/>
                </a:lnTo>
                <a:lnTo>
                  <a:pt x="2633784" y="90855"/>
                </a:lnTo>
                <a:lnTo>
                  <a:pt x="2634477" y="90502"/>
                </a:lnTo>
                <a:lnTo>
                  <a:pt x="2635183" y="90167"/>
                </a:lnTo>
                <a:lnTo>
                  <a:pt x="2635901" y="89849"/>
                </a:lnTo>
                <a:lnTo>
                  <a:pt x="2636632" y="89547"/>
                </a:lnTo>
                <a:lnTo>
                  <a:pt x="2637376" y="89264"/>
                </a:lnTo>
                <a:lnTo>
                  <a:pt x="2638132" y="88997"/>
                </a:lnTo>
                <a:lnTo>
                  <a:pt x="2638901" y="88747"/>
                </a:lnTo>
                <a:lnTo>
                  <a:pt x="2639683" y="88515"/>
                </a:lnTo>
                <a:lnTo>
                  <a:pt x="2640477" y="88300"/>
                </a:lnTo>
                <a:lnTo>
                  <a:pt x="2641284" y="88102"/>
                </a:lnTo>
                <a:lnTo>
                  <a:pt x="2642103" y="87922"/>
                </a:lnTo>
                <a:lnTo>
                  <a:pt x="2642935" y="87758"/>
                </a:lnTo>
                <a:lnTo>
                  <a:pt x="2643780" y="87612"/>
                </a:lnTo>
                <a:lnTo>
                  <a:pt x="2644637" y="87483"/>
                </a:lnTo>
                <a:lnTo>
                  <a:pt x="2645507" y="87371"/>
                </a:lnTo>
                <a:lnTo>
                  <a:pt x="2646390" y="87277"/>
                </a:lnTo>
                <a:lnTo>
                  <a:pt x="2647285" y="87199"/>
                </a:lnTo>
                <a:lnTo>
                  <a:pt x="2648193" y="87139"/>
                </a:lnTo>
                <a:lnTo>
                  <a:pt x="2649114" y="87096"/>
                </a:lnTo>
                <a:lnTo>
                  <a:pt x="2650047" y="87070"/>
                </a:lnTo>
                <a:lnTo>
                  <a:pt x="2650993" y="87061"/>
                </a:lnTo>
                <a:lnTo>
                  <a:pt x="2651696" y="87066"/>
                </a:lnTo>
                <a:lnTo>
                  <a:pt x="2652390" y="87080"/>
                </a:lnTo>
                <a:lnTo>
                  <a:pt x="2653075" y="87104"/>
                </a:lnTo>
                <a:lnTo>
                  <a:pt x="2653751" y="87137"/>
                </a:lnTo>
                <a:lnTo>
                  <a:pt x="2654418" y="87180"/>
                </a:lnTo>
                <a:lnTo>
                  <a:pt x="2655075" y="87232"/>
                </a:lnTo>
                <a:lnTo>
                  <a:pt x="2655724" y="87294"/>
                </a:lnTo>
                <a:lnTo>
                  <a:pt x="2656363" y="87365"/>
                </a:lnTo>
                <a:lnTo>
                  <a:pt x="2656993" y="87445"/>
                </a:lnTo>
                <a:lnTo>
                  <a:pt x="2657615" y="87535"/>
                </a:lnTo>
                <a:lnTo>
                  <a:pt x="2658227" y="87635"/>
                </a:lnTo>
                <a:lnTo>
                  <a:pt x="2658829" y="87744"/>
                </a:lnTo>
                <a:lnTo>
                  <a:pt x="2659423" y="87863"/>
                </a:lnTo>
                <a:lnTo>
                  <a:pt x="2660008" y="87991"/>
                </a:lnTo>
                <a:lnTo>
                  <a:pt x="2660583" y="88128"/>
                </a:lnTo>
                <a:lnTo>
                  <a:pt x="2661149" y="88275"/>
                </a:lnTo>
                <a:lnTo>
                  <a:pt x="2661707" y="88431"/>
                </a:lnTo>
                <a:lnTo>
                  <a:pt x="2662255" y="88597"/>
                </a:lnTo>
                <a:lnTo>
                  <a:pt x="2662794" y="88773"/>
                </a:lnTo>
                <a:lnTo>
                  <a:pt x="2663323" y="88957"/>
                </a:lnTo>
                <a:lnTo>
                  <a:pt x="2663844" y="89152"/>
                </a:lnTo>
                <a:lnTo>
                  <a:pt x="2664356" y="89356"/>
                </a:lnTo>
                <a:lnTo>
                  <a:pt x="2664858" y="89569"/>
                </a:lnTo>
                <a:lnTo>
                  <a:pt x="2665351" y="89792"/>
                </a:lnTo>
                <a:lnTo>
                  <a:pt x="2665836" y="90022"/>
                </a:lnTo>
                <a:lnTo>
                  <a:pt x="2666312" y="90259"/>
                </a:lnTo>
                <a:lnTo>
                  <a:pt x="2666780" y="90501"/>
                </a:lnTo>
                <a:lnTo>
                  <a:pt x="2667239" y="90749"/>
                </a:lnTo>
                <a:lnTo>
                  <a:pt x="2667690" y="91004"/>
                </a:lnTo>
                <a:lnTo>
                  <a:pt x="2668132" y="91264"/>
                </a:lnTo>
                <a:lnTo>
                  <a:pt x="2668566" y="91530"/>
                </a:lnTo>
                <a:lnTo>
                  <a:pt x="2668992" y="91803"/>
                </a:lnTo>
                <a:lnTo>
                  <a:pt x="2669409" y="92081"/>
                </a:lnTo>
                <a:lnTo>
                  <a:pt x="2669817" y="92365"/>
                </a:lnTo>
                <a:lnTo>
                  <a:pt x="2670218" y="92655"/>
                </a:lnTo>
                <a:lnTo>
                  <a:pt x="2670609" y="92952"/>
                </a:lnTo>
                <a:lnTo>
                  <a:pt x="2670993" y="93254"/>
                </a:lnTo>
                <a:lnTo>
                  <a:pt x="2671368" y="93562"/>
                </a:lnTo>
                <a:lnTo>
                  <a:pt x="2671734" y="93876"/>
                </a:lnTo>
                <a:lnTo>
                  <a:pt x="2672092" y="94196"/>
                </a:lnTo>
                <a:lnTo>
                  <a:pt x="2672442" y="94522"/>
                </a:lnTo>
                <a:lnTo>
                  <a:pt x="2672783" y="94854"/>
                </a:lnTo>
                <a:lnTo>
                  <a:pt x="2673116" y="95192"/>
                </a:lnTo>
                <a:lnTo>
                  <a:pt x="2673441" y="95536"/>
                </a:lnTo>
                <a:lnTo>
                  <a:pt x="2673757" y="95886"/>
                </a:lnTo>
                <a:lnTo>
                  <a:pt x="2674064" y="96241"/>
                </a:lnTo>
                <a:lnTo>
                  <a:pt x="2674363" y="96603"/>
                </a:lnTo>
                <a:lnTo>
                  <a:pt x="2674654" y="96971"/>
                </a:lnTo>
                <a:lnTo>
                  <a:pt x="2674945" y="97343"/>
                </a:lnTo>
                <a:lnTo>
                  <a:pt x="2675229" y="97717"/>
                </a:lnTo>
                <a:lnTo>
                  <a:pt x="2675506" y="98093"/>
                </a:lnTo>
                <a:lnTo>
                  <a:pt x="2675775" y="98471"/>
                </a:lnTo>
                <a:lnTo>
                  <a:pt x="2676037" y="98851"/>
                </a:lnTo>
                <a:lnTo>
                  <a:pt x="2676291" y="99233"/>
                </a:lnTo>
                <a:lnTo>
                  <a:pt x="2676538" y="99618"/>
                </a:lnTo>
                <a:lnTo>
                  <a:pt x="2676778" y="100004"/>
                </a:lnTo>
                <a:lnTo>
                  <a:pt x="2677010" y="100393"/>
                </a:lnTo>
                <a:lnTo>
                  <a:pt x="2677235" y="100784"/>
                </a:lnTo>
                <a:lnTo>
                  <a:pt x="2677452" y="101177"/>
                </a:lnTo>
                <a:lnTo>
                  <a:pt x="2677662" y="101572"/>
                </a:lnTo>
                <a:lnTo>
                  <a:pt x="2677865" y="101969"/>
                </a:lnTo>
                <a:lnTo>
                  <a:pt x="2678061" y="102368"/>
                </a:lnTo>
                <a:lnTo>
                  <a:pt x="2678249" y="102769"/>
                </a:lnTo>
                <a:lnTo>
                  <a:pt x="2678429" y="103173"/>
                </a:lnTo>
                <a:lnTo>
                  <a:pt x="2678602" y="103578"/>
                </a:lnTo>
                <a:lnTo>
                  <a:pt x="2678768" y="103986"/>
                </a:lnTo>
                <a:lnTo>
                  <a:pt x="2678927" y="104396"/>
                </a:lnTo>
                <a:lnTo>
                  <a:pt x="2679078" y="104807"/>
                </a:lnTo>
                <a:lnTo>
                  <a:pt x="2679222" y="105221"/>
                </a:lnTo>
                <a:lnTo>
                  <a:pt x="2679358" y="105637"/>
                </a:lnTo>
                <a:lnTo>
                  <a:pt x="2679487" y="106056"/>
                </a:lnTo>
                <a:lnTo>
                  <a:pt x="2679609" y="106476"/>
                </a:lnTo>
                <a:lnTo>
                  <a:pt x="2712977" y="102836"/>
                </a:lnTo>
                <a:lnTo>
                  <a:pt x="2712645" y="101198"/>
                </a:lnTo>
                <a:lnTo>
                  <a:pt x="2712270" y="99589"/>
                </a:lnTo>
                <a:lnTo>
                  <a:pt x="2711854" y="98009"/>
                </a:lnTo>
                <a:lnTo>
                  <a:pt x="2711396" y="96457"/>
                </a:lnTo>
                <a:lnTo>
                  <a:pt x="2710896" y="94933"/>
                </a:lnTo>
                <a:close/>
                <a:moveTo>
                  <a:pt x="2476329" y="220087"/>
                </a:moveTo>
                <a:lnTo>
                  <a:pt x="2477281" y="220024"/>
                </a:lnTo>
                <a:lnTo>
                  <a:pt x="2478221" y="219948"/>
                </a:lnTo>
                <a:lnTo>
                  <a:pt x="2479150" y="219861"/>
                </a:lnTo>
                <a:lnTo>
                  <a:pt x="2480069" y="219763"/>
                </a:lnTo>
                <a:lnTo>
                  <a:pt x="2480977" y="219653"/>
                </a:lnTo>
                <a:lnTo>
                  <a:pt x="2481874" y="219531"/>
                </a:lnTo>
                <a:lnTo>
                  <a:pt x="2482760" y="219398"/>
                </a:lnTo>
                <a:lnTo>
                  <a:pt x="2483635" y="219253"/>
                </a:lnTo>
                <a:lnTo>
                  <a:pt x="2484499" y="219097"/>
                </a:lnTo>
                <a:lnTo>
                  <a:pt x="2485353" y="218929"/>
                </a:lnTo>
                <a:lnTo>
                  <a:pt x="2486195" y="218749"/>
                </a:lnTo>
                <a:lnTo>
                  <a:pt x="2487027" y="218558"/>
                </a:lnTo>
                <a:lnTo>
                  <a:pt x="2487847" y="218355"/>
                </a:lnTo>
                <a:lnTo>
                  <a:pt x="2488657" y="218141"/>
                </a:lnTo>
                <a:lnTo>
                  <a:pt x="2489456" y="217915"/>
                </a:lnTo>
                <a:lnTo>
                  <a:pt x="2490244" y="217677"/>
                </a:lnTo>
                <a:lnTo>
                  <a:pt x="2491021" y="217428"/>
                </a:lnTo>
                <a:lnTo>
                  <a:pt x="2491787" y="217168"/>
                </a:lnTo>
                <a:lnTo>
                  <a:pt x="2492543" y="216895"/>
                </a:lnTo>
                <a:lnTo>
                  <a:pt x="2493296" y="216605"/>
                </a:lnTo>
                <a:lnTo>
                  <a:pt x="2494038" y="216308"/>
                </a:lnTo>
                <a:lnTo>
                  <a:pt x="2494769" y="216003"/>
                </a:lnTo>
                <a:lnTo>
                  <a:pt x="2495489" y="215690"/>
                </a:lnTo>
                <a:lnTo>
                  <a:pt x="2496199" y="215371"/>
                </a:lnTo>
                <a:lnTo>
                  <a:pt x="2496897" y="215044"/>
                </a:lnTo>
                <a:lnTo>
                  <a:pt x="2497585" y="214709"/>
                </a:lnTo>
                <a:lnTo>
                  <a:pt x="2498262" y="214367"/>
                </a:lnTo>
                <a:lnTo>
                  <a:pt x="2498927" y="214018"/>
                </a:lnTo>
                <a:lnTo>
                  <a:pt x="2499582" y="213662"/>
                </a:lnTo>
                <a:lnTo>
                  <a:pt x="2500227" y="213298"/>
                </a:lnTo>
                <a:lnTo>
                  <a:pt x="2500860" y="212927"/>
                </a:lnTo>
                <a:lnTo>
                  <a:pt x="2501482" y="212548"/>
                </a:lnTo>
                <a:lnTo>
                  <a:pt x="2502094" y="212162"/>
                </a:lnTo>
                <a:lnTo>
                  <a:pt x="2502694" y="211768"/>
                </a:lnTo>
                <a:lnTo>
                  <a:pt x="2503284" y="211368"/>
                </a:lnTo>
                <a:lnTo>
                  <a:pt x="2503863" y="210959"/>
                </a:lnTo>
                <a:lnTo>
                  <a:pt x="2504430" y="210544"/>
                </a:lnTo>
                <a:lnTo>
                  <a:pt x="2504988" y="210121"/>
                </a:lnTo>
                <a:lnTo>
                  <a:pt x="2505534" y="209691"/>
                </a:lnTo>
                <a:lnTo>
                  <a:pt x="2506069" y="209253"/>
                </a:lnTo>
                <a:lnTo>
                  <a:pt x="2506593" y="208808"/>
                </a:lnTo>
                <a:lnTo>
                  <a:pt x="2507107" y="208356"/>
                </a:lnTo>
                <a:lnTo>
                  <a:pt x="2507609" y="207896"/>
                </a:lnTo>
                <a:lnTo>
                  <a:pt x="2508110" y="207423"/>
                </a:lnTo>
                <a:lnTo>
                  <a:pt x="2508602" y="206947"/>
                </a:lnTo>
                <a:lnTo>
                  <a:pt x="2509083" y="206468"/>
                </a:lnTo>
                <a:lnTo>
                  <a:pt x="2509556" y="205986"/>
                </a:lnTo>
                <a:lnTo>
                  <a:pt x="2510019" y="205501"/>
                </a:lnTo>
                <a:lnTo>
                  <a:pt x="2510472" y="205014"/>
                </a:lnTo>
                <a:lnTo>
                  <a:pt x="2510916" y="204524"/>
                </a:lnTo>
                <a:lnTo>
                  <a:pt x="2511351" y="204031"/>
                </a:lnTo>
                <a:lnTo>
                  <a:pt x="2511776" y="203535"/>
                </a:lnTo>
                <a:lnTo>
                  <a:pt x="2512191" y="203037"/>
                </a:lnTo>
                <a:lnTo>
                  <a:pt x="2512597" y="202535"/>
                </a:lnTo>
                <a:lnTo>
                  <a:pt x="2512994" y="202031"/>
                </a:lnTo>
                <a:lnTo>
                  <a:pt x="2513381" y="201524"/>
                </a:lnTo>
                <a:lnTo>
                  <a:pt x="2513758" y="201014"/>
                </a:lnTo>
                <a:lnTo>
                  <a:pt x="2514127" y="200502"/>
                </a:lnTo>
                <a:lnTo>
                  <a:pt x="2514485" y="199986"/>
                </a:lnTo>
                <a:lnTo>
                  <a:pt x="2514834" y="199468"/>
                </a:lnTo>
                <a:lnTo>
                  <a:pt x="2515174" y="198947"/>
                </a:lnTo>
                <a:lnTo>
                  <a:pt x="2515504" y="198423"/>
                </a:lnTo>
                <a:lnTo>
                  <a:pt x="2515825" y="197897"/>
                </a:lnTo>
                <a:lnTo>
                  <a:pt x="2516136" y="197367"/>
                </a:lnTo>
                <a:lnTo>
                  <a:pt x="2516438" y="196835"/>
                </a:lnTo>
                <a:lnTo>
                  <a:pt x="2516730" y="196300"/>
                </a:lnTo>
                <a:lnTo>
                  <a:pt x="2517013" y="195762"/>
                </a:lnTo>
                <a:lnTo>
                  <a:pt x="2518227" y="195762"/>
                </a:lnTo>
                <a:lnTo>
                  <a:pt x="2518227" y="217098"/>
                </a:lnTo>
                <a:lnTo>
                  <a:pt x="2553415" y="217098"/>
                </a:lnTo>
                <a:lnTo>
                  <a:pt x="2553415" y="113150"/>
                </a:lnTo>
                <a:lnTo>
                  <a:pt x="2553405" y="111869"/>
                </a:lnTo>
                <a:lnTo>
                  <a:pt x="2553376" y="110607"/>
                </a:lnTo>
                <a:lnTo>
                  <a:pt x="2553327" y="109362"/>
                </a:lnTo>
                <a:lnTo>
                  <a:pt x="2553258" y="108136"/>
                </a:lnTo>
                <a:lnTo>
                  <a:pt x="2553169" y="106927"/>
                </a:lnTo>
                <a:lnTo>
                  <a:pt x="2553061" y="105736"/>
                </a:lnTo>
                <a:lnTo>
                  <a:pt x="2552933" y="104564"/>
                </a:lnTo>
                <a:lnTo>
                  <a:pt x="2552786" y="103409"/>
                </a:lnTo>
                <a:lnTo>
                  <a:pt x="2552619" y="102272"/>
                </a:lnTo>
                <a:lnTo>
                  <a:pt x="2552432" y="101153"/>
                </a:lnTo>
                <a:lnTo>
                  <a:pt x="2552226" y="100051"/>
                </a:lnTo>
                <a:lnTo>
                  <a:pt x="2551999" y="98968"/>
                </a:lnTo>
                <a:lnTo>
                  <a:pt x="2551754" y="97903"/>
                </a:lnTo>
                <a:lnTo>
                  <a:pt x="2551488" y="96855"/>
                </a:lnTo>
                <a:lnTo>
                  <a:pt x="2551203" y="95825"/>
                </a:lnTo>
                <a:lnTo>
                  <a:pt x="2550898" y="94814"/>
                </a:lnTo>
                <a:lnTo>
                  <a:pt x="2550574" y="93820"/>
                </a:lnTo>
                <a:lnTo>
                  <a:pt x="2550230" y="92844"/>
                </a:lnTo>
                <a:lnTo>
                  <a:pt x="2549866" y="91886"/>
                </a:lnTo>
                <a:lnTo>
                  <a:pt x="2549483" y="90946"/>
                </a:lnTo>
                <a:lnTo>
                  <a:pt x="2549080" y="90024"/>
                </a:lnTo>
                <a:lnTo>
                  <a:pt x="2548657" y="89120"/>
                </a:lnTo>
                <a:lnTo>
                  <a:pt x="2548215" y="88233"/>
                </a:lnTo>
                <a:lnTo>
                  <a:pt x="2547753" y="87365"/>
                </a:lnTo>
                <a:lnTo>
                  <a:pt x="2547283" y="86513"/>
                </a:lnTo>
                <a:lnTo>
                  <a:pt x="2546800" y="85676"/>
                </a:lnTo>
                <a:lnTo>
                  <a:pt x="2546305" y="84854"/>
                </a:lnTo>
                <a:lnTo>
                  <a:pt x="2545798" y="84048"/>
                </a:lnTo>
                <a:lnTo>
                  <a:pt x="2545277" y="83256"/>
                </a:lnTo>
                <a:lnTo>
                  <a:pt x="2544744" y="82480"/>
                </a:lnTo>
                <a:lnTo>
                  <a:pt x="2544199" y="81718"/>
                </a:lnTo>
                <a:lnTo>
                  <a:pt x="2543641" y="80972"/>
                </a:lnTo>
                <a:lnTo>
                  <a:pt x="2543070" y="80241"/>
                </a:lnTo>
                <a:lnTo>
                  <a:pt x="2542486" y="79525"/>
                </a:lnTo>
                <a:lnTo>
                  <a:pt x="2541890" y="78824"/>
                </a:lnTo>
                <a:lnTo>
                  <a:pt x="2541281" y="78138"/>
                </a:lnTo>
                <a:lnTo>
                  <a:pt x="2540660" y="77467"/>
                </a:lnTo>
                <a:lnTo>
                  <a:pt x="2540026" y="76811"/>
                </a:lnTo>
                <a:lnTo>
                  <a:pt x="2539379" y="76171"/>
                </a:lnTo>
                <a:lnTo>
                  <a:pt x="2538720" y="75545"/>
                </a:lnTo>
                <a:lnTo>
                  <a:pt x="2538048" y="74935"/>
                </a:lnTo>
                <a:lnTo>
                  <a:pt x="2537363" y="74340"/>
                </a:lnTo>
                <a:lnTo>
                  <a:pt x="2536666" y="73760"/>
                </a:lnTo>
                <a:lnTo>
                  <a:pt x="2535956" y="73194"/>
                </a:lnTo>
                <a:lnTo>
                  <a:pt x="2535233" y="72644"/>
                </a:lnTo>
                <a:lnTo>
                  <a:pt x="2534498" y="72110"/>
                </a:lnTo>
                <a:lnTo>
                  <a:pt x="2533750" y="71590"/>
                </a:lnTo>
                <a:lnTo>
                  <a:pt x="2532990" y="71085"/>
                </a:lnTo>
                <a:lnTo>
                  <a:pt x="2532219" y="70585"/>
                </a:lnTo>
                <a:lnTo>
                  <a:pt x="2531443" y="70098"/>
                </a:lnTo>
                <a:lnTo>
                  <a:pt x="2530659" y="69622"/>
                </a:lnTo>
                <a:lnTo>
                  <a:pt x="2529869" y="69158"/>
                </a:lnTo>
                <a:lnTo>
                  <a:pt x="2529072" y="68706"/>
                </a:lnTo>
                <a:lnTo>
                  <a:pt x="2528269" y="68266"/>
                </a:lnTo>
                <a:lnTo>
                  <a:pt x="2527459" y="67838"/>
                </a:lnTo>
                <a:lnTo>
                  <a:pt x="2526642" y="67422"/>
                </a:lnTo>
                <a:lnTo>
                  <a:pt x="2525818" y="67018"/>
                </a:lnTo>
                <a:lnTo>
                  <a:pt x="2524988" y="66626"/>
                </a:lnTo>
                <a:lnTo>
                  <a:pt x="2524151" y="66246"/>
                </a:lnTo>
                <a:lnTo>
                  <a:pt x="2523308" y="65878"/>
                </a:lnTo>
                <a:lnTo>
                  <a:pt x="2522458" y="65521"/>
                </a:lnTo>
                <a:lnTo>
                  <a:pt x="2521601" y="65177"/>
                </a:lnTo>
                <a:lnTo>
                  <a:pt x="2520737" y="64844"/>
                </a:lnTo>
                <a:lnTo>
                  <a:pt x="2519867" y="64524"/>
                </a:lnTo>
                <a:lnTo>
                  <a:pt x="2518990" y="64215"/>
                </a:lnTo>
                <a:lnTo>
                  <a:pt x="2518107" y="63918"/>
                </a:lnTo>
                <a:lnTo>
                  <a:pt x="2517216" y="63634"/>
                </a:lnTo>
                <a:lnTo>
                  <a:pt x="2516319" y="63361"/>
                </a:lnTo>
                <a:lnTo>
                  <a:pt x="2515416" y="63100"/>
                </a:lnTo>
                <a:lnTo>
                  <a:pt x="2514506" y="62851"/>
                </a:lnTo>
                <a:lnTo>
                  <a:pt x="2513589" y="62614"/>
                </a:lnTo>
                <a:lnTo>
                  <a:pt x="2512665" y="62389"/>
                </a:lnTo>
                <a:lnTo>
                  <a:pt x="2511738" y="62174"/>
                </a:lnTo>
                <a:lnTo>
                  <a:pt x="2510811" y="61969"/>
                </a:lnTo>
                <a:lnTo>
                  <a:pt x="2509883" y="61773"/>
                </a:lnTo>
                <a:lnTo>
                  <a:pt x="2508955" y="61586"/>
                </a:lnTo>
                <a:lnTo>
                  <a:pt x="2508026" y="61408"/>
                </a:lnTo>
                <a:lnTo>
                  <a:pt x="2507097" y="61239"/>
                </a:lnTo>
                <a:lnTo>
                  <a:pt x="2506168" y="61079"/>
                </a:lnTo>
                <a:lnTo>
                  <a:pt x="2505239" y="60928"/>
                </a:lnTo>
                <a:lnTo>
                  <a:pt x="2504309" y="60787"/>
                </a:lnTo>
                <a:lnTo>
                  <a:pt x="2503379" y="60655"/>
                </a:lnTo>
                <a:lnTo>
                  <a:pt x="2502448" y="60531"/>
                </a:lnTo>
                <a:lnTo>
                  <a:pt x="2501517" y="60417"/>
                </a:lnTo>
                <a:lnTo>
                  <a:pt x="2500586" y="60312"/>
                </a:lnTo>
                <a:lnTo>
                  <a:pt x="2499654" y="60216"/>
                </a:lnTo>
                <a:lnTo>
                  <a:pt x="2498722" y="60130"/>
                </a:lnTo>
                <a:lnTo>
                  <a:pt x="2497790" y="60052"/>
                </a:lnTo>
                <a:lnTo>
                  <a:pt x="2496857" y="59984"/>
                </a:lnTo>
                <a:lnTo>
                  <a:pt x="2495924" y="59924"/>
                </a:lnTo>
                <a:lnTo>
                  <a:pt x="2494991" y="59874"/>
                </a:lnTo>
                <a:lnTo>
                  <a:pt x="2494057" y="59833"/>
                </a:lnTo>
                <a:lnTo>
                  <a:pt x="2493123" y="59801"/>
                </a:lnTo>
                <a:lnTo>
                  <a:pt x="2492188" y="59778"/>
                </a:lnTo>
                <a:lnTo>
                  <a:pt x="2491253" y="59765"/>
                </a:lnTo>
                <a:lnTo>
                  <a:pt x="2490318" y="59760"/>
                </a:lnTo>
                <a:lnTo>
                  <a:pt x="2488967" y="59768"/>
                </a:lnTo>
                <a:lnTo>
                  <a:pt x="2487625" y="59794"/>
                </a:lnTo>
                <a:lnTo>
                  <a:pt x="2486293" y="59836"/>
                </a:lnTo>
                <a:lnTo>
                  <a:pt x="2484970" y="59895"/>
                </a:lnTo>
                <a:lnTo>
                  <a:pt x="2483658" y="59971"/>
                </a:lnTo>
                <a:lnTo>
                  <a:pt x="2482355" y="60063"/>
                </a:lnTo>
                <a:lnTo>
                  <a:pt x="2481063" y="60173"/>
                </a:lnTo>
                <a:lnTo>
                  <a:pt x="2479780" y="60299"/>
                </a:lnTo>
                <a:lnTo>
                  <a:pt x="2478507" y="60443"/>
                </a:lnTo>
                <a:lnTo>
                  <a:pt x="2477243" y="60603"/>
                </a:lnTo>
                <a:lnTo>
                  <a:pt x="2475990" y="60780"/>
                </a:lnTo>
                <a:lnTo>
                  <a:pt x="2474746" y="60973"/>
                </a:lnTo>
                <a:lnTo>
                  <a:pt x="2473513" y="61184"/>
                </a:lnTo>
                <a:lnTo>
                  <a:pt x="2472289" y="61412"/>
                </a:lnTo>
                <a:lnTo>
                  <a:pt x="2471075" y="61656"/>
                </a:lnTo>
                <a:lnTo>
                  <a:pt x="2469870" y="61917"/>
                </a:lnTo>
                <a:lnTo>
                  <a:pt x="2468676" y="62195"/>
                </a:lnTo>
                <a:lnTo>
                  <a:pt x="2467491" y="62490"/>
                </a:lnTo>
                <a:lnTo>
                  <a:pt x="2466316" y="62802"/>
                </a:lnTo>
                <a:lnTo>
                  <a:pt x="2465151" y="63131"/>
                </a:lnTo>
                <a:lnTo>
                  <a:pt x="2463996" y="63476"/>
                </a:lnTo>
                <a:lnTo>
                  <a:pt x="2462851" y="63838"/>
                </a:lnTo>
                <a:lnTo>
                  <a:pt x="2461716" y="64218"/>
                </a:lnTo>
                <a:lnTo>
                  <a:pt x="2460590" y="64614"/>
                </a:lnTo>
                <a:lnTo>
                  <a:pt x="2459476" y="65018"/>
                </a:lnTo>
                <a:lnTo>
                  <a:pt x="2458377" y="65439"/>
                </a:lnTo>
                <a:lnTo>
                  <a:pt x="2457293" y="65878"/>
                </a:lnTo>
                <a:lnTo>
                  <a:pt x="2456222" y="66333"/>
                </a:lnTo>
                <a:lnTo>
                  <a:pt x="2455166" y="66804"/>
                </a:lnTo>
                <a:lnTo>
                  <a:pt x="2454125" y="67293"/>
                </a:lnTo>
                <a:lnTo>
                  <a:pt x="2453098" y="67799"/>
                </a:lnTo>
                <a:lnTo>
                  <a:pt x="2452085" y="68321"/>
                </a:lnTo>
                <a:lnTo>
                  <a:pt x="2451087" y="68860"/>
                </a:lnTo>
                <a:lnTo>
                  <a:pt x="2450103" y="69417"/>
                </a:lnTo>
                <a:lnTo>
                  <a:pt x="2449133" y="69990"/>
                </a:lnTo>
                <a:lnTo>
                  <a:pt x="2448178" y="70579"/>
                </a:lnTo>
                <a:lnTo>
                  <a:pt x="2447237" y="71186"/>
                </a:lnTo>
                <a:lnTo>
                  <a:pt x="2446311" y="71810"/>
                </a:lnTo>
                <a:lnTo>
                  <a:pt x="2445399" y="72450"/>
                </a:lnTo>
                <a:lnTo>
                  <a:pt x="2444501" y="73107"/>
                </a:lnTo>
                <a:lnTo>
                  <a:pt x="2443618" y="73781"/>
                </a:lnTo>
                <a:lnTo>
                  <a:pt x="2442749" y="74472"/>
                </a:lnTo>
                <a:lnTo>
                  <a:pt x="2441895" y="75180"/>
                </a:lnTo>
                <a:lnTo>
                  <a:pt x="2441055" y="75905"/>
                </a:lnTo>
                <a:lnTo>
                  <a:pt x="2440229" y="76646"/>
                </a:lnTo>
                <a:lnTo>
                  <a:pt x="2439418" y="77405"/>
                </a:lnTo>
                <a:lnTo>
                  <a:pt x="2438621" y="78180"/>
                </a:lnTo>
                <a:lnTo>
                  <a:pt x="2437839" y="78972"/>
                </a:lnTo>
                <a:lnTo>
                  <a:pt x="2437073" y="79772"/>
                </a:lnTo>
                <a:lnTo>
                  <a:pt x="2436325" y="80589"/>
                </a:lnTo>
                <a:lnTo>
                  <a:pt x="2435595" y="81421"/>
                </a:lnTo>
                <a:lnTo>
                  <a:pt x="2434884" y="82270"/>
                </a:lnTo>
                <a:lnTo>
                  <a:pt x="2434191" y="83134"/>
                </a:lnTo>
                <a:lnTo>
                  <a:pt x="2433516" y="84015"/>
                </a:lnTo>
                <a:lnTo>
                  <a:pt x="2432859" y="84912"/>
                </a:lnTo>
                <a:lnTo>
                  <a:pt x="2432221" y="85826"/>
                </a:lnTo>
                <a:lnTo>
                  <a:pt x="2431601" y="86755"/>
                </a:lnTo>
                <a:lnTo>
                  <a:pt x="2430999" y="87700"/>
                </a:lnTo>
                <a:lnTo>
                  <a:pt x="2430416" y="88662"/>
                </a:lnTo>
                <a:lnTo>
                  <a:pt x="2429851" y="89640"/>
                </a:lnTo>
                <a:lnTo>
                  <a:pt x="2429304" y="90634"/>
                </a:lnTo>
                <a:lnTo>
                  <a:pt x="2428775" y="91644"/>
                </a:lnTo>
                <a:lnTo>
                  <a:pt x="2428264" y="92670"/>
                </a:lnTo>
                <a:lnTo>
                  <a:pt x="2427772" y="93713"/>
                </a:lnTo>
                <a:lnTo>
                  <a:pt x="2427298" y="94771"/>
                </a:lnTo>
                <a:lnTo>
                  <a:pt x="2426842" y="95846"/>
                </a:lnTo>
                <a:lnTo>
                  <a:pt x="2426405" y="96937"/>
                </a:lnTo>
                <a:lnTo>
                  <a:pt x="2425986" y="98044"/>
                </a:lnTo>
                <a:lnTo>
                  <a:pt x="2425585" y="99167"/>
                </a:lnTo>
                <a:lnTo>
                  <a:pt x="2425202" y="100306"/>
                </a:lnTo>
                <a:lnTo>
                  <a:pt x="2424838" y="101462"/>
                </a:lnTo>
                <a:lnTo>
                  <a:pt x="2424492" y="102633"/>
                </a:lnTo>
                <a:lnTo>
                  <a:pt x="2458669" y="107487"/>
                </a:lnTo>
                <a:lnTo>
                  <a:pt x="2458905" y="106825"/>
                </a:lnTo>
                <a:lnTo>
                  <a:pt x="2459159" y="106170"/>
                </a:lnTo>
                <a:lnTo>
                  <a:pt x="2459430" y="105523"/>
                </a:lnTo>
                <a:lnTo>
                  <a:pt x="2459719" y="104883"/>
                </a:lnTo>
                <a:lnTo>
                  <a:pt x="2460026" y="104251"/>
                </a:lnTo>
                <a:lnTo>
                  <a:pt x="2460350" y="103626"/>
                </a:lnTo>
                <a:lnTo>
                  <a:pt x="2460692" y="103008"/>
                </a:lnTo>
                <a:lnTo>
                  <a:pt x="2461051" y="102398"/>
                </a:lnTo>
                <a:lnTo>
                  <a:pt x="2461427" y="101795"/>
                </a:lnTo>
                <a:lnTo>
                  <a:pt x="2461822" y="101199"/>
                </a:lnTo>
                <a:lnTo>
                  <a:pt x="2462234" y="100611"/>
                </a:lnTo>
                <a:lnTo>
                  <a:pt x="2462663" y="100030"/>
                </a:lnTo>
                <a:lnTo>
                  <a:pt x="2463110" y="99456"/>
                </a:lnTo>
                <a:lnTo>
                  <a:pt x="2463574" y="98890"/>
                </a:lnTo>
                <a:lnTo>
                  <a:pt x="2464056" y="98331"/>
                </a:lnTo>
                <a:lnTo>
                  <a:pt x="2464556" y="97780"/>
                </a:lnTo>
                <a:lnTo>
                  <a:pt x="2465073" y="97236"/>
                </a:lnTo>
                <a:lnTo>
                  <a:pt x="2465608" y="96699"/>
                </a:lnTo>
                <a:lnTo>
                  <a:pt x="2466160" y="96170"/>
                </a:lnTo>
                <a:lnTo>
                  <a:pt x="2466730" y="95648"/>
                </a:lnTo>
                <a:lnTo>
                  <a:pt x="2467317" y="95133"/>
                </a:lnTo>
                <a:lnTo>
                  <a:pt x="2467922" y="94626"/>
                </a:lnTo>
                <a:lnTo>
                  <a:pt x="2468545" y="94126"/>
                </a:lnTo>
                <a:lnTo>
                  <a:pt x="2469185" y="93634"/>
                </a:lnTo>
                <a:lnTo>
                  <a:pt x="2469852" y="93156"/>
                </a:lnTo>
                <a:lnTo>
                  <a:pt x="2470538" y="92697"/>
                </a:lnTo>
                <a:lnTo>
                  <a:pt x="2471244" y="92260"/>
                </a:lnTo>
                <a:lnTo>
                  <a:pt x="2471968" y="91842"/>
                </a:lnTo>
                <a:lnTo>
                  <a:pt x="2472713" y="91445"/>
                </a:lnTo>
                <a:lnTo>
                  <a:pt x="2473476" y="91068"/>
                </a:lnTo>
                <a:lnTo>
                  <a:pt x="2474259" y="90712"/>
                </a:lnTo>
                <a:lnTo>
                  <a:pt x="2475061" y="90376"/>
                </a:lnTo>
                <a:lnTo>
                  <a:pt x="2475882" y="90060"/>
                </a:lnTo>
                <a:lnTo>
                  <a:pt x="2476723" y="89765"/>
                </a:lnTo>
                <a:lnTo>
                  <a:pt x="2477583" y="89490"/>
                </a:lnTo>
                <a:lnTo>
                  <a:pt x="2478462" y="89236"/>
                </a:lnTo>
                <a:lnTo>
                  <a:pt x="2479361" y="89001"/>
                </a:lnTo>
                <a:lnTo>
                  <a:pt x="2480279" y="88788"/>
                </a:lnTo>
                <a:lnTo>
                  <a:pt x="2481216" y="88594"/>
                </a:lnTo>
                <a:lnTo>
                  <a:pt x="2482173" y="88421"/>
                </a:lnTo>
                <a:lnTo>
                  <a:pt x="2483149" y="88268"/>
                </a:lnTo>
                <a:lnTo>
                  <a:pt x="2484144" y="88136"/>
                </a:lnTo>
                <a:lnTo>
                  <a:pt x="2485158" y="88024"/>
                </a:lnTo>
                <a:lnTo>
                  <a:pt x="2486192" y="87932"/>
                </a:lnTo>
                <a:lnTo>
                  <a:pt x="2487245" y="87861"/>
                </a:lnTo>
                <a:lnTo>
                  <a:pt x="2488318" y="87810"/>
                </a:lnTo>
                <a:lnTo>
                  <a:pt x="2489410" y="87780"/>
                </a:lnTo>
                <a:lnTo>
                  <a:pt x="2490521" y="87769"/>
                </a:lnTo>
                <a:lnTo>
                  <a:pt x="2491572" y="87780"/>
                </a:lnTo>
                <a:lnTo>
                  <a:pt x="2492603" y="87813"/>
                </a:lnTo>
                <a:lnTo>
                  <a:pt x="2493613" y="87867"/>
                </a:lnTo>
                <a:lnTo>
                  <a:pt x="2494602" y="87943"/>
                </a:lnTo>
                <a:lnTo>
                  <a:pt x="2495570" y="88041"/>
                </a:lnTo>
                <a:lnTo>
                  <a:pt x="2496518" y="88161"/>
                </a:lnTo>
                <a:lnTo>
                  <a:pt x="2497445" y="88303"/>
                </a:lnTo>
                <a:lnTo>
                  <a:pt x="2498352" y="88466"/>
                </a:lnTo>
                <a:lnTo>
                  <a:pt x="2499237" y="88651"/>
                </a:lnTo>
                <a:lnTo>
                  <a:pt x="2500102" y="88858"/>
                </a:lnTo>
                <a:lnTo>
                  <a:pt x="2500946" y="89086"/>
                </a:lnTo>
                <a:lnTo>
                  <a:pt x="2501770" y="89337"/>
                </a:lnTo>
                <a:lnTo>
                  <a:pt x="2502573" y="89609"/>
                </a:lnTo>
                <a:lnTo>
                  <a:pt x="2503355" y="89903"/>
                </a:lnTo>
                <a:lnTo>
                  <a:pt x="2504116" y="90218"/>
                </a:lnTo>
                <a:lnTo>
                  <a:pt x="2504857" y="90556"/>
                </a:lnTo>
                <a:lnTo>
                  <a:pt x="2505577" y="90915"/>
                </a:lnTo>
                <a:lnTo>
                  <a:pt x="2506276" y="91296"/>
                </a:lnTo>
                <a:lnTo>
                  <a:pt x="2506954" y="91698"/>
                </a:lnTo>
                <a:lnTo>
                  <a:pt x="2507612" y="92123"/>
                </a:lnTo>
                <a:lnTo>
                  <a:pt x="2508249" y="92569"/>
                </a:lnTo>
                <a:lnTo>
                  <a:pt x="2508865" y="93037"/>
                </a:lnTo>
                <a:lnTo>
                  <a:pt x="2509461" y="93527"/>
                </a:lnTo>
                <a:lnTo>
                  <a:pt x="2510036" y="94039"/>
                </a:lnTo>
                <a:lnTo>
                  <a:pt x="2510589" y="94570"/>
                </a:lnTo>
                <a:lnTo>
                  <a:pt x="2511118" y="95119"/>
                </a:lnTo>
                <a:lnTo>
                  <a:pt x="2511624" y="95686"/>
                </a:lnTo>
                <a:lnTo>
                  <a:pt x="2512106" y="96272"/>
                </a:lnTo>
                <a:lnTo>
                  <a:pt x="2512565" y="96875"/>
                </a:lnTo>
                <a:lnTo>
                  <a:pt x="2513000" y="97495"/>
                </a:lnTo>
                <a:lnTo>
                  <a:pt x="2513412" y="98134"/>
                </a:lnTo>
                <a:lnTo>
                  <a:pt x="2513800" y="98791"/>
                </a:lnTo>
                <a:lnTo>
                  <a:pt x="2514165" y="99466"/>
                </a:lnTo>
                <a:lnTo>
                  <a:pt x="2514506" y="100158"/>
                </a:lnTo>
                <a:lnTo>
                  <a:pt x="2514823" y="100869"/>
                </a:lnTo>
                <a:lnTo>
                  <a:pt x="2515117" y="101597"/>
                </a:lnTo>
                <a:lnTo>
                  <a:pt x="2515388" y="102343"/>
                </a:lnTo>
                <a:lnTo>
                  <a:pt x="2515635" y="103107"/>
                </a:lnTo>
                <a:lnTo>
                  <a:pt x="2515858" y="103890"/>
                </a:lnTo>
                <a:lnTo>
                  <a:pt x="2516058" y="104690"/>
                </a:lnTo>
                <a:lnTo>
                  <a:pt x="2516235" y="105507"/>
                </a:lnTo>
                <a:lnTo>
                  <a:pt x="2516388" y="106343"/>
                </a:lnTo>
                <a:lnTo>
                  <a:pt x="2516517" y="107197"/>
                </a:lnTo>
                <a:lnTo>
                  <a:pt x="2516623" y="108068"/>
                </a:lnTo>
                <a:lnTo>
                  <a:pt x="2516705" y="108958"/>
                </a:lnTo>
                <a:lnTo>
                  <a:pt x="2516764" y="109865"/>
                </a:lnTo>
                <a:lnTo>
                  <a:pt x="2516799" y="110791"/>
                </a:lnTo>
                <a:lnTo>
                  <a:pt x="2516811" y="111734"/>
                </a:lnTo>
                <a:lnTo>
                  <a:pt x="2516811" y="112341"/>
                </a:lnTo>
                <a:lnTo>
                  <a:pt x="2516804" y="112774"/>
                </a:lnTo>
                <a:lnTo>
                  <a:pt x="2516784" y="113198"/>
                </a:lnTo>
                <a:lnTo>
                  <a:pt x="2516749" y="113613"/>
                </a:lnTo>
                <a:lnTo>
                  <a:pt x="2516702" y="114018"/>
                </a:lnTo>
                <a:lnTo>
                  <a:pt x="2516640" y="114413"/>
                </a:lnTo>
                <a:lnTo>
                  <a:pt x="2516565" y="114799"/>
                </a:lnTo>
                <a:lnTo>
                  <a:pt x="2516476" y="115176"/>
                </a:lnTo>
                <a:lnTo>
                  <a:pt x="2516373" y="115543"/>
                </a:lnTo>
                <a:lnTo>
                  <a:pt x="2516256" y="115900"/>
                </a:lnTo>
                <a:lnTo>
                  <a:pt x="2516126" y="116248"/>
                </a:lnTo>
                <a:lnTo>
                  <a:pt x="2515983" y="116587"/>
                </a:lnTo>
                <a:lnTo>
                  <a:pt x="2515825" y="116916"/>
                </a:lnTo>
                <a:lnTo>
                  <a:pt x="2515654" y="117236"/>
                </a:lnTo>
                <a:lnTo>
                  <a:pt x="2515469" y="117546"/>
                </a:lnTo>
                <a:lnTo>
                  <a:pt x="2515270" y="117847"/>
                </a:lnTo>
                <a:lnTo>
                  <a:pt x="2515058" y="118138"/>
                </a:lnTo>
                <a:lnTo>
                  <a:pt x="2514832" y="118420"/>
                </a:lnTo>
                <a:lnTo>
                  <a:pt x="2514593" y="118692"/>
                </a:lnTo>
                <a:lnTo>
                  <a:pt x="2514339" y="118955"/>
                </a:lnTo>
                <a:lnTo>
                  <a:pt x="2514072" y="119208"/>
                </a:lnTo>
                <a:lnTo>
                  <a:pt x="2513791" y="119452"/>
                </a:lnTo>
                <a:lnTo>
                  <a:pt x="2513497" y="119686"/>
                </a:lnTo>
                <a:lnTo>
                  <a:pt x="2513189" y="119911"/>
                </a:lnTo>
                <a:lnTo>
                  <a:pt x="2512867" y="120127"/>
                </a:lnTo>
                <a:lnTo>
                  <a:pt x="2512539" y="120327"/>
                </a:lnTo>
                <a:lnTo>
                  <a:pt x="2512195" y="120523"/>
                </a:lnTo>
                <a:lnTo>
                  <a:pt x="2511834" y="120714"/>
                </a:lnTo>
                <a:lnTo>
                  <a:pt x="2511457" y="120902"/>
                </a:lnTo>
                <a:lnTo>
                  <a:pt x="2511064" y="121085"/>
                </a:lnTo>
                <a:lnTo>
                  <a:pt x="2510655" y="121264"/>
                </a:lnTo>
                <a:lnTo>
                  <a:pt x="2510230" y="121439"/>
                </a:lnTo>
                <a:lnTo>
                  <a:pt x="2509789" y="121610"/>
                </a:lnTo>
                <a:lnTo>
                  <a:pt x="2509331" y="121776"/>
                </a:lnTo>
                <a:lnTo>
                  <a:pt x="2508858" y="121938"/>
                </a:lnTo>
                <a:lnTo>
                  <a:pt x="2508368" y="122096"/>
                </a:lnTo>
                <a:lnTo>
                  <a:pt x="2507862" y="122250"/>
                </a:lnTo>
                <a:lnTo>
                  <a:pt x="2507340" y="122400"/>
                </a:lnTo>
                <a:lnTo>
                  <a:pt x="2506802" y="122545"/>
                </a:lnTo>
                <a:lnTo>
                  <a:pt x="2506247" y="122686"/>
                </a:lnTo>
                <a:lnTo>
                  <a:pt x="2505677" y="122823"/>
                </a:lnTo>
                <a:lnTo>
                  <a:pt x="2505090" y="122956"/>
                </a:lnTo>
                <a:lnTo>
                  <a:pt x="2504487" y="123084"/>
                </a:lnTo>
                <a:lnTo>
                  <a:pt x="2503868" y="123209"/>
                </a:lnTo>
                <a:lnTo>
                  <a:pt x="2503233" y="123329"/>
                </a:lnTo>
                <a:lnTo>
                  <a:pt x="2502582" y="123445"/>
                </a:lnTo>
                <a:lnTo>
                  <a:pt x="2501915" y="123556"/>
                </a:lnTo>
                <a:lnTo>
                  <a:pt x="2501231" y="123664"/>
                </a:lnTo>
                <a:lnTo>
                  <a:pt x="2500531" y="123767"/>
                </a:lnTo>
                <a:lnTo>
                  <a:pt x="2499814" y="123860"/>
                </a:lnTo>
                <a:lnTo>
                  <a:pt x="2499080" y="123954"/>
                </a:lnTo>
                <a:lnTo>
                  <a:pt x="2498327" y="124050"/>
                </a:lnTo>
                <a:lnTo>
                  <a:pt x="2497557" y="124146"/>
                </a:lnTo>
                <a:lnTo>
                  <a:pt x="2496768" y="124243"/>
                </a:lnTo>
                <a:lnTo>
                  <a:pt x="2495962" y="124342"/>
                </a:lnTo>
                <a:lnTo>
                  <a:pt x="2495138" y="124442"/>
                </a:lnTo>
                <a:lnTo>
                  <a:pt x="2494296" y="124542"/>
                </a:lnTo>
                <a:lnTo>
                  <a:pt x="2493436" y="124644"/>
                </a:lnTo>
                <a:lnTo>
                  <a:pt x="2492558" y="124746"/>
                </a:lnTo>
                <a:lnTo>
                  <a:pt x="2491662" y="124850"/>
                </a:lnTo>
                <a:lnTo>
                  <a:pt x="2490748" y="124955"/>
                </a:lnTo>
                <a:lnTo>
                  <a:pt x="2489816" y="125061"/>
                </a:lnTo>
                <a:lnTo>
                  <a:pt x="2488867" y="125168"/>
                </a:lnTo>
                <a:lnTo>
                  <a:pt x="2487899" y="125276"/>
                </a:lnTo>
                <a:lnTo>
                  <a:pt x="2486914" y="125385"/>
                </a:lnTo>
                <a:lnTo>
                  <a:pt x="2485911" y="125495"/>
                </a:lnTo>
                <a:lnTo>
                  <a:pt x="2484890" y="125606"/>
                </a:lnTo>
                <a:lnTo>
                  <a:pt x="2483850" y="125718"/>
                </a:lnTo>
                <a:lnTo>
                  <a:pt x="2482793" y="125831"/>
                </a:lnTo>
                <a:lnTo>
                  <a:pt x="2481719" y="125946"/>
                </a:lnTo>
                <a:lnTo>
                  <a:pt x="2480626" y="126061"/>
                </a:lnTo>
                <a:lnTo>
                  <a:pt x="2479515" y="126177"/>
                </a:lnTo>
                <a:lnTo>
                  <a:pt x="2478386" y="126295"/>
                </a:lnTo>
                <a:lnTo>
                  <a:pt x="2477444" y="126399"/>
                </a:lnTo>
                <a:lnTo>
                  <a:pt x="2476504" y="126508"/>
                </a:lnTo>
                <a:lnTo>
                  <a:pt x="2475566" y="126622"/>
                </a:lnTo>
                <a:lnTo>
                  <a:pt x="2474631" y="126741"/>
                </a:lnTo>
                <a:lnTo>
                  <a:pt x="2473698" y="126866"/>
                </a:lnTo>
                <a:lnTo>
                  <a:pt x="2472768" y="126996"/>
                </a:lnTo>
                <a:lnTo>
                  <a:pt x="2471840" y="127132"/>
                </a:lnTo>
                <a:lnTo>
                  <a:pt x="2470915" y="127272"/>
                </a:lnTo>
                <a:lnTo>
                  <a:pt x="2469992" y="127418"/>
                </a:lnTo>
                <a:lnTo>
                  <a:pt x="2469072" y="127569"/>
                </a:lnTo>
                <a:lnTo>
                  <a:pt x="2468154" y="127726"/>
                </a:lnTo>
                <a:lnTo>
                  <a:pt x="2467238" y="127887"/>
                </a:lnTo>
                <a:lnTo>
                  <a:pt x="2466325" y="128054"/>
                </a:lnTo>
                <a:lnTo>
                  <a:pt x="2465415" y="128227"/>
                </a:lnTo>
                <a:lnTo>
                  <a:pt x="2464507" y="128404"/>
                </a:lnTo>
                <a:lnTo>
                  <a:pt x="2463601" y="128587"/>
                </a:lnTo>
                <a:lnTo>
                  <a:pt x="2462698" y="128775"/>
                </a:lnTo>
                <a:lnTo>
                  <a:pt x="2461797" y="128968"/>
                </a:lnTo>
                <a:lnTo>
                  <a:pt x="2460899" y="129167"/>
                </a:lnTo>
                <a:lnTo>
                  <a:pt x="2460003" y="129370"/>
                </a:lnTo>
                <a:lnTo>
                  <a:pt x="2459110" y="129579"/>
                </a:lnTo>
                <a:lnTo>
                  <a:pt x="2458219" y="129794"/>
                </a:lnTo>
                <a:lnTo>
                  <a:pt x="2457330" y="130013"/>
                </a:lnTo>
                <a:lnTo>
                  <a:pt x="2456444" y="130238"/>
                </a:lnTo>
                <a:lnTo>
                  <a:pt x="2455572" y="130462"/>
                </a:lnTo>
                <a:lnTo>
                  <a:pt x="2454706" y="130694"/>
                </a:lnTo>
                <a:lnTo>
                  <a:pt x="2453849" y="130935"/>
                </a:lnTo>
                <a:lnTo>
                  <a:pt x="2452998" y="131185"/>
                </a:lnTo>
                <a:lnTo>
                  <a:pt x="2452155" y="131443"/>
                </a:lnTo>
                <a:lnTo>
                  <a:pt x="2451319" y="131711"/>
                </a:lnTo>
                <a:lnTo>
                  <a:pt x="2450491" y="131987"/>
                </a:lnTo>
                <a:lnTo>
                  <a:pt x="2449670" y="132272"/>
                </a:lnTo>
                <a:lnTo>
                  <a:pt x="2448856" y="132566"/>
                </a:lnTo>
                <a:lnTo>
                  <a:pt x="2448050" y="132868"/>
                </a:lnTo>
                <a:lnTo>
                  <a:pt x="2447251" y="133179"/>
                </a:lnTo>
                <a:lnTo>
                  <a:pt x="2446459" y="133499"/>
                </a:lnTo>
                <a:lnTo>
                  <a:pt x="2445675" y="133828"/>
                </a:lnTo>
                <a:lnTo>
                  <a:pt x="2444898" y="134166"/>
                </a:lnTo>
                <a:lnTo>
                  <a:pt x="2444129" y="134512"/>
                </a:lnTo>
                <a:lnTo>
                  <a:pt x="2443367" y="134867"/>
                </a:lnTo>
                <a:lnTo>
                  <a:pt x="2442612" y="135231"/>
                </a:lnTo>
                <a:lnTo>
                  <a:pt x="2441865" y="135604"/>
                </a:lnTo>
                <a:lnTo>
                  <a:pt x="2441125" y="135985"/>
                </a:lnTo>
                <a:lnTo>
                  <a:pt x="2440392" y="136376"/>
                </a:lnTo>
                <a:lnTo>
                  <a:pt x="2439667" y="136775"/>
                </a:lnTo>
                <a:lnTo>
                  <a:pt x="2438949" y="137182"/>
                </a:lnTo>
                <a:lnTo>
                  <a:pt x="2438239" y="137599"/>
                </a:lnTo>
                <a:lnTo>
                  <a:pt x="2437536" y="138024"/>
                </a:lnTo>
                <a:lnTo>
                  <a:pt x="2436842" y="138460"/>
                </a:lnTo>
                <a:lnTo>
                  <a:pt x="2436161" y="138908"/>
                </a:lnTo>
                <a:lnTo>
                  <a:pt x="2435493" y="139367"/>
                </a:lnTo>
                <a:lnTo>
                  <a:pt x="2434836" y="139839"/>
                </a:lnTo>
                <a:lnTo>
                  <a:pt x="2434192" y="140322"/>
                </a:lnTo>
                <a:lnTo>
                  <a:pt x="2433560" y="140818"/>
                </a:lnTo>
                <a:lnTo>
                  <a:pt x="2432941" y="141325"/>
                </a:lnTo>
                <a:lnTo>
                  <a:pt x="2432333" y="141844"/>
                </a:lnTo>
                <a:lnTo>
                  <a:pt x="2431738" y="142375"/>
                </a:lnTo>
                <a:lnTo>
                  <a:pt x="2431156" y="142919"/>
                </a:lnTo>
                <a:lnTo>
                  <a:pt x="2430585" y="143474"/>
                </a:lnTo>
                <a:lnTo>
                  <a:pt x="2430027" y="144041"/>
                </a:lnTo>
                <a:lnTo>
                  <a:pt x="2429482" y="144620"/>
                </a:lnTo>
                <a:lnTo>
                  <a:pt x="2428948" y="145211"/>
                </a:lnTo>
                <a:lnTo>
                  <a:pt x="2428427" y="145813"/>
                </a:lnTo>
                <a:lnTo>
                  <a:pt x="2427918" y="146428"/>
                </a:lnTo>
                <a:lnTo>
                  <a:pt x="2427421" y="147055"/>
                </a:lnTo>
                <a:lnTo>
                  <a:pt x="2426937" y="147694"/>
                </a:lnTo>
                <a:lnTo>
                  <a:pt x="2426465" y="148344"/>
                </a:lnTo>
                <a:lnTo>
                  <a:pt x="2426005" y="149007"/>
                </a:lnTo>
                <a:lnTo>
                  <a:pt x="2425558" y="149681"/>
                </a:lnTo>
                <a:lnTo>
                  <a:pt x="2425123" y="150368"/>
                </a:lnTo>
                <a:lnTo>
                  <a:pt x="2424700" y="151066"/>
                </a:lnTo>
                <a:lnTo>
                  <a:pt x="2424289" y="151776"/>
                </a:lnTo>
                <a:lnTo>
                  <a:pt x="2423893" y="152500"/>
                </a:lnTo>
                <a:lnTo>
                  <a:pt x="2423514" y="153240"/>
                </a:lnTo>
                <a:lnTo>
                  <a:pt x="2423151" y="153996"/>
                </a:lnTo>
                <a:lnTo>
                  <a:pt x="2422806" y="154768"/>
                </a:lnTo>
                <a:lnTo>
                  <a:pt x="2422477" y="155555"/>
                </a:lnTo>
                <a:lnTo>
                  <a:pt x="2422166" y="156358"/>
                </a:lnTo>
                <a:lnTo>
                  <a:pt x="2421871" y="157177"/>
                </a:lnTo>
                <a:lnTo>
                  <a:pt x="2421593" y="158012"/>
                </a:lnTo>
                <a:lnTo>
                  <a:pt x="2421331" y="158862"/>
                </a:lnTo>
                <a:lnTo>
                  <a:pt x="2421087" y="159729"/>
                </a:lnTo>
                <a:lnTo>
                  <a:pt x="2420859" y="160611"/>
                </a:lnTo>
                <a:lnTo>
                  <a:pt x="2420649" y="161509"/>
                </a:lnTo>
                <a:lnTo>
                  <a:pt x="2420455" y="162422"/>
                </a:lnTo>
                <a:lnTo>
                  <a:pt x="2420278" y="163352"/>
                </a:lnTo>
                <a:lnTo>
                  <a:pt x="2420118" y="164297"/>
                </a:lnTo>
                <a:lnTo>
                  <a:pt x="2419975" y="165258"/>
                </a:lnTo>
                <a:lnTo>
                  <a:pt x="2419848" y="166235"/>
                </a:lnTo>
                <a:lnTo>
                  <a:pt x="2419739" y="167228"/>
                </a:lnTo>
                <a:lnTo>
                  <a:pt x="2419646" y="168237"/>
                </a:lnTo>
                <a:lnTo>
                  <a:pt x="2419570" y="169261"/>
                </a:lnTo>
                <a:lnTo>
                  <a:pt x="2419511" y="170301"/>
                </a:lnTo>
                <a:lnTo>
                  <a:pt x="2419469" y="171357"/>
                </a:lnTo>
                <a:lnTo>
                  <a:pt x="2419444" y="172429"/>
                </a:lnTo>
                <a:lnTo>
                  <a:pt x="2419435" y="173516"/>
                </a:lnTo>
                <a:lnTo>
                  <a:pt x="2419447" y="174780"/>
                </a:lnTo>
                <a:lnTo>
                  <a:pt x="2419482" y="176027"/>
                </a:lnTo>
                <a:lnTo>
                  <a:pt x="2419541" y="177258"/>
                </a:lnTo>
                <a:lnTo>
                  <a:pt x="2419624" y="178471"/>
                </a:lnTo>
                <a:lnTo>
                  <a:pt x="2419729" y="179668"/>
                </a:lnTo>
                <a:lnTo>
                  <a:pt x="2419859" y="180847"/>
                </a:lnTo>
                <a:lnTo>
                  <a:pt x="2420012" y="182010"/>
                </a:lnTo>
                <a:lnTo>
                  <a:pt x="2420188" y="183156"/>
                </a:lnTo>
                <a:lnTo>
                  <a:pt x="2420388" y="184285"/>
                </a:lnTo>
                <a:lnTo>
                  <a:pt x="2420612" y="185397"/>
                </a:lnTo>
                <a:lnTo>
                  <a:pt x="2420859" y="186493"/>
                </a:lnTo>
                <a:lnTo>
                  <a:pt x="2421129" y="187572"/>
                </a:lnTo>
                <a:lnTo>
                  <a:pt x="2421423" y="188633"/>
                </a:lnTo>
                <a:lnTo>
                  <a:pt x="2421741" y="189678"/>
                </a:lnTo>
                <a:lnTo>
                  <a:pt x="2422082" y="190706"/>
                </a:lnTo>
                <a:lnTo>
                  <a:pt x="2422446" y="191717"/>
                </a:lnTo>
                <a:lnTo>
                  <a:pt x="2422835" y="192712"/>
                </a:lnTo>
                <a:lnTo>
                  <a:pt x="2423246" y="193689"/>
                </a:lnTo>
                <a:lnTo>
                  <a:pt x="2423681" y="194650"/>
                </a:lnTo>
                <a:lnTo>
                  <a:pt x="2424140" y="195593"/>
                </a:lnTo>
                <a:lnTo>
                  <a:pt x="2424622" y="196520"/>
                </a:lnTo>
                <a:lnTo>
                  <a:pt x="2425128" y="197430"/>
                </a:lnTo>
                <a:lnTo>
                  <a:pt x="2425658" y="198324"/>
                </a:lnTo>
                <a:lnTo>
                  <a:pt x="2426210" y="199200"/>
                </a:lnTo>
                <a:lnTo>
                  <a:pt x="2426792" y="200059"/>
                </a:lnTo>
                <a:lnTo>
                  <a:pt x="2427390" y="200901"/>
                </a:lnTo>
                <a:lnTo>
                  <a:pt x="2428005" y="201725"/>
                </a:lnTo>
                <a:lnTo>
                  <a:pt x="2428637" y="202531"/>
                </a:lnTo>
                <a:lnTo>
                  <a:pt x="2429286" y="203320"/>
                </a:lnTo>
                <a:lnTo>
                  <a:pt x="2429952" y="204091"/>
                </a:lnTo>
                <a:lnTo>
                  <a:pt x="2430634" y="204845"/>
                </a:lnTo>
                <a:lnTo>
                  <a:pt x="2431334" y="205582"/>
                </a:lnTo>
                <a:lnTo>
                  <a:pt x="2432050" y="206300"/>
                </a:lnTo>
                <a:lnTo>
                  <a:pt x="2432783" y="207001"/>
                </a:lnTo>
                <a:lnTo>
                  <a:pt x="2433533" y="207685"/>
                </a:lnTo>
                <a:lnTo>
                  <a:pt x="2434300" y="208351"/>
                </a:lnTo>
                <a:lnTo>
                  <a:pt x="2435083" y="208999"/>
                </a:lnTo>
                <a:lnTo>
                  <a:pt x="2435884" y="209630"/>
                </a:lnTo>
                <a:lnTo>
                  <a:pt x="2436701" y="210244"/>
                </a:lnTo>
                <a:lnTo>
                  <a:pt x="2437536" y="210840"/>
                </a:lnTo>
                <a:lnTo>
                  <a:pt x="2438387" y="211418"/>
                </a:lnTo>
                <a:lnTo>
                  <a:pt x="2439255" y="211979"/>
                </a:lnTo>
                <a:lnTo>
                  <a:pt x="2440139" y="212522"/>
                </a:lnTo>
                <a:lnTo>
                  <a:pt x="2441041" y="213047"/>
                </a:lnTo>
                <a:lnTo>
                  <a:pt x="2441959" y="213555"/>
                </a:lnTo>
                <a:lnTo>
                  <a:pt x="2442895" y="214046"/>
                </a:lnTo>
                <a:lnTo>
                  <a:pt x="2443847" y="214519"/>
                </a:lnTo>
                <a:lnTo>
                  <a:pt x="2444816" y="214974"/>
                </a:lnTo>
                <a:lnTo>
                  <a:pt x="2445807" y="215403"/>
                </a:lnTo>
                <a:lnTo>
                  <a:pt x="2446808" y="215814"/>
                </a:lnTo>
                <a:lnTo>
                  <a:pt x="2447819" y="216206"/>
                </a:lnTo>
                <a:lnTo>
                  <a:pt x="2448841" y="216581"/>
                </a:lnTo>
                <a:lnTo>
                  <a:pt x="2449873" y="216937"/>
                </a:lnTo>
                <a:lnTo>
                  <a:pt x="2450914" y="217275"/>
                </a:lnTo>
                <a:lnTo>
                  <a:pt x="2451967" y="217594"/>
                </a:lnTo>
                <a:lnTo>
                  <a:pt x="2453029" y="217895"/>
                </a:lnTo>
                <a:lnTo>
                  <a:pt x="2454101" y="218178"/>
                </a:lnTo>
                <a:lnTo>
                  <a:pt x="2455184" y="218443"/>
                </a:lnTo>
                <a:lnTo>
                  <a:pt x="2456277" y="218689"/>
                </a:lnTo>
                <a:lnTo>
                  <a:pt x="2457380" y="218918"/>
                </a:lnTo>
                <a:lnTo>
                  <a:pt x="2458493" y="219128"/>
                </a:lnTo>
                <a:lnTo>
                  <a:pt x="2459616" y="219319"/>
                </a:lnTo>
                <a:lnTo>
                  <a:pt x="2460750" y="219493"/>
                </a:lnTo>
                <a:lnTo>
                  <a:pt x="2461893" y="219648"/>
                </a:lnTo>
                <a:lnTo>
                  <a:pt x="2463047" y="219785"/>
                </a:lnTo>
                <a:lnTo>
                  <a:pt x="2464211" y="219904"/>
                </a:lnTo>
                <a:lnTo>
                  <a:pt x="2465385" y="220004"/>
                </a:lnTo>
                <a:lnTo>
                  <a:pt x="2466570" y="220086"/>
                </a:lnTo>
                <a:lnTo>
                  <a:pt x="2467765" y="220150"/>
                </a:lnTo>
                <a:lnTo>
                  <a:pt x="2468969" y="220196"/>
                </a:lnTo>
                <a:lnTo>
                  <a:pt x="2470184" y="220223"/>
                </a:lnTo>
                <a:lnTo>
                  <a:pt x="2471409" y="220232"/>
                </a:lnTo>
                <a:lnTo>
                  <a:pt x="2472415" y="220226"/>
                </a:lnTo>
                <a:lnTo>
                  <a:pt x="2473410" y="220209"/>
                </a:lnTo>
                <a:lnTo>
                  <a:pt x="2474394" y="220180"/>
                </a:lnTo>
                <a:lnTo>
                  <a:pt x="2475367" y="220140"/>
                </a:lnTo>
                <a:lnTo>
                  <a:pt x="2476329" y="220087"/>
                </a:lnTo>
                <a:close/>
                <a:moveTo>
                  <a:pt x="2476329" y="193111"/>
                </a:moveTo>
                <a:lnTo>
                  <a:pt x="2475454" y="193013"/>
                </a:lnTo>
                <a:lnTo>
                  <a:pt x="2474593" y="192896"/>
                </a:lnTo>
                <a:lnTo>
                  <a:pt x="2473746" y="192762"/>
                </a:lnTo>
                <a:lnTo>
                  <a:pt x="2472914" y="192610"/>
                </a:lnTo>
                <a:lnTo>
                  <a:pt x="2472095" y="192440"/>
                </a:lnTo>
                <a:lnTo>
                  <a:pt x="2471290" y="192252"/>
                </a:lnTo>
                <a:lnTo>
                  <a:pt x="2470499" y="192046"/>
                </a:lnTo>
                <a:lnTo>
                  <a:pt x="2469723" y="191822"/>
                </a:lnTo>
                <a:lnTo>
                  <a:pt x="2468960" y="191580"/>
                </a:lnTo>
                <a:lnTo>
                  <a:pt x="2468212" y="191321"/>
                </a:lnTo>
                <a:lnTo>
                  <a:pt x="2467477" y="191043"/>
                </a:lnTo>
                <a:lnTo>
                  <a:pt x="2466757" y="190748"/>
                </a:lnTo>
                <a:lnTo>
                  <a:pt x="2466050" y="190434"/>
                </a:lnTo>
                <a:lnTo>
                  <a:pt x="2465358" y="190103"/>
                </a:lnTo>
                <a:lnTo>
                  <a:pt x="2464679" y="189754"/>
                </a:lnTo>
                <a:lnTo>
                  <a:pt x="2464015" y="189387"/>
                </a:lnTo>
                <a:lnTo>
                  <a:pt x="2463365" y="189002"/>
                </a:lnTo>
                <a:lnTo>
                  <a:pt x="2462729" y="188599"/>
                </a:lnTo>
                <a:lnTo>
                  <a:pt x="2462107" y="188178"/>
                </a:lnTo>
                <a:lnTo>
                  <a:pt x="2461504" y="187740"/>
                </a:lnTo>
                <a:lnTo>
                  <a:pt x="2460928" y="187284"/>
                </a:lnTo>
                <a:lnTo>
                  <a:pt x="2460377" y="186812"/>
                </a:lnTo>
                <a:lnTo>
                  <a:pt x="2459851" y="186322"/>
                </a:lnTo>
                <a:lnTo>
                  <a:pt x="2459351" y="185814"/>
                </a:lnTo>
                <a:lnTo>
                  <a:pt x="2458877" y="185290"/>
                </a:lnTo>
                <a:lnTo>
                  <a:pt x="2458429" y="184748"/>
                </a:lnTo>
                <a:lnTo>
                  <a:pt x="2458006" y="184190"/>
                </a:lnTo>
                <a:lnTo>
                  <a:pt x="2457609" y="183614"/>
                </a:lnTo>
                <a:lnTo>
                  <a:pt x="2457237" y="183021"/>
                </a:lnTo>
                <a:lnTo>
                  <a:pt x="2456891" y="182410"/>
                </a:lnTo>
                <a:lnTo>
                  <a:pt x="2456571" y="181783"/>
                </a:lnTo>
                <a:lnTo>
                  <a:pt x="2456276" y="181138"/>
                </a:lnTo>
                <a:lnTo>
                  <a:pt x="2456007" y="180476"/>
                </a:lnTo>
                <a:lnTo>
                  <a:pt x="2455763" y="179797"/>
                </a:lnTo>
                <a:lnTo>
                  <a:pt x="2455545" y="179100"/>
                </a:lnTo>
                <a:lnTo>
                  <a:pt x="2455353" y="178387"/>
                </a:lnTo>
                <a:lnTo>
                  <a:pt x="2455187" y="177656"/>
                </a:lnTo>
                <a:lnTo>
                  <a:pt x="2455046" y="176908"/>
                </a:lnTo>
                <a:lnTo>
                  <a:pt x="2454930" y="176143"/>
                </a:lnTo>
                <a:lnTo>
                  <a:pt x="2454841" y="175360"/>
                </a:lnTo>
                <a:lnTo>
                  <a:pt x="2454776" y="174560"/>
                </a:lnTo>
                <a:lnTo>
                  <a:pt x="2454738" y="173744"/>
                </a:lnTo>
                <a:lnTo>
                  <a:pt x="2454725" y="172910"/>
                </a:lnTo>
                <a:lnTo>
                  <a:pt x="2454732" y="172324"/>
                </a:lnTo>
                <a:lnTo>
                  <a:pt x="2454751" y="171748"/>
                </a:lnTo>
                <a:lnTo>
                  <a:pt x="2454784" y="171181"/>
                </a:lnTo>
                <a:lnTo>
                  <a:pt x="2454829" y="170623"/>
                </a:lnTo>
                <a:lnTo>
                  <a:pt x="2454888" y="170074"/>
                </a:lnTo>
                <a:lnTo>
                  <a:pt x="2454959" y="169535"/>
                </a:lnTo>
                <a:lnTo>
                  <a:pt x="2455043" y="169004"/>
                </a:lnTo>
                <a:lnTo>
                  <a:pt x="2455141" y="168483"/>
                </a:lnTo>
                <a:lnTo>
                  <a:pt x="2455251" y="167971"/>
                </a:lnTo>
                <a:lnTo>
                  <a:pt x="2455375" y="167468"/>
                </a:lnTo>
                <a:lnTo>
                  <a:pt x="2455511" y="166974"/>
                </a:lnTo>
                <a:lnTo>
                  <a:pt x="2455661" y="166489"/>
                </a:lnTo>
                <a:lnTo>
                  <a:pt x="2455823" y="166013"/>
                </a:lnTo>
                <a:lnTo>
                  <a:pt x="2455998" y="165546"/>
                </a:lnTo>
                <a:lnTo>
                  <a:pt x="2456187" y="165089"/>
                </a:lnTo>
                <a:lnTo>
                  <a:pt x="2456388" y="164640"/>
                </a:lnTo>
                <a:lnTo>
                  <a:pt x="2456602" y="164201"/>
                </a:lnTo>
                <a:lnTo>
                  <a:pt x="2456830" y="163771"/>
                </a:lnTo>
                <a:lnTo>
                  <a:pt x="2457070" y="163350"/>
                </a:lnTo>
                <a:lnTo>
                  <a:pt x="2457323" y="162938"/>
                </a:lnTo>
                <a:lnTo>
                  <a:pt x="2457590" y="162536"/>
                </a:lnTo>
                <a:lnTo>
                  <a:pt x="2457869" y="162142"/>
                </a:lnTo>
                <a:lnTo>
                  <a:pt x="2458161" y="161758"/>
                </a:lnTo>
                <a:lnTo>
                  <a:pt x="2458467" y="161382"/>
                </a:lnTo>
                <a:lnTo>
                  <a:pt x="2458783" y="161007"/>
                </a:lnTo>
                <a:lnTo>
                  <a:pt x="2459109" y="160638"/>
                </a:lnTo>
                <a:lnTo>
                  <a:pt x="2459445" y="160276"/>
                </a:lnTo>
                <a:lnTo>
                  <a:pt x="2459790" y="159922"/>
                </a:lnTo>
                <a:lnTo>
                  <a:pt x="2460144" y="159574"/>
                </a:lnTo>
                <a:lnTo>
                  <a:pt x="2460508" y="159234"/>
                </a:lnTo>
                <a:lnTo>
                  <a:pt x="2460881" y="158900"/>
                </a:lnTo>
                <a:lnTo>
                  <a:pt x="2461264" y="158573"/>
                </a:lnTo>
                <a:lnTo>
                  <a:pt x="2461657" y="158254"/>
                </a:lnTo>
                <a:lnTo>
                  <a:pt x="2462058" y="157941"/>
                </a:lnTo>
                <a:lnTo>
                  <a:pt x="2462470" y="157636"/>
                </a:lnTo>
                <a:lnTo>
                  <a:pt x="2462890" y="157338"/>
                </a:lnTo>
                <a:lnTo>
                  <a:pt x="2463321" y="157046"/>
                </a:lnTo>
                <a:lnTo>
                  <a:pt x="2463761" y="156762"/>
                </a:lnTo>
                <a:lnTo>
                  <a:pt x="2464210" y="156484"/>
                </a:lnTo>
                <a:lnTo>
                  <a:pt x="2464668" y="156214"/>
                </a:lnTo>
                <a:lnTo>
                  <a:pt x="2465137" y="155951"/>
                </a:lnTo>
                <a:lnTo>
                  <a:pt x="2465614" y="155694"/>
                </a:lnTo>
                <a:lnTo>
                  <a:pt x="2466101" y="155445"/>
                </a:lnTo>
                <a:lnTo>
                  <a:pt x="2466598" y="155203"/>
                </a:lnTo>
                <a:lnTo>
                  <a:pt x="2467104" y="154968"/>
                </a:lnTo>
                <a:lnTo>
                  <a:pt x="2467620" y="154739"/>
                </a:lnTo>
                <a:lnTo>
                  <a:pt x="2468145" y="154518"/>
                </a:lnTo>
                <a:lnTo>
                  <a:pt x="2468679" y="154304"/>
                </a:lnTo>
                <a:lnTo>
                  <a:pt x="2469222" y="154096"/>
                </a:lnTo>
                <a:lnTo>
                  <a:pt x="2469770" y="153893"/>
                </a:lnTo>
                <a:lnTo>
                  <a:pt x="2470324" y="153694"/>
                </a:lnTo>
                <a:lnTo>
                  <a:pt x="2470884" y="153501"/>
                </a:lnTo>
                <a:lnTo>
                  <a:pt x="2471450" y="153312"/>
                </a:lnTo>
                <a:lnTo>
                  <a:pt x="2472023" y="153129"/>
                </a:lnTo>
                <a:lnTo>
                  <a:pt x="2472601" y="152950"/>
                </a:lnTo>
                <a:lnTo>
                  <a:pt x="2473185" y="152776"/>
                </a:lnTo>
                <a:lnTo>
                  <a:pt x="2473775" y="152607"/>
                </a:lnTo>
                <a:lnTo>
                  <a:pt x="2474371" y="152443"/>
                </a:lnTo>
                <a:lnTo>
                  <a:pt x="2474973" y="152284"/>
                </a:lnTo>
                <a:lnTo>
                  <a:pt x="2475581" y="152130"/>
                </a:lnTo>
                <a:lnTo>
                  <a:pt x="2476195" y="151981"/>
                </a:lnTo>
                <a:lnTo>
                  <a:pt x="2476814" y="151837"/>
                </a:lnTo>
                <a:lnTo>
                  <a:pt x="2477440" y="151697"/>
                </a:lnTo>
                <a:lnTo>
                  <a:pt x="2478072" y="151563"/>
                </a:lnTo>
                <a:lnTo>
                  <a:pt x="2478710" y="151433"/>
                </a:lnTo>
                <a:lnTo>
                  <a:pt x="2479354" y="151309"/>
                </a:lnTo>
                <a:lnTo>
                  <a:pt x="2480003" y="151189"/>
                </a:lnTo>
                <a:lnTo>
                  <a:pt x="2480659" y="151074"/>
                </a:lnTo>
                <a:lnTo>
                  <a:pt x="2481320" y="150964"/>
                </a:lnTo>
                <a:lnTo>
                  <a:pt x="2481988" y="150859"/>
                </a:lnTo>
                <a:lnTo>
                  <a:pt x="2482662" y="150759"/>
                </a:lnTo>
                <a:lnTo>
                  <a:pt x="2483341" y="150664"/>
                </a:lnTo>
                <a:lnTo>
                  <a:pt x="2483647" y="150621"/>
                </a:lnTo>
                <a:lnTo>
                  <a:pt x="2483957" y="150578"/>
                </a:lnTo>
                <a:lnTo>
                  <a:pt x="2484272" y="150534"/>
                </a:lnTo>
                <a:lnTo>
                  <a:pt x="2484591" y="150490"/>
                </a:lnTo>
                <a:lnTo>
                  <a:pt x="2484915" y="150444"/>
                </a:lnTo>
                <a:lnTo>
                  <a:pt x="2485243" y="150398"/>
                </a:lnTo>
                <a:lnTo>
                  <a:pt x="2485576" y="150352"/>
                </a:lnTo>
                <a:lnTo>
                  <a:pt x="2485914" y="150304"/>
                </a:lnTo>
                <a:lnTo>
                  <a:pt x="2486256" y="150256"/>
                </a:lnTo>
                <a:lnTo>
                  <a:pt x="2486603" y="150207"/>
                </a:lnTo>
                <a:lnTo>
                  <a:pt x="2486954" y="150158"/>
                </a:lnTo>
                <a:lnTo>
                  <a:pt x="2487310" y="150108"/>
                </a:lnTo>
                <a:lnTo>
                  <a:pt x="2487670" y="150057"/>
                </a:lnTo>
                <a:lnTo>
                  <a:pt x="2488035" y="150005"/>
                </a:lnTo>
                <a:lnTo>
                  <a:pt x="2488405" y="149953"/>
                </a:lnTo>
                <a:lnTo>
                  <a:pt x="2488779" y="149900"/>
                </a:lnTo>
                <a:lnTo>
                  <a:pt x="2489158" y="149846"/>
                </a:lnTo>
                <a:lnTo>
                  <a:pt x="2489541" y="149792"/>
                </a:lnTo>
                <a:lnTo>
                  <a:pt x="2489929" y="149737"/>
                </a:lnTo>
                <a:lnTo>
                  <a:pt x="2490321" y="149681"/>
                </a:lnTo>
                <a:lnTo>
                  <a:pt x="2490718" y="149624"/>
                </a:lnTo>
                <a:lnTo>
                  <a:pt x="2491119" y="149567"/>
                </a:lnTo>
                <a:lnTo>
                  <a:pt x="2491526" y="149509"/>
                </a:lnTo>
                <a:lnTo>
                  <a:pt x="2491936" y="149451"/>
                </a:lnTo>
                <a:lnTo>
                  <a:pt x="2492349" y="149391"/>
                </a:lnTo>
                <a:lnTo>
                  <a:pt x="2492763" y="149331"/>
                </a:lnTo>
                <a:lnTo>
                  <a:pt x="2493176" y="149270"/>
                </a:lnTo>
                <a:lnTo>
                  <a:pt x="2493591" y="149209"/>
                </a:lnTo>
                <a:lnTo>
                  <a:pt x="2494005" y="149147"/>
                </a:lnTo>
                <a:lnTo>
                  <a:pt x="2494420" y="149084"/>
                </a:lnTo>
                <a:lnTo>
                  <a:pt x="2494835" y="149020"/>
                </a:lnTo>
                <a:lnTo>
                  <a:pt x="2495251" y="148956"/>
                </a:lnTo>
                <a:lnTo>
                  <a:pt x="2495666" y="148891"/>
                </a:lnTo>
                <a:lnTo>
                  <a:pt x="2496083" y="148826"/>
                </a:lnTo>
                <a:lnTo>
                  <a:pt x="2496499" y="148759"/>
                </a:lnTo>
                <a:lnTo>
                  <a:pt x="2496916" y="148692"/>
                </a:lnTo>
                <a:lnTo>
                  <a:pt x="2497333" y="148624"/>
                </a:lnTo>
                <a:lnTo>
                  <a:pt x="2497751" y="148556"/>
                </a:lnTo>
                <a:lnTo>
                  <a:pt x="2498169" y="148487"/>
                </a:lnTo>
                <a:lnTo>
                  <a:pt x="2498587" y="148417"/>
                </a:lnTo>
                <a:lnTo>
                  <a:pt x="2499006" y="148346"/>
                </a:lnTo>
                <a:lnTo>
                  <a:pt x="2499425" y="148275"/>
                </a:lnTo>
                <a:lnTo>
                  <a:pt x="2499845" y="148203"/>
                </a:lnTo>
                <a:lnTo>
                  <a:pt x="2500264" y="148130"/>
                </a:lnTo>
                <a:lnTo>
                  <a:pt x="2500684" y="148057"/>
                </a:lnTo>
                <a:lnTo>
                  <a:pt x="2501105" y="147983"/>
                </a:lnTo>
                <a:lnTo>
                  <a:pt x="2501526" y="147908"/>
                </a:lnTo>
                <a:lnTo>
                  <a:pt x="2501947" y="147833"/>
                </a:lnTo>
                <a:lnTo>
                  <a:pt x="2502366" y="147756"/>
                </a:lnTo>
                <a:lnTo>
                  <a:pt x="2502782" y="147679"/>
                </a:lnTo>
                <a:lnTo>
                  <a:pt x="2503195" y="147600"/>
                </a:lnTo>
                <a:lnTo>
                  <a:pt x="2503604" y="147521"/>
                </a:lnTo>
                <a:lnTo>
                  <a:pt x="2504009" y="147440"/>
                </a:lnTo>
                <a:lnTo>
                  <a:pt x="2504411" y="147359"/>
                </a:lnTo>
                <a:lnTo>
                  <a:pt x="2504810" y="147276"/>
                </a:lnTo>
                <a:lnTo>
                  <a:pt x="2505205" y="147192"/>
                </a:lnTo>
                <a:lnTo>
                  <a:pt x="2505596" y="147107"/>
                </a:lnTo>
                <a:lnTo>
                  <a:pt x="2505984" y="147022"/>
                </a:lnTo>
                <a:lnTo>
                  <a:pt x="2506369" y="146935"/>
                </a:lnTo>
                <a:lnTo>
                  <a:pt x="2506750" y="146847"/>
                </a:lnTo>
                <a:lnTo>
                  <a:pt x="2507127" y="146758"/>
                </a:lnTo>
                <a:lnTo>
                  <a:pt x="2507501" y="146668"/>
                </a:lnTo>
                <a:lnTo>
                  <a:pt x="2507871" y="146577"/>
                </a:lnTo>
                <a:lnTo>
                  <a:pt x="2508238" y="146484"/>
                </a:lnTo>
                <a:lnTo>
                  <a:pt x="2508602" y="146391"/>
                </a:lnTo>
                <a:lnTo>
                  <a:pt x="2508962" y="146297"/>
                </a:lnTo>
                <a:lnTo>
                  <a:pt x="2509318" y="146202"/>
                </a:lnTo>
                <a:lnTo>
                  <a:pt x="2509671" y="146105"/>
                </a:lnTo>
                <a:lnTo>
                  <a:pt x="2510020" y="146008"/>
                </a:lnTo>
                <a:lnTo>
                  <a:pt x="2510366" y="145909"/>
                </a:lnTo>
                <a:lnTo>
                  <a:pt x="2510708" y="145810"/>
                </a:lnTo>
                <a:lnTo>
                  <a:pt x="2511047" y="145709"/>
                </a:lnTo>
                <a:lnTo>
                  <a:pt x="2511388" y="145608"/>
                </a:lnTo>
                <a:lnTo>
                  <a:pt x="2511721" y="145506"/>
                </a:lnTo>
                <a:lnTo>
                  <a:pt x="2512046" y="145403"/>
                </a:lnTo>
                <a:lnTo>
                  <a:pt x="2512362" y="145299"/>
                </a:lnTo>
                <a:lnTo>
                  <a:pt x="2512669" y="145195"/>
                </a:lnTo>
                <a:lnTo>
                  <a:pt x="2512968" y="145090"/>
                </a:lnTo>
                <a:lnTo>
                  <a:pt x="2513259" y="144984"/>
                </a:lnTo>
                <a:lnTo>
                  <a:pt x="2513541" y="144878"/>
                </a:lnTo>
                <a:lnTo>
                  <a:pt x="2513815" y="144771"/>
                </a:lnTo>
                <a:lnTo>
                  <a:pt x="2514081" y="144663"/>
                </a:lnTo>
                <a:lnTo>
                  <a:pt x="2514338" y="144554"/>
                </a:lnTo>
                <a:lnTo>
                  <a:pt x="2514586" y="144445"/>
                </a:lnTo>
                <a:lnTo>
                  <a:pt x="2514827" y="144335"/>
                </a:lnTo>
                <a:lnTo>
                  <a:pt x="2515058" y="144225"/>
                </a:lnTo>
                <a:lnTo>
                  <a:pt x="2515282" y="144113"/>
                </a:lnTo>
                <a:lnTo>
                  <a:pt x="2515496" y="144001"/>
                </a:lnTo>
                <a:lnTo>
                  <a:pt x="2515703" y="143889"/>
                </a:lnTo>
                <a:lnTo>
                  <a:pt x="2515901" y="143775"/>
                </a:lnTo>
                <a:lnTo>
                  <a:pt x="2516090" y="143661"/>
                </a:lnTo>
                <a:lnTo>
                  <a:pt x="2516272" y="143546"/>
                </a:lnTo>
                <a:lnTo>
                  <a:pt x="2516444" y="143431"/>
                </a:lnTo>
                <a:lnTo>
                  <a:pt x="2516609" y="143315"/>
                </a:lnTo>
                <a:lnTo>
                  <a:pt x="2516765" y="143198"/>
                </a:lnTo>
                <a:lnTo>
                  <a:pt x="2516912" y="143080"/>
                </a:lnTo>
                <a:lnTo>
                  <a:pt x="2516912" y="161382"/>
                </a:lnTo>
                <a:lnTo>
                  <a:pt x="2516904" y="162096"/>
                </a:lnTo>
                <a:lnTo>
                  <a:pt x="2516881" y="162806"/>
                </a:lnTo>
                <a:lnTo>
                  <a:pt x="2516842" y="163510"/>
                </a:lnTo>
                <a:lnTo>
                  <a:pt x="2516788" y="164211"/>
                </a:lnTo>
                <a:lnTo>
                  <a:pt x="2516719" y="164906"/>
                </a:lnTo>
                <a:lnTo>
                  <a:pt x="2516634" y="165598"/>
                </a:lnTo>
                <a:lnTo>
                  <a:pt x="2516534" y="166284"/>
                </a:lnTo>
                <a:lnTo>
                  <a:pt x="2516418" y="166966"/>
                </a:lnTo>
                <a:lnTo>
                  <a:pt x="2516286" y="167644"/>
                </a:lnTo>
                <a:lnTo>
                  <a:pt x="2516140" y="168317"/>
                </a:lnTo>
                <a:lnTo>
                  <a:pt x="2515977" y="168985"/>
                </a:lnTo>
                <a:lnTo>
                  <a:pt x="2515800" y="169649"/>
                </a:lnTo>
                <a:lnTo>
                  <a:pt x="2515607" y="170308"/>
                </a:lnTo>
                <a:lnTo>
                  <a:pt x="2515398" y="170962"/>
                </a:lnTo>
                <a:lnTo>
                  <a:pt x="2515174" y="171612"/>
                </a:lnTo>
                <a:lnTo>
                  <a:pt x="2514935" y="172258"/>
                </a:lnTo>
                <a:lnTo>
                  <a:pt x="2514680" y="172899"/>
                </a:lnTo>
                <a:lnTo>
                  <a:pt x="2514409" y="173535"/>
                </a:lnTo>
                <a:lnTo>
                  <a:pt x="2514124" y="174167"/>
                </a:lnTo>
                <a:lnTo>
                  <a:pt x="2513822" y="174794"/>
                </a:lnTo>
                <a:lnTo>
                  <a:pt x="2513506" y="175417"/>
                </a:lnTo>
                <a:lnTo>
                  <a:pt x="2513174" y="176035"/>
                </a:lnTo>
                <a:lnTo>
                  <a:pt x="2512826" y="176649"/>
                </a:lnTo>
                <a:lnTo>
                  <a:pt x="2512463" y="177258"/>
                </a:lnTo>
                <a:lnTo>
                  <a:pt x="2512094" y="177859"/>
                </a:lnTo>
                <a:lnTo>
                  <a:pt x="2511712" y="178451"/>
                </a:lnTo>
                <a:lnTo>
                  <a:pt x="2511317" y="179033"/>
                </a:lnTo>
                <a:lnTo>
                  <a:pt x="2510910" y="179606"/>
                </a:lnTo>
                <a:lnTo>
                  <a:pt x="2510489" y="180168"/>
                </a:lnTo>
                <a:lnTo>
                  <a:pt x="2510055" y="180721"/>
                </a:lnTo>
                <a:lnTo>
                  <a:pt x="2509608" y="181264"/>
                </a:lnTo>
                <a:lnTo>
                  <a:pt x="2509148" y="181797"/>
                </a:lnTo>
                <a:lnTo>
                  <a:pt x="2508676" y="182320"/>
                </a:lnTo>
                <a:lnTo>
                  <a:pt x="2508190" y="182833"/>
                </a:lnTo>
                <a:lnTo>
                  <a:pt x="2507691" y="183337"/>
                </a:lnTo>
                <a:lnTo>
                  <a:pt x="2507179" y="183830"/>
                </a:lnTo>
                <a:lnTo>
                  <a:pt x="2506655" y="184314"/>
                </a:lnTo>
                <a:lnTo>
                  <a:pt x="2506117" y="184788"/>
                </a:lnTo>
                <a:lnTo>
                  <a:pt x="2505566" y="185252"/>
                </a:lnTo>
                <a:lnTo>
                  <a:pt x="2505003" y="185706"/>
                </a:lnTo>
                <a:lnTo>
                  <a:pt x="2504426" y="186151"/>
                </a:lnTo>
                <a:lnTo>
                  <a:pt x="2503836" y="186586"/>
                </a:lnTo>
                <a:lnTo>
                  <a:pt x="2503234" y="187010"/>
                </a:lnTo>
                <a:lnTo>
                  <a:pt x="2502618" y="187425"/>
                </a:lnTo>
                <a:lnTo>
                  <a:pt x="2501989" y="187831"/>
                </a:lnTo>
                <a:lnTo>
                  <a:pt x="2501348" y="188226"/>
                </a:lnTo>
                <a:lnTo>
                  <a:pt x="2500693" y="188611"/>
                </a:lnTo>
                <a:lnTo>
                  <a:pt x="2500025" y="188987"/>
                </a:lnTo>
                <a:lnTo>
                  <a:pt x="2499346" y="189342"/>
                </a:lnTo>
                <a:lnTo>
                  <a:pt x="2498657" y="189682"/>
                </a:lnTo>
                <a:lnTo>
                  <a:pt x="2497957" y="190006"/>
                </a:lnTo>
                <a:lnTo>
                  <a:pt x="2497248" y="190316"/>
                </a:lnTo>
                <a:lnTo>
                  <a:pt x="2496528" y="190610"/>
                </a:lnTo>
                <a:lnTo>
                  <a:pt x="2495798" y="190889"/>
                </a:lnTo>
                <a:lnTo>
                  <a:pt x="2495057" y="191154"/>
                </a:lnTo>
                <a:lnTo>
                  <a:pt x="2494307" y="191403"/>
                </a:lnTo>
                <a:lnTo>
                  <a:pt x="2493546" y="191637"/>
                </a:lnTo>
                <a:lnTo>
                  <a:pt x="2492775" y="191856"/>
                </a:lnTo>
                <a:lnTo>
                  <a:pt x="2491994" y="192059"/>
                </a:lnTo>
                <a:lnTo>
                  <a:pt x="2491203" y="192248"/>
                </a:lnTo>
                <a:lnTo>
                  <a:pt x="2490402" y="192422"/>
                </a:lnTo>
                <a:lnTo>
                  <a:pt x="2489590" y="192580"/>
                </a:lnTo>
                <a:lnTo>
                  <a:pt x="2488768" y="192724"/>
                </a:lnTo>
                <a:lnTo>
                  <a:pt x="2487936" y="192852"/>
                </a:lnTo>
                <a:lnTo>
                  <a:pt x="2487094" y="192965"/>
                </a:lnTo>
                <a:lnTo>
                  <a:pt x="2486242" y="193063"/>
                </a:lnTo>
                <a:lnTo>
                  <a:pt x="2485380" y="193146"/>
                </a:lnTo>
                <a:lnTo>
                  <a:pt x="2484507" y="193214"/>
                </a:lnTo>
                <a:lnTo>
                  <a:pt x="2483624" y="193267"/>
                </a:lnTo>
                <a:lnTo>
                  <a:pt x="2482731" y="193305"/>
                </a:lnTo>
                <a:lnTo>
                  <a:pt x="2481828" y="193328"/>
                </a:lnTo>
                <a:lnTo>
                  <a:pt x="2480915" y="193335"/>
                </a:lnTo>
                <a:lnTo>
                  <a:pt x="2479969" y="193326"/>
                </a:lnTo>
                <a:lnTo>
                  <a:pt x="2479038" y="193299"/>
                </a:lnTo>
                <a:lnTo>
                  <a:pt x="2478121" y="193255"/>
                </a:lnTo>
                <a:lnTo>
                  <a:pt x="2477218" y="193192"/>
                </a:lnTo>
                <a:lnTo>
                  <a:pt x="2476329" y="19311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44FCB0-C45D-40EE-8114-8FC85EFA01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44130" y="102371"/>
            <a:ext cx="373727" cy="320338"/>
          </a:xfrm>
          <a:custGeom xmlns:a="http://schemas.openxmlformats.org/drawingml/2006/main">
            <a:pathLst>
              <a:path w="373727" h="320338">
                <a:moveTo>
                  <a:pt x="93432" y="306990"/>
                </a:moveTo>
                <a:cubicBezTo>
                  <a:pt x="93432" y="310530"/>
                  <a:pt x="92026" y="313925"/>
                  <a:pt x="89522" y="316428"/>
                </a:cubicBezTo>
                <a:cubicBezTo>
                  <a:pt x="87019" y="318931"/>
                  <a:pt x="83624" y="320338"/>
                  <a:pt x="80084" y="320338"/>
                </a:cubicBezTo>
                <a:cubicBezTo>
                  <a:pt x="65925" y="320338"/>
                  <a:pt x="52345" y="314713"/>
                  <a:pt x="42332" y="304700"/>
                </a:cubicBezTo>
                <a:cubicBezTo>
                  <a:pt x="32320" y="294688"/>
                  <a:pt x="26695" y="281108"/>
                  <a:pt x="26695" y="266948"/>
                </a:cubicBezTo>
                <a:lnTo>
                  <a:pt x="26695" y="186864"/>
                </a:lnTo>
                <a:cubicBezTo>
                  <a:pt x="26695" y="183324"/>
                  <a:pt x="25289" y="179929"/>
                  <a:pt x="22785" y="177426"/>
                </a:cubicBezTo>
                <a:cubicBezTo>
                  <a:pt x="20282" y="174923"/>
                  <a:pt x="16887" y="173516"/>
                  <a:pt x="13347" y="173516"/>
                </a:cubicBezTo>
                <a:cubicBezTo>
                  <a:pt x="9807" y="173516"/>
                  <a:pt x="6412" y="172110"/>
                  <a:pt x="3909" y="169607"/>
                </a:cubicBezTo>
                <a:cubicBezTo>
                  <a:pt x="1406" y="167104"/>
                  <a:pt x="0" y="163709"/>
                  <a:pt x="0" y="160169"/>
                </a:cubicBezTo>
                <a:cubicBezTo>
                  <a:pt x="0" y="156629"/>
                  <a:pt x="1406" y="153234"/>
                  <a:pt x="3909" y="150731"/>
                </a:cubicBezTo>
                <a:cubicBezTo>
                  <a:pt x="6412" y="148228"/>
                  <a:pt x="9807" y="146821"/>
                  <a:pt x="13347" y="146821"/>
                </a:cubicBezTo>
                <a:cubicBezTo>
                  <a:pt x="16887" y="146821"/>
                  <a:pt x="20282" y="145415"/>
                  <a:pt x="22785" y="142912"/>
                </a:cubicBezTo>
                <a:cubicBezTo>
                  <a:pt x="25289" y="140409"/>
                  <a:pt x="26695" y="137014"/>
                  <a:pt x="26695" y="133474"/>
                </a:cubicBezTo>
                <a:lnTo>
                  <a:pt x="26695" y="53390"/>
                </a:lnTo>
                <a:cubicBezTo>
                  <a:pt x="26695" y="39230"/>
                  <a:pt x="32320" y="25650"/>
                  <a:pt x="42332" y="15637"/>
                </a:cubicBezTo>
                <a:cubicBezTo>
                  <a:pt x="52345" y="5625"/>
                  <a:pt x="65925" y="0"/>
                  <a:pt x="80084" y="0"/>
                </a:cubicBezTo>
                <a:cubicBezTo>
                  <a:pt x="83624" y="0"/>
                  <a:pt x="87019" y="1406"/>
                  <a:pt x="89522" y="3909"/>
                </a:cubicBezTo>
                <a:cubicBezTo>
                  <a:pt x="92026" y="6412"/>
                  <a:pt x="93432" y="9807"/>
                  <a:pt x="93432" y="13347"/>
                </a:cubicBezTo>
                <a:cubicBezTo>
                  <a:pt x="93432" y="16887"/>
                  <a:pt x="92026" y="20282"/>
                  <a:pt x="89522" y="22785"/>
                </a:cubicBezTo>
                <a:cubicBezTo>
                  <a:pt x="87019" y="25289"/>
                  <a:pt x="83624" y="26695"/>
                  <a:pt x="80084" y="26695"/>
                </a:cubicBezTo>
                <a:cubicBezTo>
                  <a:pt x="73005" y="26695"/>
                  <a:pt x="66215" y="29507"/>
                  <a:pt x="61208" y="34514"/>
                </a:cubicBezTo>
                <a:cubicBezTo>
                  <a:pt x="56202" y="39520"/>
                  <a:pt x="53390" y="46310"/>
                  <a:pt x="53390" y="53390"/>
                </a:cubicBezTo>
                <a:lnTo>
                  <a:pt x="53390" y="133474"/>
                </a:lnTo>
                <a:cubicBezTo>
                  <a:pt x="53390" y="143725"/>
                  <a:pt x="49546" y="153095"/>
                  <a:pt x="43192" y="160169"/>
                </a:cubicBezTo>
                <a:cubicBezTo>
                  <a:pt x="49546" y="167243"/>
                  <a:pt x="53390" y="176613"/>
                  <a:pt x="53390" y="186864"/>
                </a:cubicBezTo>
                <a:lnTo>
                  <a:pt x="53390" y="266948"/>
                </a:lnTo>
                <a:cubicBezTo>
                  <a:pt x="53390" y="274028"/>
                  <a:pt x="56202" y="280818"/>
                  <a:pt x="61208" y="285824"/>
                </a:cubicBezTo>
                <a:cubicBezTo>
                  <a:pt x="66215" y="290830"/>
                  <a:pt x="73005" y="293643"/>
                  <a:pt x="80084" y="293643"/>
                </a:cubicBezTo>
                <a:cubicBezTo>
                  <a:pt x="83624" y="293643"/>
                  <a:pt x="87019" y="295049"/>
                  <a:pt x="89522" y="297552"/>
                </a:cubicBezTo>
                <a:cubicBezTo>
                  <a:pt x="92026" y="300055"/>
                  <a:pt x="93432" y="303450"/>
                  <a:pt x="93432" y="306990"/>
                </a:cubicBezTo>
                <a:close/>
                <a:moveTo>
                  <a:pt x="360380" y="146821"/>
                </a:moveTo>
                <a:cubicBezTo>
                  <a:pt x="356840" y="146821"/>
                  <a:pt x="353445" y="145415"/>
                  <a:pt x="350942" y="142912"/>
                </a:cubicBezTo>
                <a:cubicBezTo>
                  <a:pt x="348439" y="140409"/>
                  <a:pt x="347033" y="137014"/>
                  <a:pt x="347033" y="133474"/>
                </a:cubicBezTo>
                <a:lnTo>
                  <a:pt x="347033" y="53390"/>
                </a:lnTo>
                <a:cubicBezTo>
                  <a:pt x="347033" y="39230"/>
                  <a:pt x="341408" y="25650"/>
                  <a:pt x="331395" y="15637"/>
                </a:cubicBezTo>
                <a:cubicBezTo>
                  <a:pt x="321383" y="5625"/>
                  <a:pt x="307803" y="0"/>
                  <a:pt x="293643" y="0"/>
                </a:cubicBezTo>
                <a:cubicBezTo>
                  <a:pt x="290103" y="0"/>
                  <a:pt x="286708" y="1406"/>
                  <a:pt x="284205" y="3909"/>
                </a:cubicBezTo>
                <a:cubicBezTo>
                  <a:pt x="281702" y="6412"/>
                  <a:pt x="280296" y="9807"/>
                  <a:pt x="280296" y="13347"/>
                </a:cubicBezTo>
                <a:cubicBezTo>
                  <a:pt x="280296" y="16887"/>
                  <a:pt x="281702" y="20282"/>
                  <a:pt x="284205" y="22785"/>
                </a:cubicBezTo>
                <a:cubicBezTo>
                  <a:pt x="286708" y="25289"/>
                  <a:pt x="290103" y="26695"/>
                  <a:pt x="293643" y="26695"/>
                </a:cubicBezTo>
                <a:cubicBezTo>
                  <a:pt x="300723" y="26695"/>
                  <a:pt x="307513" y="29507"/>
                  <a:pt x="312519" y="34514"/>
                </a:cubicBezTo>
                <a:cubicBezTo>
                  <a:pt x="317525" y="39520"/>
                  <a:pt x="320338" y="46310"/>
                  <a:pt x="320338" y="53390"/>
                </a:cubicBezTo>
                <a:lnTo>
                  <a:pt x="320338" y="133474"/>
                </a:lnTo>
                <a:cubicBezTo>
                  <a:pt x="320338" y="143725"/>
                  <a:pt x="324182" y="153095"/>
                  <a:pt x="330535" y="160169"/>
                </a:cubicBezTo>
                <a:cubicBezTo>
                  <a:pt x="323969" y="167510"/>
                  <a:pt x="320338" y="177014"/>
                  <a:pt x="320338" y="186864"/>
                </a:cubicBezTo>
                <a:lnTo>
                  <a:pt x="320338" y="266948"/>
                </a:lnTo>
                <a:cubicBezTo>
                  <a:pt x="320338" y="274028"/>
                  <a:pt x="317525" y="280818"/>
                  <a:pt x="312519" y="285824"/>
                </a:cubicBezTo>
                <a:cubicBezTo>
                  <a:pt x="307513" y="290830"/>
                  <a:pt x="300723" y="293643"/>
                  <a:pt x="293643" y="293643"/>
                </a:cubicBezTo>
                <a:cubicBezTo>
                  <a:pt x="290103" y="293643"/>
                  <a:pt x="286708" y="295049"/>
                  <a:pt x="284205" y="297552"/>
                </a:cubicBezTo>
                <a:cubicBezTo>
                  <a:pt x="281702" y="300055"/>
                  <a:pt x="280296" y="303450"/>
                  <a:pt x="280296" y="306990"/>
                </a:cubicBezTo>
                <a:cubicBezTo>
                  <a:pt x="280296" y="310530"/>
                  <a:pt x="281702" y="313925"/>
                  <a:pt x="284205" y="316428"/>
                </a:cubicBezTo>
                <a:cubicBezTo>
                  <a:pt x="286708" y="318931"/>
                  <a:pt x="290103" y="320338"/>
                  <a:pt x="293643" y="320338"/>
                </a:cubicBezTo>
                <a:cubicBezTo>
                  <a:pt x="307803" y="320338"/>
                  <a:pt x="321383" y="314713"/>
                  <a:pt x="331395" y="304700"/>
                </a:cubicBezTo>
                <a:cubicBezTo>
                  <a:pt x="341408" y="294688"/>
                  <a:pt x="347033" y="281108"/>
                  <a:pt x="347033" y="266948"/>
                </a:cubicBezTo>
                <a:lnTo>
                  <a:pt x="347033" y="186864"/>
                </a:lnTo>
                <a:cubicBezTo>
                  <a:pt x="347033" y="183324"/>
                  <a:pt x="348439" y="179929"/>
                  <a:pt x="350942" y="177426"/>
                </a:cubicBezTo>
                <a:cubicBezTo>
                  <a:pt x="353445" y="174923"/>
                  <a:pt x="356840" y="173516"/>
                  <a:pt x="360380" y="173516"/>
                </a:cubicBezTo>
                <a:cubicBezTo>
                  <a:pt x="363920" y="173516"/>
                  <a:pt x="367315" y="172110"/>
                  <a:pt x="369818" y="169607"/>
                </a:cubicBezTo>
                <a:cubicBezTo>
                  <a:pt x="372321" y="167104"/>
                  <a:pt x="373727" y="163709"/>
                  <a:pt x="373727" y="160169"/>
                </a:cubicBezTo>
                <a:cubicBezTo>
                  <a:pt x="373727" y="156629"/>
                  <a:pt x="372321" y="153234"/>
                  <a:pt x="369818" y="150731"/>
                </a:cubicBezTo>
                <a:cubicBezTo>
                  <a:pt x="367315" y="148228"/>
                  <a:pt x="363920" y="146821"/>
                  <a:pt x="360380" y="146821"/>
                </a:cubicBezTo>
                <a:close/>
                <a:moveTo>
                  <a:pt x="293643" y="160169"/>
                </a:moveTo>
                <a:cubicBezTo>
                  <a:pt x="293643" y="188488"/>
                  <a:pt x="282393" y="215648"/>
                  <a:pt x="262368" y="235673"/>
                </a:cubicBezTo>
                <a:cubicBezTo>
                  <a:pt x="242343" y="255698"/>
                  <a:pt x="215183" y="266948"/>
                  <a:pt x="186864" y="266948"/>
                </a:cubicBezTo>
                <a:cubicBezTo>
                  <a:pt x="158544" y="266948"/>
                  <a:pt x="131384" y="255698"/>
                  <a:pt x="111359" y="235673"/>
                </a:cubicBezTo>
                <a:cubicBezTo>
                  <a:pt x="91334" y="215648"/>
                  <a:pt x="80084" y="188488"/>
                  <a:pt x="80084" y="160169"/>
                </a:cubicBezTo>
                <a:cubicBezTo>
                  <a:pt x="80084" y="131849"/>
                  <a:pt x="91334" y="104690"/>
                  <a:pt x="111359" y="84665"/>
                </a:cubicBezTo>
                <a:cubicBezTo>
                  <a:pt x="131384" y="64640"/>
                  <a:pt x="158544" y="53390"/>
                  <a:pt x="186864" y="53390"/>
                </a:cubicBezTo>
                <a:cubicBezTo>
                  <a:pt x="215183" y="53390"/>
                  <a:pt x="242343" y="64640"/>
                  <a:pt x="262368" y="84665"/>
                </a:cubicBezTo>
                <a:cubicBezTo>
                  <a:pt x="282393" y="104690"/>
                  <a:pt x="293643" y="131849"/>
                  <a:pt x="293643" y="160169"/>
                </a:cubicBezTo>
                <a:close/>
                <a:moveTo>
                  <a:pt x="266948" y="160169"/>
                </a:moveTo>
                <a:cubicBezTo>
                  <a:pt x="266948" y="116016"/>
                  <a:pt x="231017" y="80084"/>
                  <a:pt x="186864" y="80084"/>
                </a:cubicBezTo>
                <a:cubicBezTo>
                  <a:pt x="142710" y="80084"/>
                  <a:pt x="106779" y="116016"/>
                  <a:pt x="106779" y="160169"/>
                </a:cubicBezTo>
                <a:cubicBezTo>
                  <a:pt x="106779" y="204322"/>
                  <a:pt x="142710" y="240253"/>
                  <a:pt x="186864" y="240253"/>
                </a:cubicBezTo>
                <a:cubicBezTo>
                  <a:pt x="231017" y="240253"/>
                  <a:pt x="266948" y="204322"/>
                  <a:pt x="266948" y="160169"/>
                </a:cubicBezTo>
                <a:close/>
                <a:moveTo>
                  <a:pt x="226906" y="120127"/>
                </a:moveTo>
                <a:cubicBezTo>
                  <a:pt x="224403" y="117624"/>
                  <a:pt x="221009" y="116219"/>
                  <a:pt x="217469" y="116219"/>
                </a:cubicBezTo>
                <a:cubicBezTo>
                  <a:pt x="213930" y="116219"/>
                  <a:pt x="210536" y="117624"/>
                  <a:pt x="208033" y="120127"/>
                </a:cubicBezTo>
                <a:lnTo>
                  <a:pt x="186864" y="141296"/>
                </a:lnTo>
                <a:lnTo>
                  <a:pt x="165695" y="120127"/>
                </a:lnTo>
                <a:cubicBezTo>
                  <a:pt x="163177" y="117695"/>
                  <a:pt x="159806" y="116350"/>
                  <a:pt x="156306" y="116380"/>
                </a:cubicBezTo>
                <a:cubicBezTo>
                  <a:pt x="152806" y="116411"/>
                  <a:pt x="149459" y="117815"/>
                  <a:pt x="146984" y="120289"/>
                </a:cubicBezTo>
                <a:cubicBezTo>
                  <a:pt x="144509" y="122764"/>
                  <a:pt x="143106" y="126112"/>
                  <a:pt x="143075" y="129611"/>
                </a:cubicBezTo>
                <a:cubicBezTo>
                  <a:pt x="143045" y="133111"/>
                  <a:pt x="144390" y="136483"/>
                  <a:pt x="146821" y="139000"/>
                </a:cubicBezTo>
                <a:lnTo>
                  <a:pt x="167990" y="160169"/>
                </a:lnTo>
                <a:lnTo>
                  <a:pt x="146821" y="181338"/>
                </a:lnTo>
                <a:cubicBezTo>
                  <a:pt x="144390" y="183855"/>
                  <a:pt x="143045" y="187227"/>
                  <a:pt x="143075" y="190726"/>
                </a:cubicBezTo>
                <a:cubicBezTo>
                  <a:pt x="143106" y="194226"/>
                  <a:pt x="144509" y="197574"/>
                  <a:pt x="146984" y="200049"/>
                </a:cubicBezTo>
                <a:cubicBezTo>
                  <a:pt x="149459" y="202523"/>
                  <a:pt x="152806" y="203927"/>
                  <a:pt x="156306" y="203957"/>
                </a:cubicBezTo>
                <a:cubicBezTo>
                  <a:pt x="159806" y="203988"/>
                  <a:pt x="163177" y="202642"/>
                  <a:pt x="165695" y="200211"/>
                </a:cubicBezTo>
                <a:lnTo>
                  <a:pt x="186864" y="179042"/>
                </a:lnTo>
                <a:lnTo>
                  <a:pt x="208033" y="200211"/>
                </a:lnTo>
                <a:cubicBezTo>
                  <a:pt x="210550" y="202642"/>
                  <a:pt x="213922" y="203988"/>
                  <a:pt x="217421" y="203957"/>
                </a:cubicBezTo>
                <a:cubicBezTo>
                  <a:pt x="220921" y="203927"/>
                  <a:pt x="224269" y="202523"/>
                  <a:pt x="226743" y="200049"/>
                </a:cubicBezTo>
                <a:cubicBezTo>
                  <a:pt x="229218" y="197574"/>
                  <a:pt x="230622" y="194226"/>
                  <a:pt x="230652" y="190726"/>
                </a:cubicBezTo>
                <a:cubicBezTo>
                  <a:pt x="230683" y="187227"/>
                  <a:pt x="229337" y="183855"/>
                  <a:pt x="226906" y="181338"/>
                </a:cubicBezTo>
                <a:lnTo>
                  <a:pt x="205737" y="160169"/>
                </a:lnTo>
                <a:lnTo>
                  <a:pt x="226906" y="139000"/>
                </a:lnTo>
                <a:cubicBezTo>
                  <a:pt x="229408" y="136497"/>
                  <a:pt x="230814" y="133103"/>
                  <a:pt x="230814" y="129563"/>
                </a:cubicBezTo>
                <a:cubicBezTo>
                  <a:pt x="230814" y="126024"/>
                  <a:pt x="229408" y="122630"/>
                  <a:pt x="226906" y="120127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9B2B38-FA87-44FD-89C2-D09C195C1D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0492" y="3289435"/>
            <a:ext cx="170550" cy="170550"/>
          </a:xfrm>
          <a:custGeom xmlns:a="http://schemas.openxmlformats.org/drawingml/2006/main">
            <a:pathLst>
              <a:path w="170550" h="170550">
                <a:moveTo>
                  <a:pt x="48940" y="35593"/>
                </a:moveTo>
                <a:cubicBezTo>
                  <a:pt x="58769" y="35593"/>
                  <a:pt x="66737" y="27625"/>
                  <a:pt x="66737" y="17797"/>
                </a:cubicBezTo>
                <a:cubicBezTo>
                  <a:pt x="66737" y="7968"/>
                  <a:pt x="58769" y="0"/>
                  <a:pt x="48940" y="0"/>
                </a:cubicBezTo>
                <a:lnTo>
                  <a:pt x="48940" y="17797"/>
                </a:lnTo>
                <a:lnTo>
                  <a:pt x="48940" y="35593"/>
                </a:lnTo>
                <a:close/>
                <a:moveTo>
                  <a:pt x="38559" y="17797"/>
                </a:moveTo>
                <a:lnTo>
                  <a:pt x="38559" y="0"/>
                </a:lnTo>
                <a:lnTo>
                  <a:pt x="38559" y="17797"/>
                </a:lnTo>
                <a:close/>
                <a:moveTo>
                  <a:pt x="17797" y="38559"/>
                </a:moveTo>
                <a:lnTo>
                  <a:pt x="0" y="38559"/>
                </a:lnTo>
                <a:lnTo>
                  <a:pt x="17797" y="38559"/>
                </a:lnTo>
                <a:close/>
                <a:moveTo>
                  <a:pt x="17797" y="131991"/>
                </a:moveTo>
                <a:lnTo>
                  <a:pt x="0" y="131991"/>
                </a:lnTo>
                <a:lnTo>
                  <a:pt x="17797" y="131991"/>
                </a:lnTo>
                <a:close/>
                <a:moveTo>
                  <a:pt x="170550" y="121610"/>
                </a:moveTo>
                <a:cubicBezTo>
                  <a:pt x="170550" y="111781"/>
                  <a:pt x="162582" y="103813"/>
                  <a:pt x="152754" y="103813"/>
                </a:cubicBezTo>
                <a:cubicBezTo>
                  <a:pt x="142925" y="103813"/>
                  <a:pt x="134957" y="111781"/>
                  <a:pt x="134957" y="121610"/>
                </a:cubicBezTo>
                <a:lnTo>
                  <a:pt x="152754" y="121610"/>
                </a:lnTo>
                <a:lnTo>
                  <a:pt x="170550" y="121610"/>
                </a:lnTo>
                <a:close/>
                <a:moveTo>
                  <a:pt x="48940" y="17797"/>
                </a:moveTo>
                <a:lnTo>
                  <a:pt x="48940" y="0"/>
                </a:lnTo>
                <a:lnTo>
                  <a:pt x="38559" y="0"/>
                </a:lnTo>
                <a:lnTo>
                  <a:pt x="38559" y="17797"/>
                </a:lnTo>
                <a:lnTo>
                  <a:pt x="38559" y="35593"/>
                </a:lnTo>
                <a:lnTo>
                  <a:pt x="48940" y="35593"/>
                </a:lnTo>
                <a:lnTo>
                  <a:pt x="48940" y="17797"/>
                </a:lnTo>
                <a:close/>
                <a:moveTo>
                  <a:pt x="38559" y="17797"/>
                </a:moveTo>
                <a:lnTo>
                  <a:pt x="38559" y="0"/>
                </a:lnTo>
                <a:cubicBezTo>
                  <a:pt x="28333" y="0"/>
                  <a:pt x="18525" y="4062"/>
                  <a:pt x="11294" y="11294"/>
                </a:cubicBezTo>
                <a:lnTo>
                  <a:pt x="23878" y="23878"/>
                </a:lnTo>
                <a:lnTo>
                  <a:pt x="36462" y="36462"/>
                </a:lnTo>
                <a:cubicBezTo>
                  <a:pt x="37018" y="35906"/>
                  <a:pt x="37773" y="35593"/>
                  <a:pt x="38559" y="35593"/>
                </a:cubicBezTo>
                <a:lnTo>
                  <a:pt x="38559" y="17797"/>
                </a:lnTo>
                <a:close/>
                <a:moveTo>
                  <a:pt x="23878" y="23878"/>
                </a:moveTo>
                <a:lnTo>
                  <a:pt x="11294" y="11294"/>
                </a:lnTo>
                <a:cubicBezTo>
                  <a:pt x="4062" y="18525"/>
                  <a:pt x="0" y="28333"/>
                  <a:pt x="0" y="38559"/>
                </a:cubicBezTo>
                <a:lnTo>
                  <a:pt x="17797" y="38559"/>
                </a:lnTo>
                <a:lnTo>
                  <a:pt x="35593" y="38559"/>
                </a:lnTo>
                <a:cubicBezTo>
                  <a:pt x="35593" y="37773"/>
                  <a:pt x="35906" y="37018"/>
                  <a:pt x="36462" y="36462"/>
                </a:cubicBezTo>
                <a:lnTo>
                  <a:pt x="23878" y="23878"/>
                </a:lnTo>
                <a:close/>
                <a:moveTo>
                  <a:pt x="17797" y="38559"/>
                </a:moveTo>
                <a:lnTo>
                  <a:pt x="0" y="38559"/>
                </a:lnTo>
                <a:lnTo>
                  <a:pt x="0" y="131991"/>
                </a:lnTo>
                <a:lnTo>
                  <a:pt x="17797" y="131991"/>
                </a:lnTo>
                <a:lnTo>
                  <a:pt x="35593" y="131991"/>
                </a:lnTo>
                <a:lnTo>
                  <a:pt x="35593" y="38559"/>
                </a:lnTo>
                <a:lnTo>
                  <a:pt x="17797" y="38559"/>
                </a:lnTo>
                <a:close/>
                <a:moveTo>
                  <a:pt x="17797" y="131991"/>
                </a:moveTo>
                <a:lnTo>
                  <a:pt x="0" y="131991"/>
                </a:lnTo>
                <a:cubicBezTo>
                  <a:pt x="0" y="142218"/>
                  <a:pt x="4062" y="152025"/>
                  <a:pt x="11294" y="159256"/>
                </a:cubicBezTo>
                <a:lnTo>
                  <a:pt x="23878" y="146672"/>
                </a:lnTo>
                <a:lnTo>
                  <a:pt x="36462" y="134088"/>
                </a:lnTo>
                <a:cubicBezTo>
                  <a:pt x="35906" y="133532"/>
                  <a:pt x="35593" y="132778"/>
                  <a:pt x="35593" y="131991"/>
                </a:cubicBezTo>
                <a:lnTo>
                  <a:pt x="17797" y="131991"/>
                </a:lnTo>
                <a:close/>
                <a:moveTo>
                  <a:pt x="23878" y="146672"/>
                </a:moveTo>
                <a:lnTo>
                  <a:pt x="11294" y="159256"/>
                </a:lnTo>
                <a:cubicBezTo>
                  <a:pt x="18525" y="166488"/>
                  <a:pt x="28333" y="170550"/>
                  <a:pt x="38559" y="170550"/>
                </a:cubicBezTo>
                <a:lnTo>
                  <a:pt x="38559" y="152754"/>
                </a:lnTo>
                <a:lnTo>
                  <a:pt x="38559" y="134957"/>
                </a:lnTo>
                <a:cubicBezTo>
                  <a:pt x="37773" y="134957"/>
                  <a:pt x="37018" y="134645"/>
                  <a:pt x="36462" y="134088"/>
                </a:cubicBezTo>
                <a:lnTo>
                  <a:pt x="23878" y="146672"/>
                </a:lnTo>
                <a:close/>
                <a:moveTo>
                  <a:pt x="38559" y="152754"/>
                </a:moveTo>
                <a:lnTo>
                  <a:pt x="38559" y="170550"/>
                </a:lnTo>
                <a:lnTo>
                  <a:pt x="131991" y="170550"/>
                </a:lnTo>
                <a:lnTo>
                  <a:pt x="131991" y="152754"/>
                </a:lnTo>
                <a:lnTo>
                  <a:pt x="131991" y="134957"/>
                </a:lnTo>
                <a:lnTo>
                  <a:pt x="38559" y="134957"/>
                </a:lnTo>
                <a:lnTo>
                  <a:pt x="38559" y="152754"/>
                </a:lnTo>
                <a:close/>
                <a:moveTo>
                  <a:pt x="131991" y="152754"/>
                </a:moveTo>
                <a:lnTo>
                  <a:pt x="131991" y="170550"/>
                </a:lnTo>
                <a:cubicBezTo>
                  <a:pt x="142218" y="170550"/>
                  <a:pt x="152025" y="166488"/>
                  <a:pt x="159256" y="159256"/>
                </a:cubicBezTo>
                <a:lnTo>
                  <a:pt x="146672" y="146672"/>
                </a:lnTo>
                <a:lnTo>
                  <a:pt x="134088" y="134088"/>
                </a:lnTo>
                <a:cubicBezTo>
                  <a:pt x="133532" y="134645"/>
                  <a:pt x="132778" y="134957"/>
                  <a:pt x="131991" y="134957"/>
                </a:cubicBezTo>
                <a:lnTo>
                  <a:pt x="131991" y="152754"/>
                </a:lnTo>
                <a:close/>
                <a:moveTo>
                  <a:pt x="146672" y="146672"/>
                </a:moveTo>
                <a:lnTo>
                  <a:pt x="159256" y="159256"/>
                </a:lnTo>
                <a:cubicBezTo>
                  <a:pt x="166488" y="152025"/>
                  <a:pt x="170550" y="142218"/>
                  <a:pt x="170550" y="131991"/>
                </a:cubicBezTo>
                <a:lnTo>
                  <a:pt x="152754" y="131991"/>
                </a:lnTo>
                <a:lnTo>
                  <a:pt x="134957" y="131991"/>
                </a:lnTo>
                <a:cubicBezTo>
                  <a:pt x="134957" y="132778"/>
                  <a:pt x="134645" y="133532"/>
                  <a:pt x="134088" y="134088"/>
                </a:cubicBezTo>
                <a:lnTo>
                  <a:pt x="146672" y="146672"/>
                </a:lnTo>
                <a:close/>
                <a:moveTo>
                  <a:pt x="152754" y="131991"/>
                </a:moveTo>
                <a:lnTo>
                  <a:pt x="170550" y="131991"/>
                </a:lnTo>
                <a:lnTo>
                  <a:pt x="170550" y="121610"/>
                </a:lnTo>
                <a:lnTo>
                  <a:pt x="152754" y="121610"/>
                </a:lnTo>
                <a:lnTo>
                  <a:pt x="134957" y="121610"/>
                </a:lnTo>
                <a:lnTo>
                  <a:pt x="134957" y="131991"/>
                </a:lnTo>
                <a:lnTo>
                  <a:pt x="152754" y="13199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7E5074-2CC1-4C21-BFEF-AA50CFFC93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02399" y="3247909"/>
            <a:ext cx="160170" cy="160170"/>
          </a:xfrm>
          <a:custGeom xmlns:a="http://schemas.openxmlformats.org/drawingml/2006/main">
            <a:pathLst>
              <a:path w="160170" h="160170">
                <a:moveTo>
                  <a:pt x="92594" y="11576"/>
                </a:moveTo>
                <a:lnTo>
                  <a:pt x="79829" y="24295"/>
                </a:lnTo>
                <a:lnTo>
                  <a:pt x="79704" y="24384"/>
                </a:lnTo>
                <a:lnTo>
                  <a:pt x="78772" y="25144"/>
                </a:lnTo>
                <a:lnTo>
                  <a:pt x="77882" y="25976"/>
                </a:lnTo>
                <a:lnTo>
                  <a:pt x="77049" y="26867"/>
                </a:lnTo>
                <a:lnTo>
                  <a:pt x="76289" y="27799"/>
                </a:lnTo>
                <a:lnTo>
                  <a:pt x="76232" y="27879"/>
                </a:lnTo>
                <a:lnTo>
                  <a:pt x="5235" y="98623"/>
                </a:lnTo>
                <a:lnTo>
                  <a:pt x="4824" y="99047"/>
                </a:lnTo>
                <a:lnTo>
                  <a:pt x="4428" y="99482"/>
                </a:lnTo>
                <a:lnTo>
                  <a:pt x="4048" y="99929"/>
                </a:lnTo>
                <a:lnTo>
                  <a:pt x="3684" y="100388"/>
                </a:lnTo>
                <a:lnTo>
                  <a:pt x="3335" y="100857"/>
                </a:lnTo>
                <a:lnTo>
                  <a:pt x="3003" y="101336"/>
                </a:lnTo>
                <a:lnTo>
                  <a:pt x="2687" y="101825"/>
                </a:lnTo>
                <a:lnTo>
                  <a:pt x="2388" y="102324"/>
                </a:lnTo>
                <a:lnTo>
                  <a:pt x="2106" y="102832"/>
                </a:lnTo>
                <a:lnTo>
                  <a:pt x="1840" y="103348"/>
                </a:lnTo>
                <a:lnTo>
                  <a:pt x="1592" y="103872"/>
                </a:lnTo>
                <a:lnTo>
                  <a:pt x="1361" y="104404"/>
                </a:lnTo>
                <a:lnTo>
                  <a:pt x="1147" y="104944"/>
                </a:lnTo>
                <a:lnTo>
                  <a:pt x="951" y="105490"/>
                </a:lnTo>
                <a:lnTo>
                  <a:pt x="773" y="106042"/>
                </a:lnTo>
                <a:lnTo>
                  <a:pt x="612" y="106601"/>
                </a:lnTo>
                <a:lnTo>
                  <a:pt x="470" y="107164"/>
                </a:lnTo>
                <a:lnTo>
                  <a:pt x="347" y="107733"/>
                </a:lnTo>
                <a:lnTo>
                  <a:pt x="242" y="108307"/>
                </a:lnTo>
                <a:lnTo>
                  <a:pt x="155" y="108885"/>
                </a:lnTo>
                <a:lnTo>
                  <a:pt x="87" y="109466"/>
                </a:lnTo>
                <a:lnTo>
                  <a:pt x="39" y="110051"/>
                </a:lnTo>
                <a:lnTo>
                  <a:pt x="10" y="110639"/>
                </a:lnTo>
                <a:lnTo>
                  <a:pt x="0" y="111229"/>
                </a:lnTo>
                <a:lnTo>
                  <a:pt x="0" y="142373"/>
                </a:lnTo>
                <a:lnTo>
                  <a:pt x="41" y="143592"/>
                </a:lnTo>
                <a:lnTo>
                  <a:pt x="162" y="144788"/>
                </a:lnTo>
                <a:lnTo>
                  <a:pt x="362" y="145960"/>
                </a:lnTo>
                <a:lnTo>
                  <a:pt x="636" y="147104"/>
                </a:lnTo>
                <a:lnTo>
                  <a:pt x="982" y="148219"/>
                </a:lnTo>
                <a:lnTo>
                  <a:pt x="1399" y="149301"/>
                </a:lnTo>
                <a:lnTo>
                  <a:pt x="1882" y="150347"/>
                </a:lnTo>
                <a:lnTo>
                  <a:pt x="2430" y="151356"/>
                </a:lnTo>
                <a:lnTo>
                  <a:pt x="3039" y="152324"/>
                </a:lnTo>
                <a:lnTo>
                  <a:pt x="3708" y="153248"/>
                </a:lnTo>
                <a:lnTo>
                  <a:pt x="4433" y="154127"/>
                </a:lnTo>
                <a:lnTo>
                  <a:pt x="5212" y="154958"/>
                </a:lnTo>
                <a:lnTo>
                  <a:pt x="6043" y="155737"/>
                </a:lnTo>
                <a:lnTo>
                  <a:pt x="6922" y="156462"/>
                </a:lnTo>
                <a:lnTo>
                  <a:pt x="7846" y="157131"/>
                </a:lnTo>
                <a:lnTo>
                  <a:pt x="8814" y="157740"/>
                </a:lnTo>
                <a:lnTo>
                  <a:pt x="9823" y="158288"/>
                </a:lnTo>
                <a:lnTo>
                  <a:pt x="10869" y="158771"/>
                </a:lnTo>
                <a:lnTo>
                  <a:pt x="11951" y="159188"/>
                </a:lnTo>
                <a:lnTo>
                  <a:pt x="13066" y="159534"/>
                </a:lnTo>
                <a:lnTo>
                  <a:pt x="14210" y="159808"/>
                </a:lnTo>
                <a:lnTo>
                  <a:pt x="15382" y="160008"/>
                </a:lnTo>
                <a:lnTo>
                  <a:pt x="16578" y="160129"/>
                </a:lnTo>
                <a:lnTo>
                  <a:pt x="17797" y="160170"/>
                </a:lnTo>
                <a:lnTo>
                  <a:pt x="48940" y="160170"/>
                </a:lnTo>
                <a:lnTo>
                  <a:pt x="49531" y="160160"/>
                </a:lnTo>
                <a:lnTo>
                  <a:pt x="50119" y="160131"/>
                </a:lnTo>
                <a:lnTo>
                  <a:pt x="50704" y="160083"/>
                </a:lnTo>
                <a:lnTo>
                  <a:pt x="51285" y="160015"/>
                </a:lnTo>
                <a:lnTo>
                  <a:pt x="51863" y="159928"/>
                </a:lnTo>
                <a:lnTo>
                  <a:pt x="52437" y="159823"/>
                </a:lnTo>
                <a:lnTo>
                  <a:pt x="53006" y="159700"/>
                </a:lnTo>
                <a:lnTo>
                  <a:pt x="53569" y="159557"/>
                </a:lnTo>
                <a:lnTo>
                  <a:pt x="54128" y="159397"/>
                </a:lnTo>
                <a:lnTo>
                  <a:pt x="54680" y="159219"/>
                </a:lnTo>
                <a:lnTo>
                  <a:pt x="55226" y="159023"/>
                </a:lnTo>
                <a:lnTo>
                  <a:pt x="55766" y="158809"/>
                </a:lnTo>
                <a:lnTo>
                  <a:pt x="56298" y="158578"/>
                </a:lnTo>
                <a:lnTo>
                  <a:pt x="56822" y="158330"/>
                </a:lnTo>
                <a:lnTo>
                  <a:pt x="57338" y="158064"/>
                </a:lnTo>
                <a:lnTo>
                  <a:pt x="57846" y="157782"/>
                </a:lnTo>
                <a:lnTo>
                  <a:pt x="58345" y="157483"/>
                </a:lnTo>
                <a:lnTo>
                  <a:pt x="58834" y="157167"/>
                </a:lnTo>
                <a:lnTo>
                  <a:pt x="59313" y="156835"/>
                </a:lnTo>
                <a:lnTo>
                  <a:pt x="59782" y="156486"/>
                </a:lnTo>
                <a:lnTo>
                  <a:pt x="60241" y="156122"/>
                </a:lnTo>
                <a:lnTo>
                  <a:pt x="60688" y="155742"/>
                </a:lnTo>
                <a:lnTo>
                  <a:pt x="61123" y="155346"/>
                </a:lnTo>
                <a:lnTo>
                  <a:pt x="61547" y="154935"/>
                </a:lnTo>
                <a:lnTo>
                  <a:pt x="132291" y="83938"/>
                </a:lnTo>
                <a:lnTo>
                  <a:pt x="132371" y="83881"/>
                </a:lnTo>
                <a:lnTo>
                  <a:pt x="133303" y="83121"/>
                </a:lnTo>
                <a:lnTo>
                  <a:pt x="134194" y="82288"/>
                </a:lnTo>
                <a:lnTo>
                  <a:pt x="135026" y="81398"/>
                </a:lnTo>
                <a:lnTo>
                  <a:pt x="135786" y="80466"/>
                </a:lnTo>
                <a:lnTo>
                  <a:pt x="135875" y="80341"/>
                </a:lnTo>
                <a:lnTo>
                  <a:pt x="148594" y="67576"/>
                </a:lnTo>
                <a:lnTo>
                  <a:pt x="148594" y="67576"/>
                </a:lnTo>
                <a:lnTo>
                  <a:pt x="149483" y="66657"/>
                </a:lnTo>
                <a:lnTo>
                  <a:pt x="150360" y="65688"/>
                </a:lnTo>
                <a:lnTo>
                  <a:pt x="151202" y="64694"/>
                </a:lnTo>
                <a:lnTo>
                  <a:pt x="152010" y="63675"/>
                </a:lnTo>
                <a:lnTo>
                  <a:pt x="152781" y="62633"/>
                </a:lnTo>
                <a:lnTo>
                  <a:pt x="153517" y="61568"/>
                </a:lnTo>
                <a:lnTo>
                  <a:pt x="154216" y="60481"/>
                </a:lnTo>
                <a:lnTo>
                  <a:pt x="154879" y="59373"/>
                </a:lnTo>
                <a:lnTo>
                  <a:pt x="155505" y="58245"/>
                </a:lnTo>
                <a:lnTo>
                  <a:pt x="156093" y="57098"/>
                </a:lnTo>
                <a:lnTo>
                  <a:pt x="156644" y="55934"/>
                </a:lnTo>
                <a:lnTo>
                  <a:pt x="157156" y="54752"/>
                </a:lnTo>
                <a:lnTo>
                  <a:pt x="157629" y="53554"/>
                </a:lnTo>
                <a:lnTo>
                  <a:pt x="158063" y="52342"/>
                </a:lnTo>
                <a:lnTo>
                  <a:pt x="158458" y="51115"/>
                </a:lnTo>
                <a:lnTo>
                  <a:pt x="158813" y="49875"/>
                </a:lnTo>
                <a:lnTo>
                  <a:pt x="159128" y="48623"/>
                </a:lnTo>
                <a:lnTo>
                  <a:pt x="159402" y="47360"/>
                </a:lnTo>
                <a:lnTo>
                  <a:pt x="159635" y="46086"/>
                </a:lnTo>
                <a:lnTo>
                  <a:pt x="159827" y="44803"/>
                </a:lnTo>
                <a:lnTo>
                  <a:pt x="159976" y="43512"/>
                </a:lnTo>
                <a:lnTo>
                  <a:pt x="160084" y="42214"/>
                </a:lnTo>
                <a:lnTo>
                  <a:pt x="160148" y="40909"/>
                </a:lnTo>
                <a:lnTo>
                  <a:pt x="160170" y="39598"/>
                </a:lnTo>
                <a:lnTo>
                  <a:pt x="160148" y="38288"/>
                </a:lnTo>
                <a:lnTo>
                  <a:pt x="160084" y="36983"/>
                </a:lnTo>
                <a:lnTo>
                  <a:pt x="159976" y="35685"/>
                </a:lnTo>
                <a:lnTo>
                  <a:pt x="159827" y="34393"/>
                </a:lnTo>
                <a:lnTo>
                  <a:pt x="159635" y="33111"/>
                </a:lnTo>
                <a:lnTo>
                  <a:pt x="159402" y="31837"/>
                </a:lnTo>
                <a:lnTo>
                  <a:pt x="159128" y="30574"/>
                </a:lnTo>
                <a:lnTo>
                  <a:pt x="158813" y="29322"/>
                </a:lnTo>
                <a:lnTo>
                  <a:pt x="158458" y="28082"/>
                </a:lnTo>
                <a:lnTo>
                  <a:pt x="158063" y="26855"/>
                </a:lnTo>
                <a:lnTo>
                  <a:pt x="157629" y="25642"/>
                </a:lnTo>
                <a:lnTo>
                  <a:pt x="157156" y="24445"/>
                </a:lnTo>
                <a:lnTo>
                  <a:pt x="156644" y="23263"/>
                </a:lnTo>
                <a:lnTo>
                  <a:pt x="156093" y="22099"/>
                </a:lnTo>
                <a:lnTo>
                  <a:pt x="155505" y="20952"/>
                </a:lnTo>
                <a:lnTo>
                  <a:pt x="154879" y="19824"/>
                </a:lnTo>
                <a:lnTo>
                  <a:pt x="154216" y="18716"/>
                </a:lnTo>
                <a:lnTo>
                  <a:pt x="153517" y="17629"/>
                </a:lnTo>
                <a:lnTo>
                  <a:pt x="152781" y="16564"/>
                </a:lnTo>
                <a:lnTo>
                  <a:pt x="152010" y="15521"/>
                </a:lnTo>
                <a:lnTo>
                  <a:pt x="151202" y="14503"/>
                </a:lnTo>
                <a:lnTo>
                  <a:pt x="150360" y="13508"/>
                </a:lnTo>
                <a:lnTo>
                  <a:pt x="149483" y="12540"/>
                </a:lnTo>
                <a:lnTo>
                  <a:pt x="148572" y="11598"/>
                </a:lnTo>
                <a:lnTo>
                  <a:pt x="147630" y="10687"/>
                </a:lnTo>
                <a:lnTo>
                  <a:pt x="146662" y="9810"/>
                </a:lnTo>
                <a:lnTo>
                  <a:pt x="145667" y="8968"/>
                </a:lnTo>
                <a:lnTo>
                  <a:pt x="144649" y="8160"/>
                </a:lnTo>
                <a:lnTo>
                  <a:pt x="143606" y="7389"/>
                </a:lnTo>
                <a:lnTo>
                  <a:pt x="142541" y="6653"/>
                </a:lnTo>
                <a:lnTo>
                  <a:pt x="141454" y="5954"/>
                </a:lnTo>
                <a:lnTo>
                  <a:pt x="140346" y="5291"/>
                </a:lnTo>
                <a:lnTo>
                  <a:pt x="139218" y="4665"/>
                </a:lnTo>
                <a:lnTo>
                  <a:pt x="138071" y="4077"/>
                </a:lnTo>
                <a:lnTo>
                  <a:pt x="136907" y="3526"/>
                </a:lnTo>
                <a:lnTo>
                  <a:pt x="135725" y="3014"/>
                </a:lnTo>
                <a:lnTo>
                  <a:pt x="134528" y="2541"/>
                </a:lnTo>
                <a:lnTo>
                  <a:pt x="133315" y="2107"/>
                </a:lnTo>
                <a:lnTo>
                  <a:pt x="132088" y="1712"/>
                </a:lnTo>
                <a:lnTo>
                  <a:pt x="130848" y="1357"/>
                </a:lnTo>
                <a:lnTo>
                  <a:pt x="129596" y="1042"/>
                </a:lnTo>
                <a:lnTo>
                  <a:pt x="128333" y="768"/>
                </a:lnTo>
                <a:lnTo>
                  <a:pt x="127059" y="535"/>
                </a:lnTo>
                <a:lnTo>
                  <a:pt x="125777" y="343"/>
                </a:lnTo>
                <a:lnTo>
                  <a:pt x="124485" y="194"/>
                </a:lnTo>
                <a:lnTo>
                  <a:pt x="123187" y="86"/>
                </a:lnTo>
                <a:lnTo>
                  <a:pt x="121882" y="22"/>
                </a:lnTo>
                <a:lnTo>
                  <a:pt x="120572" y="0"/>
                </a:lnTo>
                <a:lnTo>
                  <a:pt x="119261" y="22"/>
                </a:lnTo>
                <a:lnTo>
                  <a:pt x="117956" y="86"/>
                </a:lnTo>
                <a:lnTo>
                  <a:pt x="116658" y="194"/>
                </a:lnTo>
                <a:lnTo>
                  <a:pt x="115367" y="343"/>
                </a:lnTo>
                <a:lnTo>
                  <a:pt x="114084" y="535"/>
                </a:lnTo>
                <a:lnTo>
                  <a:pt x="112810" y="768"/>
                </a:lnTo>
                <a:lnTo>
                  <a:pt x="111547" y="1042"/>
                </a:lnTo>
                <a:lnTo>
                  <a:pt x="110295" y="1357"/>
                </a:lnTo>
                <a:lnTo>
                  <a:pt x="109055" y="1712"/>
                </a:lnTo>
                <a:lnTo>
                  <a:pt x="107828" y="2107"/>
                </a:lnTo>
                <a:lnTo>
                  <a:pt x="106616" y="2541"/>
                </a:lnTo>
                <a:lnTo>
                  <a:pt x="105418" y="3014"/>
                </a:lnTo>
                <a:lnTo>
                  <a:pt x="104236" y="3526"/>
                </a:lnTo>
                <a:lnTo>
                  <a:pt x="103072" y="4077"/>
                </a:lnTo>
                <a:lnTo>
                  <a:pt x="101925" y="4665"/>
                </a:lnTo>
                <a:lnTo>
                  <a:pt x="100797" y="5291"/>
                </a:lnTo>
                <a:lnTo>
                  <a:pt x="99689" y="5954"/>
                </a:lnTo>
                <a:lnTo>
                  <a:pt x="98602" y="6653"/>
                </a:lnTo>
                <a:lnTo>
                  <a:pt x="97537" y="7389"/>
                </a:lnTo>
                <a:lnTo>
                  <a:pt x="96495" y="8160"/>
                </a:lnTo>
                <a:lnTo>
                  <a:pt x="95476" y="8968"/>
                </a:lnTo>
                <a:lnTo>
                  <a:pt x="94482" y="9810"/>
                </a:lnTo>
                <a:lnTo>
                  <a:pt x="93513" y="10687"/>
                </a:lnTo>
                <a:lnTo>
                  <a:pt x="92594" y="11576"/>
                </a:lnTo>
                <a:lnTo>
                  <a:pt x="92594" y="11576"/>
                </a:lnTo>
                <a:close/>
                <a:moveTo>
                  <a:pt x="41550" y="124577"/>
                </a:moveTo>
                <a:lnTo>
                  <a:pt x="35593" y="124577"/>
                </a:lnTo>
                <a:lnTo>
                  <a:pt x="35593" y="118620"/>
                </a:lnTo>
                <a:lnTo>
                  <a:pt x="90573" y="63836"/>
                </a:lnTo>
                <a:lnTo>
                  <a:pt x="96334" y="69597"/>
                </a:lnTo>
                <a:lnTo>
                  <a:pt x="41550" y="124577"/>
                </a:lnTo>
                <a:close/>
                <a:moveTo>
                  <a:pt x="117717" y="36789"/>
                </a:moveTo>
                <a:lnTo>
                  <a:pt x="105155" y="24182"/>
                </a:lnTo>
                <a:lnTo>
                  <a:pt x="117717" y="36789"/>
                </a:lnTo>
                <a:lnTo>
                  <a:pt x="117739" y="36766"/>
                </a:lnTo>
                <a:lnTo>
                  <a:pt x="117835" y="36674"/>
                </a:lnTo>
                <a:lnTo>
                  <a:pt x="117933" y="36585"/>
                </a:lnTo>
                <a:lnTo>
                  <a:pt x="118033" y="36500"/>
                </a:lnTo>
                <a:lnTo>
                  <a:pt x="118136" y="36418"/>
                </a:lnTo>
                <a:lnTo>
                  <a:pt x="118242" y="36340"/>
                </a:lnTo>
                <a:lnTo>
                  <a:pt x="118349" y="36266"/>
                </a:lnTo>
                <a:lnTo>
                  <a:pt x="118459" y="36195"/>
                </a:lnTo>
                <a:lnTo>
                  <a:pt x="118571" y="36128"/>
                </a:lnTo>
                <a:lnTo>
                  <a:pt x="118686" y="36065"/>
                </a:lnTo>
                <a:lnTo>
                  <a:pt x="118801" y="36005"/>
                </a:lnTo>
                <a:lnTo>
                  <a:pt x="118919" y="35950"/>
                </a:lnTo>
                <a:lnTo>
                  <a:pt x="119039" y="35898"/>
                </a:lnTo>
                <a:lnTo>
                  <a:pt x="119160" y="35850"/>
                </a:lnTo>
                <a:lnTo>
                  <a:pt x="119283" y="35806"/>
                </a:lnTo>
                <a:lnTo>
                  <a:pt x="119407" y="35766"/>
                </a:lnTo>
                <a:lnTo>
                  <a:pt x="119532" y="35730"/>
                </a:lnTo>
                <a:lnTo>
                  <a:pt x="119659" y="35698"/>
                </a:lnTo>
                <a:lnTo>
                  <a:pt x="119787" y="35671"/>
                </a:lnTo>
                <a:lnTo>
                  <a:pt x="119915" y="35647"/>
                </a:lnTo>
                <a:lnTo>
                  <a:pt x="120045" y="35628"/>
                </a:lnTo>
                <a:lnTo>
                  <a:pt x="120176" y="35613"/>
                </a:lnTo>
                <a:lnTo>
                  <a:pt x="120307" y="35602"/>
                </a:lnTo>
                <a:lnTo>
                  <a:pt x="120439" y="35595"/>
                </a:lnTo>
                <a:lnTo>
                  <a:pt x="120572" y="35593"/>
                </a:lnTo>
                <a:lnTo>
                  <a:pt x="120704" y="35595"/>
                </a:lnTo>
                <a:lnTo>
                  <a:pt x="120836" y="35602"/>
                </a:lnTo>
                <a:lnTo>
                  <a:pt x="120967" y="35613"/>
                </a:lnTo>
                <a:lnTo>
                  <a:pt x="121098" y="35628"/>
                </a:lnTo>
                <a:lnTo>
                  <a:pt x="121228" y="35647"/>
                </a:lnTo>
                <a:lnTo>
                  <a:pt x="121357" y="35671"/>
                </a:lnTo>
                <a:lnTo>
                  <a:pt x="121484" y="35698"/>
                </a:lnTo>
                <a:lnTo>
                  <a:pt x="121611" y="35730"/>
                </a:lnTo>
                <a:lnTo>
                  <a:pt x="121736" y="35766"/>
                </a:lnTo>
                <a:lnTo>
                  <a:pt x="121861" y="35806"/>
                </a:lnTo>
                <a:lnTo>
                  <a:pt x="121983" y="35850"/>
                </a:lnTo>
                <a:lnTo>
                  <a:pt x="122104" y="35898"/>
                </a:lnTo>
                <a:lnTo>
                  <a:pt x="122224" y="35950"/>
                </a:lnTo>
                <a:lnTo>
                  <a:pt x="122342" y="36005"/>
                </a:lnTo>
                <a:lnTo>
                  <a:pt x="122458" y="36065"/>
                </a:lnTo>
                <a:lnTo>
                  <a:pt x="122572" y="36128"/>
                </a:lnTo>
                <a:lnTo>
                  <a:pt x="122684" y="36195"/>
                </a:lnTo>
                <a:lnTo>
                  <a:pt x="122794" y="36266"/>
                </a:lnTo>
                <a:lnTo>
                  <a:pt x="122901" y="36340"/>
                </a:lnTo>
                <a:lnTo>
                  <a:pt x="123007" y="36419"/>
                </a:lnTo>
                <a:lnTo>
                  <a:pt x="123110" y="36500"/>
                </a:lnTo>
                <a:lnTo>
                  <a:pt x="123211" y="36585"/>
                </a:lnTo>
                <a:lnTo>
                  <a:pt x="123309" y="36674"/>
                </a:lnTo>
                <a:lnTo>
                  <a:pt x="123404" y="36766"/>
                </a:lnTo>
                <a:lnTo>
                  <a:pt x="123496" y="36861"/>
                </a:lnTo>
                <a:lnTo>
                  <a:pt x="123585" y="36959"/>
                </a:lnTo>
                <a:lnTo>
                  <a:pt x="123670" y="37060"/>
                </a:lnTo>
                <a:lnTo>
                  <a:pt x="123751" y="37163"/>
                </a:lnTo>
                <a:lnTo>
                  <a:pt x="123830" y="37268"/>
                </a:lnTo>
                <a:lnTo>
                  <a:pt x="123904" y="37376"/>
                </a:lnTo>
                <a:lnTo>
                  <a:pt x="123975" y="37486"/>
                </a:lnTo>
                <a:lnTo>
                  <a:pt x="124042" y="37598"/>
                </a:lnTo>
                <a:lnTo>
                  <a:pt x="124105" y="37712"/>
                </a:lnTo>
                <a:lnTo>
                  <a:pt x="124165" y="37828"/>
                </a:lnTo>
                <a:lnTo>
                  <a:pt x="124220" y="37946"/>
                </a:lnTo>
                <a:lnTo>
                  <a:pt x="124272" y="38066"/>
                </a:lnTo>
                <a:lnTo>
                  <a:pt x="124320" y="38187"/>
                </a:lnTo>
                <a:lnTo>
                  <a:pt x="124364" y="38309"/>
                </a:lnTo>
                <a:lnTo>
                  <a:pt x="124404" y="38434"/>
                </a:lnTo>
                <a:lnTo>
                  <a:pt x="124440" y="38559"/>
                </a:lnTo>
                <a:lnTo>
                  <a:pt x="124472" y="38686"/>
                </a:lnTo>
                <a:lnTo>
                  <a:pt x="124499" y="38813"/>
                </a:lnTo>
                <a:lnTo>
                  <a:pt x="124523" y="38942"/>
                </a:lnTo>
                <a:lnTo>
                  <a:pt x="124542" y="39072"/>
                </a:lnTo>
                <a:lnTo>
                  <a:pt x="124557" y="39203"/>
                </a:lnTo>
                <a:lnTo>
                  <a:pt x="124568" y="39334"/>
                </a:lnTo>
                <a:lnTo>
                  <a:pt x="124575" y="39466"/>
                </a:lnTo>
                <a:lnTo>
                  <a:pt x="124577" y="39598"/>
                </a:lnTo>
                <a:lnTo>
                  <a:pt x="124575" y="39731"/>
                </a:lnTo>
                <a:lnTo>
                  <a:pt x="124568" y="39863"/>
                </a:lnTo>
                <a:lnTo>
                  <a:pt x="124557" y="39994"/>
                </a:lnTo>
                <a:lnTo>
                  <a:pt x="124542" y="40125"/>
                </a:lnTo>
                <a:lnTo>
                  <a:pt x="124523" y="40255"/>
                </a:lnTo>
                <a:lnTo>
                  <a:pt x="124499" y="40383"/>
                </a:lnTo>
                <a:lnTo>
                  <a:pt x="124472" y="40511"/>
                </a:lnTo>
                <a:lnTo>
                  <a:pt x="124440" y="40638"/>
                </a:lnTo>
                <a:lnTo>
                  <a:pt x="124404" y="40763"/>
                </a:lnTo>
                <a:lnTo>
                  <a:pt x="124364" y="40887"/>
                </a:lnTo>
                <a:lnTo>
                  <a:pt x="124320" y="41010"/>
                </a:lnTo>
                <a:lnTo>
                  <a:pt x="124272" y="41131"/>
                </a:lnTo>
                <a:lnTo>
                  <a:pt x="124220" y="41251"/>
                </a:lnTo>
                <a:lnTo>
                  <a:pt x="124165" y="41369"/>
                </a:lnTo>
                <a:lnTo>
                  <a:pt x="124105" y="41485"/>
                </a:lnTo>
                <a:lnTo>
                  <a:pt x="124042" y="41599"/>
                </a:lnTo>
                <a:lnTo>
                  <a:pt x="123975" y="41711"/>
                </a:lnTo>
                <a:lnTo>
                  <a:pt x="123904" y="41821"/>
                </a:lnTo>
                <a:lnTo>
                  <a:pt x="123830" y="41928"/>
                </a:lnTo>
                <a:lnTo>
                  <a:pt x="123751" y="42034"/>
                </a:lnTo>
                <a:lnTo>
                  <a:pt x="123670" y="42137"/>
                </a:lnTo>
                <a:lnTo>
                  <a:pt x="123585" y="42237"/>
                </a:lnTo>
                <a:lnTo>
                  <a:pt x="123496" y="42335"/>
                </a:lnTo>
                <a:lnTo>
                  <a:pt x="123404" y="42431"/>
                </a:lnTo>
                <a:lnTo>
                  <a:pt x="123404" y="42431"/>
                </a:lnTo>
                <a:lnTo>
                  <a:pt x="123381" y="42453"/>
                </a:lnTo>
                <a:lnTo>
                  <a:pt x="121457" y="44384"/>
                </a:lnTo>
                <a:lnTo>
                  <a:pt x="115786" y="38713"/>
                </a:lnTo>
                <a:lnTo>
                  <a:pt x="117717" y="3678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9AA692-9858-4D43-8C3A-23129E0995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11497" y="2915708"/>
            <a:ext cx="170550" cy="170550"/>
          </a:xfrm>
          <a:custGeom xmlns:a="http://schemas.openxmlformats.org/drawingml/2006/main">
            <a:pathLst>
              <a:path w="170550" h="170550">
                <a:moveTo>
                  <a:pt x="48940" y="35593"/>
                </a:moveTo>
                <a:cubicBezTo>
                  <a:pt x="58769" y="35593"/>
                  <a:pt x="66737" y="27625"/>
                  <a:pt x="66737" y="17797"/>
                </a:cubicBezTo>
                <a:cubicBezTo>
                  <a:pt x="66737" y="7968"/>
                  <a:pt x="58769" y="0"/>
                  <a:pt x="48940" y="0"/>
                </a:cubicBezTo>
                <a:lnTo>
                  <a:pt x="48940" y="17797"/>
                </a:lnTo>
                <a:lnTo>
                  <a:pt x="48940" y="35593"/>
                </a:lnTo>
                <a:close/>
                <a:moveTo>
                  <a:pt x="38559" y="17797"/>
                </a:moveTo>
                <a:lnTo>
                  <a:pt x="38559" y="0"/>
                </a:lnTo>
                <a:lnTo>
                  <a:pt x="38559" y="17797"/>
                </a:lnTo>
                <a:close/>
                <a:moveTo>
                  <a:pt x="17797" y="38559"/>
                </a:moveTo>
                <a:lnTo>
                  <a:pt x="0" y="38559"/>
                </a:lnTo>
                <a:lnTo>
                  <a:pt x="17797" y="38559"/>
                </a:lnTo>
                <a:close/>
                <a:moveTo>
                  <a:pt x="17797" y="131991"/>
                </a:moveTo>
                <a:lnTo>
                  <a:pt x="0" y="131991"/>
                </a:lnTo>
                <a:lnTo>
                  <a:pt x="17797" y="131991"/>
                </a:lnTo>
                <a:close/>
                <a:moveTo>
                  <a:pt x="170550" y="121610"/>
                </a:moveTo>
                <a:cubicBezTo>
                  <a:pt x="170550" y="111781"/>
                  <a:pt x="162582" y="103813"/>
                  <a:pt x="152754" y="103813"/>
                </a:cubicBezTo>
                <a:cubicBezTo>
                  <a:pt x="142925" y="103813"/>
                  <a:pt x="134957" y="111781"/>
                  <a:pt x="134957" y="121610"/>
                </a:cubicBezTo>
                <a:lnTo>
                  <a:pt x="152754" y="121610"/>
                </a:lnTo>
                <a:lnTo>
                  <a:pt x="170550" y="121610"/>
                </a:lnTo>
                <a:close/>
                <a:moveTo>
                  <a:pt x="48940" y="17797"/>
                </a:moveTo>
                <a:lnTo>
                  <a:pt x="48940" y="0"/>
                </a:lnTo>
                <a:lnTo>
                  <a:pt x="38559" y="0"/>
                </a:lnTo>
                <a:lnTo>
                  <a:pt x="38559" y="17797"/>
                </a:lnTo>
                <a:lnTo>
                  <a:pt x="38559" y="35593"/>
                </a:lnTo>
                <a:lnTo>
                  <a:pt x="48940" y="35593"/>
                </a:lnTo>
                <a:lnTo>
                  <a:pt x="48940" y="17797"/>
                </a:lnTo>
                <a:close/>
                <a:moveTo>
                  <a:pt x="38559" y="17797"/>
                </a:moveTo>
                <a:lnTo>
                  <a:pt x="38559" y="0"/>
                </a:lnTo>
                <a:cubicBezTo>
                  <a:pt x="28333" y="0"/>
                  <a:pt x="18525" y="4062"/>
                  <a:pt x="11294" y="11294"/>
                </a:cubicBezTo>
                <a:lnTo>
                  <a:pt x="23878" y="23878"/>
                </a:lnTo>
                <a:lnTo>
                  <a:pt x="36462" y="36462"/>
                </a:lnTo>
                <a:cubicBezTo>
                  <a:pt x="37018" y="35906"/>
                  <a:pt x="37773" y="35593"/>
                  <a:pt x="38559" y="35593"/>
                </a:cubicBezTo>
                <a:lnTo>
                  <a:pt x="38559" y="17797"/>
                </a:lnTo>
                <a:close/>
                <a:moveTo>
                  <a:pt x="23878" y="23878"/>
                </a:moveTo>
                <a:lnTo>
                  <a:pt x="11294" y="11294"/>
                </a:lnTo>
                <a:cubicBezTo>
                  <a:pt x="4062" y="18525"/>
                  <a:pt x="0" y="28333"/>
                  <a:pt x="0" y="38559"/>
                </a:cubicBezTo>
                <a:lnTo>
                  <a:pt x="17797" y="38559"/>
                </a:lnTo>
                <a:lnTo>
                  <a:pt x="35593" y="38559"/>
                </a:lnTo>
                <a:cubicBezTo>
                  <a:pt x="35593" y="37773"/>
                  <a:pt x="35906" y="37018"/>
                  <a:pt x="36462" y="36462"/>
                </a:cubicBezTo>
                <a:lnTo>
                  <a:pt x="23878" y="23878"/>
                </a:lnTo>
                <a:close/>
                <a:moveTo>
                  <a:pt x="17797" y="38559"/>
                </a:moveTo>
                <a:lnTo>
                  <a:pt x="0" y="38559"/>
                </a:lnTo>
                <a:lnTo>
                  <a:pt x="0" y="131991"/>
                </a:lnTo>
                <a:lnTo>
                  <a:pt x="17797" y="131991"/>
                </a:lnTo>
                <a:lnTo>
                  <a:pt x="35593" y="131991"/>
                </a:lnTo>
                <a:lnTo>
                  <a:pt x="35593" y="38559"/>
                </a:lnTo>
                <a:lnTo>
                  <a:pt x="17797" y="38559"/>
                </a:lnTo>
                <a:close/>
                <a:moveTo>
                  <a:pt x="17797" y="131991"/>
                </a:moveTo>
                <a:lnTo>
                  <a:pt x="0" y="131991"/>
                </a:lnTo>
                <a:cubicBezTo>
                  <a:pt x="0" y="142218"/>
                  <a:pt x="4062" y="152025"/>
                  <a:pt x="11294" y="159256"/>
                </a:cubicBezTo>
                <a:lnTo>
                  <a:pt x="23878" y="146672"/>
                </a:lnTo>
                <a:lnTo>
                  <a:pt x="36462" y="134088"/>
                </a:lnTo>
                <a:cubicBezTo>
                  <a:pt x="35906" y="133532"/>
                  <a:pt x="35593" y="132778"/>
                  <a:pt x="35593" y="131991"/>
                </a:cubicBezTo>
                <a:lnTo>
                  <a:pt x="17797" y="131991"/>
                </a:lnTo>
                <a:close/>
                <a:moveTo>
                  <a:pt x="23878" y="146672"/>
                </a:moveTo>
                <a:lnTo>
                  <a:pt x="11294" y="159256"/>
                </a:lnTo>
                <a:cubicBezTo>
                  <a:pt x="18525" y="166488"/>
                  <a:pt x="28333" y="170550"/>
                  <a:pt x="38559" y="170550"/>
                </a:cubicBezTo>
                <a:lnTo>
                  <a:pt x="38559" y="152754"/>
                </a:lnTo>
                <a:lnTo>
                  <a:pt x="38559" y="134957"/>
                </a:lnTo>
                <a:cubicBezTo>
                  <a:pt x="37773" y="134957"/>
                  <a:pt x="37018" y="134645"/>
                  <a:pt x="36462" y="134088"/>
                </a:cubicBezTo>
                <a:lnTo>
                  <a:pt x="23878" y="146672"/>
                </a:lnTo>
                <a:close/>
                <a:moveTo>
                  <a:pt x="38559" y="152754"/>
                </a:moveTo>
                <a:lnTo>
                  <a:pt x="38559" y="170550"/>
                </a:lnTo>
                <a:lnTo>
                  <a:pt x="131991" y="170550"/>
                </a:lnTo>
                <a:lnTo>
                  <a:pt x="131991" y="152754"/>
                </a:lnTo>
                <a:lnTo>
                  <a:pt x="131991" y="134957"/>
                </a:lnTo>
                <a:lnTo>
                  <a:pt x="38559" y="134957"/>
                </a:lnTo>
                <a:lnTo>
                  <a:pt x="38559" y="152754"/>
                </a:lnTo>
                <a:close/>
                <a:moveTo>
                  <a:pt x="131991" y="152754"/>
                </a:moveTo>
                <a:lnTo>
                  <a:pt x="131991" y="170550"/>
                </a:lnTo>
                <a:cubicBezTo>
                  <a:pt x="142218" y="170550"/>
                  <a:pt x="152025" y="166488"/>
                  <a:pt x="159256" y="159256"/>
                </a:cubicBezTo>
                <a:lnTo>
                  <a:pt x="146672" y="146672"/>
                </a:lnTo>
                <a:lnTo>
                  <a:pt x="134088" y="134088"/>
                </a:lnTo>
                <a:cubicBezTo>
                  <a:pt x="133532" y="134645"/>
                  <a:pt x="132778" y="134957"/>
                  <a:pt x="131991" y="134957"/>
                </a:cubicBezTo>
                <a:lnTo>
                  <a:pt x="131991" y="152754"/>
                </a:lnTo>
                <a:close/>
                <a:moveTo>
                  <a:pt x="146672" y="146672"/>
                </a:moveTo>
                <a:lnTo>
                  <a:pt x="159256" y="159256"/>
                </a:lnTo>
                <a:cubicBezTo>
                  <a:pt x="166488" y="152025"/>
                  <a:pt x="170550" y="142218"/>
                  <a:pt x="170550" y="131991"/>
                </a:cubicBezTo>
                <a:lnTo>
                  <a:pt x="152754" y="131991"/>
                </a:lnTo>
                <a:lnTo>
                  <a:pt x="134957" y="131991"/>
                </a:lnTo>
                <a:cubicBezTo>
                  <a:pt x="134957" y="132778"/>
                  <a:pt x="134645" y="133532"/>
                  <a:pt x="134088" y="134088"/>
                </a:cubicBezTo>
                <a:lnTo>
                  <a:pt x="146672" y="146672"/>
                </a:lnTo>
                <a:close/>
                <a:moveTo>
                  <a:pt x="152754" y="131991"/>
                </a:moveTo>
                <a:lnTo>
                  <a:pt x="170550" y="131991"/>
                </a:lnTo>
                <a:lnTo>
                  <a:pt x="170550" y="121610"/>
                </a:lnTo>
                <a:lnTo>
                  <a:pt x="152754" y="121610"/>
                </a:lnTo>
                <a:lnTo>
                  <a:pt x="134957" y="121610"/>
                </a:lnTo>
                <a:lnTo>
                  <a:pt x="134957" y="131991"/>
                </a:lnTo>
                <a:lnTo>
                  <a:pt x="152754" y="13199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2E7695-A1D2-4272-8B58-7968F1B84D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3404" y="2874182"/>
            <a:ext cx="160170" cy="160170"/>
          </a:xfrm>
          <a:custGeom xmlns:a="http://schemas.openxmlformats.org/drawingml/2006/main">
            <a:pathLst>
              <a:path w="160170" h="160170">
                <a:moveTo>
                  <a:pt x="92594" y="11576"/>
                </a:moveTo>
                <a:lnTo>
                  <a:pt x="79829" y="24295"/>
                </a:lnTo>
                <a:lnTo>
                  <a:pt x="79704" y="24384"/>
                </a:lnTo>
                <a:lnTo>
                  <a:pt x="78772" y="25144"/>
                </a:lnTo>
                <a:lnTo>
                  <a:pt x="77882" y="25976"/>
                </a:lnTo>
                <a:lnTo>
                  <a:pt x="77049" y="26867"/>
                </a:lnTo>
                <a:lnTo>
                  <a:pt x="76289" y="27799"/>
                </a:lnTo>
                <a:lnTo>
                  <a:pt x="76232" y="27879"/>
                </a:lnTo>
                <a:lnTo>
                  <a:pt x="5235" y="98623"/>
                </a:lnTo>
                <a:lnTo>
                  <a:pt x="4824" y="99047"/>
                </a:lnTo>
                <a:lnTo>
                  <a:pt x="4428" y="99482"/>
                </a:lnTo>
                <a:lnTo>
                  <a:pt x="4048" y="99929"/>
                </a:lnTo>
                <a:lnTo>
                  <a:pt x="3684" y="100388"/>
                </a:lnTo>
                <a:lnTo>
                  <a:pt x="3335" y="100857"/>
                </a:lnTo>
                <a:lnTo>
                  <a:pt x="3003" y="101336"/>
                </a:lnTo>
                <a:lnTo>
                  <a:pt x="2687" y="101825"/>
                </a:lnTo>
                <a:lnTo>
                  <a:pt x="2388" y="102324"/>
                </a:lnTo>
                <a:lnTo>
                  <a:pt x="2106" y="102832"/>
                </a:lnTo>
                <a:lnTo>
                  <a:pt x="1840" y="103348"/>
                </a:lnTo>
                <a:lnTo>
                  <a:pt x="1592" y="103872"/>
                </a:lnTo>
                <a:lnTo>
                  <a:pt x="1361" y="104404"/>
                </a:lnTo>
                <a:lnTo>
                  <a:pt x="1147" y="104944"/>
                </a:lnTo>
                <a:lnTo>
                  <a:pt x="951" y="105490"/>
                </a:lnTo>
                <a:lnTo>
                  <a:pt x="773" y="106042"/>
                </a:lnTo>
                <a:lnTo>
                  <a:pt x="612" y="106601"/>
                </a:lnTo>
                <a:lnTo>
                  <a:pt x="470" y="107164"/>
                </a:lnTo>
                <a:lnTo>
                  <a:pt x="347" y="107733"/>
                </a:lnTo>
                <a:lnTo>
                  <a:pt x="242" y="108307"/>
                </a:lnTo>
                <a:lnTo>
                  <a:pt x="155" y="108885"/>
                </a:lnTo>
                <a:lnTo>
                  <a:pt x="87" y="109466"/>
                </a:lnTo>
                <a:lnTo>
                  <a:pt x="39" y="110051"/>
                </a:lnTo>
                <a:lnTo>
                  <a:pt x="10" y="110639"/>
                </a:lnTo>
                <a:lnTo>
                  <a:pt x="0" y="111229"/>
                </a:lnTo>
                <a:lnTo>
                  <a:pt x="0" y="142373"/>
                </a:lnTo>
                <a:lnTo>
                  <a:pt x="41" y="143592"/>
                </a:lnTo>
                <a:lnTo>
                  <a:pt x="162" y="144788"/>
                </a:lnTo>
                <a:lnTo>
                  <a:pt x="362" y="145960"/>
                </a:lnTo>
                <a:lnTo>
                  <a:pt x="636" y="147104"/>
                </a:lnTo>
                <a:lnTo>
                  <a:pt x="982" y="148219"/>
                </a:lnTo>
                <a:lnTo>
                  <a:pt x="1399" y="149301"/>
                </a:lnTo>
                <a:lnTo>
                  <a:pt x="1882" y="150347"/>
                </a:lnTo>
                <a:lnTo>
                  <a:pt x="2430" y="151356"/>
                </a:lnTo>
                <a:lnTo>
                  <a:pt x="3039" y="152324"/>
                </a:lnTo>
                <a:lnTo>
                  <a:pt x="3708" y="153248"/>
                </a:lnTo>
                <a:lnTo>
                  <a:pt x="4433" y="154127"/>
                </a:lnTo>
                <a:lnTo>
                  <a:pt x="5212" y="154958"/>
                </a:lnTo>
                <a:lnTo>
                  <a:pt x="6043" y="155737"/>
                </a:lnTo>
                <a:lnTo>
                  <a:pt x="6922" y="156462"/>
                </a:lnTo>
                <a:lnTo>
                  <a:pt x="7846" y="157131"/>
                </a:lnTo>
                <a:lnTo>
                  <a:pt x="8814" y="157740"/>
                </a:lnTo>
                <a:lnTo>
                  <a:pt x="9823" y="158288"/>
                </a:lnTo>
                <a:lnTo>
                  <a:pt x="10869" y="158771"/>
                </a:lnTo>
                <a:lnTo>
                  <a:pt x="11951" y="159188"/>
                </a:lnTo>
                <a:lnTo>
                  <a:pt x="13066" y="159534"/>
                </a:lnTo>
                <a:lnTo>
                  <a:pt x="14210" y="159808"/>
                </a:lnTo>
                <a:lnTo>
                  <a:pt x="15382" y="160008"/>
                </a:lnTo>
                <a:lnTo>
                  <a:pt x="16578" y="160129"/>
                </a:lnTo>
                <a:lnTo>
                  <a:pt x="17797" y="160170"/>
                </a:lnTo>
                <a:lnTo>
                  <a:pt x="48940" y="160170"/>
                </a:lnTo>
                <a:lnTo>
                  <a:pt x="49531" y="160160"/>
                </a:lnTo>
                <a:lnTo>
                  <a:pt x="50119" y="160131"/>
                </a:lnTo>
                <a:lnTo>
                  <a:pt x="50704" y="160083"/>
                </a:lnTo>
                <a:lnTo>
                  <a:pt x="51285" y="160015"/>
                </a:lnTo>
                <a:lnTo>
                  <a:pt x="51863" y="159928"/>
                </a:lnTo>
                <a:lnTo>
                  <a:pt x="52437" y="159823"/>
                </a:lnTo>
                <a:lnTo>
                  <a:pt x="53006" y="159700"/>
                </a:lnTo>
                <a:lnTo>
                  <a:pt x="53569" y="159557"/>
                </a:lnTo>
                <a:lnTo>
                  <a:pt x="54128" y="159397"/>
                </a:lnTo>
                <a:lnTo>
                  <a:pt x="54680" y="159219"/>
                </a:lnTo>
                <a:lnTo>
                  <a:pt x="55226" y="159023"/>
                </a:lnTo>
                <a:lnTo>
                  <a:pt x="55766" y="158809"/>
                </a:lnTo>
                <a:lnTo>
                  <a:pt x="56298" y="158578"/>
                </a:lnTo>
                <a:lnTo>
                  <a:pt x="56822" y="158330"/>
                </a:lnTo>
                <a:lnTo>
                  <a:pt x="57338" y="158064"/>
                </a:lnTo>
                <a:lnTo>
                  <a:pt x="57846" y="157782"/>
                </a:lnTo>
                <a:lnTo>
                  <a:pt x="58345" y="157483"/>
                </a:lnTo>
                <a:lnTo>
                  <a:pt x="58834" y="157167"/>
                </a:lnTo>
                <a:lnTo>
                  <a:pt x="59313" y="156835"/>
                </a:lnTo>
                <a:lnTo>
                  <a:pt x="59782" y="156486"/>
                </a:lnTo>
                <a:lnTo>
                  <a:pt x="60241" y="156122"/>
                </a:lnTo>
                <a:lnTo>
                  <a:pt x="60688" y="155742"/>
                </a:lnTo>
                <a:lnTo>
                  <a:pt x="61123" y="155346"/>
                </a:lnTo>
                <a:lnTo>
                  <a:pt x="61547" y="154935"/>
                </a:lnTo>
                <a:lnTo>
                  <a:pt x="132291" y="83938"/>
                </a:lnTo>
                <a:lnTo>
                  <a:pt x="132371" y="83881"/>
                </a:lnTo>
                <a:lnTo>
                  <a:pt x="133303" y="83121"/>
                </a:lnTo>
                <a:lnTo>
                  <a:pt x="134194" y="82288"/>
                </a:lnTo>
                <a:lnTo>
                  <a:pt x="135026" y="81398"/>
                </a:lnTo>
                <a:lnTo>
                  <a:pt x="135786" y="80466"/>
                </a:lnTo>
                <a:lnTo>
                  <a:pt x="135875" y="80341"/>
                </a:lnTo>
                <a:lnTo>
                  <a:pt x="148594" y="67576"/>
                </a:lnTo>
                <a:lnTo>
                  <a:pt x="148594" y="67576"/>
                </a:lnTo>
                <a:lnTo>
                  <a:pt x="149483" y="66657"/>
                </a:lnTo>
                <a:lnTo>
                  <a:pt x="150360" y="65688"/>
                </a:lnTo>
                <a:lnTo>
                  <a:pt x="151202" y="64694"/>
                </a:lnTo>
                <a:lnTo>
                  <a:pt x="152010" y="63675"/>
                </a:lnTo>
                <a:lnTo>
                  <a:pt x="152781" y="62633"/>
                </a:lnTo>
                <a:lnTo>
                  <a:pt x="153517" y="61568"/>
                </a:lnTo>
                <a:lnTo>
                  <a:pt x="154216" y="60481"/>
                </a:lnTo>
                <a:lnTo>
                  <a:pt x="154879" y="59373"/>
                </a:lnTo>
                <a:lnTo>
                  <a:pt x="155505" y="58245"/>
                </a:lnTo>
                <a:lnTo>
                  <a:pt x="156093" y="57098"/>
                </a:lnTo>
                <a:lnTo>
                  <a:pt x="156644" y="55934"/>
                </a:lnTo>
                <a:lnTo>
                  <a:pt x="157156" y="54752"/>
                </a:lnTo>
                <a:lnTo>
                  <a:pt x="157629" y="53554"/>
                </a:lnTo>
                <a:lnTo>
                  <a:pt x="158063" y="52342"/>
                </a:lnTo>
                <a:lnTo>
                  <a:pt x="158458" y="51115"/>
                </a:lnTo>
                <a:lnTo>
                  <a:pt x="158813" y="49875"/>
                </a:lnTo>
                <a:lnTo>
                  <a:pt x="159128" y="48623"/>
                </a:lnTo>
                <a:lnTo>
                  <a:pt x="159402" y="47360"/>
                </a:lnTo>
                <a:lnTo>
                  <a:pt x="159635" y="46086"/>
                </a:lnTo>
                <a:lnTo>
                  <a:pt x="159827" y="44803"/>
                </a:lnTo>
                <a:lnTo>
                  <a:pt x="159976" y="43512"/>
                </a:lnTo>
                <a:lnTo>
                  <a:pt x="160084" y="42214"/>
                </a:lnTo>
                <a:lnTo>
                  <a:pt x="160148" y="40909"/>
                </a:lnTo>
                <a:lnTo>
                  <a:pt x="160170" y="39598"/>
                </a:lnTo>
                <a:lnTo>
                  <a:pt x="160148" y="38288"/>
                </a:lnTo>
                <a:lnTo>
                  <a:pt x="160084" y="36983"/>
                </a:lnTo>
                <a:lnTo>
                  <a:pt x="159976" y="35685"/>
                </a:lnTo>
                <a:lnTo>
                  <a:pt x="159827" y="34393"/>
                </a:lnTo>
                <a:lnTo>
                  <a:pt x="159635" y="33111"/>
                </a:lnTo>
                <a:lnTo>
                  <a:pt x="159402" y="31837"/>
                </a:lnTo>
                <a:lnTo>
                  <a:pt x="159128" y="30574"/>
                </a:lnTo>
                <a:lnTo>
                  <a:pt x="158813" y="29322"/>
                </a:lnTo>
                <a:lnTo>
                  <a:pt x="158458" y="28082"/>
                </a:lnTo>
                <a:lnTo>
                  <a:pt x="158063" y="26855"/>
                </a:lnTo>
                <a:lnTo>
                  <a:pt x="157629" y="25642"/>
                </a:lnTo>
                <a:lnTo>
                  <a:pt x="157156" y="24445"/>
                </a:lnTo>
                <a:lnTo>
                  <a:pt x="156644" y="23263"/>
                </a:lnTo>
                <a:lnTo>
                  <a:pt x="156093" y="22099"/>
                </a:lnTo>
                <a:lnTo>
                  <a:pt x="155505" y="20952"/>
                </a:lnTo>
                <a:lnTo>
                  <a:pt x="154879" y="19824"/>
                </a:lnTo>
                <a:lnTo>
                  <a:pt x="154216" y="18716"/>
                </a:lnTo>
                <a:lnTo>
                  <a:pt x="153517" y="17629"/>
                </a:lnTo>
                <a:lnTo>
                  <a:pt x="152781" y="16564"/>
                </a:lnTo>
                <a:lnTo>
                  <a:pt x="152010" y="15521"/>
                </a:lnTo>
                <a:lnTo>
                  <a:pt x="151202" y="14503"/>
                </a:lnTo>
                <a:lnTo>
                  <a:pt x="150360" y="13508"/>
                </a:lnTo>
                <a:lnTo>
                  <a:pt x="149483" y="12540"/>
                </a:lnTo>
                <a:lnTo>
                  <a:pt x="148572" y="11598"/>
                </a:lnTo>
                <a:lnTo>
                  <a:pt x="147630" y="10687"/>
                </a:lnTo>
                <a:lnTo>
                  <a:pt x="146662" y="9810"/>
                </a:lnTo>
                <a:lnTo>
                  <a:pt x="145667" y="8968"/>
                </a:lnTo>
                <a:lnTo>
                  <a:pt x="144649" y="8160"/>
                </a:lnTo>
                <a:lnTo>
                  <a:pt x="143606" y="7389"/>
                </a:lnTo>
                <a:lnTo>
                  <a:pt x="142541" y="6653"/>
                </a:lnTo>
                <a:lnTo>
                  <a:pt x="141454" y="5954"/>
                </a:lnTo>
                <a:lnTo>
                  <a:pt x="140346" y="5291"/>
                </a:lnTo>
                <a:lnTo>
                  <a:pt x="139218" y="4665"/>
                </a:lnTo>
                <a:lnTo>
                  <a:pt x="138071" y="4077"/>
                </a:lnTo>
                <a:lnTo>
                  <a:pt x="136907" y="3526"/>
                </a:lnTo>
                <a:lnTo>
                  <a:pt x="135725" y="3014"/>
                </a:lnTo>
                <a:lnTo>
                  <a:pt x="134528" y="2541"/>
                </a:lnTo>
                <a:lnTo>
                  <a:pt x="133315" y="2107"/>
                </a:lnTo>
                <a:lnTo>
                  <a:pt x="132088" y="1712"/>
                </a:lnTo>
                <a:lnTo>
                  <a:pt x="130848" y="1357"/>
                </a:lnTo>
                <a:lnTo>
                  <a:pt x="129596" y="1042"/>
                </a:lnTo>
                <a:lnTo>
                  <a:pt x="128333" y="768"/>
                </a:lnTo>
                <a:lnTo>
                  <a:pt x="127059" y="535"/>
                </a:lnTo>
                <a:lnTo>
                  <a:pt x="125777" y="343"/>
                </a:lnTo>
                <a:lnTo>
                  <a:pt x="124485" y="194"/>
                </a:lnTo>
                <a:lnTo>
                  <a:pt x="123187" y="86"/>
                </a:lnTo>
                <a:lnTo>
                  <a:pt x="121882" y="22"/>
                </a:lnTo>
                <a:lnTo>
                  <a:pt x="120572" y="0"/>
                </a:lnTo>
                <a:lnTo>
                  <a:pt x="119261" y="22"/>
                </a:lnTo>
                <a:lnTo>
                  <a:pt x="117956" y="86"/>
                </a:lnTo>
                <a:lnTo>
                  <a:pt x="116658" y="194"/>
                </a:lnTo>
                <a:lnTo>
                  <a:pt x="115367" y="343"/>
                </a:lnTo>
                <a:lnTo>
                  <a:pt x="114084" y="535"/>
                </a:lnTo>
                <a:lnTo>
                  <a:pt x="112810" y="768"/>
                </a:lnTo>
                <a:lnTo>
                  <a:pt x="111547" y="1042"/>
                </a:lnTo>
                <a:lnTo>
                  <a:pt x="110295" y="1357"/>
                </a:lnTo>
                <a:lnTo>
                  <a:pt x="109055" y="1712"/>
                </a:lnTo>
                <a:lnTo>
                  <a:pt x="107828" y="2107"/>
                </a:lnTo>
                <a:lnTo>
                  <a:pt x="106616" y="2541"/>
                </a:lnTo>
                <a:lnTo>
                  <a:pt x="105418" y="3014"/>
                </a:lnTo>
                <a:lnTo>
                  <a:pt x="104236" y="3526"/>
                </a:lnTo>
                <a:lnTo>
                  <a:pt x="103072" y="4077"/>
                </a:lnTo>
                <a:lnTo>
                  <a:pt x="101925" y="4665"/>
                </a:lnTo>
                <a:lnTo>
                  <a:pt x="100797" y="5291"/>
                </a:lnTo>
                <a:lnTo>
                  <a:pt x="99689" y="5954"/>
                </a:lnTo>
                <a:lnTo>
                  <a:pt x="98602" y="6653"/>
                </a:lnTo>
                <a:lnTo>
                  <a:pt x="97537" y="7389"/>
                </a:lnTo>
                <a:lnTo>
                  <a:pt x="96495" y="8160"/>
                </a:lnTo>
                <a:lnTo>
                  <a:pt x="95476" y="8968"/>
                </a:lnTo>
                <a:lnTo>
                  <a:pt x="94482" y="9810"/>
                </a:lnTo>
                <a:lnTo>
                  <a:pt x="93513" y="10687"/>
                </a:lnTo>
                <a:lnTo>
                  <a:pt x="92594" y="11576"/>
                </a:lnTo>
                <a:lnTo>
                  <a:pt x="92594" y="11576"/>
                </a:lnTo>
                <a:close/>
                <a:moveTo>
                  <a:pt x="41550" y="124577"/>
                </a:moveTo>
                <a:lnTo>
                  <a:pt x="35593" y="124577"/>
                </a:lnTo>
                <a:lnTo>
                  <a:pt x="35593" y="118620"/>
                </a:lnTo>
                <a:lnTo>
                  <a:pt x="90573" y="63836"/>
                </a:lnTo>
                <a:lnTo>
                  <a:pt x="96334" y="69597"/>
                </a:lnTo>
                <a:lnTo>
                  <a:pt x="41550" y="124577"/>
                </a:lnTo>
                <a:close/>
                <a:moveTo>
                  <a:pt x="117717" y="36789"/>
                </a:moveTo>
                <a:lnTo>
                  <a:pt x="105155" y="24182"/>
                </a:lnTo>
                <a:lnTo>
                  <a:pt x="117717" y="36789"/>
                </a:lnTo>
                <a:lnTo>
                  <a:pt x="117739" y="36766"/>
                </a:lnTo>
                <a:lnTo>
                  <a:pt x="117835" y="36674"/>
                </a:lnTo>
                <a:lnTo>
                  <a:pt x="117933" y="36585"/>
                </a:lnTo>
                <a:lnTo>
                  <a:pt x="118033" y="36500"/>
                </a:lnTo>
                <a:lnTo>
                  <a:pt x="118136" y="36418"/>
                </a:lnTo>
                <a:lnTo>
                  <a:pt x="118242" y="36340"/>
                </a:lnTo>
                <a:lnTo>
                  <a:pt x="118349" y="36266"/>
                </a:lnTo>
                <a:lnTo>
                  <a:pt x="118459" y="36195"/>
                </a:lnTo>
                <a:lnTo>
                  <a:pt x="118571" y="36128"/>
                </a:lnTo>
                <a:lnTo>
                  <a:pt x="118686" y="36065"/>
                </a:lnTo>
                <a:lnTo>
                  <a:pt x="118801" y="36005"/>
                </a:lnTo>
                <a:lnTo>
                  <a:pt x="118919" y="35950"/>
                </a:lnTo>
                <a:lnTo>
                  <a:pt x="119039" y="35898"/>
                </a:lnTo>
                <a:lnTo>
                  <a:pt x="119160" y="35850"/>
                </a:lnTo>
                <a:lnTo>
                  <a:pt x="119283" y="35806"/>
                </a:lnTo>
                <a:lnTo>
                  <a:pt x="119407" y="35766"/>
                </a:lnTo>
                <a:lnTo>
                  <a:pt x="119532" y="35730"/>
                </a:lnTo>
                <a:lnTo>
                  <a:pt x="119659" y="35698"/>
                </a:lnTo>
                <a:lnTo>
                  <a:pt x="119787" y="35671"/>
                </a:lnTo>
                <a:lnTo>
                  <a:pt x="119915" y="35647"/>
                </a:lnTo>
                <a:lnTo>
                  <a:pt x="120045" y="35628"/>
                </a:lnTo>
                <a:lnTo>
                  <a:pt x="120176" y="35613"/>
                </a:lnTo>
                <a:lnTo>
                  <a:pt x="120307" y="35602"/>
                </a:lnTo>
                <a:lnTo>
                  <a:pt x="120439" y="35595"/>
                </a:lnTo>
                <a:lnTo>
                  <a:pt x="120572" y="35593"/>
                </a:lnTo>
                <a:lnTo>
                  <a:pt x="120704" y="35595"/>
                </a:lnTo>
                <a:lnTo>
                  <a:pt x="120836" y="35602"/>
                </a:lnTo>
                <a:lnTo>
                  <a:pt x="120967" y="35613"/>
                </a:lnTo>
                <a:lnTo>
                  <a:pt x="121098" y="35628"/>
                </a:lnTo>
                <a:lnTo>
                  <a:pt x="121228" y="35647"/>
                </a:lnTo>
                <a:lnTo>
                  <a:pt x="121357" y="35671"/>
                </a:lnTo>
                <a:lnTo>
                  <a:pt x="121484" y="35698"/>
                </a:lnTo>
                <a:lnTo>
                  <a:pt x="121611" y="35730"/>
                </a:lnTo>
                <a:lnTo>
                  <a:pt x="121736" y="35766"/>
                </a:lnTo>
                <a:lnTo>
                  <a:pt x="121861" y="35806"/>
                </a:lnTo>
                <a:lnTo>
                  <a:pt x="121983" y="35850"/>
                </a:lnTo>
                <a:lnTo>
                  <a:pt x="122104" y="35898"/>
                </a:lnTo>
                <a:lnTo>
                  <a:pt x="122224" y="35950"/>
                </a:lnTo>
                <a:lnTo>
                  <a:pt x="122342" y="36005"/>
                </a:lnTo>
                <a:lnTo>
                  <a:pt x="122458" y="36065"/>
                </a:lnTo>
                <a:lnTo>
                  <a:pt x="122572" y="36128"/>
                </a:lnTo>
                <a:lnTo>
                  <a:pt x="122684" y="36195"/>
                </a:lnTo>
                <a:lnTo>
                  <a:pt x="122794" y="36266"/>
                </a:lnTo>
                <a:lnTo>
                  <a:pt x="122901" y="36340"/>
                </a:lnTo>
                <a:lnTo>
                  <a:pt x="123007" y="36419"/>
                </a:lnTo>
                <a:lnTo>
                  <a:pt x="123110" y="36500"/>
                </a:lnTo>
                <a:lnTo>
                  <a:pt x="123211" y="36585"/>
                </a:lnTo>
                <a:lnTo>
                  <a:pt x="123309" y="36674"/>
                </a:lnTo>
                <a:lnTo>
                  <a:pt x="123404" y="36766"/>
                </a:lnTo>
                <a:lnTo>
                  <a:pt x="123496" y="36861"/>
                </a:lnTo>
                <a:lnTo>
                  <a:pt x="123585" y="36959"/>
                </a:lnTo>
                <a:lnTo>
                  <a:pt x="123670" y="37060"/>
                </a:lnTo>
                <a:lnTo>
                  <a:pt x="123751" y="37163"/>
                </a:lnTo>
                <a:lnTo>
                  <a:pt x="123830" y="37268"/>
                </a:lnTo>
                <a:lnTo>
                  <a:pt x="123904" y="37376"/>
                </a:lnTo>
                <a:lnTo>
                  <a:pt x="123975" y="37486"/>
                </a:lnTo>
                <a:lnTo>
                  <a:pt x="124042" y="37598"/>
                </a:lnTo>
                <a:lnTo>
                  <a:pt x="124105" y="37712"/>
                </a:lnTo>
                <a:lnTo>
                  <a:pt x="124165" y="37828"/>
                </a:lnTo>
                <a:lnTo>
                  <a:pt x="124220" y="37946"/>
                </a:lnTo>
                <a:lnTo>
                  <a:pt x="124272" y="38066"/>
                </a:lnTo>
                <a:lnTo>
                  <a:pt x="124320" y="38187"/>
                </a:lnTo>
                <a:lnTo>
                  <a:pt x="124364" y="38309"/>
                </a:lnTo>
                <a:lnTo>
                  <a:pt x="124404" y="38434"/>
                </a:lnTo>
                <a:lnTo>
                  <a:pt x="124440" y="38559"/>
                </a:lnTo>
                <a:lnTo>
                  <a:pt x="124472" y="38686"/>
                </a:lnTo>
                <a:lnTo>
                  <a:pt x="124499" y="38813"/>
                </a:lnTo>
                <a:lnTo>
                  <a:pt x="124523" y="38942"/>
                </a:lnTo>
                <a:lnTo>
                  <a:pt x="124542" y="39072"/>
                </a:lnTo>
                <a:lnTo>
                  <a:pt x="124557" y="39203"/>
                </a:lnTo>
                <a:lnTo>
                  <a:pt x="124568" y="39334"/>
                </a:lnTo>
                <a:lnTo>
                  <a:pt x="124575" y="39466"/>
                </a:lnTo>
                <a:lnTo>
                  <a:pt x="124577" y="39598"/>
                </a:lnTo>
                <a:lnTo>
                  <a:pt x="124575" y="39731"/>
                </a:lnTo>
                <a:lnTo>
                  <a:pt x="124568" y="39863"/>
                </a:lnTo>
                <a:lnTo>
                  <a:pt x="124557" y="39994"/>
                </a:lnTo>
                <a:lnTo>
                  <a:pt x="124542" y="40125"/>
                </a:lnTo>
                <a:lnTo>
                  <a:pt x="124523" y="40255"/>
                </a:lnTo>
                <a:lnTo>
                  <a:pt x="124499" y="40383"/>
                </a:lnTo>
                <a:lnTo>
                  <a:pt x="124472" y="40511"/>
                </a:lnTo>
                <a:lnTo>
                  <a:pt x="124440" y="40638"/>
                </a:lnTo>
                <a:lnTo>
                  <a:pt x="124404" y="40763"/>
                </a:lnTo>
                <a:lnTo>
                  <a:pt x="124364" y="40887"/>
                </a:lnTo>
                <a:lnTo>
                  <a:pt x="124320" y="41010"/>
                </a:lnTo>
                <a:lnTo>
                  <a:pt x="124272" y="41131"/>
                </a:lnTo>
                <a:lnTo>
                  <a:pt x="124220" y="41251"/>
                </a:lnTo>
                <a:lnTo>
                  <a:pt x="124165" y="41369"/>
                </a:lnTo>
                <a:lnTo>
                  <a:pt x="124105" y="41485"/>
                </a:lnTo>
                <a:lnTo>
                  <a:pt x="124042" y="41599"/>
                </a:lnTo>
                <a:lnTo>
                  <a:pt x="123975" y="41711"/>
                </a:lnTo>
                <a:lnTo>
                  <a:pt x="123904" y="41821"/>
                </a:lnTo>
                <a:lnTo>
                  <a:pt x="123830" y="41928"/>
                </a:lnTo>
                <a:lnTo>
                  <a:pt x="123751" y="42034"/>
                </a:lnTo>
                <a:lnTo>
                  <a:pt x="123670" y="42137"/>
                </a:lnTo>
                <a:lnTo>
                  <a:pt x="123585" y="42237"/>
                </a:lnTo>
                <a:lnTo>
                  <a:pt x="123496" y="42335"/>
                </a:lnTo>
                <a:lnTo>
                  <a:pt x="123404" y="42431"/>
                </a:lnTo>
                <a:lnTo>
                  <a:pt x="123404" y="42431"/>
                </a:lnTo>
                <a:lnTo>
                  <a:pt x="123381" y="42453"/>
                </a:lnTo>
                <a:lnTo>
                  <a:pt x="121457" y="44384"/>
                </a:lnTo>
                <a:lnTo>
                  <a:pt x="115786" y="38713"/>
                </a:lnTo>
                <a:lnTo>
                  <a:pt x="117717" y="3678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A715B4-C338-4D6A-9512-31FF3C32B2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11497" y="3591976"/>
            <a:ext cx="170550" cy="170550"/>
          </a:xfrm>
          <a:custGeom xmlns:a="http://schemas.openxmlformats.org/drawingml/2006/main">
            <a:pathLst>
              <a:path w="170550" h="170550">
                <a:moveTo>
                  <a:pt x="48940" y="35593"/>
                </a:moveTo>
                <a:cubicBezTo>
                  <a:pt x="58769" y="35593"/>
                  <a:pt x="66737" y="27625"/>
                  <a:pt x="66737" y="17797"/>
                </a:cubicBezTo>
                <a:cubicBezTo>
                  <a:pt x="66737" y="7968"/>
                  <a:pt x="58769" y="0"/>
                  <a:pt x="48940" y="0"/>
                </a:cubicBezTo>
                <a:lnTo>
                  <a:pt x="48940" y="17797"/>
                </a:lnTo>
                <a:lnTo>
                  <a:pt x="48940" y="35593"/>
                </a:lnTo>
                <a:close/>
                <a:moveTo>
                  <a:pt x="38559" y="17797"/>
                </a:moveTo>
                <a:lnTo>
                  <a:pt x="38559" y="0"/>
                </a:lnTo>
                <a:lnTo>
                  <a:pt x="38559" y="17797"/>
                </a:lnTo>
                <a:close/>
                <a:moveTo>
                  <a:pt x="17797" y="38559"/>
                </a:moveTo>
                <a:lnTo>
                  <a:pt x="0" y="38559"/>
                </a:lnTo>
                <a:lnTo>
                  <a:pt x="17797" y="38559"/>
                </a:lnTo>
                <a:close/>
                <a:moveTo>
                  <a:pt x="17797" y="131991"/>
                </a:moveTo>
                <a:lnTo>
                  <a:pt x="0" y="131991"/>
                </a:lnTo>
                <a:lnTo>
                  <a:pt x="17797" y="131991"/>
                </a:lnTo>
                <a:close/>
                <a:moveTo>
                  <a:pt x="170550" y="121610"/>
                </a:moveTo>
                <a:cubicBezTo>
                  <a:pt x="170550" y="111781"/>
                  <a:pt x="162582" y="103813"/>
                  <a:pt x="152754" y="103813"/>
                </a:cubicBezTo>
                <a:cubicBezTo>
                  <a:pt x="142925" y="103813"/>
                  <a:pt x="134957" y="111781"/>
                  <a:pt x="134957" y="121610"/>
                </a:cubicBezTo>
                <a:lnTo>
                  <a:pt x="152754" y="121610"/>
                </a:lnTo>
                <a:lnTo>
                  <a:pt x="170550" y="121610"/>
                </a:lnTo>
                <a:close/>
                <a:moveTo>
                  <a:pt x="48940" y="17797"/>
                </a:moveTo>
                <a:lnTo>
                  <a:pt x="48940" y="0"/>
                </a:lnTo>
                <a:lnTo>
                  <a:pt x="38559" y="0"/>
                </a:lnTo>
                <a:lnTo>
                  <a:pt x="38559" y="17797"/>
                </a:lnTo>
                <a:lnTo>
                  <a:pt x="38559" y="35593"/>
                </a:lnTo>
                <a:lnTo>
                  <a:pt x="48940" y="35593"/>
                </a:lnTo>
                <a:lnTo>
                  <a:pt x="48940" y="17797"/>
                </a:lnTo>
                <a:close/>
                <a:moveTo>
                  <a:pt x="38559" y="17797"/>
                </a:moveTo>
                <a:lnTo>
                  <a:pt x="38559" y="0"/>
                </a:lnTo>
                <a:cubicBezTo>
                  <a:pt x="28333" y="0"/>
                  <a:pt x="18525" y="4062"/>
                  <a:pt x="11294" y="11294"/>
                </a:cubicBezTo>
                <a:lnTo>
                  <a:pt x="23878" y="23878"/>
                </a:lnTo>
                <a:lnTo>
                  <a:pt x="36462" y="36462"/>
                </a:lnTo>
                <a:cubicBezTo>
                  <a:pt x="37018" y="35906"/>
                  <a:pt x="37773" y="35593"/>
                  <a:pt x="38559" y="35593"/>
                </a:cubicBezTo>
                <a:lnTo>
                  <a:pt x="38559" y="17797"/>
                </a:lnTo>
                <a:close/>
                <a:moveTo>
                  <a:pt x="23878" y="23878"/>
                </a:moveTo>
                <a:lnTo>
                  <a:pt x="11294" y="11294"/>
                </a:lnTo>
                <a:cubicBezTo>
                  <a:pt x="4062" y="18525"/>
                  <a:pt x="0" y="28333"/>
                  <a:pt x="0" y="38559"/>
                </a:cubicBezTo>
                <a:lnTo>
                  <a:pt x="17797" y="38559"/>
                </a:lnTo>
                <a:lnTo>
                  <a:pt x="35593" y="38559"/>
                </a:lnTo>
                <a:cubicBezTo>
                  <a:pt x="35593" y="37773"/>
                  <a:pt x="35906" y="37018"/>
                  <a:pt x="36462" y="36462"/>
                </a:cubicBezTo>
                <a:lnTo>
                  <a:pt x="23878" y="23878"/>
                </a:lnTo>
                <a:close/>
                <a:moveTo>
                  <a:pt x="17797" y="38559"/>
                </a:moveTo>
                <a:lnTo>
                  <a:pt x="0" y="38559"/>
                </a:lnTo>
                <a:lnTo>
                  <a:pt x="0" y="131991"/>
                </a:lnTo>
                <a:lnTo>
                  <a:pt x="17797" y="131991"/>
                </a:lnTo>
                <a:lnTo>
                  <a:pt x="35593" y="131991"/>
                </a:lnTo>
                <a:lnTo>
                  <a:pt x="35593" y="38559"/>
                </a:lnTo>
                <a:lnTo>
                  <a:pt x="17797" y="38559"/>
                </a:lnTo>
                <a:close/>
                <a:moveTo>
                  <a:pt x="17797" y="131991"/>
                </a:moveTo>
                <a:lnTo>
                  <a:pt x="0" y="131991"/>
                </a:lnTo>
                <a:cubicBezTo>
                  <a:pt x="0" y="142218"/>
                  <a:pt x="4062" y="152025"/>
                  <a:pt x="11294" y="159256"/>
                </a:cubicBezTo>
                <a:lnTo>
                  <a:pt x="23878" y="146672"/>
                </a:lnTo>
                <a:lnTo>
                  <a:pt x="36462" y="134088"/>
                </a:lnTo>
                <a:cubicBezTo>
                  <a:pt x="35906" y="133532"/>
                  <a:pt x="35593" y="132778"/>
                  <a:pt x="35593" y="131991"/>
                </a:cubicBezTo>
                <a:lnTo>
                  <a:pt x="17797" y="131991"/>
                </a:lnTo>
                <a:close/>
                <a:moveTo>
                  <a:pt x="23878" y="146672"/>
                </a:moveTo>
                <a:lnTo>
                  <a:pt x="11294" y="159256"/>
                </a:lnTo>
                <a:cubicBezTo>
                  <a:pt x="18525" y="166488"/>
                  <a:pt x="28333" y="170550"/>
                  <a:pt x="38559" y="170550"/>
                </a:cubicBezTo>
                <a:lnTo>
                  <a:pt x="38559" y="152754"/>
                </a:lnTo>
                <a:lnTo>
                  <a:pt x="38559" y="134957"/>
                </a:lnTo>
                <a:cubicBezTo>
                  <a:pt x="37773" y="134957"/>
                  <a:pt x="37018" y="134645"/>
                  <a:pt x="36462" y="134088"/>
                </a:cubicBezTo>
                <a:lnTo>
                  <a:pt x="23878" y="146672"/>
                </a:lnTo>
                <a:close/>
                <a:moveTo>
                  <a:pt x="38559" y="152754"/>
                </a:moveTo>
                <a:lnTo>
                  <a:pt x="38559" y="170550"/>
                </a:lnTo>
                <a:lnTo>
                  <a:pt x="131991" y="170550"/>
                </a:lnTo>
                <a:lnTo>
                  <a:pt x="131991" y="152754"/>
                </a:lnTo>
                <a:lnTo>
                  <a:pt x="131991" y="134957"/>
                </a:lnTo>
                <a:lnTo>
                  <a:pt x="38559" y="134957"/>
                </a:lnTo>
                <a:lnTo>
                  <a:pt x="38559" y="152754"/>
                </a:lnTo>
                <a:close/>
                <a:moveTo>
                  <a:pt x="131991" y="152754"/>
                </a:moveTo>
                <a:lnTo>
                  <a:pt x="131991" y="170550"/>
                </a:lnTo>
                <a:cubicBezTo>
                  <a:pt x="142218" y="170550"/>
                  <a:pt x="152025" y="166488"/>
                  <a:pt x="159256" y="159256"/>
                </a:cubicBezTo>
                <a:lnTo>
                  <a:pt x="146672" y="146672"/>
                </a:lnTo>
                <a:lnTo>
                  <a:pt x="134088" y="134088"/>
                </a:lnTo>
                <a:cubicBezTo>
                  <a:pt x="133532" y="134645"/>
                  <a:pt x="132778" y="134957"/>
                  <a:pt x="131991" y="134957"/>
                </a:cubicBezTo>
                <a:lnTo>
                  <a:pt x="131991" y="152754"/>
                </a:lnTo>
                <a:close/>
                <a:moveTo>
                  <a:pt x="146672" y="146672"/>
                </a:moveTo>
                <a:lnTo>
                  <a:pt x="159256" y="159256"/>
                </a:lnTo>
                <a:cubicBezTo>
                  <a:pt x="166488" y="152025"/>
                  <a:pt x="170550" y="142218"/>
                  <a:pt x="170550" y="131991"/>
                </a:cubicBezTo>
                <a:lnTo>
                  <a:pt x="152754" y="131991"/>
                </a:lnTo>
                <a:lnTo>
                  <a:pt x="134957" y="131991"/>
                </a:lnTo>
                <a:cubicBezTo>
                  <a:pt x="134957" y="132778"/>
                  <a:pt x="134645" y="133532"/>
                  <a:pt x="134088" y="134088"/>
                </a:cubicBezTo>
                <a:lnTo>
                  <a:pt x="146672" y="146672"/>
                </a:lnTo>
                <a:close/>
                <a:moveTo>
                  <a:pt x="152754" y="131991"/>
                </a:moveTo>
                <a:lnTo>
                  <a:pt x="170550" y="131991"/>
                </a:lnTo>
                <a:lnTo>
                  <a:pt x="170550" y="121610"/>
                </a:lnTo>
                <a:lnTo>
                  <a:pt x="152754" y="121610"/>
                </a:lnTo>
                <a:lnTo>
                  <a:pt x="134957" y="121610"/>
                </a:lnTo>
                <a:lnTo>
                  <a:pt x="134957" y="131991"/>
                </a:lnTo>
                <a:lnTo>
                  <a:pt x="152754" y="13199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B4B2CB-2439-40AC-B122-5D587FDE75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3404" y="3550450"/>
            <a:ext cx="160170" cy="160170"/>
          </a:xfrm>
          <a:custGeom xmlns:a="http://schemas.openxmlformats.org/drawingml/2006/main">
            <a:pathLst>
              <a:path w="160170" h="160170">
                <a:moveTo>
                  <a:pt x="92594" y="11576"/>
                </a:moveTo>
                <a:lnTo>
                  <a:pt x="79829" y="24295"/>
                </a:lnTo>
                <a:lnTo>
                  <a:pt x="79704" y="24384"/>
                </a:lnTo>
                <a:lnTo>
                  <a:pt x="78772" y="25144"/>
                </a:lnTo>
                <a:lnTo>
                  <a:pt x="77882" y="25976"/>
                </a:lnTo>
                <a:lnTo>
                  <a:pt x="77049" y="26867"/>
                </a:lnTo>
                <a:lnTo>
                  <a:pt x="76289" y="27799"/>
                </a:lnTo>
                <a:lnTo>
                  <a:pt x="76232" y="27879"/>
                </a:lnTo>
                <a:lnTo>
                  <a:pt x="5235" y="98623"/>
                </a:lnTo>
                <a:lnTo>
                  <a:pt x="4824" y="99047"/>
                </a:lnTo>
                <a:lnTo>
                  <a:pt x="4428" y="99482"/>
                </a:lnTo>
                <a:lnTo>
                  <a:pt x="4048" y="99929"/>
                </a:lnTo>
                <a:lnTo>
                  <a:pt x="3684" y="100388"/>
                </a:lnTo>
                <a:lnTo>
                  <a:pt x="3335" y="100857"/>
                </a:lnTo>
                <a:lnTo>
                  <a:pt x="3003" y="101336"/>
                </a:lnTo>
                <a:lnTo>
                  <a:pt x="2687" y="101825"/>
                </a:lnTo>
                <a:lnTo>
                  <a:pt x="2388" y="102324"/>
                </a:lnTo>
                <a:lnTo>
                  <a:pt x="2106" y="102832"/>
                </a:lnTo>
                <a:lnTo>
                  <a:pt x="1840" y="103348"/>
                </a:lnTo>
                <a:lnTo>
                  <a:pt x="1592" y="103872"/>
                </a:lnTo>
                <a:lnTo>
                  <a:pt x="1361" y="104404"/>
                </a:lnTo>
                <a:lnTo>
                  <a:pt x="1147" y="104944"/>
                </a:lnTo>
                <a:lnTo>
                  <a:pt x="951" y="105490"/>
                </a:lnTo>
                <a:lnTo>
                  <a:pt x="773" y="106042"/>
                </a:lnTo>
                <a:lnTo>
                  <a:pt x="612" y="106601"/>
                </a:lnTo>
                <a:lnTo>
                  <a:pt x="470" y="107164"/>
                </a:lnTo>
                <a:lnTo>
                  <a:pt x="347" y="107733"/>
                </a:lnTo>
                <a:lnTo>
                  <a:pt x="242" y="108307"/>
                </a:lnTo>
                <a:lnTo>
                  <a:pt x="155" y="108885"/>
                </a:lnTo>
                <a:lnTo>
                  <a:pt x="87" y="109466"/>
                </a:lnTo>
                <a:lnTo>
                  <a:pt x="39" y="110051"/>
                </a:lnTo>
                <a:lnTo>
                  <a:pt x="10" y="110639"/>
                </a:lnTo>
                <a:lnTo>
                  <a:pt x="0" y="111229"/>
                </a:lnTo>
                <a:lnTo>
                  <a:pt x="0" y="142373"/>
                </a:lnTo>
                <a:lnTo>
                  <a:pt x="41" y="143592"/>
                </a:lnTo>
                <a:lnTo>
                  <a:pt x="162" y="144788"/>
                </a:lnTo>
                <a:lnTo>
                  <a:pt x="362" y="145960"/>
                </a:lnTo>
                <a:lnTo>
                  <a:pt x="636" y="147104"/>
                </a:lnTo>
                <a:lnTo>
                  <a:pt x="982" y="148219"/>
                </a:lnTo>
                <a:lnTo>
                  <a:pt x="1399" y="149301"/>
                </a:lnTo>
                <a:lnTo>
                  <a:pt x="1882" y="150347"/>
                </a:lnTo>
                <a:lnTo>
                  <a:pt x="2430" y="151356"/>
                </a:lnTo>
                <a:lnTo>
                  <a:pt x="3039" y="152324"/>
                </a:lnTo>
                <a:lnTo>
                  <a:pt x="3708" y="153248"/>
                </a:lnTo>
                <a:lnTo>
                  <a:pt x="4433" y="154127"/>
                </a:lnTo>
                <a:lnTo>
                  <a:pt x="5212" y="154958"/>
                </a:lnTo>
                <a:lnTo>
                  <a:pt x="6043" y="155737"/>
                </a:lnTo>
                <a:lnTo>
                  <a:pt x="6922" y="156462"/>
                </a:lnTo>
                <a:lnTo>
                  <a:pt x="7846" y="157131"/>
                </a:lnTo>
                <a:lnTo>
                  <a:pt x="8814" y="157740"/>
                </a:lnTo>
                <a:lnTo>
                  <a:pt x="9823" y="158288"/>
                </a:lnTo>
                <a:lnTo>
                  <a:pt x="10869" y="158771"/>
                </a:lnTo>
                <a:lnTo>
                  <a:pt x="11951" y="159188"/>
                </a:lnTo>
                <a:lnTo>
                  <a:pt x="13066" y="159534"/>
                </a:lnTo>
                <a:lnTo>
                  <a:pt x="14210" y="159808"/>
                </a:lnTo>
                <a:lnTo>
                  <a:pt x="15382" y="160008"/>
                </a:lnTo>
                <a:lnTo>
                  <a:pt x="16578" y="160129"/>
                </a:lnTo>
                <a:lnTo>
                  <a:pt x="17797" y="160170"/>
                </a:lnTo>
                <a:lnTo>
                  <a:pt x="48940" y="160170"/>
                </a:lnTo>
                <a:lnTo>
                  <a:pt x="49531" y="160160"/>
                </a:lnTo>
                <a:lnTo>
                  <a:pt x="50119" y="160131"/>
                </a:lnTo>
                <a:lnTo>
                  <a:pt x="50704" y="160083"/>
                </a:lnTo>
                <a:lnTo>
                  <a:pt x="51285" y="160015"/>
                </a:lnTo>
                <a:lnTo>
                  <a:pt x="51863" y="159928"/>
                </a:lnTo>
                <a:lnTo>
                  <a:pt x="52437" y="159823"/>
                </a:lnTo>
                <a:lnTo>
                  <a:pt x="53006" y="159700"/>
                </a:lnTo>
                <a:lnTo>
                  <a:pt x="53569" y="159557"/>
                </a:lnTo>
                <a:lnTo>
                  <a:pt x="54128" y="159397"/>
                </a:lnTo>
                <a:lnTo>
                  <a:pt x="54680" y="159219"/>
                </a:lnTo>
                <a:lnTo>
                  <a:pt x="55226" y="159023"/>
                </a:lnTo>
                <a:lnTo>
                  <a:pt x="55766" y="158809"/>
                </a:lnTo>
                <a:lnTo>
                  <a:pt x="56298" y="158578"/>
                </a:lnTo>
                <a:lnTo>
                  <a:pt x="56822" y="158330"/>
                </a:lnTo>
                <a:lnTo>
                  <a:pt x="57338" y="158064"/>
                </a:lnTo>
                <a:lnTo>
                  <a:pt x="57846" y="157782"/>
                </a:lnTo>
                <a:lnTo>
                  <a:pt x="58345" y="157483"/>
                </a:lnTo>
                <a:lnTo>
                  <a:pt x="58834" y="157167"/>
                </a:lnTo>
                <a:lnTo>
                  <a:pt x="59313" y="156835"/>
                </a:lnTo>
                <a:lnTo>
                  <a:pt x="59782" y="156486"/>
                </a:lnTo>
                <a:lnTo>
                  <a:pt x="60241" y="156122"/>
                </a:lnTo>
                <a:lnTo>
                  <a:pt x="60688" y="155742"/>
                </a:lnTo>
                <a:lnTo>
                  <a:pt x="61123" y="155346"/>
                </a:lnTo>
                <a:lnTo>
                  <a:pt x="61547" y="154935"/>
                </a:lnTo>
                <a:lnTo>
                  <a:pt x="132291" y="83938"/>
                </a:lnTo>
                <a:lnTo>
                  <a:pt x="132371" y="83881"/>
                </a:lnTo>
                <a:lnTo>
                  <a:pt x="133303" y="83121"/>
                </a:lnTo>
                <a:lnTo>
                  <a:pt x="134194" y="82288"/>
                </a:lnTo>
                <a:lnTo>
                  <a:pt x="135026" y="81398"/>
                </a:lnTo>
                <a:lnTo>
                  <a:pt x="135786" y="80466"/>
                </a:lnTo>
                <a:lnTo>
                  <a:pt x="135875" y="80341"/>
                </a:lnTo>
                <a:lnTo>
                  <a:pt x="148594" y="67576"/>
                </a:lnTo>
                <a:lnTo>
                  <a:pt x="148594" y="67576"/>
                </a:lnTo>
                <a:lnTo>
                  <a:pt x="149483" y="66657"/>
                </a:lnTo>
                <a:lnTo>
                  <a:pt x="150360" y="65688"/>
                </a:lnTo>
                <a:lnTo>
                  <a:pt x="151202" y="64694"/>
                </a:lnTo>
                <a:lnTo>
                  <a:pt x="152010" y="63675"/>
                </a:lnTo>
                <a:lnTo>
                  <a:pt x="152781" y="62633"/>
                </a:lnTo>
                <a:lnTo>
                  <a:pt x="153517" y="61568"/>
                </a:lnTo>
                <a:lnTo>
                  <a:pt x="154216" y="60481"/>
                </a:lnTo>
                <a:lnTo>
                  <a:pt x="154879" y="59373"/>
                </a:lnTo>
                <a:lnTo>
                  <a:pt x="155505" y="58245"/>
                </a:lnTo>
                <a:lnTo>
                  <a:pt x="156093" y="57098"/>
                </a:lnTo>
                <a:lnTo>
                  <a:pt x="156644" y="55934"/>
                </a:lnTo>
                <a:lnTo>
                  <a:pt x="157156" y="54752"/>
                </a:lnTo>
                <a:lnTo>
                  <a:pt x="157629" y="53554"/>
                </a:lnTo>
                <a:lnTo>
                  <a:pt x="158063" y="52342"/>
                </a:lnTo>
                <a:lnTo>
                  <a:pt x="158458" y="51115"/>
                </a:lnTo>
                <a:lnTo>
                  <a:pt x="158813" y="49875"/>
                </a:lnTo>
                <a:lnTo>
                  <a:pt x="159128" y="48623"/>
                </a:lnTo>
                <a:lnTo>
                  <a:pt x="159402" y="47360"/>
                </a:lnTo>
                <a:lnTo>
                  <a:pt x="159635" y="46086"/>
                </a:lnTo>
                <a:lnTo>
                  <a:pt x="159827" y="44803"/>
                </a:lnTo>
                <a:lnTo>
                  <a:pt x="159976" y="43512"/>
                </a:lnTo>
                <a:lnTo>
                  <a:pt x="160084" y="42214"/>
                </a:lnTo>
                <a:lnTo>
                  <a:pt x="160148" y="40909"/>
                </a:lnTo>
                <a:lnTo>
                  <a:pt x="160170" y="39598"/>
                </a:lnTo>
                <a:lnTo>
                  <a:pt x="160148" y="38288"/>
                </a:lnTo>
                <a:lnTo>
                  <a:pt x="160084" y="36983"/>
                </a:lnTo>
                <a:lnTo>
                  <a:pt x="159976" y="35685"/>
                </a:lnTo>
                <a:lnTo>
                  <a:pt x="159827" y="34393"/>
                </a:lnTo>
                <a:lnTo>
                  <a:pt x="159635" y="33111"/>
                </a:lnTo>
                <a:lnTo>
                  <a:pt x="159402" y="31837"/>
                </a:lnTo>
                <a:lnTo>
                  <a:pt x="159128" y="30574"/>
                </a:lnTo>
                <a:lnTo>
                  <a:pt x="158813" y="29322"/>
                </a:lnTo>
                <a:lnTo>
                  <a:pt x="158458" y="28082"/>
                </a:lnTo>
                <a:lnTo>
                  <a:pt x="158063" y="26855"/>
                </a:lnTo>
                <a:lnTo>
                  <a:pt x="157629" y="25642"/>
                </a:lnTo>
                <a:lnTo>
                  <a:pt x="157156" y="24445"/>
                </a:lnTo>
                <a:lnTo>
                  <a:pt x="156644" y="23263"/>
                </a:lnTo>
                <a:lnTo>
                  <a:pt x="156093" y="22099"/>
                </a:lnTo>
                <a:lnTo>
                  <a:pt x="155505" y="20952"/>
                </a:lnTo>
                <a:lnTo>
                  <a:pt x="154879" y="19824"/>
                </a:lnTo>
                <a:lnTo>
                  <a:pt x="154216" y="18716"/>
                </a:lnTo>
                <a:lnTo>
                  <a:pt x="153517" y="17629"/>
                </a:lnTo>
                <a:lnTo>
                  <a:pt x="152781" y="16564"/>
                </a:lnTo>
                <a:lnTo>
                  <a:pt x="152010" y="15521"/>
                </a:lnTo>
                <a:lnTo>
                  <a:pt x="151202" y="14503"/>
                </a:lnTo>
                <a:lnTo>
                  <a:pt x="150360" y="13508"/>
                </a:lnTo>
                <a:lnTo>
                  <a:pt x="149483" y="12540"/>
                </a:lnTo>
                <a:lnTo>
                  <a:pt x="148572" y="11598"/>
                </a:lnTo>
                <a:lnTo>
                  <a:pt x="147630" y="10687"/>
                </a:lnTo>
                <a:lnTo>
                  <a:pt x="146662" y="9810"/>
                </a:lnTo>
                <a:lnTo>
                  <a:pt x="145667" y="8968"/>
                </a:lnTo>
                <a:lnTo>
                  <a:pt x="144649" y="8160"/>
                </a:lnTo>
                <a:lnTo>
                  <a:pt x="143606" y="7389"/>
                </a:lnTo>
                <a:lnTo>
                  <a:pt x="142541" y="6653"/>
                </a:lnTo>
                <a:lnTo>
                  <a:pt x="141454" y="5954"/>
                </a:lnTo>
                <a:lnTo>
                  <a:pt x="140346" y="5291"/>
                </a:lnTo>
                <a:lnTo>
                  <a:pt x="139218" y="4665"/>
                </a:lnTo>
                <a:lnTo>
                  <a:pt x="138071" y="4077"/>
                </a:lnTo>
                <a:lnTo>
                  <a:pt x="136907" y="3526"/>
                </a:lnTo>
                <a:lnTo>
                  <a:pt x="135725" y="3014"/>
                </a:lnTo>
                <a:lnTo>
                  <a:pt x="134528" y="2541"/>
                </a:lnTo>
                <a:lnTo>
                  <a:pt x="133315" y="2107"/>
                </a:lnTo>
                <a:lnTo>
                  <a:pt x="132088" y="1712"/>
                </a:lnTo>
                <a:lnTo>
                  <a:pt x="130848" y="1357"/>
                </a:lnTo>
                <a:lnTo>
                  <a:pt x="129596" y="1042"/>
                </a:lnTo>
                <a:lnTo>
                  <a:pt x="128333" y="768"/>
                </a:lnTo>
                <a:lnTo>
                  <a:pt x="127059" y="535"/>
                </a:lnTo>
                <a:lnTo>
                  <a:pt x="125777" y="343"/>
                </a:lnTo>
                <a:lnTo>
                  <a:pt x="124485" y="194"/>
                </a:lnTo>
                <a:lnTo>
                  <a:pt x="123187" y="86"/>
                </a:lnTo>
                <a:lnTo>
                  <a:pt x="121882" y="22"/>
                </a:lnTo>
                <a:lnTo>
                  <a:pt x="120572" y="0"/>
                </a:lnTo>
                <a:lnTo>
                  <a:pt x="119261" y="22"/>
                </a:lnTo>
                <a:lnTo>
                  <a:pt x="117956" y="86"/>
                </a:lnTo>
                <a:lnTo>
                  <a:pt x="116658" y="194"/>
                </a:lnTo>
                <a:lnTo>
                  <a:pt x="115367" y="343"/>
                </a:lnTo>
                <a:lnTo>
                  <a:pt x="114084" y="535"/>
                </a:lnTo>
                <a:lnTo>
                  <a:pt x="112810" y="768"/>
                </a:lnTo>
                <a:lnTo>
                  <a:pt x="111547" y="1042"/>
                </a:lnTo>
                <a:lnTo>
                  <a:pt x="110295" y="1357"/>
                </a:lnTo>
                <a:lnTo>
                  <a:pt x="109055" y="1712"/>
                </a:lnTo>
                <a:lnTo>
                  <a:pt x="107828" y="2107"/>
                </a:lnTo>
                <a:lnTo>
                  <a:pt x="106616" y="2541"/>
                </a:lnTo>
                <a:lnTo>
                  <a:pt x="105418" y="3014"/>
                </a:lnTo>
                <a:lnTo>
                  <a:pt x="104236" y="3526"/>
                </a:lnTo>
                <a:lnTo>
                  <a:pt x="103072" y="4077"/>
                </a:lnTo>
                <a:lnTo>
                  <a:pt x="101925" y="4665"/>
                </a:lnTo>
                <a:lnTo>
                  <a:pt x="100797" y="5291"/>
                </a:lnTo>
                <a:lnTo>
                  <a:pt x="99689" y="5954"/>
                </a:lnTo>
                <a:lnTo>
                  <a:pt x="98602" y="6653"/>
                </a:lnTo>
                <a:lnTo>
                  <a:pt x="97537" y="7389"/>
                </a:lnTo>
                <a:lnTo>
                  <a:pt x="96495" y="8160"/>
                </a:lnTo>
                <a:lnTo>
                  <a:pt x="95476" y="8968"/>
                </a:lnTo>
                <a:lnTo>
                  <a:pt x="94482" y="9810"/>
                </a:lnTo>
                <a:lnTo>
                  <a:pt x="93513" y="10687"/>
                </a:lnTo>
                <a:lnTo>
                  <a:pt x="92594" y="11576"/>
                </a:lnTo>
                <a:lnTo>
                  <a:pt x="92594" y="11576"/>
                </a:lnTo>
                <a:close/>
                <a:moveTo>
                  <a:pt x="41550" y="124577"/>
                </a:moveTo>
                <a:lnTo>
                  <a:pt x="35593" y="124577"/>
                </a:lnTo>
                <a:lnTo>
                  <a:pt x="35593" y="118620"/>
                </a:lnTo>
                <a:lnTo>
                  <a:pt x="90573" y="63836"/>
                </a:lnTo>
                <a:lnTo>
                  <a:pt x="96334" y="69597"/>
                </a:lnTo>
                <a:lnTo>
                  <a:pt x="41550" y="124577"/>
                </a:lnTo>
                <a:close/>
                <a:moveTo>
                  <a:pt x="117717" y="36789"/>
                </a:moveTo>
                <a:lnTo>
                  <a:pt x="105155" y="24182"/>
                </a:lnTo>
                <a:lnTo>
                  <a:pt x="117717" y="36789"/>
                </a:lnTo>
                <a:lnTo>
                  <a:pt x="117739" y="36766"/>
                </a:lnTo>
                <a:lnTo>
                  <a:pt x="117835" y="36674"/>
                </a:lnTo>
                <a:lnTo>
                  <a:pt x="117933" y="36585"/>
                </a:lnTo>
                <a:lnTo>
                  <a:pt x="118033" y="36500"/>
                </a:lnTo>
                <a:lnTo>
                  <a:pt x="118136" y="36418"/>
                </a:lnTo>
                <a:lnTo>
                  <a:pt x="118242" y="36340"/>
                </a:lnTo>
                <a:lnTo>
                  <a:pt x="118349" y="36266"/>
                </a:lnTo>
                <a:lnTo>
                  <a:pt x="118459" y="36195"/>
                </a:lnTo>
                <a:lnTo>
                  <a:pt x="118571" y="36128"/>
                </a:lnTo>
                <a:lnTo>
                  <a:pt x="118686" y="36065"/>
                </a:lnTo>
                <a:lnTo>
                  <a:pt x="118801" y="36005"/>
                </a:lnTo>
                <a:lnTo>
                  <a:pt x="118919" y="35950"/>
                </a:lnTo>
                <a:lnTo>
                  <a:pt x="119039" y="35898"/>
                </a:lnTo>
                <a:lnTo>
                  <a:pt x="119160" y="35850"/>
                </a:lnTo>
                <a:lnTo>
                  <a:pt x="119283" y="35806"/>
                </a:lnTo>
                <a:lnTo>
                  <a:pt x="119407" y="35766"/>
                </a:lnTo>
                <a:lnTo>
                  <a:pt x="119532" y="35730"/>
                </a:lnTo>
                <a:lnTo>
                  <a:pt x="119659" y="35698"/>
                </a:lnTo>
                <a:lnTo>
                  <a:pt x="119787" y="35671"/>
                </a:lnTo>
                <a:lnTo>
                  <a:pt x="119915" y="35647"/>
                </a:lnTo>
                <a:lnTo>
                  <a:pt x="120045" y="35628"/>
                </a:lnTo>
                <a:lnTo>
                  <a:pt x="120176" y="35613"/>
                </a:lnTo>
                <a:lnTo>
                  <a:pt x="120307" y="35602"/>
                </a:lnTo>
                <a:lnTo>
                  <a:pt x="120439" y="35595"/>
                </a:lnTo>
                <a:lnTo>
                  <a:pt x="120572" y="35593"/>
                </a:lnTo>
                <a:lnTo>
                  <a:pt x="120704" y="35595"/>
                </a:lnTo>
                <a:lnTo>
                  <a:pt x="120836" y="35602"/>
                </a:lnTo>
                <a:lnTo>
                  <a:pt x="120967" y="35613"/>
                </a:lnTo>
                <a:lnTo>
                  <a:pt x="121098" y="35628"/>
                </a:lnTo>
                <a:lnTo>
                  <a:pt x="121228" y="35647"/>
                </a:lnTo>
                <a:lnTo>
                  <a:pt x="121357" y="35671"/>
                </a:lnTo>
                <a:lnTo>
                  <a:pt x="121484" y="35698"/>
                </a:lnTo>
                <a:lnTo>
                  <a:pt x="121611" y="35730"/>
                </a:lnTo>
                <a:lnTo>
                  <a:pt x="121736" y="35766"/>
                </a:lnTo>
                <a:lnTo>
                  <a:pt x="121861" y="35806"/>
                </a:lnTo>
                <a:lnTo>
                  <a:pt x="121983" y="35850"/>
                </a:lnTo>
                <a:lnTo>
                  <a:pt x="122104" y="35898"/>
                </a:lnTo>
                <a:lnTo>
                  <a:pt x="122224" y="35950"/>
                </a:lnTo>
                <a:lnTo>
                  <a:pt x="122342" y="36005"/>
                </a:lnTo>
                <a:lnTo>
                  <a:pt x="122458" y="36065"/>
                </a:lnTo>
                <a:lnTo>
                  <a:pt x="122572" y="36128"/>
                </a:lnTo>
                <a:lnTo>
                  <a:pt x="122684" y="36195"/>
                </a:lnTo>
                <a:lnTo>
                  <a:pt x="122794" y="36266"/>
                </a:lnTo>
                <a:lnTo>
                  <a:pt x="122901" y="36340"/>
                </a:lnTo>
                <a:lnTo>
                  <a:pt x="123007" y="36419"/>
                </a:lnTo>
                <a:lnTo>
                  <a:pt x="123110" y="36500"/>
                </a:lnTo>
                <a:lnTo>
                  <a:pt x="123211" y="36585"/>
                </a:lnTo>
                <a:lnTo>
                  <a:pt x="123309" y="36674"/>
                </a:lnTo>
                <a:lnTo>
                  <a:pt x="123404" y="36766"/>
                </a:lnTo>
                <a:lnTo>
                  <a:pt x="123496" y="36861"/>
                </a:lnTo>
                <a:lnTo>
                  <a:pt x="123585" y="36959"/>
                </a:lnTo>
                <a:lnTo>
                  <a:pt x="123670" y="37060"/>
                </a:lnTo>
                <a:lnTo>
                  <a:pt x="123751" y="37163"/>
                </a:lnTo>
                <a:lnTo>
                  <a:pt x="123830" y="37268"/>
                </a:lnTo>
                <a:lnTo>
                  <a:pt x="123904" y="37376"/>
                </a:lnTo>
                <a:lnTo>
                  <a:pt x="123975" y="37486"/>
                </a:lnTo>
                <a:lnTo>
                  <a:pt x="124042" y="37598"/>
                </a:lnTo>
                <a:lnTo>
                  <a:pt x="124105" y="37712"/>
                </a:lnTo>
                <a:lnTo>
                  <a:pt x="124165" y="37828"/>
                </a:lnTo>
                <a:lnTo>
                  <a:pt x="124220" y="37946"/>
                </a:lnTo>
                <a:lnTo>
                  <a:pt x="124272" y="38066"/>
                </a:lnTo>
                <a:lnTo>
                  <a:pt x="124320" y="38187"/>
                </a:lnTo>
                <a:lnTo>
                  <a:pt x="124364" y="38309"/>
                </a:lnTo>
                <a:lnTo>
                  <a:pt x="124404" y="38434"/>
                </a:lnTo>
                <a:lnTo>
                  <a:pt x="124440" y="38559"/>
                </a:lnTo>
                <a:lnTo>
                  <a:pt x="124472" y="38686"/>
                </a:lnTo>
                <a:lnTo>
                  <a:pt x="124499" y="38813"/>
                </a:lnTo>
                <a:lnTo>
                  <a:pt x="124523" y="38942"/>
                </a:lnTo>
                <a:lnTo>
                  <a:pt x="124542" y="39072"/>
                </a:lnTo>
                <a:lnTo>
                  <a:pt x="124557" y="39203"/>
                </a:lnTo>
                <a:lnTo>
                  <a:pt x="124568" y="39334"/>
                </a:lnTo>
                <a:lnTo>
                  <a:pt x="124575" y="39466"/>
                </a:lnTo>
                <a:lnTo>
                  <a:pt x="124577" y="39598"/>
                </a:lnTo>
                <a:lnTo>
                  <a:pt x="124575" y="39731"/>
                </a:lnTo>
                <a:lnTo>
                  <a:pt x="124568" y="39863"/>
                </a:lnTo>
                <a:lnTo>
                  <a:pt x="124557" y="39994"/>
                </a:lnTo>
                <a:lnTo>
                  <a:pt x="124542" y="40125"/>
                </a:lnTo>
                <a:lnTo>
                  <a:pt x="124523" y="40255"/>
                </a:lnTo>
                <a:lnTo>
                  <a:pt x="124499" y="40383"/>
                </a:lnTo>
                <a:lnTo>
                  <a:pt x="124472" y="40511"/>
                </a:lnTo>
                <a:lnTo>
                  <a:pt x="124440" y="40638"/>
                </a:lnTo>
                <a:lnTo>
                  <a:pt x="124404" y="40763"/>
                </a:lnTo>
                <a:lnTo>
                  <a:pt x="124364" y="40887"/>
                </a:lnTo>
                <a:lnTo>
                  <a:pt x="124320" y="41010"/>
                </a:lnTo>
                <a:lnTo>
                  <a:pt x="124272" y="41131"/>
                </a:lnTo>
                <a:lnTo>
                  <a:pt x="124220" y="41251"/>
                </a:lnTo>
                <a:lnTo>
                  <a:pt x="124165" y="41369"/>
                </a:lnTo>
                <a:lnTo>
                  <a:pt x="124105" y="41485"/>
                </a:lnTo>
                <a:lnTo>
                  <a:pt x="124042" y="41599"/>
                </a:lnTo>
                <a:lnTo>
                  <a:pt x="123975" y="41711"/>
                </a:lnTo>
                <a:lnTo>
                  <a:pt x="123904" y="41821"/>
                </a:lnTo>
                <a:lnTo>
                  <a:pt x="123830" y="41928"/>
                </a:lnTo>
                <a:lnTo>
                  <a:pt x="123751" y="42034"/>
                </a:lnTo>
                <a:lnTo>
                  <a:pt x="123670" y="42137"/>
                </a:lnTo>
                <a:lnTo>
                  <a:pt x="123585" y="42237"/>
                </a:lnTo>
                <a:lnTo>
                  <a:pt x="123496" y="42335"/>
                </a:lnTo>
                <a:lnTo>
                  <a:pt x="123404" y="42431"/>
                </a:lnTo>
                <a:lnTo>
                  <a:pt x="123404" y="42431"/>
                </a:lnTo>
                <a:lnTo>
                  <a:pt x="123381" y="42453"/>
                </a:lnTo>
                <a:lnTo>
                  <a:pt x="121457" y="44384"/>
                </a:lnTo>
                <a:lnTo>
                  <a:pt x="115786" y="38713"/>
                </a:lnTo>
                <a:lnTo>
                  <a:pt x="117717" y="3678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6FBA8E-33A3-4288-BCAC-5258E48362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61496" y="3295605"/>
            <a:ext cx="1723955" cy="147035"/>
          </a:xfrm>
          <a:custGeom xmlns:a="http://schemas.openxmlformats.org/drawingml/2006/main">
            <a:pathLst>
              <a:path w="1723955" h="147035">
                <a:moveTo>
                  <a:pt x="812196" y="18259"/>
                </a:moveTo>
                <a:lnTo>
                  <a:pt x="827252" y="18259"/>
                </a:lnTo>
                <a:lnTo>
                  <a:pt x="827252" y="2883"/>
                </a:lnTo>
                <a:lnTo>
                  <a:pt x="812196" y="2883"/>
                </a:lnTo>
                <a:lnTo>
                  <a:pt x="812196" y="18259"/>
                </a:lnTo>
                <a:close/>
                <a:moveTo>
                  <a:pt x="353532" y="118469"/>
                </a:moveTo>
                <a:lnTo>
                  <a:pt x="354026" y="118445"/>
                </a:lnTo>
                <a:lnTo>
                  <a:pt x="354520" y="118416"/>
                </a:lnTo>
                <a:lnTo>
                  <a:pt x="355013" y="118383"/>
                </a:lnTo>
                <a:lnTo>
                  <a:pt x="355507" y="118345"/>
                </a:lnTo>
                <a:lnTo>
                  <a:pt x="356001" y="118303"/>
                </a:lnTo>
                <a:lnTo>
                  <a:pt x="356495" y="118256"/>
                </a:lnTo>
                <a:lnTo>
                  <a:pt x="356989" y="118205"/>
                </a:lnTo>
                <a:lnTo>
                  <a:pt x="357483" y="118149"/>
                </a:lnTo>
                <a:lnTo>
                  <a:pt x="357977" y="118089"/>
                </a:lnTo>
                <a:lnTo>
                  <a:pt x="358470" y="118024"/>
                </a:lnTo>
                <a:lnTo>
                  <a:pt x="358964" y="117955"/>
                </a:lnTo>
                <a:lnTo>
                  <a:pt x="359458" y="117882"/>
                </a:lnTo>
                <a:lnTo>
                  <a:pt x="359952" y="117804"/>
                </a:lnTo>
                <a:lnTo>
                  <a:pt x="360446" y="117722"/>
                </a:lnTo>
                <a:lnTo>
                  <a:pt x="360940" y="117635"/>
                </a:lnTo>
                <a:lnTo>
                  <a:pt x="361434" y="117544"/>
                </a:lnTo>
                <a:lnTo>
                  <a:pt x="361927" y="117448"/>
                </a:lnTo>
                <a:lnTo>
                  <a:pt x="362421" y="117348"/>
                </a:lnTo>
                <a:lnTo>
                  <a:pt x="362915" y="117244"/>
                </a:lnTo>
                <a:lnTo>
                  <a:pt x="363405" y="117148"/>
                </a:lnTo>
                <a:lnTo>
                  <a:pt x="363888" y="117049"/>
                </a:lnTo>
                <a:lnTo>
                  <a:pt x="364364" y="116946"/>
                </a:lnTo>
                <a:lnTo>
                  <a:pt x="364833" y="116839"/>
                </a:lnTo>
                <a:lnTo>
                  <a:pt x="365294" y="116728"/>
                </a:lnTo>
                <a:lnTo>
                  <a:pt x="365748" y="116613"/>
                </a:lnTo>
                <a:lnTo>
                  <a:pt x="366195" y="116494"/>
                </a:lnTo>
                <a:lnTo>
                  <a:pt x="366635" y="116372"/>
                </a:lnTo>
                <a:lnTo>
                  <a:pt x="367067" y="116245"/>
                </a:lnTo>
                <a:lnTo>
                  <a:pt x="367492" y="116115"/>
                </a:lnTo>
                <a:lnTo>
                  <a:pt x="367910" y="115980"/>
                </a:lnTo>
                <a:lnTo>
                  <a:pt x="368321" y="115842"/>
                </a:lnTo>
                <a:lnTo>
                  <a:pt x="368724" y="115700"/>
                </a:lnTo>
                <a:lnTo>
                  <a:pt x="369121" y="115554"/>
                </a:lnTo>
                <a:lnTo>
                  <a:pt x="369510" y="115404"/>
                </a:lnTo>
                <a:lnTo>
                  <a:pt x="369891" y="115250"/>
                </a:lnTo>
                <a:lnTo>
                  <a:pt x="370266" y="115093"/>
                </a:lnTo>
                <a:lnTo>
                  <a:pt x="370633" y="114931"/>
                </a:lnTo>
                <a:lnTo>
                  <a:pt x="370993" y="114766"/>
                </a:lnTo>
                <a:lnTo>
                  <a:pt x="371346" y="114596"/>
                </a:lnTo>
                <a:lnTo>
                  <a:pt x="371692" y="114423"/>
                </a:lnTo>
                <a:lnTo>
                  <a:pt x="372030" y="114246"/>
                </a:lnTo>
                <a:lnTo>
                  <a:pt x="372361" y="114065"/>
                </a:lnTo>
                <a:lnTo>
                  <a:pt x="372685" y="113880"/>
                </a:lnTo>
                <a:lnTo>
                  <a:pt x="372685" y="101547"/>
                </a:lnTo>
                <a:lnTo>
                  <a:pt x="372403" y="101680"/>
                </a:lnTo>
                <a:lnTo>
                  <a:pt x="372117" y="101813"/>
                </a:lnTo>
                <a:lnTo>
                  <a:pt x="371827" y="101945"/>
                </a:lnTo>
                <a:lnTo>
                  <a:pt x="371533" y="102077"/>
                </a:lnTo>
                <a:lnTo>
                  <a:pt x="371235" y="102207"/>
                </a:lnTo>
                <a:lnTo>
                  <a:pt x="370934" y="102338"/>
                </a:lnTo>
                <a:lnTo>
                  <a:pt x="370628" y="102468"/>
                </a:lnTo>
                <a:lnTo>
                  <a:pt x="370319" y="102597"/>
                </a:lnTo>
                <a:lnTo>
                  <a:pt x="370005" y="102726"/>
                </a:lnTo>
                <a:lnTo>
                  <a:pt x="369688" y="102854"/>
                </a:lnTo>
                <a:lnTo>
                  <a:pt x="369367" y="102982"/>
                </a:lnTo>
                <a:lnTo>
                  <a:pt x="369042" y="103109"/>
                </a:lnTo>
                <a:lnTo>
                  <a:pt x="368713" y="103235"/>
                </a:lnTo>
                <a:lnTo>
                  <a:pt x="368380" y="103361"/>
                </a:lnTo>
                <a:lnTo>
                  <a:pt x="368043" y="103487"/>
                </a:lnTo>
                <a:lnTo>
                  <a:pt x="367702" y="103611"/>
                </a:lnTo>
                <a:lnTo>
                  <a:pt x="367358" y="103736"/>
                </a:lnTo>
                <a:lnTo>
                  <a:pt x="367009" y="103860"/>
                </a:lnTo>
                <a:lnTo>
                  <a:pt x="366657" y="103983"/>
                </a:lnTo>
                <a:lnTo>
                  <a:pt x="366301" y="104105"/>
                </a:lnTo>
                <a:lnTo>
                  <a:pt x="365941" y="104227"/>
                </a:lnTo>
                <a:lnTo>
                  <a:pt x="365577" y="104349"/>
                </a:lnTo>
                <a:lnTo>
                  <a:pt x="365209" y="104470"/>
                </a:lnTo>
                <a:lnTo>
                  <a:pt x="364837" y="104590"/>
                </a:lnTo>
                <a:lnTo>
                  <a:pt x="364475" y="104695"/>
                </a:lnTo>
                <a:lnTo>
                  <a:pt x="364111" y="104795"/>
                </a:lnTo>
                <a:lnTo>
                  <a:pt x="363744" y="104891"/>
                </a:lnTo>
                <a:lnTo>
                  <a:pt x="363373" y="104982"/>
                </a:lnTo>
                <a:lnTo>
                  <a:pt x="363001" y="105069"/>
                </a:lnTo>
                <a:lnTo>
                  <a:pt x="362625" y="105151"/>
                </a:lnTo>
                <a:lnTo>
                  <a:pt x="362246" y="105229"/>
                </a:lnTo>
                <a:lnTo>
                  <a:pt x="361865" y="105302"/>
                </a:lnTo>
                <a:lnTo>
                  <a:pt x="361481" y="105371"/>
                </a:lnTo>
                <a:lnTo>
                  <a:pt x="361094" y="105436"/>
                </a:lnTo>
                <a:lnTo>
                  <a:pt x="360705" y="105496"/>
                </a:lnTo>
                <a:lnTo>
                  <a:pt x="360312" y="105551"/>
                </a:lnTo>
                <a:lnTo>
                  <a:pt x="359917" y="105602"/>
                </a:lnTo>
                <a:lnTo>
                  <a:pt x="359519" y="105649"/>
                </a:lnTo>
                <a:lnTo>
                  <a:pt x="359119" y="105691"/>
                </a:lnTo>
                <a:lnTo>
                  <a:pt x="358715" y="105729"/>
                </a:lnTo>
                <a:lnTo>
                  <a:pt x="358309" y="105763"/>
                </a:lnTo>
                <a:lnTo>
                  <a:pt x="357900" y="105792"/>
                </a:lnTo>
                <a:lnTo>
                  <a:pt x="357488" y="105816"/>
                </a:lnTo>
                <a:lnTo>
                  <a:pt x="357073" y="105836"/>
                </a:lnTo>
                <a:lnTo>
                  <a:pt x="356656" y="105852"/>
                </a:lnTo>
                <a:lnTo>
                  <a:pt x="356236" y="105863"/>
                </a:lnTo>
                <a:lnTo>
                  <a:pt x="355813" y="105869"/>
                </a:lnTo>
                <a:lnTo>
                  <a:pt x="355387" y="105872"/>
                </a:lnTo>
                <a:lnTo>
                  <a:pt x="354844" y="105869"/>
                </a:lnTo>
                <a:lnTo>
                  <a:pt x="354308" y="105861"/>
                </a:lnTo>
                <a:lnTo>
                  <a:pt x="353781" y="105847"/>
                </a:lnTo>
                <a:lnTo>
                  <a:pt x="353261" y="105827"/>
                </a:lnTo>
                <a:lnTo>
                  <a:pt x="352748" y="105802"/>
                </a:lnTo>
                <a:lnTo>
                  <a:pt x="352244" y="105772"/>
                </a:lnTo>
                <a:lnTo>
                  <a:pt x="351747" y="105735"/>
                </a:lnTo>
                <a:lnTo>
                  <a:pt x="351258" y="105694"/>
                </a:lnTo>
                <a:lnTo>
                  <a:pt x="350777" y="105646"/>
                </a:lnTo>
                <a:lnTo>
                  <a:pt x="350304" y="105594"/>
                </a:lnTo>
                <a:lnTo>
                  <a:pt x="349839" y="105535"/>
                </a:lnTo>
                <a:lnTo>
                  <a:pt x="349381" y="105471"/>
                </a:lnTo>
                <a:lnTo>
                  <a:pt x="348931" y="105402"/>
                </a:lnTo>
                <a:lnTo>
                  <a:pt x="348489" y="105327"/>
                </a:lnTo>
                <a:lnTo>
                  <a:pt x="348054" y="105246"/>
                </a:lnTo>
                <a:lnTo>
                  <a:pt x="347628" y="105160"/>
                </a:lnTo>
                <a:lnTo>
                  <a:pt x="347209" y="105068"/>
                </a:lnTo>
                <a:lnTo>
                  <a:pt x="346798" y="104971"/>
                </a:lnTo>
                <a:lnTo>
                  <a:pt x="346395" y="104868"/>
                </a:lnTo>
                <a:lnTo>
                  <a:pt x="346000" y="104759"/>
                </a:lnTo>
                <a:lnTo>
                  <a:pt x="345612" y="104645"/>
                </a:lnTo>
                <a:lnTo>
                  <a:pt x="345232" y="104526"/>
                </a:lnTo>
                <a:lnTo>
                  <a:pt x="344860" y="104401"/>
                </a:lnTo>
                <a:lnTo>
                  <a:pt x="344496" y="104270"/>
                </a:lnTo>
                <a:lnTo>
                  <a:pt x="344139" y="104133"/>
                </a:lnTo>
                <a:lnTo>
                  <a:pt x="343789" y="103990"/>
                </a:lnTo>
                <a:lnTo>
                  <a:pt x="343447" y="103839"/>
                </a:lnTo>
                <a:lnTo>
                  <a:pt x="343112" y="103683"/>
                </a:lnTo>
                <a:lnTo>
                  <a:pt x="342784" y="103519"/>
                </a:lnTo>
                <a:lnTo>
                  <a:pt x="342464" y="103349"/>
                </a:lnTo>
                <a:lnTo>
                  <a:pt x="342150" y="103172"/>
                </a:lnTo>
                <a:lnTo>
                  <a:pt x="341844" y="102989"/>
                </a:lnTo>
                <a:lnTo>
                  <a:pt x="341545" y="102798"/>
                </a:lnTo>
                <a:lnTo>
                  <a:pt x="341253" y="102602"/>
                </a:lnTo>
                <a:lnTo>
                  <a:pt x="340969" y="102398"/>
                </a:lnTo>
                <a:lnTo>
                  <a:pt x="340692" y="102188"/>
                </a:lnTo>
                <a:lnTo>
                  <a:pt x="340422" y="101971"/>
                </a:lnTo>
                <a:lnTo>
                  <a:pt x="340159" y="101747"/>
                </a:lnTo>
                <a:lnTo>
                  <a:pt x="339903" y="101517"/>
                </a:lnTo>
                <a:lnTo>
                  <a:pt x="339655" y="101280"/>
                </a:lnTo>
                <a:lnTo>
                  <a:pt x="339414" y="101037"/>
                </a:lnTo>
                <a:lnTo>
                  <a:pt x="339180" y="100786"/>
                </a:lnTo>
                <a:lnTo>
                  <a:pt x="338953" y="100529"/>
                </a:lnTo>
                <a:lnTo>
                  <a:pt x="338734" y="100266"/>
                </a:lnTo>
                <a:lnTo>
                  <a:pt x="338522" y="99995"/>
                </a:lnTo>
                <a:lnTo>
                  <a:pt x="338317" y="99718"/>
                </a:lnTo>
                <a:lnTo>
                  <a:pt x="338119" y="99435"/>
                </a:lnTo>
                <a:lnTo>
                  <a:pt x="337929" y="99145"/>
                </a:lnTo>
                <a:lnTo>
                  <a:pt x="337746" y="98848"/>
                </a:lnTo>
                <a:lnTo>
                  <a:pt x="337571" y="98544"/>
                </a:lnTo>
                <a:lnTo>
                  <a:pt x="337403" y="98234"/>
                </a:lnTo>
                <a:lnTo>
                  <a:pt x="337244" y="97917"/>
                </a:lnTo>
                <a:lnTo>
                  <a:pt x="337092" y="97593"/>
                </a:lnTo>
                <a:lnTo>
                  <a:pt x="336948" y="97263"/>
                </a:lnTo>
                <a:lnTo>
                  <a:pt x="336812" y="96926"/>
                </a:lnTo>
                <a:lnTo>
                  <a:pt x="336683" y="96582"/>
                </a:lnTo>
                <a:lnTo>
                  <a:pt x="336562" y="96231"/>
                </a:lnTo>
                <a:lnTo>
                  <a:pt x="336449" y="95874"/>
                </a:lnTo>
                <a:lnTo>
                  <a:pt x="336344" y="95511"/>
                </a:lnTo>
                <a:lnTo>
                  <a:pt x="336247" y="95140"/>
                </a:lnTo>
                <a:lnTo>
                  <a:pt x="336157" y="94763"/>
                </a:lnTo>
                <a:lnTo>
                  <a:pt x="336076" y="94380"/>
                </a:lnTo>
                <a:lnTo>
                  <a:pt x="336002" y="93989"/>
                </a:lnTo>
                <a:lnTo>
                  <a:pt x="335936" y="93592"/>
                </a:lnTo>
                <a:lnTo>
                  <a:pt x="335877" y="93188"/>
                </a:lnTo>
                <a:lnTo>
                  <a:pt x="335827" y="92778"/>
                </a:lnTo>
                <a:lnTo>
                  <a:pt x="335784" y="92361"/>
                </a:lnTo>
                <a:lnTo>
                  <a:pt x="335749" y="91937"/>
                </a:lnTo>
                <a:lnTo>
                  <a:pt x="335721" y="91506"/>
                </a:lnTo>
                <a:lnTo>
                  <a:pt x="335702" y="91069"/>
                </a:lnTo>
                <a:lnTo>
                  <a:pt x="335690" y="90626"/>
                </a:lnTo>
                <a:lnTo>
                  <a:pt x="335686" y="90175"/>
                </a:lnTo>
                <a:lnTo>
                  <a:pt x="335686" y="47570"/>
                </a:lnTo>
                <a:lnTo>
                  <a:pt x="372685" y="47570"/>
                </a:lnTo>
                <a:lnTo>
                  <a:pt x="372685" y="35077"/>
                </a:lnTo>
                <a:lnTo>
                  <a:pt x="335686" y="35077"/>
                </a:lnTo>
                <a:lnTo>
                  <a:pt x="335686" y="8969"/>
                </a:lnTo>
                <a:lnTo>
                  <a:pt x="325756" y="8969"/>
                </a:lnTo>
                <a:lnTo>
                  <a:pt x="320150" y="35077"/>
                </a:lnTo>
                <a:lnTo>
                  <a:pt x="295965" y="35077"/>
                </a:lnTo>
                <a:lnTo>
                  <a:pt x="295965" y="47570"/>
                </a:lnTo>
                <a:lnTo>
                  <a:pt x="319670" y="47570"/>
                </a:lnTo>
                <a:lnTo>
                  <a:pt x="319670" y="91456"/>
                </a:lnTo>
                <a:lnTo>
                  <a:pt x="319684" y="92644"/>
                </a:lnTo>
                <a:lnTo>
                  <a:pt x="319729" y="93803"/>
                </a:lnTo>
                <a:lnTo>
                  <a:pt x="319802" y="94935"/>
                </a:lnTo>
                <a:lnTo>
                  <a:pt x="319905" y="96039"/>
                </a:lnTo>
                <a:lnTo>
                  <a:pt x="320038" y="97115"/>
                </a:lnTo>
                <a:lnTo>
                  <a:pt x="320200" y="98164"/>
                </a:lnTo>
                <a:lnTo>
                  <a:pt x="320392" y="99184"/>
                </a:lnTo>
                <a:lnTo>
                  <a:pt x="320613" y="100177"/>
                </a:lnTo>
                <a:lnTo>
                  <a:pt x="320863" y="101142"/>
                </a:lnTo>
                <a:lnTo>
                  <a:pt x="321143" y="102079"/>
                </a:lnTo>
                <a:lnTo>
                  <a:pt x="321453" y="102988"/>
                </a:lnTo>
                <a:lnTo>
                  <a:pt x="321792" y="103870"/>
                </a:lnTo>
                <a:lnTo>
                  <a:pt x="322160" y="104723"/>
                </a:lnTo>
                <a:lnTo>
                  <a:pt x="322558" y="105549"/>
                </a:lnTo>
                <a:lnTo>
                  <a:pt x="322986" y="106347"/>
                </a:lnTo>
                <a:lnTo>
                  <a:pt x="323442" y="107117"/>
                </a:lnTo>
                <a:lnTo>
                  <a:pt x="323929" y="107860"/>
                </a:lnTo>
                <a:lnTo>
                  <a:pt x="324445" y="108574"/>
                </a:lnTo>
                <a:lnTo>
                  <a:pt x="324990" y="109261"/>
                </a:lnTo>
                <a:lnTo>
                  <a:pt x="325565" y="109920"/>
                </a:lnTo>
                <a:lnTo>
                  <a:pt x="326169" y="110552"/>
                </a:lnTo>
                <a:lnTo>
                  <a:pt x="326803" y="111155"/>
                </a:lnTo>
                <a:lnTo>
                  <a:pt x="327466" y="111731"/>
                </a:lnTo>
                <a:lnTo>
                  <a:pt x="328159" y="112278"/>
                </a:lnTo>
                <a:lnTo>
                  <a:pt x="328876" y="112788"/>
                </a:lnTo>
                <a:lnTo>
                  <a:pt x="329614" y="113276"/>
                </a:lnTo>
                <a:lnTo>
                  <a:pt x="330373" y="113742"/>
                </a:lnTo>
                <a:lnTo>
                  <a:pt x="331153" y="114187"/>
                </a:lnTo>
                <a:lnTo>
                  <a:pt x="331953" y="114610"/>
                </a:lnTo>
                <a:lnTo>
                  <a:pt x="332773" y="115011"/>
                </a:lnTo>
                <a:lnTo>
                  <a:pt x="333615" y="115391"/>
                </a:lnTo>
                <a:lnTo>
                  <a:pt x="334476" y="115749"/>
                </a:lnTo>
                <a:lnTo>
                  <a:pt x="335359" y="116085"/>
                </a:lnTo>
                <a:lnTo>
                  <a:pt x="336261" y="116399"/>
                </a:lnTo>
                <a:lnTo>
                  <a:pt x="337185" y="116692"/>
                </a:lnTo>
                <a:lnTo>
                  <a:pt x="338129" y="116963"/>
                </a:lnTo>
                <a:lnTo>
                  <a:pt x="339094" y="117213"/>
                </a:lnTo>
                <a:lnTo>
                  <a:pt x="340079" y="117440"/>
                </a:lnTo>
                <a:lnTo>
                  <a:pt x="341085" y="117647"/>
                </a:lnTo>
                <a:lnTo>
                  <a:pt x="342111" y="117831"/>
                </a:lnTo>
                <a:lnTo>
                  <a:pt x="343158" y="117994"/>
                </a:lnTo>
                <a:lnTo>
                  <a:pt x="344225" y="118135"/>
                </a:lnTo>
                <a:lnTo>
                  <a:pt x="345314" y="118254"/>
                </a:lnTo>
                <a:lnTo>
                  <a:pt x="346422" y="118351"/>
                </a:lnTo>
                <a:lnTo>
                  <a:pt x="347551" y="118427"/>
                </a:lnTo>
                <a:lnTo>
                  <a:pt x="348701" y="118482"/>
                </a:lnTo>
                <a:lnTo>
                  <a:pt x="349872" y="118514"/>
                </a:lnTo>
                <a:lnTo>
                  <a:pt x="351063" y="118525"/>
                </a:lnTo>
                <a:lnTo>
                  <a:pt x="351557" y="118523"/>
                </a:lnTo>
                <a:lnTo>
                  <a:pt x="352050" y="118516"/>
                </a:lnTo>
                <a:lnTo>
                  <a:pt x="352544" y="118505"/>
                </a:lnTo>
                <a:lnTo>
                  <a:pt x="353038" y="118489"/>
                </a:lnTo>
                <a:lnTo>
                  <a:pt x="353532" y="118469"/>
                </a:lnTo>
                <a:close/>
                <a:moveTo>
                  <a:pt x="641648" y="118469"/>
                </a:moveTo>
                <a:lnTo>
                  <a:pt x="642142" y="118445"/>
                </a:lnTo>
                <a:lnTo>
                  <a:pt x="642636" y="118416"/>
                </a:lnTo>
                <a:lnTo>
                  <a:pt x="643130" y="118383"/>
                </a:lnTo>
                <a:lnTo>
                  <a:pt x="643624" y="118345"/>
                </a:lnTo>
                <a:lnTo>
                  <a:pt x="644117" y="118303"/>
                </a:lnTo>
                <a:lnTo>
                  <a:pt x="644611" y="118256"/>
                </a:lnTo>
                <a:lnTo>
                  <a:pt x="645105" y="118205"/>
                </a:lnTo>
                <a:lnTo>
                  <a:pt x="645599" y="118149"/>
                </a:lnTo>
                <a:lnTo>
                  <a:pt x="646093" y="118089"/>
                </a:lnTo>
                <a:lnTo>
                  <a:pt x="646587" y="118024"/>
                </a:lnTo>
                <a:lnTo>
                  <a:pt x="647081" y="117955"/>
                </a:lnTo>
                <a:lnTo>
                  <a:pt x="647574" y="117882"/>
                </a:lnTo>
                <a:lnTo>
                  <a:pt x="648068" y="117804"/>
                </a:lnTo>
                <a:lnTo>
                  <a:pt x="648562" y="117722"/>
                </a:lnTo>
                <a:lnTo>
                  <a:pt x="649056" y="117635"/>
                </a:lnTo>
                <a:lnTo>
                  <a:pt x="649550" y="117544"/>
                </a:lnTo>
                <a:lnTo>
                  <a:pt x="650044" y="117448"/>
                </a:lnTo>
                <a:lnTo>
                  <a:pt x="650538" y="117348"/>
                </a:lnTo>
                <a:lnTo>
                  <a:pt x="651031" y="117244"/>
                </a:lnTo>
                <a:lnTo>
                  <a:pt x="651522" y="117148"/>
                </a:lnTo>
                <a:lnTo>
                  <a:pt x="652005" y="117049"/>
                </a:lnTo>
                <a:lnTo>
                  <a:pt x="652480" y="116946"/>
                </a:lnTo>
                <a:lnTo>
                  <a:pt x="652949" y="116839"/>
                </a:lnTo>
                <a:lnTo>
                  <a:pt x="653410" y="116728"/>
                </a:lnTo>
                <a:lnTo>
                  <a:pt x="653864" y="116613"/>
                </a:lnTo>
                <a:lnTo>
                  <a:pt x="654311" y="116494"/>
                </a:lnTo>
                <a:lnTo>
                  <a:pt x="654751" y="116372"/>
                </a:lnTo>
                <a:lnTo>
                  <a:pt x="655183" y="116245"/>
                </a:lnTo>
                <a:lnTo>
                  <a:pt x="655608" y="116115"/>
                </a:lnTo>
                <a:lnTo>
                  <a:pt x="656026" y="115980"/>
                </a:lnTo>
                <a:lnTo>
                  <a:pt x="656437" y="115842"/>
                </a:lnTo>
                <a:lnTo>
                  <a:pt x="656841" y="115700"/>
                </a:lnTo>
                <a:lnTo>
                  <a:pt x="657237" y="115554"/>
                </a:lnTo>
                <a:lnTo>
                  <a:pt x="657626" y="115404"/>
                </a:lnTo>
                <a:lnTo>
                  <a:pt x="658008" y="115250"/>
                </a:lnTo>
                <a:lnTo>
                  <a:pt x="658382" y="115093"/>
                </a:lnTo>
                <a:lnTo>
                  <a:pt x="658750" y="114931"/>
                </a:lnTo>
                <a:lnTo>
                  <a:pt x="659110" y="114766"/>
                </a:lnTo>
                <a:lnTo>
                  <a:pt x="659463" y="114596"/>
                </a:lnTo>
                <a:lnTo>
                  <a:pt x="659808" y="114423"/>
                </a:lnTo>
                <a:lnTo>
                  <a:pt x="660147" y="114246"/>
                </a:lnTo>
                <a:lnTo>
                  <a:pt x="660478" y="114065"/>
                </a:lnTo>
                <a:lnTo>
                  <a:pt x="660802" y="113880"/>
                </a:lnTo>
                <a:lnTo>
                  <a:pt x="660802" y="101547"/>
                </a:lnTo>
                <a:lnTo>
                  <a:pt x="660519" y="101680"/>
                </a:lnTo>
                <a:lnTo>
                  <a:pt x="660233" y="101813"/>
                </a:lnTo>
                <a:lnTo>
                  <a:pt x="659943" y="101945"/>
                </a:lnTo>
                <a:lnTo>
                  <a:pt x="659649" y="102077"/>
                </a:lnTo>
                <a:lnTo>
                  <a:pt x="659352" y="102207"/>
                </a:lnTo>
                <a:lnTo>
                  <a:pt x="659050" y="102338"/>
                </a:lnTo>
                <a:lnTo>
                  <a:pt x="658744" y="102468"/>
                </a:lnTo>
                <a:lnTo>
                  <a:pt x="658435" y="102597"/>
                </a:lnTo>
                <a:lnTo>
                  <a:pt x="658121" y="102726"/>
                </a:lnTo>
                <a:lnTo>
                  <a:pt x="657804" y="102854"/>
                </a:lnTo>
                <a:lnTo>
                  <a:pt x="657483" y="102982"/>
                </a:lnTo>
                <a:lnTo>
                  <a:pt x="657158" y="103109"/>
                </a:lnTo>
                <a:lnTo>
                  <a:pt x="656829" y="103235"/>
                </a:lnTo>
                <a:lnTo>
                  <a:pt x="656496" y="103361"/>
                </a:lnTo>
                <a:lnTo>
                  <a:pt x="656159" y="103487"/>
                </a:lnTo>
                <a:lnTo>
                  <a:pt x="655819" y="103611"/>
                </a:lnTo>
                <a:lnTo>
                  <a:pt x="655474" y="103736"/>
                </a:lnTo>
                <a:lnTo>
                  <a:pt x="655126" y="103860"/>
                </a:lnTo>
                <a:lnTo>
                  <a:pt x="654773" y="103983"/>
                </a:lnTo>
                <a:lnTo>
                  <a:pt x="654417" y="104105"/>
                </a:lnTo>
                <a:lnTo>
                  <a:pt x="654057" y="104227"/>
                </a:lnTo>
                <a:lnTo>
                  <a:pt x="653693" y="104349"/>
                </a:lnTo>
                <a:lnTo>
                  <a:pt x="653325" y="104470"/>
                </a:lnTo>
                <a:lnTo>
                  <a:pt x="652953" y="104590"/>
                </a:lnTo>
                <a:lnTo>
                  <a:pt x="652592" y="104695"/>
                </a:lnTo>
                <a:lnTo>
                  <a:pt x="652227" y="104795"/>
                </a:lnTo>
                <a:lnTo>
                  <a:pt x="651860" y="104891"/>
                </a:lnTo>
                <a:lnTo>
                  <a:pt x="651490" y="104982"/>
                </a:lnTo>
                <a:lnTo>
                  <a:pt x="651117" y="105069"/>
                </a:lnTo>
                <a:lnTo>
                  <a:pt x="650741" y="105151"/>
                </a:lnTo>
                <a:lnTo>
                  <a:pt x="650363" y="105229"/>
                </a:lnTo>
                <a:lnTo>
                  <a:pt x="649981" y="105302"/>
                </a:lnTo>
                <a:lnTo>
                  <a:pt x="649597" y="105371"/>
                </a:lnTo>
                <a:lnTo>
                  <a:pt x="649211" y="105436"/>
                </a:lnTo>
                <a:lnTo>
                  <a:pt x="648821" y="105496"/>
                </a:lnTo>
                <a:lnTo>
                  <a:pt x="648429" y="105551"/>
                </a:lnTo>
                <a:lnTo>
                  <a:pt x="648034" y="105602"/>
                </a:lnTo>
                <a:lnTo>
                  <a:pt x="647636" y="105649"/>
                </a:lnTo>
                <a:lnTo>
                  <a:pt x="647235" y="105691"/>
                </a:lnTo>
                <a:lnTo>
                  <a:pt x="646831" y="105729"/>
                </a:lnTo>
                <a:lnTo>
                  <a:pt x="646425" y="105763"/>
                </a:lnTo>
                <a:lnTo>
                  <a:pt x="646016" y="105792"/>
                </a:lnTo>
                <a:lnTo>
                  <a:pt x="645604" y="105816"/>
                </a:lnTo>
                <a:lnTo>
                  <a:pt x="645190" y="105836"/>
                </a:lnTo>
                <a:lnTo>
                  <a:pt x="644772" y="105852"/>
                </a:lnTo>
                <a:lnTo>
                  <a:pt x="644352" y="105863"/>
                </a:lnTo>
                <a:lnTo>
                  <a:pt x="643929" y="105869"/>
                </a:lnTo>
                <a:lnTo>
                  <a:pt x="643503" y="105872"/>
                </a:lnTo>
                <a:lnTo>
                  <a:pt x="642960" y="105869"/>
                </a:lnTo>
                <a:lnTo>
                  <a:pt x="642425" y="105861"/>
                </a:lnTo>
                <a:lnTo>
                  <a:pt x="641897" y="105847"/>
                </a:lnTo>
                <a:lnTo>
                  <a:pt x="641377" y="105827"/>
                </a:lnTo>
                <a:lnTo>
                  <a:pt x="640865" y="105802"/>
                </a:lnTo>
                <a:lnTo>
                  <a:pt x="640360" y="105772"/>
                </a:lnTo>
                <a:lnTo>
                  <a:pt x="639864" y="105735"/>
                </a:lnTo>
                <a:lnTo>
                  <a:pt x="639375" y="105694"/>
                </a:lnTo>
                <a:lnTo>
                  <a:pt x="638894" y="105646"/>
                </a:lnTo>
                <a:lnTo>
                  <a:pt x="638420" y="105594"/>
                </a:lnTo>
                <a:lnTo>
                  <a:pt x="637955" y="105535"/>
                </a:lnTo>
                <a:lnTo>
                  <a:pt x="637497" y="105471"/>
                </a:lnTo>
                <a:lnTo>
                  <a:pt x="637047" y="105402"/>
                </a:lnTo>
                <a:lnTo>
                  <a:pt x="636605" y="105327"/>
                </a:lnTo>
                <a:lnTo>
                  <a:pt x="636171" y="105246"/>
                </a:lnTo>
                <a:lnTo>
                  <a:pt x="635744" y="105160"/>
                </a:lnTo>
                <a:lnTo>
                  <a:pt x="635325" y="105068"/>
                </a:lnTo>
                <a:lnTo>
                  <a:pt x="634914" y="104971"/>
                </a:lnTo>
                <a:lnTo>
                  <a:pt x="634511" y="104868"/>
                </a:lnTo>
                <a:lnTo>
                  <a:pt x="634116" y="104759"/>
                </a:lnTo>
                <a:lnTo>
                  <a:pt x="633728" y="104645"/>
                </a:lnTo>
                <a:lnTo>
                  <a:pt x="633348" y="104526"/>
                </a:lnTo>
                <a:lnTo>
                  <a:pt x="632976" y="104401"/>
                </a:lnTo>
                <a:lnTo>
                  <a:pt x="632612" y="104270"/>
                </a:lnTo>
                <a:lnTo>
                  <a:pt x="632255" y="104133"/>
                </a:lnTo>
                <a:lnTo>
                  <a:pt x="631906" y="103990"/>
                </a:lnTo>
                <a:lnTo>
                  <a:pt x="631563" y="103839"/>
                </a:lnTo>
                <a:lnTo>
                  <a:pt x="631228" y="103683"/>
                </a:lnTo>
                <a:lnTo>
                  <a:pt x="630900" y="103519"/>
                </a:lnTo>
                <a:lnTo>
                  <a:pt x="630580" y="103349"/>
                </a:lnTo>
                <a:lnTo>
                  <a:pt x="630266" y="103172"/>
                </a:lnTo>
                <a:lnTo>
                  <a:pt x="629960" y="102989"/>
                </a:lnTo>
                <a:lnTo>
                  <a:pt x="629661" y="102798"/>
                </a:lnTo>
                <a:lnTo>
                  <a:pt x="629370" y="102602"/>
                </a:lnTo>
                <a:lnTo>
                  <a:pt x="629085" y="102398"/>
                </a:lnTo>
                <a:lnTo>
                  <a:pt x="628808" y="102188"/>
                </a:lnTo>
                <a:lnTo>
                  <a:pt x="628538" y="101971"/>
                </a:lnTo>
                <a:lnTo>
                  <a:pt x="628275" y="101747"/>
                </a:lnTo>
                <a:lnTo>
                  <a:pt x="628020" y="101517"/>
                </a:lnTo>
                <a:lnTo>
                  <a:pt x="627771" y="101280"/>
                </a:lnTo>
                <a:lnTo>
                  <a:pt x="627530" y="101037"/>
                </a:lnTo>
                <a:lnTo>
                  <a:pt x="627296" y="100786"/>
                </a:lnTo>
                <a:lnTo>
                  <a:pt x="627070" y="100529"/>
                </a:lnTo>
                <a:lnTo>
                  <a:pt x="626850" y="100266"/>
                </a:lnTo>
                <a:lnTo>
                  <a:pt x="626638" y="99995"/>
                </a:lnTo>
                <a:lnTo>
                  <a:pt x="626433" y="99718"/>
                </a:lnTo>
                <a:lnTo>
                  <a:pt x="626236" y="99435"/>
                </a:lnTo>
                <a:lnTo>
                  <a:pt x="626045" y="99145"/>
                </a:lnTo>
                <a:lnTo>
                  <a:pt x="625862" y="98848"/>
                </a:lnTo>
                <a:lnTo>
                  <a:pt x="625687" y="98544"/>
                </a:lnTo>
                <a:lnTo>
                  <a:pt x="625520" y="98234"/>
                </a:lnTo>
                <a:lnTo>
                  <a:pt x="625360" y="97917"/>
                </a:lnTo>
                <a:lnTo>
                  <a:pt x="625208" y="97593"/>
                </a:lnTo>
                <a:lnTo>
                  <a:pt x="625064" y="97263"/>
                </a:lnTo>
                <a:lnTo>
                  <a:pt x="624928" y="96926"/>
                </a:lnTo>
                <a:lnTo>
                  <a:pt x="624799" y="96582"/>
                </a:lnTo>
                <a:lnTo>
                  <a:pt x="624679" y="96231"/>
                </a:lnTo>
                <a:lnTo>
                  <a:pt x="624566" y="95874"/>
                </a:lnTo>
                <a:lnTo>
                  <a:pt x="624461" y="95511"/>
                </a:lnTo>
                <a:lnTo>
                  <a:pt x="624363" y="95140"/>
                </a:lnTo>
                <a:lnTo>
                  <a:pt x="624274" y="94763"/>
                </a:lnTo>
                <a:lnTo>
                  <a:pt x="624192" y="94380"/>
                </a:lnTo>
                <a:lnTo>
                  <a:pt x="624118" y="93989"/>
                </a:lnTo>
                <a:lnTo>
                  <a:pt x="624052" y="93592"/>
                </a:lnTo>
                <a:lnTo>
                  <a:pt x="623993" y="93188"/>
                </a:lnTo>
                <a:lnTo>
                  <a:pt x="623943" y="92778"/>
                </a:lnTo>
                <a:lnTo>
                  <a:pt x="623900" y="92361"/>
                </a:lnTo>
                <a:lnTo>
                  <a:pt x="623865" y="91937"/>
                </a:lnTo>
                <a:lnTo>
                  <a:pt x="623838" y="91506"/>
                </a:lnTo>
                <a:lnTo>
                  <a:pt x="623818" y="91069"/>
                </a:lnTo>
                <a:lnTo>
                  <a:pt x="623807" y="90626"/>
                </a:lnTo>
                <a:lnTo>
                  <a:pt x="623803" y="90175"/>
                </a:lnTo>
                <a:lnTo>
                  <a:pt x="623803" y="47570"/>
                </a:lnTo>
                <a:lnTo>
                  <a:pt x="660802" y="47570"/>
                </a:lnTo>
                <a:lnTo>
                  <a:pt x="660802" y="35077"/>
                </a:lnTo>
                <a:lnTo>
                  <a:pt x="623803" y="35077"/>
                </a:lnTo>
                <a:lnTo>
                  <a:pt x="623803" y="8969"/>
                </a:lnTo>
                <a:lnTo>
                  <a:pt x="613872" y="8969"/>
                </a:lnTo>
                <a:lnTo>
                  <a:pt x="608266" y="35077"/>
                </a:lnTo>
                <a:lnTo>
                  <a:pt x="584081" y="35077"/>
                </a:lnTo>
                <a:lnTo>
                  <a:pt x="584081" y="47570"/>
                </a:lnTo>
                <a:lnTo>
                  <a:pt x="607786" y="47570"/>
                </a:lnTo>
                <a:lnTo>
                  <a:pt x="607786" y="91456"/>
                </a:lnTo>
                <a:lnTo>
                  <a:pt x="607801" y="92644"/>
                </a:lnTo>
                <a:lnTo>
                  <a:pt x="607845" y="93803"/>
                </a:lnTo>
                <a:lnTo>
                  <a:pt x="607918" y="94935"/>
                </a:lnTo>
                <a:lnTo>
                  <a:pt x="608022" y="96039"/>
                </a:lnTo>
                <a:lnTo>
                  <a:pt x="608154" y="97115"/>
                </a:lnTo>
                <a:lnTo>
                  <a:pt x="608316" y="98164"/>
                </a:lnTo>
                <a:lnTo>
                  <a:pt x="608508" y="99184"/>
                </a:lnTo>
                <a:lnTo>
                  <a:pt x="608729" y="100177"/>
                </a:lnTo>
                <a:lnTo>
                  <a:pt x="608980" y="101142"/>
                </a:lnTo>
                <a:lnTo>
                  <a:pt x="609260" y="102079"/>
                </a:lnTo>
                <a:lnTo>
                  <a:pt x="609569" y="102988"/>
                </a:lnTo>
                <a:lnTo>
                  <a:pt x="609908" y="103870"/>
                </a:lnTo>
                <a:lnTo>
                  <a:pt x="610277" y="104723"/>
                </a:lnTo>
                <a:lnTo>
                  <a:pt x="610674" y="105549"/>
                </a:lnTo>
                <a:lnTo>
                  <a:pt x="611102" y="106347"/>
                </a:lnTo>
                <a:lnTo>
                  <a:pt x="611559" y="107117"/>
                </a:lnTo>
                <a:lnTo>
                  <a:pt x="612045" y="107860"/>
                </a:lnTo>
                <a:lnTo>
                  <a:pt x="612561" y="108574"/>
                </a:lnTo>
                <a:lnTo>
                  <a:pt x="613106" y="109261"/>
                </a:lnTo>
                <a:lnTo>
                  <a:pt x="613681" y="109920"/>
                </a:lnTo>
                <a:lnTo>
                  <a:pt x="614285" y="110552"/>
                </a:lnTo>
                <a:lnTo>
                  <a:pt x="614919" y="111155"/>
                </a:lnTo>
                <a:lnTo>
                  <a:pt x="615582" y="111731"/>
                </a:lnTo>
                <a:lnTo>
                  <a:pt x="616275" y="112278"/>
                </a:lnTo>
                <a:lnTo>
                  <a:pt x="616992" y="112788"/>
                </a:lnTo>
                <a:lnTo>
                  <a:pt x="617731" y="113276"/>
                </a:lnTo>
                <a:lnTo>
                  <a:pt x="618490" y="113742"/>
                </a:lnTo>
                <a:lnTo>
                  <a:pt x="619269" y="114187"/>
                </a:lnTo>
                <a:lnTo>
                  <a:pt x="620069" y="114610"/>
                </a:lnTo>
                <a:lnTo>
                  <a:pt x="620890" y="115011"/>
                </a:lnTo>
                <a:lnTo>
                  <a:pt x="621731" y="115391"/>
                </a:lnTo>
                <a:lnTo>
                  <a:pt x="622593" y="115749"/>
                </a:lnTo>
                <a:lnTo>
                  <a:pt x="623475" y="116085"/>
                </a:lnTo>
                <a:lnTo>
                  <a:pt x="624378" y="116399"/>
                </a:lnTo>
                <a:lnTo>
                  <a:pt x="625301" y="116692"/>
                </a:lnTo>
                <a:lnTo>
                  <a:pt x="626245" y="116963"/>
                </a:lnTo>
                <a:lnTo>
                  <a:pt x="627210" y="117213"/>
                </a:lnTo>
                <a:lnTo>
                  <a:pt x="628195" y="117440"/>
                </a:lnTo>
                <a:lnTo>
                  <a:pt x="629201" y="117647"/>
                </a:lnTo>
                <a:lnTo>
                  <a:pt x="630227" y="117831"/>
                </a:lnTo>
                <a:lnTo>
                  <a:pt x="631274" y="117994"/>
                </a:lnTo>
                <a:lnTo>
                  <a:pt x="632342" y="118135"/>
                </a:lnTo>
                <a:lnTo>
                  <a:pt x="633430" y="118254"/>
                </a:lnTo>
                <a:lnTo>
                  <a:pt x="634538" y="118351"/>
                </a:lnTo>
                <a:lnTo>
                  <a:pt x="635668" y="118427"/>
                </a:lnTo>
                <a:lnTo>
                  <a:pt x="636818" y="118482"/>
                </a:lnTo>
                <a:lnTo>
                  <a:pt x="637988" y="118514"/>
                </a:lnTo>
                <a:lnTo>
                  <a:pt x="639179" y="118525"/>
                </a:lnTo>
                <a:lnTo>
                  <a:pt x="639673" y="118523"/>
                </a:lnTo>
                <a:lnTo>
                  <a:pt x="640167" y="118516"/>
                </a:lnTo>
                <a:lnTo>
                  <a:pt x="640660" y="118505"/>
                </a:lnTo>
                <a:lnTo>
                  <a:pt x="641154" y="118489"/>
                </a:lnTo>
                <a:lnTo>
                  <a:pt x="641648" y="118469"/>
                </a:lnTo>
                <a:close/>
                <a:moveTo>
                  <a:pt x="812837" y="47570"/>
                </a:moveTo>
                <a:lnTo>
                  <a:pt x="812837" y="104590"/>
                </a:lnTo>
                <a:lnTo>
                  <a:pt x="783526" y="104590"/>
                </a:lnTo>
                <a:lnTo>
                  <a:pt x="783526" y="116923"/>
                </a:lnTo>
                <a:lnTo>
                  <a:pt x="812837" y="116923"/>
                </a:lnTo>
                <a:lnTo>
                  <a:pt x="828854" y="116923"/>
                </a:lnTo>
                <a:lnTo>
                  <a:pt x="856563" y="116923"/>
                </a:lnTo>
                <a:lnTo>
                  <a:pt x="856563" y="104590"/>
                </a:lnTo>
                <a:lnTo>
                  <a:pt x="828854" y="104590"/>
                </a:lnTo>
                <a:lnTo>
                  <a:pt x="828854" y="35077"/>
                </a:lnTo>
                <a:lnTo>
                  <a:pt x="783526" y="35077"/>
                </a:lnTo>
                <a:lnTo>
                  <a:pt x="783526" y="47570"/>
                </a:lnTo>
                <a:lnTo>
                  <a:pt x="812837" y="47570"/>
                </a:lnTo>
                <a:close/>
                <a:moveTo>
                  <a:pt x="221906" y="67216"/>
                </a:moveTo>
                <a:lnTo>
                  <a:pt x="221936" y="66675"/>
                </a:lnTo>
                <a:lnTo>
                  <a:pt x="221973" y="66139"/>
                </a:lnTo>
                <a:lnTo>
                  <a:pt x="222019" y="65609"/>
                </a:lnTo>
                <a:lnTo>
                  <a:pt x="222073" y="65085"/>
                </a:lnTo>
                <a:lnTo>
                  <a:pt x="222136" y="64566"/>
                </a:lnTo>
                <a:lnTo>
                  <a:pt x="222207" y="64053"/>
                </a:lnTo>
                <a:lnTo>
                  <a:pt x="222286" y="63545"/>
                </a:lnTo>
                <a:lnTo>
                  <a:pt x="222374" y="63043"/>
                </a:lnTo>
                <a:lnTo>
                  <a:pt x="222470" y="62546"/>
                </a:lnTo>
                <a:lnTo>
                  <a:pt x="222574" y="62055"/>
                </a:lnTo>
                <a:lnTo>
                  <a:pt x="222686" y="61569"/>
                </a:lnTo>
                <a:lnTo>
                  <a:pt x="222807" y="61089"/>
                </a:lnTo>
                <a:lnTo>
                  <a:pt x="222937" y="60615"/>
                </a:lnTo>
                <a:lnTo>
                  <a:pt x="223074" y="60146"/>
                </a:lnTo>
                <a:lnTo>
                  <a:pt x="223220" y="59683"/>
                </a:lnTo>
                <a:lnTo>
                  <a:pt x="223375" y="59225"/>
                </a:lnTo>
                <a:lnTo>
                  <a:pt x="223537" y="58773"/>
                </a:lnTo>
                <a:lnTo>
                  <a:pt x="223708" y="58326"/>
                </a:lnTo>
                <a:lnTo>
                  <a:pt x="223888" y="57885"/>
                </a:lnTo>
                <a:lnTo>
                  <a:pt x="224075" y="57450"/>
                </a:lnTo>
                <a:lnTo>
                  <a:pt x="224271" y="57020"/>
                </a:lnTo>
                <a:lnTo>
                  <a:pt x="224475" y="56584"/>
                </a:lnTo>
                <a:lnTo>
                  <a:pt x="224685" y="56156"/>
                </a:lnTo>
                <a:lnTo>
                  <a:pt x="224902" y="55736"/>
                </a:lnTo>
                <a:lnTo>
                  <a:pt x="225126" y="55325"/>
                </a:lnTo>
                <a:lnTo>
                  <a:pt x="225356" y="54922"/>
                </a:lnTo>
                <a:lnTo>
                  <a:pt x="225593" y="54527"/>
                </a:lnTo>
                <a:lnTo>
                  <a:pt x="225836" y="54141"/>
                </a:lnTo>
                <a:lnTo>
                  <a:pt x="226087" y="53763"/>
                </a:lnTo>
                <a:lnTo>
                  <a:pt x="226344" y="53394"/>
                </a:lnTo>
                <a:lnTo>
                  <a:pt x="226607" y="53033"/>
                </a:lnTo>
                <a:lnTo>
                  <a:pt x="226878" y="52680"/>
                </a:lnTo>
                <a:lnTo>
                  <a:pt x="227155" y="52335"/>
                </a:lnTo>
                <a:lnTo>
                  <a:pt x="227438" y="51999"/>
                </a:lnTo>
                <a:lnTo>
                  <a:pt x="227728" y="51671"/>
                </a:lnTo>
                <a:lnTo>
                  <a:pt x="228025" y="51352"/>
                </a:lnTo>
                <a:lnTo>
                  <a:pt x="228329" y="51040"/>
                </a:lnTo>
                <a:lnTo>
                  <a:pt x="228639" y="50738"/>
                </a:lnTo>
                <a:lnTo>
                  <a:pt x="228956" y="50443"/>
                </a:lnTo>
                <a:lnTo>
                  <a:pt x="229280" y="50157"/>
                </a:lnTo>
                <a:lnTo>
                  <a:pt x="229610" y="49879"/>
                </a:lnTo>
                <a:lnTo>
                  <a:pt x="229947" y="49610"/>
                </a:lnTo>
                <a:lnTo>
                  <a:pt x="230291" y="49349"/>
                </a:lnTo>
                <a:lnTo>
                  <a:pt x="230642" y="49096"/>
                </a:lnTo>
                <a:lnTo>
                  <a:pt x="230999" y="48852"/>
                </a:lnTo>
                <a:lnTo>
                  <a:pt x="231362" y="48603"/>
                </a:lnTo>
                <a:lnTo>
                  <a:pt x="231730" y="48365"/>
                </a:lnTo>
                <a:lnTo>
                  <a:pt x="232105" y="48138"/>
                </a:lnTo>
                <a:lnTo>
                  <a:pt x="232485" y="47922"/>
                </a:lnTo>
                <a:lnTo>
                  <a:pt x="232870" y="47716"/>
                </a:lnTo>
                <a:lnTo>
                  <a:pt x="233261" y="47520"/>
                </a:lnTo>
                <a:lnTo>
                  <a:pt x="233657" y="47335"/>
                </a:lnTo>
                <a:lnTo>
                  <a:pt x="234060" y="47161"/>
                </a:lnTo>
                <a:lnTo>
                  <a:pt x="234467" y="46997"/>
                </a:lnTo>
                <a:lnTo>
                  <a:pt x="234880" y="46844"/>
                </a:lnTo>
                <a:lnTo>
                  <a:pt x="235299" y="46701"/>
                </a:lnTo>
                <a:lnTo>
                  <a:pt x="235724" y="46569"/>
                </a:lnTo>
                <a:lnTo>
                  <a:pt x="236153" y="46448"/>
                </a:lnTo>
                <a:lnTo>
                  <a:pt x="236589" y="46337"/>
                </a:lnTo>
                <a:lnTo>
                  <a:pt x="237030" y="46236"/>
                </a:lnTo>
                <a:lnTo>
                  <a:pt x="237476" y="46146"/>
                </a:lnTo>
                <a:lnTo>
                  <a:pt x="237929" y="46067"/>
                </a:lnTo>
                <a:lnTo>
                  <a:pt x="238386" y="45998"/>
                </a:lnTo>
                <a:lnTo>
                  <a:pt x="238850" y="45940"/>
                </a:lnTo>
                <a:lnTo>
                  <a:pt x="239318" y="45893"/>
                </a:lnTo>
                <a:lnTo>
                  <a:pt x="239793" y="45856"/>
                </a:lnTo>
                <a:lnTo>
                  <a:pt x="240273" y="45829"/>
                </a:lnTo>
                <a:lnTo>
                  <a:pt x="240758" y="45814"/>
                </a:lnTo>
                <a:lnTo>
                  <a:pt x="241249" y="45808"/>
                </a:lnTo>
                <a:lnTo>
                  <a:pt x="241950" y="45817"/>
                </a:lnTo>
                <a:lnTo>
                  <a:pt x="242637" y="45845"/>
                </a:lnTo>
                <a:lnTo>
                  <a:pt x="243312" y="45891"/>
                </a:lnTo>
                <a:lnTo>
                  <a:pt x="243972" y="45955"/>
                </a:lnTo>
                <a:lnTo>
                  <a:pt x="244620" y="46038"/>
                </a:lnTo>
                <a:lnTo>
                  <a:pt x="245254" y="46139"/>
                </a:lnTo>
                <a:lnTo>
                  <a:pt x="245874" y="46258"/>
                </a:lnTo>
                <a:lnTo>
                  <a:pt x="246482" y="46396"/>
                </a:lnTo>
                <a:lnTo>
                  <a:pt x="247076" y="46552"/>
                </a:lnTo>
                <a:lnTo>
                  <a:pt x="247656" y="46726"/>
                </a:lnTo>
                <a:lnTo>
                  <a:pt x="248223" y="46919"/>
                </a:lnTo>
                <a:lnTo>
                  <a:pt x="248777" y="47130"/>
                </a:lnTo>
                <a:lnTo>
                  <a:pt x="249318" y="47359"/>
                </a:lnTo>
                <a:lnTo>
                  <a:pt x="249845" y="47607"/>
                </a:lnTo>
                <a:lnTo>
                  <a:pt x="250359" y="47873"/>
                </a:lnTo>
                <a:lnTo>
                  <a:pt x="250859" y="48157"/>
                </a:lnTo>
                <a:lnTo>
                  <a:pt x="251347" y="48460"/>
                </a:lnTo>
                <a:lnTo>
                  <a:pt x="251821" y="48781"/>
                </a:lnTo>
                <a:lnTo>
                  <a:pt x="252281" y="49121"/>
                </a:lnTo>
                <a:lnTo>
                  <a:pt x="252728" y="49479"/>
                </a:lnTo>
                <a:lnTo>
                  <a:pt x="253162" y="49855"/>
                </a:lnTo>
                <a:lnTo>
                  <a:pt x="253582" y="50250"/>
                </a:lnTo>
                <a:lnTo>
                  <a:pt x="253989" y="50663"/>
                </a:lnTo>
                <a:lnTo>
                  <a:pt x="254383" y="51094"/>
                </a:lnTo>
                <a:lnTo>
                  <a:pt x="254775" y="51545"/>
                </a:lnTo>
                <a:lnTo>
                  <a:pt x="255151" y="52018"/>
                </a:lnTo>
                <a:lnTo>
                  <a:pt x="255509" y="52513"/>
                </a:lnTo>
                <a:lnTo>
                  <a:pt x="255851" y="53029"/>
                </a:lnTo>
                <a:lnTo>
                  <a:pt x="256177" y="53567"/>
                </a:lnTo>
                <a:lnTo>
                  <a:pt x="256485" y="54127"/>
                </a:lnTo>
                <a:lnTo>
                  <a:pt x="256777" y="54709"/>
                </a:lnTo>
                <a:lnTo>
                  <a:pt x="257053" y="55312"/>
                </a:lnTo>
                <a:lnTo>
                  <a:pt x="257311" y="55936"/>
                </a:lnTo>
                <a:lnTo>
                  <a:pt x="257553" y="56583"/>
                </a:lnTo>
                <a:lnTo>
                  <a:pt x="257778" y="57251"/>
                </a:lnTo>
                <a:lnTo>
                  <a:pt x="257987" y="57941"/>
                </a:lnTo>
                <a:lnTo>
                  <a:pt x="258179" y="58653"/>
                </a:lnTo>
                <a:lnTo>
                  <a:pt x="258354" y="59386"/>
                </a:lnTo>
                <a:lnTo>
                  <a:pt x="258513" y="60141"/>
                </a:lnTo>
                <a:lnTo>
                  <a:pt x="258654" y="60918"/>
                </a:lnTo>
                <a:lnTo>
                  <a:pt x="258780" y="61716"/>
                </a:lnTo>
                <a:lnTo>
                  <a:pt x="258888" y="62536"/>
                </a:lnTo>
                <a:lnTo>
                  <a:pt x="258980" y="63378"/>
                </a:lnTo>
                <a:lnTo>
                  <a:pt x="259055" y="64241"/>
                </a:lnTo>
                <a:lnTo>
                  <a:pt x="259113" y="65126"/>
                </a:lnTo>
                <a:lnTo>
                  <a:pt x="259155" y="66033"/>
                </a:lnTo>
                <a:lnTo>
                  <a:pt x="259180" y="66961"/>
                </a:lnTo>
                <a:lnTo>
                  <a:pt x="259188" y="67912"/>
                </a:lnTo>
                <a:lnTo>
                  <a:pt x="259188" y="116923"/>
                </a:lnTo>
                <a:lnTo>
                  <a:pt x="275205" y="116923"/>
                </a:lnTo>
                <a:lnTo>
                  <a:pt x="275205" y="63267"/>
                </a:lnTo>
                <a:lnTo>
                  <a:pt x="275191" y="62051"/>
                </a:lnTo>
                <a:lnTo>
                  <a:pt x="275150" y="60861"/>
                </a:lnTo>
                <a:lnTo>
                  <a:pt x="275080" y="59695"/>
                </a:lnTo>
                <a:lnTo>
                  <a:pt x="274983" y="58555"/>
                </a:lnTo>
                <a:lnTo>
                  <a:pt x="274858" y="57440"/>
                </a:lnTo>
                <a:lnTo>
                  <a:pt x="274705" y="56349"/>
                </a:lnTo>
                <a:lnTo>
                  <a:pt x="274524" y="55284"/>
                </a:lnTo>
                <a:lnTo>
                  <a:pt x="274315" y="54244"/>
                </a:lnTo>
                <a:lnTo>
                  <a:pt x="274079" y="53229"/>
                </a:lnTo>
                <a:lnTo>
                  <a:pt x="273815" y="52238"/>
                </a:lnTo>
                <a:lnTo>
                  <a:pt x="273523" y="51273"/>
                </a:lnTo>
                <a:lnTo>
                  <a:pt x="273203" y="50333"/>
                </a:lnTo>
                <a:lnTo>
                  <a:pt x="272855" y="49418"/>
                </a:lnTo>
                <a:lnTo>
                  <a:pt x="272480" y="48528"/>
                </a:lnTo>
                <a:lnTo>
                  <a:pt x="272077" y="47663"/>
                </a:lnTo>
                <a:lnTo>
                  <a:pt x="271646" y="46823"/>
                </a:lnTo>
                <a:lnTo>
                  <a:pt x="271187" y="46008"/>
                </a:lnTo>
                <a:lnTo>
                  <a:pt x="270700" y="45218"/>
                </a:lnTo>
                <a:lnTo>
                  <a:pt x="270186" y="44453"/>
                </a:lnTo>
                <a:lnTo>
                  <a:pt x="269644" y="43713"/>
                </a:lnTo>
                <a:lnTo>
                  <a:pt x="269074" y="42998"/>
                </a:lnTo>
                <a:lnTo>
                  <a:pt x="268476" y="42308"/>
                </a:lnTo>
                <a:lnTo>
                  <a:pt x="267850" y="41643"/>
                </a:lnTo>
                <a:lnTo>
                  <a:pt x="267197" y="41003"/>
                </a:lnTo>
                <a:lnTo>
                  <a:pt x="266520" y="40389"/>
                </a:lnTo>
                <a:lnTo>
                  <a:pt x="265824" y="39801"/>
                </a:lnTo>
                <a:lnTo>
                  <a:pt x="265110" y="39239"/>
                </a:lnTo>
                <a:lnTo>
                  <a:pt x="264376" y="38703"/>
                </a:lnTo>
                <a:lnTo>
                  <a:pt x="263623" y="38193"/>
                </a:lnTo>
                <a:lnTo>
                  <a:pt x="262852" y="37710"/>
                </a:lnTo>
                <a:lnTo>
                  <a:pt x="262062" y="37252"/>
                </a:lnTo>
                <a:lnTo>
                  <a:pt x="261253" y="36821"/>
                </a:lnTo>
                <a:lnTo>
                  <a:pt x="260425" y="36416"/>
                </a:lnTo>
                <a:lnTo>
                  <a:pt x="259578" y="36037"/>
                </a:lnTo>
                <a:lnTo>
                  <a:pt x="258712" y="35684"/>
                </a:lnTo>
                <a:lnTo>
                  <a:pt x="257827" y="35357"/>
                </a:lnTo>
                <a:lnTo>
                  <a:pt x="256923" y="35057"/>
                </a:lnTo>
                <a:lnTo>
                  <a:pt x="256000" y="34782"/>
                </a:lnTo>
                <a:lnTo>
                  <a:pt x="255059" y="34534"/>
                </a:lnTo>
                <a:lnTo>
                  <a:pt x="254098" y="34312"/>
                </a:lnTo>
                <a:lnTo>
                  <a:pt x="253119" y="34116"/>
                </a:lnTo>
                <a:lnTo>
                  <a:pt x="252121" y="33946"/>
                </a:lnTo>
                <a:lnTo>
                  <a:pt x="251104" y="33802"/>
                </a:lnTo>
                <a:lnTo>
                  <a:pt x="250068" y="33684"/>
                </a:lnTo>
                <a:lnTo>
                  <a:pt x="249013" y="33593"/>
                </a:lnTo>
                <a:lnTo>
                  <a:pt x="247939" y="33528"/>
                </a:lnTo>
                <a:lnTo>
                  <a:pt x="246846" y="33488"/>
                </a:lnTo>
                <a:lnTo>
                  <a:pt x="245734" y="33475"/>
                </a:lnTo>
                <a:lnTo>
                  <a:pt x="245056" y="33481"/>
                </a:lnTo>
                <a:lnTo>
                  <a:pt x="244383" y="33498"/>
                </a:lnTo>
                <a:lnTo>
                  <a:pt x="243714" y="33525"/>
                </a:lnTo>
                <a:lnTo>
                  <a:pt x="243051" y="33564"/>
                </a:lnTo>
                <a:lnTo>
                  <a:pt x="242393" y="33614"/>
                </a:lnTo>
                <a:lnTo>
                  <a:pt x="241740" y="33676"/>
                </a:lnTo>
                <a:lnTo>
                  <a:pt x="241092" y="33748"/>
                </a:lnTo>
                <a:lnTo>
                  <a:pt x="240449" y="33831"/>
                </a:lnTo>
                <a:lnTo>
                  <a:pt x="239810" y="33926"/>
                </a:lnTo>
                <a:lnTo>
                  <a:pt x="239177" y="34031"/>
                </a:lnTo>
                <a:lnTo>
                  <a:pt x="238549" y="34148"/>
                </a:lnTo>
                <a:lnTo>
                  <a:pt x="237926" y="34276"/>
                </a:lnTo>
                <a:lnTo>
                  <a:pt x="237308" y="34415"/>
                </a:lnTo>
                <a:lnTo>
                  <a:pt x="236695" y="34565"/>
                </a:lnTo>
                <a:lnTo>
                  <a:pt x="236086" y="34727"/>
                </a:lnTo>
                <a:lnTo>
                  <a:pt x="235483" y="34899"/>
                </a:lnTo>
                <a:lnTo>
                  <a:pt x="234885" y="35083"/>
                </a:lnTo>
                <a:lnTo>
                  <a:pt x="234292" y="35277"/>
                </a:lnTo>
                <a:lnTo>
                  <a:pt x="233704" y="35483"/>
                </a:lnTo>
                <a:lnTo>
                  <a:pt x="233121" y="35700"/>
                </a:lnTo>
                <a:lnTo>
                  <a:pt x="232543" y="35928"/>
                </a:lnTo>
                <a:lnTo>
                  <a:pt x="231970" y="36167"/>
                </a:lnTo>
                <a:lnTo>
                  <a:pt x="231401" y="36417"/>
                </a:lnTo>
                <a:lnTo>
                  <a:pt x="230838" y="36679"/>
                </a:lnTo>
                <a:lnTo>
                  <a:pt x="230283" y="36952"/>
                </a:lnTo>
                <a:lnTo>
                  <a:pt x="229738" y="37238"/>
                </a:lnTo>
                <a:lnTo>
                  <a:pt x="229204" y="37537"/>
                </a:lnTo>
                <a:lnTo>
                  <a:pt x="228681" y="37849"/>
                </a:lnTo>
                <a:lnTo>
                  <a:pt x="228168" y="38173"/>
                </a:lnTo>
                <a:lnTo>
                  <a:pt x="227665" y="38511"/>
                </a:lnTo>
                <a:lnTo>
                  <a:pt x="227173" y="38861"/>
                </a:lnTo>
                <a:lnTo>
                  <a:pt x="226692" y="39224"/>
                </a:lnTo>
                <a:lnTo>
                  <a:pt x="226221" y="39599"/>
                </a:lnTo>
                <a:lnTo>
                  <a:pt x="225761" y="39988"/>
                </a:lnTo>
                <a:lnTo>
                  <a:pt x="225311" y="40389"/>
                </a:lnTo>
                <a:lnTo>
                  <a:pt x="224872" y="40803"/>
                </a:lnTo>
                <a:lnTo>
                  <a:pt x="224444" y="41230"/>
                </a:lnTo>
                <a:lnTo>
                  <a:pt x="224026" y="41669"/>
                </a:lnTo>
                <a:lnTo>
                  <a:pt x="223618" y="42122"/>
                </a:lnTo>
                <a:lnTo>
                  <a:pt x="223221" y="42587"/>
                </a:lnTo>
                <a:lnTo>
                  <a:pt x="222835" y="43065"/>
                </a:lnTo>
                <a:lnTo>
                  <a:pt x="222460" y="43556"/>
                </a:lnTo>
                <a:lnTo>
                  <a:pt x="222094" y="44060"/>
                </a:lnTo>
                <a:lnTo>
                  <a:pt x="221740" y="44576"/>
                </a:lnTo>
                <a:lnTo>
                  <a:pt x="221396" y="45105"/>
                </a:lnTo>
                <a:lnTo>
                  <a:pt x="221063" y="45647"/>
                </a:lnTo>
                <a:lnTo>
                  <a:pt x="220740" y="46202"/>
                </a:lnTo>
                <a:lnTo>
                  <a:pt x="220427" y="46769"/>
                </a:lnTo>
                <a:lnTo>
                  <a:pt x="218826" y="35077"/>
                </a:lnTo>
                <a:lnTo>
                  <a:pt x="205852" y="35077"/>
                </a:lnTo>
                <a:lnTo>
                  <a:pt x="205852" y="116923"/>
                </a:lnTo>
                <a:lnTo>
                  <a:pt x="221869" y="116923"/>
                </a:lnTo>
                <a:lnTo>
                  <a:pt x="221869" y="68873"/>
                </a:lnTo>
                <a:lnTo>
                  <a:pt x="221873" y="68315"/>
                </a:lnTo>
                <a:lnTo>
                  <a:pt x="221886" y="67763"/>
                </a:lnTo>
                <a:lnTo>
                  <a:pt x="221906" y="67216"/>
                </a:lnTo>
                <a:close/>
                <a:moveTo>
                  <a:pt x="894178" y="67216"/>
                </a:moveTo>
                <a:lnTo>
                  <a:pt x="894207" y="66675"/>
                </a:lnTo>
                <a:lnTo>
                  <a:pt x="894245" y="66139"/>
                </a:lnTo>
                <a:lnTo>
                  <a:pt x="894290" y="65609"/>
                </a:lnTo>
                <a:lnTo>
                  <a:pt x="894345" y="65085"/>
                </a:lnTo>
                <a:lnTo>
                  <a:pt x="894407" y="64566"/>
                </a:lnTo>
                <a:lnTo>
                  <a:pt x="894478" y="64053"/>
                </a:lnTo>
                <a:lnTo>
                  <a:pt x="894557" y="63545"/>
                </a:lnTo>
                <a:lnTo>
                  <a:pt x="894645" y="63043"/>
                </a:lnTo>
                <a:lnTo>
                  <a:pt x="894741" y="62546"/>
                </a:lnTo>
                <a:lnTo>
                  <a:pt x="894845" y="62055"/>
                </a:lnTo>
                <a:lnTo>
                  <a:pt x="894958" y="61569"/>
                </a:lnTo>
                <a:lnTo>
                  <a:pt x="895079" y="61089"/>
                </a:lnTo>
                <a:lnTo>
                  <a:pt x="895208" y="60615"/>
                </a:lnTo>
                <a:lnTo>
                  <a:pt x="895346" y="60146"/>
                </a:lnTo>
                <a:lnTo>
                  <a:pt x="895492" y="59683"/>
                </a:lnTo>
                <a:lnTo>
                  <a:pt x="895646" y="59225"/>
                </a:lnTo>
                <a:lnTo>
                  <a:pt x="895809" y="58773"/>
                </a:lnTo>
                <a:lnTo>
                  <a:pt x="895980" y="58326"/>
                </a:lnTo>
                <a:lnTo>
                  <a:pt x="896159" y="57885"/>
                </a:lnTo>
                <a:lnTo>
                  <a:pt x="896347" y="57450"/>
                </a:lnTo>
                <a:lnTo>
                  <a:pt x="896543" y="57020"/>
                </a:lnTo>
                <a:lnTo>
                  <a:pt x="896746" y="56584"/>
                </a:lnTo>
                <a:lnTo>
                  <a:pt x="896957" y="56156"/>
                </a:lnTo>
                <a:lnTo>
                  <a:pt x="897173" y="55736"/>
                </a:lnTo>
                <a:lnTo>
                  <a:pt x="897397" y="55325"/>
                </a:lnTo>
                <a:lnTo>
                  <a:pt x="897627" y="54922"/>
                </a:lnTo>
                <a:lnTo>
                  <a:pt x="897864" y="54527"/>
                </a:lnTo>
                <a:lnTo>
                  <a:pt x="898108" y="54141"/>
                </a:lnTo>
                <a:lnTo>
                  <a:pt x="898358" y="53763"/>
                </a:lnTo>
                <a:lnTo>
                  <a:pt x="898615" y="53394"/>
                </a:lnTo>
                <a:lnTo>
                  <a:pt x="898879" y="53033"/>
                </a:lnTo>
                <a:lnTo>
                  <a:pt x="899149" y="52680"/>
                </a:lnTo>
                <a:lnTo>
                  <a:pt x="899426" y="52335"/>
                </a:lnTo>
                <a:lnTo>
                  <a:pt x="899709" y="51999"/>
                </a:lnTo>
                <a:lnTo>
                  <a:pt x="900000" y="51671"/>
                </a:lnTo>
                <a:lnTo>
                  <a:pt x="900297" y="51352"/>
                </a:lnTo>
                <a:lnTo>
                  <a:pt x="900600" y="51040"/>
                </a:lnTo>
                <a:lnTo>
                  <a:pt x="900911" y="50738"/>
                </a:lnTo>
                <a:lnTo>
                  <a:pt x="901228" y="50443"/>
                </a:lnTo>
                <a:lnTo>
                  <a:pt x="901551" y="50157"/>
                </a:lnTo>
                <a:lnTo>
                  <a:pt x="901882" y="49879"/>
                </a:lnTo>
                <a:lnTo>
                  <a:pt x="902219" y="49610"/>
                </a:lnTo>
                <a:lnTo>
                  <a:pt x="902562" y="49349"/>
                </a:lnTo>
                <a:lnTo>
                  <a:pt x="902913" y="49096"/>
                </a:lnTo>
                <a:lnTo>
                  <a:pt x="903270" y="48852"/>
                </a:lnTo>
                <a:lnTo>
                  <a:pt x="903633" y="48603"/>
                </a:lnTo>
                <a:lnTo>
                  <a:pt x="904002" y="48365"/>
                </a:lnTo>
                <a:lnTo>
                  <a:pt x="904376" y="48138"/>
                </a:lnTo>
                <a:lnTo>
                  <a:pt x="904756" y="47922"/>
                </a:lnTo>
                <a:lnTo>
                  <a:pt x="905141" y="47716"/>
                </a:lnTo>
                <a:lnTo>
                  <a:pt x="905532" y="47520"/>
                </a:lnTo>
                <a:lnTo>
                  <a:pt x="905929" y="47335"/>
                </a:lnTo>
                <a:lnTo>
                  <a:pt x="906331" y="47161"/>
                </a:lnTo>
                <a:lnTo>
                  <a:pt x="906739" y="46997"/>
                </a:lnTo>
                <a:lnTo>
                  <a:pt x="907152" y="46844"/>
                </a:lnTo>
                <a:lnTo>
                  <a:pt x="907571" y="46701"/>
                </a:lnTo>
                <a:lnTo>
                  <a:pt x="907995" y="46569"/>
                </a:lnTo>
                <a:lnTo>
                  <a:pt x="908425" y="46448"/>
                </a:lnTo>
                <a:lnTo>
                  <a:pt x="908860" y="46337"/>
                </a:lnTo>
                <a:lnTo>
                  <a:pt x="909301" y="46236"/>
                </a:lnTo>
                <a:lnTo>
                  <a:pt x="909748" y="46146"/>
                </a:lnTo>
                <a:lnTo>
                  <a:pt x="910200" y="46067"/>
                </a:lnTo>
                <a:lnTo>
                  <a:pt x="910658" y="45998"/>
                </a:lnTo>
                <a:lnTo>
                  <a:pt x="911121" y="45940"/>
                </a:lnTo>
                <a:lnTo>
                  <a:pt x="911590" y="45893"/>
                </a:lnTo>
                <a:lnTo>
                  <a:pt x="912064" y="45856"/>
                </a:lnTo>
                <a:lnTo>
                  <a:pt x="912544" y="45829"/>
                </a:lnTo>
                <a:lnTo>
                  <a:pt x="913030" y="45814"/>
                </a:lnTo>
                <a:lnTo>
                  <a:pt x="913521" y="45808"/>
                </a:lnTo>
                <a:lnTo>
                  <a:pt x="914221" y="45817"/>
                </a:lnTo>
                <a:lnTo>
                  <a:pt x="914909" y="45845"/>
                </a:lnTo>
                <a:lnTo>
                  <a:pt x="915583" y="45891"/>
                </a:lnTo>
                <a:lnTo>
                  <a:pt x="916244" y="45955"/>
                </a:lnTo>
                <a:lnTo>
                  <a:pt x="916891" y="46038"/>
                </a:lnTo>
                <a:lnTo>
                  <a:pt x="917525" y="46139"/>
                </a:lnTo>
                <a:lnTo>
                  <a:pt x="918146" y="46258"/>
                </a:lnTo>
                <a:lnTo>
                  <a:pt x="918753" y="46396"/>
                </a:lnTo>
                <a:lnTo>
                  <a:pt x="919347" y="46552"/>
                </a:lnTo>
                <a:lnTo>
                  <a:pt x="919927" y="46726"/>
                </a:lnTo>
                <a:lnTo>
                  <a:pt x="920495" y="46919"/>
                </a:lnTo>
                <a:lnTo>
                  <a:pt x="921049" y="47130"/>
                </a:lnTo>
                <a:lnTo>
                  <a:pt x="921589" y="47359"/>
                </a:lnTo>
                <a:lnTo>
                  <a:pt x="922116" y="47607"/>
                </a:lnTo>
                <a:lnTo>
                  <a:pt x="922630" y="47873"/>
                </a:lnTo>
                <a:lnTo>
                  <a:pt x="923131" y="48157"/>
                </a:lnTo>
                <a:lnTo>
                  <a:pt x="923618" y="48460"/>
                </a:lnTo>
                <a:lnTo>
                  <a:pt x="924092" y="48781"/>
                </a:lnTo>
                <a:lnTo>
                  <a:pt x="924552" y="49121"/>
                </a:lnTo>
                <a:lnTo>
                  <a:pt x="924999" y="49479"/>
                </a:lnTo>
                <a:lnTo>
                  <a:pt x="925433" y="49855"/>
                </a:lnTo>
                <a:lnTo>
                  <a:pt x="925854" y="50250"/>
                </a:lnTo>
                <a:lnTo>
                  <a:pt x="926261" y="50663"/>
                </a:lnTo>
                <a:lnTo>
                  <a:pt x="926655" y="51094"/>
                </a:lnTo>
                <a:lnTo>
                  <a:pt x="927047" y="51545"/>
                </a:lnTo>
                <a:lnTo>
                  <a:pt x="927422" y="52018"/>
                </a:lnTo>
                <a:lnTo>
                  <a:pt x="927781" y="52513"/>
                </a:lnTo>
                <a:lnTo>
                  <a:pt x="928123" y="53029"/>
                </a:lnTo>
                <a:lnTo>
                  <a:pt x="928448" y="53567"/>
                </a:lnTo>
                <a:lnTo>
                  <a:pt x="928757" y="54127"/>
                </a:lnTo>
                <a:lnTo>
                  <a:pt x="929049" y="54709"/>
                </a:lnTo>
                <a:lnTo>
                  <a:pt x="929324" y="55312"/>
                </a:lnTo>
                <a:lnTo>
                  <a:pt x="929583" y="55936"/>
                </a:lnTo>
                <a:lnTo>
                  <a:pt x="929825" y="56583"/>
                </a:lnTo>
                <a:lnTo>
                  <a:pt x="930050" y="57251"/>
                </a:lnTo>
                <a:lnTo>
                  <a:pt x="930258" y="57941"/>
                </a:lnTo>
                <a:lnTo>
                  <a:pt x="930450" y="58653"/>
                </a:lnTo>
                <a:lnTo>
                  <a:pt x="930625" y="59386"/>
                </a:lnTo>
                <a:lnTo>
                  <a:pt x="930784" y="60141"/>
                </a:lnTo>
                <a:lnTo>
                  <a:pt x="930926" y="60918"/>
                </a:lnTo>
                <a:lnTo>
                  <a:pt x="931051" y="61716"/>
                </a:lnTo>
                <a:lnTo>
                  <a:pt x="931159" y="62536"/>
                </a:lnTo>
                <a:lnTo>
                  <a:pt x="931251" y="63378"/>
                </a:lnTo>
                <a:lnTo>
                  <a:pt x="931326" y="64241"/>
                </a:lnTo>
                <a:lnTo>
                  <a:pt x="931385" y="65126"/>
                </a:lnTo>
                <a:lnTo>
                  <a:pt x="931426" y="66033"/>
                </a:lnTo>
                <a:lnTo>
                  <a:pt x="931451" y="66961"/>
                </a:lnTo>
                <a:lnTo>
                  <a:pt x="931460" y="67912"/>
                </a:lnTo>
                <a:lnTo>
                  <a:pt x="931460" y="116923"/>
                </a:lnTo>
                <a:lnTo>
                  <a:pt x="947476" y="116923"/>
                </a:lnTo>
                <a:lnTo>
                  <a:pt x="947476" y="63267"/>
                </a:lnTo>
                <a:lnTo>
                  <a:pt x="947463" y="62051"/>
                </a:lnTo>
                <a:lnTo>
                  <a:pt x="947421" y="60861"/>
                </a:lnTo>
                <a:lnTo>
                  <a:pt x="947351" y="59695"/>
                </a:lnTo>
                <a:lnTo>
                  <a:pt x="947254" y="58555"/>
                </a:lnTo>
                <a:lnTo>
                  <a:pt x="947129" y="57440"/>
                </a:lnTo>
                <a:lnTo>
                  <a:pt x="946976" y="56349"/>
                </a:lnTo>
                <a:lnTo>
                  <a:pt x="946795" y="55284"/>
                </a:lnTo>
                <a:lnTo>
                  <a:pt x="946587" y="54244"/>
                </a:lnTo>
                <a:lnTo>
                  <a:pt x="946350" y="53229"/>
                </a:lnTo>
                <a:lnTo>
                  <a:pt x="946086" y="52238"/>
                </a:lnTo>
                <a:lnTo>
                  <a:pt x="945794" y="51273"/>
                </a:lnTo>
                <a:lnTo>
                  <a:pt x="945474" y="50333"/>
                </a:lnTo>
                <a:lnTo>
                  <a:pt x="945127" y="49418"/>
                </a:lnTo>
                <a:lnTo>
                  <a:pt x="944751" y="48528"/>
                </a:lnTo>
                <a:lnTo>
                  <a:pt x="944348" y="47663"/>
                </a:lnTo>
                <a:lnTo>
                  <a:pt x="943917" y="46823"/>
                </a:lnTo>
                <a:lnTo>
                  <a:pt x="943458" y="46008"/>
                </a:lnTo>
                <a:lnTo>
                  <a:pt x="942972" y="45218"/>
                </a:lnTo>
                <a:lnTo>
                  <a:pt x="942457" y="44453"/>
                </a:lnTo>
                <a:lnTo>
                  <a:pt x="941915" y="43713"/>
                </a:lnTo>
                <a:lnTo>
                  <a:pt x="941345" y="42998"/>
                </a:lnTo>
                <a:lnTo>
                  <a:pt x="940747" y="42308"/>
                </a:lnTo>
                <a:lnTo>
                  <a:pt x="940121" y="41643"/>
                </a:lnTo>
                <a:lnTo>
                  <a:pt x="939468" y="41003"/>
                </a:lnTo>
                <a:lnTo>
                  <a:pt x="938791" y="40389"/>
                </a:lnTo>
                <a:lnTo>
                  <a:pt x="938095" y="39801"/>
                </a:lnTo>
                <a:lnTo>
                  <a:pt x="937381" y="39239"/>
                </a:lnTo>
                <a:lnTo>
                  <a:pt x="936647" y="38703"/>
                </a:lnTo>
                <a:lnTo>
                  <a:pt x="935895" y="38193"/>
                </a:lnTo>
                <a:lnTo>
                  <a:pt x="935123" y="37710"/>
                </a:lnTo>
                <a:lnTo>
                  <a:pt x="934333" y="37252"/>
                </a:lnTo>
                <a:lnTo>
                  <a:pt x="933524" y="36821"/>
                </a:lnTo>
                <a:lnTo>
                  <a:pt x="932696" y="36416"/>
                </a:lnTo>
                <a:lnTo>
                  <a:pt x="931849" y="36037"/>
                </a:lnTo>
                <a:lnTo>
                  <a:pt x="930983" y="35684"/>
                </a:lnTo>
                <a:lnTo>
                  <a:pt x="930098" y="35357"/>
                </a:lnTo>
                <a:lnTo>
                  <a:pt x="929194" y="35057"/>
                </a:lnTo>
                <a:lnTo>
                  <a:pt x="928272" y="34782"/>
                </a:lnTo>
                <a:lnTo>
                  <a:pt x="927330" y="34534"/>
                </a:lnTo>
                <a:lnTo>
                  <a:pt x="926370" y="34312"/>
                </a:lnTo>
                <a:lnTo>
                  <a:pt x="925390" y="34116"/>
                </a:lnTo>
                <a:lnTo>
                  <a:pt x="924392" y="33946"/>
                </a:lnTo>
                <a:lnTo>
                  <a:pt x="923375" y="33802"/>
                </a:lnTo>
                <a:lnTo>
                  <a:pt x="922339" y="33684"/>
                </a:lnTo>
                <a:lnTo>
                  <a:pt x="921284" y="33593"/>
                </a:lnTo>
                <a:lnTo>
                  <a:pt x="920210" y="33528"/>
                </a:lnTo>
                <a:lnTo>
                  <a:pt x="919117" y="33488"/>
                </a:lnTo>
                <a:lnTo>
                  <a:pt x="918005" y="33475"/>
                </a:lnTo>
                <a:lnTo>
                  <a:pt x="917327" y="33481"/>
                </a:lnTo>
                <a:lnTo>
                  <a:pt x="916654" y="33498"/>
                </a:lnTo>
                <a:lnTo>
                  <a:pt x="915986" y="33525"/>
                </a:lnTo>
                <a:lnTo>
                  <a:pt x="915323" y="33564"/>
                </a:lnTo>
                <a:lnTo>
                  <a:pt x="914664" y="33614"/>
                </a:lnTo>
                <a:lnTo>
                  <a:pt x="914011" y="33676"/>
                </a:lnTo>
                <a:lnTo>
                  <a:pt x="913363" y="33748"/>
                </a:lnTo>
                <a:lnTo>
                  <a:pt x="912720" y="33831"/>
                </a:lnTo>
                <a:lnTo>
                  <a:pt x="912082" y="33926"/>
                </a:lnTo>
                <a:lnTo>
                  <a:pt x="911448" y="34031"/>
                </a:lnTo>
                <a:lnTo>
                  <a:pt x="910820" y="34148"/>
                </a:lnTo>
                <a:lnTo>
                  <a:pt x="910197" y="34276"/>
                </a:lnTo>
                <a:lnTo>
                  <a:pt x="909579" y="34415"/>
                </a:lnTo>
                <a:lnTo>
                  <a:pt x="908966" y="34565"/>
                </a:lnTo>
                <a:lnTo>
                  <a:pt x="908358" y="34727"/>
                </a:lnTo>
                <a:lnTo>
                  <a:pt x="907755" y="34899"/>
                </a:lnTo>
                <a:lnTo>
                  <a:pt x="907156" y="35083"/>
                </a:lnTo>
                <a:lnTo>
                  <a:pt x="906563" y="35277"/>
                </a:lnTo>
                <a:lnTo>
                  <a:pt x="905975" y="35483"/>
                </a:lnTo>
                <a:lnTo>
                  <a:pt x="905392" y="35700"/>
                </a:lnTo>
                <a:lnTo>
                  <a:pt x="904814" y="35928"/>
                </a:lnTo>
                <a:lnTo>
                  <a:pt x="904241" y="36167"/>
                </a:lnTo>
                <a:lnTo>
                  <a:pt x="903673" y="36417"/>
                </a:lnTo>
                <a:lnTo>
                  <a:pt x="903110" y="36679"/>
                </a:lnTo>
                <a:lnTo>
                  <a:pt x="902554" y="36952"/>
                </a:lnTo>
                <a:lnTo>
                  <a:pt x="902010" y="37238"/>
                </a:lnTo>
                <a:lnTo>
                  <a:pt x="901475" y="37537"/>
                </a:lnTo>
                <a:lnTo>
                  <a:pt x="900952" y="37849"/>
                </a:lnTo>
                <a:lnTo>
                  <a:pt x="900439" y="38173"/>
                </a:lnTo>
                <a:lnTo>
                  <a:pt x="899936" y="38511"/>
                </a:lnTo>
                <a:lnTo>
                  <a:pt x="899444" y="38861"/>
                </a:lnTo>
                <a:lnTo>
                  <a:pt x="898963" y="39224"/>
                </a:lnTo>
                <a:lnTo>
                  <a:pt x="898492" y="39599"/>
                </a:lnTo>
                <a:lnTo>
                  <a:pt x="898032" y="39988"/>
                </a:lnTo>
                <a:lnTo>
                  <a:pt x="897582" y="40389"/>
                </a:lnTo>
                <a:lnTo>
                  <a:pt x="897143" y="40803"/>
                </a:lnTo>
                <a:lnTo>
                  <a:pt x="896715" y="41230"/>
                </a:lnTo>
                <a:lnTo>
                  <a:pt x="896297" y="41669"/>
                </a:lnTo>
                <a:lnTo>
                  <a:pt x="895890" y="42122"/>
                </a:lnTo>
                <a:lnTo>
                  <a:pt x="895493" y="42587"/>
                </a:lnTo>
                <a:lnTo>
                  <a:pt x="895107" y="43065"/>
                </a:lnTo>
                <a:lnTo>
                  <a:pt x="894731" y="43556"/>
                </a:lnTo>
                <a:lnTo>
                  <a:pt x="894366" y="44060"/>
                </a:lnTo>
                <a:lnTo>
                  <a:pt x="894011" y="44576"/>
                </a:lnTo>
                <a:lnTo>
                  <a:pt x="893667" y="45105"/>
                </a:lnTo>
                <a:lnTo>
                  <a:pt x="893334" y="45647"/>
                </a:lnTo>
                <a:lnTo>
                  <a:pt x="893011" y="46202"/>
                </a:lnTo>
                <a:lnTo>
                  <a:pt x="892699" y="46769"/>
                </a:lnTo>
                <a:lnTo>
                  <a:pt x="891097" y="35077"/>
                </a:lnTo>
                <a:lnTo>
                  <a:pt x="878123" y="35077"/>
                </a:lnTo>
                <a:lnTo>
                  <a:pt x="878123" y="116923"/>
                </a:lnTo>
                <a:lnTo>
                  <a:pt x="894140" y="116923"/>
                </a:lnTo>
                <a:lnTo>
                  <a:pt x="894140" y="68873"/>
                </a:lnTo>
                <a:lnTo>
                  <a:pt x="894144" y="68315"/>
                </a:lnTo>
                <a:lnTo>
                  <a:pt x="894157" y="67763"/>
                </a:lnTo>
                <a:lnTo>
                  <a:pt x="894178" y="67216"/>
                </a:lnTo>
                <a:close/>
                <a:moveTo>
                  <a:pt x="50779" y="118465"/>
                </a:moveTo>
                <a:lnTo>
                  <a:pt x="51565" y="118418"/>
                </a:lnTo>
                <a:lnTo>
                  <a:pt x="52345" y="118358"/>
                </a:lnTo>
                <a:lnTo>
                  <a:pt x="53116" y="118285"/>
                </a:lnTo>
                <a:lnTo>
                  <a:pt x="53880" y="118198"/>
                </a:lnTo>
                <a:lnTo>
                  <a:pt x="54635" y="118098"/>
                </a:lnTo>
                <a:lnTo>
                  <a:pt x="55383" y="117984"/>
                </a:lnTo>
                <a:lnTo>
                  <a:pt x="56124" y="117858"/>
                </a:lnTo>
                <a:lnTo>
                  <a:pt x="56856" y="117717"/>
                </a:lnTo>
                <a:lnTo>
                  <a:pt x="57581" y="117564"/>
                </a:lnTo>
                <a:lnTo>
                  <a:pt x="58298" y="117397"/>
                </a:lnTo>
                <a:lnTo>
                  <a:pt x="59007" y="117217"/>
                </a:lnTo>
                <a:lnTo>
                  <a:pt x="59708" y="117023"/>
                </a:lnTo>
                <a:lnTo>
                  <a:pt x="60401" y="116816"/>
                </a:lnTo>
                <a:lnTo>
                  <a:pt x="61087" y="116596"/>
                </a:lnTo>
                <a:lnTo>
                  <a:pt x="61765" y="116363"/>
                </a:lnTo>
                <a:lnTo>
                  <a:pt x="62435" y="116116"/>
                </a:lnTo>
                <a:lnTo>
                  <a:pt x="63098" y="115855"/>
                </a:lnTo>
                <a:lnTo>
                  <a:pt x="63752" y="115582"/>
                </a:lnTo>
                <a:lnTo>
                  <a:pt x="64399" y="115295"/>
                </a:lnTo>
                <a:lnTo>
                  <a:pt x="65038" y="114995"/>
                </a:lnTo>
                <a:lnTo>
                  <a:pt x="65669" y="114681"/>
                </a:lnTo>
                <a:lnTo>
                  <a:pt x="66304" y="114341"/>
                </a:lnTo>
                <a:lnTo>
                  <a:pt x="66927" y="113989"/>
                </a:lnTo>
                <a:lnTo>
                  <a:pt x="67539" y="113625"/>
                </a:lnTo>
                <a:lnTo>
                  <a:pt x="68139" y="113248"/>
                </a:lnTo>
                <a:lnTo>
                  <a:pt x="68727" y="112860"/>
                </a:lnTo>
                <a:lnTo>
                  <a:pt x="69303" y="112459"/>
                </a:lnTo>
                <a:lnTo>
                  <a:pt x="69868" y="112045"/>
                </a:lnTo>
                <a:lnTo>
                  <a:pt x="70421" y="111620"/>
                </a:lnTo>
                <a:lnTo>
                  <a:pt x="70962" y="111182"/>
                </a:lnTo>
                <a:lnTo>
                  <a:pt x="71492" y="110732"/>
                </a:lnTo>
                <a:lnTo>
                  <a:pt x="72010" y="110270"/>
                </a:lnTo>
                <a:lnTo>
                  <a:pt x="72516" y="109796"/>
                </a:lnTo>
                <a:lnTo>
                  <a:pt x="73011" y="109309"/>
                </a:lnTo>
                <a:lnTo>
                  <a:pt x="73494" y="108810"/>
                </a:lnTo>
                <a:lnTo>
                  <a:pt x="73965" y="108299"/>
                </a:lnTo>
                <a:lnTo>
                  <a:pt x="74425" y="107776"/>
                </a:lnTo>
                <a:lnTo>
                  <a:pt x="74873" y="107240"/>
                </a:lnTo>
                <a:lnTo>
                  <a:pt x="75309" y="106692"/>
                </a:lnTo>
                <a:lnTo>
                  <a:pt x="75734" y="106132"/>
                </a:lnTo>
                <a:lnTo>
                  <a:pt x="76147" y="105560"/>
                </a:lnTo>
                <a:lnTo>
                  <a:pt x="76548" y="104976"/>
                </a:lnTo>
                <a:lnTo>
                  <a:pt x="76938" y="104379"/>
                </a:lnTo>
                <a:lnTo>
                  <a:pt x="77316" y="103770"/>
                </a:lnTo>
                <a:lnTo>
                  <a:pt x="77682" y="103149"/>
                </a:lnTo>
                <a:lnTo>
                  <a:pt x="78048" y="102516"/>
                </a:lnTo>
                <a:lnTo>
                  <a:pt x="78398" y="101872"/>
                </a:lnTo>
                <a:lnTo>
                  <a:pt x="78733" y="101217"/>
                </a:lnTo>
                <a:lnTo>
                  <a:pt x="79052" y="100550"/>
                </a:lnTo>
                <a:lnTo>
                  <a:pt x="79356" y="99873"/>
                </a:lnTo>
                <a:lnTo>
                  <a:pt x="79644" y="99185"/>
                </a:lnTo>
                <a:lnTo>
                  <a:pt x="79916" y="98485"/>
                </a:lnTo>
                <a:lnTo>
                  <a:pt x="80173" y="97774"/>
                </a:lnTo>
                <a:lnTo>
                  <a:pt x="80415" y="97052"/>
                </a:lnTo>
                <a:lnTo>
                  <a:pt x="80641" y="96319"/>
                </a:lnTo>
                <a:lnTo>
                  <a:pt x="80851" y="95575"/>
                </a:lnTo>
                <a:lnTo>
                  <a:pt x="81045" y="94820"/>
                </a:lnTo>
                <a:lnTo>
                  <a:pt x="81225" y="94054"/>
                </a:lnTo>
                <a:lnTo>
                  <a:pt x="81388" y="93276"/>
                </a:lnTo>
                <a:lnTo>
                  <a:pt x="81536" y="92488"/>
                </a:lnTo>
                <a:lnTo>
                  <a:pt x="81668" y="91688"/>
                </a:lnTo>
                <a:lnTo>
                  <a:pt x="81785" y="90877"/>
                </a:lnTo>
                <a:lnTo>
                  <a:pt x="81886" y="90055"/>
                </a:lnTo>
                <a:lnTo>
                  <a:pt x="81972" y="89222"/>
                </a:lnTo>
                <a:lnTo>
                  <a:pt x="82042" y="88378"/>
                </a:lnTo>
                <a:lnTo>
                  <a:pt x="82097" y="87522"/>
                </a:lnTo>
                <a:lnTo>
                  <a:pt x="82135" y="86656"/>
                </a:lnTo>
                <a:lnTo>
                  <a:pt x="82159" y="85778"/>
                </a:lnTo>
                <a:lnTo>
                  <a:pt x="82167" y="84890"/>
                </a:lnTo>
                <a:lnTo>
                  <a:pt x="67912" y="84890"/>
                </a:lnTo>
                <a:lnTo>
                  <a:pt x="67907" y="85539"/>
                </a:lnTo>
                <a:lnTo>
                  <a:pt x="67894" y="86178"/>
                </a:lnTo>
                <a:lnTo>
                  <a:pt x="67872" y="86807"/>
                </a:lnTo>
                <a:lnTo>
                  <a:pt x="67840" y="87426"/>
                </a:lnTo>
                <a:lnTo>
                  <a:pt x="67800" y="88034"/>
                </a:lnTo>
                <a:lnTo>
                  <a:pt x="67751" y="88633"/>
                </a:lnTo>
                <a:lnTo>
                  <a:pt x="67694" y="89222"/>
                </a:lnTo>
                <a:lnTo>
                  <a:pt x="67627" y="89801"/>
                </a:lnTo>
                <a:lnTo>
                  <a:pt x="67551" y="90370"/>
                </a:lnTo>
                <a:lnTo>
                  <a:pt x="67467" y="90929"/>
                </a:lnTo>
                <a:lnTo>
                  <a:pt x="67373" y="91478"/>
                </a:lnTo>
                <a:lnTo>
                  <a:pt x="67271" y="92017"/>
                </a:lnTo>
                <a:lnTo>
                  <a:pt x="67160" y="92546"/>
                </a:lnTo>
                <a:lnTo>
                  <a:pt x="67040" y="93065"/>
                </a:lnTo>
                <a:lnTo>
                  <a:pt x="66911" y="93574"/>
                </a:lnTo>
                <a:lnTo>
                  <a:pt x="66773" y="94073"/>
                </a:lnTo>
                <a:lnTo>
                  <a:pt x="66626" y="94561"/>
                </a:lnTo>
                <a:lnTo>
                  <a:pt x="66470" y="95040"/>
                </a:lnTo>
                <a:lnTo>
                  <a:pt x="66305" y="95509"/>
                </a:lnTo>
                <a:lnTo>
                  <a:pt x="66132" y="95968"/>
                </a:lnTo>
                <a:lnTo>
                  <a:pt x="65950" y="96417"/>
                </a:lnTo>
                <a:lnTo>
                  <a:pt x="65758" y="96855"/>
                </a:lnTo>
                <a:lnTo>
                  <a:pt x="65558" y="97284"/>
                </a:lnTo>
                <a:lnTo>
                  <a:pt x="65349" y="97703"/>
                </a:lnTo>
                <a:lnTo>
                  <a:pt x="65145" y="98099"/>
                </a:lnTo>
                <a:lnTo>
                  <a:pt x="64934" y="98487"/>
                </a:lnTo>
                <a:lnTo>
                  <a:pt x="64716" y="98867"/>
                </a:lnTo>
                <a:lnTo>
                  <a:pt x="64490" y="99238"/>
                </a:lnTo>
                <a:lnTo>
                  <a:pt x="64257" y="99601"/>
                </a:lnTo>
                <a:lnTo>
                  <a:pt x="64017" y="99955"/>
                </a:lnTo>
                <a:lnTo>
                  <a:pt x="63770" y="100302"/>
                </a:lnTo>
                <a:lnTo>
                  <a:pt x="63516" y="100639"/>
                </a:lnTo>
                <a:lnTo>
                  <a:pt x="63254" y="100969"/>
                </a:lnTo>
                <a:lnTo>
                  <a:pt x="62985" y="101290"/>
                </a:lnTo>
                <a:lnTo>
                  <a:pt x="62709" y="101603"/>
                </a:lnTo>
                <a:lnTo>
                  <a:pt x="62426" y="101907"/>
                </a:lnTo>
                <a:lnTo>
                  <a:pt x="62135" y="102204"/>
                </a:lnTo>
                <a:lnTo>
                  <a:pt x="61837" y="102491"/>
                </a:lnTo>
                <a:lnTo>
                  <a:pt x="61532" y="102771"/>
                </a:lnTo>
                <a:lnTo>
                  <a:pt x="61220" y="103042"/>
                </a:lnTo>
                <a:lnTo>
                  <a:pt x="60901" y="103305"/>
                </a:lnTo>
                <a:lnTo>
                  <a:pt x="60574" y="103559"/>
                </a:lnTo>
                <a:lnTo>
                  <a:pt x="60240" y="103805"/>
                </a:lnTo>
                <a:lnTo>
                  <a:pt x="59899" y="104043"/>
                </a:lnTo>
                <a:lnTo>
                  <a:pt x="59550" y="104272"/>
                </a:lnTo>
                <a:lnTo>
                  <a:pt x="59195" y="104494"/>
                </a:lnTo>
                <a:lnTo>
                  <a:pt x="58832" y="104706"/>
                </a:lnTo>
                <a:lnTo>
                  <a:pt x="58462" y="104911"/>
                </a:lnTo>
                <a:lnTo>
                  <a:pt x="58099" y="105094"/>
                </a:lnTo>
                <a:lnTo>
                  <a:pt x="57731" y="105269"/>
                </a:lnTo>
                <a:lnTo>
                  <a:pt x="57358" y="105436"/>
                </a:lnTo>
                <a:lnTo>
                  <a:pt x="56980" y="105596"/>
                </a:lnTo>
                <a:lnTo>
                  <a:pt x="56597" y="105748"/>
                </a:lnTo>
                <a:lnTo>
                  <a:pt x="56209" y="105892"/>
                </a:lnTo>
                <a:lnTo>
                  <a:pt x="55816" y="106028"/>
                </a:lnTo>
                <a:lnTo>
                  <a:pt x="55418" y="106156"/>
                </a:lnTo>
                <a:lnTo>
                  <a:pt x="55016" y="106277"/>
                </a:lnTo>
                <a:lnTo>
                  <a:pt x="54608" y="106390"/>
                </a:lnTo>
                <a:lnTo>
                  <a:pt x="54195" y="106495"/>
                </a:lnTo>
                <a:lnTo>
                  <a:pt x="53777" y="106592"/>
                </a:lnTo>
                <a:lnTo>
                  <a:pt x="53354" y="106682"/>
                </a:lnTo>
                <a:lnTo>
                  <a:pt x="52926" y="106764"/>
                </a:lnTo>
                <a:lnTo>
                  <a:pt x="52493" y="106838"/>
                </a:lnTo>
                <a:lnTo>
                  <a:pt x="52055" y="106904"/>
                </a:lnTo>
                <a:lnTo>
                  <a:pt x="51612" y="106962"/>
                </a:lnTo>
                <a:lnTo>
                  <a:pt x="51164" y="107013"/>
                </a:lnTo>
                <a:lnTo>
                  <a:pt x="50711" y="107056"/>
                </a:lnTo>
                <a:lnTo>
                  <a:pt x="50253" y="107091"/>
                </a:lnTo>
                <a:lnTo>
                  <a:pt x="49790" y="107118"/>
                </a:lnTo>
                <a:lnTo>
                  <a:pt x="49322" y="107137"/>
                </a:lnTo>
                <a:lnTo>
                  <a:pt x="48849" y="107149"/>
                </a:lnTo>
                <a:lnTo>
                  <a:pt x="48371" y="107153"/>
                </a:lnTo>
                <a:lnTo>
                  <a:pt x="47590" y="107142"/>
                </a:lnTo>
                <a:lnTo>
                  <a:pt x="46820" y="107107"/>
                </a:lnTo>
                <a:lnTo>
                  <a:pt x="46064" y="107050"/>
                </a:lnTo>
                <a:lnTo>
                  <a:pt x="45319" y="106971"/>
                </a:lnTo>
                <a:lnTo>
                  <a:pt x="44586" y="106868"/>
                </a:lnTo>
                <a:lnTo>
                  <a:pt x="43866" y="106743"/>
                </a:lnTo>
                <a:lnTo>
                  <a:pt x="43158" y="106594"/>
                </a:lnTo>
                <a:lnTo>
                  <a:pt x="42463" y="106423"/>
                </a:lnTo>
                <a:lnTo>
                  <a:pt x="41779" y="106230"/>
                </a:lnTo>
                <a:lnTo>
                  <a:pt x="41108" y="106013"/>
                </a:lnTo>
                <a:lnTo>
                  <a:pt x="40449" y="105773"/>
                </a:lnTo>
                <a:lnTo>
                  <a:pt x="39802" y="105511"/>
                </a:lnTo>
                <a:lnTo>
                  <a:pt x="39167" y="105226"/>
                </a:lnTo>
                <a:lnTo>
                  <a:pt x="38545" y="104918"/>
                </a:lnTo>
                <a:lnTo>
                  <a:pt x="37935" y="104588"/>
                </a:lnTo>
                <a:lnTo>
                  <a:pt x="37337" y="104234"/>
                </a:lnTo>
                <a:lnTo>
                  <a:pt x="36752" y="103858"/>
                </a:lnTo>
                <a:lnTo>
                  <a:pt x="36178" y="103459"/>
                </a:lnTo>
                <a:lnTo>
                  <a:pt x="35617" y="103037"/>
                </a:lnTo>
                <a:lnTo>
                  <a:pt x="35068" y="102593"/>
                </a:lnTo>
                <a:lnTo>
                  <a:pt x="34531" y="102125"/>
                </a:lnTo>
                <a:lnTo>
                  <a:pt x="34007" y="101635"/>
                </a:lnTo>
                <a:lnTo>
                  <a:pt x="33495" y="101122"/>
                </a:lnTo>
                <a:lnTo>
                  <a:pt x="32995" y="100586"/>
                </a:lnTo>
                <a:lnTo>
                  <a:pt x="32524" y="100028"/>
                </a:lnTo>
                <a:lnTo>
                  <a:pt x="32074" y="99449"/>
                </a:lnTo>
                <a:lnTo>
                  <a:pt x="31643" y="98849"/>
                </a:lnTo>
                <a:lnTo>
                  <a:pt x="31233" y="98228"/>
                </a:lnTo>
                <a:lnTo>
                  <a:pt x="30843" y="97586"/>
                </a:lnTo>
                <a:lnTo>
                  <a:pt x="30472" y="96922"/>
                </a:lnTo>
                <a:lnTo>
                  <a:pt x="30122" y="96238"/>
                </a:lnTo>
                <a:lnTo>
                  <a:pt x="29791" y="95532"/>
                </a:lnTo>
                <a:lnTo>
                  <a:pt x="29481" y="94805"/>
                </a:lnTo>
                <a:lnTo>
                  <a:pt x="29191" y="94057"/>
                </a:lnTo>
                <a:lnTo>
                  <a:pt x="28920" y="93288"/>
                </a:lnTo>
                <a:lnTo>
                  <a:pt x="28670" y="92498"/>
                </a:lnTo>
                <a:lnTo>
                  <a:pt x="28440" y="91686"/>
                </a:lnTo>
                <a:lnTo>
                  <a:pt x="28230" y="90854"/>
                </a:lnTo>
                <a:lnTo>
                  <a:pt x="28040" y="90000"/>
                </a:lnTo>
                <a:lnTo>
                  <a:pt x="27869" y="89125"/>
                </a:lnTo>
                <a:lnTo>
                  <a:pt x="27719" y="88229"/>
                </a:lnTo>
                <a:lnTo>
                  <a:pt x="27589" y="87312"/>
                </a:lnTo>
                <a:lnTo>
                  <a:pt x="27479" y="86374"/>
                </a:lnTo>
                <a:lnTo>
                  <a:pt x="27389" y="85415"/>
                </a:lnTo>
                <a:lnTo>
                  <a:pt x="27319" y="84434"/>
                </a:lnTo>
                <a:lnTo>
                  <a:pt x="27269" y="83432"/>
                </a:lnTo>
                <a:lnTo>
                  <a:pt x="27239" y="82410"/>
                </a:lnTo>
                <a:lnTo>
                  <a:pt x="27229" y="81366"/>
                </a:lnTo>
                <a:lnTo>
                  <a:pt x="27229" y="70634"/>
                </a:lnTo>
                <a:lnTo>
                  <a:pt x="27239" y="69552"/>
                </a:lnTo>
                <a:lnTo>
                  <a:pt x="27270" y="68493"/>
                </a:lnTo>
                <a:lnTo>
                  <a:pt x="27321" y="67459"/>
                </a:lnTo>
                <a:lnTo>
                  <a:pt x="27393" y="66448"/>
                </a:lnTo>
                <a:lnTo>
                  <a:pt x="27486" y="65461"/>
                </a:lnTo>
                <a:lnTo>
                  <a:pt x="27599" y="64498"/>
                </a:lnTo>
                <a:lnTo>
                  <a:pt x="27733" y="63559"/>
                </a:lnTo>
                <a:lnTo>
                  <a:pt x="27887" y="62644"/>
                </a:lnTo>
                <a:lnTo>
                  <a:pt x="28062" y="61753"/>
                </a:lnTo>
                <a:lnTo>
                  <a:pt x="28258" y="60885"/>
                </a:lnTo>
                <a:lnTo>
                  <a:pt x="28474" y="60042"/>
                </a:lnTo>
                <a:lnTo>
                  <a:pt x="28710" y="59222"/>
                </a:lnTo>
                <a:lnTo>
                  <a:pt x="28967" y="58427"/>
                </a:lnTo>
                <a:lnTo>
                  <a:pt x="29245" y="57655"/>
                </a:lnTo>
                <a:lnTo>
                  <a:pt x="29544" y="56908"/>
                </a:lnTo>
                <a:lnTo>
                  <a:pt x="29863" y="56184"/>
                </a:lnTo>
                <a:lnTo>
                  <a:pt x="30202" y="55484"/>
                </a:lnTo>
                <a:lnTo>
                  <a:pt x="30562" y="54808"/>
                </a:lnTo>
                <a:lnTo>
                  <a:pt x="30943" y="54156"/>
                </a:lnTo>
                <a:lnTo>
                  <a:pt x="31344" y="53528"/>
                </a:lnTo>
                <a:lnTo>
                  <a:pt x="31766" y="52923"/>
                </a:lnTo>
                <a:lnTo>
                  <a:pt x="32208" y="52343"/>
                </a:lnTo>
                <a:lnTo>
                  <a:pt x="32671" y="51787"/>
                </a:lnTo>
                <a:lnTo>
                  <a:pt x="33155" y="51254"/>
                </a:lnTo>
                <a:lnTo>
                  <a:pt x="33667" y="50731"/>
                </a:lnTo>
                <a:lnTo>
                  <a:pt x="34187" y="50231"/>
                </a:lnTo>
                <a:lnTo>
                  <a:pt x="34717" y="49752"/>
                </a:lnTo>
                <a:lnTo>
                  <a:pt x="35255" y="49296"/>
                </a:lnTo>
                <a:lnTo>
                  <a:pt x="35802" y="48863"/>
                </a:lnTo>
                <a:lnTo>
                  <a:pt x="36358" y="48451"/>
                </a:lnTo>
                <a:lnTo>
                  <a:pt x="36923" y="48062"/>
                </a:lnTo>
                <a:lnTo>
                  <a:pt x="37497" y="47695"/>
                </a:lnTo>
                <a:lnTo>
                  <a:pt x="38080" y="47350"/>
                </a:lnTo>
                <a:lnTo>
                  <a:pt x="38672" y="47027"/>
                </a:lnTo>
                <a:lnTo>
                  <a:pt x="39273" y="46727"/>
                </a:lnTo>
                <a:lnTo>
                  <a:pt x="39882" y="46449"/>
                </a:lnTo>
                <a:lnTo>
                  <a:pt x="40500" y="46193"/>
                </a:lnTo>
                <a:lnTo>
                  <a:pt x="41128" y="45960"/>
                </a:lnTo>
                <a:lnTo>
                  <a:pt x="41764" y="45748"/>
                </a:lnTo>
                <a:lnTo>
                  <a:pt x="42409" y="45559"/>
                </a:lnTo>
                <a:lnTo>
                  <a:pt x="43063" y="45392"/>
                </a:lnTo>
                <a:lnTo>
                  <a:pt x="43726" y="45248"/>
                </a:lnTo>
                <a:lnTo>
                  <a:pt x="44398" y="45125"/>
                </a:lnTo>
                <a:lnTo>
                  <a:pt x="45079" y="45025"/>
                </a:lnTo>
                <a:lnTo>
                  <a:pt x="45768" y="44947"/>
                </a:lnTo>
                <a:lnTo>
                  <a:pt x="46467" y="44892"/>
                </a:lnTo>
                <a:lnTo>
                  <a:pt x="47174" y="44858"/>
                </a:lnTo>
                <a:lnTo>
                  <a:pt x="47890" y="44847"/>
                </a:lnTo>
                <a:lnTo>
                  <a:pt x="48382" y="44851"/>
                </a:lnTo>
                <a:lnTo>
                  <a:pt x="48867" y="44864"/>
                </a:lnTo>
                <a:lnTo>
                  <a:pt x="49347" y="44885"/>
                </a:lnTo>
                <a:lnTo>
                  <a:pt x="49821" y="44914"/>
                </a:lnTo>
                <a:lnTo>
                  <a:pt x="50290" y="44952"/>
                </a:lnTo>
                <a:lnTo>
                  <a:pt x="50754" y="44997"/>
                </a:lnTo>
                <a:lnTo>
                  <a:pt x="51211" y="45052"/>
                </a:lnTo>
                <a:lnTo>
                  <a:pt x="51663" y="45114"/>
                </a:lnTo>
                <a:lnTo>
                  <a:pt x="52110" y="45185"/>
                </a:lnTo>
                <a:lnTo>
                  <a:pt x="52551" y="45264"/>
                </a:lnTo>
                <a:lnTo>
                  <a:pt x="52986" y="45352"/>
                </a:lnTo>
                <a:lnTo>
                  <a:pt x="53416" y="45448"/>
                </a:lnTo>
                <a:lnTo>
                  <a:pt x="53841" y="45552"/>
                </a:lnTo>
                <a:lnTo>
                  <a:pt x="54259" y="45665"/>
                </a:lnTo>
                <a:lnTo>
                  <a:pt x="54673" y="45786"/>
                </a:lnTo>
                <a:lnTo>
                  <a:pt x="55080" y="45915"/>
                </a:lnTo>
                <a:lnTo>
                  <a:pt x="55482" y="46053"/>
                </a:lnTo>
                <a:lnTo>
                  <a:pt x="55879" y="46199"/>
                </a:lnTo>
                <a:lnTo>
                  <a:pt x="56270" y="46353"/>
                </a:lnTo>
                <a:lnTo>
                  <a:pt x="56655" y="46516"/>
                </a:lnTo>
                <a:lnTo>
                  <a:pt x="57035" y="46687"/>
                </a:lnTo>
                <a:lnTo>
                  <a:pt x="57409" y="46866"/>
                </a:lnTo>
                <a:lnTo>
                  <a:pt x="57778" y="47054"/>
                </a:lnTo>
                <a:lnTo>
                  <a:pt x="58141" y="47250"/>
                </a:lnTo>
                <a:lnTo>
                  <a:pt x="58512" y="47441"/>
                </a:lnTo>
                <a:lnTo>
                  <a:pt x="58875" y="47642"/>
                </a:lnTo>
                <a:lnTo>
                  <a:pt x="59232" y="47853"/>
                </a:lnTo>
                <a:lnTo>
                  <a:pt x="59583" y="48073"/>
                </a:lnTo>
                <a:lnTo>
                  <a:pt x="59927" y="48302"/>
                </a:lnTo>
                <a:lnTo>
                  <a:pt x="60264" y="48541"/>
                </a:lnTo>
                <a:lnTo>
                  <a:pt x="60594" y="48789"/>
                </a:lnTo>
                <a:lnTo>
                  <a:pt x="60918" y="49047"/>
                </a:lnTo>
                <a:lnTo>
                  <a:pt x="61235" y="49314"/>
                </a:lnTo>
                <a:lnTo>
                  <a:pt x="61545" y="49591"/>
                </a:lnTo>
                <a:lnTo>
                  <a:pt x="61849" y="49877"/>
                </a:lnTo>
                <a:lnTo>
                  <a:pt x="62146" y="50173"/>
                </a:lnTo>
                <a:lnTo>
                  <a:pt x="62436" y="50478"/>
                </a:lnTo>
                <a:lnTo>
                  <a:pt x="62719" y="50792"/>
                </a:lnTo>
                <a:lnTo>
                  <a:pt x="62996" y="51116"/>
                </a:lnTo>
                <a:lnTo>
                  <a:pt x="63267" y="51450"/>
                </a:lnTo>
                <a:lnTo>
                  <a:pt x="63530" y="51793"/>
                </a:lnTo>
                <a:lnTo>
                  <a:pt x="63787" y="52145"/>
                </a:lnTo>
                <a:lnTo>
                  <a:pt x="64038" y="52507"/>
                </a:lnTo>
                <a:lnTo>
                  <a:pt x="64281" y="52878"/>
                </a:lnTo>
                <a:lnTo>
                  <a:pt x="64518" y="53259"/>
                </a:lnTo>
                <a:lnTo>
                  <a:pt x="64748" y="53649"/>
                </a:lnTo>
                <a:lnTo>
                  <a:pt x="64972" y="54048"/>
                </a:lnTo>
                <a:lnTo>
                  <a:pt x="65189" y="54457"/>
                </a:lnTo>
                <a:lnTo>
                  <a:pt x="65398" y="54863"/>
                </a:lnTo>
                <a:lnTo>
                  <a:pt x="65598" y="55279"/>
                </a:lnTo>
                <a:lnTo>
                  <a:pt x="65789" y="55706"/>
                </a:lnTo>
                <a:lnTo>
                  <a:pt x="65972" y="56144"/>
                </a:lnTo>
                <a:lnTo>
                  <a:pt x="66145" y="56592"/>
                </a:lnTo>
                <a:lnTo>
                  <a:pt x="66310" y="57050"/>
                </a:lnTo>
                <a:lnTo>
                  <a:pt x="66466" y="57519"/>
                </a:lnTo>
                <a:lnTo>
                  <a:pt x="66612" y="57999"/>
                </a:lnTo>
                <a:lnTo>
                  <a:pt x="66750" y="58489"/>
                </a:lnTo>
                <a:lnTo>
                  <a:pt x="66879" y="58990"/>
                </a:lnTo>
                <a:lnTo>
                  <a:pt x="67000" y="59501"/>
                </a:lnTo>
                <a:lnTo>
                  <a:pt x="67111" y="60023"/>
                </a:lnTo>
                <a:lnTo>
                  <a:pt x="67213" y="60556"/>
                </a:lnTo>
                <a:lnTo>
                  <a:pt x="67307" y="61099"/>
                </a:lnTo>
                <a:lnTo>
                  <a:pt x="67391" y="61653"/>
                </a:lnTo>
                <a:lnTo>
                  <a:pt x="67467" y="62217"/>
                </a:lnTo>
                <a:lnTo>
                  <a:pt x="67533" y="62791"/>
                </a:lnTo>
                <a:lnTo>
                  <a:pt x="67591" y="63377"/>
                </a:lnTo>
                <a:lnTo>
                  <a:pt x="67640" y="63973"/>
                </a:lnTo>
                <a:lnTo>
                  <a:pt x="67680" y="64579"/>
                </a:lnTo>
                <a:lnTo>
                  <a:pt x="67711" y="65196"/>
                </a:lnTo>
                <a:lnTo>
                  <a:pt x="67734" y="65824"/>
                </a:lnTo>
                <a:lnTo>
                  <a:pt x="67747" y="66462"/>
                </a:lnTo>
                <a:lnTo>
                  <a:pt x="67751" y="67111"/>
                </a:lnTo>
                <a:lnTo>
                  <a:pt x="82167" y="67111"/>
                </a:lnTo>
                <a:lnTo>
                  <a:pt x="82159" y="66235"/>
                </a:lnTo>
                <a:lnTo>
                  <a:pt x="82137" y="65371"/>
                </a:lnTo>
                <a:lnTo>
                  <a:pt x="82099" y="64518"/>
                </a:lnTo>
                <a:lnTo>
                  <a:pt x="82047" y="63676"/>
                </a:lnTo>
                <a:lnTo>
                  <a:pt x="81979" y="62845"/>
                </a:lnTo>
                <a:lnTo>
                  <a:pt x="81896" y="62025"/>
                </a:lnTo>
                <a:lnTo>
                  <a:pt x="81799" y="61217"/>
                </a:lnTo>
                <a:lnTo>
                  <a:pt x="81686" y="60419"/>
                </a:lnTo>
                <a:lnTo>
                  <a:pt x="81558" y="59633"/>
                </a:lnTo>
                <a:lnTo>
                  <a:pt x="81416" y="58858"/>
                </a:lnTo>
                <a:lnTo>
                  <a:pt x="81258" y="58093"/>
                </a:lnTo>
                <a:lnTo>
                  <a:pt x="81085" y="57340"/>
                </a:lnTo>
                <a:lnTo>
                  <a:pt x="80898" y="56599"/>
                </a:lnTo>
                <a:lnTo>
                  <a:pt x="80695" y="55868"/>
                </a:lnTo>
                <a:lnTo>
                  <a:pt x="80477" y="55148"/>
                </a:lnTo>
                <a:lnTo>
                  <a:pt x="80245" y="54440"/>
                </a:lnTo>
                <a:lnTo>
                  <a:pt x="79997" y="53742"/>
                </a:lnTo>
                <a:lnTo>
                  <a:pt x="79734" y="53056"/>
                </a:lnTo>
                <a:lnTo>
                  <a:pt x="79456" y="52381"/>
                </a:lnTo>
                <a:lnTo>
                  <a:pt x="79163" y="51717"/>
                </a:lnTo>
                <a:lnTo>
                  <a:pt x="78856" y="51064"/>
                </a:lnTo>
                <a:lnTo>
                  <a:pt x="78533" y="50422"/>
                </a:lnTo>
                <a:lnTo>
                  <a:pt x="78195" y="49791"/>
                </a:lnTo>
                <a:lnTo>
                  <a:pt x="77842" y="49172"/>
                </a:lnTo>
                <a:lnTo>
                  <a:pt x="77476" y="48551"/>
                </a:lnTo>
                <a:lnTo>
                  <a:pt x="77099" y="47942"/>
                </a:lnTo>
                <a:lnTo>
                  <a:pt x="76711" y="47345"/>
                </a:lnTo>
                <a:lnTo>
                  <a:pt x="76312" y="46760"/>
                </a:lnTo>
                <a:lnTo>
                  <a:pt x="75901" y="46188"/>
                </a:lnTo>
                <a:lnTo>
                  <a:pt x="75480" y="45628"/>
                </a:lnTo>
                <a:lnTo>
                  <a:pt x="75047" y="45080"/>
                </a:lnTo>
                <a:lnTo>
                  <a:pt x="74603" y="44545"/>
                </a:lnTo>
                <a:lnTo>
                  <a:pt x="74148" y="44021"/>
                </a:lnTo>
                <a:lnTo>
                  <a:pt x="73682" y="43510"/>
                </a:lnTo>
                <a:lnTo>
                  <a:pt x="73205" y="43011"/>
                </a:lnTo>
                <a:lnTo>
                  <a:pt x="72717" y="42525"/>
                </a:lnTo>
                <a:lnTo>
                  <a:pt x="72217" y="42050"/>
                </a:lnTo>
                <a:lnTo>
                  <a:pt x="71707" y="41588"/>
                </a:lnTo>
                <a:lnTo>
                  <a:pt x="71185" y="41138"/>
                </a:lnTo>
                <a:lnTo>
                  <a:pt x="70652" y="40701"/>
                </a:lnTo>
                <a:lnTo>
                  <a:pt x="70108" y="40275"/>
                </a:lnTo>
                <a:lnTo>
                  <a:pt x="69553" y="39862"/>
                </a:lnTo>
                <a:lnTo>
                  <a:pt x="68987" y="39461"/>
                </a:lnTo>
                <a:lnTo>
                  <a:pt x="68410" y="39072"/>
                </a:lnTo>
                <a:lnTo>
                  <a:pt x="67822" y="38696"/>
                </a:lnTo>
                <a:lnTo>
                  <a:pt x="67222" y="38332"/>
                </a:lnTo>
                <a:lnTo>
                  <a:pt x="66611" y="37979"/>
                </a:lnTo>
                <a:lnTo>
                  <a:pt x="65990" y="37640"/>
                </a:lnTo>
                <a:lnTo>
                  <a:pt x="65358" y="37300"/>
                </a:lnTo>
                <a:lnTo>
                  <a:pt x="64718" y="36975"/>
                </a:lnTo>
                <a:lnTo>
                  <a:pt x="64070" y="36664"/>
                </a:lnTo>
                <a:lnTo>
                  <a:pt x="63414" y="36367"/>
                </a:lnTo>
                <a:lnTo>
                  <a:pt x="62749" y="36085"/>
                </a:lnTo>
                <a:lnTo>
                  <a:pt x="62075" y="35818"/>
                </a:lnTo>
                <a:lnTo>
                  <a:pt x="61394" y="35565"/>
                </a:lnTo>
                <a:lnTo>
                  <a:pt x="60704" y="35326"/>
                </a:lnTo>
                <a:lnTo>
                  <a:pt x="60006" y="35102"/>
                </a:lnTo>
                <a:lnTo>
                  <a:pt x="59299" y="34892"/>
                </a:lnTo>
                <a:lnTo>
                  <a:pt x="58584" y="34697"/>
                </a:lnTo>
                <a:lnTo>
                  <a:pt x="57861" y="34516"/>
                </a:lnTo>
                <a:lnTo>
                  <a:pt x="57129" y="34350"/>
                </a:lnTo>
                <a:lnTo>
                  <a:pt x="56389" y="34198"/>
                </a:lnTo>
                <a:lnTo>
                  <a:pt x="55641" y="34061"/>
                </a:lnTo>
                <a:lnTo>
                  <a:pt x="54885" y="33938"/>
                </a:lnTo>
                <a:lnTo>
                  <a:pt x="54120" y="33830"/>
                </a:lnTo>
                <a:lnTo>
                  <a:pt x="53346" y="33736"/>
                </a:lnTo>
                <a:lnTo>
                  <a:pt x="52565" y="33656"/>
                </a:lnTo>
                <a:lnTo>
                  <a:pt x="51775" y="33591"/>
                </a:lnTo>
                <a:lnTo>
                  <a:pt x="50976" y="33540"/>
                </a:lnTo>
                <a:lnTo>
                  <a:pt x="50170" y="33504"/>
                </a:lnTo>
                <a:lnTo>
                  <a:pt x="49355" y="33483"/>
                </a:lnTo>
                <a:lnTo>
                  <a:pt x="48531" y="33475"/>
                </a:lnTo>
                <a:lnTo>
                  <a:pt x="46609" y="33475"/>
                </a:lnTo>
                <a:lnTo>
                  <a:pt x="45957" y="33480"/>
                </a:lnTo>
                <a:lnTo>
                  <a:pt x="45310" y="33495"/>
                </a:lnTo>
                <a:lnTo>
                  <a:pt x="44667" y="33520"/>
                </a:lnTo>
                <a:lnTo>
                  <a:pt x="44029" y="33555"/>
                </a:lnTo>
                <a:lnTo>
                  <a:pt x="43395" y="33600"/>
                </a:lnTo>
                <a:lnTo>
                  <a:pt x="42765" y="33655"/>
                </a:lnTo>
                <a:lnTo>
                  <a:pt x="42140" y="33721"/>
                </a:lnTo>
                <a:lnTo>
                  <a:pt x="41519" y="33796"/>
                </a:lnTo>
                <a:lnTo>
                  <a:pt x="40903" y="33881"/>
                </a:lnTo>
                <a:lnTo>
                  <a:pt x="40291" y="33976"/>
                </a:lnTo>
                <a:lnTo>
                  <a:pt x="39684" y="34081"/>
                </a:lnTo>
                <a:lnTo>
                  <a:pt x="39081" y="34196"/>
                </a:lnTo>
                <a:lnTo>
                  <a:pt x="38483" y="34321"/>
                </a:lnTo>
                <a:lnTo>
                  <a:pt x="37889" y="34456"/>
                </a:lnTo>
                <a:lnTo>
                  <a:pt x="37299" y="34601"/>
                </a:lnTo>
                <a:lnTo>
                  <a:pt x="36714" y="34757"/>
                </a:lnTo>
                <a:lnTo>
                  <a:pt x="36134" y="34922"/>
                </a:lnTo>
                <a:lnTo>
                  <a:pt x="35557" y="35097"/>
                </a:lnTo>
                <a:lnTo>
                  <a:pt x="34986" y="35282"/>
                </a:lnTo>
                <a:lnTo>
                  <a:pt x="34419" y="35477"/>
                </a:lnTo>
                <a:lnTo>
                  <a:pt x="33856" y="35683"/>
                </a:lnTo>
                <a:lnTo>
                  <a:pt x="33297" y="35898"/>
                </a:lnTo>
                <a:lnTo>
                  <a:pt x="32743" y="36123"/>
                </a:lnTo>
                <a:lnTo>
                  <a:pt x="32194" y="36358"/>
                </a:lnTo>
                <a:lnTo>
                  <a:pt x="31649" y="36590"/>
                </a:lnTo>
                <a:lnTo>
                  <a:pt x="31111" y="36831"/>
                </a:lnTo>
                <a:lnTo>
                  <a:pt x="30577" y="37082"/>
                </a:lnTo>
                <a:lnTo>
                  <a:pt x="30049" y="37342"/>
                </a:lnTo>
                <a:lnTo>
                  <a:pt x="29527" y="37611"/>
                </a:lnTo>
                <a:lnTo>
                  <a:pt x="29011" y="37890"/>
                </a:lnTo>
                <a:lnTo>
                  <a:pt x="28499" y="38178"/>
                </a:lnTo>
                <a:lnTo>
                  <a:pt x="27994" y="38476"/>
                </a:lnTo>
                <a:lnTo>
                  <a:pt x="27494" y="38783"/>
                </a:lnTo>
                <a:lnTo>
                  <a:pt x="27000" y="39100"/>
                </a:lnTo>
                <a:lnTo>
                  <a:pt x="26511" y="39426"/>
                </a:lnTo>
                <a:lnTo>
                  <a:pt x="26027" y="39762"/>
                </a:lnTo>
                <a:lnTo>
                  <a:pt x="25550" y="40107"/>
                </a:lnTo>
                <a:lnTo>
                  <a:pt x="25078" y="40462"/>
                </a:lnTo>
                <a:lnTo>
                  <a:pt x="24611" y="40826"/>
                </a:lnTo>
                <a:lnTo>
                  <a:pt x="24150" y="41199"/>
                </a:lnTo>
                <a:lnTo>
                  <a:pt x="23694" y="41582"/>
                </a:lnTo>
                <a:lnTo>
                  <a:pt x="23245" y="41974"/>
                </a:lnTo>
                <a:lnTo>
                  <a:pt x="22800" y="42376"/>
                </a:lnTo>
                <a:lnTo>
                  <a:pt x="22361" y="42787"/>
                </a:lnTo>
                <a:lnTo>
                  <a:pt x="21928" y="43208"/>
                </a:lnTo>
                <a:lnTo>
                  <a:pt x="21500" y="43638"/>
                </a:lnTo>
                <a:lnTo>
                  <a:pt x="21078" y="44078"/>
                </a:lnTo>
                <a:lnTo>
                  <a:pt x="20662" y="44527"/>
                </a:lnTo>
                <a:lnTo>
                  <a:pt x="20265" y="44971"/>
                </a:lnTo>
                <a:lnTo>
                  <a:pt x="19875" y="45423"/>
                </a:lnTo>
                <a:lnTo>
                  <a:pt x="19493" y="45883"/>
                </a:lnTo>
                <a:lnTo>
                  <a:pt x="19118" y="46351"/>
                </a:lnTo>
                <a:lnTo>
                  <a:pt x="18750" y="46827"/>
                </a:lnTo>
                <a:lnTo>
                  <a:pt x="18389" y="47310"/>
                </a:lnTo>
                <a:lnTo>
                  <a:pt x="18036" y="47801"/>
                </a:lnTo>
                <a:lnTo>
                  <a:pt x="17690" y="48300"/>
                </a:lnTo>
                <a:lnTo>
                  <a:pt x="17351" y="48806"/>
                </a:lnTo>
                <a:lnTo>
                  <a:pt x="17019" y="49321"/>
                </a:lnTo>
                <a:lnTo>
                  <a:pt x="16695" y="49843"/>
                </a:lnTo>
                <a:lnTo>
                  <a:pt x="16377" y="50373"/>
                </a:lnTo>
                <a:lnTo>
                  <a:pt x="16067" y="50911"/>
                </a:lnTo>
                <a:lnTo>
                  <a:pt x="15764" y="51456"/>
                </a:lnTo>
                <a:lnTo>
                  <a:pt x="15469" y="52010"/>
                </a:lnTo>
                <a:lnTo>
                  <a:pt x="15180" y="52571"/>
                </a:lnTo>
                <a:lnTo>
                  <a:pt x="14899" y="53140"/>
                </a:lnTo>
                <a:lnTo>
                  <a:pt x="14625" y="53717"/>
                </a:lnTo>
                <a:lnTo>
                  <a:pt x="14359" y="54301"/>
                </a:lnTo>
                <a:lnTo>
                  <a:pt x="14099" y="54893"/>
                </a:lnTo>
                <a:lnTo>
                  <a:pt x="13847" y="55494"/>
                </a:lnTo>
                <a:lnTo>
                  <a:pt x="13602" y="56101"/>
                </a:lnTo>
                <a:lnTo>
                  <a:pt x="13364" y="56717"/>
                </a:lnTo>
                <a:lnTo>
                  <a:pt x="13134" y="57340"/>
                </a:lnTo>
                <a:lnTo>
                  <a:pt x="12912" y="57958"/>
                </a:lnTo>
                <a:lnTo>
                  <a:pt x="12699" y="58582"/>
                </a:lnTo>
                <a:lnTo>
                  <a:pt x="12496" y="59212"/>
                </a:lnTo>
                <a:lnTo>
                  <a:pt x="12302" y="59850"/>
                </a:lnTo>
                <a:lnTo>
                  <a:pt x="12117" y="60494"/>
                </a:lnTo>
                <a:lnTo>
                  <a:pt x="11943" y="61144"/>
                </a:lnTo>
                <a:lnTo>
                  <a:pt x="11777" y="61802"/>
                </a:lnTo>
                <a:lnTo>
                  <a:pt x="11621" y="62466"/>
                </a:lnTo>
                <a:lnTo>
                  <a:pt x="11475" y="63137"/>
                </a:lnTo>
                <a:lnTo>
                  <a:pt x="11338" y="63814"/>
                </a:lnTo>
                <a:lnTo>
                  <a:pt x="11210" y="64498"/>
                </a:lnTo>
                <a:lnTo>
                  <a:pt x="11092" y="65189"/>
                </a:lnTo>
                <a:lnTo>
                  <a:pt x="10983" y="65886"/>
                </a:lnTo>
                <a:lnTo>
                  <a:pt x="10884" y="66590"/>
                </a:lnTo>
                <a:lnTo>
                  <a:pt x="10794" y="67301"/>
                </a:lnTo>
                <a:lnTo>
                  <a:pt x="10714" y="68018"/>
                </a:lnTo>
                <a:lnTo>
                  <a:pt x="10643" y="68742"/>
                </a:lnTo>
                <a:lnTo>
                  <a:pt x="10581" y="69473"/>
                </a:lnTo>
                <a:lnTo>
                  <a:pt x="10529" y="70211"/>
                </a:lnTo>
                <a:lnTo>
                  <a:pt x="10487" y="70955"/>
                </a:lnTo>
                <a:lnTo>
                  <a:pt x="10454" y="71706"/>
                </a:lnTo>
                <a:lnTo>
                  <a:pt x="10430" y="72463"/>
                </a:lnTo>
                <a:lnTo>
                  <a:pt x="10416" y="73227"/>
                </a:lnTo>
                <a:lnTo>
                  <a:pt x="10411" y="73998"/>
                </a:lnTo>
                <a:lnTo>
                  <a:pt x="10411" y="77842"/>
                </a:lnTo>
                <a:lnTo>
                  <a:pt x="10416" y="78613"/>
                </a:lnTo>
                <a:lnTo>
                  <a:pt x="10430" y="79378"/>
                </a:lnTo>
                <a:lnTo>
                  <a:pt x="10454" y="80137"/>
                </a:lnTo>
                <a:lnTo>
                  <a:pt x="10487" y="80890"/>
                </a:lnTo>
                <a:lnTo>
                  <a:pt x="10529" y="81636"/>
                </a:lnTo>
                <a:lnTo>
                  <a:pt x="10581" y="82377"/>
                </a:lnTo>
                <a:lnTo>
                  <a:pt x="10643" y="83111"/>
                </a:lnTo>
                <a:lnTo>
                  <a:pt x="10714" y="83840"/>
                </a:lnTo>
                <a:lnTo>
                  <a:pt x="10794" y="84562"/>
                </a:lnTo>
                <a:lnTo>
                  <a:pt x="10884" y="85278"/>
                </a:lnTo>
                <a:lnTo>
                  <a:pt x="10983" y="85988"/>
                </a:lnTo>
                <a:lnTo>
                  <a:pt x="11092" y="86691"/>
                </a:lnTo>
                <a:lnTo>
                  <a:pt x="11210" y="87389"/>
                </a:lnTo>
                <a:lnTo>
                  <a:pt x="11338" y="88081"/>
                </a:lnTo>
                <a:lnTo>
                  <a:pt x="11475" y="88766"/>
                </a:lnTo>
                <a:lnTo>
                  <a:pt x="11621" y="89445"/>
                </a:lnTo>
                <a:lnTo>
                  <a:pt x="11777" y="90119"/>
                </a:lnTo>
                <a:lnTo>
                  <a:pt x="11943" y="90786"/>
                </a:lnTo>
                <a:lnTo>
                  <a:pt x="12117" y="91447"/>
                </a:lnTo>
                <a:lnTo>
                  <a:pt x="12302" y="92102"/>
                </a:lnTo>
                <a:lnTo>
                  <a:pt x="12496" y="92750"/>
                </a:lnTo>
                <a:lnTo>
                  <a:pt x="12699" y="93393"/>
                </a:lnTo>
                <a:lnTo>
                  <a:pt x="12912" y="94029"/>
                </a:lnTo>
                <a:lnTo>
                  <a:pt x="13134" y="94660"/>
                </a:lnTo>
                <a:lnTo>
                  <a:pt x="13364" y="95270"/>
                </a:lnTo>
                <a:lnTo>
                  <a:pt x="13602" y="95874"/>
                </a:lnTo>
                <a:lnTo>
                  <a:pt x="13847" y="96472"/>
                </a:lnTo>
                <a:lnTo>
                  <a:pt x="14099" y="97062"/>
                </a:lnTo>
                <a:lnTo>
                  <a:pt x="14359" y="97646"/>
                </a:lnTo>
                <a:lnTo>
                  <a:pt x="14625" y="98224"/>
                </a:lnTo>
                <a:lnTo>
                  <a:pt x="14899" y="98794"/>
                </a:lnTo>
                <a:lnTo>
                  <a:pt x="15180" y="99358"/>
                </a:lnTo>
                <a:lnTo>
                  <a:pt x="15469" y="99915"/>
                </a:lnTo>
                <a:lnTo>
                  <a:pt x="15764" y="100466"/>
                </a:lnTo>
                <a:lnTo>
                  <a:pt x="16067" y="101010"/>
                </a:lnTo>
                <a:lnTo>
                  <a:pt x="16377" y="101547"/>
                </a:lnTo>
                <a:lnTo>
                  <a:pt x="16695" y="102078"/>
                </a:lnTo>
                <a:lnTo>
                  <a:pt x="17019" y="102602"/>
                </a:lnTo>
                <a:lnTo>
                  <a:pt x="17351" y="103119"/>
                </a:lnTo>
                <a:lnTo>
                  <a:pt x="17690" y="103629"/>
                </a:lnTo>
                <a:lnTo>
                  <a:pt x="18036" y="104133"/>
                </a:lnTo>
                <a:lnTo>
                  <a:pt x="18389" y="104630"/>
                </a:lnTo>
                <a:lnTo>
                  <a:pt x="18750" y="105121"/>
                </a:lnTo>
                <a:lnTo>
                  <a:pt x="19118" y="105605"/>
                </a:lnTo>
                <a:lnTo>
                  <a:pt x="19493" y="106082"/>
                </a:lnTo>
                <a:lnTo>
                  <a:pt x="19875" y="106552"/>
                </a:lnTo>
                <a:lnTo>
                  <a:pt x="20265" y="107016"/>
                </a:lnTo>
                <a:lnTo>
                  <a:pt x="20662" y="107473"/>
                </a:lnTo>
                <a:lnTo>
                  <a:pt x="21078" y="107910"/>
                </a:lnTo>
                <a:lnTo>
                  <a:pt x="21500" y="108338"/>
                </a:lnTo>
                <a:lnTo>
                  <a:pt x="21928" y="108757"/>
                </a:lnTo>
                <a:lnTo>
                  <a:pt x="22361" y="109168"/>
                </a:lnTo>
                <a:lnTo>
                  <a:pt x="22800" y="109571"/>
                </a:lnTo>
                <a:lnTo>
                  <a:pt x="23245" y="109966"/>
                </a:lnTo>
                <a:lnTo>
                  <a:pt x="23694" y="110352"/>
                </a:lnTo>
                <a:lnTo>
                  <a:pt x="24150" y="110730"/>
                </a:lnTo>
                <a:lnTo>
                  <a:pt x="24611" y="111100"/>
                </a:lnTo>
                <a:lnTo>
                  <a:pt x="25078" y="111461"/>
                </a:lnTo>
                <a:lnTo>
                  <a:pt x="25550" y="111814"/>
                </a:lnTo>
                <a:lnTo>
                  <a:pt x="26027" y="112158"/>
                </a:lnTo>
                <a:lnTo>
                  <a:pt x="26511" y="112494"/>
                </a:lnTo>
                <a:lnTo>
                  <a:pt x="27000" y="112822"/>
                </a:lnTo>
                <a:lnTo>
                  <a:pt x="27494" y="113142"/>
                </a:lnTo>
                <a:lnTo>
                  <a:pt x="27994" y="113453"/>
                </a:lnTo>
                <a:lnTo>
                  <a:pt x="28499" y="113756"/>
                </a:lnTo>
                <a:lnTo>
                  <a:pt x="29011" y="114050"/>
                </a:lnTo>
                <a:lnTo>
                  <a:pt x="29527" y="114336"/>
                </a:lnTo>
                <a:lnTo>
                  <a:pt x="30049" y="114614"/>
                </a:lnTo>
                <a:lnTo>
                  <a:pt x="30577" y="114884"/>
                </a:lnTo>
                <a:lnTo>
                  <a:pt x="31111" y="115145"/>
                </a:lnTo>
                <a:lnTo>
                  <a:pt x="31649" y="115398"/>
                </a:lnTo>
                <a:lnTo>
                  <a:pt x="32194" y="115642"/>
                </a:lnTo>
                <a:lnTo>
                  <a:pt x="32756" y="115877"/>
                </a:lnTo>
                <a:lnTo>
                  <a:pt x="33321" y="116102"/>
                </a:lnTo>
                <a:lnTo>
                  <a:pt x="33888" y="116318"/>
                </a:lnTo>
                <a:lnTo>
                  <a:pt x="34459" y="116523"/>
                </a:lnTo>
                <a:lnTo>
                  <a:pt x="35032" y="116718"/>
                </a:lnTo>
                <a:lnTo>
                  <a:pt x="35608" y="116903"/>
                </a:lnTo>
                <a:lnTo>
                  <a:pt x="36186" y="117078"/>
                </a:lnTo>
                <a:lnTo>
                  <a:pt x="36768" y="117244"/>
                </a:lnTo>
                <a:lnTo>
                  <a:pt x="37352" y="117399"/>
                </a:lnTo>
                <a:lnTo>
                  <a:pt x="37939" y="117544"/>
                </a:lnTo>
                <a:lnTo>
                  <a:pt x="38529" y="117679"/>
                </a:lnTo>
                <a:lnTo>
                  <a:pt x="39121" y="117804"/>
                </a:lnTo>
                <a:lnTo>
                  <a:pt x="39717" y="117919"/>
                </a:lnTo>
                <a:lnTo>
                  <a:pt x="40315" y="118024"/>
                </a:lnTo>
                <a:lnTo>
                  <a:pt x="40916" y="118120"/>
                </a:lnTo>
                <a:lnTo>
                  <a:pt x="41519" y="118205"/>
                </a:lnTo>
                <a:lnTo>
                  <a:pt x="42126" y="118280"/>
                </a:lnTo>
                <a:lnTo>
                  <a:pt x="42735" y="118345"/>
                </a:lnTo>
                <a:lnTo>
                  <a:pt x="43347" y="118400"/>
                </a:lnTo>
                <a:lnTo>
                  <a:pt x="43962" y="118445"/>
                </a:lnTo>
                <a:lnTo>
                  <a:pt x="44580" y="118480"/>
                </a:lnTo>
                <a:lnTo>
                  <a:pt x="45200" y="118505"/>
                </a:lnTo>
                <a:lnTo>
                  <a:pt x="45823" y="118520"/>
                </a:lnTo>
                <a:lnTo>
                  <a:pt x="46449" y="118525"/>
                </a:lnTo>
                <a:lnTo>
                  <a:pt x="48371" y="118525"/>
                </a:lnTo>
                <a:lnTo>
                  <a:pt x="49181" y="118518"/>
                </a:lnTo>
                <a:lnTo>
                  <a:pt x="49984" y="118498"/>
                </a:lnTo>
                <a:lnTo>
                  <a:pt x="50779" y="118465"/>
                </a:lnTo>
                <a:close/>
                <a:moveTo>
                  <a:pt x="148882" y="118303"/>
                </a:moveTo>
                <a:lnTo>
                  <a:pt x="149805" y="118205"/>
                </a:lnTo>
                <a:lnTo>
                  <a:pt x="150717" y="118089"/>
                </a:lnTo>
                <a:lnTo>
                  <a:pt x="151617" y="117955"/>
                </a:lnTo>
                <a:lnTo>
                  <a:pt x="152506" y="117804"/>
                </a:lnTo>
                <a:lnTo>
                  <a:pt x="153383" y="117635"/>
                </a:lnTo>
                <a:lnTo>
                  <a:pt x="154248" y="117448"/>
                </a:lnTo>
                <a:lnTo>
                  <a:pt x="155101" y="117244"/>
                </a:lnTo>
                <a:lnTo>
                  <a:pt x="155943" y="117021"/>
                </a:lnTo>
                <a:lnTo>
                  <a:pt x="156773" y="116781"/>
                </a:lnTo>
                <a:lnTo>
                  <a:pt x="157591" y="116523"/>
                </a:lnTo>
                <a:lnTo>
                  <a:pt x="158398" y="116247"/>
                </a:lnTo>
                <a:lnTo>
                  <a:pt x="159193" y="115953"/>
                </a:lnTo>
                <a:lnTo>
                  <a:pt x="159976" y="115642"/>
                </a:lnTo>
                <a:lnTo>
                  <a:pt x="160748" y="115313"/>
                </a:lnTo>
                <a:lnTo>
                  <a:pt x="161508" y="114966"/>
                </a:lnTo>
                <a:lnTo>
                  <a:pt x="162256" y="114601"/>
                </a:lnTo>
                <a:lnTo>
                  <a:pt x="162993" y="114218"/>
                </a:lnTo>
                <a:lnTo>
                  <a:pt x="163718" y="113818"/>
                </a:lnTo>
                <a:lnTo>
                  <a:pt x="164431" y="113400"/>
                </a:lnTo>
                <a:lnTo>
                  <a:pt x="165131" y="112952"/>
                </a:lnTo>
                <a:lnTo>
                  <a:pt x="165818" y="112491"/>
                </a:lnTo>
                <a:lnTo>
                  <a:pt x="166491" y="112016"/>
                </a:lnTo>
                <a:lnTo>
                  <a:pt x="167149" y="111526"/>
                </a:lnTo>
                <a:lnTo>
                  <a:pt x="167794" y="111023"/>
                </a:lnTo>
                <a:lnTo>
                  <a:pt x="168425" y="110507"/>
                </a:lnTo>
                <a:lnTo>
                  <a:pt x="169042" y="109976"/>
                </a:lnTo>
                <a:lnTo>
                  <a:pt x="169645" y="109431"/>
                </a:lnTo>
                <a:lnTo>
                  <a:pt x="170234" y="108872"/>
                </a:lnTo>
                <a:lnTo>
                  <a:pt x="170810" y="108300"/>
                </a:lnTo>
                <a:lnTo>
                  <a:pt x="171371" y="107713"/>
                </a:lnTo>
                <a:lnTo>
                  <a:pt x="171919" y="107113"/>
                </a:lnTo>
                <a:lnTo>
                  <a:pt x="172452" y="106499"/>
                </a:lnTo>
                <a:lnTo>
                  <a:pt x="172972" y="105871"/>
                </a:lnTo>
                <a:lnTo>
                  <a:pt x="173478" y="105228"/>
                </a:lnTo>
                <a:lnTo>
                  <a:pt x="173970" y="104572"/>
                </a:lnTo>
                <a:lnTo>
                  <a:pt x="174448" y="103903"/>
                </a:lnTo>
                <a:lnTo>
                  <a:pt x="174912" y="103219"/>
                </a:lnTo>
                <a:lnTo>
                  <a:pt x="175362" y="102521"/>
                </a:lnTo>
                <a:lnTo>
                  <a:pt x="175798" y="101810"/>
                </a:lnTo>
                <a:lnTo>
                  <a:pt x="176221" y="101084"/>
                </a:lnTo>
                <a:lnTo>
                  <a:pt x="176629" y="100345"/>
                </a:lnTo>
                <a:lnTo>
                  <a:pt x="177024" y="99591"/>
                </a:lnTo>
                <a:lnTo>
                  <a:pt x="177405" y="98824"/>
                </a:lnTo>
                <a:lnTo>
                  <a:pt x="177770" y="98045"/>
                </a:lnTo>
                <a:lnTo>
                  <a:pt x="178121" y="97256"/>
                </a:lnTo>
                <a:lnTo>
                  <a:pt x="178456" y="96457"/>
                </a:lnTo>
                <a:lnTo>
                  <a:pt x="178775" y="95648"/>
                </a:lnTo>
                <a:lnTo>
                  <a:pt x="179079" y="94828"/>
                </a:lnTo>
                <a:lnTo>
                  <a:pt x="179367" y="93999"/>
                </a:lnTo>
                <a:lnTo>
                  <a:pt x="179639" y="93160"/>
                </a:lnTo>
                <a:lnTo>
                  <a:pt x="179896" y="92311"/>
                </a:lnTo>
                <a:lnTo>
                  <a:pt x="180137" y="91451"/>
                </a:lnTo>
                <a:lnTo>
                  <a:pt x="180363" y="90582"/>
                </a:lnTo>
                <a:lnTo>
                  <a:pt x="180573" y="89703"/>
                </a:lnTo>
                <a:lnTo>
                  <a:pt x="180768" y="88814"/>
                </a:lnTo>
                <a:lnTo>
                  <a:pt x="180947" y="87914"/>
                </a:lnTo>
                <a:lnTo>
                  <a:pt x="181111" y="87005"/>
                </a:lnTo>
                <a:lnTo>
                  <a:pt x="181259" y="86086"/>
                </a:lnTo>
                <a:lnTo>
                  <a:pt x="181391" y="85156"/>
                </a:lnTo>
                <a:lnTo>
                  <a:pt x="181508" y="84217"/>
                </a:lnTo>
                <a:lnTo>
                  <a:pt x="181609" y="83268"/>
                </a:lnTo>
                <a:lnTo>
                  <a:pt x="181695" y="82308"/>
                </a:lnTo>
                <a:lnTo>
                  <a:pt x="181765" y="81339"/>
                </a:lnTo>
                <a:lnTo>
                  <a:pt x="181819" y="80360"/>
                </a:lnTo>
                <a:lnTo>
                  <a:pt x="181858" y="79370"/>
                </a:lnTo>
                <a:lnTo>
                  <a:pt x="181881" y="78371"/>
                </a:lnTo>
                <a:lnTo>
                  <a:pt x="181889" y="77362"/>
                </a:lnTo>
                <a:lnTo>
                  <a:pt x="181889" y="74639"/>
                </a:lnTo>
                <a:lnTo>
                  <a:pt x="181881" y="73642"/>
                </a:lnTo>
                <a:lnTo>
                  <a:pt x="181858" y="72655"/>
                </a:lnTo>
                <a:lnTo>
                  <a:pt x="181819" y="71678"/>
                </a:lnTo>
                <a:lnTo>
                  <a:pt x="181765" y="70710"/>
                </a:lnTo>
                <a:lnTo>
                  <a:pt x="181695" y="69752"/>
                </a:lnTo>
                <a:lnTo>
                  <a:pt x="181609" y="68803"/>
                </a:lnTo>
                <a:lnTo>
                  <a:pt x="181508" y="67863"/>
                </a:lnTo>
                <a:lnTo>
                  <a:pt x="181391" y="66933"/>
                </a:lnTo>
                <a:lnTo>
                  <a:pt x="181259" y="66012"/>
                </a:lnTo>
                <a:lnTo>
                  <a:pt x="181111" y="65101"/>
                </a:lnTo>
                <a:lnTo>
                  <a:pt x="180947" y="64199"/>
                </a:lnTo>
                <a:lnTo>
                  <a:pt x="180768" y="63307"/>
                </a:lnTo>
                <a:lnTo>
                  <a:pt x="180573" y="62424"/>
                </a:lnTo>
                <a:lnTo>
                  <a:pt x="180363" y="61550"/>
                </a:lnTo>
                <a:lnTo>
                  <a:pt x="180137" y="60686"/>
                </a:lnTo>
                <a:lnTo>
                  <a:pt x="179896" y="59832"/>
                </a:lnTo>
                <a:lnTo>
                  <a:pt x="179639" y="58987"/>
                </a:lnTo>
                <a:lnTo>
                  <a:pt x="179367" y="58151"/>
                </a:lnTo>
                <a:lnTo>
                  <a:pt x="179079" y="57325"/>
                </a:lnTo>
                <a:lnTo>
                  <a:pt x="178775" y="56508"/>
                </a:lnTo>
                <a:lnTo>
                  <a:pt x="178456" y="55701"/>
                </a:lnTo>
                <a:lnTo>
                  <a:pt x="178121" y="54903"/>
                </a:lnTo>
                <a:lnTo>
                  <a:pt x="177770" y="54115"/>
                </a:lnTo>
                <a:lnTo>
                  <a:pt x="177405" y="53336"/>
                </a:lnTo>
                <a:lnTo>
                  <a:pt x="177024" y="52569"/>
                </a:lnTo>
                <a:lnTo>
                  <a:pt x="176629" y="51816"/>
                </a:lnTo>
                <a:lnTo>
                  <a:pt x="176221" y="51076"/>
                </a:lnTo>
                <a:lnTo>
                  <a:pt x="175798" y="50351"/>
                </a:lnTo>
                <a:lnTo>
                  <a:pt x="175362" y="49639"/>
                </a:lnTo>
                <a:lnTo>
                  <a:pt x="174912" y="48942"/>
                </a:lnTo>
                <a:lnTo>
                  <a:pt x="174448" y="48258"/>
                </a:lnTo>
                <a:lnTo>
                  <a:pt x="173970" y="47588"/>
                </a:lnTo>
                <a:lnTo>
                  <a:pt x="173478" y="46932"/>
                </a:lnTo>
                <a:lnTo>
                  <a:pt x="172972" y="46290"/>
                </a:lnTo>
                <a:lnTo>
                  <a:pt x="172452" y="45662"/>
                </a:lnTo>
                <a:lnTo>
                  <a:pt x="171919" y="45047"/>
                </a:lnTo>
                <a:lnTo>
                  <a:pt x="171371" y="44447"/>
                </a:lnTo>
                <a:lnTo>
                  <a:pt x="170810" y="43861"/>
                </a:lnTo>
                <a:lnTo>
                  <a:pt x="170234" y="43288"/>
                </a:lnTo>
                <a:lnTo>
                  <a:pt x="169645" y="42729"/>
                </a:lnTo>
                <a:lnTo>
                  <a:pt x="169042" y="42185"/>
                </a:lnTo>
                <a:lnTo>
                  <a:pt x="168425" y="41654"/>
                </a:lnTo>
                <a:lnTo>
                  <a:pt x="167794" y="41137"/>
                </a:lnTo>
                <a:lnTo>
                  <a:pt x="167149" y="40634"/>
                </a:lnTo>
                <a:lnTo>
                  <a:pt x="166491" y="40145"/>
                </a:lnTo>
                <a:lnTo>
                  <a:pt x="165818" y="39670"/>
                </a:lnTo>
                <a:lnTo>
                  <a:pt x="165131" y="39208"/>
                </a:lnTo>
                <a:lnTo>
                  <a:pt x="164431" y="38761"/>
                </a:lnTo>
                <a:lnTo>
                  <a:pt x="163717" y="38330"/>
                </a:lnTo>
                <a:lnTo>
                  <a:pt x="162992" y="37917"/>
                </a:lnTo>
                <a:lnTo>
                  <a:pt x="162254" y="37522"/>
                </a:lnTo>
                <a:lnTo>
                  <a:pt x="161503" y="37146"/>
                </a:lnTo>
                <a:lnTo>
                  <a:pt x="160741" y="36788"/>
                </a:lnTo>
                <a:lnTo>
                  <a:pt x="159966" y="36448"/>
                </a:lnTo>
                <a:lnTo>
                  <a:pt x="159179" y="36127"/>
                </a:lnTo>
                <a:lnTo>
                  <a:pt x="158380" y="35824"/>
                </a:lnTo>
                <a:lnTo>
                  <a:pt x="157569" y="35540"/>
                </a:lnTo>
                <a:lnTo>
                  <a:pt x="156745" y="35274"/>
                </a:lnTo>
                <a:lnTo>
                  <a:pt x="155909" y="35026"/>
                </a:lnTo>
                <a:lnTo>
                  <a:pt x="155061" y="34797"/>
                </a:lnTo>
                <a:lnTo>
                  <a:pt x="154201" y="34586"/>
                </a:lnTo>
                <a:lnTo>
                  <a:pt x="153328" y="34393"/>
                </a:lnTo>
                <a:lnTo>
                  <a:pt x="152443" y="34219"/>
                </a:lnTo>
                <a:lnTo>
                  <a:pt x="151546" y="34063"/>
                </a:lnTo>
                <a:lnTo>
                  <a:pt x="150637" y="33925"/>
                </a:lnTo>
                <a:lnTo>
                  <a:pt x="149715" y="33806"/>
                </a:lnTo>
                <a:lnTo>
                  <a:pt x="148782" y="33705"/>
                </a:lnTo>
                <a:lnTo>
                  <a:pt x="147836" y="33622"/>
                </a:lnTo>
                <a:lnTo>
                  <a:pt x="146877" y="33558"/>
                </a:lnTo>
                <a:lnTo>
                  <a:pt x="145907" y="33512"/>
                </a:lnTo>
                <a:lnTo>
                  <a:pt x="144924" y="33484"/>
                </a:lnTo>
                <a:lnTo>
                  <a:pt x="143929" y="33475"/>
                </a:lnTo>
                <a:lnTo>
                  <a:pt x="142960" y="33484"/>
                </a:lnTo>
                <a:lnTo>
                  <a:pt x="142003" y="33512"/>
                </a:lnTo>
                <a:lnTo>
                  <a:pt x="141056" y="33558"/>
                </a:lnTo>
                <a:lnTo>
                  <a:pt x="140121" y="33622"/>
                </a:lnTo>
                <a:lnTo>
                  <a:pt x="139196" y="33705"/>
                </a:lnTo>
                <a:lnTo>
                  <a:pt x="138283" y="33806"/>
                </a:lnTo>
                <a:lnTo>
                  <a:pt x="137381" y="33925"/>
                </a:lnTo>
                <a:lnTo>
                  <a:pt x="136490" y="34063"/>
                </a:lnTo>
                <a:lnTo>
                  <a:pt x="135610" y="34219"/>
                </a:lnTo>
                <a:lnTo>
                  <a:pt x="134742" y="34393"/>
                </a:lnTo>
                <a:lnTo>
                  <a:pt x="133884" y="34586"/>
                </a:lnTo>
                <a:lnTo>
                  <a:pt x="133038" y="34797"/>
                </a:lnTo>
                <a:lnTo>
                  <a:pt x="132202" y="35026"/>
                </a:lnTo>
                <a:lnTo>
                  <a:pt x="131378" y="35274"/>
                </a:lnTo>
                <a:lnTo>
                  <a:pt x="130565" y="35540"/>
                </a:lnTo>
                <a:lnTo>
                  <a:pt x="129763" y="35824"/>
                </a:lnTo>
                <a:lnTo>
                  <a:pt x="128972" y="36127"/>
                </a:lnTo>
                <a:lnTo>
                  <a:pt x="128193" y="36448"/>
                </a:lnTo>
                <a:lnTo>
                  <a:pt x="127424" y="36788"/>
                </a:lnTo>
                <a:lnTo>
                  <a:pt x="126667" y="37146"/>
                </a:lnTo>
                <a:lnTo>
                  <a:pt x="125920" y="37522"/>
                </a:lnTo>
                <a:lnTo>
                  <a:pt x="125185" y="37917"/>
                </a:lnTo>
                <a:lnTo>
                  <a:pt x="124461" y="38330"/>
                </a:lnTo>
                <a:lnTo>
                  <a:pt x="123748" y="38761"/>
                </a:lnTo>
                <a:lnTo>
                  <a:pt x="123048" y="39195"/>
                </a:lnTo>
                <a:lnTo>
                  <a:pt x="122361" y="39644"/>
                </a:lnTo>
                <a:lnTo>
                  <a:pt x="121688" y="40107"/>
                </a:lnTo>
                <a:lnTo>
                  <a:pt x="121030" y="40585"/>
                </a:lnTo>
                <a:lnTo>
                  <a:pt x="120385" y="41077"/>
                </a:lnTo>
                <a:lnTo>
                  <a:pt x="119754" y="41584"/>
                </a:lnTo>
                <a:lnTo>
                  <a:pt x="119137" y="42105"/>
                </a:lnTo>
                <a:lnTo>
                  <a:pt x="118534" y="42641"/>
                </a:lnTo>
                <a:lnTo>
                  <a:pt x="117944" y="43191"/>
                </a:lnTo>
                <a:lnTo>
                  <a:pt x="117369" y="43755"/>
                </a:lnTo>
                <a:lnTo>
                  <a:pt x="116808" y="44334"/>
                </a:lnTo>
                <a:lnTo>
                  <a:pt x="116260" y="44927"/>
                </a:lnTo>
                <a:lnTo>
                  <a:pt x="115726" y="45535"/>
                </a:lnTo>
                <a:lnTo>
                  <a:pt x="115207" y="46158"/>
                </a:lnTo>
                <a:lnTo>
                  <a:pt x="114701" y="46794"/>
                </a:lnTo>
                <a:lnTo>
                  <a:pt x="114209" y="47446"/>
                </a:lnTo>
                <a:lnTo>
                  <a:pt x="113731" y="48111"/>
                </a:lnTo>
                <a:lnTo>
                  <a:pt x="113267" y="48791"/>
                </a:lnTo>
                <a:lnTo>
                  <a:pt x="112817" y="49486"/>
                </a:lnTo>
                <a:lnTo>
                  <a:pt x="112380" y="50195"/>
                </a:lnTo>
                <a:lnTo>
                  <a:pt x="111958" y="50919"/>
                </a:lnTo>
                <a:lnTo>
                  <a:pt x="111550" y="51657"/>
                </a:lnTo>
                <a:lnTo>
                  <a:pt x="111155" y="52409"/>
                </a:lnTo>
                <a:lnTo>
                  <a:pt x="110774" y="53176"/>
                </a:lnTo>
                <a:lnTo>
                  <a:pt x="110408" y="53955"/>
                </a:lnTo>
                <a:lnTo>
                  <a:pt x="110058" y="54744"/>
                </a:lnTo>
                <a:lnTo>
                  <a:pt x="109723" y="55544"/>
                </a:lnTo>
                <a:lnTo>
                  <a:pt x="109404" y="56353"/>
                </a:lnTo>
                <a:lnTo>
                  <a:pt x="109100" y="57172"/>
                </a:lnTo>
                <a:lnTo>
                  <a:pt x="108812" y="58001"/>
                </a:lnTo>
                <a:lnTo>
                  <a:pt x="108540" y="58840"/>
                </a:lnTo>
                <a:lnTo>
                  <a:pt x="108283" y="59690"/>
                </a:lnTo>
                <a:lnTo>
                  <a:pt x="108041" y="60549"/>
                </a:lnTo>
                <a:lnTo>
                  <a:pt x="107816" y="61418"/>
                </a:lnTo>
                <a:lnTo>
                  <a:pt x="107605" y="62297"/>
                </a:lnTo>
                <a:lnTo>
                  <a:pt x="107411" y="63187"/>
                </a:lnTo>
                <a:lnTo>
                  <a:pt x="107232" y="64086"/>
                </a:lnTo>
                <a:lnTo>
                  <a:pt x="107068" y="64995"/>
                </a:lnTo>
                <a:lnTo>
                  <a:pt x="106920" y="65915"/>
                </a:lnTo>
                <a:lnTo>
                  <a:pt x="106788" y="66844"/>
                </a:lnTo>
                <a:lnTo>
                  <a:pt x="106671" y="67783"/>
                </a:lnTo>
                <a:lnTo>
                  <a:pt x="106570" y="68732"/>
                </a:lnTo>
                <a:lnTo>
                  <a:pt x="106484" y="69692"/>
                </a:lnTo>
                <a:lnTo>
                  <a:pt x="106414" y="70661"/>
                </a:lnTo>
                <a:lnTo>
                  <a:pt x="106360" y="71641"/>
                </a:lnTo>
                <a:lnTo>
                  <a:pt x="106321" y="72630"/>
                </a:lnTo>
                <a:lnTo>
                  <a:pt x="106297" y="73629"/>
                </a:lnTo>
                <a:lnTo>
                  <a:pt x="106290" y="74639"/>
                </a:lnTo>
                <a:lnTo>
                  <a:pt x="106290" y="77362"/>
                </a:lnTo>
                <a:lnTo>
                  <a:pt x="106297" y="78345"/>
                </a:lnTo>
                <a:lnTo>
                  <a:pt x="106321" y="79320"/>
                </a:lnTo>
                <a:lnTo>
                  <a:pt x="106360" y="80287"/>
                </a:lnTo>
                <a:lnTo>
                  <a:pt x="106414" y="81246"/>
                </a:lnTo>
                <a:lnTo>
                  <a:pt x="106484" y="82196"/>
                </a:lnTo>
                <a:lnTo>
                  <a:pt x="106570" y="83138"/>
                </a:lnTo>
                <a:lnTo>
                  <a:pt x="106671" y="84071"/>
                </a:lnTo>
                <a:lnTo>
                  <a:pt x="106788" y="84996"/>
                </a:lnTo>
                <a:lnTo>
                  <a:pt x="106920" y="85913"/>
                </a:lnTo>
                <a:lnTo>
                  <a:pt x="107068" y="86822"/>
                </a:lnTo>
                <a:lnTo>
                  <a:pt x="107232" y="87722"/>
                </a:lnTo>
                <a:lnTo>
                  <a:pt x="107411" y="88613"/>
                </a:lnTo>
                <a:lnTo>
                  <a:pt x="107605" y="89497"/>
                </a:lnTo>
                <a:lnTo>
                  <a:pt x="107816" y="90372"/>
                </a:lnTo>
                <a:lnTo>
                  <a:pt x="108041" y="91239"/>
                </a:lnTo>
                <a:lnTo>
                  <a:pt x="108283" y="92097"/>
                </a:lnTo>
                <a:lnTo>
                  <a:pt x="108540" y="92947"/>
                </a:lnTo>
                <a:lnTo>
                  <a:pt x="108812" y="93789"/>
                </a:lnTo>
                <a:lnTo>
                  <a:pt x="109100" y="94622"/>
                </a:lnTo>
                <a:lnTo>
                  <a:pt x="109404" y="95447"/>
                </a:lnTo>
                <a:lnTo>
                  <a:pt x="109723" y="96264"/>
                </a:lnTo>
                <a:lnTo>
                  <a:pt x="110058" y="97072"/>
                </a:lnTo>
                <a:lnTo>
                  <a:pt x="110408" y="97872"/>
                </a:lnTo>
                <a:lnTo>
                  <a:pt x="110774" y="98664"/>
                </a:lnTo>
                <a:lnTo>
                  <a:pt x="111155" y="99431"/>
                </a:lnTo>
                <a:lnTo>
                  <a:pt x="111550" y="100185"/>
                </a:lnTo>
                <a:lnTo>
                  <a:pt x="111958" y="100924"/>
                </a:lnTo>
                <a:lnTo>
                  <a:pt x="112380" y="101649"/>
                </a:lnTo>
                <a:lnTo>
                  <a:pt x="112817" y="102361"/>
                </a:lnTo>
                <a:lnTo>
                  <a:pt x="113267" y="103059"/>
                </a:lnTo>
                <a:lnTo>
                  <a:pt x="113731" y="103742"/>
                </a:lnTo>
                <a:lnTo>
                  <a:pt x="114209" y="104412"/>
                </a:lnTo>
                <a:lnTo>
                  <a:pt x="114701" y="105068"/>
                </a:lnTo>
                <a:lnTo>
                  <a:pt x="115207" y="105710"/>
                </a:lnTo>
                <a:lnTo>
                  <a:pt x="115726" y="106339"/>
                </a:lnTo>
                <a:lnTo>
                  <a:pt x="116260" y="106953"/>
                </a:lnTo>
                <a:lnTo>
                  <a:pt x="116808" y="107553"/>
                </a:lnTo>
                <a:lnTo>
                  <a:pt x="117369" y="108140"/>
                </a:lnTo>
                <a:lnTo>
                  <a:pt x="117944" y="108712"/>
                </a:lnTo>
                <a:lnTo>
                  <a:pt x="118534" y="109271"/>
                </a:lnTo>
                <a:lnTo>
                  <a:pt x="119137" y="109816"/>
                </a:lnTo>
                <a:lnTo>
                  <a:pt x="119754" y="110346"/>
                </a:lnTo>
                <a:lnTo>
                  <a:pt x="120385" y="110863"/>
                </a:lnTo>
                <a:lnTo>
                  <a:pt x="121030" y="111366"/>
                </a:lnTo>
                <a:lnTo>
                  <a:pt x="121688" y="111855"/>
                </a:lnTo>
                <a:lnTo>
                  <a:pt x="122361" y="112331"/>
                </a:lnTo>
                <a:lnTo>
                  <a:pt x="123048" y="112792"/>
                </a:lnTo>
                <a:lnTo>
                  <a:pt x="123748" y="113239"/>
                </a:lnTo>
                <a:lnTo>
                  <a:pt x="124461" y="113671"/>
                </a:lnTo>
                <a:lnTo>
                  <a:pt x="125186" y="114084"/>
                </a:lnTo>
                <a:lnTo>
                  <a:pt x="125923" y="114478"/>
                </a:lnTo>
                <a:lnTo>
                  <a:pt x="126671" y="114854"/>
                </a:lnTo>
                <a:lnTo>
                  <a:pt x="127431" y="115212"/>
                </a:lnTo>
                <a:lnTo>
                  <a:pt x="128203" y="115552"/>
                </a:lnTo>
                <a:lnTo>
                  <a:pt x="128986" y="115873"/>
                </a:lnTo>
                <a:lnTo>
                  <a:pt x="129781" y="116176"/>
                </a:lnTo>
                <a:lnTo>
                  <a:pt x="130588" y="116460"/>
                </a:lnTo>
                <a:lnTo>
                  <a:pt x="131406" y="116726"/>
                </a:lnTo>
                <a:lnTo>
                  <a:pt x="132236" y="116974"/>
                </a:lnTo>
                <a:lnTo>
                  <a:pt x="133078" y="117204"/>
                </a:lnTo>
                <a:lnTo>
                  <a:pt x="133931" y="117415"/>
                </a:lnTo>
                <a:lnTo>
                  <a:pt x="134796" y="117607"/>
                </a:lnTo>
                <a:lnTo>
                  <a:pt x="135673" y="117782"/>
                </a:lnTo>
                <a:lnTo>
                  <a:pt x="136561" y="117938"/>
                </a:lnTo>
                <a:lnTo>
                  <a:pt x="137462" y="118075"/>
                </a:lnTo>
                <a:lnTo>
                  <a:pt x="138373" y="118195"/>
                </a:lnTo>
                <a:lnTo>
                  <a:pt x="139297" y="118296"/>
                </a:lnTo>
                <a:lnTo>
                  <a:pt x="140232" y="118378"/>
                </a:lnTo>
                <a:lnTo>
                  <a:pt x="141179" y="118442"/>
                </a:lnTo>
                <a:lnTo>
                  <a:pt x="142137" y="118488"/>
                </a:lnTo>
                <a:lnTo>
                  <a:pt x="143108" y="118516"/>
                </a:lnTo>
                <a:lnTo>
                  <a:pt x="144089" y="118525"/>
                </a:lnTo>
                <a:lnTo>
                  <a:pt x="145071" y="118516"/>
                </a:lnTo>
                <a:lnTo>
                  <a:pt x="146041" y="118489"/>
                </a:lnTo>
                <a:lnTo>
                  <a:pt x="147000" y="118445"/>
                </a:lnTo>
                <a:lnTo>
                  <a:pt x="147947" y="118383"/>
                </a:lnTo>
                <a:lnTo>
                  <a:pt x="148882" y="118303"/>
                </a:lnTo>
                <a:close/>
                <a:moveTo>
                  <a:pt x="140417" y="106861"/>
                </a:moveTo>
                <a:lnTo>
                  <a:pt x="139715" y="106733"/>
                </a:lnTo>
                <a:lnTo>
                  <a:pt x="139023" y="106581"/>
                </a:lnTo>
                <a:lnTo>
                  <a:pt x="138341" y="106406"/>
                </a:lnTo>
                <a:lnTo>
                  <a:pt x="137670" y="106207"/>
                </a:lnTo>
                <a:lnTo>
                  <a:pt x="137010" y="105985"/>
                </a:lnTo>
                <a:lnTo>
                  <a:pt x="136360" y="105740"/>
                </a:lnTo>
                <a:lnTo>
                  <a:pt x="135721" y="105471"/>
                </a:lnTo>
                <a:lnTo>
                  <a:pt x="135092" y="105179"/>
                </a:lnTo>
                <a:lnTo>
                  <a:pt x="134474" y="104864"/>
                </a:lnTo>
                <a:lnTo>
                  <a:pt x="133866" y="104525"/>
                </a:lnTo>
                <a:lnTo>
                  <a:pt x="133269" y="104163"/>
                </a:lnTo>
                <a:lnTo>
                  <a:pt x="132683" y="103778"/>
                </a:lnTo>
                <a:lnTo>
                  <a:pt x="132107" y="103369"/>
                </a:lnTo>
                <a:lnTo>
                  <a:pt x="131541" y="102937"/>
                </a:lnTo>
                <a:lnTo>
                  <a:pt x="130987" y="102481"/>
                </a:lnTo>
                <a:lnTo>
                  <a:pt x="130443" y="102003"/>
                </a:lnTo>
                <a:lnTo>
                  <a:pt x="129909" y="101500"/>
                </a:lnTo>
                <a:lnTo>
                  <a:pt x="129386" y="100975"/>
                </a:lnTo>
                <a:lnTo>
                  <a:pt x="128873" y="100426"/>
                </a:lnTo>
                <a:lnTo>
                  <a:pt x="128390" y="99843"/>
                </a:lnTo>
                <a:lnTo>
                  <a:pt x="127927" y="99241"/>
                </a:lnTo>
                <a:lnTo>
                  <a:pt x="127484" y="98621"/>
                </a:lnTo>
                <a:lnTo>
                  <a:pt x="127063" y="97983"/>
                </a:lnTo>
                <a:lnTo>
                  <a:pt x="126661" y="97327"/>
                </a:lnTo>
                <a:lnTo>
                  <a:pt x="126281" y="96652"/>
                </a:lnTo>
                <a:lnTo>
                  <a:pt x="125921" y="95959"/>
                </a:lnTo>
                <a:lnTo>
                  <a:pt x="125581" y="95247"/>
                </a:lnTo>
                <a:lnTo>
                  <a:pt x="125262" y="94517"/>
                </a:lnTo>
                <a:lnTo>
                  <a:pt x="124964" y="93769"/>
                </a:lnTo>
                <a:lnTo>
                  <a:pt x="124686" y="93002"/>
                </a:lnTo>
                <a:lnTo>
                  <a:pt x="124429" y="92217"/>
                </a:lnTo>
                <a:lnTo>
                  <a:pt x="124192" y="91414"/>
                </a:lnTo>
                <a:lnTo>
                  <a:pt x="123976" y="90592"/>
                </a:lnTo>
                <a:lnTo>
                  <a:pt x="123781" y="89752"/>
                </a:lnTo>
                <a:lnTo>
                  <a:pt x="123606" y="88894"/>
                </a:lnTo>
                <a:lnTo>
                  <a:pt x="123451" y="88017"/>
                </a:lnTo>
                <a:lnTo>
                  <a:pt x="123318" y="87122"/>
                </a:lnTo>
                <a:lnTo>
                  <a:pt x="123204" y="86208"/>
                </a:lnTo>
                <a:lnTo>
                  <a:pt x="123112" y="85277"/>
                </a:lnTo>
                <a:lnTo>
                  <a:pt x="123040" y="84326"/>
                </a:lnTo>
                <a:lnTo>
                  <a:pt x="122988" y="83358"/>
                </a:lnTo>
                <a:lnTo>
                  <a:pt x="122957" y="82371"/>
                </a:lnTo>
                <a:lnTo>
                  <a:pt x="122947" y="81366"/>
                </a:lnTo>
                <a:lnTo>
                  <a:pt x="122947" y="70634"/>
                </a:lnTo>
                <a:lnTo>
                  <a:pt x="122957" y="69630"/>
                </a:lnTo>
                <a:lnTo>
                  <a:pt x="122988" y="68644"/>
                </a:lnTo>
                <a:lnTo>
                  <a:pt x="123040" y="67676"/>
                </a:lnTo>
                <a:lnTo>
                  <a:pt x="123112" y="66728"/>
                </a:lnTo>
                <a:lnTo>
                  <a:pt x="123204" y="65799"/>
                </a:lnTo>
                <a:lnTo>
                  <a:pt x="123318" y="64888"/>
                </a:lnTo>
                <a:lnTo>
                  <a:pt x="123451" y="63997"/>
                </a:lnTo>
                <a:lnTo>
                  <a:pt x="123606" y="63124"/>
                </a:lnTo>
                <a:lnTo>
                  <a:pt x="123781" y="62271"/>
                </a:lnTo>
                <a:lnTo>
                  <a:pt x="123976" y="61436"/>
                </a:lnTo>
                <a:lnTo>
                  <a:pt x="124192" y="60620"/>
                </a:lnTo>
                <a:lnTo>
                  <a:pt x="124429" y="59823"/>
                </a:lnTo>
                <a:lnTo>
                  <a:pt x="124686" y="59045"/>
                </a:lnTo>
                <a:lnTo>
                  <a:pt x="124964" y="58286"/>
                </a:lnTo>
                <a:lnTo>
                  <a:pt x="125262" y="57546"/>
                </a:lnTo>
                <a:lnTo>
                  <a:pt x="125581" y="56824"/>
                </a:lnTo>
                <a:lnTo>
                  <a:pt x="125921" y="56122"/>
                </a:lnTo>
                <a:lnTo>
                  <a:pt x="126281" y="55438"/>
                </a:lnTo>
                <a:lnTo>
                  <a:pt x="126661" y="54774"/>
                </a:lnTo>
                <a:lnTo>
                  <a:pt x="127063" y="54128"/>
                </a:lnTo>
                <a:lnTo>
                  <a:pt x="127484" y="53501"/>
                </a:lnTo>
                <a:lnTo>
                  <a:pt x="127927" y="52894"/>
                </a:lnTo>
                <a:lnTo>
                  <a:pt x="128390" y="52305"/>
                </a:lnTo>
                <a:lnTo>
                  <a:pt x="128873" y="51735"/>
                </a:lnTo>
                <a:lnTo>
                  <a:pt x="129386" y="51173"/>
                </a:lnTo>
                <a:lnTo>
                  <a:pt x="129909" y="50634"/>
                </a:lnTo>
                <a:lnTo>
                  <a:pt x="130443" y="50120"/>
                </a:lnTo>
                <a:lnTo>
                  <a:pt x="130987" y="49630"/>
                </a:lnTo>
                <a:lnTo>
                  <a:pt x="131541" y="49164"/>
                </a:lnTo>
                <a:lnTo>
                  <a:pt x="132107" y="48721"/>
                </a:lnTo>
                <a:lnTo>
                  <a:pt x="132683" y="48303"/>
                </a:lnTo>
                <a:lnTo>
                  <a:pt x="133269" y="47908"/>
                </a:lnTo>
                <a:lnTo>
                  <a:pt x="133866" y="47538"/>
                </a:lnTo>
                <a:lnTo>
                  <a:pt x="134474" y="47191"/>
                </a:lnTo>
                <a:lnTo>
                  <a:pt x="135092" y="46868"/>
                </a:lnTo>
                <a:lnTo>
                  <a:pt x="135721" y="46569"/>
                </a:lnTo>
                <a:lnTo>
                  <a:pt x="136360" y="46294"/>
                </a:lnTo>
                <a:lnTo>
                  <a:pt x="137010" y="46043"/>
                </a:lnTo>
                <a:lnTo>
                  <a:pt x="137670" y="45816"/>
                </a:lnTo>
                <a:lnTo>
                  <a:pt x="138341" y="45613"/>
                </a:lnTo>
                <a:lnTo>
                  <a:pt x="139023" y="45433"/>
                </a:lnTo>
                <a:lnTo>
                  <a:pt x="139715" y="45278"/>
                </a:lnTo>
                <a:lnTo>
                  <a:pt x="140417" y="45146"/>
                </a:lnTo>
                <a:lnTo>
                  <a:pt x="141131" y="45039"/>
                </a:lnTo>
                <a:lnTo>
                  <a:pt x="141855" y="44955"/>
                </a:lnTo>
                <a:lnTo>
                  <a:pt x="142589" y="44895"/>
                </a:lnTo>
                <a:lnTo>
                  <a:pt x="143334" y="44859"/>
                </a:lnTo>
                <a:lnTo>
                  <a:pt x="144089" y="44847"/>
                </a:lnTo>
                <a:lnTo>
                  <a:pt x="144858" y="44859"/>
                </a:lnTo>
                <a:lnTo>
                  <a:pt x="145614" y="44895"/>
                </a:lnTo>
                <a:lnTo>
                  <a:pt x="146359" y="44955"/>
                </a:lnTo>
                <a:lnTo>
                  <a:pt x="147093" y="45039"/>
                </a:lnTo>
                <a:lnTo>
                  <a:pt x="147814" y="45146"/>
                </a:lnTo>
                <a:lnTo>
                  <a:pt x="148524" y="45278"/>
                </a:lnTo>
                <a:lnTo>
                  <a:pt x="149222" y="45433"/>
                </a:lnTo>
                <a:lnTo>
                  <a:pt x="149909" y="45613"/>
                </a:lnTo>
                <a:lnTo>
                  <a:pt x="150584" y="45816"/>
                </a:lnTo>
                <a:lnTo>
                  <a:pt x="151247" y="46043"/>
                </a:lnTo>
                <a:lnTo>
                  <a:pt x="151898" y="46294"/>
                </a:lnTo>
                <a:lnTo>
                  <a:pt x="152538" y="46569"/>
                </a:lnTo>
                <a:lnTo>
                  <a:pt x="153166" y="46868"/>
                </a:lnTo>
                <a:lnTo>
                  <a:pt x="153783" y="47191"/>
                </a:lnTo>
                <a:lnTo>
                  <a:pt x="154388" y="47538"/>
                </a:lnTo>
                <a:lnTo>
                  <a:pt x="154981" y="47908"/>
                </a:lnTo>
                <a:lnTo>
                  <a:pt x="155562" y="48303"/>
                </a:lnTo>
                <a:lnTo>
                  <a:pt x="156132" y="48721"/>
                </a:lnTo>
                <a:lnTo>
                  <a:pt x="156690" y="49164"/>
                </a:lnTo>
                <a:lnTo>
                  <a:pt x="157237" y="49630"/>
                </a:lnTo>
                <a:lnTo>
                  <a:pt x="157771" y="50120"/>
                </a:lnTo>
                <a:lnTo>
                  <a:pt x="158294" y="50634"/>
                </a:lnTo>
                <a:lnTo>
                  <a:pt x="158806" y="51173"/>
                </a:lnTo>
                <a:lnTo>
                  <a:pt x="159305" y="51735"/>
                </a:lnTo>
                <a:lnTo>
                  <a:pt x="159789" y="52305"/>
                </a:lnTo>
                <a:lnTo>
                  <a:pt x="160252" y="52894"/>
                </a:lnTo>
                <a:lnTo>
                  <a:pt x="160694" y="53501"/>
                </a:lnTo>
                <a:lnTo>
                  <a:pt x="161116" y="54128"/>
                </a:lnTo>
                <a:lnTo>
                  <a:pt x="161518" y="54774"/>
                </a:lnTo>
                <a:lnTo>
                  <a:pt x="161898" y="55438"/>
                </a:lnTo>
                <a:lnTo>
                  <a:pt x="162258" y="56122"/>
                </a:lnTo>
                <a:lnTo>
                  <a:pt x="162598" y="56824"/>
                </a:lnTo>
                <a:lnTo>
                  <a:pt x="162917" y="57546"/>
                </a:lnTo>
                <a:lnTo>
                  <a:pt x="163215" y="58286"/>
                </a:lnTo>
                <a:lnTo>
                  <a:pt x="163493" y="59045"/>
                </a:lnTo>
                <a:lnTo>
                  <a:pt x="163750" y="59823"/>
                </a:lnTo>
                <a:lnTo>
                  <a:pt x="163987" y="60620"/>
                </a:lnTo>
                <a:lnTo>
                  <a:pt x="164203" y="61436"/>
                </a:lnTo>
                <a:lnTo>
                  <a:pt x="164398" y="62271"/>
                </a:lnTo>
                <a:lnTo>
                  <a:pt x="164573" y="63124"/>
                </a:lnTo>
                <a:lnTo>
                  <a:pt x="164728" y="63997"/>
                </a:lnTo>
                <a:lnTo>
                  <a:pt x="164861" y="64888"/>
                </a:lnTo>
                <a:lnTo>
                  <a:pt x="164975" y="65799"/>
                </a:lnTo>
                <a:lnTo>
                  <a:pt x="165067" y="66728"/>
                </a:lnTo>
                <a:lnTo>
                  <a:pt x="165139" y="67676"/>
                </a:lnTo>
                <a:lnTo>
                  <a:pt x="165191" y="68644"/>
                </a:lnTo>
                <a:lnTo>
                  <a:pt x="165221" y="69630"/>
                </a:lnTo>
                <a:lnTo>
                  <a:pt x="165232" y="70634"/>
                </a:lnTo>
                <a:lnTo>
                  <a:pt x="165232" y="81366"/>
                </a:lnTo>
                <a:lnTo>
                  <a:pt x="165221" y="82371"/>
                </a:lnTo>
                <a:lnTo>
                  <a:pt x="165191" y="83358"/>
                </a:lnTo>
                <a:lnTo>
                  <a:pt x="165139" y="84326"/>
                </a:lnTo>
                <a:lnTo>
                  <a:pt x="165067" y="85277"/>
                </a:lnTo>
                <a:lnTo>
                  <a:pt x="164975" y="86208"/>
                </a:lnTo>
                <a:lnTo>
                  <a:pt x="164861" y="87122"/>
                </a:lnTo>
                <a:lnTo>
                  <a:pt x="164728" y="88017"/>
                </a:lnTo>
                <a:lnTo>
                  <a:pt x="164573" y="88894"/>
                </a:lnTo>
                <a:lnTo>
                  <a:pt x="164398" y="89752"/>
                </a:lnTo>
                <a:lnTo>
                  <a:pt x="164203" y="90592"/>
                </a:lnTo>
                <a:lnTo>
                  <a:pt x="163987" y="91414"/>
                </a:lnTo>
                <a:lnTo>
                  <a:pt x="163750" y="92217"/>
                </a:lnTo>
                <a:lnTo>
                  <a:pt x="163493" y="93002"/>
                </a:lnTo>
                <a:lnTo>
                  <a:pt x="163215" y="93769"/>
                </a:lnTo>
                <a:lnTo>
                  <a:pt x="162917" y="94517"/>
                </a:lnTo>
                <a:lnTo>
                  <a:pt x="162598" y="95247"/>
                </a:lnTo>
                <a:lnTo>
                  <a:pt x="162258" y="95959"/>
                </a:lnTo>
                <a:lnTo>
                  <a:pt x="161898" y="96652"/>
                </a:lnTo>
                <a:lnTo>
                  <a:pt x="161518" y="97327"/>
                </a:lnTo>
                <a:lnTo>
                  <a:pt x="161116" y="97983"/>
                </a:lnTo>
                <a:lnTo>
                  <a:pt x="160694" y="98621"/>
                </a:lnTo>
                <a:lnTo>
                  <a:pt x="160252" y="99241"/>
                </a:lnTo>
                <a:lnTo>
                  <a:pt x="159789" y="99843"/>
                </a:lnTo>
                <a:lnTo>
                  <a:pt x="159305" y="100426"/>
                </a:lnTo>
                <a:lnTo>
                  <a:pt x="158806" y="100975"/>
                </a:lnTo>
                <a:lnTo>
                  <a:pt x="158294" y="101500"/>
                </a:lnTo>
                <a:lnTo>
                  <a:pt x="157771" y="102003"/>
                </a:lnTo>
                <a:lnTo>
                  <a:pt x="157237" y="102481"/>
                </a:lnTo>
                <a:lnTo>
                  <a:pt x="156690" y="102937"/>
                </a:lnTo>
                <a:lnTo>
                  <a:pt x="156132" y="103369"/>
                </a:lnTo>
                <a:lnTo>
                  <a:pt x="155562" y="103778"/>
                </a:lnTo>
                <a:lnTo>
                  <a:pt x="154981" y="104163"/>
                </a:lnTo>
                <a:lnTo>
                  <a:pt x="154388" y="104525"/>
                </a:lnTo>
                <a:lnTo>
                  <a:pt x="153783" y="104864"/>
                </a:lnTo>
                <a:lnTo>
                  <a:pt x="153166" y="105179"/>
                </a:lnTo>
                <a:lnTo>
                  <a:pt x="152538" y="105471"/>
                </a:lnTo>
                <a:lnTo>
                  <a:pt x="151898" y="105740"/>
                </a:lnTo>
                <a:lnTo>
                  <a:pt x="151247" y="105985"/>
                </a:lnTo>
                <a:lnTo>
                  <a:pt x="150584" y="106207"/>
                </a:lnTo>
                <a:lnTo>
                  <a:pt x="149909" y="106406"/>
                </a:lnTo>
                <a:lnTo>
                  <a:pt x="149222" y="106581"/>
                </a:lnTo>
                <a:lnTo>
                  <a:pt x="148524" y="106733"/>
                </a:lnTo>
                <a:lnTo>
                  <a:pt x="147814" y="106861"/>
                </a:lnTo>
                <a:lnTo>
                  <a:pt x="147093" y="106966"/>
                </a:lnTo>
                <a:lnTo>
                  <a:pt x="146359" y="107048"/>
                </a:lnTo>
                <a:lnTo>
                  <a:pt x="145614" y="107106"/>
                </a:lnTo>
                <a:lnTo>
                  <a:pt x="144858" y="107141"/>
                </a:lnTo>
                <a:lnTo>
                  <a:pt x="144089" y="107153"/>
                </a:lnTo>
                <a:lnTo>
                  <a:pt x="143334" y="107141"/>
                </a:lnTo>
                <a:lnTo>
                  <a:pt x="142589" y="107106"/>
                </a:lnTo>
                <a:lnTo>
                  <a:pt x="141855" y="107048"/>
                </a:lnTo>
                <a:lnTo>
                  <a:pt x="141131" y="106966"/>
                </a:lnTo>
                <a:lnTo>
                  <a:pt x="140417" y="106861"/>
                </a:lnTo>
                <a:close/>
                <a:moveTo>
                  <a:pt x="436678" y="118358"/>
                </a:moveTo>
                <a:lnTo>
                  <a:pt x="437541" y="118285"/>
                </a:lnTo>
                <a:lnTo>
                  <a:pt x="438394" y="118198"/>
                </a:lnTo>
                <a:lnTo>
                  <a:pt x="439235" y="118098"/>
                </a:lnTo>
                <a:lnTo>
                  <a:pt x="440066" y="117984"/>
                </a:lnTo>
                <a:lnTo>
                  <a:pt x="440887" y="117858"/>
                </a:lnTo>
                <a:lnTo>
                  <a:pt x="441697" y="117717"/>
                </a:lnTo>
                <a:lnTo>
                  <a:pt x="442497" y="117564"/>
                </a:lnTo>
                <a:lnTo>
                  <a:pt x="443285" y="117397"/>
                </a:lnTo>
                <a:lnTo>
                  <a:pt x="444064" y="117217"/>
                </a:lnTo>
                <a:lnTo>
                  <a:pt x="444832" y="117023"/>
                </a:lnTo>
                <a:lnTo>
                  <a:pt x="445589" y="116816"/>
                </a:lnTo>
                <a:lnTo>
                  <a:pt x="446335" y="116596"/>
                </a:lnTo>
                <a:lnTo>
                  <a:pt x="447071" y="116363"/>
                </a:lnTo>
                <a:lnTo>
                  <a:pt x="447797" y="116116"/>
                </a:lnTo>
                <a:lnTo>
                  <a:pt x="448512" y="115855"/>
                </a:lnTo>
                <a:lnTo>
                  <a:pt x="449216" y="115582"/>
                </a:lnTo>
                <a:lnTo>
                  <a:pt x="449910" y="115295"/>
                </a:lnTo>
                <a:lnTo>
                  <a:pt x="450593" y="114995"/>
                </a:lnTo>
                <a:lnTo>
                  <a:pt x="451266" y="114681"/>
                </a:lnTo>
                <a:lnTo>
                  <a:pt x="451940" y="114355"/>
                </a:lnTo>
                <a:lnTo>
                  <a:pt x="452602" y="114018"/>
                </a:lnTo>
                <a:lnTo>
                  <a:pt x="453250" y="113670"/>
                </a:lnTo>
                <a:lnTo>
                  <a:pt x="453886" y="113311"/>
                </a:lnTo>
                <a:lnTo>
                  <a:pt x="454509" y="112940"/>
                </a:lnTo>
                <a:lnTo>
                  <a:pt x="455120" y="112559"/>
                </a:lnTo>
                <a:lnTo>
                  <a:pt x="455717" y="112166"/>
                </a:lnTo>
                <a:lnTo>
                  <a:pt x="456302" y="111762"/>
                </a:lnTo>
                <a:lnTo>
                  <a:pt x="456874" y="111347"/>
                </a:lnTo>
                <a:lnTo>
                  <a:pt x="457433" y="110921"/>
                </a:lnTo>
                <a:lnTo>
                  <a:pt x="457980" y="110484"/>
                </a:lnTo>
                <a:lnTo>
                  <a:pt x="458513" y="110036"/>
                </a:lnTo>
                <a:lnTo>
                  <a:pt x="459034" y="109577"/>
                </a:lnTo>
                <a:lnTo>
                  <a:pt x="459542" y="109106"/>
                </a:lnTo>
                <a:lnTo>
                  <a:pt x="460038" y="108625"/>
                </a:lnTo>
                <a:lnTo>
                  <a:pt x="460520" y="108132"/>
                </a:lnTo>
                <a:lnTo>
                  <a:pt x="460990" y="107628"/>
                </a:lnTo>
                <a:lnTo>
                  <a:pt x="461447" y="107113"/>
                </a:lnTo>
                <a:lnTo>
                  <a:pt x="461891" y="106587"/>
                </a:lnTo>
                <a:lnTo>
                  <a:pt x="462322" y="106050"/>
                </a:lnTo>
                <a:lnTo>
                  <a:pt x="462740" y="105501"/>
                </a:lnTo>
                <a:lnTo>
                  <a:pt x="463146" y="104942"/>
                </a:lnTo>
                <a:lnTo>
                  <a:pt x="463539" y="104371"/>
                </a:lnTo>
                <a:lnTo>
                  <a:pt x="463919" y="103789"/>
                </a:lnTo>
                <a:lnTo>
                  <a:pt x="464298" y="103184"/>
                </a:lnTo>
                <a:lnTo>
                  <a:pt x="464661" y="102570"/>
                </a:lnTo>
                <a:lnTo>
                  <a:pt x="465008" y="101947"/>
                </a:lnTo>
                <a:lnTo>
                  <a:pt x="465338" y="101316"/>
                </a:lnTo>
                <a:lnTo>
                  <a:pt x="465653" y="100675"/>
                </a:lnTo>
                <a:lnTo>
                  <a:pt x="465951" y="100025"/>
                </a:lnTo>
                <a:lnTo>
                  <a:pt x="466234" y="99367"/>
                </a:lnTo>
                <a:lnTo>
                  <a:pt x="466500" y="98700"/>
                </a:lnTo>
                <a:lnTo>
                  <a:pt x="466750" y="98023"/>
                </a:lnTo>
                <a:lnTo>
                  <a:pt x="466983" y="97338"/>
                </a:lnTo>
                <a:lnTo>
                  <a:pt x="467201" y="96644"/>
                </a:lnTo>
                <a:lnTo>
                  <a:pt x="467403" y="95941"/>
                </a:lnTo>
                <a:lnTo>
                  <a:pt x="467588" y="95229"/>
                </a:lnTo>
                <a:lnTo>
                  <a:pt x="467758" y="94509"/>
                </a:lnTo>
                <a:lnTo>
                  <a:pt x="467911" y="93779"/>
                </a:lnTo>
                <a:lnTo>
                  <a:pt x="468048" y="93040"/>
                </a:lnTo>
                <a:lnTo>
                  <a:pt x="468169" y="92293"/>
                </a:lnTo>
                <a:lnTo>
                  <a:pt x="468274" y="91537"/>
                </a:lnTo>
                <a:lnTo>
                  <a:pt x="468362" y="90771"/>
                </a:lnTo>
                <a:lnTo>
                  <a:pt x="468435" y="89997"/>
                </a:lnTo>
                <a:lnTo>
                  <a:pt x="468491" y="89214"/>
                </a:lnTo>
                <a:lnTo>
                  <a:pt x="468532" y="88422"/>
                </a:lnTo>
                <a:lnTo>
                  <a:pt x="468556" y="87621"/>
                </a:lnTo>
                <a:lnTo>
                  <a:pt x="468564" y="86812"/>
                </a:lnTo>
                <a:lnTo>
                  <a:pt x="453508" y="86812"/>
                </a:lnTo>
                <a:lnTo>
                  <a:pt x="453499" y="87670"/>
                </a:lnTo>
                <a:lnTo>
                  <a:pt x="453470" y="88509"/>
                </a:lnTo>
                <a:lnTo>
                  <a:pt x="453423" y="89329"/>
                </a:lnTo>
                <a:lnTo>
                  <a:pt x="453357" y="90131"/>
                </a:lnTo>
                <a:lnTo>
                  <a:pt x="453272" y="90913"/>
                </a:lnTo>
                <a:lnTo>
                  <a:pt x="453168" y="91677"/>
                </a:lnTo>
                <a:lnTo>
                  <a:pt x="453045" y="92421"/>
                </a:lnTo>
                <a:lnTo>
                  <a:pt x="452903" y="93147"/>
                </a:lnTo>
                <a:lnTo>
                  <a:pt x="452742" y="93854"/>
                </a:lnTo>
                <a:lnTo>
                  <a:pt x="452563" y="94542"/>
                </a:lnTo>
                <a:lnTo>
                  <a:pt x="452364" y="95211"/>
                </a:lnTo>
                <a:lnTo>
                  <a:pt x="452147" y="95861"/>
                </a:lnTo>
                <a:lnTo>
                  <a:pt x="451910" y="96492"/>
                </a:lnTo>
                <a:lnTo>
                  <a:pt x="451655" y="97105"/>
                </a:lnTo>
                <a:lnTo>
                  <a:pt x="451381" y="97698"/>
                </a:lnTo>
                <a:lnTo>
                  <a:pt x="451088" y="98273"/>
                </a:lnTo>
                <a:lnTo>
                  <a:pt x="450776" y="98828"/>
                </a:lnTo>
                <a:lnTo>
                  <a:pt x="450445" y="99365"/>
                </a:lnTo>
                <a:lnTo>
                  <a:pt x="450095" y="99883"/>
                </a:lnTo>
                <a:lnTo>
                  <a:pt x="449726" y="100381"/>
                </a:lnTo>
                <a:lnTo>
                  <a:pt x="449339" y="100861"/>
                </a:lnTo>
                <a:lnTo>
                  <a:pt x="448932" y="101322"/>
                </a:lnTo>
                <a:lnTo>
                  <a:pt x="448507" y="101765"/>
                </a:lnTo>
                <a:lnTo>
                  <a:pt x="448062" y="102188"/>
                </a:lnTo>
                <a:lnTo>
                  <a:pt x="447613" y="102593"/>
                </a:lnTo>
                <a:lnTo>
                  <a:pt x="447147" y="102981"/>
                </a:lnTo>
                <a:lnTo>
                  <a:pt x="446663" y="103351"/>
                </a:lnTo>
                <a:lnTo>
                  <a:pt x="446163" y="103705"/>
                </a:lnTo>
                <a:lnTo>
                  <a:pt x="445645" y="104041"/>
                </a:lnTo>
                <a:lnTo>
                  <a:pt x="445109" y="104360"/>
                </a:lnTo>
                <a:lnTo>
                  <a:pt x="444557" y="104662"/>
                </a:lnTo>
                <a:lnTo>
                  <a:pt x="443987" y="104946"/>
                </a:lnTo>
                <a:lnTo>
                  <a:pt x="443400" y="105213"/>
                </a:lnTo>
                <a:lnTo>
                  <a:pt x="442796" y="105463"/>
                </a:lnTo>
                <a:lnTo>
                  <a:pt x="442174" y="105696"/>
                </a:lnTo>
                <a:lnTo>
                  <a:pt x="441536" y="105912"/>
                </a:lnTo>
                <a:lnTo>
                  <a:pt x="440880" y="106110"/>
                </a:lnTo>
                <a:lnTo>
                  <a:pt x="440206" y="106291"/>
                </a:lnTo>
                <a:lnTo>
                  <a:pt x="439516" y="106455"/>
                </a:lnTo>
                <a:lnTo>
                  <a:pt x="438808" y="106601"/>
                </a:lnTo>
                <a:lnTo>
                  <a:pt x="438083" y="106731"/>
                </a:lnTo>
                <a:lnTo>
                  <a:pt x="437341" y="106843"/>
                </a:lnTo>
                <a:lnTo>
                  <a:pt x="436582" y="106937"/>
                </a:lnTo>
                <a:lnTo>
                  <a:pt x="435805" y="107015"/>
                </a:lnTo>
                <a:lnTo>
                  <a:pt x="435011" y="107075"/>
                </a:lnTo>
                <a:lnTo>
                  <a:pt x="434200" y="107119"/>
                </a:lnTo>
                <a:lnTo>
                  <a:pt x="433372" y="107144"/>
                </a:lnTo>
                <a:lnTo>
                  <a:pt x="432526" y="107153"/>
                </a:lnTo>
                <a:lnTo>
                  <a:pt x="431757" y="107142"/>
                </a:lnTo>
                <a:lnTo>
                  <a:pt x="431000" y="107107"/>
                </a:lnTo>
                <a:lnTo>
                  <a:pt x="430254" y="107050"/>
                </a:lnTo>
                <a:lnTo>
                  <a:pt x="429518" y="106971"/>
                </a:lnTo>
                <a:lnTo>
                  <a:pt x="428794" y="106868"/>
                </a:lnTo>
                <a:lnTo>
                  <a:pt x="428081" y="106743"/>
                </a:lnTo>
                <a:lnTo>
                  <a:pt x="427380" y="106594"/>
                </a:lnTo>
                <a:lnTo>
                  <a:pt x="426689" y="106423"/>
                </a:lnTo>
                <a:lnTo>
                  <a:pt x="426009" y="106230"/>
                </a:lnTo>
                <a:lnTo>
                  <a:pt x="425341" y="106013"/>
                </a:lnTo>
                <a:lnTo>
                  <a:pt x="424683" y="105773"/>
                </a:lnTo>
                <a:lnTo>
                  <a:pt x="424037" y="105511"/>
                </a:lnTo>
                <a:lnTo>
                  <a:pt x="423402" y="105226"/>
                </a:lnTo>
                <a:lnTo>
                  <a:pt x="422778" y="104918"/>
                </a:lnTo>
                <a:lnTo>
                  <a:pt x="422165" y="104588"/>
                </a:lnTo>
                <a:lnTo>
                  <a:pt x="421563" y="104234"/>
                </a:lnTo>
                <a:lnTo>
                  <a:pt x="420973" y="103858"/>
                </a:lnTo>
                <a:lnTo>
                  <a:pt x="420393" y="103459"/>
                </a:lnTo>
                <a:lnTo>
                  <a:pt x="419825" y="103037"/>
                </a:lnTo>
                <a:lnTo>
                  <a:pt x="419268" y="102593"/>
                </a:lnTo>
                <a:lnTo>
                  <a:pt x="418721" y="102125"/>
                </a:lnTo>
                <a:lnTo>
                  <a:pt x="418186" y="101635"/>
                </a:lnTo>
                <a:lnTo>
                  <a:pt x="417663" y="101122"/>
                </a:lnTo>
                <a:lnTo>
                  <a:pt x="417150" y="100586"/>
                </a:lnTo>
                <a:lnTo>
                  <a:pt x="416653" y="100028"/>
                </a:lnTo>
                <a:lnTo>
                  <a:pt x="416178" y="99449"/>
                </a:lnTo>
                <a:lnTo>
                  <a:pt x="415723" y="98849"/>
                </a:lnTo>
                <a:lnTo>
                  <a:pt x="415290" y="98228"/>
                </a:lnTo>
                <a:lnTo>
                  <a:pt x="414878" y="97586"/>
                </a:lnTo>
                <a:lnTo>
                  <a:pt x="414487" y="96922"/>
                </a:lnTo>
                <a:lnTo>
                  <a:pt x="414117" y="96238"/>
                </a:lnTo>
                <a:lnTo>
                  <a:pt x="413768" y="95532"/>
                </a:lnTo>
                <a:lnTo>
                  <a:pt x="413441" y="94805"/>
                </a:lnTo>
                <a:lnTo>
                  <a:pt x="413134" y="94057"/>
                </a:lnTo>
                <a:lnTo>
                  <a:pt x="412849" y="93288"/>
                </a:lnTo>
                <a:lnTo>
                  <a:pt x="412585" y="92498"/>
                </a:lnTo>
                <a:lnTo>
                  <a:pt x="412342" y="91686"/>
                </a:lnTo>
                <a:lnTo>
                  <a:pt x="412120" y="90854"/>
                </a:lnTo>
                <a:lnTo>
                  <a:pt x="411919" y="90000"/>
                </a:lnTo>
                <a:lnTo>
                  <a:pt x="411740" y="89125"/>
                </a:lnTo>
                <a:lnTo>
                  <a:pt x="411581" y="88229"/>
                </a:lnTo>
                <a:lnTo>
                  <a:pt x="411444" y="87312"/>
                </a:lnTo>
                <a:lnTo>
                  <a:pt x="411328" y="86374"/>
                </a:lnTo>
                <a:lnTo>
                  <a:pt x="411232" y="85415"/>
                </a:lnTo>
                <a:lnTo>
                  <a:pt x="411159" y="84434"/>
                </a:lnTo>
                <a:lnTo>
                  <a:pt x="411106" y="83432"/>
                </a:lnTo>
                <a:lnTo>
                  <a:pt x="411074" y="82410"/>
                </a:lnTo>
                <a:lnTo>
                  <a:pt x="411063" y="81366"/>
                </a:lnTo>
                <a:lnTo>
                  <a:pt x="411063" y="78643"/>
                </a:lnTo>
                <a:lnTo>
                  <a:pt x="468564" y="78643"/>
                </a:lnTo>
                <a:lnTo>
                  <a:pt x="468564" y="67751"/>
                </a:lnTo>
                <a:lnTo>
                  <a:pt x="468556" y="66928"/>
                </a:lnTo>
                <a:lnTo>
                  <a:pt x="468533" y="66112"/>
                </a:lnTo>
                <a:lnTo>
                  <a:pt x="468494" y="65304"/>
                </a:lnTo>
                <a:lnTo>
                  <a:pt x="468439" y="64504"/>
                </a:lnTo>
                <a:lnTo>
                  <a:pt x="468369" y="63711"/>
                </a:lnTo>
                <a:lnTo>
                  <a:pt x="468284" y="62926"/>
                </a:lnTo>
                <a:lnTo>
                  <a:pt x="468183" y="62149"/>
                </a:lnTo>
                <a:lnTo>
                  <a:pt x="468066" y="61380"/>
                </a:lnTo>
                <a:lnTo>
                  <a:pt x="467933" y="60619"/>
                </a:lnTo>
                <a:lnTo>
                  <a:pt x="467785" y="59865"/>
                </a:lnTo>
                <a:lnTo>
                  <a:pt x="467622" y="59120"/>
                </a:lnTo>
                <a:lnTo>
                  <a:pt x="467443" y="58382"/>
                </a:lnTo>
                <a:lnTo>
                  <a:pt x="467248" y="57651"/>
                </a:lnTo>
                <a:lnTo>
                  <a:pt x="467038" y="56929"/>
                </a:lnTo>
                <a:lnTo>
                  <a:pt x="466812" y="56214"/>
                </a:lnTo>
                <a:lnTo>
                  <a:pt x="466571" y="55507"/>
                </a:lnTo>
                <a:lnTo>
                  <a:pt x="466314" y="54808"/>
                </a:lnTo>
                <a:lnTo>
                  <a:pt x="466041" y="54117"/>
                </a:lnTo>
                <a:lnTo>
                  <a:pt x="465753" y="53434"/>
                </a:lnTo>
                <a:lnTo>
                  <a:pt x="465450" y="52758"/>
                </a:lnTo>
                <a:lnTo>
                  <a:pt x="465130" y="52090"/>
                </a:lnTo>
                <a:lnTo>
                  <a:pt x="464796" y="51430"/>
                </a:lnTo>
                <a:lnTo>
                  <a:pt x="464445" y="50777"/>
                </a:lnTo>
                <a:lnTo>
                  <a:pt x="464079" y="50133"/>
                </a:lnTo>
                <a:lnTo>
                  <a:pt x="463713" y="49498"/>
                </a:lnTo>
                <a:lnTo>
                  <a:pt x="463333" y="48874"/>
                </a:lnTo>
                <a:lnTo>
                  <a:pt x="462941" y="48261"/>
                </a:lnTo>
                <a:lnTo>
                  <a:pt x="462535" y="47659"/>
                </a:lnTo>
                <a:lnTo>
                  <a:pt x="462118" y="47069"/>
                </a:lnTo>
                <a:lnTo>
                  <a:pt x="461687" y="46489"/>
                </a:lnTo>
                <a:lnTo>
                  <a:pt x="461243" y="45921"/>
                </a:lnTo>
                <a:lnTo>
                  <a:pt x="460787" y="45363"/>
                </a:lnTo>
                <a:lnTo>
                  <a:pt x="460318" y="44817"/>
                </a:lnTo>
                <a:lnTo>
                  <a:pt x="459836" y="44282"/>
                </a:lnTo>
                <a:lnTo>
                  <a:pt x="459341" y="43758"/>
                </a:lnTo>
                <a:lnTo>
                  <a:pt x="458834" y="43246"/>
                </a:lnTo>
                <a:lnTo>
                  <a:pt x="458314" y="42744"/>
                </a:lnTo>
                <a:lnTo>
                  <a:pt x="457780" y="42253"/>
                </a:lnTo>
                <a:lnTo>
                  <a:pt x="457235" y="41774"/>
                </a:lnTo>
                <a:lnTo>
                  <a:pt x="456676" y="41306"/>
                </a:lnTo>
                <a:lnTo>
                  <a:pt x="456105" y="40849"/>
                </a:lnTo>
                <a:lnTo>
                  <a:pt x="455520" y="40403"/>
                </a:lnTo>
                <a:lnTo>
                  <a:pt x="454923" y="39968"/>
                </a:lnTo>
                <a:lnTo>
                  <a:pt x="454313" y="39544"/>
                </a:lnTo>
                <a:lnTo>
                  <a:pt x="453691" y="39131"/>
                </a:lnTo>
                <a:lnTo>
                  <a:pt x="453055" y="38730"/>
                </a:lnTo>
                <a:lnTo>
                  <a:pt x="452407" y="38339"/>
                </a:lnTo>
                <a:lnTo>
                  <a:pt x="451746" y="37960"/>
                </a:lnTo>
                <a:lnTo>
                  <a:pt x="451087" y="37594"/>
                </a:lnTo>
                <a:lnTo>
                  <a:pt x="450416" y="37244"/>
                </a:lnTo>
                <a:lnTo>
                  <a:pt x="449734" y="36909"/>
                </a:lnTo>
                <a:lnTo>
                  <a:pt x="449041" y="36590"/>
                </a:lnTo>
                <a:lnTo>
                  <a:pt x="448337" y="36286"/>
                </a:lnTo>
                <a:lnTo>
                  <a:pt x="447622" y="35998"/>
                </a:lnTo>
                <a:lnTo>
                  <a:pt x="446896" y="35725"/>
                </a:lnTo>
                <a:lnTo>
                  <a:pt x="446158" y="35469"/>
                </a:lnTo>
                <a:lnTo>
                  <a:pt x="445410" y="35227"/>
                </a:lnTo>
                <a:lnTo>
                  <a:pt x="444650" y="35001"/>
                </a:lnTo>
                <a:lnTo>
                  <a:pt x="443879" y="34791"/>
                </a:lnTo>
                <a:lnTo>
                  <a:pt x="443097" y="34596"/>
                </a:lnTo>
                <a:lnTo>
                  <a:pt x="442304" y="34417"/>
                </a:lnTo>
                <a:lnTo>
                  <a:pt x="441500" y="34254"/>
                </a:lnTo>
                <a:lnTo>
                  <a:pt x="440685" y="34106"/>
                </a:lnTo>
                <a:lnTo>
                  <a:pt x="439858" y="33974"/>
                </a:lnTo>
                <a:lnTo>
                  <a:pt x="439021" y="33857"/>
                </a:lnTo>
                <a:lnTo>
                  <a:pt x="438172" y="33756"/>
                </a:lnTo>
                <a:lnTo>
                  <a:pt x="437312" y="33670"/>
                </a:lnTo>
                <a:lnTo>
                  <a:pt x="436441" y="33600"/>
                </a:lnTo>
                <a:lnTo>
                  <a:pt x="435559" y="33545"/>
                </a:lnTo>
                <a:lnTo>
                  <a:pt x="434666" y="33506"/>
                </a:lnTo>
                <a:lnTo>
                  <a:pt x="433762" y="33483"/>
                </a:lnTo>
                <a:lnTo>
                  <a:pt x="432846" y="33475"/>
                </a:lnTo>
                <a:lnTo>
                  <a:pt x="431864" y="33484"/>
                </a:lnTo>
                <a:lnTo>
                  <a:pt x="430893" y="33511"/>
                </a:lnTo>
                <a:lnTo>
                  <a:pt x="429933" y="33555"/>
                </a:lnTo>
                <a:lnTo>
                  <a:pt x="428985" y="33618"/>
                </a:lnTo>
                <a:lnTo>
                  <a:pt x="428047" y="33698"/>
                </a:lnTo>
                <a:lnTo>
                  <a:pt x="427120" y="33796"/>
                </a:lnTo>
                <a:lnTo>
                  <a:pt x="426205" y="33911"/>
                </a:lnTo>
                <a:lnTo>
                  <a:pt x="425301" y="34045"/>
                </a:lnTo>
                <a:lnTo>
                  <a:pt x="424407" y="34196"/>
                </a:lnTo>
                <a:lnTo>
                  <a:pt x="423525" y="34365"/>
                </a:lnTo>
                <a:lnTo>
                  <a:pt x="422655" y="34552"/>
                </a:lnTo>
                <a:lnTo>
                  <a:pt x="421795" y="34757"/>
                </a:lnTo>
                <a:lnTo>
                  <a:pt x="420946" y="34979"/>
                </a:lnTo>
                <a:lnTo>
                  <a:pt x="420108" y="35219"/>
                </a:lnTo>
                <a:lnTo>
                  <a:pt x="419282" y="35477"/>
                </a:lnTo>
                <a:lnTo>
                  <a:pt x="418467" y="35753"/>
                </a:lnTo>
                <a:lnTo>
                  <a:pt x="417663" y="36047"/>
                </a:lnTo>
                <a:lnTo>
                  <a:pt x="416870" y="36358"/>
                </a:lnTo>
                <a:lnTo>
                  <a:pt x="416088" y="36688"/>
                </a:lnTo>
                <a:lnTo>
                  <a:pt x="415317" y="37035"/>
                </a:lnTo>
                <a:lnTo>
                  <a:pt x="414557" y="37399"/>
                </a:lnTo>
                <a:lnTo>
                  <a:pt x="413809" y="37782"/>
                </a:lnTo>
                <a:lnTo>
                  <a:pt x="413071" y="38182"/>
                </a:lnTo>
                <a:lnTo>
                  <a:pt x="412345" y="38601"/>
                </a:lnTo>
                <a:lnTo>
                  <a:pt x="411631" y="39022"/>
                </a:lnTo>
                <a:lnTo>
                  <a:pt x="410931" y="39457"/>
                </a:lnTo>
                <a:lnTo>
                  <a:pt x="410245" y="39907"/>
                </a:lnTo>
                <a:lnTo>
                  <a:pt x="409573" y="40371"/>
                </a:lnTo>
                <a:lnTo>
                  <a:pt x="408915" y="40850"/>
                </a:lnTo>
                <a:lnTo>
                  <a:pt x="408270" y="41344"/>
                </a:lnTo>
                <a:lnTo>
                  <a:pt x="407640" y="41851"/>
                </a:lnTo>
                <a:lnTo>
                  <a:pt x="407024" y="42374"/>
                </a:lnTo>
                <a:lnTo>
                  <a:pt x="406421" y="42910"/>
                </a:lnTo>
                <a:lnTo>
                  <a:pt x="405832" y="43461"/>
                </a:lnTo>
                <a:lnTo>
                  <a:pt x="405258" y="44027"/>
                </a:lnTo>
                <a:lnTo>
                  <a:pt x="404697" y="44607"/>
                </a:lnTo>
                <a:lnTo>
                  <a:pt x="404150" y="45202"/>
                </a:lnTo>
                <a:lnTo>
                  <a:pt x="403617" y="45811"/>
                </a:lnTo>
                <a:lnTo>
                  <a:pt x="403098" y="46434"/>
                </a:lnTo>
                <a:lnTo>
                  <a:pt x="402592" y="47072"/>
                </a:lnTo>
                <a:lnTo>
                  <a:pt x="402101" y="47724"/>
                </a:lnTo>
                <a:lnTo>
                  <a:pt x="401623" y="48391"/>
                </a:lnTo>
                <a:lnTo>
                  <a:pt x="401160" y="49072"/>
                </a:lnTo>
                <a:lnTo>
                  <a:pt x="400710" y="49768"/>
                </a:lnTo>
                <a:lnTo>
                  <a:pt x="400275" y="50478"/>
                </a:lnTo>
                <a:lnTo>
                  <a:pt x="399853" y="51203"/>
                </a:lnTo>
                <a:lnTo>
                  <a:pt x="399445" y="51942"/>
                </a:lnTo>
                <a:lnTo>
                  <a:pt x="399051" y="52696"/>
                </a:lnTo>
                <a:lnTo>
                  <a:pt x="398672" y="53462"/>
                </a:lnTo>
                <a:lnTo>
                  <a:pt x="398309" y="54241"/>
                </a:lnTo>
                <a:lnTo>
                  <a:pt x="397962" y="55031"/>
                </a:lnTo>
                <a:lnTo>
                  <a:pt x="397631" y="55832"/>
                </a:lnTo>
                <a:lnTo>
                  <a:pt x="397317" y="56646"/>
                </a:lnTo>
                <a:lnTo>
                  <a:pt x="397019" y="57471"/>
                </a:lnTo>
                <a:lnTo>
                  <a:pt x="396736" y="58307"/>
                </a:lnTo>
                <a:lnTo>
                  <a:pt x="396470" y="59156"/>
                </a:lnTo>
                <a:lnTo>
                  <a:pt x="396220" y="60016"/>
                </a:lnTo>
                <a:lnTo>
                  <a:pt x="395986" y="60888"/>
                </a:lnTo>
                <a:lnTo>
                  <a:pt x="395769" y="61771"/>
                </a:lnTo>
                <a:lnTo>
                  <a:pt x="395567" y="62666"/>
                </a:lnTo>
                <a:lnTo>
                  <a:pt x="395382" y="63573"/>
                </a:lnTo>
                <a:lnTo>
                  <a:pt x="395212" y="64491"/>
                </a:lnTo>
                <a:lnTo>
                  <a:pt x="395059" y="65421"/>
                </a:lnTo>
                <a:lnTo>
                  <a:pt x="394922" y="66363"/>
                </a:lnTo>
                <a:lnTo>
                  <a:pt x="394801" y="67317"/>
                </a:lnTo>
                <a:lnTo>
                  <a:pt x="394696" y="68282"/>
                </a:lnTo>
                <a:lnTo>
                  <a:pt x="394607" y="69259"/>
                </a:lnTo>
                <a:lnTo>
                  <a:pt x="394535" y="70247"/>
                </a:lnTo>
                <a:lnTo>
                  <a:pt x="394478" y="71248"/>
                </a:lnTo>
                <a:lnTo>
                  <a:pt x="394438" y="72260"/>
                </a:lnTo>
                <a:lnTo>
                  <a:pt x="394414" y="73283"/>
                </a:lnTo>
                <a:lnTo>
                  <a:pt x="394406" y="74318"/>
                </a:lnTo>
                <a:lnTo>
                  <a:pt x="394406" y="77682"/>
                </a:lnTo>
                <a:lnTo>
                  <a:pt x="394413" y="78678"/>
                </a:lnTo>
                <a:lnTo>
                  <a:pt x="394434" y="79665"/>
                </a:lnTo>
                <a:lnTo>
                  <a:pt x="394468" y="80643"/>
                </a:lnTo>
                <a:lnTo>
                  <a:pt x="394517" y="81610"/>
                </a:lnTo>
                <a:lnTo>
                  <a:pt x="394580" y="82569"/>
                </a:lnTo>
                <a:lnTo>
                  <a:pt x="394656" y="83518"/>
                </a:lnTo>
                <a:lnTo>
                  <a:pt x="394746" y="84458"/>
                </a:lnTo>
                <a:lnTo>
                  <a:pt x="394851" y="85388"/>
                </a:lnTo>
                <a:lnTo>
                  <a:pt x="394969" y="86308"/>
                </a:lnTo>
                <a:lnTo>
                  <a:pt x="395101" y="87220"/>
                </a:lnTo>
                <a:lnTo>
                  <a:pt x="395247" y="88122"/>
                </a:lnTo>
                <a:lnTo>
                  <a:pt x="395407" y="89014"/>
                </a:lnTo>
                <a:lnTo>
                  <a:pt x="395581" y="89897"/>
                </a:lnTo>
                <a:lnTo>
                  <a:pt x="395768" y="90770"/>
                </a:lnTo>
                <a:lnTo>
                  <a:pt x="395970" y="91634"/>
                </a:lnTo>
                <a:lnTo>
                  <a:pt x="396186" y="92489"/>
                </a:lnTo>
                <a:lnTo>
                  <a:pt x="396415" y="93334"/>
                </a:lnTo>
                <a:lnTo>
                  <a:pt x="396658" y="94169"/>
                </a:lnTo>
                <a:lnTo>
                  <a:pt x="396915" y="94995"/>
                </a:lnTo>
                <a:lnTo>
                  <a:pt x="397187" y="95812"/>
                </a:lnTo>
                <a:lnTo>
                  <a:pt x="397472" y="96619"/>
                </a:lnTo>
                <a:lnTo>
                  <a:pt x="397771" y="97417"/>
                </a:lnTo>
                <a:lnTo>
                  <a:pt x="398083" y="98205"/>
                </a:lnTo>
                <a:lnTo>
                  <a:pt x="398410" y="98984"/>
                </a:lnTo>
                <a:lnTo>
                  <a:pt x="398764" y="99751"/>
                </a:lnTo>
                <a:lnTo>
                  <a:pt x="399133" y="100504"/>
                </a:lnTo>
                <a:lnTo>
                  <a:pt x="399516" y="101242"/>
                </a:lnTo>
                <a:lnTo>
                  <a:pt x="399914" y="101965"/>
                </a:lnTo>
                <a:lnTo>
                  <a:pt x="400326" y="102674"/>
                </a:lnTo>
                <a:lnTo>
                  <a:pt x="400753" y="103369"/>
                </a:lnTo>
                <a:lnTo>
                  <a:pt x="401194" y="104049"/>
                </a:lnTo>
                <a:lnTo>
                  <a:pt x="401649" y="104715"/>
                </a:lnTo>
                <a:lnTo>
                  <a:pt x="402119" y="105366"/>
                </a:lnTo>
                <a:lnTo>
                  <a:pt x="402603" y="106003"/>
                </a:lnTo>
                <a:lnTo>
                  <a:pt x="403102" y="106625"/>
                </a:lnTo>
                <a:lnTo>
                  <a:pt x="403616" y="107233"/>
                </a:lnTo>
                <a:lnTo>
                  <a:pt x="404143" y="107826"/>
                </a:lnTo>
                <a:lnTo>
                  <a:pt x="404686" y="108405"/>
                </a:lnTo>
                <a:lnTo>
                  <a:pt x="405242" y="108970"/>
                </a:lnTo>
                <a:lnTo>
                  <a:pt x="405813" y="109520"/>
                </a:lnTo>
                <a:lnTo>
                  <a:pt x="406399" y="110055"/>
                </a:lnTo>
                <a:lnTo>
                  <a:pt x="406999" y="110577"/>
                </a:lnTo>
                <a:lnTo>
                  <a:pt x="407614" y="111083"/>
                </a:lnTo>
                <a:lnTo>
                  <a:pt x="408243" y="111575"/>
                </a:lnTo>
                <a:lnTo>
                  <a:pt x="408886" y="112053"/>
                </a:lnTo>
                <a:lnTo>
                  <a:pt x="409544" y="112516"/>
                </a:lnTo>
                <a:lnTo>
                  <a:pt x="410216" y="112965"/>
                </a:lnTo>
                <a:lnTo>
                  <a:pt x="410903" y="113400"/>
                </a:lnTo>
                <a:lnTo>
                  <a:pt x="411618" y="113818"/>
                </a:lnTo>
                <a:lnTo>
                  <a:pt x="412348" y="114218"/>
                </a:lnTo>
                <a:lnTo>
                  <a:pt x="413093" y="114601"/>
                </a:lnTo>
                <a:lnTo>
                  <a:pt x="413853" y="114966"/>
                </a:lnTo>
                <a:lnTo>
                  <a:pt x="414628" y="115313"/>
                </a:lnTo>
                <a:lnTo>
                  <a:pt x="415418" y="115642"/>
                </a:lnTo>
                <a:lnTo>
                  <a:pt x="416223" y="115953"/>
                </a:lnTo>
                <a:lnTo>
                  <a:pt x="417043" y="116247"/>
                </a:lnTo>
                <a:lnTo>
                  <a:pt x="417878" y="116523"/>
                </a:lnTo>
                <a:lnTo>
                  <a:pt x="418728" y="116781"/>
                </a:lnTo>
                <a:lnTo>
                  <a:pt x="419593" y="117021"/>
                </a:lnTo>
                <a:lnTo>
                  <a:pt x="420473" y="117244"/>
                </a:lnTo>
                <a:lnTo>
                  <a:pt x="421368" y="117448"/>
                </a:lnTo>
                <a:lnTo>
                  <a:pt x="422279" y="117635"/>
                </a:lnTo>
                <a:lnTo>
                  <a:pt x="423204" y="117804"/>
                </a:lnTo>
                <a:lnTo>
                  <a:pt x="424144" y="117955"/>
                </a:lnTo>
                <a:lnTo>
                  <a:pt x="425099" y="118089"/>
                </a:lnTo>
                <a:lnTo>
                  <a:pt x="426069" y="118205"/>
                </a:lnTo>
                <a:lnTo>
                  <a:pt x="427054" y="118303"/>
                </a:lnTo>
                <a:lnTo>
                  <a:pt x="428055" y="118383"/>
                </a:lnTo>
                <a:lnTo>
                  <a:pt x="429070" y="118445"/>
                </a:lnTo>
                <a:lnTo>
                  <a:pt x="430100" y="118489"/>
                </a:lnTo>
                <a:lnTo>
                  <a:pt x="431145" y="118516"/>
                </a:lnTo>
                <a:lnTo>
                  <a:pt x="432206" y="118525"/>
                </a:lnTo>
                <a:lnTo>
                  <a:pt x="433121" y="118518"/>
                </a:lnTo>
                <a:lnTo>
                  <a:pt x="434027" y="118498"/>
                </a:lnTo>
                <a:lnTo>
                  <a:pt x="434921" y="118465"/>
                </a:lnTo>
                <a:lnTo>
                  <a:pt x="435805" y="118418"/>
                </a:lnTo>
                <a:lnTo>
                  <a:pt x="436678" y="118358"/>
                </a:lnTo>
                <a:close/>
                <a:moveTo>
                  <a:pt x="411290" y="65625"/>
                </a:moveTo>
                <a:lnTo>
                  <a:pt x="411328" y="65176"/>
                </a:lnTo>
                <a:lnTo>
                  <a:pt x="411374" y="64728"/>
                </a:lnTo>
                <a:lnTo>
                  <a:pt x="411428" y="64282"/>
                </a:lnTo>
                <a:lnTo>
                  <a:pt x="411491" y="63836"/>
                </a:lnTo>
                <a:lnTo>
                  <a:pt x="411561" y="63392"/>
                </a:lnTo>
                <a:lnTo>
                  <a:pt x="411641" y="62949"/>
                </a:lnTo>
                <a:lnTo>
                  <a:pt x="411728" y="62506"/>
                </a:lnTo>
                <a:lnTo>
                  <a:pt x="411824" y="62065"/>
                </a:lnTo>
                <a:lnTo>
                  <a:pt x="411928" y="61626"/>
                </a:lnTo>
                <a:lnTo>
                  <a:pt x="412041" y="61187"/>
                </a:lnTo>
                <a:lnTo>
                  <a:pt x="412162" y="60749"/>
                </a:lnTo>
                <a:lnTo>
                  <a:pt x="412291" y="60312"/>
                </a:lnTo>
                <a:lnTo>
                  <a:pt x="412429" y="59877"/>
                </a:lnTo>
                <a:lnTo>
                  <a:pt x="412575" y="59443"/>
                </a:lnTo>
                <a:lnTo>
                  <a:pt x="412729" y="59009"/>
                </a:lnTo>
                <a:lnTo>
                  <a:pt x="412892" y="58577"/>
                </a:lnTo>
                <a:lnTo>
                  <a:pt x="413063" y="58146"/>
                </a:lnTo>
                <a:lnTo>
                  <a:pt x="413242" y="57716"/>
                </a:lnTo>
                <a:lnTo>
                  <a:pt x="413430" y="57288"/>
                </a:lnTo>
                <a:lnTo>
                  <a:pt x="413626" y="56860"/>
                </a:lnTo>
                <a:lnTo>
                  <a:pt x="413843" y="56423"/>
                </a:lnTo>
                <a:lnTo>
                  <a:pt x="414068" y="55992"/>
                </a:lnTo>
                <a:lnTo>
                  <a:pt x="414299" y="55569"/>
                </a:lnTo>
                <a:lnTo>
                  <a:pt x="414538" y="55151"/>
                </a:lnTo>
                <a:lnTo>
                  <a:pt x="414784" y="54741"/>
                </a:lnTo>
                <a:lnTo>
                  <a:pt x="415038" y="54337"/>
                </a:lnTo>
                <a:lnTo>
                  <a:pt x="415298" y="53940"/>
                </a:lnTo>
                <a:lnTo>
                  <a:pt x="415566" y="53550"/>
                </a:lnTo>
                <a:lnTo>
                  <a:pt x="415841" y="53166"/>
                </a:lnTo>
                <a:lnTo>
                  <a:pt x="416123" y="52789"/>
                </a:lnTo>
                <a:lnTo>
                  <a:pt x="416413" y="52419"/>
                </a:lnTo>
                <a:lnTo>
                  <a:pt x="416709" y="52055"/>
                </a:lnTo>
                <a:lnTo>
                  <a:pt x="417013" y="51698"/>
                </a:lnTo>
                <a:lnTo>
                  <a:pt x="417324" y="51347"/>
                </a:lnTo>
                <a:lnTo>
                  <a:pt x="417643" y="51004"/>
                </a:lnTo>
                <a:lnTo>
                  <a:pt x="417968" y="50667"/>
                </a:lnTo>
                <a:lnTo>
                  <a:pt x="418301" y="50336"/>
                </a:lnTo>
                <a:lnTo>
                  <a:pt x="418641" y="50013"/>
                </a:lnTo>
                <a:lnTo>
                  <a:pt x="418989" y="49696"/>
                </a:lnTo>
                <a:lnTo>
                  <a:pt x="419343" y="49385"/>
                </a:lnTo>
                <a:lnTo>
                  <a:pt x="419705" y="49082"/>
                </a:lnTo>
                <a:lnTo>
                  <a:pt x="420074" y="48785"/>
                </a:lnTo>
                <a:lnTo>
                  <a:pt x="420450" y="48494"/>
                </a:lnTo>
                <a:lnTo>
                  <a:pt x="420834" y="48211"/>
                </a:lnTo>
                <a:lnTo>
                  <a:pt x="421238" y="47936"/>
                </a:lnTo>
                <a:lnTo>
                  <a:pt x="421649" y="47674"/>
                </a:lnTo>
                <a:lnTo>
                  <a:pt x="422068" y="47422"/>
                </a:lnTo>
                <a:lnTo>
                  <a:pt x="422493" y="47183"/>
                </a:lnTo>
                <a:lnTo>
                  <a:pt x="422926" y="46955"/>
                </a:lnTo>
                <a:lnTo>
                  <a:pt x="423366" y="46739"/>
                </a:lnTo>
                <a:lnTo>
                  <a:pt x="423814" y="46535"/>
                </a:lnTo>
                <a:lnTo>
                  <a:pt x="424268" y="46342"/>
                </a:lnTo>
                <a:lnTo>
                  <a:pt x="424730" y="46161"/>
                </a:lnTo>
                <a:lnTo>
                  <a:pt x="425199" y="45992"/>
                </a:lnTo>
                <a:lnTo>
                  <a:pt x="425676" y="45834"/>
                </a:lnTo>
                <a:lnTo>
                  <a:pt x="426159" y="45688"/>
                </a:lnTo>
                <a:lnTo>
                  <a:pt x="426650" y="45554"/>
                </a:lnTo>
                <a:lnTo>
                  <a:pt x="427148" y="45431"/>
                </a:lnTo>
                <a:lnTo>
                  <a:pt x="427653" y="45320"/>
                </a:lnTo>
                <a:lnTo>
                  <a:pt x="428166" y="45221"/>
                </a:lnTo>
                <a:lnTo>
                  <a:pt x="428686" y="45133"/>
                </a:lnTo>
                <a:lnTo>
                  <a:pt x="429213" y="45058"/>
                </a:lnTo>
                <a:lnTo>
                  <a:pt x="429747" y="44993"/>
                </a:lnTo>
                <a:lnTo>
                  <a:pt x="430288" y="44941"/>
                </a:lnTo>
                <a:lnTo>
                  <a:pt x="430837" y="44900"/>
                </a:lnTo>
                <a:lnTo>
                  <a:pt x="431393" y="44871"/>
                </a:lnTo>
                <a:lnTo>
                  <a:pt x="431956" y="44853"/>
                </a:lnTo>
                <a:lnTo>
                  <a:pt x="432526" y="44847"/>
                </a:lnTo>
                <a:lnTo>
                  <a:pt x="433031" y="44852"/>
                </a:lnTo>
                <a:lnTo>
                  <a:pt x="433530" y="44866"/>
                </a:lnTo>
                <a:lnTo>
                  <a:pt x="434025" y="44890"/>
                </a:lnTo>
                <a:lnTo>
                  <a:pt x="434515" y="44923"/>
                </a:lnTo>
                <a:lnTo>
                  <a:pt x="434999" y="44965"/>
                </a:lnTo>
                <a:lnTo>
                  <a:pt x="435479" y="45017"/>
                </a:lnTo>
                <a:lnTo>
                  <a:pt x="435954" y="45079"/>
                </a:lnTo>
                <a:lnTo>
                  <a:pt x="436423" y="45150"/>
                </a:lnTo>
                <a:lnTo>
                  <a:pt x="436888" y="45230"/>
                </a:lnTo>
                <a:lnTo>
                  <a:pt x="437348" y="45320"/>
                </a:lnTo>
                <a:lnTo>
                  <a:pt x="437802" y="45419"/>
                </a:lnTo>
                <a:lnTo>
                  <a:pt x="438252" y="45528"/>
                </a:lnTo>
                <a:lnTo>
                  <a:pt x="438697" y="45646"/>
                </a:lnTo>
                <a:lnTo>
                  <a:pt x="439136" y="45774"/>
                </a:lnTo>
                <a:lnTo>
                  <a:pt x="439571" y="45911"/>
                </a:lnTo>
                <a:lnTo>
                  <a:pt x="440001" y="46057"/>
                </a:lnTo>
                <a:lnTo>
                  <a:pt x="440425" y="46213"/>
                </a:lnTo>
                <a:lnTo>
                  <a:pt x="440845" y="46379"/>
                </a:lnTo>
                <a:lnTo>
                  <a:pt x="441259" y="46554"/>
                </a:lnTo>
                <a:lnTo>
                  <a:pt x="441669" y="46738"/>
                </a:lnTo>
                <a:lnTo>
                  <a:pt x="442074" y="46932"/>
                </a:lnTo>
                <a:lnTo>
                  <a:pt x="442473" y="47135"/>
                </a:lnTo>
                <a:lnTo>
                  <a:pt x="442868" y="47348"/>
                </a:lnTo>
                <a:lnTo>
                  <a:pt x="443257" y="47570"/>
                </a:lnTo>
                <a:lnTo>
                  <a:pt x="443641" y="47801"/>
                </a:lnTo>
                <a:lnTo>
                  <a:pt x="444016" y="48038"/>
                </a:lnTo>
                <a:lnTo>
                  <a:pt x="444384" y="48283"/>
                </a:lnTo>
                <a:lnTo>
                  <a:pt x="444743" y="48536"/>
                </a:lnTo>
                <a:lnTo>
                  <a:pt x="445095" y="48795"/>
                </a:lnTo>
                <a:lnTo>
                  <a:pt x="445440" y="49062"/>
                </a:lnTo>
                <a:lnTo>
                  <a:pt x="445776" y="49336"/>
                </a:lnTo>
                <a:lnTo>
                  <a:pt x="446105" y="49617"/>
                </a:lnTo>
                <a:lnTo>
                  <a:pt x="446426" y="49905"/>
                </a:lnTo>
                <a:lnTo>
                  <a:pt x="446739" y="50201"/>
                </a:lnTo>
                <a:lnTo>
                  <a:pt x="447044" y="50504"/>
                </a:lnTo>
                <a:lnTo>
                  <a:pt x="447342" y="50814"/>
                </a:lnTo>
                <a:lnTo>
                  <a:pt x="447631" y="51131"/>
                </a:lnTo>
                <a:lnTo>
                  <a:pt x="447913" y="51455"/>
                </a:lnTo>
                <a:lnTo>
                  <a:pt x="448188" y="51787"/>
                </a:lnTo>
                <a:lnTo>
                  <a:pt x="448454" y="52126"/>
                </a:lnTo>
                <a:lnTo>
                  <a:pt x="448713" y="52472"/>
                </a:lnTo>
                <a:lnTo>
                  <a:pt x="448963" y="52826"/>
                </a:lnTo>
                <a:lnTo>
                  <a:pt x="449206" y="53186"/>
                </a:lnTo>
                <a:lnTo>
                  <a:pt x="449442" y="53554"/>
                </a:lnTo>
                <a:lnTo>
                  <a:pt x="449669" y="53929"/>
                </a:lnTo>
                <a:lnTo>
                  <a:pt x="449889" y="54312"/>
                </a:lnTo>
                <a:lnTo>
                  <a:pt x="450101" y="54701"/>
                </a:lnTo>
                <a:lnTo>
                  <a:pt x="450305" y="55098"/>
                </a:lnTo>
                <a:lnTo>
                  <a:pt x="450514" y="55488"/>
                </a:lnTo>
                <a:lnTo>
                  <a:pt x="450714" y="55882"/>
                </a:lnTo>
                <a:lnTo>
                  <a:pt x="450905" y="56282"/>
                </a:lnTo>
                <a:lnTo>
                  <a:pt x="451088" y="56686"/>
                </a:lnTo>
                <a:lnTo>
                  <a:pt x="451261" y="57096"/>
                </a:lnTo>
                <a:lnTo>
                  <a:pt x="451426" y="57511"/>
                </a:lnTo>
                <a:lnTo>
                  <a:pt x="451582" y="57930"/>
                </a:lnTo>
                <a:lnTo>
                  <a:pt x="451729" y="58355"/>
                </a:lnTo>
                <a:lnTo>
                  <a:pt x="451866" y="58784"/>
                </a:lnTo>
                <a:lnTo>
                  <a:pt x="451995" y="59219"/>
                </a:lnTo>
                <a:lnTo>
                  <a:pt x="452116" y="59659"/>
                </a:lnTo>
                <a:lnTo>
                  <a:pt x="452227" y="60103"/>
                </a:lnTo>
                <a:lnTo>
                  <a:pt x="452329" y="60553"/>
                </a:lnTo>
                <a:lnTo>
                  <a:pt x="452423" y="61008"/>
                </a:lnTo>
                <a:lnTo>
                  <a:pt x="452507" y="61467"/>
                </a:lnTo>
                <a:lnTo>
                  <a:pt x="452583" y="61932"/>
                </a:lnTo>
                <a:lnTo>
                  <a:pt x="452649" y="62402"/>
                </a:lnTo>
                <a:lnTo>
                  <a:pt x="452707" y="62876"/>
                </a:lnTo>
                <a:lnTo>
                  <a:pt x="452756" y="63356"/>
                </a:lnTo>
                <a:lnTo>
                  <a:pt x="452796" y="63841"/>
                </a:lnTo>
                <a:lnTo>
                  <a:pt x="452827" y="64330"/>
                </a:lnTo>
                <a:lnTo>
                  <a:pt x="452850" y="64825"/>
                </a:lnTo>
                <a:lnTo>
                  <a:pt x="452863" y="65325"/>
                </a:lnTo>
                <a:lnTo>
                  <a:pt x="452867" y="65829"/>
                </a:lnTo>
                <a:lnTo>
                  <a:pt x="452867" y="68232"/>
                </a:lnTo>
                <a:lnTo>
                  <a:pt x="411224" y="68232"/>
                </a:lnTo>
                <a:lnTo>
                  <a:pt x="411224" y="67431"/>
                </a:lnTo>
                <a:lnTo>
                  <a:pt x="411228" y="66978"/>
                </a:lnTo>
                <a:lnTo>
                  <a:pt x="411240" y="66526"/>
                </a:lnTo>
                <a:lnTo>
                  <a:pt x="411261" y="66075"/>
                </a:lnTo>
                <a:lnTo>
                  <a:pt x="411290" y="65625"/>
                </a:lnTo>
                <a:close/>
                <a:moveTo>
                  <a:pt x="567646" y="116923"/>
                </a:moveTo>
                <a:lnTo>
                  <a:pt x="538495" y="74799"/>
                </a:lnTo>
                <a:lnTo>
                  <a:pt x="566044" y="35077"/>
                </a:lnTo>
                <a:lnTo>
                  <a:pt x="548586" y="35077"/>
                </a:lnTo>
                <a:lnTo>
                  <a:pt x="529205" y="63587"/>
                </a:lnTo>
                <a:lnTo>
                  <a:pt x="528885" y="63587"/>
                </a:lnTo>
                <a:lnTo>
                  <a:pt x="509825" y="35077"/>
                </a:lnTo>
                <a:lnTo>
                  <a:pt x="490765" y="35077"/>
                </a:lnTo>
                <a:lnTo>
                  <a:pt x="518314" y="74479"/>
                </a:lnTo>
                <a:lnTo>
                  <a:pt x="489003" y="116923"/>
                </a:lnTo>
                <a:lnTo>
                  <a:pt x="506622" y="116923"/>
                </a:lnTo>
                <a:lnTo>
                  <a:pt x="527604" y="85690"/>
                </a:lnTo>
                <a:lnTo>
                  <a:pt x="527924" y="85690"/>
                </a:lnTo>
                <a:lnTo>
                  <a:pt x="548746" y="116923"/>
                </a:lnTo>
                <a:lnTo>
                  <a:pt x="567646" y="116923"/>
                </a:lnTo>
                <a:close/>
                <a:moveTo>
                  <a:pt x="680280" y="137585"/>
                </a:moveTo>
                <a:lnTo>
                  <a:pt x="760364" y="137585"/>
                </a:lnTo>
                <a:lnTo>
                  <a:pt x="760364" y="126053"/>
                </a:lnTo>
                <a:lnTo>
                  <a:pt x="680280" y="126053"/>
                </a:lnTo>
                <a:lnTo>
                  <a:pt x="680280" y="137585"/>
                </a:lnTo>
                <a:close/>
                <a:moveTo>
                  <a:pt x="1615904" y="18580"/>
                </a:moveTo>
                <a:lnTo>
                  <a:pt x="1615904" y="0"/>
                </a:lnTo>
                <a:lnTo>
                  <a:pt x="1595242" y="0"/>
                </a:lnTo>
                <a:lnTo>
                  <a:pt x="1595242" y="18580"/>
                </a:lnTo>
                <a:lnTo>
                  <a:pt x="1615904" y="18580"/>
                </a:lnTo>
                <a:close/>
                <a:moveTo>
                  <a:pt x="1019330" y="18259"/>
                </a:moveTo>
                <a:lnTo>
                  <a:pt x="1019330" y="2883"/>
                </a:lnTo>
                <a:lnTo>
                  <a:pt x="1004274" y="2883"/>
                </a:lnTo>
                <a:lnTo>
                  <a:pt x="1004274" y="18259"/>
                </a:lnTo>
                <a:lnTo>
                  <a:pt x="1019330" y="18259"/>
                </a:lnTo>
                <a:close/>
                <a:moveTo>
                  <a:pt x="1613341" y="116923"/>
                </a:moveTo>
                <a:lnTo>
                  <a:pt x="1613341" y="35077"/>
                </a:lnTo>
                <a:lnTo>
                  <a:pt x="1569455" y="35077"/>
                </a:lnTo>
                <a:lnTo>
                  <a:pt x="1569455" y="21463"/>
                </a:lnTo>
                <a:lnTo>
                  <a:pt x="1569457" y="21119"/>
                </a:lnTo>
                <a:lnTo>
                  <a:pt x="1569464" y="20783"/>
                </a:lnTo>
                <a:lnTo>
                  <a:pt x="1569475" y="20454"/>
                </a:lnTo>
                <a:lnTo>
                  <a:pt x="1569490" y="20132"/>
                </a:lnTo>
                <a:lnTo>
                  <a:pt x="1569510" y="19818"/>
                </a:lnTo>
                <a:lnTo>
                  <a:pt x="1569535" y="19511"/>
                </a:lnTo>
                <a:lnTo>
                  <a:pt x="1569564" y="19211"/>
                </a:lnTo>
                <a:lnTo>
                  <a:pt x="1569597" y="18918"/>
                </a:lnTo>
                <a:lnTo>
                  <a:pt x="1569635" y="18632"/>
                </a:lnTo>
                <a:lnTo>
                  <a:pt x="1569677" y="18354"/>
                </a:lnTo>
                <a:lnTo>
                  <a:pt x="1569724" y="18083"/>
                </a:lnTo>
                <a:lnTo>
                  <a:pt x="1569775" y="17819"/>
                </a:lnTo>
                <a:lnTo>
                  <a:pt x="1569831" y="17562"/>
                </a:lnTo>
                <a:lnTo>
                  <a:pt x="1569891" y="17313"/>
                </a:lnTo>
                <a:lnTo>
                  <a:pt x="1569955" y="17070"/>
                </a:lnTo>
                <a:lnTo>
                  <a:pt x="1570024" y="16836"/>
                </a:lnTo>
                <a:lnTo>
                  <a:pt x="1570098" y="16608"/>
                </a:lnTo>
                <a:lnTo>
                  <a:pt x="1570176" y="16387"/>
                </a:lnTo>
                <a:lnTo>
                  <a:pt x="1570258" y="16174"/>
                </a:lnTo>
                <a:lnTo>
                  <a:pt x="1570345" y="15968"/>
                </a:lnTo>
                <a:lnTo>
                  <a:pt x="1570436" y="15769"/>
                </a:lnTo>
                <a:lnTo>
                  <a:pt x="1570531" y="15578"/>
                </a:lnTo>
                <a:lnTo>
                  <a:pt x="1570632" y="15393"/>
                </a:lnTo>
                <a:lnTo>
                  <a:pt x="1570736" y="15216"/>
                </a:lnTo>
                <a:lnTo>
                  <a:pt x="1570844" y="15045"/>
                </a:lnTo>
                <a:lnTo>
                  <a:pt x="1570954" y="14879"/>
                </a:lnTo>
                <a:lnTo>
                  <a:pt x="1571066" y="14718"/>
                </a:lnTo>
                <a:lnTo>
                  <a:pt x="1571181" y="14562"/>
                </a:lnTo>
                <a:lnTo>
                  <a:pt x="1571298" y="14411"/>
                </a:lnTo>
                <a:lnTo>
                  <a:pt x="1571417" y="14265"/>
                </a:lnTo>
                <a:lnTo>
                  <a:pt x="1571538" y="14124"/>
                </a:lnTo>
                <a:lnTo>
                  <a:pt x="1571662" y="13988"/>
                </a:lnTo>
                <a:lnTo>
                  <a:pt x="1571787" y="13857"/>
                </a:lnTo>
                <a:lnTo>
                  <a:pt x="1571915" y="13731"/>
                </a:lnTo>
                <a:lnTo>
                  <a:pt x="1572045" y="13610"/>
                </a:lnTo>
                <a:lnTo>
                  <a:pt x="1572178" y="13494"/>
                </a:lnTo>
                <a:lnTo>
                  <a:pt x="1572312" y="13383"/>
                </a:lnTo>
                <a:lnTo>
                  <a:pt x="1572449" y="13277"/>
                </a:lnTo>
                <a:lnTo>
                  <a:pt x="1572588" y="13176"/>
                </a:lnTo>
                <a:lnTo>
                  <a:pt x="1572729" y="13080"/>
                </a:lnTo>
                <a:lnTo>
                  <a:pt x="1572873" y="12990"/>
                </a:lnTo>
                <a:lnTo>
                  <a:pt x="1573019" y="12904"/>
                </a:lnTo>
                <a:lnTo>
                  <a:pt x="1573166" y="12823"/>
                </a:lnTo>
                <a:lnTo>
                  <a:pt x="1573317" y="12747"/>
                </a:lnTo>
                <a:lnTo>
                  <a:pt x="1573469" y="12676"/>
                </a:lnTo>
                <a:lnTo>
                  <a:pt x="1573624" y="12610"/>
                </a:lnTo>
                <a:lnTo>
                  <a:pt x="1573780" y="12549"/>
                </a:lnTo>
                <a:lnTo>
                  <a:pt x="1573939" y="12493"/>
                </a:lnTo>
                <a:lnTo>
                  <a:pt x="1574113" y="12428"/>
                </a:lnTo>
                <a:lnTo>
                  <a:pt x="1574287" y="12365"/>
                </a:lnTo>
                <a:lnTo>
                  <a:pt x="1574460" y="12305"/>
                </a:lnTo>
                <a:lnTo>
                  <a:pt x="1574634" y="12248"/>
                </a:lnTo>
                <a:lnTo>
                  <a:pt x="1574807" y="12194"/>
                </a:lnTo>
                <a:lnTo>
                  <a:pt x="1574981" y="12143"/>
                </a:lnTo>
                <a:lnTo>
                  <a:pt x="1575154" y="12094"/>
                </a:lnTo>
                <a:lnTo>
                  <a:pt x="1575328" y="12048"/>
                </a:lnTo>
                <a:lnTo>
                  <a:pt x="1575501" y="12005"/>
                </a:lnTo>
                <a:lnTo>
                  <a:pt x="1575675" y="11965"/>
                </a:lnTo>
                <a:lnTo>
                  <a:pt x="1575848" y="11927"/>
                </a:lnTo>
                <a:lnTo>
                  <a:pt x="1576022" y="11893"/>
                </a:lnTo>
                <a:lnTo>
                  <a:pt x="1576195" y="11861"/>
                </a:lnTo>
                <a:lnTo>
                  <a:pt x="1576369" y="11831"/>
                </a:lnTo>
                <a:lnTo>
                  <a:pt x="1576542" y="11805"/>
                </a:lnTo>
                <a:lnTo>
                  <a:pt x="1576716" y="11781"/>
                </a:lnTo>
                <a:lnTo>
                  <a:pt x="1576889" y="11760"/>
                </a:lnTo>
                <a:lnTo>
                  <a:pt x="1577063" y="11742"/>
                </a:lnTo>
                <a:lnTo>
                  <a:pt x="1577236" y="11727"/>
                </a:lnTo>
                <a:lnTo>
                  <a:pt x="1577410" y="11715"/>
                </a:lnTo>
                <a:lnTo>
                  <a:pt x="1577583" y="11705"/>
                </a:lnTo>
                <a:lnTo>
                  <a:pt x="1577757" y="11698"/>
                </a:lnTo>
                <a:lnTo>
                  <a:pt x="1577930" y="11694"/>
                </a:lnTo>
                <a:lnTo>
                  <a:pt x="1578104" y="11692"/>
                </a:lnTo>
                <a:lnTo>
                  <a:pt x="1578265" y="11693"/>
                </a:lnTo>
                <a:lnTo>
                  <a:pt x="1578430" y="11697"/>
                </a:lnTo>
                <a:lnTo>
                  <a:pt x="1578597" y="11702"/>
                </a:lnTo>
                <a:lnTo>
                  <a:pt x="1578767" y="11710"/>
                </a:lnTo>
                <a:lnTo>
                  <a:pt x="1578939" y="11720"/>
                </a:lnTo>
                <a:lnTo>
                  <a:pt x="1579115" y="11732"/>
                </a:lnTo>
                <a:lnTo>
                  <a:pt x="1579293" y="11747"/>
                </a:lnTo>
                <a:lnTo>
                  <a:pt x="1579474" y="11764"/>
                </a:lnTo>
                <a:lnTo>
                  <a:pt x="1579658" y="11782"/>
                </a:lnTo>
                <a:lnTo>
                  <a:pt x="1579845" y="11804"/>
                </a:lnTo>
                <a:lnTo>
                  <a:pt x="1580034" y="11827"/>
                </a:lnTo>
                <a:lnTo>
                  <a:pt x="1580226" y="11852"/>
                </a:lnTo>
                <a:lnTo>
                  <a:pt x="1580421" y="11880"/>
                </a:lnTo>
                <a:lnTo>
                  <a:pt x="1580619" y="11910"/>
                </a:lnTo>
                <a:lnTo>
                  <a:pt x="1580819" y="11943"/>
                </a:lnTo>
                <a:lnTo>
                  <a:pt x="1581023" y="11977"/>
                </a:lnTo>
                <a:lnTo>
                  <a:pt x="1581229" y="12014"/>
                </a:lnTo>
                <a:lnTo>
                  <a:pt x="1581437" y="12053"/>
                </a:lnTo>
                <a:lnTo>
                  <a:pt x="1581649" y="12094"/>
                </a:lnTo>
                <a:lnTo>
                  <a:pt x="1581863" y="12137"/>
                </a:lnTo>
                <a:lnTo>
                  <a:pt x="1582081" y="12183"/>
                </a:lnTo>
                <a:lnTo>
                  <a:pt x="1582301" y="12231"/>
                </a:lnTo>
                <a:lnTo>
                  <a:pt x="1582523" y="12281"/>
                </a:lnTo>
                <a:lnTo>
                  <a:pt x="1582749" y="12333"/>
                </a:lnTo>
                <a:lnTo>
                  <a:pt x="1582975" y="12387"/>
                </a:lnTo>
                <a:lnTo>
                  <a:pt x="1583199" y="12441"/>
                </a:lnTo>
                <a:lnTo>
                  <a:pt x="1583422" y="12496"/>
                </a:lnTo>
                <a:lnTo>
                  <a:pt x="1583643" y="12551"/>
                </a:lnTo>
                <a:lnTo>
                  <a:pt x="1583862" y="12607"/>
                </a:lnTo>
                <a:lnTo>
                  <a:pt x="1584080" y="12663"/>
                </a:lnTo>
                <a:lnTo>
                  <a:pt x="1584296" y="12720"/>
                </a:lnTo>
                <a:lnTo>
                  <a:pt x="1584511" y="12778"/>
                </a:lnTo>
                <a:lnTo>
                  <a:pt x="1584723" y="12836"/>
                </a:lnTo>
                <a:lnTo>
                  <a:pt x="1584934" y="12895"/>
                </a:lnTo>
                <a:lnTo>
                  <a:pt x="1585144" y="12954"/>
                </a:lnTo>
                <a:lnTo>
                  <a:pt x="1585352" y="13014"/>
                </a:lnTo>
                <a:lnTo>
                  <a:pt x="1585558" y="13074"/>
                </a:lnTo>
                <a:lnTo>
                  <a:pt x="1585762" y="13135"/>
                </a:lnTo>
                <a:lnTo>
                  <a:pt x="1585965" y="13196"/>
                </a:lnTo>
                <a:lnTo>
                  <a:pt x="1586166" y="13258"/>
                </a:lnTo>
                <a:lnTo>
                  <a:pt x="1586365" y="13321"/>
                </a:lnTo>
                <a:lnTo>
                  <a:pt x="1586563" y="13384"/>
                </a:lnTo>
                <a:lnTo>
                  <a:pt x="1586759" y="13448"/>
                </a:lnTo>
                <a:lnTo>
                  <a:pt x="1586953" y="13512"/>
                </a:lnTo>
                <a:lnTo>
                  <a:pt x="1587146" y="13577"/>
                </a:lnTo>
                <a:lnTo>
                  <a:pt x="1587337" y="13642"/>
                </a:lnTo>
                <a:lnTo>
                  <a:pt x="1587526" y="13708"/>
                </a:lnTo>
                <a:lnTo>
                  <a:pt x="1587714" y="13775"/>
                </a:lnTo>
                <a:lnTo>
                  <a:pt x="1587714" y="3203"/>
                </a:lnTo>
                <a:lnTo>
                  <a:pt x="1587498" y="3097"/>
                </a:lnTo>
                <a:lnTo>
                  <a:pt x="1587279" y="2993"/>
                </a:lnTo>
                <a:lnTo>
                  <a:pt x="1587056" y="2891"/>
                </a:lnTo>
                <a:lnTo>
                  <a:pt x="1586829" y="2790"/>
                </a:lnTo>
                <a:lnTo>
                  <a:pt x="1586598" y="2690"/>
                </a:lnTo>
                <a:lnTo>
                  <a:pt x="1586363" y="2593"/>
                </a:lnTo>
                <a:lnTo>
                  <a:pt x="1586124" y="2497"/>
                </a:lnTo>
                <a:lnTo>
                  <a:pt x="1585881" y="2403"/>
                </a:lnTo>
                <a:lnTo>
                  <a:pt x="1585634" y="2310"/>
                </a:lnTo>
                <a:lnTo>
                  <a:pt x="1585384" y="2219"/>
                </a:lnTo>
                <a:lnTo>
                  <a:pt x="1585129" y="2130"/>
                </a:lnTo>
                <a:lnTo>
                  <a:pt x="1584871" y="2042"/>
                </a:lnTo>
                <a:lnTo>
                  <a:pt x="1584609" y="1956"/>
                </a:lnTo>
                <a:lnTo>
                  <a:pt x="1584343" y="1872"/>
                </a:lnTo>
                <a:lnTo>
                  <a:pt x="1584073" y="1789"/>
                </a:lnTo>
                <a:lnTo>
                  <a:pt x="1583799" y="1708"/>
                </a:lnTo>
                <a:lnTo>
                  <a:pt x="1583521" y="1629"/>
                </a:lnTo>
                <a:lnTo>
                  <a:pt x="1583239" y="1552"/>
                </a:lnTo>
                <a:lnTo>
                  <a:pt x="1582954" y="1476"/>
                </a:lnTo>
                <a:lnTo>
                  <a:pt x="1582664" y="1401"/>
                </a:lnTo>
                <a:lnTo>
                  <a:pt x="1582371" y="1329"/>
                </a:lnTo>
                <a:lnTo>
                  <a:pt x="1582074" y="1258"/>
                </a:lnTo>
                <a:lnTo>
                  <a:pt x="1581772" y="1189"/>
                </a:lnTo>
                <a:lnTo>
                  <a:pt x="1581467" y="1121"/>
                </a:lnTo>
                <a:lnTo>
                  <a:pt x="1581173" y="1056"/>
                </a:lnTo>
                <a:lnTo>
                  <a:pt x="1580878" y="993"/>
                </a:lnTo>
                <a:lnTo>
                  <a:pt x="1580581" y="933"/>
                </a:lnTo>
                <a:lnTo>
                  <a:pt x="1580284" y="876"/>
                </a:lnTo>
                <a:lnTo>
                  <a:pt x="1579985" y="822"/>
                </a:lnTo>
                <a:lnTo>
                  <a:pt x="1579686" y="771"/>
                </a:lnTo>
                <a:lnTo>
                  <a:pt x="1579385" y="722"/>
                </a:lnTo>
                <a:lnTo>
                  <a:pt x="1579083" y="676"/>
                </a:lnTo>
                <a:lnTo>
                  <a:pt x="1578780" y="633"/>
                </a:lnTo>
                <a:lnTo>
                  <a:pt x="1578475" y="593"/>
                </a:lnTo>
                <a:lnTo>
                  <a:pt x="1578170" y="555"/>
                </a:lnTo>
                <a:lnTo>
                  <a:pt x="1577864" y="521"/>
                </a:lnTo>
                <a:lnTo>
                  <a:pt x="1577556" y="489"/>
                </a:lnTo>
                <a:lnTo>
                  <a:pt x="1577247" y="459"/>
                </a:lnTo>
                <a:lnTo>
                  <a:pt x="1576938" y="433"/>
                </a:lnTo>
                <a:lnTo>
                  <a:pt x="1576627" y="409"/>
                </a:lnTo>
                <a:lnTo>
                  <a:pt x="1576315" y="388"/>
                </a:lnTo>
                <a:lnTo>
                  <a:pt x="1576002" y="370"/>
                </a:lnTo>
                <a:lnTo>
                  <a:pt x="1575687" y="355"/>
                </a:lnTo>
                <a:lnTo>
                  <a:pt x="1575372" y="343"/>
                </a:lnTo>
                <a:lnTo>
                  <a:pt x="1575056" y="333"/>
                </a:lnTo>
                <a:lnTo>
                  <a:pt x="1574738" y="326"/>
                </a:lnTo>
                <a:lnTo>
                  <a:pt x="1574419" y="322"/>
                </a:lnTo>
                <a:lnTo>
                  <a:pt x="1574100" y="320"/>
                </a:lnTo>
                <a:lnTo>
                  <a:pt x="1573634" y="324"/>
                </a:lnTo>
                <a:lnTo>
                  <a:pt x="1573172" y="335"/>
                </a:lnTo>
                <a:lnTo>
                  <a:pt x="1572713" y="353"/>
                </a:lnTo>
                <a:lnTo>
                  <a:pt x="1572258" y="378"/>
                </a:lnTo>
                <a:lnTo>
                  <a:pt x="1571806" y="411"/>
                </a:lnTo>
                <a:lnTo>
                  <a:pt x="1571357" y="450"/>
                </a:lnTo>
                <a:lnTo>
                  <a:pt x="1570911" y="497"/>
                </a:lnTo>
                <a:lnTo>
                  <a:pt x="1570469" y="552"/>
                </a:lnTo>
                <a:lnTo>
                  <a:pt x="1570030" y="613"/>
                </a:lnTo>
                <a:lnTo>
                  <a:pt x="1569595" y="682"/>
                </a:lnTo>
                <a:lnTo>
                  <a:pt x="1569163" y="758"/>
                </a:lnTo>
                <a:lnTo>
                  <a:pt x="1568734" y="841"/>
                </a:lnTo>
                <a:lnTo>
                  <a:pt x="1568309" y="931"/>
                </a:lnTo>
                <a:lnTo>
                  <a:pt x="1567886" y="1029"/>
                </a:lnTo>
                <a:lnTo>
                  <a:pt x="1567468" y="1134"/>
                </a:lnTo>
                <a:lnTo>
                  <a:pt x="1567052" y="1246"/>
                </a:lnTo>
                <a:lnTo>
                  <a:pt x="1566640" y="1365"/>
                </a:lnTo>
                <a:lnTo>
                  <a:pt x="1566231" y="1492"/>
                </a:lnTo>
                <a:lnTo>
                  <a:pt x="1565826" y="1625"/>
                </a:lnTo>
                <a:lnTo>
                  <a:pt x="1565424" y="1766"/>
                </a:lnTo>
                <a:lnTo>
                  <a:pt x="1565025" y="1915"/>
                </a:lnTo>
                <a:lnTo>
                  <a:pt x="1564630" y="2070"/>
                </a:lnTo>
                <a:lnTo>
                  <a:pt x="1564238" y="2233"/>
                </a:lnTo>
                <a:lnTo>
                  <a:pt x="1563849" y="2403"/>
                </a:lnTo>
                <a:lnTo>
                  <a:pt x="1563478" y="2580"/>
                </a:lnTo>
                <a:lnTo>
                  <a:pt x="1563114" y="2765"/>
                </a:lnTo>
                <a:lnTo>
                  <a:pt x="1562755" y="2958"/>
                </a:lnTo>
                <a:lnTo>
                  <a:pt x="1562403" y="3159"/>
                </a:lnTo>
                <a:lnTo>
                  <a:pt x="1562057" y="3367"/>
                </a:lnTo>
                <a:lnTo>
                  <a:pt x="1561717" y="3584"/>
                </a:lnTo>
                <a:lnTo>
                  <a:pt x="1561383" y="3808"/>
                </a:lnTo>
                <a:lnTo>
                  <a:pt x="1561055" y="4040"/>
                </a:lnTo>
                <a:lnTo>
                  <a:pt x="1560733" y="4280"/>
                </a:lnTo>
                <a:lnTo>
                  <a:pt x="1560417" y="4527"/>
                </a:lnTo>
                <a:lnTo>
                  <a:pt x="1560108" y="4782"/>
                </a:lnTo>
                <a:lnTo>
                  <a:pt x="1559805" y="5045"/>
                </a:lnTo>
                <a:lnTo>
                  <a:pt x="1559507" y="5316"/>
                </a:lnTo>
                <a:lnTo>
                  <a:pt x="1559216" y="5595"/>
                </a:lnTo>
                <a:lnTo>
                  <a:pt x="1558931" y="5881"/>
                </a:lnTo>
                <a:lnTo>
                  <a:pt x="1558652" y="6175"/>
                </a:lnTo>
                <a:lnTo>
                  <a:pt x="1558379" y="6477"/>
                </a:lnTo>
                <a:lnTo>
                  <a:pt x="1558113" y="6787"/>
                </a:lnTo>
                <a:lnTo>
                  <a:pt x="1557852" y="7105"/>
                </a:lnTo>
                <a:lnTo>
                  <a:pt x="1557598" y="7430"/>
                </a:lnTo>
                <a:lnTo>
                  <a:pt x="1557349" y="7763"/>
                </a:lnTo>
                <a:lnTo>
                  <a:pt x="1557107" y="8104"/>
                </a:lnTo>
                <a:lnTo>
                  <a:pt x="1556871" y="8453"/>
                </a:lnTo>
                <a:lnTo>
                  <a:pt x="1556641" y="8809"/>
                </a:lnTo>
                <a:lnTo>
                  <a:pt x="1556419" y="9174"/>
                </a:lnTo>
                <a:lnTo>
                  <a:pt x="1556206" y="9549"/>
                </a:lnTo>
                <a:lnTo>
                  <a:pt x="1556003" y="9933"/>
                </a:lnTo>
                <a:lnTo>
                  <a:pt x="1555809" y="10326"/>
                </a:lnTo>
                <a:lnTo>
                  <a:pt x="1555625" y="10729"/>
                </a:lnTo>
                <a:lnTo>
                  <a:pt x="1555450" y="11142"/>
                </a:lnTo>
                <a:lnTo>
                  <a:pt x="1555285" y="11564"/>
                </a:lnTo>
                <a:lnTo>
                  <a:pt x="1555129" y="11995"/>
                </a:lnTo>
                <a:lnTo>
                  <a:pt x="1554982" y="12436"/>
                </a:lnTo>
                <a:lnTo>
                  <a:pt x="1554845" y="12886"/>
                </a:lnTo>
                <a:lnTo>
                  <a:pt x="1554717" y="13345"/>
                </a:lnTo>
                <a:lnTo>
                  <a:pt x="1554599" y="13815"/>
                </a:lnTo>
                <a:lnTo>
                  <a:pt x="1554490" y="14293"/>
                </a:lnTo>
                <a:lnTo>
                  <a:pt x="1554391" y="14781"/>
                </a:lnTo>
                <a:lnTo>
                  <a:pt x="1554301" y="15279"/>
                </a:lnTo>
                <a:lnTo>
                  <a:pt x="1554221" y="15786"/>
                </a:lnTo>
                <a:lnTo>
                  <a:pt x="1554150" y="16302"/>
                </a:lnTo>
                <a:lnTo>
                  <a:pt x="1554089" y="16828"/>
                </a:lnTo>
                <a:lnTo>
                  <a:pt x="1554037" y="17363"/>
                </a:lnTo>
                <a:lnTo>
                  <a:pt x="1553994" y="17908"/>
                </a:lnTo>
                <a:lnTo>
                  <a:pt x="1553961" y="18462"/>
                </a:lnTo>
                <a:lnTo>
                  <a:pt x="1553937" y="19026"/>
                </a:lnTo>
                <a:lnTo>
                  <a:pt x="1553923" y="19599"/>
                </a:lnTo>
                <a:lnTo>
                  <a:pt x="1553918" y="20181"/>
                </a:lnTo>
                <a:lnTo>
                  <a:pt x="1553918" y="35077"/>
                </a:lnTo>
                <a:lnTo>
                  <a:pt x="1537741" y="35077"/>
                </a:lnTo>
                <a:lnTo>
                  <a:pt x="1537741" y="47570"/>
                </a:lnTo>
                <a:lnTo>
                  <a:pt x="1553918" y="47570"/>
                </a:lnTo>
                <a:lnTo>
                  <a:pt x="1553918" y="116923"/>
                </a:lnTo>
                <a:lnTo>
                  <a:pt x="1569455" y="116923"/>
                </a:lnTo>
                <a:lnTo>
                  <a:pt x="1569455" y="47570"/>
                </a:lnTo>
                <a:lnTo>
                  <a:pt x="1597805" y="47570"/>
                </a:lnTo>
                <a:lnTo>
                  <a:pt x="1597805" y="116923"/>
                </a:lnTo>
                <a:lnTo>
                  <a:pt x="1613341" y="116923"/>
                </a:lnTo>
                <a:close/>
                <a:moveTo>
                  <a:pt x="1121842" y="118469"/>
                </a:moveTo>
                <a:lnTo>
                  <a:pt x="1122336" y="118445"/>
                </a:lnTo>
                <a:lnTo>
                  <a:pt x="1122830" y="118416"/>
                </a:lnTo>
                <a:lnTo>
                  <a:pt x="1123324" y="118383"/>
                </a:lnTo>
                <a:lnTo>
                  <a:pt x="1123817" y="118345"/>
                </a:lnTo>
                <a:lnTo>
                  <a:pt x="1124311" y="118303"/>
                </a:lnTo>
                <a:lnTo>
                  <a:pt x="1124805" y="118256"/>
                </a:lnTo>
                <a:lnTo>
                  <a:pt x="1125299" y="118205"/>
                </a:lnTo>
                <a:lnTo>
                  <a:pt x="1125793" y="118149"/>
                </a:lnTo>
                <a:lnTo>
                  <a:pt x="1126287" y="118089"/>
                </a:lnTo>
                <a:lnTo>
                  <a:pt x="1126781" y="118024"/>
                </a:lnTo>
                <a:lnTo>
                  <a:pt x="1127274" y="117955"/>
                </a:lnTo>
                <a:lnTo>
                  <a:pt x="1127768" y="117882"/>
                </a:lnTo>
                <a:lnTo>
                  <a:pt x="1128262" y="117804"/>
                </a:lnTo>
                <a:lnTo>
                  <a:pt x="1128756" y="117722"/>
                </a:lnTo>
                <a:lnTo>
                  <a:pt x="1129250" y="117635"/>
                </a:lnTo>
                <a:lnTo>
                  <a:pt x="1129744" y="117544"/>
                </a:lnTo>
                <a:lnTo>
                  <a:pt x="1130238" y="117448"/>
                </a:lnTo>
                <a:lnTo>
                  <a:pt x="1130731" y="117348"/>
                </a:lnTo>
                <a:lnTo>
                  <a:pt x="1131225" y="117244"/>
                </a:lnTo>
                <a:lnTo>
                  <a:pt x="1131715" y="117148"/>
                </a:lnTo>
                <a:lnTo>
                  <a:pt x="1132198" y="117049"/>
                </a:lnTo>
                <a:lnTo>
                  <a:pt x="1132674" y="116946"/>
                </a:lnTo>
                <a:lnTo>
                  <a:pt x="1133143" y="116839"/>
                </a:lnTo>
                <a:lnTo>
                  <a:pt x="1133604" y="116728"/>
                </a:lnTo>
                <a:lnTo>
                  <a:pt x="1134058" y="116613"/>
                </a:lnTo>
                <a:lnTo>
                  <a:pt x="1134505" y="116494"/>
                </a:lnTo>
                <a:lnTo>
                  <a:pt x="1134945" y="116372"/>
                </a:lnTo>
                <a:lnTo>
                  <a:pt x="1135377" y="116245"/>
                </a:lnTo>
                <a:lnTo>
                  <a:pt x="1135802" y="116115"/>
                </a:lnTo>
                <a:lnTo>
                  <a:pt x="1136220" y="115980"/>
                </a:lnTo>
                <a:lnTo>
                  <a:pt x="1136631" y="115842"/>
                </a:lnTo>
                <a:lnTo>
                  <a:pt x="1137034" y="115700"/>
                </a:lnTo>
                <a:lnTo>
                  <a:pt x="1137431" y="115554"/>
                </a:lnTo>
                <a:lnTo>
                  <a:pt x="1137820" y="115404"/>
                </a:lnTo>
                <a:lnTo>
                  <a:pt x="1138201" y="115250"/>
                </a:lnTo>
                <a:lnTo>
                  <a:pt x="1138576" y="115093"/>
                </a:lnTo>
                <a:lnTo>
                  <a:pt x="1138943" y="114931"/>
                </a:lnTo>
                <a:lnTo>
                  <a:pt x="1139303" y="114766"/>
                </a:lnTo>
                <a:lnTo>
                  <a:pt x="1139656" y="114596"/>
                </a:lnTo>
                <a:lnTo>
                  <a:pt x="1140002" y="114423"/>
                </a:lnTo>
                <a:lnTo>
                  <a:pt x="1140340" y="114246"/>
                </a:lnTo>
                <a:lnTo>
                  <a:pt x="1140672" y="114065"/>
                </a:lnTo>
                <a:lnTo>
                  <a:pt x="1140996" y="113880"/>
                </a:lnTo>
                <a:lnTo>
                  <a:pt x="1140996" y="101547"/>
                </a:lnTo>
                <a:lnTo>
                  <a:pt x="1140713" y="101680"/>
                </a:lnTo>
                <a:lnTo>
                  <a:pt x="1140427" y="101813"/>
                </a:lnTo>
                <a:lnTo>
                  <a:pt x="1140137" y="101945"/>
                </a:lnTo>
                <a:lnTo>
                  <a:pt x="1139843" y="102077"/>
                </a:lnTo>
                <a:lnTo>
                  <a:pt x="1139545" y="102207"/>
                </a:lnTo>
                <a:lnTo>
                  <a:pt x="1139244" y="102338"/>
                </a:lnTo>
                <a:lnTo>
                  <a:pt x="1138938" y="102468"/>
                </a:lnTo>
                <a:lnTo>
                  <a:pt x="1138629" y="102597"/>
                </a:lnTo>
                <a:lnTo>
                  <a:pt x="1138315" y="102726"/>
                </a:lnTo>
                <a:lnTo>
                  <a:pt x="1137998" y="102854"/>
                </a:lnTo>
                <a:lnTo>
                  <a:pt x="1137677" y="102982"/>
                </a:lnTo>
                <a:lnTo>
                  <a:pt x="1137352" y="103109"/>
                </a:lnTo>
                <a:lnTo>
                  <a:pt x="1137023" y="103235"/>
                </a:lnTo>
                <a:lnTo>
                  <a:pt x="1136690" y="103361"/>
                </a:lnTo>
                <a:lnTo>
                  <a:pt x="1136353" y="103487"/>
                </a:lnTo>
                <a:lnTo>
                  <a:pt x="1136012" y="103611"/>
                </a:lnTo>
                <a:lnTo>
                  <a:pt x="1135668" y="103736"/>
                </a:lnTo>
                <a:lnTo>
                  <a:pt x="1135320" y="103860"/>
                </a:lnTo>
                <a:lnTo>
                  <a:pt x="1134967" y="103983"/>
                </a:lnTo>
                <a:lnTo>
                  <a:pt x="1134611" y="104105"/>
                </a:lnTo>
                <a:lnTo>
                  <a:pt x="1134251" y="104227"/>
                </a:lnTo>
                <a:lnTo>
                  <a:pt x="1133887" y="104349"/>
                </a:lnTo>
                <a:lnTo>
                  <a:pt x="1133519" y="104470"/>
                </a:lnTo>
                <a:lnTo>
                  <a:pt x="1133147" y="104590"/>
                </a:lnTo>
                <a:lnTo>
                  <a:pt x="1132785" y="104695"/>
                </a:lnTo>
                <a:lnTo>
                  <a:pt x="1132421" y="104795"/>
                </a:lnTo>
                <a:lnTo>
                  <a:pt x="1132054" y="104891"/>
                </a:lnTo>
                <a:lnTo>
                  <a:pt x="1131683" y="104982"/>
                </a:lnTo>
                <a:lnTo>
                  <a:pt x="1131311" y="105069"/>
                </a:lnTo>
                <a:lnTo>
                  <a:pt x="1130935" y="105151"/>
                </a:lnTo>
                <a:lnTo>
                  <a:pt x="1130556" y="105229"/>
                </a:lnTo>
                <a:lnTo>
                  <a:pt x="1130175" y="105302"/>
                </a:lnTo>
                <a:lnTo>
                  <a:pt x="1129791" y="105371"/>
                </a:lnTo>
                <a:lnTo>
                  <a:pt x="1129404" y="105436"/>
                </a:lnTo>
                <a:lnTo>
                  <a:pt x="1129015" y="105496"/>
                </a:lnTo>
                <a:lnTo>
                  <a:pt x="1128622" y="105551"/>
                </a:lnTo>
                <a:lnTo>
                  <a:pt x="1128227" y="105602"/>
                </a:lnTo>
                <a:lnTo>
                  <a:pt x="1127829" y="105649"/>
                </a:lnTo>
                <a:lnTo>
                  <a:pt x="1127429" y="105691"/>
                </a:lnTo>
                <a:lnTo>
                  <a:pt x="1127025" y="105729"/>
                </a:lnTo>
                <a:lnTo>
                  <a:pt x="1126619" y="105763"/>
                </a:lnTo>
                <a:lnTo>
                  <a:pt x="1126210" y="105792"/>
                </a:lnTo>
                <a:lnTo>
                  <a:pt x="1125798" y="105816"/>
                </a:lnTo>
                <a:lnTo>
                  <a:pt x="1125383" y="105836"/>
                </a:lnTo>
                <a:lnTo>
                  <a:pt x="1124966" y="105852"/>
                </a:lnTo>
                <a:lnTo>
                  <a:pt x="1124546" y="105863"/>
                </a:lnTo>
                <a:lnTo>
                  <a:pt x="1124123" y="105869"/>
                </a:lnTo>
                <a:lnTo>
                  <a:pt x="1123697" y="105872"/>
                </a:lnTo>
                <a:lnTo>
                  <a:pt x="1123154" y="105869"/>
                </a:lnTo>
                <a:lnTo>
                  <a:pt x="1122618" y="105861"/>
                </a:lnTo>
                <a:lnTo>
                  <a:pt x="1122091" y="105847"/>
                </a:lnTo>
                <a:lnTo>
                  <a:pt x="1121571" y="105827"/>
                </a:lnTo>
                <a:lnTo>
                  <a:pt x="1121058" y="105802"/>
                </a:lnTo>
                <a:lnTo>
                  <a:pt x="1120554" y="105772"/>
                </a:lnTo>
                <a:lnTo>
                  <a:pt x="1120057" y="105735"/>
                </a:lnTo>
                <a:lnTo>
                  <a:pt x="1119568" y="105694"/>
                </a:lnTo>
                <a:lnTo>
                  <a:pt x="1119087" y="105646"/>
                </a:lnTo>
                <a:lnTo>
                  <a:pt x="1118614" y="105594"/>
                </a:lnTo>
                <a:lnTo>
                  <a:pt x="1118149" y="105535"/>
                </a:lnTo>
                <a:lnTo>
                  <a:pt x="1117691" y="105471"/>
                </a:lnTo>
                <a:lnTo>
                  <a:pt x="1117241" y="105402"/>
                </a:lnTo>
                <a:lnTo>
                  <a:pt x="1116799" y="105327"/>
                </a:lnTo>
                <a:lnTo>
                  <a:pt x="1116365" y="105246"/>
                </a:lnTo>
                <a:lnTo>
                  <a:pt x="1115938" y="105160"/>
                </a:lnTo>
                <a:lnTo>
                  <a:pt x="1115519" y="105068"/>
                </a:lnTo>
                <a:lnTo>
                  <a:pt x="1115108" y="104971"/>
                </a:lnTo>
                <a:lnTo>
                  <a:pt x="1114705" y="104868"/>
                </a:lnTo>
                <a:lnTo>
                  <a:pt x="1114310" y="104759"/>
                </a:lnTo>
                <a:lnTo>
                  <a:pt x="1113922" y="104645"/>
                </a:lnTo>
                <a:lnTo>
                  <a:pt x="1113542" y="104526"/>
                </a:lnTo>
                <a:lnTo>
                  <a:pt x="1113170" y="104401"/>
                </a:lnTo>
                <a:lnTo>
                  <a:pt x="1112806" y="104270"/>
                </a:lnTo>
                <a:lnTo>
                  <a:pt x="1112449" y="104133"/>
                </a:lnTo>
                <a:lnTo>
                  <a:pt x="1112099" y="103990"/>
                </a:lnTo>
                <a:lnTo>
                  <a:pt x="1111757" y="103839"/>
                </a:lnTo>
                <a:lnTo>
                  <a:pt x="1111422" y="103683"/>
                </a:lnTo>
                <a:lnTo>
                  <a:pt x="1111094" y="103519"/>
                </a:lnTo>
                <a:lnTo>
                  <a:pt x="1110774" y="103349"/>
                </a:lnTo>
                <a:lnTo>
                  <a:pt x="1110460" y="103172"/>
                </a:lnTo>
                <a:lnTo>
                  <a:pt x="1110154" y="102989"/>
                </a:lnTo>
                <a:lnTo>
                  <a:pt x="1109855" y="102798"/>
                </a:lnTo>
                <a:lnTo>
                  <a:pt x="1109563" y="102602"/>
                </a:lnTo>
                <a:lnTo>
                  <a:pt x="1109279" y="102398"/>
                </a:lnTo>
                <a:lnTo>
                  <a:pt x="1109002" y="102188"/>
                </a:lnTo>
                <a:lnTo>
                  <a:pt x="1108732" y="101971"/>
                </a:lnTo>
                <a:lnTo>
                  <a:pt x="1108469" y="101747"/>
                </a:lnTo>
                <a:lnTo>
                  <a:pt x="1108213" y="101517"/>
                </a:lnTo>
                <a:lnTo>
                  <a:pt x="1107965" y="101280"/>
                </a:lnTo>
                <a:lnTo>
                  <a:pt x="1107724" y="101037"/>
                </a:lnTo>
                <a:lnTo>
                  <a:pt x="1107490" y="100786"/>
                </a:lnTo>
                <a:lnTo>
                  <a:pt x="1107264" y="100529"/>
                </a:lnTo>
                <a:lnTo>
                  <a:pt x="1107044" y="100266"/>
                </a:lnTo>
                <a:lnTo>
                  <a:pt x="1106832" y="99995"/>
                </a:lnTo>
                <a:lnTo>
                  <a:pt x="1106627" y="99718"/>
                </a:lnTo>
                <a:lnTo>
                  <a:pt x="1106429" y="99435"/>
                </a:lnTo>
                <a:lnTo>
                  <a:pt x="1106239" y="99145"/>
                </a:lnTo>
                <a:lnTo>
                  <a:pt x="1106056" y="98848"/>
                </a:lnTo>
                <a:lnTo>
                  <a:pt x="1105881" y="98544"/>
                </a:lnTo>
                <a:lnTo>
                  <a:pt x="1105713" y="98234"/>
                </a:lnTo>
                <a:lnTo>
                  <a:pt x="1105554" y="97917"/>
                </a:lnTo>
                <a:lnTo>
                  <a:pt x="1105402" y="97593"/>
                </a:lnTo>
                <a:lnTo>
                  <a:pt x="1105258" y="97263"/>
                </a:lnTo>
                <a:lnTo>
                  <a:pt x="1105122" y="96926"/>
                </a:lnTo>
                <a:lnTo>
                  <a:pt x="1104993" y="96582"/>
                </a:lnTo>
                <a:lnTo>
                  <a:pt x="1104872" y="96231"/>
                </a:lnTo>
                <a:lnTo>
                  <a:pt x="1104760" y="95874"/>
                </a:lnTo>
                <a:lnTo>
                  <a:pt x="1104654" y="95511"/>
                </a:lnTo>
                <a:lnTo>
                  <a:pt x="1104557" y="95140"/>
                </a:lnTo>
                <a:lnTo>
                  <a:pt x="1104468" y="94763"/>
                </a:lnTo>
                <a:lnTo>
                  <a:pt x="1104386" y="94380"/>
                </a:lnTo>
                <a:lnTo>
                  <a:pt x="1104312" y="93989"/>
                </a:lnTo>
                <a:lnTo>
                  <a:pt x="1104246" y="93592"/>
                </a:lnTo>
                <a:lnTo>
                  <a:pt x="1104187" y="93188"/>
                </a:lnTo>
                <a:lnTo>
                  <a:pt x="1104137" y="92778"/>
                </a:lnTo>
                <a:lnTo>
                  <a:pt x="1104094" y="92361"/>
                </a:lnTo>
                <a:lnTo>
                  <a:pt x="1104059" y="91937"/>
                </a:lnTo>
                <a:lnTo>
                  <a:pt x="1104032" y="91506"/>
                </a:lnTo>
                <a:lnTo>
                  <a:pt x="1104012" y="91069"/>
                </a:lnTo>
                <a:lnTo>
                  <a:pt x="1104000" y="90626"/>
                </a:lnTo>
                <a:lnTo>
                  <a:pt x="1103997" y="90175"/>
                </a:lnTo>
                <a:lnTo>
                  <a:pt x="1103997" y="47570"/>
                </a:lnTo>
                <a:lnTo>
                  <a:pt x="1140996" y="47570"/>
                </a:lnTo>
                <a:lnTo>
                  <a:pt x="1140996" y="35077"/>
                </a:lnTo>
                <a:lnTo>
                  <a:pt x="1103997" y="35077"/>
                </a:lnTo>
                <a:lnTo>
                  <a:pt x="1103997" y="8969"/>
                </a:lnTo>
                <a:lnTo>
                  <a:pt x="1094066" y="8969"/>
                </a:lnTo>
                <a:lnTo>
                  <a:pt x="1088460" y="35077"/>
                </a:lnTo>
                <a:lnTo>
                  <a:pt x="1064275" y="35077"/>
                </a:lnTo>
                <a:lnTo>
                  <a:pt x="1064275" y="47570"/>
                </a:lnTo>
                <a:lnTo>
                  <a:pt x="1087980" y="47570"/>
                </a:lnTo>
                <a:lnTo>
                  <a:pt x="1087980" y="91456"/>
                </a:lnTo>
                <a:lnTo>
                  <a:pt x="1087994" y="92644"/>
                </a:lnTo>
                <a:lnTo>
                  <a:pt x="1088039" y="93803"/>
                </a:lnTo>
                <a:lnTo>
                  <a:pt x="1088112" y="94935"/>
                </a:lnTo>
                <a:lnTo>
                  <a:pt x="1088215" y="96039"/>
                </a:lnTo>
                <a:lnTo>
                  <a:pt x="1088348" y="97115"/>
                </a:lnTo>
                <a:lnTo>
                  <a:pt x="1088510" y="98164"/>
                </a:lnTo>
                <a:lnTo>
                  <a:pt x="1088702" y="99184"/>
                </a:lnTo>
                <a:lnTo>
                  <a:pt x="1088923" y="100177"/>
                </a:lnTo>
                <a:lnTo>
                  <a:pt x="1089173" y="101142"/>
                </a:lnTo>
                <a:lnTo>
                  <a:pt x="1089453" y="102079"/>
                </a:lnTo>
                <a:lnTo>
                  <a:pt x="1089763" y="102988"/>
                </a:lnTo>
                <a:lnTo>
                  <a:pt x="1090102" y="103870"/>
                </a:lnTo>
                <a:lnTo>
                  <a:pt x="1090470" y="104723"/>
                </a:lnTo>
                <a:lnTo>
                  <a:pt x="1090868" y="105549"/>
                </a:lnTo>
                <a:lnTo>
                  <a:pt x="1091296" y="106347"/>
                </a:lnTo>
                <a:lnTo>
                  <a:pt x="1091752" y="107117"/>
                </a:lnTo>
                <a:lnTo>
                  <a:pt x="1092239" y="107860"/>
                </a:lnTo>
                <a:lnTo>
                  <a:pt x="1092755" y="108574"/>
                </a:lnTo>
                <a:lnTo>
                  <a:pt x="1093300" y="109261"/>
                </a:lnTo>
                <a:lnTo>
                  <a:pt x="1093875" y="109920"/>
                </a:lnTo>
                <a:lnTo>
                  <a:pt x="1094479" y="110552"/>
                </a:lnTo>
                <a:lnTo>
                  <a:pt x="1095113" y="111155"/>
                </a:lnTo>
                <a:lnTo>
                  <a:pt x="1095776" y="111731"/>
                </a:lnTo>
                <a:lnTo>
                  <a:pt x="1096469" y="112278"/>
                </a:lnTo>
                <a:lnTo>
                  <a:pt x="1097186" y="112788"/>
                </a:lnTo>
                <a:lnTo>
                  <a:pt x="1097925" y="113276"/>
                </a:lnTo>
                <a:lnTo>
                  <a:pt x="1098683" y="113742"/>
                </a:lnTo>
                <a:lnTo>
                  <a:pt x="1099463" y="114187"/>
                </a:lnTo>
                <a:lnTo>
                  <a:pt x="1100263" y="114610"/>
                </a:lnTo>
                <a:lnTo>
                  <a:pt x="1101083" y="115011"/>
                </a:lnTo>
                <a:lnTo>
                  <a:pt x="1101925" y="115391"/>
                </a:lnTo>
                <a:lnTo>
                  <a:pt x="1102786" y="115749"/>
                </a:lnTo>
                <a:lnTo>
                  <a:pt x="1103669" y="116085"/>
                </a:lnTo>
                <a:lnTo>
                  <a:pt x="1104572" y="116399"/>
                </a:lnTo>
                <a:lnTo>
                  <a:pt x="1105495" y="116692"/>
                </a:lnTo>
                <a:lnTo>
                  <a:pt x="1106439" y="116963"/>
                </a:lnTo>
                <a:lnTo>
                  <a:pt x="1107404" y="117213"/>
                </a:lnTo>
                <a:lnTo>
                  <a:pt x="1108389" y="117440"/>
                </a:lnTo>
                <a:lnTo>
                  <a:pt x="1109395" y="117647"/>
                </a:lnTo>
                <a:lnTo>
                  <a:pt x="1110421" y="117831"/>
                </a:lnTo>
                <a:lnTo>
                  <a:pt x="1111468" y="117994"/>
                </a:lnTo>
                <a:lnTo>
                  <a:pt x="1112536" y="118135"/>
                </a:lnTo>
                <a:lnTo>
                  <a:pt x="1113624" y="118254"/>
                </a:lnTo>
                <a:lnTo>
                  <a:pt x="1114732" y="118351"/>
                </a:lnTo>
                <a:lnTo>
                  <a:pt x="1115862" y="118427"/>
                </a:lnTo>
                <a:lnTo>
                  <a:pt x="1117011" y="118482"/>
                </a:lnTo>
                <a:lnTo>
                  <a:pt x="1118182" y="118514"/>
                </a:lnTo>
                <a:lnTo>
                  <a:pt x="1119373" y="118525"/>
                </a:lnTo>
                <a:lnTo>
                  <a:pt x="1119867" y="118523"/>
                </a:lnTo>
                <a:lnTo>
                  <a:pt x="1120360" y="118516"/>
                </a:lnTo>
                <a:lnTo>
                  <a:pt x="1120854" y="118505"/>
                </a:lnTo>
                <a:lnTo>
                  <a:pt x="1121348" y="118489"/>
                </a:lnTo>
                <a:lnTo>
                  <a:pt x="1121842" y="118469"/>
                </a:lnTo>
                <a:close/>
                <a:moveTo>
                  <a:pt x="1004915" y="104590"/>
                </a:moveTo>
                <a:lnTo>
                  <a:pt x="975604" y="104590"/>
                </a:lnTo>
                <a:lnTo>
                  <a:pt x="975604" y="116923"/>
                </a:lnTo>
                <a:lnTo>
                  <a:pt x="1004915" y="116923"/>
                </a:lnTo>
                <a:lnTo>
                  <a:pt x="1020931" y="116923"/>
                </a:lnTo>
                <a:lnTo>
                  <a:pt x="1048641" y="116923"/>
                </a:lnTo>
                <a:lnTo>
                  <a:pt x="1048641" y="104590"/>
                </a:lnTo>
                <a:lnTo>
                  <a:pt x="1020931" y="104590"/>
                </a:lnTo>
                <a:lnTo>
                  <a:pt x="1020931" y="35077"/>
                </a:lnTo>
                <a:lnTo>
                  <a:pt x="975604" y="35077"/>
                </a:lnTo>
                <a:lnTo>
                  <a:pt x="975604" y="47570"/>
                </a:lnTo>
                <a:lnTo>
                  <a:pt x="1004915" y="47570"/>
                </a:lnTo>
                <a:lnTo>
                  <a:pt x="1004915" y="104590"/>
                </a:lnTo>
                <a:close/>
                <a:moveTo>
                  <a:pt x="1470410" y="67216"/>
                </a:moveTo>
                <a:lnTo>
                  <a:pt x="1470440" y="66675"/>
                </a:lnTo>
                <a:lnTo>
                  <a:pt x="1470477" y="66139"/>
                </a:lnTo>
                <a:lnTo>
                  <a:pt x="1470523" y="65609"/>
                </a:lnTo>
                <a:lnTo>
                  <a:pt x="1470577" y="65085"/>
                </a:lnTo>
                <a:lnTo>
                  <a:pt x="1470640" y="64566"/>
                </a:lnTo>
                <a:lnTo>
                  <a:pt x="1470711" y="64053"/>
                </a:lnTo>
                <a:lnTo>
                  <a:pt x="1470790" y="63545"/>
                </a:lnTo>
                <a:lnTo>
                  <a:pt x="1470878" y="63043"/>
                </a:lnTo>
                <a:lnTo>
                  <a:pt x="1470973" y="62546"/>
                </a:lnTo>
                <a:lnTo>
                  <a:pt x="1471078" y="62055"/>
                </a:lnTo>
                <a:lnTo>
                  <a:pt x="1471190" y="61569"/>
                </a:lnTo>
                <a:lnTo>
                  <a:pt x="1471311" y="61089"/>
                </a:lnTo>
                <a:lnTo>
                  <a:pt x="1471441" y="60615"/>
                </a:lnTo>
                <a:lnTo>
                  <a:pt x="1471578" y="60146"/>
                </a:lnTo>
                <a:lnTo>
                  <a:pt x="1471724" y="59683"/>
                </a:lnTo>
                <a:lnTo>
                  <a:pt x="1471879" y="59225"/>
                </a:lnTo>
                <a:lnTo>
                  <a:pt x="1472041" y="58773"/>
                </a:lnTo>
                <a:lnTo>
                  <a:pt x="1472212" y="58326"/>
                </a:lnTo>
                <a:lnTo>
                  <a:pt x="1472392" y="57885"/>
                </a:lnTo>
                <a:lnTo>
                  <a:pt x="1472579" y="57450"/>
                </a:lnTo>
                <a:lnTo>
                  <a:pt x="1472775" y="57020"/>
                </a:lnTo>
                <a:lnTo>
                  <a:pt x="1472979" y="56584"/>
                </a:lnTo>
                <a:lnTo>
                  <a:pt x="1473189" y="56156"/>
                </a:lnTo>
                <a:lnTo>
                  <a:pt x="1473406" y="55736"/>
                </a:lnTo>
                <a:lnTo>
                  <a:pt x="1473630" y="55325"/>
                </a:lnTo>
                <a:lnTo>
                  <a:pt x="1473860" y="54922"/>
                </a:lnTo>
                <a:lnTo>
                  <a:pt x="1474097" y="54527"/>
                </a:lnTo>
                <a:lnTo>
                  <a:pt x="1474340" y="54141"/>
                </a:lnTo>
                <a:lnTo>
                  <a:pt x="1474591" y="53763"/>
                </a:lnTo>
                <a:lnTo>
                  <a:pt x="1474848" y="53394"/>
                </a:lnTo>
                <a:lnTo>
                  <a:pt x="1475111" y="53033"/>
                </a:lnTo>
                <a:lnTo>
                  <a:pt x="1475381" y="52680"/>
                </a:lnTo>
                <a:lnTo>
                  <a:pt x="1475658" y="52335"/>
                </a:lnTo>
                <a:lnTo>
                  <a:pt x="1475942" y="51999"/>
                </a:lnTo>
                <a:lnTo>
                  <a:pt x="1476232" y="51671"/>
                </a:lnTo>
                <a:lnTo>
                  <a:pt x="1476529" y="51352"/>
                </a:lnTo>
                <a:lnTo>
                  <a:pt x="1476833" y="51040"/>
                </a:lnTo>
                <a:lnTo>
                  <a:pt x="1477143" y="50738"/>
                </a:lnTo>
                <a:lnTo>
                  <a:pt x="1477460" y="50443"/>
                </a:lnTo>
                <a:lnTo>
                  <a:pt x="1477784" y="50157"/>
                </a:lnTo>
                <a:lnTo>
                  <a:pt x="1478114" y="49879"/>
                </a:lnTo>
                <a:lnTo>
                  <a:pt x="1478451" y="49610"/>
                </a:lnTo>
                <a:lnTo>
                  <a:pt x="1478795" y="49349"/>
                </a:lnTo>
                <a:lnTo>
                  <a:pt x="1479145" y="49096"/>
                </a:lnTo>
                <a:lnTo>
                  <a:pt x="1479502" y="48852"/>
                </a:lnTo>
                <a:lnTo>
                  <a:pt x="1479865" y="48603"/>
                </a:lnTo>
                <a:lnTo>
                  <a:pt x="1480234" y="48365"/>
                </a:lnTo>
                <a:lnTo>
                  <a:pt x="1480609" y="48138"/>
                </a:lnTo>
                <a:lnTo>
                  <a:pt x="1480988" y="47922"/>
                </a:lnTo>
                <a:lnTo>
                  <a:pt x="1481374" y="47716"/>
                </a:lnTo>
                <a:lnTo>
                  <a:pt x="1481765" y="47520"/>
                </a:lnTo>
                <a:lnTo>
                  <a:pt x="1482161" y="47335"/>
                </a:lnTo>
                <a:lnTo>
                  <a:pt x="1482563" y="47161"/>
                </a:lnTo>
                <a:lnTo>
                  <a:pt x="1482971" y="46997"/>
                </a:lnTo>
                <a:lnTo>
                  <a:pt x="1483384" y="46844"/>
                </a:lnTo>
                <a:lnTo>
                  <a:pt x="1483803" y="46701"/>
                </a:lnTo>
                <a:lnTo>
                  <a:pt x="1484227" y="46569"/>
                </a:lnTo>
                <a:lnTo>
                  <a:pt x="1484657" y="46448"/>
                </a:lnTo>
                <a:lnTo>
                  <a:pt x="1485093" y="46337"/>
                </a:lnTo>
                <a:lnTo>
                  <a:pt x="1485534" y="46236"/>
                </a:lnTo>
                <a:lnTo>
                  <a:pt x="1485980" y="46146"/>
                </a:lnTo>
                <a:lnTo>
                  <a:pt x="1486433" y="46067"/>
                </a:lnTo>
                <a:lnTo>
                  <a:pt x="1486890" y="45998"/>
                </a:lnTo>
                <a:lnTo>
                  <a:pt x="1487354" y="45940"/>
                </a:lnTo>
                <a:lnTo>
                  <a:pt x="1487822" y="45893"/>
                </a:lnTo>
                <a:lnTo>
                  <a:pt x="1488297" y="45856"/>
                </a:lnTo>
                <a:lnTo>
                  <a:pt x="1488777" y="45829"/>
                </a:lnTo>
                <a:lnTo>
                  <a:pt x="1489262" y="45814"/>
                </a:lnTo>
                <a:lnTo>
                  <a:pt x="1489753" y="45808"/>
                </a:lnTo>
                <a:lnTo>
                  <a:pt x="1490454" y="45817"/>
                </a:lnTo>
                <a:lnTo>
                  <a:pt x="1491141" y="45845"/>
                </a:lnTo>
                <a:lnTo>
                  <a:pt x="1491815" y="45891"/>
                </a:lnTo>
                <a:lnTo>
                  <a:pt x="1492476" y="45955"/>
                </a:lnTo>
                <a:lnTo>
                  <a:pt x="1493123" y="46038"/>
                </a:lnTo>
                <a:lnTo>
                  <a:pt x="1493757" y="46139"/>
                </a:lnTo>
                <a:lnTo>
                  <a:pt x="1494378" y="46258"/>
                </a:lnTo>
                <a:lnTo>
                  <a:pt x="1494985" y="46396"/>
                </a:lnTo>
                <a:lnTo>
                  <a:pt x="1495579" y="46552"/>
                </a:lnTo>
                <a:lnTo>
                  <a:pt x="1496160" y="46726"/>
                </a:lnTo>
                <a:lnTo>
                  <a:pt x="1496727" y="46919"/>
                </a:lnTo>
                <a:lnTo>
                  <a:pt x="1497281" y="47130"/>
                </a:lnTo>
                <a:lnTo>
                  <a:pt x="1497822" y="47359"/>
                </a:lnTo>
                <a:lnTo>
                  <a:pt x="1498349" y="47607"/>
                </a:lnTo>
                <a:lnTo>
                  <a:pt x="1498863" y="47873"/>
                </a:lnTo>
                <a:lnTo>
                  <a:pt x="1499363" y="48157"/>
                </a:lnTo>
                <a:lnTo>
                  <a:pt x="1499851" y="48460"/>
                </a:lnTo>
                <a:lnTo>
                  <a:pt x="1500324" y="48781"/>
                </a:lnTo>
                <a:lnTo>
                  <a:pt x="1500785" y="49121"/>
                </a:lnTo>
                <a:lnTo>
                  <a:pt x="1501232" y="49479"/>
                </a:lnTo>
                <a:lnTo>
                  <a:pt x="1501666" y="49855"/>
                </a:lnTo>
                <a:lnTo>
                  <a:pt x="1502086" y="50250"/>
                </a:lnTo>
                <a:lnTo>
                  <a:pt x="1502493" y="50663"/>
                </a:lnTo>
                <a:lnTo>
                  <a:pt x="1502887" y="51094"/>
                </a:lnTo>
                <a:lnTo>
                  <a:pt x="1503279" y="51545"/>
                </a:lnTo>
                <a:lnTo>
                  <a:pt x="1503655" y="52018"/>
                </a:lnTo>
                <a:lnTo>
                  <a:pt x="1504013" y="52513"/>
                </a:lnTo>
                <a:lnTo>
                  <a:pt x="1504355" y="53029"/>
                </a:lnTo>
                <a:lnTo>
                  <a:pt x="1504681" y="53567"/>
                </a:lnTo>
                <a:lnTo>
                  <a:pt x="1504989" y="54127"/>
                </a:lnTo>
                <a:lnTo>
                  <a:pt x="1505281" y="54709"/>
                </a:lnTo>
                <a:lnTo>
                  <a:pt x="1505557" y="55312"/>
                </a:lnTo>
                <a:lnTo>
                  <a:pt x="1505815" y="55936"/>
                </a:lnTo>
                <a:lnTo>
                  <a:pt x="1506057" y="56583"/>
                </a:lnTo>
                <a:lnTo>
                  <a:pt x="1506282" y="57251"/>
                </a:lnTo>
                <a:lnTo>
                  <a:pt x="1506491" y="57941"/>
                </a:lnTo>
                <a:lnTo>
                  <a:pt x="1506683" y="58653"/>
                </a:lnTo>
                <a:lnTo>
                  <a:pt x="1506858" y="59386"/>
                </a:lnTo>
                <a:lnTo>
                  <a:pt x="1507016" y="60141"/>
                </a:lnTo>
                <a:lnTo>
                  <a:pt x="1507158" y="60918"/>
                </a:lnTo>
                <a:lnTo>
                  <a:pt x="1507283" y="61716"/>
                </a:lnTo>
                <a:lnTo>
                  <a:pt x="1507392" y="62536"/>
                </a:lnTo>
                <a:lnTo>
                  <a:pt x="1507484" y="63378"/>
                </a:lnTo>
                <a:lnTo>
                  <a:pt x="1507559" y="64241"/>
                </a:lnTo>
                <a:lnTo>
                  <a:pt x="1507617" y="65126"/>
                </a:lnTo>
                <a:lnTo>
                  <a:pt x="1507659" y="66033"/>
                </a:lnTo>
                <a:lnTo>
                  <a:pt x="1507684" y="66961"/>
                </a:lnTo>
                <a:lnTo>
                  <a:pt x="1507692" y="67912"/>
                </a:lnTo>
                <a:lnTo>
                  <a:pt x="1507692" y="116923"/>
                </a:lnTo>
                <a:lnTo>
                  <a:pt x="1523709" y="116923"/>
                </a:lnTo>
                <a:lnTo>
                  <a:pt x="1523709" y="63267"/>
                </a:lnTo>
                <a:lnTo>
                  <a:pt x="1523695" y="62051"/>
                </a:lnTo>
                <a:lnTo>
                  <a:pt x="1523653" y="60861"/>
                </a:lnTo>
                <a:lnTo>
                  <a:pt x="1523584" y="59695"/>
                </a:lnTo>
                <a:lnTo>
                  <a:pt x="1523486" y="58555"/>
                </a:lnTo>
                <a:lnTo>
                  <a:pt x="1523361" y="57440"/>
                </a:lnTo>
                <a:lnTo>
                  <a:pt x="1523208" y="56349"/>
                </a:lnTo>
                <a:lnTo>
                  <a:pt x="1523028" y="55284"/>
                </a:lnTo>
                <a:lnTo>
                  <a:pt x="1522819" y="54244"/>
                </a:lnTo>
                <a:lnTo>
                  <a:pt x="1522583" y="53229"/>
                </a:lnTo>
                <a:lnTo>
                  <a:pt x="1522319" y="52238"/>
                </a:lnTo>
                <a:lnTo>
                  <a:pt x="1522027" y="51273"/>
                </a:lnTo>
                <a:lnTo>
                  <a:pt x="1521707" y="50333"/>
                </a:lnTo>
                <a:lnTo>
                  <a:pt x="1521359" y="49418"/>
                </a:lnTo>
                <a:lnTo>
                  <a:pt x="1520984" y="48528"/>
                </a:lnTo>
                <a:lnTo>
                  <a:pt x="1520581" y="47663"/>
                </a:lnTo>
                <a:lnTo>
                  <a:pt x="1520150" y="46823"/>
                </a:lnTo>
                <a:lnTo>
                  <a:pt x="1519691" y="46008"/>
                </a:lnTo>
                <a:lnTo>
                  <a:pt x="1519204" y="45218"/>
                </a:lnTo>
                <a:lnTo>
                  <a:pt x="1518690" y="44453"/>
                </a:lnTo>
                <a:lnTo>
                  <a:pt x="1518148" y="43713"/>
                </a:lnTo>
                <a:lnTo>
                  <a:pt x="1517578" y="42998"/>
                </a:lnTo>
                <a:lnTo>
                  <a:pt x="1516980" y="42308"/>
                </a:lnTo>
                <a:lnTo>
                  <a:pt x="1516354" y="41643"/>
                </a:lnTo>
                <a:lnTo>
                  <a:pt x="1515701" y="41003"/>
                </a:lnTo>
                <a:lnTo>
                  <a:pt x="1515024" y="40389"/>
                </a:lnTo>
                <a:lnTo>
                  <a:pt x="1514328" y="39801"/>
                </a:lnTo>
                <a:lnTo>
                  <a:pt x="1513613" y="39239"/>
                </a:lnTo>
                <a:lnTo>
                  <a:pt x="1512880" y="38703"/>
                </a:lnTo>
                <a:lnTo>
                  <a:pt x="1512127" y="38193"/>
                </a:lnTo>
                <a:lnTo>
                  <a:pt x="1511356" y="37710"/>
                </a:lnTo>
                <a:lnTo>
                  <a:pt x="1510566" y="37252"/>
                </a:lnTo>
                <a:lnTo>
                  <a:pt x="1509757" y="36821"/>
                </a:lnTo>
                <a:lnTo>
                  <a:pt x="1508929" y="36416"/>
                </a:lnTo>
                <a:lnTo>
                  <a:pt x="1508081" y="36037"/>
                </a:lnTo>
                <a:lnTo>
                  <a:pt x="1507216" y="35684"/>
                </a:lnTo>
                <a:lnTo>
                  <a:pt x="1506331" y="35357"/>
                </a:lnTo>
                <a:lnTo>
                  <a:pt x="1505427" y="35057"/>
                </a:lnTo>
                <a:lnTo>
                  <a:pt x="1504504" y="34782"/>
                </a:lnTo>
                <a:lnTo>
                  <a:pt x="1503563" y="34534"/>
                </a:lnTo>
                <a:lnTo>
                  <a:pt x="1502602" y="34312"/>
                </a:lnTo>
                <a:lnTo>
                  <a:pt x="1501623" y="34116"/>
                </a:lnTo>
                <a:lnTo>
                  <a:pt x="1500625" y="33946"/>
                </a:lnTo>
                <a:lnTo>
                  <a:pt x="1499608" y="33802"/>
                </a:lnTo>
                <a:lnTo>
                  <a:pt x="1498571" y="33684"/>
                </a:lnTo>
                <a:lnTo>
                  <a:pt x="1497516" y="33593"/>
                </a:lnTo>
                <a:lnTo>
                  <a:pt x="1496443" y="33528"/>
                </a:lnTo>
                <a:lnTo>
                  <a:pt x="1495350" y="33488"/>
                </a:lnTo>
                <a:lnTo>
                  <a:pt x="1494238" y="33475"/>
                </a:lnTo>
                <a:lnTo>
                  <a:pt x="1493560" y="33481"/>
                </a:lnTo>
                <a:lnTo>
                  <a:pt x="1492887" y="33498"/>
                </a:lnTo>
                <a:lnTo>
                  <a:pt x="1492218" y="33525"/>
                </a:lnTo>
                <a:lnTo>
                  <a:pt x="1491555" y="33564"/>
                </a:lnTo>
                <a:lnTo>
                  <a:pt x="1490897" y="33614"/>
                </a:lnTo>
                <a:lnTo>
                  <a:pt x="1490244" y="33676"/>
                </a:lnTo>
                <a:lnTo>
                  <a:pt x="1489596" y="33748"/>
                </a:lnTo>
                <a:lnTo>
                  <a:pt x="1488952" y="33831"/>
                </a:lnTo>
                <a:lnTo>
                  <a:pt x="1488314" y="33926"/>
                </a:lnTo>
                <a:lnTo>
                  <a:pt x="1487681" y="34031"/>
                </a:lnTo>
                <a:lnTo>
                  <a:pt x="1487053" y="34148"/>
                </a:lnTo>
                <a:lnTo>
                  <a:pt x="1486430" y="34276"/>
                </a:lnTo>
                <a:lnTo>
                  <a:pt x="1485812" y="34415"/>
                </a:lnTo>
                <a:lnTo>
                  <a:pt x="1485198" y="34565"/>
                </a:lnTo>
                <a:lnTo>
                  <a:pt x="1484590" y="34727"/>
                </a:lnTo>
                <a:lnTo>
                  <a:pt x="1483987" y="34899"/>
                </a:lnTo>
                <a:lnTo>
                  <a:pt x="1483389" y="35083"/>
                </a:lnTo>
                <a:lnTo>
                  <a:pt x="1482796" y="35277"/>
                </a:lnTo>
                <a:lnTo>
                  <a:pt x="1482208" y="35483"/>
                </a:lnTo>
                <a:lnTo>
                  <a:pt x="1481625" y="35700"/>
                </a:lnTo>
                <a:lnTo>
                  <a:pt x="1481047" y="35928"/>
                </a:lnTo>
                <a:lnTo>
                  <a:pt x="1480474" y="36167"/>
                </a:lnTo>
                <a:lnTo>
                  <a:pt x="1479905" y="36417"/>
                </a:lnTo>
                <a:lnTo>
                  <a:pt x="1479342" y="36679"/>
                </a:lnTo>
                <a:lnTo>
                  <a:pt x="1478787" y="36952"/>
                </a:lnTo>
                <a:lnTo>
                  <a:pt x="1478242" y="37238"/>
                </a:lnTo>
                <a:lnTo>
                  <a:pt x="1477708" y="37537"/>
                </a:lnTo>
                <a:lnTo>
                  <a:pt x="1477184" y="37849"/>
                </a:lnTo>
                <a:lnTo>
                  <a:pt x="1476671" y="38173"/>
                </a:lnTo>
                <a:lnTo>
                  <a:pt x="1476169" y="38511"/>
                </a:lnTo>
                <a:lnTo>
                  <a:pt x="1475677" y="38861"/>
                </a:lnTo>
                <a:lnTo>
                  <a:pt x="1475196" y="39224"/>
                </a:lnTo>
                <a:lnTo>
                  <a:pt x="1474725" y="39599"/>
                </a:lnTo>
                <a:lnTo>
                  <a:pt x="1474265" y="39988"/>
                </a:lnTo>
                <a:lnTo>
                  <a:pt x="1473815" y="40389"/>
                </a:lnTo>
                <a:lnTo>
                  <a:pt x="1473376" y="40803"/>
                </a:lnTo>
                <a:lnTo>
                  <a:pt x="1472948" y="41230"/>
                </a:lnTo>
                <a:lnTo>
                  <a:pt x="1472530" y="41669"/>
                </a:lnTo>
                <a:lnTo>
                  <a:pt x="1472122" y="42122"/>
                </a:lnTo>
                <a:lnTo>
                  <a:pt x="1471725" y="42587"/>
                </a:lnTo>
                <a:lnTo>
                  <a:pt x="1471339" y="43065"/>
                </a:lnTo>
                <a:lnTo>
                  <a:pt x="1470963" y="43556"/>
                </a:lnTo>
                <a:lnTo>
                  <a:pt x="1470598" y="44060"/>
                </a:lnTo>
                <a:lnTo>
                  <a:pt x="1470244" y="44576"/>
                </a:lnTo>
                <a:lnTo>
                  <a:pt x="1469900" y="45105"/>
                </a:lnTo>
                <a:lnTo>
                  <a:pt x="1469566" y="45647"/>
                </a:lnTo>
                <a:lnTo>
                  <a:pt x="1469244" y="46202"/>
                </a:lnTo>
                <a:lnTo>
                  <a:pt x="1468931" y="46769"/>
                </a:lnTo>
                <a:lnTo>
                  <a:pt x="1467330" y="35077"/>
                </a:lnTo>
                <a:lnTo>
                  <a:pt x="1454356" y="35077"/>
                </a:lnTo>
                <a:lnTo>
                  <a:pt x="1454356" y="116923"/>
                </a:lnTo>
                <a:lnTo>
                  <a:pt x="1470373" y="116923"/>
                </a:lnTo>
                <a:lnTo>
                  <a:pt x="1470373" y="68873"/>
                </a:lnTo>
                <a:lnTo>
                  <a:pt x="1470377" y="68315"/>
                </a:lnTo>
                <a:lnTo>
                  <a:pt x="1470390" y="67763"/>
                </a:lnTo>
                <a:lnTo>
                  <a:pt x="1470410" y="67216"/>
                </a:lnTo>
                <a:close/>
                <a:moveTo>
                  <a:pt x="1299282" y="118465"/>
                </a:moveTo>
                <a:lnTo>
                  <a:pt x="1300069" y="118418"/>
                </a:lnTo>
                <a:lnTo>
                  <a:pt x="1300849" y="118358"/>
                </a:lnTo>
                <a:lnTo>
                  <a:pt x="1301620" y="118285"/>
                </a:lnTo>
                <a:lnTo>
                  <a:pt x="1302383" y="118198"/>
                </a:lnTo>
                <a:lnTo>
                  <a:pt x="1303139" y="118098"/>
                </a:lnTo>
                <a:lnTo>
                  <a:pt x="1303887" y="117984"/>
                </a:lnTo>
                <a:lnTo>
                  <a:pt x="1304628" y="117858"/>
                </a:lnTo>
                <a:lnTo>
                  <a:pt x="1305360" y="117717"/>
                </a:lnTo>
                <a:lnTo>
                  <a:pt x="1306085" y="117564"/>
                </a:lnTo>
                <a:lnTo>
                  <a:pt x="1306801" y="117397"/>
                </a:lnTo>
                <a:lnTo>
                  <a:pt x="1307511" y="117217"/>
                </a:lnTo>
                <a:lnTo>
                  <a:pt x="1308212" y="117023"/>
                </a:lnTo>
                <a:lnTo>
                  <a:pt x="1308905" y="116816"/>
                </a:lnTo>
                <a:lnTo>
                  <a:pt x="1309591" y="116596"/>
                </a:lnTo>
                <a:lnTo>
                  <a:pt x="1310269" y="116363"/>
                </a:lnTo>
                <a:lnTo>
                  <a:pt x="1310939" y="116116"/>
                </a:lnTo>
                <a:lnTo>
                  <a:pt x="1311602" y="115855"/>
                </a:lnTo>
                <a:lnTo>
                  <a:pt x="1312256" y="115582"/>
                </a:lnTo>
                <a:lnTo>
                  <a:pt x="1312903" y="115295"/>
                </a:lnTo>
                <a:lnTo>
                  <a:pt x="1313542" y="114995"/>
                </a:lnTo>
                <a:lnTo>
                  <a:pt x="1314173" y="114681"/>
                </a:lnTo>
                <a:lnTo>
                  <a:pt x="1314808" y="114341"/>
                </a:lnTo>
                <a:lnTo>
                  <a:pt x="1315431" y="113989"/>
                </a:lnTo>
                <a:lnTo>
                  <a:pt x="1316043" y="113625"/>
                </a:lnTo>
                <a:lnTo>
                  <a:pt x="1316642" y="113248"/>
                </a:lnTo>
                <a:lnTo>
                  <a:pt x="1317231" y="112860"/>
                </a:lnTo>
                <a:lnTo>
                  <a:pt x="1317807" y="112459"/>
                </a:lnTo>
                <a:lnTo>
                  <a:pt x="1318372" y="112045"/>
                </a:lnTo>
                <a:lnTo>
                  <a:pt x="1318925" y="111620"/>
                </a:lnTo>
                <a:lnTo>
                  <a:pt x="1319466" y="111182"/>
                </a:lnTo>
                <a:lnTo>
                  <a:pt x="1319996" y="110732"/>
                </a:lnTo>
                <a:lnTo>
                  <a:pt x="1320514" y="110270"/>
                </a:lnTo>
                <a:lnTo>
                  <a:pt x="1321020" y="109796"/>
                </a:lnTo>
                <a:lnTo>
                  <a:pt x="1321515" y="109309"/>
                </a:lnTo>
                <a:lnTo>
                  <a:pt x="1321998" y="108810"/>
                </a:lnTo>
                <a:lnTo>
                  <a:pt x="1322469" y="108299"/>
                </a:lnTo>
                <a:lnTo>
                  <a:pt x="1322929" y="107776"/>
                </a:lnTo>
                <a:lnTo>
                  <a:pt x="1323377" y="107240"/>
                </a:lnTo>
                <a:lnTo>
                  <a:pt x="1323813" y="106692"/>
                </a:lnTo>
                <a:lnTo>
                  <a:pt x="1324238" y="106132"/>
                </a:lnTo>
                <a:lnTo>
                  <a:pt x="1324651" y="105560"/>
                </a:lnTo>
                <a:lnTo>
                  <a:pt x="1325052" y="104976"/>
                </a:lnTo>
                <a:lnTo>
                  <a:pt x="1325442" y="104379"/>
                </a:lnTo>
                <a:lnTo>
                  <a:pt x="1325820" y="103770"/>
                </a:lnTo>
                <a:lnTo>
                  <a:pt x="1326186" y="103149"/>
                </a:lnTo>
                <a:lnTo>
                  <a:pt x="1326552" y="102516"/>
                </a:lnTo>
                <a:lnTo>
                  <a:pt x="1326902" y="101872"/>
                </a:lnTo>
                <a:lnTo>
                  <a:pt x="1327237" y="101217"/>
                </a:lnTo>
                <a:lnTo>
                  <a:pt x="1327556" y="100550"/>
                </a:lnTo>
                <a:lnTo>
                  <a:pt x="1327860" y="99873"/>
                </a:lnTo>
                <a:lnTo>
                  <a:pt x="1328148" y="99185"/>
                </a:lnTo>
                <a:lnTo>
                  <a:pt x="1328420" y="98485"/>
                </a:lnTo>
                <a:lnTo>
                  <a:pt x="1328677" y="97774"/>
                </a:lnTo>
                <a:lnTo>
                  <a:pt x="1328919" y="97052"/>
                </a:lnTo>
                <a:lnTo>
                  <a:pt x="1329144" y="96319"/>
                </a:lnTo>
                <a:lnTo>
                  <a:pt x="1329355" y="95575"/>
                </a:lnTo>
                <a:lnTo>
                  <a:pt x="1329549" y="94820"/>
                </a:lnTo>
                <a:lnTo>
                  <a:pt x="1329728" y="94054"/>
                </a:lnTo>
                <a:lnTo>
                  <a:pt x="1329892" y="93276"/>
                </a:lnTo>
                <a:lnTo>
                  <a:pt x="1330040" y="92488"/>
                </a:lnTo>
                <a:lnTo>
                  <a:pt x="1330172" y="91688"/>
                </a:lnTo>
                <a:lnTo>
                  <a:pt x="1330289" y="90877"/>
                </a:lnTo>
                <a:lnTo>
                  <a:pt x="1330390" y="90055"/>
                </a:lnTo>
                <a:lnTo>
                  <a:pt x="1330476" y="89222"/>
                </a:lnTo>
                <a:lnTo>
                  <a:pt x="1330546" y="88378"/>
                </a:lnTo>
                <a:lnTo>
                  <a:pt x="1330600" y="87522"/>
                </a:lnTo>
                <a:lnTo>
                  <a:pt x="1330639" y="86656"/>
                </a:lnTo>
                <a:lnTo>
                  <a:pt x="1330663" y="85778"/>
                </a:lnTo>
                <a:lnTo>
                  <a:pt x="1330670" y="84890"/>
                </a:lnTo>
                <a:lnTo>
                  <a:pt x="1316416" y="84890"/>
                </a:lnTo>
                <a:lnTo>
                  <a:pt x="1316411" y="85539"/>
                </a:lnTo>
                <a:lnTo>
                  <a:pt x="1316398" y="86178"/>
                </a:lnTo>
                <a:lnTo>
                  <a:pt x="1316375" y="86807"/>
                </a:lnTo>
                <a:lnTo>
                  <a:pt x="1316344" y="87426"/>
                </a:lnTo>
                <a:lnTo>
                  <a:pt x="1316304" y="88034"/>
                </a:lnTo>
                <a:lnTo>
                  <a:pt x="1316255" y="88633"/>
                </a:lnTo>
                <a:lnTo>
                  <a:pt x="1316197" y="89222"/>
                </a:lnTo>
                <a:lnTo>
                  <a:pt x="1316131" y="89801"/>
                </a:lnTo>
                <a:lnTo>
                  <a:pt x="1316055" y="90370"/>
                </a:lnTo>
                <a:lnTo>
                  <a:pt x="1315971" y="90929"/>
                </a:lnTo>
                <a:lnTo>
                  <a:pt x="1315877" y="91478"/>
                </a:lnTo>
                <a:lnTo>
                  <a:pt x="1315775" y="92017"/>
                </a:lnTo>
                <a:lnTo>
                  <a:pt x="1315664" y="92546"/>
                </a:lnTo>
                <a:lnTo>
                  <a:pt x="1315543" y="93065"/>
                </a:lnTo>
                <a:lnTo>
                  <a:pt x="1315414" y="93574"/>
                </a:lnTo>
                <a:lnTo>
                  <a:pt x="1315276" y="94073"/>
                </a:lnTo>
                <a:lnTo>
                  <a:pt x="1315130" y="94561"/>
                </a:lnTo>
                <a:lnTo>
                  <a:pt x="1314974" y="95040"/>
                </a:lnTo>
                <a:lnTo>
                  <a:pt x="1314809" y="95509"/>
                </a:lnTo>
                <a:lnTo>
                  <a:pt x="1314636" y="95968"/>
                </a:lnTo>
                <a:lnTo>
                  <a:pt x="1314453" y="96417"/>
                </a:lnTo>
                <a:lnTo>
                  <a:pt x="1314262" y="96855"/>
                </a:lnTo>
                <a:lnTo>
                  <a:pt x="1314062" y="97284"/>
                </a:lnTo>
                <a:lnTo>
                  <a:pt x="1313853" y="97703"/>
                </a:lnTo>
                <a:lnTo>
                  <a:pt x="1313649" y="98099"/>
                </a:lnTo>
                <a:lnTo>
                  <a:pt x="1313438" y="98487"/>
                </a:lnTo>
                <a:lnTo>
                  <a:pt x="1313220" y="98867"/>
                </a:lnTo>
                <a:lnTo>
                  <a:pt x="1312994" y="99238"/>
                </a:lnTo>
                <a:lnTo>
                  <a:pt x="1312761" y="99601"/>
                </a:lnTo>
                <a:lnTo>
                  <a:pt x="1312521" y="99955"/>
                </a:lnTo>
                <a:lnTo>
                  <a:pt x="1312274" y="100302"/>
                </a:lnTo>
                <a:lnTo>
                  <a:pt x="1312020" y="100639"/>
                </a:lnTo>
                <a:lnTo>
                  <a:pt x="1311758" y="100969"/>
                </a:lnTo>
                <a:lnTo>
                  <a:pt x="1311489" y="101290"/>
                </a:lnTo>
                <a:lnTo>
                  <a:pt x="1311213" y="101603"/>
                </a:lnTo>
                <a:lnTo>
                  <a:pt x="1310930" y="101907"/>
                </a:lnTo>
                <a:lnTo>
                  <a:pt x="1310639" y="102204"/>
                </a:lnTo>
                <a:lnTo>
                  <a:pt x="1310341" y="102491"/>
                </a:lnTo>
                <a:lnTo>
                  <a:pt x="1310036" y="102771"/>
                </a:lnTo>
                <a:lnTo>
                  <a:pt x="1309724" y="103042"/>
                </a:lnTo>
                <a:lnTo>
                  <a:pt x="1309405" y="103305"/>
                </a:lnTo>
                <a:lnTo>
                  <a:pt x="1309078" y="103559"/>
                </a:lnTo>
                <a:lnTo>
                  <a:pt x="1308744" y="103805"/>
                </a:lnTo>
                <a:lnTo>
                  <a:pt x="1308403" y="104043"/>
                </a:lnTo>
                <a:lnTo>
                  <a:pt x="1308054" y="104272"/>
                </a:lnTo>
                <a:lnTo>
                  <a:pt x="1307699" y="104494"/>
                </a:lnTo>
                <a:lnTo>
                  <a:pt x="1307336" y="104706"/>
                </a:lnTo>
                <a:lnTo>
                  <a:pt x="1306966" y="104911"/>
                </a:lnTo>
                <a:lnTo>
                  <a:pt x="1306603" y="105094"/>
                </a:lnTo>
                <a:lnTo>
                  <a:pt x="1306235" y="105269"/>
                </a:lnTo>
                <a:lnTo>
                  <a:pt x="1305862" y="105436"/>
                </a:lnTo>
                <a:lnTo>
                  <a:pt x="1305484" y="105596"/>
                </a:lnTo>
                <a:lnTo>
                  <a:pt x="1305101" y="105748"/>
                </a:lnTo>
                <a:lnTo>
                  <a:pt x="1304713" y="105892"/>
                </a:lnTo>
                <a:lnTo>
                  <a:pt x="1304320" y="106028"/>
                </a:lnTo>
                <a:lnTo>
                  <a:pt x="1303922" y="106156"/>
                </a:lnTo>
                <a:lnTo>
                  <a:pt x="1303519" y="106277"/>
                </a:lnTo>
                <a:lnTo>
                  <a:pt x="1303111" y="106390"/>
                </a:lnTo>
                <a:lnTo>
                  <a:pt x="1302699" y="106495"/>
                </a:lnTo>
                <a:lnTo>
                  <a:pt x="1302281" y="106592"/>
                </a:lnTo>
                <a:lnTo>
                  <a:pt x="1301858" y="106682"/>
                </a:lnTo>
                <a:lnTo>
                  <a:pt x="1301430" y="106764"/>
                </a:lnTo>
                <a:lnTo>
                  <a:pt x="1300997" y="106838"/>
                </a:lnTo>
                <a:lnTo>
                  <a:pt x="1300559" y="106904"/>
                </a:lnTo>
                <a:lnTo>
                  <a:pt x="1300116" y="106962"/>
                </a:lnTo>
                <a:lnTo>
                  <a:pt x="1299668" y="107013"/>
                </a:lnTo>
                <a:lnTo>
                  <a:pt x="1299215" y="107056"/>
                </a:lnTo>
                <a:lnTo>
                  <a:pt x="1298757" y="107091"/>
                </a:lnTo>
                <a:lnTo>
                  <a:pt x="1298294" y="107118"/>
                </a:lnTo>
                <a:lnTo>
                  <a:pt x="1297826" y="107137"/>
                </a:lnTo>
                <a:lnTo>
                  <a:pt x="1297353" y="107149"/>
                </a:lnTo>
                <a:lnTo>
                  <a:pt x="1296875" y="107153"/>
                </a:lnTo>
                <a:lnTo>
                  <a:pt x="1296094" y="107142"/>
                </a:lnTo>
                <a:lnTo>
                  <a:pt x="1295324" y="107107"/>
                </a:lnTo>
                <a:lnTo>
                  <a:pt x="1294567" y="107050"/>
                </a:lnTo>
                <a:lnTo>
                  <a:pt x="1293823" y="106971"/>
                </a:lnTo>
                <a:lnTo>
                  <a:pt x="1293090" y="106868"/>
                </a:lnTo>
                <a:lnTo>
                  <a:pt x="1292370" y="106743"/>
                </a:lnTo>
                <a:lnTo>
                  <a:pt x="1291662" y="106594"/>
                </a:lnTo>
                <a:lnTo>
                  <a:pt x="1290966" y="106423"/>
                </a:lnTo>
                <a:lnTo>
                  <a:pt x="1290283" y="106230"/>
                </a:lnTo>
                <a:lnTo>
                  <a:pt x="1289612" y="106013"/>
                </a:lnTo>
                <a:lnTo>
                  <a:pt x="1288953" y="105773"/>
                </a:lnTo>
                <a:lnTo>
                  <a:pt x="1288306" y="105511"/>
                </a:lnTo>
                <a:lnTo>
                  <a:pt x="1287671" y="105226"/>
                </a:lnTo>
                <a:lnTo>
                  <a:pt x="1287049" y="104918"/>
                </a:lnTo>
                <a:lnTo>
                  <a:pt x="1286439" y="104588"/>
                </a:lnTo>
                <a:lnTo>
                  <a:pt x="1285841" y="104234"/>
                </a:lnTo>
                <a:lnTo>
                  <a:pt x="1285255" y="103858"/>
                </a:lnTo>
                <a:lnTo>
                  <a:pt x="1284682" y="103459"/>
                </a:lnTo>
                <a:lnTo>
                  <a:pt x="1284121" y="103037"/>
                </a:lnTo>
                <a:lnTo>
                  <a:pt x="1283572" y="102593"/>
                </a:lnTo>
                <a:lnTo>
                  <a:pt x="1283035" y="102125"/>
                </a:lnTo>
                <a:lnTo>
                  <a:pt x="1282511" y="101635"/>
                </a:lnTo>
                <a:lnTo>
                  <a:pt x="1281999" y="101122"/>
                </a:lnTo>
                <a:lnTo>
                  <a:pt x="1281499" y="100586"/>
                </a:lnTo>
                <a:lnTo>
                  <a:pt x="1281028" y="100028"/>
                </a:lnTo>
                <a:lnTo>
                  <a:pt x="1280578" y="99449"/>
                </a:lnTo>
                <a:lnTo>
                  <a:pt x="1280147" y="98849"/>
                </a:lnTo>
                <a:lnTo>
                  <a:pt x="1279737" y="98228"/>
                </a:lnTo>
                <a:lnTo>
                  <a:pt x="1279346" y="97586"/>
                </a:lnTo>
                <a:lnTo>
                  <a:pt x="1278976" y="96922"/>
                </a:lnTo>
                <a:lnTo>
                  <a:pt x="1278626" y="96238"/>
                </a:lnTo>
                <a:lnTo>
                  <a:pt x="1278295" y="95532"/>
                </a:lnTo>
                <a:lnTo>
                  <a:pt x="1277985" y="94805"/>
                </a:lnTo>
                <a:lnTo>
                  <a:pt x="1277695" y="94057"/>
                </a:lnTo>
                <a:lnTo>
                  <a:pt x="1277424" y="93288"/>
                </a:lnTo>
                <a:lnTo>
                  <a:pt x="1277174" y="92498"/>
                </a:lnTo>
                <a:lnTo>
                  <a:pt x="1276944" y="91686"/>
                </a:lnTo>
                <a:lnTo>
                  <a:pt x="1276734" y="90854"/>
                </a:lnTo>
                <a:lnTo>
                  <a:pt x="1276543" y="90000"/>
                </a:lnTo>
                <a:lnTo>
                  <a:pt x="1276373" y="89125"/>
                </a:lnTo>
                <a:lnTo>
                  <a:pt x="1276223" y="88229"/>
                </a:lnTo>
                <a:lnTo>
                  <a:pt x="1276093" y="87312"/>
                </a:lnTo>
                <a:lnTo>
                  <a:pt x="1275983" y="86374"/>
                </a:lnTo>
                <a:lnTo>
                  <a:pt x="1275893" y="85415"/>
                </a:lnTo>
                <a:lnTo>
                  <a:pt x="1275823" y="84434"/>
                </a:lnTo>
                <a:lnTo>
                  <a:pt x="1275773" y="83432"/>
                </a:lnTo>
                <a:lnTo>
                  <a:pt x="1275743" y="82410"/>
                </a:lnTo>
                <a:lnTo>
                  <a:pt x="1275733" y="81366"/>
                </a:lnTo>
                <a:lnTo>
                  <a:pt x="1275733" y="70634"/>
                </a:lnTo>
                <a:lnTo>
                  <a:pt x="1275743" y="69552"/>
                </a:lnTo>
                <a:lnTo>
                  <a:pt x="1275774" y="68493"/>
                </a:lnTo>
                <a:lnTo>
                  <a:pt x="1275825" y="67459"/>
                </a:lnTo>
                <a:lnTo>
                  <a:pt x="1275897" y="66448"/>
                </a:lnTo>
                <a:lnTo>
                  <a:pt x="1275990" y="65461"/>
                </a:lnTo>
                <a:lnTo>
                  <a:pt x="1276103" y="64498"/>
                </a:lnTo>
                <a:lnTo>
                  <a:pt x="1276237" y="63559"/>
                </a:lnTo>
                <a:lnTo>
                  <a:pt x="1276391" y="62644"/>
                </a:lnTo>
                <a:lnTo>
                  <a:pt x="1276566" y="61753"/>
                </a:lnTo>
                <a:lnTo>
                  <a:pt x="1276761" y="60885"/>
                </a:lnTo>
                <a:lnTo>
                  <a:pt x="1276978" y="60042"/>
                </a:lnTo>
                <a:lnTo>
                  <a:pt x="1277214" y="59222"/>
                </a:lnTo>
                <a:lnTo>
                  <a:pt x="1277471" y="58427"/>
                </a:lnTo>
                <a:lnTo>
                  <a:pt x="1277749" y="57655"/>
                </a:lnTo>
                <a:lnTo>
                  <a:pt x="1278048" y="56908"/>
                </a:lnTo>
                <a:lnTo>
                  <a:pt x="1278366" y="56184"/>
                </a:lnTo>
                <a:lnTo>
                  <a:pt x="1278706" y="55484"/>
                </a:lnTo>
                <a:lnTo>
                  <a:pt x="1279066" y="54808"/>
                </a:lnTo>
                <a:lnTo>
                  <a:pt x="1279447" y="54156"/>
                </a:lnTo>
                <a:lnTo>
                  <a:pt x="1279848" y="53528"/>
                </a:lnTo>
                <a:lnTo>
                  <a:pt x="1280270" y="52923"/>
                </a:lnTo>
                <a:lnTo>
                  <a:pt x="1280712" y="52343"/>
                </a:lnTo>
                <a:lnTo>
                  <a:pt x="1281175" y="51787"/>
                </a:lnTo>
                <a:lnTo>
                  <a:pt x="1281659" y="51254"/>
                </a:lnTo>
                <a:lnTo>
                  <a:pt x="1282170" y="50731"/>
                </a:lnTo>
                <a:lnTo>
                  <a:pt x="1282691" y="50231"/>
                </a:lnTo>
                <a:lnTo>
                  <a:pt x="1283220" y="49752"/>
                </a:lnTo>
                <a:lnTo>
                  <a:pt x="1283759" y="49296"/>
                </a:lnTo>
                <a:lnTo>
                  <a:pt x="1284306" y="48863"/>
                </a:lnTo>
                <a:lnTo>
                  <a:pt x="1284862" y="48451"/>
                </a:lnTo>
                <a:lnTo>
                  <a:pt x="1285427" y="48062"/>
                </a:lnTo>
                <a:lnTo>
                  <a:pt x="1286001" y="47695"/>
                </a:lnTo>
                <a:lnTo>
                  <a:pt x="1286584" y="47350"/>
                </a:lnTo>
                <a:lnTo>
                  <a:pt x="1287176" y="47027"/>
                </a:lnTo>
                <a:lnTo>
                  <a:pt x="1287776" y="46727"/>
                </a:lnTo>
                <a:lnTo>
                  <a:pt x="1288386" y="46449"/>
                </a:lnTo>
                <a:lnTo>
                  <a:pt x="1289004" y="46193"/>
                </a:lnTo>
                <a:lnTo>
                  <a:pt x="1289632" y="45960"/>
                </a:lnTo>
                <a:lnTo>
                  <a:pt x="1290268" y="45748"/>
                </a:lnTo>
                <a:lnTo>
                  <a:pt x="1290913" y="45559"/>
                </a:lnTo>
                <a:lnTo>
                  <a:pt x="1291567" y="45392"/>
                </a:lnTo>
                <a:lnTo>
                  <a:pt x="1292230" y="45248"/>
                </a:lnTo>
                <a:lnTo>
                  <a:pt x="1292902" y="45125"/>
                </a:lnTo>
                <a:lnTo>
                  <a:pt x="1293583" y="45025"/>
                </a:lnTo>
                <a:lnTo>
                  <a:pt x="1294272" y="44947"/>
                </a:lnTo>
                <a:lnTo>
                  <a:pt x="1294971" y="44892"/>
                </a:lnTo>
                <a:lnTo>
                  <a:pt x="1295678" y="44858"/>
                </a:lnTo>
                <a:lnTo>
                  <a:pt x="1296394" y="44847"/>
                </a:lnTo>
                <a:lnTo>
                  <a:pt x="1296885" y="44851"/>
                </a:lnTo>
                <a:lnTo>
                  <a:pt x="1297371" y="44864"/>
                </a:lnTo>
                <a:lnTo>
                  <a:pt x="1297851" y="44885"/>
                </a:lnTo>
                <a:lnTo>
                  <a:pt x="1298325" y="44914"/>
                </a:lnTo>
                <a:lnTo>
                  <a:pt x="1298794" y="44952"/>
                </a:lnTo>
                <a:lnTo>
                  <a:pt x="1299257" y="44997"/>
                </a:lnTo>
                <a:lnTo>
                  <a:pt x="1299715" y="45052"/>
                </a:lnTo>
                <a:lnTo>
                  <a:pt x="1300167" y="45114"/>
                </a:lnTo>
                <a:lnTo>
                  <a:pt x="1300614" y="45185"/>
                </a:lnTo>
                <a:lnTo>
                  <a:pt x="1301055" y="45264"/>
                </a:lnTo>
                <a:lnTo>
                  <a:pt x="1301490" y="45352"/>
                </a:lnTo>
                <a:lnTo>
                  <a:pt x="1301920" y="45448"/>
                </a:lnTo>
                <a:lnTo>
                  <a:pt x="1302345" y="45552"/>
                </a:lnTo>
                <a:lnTo>
                  <a:pt x="1302763" y="45665"/>
                </a:lnTo>
                <a:lnTo>
                  <a:pt x="1303177" y="45786"/>
                </a:lnTo>
                <a:lnTo>
                  <a:pt x="1303584" y="45915"/>
                </a:lnTo>
                <a:lnTo>
                  <a:pt x="1303986" y="46053"/>
                </a:lnTo>
                <a:lnTo>
                  <a:pt x="1304383" y="46199"/>
                </a:lnTo>
                <a:lnTo>
                  <a:pt x="1304774" y="46353"/>
                </a:lnTo>
                <a:lnTo>
                  <a:pt x="1305159" y="46516"/>
                </a:lnTo>
                <a:lnTo>
                  <a:pt x="1305539" y="46687"/>
                </a:lnTo>
                <a:lnTo>
                  <a:pt x="1305913" y="46866"/>
                </a:lnTo>
                <a:lnTo>
                  <a:pt x="1306282" y="47054"/>
                </a:lnTo>
                <a:lnTo>
                  <a:pt x="1306645" y="47250"/>
                </a:lnTo>
                <a:lnTo>
                  <a:pt x="1307016" y="47441"/>
                </a:lnTo>
                <a:lnTo>
                  <a:pt x="1307379" y="47642"/>
                </a:lnTo>
                <a:lnTo>
                  <a:pt x="1307736" y="47853"/>
                </a:lnTo>
                <a:lnTo>
                  <a:pt x="1308087" y="48073"/>
                </a:lnTo>
                <a:lnTo>
                  <a:pt x="1308430" y="48302"/>
                </a:lnTo>
                <a:lnTo>
                  <a:pt x="1308767" y="48541"/>
                </a:lnTo>
                <a:lnTo>
                  <a:pt x="1309098" y="48789"/>
                </a:lnTo>
                <a:lnTo>
                  <a:pt x="1309421" y="49047"/>
                </a:lnTo>
                <a:lnTo>
                  <a:pt x="1309738" y="49314"/>
                </a:lnTo>
                <a:lnTo>
                  <a:pt x="1310049" y="49591"/>
                </a:lnTo>
                <a:lnTo>
                  <a:pt x="1310352" y="49877"/>
                </a:lnTo>
                <a:lnTo>
                  <a:pt x="1310649" y="50173"/>
                </a:lnTo>
                <a:lnTo>
                  <a:pt x="1310940" y="50478"/>
                </a:lnTo>
                <a:lnTo>
                  <a:pt x="1311223" y="50792"/>
                </a:lnTo>
                <a:lnTo>
                  <a:pt x="1311500" y="51116"/>
                </a:lnTo>
                <a:lnTo>
                  <a:pt x="1311771" y="51450"/>
                </a:lnTo>
                <a:lnTo>
                  <a:pt x="1312034" y="51793"/>
                </a:lnTo>
                <a:lnTo>
                  <a:pt x="1312291" y="52145"/>
                </a:lnTo>
                <a:lnTo>
                  <a:pt x="1312541" y="52507"/>
                </a:lnTo>
                <a:lnTo>
                  <a:pt x="1312785" y="52878"/>
                </a:lnTo>
                <a:lnTo>
                  <a:pt x="1313022" y="53259"/>
                </a:lnTo>
                <a:lnTo>
                  <a:pt x="1313252" y="53649"/>
                </a:lnTo>
                <a:lnTo>
                  <a:pt x="1313476" y="54048"/>
                </a:lnTo>
                <a:lnTo>
                  <a:pt x="1313693" y="54457"/>
                </a:lnTo>
                <a:lnTo>
                  <a:pt x="1313902" y="54863"/>
                </a:lnTo>
                <a:lnTo>
                  <a:pt x="1314102" y="55279"/>
                </a:lnTo>
                <a:lnTo>
                  <a:pt x="1314293" y="55706"/>
                </a:lnTo>
                <a:lnTo>
                  <a:pt x="1314476" y="56144"/>
                </a:lnTo>
                <a:lnTo>
                  <a:pt x="1314649" y="56592"/>
                </a:lnTo>
                <a:lnTo>
                  <a:pt x="1314814" y="57050"/>
                </a:lnTo>
                <a:lnTo>
                  <a:pt x="1314970" y="57519"/>
                </a:lnTo>
                <a:lnTo>
                  <a:pt x="1315116" y="57999"/>
                </a:lnTo>
                <a:lnTo>
                  <a:pt x="1315254" y="58489"/>
                </a:lnTo>
                <a:lnTo>
                  <a:pt x="1315383" y="58990"/>
                </a:lnTo>
                <a:lnTo>
                  <a:pt x="1315503" y="59501"/>
                </a:lnTo>
                <a:lnTo>
                  <a:pt x="1315615" y="60023"/>
                </a:lnTo>
                <a:lnTo>
                  <a:pt x="1315717" y="60556"/>
                </a:lnTo>
                <a:lnTo>
                  <a:pt x="1315810" y="61099"/>
                </a:lnTo>
                <a:lnTo>
                  <a:pt x="1315895" y="61653"/>
                </a:lnTo>
                <a:lnTo>
                  <a:pt x="1315971" y="62217"/>
                </a:lnTo>
                <a:lnTo>
                  <a:pt x="1316037" y="62791"/>
                </a:lnTo>
                <a:lnTo>
                  <a:pt x="1316095" y="63377"/>
                </a:lnTo>
                <a:lnTo>
                  <a:pt x="1316144" y="63973"/>
                </a:lnTo>
                <a:lnTo>
                  <a:pt x="1316184" y="64579"/>
                </a:lnTo>
                <a:lnTo>
                  <a:pt x="1316215" y="65196"/>
                </a:lnTo>
                <a:lnTo>
                  <a:pt x="1316238" y="65824"/>
                </a:lnTo>
                <a:lnTo>
                  <a:pt x="1316251" y="66462"/>
                </a:lnTo>
                <a:lnTo>
                  <a:pt x="1316255" y="67111"/>
                </a:lnTo>
                <a:lnTo>
                  <a:pt x="1330670" y="67111"/>
                </a:lnTo>
                <a:lnTo>
                  <a:pt x="1330663" y="66235"/>
                </a:lnTo>
                <a:lnTo>
                  <a:pt x="1330640" y="65371"/>
                </a:lnTo>
                <a:lnTo>
                  <a:pt x="1330603" y="64518"/>
                </a:lnTo>
                <a:lnTo>
                  <a:pt x="1330550" y="63676"/>
                </a:lnTo>
                <a:lnTo>
                  <a:pt x="1330483" y="62845"/>
                </a:lnTo>
                <a:lnTo>
                  <a:pt x="1330400" y="62025"/>
                </a:lnTo>
                <a:lnTo>
                  <a:pt x="1330302" y="61217"/>
                </a:lnTo>
                <a:lnTo>
                  <a:pt x="1330190" y="60419"/>
                </a:lnTo>
                <a:lnTo>
                  <a:pt x="1330062" y="59633"/>
                </a:lnTo>
                <a:lnTo>
                  <a:pt x="1329920" y="58858"/>
                </a:lnTo>
                <a:lnTo>
                  <a:pt x="1329762" y="58093"/>
                </a:lnTo>
                <a:lnTo>
                  <a:pt x="1329589" y="57340"/>
                </a:lnTo>
                <a:lnTo>
                  <a:pt x="1329402" y="56599"/>
                </a:lnTo>
                <a:lnTo>
                  <a:pt x="1329199" y="55868"/>
                </a:lnTo>
                <a:lnTo>
                  <a:pt x="1328981" y="55148"/>
                </a:lnTo>
                <a:lnTo>
                  <a:pt x="1328748" y="54440"/>
                </a:lnTo>
                <a:lnTo>
                  <a:pt x="1328501" y="53742"/>
                </a:lnTo>
                <a:lnTo>
                  <a:pt x="1328238" y="53056"/>
                </a:lnTo>
                <a:lnTo>
                  <a:pt x="1327960" y="52381"/>
                </a:lnTo>
                <a:lnTo>
                  <a:pt x="1327667" y="51717"/>
                </a:lnTo>
                <a:lnTo>
                  <a:pt x="1327359" y="51064"/>
                </a:lnTo>
                <a:lnTo>
                  <a:pt x="1327037" y="50422"/>
                </a:lnTo>
                <a:lnTo>
                  <a:pt x="1326699" y="49791"/>
                </a:lnTo>
                <a:lnTo>
                  <a:pt x="1326346" y="49172"/>
                </a:lnTo>
                <a:lnTo>
                  <a:pt x="1325980" y="48551"/>
                </a:lnTo>
                <a:lnTo>
                  <a:pt x="1325603" y="47942"/>
                </a:lnTo>
                <a:lnTo>
                  <a:pt x="1325215" y="47345"/>
                </a:lnTo>
                <a:lnTo>
                  <a:pt x="1324815" y="46760"/>
                </a:lnTo>
                <a:lnTo>
                  <a:pt x="1324405" y="46188"/>
                </a:lnTo>
                <a:lnTo>
                  <a:pt x="1323983" y="45628"/>
                </a:lnTo>
                <a:lnTo>
                  <a:pt x="1323551" y="45080"/>
                </a:lnTo>
                <a:lnTo>
                  <a:pt x="1323107" y="44545"/>
                </a:lnTo>
                <a:lnTo>
                  <a:pt x="1322652" y="44021"/>
                </a:lnTo>
                <a:lnTo>
                  <a:pt x="1322186" y="43510"/>
                </a:lnTo>
                <a:lnTo>
                  <a:pt x="1321709" y="43011"/>
                </a:lnTo>
                <a:lnTo>
                  <a:pt x="1321221" y="42525"/>
                </a:lnTo>
                <a:lnTo>
                  <a:pt x="1320721" y="42050"/>
                </a:lnTo>
                <a:lnTo>
                  <a:pt x="1320211" y="41588"/>
                </a:lnTo>
                <a:lnTo>
                  <a:pt x="1319689" y="41138"/>
                </a:lnTo>
                <a:lnTo>
                  <a:pt x="1319156" y="40701"/>
                </a:lnTo>
                <a:lnTo>
                  <a:pt x="1318612" y="40275"/>
                </a:lnTo>
                <a:lnTo>
                  <a:pt x="1318057" y="39862"/>
                </a:lnTo>
                <a:lnTo>
                  <a:pt x="1317491" y="39461"/>
                </a:lnTo>
                <a:lnTo>
                  <a:pt x="1316914" y="39072"/>
                </a:lnTo>
                <a:lnTo>
                  <a:pt x="1316325" y="38696"/>
                </a:lnTo>
                <a:lnTo>
                  <a:pt x="1315726" y="38332"/>
                </a:lnTo>
                <a:lnTo>
                  <a:pt x="1315115" y="37979"/>
                </a:lnTo>
                <a:lnTo>
                  <a:pt x="1314493" y="37640"/>
                </a:lnTo>
                <a:lnTo>
                  <a:pt x="1313862" y="37300"/>
                </a:lnTo>
                <a:lnTo>
                  <a:pt x="1313222" y="36975"/>
                </a:lnTo>
                <a:lnTo>
                  <a:pt x="1312574" y="36664"/>
                </a:lnTo>
                <a:lnTo>
                  <a:pt x="1311917" y="36367"/>
                </a:lnTo>
                <a:lnTo>
                  <a:pt x="1311253" y="36085"/>
                </a:lnTo>
                <a:lnTo>
                  <a:pt x="1310579" y="35818"/>
                </a:lnTo>
                <a:lnTo>
                  <a:pt x="1309898" y="35565"/>
                </a:lnTo>
                <a:lnTo>
                  <a:pt x="1309208" y="35326"/>
                </a:lnTo>
                <a:lnTo>
                  <a:pt x="1308510" y="35102"/>
                </a:lnTo>
                <a:lnTo>
                  <a:pt x="1307803" y="34892"/>
                </a:lnTo>
                <a:lnTo>
                  <a:pt x="1307088" y="34697"/>
                </a:lnTo>
                <a:lnTo>
                  <a:pt x="1306365" y="34516"/>
                </a:lnTo>
                <a:lnTo>
                  <a:pt x="1305633" y="34350"/>
                </a:lnTo>
                <a:lnTo>
                  <a:pt x="1304893" y="34198"/>
                </a:lnTo>
                <a:lnTo>
                  <a:pt x="1304145" y="34061"/>
                </a:lnTo>
                <a:lnTo>
                  <a:pt x="1303388" y="33938"/>
                </a:lnTo>
                <a:lnTo>
                  <a:pt x="1302623" y="33830"/>
                </a:lnTo>
                <a:lnTo>
                  <a:pt x="1301850" y="33736"/>
                </a:lnTo>
                <a:lnTo>
                  <a:pt x="1301068" y="33656"/>
                </a:lnTo>
                <a:lnTo>
                  <a:pt x="1300278" y="33591"/>
                </a:lnTo>
                <a:lnTo>
                  <a:pt x="1299480" y="33540"/>
                </a:lnTo>
                <a:lnTo>
                  <a:pt x="1298673" y="33504"/>
                </a:lnTo>
                <a:lnTo>
                  <a:pt x="1297858" y="33483"/>
                </a:lnTo>
                <a:lnTo>
                  <a:pt x="1297035" y="33475"/>
                </a:lnTo>
                <a:lnTo>
                  <a:pt x="1295113" y="33475"/>
                </a:lnTo>
                <a:lnTo>
                  <a:pt x="1294461" y="33480"/>
                </a:lnTo>
                <a:lnTo>
                  <a:pt x="1293814" y="33495"/>
                </a:lnTo>
                <a:lnTo>
                  <a:pt x="1293171" y="33520"/>
                </a:lnTo>
                <a:lnTo>
                  <a:pt x="1292533" y="33555"/>
                </a:lnTo>
                <a:lnTo>
                  <a:pt x="1291899" y="33600"/>
                </a:lnTo>
                <a:lnTo>
                  <a:pt x="1291269" y="33655"/>
                </a:lnTo>
                <a:lnTo>
                  <a:pt x="1290644" y="33721"/>
                </a:lnTo>
                <a:lnTo>
                  <a:pt x="1290023" y="33796"/>
                </a:lnTo>
                <a:lnTo>
                  <a:pt x="1289407" y="33881"/>
                </a:lnTo>
                <a:lnTo>
                  <a:pt x="1288795" y="33976"/>
                </a:lnTo>
                <a:lnTo>
                  <a:pt x="1288188" y="34081"/>
                </a:lnTo>
                <a:lnTo>
                  <a:pt x="1287585" y="34196"/>
                </a:lnTo>
                <a:lnTo>
                  <a:pt x="1286987" y="34321"/>
                </a:lnTo>
                <a:lnTo>
                  <a:pt x="1286393" y="34456"/>
                </a:lnTo>
                <a:lnTo>
                  <a:pt x="1285803" y="34601"/>
                </a:lnTo>
                <a:lnTo>
                  <a:pt x="1285218" y="34757"/>
                </a:lnTo>
                <a:lnTo>
                  <a:pt x="1284638" y="34922"/>
                </a:lnTo>
                <a:lnTo>
                  <a:pt x="1284061" y="35097"/>
                </a:lnTo>
                <a:lnTo>
                  <a:pt x="1283490" y="35282"/>
                </a:lnTo>
                <a:lnTo>
                  <a:pt x="1282922" y="35477"/>
                </a:lnTo>
                <a:lnTo>
                  <a:pt x="1282360" y="35683"/>
                </a:lnTo>
                <a:lnTo>
                  <a:pt x="1281801" y="35898"/>
                </a:lnTo>
                <a:lnTo>
                  <a:pt x="1281247" y="36123"/>
                </a:lnTo>
                <a:lnTo>
                  <a:pt x="1280698" y="36358"/>
                </a:lnTo>
                <a:lnTo>
                  <a:pt x="1280153" y="36590"/>
                </a:lnTo>
                <a:lnTo>
                  <a:pt x="1279614" y="36831"/>
                </a:lnTo>
                <a:lnTo>
                  <a:pt x="1279081" y="37082"/>
                </a:lnTo>
                <a:lnTo>
                  <a:pt x="1278553" y="37342"/>
                </a:lnTo>
                <a:lnTo>
                  <a:pt x="1278031" y="37611"/>
                </a:lnTo>
                <a:lnTo>
                  <a:pt x="1277514" y="37890"/>
                </a:lnTo>
                <a:lnTo>
                  <a:pt x="1277003" y="38178"/>
                </a:lnTo>
                <a:lnTo>
                  <a:pt x="1276498" y="38476"/>
                </a:lnTo>
                <a:lnTo>
                  <a:pt x="1275998" y="38783"/>
                </a:lnTo>
                <a:lnTo>
                  <a:pt x="1275503" y="39100"/>
                </a:lnTo>
                <a:lnTo>
                  <a:pt x="1275015" y="39426"/>
                </a:lnTo>
                <a:lnTo>
                  <a:pt x="1274531" y="39762"/>
                </a:lnTo>
                <a:lnTo>
                  <a:pt x="1274054" y="40107"/>
                </a:lnTo>
                <a:lnTo>
                  <a:pt x="1273581" y="40462"/>
                </a:lnTo>
                <a:lnTo>
                  <a:pt x="1273115" y="40826"/>
                </a:lnTo>
                <a:lnTo>
                  <a:pt x="1272654" y="41199"/>
                </a:lnTo>
                <a:lnTo>
                  <a:pt x="1272198" y="41582"/>
                </a:lnTo>
                <a:lnTo>
                  <a:pt x="1271748" y="41974"/>
                </a:lnTo>
                <a:lnTo>
                  <a:pt x="1271304" y="42376"/>
                </a:lnTo>
                <a:lnTo>
                  <a:pt x="1270865" y="42787"/>
                </a:lnTo>
                <a:lnTo>
                  <a:pt x="1270432" y="43208"/>
                </a:lnTo>
                <a:lnTo>
                  <a:pt x="1270004" y="43638"/>
                </a:lnTo>
                <a:lnTo>
                  <a:pt x="1269582" y="44078"/>
                </a:lnTo>
                <a:lnTo>
                  <a:pt x="1269166" y="44527"/>
                </a:lnTo>
                <a:lnTo>
                  <a:pt x="1268769" y="44971"/>
                </a:lnTo>
                <a:lnTo>
                  <a:pt x="1268379" y="45423"/>
                </a:lnTo>
                <a:lnTo>
                  <a:pt x="1267997" y="45883"/>
                </a:lnTo>
                <a:lnTo>
                  <a:pt x="1267622" y="46351"/>
                </a:lnTo>
                <a:lnTo>
                  <a:pt x="1267254" y="46827"/>
                </a:lnTo>
                <a:lnTo>
                  <a:pt x="1266893" y="47310"/>
                </a:lnTo>
                <a:lnTo>
                  <a:pt x="1266540" y="47801"/>
                </a:lnTo>
                <a:lnTo>
                  <a:pt x="1266194" y="48300"/>
                </a:lnTo>
                <a:lnTo>
                  <a:pt x="1265855" y="48806"/>
                </a:lnTo>
                <a:lnTo>
                  <a:pt x="1265523" y="49321"/>
                </a:lnTo>
                <a:lnTo>
                  <a:pt x="1265198" y="49843"/>
                </a:lnTo>
                <a:lnTo>
                  <a:pt x="1264881" y="50373"/>
                </a:lnTo>
                <a:lnTo>
                  <a:pt x="1264571" y="50911"/>
                </a:lnTo>
                <a:lnTo>
                  <a:pt x="1264268" y="51456"/>
                </a:lnTo>
                <a:lnTo>
                  <a:pt x="1263973" y="52010"/>
                </a:lnTo>
                <a:lnTo>
                  <a:pt x="1263684" y="52571"/>
                </a:lnTo>
                <a:lnTo>
                  <a:pt x="1263403" y="53140"/>
                </a:lnTo>
                <a:lnTo>
                  <a:pt x="1263129" y="53717"/>
                </a:lnTo>
                <a:lnTo>
                  <a:pt x="1262863" y="54301"/>
                </a:lnTo>
                <a:lnTo>
                  <a:pt x="1262603" y="54893"/>
                </a:lnTo>
                <a:lnTo>
                  <a:pt x="1262351" y="55494"/>
                </a:lnTo>
                <a:lnTo>
                  <a:pt x="1262106" y="56101"/>
                </a:lnTo>
                <a:lnTo>
                  <a:pt x="1261868" y="56717"/>
                </a:lnTo>
                <a:lnTo>
                  <a:pt x="1261638" y="57340"/>
                </a:lnTo>
                <a:lnTo>
                  <a:pt x="1261416" y="57958"/>
                </a:lnTo>
                <a:lnTo>
                  <a:pt x="1261203" y="58582"/>
                </a:lnTo>
                <a:lnTo>
                  <a:pt x="1261000" y="59212"/>
                </a:lnTo>
                <a:lnTo>
                  <a:pt x="1260806" y="59850"/>
                </a:lnTo>
                <a:lnTo>
                  <a:pt x="1260621" y="60494"/>
                </a:lnTo>
                <a:lnTo>
                  <a:pt x="1260446" y="61144"/>
                </a:lnTo>
                <a:lnTo>
                  <a:pt x="1260281" y="61802"/>
                </a:lnTo>
                <a:lnTo>
                  <a:pt x="1260125" y="62466"/>
                </a:lnTo>
                <a:lnTo>
                  <a:pt x="1259978" y="63137"/>
                </a:lnTo>
                <a:lnTo>
                  <a:pt x="1259841" y="63814"/>
                </a:lnTo>
                <a:lnTo>
                  <a:pt x="1259714" y="64498"/>
                </a:lnTo>
                <a:lnTo>
                  <a:pt x="1259596" y="65189"/>
                </a:lnTo>
                <a:lnTo>
                  <a:pt x="1259487" y="65886"/>
                </a:lnTo>
                <a:lnTo>
                  <a:pt x="1259388" y="66590"/>
                </a:lnTo>
                <a:lnTo>
                  <a:pt x="1259298" y="67301"/>
                </a:lnTo>
                <a:lnTo>
                  <a:pt x="1259217" y="68018"/>
                </a:lnTo>
                <a:lnTo>
                  <a:pt x="1259147" y="68742"/>
                </a:lnTo>
                <a:lnTo>
                  <a:pt x="1259085" y="69473"/>
                </a:lnTo>
                <a:lnTo>
                  <a:pt x="1259033" y="70211"/>
                </a:lnTo>
                <a:lnTo>
                  <a:pt x="1258991" y="70955"/>
                </a:lnTo>
                <a:lnTo>
                  <a:pt x="1258957" y="71706"/>
                </a:lnTo>
                <a:lnTo>
                  <a:pt x="1258934" y="72463"/>
                </a:lnTo>
                <a:lnTo>
                  <a:pt x="1258920" y="73227"/>
                </a:lnTo>
                <a:lnTo>
                  <a:pt x="1258915" y="73998"/>
                </a:lnTo>
                <a:lnTo>
                  <a:pt x="1258915" y="77842"/>
                </a:lnTo>
                <a:lnTo>
                  <a:pt x="1258920" y="78613"/>
                </a:lnTo>
                <a:lnTo>
                  <a:pt x="1258934" y="79378"/>
                </a:lnTo>
                <a:lnTo>
                  <a:pt x="1258957" y="80137"/>
                </a:lnTo>
                <a:lnTo>
                  <a:pt x="1258991" y="80890"/>
                </a:lnTo>
                <a:lnTo>
                  <a:pt x="1259033" y="81636"/>
                </a:lnTo>
                <a:lnTo>
                  <a:pt x="1259085" y="82377"/>
                </a:lnTo>
                <a:lnTo>
                  <a:pt x="1259147" y="83111"/>
                </a:lnTo>
                <a:lnTo>
                  <a:pt x="1259217" y="83840"/>
                </a:lnTo>
                <a:lnTo>
                  <a:pt x="1259298" y="84562"/>
                </a:lnTo>
                <a:lnTo>
                  <a:pt x="1259388" y="85278"/>
                </a:lnTo>
                <a:lnTo>
                  <a:pt x="1259487" y="85988"/>
                </a:lnTo>
                <a:lnTo>
                  <a:pt x="1259596" y="86691"/>
                </a:lnTo>
                <a:lnTo>
                  <a:pt x="1259714" y="87389"/>
                </a:lnTo>
                <a:lnTo>
                  <a:pt x="1259841" y="88081"/>
                </a:lnTo>
                <a:lnTo>
                  <a:pt x="1259978" y="88766"/>
                </a:lnTo>
                <a:lnTo>
                  <a:pt x="1260125" y="89445"/>
                </a:lnTo>
                <a:lnTo>
                  <a:pt x="1260281" y="90119"/>
                </a:lnTo>
                <a:lnTo>
                  <a:pt x="1260446" y="90786"/>
                </a:lnTo>
                <a:lnTo>
                  <a:pt x="1260621" y="91447"/>
                </a:lnTo>
                <a:lnTo>
                  <a:pt x="1260806" y="92102"/>
                </a:lnTo>
                <a:lnTo>
                  <a:pt x="1261000" y="92750"/>
                </a:lnTo>
                <a:lnTo>
                  <a:pt x="1261203" y="93393"/>
                </a:lnTo>
                <a:lnTo>
                  <a:pt x="1261416" y="94029"/>
                </a:lnTo>
                <a:lnTo>
                  <a:pt x="1261638" y="94660"/>
                </a:lnTo>
                <a:lnTo>
                  <a:pt x="1261868" y="95270"/>
                </a:lnTo>
                <a:lnTo>
                  <a:pt x="1262106" y="95874"/>
                </a:lnTo>
                <a:lnTo>
                  <a:pt x="1262351" y="96472"/>
                </a:lnTo>
                <a:lnTo>
                  <a:pt x="1262603" y="97062"/>
                </a:lnTo>
                <a:lnTo>
                  <a:pt x="1262863" y="97646"/>
                </a:lnTo>
                <a:lnTo>
                  <a:pt x="1263129" y="98224"/>
                </a:lnTo>
                <a:lnTo>
                  <a:pt x="1263403" y="98794"/>
                </a:lnTo>
                <a:lnTo>
                  <a:pt x="1263684" y="99358"/>
                </a:lnTo>
                <a:lnTo>
                  <a:pt x="1263973" y="99915"/>
                </a:lnTo>
                <a:lnTo>
                  <a:pt x="1264268" y="100466"/>
                </a:lnTo>
                <a:lnTo>
                  <a:pt x="1264571" y="101010"/>
                </a:lnTo>
                <a:lnTo>
                  <a:pt x="1264881" y="101547"/>
                </a:lnTo>
                <a:lnTo>
                  <a:pt x="1265198" y="102078"/>
                </a:lnTo>
                <a:lnTo>
                  <a:pt x="1265523" y="102602"/>
                </a:lnTo>
                <a:lnTo>
                  <a:pt x="1265855" y="103119"/>
                </a:lnTo>
                <a:lnTo>
                  <a:pt x="1266194" y="103629"/>
                </a:lnTo>
                <a:lnTo>
                  <a:pt x="1266540" y="104133"/>
                </a:lnTo>
                <a:lnTo>
                  <a:pt x="1266893" y="104630"/>
                </a:lnTo>
                <a:lnTo>
                  <a:pt x="1267254" y="105121"/>
                </a:lnTo>
                <a:lnTo>
                  <a:pt x="1267622" y="105605"/>
                </a:lnTo>
                <a:lnTo>
                  <a:pt x="1267997" y="106082"/>
                </a:lnTo>
                <a:lnTo>
                  <a:pt x="1268379" y="106552"/>
                </a:lnTo>
                <a:lnTo>
                  <a:pt x="1268769" y="107016"/>
                </a:lnTo>
                <a:lnTo>
                  <a:pt x="1269166" y="107473"/>
                </a:lnTo>
                <a:lnTo>
                  <a:pt x="1269582" y="107910"/>
                </a:lnTo>
                <a:lnTo>
                  <a:pt x="1270004" y="108338"/>
                </a:lnTo>
                <a:lnTo>
                  <a:pt x="1270432" y="108757"/>
                </a:lnTo>
                <a:lnTo>
                  <a:pt x="1270865" y="109168"/>
                </a:lnTo>
                <a:lnTo>
                  <a:pt x="1271304" y="109571"/>
                </a:lnTo>
                <a:lnTo>
                  <a:pt x="1271748" y="109966"/>
                </a:lnTo>
                <a:lnTo>
                  <a:pt x="1272198" y="110352"/>
                </a:lnTo>
                <a:lnTo>
                  <a:pt x="1272654" y="110730"/>
                </a:lnTo>
                <a:lnTo>
                  <a:pt x="1273115" y="111100"/>
                </a:lnTo>
                <a:lnTo>
                  <a:pt x="1273581" y="111461"/>
                </a:lnTo>
                <a:lnTo>
                  <a:pt x="1274054" y="111814"/>
                </a:lnTo>
                <a:lnTo>
                  <a:pt x="1274531" y="112158"/>
                </a:lnTo>
                <a:lnTo>
                  <a:pt x="1275015" y="112494"/>
                </a:lnTo>
                <a:lnTo>
                  <a:pt x="1275503" y="112822"/>
                </a:lnTo>
                <a:lnTo>
                  <a:pt x="1275998" y="113142"/>
                </a:lnTo>
                <a:lnTo>
                  <a:pt x="1276498" y="113453"/>
                </a:lnTo>
                <a:lnTo>
                  <a:pt x="1277003" y="113756"/>
                </a:lnTo>
                <a:lnTo>
                  <a:pt x="1277514" y="114050"/>
                </a:lnTo>
                <a:lnTo>
                  <a:pt x="1278031" y="114336"/>
                </a:lnTo>
                <a:lnTo>
                  <a:pt x="1278553" y="114614"/>
                </a:lnTo>
                <a:lnTo>
                  <a:pt x="1279081" y="114884"/>
                </a:lnTo>
                <a:lnTo>
                  <a:pt x="1279614" y="115145"/>
                </a:lnTo>
                <a:lnTo>
                  <a:pt x="1280153" y="115398"/>
                </a:lnTo>
                <a:lnTo>
                  <a:pt x="1280698" y="115642"/>
                </a:lnTo>
                <a:lnTo>
                  <a:pt x="1281260" y="115877"/>
                </a:lnTo>
                <a:lnTo>
                  <a:pt x="1281825" y="116102"/>
                </a:lnTo>
                <a:lnTo>
                  <a:pt x="1282392" y="116318"/>
                </a:lnTo>
                <a:lnTo>
                  <a:pt x="1282962" y="116523"/>
                </a:lnTo>
                <a:lnTo>
                  <a:pt x="1283536" y="116718"/>
                </a:lnTo>
                <a:lnTo>
                  <a:pt x="1284111" y="116903"/>
                </a:lnTo>
                <a:lnTo>
                  <a:pt x="1284690" y="117078"/>
                </a:lnTo>
                <a:lnTo>
                  <a:pt x="1285271" y="117244"/>
                </a:lnTo>
                <a:lnTo>
                  <a:pt x="1285856" y="117399"/>
                </a:lnTo>
                <a:lnTo>
                  <a:pt x="1286443" y="117544"/>
                </a:lnTo>
                <a:lnTo>
                  <a:pt x="1287032" y="117679"/>
                </a:lnTo>
                <a:lnTo>
                  <a:pt x="1287625" y="117804"/>
                </a:lnTo>
                <a:lnTo>
                  <a:pt x="1288220" y="117919"/>
                </a:lnTo>
                <a:lnTo>
                  <a:pt x="1288819" y="118024"/>
                </a:lnTo>
                <a:lnTo>
                  <a:pt x="1289419" y="118120"/>
                </a:lnTo>
                <a:lnTo>
                  <a:pt x="1290023" y="118205"/>
                </a:lnTo>
                <a:lnTo>
                  <a:pt x="1290630" y="118280"/>
                </a:lnTo>
                <a:lnTo>
                  <a:pt x="1291239" y="118345"/>
                </a:lnTo>
                <a:lnTo>
                  <a:pt x="1291851" y="118400"/>
                </a:lnTo>
                <a:lnTo>
                  <a:pt x="1292466" y="118445"/>
                </a:lnTo>
                <a:lnTo>
                  <a:pt x="1293083" y="118480"/>
                </a:lnTo>
                <a:lnTo>
                  <a:pt x="1293704" y="118505"/>
                </a:lnTo>
                <a:lnTo>
                  <a:pt x="1294327" y="118520"/>
                </a:lnTo>
                <a:lnTo>
                  <a:pt x="1294953" y="118525"/>
                </a:lnTo>
                <a:lnTo>
                  <a:pt x="1296875" y="118525"/>
                </a:lnTo>
                <a:lnTo>
                  <a:pt x="1297685" y="118518"/>
                </a:lnTo>
                <a:lnTo>
                  <a:pt x="1298488" y="118498"/>
                </a:lnTo>
                <a:lnTo>
                  <a:pt x="1299282" y="118465"/>
                </a:lnTo>
                <a:close/>
                <a:moveTo>
                  <a:pt x="1397386" y="118303"/>
                </a:moveTo>
                <a:lnTo>
                  <a:pt x="1398309" y="118205"/>
                </a:lnTo>
                <a:lnTo>
                  <a:pt x="1399221" y="118089"/>
                </a:lnTo>
                <a:lnTo>
                  <a:pt x="1400121" y="117955"/>
                </a:lnTo>
                <a:lnTo>
                  <a:pt x="1401010" y="117804"/>
                </a:lnTo>
                <a:lnTo>
                  <a:pt x="1401886" y="117635"/>
                </a:lnTo>
                <a:lnTo>
                  <a:pt x="1402751" y="117448"/>
                </a:lnTo>
                <a:lnTo>
                  <a:pt x="1403605" y="117244"/>
                </a:lnTo>
                <a:lnTo>
                  <a:pt x="1404447" y="117021"/>
                </a:lnTo>
                <a:lnTo>
                  <a:pt x="1405277" y="116781"/>
                </a:lnTo>
                <a:lnTo>
                  <a:pt x="1406095" y="116523"/>
                </a:lnTo>
                <a:lnTo>
                  <a:pt x="1406902" y="116247"/>
                </a:lnTo>
                <a:lnTo>
                  <a:pt x="1407697" y="115953"/>
                </a:lnTo>
                <a:lnTo>
                  <a:pt x="1408480" y="115642"/>
                </a:lnTo>
                <a:lnTo>
                  <a:pt x="1409252" y="115313"/>
                </a:lnTo>
                <a:lnTo>
                  <a:pt x="1410012" y="114966"/>
                </a:lnTo>
                <a:lnTo>
                  <a:pt x="1410760" y="114601"/>
                </a:lnTo>
                <a:lnTo>
                  <a:pt x="1411497" y="114218"/>
                </a:lnTo>
                <a:lnTo>
                  <a:pt x="1412221" y="113818"/>
                </a:lnTo>
                <a:lnTo>
                  <a:pt x="1412935" y="113400"/>
                </a:lnTo>
                <a:lnTo>
                  <a:pt x="1413635" y="112952"/>
                </a:lnTo>
                <a:lnTo>
                  <a:pt x="1414322" y="112491"/>
                </a:lnTo>
                <a:lnTo>
                  <a:pt x="1414994" y="112016"/>
                </a:lnTo>
                <a:lnTo>
                  <a:pt x="1415653" y="111526"/>
                </a:lnTo>
                <a:lnTo>
                  <a:pt x="1416298" y="111023"/>
                </a:lnTo>
                <a:lnTo>
                  <a:pt x="1416929" y="110507"/>
                </a:lnTo>
                <a:lnTo>
                  <a:pt x="1417546" y="109976"/>
                </a:lnTo>
                <a:lnTo>
                  <a:pt x="1418149" y="109431"/>
                </a:lnTo>
                <a:lnTo>
                  <a:pt x="1418738" y="108872"/>
                </a:lnTo>
                <a:lnTo>
                  <a:pt x="1419314" y="108300"/>
                </a:lnTo>
                <a:lnTo>
                  <a:pt x="1419875" y="107713"/>
                </a:lnTo>
                <a:lnTo>
                  <a:pt x="1420423" y="107113"/>
                </a:lnTo>
                <a:lnTo>
                  <a:pt x="1420956" y="106499"/>
                </a:lnTo>
                <a:lnTo>
                  <a:pt x="1421476" y="105871"/>
                </a:lnTo>
                <a:lnTo>
                  <a:pt x="1421982" y="105228"/>
                </a:lnTo>
                <a:lnTo>
                  <a:pt x="1422474" y="104572"/>
                </a:lnTo>
                <a:lnTo>
                  <a:pt x="1422952" y="103903"/>
                </a:lnTo>
                <a:lnTo>
                  <a:pt x="1423416" y="103219"/>
                </a:lnTo>
                <a:lnTo>
                  <a:pt x="1423866" y="102521"/>
                </a:lnTo>
                <a:lnTo>
                  <a:pt x="1424302" y="101810"/>
                </a:lnTo>
                <a:lnTo>
                  <a:pt x="1424725" y="101084"/>
                </a:lnTo>
                <a:lnTo>
                  <a:pt x="1425133" y="100345"/>
                </a:lnTo>
                <a:lnTo>
                  <a:pt x="1425528" y="99591"/>
                </a:lnTo>
                <a:lnTo>
                  <a:pt x="1425908" y="98824"/>
                </a:lnTo>
                <a:lnTo>
                  <a:pt x="1426274" y="98045"/>
                </a:lnTo>
                <a:lnTo>
                  <a:pt x="1426625" y="97256"/>
                </a:lnTo>
                <a:lnTo>
                  <a:pt x="1426959" y="96457"/>
                </a:lnTo>
                <a:lnTo>
                  <a:pt x="1427279" y="95648"/>
                </a:lnTo>
                <a:lnTo>
                  <a:pt x="1427582" y="94828"/>
                </a:lnTo>
                <a:lnTo>
                  <a:pt x="1427870" y="93999"/>
                </a:lnTo>
                <a:lnTo>
                  <a:pt x="1428143" y="93160"/>
                </a:lnTo>
                <a:lnTo>
                  <a:pt x="1428400" y="92311"/>
                </a:lnTo>
                <a:lnTo>
                  <a:pt x="1428641" y="91451"/>
                </a:lnTo>
                <a:lnTo>
                  <a:pt x="1428867" y="90582"/>
                </a:lnTo>
                <a:lnTo>
                  <a:pt x="1429077" y="89703"/>
                </a:lnTo>
                <a:lnTo>
                  <a:pt x="1429272" y="88814"/>
                </a:lnTo>
                <a:lnTo>
                  <a:pt x="1429451" y="87914"/>
                </a:lnTo>
                <a:lnTo>
                  <a:pt x="1429615" y="87005"/>
                </a:lnTo>
                <a:lnTo>
                  <a:pt x="1429762" y="86086"/>
                </a:lnTo>
                <a:lnTo>
                  <a:pt x="1429895" y="85156"/>
                </a:lnTo>
                <a:lnTo>
                  <a:pt x="1430012" y="84217"/>
                </a:lnTo>
                <a:lnTo>
                  <a:pt x="1430113" y="83268"/>
                </a:lnTo>
                <a:lnTo>
                  <a:pt x="1430198" y="82308"/>
                </a:lnTo>
                <a:lnTo>
                  <a:pt x="1430269" y="81339"/>
                </a:lnTo>
                <a:lnTo>
                  <a:pt x="1430323" y="80360"/>
                </a:lnTo>
                <a:lnTo>
                  <a:pt x="1430362" y="79370"/>
                </a:lnTo>
                <a:lnTo>
                  <a:pt x="1430385" y="78371"/>
                </a:lnTo>
                <a:lnTo>
                  <a:pt x="1430393" y="77362"/>
                </a:lnTo>
                <a:lnTo>
                  <a:pt x="1430393" y="74639"/>
                </a:lnTo>
                <a:lnTo>
                  <a:pt x="1430385" y="73642"/>
                </a:lnTo>
                <a:lnTo>
                  <a:pt x="1430362" y="72655"/>
                </a:lnTo>
                <a:lnTo>
                  <a:pt x="1430323" y="71678"/>
                </a:lnTo>
                <a:lnTo>
                  <a:pt x="1430269" y="70710"/>
                </a:lnTo>
                <a:lnTo>
                  <a:pt x="1430198" y="69752"/>
                </a:lnTo>
                <a:lnTo>
                  <a:pt x="1430113" y="68803"/>
                </a:lnTo>
                <a:lnTo>
                  <a:pt x="1430012" y="67863"/>
                </a:lnTo>
                <a:lnTo>
                  <a:pt x="1429895" y="66933"/>
                </a:lnTo>
                <a:lnTo>
                  <a:pt x="1429762" y="66012"/>
                </a:lnTo>
                <a:lnTo>
                  <a:pt x="1429615" y="65101"/>
                </a:lnTo>
                <a:lnTo>
                  <a:pt x="1429451" y="64199"/>
                </a:lnTo>
                <a:lnTo>
                  <a:pt x="1429272" y="63307"/>
                </a:lnTo>
                <a:lnTo>
                  <a:pt x="1429077" y="62424"/>
                </a:lnTo>
                <a:lnTo>
                  <a:pt x="1428867" y="61550"/>
                </a:lnTo>
                <a:lnTo>
                  <a:pt x="1428641" y="60686"/>
                </a:lnTo>
                <a:lnTo>
                  <a:pt x="1428400" y="59832"/>
                </a:lnTo>
                <a:lnTo>
                  <a:pt x="1428143" y="58987"/>
                </a:lnTo>
                <a:lnTo>
                  <a:pt x="1427870" y="58151"/>
                </a:lnTo>
                <a:lnTo>
                  <a:pt x="1427582" y="57325"/>
                </a:lnTo>
                <a:lnTo>
                  <a:pt x="1427279" y="56508"/>
                </a:lnTo>
                <a:lnTo>
                  <a:pt x="1426959" y="55701"/>
                </a:lnTo>
                <a:lnTo>
                  <a:pt x="1426625" y="54903"/>
                </a:lnTo>
                <a:lnTo>
                  <a:pt x="1426274" y="54115"/>
                </a:lnTo>
                <a:lnTo>
                  <a:pt x="1425908" y="53336"/>
                </a:lnTo>
                <a:lnTo>
                  <a:pt x="1425528" y="52569"/>
                </a:lnTo>
                <a:lnTo>
                  <a:pt x="1425133" y="51816"/>
                </a:lnTo>
                <a:lnTo>
                  <a:pt x="1424725" y="51076"/>
                </a:lnTo>
                <a:lnTo>
                  <a:pt x="1424302" y="50351"/>
                </a:lnTo>
                <a:lnTo>
                  <a:pt x="1423866" y="49639"/>
                </a:lnTo>
                <a:lnTo>
                  <a:pt x="1423416" y="48942"/>
                </a:lnTo>
                <a:lnTo>
                  <a:pt x="1422952" y="48258"/>
                </a:lnTo>
                <a:lnTo>
                  <a:pt x="1422474" y="47588"/>
                </a:lnTo>
                <a:lnTo>
                  <a:pt x="1421982" y="46932"/>
                </a:lnTo>
                <a:lnTo>
                  <a:pt x="1421476" y="46290"/>
                </a:lnTo>
                <a:lnTo>
                  <a:pt x="1420956" y="45662"/>
                </a:lnTo>
                <a:lnTo>
                  <a:pt x="1420423" y="45047"/>
                </a:lnTo>
                <a:lnTo>
                  <a:pt x="1419875" y="44447"/>
                </a:lnTo>
                <a:lnTo>
                  <a:pt x="1419314" y="43861"/>
                </a:lnTo>
                <a:lnTo>
                  <a:pt x="1418738" y="43288"/>
                </a:lnTo>
                <a:lnTo>
                  <a:pt x="1418149" y="42729"/>
                </a:lnTo>
                <a:lnTo>
                  <a:pt x="1417546" y="42185"/>
                </a:lnTo>
                <a:lnTo>
                  <a:pt x="1416929" y="41654"/>
                </a:lnTo>
                <a:lnTo>
                  <a:pt x="1416298" y="41137"/>
                </a:lnTo>
                <a:lnTo>
                  <a:pt x="1415653" y="40634"/>
                </a:lnTo>
                <a:lnTo>
                  <a:pt x="1414994" y="40145"/>
                </a:lnTo>
                <a:lnTo>
                  <a:pt x="1414322" y="39670"/>
                </a:lnTo>
                <a:lnTo>
                  <a:pt x="1413635" y="39208"/>
                </a:lnTo>
                <a:lnTo>
                  <a:pt x="1412935" y="38761"/>
                </a:lnTo>
                <a:lnTo>
                  <a:pt x="1412221" y="38330"/>
                </a:lnTo>
                <a:lnTo>
                  <a:pt x="1411495" y="37917"/>
                </a:lnTo>
                <a:lnTo>
                  <a:pt x="1410757" y="37522"/>
                </a:lnTo>
                <a:lnTo>
                  <a:pt x="1410007" y="37146"/>
                </a:lnTo>
                <a:lnTo>
                  <a:pt x="1409245" y="36788"/>
                </a:lnTo>
                <a:lnTo>
                  <a:pt x="1408470" y="36448"/>
                </a:lnTo>
                <a:lnTo>
                  <a:pt x="1407683" y="36127"/>
                </a:lnTo>
                <a:lnTo>
                  <a:pt x="1406884" y="35824"/>
                </a:lnTo>
                <a:lnTo>
                  <a:pt x="1406072" y="35540"/>
                </a:lnTo>
                <a:lnTo>
                  <a:pt x="1405249" y="35274"/>
                </a:lnTo>
                <a:lnTo>
                  <a:pt x="1404413" y="35026"/>
                </a:lnTo>
                <a:lnTo>
                  <a:pt x="1403565" y="34797"/>
                </a:lnTo>
                <a:lnTo>
                  <a:pt x="1402704" y="34586"/>
                </a:lnTo>
                <a:lnTo>
                  <a:pt x="1401832" y="34393"/>
                </a:lnTo>
                <a:lnTo>
                  <a:pt x="1400947" y="34219"/>
                </a:lnTo>
                <a:lnTo>
                  <a:pt x="1400050" y="34063"/>
                </a:lnTo>
                <a:lnTo>
                  <a:pt x="1399141" y="33925"/>
                </a:lnTo>
                <a:lnTo>
                  <a:pt x="1398219" y="33806"/>
                </a:lnTo>
                <a:lnTo>
                  <a:pt x="1397285" y="33705"/>
                </a:lnTo>
                <a:lnTo>
                  <a:pt x="1396339" y="33622"/>
                </a:lnTo>
                <a:lnTo>
                  <a:pt x="1395381" y="33558"/>
                </a:lnTo>
                <a:lnTo>
                  <a:pt x="1394411" y="33512"/>
                </a:lnTo>
                <a:lnTo>
                  <a:pt x="1393428" y="33484"/>
                </a:lnTo>
                <a:lnTo>
                  <a:pt x="1392433" y="33475"/>
                </a:lnTo>
                <a:lnTo>
                  <a:pt x="1391464" y="33484"/>
                </a:lnTo>
                <a:lnTo>
                  <a:pt x="1390507" y="33512"/>
                </a:lnTo>
                <a:lnTo>
                  <a:pt x="1389560" y="33558"/>
                </a:lnTo>
                <a:lnTo>
                  <a:pt x="1388625" y="33622"/>
                </a:lnTo>
                <a:lnTo>
                  <a:pt x="1387700" y="33705"/>
                </a:lnTo>
                <a:lnTo>
                  <a:pt x="1386787" y="33806"/>
                </a:lnTo>
                <a:lnTo>
                  <a:pt x="1385885" y="33925"/>
                </a:lnTo>
                <a:lnTo>
                  <a:pt x="1384994" y="34063"/>
                </a:lnTo>
                <a:lnTo>
                  <a:pt x="1384114" y="34219"/>
                </a:lnTo>
                <a:lnTo>
                  <a:pt x="1383246" y="34393"/>
                </a:lnTo>
                <a:lnTo>
                  <a:pt x="1382388" y="34586"/>
                </a:lnTo>
                <a:lnTo>
                  <a:pt x="1381542" y="34797"/>
                </a:lnTo>
                <a:lnTo>
                  <a:pt x="1380706" y="35026"/>
                </a:lnTo>
                <a:lnTo>
                  <a:pt x="1379882" y="35274"/>
                </a:lnTo>
                <a:lnTo>
                  <a:pt x="1379069" y="35540"/>
                </a:lnTo>
                <a:lnTo>
                  <a:pt x="1378267" y="35824"/>
                </a:lnTo>
                <a:lnTo>
                  <a:pt x="1377476" y="36127"/>
                </a:lnTo>
                <a:lnTo>
                  <a:pt x="1376696" y="36448"/>
                </a:lnTo>
                <a:lnTo>
                  <a:pt x="1375928" y="36788"/>
                </a:lnTo>
                <a:lnTo>
                  <a:pt x="1375170" y="37146"/>
                </a:lnTo>
                <a:lnTo>
                  <a:pt x="1374424" y="37522"/>
                </a:lnTo>
                <a:lnTo>
                  <a:pt x="1373689" y="37917"/>
                </a:lnTo>
                <a:lnTo>
                  <a:pt x="1372965" y="38330"/>
                </a:lnTo>
                <a:lnTo>
                  <a:pt x="1372252" y="38761"/>
                </a:lnTo>
                <a:lnTo>
                  <a:pt x="1371551" y="39195"/>
                </a:lnTo>
                <a:lnTo>
                  <a:pt x="1370865" y="39644"/>
                </a:lnTo>
                <a:lnTo>
                  <a:pt x="1370192" y="40107"/>
                </a:lnTo>
                <a:lnTo>
                  <a:pt x="1369533" y="40585"/>
                </a:lnTo>
                <a:lnTo>
                  <a:pt x="1368889" y="41077"/>
                </a:lnTo>
                <a:lnTo>
                  <a:pt x="1368258" y="41584"/>
                </a:lnTo>
                <a:lnTo>
                  <a:pt x="1367641" y="42105"/>
                </a:lnTo>
                <a:lnTo>
                  <a:pt x="1367037" y="42641"/>
                </a:lnTo>
                <a:lnTo>
                  <a:pt x="1366448" y="43191"/>
                </a:lnTo>
                <a:lnTo>
                  <a:pt x="1365873" y="43755"/>
                </a:lnTo>
                <a:lnTo>
                  <a:pt x="1365311" y="44334"/>
                </a:lnTo>
                <a:lnTo>
                  <a:pt x="1364764" y="44927"/>
                </a:lnTo>
                <a:lnTo>
                  <a:pt x="1364230" y="45535"/>
                </a:lnTo>
                <a:lnTo>
                  <a:pt x="1363711" y="46158"/>
                </a:lnTo>
                <a:lnTo>
                  <a:pt x="1363205" y="46794"/>
                </a:lnTo>
                <a:lnTo>
                  <a:pt x="1362713" y="47446"/>
                </a:lnTo>
                <a:lnTo>
                  <a:pt x="1362235" y="48111"/>
                </a:lnTo>
                <a:lnTo>
                  <a:pt x="1361771" y="48791"/>
                </a:lnTo>
                <a:lnTo>
                  <a:pt x="1361321" y="49486"/>
                </a:lnTo>
                <a:lnTo>
                  <a:pt x="1360884" y="50195"/>
                </a:lnTo>
                <a:lnTo>
                  <a:pt x="1360462" y="50919"/>
                </a:lnTo>
                <a:lnTo>
                  <a:pt x="1360053" y="51657"/>
                </a:lnTo>
                <a:lnTo>
                  <a:pt x="1359659" y="52409"/>
                </a:lnTo>
                <a:lnTo>
                  <a:pt x="1359278" y="53176"/>
                </a:lnTo>
                <a:lnTo>
                  <a:pt x="1358912" y="53955"/>
                </a:lnTo>
                <a:lnTo>
                  <a:pt x="1358562" y="54744"/>
                </a:lnTo>
                <a:lnTo>
                  <a:pt x="1358227" y="55544"/>
                </a:lnTo>
                <a:lnTo>
                  <a:pt x="1357908" y="56353"/>
                </a:lnTo>
                <a:lnTo>
                  <a:pt x="1357604" y="57172"/>
                </a:lnTo>
                <a:lnTo>
                  <a:pt x="1357316" y="58001"/>
                </a:lnTo>
                <a:lnTo>
                  <a:pt x="1357044" y="58840"/>
                </a:lnTo>
                <a:lnTo>
                  <a:pt x="1356787" y="59690"/>
                </a:lnTo>
                <a:lnTo>
                  <a:pt x="1356545" y="60549"/>
                </a:lnTo>
                <a:lnTo>
                  <a:pt x="1356319" y="61418"/>
                </a:lnTo>
                <a:lnTo>
                  <a:pt x="1356109" y="62297"/>
                </a:lnTo>
                <a:lnTo>
                  <a:pt x="1355915" y="63187"/>
                </a:lnTo>
                <a:lnTo>
                  <a:pt x="1355736" y="64086"/>
                </a:lnTo>
                <a:lnTo>
                  <a:pt x="1355572" y="64995"/>
                </a:lnTo>
                <a:lnTo>
                  <a:pt x="1355424" y="65915"/>
                </a:lnTo>
                <a:lnTo>
                  <a:pt x="1355292" y="66844"/>
                </a:lnTo>
                <a:lnTo>
                  <a:pt x="1355175" y="67783"/>
                </a:lnTo>
                <a:lnTo>
                  <a:pt x="1355074" y="68732"/>
                </a:lnTo>
                <a:lnTo>
                  <a:pt x="1354988" y="69692"/>
                </a:lnTo>
                <a:lnTo>
                  <a:pt x="1354918" y="70661"/>
                </a:lnTo>
                <a:lnTo>
                  <a:pt x="1354863" y="71641"/>
                </a:lnTo>
                <a:lnTo>
                  <a:pt x="1354825" y="72630"/>
                </a:lnTo>
                <a:lnTo>
                  <a:pt x="1354801" y="73629"/>
                </a:lnTo>
                <a:lnTo>
                  <a:pt x="1354793" y="74639"/>
                </a:lnTo>
                <a:lnTo>
                  <a:pt x="1354793" y="77362"/>
                </a:lnTo>
                <a:lnTo>
                  <a:pt x="1354801" y="78345"/>
                </a:lnTo>
                <a:lnTo>
                  <a:pt x="1354825" y="79320"/>
                </a:lnTo>
                <a:lnTo>
                  <a:pt x="1354863" y="80287"/>
                </a:lnTo>
                <a:lnTo>
                  <a:pt x="1354918" y="81246"/>
                </a:lnTo>
                <a:lnTo>
                  <a:pt x="1354988" y="82196"/>
                </a:lnTo>
                <a:lnTo>
                  <a:pt x="1355074" y="83138"/>
                </a:lnTo>
                <a:lnTo>
                  <a:pt x="1355175" y="84071"/>
                </a:lnTo>
                <a:lnTo>
                  <a:pt x="1355292" y="84996"/>
                </a:lnTo>
                <a:lnTo>
                  <a:pt x="1355424" y="85913"/>
                </a:lnTo>
                <a:lnTo>
                  <a:pt x="1355572" y="86822"/>
                </a:lnTo>
                <a:lnTo>
                  <a:pt x="1355736" y="87722"/>
                </a:lnTo>
                <a:lnTo>
                  <a:pt x="1355915" y="88613"/>
                </a:lnTo>
                <a:lnTo>
                  <a:pt x="1356109" y="89497"/>
                </a:lnTo>
                <a:lnTo>
                  <a:pt x="1356319" y="90372"/>
                </a:lnTo>
                <a:lnTo>
                  <a:pt x="1356545" y="91239"/>
                </a:lnTo>
                <a:lnTo>
                  <a:pt x="1356787" y="92097"/>
                </a:lnTo>
                <a:lnTo>
                  <a:pt x="1357044" y="92947"/>
                </a:lnTo>
                <a:lnTo>
                  <a:pt x="1357316" y="93789"/>
                </a:lnTo>
                <a:lnTo>
                  <a:pt x="1357604" y="94622"/>
                </a:lnTo>
                <a:lnTo>
                  <a:pt x="1357908" y="95447"/>
                </a:lnTo>
                <a:lnTo>
                  <a:pt x="1358227" y="96264"/>
                </a:lnTo>
                <a:lnTo>
                  <a:pt x="1358562" y="97072"/>
                </a:lnTo>
                <a:lnTo>
                  <a:pt x="1358912" y="97872"/>
                </a:lnTo>
                <a:lnTo>
                  <a:pt x="1359278" y="98664"/>
                </a:lnTo>
                <a:lnTo>
                  <a:pt x="1359659" y="99431"/>
                </a:lnTo>
                <a:lnTo>
                  <a:pt x="1360053" y="100185"/>
                </a:lnTo>
                <a:lnTo>
                  <a:pt x="1360462" y="100924"/>
                </a:lnTo>
                <a:lnTo>
                  <a:pt x="1360884" y="101649"/>
                </a:lnTo>
                <a:lnTo>
                  <a:pt x="1361321" y="102361"/>
                </a:lnTo>
                <a:lnTo>
                  <a:pt x="1361771" y="103059"/>
                </a:lnTo>
                <a:lnTo>
                  <a:pt x="1362235" y="103742"/>
                </a:lnTo>
                <a:lnTo>
                  <a:pt x="1362713" y="104412"/>
                </a:lnTo>
                <a:lnTo>
                  <a:pt x="1363205" y="105068"/>
                </a:lnTo>
                <a:lnTo>
                  <a:pt x="1363711" y="105710"/>
                </a:lnTo>
                <a:lnTo>
                  <a:pt x="1364230" y="106339"/>
                </a:lnTo>
                <a:lnTo>
                  <a:pt x="1364764" y="106953"/>
                </a:lnTo>
                <a:lnTo>
                  <a:pt x="1365311" y="107553"/>
                </a:lnTo>
                <a:lnTo>
                  <a:pt x="1365873" y="108140"/>
                </a:lnTo>
                <a:lnTo>
                  <a:pt x="1366448" y="108712"/>
                </a:lnTo>
                <a:lnTo>
                  <a:pt x="1367037" y="109271"/>
                </a:lnTo>
                <a:lnTo>
                  <a:pt x="1367641" y="109816"/>
                </a:lnTo>
                <a:lnTo>
                  <a:pt x="1368258" y="110346"/>
                </a:lnTo>
                <a:lnTo>
                  <a:pt x="1368889" y="110863"/>
                </a:lnTo>
                <a:lnTo>
                  <a:pt x="1369533" y="111366"/>
                </a:lnTo>
                <a:lnTo>
                  <a:pt x="1370192" y="111855"/>
                </a:lnTo>
                <a:lnTo>
                  <a:pt x="1370865" y="112331"/>
                </a:lnTo>
                <a:lnTo>
                  <a:pt x="1371551" y="112792"/>
                </a:lnTo>
                <a:lnTo>
                  <a:pt x="1372252" y="113239"/>
                </a:lnTo>
                <a:lnTo>
                  <a:pt x="1372965" y="113671"/>
                </a:lnTo>
                <a:lnTo>
                  <a:pt x="1373690" y="114084"/>
                </a:lnTo>
                <a:lnTo>
                  <a:pt x="1374427" y="114478"/>
                </a:lnTo>
                <a:lnTo>
                  <a:pt x="1375175" y="114854"/>
                </a:lnTo>
                <a:lnTo>
                  <a:pt x="1375935" y="115212"/>
                </a:lnTo>
                <a:lnTo>
                  <a:pt x="1376706" y="115552"/>
                </a:lnTo>
                <a:lnTo>
                  <a:pt x="1377490" y="115873"/>
                </a:lnTo>
                <a:lnTo>
                  <a:pt x="1378285" y="116176"/>
                </a:lnTo>
                <a:lnTo>
                  <a:pt x="1379092" y="116460"/>
                </a:lnTo>
                <a:lnTo>
                  <a:pt x="1379910" y="116726"/>
                </a:lnTo>
                <a:lnTo>
                  <a:pt x="1380740" y="116974"/>
                </a:lnTo>
                <a:lnTo>
                  <a:pt x="1381582" y="117204"/>
                </a:lnTo>
                <a:lnTo>
                  <a:pt x="1382435" y="117415"/>
                </a:lnTo>
                <a:lnTo>
                  <a:pt x="1383300" y="117607"/>
                </a:lnTo>
                <a:lnTo>
                  <a:pt x="1384177" y="117782"/>
                </a:lnTo>
                <a:lnTo>
                  <a:pt x="1385065" y="117938"/>
                </a:lnTo>
                <a:lnTo>
                  <a:pt x="1385965" y="118075"/>
                </a:lnTo>
                <a:lnTo>
                  <a:pt x="1386877" y="118195"/>
                </a:lnTo>
                <a:lnTo>
                  <a:pt x="1387801" y="118296"/>
                </a:lnTo>
                <a:lnTo>
                  <a:pt x="1388736" y="118378"/>
                </a:lnTo>
                <a:lnTo>
                  <a:pt x="1389683" y="118442"/>
                </a:lnTo>
                <a:lnTo>
                  <a:pt x="1390641" y="118488"/>
                </a:lnTo>
                <a:lnTo>
                  <a:pt x="1391611" y="118516"/>
                </a:lnTo>
                <a:lnTo>
                  <a:pt x="1392593" y="118525"/>
                </a:lnTo>
                <a:lnTo>
                  <a:pt x="1393575" y="118516"/>
                </a:lnTo>
                <a:lnTo>
                  <a:pt x="1394545" y="118489"/>
                </a:lnTo>
                <a:lnTo>
                  <a:pt x="1395504" y="118445"/>
                </a:lnTo>
                <a:lnTo>
                  <a:pt x="1396451" y="118383"/>
                </a:lnTo>
                <a:lnTo>
                  <a:pt x="1397386" y="118303"/>
                </a:lnTo>
                <a:close/>
                <a:moveTo>
                  <a:pt x="1388921" y="106861"/>
                </a:moveTo>
                <a:lnTo>
                  <a:pt x="1388219" y="106733"/>
                </a:lnTo>
                <a:lnTo>
                  <a:pt x="1387527" y="106581"/>
                </a:lnTo>
                <a:lnTo>
                  <a:pt x="1386845" y="106406"/>
                </a:lnTo>
                <a:lnTo>
                  <a:pt x="1386174" y="106207"/>
                </a:lnTo>
                <a:lnTo>
                  <a:pt x="1385514" y="105985"/>
                </a:lnTo>
                <a:lnTo>
                  <a:pt x="1384864" y="105740"/>
                </a:lnTo>
                <a:lnTo>
                  <a:pt x="1384224" y="105471"/>
                </a:lnTo>
                <a:lnTo>
                  <a:pt x="1383596" y="105179"/>
                </a:lnTo>
                <a:lnTo>
                  <a:pt x="1382978" y="104864"/>
                </a:lnTo>
                <a:lnTo>
                  <a:pt x="1382370" y="104525"/>
                </a:lnTo>
                <a:lnTo>
                  <a:pt x="1381773" y="104163"/>
                </a:lnTo>
                <a:lnTo>
                  <a:pt x="1381186" y="103778"/>
                </a:lnTo>
                <a:lnTo>
                  <a:pt x="1380611" y="103369"/>
                </a:lnTo>
                <a:lnTo>
                  <a:pt x="1380045" y="102937"/>
                </a:lnTo>
                <a:lnTo>
                  <a:pt x="1379491" y="102481"/>
                </a:lnTo>
                <a:lnTo>
                  <a:pt x="1378946" y="102003"/>
                </a:lnTo>
                <a:lnTo>
                  <a:pt x="1378413" y="101500"/>
                </a:lnTo>
                <a:lnTo>
                  <a:pt x="1377890" y="100975"/>
                </a:lnTo>
                <a:lnTo>
                  <a:pt x="1377377" y="100426"/>
                </a:lnTo>
                <a:lnTo>
                  <a:pt x="1376894" y="99843"/>
                </a:lnTo>
                <a:lnTo>
                  <a:pt x="1376431" y="99241"/>
                </a:lnTo>
                <a:lnTo>
                  <a:pt x="1375988" y="98621"/>
                </a:lnTo>
                <a:lnTo>
                  <a:pt x="1375566" y="97983"/>
                </a:lnTo>
                <a:lnTo>
                  <a:pt x="1375165" y="97327"/>
                </a:lnTo>
                <a:lnTo>
                  <a:pt x="1374784" y="96652"/>
                </a:lnTo>
                <a:lnTo>
                  <a:pt x="1374424" y="95959"/>
                </a:lnTo>
                <a:lnTo>
                  <a:pt x="1374085" y="95247"/>
                </a:lnTo>
                <a:lnTo>
                  <a:pt x="1373766" y="94517"/>
                </a:lnTo>
                <a:lnTo>
                  <a:pt x="1373468" y="93769"/>
                </a:lnTo>
                <a:lnTo>
                  <a:pt x="1373190" y="93002"/>
                </a:lnTo>
                <a:lnTo>
                  <a:pt x="1372933" y="92217"/>
                </a:lnTo>
                <a:lnTo>
                  <a:pt x="1372696" y="91414"/>
                </a:lnTo>
                <a:lnTo>
                  <a:pt x="1372480" y="90592"/>
                </a:lnTo>
                <a:lnTo>
                  <a:pt x="1372284" y="89752"/>
                </a:lnTo>
                <a:lnTo>
                  <a:pt x="1372109" y="88894"/>
                </a:lnTo>
                <a:lnTo>
                  <a:pt x="1371955" y="88017"/>
                </a:lnTo>
                <a:lnTo>
                  <a:pt x="1371821" y="87122"/>
                </a:lnTo>
                <a:lnTo>
                  <a:pt x="1371708" y="86208"/>
                </a:lnTo>
                <a:lnTo>
                  <a:pt x="1371616" y="85277"/>
                </a:lnTo>
                <a:lnTo>
                  <a:pt x="1371544" y="84326"/>
                </a:lnTo>
                <a:lnTo>
                  <a:pt x="1371492" y="83358"/>
                </a:lnTo>
                <a:lnTo>
                  <a:pt x="1371461" y="82371"/>
                </a:lnTo>
                <a:lnTo>
                  <a:pt x="1371451" y="81366"/>
                </a:lnTo>
                <a:lnTo>
                  <a:pt x="1371451" y="70634"/>
                </a:lnTo>
                <a:lnTo>
                  <a:pt x="1371461" y="69630"/>
                </a:lnTo>
                <a:lnTo>
                  <a:pt x="1371492" y="68644"/>
                </a:lnTo>
                <a:lnTo>
                  <a:pt x="1371544" y="67676"/>
                </a:lnTo>
                <a:lnTo>
                  <a:pt x="1371616" y="66728"/>
                </a:lnTo>
                <a:lnTo>
                  <a:pt x="1371708" y="65799"/>
                </a:lnTo>
                <a:lnTo>
                  <a:pt x="1371821" y="64888"/>
                </a:lnTo>
                <a:lnTo>
                  <a:pt x="1371955" y="63997"/>
                </a:lnTo>
                <a:lnTo>
                  <a:pt x="1372109" y="63124"/>
                </a:lnTo>
                <a:lnTo>
                  <a:pt x="1372284" y="62271"/>
                </a:lnTo>
                <a:lnTo>
                  <a:pt x="1372480" y="61436"/>
                </a:lnTo>
                <a:lnTo>
                  <a:pt x="1372696" y="60620"/>
                </a:lnTo>
                <a:lnTo>
                  <a:pt x="1372933" y="59823"/>
                </a:lnTo>
                <a:lnTo>
                  <a:pt x="1373190" y="59045"/>
                </a:lnTo>
                <a:lnTo>
                  <a:pt x="1373468" y="58286"/>
                </a:lnTo>
                <a:lnTo>
                  <a:pt x="1373766" y="57546"/>
                </a:lnTo>
                <a:lnTo>
                  <a:pt x="1374085" y="56824"/>
                </a:lnTo>
                <a:lnTo>
                  <a:pt x="1374424" y="56122"/>
                </a:lnTo>
                <a:lnTo>
                  <a:pt x="1374784" y="55438"/>
                </a:lnTo>
                <a:lnTo>
                  <a:pt x="1375165" y="54774"/>
                </a:lnTo>
                <a:lnTo>
                  <a:pt x="1375566" y="54128"/>
                </a:lnTo>
                <a:lnTo>
                  <a:pt x="1375988" y="53501"/>
                </a:lnTo>
                <a:lnTo>
                  <a:pt x="1376431" y="52894"/>
                </a:lnTo>
                <a:lnTo>
                  <a:pt x="1376894" y="52305"/>
                </a:lnTo>
                <a:lnTo>
                  <a:pt x="1377377" y="51735"/>
                </a:lnTo>
                <a:lnTo>
                  <a:pt x="1377890" y="51173"/>
                </a:lnTo>
                <a:lnTo>
                  <a:pt x="1378413" y="50634"/>
                </a:lnTo>
                <a:lnTo>
                  <a:pt x="1378946" y="50120"/>
                </a:lnTo>
                <a:lnTo>
                  <a:pt x="1379491" y="49630"/>
                </a:lnTo>
                <a:lnTo>
                  <a:pt x="1380045" y="49164"/>
                </a:lnTo>
                <a:lnTo>
                  <a:pt x="1380611" y="48721"/>
                </a:lnTo>
                <a:lnTo>
                  <a:pt x="1381186" y="48303"/>
                </a:lnTo>
                <a:lnTo>
                  <a:pt x="1381773" y="47908"/>
                </a:lnTo>
                <a:lnTo>
                  <a:pt x="1382370" y="47538"/>
                </a:lnTo>
                <a:lnTo>
                  <a:pt x="1382978" y="47191"/>
                </a:lnTo>
                <a:lnTo>
                  <a:pt x="1383596" y="46868"/>
                </a:lnTo>
                <a:lnTo>
                  <a:pt x="1384224" y="46569"/>
                </a:lnTo>
                <a:lnTo>
                  <a:pt x="1384864" y="46294"/>
                </a:lnTo>
                <a:lnTo>
                  <a:pt x="1385514" y="46043"/>
                </a:lnTo>
                <a:lnTo>
                  <a:pt x="1386174" y="45816"/>
                </a:lnTo>
                <a:lnTo>
                  <a:pt x="1386845" y="45613"/>
                </a:lnTo>
                <a:lnTo>
                  <a:pt x="1387527" y="45433"/>
                </a:lnTo>
                <a:lnTo>
                  <a:pt x="1388219" y="45278"/>
                </a:lnTo>
                <a:lnTo>
                  <a:pt x="1388921" y="45146"/>
                </a:lnTo>
                <a:lnTo>
                  <a:pt x="1389635" y="45039"/>
                </a:lnTo>
                <a:lnTo>
                  <a:pt x="1390358" y="44955"/>
                </a:lnTo>
                <a:lnTo>
                  <a:pt x="1391093" y="44895"/>
                </a:lnTo>
                <a:lnTo>
                  <a:pt x="1391838" y="44859"/>
                </a:lnTo>
                <a:lnTo>
                  <a:pt x="1392593" y="44847"/>
                </a:lnTo>
                <a:lnTo>
                  <a:pt x="1393362" y="44859"/>
                </a:lnTo>
                <a:lnTo>
                  <a:pt x="1394118" y="44895"/>
                </a:lnTo>
                <a:lnTo>
                  <a:pt x="1394863" y="44955"/>
                </a:lnTo>
                <a:lnTo>
                  <a:pt x="1395596" y="45039"/>
                </a:lnTo>
                <a:lnTo>
                  <a:pt x="1396318" y="45146"/>
                </a:lnTo>
                <a:lnTo>
                  <a:pt x="1397028" y="45278"/>
                </a:lnTo>
                <a:lnTo>
                  <a:pt x="1397726" y="45433"/>
                </a:lnTo>
                <a:lnTo>
                  <a:pt x="1398413" y="45613"/>
                </a:lnTo>
                <a:lnTo>
                  <a:pt x="1399088" y="45816"/>
                </a:lnTo>
                <a:lnTo>
                  <a:pt x="1399751" y="46043"/>
                </a:lnTo>
                <a:lnTo>
                  <a:pt x="1400402" y="46294"/>
                </a:lnTo>
                <a:lnTo>
                  <a:pt x="1401042" y="46569"/>
                </a:lnTo>
                <a:lnTo>
                  <a:pt x="1401670" y="46868"/>
                </a:lnTo>
                <a:lnTo>
                  <a:pt x="1402287" y="47191"/>
                </a:lnTo>
                <a:lnTo>
                  <a:pt x="1402892" y="47538"/>
                </a:lnTo>
                <a:lnTo>
                  <a:pt x="1403485" y="47908"/>
                </a:lnTo>
                <a:lnTo>
                  <a:pt x="1404066" y="48303"/>
                </a:lnTo>
                <a:lnTo>
                  <a:pt x="1404636" y="48721"/>
                </a:lnTo>
                <a:lnTo>
                  <a:pt x="1405194" y="49164"/>
                </a:lnTo>
                <a:lnTo>
                  <a:pt x="1405740" y="49630"/>
                </a:lnTo>
                <a:lnTo>
                  <a:pt x="1406275" y="50120"/>
                </a:lnTo>
                <a:lnTo>
                  <a:pt x="1406798" y="50634"/>
                </a:lnTo>
                <a:lnTo>
                  <a:pt x="1407310" y="51173"/>
                </a:lnTo>
                <a:lnTo>
                  <a:pt x="1407809" y="51735"/>
                </a:lnTo>
                <a:lnTo>
                  <a:pt x="1408293" y="52305"/>
                </a:lnTo>
                <a:lnTo>
                  <a:pt x="1408756" y="52894"/>
                </a:lnTo>
                <a:lnTo>
                  <a:pt x="1409198" y="53501"/>
                </a:lnTo>
                <a:lnTo>
                  <a:pt x="1409620" y="54128"/>
                </a:lnTo>
                <a:lnTo>
                  <a:pt x="1410021" y="54774"/>
                </a:lnTo>
                <a:lnTo>
                  <a:pt x="1410402" y="55438"/>
                </a:lnTo>
                <a:lnTo>
                  <a:pt x="1410762" y="56122"/>
                </a:lnTo>
                <a:lnTo>
                  <a:pt x="1411102" y="56824"/>
                </a:lnTo>
                <a:lnTo>
                  <a:pt x="1411421" y="57546"/>
                </a:lnTo>
                <a:lnTo>
                  <a:pt x="1411719" y="58286"/>
                </a:lnTo>
                <a:lnTo>
                  <a:pt x="1411997" y="59045"/>
                </a:lnTo>
                <a:lnTo>
                  <a:pt x="1412254" y="59823"/>
                </a:lnTo>
                <a:lnTo>
                  <a:pt x="1412491" y="60620"/>
                </a:lnTo>
                <a:lnTo>
                  <a:pt x="1412707" y="61436"/>
                </a:lnTo>
                <a:lnTo>
                  <a:pt x="1412902" y="62271"/>
                </a:lnTo>
                <a:lnTo>
                  <a:pt x="1413077" y="63124"/>
                </a:lnTo>
                <a:lnTo>
                  <a:pt x="1413231" y="63997"/>
                </a:lnTo>
                <a:lnTo>
                  <a:pt x="1413365" y="64888"/>
                </a:lnTo>
                <a:lnTo>
                  <a:pt x="1413478" y="65799"/>
                </a:lnTo>
                <a:lnTo>
                  <a:pt x="1413571" y="66728"/>
                </a:lnTo>
                <a:lnTo>
                  <a:pt x="1413643" y="67676"/>
                </a:lnTo>
                <a:lnTo>
                  <a:pt x="1413694" y="68644"/>
                </a:lnTo>
                <a:lnTo>
                  <a:pt x="1413725" y="69630"/>
                </a:lnTo>
                <a:lnTo>
                  <a:pt x="1413736" y="70634"/>
                </a:lnTo>
                <a:lnTo>
                  <a:pt x="1413736" y="81366"/>
                </a:lnTo>
                <a:lnTo>
                  <a:pt x="1413725" y="82371"/>
                </a:lnTo>
                <a:lnTo>
                  <a:pt x="1413694" y="83358"/>
                </a:lnTo>
                <a:lnTo>
                  <a:pt x="1413643" y="84326"/>
                </a:lnTo>
                <a:lnTo>
                  <a:pt x="1413571" y="85277"/>
                </a:lnTo>
                <a:lnTo>
                  <a:pt x="1413478" y="86208"/>
                </a:lnTo>
                <a:lnTo>
                  <a:pt x="1413365" y="87122"/>
                </a:lnTo>
                <a:lnTo>
                  <a:pt x="1413231" y="88017"/>
                </a:lnTo>
                <a:lnTo>
                  <a:pt x="1413077" y="88894"/>
                </a:lnTo>
                <a:lnTo>
                  <a:pt x="1412902" y="89752"/>
                </a:lnTo>
                <a:lnTo>
                  <a:pt x="1412707" y="90592"/>
                </a:lnTo>
                <a:lnTo>
                  <a:pt x="1412491" y="91414"/>
                </a:lnTo>
                <a:lnTo>
                  <a:pt x="1412254" y="92217"/>
                </a:lnTo>
                <a:lnTo>
                  <a:pt x="1411997" y="93002"/>
                </a:lnTo>
                <a:lnTo>
                  <a:pt x="1411719" y="93769"/>
                </a:lnTo>
                <a:lnTo>
                  <a:pt x="1411421" y="94517"/>
                </a:lnTo>
                <a:lnTo>
                  <a:pt x="1411102" y="95247"/>
                </a:lnTo>
                <a:lnTo>
                  <a:pt x="1410762" y="95959"/>
                </a:lnTo>
                <a:lnTo>
                  <a:pt x="1410402" y="96652"/>
                </a:lnTo>
                <a:lnTo>
                  <a:pt x="1410021" y="97327"/>
                </a:lnTo>
                <a:lnTo>
                  <a:pt x="1409620" y="97983"/>
                </a:lnTo>
                <a:lnTo>
                  <a:pt x="1409198" y="98621"/>
                </a:lnTo>
                <a:lnTo>
                  <a:pt x="1408756" y="99241"/>
                </a:lnTo>
                <a:lnTo>
                  <a:pt x="1408293" y="99843"/>
                </a:lnTo>
                <a:lnTo>
                  <a:pt x="1407809" y="100426"/>
                </a:lnTo>
                <a:lnTo>
                  <a:pt x="1407310" y="100975"/>
                </a:lnTo>
                <a:lnTo>
                  <a:pt x="1406798" y="101500"/>
                </a:lnTo>
                <a:lnTo>
                  <a:pt x="1406275" y="102003"/>
                </a:lnTo>
                <a:lnTo>
                  <a:pt x="1405740" y="102481"/>
                </a:lnTo>
                <a:lnTo>
                  <a:pt x="1405194" y="102937"/>
                </a:lnTo>
                <a:lnTo>
                  <a:pt x="1404636" y="103369"/>
                </a:lnTo>
                <a:lnTo>
                  <a:pt x="1404066" y="103778"/>
                </a:lnTo>
                <a:lnTo>
                  <a:pt x="1403485" y="104163"/>
                </a:lnTo>
                <a:lnTo>
                  <a:pt x="1402892" y="104525"/>
                </a:lnTo>
                <a:lnTo>
                  <a:pt x="1402287" y="104864"/>
                </a:lnTo>
                <a:lnTo>
                  <a:pt x="1401670" y="105179"/>
                </a:lnTo>
                <a:lnTo>
                  <a:pt x="1401042" y="105471"/>
                </a:lnTo>
                <a:lnTo>
                  <a:pt x="1400402" y="105740"/>
                </a:lnTo>
                <a:lnTo>
                  <a:pt x="1399751" y="105985"/>
                </a:lnTo>
                <a:lnTo>
                  <a:pt x="1399088" y="106207"/>
                </a:lnTo>
                <a:lnTo>
                  <a:pt x="1398413" y="106406"/>
                </a:lnTo>
                <a:lnTo>
                  <a:pt x="1397726" y="106581"/>
                </a:lnTo>
                <a:lnTo>
                  <a:pt x="1397028" y="106733"/>
                </a:lnTo>
                <a:lnTo>
                  <a:pt x="1396318" y="106861"/>
                </a:lnTo>
                <a:lnTo>
                  <a:pt x="1395596" y="106966"/>
                </a:lnTo>
                <a:lnTo>
                  <a:pt x="1394863" y="107048"/>
                </a:lnTo>
                <a:lnTo>
                  <a:pt x="1394118" y="107106"/>
                </a:lnTo>
                <a:lnTo>
                  <a:pt x="1393362" y="107141"/>
                </a:lnTo>
                <a:lnTo>
                  <a:pt x="1392593" y="107153"/>
                </a:lnTo>
                <a:lnTo>
                  <a:pt x="1391838" y="107141"/>
                </a:lnTo>
                <a:lnTo>
                  <a:pt x="1391093" y="107106"/>
                </a:lnTo>
                <a:lnTo>
                  <a:pt x="1390358" y="107048"/>
                </a:lnTo>
                <a:lnTo>
                  <a:pt x="1389635" y="106966"/>
                </a:lnTo>
                <a:lnTo>
                  <a:pt x="1388921" y="106861"/>
                </a:lnTo>
                <a:close/>
                <a:moveTo>
                  <a:pt x="1702929" y="146848"/>
                </a:moveTo>
                <a:lnTo>
                  <a:pt x="1703831" y="146743"/>
                </a:lnTo>
                <a:lnTo>
                  <a:pt x="1704715" y="146615"/>
                </a:lnTo>
                <a:lnTo>
                  <a:pt x="1705580" y="146463"/>
                </a:lnTo>
                <a:lnTo>
                  <a:pt x="1706426" y="146288"/>
                </a:lnTo>
                <a:lnTo>
                  <a:pt x="1707253" y="146089"/>
                </a:lnTo>
                <a:lnTo>
                  <a:pt x="1708061" y="145867"/>
                </a:lnTo>
                <a:lnTo>
                  <a:pt x="1708850" y="145622"/>
                </a:lnTo>
                <a:lnTo>
                  <a:pt x="1709620" y="145353"/>
                </a:lnTo>
                <a:lnTo>
                  <a:pt x="1710371" y="145061"/>
                </a:lnTo>
                <a:lnTo>
                  <a:pt x="1711104" y="144746"/>
                </a:lnTo>
                <a:lnTo>
                  <a:pt x="1711817" y="144407"/>
                </a:lnTo>
                <a:lnTo>
                  <a:pt x="1712512" y="144045"/>
                </a:lnTo>
                <a:lnTo>
                  <a:pt x="1713188" y="143660"/>
                </a:lnTo>
                <a:lnTo>
                  <a:pt x="1713845" y="143251"/>
                </a:lnTo>
                <a:lnTo>
                  <a:pt x="1714482" y="142819"/>
                </a:lnTo>
                <a:lnTo>
                  <a:pt x="1715101" y="142363"/>
                </a:lnTo>
                <a:lnTo>
                  <a:pt x="1715702" y="141885"/>
                </a:lnTo>
                <a:lnTo>
                  <a:pt x="1716283" y="141382"/>
                </a:lnTo>
                <a:lnTo>
                  <a:pt x="1716845" y="140857"/>
                </a:lnTo>
                <a:lnTo>
                  <a:pt x="1717388" y="140308"/>
                </a:lnTo>
                <a:lnTo>
                  <a:pt x="1717924" y="139754"/>
                </a:lnTo>
                <a:lnTo>
                  <a:pt x="1718437" y="139187"/>
                </a:lnTo>
                <a:lnTo>
                  <a:pt x="1718927" y="138606"/>
                </a:lnTo>
                <a:lnTo>
                  <a:pt x="1719395" y="138012"/>
                </a:lnTo>
                <a:lnTo>
                  <a:pt x="1719839" y="137405"/>
                </a:lnTo>
                <a:lnTo>
                  <a:pt x="1720261" y="136784"/>
                </a:lnTo>
                <a:lnTo>
                  <a:pt x="1720660" y="136150"/>
                </a:lnTo>
                <a:lnTo>
                  <a:pt x="1721036" y="135503"/>
                </a:lnTo>
                <a:lnTo>
                  <a:pt x="1721390" y="134842"/>
                </a:lnTo>
                <a:lnTo>
                  <a:pt x="1721721" y="134168"/>
                </a:lnTo>
                <a:lnTo>
                  <a:pt x="1722028" y="133481"/>
                </a:lnTo>
                <a:lnTo>
                  <a:pt x="1722313" y="132780"/>
                </a:lnTo>
                <a:lnTo>
                  <a:pt x="1722576" y="132066"/>
                </a:lnTo>
                <a:lnTo>
                  <a:pt x="1722815" y="131338"/>
                </a:lnTo>
                <a:lnTo>
                  <a:pt x="1723032" y="130598"/>
                </a:lnTo>
                <a:lnTo>
                  <a:pt x="1723225" y="129844"/>
                </a:lnTo>
                <a:lnTo>
                  <a:pt x="1723396" y="129076"/>
                </a:lnTo>
                <a:lnTo>
                  <a:pt x="1723545" y="128295"/>
                </a:lnTo>
                <a:lnTo>
                  <a:pt x="1723670" y="127501"/>
                </a:lnTo>
                <a:lnTo>
                  <a:pt x="1723773" y="126694"/>
                </a:lnTo>
                <a:lnTo>
                  <a:pt x="1723852" y="125873"/>
                </a:lnTo>
                <a:lnTo>
                  <a:pt x="1723909" y="125039"/>
                </a:lnTo>
                <a:lnTo>
                  <a:pt x="1723944" y="124191"/>
                </a:lnTo>
                <a:lnTo>
                  <a:pt x="1723955" y="123330"/>
                </a:lnTo>
                <a:lnTo>
                  <a:pt x="1723944" y="122536"/>
                </a:lnTo>
                <a:lnTo>
                  <a:pt x="1723909" y="121755"/>
                </a:lnTo>
                <a:lnTo>
                  <a:pt x="1723852" y="120988"/>
                </a:lnTo>
                <a:lnTo>
                  <a:pt x="1723773" y="120233"/>
                </a:lnTo>
                <a:lnTo>
                  <a:pt x="1723670" y="119493"/>
                </a:lnTo>
                <a:lnTo>
                  <a:pt x="1723545" y="118765"/>
                </a:lnTo>
                <a:lnTo>
                  <a:pt x="1723396" y="118051"/>
                </a:lnTo>
                <a:lnTo>
                  <a:pt x="1723225" y="117350"/>
                </a:lnTo>
                <a:lnTo>
                  <a:pt x="1723032" y="116663"/>
                </a:lnTo>
                <a:lnTo>
                  <a:pt x="1722815" y="115989"/>
                </a:lnTo>
                <a:lnTo>
                  <a:pt x="1722576" y="115328"/>
                </a:lnTo>
                <a:lnTo>
                  <a:pt x="1722313" y="114681"/>
                </a:lnTo>
                <a:lnTo>
                  <a:pt x="1722028" y="114047"/>
                </a:lnTo>
                <a:lnTo>
                  <a:pt x="1721721" y="113426"/>
                </a:lnTo>
                <a:lnTo>
                  <a:pt x="1721390" y="112819"/>
                </a:lnTo>
                <a:lnTo>
                  <a:pt x="1721036" y="112225"/>
                </a:lnTo>
                <a:lnTo>
                  <a:pt x="1720660" y="111644"/>
                </a:lnTo>
                <a:lnTo>
                  <a:pt x="1720261" y="111077"/>
                </a:lnTo>
                <a:lnTo>
                  <a:pt x="1719839" y="110523"/>
                </a:lnTo>
                <a:lnTo>
                  <a:pt x="1719395" y="109983"/>
                </a:lnTo>
                <a:lnTo>
                  <a:pt x="1718927" y="109455"/>
                </a:lnTo>
                <a:lnTo>
                  <a:pt x="1718437" y="108942"/>
                </a:lnTo>
                <a:lnTo>
                  <a:pt x="1717924" y="108441"/>
                </a:lnTo>
                <a:lnTo>
                  <a:pt x="1717388" y="107954"/>
                </a:lnTo>
                <a:lnTo>
                  <a:pt x="1716846" y="107470"/>
                </a:lnTo>
                <a:lnTo>
                  <a:pt x="1716286" y="107007"/>
                </a:lnTo>
                <a:lnTo>
                  <a:pt x="1715709" y="106565"/>
                </a:lnTo>
                <a:lnTo>
                  <a:pt x="1715115" y="106143"/>
                </a:lnTo>
                <a:lnTo>
                  <a:pt x="1714503" y="105742"/>
                </a:lnTo>
                <a:lnTo>
                  <a:pt x="1713875" y="105361"/>
                </a:lnTo>
                <a:lnTo>
                  <a:pt x="1713229" y="105001"/>
                </a:lnTo>
                <a:lnTo>
                  <a:pt x="1712565" y="104661"/>
                </a:lnTo>
                <a:lnTo>
                  <a:pt x="1711885" y="104343"/>
                </a:lnTo>
                <a:lnTo>
                  <a:pt x="1711187" y="104044"/>
                </a:lnTo>
                <a:lnTo>
                  <a:pt x="1710472" y="103766"/>
                </a:lnTo>
                <a:lnTo>
                  <a:pt x="1709740" y="103509"/>
                </a:lnTo>
                <a:lnTo>
                  <a:pt x="1708991" y="103273"/>
                </a:lnTo>
                <a:lnTo>
                  <a:pt x="1708224" y="103056"/>
                </a:lnTo>
                <a:lnTo>
                  <a:pt x="1707440" y="102861"/>
                </a:lnTo>
                <a:lnTo>
                  <a:pt x="1706639" y="102686"/>
                </a:lnTo>
                <a:lnTo>
                  <a:pt x="1705821" y="102532"/>
                </a:lnTo>
                <a:lnTo>
                  <a:pt x="1704985" y="102398"/>
                </a:lnTo>
                <a:lnTo>
                  <a:pt x="1704132" y="102285"/>
                </a:lnTo>
                <a:lnTo>
                  <a:pt x="1703262" y="102192"/>
                </a:lnTo>
                <a:lnTo>
                  <a:pt x="1702375" y="102120"/>
                </a:lnTo>
                <a:lnTo>
                  <a:pt x="1701470" y="102069"/>
                </a:lnTo>
                <a:lnTo>
                  <a:pt x="1700549" y="102038"/>
                </a:lnTo>
                <a:lnTo>
                  <a:pt x="1699610" y="102028"/>
                </a:lnTo>
                <a:lnTo>
                  <a:pt x="1670619" y="102028"/>
                </a:lnTo>
                <a:lnTo>
                  <a:pt x="1670222" y="102024"/>
                </a:lnTo>
                <a:lnTo>
                  <a:pt x="1669833" y="102013"/>
                </a:lnTo>
                <a:lnTo>
                  <a:pt x="1669450" y="101995"/>
                </a:lnTo>
                <a:lnTo>
                  <a:pt x="1669075" y="101970"/>
                </a:lnTo>
                <a:lnTo>
                  <a:pt x="1668707" y="101937"/>
                </a:lnTo>
                <a:lnTo>
                  <a:pt x="1668347" y="101897"/>
                </a:lnTo>
                <a:lnTo>
                  <a:pt x="1667993" y="101850"/>
                </a:lnTo>
                <a:lnTo>
                  <a:pt x="1667647" y="101796"/>
                </a:lnTo>
                <a:lnTo>
                  <a:pt x="1667308" y="101735"/>
                </a:lnTo>
                <a:lnTo>
                  <a:pt x="1666976" y="101666"/>
                </a:lnTo>
                <a:lnTo>
                  <a:pt x="1666652" y="101590"/>
                </a:lnTo>
                <a:lnTo>
                  <a:pt x="1666334" y="101507"/>
                </a:lnTo>
                <a:lnTo>
                  <a:pt x="1666024" y="101417"/>
                </a:lnTo>
                <a:lnTo>
                  <a:pt x="1665722" y="101319"/>
                </a:lnTo>
                <a:lnTo>
                  <a:pt x="1665426" y="101214"/>
                </a:lnTo>
                <a:lnTo>
                  <a:pt x="1665138" y="101102"/>
                </a:lnTo>
                <a:lnTo>
                  <a:pt x="1664856" y="100983"/>
                </a:lnTo>
                <a:lnTo>
                  <a:pt x="1664582" y="100856"/>
                </a:lnTo>
                <a:lnTo>
                  <a:pt x="1664316" y="100723"/>
                </a:lnTo>
                <a:lnTo>
                  <a:pt x="1664056" y="100582"/>
                </a:lnTo>
                <a:lnTo>
                  <a:pt x="1663804" y="100433"/>
                </a:lnTo>
                <a:lnTo>
                  <a:pt x="1663559" y="100278"/>
                </a:lnTo>
                <a:lnTo>
                  <a:pt x="1663321" y="100115"/>
                </a:lnTo>
                <a:lnTo>
                  <a:pt x="1663091" y="99945"/>
                </a:lnTo>
                <a:lnTo>
                  <a:pt x="1662869" y="99755"/>
                </a:lnTo>
                <a:lnTo>
                  <a:pt x="1662656" y="99559"/>
                </a:lnTo>
                <a:lnTo>
                  <a:pt x="1662453" y="99357"/>
                </a:lnTo>
                <a:lnTo>
                  <a:pt x="1662259" y="99149"/>
                </a:lnTo>
                <a:lnTo>
                  <a:pt x="1662075" y="98935"/>
                </a:lnTo>
                <a:lnTo>
                  <a:pt x="1661900" y="98714"/>
                </a:lnTo>
                <a:lnTo>
                  <a:pt x="1661734" y="98487"/>
                </a:lnTo>
                <a:lnTo>
                  <a:pt x="1661578" y="98255"/>
                </a:lnTo>
                <a:lnTo>
                  <a:pt x="1661432" y="98016"/>
                </a:lnTo>
                <a:lnTo>
                  <a:pt x="1661295" y="97771"/>
                </a:lnTo>
                <a:lnTo>
                  <a:pt x="1661167" y="97520"/>
                </a:lnTo>
                <a:lnTo>
                  <a:pt x="1661049" y="97263"/>
                </a:lnTo>
                <a:lnTo>
                  <a:pt x="1660940" y="96999"/>
                </a:lnTo>
                <a:lnTo>
                  <a:pt x="1660841" y="96730"/>
                </a:lnTo>
                <a:lnTo>
                  <a:pt x="1660751" y="96454"/>
                </a:lnTo>
                <a:lnTo>
                  <a:pt x="1660671" y="96173"/>
                </a:lnTo>
                <a:lnTo>
                  <a:pt x="1660600" y="95885"/>
                </a:lnTo>
                <a:lnTo>
                  <a:pt x="1660538" y="95591"/>
                </a:lnTo>
                <a:lnTo>
                  <a:pt x="1660486" y="95291"/>
                </a:lnTo>
                <a:lnTo>
                  <a:pt x="1660444" y="94985"/>
                </a:lnTo>
                <a:lnTo>
                  <a:pt x="1660411" y="94672"/>
                </a:lnTo>
                <a:lnTo>
                  <a:pt x="1660387" y="94354"/>
                </a:lnTo>
                <a:lnTo>
                  <a:pt x="1660373" y="94029"/>
                </a:lnTo>
                <a:lnTo>
                  <a:pt x="1660368" y="93699"/>
                </a:lnTo>
                <a:lnTo>
                  <a:pt x="1660373" y="93368"/>
                </a:lnTo>
                <a:lnTo>
                  <a:pt x="1660387" y="93044"/>
                </a:lnTo>
                <a:lnTo>
                  <a:pt x="1660411" y="92725"/>
                </a:lnTo>
                <a:lnTo>
                  <a:pt x="1660444" y="92413"/>
                </a:lnTo>
                <a:lnTo>
                  <a:pt x="1660486" y="92107"/>
                </a:lnTo>
                <a:lnTo>
                  <a:pt x="1660538" y="91807"/>
                </a:lnTo>
                <a:lnTo>
                  <a:pt x="1660600" y="91513"/>
                </a:lnTo>
                <a:lnTo>
                  <a:pt x="1660671" y="91225"/>
                </a:lnTo>
                <a:lnTo>
                  <a:pt x="1660751" y="90943"/>
                </a:lnTo>
                <a:lnTo>
                  <a:pt x="1660841" y="90668"/>
                </a:lnTo>
                <a:lnTo>
                  <a:pt x="1660940" y="90398"/>
                </a:lnTo>
                <a:lnTo>
                  <a:pt x="1661049" y="90135"/>
                </a:lnTo>
                <a:lnTo>
                  <a:pt x="1661167" y="89878"/>
                </a:lnTo>
                <a:lnTo>
                  <a:pt x="1661295" y="89627"/>
                </a:lnTo>
                <a:lnTo>
                  <a:pt x="1661432" y="89382"/>
                </a:lnTo>
                <a:lnTo>
                  <a:pt x="1661578" y="89143"/>
                </a:lnTo>
                <a:lnTo>
                  <a:pt x="1661734" y="88910"/>
                </a:lnTo>
                <a:lnTo>
                  <a:pt x="1661900" y="88684"/>
                </a:lnTo>
                <a:lnTo>
                  <a:pt x="1662075" y="88463"/>
                </a:lnTo>
                <a:lnTo>
                  <a:pt x="1662259" y="88249"/>
                </a:lnTo>
                <a:lnTo>
                  <a:pt x="1662453" y="88040"/>
                </a:lnTo>
                <a:lnTo>
                  <a:pt x="1662656" y="87838"/>
                </a:lnTo>
                <a:lnTo>
                  <a:pt x="1662869" y="87642"/>
                </a:lnTo>
                <a:lnTo>
                  <a:pt x="1663091" y="87452"/>
                </a:lnTo>
                <a:lnTo>
                  <a:pt x="1663334" y="87269"/>
                </a:lnTo>
                <a:lnTo>
                  <a:pt x="1663585" y="87094"/>
                </a:lnTo>
                <a:lnTo>
                  <a:pt x="1663842" y="86927"/>
                </a:lnTo>
                <a:lnTo>
                  <a:pt x="1664105" y="86767"/>
                </a:lnTo>
                <a:lnTo>
                  <a:pt x="1664376" y="86615"/>
                </a:lnTo>
                <a:lnTo>
                  <a:pt x="1664653" y="86471"/>
                </a:lnTo>
                <a:lnTo>
                  <a:pt x="1664936" y="86335"/>
                </a:lnTo>
                <a:lnTo>
                  <a:pt x="1665227" y="86206"/>
                </a:lnTo>
                <a:lnTo>
                  <a:pt x="1665524" y="86086"/>
                </a:lnTo>
                <a:lnTo>
                  <a:pt x="1665827" y="85973"/>
                </a:lnTo>
                <a:lnTo>
                  <a:pt x="1666137" y="85868"/>
                </a:lnTo>
                <a:lnTo>
                  <a:pt x="1666454" y="85770"/>
                </a:lnTo>
                <a:lnTo>
                  <a:pt x="1666778" y="85681"/>
                </a:lnTo>
                <a:lnTo>
                  <a:pt x="1667109" y="85599"/>
                </a:lnTo>
                <a:lnTo>
                  <a:pt x="1667446" y="85525"/>
                </a:lnTo>
                <a:lnTo>
                  <a:pt x="1667789" y="85459"/>
                </a:lnTo>
                <a:lnTo>
                  <a:pt x="1668140" y="85401"/>
                </a:lnTo>
                <a:lnTo>
                  <a:pt x="1668497" y="85350"/>
                </a:lnTo>
                <a:lnTo>
                  <a:pt x="1668860" y="85307"/>
                </a:lnTo>
                <a:lnTo>
                  <a:pt x="1669231" y="85272"/>
                </a:lnTo>
                <a:lnTo>
                  <a:pt x="1669608" y="85245"/>
                </a:lnTo>
                <a:lnTo>
                  <a:pt x="1669992" y="85225"/>
                </a:lnTo>
                <a:lnTo>
                  <a:pt x="1670382" y="85214"/>
                </a:lnTo>
                <a:lnTo>
                  <a:pt x="1670779" y="85210"/>
                </a:lnTo>
                <a:lnTo>
                  <a:pt x="1683913" y="85210"/>
                </a:lnTo>
                <a:lnTo>
                  <a:pt x="1685168" y="85198"/>
                </a:lnTo>
                <a:lnTo>
                  <a:pt x="1686399" y="85161"/>
                </a:lnTo>
                <a:lnTo>
                  <a:pt x="1687604" y="85100"/>
                </a:lnTo>
                <a:lnTo>
                  <a:pt x="1688785" y="85014"/>
                </a:lnTo>
                <a:lnTo>
                  <a:pt x="1689940" y="84904"/>
                </a:lnTo>
                <a:lnTo>
                  <a:pt x="1691070" y="84769"/>
                </a:lnTo>
                <a:lnTo>
                  <a:pt x="1692176" y="84610"/>
                </a:lnTo>
                <a:lnTo>
                  <a:pt x="1693256" y="84427"/>
                </a:lnTo>
                <a:lnTo>
                  <a:pt x="1694311" y="84219"/>
                </a:lnTo>
                <a:lnTo>
                  <a:pt x="1695342" y="83986"/>
                </a:lnTo>
                <a:lnTo>
                  <a:pt x="1696347" y="83729"/>
                </a:lnTo>
                <a:lnTo>
                  <a:pt x="1697327" y="83448"/>
                </a:lnTo>
                <a:lnTo>
                  <a:pt x="1698282" y="83142"/>
                </a:lnTo>
                <a:lnTo>
                  <a:pt x="1699212" y="82812"/>
                </a:lnTo>
                <a:lnTo>
                  <a:pt x="1700118" y="82457"/>
                </a:lnTo>
                <a:lnTo>
                  <a:pt x="1700998" y="82078"/>
                </a:lnTo>
                <a:lnTo>
                  <a:pt x="1701853" y="81674"/>
                </a:lnTo>
                <a:lnTo>
                  <a:pt x="1702683" y="81246"/>
                </a:lnTo>
                <a:lnTo>
                  <a:pt x="1703488" y="80793"/>
                </a:lnTo>
                <a:lnTo>
                  <a:pt x="1704268" y="80316"/>
                </a:lnTo>
                <a:lnTo>
                  <a:pt x="1705023" y="79814"/>
                </a:lnTo>
                <a:lnTo>
                  <a:pt x="1705753" y="79288"/>
                </a:lnTo>
                <a:lnTo>
                  <a:pt x="1706457" y="78737"/>
                </a:lnTo>
                <a:lnTo>
                  <a:pt x="1707137" y="78162"/>
                </a:lnTo>
                <a:lnTo>
                  <a:pt x="1707804" y="77567"/>
                </a:lnTo>
                <a:lnTo>
                  <a:pt x="1708442" y="76954"/>
                </a:lnTo>
                <a:lnTo>
                  <a:pt x="1709052" y="76325"/>
                </a:lnTo>
                <a:lnTo>
                  <a:pt x="1709633" y="75680"/>
                </a:lnTo>
                <a:lnTo>
                  <a:pt x="1710186" y="75017"/>
                </a:lnTo>
                <a:lnTo>
                  <a:pt x="1710711" y="74338"/>
                </a:lnTo>
                <a:lnTo>
                  <a:pt x="1711207" y="73643"/>
                </a:lnTo>
                <a:lnTo>
                  <a:pt x="1711675" y="72930"/>
                </a:lnTo>
                <a:lnTo>
                  <a:pt x="1712115" y="72201"/>
                </a:lnTo>
                <a:lnTo>
                  <a:pt x="1712526" y="71455"/>
                </a:lnTo>
                <a:lnTo>
                  <a:pt x="1712909" y="70693"/>
                </a:lnTo>
                <a:lnTo>
                  <a:pt x="1713264" y="69914"/>
                </a:lnTo>
                <a:lnTo>
                  <a:pt x="1713590" y="69118"/>
                </a:lnTo>
                <a:lnTo>
                  <a:pt x="1713888" y="68305"/>
                </a:lnTo>
                <a:lnTo>
                  <a:pt x="1714157" y="67476"/>
                </a:lnTo>
                <a:lnTo>
                  <a:pt x="1714398" y="66630"/>
                </a:lnTo>
                <a:lnTo>
                  <a:pt x="1714611" y="65768"/>
                </a:lnTo>
                <a:lnTo>
                  <a:pt x="1714795" y="64888"/>
                </a:lnTo>
                <a:lnTo>
                  <a:pt x="1714951" y="63992"/>
                </a:lnTo>
                <a:lnTo>
                  <a:pt x="1715079" y="63080"/>
                </a:lnTo>
                <a:lnTo>
                  <a:pt x="1715178" y="62151"/>
                </a:lnTo>
                <a:lnTo>
                  <a:pt x="1715249" y="61205"/>
                </a:lnTo>
                <a:lnTo>
                  <a:pt x="1715292" y="60242"/>
                </a:lnTo>
                <a:lnTo>
                  <a:pt x="1715306" y="59262"/>
                </a:lnTo>
                <a:lnTo>
                  <a:pt x="1715302" y="58810"/>
                </a:lnTo>
                <a:lnTo>
                  <a:pt x="1715291" y="58360"/>
                </a:lnTo>
                <a:lnTo>
                  <a:pt x="1715273" y="57914"/>
                </a:lnTo>
                <a:lnTo>
                  <a:pt x="1715248" y="57469"/>
                </a:lnTo>
                <a:lnTo>
                  <a:pt x="1715216" y="57028"/>
                </a:lnTo>
                <a:lnTo>
                  <a:pt x="1715176" y="56590"/>
                </a:lnTo>
                <a:lnTo>
                  <a:pt x="1715129" y="56154"/>
                </a:lnTo>
                <a:lnTo>
                  <a:pt x="1715075" y="55721"/>
                </a:lnTo>
                <a:lnTo>
                  <a:pt x="1715013" y="55291"/>
                </a:lnTo>
                <a:lnTo>
                  <a:pt x="1714944" y="54863"/>
                </a:lnTo>
                <a:lnTo>
                  <a:pt x="1714869" y="54439"/>
                </a:lnTo>
                <a:lnTo>
                  <a:pt x="1714785" y="54017"/>
                </a:lnTo>
                <a:lnTo>
                  <a:pt x="1714695" y="53598"/>
                </a:lnTo>
                <a:lnTo>
                  <a:pt x="1714597" y="53182"/>
                </a:lnTo>
                <a:lnTo>
                  <a:pt x="1714493" y="52768"/>
                </a:lnTo>
                <a:lnTo>
                  <a:pt x="1714381" y="52357"/>
                </a:lnTo>
                <a:lnTo>
                  <a:pt x="1714261" y="51949"/>
                </a:lnTo>
                <a:lnTo>
                  <a:pt x="1714135" y="51544"/>
                </a:lnTo>
                <a:lnTo>
                  <a:pt x="1714001" y="51142"/>
                </a:lnTo>
                <a:lnTo>
                  <a:pt x="1713860" y="50742"/>
                </a:lnTo>
                <a:lnTo>
                  <a:pt x="1713712" y="50346"/>
                </a:lnTo>
                <a:lnTo>
                  <a:pt x="1713556" y="49952"/>
                </a:lnTo>
                <a:lnTo>
                  <a:pt x="1713394" y="49560"/>
                </a:lnTo>
                <a:lnTo>
                  <a:pt x="1713224" y="49172"/>
                </a:lnTo>
                <a:lnTo>
                  <a:pt x="1713060" y="48774"/>
                </a:lnTo>
                <a:lnTo>
                  <a:pt x="1712890" y="48383"/>
                </a:lnTo>
                <a:lnTo>
                  <a:pt x="1712713" y="47998"/>
                </a:lnTo>
                <a:lnTo>
                  <a:pt x="1712530" y="47619"/>
                </a:lnTo>
                <a:lnTo>
                  <a:pt x="1712340" y="47246"/>
                </a:lnTo>
                <a:lnTo>
                  <a:pt x="1712143" y="46879"/>
                </a:lnTo>
                <a:lnTo>
                  <a:pt x="1711939" y="46519"/>
                </a:lnTo>
                <a:lnTo>
                  <a:pt x="1711729" y="46164"/>
                </a:lnTo>
                <a:lnTo>
                  <a:pt x="1711512" y="45816"/>
                </a:lnTo>
                <a:lnTo>
                  <a:pt x="1711289" y="45474"/>
                </a:lnTo>
                <a:lnTo>
                  <a:pt x="1711058" y="45137"/>
                </a:lnTo>
                <a:lnTo>
                  <a:pt x="1710821" y="44807"/>
                </a:lnTo>
                <a:lnTo>
                  <a:pt x="1710578" y="44483"/>
                </a:lnTo>
                <a:lnTo>
                  <a:pt x="1710328" y="44165"/>
                </a:lnTo>
                <a:lnTo>
                  <a:pt x="1710071" y="43854"/>
                </a:lnTo>
                <a:lnTo>
                  <a:pt x="1709807" y="43548"/>
                </a:lnTo>
                <a:lnTo>
                  <a:pt x="1709537" y="43249"/>
                </a:lnTo>
                <a:lnTo>
                  <a:pt x="1709260" y="42955"/>
                </a:lnTo>
                <a:lnTo>
                  <a:pt x="1708976" y="42668"/>
                </a:lnTo>
                <a:lnTo>
                  <a:pt x="1708686" y="42387"/>
                </a:lnTo>
                <a:lnTo>
                  <a:pt x="1708389" y="42112"/>
                </a:lnTo>
                <a:lnTo>
                  <a:pt x="1708085" y="41843"/>
                </a:lnTo>
                <a:lnTo>
                  <a:pt x="1707775" y="41580"/>
                </a:lnTo>
                <a:lnTo>
                  <a:pt x="1707458" y="41324"/>
                </a:lnTo>
                <a:lnTo>
                  <a:pt x="1707458" y="41003"/>
                </a:lnTo>
                <a:lnTo>
                  <a:pt x="1708067" y="40863"/>
                </a:lnTo>
                <a:lnTo>
                  <a:pt x="1708666" y="40710"/>
                </a:lnTo>
                <a:lnTo>
                  <a:pt x="1709255" y="40543"/>
                </a:lnTo>
                <a:lnTo>
                  <a:pt x="1709834" y="40363"/>
                </a:lnTo>
                <a:lnTo>
                  <a:pt x="1710403" y="40169"/>
                </a:lnTo>
                <a:lnTo>
                  <a:pt x="1710961" y="39962"/>
                </a:lnTo>
                <a:lnTo>
                  <a:pt x="1711510" y="39742"/>
                </a:lnTo>
                <a:lnTo>
                  <a:pt x="1712049" y="39508"/>
                </a:lnTo>
                <a:lnTo>
                  <a:pt x="1712578" y="39261"/>
                </a:lnTo>
                <a:lnTo>
                  <a:pt x="1713097" y="39001"/>
                </a:lnTo>
                <a:lnTo>
                  <a:pt x="1713606" y="38727"/>
                </a:lnTo>
                <a:lnTo>
                  <a:pt x="1714105" y="38441"/>
                </a:lnTo>
                <a:lnTo>
                  <a:pt x="1714594" y="38140"/>
                </a:lnTo>
                <a:lnTo>
                  <a:pt x="1715072" y="37827"/>
                </a:lnTo>
                <a:lnTo>
                  <a:pt x="1715541" y="37500"/>
                </a:lnTo>
                <a:lnTo>
                  <a:pt x="1716000" y="37159"/>
                </a:lnTo>
                <a:lnTo>
                  <a:pt x="1716449" y="36805"/>
                </a:lnTo>
                <a:lnTo>
                  <a:pt x="1716888" y="36438"/>
                </a:lnTo>
                <a:lnTo>
                  <a:pt x="1717316" y="36058"/>
                </a:lnTo>
                <a:lnTo>
                  <a:pt x="1717735" y="35664"/>
                </a:lnTo>
                <a:lnTo>
                  <a:pt x="1718144" y="35257"/>
                </a:lnTo>
                <a:lnTo>
                  <a:pt x="1718543" y="34837"/>
                </a:lnTo>
                <a:lnTo>
                  <a:pt x="1718932" y="34403"/>
                </a:lnTo>
                <a:lnTo>
                  <a:pt x="1719310" y="33956"/>
                </a:lnTo>
                <a:lnTo>
                  <a:pt x="1719689" y="33484"/>
                </a:lnTo>
                <a:lnTo>
                  <a:pt x="1720052" y="33005"/>
                </a:lnTo>
                <a:lnTo>
                  <a:pt x="1720399" y="32517"/>
                </a:lnTo>
                <a:lnTo>
                  <a:pt x="1720730" y="32020"/>
                </a:lnTo>
                <a:lnTo>
                  <a:pt x="1721044" y="31516"/>
                </a:lnTo>
                <a:lnTo>
                  <a:pt x="1721342" y="31003"/>
                </a:lnTo>
                <a:lnTo>
                  <a:pt x="1721625" y="30481"/>
                </a:lnTo>
                <a:lnTo>
                  <a:pt x="1721891" y="29952"/>
                </a:lnTo>
                <a:lnTo>
                  <a:pt x="1722141" y="29414"/>
                </a:lnTo>
                <a:lnTo>
                  <a:pt x="1722375" y="28867"/>
                </a:lnTo>
                <a:lnTo>
                  <a:pt x="1722592" y="28312"/>
                </a:lnTo>
                <a:lnTo>
                  <a:pt x="1722794" y="27749"/>
                </a:lnTo>
                <a:lnTo>
                  <a:pt x="1722979" y="27178"/>
                </a:lnTo>
                <a:lnTo>
                  <a:pt x="1723149" y="26598"/>
                </a:lnTo>
                <a:lnTo>
                  <a:pt x="1723302" y="26010"/>
                </a:lnTo>
                <a:lnTo>
                  <a:pt x="1723439" y="25413"/>
                </a:lnTo>
                <a:lnTo>
                  <a:pt x="1723560" y="24809"/>
                </a:lnTo>
                <a:lnTo>
                  <a:pt x="1723665" y="24196"/>
                </a:lnTo>
                <a:lnTo>
                  <a:pt x="1723753" y="23574"/>
                </a:lnTo>
                <a:lnTo>
                  <a:pt x="1723826" y="22944"/>
                </a:lnTo>
                <a:lnTo>
                  <a:pt x="1723882" y="22306"/>
                </a:lnTo>
                <a:lnTo>
                  <a:pt x="1723923" y="21660"/>
                </a:lnTo>
                <a:lnTo>
                  <a:pt x="1723947" y="21005"/>
                </a:lnTo>
                <a:lnTo>
                  <a:pt x="1723955" y="20341"/>
                </a:lnTo>
                <a:lnTo>
                  <a:pt x="1710982" y="20341"/>
                </a:lnTo>
                <a:lnTo>
                  <a:pt x="1710936" y="20806"/>
                </a:lnTo>
                <a:lnTo>
                  <a:pt x="1710881" y="21267"/>
                </a:lnTo>
                <a:lnTo>
                  <a:pt x="1710816" y="21723"/>
                </a:lnTo>
                <a:lnTo>
                  <a:pt x="1710741" y="22174"/>
                </a:lnTo>
                <a:lnTo>
                  <a:pt x="1710656" y="22622"/>
                </a:lnTo>
                <a:lnTo>
                  <a:pt x="1710561" y="23064"/>
                </a:lnTo>
                <a:lnTo>
                  <a:pt x="1710456" y="23503"/>
                </a:lnTo>
                <a:lnTo>
                  <a:pt x="1710341" y="23936"/>
                </a:lnTo>
                <a:lnTo>
                  <a:pt x="1710216" y="24366"/>
                </a:lnTo>
                <a:lnTo>
                  <a:pt x="1710081" y="24791"/>
                </a:lnTo>
                <a:lnTo>
                  <a:pt x="1709935" y="25211"/>
                </a:lnTo>
                <a:lnTo>
                  <a:pt x="1709780" y="25627"/>
                </a:lnTo>
                <a:lnTo>
                  <a:pt x="1709615" y="26039"/>
                </a:lnTo>
                <a:lnTo>
                  <a:pt x="1709440" y="26446"/>
                </a:lnTo>
                <a:lnTo>
                  <a:pt x="1709255" y="26848"/>
                </a:lnTo>
                <a:lnTo>
                  <a:pt x="1709059" y="27247"/>
                </a:lnTo>
                <a:lnTo>
                  <a:pt x="1708854" y="27640"/>
                </a:lnTo>
                <a:lnTo>
                  <a:pt x="1708639" y="28030"/>
                </a:lnTo>
                <a:lnTo>
                  <a:pt x="1708414" y="28414"/>
                </a:lnTo>
                <a:lnTo>
                  <a:pt x="1708178" y="28795"/>
                </a:lnTo>
                <a:lnTo>
                  <a:pt x="1707933" y="29171"/>
                </a:lnTo>
                <a:lnTo>
                  <a:pt x="1707678" y="29542"/>
                </a:lnTo>
                <a:lnTo>
                  <a:pt x="1707413" y="29909"/>
                </a:lnTo>
                <a:lnTo>
                  <a:pt x="1707137" y="30272"/>
                </a:lnTo>
                <a:lnTo>
                  <a:pt x="1706865" y="30615"/>
                </a:lnTo>
                <a:lnTo>
                  <a:pt x="1706581" y="30949"/>
                </a:lnTo>
                <a:lnTo>
                  <a:pt x="1706286" y="31275"/>
                </a:lnTo>
                <a:lnTo>
                  <a:pt x="1705981" y="31593"/>
                </a:lnTo>
                <a:lnTo>
                  <a:pt x="1705664" y="31903"/>
                </a:lnTo>
                <a:lnTo>
                  <a:pt x="1705335" y="32204"/>
                </a:lnTo>
                <a:lnTo>
                  <a:pt x="1704996" y="32497"/>
                </a:lnTo>
                <a:lnTo>
                  <a:pt x="1704646" y="32781"/>
                </a:lnTo>
                <a:lnTo>
                  <a:pt x="1704284" y="33057"/>
                </a:lnTo>
                <a:lnTo>
                  <a:pt x="1703912" y="33325"/>
                </a:lnTo>
                <a:lnTo>
                  <a:pt x="1703528" y="33585"/>
                </a:lnTo>
                <a:lnTo>
                  <a:pt x="1703133" y="33836"/>
                </a:lnTo>
                <a:lnTo>
                  <a:pt x="1702727" y="34078"/>
                </a:lnTo>
                <a:lnTo>
                  <a:pt x="1702310" y="34313"/>
                </a:lnTo>
                <a:lnTo>
                  <a:pt x="1701882" y="34539"/>
                </a:lnTo>
                <a:lnTo>
                  <a:pt x="1701442" y="34757"/>
                </a:lnTo>
                <a:lnTo>
                  <a:pt x="1700992" y="34966"/>
                </a:lnTo>
                <a:lnTo>
                  <a:pt x="1700530" y="35167"/>
                </a:lnTo>
                <a:lnTo>
                  <a:pt x="1700058" y="35360"/>
                </a:lnTo>
                <a:lnTo>
                  <a:pt x="1699574" y="35544"/>
                </a:lnTo>
                <a:lnTo>
                  <a:pt x="1699079" y="35720"/>
                </a:lnTo>
                <a:lnTo>
                  <a:pt x="1698573" y="35888"/>
                </a:lnTo>
                <a:lnTo>
                  <a:pt x="1698056" y="36047"/>
                </a:lnTo>
                <a:lnTo>
                  <a:pt x="1697527" y="36198"/>
                </a:lnTo>
                <a:lnTo>
                  <a:pt x="1697013" y="35976"/>
                </a:lnTo>
                <a:lnTo>
                  <a:pt x="1696486" y="35763"/>
                </a:lnTo>
                <a:lnTo>
                  <a:pt x="1695946" y="35560"/>
                </a:lnTo>
                <a:lnTo>
                  <a:pt x="1695392" y="35366"/>
                </a:lnTo>
                <a:lnTo>
                  <a:pt x="1694824" y="35182"/>
                </a:lnTo>
                <a:lnTo>
                  <a:pt x="1694244" y="35007"/>
                </a:lnTo>
                <a:lnTo>
                  <a:pt x="1693650" y="34841"/>
                </a:lnTo>
                <a:lnTo>
                  <a:pt x="1693043" y="34685"/>
                </a:lnTo>
                <a:lnTo>
                  <a:pt x="1692422" y="34539"/>
                </a:lnTo>
                <a:lnTo>
                  <a:pt x="1691788" y="34402"/>
                </a:lnTo>
                <a:lnTo>
                  <a:pt x="1691141" y="34274"/>
                </a:lnTo>
                <a:lnTo>
                  <a:pt x="1690480" y="34156"/>
                </a:lnTo>
                <a:lnTo>
                  <a:pt x="1689806" y="34047"/>
                </a:lnTo>
                <a:lnTo>
                  <a:pt x="1689118" y="33948"/>
                </a:lnTo>
                <a:lnTo>
                  <a:pt x="1688418" y="33858"/>
                </a:lnTo>
                <a:lnTo>
                  <a:pt x="1687704" y="33778"/>
                </a:lnTo>
                <a:lnTo>
                  <a:pt x="1686976" y="33707"/>
                </a:lnTo>
                <a:lnTo>
                  <a:pt x="1686235" y="33645"/>
                </a:lnTo>
                <a:lnTo>
                  <a:pt x="1685481" y="33593"/>
                </a:lnTo>
                <a:lnTo>
                  <a:pt x="1684714" y="33551"/>
                </a:lnTo>
                <a:lnTo>
                  <a:pt x="1683933" y="33518"/>
                </a:lnTo>
                <a:lnTo>
                  <a:pt x="1683139" y="33494"/>
                </a:lnTo>
                <a:lnTo>
                  <a:pt x="1682331" y="33480"/>
                </a:lnTo>
                <a:lnTo>
                  <a:pt x="1681510" y="33475"/>
                </a:lnTo>
                <a:lnTo>
                  <a:pt x="1680123" y="33487"/>
                </a:lnTo>
                <a:lnTo>
                  <a:pt x="1678764" y="33523"/>
                </a:lnTo>
                <a:lnTo>
                  <a:pt x="1677434" y="33583"/>
                </a:lnTo>
                <a:lnTo>
                  <a:pt x="1676131" y="33667"/>
                </a:lnTo>
                <a:lnTo>
                  <a:pt x="1674858" y="33774"/>
                </a:lnTo>
                <a:lnTo>
                  <a:pt x="1673612" y="33906"/>
                </a:lnTo>
                <a:lnTo>
                  <a:pt x="1672395" y="34061"/>
                </a:lnTo>
                <a:lnTo>
                  <a:pt x="1671206" y="34241"/>
                </a:lnTo>
                <a:lnTo>
                  <a:pt x="1670046" y="34444"/>
                </a:lnTo>
                <a:lnTo>
                  <a:pt x="1668914" y="34671"/>
                </a:lnTo>
                <a:lnTo>
                  <a:pt x="1667810" y="34922"/>
                </a:lnTo>
                <a:lnTo>
                  <a:pt x="1666735" y="35197"/>
                </a:lnTo>
                <a:lnTo>
                  <a:pt x="1665688" y="35496"/>
                </a:lnTo>
                <a:lnTo>
                  <a:pt x="1664669" y="35819"/>
                </a:lnTo>
                <a:lnTo>
                  <a:pt x="1663679" y="36166"/>
                </a:lnTo>
                <a:lnTo>
                  <a:pt x="1662717" y="36536"/>
                </a:lnTo>
                <a:lnTo>
                  <a:pt x="1661784" y="36931"/>
                </a:lnTo>
                <a:lnTo>
                  <a:pt x="1660879" y="37349"/>
                </a:lnTo>
                <a:lnTo>
                  <a:pt x="1660002" y="37792"/>
                </a:lnTo>
                <a:lnTo>
                  <a:pt x="1659154" y="38258"/>
                </a:lnTo>
                <a:lnTo>
                  <a:pt x="1658334" y="38748"/>
                </a:lnTo>
                <a:lnTo>
                  <a:pt x="1657542" y="39263"/>
                </a:lnTo>
                <a:lnTo>
                  <a:pt x="1656779" y="39801"/>
                </a:lnTo>
                <a:lnTo>
                  <a:pt x="1656044" y="40363"/>
                </a:lnTo>
                <a:lnTo>
                  <a:pt x="1655351" y="40945"/>
                </a:lnTo>
                <a:lnTo>
                  <a:pt x="1654688" y="41546"/>
                </a:lnTo>
                <a:lnTo>
                  <a:pt x="1654054" y="42164"/>
                </a:lnTo>
                <a:lnTo>
                  <a:pt x="1653450" y="42801"/>
                </a:lnTo>
                <a:lnTo>
                  <a:pt x="1652875" y="43455"/>
                </a:lnTo>
                <a:lnTo>
                  <a:pt x="1652330" y="44127"/>
                </a:lnTo>
                <a:lnTo>
                  <a:pt x="1651814" y="44816"/>
                </a:lnTo>
                <a:lnTo>
                  <a:pt x="1651328" y="45524"/>
                </a:lnTo>
                <a:lnTo>
                  <a:pt x="1650871" y="46249"/>
                </a:lnTo>
                <a:lnTo>
                  <a:pt x="1650443" y="46992"/>
                </a:lnTo>
                <a:lnTo>
                  <a:pt x="1650045" y="47753"/>
                </a:lnTo>
                <a:lnTo>
                  <a:pt x="1649677" y="48531"/>
                </a:lnTo>
                <a:lnTo>
                  <a:pt x="1649338" y="49328"/>
                </a:lnTo>
                <a:lnTo>
                  <a:pt x="1649028" y="50142"/>
                </a:lnTo>
                <a:lnTo>
                  <a:pt x="1648748" y="50974"/>
                </a:lnTo>
                <a:lnTo>
                  <a:pt x="1648498" y="51824"/>
                </a:lnTo>
                <a:lnTo>
                  <a:pt x="1648277" y="52691"/>
                </a:lnTo>
                <a:lnTo>
                  <a:pt x="1648085" y="53576"/>
                </a:lnTo>
                <a:lnTo>
                  <a:pt x="1647923" y="54480"/>
                </a:lnTo>
                <a:lnTo>
                  <a:pt x="1647790" y="55401"/>
                </a:lnTo>
                <a:lnTo>
                  <a:pt x="1647687" y="56339"/>
                </a:lnTo>
                <a:lnTo>
                  <a:pt x="1647613" y="57296"/>
                </a:lnTo>
                <a:lnTo>
                  <a:pt x="1647569" y="58270"/>
                </a:lnTo>
                <a:lnTo>
                  <a:pt x="1647555" y="59262"/>
                </a:lnTo>
                <a:lnTo>
                  <a:pt x="1647560" y="59834"/>
                </a:lnTo>
                <a:lnTo>
                  <a:pt x="1647575" y="60399"/>
                </a:lnTo>
                <a:lnTo>
                  <a:pt x="1647600" y="60959"/>
                </a:lnTo>
                <a:lnTo>
                  <a:pt x="1647635" y="61514"/>
                </a:lnTo>
                <a:lnTo>
                  <a:pt x="1647680" y="62063"/>
                </a:lnTo>
                <a:lnTo>
                  <a:pt x="1647735" y="62606"/>
                </a:lnTo>
                <a:lnTo>
                  <a:pt x="1647800" y="63144"/>
                </a:lnTo>
                <a:lnTo>
                  <a:pt x="1647875" y="63676"/>
                </a:lnTo>
                <a:lnTo>
                  <a:pt x="1647960" y="64203"/>
                </a:lnTo>
                <a:lnTo>
                  <a:pt x="1648055" y="64724"/>
                </a:lnTo>
                <a:lnTo>
                  <a:pt x="1648160" y="65239"/>
                </a:lnTo>
                <a:lnTo>
                  <a:pt x="1648275" y="65749"/>
                </a:lnTo>
                <a:lnTo>
                  <a:pt x="1648400" y="66254"/>
                </a:lnTo>
                <a:lnTo>
                  <a:pt x="1648536" y="66753"/>
                </a:lnTo>
                <a:lnTo>
                  <a:pt x="1648681" y="67246"/>
                </a:lnTo>
                <a:lnTo>
                  <a:pt x="1648836" y="67734"/>
                </a:lnTo>
                <a:lnTo>
                  <a:pt x="1649001" y="68216"/>
                </a:lnTo>
                <a:lnTo>
                  <a:pt x="1649176" y="68692"/>
                </a:lnTo>
                <a:lnTo>
                  <a:pt x="1649361" y="69163"/>
                </a:lnTo>
                <a:lnTo>
                  <a:pt x="1649557" y="69629"/>
                </a:lnTo>
                <a:lnTo>
                  <a:pt x="1649762" y="70089"/>
                </a:lnTo>
                <a:lnTo>
                  <a:pt x="1649977" y="70543"/>
                </a:lnTo>
                <a:lnTo>
                  <a:pt x="1650202" y="70992"/>
                </a:lnTo>
                <a:lnTo>
                  <a:pt x="1650438" y="71435"/>
                </a:lnTo>
                <a:lnTo>
                  <a:pt x="1650683" y="71872"/>
                </a:lnTo>
                <a:lnTo>
                  <a:pt x="1650938" y="72303"/>
                </a:lnTo>
                <a:lnTo>
                  <a:pt x="1651204" y="72727"/>
                </a:lnTo>
                <a:lnTo>
                  <a:pt x="1651479" y="73144"/>
                </a:lnTo>
                <a:lnTo>
                  <a:pt x="1651764" y="73554"/>
                </a:lnTo>
                <a:lnTo>
                  <a:pt x="1652059" y="73958"/>
                </a:lnTo>
                <a:lnTo>
                  <a:pt x="1652365" y="74355"/>
                </a:lnTo>
                <a:lnTo>
                  <a:pt x="1652680" y="74745"/>
                </a:lnTo>
                <a:lnTo>
                  <a:pt x="1653005" y="75129"/>
                </a:lnTo>
                <a:lnTo>
                  <a:pt x="1653341" y="75506"/>
                </a:lnTo>
                <a:lnTo>
                  <a:pt x="1653686" y="75877"/>
                </a:lnTo>
                <a:lnTo>
                  <a:pt x="1654042" y="76240"/>
                </a:lnTo>
                <a:lnTo>
                  <a:pt x="1654407" y="76597"/>
                </a:lnTo>
                <a:lnTo>
                  <a:pt x="1654782" y="76948"/>
                </a:lnTo>
                <a:lnTo>
                  <a:pt x="1655168" y="77291"/>
                </a:lnTo>
                <a:lnTo>
                  <a:pt x="1655563" y="77629"/>
                </a:lnTo>
                <a:lnTo>
                  <a:pt x="1655969" y="77959"/>
                </a:lnTo>
                <a:lnTo>
                  <a:pt x="1656384" y="78283"/>
                </a:lnTo>
                <a:lnTo>
                  <a:pt x="1656809" y="78600"/>
                </a:lnTo>
                <a:lnTo>
                  <a:pt x="1657245" y="78910"/>
                </a:lnTo>
                <a:lnTo>
                  <a:pt x="1657690" y="79214"/>
                </a:lnTo>
                <a:lnTo>
                  <a:pt x="1658146" y="79510"/>
                </a:lnTo>
                <a:lnTo>
                  <a:pt x="1658611" y="79801"/>
                </a:lnTo>
                <a:lnTo>
                  <a:pt x="1659087" y="80084"/>
                </a:lnTo>
                <a:lnTo>
                  <a:pt x="1658558" y="80197"/>
                </a:lnTo>
                <a:lnTo>
                  <a:pt x="1658038" y="80320"/>
                </a:lnTo>
                <a:lnTo>
                  <a:pt x="1657528" y="80455"/>
                </a:lnTo>
                <a:lnTo>
                  <a:pt x="1657027" y="80601"/>
                </a:lnTo>
                <a:lnTo>
                  <a:pt x="1656536" y="80757"/>
                </a:lnTo>
                <a:lnTo>
                  <a:pt x="1656054" y="80925"/>
                </a:lnTo>
                <a:lnTo>
                  <a:pt x="1655581" y="81104"/>
                </a:lnTo>
                <a:lnTo>
                  <a:pt x="1655118" y="81295"/>
                </a:lnTo>
                <a:lnTo>
                  <a:pt x="1654665" y="81496"/>
                </a:lnTo>
                <a:lnTo>
                  <a:pt x="1654221" y="81708"/>
                </a:lnTo>
                <a:lnTo>
                  <a:pt x="1653786" y="81932"/>
                </a:lnTo>
                <a:lnTo>
                  <a:pt x="1653361" y="82167"/>
                </a:lnTo>
                <a:lnTo>
                  <a:pt x="1652945" y="82412"/>
                </a:lnTo>
                <a:lnTo>
                  <a:pt x="1652539" y="82669"/>
                </a:lnTo>
                <a:lnTo>
                  <a:pt x="1652142" y="82937"/>
                </a:lnTo>
                <a:lnTo>
                  <a:pt x="1651755" y="83217"/>
                </a:lnTo>
                <a:lnTo>
                  <a:pt x="1651377" y="83507"/>
                </a:lnTo>
                <a:lnTo>
                  <a:pt x="1651008" y="83808"/>
                </a:lnTo>
                <a:lnTo>
                  <a:pt x="1650649" y="84121"/>
                </a:lnTo>
                <a:lnTo>
                  <a:pt x="1650300" y="84445"/>
                </a:lnTo>
                <a:lnTo>
                  <a:pt x="1649960" y="84779"/>
                </a:lnTo>
                <a:lnTo>
                  <a:pt x="1649629" y="85125"/>
                </a:lnTo>
                <a:lnTo>
                  <a:pt x="1649308" y="85482"/>
                </a:lnTo>
                <a:lnTo>
                  <a:pt x="1648996" y="85851"/>
                </a:lnTo>
                <a:lnTo>
                  <a:pt x="1648695" y="86226"/>
                </a:lnTo>
                <a:lnTo>
                  <a:pt x="1648408" y="86606"/>
                </a:lnTo>
                <a:lnTo>
                  <a:pt x="1648133" y="86989"/>
                </a:lnTo>
                <a:lnTo>
                  <a:pt x="1647870" y="87377"/>
                </a:lnTo>
                <a:lnTo>
                  <a:pt x="1647621" y="87768"/>
                </a:lnTo>
                <a:lnTo>
                  <a:pt x="1647384" y="88163"/>
                </a:lnTo>
                <a:lnTo>
                  <a:pt x="1647160" y="88562"/>
                </a:lnTo>
                <a:lnTo>
                  <a:pt x="1646949" y="88965"/>
                </a:lnTo>
                <a:lnTo>
                  <a:pt x="1646751" y="89372"/>
                </a:lnTo>
                <a:lnTo>
                  <a:pt x="1646566" y="89782"/>
                </a:lnTo>
                <a:lnTo>
                  <a:pt x="1646393" y="90197"/>
                </a:lnTo>
                <a:lnTo>
                  <a:pt x="1646233" y="90616"/>
                </a:lnTo>
                <a:lnTo>
                  <a:pt x="1646086" y="91038"/>
                </a:lnTo>
                <a:lnTo>
                  <a:pt x="1645952" y="91464"/>
                </a:lnTo>
                <a:lnTo>
                  <a:pt x="1645830" y="91894"/>
                </a:lnTo>
                <a:lnTo>
                  <a:pt x="1645721" y="92328"/>
                </a:lnTo>
                <a:lnTo>
                  <a:pt x="1645626" y="92766"/>
                </a:lnTo>
                <a:lnTo>
                  <a:pt x="1645542" y="93208"/>
                </a:lnTo>
                <a:lnTo>
                  <a:pt x="1645472" y="93654"/>
                </a:lnTo>
                <a:lnTo>
                  <a:pt x="1645414" y="94104"/>
                </a:lnTo>
                <a:lnTo>
                  <a:pt x="1645370" y="94557"/>
                </a:lnTo>
                <a:lnTo>
                  <a:pt x="1645338" y="95015"/>
                </a:lnTo>
                <a:lnTo>
                  <a:pt x="1645319" y="95476"/>
                </a:lnTo>
                <a:lnTo>
                  <a:pt x="1645312" y="95941"/>
                </a:lnTo>
                <a:lnTo>
                  <a:pt x="1645315" y="96287"/>
                </a:lnTo>
                <a:lnTo>
                  <a:pt x="1645325" y="96632"/>
                </a:lnTo>
                <a:lnTo>
                  <a:pt x="1645342" y="96975"/>
                </a:lnTo>
                <a:lnTo>
                  <a:pt x="1645366" y="97316"/>
                </a:lnTo>
                <a:lnTo>
                  <a:pt x="1645396" y="97655"/>
                </a:lnTo>
                <a:lnTo>
                  <a:pt x="1645432" y="97993"/>
                </a:lnTo>
                <a:lnTo>
                  <a:pt x="1645476" y="98330"/>
                </a:lnTo>
                <a:lnTo>
                  <a:pt x="1645526" y="98664"/>
                </a:lnTo>
                <a:lnTo>
                  <a:pt x="1645582" y="98997"/>
                </a:lnTo>
                <a:lnTo>
                  <a:pt x="1645646" y="99328"/>
                </a:lnTo>
                <a:lnTo>
                  <a:pt x="1645716" y="99658"/>
                </a:lnTo>
                <a:lnTo>
                  <a:pt x="1645793" y="99985"/>
                </a:lnTo>
                <a:lnTo>
                  <a:pt x="1645876" y="100312"/>
                </a:lnTo>
                <a:lnTo>
                  <a:pt x="1645966" y="100636"/>
                </a:lnTo>
                <a:lnTo>
                  <a:pt x="1646063" y="100959"/>
                </a:lnTo>
                <a:lnTo>
                  <a:pt x="1646166" y="101280"/>
                </a:lnTo>
                <a:lnTo>
                  <a:pt x="1646277" y="101600"/>
                </a:lnTo>
                <a:lnTo>
                  <a:pt x="1646393" y="101917"/>
                </a:lnTo>
                <a:lnTo>
                  <a:pt x="1646517" y="102234"/>
                </a:lnTo>
                <a:lnTo>
                  <a:pt x="1646647" y="102548"/>
                </a:lnTo>
                <a:lnTo>
                  <a:pt x="1646784" y="102861"/>
                </a:lnTo>
                <a:lnTo>
                  <a:pt x="1646927" y="103172"/>
                </a:lnTo>
                <a:lnTo>
                  <a:pt x="1647077" y="103482"/>
                </a:lnTo>
                <a:lnTo>
                  <a:pt x="1647234" y="103789"/>
                </a:lnTo>
                <a:lnTo>
                  <a:pt x="1647410" y="104094"/>
                </a:lnTo>
                <a:lnTo>
                  <a:pt x="1647591" y="104393"/>
                </a:lnTo>
                <a:lnTo>
                  <a:pt x="1647777" y="104688"/>
                </a:lnTo>
                <a:lnTo>
                  <a:pt x="1647968" y="104977"/>
                </a:lnTo>
                <a:lnTo>
                  <a:pt x="1648164" y="105262"/>
                </a:lnTo>
                <a:lnTo>
                  <a:pt x="1648365" y="105541"/>
                </a:lnTo>
                <a:lnTo>
                  <a:pt x="1648571" y="105816"/>
                </a:lnTo>
                <a:lnTo>
                  <a:pt x="1648783" y="106085"/>
                </a:lnTo>
                <a:lnTo>
                  <a:pt x="1648999" y="106350"/>
                </a:lnTo>
                <a:lnTo>
                  <a:pt x="1649220" y="106609"/>
                </a:lnTo>
                <a:lnTo>
                  <a:pt x="1649446" y="106864"/>
                </a:lnTo>
                <a:lnTo>
                  <a:pt x="1649677" y="107113"/>
                </a:lnTo>
                <a:lnTo>
                  <a:pt x="1649913" y="107357"/>
                </a:lnTo>
                <a:lnTo>
                  <a:pt x="1650154" y="107597"/>
                </a:lnTo>
                <a:lnTo>
                  <a:pt x="1650400" y="107831"/>
                </a:lnTo>
                <a:lnTo>
                  <a:pt x="1650651" y="108061"/>
                </a:lnTo>
                <a:lnTo>
                  <a:pt x="1650907" y="108285"/>
                </a:lnTo>
                <a:lnTo>
                  <a:pt x="1651168" y="108504"/>
                </a:lnTo>
                <a:lnTo>
                  <a:pt x="1651435" y="108719"/>
                </a:lnTo>
                <a:lnTo>
                  <a:pt x="1651706" y="108928"/>
                </a:lnTo>
                <a:lnTo>
                  <a:pt x="1651982" y="109133"/>
                </a:lnTo>
                <a:lnTo>
                  <a:pt x="1652263" y="109332"/>
                </a:lnTo>
                <a:lnTo>
                  <a:pt x="1652549" y="109526"/>
                </a:lnTo>
                <a:lnTo>
                  <a:pt x="1652840" y="109716"/>
                </a:lnTo>
                <a:lnTo>
                  <a:pt x="1652403" y="109907"/>
                </a:lnTo>
                <a:lnTo>
                  <a:pt x="1651973" y="110107"/>
                </a:lnTo>
                <a:lnTo>
                  <a:pt x="1651549" y="110316"/>
                </a:lnTo>
                <a:lnTo>
                  <a:pt x="1651132" y="110534"/>
                </a:lnTo>
                <a:lnTo>
                  <a:pt x="1650721" y="110761"/>
                </a:lnTo>
                <a:lnTo>
                  <a:pt x="1650318" y="110997"/>
                </a:lnTo>
                <a:lnTo>
                  <a:pt x="1649920" y="111242"/>
                </a:lnTo>
                <a:lnTo>
                  <a:pt x="1649530" y="111495"/>
                </a:lnTo>
                <a:lnTo>
                  <a:pt x="1649146" y="111758"/>
                </a:lnTo>
                <a:lnTo>
                  <a:pt x="1648769" y="112029"/>
                </a:lnTo>
                <a:lnTo>
                  <a:pt x="1648399" y="112310"/>
                </a:lnTo>
                <a:lnTo>
                  <a:pt x="1648035" y="112599"/>
                </a:lnTo>
                <a:lnTo>
                  <a:pt x="1647678" y="112897"/>
                </a:lnTo>
                <a:lnTo>
                  <a:pt x="1647328" y="113204"/>
                </a:lnTo>
                <a:lnTo>
                  <a:pt x="1646984" y="113520"/>
                </a:lnTo>
                <a:lnTo>
                  <a:pt x="1646647" y="113844"/>
                </a:lnTo>
                <a:lnTo>
                  <a:pt x="1646317" y="114178"/>
                </a:lnTo>
                <a:lnTo>
                  <a:pt x="1645993" y="114521"/>
                </a:lnTo>
                <a:lnTo>
                  <a:pt x="1645676" y="114872"/>
                </a:lnTo>
                <a:lnTo>
                  <a:pt x="1645366" y="115233"/>
                </a:lnTo>
                <a:lnTo>
                  <a:pt x="1645062" y="115602"/>
                </a:lnTo>
                <a:lnTo>
                  <a:pt x="1644765" y="115980"/>
                </a:lnTo>
                <a:lnTo>
                  <a:pt x="1644475" y="116367"/>
                </a:lnTo>
                <a:lnTo>
                  <a:pt x="1644191" y="116763"/>
                </a:lnTo>
                <a:lnTo>
                  <a:pt x="1643917" y="117166"/>
                </a:lnTo>
                <a:lnTo>
                  <a:pt x="1643654" y="117573"/>
                </a:lnTo>
                <a:lnTo>
                  <a:pt x="1643403" y="117984"/>
                </a:lnTo>
                <a:lnTo>
                  <a:pt x="1643163" y="118400"/>
                </a:lnTo>
                <a:lnTo>
                  <a:pt x="1642936" y="118821"/>
                </a:lnTo>
                <a:lnTo>
                  <a:pt x="1642720" y="119246"/>
                </a:lnTo>
                <a:lnTo>
                  <a:pt x="1642515" y="119675"/>
                </a:lnTo>
                <a:lnTo>
                  <a:pt x="1642322" y="120109"/>
                </a:lnTo>
                <a:lnTo>
                  <a:pt x="1642141" y="120547"/>
                </a:lnTo>
                <a:lnTo>
                  <a:pt x="1641972" y="120990"/>
                </a:lnTo>
                <a:lnTo>
                  <a:pt x="1641814" y="121437"/>
                </a:lnTo>
                <a:lnTo>
                  <a:pt x="1641668" y="121889"/>
                </a:lnTo>
                <a:lnTo>
                  <a:pt x="1641534" y="122345"/>
                </a:lnTo>
                <a:lnTo>
                  <a:pt x="1641412" y="122805"/>
                </a:lnTo>
                <a:lnTo>
                  <a:pt x="1641301" y="123270"/>
                </a:lnTo>
                <a:lnTo>
                  <a:pt x="1641201" y="123739"/>
                </a:lnTo>
                <a:lnTo>
                  <a:pt x="1641114" y="124213"/>
                </a:lnTo>
                <a:lnTo>
                  <a:pt x="1641038" y="124691"/>
                </a:lnTo>
                <a:lnTo>
                  <a:pt x="1640974" y="125174"/>
                </a:lnTo>
                <a:lnTo>
                  <a:pt x="1640921" y="125661"/>
                </a:lnTo>
                <a:lnTo>
                  <a:pt x="1640880" y="126153"/>
                </a:lnTo>
                <a:lnTo>
                  <a:pt x="1640851" y="126649"/>
                </a:lnTo>
                <a:lnTo>
                  <a:pt x="1640833" y="127150"/>
                </a:lnTo>
                <a:lnTo>
                  <a:pt x="1640828" y="127655"/>
                </a:lnTo>
                <a:lnTo>
                  <a:pt x="1640837" y="128331"/>
                </a:lnTo>
                <a:lnTo>
                  <a:pt x="1640866" y="128998"/>
                </a:lnTo>
                <a:lnTo>
                  <a:pt x="1640915" y="129657"/>
                </a:lnTo>
                <a:lnTo>
                  <a:pt x="1640983" y="130306"/>
                </a:lnTo>
                <a:lnTo>
                  <a:pt x="1641071" y="130947"/>
                </a:lnTo>
                <a:lnTo>
                  <a:pt x="1641178" y="131579"/>
                </a:lnTo>
                <a:lnTo>
                  <a:pt x="1641304" y="132202"/>
                </a:lnTo>
                <a:lnTo>
                  <a:pt x="1641450" y="132816"/>
                </a:lnTo>
                <a:lnTo>
                  <a:pt x="1641616" y="133421"/>
                </a:lnTo>
                <a:lnTo>
                  <a:pt x="1641801" y="134017"/>
                </a:lnTo>
                <a:lnTo>
                  <a:pt x="1642005" y="134604"/>
                </a:lnTo>
                <a:lnTo>
                  <a:pt x="1642229" y="135183"/>
                </a:lnTo>
                <a:lnTo>
                  <a:pt x="1642472" y="135752"/>
                </a:lnTo>
                <a:lnTo>
                  <a:pt x="1642735" y="136313"/>
                </a:lnTo>
                <a:lnTo>
                  <a:pt x="1643017" y="136864"/>
                </a:lnTo>
                <a:lnTo>
                  <a:pt x="1643319" y="137407"/>
                </a:lnTo>
                <a:lnTo>
                  <a:pt x="1643640" y="137941"/>
                </a:lnTo>
                <a:lnTo>
                  <a:pt x="1643981" y="138466"/>
                </a:lnTo>
                <a:lnTo>
                  <a:pt x="1644341" y="138982"/>
                </a:lnTo>
                <a:lnTo>
                  <a:pt x="1644721" y="139489"/>
                </a:lnTo>
                <a:lnTo>
                  <a:pt x="1645120" y="139988"/>
                </a:lnTo>
                <a:lnTo>
                  <a:pt x="1645538" y="140477"/>
                </a:lnTo>
                <a:lnTo>
                  <a:pt x="1645976" y="140958"/>
                </a:lnTo>
                <a:lnTo>
                  <a:pt x="1646434" y="141429"/>
                </a:lnTo>
                <a:lnTo>
                  <a:pt x="1646909" y="141887"/>
                </a:lnTo>
                <a:lnTo>
                  <a:pt x="1647400" y="142325"/>
                </a:lnTo>
                <a:lnTo>
                  <a:pt x="1647908" y="142743"/>
                </a:lnTo>
                <a:lnTo>
                  <a:pt x="1648431" y="143142"/>
                </a:lnTo>
                <a:lnTo>
                  <a:pt x="1648971" y="143522"/>
                </a:lnTo>
                <a:lnTo>
                  <a:pt x="1649527" y="143882"/>
                </a:lnTo>
                <a:lnTo>
                  <a:pt x="1650099" y="144222"/>
                </a:lnTo>
                <a:lnTo>
                  <a:pt x="1650687" y="144544"/>
                </a:lnTo>
                <a:lnTo>
                  <a:pt x="1651291" y="144845"/>
                </a:lnTo>
                <a:lnTo>
                  <a:pt x="1651911" y="145127"/>
                </a:lnTo>
                <a:lnTo>
                  <a:pt x="1652548" y="145390"/>
                </a:lnTo>
                <a:lnTo>
                  <a:pt x="1653201" y="145634"/>
                </a:lnTo>
                <a:lnTo>
                  <a:pt x="1653869" y="145857"/>
                </a:lnTo>
                <a:lnTo>
                  <a:pt x="1654554" y="146062"/>
                </a:lnTo>
                <a:lnTo>
                  <a:pt x="1655255" y="146247"/>
                </a:lnTo>
                <a:lnTo>
                  <a:pt x="1655972" y="146412"/>
                </a:lnTo>
                <a:lnTo>
                  <a:pt x="1656706" y="146558"/>
                </a:lnTo>
                <a:lnTo>
                  <a:pt x="1657455" y="146685"/>
                </a:lnTo>
                <a:lnTo>
                  <a:pt x="1658221" y="146792"/>
                </a:lnTo>
                <a:lnTo>
                  <a:pt x="1659002" y="146879"/>
                </a:lnTo>
                <a:lnTo>
                  <a:pt x="1659800" y="146947"/>
                </a:lnTo>
                <a:lnTo>
                  <a:pt x="1660614" y="146996"/>
                </a:lnTo>
                <a:lnTo>
                  <a:pt x="1661444" y="147025"/>
                </a:lnTo>
                <a:lnTo>
                  <a:pt x="1662290" y="147035"/>
                </a:lnTo>
                <a:lnTo>
                  <a:pt x="1699129" y="147035"/>
                </a:lnTo>
                <a:lnTo>
                  <a:pt x="1700107" y="147023"/>
                </a:lnTo>
                <a:lnTo>
                  <a:pt x="1701067" y="146988"/>
                </a:lnTo>
                <a:lnTo>
                  <a:pt x="1702007" y="146930"/>
                </a:lnTo>
                <a:lnTo>
                  <a:pt x="1702929" y="146848"/>
                </a:lnTo>
                <a:close/>
                <a:moveTo>
                  <a:pt x="1664491" y="136325"/>
                </a:moveTo>
                <a:lnTo>
                  <a:pt x="1664062" y="136264"/>
                </a:lnTo>
                <a:lnTo>
                  <a:pt x="1663643" y="136191"/>
                </a:lnTo>
                <a:lnTo>
                  <a:pt x="1663233" y="136108"/>
                </a:lnTo>
                <a:lnTo>
                  <a:pt x="1662833" y="136013"/>
                </a:lnTo>
                <a:lnTo>
                  <a:pt x="1662443" y="135908"/>
                </a:lnTo>
                <a:lnTo>
                  <a:pt x="1662061" y="135791"/>
                </a:lnTo>
                <a:lnTo>
                  <a:pt x="1661690" y="135663"/>
                </a:lnTo>
                <a:lnTo>
                  <a:pt x="1661327" y="135524"/>
                </a:lnTo>
                <a:lnTo>
                  <a:pt x="1660974" y="135374"/>
                </a:lnTo>
                <a:lnTo>
                  <a:pt x="1660631" y="135213"/>
                </a:lnTo>
                <a:lnTo>
                  <a:pt x="1660297" y="135040"/>
                </a:lnTo>
                <a:lnTo>
                  <a:pt x="1659972" y="134857"/>
                </a:lnTo>
                <a:lnTo>
                  <a:pt x="1659657" y="134662"/>
                </a:lnTo>
                <a:lnTo>
                  <a:pt x="1659352" y="134456"/>
                </a:lnTo>
                <a:lnTo>
                  <a:pt x="1659056" y="134239"/>
                </a:lnTo>
                <a:lnTo>
                  <a:pt x="1658769" y="134011"/>
                </a:lnTo>
                <a:lnTo>
                  <a:pt x="1658492" y="133772"/>
                </a:lnTo>
                <a:lnTo>
                  <a:pt x="1658224" y="133522"/>
                </a:lnTo>
                <a:lnTo>
                  <a:pt x="1657965" y="133261"/>
                </a:lnTo>
                <a:lnTo>
                  <a:pt x="1657717" y="132992"/>
                </a:lnTo>
                <a:lnTo>
                  <a:pt x="1657479" y="132719"/>
                </a:lnTo>
                <a:lnTo>
                  <a:pt x="1657252" y="132442"/>
                </a:lnTo>
                <a:lnTo>
                  <a:pt x="1657036" y="132162"/>
                </a:lnTo>
                <a:lnTo>
                  <a:pt x="1656830" y="131877"/>
                </a:lnTo>
                <a:lnTo>
                  <a:pt x="1656634" y="131589"/>
                </a:lnTo>
                <a:lnTo>
                  <a:pt x="1656449" y="131297"/>
                </a:lnTo>
                <a:lnTo>
                  <a:pt x="1656275" y="131000"/>
                </a:lnTo>
                <a:lnTo>
                  <a:pt x="1656111" y="130700"/>
                </a:lnTo>
                <a:lnTo>
                  <a:pt x="1655958" y="130396"/>
                </a:lnTo>
                <a:lnTo>
                  <a:pt x="1655815" y="130089"/>
                </a:lnTo>
                <a:lnTo>
                  <a:pt x="1655683" y="129777"/>
                </a:lnTo>
                <a:lnTo>
                  <a:pt x="1655562" y="129461"/>
                </a:lnTo>
                <a:lnTo>
                  <a:pt x="1655451" y="129142"/>
                </a:lnTo>
                <a:lnTo>
                  <a:pt x="1655350" y="128818"/>
                </a:lnTo>
                <a:lnTo>
                  <a:pt x="1655261" y="128491"/>
                </a:lnTo>
                <a:lnTo>
                  <a:pt x="1655181" y="128160"/>
                </a:lnTo>
                <a:lnTo>
                  <a:pt x="1655113" y="127825"/>
                </a:lnTo>
                <a:lnTo>
                  <a:pt x="1655054" y="127486"/>
                </a:lnTo>
                <a:lnTo>
                  <a:pt x="1655007" y="127143"/>
                </a:lnTo>
                <a:lnTo>
                  <a:pt x="1654970" y="126796"/>
                </a:lnTo>
                <a:lnTo>
                  <a:pt x="1654944" y="126446"/>
                </a:lnTo>
                <a:lnTo>
                  <a:pt x="1654928" y="126091"/>
                </a:lnTo>
                <a:lnTo>
                  <a:pt x="1654922" y="125733"/>
                </a:lnTo>
                <a:lnTo>
                  <a:pt x="1654928" y="125361"/>
                </a:lnTo>
                <a:lnTo>
                  <a:pt x="1654944" y="124994"/>
                </a:lnTo>
                <a:lnTo>
                  <a:pt x="1654970" y="124631"/>
                </a:lnTo>
                <a:lnTo>
                  <a:pt x="1655007" y="124273"/>
                </a:lnTo>
                <a:lnTo>
                  <a:pt x="1655054" y="123920"/>
                </a:lnTo>
                <a:lnTo>
                  <a:pt x="1655113" y="123570"/>
                </a:lnTo>
                <a:lnTo>
                  <a:pt x="1655181" y="123225"/>
                </a:lnTo>
                <a:lnTo>
                  <a:pt x="1655261" y="122885"/>
                </a:lnTo>
                <a:lnTo>
                  <a:pt x="1655350" y="122549"/>
                </a:lnTo>
                <a:lnTo>
                  <a:pt x="1655451" y="122218"/>
                </a:lnTo>
                <a:lnTo>
                  <a:pt x="1655562" y="121891"/>
                </a:lnTo>
                <a:lnTo>
                  <a:pt x="1655683" y="121568"/>
                </a:lnTo>
                <a:lnTo>
                  <a:pt x="1655815" y="121250"/>
                </a:lnTo>
                <a:lnTo>
                  <a:pt x="1655958" y="120936"/>
                </a:lnTo>
                <a:lnTo>
                  <a:pt x="1656111" y="120627"/>
                </a:lnTo>
                <a:lnTo>
                  <a:pt x="1656275" y="120322"/>
                </a:lnTo>
                <a:lnTo>
                  <a:pt x="1656449" y="120022"/>
                </a:lnTo>
                <a:lnTo>
                  <a:pt x="1656634" y="119726"/>
                </a:lnTo>
                <a:lnTo>
                  <a:pt x="1656830" y="119435"/>
                </a:lnTo>
                <a:lnTo>
                  <a:pt x="1657036" y="119148"/>
                </a:lnTo>
                <a:lnTo>
                  <a:pt x="1657252" y="118865"/>
                </a:lnTo>
                <a:lnTo>
                  <a:pt x="1657479" y="118587"/>
                </a:lnTo>
                <a:lnTo>
                  <a:pt x="1657717" y="118314"/>
                </a:lnTo>
                <a:lnTo>
                  <a:pt x="1657965" y="118044"/>
                </a:lnTo>
                <a:lnTo>
                  <a:pt x="1658224" y="117796"/>
                </a:lnTo>
                <a:lnTo>
                  <a:pt x="1658492" y="117558"/>
                </a:lnTo>
                <a:lnTo>
                  <a:pt x="1658769" y="117331"/>
                </a:lnTo>
                <a:lnTo>
                  <a:pt x="1659056" y="117115"/>
                </a:lnTo>
                <a:lnTo>
                  <a:pt x="1659352" y="116909"/>
                </a:lnTo>
                <a:lnTo>
                  <a:pt x="1659657" y="116713"/>
                </a:lnTo>
                <a:lnTo>
                  <a:pt x="1659972" y="116528"/>
                </a:lnTo>
                <a:lnTo>
                  <a:pt x="1660297" y="116354"/>
                </a:lnTo>
                <a:lnTo>
                  <a:pt x="1660631" y="116190"/>
                </a:lnTo>
                <a:lnTo>
                  <a:pt x="1660974" y="116037"/>
                </a:lnTo>
                <a:lnTo>
                  <a:pt x="1661327" y="115894"/>
                </a:lnTo>
                <a:lnTo>
                  <a:pt x="1661690" y="115762"/>
                </a:lnTo>
                <a:lnTo>
                  <a:pt x="1662061" y="115641"/>
                </a:lnTo>
                <a:lnTo>
                  <a:pt x="1662443" y="115530"/>
                </a:lnTo>
                <a:lnTo>
                  <a:pt x="1662833" y="115429"/>
                </a:lnTo>
                <a:lnTo>
                  <a:pt x="1663233" y="115339"/>
                </a:lnTo>
                <a:lnTo>
                  <a:pt x="1663643" y="115260"/>
                </a:lnTo>
                <a:lnTo>
                  <a:pt x="1664062" y="115191"/>
                </a:lnTo>
                <a:lnTo>
                  <a:pt x="1664491" y="115133"/>
                </a:lnTo>
                <a:lnTo>
                  <a:pt x="1664929" y="115086"/>
                </a:lnTo>
                <a:lnTo>
                  <a:pt x="1665376" y="115049"/>
                </a:lnTo>
                <a:lnTo>
                  <a:pt x="1665833" y="115022"/>
                </a:lnTo>
                <a:lnTo>
                  <a:pt x="1666299" y="115007"/>
                </a:lnTo>
                <a:lnTo>
                  <a:pt x="1666775" y="115001"/>
                </a:lnTo>
                <a:lnTo>
                  <a:pt x="1697047" y="115001"/>
                </a:lnTo>
                <a:lnTo>
                  <a:pt x="1697549" y="115007"/>
                </a:lnTo>
                <a:lnTo>
                  <a:pt x="1698039" y="115022"/>
                </a:lnTo>
                <a:lnTo>
                  <a:pt x="1698518" y="115049"/>
                </a:lnTo>
                <a:lnTo>
                  <a:pt x="1698987" y="115086"/>
                </a:lnTo>
                <a:lnTo>
                  <a:pt x="1699444" y="115133"/>
                </a:lnTo>
                <a:lnTo>
                  <a:pt x="1699890" y="115191"/>
                </a:lnTo>
                <a:lnTo>
                  <a:pt x="1700325" y="115260"/>
                </a:lnTo>
                <a:lnTo>
                  <a:pt x="1700749" y="115339"/>
                </a:lnTo>
                <a:lnTo>
                  <a:pt x="1701161" y="115429"/>
                </a:lnTo>
                <a:lnTo>
                  <a:pt x="1701563" y="115530"/>
                </a:lnTo>
                <a:lnTo>
                  <a:pt x="1701953" y="115641"/>
                </a:lnTo>
                <a:lnTo>
                  <a:pt x="1702332" y="115762"/>
                </a:lnTo>
                <a:lnTo>
                  <a:pt x="1702701" y="115894"/>
                </a:lnTo>
                <a:lnTo>
                  <a:pt x="1703058" y="116037"/>
                </a:lnTo>
                <a:lnTo>
                  <a:pt x="1703404" y="116190"/>
                </a:lnTo>
                <a:lnTo>
                  <a:pt x="1703738" y="116354"/>
                </a:lnTo>
                <a:lnTo>
                  <a:pt x="1704062" y="116528"/>
                </a:lnTo>
                <a:lnTo>
                  <a:pt x="1704375" y="116713"/>
                </a:lnTo>
                <a:lnTo>
                  <a:pt x="1704676" y="116909"/>
                </a:lnTo>
                <a:lnTo>
                  <a:pt x="1704966" y="117115"/>
                </a:lnTo>
                <a:lnTo>
                  <a:pt x="1705245" y="117331"/>
                </a:lnTo>
                <a:lnTo>
                  <a:pt x="1705514" y="117558"/>
                </a:lnTo>
                <a:lnTo>
                  <a:pt x="1705770" y="117796"/>
                </a:lnTo>
                <a:lnTo>
                  <a:pt x="1706016" y="118044"/>
                </a:lnTo>
                <a:lnTo>
                  <a:pt x="1706265" y="118301"/>
                </a:lnTo>
                <a:lnTo>
                  <a:pt x="1706502" y="118562"/>
                </a:lnTo>
                <a:lnTo>
                  <a:pt x="1706730" y="118828"/>
                </a:lnTo>
                <a:lnTo>
                  <a:pt x="1706946" y="119099"/>
                </a:lnTo>
                <a:lnTo>
                  <a:pt x="1707152" y="119375"/>
                </a:lnTo>
                <a:lnTo>
                  <a:pt x="1707348" y="119656"/>
                </a:lnTo>
                <a:lnTo>
                  <a:pt x="1707533" y="119942"/>
                </a:lnTo>
                <a:lnTo>
                  <a:pt x="1707707" y="120233"/>
                </a:lnTo>
                <a:lnTo>
                  <a:pt x="1707871" y="120530"/>
                </a:lnTo>
                <a:lnTo>
                  <a:pt x="1708024" y="120831"/>
                </a:lnTo>
                <a:lnTo>
                  <a:pt x="1708167" y="121137"/>
                </a:lnTo>
                <a:lnTo>
                  <a:pt x="1708299" y="121448"/>
                </a:lnTo>
                <a:lnTo>
                  <a:pt x="1708420" y="121764"/>
                </a:lnTo>
                <a:lnTo>
                  <a:pt x="1708531" y="122085"/>
                </a:lnTo>
                <a:lnTo>
                  <a:pt x="1708631" y="122412"/>
                </a:lnTo>
                <a:lnTo>
                  <a:pt x="1708721" y="122743"/>
                </a:lnTo>
                <a:lnTo>
                  <a:pt x="1708801" y="123079"/>
                </a:lnTo>
                <a:lnTo>
                  <a:pt x="1708869" y="123420"/>
                </a:lnTo>
                <a:lnTo>
                  <a:pt x="1708927" y="123766"/>
                </a:lnTo>
                <a:lnTo>
                  <a:pt x="1708975" y="124118"/>
                </a:lnTo>
                <a:lnTo>
                  <a:pt x="1709012" y="124474"/>
                </a:lnTo>
                <a:lnTo>
                  <a:pt x="1709038" y="124835"/>
                </a:lnTo>
                <a:lnTo>
                  <a:pt x="1709054" y="125201"/>
                </a:lnTo>
                <a:lnTo>
                  <a:pt x="1709059" y="125572"/>
                </a:lnTo>
                <a:lnTo>
                  <a:pt x="1709054" y="125957"/>
                </a:lnTo>
                <a:lnTo>
                  <a:pt x="1709038" y="126335"/>
                </a:lnTo>
                <a:lnTo>
                  <a:pt x="1709012" y="126709"/>
                </a:lnTo>
                <a:lnTo>
                  <a:pt x="1708975" y="127076"/>
                </a:lnTo>
                <a:lnTo>
                  <a:pt x="1708927" y="127438"/>
                </a:lnTo>
                <a:lnTo>
                  <a:pt x="1708869" y="127795"/>
                </a:lnTo>
                <a:lnTo>
                  <a:pt x="1708801" y="128146"/>
                </a:lnTo>
                <a:lnTo>
                  <a:pt x="1708721" y="128491"/>
                </a:lnTo>
                <a:lnTo>
                  <a:pt x="1708631" y="128831"/>
                </a:lnTo>
                <a:lnTo>
                  <a:pt x="1708531" y="129165"/>
                </a:lnTo>
                <a:lnTo>
                  <a:pt x="1708420" y="129494"/>
                </a:lnTo>
                <a:lnTo>
                  <a:pt x="1708299" y="129817"/>
                </a:lnTo>
                <a:lnTo>
                  <a:pt x="1708167" y="130134"/>
                </a:lnTo>
                <a:lnTo>
                  <a:pt x="1708024" y="130446"/>
                </a:lnTo>
                <a:lnTo>
                  <a:pt x="1707871" y="130753"/>
                </a:lnTo>
                <a:lnTo>
                  <a:pt x="1707707" y="131054"/>
                </a:lnTo>
                <a:lnTo>
                  <a:pt x="1707533" y="131349"/>
                </a:lnTo>
                <a:lnTo>
                  <a:pt x="1707348" y="131639"/>
                </a:lnTo>
                <a:lnTo>
                  <a:pt x="1707152" y="131923"/>
                </a:lnTo>
                <a:lnTo>
                  <a:pt x="1706946" y="132202"/>
                </a:lnTo>
                <a:lnTo>
                  <a:pt x="1706730" y="132475"/>
                </a:lnTo>
                <a:lnTo>
                  <a:pt x="1706502" y="132742"/>
                </a:lnTo>
                <a:lnTo>
                  <a:pt x="1706265" y="133004"/>
                </a:lnTo>
                <a:lnTo>
                  <a:pt x="1706016" y="133261"/>
                </a:lnTo>
                <a:lnTo>
                  <a:pt x="1705758" y="133522"/>
                </a:lnTo>
                <a:lnTo>
                  <a:pt x="1705489" y="133772"/>
                </a:lnTo>
                <a:lnTo>
                  <a:pt x="1705210" y="134011"/>
                </a:lnTo>
                <a:lnTo>
                  <a:pt x="1704922" y="134239"/>
                </a:lnTo>
                <a:lnTo>
                  <a:pt x="1704623" y="134456"/>
                </a:lnTo>
                <a:lnTo>
                  <a:pt x="1704314" y="134662"/>
                </a:lnTo>
                <a:lnTo>
                  <a:pt x="1703996" y="134857"/>
                </a:lnTo>
                <a:lnTo>
                  <a:pt x="1703667" y="135040"/>
                </a:lnTo>
                <a:lnTo>
                  <a:pt x="1703328" y="135213"/>
                </a:lnTo>
                <a:lnTo>
                  <a:pt x="1702980" y="135374"/>
                </a:lnTo>
                <a:lnTo>
                  <a:pt x="1702621" y="135524"/>
                </a:lnTo>
                <a:lnTo>
                  <a:pt x="1702252" y="135663"/>
                </a:lnTo>
                <a:lnTo>
                  <a:pt x="1701873" y="135791"/>
                </a:lnTo>
                <a:lnTo>
                  <a:pt x="1701485" y="135908"/>
                </a:lnTo>
                <a:lnTo>
                  <a:pt x="1701086" y="136013"/>
                </a:lnTo>
                <a:lnTo>
                  <a:pt x="1700677" y="136108"/>
                </a:lnTo>
                <a:lnTo>
                  <a:pt x="1700258" y="136191"/>
                </a:lnTo>
                <a:lnTo>
                  <a:pt x="1699830" y="136264"/>
                </a:lnTo>
                <a:lnTo>
                  <a:pt x="1699391" y="136325"/>
                </a:lnTo>
                <a:lnTo>
                  <a:pt x="1698942" y="136375"/>
                </a:lnTo>
                <a:lnTo>
                  <a:pt x="1698483" y="136414"/>
                </a:lnTo>
                <a:lnTo>
                  <a:pt x="1698015" y="136442"/>
                </a:lnTo>
                <a:lnTo>
                  <a:pt x="1697536" y="136458"/>
                </a:lnTo>
                <a:lnTo>
                  <a:pt x="1697047" y="136464"/>
                </a:lnTo>
                <a:lnTo>
                  <a:pt x="1666775" y="136464"/>
                </a:lnTo>
                <a:lnTo>
                  <a:pt x="1666299" y="136458"/>
                </a:lnTo>
                <a:lnTo>
                  <a:pt x="1665833" y="136442"/>
                </a:lnTo>
                <a:lnTo>
                  <a:pt x="1665376" y="136414"/>
                </a:lnTo>
                <a:lnTo>
                  <a:pt x="1664929" y="136375"/>
                </a:lnTo>
                <a:lnTo>
                  <a:pt x="1664491" y="136325"/>
                </a:lnTo>
                <a:close/>
                <a:moveTo>
                  <a:pt x="1678220" y="74785"/>
                </a:moveTo>
                <a:lnTo>
                  <a:pt x="1677566" y="74709"/>
                </a:lnTo>
                <a:lnTo>
                  <a:pt x="1676925" y="74618"/>
                </a:lnTo>
                <a:lnTo>
                  <a:pt x="1676296" y="74514"/>
                </a:lnTo>
                <a:lnTo>
                  <a:pt x="1675679" y="74396"/>
                </a:lnTo>
                <a:lnTo>
                  <a:pt x="1675075" y="74264"/>
                </a:lnTo>
                <a:lnTo>
                  <a:pt x="1674482" y="74118"/>
                </a:lnTo>
                <a:lnTo>
                  <a:pt x="1673902" y="73958"/>
                </a:lnTo>
                <a:lnTo>
                  <a:pt x="1673335" y="73784"/>
                </a:lnTo>
                <a:lnTo>
                  <a:pt x="1672779" y="73596"/>
                </a:lnTo>
                <a:lnTo>
                  <a:pt x="1672236" y="73395"/>
                </a:lnTo>
                <a:lnTo>
                  <a:pt x="1671705" y="73179"/>
                </a:lnTo>
                <a:lnTo>
                  <a:pt x="1671186" y="72950"/>
                </a:lnTo>
                <a:lnTo>
                  <a:pt x="1670679" y="72707"/>
                </a:lnTo>
                <a:lnTo>
                  <a:pt x="1670185" y="72449"/>
                </a:lnTo>
                <a:lnTo>
                  <a:pt x="1669702" y="72178"/>
                </a:lnTo>
                <a:lnTo>
                  <a:pt x="1669232" y="71893"/>
                </a:lnTo>
                <a:lnTo>
                  <a:pt x="1668775" y="71594"/>
                </a:lnTo>
                <a:lnTo>
                  <a:pt x="1668329" y="71282"/>
                </a:lnTo>
                <a:lnTo>
                  <a:pt x="1667896" y="70955"/>
                </a:lnTo>
                <a:lnTo>
                  <a:pt x="1667491" y="70602"/>
                </a:lnTo>
                <a:lnTo>
                  <a:pt x="1667103" y="70238"/>
                </a:lnTo>
                <a:lnTo>
                  <a:pt x="1666732" y="69864"/>
                </a:lnTo>
                <a:lnTo>
                  <a:pt x="1666379" y="69478"/>
                </a:lnTo>
                <a:lnTo>
                  <a:pt x="1666043" y="69081"/>
                </a:lnTo>
                <a:lnTo>
                  <a:pt x="1665724" y="68672"/>
                </a:lnTo>
                <a:lnTo>
                  <a:pt x="1665422" y="68253"/>
                </a:lnTo>
                <a:lnTo>
                  <a:pt x="1665138" y="67823"/>
                </a:lnTo>
                <a:lnTo>
                  <a:pt x="1664870" y="67381"/>
                </a:lnTo>
                <a:lnTo>
                  <a:pt x="1664620" y="66928"/>
                </a:lnTo>
                <a:lnTo>
                  <a:pt x="1664388" y="66465"/>
                </a:lnTo>
                <a:lnTo>
                  <a:pt x="1664172" y="65990"/>
                </a:lnTo>
                <a:lnTo>
                  <a:pt x="1663974" y="65504"/>
                </a:lnTo>
                <a:lnTo>
                  <a:pt x="1663793" y="65006"/>
                </a:lnTo>
                <a:lnTo>
                  <a:pt x="1663629" y="64498"/>
                </a:lnTo>
                <a:lnTo>
                  <a:pt x="1663482" y="63979"/>
                </a:lnTo>
                <a:lnTo>
                  <a:pt x="1663353" y="63448"/>
                </a:lnTo>
                <a:lnTo>
                  <a:pt x="1663241" y="62906"/>
                </a:lnTo>
                <a:lnTo>
                  <a:pt x="1663146" y="62354"/>
                </a:lnTo>
                <a:lnTo>
                  <a:pt x="1663069" y="61790"/>
                </a:lnTo>
                <a:lnTo>
                  <a:pt x="1663008" y="61215"/>
                </a:lnTo>
                <a:lnTo>
                  <a:pt x="1662965" y="60628"/>
                </a:lnTo>
                <a:lnTo>
                  <a:pt x="1662939" y="60031"/>
                </a:lnTo>
                <a:lnTo>
                  <a:pt x="1662931" y="59423"/>
                </a:lnTo>
                <a:lnTo>
                  <a:pt x="1662939" y="58801"/>
                </a:lnTo>
                <a:lnTo>
                  <a:pt x="1662965" y="58192"/>
                </a:lnTo>
                <a:lnTo>
                  <a:pt x="1663008" y="57596"/>
                </a:lnTo>
                <a:lnTo>
                  <a:pt x="1663069" y="57011"/>
                </a:lnTo>
                <a:lnTo>
                  <a:pt x="1663146" y="56439"/>
                </a:lnTo>
                <a:lnTo>
                  <a:pt x="1663241" y="55879"/>
                </a:lnTo>
                <a:lnTo>
                  <a:pt x="1663353" y="55331"/>
                </a:lnTo>
                <a:lnTo>
                  <a:pt x="1663482" y="54796"/>
                </a:lnTo>
                <a:lnTo>
                  <a:pt x="1663629" y="54272"/>
                </a:lnTo>
                <a:lnTo>
                  <a:pt x="1663793" y="53761"/>
                </a:lnTo>
                <a:lnTo>
                  <a:pt x="1663974" y="53262"/>
                </a:lnTo>
                <a:lnTo>
                  <a:pt x="1664172" y="52776"/>
                </a:lnTo>
                <a:lnTo>
                  <a:pt x="1664388" y="52301"/>
                </a:lnTo>
                <a:lnTo>
                  <a:pt x="1664620" y="51839"/>
                </a:lnTo>
                <a:lnTo>
                  <a:pt x="1664870" y="51389"/>
                </a:lnTo>
                <a:lnTo>
                  <a:pt x="1665138" y="50951"/>
                </a:lnTo>
                <a:lnTo>
                  <a:pt x="1665422" y="50526"/>
                </a:lnTo>
                <a:lnTo>
                  <a:pt x="1665724" y="50113"/>
                </a:lnTo>
                <a:lnTo>
                  <a:pt x="1666043" y="49712"/>
                </a:lnTo>
                <a:lnTo>
                  <a:pt x="1666379" y="49323"/>
                </a:lnTo>
                <a:lnTo>
                  <a:pt x="1666732" y="48947"/>
                </a:lnTo>
                <a:lnTo>
                  <a:pt x="1667103" y="48582"/>
                </a:lnTo>
                <a:lnTo>
                  <a:pt x="1667491" y="48230"/>
                </a:lnTo>
                <a:lnTo>
                  <a:pt x="1667896" y="47890"/>
                </a:lnTo>
                <a:lnTo>
                  <a:pt x="1668329" y="47564"/>
                </a:lnTo>
                <a:lnTo>
                  <a:pt x="1668775" y="47251"/>
                </a:lnTo>
                <a:lnTo>
                  <a:pt x="1669232" y="46952"/>
                </a:lnTo>
                <a:lnTo>
                  <a:pt x="1669702" y="46667"/>
                </a:lnTo>
                <a:lnTo>
                  <a:pt x="1670185" y="46396"/>
                </a:lnTo>
                <a:lnTo>
                  <a:pt x="1670679" y="46139"/>
                </a:lnTo>
                <a:lnTo>
                  <a:pt x="1671186" y="45895"/>
                </a:lnTo>
                <a:lnTo>
                  <a:pt x="1671705" y="45666"/>
                </a:lnTo>
                <a:lnTo>
                  <a:pt x="1672236" y="45450"/>
                </a:lnTo>
                <a:lnTo>
                  <a:pt x="1672779" y="45249"/>
                </a:lnTo>
                <a:lnTo>
                  <a:pt x="1673335" y="45061"/>
                </a:lnTo>
                <a:lnTo>
                  <a:pt x="1673902" y="44887"/>
                </a:lnTo>
                <a:lnTo>
                  <a:pt x="1674482" y="44727"/>
                </a:lnTo>
                <a:lnTo>
                  <a:pt x="1675075" y="44581"/>
                </a:lnTo>
                <a:lnTo>
                  <a:pt x="1675679" y="44449"/>
                </a:lnTo>
                <a:lnTo>
                  <a:pt x="1676296" y="44331"/>
                </a:lnTo>
                <a:lnTo>
                  <a:pt x="1676925" y="44227"/>
                </a:lnTo>
                <a:lnTo>
                  <a:pt x="1677566" y="44137"/>
                </a:lnTo>
                <a:lnTo>
                  <a:pt x="1678220" y="44060"/>
                </a:lnTo>
                <a:lnTo>
                  <a:pt x="1678885" y="43997"/>
                </a:lnTo>
                <a:lnTo>
                  <a:pt x="1679563" y="43949"/>
                </a:lnTo>
                <a:lnTo>
                  <a:pt x="1680253" y="43914"/>
                </a:lnTo>
                <a:lnTo>
                  <a:pt x="1680956" y="43893"/>
                </a:lnTo>
                <a:lnTo>
                  <a:pt x="1681670" y="43886"/>
                </a:lnTo>
                <a:lnTo>
                  <a:pt x="1682398" y="43893"/>
                </a:lnTo>
                <a:lnTo>
                  <a:pt x="1683112" y="43914"/>
                </a:lnTo>
                <a:lnTo>
                  <a:pt x="1683813" y="43949"/>
                </a:lnTo>
                <a:lnTo>
                  <a:pt x="1684500" y="43997"/>
                </a:lnTo>
                <a:lnTo>
                  <a:pt x="1685174" y="44060"/>
                </a:lnTo>
                <a:lnTo>
                  <a:pt x="1685835" y="44137"/>
                </a:lnTo>
                <a:lnTo>
                  <a:pt x="1686482" y="44227"/>
                </a:lnTo>
                <a:lnTo>
                  <a:pt x="1687116" y="44331"/>
                </a:lnTo>
                <a:lnTo>
                  <a:pt x="1687737" y="44449"/>
                </a:lnTo>
                <a:lnTo>
                  <a:pt x="1688344" y="44581"/>
                </a:lnTo>
                <a:lnTo>
                  <a:pt x="1688938" y="44727"/>
                </a:lnTo>
                <a:lnTo>
                  <a:pt x="1689519" y="44887"/>
                </a:lnTo>
                <a:lnTo>
                  <a:pt x="1690086" y="45061"/>
                </a:lnTo>
                <a:lnTo>
                  <a:pt x="1690640" y="45249"/>
                </a:lnTo>
                <a:lnTo>
                  <a:pt x="1691181" y="45450"/>
                </a:lnTo>
                <a:lnTo>
                  <a:pt x="1691708" y="45666"/>
                </a:lnTo>
                <a:lnTo>
                  <a:pt x="1692222" y="45895"/>
                </a:lnTo>
                <a:lnTo>
                  <a:pt x="1692722" y="46139"/>
                </a:lnTo>
                <a:lnTo>
                  <a:pt x="1693209" y="46396"/>
                </a:lnTo>
                <a:lnTo>
                  <a:pt x="1693683" y="46667"/>
                </a:lnTo>
                <a:lnTo>
                  <a:pt x="1694144" y="46952"/>
                </a:lnTo>
                <a:lnTo>
                  <a:pt x="1694591" y="47251"/>
                </a:lnTo>
                <a:lnTo>
                  <a:pt x="1695025" y="47564"/>
                </a:lnTo>
                <a:lnTo>
                  <a:pt x="1695445" y="47890"/>
                </a:lnTo>
                <a:lnTo>
                  <a:pt x="1695850" y="48230"/>
                </a:lnTo>
                <a:lnTo>
                  <a:pt x="1696238" y="48582"/>
                </a:lnTo>
                <a:lnTo>
                  <a:pt x="1696609" y="48947"/>
                </a:lnTo>
                <a:lnTo>
                  <a:pt x="1696962" y="49323"/>
                </a:lnTo>
                <a:lnTo>
                  <a:pt x="1697298" y="49712"/>
                </a:lnTo>
                <a:lnTo>
                  <a:pt x="1697617" y="50113"/>
                </a:lnTo>
                <a:lnTo>
                  <a:pt x="1697919" y="50526"/>
                </a:lnTo>
                <a:lnTo>
                  <a:pt x="1698204" y="50951"/>
                </a:lnTo>
                <a:lnTo>
                  <a:pt x="1698471" y="51389"/>
                </a:lnTo>
                <a:lnTo>
                  <a:pt x="1698721" y="51839"/>
                </a:lnTo>
                <a:lnTo>
                  <a:pt x="1698953" y="52301"/>
                </a:lnTo>
                <a:lnTo>
                  <a:pt x="1699169" y="52776"/>
                </a:lnTo>
                <a:lnTo>
                  <a:pt x="1699367" y="53262"/>
                </a:lnTo>
                <a:lnTo>
                  <a:pt x="1699548" y="53761"/>
                </a:lnTo>
                <a:lnTo>
                  <a:pt x="1699712" y="54272"/>
                </a:lnTo>
                <a:lnTo>
                  <a:pt x="1699859" y="54796"/>
                </a:lnTo>
                <a:lnTo>
                  <a:pt x="1699988" y="55331"/>
                </a:lnTo>
                <a:lnTo>
                  <a:pt x="1700100" y="55879"/>
                </a:lnTo>
                <a:lnTo>
                  <a:pt x="1700195" y="56439"/>
                </a:lnTo>
                <a:lnTo>
                  <a:pt x="1700272" y="57011"/>
                </a:lnTo>
                <a:lnTo>
                  <a:pt x="1700333" y="57596"/>
                </a:lnTo>
                <a:lnTo>
                  <a:pt x="1700376" y="58192"/>
                </a:lnTo>
                <a:lnTo>
                  <a:pt x="1700402" y="58801"/>
                </a:lnTo>
                <a:lnTo>
                  <a:pt x="1700410" y="59423"/>
                </a:lnTo>
                <a:lnTo>
                  <a:pt x="1700402" y="60031"/>
                </a:lnTo>
                <a:lnTo>
                  <a:pt x="1700376" y="60628"/>
                </a:lnTo>
                <a:lnTo>
                  <a:pt x="1700333" y="61215"/>
                </a:lnTo>
                <a:lnTo>
                  <a:pt x="1700272" y="61790"/>
                </a:lnTo>
                <a:lnTo>
                  <a:pt x="1700195" y="62354"/>
                </a:lnTo>
                <a:lnTo>
                  <a:pt x="1700100" y="62906"/>
                </a:lnTo>
                <a:lnTo>
                  <a:pt x="1699988" y="63448"/>
                </a:lnTo>
                <a:lnTo>
                  <a:pt x="1699859" y="63979"/>
                </a:lnTo>
                <a:lnTo>
                  <a:pt x="1699712" y="64498"/>
                </a:lnTo>
                <a:lnTo>
                  <a:pt x="1699548" y="65006"/>
                </a:lnTo>
                <a:lnTo>
                  <a:pt x="1699367" y="65504"/>
                </a:lnTo>
                <a:lnTo>
                  <a:pt x="1699169" y="65990"/>
                </a:lnTo>
                <a:lnTo>
                  <a:pt x="1698953" y="66465"/>
                </a:lnTo>
                <a:lnTo>
                  <a:pt x="1698721" y="66928"/>
                </a:lnTo>
                <a:lnTo>
                  <a:pt x="1698471" y="67381"/>
                </a:lnTo>
                <a:lnTo>
                  <a:pt x="1698204" y="67823"/>
                </a:lnTo>
                <a:lnTo>
                  <a:pt x="1697919" y="68253"/>
                </a:lnTo>
                <a:lnTo>
                  <a:pt x="1697617" y="68672"/>
                </a:lnTo>
                <a:lnTo>
                  <a:pt x="1697298" y="69081"/>
                </a:lnTo>
                <a:lnTo>
                  <a:pt x="1696962" y="69478"/>
                </a:lnTo>
                <a:lnTo>
                  <a:pt x="1696609" y="69864"/>
                </a:lnTo>
                <a:lnTo>
                  <a:pt x="1696238" y="70238"/>
                </a:lnTo>
                <a:lnTo>
                  <a:pt x="1695850" y="70602"/>
                </a:lnTo>
                <a:lnTo>
                  <a:pt x="1695445" y="70955"/>
                </a:lnTo>
                <a:lnTo>
                  <a:pt x="1695025" y="71282"/>
                </a:lnTo>
                <a:lnTo>
                  <a:pt x="1694591" y="71594"/>
                </a:lnTo>
                <a:lnTo>
                  <a:pt x="1694144" y="71893"/>
                </a:lnTo>
                <a:lnTo>
                  <a:pt x="1693683" y="72178"/>
                </a:lnTo>
                <a:lnTo>
                  <a:pt x="1693209" y="72449"/>
                </a:lnTo>
                <a:lnTo>
                  <a:pt x="1692722" y="72707"/>
                </a:lnTo>
                <a:lnTo>
                  <a:pt x="1692222" y="72950"/>
                </a:lnTo>
                <a:lnTo>
                  <a:pt x="1691708" y="73179"/>
                </a:lnTo>
                <a:lnTo>
                  <a:pt x="1691181" y="73395"/>
                </a:lnTo>
                <a:lnTo>
                  <a:pt x="1690640" y="73596"/>
                </a:lnTo>
                <a:lnTo>
                  <a:pt x="1690086" y="73784"/>
                </a:lnTo>
                <a:lnTo>
                  <a:pt x="1689519" y="73958"/>
                </a:lnTo>
                <a:lnTo>
                  <a:pt x="1688938" y="74118"/>
                </a:lnTo>
                <a:lnTo>
                  <a:pt x="1688344" y="74264"/>
                </a:lnTo>
                <a:lnTo>
                  <a:pt x="1687737" y="74396"/>
                </a:lnTo>
                <a:lnTo>
                  <a:pt x="1687116" y="74514"/>
                </a:lnTo>
                <a:lnTo>
                  <a:pt x="1686482" y="74618"/>
                </a:lnTo>
                <a:lnTo>
                  <a:pt x="1685835" y="74709"/>
                </a:lnTo>
                <a:lnTo>
                  <a:pt x="1685174" y="74785"/>
                </a:lnTo>
                <a:lnTo>
                  <a:pt x="1684500" y="74848"/>
                </a:lnTo>
                <a:lnTo>
                  <a:pt x="1683813" y="74896"/>
                </a:lnTo>
                <a:lnTo>
                  <a:pt x="1683112" y="74931"/>
                </a:lnTo>
                <a:lnTo>
                  <a:pt x="1682398" y="74952"/>
                </a:lnTo>
                <a:lnTo>
                  <a:pt x="1681670" y="74959"/>
                </a:lnTo>
                <a:lnTo>
                  <a:pt x="1680956" y="74952"/>
                </a:lnTo>
                <a:lnTo>
                  <a:pt x="1680253" y="74931"/>
                </a:lnTo>
                <a:lnTo>
                  <a:pt x="1679563" y="74896"/>
                </a:lnTo>
                <a:lnTo>
                  <a:pt x="1678885" y="74848"/>
                </a:lnTo>
                <a:lnTo>
                  <a:pt x="1678220" y="74785"/>
                </a:lnTo>
                <a:close/>
                <a:moveTo>
                  <a:pt x="1240558" y="137585"/>
                </a:moveTo>
                <a:lnTo>
                  <a:pt x="1240558" y="126053"/>
                </a:lnTo>
                <a:lnTo>
                  <a:pt x="1160473" y="126053"/>
                </a:lnTo>
                <a:lnTo>
                  <a:pt x="1160473" y="137585"/>
                </a:lnTo>
                <a:lnTo>
                  <a:pt x="1240558" y="137585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BC689E-B8CC-4F7D-AA3E-7A07C9FB79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57535" y="3348461"/>
            <a:ext cx="1721713" cy="342210"/>
          </a:xfrm>
          <a:custGeom xmlns:a="http://schemas.openxmlformats.org/drawingml/2006/main">
            <a:pathLst>
              <a:path w="1721713" h="342210">
                <a:moveTo>
                  <a:pt x="29151" y="226888"/>
                </a:moveTo>
                <a:lnTo>
                  <a:pt x="32835" y="247870"/>
                </a:lnTo>
                <a:lnTo>
                  <a:pt x="39241" y="247870"/>
                </a:lnTo>
                <a:lnTo>
                  <a:pt x="42925" y="226888"/>
                </a:lnTo>
                <a:lnTo>
                  <a:pt x="42925" y="203343"/>
                </a:lnTo>
                <a:lnTo>
                  <a:pt x="29151" y="203343"/>
                </a:lnTo>
                <a:lnTo>
                  <a:pt x="29151" y="226888"/>
                </a:lnTo>
                <a:close/>
                <a:moveTo>
                  <a:pt x="53016" y="226888"/>
                </a:moveTo>
                <a:lnTo>
                  <a:pt x="56700" y="247870"/>
                </a:lnTo>
                <a:lnTo>
                  <a:pt x="63107" y="247870"/>
                </a:lnTo>
                <a:lnTo>
                  <a:pt x="66790" y="226888"/>
                </a:lnTo>
                <a:lnTo>
                  <a:pt x="66790" y="203343"/>
                </a:lnTo>
                <a:lnTo>
                  <a:pt x="53016" y="203343"/>
                </a:lnTo>
                <a:lnTo>
                  <a:pt x="53016" y="226888"/>
                </a:lnTo>
                <a:close/>
                <a:moveTo>
                  <a:pt x="427930" y="261071"/>
                </a:moveTo>
                <a:lnTo>
                  <a:pt x="427958" y="260651"/>
                </a:lnTo>
                <a:lnTo>
                  <a:pt x="427991" y="260233"/>
                </a:lnTo>
                <a:lnTo>
                  <a:pt x="428031" y="259817"/>
                </a:lnTo>
                <a:lnTo>
                  <a:pt x="428077" y="259402"/>
                </a:lnTo>
                <a:lnTo>
                  <a:pt x="428129" y="258989"/>
                </a:lnTo>
                <a:lnTo>
                  <a:pt x="428187" y="258578"/>
                </a:lnTo>
                <a:lnTo>
                  <a:pt x="428251" y="258169"/>
                </a:lnTo>
                <a:lnTo>
                  <a:pt x="428322" y="257761"/>
                </a:lnTo>
                <a:lnTo>
                  <a:pt x="428398" y="257354"/>
                </a:lnTo>
                <a:lnTo>
                  <a:pt x="428481" y="256950"/>
                </a:lnTo>
                <a:lnTo>
                  <a:pt x="428569" y="256547"/>
                </a:lnTo>
                <a:lnTo>
                  <a:pt x="428664" y="256146"/>
                </a:lnTo>
                <a:lnTo>
                  <a:pt x="428765" y="255746"/>
                </a:lnTo>
                <a:lnTo>
                  <a:pt x="428872" y="255348"/>
                </a:lnTo>
                <a:lnTo>
                  <a:pt x="428985" y="254952"/>
                </a:lnTo>
                <a:lnTo>
                  <a:pt x="429105" y="254557"/>
                </a:lnTo>
                <a:lnTo>
                  <a:pt x="429230" y="254164"/>
                </a:lnTo>
                <a:lnTo>
                  <a:pt x="429362" y="253773"/>
                </a:lnTo>
                <a:lnTo>
                  <a:pt x="429499" y="253384"/>
                </a:lnTo>
                <a:lnTo>
                  <a:pt x="429643" y="252996"/>
                </a:lnTo>
                <a:lnTo>
                  <a:pt x="429793" y="252611"/>
                </a:lnTo>
                <a:lnTo>
                  <a:pt x="429949" y="252233"/>
                </a:lnTo>
                <a:lnTo>
                  <a:pt x="430111" y="251859"/>
                </a:lnTo>
                <a:lnTo>
                  <a:pt x="430279" y="251492"/>
                </a:lnTo>
                <a:lnTo>
                  <a:pt x="430454" y="251130"/>
                </a:lnTo>
                <a:lnTo>
                  <a:pt x="430634" y="250773"/>
                </a:lnTo>
                <a:lnTo>
                  <a:pt x="430821" y="250422"/>
                </a:lnTo>
                <a:lnTo>
                  <a:pt x="431013" y="250077"/>
                </a:lnTo>
                <a:lnTo>
                  <a:pt x="431212" y="249737"/>
                </a:lnTo>
                <a:lnTo>
                  <a:pt x="431417" y="249403"/>
                </a:lnTo>
                <a:lnTo>
                  <a:pt x="431628" y="249074"/>
                </a:lnTo>
                <a:lnTo>
                  <a:pt x="431845" y="248751"/>
                </a:lnTo>
                <a:lnTo>
                  <a:pt x="432069" y="248434"/>
                </a:lnTo>
                <a:lnTo>
                  <a:pt x="432298" y="248122"/>
                </a:lnTo>
                <a:lnTo>
                  <a:pt x="432534" y="247815"/>
                </a:lnTo>
                <a:lnTo>
                  <a:pt x="432775" y="247514"/>
                </a:lnTo>
                <a:lnTo>
                  <a:pt x="433023" y="247219"/>
                </a:lnTo>
                <a:lnTo>
                  <a:pt x="433277" y="246929"/>
                </a:lnTo>
                <a:lnTo>
                  <a:pt x="433537" y="246645"/>
                </a:lnTo>
                <a:lnTo>
                  <a:pt x="433803" y="246366"/>
                </a:lnTo>
                <a:lnTo>
                  <a:pt x="434075" y="246093"/>
                </a:lnTo>
                <a:lnTo>
                  <a:pt x="434354" y="245826"/>
                </a:lnTo>
                <a:lnTo>
                  <a:pt x="434638" y="245564"/>
                </a:lnTo>
                <a:lnTo>
                  <a:pt x="434929" y="245308"/>
                </a:lnTo>
                <a:lnTo>
                  <a:pt x="435238" y="245059"/>
                </a:lnTo>
                <a:lnTo>
                  <a:pt x="435554" y="244821"/>
                </a:lnTo>
                <a:lnTo>
                  <a:pt x="435875" y="244594"/>
                </a:lnTo>
                <a:lnTo>
                  <a:pt x="436201" y="244378"/>
                </a:lnTo>
                <a:lnTo>
                  <a:pt x="436533" y="244172"/>
                </a:lnTo>
                <a:lnTo>
                  <a:pt x="436871" y="243976"/>
                </a:lnTo>
                <a:lnTo>
                  <a:pt x="437214" y="243791"/>
                </a:lnTo>
                <a:lnTo>
                  <a:pt x="437562" y="243617"/>
                </a:lnTo>
                <a:lnTo>
                  <a:pt x="437917" y="243453"/>
                </a:lnTo>
                <a:lnTo>
                  <a:pt x="438277" y="243300"/>
                </a:lnTo>
                <a:lnTo>
                  <a:pt x="438642" y="243157"/>
                </a:lnTo>
                <a:lnTo>
                  <a:pt x="439013" y="243025"/>
                </a:lnTo>
                <a:lnTo>
                  <a:pt x="439389" y="242904"/>
                </a:lnTo>
                <a:lnTo>
                  <a:pt x="439771" y="242793"/>
                </a:lnTo>
                <a:lnTo>
                  <a:pt x="440159" y="242692"/>
                </a:lnTo>
                <a:lnTo>
                  <a:pt x="440552" y="242602"/>
                </a:lnTo>
                <a:lnTo>
                  <a:pt x="440951" y="242523"/>
                </a:lnTo>
                <a:lnTo>
                  <a:pt x="441355" y="242455"/>
                </a:lnTo>
                <a:lnTo>
                  <a:pt x="441765" y="242396"/>
                </a:lnTo>
                <a:lnTo>
                  <a:pt x="442181" y="242349"/>
                </a:lnTo>
                <a:lnTo>
                  <a:pt x="442602" y="242312"/>
                </a:lnTo>
                <a:lnTo>
                  <a:pt x="443028" y="242285"/>
                </a:lnTo>
                <a:lnTo>
                  <a:pt x="443460" y="242270"/>
                </a:lnTo>
                <a:lnTo>
                  <a:pt x="443898" y="242264"/>
                </a:lnTo>
                <a:lnTo>
                  <a:pt x="444348" y="242269"/>
                </a:lnTo>
                <a:lnTo>
                  <a:pt x="444791" y="242281"/>
                </a:lnTo>
                <a:lnTo>
                  <a:pt x="445227" y="242302"/>
                </a:lnTo>
                <a:lnTo>
                  <a:pt x="445655" y="242331"/>
                </a:lnTo>
                <a:lnTo>
                  <a:pt x="446077" y="242369"/>
                </a:lnTo>
                <a:lnTo>
                  <a:pt x="446491" y="242414"/>
                </a:lnTo>
                <a:lnTo>
                  <a:pt x="446898" y="242469"/>
                </a:lnTo>
                <a:lnTo>
                  <a:pt x="447297" y="242531"/>
                </a:lnTo>
                <a:lnTo>
                  <a:pt x="447690" y="242602"/>
                </a:lnTo>
                <a:lnTo>
                  <a:pt x="448075" y="242681"/>
                </a:lnTo>
                <a:lnTo>
                  <a:pt x="448453" y="242769"/>
                </a:lnTo>
                <a:lnTo>
                  <a:pt x="448823" y="242865"/>
                </a:lnTo>
                <a:lnTo>
                  <a:pt x="449187" y="242969"/>
                </a:lnTo>
                <a:lnTo>
                  <a:pt x="449543" y="243082"/>
                </a:lnTo>
                <a:lnTo>
                  <a:pt x="449892" y="243203"/>
                </a:lnTo>
                <a:lnTo>
                  <a:pt x="450234" y="243332"/>
                </a:lnTo>
                <a:lnTo>
                  <a:pt x="450568" y="243470"/>
                </a:lnTo>
                <a:lnTo>
                  <a:pt x="450895" y="243616"/>
                </a:lnTo>
                <a:lnTo>
                  <a:pt x="451215" y="243770"/>
                </a:lnTo>
                <a:lnTo>
                  <a:pt x="451528" y="243933"/>
                </a:lnTo>
                <a:lnTo>
                  <a:pt x="451834" y="244104"/>
                </a:lnTo>
                <a:lnTo>
                  <a:pt x="452132" y="244283"/>
                </a:lnTo>
                <a:lnTo>
                  <a:pt x="452423" y="244471"/>
                </a:lnTo>
                <a:lnTo>
                  <a:pt x="452707" y="244667"/>
                </a:lnTo>
                <a:lnTo>
                  <a:pt x="452998" y="244856"/>
                </a:lnTo>
                <a:lnTo>
                  <a:pt x="453281" y="245051"/>
                </a:lnTo>
                <a:lnTo>
                  <a:pt x="453558" y="245250"/>
                </a:lnTo>
                <a:lnTo>
                  <a:pt x="453829" y="245454"/>
                </a:lnTo>
                <a:lnTo>
                  <a:pt x="454092" y="245664"/>
                </a:lnTo>
                <a:lnTo>
                  <a:pt x="454349" y="245878"/>
                </a:lnTo>
                <a:lnTo>
                  <a:pt x="454599" y="246098"/>
                </a:lnTo>
                <a:lnTo>
                  <a:pt x="454843" y="246322"/>
                </a:lnTo>
                <a:lnTo>
                  <a:pt x="455080" y="246551"/>
                </a:lnTo>
                <a:lnTo>
                  <a:pt x="455310" y="246786"/>
                </a:lnTo>
                <a:lnTo>
                  <a:pt x="455534" y="247025"/>
                </a:lnTo>
                <a:lnTo>
                  <a:pt x="455751" y="247270"/>
                </a:lnTo>
                <a:lnTo>
                  <a:pt x="455961" y="247519"/>
                </a:lnTo>
                <a:lnTo>
                  <a:pt x="456164" y="247773"/>
                </a:lnTo>
                <a:lnTo>
                  <a:pt x="456361" y="248033"/>
                </a:lnTo>
                <a:lnTo>
                  <a:pt x="456551" y="248297"/>
                </a:lnTo>
                <a:lnTo>
                  <a:pt x="456735" y="248567"/>
                </a:lnTo>
                <a:lnTo>
                  <a:pt x="456912" y="248841"/>
                </a:lnTo>
                <a:lnTo>
                  <a:pt x="457082" y="249121"/>
                </a:lnTo>
                <a:lnTo>
                  <a:pt x="457245" y="249405"/>
                </a:lnTo>
                <a:lnTo>
                  <a:pt x="457402" y="249695"/>
                </a:lnTo>
                <a:lnTo>
                  <a:pt x="457552" y="249989"/>
                </a:lnTo>
                <a:lnTo>
                  <a:pt x="457696" y="250289"/>
                </a:lnTo>
                <a:lnTo>
                  <a:pt x="457833" y="250593"/>
                </a:lnTo>
                <a:lnTo>
                  <a:pt x="457976" y="250901"/>
                </a:lnTo>
                <a:lnTo>
                  <a:pt x="458114" y="251212"/>
                </a:lnTo>
                <a:lnTo>
                  <a:pt x="458246" y="251524"/>
                </a:lnTo>
                <a:lnTo>
                  <a:pt x="458371" y="251839"/>
                </a:lnTo>
                <a:lnTo>
                  <a:pt x="458490" y="252156"/>
                </a:lnTo>
                <a:lnTo>
                  <a:pt x="458604" y="252475"/>
                </a:lnTo>
                <a:lnTo>
                  <a:pt x="458711" y="252797"/>
                </a:lnTo>
                <a:lnTo>
                  <a:pt x="458812" y="253120"/>
                </a:lnTo>
                <a:lnTo>
                  <a:pt x="458906" y="253446"/>
                </a:lnTo>
                <a:lnTo>
                  <a:pt x="458995" y="253774"/>
                </a:lnTo>
                <a:lnTo>
                  <a:pt x="459078" y="254105"/>
                </a:lnTo>
                <a:lnTo>
                  <a:pt x="459154" y="254437"/>
                </a:lnTo>
                <a:lnTo>
                  <a:pt x="459224" y="254772"/>
                </a:lnTo>
                <a:lnTo>
                  <a:pt x="459289" y="255109"/>
                </a:lnTo>
                <a:lnTo>
                  <a:pt x="459347" y="255448"/>
                </a:lnTo>
                <a:lnTo>
                  <a:pt x="459399" y="255790"/>
                </a:lnTo>
                <a:lnTo>
                  <a:pt x="459445" y="256133"/>
                </a:lnTo>
                <a:lnTo>
                  <a:pt x="459484" y="256479"/>
                </a:lnTo>
                <a:lnTo>
                  <a:pt x="459518" y="256827"/>
                </a:lnTo>
                <a:lnTo>
                  <a:pt x="459546" y="257178"/>
                </a:lnTo>
                <a:lnTo>
                  <a:pt x="459567" y="257530"/>
                </a:lnTo>
                <a:lnTo>
                  <a:pt x="459582" y="257885"/>
                </a:lnTo>
                <a:lnTo>
                  <a:pt x="459592" y="258242"/>
                </a:lnTo>
                <a:lnTo>
                  <a:pt x="459595" y="258602"/>
                </a:lnTo>
                <a:lnTo>
                  <a:pt x="459595" y="261965"/>
                </a:lnTo>
                <a:lnTo>
                  <a:pt x="473209" y="261965"/>
                </a:lnTo>
                <a:lnTo>
                  <a:pt x="473235" y="261793"/>
                </a:lnTo>
                <a:lnTo>
                  <a:pt x="473260" y="261622"/>
                </a:lnTo>
                <a:lnTo>
                  <a:pt x="473284" y="261455"/>
                </a:lnTo>
                <a:lnTo>
                  <a:pt x="473307" y="261289"/>
                </a:lnTo>
                <a:lnTo>
                  <a:pt x="473328" y="261125"/>
                </a:lnTo>
                <a:lnTo>
                  <a:pt x="473349" y="260964"/>
                </a:lnTo>
                <a:lnTo>
                  <a:pt x="473369" y="260805"/>
                </a:lnTo>
                <a:lnTo>
                  <a:pt x="473387" y="260648"/>
                </a:lnTo>
                <a:lnTo>
                  <a:pt x="473404" y="260494"/>
                </a:lnTo>
                <a:lnTo>
                  <a:pt x="473420" y="260341"/>
                </a:lnTo>
                <a:lnTo>
                  <a:pt x="473435" y="260191"/>
                </a:lnTo>
                <a:lnTo>
                  <a:pt x="473449" y="260043"/>
                </a:lnTo>
                <a:lnTo>
                  <a:pt x="473462" y="259897"/>
                </a:lnTo>
                <a:lnTo>
                  <a:pt x="473474" y="259754"/>
                </a:lnTo>
                <a:lnTo>
                  <a:pt x="473484" y="259613"/>
                </a:lnTo>
                <a:lnTo>
                  <a:pt x="473494" y="259474"/>
                </a:lnTo>
                <a:lnTo>
                  <a:pt x="473502" y="259337"/>
                </a:lnTo>
                <a:lnTo>
                  <a:pt x="473509" y="259202"/>
                </a:lnTo>
                <a:lnTo>
                  <a:pt x="473515" y="259070"/>
                </a:lnTo>
                <a:lnTo>
                  <a:pt x="473520" y="258940"/>
                </a:lnTo>
                <a:lnTo>
                  <a:pt x="473524" y="258812"/>
                </a:lnTo>
                <a:lnTo>
                  <a:pt x="473527" y="258686"/>
                </a:lnTo>
                <a:lnTo>
                  <a:pt x="473529" y="258563"/>
                </a:lnTo>
                <a:lnTo>
                  <a:pt x="473529" y="258441"/>
                </a:lnTo>
                <a:lnTo>
                  <a:pt x="473542" y="258308"/>
                </a:lnTo>
                <a:lnTo>
                  <a:pt x="473555" y="258173"/>
                </a:lnTo>
                <a:lnTo>
                  <a:pt x="473567" y="258038"/>
                </a:lnTo>
                <a:lnTo>
                  <a:pt x="473578" y="257903"/>
                </a:lnTo>
                <a:lnTo>
                  <a:pt x="473589" y="257767"/>
                </a:lnTo>
                <a:lnTo>
                  <a:pt x="473599" y="257631"/>
                </a:lnTo>
                <a:lnTo>
                  <a:pt x="473609" y="257493"/>
                </a:lnTo>
                <a:lnTo>
                  <a:pt x="473618" y="257356"/>
                </a:lnTo>
                <a:lnTo>
                  <a:pt x="473627" y="257218"/>
                </a:lnTo>
                <a:lnTo>
                  <a:pt x="473635" y="257079"/>
                </a:lnTo>
                <a:lnTo>
                  <a:pt x="473642" y="256940"/>
                </a:lnTo>
                <a:lnTo>
                  <a:pt x="473649" y="256800"/>
                </a:lnTo>
                <a:lnTo>
                  <a:pt x="473656" y="256659"/>
                </a:lnTo>
                <a:lnTo>
                  <a:pt x="473662" y="256518"/>
                </a:lnTo>
                <a:lnTo>
                  <a:pt x="473667" y="256377"/>
                </a:lnTo>
                <a:lnTo>
                  <a:pt x="473672" y="256235"/>
                </a:lnTo>
                <a:lnTo>
                  <a:pt x="473676" y="256092"/>
                </a:lnTo>
                <a:lnTo>
                  <a:pt x="473679" y="255949"/>
                </a:lnTo>
                <a:lnTo>
                  <a:pt x="473682" y="255805"/>
                </a:lnTo>
                <a:lnTo>
                  <a:pt x="473685" y="255661"/>
                </a:lnTo>
                <a:lnTo>
                  <a:pt x="473687" y="255516"/>
                </a:lnTo>
                <a:lnTo>
                  <a:pt x="473688" y="255370"/>
                </a:lnTo>
                <a:lnTo>
                  <a:pt x="473689" y="255224"/>
                </a:lnTo>
                <a:lnTo>
                  <a:pt x="473689" y="255078"/>
                </a:lnTo>
                <a:lnTo>
                  <a:pt x="473678" y="254164"/>
                </a:lnTo>
                <a:lnTo>
                  <a:pt x="473644" y="253264"/>
                </a:lnTo>
                <a:lnTo>
                  <a:pt x="473587" y="252377"/>
                </a:lnTo>
                <a:lnTo>
                  <a:pt x="473507" y="251505"/>
                </a:lnTo>
                <a:lnTo>
                  <a:pt x="473404" y="250647"/>
                </a:lnTo>
                <a:lnTo>
                  <a:pt x="473279" y="249802"/>
                </a:lnTo>
                <a:lnTo>
                  <a:pt x="473131" y="248972"/>
                </a:lnTo>
                <a:lnTo>
                  <a:pt x="472960" y="248155"/>
                </a:lnTo>
                <a:lnTo>
                  <a:pt x="472766" y="247352"/>
                </a:lnTo>
                <a:lnTo>
                  <a:pt x="472549" y="246563"/>
                </a:lnTo>
                <a:lnTo>
                  <a:pt x="472310" y="245788"/>
                </a:lnTo>
                <a:lnTo>
                  <a:pt x="472048" y="245027"/>
                </a:lnTo>
                <a:lnTo>
                  <a:pt x="471763" y="244280"/>
                </a:lnTo>
                <a:lnTo>
                  <a:pt x="471455" y="243547"/>
                </a:lnTo>
                <a:lnTo>
                  <a:pt x="471124" y="242827"/>
                </a:lnTo>
                <a:lnTo>
                  <a:pt x="470771" y="242122"/>
                </a:lnTo>
                <a:lnTo>
                  <a:pt x="470395" y="241430"/>
                </a:lnTo>
                <a:lnTo>
                  <a:pt x="469996" y="240753"/>
                </a:lnTo>
                <a:lnTo>
                  <a:pt x="469574" y="240089"/>
                </a:lnTo>
                <a:lnTo>
                  <a:pt x="469129" y="239439"/>
                </a:lnTo>
                <a:lnTo>
                  <a:pt x="468662" y="238803"/>
                </a:lnTo>
                <a:lnTo>
                  <a:pt x="468171" y="238181"/>
                </a:lnTo>
                <a:lnTo>
                  <a:pt x="467658" y="237573"/>
                </a:lnTo>
                <a:lnTo>
                  <a:pt x="467123" y="236979"/>
                </a:lnTo>
                <a:lnTo>
                  <a:pt x="466579" y="236391"/>
                </a:lnTo>
                <a:lnTo>
                  <a:pt x="466016" y="235828"/>
                </a:lnTo>
                <a:lnTo>
                  <a:pt x="465433" y="235289"/>
                </a:lnTo>
                <a:lnTo>
                  <a:pt x="464831" y="234776"/>
                </a:lnTo>
                <a:lnTo>
                  <a:pt x="464210" y="234288"/>
                </a:lnTo>
                <a:lnTo>
                  <a:pt x="463569" y="233825"/>
                </a:lnTo>
                <a:lnTo>
                  <a:pt x="462908" y="233387"/>
                </a:lnTo>
                <a:lnTo>
                  <a:pt x="462228" y="232975"/>
                </a:lnTo>
                <a:lnTo>
                  <a:pt x="461529" y="232587"/>
                </a:lnTo>
                <a:lnTo>
                  <a:pt x="460810" y="232224"/>
                </a:lnTo>
                <a:lnTo>
                  <a:pt x="460072" y="231886"/>
                </a:lnTo>
                <a:lnTo>
                  <a:pt x="459314" y="231573"/>
                </a:lnTo>
                <a:lnTo>
                  <a:pt x="458537" y="231285"/>
                </a:lnTo>
                <a:lnTo>
                  <a:pt x="457740" y="231022"/>
                </a:lnTo>
                <a:lnTo>
                  <a:pt x="456924" y="230785"/>
                </a:lnTo>
                <a:lnTo>
                  <a:pt x="456089" y="230572"/>
                </a:lnTo>
                <a:lnTo>
                  <a:pt x="455234" y="230384"/>
                </a:lnTo>
                <a:lnTo>
                  <a:pt x="454359" y="230222"/>
                </a:lnTo>
                <a:lnTo>
                  <a:pt x="453465" y="230084"/>
                </a:lnTo>
                <a:lnTo>
                  <a:pt x="452552" y="229971"/>
                </a:lnTo>
                <a:lnTo>
                  <a:pt x="451619" y="229884"/>
                </a:lnTo>
                <a:lnTo>
                  <a:pt x="450666" y="229821"/>
                </a:lnTo>
                <a:lnTo>
                  <a:pt x="449694" y="229784"/>
                </a:lnTo>
                <a:lnTo>
                  <a:pt x="448703" y="229771"/>
                </a:lnTo>
                <a:lnTo>
                  <a:pt x="448052" y="229778"/>
                </a:lnTo>
                <a:lnTo>
                  <a:pt x="447407" y="229797"/>
                </a:lnTo>
                <a:lnTo>
                  <a:pt x="446769" y="229829"/>
                </a:lnTo>
                <a:lnTo>
                  <a:pt x="446136" y="229873"/>
                </a:lnTo>
                <a:lnTo>
                  <a:pt x="445509" y="229931"/>
                </a:lnTo>
                <a:lnTo>
                  <a:pt x="444889" y="230001"/>
                </a:lnTo>
                <a:lnTo>
                  <a:pt x="444275" y="230085"/>
                </a:lnTo>
                <a:lnTo>
                  <a:pt x="443667" y="230180"/>
                </a:lnTo>
                <a:lnTo>
                  <a:pt x="443065" y="230289"/>
                </a:lnTo>
                <a:lnTo>
                  <a:pt x="442469" y="230411"/>
                </a:lnTo>
                <a:lnTo>
                  <a:pt x="441879" y="230545"/>
                </a:lnTo>
                <a:lnTo>
                  <a:pt x="441295" y="230692"/>
                </a:lnTo>
                <a:lnTo>
                  <a:pt x="440718" y="230852"/>
                </a:lnTo>
                <a:lnTo>
                  <a:pt x="440146" y="231025"/>
                </a:lnTo>
                <a:lnTo>
                  <a:pt x="439581" y="231210"/>
                </a:lnTo>
                <a:lnTo>
                  <a:pt x="439022" y="231408"/>
                </a:lnTo>
                <a:lnTo>
                  <a:pt x="438469" y="231619"/>
                </a:lnTo>
                <a:lnTo>
                  <a:pt x="437922" y="231843"/>
                </a:lnTo>
                <a:lnTo>
                  <a:pt x="437381" y="232080"/>
                </a:lnTo>
                <a:lnTo>
                  <a:pt x="436846" y="232329"/>
                </a:lnTo>
                <a:lnTo>
                  <a:pt x="436318" y="232592"/>
                </a:lnTo>
                <a:lnTo>
                  <a:pt x="435795" y="232867"/>
                </a:lnTo>
                <a:lnTo>
                  <a:pt x="435279" y="233154"/>
                </a:lnTo>
                <a:lnTo>
                  <a:pt x="434768" y="233455"/>
                </a:lnTo>
                <a:lnTo>
                  <a:pt x="434280" y="233754"/>
                </a:lnTo>
                <a:lnTo>
                  <a:pt x="433802" y="234062"/>
                </a:lnTo>
                <a:lnTo>
                  <a:pt x="433334" y="234381"/>
                </a:lnTo>
                <a:lnTo>
                  <a:pt x="432878" y="234710"/>
                </a:lnTo>
                <a:lnTo>
                  <a:pt x="432431" y="235048"/>
                </a:lnTo>
                <a:lnTo>
                  <a:pt x="431995" y="235397"/>
                </a:lnTo>
                <a:lnTo>
                  <a:pt x="431570" y="235756"/>
                </a:lnTo>
                <a:lnTo>
                  <a:pt x="431156" y="236125"/>
                </a:lnTo>
                <a:lnTo>
                  <a:pt x="430752" y="236503"/>
                </a:lnTo>
                <a:lnTo>
                  <a:pt x="430358" y="236892"/>
                </a:lnTo>
                <a:lnTo>
                  <a:pt x="429975" y="237291"/>
                </a:lnTo>
                <a:lnTo>
                  <a:pt x="429603" y="237700"/>
                </a:lnTo>
                <a:lnTo>
                  <a:pt x="429241" y="238118"/>
                </a:lnTo>
                <a:lnTo>
                  <a:pt x="428890" y="238547"/>
                </a:lnTo>
                <a:lnTo>
                  <a:pt x="428549" y="238986"/>
                </a:lnTo>
                <a:lnTo>
                  <a:pt x="428219" y="239435"/>
                </a:lnTo>
                <a:lnTo>
                  <a:pt x="427900" y="239893"/>
                </a:lnTo>
                <a:lnTo>
                  <a:pt x="427591" y="240362"/>
                </a:lnTo>
                <a:lnTo>
                  <a:pt x="427292" y="240841"/>
                </a:lnTo>
                <a:lnTo>
                  <a:pt x="427005" y="241330"/>
                </a:lnTo>
                <a:lnTo>
                  <a:pt x="426727" y="241829"/>
                </a:lnTo>
                <a:lnTo>
                  <a:pt x="426461" y="242338"/>
                </a:lnTo>
                <a:lnTo>
                  <a:pt x="426205" y="242857"/>
                </a:lnTo>
                <a:lnTo>
                  <a:pt x="425959" y="243386"/>
                </a:lnTo>
                <a:lnTo>
                  <a:pt x="425158" y="231373"/>
                </a:lnTo>
                <a:lnTo>
                  <a:pt x="391523" y="231373"/>
                </a:lnTo>
                <a:lnTo>
                  <a:pt x="391523" y="243866"/>
                </a:lnTo>
                <a:lnTo>
                  <a:pt x="412185" y="243866"/>
                </a:lnTo>
                <a:lnTo>
                  <a:pt x="412185" y="300886"/>
                </a:lnTo>
                <a:lnTo>
                  <a:pt x="390722" y="300886"/>
                </a:lnTo>
                <a:lnTo>
                  <a:pt x="390722" y="313219"/>
                </a:lnTo>
                <a:lnTo>
                  <a:pt x="412185" y="313219"/>
                </a:lnTo>
                <a:lnTo>
                  <a:pt x="427881" y="313219"/>
                </a:lnTo>
                <a:lnTo>
                  <a:pt x="464560" y="313219"/>
                </a:lnTo>
                <a:lnTo>
                  <a:pt x="464560" y="300886"/>
                </a:lnTo>
                <a:lnTo>
                  <a:pt x="427881" y="300886"/>
                </a:lnTo>
                <a:lnTo>
                  <a:pt x="427881" y="262766"/>
                </a:lnTo>
                <a:lnTo>
                  <a:pt x="427884" y="262340"/>
                </a:lnTo>
                <a:lnTo>
                  <a:pt x="427893" y="261915"/>
                </a:lnTo>
                <a:lnTo>
                  <a:pt x="427909" y="261492"/>
                </a:lnTo>
                <a:lnTo>
                  <a:pt x="427930" y="261071"/>
                </a:lnTo>
                <a:close/>
                <a:moveTo>
                  <a:pt x="716046" y="261071"/>
                </a:moveTo>
                <a:lnTo>
                  <a:pt x="716074" y="260651"/>
                </a:lnTo>
                <a:lnTo>
                  <a:pt x="716108" y="260233"/>
                </a:lnTo>
                <a:lnTo>
                  <a:pt x="716147" y="259817"/>
                </a:lnTo>
                <a:lnTo>
                  <a:pt x="716193" y="259402"/>
                </a:lnTo>
                <a:lnTo>
                  <a:pt x="716245" y="258989"/>
                </a:lnTo>
                <a:lnTo>
                  <a:pt x="716303" y="258578"/>
                </a:lnTo>
                <a:lnTo>
                  <a:pt x="716368" y="258169"/>
                </a:lnTo>
                <a:lnTo>
                  <a:pt x="716438" y="257761"/>
                </a:lnTo>
                <a:lnTo>
                  <a:pt x="716514" y="257354"/>
                </a:lnTo>
                <a:lnTo>
                  <a:pt x="716597" y="256950"/>
                </a:lnTo>
                <a:lnTo>
                  <a:pt x="716686" y="256547"/>
                </a:lnTo>
                <a:lnTo>
                  <a:pt x="716780" y="256146"/>
                </a:lnTo>
                <a:lnTo>
                  <a:pt x="716881" y="255746"/>
                </a:lnTo>
                <a:lnTo>
                  <a:pt x="716988" y="255348"/>
                </a:lnTo>
                <a:lnTo>
                  <a:pt x="717102" y="254952"/>
                </a:lnTo>
                <a:lnTo>
                  <a:pt x="717221" y="254557"/>
                </a:lnTo>
                <a:lnTo>
                  <a:pt x="717346" y="254164"/>
                </a:lnTo>
                <a:lnTo>
                  <a:pt x="717478" y="253773"/>
                </a:lnTo>
                <a:lnTo>
                  <a:pt x="717616" y="253384"/>
                </a:lnTo>
                <a:lnTo>
                  <a:pt x="717759" y="252996"/>
                </a:lnTo>
                <a:lnTo>
                  <a:pt x="717909" y="252611"/>
                </a:lnTo>
                <a:lnTo>
                  <a:pt x="718065" y="252233"/>
                </a:lnTo>
                <a:lnTo>
                  <a:pt x="718227" y="251859"/>
                </a:lnTo>
                <a:lnTo>
                  <a:pt x="718396" y="251492"/>
                </a:lnTo>
                <a:lnTo>
                  <a:pt x="718570" y="251130"/>
                </a:lnTo>
                <a:lnTo>
                  <a:pt x="718750" y="250773"/>
                </a:lnTo>
                <a:lnTo>
                  <a:pt x="718937" y="250422"/>
                </a:lnTo>
                <a:lnTo>
                  <a:pt x="719130" y="250077"/>
                </a:lnTo>
                <a:lnTo>
                  <a:pt x="719328" y="249737"/>
                </a:lnTo>
                <a:lnTo>
                  <a:pt x="719533" y="249403"/>
                </a:lnTo>
                <a:lnTo>
                  <a:pt x="719744" y="249074"/>
                </a:lnTo>
                <a:lnTo>
                  <a:pt x="719962" y="248751"/>
                </a:lnTo>
                <a:lnTo>
                  <a:pt x="720185" y="248434"/>
                </a:lnTo>
                <a:lnTo>
                  <a:pt x="720414" y="248122"/>
                </a:lnTo>
                <a:lnTo>
                  <a:pt x="720650" y="247815"/>
                </a:lnTo>
                <a:lnTo>
                  <a:pt x="720891" y="247514"/>
                </a:lnTo>
                <a:lnTo>
                  <a:pt x="721139" y="247219"/>
                </a:lnTo>
                <a:lnTo>
                  <a:pt x="721393" y="246929"/>
                </a:lnTo>
                <a:lnTo>
                  <a:pt x="721653" y="246645"/>
                </a:lnTo>
                <a:lnTo>
                  <a:pt x="721919" y="246366"/>
                </a:lnTo>
                <a:lnTo>
                  <a:pt x="722191" y="246093"/>
                </a:lnTo>
                <a:lnTo>
                  <a:pt x="722470" y="245826"/>
                </a:lnTo>
                <a:lnTo>
                  <a:pt x="722754" y="245564"/>
                </a:lnTo>
                <a:lnTo>
                  <a:pt x="723045" y="245308"/>
                </a:lnTo>
                <a:lnTo>
                  <a:pt x="723355" y="245059"/>
                </a:lnTo>
                <a:lnTo>
                  <a:pt x="723670" y="244821"/>
                </a:lnTo>
                <a:lnTo>
                  <a:pt x="723991" y="244594"/>
                </a:lnTo>
                <a:lnTo>
                  <a:pt x="724317" y="244378"/>
                </a:lnTo>
                <a:lnTo>
                  <a:pt x="724649" y="244172"/>
                </a:lnTo>
                <a:lnTo>
                  <a:pt x="724987" y="243976"/>
                </a:lnTo>
                <a:lnTo>
                  <a:pt x="725330" y="243791"/>
                </a:lnTo>
                <a:lnTo>
                  <a:pt x="725679" y="243617"/>
                </a:lnTo>
                <a:lnTo>
                  <a:pt x="726033" y="243453"/>
                </a:lnTo>
                <a:lnTo>
                  <a:pt x="726393" y="243300"/>
                </a:lnTo>
                <a:lnTo>
                  <a:pt x="726758" y="243157"/>
                </a:lnTo>
                <a:lnTo>
                  <a:pt x="727129" y="243025"/>
                </a:lnTo>
                <a:lnTo>
                  <a:pt x="727506" y="242904"/>
                </a:lnTo>
                <a:lnTo>
                  <a:pt x="727888" y="242793"/>
                </a:lnTo>
                <a:lnTo>
                  <a:pt x="728275" y="242692"/>
                </a:lnTo>
                <a:lnTo>
                  <a:pt x="728669" y="242602"/>
                </a:lnTo>
                <a:lnTo>
                  <a:pt x="729067" y="242523"/>
                </a:lnTo>
                <a:lnTo>
                  <a:pt x="729472" y="242455"/>
                </a:lnTo>
                <a:lnTo>
                  <a:pt x="729882" y="242396"/>
                </a:lnTo>
                <a:lnTo>
                  <a:pt x="730297" y="242349"/>
                </a:lnTo>
                <a:lnTo>
                  <a:pt x="730718" y="242312"/>
                </a:lnTo>
                <a:lnTo>
                  <a:pt x="731145" y="242285"/>
                </a:lnTo>
                <a:lnTo>
                  <a:pt x="731577" y="242270"/>
                </a:lnTo>
                <a:lnTo>
                  <a:pt x="732014" y="242264"/>
                </a:lnTo>
                <a:lnTo>
                  <a:pt x="732464" y="242269"/>
                </a:lnTo>
                <a:lnTo>
                  <a:pt x="732907" y="242281"/>
                </a:lnTo>
                <a:lnTo>
                  <a:pt x="733343" y="242302"/>
                </a:lnTo>
                <a:lnTo>
                  <a:pt x="733772" y="242331"/>
                </a:lnTo>
                <a:lnTo>
                  <a:pt x="734193" y="242369"/>
                </a:lnTo>
                <a:lnTo>
                  <a:pt x="734607" y="242414"/>
                </a:lnTo>
                <a:lnTo>
                  <a:pt x="735014" y="242469"/>
                </a:lnTo>
                <a:lnTo>
                  <a:pt x="735413" y="242531"/>
                </a:lnTo>
                <a:lnTo>
                  <a:pt x="735806" y="242602"/>
                </a:lnTo>
                <a:lnTo>
                  <a:pt x="736191" y="242681"/>
                </a:lnTo>
                <a:lnTo>
                  <a:pt x="736569" y="242769"/>
                </a:lnTo>
                <a:lnTo>
                  <a:pt x="736939" y="242865"/>
                </a:lnTo>
                <a:lnTo>
                  <a:pt x="737303" y="242969"/>
                </a:lnTo>
                <a:lnTo>
                  <a:pt x="737659" y="243082"/>
                </a:lnTo>
                <a:lnTo>
                  <a:pt x="738008" y="243203"/>
                </a:lnTo>
                <a:lnTo>
                  <a:pt x="738350" y="243332"/>
                </a:lnTo>
                <a:lnTo>
                  <a:pt x="738684" y="243470"/>
                </a:lnTo>
                <a:lnTo>
                  <a:pt x="739012" y="243616"/>
                </a:lnTo>
                <a:lnTo>
                  <a:pt x="739332" y="243770"/>
                </a:lnTo>
                <a:lnTo>
                  <a:pt x="739645" y="243933"/>
                </a:lnTo>
                <a:lnTo>
                  <a:pt x="739950" y="244104"/>
                </a:lnTo>
                <a:lnTo>
                  <a:pt x="740249" y="244283"/>
                </a:lnTo>
                <a:lnTo>
                  <a:pt x="740540" y="244471"/>
                </a:lnTo>
                <a:lnTo>
                  <a:pt x="740824" y="244667"/>
                </a:lnTo>
                <a:lnTo>
                  <a:pt x="741114" y="244856"/>
                </a:lnTo>
                <a:lnTo>
                  <a:pt x="741398" y="245051"/>
                </a:lnTo>
                <a:lnTo>
                  <a:pt x="741675" y="245250"/>
                </a:lnTo>
                <a:lnTo>
                  <a:pt x="741945" y="245454"/>
                </a:lnTo>
                <a:lnTo>
                  <a:pt x="742208" y="245664"/>
                </a:lnTo>
                <a:lnTo>
                  <a:pt x="742465" y="245878"/>
                </a:lnTo>
                <a:lnTo>
                  <a:pt x="742716" y="246098"/>
                </a:lnTo>
                <a:lnTo>
                  <a:pt x="742959" y="246322"/>
                </a:lnTo>
                <a:lnTo>
                  <a:pt x="743196" y="246551"/>
                </a:lnTo>
                <a:lnTo>
                  <a:pt x="743426" y="246786"/>
                </a:lnTo>
                <a:lnTo>
                  <a:pt x="743650" y="247025"/>
                </a:lnTo>
                <a:lnTo>
                  <a:pt x="743867" y="247270"/>
                </a:lnTo>
                <a:lnTo>
                  <a:pt x="744077" y="247519"/>
                </a:lnTo>
                <a:lnTo>
                  <a:pt x="744281" y="247773"/>
                </a:lnTo>
                <a:lnTo>
                  <a:pt x="744477" y="248033"/>
                </a:lnTo>
                <a:lnTo>
                  <a:pt x="744668" y="248297"/>
                </a:lnTo>
                <a:lnTo>
                  <a:pt x="744851" y="248567"/>
                </a:lnTo>
                <a:lnTo>
                  <a:pt x="745028" y="248841"/>
                </a:lnTo>
                <a:lnTo>
                  <a:pt x="745198" y="249121"/>
                </a:lnTo>
                <a:lnTo>
                  <a:pt x="745362" y="249405"/>
                </a:lnTo>
                <a:lnTo>
                  <a:pt x="745519" y="249695"/>
                </a:lnTo>
                <a:lnTo>
                  <a:pt x="745669" y="249989"/>
                </a:lnTo>
                <a:lnTo>
                  <a:pt x="745812" y="250289"/>
                </a:lnTo>
                <a:lnTo>
                  <a:pt x="745949" y="250593"/>
                </a:lnTo>
                <a:lnTo>
                  <a:pt x="746093" y="250901"/>
                </a:lnTo>
                <a:lnTo>
                  <a:pt x="746230" y="251212"/>
                </a:lnTo>
                <a:lnTo>
                  <a:pt x="746362" y="251524"/>
                </a:lnTo>
                <a:lnTo>
                  <a:pt x="746487" y="251839"/>
                </a:lnTo>
                <a:lnTo>
                  <a:pt x="746607" y="252156"/>
                </a:lnTo>
                <a:lnTo>
                  <a:pt x="746720" y="252475"/>
                </a:lnTo>
                <a:lnTo>
                  <a:pt x="746827" y="252797"/>
                </a:lnTo>
                <a:lnTo>
                  <a:pt x="746928" y="253120"/>
                </a:lnTo>
                <a:lnTo>
                  <a:pt x="747023" y="253446"/>
                </a:lnTo>
                <a:lnTo>
                  <a:pt x="747111" y="253774"/>
                </a:lnTo>
                <a:lnTo>
                  <a:pt x="747194" y="254105"/>
                </a:lnTo>
                <a:lnTo>
                  <a:pt x="747270" y="254437"/>
                </a:lnTo>
                <a:lnTo>
                  <a:pt x="747341" y="254772"/>
                </a:lnTo>
                <a:lnTo>
                  <a:pt x="747405" y="255109"/>
                </a:lnTo>
                <a:lnTo>
                  <a:pt x="747463" y="255448"/>
                </a:lnTo>
                <a:lnTo>
                  <a:pt x="747515" y="255790"/>
                </a:lnTo>
                <a:lnTo>
                  <a:pt x="747561" y="256133"/>
                </a:lnTo>
                <a:lnTo>
                  <a:pt x="747601" y="256479"/>
                </a:lnTo>
                <a:lnTo>
                  <a:pt x="747634" y="256827"/>
                </a:lnTo>
                <a:lnTo>
                  <a:pt x="747662" y="257178"/>
                </a:lnTo>
                <a:lnTo>
                  <a:pt x="747683" y="257530"/>
                </a:lnTo>
                <a:lnTo>
                  <a:pt x="747699" y="257885"/>
                </a:lnTo>
                <a:lnTo>
                  <a:pt x="747708" y="258242"/>
                </a:lnTo>
                <a:lnTo>
                  <a:pt x="747711" y="258602"/>
                </a:lnTo>
                <a:lnTo>
                  <a:pt x="747711" y="261965"/>
                </a:lnTo>
                <a:lnTo>
                  <a:pt x="761325" y="261965"/>
                </a:lnTo>
                <a:lnTo>
                  <a:pt x="761351" y="261793"/>
                </a:lnTo>
                <a:lnTo>
                  <a:pt x="761376" y="261622"/>
                </a:lnTo>
                <a:lnTo>
                  <a:pt x="761400" y="261455"/>
                </a:lnTo>
                <a:lnTo>
                  <a:pt x="761423" y="261289"/>
                </a:lnTo>
                <a:lnTo>
                  <a:pt x="761445" y="261125"/>
                </a:lnTo>
                <a:lnTo>
                  <a:pt x="761465" y="260964"/>
                </a:lnTo>
                <a:lnTo>
                  <a:pt x="761485" y="260805"/>
                </a:lnTo>
                <a:lnTo>
                  <a:pt x="761503" y="260648"/>
                </a:lnTo>
                <a:lnTo>
                  <a:pt x="761520" y="260494"/>
                </a:lnTo>
                <a:lnTo>
                  <a:pt x="761537" y="260341"/>
                </a:lnTo>
                <a:lnTo>
                  <a:pt x="761552" y="260191"/>
                </a:lnTo>
                <a:lnTo>
                  <a:pt x="761565" y="260043"/>
                </a:lnTo>
                <a:lnTo>
                  <a:pt x="761578" y="259897"/>
                </a:lnTo>
                <a:lnTo>
                  <a:pt x="761590" y="259754"/>
                </a:lnTo>
                <a:lnTo>
                  <a:pt x="761601" y="259613"/>
                </a:lnTo>
                <a:lnTo>
                  <a:pt x="761610" y="259474"/>
                </a:lnTo>
                <a:lnTo>
                  <a:pt x="761618" y="259337"/>
                </a:lnTo>
                <a:lnTo>
                  <a:pt x="761626" y="259202"/>
                </a:lnTo>
                <a:lnTo>
                  <a:pt x="761632" y="259070"/>
                </a:lnTo>
                <a:lnTo>
                  <a:pt x="761637" y="258940"/>
                </a:lnTo>
                <a:lnTo>
                  <a:pt x="761641" y="258812"/>
                </a:lnTo>
                <a:lnTo>
                  <a:pt x="761643" y="258686"/>
                </a:lnTo>
                <a:lnTo>
                  <a:pt x="761645" y="258563"/>
                </a:lnTo>
                <a:lnTo>
                  <a:pt x="761646" y="258441"/>
                </a:lnTo>
                <a:lnTo>
                  <a:pt x="761659" y="258308"/>
                </a:lnTo>
                <a:lnTo>
                  <a:pt x="761671" y="258173"/>
                </a:lnTo>
                <a:lnTo>
                  <a:pt x="761683" y="258038"/>
                </a:lnTo>
                <a:lnTo>
                  <a:pt x="761694" y="257903"/>
                </a:lnTo>
                <a:lnTo>
                  <a:pt x="761705" y="257767"/>
                </a:lnTo>
                <a:lnTo>
                  <a:pt x="761716" y="257631"/>
                </a:lnTo>
                <a:lnTo>
                  <a:pt x="761725" y="257493"/>
                </a:lnTo>
                <a:lnTo>
                  <a:pt x="761735" y="257356"/>
                </a:lnTo>
                <a:lnTo>
                  <a:pt x="761743" y="257218"/>
                </a:lnTo>
                <a:lnTo>
                  <a:pt x="761751" y="257079"/>
                </a:lnTo>
                <a:lnTo>
                  <a:pt x="761759" y="256940"/>
                </a:lnTo>
                <a:lnTo>
                  <a:pt x="761766" y="256800"/>
                </a:lnTo>
                <a:lnTo>
                  <a:pt x="761772" y="256659"/>
                </a:lnTo>
                <a:lnTo>
                  <a:pt x="761778" y="256518"/>
                </a:lnTo>
                <a:lnTo>
                  <a:pt x="761783" y="256377"/>
                </a:lnTo>
                <a:lnTo>
                  <a:pt x="761788" y="256235"/>
                </a:lnTo>
                <a:lnTo>
                  <a:pt x="761792" y="256092"/>
                </a:lnTo>
                <a:lnTo>
                  <a:pt x="761796" y="255949"/>
                </a:lnTo>
                <a:lnTo>
                  <a:pt x="761799" y="255805"/>
                </a:lnTo>
                <a:lnTo>
                  <a:pt x="761801" y="255661"/>
                </a:lnTo>
                <a:lnTo>
                  <a:pt x="761803" y="255516"/>
                </a:lnTo>
                <a:lnTo>
                  <a:pt x="761805" y="255370"/>
                </a:lnTo>
                <a:lnTo>
                  <a:pt x="761805" y="255224"/>
                </a:lnTo>
                <a:lnTo>
                  <a:pt x="761806" y="255078"/>
                </a:lnTo>
                <a:lnTo>
                  <a:pt x="761794" y="254164"/>
                </a:lnTo>
                <a:lnTo>
                  <a:pt x="761760" y="253264"/>
                </a:lnTo>
                <a:lnTo>
                  <a:pt x="761703" y="252377"/>
                </a:lnTo>
                <a:lnTo>
                  <a:pt x="761623" y="251505"/>
                </a:lnTo>
                <a:lnTo>
                  <a:pt x="761521" y="250647"/>
                </a:lnTo>
                <a:lnTo>
                  <a:pt x="761395" y="249802"/>
                </a:lnTo>
                <a:lnTo>
                  <a:pt x="761247" y="248972"/>
                </a:lnTo>
                <a:lnTo>
                  <a:pt x="761076" y="248155"/>
                </a:lnTo>
                <a:lnTo>
                  <a:pt x="760882" y="247352"/>
                </a:lnTo>
                <a:lnTo>
                  <a:pt x="760666" y="246563"/>
                </a:lnTo>
                <a:lnTo>
                  <a:pt x="760426" y="245788"/>
                </a:lnTo>
                <a:lnTo>
                  <a:pt x="760164" y="245027"/>
                </a:lnTo>
                <a:lnTo>
                  <a:pt x="759879" y="244280"/>
                </a:lnTo>
                <a:lnTo>
                  <a:pt x="759571" y="243547"/>
                </a:lnTo>
                <a:lnTo>
                  <a:pt x="759240" y="242827"/>
                </a:lnTo>
                <a:lnTo>
                  <a:pt x="758887" y="242122"/>
                </a:lnTo>
                <a:lnTo>
                  <a:pt x="758511" y="241430"/>
                </a:lnTo>
                <a:lnTo>
                  <a:pt x="758112" y="240753"/>
                </a:lnTo>
                <a:lnTo>
                  <a:pt x="757690" y="240089"/>
                </a:lnTo>
                <a:lnTo>
                  <a:pt x="757245" y="239439"/>
                </a:lnTo>
                <a:lnTo>
                  <a:pt x="756778" y="238803"/>
                </a:lnTo>
                <a:lnTo>
                  <a:pt x="756288" y="238181"/>
                </a:lnTo>
                <a:lnTo>
                  <a:pt x="755775" y="237573"/>
                </a:lnTo>
                <a:lnTo>
                  <a:pt x="755239" y="236979"/>
                </a:lnTo>
                <a:lnTo>
                  <a:pt x="754695" y="236391"/>
                </a:lnTo>
                <a:lnTo>
                  <a:pt x="754132" y="235828"/>
                </a:lnTo>
                <a:lnTo>
                  <a:pt x="753550" y="235289"/>
                </a:lnTo>
                <a:lnTo>
                  <a:pt x="752947" y="234776"/>
                </a:lnTo>
                <a:lnTo>
                  <a:pt x="752326" y="234288"/>
                </a:lnTo>
                <a:lnTo>
                  <a:pt x="751685" y="233825"/>
                </a:lnTo>
                <a:lnTo>
                  <a:pt x="751025" y="233387"/>
                </a:lnTo>
                <a:lnTo>
                  <a:pt x="750345" y="232975"/>
                </a:lnTo>
                <a:lnTo>
                  <a:pt x="749645" y="232587"/>
                </a:lnTo>
                <a:lnTo>
                  <a:pt x="748927" y="232224"/>
                </a:lnTo>
                <a:lnTo>
                  <a:pt x="748188" y="231886"/>
                </a:lnTo>
                <a:lnTo>
                  <a:pt x="747431" y="231573"/>
                </a:lnTo>
                <a:lnTo>
                  <a:pt x="746653" y="231285"/>
                </a:lnTo>
                <a:lnTo>
                  <a:pt x="745857" y="231022"/>
                </a:lnTo>
                <a:lnTo>
                  <a:pt x="745041" y="230785"/>
                </a:lnTo>
                <a:lnTo>
                  <a:pt x="744205" y="230572"/>
                </a:lnTo>
                <a:lnTo>
                  <a:pt x="743350" y="230384"/>
                </a:lnTo>
                <a:lnTo>
                  <a:pt x="742475" y="230222"/>
                </a:lnTo>
                <a:lnTo>
                  <a:pt x="741581" y="230084"/>
                </a:lnTo>
                <a:lnTo>
                  <a:pt x="740668" y="229971"/>
                </a:lnTo>
                <a:lnTo>
                  <a:pt x="739735" y="229884"/>
                </a:lnTo>
                <a:lnTo>
                  <a:pt x="738783" y="229821"/>
                </a:lnTo>
                <a:lnTo>
                  <a:pt x="737811" y="229784"/>
                </a:lnTo>
                <a:lnTo>
                  <a:pt x="736819" y="229771"/>
                </a:lnTo>
                <a:lnTo>
                  <a:pt x="736168" y="229778"/>
                </a:lnTo>
                <a:lnTo>
                  <a:pt x="735524" y="229797"/>
                </a:lnTo>
                <a:lnTo>
                  <a:pt x="734885" y="229829"/>
                </a:lnTo>
                <a:lnTo>
                  <a:pt x="734252" y="229873"/>
                </a:lnTo>
                <a:lnTo>
                  <a:pt x="733626" y="229931"/>
                </a:lnTo>
                <a:lnTo>
                  <a:pt x="733005" y="230001"/>
                </a:lnTo>
                <a:lnTo>
                  <a:pt x="732391" y="230085"/>
                </a:lnTo>
                <a:lnTo>
                  <a:pt x="731783" y="230180"/>
                </a:lnTo>
                <a:lnTo>
                  <a:pt x="731181" y="230289"/>
                </a:lnTo>
                <a:lnTo>
                  <a:pt x="730585" y="230411"/>
                </a:lnTo>
                <a:lnTo>
                  <a:pt x="729995" y="230545"/>
                </a:lnTo>
                <a:lnTo>
                  <a:pt x="729412" y="230692"/>
                </a:lnTo>
                <a:lnTo>
                  <a:pt x="728834" y="230852"/>
                </a:lnTo>
                <a:lnTo>
                  <a:pt x="728263" y="231025"/>
                </a:lnTo>
                <a:lnTo>
                  <a:pt x="727697" y="231210"/>
                </a:lnTo>
                <a:lnTo>
                  <a:pt x="727138" y="231408"/>
                </a:lnTo>
                <a:lnTo>
                  <a:pt x="726585" y="231619"/>
                </a:lnTo>
                <a:lnTo>
                  <a:pt x="726038" y="231843"/>
                </a:lnTo>
                <a:lnTo>
                  <a:pt x="725497" y="232080"/>
                </a:lnTo>
                <a:lnTo>
                  <a:pt x="724962" y="232329"/>
                </a:lnTo>
                <a:lnTo>
                  <a:pt x="724434" y="232592"/>
                </a:lnTo>
                <a:lnTo>
                  <a:pt x="723911" y="232867"/>
                </a:lnTo>
                <a:lnTo>
                  <a:pt x="723395" y="233154"/>
                </a:lnTo>
                <a:lnTo>
                  <a:pt x="722885" y="233455"/>
                </a:lnTo>
                <a:lnTo>
                  <a:pt x="722396" y="233754"/>
                </a:lnTo>
                <a:lnTo>
                  <a:pt x="721918" y="234062"/>
                </a:lnTo>
                <a:lnTo>
                  <a:pt x="721451" y="234381"/>
                </a:lnTo>
                <a:lnTo>
                  <a:pt x="720994" y="234710"/>
                </a:lnTo>
                <a:lnTo>
                  <a:pt x="720548" y="235048"/>
                </a:lnTo>
                <a:lnTo>
                  <a:pt x="720112" y="235397"/>
                </a:lnTo>
                <a:lnTo>
                  <a:pt x="719687" y="235756"/>
                </a:lnTo>
                <a:lnTo>
                  <a:pt x="719272" y="236125"/>
                </a:lnTo>
                <a:lnTo>
                  <a:pt x="718868" y="236503"/>
                </a:lnTo>
                <a:lnTo>
                  <a:pt x="718475" y="236892"/>
                </a:lnTo>
                <a:lnTo>
                  <a:pt x="718092" y="237291"/>
                </a:lnTo>
                <a:lnTo>
                  <a:pt x="717719" y="237700"/>
                </a:lnTo>
                <a:lnTo>
                  <a:pt x="717357" y="238118"/>
                </a:lnTo>
                <a:lnTo>
                  <a:pt x="717006" y="238547"/>
                </a:lnTo>
                <a:lnTo>
                  <a:pt x="716666" y="238986"/>
                </a:lnTo>
                <a:lnTo>
                  <a:pt x="716336" y="239435"/>
                </a:lnTo>
                <a:lnTo>
                  <a:pt x="716016" y="239893"/>
                </a:lnTo>
                <a:lnTo>
                  <a:pt x="715707" y="240362"/>
                </a:lnTo>
                <a:lnTo>
                  <a:pt x="715409" y="240841"/>
                </a:lnTo>
                <a:lnTo>
                  <a:pt x="715121" y="241330"/>
                </a:lnTo>
                <a:lnTo>
                  <a:pt x="714844" y="241829"/>
                </a:lnTo>
                <a:lnTo>
                  <a:pt x="714577" y="242338"/>
                </a:lnTo>
                <a:lnTo>
                  <a:pt x="714321" y="242857"/>
                </a:lnTo>
                <a:lnTo>
                  <a:pt x="714075" y="243386"/>
                </a:lnTo>
                <a:lnTo>
                  <a:pt x="713275" y="231373"/>
                </a:lnTo>
                <a:lnTo>
                  <a:pt x="679639" y="231373"/>
                </a:lnTo>
                <a:lnTo>
                  <a:pt x="679639" y="243866"/>
                </a:lnTo>
                <a:lnTo>
                  <a:pt x="700301" y="243866"/>
                </a:lnTo>
                <a:lnTo>
                  <a:pt x="700301" y="300886"/>
                </a:lnTo>
                <a:lnTo>
                  <a:pt x="678838" y="300886"/>
                </a:lnTo>
                <a:lnTo>
                  <a:pt x="678838" y="313219"/>
                </a:lnTo>
                <a:lnTo>
                  <a:pt x="700301" y="313219"/>
                </a:lnTo>
                <a:lnTo>
                  <a:pt x="715997" y="313219"/>
                </a:lnTo>
                <a:lnTo>
                  <a:pt x="752676" y="313219"/>
                </a:lnTo>
                <a:lnTo>
                  <a:pt x="752676" y="300886"/>
                </a:lnTo>
                <a:lnTo>
                  <a:pt x="715997" y="300886"/>
                </a:lnTo>
                <a:lnTo>
                  <a:pt x="715997" y="262766"/>
                </a:lnTo>
                <a:lnTo>
                  <a:pt x="716001" y="262340"/>
                </a:lnTo>
                <a:lnTo>
                  <a:pt x="716010" y="261915"/>
                </a:lnTo>
                <a:lnTo>
                  <a:pt x="716025" y="261492"/>
                </a:lnTo>
                <a:lnTo>
                  <a:pt x="716046" y="261071"/>
                </a:lnTo>
                <a:close/>
                <a:moveTo>
                  <a:pt x="243666" y="314703"/>
                </a:moveTo>
                <a:lnTo>
                  <a:pt x="244563" y="314651"/>
                </a:lnTo>
                <a:lnTo>
                  <a:pt x="245448" y="314589"/>
                </a:lnTo>
                <a:lnTo>
                  <a:pt x="246321" y="314518"/>
                </a:lnTo>
                <a:lnTo>
                  <a:pt x="247183" y="314438"/>
                </a:lnTo>
                <a:lnTo>
                  <a:pt x="248033" y="314348"/>
                </a:lnTo>
                <a:lnTo>
                  <a:pt x="248872" y="314249"/>
                </a:lnTo>
                <a:lnTo>
                  <a:pt x="249698" y="314140"/>
                </a:lnTo>
                <a:lnTo>
                  <a:pt x="250513" y="314022"/>
                </a:lnTo>
                <a:lnTo>
                  <a:pt x="251317" y="313894"/>
                </a:lnTo>
                <a:lnTo>
                  <a:pt x="252108" y="313757"/>
                </a:lnTo>
                <a:lnTo>
                  <a:pt x="252888" y="313611"/>
                </a:lnTo>
                <a:lnTo>
                  <a:pt x="253657" y="313455"/>
                </a:lnTo>
                <a:lnTo>
                  <a:pt x="254413" y="313289"/>
                </a:lnTo>
                <a:lnTo>
                  <a:pt x="255158" y="313114"/>
                </a:lnTo>
                <a:lnTo>
                  <a:pt x="255891" y="312930"/>
                </a:lnTo>
                <a:lnTo>
                  <a:pt x="256613" y="312736"/>
                </a:lnTo>
                <a:lnTo>
                  <a:pt x="257323" y="312533"/>
                </a:lnTo>
                <a:lnTo>
                  <a:pt x="258021" y="312320"/>
                </a:lnTo>
                <a:lnTo>
                  <a:pt x="258708" y="312098"/>
                </a:lnTo>
                <a:lnTo>
                  <a:pt x="259395" y="311866"/>
                </a:lnTo>
                <a:lnTo>
                  <a:pt x="260068" y="311624"/>
                </a:lnTo>
                <a:lnTo>
                  <a:pt x="260727" y="311372"/>
                </a:lnTo>
                <a:lnTo>
                  <a:pt x="261373" y="311110"/>
                </a:lnTo>
                <a:lnTo>
                  <a:pt x="262004" y="310838"/>
                </a:lnTo>
                <a:lnTo>
                  <a:pt x="262622" y="310556"/>
                </a:lnTo>
                <a:lnTo>
                  <a:pt x="263226" y="310264"/>
                </a:lnTo>
                <a:lnTo>
                  <a:pt x="263815" y="309962"/>
                </a:lnTo>
                <a:lnTo>
                  <a:pt x="264391" y="309650"/>
                </a:lnTo>
                <a:lnTo>
                  <a:pt x="264953" y="309328"/>
                </a:lnTo>
                <a:lnTo>
                  <a:pt x="265501" y="308996"/>
                </a:lnTo>
                <a:lnTo>
                  <a:pt x="266035" y="308654"/>
                </a:lnTo>
                <a:lnTo>
                  <a:pt x="266556" y="308302"/>
                </a:lnTo>
                <a:lnTo>
                  <a:pt x="267062" y="307940"/>
                </a:lnTo>
                <a:lnTo>
                  <a:pt x="267555" y="307568"/>
                </a:lnTo>
                <a:lnTo>
                  <a:pt x="268033" y="307186"/>
                </a:lnTo>
                <a:lnTo>
                  <a:pt x="268498" y="306794"/>
                </a:lnTo>
                <a:lnTo>
                  <a:pt x="268949" y="306392"/>
                </a:lnTo>
                <a:lnTo>
                  <a:pt x="269385" y="305980"/>
                </a:lnTo>
                <a:lnTo>
                  <a:pt x="269808" y="305558"/>
                </a:lnTo>
                <a:lnTo>
                  <a:pt x="270217" y="305126"/>
                </a:lnTo>
                <a:lnTo>
                  <a:pt x="270613" y="304683"/>
                </a:lnTo>
                <a:lnTo>
                  <a:pt x="270994" y="304231"/>
                </a:lnTo>
                <a:lnTo>
                  <a:pt x="271361" y="303769"/>
                </a:lnTo>
                <a:lnTo>
                  <a:pt x="271727" y="303297"/>
                </a:lnTo>
                <a:lnTo>
                  <a:pt x="272077" y="302815"/>
                </a:lnTo>
                <a:lnTo>
                  <a:pt x="272412" y="302323"/>
                </a:lnTo>
                <a:lnTo>
                  <a:pt x="272731" y="301820"/>
                </a:lnTo>
                <a:lnTo>
                  <a:pt x="273035" y="301308"/>
                </a:lnTo>
                <a:lnTo>
                  <a:pt x="273323" y="300786"/>
                </a:lnTo>
                <a:lnTo>
                  <a:pt x="273596" y="300254"/>
                </a:lnTo>
                <a:lnTo>
                  <a:pt x="273853" y="299712"/>
                </a:lnTo>
                <a:lnTo>
                  <a:pt x="274094" y="299159"/>
                </a:lnTo>
                <a:lnTo>
                  <a:pt x="274320" y="298597"/>
                </a:lnTo>
                <a:lnTo>
                  <a:pt x="274530" y="298025"/>
                </a:lnTo>
                <a:lnTo>
                  <a:pt x="274725" y="297442"/>
                </a:lnTo>
                <a:lnTo>
                  <a:pt x="274904" y="296850"/>
                </a:lnTo>
                <a:lnTo>
                  <a:pt x="275067" y="296248"/>
                </a:lnTo>
                <a:lnTo>
                  <a:pt x="275215" y="295636"/>
                </a:lnTo>
                <a:lnTo>
                  <a:pt x="275348" y="295013"/>
                </a:lnTo>
                <a:lnTo>
                  <a:pt x="275464" y="294381"/>
                </a:lnTo>
                <a:lnTo>
                  <a:pt x="275566" y="293739"/>
                </a:lnTo>
                <a:lnTo>
                  <a:pt x="275651" y="293086"/>
                </a:lnTo>
                <a:lnTo>
                  <a:pt x="275721" y="292424"/>
                </a:lnTo>
                <a:lnTo>
                  <a:pt x="275776" y="291751"/>
                </a:lnTo>
                <a:lnTo>
                  <a:pt x="275815" y="291069"/>
                </a:lnTo>
                <a:lnTo>
                  <a:pt x="275838" y="290377"/>
                </a:lnTo>
                <a:lnTo>
                  <a:pt x="275846" y="289674"/>
                </a:lnTo>
                <a:lnTo>
                  <a:pt x="275841" y="289052"/>
                </a:lnTo>
                <a:lnTo>
                  <a:pt x="275825" y="288440"/>
                </a:lnTo>
                <a:lnTo>
                  <a:pt x="275798" y="287837"/>
                </a:lnTo>
                <a:lnTo>
                  <a:pt x="275761" y="287245"/>
                </a:lnTo>
                <a:lnTo>
                  <a:pt x="275714" y="286663"/>
                </a:lnTo>
                <a:lnTo>
                  <a:pt x="275656" y="286091"/>
                </a:lnTo>
                <a:lnTo>
                  <a:pt x="275587" y="285528"/>
                </a:lnTo>
                <a:lnTo>
                  <a:pt x="275508" y="284976"/>
                </a:lnTo>
                <a:lnTo>
                  <a:pt x="275418" y="284434"/>
                </a:lnTo>
                <a:lnTo>
                  <a:pt x="275318" y="283902"/>
                </a:lnTo>
                <a:lnTo>
                  <a:pt x="275207" y="283379"/>
                </a:lnTo>
                <a:lnTo>
                  <a:pt x="275085" y="282867"/>
                </a:lnTo>
                <a:lnTo>
                  <a:pt x="274953" y="282365"/>
                </a:lnTo>
                <a:lnTo>
                  <a:pt x="274810" y="281873"/>
                </a:lnTo>
                <a:lnTo>
                  <a:pt x="274657" y="281391"/>
                </a:lnTo>
                <a:lnTo>
                  <a:pt x="274493" y="280918"/>
                </a:lnTo>
                <a:lnTo>
                  <a:pt x="274319" y="280456"/>
                </a:lnTo>
                <a:lnTo>
                  <a:pt x="274134" y="280004"/>
                </a:lnTo>
                <a:lnTo>
                  <a:pt x="273939" y="279562"/>
                </a:lnTo>
                <a:lnTo>
                  <a:pt x="273733" y="279130"/>
                </a:lnTo>
                <a:lnTo>
                  <a:pt x="273516" y="278708"/>
                </a:lnTo>
                <a:lnTo>
                  <a:pt x="273289" y="278296"/>
                </a:lnTo>
                <a:lnTo>
                  <a:pt x="273051" y="277894"/>
                </a:lnTo>
                <a:lnTo>
                  <a:pt x="272803" y="277501"/>
                </a:lnTo>
                <a:lnTo>
                  <a:pt x="272542" y="277104"/>
                </a:lnTo>
                <a:lnTo>
                  <a:pt x="272269" y="276713"/>
                </a:lnTo>
                <a:lnTo>
                  <a:pt x="271982" y="276328"/>
                </a:lnTo>
                <a:lnTo>
                  <a:pt x="271681" y="275949"/>
                </a:lnTo>
                <a:lnTo>
                  <a:pt x="271368" y="275576"/>
                </a:lnTo>
                <a:lnTo>
                  <a:pt x="271041" y="275209"/>
                </a:lnTo>
                <a:lnTo>
                  <a:pt x="270700" y="274848"/>
                </a:lnTo>
                <a:lnTo>
                  <a:pt x="270347" y="274494"/>
                </a:lnTo>
                <a:lnTo>
                  <a:pt x="269980" y="274145"/>
                </a:lnTo>
                <a:lnTo>
                  <a:pt x="269599" y="273803"/>
                </a:lnTo>
                <a:lnTo>
                  <a:pt x="269206" y="273467"/>
                </a:lnTo>
                <a:lnTo>
                  <a:pt x="268798" y="273137"/>
                </a:lnTo>
                <a:lnTo>
                  <a:pt x="268378" y="272813"/>
                </a:lnTo>
                <a:lnTo>
                  <a:pt x="267944" y="272495"/>
                </a:lnTo>
                <a:lnTo>
                  <a:pt x="267497" y="272183"/>
                </a:lnTo>
                <a:lnTo>
                  <a:pt x="267037" y="271878"/>
                </a:lnTo>
                <a:lnTo>
                  <a:pt x="266563" y="271578"/>
                </a:lnTo>
                <a:lnTo>
                  <a:pt x="266076" y="271285"/>
                </a:lnTo>
                <a:lnTo>
                  <a:pt x="265575" y="270998"/>
                </a:lnTo>
                <a:lnTo>
                  <a:pt x="265061" y="270717"/>
                </a:lnTo>
                <a:lnTo>
                  <a:pt x="264534" y="270442"/>
                </a:lnTo>
                <a:lnTo>
                  <a:pt x="263993" y="270173"/>
                </a:lnTo>
                <a:lnTo>
                  <a:pt x="263439" y="269910"/>
                </a:lnTo>
                <a:lnTo>
                  <a:pt x="262872" y="269653"/>
                </a:lnTo>
                <a:lnTo>
                  <a:pt x="262303" y="269401"/>
                </a:lnTo>
                <a:lnTo>
                  <a:pt x="261717" y="269153"/>
                </a:lnTo>
                <a:lnTo>
                  <a:pt x="261113" y="268907"/>
                </a:lnTo>
                <a:lnTo>
                  <a:pt x="260492" y="268665"/>
                </a:lnTo>
                <a:lnTo>
                  <a:pt x="259854" y="268427"/>
                </a:lnTo>
                <a:lnTo>
                  <a:pt x="259198" y="268192"/>
                </a:lnTo>
                <a:lnTo>
                  <a:pt x="258526" y="267960"/>
                </a:lnTo>
                <a:lnTo>
                  <a:pt x="257836" y="267731"/>
                </a:lnTo>
                <a:lnTo>
                  <a:pt x="257129" y="267506"/>
                </a:lnTo>
                <a:lnTo>
                  <a:pt x="256404" y="267284"/>
                </a:lnTo>
                <a:lnTo>
                  <a:pt x="255663" y="267065"/>
                </a:lnTo>
                <a:lnTo>
                  <a:pt x="254904" y="266850"/>
                </a:lnTo>
                <a:lnTo>
                  <a:pt x="254128" y="266638"/>
                </a:lnTo>
                <a:lnTo>
                  <a:pt x="253334" y="266430"/>
                </a:lnTo>
                <a:lnTo>
                  <a:pt x="252524" y="266225"/>
                </a:lnTo>
                <a:lnTo>
                  <a:pt x="251696" y="266023"/>
                </a:lnTo>
                <a:lnTo>
                  <a:pt x="250851" y="265824"/>
                </a:lnTo>
                <a:lnTo>
                  <a:pt x="249989" y="265629"/>
                </a:lnTo>
                <a:lnTo>
                  <a:pt x="249109" y="265437"/>
                </a:lnTo>
                <a:lnTo>
                  <a:pt x="248212" y="265249"/>
                </a:lnTo>
                <a:lnTo>
                  <a:pt x="247298" y="265063"/>
                </a:lnTo>
                <a:lnTo>
                  <a:pt x="246367" y="264882"/>
                </a:lnTo>
                <a:lnTo>
                  <a:pt x="245418" y="264703"/>
                </a:lnTo>
                <a:lnTo>
                  <a:pt x="244453" y="264528"/>
                </a:lnTo>
                <a:lnTo>
                  <a:pt x="243673" y="264381"/>
                </a:lnTo>
                <a:lnTo>
                  <a:pt x="242908" y="264235"/>
                </a:lnTo>
                <a:lnTo>
                  <a:pt x="242158" y="264090"/>
                </a:lnTo>
                <a:lnTo>
                  <a:pt x="241423" y="263945"/>
                </a:lnTo>
                <a:lnTo>
                  <a:pt x="240703" y="263801"/>
                </a:lnTo>
                <a:lnTo>
                  <a:pt x="239998" y="263657"/>
                </a:lnTo>
                <a:lnTo>
                  <a:pt x="239308" y="263514"/>
                </a:lnTo>
                <a:lnTo>
                  <a:pt x="238633" y="263371"/>
                </a:lnTo>
                <a:lnTo>
                  <a:pt x="237973" y="263229"/>
                </a:lnTo>
                <a:lnTo>
                  <a:pt x="237329" y="263087"/>
                </a:lnTo>
                <a:lnTo>
                  <a:pt x="236699" y="262946"/>
                </a:lnTo>
                <a:lnTo>
                  <a:pt x="236084" y="262806"/>
                </a:lnTo>
                <a:lnTo>
                  <a:pt x="235484" y="262666"/>
                </a:lnTo>
                <a:lnTo>
                  <a:pt x="234899" y="262527"/>
                </a:lnTo>
                <a:lnTo>
                  <a:pt x="234330" y="262388"/>
                </a:lnTo>
                <a:lnTo>
                  <a:pt x="233775" y="262250"/>
                </a:lnTo>
                <a:lnTo>
                  <a:pt x="233235" y="262112"/>
                </a:lnTo>
                <a:lnTo>
                  <a:pt x="232710" y="261975"/>
                </a:lnTo>
                <a:lnTo>
                  <a:pt x="232201" y="261839"/>
                </a:lnTo>
                <a:lnTo>
                  <a:pt x="231706" y="261703"/>
                </a:lnTo>
                <a:lnTo>
                  <a:pt x="231226" y="261567"/>
                </a:lnTo>
                <a:lnTo>
                  <a:pt x="230762" y="261432"/>
                </a:lnTo>
                <a:lnTo>
                  <a:pt x="230312" y="261298"/>
                </a:lnTo>
                <a:lnTo>
                  <a:pt x="229877" y="261164"/>
                </a:lnTo>
                <a:lnTo>
                  <a:pt x="229469" y="261030"/>
                </a:lnTo>
                <a:lnTo>
                  <a:pt x="229071" y="260895"/>
                </a:lnTo>
                <a:lnTo>
                  <a:pt x="228684" y="260759"/>
                </a:lnTo>
                <a:lnTo>
                  <a:pt x="228307" y="260621"/>
                </a:lnTo>
                <a:lnTo>
                  <a:pt x="227941" y="260483"/>
                </a:lnTo>
                <a:lnTo>
                  <a:pt x="227585" y="260343"/>
                </a:lnTo>
                <a:lnTo>
                  <a:pt x="227240" y="260203"/>
                </a:lnTo>
                <a:lnTo>
                  <a:pt x="226905" y="260061"/>
                </a:lnTo>
                <a:lnTo>
                  <a:pt x="226581" y="259918"/>
                </a:lnTo>
                <a:lnTo>
                  <a:pt x="226268" y="259774"/>
                </a:lnTo>
                <a:lnTo>
                  <a:pt x="225965" y="259629"/>
                </a:lnTo>
                <a:lnTo>
                  <a:pt x="225673" y="259482"/>
                </a:lnTo>
                <a:lnTo>
                  <a:pt x="225391" y="259335"/>
                </a:lnTo>
                <a:lnTo>
                  <a:pt x="225120" y="259187"/>
                </a:lnTo>
                <a:lnTo>
                  <a:pt x="224860" y="259037"/>
                </a:lnTo>
                <a:lnTo>
                  <a:pt x="224610" y="258886"/>
                </a:lnTo>
                <a:lnTo>
                  <a:pt x="224370" y="258734"/>
                </a:lnTo>
                <a:lnTo>
                  <a:pt x="224141" y="258582"/>
                </a:lnTo>
                <a:lnTo>
                  <a:pt x="223923" y="258427"/>
                </a:lnTo>
                <a:lnTo>
                  <a:pt x="223715" y="258272"/>
                </a:lnTo>
                <a:lnTo>
                  <a:pt x="223518" y="258116"/>
                </a:lnTo>
                <a:lnTo>
                  <a:pt x="223332" y="257959"/>
                </a:lnTo>
                <a:lnTo>
                  <a:pt x="223156" y="257800"/>
                </a:lnTo>
                <a:lnTo>
                  <a:pt x="222990" y="257641"/>
                </a:lnTo>
                <a:lnTo>
                  <a:pt x="222833" y="257465"/>
                </a:lnTo>
                <a:lnTo>
                  <a:pt x="222683" y="257287"/>
                </a:lnTo>
                <a:lnTo>
                  <a:pt x="222540" y="257105"/>
                </a:lnTo>
                <a:lnTo>
                  <a:pt x="222403" y="256920"/>
                </a:lnTo>
                <a:lnTo>
                  <a:pt x="222273" y="256731"/>
                </a:lnTo>
                <a:lnTo>
                  <a:pt x="222149" y="256539"/>
                </a:lnTo>
                <a:lnTo>
                  <a:pt x="222032" y="256344"/>
                </a:lnTo>
                <a:lnTo>
                  <a:pt x="221922" y="256146"/>
                </a:lnTo>
                <a:lnTo>
                  <a:pt x="221819" y="255944"/>
                </a:lnTo>
                <a:lnTo>
                  <a:pt x="221722" y="255739"/>
                </a:lnTo>
                <a:lnTo>
                  <a:pt x="221632" y="255530"/>
                </a:lnTo>
                <a:lnTo>
                  <a:pt x="221549" y="255318"/>
                </a:lnTo>
                <a:lnTo>
                  <a:pt x="221472" y="255103"/>
                </a:lnTo>
                <a:lnTo>
                  <a:pt x="221402" y="254884"/>
                </a:lnTo>
                <a:lnTo>
                  <a:pt x="221338" y="254662"/>
                </a:lnTo>
                <a:lnTo>
                  <a:pt x="221282" y="254437"/>
                </a:lnTo>
                <a:lnTo>
                  <a:pt x="221232" y="254209"/>
                </a:lnTo>
                <a:lnTo>
                  <a:pt x="221188" y="253977"/>
                </a:lnTo>
                <a:lnTo>
                  <a:pt x="221152" y="253741"/>
                </a:lnTo>
                <a:lnTo>
                  <a:pt x="221121" y="253503"/>
                </a:lnTo>
                <a:lnTo>
                  <a:pt x="221098" y="253261"/>
                </a:lnTo>
                <a:lnTo>
                  <a:pt x="221081" y="253016"/>
                </a:lnTo>
                <a:lnTo>
                  <a:pt x="221071" y="252767"/>
                </a:lnTo>
                <a:lnTo>
                  <a:pt x="221068" y="252515"/>
                </a:lnTo>
                <a:lnTo>
                  <a:pt x="221100" y="251574"/>
                </a:lnTo>
                <a:lnTo>
                  <a:pt x="221197" y="250673"/>
                </a:lnTo>
                <a:lnTo>
                  <a:pt x="221358" y="249812"/>
                </a:lnTo>
                <a:lnTo>
                  <a:pt x="221584" y="248991"/>
                </a:lnTo>
                <a:lnTo>
                  <a:pt x="221874" y="248211"/>
                </a:lnTo>
                <a:lnTo>
                  <a:pt x="222229" y="247470"/>
                </a:lnTo>
                <a:lnTo>
                  <a:pt x="222649" y="246769"/>
                </a:lnTo>
                <a:lnTo>
                  <a:pt x="223132" y="246108"/>
                </a:lnTo>
                <a:lnTo>
                  <a:pt x="223681" y="245488"/>
                </a:lnTo>
                <a:lnTo>
                  <a:pt x="224294" y="244907"/>
                </a:lnTo>
                <a:lnTo>
                  <a:pt x="224971" y="244367"/>
                </a:lnTo>
                <a:lnTo>
                  <a:pt x="225713" y="243866"/>
                </a:lnTo>
                <a:lnTo>
                  <a:pt x="226519" y="243406"/>
                </a:lnTo>
                <a:lnTo>
                  <a:pt x="227390" y="242985"/>
                </a:lnTo>
                <a:lnTo>
                  <a:pt x="228326" y="242605"/>
                </a:lnTo>
                <a:lnTo>
                  <a:pt x="229326" y="242264"/>
                </a:lnTo>
                <a:lnTo>
                  <a:pt x="230390" y="241964"/>
                </a:lnTo>
                <a:lnTo>
                  <a:pt x="231519" y="241704"/>
                </a:lnTo>
                <a:lnTo>
                  <a:pt x="232713" y="241483"/>
                </a:lnTo>
                <a:lnTo>
                  <a:pt x="233971" y="241303"/>
                </a:lnTo>
                <a:lnTo>
                  <a:pt x="235293" y="241163"/>
                </a:lnTo>
                <a:lnTo>
                  <a:pt x="236680" y="241063"/>
                </a:lnTo>
                <a:lnTo>
                  <a:pt x="238132" y="241003"/>
                </a:lnTo>
                <a:lnTo>
                  <a:pt x="239648" y="240983"/>
                </a:lnTo>
                <a:lnTo>
                  <a:pt x="240086" y="240985"/>
                </a:lnTo>
                <a:lnTo>
                  <a:pt x="240522" y="240991"/>
                </a:lnTo>
                <a:lnTo>
                  <a:pt x="240954" y="241000"/>
                </a:lnTo>
                <a:lnTo>
                  <a:pt x="241383" y="241014"/>
                </a:lnTo>
                <a:lnTo>
                  <a:pt x="241808" y="241032"/>
                </a:lnTo>
                <a:lnTo>
                  <a:pt x="242230" y="241053"/>
                </a:lnTo>
                <a:lnTo>
                  <a:pt x="242649" y="241078"/>
                </a:lnTo>
                <a:lnTo>
                  <a:pt x="243065" y="241108"/>
                </a:lnTo>
                <a:lnTo>
                  <a:pt x="243477" y="241141"/>
                </a:lnTo>
                <a:lnTo>
                  <a:pt x="243885" y="241178"/>
                </a:lnTo>
                <a:lnTo>
                  <a:pt x="244291" y="241218"/>
                </a:lnTo>
                <a:lnTo>
                  <a:pt x="244693" y="241263"/>
                </a:lnTo>
                <a:lnTo>
                  <a:pt x="245092" y="241312"/>
                </a:lnTo>
                <a:lnTo>
                  <a:pt x="245487" y="241364"/>
                </a:lnTo>
                <a:lnTo>
                  <a:pt x="245879" y="241421"/>
                </a:lnTo>
                <a:lnTo>
                  <a:pt x="246268" y="241481"/>
                </a:lnTo>
                <a:lnTo>
                  <a:pt x="246653" y="241546"/>
                </a:lnTo>
                <a:lnTo>
                  <a:pt x="247035" y="241614"/>
                </a:lnTo>
                <a:lnTo>
                  <a:pt x="247414" y="241686"/>
                </a:lnTo>
                <a:lnTo>
                  <a:pt x="247790" y="241762"/>
                </a:lnTo>
                <a:lnTo>
                  <a:pt x="248162" y="241841"/>
                </a:lnTo>
                <a:lnTo>
                  <a:pt x="248530" y="241925"/>
                </a:lnTo>
                <a:lnTo>
                  <a:pt x="248896" y="242013"/>
                </a:lnTo>
                <a:lnTo>
                  <a:pt x="249258" y="242104"/>
                </a:lnTo>
                <a:lnTo>
                  <a:pt x="249628" y="242188"/>
                </a:lnTo>
                <a:lnTo>
                  <a:pt x="249992" y="242279"/>
                </a:lnTo>
                <a:lnTo>
                  <a:pt x="250349" y="242377"/>
                </a:lnTo>
                <a:lnTo>
                  <a:pt x="250699" y="242482"/>
                </a:lnTo>
                <a:lnTo>
                  <a:pt x="251043" y="242595"/>
                </a:lnTo>
                <a:lnTo>
                  <a:pt x="251380" y="242715"/>
                </a:lnTo>
                <a:lnTo>
                  <a:pt x="251710" y="242842"/>
                </a:lnTo>
                <a:lnTo>
                  <a:pt x="252034" y="242976"/>
                </a:lnTo>
                <a:lnTo>
                  <a:pt x="252351" y="243118"/>
                </a:lnTo>
                <a:lnTo>
                  <a:pt x="252661" y="243266"/>
                </a:lnTo>
                <a:lnTo>
                  <a:pt x="252965" y="243422"/>
                </a:lnTo>
                <a:lnTo>
                  <a:pt x="253262" y="243586"/>
                </a:lnTo>
                <a:lnTo>
                  <a:pt x="253552" y="243756"/>
                </a:lnTo>
                <a:lnTo>
                  <a:pt x="253836" y="243934"/>
                </a:lnTo>
                <a:lnTo>
                  <a:pt x="254113" y="244119"/>
                </a:lnTo>
                <a:lnTo>
                  <a:pt x="254383" y="244311"/>
                </a:lnTo>
                <a:lnTo>
                  <a:pt x="254647" y="244510"/>
                </a:lnTo>
                <a:lnTo>
                  <a:pt x="254904" y="244717"/>
                </a:lnTo>
                <a:lnTo>
                  <a:pt x="255154" y="244931"/>
                </a:lnTo>
                <a:lnTo>
                  <a:pt x="255398" y="245152"/>
                </a:lnTo>
                <a:lnTo>
                  <a:pt x="255635" y="245380"/>
                </a:lnTo>
                <a:lnTo>
                  <a:pt x="255865" y="245616"/>
                </a:lnTo>
                <a:lnTo>
                  <a:pt x="256088" y="245858"/>
                </a:lnTo>
                <a:lnTo>
                  <a:pt x="256305" y="246108"/>
                </a:lnTo>
                <a:lnTo>
                  <a:pt x="256527" y="246354"/>
                </a:lnTo>
                <a:lnTo>
                  <a:pt x="256740" y="246609"/>
                </a:lnTo>
                <a:lnTo>
                  <a:pt x="256943" y="246874"/>
                </a:lnTo>
                <a:lnTo>
                  <a:pt x="257137" y="247149"/>
                </a:lnTo>
                <a:lnTo>
                  <a:pt x="257322" y="247435"/>
                </a:lnTo>
                <a:lnTo>
                  <a:pt x="257497" y="247730"/>
                </a:lnTo>
                <a:lnTo>
                  <a:pt x="257662" y="248035"/>
                </a:lnTo>
                <a:lnTo>
                  <a:pt x="257818" y="248351"/>
                </a:lnTo>
                <a:lnTo>
                  <a:pt x="257965" y="248676"/>
                </a:lnTo>
                <a:lnTo>
                  <a:pt x="258102" y="249011"/>
                </a:lnTo>
                <a:lnTo>
                  <a:pt x="258229" y="249357"/>
                </a:lnTo>
                <a:lnTo>
                  <a:pt x="258347" y="249712"/>
                </a:lnTo>
                <a:lnTo>
                  <a:pt x="258456" y="250078"/>
                </a:lnTo>
                <a:lnTo>
                  <a:pt x="258555" y="250453"/>
                </a:lnTo>
                <a:lnTo>
                  <a:pt x="258645" y="250838"/>
                </a:lnTo>
                <a:lnTo>
                  <a:pt x="258726" y="251234"/>
                </a:lnTo>
                <a:lnTo>
                  <a:pt x="258797" y="251639"/>
                </a:lnTo>
                <a:lnTo>
                  <a:pt x="258858" y="252055"/>
                </a:lnTo>
                <a:lnTo>
                  <a:pt x="258910" y="252480"/>
                </a:lnTo>
                <a:lnTo>
                  <a:pt x="258953" y="252916"/>
                </a:lnTo>
                <a:lnTo>
                  <a:pt x="258986" y="253361"/>
                </a:lnTo>
                <a:lnTo>
                  <a:pt x="259009" y="253816"/>
                </a:lnTo>
                <a:lnTo>
                  <a:pt x="259023" y="254282"/>
                </a:lnTo>
                <a:lnTo>
                  <a:pt x="259028" y="254757"/>
                </a:lnTo>
                <a:lnTo>
                  <a:pt x="272963" y="254757"/>
                </a:lnTo>
                <a:lnTo>
                  <a:pt x="272989" y="254665"/>
                </a:lnTo>
                <a:lnTo>
                  <a:pt x="273014" y="254574"/>
                </a:lnTo>
                <a:lnTo>
                  <a:pt x="273038" y="254485"/>
                </a:lnTo>
                <a:lnTo>
                  <a:pt x="273061" y="254397"/>
                </a:lnTo>
                <a:lnTo>
                  <a:pt x="273082" y="254311"/>
                </a:lnTo>
                <a:lnTo>
                  <a:pt x="273103" y="254227"/>
                </a:lnTo>
                <a:lnTo>
                  <a:pt x="273122" y="254144"/>
                </a:lnTo>
                <a:lnTo>
                  <a:pt x="273141" y="254063"/>
                </a:lnTo>
                <a:lnTo>
                  <a:pt x="273158" y="253984"/>
                </a:lnTo>
                <a:lnTo>
                  <a:pt x="273174" y="253907"/>
                </a:lnTo>
                <a:lnTo>
                  <a:pt x="273189" y="253831"/>
                </a:lnTo>
                <a:lnTo>
                  <a:pt x="273203" y="253756"/>
                </a:lnTo>
                <a:lnTo>
                  <a:pt x="273216" y="253684"/>
                </a:lnTo>
                <a:lnTo>
                  <a:pt x="273228" y="253613"/>
                </a:lnTo>
                <a:lnTo>
                  <a:pt x="273238" y="253544"/>
                </a:lnTo>
                <a:lnTo>
                  <a:pt x="273248" y="253476"/>
                </a:lnTo>
                <a:lnTo>
                  <a:pt x="273256" y="253410"/>
                </a:lnTo>
                <a:lnTo>
                  <a:pt x="273263" y="253346"/>
                </a:lnTo>
                <a:lnTo>
                  <a:pt x="273269" y="253283"/>
                </a:lnTo>
                <a:lnTo>
                  <a:pt x="273274" y="253223"/>
                </a:lnTo>
                <a:lnTo>
                  <a:pt x="273278" y="253163"/>
                </a:lnTo>
                <a:lnTo>
                  <a:pt x="273281" y="253106"/>
                </a:lnTo>
                <a:lnTo>
                  <a:pt x="273283" y="253050"/>
                </a:lnTo>
                <a:lnTo>
                  <a:pt x="273283" y="252996"/>
                </a:lnTo>
                <a:lnTo>
                  <a:pt x="273283" y="252943"/>
                </a:lnTo>
                <a:lnTo>
                  <a:pt x="273283" y="252890"/>
                </a:lnTo>
                <a:lnTo>
                  <a:pt x="273283" y="252838"/>
                </a:lnTo>
                <a:lnTo>
                  <a:pt x="273283" y="252787"/>
                </a:lnTo>
                <a:lnTo>
                  <a:pt x="273283" y="252736"/>
                </a:lnTo>
                <a:lnTo>
                  <a:pt x="273283" y="252685"/>
                </a:lnTo>
                <a:lnTo>
                  <a:pt x="273283" y="252636"/>
                </a:lnTo>
                <a:lnTo>
                  <a:pt x="273283" y="252586"/>
                </a:lnTo>
                <a:lnTo>
                  <a:pt x="273283" y="252538"/>
                </a:lnTo>
                <a:lnTo>
                  <a:pt x="273283" y="252490"/>
                </a:lnTo>
                <a:lnTo>
                  <a:pt x="273283" y="252442"/>
                </a:lnTo>
                <a:lnTo>
                  <a:pt x="273283" y="252395"/>
                </a:lnTo>
                <a:lnTo>
                  <a:pt x="273283" y="252349"/>
                </a:lnTo>
                <a:lnTo>
                  <a:pt x="273283" y="252303"/>
                </a:lnTo>
                <a:lnTo>
                  <a:pt x="273283" y="252257"/>
                </a:lnTo>
                <a:lnTo>
                  <a:pt x="273283" y="252213"/>
                </a:lnTo>
                <a:lnTo>
                  <a:pt x="273283" y="252168"/>
                </a:lnTo>
                <a:lnTo>
                  <a:pt x="273283" y="252125"/>
                </a:lnTo>
                <a:lnTo>
                  <a:pt x="273283" y="252082"/>
                </a:lnTo>
                <a:lnTo>
                  <a:pt x="273283" y="252039"/>
                </a:lnTo>
                <a:lnTo>
                  <a:pt x="273283" y="251997"/>
                </a:lnTo>
                <a:lnTo>
                  <a:pt x="273283" y="251956"/>
                </a:lnTo>
                <a:lnTo>
                  <a:pt x="273283" y="251915"/>
                </a:lnTo>
                <a:lnTo>
                  <a:pt x="273283" y="251874"/>
                </a:lnTo>
                <a:lnTo>
                  <a:pt x="273276" y="251304"/>
                </a:lnTo>
                <a:lnTo>
                  <a:pt x="273253" y="250741"/>
                </a:lnTo>
                <a:lnTo>
                  <a:pt x="273216" y="250185"/>
                </a:lnTo>
                <a:lnTo>
                  <a:pt x="273163" y="249637"/>
                </a:lnTo>
                <a:lnTo>
                  <a:pt x="273095" y="249095"/>
                </a:lnTo>
                <a:lnTo>
                  <a:pt x="273013" y="248561"/>
                </a:lnTo>
                <a:lnTo>
                  <a:pt x="272915" y="248034"/>
                </a:lnTo>
                <a:lnTo>
                  <a:pt x="272803" y="247514"/>
                </a:lnTo>
                <a:lnTo>
                  <a:pt x="272675" y="247002"/>
                </a:lnTo>
                <a:lnTo>
                  <a:pt x="272532" y="246497"/>
                </a:lnTo>
                <a:lnTo>
                  <a:pt x="272375" y="245999"/>
                </a:lnTo>
                <a:lnTo>
                  <a:pt x="272202" y="245508"/>
                </a:lnTo>
                <a:lnTo>
                  <a:pt x="272014" y="245024"/>
                </a:lnTo>
                <a:lnTo>
                  <a:pt x="271812" y="244548"/>
                </a:lnTo>
                <a:lnTo>
                  <a:pt x="271594" y="244079"/>
                </a:lnTo>
                <a:lnTo>
                  <a:pt x="271361" y="243617"/>
                </a:lnTo>
                <a:lnTo>
                  <a:pt x="271113" y="243162"/>
                </a:lnTo>
                <a:lnTo>
                  <a:pt x="270851" y="242715"/>
                </a:lnTo>
                <a:lnTo>
                  <a:pt x="270573" y="242275"/>
                </a:lnTo>
                <a:lnTo>
                  <a:pt x="270280" y="241842"/>
                </a:lnTo>
                <a:lnTo>
                  <a:pt x="269972" y="241416"/>
                </a:lnTo>
                <a:lnTo>
                  <a:pt x="269649" y="240997"/>
                </a:lnTo>
                <a:lnTo>
                  <a:pt x="269311" y="240586"/>
                </a:lnTo>
                <a:lnTo>
                  <a:pt x="268959" y="240182"/>
                </a:lnTo>
                <a:lnTo>
                  <a:pt x="268593" y="239772"/>
                </a:lnTo>
                <a:lnTo>
                  <a:pt x="268217" y="239370"/>
                </a:lnTo>
                <a:lnTo>
                  <a:pt x="267830" y="238976"/>
                </a:lnTo>
                <a:lnTo>
                  <a:pt x="267433" y="238589"/>
                </a:lnTo>
                <a:lnTo>
                  <a:pt x="267025" y="238211"/>
                </a:lnTo>
                <a:lnTo>
                  <a:pt x="266606" y="237840"/>
                </a:lnTo>
                <a:lnTo>
                  <a:pt x="266177" y="237477"/>
                </a:lnTo>
                <a:lnTo>
                  <a:pt x="265737" y="237121"/>
                </a:lnTo>
                <a:lnTo>
                  <a:pt x="265287" y="236774"/>
                </a:lnTo>
                <a:lnTo>
                  <a:pt x="264826" y="236434"/>
                </a:lnTo>
                <a:lnTo>
                  <a:pt x="264355" y="236102"/>
                </a:lnTo>
                <a:lnTo>
                  <a:pt x="263873" y="235777"/>
                </a:lnTo>
                <a:lnTo>
                  <a:pt x="263381" y="235461"/>
                </a:lnTo>
                <a:lnTo>
                  <a:pt x="262878" y="235152"/>
                </a:lnTo>
                <a:lnTo>
                  <a:pt x="262364" y="234852"/>
                </a:lnTo>
                <a:lnTo>
                  <a:pt x="261840" y="234558"/>
                </a:lnTo>
                <a:lnTo>
                  <a:pt x="261305" y="234273"/>
                </a:lnTo>
                <a:lnTo>
                  <a:pt x="260760" y="233996"/>
                </a:lnTo>
                <a:lnTo>
                  <a:pt x="260204" y="233726"/>
                </a:lnTo>
                <a:lnTo>
                  <a:pt x="259638" y="233464"/>
                </a:lnTo>
                <a:lnTo>
                  <a:pt x="259061" y="233210"/>
                </a:lnTo>
                <a:lnTo>
                  <a:pt x="258473" y="232963"/>
                </a:lnTo>
                <a:lnTo>
                  <a:pt x="257875" y="232725"/>
                </a:lnTo>
                <a:lnTo>
                  <a:pt x="257266" y="232494"/>
                </a:lnTo>
                <a:lnTo>
                  <a:pt x="256662" y="232272"/>
                </a:lnTo>
                <a:lnTo>
                  <a:pt x="256052" y="232059"/>
                </a:lnTo>
                <a:lnTo>
                  <a:pt x="255434" y="231856"/>
                </a:lnTo>
                <a:lnTo>
                  <a:pt x="254810" y="231662"/>
                </a:lnTo>
                <a:lnTo>
                  <a:pt x="254180" y="231478"/>
                </a:lnTo>
                <a:lnTo>
                  <a:pt x="253542" y="231303"/>
                </a:lnTo>
                <a:lnTo>
                  <a:pt x="252898" y="231137"/>
                </a:lnTo>
                <a:lnTo>
                  <a:pt x="252248" y="230981"/>
                </a:lnTo>
                <a:lnTo>
                  <a:pt x="251590" y="230835"/>
                </a:lnTo>
                <a:lnTo>
                  <a:pt x="250926" y="230698"/>
                </a:lnTo>
                <a:lnTo>
                  <a:pt x="250256" y="230570"/>
                </a:lnTo>
                <a:lnTo>
                  <a:pt x="249578" y="230452"/>
                </a:lnTo>
                <a:lnTo>
                  <a:pt x="248894" y="230343"/>
                </a:lnTo>
                <a:lnTo>
                  <a:pt x="248203" y="230244"/>
                </a:lnTo>
                <a:lnTo>
                  <a:pt x="247506" y="230154"/>
                </a:lnTo>
                <a:lnTo>
                  <a:pt x="246802" y="230074"/>
                </a:lnTo>
                <a:lnTo>
                  <a:pt x="246091" y="230003"/>
                </a:lnTo>
                <a:lnTo>
                  <a:pt x="245374" y="229941"/>
                </a:lnTo>
                <a:lnTo>
                  <a:pt x="244650" y="229889"/>
                </a:lnTo>
                <a:lnTo>
                  <a:pt x="243919" y="229847"/>
                </a:lnTo>
                <a:lnTo>
                  <a:pt x="243181" y="229814"/>
                </a:lnTo>
                <a:lnTo>
                  <a:pt x="242437" y="229790"/>
                </a:lnTo>
                <a:lnTo>
                  <a:pt x="241687" y="229776"/>
                </a:lnTo>
                <a:lnTo>
                  <a:pt x="240929" y="229771"/>
                </a:lnTo>
                <a:lnTo>
                  <a:pt x="240066" y="229776"/>
                </a:lnTo>
                <a:lnTo>
                  <a:pt x="239212" y="229790"/>
                </a:lnTo>
                <a:lnTo>
                  <a:pt x="238366" y="229814"/>
                </a:lnTo>
                <a:lnTo>
                  <a:pt x="237530" y="229847"/>
                </a:lnTo>
                <a:lnTo>
                  <a:pt x="236702" y="229889"/>
                </a:lnTo>
                <a:lnTo>
                  <a:pt x="235884" y="229941"/>
                </a:lnTo>
                <a:lnTo>
                  <a:pt x="235074" y="230003"/>
                </a:lnTo>
                <a:lnTo>
                  <a:pt x="234273" y="230074"/>
                </a:lnTo>
                <a:lnTo>
                  <a:pt x="233481" y="230154"/>
                </a:lnTo>
                <a:lnTo>
                  <a:pt x="232698" y="230244"/>
                </a:lnTo>
                <a:lnTo>
                  <a:pt x="231924" y="230343"/>
                </a:lnTo>
                <a:lnTo>
                  <a:pt x="231159" y="230452"/>
                </a:lnTo>
                <a:lnTo>
                  <a:pt x="230402" y="230570"/>
                </a:lnTo>
                <a:lnTo>
                  <a:pt x="229655" y="230698"/>
                </a:lnTo>
                <a:lnTo>
                  <a:pt x="228916" y="230835"/>
                </a:lnTo>
                <a:lnTo>
                  <a:pt x="228187" y="230981"/>
                </a:lnTo>
                <a:lnTo>
                  <a:pt x="227466" y="231137"/>
                </a:lnTo>
                <a:lnTo>
                  <a:pt x="226754" y="231303"/>
                </a:lnTo>
                <a:lnTo>
                  <a:pt x="226051" y="231478"/>
                </a:lnTo>
                <a:lnTo>
                  <a:pt x="225357" y="231662"/>
                </a:lnTo>
                <a:lnTo>
                  <a:pt x="224672" y="231856"/>
                </a:lnTo>
                <a:lnTo>
                  <a:pt x="223996" y="232059"/>
                </a:lnTo>
                <a:lnTo>
                  <a:pt x="223328" y="232272"/>
                </a:lnTo>
                <a:lnTo>
                  <a:pt x="222670" y="232494"/>
                </a:lnTo>
                <a:lnTo>
                  <a:pt x="222035" y="232725"/>
                </a:lnTo>
                <a:lnTo>
                  <a:pt x="221412" y="232966"/>
                </a:lnTo>
                <a:lnTo>
                  <a:pt x="220800" y="233215"/>
                </a:lnTo>
                <a:lnTo>
                  <a:pt x="220201" y="233473"/>
                </a:lnTo>
                <a:lnTo>
                  <a:pt x="219612" y="233740"/>
                </a:lnTo>
                <a:lnTo>
                  <a:pt x="219036" y="234016"/>
                </a:lnTo>
                <a:lnTo>
                  <a:pt x="218471" y="234300"/>
                </a:lnTo>
                <a:lnTo>
                  <a:pt x="217918" y="234594"/>
                </a:lnTo>
                <a:lnTo>
                  <a:pt x="217377" y="234897"/>
                </a:lnTo>
                <a:lnTo>
                  <a:pt x="216847" y="235208"/>
                </a:lnTo>
                <a:lnTo>
                  <a:pt x="216329" y="235528"/>
                </a:lnTo>
                <a:lnTo>
                  <a:pt x="215823" y="235858"/>
                </a:lnTo>
                <a:lnTo>
                  <a:pt x="215328" y="236196"/>
                </a:lnTo>
                <a:lnTo>
                  <a:pt x="214845" y="236543"/>
                </a:lnTo>
                <a:lnTo>
                  <a:pt x="214374" y="236899"/>
                </a:lnTo>
                <a:lnTo>
                  <a:pt x="213914" y="237263"/>
                </a:lnTo>
                <a:lnTo>
                  <a:pt x="213466" y="237637"/>
                </a:lnTo>
                <a:lnTo>
                  <a:pt x="213030" y="238020"/>
                </a:lnTo>
                <a:lnTo>
                  <a:pt x="212605" y="238411"/>
                </a:lnTo>
                <a:lnTo>
                  <a:pt x="212192" y="238812"/>
                </a:lnTo>
                <a:lnTo>
                  <a:pt x="211791" y="239221"/>
                </a:lnTo>
                <a:lnTo>
                  <a:pt x="211401" y="239639"/>
                </a:lnTo>
                <a:lnTo>
                  <a:pt x="211023" y="240066"/>
                </a:lnTo>
                <a:lnTo>
                  <a:pt x="210657" y="240502"/>
                </a:lnTo>
                <a:lnTo>
                  <a:pt x="210304" y="240948"/>
                </a:lnTo>
                <a:lnTo>
                  <a:pt x="209966" y="241402"/>
                </a:lnTo>
                <a:lnTo>
                  <a:pt x="209644" y="241866"/>
                </a:lnTo>
                <a:lnTo>
                  <a:pt x="209336" y="242340"/>
                </a:lnTo>
                <a:lnTo>
                  <a:pt x="209043" y="242823"/>
                </a:lnTo>
                <a:lnTo>
                  <a:pt x="208765" y="243315"/>
                </a:lnTo>
                <a:lnTo>
                  <a:pt x="208502" y="243817"/>
                </a:lnTo>
                <a:lnTo>
                  <a:pt x="208255" y="244329"/>
                </a:lnTo>
                <a:lnTo>
                  <a:pt x="208022" y="244850"/>
                </a:lnTo>
                <a:lnTo>
                  <a:pt x="207804" y="245380"/>
                </a:lnTo>
                <a:lnTo>
                  <a:pt x="207601" y="245920"/>
                </a:lnTo>
                <a:lnTo>
                  <a:pt x="207414" y="246469"/>
                </a:lnTo>
                <a:lnTo>
                  <a:pt x="207241" y="247027"/>
                </a:lnTo>
                <a:lnTo>
                  <a:pt x="207083" y="247595"/>
                </a:lnTo>
                <a:lnTo>
                  <a:pt x="206941" y="248173"/>
                </a:lnTo>
                <a:lnTo>
                  <a:pt x="206813" y="248760"/>
                </a:lnTo>
                <a:lnTo>
                  <a:pt x="206700" y="249357"/>
                </a:lnTo>
                <a:lnTo>
                  <a:pt x="206603" y="249962"/>
                </a:lnTo>
                <a:lnTo>
                  <a:pt x="206520" y="250578"/>
                </a:lnTo>
                <a:lnTo>
                  <a:pt x="206453" y="251203"/>
                </a:lnTo>
                <a:lnTo>
                  <a:pt x="206400" y="251837"/>
                </a:lnTo>
                <a:lnTo>
                  <a:pt x="206363" y="252481"/>
                </a:lnTo>
                <a:lnTo>
                  <a:pt x="206340" y="253134"/>
                </a:lnTo>
                <a:lnTo>
                  <a:pt x="206333" y="253796"/>
                </a:lnTo>
                <a:lnTo>
                  <a:pt x="206338" y="254367"/>
                </a:lnTo>
                <a:lnTo>
                  <a:pt x="206353" y="254929"/>
                </a:lnTo>
                <a:lnTo>
                  <a:pt x="206378" y="255483"/>
                </a:lnTo>
                <a:lnTo>
                  <a:pt x="206413" y="256030"/>
                </a:lnTo>
                <a:lnTo>
                  <a:pt x="206458" y="256569"/>
                </a:lnTo>
                <a:lnTo>
                  <a:pt x="206513" y="257100"/>
                </a:lnTo>
                <a:lnTo>
                  <a:pt x="206578" y="257623"/>
                </a:lnTo>
                <a:lnTo>
                  <a:pt x="206653" y="258139"/>
                </a:lnTo>
                <a:lnTo>
                  <a:pt x="206738" y="258647"/>
                </a:lnTo>
                <a:lnTo>
                  <a:pt x="206833" y="259147"/>
                </a:lnTo>
                <a:lnTo>
                  <a:pt x="206938" y="259639"/>
                </a:lnTo>
                <a:lnTo>
                  <a:pt x="207053" y="260123"/>
                </a:lnTo>
                <a:lnTo>
                  <a:pt x="207178" y="260600"/>
                </a:lnTo>
                <a:lnTo>
                  <a:pt x="207314" y="261069"/>
                </a:lnTo>
                <a:lnTo>
                  <a:pt x="207459" y="261530"/>
                </a:lnTo>
                <a:lnTo>
                  <a:pt x="207614" y="261983"/>
                </a:lnTo>
                <a:lnTo>
                  <a:pt x="207779" y="262428"/>
                </a:lnTo>
                <a:lnTo>
                  <a:pt x="207954" y="262866"/>
                </a:lnTo>
                <a:lnTo>
                  <a:pt x="208139" y="263296"/>
                </a:lnTo>
                <a:lnTo>
                  <a:pt x="208335" y="263718"/>
                </a:lnTo>
                <a:lnTo>
                  <a:pt x="208540" y="264132"/>
                </a:lnTo>
                <a:lnTo>
                  <a:pt x="208755" y="264539"/>
                </a:lnTo>
                <a:lnTo>
                  <a:pt x="208980" y="264938"/>
                </a:lnTo>
                <a:lnTo>
                  <a:pt x="209216" y="265329"/>
                </a:lnTo>
                <a:lnTo>
                  <a:pt x="209462" y="265700"/>
                </a:lnTo>
                <a:lnTo>
                  <a:pt x="209722" y="266065"/>
                </a:lnTo>
                <a:lnTo>
                  <a:pt x="209994" y="266425"/>
                </a:lnTo>
                <a:lnTo>
                  <a:pt x="210279" y="266779"/>
                </a:lnTo>
                <a:lnTo>
                  <a:pt x="210577" y="267128"/>
                </a:lnTo>
                <a:lnTo>
                  <a:pt x="210887" y="267471"/>
                </a:lnTo>
                <a:lnTo>
                  <a:pt x="211211" y="267808"/>
                </a:lnTo>
                <a:lnTo>
                  <a:pt x="211547" y="268140"/>
                </a:lnTo>
                <a:lnTo>
                  <a:pt x="211896" y="268467"/>
                </a:lnTo>
                <a:lnTo>
                  <a:pt x="212258" y="268788"/>
                </a:lnTo>
                <a:lnTo>
                  <a:pt x="212632" y="269103"/>
                </a:lnTo>
                <a:lnTo>
                  <a:pt x="213020" y="269413"/>
                </a:lnTo>
                <a:lnTo>
                  <a:pt x="213420" y="269717"/>
                </a:lnTo>
                <a:lnTo>
                  <a:pt x="213833" y="270016"/>
                </a:lnTo>
                <a:lnTo>
                  <a:pt x="214258" y="270309"/>
                </a:lnTo>
                <a:lnTo>
                  <a:pt x="214697" y="270596"/>
                </a:lnTo>
                <a:lnTo>
                  <a:pt x="215148" y="270878"/>
                </a:lnTo>
                <a:lnTo>
                  <a:pt x="215612" y="271155"/>
                </a:lnTo>
                <a:lnTo>
                  <a:pt x="216089" y="271426"/>
                </a:lnTo>
                <a:lnTo>
                  <a:pt x="216579" y="271691"/>
                </a:lnTo>
                <a:lnTo>
                  <a:pt x="217081" y="271951"/>
                </a:lnTo>
                <a:lnTo>
                  <a:pt x="217597" y="272205"/>
                </a:lnTo>
                <a:lnTo>
                  <a:pt x="218125" y="272453"/>
                </a:lnTo>
                <a:lnTo>
                  <a:pt x="218666" y="272696"/>
                </a:lnTo>
                <a:lnTo>
                  <a:pt x="219220" y="272922"/>
                </a:lnTo>
                <a:lnTo>
                  <a:pt x="219789" y="273145"/>
                </a:lnTo>
                <a:lnTo>
                  <a:pt x="220372" y="273365"/>
                </a:lnTo>
                <a:lnTo>
                  <a:pt x="220970" y="273582"/>
                </a:lnTo>
                <a:lnTo>
                  <a:pt x="221583" y="273796"/>
                </a:lnTo>
                <a:lnTo>
                  <a:pt x="222209" y="274008"/>
                </a:lnTo>
                <a:lnTo>
                  <a:pt x="222851" y="274217"/>
                </a:lnTo>
                <a:lnTo>
                  <a:pt x="223506" y="274423"/>
                </a:lnTo>
                <a:lnTo>
                  <a:pt x="224176" y="274626"/>
                </a:lnTo>
                <a:lnTo>
                  <a:pt x="224861" y="274826"/>
                </a:lnTo>
                <a:lnTo>
                  <a:pt x="225560" y="275024"/>
                </a:lnTo>
                <a:lnTo>
                  <a:pt x="226274" y="275219"/>
                </a:lnTo>
                <a:lnTo>
                  <a:pt x="227002" y="275411"/>
                </a:lnTo>
                <a:lnTo>
                  <a:pt x="227744" y="275601"/>
                </a:lnTo>
                <a:lnTo>
                  <a:pt x="228501" y="275787"/>
                </a:lnTo>
                <a:lnTo>
                  <a:pt x="229272" y="275971"/>
                </a:lnTo>
                <a:lnTo>
                  <a:pt x="230058" y="276152"/>
                </a:lnTo>
                <a:lnTo>
                  <a:pt x="230858" y="276330"/>
                </a:lnTo>
                <a:lnTo>
                  <a:pt x="231673" y="276506"/>
                </a:lnTo>
                <a:lnTo>
                  <a:pt x="232502" y="276678"/>
                </a:lnTo>
                <a:lnTo>
                  <a:pt x="233346" y="276848"/>
                </a:lnTo>
                <a:lnTo>
                  <a:pt x="234204" y="277015"/>
                </a:lnTo>
                <a:lnTo>
                  <a:pt x="235077" y="277180"/>
                </a:lnTo>
                <a:lnTo>
                  <a:pt x="235964" y="277341"/>
                </a:lnTo>
                <a:lnTo>
                  <a:pt x="236796" y="277475"/>
                </a:lnTo>
                <a:lnTo>
                  <a:pt x="237612" y="277609"/>
                </a:lnTo>
                <a:lnTo>
                  <a:pt x="238411" y="277744"/>
                </a:lnTo>
                <a:lnTo>
                  <a:pt x="239194" y="277880"/>
                </a:lnTo>
                <a:lnTo>
                  <a:pt x="239960" y="278016"/>
                </a:lnTo>
                <a:lnTo>
                  <a:pt x="240709" y="278152"/>
                </a:lnTo>
                <a:lnTo>
                  <a:pt x="241441" y="278289"/>
                </a:lnTo>
                <a:lnTo>
                  <a:pt x="242157" y="278427"/>
                </a:lnTo>
                <a:lnTo>
                  <a:pt x="242856" y="278565"/>
                </a:lnTo>
                <a:lnTo>
                  <a:pt x="243538" y="278704"/>
                </a:lnTo>
                <a:lnTo>
                  <a:pt x="244204" y="278843"/>
                </a:lnTo>
                <a:lnTo>
                  <a:pt x="244853" y="278983"/>
                </a:lnTo>
                <a:lnTo>
                  <a:pt x="245486" y="279123"/>
                </a:lnTo>
                <a:lnTo>
                  <a:pt x="246101" y="279264"/>
                </a:lnTo>
                <a:lnTo>
                  <a:pt x="246700" y="279406"/>
                </a:lnTo>
                <a:lnTo>
                  <a:pt x="247282" y="279548"/>
                </a:lnTo>
                <a:lnTo>
                  <a:pt x="247848" y="279691"/>
                </a:lnTo>
                <a:lnTo>
                  <a:pt x="248397" y="279834"/>
                </a:lnTo>
                <a:lnTo>
                  <a:pt x="248929" y="279978"/>
                </a:lnTo>
                <a:lnTo>
                  <a:pt x="249445" y="280122"/>
                </a:lnTo>
                <a:lnTo>
                  <a:pt x="249944" y="280267"/>
                </a:lnTo>
                <a:lnTo>
                  <a:pt x="250426" y="280412"/>
                </a:lnTo>
                <a:lnTo>
                  <a:pt x="250891" y="280558"/>
                </a:lnTo>
                <a:lnTo>
                  <a:pt x="251340" y="280705"/>
                </a:lnTo>
                <a:lnTo>
                  <a:pt x="251788" y="280853"/>
                </a:lnTo>
                <a:lnTo>
                  <a:pt x="252224" y="281003"/>
                </a:lnTo>
                <a:lnTo>
                  <a:pt x="252649" y="281155"/>
                </a:lnTo>
                <a:lnTo>
                  <a:pt x="253062" y="281310"/>
                </a:lnTo>
                <a:lnTo>
                  <a:pt x="253463" y="281467"/>
                </a:lnTo>
                <a:lnTo>
                  <a:pt x="253853" y="281626"/>
                </a:lnTo>
                <a:lnTo>
                  <a:pt x="254231" y="281787"/>
                </a:lnTo>
                <a:lnTo>
                  <a:pt x="254597" y="281951"/>
                </a:lnTo>
                <a:lnTo>
                  <a:pt x="254951" y="282116"/>
                </a:lnTo>
                <a:lnTo>
                  <a:pt x="255294" y="282284"/>
                </a:lnTo>
                <a:lnTo>
                  <a:pt x="255625" y="282454"/>
                </a:lnTo>
                <a:lnTo>
                  <a:pt x="255945" y="282627"/>
                </a:lnTo>
                <a:lnTo>
                  <a:pt x="256253" y="282802"/>
                </a:lnTo>
                <a:lnTo>
                  <a:pt x="256549" y="282978"/>
                </a:lnTo>
                <a:lnTo>
                  <a:pt x="256833" y="283157"/>
                </a:lnTo>
                <a:lnTo>
                  <a:pt x="257106" y="283339"/>
                </a:lnTo>
                <a:lnTo>
                  <a:pt x="257367" y="283522"/>
                </a:lnTo>
                <a:lnTo>
                  <a:pt x="257617" y="283708"/>
                </a:lnTo>
                <a:lnTo>
                  <a:pt x="257854" y="283896"/>
                </a:lnTo>
                <a:lnTo>
                  <a:pt x="258080" y="284086"/>
                </a:lnTo>
                <a:lnTo>
                  <a:pt x="258295" y="284279"/>
                </a:lnTo>
                <a:lnTo>
                  <a:pt x="258498" y="284473"/>
                </a:lnTo>
                <a:lnTo>
                  <a:pt x="258689" y="284670"/>
                </a:lnTo>
                <a:lnTo>
                  <a:pt x="258868" y="284869"/>
                </a:lnTo>
                <a:lnTo>
                  <a:pt x="259038" y="285072"/>
                </a:lnTo>
                <a:lnTo>
                  <a:pt x="259201" y="285279"/>
                </a:lnTo>
                <a:lnTo>
                  <a:pt x="259356" y="285490"/>
                </a:lnTo>
                <a:lnTo>
                  <a:pt x="259504" y="285706"/>
                </a:lnTo>
                <a:lnTo>
                  <a:pt x="259645" y="285926"/>
                </a:lnTo>
                <a:lnTo>
                  <a:pt x="259779" y="286151"/>
                </a:lnTo>
                <a:lnTo>
                  <a:pt x="259905" y="286380"/>
                </a:lnTo>
                <a:lnTo>
                  <a:pt x="260025" y="286613"/>
                </a:lnTo>
                <a:lnTo>
                  <a:pt x="260137" y="286851"/>
                </a:lnTo>
                <a:lnTo>
                  <a:pt x="260242" y="287094"/>
                </a:lnTo>
                <a:lnTo>
                  <a:pt x="260339" y="287341"/>
                </a:lnTo>
                <a:lnTo>
                  <a:pt x="260430" y="287592"/>
                </a:lnTo>
                <a:lnTo>
                  <a:pt x="260513" y="287848"/>
                </a:lnTo>
                <a:lnTo>
                  <a:pt x="260589" y="288108"/>
                </a:lnTo>
                <a:lnTo>
                  <a:pt x="260657" y="288373"/>
                </a:lnTo>
                <a:lnTo>
                  <a:pt x="260719" y="288642"/>
                </a:lnTo>
                <a:lnTo>
                  <a:pt x="260773" y="288916"/>
                </a:lnTo>
                <a:lnTo>
                  <a:pt x="260820" y="289194"/>
                </a:lnTo>
                <a:lnTo>
                  <a:pt x="260860" y="289476"/>
                </a:lnTo>
                <a:lnTo>
                  <a:pt x="260892" y="289763"/>
                </a:lnTo>
                <a:lnTo>
                  <a:pt x="260918" y="290055"/>
                </a:lnTo>
                <a:lnTo>
                  <a:pt x="260936" y="290351"/>
                </a:lnTo>
                <a:lnTo>
                  <a:pt x="260947" y="290651"/>
                </a:lnTo>
                <a:lnTo>
                  <a:pt x="260950" y="290956"/>
                </a:lnTo>
                <a:lnTo>
                  <a:pt x="260941" y="291419"/>
                </a:lnTo>
                <a:lnTo>
                  <a:pt x="260915" y="291876"/>
                </a:lnTo>
                <a:lnTo>
                  <a:pt x="260870" y="292325"/>
                </a:lnTo>
                <a:lnTo>
                  <a:pt x="260808" y="292766"/>
                </a:lnTo>
                <a:lnTo>
                  <a:pt x="260728" y="293201"/>
                </a:lnTo>
                <a:lnTo>
                  <a:pt x="260630" y="293628"/>
                </a:lnTo>
                <a:lnTo>
                  <a:pt x="260514" y="294049"/>
                </a:lnTo>
                <a:lnTo>
                  <a:pt x="260381" y="294462"/>
                </a:lnTo>
                <a:lnTo>
                  <a:pt x="260229" y="294867"/>
                </a:lnTo>
                <a:lnTo>
                  <a:pt x="260060" y="295266"/>
                </a:lnTo>
                <a:lnTo>
                  <a:pt x="259873" y="295657"/>
                </a:lnTo>
                <a:lnTo>
                  <a:pt x="259669" y="296041"/>
                </a:lnTo>
                <a:lnTo>
                  <a:pt x="259446" y="296418"/>
                </a:lnTo>
                <a:lnTo>
                  <a:pt x="259206" y="296787"/>
                </a:lnTo>
                <a:lnTo>
                  <a:pt x="258948" y="297150"/>
                </a:lnTo>
                <a:lnTo>
                  <a:pt x="258672" y="297505"/>
                </a:lnTo>
                <a:lnTo>
                  <a:pt x="258379" y="297853"/>
                </a:lnTo>
                <a:lnTo>
                  <a:pt x="258067" y="298193"/>
                </a:lnTo>
                <a:lnTo>
                  <a:pt x="257738" y="298527"/>
                </a:lnTo>
                <a:lnTo>
                  <a:pt x="257391" y="298853"/>
                </a:lnTo>
                <a:lnTo>
                  <a:pt x="257026" y="299172"/>
                </a:lnTo>
                <a:lnTo>
                  <a:pt x="256643" y="299484"/>
                </a:lnTo>
                <a:lnTo>
                  <a:pt x="256243" y="299788"/>
                </a:lnTo>
                <a:lnTo>
                  <a:pt x="255825" y="300085"/>
                </a:lnTo>
                <a:lnTo>
                  <a:pt x="255403" y="300360"/>
                </a:lnTo>
                <a:lnTo>
                  <a:pt x="254964" y="300623"/>
                </a:lnTo>
                <a:lnTo>
                  <a:pt x="254508" y="300874"/>
                </a:lnTo>
                <a:lnTo>
                  <a:pt x="254036" y="301113"/>
                </a:lnTo>
                <a:lnTo>
                  <a:pt x="253547" y="301341"/>
                </a:lnTo>
                <a:lnTo>
                  <a:pt x="253042" y="301557"/>
                </a:lnTo>
                <a:lnTo>
                  <a:pt x="252520" y="301761"/>
                </a:lnTo>
                <a:lnTo>
                  <a:pt x="251981" y="301954"/>
                </a:lnTo>
                <a:lnTo>
                  <a:pt x="251425" y="302135"/>
                </a:lnTo>
                <a:lnTo>
                  <a:pt x="250853" y="302304"/>
                </a:lnTo>
                <a:lnTo>
                  <a:pt x="250264" y="302462"/>
                </a:lnTo>
                <a:lnTo>
                  <a:pt x="249658" y="302608"/>
                </a:lnTo>
                <a:lnTo>
                  <a:pt x="249036" y="302742"/>
                </a:lnTo>
                <a:lnTo>
                  <a:pt x="248397" y="302865"/>
                </a:lnTo>
                <a:lnTo>
                  <a:pt x="247741" y="302976"/>
                </a:lnTo>
                <a:lnTo>
                  <a:pt x="247069" y="303075"/>
                </a:lnTo>
                <a:lnTo>
                  <a:pt x="246380" y="303163"/>
                </a:lnTo>
                <a:lnTo>
                  <a:pt x="245674" y="303239"/>
                </a:lnTo>
                <a:lnTo>
                  <a:pt x="244952" y="303303"/>
                </a:lnTo>
                <a:lnTo>
                  <a:pt x="244212" y="303355"/>
                </a:lnTo>
                <a:lnTo>
                  <a:pt x="243457" y="303396"/>
                </a:lnTo>
                <a:lnTo>
                  <a:pt x="242684" y="303425"/>
                </a:lnTo>
                <a:lnTo>
                  <a:pt x="241895" y="303443"/>
                </a:lnTo>
                <a:lnTo>
                  <a:pt x="241089" y="303449"/>
                </a:lnTo>
                <a:lnTo>
                  <a:pt x="240190" y="303442"/>
                </a:lnTo>
                <a:lnTo>
                  <a:pt x="239308" y="303423"/>
                </a:lnTo>
                <a:lnTo>
                  <a:pt x="238444" y="303391"/>
                </a:lnTo>
                <a:lnTo>
                  <a:pt x="237597" y="303346"/>
                </a:lnTo>
                <a:lnTo>
                  <a:pt x="236767" y="303289"/>
                </a:lnTo>
                <a:lnTo>
                  <a:pt x="235954" y="303219"/>
                </a:lnTo>
                <a:lnTo>
                  <a:pt x="235158" y="303135"/>
                </a:lnTo>
                <a:lnTo>
                  <a:pt x="234380" y="303040"/>
                </a:lnTo>
                <a:lnTo>
                  <a:pt x="233619" y="302931"/>
                </a:lnTo>
                <a:lnTo>
                  <a:pt x="232875" y="302809"/>
                </a:lnTo>
                <a:lnTo>
                  <a:pt x="232148" y="302675"/>
                </a:lnTo>
                <a:lnTo>
                  <a:pt x="231439" y="302528"/>
                </a:lnTo>
                <a:lnTo>
                  <a:pt x="230747" y="302368"/>
                </a:lnTo>
                <a:lnTo>
                  <a:pt x="230072" y="302195"/>
                </a:lnTo>
                <a:lnTo>
                  <a:pt x="229414" y="302010"/>
                </a:lnTo>
                <a:lnTo>
                  <a:pt x="228774" y="301812"/>
                </a:lnTo>
                <a:lnTo>
                  <a:pt x="228151" y="301600"/>
                </a:lnTo>
                <a:lnTo>
                  <a:pt x="227545" y="301377"/>
                </a:lnTo>
                <a:lnTo>
                  <a:pt x="226956" y="301140"/>
                </a:lnTo>
                <a:lnTo>
                  <a:pt x="226385" y="300891"/>
                </a:lnTo>
                <a:lnTo>
                  <a:pt x="225831" y="300628"/>
                </a:lnTo>
                <a:lnTo>
                  <a:pt x="225294" y="300353"/>
                </a:lnTo>
                <a:lnTo>
                  <a:pt x="224774" y="300066"/>
                </a:lnTo>
                <a:lnTo>
                  <a:pt x="224271" y="299765"/>
                </a:lnTo>
                <a:lnTo>
                  <a:pt x="223801" y="299440"/>
                </a:lnTo>
                <a:lnTo>
                  <a:pt x="223351" y="299104"/>
                </a:lnTo>
                <a:lnTo>
                  <a:pt x="222920" y="298759"/>
                </a:lnTo>
                <a:lnTo>
                  <a:pt x="222510" y="298404"/>
                </a:lnTo>
                <a:lnTo>
                  <a:pt x="222119" y="298038"/>
                </a:lnTo>
                <a:lnTo>
                  <a:pt x="221749" y="297663"/>
                </a:lnTo>
                <a:lnTo>
                  <a:pt x="221398" y="297277"/>
                </a:lnTo>
                <a:lnTo>
                  <a:pt x="221068" y="296882"/>
                </a:lnTo>
                <a:lnTo>
                  <a:pt x="220758" y="296476"/>
                </a:lnTo>
                <a:lnTo>
                  <a:pt x="220467" y="296061"/>
                </a:lnTo>
                <a:lnTo>
                  <a:pt x="220197" y="295636"/>
                </a:lnTo>
                <a:lnTo>
                  <a:pt x="219947" y="295200"/>
                </a:lnTo>
                <a:lnTo>
                  <a:pt x="219717" y="294755"/>
                </a:lnTo>
                <a:lnTo>
                  <a:pt x="219506" y="294299"/>
                </a:lnTo>
                <a:lnTo>
                  <a:pt x="219316" y="293834"/>
                </a:lnTo>
                <a:lnTo>
                  <a:pt x="219146" y="293358"/>
                </a:lnTo>
                <a:lnTo>
                  <a:pt x="218996" y="292873"/>
                </a:lnTo>
                <a:lnTo>
                  <a:pt x="218866" y="292377"/>
                </a:lnTo>
                <a:lnTo>
                  <a:pt x="218756" y="291872"/>
                </a:lnTo>
                <a:lnTo>
                  <a:pt x="218666" y="291356"/>
                </a:lnTo>
                <a:lnTo>
                  <a:pt x="218595" y="290831"/>
                </a:lnTo>
                <a:lnTo>
                  <a:pt x="218545" y="290295"/>
                </a:lnTo>
                <a:lnTo>
                  <a:pt x="218515" y="289749"/>
                </a:lnTo>
                <a:lnTo>
                  <a:pt x="218505" y="289194"/>
                </a:lnTo>
                <a:lnTo>
                  <a:pt x="218505" y="287592"/>
                </a:lnTo>
                <a:lnTo>
                  <a:pt x="204731" y="287592"/>
                </a:lnTo>
                <a:lnTo>
                  <a:pt x="204718" y="287685"/>
                </a:lnTo>
                <a:lnTo>
                  <a:pt x="204705" y="287778"/>
                </a:lnTo>
                <a:lnTo>
                  <a:pt x="204693" y="287870"/>
                </a:lnTo>
                <a:lnTo>
                  <a:pt x="204682" y="287961"/>
                </a:lnTo>
                <a:lnTo>
                  <a:pt x="204671" y="288052"/>
                </a:lnTo>
                <a:lnTo>
                  <a:pt x="204661" y="288143"/>
                </a:lnTo>
                <a:lnTo>
                  <a:pt x="204651" y="288232"/>
                </a:lnTo>
                <a:lnTo>
                  <a:pt x="204642" y="288322"/>
                </a:lnTo>
                <a:lnTo>
                  <a:pt x="204633" y="288410"/>
                </a:lnTo>
                <a:lnTo>
                  <a:pt x="204625" y="288499"/>
                </a:lnTo>
                <a:lnTo>
                  <a:pt x="204618" y="288586"/>
                </a:lnTo>
                <a:lnTo>
                  <a:pt x="204611" y="288673"/>
                </a:lnTo>
                <a:lnTo>
                  <a:pt x="204604" y="288760"/>
                </a:lnTo>
                <a:lnTo>
                  <a:pt x="204599" y="288846"/>
                </a:lnTo>
                <a:lnTo>
                  <a:pt x="204593" y="288931"/>
                </a:lnTo>
                <a:lnTo>
                  <a:pt x="204588" y="289016"/>
                </a:lnTo>
                <a:lnTo>
                  <a:pt x="204584" y="289100"/>
                </a:lnTo>
                <a:lnTo>
                  <a:pt x="204581" y="289184"/>
                </a:lnTo>
                <a:lnTo>
                  <a:pt x="204578" y="289267"/>
                </a:lnTo>
                <a:lnTo>
                  <a:pt x="204575" y="289350"/>
                </a:lnTo>
                <a:lnTo>
                  <a:pt x="204573" y="289432"/>
                </a:lnTo>
                <a:lnTo>
                  <a:pt x="204572" y="289513"/>
                </a:lnTo>
                <a:lnTo>
                  <a:pt x="204571" y="289594"/>
                </a:lnTo>
                <a:lnTo>
                  <a:pt x="204571" y="289674"/>
                </a:lnTo>
                <a:lnTo>
                  <a:pt x="204571" y="289754"/>
                </a:lnTo>
                <a:lnTo>
                  <a:pt x="204571" y="289831"/>
                </a:lnTo>
                <a:lnTo>
                  <a:pt x="204571" y="289907"/>
                </a:lnTo>
                <a:lnTo>
                  <a:pt x="204571" y="289981"/>
                </a:lnTo>
                <a:lnTo>
                  <a:pt x="204571" y="290054"/>
                </a:lnTo>
                <a:lnTo>
                  <a:pt x="204571" y="290125"/>
                </a:lnTo>
                <a:lnTo>
                  <a:pt x="204571" y="290194"/>
                </a:lnTo>
                <a:lnTo>
                  <a:pt x="204571" y="290262"/>
                </a:lnTo>
                <a:lnTo>
                  <a:pt x="204571" y="290328"/>
                </a:lnTo>
                <a:lnTo>
                  <a:pt x="204571" y="290392"/>
                </a:lnTo>
                <a:lnTo>
                  <a:pt x="204571" y="290454"/>
                </a:lnTo>
                <a:lnTo>
                  <a:pt x="204571" y="290515"/>
                </a:lnTo>
                <a:lnTo>
                  <a:pt x="204571" y="290574"/>
                </a:lnTo>
                <a:lnTo>
                  <a:pt x="204571" y="290632"/>
                </a:lnTo>
                <a:lnTo>
                  <a:pt x="204571" y="290688"/>
                </a:lnTo>
                <a:lnTo>
                  <a:pt x="204571" y="290742"/>
                </a:lnTo>
                <a:lnTo>
                  <a:pt x="204571" y="290795"/>
                </a:lnTo>
                <a:lnTo>
                  <a:pt x="204571" y="290846"/>
                </a:lnTo>
                <a:lnTo>
                  <a:pt x="204571" y="290895"/>
                </a:lnTo>
                <a:lnTo>
                  <a:pt x="204571" y="290942"/>
                </a:lnTo>
                <a:lnTo>
                  <a:pt x="204571" y="290988"/>
                </a:lnTo>
                <a:lnTo>
                  <a:pt x="204571" y="291032"/>
                </a:lnTo>
                <a:lnTo>
                  <a:pt x="204571" y="291075"/>
                </a:lnTo>
                <a:lnTo>
                  <a:pt x="204571" y="291116"/>
                </a:lnTo>
                <a:lnTo>
                  <a:pt x="204578" y="291726"/>
                </a:lnTo>
                <a:lnTo>
                  <a:pt x="204601" y="292330"/>
                </a:lnTo>
                <a:lnTo>
                  <a:pt x="204638" y="292928"/>
                </a:lnTo>
                <a:lnTo>
                  <a:pt x="204691" y="293518"/>
                </a:lnTo>
                <a:lnTo>
                  <a:pt x="204758" y="294102"/>
                </a:lnTo>
                <a:lnTo>
                  <a:pt x="204841" y="294680"/>
                </a:lnTo>
                <a:lnTo>
                  <a:pt x="204939" y="295250"/>
                </a:lnTo>
                <a:lnTo>
                  <a:pt x="205051" y="295814"/>
                </a:lnTo>
                <a:lnTo>
                  <a:pt x="205179" y="296371"/>
                </a:lnTo>
                <a:lnTo>
                  <a:pt x="205321" y="296922"/>
                </a:lnTo>
                <a:lnTo>
                  <a:pt x="205479" y="297466"/>
                </a:lnTo>
                <a:lnTo>
                  <a:pt x="205652" y="298003"/>
                </a:lnTo>
                <a:lnTo>
                  <a:pt x="205840" y="298534"/>
                </a:lnTo>
                <a:lnTo>
                  <a:pt x="206042" y="299058"/>
                </a:lnTo>
                <a:lnTo>
                  <a:pt x="206260" y="299575"/>
                </a:lnTo>
                <a:lnTo>
                  <a:pt x="206493" y="300085"/>
                </a:lnTo>
                <a:lnTo>
                  <a:pt x="206740" y="300589"/>
                </a:lnTo>
                <a:lnTo>
                  <a:pt x="207003" y="301086"/>
                </a:lnTo>
                <a:lnTo>
                  <a:pt x="207281" y="301577"/>
                </a:lnTo>
                <a:lnTo>
                  <a:pt x="207574" y="302061"/>
                </a:lnTo>
                <a:lnTo>
                  <a:pt x="207882" y="302538"/>
                </a:lnTo>
                <a:lnTo>
                  <a:pt x="208205" y="303008"/>
                </a:lnTo>
                <a:lnTo>
                  <a:pt x="208542" y="303472"/>
                </a:lnTo>
                <a:lnTo>
                  <a:pt x="208895" y="303929"/>
                </a:lnTo>
                <a:lnTo>
                  <a:pt x="209275" y="304366"/>
                </a:lnTo>
                <a:lnTo>
                  <a:pt x="209665" y="304794"/>
                </a:lnTo>
                <a:lnTo>
                  <a:pt x="210066" y="305213"/>
                </a:lnTo>
                <a:lnTo>
                  <a:pt x="210479" y="305624"/>
                </a:lnTo>
                <a:lnTo>
                  <a:pt x="210903" y="306027"/>
                </a:lnTo>
                <a:lnTo>
                  <a:pt x="211338" y="306422"/>
                </a:lnTo>
                <a:lnTo>
                  <a:pt x="211784" y="306808"/>
                </a:lnTo>
                <a:lnTo>
                  <a:pt x="212241" y="307186"/>
                </a:lnTo>
                <a:lnTo>
                  <a:pt x="212709" y="307556"/>
                </a:lnTo>
                <a:lnTo>
                  <a:pt x="213189" y="307917"/>
                </a:lnTo>
                <a:lnTo>
                  <a:pt x="213679" y="308270"/>
                </a:lnTo>
                <a:lnTo>
                  <a:pt x="214181" y="308614"/>
                </a:lnTo>
                <a:lnTo>
                  <a:pt x="214694" y="308950"/>
                </a:lnTo>
                <a:lnTo>
                  <a:pt x="215217" y="309278"/>
                </a:lnTo>
                <a:lnTo>
                  <a:pt x="215752" y="309598"/>
                </a:lnTo>
                <a:lnTo>
                  <a:pt x="216299" y="309909"/>
                </a:lnTo>
                <a:lnTo>
                  <a:pt x="216856" y="310212"/>
                </a:lnTo>
                <a:lnTo>
                  <a:pt x="217424" y="310506"/>
                </a:lnTo>
                <a:lnTo>
                  <a:pt x="218004" y="310792"/>
                </a:lnTo>
                <a:lnTo>
                  <a:pt x="218594" y="311070"/>
                </a:lnTo>
                <a:lnTo>
                  <a:pt x="219196" y="311340"/>
                </a:lnTo>
                <a:lnTo>
                  <a:pt x="219809" y="311601"/>
                </a:lnTo>
                <a:lnTo>
                  <a:pt x="220433" y="311854"/>
                </a:lnTo>
                <a:lnTo>
                  <a:pt x="221068" y="312098"/>
                </a:lnTo>
                <a:lnTo>
                  <a:pt x="221726" y="312320"/>
                </a:lnTo>
                <a:lnTo>
                  <a:pt x="222392" y="312533"/>
                </a:lnTo>
                <a:lnTo>
                  <a:pt x="223065" y="312736"/>
                </a:lnTo>
                <a:lnTo>
                  <a:pt x="223746" y="312930"/>
                </a:lnTo>
                <a:lnTo>
                  <a:pt x="224436" y="313114"/>
                </a:lnTo>
                <a:lnTo>
                  <a:pt x="225132" y="313289"/>
                </a:lnTo>
                <a:lnTo>
                  <a:pt x="225837" y="313455"/>
                </a:lnTo>
                <a:lnTo>
                  <a:pt x="226549" y="313611"/>
                </a:lnTo>
                <a:lnTo>
                  <a:pt x="227270" y="313757"/>
                </a:lnTo>
                <a:lnTo>
                  <a:pt x="227998" y="313894"/>
                </a:lnTo>
                <a:lnTo>
                  <a:pt x="228733" y="314022"/>
                </a:lnTo>
                <a:lnTo>
                  <a:pt x="229477" y="314140"/>
                </a:lnTo>
                <a:lnTo>
                  <a:pt x="230228" y="314249"/>
                </a:lnTo>
                <a:lnTo>
                  <a:pt x="230987" y="314348"/>
                </a:lnTo>
                <a:lnTo>
                  <a:pt x="231754" y="314438"/>
                </a:lnTo>
                <a:lnTo>
                  <a:pt x="232529" y="314518"/>
                </a:lnTo>
                <a:lnTo>
                  <a:pt x="233312" y="314589"/>
                </a:lnTo>
                <a:lnTo>
                  <a:pt x="234102" y="314651"/>
                </a:lnTo>
                <a:lnTo>
                  <a:pt x="234900" y="314703"/>
                </a:lnTo>
                <a:lnTo>
                  <a:pt x="235706" y="314745"/>
                </a:lnTo>
                <a:lnTo>
                  <a:pt x="236519" y="314778"/>
                </a:lnTo>
                <a:lnTo>
                  <a:pt x="237341" y="314802"/>
                </a:lnTo>
                <a:lnTo>
                  <a:pt x="238170" y="314816"/>
                </a:lnTo>
                <a:lnTo>
                  <a:pt x="239007" y="314821"/>
                </a:lnTo>
                <a:lnTo>
                  <a:pt x="239962" y="314816"/>
                </a:lnTo>
                <a:lnTo>
                  <a:pt x="240906" y="314802"/>
                </a:lnTo>
                <a:lnTo>
                  <a:pt x="241838" y="314778"/>
                </a:lnTo>
                <a:lnTo>
                  <a:pt x="242758" y="314745"/>
                </a:lnTo>
                <a:lnTo>
                  <a:pt x="243666" y="314703"/>
                </a:lnTo>
                <a:close/>
                <a:moveTo>
                  <a:pt x="340640" y="314654"/>
                </a:moveTo>
                <a:lnTo>
                  <a:pt x="341503" y="314581"/>
                </a:lnTo>
                <a:lnTo>
                  <a:pt x="342355" y="314494"/>
                </a:lnTo>
                <a:lnTo>
                  <a:pt x="343197" y="314394"/>
                </a:lnTo>
                <a:lnTo>
                  <a:pt x="344028" y="314280"/>
                </a:lnTo>
                <a:lnTo>
                  <a:pt x="344848" y="314153"/>
                </a:lnTo>
                <a:lnTo>
                  <a:pt x="345658" y="314013"/>
                </a:lnTo>
                <a:lnTo>
                  <a:pt x="346458" y="313860"/>
                </a:lnTo>
                <a:lnTo>
                  <a:pt x="347247" y="313693"/>
                </a:lnTo>
                <a:lnTo>
                  <a:pt x="348025" y="313513"/>
                </a:lnTo>
                <a:lnTo>
                  <a:pt x="348793" y="313319"/>
                </a:lnTo>
                <a:lnTo>
                  <a:pt x="349550" y="313112"/>
                </a:lnTo>
                <a:lnTo>
                  <a:pt x="350297" y="312892"/>
                </a:lnTo>
                <a:lnTo>
                  <a:pt x="351033" y="312659"/>
                </a:lnTo>
                <a:lnTo>
                  <a:pt x="351758" y="312412"/>
                </a:lnTo>
                <a:lnTo>
                  <a:pt x="352473" y="312151"/>
                </a:lnTo>
                <a:lnTo>
                  <a:pt x="353177" y="311878"/>
                </a:lnTo>
                <a:lnTo>
                  <a:pt x="353871" y="311591"/>
                </a:lnTo>
                <a:lnTo>
                  <a:pt x="354554" y="311290"/>
                </a:lnTo>
                <a:lnTo>
                  <a:pt x="355227" y="310977"/>
                </a:lnTo>
                <a:lnTo>
                  <a:pt x="355901" y="310651"/>
                </a:lnTo>
                <a:lnTo>
                  <a:pt x="356563" y="310314"/>
                </a:lnTo>
                <a:lnTo>
                  <a:pt x="357212" y="309966"/>
                </a:lnTo>
                <a:lnTo>
                  <a:pt x="357848" y="309606"/>
                </a:lnTo>
                <a:lnTo>
                  <a:pt x="358471" y="309236"/>
                </a:lnTo>
                <a:lnTo>
                  <a:pt x="359081" y="308855"/>
                </a:lnTo>
                <a:lnTo>
                  <a:pt x="359679" y="308462"/>
                </a:lnTo>
                <a:lnTo>
                  <a:pt x="360263" y="308058"/>
                </a:lnTo>
                <a:lnTo>
                  <a:pt x="360835" y="307643"/>
                </a:lnTo>
                <a:lnTo>
                  <a:pt x="361395" y="307217"/>
                </a:lnTo>
                <a:lnTo>
                  <a:pt x="361941" y="306780"/>
                </a:lnTo>
                <a:lnTo>
                  <a:pt x="362475" y="306332"/>
                </a:lnTo>
                <a:lnTo>
                  <a:pt x="362996" y="305872"/>
                </a:lnTo>
                <a:lnTo>
                  <a:pt x="363504" y="305402"/>
                </a:lnTo>
                <a:lnTo>
                  <a:pt x="363999" y="304920"/>
                </a:lnTo>
                <a:lnTo>
                  <a:pt x="364481" y="304428"/>
                </a:lnTo>
                <a:lnTo>
                  <a:pt x="364951" y="303924"/>
                </a:lnTo>
                <a:lnTo>
                  <a:pt x="365408" y="303409"/>
                </a:lnTo>
                <a:lnTo>
                  <a:pt x="365852" y="302883"/>
                </a:lnTo>
                <a:lnTo>
                  <a:pt x="366283" y="302345"/>
                </a:lnTo>
                <a:lnTo>
                  <a:pt x="366702" y="301797"/>
                </a:lnTo>
                <a:lnTo>
                  <a:pt x="367107" y="301238"/>
                </a:lnTo>
                <a:lnTo>
                  <a:pt x="367500" y="300667"/>
                </a:lnTo>
                <a:lnTo>
                  <a:pt x="367880" y="300085"/>
                </a:lnTo>
                <a:lnTo>
                  <a:pt x="368259" y="299480"/>
                </a:lnTo>
                <a:lnTo>
                  <a:pt x="368622" y="298866"/>
                </a:lnTo>
                <a:lnTo>
                  <a:pt x="368969" y="298243"/>
                </a:lnTo>
                <a:lnTo>
                  <a:pt x="369300" y="297612"/>
                </a:lnTo>
                <a:lnTo>
                  <a:pt x="369614" y="296971"/>
                </a:lnTo>
                <a:lnTo>
                  <a:pt x="369913" y="296321"/>
                </a:lnTo>
                <a:lnTo>
                  <a:pt x="370195" y="295663"/>
                </a:lnTo>
                <a:lnTo>
                  <a:pt x="370461" y="294995"/>
                </a:lnTo>
                <a:lnTo>
                  <a:pt x="370711" y="294319"/>
                </a:lnTo>
                <a:lnTo>
                  <a:pt x="370945" y="293634"/>
                </a:lnTo>
                <a:lnTo>
                  <a:pt x="371162" y="292940"/>
                </a:lnTo>
                <a:lnTo>
                  <a:pt x="371364" y="292237"/>
                </a:lnTo>
                <a:lnTo>
                  <a:pt x="371550" y="291525"/>
                </a:lnTo>
                <a:lnTo>
                  <a:pt x="371719" y="290804"/>
                </a:lnTo>
                <a:lnTo>
                  <a:pt x="371872" y="290075"/>
                </a:lnTo>
                <a:lnTo>
                  <a:pt x="372009" y="289336"/>
                </a:lnTo>
                <a:lnTo>
                  <a:pt x="372130" y="288589"/>
                </a:lnTo>
                <a:lnTo>
                  <a:pt x="372235" y="287832"/>
                </a:lnTo>
                <a:lnTo>
                  <a:pt x="372324" y="287067"/>
                </a:lnTo>
                <a:lnTo>
                  <a:pt x="372396" y="286293"/>
                </a:lnTo>
                <a:lnTo>
                  <a:pt x="372453" y="285510"/>
                </a:lnTo>
                <a:lnTo>
                  <a:pt x="372493" y="284718"/>
                </a:lnTo>
                <a:lnTo>
                  <a:pt x="372517" y="283917"/>
                </a:lnTo>
                <a:lnTo>
                  <a:pt x="372525" y="283107"/>
                </a:lnTo>
                <a:lnTo>
                  <a:pt x="357469" y="283107"/>
                </a:lnTo>
                <a:lnTo>
                  <a:pt x="357460" y="283966"/>
                </a:lnTo>
                <a:lnTo>
                  <a:pt x="357432" y="284805"/>
                </a:lnTo>
                <a:lnTo>
                  <a:pt x="357384" y="285625"/>
                </a:lnTo>
                <a:lnTo>
                  <a:pt x="357318" y="286426"/>
                </a:lnTo>
                <a:lnTo>
                  <a:pt x="357233" y="287209"/>
                </a:lnTo>
                <a:lnTo>
                  <a:pt x="357129" y="287973"/>
                </a:lnTo>
                <a:lnTo>
                  <a:pt x="357006" y="288717"/>
                </a:lnTo>
                <a:lnTo>
                  <a:pt x="356864" y="289443"/>
                </a:lnTo>
                <a:lnTo>
                  <a:pt x="356704" y="290150"/>
                </a:lnTo>
                <a:lnTo>
                  <a:pt x="356524" y="290838"/>
                </a:lnTo>
                <a:lnTo>
                  <a:pt x="356325" y="291507"/>
                </a:lnTo>
                <a:lnTo>
                  <a:pt x="356108" y="292157"/>
                </a:lnTo>
                <a:lnTo>
                  <a:pt x="355872" y="292788"/>
                </a:lnTo>
                <a:lnTo>
                  <a:pt x="355616" y="293400"/>
                </a:lnTo>
                <a:lnTo>
                  <a:pt x="355342" y="293994"/>
                </a:lnTo>
                <a:lnTo>
                  <a:pt x="355049" y="294568"/>
                </a:lnTo>
                <a:lnTo>
                  <a:pt x="354737" y="295124"/>
                </a:lnTo>
                <a:lnTo>
                  <a:pt x="354406" y="295661"/>
                </a:lnTo>
                <a:lnTo>
                  <a:pt x="354056" y="296178"/>
                </a:lnTo>
                <a:lnTo>
                  <a:pt x="353688" y="296677"/>
                </a:lnTo>
                <a:lnTo>
                  <a:pt x="353300" y="297157"/>
                </a:lnTo>
                <a:lnTo>
                  <a:pt x="352893" y="297618"/>
                </a:lnTo>
                <a:lnTo>
                  <a:pt x="352468" y="298060"/>
                </a:lnTo>
                <a:lnTo>
                  <a:pt x="352024" y="298484"/>
                </a:lnTo>
                <a:lnTo>
                  <a:pt x="351575" y="298889"/>
                </a:lnTo>
                <a:lnTo>
                  <a:pt x="351108" y="299277"/>
                </a:lnTo>
                <a:lnTo>
                  <a:pt x="350625" y="299647"/>
                </a:lnTo>
                <a:lnTo>
                  <a:pt x="350124" y="300001"/>
                </a:lnTo>
                <a:lnTo>
                  <a:pt x="349606" y="300337"/>
                </a:lnTo>
                <a:lnTo>
                  <a:pt x="349071" y="300656"/>
                </a:lnTo>
                <a:lnTo>
                  <a:pt x="348518" y="300958"/>
                </a:lnTo>
                <a:lnTo>
                  <a:pt x="347948" y="301242"/>
                </a:lnTo>
                <a:lnTo>
                  <a:pt x="347361" y="301509"/>
                </a:lnTo>
                <a:lnTo>
                  <a:pt x="346757" y="301759"/>
                </a:lnTo>
                <a:lnTo>
                  <a:pt x="346136" y="301992"/>
                </a:lnTo>
                <a:lnTo>
                  <a:pt x="345497" y="302208"/>
                </a:lnTo>
                <a:lnTo>
                  <a:pt x="344841" y="302406"/>
                </a:lnTo>
                <a:lnTo>
                  <a:pt x="344168" y="302587"/>
                </a:lnTo>
                <a:lnTo>
                  <a:pt x="343477" y="302751"/>
                </a:lnTo>
                <a:lnTo>
                  <a:pt x="342769" y="302897"/>
                </a:lnTo>
                <a:lnTo>
                  <a:pt x="342045" y="303026"/>
                </a:lnTo>
                <a:lnTo>
                  <a:pt x="341302" y="303139"/>
                </a:lnTo>
                <a:lnTo>
                  <a:pt x="340543" y="303233"/>
                </a:lnTo>
                <a:lnTo>
                  <a:pt x="339766" y="303311"/>
                </a:lnTo>
                <a:lnTo>
                  <a:pt x="338972" y="303371"/>
                </a:lnTo>
                <a:lnTo>
                  <a:pt x="338161" y="303414"/>
                </a:lnTo>
                <a:lnTo>
                  <a:pt x="337333" y="303440"/>
                </a:lnTo>
                <a:lnTo>
                  <a:pt x="336487" y="303449"/>
                </a:lnTo>
                <a:lnTo>
                  <a:pt x="335719" y="303437"/>
                </a:lnTo>
                <a:lnTo>
                  <a:pt x="334961" y="303403"/>
                </a:lnTo>
                <a:lnTo>
                  <a:pt x="334215" y="303346"/>
                </a:lnTo>
                <a:lnTo>
                  <a:pt x="333480" y="303266"/>
                </a:lnTo>
                <a:lnTo>
                  <a:pt x="332756" y="303164"/>
                </a:lnTo>
                <a:lnTo>
                  <a:pt x="332043" y="303038"/>
                </a:lnTo>
                <a:lnTo>
                  <a:pt x="331341" y="302890"/>
                </a:lnTo>
                <a:lnTo>
                  <a:pt x="330650" y="302719"/>
                </a:lnTo>
                <a:lnTo>
                  <a:pt x="329970" y="302525"/>
                </a:lnTo>
                <a:lnTo>
                  <a:pt x="329302" y="302309"/>
                </a:lnTo>
                <a:lnTo>
                  <a:pt x="328645" y="302069"/>
                </a:lnTo>
                <a:lnTo>
                  <a:pt x="327998" y="301807"/>
                </a:lnTo>
                <a:lnTo>
                  <a:pt x="327363" y="301522"/>
                </a:lnTo>
                <a:lnTo>
                  <a:pt x="326739" y="301214"/>
                </a:lnTo>
                <a:lnTo>
                  <a:pt x="326126" y="300884"/>
                </a:lnTo>
                <a:lnTo>
                  <a:pt x="325525" y="300530"/>
                </a:lnTo>
                <a:lnTo>
                  <a:pt x="324934" y="300154"/>
                </a:lnTo>
                <a:lnTo>
                  <a:pt x="324355" y="299755"/>
                </a:lnTo>
                <a:lnTo>
                  <a:pt x="323786" y="299333"/>
                </a:lnTo>
                <a:lnTo>
                  <a:pt x="323229" y="298888"/>
                </a:lnTo>
                <a:lnTo>
                  <a:pt x="322683" y="298421"/>
                </a:lnTo>
                <a:lnTo>
                  <a:pt x="322148" y="297931"/>
                </a:lnTo>
                <a:lnTo>
                  <a:pt x="321624" y="297418"/>
                </a:lnTo>
                <a:lnTo>
                  <a:pt x="321111" y="296882"/>
                </a:lnTo>
                <a:lnTo>
                  <a:pt x="320614" y="296324"/>
                </a:lnTo>
                <a:lnTo>
                  <a:pt x="320139" y="295745"/>
                </a:lnTo>
                <a:lnTo>
                  <a:pt x="319685" y="295145"/>
                </a:lnTo>
                <a:lnTo>
                  <a:pt x="319251" y="294524"/>
                </a:lnTo>
                <a:lnTo>
                  <a:pt x="318839" y="293882"/>
                </a:lnTo>
                <a:lnTo>
                  <a:pt x="318448" y="293218"/>
                </a:lnTo>
                <a:lnTo>
                  <a:pt x="318078" y="292533"/>
                </a:lnTo>
                <a:lnTo>
                  <a:pt x="317730" y="291828"/>
                </a:lnTo>
                <a:lnTo>
                  <a:pt x="317402" y="291101"/>
                </a:lnTo>
                <a:lnTo>
                  <a:pt x="317096" y="290353"/>
                </a:lnTo>
                <a:lnTo>
                  <a:pt x="316810" y="289584"/>
                </a:lnTo>
                <a:lnTo>
                  <a:pt x="316546" y="288793"/>
                </a:lnTo>
                <a:lnTo>
                  <a:pt x="316303" y="287982"/>
                </a:lnTo>
                <a:lnTo>
                  <a:pt x="316081" y="287149"/>
                </a:lnTo>
                <a:lnTo>
                  <a:pt x="315881" y="286296"/>
                </a:lnTo>
                <a:lnTo>
                  <a:pt x="315701" y="285421"/>
                </a:lnTo>
                <a:lnTo>
                  <a:pt x="315542" y="284525"/>
                </a:lnTo>
                <a:lnTo>
                  <a:pt x="315405" y="283608"/>
                </a:lnTo>
                <a:lnTo>
                  <a:pt x="315289" y="282670"/>
                </a:lnTo>
                <a:lnTo>
                  <a:pt x="315194" y="281710"/>
                </a:lnTo>
                <a:lnTo>
                  <a:pt x="315120" y="280730"/>
                </a:lnTo>
                <a:lnTo>
                  <a:pt x="315067" y="279728"/>
                </a:lnTo>
                <a:lnTo>
                  <a:pt x="315035" y="278706"/>
                </a:lnTo>
                <a:lnTo>
                  <a:pt x="315025" y="277662"/>
                </a:lnTo>
                <a:lnTo>
                  <a:pt x="315025" y="274939"/>
                </a:lnTo>
                <a:lnTo>
                  <a:pt x="372525" y="274939"/>
                </a:lnTo>
                <a:lnTo>
                  <a:pt x="372525" y="264047"/>
                </a:lnTo>
                <a:lnTo>
                  <a:pt x="372517" y="263224"/>
                </a:lnTo>
                <a:lnTo>
                  <a:pt x="372494" y="262408"/>
                </a:lnTo>
                <a:lnTo>
                  <a:pt x="372455" y="261600"/>
                </a:lnTo>
                <a:lnTo>
                  <a:pt x="372401" y="260799"/>
                </a:lnTo>
                <a:lnTo>
                  <a:pt x="372331" y="260007"/>
                </a:lnTo>
                <a:lnTo>
                  <a:pt x="372245" y="259222"/>
                </a:lnTo>
                <a:lnTo>
                  <a:pt x="372144" y="258445"/>
                </a:lnTo>
                <a:lnTo>
                  <a:pt x="372027" y="257676"/>
                </a:lnTo>
                <a:lnTo>
                  <a:pt x="371895" y="256915"/>
                </a:lnTo>
                <a:lnTo>
                  <a:pt x="371747" y="256161"/>
                </a:lnTo>
                <a:lnTo>
                  <a:pt x="371583" y="255415"/>
                </a:lnTo>
                <a:lnTo>
                  <a:pt x="371404" y="254677"/>
                </a:lnTo>
                <a:lnTo>
                  <a:pt x="371209" y="253947"/>
                </a:lnTo>
                <a:lnTo>
                  <a:pt x="370999" y="253225"/>
                </a:lnTo>
                <a:lnTo>
                  <a:pt x="370773" y="252510"/>
                </a:lnTo>
                <a:lnTo>
                  <a:pt x="370532" y="251803"/>
                </a:lnTo>
                <a:lnTo>
                  <a:pt x="370275" y="251104"/>
                </a:lnTo>
                <a:lnTo>
                  <a:pt x="370003" y="250413"/>
                </a:lnTo>
                <a:lnTo>
                  <a:pt x="369715" y="249729"/>
                </a:lnTo>
                <a:lnTo>
                  <a:pt x="369411" y="249054"/>
                </a:lnTo>
                <a:lnTo>
                  <a:pt x="369092" y="248386"/>
                </a:lnTo>
                <a:lnTo>
                  <a:pt x="368757" y="247726"/>
                </a:lnTo>
                <a:lnTo>
                  <a:pt x="368406" y="247073"/>
                </a:lnTo>
                <a:lnTo>
                  <a:pt x="368041" y="246429"/>
                </a:lnTo>
                <a:lnTo>
                  <a:pt x="367674" y="245794"/>
                </a:lnTo>
                <a:lnTo>
                  <a:pt x="367294" y="245170"/>
                </a:lnTo>
                <a:lnTo>
                  <a:pt x="366902" y="244557"/>
                </a:lnTo>
                <a:lnTo>
                  <a:pt x="366497" y="243955"/>
                </a:lnTo>
                <a:lnTo>
                  <a:pt x="366079" y="243364"/>
                </a:lnTo>
                <a:lnTo>
                  <a:pt x="365648" y="242785"/>
                </a:lnTo>
                <a:lnTo>
                  <a:pt x="365205" y="242216"/>
                </a:lnTo>
                <a:lnTo>
                  <a:pt x="364748" y="241659"/>
                </a:lnTo>
                <a:lnTo>
                  <a:pt x="364279" y="241113"/>
                </a:lnTo>
                <a:lnTo>
                  <a:pt x="363797" y="240578"/>
                </a:lnTo>
                <a:lnTo>
                  <a:pt x="363303" y="240054"/>
                </a:lnTo>
                <a:lnTo>
                  <a:pt x="362795" y="239541"/>
                </a:lnTo>
                <a:lnTo>
                  <a:pt x="362275" y="239040"/>
                </a:lnTo>
                <a:lnTo>
                  <a:pt x="361742" y="238549"/>
                </a:lnTo>
                <a:lnTo>
                  <a:pt x="361196" y="238070"/>
                </a:lnTo>
                <a:lnTo>
                  <a:pt x="360637" y="237602"/>
                </a:lnTo>
                <a:lnTo>
                  <a:pt x="360066" y="237144"/>
                </a:lnTo>
                <a:lnTo>
                  <a:pt x="359482" y="236698"/>
                </a:lnTo>
                <a:lnTo>
                  <a:pt x="358885" y="236264"/>
                </a:lnTo>
                <a:lnTo>
                  <a:pt x="358275" y="235840"/>
                </a:lnTo>
                <a:lnTo>
                  <a:pt x="357652" y="235427"/>
                </a:lnTo>
                <a:lnTo>
                  <a:pt x="357017" y="235026"/>
                </a:lnTo>
                <a:lnTo>
                  <a:pt x="356369" y="234635"/>
                </a:lnTo>
                <a:lnTo>
                  <a:pt x="355708" y="234256"/>
                </a:lnTo>
                <a:lnTo>
                  <a:pt x="355048" y="233890"/>
                </a:lnTo>
                <a:lnTo>
                  <a:pt x="354377" y="233540"/>
                </a:lnTo>
                <a:lnTo>
                  <a:pt x="353695" y="233205"/>
                </a:lnTo>
                <a:lnTo>
                  <a:pt x="353002" y="232886"/>
                </a:lnTo>
                <a:lnTo>
                  <a:pt x="352298" y="232582"/>
                </a:lnTo>
                <a:lnTo>
                  <a:pt x="351583" y="232294"/>
                </a:lnTo>
                <a:lnTo>
                  <a:pt x="350857" y="232021"/>
                </a:lnTo>
                <a:lnTo>
                  <a:pt x="350119" y="231764"/>
                </a:lnTo>
                <a:lnTo>
                  <a:pt x="349371" y="231523"/>
                </a:lnTo>
                <a:lnTo>
                  <a:pt x="348611" y="231297"/>
                </a:lnTo>
                <a:lnTo>
                  <a:pt x="347840" y="231087"/>
                </a:lnTo>
                <a:lnTo>
                  <a:pt x="347058" y="230892"/>
                </a:lnTo>
                <a:lnTo>
                  <a:pt x="346265" y="230713"/>
                </a:lnTo>
                <a:lnTo>
                  <a:pt x="345461" y="230550"/>
                </a:lnTo>
                <a:lnTo>
                  <a:pt x="344646" y="230402"/>
                </a:lnTo>
                <a:lnTo>
                  <a:pt x="343819" y="230269"/>
                </a:lnTo>
                <a:lnTo>
                  <a:pt x="342982" y="230153"/>
                </a:lnTo>
                <a:lnTo>
                  <a:pt x="342133" y="230051"/>
                </a:lnTo>
                <a:lnTo>
                  <a:pt x="341273" y="229966"/>
                </a:lnTo>
                <a:lnTo>
                  <a:pt x="340403" y="229896"/>
                </a:lnTo>
                <a:lnTo>
                  <a:pt x="339520" y="229841"/>
                </a:lnTo>
                <a:lnTo>
                  <a:pt x="338627" y="229802"/>
                </a:lnTo>
                <a:lnTo>
                  <a:pt x="337723" y="229779"/>
                </a:lnTo>
                <a:lnTo>
                  <a:pt x="336808" y="229771"/>
                </a:lnTo>
                <a:lnTo>
                  <a:pt x="335825" y="229780"/>
                </a:lnTo>
                <a:lnTo>
                  <a:pt x="334854" y="229807"/>
                </a:lnTo>
                <a:lnTo>
                  <a:pt x="333895" y="229851"/>
                </a:lnTo>
                <a:lnTo>
                  <a:pt x="332946" y="229914"/>
                </a:lnTo>
                <a:lnTo>
                  <a:pt x="332008" y="229994"/>
                </a:lnTo>
                <a:lnTo>
                  <a:pt x="331082" y="230091"/>
                </a:lnTo>
                <a:lnTo>
                  <a:pt x="330166" y="230207"/>
                </a:lnTo>
                <a:lnTo>
                  <a:pt x="329262" y="230341"/>
                </a:lnTo>
                <a:lnTo>
                  <a:pt x="328369" y="230492"/>
                </a:lnTo>
                <a:lnTo>
                  <a:pt x="327487" y="230661"/>
                </a:lnTo>
                <a:lnTo>
                  <a:pt x="326616" y="230848"/>
                </a:lnTo>
                <a:lnTo>
                  <a:pt x="325756" y="231052"/>
                </a:lnTo>
                <a:lnTo>
                  <a:pt x="324907" y="231275"/>
                </a:lnTo>
                <a:lnTo>
                  <a:pt x="324070" y="231515"/>
                </a:lnTo>
                <a:lnTo>
                  <a:pt x="323243" y="231773"/>
                </a:lnTo>
                <a:lnTo>
                  <a:pt x="322428" y="232049"/>
                </a:lnTo>
                <a:lnTo>
                  <a:pt x="321624" y="232343"/>
                </a:lnTo>
                <a:lnTo>
                  <a:pt x="320831" y="232654"/>
                </a:lnTo>
                <a:lnTo>
                  <a:pt x="320049" y="232983"/>
                </a:lnTo>
                <a:lnTo>
                  <a:pt x="319278" y="233330"/>
                </a:lnTo>
                <a:lnTo>
                  <a:pt x="318518" y="233695"/>
                </a:lnTo>
                <a:lnTo>
                  <a:pt x="317770" y="234078"/>
                </a:lnTo>
                <a:lnTo>
                  <a:pt x="317032" y="234478"/>
                </a:lnTo>
                <a:lnTo>
                  <a:pt x="316306" y="234897"/>
                </a:lnTo>
                <a:lnTo>
                  <a:pt x="315592" y="235318"/>
                </a:lnTo>
                <a:lnTo>
                  <a:pt x="314892" y="235753"/>
                </a:lnTo>
                <a:lnTo>
                  <a:pt x="314206" y="236203"/>
                </a:lnTo>
                <a:lnTo>
                  <a:pt x="313534" y="236667"/>
                </a:lnTo>
                <a:lnTo>
                  <a:pt x="312876" y="237146"/>
                </a:lnTo>
                <a:lnTo>
                  <a:pt x="312232" y="237639"/>
                </a:lnTo>
                <a:lnTo>
                  <a:pt x="311601" y="238147"/>
                </a:lnTo>
                <a:lnTo>
                  <a:pt x="310985" y="238669"/>
                </a:lnTo>
                <a:lnTo>
                  <a:pt x="310382" y="239206"/>
                </a:lnTo>
                <a:lnTo>
                  <a:pt x="309794" y="239757"/>
                </a:lnTo>
                <a:lnTo>
                  <a:pt x="309219" y="240323"/>
                </a:lnTo>
                <a:lnTo>
                  <a:pt x="308658" y="240903"/>
                </a:lnTo>
                <a:lnTo>
                  <a:pt x="308111" y="241497"/>
                </a:lnTo>
                <a:lnTo>
                  <a:pt x="307578" y="242106"/>
                </a:lnTo>
                <a:lnTo>
                  <a:pt x="307059" y="242730"/>
                </a:lnTo>
                <a:lnTo>
                  <a:pt x="306554" y="243368"/>
                </a:lnTo>
                <a:lnTo>
                  <a:pt x="306062" y="244020"/>
                </a:lnTo>
                <a:lnTo>
                  <a:pt x="305585" y="244687"/>
                </a:lnTo>
                <a:lnTo>
                  <a:pt x="305121" y="245368"/>
                </a:lnTo>
                <a:lnTo>
                  <a:pt x="304672" y="246064"/>
                </a:lnTo>
                <a:lnTo>
                  <a:pt x="304236" y="246774"/>
                </a:lnTo>
                <a:lnTo>
                  <a:pt x="303814" y="247499"/>
                </a:lnTo>
                <a:lnTo>
                  <a:pt x="303406" y="248238"/>
                </a:lnTo>
                <a:lnTo>
                  <a:pt x="303012" y="248991"/>
                </a:lnTo>
                <a:lnTo>
                  <a:pt x="302633" y="249758"/>
                </a:lnTo>
                <a:lnTo>
                  <a:pt x="302270" y="250536"/>
                </a:lnTo>
                <a:lnTo>
                  <a:pt x="301923" y="251326"/>
                </a:lnTo>
                <a:lnTo>
                  <a:pt x="301593" y="252128"/>
                </a:lnTo>
                <a:lnTo>
                  <a:pt x="301278" y="252941"/>
                </a:lnTo>
                <a:lnTo>
                  <a:pt x="300980" y="253766"/>
                </a:lnTo>
                <a:lnTo>
                  <a:pt x="300698" y="254603"/>
                </a:lnTo>
                <a:lnTo>
                  <a:pt x="300431" y="255452"/>
                </a:lnTo>
                <a:lnTo>
                  <a:pt x="300182" y="256312"/>
                </a:lnTo>
                <a:lnTo>
                  <a:pt x="299948" y="257183"/>
                </a:lnTo>
                <a:lnTo>
                  <a:pt x="299730" y="258067"/>
                </a:lnTo>
                <a:lnTo>
                  <a:pt x="299528" y="258962"/>
                </a:lnTo>
                <a:lnTo>
                  <a:pt x="299343" y="259869"/>
                </a:lnTo>
                <a:lnTo>
                  <a:pt x="299174" y="260787"/>
                </a:lnTo>
                <a:lnTo>
                  <a:pt x="299020" y="261717"/>
                </a:lnTo>
                <a:lnTo>
                  <a:pt x="298883" y="262659"/>
                </a:lnTo>
                <a:lnTo>
                  <a:pt x="298762" y="263613"/>
                </a:lnTo>
                <a:lnTo>
                  <a:pt x="298657" y="264578"/>
                </a:lnTo>
                <a:lnTo>
                  <a:pt x="298569" y="265555"/>
                </a:lnTo>
                <a:lnTo>
                  <a:pt x="298496" y="266543"/>
                </a:lnTo>
                <a:lnTo>
                  <a:pt x="298440" y="267543"/>
                </a:lnTo>
                <a:lnTo>
                  <a:pt x="298399" y="268555"/>
                </a:lnTo>
                <a:lnTo>
                  <a:pt x="298375" y="269579"/>
                </a:lnTo>
                <a:lnTo>
                  <a:pt x="298367" y="270614"/>
                </a:lnTo>
                <a:lnTo>
                  <a:pt x="298367" y="273978"/>
                </a:lnTo>
                <a:lnTo>
                  <a:pt x="298374" y="274974"/>
                </a:lnTo>
                <a:lnTo>
                  <a:pt x="298395" y="275961"/>
                </a:lnTo>
                <a:lnTo>
                  <a:pt x="298430" y="276938"/>
                </a:lnTo>
                <a:lnTo>
                  <a:pt x="298478" y="277906"/>
                </a:lnTo>
                <a:lnTo>
                  <a:pt x="298541" y="278865"/>
                </a:lnTo>
                <a:lnTo>
                  <a:pt x="298617" y="279814"/>
                </a:lnTo>
                <a:lnTo>
                  <a:pt x="298708" y="280753"/>
                </a:lnTo>
                <a:lnTo>
                  <a:pt x="298812" y="281684"/>
                </a:lnTo>
                <a:lnTo>
                  <a:pt x="298930" y="282604"/>
                </a:lnTo>
                <a:lnTo>
                  <a:pt x="299062" y="283516"/>
                </a:lnTo>
                <a:lnTo>
                  <a:pt x="299208" y="284417"/>
                </a:lnTo>
                <a:lnTo>
                  <a:pt x="299368" y="285310"/>
                </a:lnTo>
                <a:lnTo>
                  <a:pt x="299542" y="286193"/>
                </a:lnTo>
                <a:lnTo>
                  <a:pt x="299730" y="287066"/>
                </a:lnTo>
                <a:lnTo>
                  <a:pt x="299931" y="287930"/>
                </a:lnTo>
                <a:lnTo>
                  <a:pt x="300147" y="288784"/>
                </a:lnTo>
                <a:lnTo>
                  <a:pt x="300376" y="289630"/>
                </a:lnTo>
                <a:lnTo>
                  <a:pt x="300619" y="290465"/>
                </a:lnTo>
                <a:lnTo>
                  <a:pt x="300877" y="291291"/>
                </a:lnTo>
                <a:lnTo>
                  <a:pt x="301148" y="292108"/>
                </a:lnTo>
                <a:lnTo>
                  <a:pt x="301433" y="292915"/>
                </a:lnTo>
                <a:lnTo>
                  <a:pt x="301732" y="293713"/>
                </a:lnTo>
                <a:lnTo>
                  <a:pt x="302045" y="294501"/>
                </a:lnTo>
                <a:lnTo>
                  <a:pt x="302371" y="295280"/>
                </a:lnTo>
                <a:lnTo>
                  <a:pt x="302726" y="296047"/>
                </a:lnTo>
                <a:lnTo>
                  <a:pt x="303094" y="296800"/>
                </a:lnTo>
                <a:lnTo>
                  <a:pt x="303478" y="297538"/>
                </a:lnTo>
                <a:lnTo>
                  <a:pt x="303875" y="298261"/>
                </a:lnTo>
                <a:lnTo>
                  <a:pt x="304287" y="298970"/>
                </a:lnTo>
                <a:lnTo>
                  <a:pt x="304714" y="299665"/>
                </a:lnTo>
                <a:lnTo>
                  <a:pt x="305155" y="300345"/>
                </a:lnTo>
                <a:lnTo>
                  <a:pt x="305610" y="301011"/>
                </a:lnTo>
                <a:lnTo>
                  <a:pt x="306080" y="301662"/>
                </a:lnTo>
                <a:lnTo>
                  <a:pt x="306565" y="302299"/>
                </a:lnTo>
                <a:lnTo>
                  <a:pt x="307063" y="302921"/>
                </a:lnTo>
                <a:lnTo>
                  <a:pt x="307577" y="303529"/>
                </a:lnTo>
                <a:lnTo>
                  <a:pt x="308105" y="304122"/>
                </a:lnTo>
                <a:lnTo>
                  <a:pt x="308647" y="304701"/>
                </a:lnTo>
                <a:lnTo>
                  <a:pt x="309204" y="305266"/>
                </a:lnTo>
                <a:lnTo>
                  <a:pt x="309775" y="305816"/>
                </a:lnTo>
                <a:lnTo>
                  <a:pt x="310360" y="306351"/>
                </a:lnTo>
                <a:lnTo>
                  <a:pt x="310960" y="306872"/>
                </a:lnTo>
                <a:lnTo>
                  <a:pt x="311575" y="307379"/>
                </a:lnTo>
                <a:lnTo>
                  <a:pt x="312204" y="307871"/>
                </a:lnTo>
                <a:lnTo>
                  <a:pt x="312847" y="308349"/>
                </a:lnTo>
                <a:lnTo>
                  <a:pt x="313505" y="308812"/>
                </a:lnTo>
                <a:lnTo>
                  <a:pt x="314178" y="309261"/>
                </a:lnTo>
                <a:lnTo>
                  <a:pt x="314864" y="309695"/>
                </a:lnTo>
                <a:lnTo>
                  <a:pt x="315579" y="310114"/>
                </a:lnTo>
                <a:lnTo>
                  <a:pt x="316309" y="310514"/>
                </a:lnTo>
                <a:lnTo>
                  <a:pt x="317054" y="310897"/>
                </a:lnTo>
                <a:lnTo>
                  <a:pt x="317814" y="311262"/>
                </a:lnTo>
                <a:lnTo>
                  <a:pt x="318589" y="311609"/>
                </a:lnTo>
                <a:lnTo>
                  <a:pt x="319379" y="311938"/>
                </a:lnTo>
                <a:lnTo>
                  <a:pt x="320184" y="312249"/>
                </a:lnTo>
                <a:lnTo>
                  <a:pt x="321004" y="312543"/>
                </a:lnTo>
                <a:lnTo>
                  <a:pt x="321839" y="312819"/>
                </a:lnTo>
                <a:lnTo>
                  <a:pt x="322689" y="313077"/>
                </a:lnTo>
                <a:lnTo>
                  <a:pt x="323554" y="313317"/>
                </a:lnTo>
                <a:lnTo>
                  <a:pt x="324435" y="313539"/>
                </a:lnTo>
                <a:lnTo>
                  <a:pt x="325330" y="313744"/>
                </a:lnTo>
                <a:lnTo>
                  <a:pt x="326240" y="313931"/>
                </a:lnTo>
                <a:lnTo>
                  <a:pt x="327165" y="314100"/>
                </a:lnTo>
                <a:lnTo>
                  <a:pt x="328105" y="314251"/>
                </a:lnTo>
                <a:lnTo>
                  <a:pt x="329060" y="314385"/>
                </a:lnTo>
                <a:lnTo>
                  <a:pt x="330030" y="314500"/>
                </a:lnTo>
                <a:lnTo>
                  <a:pt x="331016" y="314598"/>
                </a:lnTo>
                <a:lnTo>
                  <a:pt x="332016" y="314678"/>
                </a:lnTo>
                <a:lnTo>
                  <a:pt x="333031" y="314741"/>
                </a:lnTo>
                <a:lnTo>
                  <a:pt x="334061" y="314785"/>
                </a:lnTo>
                <a:lnTo>
                  <a:pt x="335107" y="314812"/>
                </a:lnTo>
                <a:lnTo>
                  <a:pt x="336167" y="314821"/>
                </a:lnTo>
                <a:lnTo>
                  <a:pt x="337083" y="314814"/>
                </a:lnTo>
                <a:lnTo>
                  <a:pt x="337988" y="314794"/>
                </a:lnTo>
                <a:lnTo>
                  <a:pt x="338882" y="314761"/>
                </a:lnTo>
                <a:lnTo>
                  <a:pt x="339766" y="314714"/>
                </a:lnTo>
                <a:lnTo>
                  <a:pt x="340640" y="314654"/>
                </a:lnTo>
                <a:close/>
                <a:moveTo>
                  <a:pt x="315252" y="261921"/>
                </a:moveTo>
                <a:lnTo>
                  <a:pt x="315289" y="261472"/>
                </a:lnTo>
                <a:lnTo>
                  <a:pt x="315335" y="261024"/>
                </a:lnTo>
                <a:lnTo>
                  <a:pt x="315389" y="260578"/>
                </a:lnTo>
                <a:lnTo>
                  <a:pt x="315452" y="260132"/>
                </a:lnTo>
                <a:lnTo>
                  <a:pt x="315523" y="259688"/>
                </a:lnTo>
                <a:lnTo>
                  <a:pt x="315602" y="259244"/>
                </a:lnTo>
                <a:lnTo>
                  <a:pt x="315690" y="258802"/>
                </a:lnTo>
                <a:lnTo>
                  <a:pt x="315785" y="258361"/>
                </a:lnTo>
                <a:lnTo>
                  <a:pt x="315890" y="257921"/>
                </a:lnTo>
                <a:lnTo>
                  <a:pt x="316002" y="257483"/>
                </a:lnTo>
                <a:lnTo>
                  <a:pt x="316123" y="257045"/>
                </a:lnTo>
                <a:lnTo>
                  <a:pt x="316253" y="256608"/>
                </a:lnTo>
                <a:lnTo>
                  <a:pt x="316390" y="256173"/>
                </a:lnTo>
                <a:lnTo>
                  <a:pt x="316536" y="255739"/>
                </a:lnTo>
                <a:lnTo>
                  <a:pt x="316691" y="255305"/>
                </a:lnTo>
                <a:lnTo>
                  <a:pt x="316853" y="254873"/>
                </a:lnTo>
                <a:lnTo>
                  <a:pt x="317024" y="254442"/>
                </a:lnTo>
                <a:lnTo>
                  <a:pt x="317204" y="254012"/>
                </a:lnTo>
                <a:lnTo>
                  <a:pt x="317391" y="253583"/>
                </a:lnTo>
                <a:lnTo>
                  <a:pt x="317587" y="253156"/>
                </a:lnTo>
                <a:lnTo>
                  <a:pt x="317805" y="252719"/>
                </a:lnTo>
                <a:lnTo>
                  <a:pt x="318029" y="252288"/>
                </a:lnTo>
                <a:lnTo>
                  <a:pt x="318261" y="251864"/>
                </a:lnTo>
                <a:lnTo>
                  <a:pt x="318499" y="251447"/>
                </a:lnTo>
                <a:lnTo>
                  <a:pt x="318746" y="251037"/>
                </a:lnTo>
                <a:lnTo>
                  <a:pt x="318999" y="250633"/>
                </a:lnTo>
                <a:lnTo>
                  <a:pt x="319259" y="250236"/>
                </a:lnTo>
                <a:lnTo>
                  <a:pt x="319527" y="249846"/>
                </a:lnTo>
                <a:lnTo>
                  <a:pt x="319802" y="249462"/>
                </a:lnTo>
                <a:lnTo>
                  <a:pt x="320084" y="249085"/>
                </a:lnTo>
                <a:lnTo>
                  <a:pt x="320374" y="248714"/>
                </a:lnTo>
                <a:lnTo>
                  <a:pt x="320671" y="248351"/>
                </a:lnTo>
                <a:lnTo>
                  <a:pt x="320975" y="247994"/>
                </a:lnTo>
                <a:lnTo>
                  <a:pt x="321286" y="247643"/>
                </a:lnTo>
                <a:lnTo>
                  <a:pt x="321604" y="247300"/>
                </a:lnTo>
                <a:lnTo>
                  <a:pt x="321930" y="246963"/>
                </a:lnTo>
                <a:lnTo>
                  <a:pt x="322263" y="246632"/>
                </a:lnTo>
                <a:lnTo>
                  <a:pt x="322603" y="246309"/>
                </a:lnTo>
                <a:lnTo>
                  <a:pt x="322950" y="245992"/>
                </a:lnTo>
                <a:lnTo>
                  <a:pt x="323305" y="245681"/>
                </a:lnTo>
                <a:lnTo>
                  <a:pt x="323666" y="245378"/>
                </a:lnTo>
                <a:lnTo>
                  <a:pt x="324035" y="245081"/>
                </a:lnTo>
                <a:lnTo>
                  <a:pt x="324412" y="244790"/>
                </a:lnTo>
                <a:lnTo>
                  <a:pt x="324795" y="244507"/>
                </a:lnTo>
                <a:lnTo>
                  <a:pt x="325199" y="244232"/>
                </a:lnTo>
                <a:lnTo>
                  <a:pt x="325610" y="243969"/>
                </a:lnTo>
                <a:lnTo>
                  <a:pt x="326029" y="243718"/>
                </a:lnTo>
                <a:lnTo>
                  <a:pt x="326454" y="243479"/>
                </a:lnTo>
                <a:lnTo>
                  <a:pt x="326887" y="243251"/>
                </a:lnTo>
                <a:lnTo>
                  <a:pt x="327328" y="243035"/>
                </a:lnTo>
                <a:lnTo>
                  <a:pt x="327775" y="242831"/>
                </a:lnTo>
                <a:lnTo>
                  <a:pt x="328230" y="242638"/>
                </a:lnTo>
                <a:lnTo>
                  <a:pt x="328692" y="242457"/>
                </a:lnTo>
                <a:lnTo>
                  <a:pt x="329161" y="242288"/>
                </a:lnTo>
                <a:lnTo>
                  <a:pt x="329637" y="242130"/>
                </a:lnTo>
                <a:lnTo>
                  <a:pt x="330121" y="241984"/>
                </a:lnTo>
                <a:lnTo>
                  <a:pt x="330611" y="241850"/>
                </a:lnTo>
                <a:lnTo>
                  <a:pt x="331109" y="241727"/>
                </a:lnTo>
                <a:lnTo>
                  <a:pt x="331615" y="241616"/>
                </a:lnTo>
                <a:lnTo>
                  <a:pt x="332127" y="241517"/>
                </a:lnTo>
                <a:lnTo>
                  <a:pt x="332647" y="241429"/>
                </a:lnTo>
                <a:lnTo>
                  <a:pt x="333174" y="241353"/>
                </a:lnTo>
                <a:lnTo>
                  <a:pt x="333708" y="241289"/>
                </a:lnTo>
                <a:lnTo>
                  <a:pt x="334249" y="241237"/>
                </a:lnTo>
                <a:lnTo>
                  <a:pt x="334798" y="241196"/>
                </a:lnTo>
                <a:lnTo>
                  <a:pt x="335354" y="241167"/>
                </a:lnTo>
                <a:lnTo>
                  <a:pt x="335917" y="241149"/>
                </a:lnTo>
                <a:lnTo>
                  <a:pt x="336487" y="241143"/>
                </a:lnTo>
                <a:lnTo>
                  <a:pt x="336992" y="241148"/>
                </a:lnTo>
                <a:lnTo>
                  <a:pt x="337492" y="241162"/>
                </a:lnTo>
                <a:lnTo>
                  <a:pt x="337986" y="241186"/>
                </a:lnTo>
                <a:lnTo>
                  <a:pt x="338476" y="241219"/>
                </a:lnTo>
                <a:lnTo>
                  <a:pt x="338961" y="241261"/>
                </a:lnTo>
                <a:lnTo>
                  <a:pt x="339440" y="241313"/>
                </a:lnTo>
                <a:lnTo>
                  <a:pt x="339915" y="241375"/>
                </a:lnTo>
                <a:lnTo>
                  <a:pt x="340385" y="241446"/>
                </a:lnTo>
                <a:lnTo>
                  <a:pt x="340849" y="241526"/>
                </a:lnTo>
                <a:lnTo>
                  <a:pt x="341309" y="241616"/>
                </a:lnTo>
                <a:lnTo>
                  <a:pt x="341764" y="241715"/>
                </a:lnTo>
                <a:lnTo>
                  <a:pt x="342213" y="241824"/>
                </a:lnTo>
                <a:lnTo>
                  <a:pt x="342658" y="241942"/>
                </a:lnTo>
                <a:lnTo>
                  <a:pt x="343098" y="242070"/>
                </a:lnTo>
                <a:lnTo>
                  <a:pt x="343532" y="242207"/>
                </a:lnTo>
                <a:lnTo>
                  <a:pt x="343962" y="242353"/>
                </a:lnTo>
                <a:lnTo>
                  <a:pt x="344386" y="242509"/>
                </a:lnTo>
                <a:lnTo>
                  <a:pt x="344806" y="242675"/>
                </a:lnTo>
                <a:lnTo>
                  <a:pt x="345221" y="242850"/>
                </a:lnTo>
                <a:lnTo>
                  <a:pt x="345630" y="243034"/>
                </a:lnTo>
                <a:lnTo>
                  <a:pt x="346035" y="243228"/>
                </a:lnTo>
                <a:lnTo>
                  <a:pt x="346434" y="243431"/>
                </a:lnTo>
                <a:lnTo>
                  <a:pt x="346829" y="243644"/>
                </a:lnTo>
                <a:lnTo>
                  <a:pt x="347219" y="243866"/>
                </a:lnTo>
                <a:lnTo>
                  <a:pt x="347602" y="244097"/>
                </a:lnTo>
                <a:lnTo>
                  <a:pt x="347977" y="244334"/>
                </a:lnTo>
                <a:lnTo>
                  <a:pt x="348345" y="244579"/>
                </a:lnTo>
                <a:lnTo>
                  <a:pt x="348705" y="244831"/>
                </a:lnTo>
                <a:lnTo>
                  <a:pt x="349057" y="245091"/>
                </a:lnTo>
                <a:lnTo>
                  <a:pt x="349401" y="245358"/>
                </a:lnTo>
                <a:lnTo>
                  <a:pt x="349737" y="245631"/>
                </a:lnTo>
                <a:lnTo>
                  <a:pt x="350066" y="245913"/>
                </a:lnTo>
                <a:lnTo>
                  <a:pt x="350387" y="246201"/>
                </a:lnTo>
                <a:lnTo>
                  <a:pt x="350700" y="246497"/>
                </a:lnTo>
                <a:lnTo>
                  <a:pt x="351005" y="246799"/>
                </a:lnTo>
                <a:lnTo>
                  <a:pt x="351303" y="247109"/>
                </a:lnTo>
                <a:lnTo>
                  <a:pt x="351593" y="247427"/>
                </a:lnTo>
                <a:lnTo>
                  <a:pt x="351875" y="247751"/>
                </a:lnTo>
                <a:lnTo>
                  <a:pt x="352149" y="248083"/>
                </a:lnTo>
                <a:lnTo>
                  <a:pt x="352415" y="248422"/>
                </a:lnTo>
                <a:lnTo>
                  <a:pt x="352674" y="248768"/>
                </a:lnTo>
                <a:lnTo>
                  <a:pt x="352925" y="249122"/>
                </a:lnTo>
                <a:lnTo>
                  <a:pt x="353168" y="249482"/>
                </a:lnTo>
                <a:lnTo>
                  <a:pt x="353403" y="249850"/>
                </a:lnTo>
                <a:lnTo>
                  <a:pt x="353630" y="250225"/>
                </a:lnTo>
                <a:lnTo>
                  <a:pt x="353850" y="250608"/>
                </a:lnTo>
                <a:lnTo>
                  <a:pt x="354062" y="250997"/>
                </a:lnTo>
                <a:lnTo>
                  <a:pt x="354266" y="251394"/>
                </a:lnTo>
                <a:lnTo>
                  <a:pt x="354475" y="251784"/>
                </a:lnTo>
                <a:lnTo>
                  <a:pt x="354675" y="252178"/>
                </a:lnTo>
                <a:lnTo>
                  <a:pt x="354867" y="252578"/>
                </a:lnTo>
                <a:lnTo>
                  <a:pt x="355049" y="252982"/>
                </a:lnTo>
                <a:lnTo>
                  <a:pt x="355223" y="253392"/>
                </a:lnTo>
                <a:lnTo>
                  <a:pt x="355387" y="253806"/>
                </a:lnTo>
                <a:lnTo>
                  <a:pt x="355543" y="254226"/>
                </a:lnTo>
                <a:lnTo>
                  <a:pt x="355690" y="254651"/>
                </a:lnTo>
                <a:lnTo>
                  <a:pt x="355828" y="255080"/>
                </a:lnTo>
                <a:lnTo>
                  <a:pt x="355957" y="255515"/>
                </a:lnTo>
                <a:lnTo>
                  <a:pt x="356077" y="255955"/>
                </a:lnTo>
                <a:lnTo>
                  <a:pt x="356188" y="256399"/>
                </a:lnTo>
                <a:lnTo>
                  <a:pt x="356290" y="256849"/>
                </a:lnTo>
                <a:lnTo>
                  <a:pt x="356384" y="257304"/>
                </a:lnTo>
                <a:lnTo>
                  <a:pt x="356468" y="257763"/>
                </a:lnTo>
                <a:lnTo>
                  <a:pt x="356544" y="258228"/>
                </a:lnTo>
                <a:lnTo>
                  <a:pt x="356611" y="258697"/>
                </a:lnTo>
                <a:lnTo>
                  <a:pt x="356669" y="259172"/>
                </a:lnTo>
                <a:lnTo>
                  <a:pt x="356718" y="259652"/>
                </a:lnTo>
                <a:lnTo>
                  <a:pt x="356758" y="260137"/>
                </a:lnTo>
                <a:lnTo>
                  <a:pt x="356789" y="260626"/>
                </a:lnTo>
                <a:lnTo>
                  <a:pt x="356811" y="261121"/>
                </a:lnTo>
                <a:lnTo>
                  <a:pt x="356824" y="261621"/>
                </a:lnTo>
                <a:lnTo>
                  <a:pt x="356829" y="262125"/>
                </a:lnTo>
                <a:lnTo>
                  <a:pt x="356829" y="264528"/>
                </a:lnTo>
                <a:lnTo>
                  <a:pt x="315185" y="264528"/>
                </a:lnTo>
                <a:lnTo>
                  <a:pt x="315185" y="263727"/>
                </a:lnTo>
                <a:lnTo>
                  <a:pt x="315189" y="263274"/>
                </a:lnTo>
                <a:lnTo>
                  <a:pt x="315202" y="262822"/>
                </a:lnTo>
                <a:lnTo>
                  <a:pt x="315222" y="262371"/>
                </a:lnTo>
                <a:lnTo>
                  <a:pt x="315252" y="261921"/>
                </a:lnTo>
                <a:close/>
                <a:moveTo>
                  <a:pt x="820834" y="314654"/>
                </a:moveTo>
                <a:lnTo>
                  <a:pt x="821696" y="314581"/>
                </a:lnTo>
                <a:lnTo>
                  <a:pt x="822549" y="314494"/>
                </a:lnTo>
                <a:lnTo>
                  <a:pt x="823390" y="314394"/>
                </a:lnTo>
                <a:lnTo>
                  <a:pt x="824222" y="314280"/>
                </a:lnTo>
                <a:lnTo>
                  <a:pt x="825042" y="314153"/>
                </a:lnTo>
                <a:lnTo>
                  <a:pt x="825852" y="314013"/>
                </a:lnTo>
                <a:lnTo>
                  <a:pt x="826652" y="313860"/>
                </a:lnTo>
                <a:lnTo>
                  <a:pt x="827440" y="313693"/>
                </a:lnTo>
                <a:lnTo>
                  <a:pt x="828219" y="313513"/>
                </a:lnTo>
                <a:lnTo>
                  <a:pt x="828987" y="313319"/>
                </a:lnTo>
                <a:lnTo>
                  <a:pt x="829744" y="313112"/>
                </a:lnTo>
                <a:lnTo>
                  <a:pt x="830490" y="312892"/>
                </a:lnTo>
                <a:lnTo>
                  <a:pt x="831226" y="312659"/>
                </a:lnTo>
                <a:lnTo>
                  <a:pt x="831952" y="312412"/>
                </a:lnTo>
                <a:lnTo>
                  <a:pt x="832667" y="312151"/>
                </a:lnTo>
                <a:lnTo>
                  <a:pt x="833371" y="311878"/>
                </a:lnTo>
                <a:lnTo>
                  <a:pt x="834065" y="311591"/>
                </a:lnTo>
                <a:lnTo>
                  <a:pt x="834748" y="311290"/>
                </a:lnTo>
                <a:lnTo>
                  <a:pt x="835421" y="310977"/>
                </a:lnTo>
                <a:lnTo>
                  <a:pt x="836095" y="310651"/>
                </a:lnTo>
                <a:lnTo>
                  <a:pt x="836757" y="310314"/>
                </a:lnTo>
                <a:lnTo>
                  <a:pt x="837405" y="309966"/>
                </a:lnTo>
                <a:lnTo>
                  <a:pt x="838041" y="309606"/>
                </a:lnTo>
                <a:lnTo>
                  <a:pt x="838665" y="309236"/>
                </a:lnTo>
                <a:lnTo>
                  <a:pt x="839275" y="308855"/>
                </a:lnTo>
                <a:lnTo>
                  <a:pt x="839872" y="308462"/>
                </a:lnTo>
                <a:lnTo>
                  <a:pt x="840457" y="308058"/>
                </a:lnTo>
                <a:lnTo>
                  <a:pt x="841029" y="307643"/>
                </a:lnTo>
                <a:lnTo>
                  <a:pt x="841588" y="307217"/>
                </a:lnTo>
                <a:lnTo>
                  <a:pt x="842135" y="306780"/>
                </a:lnTo>
                <a:lnTo>
                  <a:pt x="842668" y="306332"/>
                </a:lnTo>
                <a:lnTo>
                  <a:pt x="843189" y="305872"/>
                </a:lnTo>
                <a:lnTo>
                  <a:pt x="843697" y="305402"/>
                </a:lnTo>
                <a:lnTo>
                  <a:pt x="844193" y="304920"/>
                </a:lnTo>
                <a:lnTo>
                  <a:pt x="844675" y="304428"/>
                </a:lnTo>
                <a:lnTo>
                  <a:pt x="845145" y="303924"/>
                </a:lnTo>
                <a:lnTo>
                  <a:pt x="845602" y="303409"/>
                </a:lnTo>
                <a:lnTo>
                  <a:pt x="846046" y="302883"/>
                </a:lnTo>
                <a:lnTo>
                  <a:pt x="846477" y="302345"/>
                </a:lnTo>
                <a:lnTo>
                  <a:pt x="846895" y="301797"/>
                </a:lnTo>
                <a:lnTo>
                  <a:pt x="847301" y="301238"/>
                </a:lnTo>
                <a:lnTo>
                  <a:pt x="847694" y="300667"/>
                </a:lnTo>
                <a:lnTo>
                  <a:pt x="848074" y="300085"/>
                </a:lnTo>
                <a:lnTo>
                  <a:pt x="848453" y="299480"/>
                </a:lnTo>
                <a:lnTo>
                  <a:pt x="848816" y="298866"/>
                </a:lnTo>
                <a:lnTo>
                  <a:pt x="849163" y="298243"/>
                </a:lnTo>
                <a:lnTo>
                  <a:pt x="849493" y="297612"/>
                </a:lnTo>
                <a:lnTo>
                  <a:pt x="849808" y="296971"/>
                </a:lnTo>
                <a:lnTo>
                  <a:pt x="850106" y="296321"/>
                </a:lnTo>
                <a:lnTo>
                  <a:pt x="850389" y="295663"/>
                </a:lnTo>
                <a:lnTo>
                  <a:pt x="850655" y="294995"/>
                </a:lnTo>
                <a:lnTo>
                  <a:pt x="850905" y="294319"/>
                </a:lnTo>
                <a:lnTo>
                  <a:pt x="851139" y="293634"/>
                </a:lnTo>
                <a:lnTo>
                  <a:pt x="851356" y="292940"/>
                </a:lnTo>
                <a:lnTo>
                  <a:pt x="851558" y="292237"/>
                </a:lnTo>
                <a:lnTo>
                  <a:pt x="851743" y="291525"/>
                </a:lnTo>
                <a:lnTo>
                  <a:pt x="851913" y="290804"/>
                </a:lnTo>
                <a:lnTo>
                  <a:pt x="852066" y="290075"/>
                </a:lnTo>
                <a:lnTo>
                  <a:pt x="852203" y="289336"/>
                </a:lnTo>
                <a:lnTo>
                  <a:pt x="852324" y="288589"/>
                </a:lnTo>
                <a:lnTo>
                  <a:pt x="852429" y="287832"/>
                </a:lnTo>
                <a:lnTo>
                  <a:pt x="852517" y="287067"/>
                </a:lnTo>
                <a:lnTo>
                  <a:pt x="852590" y="286293"/>
                </a:lnTo>
                <a:lnTo>
                  <a:pt x="852646" y="285510"/>
                </a:lnTo>
                <a:lnTo>
                  <a:pt x="852687" y="284718"/>
                </a:lnTo>
                <a:lnTo>
                  <a:pt x="852711" y="283917"/>
                </a:lnTo>
                <a:lnTo>
                  <a:pt x="852719" y="283107"/>
                </a:lnTo>
                <a:lnTo>
                  <a:pt x="837663" y="283107"/>
                </a:lnTo>
                <a:lnTo>
                  <a:pt x="837654" y="283966"/>
                </a:lnTo>
                <a:lnTo>
                  <a:pt x="837625" y="284805"/>
                </a:lnTo>
                <a:lnTo>
                  <a:pt x="837578" y="285625"/>
                </a:lnTo>
                <a:lnTo>
                  <a:pt x="837512" y="286426"/>
                </a:lnTo>
                <a:lnTo>
                  <a:pt x="837427" y="287209"/>
                </a:lnTo>
                <a:lnTo>
                  <a:pt x="837323" y="287973"/>
                </a:lnTo>
                <a:lnTo>
                  <a:pt x="837200" y="288717"/>
                </a:lnTo>
                <a:lnTo>
                  <a:pt x="837058" y="289443"/>
                </a:lnTo>
                <a:lnTo>
                  <a:pt x="836897" y="290150"/>
                </a:lnTo>
                <a:lnTo>
                  <a:pt x="836718" y="290838"/>
                </a:lnTo>
                <a:lnTo>
                  <a:pt x="836519" y="291507"/>
                </a:lnTo>
                <a:lnTo>
                  <a:pt x="836302" y="292157"/>
                </a:lnTo>
                <a:lnTo>
                  <a:pt x="836065" y="292788"/>
                </a:lnTo>
                <a:lnTo>
                  <a:pt x="835810" y="293400"/>
                </a:lnTo>
                <a:lnTo>
                  <a:pt x="835536" y="293994"/>
                </a:lnTo>
                <a:lnTo>
                  <a:pt x="835243" y="294568"/>
                </a:lnTo>
                <a:lnTo>
                  <a:pt x="834931" y="295124"/>
                </a:lnTo>
                <a:lnTo>
                  <a:pt x="834600" y="295661"/>
                </a:lnTo>
                <a:lnTo>
                  <a:pt x="834250" y="296178"/>
                </a:lnTo>
                <a:lnTo>
                  <a:pt x="833881" y="296677"/>
                </a:lnTo>
                <a:lnTo>
                  <a:pt x="833494" y="297157"/>
                </a:lnTo>
                <a:lnTo>
                  <a:pt x="833087" y="297618"/>
                </a:lnTo>
                <a:lnTo>
                  <a:pt x="832662" y="298060"/>
                </a:lnTo>
                <a:lnTo>
                  <a:pt x="832217" y="298484"/>
                </a:lnTo>
                <a:lnTo>
                  <a:pt x="831768" y="298889"/>
                </a:lnTo>
                <a:lnTo>
                  <a:pt x="831302" y="299277"/>
                </a:lnTo>
                <a:lnTo>
                  <a:pt x="830818" y="299647"/>
                </a:lnTo>
                <a:lnTo>
                  <a:pt x="830318" y="300001"/>
                </a:lnTo>
                <a:lnTo>
                  <a:pt x="829800" y="300337"/>
                </a:lnTo>
                <a:lnTo>
                  <a:pt x="829264" y="300656"/>
                </a:lnTo>
                <a:lnTo>
                  <a:pt x="828712" y="300958"/>
                </a:lnTo>
                <a:lnTo>
                  <a:pt x="828142" y="301242"/>
                </a:lnTo>
                <a:lnTo>
                  <a:pt x="827555" y="301509"/>
                </a:lnTo>
                <a:lnTo>
                  <a:pt x="826951" y="301759"/>
                </a:lnTo>
                <a:lnTo>
                  <a:pt x="826329" y="301992"/>
                </a:lnTo>
                <a:lnTo>
                  <a:pt x="825691" y="302208"/>
                </a:lnTo>
                <a:lnTo>
                  <a:pt x="825035" y="302406"/>
                </a:lnTo>
                <a:lnTo>
                  <a:pt x="824361" y="302587"/>
                </a:lnTo>
                <a:lnTo>
                  <a:pt x="823671" y="302751"/>
                </a:lnTo>
                <a:lnTo>
                  <a:pt x="822963" y="302897"/>
                </a:lnTo>
                <a:lnTo>
                  <a:pt x="822238" y="303026"/>
                </a:lnTo>
                <a:lnTo>
                  <a:pt x="821496" y="303139"/>
                </a:lnTo>
                <a:lnTo>
                  <a:pt x="820737" y="303233"/>
                </a:lnTo>
                <a:lnTo>
                  <a:pt x="819960" y="303311"/>
                </a:lnTo>
                <a:lnTo>
                  <a:pt x="819166" y="303371"/>
                </a:lnTo>
                <a:lnTo>
                  <a:pt x="818355" y="303414"/>
                </a:lnTo>
                <a:lnTo>
                  <a:pt x="817527" y="303440"/>
                </a:lnTo>
                <a:lnTo>
                  <a:pt x="816681" y="303449"/>
                </a:lnTo>
                <a:lnTo>
                  <a:pt x="815912" y="303437"/>
                </a:lnTo>
                <a:lnTo>
                  <a:pt x="815155" y="303403"/>
                </a:lnTo>
                <a:lnTo>
                  <a:pt x="814409" y="303346"/>
                </a:lnTo>
                <a:lnTo>
                  <a:pt x="813673" y="303266"/>
                </a:lnTo>
                <a:lnTo>
                  <a:pt x="812949" y="303164"/>
                </a:lnTo>
                <a:lnTo>
                  <a:pt x="812236" y="303038"/>
                </a:lnTo>
                <a:lnTo>
                  <a:pt x="811535" y="302890"/>
                </a:lnTo>
                <a:lnTo>
                  <a:pt x="810844" y="302719"/>
                </a:lnTo>
                <a:lnTo>
                  <a:pt x="810164" y="302525"/>
                </a:lnTo>
                <a:lnTo>
                  <a:pt x="809496" y="302309"/>
                </a:lnTo>
                <a:lnTo>
                  <a:pt x="808838" y="302069"/>
                </a:lnTo>
                <a:lnTo>
                  <a:pt x="808192" y="301807"/>
                </a:lnTo>
                <a:lnTo>
                  <a:pt x="807557" y="301522"/>
                </a:lnTo>
                <a:lnTo>
                  <a:pt x="806933" y="301214"/>
                </a:lnTo>
                <a:lnTo>
                  <a:pt x="806320" y="300884"/>
                </a:lnTo>
                <a:lnTo>
                  <a:pt x="805718" y="300530"/>
                </a:lnTo>
                <a:lnTo>
                  <a:pt x="805128" y="300154"/>
                </a:lnTo>
                <a:lnTo>
                  <a:pt x="804548" y="299755"/>
                </a:lnTo>
                <a:lnTo>
                  <a:pt x="803980" y="299333"/>
                </a:lnTo>
                <a:lnTo>
                  <a:pt x="803423" y="298888"/>
                </a:lnTo>
                <a:lnTo>
                  <a:pt x="802877" y="298421"/>
                </a:lnTo>
                <a:lnTo>
                  <a:pt x="802342" y="297931"/>
                </a:lnTo>
                <a:lnTo>
                  <a:pt x="801818" y="297418"/>
                </a:lnTo>
                <a:lnTo>
                  <a:pt x="801305" y="296882"/>
                </a:lnTo>
                <a:lnTo>
                  <a:pt x="800808" y="296324"/>
                </a:lnTo>
                <a:lnTo>
                  <a:pt x="800333" y="295745"/>
                </a:lnTo>
                <a:lnTo>
                  <a:pt x="799878" y="295145"/>
                </a:lnTo>
                <a:lnTo>
                  <a:pt x="799445" y="294524"/>
                </a:lnTo>
                <a:lnTo>
                  <a:pt x="799033" y="293882"/>
                </a:lnTo>
                <a:lnTo>
                  <a:pt x="798642" y="293218"/>
                </a:lnTo>
                <a:lnTo>
                  <a:pt x="798272" y="292533"/>
                </a:lnTo>
                <a:lnTo>
                  <a:pt x="797924" y="291828"/>
                </a:lnTo>
                <a:lnTo>
                  <a:pt x="797596" y="291101"/>
                </a:lnTo>
                <a:lnTo>
                  <a:pt x="797290" y="290353"/>
                </a:lnTo>
                <a:lnTo>
                  <a:pt x="797004" y="289584"/>
                </a:lnTo>
                <a:lnTo>
                  <a:pt x="796740" y="288793"/>
                </a:lnTo>
                <a:lnTo>
                  <a:pt x="796497" y="287982"/>
                </a:lnTo>
                <a:lnTo>
                  <a:pt x="796275" y="287149"/>
                </a:lnTo>
                <a:lnTo>
                  <a:pt x="796074" y="286296"/>
                </a:lnTo>
                <a:lnTo>
                  <a:pt x="795895" y="285421"/>
                </a:lnTo>
                <a:lnTo>
                  <a:pt x="795736" y="284525"/>
                </a:lnTo>
                <a:lnTo>
                  <a:pt x="795599" y="283608"/>
                </a:lnTo>
                <a:lnTo>
                  <a:pt x="795483" y="282670"/>
                </a:lnTo>
                <a:lnTo>
                  <a:pt x="795388" y="281710"/>
                </a:lnTo>
                <a:lnTo>
                  <a:pt x="795314" y="280730"/>
                </a:lnTo>
                <a:lnTo>
                  <a:pt x="795261" y="279728"/>
                </a:lnTo>
                <a:lnTo>
                  <a:pt x="795229" y="278706"/>
                </a:lnTo>
                <a:lnTo>
                  <a:pt x="795218" y="277662"/>
                </a:lnTo>
                <a:lnTo>
                  <a:pt x="795218" y="274939"/>
                </a:lnTo>
                <a:lnTo>
                  <a:pt x="852719" y="274939"/>
                </a:lnTo>
                <a:lnTo>
                  <a:pt x="852719" y="264047"/>
                </a:lnTo>
                <a:lnTo>
                  <a:pt x="852711" y="263224"/>
                </a:lnTo>
                <a:lnTo>
                  <a:pt x="852688" y="262408"/>
                </a:lnTo>
                <a:lnTo>
                  <a:pt x="852649" y="261600"/>
                </a:lnTo>
                <a:lnTo>
                  <a:pt x="852595" y="260799"/>
                </a:lnTo>
                <a:lnTo>
                  <a:pt x="852524" y="260007"/>
                </a:lnTo>
                <a:lnTo>
                  <a:pt x="852439" y="259222"/>
                </a:lnTo>
                <a:lnTo>
                  <a:pt x="852338" y="258445"/>
                </a:lnTo>
                <a:lnTo>
                  <a:pt x="852221" y="257676"/>
                </a:lnTo>
                <a:lnTo>
                  <a:pt x="852088" y="256915"/>
                </a:lnTo>
                <a:lnTo>
                  <a:pt x="851940" y="256161"/>
                </a:lnTo>
                <a:lnTo>
                  <a:pt x="851777" y="255415"/>
                </a:lnTo>
                <a:lnTo>
                  <a:pt x="851598" y="254677"/>
                </a:lnTo>
                <a:lnTo>
                  <a:pt x="851403" y="253947"/>
                </a:lnTo>
                <a:lnTo>
                  <a:pt x="851193" y="253225"/>
                </a:lnTo>
                <a:lnTo>
                  <a:pt x="850967" y="252510"/>
                </a:lnTo>
                <a:lnTo>
                  <a:pt x="850726" y="251803"/>
                </a:lnTo>
                <a:lnTo>
                  <a:pt x="850469" y="251104"/>
                </a:lnTo>
                <a:lnTo>
                  <a:pt x="850196" y="250413"/>
                </a:lnTo>
                <a:lnTo>
                  <a:pt x="849908" y="249729"/>
                </a:lnTo>
                <a:lnTo>
                  <a:pt x="849605" y="249054"/>
                </a:lnTo>
                <a:lnTo>
                  <a:pt x="849285" y="248386"/>
                </a:lnTo>
                <a:lnTo>
                  <a:pt x="848951" y="247726"/>
                </a:lnTo>
                <a:lnTo>
                  <a:pt x="848600" y="247073"/>
                </a:lnTo>
                <a:lnTo>
                  <a:pt x="848234" y="246429"/>
                </a:lnTo>
                <a:lnTo>
                  <a:pt x="847868" y="245794"/>
                </a:lnTo>
                <a:lnTo>
                  <a:pt x="847488" y="245170"/>
                </a:lnTo>
                <a:lnTo>
                  <a:pt x="847096" y="244557"/>
                </a:lnTo>
                <a:lnTo>
                  <a:pt x="846690" y="243955"/>
                </a:lnTo>
                <a:lnTo>
                  <a:pt x="846273" y="243364"/>
                </a:lnTo>
                <a:lnTo>
                  <a:pt x="845842" y="242785"/>
                </a:lnTo>
                <a:lnTo>
                  <a:pt x="845398" y="242216"/>
                </a:lnTo>
                <a:lnTo>
                  <a:pt x="844942" y="241659"/>
                </a:lnTo>
                <a:lnTo>
                  <a:pt x="844473" y="241113"/>
                </a:lnTo>
                <a:lnTo>
                  <a:pt x="843991" y="240578"/>
                </a:lnTo>
                <a:lnTo>
                  <a:pt x="843496" y="240054"/>
                </a:lnTo>
                <a:lnTo>
                  <a:pt x="842989" y="239541"/>
                </a:lnTo>
                <a:lnTo>
                  <a:pt x="842469" y="239040"/>
                </a:lnTo>
                <a:lnTo>
                  <a:pt x="841935" y="238549"/>
                </a:lnTo>
                <a:lnTo>
                  <a:pt x="841390" y="238070"/>
                </a:lnTo>
                <a:lnTo>
                  <a:pt x="840831" y="237602"/>
                </a:lnTo>
                <a:lnTo>
                  <a:pt x="840260" y="237144"/>
                </a:lnTo>
                <a:lnTo>
                  <a:pt x="839675" y="236698"/>
                </a:lnTo>
                <a:lnTo>
                  <a:pt x="839078" y="236264"/>
                </a:lnTo>
                <a:lnTo>
                  <a:pt x="838468" y="235840"/>
                </a:lnTo>
                <a:lnTo>
                  <a:pt x="837846" y="235427"/>
                </a:lnTo>
                <a:lnTo>
                  <a:pt x="837211" y="235026"/>
                </a:lnTo>
                <a:lnTo>
                  <a:pt x="836562" y="234635"/>
                </a:lnTo>
                <a:lnTo>
                  <a:pt x="835901" y="234256"/>
                </a:lnTo>
                <a:lnTo>
                  <a:pt x="835242" y="233890"/>
                </a:lnTo>
                <a:lnTo>
                  <a:pt x="834571" y="233540"/>
                </a:lnTo>
                <a:lnTo>
                  <a:pt x="833889" y="233205"/>
                </a:lnTo>
                <a:lnTo>
                  <a:pt x="833196" y="232886"/>
                </a:lnTo>
                <a:lnTo>
                  <a:pt x="832492" y="232582"/>
                </a:lnTo>
                <a:lnTo>
                  <a:pt x="831777" y="232294"/>
                </a:lnTo>
                <a:lnTo>
                  <a:pt x="831051" y="232021"/>
                </a:lnTo>
                <a:lnTo>
                  <a:pt x="830313" y="231764"/>
                </a:lnTo>
                <a:lnTo>
                  <a:pt x="829565" y="231523"/>
                </a:lnTo>
                <a:lnTo>
                  <a:pt x="828805" y="231297"/>
                </a:lnTo>
                <a:lnTo>
                  <a:pt x="828034" y="231087"/>
                </a:lnTo>
                <a:lnTo>
                  <a:pt x="827252" y="230892"/>
                </a:lnTo>
                <a:lnTo>
                  <a:pt x="826459" y="230713"/>
                </a:lnTo>
                <a:lnTo>
                  <a:pt x="825655" y="230550"/>
                </a:lnTo>
                <a:lnTo>
                  <a:pt x="824840" y="230402"/>
                </a:lnTo>
                <a:lnTo>
                  <a:pt x="824013" y="230269"/>
                </a:lnTo>
                <a:lnTo>
                  <a:pt x="823176" y="230153"/>
                </a:lnTo>
                <a:lnTo>
                  <a:pt x="822327" y="230051"/>
                </a:lnTo>
                <a:lnTo>
                  <a:pt x="821467" y="229966"/>
                </a:lnTo>
                <a:lnTo>
                  <a:pt x="820596" y="229896"/>
                </a:lnTo>
                <a:lnTo>
                  <a:pt x="819714" y="229841"/>
                </a:lnTo>
                <a:lnTo>
                  <a:pt x="818821" y="229802"/>
                </a:lnTo>
                <a:lnTo>
                  <a:pt x="817917" y="229779"/>
                </a:lnTo>
                <a:lnTo>
                  <a:pt x="817001" y="229771"/>
                </a:lnTo>
                <a:lnTo>
                  <a:pt x="816019" y="229780"/>
                </a:lnTo>
                <a:lnTo>
                  <a:pt x="815048" y="229807"/>
                </a:lnTo>
                <a:lnTo>
                  <a:pt x="814088" y="229851"/>
                </a:lnTo>
                <a:lnTo>
                  <a:pt x="813140" y="229914"/>
                </a:lnTo>
                <a:lnTo>
                  <a:pt x="812202" y="229994"/>
                </a:lnTo>
                <a:lnTo>
                  <a:pt x="811275" y="230091"/>
                </a:lnTo>
                <a:lnTo>
                  <a:pt x="810360" y="230207"/>
                </a:lnTo>
                <a:lnTo>
                  <a:pt x="809456" y="230341"/>
                </a:lnTo>
                <a:lnTo>
                  <a:pt x="808563" y="230492"/>
                </a:lnTo>
                <a:lnTo>
                  <a:pt x="807680" y="230661"/>
                </a:lnTo>
                <a:lnTo>
                  <a:pt x="806810" y="230848"/>
                </a:lnTo>
                <a:lnTo>
                  <a:pt x="805950" y="231052"/>
                </a:lnTo>
                <a:lnTo>
                  <a:pt x="805101" y="231275"/>
                </a:lnTo>
                <a:lnTo>
                  <a:pt x="804264" y="231515"/>
                </a:lnTo>
                <a:lnTo>
                  <a:pt x="803437" y="231773"/>
                </a:lnTo>
                <a:lnTo>
                  <a:pt x="802622" y="232049"/>
                </a:lnTo>
                <a:lnTo>
                  <a:pt x="801818" y="232343"/>
                </a:lnTo>
                <a:lnTo>
                  <a:pt x="801025" y="232654"/>
                </a:lnTo>
                <a:lnTo>
                  <a:pt x="800243" y="232983"/>
                </a:lnTo>
                <a:lnTo>
                  <a:pt x="799472" y="233330"/>
                </a:lnTo>
                <a:lnTo>
                  <a:pt x="798712" y="233695"/>
                </a:lnTo>
                <a:lnTo>
                  <a:pt x="797964" y="234078"/>
                </a:lnTo>
                <a:lnTo>
                  <a:pt x="797226" y="234478"/>
                </a:lnTo>
                <a:lnTo>
                  <a:pt x="796500" y="234897"/>
                </a:lnTo>
                <a:lnTo>
                  <a:pt x="795786" y="235318"/>
                </a:lnTo>
                <a:lnTo>
                  <a:pt x="795086" y="235753"/>
                </a:lnTo>
                <a:lnTo>
                  <a:pt x="794400" y="236203"/>
                </a:lnTo>
                <a:lnTo>
                  <a:pt x="793728" y="236667"/>
                </a:lnTo>
                <a:lnTo>
                  <a:pt x="793070" y="237146"/>
                </a:lnTo>
                <a:lnTo>
                  <a:pt x="792425" y="237639"/>
                </a:lnTo>
                <a:lnTo>
                  <a:pt x="791795" y="238147"/>
                </a:lnTo>
                <a:lnTo>
                  <a:pt x="791179" y="238669"/>
                </a:lnTo>
                <a:lnTo>
                  <a:pt x="790576" y="239206"/>
                </a:lnTo>
                <a:lnTo>
                  <a:pt x="789987" y="239757"/>
                </a:lnTo>
                <a:lnTo>
                  <a:pt x="789413" y="240323"/>
                </a:lnTo>
                <a:lnTo>
                  <a:pt x="788852" y="240903"/>
                </a:lnTo>
                <a:lnTo>
                  <a:pt x="788305" y="241497"/>
                </a:lnTo>
                <a:lnTo>
                  <a:pt x="787772" y="242106"/>
                </a:lnTo>
                <a:lnTo>
                  <a:pt x="787253" y="242730"/>
                </a:lnTo>
                <a:lnTo>
                  <a:pt x="786747" y="243368"/>
                </a:lnTo>
                <a:lnTo>
                  <a:pt x="786256" y="244020"/>
                </a:lnTo>
                <a:lnTo>
                  <a:pt x="785778" y="244687"/>
                </a:lnTo>
                <a:lnTo>
                  <a:pt x="785315" y="245368"/>
                </a:lnTo>
                <a:lnTo>
                  <a:pt x="784865" y="246064"/>
                </a:lnTo>
                <a:lnTo>
                  <a:pt x="784430" y="246774"/>
                </a:lnTo>
                <a:lnTo>
                  <a:pt x="784008" y="247499"/>
                </a:lnTo>
                <a:lnTo>
                  <a:pt x="783600" y="248238"/>
                </a:lnTo>
                <a:lnTo>
                  <a:pt x="783206" y="248991"/>
                </a:lnTo>
                <a:lnTo>
                  <a:pt x="782827" y="249758"/>
                </a:lnTo>
                <a:lnTo>
                  <a:pt x="782464" y="250536"/>
                </a:lnTo>
                <a:lnTo>
                  <a:pt x="782117" y="251326"/>
                </a:lnTo>
                <a:lnTo>
                  <a:pt x="781787" y="252128"/>
                </a:lnTo>
                <a:lnTo>
                  <a:pt x="781472" y="252941"/>
                </a:lnTo>
                <a:lnTo>
                  <a:pt x="781174" y="253766"/>
                </a:lnTo>
                <a:lnTo>
                  <a:pt x="780891" y="254603"/>
                </a:lnTo>
                <a:lnTo>
                  <a:pt x="780625" y="255452"/>
                </a:lnTo>
                <a:lnTo>
                  <a:pt x="780375" y="256312"/>
                </a:lnTo>
                <a:lnTo>
                  <a:pt x="780141" y="257183"/>
                </a:lnTo>
                <a:lnTo>
                  <a:pt x="779924" y="258067"/>
                </a:lnTo>
                <a:lnTo>
                  <a:pt x="779722" y="258962"/>
                </a:lnTo>
                <a:lnTo>
                  <a:pt x="779537" y="259869"/>
                </a:lnTo>
                <a:lnTo>
                  <a:pt x="779367" y="260787"/>
                </a:lnTo>
                <a:lnTo>
                  <a:pt x="779214" y="261717"/>
                </a:lnTo>
                <a:lnTo>
                  <a:pt x="779077" y="262659"/>
                </a:lnTo>
                <a:lnTo>
                  <a:pt x="778956" y="263613"/>
                </a:lnTo>
                <a:lnTo>
                  <a:pt x="778851" y="264578"/>
                </a:lnTo>
                <a:lnTo>
                  <a:pt x="778762" y="265555"/>
                </a:lnTo>
                <a:lnTo>
                  <a:pt x="778690" y="266543"/>
                </a:lnTo>
                <a:lnTo>
                  <a:pt x="778633" y="267543"/>
                </a:lnTo>
                <a:lnTo>
                  <a:pt x="778593" y="268555"/>
                </a:lnTo>
                <a:lnTo>
                  <a:pt x="778569" y="269579"/>
                </a:lnTo>
                <a:lnTo>
                  <a:pt x="778561" y="270614"/>
                </a:lnTo>
                <a:lnTo>
                  <a:pt x="778561" y="273978"/>
                </a:lnTo>
                <a:lnTo>
                  <a:pt x="778568" y="274974"/>
                </a:lnTo>
                <a:lnTo>
                  <a:pt x="778589" y="275961"/>
                </a:lnTo>
                <a:lnTo>
                  <a:pt x="778623" y="276938"/>
                </a:lnTo>
                <a:lnTo>
                  <a:pt x="778672" y="277906"/>
                </a:lnTo>
                <a:lnTo>
                  <a:pt x="778735" y="278865"/>
                </a:lnTo>
                <a:lnTo>
                  <a:pt x="778811" y="279814"/>
                </a:lnTo>
                <a:lnTo>
                  <a:pt x="778902" y="280753"/>
                </a:lnTo>
                <a:lnTo>
                  <a:pt x="779006" y="281684"/>
                </a:lnTo>
                <a:lnTo>
                  <a:pt x="779124" y="282604"/>
                </a:lnTo>
                <a:lnTo>
                  <a:pt x="779256" y="283516"/>
                </a:lnTo>
                <a:lnTo>
                  <a:pt x="779402" y="284417"/>
                </a:lnTo>
                <a:lnTo>
                  <a:pt x="779562" y="285310"/>
                </a:lnTo>
                <a:lnTo>
                  <a:pt x="779736" y="286193"/>
                </a:lnTo>
                <a:lnTo>
                  <a:pt x="779923" y="287066"/>
                </a:lnTo>
                <a:lnTo>
                  <a:pt x="780125" y="287930"/>
                </a:lnTo>
                <a:lnTo>
                  <a:pt x="780341" y="288784"/>
                </a:lnTo>
                <a:lnTo>
                  <a:pt x="780570" y="289630"/>
                </a:lnTo>
                <a:lnTo>
                  <a:pt x="780813" y="290465"/>
                </a:lnTo>
                <a:lnTo>
                  <a:pt x="781070" y="291291"/>
                </a:lnTo>
                <a:lnTo>
                  <a:pt x="781342" y="292108"/>
                </a:lnTo>
                <a:lnTo>
                  <a:pt x="781627" y="292915"/>
                </a:lnTo>
                <a:lnTo>
                  <a:pt x="781926" y="293713"/>
                </a:lnTo>
                <a:lnTo>
                  <a:pt x="782238" y="294501"/>
                </a:lnTo>
                <a:lnTo>
                  <a:pt x="782565" y="295280"/>
                </a:lnTo>
                <a:lnTo>
                  <a:pt x="782919" y="296047"/>
                </a:lnTo>
                <a:lnTo>
                  <a:pt x="783288" y="296800"/>
                </a:lnTo>
                <a:lnTo>
                  <a:pt x="783671" y="297538"/>
                </a:lnTo>
                <a:lnTo>
                  <a:pt x="784069" y="298261"/>
                </a:lnTo>
                <a:lnTo>
                  <a:pt x="784481" y="298970"/>
                </a:lnTo>
                <a:lnTo>
                  <a:pt x="784908" y="299665"/>
                </a:lnTo>
                <a:lnTo>
                  <a:pt x="785349" y="300345"/>
                </a:lnTo>
                <a:lnTo>
                  <a:pt x="785804" y="301011"/>
                </a:lnTo>
                <a:lnTo>
                  <a:pt x="786274" y="301662"/>
                </a:lnTo>
                <a:lnTo>
                  <a:pt x="786758" y="302299"/>
                </a:lnTo>
                <a:lnTo>
                  <a:pt x="787257" y="302921"/>
                </a:lnTo>
                <a:lnTo>
                  <a:pt x="787771" y="303529"/>
                </a:lnTo>
                <a:lnTo>
                  <a:pt x="788298" y="304122"/>
                </a:lnTo>
                <a:lnTo>
                  <a:pt x="788841" y="304701"/>
                </a:lnTo>
                <a:lnTo>
                  <a:pt x="789397" y="305266"/>
                </a:lnTo>
                <a:lnTo>
                  <a:pt x="789968" y="305816"/>
                </a:lnTo>
                <a:lnTo>
                  <a:pt x="790554" y="306351"/>
                </a:lnTo>
                <a:lnTo>
                  <a:pt x="791154" y="306872"/>
                </a:lnTo>
                <a:lnTo>
                  <a:pt x="791769" y="307379"/>
                </a:lnTo>
                <a:lnTo>
                  <a:pt x="792398" y="307871"/>
                </a:lnTo>
                <a:lnTo>
                  <a:pt x="793041" y="308349"/>
                </a:lnTo>
                <a:lnTo>
                  <a:pt x="793699" y="308812"/>
                </a:lnTo>
                <a:lnTo>
                  <a:pt x="794371" y="309261"/>
                </a:lnTo>
                <a:lnTo>
                  <a:pt x="795058" y="309695"/>
                </a:lnTo>
                <a:lnTo>
                  <a:pt x="795773" y="310114"/>
                </a:lnTo>
                <a:lnTo>
                  <a:pt x="796503" y="310514"/>
                </a:lnTo>
                <a:lnTo>
                  <a:pt x="797248" y="310897"/>
                </a:lnTo>
                <a:lnTo>
                  <a:pt x="798008" y="311262"/>
                </a:lnTo>
                <a:lnTo>
                  <a:pt x="798783" y="311609"/>
                </a:lnTo>
                <a:lnTo>
                  <a:pt x="799573" y="311938"/>
                </a:lnTo>
                <a:lnTo>
                  <a:pt x="800378" y="312249"/>
                </a:lnTo>
                <a:lnTo>
                  <a:pt x="801198" y="312543"/>
                </a:lnTo>
                <a:lnTo>
                  <a:pt x="802033" y="312819"/>
                </a:lnTo>
                <a:lnTo>
                  <a:pt x="802883" y="313077"/>
                </a:lnTo>
                <a:lnTo>
                  <a:pt x="803748" y="313317"/>
                </a:lnTo>
                <a:lnTo>
                  <a:pt x="804628" y="313539"/>
                </a:lnTo>
                <a:lnTo>
                  <a:pt x="805523" y="313744"/>
                </a:lnTo>
                <a:lnTo>
                  <a:pt x="806434" y="313931"/>
                </a:lnTo>
                <a:lnTo>
                  <a:pt x="807359" y="314100"/>
                </a:lnTo>
                <a:lnTo>
                  <a:pt x="808299" y="314251"/>
                </a:lnTo>
                <a:lnTo>
                  <a:pt x="809254" y="314385"/>
                </a:lnTo>
                <a:lnTo>
                  <a:pt x="810224" y="314500"/>
                </a:lnTo>
                <a:lnTo>
                  <a:pt x="811209" y="314598"/>
                </a:lnTo>
                <a:lnTo>
                  <a:pt x="812210" y="314678"/>
                </a:lnTo>
                <a:lnTo>
                  <a:pt x="813225" y="314741"/>
                </a:lnTo>
                <a:lnTo>
                  <a:pt x="814255" y="314785"/>
                </a:lnTo>
                <a:lnTo>
                  <a:pt x="815300" y="314812"/>
                </a:lnTo>
                <a:lnTo>
                  <a:pt x="816361" y="314821"/>
                </a:lnTo>
                <a:lnTo>
                  <a:pt x="817276" y="314814"/>
                </a:lnTo>
                <a:lnTo>
                  <a:pt x="818182" y="314794"/>
                </a:lnTo>
                <a:lnTo>
                  <a:pt x="819076" y="314761"/>
                </a:lnTo>
                <a:lnTo>
                  <a:pt x="819960" y="314714"/>
                </a:lnTo>
                <a:lnTo>
                  <a:pt x="820834" y="314654"/>
                </a:lnTo>
                <a:close/>
                <a:moveTo>
                  <a:pt x="795445" y="261921"/>
                </a:moveTo>
                <a:lnTo>
                  <a:pt x="795483" y="261472"/>
                </a:lnTo>
                <a:lnTo>
                  <a:pt x="795529" y="261024"/>
                </a:lnTo>
                <a:lnTo>
                  <a:pt x="795583" y="260578"/>
                </a:lnTo>
                <a:lnTo>
                  <a:pt x="795646" y="260132"/>
                </a:lnTo>
                <a:lnTo>
                  <a:pt x="795716" y="259688"/>
                </a:lnTo>
                <a:lnTo>
                  <a:pt x="795796" y="259244"/>
                </a:lnTo>
                <a:lnTo>
                  <a:pt x="795883" y="258802"/>
                </a:lnTo>
                <a:lnTo>
                  <a:pt x="795979" y="258361"/>
                </a:lnTo>
                <a:lnTo>
                  <a:pt x="796084" y="257921"/>
                </a:lnTo>
                <a:lnTo>
                  <a:pt x="796196" y="257483"/>
                </a:lnTo>
                <a:lnTo>
                  <a:pt x="796317" y="257045"/>
                </a:lnTo>
                <a:lnTo>
                  <a:pt x="796446" y="256608"/>
                </a:lnTo>
                <a:lnTo>
                  <a:pt x="796584" y="256173"/>
                </a:lnTo>
                <a:lnTo>
                  <a:pt x="796730" y="255739"/>
                </a:lnTo>
                <a:lnTo>
                  <a:pt x="796884" y="255305"/>
                </a:lnTo>
                <a:lnTo>
                  <a:pt x="797047" y="254873"/>
                </a:lnTo>
                <a:lnTo>
                  <a:pt x="797218" y="254442"/>
                </a:lnTo>
                <a:lnTo>
                  <a:pt x="797397" y="254012"/>
                </a:lnTo>
                <a:lnTo>
                  <a:pt x="797585" y="253583"/>
                </a:lnTo>
                <a:lnTo>
                  <a:pt x="797781" y="253156"/>
                </a:lnTo>
                <a:lnTo>
                  <a:pt x="797998" y="252719"/>
                </a:lnTo>
                <a:lnTo>
                  <a:pt x="798223" y="252288"/>
                </a:lnTo>
                <a:lnTo>
                  <a:pt x="798454" y="251864"/>
                </a:lnTo>
                <a:lnTo>
                  <a:pt x="798693" y="251447"/>
                </a:lnTo>
                <a:lnTo>
                  <a:pt x="798939" y="251037"/>
                </a:lnTo>
                <a:lnTo>
                  <a:pt x="799193" y="250633"/>
                </a:lnTo>
                <a:lnTo>
                  <a:pt x="799453" y="250236"/>
                </a:lnTo>
                <a:lnTo>
                  <a:pt x="799721" y="249846"/>
                </a:lnTo>
                <a:lnTo>
                  <a:pt x="799996" y="249462"/>
                </a:lnTo>
                <a:lnTo>
                  <a:pt x="800278" y="249085"/>
                </a:lnTo>
                <a:lnTo>
                  <a:pt x="800568" y="248714"/>
                </a:lnTo>
                <a:lnTo>
                  <a:pt x="800864" y="248351"/>
                </a:lnTo>
                <a:lnTo>
                  <a:pt x="801168" y="247994"/>
                </a:lnTo>
                <a:lnTo>
                  <a:pt x="801479" y="247643"/>
                </a:lnTo>
                <a:lnTo>
                  <a:pt x="801798" y="247300"/>
                </a:lnTo>
                <a:lnTo>
                  <a:pt x="802124" y="246963"/>
                </a:lnTo>
                <a:lnTo>
                  <a:pt x="802456" y="246632"/>
                </a:lnTo>
                <a:lnTo>
                  <a:pt x="802796" y="246309"/>
                </a:lnTo>
                <a:lnTo>
                  <a:pt x="803144" y="245992"/>
                </a:lnTo>
                <a:lnTo>
                  <a:pt x="803498" y="245681"/>
                </a:lnTo>
                <a:lnTo>
                  <a:pt x="803860" y="245378"/>
                </a:lnTo>
                <a:lnTo>
                  <a:pt x="804229" y="245081"/>
                </a:lnTo>
                <a:lnTo>
                  <a:pt x="804605" y="244790"/>
                </a:lnTo>
                <a:lnTo>
                  <a:pt x="804989" y="244507"/>
                </a:lnTo>
                <a:lnTo>
                  <a:pt x="805393" y="244232"/>
                </a:lnTo>
                <a:lnTo>
                  <a:pt x="805804" y="243969"/>
                </a:lnTo>
                <a:lnTo>
                  <a:pt x="806223" y="243718"/>
                </a:lnTo>
                <a:lnTo>
                  <a:pt x="806648" y="243479"/>
                </a:lnTo>
                <a:lnTo>
                  <a:pt x="807081" y="243251"/>
                </a:lnTo>
                <a:lnTo>
                  <a:pt x="807521" y="243035"/>
                </a:lnTo>
                <a:lnTo>
                  <a:pt x="807969" y="242831"/>
                </a:lnTo>
                <a:lnTo>
                  <a:pt x="808423" y="242638"/>
                </a:lnTo>
                <a:lnTo>
                  <a:pt x="808885" y="242457"/>
                </a:lnTo>
                <a:lnTo>
                  <a:pt x="809354" y="242288"/>
                </a:lnTo>
                <a:lnTo>
                  <a:pt x="809831" y="242130"/>
                </a:lnTo>
                <a:lnTo>
                  <a:pt x="810314" y="241984"/>
                </a:lnTo>
                <a:lnTo>
                  <a:pt x="810805" y="241850"/>
                </a:lnTo>
                <a:lnTo>
                  <a:pt x="811303" y="241727"/>
                </a:lnTo>
                <a:lnTo>
                  <a:pt x="811808" y="241616"/>
                </a:lnTo>
                <a:lnTo>
                  <a:pt x="812321" y="241517"/>
                </a:lnTo>
                <a:lnTo>
                  <a:pt x="812841" y="241429"/>
                </a:lnTo>
                <a:lnTo>
                  <a:pt x="813368" y="241353"/>
                </a:lnTo>
                <a:lnTo>
                  <a:pt x="813902" y="241289"/>
                </a:lnTo>
                <a:lnTo>
                  <a:pt x="814443" y="241237"/>
                </a:lnTo>
                <a:lnTo>
                  <a:pt x="814992" y="241196"/>
                </a:lnTo>
                <a:lnTo>
                  <a:pt x="815548" y="241167"/>
                </a:lnTo>
                <a:lnTo>
                  <a:pt x="816111" y="241149"/>
                </a:lnTo>
                <a:lnTo>
                  <a:pt x="816681" y="241143"/>
                </a:lnTo>
                <a:lnTo>
                  <a:pt x="817186" y="241148"/>
                </a:lnTo>
                <a:lnTo>
                  <a:pt x="817685" y="241162"/>
                </a:lnTo>
                <a:lnTo>
                  <a:pt x="818180" y="241186"/>
                </a:lnTo>
                <a:lnTo>
                  <a:pt x="818670" y="241219"/>
                </a:lnTo>
                <a:lnTo>
                  <a:pt x="819155" y="241261"/>
                </a:lnTo>
                <a:lnTo>
                  <a:pt x="819634" y="241313"/>
                </a:lnTo>
                <a:lnTo>
                  <a:pt x="820109" y="241375"/>
                </a:lnTo>
                <a:lnTo>
                  <a:pt x="820579" y="241446"/>
                </a:lnTo>
                <a:lnTo>
                  <a:pt x="821043" y="241526"/>
                </a:lnTo>
                <a:lnTo>
                  <a:pt x="821503" y="241616"/>
                </a:lnTo>
                <a:lnTo>
                  <a:pt x="821957" y="241715"/>
                </a:lnTo>
                <a:lnTo>
                  <a:pt x="822407" y="241824"/>
                </a:lnTo>
                <a:lnTo>
                  <a:pt x="822852" y="241942"/>
                </a:lnTo>
                <a:lnTo>
                  <a:pt x="823291" y="242070"/>
                </a:lnTo>
                <a:lnTo>
                  <a:pt x="823726" y="242207"/>
                </a:lnTo>
                <a:lnTo>
                  <a:pt x="824156" y="242353"/>
                </a:lnTo>
                <a:lnTo>
                  <a:pt x="824580" y="242509"/>
                </a:lnTo>
                <a:lnTo>
                  <a:pt x="825000" y="242675"/>
                </a:lnTo>
                <a:lnTo>
                  <a:pt x="825414" y="242850"/>
                </a:lnTo>
                <a:lnTo>
                  <a:pt x="825824" y="243034"/>
                </a:lnTo>
                <a:lnTo>
                  <a:pt x="826229" y="243228"/>
                </a:lnTo>
                <a:lnTo>
                  <a:pt x="826628" y="243431"/>
                </a:lnTo>
                <a:lnTo>
                  <a:pt x="827023" y="243644"/>
                </a:lnTo>
                <a:lnTo>
                  <a:pt x="827412" y="243866"/>
                </a:lnTo>
                <a:lnTo>
                  <a:pt x="827796" y="244097"/>
                </a:lnTo>
                <a:lnTo>
                  <a:pt x="828171" y="244334"/>
                </a:lnTo>
                <a:lnTo>
                  <a:pt x="828539" y="244579"/>
                </a:lnTo>
                <a:lnTo>
                  <a:pt x="828898" y="244831"/>
                </a:lnTo>
                <a:lnTo>
                  <a:pt x="829250" y="245091"/>
                </a:lnTo>
                <a:lnTo>
                  <a:pt x="829595" y="245358"/>
                </a:lnTo>
                <a:lnTo>
                  <a:pt x="829931" y="245631"/>
                </a:lnTo>
                <a:lnTo>
                  <a:pt x="830260" y="245913"/>
                </a:lnTo>
                <a:lnTo>
                  <a:pt x="830581" y="246201"/>
                </a:lnTo>
                <a:lnTo>
                  <a:pt x="830894" y="246497"/>
                </a:lnTo>
                <a:lnTo>
                  <a:pt x="831199" y="246799"/>
                </a:lnTo>
                <a:lnTo>
                  <a:pt x="831497" y="247109"/>
                </a:lnTo>
                <a:lnTo>
                  <a:pt x="831786" y="247427"/>
                </a:lnTo>
                <a:lnTo>
                  <a:pt x="832068" y="247751"/>
                </a:lnTo>
                <a:lnTo>
                  <a:pt x="832343" y="248083"/>
                </a:lnTo>
                <a:lnTo>
                  <a:pt x="832609" y="248422"/>
                </a:lnTo>
                <a:lnTo>
                  <a:pt x="832868" y="248768"/>
                </a:lnTo>
                <a:lnTo>
                  <a:pt x="833118" y="249122"/>
                </a:lnTo>
                <a:lnTo>
                  <a:pt x="833361" y="249482"/>
                </a:lnTo>
                <a:lnTo>
                  <a:pt x="833597" y="249850"/>
                </a:lnTo>
                <a:lnTo>
                  <a:pt x="833824" y="250225"/>
                </a:lnTo>
                <a:lnTo>
                  <a:pt x="834044" y="250608"/>
                </a:lnTo>
                <a:lnTo>
                  <a:pt x="834256" y="250997"/>
                </a:lnTo>
                <a:lnTo>
                  <a:pt x="834460" y="251394"/>
                </a:lnTo>
                <a:lnTo>
                  <a:pt x="834669" y="251784"/>
                </a:lnTo>
                <a:lnTo>
                  <a:pt x="834869" y="252178"/>
                </a:lnTo>
                <a:lnTo>
                  <a:pt x="835060" y="252578"/>
                </a:lnTo>
                <a:lnTo>
                  <a:pt x="835243" y="252982"/>
                </a:lnTo>
                <a:lnTo>
                  <a:pt x="835416" y="253392"/>
                </a:lnTo>
                <a:lnTo>
                  <a:pt x="835581" y="253806"/>
                </a:lnTo>
                <a:lnTo>
                  <a:pt x="835737" y="254226"/>
                </a:lnTo>
                <a:lnTo>
                  <a:pt x="835884" y="254651"/>
                </a:lnTo>
                <a:lnTo>
                  <a:pt x="836021" y="255080"/>
                </a:lnTo>
                <a:lnTo>
                  <a:pt x="836150" y="255515"/>
                </a:lnTo>
                <a:lnTo>
                  <a:pt x="836271" y="255955"/>
                </a:lnTo>
                <a:lnTo>
                  <a:pt x="836382" y="256399"/>
                </a:lnTo>
                <a:lnTo>
                  <a:pt x="836484" y="256849"/>
                </a:lnTo>
                <a:lnTo>
                  <a:pt x="836578" y="257304"/>
                </a:lnTo>
                <a:lnTo>
                  <a:pt x="836662" y="257763"/>
                </a:lnTo>
                <a:lnTo>
                  <a:pt x="836738" y="258228"/>
                </a:lnTo>
                <a:lnTo>
                  <a:pt x="836805" y="258697"/>
                </a:lnTo>
                <a:lnTo>
                  <a:pt x="836862" y="259172"/>
                </a:lnTo>
                <a:lnTo>
                  <a:pt x="836911" y="259652"/>
                </a:lnTo>
                <a:lnTo>
                  <a:pt x="836951" y="260137"/>
                </a:lnTo>
                <a:lnTo>
                  <a:pt x="836982" y="260626"/>
                </a:lnTo>
                <a:lnTo>
                  <a:pt x="837005" y="261121"/>
                </a:lnTo>
                <a:lnTo>
                  <a:pt x="837018" y="261621"/>
                </a:lnTo>
                <a:lnTo>
                  <a:pt x="837023" y="262125"/>
                </a:lnTo>
                <a:lnTo>
                  <a:pt x="837023" y="264528"/>
                </a:lnTo>
                <a:lnTo>
                  <a:pt x="795379" y="264528"/>
                </a:lnTo>
                <a:lnTo>
                  <a:pt x="795379" y="263727"/>
                </a:lnTo>
                <a:lnTo>
                  <a:pt x="795383" y="263274"/>
                </a:lnTo>
                <a:lnTo>
                  <a:pt x="795395" y="262822"/>
                </a:lnTo>
                <a:lnTo>
                  <a:pt x="795416" y="262371"/>
                </a:lnTo>
                <a:lnTo>
                  <a:pt x="795445" y="261921"/>
                </a:lnTo>
                <a:close/>
                <a:moveTo>
                  <a:pt x="139589" y="314751"/>
                </a:moveTo>
                <a:lnTo>
                  <a:pt x="140085" y="314721"/>
                </a:lnTo>
                <a:lnTo>
                  <a:pt x="140577" y="314685"/>
                </a:lnTo>
                <a:lnTo>
                  <a:pt x="141064" y="314643"/>
                </a:lnTo>
                <a:lnTo>
                  <a:pt x="141547" y="314596"/>
                </a:lnTo>
                <a:lnTo>
                  <a:pt x="142025" y="314543"/>
                </a:lnTo>
                <a:lnTo>
                  <a:pt x="142499" y="314484"/>
                </a:lnTo>
                <a:lnTo>
                  <a:pt x="142968" y="314420"/>
                </a:lnTo>
                <a:lnTo>
                  <a:pt x="143433" y="314351"/>
                </a:lnTo>
                <a:lnTo>
                  <a:pt x="143894" y="314276"/>
                </a:lnTo>
                <a:lnTo>
                  <a:pt x="144350" y="314195"/>
                </a:lnTo>
                <a:lnTo>
                  <a:pt x="144801" y="314109"/>
                </a:lnTo>
                <a:lnTo>
                  <a:pt x="145248" y="314017"/>
                </a:lnTo>
                <a:lnTo>
                  <a:pt x="145691" y="313920"/>
                </a:lnTo>
                <a:lnTo>
                  <a:pt x="146129" y="313817"/>
                </a:lnTo>
                <a:lnTo>
                  <a:pt x="146563" y="313709"/>
                </a:lnTo>
                <a:lnTo>
                  <a:pt x="146992" y="313595"/>
                </a:lnTo>
                <a:lnTo>
                  <a:pt x="147417" y="313475"/>
                </a:lnTo>
                <a:lnTo>
                  <a:pt x="147838" y="313350"/>
                </a:lnTo>
                <a:lnTo>
                  <a:pt x="148254" y="313219"/>
                </a:lnTo>
                <a:lnTo>
                  <a:pt x="148665" y="313097"/>
                </a:lnTo>
                <a:lnTo>
                  <a:pt x="149072" y="312969"/>
                </a:lnTo>
                <a:lnTo>
                  <a:pt x="149475" y="312836"/>
                </a:lnTo>
                <a:lnTo>
                  <a:pt x="149873" y="312699"/>
                </a:lnTo>
                <a:lnTo>
                  <a:pt x="150267" y="312556"/>
                </a:lnTo>
                <a:lnTo>
                  <a:pt x="150656" y="312408"/>
                </a:lnTo>
                <a:lnTo>
                  <a:pt x="151041" y="312256"/>
                </a:lnTo>
                <a:lnTo>
                  <a:pt x="151422" y="312098"/>
                </a:lnTo>
                <a:lnTo>
                  <a:pt x="151798" y="311935"/>
                </a:lnTo>
                <a:lnTo>
                  <a:pt x="152169" y="311768"/>
                </a:lnTo>
                <a:lnTo>
                  <a:pt x="152536" y="311595"/>
                </a:lnTo>
                <a:lnTo>
                  <a:pt x="152899" y="311417"/>
                </a:lnTo>
                <a:lnTo>
                  <a:pt x="153257" y="311235"/>
                </a:lnTo>
                <a:lnTo>
                  <a:pt x="153611" y="311047"/>
                </a:lnTo>
                <a:lnTo>
                  <a:pt x="153960" y="310854"/>
                </a:lnTo>
                <a:lnTo>
                  <a:pt x="154305" y="310656"/>
                </a:lnTo>
                <a:lnTo>
                  <a:pt x="154645" y="310454"/>
                </a:lnTo>
                <a:lnTo>
                  <a:pt x="154981" y="310246"/>
                </a:lnTo>
                <a:lnTo>
                  <a:pt x="155312" y="310033"/>
                </a:lnTo>
                <a:lnTo>
                  <a:pt x="155639" y="309816"/>
                </a:lnTo>
                <a:lnTo>
                  <a:pt x="155962" y="309593"/>
                </a:lnTo>
                <a:lnTo>
                  <a:pt x="156280" y="309365"/>
                </a:lnTo>
                <a:lnTo>
                  <a:pt x="156594" y="309132"/>
                </a:lnTo>
                <a:lnTo>
                  <a:pt x="156903" y="308895"/>
                </a:lnTo>
                <a:lnTo>
                  <a:pt x="157208" y="308639"/>
                </a:lnTo>
                <a:lnTo>
                  <a:pt x="157508" y="308378"/>
                </a:lnTo>
                <a:lnTo>
                  <a:pt x="157804" y="308114"/>
                </a:lnTo>
                <a:lnTo>
                  <a:pt x="158095" y="307845"/>
                </a:lnTo>
                <a:lnTo>
                  <a:pt x="158382" y="307571"/>
                </a:lnTo>
                <a:lnTo>
                  <a:pt x="158665" y="307293"/>
                </a:lnTo>
                <a:lnTo>
                  <a:pt x="158943" y="307010"/>
                </a:lnTo>
                <a:lnTo>
                  <a:pt x="159216" y="306723"/>
                </a:lnTo>
                <a:lnTo>
                  <a:pt x="159486" y="306432"/>
                </a:lnTo>
                <a:lnTo>
                  <a:pt x="159750" y="306136"/>
                </a:lnTo>
                <a:lnTo>
                  <a:pt x="160011" y="305836"/>
                </a:lnTo>
                <a:lnTo>
                  <a:pt x="160266" y="305531"/>
                </a:lnTo>
                <a:lnTo>
                  <a:pt x="160518" y="305222"/>
                </a:lnTo>
                <a:lnTo>
                  <a:pt x="160765" y="304908"/>
                </a:lnTo>
                <a:lnTo>
                  <a:pt x="161007" y="304590"/>
                </a:lnTo>
                <a:lnTo>
                  <a:pt x="161245" y="304267"/>
                </a:lnTo>
                <a:lnTo>
                  <a:pt x="161479" y="303940"/>
                </a:lnTo>
                <a:lnTo>
                  <a:pt x="161708" y="303609"/>
                </a:lnTo>
                <a:lnTo>
                  <a:pt x="161933" y="303273"/>
                </a:lnTo>
                <a:lnTo>
                  <a:pt x="162153" y="302933"/>
                </a:lnTo>
                <a:lnTo>
                  <a:pt x="162369" y="302588"/>
                </a:lnTo>
                <a:lnTo>
                  <a:pt x="162580" y="302239"/>
                </a:lnTo>
                <a:lnTo>
                  <a:pt x="162787" y="301885"/>
                </a:lnTo>
                <a:lnTo>
                  <a:pt x="162989" y="301527"/>
                </a:lnTo>
                <a:lnTo>
                  <a:pt x="163017" y="301846"/>
                </a:lnTo>
                <a:lnTo>
                  <a:pt x="163047" y="302162"/>
                </a:lnTo>
                <a:lnTo>
                  <a:pt x="163079" y="302475"/>
                </a:lnTo>
                <a:lnTo>
                  <a:pt x="163114" y="302786"/>
                </a:lnTo>
                <a:lnTo>
                  <a:pt x="163151" y="303094"/>
                </a:lnTo>
                <a:lnTo>
                  <a:pt x="163190" y="303399"/>
                </a:lnTo>
                <a:lnTo>
                  <a:pt x="163231" y="303701"/>
                </a:lnTo>
                <a:lnTo>
                  <a:pt x="163274" y="304001"/>
                </a:lnTo>
                <a:lnTo>
                  <a:pt x="163320" y="304297"/>
                </a:lnTo>
                <a:lnTo>
                  <a:pt x="163368" y="304591"/>
                </a:lnTo>
                <a:lnTo>
                  <a:pt x="163418" y="304882"/>
                </a:lnTo>
                <a:lnTo>
                  <a:pt x="163470" y="305171"/>
                </a:lnTo>
                <a:lnTo>
                  <a:pt x="163524" y="305456"/>
                </a:lnTo>
                <a:lnTo>
                  <a:pt x="163581" y="305739"/>
                </a:lnTo>
                <a:lnTo>
                  <a:pt x="163640" y="306019"/>
                </a:lnTo>
                <a:lnTo>
                  <a:pt x="163701" y="306296"/>
                </a:lnTo>
                <a:lnTo>
                  <a:pt x="163765" y="306571"/>
                </a:lnTo>
                <a:lnTo>
                  <a:pt x="163830" y="306842"/>
                </a:lnTo>
                <a:lnTo>
                  <a:pt x="163898" y="307111"/>
                </a:lnTo>
                <a:lnTo>
                  <a:pt x="163968" y="307377"/>
                </a:lnTo>
                <a:lnTo>
                  <a:pt x="164040" y="307641"/>
                </a:lnTo>
                <a:lnTo>
                  <a:pt x="164115" y="307901"/>
                </a:lnTo>
                <a:lnTo>
                  <a:pt x="164192" y="308159"/>
                </a:lnTo>
                <a:lnTo>
                  <a:pt x="164271" y="308414"/>
                </a:lnTo>
                <a:lnTo>
                  <a:pt x="164367" y="308665"/>
                </a:lnTo>
                <a:lnTo>
                  <a:pt x="164470" y="308912"/>
                </a:lnTo>
                <a:lnTo>
                  <a:pt x="164579" y="309155"/>
                </a:lnTo>
                <a:lnTo>
                  <a:pt x="164693" y="309393"/>
                </a:lnTo>
                <a:lnTo>
                  <a:pt x="164814" y="309626"/>
                </a:lnTo>
                <a:lnTo>
                  <a:pt x="164941" y="309856"/>
                </a:lnTo>
                <a:lnTo>
                  <a:pt x="165075" y="310080"/>
                </a:lnTo>
                <a:lnTo>
                  <a:pt x="165214" y="310300"/>
                </a:lnTo>
                <a:lnTo>
                  <a:pt x="165359" y="310516"/>
                </a:lnTo>
                <a:lnTo>
                  <a:pt x="165511" y="310728"/>
                </a:lnTo>
                <a:lnTo>
                  <a:pt x="165669" y="310934"/>
                </a:lnTo>
                <a:lnTo>
                  <a:pt x="165832" y="311137"/>
                </a:lnTo>
                <a:lnTo>
                  <a:pt x="166002" y="311335"/>
                </a:lnTo>
                <a:lnTo>
                  <a:pt x="166178" y="311528"/>
                </a:lnTo>
                <a:lnTo>
                  <a:pt x="166360" y="311718"/>
                </a:lnTo>
                <a:lnTo>
                  <a:pt x="166549" y="311902"/>
                </a:lnTo>
                <a:lnTo>
                  <a:pt x="166743" y="312082"/>
                </a:lnTo>
                <a:lnTo>
                  <a:pt x="166944" y="312258"/>
                </a:lnTo>
                <a:lnTo>
                  <a:pt x="167150" y="312429"/>
                </a:lnTo>
                <a:lnTo>
                  <a:pt x="167363" y="312596"/>
                </a:lnTo>
                <a:lnTo>
                  <a:pt x="167582" y="312759"/>
                </a:lnTo>
                <a:lnTo>
                  <a:pt x="167807" y="312917"/>
                </a:lnTo>
                <a:lnTo>
                  <a:pt x="168038" y="313070"/>
                </a:lnTo>
                <a:lnTo>
                  <a:pt x="168275" y="313219"/>
                </a:lnTo>
                <a:lnTo>
                  <a:pt x="168533" y="313350"/>
                </a:lnTo>
                <a:lnTo>
                  <a:pt x="168801" y="313475"/>
                </a:lnTo>
                <a:lnTo>
                  <a:pt x="169078" y="313595"/>
                </a:lnTo>
                <a:lnTo>
                  <a:pt x="169365" y="313709"/>
                </a:lnTo>
                <a:lnTo>
                  <a:pt x="169661" y="313817"/>
                </a:lnTo>
                <a:lnTo>
                  <a:pt x="169967" y="313920"/>
                </a:lnTo>
                <a:lnTo>
                  <a:pt x="170282" y="314017"/>
                </a:lnTo>
                <a:lnTo>
                  <a:pt x="170606" y="314109"/>
                </a:lnTo>
                <a:lnTo>
                  <a:pt x="170940" y="314195"/>
                </a:lnTo>
                <a:lnTo>
                  <a:pt x="171284" y="314276"/>
                </a:lnTo>
                <a:lnTo>
                  <a:pt x="171637" y="314351"/>
                </a:lnTo>
                <a:lnTo>
                  <a:pt x="171999" y="314420"/>
                </a:lnTo>
                <a:lnTo>
                  <a:pt x="172371" y="314484"/>
                </a:lnTo>
                <a:lnTo>
                  <a:pt x="172752" y="314543"/>
                </a:lnTo>
                <a:lnTo>
                  <a:pt x="173143" y="314596"/>
                </a:lnTo>
                <a:lnTo>
                  <a:pt x="173543" y="314643"/>
                </a:lnTo>
                <a:lnTo>
                  <a:pt x="173952" y="314685"/>
                </a:lnTo>
                <a:lnTo>
                  <a:pt x="174371" y="314721"/>
                </a:lnTo>
                <a:lnTo>
                  <a:pt x="174800" y="314751"/>
                </a:lnTo>
                <a:lnTo>
                  <a:pt x="175238" y="314776"/>
                </a:lnTo>
                <a:lnTo>
                  <a:pt x="175685" y="314796"/>
                </a:lnTo>
                <a:lnTo>
                  <a:pt x="176142" y="314810"/>
                </a:lnTo>
                <a:lnTo>
                  <a:pt x="176608" y="314818"/>
                </a:lnTo>
                <a:lnTo>
                  <a:pt x="177084" y="314821"/>
                </a:lnTo>
                <a:lnTo>
                  <a:pt x="177351" y="314819"/>
                </a:lnTo>
                <a:lnTo>
                  <a:pt x="177617" y="314815"/>
                </a:lnTo>
                <a:lnTo>
                  <a:pt x="177883" y="314808"/>
                </a:lnTo>
                <a:lnTo>
                  <a:pt x="178148" y="314799"/>
                </a:lnTo>
                <a:lnTo>
                  <a:pt x="178412" y="314786"/>
                </a:lnTo>
                <a:lnTo>
                  <a:pt x="178676" y="314771"/>
                </a:lnTo>
                <a:lnTo>
                  <a:pt x="178939" y="314753"/>
                </a:lnTo>
                <a:lnTo>
                  <a:pt x="179202" y="314732"/>
                </a:lnTo>
                <a:lnTo>
                  <a:pt x="179464" y="314708"/>
                </a:lnTo>
                <a:lnTo>
                  <a:pt x="179726" y="314682"/>
                </a:lnTo>
                <a:lnTo>
                  <a:pt x="179987" y="314653"/>
                </a:lnTo>
                <a:lnTo>
                  <a:pt x="180248" y="314621"/>
                </a:lnTo>
                <a:lnTo>
                  <a:pt x="180508" y="314586"/>
                </a:lnTo>
                <a:lnTo>
                  <a:pt x="180767" y="314548"/>
                </a:lnTo>
                <a:lnTo>
                  <a:pt x="181026" y="314508"/>
                </a:lnTo>
                <a:lnTo>
                  <a:pt x="181284" y="314465"/>
                </a:lnTo>
                <a:lnTo>
                  <a:pt x="181542" y="314419"/>
                </a:lnTo>
                <a:lnTo>
                  <a:pt x="181799" y="314370"/>
                </a:lnTo>
                <a:lnTo>
                  <a:pt x="182056" y="314319"/>
                </a:lnTo>
                <a:lnTo>
                  <a:pt x="182312" y="314265"/>
                </a:lnTo>
                <a:lnTo>
                  <a:pt x="182567" y="314208"/>
                </a:lnTo>
                <a:lnTo>
                  <a:pt x="182822" y="314148"/>
                </a:lnTo>
                <a:lnTo>
                  <a:pt x="183077" y="314085"/>
                </a:lnTo>
                <a:lnTo>
                  <a:pt x="183331" y="314020"/>
                </a:lnTo>
                <a:lnTo>
                  <a:pt x="183596" y="313952"/>
                </a:lnTo>
                <a:lnTo>
                  <a:pt x="183857" y="313882"/>
                </a:lnTo>
                <a:lnTo>
                  <a:pt x="184114" y="313810"/>
                </a:lnTo>
                <a:lnTo>
                  <a:pt x="184367" y="313735"/>
                </a:lnTo>
                <a:lnTo>
                  <a:pt x="184617" y="313658"/>
                </a:lnTo>
                <a:lnTo>
                  <a:pt x="184862" y="313580"/>
                </a:lnTo>
                <a:lnTo>
                  <a:pt x="185104" y="313498"/>
                </a:lnTo>
                <a:lnTo>
                  <a:pt x="185342" y="313415"/>
                </a:lnTo>
                <a:lnTo>
                  <a:pt x="185576" y="313329"/>
                </a:lnTo>
                <a:lnTo>
                  <a:pt x="185806" y="313241"/>
                </a:lnTo>
                <a:lnTo>
                  <a:pt x="186032" y="313151"/>
                </a:lnTo>
                <a:lnTo>
                  <a:pt x="186254" y="313059"/>
                </a:lnTo>
                <a:lnTo>
                  <a:pt x="186472" y="312964"/>
                </a:lnTo>
                <a:lnTo>
                  <a:pt x="186687" y="312868"/>
                </a:lnTo>
                <a:lnTo>
                  <a:pt x="186897" y="312769"/>
                </a:lnTo>
                <a:lnTo>
                  <a:pt x="187104" y="312667"/>
                </a:lnTo>
                <a:lnTo>
                  <a:pt x="187306" y="312564"/>
                </a:lnTo>
                <a:lnTo>
                  <a:pt x="187505" y="312458"/>
                </a:lnTo>
                <a:lnTo>
                  <a:pt x="187700" y="312350"/>
                </a:lnTo>
                <a:lnTo>
                  <a:pt x="187891" y="312240"/>
                </a:lnTo>
                <a:lnTo>
                  <a:pt x="188078" y="312128"/>
                </a:lnTo>
                <a:lnTo>
                  <a:pt x="188262" y="312013"/>
                </a:lnTo>
                <a:lnTo>
                  <a:pt x="188441" y="311897"/>
                </a:lnTo>
                <a:lnTo>
                  <a:pt x="188616" y="311778"/>
                </a:lnTo>
                <a:lnTo>
                  <a:pt x="188616" y="301367"/>
                </a:lnTo>
                <a:lnTo>
                  <a:pt x="188470" y="301472"/>
                </a:lnTo>
                <a:lnTo>
                  <a:pt x="188324" y="301574"/>
                </a:lnTo>
                <a:lnTo>
                  <a:pt x="188178" y="301672"/>
                </a:lnTo>
                <a:lnTo>
                  <a:pt x="188034" y="301767"/>
                </a:lnTo>
                <a:lnTo>
                  <a:pt x="187889" y="301859"/>
                </a:lnTo>
                <a:lnTo>
                  <a:pt x="187745" y="301947"/>
                </a:lnTo>
                <a:lnTo>
                  <a:pt x="187602" y="302032"/>
                </a:lnTo>
                <a:lnTo>
                  <a:pt x="187460" y="302114"/>
                </a:lnTo>
                <a:lnTo>
                  <a:pt x="187318" y="302193"/>
                </a:lnTo>
                <a:lnTo>
                  <a:pt x="187176" y="302268"/>
                </a:lnTo>
                <a:lnTo>
                  <a:pt x="187035" y="302339"/>
                </a:lnTo>
                <a:lnTo>
                  <a:pt x="186895" y="302408"/>
                </a:lnTo>
                <a:lnTo>
                  <a:pt x="186755" y="302473"/>
                </a:lnTo>
                <a:lnTo>
                  <a:pt x="186615" y="302535"/>
                </a:lnTo>
                <a:lnTo>
                  <a:pt x="186477" y="302593"/>
                </a:lnTo>
                <a:lnTo>
                  <a:pt x="186338" y="302648"/>
                </a:lnTo>
                <a:lnTo>
                  <a:pt x="186201" y="302700"/>
                </a:lnTo>
                <a:lnTo>
                  <a:pt x="186064" y="302748"/>
                </a:lnTo>
                <a:lnTo>
                  <a:pt x="185927" y="302793"/>
                </a:lnTo>
                <a:lnTo>
                  <a:pt x="185791" y="302835"/>
                </a:lnTo>
                <a:lnTo>
                  <a:pt x="185656" y="302873"/>
                </a:lnTo>
                <a:lnTo>
                  <a:pt x="185521" y="302908"/>
                </a:lnTo>
                <a:lnTo>
                  <a:pt x="185387" y="302940"/>
                </a:lnTo>
                <a:lnTo>
                  <a:pt x="185253" y="302968"/>
                </a:lnTo>
                <a:lnTo>
                  <a:pt x="185119" y="302994"/>
                </a:lnTo>
                <a:lnTo>
                  <a:pt x="184986" y="303019"/>
                </a:lnTo>
                <a:lnTo>
                  <a:pt x="184852" y="303043"/>
                </a:lnTo>
                <a:lnTo>
                  <a:pt x="184719" y="303066"/>
                </a:lnTo>
                <a:lnTo>
                  <a:pt x="184585" y="303088"/>
                </a:lnTo>
                <a:lnTo>
                  <a:pt x="184452" y="303108"/>
                </a:lnTo>
                <a:lnTo>
                  <a:pt x="184319" y="303128"/>
                </a:lnTo>
                <a:lnTo>
                  <a:pt x="184185" y="303146"/>
                </a:lnTo>
                <a:lnTo>
                  <a:pt x="184052" y="303164"/>
                </a:lnTo>
                <a:lnTo>
                  <a:pt x="183918" y="303180"/>
                </a:lnTo>
                <a:lnTo>
                  <a:pt x="183785" y="303195"/>
                </a:lnTo>
                <a:lnTo>
                  <a:pt x="183651" y="303209"/>
                </a:lnTo>
                <a:lnTo>
                  <a:pt x="183518" y="303221"/>
                </a:lnTo>
                <a:lnTo>
                  <a:pt x="183384" y="303233"/>
                </a:lnTo>
                <a:lnTo>
                  <a:pt x="183251" y="303244"/>
                </a:lnTo>
                <a:lnTo>
                  <a:pt x="183117" y="303253"/>
                </a:lnTo>
                <a:lnTo>
                  <a:pt x="182984" y="303261"/>
                </a:lnTo>
                <a:lnTo>
                  <a:pt x="182850" y="303269"/>
                </a:lnTo>
                <a:lnTo>
                  <a:pt x="182717" y="303275"/>
                </a:lnTo>
                <a:lnTo>
                  <a:pt x="182583" y="303280"/>
                </a:lnTo>
                <a:lnTo>
                  <a:pt x="182450" y="303284"/>
                </a:lnTo>
                <a:lnTo>
                  <a:pt x="182316" y="303286"/>
                </a:lnTo>
                <a:lnTo>
                  <a:pt x="182183" y="303288"/>
                </a:lnTo>
                <a:lnTo>
                  <a:pt x="182049" y="303289"/>
                </a:lnTo>
                <a:lnTo>
                  <a:pt x="181865" y="303287"/>
                </a:lnTo>
                <a:lnTo>
                  <a:pt x="181684" y="303281"/>
                </a:lnTo>
                <a:lnTo>
                  <a:pt x="181506" y="303271"/>
                </a:lnTo>
                <a:lnTo>
                  <a:pt x="181333" y="303258"/>
                </a:lnTo>
                <a:lnTo>
                  <a:pt x="181164" y="303240"/>
                </a:lnTo>
                <a:lnTo>
                  <a:pt x="180998" y="303219"/>
                </a:lnTo>
                <a:lnTo>
                  <a:pt x="180837" y="303193"/>
                </a:lnTo>
                <a:lnTo>
                  <a:pt x="180679" y="303164"/>
                </a:lnTo>
                <a:lnTo>
                  <a:pt x="180525" y="303131"/>
                </a:lnTo>
                <a:lnTo>
                  <a:pt x="180375" y="303094"/>
                </a:lnTo>
                <a:lnTo>
                  <a:pt x="180229" y="303053"/>
                </a:lnTo>
                <a:lnTo>
                  <a:pt x="180087" y="303008"/>
                </a:lnTo>
                <a:lnTo>
                  <a:pt x="179949" y="302960"/>
                </a:lnTo>
                <a:lnTo>
                  <a:pt x="179815" y="302907"/>
                </a:lnTo>
                <a:lnTo>
                  <a:pt x="179684" y="302851"/>
                </a:lnTo>
                <a:lnTo>
                  <a:pt x="179558" y="302790"/>
                </a:lnTo>
                <a:lnTo>
                  <a:pt x="179435" y="302726"/>
                </a:lnTo>
                <a:lnTo>
                  <a:pt x="179317" y="302658"/>
                </a:lnTo>
                <a:lnTo>
                  <a:pt x="179202" y="302586"/>
                </a:lnTo>
                <a:lnTo>
                  <a:pt x="179091" y="302510"/>
                </a:lnTo>
                <a:lnTo>
                  <a:pt x="178984" y="302430"/>
                </a:lnTo>
                <a:lnTo>
                  <a:pt x="178881" y="302347"/>
                </a:lnTo>
                <a:lnTo>
                  <a:pt x="178781" y="302259"/>
                </a:lnTo>
                <a:lnTo>
                  <a:pt x="178686" y="302167"/>
                </a:lnTo>
                <a:lnTo>
                  <a:pt x="178594" y="302072"/>
                </a:lnTo>
                <a:lnTo>
                  <a:pt x="178507" y="301971"/>
                </a:lnTo>
                <a:lnTo>
                  <a:pt x="178423" y="301865"/>
                </a:lnTo>
                <a:lnTo>
                  <a:pt x="178343" y="301754"/>
                </a:lnTo>
                <a:lnTo>
                  <a:pt x="178267" y="301638"/>
                </a:lnTo>
                <a:lnTo>
                  <a:pt x="178195" y="301517"/>
                </a:lnTo>
                <a:lnTo>
                  <a:pt x="178127" y="301391"/>
                </a:lnTo>
                <a:lnTo>
                  <a:pt x="178063" y="301260"/>
                </a:lnTo>
                <a:lnTo>
                  <a:pt x="178003" y="301124"/>
                </a:lnTo>
                <a:lnTo>
                  <a:pt x="177946" y="300983"/>
                </a:lnTo>
                <a:lnTo>
                  <a:pt x="177894" y="300837"/>
                </a:lnTo>
                <a:lnTo>
                  <a:pt x="177845" y="300686"/>
                </a:lnTo>
                <a:lnTo>
                  <a:pt x="177800" y="300530"/>
                </a:lnTo>
                <a:lnTo>
                  <a:pt x="177759" y="300369"/>
                </a:lnTo>
                <a:lnTo>
                  <a:pt x="177722" y="300203"/>
                </a:lnTo>
                <a:lnTo>
                  <a:pt x="177689" y="300032"/>
                </a:lnTo>
                <a:lnTo>
                  <a:pt x="177660" y="299856"/>
                </a:lnTo>
                <a:lnTo>
                  <a:pt x="177635" y="299675"/>
                </a:lnTo>
                <a:lnTo>
                  <a:pt x="177613" y="299489"/>
                </a:lnTo>
                <a:lnTo>
                  <a:pt x="177596" y="299298"/>
                </a:lnTo>
                <a:lnTo>
                  <a:pt x="177582" y="299102"/>
                </a:lnTo>
                <a:lnTo>
                  <a:pt x="177573" y="298901"/>
                </a:lnTo>
                <a:lnTo>
                  <a:pt x="177567" y="298695"/>
                </a:lnTo>
                <a:lnTo>
                  <a:pt x="177565" y="298484"/>
                </a:lnTo>
                <a:lnTo>
                  <a:pt x="177565" y="231373"/>
                </a:lnTo>
                <a:lnTo>
                  <a:pt x="161548" y="231373"/>
                </a:lnTo>
                <a:lnTo>
                  <a:pt x="161548" y="281185"/>
                </a:lnTo>
                <a:lnTo>
                  <a:pt x="161543" y="281677"/>
                </a:lnTo>
                <a:lnTo>
                  <a:pt x="161530" y="282165"/>
                </a:lnTo>
                <a:lnTo>
                  <a:pt x="161508" y="282649"/>
                </a:lnTo>
                <a:lnTo>
                  <a:pt x="161477" y="283130"/>
                </a:lnTo>
                <a:lnTo>
                  <a:pt x="161437" y="283606"/>
                </a:lnTo>
                <a:lnTo>
                  <a:pt x="161388" y="284078"/>
                </a:lnTo>
                <a:lnTo>
                  <a:pt x="161330" y="284547"/>
                </a:lnTo>
                <a:lnTo>
                  <a:pt x="161263" y="285012"/>
                </a:lnTo>
                <a:lnTo>
                  <a:pt x="161187" y="285472"/>
                </a:lnTo>
                <a:lnTo>
                  <a:pt x="161103" y="285929"/>
                </a:lnTo>
                <a:lnTo>
                  <a:pt x="161009" y="286382"/>
                </a:lnTo>
                <a:lnTo>
                  <a:pt x="160907" y="286831"/>
                </a:lnTo>
                <a:lnTo>
                  <a:pt x="160796" y="287276"/>
                </a:lnTo>
                <a:lnTo>
                  <a:pt x="160676" y="287718"/>
                </a:lnTo>
                <a:lnTo>
                  <a:pt x="160547" y="288155"/>
                </a:lnTo>
                <a:lnTo>
                  <a:pt x="160409" y="288589"/>
                </a:lnTo>
                <a:lnTo>
                  <a:pt x="160262" y="289018"/>
                </a:lnTo>
                <a:lnTo>
                  <a:pt x="160106" y="289444"/>
                </a:lnTo>
                <a:lnTo>
                  <a:pt x="159942" y="289866"/>
                </a:lnTo>
                <a:lnTo>
                  <a:pt x="159768" y="290284"/>
                </a:lnTo>
                <a:lnTo>
                  <a:pt x="159586" y="290698"/>
                </a:lnTo>
                <a:lnTo>
                  <a:pt x="159394" y="291108"/>
                </a:lnTo>
                <a:lnTo>
                  <a:pt x="159194" y="291514"/>
                </a:lnTo>
                <a:lnTo>
                  <a:pt x="158985" y="291917"/>
                </a:lnTo>
                <a:lnTo>
                  <a:pt x="158781" y="292314"/>
                </a:lnTo>
                <a:lnTo>
                  <a:pt x="158570" y="292704"/>
                </a:lnTo>
                <a:lnTo>
                  <a:pt x="158352" y="293088"/>
                </a:lnTo>
                <a:lnTo>
                  <a:pt x="158126" y="293465"/>
                </a:lnTo>
                <a:lnTo>
                  <a:pt x="157894" y="293835"/>
                </a:lnTo>
                <a:lnTo>
                  <a:pt x="157654" y="294199"/>
                </a:lnTo>
                <a:lnTo>
                  <a:pt x="157407" y="294556"/>
                </a:lnTo>
                <a:lnTo>
                  <a:pt x="157152" y="294906"/>
                </a:lnTo>
                <a:lnTo>
                  <a:pt x="156890" y="295250"/>
                </a:lnTo>
                <a:lnTo>
                  <a:pt x="156622" y="295587"/>
                </a:lnTo>
                <a:lnTo>
                  <a:pt x="156345" y="295918"/>
                </a:lnTo>
                <a:lnTo>
                  <a:pt x="156062" y="296241"/>
                </a:lnTo>
                <a:lnTo>
                  <a:pt x="155771" y="296558"/>
                </a:lnTo>
                <a:lnTo>
                  <a:pt x="155474" y="296869"/>
                </a:lnTo>
                <a:lnTo>
                  <a:pt x="155169" y="297172"/>
                </a:lnTo>
                <a:lnTo>
                  <a:pt x="154856" y="297469"/>
                </a:lnTo>
                <a:lnTo>
                  <a:pt x="154537" y="297760"/>
                </a:lnTo>
                <a:lnTo>
                  <a:pt x="154210" y="298043"/>
                </a:lnTo>
                <a:lnTo>
                  <a:pt x="153876" y="298320"/>
                </a:lnTo>
                <a:lnTo>
                  <a:pt x="153535" y="298590"/>
                </a:lnTo>
                <a:lnTo>
                  <a:pt x="153187" y="298854"/>
                </a:lnTo>
                <a:lnTo>
                  <a:pt x="152831" y="299111"/>
                </a:lnTo>
                <a:lnTo>
                  <a:pt x="152468" y="299361"/>
                </a:lnTo>
                <a:lnTo>
                  <a:pt x="152098" y="299605"/>
                </a:lnTo>
                <a:lnTo>
                  <a:pt x="151735" y="299827"/>
                </a:lnTo>
                <a:lnTo>
                  <a:pt x="151368" y="300040"/>
                </a:lnTo>
                <a:lnTo>
                  <a:pt x="150997" y="300243"/>
                </a:lnTo>
                <a:lnTo>
                  <a:pt x="150621" y="300437"/>
                </a:lnTo>
                <a:lnTo>
                  <a:pt x="150240" y="300621"/>
                </a:lnTo>
                <a:lnTo>
                  <a:pt x="149856" y="300796"/>
                </a:lnTo>
                <a:lnTo>
                  <a:pt x="149466" y="300961"/>
                </a:lnTo>
                <a:lnTo>
                  <a:pt x="149072" y="301117"/>
                </a:lnTo>
                <a:lnTo>
                  <a:pt x="148674" y="301264"/>
                </a:lnTo>
                <a:lnTo>
                  <a:pt x="148272" y="301401"/>
                </a:lnTo>
                <a:lnTo>
                  <a:pt x="147865" y="301529"/>
                </a:lnTo>
                <a:lnTo>
                  <a:pt x="147453" y="301647"/>
                </a:lnTo>
                <a:lnTo>
                  <a:pt x="147037" y="301756"/>
                </a:lnTo>
                <a:lnTo>
                  <a:pt x="146617" y="301855"/>
                </a:lnTo>
                <a:lnTo>
                  <a:pt x="146192" y="301945"/>
                </a:lnTo>
                <a:lnTo>
                  <a:pt x="145762" y="302025"/>
                </a:lnTo>
                <a:lnTo>
                  <a:pt x="145329" y="302096"/>
                </a:lnTo>
                <a:lnTo>
                  <a:pt x="144890" y="302157"/>
                </a:lnTo>
                <a:lnTo>
                  <a:pt x="144448" y="302209"/>
                </a:lnTo>
                <a:lnTo>
                  <a:pt x="144000" y="302252"/>
                </a:lnTo>
                <a:lnTo>
                  <a:pt x="143549" y="302285"/>
                </a:lnTo>
                <a:lnTo>
                  <a:pt x="143093" y="302309"/>
                </a:lnTo>
                <a:lnTo>
                  <a:pt x="142632" y="302323"/>
                </a:lnTo>
                <a:lnTo>
                  <a:pt x="142167" y="302328"/>
                </a:lnTo>
                <a:lnTo>
                  <a:pt x="141466" y="302319"/>
                </a:lnTo>
                <a:lnTo>
                  <a:pt x="140778" y="302293"/>
                </a:lnTo>
                <a:lnTo>
                  <a:pt x="140103" y="302250"/>
                </a:lnTo>
                <a:lnTo>
                  <a:pt x="139440" y="302190"/>
                </a:lnTo>
                <a:lnTo>
                  <a:pt x="138790" y="302112"/>
                </a:lnTo>
                <a:lnTo>
                  <a:pt x="138153" y="302017"/>
                </a:lnTo>
                <a:lnTo>
                  <a:pt x="137529" y="301905"/>
                </a:lnTo>
                <a:lnTo>
                  <a:pt x="136917" y="301776"/>
                </a:lnTo>
                <a:lnTo>
                  <a:pt x="136319" y="301629"/>
                </a:lnTo>
                <a:lnTo>
                  <a:pt x="135733" y="301466"/>
                </a:lnTo>
                <a:lnTo>
                  <a:pt x="135160" y="301285"/>
                </a:lnTo>
                <a:lnTo>
                  <a:pt x="134599" y="301086"/>
                </a:lnTo>
                <a:lnTo>
                  <a:pt x="134052" y="300871"/>
                </a:lnTo>
                <a:lnTo>
                  <a:pt x="133517" y="300638"/>
                </a:lnTo>
                <a:lnTo>
                  <a:pt x="132995" y="300388"/>
                </a:lnTo>
                <a:lnTo>
                  <a:pt x="132486" y="300121"/>
                </a:lnTo>
                <a:lnTo>
                  <a:pt x="131990" y="299836"/>
                </a:lnTo>
                <a:lnTo>
                  <a:pt x="131506" y="299535"/>
                </a:lnTo>
                <a:lnTo>
                  <a:pt x="131035" y="299216"/>
                </a:lnTo>
                <a:lnTo>
                  <a:pt x="130577" y="298880"/>
                </a:lnTo>
                <a:lnTo>
                  <a:pt x="130132" y="298526"/>
                </a:lnTo>
                <a:lnTo>
                  <a:pt x="129700" y="298155"/>
                </a:lnTo>
                <a:lnTo>
                  <a:pt x="129280" y="297768"/>
                </a:lnTo>
                <a:lnTo>
                  <a:pt x="128873" y="297362"/>
                </a:lnTo>
                <a:lnTo>
                  <a:pt x="128494" y="296939"/>
                </a:lnTo>
                <a:lnTo>
                  <a:pt x="128131" y="296498"/>
                </a:lnTo>
                <a:lnTo>
                  <a:pt x="127785" y="296039"/>
                </a:lnTo>
                <a:lnTo>
                  <a:pt x="127454" y="295561"/>
                </a:lnTo>
                <a:lnTo>
                  <a:pt x="127140" y="295064"/>
                </a:lnTo>
                <a:lnTo>
                  <a:pt x="126841" y="294549"/>
                </a:lnTo>
                <a:lnTo>
                  <a:pt x="126559" y="294016"/>
                </a:lnTo>
                <a:lnTo>
                  <a:pt x="126293" y="293465"/>
                </a:lnTo>
                <a:lnTo>
                  <a:pt x="126043" y="292895"/>
                </a:lnTo>
                <a:lnTo>
                  <a:pt x="125809" y="292307"/>
                </a:lnTo>
                <a:lnTo>
                  <a:pt x="125591" y="291701"/>
                </a:lnTo>
                <a:lnTo>
                  <a:pt x="125390" y="291076"/>
                </a:lnTo>
                <a:lnTo>
                  <a:pt x="125204" y="290433"/>
                </a:lnTo>
                <a:lnTo>
                  <a:pt x="125035" y="289771"/>
                </a:lnTo>
                <a:lnTo>
                  <a:pt x="124882" y="289091"/>
                </a:lnTo>
                <a:lnTo>
                  <a:pt x="124745" y="288393"/>
                </a:lnTo>
                <a:lnTo>
                  <a:pt x="124624" y="287676"/>
                </a:lnTo>
                <a:lnTo>
                  <a:pt x="124519" y="286941"/>
                </a:lnTo>
                <a:lnTo>
                  <a:pt x="124430" y="286188"/>
                </a:lnTo>
                <a:lnTo>
                  <a:pt x="124358" y="285416"/>
                </a:lnTo>
                <a:lnTo>
                  <a:pt x="124301" y="284626"/>
                </a:lnTo>
                <a:lnTo>
                  <a:pt x="124261" y="283818"/>
                </a:lnTo>
                <a:lnTo>
                  <a:pt x="124237" y="282991"/>
                </a:lnTo>
                <a:lnTo>
                  <a:pt x="124228" y="282146"/>
                </a:lnTo>
                <a:lnTo>
                  <a:pt x="124228" y="231373"/>
                </a:lnTo>
                <a:lnTo>
                  <a:pt x="108051" y="231373"/>
                </a:lnTo>
                <a:lnTo>
                  <a:pt x="108051" y="285190"/>
                </a:lnTo>
                <a:lnTo>
                  <a:pt x="108065" y="286418"/>
                </a:lnTo>
                <a:lnTo>
                  <a:pt x="108106" y="287620"/>
                </a:lnTo>
                <a:lnTo>
                  <a:pt x="108174" y="288796"/>
                </a:lnTo>
                <a:lnTo>
                  <a:pt x="108269" y="289946"/>
                </a:lnTo>
                <a:lnTo>
                  <a:pt x="108392" y="291069"/>
                </a:lnTo>
                <a:lnTo>
                  <a:pt x="108542" y="292167"/>
                </a:lnTo>
                <a:lnTo>
                  <a:pt x="108719" y="293238"/>
                </a:lnTo>
                <a:lnTo>
                  <a:pt x="108923" y="294284"/>
                </a:lnTo>
                <a:lnTo>
                  <a:pt x="109155" y="295303"/>
                </a:lnTo>
                <a:lnTo>
                  <a:pt x="109414" y="296296"/>
                </a:lnTo>
                <a:lnTo>
                  <a:pt x="109700" y="297263"/>
                </a:lnTo>
                <a:lnTo>
                  <a:pt x="110014" y="298203"/>
                </a:lnTo>
                <a:lnTo>
                  <a:pt x="110354" y="299118"/>
                </a:lnTo>
                <a:lnTo>
                  <a:pt x="110722" y="300006"/>
                </a:lnTo>
                <a:lnTo>
                  <a:pt x="111117" y="300869"/>
                </a:lnTo>
                <a:lnTo>
                  <a:pt x="111540" y="301705"/>
                </a:lnTo>
                <a:lnTo>
                  <a:pt x="111989" y="302515"/>
                </a:lnTo>
                <a:lnTo>
                  <a:pt x="112466" y="303299"/>
                </a:lnTo>
                <a:lnTo>
                  <a:pt x="112970" y="304056"/>
                </a:lnTo>
                <a:lnTo>
                  <a:pt x="113502" y="304788"/>
                </a:lnTo>
                <a:lnTo>
                  <a:pt x="114060" y="305493"/>
                </a:lnTo>
                <a:lnTo>
                  <a:pt x="114646" y="306173"/>
                </a:lnTo>
                <a:lnTo>
                  <a:pt x="115259" y="306826"/>
                </a:lnTo>
                <a:lnTo>
                  <a:pt x="115900" y="307453"/>
                </a:lnTo>
                <a:lnTo>
                  <a:pt x="116576" y="308054"/>
                </a:lnTo>
                <a:lnTo>
                  <a:pt x="117270" y="308630"/>
                </a:lnTo>
                <a:lnTo>
                  <a:pt x="117982" y="309180"/>
                </a:lnTo>
                <a:lnTo>
                  <a:pt x="118712" y="309704"/>
                </a:lnTo>
                <a:lnTo>
                  <a:pt x="119459" y="310203"/>
                </a:lnTo>
                <a:lnTo>
                  <a:pt x="120224" y="310676"/>
                </a:lnTo>
                <a:lnTo>
                  <a:pt x="121007" y="311124"/>
                </a:lnTo>
                <a:lnTo>
                  <a:pt x="121808" y="311546"/>
                </a:lnTo>
                <a:lnTo>
                  <a:pt x="122627" y="311943"/>
                </a:lnTo>
                <a:lnTo>
                  <a:pt x="123463" y="312314"/>
                </a:lnTo>
                <a:lnTo>
                  <a:pt x="124317" y="312659"/>
                </a:lnTo>
                <a:lnTo>
                  <a:pt x="125190" y="312979"/>
                </a:lnTo>
                <a:lnTo>
                  <a:pt x="126079" y="313273"/>
                </a:lnTo>
                <a:lnTo>
                  <a:pt x="126987" y="313542"/>
                </a:lnTo>
                <a:lnTo>
                  <a:pt x="127912" y="313785"/>
                </a:lnTo>
                <a:lnTo>
                  <a:pt x="128856" y="314002"/>
                </a:lnTo>
                <a:lnTo>
                  <a:pt x="129817" y="314194"/>
                </a:lnTo>
                <a:lnTo>
                  <a:pt x="130795" y="314360"/>
                </a:lnTo>
                <a:lnTo>
                  <a:pt x="131792" y="314501"/>
                </a:lnTo>
                <a:lnTo>
                  <a:pt x="132806" y="314616"/>
                </a:lnTo>
                <a:lnTo>
                  <a:pt x="133839" y="314706"/>
                </a:lnTo>
                <a:lnTo>
                  <a:pt x="134889" y="314770"/>
                </a:lnTo>
                <a:lnTo>
                  <a:pt x="135956" y="314808"/>
                </a:lnTo>
                <a:lnTo>
                  <a:pt x="137042" y="314821"/>
                </a:lnTo>
                <a:lnTo>
                  <a:pt x="137560" y="314818"/>
                </a:lnTo>
                <a:lnTo>
                  <a:pt x="138074" y="314810"/>
                </a:lnTo>
                <a:lnTo>
                  <a:pt x="138584" y="314796"/>
                </a:lnTo>
                <a:lnTo>
                  <a:pt x="139089" y="314776"/>
                </a:lnTo>
                <a:lnTo>
                  <a:pt x="139589" y="314751"/>
                </a:lnTo>
                <a:close/>
                <a:moveTo>
                  <a:pt x="607706" y="305348"/>
                </a:moveTo>
                <a:lnTo>
                  <a:pt x="608017" y="305705"/>
                </a:lnTo>
                <a:lnTo>
                  <a:pt x="608338" y="306056"/>
                </a:lnTo>
                <a:lnTo>
                  <a:pt x="608667" y="306402"/>
                </a:lnTo>
                <a:lnTo>
                  <a:pt x="609005" y="306743"/>
                </a:lnTo>
                <a:lnTo>
                  <a:pt x="609352" y="307079"/>
                </a:lnTo>
                <a:lnTo>
                  <a:pt x="609708" y="307411"/>
                </a:lnTo>
                <a:lnTo>
                  <a:pt x="610073" y="307737"/>
                </a:lnTo>
                <a:lnTo>
                  <a:pt x="610446" y="308058"/>
                </a:lnTo>
                <a:lnTo>
                  <a:pt x="610829" y="308374"/>
                </a:lnTo>
                <a:lnTo>
                  <a:pt x="611221" y="308685"/>
                </a:lnTo>
                <a:lnTo>
                  <a:pt x="611621" y="308991"/>
                </a:lnTo>
                <a:lnTo>
                  <a:pt x="612030" y="309292"/>
                </a:lnTo>
                <a:lnTo>
                  <a:pt x="612449" y="309589"/>
                </a:lnTo>
                <a:lnTo>
                  <a:pt x="612876" y="309880"/>
                </a:lnTo>
                <a:lnTo>
                  <a:pt x="613312" y="310166"/>
                </a:lnTo>
                <a:lnTo>
                  <a:pt x="613757" y="310447"/>
                </a:lnTo>
                <a:lnTo>
                  <a:pt x="614210" y="310723"/>
                </a:lnTo>
                <a:lnTo>
                  <a:pt x="614673" y="310994"/>
                </a:lnTo>
                <a:lnTo>
                  <a:pt x="615145" y="311260"/>
                </a:lnTo>
                <a:lnTo>
                  <a:pt x="615625" y="311522"/>
                </a:lnTo>
                <a:lnTo>
                  <a:pt x="616115" y="311778"/>
                </a:lnTo>
                <a:lnTo>
                  <a:pt x="616625" y="312026"/>
                </a:lnTo>
                <a:lnTo>
                  <a:pt x="617143" y="312264"/>
                </a:lnTo>
                <a:lnTo>
                  <a:pt x="617669" y="312491"/>
                </a:lnTo>
                <a:lnTo>
                  <a:pt x="618201" y="312707"/>
                </a:lnTo>
                <a:lnTo>
                  <a:pt x="618741" y="312914"/>
                </a:lnTo>
                <a:lnTo>
                  <a:pt x="619288" y="313109"/>
                </a:lnTo>
                <a:lnTo>
                  <a:pt x="619842" y="313294"/>
                </a:lnTo>
                <a:lnTo>
                  <a:pt x="620404" y="313468"/>
                </a:lnTo>
                <a:lnTo>
                  <a:pt x="620972" y="313632"/>
                </a:lnTo>
                <a:lnTo>
                  <a:pt x="621548" y="313785"/>
                </a:lnTo>
                <a:lnTo>
                  <a:pt x="622131" y="313928"/>
                </a:lnTo>
                <a:lnTo>
                  <a:pt x="622722" y="314060"/>
                </a:lnTo>
                <a:lnTo>
                  <a:pt x="623319" y="314182"/>
                </a:lnTo>
                <a:lnTo>
                  <a:pt x="623924" y="314292"/>
                </a:lnTo>
                <a:lnTo>
                  <a:pt x="624536" y="314393"/>
                </a:lnTo>
                <a:lnTo>
                  <a:pt x="625155" y="314483"/>
                </a:lnTo>
                <a:lnTo>
                  <a:pt x="625782" y="314562"/>
                </a:lnTo>
                <a:lnTo>
                  <a:pt x="626415" y="314631"/>
                </a:lnTo>
                <a:lnTo>
                  <a:pt x="627056" y="314689"/>
                </a:lnTo>
                <a:lnTo>
                  <a:pt x="627705" y="314736"/>
                </a:lnTo>
                <a:lnTo>
                  <a:pt x="628360" y="314773"/>
                </a:lnTo>
                <a:lnTo>
                  <a:pt x="629023" y="314800"/>
                </a:lnTo>
                <a:lnTo>
                  <a:pt x="629693" y="314816"/>
                </a:lnTo>
                <a:lnTo>
                  <a:pt x="630370" y="314821"/>
                </a:lnTo>
                <a:lnTo>
                  <a:pt x="631127" y="314813"/>
                </a:lnTo>
                <a:lnTo>
                  <a:pt x="631879" y="314789"/>
                </a:lnTo>
                <a:lnTo>
                  <a:pt x="632624" y="314748"/>
                </a:lnTo>
                <a:lnTo>
                  <a:pt x="633364" y="314692"/>
                </a:lnTo>
                <a:lnTo>
                  <a:pt x="634097" y="314619"/>
                </a:lnTo>
                <a:lnTo>
                  <a:pt x="634824" y="314531"/>
                </a:lnTo>
                <a:lnTo>
                  <a:pt x="635545" y="314426"/>
                </a:lnTo>
                <a:lnTo>
                  <a:pt x="636260" y="314305"/>
                </a:lnTo>
                <a:lnTo>
                  <a:pt x="636969" y="314168"/>
                </a:lnTo>
                <a:lnTo>
                  <a:pt x="637672" y="314014"/>
                </a:lnTo>
                <a:lnTo>
                  <a:pt x="638368" y="313845"/>
                </a:lnTo>
                <a:lnTo>
                  <a:pt x="639059" y="313660"/>
                </a:lnTo>
                <a:lnTo>
                  <a:pt x="639743" y="313458"/>
                </a:lnTo>
                <a:lnTo>
                  <a:pt x="640421" y="313240"/>
                </a:lnTo>
                <a:lnTo>
                  <a:pt x="641093" y="313006"/>
                </a:lnTo>
                <a:lnTo>
                  <a:pt x="641759" y="312756"/>
                </a:lnTo>
                <a:lnTo>
                  <a:pt x="642419" y="312490"/>
                </a:lnTo>
                <a:lnTo>
                  <a:pt x="643073" y="312208"/>
                </a:lnTo>
                <a:lnTo>
                  <a:pt x="643721" y="311910"/>
                </a:lnTo>
                <a:lnTo>
                  <a:pt x="644362" y="311595"/>
                </a:lnTo>
                <a:lnTo>
                  <a:pt x="644998" y="311265"/>
                </a:lnTo>
                <a:lnTo>
                  <a:pt x="645627" y="310918"/>
                </a:lnTo>
                <a:lnTo>
                  <a:pt x="646250" y="310555"/>
                </a:lnTo>
                <a:lnTo>
                  <a:pt x="646867" y="310176"/>
                </a:lnTo>
                <a:lnTo>
                  <a:pt x="647489" y="309768"/>
                </a:lnTo>
                <a:lnTo>
                  <a:pt x="648101" y="309345"/>
                </a:lnTo>
                <a:lnTo>
                  <a:pt x="648702" y="308907"/>
                </a:lnTo>
                <a:lnTo>
                  <a:pt x="649292" y="308454"/>
                </a:lnTo>
                <a:lnTo>
                  <a:pt x="649872" y="307986"/>
                </a:lnTo>
                <a:lnTo>
                  <a:pt x="650441" y="307503"/>
                </a:lnTo>
                <a:lnTo>
                  <a:pt x="651000" y="307005"/>
                </a:lnTo>
                <a:lnTo>
                  <a:pt x="651548" y="306492"/>
                </a:lnTo>
                <a:lnTo>
                  <a:pt x="652085" y="305964"/>
                </a:lnTo>
                <a:lnTo>
                  <a:pt x="652612" y="305421"/>
                </a:lnTo>
                <a:lnTo>
                  <a:pt x="653128" y="304863"/>
                </a:lnTo>
                <a:lnTo>
                  <a:pt x="653634" y="304290"/>
                </a:lnTo>
                <a:lnTo>
                  <a:pt x="654129" y="303702"/>
                </a:lnTo>
                <a:lnTo>
                  <a:pt x="654614" y="303098"/>
                </a:lnTo>
                <a:lnTo>
                  <a:pt x="655088" y="302480"/>
                </a:lnTo>
                <a:lnTo>
                  <a:pt x="655552" y="301847"/>
                </a:lnTo>
                <a:lnTo>
                  <a:pt x="656005" y="301199"/>
                </a:lnTo>
                <a:lnTo>
                  <a:pt x="656447" y="300536"/>
                </a:lnTo>
                <a:lnTo>
                  <a:pt x="656879" y="299858"/>
                </a:lnTo>
                <a:lnTo>
                  <a:pt x="657300" y="299164"/>
                </a:lnTo>
                <a:lnTo>
                  <a:pt x="657711" y="298456"/>
                </a:lnTo>
                <a:lnTo>
                  <a:pt x="658111" y="297733"/>
                </a:lnTo>
                <a:lnTo>
                  <a:pt x="658501" y="296995"/>
                </a:lnTo>
                <a:lnTo>
                  <a:pt x="658880" y="296241"/>
                </a:lnTo>
                <a:lnTo>
                  <a:pt x="659246" y="295460"/>
                </a:lnTo>
                <a:lnTo>
                  <a:pt x="659596" y="294664"/>
                </a:lnTo>
                <a:lnTo>
                  <a:pt x="659931" y="293854"/>
                </a:lnTo>
                <a:lnTo>
                  <a:pt x="660250" y="293029"/>
                </a:lnTo>
                <a:lnTo>
                  <a:pt x="660554" y="292190"/>
                </a:lnTo>
                <a:lnTo>
                  <a:pt x="660842" y="291336"/>
                </a:lnTo>
                <a:lnTo>
                  <a:pt x="661114" y="290468"/>
                </a:lnTo>
                <a:lnTo>
                  <a:pt x="661371" y="289585"/>
                </a:lnTo>
                <a:lnTo>
                  <a:pt x="661613" y="288688"/>
                </a:lnTo>
                <a:lnTo>
                  <a:pt x="661838" y="287777"/>
                </a:lnTo>
                <a:lnTo>
                  <a:pt x="662049" y="286851"/>
                </a:lnTo>
                <a:lnTo>
                  <a:pt x="662243" y="285910"/>
                </a:lnTo>
                <a:lnTo>
                  <a:pt x="662422" y="284955"/>
                </a:lnTo>
                <a:lnTo>
                  <a:pt x="662586" y="283986"/>
                </a:lnTo>
                <a:lnTo>
                  <a:pt x="662734" y="283002"/>
                </a:lnTo>
                <a:lnTo>
                  <a:pt x="662866" y="282004"/>
                </a:lnTo>
                <a:lnTo>
                  <a:pt x="662983" y="280991"/>
                </a:lnTo>
                <a:lnTo>
                  <a:pt x="663084" y="279964"/>
                </a:lnTo>
                <a:lnTo>
                  <a:pt x="663170" y="278922"/>
                </a:lnTo>
                <a:lnTo>
                  <a:pt x="663240" y="277866"/>
                </a:lnTo>
                <a:lnTo>
                  <a:pt x="663294" y="276796"/>
                </a:lnTo>
                <a:lnTo>
                  <a:pt x="663333" y="275711"/>
                </a:lnTo>
                <a:lnTo>
                  <a:pt x="663357" y="274611"/>
                </a:lnTo>
                <a:lnTo>
                  <a:pt x="663364" y="273497"/>
                </a:lnTo>
                <a:lnTo>
                  <a:pt x="663364" y="271415"/>
                </a:lnTo>
                <a:lnTo>
                  <a:pt x="663357" y="270210"/>
                </a:lnTo>
                <a:lnTo>
                  <a:pt x="663334" y="269024"/>
                </a:lnTo>
                <a:lnTo>
                  <a:pt x="663297" y="267856"/>
                </a:lnTo>
                <a:lnTo>
                  <a:pt x="663244" y="266708"/>
                </a:lnTo>
                <a:lnTo>
                  <a:pt x="663177" y="265578"/>
                </a:lnTo>
                <a:lnTo>
                  <a:pt x="663094" y="264468"/>
                </a:lnTo>
                <a:lnTo>
                  <a:pt x="662997" y="263376"/>
                </a:lnTo>
                <a:lnTo>
                  <a:pt x="662884" y="262303"/>
                </a:lnTo>
                <a:lnTo>
                  <a:pt x="662756" y="261249"/>
                </a:lnTo>
                <a:lnTo>
                  <a:pt x="662614" y="260214"/>
                </a:lnTo>
                <a:lnTo>
                  <a:pt x="662456" y="259198"/>
                </a:lnTo>
                <a:lnTo>
                  <a:pt x="662283" y="258201"/>
                </a:lnTo>
                <a:lnTo>
                  <a:pt x="662096" y="257223"/>
                </a:lnTo>
                <a:lnTo>
                  <a:pt x="661893" y="256264"/>
                </a:lnTo>
                <a:lnTo>
                  <a:pt x="661675" y="255323"/>
                </a:lnTo>
                <a:lnTo>
                  <a:pt x="661442" y="254402"/>
                </a:lnTo>
                <a:lnTo>
                  <a:pt x="661195" y="253499"/>
                </a:lnTo>
                <a:lnTo>
                  <a:pt x="660932" y="252615"/>
                </a:lnTo>
                <a:lnTo>
                  <a:pt x="660654" y="251750"/>
                </a:lnTo>
                <a:lnTo>
                  <a:pt x="660361" y="250905"/>
                </a:lnTo>
                <a:lnTo>
                  <a:pt x="660053" y="250078"/>
                </a:lnTo>
                <a:lnTo>
                  <a:pt x="659731" y="249269"/>
                </a:lnTo>
                <a:lnTo>
                  <a:pt x="659393" y="248480"/>
                </a:lnTo>
                <a:lnTo>
                  <a:pt x="659040" y="247710"/>
                </a:lnTo>
                <a:lnTo>
                  <a:pt x="658687" y="246958"/>
                </a:lnTo>
                <a:lnTo>
                  <a:pt x="658324" y="246222"/>
                </a:lnTo>
                <a:lnTo>
                  <a:pt x="657949" y="245503"/>
                </a:lnTo>
                <a:lnTo>
                  <a:pt x="657563" y="244800"/>
                </a:lnTo>
                <a:lnTo>
                  <a:pt x="657166" y="244115"/>
                </a:lnTo>
                <a:lnTo>
                  <a:pt x="656757" y="243446"/>
                </a:lnTo>
                <a:lnTo>
                  <a:pt x="656338" y="242793"/>
                </a:lnTo>
                <a:lnTo>
                  <a:pt x="655908" y="242158"/>
                </a:lnTo>
                <a:lnTo>
                  <a:pt x="655466" y="241539"/>
                </a:lnTo>
                <a:lnTo>
                  <a:pt x="655013" y="240936"/>
                </a:lnTo>
                <a:lnTo>
                  <a:pt x="654550" y="240351"/>
                </a:lnTo>
                <a:lnTo>
                  <a:pt x="654075" y="239782"/>
                </a:lnTo>
                <a:lnTo>
                  <a:pt x="653589" y="239229"/>
                </a:lnTo>
                <a:lnTo>
                  <a:pt x="653091" y="238694"/>
                </a:lnTo>
                <a:lnTo>
                  <a:pt x="652583" y="238175"/>
                </a:lnTo>
                <a:lnTo>
                  <a:pt x="652064" y="237673"/>
                </a:lnTo>
                <a:lnTo>
                  <a:pt x="651533" y="237187"/>
                </a:lnTo>
                <a:lnTo>
                  <a:pt x="650991" y="236718"/>
                </a:lnTo>
                <a:lnTo>
                  <a:pt x="650439" y="236266"/>
                </a:lnTo>
                <a:lnTo>
                  <a:pt x="649875" y="235831"/>
                </a:lnTo>
                <a:lnTo>
                  <a:pt x="649300" y="235412"/>
                </a:lnTo>
                <a:lnTo>
                  <a:pt x="648713" y="235010"/>
                </a:lnTo>
                <a:lnTo>
                  <a:pt x="648116" y="234625"/>
                </a:lnTo>
                <a:lnTo>
                  <a:pt x="647508" y="234256"/>
                </a:lnTo>
                <a:lnTo>
                  <a:pt x="646903" y="233890"/>
                </a:lnTo>
                <a:lnTo>
                  <a:pt x="646292" y="233540"/>
                </a:lnTo>
                <a:lnTo>
                  <a:pt x="645673" y="233205"/>
                </a:lnTo>
                <a:lnTo>
                  <a:pt x="645047" y="232886"/>
                </a:lnTo>
                <a:lnTo>
                  <a:pt x="644414" y="232582"/>
                </a:lnTo>
                <a:lnTo>
                  <a:pt x="643774" y="232294"/>
                </a:lnTo>
                <a:lnTo>
                  <a:pt x="643126" y="232021"/>
                </a:lnTo>
                <a:lnTo>
                  <a:pt x="642471" y="231764"/>
                </a:lnTo>
                <a:lnTo>
                  <a:pt x="641809" y="231523"/>
                </a:lnTo>
                <a:lnTo>
                  <a:pt x="641140" y="231297"/>
                </a:lnTo>
                <a:lnTo>
                  <a:pt x="640463" y="231087"/>
                </a:lnTo>
                <a:lnTo>
                  <a:pt x="639780" y="230892"/>
                </a:lnTo>
                <a:lnTo>
                  <a:pt x="639089" y="230713"/>
                </a:lnTo>
                <a:lnTo>
                  <a:pt x="638390" y="230550"/>
                </a:lnTo>
                <a:lnTo>
                  <a:pt x="637685" y="230402"/>
                </a:lnTo>
                <a:lnTo>
                  <a:pt x="636972" y="230269"/>
                </a:lnTo>
                <a:lnTo>
                  <a:pt x="636252" y="230153"/>
                </a:lnTo>
                <a:lnTo>
                  <a:pt x="635525" y="230051"/>
                </a:lnTo>
                <a:lnTo>
                  <a:pt x="634791" y="229966"/>
                </a:lnTo>
                <a:lnTo>
                  <a:pt x="634049" y="229896"/>
                </a:lnTo>
                <a:lnTo>
                  <a:pt x="633300" y="229841"/>
                </a:lnTo>
                <a:lnTo>
                  <a:pt x="632544" y="229802"/>
                </a:lnTo>
                <a:lnTo>
                  <a:pt x="631781" y="229779"/>
                </a:lnTo>
                <a:lnTo>
                  <a:pt x="631010" y="229771"/>
                </a:lnTo>
                <a:lnTo>
                  <a:pt x="630267" y="229777"/>
                </a:lnTo>
                <a:lnTo>
                  <a:pt x="629532" y="229794"/>
                </a:lnTo>
                <a:lnTo>
                  <a:pt x="628805" y="229824"/>
                </a:lnTo>
                <a:lnTo>
                  <a:pt x="628087" y="229865"/>
                </a:lnTo>
                <a:lnTo>
                  <a:pt x="627377" y="229917"/>
                </a:lnTo>
                <a:lnTo>
                  <a:pt x="626676" y="229981"/>
                </a:lnTo>
                <a:lnTo>
                  <a:pt x="625982" y="230057"/>
                </a:lnTo>
                <a:lnTo>
                  <a:pt x="625298" y="230145"/>
                </a:lnTo>
                <a:lnTo>
                  <a:pt x="624621" y="230244"/>
                </a:lnTo>
                <a:lnTo>
                  <a:pt x="623953" y="230355"/>
                </a:lnTo>
                <a:lnTo>
                  <a:pt x="623293" y="230478"/>
                </a:lnTo>
                <a:lnTo>
                  <a:pt x="622641" y="230612"/>
                </a:lnTo>
                <a:lnTo>
                  <a:pt x="621998" y="230758"/>
                </a:lnTo>
                <a:lnTo>
                  <a:pt x="621363" y="230916"/>
                </a:lnTo>
                <a:lnTo>
                  <a:pt x="620737" y="231085"/>
                </a:lnTo>
                <a:lnTo>
                  <a:pt x="620119" y="231266"/>
                </a:lnTo>
                <a:lnTo>
                  <a:pt x="619509" y="231459"/>
                </a:lnTo>
                <a:lnTo>
                  <a:pt x="618908" y="231663"/>
                </a:lnTo>
                <a:lnTo>
                  <a:pt x="618314" y="231879"/>
                </a:lnTo>
                <a:lnTo>
                  <a:pt x="617730" y="232107"/>
                </a:lnTo>
                <a:lnTo>
                  <a:pt x="617153" y="232346"/>
                </a:lnTo>
                <a:lnTo>
                  <a:pt x="616585" y="232597"/>
                </a:lnTo>
                <a:lnTo>
                  <a:pt x="616025" y="232860"/>
                </a:lnTo>
                <a:lnTo>
                  <a:pt x="615474" y="233135"/>
                </a:lnTo>
                <a:lnTo>
                  <a:pt x="614945" y="233421"/>
                </a:lnTo>
                <a:lnTo>
                  <a:pt x="614426" y="233718"/>
                </a:lnTo>
                <a:lnTo>
                  <a:pt x="613917" y="234026"/>
                </a:lnTo>
                <a:lnTo>
                  <a:pt x="613418" y="234345"/>
                </a:lnTo>
                <a:lnTo>
                  <a:pt x="612930" y="234675"/>
                </a:lnTo>
                <a:lnTo>
                  <a:pt x="612451" y="235017"/>
                </a:lnTo>
                <a:lnTo>
                  <a:pt x="611982" y="235369"/>
                </a:lnTo>
                <a:lnTo>
                  <a:pt x="611523" y="235733"/>
                </a:lnTo>
                <a:lnTo>
                  <a:pt x="611074" y="236108"/>
                </a:lnTo>
                <a:lnTo>
                  <a:pt x="610635" y="236494"/>
                </a:lnTo>
                <a:lnTo>
                  <a:pt x="610207" y="236891"/>
                </a:lnTo>
                <a:lnTo>
                  <a:pt x="609788" y="237299"/>
                </a:lnTo>
                <a:lnTo>
                  <a:pt x="609379" y="237718"/>
                </a:lnTo>
                <a:lnTo>
                  <a:pt x="608980" y="238149"/>
                </a:lnTo>
                <a:lnTo>
                  <a:pt x="608592" y="238590"/>
                </a:lnTo>
                <a:lnTo>
                  <a:pt x="608213" y="239043"/>
                </a:lnTo>
                <a:lnTo>
                  <a:pt x="607844" y="239507"/>
                </a:lnTo>
                <a:lnTo>
                  <a:pt x="607485" y="239982"/>
                </a:lnTo>
                <a:lnTo>
                  <a:pt x="607137" y="240468"/>
                </a:lnTo>
                <a:lnTo>
                  <a:pt x="606798" y="240965"/>
                </a:lnTo>
                <a:lnTo>
                  <a:pt x="606469" y="241473"/>
                </a:lnTo>
                <a:lnTo>
                  <a:pt x="606151" y="241993"/>
                </a:lnTo>
                <a:lnTo>
                  <a:pt x="605842" y="242523"/>
                </a:lnTo>
                <a:lnTo>
                  <a:pt x="605543" y="243065"/>
                </a:lnTo>
                <a:lnTo>
                  <a:pt x="603782" y="231373"/>
                </a:lnTo>
                <a:lnTo>
                  <a:pt x="590808" y="231373"/>
                </a:lnTo>
                <a:lnTo>
                  <a:pt x="590808" y="342210"/>
                </a:lnTo>
                <a:lnTo>
                  <a:pt x="606825" y="342210"/>
                </a:lnTo>
                <a:lnTo>
                  <a:pt x="606825" y="304250"/>
                </a:lnTo>
                <a:lnTo>
                  <a:pt x="607110" y="304621"/>
                </a:lnTo>
                <a:lnTo>
                  <a:pt x="607403" y="304987"/>
                </a:lnTo>
                <a:lnTo>
                  <a:pt x="607706" y="305348"/>
                </a:lnTo>
                <a:close/>
                <a:moveTo>
                  <a:pt x="623628" y="303011"/>
                </a:moveTo>
                <a:lnTo>
                  <a:pt x="622952" y="302888"/>
                </a:lnTo>
                <a:lnTo>
                  <a:pt x="622286" y="302744"/>
                </a:lnTo>
                <a:lnTo>
                  <a:pt x="621632" y="302577"/>
                </a:lnTo>
                <a:lnTo>
                  <a:pt x="620987" y="302388"/>
                </a:lnTo>
                <a:lnTo>
                  <a:pt x="620354" y="302176"/>
                </a:lnTo>
                <a:lnTo>
                  <a:pt x="619730" y="301943"/>
                </a:lnTo>
                <a:lnTo>
                  <a:pt x="619118" y="301687"/>
                </a:lnTo>
                <a:lnTo>
                  <a:pt x="618516" y="301409"/>
                </a:lnTo>
                <a:lnTo>
                  <a:pt x="617924" y="301109"/>
                </a:lnTo>
                <a:lnTo>
                  <a:pt x="617343" y="300786"/>
                </a:lnTo>
                <a:lnTo>
                  <a:pt x="616773" y="300441"/>
                </a:lnTo>
                <a:lnTo>
                  <a:pt x="616213" y="300074"/>
                </a:lnTo>
                <a:lnTo>
                  <a:pt x="615664" y="299685"/>
                </a:lnTo>
                <a:lnTo>
                  <a:pt x="615126" y="299273"/>
                </a:lnTo>
                <a:lnTo>
                  <a:pt x="614597" y="298840"/>
                </a:lnTo>
                <a:lnTo>
                  <a:pt x="614080" y="298384"/>
                </a:lnTo>
                <a:lnTo>
                  <a:pt x="613573" y="297905"/>
                </a:lnTo>
                <a:lnTo>
                  <a:pt x="613077" y="297405"/>
                </a:lnTo>
                <a:lnTo>
                  <a:pt x="612591" y="296882"/>
                </a:lnTo>
                <a:lnTo>
                  <a:pt x="612120" y="296336"/>
                </a:lnTo>
                <a:lnTo>
                  <a:pt x="611670" y="295765"/>
                </a:lnTo>
                <a:lnTo>
                  <a:pt x="611239" y="295170"/>
                </a:lnTo>
                <a:lnTo>
                  <a:pt x="610829" y="294551"/>
                </a:lnTo>
                <a:lnTo>
                  <a:pt x="610439" y="293907"/>
                </a:lnTo>
                <a:lnTo>
                  <a:pt x="610068" y="293238"/>
                </a:lnTo>
                <a:lnTo>
                  <a:pt x="609718" y="292545"/>
                </a:lnTo>
                <a:lnTo>
                  <a:pt x="609388" y="291828"/>
                </a:lnTo>
                <a:lnTo>
                  <a:pt x="609077" y="291086"/>
                </a:lnTo>
                <a:lnTo>
                  <a:pt x="608787" y="290319"/>
                </a:lnTo>
                <a:lnTo>
                  <a:pt x="608517" y="289529"/>
                </a:lnTo>
                <a:lnTo>
                  <a:pt x="608266" y="288713"/>
                </a:lnTo>
                <a:lnTo>
                  <a:pt x="608036" y="287874"/>
                </a:lnTo>
                <a:lnTo>
                  <a:pt x="607826" y="287009"/>
                </a:lnTo>
                <a:lnTo>
                  <a:pt x="607636" y="286121"/>
                </a:lnTo>
                <a:lnTo>
                  <a:pt x="607466" y="285207"/>
                </a:lnTo>
                <a:lnTo>
                  <a:pt x="607315" y="284270"/>
                </a:lnTo>
                <a:lnTo>
                  <a:pt x="607185" y="283308"/>
                </a:lnTo>
                <a:lnTo>
                  <a:pt x="607075" y="282321"/>
                </a:lnTo>
                <a:lnTo>
                  <a:pt x="606985" y="281310"/>
                </a:lnTo>
                <a:lnTo>
                  <a:pt x="606915" y="280274"/>
                </a:lnTo>
                <a:lnTo>
                  <a:pt x="606865" y="279214"/>
                </a:lnTo>
                <a:lnTo>
                  <a:pt x="606835" y="278130"/>
                </a:lnTo>
                <a:lnTo>
                  <a:pt x="606825" y="277021"/>
                </a:lnTo>
                <a:lnTo>
                  <a:pt x="606825" y="267731"/>
                </a:lnTo>
                <a:lnTo>
                  <a:pt x="606830" y="266911"/>
                </a:lnTo>
                <a:lnTo>
                  <a:pt x="606845" y="266105"/>
                </a:lnTo>
                <a:lnTo>
                  <a:pt x="606870" y="265314"/>
                </a:lnTo>
                <a:lnTo>
                  <a:pt x="606905" y="264537"/>
                </a:lnTo>
                <a:lnTo>
                  <a:pt x="606950" y="263774"/>
                </a:lnTo>
                <a:lnTo>
                  <a:pt x="607005" y="263026"/>
                </a:lnTo>
                <a:lnTo>
                  <a:pt x="607070" y="262293"/>
                </a:lnTo>
                <a:lnTo>
                  <a:pt x="607145" y="261574"/>
                </a:lnTo>
                <a:lnTo>
                  <a:pt x="607230" y="260869"/>
                </a:lnTo>
                <a:lnTo>
                  <a:pt x="607325" y="260179"/>
                </a:lnTo>
                <a:lnTo>
                  <a:pt x="607431" y="259503"/>
                </a:lnTo>
                <a:lnTo>
                  <a:pt x="607546" y="258842"/>
                </a:lnTo>
                <a:lnTo>
                  <a:pt x="607671" y="258195"/>
                </a:lnTo>
                <a:lnTo>
                  <a:pt x="607806" y="257563"/>
                </a:lnTo>
                <a:lnTo>
                  <a:pt x="607951" y="256945"/>
                </a:lnTo>
                <a:lnTo>
                  <a:pt x="608106" y="256341"/>
                </a:lnTo>
                <a:lnTo>
                  <a:pt x="608271" y="255752"/>
                </a:lnTo>
                <a:lnTo>
                  <a:pt x="608447" y="255178"/>
                </a:lnTo>
                <a:lnTo>
                  <a:pt x="608632" y="254618"/>
                </a:lnTo>
                <a:lnTo>
                  <a:pt x="608827" y="254072"/>
                </a:lnTo>
                <a:lnTo>
                  <a:pt x="609032" y="253541"/>
                </a:lnTo>
                <a:lnTo>
                  <a:pt x="609247" y="253025"/>
                </a:lnTo>
                <a:lnTo>
                  <a:pt x="609473" y="252522"/>
                </a:lnTo>
                <a:lnTo>
                  <a:pt x="609708" y="252035"/>
                </a:lnTo>
                <a:lnTo>
                  <a:pt x="609951" y="251547"/>
                </a:lnTo>
                <a:lnTo>
                  <a:pt x="610201" y="251071"/>
                </a:lnTo>
                <a:lnTo>
                  <a:pt x="610456" y="250608"/>
                </a:lnTo>
                <a:lnTo>
                  <a:pt x="610718" y="250157"/>
                </a:lnTo>
                <a:lnTo>
                  <a:pt x="610986" y="249718"/>
                </a:lnTo>
                <a:lnTo>
                  <a:pt x="611259" y="249292"/>
                </a:lnTo>
                <a:lnTo>
                  <a:pt x="611539" y="248877"/>
                </a:lnTo>
                <a:lnTo>
                  <a:pt x="611826" y="248475"/>
                </a:lnTo>
                <a:lnTo>
                  <a:pt x="612118" y="248085"/>
                </a:lnTo>
                <a:lnTo>
                  <a:pt x="612416" y="247708"/>
                </a:lnTo>
                <a:lnTo>
                  <a:pt x="612721" y="247342"/>
                </a:lnTo>
                <a:lnTo>
                  <a:pt x="613031" y="246989"/>
                </a:lnTo>
                <a:lnTo>
                  <a:pt x="613348" y="246648"/>
                </a:lnTo>
                <a:lnTo>
                  <a:pt x="613671" y="246320"/>
                </a:lnTo>
                <a:lnTo>
                  <a:pt x="614000" y="246003"/>
                </a:lnTo>
                <a:lnTo>
                  <a:pt x="614335" y="245699"/>
                </a:lnTo>
                <a:lnTo>
                  <a:pt x="614676" y="245407"/>
                </a:lnTo>
                <a:lnTo>
                  <a:pt x="615023" y="245127"/>
                </a:lnTo>
                <a:lnTo>
                  <a:pt x="615377" y="244860"/>
                </a:lnTo>
                <a:lnTo>
                  <a:pt x="615736" y="244605"/>
                </a:lnTo>
                <a:lnTo>
                  <a:pt x="616102" y="244362"/>
                </a:lnTo>
                <a:lnTo>
                  <a:pt x="616474" y="244131"/>
                </a:lnTo>
                <a:lnTo>
                  <a:pt x="616852" y="243912"/>
                </a:lnTo>
                <a:lnTo>
                  <a:pt x="617236" y="243706"/>
                </a:lnTo>
                <a:lnTo>
                  <a:pt x="617624" y="243497"/>
                </a:lnTo>
                <a:lnTo>
                  <a:pt x="618014" y="243297"/>
                </a:lnTo>
                <a:lnTo>
                  <a:pt x="618407" y="243105"/>
                </a:lnTo>
                <a:lnTo>
                  <a:pt x="618802" y="242923"/>
                </a:lnTo>
                <a:lnTo>
                  <a:pt x="619199" y="242749"/>
                </a:lnTo>
                <a:lnTo>
                  <a:pt x="619598" y="242585"/>
                </a:lnTo>
                <a:lnTo>
                  <a:pt x="620000" y="242429"/>
                </a:lnTo>
                <a:lnTo>
                  <a:pt x="620404" y="242282"/>
                </a:lnTo>
                <a:lnTo>
                  <a:pt x="620810" y="242144"/>
                </a:lnTo>
                <a:lnTo>
                  <a:pt x="621218" y="242015"/>
                </a:lnTo>
                <a:lnTo>
                  <a:pt x="621628" y="241895"/>
                </a:lnTo>
                <a:lnTo>
                  <a:pt x="622041" y="241784"/>
                </a:lnTo>
                <a:lnTo>
                  <a:pt x="622456" y="241681"/>
                </a:lnTo>
                <a:lnTo>
                  <a:pt x="622873" y="241588"/>
                </a:lnTo>
                <a:lnTo>
                  <a:pt x="623292" y="241504"/>
                </a:lnTo>
                <a:lnTo>
                  <a:pt x="623714" y="241428"/>
                </a:lnTo>
                <a:lnTo>
                  <a:pt x="624137" y="241361"/>
                </a:lnTo>
                <a:lnTo>
                  <a:pt x="624563" y="241303"/>
                </a:lnTo>
                <a:lnTo>
                  <a:pt x="624992" y="241254"/>
                </a:lnTo>
                <a:lnTo>
                  <a:pt x="625422" y="241214"/>
                </a:lnTo>
                <a:lnTo>
                  <a:pt x="625855" y="241183"/>
                </a:lnTo>
                <a:lnTo>
                  <a:pt x="626290" y="241161"/>
                </a:lnTo>
                <a:lnTo>
                  <a:pt x="626727" y="241148"/>
                </a:lnTo>
                <a:lnTo>
                  <a:pt x="627166" y="241143"/>
                </a:lnTo>
                <a:lnTo>
                  <a:pt x="627618" y="241148"/>
                </a:lnTo>
                <a:lnTo>
                  <a:pt x="628067" y="241162"/>
                </a:lnTo>
                <a:lnTo>
                  <a:pt x="628513" y="241186"/>
                </a:lnTo>
                <a:lnTo>
                  <a:pt x="628955" y="241219"/>
                </a:lnTo>
                <a:lnTo>
                  <a:pt x="629394" y="241261"/>
                </a:lnTo>
                <a:lnTo>
                  <a:pt x="629829" y="241313"/>
                </a:lnTo>
                <a:lnTo>
                  <a:pt x="630261" y="241375"/>
                </a:lnTo>
                <a:lnTo>
                  <a:pt x="630690" y="241446"/>
                </a:lnTo>
                <a:lnTo>
                  <a:pt x="631115" y="241526"/>
                </a:lnTo>
                <a:lnTo>
                  <a:pt x="631538" y="241616"/>
                </a:lnTo>
                <a:lnTo>
                  <a:pt x="631956" y="241715"/>
                </a:lnTo>
                <a:lnTo>
                  <a:pt x="632372" y="241824"/>
                </a:lnTo>
                <a:lnTo>
                  <a:pt x="632784" y="241942"/>
                </a:lnTo>
                <a:lnTo>
                  <a:pt x="633193" y="242070"/>
                </a:lnTo>
                <a:lnTo>
                  <a:pt x="633598" y="242207"/>
                </a:lnTo>
                <a:lnTo>
                  <a:pt x="634000" y="242353"/>
                </a:lnTo>
                <a:lnTo>
                  <a:pt x="634399" y="242509"/>
                </a:lnTo>
                <a:lnTo>
                  <a:pt x="634794" y="242675"/>
                </a:lnTo>
                <a:lnTo>
                  <a:pt x="635186" y="242850"/>
                </a:lnTo>
                <a:lnTo>
                  <a:pt x="635575" y="243034"/>
                </a:lnTo>
                <a:lnTo>
                  <a:pt x="635961" y="243228"/>
                </a:lnTo>
                <a:lnTo>
                  <a:pt x="636343" y="243431"/>
                </a:lnTo>
                <a:lnTo>
                  <a:pt x="636721" y="243644"/>
                </a:lnTo>
                <a:lnTo>
                  <a:pt x="637097" y="243866"/>
                </a:lnTo>
                <a:lnTo>
                  <a:pt x="637481" y="244085"/>
                </a:lnTo>
                <a:lnTo>
                  <a:pt x="637858" y="244315"/>
                </a:lnTo>
                <a:lnTo>
                  <a:pt x="638228" y="244557"/>
                </a:lnTo>
                <a:lnTo>
                  <a:pt x="638592" y="244809"/>
                </a:lnTo>
                <a:lnTo>
                  <a:pt x="638949" y="245073"/>
                </a:lnTo>
                <a:lnTo>
                  <a:pt x="639299" y="245348"/>
                </a:lnTo>
                <a:lnTo>
                  <a:pt x="639643" y="245633"/>
                </a:lnTo>
                <a:lnTo>
                  <a:pt x="639980" y="245930"/>
                </a:lnTo>
                <a:lnTo>
                  <a:pt x="640310" y="246239"/>
                </a:lnTo>
                <a:lnTo>
                  <a:pt x="640634" y="246558"/>
                </a:lnTo>
                <a:lnTo>
                  <a:pt x="640951" y="246888"/>
                </a:lnTo>
                <a:lnTo>
                  <a:pt x="641261" y="247230"/>
                </a:lnTo>
                <a:lnTo>
                  <a:pt x="641565" y="247582"/>
                </a:lnTo>
                <a:lnTo>
                  <a:pt x="641862" y="247946"/>
                </a:lnTo>
                <a:lnTo>
                  <a:pt x="642152" y="248321"/>
                </a:lnTo>
                <a:lnTo>
                  <a:pt x="642436" y="248707"/>
                </a:lnTo>
                <a:lnTo>
                  <a:pt x="642713" y="249104"/>
                </a:lnTo>
                <a:lnTo>
                  <a:pt x="642983" y="249512"/>
                </a:lnTo>
                <a:lnTo>
                  <a:pt x="643247" y="249931"/>
                </a:lnTo>
                <a:lnTo>
                  <a:pt x="643503" y="250362"/>
                </a:lnTo>
                <a:lnTo>
                  <a:pt x="643754" y="250803"/>
                </a:lnTo>
                <a:lnTo>
                  <a:pt x="643997" y="251256"/>
                </a:lnTo>
                <a:lnTo>
                  <a:pt x="644234" y="251720"/>
                </a:lnTo>
                <a:lnTo>
                  <a:pt x="644464" y="252195"/>
                </a:lnTo>
                <a:lnTo>
                  <a:pt x="644687" y="252682"/>
                </a:lnTo>
                <a:lnTo>
                  <a:pt x="644899" y="253184"/>
                </a:lnTo>
                <a:lnTo>
                  <a:pt x="645103" y="253699"/>
                </a:lnTo>
                <a:lnTo>
                  <a:pt x="645296" y="254228"/>
                </a:lnTo>
                <a:lnTo>
                  <a:pt x="645481" y="254771"/>
                </a:lnTo>
                <a:lnTo>
                  <a:pt x="645656" y="255328"/>
                </a:lnTo>
                <a:lnTo>
                  <a:pt x="645821" y="255899"/>
                </a:lnTo>
                <a:lnTo>
                  <a:pt x="645977" y="256484"/>
                </a:lnTo>
                <a:lnTo>
                  <a:pt x="646124" y="257082"/>
                </a:lnTo>
                <a:lnTo>
                  <a:pt x="646261" y="257695"/>
                </a:lnTo>
                <a:lnTo>
                  <a:pt x="646388" y="258322"/>
                </a:lnTo>
                <a:lnTo>
                  <a:pt x="646507" y="258962"/>
                </a:lnTo>
                <a:lnTo>
                  <a:pt x="646615" y="259616"/>
                </a:lnTo>
                <a:lnTo>
                  <a:pt x="646715" y="260284"/>
                </a:lnTo>
                <a:lnTo>
                  <a:pt x="646804" y="260967"/>
                </a:lnTo>
                <a:lnTo>
                  <a:pt x="646885" y="261663"/>
                </a:lnTo>
                <a:lnTo>
                  <a:pt x="646956" y="262372"/>
                </a:lnTo>
                <a:lnTo>
                  <a:pt x="647017" y="263096"/>
                </a:lnTo>
                <a:lnTo>
                  <a:pt x="647069" y="263834"/>
                </a:lnTo>
                <a:lnTo>
                  <a:pt x="647112" y="264586"/>
                </a:lnTo>
                <a:lnTo>
                  <a:pt x="647145" y="265351"/>
                </a:lnTo>
                <a:lnTo>
                  <a:pt x="647168" y="266131"/>
                </a:lnTo>
                <a:lnTo>
                  <a:pt x="647183" y="266924"/>
                </a:lnTo>
                <a:lnTo>
                  <a:pt x="647187" y="267731"/>
                </a:lnTo>
                <a:lnTo>
                  <a:pt x="647187" y="277021"/>
                </a:lnTo>
                <a:lnTo>
                  <a:pt x="647178" y="278130"/>
                </a:lnTo>
                <a:lnTo>
                  <a:pt x="647148" y="279214"/>
                </a:lnTo>
                <a:lnTo>
                  <a:pt x="647100" y="280274"/>
                </a:lnTo>
                <a:lnTo>
                  <a:pt x="647032" y="281310"/>
                </a:lnTo>
                <a:lnTo>
                  <a:pt x="646944" y="282321"/>
                </a:lnTo>
                <a:lnTo>
                  <a:pt x="646837" y="283308"/>
                </a:lnTo>
                <a:lnTo>
                  <a:pt x="646710" y="284270"/>
                </a:lnTo>
                <a:lnTo>
                  <a:pt x="646564" y="285207"/>
                </a:lnTo>
                <a:lnTo>
                  <a:pt x="646399" y="286121"/>
                </a:lnTo>
                <a:lnTo>
                  <a:pt x="646214" y="287009"/>
                </a:lnTo>
                <a:lnTo>
                  <a:pt x="646010" y="287874"/>
                </a:lnTo>
                <a:lnTo>
                  <a:pt x="645786" y="288713"/>
                </a:lnTo>
                <a:lnTo>
                  <a:pt x="645543" y="289529"/>
                </a:lnTo>
                <a:lnTo>
                  <a:pt x="645280" y="290319"/>
                </a:lnTo>
                <a:lnTo>
                  <a:pt x="644998" y="291086"/>
                </a:lnTo>
                <a:lnTo>
                  <a:pt x="644696" y="291828"/>
                </a:lnTo>
                <a:lnTo>
                  <a:pt x="644375" y="292545"/>
                </a:lnTo>
                <a:lnTo>
                  <a:pt x="644034" y="293238"/>
                </a:lnTo>
                <a:lnTo>
                  <a:pt x="643674" y="293907"/>
                </a:lnTo>
                <a:lnTo>
                  <a:pt x="643294" y="294551"/>
                </a:lnTo>
                <a:lnTo>
                  <a:pt x="642895" y="295170"/>
                </a:lnTo>
                <a:lnTo>
                  <a:pt x="642477" y="295765"/>
                </a:lnTo>
                <a:lnTo>
                  <a:pt x="642039" y="296336"/>
                </a:lnTo>
                <a:lnTo>
                  <a:pt x="641581" y="296882"/>
                </a:lnTo>
                <a:lnTo>
                  <a:pt x="641109" y="297405"/>
                </a:lnTo>
                <a:lnTo>
                  <a:pt x="640625" y="297905"/>
                </a:lnTo>
                <a:lnTo>
                  <a:pt x="640130" y="298384"/>
                </a:lnTo>
                <a:lnTo>
                  <a:pt x="639624" y="298840"/>
                </a:lnTo>
                <a:lnTo>
                  <a:pt x="639107" y="299273"/>
                </a:lnTo>
                <a:lnTo>
                  <a:pt x="638578" y="299685"/>
                </a:lnTo>
                <a:lnTo>
                  <a:pt x="638039" y="300074"/>
                </a:lnTo>
                <a:lnTo>
                  <a:pt x="637488" y="300441"/>
                </a:lnTo>
                <a:lnTo>
                  <a:pt x="636927" y="300786"/>
                </a:lnTo>
                <a:lnTo>
                  <a:pt x="636354" y="301109"/>
                </a:lnTo>
                <a:lnTo>
                  <a:pt x="635770" y="301409"/>
                </a:lnTo>
                <a:lnTo>
                  <a:pt x="635175" y="301687"/>
                </a:lnTo>
                <a:lnTo>
                  <a:pt x="634568" y="301943"/>
                </a:lnTo>
                <a:lnTo>
                  <a:pt x="633951" y="302176"/>
                </a:lnTo>
                <a:lnTo>
                  <a:pt x="633323" y="302388"/>
                </a:lnTo>
                <a:lnTo>
                  <a:pt x="632683" y="302577"/>
                </a:lnTo>
                <a:lnTo>
                  <a:pt x="632032" y="302744"/>
                </a:lnTo>
                <a:lnTo>
                  <a:pt x="631371" y="302888"/>
                </a:lnTo>
                <a:lnTo>
                  <a:pt x="630698" y="303011"/>
                </a:lnTo>
                <a:lnTo>
                  <a:pt x="630014" y="303111"/>
                </a:lnTo>
                <a:lnTo>
                  <a:pt x="629319" y="303189"/>
                </a:lnTo>
                <a:lnTo>
                  <a:pt x="628612" y="303244"/>
                </a:lnTo>
                <a:lnTo>
                  <a:pt x="627895" y="303278"/>
                </a:lnTo>
                <a:lnTo>
                  <a:pt x="627166" y="303289"/>
                </a:lnTo>
                <a:lnTo>
                  <a:pt x="626437" y="303278"/>
                </a:lnTo>
                <a:lnTo>
                  <a:pt x="625719" y="303244"/>
                </a:lnTo>
                <a:lnTo>
                  <a:pt x="625011" y="303189"/>
                </a:lnTo>
                <a:lnTo>
                  <a:pt x="624314" y="303111"/>
                </a:lnTo>
                <a:lnTo>
                  <a:pt x="623628" y="303011"/>
                </a:lnTo>
                <a:close/>
                <a:moveTo>
                  <a:pt x="877643" y="300886"/>
                </a:moveTo>
                <a:lnTo>
                  <a:pt x="877643" y="313219"/>
                </a:lnTo>
                <a:lnTo>
                  <a:pt x="900707" y="313219"/>
                </a:lnTo>
                <a:lnTo>
                  <a:pt x="916884" y="313219"/>
                </a:lnTo>
                <a:lnTo>
                  <a:pt x="950360" y="313219"/>
                </a:lnTo>
                <a:lnTo>
                  <a:pt x="950360" y="300886"/>
                </a:lnTo>
                <a:lnTo>
                  <a:pt x="916884" y="300886"/>
                </a:lnTo>
                <a:lnTo>
                  <a:pt x="916884" y="243866"/>
                </a:lnTo>
                <a:lnTo>
                  <a:pt x="949399" y="243866"/>
                </a:lnTo>
                <a:lnTo>
                  <a:pt x="949399" y="231373"/>
                </a:lnTo>
                <a:lnTo>
                  <a:pt x="916884" y="231373"/>
                </a:lnTo>
                <a:lnTo>
                  <a:pt x="916884" y="224325"/>
                </a:lnTo>
                <a:lnTo>
                  <a:pt x="916889" y="223797"/>
                </a:lnTo>
                <a:lnTo>
                  <a:pt x="916902" y="223279"/>
                </a:lnTo>
                <a:lnTo>
                  <a:pt x="916924" y="222771"/>
                </a:lnTo>
                <a:lnTo>
                  <a:pt x="916955" y="222274"/>
                </a:lnTo>
                <a:lnTo>
                  <a:pt x="916995" y="221788"/>
                </a:lnTo>
                <a:lnTo>
                  <a:pt x="917044" y="221312"/>
                </a:lnTo>
                <a:lnTo>
                  <a:pt x="917102" y="220847"/>
                </a:lnTo>
                <a:lnTo>
                  <a:pt x="917169" y="220392"/>
                </a:lnTo>
                <a:lnTo>
                  <a:pt x="917245" y="219948"/>
                </a:lnTo>
                <a:lnTo>
                  <a:pt x="917329" y="219515"/>
                </a:lnTo>
                <a:lnTo>
                  <a:pt x="917423" y="219092"/>
                </a:lnTo>
                <a:lnTo>
                  <a:pt x="917525" y="218679"/>
                </a:lnTo>
                <a:lnTo>
                  <a:pt x="917636" y="218278"/>
                </a:lnTo>
                <a:lnTo>
                  <a:pt x="917756" y="217886"/>
                </a:lnTo>
                <a:lnTo>
                  <a:pt x="917885" y="217506"/>
                </a:lnTo>
                <a:lnTo>
                  <a:pt x="918023" y="217136"/>
                </a:lnTo>
                <a:lnTo>
                  <a:pt x="918170" y="216776"/>
                </a:lnTo>
                <a:lnTo>
                  <a:pt x="918326" y="216427"/>
                </a:lnTo>
                <a:lnTo>
                  <a:pt x="918490" y="216089"/>
                </a:lnTo>
                <a:lnTo>
                  <a:pt x="918664" y="215761"/>
                </a:lnTo>
                <a:lnTo>
                  <a:pt x="918846" y="215444"/>
                </a:lnTo>
                <a:lnTo>
                  <a:pt x="919038" y="215137"/>
                </a:lnTo>
                <a:lnTo>
                  <a:pt x="919238" y="214841"/>
                </a:lnTo>
                <a:lnTo>
                  <a:pt x="919447" y="214555"/>
                </a:lnTo>
                <a:lnTo>
                  <a:pt x="919677" y="214278"/>
                </a:lnTo>
                <a:lnTo>
                  <a:pt x="919913" y="214009"/>
                </a:lnTo>
                <a:lnTo>
                  <a:pt x="920155" y="213747"/>
                </a:lnTo>
                <a:lnTo>
                  <a:pt x="920404" y="213492"/>
                </a:lnTo>
                <a:lnTo>
                  <a:pt x="920658" y="213244"/>
                </a:lnTo>
                <a:lnTo>
                  <a:pt x="920919" y="213003"/>
                </a:lnTo>
                <a:lnTo>
                  <a:pt x="921185" y="212770"/>
                </a:lnTo>
                <a:lnTo>
                  <a:pt x="921458" y="212544"/>
                </a:lnTo>
                <a:lnTo>
                  <a:pt x="921737" y="212325"/>
                </a:lnTo>
                <a:lnTo>
                  <a:pt x="922022" y="212114"/>
                </a:lnTo>
                <a:lnTo>
                  <a:pt x="922313" y="211909"/>
                </a:lnTo>
                <a:lnTo>
                  <a:pt x="922610" y="211712"/>
                </a:lnTo>
                <a:lnTo>
                  <a:pt x="922914" y="211522"/>
                </a:lnTo>
                <a:lnTo>
                  <a:pt x="923223" y="211339"/>
                </a:lnTo>
                <a:lnTo>
                  <a:pt x="923539" y="211164"/>
                </a:lnTo>
                <a:lnTo>
                  <a:pt x="923860" y="210996"/>
                </a:lnTo>
                <a:lnTo>
                  <a:pt x="924188" y="210835"/>
                </a:lnTo>
                <a:lnTo>
                  <a:pt x="924522" y="210681"/>
                </a:lnTo>
                <a:lnTo>
                  <a:pt x="924862" y="210534"/>
                </a:lnTo>
                <a:lnTo>
                  <a:pt x="925209" y="210395"/>
                </a:lnTo>
                <a:lnTo>
                  <a:pt x="925561" y="210263"/>
                </a:lnTo>
                <a:lnTo>
                  <a:pt x="925919" y="210138"/>
                </a:lnTo>
                <a:lnTo>
                  <a:pt x="926284" y="210021"/>
                </a:lnTo>
                <a:lnTo>
                  <a:pt x="926655" y="209910"/>
                </a:lnTo>
                <a:lnTo>
                  <a:pt x="927029" y="209793"/>
                </a:lnTo>
                <a:lnTo>
                  <a:pt x="927406" y="209680"/>
                </a:lnTo>
                <a:lnTo>
                  <a:pt x="927786" y="209572"/>
                </a:lnTo>
                <a:lnTo>
                  <a:pt x="928167" y="209470"/>
                </a:lnTo>
                <a:lnTo>
                  <a:pt x="928551" y="209372"/>
                </a:lnTo>
                <a:lnTo>
                  <a:pt x="928937" y="209280"/>
                </a:lnTo>
                <a:lnTo>
                  <a:pt x="929325" y="209192"/>
                </a:lnTo>
                <a:lnTo>
                  <a:pt x="929716" y="209109"/>
                </a:lnTo>
                <a:lnTo>
                  <a:pt x="930108" y="209032"/>
                </a:lnTo>
                <a:lnTo>
                  <a:pt x="930503" y="208959"/>
                </a:lnTo>
                <a:lnTo>
                  <a:pt x="930900" y="208892"/>
                </a:lnTo>
                <a:lnTo>
                  <a:pt x="931299" y="208829"/>
                </a:lnTo>
                <a:lnTo>
                  <a:pt x="931701" y="208772"/>
                </a:lnTo>
                <a:lnTo>
                  <a:pt x="932105" y="208719"/>
                </a:lnTo>
                <a:lnTo>
                  <a:pt x="932511" y="208671"/>
                </a:lnTo>
                <a:lnTo>
                  <a:pt x="932919" y="208629"/>
                </a:lnTo>
                <a:lnTo>
                  <a:pt x="933329" y="208591"/>
                </a:lnTo>
                <a:lnTo>
                  <a:pt x="933742" y="208559"/>
                </a:lnTo>
                <a:lnTo>
                  <a:pt x="934157" y="208531"/>
                </a:lnTo>
                <a:lnTo>
                  <a:pt x="934574" y="208509"/>
                </a:lnTo>
                <a:lnTo>
                  <a:pt x="934993" y="208491"/>
                </a:lnTo>
                <a:lnTo>
                  <a:pt x="935415" y="208479"/>
                </a:lnTo>
                <a:lnTo>
                  <a:pt x="935839" y="208471"/>
                </a:lnTo>
                <a:lnTo>
                  <a:pt x="936265" y="208469"/>
                </a:lnTo>
                <a:lnTo>
                  <a:pt x="936624" y="208471"/>
                </a:lnTo>
                <a:lnTo>
                  <a:pt x="936982" y="208476"/>
                </a:lnTo>
                <a:lnTo>
                  <a:pt x="937338" y="208486"/>
                </a:lnTo>
                <a:lnTo>
                  <a:pt x="937693" y="208500"/>
                </a:lnTo>
                <a:lnTo>
                  <a:pt x="938046" y="208517"/>
                </a:lnTo>
                <a:lnTo>
                  <a:pt x="938397" y="208539"/>
                </a:lnTo>
                <a:lnTo>
                  <a:pt x="938746" y="208564"/>
                </a:lnTo>
                <a:lnTo>
                  <a:pt x="939094" y="208593"/>
                </a:lnTo>
                <a:lnTo>
                  <a:pt x="939441" y="208626"/>
                </a:lnTo>
                <a:lnTo>
                  <a:pt x="939785" y="208663"/>
                </a:lnTo>
                <a:lnTo>
                  <a:pt x="940128" y="208704"/>
                </a:lnTo>
                <a:lnTo>
                  <a:pt x="940469" y="208749"/>
                </a:lnTo>
                <a:lnTo>
                  <a:pt x="940809" y="208798"/>
                </a:lnTo>
                <a:lnTo>
                  <a:pt x="941146" y="208850"/>
                </a:lnTo>
                <a:lnTo>
                  <a:pt x="941483" y="208907"/>
                </a:lnTo>
                <a:lnTo>
                  <a:pt x="941817" y="208967"/>
                </a:lnTo>
                <a:lnTo>
                  <a:pt x="942150" y="209031"/>
                </a:lnTo>
                <a:lnTo>
                  <a:pt x="942481" y="209099"/>
                </a:lnTo>
                <a:lnTo>
                  <a:pt x="942811" y="209171"/>
                </a:lnTo>
                <a:lnTo>
                  <a:pt x="943139" y="209247"/>
                </a:lnTo>
                <a:lnTo>
                  <a:pt x="943465" y="209327"/>
                </a:lnTo>
                <a:lnTo>
                  <a:pt x="943789" y="209411"/>
                </a:lnTo>
                <a:lnTo>
                  <a:pt x="944112" y="209498"/>
                </a:lnTo>
                <a:lnTo>
                  <a:pt x="944433" y="209590"/>
                </a:lnTo>
                <a:lnTo>
                  <a:pt x="944753" y="209671"/>
                </a:lnTo>
                <a:lnTo>
                  <a:pt x="945070" y="209752"/>
                </a:lnTo>
                <a:lnTo>
                  <a:pt x="945384" y="209835"/>
                </a:lnTo>
                <a:lnTo>
                  <a:pt x="945697" y="209919"/>
                </a:lnTo>
                <a:lnTo>
                  <a:pt x="946007" y="210004"/>
                </a:lnTo>
                <a:lnTo>
                  <a:pt x="946315" y="210090"/>
                </a:lnTo>
                <a:lnTo>
                  <a:pt x="946621" y="210178"/>
                </a:lnTo>
                <a:lnTo>
                  <a:pt x="946925" y="210266"/>
                </a:lnTo>
                <a:lnTo>
                  <a:pt x="947226" y="210356"/>
                </a:lnTo>
                <a:lnTo>
                  <a:pt x="947525" y="210446"/>
                </a:lnTo>
                <a:lnTo>
                  <a:pt x="947822" y="210538"/>
                </a:lnTo>
                <a:lnTo>
                  <a:pt x="948117" y="210631"/>
                </a:lnTo>
                <a:lnTo>
                  <a:pt x="948410" y="210725"/>
                </a:lnTo>
                <a:lnTo>
                  <a:pt x="948700" y="210820"/>
                </a:lnTo>
                <a:lnTo>
                  <a:pt x="948988" y="210916"/>
                </a:lnTo>
                <a:lnTo>
                  <a:pt x="949274" y="211014"/>
                </a:lnTo>
                <a:lnTo>
                  <a:pt x="949558" y="211112"/>
                </a:lnTo>
                <a:lnTo>
                  <a:pt x="949839" y="211212"/>
                </a:lnTo>
                <a:lnTo>
                  <a:pt x="950118" y="211312"/>
                </a:lnTo>
                <a:lnTo>
                  <a:pt x="950395" y="211414"/>
                </a:lnTo>
                <a:lnTo>
                  <a:pt x="950670" y="211517"/>
                </a:lnTo>
                <a:lnTo>
                  <a:pt x="950942" y="211621"/>
                </a:lnTo>
                <a:lnTo>
                  <a:pt x="951213" y="211726"/>
                </a:lnTo>
                <a:lnTo>
                  <a:pt x="951481" y="211832"/>
                </a:lnTo>
                <a:lnTo>
                  <a:pt x="951481" y="200460"/>
                </a:lnTo>
                <a:lnTo>
                  <a:pt x="951184" y="200315"/>
                </a:lnTo>
                <a:lnTo>
                  <a:pt x="950880" y="200172"/>
                </a:lnTo>
                <a:lnTo>
                  <a:pt x="950570" y="200032"/>
                </a:lnTo>
                <a:lnTo>
                  <a:pt x="950253" y="199895"/>
                </a:lnTo>
                <a:lnTo>
                  <a:pt x="949929" y="199761"/>
                </a:lnTo>
                <a:lnTo>
                  <a:pt x="949599" y="199629"/>
                </a:lnTo>
                <a:lnTo>
                  <a:pt x="949262" y="199501"/>
                </a:lnTo>
                <a:lnTo>
                  <a:pt x="948918" y="199375"/>
                </a:lnTo>
                <a:lnTo>
                  <a:pt x="948568" y="199251"/>
                </a:lnTo>
                <a:lnTo>
                  <a:pt x="948211" y="199131"/>
                </a:lnTo>
                <a:lnTo>
                  <a:pt x="947847" y="199013"/>
                </a:lnTo>
                <a:lnTo>
                  <a:pt x="947477" y="198899"/>
                </a:lnTo>
                <a:lnTo>
                  <a:pt x="947099" y="198787"/>
                </a:lnTo>
                <a:lnTo>
                  <a:pt x="946716" y="198677"/>
                </a:lnTo>
                <a:lnTo>
                  <a:pt x="946325" y="198571"/>
                </a:lnTo>
                <a:lnTo>
                  <a:pt x="945928" y="198467"/>
                </a:lnTo>
                <a:lnTo>
                  <a:pt x="945524" y="198366"/>
                </a:lnTo>
                <a:lnTo>
                  <a:pt x="945114" y="198268"/>
                </a:lnTo>
                <a:lnTo>
                  <a:pt x="944697" y="198173"/>
                </a:lnTo>
                <a:lnTo>
                  <a:pt x="944273" y="198080"/>
                </a:lnTo>
                <a:lnTo>
                  <a:pt x="943843" y="197990"/>
                </a:lnTo>
                <a:lnTo>
                  <a:pt x="943406" y="197903"/>
                </a:lnTo>
                <a:lnTo>
                  <a:pt x="942962" y="197819"/>
                </a:lnTo>
                <a:lnTo>
                  <a:pt x="942511" y="197737"/>
                </a:lnTo>
                <a:lnTo>
                  <a:pt x="942059" y="197646"/>
                </a:lnTo>
                <a:lnTo>
                  <a:pt x="941608" y="197558"/>
                </a:lnTo>
                <a:lnTo>
                  <a:pt x="941160" y="197475"/>
                </a:lnTo>
                <a:lnTo>
                  <a:pt x="940714" y="197395"/>
                </a:lnTo>
                <a:lnTo>
                  <a:pt x="940270" y="197319"/>
                </a:lnTo>
                <a:lnTo>
                  <a:pt x="939828" y="197247"/>
                </a:lnTo>
                <a:lnTo>
                  <a:pt x="939389" y="197179"/>
                </a:lnTo>
                <a:lnTo>
                  <a:pt x="938952" y="197114"/>
                </a:lnTo>
                <a:lnTo>
                  <a:pt x="938517" y="197054"/>
                </a:lnTo>
                <a:lnTo>
                  <a:pt x="938084" y="196998"/>
                </a:lnTo>
                <a:lnTo>
                  <a:pt x="937654" y="196945"/>
                </a:lnTo>
                <a:lnTo>
                  <a:pt x="937226" y="196896"/>
                </a:lnTo>
                <a:lnTo>
                  <a:pt x="936800" y="196852"/>
                </a:lnTo>
                <a:lnTo>
                  <a:pt x="936376" y="196811"/>
                </a:lnTo>
                <a:lnTo>
                  <a:pt x="935954" y="196774"/>
                </a:lnTo>
                <a:lnTo>
                  <a:pt x="935535" y="196741"/>
                </a:lnTo>
                <a:lnTo>
                  <a:pt x="935118" y="196712"/>
                </a:lnTo>
                <a:lnTo>
                  <a:pt x="934703" y="196686"/>
                </a:lnTo>
                <a:lnTo>
                  <a:pt x="934290" y="196665"/>
                </a:lnTo>
                <a:lnTo>
                  <a:pt x="933880" y="196647"/>
                </a:lnTo>
                <a:lnTo>
                  <a:pt x="933472" y="196634"/>
                </a:lnTo>
                <a:lnTo>
                  <a:pt x="933066" y="196624"/>
                </a:lnTo>
                <a:lnTo>
                  <a:pt x="932662" y="196618"/>
                </a:lnTo>
                <a:lnTo>
                  <a:pt x="932260" y="196616"/>
                </a:lnTo>
                <a:lnTo>
                  <a:pt x="931529" y="196621"/>
                </a:lnTo>
                <a:lnTo>
                  <a:pt x="930803" y="196636"/>
                </a:lnTo>
                <a:lnTo>
                  <a:pt x="930083" y="196661"/>
                </a:lnTo>
                <a:lnTo>
                  <a:pt x="929369" y="196696"/>
                </a:lnTo>
                <a:lnTo>
                  <a:pt x="928659" y="196741"/>
                </a:lnTo>
                <a:lnTo>
                  <a:pt x="927956" y="196796"/>
                </a:lnTo>
                <a:lnTo>
                  <a:pt x="927258" y="196861"/>
                </a:lnTo>
                <a:lnTo>
                  <a:pt x="926566" y="196937"/>
                </a:lnTo>
                <a:lnTo>
                  <a:pt x="925879" y="197022"/>
                </a:lnTo>
                <a:lnTo>
                  <a:pt x="925197" y="197117"/>
                </a:lnTo>
                <a:lnTo>
                  <a:pt x="924522" y="197222"/>
                </a:lnTo>
                <a:lnTo>
                  <a:pt x="923852" y="197337"/>
                </a:lnTo>
                <a:lnTo>
                  <a:pt x="923187" y="197462"/>
                </a:lnTo>
                <a:lnTo>
                  <a:pt x="922528" y="197597"/>
                </a:lnTo>
                <a:lnTo>
                  <a:pt x="921875" y="197742"/>
                </a:lnTo>
                <a:lnTo>
                  <a:pt x="921227" y="197898"/>
                </a:lnTo>
                <a:lnTo>
                  <a:pt x="920584" y="198063"/>
                </a:lnTo>
                <a:lnTo>
                  <a:pt x="919947" y="198238"/>
                </a:lnTo>
                <a:lnTo>
                  <a:pt x="919316" y="198423"/>
                </a:lnTo>
                <a:lnTo>
                  <a:pt x="918691" y="198618"/>
                </a:lnTo>
                <a:lnTo>
                  <a:pt x="918071" y="198824"/>
                </a:lnTo>
                <a:lnTo>
                  <a:pt x="917456" y="199039"/>
                </a:lnTo>
                <a:lnTo>
                  <a:pt x="916847" y="199264"/>
                </a:lnTo>
                <a:lnTo>
                  <a:pt x="916244" y="199499"/>
                </a:lnTo>
                <a:lnTo>
                  <a:pt x="915648" y="199745"/>
                </a:lnTo>
                <a:lnTo>
                  <a:pt x="915063" y="200000"/>
                </a:lnTo>
                <a:lnTo>
                  <a:pt x="914489" y="200265"/>
                </a:lnTo>
                <a:lnTo>
                  <a:pt x="913926" y="200540"/>
                </a:lnTo>
                <a:lnTo>
                  <a:pt x="913372" y="200826"/>
                </a:lnTo>
                <a:lnTo>
                  <a:pt x="912830" y="201121"/>
                </a:lnTo>
                <a:lnTo>
                  <a:pt x="912298" y="201426"/>
                </a:lnTo>
                <a:lnTo>
                  <a:pt x="911777" y="201742"/>
                </a:lnTo>
                <a:lnTo>
                  <a:pt x="911266" y="202067"/>
                </a:lnTo>
                <a:lnTo>
                  <a:pt x="910766" y="202402"/>
                </a:lnTo>
                <a:lnTo>
                  <a:pt x="910276" y="202748"/>
                </a:lnTo>
                <a:lnTo>
                  <a:pt x="909797" y="203103"/>
                </a:lnTo>
                <a:lnTo>
                  <a:pt x="909328" y="203468"/>
                </a:lnTo>
                <a:lnTo>
                  <a:pt x="908870" y="203844"/>
                </a:lnTo>
                <a:lnTo>
                  <a:pt x="908423" y="204229"/>
                </a:lnTo>
                <a:lnTo>
                  <a:pt x="907986" y="204625"/>
                </a:lnTo>
                <a:lnTo>
                  <a:pt x="907560" y="205030"/>
                </a:lnTo>
                <a:lnTo>
                  <a:pt x="907144" y="205446"/>
                </a:lnTo>
                <a:lnTo>
                  <a:pt x="906739" y="205871"/>
                </a:lnTo>
                <a:lnTo>
                  <a:pt x="906344" y="206306"/>
                </a:lnTo>
                <a:lnTo>
                  <a:pt x="905960" y="206752"/>
                </a:lnTo>
                <a:lnTo>
                  <a:pt x="905587" y="207207"/>
                </a:lnTo>
                <a:lnTo>
                  <a:pt x="905224" y="207673"/>
                </a:lnTo>
                <a:lnTo>
                  <a:pt x="904872" y="208148"/>
                </a:lnTo>
                <a:lnTo>
                  <a:pt x="904532" y="208634"/>
                </a:lnTo>
                <a:lnTo>
                  <a:pt x="904206" y="209132"/>
                </a:lnTo>
                <a:lnTo>
                  <a:pt x="903896" y="209640"/>
                </a:lnTo>
                <a:lnTo>
                  <a:pt x="903599" y="210159"/>
                </a:lnTo>
                <a:lnTo>
                  <a:pt x="903317" y="210690"/>
                </a:lnTo>
                <a:lnTo>
                  <a:pt x="903050" y="211232"/>
                </a:lnTo>
                <a:lnTo>
                  <a:pt x="902797" y="211784"/>
                </a:lnTo>
                <a:lnTo>
                  <a:pt x="902558" y="212348"/>
                </a:lnTo>
                <a:lnTo>
                  <a:pt x="902334" y="212923"/>
                </a:lnTo>
                <a:lnTo>
                  <a:pt x="902124" y="213510"/>
                </a:lnTo>
                <a:lnTo>
                  <a:pt x="901929" y="214107"/>
                </a:lnTo>
                <a:lnTo>
                  <a:pt x="901748" y="214715"/>
                </a:lnTo>
                <a:lnTo>
                  <a:pt x="901582" y="215335"/>
                </a:lnTo>
                <a:lnTo>
                  <a:pt x="901430" y="215965"/>
                </a:lnTo>
                <a:lnTo>
                  <a:pt x="901293" y="216607"/>
                </a:lnTo>
                <a:lnTo>
                  <a:pt x="901170" y="217260"/>
                </a:lnTo>
                <a:lnTo>
                  <a:pt x="901061" y="217924"/>
                </a:lnTo>
                <a:lnTo>
                  <a:pt x="900967" y="218599"/>
                </a:lnTo>
                <a:lnTo>
                  <a:pt x="900888" y="219286"/>
                </a:lnTo>
                <a:lnTo>
                  <a:pt x="900823" y="219983"/>
                </a:lnTo>
                <a:lnTo>
                  <a:pt x="900772" y="220692"/>
                </a:lnTo>
                <a:lnTo>
                  <a:pt x="900736" y="221411"/>
                </a:lnTo>
                <a:lnTo>
                  <a:pt x="900714" y="222142"/>
                </a:lnTo>
                <a:lnTo>
                  <a:pt x="900707" y="222884"/>
                </a:lnTo>
                <a:lnTo>
                  <a:pt x="900707" y="231373"/>
                </a:lnTo>
                <a:lnTo>
                  <a:pt x="877803" y="231373"/>
                </a:lnTo>
                <a:lnTo>
                  <a:pt x="877803" y="243866"/>
                </a:lnTo>
                <a:lnTo>
                  <a:pt x="900707" y="243866"/>
                </a:lnTo>
                <a:lnTo>
                  <a:pt x="900707" y="300886"/>
                </a:lnTo>
                <a:lnTo>
                  <a:pt x="877643" y="300886"/>
                </a:lnTo>
                <a:close/>
                <a:moveTo>
                  <a:pt x="568287" y="333881"/>
                </a:moveTo>
                <a:lnTo>
                  <a:pt x="568287" y="322349"/>
                </a:lnTo>
                <a:lnTo>
                  <a:pt x="488202" y="322349"/>
                </a:lnTo>
                <a:lnTo>
                  <a:pt x="488202" y="333881"/>
                </a:lnTo>
                <a:lnTo>
                  <a:pt x="568287" y="333881"/>
                </a:lnTo>
                <a:close/>
                <a:moveTo>
                  <a:pt x="1721713" y="12974"/>
                </a:moveTo>
                <a:lnTo>
                  <a:pt x="1721713" y="0"/>
                </a:lnTo>
                <a:lnTo>
                  <a:pt x="1639706" y="0"/>
                </a:lnTo>
                <a:lnTo>
                  <a:pt x="1639706" y="12974"/>
                </a:lnTo>
                <a:lnTo>
                  <a:pt x="1721713" y="12974"/>
                </a:lnTo>
                <a:close/>
                <a:moveTo>
                  <a:pt x="1721713" y="46929"/>
                </a:moveTo>
                <a:lnTo>
                  <a:pt x="1721713" y="33796"/>
                </a:lnTo>
                <a:lnTo>
                  <a:pt x="1639706" y="33796"/>
                </a:lnTo>
                <a:lnTo>
                  <a:pt x="1639706" y="46929"/>
                </a:lnTo>
                <a:lnTo>
                  <a:pt x="1721713" y="46929"/>
                </a:lnTo>
                <a:close/>
                <a:moveTo>
                  <a:pt x="1565771" y="226888"/>
                </a:moveTo>
                <a:lnTo>
                  <a:pt x="1569455" y="247870"/>
                </a:lnTo>
                <a:lnTo>
                  <a:pt x="1575862" y="247870"/>
                </a:lnTo>
                <a:lnTo>
                  <a:pt x="1579545" y="226888"/>
                </a:lnTo>
                <a:lnTo>
                  <a:pt x="1579545" y="203343"/>
                </a:lnTo>
                <a:lnTo>
                  <a:pt x="1565771" y="203343"/>
                </a:lnTo>
                <a:lnTo>
                  <a:pt x="1565771" y="226888"/>
                </a:lnTo>
                <a:close/>
                <a:moveTo>
                  <a:pt x="1589636" y="226888"/>
                </a:moveTo>
                <a:lnTo>
                  <a:pt x="1593320" y="247870"/>
                </a:lnTo>
                <a:lnTo>
                  <a:pt x="1599727" y="247870"/>
                </a:lnTo>
                <a:lnTo>
                  <a:pt x="1603410" y="226888"/>
                </a:lnTo>
                <a:lnTo>
                  <a:pt x="1603410" y="203343"/>
                </a:lnTo>
                <a:lnTo>
                  <a:pt x="1589636" y="203343"/>
                </a:lnTo>
                <a:lnTo>
                  <a:pt x="1589636" y="226888"/>
                </a:lnTo>
                <a:close/>
                <a:moveTo>
                  <a:pt x="1100201" y="261071"/>
                </a:moveTo>
                <a:lnTo>
                  <a:pt x="1100229" y="260651"/>
                </a:lnTo>
                <a:lnTo>
                  <a:pt x="1100263" y="260233"/>
                </a:lnTo>
                <a:lnTo>
                  <a:pt x="1100302" y="259817"/>
                </a:lnTo>
                <a:lnTo>
                  <a:pt x="1100348" y="259402"/>
                </a:lnTo>
                <a:lnTo>
                  <a:pt x="1100400" y="258989"/>
                </a:lnTo>
                <a:lnTo>
                  <a:pt x="1100458" y="258578"/>
                </a:lnTo>
                <a:lnTo>
                  <a:pt x="1100523" y="258169"/>
                </a:lnTo>
                <a:lnTo>
                  <a:pt x="1100593" y="257761"/>
                </a:lnTo>
                <a:lnTo>
                  <a:pt x="1100669" y="257354"/>
                </a:lnTo>
                <a:lnTo>
                  <a:pt x="1100752" y="256950"/>
                </a:lnTo>
                <a:lnTo>
                  <a:pt x="1100841" y="256547"/>
                </a:lnTo>
                <a:lnTo>
                  <a:pt x="1100935" y="256146"/>
                </a:lnTo>
                <a:lnTo>
                  <a:pt x="1101036" y="255746"/>
                </a:lnTo>
                <a:lnTo>
                  <a:pt x="1101143" y="255348"/>
                </a:lnTo>
                <a:lnTo>
                  <a:pt x="1101257" y="254952"/>
                </a:lnTo>
                <a:lnTo>
                  <a:pt x="1101376" y="254557"/>
                </a:lnTo>
                <a:lnTo>
                  <a:pt x="1101501" y="254164"/>
                </a:lnTo>
                <a:lnTo>
                  <a:pt x="1101633" y="253773"/>
                </a:lnTo>
                <a:lnTo>
                  <a:pt x="1101770" y="253384"/>
                </a:lnTo>
                <a:lnTo>
                  <a:pt x="1101914" y="252996"/>
                </a:lnTo>
                <a:lnTo>
                  <a:pt x="1102064" y="252611"/>
                </a:lnTo>
                <a:lnTo>
                  <a:pt x="1102220" y="252233"/>
                </a:lnTo>
                <a:lnTo>
                  <a:pt x="1102382" y="251859"/>
                </a:lnTo>
                <a:lnTo>
                  <a:pt x="1102551" y="251492"/>
                </a:lnTo>
                <a:lnTo>
                  <a:pt x="1102725" y="251130"/>
                </a:lnTo>
                <a:lnTo>
                  <a:pt x="1102905" y="250773"/>
                </a:lnTo>
                <a:lnTo>
                  <a:pt x="1103092" y="250422"/>
                </a:lnTo>
                <a:lnTo>
                  <a:pt x="1103285" y="250077"/>
                </a:lnTo>
                <a:lnTo>
                  <a:pt x="1103483" y="249737"/>
                </a:lnTo>
                <a:lnTo>
                  <a:pt x="1103688" y="249403"/>
                </a:lnTo>
                <a:lnTo>
                  <a:pt x="1103899" y="249074"/>
                </a:lnTo>
                <a:lnTo>
                  <a:pt x="1104117" y="248751"/>
                </a:lnTo>
                <a:lnTo>
                  <a:pt x="1104340" y="248434"/>
                </a:lnTo>
                <a:lnTo>
                  <a:pt x="1104569" y="248122"/>
                </a:lnTo>
                <a:lnTo>
                  <a:pt x="1104805" y="247815"/>
                </a:lnTo>
                <a:lnTo>
                  <a:pt x="1105046" y="247514"/>
                </a:lnTo>
                <a:lnTo>
                  <a:pt x="1105294" y="247219"/>
                </a:lnTo>
                <a:lnTo>
                  <a:pt x="1105548" y="246929"/>
                </a:lnTo>
                <a:lnTo>
                  <a:pt x="1105808" y="246645"/>
                </a:lnTo>
                <a:lnTo>
                  <a:pt x="1106074" y="246366"/>
                </a:lnTo>
                <a:lnTo>
                  <a:pt x="1106346" y="246093"/>
                </a:lnTo>
                <a:lnTo>
                  <a:pt x="1106625" y="245826"/>
                </a:lnTo>
                <a:lnTo>
                  <a:pt x="1106909" y="245564"/>
                </a:lnTo>
                <a:lnTo>
                  <a:pt x="1107200" y="245308"/>
                </a:lnTo>
                <a:lnTo>
                  <a:pt x="1107510" y="245059"/>
                </a:lnTo>
                <a:lnTo>
                  <a:pt x="1107825" y="244821"/>
                </a:lnTo>
                <a:lnTo>
                  <a:pt x="1108146" y="244594"/>
                </a:lnTo>
                <a:lnTo>
                  <a:pt x="1108472" y="244378"/>
                </a:lnTo>
                <a:lnTo>
                  <a:pt x="1108804" y="244172"/>
                </a:lnTo>
                <a:lnTo>
                  <a:pt x="1109142" y="243976"/>
                </a:lnTo>
                <a:lnTo>
                  <a:pt x="1109485" y="243791"/>
                </a:lnTo>
                <a:lnTo>
                  <a:pt x="1109834" y="243617"/>
                </a:lnTo>
                <a:lnTo>
                  <a:pt x="1110188" y="243453"/>
                </a:lnTo>
                <a:lnTo>
                  <a:pt x="1110548" y="243300"/>
                </a:lnTo>
                <a:lnTo>
                  <a:pt x="1110913" y="243157"/>
                </a:lnTo>
                <a:lnTo>
                  <a:pt x="1111284" y="243025"/>
                </a:lnTo>
                <a:lnTo>
                  <a:pt x="1111661" y="242904"/>
                </a:lnTo>
                <a:lnTo>
                  <a:pt x="1112043" y="242793"/>
                </a:lnTo>
                <a:lnTo>
                  <a:pt x="1112430" y="242692"/>
                </a:lnTo>
                <a:lnTo>
                  <a:pt x="1112824" y="242602"/>
                </a:lnTo>
                <a:lnTo>
                  <a:pt x="1113222" y="242523"/>
                </a:lnTo>
                <a:lnTo>
                  <a:pt x="1113627" y="242455"/>
                </a:lnTo>
                <a:lnTo>
                  <a:pt x="1114037" y="242396"/>
                </a:lnTo>
                <a:lnTo>
                  <a:pt x="1114452" y="242349"/>
                </a:lnTo>
                <a:lnTo>
                  <a:pt x="1114873" y="242312"/>
                </a:lnTo>
                <a:lnTo>
                  <a:pt x="1115300" y="242285"/>
                </a:lnTo>
                <a:lnTo>
                  <a:pt x="1115732" y="242270"/>
                </a:lnTo>
                <a:lnTo>
                  <a:pt x="1116169" y="242264"/>
                </a:lnTo>
                <a:lnTo>
                  <a:pt x="1116620" y="242269"/>
                </a:lnTo>
                <a:lnTo>
                  <a:pt x="1117063" y="242281"/>
                </a:lnTo>
                <a:lnTo>
                  <a:pt x="1117498" y="242302"/>
                </a:lnTo>
                <a:lnTo>
                  <a:pt x="1117927" y="242331"/>
                </a:lnTo>
                <a:lnTo>
                  <a:pt x="1118348" y="242369"/>
                </a:lnTo>
                <a:lnTo>
                  <a:pt x="1118762" y="242414"/>
                </a:lnTo>
                <a:lnTo>
                  <a:pt x="1119169" y="242469"/>
                </a:lnTo>
                <a:lnTo>
                  <a:pt x="1119569" y="242531"/>
                </a:lnTo>
                <a:lnTo>
                  <a:pt x="1119961" y="242602"/>
                </a:lnTo>
                <a:lnTo>
                  <a:pt x="1120346" y="242681"/>
                </a:lnTo>
                <a:lnTo>
                  <a:pt x="1120724" y="242769"/>
                </a:lnTo>
                <a:lnTo>
                  <a:pt x="1121095" y="242865"/>
                </a:lnTo>
                <a:lnTo>
                  <a:pt x="1121458" y="242969"/>
                </a:lnTo>
                <a:lnTo>
                  <a:pt x="1121814" y="243082"/>
                </a:lnTo>
                <a:lnTo>
                  <a:pt x="1122163" y="243203"/>
                </a:lnTo>
                <a:lnTo>
                  <a:pt x="1122505" y="243332"/>
                </a:lnTo>
                <a:lnTo>
                  <a:pt x="1122839" y="243470"/>
                </a:lnTo>
                <a:lnTo>
                  <a:pt x="1123167" y="243616"/>
                </a:lnTo>
                <a:lnTo>
                  <a:pt x="1123487" y="243770"/>
                </a:lnTo>
                <a:lnTo>
                  <a:pt x="1123800" y="243933"/>
                </a:lnTo>
                <a:lnTo>
                  <a:pt x="1124105" y="244104"/>
                </a:lnTo>
                <a:lnTo>
                  <a:pt x="1124404" y="244283"/>
                </a:lnTo>
                <a:lnTo>
                  <a:pt x="1124695" y="244471"/>
                </a:lnTo>
                <a:lnTo>
                  <a:pt x="1124979" y="244667"/>
                </a:lnTo>
                <a:lnTo>
                  <a:pt x="1125269" y="244856"/>
                </a:lnTo>
                <a:lnTo>
                  <a:pt x="1125553" y="245051"/>
                </a:lnTo>
                <a:lnTo>
                  <a:pt x="1125829" y="245250"/>
                </a:lnTo>
                <a:lnTo>
                  <a:pt x="1126100" y="245454"/>
                </a:lnTo>
                <a:lnTo>
                  <a:pt x="1126363" y="245664"/>
                </a:lnTo>
                <a:lnTo>
                  <a:pt x="1126620" y="245878"/>
                </a:lnTo>
                <a:lnTo>
                  <a:pt x="1126871" y="246098"/>
                </a:lnTo>
                <a:lnTo>
                  <a:pt x="1127114" y="246322"/>
                </a:lnTo>
                <a:lnTo>
                  <a:pt x="1127351" y="246551"/>
                </a:lnTo>
                <a:lnTo>
                  <a:pt x="1127581" y="246786"/>
                </a:lnTo>
                <a:lnTo>
                  <a:pt x="1127805" y="247025"/>
                </a:lnTo>
                <a:lnTo>
                  <a:pt x="1128022" y="247270"/>
                </a:lnTo>
                <a:lnTo>
                  <a:pt x="1128232" y="247519"/>
                </a:lnTo>
                <a:lnTo>
                  <a:pt x="1128436" y="247773"/>
                </a:lnTo>
                <a:lnTo>
                  <a:pt x="1128632" y="248033"/>
                </a:lnTo>
                <a:lnTo>
                  <a:pt x="1128823" y="248297"/>
                </a:lnTo>
                <a:lnTo>
                  <a:pt x="1129006" y="248567"/>
                </a:lnTo>
                <a:lnTo>
                  <a:pt x="1129183" y="248841"/>
                </a:lnTo>
                <a:lnTo>
                  <a:pt x="1129353" y="249121"/>
                </a:lnTo>
                <a:lnTo>
                  <a:pt x="1129517" y="249405"/>
                </a:lnTo>
                <a:lnTo>
                  <a:pt x="1129674" y="249695"/>
                </a:lnTo>
                <a:lnTo>
                  <a:pt x="1129824" y="249989"/>
                </a:lnTo>
                <a:lnTo>
                  <a:pt x="1129967" y="250289"/>
                </a:lnTo>
                <a:lnTo>
                  <a:pt x="1130104" y="250593"/>
                </a:lnTo>
                <a:lnTo>
                  <a:pt x="1130248" y="250901"/>
                </a:lnTo>
                <a:lnTo>
                  <a:pt x="1130385" y="251212"/>
                </a:lnTo>
                <a:lnTo>
                  <a:pt x="1130517" y="251524"/>
                </a:lnTo>
                <a:lnTo>
                  <a:pt x="1130642" y="251839"/>
                </a:lnTo>
                <a:lnTo>
                  <a:pt x="1130762" y="252156"/>
                </a:lnTo>
                <a:lnTo>
                  <a:pt x="1130875" y="252475"/>
                </a:lnTo>
                <a:lnTo>
                  <a:pt x="1130982" y="252797"/>
                </a:lnTo>
                <a:lnTo>
                  <a:pt x="1131083" y="253120"/>
                </a:lnTo>
                <a:lnTo>
                  <a:pt x="1131178" y="253446"/>
                </a:lnTo>
                <a:lnTo>
                  <a:pt x="1131266" y="253774"/>
                </a:lnTo>
                <a:lnTo>
                  <a:pt x="1131349" y="254105"/>
                </a:lnTo>
                <a:lnTo>
                  <a:pt x="1131425" y="254437"/>
                </a:lnTo>
                <a:lnTo>
                  <a:pt x="1131496" y="254772"/>
                </a:lnTo>
                <a:lnTo>
                  <a:pt x="1131560" y="255109"/>
                </a:lnTo>
                <a:lnTo>
                  <a:pt x="1131618" y="255448"/>
                </a:lnTo>
                <a:lnTo>
                  <a:pt x="1131670" y="255790"/>
                </a:lnTo>
                <a:lnTo>
                  <a:pt x="1131716" y="256133"/>
                </a:lnTo>
                <a:lnTo>
                  <a:pt x="1131756" y="256479"/>
                </a:lnTo>
                <a:lnTo>
                  <a:pt x="1131789" y="256827"/>
                </a:lnTo>
                <a:lnTo>
                  <a:pt x="1131817" y="257178"/>
                </a:lnTo>
                <a:lnTo>
                  <a:pt x="1131838" y="257530"/>
                </a:lnTo>
                <a:lnTo>
                  <a:pt x="1131854" y="257885"/>
                </a:lnTo>
                <a:lnTo>
                  <a:pt x="1131863" y="258242"/>
                </a:lnTo>
                <a:lnTo>
                  <a:pt x="1131866" y="258602"/>
                </a:lnTo>
                <a:lnTo>
                  <a:pt x="1131866" y="261965"/>
                </a:lnTo>
                <a:lnTo>
                  <a:pt x="1145480" y="261965"/>
                </a:lnTo>
                <a:lnTo>
                  <a:pt x="1145506" y="261793"/>
                </a:lnTo>
                <a:lnTo>
                  <a:pt x="1145531" y="261622"/>
                </a:lnTo>
                <a:lnTo>
                  <a:pt x="1145555" y="261455"/>
                </a:lnTo>
                <a:lnTo>
                  <a:pt x="1145578" y="261289"/>
                </a:lnTo>
                <a:lnTo>
                  <a:pt x="1145600" y="261125"/>
                </a:lnTo>
                <a:lnTo>
                  <a:pt x="1145620" y="260964"/>
                </a:lnTo>
                <a:lnTo>
                  <a:pt x="1145640" y="260805"/>
                </a:lnTo>
                <a:lnTo>
                  <a:pt x="1145658" y="260648"/>
                </a:lnTo>
                <a:lnTo>
                  <a:pt x="1145675" y="260494"/>
                </a:lnTo>
                <a:lnTo>
                  <a:pt x="1145692" y="260341"/>
                </a:lnTo>
                <a:lnTo>
                  <a:pt x="1145707" y="260191"/>
                </a:lnTo>
                <a:lnTo>
                  <a:pt x="1145721" y="260043"/>
                </a:lnTo>
                <a:lnTo>
                  <a:pt x="1145733" y="259897"/>
                </a:lnTo>
                <a:lnTo>
                  <a:pt x="1145745" y="259754"/>
                </a:lnTo>
                <a:lnTo>
                  <a:pt x="1145756" y="259613"/>
                </a:lnTo>
                <a:lnTo>
                  <a:pt x="1145765" y="259474"/>
                </a:lnTo>
                <a:lnTo>
                  <a:pt x="1145773" y="259337"/>
                </a:lnTo>
                <a:lnTo>
                  <a:pt x="1145781" y="259202"/>
                </a:lnTo>
                <a:lnTo>
                  <a:pt x="1145787" y="259070"/>
                </a:lnTo>
                <a:lnTo>
                  <a:pt x="1145792" y="258940"/>
                </a:lnTo>
                <a:lnTo>
                  <a:pt x="1145796" y="258812"/>
                </a:lnTo>
                <a:lnTo>
                  <a:pt x="1145798" y="258686"/>
                </a:lnTo>
                <a:lnTo>
                  <a:pt x="1145800" y="258563"/>
                </a:lnTo>
                <a:lnTo>
                  <a:pt x="1145801" y="258441"/>
                </a:lnTo>
                <a:lnTo>
                  <a:pt x="1145814" y="258308"/>
                </a:lnTo>
                <a:lnTo>
                  <a:pt x="1145826" y="258173"/>
                </a:lnTo>
                <a:lnTo>
                  <a:pt x="1145838" y="258038"/>
                </a:lnTo>
                <a:lnTo>
                  <a:pt x="1145850" y="257903"/>
                </a:lnTo>
                <a:lnTo>
                  <a:pt x="1145860" y="257767"/>
                </a:lnTo>
                <a:lnTo>
                  <a:pt x="1145871" y="257631"/>
                </a:lnTo>
                <a:lnTo>
                  <a:pt x="1145880" y="257493"/>
                </a:lnTo>
                <a:lnTo>
                  <a:pt x="1145890" y="257356"/>
                </a:lnTo>
                <a:lnTo>
                  <a:pt x="1145898" y="257218"/>
                </a:lnTo>
                <a:lnTo>
                  <a:pt x="1145906" y="257079"/>
                </a:lnTo>
                <a:lnTo>
                  <a:pt x="1145914" y="256940"/>
                </a:lnTo>
                <a:lnTo>
                  <a:pt x="1145921" y="256800"/>
                </a:lnTo>
                <a:lnTo>
                  <a:pt x="1145927" y="256659"/>
                </a:lnTo>
                <a:lnTo>
                  <a:pt x="1145933" y="256518"/>
                </a:lnTo>
                <a:lnTo>
                  <a:pt x="1145938" y="256377"/>
                </a:lnTo>
                <a:lnTo>
                  <a:pt x="1145943" y="256235"/>
                </a:lnTo>
                <a:lnTo>
                  <a:pt x="1145947" y="256092"/>
                </a:lnTo>
                <a:lnTo>
                  <a:pt x="1145951" y="255949"/>
                </a:lnTo>
                <a:lnTo>
                  <a:pt x="1145954" y="255805"/>
                </a:lnTo>
                <a:lnTo>
                  <a:pt x="1145956" y="255661"/>
                </a:lnTo>
                <a:lnTo>
                  <a:pt x="1145958" y="255516"/>
                </a:lnTo>
                <a:lnTo>
                  <a:pt x="1145960" y="255370"/>
                </a:lnTo>
                <a:lnTo>
                  <a:pt x="1145960" y="255224"/>
                </a:lnTo>
                <a:lnTo>
                  <a:pt x="1145961" y="255078"/>
                </a:lnTo>
                <a:lnTo>
                  <a:pt x="1145949" y="254164"/>
                </a:lnTo>
                <a:lnTo>
                  <a:pt x="1145915" y="253264"/>
                </a:lnTo>
                <a:lnTo>
                  <a:pt x="1145858" y="252377"/>
                </a:lnTo>
                <a:lnTo>
                  <a:pt x="1145778" y="251505"/>
                </a:lnTo>
                <a:lnTo>
                  <a:pt x="1145676" y="250647"/>
                </a:lnTo>
                <a:lnTo>
                  <a:pt x="1145550" y="249802"/>
                </a:lnTo>
                <a:lnTo>
                  <a:pt x="1145402" y="248972"/>
                </a:lnTo>
                <a:lnTo>
                  <a:pt x="1145231" y="248155"/>
                </a:lnTo>
                <a:lnTo>
                  <a:pt x="1145037" y="247352"/>
                </a:lnTo>
                <a:lnTo>
                  <a:pt x="1144821" y="246563"/>
                </a:lnTo>
                <a:lnTo>
                  <a:pt x="1144581" y="245788"/>
                </a:lnTo>
                <a:lnTo>
                  <a:pt x="1144319" y="245027"/>
                </a:lnTo>
                <a:lnTo>
                  <a:pt x="1144034" y="244280"/>
                </a:lnTo>
                <a:lnTo>
                  <a:pt x="1143726" y="243547"/>
                </a:lnTo>
                <a:lnTo>
                  <a:pt x="1143396" y="242827"/>
                </a:lnTo>
                <a:lnTo>
                  <a:pt x="1143042" y="242122"/>
                </a:lnTo>
                <a:lnTo>
                  <a:pt x="1142666" y="241430"/>
                </a:lnTo>
                <a:lnTo>
                  <a:pt x="1142267" y="240753"/>
                </a:lnTo>
                <a:lnTo>
                  <a:pt x="1141845" y="240089"/>
                </a:lnTo>
                <a:lnTo>
                  <a:pt x="1141400" y="239439"/>
                </a:lnTo>
                <a:lnTo>
                  <a:pt x="1140933" y="238803"/>
                </a:lnTo>
                <a:lnTo>
                  <a:pt x="1140443" y="238181"/>
                </a:lnTo>
                <a:lnTo>
                  <a:pt x="1139930" y="237573"/>
                </a:lnTo>
                <a:lnTo>
                  <a:pt x="1139394" y="236979"/>
                </a:lnTo>
                <a:lnTo>
                  <a:pt x="1138850" y="236391"/>
                </a:lnTo>
                <a:lnTo>
                  <a:pt x="1138287" y="235828"/>
                </a:lnTo>
                <a:lnTo>
                  <a:pt x="1137705" y="235289"/>
                </a:lnTo>
                <a:lnTo>
                  <a:pt x="1137103" y="234776"/>
                </a:lnTo>
                <a:lnTo>
                  <a:pt x="1136481" y="234288"/>
                </a:lnTo>
                <a:lnTo>
                  <a:pt x="1135840" y="233825"/>
                </a:lnTo>
                <a:lnTo>
                  <a:pt x="1135180" y="233387"/>
                </a:lnTo>
                <a:lnTo>
                  <a:pt x="1134500" y="232975"/>
                </a:lnTo>
                <a:lnTo>
                  <a:pt x="1133801" y="232587"/>
                </a:lnTo>
                <a:lnTo>
                  <a:pt x="1133082" y="232224"/>
                </a:lnTo>
                <a:lnTo>
                  <a:pt x="1132343" y="231886"/>
                </a:lnTo>
                <a:lnTo>
                  <a:pt x="1131586" y="231573"/>
                </a:lnTo>
                <a:lnTo>
                  <a:pt x="1130808" y="231285"/>
                </a:lnTo>
                <a:lnTo>
                  <a:pt x="1130012" y="231022"/>
                </a:lnTo>
                <a:lnTo>
                  <a:pt x="1129196" y="230785"/>
                </a:lnTo>
                <a:lnTo>
                  <a:pt x="1128360" y="230572"/>
                </a:lnTo>
                <a:lnTo>
                  <a:pt x="1127505" y="230384"/>
                </a:lnTo>
                <a:lnTo>
                  <a:pt x="1126630" y="230222"/>
                </a:lnTo>
                <a:lnTo>
                  <a:pt x="1125736" y="230084"/>
                </a:lnTo>
                <a:lnTo>
                  <a:pt x="1124823" y="229971"/>
                </a:lnTo>
                <a:lnTo>
                  <a:pt x="1123890" y="229884"/>
                </a:lnTo>
                <a:lnTo>
                  <a:pt x="1122938" y="229821"/>
                </a:lnTo>
                <a:lnTo>
                  <a:pt x="1121966" y="229784"/>
                </a:lnTo>
                <a:lnTo>
                  <a:pt x="1120974" y="229771"/>
                </a:lnTo>
                <a:lnTo>
                  <a:pt x="1120323" y="229778"/>
                </a:lnTo>
                <a:lnTo>
                  <a:pt x="1119679" y="229797"/>
                </a:lnTo>
                <a:lnTo>
                  <a:pt x="1119040" y="229829"/>
                </a:lnTo>
                <a:lnTo>
                  <a:pt x="1118407" y="229873"/>
                </a:lnTo>
                <a:lnTo>
                  <a:pt x="1117781" y="229931"/>
                </a:lnTo>
                <a:lnTo>
                  <a:pt x="1117160" y="230001"/>
                </a:lnTo>
                <a:lnTo>
                  <a:pt x="1116546" y="230085"/>
                </a:lnTo>
                <a:lnTo>
                  <a:pt x="1115938" y="230180"/>
                </a:lnTo>
                <a:lnTo>
                  <a:pt x="1115336" y="230289"/>
                </a:lnTo>
                <a:lnTo>
                  <a:pt x="1114740" y="230411"/>
                </a:lnTo>
                <a:lnTo>
                  <a:pt x="1114150" y="230545"/>
                </a:lnTo>
                <a:lnTo>
                  <a:pt x="1113567" y="230692"/>
                </a:lnTo>
                <a:lnTo>
                  <a:pt x="1112989" y="230852"/>
                </a:lnTo>
                <a:lnTo>
                  <a:pt x="1112418" y="231025"/>
                </a:lnTo>
                <a:lnTo>
                  <a:pt x="1111852" y="231210"/>
                </a:lnTo>
                <a:lnTo>
                  <a:pt x="1111293" y="231408"/>
                </a:lnTo>
                <a:lnTo>
                  <a:pt x="1110740" y="231619"/>
                </a:lnTo>
                <a:lnTo>
                  <a:pt x="1110193" y="231843"/>
                </a:lnTo>
                <a:lnTo>
                  <a:pt x="1109652" y="232080"/>
                </a:lnTo>
                <a:lnTo>
                  <a:pt x="1109117" y="232329"/>
                </a:lnTo>
                <a:lnTo>
                  <a:pt x="1108589" y="232592"/>
                </a:lnTo>
                <a:lnTo>
                  <a:pt x="1108066" y="232867"/>
                </a:lnTo>
                <a:lnTo>
                  <a:pt x="1107550" y="233154"/>
                </a:lnTo>
                <a:lnTo>
                  <a:pt x="1107040" y="233455"/>
                </a:lnTo>
                <a:lnTo>
                  <a:pt x="1106551" y="233754"/>
                </a:lnTo>
                <a:lnTo>
                  <a:pt x="1106073" y="234062"/>
                </a:lnTo>
                <a:lnTo>
                  <a:pt x="1105606" y="234381"/>
                </a:lnTo>
                <a:lnTo>
                  <a:pt x="1105149" y="234710"/>
                </a:lnTo>
                <a:lnTo>
                  <a:pt x="1104703" y="235048"/>
                </a:lnTo>
                <a:lnTo>
                  <a:pt x="1104267" y="235397"/>
                </a:lnTo>
                <a:lnTo>
                  <a:pt x="1103842" y="235756"/>
                </a:lnTo>
                <a:lnTo>
                  <a:pt x="1103427" y="236125"/>
                </a:lnTo>
                <a:lnTo>
                  <a:pt x="1103023" y="236503"/>
                </a:lnTo>
                <a:lnTo>
                  <a:pt x="1102630" y="236892"/>
                </a:lnTo>
                <a:lnTo>
                  <a:pt x="1102247" y="237291"/>
                </a:lnTo>
                <a:lnTo>
                  <a:pt x="1101874" y="237700"/>
                </a:lnTo>
                <a:lnTo>
                  <a:pt x="1101513" y="238118"/>
                </a:lnTo>
                <a:lnTo>
                  <a:pt x="1101161" y="238547"/>
                </a:lnTo>
                <a:lnTo>
                  <a:pt x="1100821" y="238986"/>
                </a:lnTo>
                <a:lnTo>
                  <a:pt x="1100491" y="239435"/>
                </a:lnTo>
                <a:lnTo>
                  <a:pt x="1100171" y="239893"/>
                </a:lnTo>
                <a:lnTo>
                  <a:pt x="1099862" y="240362"/>
                </a:lnTo>
                <a:lnTo>
                  <a:pt x="1099564" y="240841"/>
                </a:lnTo>
                <a:lnTo>
                  <a:pt x="1099276" y="241330"/>
                </a:lnTo>
                <a:lnTo>
                  <a:pt x="1098999" y="241829"/>
                </a:lnTo>
                <a:lnTo>
                  <a:pt x="1098732" y="242338"/>
                </a:lnTo>
                <a:lnTo>
                  <a:pt x="1098476" y="242857"/>
                </a:lnTo>
                <a:lnTo>
                  <a:pt x="1098230" y="243386"/>
                </a:lnTo>
                <a:lnTo>
                  <a:pt x="1097430" y="231373"/>
                </a:lnTo>
                <a:lnTo>
                  <a:pt x="1063794" y="231373"/>
                </a:lnTo>
                <a:lnTo>
                  <a:pt x="1063794" y="243866"/>
                </a:lnTo>
                <a:lnTo>
                  <a:pt x="1084456" y="243866"/>
                </a:lnTo>
                <a:lnTo>
                  <a:pt x="1084456" y="300886"/>
                </a:lnTo>
                <a:lnTo>
                  <a:pt x="1062993" y="300886"/>
                </a:lnTo>
                <a:lnTo>
                  <a:pt x="1062993" y="313219"/>
                </a:lnTo>
                <a:lnTo>
                  <a:pt x="1084456" y="313219"/>
                </a:lnTo>
                <a:lnTo>
                  <a:pt x="1100152" y="313219"/>
                </a:lnTo>
                <a:lnTo>
                  <a:pt x="1136831" y="313219"/>
                </a:lnTo>
                <a:lnTo>
                  <a:pt x="1136831" y="300886"/>
                </a:lnTo>
                <a:lnTo>
                  <a:pt x="1100152" y="300886"/>
                </a:lnTo>
                <a:lnTo>
                  <a:pt x="1100152" y="262766"/>
                </a:lnTo>
                <a:lnTo>
                  <a:pt x="1100155" y="262340"/>
                </a:lnTo>
                <a:lnTo>
                  <a:pt x="1100165" y="261915"/>
                </a:lnTo>
                <a:lnTo>
                  <a:pt x="1100180" y="261492"/>
                </a:lnTo>
                <a:lnTo>
                  <a:pt x="1100201" y="261071"/>
                </a:lnTo>
                <a:close/>
                <a:moveTo>
                  <a:pt x="1278333" y="263512"/>
                </a:moveTo>
                <a:lnTo>
                  <a:pt x="1278362" y="262971"/>
                </a:lnTo>
                <a:lnTo>
                  <a:pt x="1278400" y="262435"/>
                </a:lnTo>
                <a:lnTo>
                  <a:pt x="1278446" y="261905"/>
                </a:lnTo>
                <a:lnTo>
                  <a:pt x="1278500" y="261381"/>
                </a:lnTo>
                <a:lnTo>
                  <a:pt x="1278562" y="260862"/>
                </a:lnTo>
                <a:lnTo>
                  <a:pt x="1278633" y="260348"/>
                </a:lnTo>
                <a:lnTo>
                  <a:pt x="1278712" y="259841"/>
                </a:lnTo>
                <a:lnTo>
                  <a:pt x="1278800" y="259338"/>
                </a:lnTo>
                <a:lnTo>
                  <a:pt x="1278896" y="258842"/>
                </a:lnTo>
                <a:lnTo>
                  <a:pt x="1279000" y="258351"/>
                </a:lnTo>
                <a:lnTo>
                  <a:pt x="1279113" y="257865"/>
                </a:lnTo>
                <a:lnTo>
                  <a:pt x="1279234" y="257385"/>
                </a:lnTo>
                <a:lnTo>
                  <a:pt x="1279363" y="256911"/>
                </a:lnTo>
                <a:lnTo>
                  <a:pt x="1279501" y="256442"/>
                </a:lnTo>
                <a:lnTo>
                  <a:pt x="1279647" y="255979"/>
                </a:lnTo>
                <a:lnTo>
                  <a:pt x="1279801" y="255521"/>
                </a:lnTo>
                <a:lnTo>
                  <a:pt x="1279964" y="255069"/>
                </a:lnTo>
                <a:lnTo>
                  <a:pt x="1280135" y="254622"/>
                </a:lnTo>
                <a:lnTo>
                  <a:pt x="1280314" y="254181"/>
                </a:lnTo>
                <a:lnTo>
                  <a:pt x="1280502" y="253746"/>
                </a:lnTo>
                <a:lnTo>
                  <a:pt x="1280698" y="253316"/>
                </a:lnTo>
                <a:lnTo>
                  <a:pt x="1280901" y="252880"/>
                </a:lnTo>
                <a:lnTo>
                  <a:pt x="1281112" y="252452"/>
                </a:lnTo>
                <a:lnTo>
                  <a:pt x="1281328" y="252032"/>
                </a:lnTo>
                <a:lnTo>
                  <a:pt x="1281552" y="251621"/>
                </a:lnTo>
                <a:lnTo>
                  <a:pt x="1281782" y="251218"/>
                </a:lnTo>
                <a:lnTo>
                  <a:pt x="1282019" y="250823"/>
                </a:lnTo>
                <a:lnTo>
                  <a:pt x="1282263" y="250437"/>
                </a:lnTo>
                <a:lnTo>
                  <a:pt x="1282513" y="250059"/>
                </a:lnTo>
                <a:lnTo>
                  <a:pt x="1282770" y="249690"/>
                </a:lnTo>
                <a:lnTo>
                  <a:pt x="1283034" y="249328"/>
                </a:lnTo>
                <a:lnTo>
                  <a:pt x="1283304" y="248976"/>
                </a:lnTo>
                <a:lnTo>
                  <a:pt x="1283581" y="248631"/>
                </a:lnTo>
                <a:lnTo>
                  <a:pt x="1283864" y="248295"/>
                </a:lnTo>
                <a:lnTo>
                  <a:pt x="1284155" y="247967"/>
                </a:lnTo>
                <a:lnTo>
                  <a:pt x="1284452" y="247647"/>
                </a:lnTo>
                <a:lnTo>
                  <a:pt x="1284755" y="247336"/>
                </a:lnTo>
                <a:lnTo>
                  <a:pt x="1285066" y="247034"/>
                </a:lnTo>
                <a:lnTo>
                  <a:pt x="1285383" y="246739"/>
                </a:lnTo>
                <a:lnTo>
                  <a:pt x="1285706" y="246453"/>
                </a:lnTo>
                <a:lnTo>
                  <a:pt x="1286037" y="246175"/>
                </a:lnTo>
                <a:lnTo>
                  <a:pt x="1286374" y="245906"/>
                </a:lnTo>
                <a:lnTo>
                  <a:pt x="1286717" y="245645"/>
                </a:lnTo>
                <a:lnTo>
                  <a:pt x="1287068" y="245392"/>
                </a:lnTo>
                <a:lnTo>
                  <a:pt x="1287425" y="245147"/>
                </a:lnTo>
                <a:lnTo>
                  <a:pt x="1287788" y="244899"/>
                </a:lnTo>
                <a:lnTo>
                  <a:pt x="1288157" y="244661"/>
                </a:lnTo>
                <a:lnTo>
                  <a:pt x="1288531" y="244434"/>
                </a:lnTo>
                <a:lnTo>
                  <a:pt x="1288911" y="244217"/>
                </a:lnTo>
                <a:lnTo>
                  <a:pt x="1289296" y="244011"/>
                </a:lnTo>
                <a:lnTo>
                  <a:pt x="1289687" y="243816"/>
                </a:lnTo>
                <a:lnTo>
                  <a:pt x="1290084" y="243631"/>
                </a:lnTo>
                <a:lnTo>
                  <a:pt x="1290486" y="243457"/>
                </a:lnTo>
                <a:lnTo>
                  <a:pt x="1290894" y="243293"/>
                </a:lnTo>
                <a:lnTo>
                  <a:pt x="1291307" y="243140"/>
                </a:lnTo>
                <a:lnTo>
                  <a:pt x="1291726" y="242997"/>
                </a:lnTo>
                <a:lnTo>
                  <a:pt x="1292150" y="242865"/>
                </a:lnTo>
                <a:lnTo>
                  <a:pt x="1292580" y="242743"/>
                </a:lnTo>
                <a:lnTo>
                  <a:pt x="1293015" y="242632"/>
                </a:lnTo>
                <a:lnTo>
                  <a:pt x="1293456" y="242532"/>
                </a:lnTo>
                <a:lnTo>
                  <a:pt x="1293903" y="242442"/>
                </a:lnTo>
                <a:lnTo>
                  <a:pt x="1294355" y="242363"/>
                </a:lnTo>
                <a:lnTo>
                  <a:pt x="1294813" y="242294"/>
                </a:lnTo>
                <a:lnTo>
                  <a:pt x="1295276" y="242236"/>
                </a:lnTo>
                <a:lnTo>
                  <a:pt x="1295745" y="242189"/>
                </a:lnTo>
                <a:lnTo>
                  <a:pt x="1296219" y="242152"/>
                </a:lnTo>
                <a:lnTo>
                  <a:pt x="1296699" y="242125"/>
                </a:lnTo>
                <a:lnTo>
                  <a:pt x="1297185" y="242109"/>
                </a:lnTo>
                <a:lnTo>
                  <a:pt x="1297676" y="242104"/>
                </a:lnTo>
                <a:lnTo>
                  <a:pt x="1298376" y="242113"/>
                </a:lnTo>
                <a:lnTo>
                  <a:pt x="1299064" y="242141"/>
                </a:lnTo>
                <a:lnTo>
                  <a:pt x="1299738" y="242187"/>
                </a:lnTo>
                <a:lnTo>
                  <a:pt x="1300399" y="242251"/>
                </a:lnTo>
                <a:lnTo>
                  <a:pt x="1301046" y="242334"/>
                </a:lnTo>
                <a:lnTo>
                  <a:pt x="1301680" y="242435"/>
                </a:lnTo>
                <a:lnTo>
                  <a:pt x="1302301" y="242554"/>
                </a:lnTo>
                <a:lnTo>
                  <a:pt x="1302908" y="242691"/>
                </a:lnTo>
                <a:lnTo>
                  <a:pt x="1303502" y="242847"/>
                </a:lnTo>
                <a:lnTo>
                  <a:pt x="1304082" y="243022"/>
                </a:lnTo>
                <a:lnTo>
                  <a:pt x="1304650" y="243214"/>
                </a:lnTo>
                <a:lnTo>
                  <a:pt x="1305204" y="243426"/>
                </a:lnTo>
                <a:lnTo>
                  <a:pt x="1305744" y="243655"/>
                </a:lnTo>
                <a:lnTo>
                  <a:pt x="1306271" y="243903"/>
                </a:lnTo>
                <a:lnTo>
                  <a:pt x="1306785" y="244169"/>
                </a:lnTo>
                <a:lnTo>
                  <a:pt x="1307286" y="244453"/>
                </a:lnTo>
                <a:lnTo>
                  <a:pt x="1307773" y="244756"/>
                </a:lnTo>
                <a:lnTo>
                  <a:pt x="1308247" y="245077"/>
                </a:lnTo>
                <a:lnTo>
                  <a:pt x="1308707" y="245417"/>
                </a:lnTo>
                <a:lnTo>
                  <a:pt x="1309154" y="245775"/>
                </a:lnTo>
                <a:lnTo>
                  <a:pt x="1309588" y="246151"/>
                </a:lnTo>
                <a:lnTo>
                  <a:pt x="1310009" y="246546"/>
                </a:lnTo>
                <a:lnTo>
                  <a:pt x="1310416" y="246958"/>
                </a:lnTo>
                <a:lnTo>
                  <a:pt x="1310810" y="247390"/>
                </a:lnTo>
                <a:lnTo>
                  <a:pt x="1311202" y="247841"/>
                </a:lnTo>
                <a:lnTo>
                  <a:pt x="1311577" y="248314"/>
                </a:lnTo>
                <a:lnTo>
                  <a:pt x="1311936" y="248809"/>
                </a:lnTo>
                <a:lnTo>
                  <a:pt x="1312278" y="249325"/>
                </a:lnTo>
                <a:lnTo>
                  <a:pt x="1312603" y="249863"/>
                </a:lnTo>
                <a:lnTo>
                  <a:pt x="1312912" y="250423"/>
                </a:lnTo>
                <a:lnTo>
                  <a:pt x="1313204" y="251004"/>
                </a:lnTo>
                <a:lnTo>
                  <a:pt x="1313479" y="251608"/>
                </a:lnTo>
                <a:lnTo>
                  <a:pt x="1313738" y="252232"/>
                </a:lnTo>
                <a:lnTo>
                  <a:pt x="1313980" y="252879"/>
                </a:lnTo>
                <a:lnTo>
                  <a:pt x="1314205" y="253547"/>
                </a:lnTo>
                <a:lnTo>
                  <a:pt x="1314413" y="254237"/>
                </a:lnTo>
                <a:lnTo>
                  <a:pt x="1314605" y="254949"/>
                </a:lnTo>
                <a:lnTo>
                  <a:pt x="1314780" y="255682"/>
                </a:lnTo>
                <a:lnTo>
                  <a:pt x="1314939" y="256437"/>
                </a:lnTo>
                <a:lnTo>
                  <a:pt x="1315081" y="257213"/>
                </a:lnTo>
                <a:lnTo>
                  <a:pt x="1315206" y="258012"/>
                </a:lnTo>
                <a:lnTo>
                  <a:pt x="1315314" y="258832"/>
                </a:lnTo>
                <a:lnTo>
                  <a:pt x="1315406" y="259674"/>
                </a:lnTo>
                <a:lnTo>
                  <a:pt x="1315481" y="260537"/>
                </a:lnTo>
                <a:lnTo>
                  <a:pt x="1315540" y="261422"/>
                </a:lnTo>
                <a:lnTo>
                  <a:pt x="1315581" y="262329"/>
                </a:lnTo>
                <a:lnTo>
                  <a:pt x="1315606" y="263257"/>
                </a:lnTo>
                <a:lnTo>
                  <a:pt x="1315615" y="264207"/>
                </a:lnTo>
                <a:lnTo>
                  <a:pt x="1315615" y="313219"/>
                </a:lnTo>
                <a:lnTo>
                  <a:pt x="1331631" y="313219"/>
                </a:lnTo>
                <a:lnTo>
                  <a:pt x="1331631" y="259563"/>
                </a:lnTo>
                <a:lnTo>
                  <a:pt x="1331618" y="258347"/>
                </a:lnTo>
                <a:lnTo>
                  <a:pt x="1331576" y="257157"/>
                </a:lnTo>
                <a:lnTo>
                  <a:pt x="1331506" y="255991"/>
                </a:lnTo>
                <a:lnTo>
                  <a:pt x="1331409" y="254851"/>
                </a:lnTo>
                <a:lnTo>
                  <a:pt x="1331284" y="253736"/>
                </a:lnTo>
                <a:lnTo>
                  <a:pt x="1331131" y="252645"/>
                </a:lnTo>
                <a:lnTo>
                  <a:pt x="1330950" y="251580"/>
                </a:lnTo>
                <a:lnTo>
                  <a:pt x="1330742" y="250540"/>
                </a:lnTo>
                <a:lnTo>
                  <a:pt x="1330505" y="249524"/>
                </a:lnTo>
                <a:lnTo>
                  <a:pt x="1330241" y="248534"/>
                </a:lnTo>
                <a:lnTo>
                  <a:pt x="1329949" y="247569"/>
                </a:lnTo>
                <a:lnTo>
                  <a:pt x="1329629" y="246629"/>
                </a:lnTo>
                <a:lnTo>
                  <a:pt x="1329282" y="245714"/>
                </a:lnTo>
                <a:lnTo>
                  <a:pt x="1328906" y="244824"/>
                </a:lnTo>
                <a:lnTo>
                  <a:pt x="1328503" y="243959"/>
                </a:lnTo>
                <a:lnTo>
                  <a:pt x="1328072" y="243119"/>
                </a:lnTo>
                <a:lnTo>
                  <a:pt x="1327613" y="242304"/>
                </a:lnTo>
                <a:lnTo>
                  <a:pt x="1327127" y="241514"/>
                </a:lnTo>
                <a:lnTo>
                  <a:pt x="1326612" y="240749"/>
                </a:lnTo>
                <a:lnTo>
                  <a:pt x="1326070" y="240009"/>
                </a:lnTo>
                <a:lnTo>
                  <a:pt x="1325500" y="239294"/>
                </a:lnTo>
                <a:lnTo>
                  <a:pt x="1324902" y="238604"/>
                </a:lnTo>
                <a:lnTo>
                  <a:pt x="1324277" y="237939"/>
                </a:lnTo>
                <a:lnTo>
                  <a:pt x="1323623" y="237299"/>
                </a:lnTo>
                <a:lnTo>
                  <a:pt x="1322946" y="236685"/>
                </a:lnTo>
                <a:lnTo>
                  <a:pt x="1322251" y="236097"/>
                </a:lnTo>
                <a:lnTo>
                  <a:pt x="1321536" y="235535"/>
                </a:lnTo>
                <a:lnTo>
                  <a:pt x="1320802" y="234999"/>
                </a:lnTo>
                <a:lnTo>
                  <a:pt x="1320050" y="234489"/>
                </a:lnTo>
                <a:lnTo>
                  <a:pt x="1319279" y="234006"/>
                </a:lnTo>
                <a:lnTo>
                  <a:pt x="1318488" y="233548"/>
                </a:lnTo>
                <a:lnTo>
                  <a:pt x="1317679" y="233117"/>
                </a:lnTo>
                <a:lnTo>
                  <a:pt x="1316851" y="232712"/>
                </a:lnTo>
                <a:lnTo>
                  <a:pt x="1316004" y="232333"/>
                </a:lnTo>
                <a:lnTo>
                  <a:pt x="1315138" y="231980"/>
                </a:lnTo>
                <a:lnTo>
                  <a:pt x="1314253" y="231653"/>
                </a:lnTo>
                <a:lnTo>
                  <a:pt x="1313350" y="231353"/>
                </a:lnTo>
                <a:lnTo>
                  <a:pt x="1312427" y="231078"/>
                </a:lnTo>
                <a:lnTo>
                  <a:pt x="1311485" y="230830"/>
                </a:lnTo>
                <a:lnTo>
                  <a:pt x="1310525" y="230608"/>
                </a:lnTo>
                <a:lnTo>
                  <a:pt x="1309546" y="230412"/>
                </a:lnTo>
                <a:lnTo>
                  <a:pt x="1308547" y="230242"/>
                </a:lnTo>
                <a:lnTo>
                  <a:pt x="1307530" y="230098"/>
                </a:lnTo>
                <a:lnTo>
                  <a:pt x="1306494" y="229980"/>
                </a:lnTo>
                <a:lnTo>
                  <a:pt x="1305439" y="229889"/>
                </a:lnTo>
                <a:lnTo>
                  <a:pt x="1304365" y="229823"/>
                </a:lnTo>
                <a:lnTo>
                  <a:pt x="1303272" y="229784"/>
                </a:lnTo>
                <a:lnTo>
                  <a:pt x="1302160" y="229771"/>
                </a:lnTo>
                <a:lnTo>
                  <a:pt x="1301482" y="229777"/>
                </a:lnTo>
                <a:lnTo>
                  <a:pt x="1300809" y="229793"/>
                </a:lnTo>
                <a:lnTo>
                  <a:pt x="1300141" y="229821"/>
                </a:lnTo>
                <a:lnTo>
                  <a:pt x="1299478" y="229860"/>
                </a:lnTo>
                <a:lnTo>
                  <a:pt x="1298819" y="229910"/>
                </a:lnTo>
                <a:lnTo>
                  <a:pt x="1298166" y="229971"/>
                </a:lnTo>
                <a:lnTo>
                  <a:pt x="1297518" y="230044"/>
                </a:lnTo>
                <a:lnTo>
                  <a:pt x="1296875" y="230127"/>
                </a:lnTo>
                <a:lnTo>
                  <a:pt x="1296237" y="230222"/>
                </a:lnTo>
                <a:lnTo>
                  <a:pt x="1295603" y="230327"/>
                </a:lnTo>
                <a:lnTo>
                  <a:pt x="1294975" y="230444"/>
                </a:lnTo>
                <a:lnTo>
                  <a:pt x="1294352" y="230572"/>
                </a:lnTo>
                <a:lnTo>
                  <a:pt x="1293734" y="230711"/>
                </a:lnTo>
                <a:lnTo>
                  <a:pt x="1293121" y="230861"/>
                </a:lnTo>
                <a:lnTo>
                  <a:pt x="1292513" y="231022"/>
                </a:lnTo>
                <a:lnTo>
                  <a:pt x="1291910" y="231195"/>
                </a:lnTo>
                <a:lnTo>
                  <a:pt x="1291311" y="231378"/>
                </a:lnTo>
                <a:lnTo>
                  <a:pt x="1290718" y="231573"/>
                </a:lnTo>
                <a:lnTo>
                  <a:pt x="1290130" y="231779"/>
                </a:lnTo>
                <a:lnTo>
                  <a:pt x="1289547" y="231996"/>
                </a:lnTo>
                <a:lnTo>
                  <a:pt x="1288969" y="232224"/>
                </a:lnTo>
                <a:lnTo>
                  <a:pt x="1288396" y="232463"/>
                </a:lnTo>
                <a:lnTo>
                  <a:pt x="1287828" y="232713"/>
                </a:lnTo>
                <a:lnTo>
                  <a:pt x="1287265" y="232975"/>
                </a:lnTo>
                <a:lnTo>
                  <a:pt x="1286709" y="233248"/>
                </a:lnTo>
                <a:lnTo>
                  <a:pt x="1286165" y="233534"/>
                </a:lnTo>
                <a:lnTo>
                  <a:pt x="1285630" y="233833"/>
                </a:lnTo>
                <a:lnTo>
                  <a:pt x="1285107" y="234145"/>
                </a:lnTo>
                <a:lnTo>
                  <a:pt x="1284594" y="234469"/>
                </a:lnTo>
                <a:lnTo>
                  <a:pt x="1284091" y="234806"/>
                </a:lnTo>
                <a:lnTo>
                  <a:pt x="1283599" y="235157"/>
                </a:lnTo>
                <a:lnTo>
                  <a:pt x="1283118" y="235519"/>
                </a:lnTo>
                <a:lnTo>
                  <a:pt x="1282647" y="235895"/>
                </a:lnTo>
                <a:lnTo>
                  <a:pt x="1282187" y="236284"/>
                </a:lnTo>
                <a:lnTo>
                  <a:pt x="1281738" y="236685"/>
                </a:lnTo>
                <a:lnTo>
                  <a:pt x="1281298" y="237099"/>
                </a:lnTo>
                <a:lnTo>
                  <a:pt x="1280870" y="237526"/>
                </a:lnTo>
                <a:lnTo>
                  <a:pt x="1280452" y="237965"/>
                </a:lnTo>
                <a:lnTo>
                  <a:pt x="1280045" y="238418"/>
                </a:lnTo>
                <a:lnTo>
                  <a:pt x="1279648" y="238883"/>
                </a:lnTo>
                <a:lnTo>
                  <a:pt x="1279262" y="239361"/>
                </a:lnTo>
                <a:lnTo>
                  <a:pt x="1278886" y="239852"/>
                </a:lnTo>
                <a:lnTo>
                  <a:pt x="1278521" y="240355"/>
                </a:lnTo>
                <a:lnTo>
                  <a:pt x="1278166" y="240872"/>
                </a:lnTo>
                <a:lnTo>
                  <a:pt x="1277822" y="241401"/>
                </a:lnTo>
                <a:lnTo>
                  <a:pt x="1277489" y="241943"/>
                </a:lnTo>
                <a:lnTo>
                  <a:pt x="1277166" y="242498"/>
                </a:lnTo>
                <a:lnTo>
                  <a:pt x="1276854" y="243065"/>
                </a:lnTo>
                <a:lnTo>
                  <a:pt x="1275252" y="231373"/>
                </a:lnTo>
                <a:lnTo>
                  <a:pt x="1262278" y="231373"/>
                </a:lnTo>
                <a:lnTo>
                  <a:pt x="1262278" y="313219"/>
                </a:lnTo>
                <a:lnTo>
                  <a:pt x="1278295" y="313219"/>
                </a:lnTo>
                <a:lnTo>
                  <a:pt x="1278295" y="265168"/>
                </a:lnTo>
                <a:lnTo>
                  <a:pt x="1278300" y="264611"/>
                </a:lnTo>
                <a:lnTo>
                  <a:pt x="1278312" y="264058"/>
                </a:lnTo>
                <a:lnTo>
                  <a:pt x="1278333" y="263512"/>
                </a:lnTo>
                <a:close/>
                <a:moveTo>
                  <a:pt x="1012911" y="314654"/>
                </a:moveTo>
                <a:lnTo>
                  <a:pt x="1013774" y="314581"/>
                </a:lnTo>
                <a:lnTo>
                  <a:pt x="1014626" y="314494"/>
                </a:lnTo>
                <a:lnTo>
                  <a:pt x="1015468" y="314394"/>
                </a:lnTo>
                <a:lnTo>
                  <a:pt x="1016299" y="314280"/>
                </a:lnTo>
                <a:lnTo>
                  <a:pt x="1017120" y="314153"/>
                </a:lnTo>
                <a:lnTo>
                  <a:pt x="1017930" y="314013"/>
                </a:lnTo>
                <a:lnTo>
                  <a:pt x="1018729" y="313860"/>
                </a:lnTo>
                <a:lnTo>
                  <a:pt x="1019518" y="313693"/>
                </a:lnTo>
                <a:lnTo>
                  <a:pt x="1020296" y="313513"/>
                </a:lnTo>
                <a:lnTo>
                  <a:pt x="1021064" y="313319"/>
                </a:lnTo>
                <a:lnTo>
                  <a:pt x="1021821" y="313112"/>
                </a:lnTo>
                <a:lnTo>
                  <a:pt x="1022568" y="312892"/>
                </a:lnTo>
                <a:lnTo>
                  <a:pt x="1023304" y="312659"/>
                </a:lnTo>
                <a:lnTo>
                  <a:pt x="1024029" y="312412"/>
                </a:lnTo>
                <a:lnTo>
                  <a:pt x="1024744" y="312151"/>
                </a:lnTo>
                <a:lnTo>
                  <a:pt x="1025449" y="311878"/>
                </a:lnTo>
                <a:lnTo>
                  <a:pt x="1026142" y="311591"/>
                </a:lnTo>
                <a:lnTo>
                  <a:pt x="1026826" y="311290"/>
                </a:lnTo>
                <a:lnTo>
                  <a:pt x="1027498" y="310977"/>
                </a:lnTo>
                <a:lnTo>
                  <a:pt x="1028173" y="310651"/>
                </a:lnTo>
                <a:lnTo>
                  <a:pt x="1028834" y="310314"/>
                </a:lnTo>
                <a:lnTo>
                  <a:pt x="1029483" y="309966"/>
                </a:lnTo>
                <a:lnTo>
                  <a:pt x="1030119" y="309606"/>
                </a:lnTo>
                <a:lnTo>
                  <a:pt x="1030742" y="309236"/>
                </a:lnTo>
                <a:lnTo>
                  <a:pt x="1031352" y="308855"/>
                </a:lnTo>
                <a:lnTo>
                  <a:pt x="1031950" y="308462"/>
                </a:lnTo>
                <a:lnTo>
                  <a:pt x="1032535" y="308058"/>
                </a:lnTo>
                <a:lnTo>
                  <a:pt x="1033107" y="307643"/>
                </a:lnTo>
                <a:lnTo>
                  <a:pt x="1033666" y="307217"/>
                </a:lnTo>
                <a:lnTo>
                  <a:pt x="1034212" y="306780"/>
                </a:lnTo>
                <a:lnTo>
                  <a:pt x="1034746" y="306332"/>
                </a:lnTo>
                <a:lnTo>
                  <a:pt x="1035267" y="305872"/>
                </a:lnTo>
                <a:lnTo>
                  <a:pt x="1035775" y="305402"/>
                </a:lnTo>
                <a:lnTo>
                  <a:pt x="1036270" y="304920"/>
                </a:lnTo>
                <a:lnTo>
                  <a:pt x="1036753" y="304428"/>
                </a:lnTo>
                <a:lnTo>
                  <a:pt x="1037222" y="303924"/>
                </a:lnTo>
                <a:lnTo>
                  <a:pt x="1037679" y="303409"/>
                </a:lnTo>
                <a:lnTo>
                  <a:pt x="1038123" y="302883"/>
                </a:lnTo>
                <a:lnTo>
                  <a:pt x="1038554" y="302345"/>
                </a:lnTo>
                <a:lnTo>
                  <a:pt x="1038973" y="301797"/>
                </a:lnTo>
                <a:lnTo>
                  <a:pt x="1039379" y="301238"/>
                </a:lnTo>
                <a:lnTo>
                  <a:pt x="1039772" y="300667"/>
                </a:lnTo>
                <a:lnTo>
                  <a:pt x="1040152" y="300085"/>
                </a:lnTo>
                <a:lnTo>
                  <a:pt x="1040531" y="299480"/>
                </a:lnTo>
                <a:lnTo>
                  <a:pt x="1040894" y="298866"/>
                </a:lnTo>
                <a:lnTo>
                  <a:pt x="1041240" y="298243"/>
                </a:lnTo>
                <a:lnTo>
                  <a:pt x="1041571" y="297612"/>
                </a:lnTo>
                <a:lnTo>
                  <a:pt x="1041886" y="296971"/>
                </a:lnTo>
                <a:lnTo>
                  <a:pt x="1042184" y="296321"/>
                </a:lnTo>
                <a:lnTo>
                  <a:pt x="1042466" y="295663"/>
                </a:lnTo>
                <a:lnTo>
                  <a:pt x="1042732" y="294995"/>
                </a:lnTo>
                <a:lnTo>
                  <a:pt x="1042982" y="294319"/>
                </a:lnTo>
                <a:lnTo>
                  <a:pt x="1043216" y="293634"/>
                </a:lnTo>
                <a:lnTo>
                  <a:pt x="1043434" y="292940"/>
                </a:lnTo>
                <a:lnTo>
                  <a:pt x="1043635" y="292237"/>
                </a:lnTo>
                <a:lnTo>
                  <a:pt x="1043821" y="291525"/>
                </a:lnTo>
                <a:lnTo>
                  <a:pt x="1043990" y="290804"/>
                </a:lnTo>
                <a:lnTo>
                  <a:pt x="1044143" y="290075"/>
                </a:lnTo>
                <a:lnTo>
                  <a:pt x="1044281" y="289336"/>
                </a:lnTo>
                <a:lnTo>
                  <a:pt x="1044401" y="288589"/>
                </a:lnTo>
                <a:lnTo>
                  <a:pt x="1044506" y="287832"/>
                </a:lnTo>
                <a:lnTo>
                  <a:pt x="1044595" y="287067"/>
                </a:lnTo>
                <a:lnTo>
                  <a:pt x="1044668" y="286293"/>
                </a:lnTo>
                <a:lnTo>
                  <a:pt x="1044724" y="285510"/>
                </a:lnTo>
                <a:lnTo>
                  <a:pt x="1044764" y="284718"/>
                </a:lnTo>
                <a:lnTo>
                  <a:pt x="1044789" y="283917"/>
                </a:lnTo>
                <a:lnTo>
                  <a:pt x="1044797" y="283107"/>
                </a:lnTo>
                <a:lnTo>
                  <a:pt x="1029741" y="283107"/>
                </a:lnTo>
                <a:lnTo>
                  <a:pt x="1029731" y="283966"/>
                </a:lnTo>
                <a:lnTo>
                  <a:pt x="1029703" y="284805"/>
                </a:lnTo>
                <a:lnTo>
                  <a:pt x="1029656" y="285625"/>
                </a:lnTo>
                <a:lnTo>
                  <a:pt x="1029589" y="286426"/>
                </a:lnTo>
                <a:lnTo>
                  <a:pt x="1029504" y="287209"/>
                </a:lnTo>
                <a:lnTo>
                  <a:pt x="1029400" y="287973"/>
                </a:lnTo>
                <a:lnTo>
                  <a:pt x="1029277" y="288717"/>
                </a:lnTo>
                <a:lnTo>
                  <a:pt x="1029136" y="289443"/>
                </a:lnTo>
                <a:lnTo>
                  <a:pt x="1028975" y="290150"/>
                </a:lnTo>
                <a:lnTo>
                  <a:pt x="1028795" y="290838"/>
                </a:lnTo>
                <a:lnTo>
                  <a:pt x="1028597" y="291507"/>
                </a:lnTo>
                <a:lnTo>
                  <a:pt x="1028379" y="292157"/>
                </a:lnTo>
                <a:lnTo>
                  <a:pt x="1028143" y="292788"/>
                </a:lnTo>
                <a:lnTo>
                  <a:pt x="1027888" y="293400"/>
                </a:lnTo>
                <a:lnTo>
                  <a:pt x="1027613" y="293994"/>
                </a:lnTo>
                <a:lnTo>
                  <a:pt x="1027320" y="294568"/>
                </a:lnTo>
                <a:lnTo>
                  <a:pt x="1027008" y="295124"/>
                </a:lnTo>
                <a:lnTo>
                  <a:pt x="1026677" y="295661"/>
                </a:lnTo>
                <a:lnTo>
                  <a:pt x="1026328" y="296178"/>
                </a:lnTo>
                <a:lnTo>
                  <a:pt x="1025959" y="296677"/>
                </a:lnTo>
                <a:lnTo>
                  <a:pt x="1025571" y="297157"/>
                </a:lnTo>
                <a:lnTo>
                  <a:pt x="1025165" y="297618"/>
                </a:lnTo>
                <a:lnTo>
                  <a:pt x="1024739" y="298060"/>
                </a:lnTo>
                <a:lnTo>
                  <a:pt x="1024295" y="298484"/>
                </a:lnTo>
                <a:lnTo>
                  <a:pt x="1023846" y="298889"/>
                </a:lnTo>
                <a:lnTo>
                  <a:pt x="1023380" y="299277"/>
                </a:lnTo>
                <a:lnTo>
                  <a:pt x="1022896" y="299647"/>
                </a:lnTo>
                <a:lnTo>
                  <a:pt x="1022395" y="300001"/>
                </a:lnTo>
                <a:lnTo>
                  <a:pt x="1021877" y="300337"/>
                </a:lnTo>
                <a:lnTo>
                  <a:pt x="1021342" y="300656"/>
                </a:lnTo>
                <a:lnTo>
                  <a:pt x="1020789" y="300958"/>
                </a:lnTo>
                <a:lnTo>
                  <a:pt x="1020220" y="301242"/>
                </a:lnTo>
                <a:lnTo>
                  <a:pt x="1019633" y="301509"/>
                </a:lnTo>
                <a:lnTo>
                  <a:pt x="1019028" y="301759"/>
                </a:lnTo>
                <a:lnTo>
                  <a:pt x="1018407" y="301992"/>
                </a:lnTo>
                <a:lnTo>
                  <a:pt x="1017768" y="302208"/>
                </a:lnTo>
                <a:lnTo>
                  <a:pt x="1017112" y="302406"/>
                </a:lnTo>
                <a:lnTo>
                  <a:pt x="1016439" y="302587"/>
                </a:lnTo>
                <a:lnTo>
                  <a:pt x="1015748" y="302751"/>
                </a:lnTo>
                <a:lnTo>
                  <a:pt x="1015041" y="302897"/>
                </a:lnTo>
                <a:lnTo>
                  <a:pt x="1014316" y="303026"/>
                </a:lnTo>
                <a:lnTo>
                  <a:pt x="1013574" y="303139"/>
                </a:lnTo>
                <a:lnTo>
                  <a:pt x="1012814" y="303233"/>
                </a:lnTo>
                <a:lnTo>
                  <a:pt x="1012038" y="303311"/>
                </a:lnTo>
                <a:lnTo>
                  <a:pt x="1011244" y="303371"/>
                </a:lnTo>
                <a:lnTo>
                  <a:pt x="1010433" y="303414"/>
                </a:lnTo>
                <a:lnTo>
                  <a:pt x="1009604" y="303440"/>
                </a:lnTo>
                <a:lnTo>
                  <a:pt x="1008759" y="303449"/>
                </a:lnTo>
                <a:lnTo>
                  <a:pt x="1007990" y="303437"/>
                </a:lnTo>
                <a:lnTo>
                  <a:pt x="1007233" y="303403"/>
                </a:lnTo>
                <a:lnTo>
                  <a:pt x="1006486" y="303346"/>
                </a:lnTo>
                <a:lnTo>
                  <a:pt x="1005751" y="303266"/>
                </a:lnTo>
                <a:lnTo>
                  <a:pt x="1005027" y="303164"/>
                </a:lnTo>
                <a:lnTo>
                  <a:pt x="1004314" y="303038"/>
                </a:lnTo>
                <a:lnTo>
                  <a:pt x="1003612" y="302890"/>
                </a:lnTo>
                <a:lnTo>
                  <a:pt x="1002921" y="302719"/>
                </a:lnTo>
                <a:lnTo>
                  <a:pt x="1002242" y="302525"/>
                </a:lnTo>
                <a:lnTo>
                  <a:pt x="1001573" y="302309"/>
                </a:lnTo>
                <a:lnTo>
                  <a:pt x="1000916" y="302069"/>
                </a:lnTo>
                <a:lnTo>
                  <a:pt x="1000270" y="301807"/>
                </a:lnTo>
                <a:lnTo>
                  <a:pt x="999635" y="301522"/>
                </a:lnTo>
                <a:lnTo>
                  <a:pt x="999011" y="301214"/>
                </a:lnTo>
                <a:lnTo>
                  <a:pt x="998398" y="300884"/>
                </a:lnTo>
                <a:lnTo>
                  <a:pt x="997796" y="300530"/>
                </a:lnTo>
                <a:lnTo>
                  <a:pt x="997205" y="300154"/>
                </a:lnTo>
                <a:lnTo>
                  <a:pt x="996626" y="299755"/>
                </a:lnTo>
                <a:lnTo>
                  <a:pt x="996057" y="299333"/>
                </a:lnTo>
                <a:lnTo>
                  <a:pt x="995500" y="298888"/>
                </a:lnTo>
                <a:lnTo>
                  <a:pt x="994954" y="298421"/>
                </a:lnTo>
                <a:lnTo>
                  <a:pt x="994419" y="297931"/>
                </a:lnTo>
                <a:lnTo>
                  <a:pt x="993895" y="297418"/>
                </a:lnTo>
                <a:lnTo>
                  <a:pt x="993382" y="296882"/>
                </a:lnTo>
                <a:lnTo>
                  <a:pt x="992886" y="296324"/>
                </a:lnTo>
                <a:lnTo>
                  <a:pt x="992410" y="295745"/>
                </a:lnTo>
                <a:lnTo>
                  <a:pt x="991956" y="295145"/>
                </a:lnTo>
                <a:lnTo>
                  <a:pt x="991523" y="294524"/>
                </a:lnTo>
                <a:lnTo>
                  <a:pt x="991111" y="293882"/>
                </a:lnTo>
                <a:lnTo>
                  <a:pt x="990720" y="293218"/>
                </a:lnTo>
                <a:lnTo>
                  <a:pt x="990350" y="292533"/>
                </a:lnTo>
                <a:lnTo>
                  <a:pt x="990001" y="291828"/>
                </a:lnTo>
                <a:lnTo>
                  <a:pt x="989673" y="291101"/>
                </a:lnTo>
                <a:lnTo>
                  <a:pt x="989367" y="290353"/>
                </a:lnTo>
                <a:lnTo>
                  <a:pt x="989082" y="289584"/>
                </a:lnTo>
                <a:lnTo>
                  <a:pt x="988818" y="288793"/>
                </a:lnTo>
                <a:lnTo>
                  <a:pt x="988575" y="287982"/>
                </a:lnTo>
                <a:lnTo>
                  <a:pt x="988353" y="287149"/>
                </a:lnTo>
                <a:lnTo>
                  <a:pt x="988152" y="286296"/>
                </a:lnTo>
                <a:lnTo>
                  <a:pt x="987972" y="285421"/>
                </a:lnTo>
                <a:lnTo>
                  <a:pt x="987814" y="284525"/>
                </a:lnTo>
                <a:lnTo>
                  <a:pt x="987676" y="283608"/>
                </a:lnTo>
                <a:lnTo>
                  <a:pt x="987560" y="282670"/>
                </a:lnTo>
                <a:lnTo>
                  <a:pt x="987465" y="281710"/>
                </a:lnTo>
                <a:lnTo>
                  <a:pt x="987391" y="280730"/>
                </a:lnTo>
                <a:lnTo>
                  <a:pt x="987338" y="279728"/>
                </a:lnTo>
                <a:lnTo>
                  <a:pt x="987307" y="278706"/>
                </a:lnTo>
                <a:lnTo>
                  <a:pt x="987296" y="277662"/>
                </a:lnTo>
                <a:lnTo>
                  <a:pt x="987296" y="274939"/>
                </a:lnTo>
                <a:lnTo>
                  <a:pt x="1044797" y="274939"/>
                </a:lnTo>
                <a:lnTo>
                  <a:pt x="1044797" y="264047"/>
                </a:lnTo>
                <a:lnTo>
                  <a:pt x="1044789" y="263224"/>
                </a:lnTo>
                <a:lnTo>
                  <a:pt x="1044765" y="262408"/>
                </a:lnTo>
                <a:lnTo>
                  <a:pt x="1044727" y="261600"/>
                </a:lnTo>
                <a:lnTo>
                  <a:pt x="1044672" y="260799"/>
                </a:lnTo>
                <a:lnTo>
                  <a:pt x="1044602" y="260007"/>
                </a:lnTo>
                <a:lnTo>
                  <a:pt x="1044516" y="259222"/>
                </a:lnTo>
                <a:lnTo>
                  <a:pt x="1044415" y="258445"/>
                </a:lnTo>
                <a:lnTo>
                  <a:pt x="1044298" y="257676"/>
                </a:lnTo>
                <a:lnTo>
                  <a:pt x="1044166" y="256915"/>
                </a:lnTo>
                <a:lnTo>
                  <a:pt x="1044018" y="256161"/>
                </a:lnTo>
                <a:lnTo>
                  <a:pt x="1043855" y="255415"/>
                </a:lnTo>
                <a:lnTo>
                  <a:pt x="1043675" y="254677"/>
                </a:lnTo>
                <a:lnTo>
                  <a:pt x="1043481" y="253947"/>
                </a:lnTo>
                <a:lnTo>
                  <a:pt x="1043271" y="253225"/>
                </a:lnTo>
                <a:lnTo>
                  <a:pt x="1043045" y="252510"/>
                </a:lnTo>
                <a:lnTo>
                  <a:pt x="1042803" y="251803"/>
                </a:lnTo>
                <a:lnTo>
                  <a:pt x="1042546" y="251104"/>
                </a:lnTo>
                <a:lnTo>
                  <a:pt x="1042274" y="250413"/>
                </a:lnTo>
                <a:lnTo>
                  <a:pt x="1041986" y="249729"/>
                </a:lnTo>
                <a:lnTo>
                  <a:pt x="1041682" y="249054"/>
                </a:lnTo>
                <a:lnTo>
                  <a:pt x="1041363" y="248386"/>
                </a:lnTo>
                <a:lnTo>
                  <a:pt x="1041028" y="247726"/>
                </a:lnTo>
                <a:lnTo>
                  <a:pt x="1040678" y="247073"/>
                </a:lnTo>
                <a:lnTo>
                  <a:pt x="1040312" y="246429"/>
                </a:lnTo>
                <a:lnTo>
                  <a:pt x="1039945" y="245794"/>
                </a:lnTo>
                <a:lnTo>
                  <a:pt x="1039566" y="245170"/>
                </a:lnTo>
                <a:lnTo>
                  <a:pt x="1039173" y="244557"/>
                </a:lnTo>
                <a:lnTo>
                  <a:pt x="1038768" y="243955"/>
                </a:lnTo>
                <a:lnTo>
                  <a:pt x="1038350" y="243364"/>
                </a:lnTo>
                <a:lnTo>
                  <a:pt x="1037919" y="242785"/>
                </a:lnTo>
                <a:lnTo>
                  <a:pt x="1037476" y="242216"/>
                </a:lnTo>
                <a:lnTo>
                  <a:pt x="1037020" y="241659"/>
                </a:lnTo>
                <a:lnTo>
                  <a:pt x="1036550" y="241113"/>
                </a:lnTo>
                <a:lnTo>
                  <a:pt x="1036069" y="240578"/>
                </a:lnTo>
                <a:lnTo>
                  <a:pt x="1035574" y="240054"/>
                </a:lnTo>
                <a:lnTo>
                  <a:pt x="1035066" y="239541"/>
                </a:lnTo>
                <a:lnTo>
                  <a:pt x="1034546" y="239040"/>
                </a:lnTo>
                <a:lnTo>
                  <a:pt x="1034013" y="238549"/>
                </a:lnTo>
                <a:lnTo>
                  <a:pt x="1033467" y="238070"/>
                </a:lnTo>
                <a:lnTo>
                  <a:pt x="1032909" y="237602"/>
                </a:lnTo>
                <a:lnTo>
                  <a:pt x="1032337" y="237144"/>
                </a:lnTo>
                <a:lnTo>
                  <a:pt x="1031753" y="236698"/>
                </a:lnTo>
                <a:lnTo>
                  <a:pt x="1031156" y="236264"/>
                </a:lnTo>
                <a:lnTo>
                  <a:pt x="1030546" y="235840"/>
                </a:lnTo>
                <a:lnTo>
                  <a:pt x="1029923" y="235427"/>
                </a:lnTo>
                <a:lnTo>
                  <a:pt x="1029288" y="235026"/>
                </a:lnTo>
                <a:lnTo>
                  <a:pt x="1028640" y="234635"/>
                </a:lnTo>
                <a:lnTo>
                  <a:pt x="1027979" y="234256"/>
                </a:lnTo>
                <a:lnTo>
                  <a:pt x="1027319" y="233890"/>
                </a:lnTo>
                <a:lnTo>
                  <a:pt x="1026649" y="233540"/>
                </a:lnTo>
                <a:lnTo>
                  <a:pt x="1025967" y="233205"/>
                </a:lnTo>
                <a:lnTo>
                  <a:pt x="1025274" y="232886"/>
                </a:lnTo>
                <a:lnTo>
                  <a:pt x="1024570" y="232582"/>
                </a:lnTo>
                <a:lnTo>
                  <a:pt x="1023855" y="232294"/>
                </a:lnTo>
                <a:lnTo>
                  <a:pt x="1023128" y="232021"/>
                </a:lnTo>
                <a:lnTo>
                  <a:pt x="1022391" y="231764"/>
                </a:lnTo>
                <a:lnTo>
                  <a:pt x="1021642" y="231523"/>
                </a:lnTo>
                <a:lnTo>
                  <a:pt x="1020882" y="231297"/>
                </a:lnTo>
                <a:lnTo>
                  <a:pt x="1020112" y="231087"/>
                </a:lnTo>
                <a:lnTo>
                  <a:pt x="1019330" y="230892"/>
                </a:lnTo>
                <a:lnTo>
                  <a:pt x="1018537" y="230713"/>
                </a:lnTo>
                <a:lnTo>
                  <a:pt x="1017732" y="230550"/>
                </a:lnTo>
                <a:lnTo>
                  <a:pt x="1016917" y="230402"/>
                </a:lnTo>
                <a:lnTo>
                  <a:pt x="1016091" y="230269"/>
                </a:lnTo>
                <a:lnTo>
                  <a:pt x="1015253" y="230153"/>
                </a:lnTo>
                <a:lnTo>
                  <a:pt x="1014405" y="230051"/>
                </a:lnTo>
                <a:lnTo>
                  <a:pt x="1013545" y="229966"/>
                </a:lnTo>
                <a:lnTo>
                  <a:pt x="1012674" y="229896"/>
                </a:lnTo>
                <a:lnTo>
                  <a:pt x="1011792" y="229841"/>
                </a:lnTo>
                <a:lnTo>
                  <a:pt x="1010899" y="229802"/>
                </a:lnTo>
                <a:lnTo>
                  <a:pt x="1009994" y="229779"/>
                </a:lnTo>
                <a:lnTo>
                  <a:pt x="1009079" y="229771"/>
                </a:lnTo>
                <a:lnTo>
                  <a:pt x="1008097" y="229780"/>
                </a:lnTo>
                <a:lnTo>
                  <a:pt x="1007126" y="229807"/>
                </a:lnTo>
                <a:lnTo>
                  <a:pt x="1006166" y="229851"/>
                </a:lnTo>
                <a:lnTo>
                  <a:pt x="1005217" y="229914"/>
                </a:lnTo>
                <a:lnTo>
                  <a:pt x="1004279" y="229994"/>
                </a:lnTo>
                <a:lnTo>
                  <a:pt x="1003353" y="230091"/>
                </a:lnTo>
                <a:lnTo>
                  <a:pt x="1002438" y="230207"/>
                </a:lnTo>
                <a:lnTo>
                  <a:pt x="1001533" y="230341"/>
                </a:lnTo>
                <a:lnTo>
                  <a:pt x="1000640" y="230492"/>
                </a:lnTo>
                <a:lnTo>
                  <a:pt x="999758" y="230661"/>
                </a:lnTo>
                <a:lnTo>
                  <a:pt x="998887" y="230848"/>
                </a:lnTo>
                <a:lnTo>
                  <a:pt x="998027" y="231052"/>
                </a:lnTo>
                <a:lnTo>
                  <a:pt x="997179" y="231275"/>
                </a:lnTo>
                <a:lnTo>
                  <a:pt x="996341" y="231515"/>
                </a:lnTo>
                <a:lnTo>
                  <a:pt x="995515" y="231773"/>
                </a:lnTo>
                <a:lnTo>
                  <a:pt x="994699" y="232049"/>
                </a:lnTo>
                <a:lnTo>
                  <a:pt x="993895" y="232343"/>
                </a:lnTo>
                <a:lnTo>
                  <a:pt x="993102" y="232654"/>
                </a:lnTo>
                <a:lnTo>
                  <a:pt x="992320" y="232983"/>
                </a:lnTo>
                <a:lnTo>
                  <a:pt x="991549" y="233330"/>
                </a:lnTo>
                <a:lnTo>
                  <a:pt x="990790" y="233695"/>
                </a:lnTo>
                <a:lnTo>
                  <a:pt x="990041" y="234078"/>
                </a:lnTo>
                <a:lnTo>
                  <a:pt x="989304" y="234478"/>
                </a:lnTo>
                <a:lnTo>
                  <a:pt x="988577" y="234897"/>
                </a:lnTo>
                <a:lnTo>
                  <a:pt x="987864" y="235318"/>
                </a:lnTo>
                <a:lnTo>
                  <a:pt x="987164" y="235753"/>
                </a:lnTo>
                <a:lnTo>
                  <a:pt x="986478" y="236203"/>
                </a:lnTo>
                <a:lnTo>
                  <a:pt x="985806" y="236667"/>
                </a:lnTo>
                <a:lnTo>
                  <a:pt x="985147" y="237146"/>
                </a:lnTo>
                <a:lnTo>
                  <a:pt x="984503" y="237639"/>
                </a:lnTo>
                <a:lnTo>
                  <a:pt x="983873" y="238147"/>
                </a:lnTo>
                <a:lnTo>
                  <a:pt x="983256" y="238669"/>
                </a:lnTo>
                <a:lnTo>
                  <a:pt x="982654" y="239206"/>
                </a:lnTo>
                <a:lnTo>
                  <a:pt x="982065" y="239757"/>
                </a:lnTo>
                <a:lnTo>
                  <a:pt x="981490" y="240323"/>
                </a:lnTo>
                <a:lnTo>
                  <a:pt x="980929" y="240903"/>
                </a:lnTo>
                <a:lnTo>
                  <a:pt x="980382" y="241497"/>
                </a:lnTo>
                <a:lnTo>
                  <a:pt x="979849" y="242106"/>
                </a:lnTo>
                <a:lnTo>
                  <a:pt x="979330" y="242730"/>
                </a:lnTo>
                <a:lnTo>
                  <a:pt x="978825" y="243368"/>
                </a:lnTo>
                <a:lnTo>
                  <a:pt x="978333" y="244020"/>
                </a:lnTo>
                <a:lnTo>
                  <a:pt x="977856" y="244687"/>
                </a:lnTo>
                <a:lnTo>
                  <a:pt x="977392" y="245368"/>
                </a:lnTo>
                <a:lnTo>
                  <a:pt x="976943" y="246064"/>
                </a:lnTo>
                <a:lnTo>
                  <a:pt x="976507" y="246774"/>
                </a:lnTo>
                <a:lnTo>
                  <a:pt x="976085" y="247499"/>
                </a:lnTo>
                <a:lnTo>
                  <a:pt x="975677" y="248238"/>
                </a:lnTo>
                <a:lnTo>
                  <a:pt x="975283" y="248991"/>
                </a:lnTo>
                <a:lnTo>
                  <a:pt x="974904" y="249758"/>
                </a:lnTo>
                <a:lnTo>
                  <a:pt x="974541" y="250536"/>
                </a:lnTo>
                <a:lnTo>
                  <a:pt x="974195" y="251326"/>
                </a:lnTo>
                <a:lnTo>
                  <a:pt x="973864" y="252128"/>
                </a:lnTo>
                <a:lnTo>
                  <a:pt x="973550" y="252941"/>
                </a:lnTo>
                <a:lnTo>
                  <a:pt x="973251" y="253766"/>
                </a:lnTo>
                <a:lnTo>
                  <a:pt x="972969" y="254603"/>
                </a:lnTo>
                <a:lnTo>
                  <a:pt x="972703" y="255452"/>
                </a:lnTo>
                <a:lnTo>
                  <a:pt x="972453" y="256312"/>
                </a:lnTo>
                <a:lnTo>
                  <a:pt x="972219" y="257183"/>
                </a:lnTo>
                <a:lnTo>
                  <a:pt x="972001" y="258067"/>
                </a:lnTo>
                <a:lnTo>
                  <a:pt x="971800" y="258962"/>
                </a:lnTo>
                <a:lnTo>
                  <a:pt x="971614" y="259869"/>
                </a:lnTo>
                <a:lnTo>
                  <a:pt x="971445" y="260787"/>
                </a:lnTo>
                <a:lnTo>
                  <a:pt x="971292" y="261717"/>
                </a:lnTo>
                <a:lnTo>
                  <a:pt x="971155" y="262659"/>
                </a:lnTo>
                <a:lnTo>
                  <a:pt x="971034" y="263613"/>
                </a:lnTo>
                <a:lnTo>
                  <a:pt x="970929" y="264578"/>
                </a:lnTo>
                <a:lnTo>
                  <a:pt x="970840" y="265555"/>
                </a:lnTo>
                <a:lnTo>
                  <a:pt x="970767" y="266543"/>
                </a:lnTo>
                <a:lnTo>
                  <a:pt x="970711" y="267543"/>
                </a:lnTo>
                <a:lnTo>
                  <a:pt x="970671" y="268555"/>
                </a:lnTo>
                <a:lnTo>
                  <a:pt x="970646" y="269579"/>
                </a:lnTo>
                <a:lnTo>
                  <a:pt x="970638" y="270614"/>
                </a:lnTo>
                <a:lnTo>
                  <a:pt x="970638" y="273978"/>
                </a:lnTo>
                <a:lnTo>
                  <a:pt x="970645" y="274974"/>
                </a:lnTo>
                <a:lnTo>
                  <a:pt x="970666" y="275961"/>
                </a:lnTo>
                <a:lnTo>
                  <a:pt x="970701" y="276938"/>
                </a:lnTo>
                <a:lnTo>
                  <a:pt x="970750" y="277906"/>
                </a:lnTo>
                <a:lnTo>
                  <a:pt x="970812" y="278865"/>
                </a:lnTo>
                <a:lnTo>
                  <a:pt x="970889" y="279814"/>
                </a:lnTo>
                <a:lnTo>
                  <a:pt x="970979" y="280753"/>
                </a:lnTo>
                <a:lnTo>
                  <a:pt x="971083" y="281684"/>
                </a:lnTo>
                <a:lnTo>
                  <a:pt x="971202" y="282604"/>
                </a:lnTo>
                <a:lnTo>
                  <a:pt x="971334" y="283516"/>
                </a:lnTo>
                <a:lnTo>
                  <a:pt x="971480" y="284417"/>
                </a:lnTo>
                <a:lnTo>
                  <a:pt x="971639" y="285310"/>
                </a:lnTo>
                <a:lnTo>
                  <a:pt x="971813" y="286193"/>
                </a:lnTo>
                <a:lnTo>
                  <a:pt x="972001" y="287066"/>
                </a:lnTo>
                <a:lnTo>
                  <a:pt x="972203" y="287930"/>
                </a:lnTo>
                <a:lnTo>
                  <a:pt x="972418" y="288784"/>
                </a:lnTo>
                <a:lnTo>
                  <a:pt x="972647" y="289630"/>
                </a:lnTo>
                <a:lnTo>
                  <a:pt x="972891" y="290465"/>
                </a:lnTo>
                <a:lnTo>
                  <a:pt x="973148" y="291291"/>
                </a:lnTo>
                <a:lnTo>
                  <a:pt x="973419" y="292108"/>
                </a:lnTo>
                <a:lnTo>
                  <a:pt x="973704" y="292915"/>
                </a:lnTo>
                <a:lnTo>
                  <a:pt x="974003" y="293713"/>
                </a:lnTo>
                <a:lnTo>
                  <a:pt x="974316" y="294501"/>
                </a:lnTo>
                <a:lnTo>
                  <a:pt x="974643" y="295280"/>
                </a:lnTo>
                <a:lnTo>
                  <a:pt x="974997" y="296047"/>
                </a:lnTo>
                <a:lnTo>
                  <a:pt x="975366" y="296800"/>
                </a:lnTo>
                <a:lnTo>
                  <a:pt x="975749" y="297538"/>
                </a:lnTo>
                <a:lnTo>
                  <a:pt x="976146" y="298261"/>
                </a:lnTo>
                <a:lnTo>
                  <a:pt x="976559" y="298970"/>
                </a:lnTo>
                <a:lnTo>
                  <a:pt x="976985" y="299665"/>
                </a:lnTo>
                <a:lnTo>
                  <a:pt x="977426" y="300345"/>
                </a:lnTo>
                <a:lnTo>
                  <a:pt x="977882" y="301011"/>
                </a:lnTo>
                <a:lnTo>
                  <a:pt x="978352" y="301662"/>
                </a:lnTo>
                <a:lnTo>
                  <a:pt x="978836" y="302299"/>
                </a:lnTo>
                <a:lnTo>
                  <a:pt x="979335" y="302921"/>
                </a:lnTo>
                <a:lnTo>
                  <a:pt x="979848" y="303529"/>
                </a:lnTo>
                <a:lnTo>
                  <a:pt x="980376" y="304122"/>
                </a:lnTo>
                <a:lnTo>
                  <a:pt x="980918" y="304701"/>
                </a:lnTo>
                <a:lnTo>
                  <a:pt x="981475" y="305266"/>
                </a:lnTo>
                <a:lnTo>
                  <a:pt x="982046" y="305816"/>
                </a:lnTo>
                <a:lnTo>
                  <a:pt x="982632" y="306351"/>
                </a:lnTo>
                <a:lnTo>
                  <a:pt x="983232" y="306872"/>
                </a:lnTo>
                <a:lnTo>
                  <a:pt x="983846" y="307379"/>
                </a:lnTo>
                <a:lnTo>
                  <a:pt x="984475" y="307871"/>
                </a:lnTo>
                <a:lnTo>
                  <a:pt x="985119" y="308349"/>
                </a:lnTo>
                <a:lnTo>
                  <a:pt x="985777" y="308812"/>
                </a:lnTo>
                <a:lnTo>
                  <a:pt x="986449" y="309261"/>
                </a:lnTo>
                <a:lnTo>
                  <a:pt x="987136" y="309695"/>
                </a:lnTo>
                <a:lnTo>
                  <a:pt x="987851" y="310114"/>
                </a:lnTo>
                <a:lnTo>
                  <a:pt x="988581" y="310514"/>
                </a:lnTo>
                <a:lnTo>
                  <a:pt x="989326" y="310897"/>
                </a:lnTo>
                <a:lnTo>
                  <a:pt x="990086" y="311262"/>
                </a:lnTo>
                <a:lnTo>
                  <a:pt x="990861" y="311609"/>
                </a:lnTo>
                <a:lnTo>
                  <a:pt x="991651" y="311938"/>
                </a:lnTo>
                <a:lnTo>
                  <a:pt x="992456" y="312249"/>
                </a:lnTo>
                <a:lnTo>
                  <a:pt x="993276" y="312543"/>
                </a:lnTo>
                <a:lnTo>
                  <a:pt x="994111" y="312819"/>
                </a:lnTo>
                <a:lnTo>
                  <a:pt x="994961" y="313077"/>
                </a:lnTo>
                <a:lnTo>
                  <a:pt x="995826" y="313317"/>
                </a:lnTo>
                <a:lnTo>
                  <a:pt x="996706" y="313539"/>
                </a:lnTo>
                <a:lnTo>
                  <a:pt x="997601" y="313744"/>
                </a:lnTo>
                <a:lnTo>
                  <a:pt x="998511" y="313931"/>
                </a:lnTo>
                <a:lnTo>
                  <a:pt x="999436" y="314100"/>
                </a:lnTo>
                <a:lnTo>
                  <a:pt x="1000376" y="314251"/>
                </a:lnTo>
                <a:lnTo>
                  <a:pt x="1001332" y="314385"/>
                </a:lnTo>
                <a:lnTo>
                  <a:pt x="1002302" y="314500"/>
                </a:lnTo>
                <a:lnTo>
                  <a:pt x="1003287" y="314598"/>
                </a:lnTo>
                <a:lnTo>
                  <a:pt x="1004287" y="314678"/>
                </a:lnTo>
                <a:lnTo>
                  <a:pt x="1005302" y="314741"/>
                </a:lnTo>
                <a:lnTo>
                  <a:pt x="1006333" y="314785"/>
                </a:lnTo>
                <a:lnTo>
                  <a:pt x="1007378" y="314812"/>
                </a:lnTo>
                <a:lnTo>
                  <a:pt x="1008438" y="314821"/>
                </a:lnTo>
                <a:lnTo>
                  <a:pt x="1009354" y="314814"/>
                </a:lnTo>
                <a:lnTo>
                  <a:pt x="1010259" y="314794"/>
                </a:lnTo>
                <a:lnTo>
                  <a:pt x="1011154" y="314761"/>
                </a:lnTo>
                <a:lnTo>
                  <a:pt x="1012038" y="314714"/>
                </a:lnTo>
                <a:lnTo>
                  <a:pt x="1012911" y="314654"/>
                </a:lnTo>
                <a:close/>
                <a:moveTo>
                  <a:pt x="987523" y="261921"/>
                </a:moveTo>
                <a:lnTo>
                  <a:pt x="987560" y="261472"/>
                </a:lnTo>
                <a:lnTo>
                  <a:pt x="987606" y="261024"/>
                </a:lnTo>
                <a:lnTo>
                  <a:pt x="987661" y="260578"/>
                </a:lnTo>
                <a:lnTo>
                  <a:pt x="987723" y="260132"/>
                </a:lnTo>
                <a:lnTo>
                  <a:pt x="987794" y="259688"/>
                </a:lnTo>
                <a:lnTo>
                  <a:pt x="987873" y="259244"/>
                </a:lnTo>
                <a:lnTo>
                  <a:pt x="987961" y="258802"/>
                </a:lnTo>
                <a:lnTo>
                  <a:pt x="988057" y="258361"/>
                </a:lnTo>
                <a:lnTo>
                  <a:pt x="988161" y="257921"/>
                </a:lnTo>
                <a:lnTo>
                  <a:pt x="988274" y="257483"/>
                </a:lnTo>
                <a:lnTo>
                  <a:pt x="988395" y="257045"/>
                </a:lnTo>
                <a:lnTo>
                  <a:pt x="988524" y="256608"/>
                </a:lnTo>
                <a:lnTo>
                  <a:pt x="988662" y="256173"/>
                </a:lnTo>
                <a:lnTo>
                  <a:pt x="988808" y="255739"/>
                </a:lnTo>
                <a:lnTo>
                  <a:pt x="988962" y="255305"/>
                </a:lnTo>
                <a:lnTo>
                  <a:pt x="989125" y="254873"/>
                </a:lnTo>
                <a:lnTo>
                  <a:pt x="989296" y="254442"/>
                </a:lnTo>
                <a:lnTo>
                  <a:pt x="989475" y="254012"/>
                </a:lnTo>
                <a:lnTo>
                  <a:pt x="989663" y="253583"/>
                </a:lnTo>
                <a:lnTo>
                  <a:pt x="989859" y="253156"/>
                </a:lnTo>
                <a:lnTo>
                  <a:pt x="990076" y="252719"/>
                </a:lnTo>
                <a:lnTo>
                  <a:pt x="990300" y="252288"/>
                </a:lnTo>
                <a:lnTo>
                  <a:pt x="990532" y="251864"/>
                </a:lnTo>
                <a:lnTo>
                  <a:pt x="990771" y="251447"/>
                </a:lnTo>
                <a:lnTo>
                  <a:pt x="991017" y="251037"/>
                </a:lnTo>
                <a:lnTo>
                  <a:pt x="991270" y="250633"/>
                </a:lnTo>
                <a:lnTo>
                  <a:pt x="991531" y="250236"/>
                </a:lnTo>
                <a:lnTo>
                  <a:pt x="991798" y="249846"/>
                </a:lnTo>
                <a:lnTo>
                  <a:pt x="992074" y="249462"/>
                </a:lnTo>
                <a:lnTo>
                  <a:pt x="992356" y="249085"/>
                </a:lnTo>
                <a:lnTo>
                  <a:pt x="992645" y="248714"/>
                </a:lnTo>
                <a:lnTo>
                  <a:pt x="992942" y="248351"/>
                </a:lnTo>
                <a:lnTo>
                  <a:pt x="993246" y="247994"/>
                </a:lnTo>
                <a:lnTo>
                  <a:pt x="993557" y="247643"/>
                </a:lnTo>
                <a:lnTo>
                  <a:pt x="993875" y="247300"/>
                </a:lnTo>
                <a:lnTo>
                  <a:pt x="994201" y="246963"/>
                </a:lnTo>
                <a:lnTo>
                  <a:pt x="994534" y="246632"/>
                </a:lnTo>
                <a:lnTo>
                  <a:pt x="994874" y="246309"/>
                </a:lnTo>
                <a:lnTo>
                  <a:pt x="995221" y="245992"/>
                </a:lnTo>
                <a:lnTo>
                  <a:pt x="995576" y="245681"/>
                </a:lnTo>
                <a:lnTo>
                  <a:pt x="995938" y="245378"/>
                </a:lnTo>
                <a:lnTo>
                  <a:pt x="996307" y="245081"/>
                </a:lnTo>
                <a:lnTo>
                  <a:pt x="996683" y="244790"/>
                </a:lnTo>
                <a:lnTo>
                  <a:pt x="997066" y="244507"/>
                </a:lnTo>
                <a:lnTo>
                  <a:pt x="997470" y="244232"/>
                </a:lnTo>
                <a:lnTo>
                  <a:pt x="997882" y="243969"/>
                </a:lnTo>
                <a:lnTo>
                  <a:pt x="998300" y="243718"/>
                </a:lnTo>
                <a:lnTo>
                  <a:pt x="998726" y="243479"/>
                </a:lnTo>
                <a:lnTo>
                  <a:pt x="999159" y="243251"/>
                </a:lnTo>
                <a:lnTo>
                  <a:pt x="999599" y="243035"/>
                </a:lnTo>
                <a:lnTo>
                  <a:pt x="1000046" y="242831"/>
                </a:lnTo>
                <a:lnTo>
                  <a:pt x="1000501" y="242638"/>
                </a:lnTo>
                <a:lnTo>
                  <a:pt x="1000963" y="242457"/>
                </a:lnTo>
                <a:lnTo>
                  <a:pt x="1001432" y="242288"/>
                </a:lnTo>
                <a:lnTo>
                  <a:pt x="1001908" y="242130"/>
                </a:lnTo>
                <a:lnTo>
                  <a:pt x="1002392" y="241984"/>
                </a:lnTo>
                <a:lnTo>
                  <a:pt x="1002883" y="241850"/>
                </a:lnTo>
                <a:lnTo>
                  <a:pt x="1003381" y="241727"/>
                </a:lnTo>
                <a:lnTo>
                  <a:pt x="1003886" y="241616"/>
                </a:lnTo>
                <a:lnTo>
                  <a:pt x="1004398" y="241517"/>
                </a:lnTo>
                <a:lnTo>
                  <a:pt x="1004918" y="241429"/>
                </a:lnTo>
                <a:lnTo>
                  <a:pt x="1005445" y="241353"/>
                </a:lnTo>
                <a:lnTo>
                  <a:pt x="1005979" y="241289"/>
                </a:lnTo>
                <a:lnTo>
                  <a:pt x="1006521" y="241237"/>
                </a:lnTo>
                <a:lnTo>
                  <a:pt x="1007069" y="241196"/>
                </a:lnTo>
                <a:lnTo>
                  <a:pt x="1007625" y="241167"/>
                </a:lnTo>
                <a:lnTo>
                  <a:pt x="1008188" y="241149"/>
                </a:lnTo>
                <a:lnTo>
                  <a:pt x="1008759" y="241143"/>
                </a:lnTo>
                <a:lnTo>
                  <a:pt x="1009263" y="241148"/>
                </a:lnTo>
                <a:lnTo>
                  <a:pt x="1009763" y="241162"/>
                </a:lnTo>
                <a:lnTo>
                  <a:pt x="1010258" y="241186"/>
                </a:lnTo>
                <a:lnTo>
                  <a:pt x="1010747" y="241219"/>
                </a:lnTo>
                <a:lnTo>
                  <a:pt x="1011232" y="241261"/>
                </a:lnTo>
                <a:lnTo>
                  <a:pt x="1011712" y="241313"/>
                </a:lnTo>
                <a:lnTo>
                  <a:pt x="1012186" y="241375"/>
                </a:lnTo>
                <a:lnTo>
                  <a:pt x="1012656" y="241446"/>
                </a:lnTo>
                <a:lnTo>
                  <a:pt x="1013121" y="241526"/>
                </a:lnTo>
                <a:lnTo>
                  <a:pt x="1013580" y="241616"/>
                </a:lnTo>
                <a:lnTo>
                  <a:pt x="1014035" y="241715"/>
                </a:lnTo>
                <a:lnTo>
                  <a:pt x="1014485" y="241824"/>
                </a:lnTo>
                <a:lnTo>
                  <a:pt x="1014929" y="241942"/>
                </a:lnTo>
                <a:lnTo>
                  <a:pt x="1015369" y="242070"/>
                </a:lnTo>
                <a:lnTo>
                  <a:pt x="1015804" y="242207"/>
                </a:lnTo>
                <a:lnTo>
                  <a:pt x="1016233" y="242353"/>
                </a:lnTo>
                <a:lnTo>
                  <a:pt x="1016658" y="242509"/>
                </a:lnTo>
                <a:lnTo>
                  <a:pt x="1017077" y="242675"/>
                </a:lnTo>
                <a:lnTo>
                  <a:pt x="1017492" y="242850"/>
                </a:lnTo>
                <a:lnTo>
                  <a:pt x="1017902" y="243034"/>
                </a:lnTo>
                <a:lnTo>
                  <a:pt x="1018306" y="243228"/>
                </a:lnTo>
                <a:lnTo>
                  <a:pt x="1018706" y="243431"/>
                </a:lnTo>
                <a:lnTo>
                  <a:pt x="1019100" y="243644"/>
                </a:lnTo>
                <a:lnTo>
                  <a:pt x="1019490" y="243866"/>
                </a:lnTo>
                <a:lnTo>
                  <a:pt x="1019873" y="244097"/>
                </a:lnTo>
                <a:lnTo>
                  <a:pt x="1020248" y="244334"/>
                </a:lnTo>
                <a:lnTo>
                  <a:pt x="1020616" y="244579"/>
                </a:lnTo>
                <a:lnTo>
                  <a:pt x="1020976" y="244831"/>
                </a:lnTo>
                <a:lnTo>
                  <a:pt x="1021328" y="245091"/>
                </a:lnTo>
                <a:lnTo>
                  <a:pt x="1021672" y="245358"/>
                </a:lnTo>
                <a:lnTo>
                  <a:pt x="1022009" y="245631"/>
                </a:lnTo>
                <a:lnTo>
                  <a:pt x="1022337" y="245913"/>
                </a:lnTo>
                <a:lnTo>
                  <a:pt x="1022658" y="246201"/>
                </a:lnTo>
                <a:lnTo>
                  <a:pt x="1022971" y="246497"/>
                </a:lnTo>
                <a:lnTo>
                  <a:pt x="1023277" y="246799"/>
                </a:lnTo>
                <a:lnTo>
                  <a:pt x="1023574" y="247109"/>
                </a:lnTo>
                <a:lnTo>
                  <a:pt x="1023864" y="247427"/>
                </a:lnTo>
                <a:lnTo>
                  <a:pt x="1024146" y="247751"/>
                </a:lnTo>
                <a:lnTo>
                  <a:pt x="1024420" y="248083"/>
                </a:lnTo>
                <a:lnTo>
                  <a:pt x="1024686" y="248422"/>
                </a:lnTo>
                <a:lnTo>
                  <a:pt x="1024945" y="248768"/>
                </a:lnTo>
                <a:lnTo>
                  <a:pt x="1025196" y="249122"/>
                </a:lnTo>
                <a:lnTo>
                  <a:pt x="1025439" y="249482"/>
                </a:lnTo>
                <a:lnTo>
                  <a:pt x="1025674" y="249850"/>
                </a:lnTo>
                <a:lnTo>
                  <a:pt x="1025902" y="250225"/>
                </a:lnTo>
                <a:lnTo>
                  <a:pt x="1026121" y="250608"/>
                </a:lnTo>
                <a:lnTo>
                  <a:pt x="1026333" y="250997"/>
                </a:lnTo>
                <a:lnTo>
                  <a:pt x="1026537" y="251394"/>
                </a:lnTo>
                <a:lnTo>
                  <a:pt x="1026746" y="251784"/>
                </a:lnTo>
                <a:lnTo>
                  <a:pt x="1026947" y="252178"/>
                </a:lnTo>
                <a:lnTo>
                  <a:pt x="1027138" y="252578"/>
                </a:lnTo>
                <a:lnTo>
                  <a:pt x="1027320" y="252982"/>
                </a:lnTo>
                <a:lnTo>
                  <a:pt x="1027494" y="253392"/>
                </a:lnTo>
                <a:lnTo>
                  <a:pt x="1027659" y="253806"/>
                </a:lnTo>
                <a:lnTo>
                  <a:pt x="1027814" y="254226"/>
                </a:lnTo>
                <a:lnTo>
                  <a:pt x="1027961" y="254651"/>
                </a:lnTo>
                <a:lnTo>
                  <a:pt x="1028099" y="255080"/>
                </a:lnTo>
                <a:lnTo>
                  <a:pt x="1028228" y="255515"/>
                </a:lnTo>
                <a:lnTo>
                  <a:pt x="1028348" y="255955"/>
                </a:lnTo>
                <a:lnTo>
                  <a:pt x="1028459" y="256399"/>
                </a:lnTo>
                <a:lnTo>
                  <a:pt x="1028562" y="256849"/>
                </a:lnTo>
                <a:lnTo>
                  <a:pt x="1028655" y="257304"/>
                </a:lnTo>
                <a:lnTo>
                  <a:pt x="1028740" y="257763"/>
                </a:lnTo>
                <a:lnTo>
                  <a:pt x="1028815" y="258228"/>
                </a:lnTo>
                <a:lnTo>
                  <a:pt x="1028882" y="258697"/>
                </a:lnTo>
                <a:lnTo>
                  <a:pt x="1028940" y="259172"/>
                </a:lnTo>
                <a:lnTo>
                  <a:pt x="1028989" y="259652"/>
                </a:lnTo>
                <a:lnTo>
                  <a:pt x="1029029" y="260137"/>
                </a:lnTo>
                <a:lnTo>
                  <a:pt x="1029060" y="260626"/>
                </a:lnTo>
                <a:lnTo>
                  <a:pt x="1029082" y="261121"/>
                </a:lnTo>
                <a:lnTo>
                  <a:pt x="1029096" y="261621"/>
                </a:lnTo>
                <a:lnTo>
                  <a:pt x="1029100" y="262125"/>
                </a:lnTo>
                <a:lnTo>
                  <a:pt x="1029100" y="264528"/>
                </a:lnTo>
                <a:lnTo>
                  <a:pt x="987456" y="264528"/>
                </a:lnTo>
                <a:lnTo>
                  <a:pt x="987456" y="263727"/>
                </a:lnTo>
                <a:lnTo>
                  <a:pt x="987460" y="263274"/>
                </a:lnTo>
                <a:lnTo>
                  <a:pt x="987473" y="262822"/>
                </a:lnTo>
                <a:lnTo>
                  <a:pt x="987494" y="262371"/>
                </a:lnTo>
                <a:lnTo>
                  <a:pt x="987523" y="261921"/>
                </a:lnTo>
                <a:close/>
                <a:moveTo>
                  <a:pt x="1204989" y="314654"/>
                </a:moveTo>
                <a:lnTo>
                  <a:pt x="1205851" y="314581"/>
                </a:lnTo>
                <a:lnTo>
                  <a:pt x="1206704" y="314494"/>
                </a:lnTo>
                <a:lnTo>
                  <a:pt x="1207545" y="314394"/>
                </a:lnTo>
                <a:lnTo>
                  <a:pt x="1208377" y="314280"/>
                </a:lnTo>
                <a:lnTo>
                  <a:pt x="1209197" y="314153"/>
                </a:lnTo>
                <a:lnTo>
                  <a:pt x="1210007" y="314013"/>
                </a:lnTo>
                <a:lnTo>
                  <a:pt x="1210807" y="313860"/>
                </a:lnTo>
                <a:lnTo>
                  <a:pt x="1211596" y="313693"/>
                </a:lnTo>
                <a:lnTo>
                  <a:pt x="1212374" y="313513"/>
                </a:lnTo>
                <a:lnTo>
                  <a:pt x="1213142" y="313319"/>
                </a:lnTo>
                <a:lnTo>
                  <a:pt x="1213899" y="313112"/>
                </a:lnTo>
                <a:lnTo>
                  <a:pt x="1214645" y="312892"/>
                </a:lnTo>
                <a:lnTo>
                  <a:pt x="1215381" y="312659"/>
                </a:lnTo>
                <a:lnTo>
                  <a:pt x="1216107" y="312412"/>
                </a:lnTo>
                <a:lnTo>
                  <a:pt x="1216822" y="312151"/>
                </a:lnTo>
                <a:lnTo>
                  <a:pt x="1217526" y="311878"/>
                </a:lnTo>
                <a:lnTo>
                  <a:pt x="1218220" y="311591"/>
                </a:lnTo>
                <a:lnTo>
                  <a:pt x="1218903" y="311290"/>
                </a:lnTo>
                <a:lnTo>
                  <a:pt x="1219576" y="310977"/>
                </a:lnTo>
                <a:lnTo>
                  <a:pt x="1220250" y="310651"/>
                </a:lnTo>
                <a:lnTo>
                  <a:pt x="1220912" y="310314"/>
                </a:lnTo>
                <a:lnTo>
                  <a:pt x="1221561" y="309966"/>
                </a:lnTo>
                <a:lnTo>
                  <a:pt x="1222196" y="309606"/>
                </a:lnTo>
                <a:lnTo>
                  <a:pt x="1222820" y="309236"/>
                </a:lnTo>
                <a:lnTo>
                  <a:pt x="1223430" y="308855"/>
                </a:lnTo>
                <a:lnTo>
                  <a:pt x="1224028" y="308462"/>
                </a:lnTo>
                <a:lnTo>
                  <a:pt x="1224612" y="308058"/>
                </a:lnTo>
                <a:lnTo>
                  <a:pt x="1225184" y="307643"/>
                </a:lnTo>
                <a:lnTo>
                  <a:pt x="1225744" y="307217"/>
                </a:lnTo>
                <a:lnTo>
                  <a:pt x="1226290" y="306780"/>
                </a:lnTo>
                <a:lnTo>
                  <a:pt x="1226824" y="306332"/>
                </a:lnTo>
                <a:lnTo>
                  <a:pt x="1227344" y="305872"/>
                </a:lnTo>
                <a:lnTo>
                  <a:pt x="1227852" y="305402"/>
                </a:lnTo>
                <a:lnTo>
                  <a:pt x="1228348" y="304920"/>
                </a:lnTo>
                <a:lnTo>
                  <a:pt x="1228830" y="304428"/>
                </a:lnTo>
                <a:lnTo>
                  <a:pt x="1229300" y="303924"/>
                </a:lnTo>
                <a:lnTo>
                  <a:pt x="1229757" y="303409"/>
                </a:lnTo>
                <a:lnTo>
                  <a:pt x="1230201" y="302883"/>
                </a:lnTo>
                <a:lnTo>
                  <a:pt x="1230632" y="302345"/>
                </a:lnTo>
                <a:lnTo>
                  <a:pt x="1231051" y="301797"/>
                </a:lnTo>
                <a:lnTo>
                  <a:pt x="1231456" y="301238"/>
                </a:lnTo>
                <a:lnTo>
                  <a:pt x="1231849" y="300667"/>
                </a:lnTo>
                <a:lnTo>
                  <a:pt x="1232229" y="300085"/>
                </a:lnTo>
                <a:lnTo>
                  <a:pt x="1232608" y="299480"/>
                </a:lnTo>
                <a:lnTo>
                  <a:pt x="1232971" y="298866"/>
                </a:lnTo>
                <a:lnTo>
                  <a:pt x="1233318" y="298243"/>
                </a:lnTo>
                <a:lnTo>
                  <a:pt x="1233649" y="297612"/>
                </a:lnTo>
                <a:lnTo>
                  <a:pt x="1233963" y="296971"/>
                </a:lnTo>
                <a:lnTo>
                  <a:pt x="1234261" y="296321"/>
                </a:lnTo>
                <a:lnTo>
                  <a:pt x="1234544" y="295663"/>
                </a:lnTo>
                <a:lnTo>
                  <a:pt x="1234810" y="294995"/>
                </a:lnTo>
                <a:lnTo>
                  <a:pt x="1235060" y="294319"/>
                </a:lnTo>
                <a:lnTo>
                  <a:pt x="1235294" y="293634"/>
                </a:lnTo>
                <a:lnTo>
                  <a:pt x="1235511" y="292940"/>
                </a:lnTo>
                <a:lnTo>
                  <a:pt x="1235713" y="292237"/>
                </a:lnTo>
                <a:lnTo>
                  <a:pt x="1235898" y="291525"/>
                </a:lnTo>
                <a:lnTo>
                  <a:pt x="1236068" y="290804"/>
                </a:lnTo>
                <a:lnTo>
                  <a:pt x="1236221" y="290075"/>
                </a:lnTo>
                <a:lnTo>
                  <a:pt x="1236358" y="289336"/>
                </a:lnTo>
                <a:lnTo>
                  <a:pt x="1236479" y="288589"/>
                </a:lnTo>
                <a:lnTo>
                  <a:pt x="1236584" y="287832"/>
                </a:lnTo>
                <a:lnTo>
                  <a:pt x="1236673" y="287067"/>
                </a:lnTo>
                <a:lnTo>
                  <a:pt x="1236745" y="286293"/>
                </a:lnTo>
                <a:lnTo>
                  <a:pt x="1236802" y="285510"/>
                </a:lnTo>
                <a:lnTo>
                  <a:pt x="1236842" y="284718"/>
                </a:lnTo>
                <a:lnTo>
                  <a:pt x="1236866" y="283917"/>
                </a:lnTo>
                <a:lnTo>
                  <a:pt x="1236874" y="283107"/>
                </a:lnTo>
                <a:lnTo>
                  <a:pt x="1221818" y="283107"/>
                </a:lnTo>
                <a:lnTo>
                  <a:pt x="1221809" y="283966"/>
                </a:lnTo>
                <a:lnTo>
                  <a:pt x="1221780" y="284805"/>
                </a:lnTo>
                <a:lnTo>
                  <a:pt x="1221733" y="285625"/>
                </a:lnTo>
                <a:lnTo>
                  <a:pt x="1221667" y="286426"/>
                </a:lnTo>
                <a:lnTo>
                  <a:pt x="1221582" y="287209"/>
                </a:lnTo>
                <a:lnTo>
                  <a:pt x="1221478" y="287973"/>
                </a:lnTo>
                <a:lnTo>
                  <a:pt x="1221355" y="288717"/>
                </a:lnTo>
                <a:lnTo>
                  <a:pt x="1221213" y="289443"/>
                </a:lnTo>
                <a:lnTo>
                  <a:pt x="1221052" y="290150"/>
                </a:lnTo>
                <a:lnTo>
                  <a:pt x="1220873" y="290838"/>
                </a:lnTo>
                <a:lnTo>
                  <a:pt x="1220674" y="291507"/>
                </a:lnTo>
                <a:lnTo>
                  <a:pt x="1220457" y="292157"/>
                </a:lnTo>
                <a:lnTo>
                  <a:pt x="1220220" y="292788"/>
                </a:lnTo>
                <a:lnTo>
                  <a:pt x="1219965" y="293400"/>
                </a:lnTo>
                <a:lnTo>
                  <a:pt x="1219691" y="293994"/>
                </a:lnTo>
                <a:lnTo>
                  <a:pt x="1219398" y="294568"/>
                </a:lnTo>
                <a:lnTo>
                  <a:pt x="1219086" y="295124"/>
                </a:lnTo>
                <a:lnTo>
                  <a:pt x="1218755" y="295661"/>
                </a:lnTo>
                <a:lnTo>
                  <a:pt x="1218405" y="296178"/>
                </a:lnTo>
                <a:lnTo>
                  <a:pt x="1218037" y="296677"/>
                </a:lnTo>
                <a:lnTo>
                  <a:pt x="1217649" y="297157"/>
                </a:lnTo>
                <a:lnTo>
                  <a:pt x="1217242" y="297618"/>
                </a:lnTo>
                <a:lnTo>
                  <a:pt x="1216817" y="298060"/>
                </a:lnTo>
                <a:lnTo>
                  <a:pt x="1216373" y="298484"/>
                </a:lnTo>
                <a:lnTo>
                  <a:pt x="1215923" y="298889"/>
                </a:lnTo>
                <a:lnTo>
                  <a:pt x="1215457" y="299277"/>
                </a:lnTo>
                <a:lnTo>
                  <a:pt x="1214974" y="299647"/>
                </a:lnTo>
                <a:lnTo>
                  <a:pt x="1214473" y="300001"/>
                </a:lnTo>
                <a:lnTo>
                  <a:pt x="1213955" y="300337"/>
                </a:lnTo>
                <a:lnTo>
                  <a:pt x="1213419" y="300656"/>
                </a:lnTo>
                <a:lnTo>
                  <a:pt x="1212867" y="300958"/>
                </a:lnTo>
                <a:lnTo>
                  <a:pt x="1212297" y="301242"/>
                </a:lnTo>
                <a:lnTo>
                  <a:pt x="1211710" y="301509"/>
                </a:lnTo>
                <a:lnTo>
                  <a:pt x="1211106" y="301759"/>
                </a:lnTo>
                <a:lnTo>
                  <a:pt x="1210484" y="301992"/>
                </a:lnTo>
                <a:lnTo>
                  <a:pt x="1209846" y="302208"/>
                </a:lnTo>
                <a:lnTo>
                  <a:pt x="1209190" y="302406"/>
                </a:lnTo>
                <a:lnTo>
                  <a:pt x="1208516" y="302587"/>
                </a:lnTo>
                <a:lnTo>
                  <a:pt x="1207826" y="302751"/>
                </a:lnTo>
                <a:lnTo>
                  <a:pt x="1207118" y="302897"/>
                </a:lnTo>
                <a:lnTo>
                  <a:pt x="1206393" y="303026"/>
                </a:lnTo>
                <a:lnTo>
                  <a:pt x="1205651" y="303139"/>
                </a:lnTo>
                <a:lnTo>
                  <a:pt x="1204892" y="303233"/>
                </a:lnTo>
                <a:lnTo>
                  <a:pt x="1204115" y="303311"/>
                </a:lnTo>
                <a:lnTo>
                  <a:pt x="1203321" y="303371"/>
                </a:lnTo>
                <a:lnTo>
                  <a:pt x="1202510" y="303414"/>
                </a:lnTo>
                <a:lnTo>
                  <a:pt x="1201682" y="303440"/>
                </a:lnTo>
                <a:lnTo>
                  <a:pt x="1200836" y="303449"/>
                </a:lnTo>
                <a:lnTo>
                  <a:pt x="1200068" y="303437"/>
                </a:lnTo>
                <a:lnTo>
                  <a:pt x="1199310" y="303403"/>
                </a:lnTo>
                <a:lnTo>
                  <a:pt x="1198564" y="303346"/>
                </a:lnTo>
                <a:lnTo>
                  <a:pt x="1197829" y="303266"/>
                </a:lnTo>
                <a:lnTo>
                  <a:pt x="1197104" y="303164"/>
                </a:lnTo>
                <a:lnTo>
                  <a:pt x="1196391" y="303038"/>
                </a:lnTo>
                <a:lnTo>
                  <a:pt x="1195690" y="302890"/>
                </a:lnTo>
                <a:lnTo>
                  <a:pt x="1194999" y="302719"/>
                </a:lnTo>
                <a:lnTo>
                  <a:pt x="1194319" y="302525"/>
                </a:lnTo>
                <a:lnTo>
                  <a:pt x="1193651" y="302309"/>
                </a:lnTo>
                <a:lnTo>
                  <a:pt x="1192993" y="302069"/>
                </a:lnTo>
                <a:lnTo>
                  <a:pt x="1192347" y="301807"/>
                </a:lnTo>
                <a:lnTo>
                  <a:pt x="1191712" y="301522"/>
                </a:lnTo>
                <a:lnTo>
                  <a:pt x="1191088" y="301214"/>
                </a:lnTo>
                <a:lnTo>
                  <a:pt x="1190475" y="300884"/>
                </a:lnTo>
                <a:lnTo>
                  <a:pt x="1189873" y="300530"/>
                </a:lnTo>
                <a:lnTo>
                  <a:pt x="1189283" y="300154"/>
                </a:lnTo>
                <a:lnTo>
                  <a:pt x="1188703" y="299755"/>
                </a:lnTo>
                <a:lnTo>
                  <a:pt x="1188135" y="299333"/>
                </a:lnTo>
                <a:lnTo>
                  <a:pt x="1187578" y="298888"/>
                </a:lnTo>
                <a:lnTo>
                  <a:pt x="1187032" y="298421"/>
                </a:lnTo>
                <a:lnTo>
                  <a:pt x="1186497" y="297931"/>
                </a:lnTo>
                <a:lnTo>
                  <a:pt x="1185973" y="297418"/>
                </a:lnTo>
                <a:lnTo>
                  <a:pt x="1185460" y="296882"/>
                </a:lnTo>
                <a:lnTo>
                  <a:pt x="1184963" y="296324"/>
                </a:lnTo>
                <a:lnTo>
                  <a:pt x="1184488" y="295745"/>
                </a:lnTo>
                <a:lnTo>
                  <a:pt x="1184033" y="295145"/>
                </a:lnTo>
                <a:lnTo>
                  <a:pt x="1183600" y="294524"/>
                </a:lnTo>
                <a:lnTo>
                  <a:pt x="1183188" y="293882"/>
                </a:lnTo>
                <a:lnTo>
                  <a:pt x="1182797" y="293218"/>
                </a:lnTo>
                <a:lnTo>
                  <a:pt x="1182427" y="292533"/>
                </a:lnTo>
                <a:lnTo>
                  <a:pt x="1182079" y="291828"/>
                </a:lnTo>
                <a:lnTo>
                  <a:pt x="1181751" y="291101"/>
                </a:lnTo>
                <a:lnTo>
                  <a:pt x="1181445" y="290353"/>
                </a:lnTo>
                <a:lnTo>
                  <a:pt x="1181159" y="289584"/>
                </a:lnTo>
                <a:lnTo>
                  <a:pt x="1180895" y="288793"/>
                </a:lnTo>
                <a:lnTo>
                  <a:pt x="1180652" y="287982"/>
                </a:lnTo>
                <a:lnTo>
                  <a:pt x="1180430" y="287149"/>
                </a:lnTo>
                <a:lnTo>
                  <a:pt x="1180229" y="286296"/>
                </a:lnTo>
                <a:lnTo>
                  <a:pt x="1180050" y="285421"/>
                </a:lnTo>
                <a:lnTo>
                  <a:pt x="1179891" y="284525"/>
                </a:lnTo>
                <a:lnTo>
                  <a:pt x="1179754" y="283608"/>
                </a:lnTo>
                <a:lnTo>
                  <a:pt x="1179638" y="282670"/>
                </a:lnTo>
                <a:lnTo>
                  <a:pt x="1179543" y="281710"/>
                </a:lnTo>
                <a:lnTo>
                  <a:pt x="1179469" y="280730"/>
                </a:lnTo>
                <a:lnTo>
                  <a:pt x="1179416" y="279728"/>
                </a:lnTo>
                <a:lnTo>
                  <a:pt x="1179384" y="278706"/>
                </a:lnTo>
                <a:lnTo>
                  <a:pt x="1179374" y="277662"/>
                </a:lnTo>
                <a:lnTo>
                  <a:pt x="1179374" y="274939"/>
                </a:lnTo>
                <a:lnTo>
                  <a:pt x="1236874" y="274939"/>
                </a:lnTo>
                <a:lnTo>
                  <a:pt x="1236874" y="264047"/>
                </a:lnTo>
                <a:lnTo>
                  <a:pt x="1236866" y="263224"/>
                </a:lnTo>
                <a:lnTo>
                  <a:pt x="1236843" y="262408"/>
                </a:lnTo>
                <a:lnTo>
                  <a:pt x="1236804" y="261600"/>
                </a:lnTo>
                <a:lnTo>
                  <a:pt x="1236750" y="260799"/>
                </a:lnTo>
                <a:lnTo>
                  <a:pt x="1236680" y="260007"/>
                </a:lnTo>
                <a:lnTo>
                  <a:pt x="1236594" y="259222"/>
                </a:lnTo>
                <a:lnTo>
                  <a:pt x="1236493" y="258445"/>
                </a:lnTo>
                <a:lnTo>
                  <a:pt x="1236376" y="257676"/>
                </a:lnTo>
                <a:lnTo>
                  <a:pt x="1236243" y="256915"/>
                </a:lnTo>
                <a:lnTo>
                  <a:pt x="1236096" y="256161"/>
                </a:lnTo>
                <a:lnTo>
                  <a:pt x="1235932" y="255415"/>
                </a:lnTo>
                <a:lnTo>
                  <a:pt x="1235753" y="254677"/>
                </a:lnTo>
                <a:lnTo>
                  <a:pt x="1235558" y="253947"/>
                </a:lnTo>
                <a:lnTo>
                  <a:pt x="1235348" y="253225"/>
                </a:lnTo>
                <a:lnTo>
                  <a:pt x="1235122" y="252510"/>
                </a:lnTo>
                <a:lnTo>
                  <a:pt x="1234881" y="251803"/>
                </a:lnTo>
                <a:lnTo>
                  <a:pt x="1234624" y="251104"/>
                </a:lnTo>
                <a:lnTo>
                  <a:pt x="1234351" y="250413"/>
                </a:lnTo>
                <a:lnTo>
                  <a:pt x="1234063" y="249729"/>
                </a:lnTo>
                <a:lnTo>
                  <a:pt x="1233760" y="249054"/>
                </a:lnTo>
                <a:lnTo>
                  <a:pt x="1233441" y="248386"/>
                </a:lnTo>
                <a:lnTo>
                  <a:pt x="1233106" y="247726"/>
                </a:lnTo>
                <a:lnTo>
                  <a:pt x="1232755" y="247073"/>
                </a:lnTo>
                <a:lnTo>
                  <a:pt x="1232389" y="246429"/>
                </a:lnTo>
                <a:lnTo>
                  <a:pt x="1232023" y="245794"/>
                </a:lnTo>
                <a:lnTo>
                  <a:pt x="1231643" y="245170"/>
                </a:lnTo>
                <a:lnTo>
                  <a:pt x="1231251" y="244557"/>
                </a:lnTo>
                <a:lnTo>
                  <a:pt x="1230846" y="243955"/>
                </a:lnTo>
                <a:lnTo>
                  <a:pt x="1230428" y="243364"/>
                </a:lnTo>
                <a:lnTo>
                  <a:pt x="1229997" y="242785"/>
                </a:lnTo>
                <a:lnTo>
                  <a:pt x="1229553" y="242216"/>
                </a:lnTo>
                <a:lnTo>
                  <a:pt x="1229097" y="241659"/>
                </a:lnTo>
                <a:lnTo>
                  <a:pt x="1228628" y="241113"/>
                </a:lnTo>
                <a:lnTo>
                  <a:pt x="1228146" y="240578"/>
                </a:lnTo>
                <a:lnTo>
                  <a:pt x="1227651" y="240054"/>
                </a:lnTo>
                <a:lnTo>
                  <a:pt x="1227144" y="239541"/>
                </a:lnTo>
                <a:lnTo>
                  <a:pt x="1226624" y="239040"/>
                </a:lnTo>
                <a:lnTo>
                  <a:pt x="1226091" y="238549"/>
                </a:lnTo>
                <a:lnTo>
                  <a:pt x="1225545" y="238070"/>
                </a:lnTo>
                <a:lnTo>
                  <a:pt x="1224986" y="237602"/>
                </a:lnTo>
                <a:lnTo>
                  <a:pt x="1224415" y="237144"/>
                </a:lnTo>
                <a:lnTo>
                  <a:pt x="1223830" y="236698"/>
                </a:lnTo>
                <a:lnTo>
                  <a:pt x="1223233" y="236264"/>
                </a:lnTo>
                <a:lnTo>
                  <a:pt x="1222623" y="235840"/>
                </a:lnTo>
                <a:lnTo>
                  <a:pt x="1222001" y="235427"/>
                </a:lnTo>
                <a:lnTo>
                  <a:pt x="1221365" y="235026"/>
                </a:lnTo>
                <a:lnTo>
                  <a:pt x="1220717" y="234635"/>
                </a:lnTo>
                <a:lnTo>
                  <a:pt x="1220056" y="234256"/>
                </a:lnTo>
                <a:lnTo>
                  <a:pt x="1219397" y="233890"/>
                </a:lnTo>
                <a:lnTo>
                  <a:pt x="1218726" y="233540"/>
                </a:lnTo>
                <a:lnTo>
                  <a:pt x="1218044" y="233205"/>
                </a:lnTo>
                <a:lnTo>
                  <a:pt x="1217351" y="232886"/>
                </a:lnTo>
                <a:lnTo>
                  <a:pt x="1216647" y="232582"/>
                </a:lnTo>
                <a:lnTo>
                  <a:pt x="1215932" y="232294"/>
                </a:lnTo>
                <a:lnTo>
                  <a:pt x="1215206" y="232021"/>
                </a:lnTo>
                <a:lnTo>
                  <a:pt x="1214468" y="231764"/>
                </a:lnTo>
                <a:lnTo>
                  <a:pt x="1213720" y="231523"/>
                </a:lnTo>
                <a:lnTo>
                  <a:pt x="1212960" y="231297"/>
                </a:lnTo>
                <a:lnTo>
                  <a:pt x="1212189" y="231087"/>
                </a:lnTo>
                <a:lnTo>
                  <a:pt x="1211407" y="230892"/>
                </a:lnTo>
                <a:lnTo>
                  <a:pt x="1210614" y="230713"/>
                </a:lnTo>
                <a:lnTo>
                  <a:pt x="1209810" y="230550"/>
                </a:lnTo>
                <a:lnTo>
                  <a:pt x="1208995" y="230402"/>
                </a:lnTo>
                <a:lnTo>
                  <a:pt x="1208168" y="230269"/>
                </a:lnTo>
                <a:lnTo>
                  <a:pt x="1207331" y="230153"/>
                </a:lnTo>
                <a:lnTo>
                  <a:pt x="1206482" y="230051"/>
                </a:lnTo>
                <a:lnTo>
                  <a:pt x="1205622" y="229966"/>
                </a:lnTo>
                <a:lnTo>
                  <a:pt x="1204751" y="229896"/>
                </a:lnTo>
                <a:lnTo>
                  <a:pt x="1203869" y="229841"/>
                </a:lnTo>
                <a:lnTo>
                  <a:pt x="1202976" y="229802"/>
                </a:lnTo>
                <a:lnTo>
                  <a:pt x="1202072" y="229779"/>
                </a:lnTo>
                <a:lnTo>
                  <a:pt x="1201156" y="229771"/>
                </a:lnTo>
                <a:lnTo>
                  <a:pt x="1200174" y="229780"/>
                </a:lnTo>
                <a:lnTo>
                  <a:pt x="1199203" y="229807"/>
                </a:lnTo>
                <a:lnTo>
                  <a:pt x="1198243" y="229851"/>
                </a:lnTo>
                <a:lnTo>
                  <a:pt x="1197295" y="229914"/>
                </a:lnTo>
                <a:lnTo>
                  <a:pt x="1196357" y="229994"/>
                </a:lnTo>
                <a:lnTo>
                  <a:pt x="1195430" y="230091"/>
                </a:lnTo>
                <a:lnTo>
                  <a:pt x="1194515" y="230207"/>
                </a:lnTo>
                <a:lnTo>
                  <a:pt x="1193611" y="230341"/>
                </a:lnTo>
                <a:lnTo>
                  <a:pt x="1192718" y="230492"/>
                </a:lnTo>
                <a:lnTo>
                  <a:pt x="1191836" y="230661"/>
                </a:lnTo>
                <a:lnTo>
                  <a:pt x="1190965" y="230848"/>
                </a:lnTo>
                <a:lnTo>
                  <a:pt x="1190105" y="231052"/>
                </a:lnTo>
                <a:lnTo>
                  <a:pt x="1189256" y="231275"/>
                </a:lnTo>
                <a:lnTo>
                  <a:pt x="1188419" y="231515"/>
                </a:lnTo>
                <a:lnTo>
                  <a:pt x="1187592" y="231773"/>
                </a:lnTo>
                <a:lnTo>
                  <a:pt x="1186777" y="232049"/>
                </a:lnTo>
                <a:lnTo>
                  <a:pt x="1185973" y="232343"/>
                </a:lnTo>
                <a:lnTo>
                  <a:pt x="1185180" y="232654"/>
                </a:lnTo>
                <a:lnTo>
                  <a:pt x="1184398" y="232983"/>
                </a:lnTo>
                <a:lnTo>
                  <a:pt x="1183627" y="233330"/>
                </a:lnTo>
                <a:lnTo>
                  <a:pt x="1182867" y="233695"/>
                </a:lnTo>
                <a:lnTo>
                  <a:pt x="1182119" y="234078"/>
                </a:lnTo>
                <a:lnTo>
                  <a:pt x="1181381" y="234478"/>
                </a:lnTo>
                <a:lnTo>
                  <a:pt x="1180655" y="234897"/>
                </a:lnTo>
                <a:lnTo>
                  <a:pt x="1179941" y="235318"/>
                </a:lnTo>
                <a:lnTo>
                  <a:pt x="1179241" y="235753"/>
                </a:lnTo>
                <a:lnTo>
                  <a:pt x="1178555" y="236203"/>
                </a:lnTo>
                <a:lnTo>
                  <a:pt x="1177883" y="236667"/>
                </a:lnTo>
                <a:lnTo>
                  <a:pt x="1177225" y="237146"/>
                </a:lnTo>
                <a:lnTo>
                  <a:pt x="1176581" y="237639"/>
                </a:lnTo>
                <a:lnTo>
                  <a:pt x="1175950" y="238147"/>
                </a:lnTo>
                <a:lnTo>
                  <a:pt x="1175334" y="238669"/>
                </a:lnTo>
                <a:lnTo>
                  <a:pt x="1174731" y="239206"/>
                </a:lnTo>
                <a:lnTo>
                  <a:pt x="1174142" y="239757"/>
                </a:lnTo>
                <a:lnTo>
                  <a:pt x="1173568" y="240323"/>
                </a:lnTo>
                <a:lnTo>
                  <a:pt x="1173007" y="240903"/>
                </a:lnTo>
                <a:lnTo>
                  <a:pt x="1172460" y="241497"/>
                </a:lnTo>
                <a:lnTo>
                  <a:pt x="1171927" y="242106"/>
                </a:lnTo>
                <a:lnTo>
                  <a:pt x="1171408" y="242730"/>
                </a:lnTo>
                <a:lnTo>
                  <a:pt x="1170902" y="243368"/>
                </a:lnTo>
                <a:lnTo>
                  <a:pt x="1170411" y="244020"/>
                </a:lnTo>
                <a:lnTo>
                  <a:pt x="1169934" y="244687"/>
                </a:lnTo>
                <a:lnTo>
                  <a:pt x="1169470" y="245368"/>
                </a:lnTo>
                <a:lnTo>
                  <a:pt x="1169020" y="246064"/>
                </a:lnTo>
                <a:lnTo>
                  <a:pt x="1168585" y="246774"/>
                </a:lnTo>
                <a:lnTo>
                  <a:pt x="1168163" y="247499"/>
                </a:lnTo>
                <a:lnTo>
                  <a:pt x="1167755" y="248238"/>
                </a:lnTo>
                <a:lnTo>
                  <a:pt x="1167361" y="248991"/>
                </a:lnTo>
                <a:lnTo>
                  <a:pt x="1166982" y="249758"/>
                </a:lnTo>
                <a:lnTo>
                  <a:pt x="1166619" y="250536"/>
                </a:lnTo>
                <a:lnTo>
                  <a:pt x="1166272" y="251326"/>
                </a:lnTo>
                <a:lnTo>
                  <a:pt x="1165941" y="252128"/>
                </a:lnTo>
                <a:lnTo>
                  <a:pt x="1165627" y="252941"/>
                </a:lnTo>
                <a:lnTo>
                  <a:pt x="1165329" y="253766"/>
                </a:lnTo>
                <a:lnTo>
                  <a:pt x="1165046" y="254603"/>
                </a:lnTo>
                <a:lnTo>
                  <a:pt x="1164780" y="255452"/>
                </a:lnTo>
                <a:lnTo>
                  <a:pt x="1164530" y="256312"/>
                </a:lnTo>
                <a:lnTo>
                  <a:pt x="1164296" y="257183"/>
                </a:lnTo>
                <a:lnTo>
                  <a:pt x="1164079" y="258067"/>
                </a:lnTo>
                <a:lnTo>
                  <a:pt x="1163877" y="258962"/>
                </a:lnTo>
                <a:lnTo>
                  <a:pt x="1163692" y="259869"/>
                </a:lnTo>
                <a:lnTo>
                  <a:pt x="1163522" y="260787"/>
                </a:lnTo>
                <a:lnTo>
                  <a:pt x="1163369" y="261717"/>
                </a:lnTo>
                <a:lnTo>
                  <a:pt x="1163232" y="262659"/>
                </a:lnTo>
                <a:lnTo>
                  <a:pt x="1163111" y="263613"/>
                </a:lnTo>
                <a:lnTo>
                  <a:pt x="1163006" y="264578"/>
                </a:lnTo>
                <a:lnTo>
                  <a:pt x="1162917" y="265555"/>
                </a:lnTo>
                <a:lnTo>
                  <a:pt x="1162845" y="266543"/>
                </a:lnTo>
                <a:lnTo>
                  <a:pt x="1162788" y="267543"/>
                </a:lnTo>
                <a:lnTo>
                  <a:pt x="1162748" y="268555"/>
                </a:lnTo>
                <a:lnTo>
                  <a:pt x="1162724" y="269579"/>
                </a:lnTo>
                <a:lnTo>
                  <a:pt x="1162716" y="270614"/>
                </a:lnTo>
                <a:lnTo>
                  <a:pt x="1162716" y="273978"/>
                </a:lnTo>
                <a:lnTo>
                  <a:pt x="1162723" y="274974"/>
                </a:lnTo>
                <a:lnTo>
                  <a:pt x="1162744" y="275961"/>
                </a:lnTo>
                <a:lnTo>
                  <a:pt x="1162778" y="276938"/>
                </a:lnTo>
                <a:lnTo>
                  <a:pt x="1162827" y="277906"/>
                </a:lnTo>
                <a:lnTo>
                  <a:pt x="1162890" y="278865"/>
                </a:lnTo>
                <a:lnTo>
                  <a:pt x="1162966" y="279814"/>
                </a:lnTo>
                <a:lnTo>
                  <a:pt x="1163056" y="280753"/>
                </a:lnTo>
                <a:lnTo>
                  <a:pt x="1163161" y="281684"/>
                </a:lnTo>
                <a:lnTo>
                  <a:pt x="1163279" y="282604"/>
                </a:lnTo>
                <a:lnTo>
                  <a:pt x="1163411" y="283516"/>
                </a:lnTo>
                <a:lnTo>
                  <a:pt x="1163557" y="284417"/>
                </a:lnTo>
                <a:lnTo>
                  <a:pt x="1163717" y="285310"/>
                </a:lnTo>
                <a:lnTo>
                  <a:pt x="1163891" y="286193"/>
                </a:lnTo>
                <a:lnTo>
                  <a:pt x="1164078" y="287066"/>
                </a:lnTo>
                <a:lnTo>
                  <a:pt x="1164280" y="287930"/>
                </a:lnTo>
                <a:lnTo>
                  <a:pt x="1164496" y="288784"/>
                </a:lnTo>
                <a:lnTo>
                  <a:pt x="1164725" y="289630"/>
                </a:lnTo>
                <a:lnTo>
                  <a:pt x="1164968" y="290465"/>
                </a:lnTo>
                <a:lnTo>
                  <a:pt x="1165226" y="291291"/>
                </a:lnTo>
                <a:lnTo>
                  <a:pt x="1165497" y="292108"/>
                </a:lnTo>
                <a:lnTo>
                  <a:pt x="1165782" y="292915"/>
                </a:lnTo>
                <a:lnTo>
                  <a:pt x="1166081" y="293713"/>
                </a:lnTo>
                <a:lnTo>
                  <a:pt x="1166393" y="294501"/>
                </a:lnTo>
                <a:lnTo>
                  <a:pt x="1166720" y="295280"/>
                </a:lnTo>
                <a:lnTo>
                  <a:pt x="1167074" y="296047"/>
                </a:lnTo>
                <a:lnTo>
                  <a:pt x="1167443" y="296800"/>
                </a:lnTo>
                <a:lnTo>
                  <a:pt x="1167826" y="297538"/>
                </a:lnTo>
                <a:lnTo>
                  <a:pt x="1168224" y="298261"/>
                </a:lnTo>
                <a:lnTo>
                  <a:pt x="1168636" y="298970"/>
                </a:lnTo>
                <a:lnTo>
                  <a:pt x="1169063" y="299665"/>
                </a:lnTo>
                <a:lnTo>
                  <a:pt x="1169504" y="300345"/>
                </a:lnTo>
                <a:lnTo>
                  <a:pt x="1169959" y="301011"/>
                </a:lnTo>
                <a:lnTo>
                  <a:pt x="1170429" y="301662"/>
                </a:lnTo>
                <a:lnTo>
                  <a:pt x="1170913" y="302299"/>
                </a:lnTo>
                <a:lnTo>
                  <a:pt x="1171412" y="302921"/>
                </a:lnTo>
                <a:lnTo>
                  <a:pt x="1171926" y="303529"/>
                </a:lnTo>
                <a:lnTo>
                  <a:pt x="1172453" y="304122"/>
                </a:lnTo>
                <a:lnTo>
                  <a:pt x="1172996" y="304701"/>
                </a:lnTo>
                <a:lnTo>
                  <a:pt x="1173552" y="305266"/>
                </a:lnTo>
                <a:lnTo>
                  <a:pt x="1174124" y="305816"/>
                </a:lnTo>
                <a:lnTo>
                  <a:pt x="1174709" y="306351"/>
                </a:lnTo>
                <a:lnTo>
                  <a:pt x="1175309" y="306872"/>
                </a:lnTo>
                <a:lnTo>
                  <a:pt x="1175924" y="307379"/>
                </a:lnTo>
                <a:lnTo>
                  <a:pt x="1176553" y="307871"/>
                </a:lnTo>
                <a:lnTo>
                  <a:pt x="1177196" y="308349"/>
                </a:lnTo>
                <a:lnTo>
                  <a:pt x="1177854" y="308812"/>
                </a:lnTo>
                <a:lnTo>
                  <a:pt x="1178527" y="309261"/>
                </a:lnTo>
                <a:lnTo>
                  <a:pt x="1179213" y="309695"/>
                </a:lnTo>
                <a:lnTo>
                  <a:pt x="1179928" y="310114"/>
                </a:lnTo>
                <a:lnTo>
                  <a:pt x="1180658" y="310514"/>
                </a:lnTo>
                <a:lnTo>
                  <a:pt x="1181403" y="310897"/>
                </a:lnTo>
                <a:lnTo>
                  <a:pt x="1182163" y="311262"/>
                </a:lnTo>
                <a:lnTo>
                  <a:pt x="1182938" y="311609"/>
                </a:lnTo>
                <a:lnTo>
                  <a:pt x="1183728" y="311938"/>
                </a:lnTo>
                <a:lnTo>
                  <a:pt x="1184533" y="312249"/>
                </a:lnTo>
                <a:lnTo>
                  <a:pt x="1185353" y="312543"/>
                </a:lnTo>
                <a:lnTo>
                  <a:pt x="1186188" y="312819"/>
                </a:lnTo>
                <a:lnTo>
                  <a:pt x="1187038" y="313077"/>
                </a:lnTo>
                <a:lnTo>
                  <a:pt x="1187903" y="313317"/>
                </a:lnTo>
                <a:lnTo>
                  <a:pt x="1188783" y="313539"/>
                </a:lnTo>
                <a:lnTo>
                  <a:pt x="1189679" y="313744"/>
                </a:lnTo>
                <a:lnTo>
                  <a:pt x="1190589" y="313931"/>
                </a:lnTo>
                <a:lnTo>
                  <a:pt x="1191514" y="314100"/>
                </a:lnTo>
                <a:lnTo>
                  <a:pt x="1192454" y="314251"/>
                </a:lnTo>
                <a:lnTo>
                  <a:pt x="1193409" y="314385"/>
                </a:lnTo>
                <a:lnTo>
                  <a:pt x="1194379" y="314500"/>
                </a:lnTo>
                <a:lnTo>
                  <a:pt x="1195365" y="314598"/>
                </a:lnTo>
                <a:lnTo>
                  <a:pt x="1196365" y="314678"/>
                </a:lnTo>
                <a:lnTo>
                  <a:pt x="1197380" y="314741"/>
                </a:lnTo>
                <a:lnTo>
                  <a:pt x="1198410" y="314785"/>
                </a:lnTo>
                <a:lnTo>
                  <a:pt x="1199455" y="314812"/>
                </a:lnTo>
                <a:lnTo>
                  <a:pt x="1200516" y="314821"/>
                </a:lnTo>
                <a:lnTo>
                  <a:pt x="1201431" y="314814"/>
                </a:lnTo>
                <a:lnTo>
                  <a:pt x="1202337" y="314794"/>
                </a:lnTo>
                <a:lnTo>
                  <a:pt x="1203231" y="314761"/>
                </a:lnTo>
                <a:lnTo>
                  <a:pt x="1204115" y="314714"/>
                </a:lnTo>
                <a:lnTo>
                  <a:pt x="1204989" y="314654"/>
                </a:lnTo>
                <a:close/>
                <a:moveTo>
                  <a:pt x="1179600" y="261921"/>
                </a:moveTo>
                <a:lnTo>
                  <a:pt x="1179638" y="261472"/>
                </a:lnTo>
                <a:lnTo>
                  <a:pt x="1179684" y="261024"/>
                </a:lnTo>
                <a:lnTo>
                  <a:pt x="1179738" y="260578"/>
                </a:lnTo>
                <a:lnTo>
                  <a:pt x="1179801" y="260132"/>
                </a:lnTo>
                <a:lnTo>
                  <a:pt x="1179872" y="259688"/>
                </a:lnTo>
                <a:lnTo>
                  <a:pt x="1179951" y="259244"/>
                </a:lnTo>
                <a:lnTo>
                  <a:pt x="1180038" y="258802"/>
                </a:lnTo>
                <a:lnTo>
                  <a:pt x="1180134" y="258361"/>
                </a:lnTo>
                <a:lnTo>
                  <a:pt x="1180239" y="257921"/>
                </a:lnTo>
                <a:lnTo>
                  <a:pt x="1180351" y="257483"/>
                </a:lnTo>
                <a:lnTo>
                  <a:pt x="1180472" y="257045"/>
                </a:lnTo>
                <a:lnTo>
                  <a:pt x="1180601" y="256608"/>
                </a:lnTo>
                <a:lnTo>
                  <a:pt x="1180739" y="256173"/>
                </a:lnTo>
                <a:lnTo>
                  <a:pt x="1180885" y="255739"/>
                </a:lnTo>
                <a:lnTo>
                  <a:pt x="1181039" y="255305"/>
                </a:lnTo>
                <a:lnTo>
                  <a:pt x="1181202" y="254873"/>
                </a:lnTo>
                <a:lnTo>
                  <a:pt x="1181373" y="254442"/>
                </a:lnTo>
                <a:lnTo>
                  <a:pt x="1181552" y="254012"/>
                </a:lnTo>
                <a:lnTo>
                  <a:pt x="1181740" y="253583"/>
                </a:lnTo>
                <a:lnTo>
                  <a:pt x="1181936" y="253156"/>
                </a:lnTo>
                <a:lnTo>
                  <a:pt x="1182153" y="252719"/>
                </a:lnTo>
                <a:lnTo>
                  <a:pt x="1182378" y="252288"/>
                </a:lnTo>
                <a:lnTo>
                  <a:pt x="1182609" y="251864"/>
                </a:lnTo>
                <a:lnTo>
                  <a:pt x="1182848" y="251447"/>
                </a:lnTo>
                <a:lnTo>
                  <a:pt x="1183094" y="251037"/>
                </a:lnTo>
                <a:lnTo>
                  <a:pt x="1183348" y="250633"/>
                </a:lnTo>
                <a:lnTo>
                  <a:pt x="1183608" y="250236"/>
                </a:lnTo>
                <a:lnTo>
                  <a:pt x="1183876" y="249846"/>
                </a:lnTo>
                <a:lnTo>
                  <a:pt x="1184151" y="249462"/>
                </a:lnTo>
                <a:lnTo>
                  <a:pt x="1184433" y="249085"/>
                </a:lnTo>
                <a:lnTo>
                  <a:pt x="1184723" y="248714"/>
                </a:lnTo>
                <a:lnTo>
                  <a:pt x="1185019" y="248351"/>
                </a:lnTo>
                <a:lnTo>
                  <a:pt x="1185323" y="247994"/>
                </a:lnTo>
                <a:lnTo>
                  <a:pt x="1185635" y="247643"/>
                </a:lnTo>
                <a:lnTo>
                  <a:pt x="1185953" y="247300"/>
                </a:lnTo>
                <a:lnTo>
                  <a:pt x="1186279" y="246963"/>
                </a:lnTo>
                <a:lnTo>
                  <a:pt x="1186611" y="246632"/>
                </a:lnTo>
                <a:lnTo>
                  <a:pt x="1186951" y="246309"/>
                </a:lnTo>
                <a:lnTo>
                  <a:pt x="1187299" y="245992"/>
                </a:lnTo>
                <a:lnTo>
                  <a:pt x="1187653" y="245681"/>
                </a:lnTo>
                <a:lnTo>
                  <a:pt x="1188015" y="245378"/>
                </a:lnTo>
                <a:lnTo>
                  <a:pt x="1188384" y="245081"/>
                </a:lnTo>
                <a:lnTo>
                  <a:pt x="1188760" y="244790"/>
                </a:lnTo>
                <a:lnTo>
                  <a:pt x="1189144" y="244507"/>
                </a:lnTo>
                <a:lnTo>
                  <a:pt x="1189548" y="244232"/>
                </a:lnTo>
                <a:lnTo>
                  <a:pt x="1189959" y="243969"/>
                </a:lnTo>
                <a:lnTo>
                  <a:pt x="1190378" y="243718"/>
                </a:lnTo>
                <a:lnTo>
                  <a:pt x="1190803" y="243479"/>
                </a:lnTo>
                <a:lnTo>
                  <a:pt x="1191236" y="243251"/>
                </a:lnTo>
                <a:lnTo>
                  <a:pt x="1191676" y="243035"/>
                </a:lnTo>
                <a:lnTo>
                  <a:pt x="1192124" y="242831"/>
                </a:lnTo>
                <a:lnTo>
                  <a:pt x="1192579" y="242638"/>
                </a:lnTo>
                <a:lnTo>
                  <a:pt x="1193040" y="242457"/>
                </a:lnTo>
                <a:lnTo>
                  <a:pt x="1193510" y="242288"/>
                </a:lnTo>
                <a:lnTo>
                  <a:pt x="1193986" y="242130"/>
                </a:lnTo>
                <a:lnTo>
                  <a:pt x="1194469" y="241984"/>
                </a:lnTo>
                <a:lnTo>
                  <a:pt x="1194960" y="241850"/>
                </a:lnTo>
                <a:lnTo>
                  <a:pt x="1195458" y="241727"/>
                </a:lnTo>
                <a:lnTo>
                  <a:pt x="1195963" y="241616"/>
                </a:lnTo>
                <a:lnTo>
                  <a:pt x="1196476" y="241517"/>
                </a:lnTo>
                <a:lnTo>
                  <a:pt x="1196996" y="241429"/>
                </a:lnTo>
                <a:lnTo>
                  <a:pt x="1197523" y="241353"/>
                </a:lnTo>
                <a:lnTo>
                  <a:pt x="1198057" y="241289"/>
                </a:lnTo>
                <a:lnTo>
                  <a:pt x="1198598" y="241237"/>
                </a:lnTo>
                <a:lnTo>
                  <a:pt x="1199147" y="241196"/>
                </a:lnTo>
                <a:lnTo>
                  <a:pt x="1199703" y="241167"/>
                </a:lnTo>
                <a:lnTo>
                  <a:pt x="1200266" y="241149"/>
                </a:lnTo>
                <a:lnTo>
                  <a:pt x="1200836" y="241143"/>
                </a:lnTo>
                <a:lnTo>
                  <a:pt x="1201341" y="241148"/>
                </a:lnTo>
                <a:lnTo>
                  <a:pt x="1201841" y="241162"/>
                </a:lnTo>
                <a:lnTo>
                  <a:pt x="1202335" y="241186"/>
                </a:lnTo>
                <a:lnTo>
                  <a:pt x="1202825" y="241219"/>
                </a:lnTo>
                <a:lnTo>
                  <a:pt x="1203310" y="241261"/>
                </a:lnTo>
                <a:lnTo>
                  <a:pt x="1203789" y="241313"/>
                </a:lnTo>
                <a:lnTo>
                  <a:pt x="1204264" y="241375"/>
                </a:lnTo>
                <a:lnTo>
                  <a:pt x="1204734" y="241446"/>
                </a:lnTo>
                <a:lnTo>
                  <a:pt x="1205198" y="241526"/>
                </a:lnTo>
                <a:lnTo>
                  <a:pt x="1205658" y="241616"/>
                </a:lnTo>
                <a:lnTo>
                  <a:pt x="1206112" y="241715"/>
                </a:lnTo>
                <a:lnTo>
                  <a:pt x="1206562" y="241824"/>
                </a:lnTo>
                <a:lnTo>
                  <a:pt x="1207007" y="241942"/>
                </a:lnTo>
                <a:lnTo>
                  <a:pt x="1207446" y="242070"/>
                </a:lnTo>
                <a:lnTo>
                  <a:pt x="1207881" y="242207"/>
                </a:lnTo>
                <a:lnTo>
                  <a:pt x="1208311" y="242353"/>
                </a:lnTo>
                <a:lnTo>
                  <a:pt x="1208735" y="242509"/>
                </a:lnTo>
                <a:lnTo>
                  <a:pt x="1209155" y="242675"/>
                </a:lnTo>
                <a:lnTo>
                  <a:pt x="1209569" y="242850"/>
                </a:lnTo>
                <a:lnTo>
                  <a:pt x="1209979" y="243034"/>
                </a:lnTo>
                <a:lnTo>
                  <a:pt x="1210384" y="243228"/>
                </a:lnTo>
                <a:lnTo>
                  <a:pt x="1210783" y="243431"/>
                </a:lnTo>
                <a:lnTo>
                  <a:pt x="1211178" y="243644"/>
                </a:lnTo>
                <a:lnTo>
                  <a:pt x="1211567" y="243866"/>
                </a:lnTo>
                <a:lnTo>
                  <a:pt x="1211951" y="244097"/>
                </a:lnTo>
                <a:lnTo>
                  <a:pt x="1212326" y="244334"/>
                </a:lnTo>
                <a:lnTo>
                  <a:pt x="1212694" y="244579"/>
                </a:lnTo>
                <a:lnTo>
                  <a:pt x="1213053" y="244831"/>
                </a:lnTo>
                <a:lnTo>
                  <a:pt x="1213406" y="245091"/>
                </a:lnTo>
                <a:lnTo>
                  <a:pt x="1213750" y="245358"/>
                </a:lnTo>
                <a:lnTo>
                  <a:pt x="1214086" y="245631"/>
                </a:lnTo>
                <a:lnTo>
                  <a:pt x="1214415" y="245913"/>
                </a:lnTo>
                <a:lnTo>
                  <a:pt x="1214736" y="246201"/>
                </a:lnTo>
                <a:lnTo>
                  <a:pt x="1215049" y="246497"/>
                </a:lnTo>
                <a:lnTo>
                  <a:pt x="1215354" y="246799"/>
                </a:lnTo>
                <a:lnTo>
                  <a:pt x="1215652" y="247109"/>
                </a:lnTo>
                <a:lnTo>
                  <a:pt x="1215942" y="247427"/>
                </a:lnTo>
                <a:lnTo>
                  <a:pt x="1216223" y="247751"/>
                </a:lnTo>
                <a:lnTo>
                  <a:pt x="1216498" y="248083"/>
                </a:lnTo>
                <a:lnTo>
                  <a:pt x="1216764" y="248422"/>
                </a:lnTo>
                <a:lnTo>
                  <a:pt x="1217023" y="248768"/>
                </a:lnTo>
                <a:lnTo>
                  <a:pt x="1217273" y="249122"/>
                </a:lnTo>
                <a:lnTo>
                  <a:pt x="1217517" y="249482"/>
                </a:lnTo>
                <a:lnTo>
                  <a:pt x="1217752" y="249850"/>
                </a:lnTo>
                <a:lnTo>
                  <a:pt x="1217979" y="250225"/>
                </a:lnTo>
                <a:lnTo>
                  <a:pt x="1218199" y="250608"/>
                </a:lnTo>
                <a:lnTo>
                  <a:pt x="1218411" y="250997"/>
                </a:lnTo>
                <a:lnTo>
                  <a:pt x="1218615" y="251394"/>
                </a:lnTo>
                <a:lnTo>
                  <a:pt x="1218824" y="251784"/>
                </a:lnTo>
                <a:lnTo>
                  <a:pt x="1219024" y="252178"/>
                </a:lnTo>
                <a:lnTo>
                  <a:pt x="1219216" y="252578"/>
                </a:lnTo>
                <a:lnTo>
                  <a:pt x="1219398" y="252982"/>
                </a:lnTo>
                <a:lnTo>
                  <a:pt x="1219571" y="253392"/>
                </a:lnTo>
                <a:lnTo>
                  <a:pt x="1219736" y="253806"/>
                </a:lnTo>
                <a:lnTo>
                  <a:pt x="1219892" y="254226"/>
                </a:lnTo>
                <a:lnTo>
                  <a:pt x="1220039" y="254651"/>
                </a:lnTo>
                <a:lnTo>
                  <a:pt x="1220177" y="255080"/>
                </a:lnTo>
                <a:lnTo>
                  <a:pt x="1220306" y="255515"/>
                </a:lnTo>
                <a:lnTo>
                  <a:pt x="1220426" y="255955"/>
                </a:lnTo>
                <a:lnTo>
                  <a:pt x="1220537" y="256399"/>
                </a:lnTo>
                <a:lnTo>
                  <a:pt x="1220639" y="256849"/>
                </a:lnTo>
                <a:lnTo>
                  <a:pt x="1220733" y="257304"/>
                </a:lnTo>
                <a:lnTo>
                  <a:pt x="1220817" y="257763"/>
                </a:lnTo>
                <a:lnTo>
                  <a:pt x="1220893" y="258228"/>
                </a:lnTo>
                <a:lnTo>
                  <a:pt x="1220960" y="258697"/>
                </a:lnTo>
                <a:lnTo>
                  <a:pt x="1221017" y="259172"/>
                </a:lnTo>
                <a:lnTo>
                  <a:pt x="1221066" y="259652"/>
                </a:lnTo>
                <a:lnTo>
                  <a:pt x="1221106" y="260137"/>
                </a:lnTo>
                <a:lnTo>
                  <a:pt x="1221138" y="260626"/>
                </a:lnTo>
                <a:lnTo>
                  <a:pt x="1221160" y="261121"/>
                </a:lnTo>
                <a:lnTo>
                  <a:pt x="1221173" y="261621"/>
                </a:lnTo>
                <a:lnTo>
                  <a:pt x="1221178" y="262125"/>
                </a:lnTo>
                <a:lnTo>
                  <a:pt x="1221178" y="264528"/>
                </a:lnTo>
                <a:lnTo>
                  <a:pt x="1179534" y="264528"/>
                </a:lnTo>
                <a:lnTo>
                  <a:pt x="1179534" y="263727"/>
                </a:lnTo>
                <a:lnTo>
                  <a:pt x="1179538" y="263274"/>
                </a:lnTo>
                <a:lnTo>
                  <a:pt x="1179550" y="262822"/>
                </a:lnTo>
                <a:lnTo>
                  <a:pt x="1179571" y="262371"/>
                </a:lnTo>
                <a:lnTo>
                  <a:pt x="1179600" y="261921"/>
                </a:lnTo>
                <a:close/>
                <a:moveTo>
                  <a:pt x="1396108" y="314714"/>
                </a:moveTo>
                <a:lnTo>
                  <a:pt x="1396887" y="314654"/>
                </a:lnTo>
                <a:lnTo>
                  <a:pt x="1397659" y="314581"/>
                </a:lnTo>
                <a:lnTo>
                  <a:pt x="1398422" y="314494"/>
                </a:lnTo>
                <a:lnTo>
                  <a:pt x="1399178" y="314394"/>
                </a:lnTo>
                <a:lnTo>
                  <a:pt x="1399926" y="314280"/>
                </a:lnTo>
                <a:lnTo>
                  <a:pt x="1400666" y="314153"/>
                </a:lnTo>
                <a:lnTo>
                  <a:pt x="1401399" y="314013"/>
                </a:lnTo>
                <a:lnTo>
                  <a:pt x="1402123" y="313860"/>
                </a:lnTo>
                <a:lnTo>
                  <a:pt x="1402840" y="313693"/>
                </a:lnTo>
                <a:lnTo>
                  <a:pt x="1403549" y="313513"/>
                </a:lnTo>
                <a:lnTo>
                  <a:pt x="1404251" y="313319"/>
                </a:lnTo>
                <a:lnTo>
                  <a:pt x="1404944" y="313112"/>
                </a:lnTo>
                <a:lnTo>
                  <a:pt x="1405630" y="312892"/>
                </a:lnTo>
                <a:lnTo>
                  <a:pt x="1406308" y="312659"/>
                </a:lnTo>
                <a:lnTo>
                  <a:pt x="1406978" y="312412"/>
                </a:lnTo>
                <a:lnTo>
                  <a:pt x="1407640" y="312151"/>
                </a:lnTo>
                <a:lnTo>
                  <a:pt x="1408295" y="311878"/>
                </a:lnTo>
                <a:lnTo>
                  <a:pt x="1408942" y="311591"/>
                </a:lnTo>
                <a:lnTo>
                  <a:pt x="1409581" y="311290"/>
                </a:lnTo>
                <a:lnTo>
                  <a:pt x="1410212" y="310977"/>
                </a:lnTo>
                <a:lnTo>
                  <a:pt x="1410847" y="310637"/>
                </a:lnTo>
                <a:lnTo>
                  <a:pt x="1411470" y="310285"/>
                </a:lnTo>
                <a:lnTo>
                  <a:pt x="1412081" y="309921"/>
                </a:lnTo>
                <a:lnTo>
                  <a:pt x="1412681" y="309544"/>
                </a:lnTo>
                <a:lnTo>
                  <a:pt x="1413269" y="309155"/>
                </a:lnTo>
                <a:lnTo>
                  <a:pt x="1413846" y="308754"/>
                </a:lnTo>
                <a:lnTo>
                  <a:pt x="1414411" y="308341"/>
                </a:lnTo>
                <a:lnTo>
                  <a:pt x="1414964" y="307916"/>
                </a:lnTo>
                <a:lnTo>
                  <a:pt x="1415505" y="307478"/>
                </a:lnTo>
                <a:lnTo>
                  <a:pt x="1416035" y="307028"/>
                </a:lnTo>
                <a:lnTo>
                  <a:pt x="1416553" y="306566"/>
                </a:lnTo>
                <a:lnTo>
                  <a:pt x="1417059" y="306092"/>
                </a:lnTo>
                <a:lnTo>
                  <a:pt x="1417554" y="305605"/>
                </a:lnTo>
                <a:lnTo>
                  <a:pt x="1418037" y="305106"/>
                </a:lnTo>
                <a:lnTo>
                  <a:pt x="1418508" y="304595"/>
                </a:lnTo>
                <a:lnTo>
                  <a:pt x="1418968" y="304072"/>
                </a:lnTo>
                <a:lnTo>
                  <a:pt x="1419416" y="303536"/>
                </a:lnTo>
                <a:lnTo>
                  <a:pt x="1419852" y="302988"/>
                </a:lnTo>
                <a:lnTo>
                  <a:pt x="1420277" y="302428"/>
                </a:lnTo>
                <a:lnTo>
                  <a:pt x="1420690" y="301856"/>
                </a:lnTo>
                <a:lnTo>
                  <a:pt x="1421091" y="301272"/>
                </a:lnTo>
                <a:lnTo>
                  <a:pt x="1421480" y="300675"/>
                </a:lnTo>
                <a:lnTo>
                  <a:pt x="1421858" y="300066"/>
                </a:lnTo>
                <a:lnTo>
                  <a:pt x="1422224" y="299445"/>
                </a:lnTo>
                <a:lnTo>
                  <a:pt x="1422590" y="298812"/>
                </a:lnTo>
                <a:lnTo>
                  <a:pt x="1422941" y="298168"/>
                </a:lnTo>
                <a:lnTo>
                  <a:pt x="1423276" y="297513"/>
                </a:lnTo>
                <a:lnTo>
                  <a:pt x="1423595" y="296846"/>
                </a:lnTo>
                <a:lnTo>
                  <a:pt x="1423898" y="296169"/>
                </a:lnTo>
                <a:lnTo>
                  <a:pt x="1424186" y="295480"/>
                </a:lnTo>
                <a:lnTo>
                  <a:pt x="1424459" y="294781"/>
                </a:lnTo>
                <a:lnTo>
                  <a:pt x="1424716" y="294070"/>
                </a:lnTo>
                <a:lnTo>
                  <a:pt x="1424957" y="293348"/>
                </a:lnTo>
                <a:lnTo>
                  <a:pt x="1425183" y="292615"/>
                </a:lnTo>
                <a:lnTo>
                  <a:pt x="1425393" y="291871"/>
                </a:lnTo>
                <a:lnTo>
                  <a:pt x="1425588" y="291116"/>
                </a:lnTo>
                <a:lnTo>
                  <a:pt x="1425767" y="290349"/>
                </a:lnTo>
                <a:lnTo>
                  <a:pt x="1425931" y="289572"/>
                </a:lnTo>
                <a:lnTo>
                  <a:pt x="1426078" y="288783"/>
                </a:lnTo>
                <a:lnTo>
                  <a:pt x="1426211" y="287984"/>
                </a:lnTo>
                <a:lnTo>
                  <a:pt x="1426328" y="287173"/>
                </a:lnTo>
                <a:lnTo>
                  <a:pt x="1426429" y="286351"/>
                </a:lnTo>
                <a:lnTo>
                  <a:pt x="1426514" y="285518"/>
                </a:lnTo>
                <a:lnTo>
                  <a:pt x="1426585" y="284673"/>
                </a:lnTo>
                <a:lnTo>
                  <a:pt x="1426639" y="283818"/>
                </a:lnTo>
                <a:lnTo>
                  <a:pt x="1426678" y="282952"/>
                </a:lnTo>
                <a:lnTo>
                  <a:pt x="1426701" y="282074"/>
                </a:lnTo>
                <a:lnTo>
                  <a:pt x="1426709" y="281185"/>
                </a:lnTo>
                <a:lnTo>
                  <a:pt x="1412454" y="281185"/>
                </a:lnTo>
                <a:lnTo>
                  <a:pt x="1412450" y="281834"/>
                </a:lnTo>
                <a:lnTo>
                  <a:pt x="1412436" y="282473"/>
                </a:lnTo>
                <a:lnTo>
                  <a:pt x="1412414" y="283102"/>
                </a:lnTo>
                <a:lnTo>
                  <a:pt x="1412383" y="283721"/>
                </a:lnTo>
                <a:lnTo>
                  <a:pt x="1412343" y="284330"/>
                </a:lnTo>
                <a:lnTo>
                  <a:pt x="1412294" y="284929"/>
                </a:lnTo>
                <a:lnTo>
                  <a:pt x="1412236" y="285518"/>
                </a:lnTo>
                <a:lnTo>
                  <a:pt x="1412170" y="286097"/>
                </a:lnTo>
                <a:lnTo>
                  <a:pt x="1412094" y="286666"/>
                </a:lnTo>
                <a:lnTo>
                  <a:pt x="1412009" y="287225"/>
                </a:lnTo>
                <a:lnTo>
                  <a:pt x="1411916" y="287774"/>
                </a:lnTo>
                <a:lnTo>
                  <a:pt x="1411814" y="288313"/>
                </a:lnTo>
                <a:lnTo>
                  <a:pt x="1411702" y="288842"/>
                </a:lnTo>
                <a:lnTo>
                  <a:pt x="1411582" y="289361"/>
                </a:lnTo>
                <a:lnTo>
                  <a:pt x="1411453" y="289870"/>
                </a:lnTo>
                <a:lnTo>
                  <a:pt x="1411315" y="290368"/>
                </a:lnTo>
                <a:lnTo>
                  <a:pt x="1411168" y="290857"/>
                </a:lnTo>
                <a:lnTo>
                  <a:pt x="1411013" y="291336"/>
                </a:lnTo>
                <a:lnTo>
                  <a:pt x="1410848" y="291805"/>
                </a:lnTo>
                <a:lnTo>
                  <a:pt x="1410674" y="292264"/>
                </a:lnTo>
                <a:lnTo>
                  <a:pt x="1410492" y="292713"/>
                </a:lnTo>
                <a:lnTo>
                  <a:pt x="1410301" y="293151"/>
                </a:lnTo>
                <a:lnTo>
                  <a:pt x="1410101" y="293580"/>
                </a:lnTo>
                <a:lnTo>
                  <a:pt x="1409891" y="293999"/>
                </a:lnTo>
                <a:lnTo>
                  <a:pt x="1409688" y="294395"/>
                </a:lnTo>
                <a:lnTo>
                  <a:pt x="1409477" y="294783"/>
                </a:lnTo>
                <a:lnTo>
                  <a:pt x="1409258" y="295163"/>
                </a:lnTo>
                <a:lnTo>
                  <a:pt x="1409033" y="295534"/>
                </a:lnTo>
                <a:lnTo>
                  <a:pt x="1408800" y="295897"/>
                </a:lnTo>
                <a:lnTo>
                  <a:pt x="1408560" y="296251"/>
                </a:lnTo>
                <a:lnTo>
                  <a:pt x="1408313" y="296597"/>
                </a:lnTo>
                <a:lnTo>
                  <a:pt x="1408058" y="296935"/>
                </a:lnTo>
                <a:lnTo>
                  <a:pt x="1407797" y="297265"/>
                </a:lnTo>
                <a:lnTo>
                  <a:pt x="1407528" y="297586"/>
                </a:lnTo>
                <a:lnTo>
                  <a:pt x="1407252" y="297899"/>
                </a:lnTo>
                <a:lnTo>
                  <a:pt x="1406968" y="298203"/>
                </a:lnTo>
                <a:lnTo>
                  <a:pt x="1406678" y="298499"/>
                </a:lnTo>
                <a:lnTo>
                  <a:pt x="1406380" y="298787"/>
                </a:lnTo>
                <a:lnTo>
                  <a:pt x="1406075" y="299067"/>
                </a:lnTo>
                <a:lnTo>
                  <a:pt x="1405763" y="299338"/>
                </a:lnTo>
                <a:lnTo>
                  <a:pt x="1405443" y="299601"/>
                </a:lnTo>
                <a:lnTo>
                  <a:pt x="1405117" y="299855"/>
                </a:lnTo>
                <a:lnTo>
                  <a:pt x="1404783" y="300101"/>
                </a:lnTo>
                <a:lnTo>
                  <a:pt x="1404441" y="300339"/>
                </a:lnTo>
                <a:lnTo>
                  <a:pt x="1404093" y="300568"/>
                </a:lnTo>
                <a:lnTo>
                  <a:pt x="1403737" y="300789"/>
                </a:lnTo>
                <a:lnTo>
                  <a:pt x="1403374" y="301002"/>
                </a:lnTo>
                <a:lnTo>
                  <a:pt x="1403004" y="301206"/>
                </a:lnTo>
                <a:lnTo>
                  <a:pt x="1402641" y="301389"/>
                </a:lnTo>
                <a:lnTo>
                  <a:pt x="1402274" y="301565"/>
                </a:lnTo>
                <a:lnTo>
                  <a:pt x="1401901" y="301732"/>
                </a:lnTo>
                <a:lnTo>
                  <a:pt x="1401523" y="301892"/>
                </a:lnTo>
                <a:lnTo>
                  <a:pt x="1401140" y="302043"/>
                </a:lnTo>
                <a:lnTo>
                  <a:pt x="1400752" y="302188"/>
                </a:lnTo>
                <a:lnTo>
                  <a:pt x="1400359" y="302324"/>
                </a:lnTo>
                <a:lnTo>
                  <a:pt x="1399961" y="302452"/>
                </a:lnTo>
                <a:lnTo>
                  <a:pt x="1399558" y="302573"/>
                </a:lnTo>
                <a:lnTo>
                  <a:pt x="1399150" y="302686"/>
                </a:lnTo>
                <a:lnTo>
                  <a:pt x="1398737" y="302791"/>
                </a:lnTo>
                <a:lnTo>
                  <a:pt x="1398319" y="302888"/>
                </a:lnTo>
                <a:lnTo>
                  <a:pt x="1397896" y="302978"/>
                </a:lnTo>
                <a:lnTo>
                  <a:pt x="1397468" y="303060"/>
                </a:lnTo>
                <a:lnTo>
                  <a:pt x="1397035" y="303133"/>
                </a:lnTo>
                <a:lnTo>
                  <a:pt x="1396597" y="303200"/>
                </a:lnTo>
                <a:lnTo>
                  <a:pt x="1396155" y="303258"/>
                </a:lnTo>
                <a:lnTo>
                  <a:pt x="1395707" y="303309"/>
                </a:lnTo>
                <a:lnTo>
                  <a:pt x="1395254" y="303352"/>
                </a:lnTo>
                <a:lnTo>
                  <a:pt x="1394796" y="303387"/>
                </a:lnTo>
                <a:lnTo>
                  <a:pt x="1394333" y="303414"/>
                </a:lnTo>
                <a:lnTo>
                  <a:pt x="1393865" y="303433"/>
                </a:lnTo>
                <a:lnTo>
                  <a:pt x="1393392" y="303445"/>
                </a:lnTo>
                <a:lnTo>
                  <a:pt x="1392914" y="303449"/>
                </a:lnTo>
                <a:lnTo>
                  <a:pt x="1392132" y="303437"/>
                </a:lnTo>
                <a:lnTo>
                  <a:pt x="1391363" y="303403"/>
                </a:lnTo>
                <a:lnTo>
                  <a:pt x="1390606" y="303346"/>
                </a:lnTo>
                <a:lnTo>
                  <a:pt x="1389862" y="303266"/>
                </a:lnTo>
                <a:lnTo>
                  <a:pt x="1389129" y="303164"/>
                </a:lnTo>
                <a:lnTo>
                  <a:pt x="1388409" y="303038"/>
                </a:lnTo>
                <a:lnTo>
                  <a:pt x="1387701" y="302890"/>
                </a:lnTo>
                <a:lnTo>
                  <a:pt x="1387005" y="302719"/>
                </a:lnTo>
                <a:lnTo>
                  <a:pt x="1386322" y="302525"/>
                </a:lnTo>
                <a:lnTo>
                  <a:pt x="1385650" y="302309"/>
                </a:lnTo>
                <a:lnTo>
                  <a:pt x="1384991" y="302069"/>
                </a:lnTo>
                <a:lnTo>
                  <a:pt x="1384345" y="301807"/>
                </a:lnTo>
                <a:lnTo>
                  <a:pt x="1383710" y="301522"/>
                </a:lnTo>
                <a:lnTo>
                  <a:pt x="1383088" y="301214"/>
                </a:lnTo>
                <a:lnTo>
                  <a:pt x="1382478" y="300884"/>
                </a:lnTo>
                <a:lnTo>
                  <a:pt x="1381880" y="300530"/>
                </a:lnTo>
                <a:lnTo>
                  <a:pt x="1381294" y="300154"/>
                </a:lnTo>
                <a:lnTo>
                  <a:pt x="1380721" y="299755"/>
                </a:lnTo>
                <a:lnTo>
                  <a:pt x="1380160" y="299333"/>
                </a:lnTo>
                <a:lnTo>
                  <a:pt x="1379611" y="298888"/>
                </a:lnTo>
                <a:lnTo>
                  <a:pt x="1379074" y="298421"/>
                </a:lnTo>
                <a:lnTo>
                  <a:pt x="1378550" y="297931"/>
                </a:lnTo>
                <a:lnTo>
                  <a:pt x="1378037" y="297418"/>
                </a:lnTo>
                <a:lnTo>
                  <a:pt x="1377537" y="296882"/>
                </a:lnTo>
                <a:lnTo>
                  <a:pt x="1377067" y="296324"/>
                </a:lnTo>
                <a:lnTo>
                  <a:pt x="1376617" y="295745"/>
                </a:lnTo>
                <a:lnTo>
                  <a:pt x="1376186" y="295145"/>
                </a:lnTo>
                <a:lnTo>
                  <a:pt x="1375776" y="294524"/>
                </a:lnTo>
                <a:lnTo>
                  <a:pt x="1375385" y="293882"/>
                </a:lnTo>
                <a:lnTo>
                  <a:pt x="1375015" y="293218"/>
                </a:lnTo>
                <a:lnTo>
                  <a:pt x="1374664" y="292533"/>
                </a:lnTo>
                <a:lnTo>
                  <a:pt x="1374334" y="291828"/>
                </a:lnTo>
                <a:lnTo>
                  <a:pt x="1374024" y="291101"/>
                </a:lnTo>
                <a:lnTo>
                  <a:pt x="1373733" y="290353"/>
                </a:lnTo>
                <a:lnTo>
                  <a:pt x="1373463" y="289584"/>
                </a:lnTo>
                <a:lnTo>
                  <a:pt x="1373213" y="288793"/>
                </a:lnTo>
                <a:lnTo>
                  <a:pt x="1372983" y="287982"/>
                </a:lnTo>
                <a:lnTo>
                  <a:pt x="1372772" y="287149"/>
                </a:lnTo>
                <a:lnTo>
                  <a:pt x="1372582" y="286296"/>
                </a:lnTo>
                <a:lnTo>
                  <a:pt x="1372412" y="285421"/>
                </a:lnTo>
                <a:lnTo>
                  <a:pt x="1372262" y="284525"/>
                </a:lnTo>
                <a:lnTo>
                  <a:pt x="1372132" y="283608"/>
                </a:lnTo>
                <a:lnTo>
                  <a:pt x="1372022" y="282670"/>
                </a:lnTo>
                <a:lnTo>
                  <a:pt x="1371932" y="281710"/>
                </a:lnTo>
                <a:lnTo>
                  <a:pt x="1371861" y="280730"/>
                </a:lnTo>
                <a:lnTo>
                  <a:pt x="1371811" y="279728"/>
                </a:lnTo>
                <a:lnTo>
                  <a:pt x="1371781" y="278706"/>
                </a:lnTo>
                <a:lnTo>
                  <a:pt x="1371771" y="277662"/>
                </a:lnTo>
                <a:lnTo>
                  <a:pt x="1371771" y="266930"/>
                </a:lnTo>
                <a:lnTo>
                  <a:pt x="1371782" y="265848"/>
                </a:lnTo>
                <a:lnTo>
                  <a:pt x="1371813" y="264789"/>
                </a:lnTo>
                <a:lnTo>
                  <a:pt x="1371864" y="263754"/>
                </a:lnTo>
                <a:lnTo>
                  <a:pt x="1371936" y="262744"/>
                </a:lnTo>
                <a:lnTo>
                  <a:pt x="1372029" y="261757"/>
                </a:lnTo>
                <a:lnTo>
                  <a:pt x="1372142" y="260794"/>
                </a:lnTo>
                <a:lnTo>
                  <a:pt x="1372276" y="259855"/>
                </a:lnTo>
                <a:lnTo>
                  <a:pt x="1372430" y="258940"/>
                </a:lnTo>
                <a:lnTo>
                  <a:pt x="1372605" y="258048"/>
                </a:lnTo>
                <a:lnTo>
                  <a:pt x="1372800" y="257181"/>
                </a:lnTo>
                <a:lnTo>
                  <a:pt x="1373016" y="256338"/>
                </a:lnTo>
                <a:lnTo>
                  <a:pt x="1373253" y="255518"/>
                </a:lnTo>
                <a:lnTo>
                  <a:pt x="1373510" y="254723"/>
                </a:lnTo>
                <a:lnTo>
                  <a:pt x="1373788" y="253951"/>
                </a:lnTo>
                <a:lnTo>
                  <a:pt x="1374086" y="253203"/>
                </a:lnTo>
                <a:lnTo>
                  <a:pt x="1374405" y="252480"/>
                </a:lnTo>
                <a:lnTo>
                  <a:pt x="1374745" y="251780"/>
                </a:lnTo>
                <a:lnTo>
                  <a:pt x="1375105" y="251104"/>
                </a:lnTo>
                <a:lnTo>
                  <a:pt x="1375486" y="250452"/>
                </a:lnTo>
                <a:lnTo>
                  <a:pt x="1375887" y="249823"/>
                </a:lnTo>
                <a:lnTo>
                  <a:pt x="1376309" y="249219"/>
                </a:lnTo>
                <a:lnTo>
                  <a:pt x="1376751" y="248639"/>
                </a:lnTo>
                <a:lnTo>
                  <a:pt x="1377214" y="248082"/>
                </a:lnTo>
                <a:lnTo>
                  <a:pt x="1377698" y="247550"/>
                </a:lnTo>
                <a:lnTo>
                  <a:pt x="1378209" y="247027"/>
                </a:lnTo>
                <a:lnTo>
                  <a:pt x="1378730" y="246527"/>
                </a:lnTo>
                <a:lnTo>
                  <a:pt x="1379259" y="246048"/>
                </a:lnTo>
                <a:lnTo>
                  <a:pt x="1379798" y="245592"/>
                </a:lnTo>
                <a:lnTo>
                  <a:pt x="1380345" y="245158"/>
                </a:lnTo>
                <a:lnTo>
                  <a:pt x="1380901" y="244747"/>
                </a:lnTo>
                <a:lnTo>
                  <a:pt x="1381466" y="244358"/>
                </a:lnTo>
                <a:lnTo>
                  <a:pt x="1382040" y="243991"/>
                </a:lnTo>
                <a:lnTo>
                  <a:pt x="1382623" y="243646"/>
                </a:lnTo>
                <a:lnTo>
                  <a:pt x="1383215" y="243323"/>
                </a:lnTo>
                <a:lnTo>
                  <a:pt x="1383815" y="243023"/>
                </a:lnTo>
                <a:lnTo>
                  <a:pt x="1384425" y="242745"/>
                </a:lnTo>
                <a:lnTo>
                  <a:pt x="1385043" y="242489"/>
                </a:lnTo>
                <a:lnTo>
                  <a:pt x="1385670" y="242255"/>
                </a:lnTo>
                <a:lnTo>
                  <a:pt x="1386307" y="242044"/>
                </a:lnTo>
                <a:lnTo>
                  <a:pt x="1386952" y="241855"/>
                </a:lnTo>
                <a:lnTo>
                  <a:pt x="1387606" y="241688"/>
                </a:lnTo>
                <a:lnTo>
                  <a:pt x="1388269" y="241544"/>
                </a:lnTo>
                <a:lnTo>
                  <a:pt x="1388941" y="241421"/>
                </a:lnTo>
                <a:lnTo>
                  <a:pt x="1389621" y="241321"/>
                </a:lnTo>
                <a:lnTo>
                  <a:pt x="1390311" y="241243"/>
                </a:lnTo>
                <a:lnTo>
                  <a:pt x="1391009" y="241188"/>
                </a:lnTo>
                <a:lnTo>
                  <a:pt x="1391717" y="241154"/>
                </a:lnTo>
                <a:lnTo>
                  <a:pt x="1392433" y="241143"/>
                </a:lnTo>
                <a:lnTo>
                  <a:pt x="1392924" y="241147"/>
                </a:lnTo>
                <a:lnTo>
                  <a:pt x="1393410" y="241160"/>
                </a:lnTo>
                <a:lnTo>
                  <a:pt x="1393890" y="241181"/>
                </a:lnTo>
                <a:lnTo>
                  <a:pt x="1394364" y="241210"/>
                </a:lnTo>
                <a:lnTo>
                  <a:pt x="1394833" y="241247"/>
                </a:lnTo>
                <a:lnTo>
                  <a:pt x="1395296" y="241293"/>
                </a:lnTo>
                <a:lnTo>
                  <a:pt x="1395754" y="241348"/>
                </a:lnTo>
                <a:lnTo>
                  <a:pt x="1396206" y="241410"/>
                </a:lnTo>
                <a:lnTo>
                  <a:pt x="1396653" y="241481"/>
                </a:lnTo>
                <a:lnTo>
                  <a:pt x="1397094" y="241560"/>
                </a:lnTo>
                <a:lnTo>
                  <a:pt x="1397529" y="241648"/>
                </a:lnTo>
                <a:lnTo>
                  <a:pt x="1397959" y="241744"/>
                </a:lnTo>
                <a:lnTo>
                  <a:pt x="1398383" y="241848"/>
                </a:lnTo>
                <a:lnTo>
                  <a:pt x="1398802" y="241961"/>
                </a:lnTo>
                <a:lnTo>
                  <a:pt x="1399215" y="242082"/>
                </a:lnTo>
                <a:lnTo>
                  <a:pt x="1399623" y="242211"/>
                </a:lnTo>
                <a:lnTo>
                  <a:pt x="1400025" y="242349"/>
                </a:lnTo>
                <a:lnTo>
                  <a:pt x="1400422" y="242495"/>
                </a:lnTo>
                <a:lnTo>
                  <a:pt x="1400813" y="242649"/>
                </a:lnTo>
                <a:lnTo>
                  <a:pt x="1401198" y="242812"/>
                </a:lnTo>
                <a:lnTo>
                  <a:pt x="1401578" y="242983"/>
                </a:lnTo>
                <a:lnTo>
                  <a:pt x="1401952" y="243162"/>
                </a:lnTo>
                <a:lnTo>
                  <a:pt x="1402321" y="243350"/>
                </a:lnTo>
                <a:lnTo>
                  <a:pt x="1402684" y="243546"/>
                </a:lnTo>
                <a:lnTo>
                  <a:pt x="1403054" y="243737"/>
                </a:lnTo>
                <a:lnTo>
                  <a:pt x="1403418" y="243938"/>
                </a:lnTo>
                <a:lnTo>
                  <a:pt x="1403775" y="244149"/>
                </a:lnTo>
                <a:lnTo>
                  <a:pt x="1404125" y="244369"/>
                </a:lnTo>
                <a:lnTo>
                  <a:pt x="1404469" y="244598"/>
                </a:lnTo>
                <a:lnTo>
                  <a:pt x="1404806" y="244837"/>
                </a:lnTo>
                <a:lnTo>
                  <a:pt x="1405136" y="245085"/>
                </a:lnTo>
                <a:lnTo>
                  <a:pt x="1405460" y="245343"/>
                </a:lnTo>
                <a:lnTo>
                  <a:pt x="1405777" y="245610"/>
                </a:lnTo>
                <a:lnTo>
                  <a:pt x="1406087" y="245887"/>
                </a:lnTo>
                <a:lnTo>
                  <a:pt x="1406391" y="246173"/>
                </a:lnTo>
                <a:lnTo>
                  <a:pt x="1406688" y="246469"/>
                </a:lnTo>
                <a:lnTo>
                  <a:pt x="1406978" y="246774"/>
                </a:lnTo>
                <a:lnTo>
                  <a:pt x="1407262" y="247088"/>
                </a:lnTo>
                <a:lnTo>
                  <a:pt x="1407539" y="247412"/>
                </a:lnTo>
                <a:lnTo>
                  <a:pt x="1407809" y="247746"/>
                </a:lnTo>
                <a:lnTo>
                  <a:pt x="1408073" y="248089"/>
                </a:lnTo>
                <a:lnTo>
                  <a:pt x="1408330" y="248441"/>
                </a:lnTo>
                <a:lnTo>
                  <a:pt x="1408580" y="248803"/>
                </a:lnTo>
                <a:lnTo>
                  <a:pt x="1408824" y="249174"/>
                </a:lnTo>
                <a:lnTo>
                  <a:pt x="1409061" y="249555"/>
                </a:lnTo>
                <a:lnTo>
                  <a:pt x="1409291" y="249945"/>
                </a:lnTo>
                <a:lnTo>
                  <a:pt x="1409515" y="250344"/>
                </a:lnTo>
                <a:lnTo>
                  <a:pt x="1409731" y="250753"/>
                </a:lnTo>
                <a:lnTo>
                  <a:pt x="1409941" y="251159"/>
                </a:lnTo>
                <a:lnTo>
                  <a:pt x="1410141" y="251575"/>
                </a:lnTo>
                <a:lnTo>
                  <a:pt x="1410332" y="252002"/>
                </a:lnTo>
                <a:lnTo>
                  <a:pt x="1410514" y="252439"/>
                </a:lnTo>
                <a:lnTo>
                  <a:pt x="1410688" y="252887"/>
                </a:lnTo>
                <a:lnTo>
                  <a:pt x="1410853" y="253346"/>
                </a:lnTo>
                <a:lnTo>
                  <a:pt x="1411008" y="253815"/>
                </a:lnTo>
                <a:lnTo>
                  <a:pt x="1411155" y="254295"/>
                </a:lnTo>
                <a:lnTo>
                  <a:pt x="1411293" y="254785"/>
                </a:lnTo>
                <a:lnTo>
                  <a:pt x="1411422" y="255286"/>
                </a:lnTo>
                <a:lnTo>
                  <a:pt x="1411542" y="255797"/>
                </a:lnTo>
                <a:lnTo>
                  <a:pt x="1411653" y="256319"/>
                </a:lnTo>
                <a:lnTo>
                  <a:pt x="1411756" y="256852"/>
                </a:lnTo>
                <a:lnTo>
                  <a:pt x="1411849" y="257395"/>
                </a:lnTo>
                <a:lnTo>
                  <a:pt x="1411934" y="257948"/>
                </a:lnTo>
                <a:lnTo>
                  <a:pt x="1412009" y="258513"/>
                </a:lnTo>
                <a:lnTo>
                  <a:pt x="1412076" y="259087"/>
                </a:lnTo>
                <a:lnTo>
                  <a:pt x="1412134" y="259673"/>
                </a:lnTo>
                <a:lnTo>
                  <a:pt x="1412183" y="260269"/>
                </a:lnTo>
                <a:lnTo>
                  <a:pt x="1412223" y="260875"/>
                </a:lnTo>
                <a:lnTo>
                  <a:pt x="1412254" y="261492"/>
                </a:lnTo>
                <a:lnTo>
                  <a:pt x="1412276" y="262120"/>
                </a:lnTo>
                <a:lnTo>
                  <a:pt x="1412290" y="262758"/>
                </a:lnTo>
                <a:lnTo>
                  <a:pt x="1412294" y="263407"/>
                </a:lnTo>
                <a:lnTo>
                  <a:pt x="1426709" y="263407"/>
                </a:lnTo>
                <a:lnTo>
                  <a:pt x="1426702" y="262531"/>
                </a:lnTo>
                <a:lnTo>
                  <a:pt x="1426679" y="261667"/>
                </a:lnTo>
                <a:lnTo>
                  <a:pt x="1426642" y="260814"/>
                </a:lnTo>
                <a:lnTo>
                  <a:pt x="1426589" y="259972"/>
                </a:lnTo>
                <a:lnTo>
                  <a:pt x="1426521" y="259141"/>
                </a:lnTo>
                <a:lnTo>
                  <a:pt x="1426439" y="258321"/>
                </a:lnTo>
                <a:lnTo>
                  <a:pt x="1426341" y="257513"/>
                </a:lnTo>
                <a:lnTo>
                  <a:pt x="1426229" y="256715"/>
                </a:lnTo>
                <a:lnTo>
                  <a:pt x="1426101" y="255929"/>
                </a:lnTo>
                <a:lnTo>
                  <a:pt x="1425958" y="255153"/>
                </a:lnTo>
                <a:lnTo>
                  <a:pt x="1425801" y="254389"/>
                </a:lnTo>
                <a:lnTo>
                  <a:pt x="1425628" y="253636"/>
                </a:lnTo>
                <a:lnTo>
                  <a:pt x="1425440" y="252894"/>
                </a:lnTo>
                <a:lnTo>
                  <a:pt x="1425238" y="252164"/>
                </a:lnTo>
                <a:lnTo>
                  <a:pt x="1425020" y="251444"/>
                </a:lnTo>
                <a:lnTo>
                  <a:pt x="1424787" y="250735"/>
                </a:lnTo>
                <a:lnTo>
                  <a:pt x="1424539" y="250038"/>
                </a:lnTo>
                <a:lnTo>
                  <a:pt x="1424277" y="249352"/>
                </a:lnTo>
                <a:lnTo>
                  <a:pt x="1423999" y="248677"/>
                </a:lnTo>
                <a:lnTo>
                  <a:pt x="1423706" y="248013"/>
                </a:lnTo>
                <a:lnTo>
                  <a:pt x="1423398" y="247360"/>
                </a:lnTo>
                <a:lnTo>
                  <a:pt x="1423075" y="246718"/>
                </a:lnTo>
                <a:lnTo>
                  <a:pt x="1422738" y="246087"/>
                </a:lnTo>
                <a:lnTo>
                  <a:pt x="1422385" y="245468"/>
                </a:lnTo>
                <a:lnTo>
                  <a:pt x="1422019" y="244847"/>
                </a:lnTo>
                <a:lnTo>
                  <a:pt x="1421642" y="244238"/>
                </a:lnTo>
                <a:lnTo>
                  <a:pt x="1421254" y="243641"/>
                </a:lnTo>
                <a:lnTo>
                  <a:pt x="1420854" y="243056"/>
                </a:lnTo>
                <a:lnTo>
                  <a:pt x="1420444" y="242484"/>
                </a:lnTo>
                <a:lnTo>
                  <a:pt x="1420022" y="241924"/>
                </a:lnTo>
                <a:lnTo>
                  <a:pt x="1419589" y="241376"/>
                </a:lnTo>
                <a:lnTo>
                  <a:pt x="1419146" y="240841"/>
                </a:lnTo>
                <a:lnTo>
                  <a:pt x="1418691" y="240317"/>
                </a:lnTo>
                <a:lnTo>
                  <a:pt x="1418225" y="239806"/>
                </a:lnTo>
                <a:lnTo>
                  <a:pt x="1417748" y="239307"/>
                </a:lnTo>
                <a:lnTo>
                  <a:pt x="1417259" y="238821"/>
                </a:lnTo>
                <a:lnTo>
                  <a:pt x="1416760" y="238346"/>
                </a:lnTo>
                <a:lnTo>
                  <a:pt x="1416249" y="237884"/>
                </a:lnTo>
                <a:lnTo>
                  <a:pt x="1415728" y="237434"/>
                </a:lnTo>
                <a:lnTo>
                  <a:pt x="1415195" y="236997"/>
                </a:lnTo>
                <a:lnTo>
                  <a:pt x="1414651" y="236571"/>
                </a:lnTo>
                <a:lnTo>
                  <a:pt x="1414096" y="236158"/>
                </a:lnTo>
                <a:lnTo>
                  <a:pt x="1413530" y="235757"/>
                </a:lnTo>
                <a:lnTo>
                  <a:pt x="1412953" y="235368"/>
                </a:lnTo>
                <a:lnTo>
                  <a:pt x="1412364" y="234992"/>
                </a:lnTo>
                <a:lnTo>
                  <a:pt x="1411765" y="234627"/>
                </a:lnTo>
                <a:lnTo>
                  <a:pt x="1411154" y="234275"/>
                </a:lnTo>
                <a:lnTo>
                  <a:pt x="1410532" y="233936"/>
                </a:lnTo>
                <a:lnTo>
                  <a:pt x="1409901" y="233596"/>
                </a:lnTo>
                <a:lnTo>
                  <a:pt x="1409261" y="233270"/>
                </a:lnTo>
                <a:lnTo>
                  <a:pt x="1408613" y="232960"/>
                </a:lnTo>
                <a:lnTo>
                  <a:pt x="1407956" y="232663"/>
                </a:lnTo>
                <a:lnTo>
                  <a:pt x="1407291" y="232381"/>
                </a:lnTo>
                <a:lnTo>
                  <a:pt x="1406618" y="232114"/>
                </a:lnTo>
                <a:lnTo>
                  <a:pt x="1405937" y="231861"/>
                </a:lnTo>
                <a:lnTo>
                  <a:pt x="1405247" y="231622"/>
                </a:lnTo>
                <a:lnTo>
                  <a:pt x="1404548" y="231398"/>
                </a:lnTo>
                <a:lnTo>
                  <a:pt x="1403842" y="231188"/>
                </a:lnTo>
                <a:lnTo>
                  <a:pt x="1403127" y="230993"/>
                </a:lnTo>
                <a:lnTo>
                  <a:pt x="1402404" y="230812"/>
                </a:lnTo>
                <a:lnTo>
                  <a:pt x="1401672" y="230646"/>
                </a:lnTo>
                <a:lnTo>
                  <a:pt x="1400932" y="230494"/>
                </a:lnTo>
                <a:lnTo>
                  <a:pt x="1400184" y="230357"/>
                </a:lnTo>
                <a:lnTo>
                  <a:pt x="1399427" y="230234"/>
                </a:lnTo>
                <a:lnTo>
                  <a:pt x="1398662" y="230125"/>
                </a:lnTo>
                <a:lnTo>
                  <a:pt x="1397889" y="230031"/>
                </a:lnTo>
                <a:lnTo>
                  <a:pt x="1397107" y="229952"/>
                </a:lnTo>
                <a:lnTo>
                  <a:pt x="1396317" y="229887"/>
                </a:lnTo>
                <a:lnTo>
                  <a:pt x="1395519" y="229836"/>
                </a:lnTo>
                <a:lnTo>
                  <a:pt x="1394712" y="229800"/>
                </a:lnTo>
                <a:lnTo>
                  <a:pt x="1393897" y="229778"/>
                </a:lnTo>
                <a:lnTo>
                  <a:pt x="1393074" y="229771"/>
                </a:lnTo>
                <a:lnTo>
                  <a:pt x="1391152" y="229771"/>
                </a:lnTo>
                <a:lnTo>
                  <a:pt x="1390500" y="229776"/>
                </a:lnTo>
                <a:lnTo>
                  <a:pt x="1389853" y="229791"/>
                </a:lnTo>
                <a:lnTo>
                  <a:pt x="1389210" y="229816"/>
                </a:lnTo>
                <a:lnTo>
                  <a:pt x="1388571" y="229851"/>
                </a:lnTo>
                <a:lnTo>
                  <a:pt x="1387937" y="229896"/>
                </a:lnTo>
                <a:lnTo>
                  <a:pt x="1387308" y="229951"/>
                </a:lnTo>
                <a:lnTo>
                  <a:pt x="1386683" y="230016"/>
                </a:lnTo>
                <a:lnTo>
                  <a:pt x="1386062" y="230091"/>
                </a:lnTo>
                <a:lnTo>
                  <a:pt x="1385446" y="230177"/>
                </a:lnTo>
                <a:lnTo>
                  <a:pt x="1384834" y="230272"/>
                </a:lnTo>
                <a:lnTo>
                  <a:pt x="1384227" y="230377"/>
                </a:lnTo>
                <a:lnTo>
                  <a:pt x="1383624" y="230492"/>
                </a:lnTo>
                <a:lnTo>
                  <a:pt x="1383025" y="230617"/>
                </a:lnTo>
                <a:lnTo>
                  <a:pt x="1382431" y="230752"/>
                </a:lnTo>
                <a:lnTo>
                  <a:pt x="1381842" y="230897"/>
                </a:lnTo>
                <a:lnTo>
                  <a:pt x="1381257" y="231052"/>
                </a:lnTo>
                <a:lnTo>
                  <a:pt x="1380676" y="231218"/>
                </a:lnTo>
                <a:lnTo>
                  <a:pt x="1380100" y="231393"/>
                </a:lnTo>
                <a:lnTo>
                  <a:pt x="1379528" y="231578"/>
                </a:lnTo>
                <a:lnTo>
                  <a:pt x="1378961" y="231773"/>
                </a:lnTo>
                <a:lnTo>
                  <a:pt x="1378398" y="231978"/>
                </a:lnTo>
                <a:lnTo>
                  <a:pt x="1377840" y="232194"/>
                </a:lnTo>
                <a:lnTo>
                  <a:pt x="1377286" y="232419"/>
                </a:lnTo>
                <a:lnTo>
                  <a:pt x="1376736" y="232654"/>
                </a:lnTo>
                <a:lnTo>
                  <a:pt x="1376192" y="232886"/>
                </a:lnTo>
                <a:lnTo>
                  <a:pt x="1375653" y="233127"/>
                </a:lnTo>
                <a:lnTo>
                  <a:pt x="1375120" y="233377"/>
                </a:lnTo>
                <a:lnTo>
                  <a:pt x="1374592" y="233637"/>
                </a:lnTo>
                <a:lnTo>
                  <a:pt x="1374070" y="233907"/>
                </a:lnTo>
                <a:lnTo>
                  <a:pt x="1373553" y="234186"/>
                </a:lnTo>
                <a:lnTo>
                  <a:pt x="1373042" y="234474"/>
                </a:lnTo>
                <a:lnTo>
                  <a:pt x="1372537" y="234772"/>
                </a:lnTo>
                <a:lnTo>
                  <a:pt x="1372037" y="235079"/>
                </a:lnTo>
                <a:lnTo>
                  <a:pt x="1371542" y="235396"/>
                </a:lnTo>
                <a:lnTo>
                  <a:pt x="1371053" y="235722"/>
                </a:lnTo>
                <a:lnTo>
                  <a:pt x="1370570" y="236058"/>
                </a:lnTo>
                <a:lnTo>
                  <a:pt x="1370092" y="236403"/>
                </a:lnTo>
                <a:lnTo>
                  <a:pt x="1369620" y="236757"/>
                </a:lnTo>
                <a:lnTo>
                  <a:pt x="1369154" y="237121"/>
                </a:lnTo>
                <a:lnTo>
                  <a:pt x="1368693" y="237495"/>
                </a:lnTo>
                <a:lnTo>
                  <a:pt x="1368237" y="237878"/>
                </a:lnTo>
                <a:lnTo>
                  <a:pt x="1367787" y="238270"/>
                </a:lnTo>
                <a:lnTo>
                  <a:pt x="1367343" y="238672"/>
                </a:lnTo>
                <a:lnTo>
                  <a:pt x="1366904" y="239083"/>
                </a:lnTo>
                <a:lnTo>
                  <a:pt x="1366471" y="239504"/>
                </a:lnTo>
                <a:lnTo>
                  <a:pt x="1366043" y="239934"/>
                </a:lnTo>
                <a:lnTo>
                  <a:pt x="1365621" y="240374"/>
                </a:lnTo>
                <a:lnTo>
                  <a:pt x="1365204" y="240823"/>
                </a:lnTo>
                <a:lnTo>
                  <a:pt x="1364808" y="241267"/>
                </a:lnTo>
                <a:lnTo>
                  <a:pt x="1364418" y="241719"/>
                </a:lnTo>
                <a:lnTo>
                  <a:pt x="1364036" y="242179"/>
                </a:lnTo>
                <a:lnTo>
                  <a:pt x="1363661" y="242647"/>
                </a:lnTo>
                <a:lnTo>
                  <a:pt x="1363293" y="243122"/>
                </a:lnTo>
                <a:lnTo>
                  <a:pt x="1362932" y="243606"/>
                </a:lnTo>
                <a:lnTo>
                  <a:pt x="1362579" y="244097"/>
                </a:lnTo>
                <a:lnTo>
                  <a:pt x="1362232" y="244596"/>
                </a:lnTo>
                <a:lnTo>
                  <a:pt x="1361893" y="245102"/>
                </a:lnTo>
                <a:lnTo>
                  <a:pt x="1361562" y="245617"/>
                </a:lnTo>
                <a:lnTo>
                  <a:pt x="1361237" y="246139"/>
                </a:lnTo>
                <a:lnTo>
                  <a:pt x="1360920" y="246669"/>
                </a:lnTo>
                <a:lnTo>
                  <a:pt x="1360610" y="247207"/>
                </a:lnTo>
                <a:lnTo>
                  <a:pt x="1360307" y="247752"/>
                </a:lnTo>
                <a:lnTo>
                  <a:pt x="1360011" y="248306"/>
                </a:lnTo>
                <a:lnTo>
                  <a:pt x="1359723" y="248867"/>
                </a:lnTo>
                <a:lnTo>
                  <a:pt x="1359442" y="249436"/>
                </a:lnTo>
                <a:lnTo>
                  <a:pt x="1359168" y="250012"/>
                </a:lnTo>
                <a:lnTo>
                  <a:pt x="1358901" y="250597"/>
                </a:lnTo>
                <a:lnTo>
                  <a:pt x="1358642" y="251189"/>
                </a:lnTo>
                <a:lnTo>
                  <a:pt x="1358390" y="251789"/>
                </a:lnTo>
                <a:lnTo>
                  <a:pt x="1358145" y="252397"/>
                </a:lnTo>
                <a:lnTo>
                  <a:pt x="1357907" y="253013"/>
                </a:lnTo>
                <a:lnTo>
                  <a:pt x="1357677" y="253636"/>
                </a:lnTo>
                <a:lnTo>
                  <a:pt x="1357454" y="254254"/>
                </a:lnTo>
                <a:lnTo>
                  <a:pt x="1357242" y="254878"/>
                </a:lnTo>
                <a:lnTo>
                  <a:pt x="1357038" y="255508"/>
                </a:lnTo>
                <a:lnTo>
                  <a:pt x="1356845" y="256146"/>
                </a:lnTo>
                <a:lnTo>
                  <a:pt x="1356660" y="256790"/>
                </a:lnTo>
                <a:lnTo>
                  <a:pt x="1356485" y="257440"/>
                </a:lnTo>
                <a:lnTo>
                  <a:pt x="1356320" y="258098"/>
                </a:lnTo>
                <a:lnTo>
                  <a:pt x="1356164" y="258762"/>
                </a:lnTo>
                <a:lnTo>
                  <a:pt x="1356017" y="259432"/>
                </a:lnTo>
                <a:lnTo>
                  <a:pt x="1355880" y="260110"/>
                </a:lnTo>
                <a:lnTo>
                  <a:pt x="1355753" y="260794"/>
                </a:lnTo>
                <a:lnTo>
                  <a:pt x="1355634" y="261485"/>
                </a:lnTo>
                <a:lnTo>
                  <a:pt x="1355526" y="262182"/>
                </a:lnTo>
                <a:lnTo>
                  <a:pt x="1355426" y="262886"/>
                </a:lnTo>
                <a:lnTo>
                  <a:pt x="1355337" y="263597"/>
                </a:lnTo>
                <a:lnTo>
                  <a:pt x="1355256" y="264314"/>
                </a:lnTo>
                <a:lnTo>
                  <a:pt x="1355185" y="265038"/>
                </a:lnTo>
                <a:lnTo>
                  <a:pt x="1355124" y="265769"/>
                </a:lnTo>
                <a:lnTo>
                  <a:pt x="1355072" y="266507"/>
                </a:lnTo>
                <a:lnTo>
                  <a:pt x="1355029" y="267251"/>
                </a:lnTo>
                <a:lnTo>
                  <a:pt x="1354996" y="268001"/>
                </a:lnTo>
                <a:lnTo>
                  <a:pt x="1354973" y="268759"/>
                </a:lnTo>
                <a:lnTo>
                  <a:pt x="1354958" y="269523"/>
                </a:lnTo>
                <a:lnTo>
                  <a:pt x="1354954" y="270294"/>
                </a:lnTo>
                <a:lnTo>
                  <a:pt x="1354954" y="274138"/>
                </a:lnTo>
                <a:lnTo>
                  <a:pt x="1354958" y="274909"/>
                </a:lnTo>
                <a:lnTo>
                  <a:pt x="1354973" y="275674"/>
                </a:lnTo>
                <a:lnTo>
                  <a:pt x="1354996" y="276433"/>
                </a:lnTo>
                <a:lnTo>
                  <a:pt x="1355029" y="277186"/>
                </a:lnTo>
                <a:lnTo>
                  <a:pt x="1355072" y="277932"/>
                </a:lnTo>
                <a:lnTo>
                  <a:pt x="1355124" y="278673"/>
                </a:lnTo>
                <a:lnTo>
                  <a:pt x="1355185" y="279407"/>
                </a:lnTo>
                <a:lnTo>
                  <a:pt x="1355256" y="280135"/>
                </a:lnTo>
                <a:lnTo>
                  <a:pt x="1355337" y="280858"/>
                </a:lnTo>
                <a:lnTo>
                  <a:pt x="1355426" y="281574"/>
                </a:lnTo>
                <a:lnTo>
                  <a:pt x="1355526" y="282283"/>
                </a:lnTo>
                <a:lnTo>
                  <a:pt x="1355634" y="282987"/>
                </a:lnTo>
                <a:lnTo>
                  <a:pt x="1355753" y="283685"/>
                </a:lnTo>
                <a:lnTo>
                  <a:pt x="1355880" y="284377"/>
                </a:lnTo>
                <a:lnTo>
                  <a:pt x="1356017" y="285062"/>
                </a:lnTo>
                <a:lnTo>
                  <a:pt x="1356164" y="285741"/>
                </a:lnTo>
                <a:lnTo>
                  <a:pt x="1356320" y="286414"/>
                </a:lnTo>
                <a:lnTo>
                  <a:pt x="1356485" y="287082"/>
                </a:lnTo>
                <a:lnTo>
                  <a:pt x="1356660" y="287743"/>
                </a:lnTo>
                <a:lnTo>
                  <a:pt x="1356845" y="288397"/>
                </a:lnTo>
                <a:lnTo>
                  <a:pt x="1357038" y="289046"/>
                </a:lnTo>
                <a:lnTo>
                  <a:pt x="1357242" y="289689"/>
                </a:lnTo>
                <a:lnTo>
                  <a:pt x="1357454" y="290325"/>
                </a:lnTo>
                <a:lnTo>
                  <a:pt x="1357677" y="290956"/>
                </a:lnTo>
                <a:lnTo>
                  <a:pt x="1357907" y="291566"/>
                </a:lnTo>
                <a:lnTo>
                  <a:pt x="1358145" y="292170"/>
                </a:lnTo>
                <a:lnTo>
                  <a:pt x="1358390" y="292768"/>
                </a:lnTo>
                <a:lnTo>
                  <a:pt x="1358642" y="293358"/>
                </a:lnTo>
                <a:lnTo>
                  <a:pt x="1358901" y="293942"/>
                </a:lnTo>
                <a:lnTo>
                  <a:pt x="1359168" y="294519"/>
                </a:lnTo>
                <a:lnTo>
                  <a:pt x="1359442" y="295090"/>
                </a:lnTo>
                <a:lnTo>
                  <a:pt x="1359723" y="295654"/>
                </a:lnTo>
                <a:lnTo>
                  <a:pt x="1360011" y="296211"/>
                </a:lnTo>
                <a:lnTo>
                  <a:pt x="1360307" y="296762"/>
                </a:lnTo>
                <a:lnTo>
                  <a:pt x="1360610" y="297306"/>
                </a:lnTo>
                <a:lnTo>
                  <a:pt x="1360920" y="297843"/>
                </a:lnTo>
                <a:lnTo>
                  <a:pt x="1361237" y="298373"/>
                </a:lnTo>
                <a:lnTo>
                  <a:pt x="1361562" y="298897"/>
                </a:lnTo>
                <a:lnTo>
                  <a:pt x="1361893" y="299415"/>
                </a:lnTo>
                <a:lnTo>
                  <a:pt x="1362232" y="299925"/>
                </a:lnTo>
                <a:lnTo>
                  <a:pt x="1362579" y="300429"/>
                </a:lnTo>
                <a:lnTo>
                  <a:pt x="1362932" y="300926"/>
                </a:lnTo>
                <a:lnTo>
                  <a:pt x="1363293" y="301417"/>
                </a:lnTo>
                <a:lnTo>
                  <a:pt x="1363661" y="301901"/>
                </a:lnTo>
                <a:lnTo>
                  <a:pt x="1364036" y="302378"/>
                </a:lnTo>
                <a:lnTo>
                  <a:pt x="1364418" y="302848"/>
                </a:lnTo>
                <a:lnTo>
                  <a:pt x="1364808" y="303312"/>
                </a:lnTo>
                <a:lnTo>
                  <a:pt x="1365204" y="303769"/>
                </a:lnTo>
                <a:lnTo>
                  <a:pt x="1365621" y="304205"/>
                </a:lnTo>
                <a:lnTo>
                  <a:pt x="1366043" y="304633"/>
                </a:lnTo>
                <a:lnTo>
                  <a:pt x="1366471" y="305053"/>
                </a:lnTo>
                <a:lnTo>
                  <a:pt x="1366904" y="305464"/>
                </a:lnTo>
                <a:lnTo>
                  <a:pt x="1367343" y="305867"/>
                </a:lnTo>
                <a:lnTo>
                  <a:pt x="1367787" y="306262"/>
                </a:lnTo>
                <a:lnTo>
                  <a:pt x="1368237" y="306648"/>
                </a:lnTo>
                <a:lnTo>
                  <a:pt x="1368693" y="307026"/>
                </a:lnTo>
                <a:lnTo>
                  <a:pt x="1369154" y="307395"/>
                </a:lnTo>
                <a:lnTo>
                  <a:pt x="1369620" y="307757"/>
                </a:lnTo>
                <a:lnTo>
                  <a:pt x="1370092" y="308110"/>
                </a:lnTo>
                <a:lnTo>
                  <a:pt x="1370570" y="308454"/>
                </a:lnTo>
                <a:lnTo>
                  <a:pt x="1371053" y="308790"/>
                </a:lnTo>
                <a:lnTo>
                  <a:pt x="1371542" y="309118"/>
                </a:lnTo>
                <a:lnTo>
                  <a:pt x="1372037" y="309438"/>
                </a:lnTo>
                <a:lnTo>
                  <a:pt x="1372537" y="309749"/>
                </a:lnTo>
                <a:lnTo>
                  <a:pt x="1373042" y="310052"/>
                </a:lnTo>
                <a:lnTo>
                  <a:pt x="1373553" y="310346"/>
                </a:lnTo>
                <a:lnTo>
                  <a:pt x="1374070" y="310632"/>
                </a:lnTo>
                <a:lnTo>
                  <a:pt x="1374592" y="310910"/>
                </a:lnTo>
                <a:lnTo>
                  <a:pt x="1375120" y="311179"/>
                </a:lnTo>
                <a:lnTo>
                  <a:pt x="1375653" y="311441"/>
                </a:lnTo>
                <a:lnTo>
                  <a:pt x="1376192" y="311693"/>
                </a:lnTo>
                <a:lnTo>
                  <a:pt x="1376736" y="311938"/>
                </a:lnTo>
                <a:lnTo>
                  <a:pt x="1377298" y="312173"/>
                </a:lnTo>
                <a:lnTo>
                  <a:pt x="1377863" y="312398"/>
                </a:lnTo>
                <a:lnTo>
                  <a:pt x="1378431" y="312613"/>
                </a:lnTo>
                <a:lnTo>
                  <a:pt x="1379001" y="312819"/>
                </a:lnTo>
                <a:lnTo>
                  <a:pt x="1379574" y="313014"/>
                </a:lnTo>
                <a:lnTo>
                  <a:pt x="1380150" y="313199"/>
                </a:lnTo>
                <a:lnTo>
                  <a:pt x="1380729" y="313374"/>
                </a:lnTo>
                <a:lnTo>
                  <a:pt x="1381310" y="313539"/>
                </a:lnTo>
                <a:lnTo>
                  <a:pt x="1381894" y="313695"/>
                </a:lnTo>
                <a:lnTo>
                  <a:pt x="1382481" y="313840"/>
                </a:lnTo>
                <a:lnTo>
                  <a:pt x="1383071" y="313975"/>
                </a:lnTo>
                <a:lnTo>
                  <a:pt x="1383664" y="314100"/>
                </a:lnTo>
                <a:lnTo>
                  <a:pt x="1384259" y="314215"/>
                </a:lnTo>
                <a:lnTo>
                  <a:pt x="1384857" y="314320"/>
                </a:lnTo>
                <a:lnTo>
                  <a:pt x="1385458" y="314415"/>
                </a:lnTo>
                <a:lnTo>
                  <a:pt x="1386062" y="314500"/>
                </a:lnTo>
                <a:lnTo>
                  <a:pt x="1386668" y="314576"/>
                </a:lnTo>
                <a:lnTo>
                  <a:pt x="1387278" y="314641"/>
                </a:lnTo>
                <a:lnTo>
                  <a:pt x="1387890" y="314696"/>
                </a:lnTo>
                <a:lnTo>
                  <a:pt x="1388505" y="314741"/>
                </a:lnTo>
                <a:lnTo>
                  <a:pt x="1389122" y="314776"/>
                </a:lnTo>
                <a:lnTo>
                  <a:pt x="1389743" y="314801"/>
                </a:lnTo>
                <a:lnTo>
                  <a:pt x="1390366" y="314816"/>
                </a:lnTo>
                <a:lnTo>
                  <a:pt x="1390992" y="314821"/>
                </a:lnTo>
                <a:lnTo>
                  <a:pt x="1392914" y="314821"/>
                </a:lnTo>
                <a:lnTo>
                  <a:pt x="1393724" y="314814"/>
                </a:lnTo>
                <a:lnTo>
                  <a:pt x="1394526" y="314794"/>
                </a:lnTo>
                <a:lnTo>
                  <a:pt x="1395321" y="314761"/>
                </a:lnTo>
                <a:lnTo>
                  <a:pt x="1396108" y="314714"/>
                </a:lnTo>
                <a:close/>
                <a:moveTo>
                  <a:pt x="1493105" y="314654"/>
                </a:moveTo>
                <a:lnTo>
                  <a:pt x="1493968" y="314581"/>
                </a:lnTo>
                <a:lnTo>
                  <a:pt x="1494820" y="314494"/>
                </a:lnTo>
                <a:lnTo>
                  <a:pt x="1495662" y="314394"/>
                </a:lnTo>
                <a:lnTo>
                  <a:pt x="1496493" y="314280"/>
                </a:lnTo>
                <a:lnTo>
                  <a:pt x="1497313" y="314153"/>
                </a:lnTo>
                <a:lnTo>
                  <a:pt x="1498123" y="314013"/>
                </a:lnTo>
                <a:lnTo>
                  <a:pt x="1498923" y="313860"/>
                </a:lnTo>
                <a:lnTo>
                  <a:pt x="1499712" y="313693"/>
                </a:lnTo>
                <a:lnTo>
                  <a:pt x="1500490" y="313513"/>
                </a:lnTo>
                <a:lnTo>
                  <a:pt x="1501258" y="313319"/>
                </a:lnTo>
                <a:lnTo>
                  <a:pt x="1502015" y="313112"/>
                </a:lnTo>
                <a:lnTo>
                  <a:pt x="1502762" y="312892"/>
                </a:lnTo>
                <a:lnTo>
                  <a:pt x="1503498" y="312659"/>
                </a:lnTo>
                <a:lnTo>
                  <a:pt x="1504223" y="312412"/>
                </a:lnTo>
                <a:lnTo>
                  <a:pt x="1504938" y="312151"/>
                </a:lnTo>
                <a:lnTo>
                  <a:pt x="1505642" y="311878"/>
                </a:lnTo>
                <a:lnTo>
                  <a:pt x="1506336" y="311591"/>
                </a:lnTo>
                <a:lnTo>
                  <a:pt x="1507019" y="311290"/>
                </a:lnTo>
                <a:lnTo>
                  <a:pt x="1507692" y="310977"/>
                </a:lnTo>
                <a:lnTo>
                  <a:pt x="1508366" y="310651"/>
                </a:lnTo>
                <a:lnTo>
                  <a:pt x="1509028" y="310314"/>
                </a:lnTo>
                <a:lnTo>
                  <a:pt x="1509677" y="309966"/>
                </a:lnTo>
                <a:lnTo>
                  <a:pt x="1510313" y="309606"/>
                </a:lnTo>
                <a:lnTo>
                  <a:pt x="1510936" y="309236"/>
                </a:lnTo>
                <a:lnTo>
                  <a:pt x="1511546" y="308855"/>
                </a:lnTo>
                <a:lnTo>
                  <a:pt x="1512144" y="308462"/>
                </a:lnTo>
                <a:lnTo>
                  <a:pt x="1512729" y="308058"/>
                </a:lnTo>
                <a:lnTo>
                  <a:pt x="1513301" y="307643"/>
                </a:lnTo>
                <a:lnTo>
                  <a:pt x="1513860" y="307217"/>
                </a:lnTo>
                <a:lnTo>
                  <a:pt x="1514406" y="306780"/>
                </a:lnTo>
                <a:lnTo>
                  <a:pt x="1514940" y="306332"/>
                </a:lnTo>
                <a:lnTo>
                  <a:pt x="1515461" y="305872"/>
                </a:lnTo>
                <a:lnTo>
                  <a:pt x="1515969" y="305402"/>
                </a:lnTo>
                <a:lnTo>
                  <a:pt x="1516464" y="304920"/>
                </a:lnTo>
                <a:lnTo>
                  <a:pt x="1516946" y="304428"/>
                </a:lnTo>
                <a:lnTo>
                  <a:pt x="1517416" y="303924"/>
                </a:lnTo>
                <a:lnTo>
                  <a:pt x="1517873" y="303409"/>
                </a:lnTo>
                <a:lnTo>
                  <a:pt x="1518317" y="302883"/>
                </a:lnTo>
                <a:lnTo>
                  <a:pt x="1518748" y="302345"/>
                </a:lnTo>
                <a:lnTo>
                  <a:pt x="1519167" y="301797"/>
                </a:lnTo>
                <a:lnTo>
                  <a:pt x="1519572" y="301238"/>
                </a:lnTo>
                <a:lnTo>
                  <a:pt x="1519965" y="300667"/>
                </a:lnTo>
                <a:lnTo>
                  <a:pt x="1520345" y="300085"/>
                </a:lnTo>
                <a:lnTo>
                  <a:pt x="1520725" y="299480"/>
                </a:lnTo>
                <a:lnTo>
                  <a:pt x="1521087" y="298866"/>
                </a:lnTo>
                <a:lnTo>
                  <a:pt x="1521434" y="298243"/>
                </a:lnTo>
                <a:lnTo>
                  <a:pt x="1521765" y="297612"/>
                </a:lnTo>
                <a:lnTo>
                  <a:pt x="1522079" y="296971"/>
                </a:lnTo>
                <a:lnTo>
                  <a:pt x="1522378" y="296321"/>
                </a:lnTo>
                <a:lnTo>
                  <a:pt x="1522660" y="295663"/>
                </a:lnTo>
                <a:lnTo>
                  <a:pt x="1522926" y="294995"/>
                </a:lnTo>
                <a:lnTo>
                  <a:pt x="1523176" y="294319"/>
                </a:lnTo>
                <a:lnTo>
                  <a:pt x="1523410" y="293634"/>
                </a:lnTo>
                <a:lnTo>
                  <a:pt x="1523628" y="292940"/>
                </a:lnTo>
                <a:lnTo>
                  <a:pt x="1523829" y="292237"/>
                </a:lnTo>
                <a:lnTo>
                  <a:pt x="1524015" y="291525"/>
                </a:lnTo>
                <a:lnTo>
                  <a:pt x="1524184" y="290804"/>
                </a:lnTo>
                <a:lnTo>
                  <a:pt x="1524337" y="290075"/>
                </a:lnTo>
                <a:lnTo>
                  <a:pt x="1524474" y="289336"/>
                </a:lnTo>
                <a:lnTo>
                  <a:pt x="1524595" y="288589"/>
                </a:lnTo>
                <a:lnTo>
                  <a:pt x="1524700" y="287832"/>
                </a:lnTo>
                <a:lnTo>
                  <a:pt x="1524789" y="287067"/>
                </a:lnTo>
                <a:lnTo>
                  <a:pt x="1524861" y="286293"/>
                </a:lnTo>
                <a:lnTo>
                  <a:pt x="1524918" y="285510"/>
                </a:lnTo>
                <a:lnTo>
                  <a:pt x="1524958" y="284718"/>
                </a:lnTo>
                <a:lnTo>
                  <a:pt x="1524982" y="283917"/>
                </a:lnTo>
                <a:lnTo>
                  <a:pt x="1524990" y="283107"/>
                </a:lnTo>
                <a:lnTo>
                  <a:pt x="1509934" y="283107"/>
                </a:lnTo>
                <a:lnTo>
                  <a:pt x="1509925" y="283966"/>
                </a:lnTo>
                <a:lnTo>
                  <a:pt x="1509897" y="284805"/>
                </a:lnTo>
                <a:lnTo>
                  <a:pt x="1509849" y="285625"/>
                </a:lnTo>
                <a:lnTo>
                  <a:pt x="1509783" y="286426"/>
                </a:lnTo>
                <a:lnTo>
                  <a:pt x="1509698" y="287209"/>
                </a:lnTo>
                <a:lnTo>
                  <a:pt x="1509594" y="287973"/>
                </a:lnTo>
                <a:lnTo>
                  <a:pt x="1509471" y="288717"/>
                </a:lnTo>
                <a:lnTo>
                  <a:pt x="1509329" y="289443"/>
                </a:lnTo>
                <a:lnTo>
                  <a:pt x="1509169" y="290150"/>
                </a:lnTo>
                <a:lnTo>
                  <a:pt x="1508989" y="290838"/>
                </a:lnTo>
                <a:lnTo>
                  <a:pt x="1508791" y="291507"/>
                </a:lnTo>
                <a:lnTo>
                  <a:pt x="1508573" y="292157"/>
                </a:lnTo>
                <a:lnTo>
                  <a:pt x="1508337" y="292788"/>
                </a:lnTo>
                <a:lnTo>
                  <a:pt x="1508081" y="293400"/>
                </a:lnTo>
                <a:lnTo>
                  <a:pt x="1507807" y="293994"/>
                </a:lnTo>
                <a:lnTo>
                  <a:pt x="1507514" y="294568"/>
                </a:lnTo>
                <a:lnTo>
                  <a:pt x="1507202" y="295124"/>
                </a:lnTo>
                <a:lnTo>
                  <a:pt x="1506871" y="295661"/>
                </a:lnTo>
                <a:lnTo>
                  <a:pt x="1506522" y="296178"/>
                </a:lnTo>
                <a:lnTo>
                  <a:pt x="1506153" y="296677"/>
                </a:lnTo>
                <a:lnTo>
                  <a:pt x="1505765" y="297157"/>
                </a:lnTo>
                <a:lnTo>
                  <a:pt x="1505359" y="297618"/>
                </a:lnTo>
                <a:lnTo>
                  <a:pt x="1504933" y="298060"/>
                </a:lnTo>
                <a:lnTo>
                  <a:pt x="1504489" y="298484"/>
                </a:lnTo>
                <a:lnTo>
                  <a:pt x="1504040" y="298889"/>
                </a:lnTo>
                <a:lnTo>
                  <a:pt x="1503573" y="299277"/>
                </a:lnTo>
                <a:lnTo>
                  <a:pt x="1503090" y="299647"/>
                </a:lnTo>
                <a:lnTo>
                  <a:pt x="1502589" y="300001"/>
                </a:lnTo>
                <a:lnTo>
                  <a:pt x="1502071" y="300337"/>
                </a:lnTo>
                <a:lnTo>
                  <a:pt x="1501536" y="300656"/>
                </a:lnTo>
                <a:lnTo>
                  <a:pt x="1500983" y="300958"/>
                </a:lnTo>
                <a:lnTo>
                  <a:pt x="1500413" y="301242"/>
                </a:lnTo>
                <a:lnTo>
                  <a:pt x="1499826" y="301509"/>
                </a:lnTo>
                <a:lnTo>
                  <a:pt x="1499222" y="301759"/>
                </a:lnTo>
                <a:lnTo>
                  <a:pt x="1498601" y="301992"/>
                </a:lnTo>
                <a:lnTo>
                  <a:pt x="1497962" y="302208"/>
                </a:lnTo>
                <a:lnTo>
                  <a:pt x="1497306" y="302406"/>
                </a:lnTo>
                <a:lnTo>
                  <a:pt x="1496633" y="302587"/>
                </a:lnTo>
                <a:lnTo>
                  <a:pt x="1495942" y="302751"/>
                </a:lnTo>
                <a:lnTo>
                  <a:pt x="1495235" y="302897"/>
                </a:lnTo>
                <a:lnTo>
                  <a:pt x="1494510" y="303026"/>
                </a:lnTo>
                <a:lnTo>
                  <a:pt x="1493767" y="303139"/>
                </a:lnTo>
                <a:lnTo>
                  <a:pt x="1493008" y="303233"/>
                </a:lnTo>
                <a:lnTo>
                  <a:pt x="1492231" y="303311"/>
                </a:lnTo>
                <a:lnTo>
                  <a:pt x="1491437" y="303371"/>
                </a:lnTo>
                <a:lnTo>
                  <a:pt x="1490626" y="303414"/>
                </a:lnTo>
                <a:lnTo>
                  <a:pt x="1489798" y="303440"/>
                </a:lnTo>
                <a:lnTo>
                  <a:pt x="1488952" y="303449"/>
                </a:lnTo>
                <a:lnTo>
                  <a:pt x="1488184" y="303437"/>
                </a:lnTo>
                <a:lnTo>
                  <a:pt x="1487426" y="303403"/>
                </a:lnTo>
                <a:lnTo>
                  <a:pt x="1486680" y="303346"/>
                </a:lnTo>
                <a:lnTo>
                  <a:pt x="1485945" y="303266"/>
                </a:lnTo>
                <a:lnTo>
                  <a:pt x="1485221" y="303164"/>
                </a:lnTo>
                <a:lnTo>
                  <a:pt x="1484508" y="303038"/>
                </a:lnTo>
                <a:lnTo>
                  <a:pt x="1483806" y="302890"/>
                </a:lnTo>
                <a:lnTo>
                  <a:pt x="1483115" y="302719"/>
                </a:lnTo>
                <a:lnTo>
                  <a:pt x="1482436" y="302525"/>
                </a:lnTo>
                <a:lnTo>
                  <a:pt x="1481767" y="302309"/>
                </a:lnTo>
                <a:lnTo>
                  <a:pt x="1481110" y="302069"/>
                </a:lnTo>
                <a:lnTo>
                  <a:pt x="1480463" y="301807"/>
                </a:lnTo>
                <a:lnTo>
                  <a:pt x="1479828" y="301522"/>
                </a:lnTo>
                <a:lnTo>
                  <a:pt x="1479204" y="301214"/>
                </a:lnTo>
                <a:lnTo>
                  <a:pt x="1478591" y="300884"/>
                </a:lnTo>
                <a:lnTo>
                  <a:pt x="1477990" y="300530"/>
                </a:lnTo>
                <a:lnTo>
                  <a:pt x="1477399" y="300154"/>
                </a:lnTo>
                <a:lnTo>
                  <a:pt x="1476820" y="299755"/>
                </a:lnTo>
                <a:lnTo>
                  <a:pt x="1476251" y="299333"/>
                </a:lnTo>
                <a:lnTo>
                  <a:pt x="1475694" y="298888"/>
                </a:lnTo>
                <a:lnTo>
                  <a:pt x="1475148" y="298421"/>
                </a:lnTo>
                <a:lnTo>
                  <a:pt x="1474613" y="297931"/>
                </a:lnTo>
                <a:lnTo>
                  <a:pt x="1474089" y="297418"/>
                </a:lnTo>
                <a:lnTo>
                  <a:pt x="1473576" y="296882"/>
                </a:lnTo>
                <a:lnTo>
                  <a:pt x="1473080" y="296324"/>
                </a:lnTo>
                <a:lnTo>
                  <a:pt x="1472604" y="295745"/>
                </a:lnTo>
                <a:lnTo>
                  <a:pt x="1472150" y="295145"/>
                </a:lnTo>
                <a:lnTo>
                  <a:pt x="1471716" y="294524"/>
                </a:lnTo>
                <a:lnTo>
                  <a:pt x="1471304" y="293882"/>
                </a:lnTo>
                <a:lnTo>
                  <a:pt x="1470913" y="293218"/>
                </a:lnTo>
                <a:lnTo>
                  <a:pt x="1470544" y="292533"/>
                </a:lnTo>
                <a:lnTo>
                  <a:pt x="1470195" y="291828"/>
                </a:lnTo>
                <a:lnTo>
                  <a:pt x="1469867" y="291101"/>
                </a:lnTo>
                <a:lnTo>
                  <a:pt x="1469561" y="290353"/>
                </a:lnTo>
                <a:lnTo>
                  <a:pt x="1469276" y="289584"/>
                </a:lnTo>
                <a:lnTo>
                  <a:pt x="1469011" y="288793"/>
                </a:lnTo>
                <a:lnTo>
                  <a:pt x="1468768" y="287982"/>
                </a:lnTo>
                <a:lnTo>
                  <a:pt x="1468546" y="287149"/>
                </a:lnTo>
                <a:lnTo>
                  <a:pt x="1468346" y="286296"/>
                </a:lnTo>
                <a:lnTo>
                  <a:pt x="1468166" y="285421"/>
                </a:lnTo>
                <a:lnTo>
                  <a:pt x="1468008" y="284525"/>
                </a:lnTo>
                <a:lnTo>
                  <a:pt x="1467870" y="283608"/>
                </a:lnTo>
                <a:lnTo>
                  <a:pt x="1467754" y="282670"/>
                </a:lnTo>
                <a:lnTo>
                  <a:pt x="1467659" y="281710"/>
                </a:lnTo>
                <a:lnTo>
                  <a:pt x="1467585" y="280730"/>
                </a:lnTo>
                <a:lnTo>
                  <a:pt x="1467532" y="279728"/>
                </a:lnTo>
                <a:lnTo>
                  <a:pt x="1467500" y="278706"/>
                </a:lnTo>
                <a:lnTo>
                  <a:pt x="1467490" y="277662"/>
                </a:lnTo>
                <a:lnTo>
                  <a:pt x="1467490" y="274939"/>
                </a:lnTo>
                <a:lnTo>
                  <a:pt x="1524990" y="274939"/>
                </a:lnTo>
                <a:lnTo>
                  <a:pt x="1524990" y="264047"/>
                </a:lnTo>
                <a:lnTo>
                  <a:pt x="1524983" y="263224"/>
                </a:lnTo>
                <a:lnTo>
                  <a:pt x="1524959" y="262408"/>
                </a:lnTo>
                <a:lnTo>
                  <a:pt x="1524920" y="261600"/>
                </a:lnTo>
                <a:lnTo>
                  <a:pt x="1524866" y="260799"/>
                </a:lnTo>
                <a:lnTo>
                  <a:pt x="1524796" y="260007"/>
                </a:lnTo>
                <a:lnTo>
                  <a:pt x="1524710" y="259222"/>
                </a:lnTo>
                <a:lnTo>
                  <a:pt x="1524609" y="258445"/>
                </a:lnTo>
                <a:lnTo>
                  <a:pt x="1524492" y="257676"/>
                </a:lnTo>
                <a:lnTo>
                  <a:pt x="1524360" y="256915"/>
                </a:lnTo>
                <a:lnTo>
                  <a:pt x="1524212" y="256161"/>
                </a:lnTo>
                <a:lnTo>
                  <a:pt x="1524048" y="255415"/>
                </a:lnTo>
                <a:lnTo>
                  <a:pt x="1523869" y="254677"/>
                </a:lnTo>
                <a:lnTo>
                  <a:pt x="1523675" y="253947"/>
                </a:lnTo>
                <a:lnTo>
                  <a:pt x="1523464" y="253225"/>
                </a:lnTo>
                <a:lnTo>
                  <a:pt x="1523239" y="252510"/>
                </a:lnTo>
                <a:lnTo>
                  <a:pt x="1522997" y="251803"/>
                </a:lnTo>
                <a:lnTo>
                  <a:pt x="1522740" y="251104"/>
                </a:lnTo>
                <a:lnTo>
                  <a:pt x="1522468" y="250413"/>
                </a:lnTo>
                <a:lnTo>
                  <a:pt x="1522180" y="249729"/>
                </a:lnTo>
                <a:lnTo>
                  <a:pt x="1521876" y="249054"/>
                </a:lnTo>
                <a:lnTo>
                  <a:pt x="1521557" y="248386"/>
                </a:lnTo>
                <a:lnTo>
                  <a:pt x="1521222" y="247726"/>
                </a:lnTo>
                <a:lnTo>
                  <a:pt x="1520872" y="247073"/>
                </a:lnTo>
                <a:lnTo>
                  <a:pt x="1520506" y="246429"/>
                </a:lnTo>
                <a:lnTo>
                  <a:pt x="1520139" y="245794"/>
                </a:lnTo>
                <a:lnTo>
                  <a:pt x="1519759" y="245170"/>
                </a:lnTo>
                <a:lnTo>
                  <a:pt x="1519367" y="244557"/>
                </a:lnTo>
                <a:lnTo>
                  <a:pt x="1518962" y="243955"/>
                </a:lnTo>
                <a:lnTo>
                  <a:pt x="1518544" y="243364"/>
                </a:lnTo>
                <a:lnTo>
                  <a:pt x="1518113" y="242785"/>
                </a:lnTo>
                <a:lnTo>
                  <a:pt x="1517670" y="242216"/>
                </a:lnTo>
                <a:lnTo>
                  <a:pt x="1517213" y="241659"/>
                </a:lnTo>
                <a:lnTo>
                  <a:pt x="1516744" y="241113"/>
                </a:lnTo>
                <a:lnTo>
                  <a:pt x="1516262" y="240578"/>
                </a:lnTo>
                <a:lnTo>
                  <a:pt x="1515768" y="240054"/>
                </a:lnTo>
                <a:lnTo>
                  <a:pt x="1515260" y="239541"/>
                </a:lnTo>
                <a:lnTo>
                  <a:pt x="1514740" y="239040"/>
                </a:lnTo>
                <a:lnTo>
                  <a:pt x="1514207" y="238549"/>
                </a:lnTo>
                <a:lnTo>
                  <a:pt x="1513661" y="238070"/>
                </a:lnTo>
                <a:lnTo>
                  <a:pt x="1513102" y="237602"/>
                </a:lnTo>
                <a:lnTo>
                  <a:pt x="1512531" y="237144"/>
                </a:lnTo>
                <a:lnTo>
                  <a:pt x="1511947" y="236698"/>
                </a:lnTo>
                <a:lnTo>
                  <a:pt x="1511350" y="236264"/>
                </a:lnTo>
                <a:lnTo>
                  <a:pt x="1510740" y="235840"/>
                </a:lnTo>
                <a:lnTo>
                  <a:pt x="1510117" y="235427"/>
                </a:lnTo>
                <a:lnTo>
                  <a:pt x="1509482" y="235026"/>
                </a:lnTo>
                <a:lnTo>
                  <a:pt x="1508834" y="234635"/>
                </a:lnTo>
                <a:lnTo>
                  <a:pt x="1508173" y="234256"/>
                </a:lnTo>
                <a:lnTo>
                  <a:pt x="1507513" y="233890"/>
                </a:lnTo>
                <a:lnTo>
                  <a:pt x="1506842" y="233540"/>
                </a:lnTo>
                <a:lnTo>
                  <a:pt x="1506161" y="233205"/>
                </a:lnTo>
                <a:lnTo>
                  <a:pt x="1505468" y="232886"/>
                </a:lnTo>
                <a:lnTo>
                  <a:pt x="1504763" y="232582"/>
                </a:lnTo>
                <a:lnTo>
                  <a:pt x="1504048" y="232294"/>
                </a:lnTo>
                <a:lnTo>
                  <a:pt x="1503322" y="232021"/>
                </a:lnTo>
                <a:lnTo>
                  <a:pt x="1502585" y="231764"/>
                </a:lnTo>
                <a:lnTo>
                  <a:pt x="1501836" y="231523"/>
                </a:lnTo>
                <a:lnTo>
                  <a:pt x="1501076" y="231297"/>
                </a:lnTo>
                <a:lnTo>
                  <a:pt x="1500305" y="231087"/>
                </a:lnTo>
                <a:lnTo>
                  <a:pt x="1499524" y="230892"/>
                </a:lnTo>
                <a:lnTo>
                  <a:pt x="1498730" y="230713"/>
                </a:lnTo>
                <a:lnTo>
                  <a:pt x="1497926" y="230550"/>
                </a:lnTo>
                <a:lnTo>
                  <a:pt x="1497111" y="230402"/>
                </a:lnTo>
                <a:lnTo>
                  <a:pt x="1496285" y="230269"/>
                </a:lnTo>
                <a:lnTo>
                  <a:pt x="1495447" y="230153"/>
                </a:lnTo>
                <a:lnTo>
                  <a:pt x="1494598" y="230051"/>
                </a:lnTo>
                <a:lnTo>
                  <a:pt x="1493739" y="229966"/>
                </a:lnTo>
                <a:lnTo>
                  <a:pt x="1492868" y="229896"/>
                </a:lnTo>
                <a:lnTo>
                  <a:pt x="1491986" y="229841"/>
                </a:lnTo>
                <a:lnTo>
                  <a:pt x="1491092" y="229802"/>
                </a:lnTo>
                <a:lnTo>
                  <a:pt x="1490188" y="229779"/>
                </a:lnTo>
                <a:lnTo>
                  <a:pt x="1489273" y="229771"/>
                </a:lnTo>
                <a:lnTo>
                  <a:pt x="1488291" y="229780"/>
                </a:lnTo>
                <a:lnTo>
                  <a:pt x="1487320" y="229807"/>
                </a:lnTo>
                <a:lnTo>
                  <a:pt x="1486360" y="229851"/>
                </a:lnTo>
                <a:lnTo>
                  <a:pt x="1485411" y="229914"/>
                </a:lnTo>
                <a:lnTo>
                  <a:pt x="1484473" y="229994"/>
                </a:lnTo>
                <a:lnTo>
                  <a:pt x="1483547" y="230091"/>
                </a:lnTo>
                <a:lnTo>
                  <a:pt x="1482631" y="230207"/>
                </a:lnTo>
                <a:lnTo>
                  <a:pt x="1481727" y="230341"/>
                </a:lnTo>
                <a:lnTo>
                  <a:pt x="1480834" y="230492"/>
                </a:lnTo>
                <a:lnTo>
                  <a:pt x="1479952" y="230661"/>
                </a:lnTo>
                <a:lnTo>
                  <a:pt x="1479081" y="230848"/>
                </a:lnTo>
                <a:lnTo>
                  <a:pt x="1478221" y="231052"/>
                </a:lnTo>
                <a:lnTo>
                  <a:pt x="1477372" y="231275"/>
                </a:lnTo>
                <a:lnTo>
                  <a:pt x="1476535" y="231515"/>
                </a:lnTo>
                <a:lnTo>
                  <a:pt x="1475708" y="231773"/>
                </a:lnTo>
                <a:lnTo>
                  <a:pt x="1474893" y="232049"/>
                </a:lnTo>
                <a:lnTo>
                  <a:pt x="1474089" y="232343"/>
                </a:lnTo>
                <a:lnTo>
                  <a:pt x="1473296" y="232654"/>
                </a:lnTo>
                <a:lnTo>
                  <a:pt x="1472514" y="232983"/>
                </a:lnTo>
                <a:lnTo>
                  <a:pt x="1471743" y="233330"/>
                </a:lnTo>
                <a:lnTo>
                  <a:pt x="1470983" y="233695"/>
                </a:lnTo>
                <a:lnTo>
                  <a:pt x="1470235" y="234078"/>
                </a:lnTo>
                <a:lnTo>
                  <a:pt x="1469497" y="234478"/>
                </a:lnTo>
                <a:lnTo>
                  <a:pt x="1468771" y="234897"/>
                </a:lnTo>
                <a:lnTo>
                  <a:pt x="1468057" y="235318"/>
                </a:lnTo>
                <a:lnTo>
                  <a:pt x="1467357" y="235753"/>
                </a:lnTo>
                <a:lnTo>
                  <a:pt x="1466671" y="236203"/>
                </a:lnTo>
                <a:lnTo>
                  <a:pt x="1465999" y="236667"/>
                </a:lnTo>
                <a:lnTo>
                  <a:pt x="1465341" y="237146"/>
                </a:lnTo>
                <a:lnTo>
                  <a:pt x="1464697" y="237639"/>
                </a:lnTo>
                <a:lnTo>
                  <a:pt x="1464066" y="238147"/>
                </a:lnTo>
                <a:lnTo>
                  <a:pt x="1463450" y="238669"/>
                </a:lnTo>
                <a:lnTo>
                  <a:pt x="1462847" y="239206"/>
                </a:lnTo>
                <a:lnTo>
                  <a:pt x="1462259" y="239757"/>
                </a:lnTo>
                <a:lnTo>
                  <a:pt x="1461684" y="240323"/>
                </a:lnTo>
                <a:lnTo>
                  <a:pt x="1461123" y="240903"/>
                </a:lnTo>
                <a:lnTo>
                  <a:pt x="1460576" y="241497"/>
                </a:lnTo>
                <a:lnTo>
                  <a:pt x="1460043" y="242106"/>
                </a:lnTo>
                <a:lnTo>
                  <a:pt x="1459524" y="242730"/>
                </a:lnTo>
                <a:lnTo>
                  <a:pt x="1459019" y="243368"/>
                </a:lnTo>
                <a:lnTo>
                  <a:pt x="1458527" y="244020"/>
                </a:lnTo>
                <a:lnTo>
                  <a:pt x="1458050" y="244687"/>
                </a:lnTo>
                <a:lnTo>
                  <a:pt x="1457586" y="245368"/>
                </a:lnTo>
                <a:lnTo>
                  <a:pt x="1457137" y="246064"/>
                </a:lnTo>
                <a:lnTo>
                  <a:pt x="1456701" y="246774"/>
                </a:lnTo>
                <a:lnTo>
                  <a:pt x="1456279" y="247499"/>
                </a:lnTo>
                <a:lnTo>
                  <a:pt x="1455871" y="248238"/>
                </a:lnTo>
                <a:lnTo>
                  <a:pt x="1455477" y="248991"/>
                </a:lnTo>
                <a:lnTo>
                  <a:pt x="1455098" y="249758"/>
                </a:lnTo>
                <a:lnTo>
                  <a:pt x="1454735" y="250536"/>
                </a:lnTo>
                <a:lnTo>
                  <a:pt x="1454388" y="251326"/>
                </a:lnTo>
                <a:lnTo>
                  <a:pt x="1454058" y="252128"/>
                </a:lnTo>
                <a:lnTo>
                  <a:pt x="1453743" y="252941"/>
                </a:lnTo>
                <a:lnTo>
                  <a:pt x="1453445" y="253766"/>
                </a:lnTo>
                <a:lnTo>
                  <a:pt x="1453163" y="254603"/>
                </a:lnTo>
                <a:lnTo>
                  <a:pt x="1452897" y="255452"/>
                </a:lnTo>
                <a:lnTo>
                  <a:pt x="1452647" y="256312"/>
                </a:lnTo>
                <a:lnTo>
                  <a:pt x="1452413" y="257183"/>
                </a:lnTo>
                <a:lnTo>
                  <a:pt x="1452195" y="258067"/>
                </a:lnTo>
                <a:lnTo>
                  <a:pt x="1451993" y="258962"/>
                </a:lnTo>
                <a:lnTo>
                  <a:pt x="1451808" y="259869"/>
                </a:lnTo>
                <a:lnTo>
                  <a:pt x="1451639" y="260787"/>
                </a:lnTo>
                <a:lnTo>
                  <a:pt x="1451485" y="261717"/>
                </a:lnTo>
                <a:lnTo>
                  <a:pt x="1451348" y="262659"/>
                </a:lnTo>
                <a:lnTo>
                  <a:pt x="1451227" y="263613"/>
                </a:lnTo>
                <a:lnTo>
                  <a:pt x="1451122" y="264578"/>
                </a:lnTo>
                <a:lnTo>
                  <a:pt x="1451034" y="265555"/>
                </a:lnTo>
                <a:lnTo>
                  <a:pt x="1450961" y="266543"/>
                </a:lnTo>
                <a:lnTo>
                  <a:pt x="1450905" y="267543"/>
                </a:lnTo>
                <a:lnTo>
                  <a:pt x="1450864" y="268555"/>
                </a:lnTo>
                <a:lnTo>
                  <a:pt x="1450840" y="269579"/>
                </a:lnTo>
                <a:lnTo>
                  <a:pt x="1450832" y="270614"/>
                </a:lnTo>
                <a:lnTo>
                  <a:pt x="1450832" y="273978"/>
                </a:lnTo>
                <a:lnTo>
                  <a:pt x="1450839" y="274974"/>
                </a:lnTo>
                <a:lnTo>
                  <a:pt x="1450860" y="275961"/>
                </a:lnTo>
                <a:lnTo>
                  <a:pt x="1450895" y="276938"/>
                </a:lnTo>
                <a:lnTo>
                  <a:pt x="1450943" y="277906"/>
                </a:lnTo>
                <a:lnTo>
                  <a:pt x="1451006" y="278865"/>
                </a:lnTo>
                <a:lnTo>
                  <a:pt x="1451082" y="279814"/>
                </a:lnTo>
                <a:lnTo>
                  <a:pt x="1451173" y="280753"/>
                </a:lnTo>
                <a:lnTo>
                  <a:pt x="1451277" y="281684"/>
                </a:lnTo>
                <a:lnTo>
                  <a:pt x="1451395" y="282604"/>
                </a:lnTo>
                <a:lnTo>
                  <a:pt x="1451527" y="283516"/>
                </a:lnTo>
                <a:lnTo>
                  <a:pt x="1451673" y="284417"/>
                </a:lnTo>
                <a:lnTo>
                  <a:pt x="1451833" y="285310"/>
                </a:lnTo>
                <a:lnTo>
                  <a:pt x="1452007" y="286193"/>
                </a:lnTo>
                <a:lnTo>
                  <a:pt x="1452195" y="287066"/>
                </a:lnTo>
                <a:lnTo>
                  <a:pt x="1452396" y="287930"/>
                </a:lnTo>
                <a:lnTo>
                  <a:pt x="1452612" y="288784"/>
                </a:lnTo>
                <a:lnTo>
                  <a:pt x="1452841" y="289630"/>
                </a:lnTo>
                <a:lnTo>
                  <a:pt x="1453085" y="290465"/>
                </a:lnTo>
                <a:lnTo>
                  <a:pt x="1453342" y="291291"/>
                </a:lnTo>
                <a:lnTo>
                  <a:pt x="1453613" y="292108"/>
                </a:lnTo>
                <a:lnTo>
                  <a:pt x="1453898" y="292915"/>
                </a:lnTo>
                <a:lnTo>
                  <a:pt x="1454197" y="293713"/>
                </a:lnTo>
                <a:lnTo>
                  <a:pt x="1454510" y="294501"/>
                </a:lnTo>
                <a:lnTo>
                  <a:pt x="1454836" y="295280"/>
                </a:lnTo>
                <a:lnTo>
                  <a:pt x="1455191" y="296047"/>
                </a:lnTo>
                <a:lnTo>
                  <a:pt x="1455559" y="296800"/>
                </a:lnTo>
                <a:lnTo>
                  <a:pt x="1455943" y="297538"/>
                </a:lnTo>
                <a:lnTo>
                  <a:pt x="1456340" y="298261"/>
                </a:lnTo>
                <a:lnTo>
                  <a:pt x="1456752" y="298970"/>
                </a:lnTo>
                <a:lnTo>
                  <a:pt x="1457179" y="299665"/>
                </a:lnTo>
                <a:lnTo>
                  <a:pt x="1457620" y="300345"/>
                </a:lnTo>
                <a:lnTo>
                  <a:pt x="1458075" y="301011"/>
                </a:lnTo>
                <a:lnTo>
                  <a:pt x="1458545" y="301662"/>
                </a:lnTo>
                <a:lnTo>
                  <a:pt x="1459030" y="302299"/>
                </a:lnTo>
                <a:lnTo>
                  <a:pt x="1459529" y="302921"/>
                </a:lnTo>
                <a:lnTo>
                  <a:pt x="1460042" y="303529"/>
                </a:lnTo>
                <a:lnTo>
                  <a:pt x="1460570" y="304122"/>
                </a:lnTo>
                <a:lnTo>
                  <a:pt x="1461112" y="304701"/>
                </a:lnTo>
                <a:lnTo>
                  <a:pt x="1461669" y="305266"/>
                </a:lnTo>
                <a:lnTo>
                  <a:pt x="1462240" y="305816"/>
                </a:lnTo>
                <a:lnTo>
                  <a:pt x="1462825" y="306351"/>
                </a:lnTo>
                <a:lnTo>
                  <a:pt x="1463425" y="306872"/>
                </a:lnTo>
                <a:lnTo>
                  <a:pt x="1464040" y="307379"/>
                </a:lnTo>
                <a:lnTo>
                  <a:pt x="1464669" y="307871"/>
                </a:lnTo>
                <a:lnTo>
                  <a:pt x="1465312" y="308349"/>
                </a:lnTo>
                <a:lnTo>
                  <a:pt x="1465970" y="308812"/>
                </a:lnTo>
                <a:lnTo>
                  <a:pt x="1466643" y="309261"/>
                </a:lnTo>
                <a:lnTo>
                  <a:pt x="1467330" y="309695"/>
                </a:lnTo>
                <a:lnTo>
                  <a:pt x="1468044" y="310114"/>
                </a:lnTo>
                <a:lnTo>
                  <a:pt x="1468774" y="310514"/>
                </a:lnTo>
                <a:lnTo>
                  <a:pt x="1469519" y="310897"/>
                </a:lnTo>
                <a:lnTo>
                  <a:pt x="1470279" y="311262"/>
                </a:lnTo>
                <a:lnTo>
                  <a:pt x="1471054" y="311609"/>
                </a:lnTo>
                <a:lnTo>
                  <a:pt x="1471844" y="311938"/>
                </a:lnTo>
                <a:lnTo>
                  <a:pt x="1472649" y="312249"/>
                </a:lnTo>
                <a:lnTo>
                  <a:pt x="1473469" y="312543"/>
                </a:lnTo>
                <a:lnTo>
                  <a:pt x="1474304" y="312819"/>
                </a:lnTo>
                <a:lnTo>
                  <a:pt x="1475154" y="313077"/>
                </a:lnTo>
                <a:lnTo>
                  <a:pt x="1476020" y="313317"/>
                </a:lnTo>
                <a:lnTo>
                  <a:pt x="1476900" y="313539"/>
                </a:lnTo>
                <a:lnTo>
                  <a:pt x="1477795" y="313744"/>
                </a:lnTo>
                <a:lnTo>
                  <a:pt x="1478705" y="313931"/>
                </a:lnTo>
                <a:lnTo>
                  <a:pt x="1479630" y="314100"/>
                </a:lnTo>
                <a:lnTo>
                  <a:pt x="1480570" y="314251"/>
                </a:lnTo>
                <a:lnTo>
                  <a:pt x="1481525" y="314385"/>
                </a:lnTo>
                <a:lnTo>
                  <a:pt x="1482496" y="314500"/>
                </a:lnTo>
                <a:lnTo>
                  <a:pt x="1483481" y="314598"/>
                </a:lnTo>
                <a:lnTo>
                  <a:pt x="1484481" y="314678"/>
                </a:lnTo>
                <a:lnTo>
                  <a:pt x="1485496" y="314741"/>
                </a:lnTo>
                <a:lnTo>
                  <a:pt x="1486526" y="314785"/>
                </a:lnTo>
                <a:lnTo>
                  <a:pt x="1487572" y="314812"/>
                </a:lnTo>
                <a:lnTo>
                  <a:pt x="1488632" y="314821"/>
                </a:lnTo>
                <a:lnTo>
                  <a:pt x="1489548" y="314814"/>
                </a:lnTo>
                <a:lnTo>
                  <a:pt x="1490453" y="314794"/>
                </a:lnTo>
                <a:lnTo>
                  <a:pt x="1491347" y="314761"/>
                </a:lnTo>
                <a:lnTo>
                  <a:pt x="1492231" y="314714"/>
                </a:lnTo>
                <a:lnTo>
                  <a:pt x="1493105" y="314654"/>
                </a:lnTo>
                <a:close/>
                <a:moveTo>
                  <a:pt x="1467717" y="261921"/>
                </a:moveTo>
                <a:lnTo>
                  <a:pt x="1467754" y="261472"/>
                </a:lnTo>
                <a:lnTo>
                  <a:pt x="1467800" y="261024"/>
                </a:lnTo>
                <a:lnTo>
                  <a:pt x="1467854" y="260578"/>
                </a:lnTo>
                <a:lnTo>
                  <a:pt x="1467917" y="260132"/>
                </a:lnTo>
                <a:lnTo>
                  <a:pt x="1467988" y="259688"/>
                </a:lnTo>
                <a:lnTo>
                  <a:pt x="1468067" y="259244"/>
                </a:lnTo>
                <a:lnTo>
                  <a:pt x="1468155" y="258802"/>
                </a:lnTo>
                <a:lnTo>
                  <a:pt x="1468251" y="258361"/>
                </a:lnTo>
                <a:lnTo>
                  <a:pt x="1468355" y="257921"/>
                </a:lnTo>
                <a:lnTo>
                  <a:pt x="1468467" y="257483"/>
                </a:lnTo>
                <a:lnTo>
                  <a:pt x="1468588" y="257045"/>
                </a:lnTo>
                <a:lnTo>
                  <a:pt x="1468718" y="256608"/>
                </a:lnTo>
                <a:lnTo>
                  <a:pt x="1468855" y="256173"/>
                </a:lnTo>
                <a:lnTo>
                  <a:pt x="1469001" y="255739"/>
                </a:lnTo>
                <a:lnTo>
                  <a:pt x="1469156" y="255305"/>
                </a:lnTo>
                <a:lnTo>
                  <a:pt x="1469318" y="254873"/>
                </a:lnTo>
                <a:lnTo>
                  <a:pt x="1469489" y="254442"/>
                </a:lnTo>
                <a:lnTo>
                  <a:pt x="1469669" y="254012"/>
                </a:lnTo>
                <a:lnTo>
                  <a:pt x="1469856" y="253583"/>
                </a:lnTo>
                <a:lnTo>
                  <a:pt x="1470052" y="253156"/>
                </a:lnTo>
                <a:lnTo>
                  <a:pt x="1470270" y="252719"/>
                </a:lnTo>
                <a:lnTo>
                  <a:pt x="1470494" y="252288"/>
                </a:lnTo>
                <a:lnTo>
                  <a:pt x="1470726" y="251864"/>
                </a:lnTo>
                <a:lnTo>
                  <a:pt x="1470965" y="251447"/>
                </a:lnTo>
                <a:lnTo>
                  <a:pt x="1471211" y="251037"/>
                </a:lnTo>
                <a:lnTo>
                  <a:pt x="1471464" y="250633"/>
                </a:lnTo>
                <a:lnTo>
                  <a:pt x="1471724" y="250236"/>
                </a:lnTo>
                <a:lnTo>
                  <a:pt x="1471992" y="249846"/>
                </a:lnTo>
                <a:lnTo>
                  <a:pt x="1472267" y="249462"/>
                </a:lnTo>
                <a:lnTo>
                  <a:pt x="1472550" y="249085"/>
                </a:lnTo>
                <a:lnTo>
                  <a:pt x="1472839" y="248714"/>
                </a:lnTo>
                <a:lnTo>
                  <a:pt x="1473136" y="248351"/>
                </a:lnTo>
                <a:lnTo>
                  <a:pt x="1473440" y="247994"/>
                </a:lnTo>
                <a:lnTo>
                  <a:pt x="1473751" y="247643"/>
                </a:lnTo>
                <a:lnTo>
                  <a:pt x="1474069" y="247300"/>
                </a:lnTo>
                <a:lnTo>
                  <a:pt x="1474395" y="246963"/>
                </a:lnTo>
                <a:lnTo>
                  <a:pt x="1474728" y="246632"/>
                </a:lnTo>
                <a:lnTo>
                  <a:pt x="1475068" y="246309"/>
                </a:lnTo>
                <a:lnTo>
                  <a:pt x="1475415" y="245992"/>
                </a:lnTo>
                <a:lnTo>
                  <a:pt x="1475770" y="245681"/>
                </a:lnTo>
                <a:lnTo>
                  <a:pt x="1476131" y="245378"/>
                </a:lnTo>
                <a:lnTo>
                  <a:pt x="1476500" y="245081"/>
                </a:lnTo>
                <a:lnTo>
                  <a:pt x="1476877" y="244790"/>
                </a:lnTo>
                <a:lnTo>
                  <a:pt x="1477260" y="244507"/>
                </a:lnTo>
                <a:lnTo>
                  <a:pt x="1477664" y="244232"/>
                </a:lnTo>
                <a:lnTo>
                  <a:pt x="1478075" y="243969"/>
                </a:lnTo>
                <a:lnTo>
                  <a:pt x="1478494" y="243718"/>
                </a:lnTo>
                <a:lnTo>
                  <a:pt x="1478920" y="243479"/>
                </a:lnTo>
                <a:lnTo>
                  <a:pt x="1479353" y="243251"/>
                </a:lnTo>
                <a:lnTo>
                  <a:pt x="1479793" y="243035"/>
                </a:lnTo>
                <a:lnTo>
                  <a:pt x="1480240" y="242831"/>
                </a:lnTo>
                <a:lnTo>
                  <a:pt x="1480695" y="242638"/>
                </a:lnTo>
                <a:lnTo>
                  <a:pt x="1481157" y="242457"/>
                </a:lnTo>
                <a:lnTo>
                  <a:pt x="1481626" y="242288"/>
                </a:lnTo>
                <a:lnTo>
                  <a:pt x="1482102" y="242130"/>
                </a:lnTo>
                <a:lnTo>
                  <a:pt x="1482586" y="241984"/>
                </a:lnTo>
                <a:lnTo>
                  <a:pt x="1483076" y="241850"/>
                </a:lnTo>
                <a:lnTo>
                  <a:pt x="1483574" y="241727"/>
                </a:lnTo>
                <a:lnTo>
                  <a:pt x="1484080" y="241616"/>
                </a:lnTo>
                <a:lnTo>
                  <a:pt x="1484592" y="241517"/>
                </a:lnTo>
                <a:lnTo>
                  <a:pt x="1485112" y="241429"/>
                </a:lnTo>
                <a:lnTo>
                  <a:pt x="1485639" y="241353"/>
                </a:lnTo>
                <a:lnTo>
                  <a:pt x="1486173" y="241289"/>
                </a:lnTo>
                <a:lnTo>
                  <a:pt x="1486714" y="241237"/>
                </a:lnTo>
                <a:lnTo>
                  <a:pt x="1487263" y="241196"/>
                </a:lnTo>
                <a:lnTo>
                  <a:pt x="1487819" y="241167"/>
                </a:lnTo>
                <a:lnTo>
                  <a:pt x="1488382" y="241149"/>
                </a:lnTo>
                <a:lnTo>
                  <a:pt x="1488952" y="241143"/>
                </a:lnTo>
                <a:lnTo>
                  <a:pt x="1489457" y="241148"/>
                </a:lnTo>
                <a:lnTo>
                  <a:pt x="1489957" y="241162"/>
                </a:lnTo>
                <a:lnTo>
                  <a:pt x="1490451" y="241186"/>
                </a:lnTo>
                <a:lnTo>
                  <a:pt x="1490941" y="241219"/>
                </a:lnTo>
                <a:lnTo>
                  <a:pt x="1491426" y="241261"/>
                </a:lnTo>
                <a:lnTo>
                  <a:pt x="1491905" y="241313"/>
                </a:lnTo>
                <a:lnTo>
                  <a:pt x="1492380" y="241375"/>
                </a:lnTo>
                <a:lnTo>
                  <a:pt x="1492850" y="241446"/>
                </a:lnTo>
                <a:lnTo>
                  <a:pt x="1493314" y="241526"/>
                </a:lnTo>
                <a:lnTo>
                  <a:pt x="1493774" y="241616"/>
                </a:lnTo>
                <a:lnTo>
                  <a:pt x="1494229" y="241715"/>
                </a:lnTo>
                <a:lnTo>
                  <a:pt x="1494678" y="241824"/>
                </a:lnTo>
                <a:lnTo>
                  <a:pt x="1495123" y="241942"/>
                </a:lnTo>
                <a:lnTo>
                  <a:pt x="1495563" y="242070"/>
                </a:lnTo>
                <a:lnTo>
                  <a:pt x="1495997" y="242207"/>
                </a:lnTo>
                <a:lnTo>
                  <a:pt x="1496427" y="242353"/>
                </a:lnTo>
                <a:lnTo>
                  <a:pt x="1496852" y="242509"/>
                </a:lnTo>
                <a:lnTo>
                  <a:pt x="1497271" y="242675"/>
                </a:lnTo>
                <a:lnTo>
                  <a:pt x="1497686" y="242850"/>
                </a:lnTo>
                <a:lnTo>
                  <a:pt x="1498095" y="243034"/>
                </a:lnTo>
                <a:lnTo>
                  <a:pt x="1498500" y="243228"/>
                </a:lnTo>
                <a:lnTo>
                  <a:pt x="1498900" y="243431"/>
                </a:lnTo>
                <a:lnTo>
                  <a:pt x="1499294" y="243644"/>
                </a:lnTo>
                <a:lnTo>
                  <a:pt x="1499684" y="243866"/>
                </a:lnTo>
                <a:lnTo>
                  <a:pt x="1500067" y="244097"/>
                </a:lnTo>
                <a:lnTo>
                  <a:pt x="1500442" y="244334"/>
                </a:lnTo>
                <a:lnTo>
                  <a:pt x="1500810" y="244579"/>
                </a:lnTo>
                <a:lnTo>
                  <a:pt x="1501170" y="244831"/>
                </a:lnTo>
                <a:lnTo>
                  <a:pt x="1501522" y="245091"/>
                </a:lnTo>
                <a:lnTo>
                  <a:pt x="1501866" y="245358"/>
                </a:lnTo>
                <a:lnTo>
                  <a:pt x="1502202" y="245631"/>
                </a:lnTo>
                <a:lnTo>
                  <a:pt x="1502531" y="245913"/>
                </a:lnTo>
                <a:lnTo>
                  <a:pt x="1502852" y="246201"/>
                </a:lnTo>
                <a:lnTo>
                  <a:pt x="1503165" y="246497"/>
                </a:lnTo>
                <a:lnTo>
                  <a:pt x="1503470" y="246799"/>
                </a:lnTo>
                <a:lnTo>
                  <a:pt x="1503768" y="247109"/>
                </a:lnTo>
                <a:lnTo>
                  <a:pt x="1504058" y="247427"/>
                </a:lnTo>
                <a:lnTo>
                  <a:pt x="1504340" y="247751"/>
                </a:lnTo>
                <a:lnTo>
                  <a:pt x="1504614" y="248083"/>
                </a:lnTo>
                <a:lnTo>
                  <a:pt x="1504880" y="248422"/>
                </a:lnTo>
                <a:lnTo>
                  <a:pt x="1505139" y="248768"/>
                </a:lnTo>
                <a:lnTo>
                  <a:pt x="1505390" y="249122"/>
                </a:lnTo>
                <a:lnTo>
                  <a:pt x="1505633" y="249482"/>
                </a:lnTo>
                <a:lnTo>
                  <a:pt x="1505868" y="249850"/>
                </a:lnTo>
                <a:lnTo>
                  <a:pt x="1506095" y="250225"/>
                </a:lnTo>
                <a:lnTo>
                  <a:pt x="1506315" y="250608"/>
                </a:lnTo>
                <a:lnTo>
                  <a:pt x="1506527" y="250997"/>
                </a:lnTo>
                <a:lnTo>
                  <a:pt x="1506731" y="251394"/>
                </a:lnTo>
                <a:lnTo>
                  <a:pt x="1506940" y="251784"/>
                </a:lnTo>
                <a:lnTo>
                  <a:pt x="1507140" y="252178"/>
                </a:lnTo>
                <a:lnTo>
                  <a:pt x="1507332" y="252578"/>
                </a:lnTo>
                <a:lnTo>
                  <a:pt x="1507514" y="252982"/>
                </a:lnTo>
                <a:lnTo>
                  <a:pt x="1507688" y="253392"/>
                </a:lnTo>
                <a:lnTo>
                  <a:pt x="1507852" y="253806"/>
                </a:lnTo>
                <a:lnTo>
                  <a:pt x="1508008" y="254226"/>
                </a:lnTo>
                <a:lnTo>
                  <a:pt x="1508155" y="254651"/>
                </a:lnTo>
                <a:lnTo>
                  <a:pt x="1508293" y="255080"/>
                </a:lnTo>
                <a:lnTo>
                  <a:pt x="1508422" y="255515"/>
                </a:lnTo>
                <a:lnTo>
                  <a:pt x="1508542" y="255955"/>
                </a:lnTo>
                <a:lnTo>
                  <a:pt x="1508653" y="256399"/>
                </a:lnTo>
                <a:lnTo>
                  <a:pt x="1508755" y="256849"/>
                </a:lnTo>
                <a:lnTo>
                  <a:pt x="1508849" y="257304"/>
                </a:lnTo>
                <a:lnTo>
                  <a:pt x="1508933" y="257763"/>
                </a:lnTo>
                <a:lnTo>
                  <a:pt x="1509009" y="258228"/>
                </a:lnTo>
                <a:lnTo>
                  <a:pt x="1509076" y="258697"/>
                </a:lnTo>
                <a:lnTo>
                  <a:pt x="1509134" y="259172"/>
                </a:lnTo>
                <a:lnTo>
                  <a:pt x="1509183" y="259652"/>
                </a:lnTo>
                <a:lnTo>
                  <a:pt x="1509223" y="260137"/>
                </a:lnTo>
                <a:lnTo>
                  <a:pt x="1509254" y="260626"/>
                </a:lnTo>
                <a:lnTo>
                  <a:pt x="1509276" y="261121"/>
                </a:lnTo>
                <a:lnTo>
                  <a:pt x="1509289" y="261621"/>
                </a:lnTo>
                <a:lnTo>
                  <a:pt x="1509294" y="262125"/>
                </a:lnTo>
                <a:lnTo>
                  <a:pt x="1509294" y="264528"/>
                </a:lnTo>
                <a:lnTo>
                  <a:pt x="1467650" y="264528"/>
                </a:lnTo>
                <a:lnTo>
                  <a:pt x="1467650" y="263727"/>
                </a:lnTo>
                <a:lnTo>
                  <a:pt x="1467654" y="263274"/>
                </a:lnTo>
                <a:lnTo>
                  <a:pt x="1467667" y="262822"/>
                </a:lnTo>
                <a:lnTo>
                  <a:pt x="1467687" y="262371"/>
                </a:lnTo>
                <a:lnTo>
                  <a:pt x="1467717" y="261921"/>
                </a:lnTo>
                <a:close/>
              </a:path>
            </a:pathLst>
          </a:custGeom>
          <a:solidFill xmlns:a="http://schemas.openxmlformats.org/drawingml/2006/main">
            <a:srgbClr val="22863A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EC4E9C-5E1B-4EF4-A686-F3451F9BEE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49613" y="3302225"/>
            <a:ext cx="1604371" cy="883545"/>
          </a:xfrm>
          <a:custGeom xmlns:a="http://schemas.openxmlformats.org/drawingml/2006/main">
            <a:pathLst>
              <a:path w="1604371" h="883545">
                <a:moveTo>
                  <a:pt x="1536620" y="110303"/>
                </a:moveTo>
                <a:close/>
                <a:moveTo>
                  <a:pt x="1604371" y="135770"/>
                </a:moveTo>
                <a:cubicBezTo>
                  <a:pt x="1599673" y="136090"/>
                  <a:pt x="1595349" y="135716"/>
                  <a:pt x="1591398" y="134649"/>
                </a:cubicBezTo>
                <a:cubicBezTo>
                  <a:pt x="1587447" y="133581"/>
                  <a:pt x="1584297" y="131659"/>
                  <a:pt x="1581948" y="128883"/>
                </a:cubicBezTo>
                <a:cubicBezTo>
                  <a:pt x="1579599" y="126106"/>
                  <a:pt x="1578424" y="122422"/>
                  <a:pt x="1578424" y="117831"/>
                </a:cubicBezTo>
                <a:lnTo>
                  <a:pt x="1578424" y="83395"/>
                </a:lnTo>
                <a:cubicBezTo>
                  <a:pt x="1578424" y="80191"/>
                  <a:pt x="1577090" y="77896"/>
                  <a:pt x="1574420" y="76507"/>
                </a:cubicBezTo>
                <a:cubicBezTo>
                  <a:pt x="1571857" y="75012"/>
                  <a:pt x="1569081" y="74318"/>
                  <a:pt x="1566091" y="74425"/>
                </a:cubicBezTo>
                <a:lnTo>
                  <a:pt x="1566091" y="61772"/>
                </a:lnTo>
                <a:cubicBezTo>
                  <a:pt x="1568867" y="61879"/>
                  <a:pt x="1571590" y="61238"/>
                  <a:pt x="1574260" y="59850"/>
                </a:cubicBezTo>
                <a:cubicBezTo>
                  <a:pt x="1577036" y="58355"/>
                  <a:pt x="1578424" y="55952"/>
                  <a:pt x="1578424" y="52642"/>
                </a:cubicBezTo>
                <a:lnTo>
                  <a:pt x="1578424" y="18366"/>
                </a:lnTo>
                <a:cubicBezTo>
                  <a:pt x="1578424" y="13668"/>
                  <a:pt x="1579599" y="9984"/>
                  <a:pt x="1581948" y="7314"/>
                </a:cubicBezTo>
                <a:cubicBezTo>
                  <a:pt x="1584404" y="4538"/>
                  <a:pt x="1587554" y="2616"/>
                  <a:pt x="1591398" y="1548"/>
                </a:cubicBezTo>
                <a:cubicBezTo>
                  <a:pt x="1595349" y="374"/>
                  <a:pt x="1599673" y="0"/>
                  <a:pt x="1604371" y="427"/>
                </a:cubicBezTo>
                <a:lnTo>
                  <a:pt x="1604371" y="8115"/>
                </a:lnTo>
                <a:cubicBezTo>
                  <a:pt x="1602877" y="8115"/>
                  <a:pt x="1601115" y="8329"/>
                  <a:pt x="1599086" y="8756"/>
                </a:cubicBezTo>
                <a:cubicBezTo>
                  <a:pt x="1597164" y="9183"/>
                  <a:pt x="1595455" y="10037"/>
                  <a:pt x="1593961" y="11319"/>
                </a:cubicBezTo>
                <a:cubicBezTo>
                  <a:pt x="1592573" y="12493"/>
                  <a:pt x="1591825" y="14255"/>
                  <a:pt x="1591718" y="16604"/>
                </a:cubicBezTo>
                <a:lnTo>
                  <a:pt x="1590597" y="50880"/>
                </a:lnTo>
                <a:cubicBezTo>
                  <a:pt x="1590383" y="56113"/>
                  <a:pt x="1589262" y="60170"/>
                  <a:pt x="1587234" y="63053"/>
                </a:cubicBezTo>
                <a:cubicBezTo>
                  <a:pt x="1585311" y="65936"/>
                  <a:pt x="1581681" y="67378"/>
                  <a:pt x="1576342" y="67378"/>
                </a:cubicBezTo>
                <a:lnTo>
                  <a:pt x="1576342" y="68819"/>
                </a:lnTo>
                <a:cubicBezTo>
                  <a:pt x="1581681" y="68819"/>
                  <a:pt x="1585311" y="70261"/>
                  <a:pt x="1587234" y="73144"/>
                </a:cubicBezTo>
                <a:cubicBezTo>
                  <a:pt x="1589262" y="76027"/>
                  <a:pt x="1590383" y="80085"/>
                  <a:pt x="1590597" y="85317"/>
                </a:cubicBezTo>
                <a:lnTo>
                  <a:pt x="1591718" y="119433"/>
                </a:lnTo>
                <a:cubicBezTo>
                  <a:pt x="1591825" y="121782"/>
                  <a:pt x="1592573" y="123597"/>
                  <a:pt x="1593961" y="124878"/>
                </a:cubicBezTo>
                <a:cubicBezTo>
                  <a:pt x="1595455" y="126160"/>
                  <a:pt x="1597164" y="127014"/>
                  <a:pt x="1599086" y="127441"/>
                </a:cubicBezTo>
                <a:cubicBezTo>
                  <a:pt x="1601115" y="127868"/>
                  <a:pt x="1602877" y="128082"/>
                  <a:pt x="1604371" y="128082"/>
                </a:cubicBezTo>
                <a:lnTo>
                  <a:pt x="1604371" y="135770"/>
                </a:lnTo>
                <a:close/>
                <a:moveTo>
                  <a:pt x="0" y="857758"/>
                </a:moveTo>
                <a:close/>
                <a:moveTo>
                  <a:pt x="28510" y="747882"/>
                </a:moveTo>
                <a:cubicBezTo>
                  <a:pt x="33208" y="747455"/>
                  <a:pt x="37480" y="747829"/>
                  <a:pt x="41324" y="749003"/>
                </a:cubicBezTo>
                <a:cubicBezTo>
                  <a:pt x="45274" y="750071"/>
                  <a:pt x="48424" y="751993"/>
                  <a:pt x="50774" y="754769"/>
                </a:cubicBezTo>
                <a:cubicBezTo>
                  <a:pt x="53229" y="757439"/>
                  <a:pt x="54457" y="761123"/>
                  <a:pt x="54457" y="765821"/>
                </a:cubicBezTo>
                <a:lnTo>
                  <a:pt x="54457" y="800257"/>
                </a:lnTo>
                <a:cubicBezTo>
                  <a:pt x="54457" y="803461"/>
                  <a:pt x="55739" y="805810"/>
                  <a:pt x="58301" y="807305"/>
                </a:cubicBezTo>
                <a:cubicBezTo>
                  <a:pt x="60971" y="808693"/>
                  <a:pt x="63801" y="809333"/>
                  <a:pt x="66790" y="809227"/>
                </a:cubicBezTo>
                <a:lnTo>
                  <a:pt x="66790" y="821880"/>
                </a:lnTo>
                <a:cubicBezTo>
                  <a:pt x="63907" y="821773"/>
                  <a:pt x="61131" y="822467"/>
                  <a:pt x="58462" y="823962"/>
                </a:cubicBezTo>
                <a:cubicBezTo>
                  <a:pt x="55792" y="825350"/>
                  <a:pt x="54457" y="827699"/>
                  <a:pt x="54457" y="831010"/>
                </a:cubicBezTo>
                <a:lnTo>
                  <a:pt x="54457" y="865286"/>
                </a:lnTo>
                <a:cubicBezTo>
                  <a:pt x="54457" y="869877"/>
                  <a:pt x="53229" y="873561"/>
                  <a:pt x="50774" y="876337"/>
                </a:cubicBezTo>
                <a:cubicBezTo>
                  <a:pt x="48424" y="879114"/>
                  <a:pt x="45274" y="881036"/>
                  <a:pt x="41324" y="882103"/>
                </a:cubicBezTo>
                <a:cubicBezTo>
                  <a:pt x="37480" y="883171"/>
                  <a:pt x="33208" y="883545"/>
                  <a:pt x="28510" y="883225"/>
                </a:cubicBezTo>
                <a:lnTo>
                  <a:pt x="28510" y="875537"/>
                </a:lnTo>
                <a:cubicBezTo>
                  <a:pt x="30005" y="875537"/>
                  <a:pt x="31713" y="875323"/>
                  <a:pt x="33635" y="874896"/>
                </a:cubicBezTo>
                <a:cubicBezTo>
                  <a:pt x="35557" y="874469"/>
                  <a:pt x="37213" y="873615"/>
                  <a:pt x="38601" y="872333"/>
                </a:cubicBezTo>
                <a:cubicBezTo>
                  <a:pt x="40096" y="871159"/>
                  <a:pt x="40896" y="869397"/>
                  <a:pt x="41003" y="867048"/>
                </a:cubicBezTo>
                <a:lnTo>
                  <a:pt x="42285" y="832771"/>
                </a:lnTo>
                <a:cubicBezTo>
                  <a:pt x="42498" y="827539"/>
                  <a:pt x="43566" y="823482"/>
                  <a:pt x="45488" y="820599"/>
                </a:cubicBezTo>
                <a:cubicBezTo>
                  <a:pt x="47517" y="817716"/>
                  <a:pt x="51201" y="816274"/>
                  <a:pt x="56540" y="816274"/>
                </a:cubicBezTo>
                <a:lnTo>
                  <a:pt x="56540" y="814833"/>
                </a:lnTo>
                <a:cubicBezTo>
                  <a:pt x="51201" y="814833"/>
                  <a:pt x="47517" y="813391"/>
                  <a:pt x="45488" y="810508"/>
                </a:cubicBezTo>
                <a:cubicBezTo>
                  <a:pt x="43566" y="807625"/>
                  <a:pt x="42498" y="803567"/>
                  <a:pt x="42285" y="798335"/>
                </a:cubicBezTo>
                <a:lnTo>
                  <a:pt x="41003" y="764059"/>
                </a:lnTo>
                <a:cubicBezTo>
                  <a:pt x="40896" y="761710"/>
                  <a:pt x="40096" y="759948"/>
                  <a:pt x="38601" y="758773"/>
                </a:cubicBezTo>
                <a:cubicBezTo>
                  <a:pt x="37213" y="757492"/>
                  <a:pt x="35557" y="756638"/>
                  <a:pt x="33635" y="756211"/>
                </a:cubicBezTo>
                <a:cubicBezTo>
                  <a:pt x="31713" y="755784"/>
                  <a:pt x="30005" y="755570"/>
                  <a:pt x="28510" y="755570"/>
                </a:cubicBezTo>
                <a:lnTo>
                  <a:pt x="28510" y="747882"/>
                </a:lnTo>
                <a:close/>
              </a:path>
            </a:pathLst>
          </a:custGeom>
          <a:solidFill xmlns:a="http://schemas.openxmlformats.org/drawingml/2006/main">
            <a:srgbClr val="24292E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0FA5E5-C0E5-4623-A525-31D6E30EC5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53574" y="3579673"/>
            <a:ext cx="3043992" cy="360949"/>
          </a:xfrm>
          <a:custGeom xmlns:a="http://schemas.openxmlformats.org/drawingml/2006/main">
            <a:pathLst>
              <a:path w="3043992" h="360949">
                <a:moveTo>
                  <a:pt x="29151" y="244827"/>
                </a:moveTo>
                <a:lnTo>
                  <a:pt x="32835" y="265809"/>
                </a:lnTo>
                <a:lnTo>
                  <a:pt x="39241" y="265809"/>
                </a:lnTo>
                <a:lnTo>
                  <a:pt x="42925" y="244827"/>
                </a:lnTo>
                <a:lnTo>
                  <a:pt x="42925" y="221282"/>
                </a:lnTo>
                <a:lnTo>
                  <a:pt x="29151" y="221282"/>
                </a:lnTo>
                <a:lnTo>
                  <a:pt x="29151" y="244827"/>
                </a:lnTo>
                <a:close/>
                <a:moveTo>
                  <a:pt x="53016" y="244827"/>
                </a:moveTo>
                <a:lnTo>
                  <a:pt x="56700" y="265809"/>
                </a:lnTo>
                <a:lnTo>
                  <a:pt x="63107" y="265809"/>
                </a:lnTo>
                <a:lnTo>
                  <a:pt x="66790" y="244827"/>
                </a:lnTo>
                <a:lnTo>
                  <a:pt x="66790" y="221282"/>
                </a:lnTo>
                <a:lnTo>
                  <a:pt x="53016" y="221282"/>
                </a:lnTo>
                <a:lnTo>
                  <a:pt x="53016" y="244827"/>
                </a:lnTo>
                <a:close/>
                <a:moveTo>
                  <a:pt x="233401" y="318825"/>
                </a:moveTo>
                <a:lnTo>
                  <a:pt x="203930" y="318825"/>
                </a:lnTo>
                <a:lnTo>
                  <a:pt x="203930" y="331158"/>
                </a:lnTo>
                <a:lnTo>
                  <a:pt x="233401" y="331158"/>
                </a:lnTo>
                <a:lnTo>
                  <a:pt x="249258" y="331158"/>
                </a:lnTo>
                <a:lnTo>
                  <a:pt x="277127" y="331158"/>
                </a:lnTo>
                <a:lnTo>
                  <a:pt x="277127" y="318825"/>
                </a:lnTo>
                <a:lnTo>
                  <a:pt x="249258" y="318825"/>
                </a:lnTo>
                <a:lnTo>
                  <a:pt x="249258" y="215676"/>
                </a:lnTo>
                <a:lnTo>
                  <a:pt x="203930" y="215676"/>
                </a:lnTo>
                <a:lnTo>
                  <a:pt x="203930" y="228169"/>
                </a:lnTo>
                <a:lnTo>
                  <a:pt x="233401" y="228169"/>
                </a:lnTo>
                <a:lnTo>
                  <a:pt x="233401" y="318825"/>
                </a:lnTo>
                <a:close/>
                <a:moveTo>
                  <a:pt x="990246" y="280909"/>
                </a:moveTo>
                <a:lnTo>
                  <a:pt x="990283" y="280374"/>
                </a:lnTo>
                <a:lnTo>
                  <a:pt x="990329" y="279844"/>
                </a:lnTo>
                <a:lnTo>
                  <a:pt x="990383" y="279319"/>
                </a:lnTo>
                <a:lnTo>
                  <a:pt x="990446" y="278801"/>
                </a:lnTo>
                <a:lnTo>
                  <a:pt x="990517" y="278287"/>
                </a:lnTo>
                <a:lnTo>
                  <a:pt x="990596" y="277780"/>
                </a:lnTo>
                <a:lnTo>
                  <a:pt x="990684" y="277277"/>
                </a:lnTo>
                <a:lnTo>
                  <a:pt x="990780" y="276781"/>
                </a:lnTo>
                <a:lnTo>
                  <a:pt x="990884" y="276290"/>
                </a:lnTo>
                <a:lnTo>
                  <a:pt x="990997" y="275804"/>
                </a:lnTo>
                <a:lnTo>
                  <a:pt x="991118" y="275324"/>
                </a:lnTo>
                <a:lnTo>
                  <a:pt x="991247" y="274850"/>
                </a:lnTo>
                <a:lnTo>
                  <a:pt x="991384" y="274381"/>
                </a:lnTo>
                <a:lnTo>
                  <a:pt x="991530" y="273918"/>
                </a:lnTo>
                <a:lnTo>
                  <a:pt x="991685" y="273460"/>
                </a:lnTo>
                <a:lnTo>
                  <a:pt x="991847" y="273008"/>
                </a:lnTo>
                <a:lnTo>
                  <a:pt x="992018" y="272561"/>
                </a:lnTo>
                <a:lnTo>
                  <a:pt x="992198" y="272120"/>
                </a:lnTo>
                <a:lnTo>
                  <a:pt x="992385" y="271685"/>
                </a:lnTo>
                <a:lnTo>
                  <a:pt x="992581" y="271255"/>
                </a:lnTo>
                <a:lnTo>
                  <a:pt x="992785" y="270819"/>
                </a:lnTo>
                <a:lnTo>
                  <a:pt x="992995" y="270391"/>
                </a:lnTo>
                <a:lnTo>
                  <a:pt x="993212" y="269971"/>
                </a:lnTo>
                <a:lnTo>
                  <a:pt x="993436" y="269560"/>
                </a:lnTo>
                <a:lnTo>
                  <a:pt x="993666" y="269157"/>
                </a:lnTo>
                <a:lnTo>
                  <a:pt x="993903" y="268762"/>
                </a:lnTo>
                <a:lnTo>
                  <a:pt x="994147" y="268376"/>
                </a:lnTo>
                <a:lnTo>
                  <a:pt x="994397" y="267998"/>
                </a:lnTo>
                <a:lnTo>
                  <a:pt x="994654" y="267629"/>
                </a:lnTo>
                <a:lnTo>
                  <a:pt x="994917" y="267267"/>
                </a:lnTo>
                <a:lnTo>
                  <a:pt x="995188" y="266914"/>
                </a:lnTo>
                <a:lnTo>
                  <a:pt x="995465" y="266570"/>
                </a:lnTo>
                <a:lnTo>
                  <a:pt x="995748" y="266234"/>
                </a:lnTo>
                <a:lnTo>
                  <a:pt x="996039" y="265906"/>
                </a:lnTo>
                <a:lnTo>
                  <a:pt x="996336" y="265586"/>
                </a:lnTo>
                <a:lnTo>
                  <a:pt x="996639" y="265275"/>
                </a:lnTo>
                <a:lnTo>
                  <a:pt x="996949" y="264972"/>
                </a:lnTo>
                <a:lnTo>
                  <a:pt x="997266" y="264678"/>
                </a:lnTo>
                <a:lnTo>
                  <a:pt x="997590" y="264392"/>
                </a:lnTo>
                <a:lnTo>
                  <a:pt x="997920" y="264114"/>
                </a:lnTo>
                <a:lnTo>
                  <a:pt x="998257" y="263845"/>
                </a:lnTo>
                <a:lnTo>
                  <a:pt x="998601" y="263583"/>
                </a:lnTo>
                <a:lnTo>
                  <a:pt x="998952" y="263331"/>
                </a:lnTo>
                <a:lnTo>
                  <a:pt x="999309" y="263086"/>
                </a:lnTo>
                <a:lnTo>
                  <a:pt x="999672" y="262838"/>
                </a:lnTo>
                <a:lnTo>
                  <a:pt x="1000040" y="262600"/>
                </a:lnTo>
                <a:lnTo>
                  <a:pt x="1000415" y="262373"/>
                </a:lnTo>
                <a:lnTo>
                  <a:pt x="1000795" y="262156"/>
                </a:lnTo>
                <a:lnTo>
                  <a:pt x="1001180" y="261950"/>
                </a:lnTo>
                <a:lnTo>
                  <a:pt x="1001571" y="261755"/>
                </a:lnTo>
                <a:lnTo>
                  <a:pt x="1001967" y="261570"/>
                </a:lnTo>
                <a:lnTo>
                  <a:pt x="1002370" y="261396"/>
                </a:lnTo>
                <a:lnTo>
                  <a:pt x="1002777" y="261232"/>
                </a:lnTo>
                <a:lnTo>
                  <a:pt x="1003190" y="261079"/>
                </a:lnTo>
                <a:lnTo>
                  <a:pt x="1003609" y="260936"/>
                </a:lnTo>
                <a:lnTo>
                  <a:pt x="1004034" y="260804"/>
                </a:lnTo>
                <a:lnTo>
                  <a:pt x="1004463" y="260682"/>
                </a:lnTo>
                <a:lnTo>
                  <a:pt x="1004899" y="260571"/>
                </a:lnTo>
                <a:lnTo>
                  <a:pt x="1005340" y="260471"/>
                </a:lnTo>
                <a:lnTo>
                  <a:pt x="1005787" y="260381"/>
                </a:lnTo>
                <a:lnTo>
                  <a:pt x="1006239" y="260302"/>
                </a:lnTo>
                <a:lnTo>
                  <a:pt x="1006696" y="260233"/>
                </a:lnTo>
                <a:lnTo>
                  <a:pt x="1007160" y="260175"/>
                </a:lnTo>
                <a:lnTo>
                  <a:pt x="1007628" y="260128"/>
                </a:lnTo>
                <a:lnTo>
                  <a:pt x="1008103" y="260091"/>
                </a:lnTo>
                <a:lnTo>
                  <a:pt x="1008583" y="260064"/>
                </a:lnTo>
                <a:lnTo>
                  <a:pt x="1009068" y="260048"/>
                </a:lnTo>
                <a:lnTo>
                  <a:pt x="1009559" y="260043"/>
                </a:lnTo>
                <a:lnTo>
                  <a:pt x="1010260" y="260052"/>
                </a:lnTo>
                <a:lnTo>
                  <a:pt x="1010948" y="260080"/>
                </a:lnTo>
                <a:lnTo>
                  <a:pt x="1011622" y="260126"/>
                </a:lnTo>
                <a:lnTo>
                  <a:pt x="1012282" y="260190"/>
                </a:lnTo>
                <a:lnTo>
                  <a:pt x="1012930" y="260272"/>
                </a:lnTo>
                <a:lnTo>
                  <a:pt x="1013564" y="260373"/>
                </a:lnTo>
                <a:lnTo>
                  <a:pt x="1014184" y="260493"/>
                </a:lnTo>
                <a:lnTo>
                  <a:pt x="1014792" y="260630"/>
                </a:lnTo>
                <a:lnTo>
                  <a:pt x="1015386" y="260786"/>
                </a:lnTo>
                <a:lnTo>
                  <a:pt x="1015966" y="260961"/>
                </a:lnTo>
                <a:lnTo>
                  <a:pt x="1016533" y="261153"/>
                </a:lnTo>
                <a:lnTo>
                  <a:pt x="1017087" y="261364"/>
                </a:lnTo>
                <a:lnTo>
                  <a:pt x="1017628" y="261594"/>
                </a:lnTo>
                <a:lnTo>
                  <a:pt x="1018155" y="261842"/>
                </a:lnTo>
                <a:lnTo>
                  <a:pt x="1018669" y="262108"/>
                </a:lnTo>
                <a:lnTo>
                  <a:pt x="1019170" y="262392"/>
                </a:lnTo>
                <a:lnTo>
                  <a:pt x="1019657" y="262695"/>
                </a:lnTo>
                <a:lnTo>
                  <a:pt x="1020131" y="263016"/>
                </a:lnTo>
                <a:lnTo>
                  <a:pt x="1020591" y="263356"/>
                </a:lnTo>
                <a:lnTo>
                  <a:pt x="1021038" y="263714"/>
                </a:lnTo>
                <a:lnTo>
                  <a:pt x="1021472" y="264090"/>
                </a:lnTo>
                <a:lnTo>
                  <a:pt x="1021892" y="264484"/>
                </a:lnTo>
                <a:lnTo>
                  <a:pt x="1022299" y="264897"/>
                </a:lnTo>
                <a:lnTo>
                  <a:pt x="1022693" y="265329"/>
                </a:lnTo>
                <a:lnTo>
                  <a:pt x="1023085" y="265780"/>
                </a:lnTo>
                <a:lnTo>
                  <a:pt x="1023461" y="266253"/>
                </a:lnTo>
                <a:lnTo>
                  <a:pt x="1023819" y="266748"/>
                </a:lnTo>
                <a:lnTo>
                  <a:pt x="1024161" y="267264"/>
                </a:lnTo>
                <a:lnTo>
                  <a:pt x="1024487" y="267802"/>
                </a:lnTo>
                <a:lnTo>
                  <a:pt x="1024795" y="268362"/>
                </a:lnTo>
                <a:lnTo>
                  <a:pt x="1025087" y="268943"/>
                </a:lnTo>
                <a:lnTo>
                  <a:pt x="1025363" y="269546"/>
                </a:lnTo>
                <a:lnTo>
                  <a:pt x="1025621" y="270171"/>
                </a:lnTo>
                <a:lnTo>
                  <a:pt x="1025863" y="270818"/>
                </a:lnTo>
                <a:lnTo>
                  <a:pt x="1026089" y="271486"/>
                </a:lnTo>
                <a:lnTo>
                  <a:pt x="1026297" y="272176"/>
                </a:lnTo>
                <a:lnTo>
                  <a:pt x="1026489" y="272887"/>
                </a:lnTo>
                <a:lnTo>
                  <a:pt x="1026664" y="273621"/>
                </a:lnTo>
                <a:lnTo>
                  <a:pt x="1026823" y="274376"/>
                </a:lnTo>
                <a:lnTo>
                  <a:pt x="1026965" y="275152"/>
                </a:lnTo>
                <a:lnTo>
                  <a:pt x="1027090" y="275951"/>
                </a:lnTo>
                <a:lnTo>
                  <a:pt x="1027198" y="276771"/>
                </a:lnTo>
                <a:lnTo>
                  <a:pt x="1027290" y="277612"/>
                </a:lnTo>
                <a:lnTo>
                  <a:pt x="1027365" y="278476"/>
                </a:lnTo>
                <a:lnTo>
                  <a:pt x="1027423" y="279361"/>
                </a:lnTo>
                <a:lnTo>
                  <a:pt x="1027465" y="280268"/>
                </a:lnTo>
                <a:lnTo>
                  <a:pt x="1027490" y="281196"/>
                </a:lnTo>
                <a:lnTo>
                  <a:pt x="1027498" y="282146"/>
                </a:lnTo>
                <a:lnTo>
                  <a:pt x="1027498" y="331158"/>
                </a:lnTo>
                <a:lnTo>
                  <a:pt x="1043515" y="331158"/>
                </a:lnTo>
                <a:lnTo>
                  <a:pt x="1043515" y="277501"/>
                </a:lnTo>
                <a:lnTo>
                  <a:pt x="1043501" y="276286"/>
                </a:lnTo>
                <a:lnTo>
                  <a:pt x="1043460" y="275096"/>
                </a:lnTo>
                <a:lnTo>
                  <a:pt x="1043390" y="273930"/>
                </a:lnTo>
                <a:lnTo>
                  <a:pt x="1043293" y="272790"/>
                </a:lnTo>
                <a:lnTo>
                  <a:pt x="1043168" y="271675"/>
                </a:lnTo>
                <a:lnTo>
                  <a:pt x="1043015" y="270584"/>
                </a:lnTo>
                <a:lnTo>
                  <a:pt x="1042834" y="269519"/>
                </a:lnTo>
                <a:lnTo>
                  <a:pt x="1042625" y="268479"/>
                </a:lnTo>
                <a:lnTo>
                  <a:pt x="1042389" y="267463"/>
                </a:lnTo>
                <a:lnTo>
                  <a:pt x="1042125" y="266473"/>
                </a:lnTo>
                <a:lnTo>
                  <a:pt x="1041833" y="265508"/>
                </a:lnTo>
                <a:lnTo>
                  <a:pt x="1041513" y="264568"/>
                </a:lnTo>
                <a:lnTo>
                  <a:pt x="1041165" y="263653"/>
                </a:lnTo>
                <a:lnTo>
                  <a:pt x="1040790" y="262763"/>
                </a:lnTo>
                <a:lnTo>
                  <a:pt x="1040387" y="261898"/>
                </a:lnTo>
                <a:lnTo>
                  <a:pt x="1039956" y="261057"/>
                </a:lnTo>
                <a:lnTo>
                  <a:pt x="1039497" y="260242"/>
                </a:lnTo>
                <a:lnTo>
                  <a:pt x="1039010" y="259452"/>
                </a:lnTo>
                <a:lnTo>
                  <a:pt x="1038496" y="258687"/>
                </a:lnTo>
                <a:lnTo>
                  <a:pt x="1037954" y="257948"/>
                </a:lnTo>
                <a:lnTo>
                  <a:pt x="1037384" y="257233"/>
                </a:lnTo>
                <a:lnTo>
                  <a:pt x="1036786" y="256543"/>
                </a:lnTo>
                <a:lnTo>
                  <a:pt x="1036160" y="255878"/>
                </a:lnTo>
                <a:lnTo>
                  <a:pt x="1035507" y="255238"/>
                </a:lnTo>
                <a:lnTo>
                  <a:pt x="1034830" y="254624"/>
                </a:lnTo>
                <a:lnTo>
                  <a:pt x="1034134" y="254036"/>
                </a:lnTo>
                <a:lnTo>
                  <a:pt x="1033420" y="253474"/>
                </a:lnTo>
                <a:lnTo>
                  <a:pt x="1032686" y="252938"/>
                </a:lnTo>
                <a:lnTo>
                  <a:pt x="1031934" y="252428"/>
                </a:lnTo>
                <a:lnTo>
                  <a:pt x="1031162" y="251945"/>
                </a:lnTo>
                <a:lnTo>
                  <a:pt x="1030372" y="251487"/>
                </a:lnTo>
                <a:lnTo>
                  <a:pt x="1029563" y="251056"/>
                </a:lnTo>
                <a:lnTo>
                  <a:pt x="1028735" y="250651"/>
                </a:lnTo>
                <a:lnTo>
                  <a:pt x="1027888" y="250272"/>
                </a:lnTo>
                <a:lnTo>
                  <a:pt x="1027022" y="249919"/>
                </a:lnTo>
                <a:lnTo>
                  <a:pt x="1026137" y="249592"/>
                </a:lnTo>
                <a:lnTo>
                  <a:pt x="1025233" y="249291"/>
                </a:lnTo>
                <a:lnTo>
                  <a:pt x="1024311" y="249017"/>
                </a:lnTo>
                <a:lnTo>
                  <a:pt x="1023369" y="248769"/>
                </a:lnTo>
                <a:lnTo>
                  <a:pt x="1022409" y="248546"/>
                </a:lnTo>
                <a:lnTo>
                  <a:pt x="1021429" y="248350"/>
                </a:lnTo>
                <a:lnTo>
                  <a:pt x="1020431" y="248181"/>
                </a:lnTo>
                <a:lnTo>
                  <a:pt x="1019414" y="248037"/>
                </a:lnTo>
                <a:lnTo>
                  <a:pt x="1018378" y="247919"/>
                </a:lnTo>
                <a:lnTo>
                  <a:pt x="1017323" y="247828"/>
                </a:lnTo>
                <a:lnTo>
                  <a:pt x="1016249" y="247762"/>
                </a:lnTo>
                <a:lnTo>
                  <a:pt x="1015156" y="247723"/>
                </a:lnTo>
                <a:lnTo>
                  <a:pt x="1014044" y="247710"/>
                </a:lnTo>
                <a:lnTo>
                  <a:pt x="1013366" y="247716"/>
                </a:lnTo>
                <a:lnTo>
                  <a:pt x="1012693" y="247732"/>
                </a:lnTo>
                <a:lnTo>
                  <a:pt x="1012024" y="247760"/>
                </a:lnTo>
                <a:lnTo>
                  <a:pt x="1011361" y="247799"/>
                </a:lnTo>
                <a:lnTo>
                  <a:pt x="1010703" y="247849"/>
                </a:lnTo>
                <a:lnTo>
                  <a:pt x="1010050" y="247910"/>
                </a:lnTo>
                <a:lnTo>
                  <a:pt x="1009402" y="247983"/>
                </a:lnTo>
                <a:lnTo>
                  <a:pt x="1008759" y="248066"/>
                </a:lnTo>
                <a:lnTo>
                  <a:pt x="1008120" y="248161"/>
                </a:lnTo>
                <a:lnTo>
                  <a:pt x="1007487" y="248266"/>
                </a:lnTo>
                <a:lnTo>
                  <a:pt x="1006859" y="248383"/>
                </a:lnTo>
                <a:lnTo>
                  <a:pt x="1006236" y="248511"/>
                </a:lnTo>
                <a:lnTo>
                  <a:pt x="1005618" y="248650"/>
                </a:lnTo>
                <a:lnTo>
                  <a:pt x="1005005" y="248800"/>
                </a:lnTo>
                <a:lnTo>
                  <a:pt x="1004396" y="248961"/>
                </a:lnTo>
                <a:lnTo>
                  <a:pt x="1003793" y="249134"/>
                </a:lnTo>
                <a:lnTo>
                  <a:pt x="1003195" y="249317"/>
                </a:lnTo>
                <a:lnTo>
                  <a:pt x="1002602" y="249512"/>
                </a:lnTo>
                <a:lnTo>
                  <a:pt x="1002014" y="249718"/>
                </a:lnTo>
                <a:lnTo>
                  <a:pt x="1001431" y="249935"/>
                </a:lnTo>
                <a:lnTo>
                  <a:pt x="1000853" y="250163"/>
                </a:lnTo>
                <a:lnTo>
                  <a:pt x="1000280" y="250402"/>
                </a:lnTo>
                <a:lnTo>
                  <a:pt x="999712" y="250652"/>
                </a:lnTo>
                <a:lnTo>
                  <a:pt x="999149" y="250913"/>
                </a:lnTo>
                <a:lnTo>
                  <a:pt x="998593" y="251187"/>
                </a:lnTo>
                <a:lnTo>
                  <a:pt x="998048" y="251473"/>
                </a:lnTo>
                <a:lnTo>
                  <a:pt x="997514" y="251772"/>
                </a:lnTo>
                <a:lnTo>
                  <a:pt x="996991" y="252084"/>
                </a:lnTo>
                <a:lnTo>
                  <a:pt x="996478" y="252408"/>
                </a:lnTo>
                <a:lnTo>
                  <a:pt x="995975" y="252745"/>
                </a:lnTo>
                <a:lnTo>
                  <a:pt x="995483" y="253095"/>
                </a:lnTo>
                <a:lnTo>
                  <a:pt x="995002" y="253458"/>
                </a:lnTo>
                <a:lnTo>
                  <a:pt x="994531" y="253834"/>
                </a:lnTo>
                <a:lnTo>
                  <a:pt x="994071" y="254222"/>
                </a:lnTo>
                <a:lnTo>
                  <a:pt x="993621" y="254624"/>
                </a:lnTo>
                <a:lnTo>
                  <a:pt x="993182" y="255038"/>
                </a:lnTo>
                <a:lnTo>
                  <a:pt x="992754" y="255465"/>
                </a:lnTo>
                <a:lnTo>
                  <a:pt x="992336" y="255904"/>
                </a:lnTo>
                <a:lnTo>
                  <a:pt x="991928" y="256357"/>
                </a:lnTo>
                <a:lnTo>
                  <a:pt x="991532" y="256822"/>
                </a:lnTo>
                <a:lnTo>
                  <a:pt x="991145" y="257300"/>
                </a:lnTo>
                <a:lnTo>
                  <a:pt x="990770" y="257791"/>
                </a:lnTo>
                <a:lnTo>
                  <a:pt x="990405" y="258294"/>
                </a:lnTo>
                <a:lnTo>
                  <a:pt x="990050" y="258811"/>
                </a:lnTo>
                <a:lnTo>
                  <a:pt x="989706" y="259340"/>
                </a:lnTo>
                <a:lnTo>
                  <a:pt x="989373" y="259882"/>
                </a:lnTo>
                <a:lnTo>
                  <a:pt x="989050" y="260437"/>
                </a:lnTo>
                <a:lnTo>
                  <a:pt x="988738" y="261004"/>
                </a:lnTo>
                <a:lnTo>
                  <a:pt x="987136" y="249312"/>
                </a:lnTo>
                <a:lnTo>
                  <a:pt x="974162" y="249312"/>
                </a:lnTo>
                <a:lnTo>
                  <a:pt x="974162" y="331158"/>
                </a:lnTo>
                <a:lnTo>
                  <a:pt x="990179" y="331158"/>
                </a:lnTo>
                <a:lnTo>
                  <a:pt x="990179" y="283107"/>
                </a:lnTo>
                <a:lnTo>
                  <a:pt x="990183" y="282550"/>
                </a:lnTo>
                <a:lnTo>
                  <a:pt x="990196" y="281997"/>
                </a:lnTo>
                <a:lnTo>
                  <a:pt x="990217" y="281451"/>
                </a:lnTo>
                <a:lnTo>
                  <a:pt x="990246" y="280909"/>
                </a:lnTo>
                <a:close/>
                <a:moveTo>
                  <a:pt x="109375" y="271162"/>
                </a:moveTo>
                <a:lnTo>
                  <a:pt x="109391" y="271250"/>
                </a:lnTo>
                <a:lnTo>
                  <a:pt x="109406" y="271345"/>
                </a:lnTo>
                <a:lnTo>
                  <a:pt x="109423" y="271445"/>
                </a:lnTo>
                <a:lnTo>
                  <a:pt x="109440" y="271552"/>
                </a:lnTo>
                <a:lnTo>
                  <a:pt x="109457" y="271664"/>
                </a:lnTo>
                <a:lnTo>
                  <a:pt x="109475" y="271783"/>
                </a:lnTo>
                <a:lnTo>
                  <a:pt x="109494" y="271908"/>
                </a:lnTo>
                <a:lnTo>
                  <a:pt x="109513" y="272039"/>
                </a:lnTo>
                <a:lnTo>
                  <a:pt x="109533" y="272176"/>
                </a:lnTo>
                <a:lnTo>
                  <a:pt x="109553" y="272319"/>
                </a:lnTo>
                <a:lnTo>
                  <a:pt x="109574" y="272468"/>
                </a:lnTo>
                <a:lnTo>
                  <a:pt x="109596" y="272624"/>
                </a:lnTo>
                <a:lnTo>
                  <a:pt x="109618" y="272785"/>
                </a:lnTo>
                <a:lnTo>
                  <a:pt x="109640" y="272953"/>
                </a:lnTo>
                <a:lnTo>
                  <a:pt x="109663" y="273127"/>
                </a:lnTo>
                <a:lnTo>
                  <a:pt x="109687" y="273307"/>
                </a:lnTo>
                <a:lnTo>
                  <a:pt x="109711" y="273493"/>
                </a:lnTo>
                <a:lnTo>
                  <a:pt x="109736" y="273685"/>
                </a:lnTo>
                <a:lnTo>
                  <a:pt x="109761" y="273883"/>
                </a:lnTo>
                <a:lnTo>
                  <a:pt x="109787" y="274088"/>
                </a:lnTo>
                <a:lnTo>
                  <a:pt x="109813" y="274298"/>
                </a:lnTo>
                <a:lnTo>
                  <a:pt x="124549" y="274298"/>
                </a:lnTo>
                <a:lnTo>
                  <a:pt x="124549" y="272376"/>
                </a:lnTo>
                <a:lnTo>
                  <a:pt x="124557" y="271847"/>
                </a:lnTo>
                <a:lnTo>
                  <a:pt x="124581" y="271328"/>
                </a:lnTo>
                <a:lnTo>
                  <a:pt x="124621" y="270819"/>
                </a:lnTo>
                <a:lnTo>
                  <a:pt x="124678" y="270321"/>
                </a:lnTo>
                <a:lnTo>
                  <a:pt x="124750" y="269832"/>
                </a:lnTo>
                <a:lnTo>
                  <a:pt x="124839" y="269353"/>
                </a:lnTo>
                <a:lnTo>
                  <a:pt x="124944" y="268884"/>
                </a:lnTo>
                <a:lnTo>
                  <a:pt x="125065" y="268425"/>
                </a:lnTo>
                <a:lnTo>
                  <a:pt x="125202" y="267976"/>
                </a:lnTo>
                <a:lnTo>
                  <a:pt x="125355" y="267538"/>
                </a:lnTo>
                <a:lnTo>
                  <a:pt x="125525" y="267109"/>
                </a:lnTo>
                <a:lnTo>
                  <a:pt x="125710" y="266690"/>
                </a:lnTo>
                <a:lnTo>
                  <a:pt x="125912" y="266281"/>
                </a:lnTo>
                <a:lnTo>
                  <a:pt x="126129" y="265883"/>
                </a:lnTo>
                <a:lnTo>
                  <a:pt x="126363" y="265494"/>
                </a:lnTo>
                <a:lnTo>
                  <a:pt x="126613" y="265115"/>
                </a:lnTo>
                <a:lnTo>
                  <a:pt x="126879" y="264746"/>
                </a:lnTo>
                <a:lnTo>
                  <a:pt x="127162" y="264388"/>
                </a:lnTo>
                <a:lnTo>
                  <a:pt x="127460" y="264039"/>
                </a:lnTo>
                <a:lnTo>
                  <a:pt x="127774" y="263700"/>
                </a:lnTo>
                <a:lnTo>
                  <a:pt x="128105" y="263372"/>
                </a:lnTo>
                <a:lnTo>
                  <a:pt x="128452" y="263053"/>
                </a:lnTo>
                <a:lnTo>
                  <a:pt x="128815" y="262744"/>
                </a:lnTo>
                <a:lnTo>
                  <a:pt x="129194" y="262446"/>
                </a:lnTo>
                <a:lnTo>
                  <a:pt x="129587" y="262158"/>
                </a:lnTo>
                <a:lnTo>
                  <a:pt x="129995" y="261883"/>
                </a:lnTo>
                <a:lnTo>
                  <a:pt x="130415" y="261620"/>
                </a:lnTo>
                <a:lnTo>
                  <a:pt x="130849" y="261369"/>
                </a:lnTo>
                <a:lnTo>
                  <a:pt x="131296" y="261130"/>
                </a:lnTo>
                <a:lnTo>
                  <a:pt x="131756" y="260904"/>
                </a:lnTo>
                <a:lnTo>
                  <a:pt x="132230" y="260690"/>
                </a:lnTo>
                <a:lnTo>
                  <a:pt x="132717" y="260488"/>
                </a:lnTo>
                <a:lnTo>
                  <a:pt x="133218" y="260298"/>
                </a:lnTo>
                <a:lnTo>
                  <a:pt x="133732" y="260121"/>
                </a:lnTo>
                <a:lnTo>
                  <a:pt x="134259" y="259956"/>
                </a:lnTo>
                <a:lnTo>
                  <a:pt x="134800" y="259803"/>
                </a:lnTo>
                <a:lnTo>
                  <a:pt x="135354" y="259662"/>
                </a:lnTo>
                <a:lnTo>
                  <a:pt x="135921" y="259534"/>
                </a:lnTo>
                <a:lnTo>
                  <a:pt x="136501" y="259417"/>
                </a:lnTo>
                <a:lnTo>
                  <a:pt x="137095" y="259313"/>
                </a:lnTo>
                <a:lnTo>
                  <a:pt x="137703" y="259222"/>
                </a:lnTo>
                <a:lnTo>
                  <a:pt x="138323" y="259142"/>
                </a:lnTo>
                <a:lnTo>
                  <a:pt x="138957" y="259075"/>
                </a:lnTo>
                <a:lnTo>
                  <a:pt x="139605" y="259020"/>
                </a:lnTo>
                <a:lnTo>
                  <a:pt x="140265" y="258977"/>
                </a:lnTo>
                <a:lnTo>
                  <a:pt x="140939" y="258946"/>
                </a:lnTo>
                <a:lnTo>
                  <a:pt x="141627" y="258928"/>
                </a:lnTo>
                <a:lnTo>
                  <a:pt x="142328" y="258922"/>
                </a:lnTo>
                <a:lnTo>
                  <a:pt x="143092" y="258928"/>
                </a:lnTo>
                <a:lnTo>
                  <a:pt x="143838" y="258946"/>
                </a:lnTo>
                <a:lnTo>
                  <a:pt x="144565" y="258977"/>
                </a:lnTo>
                <a:lnTo>
                  <a:pt x="145273" y="259020"/>
                </a:lnTo>
                <a:lnTo>
                  <a:pt x="145962" y="259075"/>
                </a:lnTo>
                <a:lnTo>
                  <a:pt x="146632" y="259142"/>
                </a:lnTo>
                <a:lnTo>
                  <a:pt x="147283" y="259222"/>
                </a:lnTo>
                <a:lnTo>
                  <a:pt x="147916" y="259313"/>
                </a:lnTo>
                <a:lnTo>
                  <a:pt x="148529" y="259417"/>
                </a:lnTo>
                <a:lnTo>
                  <a:pt x="149124" y="259534"/>
                </a:lnTo>
                <a:lnTo>
                  <a:pt x="149699" y="259662"/>
                </a:lnTo>
                <a:lnTo>
                  <a:pt x="150256" y="259803"/>
                </a:lnTo>
                <a:lnTo>
                  <a:pt x="150794" y="259956"/>
                </a:lnTo>
                <a:lnTo>
                  <a:pt x="151313" y="260121"/>
                </a:lnTo>
                <a:lnTo>
                  <a:pt x="151813" y="260298"/>
                </a:lnTo>
                <a:lnTo>
                  <a:pt x="152294" y="260488"/>
                </a:lnTo>
                <a:lnTo>
                  <a:pt x="152756" y="260690"/>
                </a:lnTo>
                <a:lnTo>
                  <a:pt x="153199" y="260904"/>
                </a:lnTo>
                <a:lnTo>
                  <a:pt x="153623" y="261130"/>
                </a:lnTo>
                <a:lnTo>
                  <a:pt x="154029" y="261369"/>
                </a:lnTo>
                <a:lnTo>
                  <a:pt x="154415" y="261620"/>
                </a:lnTo>
                <a:lnTo>
                  <a:pt x="154783" y="261883"/>
                </a:lnTo>
                <a:lnTo>
                  <a:pt x="155132" y="262158"/>
                </a:lnTo>
                <a:lnTo>
                  <a:pt x="155461" y="262446"/>
                </a:lnTo>
                <a:lnTo>
                  <a:pt x="155788" y="262746"/>
                </a:lnTo>
                <a:lnTo>
                  <a:pt x="156101" y="263062"/>
                </a:lnTo>
                <a:lnTo>
                  <a:pt x="156400" y="263392"/>
                </a:lnTo>
                <a:lnTo>
                  <a:pt x="156685" y="263736"/>
                </a:lnTo>
                <a:lnTo>
                  <a:pt x="156956" y="264095"/>
                </a:lnTo>
                <a:lnTo>
                  <a:pt x="157213" y="264468"/>
                </a:lnTo>
                <a:lnTo>
                  <a:pt x="157457" y="264855"/>
                </a:lnTo>
                <a:lnTo>
                  <a:pt x="157686" y="265257"/>
                </a:lnTo>
                <a:lnTo>
                  <a:pt x="157901" y="265674"/>
                </a:lnTo>
                <a:lnTo>
                  <a:pt x="158103" y="266105"/>
                </a:lnTo>
                <a:lnTo>
                  <a:pt x="158291" y="266550"/>
                </a:lnTo>
                <a:lnTo>
                  <a:pt x="158465" y="267010"/>
                </a:lnTo>
                <a:lnTo>
                  <a:pt x="158624" y="267485"/>
                </a:lnTo>
                <a:lnTo>
                  <a:pt x="158770" y="267974"/>
                </a:lnTo>
                <a:lnTo>
                  <a:pt x="158903" y="268477"/>
                </a:lnTo>
                <a:lnTo>
                  <a:pt x="159021" y="268995"/>
                </a:lnTo>
                <a:lnTo>
                  <a:pt x="159125" y="269527"/>
                </a:lnTo>
                <a:lnTo>
                  <a:pt x="159215" y="270074"/>
                </a:lnTo>
                <a:lnTo>
                  <a:pt x="159292" y="270635"/>
                </a:lnTo>
                <a:lnTo>
                  <a:pt x="159354" y="271210"/>
                </a:lnTo>
                <a:lnTo>
                  <a:pt x="159403" y="271800"/>
                </a:lnTo>
                <a:lnTo>
                  <a:pt x="159438" y="272405"/>
                </a:lnTo>
                <a:lnTo>
                  <a:pt x="159459" y="273024"/>
                </a:lnTo>
                <a:lnTo>
                  <a:pt x="159466" y="273657"/>
                </a:lnTo>
                <a:lnTo>
                  <a:pt x="159466" y="282627"/>
                </a:lnTo>
                <a:lnTo>
                  <a:pt x="157890" y="282632"/>
                </a:lnTo>
                <a:lnTo>
                  <a:pt x="156340" y="282646"/>
                </a:lnTo>
                <a:lnTo>
                  <a:pt x="154816" y="282669"/>
                </a:lnTo>
                <a:lnTo>
                  <a:pt x="153317" y="282702"/>
                </a:lnTo>
                <a:lnTo>
                  <a:pt x="151844" y="282745"/>
                </a:lnTo>
                <a:lnTo>
                  <a:pt x="150396" y="282797"/>
                </a:lnTo>
                <a:lnTo>
                  <a:pt x="148974" y="282858"/>
                </a:lnTo>
                <a:lnTo>
                  <a:pt x="147578" y="282929"/>
                </a:lnTo>
                <a:lnTo>
                  <a:pt x="146207" y="283010"/>
                </a:lnTo>
                <a:lnTo>
                  <a:pt x="144861" y="283100"/>
                </a:lnTo>
                <a:lnTo>
                  <a:pt x="143542" y="283199"/>
                </a:lnTo>
                <a:lnTo>
                  <a:pt x="142247" y="283308"/>
                </a:lnTo>
                <a:lnTo>
                  <a:pt x="140979" y="283426"/>
                </a:lnTo>
                <a:lnTo>
                  <a:pt x="139736" y="283553"/>
                </a:lnTo>
                <a:lnTo>
                  <a:pt x="138519" y="283690"/>
                </a:lnTo>
                <a:lnTo>
                  <a:pt x="137327" y="283837"/>
                </a:lnTo>
                <a:lnTo>
                  <a:pt x="136161" y="283993"/>
                </a:lnTo>
                <a:lnTo>
                  <a:pt x="135020" y="284158"/>
                </a:lnTo>
                <a:lnTo>
                  <a:pt x="133905" y="284333"/>
                </a:lnTo>
                <a:lnTo>
                  <a:pt x="132815" y="284518"/>
                </a:lnTo>
                <a:lnTo>
                  <a:pt x="131751" y="284712"/>
                </a:lnTo>
                <a:lnTo>
                  <a:pt x="130713" y="284915"/>
                </a:lnTo>
                <a:lnTo>
                  <a:pt x="129700" y="285128"/>
                </a:lnTo>
                <a:lnTo>
                  <a:pt x="128713" y="285350"/>
                </a:lnTo>
                <a:lnTo>
                  <a:pt x="127763" y="285582"/>
                </a:lnTo>
                <a:lnTo>
                  <a:pt x="126835" y="285826"/>
                </a:lnTo>
                <a:lnTo>
                  <a:pt x="125928" y="286080"/>
                </a:lnTo>
                <a:lnTo>
                  <a:pt x="125043" y="286346"/>
                </a:lnTo>
                <a:lnTo>
                  <a:pt x="124179" y="286623"/>
                </a:lnTo>
                <a:lnTo>
                  <a:pt x="123338" y="286911"/>
                </a:lnTo>
                <a:lnTo>
                  <a:pt x="122518" y="287211"/>
                </a:lnTo>
                <a:lnTo>
                  <a:pt x="121719" y="287521"/>
                </a:lnTo>
                <a:lnTo>
                  <a:pt x="120943" y="287842"/>
                </a:lnTo>
                <a:lnTo>
                  <a:pt x="120188" y="288175"/>
                </a:lnTo>
                <a:lnTo>
                  <a:pt x="119454" y="288519"/>
                </a:lnTo>
                <a:lnTo>
                  <a:pt x="118743" y="288873"/>
                </a:lnTo>
                <a:lnTo>
                  <a:pt x="118053" y="289239"/>
                </a:lnTo>
                <a:lnTo>
                  <a:pt x="117385" y="289616"/>
                </a:lnTo>
                <a:lnTo>
                  <a:pt x="116738" y="290005"/>
                </a:lnTo>
                <a:lnTo>
                  <a:pt x="116113" y="290404"/>
                </a:lnTo>
                <a:lnTo>
                  <a:pt x="115510" y="290814"/>
                </a:lnTo>
                <a:lnTo>
                  <a:pt x="114929" y="291236"/>
                </a:lnTo>
                <a:lnTo>
                  <a:pt x="114369" y="291669"/>
                </a:lnTo>
                <a:lnTo>
                  <a:pt x="113831" y="292112"/>
                </a:lnTo>
                <a:lnTo>
                  <a:pt x="113314" y="292567"/>
                </a:lnTo>
                <a:lnTo>
                  <a:pt x="112820" y="293033"/>
                </a:lnTo>
                <a:lnTo>
                  <a:pt x="112347" y="293511"/>
                </a:lnTo>
                <a:lnTo>
                  <a:pt x="111895" y="293999"/>
                </a:lnTo>
                <a:lnTo>
                  <a:pt x="111477" y="294486"/>
                </a:lnTo>
                <a:lnTo>
                  <a:pt x="111077" y="294987"/>
                </a:lnTo>
                <a:lnTo>
                  <a:pt x="110694" y="295500"/>
                </a:lnTo>
                <a:lnTo>
                  <a:pt x="110329" y="296028"/>
                </a:lnTo>
                <a:lnTo>
                  <a:pt x="109982" y="296568"/>
                </a:lnTo>
                <a:lnTo>
                  <a:pt x="109653" y="297122"/>
                </a:lnTo>
                <a:lnTo>
                  <a:pt x="109342" y="297689"/>
                </a:lnTo>
                <a:lnTo>
                  <a:pt x="109048" y="298270"/>
                </a:lnTo>
                <a:lnTo>
                  <a:pt x="108772" y="298864"/>
                </a:lnTo>
                <a:lnTo>
                  <a:pt x="108514" y="299471"/>
                </a:lnTo>
                <a:lnTo>
                  <a:pt x="108274" y="300092"/>
                </a:lnTo>
                <a:lnTo>
                  <a:pt x="108051" y="300726"/>
                </a:lnTo>
                <a:lnTo>
                  <a:pt x="107847" y="301373"/>
                </a:lnTo>
                <a:lnTo>
                  <a:pt x="107660" y="302034"/>
                </a:lnTo>
                <a:lnTo>
                  <a:pt x="107491" y="302708"/>
                </a:lnTo>
                <a:lnTo>
                  <a:pt x="107340" y="303395"/>
                </a:lnTo>
                <a:lnTo>
                  <a:pt x="107206" y="304096"/>
                </a:lnTo>
                <a:lnTo>
                  <a:pt x="107090" y="304810"/>
                </a:lnTo>
                <a:lnTo>
                  <a:pt x="106993" y="305538"/>
                </a:lnTo>
                <a:lnTo>
                  <a:pt x="106912" y="306278"/>
                </a:lnTo>
                <a:lnTo>
                  <a:pt x="106850" y="307033"/>
                </a:lnTo>
                <a:lnTo>
                  <a:pt x="106806" y="307800"/>
                </a:lnTo>
                <a:lnTo>
                  <a:pt x="106779" y="308581"/>
                </a:lnTo>
                <a:lnTo>
                  <a:pt x="106770" y="309375"/>
                </a:lnTo>
                <a:lnTo>
                  <a:pt x="106782" y="310326"/>
                </a:lnTo>
                <a:lnTo>
                  <a:pt x="106817" y="311258"/>
                </a:lnTo>
                <a:lnTo>
                  <a:pt x="106875" y="312171"/>
                </a:lnTo>
                <a:lnTo>
                  <a:pt x="106957" y="313063"/>
                </a:lnTo>
                <a:lnTo>
                  <a:pt x="107062" y="313937"/>
                </a:lnTo>
                <a:lnTo>
                  <a:pt x="107191" y="314791"/>
                </a:lnTo>
                <a:lnTo>
                  <a:pt x="107342" y="315625"/>
                </a:lnTo>
                <a:lnTo>
                  <a:pt x="107518" y="316440"/>
                </a:lnTo>
                <a:lnTo>
                  <a:pt x="107716" y="317236"/>
                </a:lnTo>
                <a:lnTo>
                  <a:pt x="107938" y="318012"/>
                </a:lnTo>
                <a:lnTo>
                  <a:pt x="108183" y="318769"/>
                </a:lnTo>
                <a:lnTo>
                  <a:pt x="108452" y="319506"/>
                </a:lnTo>
                <a:lnTo>
                  <a:pt x="108744" y="320223"/>
                </a:lnTo>
                <a:lnTo>
                  <a:pt x="109059" y="320922"/>
                </a:lnTo>
                <a:lnTo>
                  <a:pt x="109398" y="321600"/>
                </a:lnTo>
                <a:lnTo>
                  <a:pt x="109760" y="322260"/>
                </a:lnTo>
                <a:lnTo>
                  <a:pt x="110145" y="322900"/>
                </a:lnTo>
                <a:lnTo>
                  <a:pt x="110554" y="323520"/>
                </a:lnTo>
                <a:lnTo>
                  <a:pt x="110986" y="324121"/>
                </a:lnTo>
                <a:lnTo>
                  <a:pt x="111442" y="324702"/>
                </a:lnTo>
                <a:lnTo>
                  <a:pt x="111921" y="325264"/>
                </a:lnTo>
                <a:lnTo>
                  <a:pt x="112423" y="325807"/>
                </a:lnTo>
                <a:lnTo>
                  <a:pt x="112948" y="326330"/>
                </a:lnTo>
                <a:lnTo>
                  <a:pt x="113497" y="326833"/>
                </a:lnTo>
                <a:lnTo>
                  <a:pt x="114081" y="327317"/>
                </a:lnTo>
                <a:lnTo>
                  <a:pt x="114685" y="327780"/>
                </a:lnTo>
                <a:lnTo>
                  <a:pt x="115309" y="328222"/>
                </a:lnTo>
                <a:lnTo>
                  <a:pt x="115953" y="328644"/>
                </a:lnTo>
                <a:lnTo>
                  <a:pt x="116617" y="329046"/>
                </a:lnTo>
                <a:lnTo>
                  <a:pt x="117301" y="329426"/>
                </a:lnTo>
                <a:lnTo>
                  <a:pt x="118005" y="329786"/>
                </a:lnTo>
                <a:lnTo>
                  <a:pt x="118729" y="330126"/>
                </a:lnTo>
                <a:lnTo>
                  <a:pt x="119473" y="330445"/>
                </a:lnTo>
                <a:lnTo>
                  <a:pt x="120238" y="330743"/>
                </a:lnTo>
                <a:lnTo>
                  <a:pt x="121022" y="331021"/>
                </a:lnTo>
                <a:lnTo>
                  <a:pt x="121826" y="331278"/>
                </a:lnTo>
                <a:lnTo>
                  <a:pt x="122650" y="331515"/>
                </a:lnTo>
                <a:lnTo>
                  <a:pt x="123494" y="331731"/>
                </a:lnTo>
                <a:lnTo>
                  <a:pt x="124359" y="331926"/>
                </a:lnTo>
                <a:lnTo>
                  <a:pt x="125243" y="332101"/>
                </a:lnTo>
                <a:lnTo>
                  <a:pt x="126147" y="332256"/>
                </a:lnTo>
                <a:lnTo>
                  <a:pt x="127071" y="332389"/>
                </a:lnTo>
                <a:lnTo>
                  <a:pt x="128016" y="332503"/>
                </a:lnTo>
                <a:lnTo>
                  <a:pt x="128980" y="332595"/>
                </a:lnTo>
                <a:lnTo>
                  <a:pt x="129965" y="332667"/>
                </a:lnTo>
                <a:lnTo>
                  <a:pt x="130969" y="332719"/>
                </a:lnTo>
                <a:lnTo>
                  <a:pt x="131993" y="332749"/>
                </a:lnTo>
                <a:lnTo>
                  <a:pt x="133038" y="332760"/>
                </a:lnTo>
                <a:lnTo>
                  <a:pt x="133517" y="332758"/>
                </a:lnTo>
                <a:lnTo>
                  <a:pt x="133995" y="332751"/>
                </a:lnTo>
                <a:lnTo>
                  <a:pt x="134472" y="332740"/>
                </a:lnTo>
                <a:lnTo>
                  <a:pt x="134946" y="332724"/>
                </a:lnTo>
                <a:lnTo>
                  <a:pt x="135419" y="332704"/>
                </a:lnTo>
                <a:lnTo>
                  <a:pt x="135891" y="332680"/>
                </a:lnTo>
                <a:lnTo>
                  <a:pt x="136360" y="332651"/>
                </a:lnTo>
                <a:lnTo>
                  <a:pt x="136828" y="332617"/>
                </a:lnTo>
                <a:lnTo>
                  <a:pt x="137295" y="332580"/>
                </a:lnTo>
                <a:lnTo>
                  <a:pt x="137759" y="332537"/>
                </a:lnTo>
                <a:lnTo>
                  <a:pt x="138222" y="332491"/>
                </a:lnTo>
                <a:lnTo>
                  <a:pt x="138684" y="332439"/>
                </a:lnTo>
                <a:lnTo>
                  <a:pt x="139143" y="332384"/>
                </a:lnTo>
                <a:lnTo>
                  <a:pt x="139601" y="332324"/>
                </a:lnTo>
                <a:lnTo>
                  <a:pt x="140058" y="332259"/>
                </a:lnTo>
                <a:lnTo>
                  <a:pt x="140512" y="332190"/>
                </a:lnTo>
                <a:lnTo>
                  <a:pt x="140965" y="332117"/>
                </a:lnTo>
                <a:lnTo>
                  <a:pt x="141417" y="332039"/>
                </a:lnTo>
                <a:lnTo>
                  <a:pt x="141866" y="331957"/>
                </a:lnTo>
                <a:lnTo>
                  <a:pt x="142314" y="331870"/>
                </a:lnTo>
                <a:lnTo>
                  <a:pt x="142761" y="331779"/>
                </a:lnTo>
                <a:lnTo>
                  <a:pt x="143205" y="331683"/>
                </a:lnTo>
                <a:lnTo>
                  <a:pt x="143648" y="331583"/>
                </a:lnTo>
                <a:lnTo>
                  <a:pt x="144089" y="331478"/>
                </a:lnTo>
                <a:lnTo>
                  <a:pt x="144528" y="331382"/>
                </a:lnTo>
                <a:lnTo>
                  <a:pt x="144964" y="331279"/>
                </a:lnTo>
                <a:lnTo>
                  <a:pt x="145396" y="331171"/>
                </a:lnTo>
                <a:lnTo>
                  <a:pt x="145825" y="331056"/>
                </a:lnTo>
                <a:lnTo>
                  <a:pt x="146250" y="330935"/>
                </a:lnTo>
                <a:lnTo>
                  <a:pt x="146672" y="330808"/>
                </a:lnTo>
                <a:lnTo>
                  <a:pt x="147091" y="330675"/>
                </a:lnTo>
                <a:lnTo>
                  <a:pt x="147506" y="330535"/>
                </a:lnTo>
                <a:lnTo>
                  <a:pt x="147918" y="330390"/>
                </a:lnTo>
                <a:lnTo>
                  <a:pt x="148327" y="330238"/>
                </a:lnTo>
                <a:lnTo>
                  <a:pt x="148733" y="330081"/>
                </a:lnTo>
                <a:lnTo>
                  <a:pt x="149135" y="329917"/>
                </a:lnTo>
                <a:lnTo>
                  <a:pt x="149533" y="329747"/>
                </a:lnTo>
                <a:lnTo>
                  <a:pt x="149929" y="329571"/>
                </a:lnTo>
                <a:lnTo>
                  <a:pt x="150321" y="329389"/>
                </a:lnTo>
                <a:lnTo>
                  <a:pt x="150710" y="329200"/>
                </a:lnTo>
                <a:lnTo>
                  <a:pt x="151095" y="329006"/>
                </a:lnTo>
                <a:lnTo>
                  <a:pt x="151477" y="328806"/>
                </a:lnTo>
                <a:lnTo>
                  <a:pt x="151856" y="328599"/>
                </a:lnTo>
                <a:lnTo>
                  <a:pt x="152231" y="328386"/>
                </a:lnTo>
                <a:lnTo>
                  <a:pt x="152603" y="328167"/>
                </a:lnTo>
                <a:lnTo>
                  <a:pt x="152972" y="327942"/>
                </a:lnTo>
                <a:lnTo>
                  <a:pt x="153337" y="327711"/>
                </a:lnTo>
                <a:lnTo>
                  <a:pt x="153700" y="327474"/>
                </a:lnTo>
                <a:lnTo>
                  <a:pt x="154057" y="327217"/>
                </a:lnTo>
                <a:lnTo>
                  <a:pt x="154409" y="326954"/>
                </a:lnTo>
                <a:lnTo>
                  <a:pt x="154756" y="326683"/>
                </a:lnTo>
                <a:lnTo>
                  <a:pt x="155097" y="326406"/>
                </a:lnTo>
                <a:lnTo>
                  <a:pt x="155432" y="326123"/>
                </a:lnTo>
                <a:lnTo>
                  <a:pt x="155762" y="325832"/>
                </a:lnTo>
                <a:lnTo>
                  <a:pt x="156086" y="325535"/>
                </a:lnTo>
                <a:lnTo>
                  <a:pt x="156405" y="325232"/>
                </a:lnTo>
                <a:lnTo>
                  <a:pt x="156718" y="324921"/>
                </a:lnTo>
                <a:lnTo>
                  <a:pt x="157025" y="324604"/>
                </a:lnTo>
                <a:lnTo>
                  <a:pt x="157327" y="324281"/>
                </a:lnTo>
                <a:lnTo>
                  <a:pt x="157624" y="323950"/>
                </a:lnTo>
                <a:lnTo>
                  <a:pt x="157915" y="323613"/>
                </a:lnTo>
                <a:lnTo>
                  <a:pt x="158200" y="323270"/>
                </a:lnTo>
                <a:lnTo>
                  <a:pt x="158480" y="322919"/>
                </a:lnTo>
                <a:lnTo>
                  <a:pt x="158754" y="322562"/>
                </a:lnTo>
                <a:lnTo>
                  <a:pt x="159022" y="322199"/>
                </a:lnTo>
                <a:lnTo>
                  <a:pt x="159285" y="321828"/>
                </a:lnTo>
                <a:lnTo>
                  <a:pt x="159543" y="321451"/>
                </a:lnTo>
                <a:lnTo>
                  <a:pt x="159795" y="321067"/>
                </a:lnTo>
                <a:lnTo>
                  <a:pt x="160041" y="320677"/>
                </a:lnTo>
                <a:lnTo>
                  <a:pt x="160282" y="320280"/>
                </a:lnTo>
                <a:lnTo>
                  <a:pt x="160517" y="319876"/>
                </a:lnTo>
                <a:lnTo>
                  <a:pt x="160747" y="319466"/>
                </a:lnTo>
                <a:lnTo>
                  <a:pt x="160789" y="319889"/>
                </a:lnTo>
                <a:lnTo>
                  <a:pt x="160834" y="320304"/>
                </a:lnTo>
                <a:lnTo>
                  <a:pt x="160882" y="320712"/>
                </a:lnTo>
                <a:lnTo>
                  <a:pt x="160934" y="321112"/>
                </a:lnTo>
                <a:lnTo>
                  <a:pt x="160989" y="321504"/>
                </a:lnTo>
                <a:lnTo>
                  <a:pt x="161047" y="321888"/>
                </a:lnTo>
                <a:lnTo>
                  <a:pt x="161109" y="322265"/>
                </a:lnTo>
                <a:lnTo>
                  <a:pt x="161174" y="322633"/>
                </a:lnTo>
                <a:lnTo>
                  <a:pt x="161243" y="322994"/>
                </a:lnTo>
                <a:lnTo>
                  <a:pt x="161314" y="323348"/>
                </a:lnTo>
                <a:lnTo>
                  <a:pt x="161389" y="323693"/>
                </a:lnTo>
                <a:lnTo>
                  <a:pt x="161468" y="324031"/>
                </a:lnTo>
                <a:lnTo>
                  <a:pt x="161549" y="324360"/>
                </a:lnTo>
                <a:lnTo>
                  <a:pt x="161635" y="324682"/>
                </a:lnTo>
                <a:lnTo>
                  <a:pt x="161723" y="324997"/>
                </a:lnTo>
                <a:lnTo>
                  <a:pt x="161815" y="325303"/>
                </a:lnTo>
                <a:lnTo>
                  <a:pt x="161910" y="325602"/>
                </a:lnTo>
                <a:lnTo>
                  <a:pt x="162008" y="325892"/>
                </a:lnTo>
                <a:lnTo>
                  <a:pt x="162110" y="326176"/>
                </a:lnTo>
                <a:lnTo>
                  <a:pt x="162215" y="326451"/>
                </a:lnTo>
                <a:lnTo>
                  <a:pt x="162324" y="326718"/>
                </a:lnTo>
                <a:lnTo>
                  <a:pt x="162435" y="326978"/>
                </a:lnTo>
                <a:lnTo>
                  <a:pt x="162551" y="327230"/>
                </a:lnTo>
                <a:lnTo>
                  <a:pt x="162669" y="327474"/>
                </a:lnTo>
                <a:lnTo>
                  <a:pt x="162792" y="327711"/>
                </a:lnTo>
                <a:lnTo>
                  <a:pt x="162920" y="327942"/>
                </a:lnTo>
                <a:lnTo>
                  <a:pt x="163054" y="328167"/>
                </a:lnTo>
                <a:lnTo>
                  <a:pt x="163194" y="328386"/>
                </a:lnTo>
                <a:lnTo>
                  <a:pt x="163339" y="328599"/>
                </a:lnTo>
                <a:lnTo>
                  <a:pt x="163490" y="328806"/>
                </a:lnTo>
                <a:lnTo>
                  <a:pt x="163646" y="329006"/>
                </a:lnTo>
                <a:lnTo>
                  <a:pt x="163808" y="329200"/>
                </a:lnTo>
                <a:lnTo>
                  <a:pt x="163975" y="329389"/>
                </a:lnTo>
                <a:lnTo>
                  <a:pt x="164148" y="329571"/>
                </a:lnTo>
                <a:lnTo>
                  <a:pt x="164327" y="329747"/>
                </a:lnTo>
                <a:lnTo>
                  <a:pt x="164511" y="329917"/>
                </a:lnTo>
                <a:lnTo>
                  <a:pt x="164701" y="330081"/>
                </a:lnTo>
                <a:lnTo>
                  <a:pt x="164896" y="330238"/>
                </a:lnTo>
                <a:lnTo>
                  <a:pt x="165097" y="330390"/>
                </a:lnTo>
                <a:lnTo>
                  <a:pt x="165303" y="330535"/>
                </a:lnTo>
                <a:lnTo>
                  <a:pt x="165515" y="330675"/>
                </a:lnTo>
                <a:lnTo>
                  <a:pt x="165732" y="330808"/>
                </a:lnTo>
                <a:lnTo>
                  <a:pt x="165955" y="330935"/>
                </a:lnTo>
                <a:lnTo>
                  <a:pt x="166184" y="331056"/>
                </a:lnTo>
                <a:lnTo>
                  <a:pt x="166418" y="331171"/>
                </a:lnTo>
                <a:lnTo>
                  <a:pt x="166658" y="331279"/>
                </a:lnTo>
                <a:lnTo>
                  <a:pt x="166903" y="331382"/>
                </a:lnTo>
                <a:lnTo>
                  <a:pt x="167154" y="331478"/>
                </a:lnTo>
                <a:lnTo>
                  <a:pt x="167410" y="331583"/>
                </a:lnTo>
                <a:lnTo>
                  <a:pt x="167673" y="331683"/>
                </a:lnTo>
                <a:lnTo>
                  <a:pt x="167942" y="331779"/>
                </a:lnTo>
                <a:lnTo>
                  <a:pt x="168217" y="331870"/>
                </a:lnTo>
                <a:lnTo>
                  <a:pt x="168498" y="331957"/>
                </a:lnTo>
                <a:lnTo>
                  <a:pt x="168785" y="332039"/>
                </a:lnTo>
                <a:lnTo>
                  <a:pt x="169079" y="332117"/>
                </a:lnTo>
                <a:lnTo>
                  <a:pt x="169378" y="332190"/>
                </a:lnTo>
                <a:lnTo>
                  <a:pt x="169684" y="332259"/>
                </a:lnTo>
                <a:lnTo>
                  <a:pt x="169996" y="332324"/>
                </a:lnTo>
                <a:lnTo>
                  <a:pt x="170313" y="332384"/>
                </a:lnTo>
                <a:lnTo>
                  <a:pt x="170637" y="332439"/>
                </a:lnTo>
                <a:lnTo>
                  <a:pt x="170967" y="332491"/>
                </a:lnTo>
                <a:lnTo>
                  <a:pt x="171304" y="332537"/>
                </a:lnTo>
                <a:lnTo>
                  <a:pt x="171646" y="332580"/>
                </a:lnTo>
                <a:lnTo>
                  <a:pt x="171994" y="332617"/>
                </a:lnTo>
                <a:lnTo>
                  <a:pt x="172349" y="332651"/>
                </a:lnTo>
                <a:lnTo>
                  <a:pt x="172710" y="332680"/>
                </a:lnTo>
                <a:lnTo>
                  <a:pt x="173076" y="332704"/>
                </a:lnTo>
                <a:lnTo>
                  <a:pt x="173449" y="332724"/>
                </a:lnTo>
                <a:lnTo>
                  <a:pt x="173828" y="332740"/>
                </a:lnTo>
                <a:lnTo>
                  <a:pt x="174213" y="332751"/>
                </a:lnTo>
                <a:lnTo>
                  <a:pt x="174605" y="332758"/>
                </a:lnTo>
                <a:lnTo>
                  <a:pt x="175002" y="332760"/>
                </a:lnTo>
                <a:lnTo>
                  <a:pt x="175282" y="332758"/>
                </a:lnTo>
                <a:lnTo>
                  <a:pt x="175560" y="332754"/>
                </a:lnTo>
                <a:lnTo>
                  <a:pt x="175838" y="332747"/>
                </a:lnTo>
                <a:lnTo>
                  <a:pt x="176114" y="332737"/>
                </a:lnTo>
                <a:lnTo>
                  <a:pt x="176390" y="332725"/>
                </a:lnTo>
                <a:lnTo>
                  <a:pt x="176664" y="332710"/>
                </a:lnTo>
                <a:lnTo>
                  <a:pt x="176937" y="332692"/>
                </a:lnTo>
                <a:lnTo>
                  <a:pt x="177209" y="332671"/>
                </a:lnTo>
                <a:lnTo>
                  <a:pt x="177480" y="332647"/>
                </a:lnTo>
                <a:lnTo>
                  <a:pt x="177749" y="332621"/>
                </a:lnTo>
                <a:lnTo>
                  <a:pt x="178018" y="332591"/>
                </a:lnTo>
                <a:lnTo>
                  <a:pt x="178285" y="332560"/>
                </a:lnTo>
                <a:lnTo>
                  <a:pt x="178552" y="332525"/>
                </a:lnTo>
                <a:lnTo>
                  <a:pt x="178817" y="332487"/>
                </a:lnTo>
                <a:lnTo>
                  <a:pt x="179081" y="332447"/>
                </a:lnTo>
                <a:lnTo>
                  <a:pt x="179344" y="332404"/>
                </a:lnTo>
                <a:lnTo>
                  <a:pt x="179606" y="332358"/>
                </a:lnTo>
                <a:lnTo>
                  <a:pt x="179867" y="332309"/>
                </a:lnTo>
                <a:lnTo>
                  <a:pt x="180127" y="332258"/>
                </a:lnTo>
                <a:lnTo>
                  <a:pt x="180385" y="332204"/>
                </a:lnTo>
                <a:lnTo>
                  <a:pt x="180643" y="332147"/>
                </a:lnTo>
                <a:lnTo>
                  <a:pt x="180899" y="332087"/>
                </a:lnTo>
                <a:lnTo>
                  <a:pt x="181155" y="332024"/>
                </a:lnTo>
                <a:lnTo>
                  <a:pt x="181409" y="331959"/>
                </a:lnTo>
                <a:lnTo>
                  <a:pt x="181661" y="331891"/>
                </a:lnTo>
                <a:lnTo>
                  <a:pt x="181909" y="331821"/>
                </a:lnTo>
                <a:lnTo>
                  <a:pt x="182155" y="331749"/>
                </a:lnTo>
                <a:lnTo>
                  <a:pt x="182396" y="331674"/>
                </a:lnTo>
                <a:lnTo>
                  <a:pt x="182635" y="331597"/>
                </a:lnTo>
                <a:lnTo>
                  <a:pt x="182870" y="331518"/>
                </a:lnTo>
                <a:lnTo>
                  <a:pt x="183102" y="331437"/>
                </a:lnTo>
                <a:lnTo>
                  <a:pt x="183331" y="331354"/>
                </a:lnTo>
                <a:lnTo>
                  <a:pt x="183556" y="331268"/>
                </a:lnTo>
                <a:lnTo>
                  <a:pt x="183778" y="331180"/>
                </a:lnTo>
                <a:lnTo>
                  <a:pt x="183997" y="331090"/>
                </a:lnTo>
                <a:lnTo>
                  <a:pt x="184212" y="330998"/>
                </a:lnTo>
                <a:lnTo>
                  <a:pt x="184424" y="330903"/>
                </a:lnTo>
                <a:lnTo>
                  <a:pt x="184632" y="330807"/>
                </a:lnTo>
                <a:lnTo>
                  <a:pt x="184837" y="330708"/>
                </a:lnTo>
                <a:lnTo>
                  <a:pt x="185039" y="330606"/>
                </a:lnTo>
                <a:lnTo>
                  <a:pt x="185238" y="330503"/>
                </a:lnTo>
                <a:lnTo>
                  <a:pt x="185433" y="330397"/>
                </a:lnTo>
                <a:lnTo>
                  <a:pt x="185625" y="330289"/>
                </a:lnTo>
                <a:lnTo>
                  <a:pt x="185813" y="330179"/>
                </a:lnTo>
                <a:lnTo>
                  <a:pt x="185999" y="330067"/>
                </a:lnTo>
                <a:lnTo>
                  <a:pt x="186180" y="329952"/>
                </a:lnTo>
                <a:lnTo>
                  <a:pt x="186359" y="329836"/>
                </a:lnTo>
                <a:lnTo>
                  <a:pt x="186534" y="329716"/>
                </a:lnTo>
                <a:lnTo>
                  <a:pt x="186534" y="319306"/>
                </a:lnTo>
                <a:lnTo>
                  <a:pt x="186306" y="319462"/>
                </a:lnTo>
                <a:lnTo>
                  <a:pt x="186074" y="319613"/>
                </a:lnTo>
                <a:lnTo>
                  <a:pt x="185838" y="319756"/>
                </a:lnTo>
                <a:lnTo>
                  <a:pt x="185600" y="319893"/>
                </a:lnTo>
                <a:lnTo>
                  <a:pt x="185358" y="320023"/>
                </a:lnTo>
                <a:lnTo>
                  <a:pt x="185113" y="320146"/>
                </a:lnTo>
                <a:lnTo>
                  <a:pt x="184864" y="320263"/>
                </a:lnTo>
                <a:lnTo>
                  <a:pt x="184612" y="320373"/>
                </a:lnTo>
                <a:lnTo>
                  <a:pt x="184357" y="320477"/>
                </a:lnTo>
                <a:lnTo>
                  <a:pt x="184098" y="320574"/>
                </a:lnTo>
                <a:lnTo>
                  <a:pt x="183836" y="320664"/>
                </a:lnTo>
                <a:lnTo>
                  <a:pt x="183571" y="320747"/>
                </a:lnTo>
                <a:lnTo>
                  <a:pt x="183302" y="320824"/>
                </a:lnTo>
                <a:lnTo>
                  <a:pt x="183030" y="320894"/>
                </a:lnTo>
                <a:lnTo>
                  <a:pt x="182755" y="320957"/>
                </a:lnTo>
                <a:lnTo>
                  <a:pt x="182477" y="321014"/>
                </a:lnTo>
                <a:lnTo>
                  <a:pt x="182195" y="321064"/>
                </a:lnTo>
                <a:lnTo>
                  <a:pt x="181909" y="321107"/>
                </a:lnTo>
                <a:lnTo>
                  <a:pt x="181621" y="321144"/>
                </a:lnTo>
                <a:lnTo>
                  <a:pt x="181329" y="321174"/>
                </a:lnTo>
                <a:lnTo>
                  <a:pt x="181033" y="321198"/>
                </a:lnTo>
                <a:lnTo>
                  <a:pt x="180735" y="321214"/>
                </a:lnTo>
                <a:lnTo>
                  <a:pt x="180433" y="321224"/>
                </a:lnTo>
                <a:lnTo>
                  <a:pt x="180127" y="321228"/>
                </a:lnTo>
                <a:lnTo>
                  <a:pt x="179955" y="321226"/>
                </a:lnTo>
                <a:lnTo>
                  <a:pt x="179786" y="321220"/>
                </a:lnTo>
                <a:lnTo>
                  <a:pt x="179619" y="321210"/>
                </a:lnTo>
                <a:lnTo>
                  <a:pt x="179456" y="321196"/>
                </a:lnTo>
                <a:lnTo>
                  <a:pt x="179295" y="321179"/>
                </a:lnTo>
                <a:lnTo>
                  <a:pt x="179136" y="321158"/>
                </a:lnTo>
                <a:lnTo>
                  <a:pt x="178981" y="321132"/>
                </a:lnTo>
                <a:lnTo>
                  <a:pt x="178828" y="321103"/>
                </a:lnTo>
                <a:lnTo>
                  <a:pt x="178678" y="321070"/>
                </a:lnTo>
                <a:lnTo>
                  <a:pt x="178531" y="321033"/>
                </a:lnTo>
                <a:lnTo>
                  <a:pt x="178387" y="320992"/>
                </a:lnTo>
                <a:lnTo>
                  <a:pt x="178245" y="320947"/>
                </a:lnTo>
                <a:lnTo>
                  <a:pt x="178107" y="320899"/>
                </a:lnTo>
                <a:lnTo>
                  <a:pt x="177971" y="320846"/>
                </a:lnTo>
                <a:lnTo>
                  <a:pt x="177837" y="320790"/>
                </a:lnTo>
                <a:lnTo>
                  <a:pt x="177707" y="320729"/>
                </a:lnTo>
                <a:lnTo>
                  <a:pt x="177579" y="320665"/>
                </a:lnTo>
                <a:lnTo>
                  <a:pt x="177455" y="320597"/>
                </a:lnTo>
                <a:lnTo>
                  <a:pt x="177333" y="320525"/>
                </a:lnTo>
                <a:lnTo>
                  <a:pt x="177213" y="320449"/>
                </a:lnTo>
                <a:lnTo>
                  <a:pt x="177097" y="320369"/>
                </a:lnTo>
                <a:lnTo>
                  <a:pt x="176983" y="320285"/>
                </a:lnTo>
                <a:lnTo>
                  <a:pt x="176872" y="320198"/>
                </a:lnTo>
                <a:lnTo>
                  <a:pt x="176764" y="320106"/>
                </a:lnTo>
                <a:lnTo>
                  <a:pt x="176659" y="320010"/>
                </a:lnTo>
                <a:lnTo>
                  <a:pt x="176559" y="319910"/>
                </a:lnTo>
                <a:lnTo>
                  <a:pt x="176464" y="319804"/>
                </a:lnTo>
                <a:lnTo>
                  <a:pt x="176372" y="319693"/>
                </a:lnTo>
                <a:lnTo>
                  <a:pt x="176286" y="319577"/>
                </a:lnTo>
                <a:lnTo>
                  <a:pt x="176203" y="319456"/>
                </a:lnTo>
                <a:lnTo>
                  <a:pt x="176125" y="319330"/>
                </a:lnTo>
                <a:lnTo>
                  <a:pt x="176052" y="319199"/>
                </a:lnTo>
                <a:lnTo>
                  <a:pt x="175983" y="319063"/>
                </a:lnTo>
                <a:lnTo>
                  <a:pt x="175919" y="318922"/>
                </a:lnTo>
                <a:lnTo>
                  <a:pt x="175858" y="318776"/>
                </a:lnTo>
                <a:lnTo>
                  <a:pt x="175803" y="318625"/>
                </a:lnTo>
                <a:lnTo>
                  <a:pt x="175752" y="318469"/>
                </a:lnTo>
                <a:lnTo>
                  <a:pt x="175705" y="318308"/>
                </a:lnTo>
                <a:lnTo>
                  <a:pt x="175663" y="318142"/>
                </a:lnTo>
                <a:lnTo>
                  <a:pt x="175625" y="317971"/>
                </a:lnTo>
                <a:lnTo>
                  <a:pt x="175592" y="317795"/>
                </a:lnTo>
                <a:lnTo>
                  <a:pt x="175563" y="317614"/>
                </a:lnTo>
                <a:lnTo>
                  <a:pt x="175538" y="317428"/>
                </a:lnTo>
                <a:lnTo>
                  <a:pt x="175518" y="317237"/>
                </a:lnTo>
                <a:lnTo>
                  <a:pt x="175503" y="317041"/>
                </a:lnTo>
                <a:lnTo>
                  <a:pt x="175491" y="316840"/>
                </a:lnTo>
                <a:lnTo>
                  <a:pt x="175485" y="316634"/>
                </a:lnTo>
                <a:lnTo>
                  <a:pt x="175483" y="316423"/>
                </a:lnTo>
                <a:lnTo>
                  <a:pt x="175483" y="273017"/>
                </a:lnTo>
                <a:lnTo>
                  <a:pt x="175468" y="271960"/>
                </a:lnTo>
                <a:lnTo>
                  <a:pt x="175425" y="270927"/>
                </a:lnTo>
                <a:lnTo>
                  <a:pt x="175352" y="269916"/>
                </a:lnTo>
                <a:lnTo>
                  <a:pt x="175251" y="268928"/>
                </a:lnTo>
                <a:lnTo>
                  <a:pt x="175121" y="267963"/>
                </a:lnTo>
                <a:lnTo>
                  <a:pt x="174962" y="267020"/>
                </a:lnTo>
                <a:lnTo>
                  <a:pt x="174774" y="266101"/>
                </a:lnTo>
                <a:lnTo>
                  <a:pt x="174557" y="265204"/>
                </a:lnTo>
                <a:lnTo>
                  <a:pt x="174311" y="264330"/>
                </a:lnTo>
                <a:lnTo>
                  <a:pt x="174037" y="263479"/>
                </a:lnTo>
                <a:lnTo>
                  <a:pt x="173733" y="262651"/>
                </a:lnTo>
                <a:lnTo>
                  <a:pt x="173400" y="261845"/>
                </a:lnTo>
                <a:lnTo>
                  <a:pt x="173039" y="261062"/>
                </a:lnTo>
                <a:lnTo>
                  <a:pt x="172648" y="260302"/>
                </a:lnTo>
                <a:lnTo>
                  <a:pt x="172229" y="259565"/>
                </a:lnTo>
                <a:lnTo>
                  <a:pt x="171781" y="258851"/>
                </a:lnTo>
                <a:lnTo>
                  <a:pt x="171304" y="258159"/>
                </a:lnTo>
                <a:lnTo>
                  <a:pt x="170798" y="257490"/>
                </a:lnTo>
                <a:lnTo>
                  <a:pt x="170263" y="256844"/>
                </a:lnTo>
                <a:lnTo>
                  <a:pt x="169699" y="256221"/>
                </a:lnTo>
                <a:lnTo>
                  <a:pt x="169106" y="255621"/>
                </a:lnTo>
                <a:lnTo>
                  <a:pt x="168484" y="255043"/>
                </a:lnTo>
                <a:lnTo>
                  <a:pt x="167833" y="254489"/>
                </a:lnTo>
                <a:lnTo>
                  <a:pt x="167154" y="253957"/>
                </a:lnTo>
                <a:lnTo>
                  <a:pt x="166459" y="253447"/>
                </a:lnTo>
                <a:lnTo>
                  <a:pt x="165737" y="252959"/>
                </a:lnTo>
                <a:lnTo>
                  <a:pt x="164986" y="252493"/>
                </a:lnTo>
                <a:lnTo>
                  <a:pt x="164208" y="252048"/>
                </a:lnTo>
                <a:lnTo>
                  <a:pt x="163403" y="251625"/>
                </a:lnTo>
                <a:lnTo>
                  <a:pt x="162569" y="251224"/>
                </a:lnTo>
                <a:lnTo>
                  <a:pt x="161707" y="250844"/>
                </a:lnTo>
                <a:lnTo>
                  <a:pt x="160818" y="250486"/>
                </a:lnTo>
                <a:lnTo>
                  <a:pt x="159901" y="250150"/>
                </a:lnTo>
                <a:lnTo>
                  <a:pt x="158956" y="249836"/>
                </a:lnTo>
                <a:lnTo>
                  <a:pt x="157984" y="249543"/>
                </a:lnTo>
                <a:lnTo>
                  <a:pt x="156983" y="249272"/>
                </a:lnTo>
                <a:lnTo>
                  <a:pt x="155955" y="249022"/>
                </a:lnTo>
                <a:lnTo>
                  <a:pt x="154899" y="248795"/>
                </a:lnTo>
                <a:lnTo>
                  <a:pt x="153815" y="248588"/>
                </a:lnTo>
                <a:lnTo>
                  <a:pt x="152703" y="248404"/>
                </a:lnTo>
                <a:lnTo>
                  <a:pt x="151563" y="248241"/>
                </a:lnTo>
                <a:lnTo>
                  <a:pt x="150396" y="248100"/>
                </a:lnTo>
                <a:lnTo>
                  <a:pt x="149201" y="247981"/>
                </a:lnTo>
                <a:lnTo>
                  <a:pt x="147978" y="247884"/>
                </a:lnTo>
                <a:lnTo>
                  <a:pt x="146727" y="247808"/>
                </a:lnTo>
                <a:lnTo>
                  <a:pt x="145449" y="247753"/>
                </a:lnTo>
                <a:lnTo>
                  <a:pt x="144142" y="247721"/>
                </a:lnTo>
                <a:lnTo>
                  <a:pt x="142808" y="247710"/>
                </a:lnTo>
                <a:lnTo>
                  <a:pt x="141551" y="247721"/>
                </a:lnTo>
                <a:lnTo>
                  <a:pt x="140314" y="247753"/>
                </a:lnTo>
                <a:lnTo>
                  <a:pt x="139099" y="247808"/>
                </a:lnTo>
                <a:lnTo>
                  <a:pt x="137905" y="247884"/>
                </a:lnTo>
                <a:lnTo>
                  <a:pt x="136732" y="247981"/>
                </a:lnTo>
                <a:lnTo>
                  <a:pt x="135580" y="248100"/>
                </a:lnTo>
                <a:lnTo>
                  <a:pt x="134450" y="248241"/>
                </a:lnTo>
                <a:lnTo>
                  <a:pt x="133340" y="248404"/>
                </a:lnTo>
                <a:lnTo>
                  <a:pt x="132252" y="248588"/>
                </a:lnTo>
                <a:lnTo>
                  <a:pt x="131185" y="248795"/>
                </a:lnTo>
                <a:lnTo>
                  <a:pt x="130139" y="249022"/>
                </a:lnTo>
                <a:lnTo>
                  <a:pt x="129114" y="249272"/>
                </a:lnTo>
                <a:lnTo>
                  <a:pt x="128110" y="249543"/>
                </a:lnTo>
                <a:lnTo>
                  <a:pt x="127127" y="249836"/>
                </a:lnTo>
                <a:lnTo>
                  <a:pt x="126166" y="250150"/>
                </a:lnTo>
                <a:lnTo>
                  <a:pt x="125225" y="250486"/>
                </a:lnTo>
                <a:lnTo>
                  <a:pt x="124306" y="250844"/>
                </a:lnTo>
                <a:lnTo>
                  <a:pt x="123408" y="251224"/>
                </a:lnTo>
                <a:lnTo>
                  <a:pt x="122531" y="251625"/>
                </a:lnTo>
                <a:lnTo>
                  <a:pt x="121675" y="252048"/>
                </a:lnTo>
                <a:lnTo>
                  <a:pt x="120840" y="252493"/>
                </a:lnTo>
                <a:lnTo>
                  <a:pt x="120026" y="252959"/>
                </a:lnTo>
                <a:lnTo>
                  <a:pt x="119234" y="253447"/>
                </a:lnTo>
                <a:lnTo>
                  <a:pt x="118462" y="253957"/>
                </a:lnTo>
                <a:lnTo>
                  <a:pt x="117731" y="254485"/>
                </a:lnTo>
                <a:lnTo>
                  <a:pt x="117030" y="255028"/>
                </a:lnTo>
                <a:lnTo>
                  <a:pt x="116360" y="255586"/>
                </a:lnTo>
                <a:lnTo>
                  <a:pt x="115722" y="256159"/>
                </a:lnTo>
                <a:lnTo>
                  <a:pt x="115114" y="256747"/>
                </a:lnTo>
                <a:lnTo>
                  <a:pt x="114538" y="257350"/>
                </a:lnTo>
                <a:lnTo>
                  <a:pt x="113993" y="257968"/>
                </a:lnTo>
                <a:lnTo>
                  <a:pt x="113479" y="258602"/>
                </a:lnTo>
                <a:lnTo>
                  <a:pt x="112997" y="259250"/>
                </a:lnTo>
                <a:lnTo>
                  <a:pt x="112545" y="259913"/>
                </a:lnTo>
                <a:lnTo>
                  <a:pt x="112125" y="260591"/>
                </a:lnTo>
                <a:lnTo>
                  <a:pt x="111735" y="261284"/>
                </a:lnTo>
                <a:lnTo>
                  <a:pt x="111377" y="261993"/>
                </a:lnTo>
                <a:lnTo>
                  <a:pt x="111050" y="262716"/>
                </a:lnTo>
                <a:lnTo>
                  <a:pt x="110754" y="263454"/>
                </a:lnTo>
                <a:lnTo>
                  <a:pt x="110490" y="264207"/>
                </a:lnTo>
                <a:lnTo>
                  <a:pt x="110256" y="264976"/>
                </a:lnTo>
                <a:lnTo>
                  <a:pt x="110054" y="265759"/>
                </a:lnTo>
                <a:lnTo>
                  <a:pt x="109882" y="266557"/>
                </a:lnTo>
                <a:lnTo>
                  <a:pt x="109742" y="267371"/>
                </a:lnTo>
                <a:lnTo>
                  <a:pt x="109633" y="268199"/>
                </a:lnTo>
                <a:lnTo>
                  <a:pt x="109555" y="269043"/>
                </a:lnTo>
                <a:lnTo>
                  <a:pt x="109509" y="269901"/>
                </a:lnTo>
                <a:lnTo>
                  <a:pt x="109493" y="270774"/>
                </a:lnTo>
                <a:lnTo>
                  <a:pt x="109493" y="270800"/>
                </a:lnTo>
                <a:lnTo>
                  <a:pt x="109492" y="270823"/>
                </a:lnTo>
                <a:lnTo>
                  <a:pt x="109490" y="270844"/>
                </a:lnTo>
                <a:lnTo>
                  <a:pt x="109489" y="270863"/>
                </a:lnTo>
                <a:lnTo>
                  <a:pt x="109486" y="270880"/>
                </a:lnTo>
                <a:lnTo>
                  <a:pt x="109483" y="270894"/>
                </a:lnTo>
                <a:lnTo>
                  <a:pt x="109479" y="270907"/>
                </a:lnTo>
                <a:lnTo>
                  <a:pt x="109475" y="270917"/>
                </a:lnTo>
                <a:lnTo>
                  <a:pt x="109470" y="270925"/>
                </a:lnTo>
                <a:lnTo>
                  <a:pt x="109465" y="270930"/>
                </a:lnTo>
                <a:lnTo>
                  <a:pt x="109459" y="270933"/>
                </a:lnTo>
                <a:lnTo>
                  <a:pt x="109453" y="270935"/>
                </a:lnTo>
                <a:lnTo>
                  <a:pt x="109446" y="270933"/>
                </a:lnTo>
                <a:lnTo>
                  <a:pt x="109438" y="270930"/>
                </a:lnTo>
                <a:lnTo>
                  <a:pt x="109430" y="270925"/>
                </a:lnTo>
                <a:lnTo>
                  <a:pt x="109422" y="270917"/>
                </a:lnTo>
                <a:lnTo>
                  <a:pt x="109413" y="270907"/>
                </a:lnTo>
                <a:lnTo>
                  <a:pt x="109403" y="270894"/>
                </a:lnTo>
                <a:lnTo>
                  <a:pt x="109393" y="270880"/>
                </a:lnTo>
                <a:lnTo>
                  <a:pt x="109382" y="270863"/>
                </a:lnTo>
                <a:lnTo>
                  <a:pt x="109370" y="270844"/>
                </a:lnTo>
                <a:lnTo>
                  <a:pt x="109358" y="270823"/>
                </a:lnTo>
                <a:lnTo>
                  <a:pt x="109346" y="270800"/>
                </a:lnTo>
                <a:lnTo>
                  <a:pt x="109333" y="270774"/>
                </a:lnTo>
                <a:lnTo>
                  <a:pt x="109333" y="270808"/>
                </a:lnTo>
                <a:lnTo>
                  <a:pt x="109333" y="270869"/>
                </a:lnTo>
                <a:lnTo>
                  <a:pt x="109333" y="270935"/>
                </a:lnTo>
                <a:lnTo>
                  <a:pt x="109346" y="271004"/>
                </a:lnTo>
                <a:lnTo>
                  <a:pt x="109361" y="271080"/>
                </a:lnTo>
                <a:lnTo>
                  <a:pt x="109375" y="271162"/>
                </a:lnTo>
                <a:close/>
                <a:moveTo>
                  <a:pt x="134329" y="321188"/>
                </a:moveTo>
                <a:lnTo>
                  <a:pt x="133765" y="321115"/>
                </a:lnTo>
                <a:lnTo>
                  <a:pt x="133216" y="321032"/>
                </a:lnTo>
                <a:lnTo>
                  <a:pt x="132680" y="320937"/>
                </a:lnTo>
                <a:lnTo>
                  <a:pt x="132158" y="320832"/>
                </a:lnTo>
                <a:lnTo>
                  <a:pt x="131650" y="320715"/>
                </a:lnTo>
                <a:lnTo>
                  <a:pt x="131156" y="320587"/>
                </a:lnTo>
                <a:lnTo>
                  <a:pt x="130676" y="320448"/>
                </a:lnTo>
                <a:lnTo>
                  <a:pt x="130209" y="320298"/>
                </a:lnTo>
                <a:lnTo>
                  <a:pt x="129757" y="320136"/>
                </a:lnTo>
                <a:lnTo>
                  <a:pt x="129318" y="319964"/>
                </a:lnTo>
                <a:lnTo>
                  <a:pt x="128894" y="319780"/>
                </a:lnTo>
                <a:lnTo>
                  <a:pt x="128483" y="319586"/>
                </a:lnTo>
                <a:lnTo>
                  <a:pt x="128086" y="319380"/>
                </a:lnTo>
                <a:lnTo>
                  <a:pt x="127703" y="319163"/>
                </a:lnTo>
                <a:lnTo>
                  <a:pt x="127334" y="318935"/>
                </a:lnTo>
                <a:lnTo>
                  <a:pt x="126979" y="318696"/>
                </a:lnTo>
                <a:lnTo>
                  <a:pt x="126638" y="318446"/>
                </a:lnTo>
                <a:lnTo>
                  <a:pt x="126311" y="318184"/>
                </a:lnTo>
                <a:lnTo>
                  <a:pt x="126010" y="317912"/>
                </a:lnTo>
                <a:lnTo>
                  <a:pt x="125722" y="317628"/>
                </a:lnTo>
                <a:lnTo>
                  <a:pt x="125447" y="317333"/>
                </a:lnTo>
                <a:lnTo>
                  <a:pt x="125185" y="317028"/>
                </a:lnTo>
                <a:lnTo>
                  <a:pt x="124936" y="316711"/>
                </a:lnTo>
                <a:lnTo>
                  <a:pt x="124699" y="316382"/>
                </a:lnTo>
                <a:lnTo>
                  <a:pt x="124475" y="316043"/>
                </a:lnTo>
                <a:lnTo>
                  <a:pt x="124264" y="315693"/>
                </a:lnTo>
                <a:lnTo>
                  <a:pt x="124066" y="315331"/>
                </a:lnTo>
                <a:lnTo>
                  <a:pt x="123880" y="314959"/>
                </a:lnTo>
                <a:lnTo>
                  <a:pt x="123708" y="314575"/>
                </a:lnTo>
                <a:lnTo>
                  <a:pt x="123548" y="314180"/>
                </a:lnTo>
                <a:lnTo>
                  <a:pt x="123401" y="313774"/>
                </a:lnTo>
                <a:lnTo>
                  <a:pt x="123266" y="313357"/>
                </a:lnTo>
                <a:lnTo>
                  <a:pt x="123145" y="312929"/>
                </a:lnTo>
                <a:lnTo>
                  <a:pt x="123036" y="312489"/>
                </a:lnTo>
                <a:lnTo>
                  <a:pt x="122940" y="312039"/>
                </a:lnTo>
                <a:lnTo>
                  <a:pt x="122857" y="311577"/>
                </a:lnTo>
                <a:lnTo>
                  <a:pt x="122787" y="311105"/>
                </a:lnTo>
                <a:lnTo>
                  <a:pt x="122729" y="310621"/>
                </a:lnTo>
                <a:lnTo>
                  <a:pt x="122684" y="310126"/>
                </a:lnTo>
                <a:lnTo>
                  <a:pt x="122652" y="309620"/>
                </a:lnTo>
                <a:lnTo>
                  <a:pt x="122633" y="309103"/>
                </a:lnTo>
                <a:lnTo>
                  <a:pt x="122627" y="308574"/>
                </a:lnTo>
                <a:lnTo>
                  <a:pt x="122633" y="308059"/>
                </a:lnTo>
                <a:lnTo>
                  <a:pt x="122650" y="307553"/>
                </a:lnTo>
                <a:lnTo>
                  <a:pt x="122679" y="307058"/>
                </a:lnTo>
                <a:lnTo>
                  <a:pt x="122720" y="306572"/>
                </a:lnTo>
                <a:lnTo>
                  <a:pt x="122773" y="306097"/>
                </a:lnTo>
                <a:lnTo>
                  <a:pt x="122837" y="305631"/>
                </a:lnTo>
                <a:lnTo>
                  <a:pt x="122913" y="305176"/>
                </a:lnTo>
                <a:lnTo>
                  <a:pt x="123001" y="304730"/>
                </a:lnTo>
                <a:lnTo>
                  <a:pt x="123100" y="304295"/>
                </a:lnTo>
                <a:lnTo>
                  <a:pt x="123211" y="303869"/>
                </a:lnTo>
                <a:lnTo>
                  <a:pt x="123333" y="303454"/>
                </a:lnTo>
                <a:lnTo>
                  <a:pt x="123468" y="303048"/>
                </a:lnTo>
                <a:lnTo>
                  <a:pt x="123614" y="302653"/>
                </a:lnTo>
                <a:lnTo>
                  <a:pt x="123771" y="302268"/>
                </a:lnTo>
                <a:lnTo>
                  <a:pt x="123941" y="301892"/>
                </a:lnTo>
                <a:lnTo>
                  <a:pt x="124122" y="301527"/>
                </a:lnTo>
                <a:lnTo>
                  <a:pt x="124314" y="301171"/>
                </a:lnTo>
                <a:lnTo>
                  <a:pt x="124519" y="300826"/>
                </a:lnTo>
                <a:lnTo>
                  <a:pt x="124735" y="300491"/>
                </a:lnTo>
                <a:lnTo>
                  <a:pt x="124963" y="300165"/>
                </a:lnTo>
                <a:lnTo>
                  <a:pt x="125202" y="299850"/>
                </a:lnTo>
                <a:lnTo>
                  <a:pt x="125453" y="299545"/>
                </a:lnTo>
                <a:lnTo>
                  <a:pt x="125716" y="299249"/>
                </a:lnTo>
                <a:lnTo>
                  <a:pt x="125990" y="298964"/>
                </a:lnTo>
                <a:lnTo>
                  <a:pt x="126292" y="298674"/>
                </a:lnTo>
                <a:lnTo>
                  <a:pt x="126609" y="298391"/>
                </a:lnTo>
                <a:lnTo>
                  <a:pt x="126941" y="298116"/>
                </a:lnTo>
                <a:lnTo>
                  <a:pt x="127289" y="297847"/>
                </a:lnTo>
                <a:lnTo>
                  <a:pt x="127653" y="297586"/>
                </a:lnTo>
                <a:lnTo>
                  <a:pt x="128033" y="297332"/>
                </a:lnTo>
                <a:lnTo>
                  <a:pt x="128427" y="297086"/>
                </a:lnTo>
                <a:lnTo>
                  <a:pt x="128838" y="296846"/>
                </a:lnTo>
                <a:lnTo>
                  <a:pt x="129264" y="296614"/>
                </a:lnTo>
                <a:lnTo>
                  <a:pt x="129705" y="296389"/>
                </a:lnTo>
                <a:lnTo>
                  <a:pt x="130163" y="296171"/>
                </a:lnTo>
                <a:lnTo>
                  <a:pt x="130635" y="295961"/>
                </a:lnTo>
                <a:lnTo>
                  <a:pt x="131124" y="295758"/>
                </a:lnTo>
                <a:lnTo>
                  <a:pt x="131627" y="295562"/>
                </a:lnTo>
                <a:lnTo>
                  <a:pt x="132147" y="295373"/>
                </a:lnTo>
                <a:lnTo>
                  <a:pt x="132682" y="295191"/>
                </a:lnTo>
                <a:lnTo>
                  <a:pt x="133232" y="295017"/>
                </a:lnTo>
                <a:lnTo>
                  <a:pt x="133799" y="294850"/>
                </a:lnTo>
                <a:lnTo>
                  <a:pt x="134380" y="294690"/>
                </a:lnTo>
                <a:lnTo>
                  <a:pt x="134978" y="294537"/>
                </a:lnTo>
                <a:lnTo>
                  <a:pt x="135590" y="294392"/>
                </a:lnTo>
                <a:lnTo>
                  <a:pt x="136219" y="294254"/>
                </a:lnTo>
                <a:lnTo>
                  <a:pt x="136863" y="294123"/>
                </a:lnTo>
                <a:lnTo>
                  <a:pt x="137522" y="293999"/>
                </a:lnTo>
                <a:lnTo>
                  <a:pt x="138213" y="293868"/>
                </a:lnTo>
                <a:lnTo>
                  <a:pt x="138923" y="293743"/>
                </a:lnTo>
                <a:lnTo>
                  <a:pt x="139652" y="293623"/>
                </a:lnTo>
                <a:lnTo>
                  <a:pt x="140401" y="293509"/>
                </a:lnTo>
                <a:lnTo>
                  <a:pt x="141169" y="293401"/>
                </a:lnTo>
                <a:lnTo>
                  <a:pt x="141957" y="293298"/>
                </a:lnTo>
                <a:lnTo>
                  <a:pt x="142764" y="293201"/>
                </a:lnTo>
                <a:lnTo>
                  <a:pt x="143591" y="293109"/>
                </a:lnTo>
                <a:lnTo>
                  <a:pt x="144437" y="293023"/>
                </a:lnTo>
                <a:lnTo>
                  <a:pt x="145303" y="292942"/>
                </a:lnTo>
                <a:lnTo>
                  <a:pt x="146188" y="292867"/>
                </a:lnTo>
                <a:lnTo>
                  <a:pt x="147093" y="292798"/>
                </a:lnTo>
                <a:lnTo>
                  <a:pt x="148017" y="292734"/>
                </a:lnTo>
                <a:lnTo>
                  <a:pt x="148960" y="292675"/>
                </a:lnTo>
                <a:lnTo>
                  <a:pt x="149923" y="292622"/>
                </a:lnTo>
                <a:lnTo>
                  <a:pt x="150906" y="292575"/>
                </a:lnTo>
                <a:lnTo>
                  <a:pt x="151907" y="292533"/>
                </a:lnTo>
                <a:lnTo>
                  <a:pt x="152929" y="292497"/>
                </a:lnTo>
                <a:lnTo>
                  <a:pt x="153970" y="292467"/>
                </a:lnTo>
                <a:lnTo>
                  <a:pt x="155030" y="292442"/>
                </a:lnTo>
                <a:lnTo>
                  <a:pt x="156110" y="292422"/>
                </a:lnTo>
                <a:lnTo>
                  <a:pt x="157209" y="292408"/>
                </a:lnTo>
                <a:lnTo>
                  <a:pt x="158328" y="292400"/>
                </a:lnTo>
                <a:lnTo>
                  <a:pt x="159466" y="292397"/>
                </a:lnTo>
                <a:lnTo>
                  <a:pt x="159466" y="297362"/>
                </a:lnTo>
                <a:lnTo>
                  <a:pt x="159461" y="297921"/>
                </a:lnTo>
                <a:lnTo>
                  <a:pt x="159449" y="298475"/>
                </a:lnTo>
                <a:lnTo>
                  <a:pt x="159428" y="299024"/>
                </a:lnTo>
                <a:lnTo>
                  <a:pt x="159399" y="299569"/>
                </a:lnTo>
                <a:lnTo>
                  <a:pt x="159361" y="300110"/>
                </a:lnTo>
                <a:lnTo>
                  <a:pt x="159316" y="300646"/>
                </a:lnTo>
                <a:lnTo>
                  <a:pt x="159261" y="301178"/>
                </a:lnTo>
                <a:lnTo>
                  <a:pt x="159199" y="301705"/>
                </a:lnTo>
                <a:lnTo>
                  <a:pt x="159128" y="302228"/>
                </a:lnTo>
                <a:lnTo>
                  <a:pt x="159049" y="302746"/>
                </a:lnTo>
                <a:lnTo>
                  <a:pt x="158961" y="303260"/>
                </a:lnTo>
                <a:lnTo>
                  <a:pt x="158865" y="303769"/>
                </a:lnTo>
                <a:lnTo>
                  <a:pt x="158761" y="304274"/>
                </a:lnTo>
                <a:lnTo>
                  <a:pt x="158648" y="304775"/>
                </a:lnTo>
                <a:lnTo>
                  <a:pt x="158527" y="305271"/>
                </a:lnTo>
                <a:lnTo>
                  <a:pt x="158398" y="305762"/>
                </a:lnTo>
                <a:lnTo>
                  <a:pt x="158260" y="306250"/>
                </a:lnTo>
                <a:lnTo>
                  <a:pt x="158114" y="306732"/>
                </a:lnTo>
                <a:lnTo>
                  <a:pt x="157960" y="307211"/>
                </a:lnTo>
                <a:lnTo>
                  <a:pt x="157797" y="307684"/>
                </a:lnTo>
                <a:lnTo>
                  <a:pt x="157626" y="308154"/>
                </a:lnTo>
                <a:lnTo>
                  <a:pt x="157447" y="308619"/>
                </a:lnTo>
                <a:lnTo>
                  <a:pt x="157259" y="309079"/>
                </a:lnTo>
                <a:lnTo>
                  <a:pt x="157063" y="309535"/>
                </a:lnTo>
                <a:lnTo>
                  <a:pt x="156872" y="309985"/>
                </a:lnTo>
                <a:lnTo>
                  <a:pt x="156672" y="310427"/>
                </a:lnTo>
                <a:lnTo>
                  <a:pt x="156462" y="310862"/>
                </a:lnTo>
                <a:lnTo>
                  <a:pt x="156244" y="311288"/>
                </a:lnTo>
                <a:lnTo>
                  <a:pt x="156018" y="311707"/>
                </a:lnTo>
                <a:lnTo>
                  <a:pt x="155782" y="312118"/>
                </a:lnTo>
                <a:lnTo>
                  <a:pt x="155537" y="312521"/>
                </a:lnTo>
                <a:lnTo>
                  <a:pt x="155283" y="312917"/>
                </a:lnTo>
                <a:lnTo>
                  <a:pt x="155021" y="313304"/>
                </a:lnTo>
                <a:lnTo>
                  <a:pt x="154750" y="313684"/>
                </a:lnTo>
                <a:lnTo>
                  <a:pt x="154469" y="314056"/>
                </a:lnTo>
                <a:lnTo>
                  <a:pt x="154180" y="314420"/>
                </a:lnTo>
                <a:lnTo>
                  <a:pt x="153882" y="314777"/>
                </a:lnTo>
                <a:lnTo>
                  <a:pt x="153575" y="315126"/>
                </a:lnTo>
                <a:lnTo>
                  <a:pt x="153259" y="315466"/>
                </a:lnTo>
                <a:lnTo>
                  <a:pt x="152934" y="315800"/>
                </a:lnTo>
                <a:lnTo>
                  <a:pt x="152601" y="316125"/>
                </a:lnTo>
                <a:lnTo>
                  <a:pt x="152258" y="316443"/>
                </a:lnTo>
                <a:lnTo>
                  <a:pt x="151907" y="316752"/>
                </a:lnTo>
                <a:lnTo>
                  <a:pt x="151546" y="317054"/>
                </a:lnTo>
                <a:lnTo>
                  <a:pt x="151177" y="317348"/>
                </a:lnTo>
                <a:lnTo>
                  <a:pt x="150799" y="317635"/>
                </a:lnTo>
                <a:lnTo>
                  <a:pt x="150412" y="317914"/>
                </a:lnTo>
                <a:lnTo>
                  <a:pt x="150016" y="318184"/>
                </a:lnTo>
                <a:lnTo>
                  <a:pt x="149624" y="318446"/>
                </a:lnTo>
                <a:lnTo>
                  <a:pt x="149223" y="318696"/>
                </a:lnTo>
                <a:lnTo>
                  <a:pt x="148812" y="318935"/>
                </a:lnTo>
                <a:lnTo>
                  <a:pt x="148392" y="319163"/>
                </a:lnTo>
                <a:lnTo>
                  <a:pt x="147962" y="319380"/>
                </a:lnTo>
                <a:lnTo>
                  <a:pt x="147523" y="319586"/>
                </a:lnTo>
                <a:lnTo>
                  <a:pt x="147075" y="319780"/>
                </a:lnTo>
                <a:lnTo>
                  <a:pt x="146617" y="319964"/>
                </a:lnTo>
                <a:lnTo>
                  <a:pt x="146149" y="320136"/>
                </a:lnTo>
                <a:lnTo>
                  <a:pt x="145672" y="320298"/>
                </a:lnTo>
                <a:lnTo>
                  <a:pt x="145186" y="320448"/>
                </a:lnTo>
                <a:lnTo>
                  <a:pt x="144690" y="320587"/>
                </a:lnTo>
                <a:lnTo>
                  <a:pt x="144185" y="320715"/>
                </a:lnTo>
                <a:lnTo>
                  <a:pt x="143670" y="320832"/>
                </a:lnTo>
                <a:lnTo>
                  <a:pt x="143146" y="320937"/>
                </a:lnTo>
                <a:lnTo>
                  <a:pt x="142612" y="321032"/>
                </a:lnTo>
                <a:lnTo>
                  <a:pt x="142069" y="321115"/>
                </a:lnTo>
                <a:lnTo>
                  <a:pt x="141517" y="321188"/>
                </a:lnTo>
                <a:lnTo>
                  <a:pt x="140955" y="321249"/>
                </a:lnTo>
                <a:lnTo>
                  <a:pt x="140383" y="321299"/>
                </a:lnTo>
                <a:lnTo>
                  <a:pt x="139802" y="321338"/>
                </a:lnTo>
                <a:lnTo>
                  <a:pt x="139212" y="321365"/>
                </a:lnTo>
                <a:lnTo>
                  <a:pt x="138612" y="321382"/>
                </a:lnTo>
                <a:lnTo>
                  <a:pt x="138003" y="321388"/>
                </a:lnTo>
                <a:lnTo>
                  <a:pt x="137356" y="321382"/>
                </a:lnTo>
                <a:lnTo>
                  <a:pt x="136723" y="321365"/>
                </a:lnTo>
                <a:lnTo>
                  <a:pt x="136103" y="321338"/>
                </a:lnTo>
                <a:lnTo>
                  <a:pt x="135498" y="321299"/>
                </a:lnTo>
                <a:lnTo>
                  <a:pt x="134907" y="321249"/>
                </a:lnTo>
                <a:lnTo>
                  <a:pt x="134329" y="321188"/>
                </a:lnTo>
                <a:close/>
                <a:moveTo>
                  <a:pt x="366119" y="331158"/>
                </a:moveTo>
                <a:lnTo>
                  <a:pt x="384218" y="249312"/>
                </a:lnTo>
                <a:lnTo>
                  <a:pt x="371404" y="249312"/>
                </a:lnTo>
                <a:lnTo>
                  <a:pt x="357630" y="308734"/>
                </a:lnTo>
                <a:lnTo>
                  <a:pt x="356989" y="308734"/>
                </a:lnTo>
                <a:lnTo>
                  <a:pt x="344656" y="249312"/>
                </a:lnTo>
                <a:lnTo>
                  <a:pt x="329440" y="249312"/>
                </a:lnTo>
                <a:lnTo>
                  <a:pt x="316146" y="308734"/>
                </a:lnTo>
                <a:lnTo>
                  <a:pt x="315505" y="308734"/>
                </a:lnTo>
                <a:lnTo>
                  <a:pt x="301410" y="249312"/>
                </a:lnTo>
                <a:lnTo>
                  <a:pt x="288116" y="249312"/>
                </a:lnTo>
                <a:lnTo>
                  <a:pt x="306696" y="331158"/>
                </a:lnTo>
                <a:lnTo>
                  <a:pt x="322713" y="331158"/>
                </a:lnTo>
                <a:lnTo>
                  <a:pt x="336647" y="269974"/>
                </a:lnTo>
                <a:lnTo>
                  <a:pt x="337288" y="269974"/>
                </a:lnTo>
                <a:lnTo>
                  <a:pt x="349941" y="331158"/>
                </a:lnTo>
                <a:lnTo>
                  <a:pt x="366119" y="331158"/>
                </a:lnTo>
                <a:close/>
                <a:moveTo>
                  <a:pt x="397477" y="271080"/>
                </a:moveTo>
                <a:lnTo>
                  <a:pt x="397492" y="271162"/>
                </a:lnTo>
                <a:lnTo>
                  <a:pt x="397507" y="271250"/>
                </a:lnTo>
                <a:lnTo>
                  <a:pt x="397523" y="271345"/>
                </a:lnTo>
                <a:lnTo>
                  <a:pt x="397539" y="271445"/>
                </a:lnTo>
                <a:lnTo>
                  <a:pt x="397556" y="271552"/>
                </a:lnTo>
                <a:lnTo>
                  <a:pt x="397574" y="271664"/>
                </a:lnTo>
                <a:lnTo>
                  <a:pt x="397592" y="271783"/>
                </a:lnTo>
                <a:lnTo>
                  <a:pt x="397610" y="271908"/>
                </a:lnTo>
                <a:lnTo>
                  <a:pt x="397630" y="272039"/>
                </a:lnTo>
                <a:lnTo>
                  <a:pt x="397649" y="272176"/>
                </a:lnTo>
                <a:lnTo>
                  <a:pt x="397670" y="272319"/>
                </a:lnTo>
                <a:lnTo>
                  <a:pt x="397690" y="272468"/>
                </a:lnTo>
                <a:lnTo>
                  <a:pt x="397712" y="272624"/>
                </a:lnTo>
                <a:lnTo>
                  <a:pt x="397734" y="272785"/>
                </a:lnTo>
                <a:lnTo>
                  <a:pt x="397756" y="272953"/>
                </a:lnTo>
                <a:lnTo>
                  <a:pt x="397779" y="273127"/>
                </a:lnTo>
                <a:lnTo>
                  <a:pt x="397803" y="273307"/>
                </a:lnTo>
                <a:lnTo>
                  <a:pt x="397827" y="273493"/>
                </a:lnTo>
                <a:lnTo>
                  <a:pt x="397852" y="273685"/>
                </a:lnTo>
                <a:lnTo>
                  <a:pt x="397877" y="273883"/>
                </a:lnTo>
                <a:lnTo>
                  <a:pt x="397903" y="274088"/>
                </a:lnTo>
                <a:lnTo>
                  <a:pt x="397930" y="274298"/>
                </a:lnTo>
                <a:lnTo>
                  <a:pt x="412665" y="274298"/>
                </a:lnTo>
                <a:lnTo>
                  <a:pt x="412665" y="272376"/>
                </a:lnTo>
                <a:lnTo>
                  <a:pt x="412673" y="271847"/>
                </a:lnTo>
                <a:lnTo>
                  <a:pt x="412697" y="271328"/>
                </a:lnTo>
                <a:lnTo>
                  <a:pt x="412738" y="270819"/>
                </a:lnTo>
                <a:lnTo>
                  <a:pt x="412794" y="270321"/>
                </a:lnTo>
                <a:lnTo>
                  <a:pt x="412867" y="269832"/>
                </a:lnTo>
                <a:lnTo>
                  <a:pt x="412955" y="269353"/>
                </a:lnTo>
                <a:lnTo>
                  <a:pt x="413060" y="268884"/>
                </a:lnTo>
                <a:lnTo>
                  <a:pt x="413181" y="268425"/>
                </a:lnTo>
                <a:lnTo>
                  <a:pt x="413318" y="267976"/>
                </a:lnTo>
                <a:lnTo>
                  <a:pt x="413472" y="267538"/>
                </a:lnTo>
                <a:lnTo>
                  <a:pt x="413641" y="267109"/>
                </a:lnTo>
                <a:lnTo>
                  <a:pt x="413826" y="266690"/>
                </a:lnTo>
                <a:lnTo>
                  <a:pt x="414028" y="266281"/>
                </a:lnTo>
                <a:lnTo>
                  <a:pt x="414246" y="265883"/>
                </a:lnTo>
                <a:lnTo>
                  <a:pt x="414480" y="265494"/>
                </a:lnTo>
                <a:lnTo>
                  <a:pt x="414730" y="265115"/>
                </a:lnTo>
                <a:lnTo>
                  <a:pt x="414996" y="264746"/>
                </a:lnTo>
                <a:lnTo>
                  <a:pt x="415278" y="264388"/>
                </a:lnTo>
                <a:lnTo>
                  <a:pt x="415576" y="264039"/>
                </a:lnTo>
                <a:lnTo>
                  <a:pt x="415891" y="263700"/>
                </a:lnTo>
                <a:lnTo>
                  <a:pt x="416221" y="263372"/>
                </a:lnTo>
                <a:lnTo>
                  <a:pt x="416568" y="263053"/>
                </a:lnTo>
                <a:lnTo>
                  <a:pt x="416931" y="262744"/>
                </a:lnTo>
                <a:lnTo>
                  <a:pt x="417310" y="262446"/>
                </a:lnTo>
                <a:lnTo>
                  <a:pt x="417704" y="262158"/>
                </a:lnTo>
                <a:lnTo>
                  <a:pt x="418111" y="261883"/>
                </a:lnTo>
                <a:lnTo>
                  <a:pt x="418531" y="261620"/>
                </a:lnTo>
                <a:lnTo>
                  <a:pt x="418965" y="261369"/>
                </a:lnTo>
                <a:lnTo>
                  <a:pt x="419412" y="261130"/>
                </a:lnTo>
                <a:lnTo>
                  <a:pt x="419873" y="260904"/>
                </a:lnTo>
                <a:lnTo>
                  <a:pt x="420347" y="260690"/>
                </a:lnTo>
                <a:lnTo>
                  <a:pt x="420834" y="260488"/>
                </a:lnTo>
                <a:lnTo>
                  <a:pt x="421334" y="260298"/>
                </a:lnTo>
                <a:lnTo>
                  <a:pt x="421848" y="260121"/>
                </a:lnTo>
                <a:lnTo>
                  <a:pt x="422375" y="259956"/>
                </a:lnTo>
                <a:lnTo>
                  <a:pt x="422916" y="259803"/>
                </a:lnTo>
                <a:lnTo>
                  <a:pt x="423470" y="259662"/>
                </a:lnTo>
                <a:lnTo>
                  <a:pt x="424037" y="259534"/>
                </a:lnTo>
                <a:lnTo>
                  <a:pt x="424618" y="259417"/>
                </a:lnTo>
                <a:lnTo>
                  <a:pt x="425212" y="259313"/>
                </a:lnTo>
                <a:lnTo>
                  <a:pt x="425819" y="259222"/>
                </a:lnTo>
                <a:lnTo>
                  <a:pt x="426440" y="259142"/>
                </a:lnTo>
                <a:lnTo>
                  <a:pt x="427074" y="259075"/>
                </a:lnTo>
                <a:lnTo>
                  <a:pt x="427721" y="259020"/>
                </a:lnTo>
                <a:lnTo>
                  <a:pt x="428382" y="258977"/>
                </a:lnTo>
                <a:lnTo>
                  <a:pt x="429056" y="258946"/>
                </a:lnTo>
                <a:lnTo>
                  <a:pt x="429743" y="258928"/>
                </a:lnTo>
                <a:lnTo>
                  <a:pt x="430444" y="258922"/>
                </a:lnTo>
                <a:lnTo>
                  <a:pt x="431209" y="258928"/>
                </a:lnTo>
                <a:lnTo>
                  <a:pt x="431954" y="258946"/>
                </a:lnTo>
                <a:lnTo>
                  <a:pt x="432681" y="258977"/>
                </a:lnTo>
                <a:lnTo>
                  <a:pt x="433389" y="259020"/>
                </a:lnTo>
                <a:lnTo>
                  <a:pt x="434078" y="259075"/>
                </a:lnTo>
                <a:lnTo>
                  <a:pt x="434748" y="259142"/>
                </a:lnTo>
                <a:lnTo>
                  <a:pt x="435400" y="259222"/>
                </a:lnTo>
                <a:lnTo>
                  <a:pt x="436032" y="259313"/>
                </a:lnTo>
                <a:lnTo>
                  <a:pt x="436645" y="259417"/>
                </a:lnTo>
                <a:lnTo>
                  <a:pt x="437240" y="259534"/>
                </a:lnTo>
                <a:lnTo>
                  <a:pt x="437816" y="259662"/>
                </a:lnTo>
                <a:lnTo>
                  <a:pt x="438372" y="259803"/>
                </a:lnTo>
                <a:lnTo>
                  <a:pt x="438910" y="259956"/>
                </a:lnTo>
                <a:lnTo>
                  <a:pt x="439429" y="260121"/>
                </a:lnTo>
                <a:lnTo>
                  <a:pt x="439929" y="260298"/>
                </a:lnTo>
                <a:lnTo>
                  <a:pt x="440410" y="260488"/>
                </a:lnTo>
                <a:lnTo>
                  <a:pt x="440872" y="260690"/>
                </a:lnTo>
                <a:lnTo>
                  <a:pt x="441315" y="260904"/>
                </a:lnTo>
                <a:lnTo>
                  <a:pt x="441740" y="261130"/>
                </a:lnTo>
                <a:lnTo>
                  <a:pt x="442145" y="261369"/>
                </a:lnTo>
                <a:lnTo>
                  <a:pt x="442532" y="261620"/>
                </a:lnTo>
                <a:lnTo>
                  <a:pt x="442899" y="261883"/>
                </a:lnTo>
                <a:lnTo>
                  <a:pt x="443248" y="262158"/>
                </a:lnTo>
                <a:lnTo>
                  <a:pt x="443578" y="262446"/>
                </a:lnTo>
                <a:lnTo>
                  <a:pt x="443904" y="262746"/>
                </a:lnTo>
                <a:lnTo>
                  <a:pt x="444217" y="263062"/>
                </a:lnTo>
                <a:lnTo>
                  <a:pt x="444516" y="263392"/>
                </a:lnTo>
                <a:lnTo>
                  <a:pt x="444801" y="263736"/>
                </a:lnTo>
                <a:lnTo>
                  <a:pt x="445072" y="264095"/>
                </a:lnTo>
                <a:lnTo>
                  <a:pt x="445330" y="264468"/>
                </a:lnTo>
                <a:lnTo>
                  <a:pt x="445573" y="264855"/>
                </a:lnTo>
                <a:lnTo>
                  <a:pt x="445802" y="265257"/>
                </a:lnTo>
                <a:lnTo>
                  <a:pt x="446018" y="265674"/>
                </a:lnTo>
                <a:lnTo>
                  <a:pt x="446219" y="266105"/>
                </a:lnTo>
                <a:lnTo>
                  <a:pt x="446407" y="266550"/>
                </a:lnTo>
                <a:lnTo>
                  <a:pt x="446581" y="267010"/>
                </a:lnTo>
                <a:lnTo>
                  <a:pt x="446741" y="267485"/>
                </a:lnTo>
                <a:lnTo>
                  <a:pt x="446887" y="267974"/>
                </a:lnTo>
                <a:lnTo>
                  <a:pt x="447019" y="268477"/>
                </a:lnTo>
                <a:lnTo>
                  <a:pt x="447137" y="268995"/>
                </a:lnTo>
                <a:lnTo>
                  <a:pt x="447241" y="269527"/>
                </a:lnTo>
                <a:lnTo>
                  <a:pt x="447332" y="270074"/>
                </a:lnTo>
                <a:lnTo>
                  <a:pt x="447408" y="270635"/>
                </a:lnTo>
                <a:lnTo>
                  <a:pt x="447471" y="271210"/>
                </a:lnTo>
                <a:lnTo>
                  <a:pt x="447519" y="271800"/>
                </a:lnTo>
                <a:lnTo>
                  <a:pt x="447554" y="272405"/>
                </a:lnTo>
                <a:lnTo>
                  <a:pt x="447575" y="273024"/>
                </a:lnTo>
                <a:lnTo>
                  <a:pt x="447582" y="273657"/>
                </a:lnTo>
                <a:lnTo>
                  <a:pt x="447582" y="282627"/>
                </a:lnTo>
                <a:lnTo>
                  <a:pt x="446006" y="282632"/>
                </a:lnTo>
                <a:lnTo>
                  <a:pt x="444456" y="282646"/>
                </a:lnTo>
                <a:lnTo>
                  <a:pt x="442932" y="282669"/>
                </a:lnTo>
                <a:lnTo>
                  <a:pt x="441433" y="282702"/>
                </a:lnTo>
                <a:lnTo>
                  <a:pt x="439960" y="282745"/>
                </a:lnTo>
                <a:lnTo>
                  <a:pt x="438512" y="282797"/>
                </a:lnTo>
                <a:lnTo>
                  <a:pt x="437090" y="282858"/>
                </a:lnTo>
                <a:lnTo>
                  <a:pt x="435694" y="282929"/>
                </a:lnTo>
                <a:lnTo>
                  <a:pt x="434323" y="283010"/>
                </a:lnTo>
                <a:lnTo>
                  <a:pt x="432978" y="283100"/>
                </a:lnTo>
                <a:lnTo>
                  <a:pt x="431658" y="283199"/>
                </a:lnTo>
                <a:lnTo>
                  <a:pt x="430364" y="283308"/>
                </a:lnTo>
                <a:lnTo>
                  <a:pt x="429095" y="283426"/>
                </a:lnTo>
                <a:lnTo>
                  <a:pt x="427852" y="283553"/>
                </a:lnTo>
                <a:lnTo>
                  <a:pt x="426635" y="283690"/>
                </a:lnTo>
                <a:lnTo>
                  <a:pt x="425443" y="283837"/>
                </a:lnTo>
                <a:lnTo>
                  <a:pt x="424277" y="283993"/>
                </a:lnTo>
                <a:lnTo>
                  <a:pt x="423136" y="284158"/>
                </a:lnTo>
                <a:lnTo>
                  <a:pt x="422021" y="284333"/>
                </a:lnTo>
                <a:lnTo>
                  <a:pt x="420932" y="284518"/>
                </a:lnTo>
                <a:lnTo>
                  <a:pt x="419868" y="284712"/>
                </a:lnTo>
                <a:lnTo>
                  <a:pt x="418829" y="284915"/>
                </a:lnTo>
                <a:lnTo>
                  <a:pt x="417817" y="285128"/>
                </a:lnTo>
                <a:lnTo>
                  <a:pt x="416829" y="285350"/>
                </a:lnTo>
                <a:lnTo>
                  <a:pt x="415879" y="285582"/>
                </a:lnTo>
                <a:lnTo>
                  <a:pt x="414951" y="285826"/>
                </a:lnTo>
                <a:lnTo>
                  <a:pt x="414044" y="286080"/>
                </a:lnTo>
                <a:lnTo>
                  <a:pt x="413159" y="286346"/>
                </a:lnTo>
                <a:lnTo>
                  <a:pt x="412296" y="286623"/>
                </a:lnTo>
                <a:lnTo>
                  <a:pt x="411454" y="286911"/>
                </a:lnTo>
                <a:lnTo>
                  <a:pt x="410634" y="287211"/>
                </a:lnTo>
                <a:lnTo>
                  <a:pt x="409835" y="287521"/>
                </a:lnTo>
                <a:lnTo>
                  <a:pt x="409059" y="287842"/>
                </a:lnTo>
                <a:lnTo>
                  <a:pt x="408304" y="288175"/>
                </a:lnTo>
                <a:lnTo>
                  <a:pt x="407571" y="288519"/>
                </a:lnTo>
                <a:lnTo>
                  <a:pt x="406859" y="288873"/>
                </a:lnTo>
                <a:lnTo>
                  <a:pt x="406169" y="289239"/>
                </a:lnTo>
                <a:lnTo>
                  <a:pt x="405501" y="289616"/>
                </a:lnTo>
                <a:lnTo>
                  <a:pt x="404854" y="290005"/>
                </a:lnTo>
                <a:lnTo>
                  <a:pt x="404230" y="290404"/>
                </a:lnTo>
                <a:lnTo>
                  <a:pt x="403626" y="290814"/>
                </a:lnTo>
                <a:lnTo>
                  <a:pt x="403045" y="291236"/>
                </a:lnTo>
                <a:lnTo>
                  <a:pt x="402485" y="291669"/>
                </a:lnTo>
                <a:lnTo>
                  <a:pt x="401947" y="292112"/>
                </a:lnTo>
                <a:lnTo>
                  <a:pt x="401431" y="292567"/>
                </a:lnTo>
                <a:lnTo>
                  <a:pt x="400936" y="293033"/>
                </a:lnTo>
                <a:lnTo>
                  <a:pt x="400463" y="293511"/>
                </a:lnTo>
                <a:lnTo>
                  <a:pt x="400012" y="293999"/>
                </a:lnTo>
                <a:lnTo>
                  <a:pt x="399594" y="294486"/>
                </a:lnTo>
                <a:lnTo>
                  <a:pt x="399193" y="294987"/>
                </a:lnTo>
                <a:lnTo>
                  <a:pt x="398810" y="295500"/>
                </a:lnTo>
                <a:lnTo>
                  <a:pt x="398446" y="296028"/>
                </a:lnTo>
                <a:lnTo>
                  <a:pt x="398099" y="296568"/>
                </a:lnTo>
                <a:lnTo>
                  <a:pt x="397769" y="297122"/>
                </a:lnTo>
                <a:lnTo>
                  <a:pt x="397458" y="297689"/>
                </a:lnTo>
                <a:lnTo>
                  <a:pt x="397164" y="298270"/>
                </a:lnTo>
                <a:lnTo>
                  <a:pt x="396888" y="298864"/>
                </a:lnTo>
                <a:lnTo>
                  <a:pt x="396630" y="299471"/>
                </a:lnTo>
                <a:lnTo>
                  <a:pt x="396390" y="300092"/>
                </a:lnTo>
                <a:lnTo>
                  <a:pt x="396168" y="300726"/>
                </a:lnTo>
                <a:lnTo>
                  <a:pt x="395963" y="301373"/>
                </a:lnTo>
                <a:lnTo>
                  <a:pt x="395776" y="302034"/>
                </a:lnTo>
                <a:lnTo>
                  <a:pt x="395607" y="302708"/>
                </a:lnTo>
                <a:lnTo>
                  <a:pt x="395456" y="303395"/>
                </a:lnTo>
                <a:lnTo>
                  <a:pt x="395322" y="304096"/>
                </a:lnTo>
                <a:lnTo>
                  <a:pt x="395207" y="304810"/>
                </a:lnTo>
                <a:lnTo>
                  <a:pt x="395109" y="305538"/>
                </a:lnTo>
                <a:lnTo>
                  <a:pt x="395029" y="306278"/>
                </a:lnTo>
                <a:lnTo>
                  <a:pt x="394966" y="307033"/>
                </a:lnTo>
                <a:lnTo>
                  <a:pt x="394922" y="307800"/>
                </a:lnTo>
                <a:lnTo>
                  <a:pt x="394895" y="308581"/>
                </a:lnTo>
                <a:lnTo>
                  <a:pt x="394886" y="309375"/>
                </a:lnTo>
                <a:lnTo>
                  <a:pt x="394898" y="310326"/>
                </a:lnTo>
                <a:lnTo>
                  <a:pt x="394933" y="311258"/>
                </a:lnTo>
                <a:lnTo>
                  <a:pt x="394991" y="312171"/>
                </a:lnTo>
                <a:lnTo>
                  <a:pt x="395073" y="313063"/>
                </a:lnTo>
                <a:lnTo>
                  <a:pt x="395178" y="313937"/>
                </a:lnTo>
                <a:lnTo>
                  <a:pt x="395307" y="314791"/>
                </a:lnTo>
                <a:lnTo>
                  <a:pt x="395459" y="315625"/>
                </a:lnTo>
                <a:lnTo>
                  <a:pt x="395634" y="316440"/>
                </a:lnTo>
                <a:lnTo>
                  <a:pt x="395832" y="317236"/>
                </a:lnTo>
                <a:lnTo>
                  <a:pt x="396054" y="318012"/>
                </a:lnTo>
                <a:lnTo>
                  <a:pt x="396300" y="318769"/>
                </a:lnTo>
                <a:lnTo>
                  <a:pt x="396568" y="319506"/>
                </a:lnTo>
                <a:lnTo>
                  <a:pt x="396860" y="320223"/>
                </a:lnTo>
                <a:lnTo>
                  <a:pt x="397175" y="320922"/>
                </a:lnTo>
                <a:lnTo>
                  <a:pt x="397514" y="321600"/>
                </a:lnTo>
                <a:lnTo>
                  <a:pt x="397876" y="322260"/>
                </a:lnTo>
                <a:lnTo>
                  <a:pt x="398262" y="322900"/>
                </a:lnTo>
                <a:lnTo>
                  <a:pt x="398670" y="323520"/>
                </a:lnTo>
                <a:lnTo>
                  <a:pt x="399102" y="324121"/>
                </a:lnTo>
                <a:lnTo>
                  <a:pt x="399558" y="324702"/>
                </a:lnTo>
                <a:lnTo>
                  <a:pt x="400037" y="325264"/>
                </a:lnTo>
                <a:lnTo>
                  <a:pt x="400539" y="325807"/>
                </a:lnTo>
                <a:lnTo>
                  <a:pt x="401065" y="326330"/>
                </a:lnTo>
                <a:lnTo>
                  <a:pt x="401613" y="326833"/>
                </a:lnTo>
                <a:lnTo>
                  <a:pt x="402197" y="327317"/>
                </a:lnTo>
                <a:lnTo>
                  <a:pt x="402801" y="327780"/>
                </a:lnTo>
                <a:lnTo>
                  <a:pt x="403425" y="328222"/>
                </a:lnTo>
                <a:lnTo>
                  <a:pt x="404069" y="328644"/>
                </a:lnTo>
                <a:lnTo>
                  <a:pt x="404733" y="329046"/>
                </a:lnTo>
                <a:lnTo>
                  <a:pt x="405417" y="329426"/>
                </a:lnTo>
                <a:lnTo>
                  <a:pt x="406122" y="329786"/>
                </a:lnTo>
                <a:lnTo>
                  <a:pt x="406846" y="330126"/>
                </a:lnTo>
                <a:lnTo>
                  <a:pt x="407590" y="330445"/>
                </a:lnTo>
                <a:lnTo>
                  <a:pt x="408354" y="330743"/>
                </a:lnTo>
                <a:lnTo>
                  <a:pt x="409138" y="331021"/>
                </a:lnTo>
                <a:lnTo>
                  <a:pt x="409942" y="331278"/>
                </a:lnTo>
                <a:lnTo>
                  <a:pt x="410766" y="331515"/>
                </a:lnTo>
                <a:lnTo>
                  <a:pt x="411611" y="331731"/>
                </a:lnTo>
                <a:lnTo>
                  <a:pt x="412475" y="331926"/>
                </a:lnTo>
                <a:lnTo>
                  <a:pt x="413359" y="332101"/>
                </a:lnTo>
                <a:lnTo>
                  <a:pt x="414263" y="332256"/>
                </a:lnTo>
                <a:lnTo>
                  <a:pt x="415188" y="332389"/>
                </a:lnTo>
                <a:lnTo>
                  <a:pt x="416132" y="332503"/>
                </a:lnTo>
                <a:lnTo>
                  <a:pt x="417096" y="332595"/>
                </a:lnTo>
                <a:lnTo>
                  <a:pt x="418081" y="332667"/>
                </a:lnTo>
                <a:lnTo>
                  <a:pt x="419085" y="332719"/>
                </a:lnTo>
                <a:lnTo>
                  <a:pt x="420110" y="332749"/>
                </a:lnTo>
                <a:lnTo>
                  <a:pt x="421154" y="332760"/>
                </a:lnTo>
                <a:lnTo>
                  <a:pt x="421634" y="332758"/>
                </a:lnTo>
                <a:lnTo>
                  <a:pt x="422112" y="332751"/>
                </a:lnTo>
                <a:lnTo>
                  <a:pt x="422588" y="332740"/>
                </a:lnTo>
                <a:lnTo>
                  <a:pt x="423063" y="332724"/>
                </a:lnTo>
                <a:lnTo>
                  <a:pt x="423536" y="332704"/>
                </a:lnTo>
                <a:lnTo>
                  <a:pt x="424007" y="332680"/>
                </a:lnTo>
                <a:lnTo>
                  <a:pt x="424477" y="332651"/>
                </a:lnTo>
                <a:lnTo>
                  <a:pt x="424945" y="332617"/>
                </a:lnTo>
                <a:lnTo>
                  <a:pt x="425411" y="332580"/>
                </a:lnTo>
                <a:lnTo>
                  <a:pt x="425876" y="332537"/>
                </a:lnTo>
                <a:lnTo>
                  <a:pt x="426339" y="332491"/>
                </a:lnTo>
                <a:lnTo>
                  <a:pt x="426800" y="332439"/>
                </a:lnTo>
                <a:lnTo>
                  <a:pt x="427260" y="332384"/>
                </a:lnTo>
                <a:lnTo>
                  <a:pt x="427718" y="332324"/>
                </a:lnTo>
                <a:lnTo>
                  <a:pt x="428174" y="332259"/>
                </a:lnTo>
                <a:lnTo>
                  <a:pt x="428629" y="332190"/>
                </a:lnTo>
                <a:lnTo>
                  <a:pt x="429082" y="332117"/>
                </a:lnTo>
                <a:lnTo>
                  <a:pt x="429533" y="332039"/>
                </a:lnTo>
                <a:lnTo>
                  <a:pt x="429983" y="331957"/>
                </a:lnTo>
                <a:lnTo>
                  <a:pt x="430431" y="331870"/>
                </a:lnTo>
                <a:lnTo>
                  <a:pt x="430877" y="331779"/>
                </a:lnTo>
                <a:lnTo>
                  <a:pt x="431321" y="331683"/>
                </a:lnTo>
                <a:lnTo>
                  <a:pt x="431764" y="331583"/>
                </a:lnTo>
                <a:lnTo>
                  <a:pt x="432206" y="331478"/>
                </a:lnTo>
                <a:lnTo>
                  <a:pt x="432645" y="331382"/>
                </a:lnTo>
                <a:lnTo>
                  <a:pt x="433080" y="331279"/>
                </a:lnTo>
                <a:lnTo>
                  <a:pt x="433512" y="331171"/>
                </a:lnTo>
                <a:lnTo>
                  <a:pt x="433941" y="331056"/>
                </a:lnTo>
                <a:lnTo>
                  <a:pt x="434366" y="330935"/>
                </a:lnTo>
                <a:lnTo>
                  <a:pt x="434788" y="330808"/>
                </a:lnTo>
                <a:lnTo>
                  <a:pt x="435207" y="330675"/>
                </a:lnTo>
                <a:lnTo>
                  <a:pt x="435623" y="330535"/>
                </a:lnTo>
                <a:lnTo>
                  <a:pt x="436035" y="330390"/>
                </a:lnTo>
                <a:lnTo>
                  <a:pt x="436444" y="330238"/>
                </a:lnTo>
                <a:lnTo>
                  <a:pt x="436849" y="330081"/>
                </a:lnTo>
                <a:lnTo>
                  <a:pt x="437251" y="329917"/>
                </a:lnTo>
                <a:lnTo>
                  <a:pt x="437650" y="329747"/>
                </a:lnTo>
                <a:lnTo>
                  <a:pt x="438045" y="329571"/>
                </a:lnTo>
                <a:lnTo>
                  <a:pt x="438437" y="329389"/>
                </a:lnTo>
                <a:lnTo>
                  <a:pt x="438826" y="329200"/>
                </a:lnTo>
                <a:lnTo>
                  <a:pt x="439211" y="329006"/>
                </a:lnTo>
                <a:lnTo>
                  <a:pt x="439594" y="328806"/>
                </a:lnTo>
                <a:lnTo>
                  <a:pt x="439972" y="328599"/>
                </a:lnTo>
                <a:lnTo>
                  <a:pt x="440348" y="328386"/>
                </a:lnTo>
                <a:lnTo>
                  <a:pt x="440720" y="328167"/>
                </a:lnTo>
                <a:lnTo>
                  <a:pt x="441088" y="327942"/>
                </a:lnTo>
                <a:lnTo>
                  <a:pt x="441454" y="327711"/>
                </a:lnTo>
                <a:lnTo>
                  <a:pt x="441816" y="327474"/>
                </a:lnTo>
                <a:lnTo>
                  <a:pt x="442173" y="327217"/>
                </a:lnTo>
                <a:lnTo>
                  <a:pt x="442526" y="326954"/>
                </a:lnTo>
                <a:lnTo>
                  <a:pt x="442872" y="326683"/>
                </a:lnTo>
                <a:lnTo>
                  <a:pt x="443213" y="326406"/>
                </a:lnTo>
                <a:lnTo>
                  <a:pt x="443548" y="326123"/>
                </a:lnTo>
                <a:lnTo>
                  <a:pt x="443878" y="325832"/>
                </a:lnTo>
                <a:lnTo>
                  <a:pt x="444202" y="325535"/>
                </a:lnTo>
                <a:lnTo>
                  <a:pt x="444521" y="325232"/>
                </a:lnTo>
                <a:lnTo>
                  <a:pt x="444834" y="324921"/>
                </a:lnTo>
                <a:lnTo>
                  <a:pt x="445142" y="324604"/>
                </a:lnTo>
                <a:lnTo>
                  <a:pt x="445444" y="324281"/>
                </a:lnTo>
                <a:lnTo>
                  <a:pt x="445740" y="323950"/>
                </a:lnTo>
                <a:lnTo>
                  <a:pt x="446031" y="323613"/>
                </a:lnTo>
                <a:lnTo>
                  <a:pt x="446316" y="323270"/>
                </a:lnTo>
                <a:lnTo>
                  <a:pt x="446596" y="322919"/>
                </a:lnTo>
                <a:lnTo>
                  <a:pt x="446870" y="322562"/>
                </a:lnTo>
                <a:lnTo>
                  <a:pt x="447139" y="322199"/>
                </a:lnTo>
                <a:lnTo>
                  <a:pt x="447402" y="321828"/>
                </a:lnTo>
                <a:lnTo>
                  <a:pt x="447659" y="321451"/>
                </a:lnTo>
                <a:lnTo>
                  <a:pt x="447911" y="321067"/>
                </a:lnTo>
                <a:lnTo>
                  <a:pt x="448158" y="320677"/>
                </a:lnTo>
                <a:lnTo>
                  <a:pt x="448398" y="320280"/>
                </a:lnTo>
                <a:lnTo>
                  <a:pt x="448634" y="319876"/>
                </a:lnTo>
                <a:lnTo>
                  <a:pt x="448863" y="319466"/>
                </a:lnTo>
                <a:lnTo>
                  <a:pt x="448905" y="319889"/>
                </a:lnTo>
                <a:lnTo>
                  <a:pt x="448950" y="320304"/>
                </a:lnTo>
                <a:lnTo>
                  <a:pt x="448998" y="320712"/>
                </a:lnTo>
                <a:lnTo>
                  <a:pt x="449050" y="321112"/>
                </a:lnTo>
                <a:lnTo>
                  <a:pt x="449105" y="321504"/>
                </a:lnTo>
                <a:lnTo>
                  <a:pt x="449164" y="321888"/>
                </a:lnTo>
                <a:lnTo>
                  <a:pt x="449225" y="322265"/>
                </a:lnTo>
                <a:lnTo>
                  <a:pt x="449290" y="322633"/>
                </a:lnTo>
                <a:lnTo>
                  <a:pt x="449359" y="322994"/>
                </a:lnTo>
                <a:lnTo>
                  <a:pt x="449431" y="323348"/>
                </a:lnTo>
                <a:lnTo>
                  <a:pt x="449506" y="323693"/>
                </a:lnTo>
                <a:lnTo>
                  <a:pt x="449584" y="324031"/>
                </a:lnTo>
                <a:lnTo>
                  <a:pt x="449666" y="324360"/>
                </a:lnTo>
                <a:lnTo>
                  <a:pt x="449751" y="324682"/>
                </a:lnTo>
                <a:lnTo>
                  <a:pt x="449839" y="324997"/>
                </a:lnTo>
                <a:lnTo>
                  <a:pt x="449931" y="325303"/>
                </a:lnTo>
                <a:lnTo>
                  <a:pt x="450026" y="325602"/>
                </a:lnTo>
                <a:lnTo>
                  <a:pt x="450125" y="325892"/>
                </a:lnTo>
                <a:lnTo>
                  <a:pt x="450226" y="326176"/>
                </a:lnTo>
                <a:lnTo>
                  <a:pt x="450331" y="326451"/>
                </a:lnTo>
                <a:lnTo>
                  <a:pt x="450440" y="326718"/>
                </a:lnTo>
                <a:lnTo>
                  <a:pt x="450552" y="326978"/>
                </a:lnTo>
                <a:lnTo>
                  <a:pt x="450667" y="327230"/>
                </a:lnTo>
                <a:lnTo>
                  <a:pt x="450785" y="327474"/>
                </a:lnTo>
                <a:lnTo>
                  <a:pt x="450908" y="327711"/>
                </a:lnTo>
                <a:lnTo>
                  <a:pt x="451037" y="327942"/>
                </a:lnTo>
                <a:lnTo>
                  <a:pt x="451171" y="328167"/>
                </a:lnTo>
                <a:lnTo>
                  <a:pt x="451310" y="328386"/>
                </a:lnTo>
                <a:lnTo>
                  <a:pt x="451455" y="328599"/>
                </a:lnTo>
                <a:lnTo>
                  <a:pt x="451606" y="328806"/>
                </a:lnTo>
                <a:lnTo>
                  <a:pt x="451762" y="329006"/>
                </a:lnTo>
                <a:lnTo>
                  <a:pt x="451924" y="329200"/>
                </a:lnTo>
                <a:lnTo>
                  <a:pt x="452092" y="329389"/>
                </a:lnTo>
                <a:lnTo>
                  <a:pt x="452265" y="329571"/>
                </a:lnTo>
                <a:lnTo>
                  <a:pt x="452443" y="329747"/>
                </a:lnTo>
                <a:lnTo>
                  <a:pt x="452627" y="329917"/>
                </a:lnTo>
                <a:lnTo>
                  <a:pt x="452817" y="330081"/>
                </a:lnTo>
                <a:lnTo>
                  <a:pt x="453012" y="330238"/>
                </a:lnTo>
                <a:lnTo>
                  <a:pt x="453213" y="330390"/>
                </a:lnTo>
                <a:lnTo>
                  <a:pt x="453419" y="330535"/>
                </a:lnTo>
                <a:lnTo>
                  <a:pt x="453631" y="330675"/>
                </a:lnTo>
                <a:lnTo>
                  <a:pt x="453849" y="330808"/>
                </a:lnTo>
                <a:lnTo>
                  <a:pt x="454072" y="330935"/>
                </a:lnTo>
                <a:lnTo>
                  <a:pt x="454300" y="331056"/>
                </a:lnTo>
                <a:lnTo>
                  <a:pt x="454534" y="331171"/>
                </a:lnTo>
                <a:lnTo>
                  <a:pt x="454774" y="331279"/>
                </a:lnTo>
                <a:lnTo>
                  <a:pt x="455019" y="331382"/>
                </a:lnTo>
                <a:lnTo>
                  <a:pt x="455270" y="331478"/>
                </a:lnTo>
                <a:lnTo>
                  <a:pt x="455527" y="331583"/>
                </a:lnTo>
                <a:lnTo>
                  <a:pt x="455790" y="331683"/>
                </a:lnTo>
                <a:lnTo>
                  <a:pt x="456058" y="331779"/>
                </a:lnTo>
                <a:lnTo>
                  <a:pt x="456333" y="331870"/>
                </a:lnTo>
                <a:lnTo>
                  <a:pt x="456615" y="331957"/>
                </a:lnTo>
                <a:lnTo>
                  <a:pt x="456902" y="332039"/>
                </a:lnTo>
                <a:lnTo>
                  <a:pt x="457195" y="332117"/>
                </a:lnTo>
                <a:lnTo>
                  <a:pt x="457495" y="332190"/>
                </a:lnTo>
                <a:lnTo>
                  <a:pt x="457800" y="332259"/>
                </a:lnTo>
                <a:lnTo>
                  <a:pt x="458112" y="332324"/>
                </a:lnTo>
                <a:lnTo>
                  <a:pt x="458430" y="332384"/>
                </a:lnTo>
                <a:lnTo>
                  <a:pt x="458754" y="332439"/>
                </a:lnTo>
                <a:lnTo>
                  <a:pt x="459084" y="332491"/>
                </a:lnTo>
                <a:lnTo>
                  <a:pt x="459420" y="332537"/>
                </a:lnTo>
                <a:lnTo>
                  <a:pt x="459762" y="332580"/>
                </a:lnTo>
                <a:lnTo>
                  <a:pt x="460111" y="332617"/>
                </a:lnTo>
                <a:lnTo>
                  <a:pt x="460465" y="332651"/>
                </a:lnTo>
                <a:lnTo>
                  <a:pt x="460826" y="332680"/>
                </a:lnTo>
                <a:lnTo>
                  <a:pt x="461193" y="332704"/>
                </a:lnTo>
                <a:lnTo>
                  <a:pt x="461566" y="332724"/>
                </a:lnTo>
                <a:lnTo>
                  <a:pt x="461945" y="332740"/>
                </a:lnTo>
                <a:lnTo>
                  <a:pt x="462330" y="332751"/>
                </a:lnTo>
                <a:lnTo>
                  <a:pt x="462721" y="332758"/>
                </a:lnTo>
                <a:lnTo>
                  <a:pt x="463118" y="332760"/>
                </a:lnTo>
                <a:lnTo>
                  <a:pt x="463398" y="332758"/>
                </a:lnTo>
                <a:lnTo>
                  <a:pt x="463677" y="332754"/>
                </a:lnTo>
                <a:lnTo>
                  <a:pt x="463954" y="332747"/>
                </a:lnTo>
                <a:lnTo>
                  <a:pt x="464231" y="332737"/>
                </a:lnTo>
                <a:lnTo>
                  <a:pt x="464506" y="332725"/>
                </a:lnTo>
                <a:lnTo>
                  <a:pt x="464780" y="332710"/>
                </a:lnTo>
                <a:lnTo>
                  <a:pt x="465053" y="332692"/>
                </a:lnTo>
                <a:lnTo>
                  <a:pt x="465325" y="332671"/>
                </a:lnTo>
                <a:lnTo>
                  <a:pt x="465596" y="332647"/>
                </a:lnTo>
                <a:lnTo>
                  <a:pt x="465866" y="332621"/>
                </a:lnTo>
                <a:lnTo>
                  <a:pt x="466134" y="332591"/>
                </a:lnTo>
                <a:lnTo>
                  <a:pt x="466402" y="332560"/>
                </a:lnTo>
                <a:lnTo>
                  <a:pt x="466668" y="332525"/>
                </a:lnTo>
                <a:lnTo>
                  <a:pt x="466933" y="332487"/>
                </a:lnTo>
                <a:lnTo>
                  <a:pt x="467198" y="332447"/>
                </a:lnTo>
                <a:lnTo>
                  <a:pt x="467461" y="332404"/>
                </a:lnTo>
                <a:lnTo>
                  <a:pt x="467723" y="332358"/>
                </a:lnTo>
                <a:lnTo>
                  <a:pt x="467983" y="332309"/>
                </a:lnTo>
                <a:lnTo>
                  <a:pt x="468243" y="332258"/>
                </a:lnTo>
                <a:lnTo>
                  <a:pt x="468502" y="332204"/>
                </a:lnTo>
                <a:lnTo>
                  <a:pt x="468759" y="332147"/>
                </a:lnTo>
                <a:lnTo>
                  <a:pt x="469016" y="332087"/>
                </a:lnTo>
                <a:lnTo>
                  <a:pt x="469271" y="332024"/>
                </a:lnTo>
                <a:lnTo>
                  <a:pt x="469525" y="331959"/>
                </a:lnTo>
                <a:lnTo>
                  <a:pt x="469777" y="331891"/>
                </a:lnTo>
                <a:lnTo>
                  <a:pt x="470026" y="331821"/>
                </a:lnTo>
                <a:lnTo>
                  <a:pt x="470271" y="331749"/>
                </a:lnTo>
                <a:lnTo>
                  <a:pt x="470513" y="331674"/>
                </a:lnTo>
                <a:lnTo>
                  <a:pt x="470751" y="331597"/>
                </a:lnTo>
                <a:lnTo>
                  <a:pt x="470987" y="331518"/>
                </a:lnTo>
                <a:lnTo>
                  <a:pt x="471219" y="331437"/>
                </a:lnTo>
                <a:lnTo>
                  <a:pt x="471447" y="331354"/>
                </a:lnTo>
                <a:lnTo>
                  <a:pt x="471672" y="331268"/>
                </a:lnTo>
                <a:lnTo>
                  <a:pt x="471894" y="331180"/>
                </a:lnTo>
                <a:lnTo>
                  <a:pt x="472113" y="331090"/>
                </a:lnTo>
                <a:lnTo>
                  <a:pt x="472328" y="330998"/>
                </a:lnTo>
                <a:lnTo>
                  <a:pt x="472540" y="330903"/>
                </a:lnTo>
                <a:lnTo>
                  <a:pt x="472748" y="330807"/>
                </a:lnTo>
                <a:lnTo>
                  <a:pt x="472954" y="330708"/>
                </a:lnTo>
                <a:lnTo>
                  <a:pt x="473156" y="330606"/>
                </a:lnTo>
                <a:lnTo>
                  <a:pt x="473354" y="330503"/>
                </a:lnTo>
                <a:lnTo>
                  <a:pt x="473549" y="330397"/>
                </a:lnTo>
                <a:lnTo>
                  <a:pt x="473741" y="330289"/>
                </a:lnTo>
                <a:lnTo>
                  <a:pt x="473930" y="330179"/>
                </a:lnTo>
                <a:lnTo>
                  <a:pt x="474115" y="330067"/>
                </a:lnTo>
                <a:lnTo>
                  <a:pt x="474297" y="329952"/>
                </a:lnTo>
                <a:lnTo>
                  <a:pt x="474475" y="329836"/>
                </a:lnTo>
                <a:lnTo>
                  <a:pt x="474650" y="329716"/>
                </a:lnTo>
                <a:lnTo>
                  <a:pt x="474650" y="319306"/>
                </a:lnTo>
                <a:lnTo>
                  <a:pt x="474422" y="319462"/>
                </a:lnTo>
                <a:lnTo>
                  <a:pt x="474190" y="319613"/>
                </a:lnTo>
                <a:lnTo>
                  <a:pt x="473955" y="319756"/>
                </a:lnTo>
                <a:lnTo>
                  <a:pt x="473716" y="319893"/>
                </a:lnTo>
                <a:lnTo>
                  <a:pt x="473474" y="320023"/>
                </a:lnTo>
                <a:lnTo>
                  <a:pt x="473229" y="320146"/>
                </a:lnTo>
                <a:lnTo>
                  <a:pt x="472980" y="320263"/>
                </a:lnTo>
                <a:lnTo>
                  <a:pt x="472728" y="320373"/>
                </a:lnTo>
                <a:lnTo>
                  <a:pt x="472473" y="320477"/>
                </a:lnTo>
                <a:lnTo>
                  <a:pt x="472215" y="320574"/>
                </a:lnTo>
                <a:lnTo>
                  <a:pt x="471953" y="320664"/>
                </a:lnTo>
                <a:lnTo>
                  <a:pt x="471687" y="320747"/>
                </a:lnTo>
                <a:lnTo>
                  <a:pt x="471419" y="320824"/>
                </a:lnTo>
                <a:lnTo>
                  <a:pt x="471147" y="320894"/>
                </a:lnTo>
                <a:lnTo>
                  <a:pt x="470871" y="320957"/>
                </a:lnTo>
                <a:lnTo>
                  <a:pt x="470593" y="321014"/>
                </a:lnTo>
                <a:lnTo>
                  <a:pt x="470311" y="321064"/>
                </a:lnTo>
                <a:lnTo>
                  <a:pt x="470026" y="321107"/>
                </a:lnTo>
                <a:lnTo>
                  <a:pt x="469737" y="321144"/>
                </a:lnTo>
                <a:lnTo>
                  <a:pt x="469445" y="321174"/>
                </a:lnTo>
                <a:lnTo>
                  <a:pt x="469150" y="321198"/>
                </a:lnTo>
                <a:lnTo>
                  <a:pt x="468851" y="321214"/>
                </a:lnTo>
                <a:lnTo>
                  <a:pt x="468549" y="321224"/>
                </a:lnTo>
                <a:lnTo>
                  <a:pt x="468244" y="321228"/>
                </a:lnTo>
                <a:lnTo>
                  <a:pt x="468072" y="321226"/>
                </a:lnTo>
                <a:lnTo>
                  <a:pt x="467902" y="321220"/>
                </a:lnTo>
                <a:lnTo>
                  <a:pt x="467736" y="321210"/>
                </a:lnTo>
                <a:lnTo>
                  <a:pt x="467572" y="321196"/>
                </a:lnTo>
                <a:lnTo>
                  <a:pt x="467411" y="321179"/>
                </a:lnTo>
                <a:lnTo>
                  <a:pt x="467253" y="321158"/>
                </a:lnTo>
                <a:lnTo>
                  <a:pt x="467097" y="321132"/>
                </a:lnTo>
                <a:lnTo>
                  <a:pt x="466945" y="321103"/>
                </a:lnTo>
                <a:lnTo>
                  <a:pt x="466795" y="321070"/>
                </a:lnTo>
                <a:lnTo>
                  <a:pt x="466648" y="321033"/>
                </a:lnTo>
                <a:lnTo>
                  <a:pt x="466503" y="320992"/>
                </a:lnTo>
                <a:lnTo>
                  <a:pt x="466362" y="320947"/>
                </a:lnTo>
                <a:lnTo>
                  <a:pt x="466223" y="320899"/>
                </a:lnTo>
                <a:lnTo>
                  <a:pt x="466087" y="320846"/>
                </a:lnTo>
                <a:lnTo>
                  <a:pt x="465954" y="320790"/>
                </a:lnTo>
                <a:lnTo>
                  <a:pt x="465823" y="320729"/>
                </a:lnTo>
                <a:lnTo>
                  <a:pt x="465696" y="320665"/>
                </a:lnTo>
                <a:lnTo>
                  <a:pt x="465571" y="320597"/>
                </a:lnTo>
                <a:lnTo>
                  <a:pt x="465449" y="320525"/>
                </a:lnTo>
                <a:lnTo>
                  <a:pt x="465330" y="320449"/>
                </a:lnTo>
                <a:lnTo>
                  <a:pt x="465213" y="320369"/>
                </a:lnTo>
                <a:lnTo>
                  <a:pt x="465099" y="320285"/>
                </a:lnTo>
                <a:lnTo>
                  <a:pt x="464988" y="320198"/>
                </a:lnTo>
                <a:lnTo>
                  <a:pt x="464880" y="320106"/>
                </a:lnTo>
                <a:lnTo>
                  <a:pt x="464776" y="320010"/>
                </a:lnTo>
                <a:lnTo>
                  <a:pt x="464675" y="319910"/>
                </a:lnTo>
                <a:lnTo>
                  <a:pt x="464580" y="319804"/>
                </a:lnTo>
                <a:lnTo>
                  <a:pt x="464489" y="319693"/>
                </a:lnTo>
                <a:lnTo>
                  <a:pt x="464402" y="319577"/>
                </a:lnTo>
                <a:lnTo>
                  <a:pt x="464320" y="319456"/>
                </a:lnTo>
                <a:lnTo>
                  <a:pt x="464242" y="319330"/>
                </a:lnTo>
                <a:lnTo>
                  <a:pt x="464168" y="319199"/>
                </a:lnTo>
                <a:lnTo>
                  <a:pt x="464099" y="319063"/>
                </a:lnTo>
                <a:lnTo>
                  <a:pt x="464035" y="318922"/>
                </a:lnTo>
                <a:lnTo>
                  <a:pt x="463975" y="318776"/>
                </a:lnTo>
                <a:lnTo>
                  <a:pt x="463919" y="318625"/>
                </a:lnTo>
                <a:lnTo>
                  <a:pt x="463868" y="318469"/>
                </a:lnTo>
                <a:lnTo>
                  <a:pt x="463821" y="318308"/>
                </a:lnTo>
                <a:lnTo>
                  <a:pt x="463779" y="318142"/>
                </a:lnTo>
                <a:lnTo>
                  <a:pt x="463741" y="317971"/>
                </a:lnTo>
                <a:lnTo>
                  <a:pt x="463708" y="317795"/>
                </a:lnTo>
                <a:lnTo>
                  <a:pt x="463679" y="317614"/>
                </a:lnTo>
                <a:lnTo>
                  <a:pt x="463654" y="317428"/>
                </a:lnTo>
                <a:lnTo>
                  <a:pt x="463634" y="317237"/>
                </a:lnTo>
                <a:lnTo>
                  <a:pt x="463619" y="317041"/>
                </a:lnTo>
                <a:lnTo>
                  <a:pt x="463608" y="316840"/>
                </a:lnTo>
                <a:lnTo>
                  <a:pt x="463601" y="316634"/>
                </a:lnTo>
                <a:lnTo>
                  <a:pt x="463599" y="316423"/>
                </a:lnTo>
                <a:lnTo>
                  <a:pt x="463599" y="273017"/>
                </a:lnTo>
                <a:lnTo>
                  <a:pt x="463584" y="271960"/>
                </a:lnTo>
                <a:lnTo>
                  <a:pt x="463541" y="270927"/>
                </a:lnTo>
                <a:lnTo>
                  <a:pt x="463469" y="269916"/>
                </a:lnTo>
                <a:lnTo>
                  <a:pt x="463367" y="268928"/>
                </a:lnTo>
                <a:lnTo>
                  <a:pt x="463237" y="267963"/>
                </a:lnTo>
                <a:lnTo>
                  <a:pt x="463078" y="267020"/>
                </a:lnTo>
                <a:lnTo>
                  <a:pt x="462890" y="266101"/>
                </a:lnTo>
                <a:lnTo>
                  <a:pt x="462673" y="265204"/>
                </a:lnTo>
                <a:lnTo>
                  <a:pt x="462428" y="264330"/>
                </a:lnTo>
                <a:lnTo>
                  <a:pt x="462153" y="263479"/>
                </a:lnTo>
                <a:lnTo>
                  <a:pt x="461849" y="262651"/>
                </a:lnTo>
                <a:lnTo>
                  <a:pt x="461517" y="261845"/>
                </a:lnTo>
                <a:lnTo>
                  <a:pt x="461155" y="261062"/>
                </a:lnTo>
                <a:lnTo>
                  <a:pt x="460765" y="260302"/>
                </a:lnTo>
                <a:lnTo>
                  <a:pt x="460345" y="259565"/>
                </a:lnTo>
                <a:lnTo>
                  <a:pt x="459897" y="258851"/>
                </a:lnTo>
                <a:lnTo>
                  <a:pt x="459420" y="258159"/>
                </a:lnTo>
                <a:lnTo>
                  <a:pt x="458914" y="257490"/>
                </a:lnTo>
                <a:lnTo>
                  <a:pt x="458379" y="256844"/>
                </a:lnTo>
                <a:lnTo>
                  <a:pt x="457815" y="256221"/>
                </a:lnTo>
                <a:lnTo>
                  <a:pt x="457222" y="255621"/>
                </a:lnTo>
                <a:lnTo>
                  <a:pt x="456600" y="255043"/>
                </a:lnTo>
                <a:lnTo>
                  <a:pt x="455950" y="254489"/>
                </a:lnTo>
                <a:lnTo>
                  <a:pt x="455270" y="253957"/>
                </a:lnTo>
                <a:lnTo>
                  <a:pt x="454575" y="253447"/>
                </a:lnTo>
                <a:lnTo>
                  <a:pt x="453853" y="252959"/>
                </a:lnTo>
                <a:lnTo>
                  <a:pt x="453103" y="252493"/>
                </a:lnTo>
                <a:lnTo>
                  <a:pt x="452325" y="252048"/>
                </a:lnTo>
                <a:lnTo>
                  <a:pt x="451519" y="251625"/>
                </a:lnTo>
                <a:lnTo>
                  <a:pt x="450685" y="251224"/>
                </a:lnTo>
                <a:lnTo>
                  <a:pt x="449824" y="250844"/>
                </a:lnTo>
                <a:lnTo>
                  <a:pt x="448934" y="250486"/>
                </a:lnTo>
                <a:lnTo>
                  <a:pt x="448017" y="250150"/>
                </a:lnTo>
                <a:lnTo>
                  <a:pt x="447072" y="249836"/>
                </a:lnTo>
                <a:lnTo>
                  <a:pt x="446100" y="249543"/>
                </a:lnTo>
                <a:lnTo>
                  <a:pt x="445099" y="249272"/>
                </a:lnTo>
                <a:lnTo>
                  <a:pt x="444071" y="249022"/>
                </a:lnTo>
                <a:lnTo>
                  <a:pt x="443015" y="248795"/>
                </a:lnTo>
                <a:lnTo>
                  <a:pt x="441931" y="248588"/>
                </a:lnTo>
                <a:lnTo>
                  <a:pt x="440819" y="248404"/>
                </a:lnTo>
                <a:lnTo>
                  <a:pt x="439680" y="248241"/>
                </a:lnTo>
                <a:lnTo>
                  <a:pt x="438512" y="248100"/>
                </a:lnTo>
                <a:lnTo>
                  <a:pt x="437317" y="247981"/>
                </a:lnTo>
                <a:lnTo>
                  <a:pt x="436094" y="247884"/>
                </a:lnTo>
                <a:lnTo>
                  <a:pt x="434843" y="247808"/>
                </a:lnTo>
                <a:lnTo>
                  <a:pt x="433565" y="247753"/>
                </a:lnTo>
                <a:lnTo>
                  <a:pt x="432259" y="247721"/>
                </a:lnTo>
                <a:lnTo>
                  <a:pt x="430924" y="247710"/>
                </a:lnTo>
                <a:lnTo>
                  <a:pt x="429667" y="247721"/>
                </a:lnTo>
                <a:lnTo>
                  <a:pt x="428431" y="247753"/>
                </a:lnTo>
                <a:lnTo>
                  <a:pt x="427215" y="247808"/>
                </a:lnTo>
                <a:lnTo>
                  <a:pt x="426021" y="247884"/>
                </a:lnTo>
                <a:lnTo>
                  <a:pt x="424848" y="247981"/>
                </a:lnTo>
                <a:lnTo>
                  <a:pt x="423697" y="248100"/>
                </a:lnTo>
                <a:lnTo>
                  <a:pt x="422566" y="248241"/>
                </a:lnTo>
                <a:lnTo>
                  <a:pt x="421457" y="248404"/>
                </a:lnTo>
                <a:lnTo>
                  <a:pt x="420368" y="248588"/>
                </a:lnTo>
                <a:lnTo>
                  <a:pt x="419301" y="248795"/>
                </a:lnTo>
                <a:lnTo>
                  <a:pt x="418255" y="249022"/>
                </a:lnTo>
                <a:lnTo>
                  <a:pt x="417230" y="249272"/>
                </a:lnTo>
                <a:lnTo>
                  <a:pt x="416226" y="249543"/>
                </a:lnTo>
                <a:lnTo>
                  <a:pt x="415243" y="249836"/>
                </a:lnTo>
                <a:lnTo>
                  <a:pt x="414282" y="250150"/>
                </a:lnTo>
                <a:lnTo>
                  <a:pt x="413341" y="250486"/>
                </a:lnTo>
                <a:lnTo>
                  <a:pt x="412422" y="250844"/>
                </a:lnTo>
                <a:lnTo>
                  <a:pt x="411524" y="251224"/>
                </a:lnTo>
                <a:lnTo>
                  <a:pt x="410647" y="251625"/>
                </a:lnTo>
                <a:lnTo>
                  <a:pt x="409791" y="252048"/>
                </a:lnTo>
                <a:lnTo>
                  <a:pt x="408956" y="252493"/>
                </a:lnTo>
                <a:lnTo>
                  <a:pt x="408143" y="252959"/>
                </a:lnTo>
                <a:lnTo>
                  <a:pt x="407350" y="253447"/>
                </a:lnTo>
                <a:lnTo>
                  <a:pt x="406579" y="253957"/>
                </a:lnTo>
                <a:lnTo>
                  <a:pt x="405847" y="254485"/>
                </a:lnTo>
                <a:lnTo>
                  <a:pt x="405146" y="255028"/>
                </a:lnTo>
                <a:lnTo>
                  <a:pt x="404476" y="255586"/>
                </a:lnTo>
                <a:lnTo>
                  <a:pt x="403838" y="256159"/>
                </a:lnTo>
                <a:lnTo>
                  <a:pt x="403231" y="256747"/>
                </a:lnTo>
                <a:lnTo>
                  <a:pt x="402655" y="257350"/>
                </a:lnTo>
                <a:lnTo>
                  <a:pt x="402110" y="257968"/>
                </a:lnTo>
                <a:lnTo>
                  <a:pt x="401596" y="258602"/>
                </a:lnTo>
                <a:lnTo>
                  <a:pt x="401113" y="259250"/>
                </a:lnTo>
                <a:lnTo>
                  <a:pt x="400661" y="259913"/>
                </a:lnTo>
                <a:lnTo>
                  <a:pt x="400241" y="260591"/>
                </a:lnTo>
                <a:lnTo>
                  <a:pt x="399852" y="261284"/>
                </a:lnTo>
                <a:lnTo>
                  <a:pt x="399493" y="261993"/>
                </a:lnTo>
                <a:lnTo>
                  <a:pt x="399166" y="262716"/>
                </a:lnTo>
                <a:lnTo>
                  <a:pt x="398871" y="263454"/>
                </a:lnTo>
                <a:lnTo>
                  <a:pt x="398606" y="264207"/>
                </a:lnTo>
                <a:lnTo>
                  <a:pt x="398372" y="264976"/>
                </a:lnTo>
                <a:lnTo>
                  <a:pt x="398170" y="265759"/>
                </a:lnTo>
                <a:lnTo>
                  <a:pt x="397999" y="266557"/>
                </a:lnTo>
                <a:lnTo>
                  <a:pt x="397858" y="267371"/>
                </a:lnTo>
                <a:lnTo>
                  <a:pt x="397749" y="268199"/>
                </a:lnTo>
                <a:lnTo>
                  <a:pt x="397672" y="269043"/>
                </a:lnTo>
                <a:lnTo>
                  <a:pt x="397625" y="269901"/>
                </a:lnTo>
                <a:lnTo>
                  <a:pt x="397609" y="270774"/>
                </a:lnTo>
                <a:lnTo>
                  <a:pt x="397609" y="270800"/>
                </a:lnTo>
                <a:lnTo>
                  <a:pt x="397608" y="270823"/>
                </a:lnTo>
                <a:lnTo>
                  <a:pt x="397607" y="270844"/>
                </a:lnTo>
                <a:lnTo>
                  <a:pt x="397605" y="270863"/>
                </a:lnTo>
                <a:lnTo>
                  <a:pt x="397602" y="270880"/>
                </a:lnTo>
                <a:lnTo>
                  <a:pt x="397599" y="270894"/>
                </a:lnTo>
                <a:lnTo>
                  <a:pt x="397596" y="270907"/>
                </a:lnTo>
                <a:lnTo>
                  <a:pt x="397591" y="270917"/>
                </a:lnTo>
                <a:lnTo>
                  <a:pt x="397587" y="270925"/>
                </a:lnTo>
                <a:lnTo>
                  <a:pt x="397581" y="270930"/>
                </a:lnTo>
                <a:lnTo>
                  <a:pt x="397576" y="270933"/>
                </a:lnTo>
                <a:lnTo>
                  <a:pt x="397569" y="270935"/>
                </a:lnTo>
                <a:lnTo>
                  <a:pt x="397562" y="270933"/>
                </a:lnTo>
                <a:lnTo>
                  <a:pt x="397555" y="270930"/>
                </a:lnTo>
                <a:lnTo>
                  <a:pt x="397547" y="270925"/>
                </a:lnTo>
                <a:lnTo>
                  <a:pt x="397538" y="270917"/>
                </a:lnTo>
                <a:lnTo>
                  <a:pt x="397529" y="270907"/>
                </a:lnTo>
                <a:lnTo>
                  <a:pt x="397519" y="270894"/>
                </a:lnTo>
                <a:lnTo>
                  <a:pt x="397509" y="270880"/>
                </a:lnTo>
                <a:lnTo>
                  <a:pt x="397498" y="270863"/>
                </a:lnTo>
                <a:lnTo>
                  <a:pt x="397487" y="270844"/>
                </a:lnTo>
                <a:lnTo>
                  <a:pt x="397475" y="270823"/>
                </a:lnTo>
                <a:lnTo>
                  <a:pt x="397462" y="270800"/>
                </a:lnTo>
                <a:lnTo>
                  <a:pt x="397449" y="270774"/>
                </a:lnTo>
                <a:lnTo>
                  <a:pt x="397449" y="270808"/>
                </a:lnTo>
                <a:lnTo>
                  <a:pt x="397449" y="270869"/>
                </a:lnTo>
                <a:lnTo>
                  <a:pt x="397449" y="270935"/>
                </a:lnTo>
                <a:lnTo>
                  <a:pt x="397463" y="271004"/>
                </a:lnTo>
                <a:lnTo>
                  <a:pt x="397477" y="271080"/>
                </a:lnTo>
                <a:close/>
                <a:moveTo>
                  <a:pt x="423023" y="321249"/>
                </a:moveTo>
                <a:lnTo>
                  <a:pt x="422445" y="321188"/>
                </a:lnTo>
                <a:lnTo>
                  <a:pt x="421882" y="321115"/>
                </a:lnTo>
                <a:lnTo>
                  <a:pt x="421332" y="321032"/>
                </a:lnTo>
                <a:lnTo>
                  <a:pt x="420796" y="320937"/>
                </a:lnTo>
                <a:lnTo>
                  <a:pt x="420274" y="320832"/>
                </a:lnTo>
                <a:lnTo>
                  <a:pt x="419766" y="320715"/>
                </a:lnTo>
                <a:lnTo>
                  <a:pt x="419272" y="320587"/>
                </a:lnTo>
                <a:lnTo>
                  <a:pt x="418792" y="320448"/>
                </a:lnTo>
                <a:lnTo>
                  <a:pt x="418326" y="320298"/>
                </a:lnTo>
                <a:lnTo>
                  <a:pt x="417873" y="320136"/>
                </a:lnTo>
                <a:lnTo>
                  <a:pt x="417435" y="319964"/>
                </a:lnTo>
                <a:lnTo>
                  <a:pt x="417010" y="319780"/>
                </a:lnTo>
                <a:lnTo>
                  <a:pt x="416599" y="319586"/>
                </a:lnTo>
                <a:lnTo>
                  <a:pt x="416202" y="319380"/>
                </a:lnTo>
                <a:lnTo>
                  <a:pt x="415820" y="319163"/>
                </a:lnTo>
                <a:lnTo>
                  <a:pt x="415451" y="318935"/>
                </a:lnTo>
                <a:lnTo>
                  <a:pt x="415095" y="318696"/>
                </a:lnTo>
                <a:lnTo>
                  <a:pt x="414754" y="318446"/>
                </a:lnTo>
                <a:lnTo>
                  <a:pt x="414427" y="318184"/>
                </a:lnTo>
                <a:lnTo>
                  <a:pt x="414126" y="317912"/>
                </a:lnTo>
                <a:lnTo>
                  <a:pt x="413839" y="317628"/>
                </a:lnTo>
                <a:lnTo>
                  <a:pt x="413564" y="317333"/>
                </a:lnTo>
                <a:lnTo>
                  <a:pt x="413301" y="317028"/>
                </a:lnTo>
                <a:lnTo>
                  <a:pt x="413052" y="316711"/>
                </a:lnTo>
                <a:lnTo>
                  <a:pt x="412815" y="316382"/>
                </a:lnTo>
                <a:lnTo>
                  <a:pt x="412591" y="316043"/>
                </a:lnTo>
                <a:lnTo>
                  <a:pt x="412380" y="315693"/>
                </a:lnTo>
                <a:lnTo>
                  <a:pt x="412182" y="315331"/>
                </a:lnTo>
                <a:lnTo>
                  <a:pt x="411997" y="314959"/>
                </a:lnTo>
                <a:lnTo>
                  <a:pt x="411824" y="314575"/>
                </a:lnTo>
                <a:lnTo>
                  <a:pt x="411664" y="314180"/>
                </a:lnTo>
                <a:lnTo>
                  <a:pt x="411517" y="313774"/>
                </a:lnTo>
                <a:lnTo>
                  <a:pt x="411383" y="313357"/>
                </a:lnTo>
                <a:lnTo>
                  <a:pt x="411261" y="312929"/>
                </a:lnTo>
                <a:lnTo>
                  <a:pt x="411152" y="312489"/>
                </a:lnTo>
                <a:lnTo>
                  <a:pt x="411056" y="312039"/>
                </a:lnTo>
                <a:lnTo>
                  <a:pt x="410973" y="311577"/>
                </a:lnTo>
                <a:lnTo>
                  <a:pt x="410903" y="311105"/>
                </a:lnTo>
                <a:lnTo>
                  <a:pt x="410845" y="310621"/>
                </a:lnTo>
                <a:lnTo>
                  <a:pt x="410801" y="310126"/>
                </a:lnTo>
                <a:lnTo>
                  <a:pt x="410769" y="309620"/>
                </a:lnTo>
                <a:lnTo>
                  <a:pt x="410749" y="309103"/>
                </a:lnTo>
                <a:lnTo>
                  <a:pt x="410743" y="308574"/>
                </a:lnTo>
                <a:lnTo>
                  <a:pt x="410749" y="308059"/>
                </a:lnTo>
                <a:lnTo>
                  <a:pt x="410766" y="307553"/>
                </a:lnTo>
                <a:lnTo>
                  <a:pt x="410796" y="307058"/>
                </a:lnTo>
                <a:lnTo>
                  <a:pt x="410837" y="306572"/>
                </a:lnTo>
                <a:lnTo>
                  <a:pt x="410889" y="306097"/>
                </a:lnTo>
                <a:lnTo>
                  <a:pt x="410953" y="305631"/>
                </a:lnTo>
                <a:lnTo>
                  <a:pt x="411029" y="305176"/>
                </a:lnTo>
                <a:lnTo>
                  <a:pt x="411117" y="304730"/>
                </a:lnTo>
                <a:lnTo>
                  <a:pt x="411216" y="304295"/>
                </a:lnTo>
                <a:lnTo>
                  <a:pt x="411327" y="303869"/>
                </a:lnTo>
                <a:lnTo>
                  <a:pt x="411450" y="303454"/>
                </a:lnTo>
                <a:lnTo>
                  <a:pt x="411584" y="303048"/>
                </a:lnTo>
                <a:lnTo>
                  <a:pt x="411730" y="302653"/>
                </a:lnTo>
                <a:lnTo>
                  <a:pt x="411888" y="302268"/>
                </a:lnTo>
                <a:lnTo>
                  <a:pt x="412057" y="301892"/>
                </a:lnTo>
                <a:lnTo>
                  <a:pt x="412238" y="301527"/>
                </a:lnTo>
                <a:lnTo>
                  <a:pt x="412431" y="301171"/>
                </a:lnTo>
                <a:lnTo>
                  <a:pt x="412635" y="300826"/>
                </a:lnTo>
                <a:lnTo>
                  <a:pt x="412851" y="300491"/>
                </a:lnTo>
                <a:lnTo>
                  <a:pt x="413079" y="300165"/>
                </a:lnTo>
                <a:lnTo>
                  <a:pt x="413318" y="299850"/>
                </a:lnTo>
                <a:lnTo>
                  <a:pt x="413569" y="299545"/>
                </a:lnTo>
                <a:lnTo>
                  <a:pt x="413832" y="299249"/>
                </a:lnTo>
                <a:lnTo>
                  <a:pt x="414107" y="298964"/>
                </a:lnTo>
                <a:lnTo>
                  <a:pt x="414408" y="298674"/>
                </a:lnTo>
                <a:lnTo>
                  <a:pt x="414725" y="298391"/>
                </a:lnTo>
                <a:lnTo>
                  <a:pt x="415058" y="298116"/>
                </a:lnTo>
                <a:lnTo>
                  <a:pt x="415406" y="297847"/>
                </a:lnTo>
                <a:lnTo>
                  <a:pt x="415769" y="297586"/>
                </a:lnTo>
                <a:lnTo>
                  <a:pt x="416149" y="297332"/>
                </a:lnTo>
                <a:lnTo>
                  <a:pt x="416544" y="297086"/>
                </a:lnTo>
                <a:lnTo>
                  <a:pt x="416954" y="296846"/>
                </a:lnTo>
                <a:lnTo>
                  <a:pt x="417380" y="296614"/>
                </a:lnTo>
                <a:lnTo>
                  <a:pt x="417822" y="296389"/>
                </a:lnTo>
                <a:lnTo>
                  <a:pt x="418279" y="296171"/>
                </a:lnTo>
                <a:lnTo>
                  <a:pt x="418752" y="295961"/>
                </a:lnTo>
                <a:lnTo>
                  <a:pt x="419240" y="295758"/>
                </a:lnTo>
                <a:lnTo>
                  <a:pt x="419744" y="295562"/>
                </a:lnTo>
                <a:lnTo>
                  <a:pt x="420263" y="295373"/>
                </a:lnTo>
                <a:lnTo>
                  <a:pt x="420798" y="295191"/>
                </a:lnTo>
                <a:lnTo>
                  <a:pt x="421349" y="295017"/>
                </a:lnTo>
                <a:lnTo>
                  <a:pt x="421915" y="294850"/>
                </a:lnTo>
                <a:lnTo>
                  <a:pt x="422497" y="294690"/>
                </a:lnTo>
                <a:lnTo>
                  <a:pt x="423094" y="294537"/>
                </a:lnTo>
                <a:lnTo>
                  <a:pt x="423707" y="294392"/>
                </a:lnTo>
                <a:lnTo>
                  <a:pt x="424335" y="294254"/>
                </a:lnTo>
                <a:lnTo>
                  <a:pt x="424979" y="294123"/>
                </a:lnTo>
                <a:lnTo>
                  <a:pt x="425639" y="293999"/>
                </a:lnTo>
                <a:lnTo>
                  <a:pt x="426329" y="293868"/>
                </a:lnTo>
                <a:lnTo>
                  <a:pt x="427039" y="293743"/>
                </a:lnTo>
                <a:lnTo>
                  <a:pt x="427769" y="293623"/>
                </a:lnTo>
                <a:lnTo>
                  <a:pt x="428517" y="293509"/>
                </a:lnTo>
                <a:lnTo>
                  <a:pt x="429286" y="293401"/>
                </a:lnTo>
                <a:lnTo>
                  <a:pt x="430073" y="293298"/>
                </a:lnTo>
                <a:lnTo>
                  <a:pt x="430881" y="293201"/>
                </a:lnTo>
                <a:lnTo>
                  <a:pt x="431707" y="293109"/>
                </a:lnTo>
                <a:lnTo>
                  <a:pt x="432554" y="293023"/>
                </a:lnTo>
                <a:lnTo>
                  <a:pt x="433419" y="292942"/>
                </a:lnTo>
                <a:lnTo>
                  <a:pt x="434304" y="292867"/>
                </a:lnTo>
                <a:lnTo>
                  <a:pt x="435209" y="292798"/>
                </a:lnTo>
                <a:lnTo>
                  <a:pt x="436133" y="292734"/>
                </a:lnTo>
                <a:lnTo>
                  <a:pt x="437076" y="292675"/>
                </a:lnTo>
                <a:lnTo>
                  <a:pt x="438039" y="292622"/>
                </a:lnTo>
                <a:lnTo>
                  <a:pt x="439022" y="292575"/>
                </a:lnTo>
                <a:lnTo>
                  <a:pt x="440024" y="292533"/>
                </a:lnTo>
                <a:lnTo>
                  <a:pt x="441045" y="292497"/>
                </a:lnTo>
                <a:lnTo>
                  <a:pt x="442086" y="292467"/>
                </a:lnTo>
                <a:lnTo>
                  <a:pt x="443146" y="292442"/>
                </a:lnTo>
                <a:lnTo>
                  <a:pt x="444226" y="292422"/>
                </a:lnTo>
                <a:lnTo>
                  <a:pt x="445325" y="292408"/>
                </a:lnTo>
                <a:lnTo>
                  <a:pt x="446444" y="292400"/>
                </a:lnTo>
                <a:lnTo>
                  <a:pt x="447582" y="292397"/>
                </a:lnTo>
                <a:lnTo>
                  <a:pt x="447582" y="297362"/>
                </a:lnTo>
                <a:lnTo>
                  <a:pt x="447578" y="297921"/>
                </a:lnTo>
                <a:lnTo>
                  <a:pt x="447565" y="298475"/>
                </a:lnTo>
                <a:lnTo>
                  <a:pt x="447544" y="299024"/>
                </a:lnTo>
                <a:lnTo>
                  <a:pt x="447515" y="299569"/>
                </a:lnTo>
                <a:lnTo>
                  <a:pt x="447478" y="300110"/>
                </a:lnTo>
                <a:lnTo>
                  <a:pt x="447432" y="300646"/>
                </a:lnTo>
                <a:lnTo>
                  <a:pt x="447378" y="301178"/>
                </a:lnTo>
                <a:lnTo>
                  <a:pt x="447315" y="301705"/>
                </a:lnTo>
                <a:lnTo>
                  <a:pt x="447244" y="302228"/>
                </a:lnTo>
                <a:lnTo>
                  <a:pt x="447165" y="302746"/>
                </a:lnTo>
                <a:lnTo>
                  <a:pt x="447077" y="303260"/>
                </a:lnTo>
                <a:lnTo>
                  <a:pt x="446981" y="303769"/>
                </a:lnTo>
                <a:lnTo>
                  <a:pt x="446877" y="304274"/>
                </a:lnTo>
                <a:lnTo>
                  <a:pt x="446764" y="304775"/>
                </a:lnTo>
                <a:lnTo>
                  <a:pt x="446643" y="305271"/>
                </a:lnTo>
                <a:lnTo>
                  <a:pt x="446514" y="305762"/>
                </a:lnTo>
                <a:lnTo>
                  <a:pt x="446377" y="306250"/>
                </a:lnTo>
                <a:lnTo>
                  <a:pt x="446231" y="306732"/>
                </a:lnTo>
                <a:lnTo>
                  <a:pt x="446076" y="307211"/>
                </a:lnTo>
                <a:lnTo>
                  <a:pt x="445914" y="307684"/>
                </a:lnTo>
                <a:lnTo>
                  <a:pt x="445743" y="308154"/>
                </a:lnTo>
                <a:lnTo>
                  <a:pt x="445563" y="308619"/>
                </a:lnTo>
                <a:lnTo>
                  <a:pt x="445375" y="309079"/>
                </a:lnTo>
                <a:lnTo>
                  <a:pt x="445179" y="309535"/>
                </a:lnTo>
                <a:lnTo>
                  <a:pt x="444988" y="309985"/>
                </a:lnTo>
                <a:lnTo>
                  <a:pt x="444788" y="310427"/>
                </a:lnTo>
                <a:lnTo>
                  <a:pt x="444579" y="310862"/>
                </a:lnTo>
                <a:lnTo>
                  <a:pt x="444361" y="311288"/>
                </a:lnTo>
                <a:lnTo>
                  <a:pt x="444134" y="311707"/>
                </a:lnTo>
                <a:lnTo>
                  <a:pt x="443898" y="312118"/>
                </a:lnTo>
                <a:lnTo>
                  <a:pt x="443653" y="312521"/>
                </a:lnTo>
                <a:lnTo>
                  <a:pt x="443400" y="312917"/>
                </a:lnTo>
                <a:lnTo>
                  <a:pt x="443137" y="313304"/>
                </a:lnTo>
                <a:lnTo>
                  <a:pt x="442866" y="313684"/>
                </a:lnTo>
                <a:lnTo>
                  <a:pt x="442586" y="314056"/>
                </a:lnTo>
                <a:lnTo>
                  <a:pt x="442296" y="314420"/>
                </a:lnTo>
                <a:lnTo>
                  <a:pt x="441998" y="314777"/>
                </a:lnTo>
                <a:lnTo>
                  <a:pt x="441691" y="315126"/>
                </a:lnTo>
                <a:lnTo>
                  <a:pt x="441375" y="315466"/>
                </a:lnTo>
                <a:lnTo>
                  <a:pt x="441051" y="315800"/>
                </a:lnTo>
                <a:lnTo>
                  <a:pt x="440717" y="316125"/>
                </a:lnTo>
                <a:lnTo>
                  <a:pt x="440374" y="316443"/>
                </a:lnTo>
                <a:lnTo>
                  <a:pt x="440023" y="316752"/>
                </a:lnTo>
                <a:lnTo>
                  <a:pt x="439662" y="317054"/>
                </a:lnTo>
                <a:lnTo>
                  <a:pt x="439293" y="317348"/>
                </a:lnTo>
                <a:lnTo>
                  <a:pt x="438915" y="317635"/>
                </a:lnTo>
                <a:lnTo>
                  <a:pt x="438528" y="317914"/>
                </a:lnTo>
                <a:lnTo>
                  <a:pt x="438132" y="318184"/>
                </a:lnTo>
                <a:lnTo>
                  <a:pt x="437740" y="318446"/>
                </a:lnTo>
                <a:lnTo>
                  <a:pt x="437339" y="318696"/>
                </a:lnTo>
                <a:lnTo>
                  <a:pt x="436928" y="318935"/>
                </a:lnTo>
                <a:lnTo>
                  <a:pt x="436508" y="319163"/>
                </a:lnTo>
                <a:lnTo>
                  <a:pt x="436078" y="319380"/>
                </a:lnTo>
                <a:lnTo>
                  <a:pt x="435639" y="319586"/>
                </a:lnTo>
                <a:lnTo>
                  <a:pt x="435191" y="319780"/>
                </a:lnTo>
                <a:lnTo>
                  <a:pt x="434733" y="319964"/>
                </a:lnTo>
                <a:lnTo>
                  <a:pt x="434265" y="320136"/>
                </a:lnTo>
                <a:lnTo>
                  <a:pt x="433789" y="320298"/>
                </a:lnTo>
                <a:lnTo>
                  <a:pt x="433302" y="320448"/>
                </a:lnTo>
                <a:lnTo>
                  <a:pt x="432806" y="320587"/>
                </a:lnTo>
                <a:lnTo>
                  <a:pt x="432301" y="320715"/>
                </a:lnTo>
                <a:lnTo>
                  <a:pt x="431786" y="320832"/>
                </a:lnTo>
                <a:lnTo>
                  <a:pt x="431262" y="320937"/>
                </a:lnTo>
                <a:lnTo>
                  <a:pt x="430729" y="321032"/>
                </a:lnTo>
                <a:lnTo>
                  <a:pt x="430186" y="321115"/>
                </a:lnTo>
                <a:lnTo>
                  <a:pt x="429633" y="321188"/>
                </a:lnTo>
                <a:lnTo>
                  <a:pt x="429071" y="321249"/>
                </a:lnTo>
                <a:lnTo>
                  <a:pt x="428500" y="321299"/>
                </a:lnTo>
                <a:lnTo>
                  <a:pt x="427919" y="321338"/>
                </a:lnTo>
                <a:lnTo>
                  <a:pt x="427328" y="321365"/>
                </a:lnTo>
                <a:lnTo>
                  <a:pt x="426729" y="321382"/>
                </a:lnTo>
                <a:lnTo>
                  <a:pt x="426119" y="321388"/>
                </a:lnTo>
                <a:lnTo>
                  <a:pt x="425472" y="321382"/>
                </a:lnTo>
                <a:lnTo>
                  <a:pt x="424839" y="321365"/>
                </a:lnTo>
                <a:lnTo>
                  <a:pt x="424220" y="321338"/>
                </a:lnTo>
                <a:lnTo>
                  <a:pt x="423614" y="321299"/>
                </a:lnTo>
                <a:lnTo>
                  <a:pt x="423023" y="321249"/>
                </a:lnTo>
                <a:close/>
                <a:moveTo>
                  <a:pt x="627821" y="332642"/>
                </a:moveTo>
                <a:lnTo>
                  <a:pt x="628718" y="332590"/>
                </a:lnTo>
                <a:lnTo>
                  <a:pt x="629603" y="332528"/>
                </a:lnTo>
                <a:lnTo>
                  <a:pt x="630476" y="332457"/>
                </a:lnTo>
                <a:lnTo>
                  <a:pt x="631338" y="332377"/>
                </a:lnTo>
                <a:lnTo>
                  <a:pt x="632188" y="332287"/>
                </a:lnTo>
                <a:lnTo>
                  <a:pt x="633027" y="332188"/>
                </a:lnTo>
                <a:lnTo>
                  <a:pt x="633853" y="332079"/>
                </a:lnTo>
                <a:lnTo>
                  <a:pt x="634668" y="331961"/>
                </a:lnTo>
                <a:lnTo>
                  <a:pt x="635472" y="331833"/>
                </a:lnTo>
                <a:lnTo>
                  <a:pt x="636263" y="331696"/>
                </a:lnTo>
                <a:lnTo>
                  <a:pt x="637043" y="331550"/>
                </a:lnTo>
                <a:lnTo>
                  <a:pt x="637812" y="331394"/>
                </a:lnTo>
                <a:lnTo>
                  <a:pt x="638568" y="331228"/>
                </a:lnTo>
                <a:lnTo>
                  <a:pt x="639313" y="331053"/>
                </a:lnTo>
                <a:lnTo>
                  <a:pt x="640047" y="330869"/>
                </a:lnTo>
                <a:lnTo>
                  <a:pt x="640768" y="330675"/>
                </a:lnTo>
                <a:lnTo>
                  <a:pt x="641478" y="330472"/>
                </a:lnTo>
                <a:lnTo>
                  <a:pt x="642176" y="330259"/>
                </a:lnTo>
                <a:lnTo>
                  <a:pt x="642863" y="330037"/>
                </a:lnTo>
                <a:lnTo>
                  <a:pt x="643550" y="329805"/>
                </a:lnTo>
                <a:lnTo>
                  <a:pt x="644223" y="329563"/>
                </a:lnTo>
                <a:lnTo>
                  <a:pt x="644882" y="329311"/>
                </a:lnTo>
                <a:lnTo>
                  <a:pt x="645528" y="329049"/>
                </a:lnTo>
                <a:lnTo>
                  <a:pt x="646159" y="328777"/>
                </a:lnTo>
                <a:lnTo>
                  <a:pt x="646777" y="328495"/>
                </a:lnTo>
                <a:lnTo>
                  <a:pt x="647381" y="328203"/>
                </a:lnTo>
                <a:lnTo>
                  <a:pt x="647970" y="327901"/>
                </a:lnTo>
                <a:lnTo>
                  <a:pt x="648546" y="327589"/>
                </a:lnTo>
                <a:lnTo>
                  <a:pt x="649108" y="327267"/>
                </a:lnTo>
                <a:lnTo>
                  <a:pt x="649656" y="326935"/>
                </a:lnTo>
                <a:lnTo>
                  <a:pt x="650191" y="326593"/>
                </a:lnTo>
                <a:lnTo>
                  <a:pt x="650711" y="326241"/>
                </a:lnTo>
                <a:lnTo>
                  <a:pt x="651217" y="325879"/>
                </a:lnTo>
                <a:lnTo>
                  <a:pt x="651710" y="325507"/>
                </a:lnTo>
                <a:lnTo>
                  <a:pt x="652188" y="325125"/>
                </a:lnTo>
                <a:lnTo>
                  <a:pt x="652653" y="324733"/>
                </a:lnTo>
                <a:lnTo>
                  <a:pt x="653104" y="324331"/>
                </a:lnTo>
                <a:lnTo>
                  <a:pt x="653540" y="323919"/>
                </a:lnTo>
                <a:lnTo>
                  <a:pt x="653963" y="323497"/>
                </a:lnTo>
                <a:lnTo>
                  <a:pt x="654372" y="323065"/>
                </a:lnTo>
                <a:lnTo>
                  <a:pt x="654768" y="322622"/>
                </a:lnTo>
                <a:lnTo>
                  <a:pt x="655149" y="322170"/>
                </a:lnTo>
                <a:lnTo>
                  <a:pt x="655516" y="321708"/>
                </a:lnTo>
                <a:lnTo>
                  <a:pt x="655882" y="321236"/>
                </a:lnTo>
                <a:lnTo>
                  <a:pt x="656232" y="320754"/>
                </a:lnTo>
                <a:lnTo>
                  <a:pt x="656567" y="320262"/>
                </a:lnTo>
                <a:lnTo>
                  <a:pt x="656887" y="319759"/>
                </a:lnTo>
                <a:lnTo>
                  <a:pt x="657190" y="319247"/>
                </a:lnTo>
                <a:lnTo>
                  <a:pt x="657478" y="318725"/>
                </a:lnTo>
                <a:lnTo>
                  <a:pt x="657751" y="318193"/>
                </a:lnTo>
                <a:lnTo>
                  <a:pt x="658008" y="317650"/>
                </a:lnTo>
                <a:lnTo>
                  <a:pt x="658249" y="317098"/>
                </a:lnTo>
                <a:lnTo>
                  <a:pt x="658475" y="316536"/>
                </a:lnTo>
                <a:lnTo>
                  <a:pt x="658685" y="315964"/>
                </a:lnTo>
                <a:lnTo>
                  <a:pt x="658880" y="315381"/>
                </a:lnTo>
                <a:lnTo>
                  <a:pt x="659059" y="314789"/>
                </a:lnTo>
                <a:lnTo>
                  <a:pt x="659222" y="314187"/>
                </a:lnTo>
                <a:lnTo>
                  <a:pt x="659370" y="313574"/>
                </a:lnTo>
                <a:lnTo>
                  <a:pt x="659503" y="312952"/>
                </a:lnTo>
                <a:lnTo>
                  <a:pt x="659619" y="312320"/>
                </a:lnTo>
                <a:lnTo>
                  <a:pt x="659721" y="311677"/>
                </a:lnTo>
                <a:lnTo>
                  <a:pt x="659806" y="311025"/>
                </a:lnTo>
                <a:lnTo>
                  <a:pt x="659876" y="310363"/>
                </a:lnTo>
                <a:lnTo>
                  <a:pt x="659931" y="309690"/>
                </a:lnTo>
                <a:lnTo>
                  <a:pt x="659970" y="309008"/>
                </a:lnTo>
                <a:lnTo>
                  <a:pt x="659993" y="308316"/>
                </a:lnTo>
                <a:lnTo>
                  <a:pt x="660001" y="307613"/>
                </a:lnTo>
                <a:lnTo>
                  <a:pt x="659996" y="306991"/>
                </a:lnTo>
                <a:lnTo>
                  <a:pt x="659980" y="306379"/>
                </a:lnTo>
                <a:lnTo>
                  <a:pt x="659953" y="305776"/>
                </a:lnTo>
                <a:lnTo>
                  <a:pt x="659916" y="305184"/>
                </a:lnTo>
                <a:lnTo>
                  <a:pt x="659869" y="304602"/>
                </a:lnTo>
                <a:lnTo>
                  <a:pt x="659811" y="304029"/>
                </a:lnTo>
                <a:lnTo>
                  <a:pt x="659742" y="303467"/>
                </a:lnTo>
                <a:lnTo>
                  <a:pt x="659663" y="302915"/>
                </a:lnTo>
                <a:lnTo>
                  <a:pt x="659573" y="302373"/>
                </a:lnTo>
                <a:lnTo>
                  <a:pt x="659473" y="301840"/>
                </a:lnTo>
                <a:lnTo>
                  <a:pt x="659362" y="301318"/>
                </a:lnTo>
                <a:lnTo>
                  <a:pt x="659240" y="300806"/>
                </a:lnTo>
                <a:lnTo>
                  <a:pt x="659108" y="300304"/>
                </a:lnTo>
                <a:lnTo>
                  <a:pt x="658965" y="299812"/>
                </a:lnTo>
                <a:lnTo>
                  <a:pt x="658812" y="299329"/>
                </a:lnTo>
                <a:lnTo>
                  <a:pt x="658648" y="298857"/>
                </a:lnTo>
                <a:lnTo>
                  <a:pt x="658474" y="298395"/>
                </a:lnTo>
                <a:lnTo>
                  <a:pt x="658289" y="297943"/>
                </a:lnTo>
                <a:lnTo>
                  <a:pt x="658094" y="297501"/>
                </a:lnTo>
                <a:lnTo>
                  <a:pt x="657888" y="297069"/>
                </a:lnTo>
                <a:lnTo>
                  <a:pt x="657671" y="296647"/>
                </a:lnTo>
                <a:lnTo>
                  <a:pt x="657444" y="296235"/>
                </a:lnTo>
                <a:lnTo>
                  <a:pt x="657206" y="295832"/>
                </a:lnTo>
                <a:lnTo>
                  <a:pt x="656958" y="295440"/>
                </a:lnTo>
                <a:lnTo>
                  <a:pt x="656697" y="295043"/>
                </a:lnTo>
                <a:lnTo>
                  <a:pt x="656424" y="294652"/>
                </a:lnTo>
                <a:lnTo>
                  <a:pt x="656137" y="294267"/>
                </a:lnTo>
                <a:lnTo>
                  <a:pt x="655836" y="293888"/>
                </a:lnTo>
                <a:lnTo>
                  <a:pt x="655523" y="293515"/>
                </a:lnTo>
                <a:lnTo>
                  <a:pt x="655196" y="293148"/>
                </a:lnTo>
                <a:lnTo>
                  <a:pt x="654855" y="292787"/>
                </a:lnTo>
                <a:lnTo>
                  <a:pt x="654502" y="292433"/>
                </a:lnTo>
                <a:lnTo>
                  <a:pt x="654135" y="292084"/>
                </a:lnTo>
                <a:lnTo>
                  <a:pt x="653754" y="291742"/>
                </a:lnTo>
                <a:lnTo>
                  <a:pt x="653361" y="291406"/>
                </a:lnTo>
                <a:lnTo>
                  <a:pt x="652953" y="291076"/>
                </a:lnTo>
                <a:lnTo>
                  <a:pt x="652533" y="290752"/>
                </a:lnTo>
                <a:lnTo>
                  <a:pt x="652099" y="290434"/>
                </a:lnTo>
                <a:lnTo>
                  <a:pt x="651652" y="290122"/>
                </a:lnTo>
                <a:lnTo>
                  <a:pt x="651192" y="289817"/>
                </a:lnTo>
                <a:lnTo>
                  <a:pt x="650718" y="289517"/>
                </a:lnTo>
                <a:lnTo>
                  <a:pt x="650231" y="289224"/>
                </a:lnTo>
                <a:lnTo>
                  <a:pt x="649730" y="288937"/>
                </a:lnTo>
                <a:lnTo>
                  <a:pt x="649216" y="288655"/>
                </a:lnTo>
                <a:lnTo>
                  <a:pt x="648689" y="288380"/>
                </a:lnTo>
                <a:lnTo>
                  <a:pt x="648148" y="288112"/>
                </a:lnTo>
                <a:lnTo>
                  <a:pt x="647594" y="287849"/>
                </a:lnTo>
                <a:lnTo>
                  <a:pt x="647027" y="287592"/>
                </a:lnTo>
                <a:lnTo>
                  <a:pt x="646458" y="287340"/>
                </a:lnTo>
                <a:lnTo>
                  <a:pt x="645872" y="287092"/>
                </a:lnTo>
                <a:lnTo>
                  <a:pt x="645268" y="286846"/>
                </a:lnTo>
                <a:lnTo>
                  <a:pt x="644647" y="286604"/>
                </a:lnTo>
                <a:lnTo>
                  <a:pt x="644009" y="286366"/>
                </a:lnTo>
                <a:lnTo>
                  <a:pt x="643353" y="286131"/>
                </a:lnTo>
                <a:lnTo>
                  <a:pt x="642681" y="285899"/>
                </a:lnTo>
                <a:lnTo>
                  <a:pt x="641991" y="285670"/>
                </a:lnTo>
                <a:lnTo>
                  <a:pt x="641284" y="285445"/>
                </a:lnTo>
                <a:lnTo>
                  <a:pt x="640559" y="285223"/>
                </a:lnTo>
                <a:lnTo>
                  <a:pt x="639818" y="285004"/>
                </a:lnTo>
                <a:lnTo>
                  <a:pt x="639059" y="284789"/>
                </a:lnTo>
                <a:lnTo>
                  <a:pt x="638283" y="284577"/>
                </a:lnTo>
                <a:lnTo>
                  <a:pt x="637489" y="284369"/>
                </a:lnTo>
                <a:lnTo>
                  <a:pt x="636679" y="284163"/>
                </a:lnTo>
                <a:lnTo>
                  <a:pt x="635851" y="283962"/>
                </a:lnTo>
                <a:lnTo>
                  <a:pt x="635006" y="283763"/>
                </a:lnTo>
                <a:lnTo>
                  <a:pt x="634144" y="283568"/>
                </a:lnTo>
                <a:lnTo>
                  <a:pt x="633264" y="283376"/>
                </a:lnTo>
                <a:lnTo>
                  <a:pt x="632367" y="283187"/>
                </a:lnTo>
                <a:lnTo>
                  <a:pt x="631453" y="283002"/>
                </a:lnTo>
                <a:lnTo>
                  <a:pt x="630522" y="282820"/>
                </a:lnTo>
                <a:lnTo>
                  <a:pt x="629574" y="282642"/>
                </a:lnTo>
                <a:lnTo>
                  <a:pt x="628608" y="282467"/>
                </a:lnTo>
                <a:lnTo>
                  <a:pt x="627828" y="282320"/>
                </a:lnTo>
                <a:lnTo>
                  <a:pt x="627063" y="282174"/>
                </a:lnTo>
                <a:lnTo>
                  <a:pt x="626313" y="282029"/>
                </a:lnTo>
                <a:lnTo>
                  <a:pt x="625578" y="281884"/>
                </a:lnTo>
                <a:lnTo>
                  <a:pt x="624858" y="281740"/>
                </a:lnTo>
                <a:lnTo>
                  <a:pt x="624153" y="281596"/>
                </a:lnTo>
                <a:lnTo>
                  <a:pt x="623463" y="281453"/>
                </a:lnTo>
                <a:lnTo>
                  <a:pt x="622788" y="281310"/>
                </a:lnTo>
                <a:lnTo>
                  <a:pt x="622128" y="281168"/>
                </a:lnTo>
                <a:lnTo>
                  <a:pt x="621484" y="281026"/>
                </a:lnTo>
                <a:lnTo>
                  <a:pt x="620854" y="280885"/>
                </a:lnTo>
                <a:lnTo>
                  <a:pt x="620239" y="280745"/>
                </a:lnTo>
                <a:lnTo>
                  <a:pt x="619639" y="280605"/>
                </a:lnTo>
                <a:lnTo>
                  <a:pt x="619054" y="280466"/>
                </a:lnTo>
                <a:lnTo>
                  <a:pt x="618485" y="280327"/>
                </a:lnTo>
                <a:lnTo>
                  <a:pt x="617930" y="280189"/>
                </a:lnTo>
                <a:lnTo>
                  <a:pt x="617390" y="280051"/>
                </a:lnTo>
                <a:lnTo>
                  <a:pt x="616865" y="279914"/>
                </a:lnTo>
                <a:lnTo>
                  <a:pt x="616356" y="279777"/>
                </a:lnTo>
                <a:lnTo>
                  <a:pt x="615861" y="279642"/>
                </a:lnTo>
                <a:lnTo>
                  <a:pt x="615381" y="279506"/>
                </a:lnTo>
                <a:lnTo>
                  <a:pt x="614917" y="279371"/>
                </a:lnTo>
                <a:lnTo>
                  <a:pt x="614467" y="279237"/>
                </a:lnTo>
                <a:lnTo>
                  <a:pt x="614032" y="279103"/>
                </a:lnTo>
                <a:lnTo>
                  <a:pt x="613624" y="278969"/>
                </a:lnTo>
                <a:lnTo>
                  <a:pt x="613226" y="278834"/>
                </a:lnTo>
                <a:lnTo>
                  <a:pt x="612839" y="278698"/>
                </a:lnTo>
                <a:lnTo>
                  <a:pt x="612462" y="278560"/>
                </a:lnTo>
                <a:lnTo>
                  <a:pt x="612096" y="278422"/>
                </a:lnTo>
                <a:lnTo>
                  <a:pt x="611740" y="278282"/>
                </a:lnTo>
                <a:lnTo>
                  <a:pt x="611395" y="278142"/>
                </a:lnTo>
                <a:lnTo>
                  <a:pt x="611060" y="278000"/>
                </a:lnTo>
                <a:lnTo>
                  <a:pt x="610736" y="277857"/>
                </a:lnTo>
                <a:lnTo>
                  <a:pt x="610423" y="277713"/>
                </a:lnTo>
                <a:lnTo>
                  <a:pt x="610120" y="277568"/>
                </a:lnTo>
                <a:lnTo>
                  <a:pt x="609828" y="277421"/>
                </a:lnTo>
                <a:lnTo>
                  <a:pt x="609546" y="277274"/>
                </a:lnTo>
                <a:lnTo>
                  <a:pt x="609275" y="277126"/>
                </a:lnTo>
                <a:lnTo>
                  <a:pt x="609015" y="276976"/>
                </a:lnTo>
                <a:lnTo>
                  <a:pt x="608765" y="276825"/>
                </a:lnTo>
                <a:lnTo>
                  <a:pt x="608525" y="276673"/>
                </a:lnTo>
                <a:lnTo>
                  <a:pt x="608296" y="276520"/>
                </a:lnTo>
                <a:lnTo>
                  <a:pt x="608078" y="276366"/>
                </a:lnTo>
                <a:lnTo>
                  <a:pt x="607870" y="276211"/>
                </a:lnTo>
                <a:lnTo>
                  <a:pt x="607673" y="276055"/>
                </a:lnTo>
                <a:lnTo>
                  <a:pt x="607487" y="275898"/>
                </a:lnTo>
                <a:lnTo>
                  <a:pt x="607311" y="275739"/>
                </a:lnTo>
                <a:lnTo>
                  <a:pt x="607145" y="275579"/>
                </a:lnTo>
                <a:lnTo>
                  <a:pt x="606988" y="275404"/>
                </a:lnTo>
                <a:lnTo>
                  <a:pt x="606838" y="275226"/>
                </a:lnTo>
                <a:lnTo>
                  <a:pt x="606695" y="275044"/>
                </a:lnTo>
                <a:lnTo>
                  <a:pt x="606558" y="274859"/>
                </a:lnTo>
                <a:lnTo>
                  <a:pt x="606428" y="274670"/>
                </a:lnTo>
                <a:lnTo>
                  <a:pt x="606304" y="274478"/>
                </a:lnTo>
                <a:lnTo>
                  <a:pt x="606187" y="274283"/>
                </a:lnTo>
                <a:lnTo>
                  <a:pt x="606077" y="274085"/>
                </a:lnTo>
                <a:lnTo>
                  <a:pt x="605974" y="273883"/>
                </a:lnTo>
                <a:lnTo>
                  <a:pt x="605877" y="273677"/>
                </a:lnTo>
                <a:lnTo>
                  <a:pt x="605787" y="273469"/>
                </a:lnTo>
                <a:lnTo>
                  <a:pt x="605704" y="273257"/>
                </a:lnTo>
                <a:lnTo>
                  <a:pt x="605627" y="273042"/>
                </a:lnTo>
                <a:lnTo>
                  <a:pt x="605557" y="272823"/>
                </a:lnTo>
                <a:lnTo>
                  <a:pt x="605493" y="272601"/>
                </a:lnTo>
                <a:lnTo>
                  <a:pt x="605437" y="272376"/>
                </a:lnTo>
                <a:lnTo>
                  <a:pt x="605387" y="272147"/>
                </a:lnTo>
                <a:lnTo>
                  <a:pt x="605343" y="271916"/>
                </a:lnTo>
                <a:lnTo>
                  <a:pt x="605307" y="271680"/>
                </a:lnTo>
                <a:lnTo>
                  <a:pt x="605277" y="271442"/>
                </a:lnTo>
                <a:lnTo>
                  <a:pt x="605253" y="271200"/>
                </a:lnTo>
                <a:lnTo>
                  <a:pt x="605237" y="270955"/>
                </a:lnTo>
                <a:lnTo>
                  <a:pt x="605226" y="270706"/>
                </a:lnTo>
                <a:lnTo>
                  <a:pt x="605223" y="270454"/>
                </a:lnTo>
                <a:lnTo>
                  <a:pt x="605255" y="269513"/>
                </a:lnTo>
                <a:lnTo>
                  <a:pt x="605352" y="268612"/>
                </a:lnTo>
                <a:lnTo>
                  <a:pt x="605513" y="267751"/>
                </a:lnTo>
                <a:lnTo>
                  <a:pt x="605739" y="266930"/>
                </a:lnTo>
                <a:lnTo>
                  <a:pt x="606030" y="266149"/>
                </a:lnTo>
                <a:lnTo>
                  <a:pt x="606384" y="265409"/>
                </a:lnTo>
                <a:lnTo>
                  <a:pt x="606804" y="264708"/>
                </a:lnTo>
                <a:lnTo>
                  <a:pt x="607288" y="264047"/>
                </a:lnTo>
                <a:lnTo>
                  <a:pt x="607836" y="263427"/>
                </a:lnTo>
                <a:lnTo>
                  <a:pt x="608449" y="262846"/>
                </a:lnTo>
                <a:lnTo>
                  <a:pt x="609126" y="262305"/>
                </a:lnTo>
                <a:lnTo>
                  <a:pt x="609868" y="261805"/>
                </a:lnTo>
                <a:lnTo>
                  <a:pt x="610674" y="261344"/>
                </a:lnTo>
                <a:lnTo>
                  <a:pt x="611545" y="260924"/>
                </a:lnTo>
                <a:lnTo>
                  <a:pt x="612481" y="260544"/>
                </a:lnTo>
                <a:lnTo>
                  <a:pt x="613481" y="260203"/>
                </a:lnTo>
                <a:lnTo>
                  <a:pt x="614545" y="259903"/>
                </a:lnTo>
                <a:lnTo>
                  <a:pt x="615674" y="259643"/>
                </a:lnTo>
                <a:lnTo>
                  <a:pt x="616868" y="259422"/>
                </a:lnTo>
                <a:lnTo>
                  <a:pt x="618126" y="259242"/>
                </a:lnTo>
                <a:lnTo>
                  <a:pt x="619448" y="259102"/>
                </a:lnTo>
                <a:lnTo>
                  <a:pt x="620835" y="259002"/>
                </a:lnTo>
                <a:lnTo>
                  <a:pt x="622287" y="258942"/>
                </a:lnTo>
                <a:lnTo>
                  <a:pt x="623803" y="258922"/>
                </a:lnTo>
                <a:lnTo>
                  <a:pt x="624242" y="258924"/>
                </a:lnTo>
                <a:lnTo>
                  <a:pt x="624677" y="258930"/>
                </a:lnTo>
                <a:lnTo>
                  <a:pt x="625109" y="258939"/>
                </a:lnTo>
                <a:lnTo>
                  <a:pt x="625538" y="258953"/>
                </a:lnTo>
                <a:lnTo>
                  <a:pt x="625963" y="258970"/>
                </a:lnTo>
                <a:lnTo>
                  <a:pt x="626385" y="258992"/>
                </a:lnTo>
                <a:lnTo>
                  <a:pt x="626804" y="259017"/>
                </a:lnTo>
                <a:lnTo>
                  <a:pt x="627220" y="259046"/>
                </a:lnTo>
                <a:lnTo>
                  <a:pt x="627632" y="259079"/>
                </a:lnTo>
                <a:lnTo>
                  <a:pt x="628041" y="259116"/>
                </a:lnTo>
                <a:lnTo>
                  <a:pt x="628446" y="259157"/>
                </a:lnTo>
                <a:lnTo>
                  <a:pt x="628848" y="259202"/>
                </a:lnTo>
                <a:lnTo>
                  <a:pt x="629247" y="259251"/>
                </a:lnTo>
                <a:lnTo>
                  <a:pt x="629642" y="259303"/>
                </a:lnTo>
                <a:lnTo>
                  <a:pt x="630034" y="259360"/>
                </a:lnTo>
                <a:lnTo>
                  <a:pt x="630423" y="259420"/>
                </a:lnTo>
                <a:lnTo>
                  <a:pt x="630808" y="259484"/>
                </a:lnTo>
                <a:lnTo>
                  <a:pt x="631191" y="259552"/>
                </a:lnTo>
                <a:lnTo>
                  <a:pt x="631569" y="259625"/>
                </a:lnTo>
                <a:lnTo>
                  <a:pt x="631945" y="259700"/>
                </a:lnTo>
                <a:lnTo>
                  <a:pt x="632317" y="259780"/>
                </a:lnTo>
                <a:lnTo>
                  <a:pt x="632685" y="259864"/>
                </a:lnTo>
                <a:lnTo>
                  <a:pt x="633051" y="259952"/>
                </a:lnTo>
                <a:lnTo>
                  <a:pt x="633413" y="260043"/>
                </a:lnTo>
                <a:lnTo>
                  <a:pt x="633783" y="260127"/>
                </a:lnTo>
                <a:lnTo>
                  <a:pt x="634147" y="260218"/>
                </a:lnTo>
                <a:lnTo>
                  <a:pt x="634504" y="260316"/>
                </a:lnTo>
                <a:lnTo>
                  <a:pt x="634854" y="260421"/>
                </a:lnTo>
                <a:lnTo>
                  <a:pt x="635198" y="260534"/>
                </a:lnTo>
                <a:lnTo>
                  <a:pt x="635535" y="260654"/>
                </a:lnTo>
                <a:lnTo>
                  <a:pt x="635865" y="260781"/>
                </a:lnTo>
                <a:lnTo>
                  <a:pt x="636189" y="260915"/>
                </a:lnTo>
                <a:lnTo>
                  <a:pt x="636506" y="261057"/>
                </a:lnTo>
                <a:lnTo>
                  <a:pt x="636816" y="261205"/>
                </a:lnTo>
                <a:lnTo>
                  <a:pt x="637120" y="261361"/>
                </a:lnTo>
                <a:lnTo>
                  <a:pt x="637417" y="261525"/>
                </a:lnTo>
                <a:lnTo>
                  <a:pt x="637707" y="261695"/>
                </a:lnTo>
                <a:lnTo>
                  <a:pt x="637991" y="261873"/>
                </a:lnTo>
                <a:lnTo>
                  <a:pt x="638268" y="262058"/>
                </a:lnTo>
                <a:lnTo>
                  <a:pt x="638538" y="262250"/>
                </a:lnTo>
                <a:lnTo>
                  <a:pt x="638802" y="262449"/>
                </a:lnTo>
                <a:lnTo>
                  <a:pt x="639059" y="262656"/>
                </a:lnTo>
                <a:lnTo>
                  <a:pt x="639309" y="262870"/>
                </a:lnTo>
                <a:lnTo>
                  <a:pt x="639553" y="263091"/>
                </a:lnTo>
                <a:lnTo>
                  <a:pt x="639790" y="263319"/>
                </a:lnTo>
                <a:lnTo>
                  <a:pt x="640020" y="263555"/>
                </a:lnTo>
                <a:lnTo>
                  <a:pt x="640243" y="263797"/>
                </a:lnTo>
                <a:lnTo>
                  <a:pt x="640460" y="264047"/>
                </a:lnTo>
                <a:lnTo>
                  <a:pt x="640682" y="264293"/>
                </a:lnTo>
                <a:lnTo>
                  <a:pt x="640895" y="264548"/>
                </a:lnTo>
                <a:lnTo>
                  <a:pt x="641098" y="264813"/>
                </a:lnTo>
                <a:lnTo>
                  <a:pt x="641292" y="265088"/>
                </a:lnTo>
                <a:lnTo>
                  <a:pt x="641477" y="265374"/>
                </a:lnTo>
                <a:lnTo>
                  <a:pt x="641652" y="265669"/>
                </a:lnTo>
                <a:lnTo>
                  <a:pt x="641817" y="265974"/>
                </a:lnTo>
                <a:lnTo>
                  <a:pt x="641973" y="266290"/>
                </a:lnTo>
                <a:lnTo>
                  <a:pt x="642120" y="266615"/>
                </a:lnTo>
                <a:lnTo>
                  <a:pt x="642257" y="266950"/>
                </a:lnTo>
                <a:lnTo>
                  <a:pt x="642384" y="267296"/>
                </a:lnTo>
                <a:lnTo>
                  <a:pt x="642502" y="267651"/>
                </a:lnTo>
                <a:lnTo>
                  <a:pt x="642611" y="268016"/>
                </a:lnTo>
                <a:lnTo>
                  <a:pt x="642710" y="268392"/>
                </a:lnTo>
                <a:lnTo>
                  <a:pt x="642800" y="268777"/>
                </a:lnTo>
                <a:lnTo>
                  <a:pt x="642881" y="269173"/>
                </a:lnTo>
                <a:lnTo>
                  <a:pt x="642952" y="269578"/>
                </a:lnTo>
                <a:lnTo>
                  <a:pt x="643013" y="269994"/>
                </a:lnTo>
                <a:lnTo>
                  <a:pt x="643065" y="270419"/>
                </a:lnTo>
                <a:lnTo>
                  <a:pt x="643108" y="270854"/>
                </a:lnTo>
                <a:lnTo>
                  <a:pt x="643141" y="271300"/>
                </a:lnTo>
                <a:lnTo>
                  <a:pt x="643164" y="271755"/>
                </a:lnTo>
                <a:lnTo>
                  <a:pt x="643178" y="272221"/>
                </a:lnTo>
                <a:lnTo>
                  <a:pt x="643183" y="272696"/>
                </a:lnTo>
                <a:lnTo>
                  <a:pt x="657118" y="272696"/>
                </a:lnTo>
                <a:lnTo>
                  <a:pt x="657144" y="272604"/>
                </a:lnTo>
                <a:lnTo>
                  <a:pt x="657169" y="272513"/>
                </a:lnTo>
                <a:lnTo>
                  <a:pt x="657193" y="272424"/>
                </a:lnTo>
                <a:lnTo>
                  <a:pt x="657216" y="272336"/>
                </a:lnTo>
                <a:lnTo>
                  <a:pt x="657237" y="272250"/>
                </a:lnTo>
                <a:lnTo>
                  <a:pt x="657258" y="272166"/>
                </a:lnTo>
                <a:lnTo>
                  <a:pt x="657277" y="272083"/>
                </a:lnTo>
                <a:lnTo>
                  <a:pt x="657296" y="272002"/>
                </a:lnTo>
                <a:lnTo>
                  <a:pt x="657313" y="271923"/>
                </a:lnTo>
                <a:lnTo>
                  <a:pt x="657329" y="271845"/>
                </a:lnTo>
                <a:lnTo>
                  <a:pt x="657344" y="271770"/>
                </a:lnTo>
                <a:lnTo>
                  <a:pt x="657358" y="271695"/>
                </a:lnTo>
                <a:lnTo>
                  <a:pt x="657371" y="271623"/>
                </a:lnTo>
                <a:lnTo>
                  <a:pt x="657383" y="271552"/>
                </a:lnTo>
                <a:lnTo>
                  <a:pt x="657393" y="271483"/>
                </a:lnTo>
                <a:lnTo>
                  <a:pt x="657403" y="271415"/>
                </a:lnTo>
                <a:lnTo>
                  <a:pt x="657411" y="271349"/>
                </a:lnTo>
                <a:lnTo>
                  <a:pt x="657418" y="271285"/>
                </a:lnTo>
                <a:lnTo>
                  <a:pt x="657424" y="271222"/>
                </a:lnTo>
                <a:lnTo>
                  <a:pt x="657429" y="271161"/>
                </a:lnTo>
                <a:lnTo>
                  <a:pt x="657433" y="271102"/>
                </a:lnTo>
                <a:lnTo>
                  <a:pt x="657436" y="271045"/>
                </a:lnTo>
                <a:lnTo>
                  <a:pt x="657438" y="270989"/>
                </a:lnTo>
                <a:lnTo>
                  <a:pt x="657438" y="270935"/>
                </a:lnTo>
                <a:lnTo>
                  <a:pt x="657438" y="270881"/>
                </a:lnTo>
                <a:lnTo>
                  <a:pt x="657438" y="270829"/>
                </a:lnTo>
                <a:lnTo>
                  <a:pt x="657438" y="270777"/>
                </a:lnTo>
                <a:lnTo>
                  <a:pt x="657438" y="270725"/>
                </a:lnTo>
                <a:lnTo>
                  <a:pt x="657438" y="270675"/>
                </a:lnTo>
                <a:lnTo>
                  <a:pt x="657438" y="270624"/>
                </a:lnTo>
                <a:lnTo>
                  <a:pt x="657438" y="270574"/>
                </a:lnTo>
                <a:lnTo>
                  <a:pt x="657438" y="270525"/>
                </a:lnTo>
                <a:lnTo>
                  <a:pt x="657438" y="270477"/>
                </a:lnTo>
                <a:lnTo>
                  <a:pt x="657438" y="270428"/>
                </a:lnTo>
                <a:lnTo>
                  <a:pt x="657438" y="270381"/>
                </a:lnTo>
                <a:lnTo>
                  <a:pt x="657438" y="270334"/>
                </a:lnTo>
                <a:lnTo>
                  <a:pt x="657438" y="270287"/>
                </a:lnTo>
                <a:lnTo>
                  <a:pt x="657438" y="270242"/>
                </a:lnTo>
                <a:lnTo>
                  <a:pt x="657438" y="270196"/>
                </a:lnTo>
                <a:lnTo>
                  <a:pt x="657438" y="270151"/>
                </a:lnTo>
                <a:lnTo>
                  <a:pt x="657438" y="270107"/>
                </a:lnTo>
                <a:lnTo>
                  <a:pt x="657438" y="270064"/>
                </a:lnTo>
                <a:lnTo>
                  <a:pt x="657438" y="270021"/>
                </a:lnTo>
                <a:lnTo>
                  <a:pt x="657438" y="269978"/>
                </a:lnTo>
                <a:lnTo>
                  <a:pt x="657438" y="269936"/>
                </a:lnTo>
                <a:lnTo>
                  <a:pt x="657438" y="269895"/>
                </a:lnTo>
                <a:lnTo>
                  <a:pt x="657438" y="269854"/>
                </a:lnTo>
                <a:lnTo>
                  <a:pt x="657438" y="269813"/>
                </a:lnTo>
                <a:lnTo>
                  <a:pt x="657431" y="269243"/>
                </a:lnTo>
                <a:lnTo>
                  <a:pt x="657408" y="268680"/>
                </a:lnTo>
                <a:lnTo>
                  <a:pt x="657371" y="268124"/>
                </a:lnTo>
                <a:lnTo>
                  <a:pt x="657318" y="267575"/>
                </a:lnTo>
                <a:lnTo>
                  <a:pt x="657250" y="267034"/>
                </a:lnTo>
                <a:lnTo>
                  <a:pt x="657168" y="266500"/>
                </a:lnTo>
                <a:lnTo>
                  <a:pt x="657070" y="265973"/>
                </a:lnTo>
                <a:lnTo>
                  <a:pt x="656958" y="265453"/>
                </a:lnTo>
                <a:lnTo>
                  <a:pt x="656830" y="264941"/>
                </a:lnTo>
                <a:lnTo>
                  <a:pt x="656687" y="264435"/>
                </a:lnTo>
                <a:lnTo>
                  <a:pt x="656530" y="263937"/>
                </a:lnTo>
                <a:lnTo>
                  <a:pt x="656357" y="263447"/>
                </a:lnTo>
                <a:lnTo>
                  <a:pt x="656169" y="262963"/>
                </a:lnTo>
                <a:lnTo>
                  <a:pt x="655967" y="262487"/>
                </a:lnTo>
                <a:lnTo>
                  <a:pt x="655749" y="262018"/>
                </a:lnTo>
                <a:lnTo>
                  <a:pt x="655516" y="261556"/>
                </a:lnTo>
                <a:lnTo>
                  <a:pt x="655268" y="261101"/>
                </a:lnTo>
                <a:lnTo>
                  <a:pt x="655006" y="260654"/>
                </a:lnTo>
                <a:lnTo>
                  <a:pt x="654728" y="260214"/>
                </a:lnTo>
                <a:lnTo>
                  <a:pt x="654435" y="259781"/>
                </a:lnTo>
                <a:lnTo>
                  <a:pt x="654127" y="259355"/>
                </a:lnTo>
                <a:lnTo>
                  <a:pt x="653804" y="258936"/>
                </a:lnTo>
                <a:lnTo>
                  <a:pt x="653466" y="258525"/>
                </a:lnTo>
                <a:lnTo>
                  <a:pt x="653114" y="258121"/>
                </a:lnTo>
                <a:lnTo>
                  <a:pt x="652748" y="257711"/>
                </a:lnTo>
                <a:lnTo>
                  <a:pt x="652372" y="257309"/>
                </a:lnTo>
                <a:lnTo>
                  <a:pt x="651985" y="256915"/>
                </a:lnTo>
                <a:lnTo>
                  <a:pt x="651588" y="256528"/>
                </a:lnTo>
                <a:lnTo>
                  <a:pt x="651180" y="256149"/>
                </a:lnTo>
                <a:lnTo>
                  <a:pt x="650761" y="255779"/>
                </a:lnTo>
                <a:lnTo>
                  <a:pt x="650332" y="255415"/>
                </a:lnTo>
                <a:lnTo>
                  <a:pt x="649892" y="255060"/>
                </a:lnTo>
                <a:lnTo>
                  <a:pt x="649442" y="254712"/>
                </a:lnTo>
                <a:lnTo>
                  <a:pt x="648981" y="254373"/>
                </a:lnTo>
                <a:lnTo>
                  <a:pt x="648510" y="254041"/>
                </a:lnTo>
                <a:lnTo>
                  <a:pt x="648028" y="253716"/>
                </a:lnTo>
                <a:lnTo>
                  <a:pt x="647536" y="253400"/>
                </a:lnTo>
                <a:lnTo>
                  <a:pt x="647033" y="253091"/>
                </a:lnTo>
                <a:lnTo>
                  <a:pt x="646519" y="252790"/>
                </a:lnTo>
                <a:lnTo>
                  <a:pt x="645995" y="252497"/>
                </a:lnTo>
                <a:lnTo>
                  <a:pt x="645460" y="252212"/>
                </a:lnTo>
                <a:lnTo>
                  <a:pt x="644915" y="251935"/>
                </a:lnTo>
                <a:lnTo>
                  <a:pt x="644359" y="251665"/>
                </a:lnTo>
                <a:lnTo>
                  <a:pt x="643793" y="251403"/>
                </a:lnTo>
                <a:lnTo>
                  <a:pt x="643216" y="251149"/>
                </a:lnTo>
                <a:lnTo>
                  <a:pt x="642628" y="250902"/>
                </a:lnTo>
                <a:lnTo>
                  <a:pt x="642030" y="250664"/>
                </a:lnTo>
                <a:lnTo>
                  <a:pt x="641421" y="250433"/>
                </a:lnTo>
                <a:lnTo>
                  <a:pt x="640817" y="250211"/>
                </a:lnTo>
                <a:lnTo>
                  <a:pt x="640207" y="249998"/>
                </a:lnTo>
                <a:lnTo>
                  <a:pt x="639589" y="249795"/>
                </a:lnTo>
                <a:lnTo>
                  <a:pt x="638965" y="249601"/>
                </a:lnTo>
                <a:lnTo>
                  <a:pt x="638335" y="249417"/>
                </a:lnTo>
                <a:lnTo>
                  <a:pt x="637697" y="249242"/>
                </a:lnTo>
                <a:lnTo>
                  <a:pt x="637053" y="249076"/>
                </a:lnTo>
                <a:lnTo>
                  <a:pt x="636403" y="248920"/>
                </a:lnTo>
                <a:lnTo>
                  <a:pt x="635745" y="248774"/>
                </a:lnTo>
                <a:lnTo>
                  <a:pt x="635081" y="248637"/>
                </a:lnTo>
                <a:lnTo>
                  <a:pt x="634411" y="248509"/>
                </a:lnTo>
                <a:lnTo>
                  <a:pt x="633733" y="248391"/>
                </a:lnTo>
                <a:lnTo>
                  <a:pt x="633049" y="248282"/>
                </a:lnTo>
                <a:lnTo>
                  <a:pt x="632358" y="248183"/>
                </a:lnTo>
                <a:lnTo>
                  <a:pt x="631661" y="248093"/>
                </a:lnTo>
                <a:lnTo>
                  <a:pt x="630957" y="248013"/>
                </a:lnTo>
                <a:lnTo>
                  <a:pt x="630246" y="247942"/>
                </a:lnTo>
                <a:lnTo>
                  <a:pt x="629529" y="247880"/>
                </a:lnTo>
                <a:lnTo>
                  <a:pt x="628805" y="247828"/>
                </a:lnTo>
                <a:lnTo>
                  <a:pt x="628074" y="247786"/>
                </a:lnTo>
                <a:lnTo>
                  <a:pt x="627336" y="247753"/>
                </a:lnTo>
                <a:lnTo>
                  <a:pt x="626592" y="247729"/>
                </a:lnTo>
                <a:lnTo>
                  <a:pt x="625842" y="247715"/>
                </a:lnTo>
                <a:lnTo>
                  <a:pt x="625084" y="247710"/>
                </a:lnTo>
                <a:lnTo>
                  <a:pt x="624221" y="247715"/>
                </a:lnTo>
                <a:lnTo>
                  <a:pt x="623367" y="247729"/>
                </a:lnTo>
                <a:lnTo>
                  <a:pt x="622521" y="247753"/>
                </a:lnTo>
                <a:lnTo>
                  <a:pt x="621685" y="247786"/>
                </a:lnTo>
                <a:lnTo>
                  <a:pt x="620857" y="247828"/>
                </a:lnTo>
                <a:lnTo>
                  <a:pt x="620039" y="247880"/>
                </a:lnTo>
                <a:lnTo>
                  <a:pt x="619229" y="247942"/>
                </a:lnTo>
                <a:lnTo>
                  <a:pt x="618428" y="248013"/>
                </a:lnTo>
                <a:lnTo>
                  <a:pt x="617636" y="248093"/>
                </a:lnTo>
                <a:lnTo>
                  <a:pt x="616853" y="248183"/>
                </a:lnTo>
                <a:lnTo>
                  <a:pt x="616079" y="248282"/>
                </a:lnTo>
                <a:lnTo>
                  <a:pt x="615314" y="248391"/>
                </a:lnTo>
                <a:lnTo>
                  <a:pt x="614557" y="248509"/>
                </a:lnTo>
                <a:lnTo>
                  <a:pt x="613810" y="248637"/>
                </a:lnTo>
                <a:lnTo>
                  <a:pt x="613071" y="248774"/>
                </a:lnTo>
                <a:lnTo>
                  <a:pt x="612342" y="248920"/>
                </a:lnTo>
                <a:lnTo>
                  <a:pt x="611621" y="249076"/>
                </a:lnTo>
                <a:lnTo>
                  <a:pt x="610909" y="249242"/>
                </a:lnTo>
                <a:lnTo>
                  <a:pt x="610206" y="249417"/>
                </a:lnTo>
                <a:lnTo>
                  <a:pt x="609512" y="249601"/>
                </a:lnTo>
                <a:lnTo>
                  <a:pt x="608827" y="249795"/>
                </a:lnTo>
                <a:lnTo>
                  <a:pt x="608151" y="249998"/>
                </a:lnTo>
                <a:lnTo>
                  <a:pt x="607483" y="250211"/>
                </a:lnTo>
                <a:lnTo>
                  <a:pt x="606825" y="250433"/>
                </a:lnTo>
                <a:lnTo>
                  <a:pt x="606190" y="250664"/>
                </a:lnTo>
                <a:lnTo>
                  <a:pt x="605567" y="250905"/>
                </a:lnTo>
                <a:lnTo>
                  <a:pt x="604955" y="251154"/>
                </a:lnTo>
                <a:lnTo>
                  <a:pt x="604356" y="251412"/>
                </a:lnTo>
                <a:lnTo>
                  <a:pt x="603767" y="251679"/>
                </a:lnTo>
                <a:lnTo>
                  <a:pt x="603191" y="251955"/>
                </a:lnTo>
                <a:lnTo>
                  <a:pt x="602626" y="252239"/>
                </a:lnTo>
                <a:lnTo>
                  <a:pt x="602073" y="252533"/>
                </a:lnTo>
                <a:lnTo>
                  <a:pt x="601532" y="252835"/>
                </a:lnTo>
                <a:lnTo>
                  <a:pt x="601002" y="253147"/>
                </a:lnTo>
                <a:lnTo>
                  <a:pt x="600484" y="253467"/>
                </a:lnTo>
                <a:lnTo>
                  <a:pt x="599978" y="253796"/>
                </a:lnTo>
                <a:lnTo>
                  <a:pt x="599483" y="254135"/>
                </a:lnTo>
                <a:lnTo>
                  <a:pt x="599000" y="254482"/>
                </a:lnTo>
                <a:lnTo>
                  <a:pt x="598529" y="254838"/>
                </a:lnTo>
                <a:lnTo>
                  <a:pt x="598069" y="255202"/>
                </a:lnTo>
                <a:lnTo>
                  <a:pt x="597621" y="255576"/>
                </a:lnTo>
                <a:lnTo>
                  <a:pt x="597185" y="255959"/>
                </a:lnTo>
                <a:lnTo>
                  <a:pt x="596760" y="256350"/>
                </a:lnTo>
                <a:lnTo>
                  <a:pt x="596347" y="256751"/>
                </a:lnTo>
                <a:lnTo>
                  <a:pt x="595946" y="257160"/>
                </a:lnTo>
                <a:lnTo>
                  <a:pt x="595556" y="257578"/>
                </a:lnTo>
                <a:lnTo>
                  <a:pt x="595178" y="258005"/>
                </a:lnTo>
                <a:lnTo>
                  <a:pt x="594812" y="258441"/>
                </a:lnTo>
                <a:lnTo>
                  <a:pt x="594459" y="258887"/>
                </a:lnTo>
                <a:lnTo>
                  <a:pt x="594121" y="259341"/>
                </a:lnTo>
                <a:lnTo>
                  <a:pt x="593799" y="259805"/>
                </a:lnTo>
                <a:lnTo>
                  <a:pt x="593491" y="260279"/>
                </a:lnTo>
                <a:lnTo>
                  <a:pt x="593198" y="260762"/>
                </a:lnTo>
                <a:lnTo>
                  <a:pt x="592920" y="261254"/>
                </a:lnTo>
                <a:lnTo>
                  <a:pt x="592657" y="261756"/>
                </a:lnTo>
                <a:lnTo>
                  <a:pt x="592410" y="262268"/>
                </a:lnTo>
                <a:lnTo>
                  <a:pt x="592177" y="262788"/>
                </a:lnTo>
                <a:lnTo>
                  <a:pt x="591959" y="263319"/>
                </a:lnTo>
                <a:lnTo>
                  <a:pt x="591756" y="263858"/>
                </a:lnTo>
                <a:lnTo>
                  <a:pt x="591569" y="264408"/>
                </a:lnTo>
                <a:lnTo>
                  <a:pt x="591396" y="264966"/>
                </a:lnTo>
                <a:lnTo>
                  <a:pt x="591238" y="265534"/>
                </a:lnTo>
                <a:lnTo>
                  <a:pt x="591096" y="266112"/>
                </a:lnTo>
                <a:lnTo>
                  <a:pt x="590968" y="266699"/>
                </a:lnTo>
                <a:lnTo>
                  <a:pt x="590855" y="267295"/>
                </a:lnTo>
                <a:lnTo>
                  <a:pt x="590758" y="267901"/>
                </a:lnTo>
                <a:lnTo>
                  <a:pt x="590675" y="268517"/>
                </a:lnTo>
                <a:lnTo>
                  <a:pt x="590608" y="269142"/>
                </a:lnTo>
                <a:lnTo>
                  <a:pt x="590555" y="269776"/>
                </a:lnTo>
                <a:lnTo>
                  <a:pt x="590518" y="270420"/>
                </a:lnTo>
                <a:lnTo>
                  <a:pt x="590495" y="271073"/>
                </a:lnTo>
                <a:lnTo>
                  <a:pt x="590488" y="271735"/>
                </a:lnTo>
                <a:lnTo>
                  <a:pt x="590493" y="272305"/>
                </a:lnTo>
                <a:lnTo>
                  <a:pt x="590508" y="272868"/>
                </a:lnTo>
                <a:lnTo>
                  <a:pt x="590533" y="273422"/>
                </a:lnTo>
                <a:lnTo>
                  <a:pt x="590568" y="273969"/>
                </a:lnTo>
                <a:lnTo>
                  <a:pt x="590613" y="274508"/>
                </a:lnTo>
                <a:lnTo>
                  <a:pt x="590668" y="275039"/>
                </a:lnTo>
                <a:lnTo>
                  <a:pt x="590733" y="275562"/>
                </a:lnTo>
                <a:lnTo>
                  <a:pt x="590808" y="276078"/>
                </a:lnTo>
                <a:lnTo>
                  <a:pt x="590893" y="276585"/>
                </a:lnTo>
                <a:lnTo>
                  <a:pt x="590988" y="277085"/>
                </a:lnTo>
                <a:lnTo>
                  <a:pt x="591093" y="277578"/>
                </a:lnTo>
                <a:lnTo>
                  <a:pt x="591208" y="278062"/>
                </a:lnTo>
                <a:lnTo>
                  <a:pt x="591333" y="278539"/>
                </a:lnTo>
                <a:lnTo>
                  <a:pt x="591469" y="279007"/>
                </a:lnTo>
                <a:lnTo>
                  <a:pt x="591614" y="279469"/>
                </a:lnTo>
                <a:lnTo>
                  <a:pt x="591769" y="279922"/>
                </a:lnTo>
                <a:lnTo>
                  <a:pt x="591934" y="280367"/>
                </a:lnTo>
                <a:lnTo>
                  <a:pt x="592109" y="280805"/>
                </a:lnTo>
                <a:lnTo>
                  <a:pt x="592295" y="281235"/>
                </a:lnTo>
                <a:lnTo>
                  <a:pt x="592490" y="281657"/>
                </a:lnTo>
                <a:lnTo>
                  <a:pt x="592695" y="282071"/>
                </a:lnTo>
                <a:lnTo>
                  <a:pt x="592910" y="282478"/>
                </a:lnTo>
                <a:lnTo>
                  <a:pt x="593135" y="282877"/>
                </a:lnTo>
                <a:lnTo>
                  <a:pt x="593371" y="283267"/>
                </a:lnTo>
                <a:lnTo>
                  <a:pt x="593617" y="283638"/>
                </a:lnTo>
                <a:lnTo>
                  <a:pt x="593877" y="284004"/>
                </a:lnTo>
                <a:lnTo>
                  <a:pt x="594149" y="284364"/>
                </a:lnTo>
                <a:lnTo>
                  <a:pt x="594434" y="284718"/>
                </a:lnTo>
                <a:lnTo>
                  <a:pt x="594732" y="285067"/>
                </a:lnTo>
                <a:lnTo>
                  <a:pt x="595042" y="285410"/>
                </a:lnTo>
                <a:lnTo>
                  <a:pt x="595366" y="285747"/>
                </a:lnTo>
                <a:lnTo>
                  <a:pt x="595702" y="286079"/>
                </a:lnTo>
                <a:lnTo>
                  <a:pt x="596051" y="286406"/>
                </a:lnTo>
                <a:lnTo>
                  <a:pt x="596413" y="286727"/>
                </a:lnTo>
                <a:lnTo>
                  <a:pt x="596787" y="287042"/>
                </a:lnTo>
                <a:lnTo>
                  <a:pt x="597175" y="287352"/>
                </a:lnTo>
                <a:lnTo>
                  <a:pt x="597575" y="287656"/>
                </a:lnTo>
                <a:lnTo>
                  <a:pt x="597988" y="287955"/>
                </a:lnTo>
                <a:lnTo>
                  <a:pt x="598413" y="288248"/>
                </a:lnTo>
                <a:lnTo>
                  <a:pt x="598852" y="288535"/>
                </a:lnTo>
                <a:lnTo>
                  <a:pt x="599303" y="288817"/>
                </a:lnTo>
                <a:lnTo>
                  <a:pt x="599767" y="289094"/>
                </a:lnTo>
                <a:lnTo>
                  <a:pt x="600244" y="289365"/>
                </a:lnTo>
                <a:lnTo>
                  <a:pt x="600734" y="289630"/>
                </a:lnTo>
                <a:lnTo>
                  <a:pt x="601236" y="289890"/>
                </a:lnTo>
                <a:lnTo>
                  <a:pt x="601752" y="290144"/>
                </a:lnTo>
                <a:lnTo>
                  <a:pt x="602280" y="290392"/>
                </a:lnTo>
                <a:lnTo>
                  <a:pt x="602821" y="290635"/>
                </a:lnTo>
                <a:lnTo>
                  <a:pt x="603375" y="290861"/>
                </a:lnTo>
                <a:lnTo>
                  <a:pt x="603944" y="291084"/>
                </a:lnTo>
                <a:lnTo>
                  <a:pt x="604527" y="291304"/>
                </a:lnTo>
                <a:lnTo>
                  <a:pt x="605125" y="291521"/>
                </a:lnTo>
                <a:lnTo>
                  <a:pt x="605738" y="291735"/>
                </a:lnTo>
                <a:lnTo>
                  <a:pt x="606364" y="291947"/>
                </a:lnTo>
                <a:lnTo>
                  <a:pt x="607006" y="292156"/>
                </a:lnTo>
                <a:lnTo>
                  <a:pt x="607661" y="292362"/>
                </a:lnTo>
                <a:lnTo>
                  <a:pt x="608331" y="292565"/>
                </a:lnTo>
                <a:lnTo>
                  <a:pt x="609016" y="292765"/>
                </a:lnTo>
                <a:lnTo>
                  <a:pt x="609715" y="292963"/>
                </a:lnTo>
                <a:lnTo>
                  <a:pt x="610429" y="293158"/>
                </a:lnTo>
                <a:lnTo>
                  <a:pt x="611157" y="293350"/>
                </a:lnTo>
                <a:lnTo>
                  <a:pt x="611899" y="293539"/>
                </a:lnTo>
                <a:lnTo>
                  <a:pt x="612656" y="293726"/>
                </a:lnTo>
                <a:lnTo>
                  <a:pt x="613427" y="293910"/>
                </a:lnTo>
                <a:lnTo>
                  <a:pt x="614213" y="294091"/>
                </a:lnTo>
                <a:lnTo>
                  <a:pt x="615013" y="294269"/>
                </a:lnTo>
                <a:lnTo>
                  <a:pt x="615828" y="294445"/>
                </a:lnTo>
                <a:lnTo>
                  <a:pt x="616657" y="294617"/>
                </a:lnTo>
                <a:lnTo>
                  <a:pt x="617501" y="294787"/>
                </a:lnTo>
                <a:lnTo>
                  <a:pt x="618359" y="294954"/>
                </a:lnTo>
                <a:lnTo>
                  <a:pt x="619232" y="295119"/>
                </a:lnTo>
                <a:lnTo>
                  <a:pt x="620119" y="295280"/>
                </a:lnTo>
                <a:lnTo>
                  <a:pt x="620951" y="295414"/>
                </a:lnTo>
                <a:lnTo>
                  <a:pt x="621767" y="295548"/>
                </a:lnTo>
                <a:lnTo>
                  <a:pt x="622566" y="295683"/>
                </a:lnTo>
                <a:lnTo>
                  <a:pt x="623349" y="295819"/>
                </a:lnTo>
                <a:lnTo>
                  <a:pt x="624115" y="295955"/>
                </a:lnTo>
                <a:lnTo>
                  <a:pt x="624864" y="296091"/>
                </a:lnTo>
                <a:lnTo>
                  <a:pt x="625596" y="296228"/>
                </a:lnTo>
                <a:lnTo>
                  <a:pt x="626312" y="296366"/>
                </a:lnTo>
                <a:lnTo>
                  <a:pt x="627011" y="296504"/>
                </a:lnTo>
                <a:lnTo>
                  <a:pt x="627694" y="296643"/>
                </a:lnTo>
                <a:lnTo>
                  <a:pt x="628359" y="296782"/>
                </a:lnTo>
                <a:lnTo>
                  <a:pt x="629008" y="296922"/>
                </a:lnTo>
                <a:lnTo>
                  <a:pt x="629641" y="297062"/>
                </a:lnTo>
                <a:lnTo>
                  <a:pt x="630256" y="297203"/>
                </a:lnTo>
                <a:lnTo>
                  <a:pt x="630855" y="297345"/>
                </a:lnTo>
                <a:lnTo>
                  <a:pt x="631437" y="297487"/>
                </a:lnTo>
                <a:lnTo>
                  <a:pt x="632003" y="297630"/>
                </a:lnTo>
                <a:lnTo>
                  <a:pt x="632552" y="297773"/>
                </a:lnTo>
                <a:lnTo>
                  <a:pt x="633084" y="297917"/>
                </a:lnTo>
                <a:lnTo>
                  <a:pt x="633600" y="298061"/>
                </a:lnTo>
                <a:lnTo>
                  <a:pt x="634099" y="298206"/>
                </a:lnTo>
                <a:lnTo>
                  <a:pt x="634581" y="298351"/>
                </a:lnTo>
                <a:lnTo>
                  <a:pt x="635046" y="298497"/>
                </a:lnTo>
                <a:lnTo>
                  <a:pt x="635495" y="298644"/>
                </a:lnTo>
                <a:lnTo>
                  <a:pt x="635943" y="298792"/>
                </a:lnTo>
                <a:lnTo>
                  <a:pt x="636379" y="298942"/>
                </a:lnTo>
                <a:lnTo>
                  <a:pt x="636804" y="299094"/>
                </a:lnTo>
                <a:lnTo>
                  <a:pt x="637217" y="299249"/>
                </a:lnTo>
                <a:lnTo>
                  <a:pt x="637618" y="299406"/>
                </a:lnTo>
                <a:lnTo>
                  <a:pt x="638008" y="299565"/>
                </a:lnTo>
                <a:lnTo>
                  <a:pt x="638386" y="299726"/>
                </a:lnTo>
                <a:lnTo>
                  <a:pt x="638752" y="299890"/>
                </a:lnTo>
                <a:lnTo>
                  <a:pt x="639106" y="300055"/>
                </a:lnTo>
                <a:lnTo>
                  <a:pt x="639449" y="300223"/>
                </a:lnTo>
                <a:lnTo>
                  <a:pt x="639780" y="300393"/>
                </a:lnTo>
                <a:lnTo>
                  <a:pt x="640100" y="300566"/>
                </a:lnTo>
                <a:lnTo>
                  <a:pt x="640408" y="300740"/>
                </a:lnTo>
                <a:lnTo>
                  <a:pt x="640704" y="300917"/>
                </a:lnTo>
                <a:lnTo>
                  <a:pt x="640988" y="301096"/>
                </a:lnTo>
                <a:lnTo>
                  <a:pt x="641261" y="301278"/>
                </a:lnTo>
                <a:lnTo>
                  <a:pt x="641522" y="301461"/>
                </a:lnTo>
                <a:lnTo>
                  <a:pt x="641772" y="301647"/>
                </a:lnTo>
                <a:lnTo>
                  <a:pt x="642009" y="301835"/>
                </a:lnTo>
                <a:lnTo>
                  <a:pt x="642235" y="302025"/>
                </a:lnTo>
                <a:lnTo>
                  <a:pt x="642450" y="302218"/>
                </a:lnTo>
                <a:lnTo>
                  <a:pt x="642653" y="302412"/>
                </a:lnTo>
                <a:lnTo>
                  <a:pt x="642844" y="302609"/>
                </a:lnTo>
                <a:lnTo>
                  <a:pt x="643023" y="302808"/>
                </a:lnTo>
                <a:lnTo>
                  <a:pt x="643193" y="303011"/>
                </a:lnTo>
                <a:lnTo>
                  <a:pt x="643356" y="303217"/>
                </a:lnTo>
                <a:lnTo>
                  <a:pt x="643511" y="303429"/>
                </a:lnTo>
                <a:lnTo>
                  <a:pt x="643659" y="303645"/>
                </a:lnTo>
                <a:lnTo>
                  <a:pt x="643800" y="303865"/>
                </a:lnTo>
                <a:lnTo>
                  <a:pt x="643934" y="304090"/>
                </a:lnTo>
                <a:lnTo>
                  <a:pt x="644060" y="304319"/>
                </a:lnTo>
                <a:lnTo>
                  <a:pt x="644180" y="304552"/>
                </a:lnTo>
                <a:lnTo>
                  <a:pt x="644292" y="304790"/>
                </a:lnTo>
                <a:lnTo>
                  <a:pt x="644397" y="305033"/>
                </a:lnTo>
                <a:lnTo>
                  <a:pt x="644494" y="305280"/>
                </a:lnTo>
                <a:lnTo>
                  <a:pt x="644585" y="305531"/>
                </a:lnTo>
                <a:lnTo>
                  <a:pt x="644668" y="305787"/>
                </a:lnTo>
                <a:lnTo>
                  <a:pt x="644744" y="306047"/>
                </a:lnTo>
                <a:lnTo>
                  <a:pt x="644812" y="306312"/>
                </a:lnTo>
                <a:lnTo>
                  <a:pt x="644874" y="306581"/>
                </a:lnTo>
                <a:lnTo>
                  <a:pt x="644928" y="306855"/>
                </a:lnTo>
                <a:lnTo>
                  <a:pt x="644975" y="307133"/>
                </a:lnTo>
                <a:lnTo>
                  <a:pt x="645015" y="307415"/>
                </a:lnTo>
                <a:lnTo>
                  <a:pt x="645047" y="307702"/>
                </a:lnTo>
                <a:lnTo>
                  <a:pt x="645073" y="307994"/>
                </a:lnTo>
                <a:lnTo>
                  <a:pt x="645091" y="308289"/>
                </a:lnTo>
                <a:lnTo>
                  <a:pt x="645102" y="308590"/>
                </a:lnTo>
                <a:lnTo>
                  <a:pt x="645105" y="308895"/>
                </a:lnTo>
                <a:lnTo>
                  <a:pt x="645096" y="309358"/>
                </a:lnTo>
                <a:lnTo>
                  <a:pt x="645070" y="309814"/>
                </a:lnTo>
                <a:lnTo>
                  <a:pt x="645025" y="310264"/>
                </a:lnTo>
                <a:lnTo>
                  <a:pt x="644963" y="310705"/>
                </a:lnTo>
                <a:lnTo>
                  <a:pt x="644883" y="311140"/>
                </a:lnTo>
                <a:lnTo>
                  <a:pt x="644785" y="311567"/>
                </a:lnTo>
                <a:lnTo>
                  <a:pt x="644669" y="311988"/>
                </a:lnTo>
                <a:lnTo>
                  <a:pt x="644536" y="312400"/>
                </a:lnTo>
                <a:lnTo>
                  <a:pt x="644384" y="312806"/>
                </a:lnTo>
                <a:lnTo>
                  <a:pt x="644215" y="313205"/>
                </a:lnTo>
                <a:lnTo>
                  <a:pt x="644028" y="313596"/>
                </a:lnTo>
                <a:lnTo>
                  <a:pt x="643824" y="313980"/>
                </a:lnTo>
                <a:lnTo>
                  <a:pt x="643601" y="314357"/>
                </a:lnTo>
                <a:lnTo>
                  <a:pt x="643361" y="314726"/>
                </a:lnTo>
                <a:lnTo>
                  <a:pt x="643103" y="315089"/>
                </a:lnTo>
                <a:lnTo>
                  <a:pt x="642827" y="315444"/>
                </a:lnTo>
                <a:lnTo>
                  <a:pt x="642534" y="315792"/>
                </a:lnTo>
                <a:lnTo>
                  <a:pt x="642222" y="316132"/>
                </a:lnTo>
                <a:lnTo>
                  <a:pt x="641893" y="316466"/>
                </a:lnTo>
                <a:lnTo>
                  <a:pt x="641546" y="316792"/>
                </a:lnTo>
                <a:lnTo>
                  <a:pt x="641181" y="317111"/>
                </a:lnTo>
                <a:lnTo>
                  <a:pt x="640798" y="317422"/>
                </a:lnTo>
                <a:lnTo>
                  <a:pt x="640398" y="317727"/>
                </a:lnTo>
                <a:lnTo>
                  <a:pt x="639980" y="318024"/>
                </a:lnTo>
                <a:lnTo>
                  <a:pt x="639558" y="318299"/>
                </a:lnTo>
                <a:lnTo>
                  <a:pt x="639119" y="318561"/>
                </a:lnTo>
                <a:lnTo>
                  <a:pt x="638663" y="318813"/>
                </a:lnTo>
                <a:lnTo>
                  <a:pt x="638191" y="319052"/>
                </a:lnTo>
                <a:lnTo>
                  <a:pt x="637702" y="319280"/>
                </a:lnTo>
                <a:lnTo>
                  <a:pt x="637197" y="319496"/>
                </a:lnTo>
                <a:lnTo>
                  <a:pt x="636675" y="319700"/>
                </a:lnTo>
                <a:lnTo>
                  <a:pt x="636136" y="319893"/>
                </a:lnTo>
                <a:lnTo>
                  <a:pt x="635580" y="320074"/>
                </a:lnTo>
                <a:lnTo>
                  <a:pt x="635008" y="320243"/>
                </a:lnTo>
                <a:lnTo>
                  <a:pt x="634419" y="320401"/>
                </a:lnTo>
                <a:lnTo>
                  <a:pt x="633813" y="320547"/>
                </a:lnTo>
                <a:lnTo>
                  <a:pt x="633191" y="320681"/>
                </a:lnTo>
                <a:lnTo>
                  <a:pt x="632552" y="320804"/>
                </a:lnTo>
                <a:lnTo>
                  <a:pt x="631896" y="320915"/>
                </a:lnTo>
                <a:lnTo>
                  <a:pt x="631224" y="321014"/>
                </a:lnTo>
                <a:lnTo>
                  <a:pt x="630535" y="321102"/>
                </a:lnTo>
                <a:lnTo>
                  <a:pt x="629829" y="321178"/>
                </a:lnTo>
                <a:lnTo>
                  <a:pt x="629107" y="321242"/>
                </a:lnTo>
                <a:lnTo>
                  <a:pt x="628368" y="321294"/>
                </a:lnTo>
                <a:lnTo>
                  <a:pt x="627612" y="321335"/>
                </a:lnTo>
                <a:lnTo>
                  <a:pt x="626839" y="321364"/>
                </a:lnTo>
                <a:lnTo>
                  <a:pt x="626050" y="321382"/>
                </a:lnTo>
                <a:lnTo>
                  <a:pt x="625244" y="321388"/>
                </a:lnTo>
                <a:lnTo>
                  <a:pt x="624345" y="321381"/>
                </a:lnTo>
                <a:lnTo>
                  <a:pt x="623463" y="321362"/>
                </a:lnTo>
                <a:lnTo>
                  <a:pt x="622599" y="321330"/>
                </a:lnTo>
                <a:lnTo>
                  <a:pt x="621752" y="321285"/>
                </a:lnTo>
                <a:lnTo>
                  <a:pt x="620922" y="321228"/>
                </a:lnTo>
                <a:lnTo>
                  <a:pt x="620109" y="321157"/>
                </a:lnTo>
                <a:lnTo>
                  <a:pt x="619313" y="321074"/>
                </a:lnTo>
                <a:lnTo>
                  <a:pt x="618535" y="320978"/>
                </a:lnTo>
                <a:lnTo>
                  <a:pt x="617774" y="320870"/>
                </a:lnTo>
                <a:lnTo>
                  <a:pt x="617030" y="320748"/>
                </a:lnTo>
                <a:lnTo>
                  <a:pt x="616303" y="320614"/>
                </a:lnTo>
                <a:lnTo>
                  <a:pt x="615594" y="320467"/>
                </a:lnTo>
                <a:lnTo>
                  <a:pt x="614902" y="320307"/>
                </a:lnTo>
                <a:lnTo>
                  <a:pt x="614227" y="320134"/>
                </a:lnTo>
                <a:lnTo>
                  <a:pt x="613569" y="319949"/>
                </a:lnTo>
                <a:lnTo>
                  <a:pt x="612929" y="319750"/>
                </a:lnTo>
                <a:lnTo>
                  <a:pt x="612306" y="319539"/>
                </a:lnTo>
                <a:lnTo>
                  <a:pt x="611700" y="319316"/>
                </a:lnTo>
                <a:lnTo>
                  <a:pt x="611111" y="319079"/>
                </a:lnTo>
                <a:lnTo>
                  <a:pt x="610540" y="318829"/>
                </a:lnTo>
                <a:lnTo>
                  <a:pt x="609986" y="318567"/>
                </a:lnTo>
                <a:lnTo>
                  <a:pt x="609449" y="318292"/>
                </a:lnTo>
                <a:lnTo>
                  <a:pt x="608929" y="318004"/>
                </a:lnTo>
                <a:lnTo>
                  <a:pt x="608427" y="317704"/>
                </a:lnTo>
                <a:lnTo>
                  <a:pt x="607956" y="317378"/>
                </a:lnTo>
                <a:lnTo>
                  <a:pt x="607506" y="317043"/>
                </a:lnTo>
                <a:lnTo>
                  <a:pt x="607075" y="316698"/>
                </a:lnTo>
                <a:lnTo>
                  <a:pt x="606665" y="316342"/>
                </a:lnTo>
                <a:lnTo>
                  <a:pt x="606274" y="315977"/>
                </a:lnTo>
                <a:lnTo>
                  <a:pt x="605904" y="315602"/>
                </a:lnTo>
                <a:lnTo>
                  <a:pt x="605554" y="315216"/>
                </a:lnTo>
                <a:lnTo>
                  <a:pt x="605223" y="314821"/>
                </a:lnTo>
                <a:lnTo>
                  <a:pt x="604913" y="314415"/>
                </a:lnTo>
                <a:lnTo>
                  <a:pt x="604623" y="314000"/>
                </a:lnTo>
                <a:lnTo>
                  <a:pt x="604352" y="313574"/>
                </a:lnTo>
                <a:lnTo>
                  <a:pt x="604102" y="313139"/>
                </a:lnTo>
                <a:lnTo>
                  <a:pt x="603872" y="312694"/>
                </a:lnTo>
                <a:lnTo>
                  <a:pt x="603662" y="312238"/>
                </a:lnTo>
                <a:lnTo>
                  <a:pt x="603471" y="311773"/>
                </a:lnTo>
                <a:lnTo>
                  <a:pt x="603301" y="311297"/>
                </a:lnTo>
                <a:lnTo>
                  <a:pt x="603151" y="310812"/>
                </a:lnTo>
                <a:lnTo>
                  <a:pt x="603021" y="310316"/>
                </a:lnTo>
                <a:lnTo>
                  <a:pt x="602911" y="309811"/>
                </a:lnTo>
                <a:lnTo>
                  <a:pt x="602821" y="309295"/>
                </a:lnTo>
                <a:lnTo>
                  <a:pt x="602751" y="308769"/>
                </a:lnTo>
                <a:lnTo>
                  <a:pt x="602700" y="308234"/>
                </a:lnTo>
                <a:lnTo>
                  <a:pt x="602670" y="307688"/>
                </a:lnTo>
                <a:lnTo>
                  <a:pt x="602660" y="307133"/>
                </a:lnTo>
                <a:lnTo>
                  <a:pt x="602660" y="305531"/>
                </a:lnTo>
                <a:lnTo>
                  <a:pt x="588886" y="305531"/>
                </a:lnTo>
                <a:lnTo>
                  <a:pt x="588873" y="305624"/>
                </a:lnTo>
                <a:lnTo>
                  <a:pt x="588860" y="305717"/>
                </a:lnTo>
                <a:lnTo>
                  <a:pt x="588848" y="305809"/>
                </a:lnTo>
                <a:lnTo>
                  <a:pt x="588837" y="305900"/>
                </a:lnTo>
                <a:lnTo>
                  <a:pt x="588826" y="305991"/>
                </a:lnTo>
                <a:lnTo>
                  <a:pt x="588816" y="306082"/>
                </a:lnTo>
                <a:lnTo>
                  <a:pt x="588806" y="306171"/>
                </a:lnTo>
                <a:lnTo>
                  <a:pt x="588797" y="306261"/>
                </a:lnTo>
                <a:lnTo>
                  <a:pt x="588788" y="306349"/>
                </a:lnTo>
                <a:lnTo>
                  <a:pt x="588780" y="306438"/>
                </a:lnTo>
                <a:lnTo>
                  <a:pt x="588773" y="306525"/>
                </a:lnTo>
                <a:lnTo>
                  <a:pt x="588766" y="306612"/>
                </a:lnTo>
                <a:lnTo>
                  <a:pt x="588759" y="306699"/>
                </a:lnTo>
                <a:lnTo>
                  <a:pt x="588754" y="306785"/>
                </a:lnTo>
                <a:lnTo>
                  <a:pt x="588748" y="306870"/>
                </a:lnTo>
                <a:lnTo>
                  <a:pt x="588744" y="306955"/>
                </a:lnTo>
                <a:lnTo>
                  <a:pt x="588739" y="307039"/>
                </a:lnTo>
                <a:lnTo>
                  <a:pt x="588736" y="307123"/>
                </a:lnTo>
                <a:lnTo>
                  <a:pt x="588733" y="307206"/>
                </a:lnTo>
                <a:lnTo>
                  <a:pt x="588730" y="307288"/>
                </a:lnTo>
                <a:lnTo>
                  <a:pt x="588728" y="307370"/>
                </a:lnTo>
                <a:lnTo>
                  <a:pt x="588727" y="307452"/>
                </a:lnTo>
                <a:lnTo>
                  <a:pt x="588726" y="307533"/>
                </a:lnTo>
                <a:lnTo>
                  <a:pt x="588726" y="307613"/>
                </a:lnTo>
                <a:lnTo>
                  <a:pt x="588726" y="307692"/>
                </a:lnTo>
                <a:lnTo>
                  <a:pt x="588726" y="307770"/>
                </a:lnTo>
                <a:lnTo>
                  <a:pt x="588726" y="307846"/>
                </a:lnTo>
                <a:lnTo>
                  <a:pt x="588726" y="307920"/>
                </a:lnTo>
                <a:lnTo>
                  <a:pt x="588726" y="307993"/>
                </a:lnTo>
                <a:lnTo>
                  <a:pt x="588726" y="308064"/>
                </a:lnTo>
                <a:lnTo>
                  <a:pt x="588726" y="308133"/>
                </a:lnTo>
                <a:lnTo>
                  <a:pt x="588726" y="308200"/>
                </a:lnTo>
                <a:lnTo>
                  <a:pt x="588726" y="308266"/>
                </a:lnTo>
                <a:lnTo>
                  <a:pt x="588726" y="308331"/>
                </a:lnTo>
                <a:lnTo>
                  <a:pt x="588726" y="308393"/>
                </a:lnTo>
                <a:lnTo>
                  <a:pt x="588726" y="308454"/>
                </a:lnTo>
                <a:lnTo>
                  <a:pt x="588726" y="308513"/>
                </a:lnTo>
                <a:lnTo>
                  <a:pt x="588726" y="308571"/>
                </a:lnTo>
                <a:lnTo>
                  <a:pt x="588726" y="308627"/>
                </a:lnTo>
                <a:lnTo>
                  <a:pt x="588726" y="308681"/>
                </a:lnTo>
                <a:lnTo>
                  <a:pt x="588726" y="308734"/>
                </a:lnTo>
                <a:lnTo>
                  <a:pt x="588726" y="308784"/>
                </a:lnTo>
                <a:lnTo>
                  <a:pt x="588726" y="308834"/>
                </a:lnTo>
                <a:lnTo>
                  <a:pt x="588726" y="308881"/>
                </a:lnTo>
                <a:lnTo>
                  <a:pt x="588726" y="308927"/>
                </a:lnTo>
                <a:lnTo>
                  <a:pt x="588726" y="308971"/>
                </a:lnTo>
                <a:lnTo>
                  <a:pt x="588726" y="309014"/>
                </a:lnTo>
                <a:lnTo>
                  <a:pt x="588726" y="309055"/>
                </a:lnTo>
                <a:lnTo>
                  <a:pt x="588733" y="309665"/>
                </a:lnTo>
                <a:lnTo>
                  <a:pt x="588756" y="310269"/>
                </a:lnTo>
                <a:lnTo>
                  <a:pt x="588793" y="310867"/>
                </a:lnTo>
                <a:lnTo>
                  <a:pt x="588846" y="311457"/>
                </a:lnTo>
                <a:lnTo>
                  <a:pt x="588913" y="312041"/>
                </a:lnTo>
                <a:lnTo>
                  <a:pt x="588996" y="312618"/>
                </a:lnTo>
                <a:lnTo>
                  <a:pt x="589094" y="313189"/>
                </a:lnTo>
                <a:lnTo>
                  <a:pt x="589206" y="313753"/>
                </a:lnTo>
                <a:lnTo>
                  <a:pt x="589334" y="314310"/>
                </a:lnTo>
                <a:lnTo>
                  <a:pt x="589477" y="314861"/>
                </a:lnTo>
                <a:lnTo>
                  <a:pt x="589634" y="315405"/>
                </a:lnTo>
                <a:lnTo>
                  <a:pt x="589807" y="315942"/>
                </a:lnTo>
                <a:lnTo>
                  <a:pt x="589995" y="316473"/>
                </a:lnTo>
                <a:lnTo>
                  <a:pt x="590197" y="316996"/>
                </a:lnTo>
                <a:lnTo>
                  <a:pt x="590415" y="317514"/>
                </a:lnTo>
                <a:lnTo>
                  <a:pt x="590648" y="318024"/>
                </a:lnTo>
                <a:lnTo>
                  <a:pt x="590896" y="318528"/>
                </a:lnTo>
                <a:lnTo>
                  <a:pt x="591158" y="319025"/>
                </a:lnTo>
                <a:lnTo>
                  <a:pt x="591436" y="319516"/>
                </a:lnTo>
                <a:lnTo>
                  <a:pt x="591729" y="320000"/>
                </a:lnTo>
                <a:lnTo>
                  <a:pt x="592037" y="320477"/>
                </a:lnTo>
                <a:lnTo>
                  <a:pt x="592360" y="320947"/>
                </a:lnTo>
                <a:lnTo>
                  <a:pt x="592697" y="321411"/>
                </a:lnTo>
                <a:lnTo>
                  <a:pt x="593050" y="321868"/>
                </a:lnTo>
                <a:lnTo>
                  <a:pt x="593430" y="322305"/>
                </a:lnTo>
                <a:lnTo>
                  <a:pt x="593820" y="322733"/>
                </a:lnTo>
                <a:lnTo>
                  <a:pt x="594222" y="323152"/>
                </a:lnTo>
                <a:lnTo>
                  <a:pt x="594634" y="323563"/>
                </a:lnTo>
                <a:lnTo>
                  <a:pt x="595058" y="323966"/>
                </a:lnTo>
                <a:lnTo>
                  <a:pt x="595493" y="324361"/>
                </a:lnTo>
                <a:lnTo>
                  <a:pt x="595939" y="324747"/>
                </a:lnTo>
                <a:lnTo>
                  <a:pt x="596396" y="325125"/>
                </a:lnTo>
                <a:lnTo>
                  <a:pt x="596864" y="325495"/>
                </a:lnTo>
                <a:lnTo>
                  <a:pt x="597344" y="325856"/>
                </a:lnTo>
                <a:lnTo>
                  <a:pt x="597834" y="326209"/>
                </a:lnTo>
                <a:lnTo>
                  <a:pt x="598336" y="326553"/>
                </a:lnTo>
                <a:lnTo>
                  <a:pt x="598849" y="326889"/>
                </a:lnTo>
                <a:lnTo>
                  <a:pt x="599373" y="327217"/>
                </a:lnTo>
                <a:lnTo>
                  <a:pt x="599908" y="327537"/>
                </a:lnTo>
                <a:lnTo>
                  <a:pt x="600454" y="327848"/>
                </a:lnTo>
                <a:lnTo>
                  <a:pt x="601011" y="328151"/>
                </a:lnTo>
                <a:lnTo>
                  <a:pt x="601579" y="328445"/>
                </a:lnTo>
                <a:lnTo>
                  <a:pt x="602159" y="328731"/>
                </a:lnTo>
                <a:lnTo>
                  <a:pt x="602749" y="329009"/>
                </a:lnTo>
                <a:lnTo>
                  <a:pt x="603351" y="329279"/>
                </a:lnTo>
                <a:lnTo>
                  <a:pt x="603964" y="329540"/>
                </a:lnTo>
                <a:lnTo>
                  <a:pt x="604588" y="329792"/>
                </a:lnTo>
                <a:lnTo>
                  <a:pt x="605223" y="330037"/>
                </a:lnTo>
                <a:lnTo>
                  <a:pt x="605881" y="330259"/>
                </a:lnTo>
                <a:lnTo>
                  <a:pt x="606547" y="330472"/>
                </a:lnTo>
                <a:lnTo>
                  <a:pt x="607220" y="330675"/>
                </a:lnTo>
                <a:lnTo>
                  <a:pt x="607902" y="330869"/>
                </a:lnTo>
                <a:lnTo>
                  <a:pt x="608591" y="331053"/>
                </a:lnTo>
                <a:lnTo>
                  <a:pt x="609287" y="331228"/>
                </a:lnTo>
                <a:lnTo>
                  <a:pt x="609992" y="331394"/>
                </a:lnTo>
                <a:lnTo>
                  <a:pt x="610704" y="331550"/>
                </a:lnTo>
                <a:lnTo>
                  <a:pt x="611425" y="331696"/>
                </a:lnTo>
                <a:lnTo>
                  <a:pt x="612153" y="331833"/>
                </a:lnTo>
                <a:lnTo>
                  <a:pt x="612888" y="331961"/>
                </a:lnTo>
                <a:lnTo>
                  <a:pt x="613632" y="332079"/>
                </a:lnTo>
                <a:lnTo>
                  <a:pt x="614383" y="332188"/>
                </a:lnTo>
                <a:lnTo>
                  <a:pt x="615142" y="332287"/>
                </a:lnTo>
                <a:lnTo>
                  <a:pt x="615909" y="332377"/>
                </a:lnTo>
                <a:lnTo>
                  <a:pt x="616684" y="332457"/>
                </a:lnTo>
                <a:lnTo>
                  <a:pt x="617467" y="332528"/>
                </a:lnTo>
                <a:lnTo>
                  <a:pt x="618257" y="332590"/>
                </a:lnTo>
                <a:lnTo>
                  <a:pt x="619055" y="332642"/>
                </a:lnTo>
                <a:lnTo>
                  <a:pt x="619861" y="332684"/>
                </a:lnTo>
                <a:lnTo>
                  <a:pt x="620674" y="332717"/>
                </a:lnTo>
                <a:lnTo>
                  <a:pt x="621496" y="332741"/>
                </a:lnTo>
                <a:lnTo>
                  <a:pt x="622325" y="332755"/>
                </a:lnTo>
                <a:lnTo>
                  <a:pt x="623162" y="332760"/>
                </a:lnTo>
                <a:lnTo>
                  <a:pt x="624117" y="332755"/>
                </a:lnTo>
                <a:lnTo>
                  <a:pt x="625061" y="332741"/>
                </a:lnTo>
                <a:lnTo>
                  <a:pt x="625993" y="332717"/>
                </a:lnTo>
                <a:lnTo>
                  <a:pt x="626913" y="332684"/>
                </a:lnTo>
                <a:lnTo>
                  <a:pt x="627821" y="332642"/>
                </a:lnTo>
                <a:close/>
                <a:moveTo>
                  <a:pt x="864411" y="249312"/>
                </a:moveTo>
                <a:lnTo>
                  <a:pt x="851598" y="249312"/>
                </a:lnTo>
                <a:lnTo>
                  <a:pt x="837823" y="308734"/>
                </a:lnTo>
                <a:lnTo>
                  <a:pt x="837183" y="308734"/>
                </a:lnTo>
                <a:lnTo>
                  <a:pt x="824850" y="249312"/>
                </a:lnTo>
                <a:lnTo>
                  <a:pt x="809634" y="249312"/>
                </a:lnTo>
                <a:lnTo>
                  <a:pt x="796340" y="308734"/>
                </a:lnTo>
                <a:lnTo>
                  <a:pt x="795699" y="308734"/>
                </a:lnTo>
                <a:lnTo>
                  <a:pt x="781604" y="249312"/>
                </a:lnTo>
                <a:lnTo>
                  <a:pt x="768310" y="249312"/>
                </a:lnTo>
                <a:lnTo>
                  <a:pt x="786890" y="331158"/>
                </a:lnTo>
                <a:lnTo>
                  <a:pt x="802907" y="331158"/>
                </a:lnTo>
                <a:lnTo>
                  <a:pt x="816841" y="269974"/>
                </a:lnTo>
                <a:lnTo>
                  <a:pt x="817482" y="269974"/>
                </a:lnTo>
                <a:lnTo>
                  <a:pt x="830135" y="331158"/>
                </a:lnTo>
                <a:lnTo>
                  <a:pt x="846312" y="331158"/>
                </a:lnTo>
                <a:lnTo>
                  <a:pt x="864411" y="249312"/>
                </a:lnTo>
                <a:close/>
                <a:moveTo>
                  <a:pt x="877685" y="271162"/>
                </a:moveTo>
                <a:lnTo>
                  <a:pt x="877701" y="271250"/>
                </a:lnTo>
                <a:lnTo>
                  <a:pt x="877717" y="271345"/>
                </a:lnTo>
                <a:lnTo>
                  <a:pt x="877733" y="271445"/>
                </a:lnTo>
                <a:lnTo>
                  <a:pt x="877750" y="271552"/>
                </a:lnTo>
                <a:lnTo>
                  <a:pt x="877767" y="271664"/>
                </a:lnTo>
                <a:lnTo>
                  <a:pt x="877786" y="271783"/>
                </a:lnTo>
                <a:lnTo>
                  <a:pt x="877804" y="271908"/>
                </a:lnTo>
                <a:lnTo>
                  <a:pt x="877823" y="272039"/>
                </a:lnTo>
                <a:lnTo>
                  <a:pt x="877843" y="272176"/>
                </a:lnTo>
                <a:lnTo>
                  <a:pt x="877863" y="272319"/>
                </a:lnTo>
                <a:lnTo>
                  <a:pt x="877884" y="272468"/>
                </a:lnTo>
                <a:lnTo>
                  <a:pt x="877906" y="272624"/>
                </a:lnTo>
                <a:lnTo>
                  <a:pt x="877928" y="272785"/>
                </a:lnTo>
                <a:lnTo>
                  <a:pt x="877950" y="272953"/>
                </a:lnTo>
                <a:lnTo>
                  <a:pt x="877973" y="273127"/>
                </a:lnTo>
                <a:lnTo>
                  <a:pt x="877997" y="273307"/>
                </a:lnTo>
                <a:lnTo>
                  <a:pt x="878021" y="273493"/>
                </a:lnTo>
                <a:lnTo>
                  <a:pt x="878046" y="273685"/>
                </a:lnTo>
                <a:lnTo>
                  <a:pt x="878071" y="273883"/>
                </a:lnTo>
                <a:lnTo>
                  <a:pt x="878097" y="274088"/>
                </a:lnTo>
                <a:lnTo>
                  <a:pt x="878123" y="274298"/>
                </a:lnTo>
                <a:lnTo>
                  <a:pt x="892859" y="274298"/>
                </a:lnTo>
                <a:lnTo>
                  <a:pt x="892859" y="272376"/>
                </a:lnTo>
                <a:lnTo>
                  <a:pt x="892867" y="271847"/>
                </a:lnTo>
                <a:lnTo>
                  <a:pt x="892891" y="271328"/>
                </a:lnTo>
                <a:lnTo>
                  <a:pt x="892931" y="270819"/>
                </a:lnTo>
                <a:lnTo>
                  <a:pt x="892988" y="270321"/>
                </a:lnTo>
                <a:lnTo>
                  <a:pt x="893061" y="269832"/>
                </a:lnTo>
                <a:lnTo>
                  <a:pt x="893149" y="269353"/>
                </a:lnTo>
                <a:lnTo>
                  <a:pt x="893254" y="268884"/>
                </a:lnTo>
                <a:lnTo>
                  <a:pt x="893375" y="268425"/>
                </a:lnTo>
                <a:lnTo>
                  <a:pt x="893512" y="267976"/>
                </a:lnTo>
                <a:lnTo>
                  <a:pt x="893665" y="267538"/>
                </a:lnTo>
                <a:lnTo>
                  <a:pt x="893835" y="267109"/>
                </a:lnTo>
                <a:lnTo>
                  <a:pt x="894020" y="266690"/>
                </a:lnTo>
                <a:lnTo>
                  <a:pt x="894222" y="266281"/>
                </a:lnTo>
                <a:lnTo>
                  <a:pt x="894439" y="265883"/>
                </a:lnTo>
                <a:lnTo>
                  <a:pt x="894673" y="265494"/>
                </a:lnTo>
                <a:lnTo>
                  <a:pt x="894923" y="265115"/>
                </a:lnTo>
                <a:lnTo>
                  <a:pt x="895189" y="264746"/>
                </a:lnTo>
                <a:lnTo>
                  <a:pt x="895472" y="264388"/>
                </a:lnTo>
                <a:lnTo>
                  <a:pt x="895770" y="264039"/>
                </a:lnTo>
                <a:lnTo>
                  <a:pt x="896085" y="263700"/>
                </a:lnTo>
                <a:lnTo>
                  <a:pt x="896415" y="263372"/>
                </a:lnTo>
                <a:lnTo>
                  <a:pt x="896762" y="263053"/>
                </a:lnTo>
                <a:lnTo>
                  <a:pt x="897125" y="262744"/>
                </a:lnTo>
                <a:lnTo>
                  <a:pt x="897504" y="262446"/>
                </a:lnTo>
                <a:lnTo>
                  <a:pt x="897898" y="262158"/>
                </a:lnTo>
                <a:lnTo>
                  <a:pt x="898305" y="261883"/>
                </a:lnTo>
                <a:lnTo>
                  <a:pt x="898725" y="261620"/>
                </a:lnTo>
                <a:lnTo>
                  <a:pt x="899159" y="261369"/>
                </a:lnTo>
                <a:lnTo>
                  <a:pt x="899606" y="261130"/>
                </a:lnTo>
                <a:lnTo>
                  <a:pt x="900066" y="260904"/>
                </a:lnTo>
                <a:lnTo>
                  <a:pt x="900540" y="260690"/>
                </a:lnTo>
                <a:lnTo>
                  <a:pt x="901027" y="260488"/>
                </a:lnTo>
                <a:lnTo>
                  <a:pt x="901528" y="260298"/>
                </a:lnTo>
                <a:lnTo>
                  <a:pt x="902042" y="260121"/>
                </a:lnTo>
                <a:lnTo>
                  <a:pt x="902569" y="259956"/>
                </a:lnTo>
                <a:lnTo>
                  <a:pt x="903110" y="259803"/>
                </a:lnTo>
                <a:lnTo>
                  <a:pt x="903664" y="259662"/>
                </a:lnTo>
                <a:lnTo>
                  <a:pt x="904231" y="259534"/>
                </a:lnTo>
                <a:lnTo>
                  <a:pt x="904811" y="259417"/>
                </a:lnTo>
                <a:lnTo>
                  <a:pt x="905405" y="259313"/>
                </a:lnTo>
                <a:lnTo>
                  <a:pt x="906013" y="259222"/>
                </a:lnTo>
                <a:lnTo>
                  <a:pt x="906633" y="259142"/>
                </a:lnTo>
                <a:lnTo>
                  <a:pt x="907267" y="259075"/>
                </a:lnTo>
                <a:lnTo>
                  <a:pt x="907915" y="259020"/>
                </a:lnTo>
                <a:lnTo>
                  <a:pt x="908575" y="258977"/>
                </a:lnTo>
                <a:lnTo>
                  <a:pt x="909250" y="258946"/>
                </a:lnTo>
                <a:lnTo>
                  <a:pt x="909937" y="258928"/>
                </a:lnTo>
                <a:lnTo>
                  <a:pt x="910638" y="258922"/>
                </a:lnTo>
                <a:lnTo>
                  <a:pt x="911402" y="258928"/>
                </a:lnTo>
                <a:lnTo>
                  <a:pt x="912148" y="258946"/>
                </a:lnTo>
                <a:lnTo>
                  <a:pt x="912875" y="258977"/>
                </a:lnTo>
                <a:lnTo>
                  <a:pt x="913583" y="259020"/>
                </a:lnTo>
                <a:lnTo>
                  <a:pt x="914272" y="259075"/>
                </a:lnTo>
                <a:lnTo>
                  <a:pt x="914942" y="259142"/>
                </a:lnTo>
                <a:lnTo>
                  <a:pt x="915593" y="259222"/>
                </a:lnTo>
                <a:lnTo>
                  <a:pt x="916226" y="259313"/>
                </a:lnTo>
                <a:lnTo>
                  <a:pt x="916839" y="259417"/>
                </a:lnTo>
                <a:lnTo>
                  <a:pt x="917434" y="259534"/>
                </a:lnTo>
                <a:lnTo>
                  <a:pt x="918009" y="259662"/>
                </a:lnTo>
                <a:lnTo>
                  <a:pt x="918566" y="259803"/>
                </a:lnTo>
                <a:lnTo>
                  <a:pt x="919104" y="259956"/>
                </a:lnTo>
                <a:lnTo>
                  <a:pt x="919623" y="260121"/>
                </a:lnTo>
                <a:lnTo>
                  <a:pt x="920123" y="260298"/>
                </a:lnTo>
                <a:lnTo>
                  <a:pt x="920604" y="260488"/>
                </a:lnTo>
                <a:lnTo>
                  <a:pt x="921066" y="260690"/>
                </a:lnTo>
                <a:lnTo>
                  <a:pt x="921509" y="260904"/>
                </a:lnTo>
                <a:lnTo>
                  <a:pt x="921933" y="261130"/>
                </a:lnTo>
                <a:lnTo>
                  <a:pt x="922339" y="261369"/>
                </a:lnTo>
                <a:lnTo>
                  <a:pt x="922725" y="261620"/>
                </a:lnTo>
                <a:lnTo>
                  <a:pt x="923093" y="261883"/>
                </a:lnTo>
                <a:lnTo>
                  <a:pt x="923442" y="262158"/>
                </a:lnTo>
                <a:lnTo>
                  <a:pt x="923772" y="262446"/>
                </a:lnTo>
                <a:lnTo>
                  <a:pt x="924098" y="262746"/>
                </a:lnTo>
                <a:lnTo>
                  <a:pt x="924411" y="263062"/>
                </a:lnTo>
                <a:lnTo>
                  <a:pt x="924710" y="263392"/>
                </a:lnTo>
                <a:lnTo>
                  <a:pt x="924995" y="263736"/>
                </a:lnTo>
                <a:lnTo>
                  <a:pt x="925266" y="264095"/>
                </a:lnTo>
                <a:lnTo>
                  <a:pt x="925523" y="264468"/>
                </a:lnTo>
                <a:lnTo>
                  <a:pt x="925767" y="264855"/>
                </a:lnTo>
                <a:lnTo>
                  <a:pt x="925996" y="265257"/>
                </a:lnTo>
                <a:lnTo>
                  <a:pt x="926212" y="265674"/>
                </a:lnTo>
                <a:lnTo>
                  <a:pt x="926413" y="266105"/>
                </a:lnTo>
                <a:lnTo>
                  <a:pt x="926601" y="266550"/>
                </a:lnTo>
                <a:lnTo>
                  <a:pt x="926775" y="267010"/>
                </a:lnTo>
                <a:lnTo>
                  <a:pt x="926935" y="267485"/>
                </a:lnTo>
                <a:lnTo>
                  <a:pt x="927081" y="267974"/>
                </a:lnTo>
                <a:lnTo>
                  <a:pt x="927213" y="268477"/>
                </a:lnTo>
                <a:lnTo>
                  <a:pt x="927331" y="268995"/>
                </a:lnTo>
                <a:lnTo>
                  <a:pt x="927435" y="269527"/>
                </a:lnTo>
                <a:lnTo>
                  <a:pt x="927525" y="270074"/>
                </a:lnTo>
                <a:lnTo>
                  <a:pt x="927602" y="270635"/>
                </a:lnTo>
                <a:lnTo>
                  <a:pt x="927664" y="271210"/>
                </a:lnTo>
                <a:lnTo>
                  <a:pt x="927713" y="271800"/>
                </a:lnTo>
                <a:lnTo>
                  <a:pt x="927748" y="272405"/>
                </a:lnTo>
                <a:lnTo>
                  <a:pt x="927769" y="273024"/>
                </a:lnTo>
                <a:lnTo>
                  <a:pt x="927776" y="273657"/>
                </a:lnTo>
                <a:lnTo>
                  <a:pt x="927776" y="282627"/>
                </a:lnTo>
                <a:lnTo>
                  <a:pt x="926200" y="282632"/>
                </a:lnTo>
                <a:lnTo>
                  <a:pt x="924650" y="282646"/>
                </a:lnTo>
                <a:lnTo>
                  <a:pt x="923126" y="282669"/>
                </a:lnTo>
                <a:lnTo>
                  <a:pt x="921627" y="282702"/>
                </a:lnTo>
                <a:lnTo>
                  <a:pt x="920154" y="282745"/>
                </a:lnTo>
                <a:lnTo>
                  <a:pt x="918706" y="282797"/>
                </a:lnTo>
                <a:lnTo>
                  <a:pt x="917284" y="282858"/>
                </a:lnTo>
                <a:lnTo>
                  <a:pt x="915888" y="282929"/>
                </a:lnTo>
                <a:lnTo>
                  <a:pt x="914517" y="283010"/>
                </a:lnTo>
                <a:lnTo>
                  <a:pt x="913171" y="283100"/>
                </a:lnTo>
                <a:lnTo>
                  <a:pt x="911852" y="283199"/>
                </a:lnTo>
                <a:lnTo>
                  <a:pt x="910558" y="283308"/>
                </a:lnTo>
                <a:lnTo>
                  <a:pt x="909289" y="283426"/>
                </a:lnTo>
                <a:lnTo>
                  <a:pt x="908046" y="283553"/>
                </a:lnTo>
                <a:lnTo>
                  <a:pt x="906829" y="283690"/>
                </a:lnTo>
                <a:lnTo>
                  <a:pt x="905637" y="283837"/>
                </a:lnTo>
                <a:lnTo>
                  <a:pt x="904471" y="283993"/>
                </a:lnTo>
                <a:lnTo>
                  <a:pt x="903330" y="284158"/>
                </a:lnTo>
                <a:lnTo>
                  <a:pt x="902215" y="284333"/>
                </a:lnTo>
                <a:lnTo>
                  <a:pt x="901125" y="284518"/>
                </a:lnTo>
                <a:lnTo>
                  <a:pt x="900061" y="284712"/>
                </a:lnTo>
                <a:lnTo>
                  <a:pt x="899023" y="284915"/>
                </a:lnTo>
                <a:lnTo>
                  <a:pt x="898010" y="285128"/>
                </a:lnTo>
                <a:lnTo>
                  <a:pt x="897023" y="285350"/>
                </a:lnTo>
                <a:lnTo>
                  <a:pt x="896073" y="285582"/>
                </a:lnTo>
                <a:lnTo>
                  <a:pt x="895145" y="285826"/>
                </a:lnTo>
                <a:lnTo>
                  <a:pt x="894238" y="286080"/>
                </a:lnTo>
                <a:lnTo>
                  <a:pt x="893353" y="286346"/>
                </a:lnTo>
                <a:lnTo>
                  <a:pt x="892489" y="286623"/>
                </a:lnTo>
                <a:lnTo>
                  <a:pt x="891648" y="286911"/>
                </a:lnTo>
                <a:lnTo>
                  <a:pt x="890828" y="287211"/>
                </a:lnTo>
                <a:lnTo>
                  <a:pt x="890029" y="287521"/>
                </a:lnTo>
                <a:lnTo>
                  <a:pt x="889253" y="287842"/>
                </a:lnTo>
                <a:lnTo>
                  <a:pt x="888498" y="288175"/>
                </a:lnTo>
                <a:lnTo>
                  <a:pt x="887764" y="288519"/>
                </a:lnTo>
                <a:lnTo>
                  <a:pt x="887053" y="288873"/>
                </a:lnTo>
                <a:lnTo>
                  <a:pt x="886363" y="289239"/>
                </a:lnTo>
                <a:lnTo>
                  <a:pt x="885695" y="289616"/>
                </a:lnTo>
                <a:lnTo>
                  <a:pt x="885048" y="290005"/>
                </a:lnTo>
                <a:lnTo>
                  <a:pt x="884423" y="290404"/>
                </a:lnTo>
                <a:lnTo>
                  <a:pt x="883820" y="290814"/>
                </a:lnTo>
                <a:lnTo>
                  <a:pt x="883239" y="291236"/>
                </a:lnTo>
                <a:lnTo>
                  <a:pt x="882679" y="291669"/>
                </a:lnTo>
                <a:lnTo>
                  <a:pt x="882141" y="292112"/>
                </a:lnTo>
                <a:lnTo>
                  <a:pt x="881625" y="292567"/>
                </a:lnTo>
                <a:lnTo>
                  <a:pt x="881130" y="293033"/>
                </a:lnTo>
                <a:lnTo>
                  <a:pt x="880657" y="293511"/>
                </a:lnTo>
                <a:lnTo>
                  <a:pt x="880206" y="293999"/>
                </a:lnTo>
                <a:lnTo>
                  <a:pt x="879787" y="294486"/>
                </a:lnTo>
                <a:lnTo>
                  <a:pt x="879387" y="294987"/>
                </a:lnTo>
                <a:lnTo>
                  <a:pt x="879004" y="295500"/>
                </a:lnTo>
                <a:lnTo>
                  <a:pt x="878639" y="296028"/>
                </a:lnTo>
                <a:lnTo>
                  <a:pt x="878292" y="296568"/>
                </a:lnTo>
                <a:lnTo>
                  <a:pt x="877963" y="297122"/>
                </a:lnTo>
                <a:lnTo>
                  <a:pt x="877652" y="297689"/>
                </a:lnTo>
                <a:lnTo>
                  <a:pt x="877358" y="298270"/>
                </a:lnTo>
                <a:lnTo>
                  <a:pt x="877082" y="298864"/>
                </a:lnTo>
                <a:lnTo>
                  <a:pt x="876824" y="299471"/>
                </a:lnTo>
                <a:lnTo>
                  <a:pt x="876584" y="300092"/>
                </a:lnTo>
                <a:lnTo>
                  <a:pt x="876362" y="300726"/>
                </a:lnTo>
                <a:lnTo>
                  <a:pt x="876157" y="301373"/>
                </a:lnTo>
                <a:lnTo>
                  <a:pt x="875970" y="302034"/>
                </a:lnTo>
                <a:lnTo>
                  <a:pt x="875801" y="302708"/>
                </a:lnTo>
                <a:lnTo>
                  <a:pt x="875650" y="303395"/>
                </a:lnTo>
                <a:lnTo>
                  <a:pt x="875516" y="304096"/>
                </a:lnTo>
                <a:lnTo>
                  <a:pt x="875401" y="304810"/>
                </a:lnTo>
                <a:lnTo>
                  <a:pt x="875303" y="305538"/>
                </a:lnTo>
                <a:lnTo>
                  <a:pt x="875223" y="306278"/>
                </a:lnTo>
                <a:lnTo>
                  <a:pt x="875160" y="307033"/>
                </a:lnTo>
                <a:lnTo>
                  <a:pt x="875116" y="307800"/>
                </a:lnTo>
                <a:lnTo>
                  <a:pt x="875089" y="308581"/>
                </a:lnTo>
                <a:lnTo>
                  <a:pt x="875080" y="309375"/>
                </a:lnTo>
                <a:lnTo>
                  <a:pt x="875092" y="310326"/>
                </a:lnTo>
                <a:lnTo>
                  <a:pt x="875127" y="311258"/>
                </a:lnTo>
                <a:lnTo>
                  <a:pt x="875185" y="312171"/>
                </a:lnTo>
                <a:lnTo>
                  <a:pt x="875267" y="313063"/>
                </a:lnTo>
                <a:lnTo>
                  <a:pt x="875372" y="313937"/>
                </a:lnTo>
                <a:lnTo>
                  <a:pt x="875501" y="314791"/>
                </a:lnTo>
                <a:lnTo>
                  <a:pt x="875652" y="315625"/>
                </a:lnTo>
                <a:lnTo>
                  <a:pt x="875828" y="316440"/>
                </a:lnTo>
                <a:lnTo>
                  <a:pt x="876026" y="317236"/>
                </a:lnTo>
                <a:lnTo>
                  <a:pt x="876248" y="318012"/>
                </a:lnTo>
                <a:lnTo>
                  <a:pt x="876493" y="318769"/>
                </a:lnTo>
                <a:lnTo>
                  <a:pt x="876762" y="319506"/>
                </a:lnTo>
                <a:lnTo>
                  <a:pt x="877054" y="320223"/>
                </a:lnTo>
                <a:lnTo>
                  <a:pt x="877369" y="320922"/>
                </a:lnTo>
                <a:lnTo>
                  <a:pt x="877708" y="321600"/>
                </a:lnTo>
                <a:lnTo>
                  <a:pt x="878070" y="322260"/>
                </a:lnTo>
                <a:lnTo>
                  <a:pt x="878455" y="322900"/>
                </a:lnTo>
                <a:lnTo>
                  <a:pt x="878864" y="323520"/>
                </a:lnTo>
                <a:lnTo>
                  <a:pt x="879296" y="324121"/>
                </a:lnTo>
                <a:lnTo>
                  <a:pt x="879752" y="324702"/>
                </a:lnTo>
                <a:lnTo>
                  <a:pt x="880231" y="325264"/>
                </a:lnTo>
                <a:lnTo>
                  <a:pt x="880733" y="325807"/>
                </a:lnTo>
                <a:lnTo>
                  <a:pt x="881258" y="326330"/>
                </a:lnTo>
                <a:lnTo>
                  <a:pt x="881807" y="326833"/>
                </a:lnTo>
                <a:lnTo>
                  <a:pt x="882391" y="327317"/>
                </a:lnTo>
                <a:lnTo>
                  <a:pt x="882995" y="327780"/>
                </a:lnTo>
                <a:lnTo>
                  <a:pt x="883619" y="328222"/>
                </a:lnTo>
                <a:lnTo>
                  <a:pt x="884263" y="328644"/>
                </a:lnTo>
                <a:lnTo>
                  <a:pt x="884927" y="329046"/>
                </a:lnTo>
                <a:lnTo>
                  <a:pt x="885611" y="329426"/>
                </a:lnTo>
                <a:lnTo>
                  <a:pt x="886315" y="329786"/>
                </a:lnTo>
                <a:lnTo>
                  <a:pt x="887039" y="330126"/>
                </a:lnTo>
                <a:lnTo>
                  <a:pt x="887784" y="330445"/>
                </a:lnTo>
                <a:lnTo>
                  <a:pt x="888548" y="330743"/>
                </a:lnTo>
                <a:lnTo>
                  <a:pt x="889332" y="331021"/>
                </a:lnTo>
                <a:lnTo>
                  <a:pt x="890136" y="331278"/>
                </a:lnTo>
                <a:lnTo>
                  <a:pt x="890960" y="331515"/>
                </a:lnTo>
                <a:lnTo>
                  <a:pt x="891804" y="331731"/>
                </a:lnTo>
                <a:lnTo>
                  <a:pt x="892669" y="331926"/>
                </a:lnTo>
                <a:lnTo>
                  <a:pt x="893553" y="332101"/>
                </a:lnTo>
                <a:lnTo>
                  <a:pt x="894457" y="332256"/>
                </a:lnTo>
                <a:lnTo>
                  <a:pt x="895382" y="332389"/>
                </a:lnTo>
                <a:lnTo>
                  <a:pt x="896326" y="332503"/>
                </a:lnTo>
                <a:lnTo>
                  <a:pt x="897290" y="332595"/>
                </a:lnTo>
                <a:lnTo>
                  <a:pt x="898275" y="332667"/>
                </a:lnTo>
                <a:lnTo>
                  <a:pt x="899279" y="332719"/>
                </a:lnTo>
                <a:lnTo>
                  <a:pt x="900303" y="332749"/>
                </a:lnTo>
                <a:lnTo>
                  <a:pt x="901348" y="332760"/>
                </a:lnTo>
                <a:lnTo>
                  <a:pt x="901827" y="332758"/>
                </a:lnTo>
                <a:lnTo>
                  <a:pt x="902305" y="332751"/>
                </a:lnTo>
                <a:lnTo>
                  <a:pt x="902782" y="332740"/>
                </a:lnTo>
                <a:lnTo>
                  <a:pt x="903257" y="332724"/>
                </a:lnTo>
                <a:lnTo>
                  <a:pt x="903730" y="332704"/>
                </a:lnTo>
                <a:lnTo>
                  <a:pt x="904201" y="332680"/>
                </a:lnTo>
                <a:lnTo>
                  <a:pt x="904670" y="332651"/>
                </a:lnTo>
                <a:lnTo>
                  <a:pt x="905138" y="332617"/>
                </a:lnTo>
                <a:lnTo>
                  <a:pt x="905605" y="332580"/>
                </a:lnTo>
                <a:lnTo>
                  <a:pt x="906069" y="332537"/>
                </a:lnTo>
                <a:lnTo>
                  <a:pt x="906532" y="332491"/>
                </a:lnTo>
                <a:lnTo>
                  <a:pt x="906994" y="332439"/>
                </a:lnTo>
                <a:lnTo>
                  <a:pt x="907453" y="332384"/>
                </a:lnTo>
                <a:lnTo>
                  <a:pt x="907911" y="332324"/>
                </a:lnTo>
                <a:lnTo>
                  <a:pt x="908368" y="332259"/>
                </a:lnTo>
                <a:lnTo>
                  <a:pt x="908822" y="332190"/>
                </a:lnTo>
                <a:lnTo>
                  <a:pt x="909275" y="332117"/>
                </a:lnTo>
                <a:lnTo>
                  <a:pt x="909727" y="332039"/>
                </a:lnTo>
                <a:lnTo>
                  <a:pt x="910176" y="331957"/>
                </a:lnTo>
                <a:lnTo>
                  <a:pt x="910624" y="331870"/>
                </a:lnTo>
                <a:lnTo>
                  <a:pt x="911071" y="331779"/>
                </a:lnTo>
                <a:lnTo>
                  <a:pt x="911515" y="331683"/>
                </a:lnTo>
                <a:lnTo>
                  <a:pt x="911958" y="331583"/>
                </a:lnTo>
                <a:lnTo>
                  <a:pt x="912400" y="331478"/>
                </a:lnTo>
                <a:lnTo>
                  <a:pt x="912838" y="331382"/>
                </a:lnTo>
                <a:lnTo>
                  <a:pt x="913274" y="331279"/>
                </a:lnTo>
                <a:lnTo>
                  <a:pt x="913706" y="331171"/>
                </a:lnTo>
                <a:lnTo>
                  <a:pt x="914135" y="331056"/>
                </a:lnTo>
                <a:lnTo>
                  <a:pt x="914560" y="330935"/>
                </a:lnTo>
                <a:lnTo>
                  <a:pt x="914982" y="330808"/>
                </a:lnTo>
                <a:lnTo>
                  <a:pt x="915401" y="330675"/>
                </a:lnTo>
                <a:lnTo>
                  <a:pt x="915816" y="330535"/>
                </a:lnTo>
                <a:lnTo>
                  <a:pt x="916229" y="330390"/>
                </a:lnTo>
                <a:lnTo>
                  <a:pt x="916637" y="330238"/>
                </a:lnTo>
                <a:lnTo>
                  <a:pt x="917043" y="330081"/>
                </a:lnTo>
                <a:lnTo>
                  <a:pt x="917445" y="329917"/>
                </a:lnTo>
                <a:lnTo>
                  <a:pt x="917844" y="329747"/>
                </a:lnTo>
                <a:lnTo>
                  <a:pt x="918239" y="329571"/>
                </a:lnTo>
                <a:lnTo>
                  <a:pt x="918631" y="329389"/>
                </a:lnTo>
                <a:lnTo>
                  <a:pt x="919020" y="329200"/>
                </a:lnTo>
                <a:lnTo>
                  <a:pt x="919405" y="329006"/>
                </a:lnTo>
                <a:lnTo>
                  <a:pt x="919787" y="328806"/>
                </a:lnTo>
                <a:lnTo>
                  <a:pt x="920166" y="328599"/>
                </a:lnTo>
                <a:lnTo>
                  <a:pt x="920541" y="328386"/>
                </a:lnTo>
                <a:lnTo>
                  <a:pt x="920913" y="328167"/>
                </a:lnTo>
                <a:lnTo>
                  <a:pt x="921282" y="327942"/>
                </a:lnTo>
                <a:lnTo>
                  <a:pt x="921648" y="327711"/>
                </a:lnTo>
                <a:lnTo>
                  <a:pt x="922010" y="327474"/>
                </a:lnTo>
                <a:lnTo>
                  <a:pt x="922367" y="327217"/>
                </a:lnTo>
                <a:lnTo>
                  <a:pt x="922719" y="326954"/>
                </a:lnTo>
                <a:lnTo>
                  <a:pt x="923066" y="326683"/>
                </a:lnTo>
                <a:lnTo>
                  <a:pt x="923407" y="326406"/>
                </a:lnTo>
                <a:lnTo>
                  <a:pt x="923742" y="326123"/>
                </a:lnTo>
                <a:lnTo>
                  <a:pt x="924072" y="325832"/>
                </a:lnTo>
                <a:lnTo>
                  <a:pt x="924396" y="325535"/>
                </a:lnTo>
                <a:lnTo>
                  <a:pt x="924715" y="325232"/>
                </a:lnTo>
                <a:lnTo>
                  <a:pt x="925028" y="324921"/>
                </a:lnTo>
                <a:lnTo>
                  <a:pt x="925335" y="324604"/>
                </a:lnTo>
                <a:lnTo>
                  <a:pt x="925637" y="324281"/>
                </a:lnTo>
                <a:lnTo>
                  <a:pt x="925934" y="323950"/>
                </a:lnTo>
                <a:lnTo>
                  <a:pt x="926225" y="323613"/>
                </a:lnTo>
                <a:lnTo>
                  <a:pt x="926510" y="323270"/>
                </a:lnTo>
                <a:lnTo>
                  <a:pt x="926790" y="322919"/>
                </a:lnTo>
                <a:lnTo>
                  <a:pt x="927064" y="322562"/>
                </a:lnTo>
                <a:lnTo>
                  <a:pt x="927332" y="322199"/>
                </a:lnTo>
                <a:lnTo>
                  <a:pt x="927596" y="321828"/>
                </a:lnTo>
                <a:lnTo>
                  <a:pt x="927853" y="321451"/>
                </a:lnTo>
                <a:lnTo>
                  <a:pt x="928105" y="321067"/>
                </a:lnTo>
                <a:lnTo>
                  <a:pt x="928351" y="320677"/>
                </a:lnTo>
                <a:lnTo>
                  <a:pt x="928592" y="320280"/>
                </a:lnTo>
                <a:lnTo>
                  <a:pt x="928827" y="319876"/>
                </a:lnTo>
                <a:lnTo>
                  <a:pt x="929057" y="319466"/>
                </a:lnTo>
                <a:lnTo>
                  <a:pt x="929099" y="319889"/>
                </a:lnTo>
                <a:lnTo>
                  <a:pt x="929144" y="320304"/>
                </a:lnTo>
                <a:lnTo>
                  <a:pt x="929192" y="320712"/>
                </a:lnTo>
                <a:lnTo>
                  <a:pt x="929244" y="321112"/>
                </a:lnTo>
                <a:lnTo>
                  <a:pt x="929299" y="321504"/>
                </a:lnTo>
                <a:lnTo>
                  <a:pt x="929357" y="321888"/>
                </a:lnTo>
                <a:lnTo>
                  <a:pt x="929419" y="322265"/>
                </a:lnTo>
                <a:lnTo>
                  <a:pt x="929484" y="322633"/>
                </a:lnTo>
                <a:lnTo>
                  <a:pt x="929553" y="322994"/>
                </a:lnTo>
                <a:lnTo>
                  <a:pt x="929624" y="323348"/>
                </a:lnTo>
                <a:lnTo>
                  <a:pt x="929699" y="323693"/>
                </a:lnTo>
                <a:lnTo>
                  <a:pt x="929778" y="324031"/>
                </a:lnTo>
                <a:lnTo>
                  <a:pt x="929860" y="324360"/>
                </a:lnTo>
                <a:lnTo>
                  <a:pt x="929945" y="324682"/>
                </a:lnTo>
                <a:lnTo>
                  <a:pt x="930033" y="324997"/>
                </a:lnTo>
                <a:lnTo>
                  <a:pt x="930125" y="325303"/>
                </a:lnTo>
                <a:lnTo>
                  <a:pt x="930220" y="325602"/>
                </a:lnTo>
                <a:lnTo>
                  <a:pt x="930318" y="325892"/>
                </a:lnTo>
                <a:lnTo>
                  <a:pt x="930420" y="326176"/>
                </a:lnTo>
                <a:lnTo>
                  <a:pt x="930525" y="326451"/>
                </a:lnTo>
                <a:lnTo>
                  <a:pt x="930634" y="326718"/>
                </a:lnTo>
                <a:lnTo>
                  <a:pt x="930745" y="326978"/>
                </a:lnTo>
                <a:lnTo>
                  <a:pt x="930861" y="327230"/>
                </a:lnTo>
                <a:lnTo>
                  <a:pt x="930979" y="327474"/>
                </a:lnTo>
                <a:lnTo>
                  <a:pt x="931102" y="327711"/>
                </a:lnTo>
                <a:lnTo>
                  <a:pt x="931230" y="327942"/>
                </a:lnTo>
                <a:lnTo>
                  <a:pt x="931364" y="328167"/>
                </a:lnTo>
                <a:lnTo>
                  <a:pt x="931504" y="328386"/>
                </a:lnTo>
                <a:lnTo>
                  <a:pt x="931649" y="328599"/>
                </a:lnTo>
                <a:lnTo>
                  <a:pt x="931800" y="328806"/>
                </a:lnTo>
                <a:lnTo>
                  <a:pt x="931956" y="329006"/>
                </a:lnTo>
                <a:lnTo>
                  <a:pt x="932118" y="329200"/>
                </a:lnTo>
                <a:lnTo>
                  <a:pt x="932285" y="329389"/>
                </a:lnTo>
                <a:lnTo>
                  <a:pt x="932458" y="329571"/>
                </a:lnTo>
                <a:lnTo>
                  <a:pt x="932637" y="329747"/>
                </a:lnTo>
                <a:lnTo>
                  <a:pt x="932821" y="329917"/>
                </a:lnTo>
                <a:lnTo>
                  <a:pt x="933011" y="330081"/>
                </a:lnTo>
                <a:lnTo>
                  <a:pt x="933206" y="330238"/>
                </a:lnTo>
                <a:lnTo>
                  <a:pt x="933407" y="330390"/>
                </a:lnTo>
                <a:lnTo>
                  <a:pt x="933613" y="330535"/>
                </a:lnTo>
                <a:lnTo>
                  <a:pt x="933825" y="330675"/>
                </a:lnTo>
                <a:lnTo>
                  <a:pt x="934042" y="330808"/>
                </a:lnTo>
                <a:lnTo>
                  <a:pt x="934265" y="330935"/>
                </a:lnTo>
                <a:lnTo>
                  <a:pt x="934494" y="331056"/>
                </a:lnTo>
                <a:lnTo>
                  <a:pt x="934728" y="331171"/>
                </a:lnTo>
                <a:lnTo>
                  <a:pt x="934968" y="331279"/>
                </a:lnTo>
                <a:lnTo>
                  <a:pt x="935213" y="331382"/>
                </a:lnTo>
                <a:lnTo>
                  <a:pt x="935464" y="331478"/>
                </a:lnTo>
                <a:lnTo>
                  <a:pt x="935720" y="331583"/>
                </a:lnTo>
                <a:lnTo>
                  <a:pt x="935983" y="331683"/>
                </a:lnTo>
                <a:lnTo>
                  <a:pt x="936252" y="331779"/>
                </a:lnTo>
                <a:lnTo>
                  <a:pt x="936527" y="331870"/>
                </a:lnTo>
                <a:lnTo>
                  <a:pt x="936808" y="331957"/>
                </a:lnTo>
                <a:lnTo>
                  <a:pt x="937096" y="332039"/>
                </a:lnTo>
                <a:lnTo>
                  <a:pt x="937389" y="332117"/>
                </a:lnTo>
                <a:lnTo>
                  <a:pt x="937688" y="332190"/>
                </a:lnTo>
                <a:lnTo>
                  <a:pt x="937994" y="332259"/>
                </a:lnTo>
                <a:lnTo>
                  <a:pt x="938306" y="332324"/>
                </a:lnTo>
                <a:lnTo>
                  <a:pt x="938624" y="332384"/>
                </a:lnTo>
                <a:lnTo>
                  <a:pt x="938948" y="332439"/>
                </a:lnTo>
                <a:lnTo>
                  <a:pt x="939278" y="332491"/>
                </a:lnTo>
                <a:lnTo>
                  <a:pt x="939614" y="332537"/>
                </a:lnTo>
                <a:lnTo>
                  <a:pt x="939956" y="332580"/>
                </a:lnTo>
                <a:lnTo>
                  <a:pt x="940304" y="332617"/>
                </a:lnTo>
                <a:lnTo>
                  <a:pt x="940659" y="332651"/>
                </a:lnTo>
                <a:lnTo>
                  <a:pt x="941020" y="332680"/>
                </a:lnTo>
                <a:lnTo>
                  <a:pt x="941386" y="332704"/>
                </a:lnTo>
                <a:lnTo>
                  <a:pt x="941759" y="332724"/>
                </a:lnTo>
                <a:lnTo>
                  <a:pt x="942138" y="332740"/>
                </a:lnTo>
                <a:lnTo>
                  <a:pt x="942523" y="332751"/>
                </a:lnTo>
                <a:lnTo>
                  <a:pt x="942915" y="332758"/>
                </a:lnTo>
                <a:lnTo>
                  <a:pt x="943312" y="332760"/>
                </a:lnTo>
                <a:lnTo>
                  <a:pt x="943592" y="332758"/>
                </a:lnTo>
                <a:lnTo>
                  <a:pt x="943870" y="332754"/>
                </a:lnTo>
                <a:lnTo>
                  <a:pt x="944148" y="332747"/>
                </a:lnTo>
                <a:lnTo>
                  <a:pt x="944424" y="332737"/>
                </a:lnTo>
                <a:lnTo>
                  <a:pt x="944700" y="332725"/>
                </a:lnTo>
                <a:lnTo>
                  <a:pt x="944974" y="332710"/>
                </a:lnTo>
                <a:lnTo>
                  <a:pt x="945247" y="332692"/>
                </a:lnTo>
                <a:lnTo>
                  <a:pt x="945519" y="332671"/>
                </a:lnTo>
                <a:lnTo>
                  <a:pt x="945790" y="332647"/>
                </a:lnTo>
                <a:lnTo>
                  <a:pt x="946059" y="332621"/>
                </a:lnTo>
                <a:lnTo>
                  <a:pt x="946328" y="332591"/>
                </a:lnTo>
                <a:lnTo>
                  <a:pt x="946596" y="332560"/>
                </a:lnTo>
                <a:lnTo>
                  <a:pt x="946862" y="332525"/>
                </a:lnTo>
                <a:lnTo>
                  <a:pt x="947127" y="332487"/>
                </a:lnTo>
                <a:lnTo>
                  <a:pt x="947391" y="332447"/>
                </a:lnTo>
                <a:lnTo>
                  <a:pt x="947654" y="332404"/>
                </a:lnTo>
                <a:lnTo>
                  <a:pt x="947916" y="332358"/>
                </a:lnTo>
                <a:lnTo>
                  <a:pt x="948177" y="332309"/>
                </a:lnTo>
                <a:lnTo>
                  <a:pt x="948437" y="332258"/>
                </a:lnTo>
                <a:lnTo>
                  <a:pt x="948696" y="332204"/>
                </a:lnTo>
                <a:lnTo>
                  <a:pt x="948953" y="332147"/>
                </a:lnTo>
                <a:lnTo>
                  <a:pt x="949209" y="332087"/>
                </a:lnTo>
                <a:lnTo>
                  <a:pt x="949465" y="332024"/>
                </a:lnTo>
                <a:lnTo>
                  <a:pt x="949719" y="331959"/>
                </a:lnTo>
                <a:lnTo>
                  <a:pt x="949971" y="331891"/>
                </a:lnTo>
                <a:lnTo>
                  <a:pt x="950219" y="331821"/>
                </a:lnTo>
                <a:lnTo>
                  <a:pt x="950465" y="331749"/>
                </a:lnTo>
                <a:lnTo>
                  <a:pt x="950707" y="331674"/>
                </a:lnTo>
                <a:lnTo>
                  <a:pt x="950945" y="331597"/>
                </a:lnTo>
                <a:lnTo>
                  <a:pt x="951180" y="331518"/>
                </a:lnTo>
                <a:lnTo>
                  <a:pt x="951412" y="331437"/>
                </a:lnTo>
                <a:lnTo>
                  <a:pt x="951641" y="331354"/>
                </a:lnTo>
                <a:lnTo>
                  <a:pt x="951866" y="331268"/>
                </a:lnTo>
                <a:lnTo>
                  <a:pt x="952088" y="331180"/>
                </a:lnTo>
                <a:lnTo>
                  <a:pt x="952307" y="331090"/>
                </a:lnTo>
                <a:lnTo>
                  <a:pt x="952522" y="330998"/>
                </a:lnTo>
                <a:lnTo>
                  <a:pt x="952734" y="330903"/>
                </a:lnTo>
                <a:lnTo>
                  <a:pt x="952942" y="330807"/>
                </a:lnTo>
                <a:lnTo>
                  <a:pt x="953147" y="330708"/>
                </a:lnTo>
                <a:lnTo>
                  <a:pt x="953349" y="330606"/>
                </a:lnTo>
                <a:lnTo>
                  <a:pt x="953548" y="330503"/>
                </a:lnTo>
                <a:lnTo>
                  <a:pt x="953743" y="330397"/>
                </a:lnTo>
                <a:lnTo>
                  <a:pt x="953935" y="330289"/>
                </a:lnTo>
                <a:lnTo>
                  <a:pt x="954124" y="330179"/>
                </a:lnTo>
                <a:lnTo>
                  <a:pt x="954309" y="330067"/>
                </a:lnTo>
                <a:lnTo>
                  <a:pt x="954491" y="329952"/>
                </a:lnTo>
                <a:lnTo>
                  <a:pt x="954669" y="329836"/>
                </a:lnTo>
                <a:lnTo>
                  <a:pt x="954844" y="329716"/>
                </a:lnTo>
                <a:lnTo>
                  <a:pt x="954844" y="319306"/>
                </a:lnTo>
                <a:lnTo>
                  <a:pt x="954616" y="319462"/>
                </a:lnTo>
                <a:lnTo>
                  <a:pt x="954384" y="319613"/>
                </a:lnTo>
                <a:lnTo>
                  <a:pt x="954149" y="319756"/>
                </a:lnTo>
                <a:lnTo>
                  <a:pt x="953910" y="319893"/>
                </a:lnTo>
                <a:lnTo>
                  <a:pt x="953668" y="320023"/>
                </a:lnTo>
                <a:lnTo>
                  <a:pt x="953423" y="320146"/>
                </a:lnTo>
                <a:lnTo>
                  <a:pt x="953174" y="320263"/>
                </a:lnTo>
                <a:lnTo>
                  <a:pt x="952922" y="320373"/>
                </a:lnTo>
                <a:lnTo>
                  <a:pt x="952667" y="320477"/>
                </a:lnTo>
                <a:lnTo>
                  <a:pt x="952408" y="320574"/>
                </a:lnTo>
                <a:lnTo>
                  <a:pt x="952146" y="320664"/>
                </a:lnTo>
                <a:lnTo>
                  <a:pt x="951881" y="320747"/>
                </a:lnTo>
                <a:lnTo>
                  <a:pt x="951613" y="320824"/>
                </a:lnTo>
                <a:lnTo>
                  <a:pt x="951341" y="320894"/>
                </a:lnTo>
                <a:lnTo>
                  <a:pt x="951065" y="320957"/>
                </a:lnTo>
                <a:lnTo>
                  <a:pt x="950787" y="321014"/>
                </a:lnTo>
                <a:lnTo>
                  <a:pt x="950505" y="321064"/>
                </a:lnTo>
                <a:lnTo>
                  <a:pt x="950219" y="321107"/>
                </a:lnTo>
                <a:lnTo>
                  <a:pt x="949931" y="321144"/>
                </a:lnTo>
                <a:lnTo>
                  <a:pt x="949639" y="321174"/>
                </a:lnTo>
                <a:lnTo>
                  <a:pt x="949343" y="321198"/>
                </a:lnTo>
                <a:lnTo>
                  <a:pt x="949045" y="321214"/>
                </a:lnTo>
                <a:lnTo>
                  <a:pt x="948743" y="321224"/>
                </a:lnTo>
                <a:lnTo>
                  <a:pt x="948438" y="321228"/>
                </a:lnTo>
                <a:lnTo>
                  <a:pt x="948265" y="321226"/>
                </a:lnTo>
                <a:lnTo>
                  <a:pt x="948096" y="321220"/>
                </a:lnTo>
                <a:lnTo>
                  <a:pt x="947929" y="321210"/>
                </a:lnTo>
                <a:lnTo>
                  <a:pt x="947766" y="321196"/>
                </a:lnTo>
                <a:lnTo>
                  <a:pt x="947605" y="321179"/>
                </a:lnTo>
                <a:lnTo>
                  <a:pt x="947446" y="321158"/>
                </a:lnTo>
                <a:lnTo>
                  <a:pt x="947291" y="321132"/>
                </a:lnTo>
                <a:lnTo>
                  <a:pt x="947138" y="321103"/>
                </a:lnTo>
                <a:lnTo>
                  <a:pt x="946988" y="321070"/>
                </a:lnTo>
                <a:lnTo>
                  <a:pt x="946841" y="321033"/>
                </a:lnTo>
                <a:lnTo>
                  <a:pt x="946697" y="320992"/>
                </a:lnTo>
                <a:lnTo>
                  <a:pt x="946556" y="320947"/>
                </a:lnTo>
                <a:lnTo>
                  <a:pt x="946417" y="320899"/>
                </a:lnTo>
                <a:lnTo>
                  <a:pt x="946281" y="320846"/>
                </a:lnTo>
                <a:lnTo>
                  <a:pt x="946148" y="320790"/>
                </a:lnTo>
                <a:lnTo>
                  <a:pt x="946017" y="320729"/>
                </a:lnTo>
                <a:lnTo>
                  <a:pt x="945890" y="320665"/>
                </a:lnTo>
                <a:lnTo>
                  <a:pt x="945765" y="320597"/>
                </a:lnTo>
                <a:lnTo>
                  <a:pt x="945643" y="320525"/>
                </a:lnTo>
                <a:lnTo>
                  <a:pt x="945523" y="320449"/>
                </a:lnTo>
                <a:lnTo>
                  <a:pt x="945407" y="320369"/>
                </a:lnTo>
                <a:lnTo>
                  <a:pt x="945293" y="320285"/>
                </a:lnTo>
                <a:lnTo>
                  <a:pt x="945182" y="320198"/>
                </a:lnTo>
                <a:lnTo>
                  <a:pt x="945074" y="320106"/>
                </a:lnTo>
                <a:lnTo>
                  <a:pt x="944969" y="320010"/>
                </a:lnTo>
                <a:lnTo>
                  <a:pt x="944869" y="319910"/>
                </a:lnTo>
                <a:lnTo>
                  <a:pt x="944774" y="319804"/>
                </a:lnTo>
                <a:lnTo>
                  <a:pt x="944682" y="319693"/>
                </a:lnTo>
                <a:lnTo>
                  <a:pt x="944596" y="319577"/>
                </a:lnTo>
                <a:lnTo>
                  <a:pt x="944513" y="319456"/>
                </a:lnTo>
                <a:lnTo>
                  <a:pt x="944435" y="319330"/>
                </a:lnTo>
                <a:lnTo>
                  <a:pt x="944362" y="319199"/>
                </a:lnTo>
                <a:lnTo>
                  <a:pt x="944293" y="319063"/>
                </a:lnTo>
                <a:lnTo>
                  <a:pt x="944229" y="318922"/>
                </a:lnTo>
                <a:lnTo>
                  <a:pt x="944169" y="318776"/>
                </a:lnTo>
                <a:lnTo>
                  <a:pt x="944113" y="318625"/>
                </a:lnTo>
                <a:lnTo>
                  <a:pt x="944062" y="318469"/>
                </a:lnTo>
                <a:lnTo>
                  <a:pt x="944015" y="318308"/>
                </a:lnTo>
                <a:lnTo>
                  <a:pt x="943973" y="318142"/>
                </a:lnTo>
                <a:lnTo>
                  <a:pt x="943935" y="317971"/>
                </a:lnTo>
                <a:lnTo>
                  <a:pt x="943902" y="317795"/>
                </a:lnTo>
                <a:lnTo>
                  <a:pt x="943873" y="317614"/>
                </a:lnTo>
                <a:lnTo>
                  <a:pt x="943848" y="317428"/>
                </a:lnTo>
                <a:lnTo>
                  <a:pt x="943828" y="317237"/>
                </a:lnTo>
                <a:lnTo>
                  <a:pt x="943813" y="317041"/>
                </a:lnTo>
                <a:lnTo>
                  <a:pt x="943802" y="316840"/>
                </a:lnTo>
                <a:lnTo>
                  <a:pt x="943795" y="316634"/>
                </a:lnTo>
                <a:lnTo>
                  <a:pt x="943793" y="316423"/>
                </a:lnTo>
                <a:lnTo>
                  <a:pt x="943793" y="273017"/>
                </a:lnTo>
                <a:lnTo>
                  <a:pt x="943778" y="271960"/>
                </a:lnTo>
                <a:lnTo>
                  <a:pt x="943735" y="270927"/>
                </a:lnTo>
                <a:lnTo>
                  <a:pt x="943662" y="269916"/>
                </a:lnTo>
                <a:lnTo>
                  <a:pt x="943561" y="268928"/>
                </a:lnTo>
                <a:lnTo>
                  <a:pt x="943431" y="267963"/>
                </a:lnTo>
                <a:lnTo>
                  <a:pt x="943272" y="267020"/>
                </a:lnTo>
                <a:lnTo>
                  <a:pt x="943084" y="266101"/>
                </a:lnTo>
                <a:lnTo>
                  <a:pt x="942867" y="265204"/>
                </a:lnTo>
                <a:lnTo>
                  <a:pt x="942621" y="264330"/>
                </a:lnTo>
                <a:lnTo>
                  <a:pt x="942347" y="263479"/>
                </a:lnTo>
                <a:lnTo>
                  <a:pt x="942043" y="262651"/>
                </a:lnTo>
                <a:lnTo>
                  <a:pt x="941710" y="261845"/>
                </a:lnTo>
                <a:lnTo>
                  <a:pt x="941349" y="261062"/>
                </a:lnTo>
                <a:lnTo>
                  <a:pt x="940959" y="260302"/>
                </a:lnTo>
                <a:lnTo>
                  <a:pt x="940539" y="259565"/>
                </a:lnTo>
                <a:lnTo>
                  <a:pt x="940091" y="258851"/>
                </a:lnTo>
                <a:lnTo>
                  <a:pt x="939614" y="258159"/>
                </a:lnTo>
                <a:lnTo>
                  <a:pt x="939108" y="257490"/>
                </a:lnTo>
                <a:lnTo>
                  <a:pt x="938573" y="256844"/>
                </a:lnTo>
                <a:lnTo>
                  <a:pt x="938009" y="256221"/>
                </a:lnTo>
                <a:lnTo>
                  <a:pt x="937416" y="255621"/>
                </a:lnTo>
                <a:lnTo>
                  <a:pt x="936794" y="255043"/>
                </a:lnTo>
                <a:lnTo>
                  <a:pt x="936143" y="254489"/>
                </a:lnTo>
                <a:lnTo>
                  <a:pt x="935464" y="253957"/>
                </a:lnTo>
                <a:lnTo>
                  <a:pt x="934769" y="253447"/>
                </a:lnTo>
                <a:lnTo>
                  <a:pt x="934047" y="252959"/>
                </a:lnTo>
                <a:lnTo>
                  <a:pt x="933297" y="252493"/>
                </a:lnTo>
                <a:lnTo>
                  <a:pt x="932518" y="252048"/>
                </a:lnTo>
                <a:lnTo>
                  <a:pt x="931713" y="251625"/>
                </a:lnTo>
                <a:lnTo>
                  <a:pt x="930879" y="251224"/>
                </a:lnTo>
                <a:lnTo>
                  <a:pt x="930018" y="250844"/>
                </a:lnTo>
                <a:lnTo>
                  <a:pt x="929128" y="250486"/>
                </a:lnTo>
                <a:lnTo>
                  <a:pt x="928211" y="250150"/>
                </a:lnTo>
                <a:lnTo>
                  <a:pt x="927266" y="249836"/>
                </a:lnTo>
                <a:lnTo>
                  <a:pt x="926294" y="249543"/>
                </a:lnTo>
                <a:lnTo>
                  <a:pt x="925293" y="249272"/>
                </a:lnTo>
                <a:lnTo>
                  <a:pt x="924265" y="249022"/>
                </a:lnTo>
                <a:lnTo>
                  <a:pt x="923209" y="248795"/>
                </a:lnTo>
                <a:lnTo>
                  <a:pt x="922125" y="248588"/>
                </a:lnTo>
                <a:lnTo>
                  <a:pt x="921013" y="248404"/>
                </a:lnTo>
                <a:lnTo>
                  <a:pt x="919873" y="248241"/>
                </a:lnTo>
                <a:lnTo>
                  <a:pt x="918706" y="248100"/>
                </a:lnTo>
                <a:lnTo>
                  <a:pt x="917511" y="247981"/>
                </a:lnTo>
                <a:lnTo>
                  <a:pt x="916288" y="247884"/>
                </a:lnTo>
                <a:lnTo>
                  <a:pt x="915037" y="247808"/>
                </a:lnTo>
                <a:lnTo>
                  <a:pt x="913759" y="247753"/>
                </a:lnTo>
                <a:lnTo>
                  <a:pt x="912452" y="247721"/>
                </a:lnTo>
                <a:lnTo>
                  <a:pt x="911118" y="247710"/>
                </a:lnTo>
                <a:lnTo>
                  <a:pt x="909861" y="247721"/>
                </a:lnTo>
                <a:lnTo>
                  <a:pt x="908624" y="247753"/>
                </a:lnTo>
                <a:lnTo>
                  <a:pt x="907409" y="247808"/>
                </a:lnTo>
                <a:lnTo>
                  <a:pt x="906215" y="247884"/>
                </a:lnTo>
                <a:lnTo>
                  <a:pt x="905042" y="247981"/>
                </a:lnTo>
                <a:lnTo>
                  <a:pt x="903891" y="248100"/>
                </a:lnTo>
                <a:lnTo>
                  <a:pt x="902760" y="248241"/>
                </a:lnTo>
                <a:lnTo>
                  <a:pt x="901650" y="248404"/>
                </a:lnTo>
                <a:lnTo>
                  <a:pt x="900562" y="248588"/>
                </a:lnTo>
                <a:lnTo>
                  <a:pt x="899495" y="248795"/>
                </a:lnTo>
                <a:lnTo>
                  <a:pt x="898449" y="249022"/>
                </a:lnTo>
                <a:lnTo>
                  <a:pt x="897424" y="249272"/>
                </a:lnTo>
                <a:lnTo>
                  <a:pt x="896420" y="249543"/>
                </a:lnTo>
                <a:lnTo>
                  <a:pt x="895437" y="249836"/>
                </a:lnTo>
                <a:lnTo>
                  <a:pt x="894476" y="250150"/>
                </a:lnTo>
                <a:lnTo>
                  <a:pt x="893535" y="250486"/>
                </a:lnTo>
                <a:lnTo>
                  <a:pt x="892616" y="250844"/>
                </a:lnTo>
                <a:lnTo>
                  <a:pt x="891718" y="251224"/>
                </a:lnTo>
                <a:lnTo>
                  <a:pt x="890841" y="251625"/>
                </a:lnTo>
                <a:lnTo>
                  <a:pt x="889985" y="252048"/>
                </a:lnTo>
                <a:lnTo>
                  <a:pt x="889150" y="252493"/>
                </a:lnTo>
                <a:lnTo>
                  <a:pt x="888336" y="252959"/>
                </a:lnTo>
                <a:lnTo>
                  <a:pt x="887544" y="253447"/>
                </a:lnTo>
                <a:lnTo>
                  <a:pt x="886772" y="253957"/>
                </a:lnTo>
                <a:lnTo>
                  <a:pt x="886041" y="254485"/>
                </a:lnTo>
                <a:lnTo>
                  <a:pt x="885340" y="255028"/>
                </a:lnTo>
                <a:lnTo>
                  <a:pt x="884670" y="255586"/>
                </a:lnTo>
                <a:lnTo>
                  <a:pt x="884032" y="256159"/>
                </a:lnTo>
                <a:lnTo>
                  <a:pt x="883424" y="256747"/>
                </a:lnTo>
                <a:lnTo>
                  <a:pt x="882848" y="257350"/>
                </a:lnTo>
                <a:lnTo>
                  <a:pt x="882303" y="257968"/>
                </a:lnTo>
                <a:lnTo>
                  <a:pt x="881789" y="258602"/>
                </a:lnTo>
                <a:lnTo>
                  <a:pt x="881307" y="259250"/>
                </a:lnTo>
                <a:lnTo>
                  <a:pt x="880855" y="259913"/>
                </a:lnTo>
                <a:lnTo>
                  <a:pt x="880435" y="260591"/>
                </a:lnTo>
                <a:lnTo>
                  <a:pt x="880045" y="261284"/>
                </a:lnTo>
                <a:lnTo>
                  <a:pt x="879687" y="261993"/>
                </a:lnTo>
                <a:lnTo>
                  <a:pt x="879360" y="262716"/>
                </a:lnTo>
                <a:lnTo>
                  <a:pt x="879064" y="263454"/>
                </a:lnTo>
                <a:lnTo>
                  <a:pt x="878800" y="264207"/>
                </a:lnTo>
                <a:lnTo>
                  <a:pt x="878566" y="264976"/>
                </a:lnTo>
                <a:lnTo>
                  <a:pt x="878364" y="265759"/>
                </a:lnTo>
                <a:lnTo>
                  <a:pt x="878192" y="266557"/>
                </a:lnTo>
                <a:lnTo>
                  <a:pt x="878052" y="267371"/>
                </a:lnTo>
                <a:lnTo>
                  <a:pt x="877943" y="268199"/>
                </a:lnTo>
                <a:lnTo>
                  <a:pt x="877865" y="269043"/>
                </a:lnTo>
                <a:lnTo>
                  <a:pt x="877819" y="269901"/>
                </a:lnTo>
                <a:lnTo>
                  <a:pt x="877803" y="270774"/>
                </a:lnTo>
                <a:lnTo>
                  <a:pt x="877803" y="270800"/>
                </a:lnTo>
                <a:lnTo>
                  <a:pt x="877802" y="270823"/>
                </a:lnTo>
                <a:lnTo>
                  <a:pt x="877801" y="270844"/>
                </a:lnTo>
                <a:lnTo>
                  <a:pt x="877799" y="270863"/>
                </a:lnTo>
                <a:lnTo>
                  <a:pt x="877796" y="270880"/>
                </a:lnTo>
                <a:lnTo>
                  <a:pt x="877793" y="270894"/>
                </a:lnTo>
                <a:lnTo>
                  <a:pt x="877789" y="270907"/>
                </a:lnTo>
                <a:lnTo>
                  <a:pt x="877785" y="270917"/>
                </a:lnTo>
                <a:lnTo>
                  <a:pt x="877781" y="270925"/>
                </a:lnTo>
                <a:lnTo>
                  <a:pt x="877775" y="270930"/>
                </a:lnTo>
                <a:lnTo>
                  <a:pt x="877769" y="270933"/>
                </a:lnTo>
                <a:lnTo>
                  <a:pt x="877763" y="270935"/>
                </a:lnTo>
                <a:lnTo>
                  <a:pt x="877756" y="270933"/>
                </a:lnTo>
                <a:lnTo>
                  <a:pt x="877749" y="270930"/>
                </a:lnTo>
                <a:lnTo>
                  <a:pt x="877740" y="270925"/>
                </a:lnTo>
                <a:lnTo>
                  <a:pt x="877732" y="270917"/>
                </a:lnTo>
                <a:lnTo>
                  <a:pt x="877723" y="270907"/>
                </a:lnTo>
                <a:lnTo>
                  <a:pt x="877713" y="270894"/>
                </a:lnTo>
                <a:lnTo>
                  <a:pt x="877703" y="270880"/>
                </a:lnTo>
                <a:lnTo>
                  <a:pt x="877692" y="270863"/>
                </a:lnTo>
                <a:lnTo>
                  <a:pt x="877680" y="270844"/>
                </a:lnTo>
                <a:lnTo>
                  <a:pt x="877668" y="270823"/>
                </a:lnTo>
                <a:lnTo>
                  <a:pt x="877656" y="270800"/>
                </a:lnTo>
                <a:lnTo>
                  <a:pt x="877643" y="270774"/>
                </a:lnTo>
                <a:lnTo>
                  <a:pt x="877643" y="270808"/>
                </a:lnTo>
                <a:lnTo>
                  <a:pt x="877643" y="270869"/>
                </a:lnTo>
                <a:lnTo>
                  <a:pt x="877643" y="270935"/>
                </a:lnTo>
                <a:lnTo>
                  <a:pt x="877656" y="271004"/>
                </a:lnTo>
                <a:lnTo>
                  <a:pt x="877671" y="271080"/>
                </a:lnTo>
                <a:lnTo>
                  <a:pt x="877685" y="271162"/>
                </a:lnTo>
                <a:close/>
                <a:moveTo>
                  <a:pt x="902639" y="321188"/>
                </a:moveTo>
                <a:lnTo>
                  <a:pt x="902076" y="321115"/>
                </a:lnTo>
                <a:lnTo>
                  <a:pt x="901526" y="321032"/>
                </a:lnTo>
                <a:lnTo>
                  <a:pt x="900990" y="320937"/>
                </a:lnTo>
                <a:lnTo>
                  <a:pt x="900468" y="320832"/>
                </a:lnTo>
                <a:lnTo>
                  <a:pt x="899960" y="320715"/>
                </a:lnTo>
                <a:lnTo>
                  <a:pt x="899466" y="320587"/>
                </a:lnTo>
                <a:lnTo>
                  <a:pt x="898986" y="320448"/>
                </a:lnTo>
                <a:lnTo>
                  <a:pt x="898519" y="320298"/>
                </a:lnTo>
                <a:lnTo>
                  <a:pt x="898067" y="320136"/>
                </a:lnTo>
                <a:lnTo>
                  <a:pt x="897628" y="319964"/>
                </a:lnTo>
                <a:lnTo>
                  <a:pt x="897204" y="319780"/>
                </a:lnTo>
                <a:lnTo>
                  <a:pt x="896793" y="319586"/>
                </a:lnTo>
                <a:lnTo>
                  <a:pt x="896396" y="319380"/>
                </a:lnTo>
                <a:lnTo>
                  <a:pt x="896013" y="319163"/>
                </a:lnTo>
                <a:lnTo>
                  <a:pt x="895644" y="318935"/>
                </a:lnTo>
                <a:lnTo>
                  <a:pt x="895289" y="318696"/>
                </a:lnTo>
                <a:lnTo>
                  <a:pt x="894948" y="318446"/>
                </a:lnTo>
                <a:lnTo>
                  <a:pt x="894621" y="318184"/>
                </a:lnTo>
                <a:lnTo>
                  <a:pt x="894320" y="317912"/>
                </a:lnTo>
                <a:lnTo>
                  <a:pt x="894032" y="317628"/>
                </a:lnTo>
                <a:lnTo>
                  <a:pt x="893757" y="317333"/>
                </a:lnTo>
                <a:lnTo>
                  <a:pt x="893495" y="317028"/>
                </a:lnTo>
                <a:lnTo>
                  <a:pt x="893246" y="316711"/>
                </a:lnTo>
                <a:lnTo>
                  <a:pt x="893009" y="316382"/>
                </a:lnTo>
                <a:lnTo>
                  <a:pt x="892785" y="316043"/>
                </a:lnTo>
                <a:lnTo>
                  <a:pt x="892574" y="315693"/>
                </a:lnTo>
                <a:lnTo>
                  <a:pt x="892376" y="315331"/>
                </a:lnTo>
                <a:lnTo>
                  <a:pt x="892190" y="314959"/>
                </a:lnTo>
                <a:lnTo>
                  <a:pt x="892018" y="314575"/>
                </a:lnTo>
                <a:lnTo>
                  <a:pt x="891858" y="314180"/>
                </a:lnTo>
                <a:lnTo>
                  <a:pt x="891711" y="313774"/>
                </a:lnTo>
                <a:lnTo>
                  <a:pt x="891576" y="313357"/>
                </a:lnTo>
                <a:lnTo>
                  <a:pt x="891455" y="312929"/>
                </a:lnTo>
                <a:lnTo>
                  <a:pt x="891346" y="312489"/>
                </a:lnTo>
                <a:lnTo>
                  <a:pt x="891250" y="312039"/>
                </a:lnTo>
                <a:lnTo>
                  <a:pt x="891167" y="311577"/>
                </a:lnTo>
                <a:lnTo>
                  <a:pt x="891097" y="311105"/>
                </a:lnTo>
                <a:lnTo>
                  <a:pt x="891039" y="310621"/>
                </a:lnTo>
                <a:lnTo>
                  <a:pt x="890994" y="310126"/>
                </a:lnTo>
                <a:lnTo>
                  <a:pt x="890962" y="309620"/>
                </a:lnTo>
                <a:lnTo>
                  <a:pt x="890943" y="309103"/>
                </a:lnTo>
                <a:lnTo>
                  <a:pt x="890937" y="308574"/>
                </a:lnTo>
                <a:lnTo>
                  <a:pt x="890943" y="308059"/>
                </a:lnTo>
                <a:lnTo>
                  <a:pt x="890960" y="307553"/>
                </a:lnTo>
                <a:lnTo>
                  <a:pt x="890989" y="307058"/>
                </a:lnTo>
                <a:lnTo>
                  <a:pt x="891030" y="306572"/>
                </a:lnTo>
                <a:lnTo>
                  <a:pt x="891083" y="306097"/>
                </a:lnTo>
                <a:lnTo>
                  <a:pt x="891147" y="305631"/>
                </a:lnTo>
                <a:lnTo>
                  <a:pt x="891223" y="305176"/>
                </a:lnTo>
                <a:lnTo>
                  <a:pt x="891311" y="304730"/>
                </a:lnTo>
                <a:lnTo>
                  <a:pt x="891410" y="304295"/>
                </a:lnTo>
                <a:lnTo>
                  <a:pt x="891521" y="303869"/>
                </a:lnTo>
                <a:lnTo>
                  <a:pt x="891643" y="303454"/>
                </a:lnTo>
                <a:lnTo>
                  <a:pt x="891778" y="303048"/>
                </a:lnTo>
                <a:lnTo>
                  <a:pt x="891924" y="302653"/>
                </a:lnTo>
                <a:lnTo>
                  <a:pt x="892081" y="302268"/>
                </a:lnTo>
                <a:lnTo>
                  <a:pt x="892251" y="301892"/>
                </a:lnTo>
                <a:lnTo>
                  <a:pt x="892432" y="301527"/>
                </a:lnTo>
                <a:lnTo>
                  <a:pt x="892624" y="301171"/>
                </a:lnTo>
                <a:lnTo>
                  <a:pt x="892829" y="300826"/>
                </a:lnTo>
                <a:lnTo>
                  <a:pt x="893045" y="300491"/>
                </a:lnTo>
                <a:lnTo>
                  <a:pt x="893273" y="300165"/>
                </a:lnTo>
                <a:lnTo>
                  <a:pt x="893512" y="299850"/>
                </a:lnTo>
                <a:lnTo>
                  <a:pt x="893763" y="299545"/>
                </a:lnTo>
                <a:lnTo>
                  <a:pt x="894026" y="299249"/>
                </a:lnTo>
                <a:lnTo>
                  <a:pt x="894300" y="298964"/>
                </a:lnTo>
                <a:lnTo>
                  <a:pt x="894602" y="298674"/>
                </a:lnTo>
                <a:lnTo>
                  <a:pt x="894919" y="298391"/>
                </a:lnTo>
                <a:lnTo>
                  <a:pt x="895251" y="298116"/>
                </a:lnTo>
                <a:lnTo>
                  <a:pt x="895600" y="297847"/>
                </a:lnTo>
                <a:lnTo>
                  <a:pt x="895963" y="297586"/>
                </a:lnTo>
                <a:lnTo>
                  <a:pt x="896343" y="297332"/>
                </a:lnTo>
                <a:lnTo>
                  <a:pt x="896737" y="297086"/>
                </a:lnTo>
                <a:lnTo>
                  <a:pt x="897148" y="296846"/>
                </a:lnTo>
                <a:lnTo>
                  <a:pt x="897574" y="296614"/>
                </a:lnTo>
                <a:lnTo>
                  <a:pt x="898015" y="296389"/>
                </a:lnTo>
                <a:lnTo>
                  <a:pt x="898473" y="296171"/>
                </a:lnTo>
                <a:lnTo>
                  <a:pt x="898945" y="295961"/>
                </a:lnTo>
                <a:lnTo>
                  <a:pt x="899434" y="295758"/>
                </a:lnTo>
                <a:lnTo>
                  <a:pt x="899937" y="295562"/>
                </a:lnTo>
                <a:lnTo>
                  <a:pt x="900457" y="295373"/>
                </a:lnTo>
                <a:lnTo>
                  <a:pt x="900992" y="295191"/>
                </a:lnTo>
                <a:lnTo>
                  <a:pt x="901543" y="295017"/>
                </a:lnTo>
                <a:lnTo>
                  <a:pt x="902109" y="294850"/>
                </a:lnTo>
                <a:lnTo>
                  <a:pt x="902690" y="294690"/>
                </a:lnTo>
                <a:lnTo>
                  <a:pt x="903288" y="294537"/>
                </a:lnTo>
                <a:lnTo>
                  <a:pt x="903901" y="294392"/>
                </a:lnTo>
                <a:lnTo>
                  <a:pt x="904529" y="294254"/>
                </a:lnTo>
                <a:lnTo>
                  <a:pt x="905173" y="294123"/>
                </a:lnTo>
                <a:lnTo>
                  <a:pt x="905833" y="293999"/>
                </a:lnTo>
                <a:lnTo>
                  <a:pt x="906523" y="293868"/>
                </a:lnTo>
                <a:lnTo>
                  <a:pt x="907233" y="293743"/>
                </a:lnTo>
                <a:lnTo>
                  <a:pt x="907962" y="293623"/>
                </a:lnTo>
                <a:lnTo>
                  <a:pt x="908711" y="293509"/>
                </a:lnTo>
                <a:lnTo>
                  <a:pt x="909479" y="293401"/>
                </a:lnTo>
                <a:lnTo>
                  <a:pt x="910267" y="293298"/>
                </a:lnTo>
                <a:lnTo>
                  <a:pt x="911075" y="293201"/>
                </a:lnTo>
                <a:lnTo>
                  <a:pt x="911901" y="293109"/>
                </a:lnTo>
                <a:lnTo>
                  <a:pt x="912747" y="293023"/>
                </a:lnTo>
                <a:lnTo>
                  <a:pt x="913613" y="292942"/>
                </a:lnTo>
                <a:lnTo>
                  <a:pt x="914498" y="292867"/>
                </a:lnTo>
                <a:lnTo>
                  <a:pt x="915403" y="292798"/>
                </a:lnTo>
                <a:lnTo>
                  <a:pt x="916327" y="292734"/>
                </a:lnTo>
                <a:lnTo>
                  <a:pt x="917270" y="292675"/>
                </a:lnTo>
                <a:lnTo>
                  <a:pt x="918233" y="292622"/>
                </a:lnTo>
                <a:lnTo>
                  <a:pt x="919216" y="292575"/>
                </a:lnTo>
                <a:lnTo>
                  <a:pt x="920217" y="292533"/>
                </a:lnTo>
                <a:lnTo>
                  <a:pt x="921239" y="292497"/>
                </a:lnTo>
                <a:lnTo>
                  <a:pt x="922280" y="292467"/>
                </a:lnTo>
                <a:lnTo>
                  <a:pt x="923340" y="292442"/>
                </a:lnTo>
                <a:lnTo>
                  <a:pt x="924420" y="292422"/>
                </a:lnTo>
                <a:lnTo>
                  <a:pt x="925519" y="292408"/>
                </a:lnTo>
                <a:lnTo>
                  <a:pt x="926638" y="292400"/>
                </a:lnTo>
                <a:lnTo>
                  <a:pt x="927776" y="292397"/>
                </a:lnTo>
                <a:lnTo>
                  <a:pt x="927776" y="297362"/>
                </a:lnTo>
                <a:lnTo>
                  <a:pt x="927772" y="297921"/>
                </a:lnTo>
                <a:lnTo>
                  <a:pt x="927759" y="298475"/>
                </a:lnTo>
                <a:lnTo>
                  <a:pt x="927738" y="299024"/>
                </a:lnTo>
                <a:lnTo>
                  <a:pt x="927709" y="299569"/>
                </a:lnTo>
                <a:lnTo>
                  <a:pt x="927671" y="300110"/>
                </a:lnTo>
                <a:lnTo>
                  <a:pt x="927626" y="300646"/>
                </a:lnTo>
                <a:lnTo>
                  <a:pt x="927571" y="301178"/>
                </a:lnTo>
                <a:lnTo>
                  <a:pt x="927509" y="301705"/>
                </a:lnTo>
                <a:lnTo>
                  <a:pt x="927438" y="302228"/>
                </a:lnTo>
                <a:lnTo>
                  <a:pt x="927359" y="302746"/>
                </a:lnTo>
                <a:lnTo>
                  <a:pt x="927271" y="303260"/>
                </a:lnTo>
                <a:lnTo>
                  <a:pt x="927175" y="303769"/>
                </a:lnTo>
                <a:lnTo>
                  <a:pt x="927071" y="304274"/>
                </a:lnTo>
                <a:lnTo>
                  <a:pt x="926958" y="304775"/>
                </a:lnTo>
                <a:lnTo>
                  <a:pt x="926837" y="305271"/>
                </a:lnTo>
                <a:lnTo>
                  <a:pt x="926708" y="305762"/>
                </a:lnTo>
                <a:lnTo>
                  <a:pt x="926570" y="306250"/>
                </a:lnTo>
                <a:lnTo>
                  <a:pt x="926424" y="306732"/>
                </a:lnTo>
                <a:lnTo>
                  <a:pt x="926270" y="307211"/>
                </a:lnTo>
                <a:lnTo>
                  <a:pt x="926107" y="307684"/>
                </a:lnTo>
                <a:lnTo>
                  <a:pt x="925936" y="308154"/>
                </a:lnTo>
                <a:lnTo>
                  <a:pt x="925757" y="308619"/>
                </a:lnTo>
                <a:lnTo>
                  <a:pt x="925569" y="309079"/>
                </a:lnTo>
                <a:lnTo>
                  <a:pt x="925373" y="309535"/>
                </a:lnTo>
                <a:lnTo>
                  <a:pt x="925182" y="309985"/>
                </a:lnTo>
                <a:lnTo>
                  <a:pt x="924982" y="310427"/>
                </a:lnTo>
                <a:lnTo>
                  <a:pt x="924773" y="310862"/>
                </a:lnTo>
                <a:lnTo>
                  <a:pt x="924555" y="311288"/>
                </a:lnTo>
                <a:lnTo>
                  <a:pt x="924328" y="311707"/>
                </a:lnTo>
                <a:lnTo>
                  <a:pt x="924092" y="312118"/>
                </a:lnTo>
                <a:lnTo>
                  <a:pt x="923847" y="312521"/>
                </a:lnTo>
                <a:lnTo>
                  <a:pt x="923594" y="312917"/>
                </a:lnTo>
                <a:lnTo>
                  <a:pt x="923331" y="313304"/>
                </a:lnTo>
                <a:lnTo>
                  <a:pt x="923060" y="313684"/>
                </a:lnTo>
                <a:lnTo>
                  <a:pt x="922779" y="314056"/>
                </a:lnTo>
                <a:lnTo>
                  <a:pt x="922490" y="314420"/>
                </a:lnTo>
                <a:lnTo>
                  <a:pt x="922192" y="314777"/>
                </a:lnTo>
                <a:lnTo>
                  <a:pt x="921885" y="315126"/>
                </a:lnTo>
                <a:lnTo>
                  <a:pt x="921569" y="315466"/>
                </a:lnTo>
                <a:lnTo>
                  <a:pt x="921244" y="315800"/>
                </a:lnTo>
                <a:lnTo>
                  <a:pt x="920911" y="316125"/>
                </a:lnTo>
                <a:lnTo>
                  <a:pt x="920568" y="316443"/>
                </a:lnTo>
                <a:lnTo>
                  <a:pt x="920217" y="316752"/>
                </a:lnTo>
                <a:lnTo>
                  <a:pt x="919856" y="317054"/>
                </a:lnTo>
                <a:lnTo>
                  <a:pt x="919487" y="317348"/>
                </a:lnTo>
                <a:lnTo>
                  <a:pt x="919109" y="317635"/>
                </a:lnTo>
                <a:lnTo>
                  <a:pt x="918722" y="317914"/>
                </a:lnTo>
                <a:lnTo>
                  <a:pt x="918326" y="318184"/>
                </a:lnTo>
                <a:lnTo>
                  <a:pt x="917934" y="318446"/>
                </a:lnTo>
                <a:lnTo>
                  <a:pt x="917533" y="318696"/>
                </a:lnTo>
                <a:lnTo>
                  <a:pt x="917122" y="318935"/>
                </a:lnTo>
                <a:lnTo>
                  <a:pt x="916702" y="319163"/>
                </a:lnTo>
                <a:lnTo>
                  <a:pt x="916272" y="319380"/>
                </a:lnTo>
                <a:lnTo>
                  <a:pt x="915833" y="319586"/>
                </a:lnTo>
                <a:lnTo>
                  <a:pt x="915385" y="319780"/>
                </a:lnTo>
                <a:lnTo>
                  <a:pt x="914927" y="319964"/>
                </a:lnTo>
                <a:lnTo>
                  <a:pt x="914459" y="320136"/>
                </a:lnTo>
                <a:lnTo>
                  <a:pt x="913982" y="320298"/>
                </a:lnTo>
                <a:lnTo>
                  <a:pt x="913496" y="320448"/>
                </a:lnTo>
                <a:lnTo>
                  <a:pt x="913000" y="320587"/>
                </a:lnTo>
                <a:lnTo>
                  <a:pt x="912495" y="320715"/>
                </a:lnTo>
                <a:lnTo>
                  <a:pt x="911980" y="320832"/>
                </a:lnTo>
                <a:lnTo>
                  <a:pt x="911456" y="320937"/>
                </a:lnTo>
                <a:lnTo>
                  <a:pt x="910922" y="321032"/>
                </a:lnTo>
                <a:lnTo>
                  <a:pt x="910379" y="321115"/>
                </a:lnTo>
                <a:lnTo>
                  <a:pt x="909827" y="321188"/>
                </a:lnTo>
                <a:lnTo>
                  <a:pt x="909265" y="321249"/>
                </a:lnTo>
                <a:lnTo>
                  <a:pt x="908693" y="321299"/>
                </a:lnTo>
                <a:lnTo>
                  <a:pt x="908112" y="321338"/>
                </a:lnTo>
                <a:lnTo>
                  <a:pt x="907522" y="321365"/>
                </a:lnTo>
                <a:lnTo>
                  <a:pt x="906922" y="321382"/>
                </a:lnTo>
                <a:lnTo>
                  <a:pt x="906313" y="321388"/>
                </a:lnTo>
                <a:lnTo>
                  <a:pt x="905666" y="321382"/>
                </a:lnTo>
                <a:lnTo>
                  <a:pt x="905033" y="321365"/>
                </a:lnTo>
                <a:lnTo>
                  <a:pt x="904414" y="321338"/>
                </a:lnTo>
                <a:lnTo>
                  <a:pt x="903808" y="321299"/>
                </a:lnTo>
                <a:lnTo>
                  <a:pt x="903217" y="321249"/>
                </a:lnTo>
                <a:lnTo>
                  <a:pt x="902639" y="321188"/>
                </a:lnTo>
                <a:close/>
                <a:moveTo>
                  <a:pt x="509747" y="360755"/>
                </a:moveTo>
                <a:lnTo>
                  <a:pt x="510376" y="360669"/>
                </a:lnTo>
                <a:lnTo>
                  <a:pt x="510995" y="360568"/>
                </a:lnTo>
                <a:lnTo>
                  <a:pt x="511605" y="360451"/>
                </a:lnTo>
                <a:lnTo>
                  <a:pt x="512205" y="360319"/>
                </a:lnTo>
                <a:lnTo>
                  <a:pt x="512796" y="360171"/>
                </a:lnTo>
                <a:lnTo>
                  <a:pt x="513377" y="360007"/>
                </a:lnTo>
                <a:lnTo>
                  <a:pt x="513949" y="359828"/>
                </a:lnTo>
                <a:lnTo>
                  <a:pt x="514512" y="359634"/>
                </a:lnTo>
                <a:lnTo>
                  <a:pt x="515065" y="359423"/>
                </a:lnTo>
                <a:lnTo>
                  <a:pt x="515609" y="359198"/>
                </a:lnTo>
                <a:lnTo>
                  <a:pt x="516143" y="358956"/>
                </a:lnTo>
                <a:lnTo>
                  <a:pt x="516668" y="358699"/>
                </a:lnTo>
                <a:lnTo>
                  <a:pt x="517183" y="358427"/>
                </a:lnTo>
                <a:lnTo>
                  <a:pt x="517689" y="358139"/>
                </a:lnTo>
                <a:lnTo>
                  <a:pt x="518185" y="357835"/>
                </a:lnTo>
                <a:lnTo>
                  <a:pt x="518672" y="357516"/>
                </a:lnTo>
                <a:lnTo>
                  <a:pt x="519149" y="357181"/>
                </a:lnTo>
                <a:lnTo>
                  <a:pt x="519617" y="356831"/>
                </a:lnTo>
                <a:lnTo>
                  <a:pt x="520076" y="356465"/>
                </a:lnTo>
                <a:lnTo>
                  <a:pt x="520527" y="356086"/>
                </a:lnTo>
                <a:lnTo>
                  <a:pt x="520972" y="355696"/>
                </a:lnTo>
                <a:lnTo>
                  <a:pt x="521412" y="355296"/>
                </a:lnTo>
                <a:lnTo>
                  <a:pt x="521847" y="354885"/>
                </a:lnTo>
                <a:lnTo>
                  <a:pt x="522275" y="354464"/>
                </a:lnTo>
                <a:lnTo>
                  <a:pt x="522699" y="354032"/>
                </a:lnTo>
                <a:lnTo>
                  <a:pt x="523116" y="353590"/>
                </a:lnTo>
                <a:lnTo>
                  <a:pt x="523528" y="353137"/>
                </a:lnTo>
                <a:lnTo>
                  <a:pt x="523935" y="352673"/>
                </a:lnTo>
                <a:lnTo>
                  <a:pt x="524336" y="352199"/>
                </a:lnTo>
                <a:lnTo>
                  <a:pt x="524731" y="351714"/>
                </a:lnTo>
                <a:lnTo>
                  <a:pt x="525121" y="351219"/>
                </a:lnTo>
                <a:lnTo>
                  <a:pt x="525505" y="350713"/>
                </a:lnTo>
                <a:lnTo>
                  <a:pt x="525884" y="350197"/>
                </a:lnTo>
                <a:lnTo>
                  <a:pt x="526257" y="349670"/>
                </a:lnTo>
                <a:lnTo>
                  <a:pt x="526625" y="349133"/>
                </a:lnTo>
                <a:lnTo>
                  <a:pt x="526987" y="348585"/>
                </a:lnTo>
                <a:lnTo>
                  <a:pt x="527343" y="348026"/>
                </a:lnTo>
                <a:lnTo>
                  <a:pt x="527694" y="347457"/>
                </a:lnTo>
                <a:lnTo>
                  <a:pt x="528040" y="346877"/>
                </a:lnTo>
                <a:lnTo>
                  <a:pt x="528380" y="346287"/>
                </a:lnTo>
                <a:lnTo>
                  <a:pt x="528714" y="345686"/>
                </a:lnTo>
                <a:lnTo>
                  <a:pt x="529042" y="345074"/>
                </a:lnTo>
                <a:lnTo>
                  <a:pt x="529366" y="344452"/>
                </a:lnTo>
                <a:lnTo>
                  <a:pt x="529698" y="343822"/>
                </a:lnTo>
                <a:lnTo>
                  <a:pt x="530030" y="343186"/>
                </a:lnTo>
                <a:lnTo>
                  <a:pt x="530359" y="342545"/>
                </a:lnTo>
                <a:lnTo>
                  <a:pt x="530687" y="341898"/>
                </a:lnTo>
                <a:lnTo>
                  <a:pt x="531013" y="341246"/>
                </a:lnTo>
                <a:lnTo>
                  <a:pt x="531338" y="340588"/>
                </a:lnTo>
                <a:lnTo>
                  <a:pt x="531661" y="339925"/>
                </a:lnTo>
                <a:lnTo>
                  <a:pt x="531982" y="339255"/>
                </a:lnTo>
                <a:lnTo>
                  <a:pt x="532301" y="338581"/>
                </a:lnTo>
                <a:lnTo>
                  <a:pt x="532619" y="337901"/>
                </a:lnTo>
                <a:lnTo>
                  <a:pt x="532935" y="337215"/>
                </a:lnTo>
                <a:lnTo>
                  <a:pt x="533250" y="336524"/>
                </a:lnTo>
                <a:lnTo>
                  <a:pt x="533563" y="335827"/>
                </a:lnTo>
                <a:lnTo>
                  <a:pt x="533874" y="335124"/>
                </a:lnTo>
                <a:lnTo>
                  <a:pt x="534183" y="334416"/>
                </a:lnTo>
                <a:lnTo>
                  <a:pt x="534491" y="333703"/>
                </a:lnTo>
                <a:lnTo>
                  <a:pt x="534797" y="332984"/>
                </a:lnTo>
                <a:lnTo>
                  <a:pt x="535102" y="332259"/>
                </a:lnTo>
                <a:lnTo>
                  <a:pt x="535404" y="331529"/>
                </a:lnTo>
                <a:lnTo>
                  <a:pt x="535706" y="330793"/>
                </a:lnTo>
                <a:lnTo>
                  <a:pt x="536005" y="330052"/>
                </a:lnTo>
                <a:lnTo>
                  <a:pt x="536303" y="329305"/>
                </a:lnTo>
                <a:lnTo>
                  <a:pt x="536599" y="328553"/>
                </a:lnTo>
                <a:lnTo>
                  <a:pt x="536894" y="327795"/>
                </a:lnTo>
                <a:lnTo>
                  <a:pt x="567646" y="249312"/>
                </a:lnTo>
                <a:lnTo>
                  <a:pt x="551949" y="249312"/>
                </a:lnTo>
                <a:lnTo>
                  <a:pt x="529686" y="309856"/>
                </a:lnTo>
                <a:lnTo>
                  <a:pt x="528725" y="309856"/>
                </a:lnTo>
                <a:lnTo>
                  <a:pt x="505981" y="249312"/>
                </a:lnTo>
                <a:lnTo>
                  <a:pt x="488843" y="249312"/>
                </a:lnTo>
                <a:lnTo>
                  <a:pt x="520556" y="329556"/>
                </a:lnTo>
                <a:lnTo>
                  <a:pt x="520331" y="330139"/>
                </a:lnTo>
                <a:lnTo>
                  <a:pt x="520107" y="330711"/>
                </a:lnTo>
                <a:lnTo>
                  <a:pt x="519886" y="331273"/>
                </a:lnTo>
                <a:lnTo>
                  <a:pt x="519667" y="331825"/>
                </a:lnTo>
                <a:lnTo>
                  <a:pt x="519450" y="332368"/>
                </a:lnTo>
                <a:lnTo>
                  <a:pt x="519235" y="332900"/>
                </a:lnTo>
                <a:lnTo>
                  <a:pt x="519023" y="333422"/>
                </a:lnTo>
                <a:lnTo>
                  <a:pt x="518812" y="333934"/>
                </a:lnTo>
                <a:lnTo>
                  <a:pt x="518604" y="334436"/>
                </a:lnTo>
                <a:lnTo>
                  <a:pt x="518399" y="334929"/>
                </a:lnTo>
                <a:lnTo>
                  <a:pt x="518195" y="335411"/>
                </a:lnTo>
                <a:lnTo>
                  <a:pt x="517994" y="335883"/>
                </a:lnTo>
                <a:lnTo>
                  <a:pt x="517795" y="336345"/>
                </a:lnTo>
                <a:lnTo>
                  <a:pt x="517598" y="336797"/>
                </a:lnTo>
                <a:lnTo>
                  <a:pt x="517403" y="337239"/>
                </a:lnTo>
                <a:lnTo>
                  <a:pt x="517211" y="337672"/>
                </a:lnTo>
                <a:lnTo>
                  <a:pt x="517020" y="338094"/>
                </a:lnTo>
                <a:lnTo>
                  <a:pt x="516832" y="338506"/>
                </a:lnTo>
                <a:lnTo>
                  <a:pt x="516647" y="338908"/>
                </a:lnTo>
                <a:lnTo>
                  <a:pt x="516463" y="339300"/>
                </a:lnTo>
                <a:lnTo>
                  <a:pt x="516282" y="339682"/>
                </a:lnTo>
                <a:lnTo>
                  <a:pt x="516103" y="340054"/>
                </a:lnTo>
                <a:lnTo>
                  <a:pt x="515926" y="340416"/>
                </a:lnTo>
                <a:lnTo>
                  <a:pt x="515751" y="340768"/>
                </a:lnTo>
                <a:lnTo>
                  <a:pt x="515590" y="341124"/>
                </a:lnTo>
                <a:lnTo>
                  <a:pt x="515426" y="341472"/>
                </a:lnTo>
                <a:lnTo>
                  <a:pt x="515261" y="341812"/>
                </a:lnTo>
                <a:lnTo>
                  <a:pt x="515093" y="342143"/>
                </a:lnTo>
                <a:lnTo>
                  <a:pt x="514923" y="342466"/>
                </a:lnTo>
                <a:lnTo>
                  <a:pt x="514750" y="342780"/>
                </a:lnTo>
                <a:lnTo>
                  <a:pt x="514576" y="343086"/>
                </a:lnTo>
                <a:lnTo>
                  <a:pt x="514399" y="343384"/>
                </a:lnTo>
                <a:lnTo>
                  <a:pt x="514220" y="343674"/>
                </a:lnTo>
                <a:lnTo>
                  <a:pt x="514038" y="343955"/>
                </a:lnTo>
                <a:lnTo>
                  <a:pt x="513855" y="344228"/>
                </a:lnTo>
                <a:lnTo>
                  <a:pt x="513669" y="344492"/>
                </a:lnTo>
                <a:lnTo>
                  <a:pt x="513481" y="344748"/>
                </a:lnTo>
                <a:lnTo>
                  <a:pt x="513291" y="344996"/>
                </a:lnTo>
                <a:lnTo>
                  <a:pt x="513098" y="345235"/>
                </a:lnTo>
                <a:lnTo>
                  <a:pt x="512904" y="345466"/>
                </a:lnTo>
                <a:lnTo>
                  <a:pt x="512707" y="345689"/>
                </a:lnTo>
                <a:lnTo>
                  <a:pt x="512508" y="345904"/>
                </a:lnTo>
                <a:lnTo>
                  <a:pt x="512307" y="346110"/>
                </a:lnTo>
                <a:lnTo>
                  <a:pt x="512103" y="346307"/>
                </a:lnTo>
                <a:lnTo>
                  <a:pt x="511897" y="346497"/>
                </a:lnTo>
                <a:lnTo>
                  <a:pt x="511689" y="346678"/>
                </a:lnTo>
                <a:lnTo>
                  <a:pt x="511479" y="346850"/>
                </a:lnTo>
                <a:lnTo>
                  <a:pt x="511267" y="347015"/>
                </a:lnTo>
                <a:lnTo>
                  <a:pt x="511050" y="347185"/>
                </a:lnTo>
                <a:lnTo>
                  <a:pt x="510826" y="347347"/>
                </a:lnTo>
                <a:lnTo>
                  <a:pt x="510596" y="347503"/>
                </a:lnTo>
                <a:lnTo>
                  <a:pt x="510359" y="347651"/>
                </a:lnTo>
                <a:lnTo>
                  <a:pt x="510115" y="347792"/>
                </a:lnTo>
                <a:lnTo>
                  <a:pt x="509865" y="347926"/>
                </a:lnTo>
                <a:lnTo>
                  <a:pt x="509608" y="348052"/>
                </a:lnTo>
                <a:lnTo>
                  <a:pt x="509345" y="348172"/>
                </a:lnTo>
                <a:lnTo>
                  <a:pt x="509074" y="348284"/>
                </a:lnTo>
                <a:lnTo>
                  <a:pt x="508797" y="348388"/>
                </a:lnTo>
                <a:lnTo>
                  <a:pt x="508514" y="348486"/>
                </a:lnTo>
                <a:lnTo>
                  <a:pt x="508223" y="348576"/>
                </a:lnTo>
                <a:lnTo>
                  <a:pt x="507926" y="348660"/>
                </a:lnTo>
                <a:lnTo>
                  <a:pt x="507623" y="348735"/>
                </a:lnTo>
                <a:lnTo>
                  <a:pt x="507312" y="348804"/>
                </a:lnTo>
                <a:lnTo>
                  <a:pt x="506995" y="348866"/>
                </a:lnTo>
                <a:lnTo>
                  <a:pt x="506672" y="348920"/>
                </a:lnTo>
                <a:lnTo>
                  <a:pt x="506341" y="348967"/>
                </a:lnTo>
                <a:lnTo>
                  <a:pt x="506004" y="349007"/>
                </a:lnTo>
                <a:lnTo>
                  <a:pt x="505661" y="349039"/>
                </a:lnTo>
                <a:lnTo>
                  <a:pt x="505310" y="349064"/>
                </a:lnTo>
                <a:lnTo>
                  <a:pt x="504953" y="349082"/>
                </a:lnTo>
                <a:lnTo>
                  <a:pt x="504590" y="349093"/>
                </a:lnTo>
                <a:lnTo>
                  <a:pt x="504219" y="349097"/>
                </a:lnTo>
                <a:lnTo>
                  <a:pt x="504005" y="349096"/>
                </a:lnTo>
                <a:lnTo>
                  <a:pt x="503791" y="349091"/>
                </a:lnTo>
                <a:lnTo>
                  <a:pt x="503576" y="349084"/>
                </a:lnTo>
                <a:lnTo>
                  <a:pt x="503360" y="349075"/>
                </a:lnTo>
                <a:lnTo>
                  <a:pt x="503144" y="349062"/>
                </a:lnTo>
                <a:lnTo>
                  <a:pt x="502928" y="349047"/>
                </a:lnTo>
                <a:lnTo>
                  <a:pt x="502711" y="349029"/>
                </a:lnTo>
                <a:lnTo>
                  <a:pt x="502493" y="349008"/>
                </a:lnTo>
                <a:lnTo>
                  <a:pt x="502275" y="348984"/>
                </a:lnTo>
                <a:lnTo>
                  <a:pt x="502056" y="348958"/>
                </a:lnTo>
                <a:lnTo>
                  <a:pt x="501836" y="348929"/>
                </a:lnTo>
                <a:lnTo>
                  <a:pt x="501616" y="348897"/>
                </a:lnTo>
                <a:lnTo>
                  <a:pt x="501396" y="348862"/>
                </a:lnTo>
                <a:lnTo>
                  <a:pt x="501175" y="348824"/>
                </a:lnTo>
                <a:lnTo>
                  <a:pt x="500953" y="348784"/>
                </a:lnTo>
                <a:lnTo>
                  <a:pt x="500731" y="348741"/>
                </a:lnTo>
                <a:lnTo>
                  <a:pt x="500508" y="348695"/>
                </a:lnTo>
                <a:lnTo>
                  <a:pt x="500285" y="348646"/>
                </a:lnTo>
                <a:lnTo>
                  <a:pt x="500061" y="348595"/>
                </a:lnTo>
                <a:lnTo>
                  <a:pt x="499837" y="348541"/>
                </a:lnTo>
                <a:lnTo>
                  <a:pt x="499612" y="348484"/>
                </a:lnTo>
                <a:lnTo>
                  <a:pt x="499386" y="348424"/>
                </a:lnTo>
                <a:lnTo>
                  <a:pt x="499160" y="348361"/>
                </a:lnTo>
                <a:lnTo>
                  <a:pt x="498934" y="348296"/>
                </a:lnTo>
                <a:lnTo>
                  <a:pt x="498708" y="348242"/>
                </a:lnTo>
                <a:lnTo>
                  <a:pt x="498486" y="348188"/>
                </a:lnTo>
                <a:lnTo>
                  <a:pt x="498268" y="348133"/>
                </a:lnTo>
                <a:lnTo>
                  <a:pt x="498053" y="348078"/>
                </a:lnTo>
                <a:lnTo>
                  <a:pt x="497841" y="348022"/>
                </a:lnTo>
                <a:lnTo>
                  <a:pt x="497632" y="347966"/>
                </a:lnTo>
                <a:lnTo>
                  <a:pt x="497427" y="347909"/>
                </a:lnTo>
                <a:lnTo>
                  <a:pt x="497225" y="347851"/>
                </a:lnTo>
                <a:lnTo>
                  <a:pt x="497027" y="347793"/>
                </a:lnTo>
                <a:lnTo>
                  <a:pt x="496831" y="347734"/>
                </a:lnTo>
                <a:lnTo>
                  <a:pt x="496639" y="347675"/>
                </a:lnTo>
                <a:lnTo>
                  <a:pt x="496451" y="347615"/>
                </a:lnTo>
                <a:lnTo>
                  <a:pt x="496266" y="347555"/>
                </a:lnTo>
                <a:lnTo>
                  <a:pt x="496084" y="347494"/>
                </a:lnTo>
                <a:lnTo>
                  <a:pt x="495905" y="347433"/>
                </a:lnTo>
                <a:lnTo>
                  <a:pt x="495730" y="347371"/>
                </a:lnTo>
                <a:lnTo>
                  <a:pt x="495558" y="347308"/>
                </a:lnTo>
                <a:lnTo>
                  <a:pt x="495390" y="347245"/>
                </a:lnTo>
                <a:lnTo>
                  <a:pt x="495225" y="347181"/>
                </a:lnTo>
                <a:lnTo>
                  <a:pt x="495063" y="347117"/>
                </a:lnTo>
                <a:lnTo>
                  <a:pt x="494904" y="347052"/>
                </a:lnTo>
                <a:lnTo>
                  <a:pt x="494749" y="346987"/>
                </a:lnTo>
                <a:lnTo>
                  <a:pt x="494597" y="346921"/>
                </a:lnTo>
                <a:lnTo>
                  <a:pt x="494449" y="346855"/>
                </a:lnTo>
                <a:lnTo>
                  <a:pt x="494449" y="358707"/>
                </a:lnTo>
                <a:lnTo>
                  <a:pt x="494676" y="358799"/>
                </a:lnTo>
                <a:lnTo>
                  <a:pt x="494904" y="358890"/>
                </a:lnTo>
                <a:lnTo>
                  <a:pt x="495132" y="358977"/>
                </a:lnTo>
                <a:lnTo>
                  <a:pt x="495361" y="359063"/>
                </a:lnTo>
                <a:lnTo>
                  <a:pt x="495590" y="359146"/>
                </a:lnTo>
                <a:lnTo>
                  <a:pt x="495820" y="359228"/>
                </a:lnTo>
                <a:lnTo>
                  <a:pt x="496051" y="359307"/>
                </a:lnTo>
                <a:lnTo>
                  <a:pt x="496282" y="359383"/>
                </a:lnTo>
                <a:lnTo>
                  <a:pt x="496513" y="359458"/>
                </a:lnTo>
                <a:lnTo>
                  <a:pt x="496746" y="359530"/>
                </a:lnTo>
                <a:lnTo>
                  <a:pt x="496978" y="359600"/>
                </a:lnTo>
                <a:lnTo>
                  <a:pt x="497212" y="359668"/>
                </a:lnTo>
                <a:lnTo>
                  <a:pt x="497446" y="359734"/>
                </a:lnTo>
                <a:lnTo>
                  <a:pt x="497680" y="359797"/>
                </a:lnTo>
                <a:lnTo>
                  <a:pt x="497915" y="359858"/>
                </a:lnTo>
                <a:lnTo>
                  <a:pt x="498150" y="359917"/>
                </a:lnTo>
                <a:lnTo>
                  <a:pt x="498387" y="359974"/>
                </a:lnTo>
                <a:lnTo>
                  <a:pt x="498623" y="360028"/>
                </a:lnTo>
                <a:lnTo>
                  <a:pt x="498860" y="360081"/>
                </a:lnTo>
                <a:lnTo>
                  <a:pt x="499098" y="360131"/>
                </a:lnTo>
                <a:lnTo>
                  <a:pt x="499336" y="360179"/>
                </a:lnTo>
                <a:lnTo>
                  <a:pt x="499575" y="360224"/>
                </a:lnTo>
                <a:lnTo>
                  <a:pt x="499815" y="360268"/>
                </a:lnTo>
                <a:lnTo>
                  <a:pt x="500055" y="360309"/>
                </a:lnTo>
                <a:lnTo>
                  <a:pt x="500309" y="360361"/>
                </a:lnTo>
                <a:lnTo>
                  <a:pt x="500564" y="360411"/>
                </a:lnTo>
                <a:lnTo>
                  <a:pt x="500821" y="360459"/>
                </a:lnTo>
                <a:lnTo>
                  <a:pt x="501078" y="360505"/>
                </a:lnTo>
                <a:lnTo>
                  <a:pt x="501337" y="360548"/>
                </a:lnTo>
                <a:lnTo>
                  <a:pt x="501596" y="360589"/>
                </a:lnTo>
                <a:lnTo>
                  <a:pt x="501857" y="360628"/>
                </a:lnTo>
                <a:lnTo>
                  <a:pt x="502119" y="360665"/>
                </a:lnTo>
                <a:lnTo>
                  <a:pt x="502382" y="360699"/>
                </a:lnTo>
                <a:lnTo>
                  <a:pt x="502646" y="360731"/>
                </a:lnTo>
                <a:lnTo>
                  <a:pt x="502912" y="360761"/>
                </a:lnTo>
                <a:lnTo>
                  <a:pt x="503178" y="360789"/>
                </a:lnTo>
                <a:lnTo>
                  <a:pt x="503446" y="360815"/>
                </a:lnTo>
                <a:lnTo>
                  <a:pt x="503714" y="360838"/>
                </a:lnTo>
                <a:lnTo>
                  <a:pt x="503984" y="360859"/>
                </a:lnTo>
                <a:lnTo>
                  <a:pt x="504255" y="360878"/>
                </a:lnTo>
                <a:lnTo>
                  <a:pt x="504527" y="360895"/>
                </a:lnTo>
                <a:lnTo>
                  <a:pt x="504800" y="360909"/>
                </a:lnTo>
                <a:lnTo>
                  <a:pt x="505074" y="360922"/>
                </a:lnTo>
                <a:lnTo>
                  <a:pt x="505349" y="360932"/>
                </a:lnTo>
                <a:lnTo>
                  <a:pt x="505626" y="360939"/>
                </a:lnTo>
                <a:lnTo>
                  <a:pt x="505903" y="360945"/>
                </a:lnTo>
                <a:lnTo>
                  <a:pt x="506182" y="360948"/>
                </a:lnTo>
                <a:lnTo>
                  <a:pt x="506462" y="360949"/>
                </a:lnTo>
                <a:lnTo>
                  <a:pt x="507138" y="360942"/>
                </a:lnTo>
                <a:lnTo>
                  <a:pt x="507804" y="360918"/>
                </a:lnTo>
                <a:lnTo>
                  <a:pt x="508461" y="360879"/>
                </a:lnTo>
                <a:lnTo>
                  <a:pt x="509109" y="360825"/>
                </a:lnTo>
                <a:lnTo>
                  <a:pt x="509747" y="360755"/>
                </a:lnTo>
                <a:close/>
                <a:moveTo>
                  <a:pt x="1595082" y="0"/>
                </a:moveTo>
                <a:lnTo>
                  <a:pt x="1574260" y="0"/>
                </a:lnTo>
                <a:lnTo>
                  <a:pt x="1574260" y="19861"/>
                </a:lnTo>
                <a:lnTo>
                  <a:pt x="1595082" y="19861"/>
                </a:lnTo>
                <a:lnTo>
                  <a:pt x="1595082" y="0"/>
                </a:lnTo>
                <a:close/>
                <a:moveTo>
                  <a:pt x="1595082" y="82006"/>
                </a:moveTo>
                <a:lnTo>
                  <a:pt x="1595082" y="62146"/>
                </a:lnTo>
                <a:lnTo>
                  <a:pt x="1574260" y="62146"/>
                </a:lnTo>
                <a:lnTo>
                  <a:pt x="1574260" y="82006"/>
                </a:lnTo>
                <a:lnTo>
                  <a:pt x="1595082" y="82006"/>
                </a:lnTo>
                <a:close/>
                <a:moveTo>
                  <a:pt x="1781233" y="242264"/>
                </a:moveTo>
                <a:lnTo>
                  <a:pt x="1781238" y="241736"/>
                </a:lnTo>
                <a:lnTo>
                  <a:pt x="1781251" y="241218"/>
                </a:lnTo>
                <a:lnTo>
                  <a:pt x="1781273" y="240710"/>
                </a:lnTo>
                <a:lnTo>
                  <a:pt x="1781304" y="240213"/>
                </a:lnTo>
                <a:lnTo>
                  <a:pt x="1781344" y="239727"/>
                </a:lnTo>
                <a:lnTo>
                  <a:pt x="1781393" y="239251"/>
                </a:lnTo>
                <a:lnTo>
                  <a:pt x="1781451" y="238786"/>
                </a:lnTo>
                <a:lnTo>
                  <a:pt x="1781518" y="238331"/>
                </a:lnTo>
                <a:lnTo>
                  <a:pt x="1781593" y="237887"/>
                </a:lnTo>
                <a:lnTo>
                  <a:pt x="1781678" y="237454"/>
                </a:lnTo>
                <a:lnTo>
                  <a:pt x="1781771" y="237031"/>
                </a:lnTo>
                <a:lnTo>
                  <a:pt x="1781874" y="236618"/>
                </a:lnTo>
                <a:lnTo>
                  <a:pt x="1781985" y="236217"/>
                </a:lnTo>
                <a:lnTo>
                  <a:pt x="1782105" y="235825"/>
                </a:lnTo>
                <a:lnTo>
                  <a:pt x="1782234" y="235445"/>
                </a:lnTo>
                <a:lnTo>
                  <a:pt x="1782372" y="235075"/>
                </a:lnTo>
                <a:lnTo>
                  <a:pt x="1782519" y="234715"/>
                </a:lnTo>
                <a:lnTo>
                  <a:pt x="1782675" y="234366"/>
                </a:lnTo>
                <a:lnTo>
                  <a:pt x="1782839" y="234028"/>
                </a:lnTo>
                <a:lnTo>
                  <a:pt x="1783013" y="233700"/>
                </a:lnTo>
                <a:lnTo>
                  <a:pt x="1783195" y="233382"/>
                </a:lnTo>
                <a:lnTo>
                  <a:pt x="1783386" y="233076"/>
                </a:lnTo>
                <a:lnTo>
                  <a:pt x="1783587" y="232780"/>
                </a:lnTo>
                <a:lnTo>
                  <a:pt x="1783796" y="232494"/>
                </a:lnTo>
                <a:lnTo>
                  <a:pt x="1784026" y="232217"/>
                </a:lnTo>
                <a:lnTo>
                  <a:pt x="1784262" y="231948"/>
                </a:lnTo>
                <a:lnTo>
                  <a:pt x="1784504" y="231686"/>
                </a:lnTo>
                <a:lnTo>
                  <a:pt x="1784752" y="231431"/>
                </a:lnTo>
                <a:lnTo>
                  <a:pt x="1785007" y="231183"/>
                </a:lnTo>
                <a:lnTo>
                  <a:pt x="1785267" y="230942"/>
                </a:lnTo>
                <a:lnTo>
                  <a:pt x="1785534" y="230709"/>
                </a:lnTo>
                <a:lnTo>
                  <a:pt x="1785807" y="230483"/>
                </a:lnTo>
                <a:lnTo>
                  <a:pt x="1786086" y="230264"/>
                </a:lnTo>
                <a:lnTo>
                  <a:pt x="1786371" y="230053"/>
                </a:lnTo>
                <a:lnTo>
                  <a:pt x="1786662" y="229848"/>
                </a:lnTo>
                <a:lnTo>
                  <a:pt x="1786959" y="229651"/>
                </a:lnTo>
                <a:lnTo>
                  <a:pt x="1787262" y="229461"/>
                </a:lnTo>
                <a:lnTo>
                  <a:pt x="1787572" y="229278"/>
                </a:lnTo>
                <a:lnTo>
                  <a:pt x="1787888" y="229103"/>
                </a:lnTo>
                <a:lnTo>
                  <a:pt x="1788209" y="228935"/>
                </a:lnTo>
                <a:lnTo>
                  <a:pt x="1788537" y="228774"/>
                </a:lnTo>
                <a:lnTo>
                  <a:pt x="1788871" y="228620"/>
                </a:lnTo>
                <a:lnTo>
                  <a:pt x="1789211" y="228473"/>
                </a:lnTo>
                <a:lnTo>
                  <a:pt x="1789557" y="228334"/>
                </a:lnTo>
                <a:lnTo>
                  <a:pt x="1789910" y="228202"/>
                </a:lnTo>
                <a:lnTo>
                  <a:pt x="1790268" y="228077"/>
                </a:lnTo>
                <a:lnTo>
                  <a:pt x="1790633" y="227959"/>
                </a:lnTo>
                <a:lnTo>
                  <a:pt x="1791003" y="227849"/>
                </a:lnTo>
                <a:lnTo>
                  <a:pt x="1791378" y="227731"/>
                </a:lnTo>
                <a:lnTo>
                  <a:pt x="1791755" y="227619"/>
                </a:lnTo>
                <a:lnTo>
                  <a:pt x="1792135" y="227511"/>
                </a:lnTo>
                <a:lnTo>
                  <a:pt x="1792516" y="227409"/>
                </a:lnTo>
                <a:lnTo>
                  <a:pt x="1792900" y="227311"/>
                </a:lnTo>
                <a:lnTo>
                  <a:pt x="1793286" y="227218"/>
                </a:lnTo>
                <a:lnTo>
                  <a:pt x="1793674" y="227131"/>
                </a:lnTo>
                <a:lnTo>
                  <a:pt x="1794064" y="227048"/>
                </a:lnTo>
                <a:lnTo>
                  <a:pt x="1794457" y="226971"/>
                </a:lnTo>
                <a:lnTo>
                  <a:pt x="1794852" y="226898"/>
                </a:lnTo>
                <a:lnTo>
                  <a:pt x="1795249" y="226831"/>
                </a:lnTo>
                <a:lnTo>
                  <a:pt x="1795648" y="226768"/>
                </a:lnTo>
                <a:lnTo>
                  <a:pt x="1796050" y="226710"/>
                </a:lnTo>
                <a:lnTo>
                  <a:pt x="1796454" y="226658"/>
                </a:lnTo>
                <a:lnTo>
                  <a:pt x="1796860" y="226610"/>
                </a:lnTo>
                <a:lnTo>
                  <a:pt x="1797268" y="226568"/>
                </a:lnTo>
                <a:lnTo>
                  <a:pt x="1797678" y="226530"/>
                </a:lnTo>
                <a:lnTo>
                  <a:pt x="1798091" y="226498"/>
                </a:lnTo>
                <a:lnTo>
                  <a:pt x="1798506" y="226470"/>
                </a:lnTo>
                <a:lnTo>
                  <a:pt x="1798923" y="226448"/>
                </a:lnTo>
                <a:lnTo>
                  <a:pt x="1799342" y="226430"/>
                </a:lnTo>
                <a:lnTo>
                  <a:pt x="1799764" y="226418"/>
                </a:lnTo>
                <a:lnTo>
                  <a:pt x="1800187" y="226410"/>
                </a:lnTo>
                <a:lnTo>
                  <a:pt x="1800614" y="226408"/>
                </a:lnTo>
                <a:lnTo>
                  <a:pt x="1800973" y="226410"/>
                </a:lnTo>
                <a:lnTo>
                  <a:pt x="1801331" y="226415"/>
                </a:lnTo>
                <a:lnTo>
                  <a:pt x="1801687" y="226425"/>
                </a:lnTo>
                <a:lnTo>
                  <a:pt x="1802042" y="226439"/>
                </a:lnTo>
                <a:lnTo>
                  <a:pt x="1802394" y="226456"/>
                </a:lnTo>
                <a:lnTo>
                  <a:pt x="1802746" y="226478"/>
                </a:lnTo>
                <a:lnTo>
                  <a:pt x="1803095" y="226503"/>
                </a:lnTo>
                <a:lnTo>
                  <a:pt x="1803443" y="226532"/>
                </a:lnTo>
                <a:lnTo>
                  <a:pt x="1803789" y="226565"/>
                </a:lnTo>
                <a:lnTo>
                  <a:pt x="1804134" y="226602"/>
                </a:lnTo>
                <a:lnTo>
                  <a:pt x="1804477" y="226643"/>
                </a:lnTo>
                <a:lnTo>
                  <a:pt x="1804818" y="226688"/>
                </a:lnTo>
                <a:lnTo>
                  <a:pt x="1805157" y="226737"/>
                </a:lnTo>
                <a:lnTo>
                  <a:pt x="1805495" y="226789"/>
                </a:lnTo>
                <a:lnTo>
                  <a:pt x="1805831" y="226846"/>
                </a:lnTo>
                <a:lnTo>
                  <a:pt x="1806166" y="226906"/>
                </a:lnTo>
                <a:lnTo>
                  <a:pt x="1806499" y="226970"/>
                </a:lnTo>
                <a:lnTo>
                  <a:pt x="1806830" y="227038"/>
                </a:lnTo>
                <a:lnTo>
                  <a:pt x="1807159" y="227110"/>
                </a:lnTo>
                <a:lnTo>
                  <a:pt x="1807487" y="227186"/>
                </a:lnTo>
                <a:lnTo>
                  <a:pt x="1807814" y="227266"/>
                </a:lnTo>
                <a:lnTo>
                  <a:pt x="1808138" y="227350"/>
                </a:lnTo>
                <a:lnTo>
                  <a:pt x="1808461" y="227437"/>
                </a:lnTo>
                <a:lnTo>
                  <a:pt x="1808782" y="227529"/>
                </a:lnTo>
                <a:lnTo>
                  <a:pt x="1809101" y="227609"/>
                </a:lnTo>
                <a:lnTo>
                  <a:pt x="1809418" y="227691"/>
                </a:lnTo>
                <a:lnTo>
                  <a:pt x="1809733" y="227774"/>
                </a:lnTo>
                <a:lnTo>
                  <a:pt x="1810046" y="227858"/>
                </a:lnTo>
                <a:lnTo>
                  <a:pt x="1810356" y="227943"/>
                </a:lnTo>
                <a:lnTo>
                  <a:pt x="1810664" y="228029"/>
                </a:lnTo>
                <a:lnTo>
                  <a:pt x="1810970" y="228117"/>
                </a:lnTo>
                <a:lnTo>
                  <a:pt x="1811274" y="228205"/>
                </a:lnTo>
                <a:lnTo>
                  <a:pt x="1811575" y="228295"/>
                </a:lnTo>
                <a:lnTo>
                  <a:pt x="1811874" y="228385"/>
                </a:lnTo>
                <a:lnTo>
                  <a:pt x="1812171" y="228477"/>
                </a:lnTo>
                <a:lnTo>
                  <a:pt x="1812466" y="228570"/>
                </a:lnTo>
                <a:lnTo>
                  <a:pt x="1812759" y="228664"/>
                </a:lnTo>
                <a:lnTo>
                  <a:pt x="1813049" y="228759"/>
                </a:lnTo>
                <a:lnTo>
                  <a:pt x="1813337" y="228855"/>
                </a:lnTo>
                <a:lnTo>
                  <a:pt x="1813623" y="228952"/>
                </a:lnTo>
                <a:lnTo>
                  <a:pt x="1813906" y="229051"/>
                </a:lnTo>
                <a:lnTo>
                  <a:pt x="1814188" y="229150"/>
                </a:lnTo>
                <a:lnTo>
                  <a:pt x="1814467" y="229251"/>
                </a:lnTo>
                <a:lnTo>
                  <a:pt x="1814744" y="229353"/>
                </a:lnTo>
                <a:lnTo>
                  <a:pt x="1815019" y="229456"/>
                </a:lnTo>
                <a:lnTo>
                  <a:pt x="1815291" y="229560"/>
                </a:lnTo>
                <a:lnTo>
                  <a:pt x="1815561" y="229665"/>
                </a:lnTo>
                <a:lnTo>
                  <a:pt x="1815830" y="229771"/>
                </a:lnTo>
                <a:lnTo>
                  <a:pt x="1815830" y="218399"/>
                </a:lnTo>
                <a:lnTo>
                  <a:pt x="1815533" y="218254"/>
                </a:lnTo>
                <a:lnTo>
                  <a:pt x="1815229" y="218111"/>
                </a:lnTo>
                <a:lnTo>
                  <a:pt x="1814919" y="217971"/>
                </a:lnTo>
                <a:lnTo>
                  <a:pt x="1814602" y="217834"/>
                </a:lnTo>
                <a:lnTo>
                  <a:pt x="1814278" y="217700"/>
                </a:lnTo>
                <a:lnTo>
                  <a:pt x="1813948" y="217568"/>
                </a:lnTo>
                <a:lnTo>
                  <a:pt x="1813611" y="217440"/>
                </a:lnTo>
                <a:lnTo>
                  <a:pt x="1813267" y="217314"/>
                </a:lnTo>
                <a:lnTo>
                  <a:pt x="1812916" y="217190"/>
                </a:lnTo>
                <a:lnTo>
                  <a:pt x="1812559" y="217070"/>
                </a:lnTo>
                <a:lnTo>
                  <a:pt x="1812196" y="216952"/>
                </a:lnTo>
                <a:lnTo>
                  <a:pt x="1811825" y="216837"/>
                </a:lnTo>
                <a:lnTo>
                  <a:pt x="1811448" y="216725"/>
                </a:lnTo>
                <a:lnTo>
                  <a:pt x="1811065" y="216616"/>
                </a:lnTo>
                <a:lnTo>
                  <a:pt x="1810674" y="216510"/>
                </a:lnTo>
                <a:lnTo>
                  <a:pt x="1810277" y="216406"/>
                </a:lnTo>
                <a:lnTo>
                  <a:pt x="1809873" y="216305"/>
                </a:lnTo>
                <a:lnTo>
                  <a:pt x="1809463" y="216207"/>
                </a:lnTo>
                <a:lnTo>
                  <a:pt x="1809046" y="216111"/>
                </a:lnTo>
                <a:lnTo>
                  <a:pt x="1808622" y="216019"/>
                </a:lnTo>
                <a:lnTo>
                  <a:pt x="1808191" y="215929"/>
                </a:lnTo>
                <a:lnTo>
                  <a:pt x="1807754" y="215842"/>
                </a:lnTo>
                <a:lnTo>
                  <a:pt x="1807311" y="215758"/>
                </a:lnTo>
                <a:lnTo>
                  <a:pt x="1806860" y="215676"/>
                </a:lnTo>
                <a:lnTo>
                  <a:pt x="1806407" y="215585"/>
                </a:lnTo>
                <a:lnTo>
                  <a:pt x="1805957" y="215497"/>
                </a:lnTo>
                <a:lnTo>
                  <a:pt x="1805509" y="215413"/>
                </a:lnTo>
                <a:lnTo>
                  <a:pt x="1805063" y="215334"/>
                </a:lnTo>
                <a:lnTo>
                  <a:pt x="1804619" y="215258"/>
                </a:lnTo>
                <a:lnTo>
                  <a:pt x="1804177" y="215186"/>
                </a:lnTo>
                <a:lnTo>
                  <a:pt x="1803738" y="215118"/>
                </a:lnTo>
                <a:lnTo>
                  <a:pt x="1803301" y="215053"/>
                </a:lnTo>
                <a:lnTo>
                  <a:pt x="1802866" y="214993"/>
                </a:lnTo>
                <a:lnTo>
                  <a:pt x="1802433" y="214937"/>
                </a:lnTo>
                <a:lnTo>
                  <a:pt x="1802003" y="214884"/>
                </a:lnTo>
                <a:lnTo>
                  <a:pt x="1801574" y="214835"/>
                </a:lnTo>
                <a:lnTo>
                  <a:pt x="1801148" y="214791"/>
                </a:lnTo>
                <a:lnTo>
                  <a:pt x="1800725" y="214750"/>
                </a:lnTo>
                <a:lnTo>
                  <a:pt x="1800303" y="214713"/>
                </a:lnTo>
                <a:lnTo>
                  <a:pt x="1799884" y="214680"/>
                </a:lnTo>
                <a:lnTo>
                  <a:pt x="1799467" y="214650"/>
                </a:lnTo>
                <a:lnTo>
                  <a:pt x="1799052" y="214625"/>
                </a:lnTo>
                <a:lnTo>
                  <a:pt x="1798639" y="214604"/>
                </a:lnTo>
                <a:lnTo>
                  <a:pt x="1798229" y="214586"/>
                </a:lnTo>
                <a:lnTo>
                  <a:pt x="1797821" y="214573"/>
                </a:lnTo>
                <a:lnTo>
                  <a:pt x="1797415" y="214563"/>
                </a:lnTo>
                <a:lnTo>
                  <a:pt x="1797011" y="214557"/>
                </a:lnTo>
                <a:lnTo>
                  <a:pt x="1796609" y="214555"/>
                </a:lnTo>
                <a:lnTo>
                  <a:pt x="1795878" y="214560"/>
                </a:lnTo>
                <a:lnTo>
                  <a:pt x="1795152" y="214575"/>
                </a:lnTo>
                <a:lnTo>
                  <a:pt x="1794432" y="214600"/>
                </a:lnTo>
                <a:lnTo>
                  <a:pt x="1793717" y="214635"/>
                </a:lnTo>
                <a:lnTo>
                  <a:pt x="1793008" y="214680"/>
                </a:lnTo>
                <a:lnTo>
                  <a:pt x="1792305" y="214735"/>
                </a:lnTo>
                <a:lnTo>
                  <a:pt x="1791607" y="214800"/>
                </a:lnTo>
                <a:lnTo>
                  <a:pt x="1790914" y="214875"/>
                </a:lnTo>
                <a:lnTo>
                  <a:pt x="1790228" y="214961"/>
                </a:lnTo>
                <a:lnTo>
                  <a:pt x="1789546" y="215056"/>
                </a:lnTo>
                <a:lnTo>
                  <a:pt x="1788871" y="215161"/>
                </a:lnTo>
                <a:lnTo>
                  <a:pt x="1788200" y="215276"/>
                </a:lnTo>
                <a:lnTo>
                  <a:pt x="1787536" y="215401"/>
                </a:lnTo>
                <a:lnTo>
                  <a:pt x="1786877" y="215536"/>
                </a:lnTo>
                <a:lnTo>
                  <a:pt x="1786223" y="215681"/>
                </a:lnTo>
                <a:lnTo>
                  <a:pt x="1785575" y="215836"/>
                </a:lnTo>
                <a:lnTo>
                  <a:pt x="1784933" y="216002"/>
                </a:lnTo>
                <a:lnTo>
                  <a:pt x="1784296" y="216177"/>
                </a:lnTo>
                <a:lnTo>
                  <a:pt x="1783665" y="216362"/>
                </a:lnTo>
                <a:lnTo>
                  <a:pt x="1783039" y="216557"/>
                </a:lnTo>
                <a:lnTo>
                  <a:pt x="1782419" y="216762"/>
                </a:lnTo>
                <a:lnTo>
                  <a:pt x="1781805" y="216978"/>
                </a:lnTo>
                <a:lnTo>
                  <a:pt x="1781196" y="217203"/>
                </a:lnTo>
                <a:lnTo>
                  <a:pt x="1780592" y="217438"/>
                </a:lnTo>
                <a:lnTo>
                  <a:pt x="1779997" y="217683"/>
                </a:lnTo>
                <a:lnTo>
                  <a:pt x="1779412" y="217939"/>
                </a:lnTo>
                <a:lnTo>
                  <a:pt x="1778838" y="218204"/>
                </a:lnTo>
                <a:lnTo>
                  <a:pt x="1778274" y="218479"/>
                </a:lnTo>
                <a:lnTo>
                  <a:pt x="1777721" y="218765"/>
                </a:lnTo>
                <a:lnTo>
                  <a:pt x="1777179" y="219060"/>
                </a:lnTo>
                <a:lnTo>
                  <a:pt x="1776647" y="219365"/>
                </a:lnTo>
                <a:lnTo>
                  <a:pt x="1776125" y="219680"/>
                </a:lnTo>
                <a:lnTo>
                  <a:pt x="1775615" y="220006"/>
                </a:lnTo>
                <a:lnTo>
                  <a:pt x="1775114" y="220341"/>
                </a:lnTo>
                <a:lnTo>
                  <a:pt x="1774625" y="220687"/>
                </a:lnTo>
                <a:lnTo>
                  <a:pt x="1774146" y="221042"/>
                </a:lnTo>
                <a:lnTo>
                  <a:pt x="1773677" y="221407"/>
                </a:lnTo>
                <a:lnTo>
                  <a:pt x="1773219" y="221783"/>
                </a:lnTo>
                <a:lnTo>
                  <a:pt x="1772772" y="222168"/>
                </a:lnTo>
                <a:lnTo>
                  <a:pt x="1772335" y="222564"/>
                </a:lnTo>
                <a:lnTo>
                  <a:pt x="1771909" y="222969"/>
                </a:lnTo>
                <a:lnTo>
                  <a:pt x="1771493" y="223384"/>
                </a:lnTo>
                <a:lnTo>
                  <a:pt x="1771088" y="223810"/>
                </a:lnTo>
                <a:lnTo>
                  <a:pt x="1770693" y="224245"/>
                </a:lnTo>
                <a:lnTo>
                  <a:pt x="1770309" y="224691"/>
                </a:lnTo>
                <a:lnTo>
                  <a:pt x="1769936" y="225146"/>
                </a:lnTo>
                <a:lnTo>
                  <a:pt x="1769573" y="225612"/>
                </a:lnTo>
                <a:lnTo>
                  <a:pt x="1769220" y="226087"/>
                </a:lnTo>
                <a:lnTo>
                  <a:pt x="1768881" y="226573"/>
                </a:lnTo>
                <a:lnTo>
                  <a:pt x="1768555" y="227071"/>
                </a:lnTo>
                <a:lnTo>
                  <a:pt x="1768244" y="227579"/>
                </a:lnTo>
                <a:lnTo>
                  <a:pt x="1767948" y="228098"/>
                </a:lnTo>
                <a:lnTo>
                  <a:pt x="1767666" y="228629"/>
                </a:lnTo>
                <a:lnTo>
                  <a:pt x="1767398" y="229171"/>
                </a:lnTo>
                <a:lnTo>
                  <a:pt x="1767145" y="229723"/>
                </a:lnTo>
                <a:lnTo>
                  <a:pt x="1766907" y="230287"/>
                </a:lnTo>
                <a:lnTo>
                  <a:pt x="1766683" y="230862"/>
                </a:lnTo>
                <a:lnTo>
                  <a:pt x="1766473" y="231448"/>
                </a:lnTo>
                <a:lnTo>
                  <a:pt x="1766278" y="232046"/>
                </a:lnTo>
                <a:lnTo>
                  <a:pt x="1766097" y="232654"/>
                </a:lnTo>
                <a:lnTo>
                  <a:pt x="1765931" y="233274"/>
                </a:lnTo>
                <a:lnTo>
                  <a:pt x="1765779" y="233904"/>
                </a:lnTo>
                <a:lnTo>
                  <a:pt x="1765642" y="234546"/>
                </a:lnTo>
                <a:lnTo>
                  <a:pt x="1765519" y="235199"/>
                </a:lnTo>
                <a:lnTo>
                  <a:pt x="1765410" y="235863"/>
                </a:lnTo>
                <a:lnTo>
                  <a:pt x="1765316" y="236538"/>
                </a:lnTo>
                <a:lnTo>
                  <a:pt x="1765237" y="237225"/>
                </a:lnTo>
                <a:lnTo>
                  <a:pt x="1765172" y="237922"/>
                </a:lnTo>
                <a:lnTo>
                  <a:pt x="1765121" y="238630"/>
                </a:lnTo>
                <a:lnTo>
                  <a:pt x="1765085" y="239350"/>
                </a:lnTo>
                <a:lnTo>
                  <a:pt x="1765063" y="240081"/>
                </a:lnTo>
                <a:lnTo>
                  <a:pt x="1765056" y="240823"/>
                </a:lnTo>
                <a:lnTo>
                  <a:pt x="1765056" y="249312"/>
                </a:lnTo>
                <a:lnTo>
                  <a:pt x="1742152" y="249312"/>
                </a:lnTo>
                <a:lnTo>
                  <a:pt x="1742152" y="261805"/>
                </a:lnTo>
                <a:lnTo>
                  <a:pt x="1765056" y="261805"/>
                </a:lnTo>
                <a:lnTo>
                  <a:pt x="1765056" y="318825"/>
                </a:lnTo>
                <a:lnTo>
                  <a:pt x="1741992" y="318825"/>
                </a:lnTo>
                <a:lnTo>
                  <a:pt x="1741992" y="331158"/>
                </a:lnTo>
                <a:lnTo>
                  <a:pt x="1765056" y="331158"/>
                </a:lnTo>
                <a:lnTo>
                  <a:pt x="1781233" y="331158"/>
                </a:lnTo>
                <a:lnTo>
                  <a:pt x="1814708" y="331158"/>
                </a:lnTo>
                <a:lnTo>
                  <a:pt x="1814708" y="318825"/>
                </a:lnTo>
                <a:lnTo>
                  <a:pt x="1781233" y="318825"/>
                </a:lnTo>
                <a:lnTo>
                  <a:pt x="1781233" y="261805"/>
                </a:lnTo>
                <a:lnTo>
                  <a:pt x="1813747" y="261805"/>
                </a:lnTo>
                <a:lnTo>
                  <a:pt x="1813747" y="249312"/>
                </a:lnTo>
                <a:lnTo>
                  <a:pt x="1781233" y="249312"/>
                </a:lnTo>
                <a:lnTo>
                  <a:pt x="1781233" y="242264"/>
                </a:lnTo>
                <a:close/>
                <a:moveTo>
                  <a:pt x="1470410" y="278803"/>
                </a:moveTo>
                <a:lnTo>
                  <a:pt x="1470440" y="278338"/>
                </a:lnTo>
                <a:lnTo>
                  <a:pt x="1470477" y="277877"/>
                </a:lnTo>
                <a:lnTo>
                  <a:pt x="1470523" y="277421"/>
                </a:lnTo>
                <a:lnTo>
                  <a:pt x="1470577" y="276970"/>
                </a:lnTo>
                <a:lnTo>
                  <a:pt x="1470640" y="276523"/>
                </a:lnTo>
                <a:lnTo>
                  <a:pt x="1470711" y="276080"/>
                </a:lnTo>
                <a:lnTo>
                  <a:pt x="1470790" y="275642"/>
                </a:lnTo>
                <a:lnTo>
                  <a:pt x="1470878" y="275208"/>
                </a:lnTo>
                <a:lnTo>
                  <a:pt x="1470973" y="274779"/>
                </a:lnTo>
                <a:lnTo>
                  <a:pt x="1471078" y="274354"/>
                </a:lnTo>
                <a:lnTo>
                  <a:pt x="1471190" y="273933"/>
                </a:lnTo>
                <a:lnTo>
                  <a:pt x="1471311" y="273517"/>
                </a:lnTo>
                <a:lnTo>
                  <a:pt x="1471441" y="273106"/>
                </a:lnTo>
                <a:lnTo>
                  <a:pt x="1471578" y="272699"/>
                </a:lnTo>
                <a:lnTo>
                  <a:pt x="1471724" y="272296"/>
                </a:lnTo>
                <a:lnTo>
                  <a:pt x="1471879" y="271898"/>
                </a:lnTo>
                <a:lnTo>
                  <a:pt x="1472041" y="271504"/>
                </a:lnTo>
                <a:lnTo>
                  <a:pt x="1472212" y="271115"/>
                </a:lnTo>
                <a:lnTo>
                  <a:pt x="1472392" y="270730"/>
                </a:lnTo>
                <a:lnTo>
                  <a:pt x="1472579" y="270349"/>
                </a:lnTo>
                <a:lnTo>
                  <a:pt x="1472775" y="269974"/>
                </a:lnTo>
                <a:lnTo>
                  <a:pt x="1472992" y="269590"/>
                </a:lnTo>
                <a:lnTo>
                  <a:pt x="1473216" y="269214"/>
                </a:lnTo>
                <a:lnTo>
                  <a:pt x="1473446" y="268845"/>
                </a:lnTo>
                <a:lnTo>
                  <a:pt x="1473683" y="268483"/>
                </a:lnTo>
                <a:lnTo>
                  <a:pt x="1473926" y="268129"/>
                </a:lnTo>
                <a:lnTo>
                  <a:pt x="1474177" y="267781"/>
                </a:lnTo>
                <a:lnTo>
                  <a:pt x="1474434" y="267441"/>
                </a:lnTo>
                <a:lnTo>
                  <a:pt x="1474697" y="267108"/>
                </a:lnTo>
                <a:lnTo>
                  <a:pt x="1474968" y="266783"/>
                </a:lnTo>
                <a:lnTo>
                  <a:pt x="1475245" y="266464"/>
                </a:lnTo>
                <a:lnTo>
                  <a:pt x="1475528" y="266153"/>
                </a:lnTo>
                <a:lnTo>
                  <a:pt x="1475819" y="265849"/>
                </a:lnTo>
                <a:lnTo>
                  <a:pt x="1476116" y="265552"/>
                </a:lnTo>
                <a:lnTo>
                  <a:pt x="1476419" y="265263"/>
                </a:lnTo>
                <a:lnTo>
                  <a:pt x="1476730" y="264981"/>
                </a:lnTo>
                <a:lnTo>
                  <a:pt x="1477047" y="264706"/>
                </a:lnTo>
                <a:lnTo>
                  <a:pt x="1477370" y="264438"/>
                </a:lnTo>
                <a:lnTo>
                  <a:pt x="1477701" y="264177"/>
                </a:lnTo>
                <a:lnTo>
                  <a:pt x="1478038" y="263924"/>
                </a:lnTo>
                <a:lnTo>
                  <a:pt x="1478381" y="263678"/>
                </a:lnTo>
                <a:lnTo>
                  <a:pt x="1478732" y="263439"/>
                </a:lnTo>
                <a:lnTo>
                  <a:pt x="1479089" y="263208"/>
                </a:lnTo>
                <a:lnTo>
                  <a:pt x="1479452" y="262983"/>
                </a:lnTo>
                <a:lnTo>
                  <a:pt x="1479823" y="262766"/>
                </a:lnTo>
                <a:lnTo>
                  <a:pt x="1480198" y="262544"/>
                </a:lnTo>
                <a:lnTo>
                  <a:pt x="1480577" y="262331"/>
                </a:lnTo>
                <a:lnTo>
                  <a:pt x="1480959" y="262128"/>
                </a:lnTo>
                <a:lnTo>
                  <a:pt x="1481344" y="261934"/>
                </a:lnTo>
                <a:lnTo>
                  <a:pt x="1481733" y="261750"/>
                </a:lnTo>
                <a:lnTo>
                  <a:pt x="1482125" y="261575"/>
                </a:lnTo>
                <a:lnTo>
                  <a:pt x="1482521" y="261409"/>
                </a:lnTo>
                <a:lnTo>
                  <a:pt x="1482919" y="261253"/>
                </a:lnTo>
                <a:lnTo>
                  <a:pt x="1483321" y="261107"/>
                </a:lnTo>
                <a:lnTo>
                  <a:pt x="1483727" y="260970"/>
                </a:lnTo>
                <a:lnTo>
                  <a:pt x="1484136" y="260842"/>
                </a:lnTo>
                <a:lnTo>
                  <a:pt x="1484548" y="260724"/>
                </a:lnTo>
                <a:lnTo>
                  <a:pt x="1484963" y="260615"/>
                </a:lnTo>
                <a:lnTo>
                  <a:pt x="1485382" y="260516"/>
                </a:lnTo>
                <a:lnTo>
                  <a:pt x="1485804" y="260426"/>
                </a:lnTo>
                <a:lnTo>
                  <a:pt x="1486229" y="260346"/>
                </a:lnTo>
                <a:lnTo>
                  <a:pt x="1486658" y="260275"/>
                </a:lnTo>
                <a:lnTo>
                  <a:pt x="1487090" y="260213"/>
                </a:lnTo>
                <a:lnTo>
                  <a:pt x="1487526" y="260161"/>
                </a:lnTo>
                <a:lnTo>
                  <a:pt x="1487965" y="260119"/>
                </a:lnTo>
                <a:lnTo>
                  <a:pt x="1488407" y="260086"/>
                </a:lnTo>
                <a:lnTo>
                  <a:pt x="1488852" y="260062"/>
                </a:lnTo>
                <a:lnTo>
                  <a:pt x="1489301" y="260048"/>
                </a:lnTo>
                <a:lnTo>
                  <a:pt x="1489753" y="260043"/>
                </a:lnTo>
                <a:lnTo>
                  <a:pt x="1490441" y="260052"/>
                </a:lnTo>
                <a:lnTo>
                  <a:pt x="1491117" y="260079"/>
                </a:lnTo>
                <a:lnTo>
                  <a:pt x="1491780" y="260123"/>
                </a:lnTo>
                <a:lnTo>
                  <a:pt x="1492432" y="260185"/>
                </a:lnTo>
                <a:lnTo>
                  <a:pt x="1493071" y="260265"/>
                </a:lnTo>
                <a:lnTo>
                  <a:pt x="1493697" y="260363"/>
                </a:lnTo>
                <a:lnTo>
                  <a:pt x="1494312" y="260479"/>
                </a:lnTo>
                <a:lnTo>
                  <a:pt x="1494914" y="260613"/>
                </a:lnTo>
                <a:lnTo>
                  <a:pt x="1495504" y="260764"/>
                </a:lnTo>
                <a:lnTo>
                  <a:pt x="1496082" y="260933"/>
                </a:lnTo>
                <a:lnTo>
                  <a:pt x="1496648" y="261120"/>
                </a:lnTo>
                <a:lnTo>
                  <a:pt x="1497201" y="261324"/>
                </a:lnTo>
                <a:lnTo>
                  <a:pt x="1497742" y="261547"/>
                </a:lnTo>
                <a:lnTo>
                  <a:pt x="1498271" y="261787"/>
                </a:lnTo>
                <a:lnTo>
                  <a:pt x="1498788" y="262045"/>
                </a:lnTo>
                <a:lnTo>
                  <a:pt x="1499292" y="262321"/>
                </a:lnTo>
                <a:lnTo>
                  <a:pt x="1499784" y="262615"/>
                </a:lnTo>
                <a:lnTo>
                  <a:pt x="1500264" y="262926"/>
                </a:lnTo>
                <a:lnTo>
                  <a:pt x="1500732" y="263255"/>
                </a:lnTo>
                <a:lnTo>
                  <a:pt x="1501187" y="263602"/>
                </a:lnTo>
                <a:lnTo>
                  <a:pt x="1501631" y="263967"/>
                </a:lnTo>
                <a:lnTo>
                  <a:pt x="1502062" y="264350"/>
                </a:lnTo>
                <a:lnTo>
                  <a:pt x="1502481" y="264750"/>
                </a:lnTo>
                <a:lnTo>
                  <a:pt x="1502887" y="265168"/>
                </a:lnTo>
                <a:lnTo>
                  <a:pt x="1503279" y="265591"/>
                </a:lnTo>
                <a:lnTo>
                  <a:pt x="1503655" y="266032"/>
                </a:lnTo>
                <a:lnTo>
                  <a:pt x="1504013" y="266490"/>
                </a:lnTo>
                <a:lnTo>
                  <a:pt x="1504355" y="266966"/>
                </a:lnTo>
                <a:lnTo>
                  <a:pt x="1504681" y="267460"/>
                </a:lnTo>
                <a:lnTo>
                  <a:pt x="1504989" y="267971"/>
                </a:lnTo>
                <a:lnTo>
                  <a:pt x="1505281" y="268501"/>
                </a:lnTo>
                <a:lnTo>
                  <a:pt x="1505557" y="269048"/>
                </a:lnTo>
                <a:lnTo>
                  <a:pt x="1505815" y="269613"/>
                </a:lnTo>
                <a:lnTo>
                  <a:pt x="1506057" y="270196"/>
                </a:lnTo>
                <a:lnTo>
                  <a:pt x="1506282" y="270797"/>
                </a:lnTo>
                <a:lnTo>
                  <a:pt x="1506491" y="271415"/>
                </a:lnTo>
                <a:lnTo>
                  <a:pt x="1506683" y="272051"/>
                </a:lnTo>
                <a:lnTo>
                  <a:pt x="1506858" y="272705"/>
                </a:lnTo>
                <a:lnTo>
                  <a:pt x="1507016" y="273377"/>
                </a:lnTo>
                <a:lnTo>
                  <a:pt x="1507158" y="274067"/>
                </a:lnTo>
                <a:lnTo>
                  <a:pt x="1507283" y="274774"/>
                </a:lnTo>
                <a:lnTo>
                  <a:pt x="1507392" y="275499"/>
                </a:lnTo>
                <a:lnTo>
                  <a:pt x="1507484" y="276242"/>
                </a:lnTo>
                <a:lnTo>
                  <a:pt x="1507559" y="277003"/>
                </a:lnTo>
                <a:lnTo>
                  <a:pt x="1507617" y="277782"/>
                </a:lnTo>
                <a:lnTo>
                  <a:pt x="1507659" y="278578"/>
                </a:lnTo>
                <a:lnTo>
                  <a:pt x="1507684" y="279392"/>
                </a:lnTo>
                <a:lnTo>
                  <a:pt x="1507692" y="280224"/>
                </a:lnTo>
                <a:lnTo>
                  <a:pt x="1507692" y="331158"/>
                </a:lnTo>
                <a:lnTo>
                  <a:pt x="1523709" y="331158"/>
                </a:lnTo>
                <a:lnTo>
                  <a:pt x="1523709" y="276701"/>
                </a:lnTo>
                <a:lnTo>
                  <a:pt x="1523703" y="275892"/>
                </a:lnTo>
                <a:lnTo>
                  <a:pt x="1523683" y="275096"/>
                </a:lnTo>
                <a:lnTo>
                  <a:pt x="1523651" y="274311"/>
                </a:lnTo>
                <a:lnTo>
                  <a:pt x="1523607" y="273537"/>
                </a:lnTo>
                <a:lnTo>
                  <a:pt x="1523549" y="272776"/>
                </a:lnTo>
                <a:lnTo>
                  <a:pt x="1523479" y="272026"/>
                </a:lnTo>
                <a:lnTo>
                  <a:pt x="1523396" y="271287"/>
                </a:lnTo>
                <a:lnTo>
                  <a:pt x="1523300" y="270561"/>
                </a:lnTo>
                <a:lnTo>
                  <a:pt x="1523191" y="269846"/>
                </a:lnTo>
                <a:lnTo>
                  <a:pt x="1523069" y="269143"/>
                </a:lnTo>
                <a:lnTo>
                  <a:pt x="1522935" y="268451"/>
                </a:lnTo>
                <a:lnTo>
                  <a:pt x="1522788" y="267771"/>
                </a:lnTo>
                <a:lnTo>
                  <a:pt x="1522628" y="267103"/>
                </a:lnTo>
                <a:lnTo>
                  <a:pt x="1522455" y="266446"/>
                </a:lnTo>
                <a:lnTo>
                  <a:pt x="1522270" y="265802"/>
                </a:lnTo>
                <a:lnTo>
                  <a:pt x="1522072" y="265168"/>
                </a:lnTo>
                <a:lnTo>
                  <a:pt x="1521861" y="264547"/>
                </a:lnTo>
                <a:lnTo>
                  <a:pt x="1521637" y="263937"/>
                </a:lnTo>
                <a:lnTo>
                  <a:pt x="1521400" y="263339"/>
                </a:lnTo>
                <a:lnTo>
                  <a:pt x="1521151" y="262753"/>
                </a:lnTo>
                <a:lnTo>
                  <a:pt x="1520888" y="262178"/>
                </a:lnTo>
                <a:lnTo>
                  <a:pt x="1520613" y="261615"/>
                </a:lnTo>
                <a:lnTo>
                  <a:pt x="1520326" y="261063"/>
                </a:lnTo>
                <a:lnTo>
                  <a:pt x="1520025" y="260524"/>
                </a:lnTo>
                <a:lnTo>
                  <a:pt x="1519713" y="259995"/>
                </a:lnTo>
                <a:lnTo>
                  <a:pt x="1519391" y="259478"/>
                </a:lnTo>
                <a:lnTo>
                  <a:pt x="1519059" y="258972"/>
                </a:lnTo>
                <a:lnTo>
                  <a:pt x="1518717" y="258477"/>
                </a:lnTo>
                <a:lnTo>
                  <a:pt x="1518365" y="257993"/>
                </a:lnTo>
                <a:lnTo>
                  <a:pt x="1518003" y="257520"/>
                </a:lnTo>
                <a:lnTo>
                  <a:pt x="1517631" y="257059"/>
                </a:lnTo>
                <a:lnTo>
                  <a:pt x="1517249" y="256608"/>
                </a:lnTo>
                <a:lnTo>
                  <a:pt x="1516857" y="256169"/>
                </a:lnTo>
                <a:lnTo>
                  <a:pt x="1516455" y="255741"/>
                </a:lnTo>
                <a:lnTo>
                  <a:pt x="1516043" y="255324"/>
                </a:lnTo>
                <a:lnTo>
                  <a:pt x="1515621" y="254918"/>
                </a:lnTo>
                <a:lnTo>
                  <a:pt x="1515188" y="254523"/>
                </a:lnTo>
                <a:lnTo>
                  <a:pt x="1514746" y="254139"/>
                </a:lnTo>
                <a:lnTo>
                  <a:pt x="1514294" y="253766"/>
                </a:lnTo>
                <a:lnTo>
                  <a:pt x="1513832" y="253405"/>
                </a:lnTo>
                <a:lnTo>
                  <a:pt x="1513360" y="253055"/>
                </a:lnTo>
                <a:lnTo>
                  <a:pt x="1512878" y="252715"/>
                </a:lnTo>
                <a:lnTo>
                  <a:pt x="1512385" y="252387"/>
                </a:lnTo>
                <a:lnTo>
                  <a:pt x="1511883" y="252070"/>
                </a:lnTo>
                <a:lnTo>
                  <a:pt x="1511371" y="251764"/>
                </a:lnTo>
                <a:lnTo>
                  <a:pt x="1510849" y="251470"/>
                </a:lnTo>
                <a:lnTo>
                  <a:pt x="1510317" y="251186"/>
                </a:lnTo>
                <a:lnTo>
                  <a:pt x="1509774" y="250913"/>
                </a:lnTo>
                <a:lnTo>
                  <a:pt x="1509237" y="250652"/>
                </a:lnTo>
                <a:lnTo>
                  <a:pt x="1508694" y="250402"/>
                </a:lnTo>
                <a:lnTo>
                  <a:pt x="1508145" y="250163"/>
                </a:lnTo>
                <a:lnTo>
                  <a:pt x="1507590" y="249935"/>
                </a:lnTo>
                <a:lnTo>
                  <a:pt x="1507028" y="249718"/>
                </a:lnTo>
                <a:lnTo>
                  <a:pt x="1506461" y="249512"/>
                </a:lnTo>
                <a:lnTo>
                  <a:pt x="1505887" y="249317"/>
                </a:lnTo>
                <a:lnTo>
                  <a:pt x="1505307" y="249134"/>
                </a:lnTo>
                <a:lnTo>
                  <a:pt x="1504722" y="248961"/>
                </a:lnTo>
                <a:lnTo>
                  <a:pt x="1504130" y="248800"/>
                </a:lnTo>
                <a:lnTo>
                  <a:pt x="1503531" y="248650"/>
                </a:lnTo>
                <a:lnTo>
                  <a:pt x="1502927" y="248511"/>
                </a:lnTo>
                <a:lnTo>
                  <a:pt x="1502317" y="248383"/>
                </a:lnTo>
                <a:lnTo>
                  <a:pt x="1501700" y="248266"/>
                </a:lnTo>
                <a:lnTo>
                  <a:pt x="1501078" y="248161"/>
                </a:lnTo>
                <a:lnTo>
                  <a:pt x="1500449" y="248066"/>
                </a:lnTo>
                <a:lnTo>
                  <a:pt x="1499814" y="247983"/>
                </a:lnTo>
                <a:lnTo>
                  <a:pt x="1499173" y="247910"/>
                </a:lnTo>
                <a:lnTo>
                  <a:pt x="1498526" y="247849"/>
                </a:lnTo>
                <a:lnTo>
                  <a:pt x="1497873" y="247799"/>
                </a:lnTo>
                <a:lnTo>
                  <a:pt x="1497214" y="247760"/>
                </a:lnTo>
                <a:lnTo>
                  <a:pt x="1496548" y="247732"/>
                </a:lnTo>
                <a:lnTo>
                  <a:pt x="1495877" y="247716"/>
                </a:lnTo>
                <a:lnTo>
                  <a:pt x="1495199" y="247710"/>
                </a:lnTo>
                <a:lnTo>
                  <a:pt x="1494599" y="247716"/>
                </a:lnTo>
                <a:lnTo>
                  <a:pt x="1494001" y="247732"/>
                </a:lnTo>
                <a:lnTo>
                  <a:pt x="1493405" y="247760"/>
                </a:lnTo>
                <a:lnTo>
                  <a:pt x="1492810" y="247799"/>
                </a:lnTo>
                <a:lnTo>
                  <a:pt x="1492217" y="247849"/>
                </a:lnTo>
                <a:lnTo>
                  <a:pt x="1491625" y="247910"/>
                </a:lnTo>
                <a:lnTo>
                  <a:pt x="1491035" y="247983"/>
                </a:lnTo>
                <a:lnTo>
                  <a:pt x="1490447" y="248066"/>
                </a:lnTo>
                <a:lnTo>
                  <a:pt x="1489861" y="248161"/>
                </a:lnTo>
                <a:lnTo>
                  <a:pt x="1489276" y="248266"/>
                </a:lnTo>
                <a:lnTo>
                  <a:pt x="1488693" y="248383"/>
                </a:lnTo>
                <a:lnTo>
                  <a:pt x="1488112" y="248511"/>
                </a:lnTo>
                <a:lnTo>
                  <a:pt x="1487532" y="248650"/>
                </a:lnTo>
                <a:lnTo>
                  <a:pt x="1486954" y="248800"/>
                </a:lnTo>
                <a:lnTo>
                  <a:pt x="1486377" y="248961"/>
                </a:lnTo>
                <a:lnTo>
                  <a:pt x="1485802" y="249134"/>
                </a:lnTo>
                <a:lnTo>
                  <a:pt x="1485229" y="249317"/>
                </a:lnTo>
                <a:lnTo>
                  <a:pt x="1484658" y="249512"/>
                </a:lnTo>
                <a:lnTo>
                  <a:pt x="1484088" y="249718"/>
                </a:lnTo>
                <a:lnTo>
                  <a:pt x="1483520" y="249935"/>
                </a:lnTo>
                <a:lnTo>
                  <a:pt x="1482954" y="250163"/>
                </a:lnTo>
                <a:lnTo>
                  <a:pt x="1482389" y="250402"/>
                </a:lnTo>
                <a:lnTo>
                  <a:pt x="1481826" y="250652"/>
                </a:lnTo>
                <a:lnTo>
                  <a:pt x="1481264" y="250913"/>
                </a:lnTo>
                <a:lnTo>
                  <a:pt x="1480708" y="251173"/>
                </a:lnTo>
                <a:lnTo>
                  <a:pt x="1480161" y="251443"/>
                </a:lnTo>
                <a:lnTo>
                  <a:pt x="1479623" y="251724"/>
                </a:lnTo>
                <a:lnTo>
                  <a:pt x="1479093" y="252017"/>
                </a:lnTo>
                <a:lnTo>
                  <a:pt x="1478573" y="252320"/>
                </a:lnTo>
                <a:lnTo>
                  <a:pt x="1478061" y="252635"/>
                </a:lnTo>
                <a:lnTo>
                  <a:pt x="1477558" y="252961"/>
                </a:lnTo>
                <a:lnTo>
                  <a:pt x="1477064" y="253298"/>
                </a:lnTo>
                <a:lnTo>
                  <a:pt x="1476579" y="253646"/>
                </a:lnTo>
                <a:lnTo>
                  <a:pt x="1476103" y="254006"/>
                </a:lnTo>
                <a:lnTo>
                  <a:pt x="1475636" y="254376"/>
                </a:lnTo>
                <a:lnTo>
                  <a:pt x="1475178" y="254757"/>
                </a:lnTo>
                <a:lnTo>
                  <a:pt x="1474729" y="255150"/>
                </a:lnTo>
                <a:lnTo>
                  <a:pt x="1474288" y="255554"/>
                </a:lnTo>
                <a:lnTo>
                  <a:pt x="1473856" y="255969"/>
                </a:lnTo>
                <a:lnTo>
                  <a:pt x="1473434" y="256395"/>
                </a:lnTo>
                <a:lnTo>
                  <a:pt x="1473020" y="256832"/>
                </a:lnTo>
                <a:lnTo>
                  <a:pt x="1472615" y="257280"/>
                </a:lnTo>
                <a:lnTo>
                  <a:pt x="1472219" y="257740"/>
                </a:lnTo>
                <a:lnTo>
                  <a:pt x="1471832" y="258210"/>
                </a:lnTo>
                <a:lnTo>
                  <a:pt x="1471454" y="258692"/>
                </a:lnTo>
                <a:lnTo>
                  <a:pt x="1471085" y="259184"/>
                </a:lnTo>
                <a:lnTo>
                  <a:pt x="1470724" y="259688"/>
                </a:lnTo>
                <a:lnTo>
                  <a:pt x="1470373" y="260203"/>
                </a:lnTo>
                <a:lnTo>
                  <a:pt x="1470373" y="215836"/>
                </a:lnTo>
                <a:lnTo>
                  <a:pt x="1454356" y="215836"/>
                </a:lnTo>
                <a:lnTo>
                  <a:pt x="1454356" y="331158"/>
                </a:lnTo>
                <a:lnTo>
                  <a:pt x="1470373" y="331158"/>
                </a:lnTo>
                <a:lnTo>
                  <a:pt x="1470373" y="280224"/>
                </a:lnTo>
                <a:lnTo>
                  <a:pt x="1470377" y="279746"/>
                </a:lnTo>
                <a:lnTo>
                  <a:pt x="1470390" y="279272"/>
                </a:lnTo>
                <a:lnTo>
                  <a:pt x="1470410" y="278803"/>
                </a:lnTo>
                <a:close/>
                <a:moveTo>
                  <a:pt x="1122336" y="332680"/>
                </a:moveTo>
                <a:lnTo>
                  <a:pt x="1122830" y="332651"/>
                </a:lnTo>
                <a:lnTo>
                  <a:pt x="1123324" y="332617"/>
                </a:lnTo>
                <a:lnTo>
                  <a:pt x="1123817" y="332580"/>
                </a:lnTo>
                <a:lnTo>
                  <a:pt x="1124311" y="332537"/>
                </a:lnTo>
                <a:lnTo>
                  <a:pt x="1124805" y="332491"/>
                </a:lnTo>
                <a:lnTo>
                  <a:pt x="1125299" y="332439"/>
                </a:lnTo>
                <a:lnTo>
                  <a:pt x="1125793" y="332384"/>
                </a:lnTo>
                <a:lnTo>
                  <a:pt x="1126287" y="332324"/>
                </a:lnTo>
                <a:lnTo>
                  <a:pt x="1126781" y="332259"/>
                </a:lnTo>
                <a:lnTo>
                  <a:pt x="1127274" y="332190"/>
                </a:lnTo>
                <a:lnTo>
                  <a:pt x="1127768" y="332117"/>
                </a:lnTo>
                <a:lnTo>
                  <a:pt x="1128262" y="332039"/>
                </a:lnTo>
                <a:lnTo>
                  <a:pt x="1128756" y="331957"/>
                </a:lnTo>
                <a:lnTo>
                  <a:pt x="1129250" y="331870"/>
                </a:lnTo>
                <a:lnTo>
                  <a:pt x="1129744" y="331779"/>
                </a:lnTo>
                <a:lnTo>
                  <a:pt x="1130238" y="331683"/>
                </a:lnTo>
                <a:lnTo>
                  <a:pt x="1130731" y="331583"/>
                </a:lnTo>
                <a:lnTo>
                  <a:pt x="1131225" y="331478"/>
                </a:lnTo>
                <a:lnTo>
                  <a:pt x="1131715" y="331383"/>
                </a:lnTo>
                <a:lnTo>
                  <a:pt x="1132198" y="331284"/>
                </a:lnTo>
                <a:lnTo>
                  <a:pt x="1132674" y="331181"/>
                </a:lnTo>
                <a:lnTo>
                  <a:pt x="1133143" y="331074"/>
                </a:lnTo>
                <a:lnTo>
                  <a:pt x="1133604" y="330963"/>
                </a:lnTo>
                <a:lnTo>
                  <a:pt x="1134058" y="330848"/>
                </a:lnTo>
                <a:lnTo>
                  <a:pt x="1134505" y="330729"/>
                </a:lnTo>
                <a:lnTo>
                  <a:pt x="1134945" y="330606"/>
                </a:lnTo>
                <a:lnTo>
                  <a:pt x="1135377" y="330480"/>
                </a:lnTo>
                <a:lnTo>
                  <a:pt x="1135802" y="330349"/>
                </a:lnTo>
                <a:lnTo>
                  <a:pt x="1136220" y="330215"/>
                </a:lnTo>
                <a:lnTo>
                  <a:pt x="1136631" y="330077"/>
                </a:lnTo>
                <a:lnTo>
                  <a:pt x="1137034" y="329935"/>
                </a:lnTo>
                <a:lnTo>
                  <a:pt x="1137431" y="329789"/>
                </a:lnTo>
                <a:lnTo>
                  <a:pt x="1137820" y="329639"/>
                </a:lnTo>
                <a:lnTo>
                  <a:pt x="1138201" y="329485"/>
                </a:lnTo>
                <a:lnTo>
                  <a:pt x="1138576" y="329328"/>
                </a:lnTo>
                <a:lnTo>
                  <a:pt x="1138943" y="329166"/>
                </a:lnTo>
                <a:lnTo>
                  <a:pt x="1139303" y="329000"/>
                </a:lnTo>
                <a:lnTo>
                  <a:pt x="1139656" y="328831"/>
                </a:lnTo>
                <a:lnTo>
                  <a:pt x="1140002" y="328658"/>
                </a:lnTo>
                <a:lnTo>
                  <a:pt x="1140340" y="328481"/>
                </a:lnTo>
                <a:lnTo>
                  <a:pt x="1140672" y="328300"/>
                </a:lnTo>
                <a:lnTo>
                  <a:pt x="1140996" y="328115"/>
                </a:lnTo>
                <a:lnTo>
                  <a:pt x="1140996" y="315782"/>
                </a:lnTo>
                <a:lnTo>
                  <a:pt x="1140713" y="315915"/>
                </a:lnTo>
                <a:lnTo>
                  <a:pt x="1140427" y="316048"/>
                </a:lnTo>
                <a:lnTo>
                  <a:pt x="1140137" y="316180"/>
                </a:lnTo>
                <a:lnTo>
                  <a:pt x="1139843" y="316311"/>
                </a:lnTo>
                <a:lnTo>
                  <a:pt x="1139545" y="316442"/>
                </a:lnTo>
                <a:lnTo>
                  <a:pt x="1139244" y="316573"/>
                </a:lnTo>
                <a:lnTo>
                  <a:pt x="1138938" y="316703"/>
                </a:lnTo>
                <a:lnTo>
                  <a:pt x="1138629" y="316832"/>
                </a:lnTo>
                <a:lnTo>
                  <a:pt x="1138315" y="316961"/>
                </a:lnTo>
                <a:lnTo>
                  <a:pt x="1137998" y="317089"/>
                </a:lnTo>
                <a:lnTo>
                  <a:pt x="1137677" y="317216"/>
                </a:lnTo>
                <a:lnTo>
                  <a:pt x="1137352" y="317344"/>
                </a:lnTo>
                <a:lnTo>
                  <a:pt x="1137023" y="317470"/>
                </a:lnTo>
                <a:lnTo>
                  <a:pt x="1136690" y="317596"/>
                </a:lnTo>
                <a:lnTo>
                  <a:pt x="1136353" y="317721"/>
                </a:lnTo>
                <a:lnTo>
                  <a:pt x="1136013" y="317846"/>
                </a:lnTo>
                <a:lnTo>
                  <a:pt x="1135668" y="317971"/>
                </a:lnTo>
                <a:lnTo>
                  <a:pt x="1135320" y="318094"/>
                </a:lnTo>
                <a:lnTo>
                  <a:pt x="1134967" y="318217"/>
                </a:lnTo>
                <a:lnTo>
                  <a:pt x="1134611" y="318340"/>
                </a:lnTo>
                <a:lnTo>
                  <a:pt x="1134251" y="318462"/>
                </a:lnTo>
                <a:lnTo>
                  <a:pt x="1133887" y="318584"/>
                </a:lnTo>
                <a:lnTo>
                  <a:pt x="1133519" y="318705"/>
                </a:lnTo>
                <a:lnTo>
                  <a:pt x="1133147" y="318825"/>
                </a:lnTo>
                <a:lnTo>
                  <a:pt x="1132785" y="318930"/>
                </a:lnTo>
                <a:lnTo>
                  <a:pt x="1132421" y="319030"/>
                </a:lnTo>
                <a:lnTo>
                  <a:pt x="1132054" y="319125"/>
                </a:lnTo>
                <a:lnTo>
                  <a:pt x="1131683" y="319217"/>
                </a:lnTo>
                <a:lnTo>
                  <a:pt x="1131311" y="319303"/>
                </a:lnTo>
                <a:lnTo>
                  <a:pt x="1130935" y="319386"/>
                </a:lnTo>
                <a:lnTo>
                  <a:pt x="1130556" y="319463"/>
                </a:lnTo>
                <a:lnTo>
                  <a:pt x="1130175" y="319537"/>
                </a:lnTo>
                <a:lnTo>
                  <a:pt x="1129791" y="319606"/>
                </a:lnTo>
                <a:lnTo>
                  <a:pt x="1129404" y="319670"/>
                </a:lnTo>
                <a:lnTo>
                  <a:pt x="1129015" y="319730"/>
                </a:lnTo>
                <a:lnTo>
                  <a:pt x="1128622" y="319786"/>
                </a:lnTo>
                <a:lnTo>
                  <a:pt x="1128227" y="319837"/>
                </a:lnTo>
                <a:lnTo>
                  <a:pt x="1127829" y="319884"/>
                </a:lnTo>
                <a:lnTo>
                  <a:pt x="1127429" y="319926"/>
                </a:lnTo>
                <a:lnTo>
                  <a:pt x="1127025" y="319964"/>
                </a:lnTo>
                <a:lnTo>
                  <a:pt x="1126619" y="319997"/>
                </a:lnTo>
                <a:lnTo>
                  <a:pt x="1126210" y="320026"/>
                </a:lnTo>
                <a:lnTo>
                  <a:pt x="1125798" y="320051"/>
                </a:lnTo>
                <a:lnTo>
                  <a:pt x="1125384" y="320071"/>
                </a:lnTo>
                <a:lnTo>
                  <a:pt x="1124966" y="320086"/>
                </a:lnTo>
                <a:lnTo>
                  <a:pt x="1124546" y="320098"/>
                </a:lnTo>
                <a:lnTo>
                  <a:pt x="1124123" y="320104"/>
                </a:lnTo>
                <a:lnTo>
                  <a:pt x="1123697" y="320106"/>
                </a:lnTo>
                <a:lnTo>
                  <a:pt x="1123154" y="320104"/>
                </a:lnTo>
                <a:lnTo>
                  <a:pt x="1122618" y="320095"/>
                </a:lnTo>
                <a:lnTo>
                  <a:pt x="1122091" y="320081"/>
                </a:lnTo>
                <a:lnTo>
                  <a:pt x="1121571" y="320062"/>
                </a:lnTo>
                <a:lnTo>
                  <a:pt x="1121058" y="320037"/>
                </a:lnTo>
                <a:lnTo>
                  <a:pt x="1120554" y="320006"/>
                </a:lnTo>
                <a:lnTo>
                  <a:pt x="1120057" y="319970"/>
                </a:lnTo>
                <a:lnTo>
                  <a:pt x="1119569" y="319928"/>
                </a:lnTo>
                <a:lnTo>
                  <a:pt x="1119087" y="319881"/>
                </a:lnTo>
                <a:lnTo>
                  <a:pt x="1118614" y="319828"/>
                </a:lnTo>
                <a:lnTo>
                  <a:pt x="1118149" y="319770"/>
                </a:lnTo>
                <a:lnTo>
                  <a:pt x="1117691" y="319706"/>
                </a:lnTo>
                <a:lnTo>
                  <a:pt x="1117241" y="319636"/>
                </a:lnTo>
                <a:lnTo>
                  <a:pt x="1116799" y="319561"/>
                </a:lnTo>
                <a:lnTo>
                  <a:pt x="1116365" y="319481"/>
                </a:lnTo>
                <a:lnTo>
                  <a:pt x="1115938" y="319395"/>
                </a:lnTo>
                <a:lnTo>
                  <a:pt x="1115519" y="319303"/>
                </a:lnTo>
                <a:lnTo>
                  <a:pt x="1115108" y="319205"/>
                </a:lnTo>
                <a:lnTo>
                  <a:pt x="1114705" y="319103"/>
                </a:lnTo>
                <a:lnTo>
                  <a:pt x="1114310" y="318994"/>
                </a:lnTo>
                <a:lnTo>
                  <a:pt x="1113922" y="318880"/>
                </a:lnTo>
                <a:lnTo>
                  <a:pt x="1113542" y="318761"/>
                </a:lnTo>
                <a:lnTo>
                  <a:pt x="1113170" y="318635"/>
                </a:lnTo>
                <a:lnTo>
                  <a:pt x="1112806" y="318505"/>
                </a:lnTo>
                <a:lnTo>
                  <a:pt x="1112449" y="318368"/>
                </a:lnTo>
                <a:lnTo>
                  <a:pt x="1112100" y="318224"/>
                </a:lnTo>
                <a:lnTo>
                  <a:pt x="1111757" y="318074"/>
                </a:lnTo>
                <a:lnTo>
                  <a:pt x="1111422" y="317917"/>
                </a:lnTo>
                <a:lnTo>
                  <a:pt x="1111094" y="317754"/>
                </a:lnTo>
                <a:lnTo>
                  <a:pt x="1110774" y="317584"/>
                </a:lnTo>
                <a:lnTo>
                  <a:pt x="1110460" y="317407"/>
                </a:lnTo>
                <a:lnTo>
                  <a:pt x="1110154" y="317223"/>
                </a:lnTo>
                <a:lnTo>
                  <a:pt x="1109855" y="317033"/>
                </a:lnTo>
                <a:lnTo>
                  <a:pt x="1109564" y="316836"/>
                </a:lnTo>
                <a:lnTo>
                  <a:pt x="1109279" y="316633"/>
                </a:lnTo>
                <a:lnTo>
                  <a:pt x="1109002" y="316422"/>
                </a:lnTo>
                <a:lnTo>
                  <a:pt x="1108732" y="316206"/>
                </a:lnTo>
                <a:lnTo>
                  <a:pt x="1108469" y="315982"/>
                </a:lnTo>
                <a:lnTo>
                  <a:pt x="1108213" y="315752"/>
                </a:lnTo>
                <a:lnTo>
                  <a:pt x="1107965" y="315515"/>
                </a:lnTo>
                <a:lnTo>
                  <a:pt x="1107724" y="315271"/>
                </a:lnTo>
                <a:lnTo>
                  <a:pt x="1107490" y="315021"/>
                </a:lnTo>
                <a:lnTo>
                  <a:pt x="1107264" y="314764"/>
                </a:lnTo>
                <a:lnTo>
                  <a:pt x="1107044" y="314500"/>
                </a:lnTo>
                <a:lnTo>
                  <a:pt x="1106832" y="314230"/>
                </a:lnTo>
                <a:lnTo>
                  <a:pt x="1106627" y="313953"/>
                </a:lnTo>
                <a:lnTo>
                  <a:pt x="1106429" y="313670"/>
                </a:lnTo>
                <a:lnTo>
                  <a:pt x="1106239" y="313379"/>
                </a:lnTo>
                <a:lnTo>
                  <a:pt x="1106056" y="313082"/>
                </a:lnTo>
                <a:lnTo>
                  <a:pt x="1105881" y="312779"/>
                </a:lnTo>
                <a:lnTo>
                  <a:pt x="1105713" y="312468"/>
                </a:lnTo>
                <a:lnTo>
                  <a:pt x="1105554" y="312151"/>
                </a:lnTo>
                <a:lnTo>
                  <a:pt x="1105402" y="311828"/>
                </a:lnTo>
                <a:lnTo>
                  <a:pt x="1105258" y="311497"/>
                </a:lnTo>
                <a:lnTo>
                  <a:pt x="1105122" y="311160"/>
                </a:lnTo>
                <a:lnTo>
                  <a:pt x="1104993" y="310817"/>
                </a:lnTo>
                <a:lnTo>
                  <a:pt x="1104872" y="310466"/>
                </a:lnTo>
                <a:lnTo>
                  <a:pt x="1104759" y="310109"/>
                </a:lnTo>
                <a:lnTo>
                  <a:pt x="1104654" y="309745"/>
                </a:lnTo>
                <a:lnTo>
                  <a:pt x="1104557" y="309375"/>
                </a:lnTo>
                <a:lnTo>
                  <a:pt x="1104467" y="308998"/>
                </a:lnTo>
                <a:lnTo>
                  <a:pt x="1104386" y="308614"/>
                </a:lnTo>
                <a:lnTo>
                  <a:pt x="1104312" y="308224"/>
                </a:lnTo>
                <a:lnTo>
                  <a:pt x="1104246" y="307827"/>
                </a:lnTo>
                <a:lnTo>
                  <a:pt x="1104187" y="307423"/>
                </a:lnTo>
                <a:lnTo>
                  <a:pt x="1104137" y="307013"/>
                </a:lnTo>
                <a:lnTo>
                  <a:pt x="1104094" y="306595"/>
                </a:lnTo>
                <a:lnTo>
                  <a:pt x="1104059" y="306172"/>
                </a:lnTo>
                <a:lnTo>
                  <a:pt x="1104031" y="305741"/>
                </a:lnTo>
                <a:lnTo>
                  <a:pt x="1104012" y="305304"/>
                </a:lnTo>
                <a:lnTo>
                  <a:pt x="1104000" y="304860"/>
                </a:lnTo>
                <a:lnTo>
                  <a:pt x="1103996" y="304410"/>
                </a:lnTo>
                <a:lnTo>
                  <a:pt x="1103996" y="261805"/>
                </a:lnTo>
                <a:lnTo>
                  <a:pt x="1140996" y="261805"/>
                </a:lnTo>
                <a:lnTo>
                  <a:pt x="1140996" y="249312"/>
                </a:lnTo>
                <a:lnTo>
                  <a:pt x="1103996" y="249312"/>
                </a:lnTo>
                <a:lnTo>
                  <a:pt x="1103996" y="223204"/>
                </a:lnTo>
                <a:lnTo>
                  <a:pt x="1094066" y="223204"/>
                </a:lnTo>
                <a:lnTo>
                  <a:pt x="1088460" y="249312"/>
                </a:lnTo>
                <a:lnTo>
                  <a:pt x="1064275" y="249312"/>
                </a:lnTo>
                <a:lnTo>
                  <a:pt x="1064275" y="261805"/>
                </a:lnTo>
                <a:lnTo>
                  <a:pt x="1087980" y="261805"/>
                </a:lnTo>
                <a:lnTo>
                  <a:pt x="1087980" y="305691"/>
                </a:lnTo>
                <a:lnTo>
                  <a:pt x="1087994" y="306879"/>
                </a:lnTo>
                <a:lnTo>
                  <a:pt x="1088039" y="308038"/>
                </a:lnTo>
                <a:lnTo>
                  <a:pt x="1088112" y="309170"/>
                </a:lnTo>
                <a:lnTo>
                  <a:pt x="1088215" y="310274"/>
                </a:lnTo>
                <a:lnTo>
                  <a:pt x="1088348" y="311350"/>
                </a:lnTo>
                <a:lnTo>
                  <a:pt x="1088510" y="312398"/>
                </a:lnTo>
                <a:lnTo>
                  <a:pt x="1088702" y="313419"/>
                </a:lnTo>
                <a:lnTo>
                  <a:pt x="1088923" y="314412"/>
                </a:lnTo>
                <a:lnTo>
                  <a:pt x="1089173" y="315376"/>
                </a:lnTo>
                <a:lnTo>
                  <a:pt x="1089453" y="316314"/>
                </a:lnTo>
                <a:lnTo>
                  <a:pt x="1089763" y="317223"/>
                </a:lnTo>
                <a:lnTo>
                  <a:pt x="1090102" y="318104"/>
                </a:lnTo>
                <a:lnTo>
                  <a:pt x="1090470" y="318958"/>
                </a:lnTo>
                <a:lnTo>
                  <a:pt x="1090868" y="319784"/>
                </a:lnTo>
                <a:lnTo>
                  <a:pt x="1091296" y="320582"/>
                </a:lnTo>
                <a:lnTo>
                  <a:pt x="1091753" y="321352"/>
                </a:lnTo>
                <a:lnTo>
                  <a:pt x="1092239" y="322095"/>
                </a:lnTo>
                <a:lnTo>
                  <a:pt x="1092755" y="322809"/>
                </a:lnTo>
                <a:lnTo>
                  <a:pt x="1093300" y="323496"/>
                </a:lnTo>
                <a:lnTo>
                  <a:pt x="1093875" y="324155"/>
                </a:lnTo>
                <a:lnTo>
                  <a:pt x="1094479" y="324786"/>
                </a:lnTo>
                <a:lnTo>
                  <a:pt x="1095113" y="325390"/>
                </a:lnTo>
                <a:lnTo>
                  <a:pt x="1095776" y="325965"/>
                </a:lnTo>
                <a:lnTo>
                  <a:pt x="1096469" y="326513"/>
                </a:lnTo>
                <a:lnTo>
                  <a:pt x="1097186" y="327023"/>
                </a:lnTo>
                <a:lnTo>
                  <a:pt x="1097925" y="327511"/>
                </a:lnTo>
                <a:lnTo>
                  <a:pt x="1098683" y="327977"/>
                </a:lnTo>
                <a:lnTo>
                  <a:pt x="1099463" y="328422"/>
                </a:lnTo>
                <a:lnTo>
                  <a:pt x="1100263" y="328845"/>
                </a:lnTo>
                <a:lnTo>
                  <a:pt x="1101083" y="329246"/>
                </a:lnTo>
                <a:lnTo>
                  <a:pt x="1101925" y="329626"/>
                </a:lnTo>
                <a:lnTo>
                  <a:pt x="1102786" y="329983"/>
                </a:lnTo>
                <a:lnTo>
                  <a:pt x="1103669" y="330320"/>
                </a:lnTo>
                <a:lnTo>
                  <a:pt x="1104572" y="330634"/>
                </a:lnTo>
                <a:lnTo>
                  <a:pt x="1105495" y="330927"/>
                </a:lnTo>
                <a:lnTo>
                  <a:pt x="1106439" y="331198"/>
                </a:lnTo>
                <a:lnTo>
                  <a:pt x="1107404" y="331448"/>
                </a:lnTo>
                <a:lnTo>
                  <a:pt x="1108389" y="331675"/>
                </a:lnTo>
                <a:lnTo>
                  <a:pt x="1109395" y="331881"/>
                </a:lnTo>
                <a:lnTo>
                  <a:pt x="1110421" y="332066"/>
                </a:lnTo>
                <a:lnTo>
                  <a:pt x="1111468" y="332228"/>
                </a:lnTo>
                <a:lnTo>
                  <a:pt x="1112536" y="332369"/>
                </a:lnTo>
                <a:lnTo>
                  <a:pt x="1113624" y="332489"/>
                </a:lnTo>
                <a:lnTo>
                  <a:pt x="1114732" y="332586"/>
                </a:lnTo>
                <a:lnTo>
                  <a:pt x="1115862" y="332662"/>
                </a:lnTo>
                <a:lnTo>
                  <a:pt x="1117011" y="332716"/>
                </a:lnTo>
                <a:lnTo>
                  <a:pt x="1118182" y="332749"/>
                </a:lnTo>
                <a:lnTo>
                  <a:pt x="1119373" y="332760"/>
                </a:lnTo>
                <a:lnTo>
                  <a:pt x="1119867" y="332758"/>
                </a:lnTo>
                <a:lnTo>
                  <a:pt x="1120360" y="332751"/>
                </a:lnTo>
                <a:lnTo>
                  <a:pt x="1120854" y="332740"/>
                </a:lnTo>
                <a:lnTo>
                  <a:pt x="1121348" y="332724"/>
                </a:lnTo>
                <a:lnTo>
                  <a:pt x="1121842" y="332704"/>
                </a:lnTo>
                <a:lnTo>
                  <a:pt x="1122336" y="332680"/>
                </a:lnTo>
                <a:close/>
                <a:moveTo>
                  <a:pt x="1410452" y="332680"/>
                </a:moveTo>
                <a:lnTo>
                  <a:pt x="1410946" y="332651"/>
                </a:lnTo>
                <a:lnTo>
                  <a:pt x="1411440" y="332617"/>
                </a:lnTo>
                <a:lnTo>
                  <a:pt x="1411934" y="332580"/>
                </a:lnTo>
                <a:lnTo>
                  <a:pt x="1412428" y="332537"/>
                </a:lnTo>
                <a:lnTo>
                  <a:pt x="1412921" y="332491"/>
                </a:lnTo>
                <a:lnTo>
                  <a:pt x="1413415" y="332439"/>
                </a:lnTo>
                <a:lnTo>
                  <a:pt x="1413909" y="332384"/>
                </a:lnTo>
                <a:lnTo>
                  <a:pt x="1414403" y="332324"/>
                </a:lnTo>
                <a:lnTo>
                  <a:pt x="1414897" y="332259"/>
                </a:lnTo>
                <a:lnTo>
                  <a:pt x="1415391" y="332190"/>
                </a:lnTo>
                <a:lnTo>
                  <a:pt x="1415884" y="332117"/>
                </a:lnTo>
                <a:lnTo>
                  <a:pt x="1416378" y="332039"/>
                </a:lnTo>
                <a:lnTo>
                  <a:pt x="1416872" y="331957"/>
                </a:lnTo>
                <a:lnTo>
                  <a:pt x="1417366" y="331870"/>
                </a:lnTo>
                <a:lnTo>
                  <a:pt x="1417860" y="331779"/>
                </a:lnTo>
                <a:lnTo>
                  <a:pt x="1418354" y="331683"/>
                </a:lnTo>
                <a:lnTo>
                  <a:pt x="1418848" y="331583"/>
                </a:lnTo>
                <a:lnTo>
                  <a:pt x="1419341" y="331478"/>
                </a:lnTo>
                <a:lnTo>
                  <a:pt x="1419832" y="331383"/>
                </a:lnTo>
                <a:lnTo>
                  <a:pt x="1420315" y="331284"/>
                </a:lnTo>
                <a:lnTo>
                  <a:pt x="1420790" y="331181"/>
                </a:lnTo>
                <a:lnTo>
                  <a:pt x="1421259" y="331074"/>
                </a:lnTo>
                <a:lnTo>
                  <a:pt x="1421720" y="330963"/>
                </a:lnTo>
                <a:lnTo>
                  <a:pt x="1422174" y="330848"/>
                </a:lnTo>
                <a:lnTo>
                  <a:pt x="1422621" y="330729"/>
                </a:lnTo>
                <a:lnTo>
                  <a:pt x="1423061" y="330606"/>
                </a:lnTo>
                <a:lnTo>
                  <a:pt x="1423493" y="330480"/>
                </a:lnTo>
                <a:lnTo>
                  <a:pt x="1423919" y="330349"/>
                </a:lnTo>
                <a:lnTo>
                  <a:pt x="1424336" y="330215"/>
                </a:lnTo>
                <a:lnTo>
                  <a:pt x="1424747" y="330077"/>
                </a:lnTo>
                <a:lnTo>
                  <a:pt x="1425151" y="329935"/>
                </a:lnTo>
                <a:lnTo>
                  <a:pt x="1425547" y="329789"/>
                </a:lnTo>
                <a:lnTo>
                  <a:pt x="1425936" y="329639"/>
                </a:lnTo>
                <a:lnTo>
                  <a:pt x="1426318" y="329485"/>
                </a:lnTo>
                <a:lnTo>
                  <a:pt x="1426692" y="329328"/>
                </a:lnTo>
                <a:lnTo>
                  <a:pt x="1427060" y="329166"/>
                </a:lnTo>
                <a:lnTo>
                  <a:pt x="1427420" y="329000"/>
                </a:lnTo>
                <a:lnTo>
                  <a:pt x="1427773" y="328831"/>
                </a:lnTo>
                <a:lnTo>
                  <a:pt x="1428118" y="328658"/>
                </a:lnTo>
                <a:lnTo>
                  <a:pt x="1428457" y="328481"/>
                </a:lnTo>
                <a:lnTo>
                  <a:pt x="1428788" y="328300"/>
                </a:lnTo>
                <a:lnTo>
                  <a:pt x="1429112" y="328115"/>
                </a:lnTo>
                <a:lnTo>
                  <a:pt x="1429112" y="315782"/>
                </a:lnTo>
                <a:lnTo>
                  <a:pt x="1428830" y="315915"/>
                </a:lnTo>
                <a:lnTo>
                  <a:pt x="1428543" y="316048"/>
                </a:lnTo>
                <a:lnTo>
                  <a:pt x="1428253" y="316180"/>
                </a:lnTo>
                <a:lnTo>
                  <a:pt x="1427959" y="316311"/>
                </a:lnTo>
                <a:lnTo>
                  <a:pt x="1427662" y="316442"/>
                </a:lnTo>
                <a:lnTo>
                  <a:pt x="1427360" y="316573"/>
                </a:lnTo>
                <a:lnTo>
                  <a:pt x="1427054" y="316703"/>
                </a:lnTo>
                <a:lnTo>
                  <a:pt x="1426745" y="316832"/>
                </a:lnTo>
                <a:lnTo>
                  <a:pt x="1426431" y="316961"/>
                </a:lnTo>
                <a:lnTo>
                  <a:pt x="1426114" y="317089"/>
                </a:lnTo>
                <a:lnTo>
                  <a:pt x="1425793" y="317216"/>
                </a:lnTo>
                <a:lnTo>
                  <a:pt x="1425468" y="317344"/>
                </a:lnTo>
                <a:lnTo>
                  <a:pt x="1425139" y="317470"/>
                </a:lnTo>
                <a:lnTo>
                  <a:pt x="1424806" y="317596"/>
                </a:lnTo>
                <a:lnTo>
                  <a:pt x="1424469" y="317721"/>
                </a:lnTo>
                <a:lnTo>
                  <a:pt x="1424129" y="317846"/>
                </a:lnTo>
                <a:lnTo>
                  <a:pt x="1423784" y="317971"/>
                </a:lnTo>
                <a:lnTo>
                  <a:pt x="1423436" y="318094"/>
                </a:lnTo>
                <a:lnTo>
                  <a:pt x="1423084" y="318217"/>
                </a:lnTo>
                <a:lnTo>
                  <a:pt x="1422727" y="318340"/>
                </a:lnTo>
                <a:lnTo>
                  <a:pt x="1422367" y="318462"/>
                </a:lnTo>
                <a:lnTo>
                  <a:pt x="1422003" y="318584"/>
                </a:lnTo>
                <a:lnTo>
                  <a:pt x="1421635" y="318705"/>
                </a:lnTo>
                <a:lnTo>
                  <a:pt x="1421263" y="318825"/>
                </a:lnTo>
                <a:lnTo>
                  <a:pt x="1420902" y="318930"/>
                </a:lnTo>
                <a:lnTo>
                  <a:pt x="1420537" y="319030"/>
                </a:lnTo>
                <a:lnTo>
                  <a:pt x="1420170" y="319125"/>
                </a:lnTo>
                <a:lnTo>
                  <a:pt x="1419800" y="319217"/>
                </a:lnTo>
                <a:lnTo>
                  <a:pt x="1419427" y="319303"/>
                </a:lnTo>
                <a:lnTo>
                  <a:pt x="1419051" y="319386"/>
                </a:lnTo>
                <a:lnTo>
                  <a:pt x="1418673" y="319463"/>
                </a:lnTo>
                <a:lnTo>
                  <a:pt x="1418291" y="319537"/>
                </a:lnTo>
                <a:lnTo>
                  <a:pt x="1417907" y="319606"/>
                </a:lnTo>
                <a:lnTo>
                  <a:pt x="1417521" y="319670"/>
                </a:lnTo>
                <a:lnTo>
                  <a:pt x="1417131" y="319730"/>
                </a:lnTo>
                <a:lnTo>
                  <a:pt x="1416739" y="319786"/>
                </a:lnTo>
                <a:lnTo>
                  <a:pt x="1416344" y="319837"/>
                </a:lnTo>
                <a:lnTo>
                  <a:pt x="1415946" y="319884"/>
                </a:lnTo>
                <a:lnTo>
                  <a:pt x="1415545" y="319926"/>
                </a:lnTo>
                <a:lnTo>
                  <a:pt x="1415141" y="319964"/>
                </a:lnTo>
                <a:lnTo>
                  <a:pt x="1414735" y="319997"/>
                </a:lnTo>
                <a:lnTo>
                  <a:pt x="1414326" y="320026"/>
                </a:lnTo>
                <a:lnTo>
                  <a:pt x="1413914" y="320051"/>
                </a:lnTo>
                <a:lnTo>
                  <a:pt x="1413500" y="320071"/>
                </a:lnTo>
                <a:lnTo>
                  <a:pt x="1413082" y="320086"/>
                </a:lnTo>
                <a:lnTo>
                  <a:pt x="1412662" y="320098"/>
                </a:lnTo>
                <a:lnTo>
                  <a:pt x="1412239" y="320104"/>
                </a:lnTo>
                <a:lnTo>
                  <a:pt x="1411814" y="320106"/>
                </a:lnTo>
                <a:lnTo>
                  <a:pt x="1411270" y="320104"/>
                </a:lnTo>
                <a:lnTo>
                  <a:pt x="1410735" y="320095"/>
                </a:lnTo>
                <a:lnTo>
                  <a:pt x="1410207" y="320081"/>
                </a:lnTo>
                <a:lnTo>
                  <a:pt x="1409687" y="320062"/>
                </a:lnTo>
                <a:lnTo>
                  <a:pt x="1409175" y="320037"/>
                </a:lnTo>
                <a:lnTo>
                  <a:pt x="1408670" y="320006"/>
                </a:lnTo>
                <a:lnTo>
                  <a:pt x="1408174" y="319970"/>
                </a:lnTo>
                <a:lnTo>
                  <a:pt x="1407685" y="319928"/>
                </a:lnTo>
                <a:lnTo>
                  <a:pt x="1407204" y="319881"/>
                </a:lnTo>
                <a:lnTo>
                  <a:pt x="1406730" y="319828"/>
                </a:lnTo>
                <a:lnTo>
                  <a:pt x="1406265" y="319770"/>
                </a:lnTo>
                <a:lnTo>
                  <a:pt x="1405807" y="319706"/>
                </a:lnTo>
                <a:lnTo>
                  <a:pt x="1405357" y="319636"/>
                </a:lnTo>
                <a:lnTo>
                  <a:pt x="1404915" y="319561"/>
                </a:lnTo>
                <a:lnTo>
                  <a:pt x="1404481" y="319481"/>
                </a:lnTo>
                <a:lnTo>
                  <a:pt x="1404054" y="319395"/>
                </a:lnTo>
                <a:lnTo>
                  <a:pt x="1403635" y="319303"/>
                </a:lnTo>
                <a:lnTo>
                  <a:pt x="1403224" y="319205"/>
                </a:lnTo>
                <a:lnTo>
                  <a:pt x="1402821" y="319103"/>
                </a:lnTo>
                <a:lnTo>
                  <a:pt x="1402426" y="318994"/>
                </a:lnTo>
                <a:lnTo>
                  <a:pt x="1402038" y="318880"/>
                </a:lnTo>
                <a:lnTo>
                  <a:pt x="1401658" y="318761"/>
                </a:lnTo>
                <a:lnTo>
                  <a:pt x="1401286" y="318635"/>
                </a:lnTo>
                <a:lnTo>
                  <a:pt x="1400922" y="318505"/>
                </a:lnTo>
                <a:lnTo>
                  <a:pt x="1400565" y="318368"/>
                </a:lnTo>
                <a:lnTo>
                  <a:pt x="1400216" y="318224"/>
                </a:lnTo>
                <a:lnTo>
                  <a:pt x="1399873" y="318074"/>
                </a:lnTo>
                <a:lnTo>
                  <a:pt x="1399538" y="317917"/>
                </a:lnTo>
                <a:lnTo>
                  <a:pt x="1399211" y="317754"/>
                </a:lnTo>
                <a:lnTo>
                  <a:pt x="1398890" y="317584"/>
                </a:lnTo>
                <a:lnTo>
                  <a:pt x="1398577" y="317407"/>
                </a:lnTo>
                <a:lnTo>
                  <a:pt x="1398270" y="317223"/>
                </a:lnTo>
                <a:lnTo>
                  <a:pt x="1397971" y="317033"/>
                </a:lnTo>
                <a:lnTo>
                  <a:pt x="1397680" y="316836"/>
                </a:lnTo>
                <a:lnTo>
                  <a:pt x="1397395" y="316633"/>
                </a:lnTo>
                <a:lnTo>
                  <a:pt x="1397118" y="316422"/>
                </a:lnTo>
                <a:lnTo>
                  <a:pt x="1396848" y="316206"/>
                </a:lnTo>
                <a:lnTo>
                  <a:pt x="1396585" y="315982"/>
                </a:lnTo>
                <a:lnTo>
                  <a:pt x="1396330" y="315752"/>
                </a:lnTo>
                <a:lnTo>
                  <a:pt x="1396081" y="315515"/>
                </a:lnTo>
                <a:lnTo>
                  <a:pt x="1395840" y="315271"/>
                </a:lnTo>
                <a:lnTo>
                  <a:pt x="1395606" y="315021"/>
                </a:lnTo>
                <a:lnTo>
                  <a:pt x="1395380" y="314764"/>
                </a:lnTo>
                <a:lnTo>
                  <a:pt x="1395160" y="314500"/>
                </a:lnTo>
                <a:lnTo>
                  <a:pt x="1394948" y="314230"/>
                </a:lnTo>
                <a:lnTo>
                  <a:pt x="1394743" y="313953"/>
                </a:lnTo>
                <a:lnTo>
                  <a:pt x="1394546" y="313670"/>
                </a:lnTo>
                <a:lnTo>
                  <a:pt x="1394355" y="313379"/>
                </a:lnTo>
                <a:lnTo>
                  <a:pt x="1394172" y="313082"/>
                </a:lnTo>
                <a:lnTo>
                  <a:pt x="1393997" y="312779"/>
                </a:lnTo>
                <a:lnTo>
                  <a:pt x="1393830" y="312468"/>
                </a:lnTo>
                <a:lnTo>
                  <a:pt x="1393670" y="312151"/>
                </a:lnTo>
                <a:lnTo>
                  <a:pt x="1393518" y="311828"/>
                </a:lnTo>
                <a:lnTo>
                  <a:pt x="1393374" y="311497"/>
                </a:lnTo>
                <a:lnTo>
                  <a:pt x="1393238" y="311160"/>
                </a:lnTo>
                <a:lnTo>
                  <a:pt x="1393109" y="310817"/>
                </a:lnTo>
                <a:lnTo>
                  <a:pt x="1392989" y="310466"/>
                </a:lnTo>
                <a:lnTo>
                  <a:pt x="1392876" y="310109"/>
                </a:lnTo>
                <a:lnTo>
                  <a:pt x="1392771" y="309745"/>
                </a:lnTo>
                <a:lnTo>
                  <a:pt x="1392673" y="309375"/>
                </a:lnTo>
                <a:lnTo>
                  <a:pt x="1392584" y="308998"/>
                </a:lnTo>
                <a:lnTo>
                  <a:pt x="1392502" y="308614"/>
                </a:lnTo>
                <a:lnTo>
                  <a:pt x="1392428" y="308224"/>
                </a:lnTo>
                <a:lnTo>
                  <a:pt x="1392362" y="307827"/>
                </a:lnTo>
                <a:lnTo>
                  <a:pt x="1392304" y="307423"/>
                </a:lnTo>
                <a:lnTo>
                  <a:pt x="1392253" y="307013"/>
                </a:lnTo>
                <a:lnTo>
                  <a:pt x="1392210" y="306595"/>
                </a:lnTo>
                <a:lnTo>
                  <a:pt x="1392175" y="306172"/>
                </a:lnTo>
                <a:lnTo>
                  <a:pt x="1392148" y="305741"/>
                </a:lnTo>
                <a:lnTo>
                  <a:pt x="1392128" y="305304"/>
                </a:lnTo>
                <a:lnTo>
                  <a:pt x="1392117" y="304860"/>
                </a:lnTo>
                <a:lnTo>
                  <a:pt x="1392113" y="304410"/>
                </a:lnTo>
                <a:lnTo>
                  <a:pt x="1392113" y="261805"/>
                </a:lnTo>
                <a:lnTo>
                  <a:pt x="1429112" y="261805"/>
                </a:lnTo>
                <a:lnTo>
                  <a:pt x="1429112" y="249312"/>
                </a:lnTo>
                <a:lnTo>
                  <a:pt x="1392113" y="249312"/>
                </a:lnTo>
                <a:lnTo>
                  <a:pt x="1392113" y="223204"/>
                </a:lnTo>
                <a:lnTo>
                  <a:pt x="1382182" y="223204"/>
                </a:lnTo>
                <a:lnTo>
                  <a:pt x="1376576" y="249312"/>
                </a:lnTo>
                <a:lnTo>
                  <a:pt x="1352391" y="249312"/>
                </a:lnTo>
                <a:lnTo>
                  <a:pt x="1352391" y="261805"/>
                </a:lnTo>
                <a:lnTo>
                  <a:pt x="1376096" y="261805"/>
                </a:lnTo>
                <a:lnTo>
                  <a:pt x="1376096" y="305691"/>
                </a:lnTo>
                <a:lnTo>
                  <a:pt x="1376111" y="306879"/>
                </a:lnTo>
                <a:lnTo>
                  <a:pt x="1376155" y="308038"/>
                </a:lnTo>
                <a:lnTo>
                  <a:pt x="1376229" y="309170"/>
                </a:lnTo>
                <a:lnTo>
                  <a:pt x="1376332" y="310274"/>
                </a:lnTo>
                <a:lnTo>
                  <a:pt x="1376464" y="311350"/>
                </a:lnTo>
                <a:lnTo>
                  <a:pt x="1376626" y="312398"/>
                </a:lnTo>
                <a:lnTo>
                  <a:pt x="1376818" y="313419"/>
                </a:lnTo>
                <a:lnTo>
                  <a:pt x="1377039" y="314412"/>
                </a:lnTo>
                <a:lnTo>
                  <a:pt x="1377290" y="315376"/>
                </a:lnTo>
                <a:lnTo>
                  <a:pt x="1377570" y="316314"/>
                </a:lnTo>
                <a:lnTo>
                  <a:pt x="1377879" y="317223"/>
                </a:lnTo>
                <a:lnTo>
                  <a:pt x="1378218" y="318104"/>
                </a:lnTo>
                <a:lnTo>
                  <a:pt x="1378587" y="318958"/>
                </a:lnTo>
                <a:lnTo>
                  <a:pt x="1378984" y="319784"/>
                </a:lnTo>
                <a:lnTo>
                  <a:pt x="1379412" y="320582"/>
                </a:lnTo>
                <a:lnTo>
                  <a:pt x="1379869" y="321352"/>
                </a:lnTo>
                <a:lnTo>
                  <a:pt x="1380355" y="322095"/>
                </a:lnTo>
                <a:lnTo>
                  <a:pt x="1380871" y="322809"/>
                </a:lnTo>
                <a:lnTo>
                  <a:pt x="1381416" y="323496"/>
                </a:lnTo>
                <a:lnTo>
                  <a:pt x="1381991" y="324155"/>
                </a:lnTo>
                <a:lnTo>
                  <a:pt x="1382595" y="324786"/>
                </a:lnTo>
                <a:lnTo>
                  <a:pt x="1383229" y="325390"/>
                </a:lnTo>
                <a:lnTo>
                  <a:pt x="1383892" y="325965"/>
                </a:lnTo>
                <a:lnTo>
                  <a:pt x="1384585" y="326513"/>
                </a:lnTo>
                <a:lnTo>
                  <a:pt x="1385303" y="327023"/>
                </a:lnTo>
                <a:lnTo>
                  <a:pt x="1386041" y="327511"/>
                </a:lnTo>
                <a:lnTo>
                  <a:pt x="1386800" y="327977"/>
                </a:lnTo>
                <a:lnTo>
                  <a:pt x="1387579" y="328422"/>
                </a:lnTo>
                <a:lnTo>
                  <a:pt x="1388379" y="328845"/>
                </a:lnTo>
                <a:lnTo>
                  <a:pt x="1389200" y="329246"/>
                </a:lnTo>
                <a:lnTo>
                  <a:pt x="1390041" y="329626"/>
                </a:lnTo>
                <a:lnTo>
                  <a:pt x="1390903" y="329983"/>
                </a:lnTo>
                <a:lnTo>
                  <a:pt x="1391785" y="330320"/>
                </a:lnTo>
                <a:lnTo>
                  <a:pt x="1392688" y="330634"/>
                </a:lnTo>
                <a:lnTo>
                  <a:pt x="1393611" y="330927"/>
                </a:lnTo>
                <a:lnTo>
                  <a:pt x="1394555" y="331198"/>
                </a:lnTo>
                <a:lnTo>
                  <a:pt x="1395520" y="331448"/>
                </a:lnTo>
                <a:lnTo>
                  <a:pt x="1396505" y="331675"/>
                </a:lnTo>
                <a:lnTo>
                  <a:pt x="1397511" y="331881"/>
                </a:lnTo>
                <a:lnTo>
                  <a:pt x="1398537" y="332066"/>
                </a:lnTo>
                <a:lnTo>
                  <a:pt x="1399584" y="332228"/>
                </a:lnTo>
                <a:lnTo>
                  <a:pt x="1400652" y="332369"/>
                </a:lnTo>
                <a:lnTo>
                  <a:pt x="1401740" y="332489"/>
                </a:lnTo>
                <a:lnTo>
                  <a:pt x="1402849" y="332586"/>
                </a:lnTo>
                <a:lnTo>
                  <a:pt x="1403978" y="332662"/>
                </a:lnTo>
                <a:lnTo>
                  <a:pt x="1405128" y="332716"/>
                </a:lnTo>
                <a:lnTo>
                  <a:pt x="1406298" y="332749"/>
                </a:lnTo>
                <a:lnTo>
                  <a:pt x="1407489" y="332760"/>
                </a:lnTo>
                <a:lnTo>
                  <a:pt x="1407983" y="332758"/>
                </a:lnTo>
                <a:lnTo>
                  <a:pt x="1408477" y="332751"/>
                </a:lnTo>
                <a:lnTo>
                  <a:pt x="1408971" y="332740"/>
                </a:lnTo>
                <a:lnTo>
                  <a:pt x="1409464" y="332724"/>
                </a:lnTo>
                <a:lnTo>
                  <a:pt x="1409958" y="332704"/>
                </a:lnTo>
                <a:lnTo>
                  <a:pt x="1410452" y="332680"/>
                </a:lnTo>
                <a:close/>
                <a:moveTo>
                  <a:pt x="2082230" y="332704"/>
                </a:moveTo>
                <a:lnTo>
                  <a:pt x="2082723" y="332680"/>
                </a:lnTo>
                <a:lnTo>
                  <a:pt x="2083217" y="332651"/>
                </a:lnTo>
                <a:lnTo>
                  <a:pt x="2083711" y="332617"/>
                </a:lnTo>
                <a:lnTo>
                  <a:pt x="2084205" y="332580"/>
                </a:lnTo>
                <a:lnTo>
                  <a:pt x="2084699" y="332537"/>
                </a:lnTo>
                <a:lnTo>
                  <a:pt x="2085193" y="332491"/>
                </a:lnTo>
                <a:lnTo>
                  <a:pt x="2085687" y="332439"/>
                </a:lnTo>
                <a:lnTo>
                  <a:pt x="2086180" y="332384"/>
                </a:lnTo>
                <a:lnTo>
                  <a:pt x="2086674" y="332324"/>
                </a:lnTo>
                <a:lnTo>
                  <a:pt x="2087168" y="332259"/>
                </a:lnTo>
                <a:lnTo>
                  <a:pt x="2087662" y="332190"/>
                </a:lnTo>
                <a:lnTo>
                  <a:pt x="2088156" y="332117"/>
                </a:lnTo>
                <a:lnTo>
                  <a:pt x="2088650" y="332039"/>
                </a:lnTo>
                <a:lnTo>
                  <a:pt x="2089144" y="331957"/>
                </a:lnTo>
                <a:lnTo>
                  <a:pt x="2089638" y="331870"/>
                </a:lnTo>
                <a:lnTo>
                  <a:pt x="2090131" y="331779"/>
                </a:lnTo>
                <a:lnTo>
                  <a:pt x="2090625" y="331683"/>
                </a:lnTo>
                <a:lnTo>
                  <a:pt x="2091119" y="331583"/>
                </a:lnTo>
                <a:lnTo>
                  <a:pt x="2091613" y="331478"/>
                </a:lnTo>
                <a:lnTo>
                  <a:pt x="2092103" y="331383"/>
                </a:lnTo>
                <a:lnTo>
                  <a:pt x="2092586" y="331284"/>
                </a:lnTo>
                <a:lnTo>
                  <a:pt x="2093062" y="331181"/>
                </a:lnTo>
                <a:lnTo>
                  <a:pt x="2093531" y="331074"/>
                </a:lnTo>
                <a:lnTo>
                  <a:pt x="2093992" y="330963"/>
                </a:lnTo>
                <a:lnTo>
                  <a:pt x="2094446" y="330848"/>
                </a:lnTo>
                <a:lnTo>
                  <a:pt x="2094893" y="330729"/>
                </a:lnTo>
                <a:lnTo>
                  <a:pt x="2095332" y="330606"/>
                </a:lnTo>
                <a:lnTo>
                  <a:pt x="2095765" y="330480"/>
                </a:lnTo>
                <a:lnTo>
                  <a:pt x="2096190" y="330349"/>
                </a:lnTo>
                <a:lnTo>
                  <a:pt x="2096608" y="330215"/>
                </a:lnTo>
                <a:lnTo>
                  <a:pt x="2097019" y="330077"/>
                </a:lnTo>
                <a:lnTo>
                  <a:pt x="2097422" y="329935"/>
                </a:lnTo>
                <a:lnTo>
                  <a:pt x="2097818" y="329789"/>
                </a:lnTo>
                <a:lnTo>
                  <a:pt x="2098207" y="329639"/>
                </a:lnTo>
                <a:lnTo>
                  <a:pt x="2098589" y="329485"/>
                </a:lnTo>
                <a:lnTo>
                  <a:pt x="2098964" y="329328"/>
                </a:lnTo>
                <a:lnTo>
                  <a:pt x="2099331" y="329166"/>
                </a:lnTo>
                <a:lnTo>
                  <a:pt x="2099691" y="329000"/>
                </a:lnTo>
                <a:lnTo>
                  <a:pt x="2100044" y="328831"/>
                </a:lnTo>
                <a:lnTo>
                  <a:pt x="2100390" y="328658"/>
                </a:lnTo>
                <a:lnTo>
                  <a:pt x="2100728" y="328481"/>
                </a:lnTo>
                <a:lnTo>
                  <a:pt x="2101059" y="328300"/>
                </a:lnTo>
                <a:lnTo>
                  <a:pt x="2101383" y="328115"/>
                </a:lnTo>
                <a:lnTo>
                  <a:pt x="2101383" y="315782"/>
                </a:lnTo>
                <a:lnTo>
                  <a:pt x="2101101" y="315915"/>
                </a:lnTo>
                <a:lnTo>
                  <a:pt x="2100815" y="316048"/>
                </a:lnTo>
                <a:lnTo>
                  <a:pt x="2100525" y="316180"/>
                </a:lnTo>
                <a:lnTo>
                  <a:pt x="2100231" y="316311"/>
                </a:lnTo>
                <a:lnTo>
                  <a:pt x="2099933" y="316442"/>
                </a:lnTo>
                <a:lnTo>
                  <a:pt x="2099631" y="316573"/>
                </a:lnTo>
                <a:lnTo>
                  <a:pt x="2099326" y="316703"/>
                </a:lnTo>
                <a:lnTo>
                  <a:pt x="2099016" y="316832"/>
                </a:lnTo>
                <a:lnTo>
                  <a:pt x="2098703" y="316961"/>
                </a:lnTo>
                <a:lnTo>
                  <a:pt x="2098386" y="317089"/>
                </a:lnTo>
                <a:lnTo>
                  <a:pt x="2098064" y="317216"/>
                </a:lnTo>
                <a:lnTo>
                  <a:pt x="2097739" y="317344"/>
                </a:lnTo>
                <a:lnTo>
                  <a:pt x="2097410" y="317470"/>
                </a:lnTo>
                <a:lnTo>
                  <a:pt x="2097078" y="317596"/>
                </a:lnTo>
                <a:lnTo>
                  <a:pt x="2096741" y="317721"/>
                </a:lnTo>
                <a:lnTo>
                  <a:pt x="2096400" y="317846"/>
                </a:lnTo>
                <a:lnTo>
                  <a:pt x="2096056" y="317971"/>
                </a:lnTo>
                <a:lnTo>
                  <a:pt x="2095707" y="318094"/>
                </a:lnTo>
                <a:lnTo>
                  <a:pt x="2095355" y="318217"/>
                </a:lnTo>
                <a:lnTo>
                  <a:pt x="2094999" y="318340"/>
                </a:lnTo>
                <a:lnTo>
                  <a:pt x="2094639" y="318462"/>
                </a:lnTo>
                <a:lnTo>
                  <a:pt x="2094275" y="318584"/>
                </a:lnTo>
                <a:lnTo>
                  <a:pt x="2093907" y="318705"/>
                </a:lnTo>
                <a:lnTo>
                  <a:pt x="2093535" y="318825"/>
                </a:lnTo>
                <a:lnTo>
                  <a:pt x="2093173" y="318930"/>
                </a:lnTo>
                <a:lnTo>
                  <a:pt x="2092809" y="319030"/>
                </a:lnTo>
                <a:lnTo>
                  <a:pt x="2092441" y="319125"/>
                </a:lnTo>
                <a:lnTo>
                  <a:pt x="2092071" y="319217"/>
                </a:lnTo>
                <a:lnTo>
                  <a:pt x="2091698" y="319303"/>
                </a:lnTo>
                <a:lnTo>
                  <a:pt x="2091323" y="319386"/>
                </a:lnTo>
                <a:lnTo>
                  <a:pt x="2090944" y="319463"/>
                </a:lnTo>
                <a:lnTo>
                  <a:pt x="2090563" y="319537"/>
                </a:lnTo>
                <a:lnTo>
                  <a:pt x="2090179" y="319606"/>
                </a:lnTo>
                <a:lnTo>
                  <a:pt x="2089792" y="319670"/>
                </a:lnTo>
                <a:lnTo>
                  <a:pt x="2089402" y="319730"/>
                </a:lnTo>
                <a:lnTo>
                  <a:pt x="2089010" y="319786"/>
                </a:lnTo>
                <a:lnTo>
                  <a:pt x="2088615" y="319837"/>
                </a:lnTo>
                <a:lnTo>
                  <a:pt x="2088217" y="319884"/>
                </a:lnTo>
                <a:lnTo>
                  <a:pt x="2087816" y="319926"/>
                </a:lnTo>
                <a:lnTo>
                  <a:pt x="2087413" y="319964"/>
                </a:lnTo>
                <a:lnTo>
                  <a:pt x="2087007" y="319997"/>
                </a:lnTo>
                <a:lnTo>
                  <a:pt x="2086598" y="320026"/>
                </a:lnTo>
                <a:lnTo>
                  <a:pt x="2086186" y="320051"/>
                </a:lnTo>
                <a:lnTo>
                  <a:pt x="2085771" y="320071"/>
                </a:lnTo>
                <a:lnTo>
                  <a:pt x="2085354" y="320086"/>
                </a:lnTo>
                <a:lnTo>
                  <a:pt x="2084934" y="320098"/>
                </a:lnTo>
                <a:lnTo>
                  <a:pt x="2084511" y="320104"/>
                </a:lnTo>
                <a:lnTo>
                  <a:pt x="2084085" y="320106"/>
                </a:lnTo>
                <a:lnTo>
                  <a:pt x="2083541" y="320104"/>
                </a:lnTo>
                <a:lnTo>
                  <a:pt x="2083006" y="320095"/>
                </a:lnTo>
                <a:lnTo>
                  <a:pt x="2082478" y="320081"/>
                </a:lnTo>
                <a:lnTo>
                  <a:pt x="2081958" y="320062"/>
                </a:lnTo>
                <a:lnTo>
                  <a:pt x="2081446" y="320037"/>
                </a:lnTo>
                <a:lnTo>
                  <a:pt x="2080942" y="320006"/>
                </a:lnTo>
                <a:lnTo>
                  <a:pt x="2080445" y="319970"/>
                </a:lnTo>
                <a:lnTo>
                  <a:pt x="2079956" y="319928"/>
                </a:lnTo>
                <a:lnTo>
                  <a:pt x="2079475" y="319881"/>
                </a:lnTo>
                <a:lnTo>
                  <a:pt x="2079002" y="319828"/>
                </a:lnTo>
                <a:lnTo>
                  <a:pt x="2078536" y="319770"/>
                </a:lnTo>
                <a:lnTo>
                  <a:pt x="2078079" y="319706"/>
                </a:lnTo>
                <a:lnTo>
                  <a:pt x="2077629" y="319636"/>
                </a:lnTo>
                <a:lnTo>
                  <a:pt x="2077186" y="319561"/>
                </a:lnTo>
                <a:lnTo>
                  <a:pt x="2076752" y="319481"/>
                </a:lnTo>
                <a:lnTo>
                  <a:pt x="2076326" y="319395"/>
                </a:lnTo>
                <a:lnTo>
                  <a:pt x="2075907" y="319303"/>
                </a:lnTo>
                <a:lnTo>
                  <a:pt x="2075496" y="319205"/>
                </a:lnTo>
                <a:lnTo>
                  <a:pt x="2075093" y="319103"/>
                </a:lnTo>
                <a:lnTo>
                  <a:pt x="2074697" y="318994"/>
                </a:lnTo>
                <a:lnTo>
                  <a:pt x="2074310" y="318880"/>
                </a:lnTo>
                <a:lnTo>
                  <a:pt x="2073930" y="318761"/>
                </a:lnTo>
                <a:lnTo>
                  <a:pt x="2073558" y="318635"/>
                </a:lnTo>
                <a:lnTo>
                  <a:pt x="2073193" y="318505"/>
                </a:lnTo>
                <a:lnTo>
                  <a:pt x="2072837" y="318368"/>
                </a:lnTo>
                <a:lnTo>
                  <a:pt x="2072487" y="318224"/>
                </a:lnTo>
                <a:lnTo>
                  <a:pt x="2072145" y="318074"/>
                </a:lnTo>
                <a:lnTo>
                  <a:pt x="2071810" y="317917"/>
                </a:lnTo>
                <a:lnTo>
                  <a:pt x="2071482" y="317754"/>
                </a:lnTo>
                <a:lnTo>
                  <a:pt x="2071161" y="317584"/>
                </a:lnTo>
                <a:lnTo>
                  <a:pt x="2070848" y="317407"/>
                </a:lnTo>
                <a:lnTo>
                  <a:pt x="2070542" y="317223"/>
                </a:lnTo>
                <a:lnTo>
                  <a:pt x="2070243" y="317033"/>
                </a:lnTo>
                <a:lnTo>
                  <a:pt x="2069951" y="316836"/>
                </a:lnTo>
                <a:lnTo>
                  <a:pt x="2069667" y="316633"/>
                </a:lnTo>
                <a:lnTo>
                  <a:pt x="2069389" y="316422"/>
                </a:lnTo>
                <a:lnTo>
                  <a:pt x="2069119" y="316206"/>
                </a:lnTo>
                <a:lnTo>
                  <a:pt x="2068857" y="315982"/>
                </a:lnTo>
                <a:lnTo>
                  <a:pt x="2068601" y="315752"/>
                </a:lnTo>
                <a:lnTo>
                  <a:pt x="2068353" y="315515"/>
                </a:lnTo>
                <a:lnTo>
                  <a:pt x="2068112" y="315271"/>
                </a:lnTo>
                <a:lnTo>
                  <a:pt x="2067878" y="315021"/>
                </a:lnTo>
                <a:lnTo>
                  <a:pt x="2067651" y="314764"/>
                </a:lnTo>
                <a:lnTo>
                  <a:pt x="2067432" y="314500"/>
                </a:lnTo>
                <a:lnTo>
                  <a:pt x="2067220" y="314230"/>
                </a:lnTo>
                <a:lnTo>
                  <a:pt x="2067015" y="313953"/>
                </a:lnTo>
                <a:lnTo>
                  <a:pt x="2066817" y="313670"/>
                </a:lnTo>
                <a:lnTo>
                  <a:pt x="2066627" y="313379"/>
                </a:lnTo>
                <a:lnTo>
                  <a:pt x="2066444" y="313082"/>
                </a:lnTo>
                <a:lnTo>
                  <a:pt x="2066268" y="312779"/>
                </a:lnTo>
                <a:lnTo>
                  <a:pt x="2066101" y="312468"/>
                </a:lnTo>
                <a:lnTo>
                  <a:pt x="2065941" y="312151"/>
                </a:lnTo>
                <a:lnTo>
                  <a:pt x="2065789" y="311828"/>
                </a:lnTo>
                <a:lnTo>
                  <a:pt x="2065645" y="311497"/>
                </a:lnTo>
                <a:lnTo>
                  <a:pt x="2065509" y="311160"/>
                </a:lnTo>
                <a:lnTo>
                  <a:pt x="2065381" y="310817"/>
                </a:lnTo>
                <a:lnTo>
                  <a:pt x="2065260" y="310466"/>
                </a:lnTo>
                <a:lnTo>
                  <a:pt x="2065147" y="310109"/>
                </a:lnTo>
                <a:lnTo>
                  <a:pt x="2065042" y="309745"/>
                </a:lnTo>
                <a:lnTo>
                  <a:pt x="2064945" y="309375"/>
                </a:lnTo>
                <a:lnTo>
                  <a:pt x="2064855" y="308998"/>
                </a:lnTo>
                <a:lnTo>
                  <a:pt x="2064773" y="308614"/>
                </a:lnTo>
                <a:lnTo>
                  <a:pt x="2064699" y="308224"/>
                </a:lnTo>
                <a:lnTo>
                  <a:pt x="2064633" y="307827"/>
                </a:lnTo>
                <a:lnTo>
                  <a:pt x="2064575" y="307423"/>
                </a:lnTo>
                <a:lnTo>
                  <a:pt x="2064524" y="307013"/>
                </a:lnTo>
                <a:lnTo>
                  <a:pt x="2064481" y="306595"/>
                </a:lnTo>
                <a:lnTo>
                  <a:pt x="2064446" y="306172"/>
                </a:lnTo>
                <a:lnTo>
                  <a:pt x="2064419" y="305741"/>
                </a:lnTo>
                <a:lnTo>
                  <a:pt x="2064400" y="305304"/>
                </a:lnTo>
                <a:lnTo>
                  <a:pt x="2064388" y="304860"/>
                </a:lnTo>
                <a:lnTo>
                  <a:pt x="2064384" y="304410"/>
                </a:lnTo>
                <a:lnTo>
                  <a:pt x="2064384" y="261805"/>
                </a:lnTo>
                <a:lnTo>
                  <a:pt x="2101383" y="261805"/>
                </a:lnTo>
                <a:lnTo>
                  <a:pt x="2101383" y="249312"/>
                </a:lnTo>
                <a:lnTo>
                  <a:pt x="2064384" y="249312"/>
                </a:lnTo>
                <a:lnTo>
                  <a:pt x="2064384" y="223204"/>
                </a:lnTo>
                <a:lnTo>
                  <a:pt x="2054454" y="223204"/>
                </a:lnTo>
                <a:lnTo>
                  <a:pt x="2048848" y="249312"/>
                </a:lnTo>
                <a:lnTo>
                  <a:pt x="2024662" y="249312"/>
                </a:lnTo>
                <a:lnTo>
                  <a:pt x="2024662" y="261805"/>
                </a:lnTo>
                <a:lnTo>
                  <a:pt x="2048367" y="261805"/>
                </a:lnTo>
                <a:lnTo>
                  <a:pt x="2048367" y="305691"/>
                </a:lnTo>
                <a:lnTo>
                  <a:pt x="2048382" y="306879"/>
                </a:lnTo>
                <a:lnTo>
                  <a:pt x="2048426" y="308038"/>
                </a:lnTo>
                <a:lnTo>
                  <a:pt x="2048500" y="309170"/>
                </a:lnTo>
                <a:lnTo>
                  <a:pt x="2048603" y="310274"/>
                </a:lnTo>
                <a:lnTo>
                  <a:pt x="2048736" y="311350"/>
                </a:lnTo>
                <a:lnTo>
                  <a:pt x="2048898" y="312398"/>
                </a:lnTo>
                <a:lnTo>
                  <a:pt x="2049089" y="313419"/>
                </a:lnTo>
                <a:lnTo>
                  <a:pt x="2049310" y="314412"/>
                </a:lnTo>
                <a:lnTo>
                  <a:pt x="2049561" y="315376"/>
                </a:lnTo>
                <a:lnTo>
                  <a:pt x="2049841" y="316314"/>
                </a:lnTo>
                <a:lnTo>
                  <a:pt x="2050150" y="317223"/>
                </a:lnTo>
                <a:lnTo>
                  <a:pt x="2050489" y="318104"/>
                </a:lnTo>
                <a:lnTo>
                  <a:pt x="2050858" y="318958"/>
                </a:lnTo>
                <a:lnTo>
                  <a:pt x="2051256" y="319784"/>
                </a:lnTo>
                <a:lnTo>
                  <a:pt x="2051683" y="320582"/>
                </a:lnTo>
                <a:lnTo>
                  <a:pt x="2052140" y="321352"/>
                </a:lnTo>
                <a:lnTo>
                  <a:pt x="2052626" y="322095"/>
                </a:lnTo>
                <a:lnTo>
                  <a:pt x="2053142" y="322809"/>
                </a:lnTo>
                <a:lnTo>
                  <a:pt x="2053687" y="323496"/>
                </a:lnTo>
                <a:lnTo>
                  <a:pt x="2054262" y="324155"/>
                </a:lnTo>
                <a:lnTo>
                  <a:pt x="2054867" y="324786"/>
                </a:lnTo>
                <a:lnTo>
                  <a:pt x="2055500" y="325390"/>
                </a:lnTo>
                <a:lnTo>
                  <a:pt x="2056163" y="325965"/>
                </a:lnTo>
                <a:lnTo>
                  <a:pt x="2056856" y="326513"/>
                </a:lnTo>
                <a:lnTo>
                  <a:pt x="2057574" y="327023"/>
                </a:lnTo>
                <a:lnTo>
                  <a:pt x="2058312" y="327511"/>
                </a:lnTo>
                <a:lnTo>
                  <a:pt x="2059071" y="327977"/>
                </a:lnTo>
                <a:lnTo>
                  <a:pt x="2059850" y="328422"/>
                </a:lnTo>
                <a:lnTo>
                  <a:pt x="2060650" y="328845"/>
                </a:lnTo>
                <a:lnTo>
                  <a:pt x="2061471" y="329246"/>
                </a:lnTo>
                <a:lnTo>
                  <a:pt x="2062312" y="329626"/>
                </a:lnTo>
                <a:lnTo>
                  <a:pt x="2063174" y="329983"/>
                </a:lnTo>
                <a:lnTo>
                  <a:pt x="2064056" y="330320"/>
                </a:lnTo>
                <a:lnTo>
                  <a:pt x="2064959" y="330634"/>
                </a:lnTo>
                <a:lnTo>
                  <a:pt x="2065883" y="330927"/>
                </a:lnTo>
                <a:lnTo>
                  <a:pt x="2066827" y="331198"/>
                </a:lnTo>
                <a:lnTo>
                  <a:pt x="2067791" y="331448"/>
                </a:lnTo>
                <a:lnTo>
                  <a:pt x="2068776" y="331675"/>
                </a:lnTo>
                <a:lnTo>
                  <a:pt x="2069782" y="331881"/>
                </a:lnTo>
                <a:lnTo>
                  <a:pt x="2070809" y="332066"/>
                </a:lnTo>
                <a:lnTo>
                  <a:pt x="2071856" y="332228"/>
                </a:lnTo>
                <a:lnTo>
                  <a:pt x="2072923" y="332369"/>
                </a:lnTo>
                <a:lnTo>
                  <a:pt x="2074011" y="332489"/>
                </a:lnTo>
                <a:lnTo>
                  <a:pt x="2075120" y="332586"/>
                </a:lnTo>
                <a:lnTo>
                  <a:pt x="2076249" y="332662"/>
                </a:lnTo>
                <a:lnTo>
                  <a:pt x="2077399" y="332716"/>
                </a:lnTo>
                <a:lnTo>
                  <a:pt x="2078569" y="332749"/>
                </a:lnTo>
                <a:lnTo>
                  <a:pt x="2079760" y="332760"/>
                </a:lnTo>
                <a:lnTo>
                  <a:pt x="2080254" y="332758"/>
                </a:lnTo>
                <a:lnTo>
                  <a:pt x="2080748" y="332751"/>
                </a:lnTo>
                <a:lnTo>
                  <a:pt x="2081242" y="332740"/>
                </a:lnTo>
                <a:lnTo>
                  <a:pt x="2081736" y="332724"/>
                </a:lnTo>
                <a:lnTo>
                  <a:pt x="2082230" y="332704"/>
                </a:lnTo>
                <a:close/>
                <a:moveTo>
                  <a:pt x="1204054" y="332642"/>
                </a:moveTo>
                <a:lnTo>
                  <a:pt x="1204950" y="332590"/>
                </a:lnTo>
                <a:lnTo>
                  <a:pt x="1205836" y="332528"/>
                </a:lnTo>
                <a:lnTo>
                  <a:pt x="1206709" y="332457"/>
                </a:lnTo>
                <a:lnTo>
                  <a:pt x="1207571" y="332377"/>
                </a:lnTo>
                <a:lnTo>
                  <a:pt x="1208421" y="332287"/>
                </a:lnTo>
                <a:lnTo>
                  <a:pt x="1209259" y="332188"/>
                </a:lnTo>
                <a:lnTo>
                  <a:pt x="1210086" y="332079"/>
                </a:lnTo>
                <a:lnTo>
                  <a:pt x="1210901" y="331961"/>
                </a:lnTo>
                <a:lnTo>
                  <a:pt x="1211704" y="331833"/>
                </a:lnTo>
                <a:lnTo>
                  <a:pt x="1212496" y="331696"/>
                </a:lnTo>
                <a:lnTo>
                  <a:pt x="1213276" y="331550"/>
                </a:lnTo>
                <a:lnTo>
                  <a:pt x="1214044" y="331394"/>
                </a:lnTo>
                <a:lnTo>
                  <a:pt x="1214801" y="331228"/>
                </a:lnTo>
                <a:lnTo>
                  <a:pt x="1215546" y="331053"/>
                </a:lnTo>
                <a:lnTo>
                  <a:pt x="1216279" y="330869"/>
                </a:lnTo>
                <a:lnTo>
                  <a:pt x="1217001" y="330675"/>
                </a:lnTo>
                <a:lnTo>
                  <a:pt x="1217711" y="330472"/>
                </a:lnTo>
                <a:lnTo>
                  <a:pt x="1218409" y="330259"/>
                </a:lnTo>
                <a:lnTo>
                  <a:pt x="1219095" y="330037"/>
                </a:lnTo>
                <a:lnTo>
                  <a:pt x="1219783" y="329805"/>
                </a:lnTo>
                <a:lnTo>
                  <a:pt x="1220456" y="329563"/>
                </a:lnTo>
                <a:lnTo>
                  <a:pt x="1221115" y="329311"/>
                </a:lnTo>
                <a:lnTo>
                  <a:pt x="1221760" y="329049"/>
                </a:lnTo>
                <a:lnTo>
                  <a:pt x="1222392" y="328777"/>
                </a:lnTo>
                <a:lnTo>
                  <a:pt x="1223010" y="328495"/>
                </a:lnTo>
                <a:lnTo>
                  <a:pt x="1223613" y="328203"/>
                </a:lnTo>
                <a:lnTo>
                  <a:pt x="1224203" y="327901"/>
                </a:lnTo>
                <a:lnTo>
                  <a:pt x="1224779" y="327589"/>
                </a:lnTo>
                <a:lnTo>
                  <a:pt x="1225341" y="327267"/>
                </a:lnTo>
                <a:lnTo>
                  <a:pt x="1225889" y="326935"/>
                </a:lnTo>
                <a:lnTo>
                  <a:pt x="1226423" y="326593"/>
                </a:lnTo>
                <a:lnTo>
                  <a:pt x="1226943" y="326241"/>
                </a:lnTo>
                <a:lnTo>
                  <a:pt x="1227450" y="325879"/>
                </a:lnTo>
                <a:lnTo>
                  <a:pt x="1227942" y="325507"/>
                </a:lnTo>
                <a:lnTo>
                  <a:pt x="1228421" y="325125"/>
                </a:lnTo>
                <a:lnTo>
                  <a:pt x="1228885" y="324733"/>
                </a:lnTo>
                <a:lnTo>
                  <a:pt x="1229336" y="324331"/>
                </a:lnTo>
                <a:lnTo>
                  <a:pt x="1229773" y="323919"/>
                </a:lnTo>
                <a:lnTo>
                  <a:pt x="1230196" y="323497"/>
                </a:lnTo>
                <a:lnTo>
                  <a:pt x="1230605" y="323065"/>
                </a:lnTo>
                <a:lnTo>
                  <a:pt x="1231000" y="322622"/>
                </a:lnTo>
                <a:lnTo>
                  <a:pt x="1231381" y="322170"/>
                </a:lnTo>
                <a:lnTo>
                  <a:pt x="1231749" y="321708"/>
                </a:lnTo>
                <a:lnTo>
                  <a:pt x="1232115" y="321236"/>
                </a:lnTo>
                <a:lnTo>
                  <a:pt x="1232465" y="320754"/>
                </a:lnTo>
                <a:lnTo>
                  <a:pt x="1232800" y="320262"/>
                </a:lnTo>
                <a:lnTo>
                  <a:pt x="1233119" y="319759"/>
                </a:lnTo>
                <a:lnTo>
                  <a:pt x="1233423" y="319247"/>
                </a:lnTo>
                <a:lnTo>
                  <a:pt x="1233711" y="318725"/>
                </a:lnTo>
                <a:lnTo>
                  <a:pt x="1233983" y="318193"/>
                </a:lnTo>
                <a:lnTo>
                  <a:pt x="1234240" y="317650"/>
                </a:lnTo>
                <a:lnTo>
                  <a:pt x="1234482" y="317098"/>
                </a:lnTo>
                <a:lnTo>
                  <a:pt x="1234707" y="316536"/>
                </a:lnTo>
                <a:lnTo>
                  <a:pt x="1234918" y="315964"/>
                </a:lnTo>
                <a:lnTo>
                  <a:pt x="1235112" y="315381"/>
                </a:lnTo>
                <a:lnTo>
                  <a:pt x="1235291" y="314789"/>
                </a:lnTo>
                <a:lnTo>
                  <a:pt x="1235455" y="314187"/>
                </a:lnTo>
                <a:lnTo>
                  <a:pt x="1235603" y="313574"/>
                </a:lnTo>
                <a:lnTo>
                  <a:pt x="1235735" y="312952"/>
                </a:lnTo>
                <a:lnTo>
                  <a:pt x="1235852" y="312320"/>
                </a:lnTo>
                <a:lnTo>
                  <a:pt x="1235953" y="311677"/>
                </a:lnTo>
                <a:lnTo>
                  <a:pt x="1236039" y="311025"/>
                </a:lnTo>
                <a:lnTo>
                  <a:pt x="1236109" y="310363"/>
                </a:lnTo>
                <a:lnTo>
                  <a:pt x="1236163" y="309690"/>
                </a:lnTo>
                <a:lnTo>
                  <a:pt x="1236202" y="309008"/>
                </a:lnTo>
                <a:lnTo>
                  <a:pt x="1236226" y="308316"/>
                </a:lnTo>
                <a:lnTo>
                  <a:pt x="1236233" y="307613"/>
                </a:lnTo>
                <a:lnTo>
                  <a:pt x="1236228" y="306991"/>
                </a:lnTo>
                <a:lnTo>
                  <a:pt x="1236212" y="306379"/>
                </a:lnTo>
                <a:lnTo>
                  <a:pt x="1236186" y="305776"/>
                </a:lnTo>
                <a:lnTo>
                  <a:pt x="1236149" y="305184"/>
                </a:lnTo>
                <a:lnTo>
                  <a:pt x="1236101" y="304602"/>
                </a:lnTo>
                <a:lnTo>
                  <a:pt x="1236043" y="304029"/>
                </a:lnTo>
                <a:lnTo>
                  <a:pt x="1235975" y="303467"/>
                </a:lnTo>
                <a:lnTo>
                  <a:pt x="1235895" y="302915"/>
                </a:lnTo>
                <a:lnTo>
                  <a:pt x="1235805" y="302373"/>
                </a:lnTo>
                <a:lnTo>
                  <a:pt x="1235705" y="301840"/>
                </a:lnTo>
                <a:lnTo>
                  <a:pt x="1235594" y="301318"/>
                </a:lnTo>
                <a:lnTo>
                  <a:pt x="1235473" y="300806"/>
                </a:lnTo>
                <a:lnTo>
                  <a:pt x="1235341" y="300304"/>
                </a:lnTo>
                <a:lnTo>
                  <a:pt x="1235198" y="299812"/>
                </a:lnTo>
                <a:lnTo>
                  <a:pt x="1235045" y="299329"/>
                </a:lnTo>
                <a:lnTo>
                  <a:pt x="1234881" y="298857"/>
                </a:lnTo>
                <a:lnTo>
                  <a:pt x="1234707" y="298395"/>
                </a:lnTo>
                <a:lnTo>
                  <a:pt x="1234522" y="297943"/>
                </a:lnTo>
                <a:lnTo>
                  <a:pt x="1234326" y="297501"/>
                </a:lnTo>
                <a:lnTo>
                  <a:pt x="1234120" y="297069"/>
                </a:lnTo>
                <a:lnTo>
                  <a:pt x="1233904" y="296647"/>
                </a:lnTo>
                <a:lnTo>
                  <a:pt x="1233676" y="296235"/>
                </a:lnTo>
                <a:lnTo>
                  <a:pt x="1233439" y="295832"/>
                </a:lnTo>
                <a:lnTo>
                  <a:pt x="1233190" y="295440"/>
                </a:lnTo>
                <a:lnTo>
                  <a:pt x="1232930" y="295043"/>
                </a:lnTo>
                <a:lnTo>
                  <a:pt x="1232656" y="294652"/>
                </a:lnTo>
                <a:lnTo>
                  <a:pt x="1232369" y="294267"/>
                </a:lnTo>
                <a:lnTo>
                  <a:pt x="1232069" y="293888"/>
                </a:lnTo>
                <a:lnTo>
                  <a:pt x="1231755" y="293515"/>
                </a:lnTo>
                <a:lnTo>
                  <a:pt x="1231428" y="293148"/>
                </a:lnTo>
                <a:lnTo>
                  <a:pt x="1231088" y="292787"/>
                </a:lnTo>
                <a:lnTo>
                  <a:pt x="1230734" y="292433"/>
                </a:lnTo>
                <a:lnTo>
                  <a:pt x="1230367" y="292084"/>
                </a:lnTo>
                <a:lnTo>
                  <a:pt x="1229987" y="291742"/>
                </a:lnTo>
                <a:lnTo>
                  <a:pt x="1229593" y="291406"/>
                </a:lnTo>
                <a:lnTo>
                  <a:pt x="1229186" y="291076"/>
                </a:lnTo>
                <a:lnTo>
                  <a:pt x="1228766" y="290752"/>
                </a:lnTo>
                <a:lnTo>
                  <a:pt x="1228332" y="290434"/>
                </a:lnTo>
                <a:lnTo>
                  <a:pt x="1227885" y="290122"/>
                </a:lnTo>
                <a:lnTo>
                  <a:pt x="1227424" y="289817"/>
                </a:lnTo>
                <a:lnTo>
                  <a:pt x="1226950" y="289517"/>
                </a:lnTo>
                <a:lnTo>
                  <a:pt x="1226463" y="289224"/>
                </a:lnTo>
                <a:lnTo>
                  <a:pt x="1225963" y="288937"/>
                </a:lnTo>
                <a:lnTo>
                  <a:pt x="1225449" y="288655"/>
                </a:lnTo>
                <a:lnTo>
                  <a:pt x="1224921" y="288380"/>
                </a:lnTo>
                <a:lnTo>
                  <a:pt x="1224381" y="288112"/>
                </a:lnTo>
                <a:lnTo>
                  <a:pt x="1223827" y="287849"/>
                </a:lnTo>
                <a:lnTo>
                  <a:pt x="1223260" y="287592"/>
                </a:lnTo>
                <a:lnTo>
                  <a:pt x="1222690" y="287340"/>
                </a:lnTo>
                <a:lnTo>
                  <a:pt x="1222104" y="287092"/>
                </a:lnTo>
                <a:lnTo>
                  <a:pt x="1221500" y="286846"/>
                </a:lnTo>
                <a:lnTo>
                  <a:pt x="1220879" y="286604"/>
                </a:lnTo>
                <a:lnTo>
                  <a:pt x="1220241" y="286366"/>
                </a:lnTo>
                <a:lnTo>
                  <a:pt x="1219586" y="286131"/>
                </a:lnTo>
                <a:lnTo>
                  <a:pt x="1218913" y="285899"/>
                </a:lnTo>
                <a:lnTo>
                  <a:pt x="1218223" y="285670"/>
                </a:lnTo>
                <a:lnTo>
                  <a:pt x="1217516" y="285445"/>
                </a:lnTo>
                <a:lnTo>
                  <a:pt x="1216792" y="285223"/>
                </a:lnTo>
                <a:lnTo>
                  <a:pt x="1216050" y="285004"/>
                </a:lnTo>
                <a:lnTo>
                  <a:pt x="1215291" y="284789"/>
                </a:lnTo>
                <a:lnTo>
                  <a:pt x="1214515" y="284577"/>
                </a:lnTo>
                <a:lnTo>
                  <a:pt x="1213722" y="284369"/>
                </a:lnTo>
                <a:lnTo>
                  <a:pt x="1212911" y="284163"/>
                </a:lnTo>
                <a:lnTo>
                  <a:pt x="1212083" y="283962"/>
                </a:lnTo>
                <a:lnTo>
                  <a:pt x="1211238" y="283763"/>
                </a:lnTo>
                <a:lnTo>
                  <a:pt x="1210376" y="283568"/>
                </a:lnTo>
                <a:lnTo>
                  <a:pt x="1209497" y="283376"/>
                </a:lnTo>
                <a:lnTo>
                  <a:pt x="1208600" y="283187"/>
                </a:lnTo>
                <a:lnTo>
                  <a:pt x="1207686" y="283002"/>
                </a:lnTo>
                <a:lnTo>
                  <a:pt x="1206755" y="282820"/>
                </a:lnTo>
                <a:lnTo>
                  <a:pt x="1205806" y="282642"/>
                </a:lnTo>
                <a:lnTo>
                  <a:pt x="1204840" y="282467"/>
                </a:lnTo>
                <a:lnTo>
                  <a:pt x="1204060" y="282320"/>
                </a:lnTo>
                <a:lnTo>
                  <a:pt x="1203295" y="282174"/>
                </a:lnTo>
                <a:lnTo>
                  <a:pt x="1202545" y="282029"/>
                </a:lnTo>
                <a:lnTo>
                  <a:pt x="1201810" y="281884"/>
                </a:lnTo>
                <a:lnTo>
                  <a:pt x="1201091" y="281740"/>
                </a:lnTo>
                <a:lnTo>
                  <a:pt x="1200386" y="281596"/>
                </a:lnTo>
                <a:lnTo>
                  <a:pt x="1199696" y="281453"/>
                </a:lnTo>
                <a:lnTo>
                  <a:pt x="1199021" y="281310"/>
                </a:lnTo>
                <a:lnTo>
                  <a:pt x="1198361" y="281168"/>
                </a:lnTo>
                <a:lnTo>
                  <a:pt x="1197716" y="281026"/>
                </a:lnTo>
                <a:lnTo>
                  <a:pt x="1197086" y="280885"/>
                </a:lnTo>
                <a:lnTo>
                  <a:pt x="1196472" y="280745"/>
                </a:lnTo>
                <a:lnTo>
                  <a:pt x="1195872" y="280605"/>
                </a:lnTo>
                <a:lnTo>
                  <a:pt x="1195287" y="280466"/>
                </a:lnTo>
                <a:lnTo>
                  <a:pt x="1194717" y="280327"/>
                </a:lnTo>
                <a:lnTo>
                  <a:pt x="1194162" y="280189"/>
                </a:lnTo>
                <a:lnTo>
                  <a:pt x="1193623" y="280051"/>
                </a:lnTo>
                <a:lnTo>
                  <a:pt x="1193098" y="279914"/>
                </a:lnTo>
                <a:lnTo>
                  <a:pt x="1192588" y="279777"/>
                </a:lnTo>
                <a:lnTo>
                  <a:pt x="1192094" y="279642"/>
                </a:lnTo>
                <a:lnTo>
                  <a:pt x="1191614" y="279506"/>
                </a:lnTo>
                <a:lnTo>
                  <a:pt x="1191149" y="279371"/>
                </a:lnTo>
                <a:lnTo>
                  <a:pt x="1190700" y="279237"/>
                </a:lnTo>
                <a:lnTo>
                  <a:pt x="1190265" y="279103"/>
                </a:lnTo>
                <a:lnTo>
                  <a:pt x="1189856" y="278969"/>
                </a:lnTo>
                <a:lnTo>
                  <a:pt x="1189459" y="278834"/>
                </a:lnTo>
                <a:lnTo>
                  <a:pt x="1189071" y="278698"/>
                </a:lnTo>
                <a:lnTo>
                  <a:pt x="1188694" y="278560"/>
                </a:lnTo>
                <a:lnTo>
                  <a:pt x="1188328" y="278422"/>
                </a:lnTo>
                <a:lnTo>
                  <a:pt x="1187973" y="278282"/>
                </a:lnTo>
                <a:lnTo>
                  <a:pt x="1187627" y="278142"/>
                </a:lnTo>
                <a:lnTo>
                  <a:pt x="1187293" y="278000"/>
                </a:lnTo>
                <a:lnTo>
                  <a:pt x="1186969" y="277857"/>
                </a:lnTo>
                <a:lnTo>
                  <a:pt x="1186656" y="277713"/>
                </a:lnTo>
                <a:lnTo>
                  <a:pt x="1186353" y="277568"/>
                </a:lnTo>
                <a:lnTo>
                  <a:pt x="1186061" y="277421"/>
                </a:lnTo>
                <a:lnTo>
                  <a:pt x="1185779" y="277274"/>
                </a:lnTo>
                <a:lnTo>
                  <a:pt x="1185508" y="277126"/>
                </a:lnTo>
                <a:lnTo>
                  <a:pt x="1185247" y="276976"/>
                </a:lnTo>
                <a:lnTo>
                  <a:pt x="1184997" y="276825"/>
                </a:lnTo>
                <a:lnTo>
                  <a:pt x="1184758" y="276673"/>
                </a:lnTo>
                <a:lnTo>
                  <a:pt x="1184529" y="276520"/>
                </a:lnTo>
                <a:lnTo>
                  <a:pt x="1184311" y="276366"/>
                </a:lnTo>
                <a:lnTo>
                  <a:pt x="1184103" y="276211"/>
                </a:lnTo>
                <a:lnTo>
                  <a:pt x="1183906" y="276055"/>
                </a:lnTo>
                <a:lnTo>
                  <a:pt x="1183719" y="275898"/>
                </a:lnTo>
                <a:lnTo>
                  <a:pt x="1183543" y="275739"/>
                </a:lnTo>
                <a:lnTo>
                  <a:pt x="1183378" y="275579"/>
                </a:lnTo>
                <a:lnTo>
                  <a:pt x="1183221" y="275404"/>
                </a:lnTo>
                <a:lnTo>
                  <a:pt x="1183071" y="275226"/>
                </a:lnTo>
                <a:lnTo>
                  <a:pt x="1182927" y="275044"/>
                </a:lnTo>
                <a:lnTo>
                  <a:pt x="1182790" y="274859"/>
                </a:lnTo>
                <a:lnTo>
                  <a:pt x="1182660" y="274670"/>
                </a:lnTo>
                <a:lnTo>
                  <a:pt x="1182537" y="274478"/>
                </a:lnTo>
                <a:lnTo>
                  <a:pt x="1182420" y="274283"/>
                </a:lnTo>
                <a:lnTo>
                  <a:pt x="1182310" y="274085"/>
                </a:lnTo>
                <a:lnTo>
                  <a:pt x="1182206" y="273883"/>
                </a:lnTo>
                <a:lnTo>
                  <a:pt x="1182110" y="273677"/>
                </a:lnTo>
                <a:lnTo>
                  <a:pt x="1182020" y="273469"/>
                </a:lnTo>
                <a:lnTo>
                  <a:pt x="1181936" y="273257"/>
                </a:lnTo>
                <a:lnTo>
                  <a:pt x="1181859" y="273042"/>
                </a:lnTo>
                <a:lnTo>
                  <a:pt x="1181789" y="272823"/>
                </a:lnTo>
                <a:lnTo>
                  <a:pt x="1181726" y="272601"/>
                </a:lnTo>
                <a:lnTo>
                  <a:pt x="1181669" y="272376"/>
                </a:lnTo>
                <a:lnTo>
                  <a:pt x="1181619" y="272147"/>
                </a:lnTo>
                <a:lnTo>
                  <a:pt x="1181576" y="271916"/>
                </a:lnTo>
                <a:lnTo>
                  <a:pt x="1181539" y="271680"/>
                </a:lnTo>
                <a:lnTo>
                  <a:pt x="1181509" y="271442"/>
                </a:lnTo>
                <a:lnTo>
                  <a:pt x="1181486" y="271200"/>
                </a:lnTo>
                <a:lnTo>
                  <a:pt x="1181469" y="270955"/>
                </a:lnTo>
                <a:lnTo>
                  <a:pt x="1181459" y="270706"/>
                </a:lnTo>
                <a:lnTo>
                  <a:pt x="1181456" y="270454"/>
                </a:lnTo>
                <a:lnTo>
                  <a:pt x="1181488" y="269513"/>
                </a:lnTo>
                <a:lnTo>
                  <a:pt x="1181585" y="268612"/>
                </a:lnTo>
                <a:lnTo>
                  <a:pt x="1181746" y="267751"/>
                </a:lnTo>
                <a:lnTo>
                  <a:pt x="1181972" y="266930"/>
                </a:lnTo>
                <a:lnTo>
                  <a:pt x="1182262" y="266149"/>
                </a:lnTo>
                <a:lnTo>
                  <a:pt x="1182617" y="265409"/>
                </a:lnTo>
                <a:lnTo>
                  <a:pt x="1183036" y="264708"/>
                </a:lnTo>
                <a:lnTo>
                  <a:pt x="1183520" y="264047"/>
                </a:lnTo>
                <a:lnTo>
                  <a:pt x="1184068" y="263427"/>
                </a:lnTo>
                <a:lnTo>
                  <a:pt x="1184681" y="262846"/>
                </a:lnTo>
                <a:lnTo>
                  <a:pt x="1185359" y="262305"/>
                </a:lnTo>
                <a:lnTo>
                  <a:pt x="1186101" y="261805"/>
                </a:lnTo>
                <a:lnTo>
                  <a:pt x="1186907" y="261344"/>
                </a:lnTo>
                <a:lnTo>
                  <a:pt x="1187778" y="260924"/>
                </a:lnTo>
                <a:lnTo>
                  <a:pt x="1188713" y="260544"/>
                </a:lnTo>
                <a:lnTo>
                  <a:pt x="1189713" y="260203"/>
                </a:lnTo>
                <a:lnTo>
                  <a:pt x="1190778" y="259903"/>
                </a:lnTo>
                <a:lnTo>
                  <a:pt x="1191907" y="259643"/>
                </a:lnTo>
                <a:lnTo>
                  <a:pt x="1193100" y="259422"/>
                </a:lnTo>
                <a:lnTo>
                  <a:pt x="1194358" y="259242"/>
                </a:lnTo>
                <a:lnTo>
                  <a:pt x="1195681" y="259102"/>
                </a:lnTo>
                <a:lnTo>
                  <a:pt x="1197068" y="259002"/>
                </a:lnTo>
                <a:lnTo>
                  <a:pt x="1198519" y="258942"/>
                </a:lnTo>
                <a:lnTo>
                  <a:pt x="1200035" y="258922"/>
                </a:lnTo>
                <a:lnTo>
                  <a:pt x="1200474" y="258924"/>
                </a:lnTo>
                <a:lnTo>
                  <a:pt x="1200909" y="258930"/>
                </a:lnTo>
                <a:lnTo>
                  <a:pt x="1201342" y="258939"/>
                </a:lnTo>
                <a:lnTo>
                  <a:pt x="1201770" y="258953"/>
                </a:lnTo>
                <a:lnTo>
                  <a:pt x="1202196" y="258970"/>
                </a:lnTo>
                <a:lnTo>
                  <a:pt x="1202618" y="258992"/>
                </a:lnTo>
                <a:lnTo>
                  <a:pt x="1203037" y="259017"/>
                </a:lnTo>
                <a:lnTo>
                  <a:pt x="1203452" y="259046"/>
                </a:lnTo>
                <a:lnTo>
                  <a:pt x="1203864" y="259079"/>
                </a:lnTo>
                <a:lnTo>
                  <a:pt x="1204273" y="259116"/>
                </a:lnTo>
                <a:lnTo>
                  <a:pt x="1204678" y="259157"/>
                </a:lnTo>
                <a:lnTo>
                  <a:pt x="1205081" y="259202"/>
                </a:lnTo>
                <a:lnTo>
                  <a:pt x="1205479" y="259251"/>
                </a:lnTo>
                <a:lnTo>
                  <a:pt x="1205875" y="259303"/>
                </a:lnTo>
                <a:lnTo>
                  <a:pt x="1206267" y="259360"/>
                </a:lnTo>
                <a:lnTo>
                  <a:pt x="1206656" y="259420"/>
                </a:lnTo>
                <a:lnTo>
                  <a:pt x="1207041" y="259484"/>
                </a:lnTo>
                <a:lnTo>
                  <a:pt x="1207423" y="259552"/>
                </a:lnTo>
                <a:lnTo>
                  <a:pt x="1207802" y="259625"/>
                </a:lnTo>
                <a:lnTo>
                  <a:pt x="1208177" y="259700"/>
                </a:lnTo>
                <a:lnTo>
                  <a:pt x="1208549" y="259780"/>
                </a:lnTo>
                <a:lnTo>
                  <a:pt x="1208918" y="259864"/>
                </a:lnTo>
                <a:lnTo>
                  <a:pt x="1209283" y="259952"/>
                </a:lnTo>
                <a:lnTo>
                  <a:pt x="1209645" y="260043"/>
                </a:lnTo>
                <a:lnTo>
                  <a:pt x="1210016" y="260127"/>
                </a:lnTo>
                <a:lnTo>
                  <a:pt x="1210379" y="260218"/>
                </a:lnTo>
                <a:lnTo>
                  <a:pt x="1210737" y="260316"/>
                </a:lnTo>
                <a:lnTo>
                  <a:pt x="1211087" y="260421"/>
                </a:lnTo>
                <a:lnTo>
                  <a:pt x="1211431" y="260534"/>
                </a:lnTo>
                <a:lnTo>
                  <a:pt x="1211768" y="260654"/>
                </a:lnTo>
                <a:lnTo>
                  <a:pt x="1212098" y="260781"/>
                </a:lnTo>
                <a:lnTo>
                  <a:pt x="1212422" y="260915"/>
                </a:lnTo>
                <a:lnTo>
                  <a:pt x="1212739" y="261057"/>
                </a:lnTo>
                <a:lnTo>
                  <a:pt x="1213049" y="261205"/>
                </a:lnTo>
                <a:lnTo>
                  <a:pt x="1213353" y="261361"/>
                </a:lnTo>
                <a:lnTo>
                  <a:pt x="1213650" y="261525"/>
                </a:lnTo>
                <a:lnTo>
                  <a:pt x="1213940" y="261695"/>
                </a:lnTo>
                <a:lnTo>
                  <a:pt x="1214224" y="261873"/>
                </a:lnTo>
                <a:lnTo>
                  <a:pt x="1214501" y="262058"/>
                </a:lnTo>
                <a:lnTo>
                  <a:pt x="1214771" y="262250"/>
                </a:lnTo>
                <a:lnTo>
                  <a:pt x="1215034" y="262449"/>
                </a:lnTo>
                <a:lnTo>
                  <a:pt x="1215291" y="262656"/>
                </a:lnTo>
                <a:lnTo>
                  <a:pt x="1215542" y="262870"/>
                </a:lnTo>
                <a:lnTo>
                  <a:pt x="1215785" y="263091"/>
                </a:lnTo>
                <a:lnTo>
                  <a:pt x="1216022" y="263319"/>
                </a:lnTo>
                <a:lnTo>
                  <a:pt x="1216252" y="263555"/>
                </a:lnTo>
                <a:lnTo>
                  <a:pt x="1216476" y="263797"/>
                </a:lnTo>
                <a:lnTo>
                  <a:pt x="1216693" y="264047"/>
                </a:lnTo>
                <a:lnTo>
                  <a:pt x="1216915" y="264293"/>
                </a:lnTo>
                <a:lnTo>
                  <a:pt x="1217128" y="264548"/>
                </a:lnTo>
                <a:lnTo>
                  <a:pt x="1217331" y="264813"/>
                </a:lnTo>
                <a:lnTo>
                  <a:pt x="1217525" y="265088"/>
                </a:lnTo>
                <a:lnTo>
                  <a:pt x="1217709" y="265374"/>
                </a:lnTo>
                <a:lnTo>
                  <a:pt x="1217884" y="265669"/>
                </a:lnTo>
                <a:lnTo>
                  <a:pt x="1218049" y="265974"/>
                </a:lnTo>
                <a:lnTo>
                  <a:pt x="1218205" y="266290"/>
                </a:lnTo>
                <a:lnTo>
                  <a:pt x="1218352" y="266615"/>
                </a:lnTo>
                <a:lnTo>
                  <a:pt x="1218489" y="266950"/>
                </a:lnTo>
                <a:lnTo>
                  <a:pt x="1218617" y="267296"/>
                </a:lnTo>
                <a:lnTo>
                  <a:pt x="1218735" y="267651"/>
                </a:lnTo>
                <a:lnTo>
                  <a:pt x="1218844" y="268016"/>
                </a:lnTo>
                <a:lnTo>
                  <a:pt x="1218943" y="268392"/>
                </a:lnTo>
                <a:lnTo>
                  <a:pt x="1219033" y="268777"/>
                </a:lnTo>
                <a:lnTo>
                  <a:pt x="1219113" y="269173"/>
                </a:lnTo>
                <a:lnTo>
                  <a:pt x="1219184" y="269578"/>
                </a:lnTo>
                <a:lnTo>
                  <a:pt x="1219245" y="269994"/>
                </a:lnTo>
                <a:lnTo>
                  <a:pt x="1219297" y="270419"/>
                </a:lnTo>
                <a:lnTo>
                  <a:pt x="1219340" y="270854"/>
                </a:lnTo>
                <a:lnTo>
                  <a:pt x="1219373" y="271300"/>
                </a:lnTo>
                <a:lnTo>
                  <a:pt x="1219397" y="271755"/>
                </a:lnTo>
                <a:lnTo>
                  <a:pt x="1219411" y="272221"/>
                </a:lnTo>
                <a:lnTo>
                  <a:pt x="1219416" y="272696"/>
                </a:lnTo>
                <a:lnTo>
                  <a:pt x="1233350" y="272696"/>
                </a:lnTo>
                <a:lnTo>
                  <a:pt x="1233376" y="272604"/>
                </a:lnTo>
                <a:lnTo>
                  <a:pt x="1233402" y="272513"/>
                </a:lnTo>
                <a:lnTo>
                  <a:pt x="1233425" y="272424"/>
                </a:lnTo>
                <a:lnTo>
                  <a:pt x="1233448" y="272336"/>
                </a:lnTo>
                <a:lnTo>
                  <a:pt x="1233470" y="272250"/>
                </a:lnTo>
                <a:lnTo>
                  <a:pt x="1233491" y="272166"/>
                </a:lnTo>
                <a:lnTo>
                  <a:pt x="1233510" y="272083"/>
                </a:lnTo>
                <a:lnTo>
                  <a:pt x="1233528" y="272002"/>
                </a:lnTo>
                <a:lnTo>
                  <a:pt x="1233546" y="271923"/>
                </a:lnTo>
                <a:lnTo>
                  <a:pt x="1233562" y="271845"/>
                </a:lnTo>
                <a:lnTo>
                  <a:pt x="1233577" y="271770"/>
                </a:lnTo>
                <a:lnTo>
                  <a:pt x="1233591" y="271695"/>
                </a:lnTo>
                <a:lnTo>
                  <a:pt x="1233603" y="271623"/>
                </a:lnTo>
                <a:lnTo>
                  <a:pt x="1233615" y="271552"/>
                </a:lnTo>
                <a:lnTo>
                  <a:pt x="1233626" y="271483"/>
                </a:lnTo>
                <a:lnTo>
                  <a:pt x="1233635" y="271415"/>
                </a:lnTo>
                <a:lnTo>
                  <a:pt x="1233644" y="271349"/>
                </a:lnTo>
                <a:lnTo>
                  <a:pt x="1233651" y="271285"/>
                </a:lnTo>
                <a:lnTo>
                  <a:pt x="1233657" y="271222"/>
                </a:lnTo>
                <a:lnTo>
                  <a:pt x="1233662" y="271161"/>
                </a:lnTo>
                <a:lnTo>
                  <a:pt x="1233666" y="271102"/>
                </a:lnTo>
                <a:lnTo>
                  <a:pt x="1233669" y="271045"/>
                </a:lnTo>
                <a:lnTo>
                  <a:pt x="1233670" y="270989"/>
                </a:lnTo>
                <a:lnTo>
                  <a:pt x="1233671" y="270935"/>
                </a:lnTo>
                <a:lnTo>
                  <a:pt x="1233671" y="270881"/>
                </a:lnTo>
                <a:lnTo>
                  <a:pt x="1233671" y="270829"/>
                </a:lnTo>
                <a:lnTo>
                  <a:pt x="1233671" y="270777"/>
                </a:lnTo>
                <a:lnTo>
                  <a:pt x="1233671" y="270725"/>
                </a:lnTo>
                <a:lnTo>
                  <a:pt x="1233671" y="270675"/>
                </a:lnTo>
                <a:lnTo>
                  <a:pt x="1233671" y="270624"/>
                </a:lnTo>
                <a:lnTo>
                  <a:pt x="1233671" y="270574"/>
                </a:lnTo>
                <a:lnTo>
                  <a:pt x="1233671" y="270525"/>
                </a:lnTo>
                <a:lnTo>
                  <a:pt x="1233671" y="270477"/>
                </a:lnTo>
                <a:lnTo>
                  <a:pt x="1233671" y="270428"/>
                </a:lnTo>
                <a:lnTo>
                  <a:pt x="1233671" y="270381"/>
                </a:lnTo>
                <a:lnTo>
                  <a:pt x="1233671" y="270334"/>
                </a:lnTo>
                <a:lnTo>
                  <a:pt x="1233671" y="270287"/>
                </a:lnTo>
                <a:lnTo>
                  <a:pt x="1233671" y="270242"/>
                </a:lnTo>
                <a:lnTo>
                  <a:pt x="1233671" y="270196"/>
                </a:lnTo>
                <a:lnTo>
                  <a:pt x="1233671" y="270151"/>
                </a:lnTo>
                <a:lnTo>
                  <a:pt x="1233671" y="270107"/>
                </a:lnTo>
                <a:lnTo>
                  <a:pt x="1233671" y="270064"/>
                </a:lnTo>
                <a:lnTo>
                  <a:pt x="1233671" y="270021"/>
                </a:lnTo>
                <a:lnTo>
                  <a:pt x="1233671" y="269978"/>
                </a:lnTo>
                <a:lnTo>
                  <a:pt x="1233671" y="269936"/>
                </a:lnTo>
                <a:lnTo>
                  <a:pt x="1233671" y="269895"/>
                </a:lnTo>
                <a:lnTo>
                  <a:pt x="1233671" y="269854"/>
                </a:lnTo>
                <a:lnTo>
                  <a:pt x="1233671" y="269813"/>
                </a:lnTo>
                <a:lnTo>
                  <a:pt x="1233663" y="269243"/>
                </a:lnTo>
                <a:lnTo>
                  <a:pt x="1233641" y="268680"/>
                </a:lnTo>
                <a:lnTo>
                  <a:pt x="1233603" y="268124"/>
                </a:lnTo>
                <a:lnTo>
                  <a:pt x="1233551" y="267575"/>
                </a:lnTo>
                <a:lnTo>
                  <a:pt x="1233483" y="267034"/>
                </a:lnTo>
                <a:lnTo>
                  <a:pt x="1233401" y="266500"/>
                </a:lnTo>
                <a:lnTo>
                  <a:pt x="1233303" y="265973"/>
                </a:lnTo>
                <a:lnTo>
                  <a:pt x="1233190" y="265453"/>
                </a:lnTo>
                <a:lnTo>
                  <a:pt x="1233063" y="264941"/>
                </a:lnTo>
                <a:lnTo>
                  <a:pt x="1232920" y="264435"/>
                </a:lnTo>
                <a:lnTo>
                  <a:pt x="1232762" y="263937"/>
                </a:lnTo>
                <a:lnTo>
                  <a:pt x="1232590" y="263447"/>
                </a:lnTo>
                <a:lnTo>
                  <a:pt x="1232402" y="262963"/>
                </a:lnTo>
                <a:lnTo>
                  <a:pt x="1232199" y="262487"/>
                </a:lnTo>
                <a:lnTo>
                  <a:pt x="1231981" y="262018"/>
                </a:lnTo>
                <a:lnTo>
                  <a:pt x="1231749" y="261556"/>
                </a:lnTo>
                <a:lnTo>
                  <a:pt x="1231501" y="261101"/>
                </a:lnTo>
                <a:lnTo>
                  <a:pt x="1231238" y="260654"/>
                </a:lnTo>
                <a:lnTo>
                  <a:pt x="1230960" y="260214"/>
                </a:lnTo>
                <a:lnTo>
                  <a:pt x="1230668" y="259781"/>
                </a:lnTo>
                <a:lnTo>
                  <a:pt x="1230360" y="259355"/>
                </a:lnTo>
                <a:lnTo>
                  <a:pt x="1230037" y="258936"/>
                </a:lnTo>
                <a:lnTo>
                  <a:pt x="1229699" y="258525"/>
                </a:lnTo>
                <a:lnTo>
                  <a:pt x="1229346" y="258121"/>
                </a:lnTo>
                <a:lnTo>
                  <a:pt x="1228980" y="257711"/>
                </a:lnTo>
                <a:lnTo>
                  <a:pt x="1228604" y="257309"/>
                </a:lnTo>
                <a:lnTo>
                  <a:pt x="1228217" y="256915"/>
                </a:lnTo>
                <a:lnTo>
                  <a:pt x="1227820" y="256528"/>
                </a:lnTo>
                <a:lnTo>
                  <a:pt x="1227412" y="256149"/>
                </a:lnTo>
                <a:lnTo>
                  <a:pt x="1226994" y="255779"/>
                </a:lnTo>
                <a:lnTo>
                  <a:pt x="1226565" y="255415"/>
                </a:lnTo>
                <a:lnTo>
                  <a:pt x="1226125" y="255060"/>
                </a:lnTo>
                <a:lnTo>
                  <a:pt x="1225675" y="254712"/>
                </a:lnTo>
                <a:lnTo>
                  <a:pt x="1225214" y="254373"/>
                </a:lnTo>
                <a:lnTo>
                  <a:pt x="1224743" y="254041"/>
                </a:lnTo>
                <a:lnTo>
                  <a:pt x="1224261" y="253716"/>
                </a:lnTo>
                <a:lnTo>
                  <a:pt x="1223768" y="253400"/>
                </a:lnTo>
                <a:lnTo>
                  <a:pt x="1223265" y="253091"/>
                </a:lnTo>
                <a:lnTo>
                  <a:pt x="1222752" y="252790"/>
                </a:lnTo>
                <a:lnTo>
                  <a:pt x="1222228" y="252497"/>
                </a:lnTo>
                <a:lnTo>
                  <a:pt x="1221693" y="252212"/>
                </a:lnTo>
                <a:lnTo>
                  <a:pt x="1221148" y="251935"/>
                </a:lnTo>
                <a:lnTo>
                  <a:pt x="1220592" y="251665"/>
                </a:lnTo>
                <a:lnTo>
                  <a:pt x="1220025" y="251403"/>
                </a:lnTo>
                <a:lnTo>
                  <a:pt x="1219448" y="251149"/>
                </a:lnTo>
                <a:lnTo>
                  <a:pt x="1218861" y="250902"/>
                </a:lnTo>
                <a:lnTo>
                  <a:pt x="1218263" y="250664"/>
                </a:lnTo>
                <a:lnTo>
                  <a:pt x="1217654" y="250433"/>
                </a:lnTo>
                <a:lnTo>
                  <a:pt x="1217050" y="250211"/>
                </a:lnTo>
                <a:lnTo>
                  <a:pt x="1216439" y="249998"/>
                </a:lnTo>
                <a:lnTo>
                  <a:pt x="1215822" y="249795"/>
                </a:lnTo>
                <a:lnTo>
                  <a:pt x="1215198" y="249601"/>
                </a:lnTo>
                <a:lnTo>
                  <a:pt x="1214567" y="249417"/>
                </a:lnTo>
                <a:lnTo>
                  <a:pt x="1213930" y="249242"/>
                </a:lnTo>
                <a:lnTo>
                  <a:pt x="1213286" y="249076"/>
                </a:lnTo>
                <a:lnTo>
                  <a:pt x="1212635" y="248920"/>
                </a:lnTo>
                <a:lnTo>
                  <a:pt x="1211978" y="248774"/>
                </a:lnTo>
                <a:lnTo>
                  <a:pt x="1211314" y="248637"/>
                </a:lnTo>
                <a:lnTo>
                  <a:pt x="1210643" y="248509"/>
                </a:lnTo>
                <a:lnTo>
                  <a:pt x="1209966" y="248391"/>
                </a:lnTo>
                <a:lnTo>
                  <a:pt x="1209282" y="248282"/>
                </a:lnTo>
                <a:lnTo>
                  <a:pt x="1208591" y="248183"/>
                </a:lnTo>
                <a:lnTo>
                  <a:pt x="1207894" y="248093"/>
                </a:lnTo>
                <a:lnTo>
                  <a:pt x="1207190" y="248013"/>
                </a:lnTo>
                <a:lnTo>
                  <a:pt x="1206479" y="247942"/>
                </a:lnTo>
                <a:lnTo>
                  <a:pt x="1205761" y="247880"/>
                </a:lnTo>
                <a:lnTo>
                  <a:pt x="1205037" y="247828"/>
                </a:lnTo>
                <a:lnTo>
                  <a:pt x="1204307" y="247786"/>
                </a:lnTo>
                <a:lnTo>
                  <a:pt x="1203569" y="247753"/>
                </a:lnTo>
                <a:lnTo>
                  <a:pt x="1202825" y="247729"/>
                </a:lnTo>
                <a:lnTo>
                  <a:pt x="1202074" y="247715"/>
                </a:lnTo>
                <a:lnTo>
                  <a:pt x="1201317" y="247710"/>
                </a:lnTo>
                <a:lnTo>
                  <a:pt x="1200454" y="247715"/>
                </a:lnTo>
                <a:lnTo>
                  <a:pt x="1199599" y="247729"/>
                </a:lnTo>
                <a:lnTo>
                  <a:pt x="1198754" y="247753"/>
                </a:lnTo>
                <a:lnTo>
                  <a:pt x="1197918" y="247786"/>
                </a:lnTo>
                <a:lnTo>
                  <a:pt x="1197090" y="247828"/>
                </a:lnTo>
                <a:lnTo>
                  <a:pt x="1196271" y="247880"/>
                </a:lnTo>
                <a:lnTo>
                  <a:pt x="1195462" y="247942"/>
                </a:lnTo>
                <a:lnTo>
                  <a:pt x="1194661" y="248013"/>
                </a:lnTo>
                <a:lnTo>
                  <a:pt x="1193869" y="248093"/>
                </a:lnTo>
                <a:lnTo>
                  <a:pt x="1193086" y="248183"/>
                </a:lnTo>
                <a:lnTo>
                  <a:pt x="1192312" y="248282"/>
                </a:lnTo>
                <a:lnTo>
                  <a:pt x="1191546" y="248391"/>
                </a:lnTo>
                <a:lnTo>
                  <a:pt x="1190790" y="248509"/>
                </a:lnTo>
                <a:lnTo>
                  <a:pt x="1190043" y="248637"/>
                </a:lnTo>
                <a:lnTo>
                  <a:pt x="1189304" y="248774"/>
                </a:lnTo>
                <a:lnTo>
                  <a:pt x="1188574" y="248920"/>
                </a:lnTo>
                <a:lnTo>
                  <a:pt x="1187854" y="249076"/>
                </a:lnTo>
                <a:lnTo>
                  <a:pt x="1187142" y="249242"/>
                </a:lnTo>
                <a:lnTo>
                  <a:pt x="1186439" y="249417"/>
                </a:lnTo>
                <a:lnTo>
                  <a:pt x="1185745" y="249601"/>
                </a:lnTo>
                <a:lnTo>
                  <a:pt x="1185059" y="249795"/>
                </a:lnTo>
                <a:lnTo>
                  <a:pt x="1184383" y="249998"/>
                </a:lnTo>
                <a:lnTo>
                  <a:pt x="1183716" y="250211"/>
                </a:lnTo>
                <a:lnTo>
                  <a:pt x="1183057" y="250433"/>
                </a:lnTo>
                <a:lnTo>
                  <a:pt x="1182422" y="250664"/>
                </a:lnTo>
                <a:lnTo>
                  <a:pt x="1181799" y="250905"/>
                </a:lnTo>
                <a:lnTo>
                  <a:pt x="1181188" y="251154"/>
                </a:lnTo>
                <a:lnTo>
                  <a:pt x="1180588" y="251412"/>
                </a:lnTo>
                <a:lnTo>
                  <a:pt x="1180000" y="251679"/>
                </a:lnTo>
                <a:lnTo>
                  <a:pt x="1179423" y="251955"/>
                </a:lnTo>
                <a:lnTo>
                  <a:pt x="1178859" y="252239"/>
                </a:lnTo>
                <a:lnTo>
                  <a:pt x="1178306" y="252533"/>
                </a:lnTo>
                <a:lnTo>
                  <a:pt x="1177764" y="252835"/>
                </a:lnTo>
                <a:lnTo>
                  <a:pt x="1177235" y="253147"/>
                </a:lnTo>
                <a:lnTo>
                  <a:pt x="1176716" y="253467"/>
                </a:lnTo>
                <a:lnTo>
                  <a:pt x="1176210" y="253796"/>
                </a:lnTo>
                <a:lnTo>
                  <a:pt x="1175715" y="254135"/>
                </a:lnTo>
                <a:lnTo>
                  <a:pt x="1175232" y="254482"/>
                </a:lnTo>
                <a:lnTo>
                  <a:pt x="1174761" y="254838"/>
                </a:lnTo>
                <a:lnTo>
                  <a:pt x="1174301" y="255202"/>
                </a:lnTo>
                <a:lnTo>
                  <a:pt x="1173853" y="255576"/>
                </a:lnTo>
                <a:lnTo>
                  <a:pt x="1173417" y="255959"/>
                </a:lnTo>
                <a:lnTo>
                  <a:pt x="1172993" y="256350"/>
                </a:lnTo>
                <a:lnTo>
                  <a:pt x="1172580" y="256751"/>
                </a:lnTo>
                <a:lnTo>
                  <a:pt x="1172178" y="257160"/>
                </a:lnTo>
                <a:lnTo>
                  <a:pt x="1171789" y="257578"/>
                </a:lnTo>
                <a:lnTo>
                  <a:pt x="1171411" y="258005"/>
                </a:lnTo>
                <a:lnTo>
                  <a:pt x="1171045" y="258441"/>
                </a:lnTo>
                <a:lnTo>
                  <a:pt x="1170692" y="258887"/>
                </a:lnTo>
                <a:lnTo>
                  <a:pt x="1170354" y="259341"/>
                </a:lnTo>
                <a:lnTo>
                  <a:pt x="1170031" y="259805"/>
                </a:lnTo>
                <a:lnTo>
                  <a:pt x="1169723" y="260279"/>
                </a:lnTo>
                <a:lnTo>
                  <a:pt x="1169431" y="260762"/>
                </a:lnTo>
                <a:lnTo>
                  <a:pt x="1169153" y="261254"/>
                </a:lnTo>
                <a:lnTo>
                  <a:pt x="1168890" y="261756"/>
                </a:lnTo>
                <a:lnTo>
                  <a:pt x="1168642" y="262268"/>
                </a:lnTo>
                <a:lnTo>
                  <a:pt x="1168409" y="262788"/>
                </a:lnTo>
                <a:lnTo>
                  <a:pt x="1168192" y="263319"/>
                </a:lnTo>
                <a:lnTo>
                  <a:pt x="1167989" y="263858"/>
                </a:lnTo>
                <a:lnTo>
                  <a:pt x="1167801" y="264408"/>
                </a:lnTo>
                <a:lnTo>
                  <a:pt x="1167629" y="264966"/>
                </a:lnTo>
                <a:lnTo>
                  <a:pt x="1167471" y="265534"/>
                </a:lnTo>
                <a:lnTo>
                  <a:pt x="1167328" y="266112"/>
                </a:lnTo>
                <a:lnTo>
                  <a:pt x="1167201" y="266699"/>
                </a:lnTo>
                <a:lnTo>
                  <a:pt x="1167088" y="267295"/>
                </a:lnTo>
                <a:lnTo>
                  <a:pt x="1166990" y="267901"/>
                </a:lnTo>
                <a:lnTo>
                  <a:pt x="1166908" y="268517"/>
                </a:lnTo>
                <a:lnTo>
                  <a:pt x="1166840" y="269142"/>
                </a:lnTo>
                <a:lnTo>
                  <a:pt x="1166788" y="269776"/>
                </a:lnTo>
                <a:lnTo>
                  <a:pt x="1166750" y="270420"/>
                </a:lnTo>
                <a:lnTo>
                  <a:pt x="1166728" y="271073"/>
                </a:lnTo>
                <a:lnTo>
                  <a:pt x="1166720" y="271735"/>
                </a:lnTo>
                <a:lnTo>
                  <a:pt x="1166725" y="272305"/>
                </a:lnTo>
                <a:lnTo>
                  <a:pt x="1166740" y="272868"/>
                </a:lnTo>
                <a:lnTo>
                  <a:pt x="1166765" y="273422"/>
                </a:lnTo>
                <a:lnTo>
                  <a:pt x="1166800" y="273969"/>
                </a:lnTo>
                <a:lnTo>
                  <a:pt x="1166845" y="274508"/>
                </a:lnTo>
                <a:lnTo>
                  <a:pt x="1166900" y="275039"/>
                </a:lnTo>
                <a:lnTo>
                  <a:pt x="1166965" y="275562"/>
                </a:lnTo>
                <a:lnTo>
                  <a:pt x="1167040" y="276078"/>
                </a:lnTo>
                <a:lnTo>
                  <a:pt x="1167126" y="276585"/>
                </a:lnTo>
                <a:lnTo>
                  <a:pt x="1167221" y="277085"/>
                </a:lnTo>
                <a:lnTo>
                  <a:pt x="1167326" y="277578"/>
                </a:lnTo>
                <a:lnTo>
                  <a:pt x="1167441" y="278062"/>
                </a:lnTo>
                <a:lnTo>
                  <a:pt x="1167566" y="278539"/>
                </a:lnTo>
                <a:lnTo>
                  <a:pt x="1167701" y="279007"/>
                </a:lnTo>
                <a:lnTo>
                  <a:pt x="1167846" y="279469"/>
                </a:lnTo>
                <a:lnTo>
                  <a:pt x="1168002" y="279922"/>
                </a:lnTo>
                <a:lnTo>
                  <a:pt x="1168167" y="280367"/>
                </a:lnTo>
                <a:lnTo>
                  <a:pt x="1168342" y="280805"/>
                </a:lnTo>
                <a:lnTo>
                  <a:pt x="1168527" y="281235"/>
                </a:lnTo>
                <a:lnTo>
                  <a:pt x="1168722" y="281657"/>
                </a:lnTo>
                <a:lnTo>
                  <a:pt x="1168927" y="282071"/>
                </a:lnTo>
                <a:lnTo>
                  <a:pt x="1169143" y="282478"/>
                </a:lnTo>
                <a:lnTo>
                  <a:pt x="1169368" y="282877"/>
                </a:lnTo>
                <a:lnTo>
                  <a:pt x="1169603" y="283267"/>
                </a:lnTo>
                <a:lnTo>
                  <a:pt x="1169850" y="283638"/>
                </a:lnTo>
                <a:lnTo>
                  <a:pt x="1170109" y="284004"/>
                </a:lnTo>
                <a:lnTo>
                  <a:pt x="1170381" y="284364"/>
                </a:lnTo>
                <a:lnTo>
                  <a:pt x="1170666" y="284718"/>
                </a:lnTo>
                <a:lnTo>
                  <a:pt x="1170964" y="285067"/>
                </a:lnTo>
                <a:lnTo>
                  <a:pt x="1171275" y="285410"/>
                </a:lnTo>
                <a:lnTo>
                  <a:pt x="1171598" y="285747"/>
                </a:lnTo>
                <a:lnTo>
                  <a:pt x="1171934" y="286079"/>
                </a:lnTo>
                <a:lnTo>
                  <a:pt x="1172283" y="286406"/>
                </a:lnTo>
                <a:lnTo>
                  <a:pt x="1172645" y="286727"/>
                </a:lnTo>
                <a:lnTo>
                  <a:pt x="1173020" y="287042"/>
                </a:lnTo>
                <a:lnTo>
                  <a:pt x="1173407" y="287352"/>
                </a:lnTo>
                <a:lnTo>
                  <a:pt x="1173807" y="287656"/>
                </a:lnTo>
                <a:lnTo>
                  <a:pt x="1174220" y="287955"/>
                </a:lnTo>
                <a:lnTo>
                  <a:pt x="1174646" y="288248"/>
                </a:lnTo>
                <a:lnTo>
                  <a:pt x="1175085" y="288535"/>
                </a:lnTo>
                <a:lnTo>
                  <a:pt x="1175536" y="288817"/>
                </a:lnTo>
                <a:lnTo>
                  <a:pt x="1176000" y="289094"/>
                </a:lnTo>
                <a:lnTo>
                  <a:pt x="1176477" y="289365"/>
                </a:lnTo>
                <a:lnTo>
                  <a:pt x="1176967" y="289630"/>
                </a:lnTo>
                <a:lnTo>
                  <a:pt x="1177469" y="289890"/>
                </a:lnTo>
                <a:lnTo>
                  <a:pt x="1177984" y="290144"/>
                </a:lnTo>
                <a:lnTo>
                  <a:pt x="1178512" y="290392"/>
                </a:lnTo>
                <a:lnTo>
                  <a:pt x="1179053" y="290635"/>
                </a:lnTo>
                <a:lnTo>
                  <a:pt x="1179608" y="290861"/>
                </a:lnTo>
                <a:lnTo>
                  <a:pt x="1180177" y="291084"/>
                </a:lnTo>
                <a:lnTo>
                  <a:pt x="1180760" y="291304"/>
                </a:lnTo>
                <a:lnTo>
                  <a:pt x="1181358" y="291521"/>
                </a:lnTo>
                <a:lnTo>
                  <a:pt x="1181970" y="291735"/>
                </a:lnTo>
                <a:lnTo>
                  <a:pt x="1182597" y="291947"/>
                </a:lnTo>
                <a:lnTo>
                  <a:pt x="1183238" y="292156"/>
                </a:lnTo>
                <a:lnTo>
                  <a:pt x="1183894" y="292362"/>
                </a:lnTo>
                <a:lnTo>
                  <a:pt x="1184564" y="292565"/>
                </a:lnTo>
                <a:lnTo>
                  <a:pt x="1185249" y="292765"/>
                </a:lnTo>
                <a:lnTo>
                  <a:pt x="1185948" y="292963"/>
                </a:lnTo>
                <a:lnTo>
                  <a:pt x="1186661" y="293158"/>
                </a:lnTo>
                <a:lnTo>
                  <a:pt x="1187389" y="293350"/>
                </a:lnTo>
                <a:lnTo>
                  <a:pt x="1188132" y="293539"/>
                </a:lnTo>
                <a:lnTo>
                  <a:pt x="1188889" y="293726"/>
                </a:lnTo>
                <a:lnTo>
                  <a:pt x="1189660" y="293910"/>
                </a:lnTo>
                <a:lnTo>
                  <a:pt x="1190446" y="294091"/>
                </a:lnTo>
                <a:lnTo>
                  <a:pt x="1191246" y="294269"/>
                </a:lnTo>
                <a:lnTo>
                  <a:pt x="1192061" y="294445"/>
                </a:lnTo>
                <a:lnTo>
                  <a:pt x="1192890" y="294617"/>
                </a:lnTo>
                <a:lnTo>
                  <a:pt x="1193734" y="294787"/>
                </a:lnTo>
                <a:lnTo>
                  <a:pt x="1194592" y="294954"/>
                </a:lnTo>
                <a:lnTo>
                  <a:pt x="1195464" y="295119"/>
                </a:lnTo>
                <a:lnTo>
                  <a:pt x="1196351" y="295280"/>
                </a:lnTo>
                <a:lnTo>
                  <a:pt x="1197184" y="295414"/>
                </a:lnTo>
                <a:lnTo>
                  <a:pt x="1198000" y="295548"/>
                </a:lnTo>
                <a:lnTo>
                  <a:pt x="1198799" y="295683"/>
                </a:lnTo>
                <a:lnTo>
                  <a:pt x="1199581" y="295819"/>
                </a:lnTo>
                <a:lnTo>
                  <a:pt x="1200347" y="295955"/>
                </a:lnTo>
                <a:lnTo>
                  <a:pt x="1201096" y="296091"/>
                </a:lnTo>
                <a:lnTo>
                  <a:pt x="1201829" y="296228"/>
                </a:lnTo>
                <a:lnTo>
                  <a:pt x="1202545" y="296366"/>
                </a:lnTo>
                <a:lnTo>
                  <a:pt x="1203244" y="296504"/>
                </a:lnTo>
                <a:lnTo>
                  <a:pt x="1203926" y="296643"/>
                </a:lnTo>
                <a:lnTo>
                  <a:pt x="1204592" y="296782"/>
                </a:lnTo>
                <a:lnTo>
                  <a:pt x="1205241" y="296922"/>
                </a:lnTo>
                <a:lnTo>
                  <a:pt x="1205873" y="297062"/>
                </a:lnTo>
                <a:lnTo>
                  <a:pt x="1206489" y="297203"/>
                </a:lnTo>
                <a:lnTo>
                  <a:pt x="1207088" y="297345"/>
                </a:lnTo>
                <a:lnTo>
                  <a:pt x="1207670" y="297487"/>
                </a:lnTo>
                <a:lnTo>
                  <a:pt x="1208236" y="297630"/>
                </a:lnTo>
                <a:lnTo>
                  <a:pt x="1208784" y="297773"/>
                </a:lnTo>
                <a:lnTo>
                  <a:pt x="1209317" y="297917"/>
                </a:lnTo>
                <a:lnTo>
                  <a:pt x="1209832" y="298061"/>
                </a:lnTo>
                <a:lnTo>
                  <a:pt x="1210331" y="298206"/>
                </a:lnTo>
                <a:lnTo>
                  <a:pt x="1210813" y="298351"/>
                </a:lnTo>
                <a:lnTo>
                  <a:pt x="1211279" y="298497"/>
                </a:lnTo>
                <a:lnTo>
                  <a:pt x="1211728" y="298644"/>
                </a:lnTo>
                <a:lnTo>
                  <a:pt x="1212176" y="298792"/>
                </a:lnTo>
                <a:lnTo>
                  <a:pt x="1212612" y="298942"/>
                </a:lnTo>
                <a:lnTo>
                  <a:pt x="1213036" y="299094"/>
                </a:lnTo>
                <a:lnTo>
                  <a:pt x="1213449" y="299249"/>
                </a:lnTo>
                <a:lnTo>
                  <a:pt x="1213851" y="299406"/>
                </a:lnTo>
                <a:lnTo>
                  <a:pt x="1214240" y="299565"/>
                </a:lnTo>
                <a:lnTo>
                  <a:pt x="1214618" y="299726"/>
                </a:lnTo>
                <a:lnTo>
                  <a:pt x="1214984" y="299890"/>
                </a:lnTo>
                <a:lnTo>
                  <a:pt x="1215339" y="300055"/>
                </a:lnTo>
                <a:lnTo>
                  <a:pt x="1215682" y="300223"/>
                </a:lnTo>
                <a:lnTo>
                  <a:pt x="1216013" y="300393"/>
                </a:lnTo>
                <a:lnTo>
                  <a:pt x="1216333" y="300566"/>
                </a:lnTo>
                <a:lnTo>
                  <a:pt x="1216640" y="300740"/>
                </a:lnTo>
                <a:lnTo>
                  <a:pt x="1216936" y="300917"/>
                </a:lnTo>
                <a:lnTo>
                  <a:pt x="1217221" y="301096"/>
                </a:lnTo>
                <a:lnTo>
                  <a:pt x="1217494" y="301278"/>
                </a:lnTo>
                <a:lnTo>
                  <a:pt x="1217755" y="301461"/>
                </a:lnTo>
                <a:lnTo>
                  <a:pt x="1218004" y="301647"/>
                </a:lnTo>
                <a:lnTo>
                  <a:pt x="1218242" y="301835"/>
                </a:lnTo>
                <a:lnTo>
                  <a:pt x="1218468" y="302025"/>
                </a:lnTo>
                <a:lnTo>
                  <a:pt x="1218682" y="302218"/>
                </a:lnTo>
                <a:lnTo>
                  <a:pt x="1218885" y="302412"/>
                </a:lnTo>
                <a:lnTo>
                  <a:pt x="1219076" y="302609"/>
                </a:lnTo>
                <a:lnTo>
                  <a:pt x="1219255" y="302808"/>
                </a:lnTo>
                <a:lnTo>
                  <a:pt x="1219425" y="303011"/>
                </a:lnTo>
                <a:lnTo>
                  <a:pt x="1219588" y="303217"/>
                </a:lnTo>
                <a:lnTo>
                  <a:pt x="1219744" y="303429"/>
                </a:lnTo>
                <a:lnTo>
                  <a:pt x="1219892" y="303645"/>
                </a:lnTo>
                <a:lnTo>
                  <a:pt x="1220033" y="303865"/>
                </a:lnTo>
                <a:lnTo>
                  <a:pt x="1220166" y="304090"/>
                </a:lnTo>
                <a:lnTo>
                  <a:pt x="1220293" y="304319"/>
                </a:lnTo>
                <a:lnTo>
                  <a:pt x="1220412" y="304552"/>
                </a:lnTo>
                <a:lnTo>
                  <a:pt x="1220524" y="304790"/>
                </a:lnTo>
                <a:lnTo>
                  <a:pt x="1220629" y="305033"/>
                </a:lnTo>
                <a:lnTo>
                  <a:pt x="1220727" y="305280"/>
                </a:lnTo>
                <a:lnTo>
                  <a:pt x="1220817" y="305531"/>
                </a:lnTo>
                <a:lnTo>
                  <a:pt x="1220900" y="305787"/>
                </a:lnTo>
                <a:lnTo>
                  <a:pt x="1220976" y="306047"/>
                </a:lnTo>
                <a:lnTo>
                  <a:pt x="1221045" y="306312"/>
                </a:lnTo>
                <a:lnTo>
                  <a:pt x="1221106" y="306581"/>
                </a:lnTo>
                <a:lnTo>
                  <a:pt x="1221161" y="306855"/>
                </a:lnTo>
                <a:lnTo>
                  <a:pt x="1221208" y="307133"/>
                </a:lnTo>
                <a:lnTo>
                  <a:pt x="1221247" y="307415"/>
                </a:lnTo>
                <a:lnTo>
                  <a:pt x="1221280" y="307702"/>
                </a:lnTo>
                <a:lnTo>
                  <a:pt x="1221305" y="307994"/>
                </a:lnTo>
                <a:lnTo>
                  <a:pt x="1221323" y="308289"/>
                </a:lnTo>
                <a:lnTo>
                  <a:pt x="1221334" y="308590"/>
                </a:lnTo>
                <a:lnTo>
                  <a:pt x="1221338" y="308895"/>
                </a:lnTo>
                <a:lnTo>
                  <a:pt x="1221329" y="309358"/>
                </a:lnTo>
                <a:lnTo>
                  <a:pt x="1221302" y="309814"/>
                </a:lnTo>
                <a:lnTo>
                  <a:pt x="1221258" y="310264"/>
                </a:lnTo>
                <a:lnTo>
                  <a:pt x="1221195" y="310705"/>
                </a:lnTo>
                <a:lnTo>
                  <a:pt x="1221115" y="311140"/>
                </a:lnTo>
                <a:lnTo>
                  <a:pt x="1221017" y="311567"/>
                </a:lnTo>
                <a:lnTo>
                  <a:pt x="1220902" y="311988"/>
                </a:lnTo>
                <a:lnTo>
                  <a:pt x="1220768" y="312400"/>
                </a:lnTo>
                <a:lnTo>
                  <a:pt x="1220617" y="312806"/>
                </a:lnTo>
                <a:lnTo>
                  <a:pt x="1220448" y="313205"/>
                </a:lnTo>
                <a:lnTo>
                  <a:pt x="1220261" y="313596"/>
                </a:lnTo>
                <a:lnTo>
                  <a:pt x="1220056" y="313980"/>
                </a:lnTo>
                <a:lnTo>
                  <a:pt x="1219834" y="314357"/>
                </a:lnTo>
                <a:lnTo>
                  <a:pt x="1219594" y="314726"/>
                </a:lnTo>
                <a:lnTo>
                  <a:pt x="1219336" y="315089"/>
                </a:lnTo>
                <a:lnTo>
                  <a:pt x="1219060" y="315444"/>
                </a:lnTo>
                <a:lnTo>
                  <a:pt x="1218766" y="315792"/>
                </a:lnTo>
                <a:lnTo>
                  <a:pt x="1218455" y="316132"/>
                </a:lnTo>
                <a:lnTo>
                  <a:pt x="1218125" y="316466"/>
                </a:lnTo>
                <a:lnTo>
                  <a:pt x="1217778" y="316792"/>
                </a:lnTo>
                <a:lnTo>
                  <a:pt x="1217414" y="317111"/>
                </a:lnTo>
                <a:lnTo>
                  <a:pt x="1217031" y="317422"/>
                </a:lnTo>
                <a:lnTo>
                  <a:pt x="1216630" y="317727"/>
                </a:lnTo>
                <a:lnTo>
                  <a:pt x="1216212" y="318024"/>
                </a:lnTo>
                <a:lnTo>
                  <a:pt x="1215790" y="318299"/>
                </a:lnTo>
                <a:lnTo>
                  <a:pt x="1215351" y="318561"/>
                </a:lnTo>
                <a:lnTo>
                  <a:pt x="1214896" y="318813"/>
                </a:lnTo>
                <a:lnTo>
                  <a:pt x="1214424" y="319052"/>
                </a:lnTo>
                <a:lnTo>
                  <a:pt x="1213935" y="319280"/>
                </a:lnTo>
                <a:lnTo>
                  <a:pt x="1213429" y="319496"/>
                </a:lnTo>
                <a:lnTo>
                  <a:pt x="1212907" y="319700"/>
                </a:lnTo>
                <a:lnTo>
                  <a:pt x="1212368" y="319893"/>
                </a:lnTo>
                <a:lnTo>
                  <a:pt x="1211813" y="320074"/>
                </a:lnTo>
                <a:lnTo>
                  <a:pt x="1211240" y="320243"/>
                </a:lnTo>
                <a:lnTo>
                  <a:pt x="1210652" y="320401"/>
                </a:lnTo>
                <a:lnTo>
                  <a:pt x="1210046" y="320547"/>
                </a:lnTo>
                <a:lnTo>
                  <a:pt x="1209424" y="320681"/>
                </a:lnTo>
                <a:lnTo>
                  <a:pt x="1208785" y="320804"/>
                </a:lnTo>
                <a:lnTo>
                  <a:pt x="1208129" y="320915"/>
                </a:lnTo>
                <a:lnTo>
                  <a:pt x="1207456" y="321014"/>
                </a:lnTo>
                <a:lnTo>
                  <a:pt x="1206767" y="321102"/>
                </a:lnTo>
                <a:lnTo>
                  <a:pt x="1206062" y="321178"/>
                </a:lnTo>
                <a:lnTo>
                  <a:pt x="1205339" y="321242"/>
                </a:lnTo>
                <a:lnTo>
                  <a:pt x="1204600" y="321294"/>
                </a:lnTo>
                <a:lnTo>
                  <a:pt x="1203844" y="321335"/>
                </a:lnTo>
                <a:lnTo>
                  <a:pt x="1203072" y="321364"/>
                </a:lnTo>
                <a:lnTo>
                  <a:pt x="1202283" y="321382"/>
                </a:lnTo>
                <a:lnTo>
                  <a:pt x="1201477" y="321388"/>
                </a:lnTo>
                <a:lnTo>
                  <a:pt x="1200578" y="321381"/>
                </a:lnTo>
                <a:lnTo>
                  <a:pt x="1199696" y="321362"/>
                </a:lnTo>
                <a:lnTo>
                  <a:pt x="1198831" y="321330"/>
                </a:lnTo>
                <a:lnTo>
                  <a:pt x="1197984" y="321285"/>
                </a:lnTo>
                <a:lnTo>
                  <a:pt x="1197154" y="321228"/>
                </a:lnTo>
                <a:lnTo>
                  <a:pt x="1196341" y="321157"/>
                </a:lnTo>
                <a:lnTo>
                  <a:pt x="1195546" y="321074"/>
                </a:lnTo>
                <a:lnTo>
                  <a:pt x="1194767" y="320978"/>
                </a:lnTo>
                <a:lnTo>
                  <a:pt x="1194006" y="320870"/>
                </a:lnTo>
                <a:lnTo>
                  <a:pt x="1193263" y="320748"/>
                </a:lnTo>
                <a:lnTo>
                  <a:pt x="1192536" y="320614"/>
                </a:lnTo>
                <a:lnTo>
                  <a:pt x="1191827" y="320467"/>
                </a:lnTo>
                <a:lnTo>
                  <a:pt x="1191134" y="320307"/>
                </a:lnTo>
                <a:lnTo>
                  <a:pt x="1190460" y="320134"/>
                </a:lnTo>
                <a:lnTo>
                  <a:pt x="1189802" y="319949"/>
                </a:lnTo>
                <a:lnTo>
                  <a:pt x="1189162" y="319750"/>
                </a:lnTo>
                <a:lnTo>
                  <a:pt x="1188538" y="319539"/>
                </a:lnTo>
                <a:lnTo>
                  <a:pt x="1187932" y="319316"/>
                </a:lnTo>
                <a:lnTo>
                  <a:pt x="1187344" y="319079"/>
                </a:lnTo>
                <a:lnTo>
                  <a:pt x="1186772" y="318829"/>
                </a:lnTo>
                <a:lnTo>
                  <a:pt x="1186218" y="318567"/>
                </a:lnTo>
                <a:lnTo>
                  <a:pt x="1185681" y="318292"/>
                </a:lnTo>
                <a:lnTo>
                  <a:pt x="1185161" y="318004"/>
                </a:lnTo>
                <a:lnTo>
                  <a:pt x="1184659" y="317704"/>
                </a:lnTo>
                <a:lnTo>
                  <a:pt x="1184189" y="317378"/>
                </a:lnTo>
                <a:lnTo>
                  <a:pt x="1183738" y="317043"/>
                </a:lnTo>
                <a:lnTo>
                  <a:pt x="1183308" y="316698"/>
                </a:lnTo>
                <a:lnTo>
                  <a:pt x="1182897" y="316342"/>
                </a:lnTo>
                <a:lnTo>
                  <a:pt x="1182507" y="315977"/>
                </a:lnTo>
                <a:lnTo>
                  <a:pt x="1182136" y="315602"/>
                </a:lnTo>
                <a:lnTo>
                  <a:pt x="1181786" y="315216"/>
                </a:lnTo>
                <a:lnTo>
                  <a:pt x="1181456" y="314821"/>
                </a:lnTo>
                <a:lnTo>
                  <a:pt x="1181145" y="314415"/>
                </a:lnTo>
                <a:lnTo>
                  <a:pt x="1180855" y="314000"/>
                </a:lnTo>
                <a:lnTo>
                  <a:pt x="1180585" y="313574"/>
                </a:lnTo>
                <a:lnTo>
                  <a:pt x="1180334" y="313139"/>
                </a:lnTo>
                <a:lnTo>
                  <a:pt x="1180104" y="312694"/>
                </a:lnTo>
                <a:lnTo>
                  <a:pt x="1179894" y="312238"/>
                </a:lnTo>
                <a:lnTo>
                  <a:pt x="1179704" y="311773"/>
                </a:lnTo>
                <a:lnTo>
                  <a:pt x="1179534" y="311297"/>
                </a:lnTo>
                <a:lnTo>
                  <a:pt x="1179383" y="310812"/>
                </a:lnTo>
                <a:lnTo>
                  <a:pt x="1179253" y="310316"/>
                </a:lnTo>
                <a:lnTo>
                  <a:pt x="1179143" y="309811"/>
                </a:lnTo>
                <a:lnTo>
                  <a:pt x="1179053" y="309295"/>
                </a:lnTo>
                <a:lnTo>
                  <a:pt x="1178983" y="308769"/>
                </a:lnTo>
                <a:lnTo>
                  <a:pt x="1178933" y="308234"/>
                </a:lnTo>
                <a:lnTo>
                  <a:pt x="1178903" y="307688"/>
                </a:lnTo>
                <a:lnTo>
                  <a:pt x="1178893" y="307133"/>
                </a:lnTo>
                <a:lnTo>
                  <a:pt x="1178893" y="305531"/>
                </a:lnTo>
                <a:lnTo>
                  <a:pt x="1165118" y="305531"/>
                </a:lnTo>
                <a:lnTo>
                  <a:pt x="1165105" y="305624"/>
                </a:lnTo>
                <a:lnTo>
                  <a:pt x="1165093" y="305717"/>
                </a:lnTo>
                <a:lnTo>
                  <a:pt x="1165081" y="305809"/>
                </a:lnTo>
                <a:lnTo>
                  <a:pt x="1165069" y="305900"/>
                </a:lnTo>
                <a:lnTo>
                  <a:pt x="1165059" y="305991"/>
                </a:lnTo>
                <a:lnTo>
                  <a:pt x="1165048" y="306082"/>
                </a:lnTo>
                <a:lnTo>
                  <a:pt x="1165039" y="306171"/>
                </a:lnTo>
                <a:lnTo>
                  <a:pt x="1165029" y="306261"/>
                </a:lnTo>
                <a:lnTo>
                  <a:pt x="1165021" y="306349"/>
                </a:lnTo>
                <a:lnTo>
                  <a:pt x="1165013" y="306438"/>
                </a:lnTo>
                <a:lnTo>
                  <a:pt x="1165005" y="306525"/>
                </a:lnTo>
                <a:lnTo>
                  <a:pt x="1164998" y="306612"/>
                </a:lnTo>
                <a:lnTo>
                  <a:pt x="1164992" y="306699"/>
                </a:lnTo>
                <a:lnTo>
                  <a:pt x="1164986" y="306785"/>
                </a:lnTo>
                <a:lnTo>
                  <a:pt x="1164981" y="306870"/>
                </a:lnTo>
                <a:lnTo>
                  <a:pt x="1164976" y="306955"/>
                </a:lnTo>
                <a:lnTo>
                  <a:pt x="1164972" y="307039"/>
                </a:lnTo>
                <a:lnTo>
                  <a:pt x="1164968" y="307123"/>
                </a:lnTo>
                <a:lnTo>
                  <a:pt x="1164965" y="307206"/>
                </a:lnTo>
                <a:lnTo>
                  <a:pt x="1164963" y="307288"/>
                </a:lnTo>
                <a:lnTo>
                  <a:pt x="1164961" y="307370"/>
                </a:lnTo>
                <a:lnTo>
                  <a:pt x="1164959" y="307452"/>
                </a:lnTo>
                <a:lnTo>
                  <a:pt x="1164959" y="307533"/>
                </a:lnTo>
                <a:lnTo>
                  <a:pt x="1164958" y="307613"/>
                </a:lnTo>
                <a:lnTo>
                  <a:pt x="1164958" y="307692"/>
                </a:lnTo>
                <a:lnTo>
                  <a:pt x="1164958" y="307770"/>
                </a:lnTo>
                <a:lnTo>
                  <a:pt x="1164958" y="307846"/>
                </a:lnTo>
                <a:lnTo>
                  <a:pt x="1164958" y="307920"/>
                </a:lnTo>
                <a:lnTo>
                  <a:pt x="1164958" y="307993"/>
                </a:lnTo>
                <a:lnTo>
                  <a:pt x="1164958" y="308064"/>
                </a:lnTo>
                <a:lnTo>
                  <a:pt x="1164958" y="308133"/>
                </a:lnTo>
                <a:lnTo>
                  <a:pt x="1164958" y="308200"/>
                </a:lnTo>
                <a:lnTo>
                  <a:pt x="1164958" y="308266"/>
                </a:lnTo>
                <a:lnTo>
                  <a:pt x="1164958" y="308331"/>
                </a:lnTo>
                <a:lnTo>
                  <a:pt x="1164958" y="308393"/>
                </a:lnTo>
                <a:lnTo>
                  <a:pt x="1164958" y="308454"/>
                </a:lnTo>
                <a:lnTo>
                  <a:pt x="1164958" y="308513"/>
                </a:lnTo>
                <a:lnTo>
                  <a:pt x="1164958" y="308571"/>
                </a:lnTo>
                <a:lnTo>
                  <a:pt x="1164958" y="308627"/>
                </a:lnTo>
                <a:lnTo>
                  <a:pt x="1164958" y="308681"/>
                </a:lnTo>
                <a:lnTo>
                  <a:pt x="1164958" y="308734"/>
                </a:lnTo>
                <a:lnTo>
                  <a:pt x="1164958" y="308784"/>
                </a:lnTo>
                <a:lnTo>
                  <a:pt x="1164958" y="308834"/>
                </a:lnTo>
                <a:lnTo>
                  <a:pt x="1164958" y="308881"/>
                </a:lnTo>
                <a:lnTo>
                  <a:pt x="1164958" y="308927"/>
                </a:lnTo>
                <a:lnTo>
                  <a:pt x="1164958" y="308971"/>
                </a:lnTo>
                <a:lnTo>
                  <a:pt x="1164958" y="309014"/>
                </a:lnTo>
                <a:lnTo>
                  <a:pt x="1164958" y="309055"/>
                </a:lnTo>
                <a:lnTo>
                  <a:pt x="1164966" y="309665"/>
                </a:lnTo>
                <a:lnTo>
                  <a:pt x="1164988" y="310269"/>
                </a:lnTo>
                <a:lnTo>
                  <a:pt x="1165026" y="310867"/>
                </a:lnTo>
                <a:lnTo>
                  <a:pt x="1165079" y="311457"/>
                </a:lnTo>
                <a:lnTo>
                  <a:pt x="1165146" y="312041"/>
                </a:lnTo>
                <a:lnTo>
                  <a:pt x="1165229" y="312618"/>
                </a:lnTo>
                <a:lnTo>
                  <a:pt x="1165326" y="313189"/>
                </a:lnTo>
                <a:lnTo>
                  <a:pt x="1165439" y="313753"/>
                </a:lnTo>
                <a:lnTo>
                  <a:pt x="1165567" y="314310"/>
                </a:lnTo>
                <a:lnTo>
                  <a:pt x="1165709" y="314861"/>
                </a:lnTo>
                <a:lnTo>
                  <a:pt x="1165867" y="315405"/>
                </a:lnTo>
                <a:lnTo>
                  <a:pt x="1166040" y="315942"/>
                </a:lnTo>
                <a:lnTo>
                  <a:pt x="1166227" y="316473"/>
                </a:lnTo>
                <a:lnTo>
                  <a:pt x="1166430" y="316996"/>
                </a:lnTo>
                <a:lnTo>
                  <a:pt x="1166648" y="317514"/>
                </a:lnTo>
                <a:lnTo>
                  <a:pt x="1166880" y="318024"/>
                </a:lnTo>
                <a:lnTo>
                  <a:pt x="1167128" y="318528"/>
                </a:lnTo>
                <a:lnTo>
                  <a:pt x="1167391" y="319025"/>
                </a:lnTo>
                <a:lnTo>
                  <a:pt x="1167669" y="319516"/>
                </a:lnTo>
                <a:lnTo>
                  <a:pt x="1167961" y="320000"/>
                </a:lnTo>
                <a:lnTo>
                  <a:pt x="1168269" y="320477"/>
                </a:lnTo>
                <a:lnTo>
                  <a:pt x="1168592" y="320947"/>
                </a:lnTo>
                <a:lnTo>
                  <a:pt x="1168930" y="321411"/>
                </a:lnTo>
                <a:lnTo>
                  <a:pt x="1169283" y="321868"/>
                </a:lnTo>
                <a:lnTo>
                  <a:pt x="1169662" y="322305"/>
                </a:lnTo>
                <a:lnTo>
                  <a:pt x="1170052" y="322733"/>
                </a:lnTo>
                <a:lnTo>
                  <a:pt x="1170454" y="323152"/>
                </a:lnTo>
                <a:lnTo>
                  <a:pt x="1170867" y="323563"/>
                </a:lnTo>
                <a:lnTo>
                  <a:pt x="1171290" y="323966"/>
                </a:lnTo>
                <a:lnTo>
                  <a:pt x="1171725" y="324361"/>
                </a:lnTo>
                <a:lnTo>
                  <a:pt x="1172171" y="324747"/>
                </a:lnTo>
                <a:lnTo>
                  <a:pt x="1172629" y="325125"/>
                </a:lnTo>
                <a:lnTo>
                  <a:pt x="1173097" y="325495"/>
                </a:lnTo>
                <a:lnTo>
                  <a:pt x="1173576" y="325856"/>
                </a:lnTo>
                <a:lnTo>
                  <a:pt x="1174067" y="326209"/>
                </a:lnTo>
                <a:lnTo>
                  <a:pt x="1174568" y="326553"/>
                </a:lnTo>
                <a:lnTo>
                  <a:pt x="1175081" y="326889"/>
                </a:lnTo>
                <a:lnTo>
                  <a:pt x="1175605" y="327217"/>
                </a:lnTo>
                <a:lnTo>
                  <a:pt x="1176140" y="327537"/>
                </a:lnTo>
                <a:lnTo>
                  <a:pt x="1176686" y="327848"/>
                </a:lnTo>
                <a:lnTo>
                  <a:pt x="1177243" y="328151"/>
                </a:lnTo>
                <a:lnTo>
                  <a:pt x="1177812" y="328445"/>
                </a:lnTo>
                <a:lnTo>
                  <a:pt x="1178391" y="328731"/>
                </a:lnTo>
                <a:lnTo>
                  <a:pt x="1178982" y="329009"/>
                </a:lnTo>
                <a:lnTo>
                  <a:pt x="1179584" y="329279"/>
                </a:lnTo>
                <a:lnTo>
                  <a:pt x="1180197" y="329540"/>
                </a:lnTo>
                <a:lnTo>
                  <a:pt x="1180821" y="329792"/>
                </a:lnTo>
                <a:lnTo>
                  <a:pt x="1181456" y="330037"/>
                </a:lnTo>
                <a:lnTo>
                  <a:pt x="1182114" y="330259"/>
                </a:lnTo>
                <a:lnTo>
                  <a:pt x="1182779" y="330472"/>
                </a:lnTo>
                <a:lnTo>
                  <a:pt x="1183453" y="330675"/>
                </a:lnTo>
                <a:lnTo>
                  <a:pt x="1184134" y="330869"/>
                </a:lnTo>
                <a:lnTo>
                  <a:pt x="1184823" y="331053"/>
                </a:lnTo>
                <a:lnTo>
                  <a:pt x="1185520" y="331228"/>
                </a:lnTo>
                <a:lnTo>
                  <a:pt x="1186225" y="331394"/>
                </a:lnTo>
                <a:lnTo>
                  <a:pt x="1186937" y="331550"/>
                </a:lnTo>
                <a:lnTo>
                  <a:pt x="1187657" y="331696"/>
                </a:lnTo>
                <a:lnTo>
                  <a:pt x="1188385" y="331833"/>
                </a:lnTo>
                <a:lnTo>
                  <a:pt x="1189121" y="331961"/>
                </a:lnTo>
                <a:lnTo>
                  <a:pt x="1189865" y="332079"/>
                </a:lnTo>
                <a:lnTo>
                  <a:pt x="1190616" y="332188"/>
                </a:lnTo>
                <a:lnTo>
                  <a:pt x="1191375" y="332287"/>
                </a:lnTo>
                <a:lnTo>
                  <a:pt x="1192142" y="332377"/>
                </a:lnTo>
                <a:lnTo>
                  <a:pt x="1192917" y="332457"/>
                </a:lnTo>
                <a:lnTo>
                  <a:pt x="1193699" y="332528"/>
                </a:lnTo>
                <a:lnTo>
                  <a:pt x="1194489" y="332590"/>
                </a:lnTo>
                <a:lnTo>
                  <a:pt x="1195287" y="332642"/>
                </a:lnTo>
                <a:lnTo>
                  <a:pt x="1196093" y="332684"/>
                </a:lnTo>
                <a:lnTo>
                  <a:pt x="1196907" y="332717"/>
                </a:lnTo>
                <a:lnTo>
                  <a:pt x="1197728" y="332741"/>
                </a:lnTo>
                <a:lnTo>
                  <a:pt x="1198558" y="332755"/>
                </a:lnTo>
                <a:lnTo>
                  <a:pt x="1199395" y="332760"/>
                </a:lnTo>
                <a:lnTo>
                  <a:pt x="1200350" y="332755"/>
                </a:lnTo>
                <a:lnTo>
                  <a:pt x="1201293" y="332741"/>
                </a:lnTo>
                <a:lnTo>
                  <a:pt x="1202225" y="332717"/>
                </a:lnTo>
                <a:lnTo>
                  <a:pt x="1203145" y="332684"/>
                </a:lnTo>
                <a:lnTo>
                  <a:pt x="1204054" y="332642"/>
                </a:lnTo>
                <a:close/>
                <a:moveTo>
                  <a:pt x="1589144" y="332593"/>
                </a:moveTo>
                <a:lnTo>
                  <a:pt x="1590006" y="332519"/>
                </a:lnTo>
                <a:lnTo>
                  <a:pt x="1590859" y="332433"/>
                </a:lnTo>
                <a:lnTo>
                  <a:pt x="1591700" y="332333"/>
                </a:lnTo>
                <a:lnTo>
                  <a:pt x="1592532" y="332219"/>
                </a:lnTo>
                <a:lnTo>
                  <a:pt x="1593352" y="332092"/>
                </a:lnTo>
                <a:lnTo>
                  <a:pt x="1594162" y="331952"/>
                </a:lnTo>
                <a:lnTo>
                  <a:pt x="1594962" y="331799"/>
                </a:lnTo>
                <a:lnTo>
                  <a:pt x="1595751" y="331632"/>
                </a:lnTo>
                <a:lnTo>
                  <a:pt x="1596529" y="331452"/>
                </a:lnTo>
                <a:lnTo>
                  <a:pt x="1597297" y="331258"/>
                </a:lnTo>
                <a:lnTo>
                  <a:pt x="1598054" y="331051"/>
                </a:lnTo>
                <a:lnTo>
                  <a:pt x="1598800" y="330831"/>
                </a:lnTo>
                <a:lnTo>
                  <a:pt x="1599536" y="330597"/>
                </a:lnTo>
                <a:lnTo>
                  <a:pt x="1600262" y="330351"/>
                </a:lnTo>
                <a:lnTo>
                  <a:pt x="1600977" y="330090"/>
                </a:lnTo>
                <a:lnTo>
                  <a:pt x="1601681" y="329817"/>
                </a:lnTo>
                <a:lnTo>
                  <a:pt x="1602375" y="329530"/>
                </a:lnTo>
                <a:lnTo>
                  <a:pt x="1603058" y="329229"/>
                </a:lnTo>
                <a:lnTo>
                  <a:pt x="1603731" y="328916"/>
                </a:lnTo>
                <a:lnTo>
                  <a:pt x="1604405" y="328590"/>
                </a:lnTo>
                <a:lnTo>
                  <a:pt x="1605067" y="328253"/>
                </a:lnTo>
                <a:lnTo>
                  <a:pt x="1605715" y="327905"/>
                </a:lnTo>
                <a:lnTo>
                  <a:pt x="1606351" y="327545"/>
                </a:lnTo>
                <a:lnTo>
                  <a:pt x="1606975" y="327175"/>
                </a:lnTo>
                <a:lnTo>
                  <a:pt x="1607585" y="326793"/>
                </a:lnTo>
                <a:lnTo>
                  <a:pt x="1608183" y="326401"/>
                </a:lnTo>
                <a:lnTo>
                  <a:pt x="1608767" y="325997"/>
                </a:lnTo>
                <a:lnTo>
                  <a:pt x="1609339" y="325582"/>
                </a:lnTo>
                <a:lnTo>
                  <a:pt x="1609899" y="325156"/>
                </a:lnTo>
                <a:lnTo>
                  <a:pt x="1610445" y="324719"/>
                </a:lnTo>
                <a:lnTo>
                  <a:pt x="1610979" y="324271"/>
                </a:lnTo>
                <a:lnTo>
                  <a:pt x="1611499" y="323811"/>
                </a:lnTo>
                <a:lnTo>
                  <a:pt x="1612007" y="323341"/>
                </a:lnTo>
                <a:lnTo>
                  <a:pt x="1612503" y="322859"/>
                </a:lnTo>
                <a:lnTo>
                  <a:pt x="1612985" y="322367"/>
                </a:lnTo>
                <a:lnTo>
                  <a:pt x="1613455" y="321863"/>
                </a:lnTo>
                <a:lnTo>
                  <a:pt x="1613912" y="321348"/>
                </a:lnTo>
                <a:lnTo>
                  <a:pt x="1614356" y="320822"/>
                </a:lnTo>
                <a:lnTo>
                  <a:pt x="1614787" y="320284"/>
                </a:lnTo>
                <a:lnTo>
                  <a:pt x="1615205" y="319736"/>
                </a:lnTo>
                <a:lnTo>
                  <a:pt x="1615611" y="319177"/>
                </a:lnTo>
                <a:lnTo>
                  <a:pt x="1616004" y="318606"/>
                </a:lnTo>
                <a:lnTo>
                  <a:pt x="1616384" y="318024"/>
                </a:lnTo>
                <a:lnTo>
                  <a:pt x="1616763" y="317419"/>
                </a:lnTo>
                <a:lnTo>
                  <a:pt x="1617126" y="316805"/>
                </a:lnTo>
                <a:lnTo>
                  <a:pt x="1617473" y="316182"/>
                </a:lnTo>
                <a:lnTo>
                  <a:pt x="1617804" y="315550"/>
                </a:lnTo>
                <a:lnTo>
                  <a:pt x="1618118" y="314910"/>
                </a:lnTo>
                <a:lnTo>
                  <a:pt x="1618416" y="314260"/>
                </a:lnTo>
                <a:lnTo>
                  <a:pt x="1618699" y="313602"/>
                </a:lnTo>
                <a:lnTo>
                  <a:pt x="1618965" y="312934"/>
                </a:lnTo>
                <a:lnTo>
                  <a:pt x="1619215" y="312258"/>
                </a:lnTo>
                <a:lnTo>
                  <a:pt x="1619449" y="311573"/>
                </a:lnTo>
                <a:lnTo>
                  <a:pt x="1619666" y="310879"/>
                </a:lnTo>
                <a:lnTo>
                  <a:pt x="1619868" y="310176"/>
                </a:lnTo>
                <a:lnTo>
                  <a:pt x="1620053" y="309464"/>
                </a:lnTo>
                <a:lnTo>
                  <a:pt x="1620223" y="308743"/>
                </a:lnTo>
                <a:lnTo>
                  <a:pt x="1620376" y="308014"/>
                </a:lnTo>
                <a:lnTo>
                  <a:pt x="1620513" y="307275"/>
                </a:lnTo>
                <a:lnTo>
                  <a:pt x="1620634" y="306528"/>
                </a:lnTo>
                <a:lnTo>
                  <a:pt x="1620739" y="305771"/>
                </a:lnTo>
                <a:lnTo>
                  <a:pt x="1620828" y="305006"/>
                </a:lnTo>
                <a:lnTo>
                  <a:pt x="1620900" y="304232"/>
                </a:lnTo>
                <a:lnTo>
                  <a:pt x="1620957" y="303449"/>
                </a:lnTo>
                <a:lnTo>
                  <a:pt x="1620997" y="302657"/>
                </a:lnTo>
                <a:lnTo>
                  <a:pt x="1621021" y="301856"/>
                </a:lnTo>
                <a:lnTo>
                  <a:pt x="1621029" y="301046"/>
                </a:lnTo>
                <a:lnTo>
                  <a:pt x="1605973" y="301046"/>
                </a:lnTo>
                <a:lnTo>
                  <a:pt x="1605964" y="301904"/>
                </a:lnTo>
                <a:lnTo>
                  <a:pt x="1605935" y="302744"/>
                </a:lnTo>
                <a:lnTo>
                  <a:pt x="1605888" y="303564"/>
                </a:lnTo>
                <a:lnTo>
                  <a:pt x="1605822" y="304365"/>
                </a:lnTo>
                <a:lnTo>
                  <a:pt x="1605737" y="305148"/>
                </a:lnTo>
                <a:lnTo>
                  <a:pt x="1605633" y="305911"/>
                </a:lnTo>
                <a:lnTo>
                  <a:pt x="1605510" y="306656"/>
                </a:lnTo>
                <a:lnTo>
                  <a:pt x="1605368" y="307382"/>
                </a:lnTo>
                <a:lnTo>
                  <a:pt x="1605207" y="308089"/>
                </a:lnTo>
                <a:lnTo>
                  <a:pt x="1605028" y="308777"/>
                </a:lnTo>
                <a:lnTo>
                  <a:pt x="1604829" y="309446"/>
                </a:lnTo>
                <a:lnTo>
                  <a:pt x="1604612" y="310096"/>
                </a:lnTo>
                <a:lnTo>
                  <a:pt x="1604376" y="310727"/>
                </a:lnTo>
                <a:lnTo>
                  <a:pt x="1604120" y="311339"/>
                </a:lnTo>
                <a:lnTo>
                  <a:pt x="1603846" y="311933"/>
                </a:lnTo>
                <a:lnTo>
                  <a:pt x="1603553" y="312507"/>
                </a:lnTo>
                <a:lnTo>
                  <a:pt x="1603241" y="313063"/>
                </a:lnTo>
                <a:lnTo>
                  <a:pt x="1602910" y="313600"/>
                </a:lnTo>
                <a:lnTo>
                  <a:pt x="1602560" y="314117"/>
                </a:lnTo>
                <a:lnTo>
                  <a:pt x="1602192" y="314616"/>
                </a:lnTo>
                <a:lnTo>
                  <a:pt x="1601804" y="315096"/>
                </a:lnTo>
                <a:lnTo>
                  <a:pt x="1601397" y="315557"/>
                </a:lnTo>
                <a:lnTo>
                  <a:pt x="1600972" y="315999"/>
                </a:lnTo>
                <a:lnTo>
                  <a:pt x="1600528" y="316423"/>
                </a:lnTo>
                <a:lnTo>
                  <a:pt x="1600078" y="316828"/>
                </a:lnTo>
                <a:lnTo>
                  <a:pt x="1599612" y="317216"/>
                </a:lnTo>
                <a:lnTo>
                  <a:pt x="1599129" y="317586"/>
                </a:lnTo>
                <a:lnTo>
                  <a:pt x="1598628" y="317940"/>
                </a:lnTo>
                <a:lnTo>
                  <a:pt x="1598110" y="318276"/>
                </a:lnTo>
                <a:lnTo>
                  <a:pt x="1597574" y="318595"/>
                </a:lnTo>
                <a:lnTo>
                  <a:pt x="1597022" y="318897"/>
                </a:lnTo>
                <a:lnTo>
                  <a:pt x="1596452" y="319181"/>
                </a:lnTo>
                <a:lnTo>
                  <a:pt x="1595865" y="319448"/>
                </a:lnTo>
                <a:lnTo>
                  <a:pt x="1595261" y="319698"/>
                </a:lnTo>
                <a:lnTo>
                  <a:pt x="1594639" y="319931"/>
                </a:lnTo>
                <a:lnTo>
                  <a:pt x="1594001" y="320146"/>
                </a:lnTo>
                <a:lnTo>
                  <a:pt x="1593345" y="320345"/>
                </a:lnTo>
                <a:lnTo>
                  <a:pt x="1592671" y="320526"/>
                </a:lnTo>
                <a:lnTo>
                  <a:pt x="1591981" y="320690"/>
                </a:lnTo>
                <a:lnTo>
                  <a:pt x="1591273" y="320836"/>
                </a:lnTo>
                <a:lnTo>
                  <a:pt x="1590548" y="320965"/>
                </a:lnTo>
                <a:lnTo>
                  <a:pt x="1589806" y="321077"/>
                </a:lnTo>
                <a:lnTo>
                  <a:pt x="1589047" y="321172"/>
                </a:lnTo>
                <a:lnTo>
                  <a:pt x="1588270" y="321250"/>
                </a:lnTo>
                <a:lnTo>
                  <a:pt x="1587476" y="321310"/>
                </a:lnTo>
                <a:lnTo>
                  <a:pt x="1586665" y="321353"/>
                </a:lnTo>
                <a:lnTo>
                  <a:pt x="1585837" y="321379"/>
                </a:lnTo>
                <a:lnTo>
                  <a:pt x="1584991" y="321388"/>
                </a:lnTo>
                <a:lnTo>
                  <a:pt x="1584223" y="321376"/>
                </a:lnTo>
                <a:lnTo>
                  <a:pt x="1583465" y="321342"/>
                </a:lnTo>
                <a:lnTo>
                  <a:pt x="1582719" y="321285"/>
                </a:lnTo>
                <a:lnTo>
                  <a:pt x="1581984" y="321205"/>
                </a:lnTo>
                <a:lnTo>
                  <a:pt x="1581259" y="321103"/>
                </a:lnTo>
                <a:lnTo>
                  <a:pt x="1580546" y="320977"/>
                </a:lnTo>
                <a:lnTo>
                  <a:pt x="1579845" y="320829"/>
                </a:lnTo>
                <a:lnTo>
                  <a:pt x="1579154" y="320658"/>
                </a:lnTo>
                <a:lnTo>
                  <a:pt x="1578474" y="320464"/>
                </a:lnTo>
                <a:lnTo>
                  <a:pt x="1577806" y="320248"/>
                </a:lnTo>
                <a:lnTo>
                  <a:pt x="1577148" y="320008"/>
                </a:lnTo>
                <a:lnTo>
                  <a:pt x="1576502" y="319746"/>
                </a:lnTo>
                <a:lnTo>
                  <a:pt x="1575867" y="319461"/>
                </a:lnTo>
                <a:lnTo>
                  <a:pt x="1575243" y="319153"/>
                </a:lnTo>
                <a:lnTo>
                  <a:pt x="1574630" y="318823"/>
                </a:lnTo>
                <a:lnTo>
                  <a:pt x="1574028" y="318469"/>
                </a:lnTo>
                <a:lnTo>
                  <a:pt x="1573438" y="318093"/>
                </a:lnTo>
                <a:lnTo>
                  <a:pt x="1572858" y="317694"/>
                </a:lnTo>
                <a:lnTo>
                  <a:pt x="1572290" y="317272"/>
                </a:lnTo>
                <a:lnTo>
                  <a:pt x="1571733" y="316827"/>
                </a:lnTo>
                <a:lnTo>
                  <a:pt x="1571187" y="316360"/>
                </a:lnTo>
                <a:lnTo>
                  <a:pt x="1570652" y="315870"/>
                </a:lnTo>
                <a:lnTo>
                  <a:pt x="1570128" y="315357"/>
                </a:lnTo>
                <a:lnTo>
                  <a:pt x="1569615" y="314821"/>
                </a:lnTo>
                <a:lnTo>
                  <a:pt x="1569118" y="314263"/>
                </a:lnTo>
                <a:lnTo>
                  <a:pt x="1568643" y="313684"/>
                </a:lnTo>
                <a:lnTo>
                  <a:pt x="1568188" y="313084"/>
                </a:lnTo>
                <a:lnTo>
                  <a:pt x="1567755" y="312463"/>
                </a:lnTo>
                <a:lnTo>
                  <a:pt x="1567343" y="311820"/>
                </a:lnTo>
                <a:lnTo>
                  <a:pt x="1566952" y="311157"/>
                </a:lnTo>
                <a:lnTo>
                  <a:pt x="1566582" y="310472"/>
                </a:lnTo>
                <a:lnTo>
                  <a:pt x="1566234" y="309767"/>
                </a:lnTo>
                <a:lnTo>
                  <a:pt x="1565906" y="309040"/>
                </a:lnTo>
                <a:lnTo>
                  <a:pt x="1565600" y="308292"/>
                </a:lnTo>
                <a:lnTo>
                  <a:pt x="1565314" y="307523"/>
                </a:lnTo>
                <a:lnTo>
                  <a:pt x="1565050" y="306732"/>
                </a:lnTo>
                <a:lnTo>
                  <a:pt x="1564807" y="305921"/>
                </a:lnTo>
                <a:lnTo>
                  <a:pt x="1564585" y="305088"/>
                </a:lnTo>
                <a:lnTo>
                  <a:pt x="1564384" y="304235"/>
                </a:lnTo>
                <a:lnTo>
                  <a:pt x="1564205" y="303360"/>
                </a:lnTo>
                <a:lnTo>
                  <a:pt x="1564046" y="302464"/>
                </a:lnTo>
                <a:lnTo>
                  <a:pt x="1563909" y="301547"/>
                </a:lnTo>
                <a:lnTo>
                  <a:pt x="1563793" y="300609"/>
                </a:lnTo>
                <a:lnTo>
                  <a:pt x="1563698" y="299649"/>
                </a:lnTo>
                <a:lnTo>
                  <a:pt x="1563624" y="298669"/>
                </a:lnTo>
                <a:lnTo>
                  <a:pt x="1563571" y="297667"/>
                </a:lnTo>
                <a:lnTo>
                  <a:pt x="1563539" y="296644"/>
                </a:lnTo>
                <a:lnTo>
                  <a:pt x="1563529" y="295601"/>
                </a:lnTo>
                <a:lnTo>
                  <a:pt x="1563529" y="292878"/>
                </a:lnTo>
                <a:lnTo>
                  <a:pt x="1621029" y="292878"/>
                </a:lnTo>
                <a:lnTo>
                  <a:pt x="1621029" y="281986"/>
                </a:lnTo>
                <a:lnTo>
                  <a:pt x="1621021" y="281163"/>
                </a:lnTo>
                <a:lnTo>
                  <a:pt x="1620998" y="280347"/>
                </a:lnTo>
                <a:lnTo>
                  <a:pt x="1620959" y="279539"/>
                </a:lnTo>
                <a:lnTo>
                  <a:pt x="1620905" y="278738"/>
                </a:lnTo>
                <a:lnTo>
                  <a:pt x="1620834" y="277946"/>
                </a:lnTo>
                <a:lnTo>
                  <a:pt x="1620749" y="277161"/>
                </a:lnTo>
                <a:lnTo>
                  <a:pt x="1620648" y="276384"/>
                </a:lnTo>
                <a:lnTo>
                  <a:pt x="1620531" y="275615"/>
                </a:lnTo>
                <a:lnTo>
                  <a:pt x="1620398" y="274854"/>
                </a:lnTo>
                <a:lnTo>
                  <a:pt x="1620251" y="274100"/>
                </a:lnTo>
                <a:lnTo>
                  <a:pt x="1620087" y="273354"/>
                </a:lnTo>
                <a:lnTo>
                  <a:pt x="1619908" y="272616"/>
                </a:lnTo>
                <a:lnTo>
                  <a:pt x="1619713" y="271886"/>
                </a:lnTo>
                <a:lnTo>
                  <a:pt x="1619503" y="271164"/>
                </a:lnTo>
                <a:lnTo>
                  <a:pt x="1619277" y="270449"/>
                </a:lnTo>
                <a:lnTo>
                  <a:pt x="1619036" y="269742"/>
                </a:lnTo>
                <a:lnTo>
                  <a:pt x="1618779" y="269043"/>
                </a:lnTo>
                <a:lnTo>
                  <a:pt x="1618506" y="268352"/>
                </a:lnTo>
                <a:lnTo>
                  <a:pt x="1618218" y="267668"/>
                </a:lnTo>
                <a:lnTo>
                  <a:pt x="1617915" y="266993"/>
                </a:lnTo>
                <a:lnTo>
                  <a:pt x="1617596" y="266325"/>
                </a:lnTo>
                <a:lnTo>
                  <a:pt x="1617261" y="265665"/>
                </a:lnTo>
                <a:lnTo>
                  <a:pt x="1616910" y="265012"/>
                </a:lnTo>
                <a:lnTo>
                  <a:pt x="1616544" y="264368"/>
                </a:lnTo>
                <a:lnTo>
                  <a:pt x="1616178" y="263733"/>
                </a:lnTo>
                <a:lnTo>
                  <a:pt x="1615798" y="263109"/>
                </a:lnTo>
                <a:lnTo>
                  <a:pt x="1615406" y="262496"/>
                </a:lnTo>
                <a:lnTo>
                  <a:pt x="1615001" y="261894"/>
                </a:lnTo>
                <a:lnTo>
                  <a:pt x="1614583" y="261303"/>
                </a:lnTo>
                <a:lnTo>
                  <a:pt x="1614152" y="260724"/>
                </a:lnTo>
                <a:lnTo>
                  <a:pt x="1613708" y="260155"/>
                </a:lnTo>
                <a:lnTo>
                  <a:pt x="1613252" y="259598"/>
                </a:lnTo>
                <a:lnTo>
                  <a:pt x="1612783" y="259052"/>
                </a:lnTo>
                <a:lnTo>
                  <a:pt x="1612301" y="258517"/>
                </a:lnTo>
                <a:lnTo>
                  <a:pt x="1611806" y="257993"/>
                </a:lnTo>
                <a:lnTo>
                  <a:pt x="1611299" y="257480"/>
                </a:lnTo>
                <a:lnTo>
                  <a:pt x="1610779" y="256979"/>
                </a:lnTo>
                <a:lnTo>
                  <a:pt x="1610246" y="256488"/>
                </a:lnTo>
                <a:lnTo>
                  <a:pt x="1609700" y="256009"/>
                </a:lnTo>
                <a:lnTo>
                  <a:pt x="1609141" y="255541"/>
                </a:lnTo>
                <a:lnTo>
                  <a:pt x="1608570" y="255083"/>
                </a:lnTo>
                <a:lnTo>
                  <a:pt x="1607985" y="254637"/>
                </a:lnTo>
                <a:lnTo>
                  <a:pt x="1607388" y="254202"/>
                </a:lnTo>
                <a:lnTo>
                  <a:pt x="1606779" y="253779"/>
                </a:lnTo>
                <a:lnTo>
                  <a:pt x="1606156" y="253366"/>
                </a:lnTo>
                <a:lnTo>
                  <a:pt x="1605521" y="252964"/>
                </a:lnTo>
                <a:lnTo>
                  <a:pt x="1604872" y="252574"/>
                </a:lnTo>
                <a:lnTo>
                  <a:pt x="1604211" y="252195"/>
                </a:lnTo>
                <a:lnTo>
                  <a:pt x="1603552" y="251829"/>
                </a:lnTo>
                <a:lnTo>
                  <a:pt x="1602881" y="251478"/>
                </a:lnTo>
                <a:lnTo>
                  <a:pt x="1602199" y="251144"/>
                </a:lnTo>
                <a:lnTo>
                  <a:pt x="1601506" y="250824"/>
                </a:lnTo>
                <a:lnTo>
                  <a:pt x="1600802" y="250521"/>
                </a:lnTo>
                <a:lnTo>
                  <a:pt x="1600087" y="250233"/>
                </a:lnTo>
                <a:lnTo>
                  <a:pt x="1599361" y="249960"/>
                </a:lnTo>
                <a:lnTo>
                  <a:pt x="1598623" y="249703"/>
                </a:lnTo>
                <a:lnTo>
                  <a:pt x="1597875" y="249462"/>
                </a:lnTo>
                <a:lnTo>
                  <a:pt x="1597115" y="249236"/>
                </a:lnTo>
                <a:lnTo>
                  <a:pt x="1596344" y="249026"/>
                </a:lnTo>
                <a:lnTo>
                  <a:pt x="1595562" y="248831"/>
                </a:lnTo>
                <a:lnTo>
                  <a:pt x="1594769" y="248652"/>
                </a:lnTo>
                <a:lnTo>
                  <a:pt x="1593965" y="248489"/>
                </a:lnTo>
                <a:lnTo>
                  <a:pt x="1593150" y="248341"/>
                </a:lnTo>
                <a:lnTo>
                  <a:pt x="1592323" y="248208"/>
                </a:lnTo>
                <a:lnTo>
                  <a:pt x="1591486" y="248092"/>
                </a:lnTo>
                <a:lnTo>
                  <a:pt x="1590637" y="247990"/>
                </a:lnTo>
                <a:lnTo>
                  <a:pt x="1589777" y="247905"/>
                </a:lnTo>
                <a:lnTo>
                  <a:pt x="1588906" y="247835"/>
                </a:lnTo>
                <a:lnTo>
                  <a:pt x="1588024" y="247780"/>
                </a:lnTo>
                <a:lnTo>
                  <a:pt x="1587131" y="247741"/>
                </a:lnTo>
                <a:lnTo>
                  <a:pt x="1586227" y="247718"/>
                </a:lnTo>
                <a:lnTo>
                  <a:pt x="1585311" y="247710"/>
                </a:lnTo>
                <a:lnTo>
                  <a:pt x="1584329" y="247719"/>
                </a:lnTo>
                <a:lnTo>
                  <a:pt x="1583358" y="247746"/>
                </a:lnTo>
                <a:lnTo>
                  <a:pt x="1582398" y="247790"/>
                </a:lnTo>
                <a:lnTo>
                  <a:pt x="1581450" y="247852"/>
                </a:lnTo>
                <a:lnTo>
                  <a:pt x="1580512" y="247933"/>
                </a:lnTo>
                <a:lnTo>
                  <a:pt x="1579585" y="248030"/>
                </a:lnTo>
                <a:lnTo>
                  <a:pt x="1578670" y="248146"/>
                </a:lnTo>
                <a:lnTo>
                  <a:pt x="1577766" y="248280"/>
                </a:lnTo>
                <a:lnTo>
                  <a:pt x="1576873" y="248431"/>
                </a:lnTo>
                <a:lnTo>
                  <a:pt x="1575991" y="248600"/>
                </a:lnTo>
                <a:lnTo>
                  <a:pt x="1575120" y="248787"/>
                </a:lnTo>
                <a:lnTo>
                  <a:pt x="1574260" y="248991"/>
                </a:lnTo>
                <a:lnTo>
                  <a:pt x="1573411" y="249214"/>
                </a:lnTo>
                <a:lnTo>
                  <a:pt x="1572574" y="249454"/>
                </a:lnTo>
                <a:lnTo>
                  <a:pt x="1571747" y="249712"/>
                </a:lnTo>
                <a:lnTo>
                  <a:pt x="1570932" y="249988"/>
                </a:lnTo>
                <a:lnTo>
                  <a:pt x="1570128" y="250282"/>
                </a:lnTo>
                <a:lnTo>
                  <a:pt x="1569335" y="250593"/>
                </a:lnTo>
                <a:lnTo>
                  <a:pt x="1568553" y="250922"/>
                </a:lnTo>
                <a:lnTo>
                  <a:pt x="1567782" y="251269"/>
                </a:lnTo>
                <a:lnTo>
                  <a:pt x="1567022" y="251634"/>
                </a:lnTo>
                <a:lnTo>
                  <a:pt x="1566274" y="252017"/>
                </a:lnTo>
                <a:lnTo>
                  <a:pt x="1565536" y="252417"/>
                </a:lnTo>
                <a:lnTo>
                  <a:pt x="1564810" y="252835"/>
                </a:lnTo>
                <a:lnTo>
                  <a:pt x="1564096" y="253256"/>
                </a:lnTo>
                <a:lnTo>
                  <a:pt x="1563396" y="253692"/>
                </a:lnTo>
                <a:lnTo>
                  <a:pt x="1562710" y="254142"/>
                </a:lnTo>
                <a:lnTo>
                  <a:pt x="1562038" y="254606"/>
                </a:lnTo>
                <a:lnTo>
                  <a:pt x="1561380" y="255085"/>
                </a:lnTo>
                <a:lnTo>
                  <a:pt x="1560736" y="255578"/>
                </a:lnTo>
                <a:lnTo>
                  <a:pt x="1560105" y="256086"/>
                </a:lnTo>
                <a:lnTo>
                  <a:pt x="1559489" y="256608"/>
                </a:lnTo>
                <a:lnTo>
                  <a:pt x="1558886" y="257145"/>
                </a:lnTo>
                <a:lnTo>
                  <a:pt x="1558297" y="257696"/>
                </a:lnTo>
                <a:lnTo>
                  <a:pt x="1557723" y="258262"/>
                </a:lnTo>
                <a:lnTo>
                  <a:pt x="1557162" y="258842"/>
                </a:lnTo>
                <a:lnTo>
                  <a:pt x="1556615" y="259436"/>
                </a:lnTo>
                <a:lnTo>
                  <a:pt x="1556082" y="260045"/>
                </a:lnTo>
                <a:lnTo>
                  <a:pt x="1555563" y="260669"/>
                </a:lnTo>
                <a:lnTo>
                  <a:pt x="1555057" y="261307"/>
                </a:lnTo>
                <a:lnTo>
                  <a:pt x="1554566" y="261959"/>
                </a:lnTo>
                <a:lnTo>
                  <a:pt x="1554089" y="262626"/>
                </a:lnTo>
                <a:lnTo>
                  <a:pt x="1553625" y="263307"/>
                </a:lnTo>
                <a:lnTo>
                  <a:pt x="1553175" y="264003"/>
                </a:lnTo>
                <a:lnTo>
                  <a:pt x="1552740" y="264713"/>
                </a:lnTo>
                <a:lnTo>
                  <a:pt x="1552318" y="265438"/>
                </a:lnTo>
                <a:lnTo>
                  <a:pt x="1551910" y="266177"/>
                </a:lnTo>
                <a:lnTo>
                  <a:pt x="1551516" y="266930"/>
                </a:lnTo>
                <a:lnTo>
                  <a:pt x="1551137" y="267697"/>
                </a:lnTo>
                <a:lnTo>
                  <a:pt x="1550774" y="268475"/>
                </a:lnTo>
                <a:lnTo>
                  <a:pt x="1550427" y="269265"/>
                </a:lnTo>
                <a:lnTo>
                  <a:pt x="1550097" y="270067"/>
                </a:lnTo>
                <a:lnTo>
                  <a:pt x="1549782" y="270880"/>
                </a:lnTo>
                <a:lnTo>
                  <a:pt x="1549484" y="271705"/>
                </a:lnTo>
                <a:lnTo>
                  <a:pt x="1549201" y="272542"/>
                </a:lnTo>
                <a:lnTo>
                  <a:pt x="1548935" y="273390"/>
                </a:lnTo>
                <a:lnTo>
                  <a:pt x="1548685" y="274251"/>
                </a:lnTo>
                <a:lnTo>
                  <a:pt x="1548451" y="275122"/>
                </a:lnTo>
                <a:lnTo>
                  <a:pt x="1548234" y="276006"/>
                </a:lnTo>
                <a:lnTo>
                  <a:pt x="1548032" y="276901"/>
                </a:lnTo>
                <a:lnTo>
                  <a:pt x="1547847" y="277808"/>
                </a:lnTo>
                <a:lnTo>
                  <a:pt x="1547677" y="278726"/>
                </a:lnTo>
                <a:lnTo>
                  <a:pt x="1547524" y="279656"/>
                </a:lnTo>
                <a:lnTo>
                  <a:pt x="1547387" y="280598"/>
                </a:lnTo>
                <a:lnTo>
                  <a:pt x="1547266" y="281552"/>
                </a:lnTo>
                <a:lnTo>
                  <a:pt x="1547161" y="282517"/>
                </a:lnTo>
                <a:lnTo>
                  <a:pt x="1547073" y="283494"/>
                </a:lnTo>
                <a:lnTo>
                  <a:pt x="1547000" y="284482"/>
                </a:lnTo>
                <a:lnTo>
                  <a:pt x="1546943" y="285482"/>
                </a:lnTo>
                <a:lnTo>
                  <a:pt x="1546903" y="286494"/>
                </a:lnTo>
                <a:lnTo>
                  <a:pt x="1546879" y="287518"/>
                </a:lnTo>
                <a:lnTo>
                  <a:pt x="1546871" y="288553"/>
                </a:lnTo>
                <a:lnTo>
                  <a:pt x="1546871" y="291917"/>
                </a:lnTo>
                <a:lnTo>
                  <a:pt x="1546878" y="292913"/>
                </a:lnTo>
                <a:lnTo>
                  <a:pt x="1546899" y="293900"/>
                </a:lnTo>
                <a:lnTo>
                  <a:pt x="1546933" y="294877"/>
                </a:lnTo>
                <a:lnTo>
                  <a:pt x="1546982" y="295845"/>
                </a:lnTo>
                <a:lnTo>
                  <a:pt x="1547045" y="296804"/>
                </a:lnTo>
                <a:lnTo>
                  <a:pt x="1547121" y="297753"/>
                </a:lnTo>
                <a:lnTo>
                  <a:pt x="1547212" y="298692"/>
                </a:lnTo>
                <a:lnTo>
                  <a:pt x="1547316" y="299623"/>
                </a:lnTo>
                <a:lnTo>
                  <a:pt x="1547434" y="300543"/>
                </a:lnTo>
                <a:lnTo>
                  <a:pt x="1547566" y="301454"/>
                </a:lnTo>
                <a:lnTo>
                  <a:pt x="1547712" y="302356"/>
                </a:lnTo>
                <a:lnTo>
                  <a:pt x="1547872" y="303249"/>
                </a:lnTo>
                <a:lnTo>
                  <a:pt x="1548046" y="304131"/>
                </a:lnTo>
                <a:lnTo>
                  <a:pt x="1548233" y="305005"/>
                </a:lnTo>
                <a:lnTo>
                  <a:pt x="1548435" y="305869"/>
                </a:lnTo>
                <a:lnTo>
                  <a:pt x="1548651" y="306723"/>
                </a:lnTo>
                <a:lnTo>
                  <a:pt x="1548880" y="307568"/>
                </a:lnTo>
                <a:lnTo>
                  <a:pt x="1549123" y="308404"/>
                </a:lnTo>
                <a:lnTo>
                  <a:pt x="1549381" y="309230"/>
                </a:lnTo>
                <a:lnTo>
                  <a:pt x="1549652" y="310047"/>
                </a:lnTo>
                <a:lnTo>
                  <a:pt x="1549937" y="310854"/>
                </a:lnTo>
                <a:lnTo>
                  <a:pt x="1550236" y="311652"/>
                </a:lnTo>
                <a:lnTo>
                  <a:pt x="1550548" y="312440"/>
                </a:lnTo>
                <a:lnTo>
                  <a:pt x="1550875" y="313219"/>
                </a:lnTo>
                <a:lnTo>
                  <a:pt x="1551229" y="313986"/>
                </a:lnTo>
                <a:lnTo>
                  <a:pt x="1551598" y="314739"/>
                </a:lnTo>
                <a:lnTo>
                  <a:pt x="1551981" y="315477"/>
                </a:lnTo>
                <a:lnTo>
                  <a:pt x="1552379" y="316200"/>
                </a:lnTo>
                <a:lnTo>
                  <a:pt x="1552791" y="316909"/>
                </a:lnTo>
                <a:lnTo>
                  <a:pt x="1553218" y="317604"/>
                </a:lnTo>
                <a:lnTo>
                  <a:pt x="1553659" y="318284"/>
                </a:lnTo>
                <a:lnTo>
                  <a:pt x="1554114" y="318950"/>
                </a:lnTo>
                <a:lnTo>
                  <a:pt x="1554584" y="319601"/>
                </a:lnTo>
                <a:lnTo>
                  <a:pt x="1555068" y="320238"/>
                </a:lnTo>
                <a:lnTo>
                  <a:pt x="1555567" y="320860"/>
                </a:lnTo>
                <a:lnTo>
                  <a:pt x="1556081" y="321468"/>
                </a:lnTo>
                <a:lnTo>
                  <a:pt x="1556608" y="322061"/>
                </a:lnTo>
                <a:lnTo>
                  <a:pt x="1557151" y="322640"/>
                </a:lnTo>
                <a:lnTo>
                  <a:pt x="1557707" y="323205"/>
                </a:lnTo>
                <a:lnTo>
                  <a:pt x="1558279" y="323755"/>
                </a:lnTo>
                <a:lnTo>
                  <a:pt x="1558864" y="324290"/>
                </a:lnTo>
                <a:lnTo>
                  <a:pt x="1559464" y="324811"/>
                </a:lnTo>
                <a:lnTo>
                  <a:pt x="1560079" y="325318"/>
                </a:lnTo>
                <a:lnTo>
                  <a:pt x="1560708" y="325810"/>
                </a:lnTo>
                <a:lnTo>
                  <a:pt x="1561351" y="326288"/>
                </a:lnTo>
                <a:lnTo>
                  <a:pt x="1562009" y="326751"/>
                </a:lnTo>
                <a:lnTo>
                  <a:pt x="1562682" y="327200"/>
                </a:lnTo>
                <a:lnTo>
                  <a:pt x="1563368" y="327634"/>
                </a:lnTo>
                <a:lnTo>
                  <a:pt x="1564083" y="328052"/>
                </a:lnTo>
                <a:lnTo>
                  <a:pt x="1564813" y="328453"/>
                </a:lnTo>
                <a:lnTo>
                  <a:pt x="1565558" y="328836"/>
                </a:lnTo>
                <a:lnTo>
                  <a:pt x="1566318" y="329200"/>
                </a:lnTo>
                <a:lnTo>
                  <a:pt x="1567093" y="329547"/>
                </a:lnTo>
                <a:lnTo>
                  <a:pt x="1567883" y="329877"/>
                </a:lnTo>
                <a:lnTo>
                  <a:pt x="1568688" y="330188"/>
                </a:lnTo>
                <a:lnTo>
                  <a:pt x="1569508" y="330482"/>
                </a:lnTo>
                <a:lnTo>
                  <a:pt x="1570343" y="330758"/>
                </a:lnTo>
                <a:lnTo>
                  <a:pt x="1571193" y="331016"/>
                </a:lnTo>
                <a:lnTo>
                  <a:pt x="1572058" y="331256"/>
                </a:lnTo>
                <a:lnTo>
                  <a:pt x="1572938" y="331478"/>
                </a:lnTo>
                <a:lnTo>
                  <a:pt x="1573834" y="331683"/>
                </a:lnTo>
                <a:lnTo>
                  <a:pt x="1574744" y="331870"/>
                </a:lnTo>
                <a:lnTo>
                  <a:pt x="1575669" y="332039"/>
                </a:lnTo>
                <a:lnTo>
                  <a:pt x="1576609" y="332190"/>
                </a:lnTo>
                <a:lnTo>
                  <a:pt x="1577564" y="332324"/>
                </a:lnTo>
                <a:lnTo>
                  <a:pt x="1578534" y="332439"/>
                </a:lnTo>
                <a:lnTo>
                  <a:pt x="1579520" y="332537"/>
                </a:lnTo>
                <a:lnTo>
                  <a:pt x="1580520" y="332617"/>
                </a:lnTo>
                <a:lnTo>
                  <a:pt x="1581535" y="332680"/>
                </a:lnTo>
                <a:lnTo>
                  <a:pt x="1582565" y="332724"/>
                </a:lnTo>
                <a:lnTo>
                  <a:pt x="1583611" y="332751"/>
                </a:lnTo>
                <a:lnTo>
                  <a:pt x="1584671" y="332760"/>
                </a:lnTo>
                <a:lnTo>
                  <a:pt x="1585586" y="332753"/>
                </a:lnTo>
                <a:lnTo>
                  <a:pt x="1586492" y="332733"/>
                </a:lnTo>
                <a:lnTo>
                  <a:pt x="1587386" y="332700"/>
                </a:lnTo>
                <a:lnTo>
                  <a:pt x="1588270" y="332653"/>
                </a:lnTo>
                <a:lnTo>
                  <a:pt x="1589144" y="332593"/>
                </a:lnTo>
                <a:close/>
                <a:moveTo>
                  <a:pt x="1563755" y="279860"/>
                </a:moveTo>
                <a:lnTo>
                  <a:pt x="1563793" y="279411"/>
                </a:lnTo>
                <a:lnTo>
                  <a:pt x="1563839" y="278963"/>
                </a:lnTo>
                <a:lnTo>
                  <a:pt x="1563893" y="278516"/>
                </a:lnTo>
                <a:lnTo>
                  <a:pt x="1563956" y="278071"/>
                </a:lnTo>
                <a:lnTo>
                  <a:pt x="1564027" y="277627"/>
                </a:lnTo>
                <a:lnTo>
                  <a:pt x="1564106" y="277183"/>
                </a:lnTo>
                <a:lnTo>
                  <a:pt x="1564193" y="276741"/>
                </a:lnTo>
                <a:lnTo>
                  <a:pt x="1564289" y="276300"/>
                </a:lnTo>
                <a:lnTo>
                  <a:pt x="1564394" y="275860"/>
                </a:lnTo>
                <a:lnTo>
                  <a:pt x="1564506" y="275421"/>
                </a:lnTo>
                <a:lnTo>
                  <a:pt x="1564627" y="274984"/>
                </a:lnTo>
                <a:lnTo>
                  <a:pt x="1564756" y="274547"/>
                </a:lnTo>
                <a:lnTo>
                  <a:pt x="1564894" y="274112"/>
                </a:lnTo>
                <a:lnTo>
                  <a:pt x="1565040" y="273677"/>
                </a:lnTo>
                <a:lnTo>
                  <a:pt x="1565194" y="273244"/>
                </a:lnTo>
                <a:lnTo>
                  <a:pt x="1565357" y="272812"/>
                </a:lnTo>
                <a:lnTo>
                  <a:pt x="1565528" y="272381"/>
                </a:lnTo>
                <a:lnTo>
                  <a:pt x="1565707" y="271951"/>
                </a:lnTo>
                <a:lnTo>
                  <a:pt x="1565895" y="271522"/>
                </a:lnTo>
                <a:lnTo>
                  <a:pt x="1566091" y="271095"/>
                </a:lnTo>
                <a:lnTo>
                  <a:pt x="1566308" y="270658"/>
                </a:lnTo>
                <a:lnTo>
                  <a:pt x="1566533" y="270227"/>
                </a:lnTo>
                <a:lnTo>
                  <a:pt x="1566764" y="269803"/>
                </a:lnTo>
                <a:lnTo>
                  <a:pt x="1567003" y="269386"/>
                </a:lnTo>
                <a:lnTo>
                  <a:pt x="1567249" y="268976"/>
                </a:lnTo>
                <a:lnTo>
                  <a:pt x="1567503" y="268572"/>
                </a:lnTo>
                <a:lnTo>
                  <a:pt x="1567763" y="268175"/>
                </a:lnTo>
                <a:lnTo>
                  <a:pt x="1568031" y="267785"/>
                </a:lnTo>
                <a:lnTo>
                  <a:pt x="1568306" y="267401"/>
                </a:lnTo>
                <a:lnTo>
                  <a:pt x="1568588" y="267024"/>
                </a:lnTo>
                <a:lnTo>
                  <a:pt x="1568878" y="266653"/>
                </a:lnTo>
                <a:lnTo>
                  <a:pt x="1569174" y="266290"/>
                </a:lnTo>
                <a:lnTo>
                  <a:pt x="1569478" y="265933"/>
                </a:lnTo>
                <a:lnTo>
                  <a:pt x="1569790" y="265582"/>
                </a:lnTo>
                <a:lnTo>
                  <a:pt x="1570108" y="265239"/>
                </a:lnTo>
                <a:lnTo>
                  <a:pt x="1570434" y="264901"/>
                </a:lnTo>
                <a:lnTo>
                  <a:pt x="1570766" y="264571"/>
                </a:lnTo>
                <a:lnTo>
                  <a:pt x="1571106" y="264247"/>
                </a:lnTo>
                <a:lnTo>
                  <a:pt x="1571454" y="263930"/>
                </a:lnTo>
                <a:lnTo>
                  <a:pt x="1571808" y="263620"/>
                </a:lnTo>
                <a:lnTo>
                  <a:pt x="1572170" y="263316"/>
                </a:lnTo>
                <a:lnTo>
                  <a:pt x="1572539" y="263020"/>
                </a:lnTo>
                <a:lnTo>
                  <a:pt x="1572915" y="262729"/>
                </a:lnTo>
                <a:lnTo>
                  <a:pt x="1573299" y="262446"/>
                </a:lnTo>
                <a:lnTo>
                  <a:pt x="1573703" y="262171"/>
                </a:lnTo>
                <a:lnTo>
                  <a:pt x="1574114" y="261908"/>
                </a:lnTo>
                <a:lnTo>
                  <a:pt x="1574533" y="261657"/>
                </a:lnTo>
                <a:lnTo>
                  <a:pt x="1574958" y="261418"/>
                </a:lnTo>
                <a:lnTo>
                  <a:pt x="1575391" y="261190"/>
                </a:lnTo>
                <a:lnTo>
                  <a:pt x="1575831" y="260974"/>
                </a:lnTo>
                <a:lnTo>
                  <a:pt x="1576279" y="260770"/>
                </a:lnTo>
                <a:lnTo>
                  <a:pt x="1576734" y="260577"/>
                </a:lnTo>
                <a:lnTo>
                  <a:pt x="1577195" y="260396"/>
                </a:lnTo>
                <a:lnTo>
                  <a:pt x="1577665" y="260227"/>
                </a:lnTo>
                <a:lnTo>
                  <a:pt x="1578141" y="260069"/>
                </a:lnTo>
                <a:lnTo>
                  <a:pt x="1578624" y="259923"/>
                </a:lnTo>
                <a:lnTo>
                  <a:pt x="1579115" y="259789"/>
                </a:lnTo>
                <a:lnTo>
                  <a:pt x="1579613" y="259666"/>
                </a:lnTo>
                <a:lnTo>
                  <a:pt x="1580118" y="259555"/>
                </a:lnTo>
                <a:lnTo>
                  <a:pt x="1580631" y="259456"/>
                </a:lnTo>
                <a:lnTo>
                  <a:pt x="1581151" y="259368"/>
                </a:lnTo>
                <a:lnTo>
                  <a:pt x="1581678" y="259292"/>
                </a:lnTo>
                <a:lnTo>
                  <a:pt x="1582212" y="259228"/>
                </a:lnTo>
                <a:lnTo>
                  <a:pt x="1582753" y="259175"/>
                </a:lnTo>
                <a:lnTo>
                  <a:pt x="1583302" y="259135"/>
                </a:lnTo>
                <a:lnTo>
                  <a:pt x="1583858" y="259105"/>
                </a:lnTo>
                <a:lnTo>
                  <a:pt x="1584421" y="259088"/>
                </a:lnTo>
                <a:lnTo>
                  <a:pt x="1584991" y="259082"/>
                </a:lnTo>
                <a:lnTo>
                  <a:pt x="1585496" y="259087"/>
                </a:lnTo>
                <a:lnTo>
                  <a:pt x="1585996" y="259101"/>
                </a:lnTo>
                <a:lnTo>
                  <a:pt x="1586490" y="259125"/>
                </a:lnTo>
                <a:lnTo>
                  <a:pt x="1586980" y="259158"/>
                </a:lnTo>
                <a:lnTo>
                  <a:pt x="1587465" y="259200"/>
                </a:lnTo>
                <a:lnTo>
                  <a:pt x="1587944" y="259252"/>
                </a:lnTo>
                <a:lnTo>
                  <a:pt x="1588419" y="259314"/>
                </a:lnTo>
                <a:lnTo>
                  <a:pt x="1588889" y="259385"/>
                </a:lnTo>
                <a:lnTo>
                  <a:pt x="1589353" y="259465"/>
                </a:lnTo>
                <a:lnTo>
                  <a:pt x="1589813" y="259555"/>
                </a:lnTo>
                <a:lnTo>
                  <a:pt x="1590268" y="259654"/>
                </a:lnTo>
                <a:lnTo>
                  <a:pt x="1590717" y="259763"/>
                </a:lnTo>
                <a:lnTo>
                  <a:pt x="1591162" y="259881"/>
                </a:lnTo>
                <a:lnTo>
                  <a:pt x="1591601" y="260009"/>
                </a:lnTo>
                <a:lnTo>
                  <a:pt x="1592036" y="260146"/>
                </a:lnTo>
                <a:lnTo>
                  <a:pt x="1592466" y="260292"/>
                </a:lnTo>
                <a:lnTo>
                  <a:pt x="1592890" y="260448"/>
                </a:lnTo>
                <a:lnTo>
                  <a:pt x="1593310" y="260614"/>
                </a:lnTo>
                <a:lnTo>
                  <a:pt x="1593725" y="260789"/>
                </a:lnTo>
                <a:lnTo>
                  <a:pt x="1594134" y="260973"/>
                </a:lnTo>
                <a:lnTo>
                  <a:pt x="1594539" y="261167"/>
                </a:lnTo>
                <a:lnTo>
                  <a:pt x="1594938" y="261370"/>
                </a:lnTo>
                <a:lnTo>
                  <a:pt x="1595333" y="261583"/>
                </a:lnTo>
                <a:lnTo>
                  <a:pt x="1595722" y="261805"/>
                </a:lnTo>
                <a:lnTo>
                  <a:pt x="1596106" y="262035"/>
                </a:lnTo>
                <a:lnTo>
                  <a:pt x="1596481" y="262273"/>
                </a:lnTo>
                <a:lnTo>
                  <a:pt x="1596849" y="262518"/>
                </a:lnTo>
                <a:lnTo>
                  <a:pt x="1597208" y="262770"/>
                </a:lnTo>
                <a:lnTo>
                  <a:pt x="1597561" y="263030"/>
                </a:lnTo>
                <a:lnTo>
                  <a:pt x="1597905" y="263297"/>
                </a:lnTo>
                <a:lnTo>
                  <a:pt x="1598241" y="263570"/>
                </a:lnTo>
                <a:lnTo>
                  <a:pt x="1598570" y="263852"/>
                </a:lnTo>
                <a:lnTo>
                  <a:pt x="1598891" y="264140"/>
                </a:lnTo>
                <a:lnTo>
                  <a:pt x="1599204" y="264435"/>
                </a:lnTo>
                <a:lnTo>
                  <a:pt x="1599509" y="264738"/>
                </a:lnTo>
                <a:lnTo>
                  <a:pt x="1599807" y="265048"/>
                </a:lnTo>
                <a:lnTo>
                  <a:pt x="1600097" y="265366"/>
                </a:lnTo>
                <a:lnTo>
                  <a:pt x="1600378" y="265690"/>
                </a:lnTo>
                <a:lnTo>
                  <a:pt x="1600653" y="266022"/>
                </a:lnTo>
                <a:lnTo>
                  <a:pt x="1600919" y="266361"/>
                </a:lnTo>
                <a:lnTo>
                  <a:pt x="1601178" y="266707"/>
                </a:lnTo>
                <a:lnTo>
                  <a:pt x="1601428" y="267060"/>
                </a:lnTo>
                <a:lnTo>
                  <a:pt x="1601672" y="267421"/>
                </a:lnTo>
                <a:lnTo>
                  <a:pt x="1601907" y="267789"/>
                </a:lnTo>
                <a:lnTo>
                  <a:pt x="1602134" y="268164"/>
                </a:lnTo>
                <a:lnTo>
                  <a:pt x="1602354" y="268546"/>
                </a:lnTo>
                <a:lnTo>
                  <a:pt x="1602566" y="268936"/>
                </a:lnTo>
                <a:lnTo>
                  <a:pt x="1602770" y="269333"/>
                </a:lnTo>
                <a:lnTo>
                  <a:pt x="1602979" y="269722"/>
                </a:lnTo>
                <a:lnTo>
                  <a:pt x="1603179" y="270117"/>
                </a:lnTo>
                <a:lnTo>
                  <a:pt x="1603371" y="270517"/>
                </a:lnTo>
                <a:lnTo>
                  <a:pt x="1603553" y="270921"/>
                </a:lnTo>
                <a:lnTo>
                  <a:pt x="1603726" y="271331"/>
                </a:lnTo>
                <a:lnTo>
                  <a:pt x="1603891" y="271745"/>
                </a:lnTo>
                <a:lnTo>
                  <a:pt x="1604047" y="272165"/>
                </a:lnTo>
                <a:lnTo>
                  <a:pt x="1604194" y="272590"/>
                </a:lnTo>
                <a:lnTo>
                  <a:pt x="1604332" y="273019"/>
                </a:lnTo>
                <a:lnTo>
                  <a:pt x="1604461" y="273454"/>
                </a:lnTo>
                <a:lnTo>
                  <a:pt x="1604581" y="273894"/>
                </a:lnTo>
                <a:lnTo>
                  <a:pt x="1604692" y="274338"/>
                </a:lnTo>
                <a:lnTo>
                  <a:pt x="1604794" y="274788"/>
                </a:lnTo>
                <a:lnTo>
                  <a:pt x="1604888" y="275242"/>
                </a:lnTo>
                <a:lnTo>
                  <a:pt x="1604972" y="275702"/>
                </a:lnTo>
                <a:lnTo>
                  <a:pt x="1605048" y="276167"/>
                </a:lnTo>
                <a:lnTo>
                  <a:pt x="1605115" y="276636"/>
                </a:lnTo>
                <a:lnTo>
                  <a:pt x="1605172" y="277111"/>
                </a:lnTo>
                <a:lnTo>
                  <a:pt x="1605221" y="277591"/>
                </a:lnTo>
                <a:lnTo>
                  <a:pt x="1605261" y="278075"/>
                </a:lnTo>
                <a:lnTo>
                  <a:pt x="1605293" y="278565"/>
                </a:lnTo>
                <a:lnTo>
                  <a:pt x="1605315" y="279060"/>
                </a:lnTo>
                <a:lnTo>
                  <a:pt x="1605328" y="279559"/>
                </a:lnTo>
                <a:lnTo>
                  <a:pt x="1605333" y="280064"/>
                </a:lnTo>
                <a:lnTo>
                  <a:pt x="1605333" y="282467"/>
                </a:lnTo>
                <a:lnTo>
                  <a:pt x="1563689" y="282467"/>
                </a:lnTo>
                <a:lnTo>
                  <a:pt x="1563689" y="281666"/>
                </a:lnTo>
                <a:lnTo>
                  <a:pt x="1563693" y="281213"/>
                </a:lnTo>
                <a:lnTo>
                  <a:pt x="1563705" y="280760"/>
                </a:lnTo>
                <a:lnTo>
                  <a:pt x="1563726" y="280309"/>
                </a:lnTo>
                <a:lnTo>
                  <a:pt x="1563755" y="279860"/>
                </a:lnTo>
                <a:close/>
                <a:moveTo>
                  <a:pt x="1838073" y="271162"/>
                </a:moveTo>
                <a:lnTo>
                  <a:pt x="1838088" y="271250"/>
                </a:lnTo>
                <a:lnTo>
                  <a:pt x="1838104" y="271345"/>
                </a:lnTo>
                <a:lnTo>
                  <a:pt x="1838120" y="271445"/>
                </a:lnTo>
                <a:lnTo>
                  <a:pt x="1838137" y="271552"/>
                </a:lnTo>
                <a:lnTo>
                  <a:pt x="1838155" y="271664"/>
                </a:lnTo>
                <a:lnTo>
                  <a:pt x="1838173" y="271783"/>
                </a:lnTo>
                <a:lnTo>
                  <a:pt x="1838192" y="271908"/>
                </a:lnTo>
                <a:lnTo>
                  <a:pt x="1838211" y="272039"/>
                </a:lnTo>
                <a:lnTo>
                  <a:pt x="1838231" y="272176"/>
                </a:lnTo>
                <a:lnTo>
                  <a:pt x="1838251" y="272319"/>
                </a:lnTo>
                <a:lnTo>
                  <a:pt x="1838272" y="272468"/>
                </a:lnTo>
                <a:lnTo>
                  <a:pt x="1838293" y="272624"/>
                </a:lnTo>
                <a:lnTo>
                  <a:pt x="1838315" y="272785"/>
                </a:lnTo>
                <a:lnTo>
                  <a:pt x="1838338" y="272953"/>
                </a:lnTo>
                <a:lnTo>
                  <a:pt x="1838361" y="273127"/>
                </a:lnTo>
                <a:lnTo>
                  <a:pt x="1838384" y="273307"/>
                </a:lnTo>
                <a:lnTo>
                  <a:pt x="1838409" y="273493"/>
                </a:lnTo>
                <a:lnTo>
                  <a:pt x="1838433" y="273685"/>
                </a:lnTo>
                <a:lnTo>
                  <a:pt x="1838459" y="273883"/>
                </a:lnTo>
                <a:lnTo>
                  <a:pt x="1838485" y="274088"/>
                </a:lnTo>
                <a:lnTo>
                  <a:pt x="1838511" y="274298"/>
                </a:lnTo>
                <a:lnTo>
                  <a:pt x="1853246" y="274298"/>
                </a:lnTo>
                <a:lnTo>
                  <a:pt x="1853246" y="272376"/>
                </a:lnTo>
                <a:lnTo>
                  <a:pt x="1853254" y="271847"/>
                </a:lnTo>
                <a:lnTo>
                  <a:pt x="1853279" y="271328"/>
                </a:lnTo>
                <a:lnTo>
                  <a:pt x="1853319" y="270819"/>
                </a:lnTo>
                <a:lnTo>
                  <a:pt x="1853375" y="270321"/>
                </a:lnTo>
                <a:lnTo>
                  <a:pt x="1853448" y="269832"/>
                </a:lnTo>
                <a:lnTo>
                  <a:pt x="1853537" y="269353"/>
                </a:lnTo>
                <a:lnTo>
                  <a:pt x="1853642" y="268884"/>
                </a:lnTo>
                <a:lnTo>
                  <a:pt x="1853763" y="268425"/>
                </a:lnTo>
                <a:lnTo>
                  <a:pt x="1853900" y="267976"/>
                </a:lnTo>
                <a:lnTo>
                  <a:pt x="1854053" y="267538"/>
                </a:lnTo>
                <a:lnTo>
                  <a:pt x="1854222" y="267109"/>
                </a:lnTo>
                <a:lnTo>
                  <a:pt x="1854408" y="266690"/>
                </a:lnTo>
                <a:lnTo>
                  <a:pt x="1854609" y="266281"/>
                </a:lnTo>
                <a:lnTo>
                  <a:pt x="1854827" y="265883"/>
                </a:lnTo>
                <a:lnTo>
                  <a:pt x="1855061" y="265494"/>
                </a:lnTo>
                <a:lnTo>
                  <a:pt x="1855311" y="265115"/>
                </a:lnTo>
                <a:lnTo>
                  <a:pt x="1855577" y="264746"/>
                </a:lnTo>
                <a:lnTo>
                  <a:pt x="1855859" y="264388"/>
                </a:lnTo>
                <a:lnTo>
                  <a:pt x="1856158" y="264039"/>
                </a:lnTo>
                <a:lnTo>
                  <a:pt x="1856472" y="263700"/>
                </a:lnTo>
                <a:lnTo>
                  <a:pt x="1856803" y="263372"/>
                </a:lnTo>
                <a:lnTo>
                  <a:pt x="1857149" y="263053"/>
                </a:lnTo>
                <a:lnTo>
                  <a:pt x="1857512" y="262744"/>
                </a:lnTo>
                <a:lnTo>
                  <a:pt x="1857891" y="262446"/>
                </a:lnTo>
                <a:lnTo>
                  <a:pt x="1858285" y="262158"/>
                </a:lnTo>
                <a:lnTo>
                  <a:pt x="1858692" y="261883"/>
                </a:lnTo>
                <a:lnTo>
                  <a:pt x="1859113" y="261620"/>
                </a:lnTo>
                <a:lnTo>
                  <a:pt x="1859546" y="261369"/>
                </a:lnTo>
                <a:lnTo>
                  <a:pt x="1859994" y="261130"/>
                </a:lnTo>
                <a:lnTo>
                  <a:pt x="1860454" y="260904"/>
                </a:lnTo>
                <a:lnTo>
                  <a:pt x="1860928" y="260690"/>
                </a:lnTo>
                <a:lnTo>
                  <a:pt x="1861415" y="260488"/>
                </a:lnTo>
                <a:lnTo>
                  <a:pt x="1861916" y="260298"/>
                </a:lnTo>
                <a:lnTo>
                  <a:pt x="1862429" y="260121"/>
                </a:lnTo>
                <a:lnTo>
                  <a:pt x="1862957" y="259956"/>
                </a:lnTo>
                <a:lnTo>
                  <a:pt x="1863497" y="259803"/>
                </a:lnTo>
                <a:lnTo>
                  <a:pt x="1864051" y="259662"/>
                </a:lnTo>
                <a:lnTo>
                  <a:pt x="1864618" y="259534"/>
                </a:lnTo>
                <a:lnTo>
                  <a:pt x="1865199" y="259417"/>
                </a:lnTo>
                <a:lnTo>
                  <a:pt x="1865793" y="259313"/>
                </a:lnTo>
                <a:lnTo>
                  <a:pt x="1866400" y="259222"/>
                </a:lnTo>
                <a:lnTo>
                  <a:pt x="1867021" y="259142"/>
                </a:lnTo>
                <a:lnTo>
                  <a:pt x="1867655" y="259075"/>
                </a:lnTo>
                <a:lnTo>
                  <a:pt x="1868302" y="259020"/>
                </a:lnTo>
                <a:lnTo>
                  <a:pt x="1868963" y="258977"/>
                </a:lnTo>
                <a:lnTo>
                  <a:pt x="1869637" y="258946"/>
                </a:lnTo>
                <a:lnTo>
                  <a:pt x="1870324" y="258928"/>
                </a:lnTo>
                <a:lnTo>
                  <a:pt x="1871025" y="258922"/>
                </a:lnTo>
                <a:lnTo>
                  <a:pt x="1871790" y="258928"/>
                </a:lnTo>
                <a:lnTo>
                  <a:pt x="1872536" y="258946"/>
                </a:lnTo>
                <a:lnTo>
                  <a:pt x="1873263" y="258977"/>
                </a:lnTo>
                <a:lnTo>
                  <a:pt x="1873970" y="259020"/>
                </a:lnTo>
                <a:lnTo>
                  <a:pt x="1874660" y="259075"/>
                </a:lnTo>
                <a:lnTo>
                  <a:pt x="1875330" y="259142"/>
                </a:lnTo>
                <a:lnTo>
                  <a:pt x="1875981" y="259222"/>
                </a:lnTo>
                <a:lnTo>
                  <a:pt x="1876613" y="259313"/>
                </a:lnTo>
                <a:lnTo>
                  <a:pt x="1877227" y="259417"/>
                </a:lnTo>
                <a:lnTo>
                  <a:pt x="1877821" y="259534"/>
                </a:lnTo>
                <a:lnTo>
                  <a:pt x="1878397" y="259662"/>
                </a:lnTo>
                <a:lnTo>
                  <a:pt x="1878954" y="259803"/>
                </a:lnTo>
                <a:lnTo>
                  <a:pt x="1879491" y="259956"/>
                </a:lnTo>
                <a:lnTo>
                  <a:pt x="1880010" y="260121"/>
                </a:lnTo>
                <a:lnTo>
                  <a:pt x="1880510" y="260298"/>
                </a:lnTo>
                <a:lnTo>
                  <a:pt x="1880991" y="260488"/>
                </a:lnTo>
                <a:lnTo>
                  <a:pt x="1881453" y="260690"/>
                </a:lnTo>
                <a:lnTo>
                  <a:pt x="1881897" y="260904"/>
                </a:lnTo>
                <a:lnTo>
                  <a:pt x="1882321" y="261130"/>
                </a:lnTo>
                <a:lnTo>
                  <a:pt x="1882726" y="261369"/>
                </a:lnTo>
                <a:lnTo>
                  <a:pt x="1883113" y="261620"/>
                </a:lnTo>
                <a:lnTo>
                  <a:pt x="1883481" y="261883"/>
                </a:lnTo>
                <a:lnTo>
                  <a:pt x="1883829" y="262158"/>
                </a:lnTo>
                <a:lnTo>
                  <a:pt x="1884159" y="262446"/>
                </a:lnTo>
                <a:lnTo>
                  <a:pt x="1884486" y="262746"/>
                </a:lnTo>
                <a:lnTo>
                  <a:pt x="1884799" y="263062"/>
                </a:lnTo>
                <a:lnTo>
                  <a:pt x="1885098" y="263392"/>
                </a:lnTo>
                <a:lnTo>
                  <a:pt x="1885383" y="263736"/>
                </a:lnTo>
                <a:lnTo>
                  <a:pt x="1885654" y="264095"/>
                </a:lnTo>
                <a:lnTo>
                  <a:pt x="1885911" y="264468"/>
                </a:lnTo>
                <a:lnTo>
                  <a:pt x="1886154" y="264855"/>
                </a:lnTo>
                <a:lnTo>
                  <a:pt x="1886384" y="265257"/>
                </a:lnTo>
                <a:lnTo>
                  <a:pt x="1886599" y="265674"/>
                </a:lnTo>
                <a:lnTo>
                  <a:pt x="1886801" y="266105"/>
                </a:lnTo>
                <a:lnTo>
                  <a:pt x="1886988" y="266550"/>
                </a:lnTo>
                <a:lnTo>
                  <a:pt x="1887162" y="267010"/>
                </a:lnTo>
                <a:lnTo>
                  <a:pt x="1887322" y="267485"/>
                </a:lnTo>
                <a:lnTo>
                  <a:pt x="1887468" y="267974"/>
                </a:lnTo>
                <a:lnTo>
                  <a:pt x="1887600" y="268477"/>
                </a:lnTo>
                <a:lnTo>
                  <a:pt x="1887718" y="268995"/>
                </a:lnTo>
                <a:lnTo>
                  <a:pt x="1887823" y="269527"/>
                </a:lnTo>
                <a:lnTo>
                  <a:pt x="1887913" y="270074"/>
                </a:lnTo>
                <a:lnTo>
                  <a:pt x="1887990" y="270635"/>
                </a:lnTo>
                <a:lnTo>
                  <a:pt x="1888052" y="271210"/>
                </a:lnTo>
                <a:lnTo>
                  <a:pt x="1888101" y="271800"/>
                </a:lnTo>
                <a:lnTo>
                  <a:pt x="1888136" y="272405"/>
                </a:lnTo>
                <a:lnTo>
                  <a:pt x="1888156" y="273024"/>
                </a:lnTo>
                <a:lnTo>
                  <a:pt x="1888163" y="273657"/>
                </a:lnTo>
                <a:lnTo>
                  <a:pt x="1888163" y="282627"/>
                </a:lnTo>
                <a:lnTo>
                  <a:pt x="1886588" y="282632"/>
                </a:lnTo>
                <a:lnTo>
                  <a:pt x="1885038" y="282646"/>
                </a:lnTo>
                <a:lnTo>
                  <a:pt x="1883513" y="282669"/>
                </a:lnTo>
                <a:lnTo>
                  <a:pt x="1882015" y="282702"/>
                </a:lnTo>
                <a:lnTo>
                  <a:pt x="1880541" y="282745"/>
                </a:lnTo>
                <a:lnTo>
                  <a:pt x="1879094" y="282797"/>
                </a:lnTo>
                <a:lnTo>
                  <a:pt x="1877672" y="282858"/>
                </a:lnTo>
                <a:lnTo>
                  <a:pt x="1876275" y="282929"/>
                </a:lnTo>
                <a:lnTo>
                  <a:pt x="1874904" y="283010"/>
                </a:lnTo>
                <a:lnTo>
                  <a:pt x="1873559" y="283100"/>
                </a:lnTo>
                <a:lnTo>
                  <a:pt x="1872239" y="283199"/>
                </a:lnTo>
                <a:lnTo>
                  <a:pt x="1870945" y="283308"/>
                </a:lnTo>
                <a:lnTo>
                  <a:pt x="1869677" y="283426"/>
                </a:lnTo>
                <a:lnTo>
                  <a:pt x="1868434" y="283553"/>
                </a:lnTo>
                <a:lnTo>
                  <a:pt x="1867216" y="283690"/>
                </a:lnTo>
                <a:lnTo>
                  <a:pt x="1866024" y="283837"/>
                </a:lnTo>
                <a:lnTo>
                  <a:pt x="1864858" y="283993"/>
                </a:lnTo>
                <a:lnTo>
                  <a:pt x="1863718" y="284158"/>
                </a:lnTo>
                <a:lnTo>
                  <a:pt x="1862602" y="284333"/>
                </a:lnTo>
                <a:lnTo>
                  <a:pt x="1861513" y="284518"/>
                </a:lnTo>
                <a:lnTo>
                  <a:pt x="1860449" y="284712"/>
                </a:lnTo>
                <a:lnTo>
                  <a:pt x="1859411" y="284915"/>
                </a:lnTo>
                <a:lnTo>
                  <a:pt x="1858398" y="285128"/>
                </a:lnTo>
                <a:lnTo>
                  <a:pt x="1857411" y="285350"/>
                </a:lnTo>
                <a:lnTo>
                  <a:pt x="1856461" y="285582"/>
                </a:lnTo>
                <a:lnTo>
                  <a:pt x="1855532" y="285826"/>
                </a:lnTo>
                <a:lnTo>
                  <a:pt x="1854625" y="286080"/>
                </a:lnTo>
                <a:lnTo>
                  <a:pt x="1853740" y="286346"/>
                </a:lnTo>
                <a:lnTo>
                  <a:pt x="1852877" y="286623"/>
                </a:lnTo>
                <a:lnTo>
                  <a:pt x="1852035" y="286911"/>
                </a:lnTo>
                <a:lnTo>
                  <a:pt x="1851215" y="287211"/>
                </a:lnTo>
                <a:lnTo>
                  <a:pt x="1850417" y="287521"/>
                </a:lnTo>
                <a:lnTo>
                  <a:pt x="1849640" y="287842"/>
                </a:lnTo>
                <a:lnTo>
                  <a:pt x="1848885" y="288175"/>
                </a:lnTo>
                <a:lnTo>
                  <a:pt x="1848152" y="288519"/>
                </a:lnTo>
                <a:lnTo>
                  <a:pt x="1847440" y="288873"/>
                </a:lnTo>
                <a:lnTo>
                  <a:pt x="1846750" y="289239"/>
                </a:lnTo>
                <a:lnTo>
                  <a:pt x="1846082" y="289616"/>
                </a:lnTo>
                <a:lnTo>
                  <a:pt x="1845436" y="290005"/>
                </a:lnTo>
                <a:lnTo>
                  <a:pt x="1844811" y="290404"/>
                </a:lnTo>
                <a:lnTo>
                  <a:pt x="1844208" y="290814"/>
                </a:lnTo>
                <a:lnTo>
                  <a:pt x="1843626" y="291236"/>
                </a:lnTo>
                <a:lnTo>
                  <a:pt x="1843067" y="291669"/>
                </a:lnTo>
                <a:lnTo>
                  <a:pt x="1842529" y="292112"/>
                </a:lnTo>
                <a:lnTo>
                  <a:pt x="1842012" y="292567"/>
                </a:lnTo>
                <a:lnTo>
                  <a:pt x="1841517" y="293033"/>
                </a:lnTo>
                <a:lnTo>
                  <a:pt x="1841044" y="293511"/>
                </a:lnTo>
                <a:lnTo>
                  <a:pt x="1840593" y="293999"/>
                </a:lnTo>
                <a:lnTo>
                  <a:pt x="1840175" y="294486"/>
                </a:lnTo>
                <a:lnTo>
                  <a:pt x="1839774" y="294987"/>
                </a:lnTo>
                <a:lnTo>
                  <a:pt x="1839392" y="295500"/>
                </a:lnTo>
                <a:lnTo>
                  <a:pt x="1839027" y="296028"/>
                </a:lnTo>
                <a:lnTo>
                  <a:pt x="1838680" y="296568"/>
                </a:lnTo>
                <a:lnTo>
                  <a:pt x="1838351" y="297122"/>
                </a:lnTo>
                <a:lnTo>
                  <a:pt x="1838039" y="297689"/>
                </a:lnTo>
                <a:lnTo>
                  <a:pt x="1837746" y="298270"/>
                </a:lnTo>
                <a:lnTo>
                  <a:pt x="1837470" y="298864"/>
                </a:lnTo>
                <a:lnTo>
                  <a:pt x="1837212" y="299471"/>
                </a:lnTo>
                <a:lnTo>
                  <a:pt x="1836971" y="300092"/>
                </a:lnTo>
                <a:lnTo>
                  <a:pt x="1836749" y="300726"/>
                </a:lnTo>
                <a:lnTo>
                  <a:pt x="1836544" y="301373"/>
                </a:lnTo>
                <a:lnTo>
                  <a:pt x="1836358" y="302034"/>
                </a:lnTo>
                <a:lnTo>
                  <a:pt x="1836188" y="302708"/>
                </a:lnTo>
                <a:lnTo>
                  <a:pt x="1836037" y="303395"/>
                </a:lnTo>
                <a:lnTo>
                  <a:pt x="1835904" y="304096"/>
                </a:lnTo>
                <a:lnTo>
                  <a:pt x="1835788" y="304810"/>
                </a:lnTo>
                <a:lnTo>
                  <a:pt x="1835690" y="305538"/>
                </a:lnTo>
                <a:lnTo>
                  <a:pt x="1835610" y="306278"/>
                </a:lnTo>
                <a:lnTo>
                  <a:pt x="1835548" y="307033"/>
                </a:lnTo>
                <a:lnTo>
                  <a:pt x="1835503" y="307800"/>
                </a:lnTo>
                <a:lnTo>
                  <a:pt x="1835477" y="308581"/>
                </a:lnTo>
                <a:lnTo>
                  <a:pt x="1835468" y="309375"/>
                </a:lnTo>
                <a:lnTo>
                  <a:pt x="1835479" y="310326"/>
                </a:lnTo>
                <a:lnTo>
                  <a:pt x="1835514" y="311258"/>
                </a:lnTo>
                <a:lnTo>
                  <a:pt x="1835573" y="312171"/>
                </a:lnTo>
                <a:lnTo>
                  <a:pt x="1835655" y="313063"/>
                </a:lnTo>
                <a:lnTo>
                  <a:pt x="1835760" y="313937"/>
                </a:lnTo>
                <a:lnTo>
                  <a:pt x="1835888" y="314791"/>
                </a:lnTo>
                <a:lnTo>
                  <a:pt x="1836040" y="315625"/>
                </a:lnTo>
                <a:lnTo>
                  <a:pt x="1836215" y="316440"/>
                </a:lnTo>
                <a:lnTo>
                  <a:pt x="1836414" y="317236"/>
                </a:lnTo>
                <a:lnTo>
                  <a:pt x="1836636" y="318012"/>
                </a:lnTo>
                <a:lnTo>
                  <a:pt x="1836881" y="318769"/>
                </a:lnTo>
                <a:lnTo>
                  <a:pt x="1837149" y="319506"/>
                </a:lnTo>
                <a:lnTo>
                  <a:pt x="1837441" y="320223"/>
                </a:lnTo>
                <a:lnTo>
                  <a:pt x="1837757" y="320922"/>
                </a:lnTo>
                <a:lnTo>
                  <a:pt x="1838095" y="321600"/>
                </a:lnTo>
                <a:lnTo>
                  <a:pt x="1838458" y="322260"/>
                </a:lnTo>
                <a:lnTo>
                  <a:pt x="1838843" y="322900"/>
                </a:lnTo>
                <a:lnTo>
                  <a:pt x="1839252" y="323520"/>
                </a:lnTo>
                <a:lnTo>
                  <a:pt x="1839684" y="324121"/>
                </a:lnTo>
                <a:lnTo>
                  <a:pt x="1840139" y="324702"/>
                </a:lnTo>
                <a:lnTo>
                  <a:pt x="1840618" y="325264"/>
                </a:lnTo>
                <a:lnTo>
                  <a:pt x="1841120" y="325807"/>
                </a:lnTo>
                <a:lnTo>
                  <a:pt x="1841646" y="326330"/>
                </a:lnTo>
                <a:lnTo>
                  <a:pt x="1842195" y="326833"/>
                </a:lnTo>
                <a:lnTo>
                  <a:pt x="1842779" y="327317"/>
                </a:lnTo>
                <a:lnTo>
                  <a:pt x="1843383" y="327780"/>
                </a:lnTo>
                <a:lnTo>
                  <a:pt x="1844007" y="328222"/>
                </a:lnTo>
                <a:lnTo>
                  <a:pt x="1844651" y="328644"/>
                </a:lnTo>
                <a:lnTo>
                  <a:pt x="1845315" y="329046"/>
                </a:lnTo>
                <a:lnTo>
                  <a:pt x="1845999" y="329426"/>
                </a:lnTo>
                <a:lnTo>
                  <a:pt x="1846703" y="329786"/>
                </a:lnTo>
                <a:lnTo>
                  <a:pt x="1847427" y="330126"/>
                </a:lnTo>
                <a:lnTo>
                  <a:pt x="1848171" y="330445"/>
                </a:lnTo>
                <a:lnTo>
                  <a:pt x="1848935" y="330743"/>
                </a:lnTo>
                <a:lnTo>
                  <a:pt x="1849720" y="331021"/>
                </a:lnTo>
                <a:lnTo>
                  <a:pt x="1850524" y="331278"/>
                </a:lnTo>
                <a:lnTo>
                  <a:pt x="1851348" y="331515"/>
                </a:lnTo>
                <a:lnTo>
                  <a:pt x="1852192" y="331731"/>
                </a:lnTo>
                <a:lnTo>
                  <a:pt x="1853056" y="331926"/>
                </a:lnTo>
                <a:lnTo>
                  <a:pt x="1853941" y="332101"/>
                </a:lnTo>
                <a:lnTo>
                  <a:pt x="1854845" y="332256"/>
                </a:lnTo>
                <a:lnTo>
                  <a:pt x="1855769" y="332389"/>
                </a:lnTo>
                <a:lnTo>
                  <a:pt x="1856714" y="332503"/>
                </a:lnTo>
                <a:lnTo>
                  <a:pt x="1857678" y="332595"/>
                </a:lnTo>
                <a:lnTo>
                  <a:pt x="1858662" y="332667"/>
                </a:lnTo>
                <a:lnTo>
                  <a:pt x="1859667" y="332719"/>
                </a:lnTo>
                <a:lnTo>
                  <a:pt x="1860691" y="332749"/>
                </a:lnTo>
                <a:lnTo>
                  <a:pt x="1861736" y="332760"/>
                </a:lnTo>
                <a:lnTo>
                  <a:pt x="1862215" y="332758"/>
                </a:lnTo>
                <a:lnTo>
                  <a:pt x="1862693" y="332751"/>
                </a:lnTo>
                <a:lnTo>
                  <a:pt x="1863169" y="332740"/>
                </a:lnTo>
                <a:lnTo>
                  <a:pt x="1863644" y="332724"/>
                </a:lnTo>
                <a:lnTo>
                  <a:pt x="1864117" y="332704"/>
                </a:lnTo>
                <a:lnTo>
                  <a:pt x="1864588" y="332680"/>
                </a:lnTo>
                <a:lnTo>
                  <a:pt x="1865058" y="332651"/>
                </a:lnTo>
                <a:lnTo>
                  <a:pt x="1865526" y="332617"/>
                </a:lnTo>
                <a:lnTo>
                  <a:pt x="1865992" y="332580"/>
                </a:lnTo>
                <a:lnTo>
                  <a:pt x="1866457" y="332537"/>
                </a:lnTo>
                <a:lnTo>
                  <a:pt x="1866920" y="332491"/>
                </a:lnTo>
                <a:lnTo>
                  <a:pt x="1867381" y="332439"/>
                </a:lnTo>
                <a:lnTo>
                  <a:pt x="1867841" y="332384"/>
                </a:lnTo>
                <a:lnTo>
                  <a:pt x="1868299" y="332324"/>
                </a:lnTo>
                <a:lnTo>
                  <a:pt x="1868755" y="332259"/>
                </a:lnTo>
                <a:lnTo>
                  <a:pt x="1869210" y="332190"/>
                </a:lnTo>
                <a:lnTo>
                  <a:pt x="1869663" y="332117"/>
                </a:lnTo>
                <a:lnTo>
                  <a:pt x="1870114" y="332039"/>
                </a:lnTo>
                <a:lnTo>
                  <a:pt x="1870564" y="331957"/>
                </a:lnTo>
                <a:lnTo>
                  <a:pt x="1871012" y="331870"/>
                </a:lnTo>
                <a:lnTo>
                  <a:pt x="1871458" y="331779"/>
                </a:lnTo>
                <a:lnTo>
                  <a:pt x="1871903" y="331683"/>
                </a:lnTo>
                <a:lnTo>
                  <a:pt x="1872346" y="331583"/>
                </a:lnTo>
                <a:lnTo>
                  <a:pt x="1872787" y="331478"/>
                </a:lnTo>
                <a:lnTo>
                  <a:pt x="1873226" y="331382"/>
                </a:lnTo>
                <a:lnTo>
                  <a:pt x="1873661" y="331279"/>
                </a:lnTo>
                <a:lnTo>
                  <a:pt x="1874093" y="331171"/>
                </a:lnTo>
                <a:lnTo>
                  <a:pt x="1874522" y="331056"/>
                </a:lnTo>
                <a:lnTo>
                  <a:pt x="1874948" y="330935"/>
                </a:lnTo>
                <a:lnTo>
                  <a:pt x="1875370" y="330808"/>
                </a:lnTo>
                <a:lnTo>
                  <a:pt x="1875789" y="330675"/>
                </a:lnTo>
                <a:lnTo>
                  <a:pt x="1876204" y="330535"/>
                </a:lnTo>
                <a:lnTo>
                  <a:pt x="1876616" y="330390"/>
                </a:lnTo>
                <a:lnTo>
                  <a:pt x="1877025" y="330238"/>
                </a:lnTo>
                <a:lnTo>
                  <a:pt x="1877430" y="330081"/>
                </a:lnTo>
                <a:lnTo>
                  <a:pt x="1877832" y="329917"/>
                </a:lnTo>
                <a:lnTo>
                  <a:pt x="1878231" y="329747"/>
                </a:lnTo>
                <a:lnTo>
                  <a:pt x="1878627" y="329571"/>
                </a:lnTo>
                <a:lnTo>
                  <a:pt x="1879019" y="329389"/>
                </a:lnTo>
                <a:lnTo>
                  <a:pt x="1879407" y="329200"/>
                </a:lnTo>
                <a:lnTo>
                  <a:pt x="1879793" y="329006"/>
                </a:lnTo>
                <a:lnTo>
                  <a:pt x="1880175" y="328806"/>
                </a:lnTo>
                <a:lnTo>
                  <a:pt x="1880554" y="328599"/>
                </a:lnTo>
                <a:lnTo>
                  <a:pt x="1880929" y="328386"/>
                </a:lnTo>
                <a:lnTo>
                  <a:pt x="1881301" y="328167"/>
                </a:lnTo>
                <a:lnTo>
                  <a:pt x="1881670" y="327942"/>
                </a:lnTo>
                <a:lnTo>
                  <a:pt x="1882035" y="327711"/>
                </a:lnTo>
                <a:lnTo>
                  <a:pt x="1882397" y="327474"/>
                </a:lnTo>
                <a:lnTo>
                  <a:pt x="1882755" y="327217"/>
                </a:lnTo>
                <a:lnTo>
                  <a:pt x="1883107" y="326954"/>
                </a:lnTo>
                <a:lnTo>
                  <a:pt x="1883453" y="326683"/>
                </a:lnTo>
                <a:lnTo>
                  <a:pt x="1883794" y="326406"/>
                </a:lnTo>
                <a:lnTo>
                  <a:pt x="1884130" y="326123"/>
                </a:lnTo>
                <a:lnTo>
                  <a:pt x="1884459" y="325832"/>
                </a:lnTo>
                <a:lnTo>
                  <a:pt x="1884784" y="325535"/>
                </a:lnTo>
                <a:lnTo>
                  <a:pt x="1885102" y="325232"/>
                </a:lnTo>
                <a:lnTo>
                  <a:pt x="1885415" y="324921"/>
                </a:lnTo>
                <a:lnTo>
                  <a:pt x="1885723" y="324604"/>
                </a:lnTo>
                <a:lnTo>
                  <a:pt x="1886025" y="324281"/>
                </a:lnTo>
                <a:lnTo>
                  <a:pt x="1886321" y="323950"/>
                </a:lnTo>
                <a:lnTo>
                  <a:pt x="1886612" y="323613"/>
                </a:lnTo>
                <a:lnTo>
                  <a:pt x="1886898" y="323270"/>
                </a:lnTo>
                <a:lnTo>
                  <a:pt x="1887177" y="322919"/>
                </a:lnTo>
                <a:lnTo>
                  <a:pt x="1887451" y="322562"/>
                </a:lnTo>
                <a:lnTo>
                  <a:pt x="1887720" y="322199"/>
                </a:lnTo>
                <a:lnTo>
                  <a:pt x="1887983" y="321828"/>
                </a:lnTo>
                <a:lnTo>
                  <a:pt x="1888241" y="321451"/>
                </a:lnTo>
                <a:lnTo>
                  <a:pt x="1888493" y="321067"/>
                </a:lnTo>
                <a:lnTo>
                  <a:pt x="1888739" y="320677"/>
                </a:lnTo>
                <a:lnTo>
                  <a:pt x="1888980" y="320280"/>
                </a:lnTo>
                <a:lnTo>
                  <a:pt x="1889215" y="319876"/>
                </a:lnTo>
                <a:lnTo>
                  <a:pt x="1889445" y="319466"/>
                </a:lnTo>
                <a:lnTo>
                  <a:pt x="1889486" y="319889"/>
                </a:lnTo>
                <a:lnTo>
                  <a:pt x="1889531" y="320304"/>
                </a:lnTo>
                <a:lnTo>
                  <a:pt x="1889580" y="320712"/>
                </a:lnTo>
                <a:lnTo>
                  <a:pt x="1889631" y="321112"/>
                </a:lnTo>
                <a:lnTo>
                  <a:pt x="1889687" y="321504"/>
                </a:lnTo>
                <a:lnTo>
                  <a:pt x="1889745" y="321888"/>
                </a:lnTo>
                <a:lnTo>
                  <a:pt x="1889807" y="322265"/>
                </a:lnTo>
                <a:lnTo>
                  <a:pt x="1889872" y="322633"/>
                </a:lnTo>
                <a:lnTo>
                  <a:pt x="1889940" y="322994"/>
                </a:lnTo>
                <a:lnTo>
                  <a:pt x="1890012" y="323348"/>
                </a:lnTo>
                <a:lnTo>
                  <a:pt x="1890087" y="323693"/>
                </a:lnTo>
                <a:lnTo>
                  <a:pt x="1890165" y="324031"/>
                </a:lnTo>
                <a:lnTo>
                  <a:pt x="1890247" y="324360"/>
                </a:lnTo>
                <a:lnTo>
                  <a:pt x="1890332" y="324682"/>
                </a:lnTo>
                <a:lnTo>
                  <a:pt x="1890421" y="324997"/>
                </a:lnTo>
                <a:lnTo>
                  <a:pt x="1890512" y="325303"/>
                </a:lnTo>
                <a:lnTo>
                  <a:pt x="1890608" y="325602"/>
                </a:lnTo>
                <a:lnTo>
                  <a:pt x="1890706" y="325892"/>
                </a:lnTo>
                <a:lnTo>
                  <a:pt x="1890808" y="326176"/>
                </a:lnTo>
                <a:lnTo>
                  <a:pt x="1890913" y="326451"/>
                </a:lnTo>
                <a:lnTo>
                  <a:pt x="1891021" y="326718"/>
                </a:lnTo>
                <a:lnTo>
                  <a:pt x="1891133" y="326978"/>
                </a:lnTo>
                <a:lnTo>
                  <a:pt x="1891248" y="327230"/>
                </a:lnTo>
                <a:lnTo>
                  <a:pt x="1891367" y="327474"/>
                </a:lnTo>
                <a:lnTo>
                  <a:pt x="1891490" y="327711"/>
                </a:lnTo>
                <a:lnTo>
                  <a:pt x="1891618" y="327942"/>
                </a:lnTo>
                <a:lnTo>
                  <a:pt x="1891752" y="328167"/>
                </a:lnTo>
                <a:lnTo>
                  <a:pt x="1891892" y="328386"/>
                </a:lnTo>
                <a:lnTo>
                  <a:pt x="1892037" y="328599"/>
                </a:lnTo>
                <a:lnTo>
                  <a:pt x="1892188" y="328806"/>
                </a:lnTo>
                <a:lnTo>
                  <a:pt x="1892344" y="329006"/>
                </a:lnTo>
                <a:lnTo>
                  <a:pt x="1892506" y="329200"/>
                </a:lnTo>
                <a:lnTo>
                  <a:pt x="1892673" y="329389"/>
                </a:lnTo>
                <a:lnTo>
                  <a:pt x="1892846" y="329571"/>
                </a:lnTo>
                <a:lnTo>
                  <a:pt x="1893025" y="329747"/>
                </a:lnTo>
                <a:lnTo>
                  <a:pt x="1893209" y="329917"/>
                </a:lnTo>
                <a:lnTo>
                  <a:pt x="1893398" y="330081"/>
                </a:lnTo>
                <a:lnTo>
                  <a:pt x="1893593" y="330238"/>
                </a:lnTo>
                <a:lnTo>
                  <a:pt x="1893794" y="330390"/>
                </a:lnTo>
                <a:lnTo>
                  <a:pt x="1894001" y="330535"/>
                </a:lnTo>
                <a:lnTo>
                  <a:pt x="1894212" y="330675"/>
                </a:lnTo>
                <a:lnTo>
                  <a:pt x="1894430" y="330808"/>
                </a:lnTo>
                <a:lnTo>
                  <a:pt x="1894653" y="330935"/>
                </a:lnTo>
                <a:lnTo>
                  <a:pt x="1894882" y="331056"/>
                </a:lnTo>
                <a:lnTo>
                  <a:pt x="1895116" y="331171"/>
                </a:lnTo>
                <a:lnTo>
                  <a:pt x="1895355" y="331279"/>
                </a:lnTo>
                <a:lnTo>
                  <a:pt x="1895601" y="331382"/>
                </a:lnTo>
                <a:lnTo>
                  <a:pt x="1895851" y="331478"/>
                </a:lnTo>
                <a:lnTo>
                  <a:pt x="1896108" y="331583"/>
                </a:lnTo>
                <a:lnTo>
                  <a:pt x="1896371" y="331683"/>
                </a:lnTo>
                <a:lnTo>
                  <a:pt x="1896640" y="331779"/>
                </a:lnTo>
                <a:lnTo>
                  <a:pt x="1896915" y="331870"/>
                </a:lnTo>
                <a:lnTo>
                  <a:pt x="1897196" y="331957"/>
                </a:lnTo>
                <a:lnTo>
                  <a:pt x="1897483" y="332039"/>
                </a:lnTo>
                <a:lnTo>
                  <a:pt x="1897776" y="332117"/>
                </a:lnTo>
                <a:lnTo>
                  <a:pt x="1898076" y="332190"/>
                </a:lnTo>
                <a:lnTo>
                  <a:pt x="1898382" y="332259"/>
                </a:lnTo>
                <a:lnTo>
                  <a:pt x="1898693" y="332324"/>
                </a:lnTo>
                <a:lnTo>
                  <a:pt x="1899011" y="332384"/>
                </a:lnTo>
                <a:lnTo>
                  <a:pt x="1899335" y="332439"/>
                </a:lnTo>
                <a:lnTo>
                  <a:pt x="1899665" y="332491"/>
                </a:lnTo>
                <a:lnTo>
                  <a:pt x="1900001" y="332537"/>
                </a:lnTo>
                <a:lnTo>
                  <a:pt x="1900344" y="332580"/>
                </a:lnTo>
                <a:lnTo>
                  <a:pt x="1900692" y="332617"/>
                </a:lnTo>
                <a:lnTo>
                  <a:pt x="1901047" y="332651"/>
                </a:lnTo>
                <a:lnTo>
                  <a:pt x="1901407" y="332680"/>
                </a:lnTo>
                <a:lnTo>
                  <a:pt x="1901774" y="332704"/>
                </a:lnTo>
                <a:lnTo>
                  <a:pt x="1902147" y="332724"/>
                </a:lnTo>
                <a:lnTo>
                  <a:pt x="1902526" y="332740"/>
                </a:lnTo>
                <a:lnTo>
                  <a:pt x="1902911" y="332751"/>
                </a:lnTo>
                <a:lnTo>
                  <a:pt x="1903302" y="332758"/>
                </a:lnTo>
                <a:lnTo>
                  <a:pt x="1903700" y="332760"/>
                </a:lnTo>
                <a:lnTo>
                  <a:pt x="1903979" y="332758"/>
                </a:lnTo>
                <a:lnTo>
                  <a:pt x="1904258" y="332754"/>
                </a:lnTo>
                <a:lnTo>
                  <a:pt x="1904535" y="332747"/>
                </a:lnTo>
                <a:lnTo>
                  <a:pt x="1904812" y="332737"/>
                </a:lnTo>
                <a:lnTo>
                  <a:pt x="1905087" y="332725"/>
                </a:lnTo>
                <a:lnTo>
                  <a:pt x="1905361" y="332710"/>
                </a:lnTo>
                <a:lnTo>
                  <a:pt x="1905634" y="332692"/>
                </a:lnTo>
                <a:lnTo>
                  <a:pt x="1905906" y="332671"/>
                </a:lnTo>
                <a:lnTo>
                  <a:pt x="1906177" y="332647"/>
                </a:lnTo>
                <a:lnTo>
                  <a:pt x="1906447" y="332621"/>
                </a:lnTo>
                <a:lnTo>
                  <a:pt x="1906716" y="332591"/>
                </a:lnTo>
                <a:lnTo>
                  <a:pt x="1906983" y="332560"/>
                </a:lnTo>
                <a:lnTo>
                  <a:pt x="1907249" y="332525"/>
                </a:lnTo>
                <a:lnTo>
                  <a:pt x="1907515" y="332487"/>
                </a:lnTo>
                <a:lnTo>
                  <a:pt x="1907779" y="332447"/>
                </a:lnTo>
                <a:lnTo>
                  <a:pt x="1908042" y="332404"/>
                </a:lnTo>
                <a:lnTo>
                  <a:pt x="1908304" y="332358"/>
                </a:lnTo>
                <a:lnTo>
                  <a:pt x="1908565" y="332309"/>
                </a:lnTo>
                <a:lnTo>
                  <a:pt x="1908824" y="332258"/>
                </a:lnTo>
                <a:lnTo>
                  <a:pt x="1909083" y="332204"/>
                </a:lnTo>
                <a:lnTo>
                  <a:pt x="1909341" y="332147"/>
                </a:lnTo>
                <a:lnTo>
                  <a:pt x="1909597" y="332087"/>
                </a:lnTo>
                <a:lnTo>
                  <a:pt x="1909852" y="332024"/>
                </a:lnTo>
                <a:lnTo>
                  <a:pt x="1910106" y="331959"/>
                </a:lnTo>
                <a:lnTo>
                  <a:pt x="1910358" y="331891"/>
                </a:lnTo>
                <a:lnTo>
                  <a:pt x="1910607" y="331821"/>
                </a:lnTo>
                <a:lnTo>
                  <a:pt x="1910852" y="331749"/>
                </a:lnTo>
                <a:lnTo>
                  <a:pt x="1911094" y="331674"/>
                </a:lnTo>
                <a:lnTo>
                  <a:pt x="1911333" y="331597"/>
                </a:lnTo>
                <a:lnTo>
                  <a:pt x="1911568" y="331518"/>
                </a:lnTo>
                <a:lnTo>
                  <a:pt x="1911800" y="331437"/>
                </a:lnTo>
                <a:lnTo>
                  <a:pt x="1912028" y="331354"/>
                </a:lnTo>
                <a:lnTo>
                  <a:pt x="1912254" y="331268"/>
                </a:lnTo>
                <a:lnTo>
                  <a:pt x="1912476" y="331180"/>
                </a:lnTo>
                <a:lnTo>
                  <a:pt x="1912694" y="331090"/>
                </a:lnTo>
                <a:lnTo>
                  <a:pt x="1912909" y="330998"/>
                </a:lnTo>
                <a:lnTo>
                  <a:pt x="1913121" y="330903"/>
                </a:lnTo>
                <a:lnTo>
                  <a:pt x="1913330" y="330807"/>
                </a:lnTo>
                <a:lnTo>
                  <a:pt x="1913535" y="330708"/>
                </a:lnTo>
                <a:lnTo>
                  <a:pt x="1913737" y="330606"/>
                </a:lnTo>
                <a:lnTo>
                  <a:pt x="1913936" y="330503"/>
                </a:lnTo>
                <a:lnTo>
                  <a:pt x="1914131" y="330397"/>
                </a:lnTo>
                <a:lnTo>
                  <a:pt x="1914323" y="330289"/>
                </a:lnTo>
                <a:lnTo>
                  <a:pt x="1914511" y="330179"/>
                </a:lnTo>
                <a:lnTo>
                  <a:pt x="1914696" y="330067"/>
                </a:lnTo>
                <a:lnTo>
                  <a:pt x="1914878" y="329952"/>
                </a:lnTo>
                <a:lnTo>
                  <a:pt x="1915057" y="329836"/>
                </a:lnTo>
                <a:lnTo>
                  <a:pt x="1915232" y="329716"/>
                </a:lnTo>
                <a:lnTo>
                  <a:pt x="1915232" y="319306"/>
                </a:lnTo>
                <a:lnTo>
                  <a:pt x="1915003" y="319462"/>
                </a:lnTo>
                <a:lnTo>
                  <a:pt x="1914771" y="319613"/>
                </a:lnTo>
                <a:lnTo>
                  <a:pt x="1914536" y="319756"/>
                </a:lnTo>
                <a:lnTo>
                  <a:pt x="1914297" y="319893"/>
                </a:lnTo>
                <a:lnTo>
                  <a:pt x="1914056" y="320023"/>
                </a:lnTo>
                <a:lnTo>
                  <a:pt x="1913810" y="320146"/>
                </a:lnTo>
                <a:lnTo>
                  <a:pt x="1913562" y="320263"/>
                </a:lnTo>
                <a:lnTo>
                  <a:pt x="1913310" y="320373"/>
                </a:lnTo>
                <a:lnTo>
                  <a:pt x="1913054" y="320477"/>
                </a:lnTo>
                <a:lnTo>
                  <a:pt x="1912796" y="320574"/>
                </a:lnTo>
                <a:lnTo>
                  <a:pt x="1912534" y="320664"/>
                </a:lnTo>
                <a:lnTo>
                  <a:pt x="1912269" y="320747"/>
                </a:lnTo>
                <a:lnTo>
                  <a:pt x="1912000" y="320824"/>
                </a:lnTo>
                <a:lnTo>
                  <a:pt x="1911728" y="320894"/>
                </a:lnTo>
                <a:lnTo>
                  <a:pt x="1911453" y="320957"/>
                </a:lnTo>
                <a:lnTo>
                  <a:pt x="1911174" y="321014"/>
                </a:lnTo>
                <a:lnTo>
                  <a:pt x="1910892" y="321064"/>
                </a:lnTo>
                <a:lnTo>
                  <a:pt x="1910607" y="321107"/>
                </a:lnTo>
                <a:lnTo>
                  <a:pt x="1910318" y="321144"/>
                </a:lnTo>
                <a:lnTo>
                  <a:pt x="1910026" y="321174"/>
                </a:lnTo>
                <a:lnTo>
                  <a:pt x="1909731" y="321198"/>
                </a:lnTo>
                <a:lnTo>
                  <a:pt x="1909432" y="321214"/>
                </a:lnTo>
                <a:lnTo>
                  <a:pt x="1909130" y="321224"/>
                </a:lnTo>
                <a:lnTo>
                  <a:pt x="1908825" y="321228"/>
                </a:lnTo>
                <a:lnTo>
                  <a:pt x="1908653" y="321226"/>
                </a:lnTo>
                <a:lnTo>
                  <a:pt x="1908484" y="321220"/>
                </a:lnTo>
                <a:lnTo>
                  <a:pt x="1908317" y="321210"/>
                </a:lnTo>
                <a:lnTo>
                  <a:pt x="1908153" y="321196"/>
                </a:lnTo>
                <a:lnTo>
                  <a:pt x="1907992" y="321179"/>
                </a:lnTo>
                <a:lnTo>
                  <a:pt x="1907834" y="321158"/>
                </a:lnTo>
                <a:lnTo>
                  <a:pt x="1907679" y="321132"/>
                </a:lnTo>
                <a:lnTo>
                  <a:pt x="1907526" y="321103"/>
                </a:lnTo>
                <a:lnTo>
                  <a:pt x="1907376" y="321070"/>
                </a:lnTo>
                <a:lnTo>
                  <a:pt x="1907229" y="321033"/>
                </a:lnTo>
                <a:lnTo>
                  <a:pt x="1907085" y="320992"/>
                </a:lnTo>
                <a:lnTo>
                  <a:pt x="1906943" y="320947"/>
                </a:lnTo>
                <a:lnTo>
                  <a:pt x="1906804" y="320899"/>
                </a:lnTo>
                <a:lnTo>
                  <a:pt x="1906668" y="320846"/>
                </a:lnTo>
                <a:lnTo>
                  <a:pt x="1906535" y="320790"/>
                </a:lnTo>
                <a:lnTo>
                  <a:pt x="1906405" y="320729"/>
                </a:lnTo>
                <a:lnTo>
                  <a:pt x="1906277" y="320665"/>
                </a:lnTo>
                <a:lnTo>
                  <a:pt x="1906152" y="320597"/>
                </a:lnTo>
                <a:lnTo>
                  <a:pt x="1906030" y="320525"/>
                </a:lnTo>
                <a:lnTo>
                  <a:pt x="1905911" y="320449"/>
                </a:lnTo>
                <a:lnTo>
                  <a:pt x="1905794" y="320369"/>
                </a:lnTo>
                <a:lnTo>
                  <a:pt x="1905681" y="320285"/>
                </a:lnTo>
                <a:lnTo>
                  <a:pt x="1905570" y="320198"/>
                </a:lnTo>
                <a:lnTo>
                  <a:pt x="1905462" y="320106"/>
                </a:lnTo>
                <a:lnTo>
                  <a:pt x="1905357" y="320010"/>
                </a:lnTo>
                <a:lnTo>
                  <a:pt x="1905257" y="319910"/>
                </a:lnTo>
                <a:lnTo>
                  <a:pt x="1905161" y="319804"/>
                </a:lnTo>
                <a:lnTo>
                  <a:pt x="1905070" y="319693"/>
                </a:lnTo>
                <a:lnTo>
                  <a:pt x="1904983" y="319577"/>
                </a:lnTo>
                <a:lnTo>
                  <a:pt x="1904901" y="319456"/>
                </a:lnTo>
                <a:lnTo>
                  <a:pt x="1904823" y="319330"/>
                </a:lnTo>
                <a:lnTo>
                  <a:pt x="1904750" y="319199"/>
                </a:lnTo>
                <a:lnTo>
                  <a:pt x="1904681" y="319063"/>
                </a:lnTo>
                <a:lnTo>
                  <a:pt x="1904616" y="318922"/>
                </a:lnTo>
                <a:lnTo>
                  <a:pt x="1904556" y="318776"/>
                </a:lnTo>
                <a:lnTo>
                  <a:pt x="1904500" y="318625"/>
                </a:lnTo>
                <a:lnTo>
                  <a:pt x="1904449" y="318469"/>
                </a:lnTo>
                <a:lnTo>
                  <a:pt x="1904403" y="318308"/>
                </a:lnTo>
                <a:lnTo>
                  <a:pt x="1904360" y="318142"/>
                </a:lnTo>
                <a:lnTo>
                  <a:pt x="1904322" y="317971"/>
                </a:lnTo>
                <a:lnTo>
                  <a:pt x="1904289" y="317795"/>
                </a:lnTo>
                <a:lnTo>
                  <a:pt x="1904260" y="317614"/>
                </a:lnTo>
                <a:lnTo>
                  <a:pt x="1904236" y="317428"/>
                </a:lnTo>
                <a:lnTo>
                  <a:pt x="1904216" y="317237"/>
                </a:lnTo>
                <a:lnTo>
                  <a:pt x="1904200" y="317041"/>
                </a:lnTo>
                <a:lnTo>
                  <a:pt x="1904189" y="316840"/>
                </a:lnTo>
                <a:lnTo>
                  <a:pt x="1904182" y="316634"/>
                </a:lnTo>
                <a:lnTo>
                  <a:pt x="1904180" y="316423"/>
                </a:lnTo>
                <a:lnTo>
                  <a:pt x="1904180" y="273017"/>
                </a:lnTo>
                <a:lnTo>
                  <a:pt x="1904166" y="271960"/>
                </a:lnTo>
                <a:lnTo>
                  <a:pt x="1904122" y="270927"/>
                </a:lnTo>
                <a:lnTo>
                  <a:pt x="1904050" y="269916"/>
                </a:lnTo>
                <a:lnTo>
                  <a:pt x="1903949" y="268928"/>
                </a:lnTo>
                <a:lnTo>
                  <a:pt x="1903819" y="267963"/>
                </a:lnTo>
                <a:lnTo>
                  <a:pt x="1903660" y="267020"/>
                </a:lnTo>
                <a:lnTo>
                  <a:pt x="1903472" y="266101"/>
                </a:lnTo>
                <a:lnTo>
                  <a:pt x="1903255" y="265204"/>
                </a:lnTo>
                <a:lnTo>
                  <a:pt x="1903009" y="264330"/>
                </a:lnTo>
                <a:lnTo>
                  <a:pt x="1902734" y="263479"/>
                </a:lnTo>
                <a:lnTo>
                  <a:pt x="1902431" y="262651"/>
                </a:lnTo>
                <a:lnTo>
                  <a:pt x="1902098" y="261845"/>
                </a:lnTo>
                <a:lnTo>
                  <a:pt x="1901736" y="261062"/>
                </a:lnTo>
                <a:lnTo>
                  <a:pt x="1901346" y="260302"/>
                </a:lnTo>
                <a:lnTo>
                  <a:pt x="1900927" y="259565"/>
                </a:lnTo>
                <a:lnTo>
                  <a:pt x="1900478" y="258851"/>
                </a:lnTo>
                <a:lnTo>
                  <a:pt x="1900001" y="258159"/>
                </a:lnTo>
                <a:lnTo>
                  <a:pt x="1899495" y="257490"/>
                </a:lnTo>
                <a:lnTo>
                  <a:pt x="1898960" y="256844"/>
                </a:lnTo>
                <a:lnTo>
                  <a:pt x="1898396" y="256221"/>
                </a:lnTo>
                <a:lnTo>
                  <a:pt x="1897803" y="255621"/>
                </a:lnTo>
                <a:lnTo>
                  <a:pt x="1897182" y="255043"/>
                </a:lnTo>
                <a:lnTo>
                  <a:pt x="1896531" y="254489"/>
                </a:lnTo>
                <a:lnTo>
                  <a:pt x="1895851" y="253957"/>
                </a:lnTo>
                <a:lnTo>
                  <a:pt x="1895157" y="253447"/>
                </a:lnTo>
                <a:lnTo>
                  <a:pt x="1894434" y="252959"/>
                </a:lnTo>
                <a:lnTo>
                  <a:pt x="1893684" y="252493"/>
                </a:lnTo>
                <a:lnTo>
                  <a:pt x="1892906" y="252048"/>
                </a:lnTo>
                <a:lnTo>
                  <a:pt x="1892100" y="251625"/>
                </a:lnTo>
                <a:lnTo>
                  <a:pt x="1891267" y="251224"/>
                </a:lnTo>
                <a:lnTo>
                  <a:pt x="1890405" y="250844"/>
                </a:lnTo>
                <a:lnTo>
                  <a:pt x="1889516" y="250486"/>
                </a:lnTo>
                <a:lnTo>
                  <a:pt x="1888599" y="250150"/>
                </a:lnTo>
                <a:lnTo>
                  <a:pt x="1887654" y="249836"/>
                </a:lnTo>
                <a:lnTo>
                  <a:pt x="1886681" y="249543"/>
                </a:lnTo>
                <a:lnTo>
                  <a:pt x="1885681" y="249272"/>
                </a:lnTo>
                <a:lnTo>
                  <a:pt x="1884652" y="249022"/>
                </a:lnTo>
                <a:lnTo>
                  <a:pt x="1883596" y="248795"/>
                </a:lnTo>
                <a:lnTo>
                  <a:pt x="1882512" y="248588"/>
                </a:lnTo>
                <a:lnTo>
                  <a:pt x="1881401" y="248404"/>
                </a:lnTo>
                <a:lnTo>
                  <a:pt x="1880261" y="248241"/>
                </a:lnTo>
                <a:lnTo>
                  <a:pt x="1879094" y="248100"/>
                </a:lnTo>
                <a:lnTo>
                  <a:pt x="1877899" y="247981"/>
                </a:lnTo>
                <a:lnTo>
                  <a:pt x="1876676" y="247884"/>
                </a:lnTo>
                <a:lnTo>
                  <a:pt x="1875425" y="247808"/>
                </a:lnTo>
                <a:lnTo>
                  <a:pt x="1874146" y="247753"/>
                </a:lnTo>
                <a:lnTo>
                  <a:pt x="1872840" y="247721"/>
                </a:lnTo>
                <a:lnTo>
                  <a:pt x="1871506" y="247710"/>
                </a:lnTo>
                <a:lnTo>
                  <a:pt x="1870248" y="247721"/>
                </a:lnTo>
                <a:lnTo>
                  <a:pt x="1869012" y="247753"/>
                </a:lnTo>
                <a:lnTo>
                  <a:pt x="1867797" y="247808"/>
                </a:lnTo>
                <a:lnTo>
                  <a:pt x="1866603" y="247884"/>
                </a:lnTo>
                <a:lnTo>
                  <a:pt x="1865430" y="247981"/>
                </a:lnTo>
                <a:lnTo>
                  <a:pt x="1864278" y="248100"/>
                </a:lnTo>
                <a:lnTo>
                  <a:pt x="1863147" y="248241"/>
                </a:lnTo>
                <a:lnTo>
                  <a:pt x="1862038" y="248404"/>
                </a:lnTo>
                <a:lnTo>
                  <a:pt x="1860950" y="248588"/>
                </a:lnTo>
                <a:lnTo>
                  <a:pt x="1859882" y="248795"/>
                </a:lnTo>
                <a:lnTo>
                  <a:pt x="1858836" y="249022"/>
                </a:lnTo>
                <a:lnTo>
                  <a:pt x="1857811" y="249272"/>
                </a:lnTo>
                <a:lnTo>
                  <a:pt x="1856807" y="249543"/>
                </a:lnTo>
                <a:lnTo>
                  <a:pt x="1855825" y="249836"/>
                </a:lnTo>
                <a:lnTo>
                  <a:pt x="1854863" y="250150"/>
                </a:lnTo>
                <a:lnTo>
                  <a:pt x="1853923" y="250486"/>
                </a:lnTo>
                <a:lnTo>
                  <a:pt x="1853004" y="250844"/>
                </a:lnTo>
                <a:lnTo>
                  <a:pt x="1852105" y="251224"/>
                </a:lnTo>
                <a:lnTo>
                  <a:pt x="1851228" y="251625"/>
                </a:lnTo>
                <a:lnTo>
                  <a:pt x="1850372" y="252048"/>
                </a:lnTo>
                <a:lnTo>
                  <a:pt x="1849538" y="252493"/>
                </a:lnTo>
                <a:lnTo>
                  <a:pt x="1848724" y="252959"/>
                </a:lnTo>
                <a:lnTo>
                  <a:pt x="1847932" y="253447"/>
                </a:lnTo>
                <a:lnTo>
                  <a:pt x="1847160" y="253957"/>
                </a:lnTo>
                <a:lnTo>
                  <a:pt x="1846428" y="254485"/>
                </a:lnTo>
                <a:lnTo>
                  <a:pt x="1845727" y="255028"/>
                </a:lnTo>
                <a:lnTo>
                  <a:pt x="1845058" y="255586"/>
                </a:lnTo>
                <a:lnTo>
                  <a:pt x="1844419" y="256159"/>
                </a:lnTo>
                <a:lnTo>
                  <a:pt x="1843812" y="256747"/>
                </a:lnTo>
                <a:lnTo>
                  <a:pt x="1843236" y="257350"/>
                </a:lnTo>
                <a:lnTo>
                  <a:pt x="1842691" y="257968"/>
                </a:lnTo>
                <a:lnTo>
                  <a:pt x="1842177" y="258602"/>
                </a:lnTo>
                <a:lnTo>
                  <a:pt x="1841694" y="259250"/>
                </a:lnTo>
                <a:lnTo>
                  <a:pt x="1841243" y="259913"/>
                </a:lnTo>
                <a:lnTo>
                  <a:pt x="1840822" y="260591"/>
                </a:lnTo>
                <a:lnTo>
                  <a:pt x="1840433" y="261284"/>
                </a:lnTo>
                <a:lnTo>
                  <a:pt x="1840075" y="261993"/>
                </a:lnTo>
                <a:lnTo>
                  <a:pt x="1839748" y="262716"/>
                </a:lnTo>
                <a:lnTo>
                  <a:pt x="1839452" y="263454"/>
                </a:lnTo>
                <a:lnTo>
                  <a:pt x="1839187" y="264207"/>
                </a:lnTo>
                <a:lnTo>
                  <a:pt x="1838954" y="264976"/>
                </a:lnTo>
                <a:lnTo>
                  <a:pt x="1838751" y="265759"/>
                </a:lnTo>
                <a:lnTo>
                  <a:pt x="1838580" y="266557"/>
                </a:lnTo>
                <a:lnTo>
                  <a:pt x="1838440" y="267371"/>
                </a:lnTo>
                <a:lnTo>
                  <a:pt x="1838331" y="268199"/>
                </a:lnTo>
                <a:lnTo>
                  <a:pt x="1838253" y="269043"/>
                </a:lnTo>
                <a:lnTo>
                  <a:pt x="1838206" y="269901"/>
                </a:lnTo>
                <a:lnTo>
                  <a:pt x="1838191" y="270774"/>
                </a:lnTo>
                <a:lnTo>
                  <a:pt x="1838190" y="270800"/>
                </a:lnTo>
                <a:lnTo>
                  <a:pt x="1838189" y="270823"/>
                </a:lnTo>
                <a:lnTo>
                  <a:pt x="1838188" y="270844"/>
                </a:lnTo>
                <a:lnTo>
                  <a:pt x="1838186" y="270863"/>
                </a:lnTo>
                <a:lnTo>
                  <a:pt x="1838184" y="270880"/>
                </a:lnTo>
                <a:lnTo>
                  <a:pt x="1838181" y="270894"/>
                </a:lnTo>
                <a:lnTo>
                  <a:pt x="1838177" y="270907"/>
                </a:lnTo>
                <a:lnTo>
                  <a:pt x="1838173" y="270917"/>
                </a:lnTo>
                <a:lnTo>
                  <a:pt x="1838168" y="270925"/>
                </a:lnTo>
                <a:lnTo>
                  <a:pt x="1838163" y="270930"/>
                </a:lnTo>
                <a:lnTo>
                  <a:pt x="1838157" y="270933"/>
                </a:lnTo>
                <a:lnTo>
                  <a:pt x="1838151" y="270935"/>
                </a:lnTo>
                <a:lnTo>
                  <a:pt x="1838144" y="270933"/>
                </a:lnTo>
                <a:lnTo>
                  <a:pt x="1838136" y="270930"/>
                </a:lnTo>
                <a:lnTo>
                  <a:pt x="1838128" y="270925"/>
                </a:lnTo>
                <a:lnTo>
                  <a:pt x="1838119" y="270917"/>
                </a:lnTo>
                <a:lnTo>
                  <a:pt x="1838110" y="270907"/>
                </a:lnTo>
                <a:lnTo>
                  <a:pt x="1838100" y="270894"/>
                </a:lnTo>
                <a:lnTo>
                  <a:pt x="1838090" y="270880"/>
                </a:lnTo>
                <a:lnTo>
                  <a:pt x="1838079" y="270863"/>
                </a:lnTo>
                <a:lnTo>
                  <a:pt x="1838068" y="270844"/>
                </a:lnTo>
                <a:lnTo>
                  <a:pt x="1838056" y="270823"/>
                </a:lnTo>
                <a:lnTo>
                  <a:pt x="1838043" y="270800"/>
                </a:lnTo>
                <a:lnTo>
                  <a:pt x="1838030" y="270774"/>
                </a:lnTo>
                <a:lnTo>
                  <a:pt x="1838030" y="270808"/>
                </a:lnTo>
                <a:lnTo>
                  <a:pt x="1838030" y="270869"/>
                </a:lnTo>
                <a:lnTo>
                  <a:pt x="1838030" y="270935"/>
                </a:lnTo>
                <a:lnTo>
                  <a:pt x="1838044" y="271004"/>
                </a:lnTo>
                <a:lnTo>
                  <a:pt x="1838058" y="271080"/>
                </a:lnTo>
                <a:lnTo>
                  <a:pt x="1838073" y="271162"/>
                </a:lnTo>
                <a:close/>
                <a:moveTo>
                  <a:pt x="1863027" y="321188"/>
                </a:moveTo>
                <a:lnTo>
                  <a:pt x="1862463" y="321115"/>
                </a:lnTo>
                <a:lnTo>
                  <a:pt x="1861913" y="321032"/>
                </a:lnTo>
                <a:lnTo>
                  <a:pt x="1861378" y="320937"/>
                </a:lnTo>
                <a:lnTo>
                  <a:pt x="1860856" y="320832"/>
                </a:lnTo>
                <a:lnTo>
                  <a:pt x="1860348" y="320715"/>
                </a:lnTo>
                <a:lnTo>
                  <a:pt x="1859853" y="320587"/>
                </a:lnTo>
                <a:lnTo>
                  <a:pt x="1859373" y="320448"/>
                </a:lnTo>
                <a:lnTo>
                  <a:pt x="1858907" y="320298"/>
                </a:lnTo>
                <a:lnTo>
                  <a:pt x="1858454" y="320136"/>
                </a:lnTo>
                <a:lnTo>
                  <a:pt x="1858016" y="319964"/>
                </a:lnTo>
                <a:lnTo>
                  <a:pt x="1857591" y="319780"/>
                </a:lnTo>
                <a:lnTo>
                  <a:pt x="1857181" y="319586"/>
                </a:lnTo>
                <a:lnTo>
                  <a:pt x="1856784" y="319380"/>
                </a:lnTo>
                <a:lnTo>
                  <a:pt x="1856401" y="319163"/>
                </a:lnTo>
                <a:lnTo>
                  <a:pt x="1856032" y="318935"/>
                </a:lnTo>
                <a:lnTo>
                  <a:pt x="1855677" y="318696"/>
                </a:lnTo>
                <a:lnTo>
                  <a:pt x="1855336" y="318446"/>
                </a:lnTo>
                <a:lnTo>
                  <a:pt x="1855008" y="318184"/>
                </a:lnTo>
                <a:lnTo>
                  <a:pt x="1854708" y="317912"/>
                </a:lnTo>
                <a:lnTo>
                  <a:pt x="1854420" y="317628"/>
                </a:lnTo>
                <a:lnTo>
                  <a:pt x="1854145" y="317333"/>
                </a:lnTo>
                <a:lnTo>
                  <a:pt x="1853883" y="317028"/>
                </a:lnTo>
                <a:lnTo>
                  <a:pt x="1853633" y="316711"/>
                </a:lnTo>
                <a:lnTo>
                  <a:pt x="1853397" y="316382"/>
                </a:lnTo>
                <a:lnTo>
                  <a:pt x="1853173" y="316043"/>
                </a:lnTo>
                <a:lnTo>
                  <a:pt x="1852962" y="315693"/>
                </a:lnTo>
                <a:lnTo>
                  <a:pt x="1852764" y="315331"/>
                </a:lnTo>
                <a:lnTo>
                  <a:pt x="1852578" y="314959"/>
                </a:lnTo>
                <a:lnTo>
                  <a:pt x="1852405" y="314575"/>
                </a:lnTo>
                <a:lnTo>
                  <a:pt x="1852245" y="314180"/>
                </a:lnTo>
                <a:lnTo>
                  <a:pt x="1852098" y="313774"/>
                </a:lnTo>
                <a:lnTo>
                  <a:pt x="1851964" y="313357"/>
                </a:lnTo>
                <a:lnTo>
                  <a:pt x="1851843" y="312929"/>
                </a:lnTo>
                <a:lnTo>
                  <a:pt x="1851734" y="312489"/>
                </a:lnTo>
                <a:lnTo>
                  <a:pt x="1851638" y="312039"/>
                </a:lnTo>
                <a:lnTo>
                  <a:pt x="1851555" y="311577"/>
                </a:lnTo>
                <a:lnTo>
                  <a:pt x="1851484" y="311105"/>
                </a:lnTo>
                <a:lnTo>
                  <a:pt x="1851427" y="310621"/>
                </a:lnTo>
                <a:lnTo>
                  <a:pt x="1851382" y="310126"/>
                </a:lnTo>
                <a:lnTo>
                  <a:pt x="1851350" y="309620"/>
                </a:lnTo>
                <a:lnTo>
                  <a:pt x="1851331" y="309103"/>
                </a:lnTo>
                <a:lnTo>
                  <a:pt x="1851325" y="308574"/>
                </a:lnTo>
                <a:lnTo>
                  <a:pt x="1851330" y="308059"/>
                </a:lnTo>
                <a:lnTo>
                  <a:pt x="1851348" y="307553"/>
                </a:lnTo>
                <a:lnTo>
                  <a:pt x="1851377" y="307058"/>
                </a:lnTo>
                <a:lnTo>
                  <a:pt x="1851418" y="306572"/>
                </a:lnTo>
                <a:lnTo>
                  <a:pt x="1851471" y="306097"/>
                </a:lnTo>
                <a:lnTo>
                  <a:pt x="1851535" y="305631"/>
                </a:lnTo>
                <a:lnTo>
                  <a:pt x="1851611" y="305176"/>
                </a:lnTo>
                <a:lnTo>
                  <a:pt x="1851698" y="304730"/>
                </a:lnTo>
                <a:lnTo>
                  <a:pt x="1851797" y="304295"/>
                </a:lnTo>
                <a:lnTo>
                  <a:pt x="1851908" y="303869"/>
                </a:lnTo>
                <a:lnTo>
                  <a:pt x="1852031" y="303454"/>
                </a:lnTo>
                <a:lnTo>
                  <a:pt x="1852165" y="303048"/>
                </a:lnTo>
                <a:lnTo>
                  <a:pt x="1852311" y="302653"/>
                </a:lnTo>
                <a:lnTo>
                  <a:pt x="1852469" y="302268"/>
                </a:lnTo>
                <a:lnTo>
                  <a:pt x="1852638" y="301892"/>
                </a:lnTo>
                <a:lnTo>
                  <a:pt x="1852819" y="301527"/>
                </a:lnTo>
                <a:lnTo>
                  <a:pt x="1853012" y="301171"/>
                </a:lnTo>
                <a:lnTo>
                  <a:pt x="1853216" y="300826"/>
                </a:lnTo>
                <a:lnTo>
                  <a:pt x="1853432" y="300491"/>
                </a:lnTo>
                <a:lnTo>
                  <a:pt x="1853660" y="300165"/>
                </a:lnTo>
                <a:lnTo>
                  <a:pt x="1853900" y="299850"/>
                </a:lnTo>
                <a:lnTo>
                  <a:pt x="1854151" y="299545"/>
                </a:lnTo>
                <a:lnTo>
                  <a:pt x="1854413" y="299249"/>
                </a:lnTo>
                <a:lnTo>
                  <a:pt x="1854688" y="298964"/>
                </a:lnTo>
                <a:lnTo>
                  <a:pt x="1854989" y="298674"/>
                </a:lnTo>
                <a:lnTo>
                  <a:pt x="1855306" y="298391"/>
                </a:lnTo>
                <a:lnTo>
                  <a:pt x="1855639" y="298116"/>
                </a:lnTo>
                <a:lnTo>
                  <a:pt x="1855987" y="297847"/>
                </a:lnTo>
                <a:lnTo>
                  <a:pt x="1856351" y="297586"/>
                </a:lnTo>
                <a:lnTo>
                  <a:pt x="1856730" y="297332"/>
                </a:lnTo>
                <a:lnTo>
                  <a:pt x="1857125" y="297086"/>
                </a:lnTo>
                <a:lnTo>
                  <a:pt x="1857535" y="296846"/>
                </a:lnTo>
                <a:lnTo>
                  <a:pt x="1857961" y="296614"/>
                </a:lnTo>
                <a:lnTo>
                  <a:pt x="1858403" y="296389"/>
                </a:lnTo>
                <a:lnTo>
                  <a:pt x="1858860" y="296171"/>
                </a:lnTo>
                <a:lnTo>
                  <a:pt x="1859333" y="295961"/>
                </a:lnTo>
                <a:lnTo>
                  <a:pt x="1859821" y="295758"/>
                </a:lnTo>
                <a:lnTo>
                  <a:pt x="1860325" y="295562"/>
                </a:lnTo>
                <a:lnTo>
                  <a:pt x="1860844" y="295373"/>
                </a:lnTo>
                <a:lnTo>
                  <a:pt x="1861379" y="295191"/>
                </a:lnTo>
                <a:lnTo>
                  <a:pt x="1861930" y="295017"/>
                </a:lnTo>
                <a:lnTo>
                  <a:pt x="1862496" y="294850"/>
                </a:lnTo>
                <a:lnTo>
                  <a:pt x="1863078" y="294690"/>
                </a:lnTo>
                <a:lnTo>
                  <a:pt x="1863675" y="294537"/>
                </a:lnTo>
                <a:lnTo>
                  <a:pt x="1864288" y="294392"/>
                </a:lnTo>
                <a:lnTo>
                  <a:pt x="1864917" y="294254"/>
                </a:lnTo>
                <a:lnTo>
                  <a:pt x="1865561" y="294123"/>
                </a:lnTo>
                <a:lnTo>
                  <a:pt x="1866220" y="293999"/>
                </a:lnTo>
                <a:lnTo>
                  <a:pt x="1866911" y="293868"/>
                </a:lnTo>
                <a:lnTo>
                  <a:pt x="1867620" y="293743"/>
                </a:lnTo>
                <a:lnTo>
                  <a:pt x="1868350" y="293623"/>
                </a:lnTo>
                <a:lnTo>
                  <a:pt x="1869099" y="293509"/>
                </a:lnTo>
                <a:lnTo>
                  <a:pt x="1869867" y="293401"/>
                </a:lnTo>
                <a:lnTo>
                  <a:pt x="1870655" y="293298"/>
                </a:lnTo>
                <a:lnTo>
                  <a:pt x="1871462" y="293201"/>
                </a:lnTo>
                <a:lnTo>
                  <a:pt x="1872289" y="293109"/>
                </a:lnTo>
                <a:lnTo>
                  <a:pt x="1873135" y="293023"/>
                </a:lnTo>
                <a:lnTo>
                  <a:pt x="1874001" y="292942"/>
                </a:lnTo>
                <a:lnTo>
                  <a:pt x="1874886" y="292867"/>
                </a:lnTo>
                <a:lnTo>
                  <a:pt x="1875790" y="292798"/>
                </a:lnTo>
                <a:lnTo>
                  <a:pt x="1876714" y="292734"/>
                </a:lnTo>
                <a:lnTo>
                  <a:pt x="1877658" y="292675"/>
                </a:lnTo>
                <a:lnTo>
                  <a:pt x="1878621" y="292622"/>
                </a:lnTo>
                <a:lnTo>
                  <a:pt x="1879603" y="292575"/>
                </a:lnTo>
                <a:lnTo>
                  <a:pt x="1880605" y="292533"/>
                </a:lnTo>
                <a:lnTo>
                  <a:pt x="1881626" y="292497"/>
                </a:lnTo>
                <a:lnTo>
                  <a:pt x="1882667" y="292467"/>
                </a:lnTo>
                <a:lnTo>
                  <a:pt x="1883728" y="292442"/>
                </a:lnTo>
                <a:lnTo>
                  <a:pt x="1884807" y="292422"/>
                </a:lnTo>
                <a:lnTo>
                  <a:pt x="1885907" y="292408"/>
                </a:lnTo>
                <a:lnTo>
                  <a:pt x="1887025" y="292400"/>
                </a:lnTo>
                <a:lnTo>
                  <a:pt x="1888163" y="292397"/>
                </a:lnTo>
                <a:lnTo>
                  <a:pt x="1888163" y="297362"/>
                </a:lnTo>
                <a:lnTo>
                  <a:pt x="1888159" y="297921"/>
                </a:lnTo>
                <a:lnTo>
                  <a:pt x="1888147" y="298475"/>
                </a:lnTo>
                <a:lnTo>
                  <a:pt x="1888126" y="299024"/>
                </a:lnTo>
                <a:lnTo>
                  <a:pt x="1888097" y="299569"/>
                </a:lnTo>
                <a:lnTo>
                  <a:pt x="1888059" y="300110"/>
                </a:lnTo>
                <a:lnTo>
                  <a:pt x="1888013" y="300646"/>
                </a:lnTo>
                <a:lnTo>
                  <a:pt x="1887959" y="301178"/>
                </a:lnTo>
                <a:lnTo>
                  <a:pt x="1887896" y="301705"/>
                </a:lnTo>
                <a:lnTo>
                  <a:pt x="1887826" y="302228"/>
                </a:lnTo>
                <a:lnTo>
                  <a:pt x="1887746" y="302746"/>
                </a:lnTo>
                <a:lnTo>
                  <a:pt x="1887659" y="303260"/>
                </a:lnTo>
                <a:lnTo>
                  <a:pt x="1887563" y="303769"/>
                </a:lnTo>
                <a:lnTo>
                  <a:pt x="1887458" y="304274"/>
                </a:lnTo>
                <a:lnTo>
                  <a:pt x="1887346" y="304775"/>
                </a:lnTo>
                <a:lnTo>
                  <a:pt x="1887225" y="305271"/>
                </a:lnTo>
                <a:lnTo>
                  <a:pt x="1887096" y="305762"/>
                </a:lnTo>
                <a:lnTo>
                  <a:pt x="1886958" y="306250"/>
                </a:lnTo>
                <a:lnTo>
                  <a:pt x="1886812" y="306732"/>
                </a:lnTo>
                <a:lnTo>
                  <a:pt x="1886658" y="307211"/>
                </a:lnTo>
                <a:lnTo>
                  <a:pt x="1886495" y="307684"/>
                </a:lnTo>
                <a:lnTo>
                  <a:pt x="1886324" y="308154"/>
                </a:lnTo>
                <a:lnTo>
                  <a:pt x="1886144" y="308619"/>
                </a:lnTo>
                <a:lnTo>
                  <a:pt x="1885957" y="309079"/>
                </a:lnTo>
                <a:lnTo>
                  <a:pt x="1885761" y="309535"/>
                </a:lnTo>
                <a:lnTo>
                  <a:pt x="1885569" y="309985"/>
                </a:lnTo>
                <a:lnTo>
                  <a:pt x="1885369" y="310427"/>
                </a:lnTo>
                <a:lnTo>
                  <a:pt x="1885160" y="310862"/>
                </a:lnTo>
                <a:lnTo>
                  <a:pt x="1884942" y="311288"/>
                </a:lnTo>
                <a:lnTo>
                  <a:pt x="1884715" y="311707"/>
                </a:lnTo>
                <a:lnTo>
                  <a:pt x="1884479" y="312118"/>
                </a:lnTo>
                <a:lnTo>
                  <a:pt x="1884235" y="312521"/>
                </a:lnTo>
                <a:lnTo>
                  <a:pt x="1883981" y="312917"/>
                </a:lnTo>
                <a:lnTo>
                  <a:pt x="1883719" y="313304"/>
                </a:lnTo>
                <a:lnTo>
                  <a:pt x="1883447" y="313684"/>
                </a:lnTo>
                <a:lnTo>
                  <a:pt x="1883167" y="314056"/>
                </a:lnTo>
                <a:lnTo>
                  <a:pt x="1882878" y="314420"/>
                </a:lnTo>
                <a:lnTo>
                  <a:pt x="1882580" y="314777"/>
                </a:lnTo>
                <a:lnTo>
                  <a:pt x="1882273" y="315126"/>
                </a:lnTo>
                <a:lnTo>
                  <a:pt x="1881957" y="315466"/>
                </a:lnTo>
                <a:lnTo>
                  <a:pt x="1881632" y="315800"/>
                </a:lnTo>
                <a:lnTo>
                  <a:pt x="1881298" y="316125"/>
                </a:lnTo>
                <a:lnTo>
                  <a:pt x="1880956" y="316443"/>
                </a:lnTo>
                <a:lnTo>
                  <a:pt x="1880604" y="316752"/>
                </a:lnTo>
                <a:lnTo>
                  <a:pt x="1880244" y="317054"/>
                </a:lnTo>
                <a:lnTo>
                  <a:pt x="1879874" y="317348"/>
                </a:lnTo>
                <a:lnTo>
                  <a:pt x="1879496" y="317635"/>
                </a:lnTo>
                <a:lnTo>
                  <a:pt x="1879109" y="317914"/>
                </a:lnTo>
                <a:lnTo>
                  <a:pt x="1878713" y="318184"/>
                </a:lnTo>
                <a:lnTo>
                  <a:pt x="1878321" y="318446"/>
                </a:lnTo>
                <a:lnTo>
                  <a:pt x="1877920" y="318696"/>
                </a:lnTo>
                <a:lnTo>
                  <a:pt x="1877510" y="318935"/>
                </a:lnTo>
                <a:lnTo>
                  <a:pt x="1877089" y="319163"/>
                </a:lnTo>
                <a:lnTo>
                  <a:pt x="1876660" y="319380"/>
                </a:lnTo>
                <a:lnTo>
                  <a:pt x="1876221" y="319586"/>
                </a:lnTo>
                <a:lnTo>
                  <a:pt x="1875772" y="319780"/>
                </a:lnTo>
                <a:lnTo>
                  <a:pt x="1875314" y="319964"/>
                </a:lnTo>
                <a:lnTo>
                  <a:pt x="1874847" y="320136"/>
                </a:lnTo>
                <a:lnTo>
                  <a:pt x="1874370" y="320298"/>
                </a:lnTo>
                <a:lnTo>
                  <a:pt x="1873884" y="320448"/>
                </a:lnTo>
                <a:lnTo>
                  <a:pt x="1873388" y="320587"/>
                </a:lnTo>
                <a:lnTo>
                  <a:pt x="1872882" y="320715"/>
                </a:lnTo>
                <a:lnTo>
                  <a:pt x="1872368" y="320832"/>
                </a:lnTo>
                <a:lnTo>
                  <a:pt x="1871844" y="320937"/>
                </a:lnTo>
                <a:lnTo>
                  <a:pt x="1871310" y="321032"/>
                </a:lnTo>
                <a:lnTo>
                  <a:pt x="1870767" y="321115"/>
                </a:lnTo>
                <a:lnTo>
                  <a:pt x="1870214" y="321188"/>
                </a:lnTo>
                <a:lnTo>
                  <a:pt x="1869652" y="321249"/>
                </a:lnTo>
                <a:lnTo>
                  <a:pt x="1869081" y="321299"/>
                </a:lnTo>
                <a:lnTo>
                  <a:pt x="1868500" y="321338"/>
                </a:lnTo>
                <a:lnTo>
                  <a:pt x="1867910" y="321365"/>
                </a:lnTo>
                <a:lnTo>
                  <a:pt x="1867310" y="321382"/>
                </a:lnTo>
                <a:lnTo>
                  <a:pt x="1866701" y="321388"/>
                </a:lnTo>
                <a:lnTo>
                  <a:pt x="1866054" y="321382"/>
                </a:lnTo>
                <a:lnTo>
                  <a:pt x="1865420" y="321365"/>
                </a:lnTo>
                <a:lnTo>
                  <a:pt x="1864801" y="321338"/>
                </a:lnTo>
                <a:lnTo>
                  <a:pt x="1864196" y="321299"/>
                </a:lnTo>
                <a:lnTo>
                  <a:pt x="1863604" y="321249"/>
                </a:lnTo>
                <a:lnTo>
                  <a:pt x="1863027" y="321188"/>
                </a:lnTo>
                <a:close/>
                <a:moveTo>
                  <a:pt x="1973261" y="332590"/>
                </a:moveTo>
                <a:lnTo>
                  <a:pt x="1974146" y="332528"/>
                </a:lnTo>
                <a:lnTo>
                  <a:pt x="1975019" y="332457"/>
                </a:lnTo>
                <a:lnTo>
                  <a:pt x="1975881" y="332377"/>
                </a:lnTo>
                <a:lnTo>
                  <a:pt x="1976731" y="332287"/>
                </a:lnTo>
                <a:lnTo>
                  <a:pt x="1977569" y="332188"/>
                </a:lnTo>
                <a:lnTo>
                  <a:pt x="1978396" y="332079"/>
                </a:lnTo>
                <a:lnTo>
                  <a:pt x="1979211" y="331961"/>
                </a:lnTo>
                <a:lnTo>
                  <a:pt x="1980014" y="331833"/>
                </a:lnTo>
                <a:lnTo>
                  <a:pt x="1980806" y="331696"/>
                </a:lnTo>
                <a:lnTo>
                  <a:pt x="1981586" y="331550"/>
                </a:lnTo>
                <a:lnTo>
                  <a:pt x="1982354" y="331394"/>
                </a:lnTo>
                <a:lnTo>
                  <a:pt x="1983111" y="331228"/>
                </a:lnTo>
                <a:lnTo>
                  <a:pt x="1983856" y="331053"/>
                </a:lnTo>
                <a:lnTo>
                  <a:pt x="1984589" y="330869"/>
                </a:lnTo>
                <a:lnTo>
                  <a:pt x="1985311" y="330675"/>
                </a:lnTo>
                <a:lnTo>
                  <a:pt x="1986021" y="330472"/>
                </a:lnTo>
                <a:lnTo>
                  <a:pt x="1986719" y="330259"/>
                </a:lnTo>
                <a:lnTo>
                  <a:pt x="1987405" y="330037"/>
                </a:lnTo>
                <a:lnTo>
                  <a:pt x="1988093" y="329805"/>
                </a:lnTo>
                <a:lnTo>
                  <a:pt x="1988766" y="329563"/>
                </a:lnTo>
                <a:lnTo>
                  <a:pt x="1989425" y="329311"/>
                </a:lnTo>
                <a:lnTo>
                  <a:pt x="1990070" y="329049"/>
                </a:lnTo>
                <a:lnTo>
                  <a:pt x="1990702" y="328777"/>
                </a:lnTo>
                <a:lnTo>
                  <a:pt x="1991320" y="328495"/>
                </a:lnTo>
                <a:lnTo>
                  <a:pt x="1991923" y="328203"/>
                </a:lnTo>
                <a:lnTo>
                  <a:pt x="1992513" y="327901"/>
                </a:lnTo>
                <a:lnTo>
                  <a:pt x="1993089" y="327589"/>
                </a:lnTo>
                <a:lnTo>
                  <a:pt x="1993651" y="327267"/>
                </a:lnTo>
                <a:lnTo>
                  <a:pt x="1994199" y="326935"/>
                </a:lnTo>
                <a:lnTo>
                  <a:pt x="1994733" y="326593"/>
                </a:lnTo>
                <a:lnTo>
                  <a:pt x="1995253" y="326241"/>
                </a:lnTo>
                <a:lnTo>
                  <a:pt x="1995760" y="325879"/>
                </a:lnTo>
                <a:lnTo>
                  <a:pt x="1996252" y="325507"/>
                </a:lnTo>
                <a:lnTo>
                  <a:pt x="1996731" y="325125"/>
                </a:lnTo>
                <a:lnTo>
                  <a:pt x="1997196" y="324733"/>
                </a:lnTo>
                <a:lnTo>
                  <a:pt x="1997646" y="324331"/>
                </a:lnTo>
                <a:lnTo>
                  <a:pt x="1998083" y="323919"/>
                </a:lnTo>
                <a:lnTo>
                  <a:pt x="1998506" y="323497"/>
                </a:lnTo>
                <a:lnTo>
                  <a:pt x="1998915" y="323065"/>
                </a:lnTo>
                <a:lnTo>
                  <a:pt x="1999310" y="322622"/>
                </a:lnTo>
                <a:lnTo>
                  <a:pt x="1999691" y="322170"/>
                </a:lnTo>
                <a:lnTo>
                  <a:pt x="2000059" y="321708"/>
                </a:lnTo>
                <a:lnTo>
                  <a:pt x="2000425" y="321236"/>
                </a:lnTo>
                <a:lnTo>
                  <a:pt x="2000775" y="320754"/>
                </a:lnTo>
                <a:lnTo>
                  <a:pt x="2001110" y="320262"/>
                </a:lnTo>
                <a:lnTo>
                  <a:pt x="2001429" y="319759"/>
                </a:lnTo>
                <a:lnTo>
                  <a:pt x="2001733" y="319247"/>
                </a:lnTo>
                <a:lnTo>
                  <a:pt x="2002021" y="318725"/>
                </a:lnTo>
                <a:lnTo>
                  <a:pt x="2002293" y="318193"/>
                </a:lnTo>
                <a:lnTo>
                  <a:pt x="2002550" y="317650"/>
                </a:lnTo>
                <a:lnTo>
                  <a:pt x="2002792" y="317098"/>
                </a:lnTo>
                <a:lnTo>
                  <a:pt x="2003017" y="316536"/>
                </a:lnTo>
                <a:lnTo>
                  <a:pt x="2003228" y="315964"/>
                </a:lnTo>
                <a:lnTo>
                  <a:pt x="2003422" y="315381"/>
                </a:lnTo>
                <a:lnTo>
                  <a:pt x="2003601" y="314789"/>
                </a:lnTo>
                <a:lnTo>
                  <a:pt x="2003765" y="314187"/>
                </a:lnTo>
                <a:lnTo>
                  <a:pt x="2003913" y="313574"/>
                </a:lnTo>
                <a:lnTo>
                  <a:pt x="2004045" y="312952"/>
                </a:lnTo>
                <a:lnTo>
                  <a:pt x="2004162" y="312320"/>
                </a:lnTo>
                <a:lnTo>
                  <a:pt x="2004263" y="311677"/>
                </a:lnTo>
                <a:lnTo>
                  <a:pt x="2004349" y="311025"/>
                </a:lnTo>
                <a:lnTo>
                  <a:pt x="2004419" y="310363"/>
                </a:lnTo>
                <a:lnTo>
                  <a:pt x="2004473" y="309690"/>
                </a:lnTo>
                <a:lnTo>
                  <a:pt x="2004512" y="309008"/>
                </a:lnTo>
                <a:lnTo>
                  <a:pt x="2004536" y="308316"/>
                </a:lnTo>
                <a:lnTo>
                  <a:pt x="2004544" y="307613"/>
                </a:lnTo>
                <a:lnTo>
                  <a:pt x="2004538" y="306991"/>
                </a:lnTo>
                <a:lnTo>
                  <a:pt x="2004522" y="306379"/>
                </a:lnTo>
                <a:lnTo>
                  <a:pt x="2004496" y="305776"/>
                </a:lnTo>
                <a:lnTo>
                  <a:pt x="2004459" y="305184"/>
                </a:lnTo>
                <a:lnTo>
                  <a:pt x="2004411" y="304602"/>
                </a:lnTo>
                <a:lnTo>
                  <a:pt x="2004353" y="304029"/>
                </a:lnTo>
                <a:lnTo>
                  <a:pt x="2004285" y="303467"/>
                </a:lnTo>
                <a:lnTo>
                  <a:pt x="2004205" y="302915"/>
                </a:lnTo>
                <a:lnTo>
                  <a:pt x="2004116" y="302373"/>
                </a:lnTo>
                <a:lnTo>
                  <a:pt x="2004015" y="301840"/>
                </a:lnTo>
                <a:lnTo>
                  <a:pt x="2003904" y="301318"/>
                </a:lnTo>
                <a:lnTo>
                  <a:pt x="2003783" y="300806"/>
                </a:lnTo>
                <a:lnTo>
                  <a:pt x="2003651" y="300304"/>
                </a:lnTo>
                <a:lnTo>
                  <a:pt x="2003508" y="299812"/>
                </a:lnTo>
                <a:lnTo>
                  <a:pt x="2003355" y="299329"/>
                </a:lnTo>
                <a:lnTo>
                  <a:pt x="2003191" y="298857"/>
                </a:lnTo>
                <a:lnTo>
                  <a:pt x="2003017" y="298395"/>
                </a:lnTo>
                <a:lnTo>
                  <a:pt x="2002832" y="297943"/>
                </a:lnTo>
                <a:lnTo>
                  <a:pt x="2002636" y="297501"/>
                </a:lnTo>
                <a:lnTo>
                  <a:pt x="2002430" y="297069"/>
                </a:lnTo>
                <a:lnTo>
                  <a:pt x="2002214" y="296647"/>
                </a:lnTo>
                <a:lnTo>
                  <a:pt x="2001986" y="296235"/>
                </a:lnTo>
                <a:lnTo>
                  <a:pt x="2001749" y="295832"/>
                </a:lnTo>
                <a:lnTo>
                  <a:pt x="2001500" y="295440"/>
                </a:lnTo>
                <a:lnTo>
                  <a:pt x="2001240" y="295043"/>
                </a:lnTo>
                <a:lnTo>
                  <a:pt x="2000966" y="294652"/>
                </a:lnTo>
                <a:lnTo>
                  <a:pt x="2000679" y="294267"/>
                </a:lnTo>
                <a:lnTo>
                  <a:pt x="2000379" y="293888"/>
                </a:lnTo>
                <a:lnTo>
                  <a:pt x="2000065" y="293515"/>
                </a:lnTo>
                <a:lnTo>
                  <a:pt x="1999738" y="293148"/>
                </a:lnTo>
                <a:lnTo>
                  <a:pt x="1999398" y="292787"/>
                </a:lnTo>
                <a:lnTo>
                  <a:pt x="1999044" y="292433"/>
                </a:lnTo>
                <a:lnTo>
                  <a:pt x="1998677" y="292084"/>
                </a:lnTo>
                <a:lnTo>
                  <a:pt x="1998297" y="291742"/>
                </a:lnTo>
                <a:lnTo>
                  <a:pt x="1997903" y="291406"/>
                </a:lnTo>
                <a:lnTo>
                  <a:pt x="1997496" y="291076"/>
                </a:lnTo>
                <a:lnTo>
                  <a:pt x="1997076" y="290752"/>
                </a:lnTo>
                <a:lnTo>
                  <a:pt x="1996642" y="290434"/>
                </a:lnTo>
                <a:lnTo>
                  <a:pt x="1996195" y="290122"/>
                </a:lnTo>
                <a:lnTo>
                  <a:pt x="1995734" y="289817"/>
                </a:lnTo>
                <a:lnTo>
                  <a:pt x="1995260" y="289517"/>
                </a:lnTo>
                <a:lnTo>
                  <a:pt x="1994773" y="289224"/>
                </a:lnTo>
                <a:lnTo>
                  <a:pt x="1994273" y="288937"/>
                </a:lnTo>
                <a:lnTo>
                  <a:pt x="1993759" y="288655"/>
                </a:lnTo>
                <a:lnTo>
                  <a:pt x="1993231" y="288380"/>
                </a:lnTo>
                <a:lnTo>
                  <a:pt x="1992691" y="288112"/>
                </a:lnTo>
                <a:lnTo>
                  <a:pt x="1992137" y="287849"/>
                </a:lnTo>
                <a:lnTo>
                  <a:pt x="1991570" y="287592"/>
                </a:lnTo>
                <a:lnTo>
                  <a:pt x="1991000" y="287340"/>
                </a:lnTo>
                <a:lnTo>
                  <a:pt x="1990414" y="287092"/>
                </a:lnTo>
                <a:lnTo>
                  <a:pt x="1989810" y="286846"/>
                </a:lnTo>
                <a:lnTo>
                  <a:pt x="1989189" y="286604"/>
                </a:lnTo>
                <a:lnTo>
                  <a:pt x="1988551" y="286366"/>
                </a:lnTo>
                <a:lnTo>
                  <a:pt x="1987896" y="286131"/>
                </a:lnTo>
                <a:lnTo>
                  <a:pt x="1987223" y="285899"/>
                </a:lnTo>
                <a:lnTo>
                  <a:pt x="1986533" y="285670"/>
                </a:lnTo>
                <a:lnTo>
                  <a:pt x="1985826" y="285445"/>
                </a:lnTo>
                <a:lnTo>
                  <a:pt x="1985102" y="285223"/>
                </a:lnTo>
                <a:lnTo>
                  <a:pt x="1984360" y="285004"/>
                </a:lnTo>
                <a:lnTo>
                  <a:pt x="1983601" y="284789"/>
                </a:lnTo>
                <a:lnTo>
                  <a:pt x="1982825" y="284577"/>
                </a:lnTo>
                <a:lnTo>
                  <a:pt x="1982032" y="284369"/>
                </a:lnTo>
                <a:lnTo>
                  <a:pt x="1981221" y="284163"/>
                </a:lnTo>
                <a:lnTo>
                  <a:pt x="1980394" y="283962"/>
                </a:lnTo>
                <a:lnTo>
                  <a:pt x="1979548" y="283763"/>
                </a:lnTo>
                <a:lnTo>
                  <a:pt x="1978686" y="283568"/>
                </a:lnTo>
                <a:lnTo>
                  <a:pt x="1977807" y="283376"/>
                </a:lnTo>
                <a:lnTo>
                  <a:pt x="1976910" y="283187"/>
                </a:lnTo>
                <a:lnTo>
                  <a:pt x="1975996" y="283002"/>
                </a:lnTo>
                <a:lnTo>
                  <a:pt x="1975065" y="282820"/>
                </a:lnTo>
                <a:lnTo>
                  <a:pt x="1974116" y="282642"/>
                </a:lnTo>
                <a:lnTo>
                  <a:pt x="1973150" y="282467"/>
                </a:lnTo>
                <a:lnTo>
                  <a:pt x="1972370" y="282320"/>
                </a:lnTo>
                <a:lnTo>
                  <a:pt x="1971605" y="282174"/>
                </a:lnTo>
                <a:lnTo>
                  <a:pt x="1970856" y="282029"/>
                </a:lnTo>
                <a:lnTo>
                  <a:pt x="1970121" y="281884"/>
                </a:lnTo>
                <a:lnTo>
                  <a:pt x="1969401" y="281740"/>
                </a:lnTo>
                <a:lnTo>
                  <a:pt x="1968696" y="281596"/>
                </a:lnTo>
                <a:lnTo>
                  <a:pt x="1968006" y="281453"/>
                </a:lnTo>
                <a:lnTo>
                  <a:pt x="1967331" y="281310"/>
                </a:lnTo>
                <a:lnTo>
                  <a:pt x="1966671" y="281168"/>
                </a:lnTo>
                <a:lnTo>
                  <a:pt x="1966026" y="281026"/>
                </a:lnTo>
                <a:lnTo>
                  <a:pt x="1965396" y="280885"/>
                </a:lnTo>
                <a:lnTo>
                  <a:pt x="1964782" y="280745"/>
                </a:lnTo>
                <a:lnTo>
                  <a:pt x="1964182" y="280605"/>
                </a:lnTo>
                <a:lnTo>
                  <a:pt x="1963597" y="280466"/>
                </a:lnTo>
                <a:lnTo>
                  <a:pt x="1963027" y="280327"/>
                </a:lnTo>
                <a:lnTo>
                  <a:pt x="1962473" y="280189"/>
                </a:lnTo>
                <a:lnTo>
                  <a:pt x="1961933" y="280051"/>
                </a:lnTo>
                <a:lnTo>
                  <a:pt x="1961408" y="279914"/>
                </a:lnTo>
                <a:lnTo>
                  <a:pt x="1960898" y="279777"/>
                </a:lnTo>
                <a:lnTo>
                  <a:pt x="1960404" y="279642"/>
                </a:lnTo>
                <a:lnTo>
                  <a:pt x="1959924" y="279506"/>
                </a:lnTo>
                <a:lnTo>
                  <a:pt x="1959459" y="279371"/>
                </a:lnTo>
                <a:lnTo>
                  <a:pt x="1959010" y="279237"/>
                </a:lnTo>
                <a:lnTo>
                  <a:pt x="1958575" y="279103"/>
                </a:lnTo>
                <a:lnTo>
                  <a:pt x="1958167" y="278969"/>
                </a:lnTo>
                <a:lnTo>
                  <a:pt x="1957769" y="278834"/>
                </a:lnTo>
                <a:lnTo>
                  <a:pt x="1957381" y="278698"/>
                </a:lnTo>
                <a:lnTo>
                  <a:pt x="1957005" y="278560"/>
                </a:lnTo>
                <a:lnTo>
                  <a:pt x="1956638" y="278422"/>
                </a:lnTo>
                <a:lnTo>
                  <a:pt x="1956283" y="278282"/>
                </a:lnTo>
                <a:lnTo>
                  <a:pt x="1955938" y="278142"/>
                </a:lnTo>
                <a:lnTo>
                  <a:pt x="1955603" y="278000"/>
                </a:lnTo>
                <a:lnTo>
                  <a:pt x="1955279" y="277857"/>
                </a:lnTo>
                <a:lnTo>
                  <a:pt x="1954966" y="277713"/>
                </a:lnTo>
                <a:lnTo>
                  <a:pt x="1954663" y="277568"/>
                </a:lnTo>
                <a:lnTo>
                  <a:pt x="1954371" y="277421"/>
                </a:lnTo>
                <a:lnTo>
                  <a:pt x="1954089" y="277274"/>
                </a:lnTo>
                <a:lnTo>
                  <a:pt x="1953818" y="277126"/>
                </a:lnTo>
                <a:lnTo>
                  <a:pt x="1953557" y="276976"/>
                </a:lnTo>
                <a:lnTo>
                  <a:pt x="1953307" y="276825"/>
                </a:lnTo>
                <a:lnTo>
                  <a:pt x="1953068" y="276673"/>
                </a:lnTo>
                <a:lnTo>
                  <a:pt x="1952839" y="276520"/>
                </a:lnTo>
                <a:lnTo>
                  <a:pt x="1952621" y="276366"/>
                </a:lnTo>
                <a:lnTo>
                  <a:pt x="1952413" y="276211"/>
                </a:lnTo>
                <a:lnTo>
                  <a:pt x="1952216" y="276055"/>
                </a:lnTo>
                <a:lnTo>
                  <a:pt x="1952029" y="275898"/>
                </a:lnTo>
                <a:lnTo>
                  <a:pt x="1951853" y="275739"/>
                </a:lnTo>
                <a:lnTo>
                  <a:pt x="1951688" y="275579"/>
                </a:lnTo>
                <a:lnTo>
                  <a:pt x="1951531" y="275404"/>
                </a:lnTo>
                <a:lnTo>
                  <a:pt x="1951381" y="275226"/>
                </a:lnTo>
                <a:lnTo>
                  <a:pt x="1951237" y="275044"/>
                </a:lnTo>
                <a:lnTo>
                  <a:pt x="1951101" y="274859"/>
                </a:lnTo>
                <a:lnTo>
                  <a:pt x="1950970" y="274670"/>
                </a:lnTo>
                <a:lnTo>
                  <a:pt x="1950847" y="274478"/>
                </a:lnTo>
                <a:lnTo>
                  <a:pt x="1950730" y="274283"/>
                </a:lnTo>
                <a:lnTo>
                  <a:pt x="1950620" y="274085"/>
                </a:lnTo>
                <a:lnTo>
                  <a:pt x="1950517" y="273883"/>
                </a:lnTo>
                <a:lnTo>
                  <a:pt x="1950420" y="273677"/>
                </a:lnTo>
                <a:lnTo>
                  <a:pt x="1950330" y="273469"/>
                </a:lnTo>
                <a:lnTo>
                  <a:pt x="1950246" y="273257"/>
                </a:lnTo>
                <a:lnTo>
                  <a:pt x="1950170" y="273042"/>
                </a:lnTo>
                <a:lnTo>
                  <a:pt x="1950099" y="272823"/>
                </a:lnTo>
                <a:lnTo>
                  <a:pt x="1950036" y="272601"/>
                </a:lnTo>
                <a:lnTo>
                  <a:pt x="1949979" y="272376"/>
                </a:lnTo>
                <a:lnTo>
                  <a:pt x="1949929" y="272147"/>
                </a:lnTo>
                <a:lnTo>
                  <a:pt x="1949886" y="271916"/>
                </a:lnTo>
                <a:lnTo>
                  <a:pt x="1949849" y="271680"/>
                </a:lnTo>
                <a:lnTo>
                  <a:pt x="1949819" y="271442"/>
                </a:lnTo>
                <a:lnTo>
                  <a:pt x="1949796" y="271200"/>
                </a:lnTo>
                <a:lnTo>
                  <a:pt x="1949779" y="270955"/>
                </a:lnTo>
                <a:lnTo>
                  <a:pt x="1949769" y="270706"/>
                </a:lnTo>
                <a:lnTo>
                  <a:pt x="1949766" y="270454"/>
                </a:lnTo>
                <a:lnTo>
                  <a:pt x="1949798" y="269513"/>
                </a:lnTo>
                <a:lnTo>
                  <a:pt x="1949895" y="268612"/>
                </a:lnTo>
                <a:lnTo>
                  <a:pt x="1950056" y="267751"/>
                </a:lnTo>
                <a:lnTo>
                  <a:pt x="1950282" y="266930"/>
                </a:lnTo>
                <a:lnTo>
                  <a:pt x="1950572" y="266149"/>
                </a:lnTo>
                <a:lnTo>
                  <a:pt x="1950927" y="265409"/>
                </a:lnTo>
                <a:lnTo>
                  <a:pt x="1951346" y="264708"/>
                </a:lnTo>
                <a:lnTo>
                  <a:pt x="1951830" y="264047"/>
                </a:lnTo>
                <a:lnTo>
                  <a:pt x="1952378" y="263427"/>
                </a:lnTo>
                <a:lnTo>
                  <a:pt x="1952991" y="262846"/>
                </a:lnTo>
                <a:lnTo>
                  <a:pt x="1953669" y="262305"/>
                </a:lnTo>
                <a:lnTo>
                  <a:pt x="1954411" y="261805"/>
                </a:lnTo>
                <a:lnTo>
                  <a:pt x="1955217" y="261344"/>
                </a:lnTo>
                <a:lnTo>
                  <a:pt x="1956088" y="260924"/>
                </a:lnTo>
                <a:lnTo>
                  <a:pt x="1957023" y="260544"/>
                </a:lnTo>
                <a:lnTo>
                  <a:pt x="1958023" y="260203"/>
                </a:lnTo>
                <a:lnTo>
                  <a:pt x="1959088" y="259903"/>
                </a:lnTo>
                <a:lnTo>
                  <a:pt x="1960217" y="259643"/>
                </a:lnTo>
                <a:lnTo>
                  <a:pt x="1961410" y="259422"/>
                </a:lnTo>
                <a:lnTo>
                  <a:pt x="1962668" y="259242"/>
                </a:lnTo>
                <a:lnTo>
                  <a:pt x="1963991" y="259102"/>
                </a:lnTo>
                <a:lnTo>
                  <a:pt x="1965378" y="259002"/>
                </a:lnTo>
                <a:lnTo>
                  <a:pt x="1966829" y="258942"/>
                </a:lnTo>
                <a:lnTo>
                  <a:pt x="1968345" y="258922"/>
                </a:lnTo>
                <a:lnTo>
                  <a:pt x="1968784" y="258924"/>
                </a:lnTo>
                <a:lnTo>
                  <a:pt x="1969219" y="258930"/>
                </a:lnTo>
                <a:lnTo>
                  <a:pt x="1969652" y="258939"/>
                </a:lnTo>
                <a:lnTo>
                  <a:pt x="1970080" y="258953"/>
                </a:lnTo>
                <a:lnTo>
                  <a:pt x="1970506" y="258970"/>
                </a:lnTo>
                <a:lnTo>
                  <a:pt x="1970928" y="258992"/>
                </a:lnTo>
                <a:lnTo>
                  <a:pt x="1971347" y="259017"/>
                </a:lnTo>
                <a:lnTo>
                  <a:pt x="1971762" y="259046"/>
                </a:lnTo>
                <a:lnTo>
                  <a:pt x="1972174" y="259079"/>
                </a:lnTo>
                <a:lnTo>
                  <a:pt x="1972583" y="259116"/>
                </a:lnTo>
                <a:lnTo>
                  <a:pt x="1972989" y="259157"/>
                </a:lnTo>
                <a:lnTo>
                  <a:pt x="1973391" y="259202"/>
                </a:lnTo>
                <a:lnTo>
                  <a:pt x="1973789" y="259251"/>
                </a:lnTo>
                <a:lnTo>
                  <a:pt x="1974185" y="259303"/>
                </a:lnTo>
                <a:lnTo>
                  <a:pt x="1974577" y="259360"/>
                </a:lnTo>
                <a:lnTo>
                  <a:pt x="1974966" y="259420"/>
                </a:lnTo>
                <a:lnTo>
                  <a:pt x="1975351" y="259484"/>
                </a:lnTo>
                <a:lnTo>
                  <a:pt x="1975733" y="259552"/>
                </a:lnTo>
                <a:lnTo>
                  <a:pt x="1976112" y="259625"/>
                </a:lnTo>
                <a:lnTo>
                  <a:pt x="1976487" y="259700"/>
                </a:lnTo>
                <a:lnTo>
                  <a:pt x="1976859" y="259780"/>
                </a:lnTo>
                <a:lnTo>
                  <a:pt x="1977228" y="259864"/>
                </a:lnTo>
                <a:lnTo>
                  <a:pt x="1977593" y="259952"/>
                </a:lnTo>
                <a:lnTo>
                  <a:pt x="1977955" y="260043"/>
                </a:lnTo>
                <a:lnTo>
                  <a:pt x="1978326" y="260127"/>
                </a:lnTo>
                <a:lnTo>
                  <a:pt x="1978689" y="260218"/>
                </a:lnTo>
                <a:lnTo>
                  <a:pt x="1979047" y="260316"/>
                </a:lnTo>
                <a:lnTo>
                  <a:pt x="1979397" y="260421"/>
                </a:lnTo>
                <a:lnTo>
                  <a:pt x="1979741" y="260534"/>
                </a:lnTo>
                <a:lnTo>
                  <a:pt x="1980078" y="260654"/>
                </a:lnTo>
                <a:lnTo>
                  <a:pt x="1980408" y="260781"/>
                </a:lnTo>
                <a:lnTo>
                  <a:pt x="1980732" y="260915"/>
                </a:lnTo>
                <a:lnTo>
                  <a:pt x="1981049" y="261057"/>
                </a:lnTo>
                <a:lnTo>
                  <a:pt x="1981359" y="261205"/>
                </a:lnTo>
                <a:lnTo>
                  <a:pt x="1981663" y="261361"/>
                </a:lnTo>
                <a:lnTo>
                  <a:pt x="1981960" y="261525"/>
                </a:lnTo>
                <a:lnTo>
                  <a:pt x="1982250" y="261695"/>
                </a:lnTo>
                <a:lnTo>
                  <a:pt x="1982534" y="261873"/>
                </a:lnTo>
                <a:lnTo>
                  <a:pt x="1982811" y="262058"/>
                </a:lnTo>
                <a:lnTo>
                  <a:pt x="1983081" y="262250"/>
                </a:lnTo>
                <a:lnTo>
                  <a:pt x="1983345" y="262449"/>
                </a:lnTo>
                <a:lnTo>
                  <a:pt x="1983601" y="262656"/>
                </a:lnTo>
                <a:lnTo>
                  <a:pt x="1983852" y="262870"/>
                </a:lnTo>
                <a:lnTo>
                  <a:pt x="1984095" y="263091"/>
                </a:lnTo>
                <a:lnTo>
                  <a:pt x="1984332" y="263319"/>
                </a:lnTo>
                <a:lnTo>
                  <a:pt x="1984562" y="263555"/>
                </a:lnTo>
                <a:lnTo>
                  <a:pt x="1984786" y="263797"/>
                </a:lnTo>
                <a:lnTo>
                  <a:pt x="1985003" y="264047"/>
                </a:lnTo>
                <a:lnTo>
                  <a:pt x="1985225" y="264293"/>
                </a:lnTo>
                <a:lnTo>
                  <a:pt x="1985438" y="264548"/>
                </a:lnTo>
                <a:lnTo>
                  <a:pt x="1985641" y="264813"/>
                </a:lnTo>
                <a:lnTo>
                  <a:pt x="1985835" y="265088"/>
                </a:lnTo>
                <a:lnTo>
                  <a:pt x="1986019" y="265374"/>
                </a:lnTo>
                <a:lnTo>
                  <a:pt x="1986194" y="265669"/>
                </a:lnTo>
                <a:lnTo>
                  <a:pt x="1986360" y="265974"/>
                </a:lnTo>
                <a:lnTo>
                  <a:pt x="1986516" y="266290"/>
                </a:lnTo>
                <a:lnTo>
                  <a:pt x="1986662" y="266615"/>
                </a:lnTo>
                <a:lnTo>
                  <a:pt x="1986799" y="266950"/>
                </a:lnTo>
                <a:lnTo>
                  <a:pt x="1986927" y="267296"/>
                </a:lnTo>
                <a:lnTo>
                  <a:pt x="1987045" y="267651"/>
                </a:lnTo>
                <a:lnTo>
                  <a:pt x="1987154" y="268016"/>
                </a:lnTo>
                <a:lnTo>
                  <a:pt x="1987253" y="268392"/>
                </a:lnTo>
                <a:lnTo>
                  <a:pt x="1987343" y="268777"/>
                </a:lnTo>
                <a:lnTo>
                  <a:pt x="1987423" y="269173"/>
                </a:lnTo>
                <a:lnTo>
                  <a:pt x="1987494" y="269578"/>
                </a:lnTo>
                <a:lnTo>
                  <a:pt x="1987556" y="269994"/>
                </a:lnTo>
                <a:lnTo>
                  <a:pt x="1987608" y="270419"/>
                </a:lnTo>
                <a:lnTo>
                  <a:pt x="1987650" y="270854"/>
                </a:lnTo>
                <a:lnTo>
                  <a:pt x="1987683" y="271300"/>
                </a:lnTo>
                <a:lnTo>
                  <a:pt x="1987707" y="271755"/>
                </a:lnTo>
                <a:lnTo>
                  <a:pt x="1987721" y="272221"/>
                </a:lnTo>
                <a:lnTo>
                  <a:pt x="1987726" y="272696"/>
                </a:lnTo>
                <a:lnTo>
                  <a:pt x="2001660" y="272696"/>
                </a:lnTo>
                <a:lnTo>
                  <a:pt x="2001687" y="272604"/>
                </a:lnTo>
                <a:lnTo>
                  <a:pt x="2001712" y="272513"/>
                </a:lnTo>
                <a:lnTo>
                  <a:pt x="2001736" y="272424"/>
                </a:lnTo>
                <a:lnTo>
                  <a:pt x="2001758" y="272336"/>
                </a:lnTo>
                <a:lnTo>
                  <a:pt x="2001780" y="272250"/>
                </a:lnTo>
                <a:lnTo>
                  <a:pt x="2001801" y="272166"/>
                </a:lnTo>
                <a:lnTo>
                  <a:pt x="2001820" y="272083"/>
                </a:lnTo>
                <a:lnTo>
                  <a:pt x="2001838" y="272002"/>
                </a:lnTo>
                <a:lnTo>
                  <a:pt x="2001856" y="271923"/>
                </a:lnTo>
                <a:lnTo>
                  <a:pt x="2001872" y="271845"/>
                </a:lnTo>
                <a:lnTo>
                  <a:pt x="2001887" y="271770"/>
                </a:lnTo>
                <a:lnTo>
                  <a:pt x="2001901" y="271695"/>
                </a:lnTo>
                <a:lnTo>
                  <a:pt x="2001914" y="271623"/>
                </a:lnTo>
                <a:lnTo>
                  <a:pt x="2001925" y="271552"/>
                </a:lnTo>
                <a:lnTo>
                  <a:pt x="2001936" y="271483"/>
                </a:lnTo>
                <a:lnTo>
                  <a:pt x="2001945" y="271415"/>
                </a:lnTo>
                <a:lnTo>
                  <a:pt x="2001954" y="271349"/>
                </a:lnTo>
                <a:lnTo>
                  <a:pt x="2001961" y="271285"/>
                </a:lnTo>
                <a:lnTo>
                  <a:pt x="2001967" y="271222"/>
                </a:lnTo>
                <a:lnTo>
                  <a:pt x="2001972" y="271161"/>
                </a:lnTo>
                <a:lnTo>
                  <a:pt x="2001976" y="271102"/>
                </a:lnTo>
                <a:lnTo>
                  <a:pt x="2001979" y="271045"/>
                </a:lnTo>
                <a:lnTo>
                  <a:pt x="2001980" y="270989"/>
                </a:lnTo>
                <a:lnTo>
                  <a:pt x="2001981" y="270935"/>
                </a:lnTo>
                <a:lnTo>
                  <a:pt x="2001981" y="270881"/>
                </a:lnTo>
                <a:lnTo>
                  <a:pt x="2001981" y="270829"/>
                </a:lnTo>
                <a:lnTo>
                  <a:pt x="2001981" y="270777"/>
                </a:lnTo>
                <a:lnTo>
                  <a:pt x="2001981" y="270725"/>
                </a:lnTo>
                <a:lnTo>
                  <a:pt x="2001981" y="270675"/>
                </a:lnTo>
                <a:lnTo>
                  <a:pt x="2001981" y="270624"/>
                </a:lnTo>
                <a:lnTo>
                  <a:pt x="2001981" y="270574"/>
                </a:lnTo>
                <a:lnTo>
                  <a:pt x="2001981" y="270525"/>
                </a:lnTo>
                <a:lnTo>
                  <a:pt x="2001981" y="270477"/>
                </a:lnTo>
                <a:lnTo>
                  <a:pt x="2001981" y="270428"/>
                </a:lnTo>
                <a:lnTo>
                  <a:pt x="2001981" y="270381"/>
                </a:lnTo>
                <a:lnTo>
                  <a:pt x="2001981" y="270334"/>
                </a:lnTo>
                <a:lnTo>
                  <a:pt x="2001981" y="270287"/>
                </a:lnTo>
                <a:lnTo>
                  <a:pt x="2001981" y="270242"/>
                </a:lnTo>
                <a:lnTo>
                  <a:pt x="2001981" y="270196"/>
                </a:lnTo>
                <a:lnTo>
                  <a:pt x="2001981" y="270151"/>
                </a:lnTo>
                <a:lnTo>
                  <a:pt x="2001981" y="270107"/>
                </a:lnTo>
                <a:lnTo>
                  <a:pt x="2001981" y="270064"/>
                </a:lnTo>
                <a:lnTo>
                  <a:pt x="2001981" y="270021"/>
                </a:lnTo>
                <a:lnTo>
                  <a:pt x="2001981" y="269978"/>
                </a:lnTo>
                <a:lnTo>
                  <a:pt x="2001981" y="269936"/>
                </a:lnTo>
                <a:lnTo>
                  <a:pt x="2001981" y="269895"/>
                </a:lnTo>
                <a:lnTo>
                  <a:pt x="2001981" y="269854"/>
                </a:lnTo>
                <a:lnTo>
                  <a:pt x="2001981" y="269813"/>
                </a:lnTo>
                <a:lnTo>
                  <a:pt x="2001973" y="269243"/>
                </a:lnTo>
                <a:lnTo>
                  <a:pt x="2001951" y="268680"/>
                </a:lnTo>
                <a:lnTo>
                  <a:pt x="2001913" y="268124"/>
                </a:lnTo>
                <a:lnTo>
                  <a:pt x="2001861" y="267575"/>
                </a:lnTo>
                <a:lnTo>
                  <a:pt x="2001793" y="267034"/>
                </a:lnTo>
                <a:lnTo>
                  <a:pt x="2001711" y="266500"/>
                </a:lnTo>
                <a:lnTo>
                  <a:pt x="2001613" y="265973"/>
                </a:lnTo>
                <a:lnTo>
                  <a:pt x="2001500" y="265453"/>
                </a:lnTo>
                <a:lnTo>
                  <a:pt x="2001373" y="264941"/>
                </a:lnTo>
                <a:lnTo>
                  <a:pt x="2001230" y="264435"/>
                </a:lnTo>
                <a:lnTo>
                  <a:pt x="2001072" y="263937"/>
                </a:lnTo>
                <a:lnTo>
                  <a:pt x="2000900" y="263447"/>
                </a:lnTo>
                <a:lnTo>
                  <a:pt x="2000712" y="262963"/>
                </a:lnTo>
                <a:lnTo>
                  <a:pt x="2000509" y="262487"/>
                </a:lnTo>
                <a:lnTo>
                  <a:pt x="2000292" y="262018"/>
                </a:lnTo>
                <a:lnTo>
                  <a:pt x="2000059" y="261556"/>
                </a:lnTo>
                <a:lnTo>
                  <a:pt x="1999811" y="261101"/>
                </a:lnTo>
                <a:lnTo>
                  <a:pt x="1999548" y="260654"/>
                </a:lnTo>
                <a:lnTo>
                  <a:pt x="1999270" y="260214"/>
                </a:lnTo>
                <a:lnTo>
                  <a:pt x="1998978" y="259781"/>
                </a:lnTo>
                <a:lnTo>
                  <a:pt x="1998670" y="259355"/>
                </a:lnTo>
                <a:lnTo>
                  <a:pt x="1998347" y="258936"/>
                </a:lnTo>
                <a:lnTo>
                  <a:pt x="1998009" y="258525"/>
                </a:lnTo>
                <a:lnTo>
                  <a:pt x="1997656" y="258121"/>
                </a:lnTo>
                <a:lnTo>
                  <a:pt x="1997291" y="257711"/>
                </a:lnTo>
                <a:lnTo>
                  <a:pt x="1996914" y="257309"/>
                </a:lnTo>
                <a:lnTo>
                  <a:pt x="1996528" y="256915"/>
                </a:lnTo>
                <a:lnTo>
                  <a:pt x="1996130" y="256528"/>
                </a:lnTo>
                <a:lnTo>
                  <a:pt x="1995722" y="256149"/>
                </a:lnTo>
                <a:lnTo>
                  <a:pt x="1995304" y="255779"/>
                </a:lnTo>
                <a:lnTo>
                  <a:pt x="1994875" y="255415"/>
                </a:lnTo>
                <a:lnTo>
                  <a:pt x="1994435" y="255060"/>
                </a:lnTo>
                <a:lnTo>
                  <a:pt x="1993985" y="254712"/>
                </a:lnTo>
                <a:lnTo>
                  <a:pt x="1993524" y="254373"/>
                </a:lnTo>
                <a:lnTo>
                  <a:pt x="1993053" y="254041"/>
                </a:lnTo>
                <a:lnTo>
                  <a:pt x="1992571" y="253716"/>
                </a:lnTo>
                <a:lnTo>
                  <a:pt x="1992078" y="253400"/>
                </a:lnTo>
                <a:lnTo>
                  <a:pt x="1991575" y="253091"/>
                </a:lnTo>
                <a:lnTo>
                  <a:pt x="1991062" y="252790"/>
                </a:lnTo>
                <a:lnTo>
                  <a:pt x="1990538" y="252497"/>
                </a:lnTo>
                <a:lnTo>
                  <a:pt x="1990003" y="252212"/>
                </a:lnTo>
                <a:lnTo>
                  <a:pt x="1989458" y="251935"/>
                </a:lnTo>
                <a:lnTo>
                  <a:pt x="1988902" y="251665"/>
                </a:lnTo>
                <a:lnTo>
                  <a:pt x="1988335" y="251403"/>
                </a:lnTo>
                <a:lnTo>
                  <a:pt x="1987758" y="251149"/>
                </a:lnTo>
                <a:lnTo>
                  <a:pt x="1987171" y="250902"/>
                </a:lnTo>
                <a:lnTo>
                  <a:pt x="1986573" y="250664"/>
                </a:lnTo>
                <a:lnTo>
                  <a:pt x="1985964" y="250433"/>
                </a:lnTo>
                <a:lnTo>
                  <a:pt x="1985360" y="250211"/>
                </a:lnTo>
                <a:lnTo>
                  <a:pt x="1984749" y="249998"/>
                </a:lnTo>
                <a:lnTo>
                  <a:pt x="1984132" y="249795"/>
                </a:lnTo>
                <a:lnTo>
                  <a:pt x="1983508" y="249601"/>
                </a:lnTo>
                <a:lnTo>
                  <a:pt x="1982877" y="249417"/>
                </a:lnTo>
                <a:lnTo>
                  <a:pt x="1982240" y="249242"/>
                </a:lnTo>
                <a:lnTo>
                  <a:pt x="1981596" y="249076"/>
                </a:lnTo>
                <a:lnTo>
                  <a:pt x="1980945" y="248920"/>
                </a:lnTo>
                <a:lnTo>
                  <a:pt x="1980288" y="248774"/>
                </a:lnTo>
                <a:lnTo>
                  <a:pt x="1979624" y="248637"/>
                </a:lnTo>
                <a:lnTo>
                  <a:pt x="1978953" y="248509"/>
                </a:lnTo>
                <a:lnTo>
                  <a:pt x="1978276" y="248391"/>
                </a:lnTo>
                <a:lnTo>
                  <a:pt x="1977592" y="248282"/>
                </a:lnTo>
                <a:lnTo>
                  <a:pt x="1976901" y="248183"/>
                </a:lnTo>
                <a:lnTo>
                  <a:pt x="1976204" y="248093"/>
                </a:lnTo>
                <a:lnTo>
                  <a:pt x="1975500" y="248013"/>
                </a:lnTo>
                <a:lnTo>
                  <a:pt x="1974789" y="247942"/>
                </a:lnTo>
                <a:lnTo>
                  <a:pt x="1974071" y="247880"/>
                </a:lnTo>
                <a:lnTo>
                  <a:pt x="1973347" y="247828"/>
                </a:lnTo>
                <a:lnTo>
                  <a:pt x="1972617" y="247786"/>
                </a:lnTo>
                <a:lnTo>
                  <a:pt x="1971879" y="247753"/>
                </a:lnTo>
                <a:lnTo>
                  <a:pt x="1971135" y="247729"/>
                </a:lnTo>
                <a:lnTo>
                  <a:pt x="1970384" y="247715"/>
                </a:lnTo>
                <a:lnTo>
                  <a:pt x="1969627" y="247710"/>
                </a:lnTo>
                <a:lnTo>
                  <a:pt x="1968764" y="247715"/>
                </a:lnTo>
                <a:lnTo>
                  <a:pt x="1967909" y="247729"/>
                </a:lnTo>
                <a:lnTo>
                  <a:pt x="1967064" y="247753"/>
                </a:lnTo>
                <a:lnTo>
                  <a:pt x="1966228" y="247786"/>
                </a:lnTo>
                <a:lnTo>
                  <a:pt x="1965400" y="247828"/>
                </a:lnTo>
                <a:lnTo>
                  <a:pt x="1964581" y="247880"/>
                </a:lnTo>
                <a:lnTo>
                  <a:pt x="1963772" y="247942"/>
                </a:lnTo>
                <a:lnTo>
                  <a:pt x="1962971" y="248013"/>
                </a:lnTo>
                <a:lnTo>
                  <a:pt x="1962179" y="248093"/>
                </a:lnTo>
                <a:lnTo>
                  <a:pt x="1961396" y="248183"/>
                </a:lnTo>
                <a:lnTo>
                  <a:pt x="1960622" y="248282"/>
                </a:lnTo>
                <a:lnTo>
                  <a:pt x="1959856" y="248391"/>
                </a:lnTo>
                <a:lnTo>
                  <a:pt x="1959100" y="248509"/>
                </a:lnTo>
                <a:lnTo>
                  <a:pt x="1958353" y="248637"/>
                </a:lnTo>
                <a:lnTo>
                  <a:pt x="1957614" y="248774"/>
                </a:lnTo>
                <a:lnTo>
                  <a:pt x="1956884" y="248920"/>
                </a:lnTo>
                <a:lnTo>
                  <a:pt x="1956164" y="249076"/>
                </a:lnTo>
                <a:lnTo>
                  <a:pt x="1955452" y="249242"/>
                </a:lnTo>
                <a:lnTo>
                  <a:pt x="1954749" y="249417"/>
                </a:lnTo>
                <a:lnTo>
                  <a:pt x="1954055" y="249601"/>
                </a:lnTo>
                <a:lnTo>
                  <a:pt x="1953370" y="249795"/>
                </a:lnTo>
                <a:lnTo>
                  <a:pt x="1952693" y="249998"/>
                </a:lnTo>
                <a:lnTo>
                  <a:pt x="1952026" y="250211"/>
                </a:lnTo>
                <a:lnTo>
                  <a:pt x="1951367" y="250433"/>
                </a:lnTo>
                <a:lnTo>
                  <a:pt x="1950733" y="250664"/>
                </a:lnTo>
                <a:lnTo>
                  <a:pt x="1950109" y="250905"/>
                </a:lnTo>
                <a:lnTo>
                  <a:pt x="1949498" y="251154"/>
                </a:lnTo>
                <a:lnTo>
                  <a:pt x="1948898" y="251412"/>
                </a:lnTo>
                <a:lnTo>
                  <a:pt x="1948310" y="251679"/>
                </a:lnTo>
                <a:lnTo>
                  <a:pt x="1947734" y="251955"/>
                </a:lnTo>
                <a:lnTo>
                  <a:pt x="1947169" y="252239"/>
                </a:lnTo>
                <a:lnTo>
                  <a:pt x="1946616" y="252533"/>
                </a:lnTo>
                <a:lnTo>
                  <a:pt x="1946074" y="252835"/>
                </a:lnTo>
                <a:lnTo>
                  <a:pt x="1945545" y="253147"/>
                </a:lnTo>
                <a:lnTo>
                  <a:pt x="1945027" y="253467"/>
                </a:lnTo>
                <a:lnTo>
                  <a:pt x="1944520" y="253796"/>
                </a:lnTo>
                <a:lnTo>
                  <a:pt x="1944026" y="254135"/>
                </a:lnTo>
                <a:lnTo>
                  <a:pt x="1943543" y="254482"/>
                </a:lnTo>
                <a:lnTo>
                  <a:pt x="1943071" y="254838"/>
                </a:lnTo>
                <a:lnTo>
                  <a:pt x="1942612" y="255202"/>
                </a:lnTo>
                <a:lnTo>
                  <a:pt x="1942164" y="255576"/>
                </a:lnTo>
                <a:lnTo>
                  <a:pt x="1941727" y="255959"/>
                </a:lnTo>
                <a:lnTo>
                  <a:pt x="1941303" y="256350"/>
                </a:lnTo>
                <a:lnTo>
                  <a:pt x="1940890" y="256751"/>
                </a:lnTo>
                <a:lnTo>
                  <a:pt x="1940488" y="257160"/>
                </a:lnTo>
                <a:lnTo>
                  <a:pt x="1940099" y="257578"/>
                </a:lnTo>
                <a:lnTo>
                  <a:pt x="1939721" y="258005"/>
                </a:lnTo>
                <a:lnTo>
                  <a:pt x="1939355" y="258441"/>
                </a:lnTo>
                <a:lnTo>
                  <a:pt x="1939002" y="258887"/>
                </a:lnTo>
                <a:lnTo>
                  <a:pt x="1938664" y="259341"/>
                </a:lnTo>
                <a:lnTo>
                  <a:pt x="1938341" y="259805"/>
                </a:lnTo>
                <a:lnTo>
                  <a:pt x="1938033" y="260279"/>
                </a:lnTo>
                <a:lnTo>
                  <a:pt x="1937741" y="260762"/>
                </a:lnTo>
                <a:lnTo>
                  <a:pt x="1937463" y="261254"/>
                </a:lnTo>
                <a:lnTo>
                  <a:pt x="1937200" y="261756"/>
                </a:lnTo>
                <a:lnTo>
                  <a:pt x="1936952" y="262268"/>
                </a:lnTo>
                <a:lnTo>
                  <a:pt x="1936720" y="262788"/>
                </a:lnTo>
                <a:lnTo>
                  <a:pt x="1936502" y="263319"/>
                </a:lnTo>
                <a:lnTo>
                  <a:pt x="1936299" y="263858"/>
                </a:lnTo>
                <a:lnTo>
                  <a:pt x="1936111" y="264408"/>
                </a:lnTo>
                <a:lnTo>
                  <a:pt x="1935939" y="264966"/>
                </a:lnTo>
                <a:lnTo>
                  <a:pt x="1935781" y="265534"/>
                </a:lnTo>
                <a:lnTo>
                  <a:pt x="1935638" y="266112"/>
                </a:lnTo>
                <a:lnTo>
                  <a:pt x="1935511" y="266699"/>
                </a:lnTo>
                <a:lnTo>
                  <a:pt x="1935398" y="267295"/>
                </a:lnTo>
                <a:lnTo>
                  <a:pt x="1935301" y="267901"/>
                </a:lnTo>
                <a:lnTo>
                  <a:pt x="1935218" y="268517"/>
                </a:lnTo>
                <a:lnTo>
                  <a:pt x="1935150" y="269142"/>
                </a:lnTo>
                <a:lnTo>
                  <a:pt x="1935098" y="269776"/>
                </a:lnTo>
                <a:lnTo>
                  <a:pt x="1935060" y="270420"/>
                </a:lnTo>
                <a:lnTo>
                  <a:pt x="1935038" y="271073"/>
                </a:lnTo>
                <a:lnTo>
                  <a:pt x="1935030" y="271735"/>
                </a:lnTo>
                <a:lnTo>
                  <a:pt x="1935035" y="272305"/>
                </a:lnTo>
                <a:lnTo>
                  <a:pt x="1935050" y="272868"/>
                </a:lnTo>
                <a:lnTo>
                  <a:pt x="1935075" y="273422"/>
                </a:lnTo>
                <a:lnTo>
                  <a:pt x="1935110" y="273969"/>
                </a:lnTo>
                <a:lnTo>
                  <a:pt x="1935155" y="274508"/>
                </a:lnTo>
                <a:lnTo>
                  <a:pt x="1935210" y="275039"/>
                </a:lnTo>
                <a:lnTo>
                  <a:pt x="1935276" y="275562"/>
                </a:lnTo>
                <a:lnTo>
                  <a:pt x="1935351" y="276078"/>
                </a:lnTo>
                <a:lnTo>
                  <a:pt x="1935436" y="276585"/>
                </a:lnTo>
                <a:lnTo>
                  <a:pt x="1935531" y="277085"/>
                </a:lnTo>
                <a:lnTo>
                  <a:pt x="1935636" y="277578"/>
                </a:lnTo>
                <a:lnTo>
                  <a:pt x="1935751" y="278062"/>
                </a:lnTo>
                <a:lnTo>
                  <a:pt x="1935876" y="278539"/>
                </a:lnTo>
                <a:lnTo>
                  <a:pt x="1936011" y="279007"/>
                </a:lnTo>
                <a:lnTo>
                  <a:pt x="1936156" y="279469"/>
                </a:lnTo>
                <a:lnTo>
                  <a:pt x="1936312" y="279922"/>
                </a:lnTo>
                <a:lnTo>
                  <a:pt x="1936477" y="280367"/>
                </a:lnTo>
                <a:lnTo>
                  <a:pt x="1936652" y="280805"/>
                </a:lnTo>
                <a:lnTo>
                  <a:pt x="1936837" y="281235"/>
                </a:lnTo>
                <a:lnTo>
                  <a:pt x="1937032" y="281657"/>
                </a:lnTo>
                <a:lnTo>
                  <a:pt x="1937237" y="282071"/>
                </a:lnTo>
                <a:lnTo>
                  <a:pt x="1937453" y="282478"/>
                </a:lnTo>
                <a:lnTo>
                  <a:pt x="1937678" y="282877"/>
                </a:lnTo>
                <a:lnTo>
                  <a:pt x="1937913" y="283267"/>
                </a:lnTo>
                <a:lnTo>
                  <a:pt x="1938160" y="283638"/>
                </a:lnTo>
                <a:lnTo>
                  <a:pt x="1938419" y="284004"/>
                </a:lnTo>
                <a:lnTo>
                  <a:pt x="1938691" y="284364"/>
                </a:lnTo>
                <a:lnTo>
                  <a:pt x="1938977" y="284718"/>
                </a:lnTo>
                <a:lnTo>
                  <a:pt x="1939274" y="285067"/>
                </a:lnTo>
                <a:lnTo>
                  <a:pt x="1939585" y="285410"/>
                </a:lnTo>
                <a:lnTo>
                  <a:pt x="1939908" y="285747"/>
                </a:lnTo>
                <a:lnTo>
                  <a:pt x="1940245" y="286079"/>
                </a:lnTo>
                <a:lnTo>
                  <a:pt x="1940594" y="286406"/>
                </a:lnTo>
                <a:lnTo>
                  <a:pt x="1940955" y="286727"/>
                </a:lnTo>
                <a:lnTo>
                  <a:pt x="1941330" y="287042"/>
                </a:lnTo>
                <a:lnTo>
                  <a:pt x="1941717" y="287352"/>
                </a:lnTo>
                <a:lnTo>
                  <a:pt x="1942117" y="287656"/>
                </a:lnTo>
                <a:lnTo>
                  <a:pt x="1942530" y="287955"/>
                </a:lnTo>
                <a:lnTo>
                  <a:pt x="1942956" y="288248"/>
                </a:lnTo>
                <a:lnTo>
                  <a:pt x="1943395" y="288535"/>
                </a:lnTo>
                <a:lnTo>
                  <a:pt x="1943846" y="288817"/>
                </a:lnTo>
                <a:lnTo>
                  <a:pt x="1944310" y="289094"/>
                </a:lnTo>
                <a:lnTo>
                  <a:pt x="1944787" y="289365"/>
                </a:lnTo>
                <a:lnTo>
                  <a:pt x="1945277" y="289630"/>
                </a:lnTo>
                <a:lnTo>
                  <a:pt x="1945779" y="289890"/>
                </a:lnTo>
                <a:lnTo>
                  <a:pt x="1946294" y="290144"/>
                </a:lnTo>
                <a:lnTo>
                  <a:pt x="1946822" y="290392"/>
                </a:lnTo>
                <a:lnTo>
                  <a:pt x="1947363" y="290635"/>
                </a:lnTo>
                <a:lnTo>
                  <a:pt x="1947918" y="290861"/>
                </a:lnTo>
                <a:lnTo>
                  <a:pt x="1948487" y="291084"/>
                </a:lnTo>
                <a:lnTo>
                  <a:pt x="1949070" y="291304"/>
                </a:lnTo>
                <a:lnTo>
                  <a:pt x="1949668" y="291521"/>
                </a:lnTo>
                <a:lnTo>
                  <a:pt x="1950280" y="291735"/>
                </a:lnTo>
                <a:lnTo>
                  <a:pt x="1950907" y="291947"/>
                </a:lnTo>
                <a:lnTo>
                  <a:pt x="1951548" y="292156"/>
                </a:lnTo>
                <a:lnTo>
                  <a:pt x="1952204" y="292362"/>
                </a:lnTo>
                <a:lnTo>
                  <a:pt x="1952874" y="292565"/>
                </a:lnTo>
                <a:lnTo>
                  <a:pt x="1953559" y="292765"/>
                </a:lnTo>
                <a:lnTo>
                  <a:pt x="1954258" y="292963"/>
                </a:lnTo>
                <a:lnTo>
                  <a:pt x="1954971" y="293158"/>
                </a:lnTo>
                <a:lnTo>
                  <a:pt x="1955699" y="293350"/>
                </a:lnTo>
                <a:lnTo>
                  <a:pt x="1956442" y="293539"/>
                </a:lnTo>
                <a:lnTo>
                  <a:pt x="1957199" y="293726"/>
                </a:lnTo>
                <a:lnTo>
                  <a:pt x="1957970" y="293910"/>
                </a:lnTo>
                <a:lnTo>
                  <a:pt x="1958756" y="294091"/>
                </a:lnTo>
                <a:lnTo>
                  <a:pt x="1959556" y="294269"/>
                </a:lnTo>
                <a:lnTo>
                  <a:pt x="1960371" y="294445"/>
                </a:lnTo>
                <a:lnTo>
                  <a:pt x="1961200" y="294617"/>
                </a:lnTo>
                <a:lnTo>
                  <a:pt x="1962044" y="294787"/>
                </a:lnTo>
                <a:lnTo>
                  <a:pt x="1962902" y="294954"/>
                </a:lnTo>
                <a:lnTo>
                  <a:pt x="1963774" y="295119"/>
                </a:lnTo>
                <a:lnTo>
                  <a:pt x="1964661" y="295280"/>
                </a:lnTo>
                <a:lnTo>
                  <a:pt x="1965494" y="295414"/>
                </a:lnTo>
                <a:lnTo>
                  <a:pt x="1966310" y="295548"/>
                </a:lnTo>
                <a:lnTo>
                  <a:pt x="1967109" y="295683"/>
                </a:lnTo>
                <a:lnTo>
                  <a:pt x="1967892" y="295819"/>
                </a:lnTo>
                <a:lnTo>
                  <a:pt x="1968657" y="295955"/>
                </a:lnTo>
                <a:lnTo>
                  <a:pt x="1969406" y="296091"/>
                </a:lnTo>
                <a:lnTo>
                  <a:pt x="1970139" y="296228"/>
                </a:lnTo>
                <a:lnTo>
                  <a:pt x="1970855" y="296366"/>
                </a:lnTo>
                <a:lnTo>
                  <a:pt x="1971554" y="296504"/>
                </a:lnTo>
                <a:lnTo>
                  <a:pt x="1972236" y="296643"/>
                </a:lnTo>
                <a:lnTo>
                  <a:pt x="1972902" y="296782"/>
                </a:lnTo>
                <a:lnTo>
                  <a:pt x="1973551" y="296922"/>
                </a:lnTo>
                <a:lnTo>
                  <a:pt x="1974183" y="297062"/>
                </a:lnTo>
                <a:lnTo>
                  <a:pt x="1974799" y="297203"/>
                </a:lnTo>
                <a:lnTo>
                  <a:pt x="1975398" y="297345"/>
                </a:lnTo>
                <a:lnTo>
                  <a:pt x="1975980" y="297487"/>
                </a:lnTo>
                <a:lnTo>
                  <a:pt x="1976546" y="297630"/>
                </a:lnTo>
                <a:lnTo>
                  <a:pt x="1977095" y="297773"/>
                </a:lnTo>
                <a:lnTo>
                  <a:pt x="1977627" y="297917"/>
                </a:lnTo>
                <a:lnTo>
                  <a:pt x="1978142" y="298061"/>
                </a:lnTo>
                <a:lnTo>
                  <a:pt x="1978641" y="298206"/>
                </a:lnTo>
                <a:lnTo>
                  <a:pt x="1979123" y="298351"/>
                </a:lnTo>
                <a:lnTo>
                  <a:pt x="1979589" y="298497"/>
                </a:lnTo>
                <a:lnTo>
                  <a:pt x="1980038" y="298644"/>
                </a:lnTo>
                <a:lnTo>
                  <a:pt x="1980486" y="298792"/>
                </a:lnTo>
                <a:lnTo>
                  <a:pt x="1980922" y="298942"/>
                </a:lnTo>
                <a:lnTo>
                  <a:pt x="1981347" y="299094"/>
                </a:lnTo>
                <a:lnTo>
                  <a:pt x="1981760" y="299249"/>
                </a:lnTo>
                <a:lnTo>
                  <a:pt x="1982161" y="299406"/>
                </a:lnTo>
                <a:lnTo>
                  <a:pt x="1982550" y="299565"/>
                </a:lnTo>
                <a:lnTo>
                  <a:pt x="1982928" y="299726"/>
                </a:lnTo>
                <a:lnTo>
                  <a:pt x="1983294" y="299890"/>
                </a:lnTo>
                <a:lnTo>
                  <a:pt x="1983649" y="300055"/>
                </a:lnTo>
                <a:lnTo>
                  <a:pt x="1983992" y="300223"/>
                </a:lnTo>
                <a:lnTo>
                  <a:pt x="1984323" y="300393"/>
                </a:lnTo>
                <a:lnTo>
                  <a:pt x="1984643" y="300566"/>
                </a:lnTo>
                <a:lnTo>
                  <a:pt x="1984950" y="300740"/>
                </a:lnTo>
                <a:lnTo>
                  <a:pt x="1985247" y="300917"/>
                </a:lnTo>
                <a:lnTo>
                  <a:pt x="1985531" y="301096"/>
                </a:lnTo>
                <a:lnTo>
                  <a:pt x="1985804" y="301278"/>
                </a:lnTo>
                <a:lnTo>
                  <a:pt x="1986065" y="301461"/>
                </a:lnTo>
                <a:lnTo>
                  <a:pt x="1986314" y="301647"/>
                </a:lnTo>
                <a:lnTo>
                  <a:pt x="1986552" y="301835"/>
                </a:lnTo>
                <a:lnTo>
                  <a:pt x="1986778" y="302025"/>
                </a:lnTo>
                <a:lnTo>
                  <a:pt x="1986993" y="302218"/>
                </a:lnTo>
                <a:lnTo>
                  <a:pt x="1987195" y="302412"/>
                </a:lnTo>
                <a:lnTo>
                  <a:pt x="1987386" y="302609"/>
                </a:lnTo>
                <a:lnTo>
                  <a:pt x="1987566" y="302808"/>
                </a:lnTo>
                <a:lnTo>
                  <a:pt x="1987736" y="303011"/>
                </a:lnTo>
                <a:lnTo>
                  <a:pt x="1987898" y="303217"/>
                </a:lnTo>
                <a:lnTo>
                  <a:pt x="1988054" y="303429"/>
                </a:lnTo>
                <a:lnTo>
                  <a:pt x="1988202" y="303645"/>
                </a:lnTo>
                <a:lnTo>
                  <a:pt x="1988343" y="303865"/>
                </a:lnTo>
                <a:lnTo>
                  <a:pt x="1988477" y="304090"/>
                </a:lnTo>
                <a:lnTo>
                  <a:pt x="1988603" y="304319"/>
                </a:lnTo>
                <a:lnTo>
                  <a:pt x="1988722" y="304552"/>
                </a:lnTo>
                <a:lnTo>
                  <a:pt x="1988834" y="304790"/>
                </a:lnTo>
                <a:lnTo>
                  <a:pt x="1988939" y="305033"/>
                </a:lnTo>
                <a:lnTo>
                  <a:pt x="1989037" y="305280"/>
                </a:lnTo>
                <a:lnTo>
                  <a:pt x="1989127" y="305531"/>
                </a:lnTo>
                <a:lnTo>
                  <a:pt x="1989210" y="305787"/>
                </a:lnTo>
                <a:lnTo>
                  <a:pt x="1989286" y="306047"/>
                </a:lnTo>
                <a:lnTo>
                  <a:pt x="1989355" y="306312"/>
                </a:lnTo>
                <a:lnTo>
                  <a:pt x="1989416" y="306581"/>
                </a:lnTo>
                <a:lnTo>
                  <a:pt x="1989471" y="306855"/>
                </a:lnTo>
                <a:lnTo>
                  <a:pt x="1989518" y="307133"/>
                </a:lnTo>
                <a:lnTo>
                  <a:pt x="1989557" y="307415"/>
                </a:lnTo>
                <a:lnTo>
                  <a:pt x="1989590" y="307702"/>
                </a:lnTo>
                <a:lnTo>
                  <a:pt x="1989615" y="307994"/>
                </a:lnTo>
                <a:lnTo>
                  <a:pt x="1989633" y="308289"/>
                </a:lnTo>
                <a:lnTo>
                  <a:pt x="1989644" y="308590"/>
                </a:lnTo>
                <a:lnTo>
                  <a:pt x="1989648" y="308895"/>
                </a:lnTo>
                <a:lnTo>
                  <a:pt x="1989639" y="309358"/>
                </a:lnTo>
                <a:lnTo>
                  <a:pt x="1989612" y="309814"/>
                </a:lnTo>
                <a:lnTo>
                  <a:pt x="1989568" y="310264"/>
                </a:lnTo>
                <a:lnTo>
                  <a:pt x="1989505" y="310705"/>
                </a:lnTo>
                <a:lnTo>
                  <a:pt x="1989425" y="311140"/>
                </a:lnTo>
                <a:lnTo>
                  <a:pt x="1989327" y="311567"/>
                </a:lnTo>
                <a:lnTo>
                  <a:pt x="1989212" y="311988"/>
                </a:lnTo>
                <a:lnTo>
                  <a:pt x="1989078" y="312400"/>
                </a:lnTo>
                <a:lnTo>
                  <a:pt x="1988927" y="312806"/>
                </a:lnTo>
                <a:lnTo>
                  <a:pt x="1988758" y="313205"/>
                </a:lnTo>
                <a:lnTo>
                  <a:pt x="1988571" y="313596"/>
                </a:lnTo>
                <a:lnTo>
                  <a:pt x="1988366" y="313980"/>
                </a:lnTo>
                <a:lnTo>
                  <a:pt x="1988144" y="314357"/>
                </a:lnTo>
                <a:lnTo>
                  <a:pt x="1987904" y="314726"/>
                </a:lnTo>
                <a:lnTo>
                  <a:pt x="1987646" y="315089"/>
                </a:lnTo>
                <a:lnTo>
                  <a:pt x="1987370" y="315444"/>
                </a:lnTo>
                <a:lnTo>
                  <a:pt x="1987076" y="315792"/>
                </a:lnTo>
                <a:lnTo>
                  <a:pt x="1986765" y="316132"/>
                </a:lnTo>
                <a:lnTo>
                  <a:pt x="1986436" y="316466"/>
                </a:lnTo>
                <a:lnTo>
                  <a:pt x="1986089" y="316792"/>
                </a:lnTo>
                <a:lnTo>
                  <a:pt x="1985724" y="317111"/>
                </a:lnTo>
                <a:lnTo>
                  <a:pt x="1985341" y="317422"/>
                </a:lnTo>
                <a:lnTo>
                  <a:pt x="1984941" y="317727"/>
                </a:lnTo>
                <a:lnTo>
                  <a:pt x="1984522" y="318024"/>
                </a:lnTo>
                <a:lnTo>
                  <a:pt x="1984100" y="318299"/>
                </a:lnTo>
                <a:lnTo>
                  <a:pt x="1983662" y="318561"/>
                </a:lnTo>
                <a:lnTo>
                  <a:pt x="1983206" y="318813"/>
                </a:lnTo>
                <a:lnTo>
                  <a:pt x="1982734" y="319052"/>
                </a:lnTo>
                <a:lnTo>
                  <a:pt x="1982245" y="319280"/>
                </a:lnTo>
                <a:lnTo>
                  <a:pt x="1981739" y="319496"/>
                </a:lnTo>
                <a:lnTo>
                  <a:pt x="1981217" y="319700"/>
                </a:lnTo>
                <a:lnTo>
                  <a:pt x="1980678" y="319893"/>
                </a:lnTo>
                <a:lnTo>
                  <a:pt x="1980123" y="320074"/>
                </a:lnTo>
                <a:lnTo>
                  <a:pt x="1979551" y="320243"/>
                </a:lnTo>
                <a:lnTo>
                  <a:pt x="1978962" y="320401"/>
                </a:lnTo>
                <a:lnTo>
                  <a:pt x="1978356" y="320547"/>
                </a:lnTo>
                <a:lnTo>
                  <a:pt x="1977734" y="320681"/>
                </a:lnTo>
                <a:lnTo>
                  <a:pt x="1977095" y="320804"/>
                </a:lnTo>
                <a:lnTo>
                  <a:pt x="1976439" y="320915"/>
                </a:lnTo>
                <a:lnTo>
                  <a:pt x="1975767" y="321014"/>
                </a:lnTo>
                <a:lnTo>
                  <a:pt x="1975077" y="321102"/>
                </a:lnTo>
                <a:lnTo>
                  <a:pt x="1974372" y="321178"/>
                </a:lnTo>
                <a:lnTo>
                  <a:pt x="1973649" y="321242"/>
                </a:lnTo>
                <a:lnTo>
                  <a:pt x="1972910" y="321294"/>
                </a:lnTo>
                <a:lnTo>
                  <a:pt x="1972154" y="321335"/>
                </a:lnTo>
                <a:lnTo>
                  <a:pt x="1971382" y="321364"/>
                </a:lnTo>
                <a:lnTo>
                  <a:pt x="1970593" y="321382"/>
                </a:lnTo>
                <a:lnTo>
                  <a:pt x="1969787" y="321388"/>
                </a:lnTo>
                <a:lnTo>
                  <a:pt x="1968888" y="321381"/>
                </a:lnTo>
                <a:lnTo>
                  <a:pt x="1968006" y="321362"/>
                </a:lnTo>
                <a:lnTo>
                  <a:pt x="1967142" y="321330"/>
                </a:lnTo>
                <a:lnTo>
                  <a:pt x="1966294" y="321285"/>
                </a:lnTo>
                <a:lnTo>
                  <a:pt x="1965464" y="321228"/>
                </a:lnTo>
                <a:lnTo>
                  <a:pt x="1964651" y="321157"/>
                </a:lnTo>
                <a:lnTo>
                  <a:pt x="1963856" y="321074"/>
                </a:lnTo>
                <a:lnTo>
                  <a:pt x="1963078" y="320978"/>
                </a:lnTo>
                <a:lnTo>
                  <a:pt x="1962316" y="320870"/>
                </a:lnTo>
                <a:lnTo>
                  <a:pt x="1961573" y="320748"/>
                </a:lnTo>
                <a:lnTo>
                  <a:pt x="1960846" y="320614"/>
                </a:lnTo>
                <a:lnTo>
                  <a:pt x="1960137" y="320467"/>
                </a:lnTo>
                <a:lnTo>
                  <a:pt x="1959445" y="320307"/>
                </a:lnTo>
                <a:lnTo>
                  <a:pt x="1958770" y="320134"/>
                </a:lnTo>
                <a:lnTo>
                  <a:pt x="1958112" y="319949"/>
                </a:lnTo>
                <a:lnTo>
                  <a:pt x="1957472" y="319750"/>
                </a:lnTo>
                <a:lnTo>
                  <a:pt x="1956848" y="319539"/>
                </a:lnTo>
                <a:lnTo>
                  <a:pt x="1956243" y="319316"/>
                </a:lnTo>
                <a:lnTo>
                  <a:pt x="1955654" y="319079"/>
                </a:lnTo>
                <a:lnTo>
                  <a:pt x="1955082" y="318829"/>
                </a:lnTo>
                <a:lnTo>
                  <a:pt x="1954528" y="318567"/>
                </a:lnTo>
                <a:lnTo>
                  <a:pt x="1953991" y="318292"/>
                </a:lnTo>
                <a:lnTo>
                  <a:pt x="1953472" y="318004"/>
                </a:lnTo>
                <a:lnTo>
                  <a:pt x="1952969" y="317704"/>
                </a:lnTo>
                <a:lnTo>
                  <a:pt x="1952499" y="317378"/>
                </a:lnTo>
                <a:lnTo>
                  <a:pt x="1952048" y="317043"/>
                </a:lnTo>
                <a:lnTo>
                  <a:pt x="1951618" y="316698"/>
                </a:lnTo>
                <a:lnTo>
                  <a:pt x="1951207" y="316342"/>
                </a:lnTo>
                <a:lnTo>
                  <a:pt x="1950817" y="315977"/>
                </a:lnTo>
                <a:lnTo>
                  <a:pt x="1950446" y="315602"/>
                </a:lnTo>
                <a:lnTo>
                  <a:pt x="1950096" y="315216"/>
                </a:lnTo>
                <a:lnTo>
                  <a:pt x="1949766" y="314821"/>
                </a:lnTo>
                <a:lnTo>
                  <a:pt x="1949455" y="314415"/>
                </a:lnTo>
                <a:lnTo>
                  <a:pt x="1949165" y="314000"/>
                </a:lnTo>
                <a:lnTo>
                  <a:pt x="1948895" y="313574"/>
                </a:lnTo>
                <a:lnTo>
                  <a:pt x="1948645" y="313139"/>
                </a:lnTo>
                <a:lnTo>
                  <a:pt x="1948414" y="312694"/>
                </a:lnTo>
                <a:lnTo>
                  <a:pt x="1948204" y="312238"/>
                </a:lnTo>
                <a:lnTo>
                  <a:pt x="1948014" y="311773"/>
                </a:lnTo>
                <a:lnTo>
                  <a:pt x="1947844" y="311297"/>
                </a:lnTo>
                <a:lnTo>
                  <a:pt x="1947694" y="310812"/>
                </a:lnTo>
                <a:lnTo>
                  <a:pt x="1947563" y="310316"/>
                </a:lnTo>
                <a:lnTo>
                  <a:pt x="1947453" y="309811"/>
                </a:lnTo>
                <a:lnTo>
                  <a:pt x="1947363" y="309295"/>
                </a:lnTo>
                <a:lnTo>
                  <a:pt x="1947293" y="308769"/>
                </a:lnTo>
                <a:lnTo>
                  <a:pt x="1947243" y="308234"/>
                </a:lnTo>
                <a:lnTo>
                  <a:pt x="1947213" y="307688"/>
                </a:lnTo>
                <a:lnTo>
                  <a:pt x="1947203" y="307133"/>
                </a:lnTo>
                <a:lnTo>
                  <a:pt x="1947203" y="305531"/>
                </a:lnTo>
                <a:lnTo>
                  <a:pt x="1933429" y="305531"/>
                </a:lnTo>
                <a:lnTo>
                  <a:pt x="1933415" y="305624"/>
                </a:lnTo>
                <a:lnTo>
                  <a:pt x="1933403" y="305717"/>
                </a:lnTo>
                <a:lnTo>
                  <a:pt x="1933391" y="305809"/>
                </a:lnTo>
                <a:lnTo>
                  <a:pt x="1933380" y="305900"/>
                </a:lnTo>
                <a:lnTo>
                  <a:pt x="1933369" y="305991"/>
                </a:lnTo>
                <a:lnTo>
                  <a:pt x="1933358" y="306082"/>
                </a:lnTo>
                <a:lnTo>
                  <a:pt x="1933349" y="306171"/>
                </a:lnTo>
                <a:lnTo>
                  <a:pt x="1933340" y="306261"/>
                </a:lnTo>
                <a:lnTo>
                  <a:pt x="1933331" y="306349"/>
                </a:lnTo>
                <a:lnTo>
                  <a:pt x="1933323" y="306438"/>
                </a:lnTo>
                <a:lnTo>
                  <a:pt x="1933315" y="306525"/>
                </a:lnTo>
                <a:lnTo>
                  <a:pt x="1933308" y="306612"/>
                </a:lnTo>
                <a:lnTo>
                  <a:pt x="1933302" y="306699"/>
                </a:lnTo>
                <a:lnTo>
                  <a:pt x="1933296" y="306785"/>
                </a:lnTo>
                <a:lnTo>
                  <a:pt x="1933291" y="306870"/>
                </a:lnTo>
                <a:lnTo>
                  <a:pt x="1933286" y="306955"/>
                </a:lnTo>
                <a:lnTo>
                  <a:pt x="1933282" y="307039"/>
                </a:lnTo>
                <a:lnTo>
                  <a:pt x="1933278" y="307123"/>
                </a:lnTo>
                <a:lnTo>
                  <a:pt x="1933275" y="307206"/>
                </a:lnTo>
                <a:lnTo>
                  <a:pt x="1933273" y="307288"/>
                </a:lnTo>
                <a:lnTo>
                  <a:pt x="1933271" y="307370"/>
                </a:lnTo>
                <a:lnTo>
                  <a:pt x="1933270" y="307452"/>
                </a:lnTo>
                <a:lnTo>
                  <a:pt x="1933269" y="307533"/>
                </a:lnTo>
                <a:lnTo>
                  <a:pt x="1933268" y="307613"/>
                </a:lnTo>
                <a:lnTo>
                  <a:pt x="1933268" y="307692"/>
                </a:lnTo>
                <a:lnTo>
                  <a:pt x="1933268" y="307770"/>
                </a:lnTo>
                <a:lnTo>
                  <a:pt x="1933268" y="307846"/>
                </a:lnTo>
                <a:lnTo>
                  <a:pt x="1933268" y="307920"/>
                </a:lnTo>
                <a:lnTo>
                  <a:pt x="1933268" y="307993"/>
                </a:lnTo>
                <a:lnTo>
                  <a:pt x="1933268" y="308064"/>
                </a:lnTo>
                <a:lnTo>
                  <a:pt x="1933268" y="308133"/>
                </a:lnTo>
                <a:lnTo>
                  <a:pt x="1933268" y="308200"/>
                </a:lnTo>
                <a:lnTo>
                  <a:pt x="1933268" y="308266"/>
                </a:lnTo>
                <a:lnTo>
                  <a:pt x="1933268" y="308331"/>
                </a:lnTo>
                <a:lnTo>
                  <a:pt x="1933268" y="308393"/>
                </a:lnTo>
                <a:lnTo>
                  <a:pt x="1933268" y="308454"/>
                </a:lnTo>
                <a:lnTo>
                  <a:pt x="1933268" y="308513"/>
                </a:lnTo>
                <a:lnTo>
                  <a:pt x="1933268" y="308571"/>
                </a:lnTo>
                <a:lnTo>
                  <a:pt x="1933268" y="308627"/>
                </a:lnTo>
                <a:lnTo>
                  <a:pt x="1933268" y="308681"/>
                </a:lnTo>
                <a:lnTo>
                  <a:pt x="1933268" y="308734"/>
                </a:lnTo>
                <a:lnTo>
                  <a:pt x="1933268" y="308784"/>
                </a:lnTo>
                <a:lnTo>
                  <a:pt x="1933268" y="308834"/>
                </a:lnTo>
                <a:lnTo>
                  <a:pt x="1933268" y="308881"/>
                </a:lnTo>
                <a:lnTo>
                  <a:pt x="1933268" y="308927"/>
                </a:lnTo>
                <a:lnTo>
                  <a:pt x="1933268" y="308971"/>
                </a:lnTo>
                <a:lnTo>
                  <a:pt x="1933268" y="309014"/>
                </a:lnTo>
                <a:lnTo>
                  <a:pt x="1933268" y="309055"/>
                </a:lnTo>
                <a:lnTo>
                  <a:pt x="1933276" y="309665"/>
                </a:lnTo>
                <a:lnTo>
                  <a:pt x="1933298" y="310269"/>
                </a:lnTo>
                <a:lnTo>
                  <a:pt x="1933336" y="310867"/>
                </a:lnTo>
                <a:lnTo>
                  <a:pt x="1933389" y="311457"/>
                </a:lnTo>
                <a:lnTo>
                  <a:pt x="1933456" y="312041"/>
                </a:lnTo>
                <a:lnTo>
                  <a:pt x="1933539" y="312618"/>
                </a:lnTo>
                <a:lnTo>
                  <a:pt x="1933636" y="313189"/>
                </a:lnTo>
                <a:lnTo>
                  <a:pt x="1933749" y="313753"/>
                </a:lnTo>
                <a:lnTo>
                  <a:pt x="1933877" y="314310"/>
                </a:lnTo>
                <a:lnTo>
                  <a:pt x="1934019" y="314861"/>
                </a:lnTo>
                <a:lnTo>
                  <a:pt x="1934177" y="315405"/>
                </a:lnTo>
                <a:lnTo>
                  <a:pt x="1934350" y="315942"/>
                </a:lnTo>
                <a:lnTo>
                  <a:pt x="1934537" y="316473"/>
                </a:lnTo>
                <a:lnTo>
                  <a:pt x="1934740" y="316996"/>
                </a:lnTo>
                <a:lnTo>
                  <a:pt x="1934958" y="317514"/>
                </a:lnTo>
                <a:lnTo>
                  <a:pt x="1935190" y="318024"/>
                </a:lnTo>
                <a:lnTo>
                  <a:pt x="1935438" y="318528"/>
                </a:lnTo>
                <a:lnTo>
                  <a:pt x="1935701" y="319025"/>
                </a:lnTo>
                <a:lnTo>
                  <a:pt x="1935979" y="319516"/>
                </a:lnTo>
                <a:lnTo>
                  <a:pt x="1936272" y="320000"/>
                </a:lnTo>
                <a:lnTo>
                  <a:pt x="1936579" y="320477"/>
                </a:lnTo>
                <a:lnTo>
                  <a:pt x="1936902" y="320947"/>
                </a:lnTo>
                <a:lnTo>
                  <a:pt x="1937240" y="321411"/>
                </a:lnTo>
                <a:lnTo>
                  <a:pt x="1937593" y="321868"/>
                </a:lnTo>
                <a:lnTo>
                  <a:pt x="1937972" y="322305"/>
                </a:lnTo>
                <a:lnTo>
                  <a:pt x="1938363" y="322733"/>
                </a:lnTo>
                <a:lnTo>
                  <a:pt x="1938764" y="323152"/>
                </a:lnTo>
                <a:lnTo>
                  <a:pt x="1939177" y="323563"/>
                </a:lnTo>
                <a:lnTo>
                  <a:pt x="1939601" y="323966"/>
                </a:lnTo>
                <a:lnTo>
                  <a:pt x="1940035" y="324361"/>
                </a:lnTo>
                <a:lnTo>
                  <a:pt x="1940482" y="324747"/>
                </a:lnTo>
                <a:lnTo>
                  <a:pt x="1940939" y="325125"/>
                </a:lnTo>
                <a:lnTo>
                  <a:pt x="1941407" y="325495"/>
                </a:lnTo>
                <a:lnTo>
                  <a:pt x="1941886" y="325856"/>
                </a:lnTo>
                <a:lnTo>
                  <a:pt x="1942377" y="326209"/>
                </a:lnTo>
                <a:lnTo>
                  <a:pt x="1942878" y="326553"/>
                </a:lnTo>
                <a:lnTo>
                  <a:pt x="1943391" y="326889"/>
                </a:lnTo>
                <a:lnTo>
                  <a:pt x="1943915" y="327217"/>
                </a:lnTo>
                <a:lnTo>
                  <a:pt x="1944450" y="327537"/>
                </a:lnTo>
                <a:lnTo>
                  <a:pt x="1944996" y="327848"/>
                </a:lnTo>
                <a:lnTo>
                  <a:pt x="1945553" y="328151"/>
                </a:lnTo>
                <a:lnTo>
                  <a:pt x="1946122" y="328445"/>
                </a:lnTo>
                <a:lnTo>
                  <a:pt x="1946701" y="328731"/>
                </a:lnTo>
                <a:lnTo>
                  <a:pt x="1947292" y="329009"/>
                </a:lnTo>
                <a:lnTo>
                  <a:pt x="1947894" y="329279"/>
                </a:lnTo>
                <a:lnTo>
                  <a:pt x="1948507" y="329540"/>
                </a:lnTo>
                <a:lnTo>
                  <a:pt x="1949131" y="329792"/>
                </a:lnTo>
                <a:lnTo>
                  <a:pt x="1949766" y="330037"/>
                </a:lnTo>
                <a:lnTo>
                  <a:pt x="1950424" y="330259"/>
                </a:lnTo>
                <a:lnTo>
                  <a:pt x="1951089" y="330472"/>
                </a:lnTo>
                <a:lnTo>
                  <a:pt x="1951763" y="330675"/>
                </a:lnTo>
                <a:lnTo>
                  <a:pt x="1952444" y="330869"/>
                </a:lnTo>
                <a:lnTo>
                  <a:pt x="1953133" y="331053"/>
                </a:lnTo>
                <a:lnTo>
                  <a:pt x="1953830" y="331228"/>
                </a:lnTo>
                <a:lnTo>
                  <a:pt x="1954535" y="331394"/>
                </a:lnTo>
                <a:lnTo>
                  <a:pt x="1955247" y="331550"/>
                </a:lnTo>
                <a:lnTo>
                  <a:pt x="1955967" y="331696"/>
                </a:lnTo>
                <a:lnTo>
                  <a:pt x="1956695" y="331833"/>
                </a:lnTo>
                <a:lnTo>
                  <a:pt x="1957431" y="331961"/>
                </a:lnTo>
                <a:lnTo>
                  <a:pt x="1958175" y="332079"/>
                </a:lnTo>
                <a:lnTo>
                  <a:pt x="1958926" y="332188"/>
                </a:lnTo>
                <a:lnTo>
                  <a:pt x="1959685" y="332287"/>
                </a:lnTo>
                <a:lnTo>
                  <a:pt x="1960452" y="332377"/>
                </a:lnTo>
                <a:lnTo>
                  <a:pt x="1961227" y="332457"/>
                </a:lnTo>
                <a:lnTo>
                  <a:pt x="1962009" y="332528"/>
                </a:lnTo>
                <a:lnTo>
                  <a:pt x="1962799" y="332590"/>
                </a:lnTo>
                <a:lnTo>
                  <a:pt x="1963598" y="332642"/>
                </a:lnTo>
                <a:lnTo>
                  <a:pt x="1964403" y="332684"/>
                </a:lnTo>
                <a:lnTo>
                  <a:pt x="1965217" y="332717"/>
                </a:lnTo>
                <a:lnTo>
                  <a:pt x="1966038" y="332741"/>
                </a:lnTo>
                <a:lnTo>
                  <a:pt x="1966868" y="332755"/>
                </a:lnTo>
                <a:lnTo>
                  <a:pt x="1967705" y="332760"/>
                </a:lnTo>
                <a:lnTo>
                  <a:pt x="1968660" y="332755"/>
                </a:lnTo>
                <a:lnTo>
                  <a:pt x="1969603" y="332741"/>
                </a:lnTo>
                <a:lnTo>
                  <a:pt x="1970535" y="332717"/>
                </a:lnTo>
                <a:lnTo>
                  <a:pt x="1971455" y="332684"/>
                </a:lnTo>
                <a:lnTo>
                  <a:pt x="1972364" y="332642"/>
                </a:lnTo>
                <a:lnTo>
                  <a:pt x="1973261" y="332590"/>
                </a:lnTo>
                <a:close/>
                <a:moveTo>
                  <a:pt x="3010036" y="265809"/>
                </a:moveTo>
                <a:lnTo>
                  <a:pt x="3016443" y="265809"/>
                </a:lnTo>
                <a:lnTo>
                  <a:pt x="3020127" y="244827"/>
                </a:lnTo>
                <a:lnTo>
                  <a:pt x="3020127" y="221282"/>
                </a:lnTo>
                <a:lnTo>
                  <a:pt x="3006352" y="221282"/>
                </a:lnTo>
                <a:lnTo>
                  <a:pt x="3006352" y="244827"/>
                </a:lnTo>
                <a:lnTo>
                  <a:pt x="3010036" y="265809"/>
                </a:lnTo>
                <a:close/>
                <a:moveTo>
                  <a:pt x="3033901" y="265809"/>
                </a:moveTo>
                <a:lnTo>
                  <a:pt x="3040308" y="265809"/>
                </a:lnTo>
                <a:lnTo>
                  <a:pt x="3043992" y="244827"/>
                </a:lnTo>
                <a:lnTo>
                  <a:pt x="3043992" y="221282"/>
                </a:lnTo>
                <a:lnTo>
                  <a:pt x="3030217" y="221282"/>
                </a:lnTo>
                <a:lnTo>
                  <a:pt x="3030217" y="244827"/>
                </a:lnTo>
                <a:lnTo>
                  <a:pt x="3033901" y="265809"/>
                </a:lnTo>
                <a:close/>
                <a:moveTo>
                  <a:pt x="2370346" y="332704"/>
                </a:moveTo>
                <a:lnTo>
                  <a:pt x="2370840" y="332680"/>
                </a:lnTo>
                <a:lnTo>
                  <a:pt x="2371334" y="332651"/>
                </a:lnTo>
                <a:lnTo>
                  <a:pt x="2371827" y="332617"/>
                </a:lnTo>
                <a:lnTo>
                  <a:pt x="2372321" y="332580"/>
                </a:lnTo>
                <a:lnTo>
                  <a:pt x="2372815" y="332537"/>
                </a:lnTo>
                <a:lnTo>
                  <a:pt x="2373309" y="332491"/>
                </a:lnTo>
                <a:lnTo>
                  <a:pt x="2373803" y="332439"/>
                </a:lnTo>
                <a:lnTo>
                  <a:pt x="2374297" y="332384"/>
                </a:lnTo>
                <a:lnTo>
                  <a:pt x="2374791" y="332324"/>
                </a:lnTo>
                <a:lnTo>
                  <a:pt x="2375284" y="332259"/>
                </a:lnTo>
                <a:lnTo>
                  <a:pt x="2375778" y="332190"/>
                </a:lnTo>
                <a:lnTo>
                  <a:pt x="2376272" y="332117"/>
                </a:lnTo>
                <a:lnTo>
                  <a:pt x="2376766" y="332039"/>
                </a:lnTo>
                <a:lnTo>
                  <a:pt x="2377260" y="331957"/>
                </a:lnTo>
                <a:lnTo>
                  <a:pt x="2377754" y="331870"/>
                </a:lnTo>
                <a:lnTo>
                  <a:pt x="2378248" y="331779"/>
                </a:lnTo>
                <a:lnTo>
                  <a:pt x="2378741" y="331683"/>
                </a:lnTo>
                <a:lnTo>
                  <a:pt x="2379235" y="331583"/>
                </a:lnTo>
                <a:lnTo>
                  <a:pt x="2379729" y="331478"/>
                </a:lnTo>
                <a:lnTo>
                  <a:pt x="2380219" y="331383"/>
                </a:lnTo>
                <a:lnTo>
                  <a:pt x="2380702" y="331284"/>
                </a:lnTo>
                <a:lnTo>
                  <a:pt x="2381178" y="331181"/>
                </a:lnTo>
                <a:lnTo>
                  <a:pt x="2381647" y="331074"/>
                </a:lnTo>
                <a:lnTo>
                  <a:pt x="2382108" y="330963"/>
                </a:lnTo>
                <a:lnTo>
                  <a:pt x="2382562" y="330848"/>
                </a:lnTo>
                <a:lnTo>
                  <a:pt x="2383009" y="330729"/>
                </a:lnTo>
                <a:lnTo>
                  <a:pt x="2383449" y="330606"/>
                </a:lnTo>
                <a:lnTo>
                  <a:pt x="2383881" y="330480"/>
                </a:lnTo>
                <a:lnTo>
                  <a:pt x="2384306" y="330349"/>
                </a:lnTo>
                <a:lnTo>
                  <a:pt x="2384724" y="330215"/>
                </a:lnTo>
                <a:lnTo>
                  <a:pt x="2385135" y="330077"/>
                </a:lnTo>
                <a:lnTo>
                  <a:pt x="2385538" y="329935"/>
                </a:lnTo>
                <a:lnTo>
                  <a:pt x="2385935" y="329789"/>
                </a:lnTo>
                <a:lnTo>
                  <a:pt x="2386324" y="329639"/>
                </a:lnTo>
                <a:lnTo>
                  <a:pt x="2386705" y="329485"/>
                </a:lnTo>
                <a:lnTo>
                  <a:pt x="2387080" y="329328"/>
                </a:lnTo>
                <a:lnTo>
                  <a:pt x="2387447" y="329166"/>
                </a:lnTo>
                <a:lnTo>
                  <a:pt x="2387807" y="329000"/>
                </a:lnTo>
                <a:lnTo>
                  <a:pt x="2388160" y="328831"/>
                </a:lnTo>
                <a:lnTo>
                  <a:pt x="2388506" y="328658"/>
                </a:lnTo>
                <a:lnTo>
                  <a:pt x="2388844" y="328481"/>
                </a:lnTo>
                <a:lnTo>
                  <a:pt x="2389176" y="328300"/>
                </a:lnTo>
                <a:lnTo>
                  <a:pt x="2389499" y="328115"/>
                </a:lnTo>
                <a:lnTo>
                  <a:pt x="2389499" y="315782"/>
                </a:lnTo>
                <a:lnTo>
                  <a:pt x="2389217" y="315915"/>
                </a:lnTo>
                <a:lnTo>
                  <a:pt x="2388931" y="316048"/>
                </a:lnTo>
                <a:lnTo>
                  <a:pt x="2388641" y="316180"/>
                </a:lnTo>
                <a:lnTo>
                  <a:pt x="2388347" y="316311"/>
                </a:lnTo>
                <a:lnTo>
                  <a:pt x="2388049" y="316442"/>
                </a:lnTo>
                <a:lnTo>
                  <a:pt x="2387748" y="316573"/>
                </a:lnTo>
                <a:lnTo>
                  <a:pt x="2387442" y="316703"/>
                </a:lnTo>
                <a:lnTo>
                  <a:pt x="2387133" y="316832"/>
                </a:lnTo>
                <a:lnTo>
                  <a:pt x="2386819" y="316961"/>
                </a:lnTo>
                <a:lnTo>
                  <a:pt x="2386502" y="317089"/>
                </a:lnTo>
                <a:lnTo>
                  <a:pt x="2386181" y="317216"/>
                </a:lnTo>
                <a:lnTo>
                  <a:pt x="2385856" y="317344"/>
                </a:lnTo>
                <a:lnTo>
                  <a:pt x="2385527" y="317470"/>
                </a:lnTo>
                <a:lnTo>
                  <a:pt x="2385194" y="317596"/>
                </a:lnTo>
                <a:lnTo>
                  <a:pt x="2384857" y="317721"/>
                </a:lnTo>
                <a:lnTo>
                  <a:pt x="2384516" y="317846"/>
                </a:lnTo>
                <a:lnTo>
                  <a:pt x="2384172" y="317971"/>
                </a:lnTo>
                <a:lnTo>
                  <a:pt x="2383823" y="318094"/>
                </a:lnTo>
                <a:lnTo>
                  <a:pt x="2383471" y="318217"/>
                </a:lnTo>
                <a:lnTo>
                  <a:pt x="2383115" y="318340"/>
                </a:lnTo>
                <a:lnTo>
                  <a:pt x="2382755" y="318462"/>
                </a:lnTo>
                <a:lnTo>
                  <a:pt x="2382391" y="318584"/>
                </a:lnTo>
                <a:lnTo>
                  <a:pt x="2382023" y="318705"/>
                </a:lnTo>
                <a:lnTo>
                  <a:pt x="2381651" y="318825"/>
                </a:lnTo>
                <a:lnTo>
                  <a:pt x="2381289" y="318930"/>
                </a:lnTo>
                <a:lnTo>
                  <a:pt x="2380925" y="319030"/>
                </a:lnTo>
                <a:lnTo>
                  <a:pt x="2380558" y="319125"/>
                </a:lnTo>
                <a:lnTo>
                  <a:pt x="2380187" y="319217"/>
                </a:lnTo>
                <a:lnTo>
                  <a:pt x="2379815" y="319303"/>
                </a:lnTo>
                <a:lnTo>
                  <a:pt x="2379439" y="319386"/>
                </a:lnTo>
                <a:lnTo>
                  <a:pt x="2379060" y="319463"/>
                </a:lnTo>
                <a:lnTo>
                  <a:pt x="2378679" y="319537"/>
                </a:lnTo>
                <a:lnTo>
                  <a:pt x="2378295" y="319606"/>
                </a:lnTo>
                <a:lnTo>
                  <a:pt x="2377908" y="319670"/>
                </a:lnTo>
                <a:lnTo>
                  <a:pt x="2377519" y="319730"/>
                </a:lnTo>
                <a:lnTo>
                  <a:pt x="2377126" y="319786"/>
                </a:lnTo>
                <a:lnTo>
                  <a:pt x="2376731" y="319837"/>
                </a:lnTo>
                <a:lnTo>
                  <a:pt x="2376333" y="319884"/>
                </a:lnTo>
                <a:lnTo>
                  <a:pt x="2375933" y="319926"/>
                </a:lnTo>
                <a:lnTo>
                  <a:pt x="2375529" y="319964"/>
                </a:lnTo>
                <a:lnTo>
                  <a:pt x="2375123" y="319997"/>
                </a:lnTo>
                <a:lnTo>
                  <a:pt x="2374714" y="320026"/>
                </a:lnTo>
                <a:lnTo>
                  <a:pt x="2374302" y="320051"/>
                </a:lnTo>
                <a:lnTo>
                  <a:pt x="2373887" y="320071"/>
                </a:lnTo>
                <a:lnTo>
                  <a:pt x="2373470" y="320086"/>
                </a:lnTo>
                <a:lnTo>
                  <a:pt x="2373050" y="320098"/>
                </a:lnTo>
                <a:lnTo>
                  <a:pt x="2372627" y="320104"/>
                </a:lnTo>
                <a:lnTo>
                  <a:pt x="2372201" y="320106"/>
                </a:lnTo>
                <a:lnTo>
                  <a:pt x="2371658" y="320104"/>
                </a:lnTo>
                <a:lnTo>
                  <a:pt x="2371122" y="320095"/>
                </a:lnTo>
                <a:lnTo>
                  <a:pt x="2370594" y="320081"/>
                </a:lnTo>
                <a:lnTo>
                  <a:pt x="2370074" y="320062"/>
                </a:lnTo>
                <a:lnTo>
                  <a:pt x="2369562" y="320037"/>
                </a:lnTo>
                <a:lnTo>
                  <a:pt x="2369058" y="320006"/>
                </a:lnTo>
                <a:lnTo>
                  <a:pt x="2368561" y="319970"/>
                </a:lnTo>
                <a:lnTo>
                  <a:pt x="2368072" y="319928"/>
                </a:lnTo>
                <a:lnTo>
                  <a:pt x="2367591" y="319881"/>
                </a:lnTo>
                <a:lnTo>
                  <a:pt x="2367118" y="319828"/>
                </a:lnTo>
                <a:lnTo>
                  <a:pt x="2366653" y="319770"/>
                </a:lnTo>
                <a:lnTo>
                  <a:pt x="2366195" y="319706"/>
                </a:lnTo>
                <a:lnTo>
                  <a:pt x="2365745" y="319636"/>
                </a:lnTo>
                <a:lnTo>
                  <a:pt x="2365303" y="319561"/>
                </a:lnTo>
                <a:lnTo>
                  <a:pt x="2364868" y="319481"/>
                </a:lnTo>
                <a:lnTo>
                  <a:pt x="2364442" y="319395"/>
                </a:lnTo>
                <a:lnTo>
                  <a:pt x="2364023" y="319303"/>
                </a:lnTo>
                <a:lnTo>
                  <a:pt x="2363612" y="319205"/>
                </a:lnTo>
                <a:lnTo>
                  <a:pt x="2363209" y="319103"/>
                </a:lnTo>
                <a:lnTo>
                  <a:pt x="2362814" y="318994"/>
                </a:lnTo>
                <a:lnTo>
                  <a:pt x="2362426" y="318880"/>
                </a:lnTo>
                <a:lnTo>
                  <a:pt x="2362046" y="318761"/>
                </a:lnTo>
                <a:lnTo>
                  <a:pt x="2361674" y="318635"/>
                </a:lnTo>
                <a:lnTo>
                  <a:pt x="2361310" y="318505"/>
                </a:lnTo>
                <a:lnTo>
                  <a:pt x="2360953" y="318368"/>
                </a:lnTo>
                <a:lnTo>
                  <a:pt x="2360603" y="318224"/>
                </a:lnTo>
                <a:lnTo>
                  <a:pt x="2360261" y="318074"/>
                </a:lnTo>
                <a:lnTo>
                  <a:pt x="2359926" y="317917"/>
                </a:lnTo>
                <a:lnTo>
                  <a:pt x="2359598" y="317754"/>
                </a:lnTo>
                <a:lnTo>
                  <a:pt x="2359277" y="317584"/>
                </a:lnTo>
                <a:lnTo>
                  <a:pt x="2358964" y="317407"/>
                </a:lnTo>
                <a:lnTo>
                  <a:pt x="2358658" y="317223"/>
                </a:lnTo>
                <a:lnTo>
                  <a:pt x="2358359" y="317033"/>
                </a:lnTo>
                <a:lnTo>
                  <a:pt x="2358067" y="316836"/>
                </a:lnTo>
                <a:lnTo>
                  <a:pt x="2357783" y="316633"/>
                </a:lnTo>
                <a:lnTo>
                  <a:pt x="2357506" y="316422"/>
                </a:lnTo>
                <a:lnTo>
                  <a:pt x="2357236" y="316206"/>
                </a:lnTo>
                <a:lnTo>
                  <a:pt x="2356973" y="315982"/>
                </a:lnTo>
                <a:lnTo>
                  <a:pt x="2356717" y="315752"/>
                </a:lnTo>
                <a:lnTo>
                  <a:pt x="2356469" y="315515"/>
                </a:lnTo>
                <a:lnTo>
                  <a:pt x="2356228" y="315271"/>
                </a:lnTo>
                <a:lnTo>
                  <a:pt x="2355994" y="315021"/>
                </a:lnTo>
                <a:lnTo>
                  <a:pt x="2355767" y="314764"/>
                </a:lnTo>
                <a:lnTo>
                  <a:pt x="2355548" y="314500"/>
                </a:lnTo>
                <a:lnTo>
                  <a:pt x="2355336" y="314230"/>
                </a:lnTo>
                <a:lnTo>
                  <a:pt x="2355131" y="313953"/>
                </a:lnTo>
                <a:lnTo>
                  <a:pt x="2354933" y="313670"/>
                </a:lnTo>
                <a:lnTo>
                  <a:pt x="2354743" y="313379"/>
                </a:lnTo>
                <a:lnTo>
                  <a:pt x="2354560" y="313082"/>
                </a:lnTo>
                <a:lnTo>
                  <a:pt x="2354384" y="312779"/>
                </a:lnTo>
                <a:lnTo>
                  <a:pt x="2354217" y="312468"/>
                </a:lnTo>
                <a:lnTo>
                  <a:pt x="2354057" y="312151"/>
                </a:lnTo>
                <a:lnTo>
                  <a:pt x="2353906" y="311828"/>
                </a:lnTo>
                <a:lnTo>
                  <a:pt x="2353762" y="311497"/>
                </a:lnTo>
                <a:lnTo>
                  <a:pt x="2353625" y="311160"/>
                </a:lnTo>
                <a:lnTo>
                  <a:pt x="2353497" y="310817"/>
                </a:lnTo>
                <a:lnTo>
                  <a:pt x="2353376" y="310466"/>
                </a:lnTo>
                <a:lnTo>
                  <a:pt x="2353263" y="310109"/>
                </a:lnTo>
                <a:lnTo>
                  <a:pt x="2353158" y="309745"/>
                </a:lnTo>
                <a:lnTo>
                  <a:pt x="2353061" y="309375"/>
                </a:lnTo>
                <a:lnTo>
                  <a:pt x="2352971" y="308998"/>
                </a:lnTo>
                <a:lnTo>
                  <a:pt x="2352890" y="308614"/>
                </a:lnTo>
                <a:lnTo>
                  <a:pt x="2352816" y="308224"/>
                </a:lnTo>
                <a:lnTo>
                  <a:pt x="2352750" y="307827"/>
                </a:lnTo>
                <a:lnTo>
                  <a:pt x="2352691" y="307423"/>
                </a:lnTo>
                <a:lnTo>
                  <a:pt x="2352641" y="307013"/>
                </a:lnTo>
                <a:lnTo>
                  <a:pt x="2352598" y="306595"/>
                </a:lnTo>
                <a:lnTo>
                  <a:pt x="2352563" y="306172"/>
                </a:lnTo>
                <a:lnTo>
                  <a:pt x="2352535" y="305741"/>
                </a:lnTo>
                <a:lnTo>
                  <a:pt x="2352516" y="305304"/>
                </a:lnTo>
                <a:lnTo>
                  <a:pt x="2352504" y="304860"/>
                </a:lnTo>
                <a:lnTo>
                  <a:pt x="2352500" y="304410"/>
                </a:lnTo>
                <a:lnTo>
                  <a:pt x="2352500" y="261805"/>
                </a:lnTo>
                <a:lnTo>
                  <a:pt x="2389499" y="261805"/>
                </a:lnTo>
                <a:lnTo>
                  <a:pt x="2389499" y="249312"/>
                </a:lnTo>
                <a:lnTo>
                  <a:pt x="2352500" y="249312"/>
                </a:lnTo>
                <a:lnTo>
                  <a:pt x="2352500" y="223204"/>
                </a:lnTo>
                <a:lnTo>
                  <a:pt x="2342570" y="223204"/>
                </a:lnTo>
                <a:lnTo>
                  <a:pt x="2336964" y="249312"/>
                </a:lnTo>
                <a:lnTo>
                  <a:pt x="2312778" y="249312"/>
                </a:lnTo>
                <a:lnTo>
                  <a:pt x="2312778" y="261805"/>
                </a:lnTo>
                <a:lnTo>
                  <a:pt x="2336483" y="261805"/>
                </a:lnTo>
                <a:lnTo>
                  <a:pt x="2336483" y="305691"/>
                </a:lnTo>
                <a:lnTo>
                  <a:pt x="2336498" y="306879"/>
                </a:lnTo>
                <a:lnTo>
                  <a:pt x="2336542" y="308038"/>
                </a:lnTo>
                <a:lnTo>
                  <a:pt x="2336616" y="309170"/>
                </a:lnTo>
                <a:lnTo>
                  <a:pt x="2336719" y="310274"/>
                </a:lnTo>
                <a:lnTo>
                  <a:pt x="2336852" y="311350"/>
                </a:lnTo>
                <a:lnTo>
                  <a:pt x="2337014" y="312398"/>
                </a:lnTo>
                <a:lnTo>
                  <a:pt x="2337206" y="313419"/>
                </a:lnTo>
                <a:lnTo>
                  <a:pt x="2337427" y="314412"/>
                </a:lnTo>
                <a:lnTo>
                  <a:pt x="2337677" y="315376"/>
                </a:lnTo>
                <a:lnTo>
                  <a:pt x="2337957" y="316314"/>
                </a:lnTo>
                <a:lnTo>
                  <a:pt x="2338267" y="317223"/>
                </a:lnTo>
                <a:lnTo>
                  <a:pt x="2338606" y="318104"/>
                </a:lnTo>
                <a:lnTo>
                  <a:pt x="2338974" y="318958"/>
                </a:lnTo>
                <a:lnTo>
                  <a:pt x="2339372" y="319784"/>
                </a:lnTo>
                <a:lnTo>
                  <a:pt x="2339799" y="320582"/>
                </a:lnTo>
                <a:lnTo>
                  <a:pt x="2340256" y="321352"/>
                </a:lnTo>
                <a:lnTo>
                  <a:pt x="2340743" y="322095"/>
                </a:lnTo>
                <a:lnTo>
                  <a:pt x="2341258" y="322809"/>
                </a:lnTo>
                <a:lnTo>
                  <a:pt x="2341804" y="323496"/>
                </a:lnTo>
                <a:lnTo>
                  <a:pt x="2342379" y="324155"/>
                </a:lnTo>
                <a:lnTo>
                  <a:pt x="2342983" y="324786"/>
                </a:lnTo>
                <a:lnTo>
                  <a:pt x="2343617" y="325390"/>
                </a:lnTo>
                <a:lnTo>
                  <a:pt x="2344280" y="325965"/>
                </a:lnTo>
                <a:lnTo>
                  <a:pt x="2344973" y="326513"/>
                </a:lnTo>
                <a:lnTo>
                  <a:pt x="2345690" y="327023"/>
                </a:lnTo>
                <a:lnTo>
                  <a:pt x="2346428" y="327511"/>
                </a:lnTo>
                <a:lnTo>
                  <a:pt x="2347187" y="327977"/>
                </a:lnTo>
                <a:lnTo>
                  <a:pt x="2347967" y="328422"/>
                </a:lnTo>
                <a:lnTo>
                  <a:pt x="2348767" y="328845"/>
                </a:lnTo>
                <a:lnTo>
                  <a:pt x="2349587" y="329246"/>
                </a:lnTo>
                <a:lnTo>
                  <a:pt x="2350429" y="329626"/>
                </a:lnTo>
                <a:lnTo>
                  <a:pt x="2351290" y="329983"/>
                </a:lnTo>
                <a:lnTo>
                  <a:pt x="2352173" y="330320"/>
                </a:lnTo>
                <a:lnTo>
                  <a:pt x="2353075" y="330634"/>
                </a:lnTo>
                <a:lnTo>
                  <a:pt x="2353999" y="330927"/>
                </a:lnTo>
                <a:lnTo>
                  <a:pt x="2354943" y="331198"/>
                </a:lnTo>
                <a:lnTo>
                  <a:pt x="2355908" y="331448"/>
                </a:lnTo>
                <a:lnTo>
                  <a:pt x="2356893" y="331675"/>
                </a:lnTo>
                <a:lnTo>
                  <a:pt x="2357899" y="331881"/>
                </a:lnTo>
                <a:lnTo>
                  <a:pt x="2358925" y="332066"/>
                </a:lnTo>
                <a:lnTo>
                  <a:pt x="2359972" y="332228"/>
                </a:lnTo>
                <a:lnTo>
                  <a:pt x="2361039" y="332369"/>
                </a:lnTo>
                <a:lnTo>
                  <a:pt x="2362128" y="332489"/>
                </a:lnTo>
                <a:lnTo>
                  <a:pt x="2363236" y="332586"/>
                </a:lnTo>
                <a:lnTo>
                  <a:pt x="2364365" y="332662"/>
                </a:lnTo>
                <a:lnTo>
                  <a:pt x="2365515" y="332716"/>
                </a:lnTo>
                <a:lnTo>
                  <a:pt x="2366686" y="332749"/>
                </a:lnTo>
                <a:lnTo>
                  <a:pt x="2367877" y="332760"/>
                </a:lnTo>
                <a:lnTo>
                  <a:pt x="2368371" y="332758"/>
                </a:lnTo>
                <a:lnTo>
                  <a:pt x="2368864" y="332751"/>
                </a:lnTo>
                <a:lnTo>
                  <a:pt x="2369358" y="332740"/>
                </a:lnTo>
                <a:lnTo>
                  <a:pt x="2369852" y="332724"/>
                </a:lnTo>
                <a:lnTo>
                  <a:pt x="2370346" y="332704"/>
                </a:lnTo>
                <a:close/>
                <a:moveTo>
                  <a:pt x="2850540" y="332704"/>
                </a:moveTo>
                <a:lnTo>
                  <a:pt x="2851034" y="332680"/>
                </a:lnTo>
                <a:lnTo>
                  <a:pt x="2851527" y="332651"/>
                </a:lnTo>
                <a:lnTo>
                  <a:pt x="2852021" y="332617"/>
                </a:lnTo>
                <a:lnTo>
                  <a:pt x="2852515" y="332580"/>
                </a:lnTo>
                <a:lnTo>
                  <a:pt x="2853009" y="332537"/>
                </a:lnTo>
                <a:lnTo>
                  <a:pt x="2853503" y="332491"/>
                </a:lnTo>
                <a:lnTo>
                  <a:pt x="2853997" y="332439"/>
                </a:lnTo>
                <a:lnTo>
                  <a:pt x="2854491" y="332384"/>
                </a:lnTo>
                <a:lnTo>
                  <a:pt x="2854984" y="332324"/>
                </a:lnTo>
                <a:lnTo>
                  <a:pt x="2855478" y="332259"/>
                </a:lnTo>
                <a:lnTo>
                  <a:pt x="2855972" y="332190"/>
                </a:lnTo>
                <a:lnTo>
                  <a:pt x="2856466" y="332117"/>
                </a:lnTo>
                <a:lnTo>
                  <a:pt x="2856960" y="332039"/>
                </a:lnTo>
                <a:lnTo>
                  <a:pt x="2857454" y="331957"/>
                </a:lnTo>
                <a:lnTo>
                  <a:pt x="2857947" y="331870"/>
                </a:lnTo>
                <a:lnTo>
                  <a:pt x="2858441" y="331779"/>
                </a:lnTo>
                <a:lnTo>
                  <a:pt x="2858935" y="331683"/>
                </a:lnTo>
                <a:lnTo>
                  <a:pt x="2859429" y="331583"/>
                </a:lnTo>
                <a:lnTo>
                  <a:pt x="2859923" y="331478"/>
                </a:lnTo>
                <a:lnTo>
                  <a:pt x="2860413" y="331383"/>
                </a:lnTo>
                <a:lnTo>
                  <a:pt x="2860896" y="331284"/>
                </a:lnTo>
                <a:lnTo>
                  <a:pt x="2861372" y="331181"/>
                </a:lnTo>
                <a:lnTo>
                  <a:pt x="2861840" y="331074"/>
                </a:lnTo>
                <a:lnTo>
                  <a:pt x="2862302" y="330963"/>
                </a:lnTo>
                <a:lnTo>
                  <a:pt x="2862756" y="330848"/>
                </a:lnTo>
                <a:lnTo>
                  <a:pt x="2863203" y="330729"/>
                </a:lnTo>
                <a:lnTo>
                  <a:pt x="2863642" y="330606"/>
                </a:lnTo>
                <a:lnTo>
                  <a:pt x="2864075" y="330480"/>
                </a:lnTo>
                <a:lnTo>
                  <a:pt x="2864500" y="330349"/>
                </a:lnTo>
                <a:lnTo>
                  <a:pt x="2864918" y="330215"/>
                </a:lnTo>
                <a:lnTo>
                  <a:pt x="2865329" y="330077"/>
                </a:lnTo>
                <a:lnTo>
                  <a:pt x="2865732" y="329935"/>
                </a:lnTo>
                <a:lnTo>
                  <a:pt x="2866128" y="329789"/>
                </a:lnTo>
                <a:lnTo>
                  <a:pt x="2866517" y="329639"/>
                </a:lnTo>
                <a:lnTo>
                  <a:pt x="2866899" y="329485"/>
                </a:lnTo>
                <a:lnTo>
                  <a:pt x="2867274" y="329328"/>
                </a:lnTo>
                <a:lnTo>
                  <a:pt x="2867641" y="329166"/>
                </a:lnTo>
                <a:lnTo>
                  <a:pt x="2868001" y="329000"/>
                </a:lnTo>
                <a:lnTo>
                  <a:pt x="2868354" y="328831"/>
                </a:lnTo>
                <a:lnTo>
                  <a:pt x="2868700" y="328658"/>
                </a:lnTo>
                <a:lnTo>
                  <a:pt x="2869038" y="328481"/>
                </a:lnTo>
                <a:lnTo>
                  <a:pt x="2869369" y="328300"/>
                </a:lnTo>
                <a:lnTo>
                  <a:pt x="2869693" y="328115"/>
                </a:lnTo>
                <a:lnTo>
                  <a:pt x="2869693" y="315782"/>
                </a:lnTo>
                <a:lnTo>
                  <a:pt x="2869411" y="315915"/>
                </a:lnTo>
                <a:lnTo>
                  <a:pt x="2869125" y="316048"/>
                </a:lnTo>
                <a:lnTo>
                  <a:pt x="2868835" y="316180"/>
                </a:lnTo>
                <a:lnTo>
                  <a:pt x="2868541" y="316311"/>
                </a:lnTo>
                <a:lnTo>
                  <a:pt x="2868243" y="316442"/>
                </a:lnTo>
                <a:lnTo>
                  <a:pt x="2867941" y="316573"/>
                </a:lnTo>
                <a:lnTo>
                  <a:pt x="2867636" y="316703"/>
                </a:lnTo>
                <a:lnTo>
                  <a:pt x="2867326" y="316832"/>
                </a:lnTo>
                <a:lnTo>
                  <a:pt x="2867013" y="316961"/>
                </a:lnTo>
                <a:lnTo>
                  <a:pt x="2866696" y="317089"/>
                </a:lnTo>
                <a:lnTo>
                  <a:pt x="2866375" y="317216"/>
                </a:lnTo>
                <a:lnTo>
                  <a:pt x="2866049" y="317344"/>
                </a:lnTo>
                <a:lnTo>
                  <a:pt x="2865720" y="317470"/>
                </a:lnTo>
                <a:lnTo>
                  <a:pt x="2865388" y="317596"/>
                </a:lnTo>
                <a:lnTo>
                  <a:pt x="2865051" y="317721"/>
                </a:lnTo>
                <a:lnTo>
                  <a:pt x="2864710" y="317846"/>
                </a:lnTo>
                <a:lnTo>
                  <a:pt x="2864366" y="317971"/>
                </a:lnTo>
                <a:lnTo>
                  <a:pt x="2864017" y="318094"/>
                </a:lnTo>
                <a:lnTo>
                  <a:pt x="2863665" y="318217"/>
                </a:lnTo>
                <a:lnTo>
                  <a:pt x="2863309" y="318340"/>
                </a:lnTo>
                <a:lnTo>
                  <a:pt x="2862949" y="318462"/>
                </a:lnTo>
                <a:lnTo>
                  <a:pt x="2862585" y="318584"/>
                </a:lnTo>
                <a:lnTo>
                  <a:pt x="2862217" y="318705"/>
                </a:lnTo>
                <a:lnTo>
                  <a:pt x="2861845" y="318825"/>
                </a:lnTo>
                <a:lnTo>
                  <a:pt x="2861483" y="318930"/>
                </a:lnTo>
                <a:lnTo>
                  <a:pt x="2861119" y="319030"/>
                </a:lnTo>
                <a:lnTo>
                  <a:pt x="2860751" y="319125"/>
                </a:lnTo>
                <a:lnTo>
                  <a:pt x="2860381" y="319217"/>
                </a:lnTo>
                <a:lnTo>
                  <a:pt x="2860008" y="319303"/>
                </a:lnTo>
                <a:lnTo>
                  <a:pt x="2859633" y="319386"/>
                </a:lnTo>
                <a:lnTo>
                  <a:pt x="2859254" y="319463"/>
                </a:lnTo>
                <a:lnTo>
                  <a:pt x="2858873" y="319537"/>
                </a:lnTo>
                <a:lnTo>
                  <a:pt x="2858489" y="319606"/>
                </a:lnTo>
                <a:lnTo>
                  <a:pt x="2858102" y="319670"/>
                </a:lnTo>
                <a:lnTo>
                  <a:pt x="2857713" y="319730"/>
                </a:lnTo>
                <a:lnTo>
                  <a:pt x="2857320" y="319786"/>
                </a:lnTo>
                <a:lnTo>
                  <a:pt x="2856925" y="319837"/>
                </a:lnTo>
                <a:lnTo>
                  <a:pt x="2856527" y="319884"/>
                </a:lnTo>
                <a:lnTo>
                  <a:pt x="2856126" y="319926"/>
                </a:lnTo>
                <a:lnTo>
                  <a:pt x="2855723" y="319964"/>
                </a:lnTo>
                <a:lnTo>
                  <a:pt x="2855317" y="319997"/>
                </a:lnTo>
                <a:lnTo>
                  <a:pt x="2854908" y="320026"/>
                </a:lnTo>
                <a:lnTo>
                  <a:pt x="2854496" y="320051"/>
                </a:lnTo>
                <a:lnTo>
                  <a:pt x="2854081" y="320071"/>
                </a:lnTo>
                <a:lnTo>
                  <a:pt x="2853664" y="320086"/>
                </a:lnTo>
                <a:lnTo>
                  <a:pt x="2853244" y="320098"/>
                </a:lnTo>
                <a:lnTo>
                  <a:pt x="2852821" y="320104"/>
                </a:lnTo>
                <a:lnTo>
                  <a:pt x="2852395" y="320106"/>
                </a:lnTo>
                <a:lnTo>
                  <a:pt x="2851852" y="320104"/>
                </a:lnTo>
                <a:lnTo>
                  <a:pt x="2851316" y="320095"/>
                </a:lnTo>
                <a:lnTo>
                  <a:pt x="2850788" y="320081"/>
                </a:lnTo>
                <a:lnTo>
                  <a:pt x="2850268" y="320062"/>
                </a:lnTo>
                <a:lnTo>
                  <a:pt x="2849756" y="320037"/>
                </a:lnTo>
                <a:lnTo>
                  <a:pt x="2849252" y="320006"/>
                </a:lnTo>
                <a:lnTo>
                  <a:pt x="2848755" y="319970"/>
                </a:lnTo>
                <a:lnTo>
                  <a:pt x="2848266" y="319928"/>
                </a:lnTo>
                <a:lnTo>
                  <a:pt x="2847785" y="319881"/>
                </a:lnTo>
                <a:lnTo>
                  <a:pt x="2847312" y="319828"/>
                </a:lnTo>
                <a:lnTo>
                  <a:pt x="2846846" y="319770"/>
                </a:lnTo>
                <a:lnTo>
                  <a:pt x="2846389" y="319706"/>
                </a:lnTo>
                <a:lnTo>
                  <a:pt x="2845939" y="319636"/>
                </a:lnTo>
                <a:lnTo>
                  <a:pt x="2845497" y="319561"/>
                </a:lnTo>
                <a:lnTo>
                  <a:pt x="2845062" y="319481"/>
                </a:lnTo>
                <a:lnTo>
                  <a:pt x="2844636" y="319395"/>
                </a:lnTo>
                <a:lnTo>
                  <a:pt x="2844217" y="319303"/>
                </a:lnTo>
                <a:lnTo>
                  <a:pt x="2843806" y="319205"/>
                </a:lnTo>
                <a:lnTo>
                  <a:pt x="2843403" y="319103"/>
                </a:lnTo>
                <a:lnTo>
                  <a:pt x="2843007" y="318994"/>
                </a:lnTo>
                <a:lnTo>
                  <a:pt x="2842620" y="318880"/>
                </a:lnTo>
                <a:lnTo>
                  <a:pt x="2842240" y="318761"/>
                </a:lnTo>
                <a:lnTo>
                  <a:pt x="2841868" y="318635"/>
                </a:lnTo>
                <a:lnTo>
                  <a:pt x="2841503" y="318505"/>
                </a:lnTo>
                <a:lnTo>
                  <a:pt x="2841147" y="318368"/>
                </a:lnTo>
                <a:lnTo>
                  <a:pt x="2840797" y="318224"/>
                </a:lnTo>
                <a:lnTo>
                  <a:pt x="2840455" y="318074"/>
                </a:lnTo>
                <a:lnTo>
                  <a:pt x="2840120" y="317917"/>
                </a:lnTo>
                <a:lnTo>
                  <a:pt x="2839792" y="317754"/>
                </a:lnTo>
                <a:lnTo>
                  <a:pt x="2839471" y="317584"/>
                </a:lnTo>
                <a:lnTo>
                  <a:pt x="2839158" y="317407"/>
                </a:lnTo>
                <a:lnTo>
                  <a:pt x="2838852" y="317223"/>
                </a:lnTo>
                <a:lnTo>
                  <a:pt x="2838553" y="317033"/>
                </a:lnTo>
                <a:lnTo>
                  <a:pt x="2838261" y="316836"/>
                </a:lnTo>
                <a:lnTo>
                  <a:pt x="2837977" y="316633"/>
                </a:lnTo>
                <a:lnTo>
                  <a:pt x="2837699" y="316422"/>
                </a:lnTo>
                <a:lnTo>
                  <a:pt x="2837429" y="316206"/>
                </a:lnTo>
                <a:lnTo>
                  <a:pt x="2837167" y="315982"/>
                </a:lnTo>
                <a:lnTo>
                  <a:pt x="2836911" y="315752"/>
                </a:lnTo>
                <a:lnTo>
                  <a:pt x="2836663" y="315515"/>
                </a:lnTo>
                <a:lnTo>
                  <a:pt x="2836422" y="315271"/>
                </a:lnTo>
                <a:lnTo>
                  <a:pt x="2836188" y="315021"/>
                </a:lnTo>
                <a:lnTo>
                  <a:pt x="2835961" y="314764"/>
                </a:lnTo>
                <a:lnTo>
                  <a:pt x="2835742" y="314500"/>
                </a:lnTo>
                <a:lnTo>
                  <a:pt x="2835530" y="314230"/>
                </a:lnTo>
                <a:lnTo>
                  <a:pt x="2835325" y="313953"/>
                </a:lnTo>
                <a:lnTo>
                  <a:pt x="2835127" y="313670"/>
                </a:lnTo>
                <a:lnTo>
                  <a:pt x="2834936" y="313379"/>
                </a:lnTo>
                <a:lnTo>
                  <a:pt x="2834753" y="313082"/>
                </a:lnTo>
                <a:lnTo>
                  <a:pt x="2834578" y="312779"/>
                </a:lnTo>
                <a:lnTo>
                  <a:pt x="2834411" y="312468"/>
                </a:lnTo>
                <a:lnTo>
                  <a:pt x="2834251" y="312151"/>
                </a:lnTo>
                <a:lnTo>
                  <a:pt x="2834099" y="311828"/>
                </a:lnTo>
                <a:lnTo>
                  <a:pt x="2833955" y="311497"/>
                </a:lnTo>
                <a:lnTo>
                  <a:pt x="2833819" y="311160"/>
                </a:lnTo>
                <a:lnTo>
                  <a:pt x="2833691" y="310817"/>
                </a:lnTo>
                <a:lnTo>
                  <a:pt x="2833570" y="310466"/>
                </a:lnTo>
                <a:lnTo>
                  <a:pt x="2833457" y="310109"/>
                </a:lnTo>
                <a:lnTo>
                  <a:pt x="2833352" y="309745"/>
                </a:lnTo>
                <a:lnTo>
                  <a:pt x="2833255" y="309375"/>
                </a:lnTo>
                <a:lnTo>
                  <a:pt x="2833165" y="308998"/>
                </a:lnTo>
                <a:lnTo>
                  <a:pt x="2833083" y="308614"/>
                </a:lnTo>
                <a:lnTo>
                  <a:pt x="2833009" y="308224"/>
                </a:lnTo>
                <a:lnTo>
                  <a:pt x="2832943" y="307827"/>
                </a:lnTo>
                <a:lnTo>
                  <a:pt x="2832885" y="307423"/>
                </a:lnTo>
                <a:lnTo>
                  <a:pt x="2832834" y="307013"/>
                </a:lnTo>
                <a:lnTo>
                  <a:pt x="2832792" y="306595"/>
                </a:lnTo>
                <a:lnTo>
                  <a:pt x="2832756" y="306172"/>
                </a:lnTo>
                <a:lnTo>
                  <a:pt x="2832729" y="305741"/>
                </a:lnTo>
                <a:lnTo>
                  <a:pt x="2832710" y="305304"/>
                </a:lnTo>
                <a:lnTo>
                  <a:pt x="2832698" y="304860"/>
                </a:lnTo>
                <a:lnTo>
                  <a:pt x="2832694" y="304410"/>
                </a:lnTo>
                <a:lnTo>
                  <a:pt x="2832694" y="261805"/>
                </a:lnTo>
                <a:lnTo>
                  <a:pt x="2869693" y="261805"/>
                </a:lnTo>
                <a:lnTo>
                  <a:pt x="2869693" y="249312"/>
                </a:lnTo>
                <a:lnTo>
                  <a:pt x="2832694" y="249312"/>
                </a:lnTo>
                <a:lnTo>
                  <a:pt x="2832694" y="223204"/>
                </a:lnTo>
                <a:lnTo>
                  <a:pt x="2822764" y="223204"/>
                </a:lnTo>
                <a:lnTo>
                  <a:pt x="2817158" y="249312"/>
                </a:lnTo>
                <a:lnTo>
                  <a:pt x="2792972" y="249312"/>
                </a:lnTo>
                <a:lnTo>
                  <a:pt x="2792972" y="261805"/>
                </a:lnTo>
                <a:lnTo>
                  <a:pt x="2816677" y="261805"/>
                </a:lnTo>
                <a:lnTo>
                  <a:pt x="2816677" y="305691"/>
                </a:lnTo>
                <a:lnTo>
                  <a:pt x="2816692" y="306879"/>
                </a:lnTo>
                <a:lnTo>
                  <a:pt x="2816736" y="308038"/>
                </a:lnTo>
                <a:lnTo>
                  <a:pt x="2816810" y="309170"/>
                </a:lnTo>
                <a:lnTo>
                  <a:pt x="2816913" y="310274"/>
                </a:lnTo>
                <a:lnTo>
                  <a:pt x="2817046" y="311350"/>
                </a:lnTo>
                <a:lnTo>
                  <a:pt x="2817208" y="312398"/>
                </a:lnTo>
                <a:lnTo>
                  <a:pt x="2817399" y="313419"/>
                </a:lnTo>
                <a:lnTo>
                  <a:pt x="2817620" y="314412"/>
                </a:lnTo>
                <a:lnTo>
                  <a:pt x="2817871" y="315376"/>
                </a:lnTo>
                <a:lnTo>
                  <a:pt x="2818151" y="316314"/>
                </a:lnTo>
                <a:lnTo>
                  <a:pt x="2818460" y="317223"/>
                </a:lnTo>
                <a:lnTo>
                  <a:pt x="2818799" y="318104"/>
                </a:lnTo>
                <a:lnTo>
                  <a:pt x="2819168" y="318958"/>
                </a:lnTo>
                <a:lnTo>
                  <a:pt x="2819566" y="319784"/>
                </a:lnTo>
                <a:lnTo>
                  <a:pt x="2819993" y="320582"/>
                </a:lnTo>
                <a:lnTo>
                  <a:pt x="2820450" y="321352"/>
                </a:lnTo>
                <a:lnTo>
                  <a:pt x="2820936" y="322095"/>
                </a:lnTo>
                <a:lnTo>
                  <a:pt x="2821452" y="322809"/>
                </a:lnTo>
                <a:lnTo>
                  <a:pt x="2821997" y="323496"/>
                </a:lnTo>
                <a:lnTo>
                  <a:pt x="2822572" y="324155"/>
                </a:lnTo>
                <a:lnTo>
                  <a:pt x="2823177" y="324786"/>
                </a:lnTo>
                <a:lnTo>
                  <a:pt x="2823810" y="325390"/>
                </a:lnTo>
                <a:lnTo>
                  <a:pt x="2824474" y="325965"/>
                </a:lnTo>
                <a:lnTo>
                  <a:pt x="2825166" y="326513"/>
                </a:lnTo>
                <a:lnTo>
                  <a:pt x="2825884" y="327023"/>
                </a:lnTo>
                <a:lnTo>
                  <a:pt x="2826622" y="327511"/>
                </a:lnTo>
                <a:lnTo>
                  <a:pt x="2827381" y="327977"/>
                </a:lnTo>
                <a:lnTo>
                  <a:pt x="2828161" y="328422"/>
                </a:lnTo>
                <a:lnTo>
                  <a:pt x="2828961" y="328845"/>
                </a:lnTo>
                <a:lnTo>
                  <a:pt x="2829781" y="329246"/>
                </a:lnTo>
                <a:lnTo>
                  <a:pt x="2830622" y="329626"/>
                </a:lnTo>
                <a:lnTo>
                  <a:pt x="2831484" y="329983"/>
                </a:lnTo>
                <a:lnTo>
                  <a:pt x="2832366" y="330320"/>
                </a:lnTo>
                <a:lnTo>
                  <a:pt x="2833269" y="330634"/>
                </a:lnTo>
                <a:lnTo>
                  <a:pt x="2834193" y="330927"/>
                </a:lnTo>
                <a:lnTo>
                  <a:pt x="2835137" y="331198"/>
                </a:lnTo>
                <a:lnTo>
                  <a:pt x="2836102" y="331448"/>
                </a:lnTo>
                <a:lnTo>
                  <a:pt x="2837087" y="331675"/>
                </a:lnTo>
                <a:lnTo>
                  <a:pt x="2838093" y="331881"/>
                </a:lnTo>
                <a:lnTo>
                  <a:pt x="2839119" y="332066"/>
                </a:lnTo>
                <a:lnTo>
                  <a:pt x="2840166" y="332228"/>
                </a:lnTo>
                <a:lnTo>
                  <a:pt x="2841233" y="332369"/>
                </a:lnTo>
                <a:lnTo>
                  <a:pt x="2842321" y="332489"/>
                </a:lnTo>
                <a:lnTo>
                  <a:pt x="2843430" y="332586"/>
                </a:lnTo>
                <a:lnTo>
                  <a:pt x="2844559" y="332662"/>
                </a:lnTo>
                <a:lnTo>
                  <a:pt x="2845709" y="332716"/>
                </a:lnTo>
                <a:lnTo>
                  <a:pt x="2846879" y="332749"/>
                </a:lnTo>
                <a:lnTo>
                  <a:pt x="2848070" y="332760"/>
                </a:lnTo>
                <a:lnTo>
                  <a:pt x="2848564" y="332758"/>
                </a:lnTo>
                <a:lnTo>
                  <a:pt x="2849058" y="332751"/>
                </a:lnTo>
                <a:lnTo>
                  <a:pt x="2849552" y="332740"/>
                </a:lnTo>
                <a:lnTo>
                  <a:pt x="2850046" y="332724"/>
                </a:lnTo>
                <a:lnTo>
                  <a:pt x="2850540" y="332704"/>
                </a:lnTo>
                <a:close/>
                <a:moveTo>
                  <a:pt x="2540783" y="279010"/>
                </a:moveTo>
                <a:lnTo>
                  <a:pt x="2540810" y="278590"/>
                </a:lnTo>
                <a:lnTo>
                  <a:pt x="2540844" y="278172"/>
                </a:lnTo>
                <a:lnTo>
                  <a:pt x="2540884" y="277756"/>
                </a:lnTo>
                <a:lnTo>
                  <a:pt x="2540930" y="277341"/>
                </a:lnTo>
                <a:lnTo>
                  <a:pt x="2540982" y="276928"/>
                </a:lnTo>
                <a:lnTo>
                  <a:pt x="2541040" y="276517"/>
                </a:lnTo>
                <a:lnTo>
                  <a:pt x="2541104" y="276107"/>
                </a:lnTo>
                <a:lnTo>
                  <a:pt x="2541174" y="275700"/>
                </a:lnTo>
                <a:lnTo>
                  <a:pt x="2541251" y="275293"/>
                </a:lnTo>
                <a:lnTo>
                  <a:pt x="2541333" y="274889"/>
                </a:lnTo>
                <a:lnTo>
                  <a:pt x="2541422" y="274486"/>
                </a:lnTo>
                <a:lnTo>
                  <a:pt x="2541517" y="274085"/>
                </a:lnTo>
                <a:lnTo>
                  <a:pt x="2541618" y="273685"/>
                </a:lnTo>
                <a:lnTo>
                  <a:pt x="2541725" y="273287"/>
                </a:lnTo>
                <a:lnTo>
                  <a:pt x="2541838" y="272891"/>
                </a:lnTo>
                <a:lnTo>
                  <a:pt x="2541957" y="272496"/>
                </a:lnTo>
                <a:lnTo>
                  <a:pt x="2542083" y="272103"/>
                </a:lnTo>
                <a:lnTo>
                  <a:pt x="2542214" y="271712"/>
                </a:lnTo>
                <a:lnTo>
                  <a:pt x="2542352" y="271322"/>
                </a:lnTo>
                <a:lnTo>
                  <a:pt x="2542496" y="270935"/>
                </a:lnTo>
                <a:lnTo>
                  <a:pt x="2542645" y="270550"/>
                </a:lnTo>
                <a:lnTo>
                  <a:pt x="2542801" y="270172"/>
                </a:lnTo>
                <a:lnTo>
                  <a:pt x="2542964" y="269798"/>
                </a:lnTo>
                <a:lnTo>
                  <a:pt x="2543132" y="269431"/>
                </a:lnTo>
                <a:lnTo>
                  <a:pt x="2543306" y="269069"/>
                </a:lnTo>
                <a:lnTo>
                  <a:pt x="2543487" y="268712"/>
                </a:lnTo>
                <a:lnTo>
                  <a:pt x="2543673" y="268361"/>
                </a:lnTo>
                <a:lnTo>
                  <a:pt x="2543866" y="268016"/>
                </a:lnTo>
                <a:lnTo>
                  <a:pt x="2544065" y="267676"/>
                </a:lnTo>
                <a:lnTo>
                  <a:pt x="2544270" y="267342"/>
                </a:lnTo>
                <a:lnTo>
                  <a:pt x="2544481" y="267013"/>
                </a:lnTo>
                <a:lnTo>
                  <a:pt x="2544698" y="266690"/>
                </a:lnTo>
                <a:lnTo>
                  <a:pt x="2544921" y="266373"/>
                </a:lnTo>
                <a:lnTo>
                  <a:pt x="2545151" y="266061"/>
                </a:lnTo>
                <a:lnTo>
                  <a:pt x="2545386" y="265754"/>
                </a:lnTo>
                <a:lnTo>
                  <a:pt x="2545628" y="265453"/>
                </a:lnTo>
                <a:lnTo>
                  <a:pt x="2545876" y="265158"/>
                </a:lnTo>
                <a:lnTo>
                  <a:pt x="2546129" y="264868"/>
                </a:lnTo>
                <a:lnTo>
                  <a:pt x="2546389" y="264584"/>
                </a:lnTo>
                <a:lnTo>
                  <a:pt x="2546656" y="264305"/>
                </a:lnTo>
                <a:lnTo>
                  <a:pt x="2546928" y="264032"/>
                </a:lnTo>
                <a:lnTo>
                  <a:pt x="2547206" y="263765"/>
                </a:lnTo>
                <a:lnTo>
                  <a:pt x="2547491" y="263503"/>
                </a:lnTo>
                <a:lnTo>
                  <a:pt x="2547781" y="263246"/>
                </a:lnTo>
                <a:lnTo>
                  <a:pt x="2548091" y="262998"/>
                </a:lnTo>
                <a:lnTo>
                  <a:pt x="2548406" y="262760"/>
                </a:lnTo>
                <a:lnTo>
                  <a:pt x="2548727" y="262533"/>
                </a:lnTo>
                <a:lnTo>
                  <a:pt x="2549054" y="262317"/>
                </a:lnTo>
                <a:lnTo>
                  <a:pt x="2549386" y="262110"/>
                </a:lnTo>
                <a:lnTo>
                  <a:pt x="2549723" y="261915"/>
                </a:lnTo>
                <a:lnTo>
                  <a:pt x="2550066" y="261730"/>
                </a:lnTo>
                <a:lnTo>
                  <a:pt x="2550415" y="261556"/>
                </a:lnTo>
                <a:lnTo>
                  <a:pt x="2550769" y="261392"/>
                </a:lnTo>
                <a:lnTo>
                  <a:pt x="2551129" y="261239"/>
                </a:lnTo>
                <a:lnTo>
                  <a:pt x="2551495" y="261096"/>
                </a:lnTo>
                <a:lnTo>
                  <a:pt x="2551865" y="260964"/>
                </a:lnTo>
                <a:lnTo>
                  <a:pt x="2552242" y="260843"/>
                </a:lnTo>
                <a:lnTo>
                  <a:pt x="2552624" y="260732"/>
                </a:lnTo>
                <a:lnTo>
                  <a:pt x="2553012" y="260631"/>
                </a:lnTo>
                <a:lnTo>
                  <a:pt x="2553405" y="260541"/>
                </a:lnTo>
                <a:lnTo>
                  <a:pt x="2553804" y="260462"/>
                </a:lnTo>
                <a:lnTo>
                  <a:pt x="2554208" y="260393"/>
                </a:lnTo>
                <a:lnTo>
                  <a:pt x="2554618" y="260335"/>
                </a:lnTo>
                <a:lnTo>
                  <a:pt x="2555033" y="260288"/>
                </a:lnTo>
                <a:lnTo>
                  <a:pt x="2555454" y="260251"/>
                </a:lnTo>
                <a:lnTo>
                  <a:pt x="2555881" y="260224"/>
                </a:lnTo>
                <a:lnTo>
                  <a:pt x="2556313" y="260209"/>
                </a:lnTo>
                <a:lnTo>
                  <a:pt x="2556751" y="260203"/>
                </a:lnTo>
                <a:lnTo>
                  <a:pt x="2557201" y="260207"/>
                </a:lnTo>
                <a:lnTo>
                  <a:pt x="2557644" y="260220"/>
                </a:lnTo>
                <a:lnTo>
                  <a:pt x="2558079" y="260241"/>
                </a:lnTo>
                <a:lnTo>
                  <a:pt x="2558508" y="260270"/>
                </a:lnTo>
                <a:lnTo>
                  <a:pt x="2558929" y="260308"/>
                </a:lnTo>
                <a:lnTo>
                  <a:pt x="2559343" y="260353"/>
                </a:lnTo>
                <a:lnTo>
                  <a:pt x="2559750" y="260408"/>
                </a:lnTo>
                <a:lnTo>
                  <a:pt x="2560150" y="260470"/>
                </a:lnTo>
                <a:lnTo>
                  <a:pt x="2560542" y="260541"/>
                </a:lnTo>
                <a:lnTo>
                  <a:pt x="2560927" y="260620"/>
                </a:lnTo>
                <a:lnTo>
                  <a:pt x="2561305" y="260708"/>
                </a:lnTo>
                <a:lnTo>
                  <a:pt x="2561676" y="260804"/>
                </a:lnTo>
                <a:lnTo>
                  <a:pt x="2562039" y="260908"/>
                </a:lnTo>
                <a:lnTo>
                  <a:pt x="2562395" y="261021"/>
                </a:lnTo>
                <a:lnTo>
                  <a:pt x="2562744" y="261142"/>
                </a:lnTo>
                <a:lnTo>
                  <a:pt x="2563086" y="261271"/>
                </a:lnTo>
                <a:lnTo>
                  <a:pt x="2563421" y="261409"/>
                </a:lnTo>
                <a:lnTo>
                  <a:pt x="2563748" y="261555"/>
                </a:lnTo>
                <a:lnTo>
                  <a:pt x="2564068" y="261709"/>
                </a:lnTo>
                <a:lnTo>
                  <a:pt x="2564381" y="261872"/>
                </a:lnTo>
                <a:lnTo>
                  <a:pt x="2564687" y="262043"/>
                </a:lnTo>
                <a:lnTo>
                  <a:pt x="2564985" y="262222"/>
                </a:lnTo>
                <a:lnTo>
                  <a:pt x="2565276" y="262410"/>
                </a:lnTo>
                <a:lnTo>
                  <a:pt x="2565560" y="262606"/>
                </a:lnTo>
                <a:lnTo>
                  <a:pt x="2565850" y="262795"/>
                </a:lnTo>
                <a:lnTo>
                  <a:pt x="2566134" y="262989"/>
                </a:lnTo>
                <a:lnTo>
                  <a:pt x="2566411" y="263189"/>
                </a:lnTo>
                <a:lnTo>
                  <a:pt x="2566681" y="263393"/>
                </a:lnTo>
                <a:lnTo>
                  <a:pt x="2566945" y="263603"/>
                </a:lnTo>
                <a:lnTo>
                  <a:pt x="2567202" y="263817"/>
                </a:lnTo>
                <a:lnTo>
                  <a:pt x="2567452" y="264036"/>
                </a:lnTo>
                <a:lnTo>
                  <a:pt x="2567696" y="264261"/>
                </a:lnTo>
                <a:lnTo>
                  <a:pt x="2567933" y="264490"/>
                </a:lnTo>
                <a:lnTo>
                  <a:pt x="2568163" y="264725"/>
                </a:lnTo>
                <a:lnTo>
                  <a:pt x="2568386" y="264964"/>
                </a:lnTo>
                <a:lnTo>
                  <a:pt x="2568603" y="265208"/>
                </a:lnTo>
                <a:lnTo>
                  <a:pt x="2568814" y="265458"/>
                </a:lnTo>
                <a:lnTo>
                  <a:pt x="2569017" y="265712"/>
                </a:lnTo>
                <a:lnTo>
                  <a:pt x="2569214" y="265972"/>
                </a:lnTo>
                <a:lnTo>
                  <a:pt x="2569404" y="266236"/>
                </a:lnTo>
                <a:lnTo>
                  <a:pt x="2569588" y="266506"/>
                </a:lnTo>
                <a:lnTo>
                  <a:pt x="2569764" y="266780"/>
                </a:lnTo>
                <a:lnTo>
                  <a:pt x="2569935" y="267060"/>
                </a:lnTo>
                <a:lnTo>
                  <a:pt x="2570098" y="267344"/>
                </a:lnTo>
                <a:lnTo>
                  <a:pt x="2570255" y="267634"/>
                </a:lnTo>
                <a:lnTo>
                  <a:pt x="2570405" y="267928"/>
                </a:lnTo>
                <a:lnTo>
                  <a:pt x="2570549" y="268227"/>
                </a:lnTo>
                <a:lnTo>
                  <a:pt x="2570685" y="268532"/>
                </a:lnTo>
                <a:lnTo>
                  <a:pt x="2570829" y="268840"/>
                </a:lnTo>
                <a:lnTo>
                  <a:pt x="2570967" y="269150"/>
                </a:lnTo>
                <a:lnTo>
                  <a:pt x="2571098" y="269463"/>
                </a:lnTo>
                <a:lnTo>
                  <a:pt x="2571224" y="269778"/>
                </a:lnTo>
                <a:lnTo>
                  <a:pt x="2571343" y="270095"/>
                </a:lnTo>
                <a:lnTo>
                  <a:pt x="2571456" y="270414"/>
                </a:lnTo>
                <a:lnTo>
                  <a:pt x="2571563" y="270735"/>
                </a:lnTo>
                <a:lnTo>
                  <a:pt x="2571664" y="271059"/>
                </a:lnTo>
                <a:lnTo>
                  <a:pt x="2571759" y="271385"/>
                </a:lnTo>
                <a:lnTo>
                  <a:pt x="2571848" y="271713"/>
                </a:lnTo>
                <a:lnTo>
                  <a:pt x="2571930" y="272043"/>
                </a:lnTo>
                <a:lnTo>
                  <a:pt x="2572007" y="272376"/>
                </a:lnTo>
                <a:lnTo>
                  <a:pt x="2572077" y="272711"/>
                </a:lnTo>
                <a:lnTo>
                  <a:pt x="2572141" y="273048"/>
                </a:lnTo>
                <a:lnTo>
                  <a:pt x="2572199" y="273387"/>
                </a:lnTo>
                <a:lnTo>
                  <a:pt x="2572251" y="273729"/>
                </a:lnTo>
                <a:lnTo>
                  <a:pt x="2572297" y="274072"/>
                </a:lnTo>
                <a:lnTo>
                  <a:pt x="2572337" y="274418"/>
                </a:lnTo>
                <a:lnTo>
                  <a:pt x="2572371" y="274766"/>
                </a:lnTo>
                <a:lnTo>
                  <a:pt x="2572398" y="275117"/>
                </a:lnTo>
                <a:lnTo>
                  <a:pt x="2572420" y="275469"/>
                </a:lnTo>
                <a:lnTo>
                  <a:pt x="2572435" y="275824"/>
                </a:lnTo>
                <a:lnTo>
                  <a:pt x="2572444" y="276181"/>
                </a:lnTo>
                <a:lnTo>
                  <a:pt x="2572447" y="276540"/>
                </a:lnTo>
                <a:lnTo>
                  <a:pt x="2572447" y="279904"/>
                </a:lnTo>
                <a:lnTo>
                  <a:pt x="2586062" y="279904"/>
                </a:lnTo>
                <a:lnTo>
                  <a:pt x="2586088" y="279732"/>
                </a:lnTo>
                <a:lnTo>
                  <a:pt x="2586113" y="279561"/>
                </a:lnTo>
                <a:lnTo>
                  <a:pt x="2586137" y="279393"/>
                </a:lnTo>
                <a:lnTo>
                  <a:pt x="2586160" y="279228"/>
                </a:lnTo>
                <a:lnTo>
                  <a:pt x="2586181" y="279064"/>
                </a:lnTo>
                <a:lnTo>
                  <a:pt x="2586202" y="278903"/>
                </a:lnTo>
                <a:lnTo>
                  <a:pt x="2586221" y="278744"/>
                </a:lnTo>
                <a:lnTo>
                  <a:pt x="2586240" y="278587"/>
                </a:lnTo>
                <a:lnTo>
                  <a:pt x="2586257" y="278432"/>
                </a:lnTo>
                <a:lnTo>
                  <a:pt x="2586273" y="278280"/>
                </a:lnTo>
                <a:lnTo>
                  <a:pt x="2586288" y="278130"/>
                </a:lnTo>
                <a:lnTo>
                  <a:pt x="2586302" y="277982"/>
                </a:lnTo>
                <a:lnTo>
                  <a:pt x="2586315" y="277836"/>
                </a:lnTo>
                <a:lnTo>
                  <a:pt x="2586326" y="277693"/>
                </a:lnTo>
                <a:lnTo>
                  <a:pt x="2586337" y="277551"/>
                </a:lnTo>
                <a:lnTo>
                  <a:pt x="2586346" y="277412"/>
                </a:lnTo>
                <a:lnTo>
                  <a:pt x="2586355" y="277276"/>
                </a:lnTo>
                <a:lnTo>
                  <a:pt x="2586362" y="277141"/>
                </a:lnTo>
                <a:lnTo>
                  <a:pt x="2586368" y="277009"/>
                </a:lnTo>
                <a:lnTo>
                  <a:pt x="2586373" y="276879"/>
                </a:lnTo>
                <a:lnTo>
                  <a:pt x="2586377" y="276751"/>
                </a:lnTo>
                <a:lnTo>
                  <a:pt x="2586380" y="276625"/>
                </a:lnTo>
                <a:lnTo>
                  <a:pt x="2586382" y="276502"/>
                </a:lnTo>
                <a:lnTo>
                  <a:pt x="2586382" y="276380"/>
                </a:lnTo>
                <a:lnTo>
                  <a:pt x="2586395" y="276247"/>
                </a:lnTo>
                <a:lnTo>
                  <a:pt x="2586408" y="276112"/>
                </a:lnTo>
                <a:lnTo>
                  <a:pt x="2586420" y="275977"/>
                </a:lnTo>
                <a:lnTo>
                  <a:pt x="2586431" y="275842"/>
                </a:lnTo>
                <a:lnTo>
                  <a:pt x="2586442" y="275706"/>
                </a:lnTo>
                <a:lnTo>
                  <a:pt x="2586452" y="275569"/>
                </a:lnTo>
                <a:lnTo>
                  <a:pt x="2586462" y="275432"/>
                </a:lnTo>
                <a:lnTo>
                  <a:pt x="2586471" y="275295"/>
                </a:lnTo>
                <a:lnTo>
                  <a:pt x="2586480" y="275156"/>
                </a:lnTo>
                <a:lnTo>
                  <a:pt x="2586488" y="275018"/>
                </a:lnTo>
                <a:lnTo>
                  <a:pt x="2586495" y="274878"/>
                </a:lnTo>
                <a:lnTo>
                  <a:pt x="2586502" y="274739"/>
                </a:lnTo>
                <a:lnTo>
                  <a:pt x="2586509" y="274598"/>
                </a:lnTo>
                <a:lnTo>
                  <a:pt x="2586514" y="274457"/>
                </a:lnTo>
                <a:lnTo>
                  <a:pt x="2586520" y="274316"/>
                </a:lnTo>
                <a:lnTo>
                  <a:pt x="2586524" y="274174"/>
                </a:lnTo>
                <a:lnTo>
                  <a:pt x="2586529" y="274031"/>
                </a:lnTo>
                <a:lnTo>
                  <a:pt x="2586532" y="273888"/>
                </a:lnTo>
                <a:lnTo>
                  <a:pt x="2586535" y="273744"/>
                </a:lnTo>
                <a:lnTo>
                  <a:pt x="2586538" y="273600"/>
                </a:lnTo>
                <a:lnTo>
                  <a:pt x="2586540" y="273455"/>
                </a:lnTo>
                <a:lnTo>
                  <a:pt x="2586541" y="273309"/>
                </a:lnTo>
                <a:lnTo>
                  <a:pt x="2586542" y="273163"/>
                </a:lnTo>
                <a:lnTo>
                  <a:pt x="2586542" y="273017"/>
                </a:lnTo>
                <a:lnTo>
                  <a:pt x="2586531" y="272103"/>
                </a:lnTo>
                <a:lnTo>
                  <a:pt x="2586497" y="271203"/>
                </a:lnTo>
                <a:lnTo>
                  <a:pt x="2586440" y="270316"/>
                </a:lnTo>
                <a:lnTo>
                  <a:pt x="2586360" y="269444"/>
                </a:lnTo>
                <a:lnTo>
                  <a:pt x="2586257" y="268586"/>
                </a:lnTo>
                <a:lnTo>
                  <a:pt x="2586132" y="267741"/>
                </a:lnTo>
                <a:lnTo>
                  <a:pt x="2585984" y="266911"/>
                </a:lnTo>
                <a:lnTo>
                  <a:pt x="2585813" y="266094"/>
                </a:lnTo>
                <a:lnTo>
                  <a:pt x="2585619" y="265291"/>
                </a:lnTo>
                <a:lnTo>
                  <a:pt x="2585402" y="264502"/>
                </a:lnTo>
                <a:lnTo>
                  <a:pt x="2585163" y="263727"/>
                </a:lnTo>
                <a:lnTo>
                  <a:pt x="2584901" y="262966"/>
                </a:lnTo>
                <a:lnTo>
                  <a:pt x="2584615" y="262219"/>
                </a:lnTo>
                <a:lnTo>
                  <a:pt x="2584308" y="261486"/>
                </a:lnTo>
                <a:lnTo>
                  <a:pt x="2583977" y="260766"/>
                </a:lnTo>
                <a:lnTo>
                  <a:pt x="2583624" y="260061"/>
                </a:lnTo>
                <a:lnTo>
                  <a:pt x="2583247" y="259369"/>
                </a:lnTo>
                <a:lnTo>
                  <a:pt x="2582848" y="258692"/>
                </a:lnTo>
                <a:lnTo>
                  <a:pt x="2582427" y="258028"/>
                </a:lnTo>
                <a:lnTo>
                  <a:pt x="2581982" y="257378"/>
                </a:lnTo>
                <a:lnTo>
                  <a:pt x="2581514" y="256742"/>
                </a:lnTo>
                <a:lnTo>
                  <a:pt x="2581024" y="256120"/>
                </a:lnTo>
                <a:lnTo>
                  <a:pt x="2580511" y="255512"/>
                </a:lnTo>
                <a:lnTo>
                  <a:pt x="2579975" y="254918"/>
                </a:lnTo>
                <a:lnTo>
                  <a:pt x="2579432" y="254330"/>
                </a:lnTo>
                <a:lnTo>
                  <a:pt x="2578869" y="253766"/>
                </a:lnTo>
                <a:lnTo>
                  <a:pt x="2578286" y="253228"/>
                </a:lnTo>
                <a:lnTo>
                  <a:pt x="2577684" y="252715"/>
                </a:lnTo>
                <a:lnTo>
                  <a:pt x="2577062" y="252227"/>
                </a:lnTo>
                <a:lnTo>
                  <a:pt x="2576421" y="251764"/>
                </a:lnTo>
                <a:lnTo>
                  <a:pt x="2575761" y="251326"/>
                </a:lnTo>
                <a:lnTo>
                  <a:pt x="2575081" y="250913"/>
                </a:lnTo>
                <a:lnTo>
                  <a:pt x="2574382" y="250526"/>
                </a:lnTo>
                <a:lnTo>
                  <a:pt x="2573663" y="250163"/>
                </a:lnTo>
                <a:lnTo>
                  <a:pt x="2572925" y="249825"/>
                </a:lnTo>
                <a:lnTo>
                  <a:pt x="2572167" y="249512"/>
                </a:lnTo>
                <a:lnTo>
                  <a:pt x="2571390" y="249224"/>
                </a:lnTo>
                <a:lnTo>
                  <a:pt x="2570593" y="248961"/>
                </a:lnTo>
                <a:lnTo>
                  <a:pt x="2569777" y="248724"/>
                </a:lnTo>
                <a:lnTo>
                  <a:pt x="2568941" y="248511"/>
                </a:lnTo>
                <a:lnTo>
                  <a:pt x="2568086" y="248323"/>
                </a:lnTo>
                <a:lnTo>
                  <a:pt x="2567212" y="248161"/>
                </a:lnTo>
                <a:lnTo>
                  <a:pt x="2566318" y="248023"/>
                </a:lnTo>
                <a:lnTo>
                  <a:pt x="2565404" y="247910"/>
                </a:lnTo>
                <a:lnTo>
                  <a:pt x="2564471" y="247823"/>
                </a:lnTo>
                <a:lnTo>
                  <a:pt x="2563519" y="247760"/>
                </a:lnTo>
                <a:lnTo>
                  <a:pt x="2562547" y="247723"/>
                </a:lnTo>
                <a:lnTo>
                  <a:pt x="2561556" y="247710"/>
                </a:lnTo>
                <a:lnTo>
                  <a:pt x="2560905" y="247716"/>
                </a:lnTo>
                <a:lnTo>
                  <a:pt x="2560260" y="247736"/>
                </a:lnTo>
                <a:lnTo>
                  <a:pt x="2559621" y="247768"/>
                </a:lnTo>
                <a:lnTo>
                  <a:pt x="2558989" y="247812"/>
                </a:lnTo>
                <a:lnTo>
                  <a:pt x="2558362" y="247870"/>
                </a:lnTo>
                <a:lnTo>
                  <a:pt x="2557742" y="247940"/>
                </a:lnTo>
                <a:lnTo>
                  <a:pt x="2557128" y="248023"/>
                </a:lnTo>
                <a:lnTo>
                  <a:pt x="2556519" y="248119"/>
                </a:lnTo>
                <a:lnTo>
                  <a:pt x="2555917" y="248228"/>
                </a:lnTo>
                <a:lnTo>
                  <a:pt x="2555321" y="248350"/>
                </a:lnTo>
                <a:lnTo>
                  <a:pt x="2554732" y="248484"/>
                </a:lnTo>
                <a:lnTo>
                  <a:pt x="2554148" y="248631"/>
                </a:lnTo>
                <a:lnTo>
                  <a:pt x="2553570" y="248791"/>
                </a:lnTo>
                <a:lnTo>
                  <a:pt x="2552999" y="248964"/>
                </a:lnTo>
                <a:lnTo>
                  <a:pt x="2552434" y="249149"/>
                </a:lnTo>
                <a:lnTo>
                  <a:pt x="2551875" y="249347"/>
                </a:lnTo>
                <a:lnTo>
                  <a:pt x="2551321" y="249558"/>
                </a:lnTo>
                <a:lnTo>
                  <a:pt x="2550774" y="249782"/>
                </a:lnTo>
                <a:lnTo>
                  <a:pt x="2550234" y="250019"/>
                </a:lnTo>
                <a:lnTo>
                  <a:pt x="2549699" y="250268"/>
                </a:lnTo>
                <a:lnTo>
                  <a:pt x="2549170" y="250531"/>
                </a:lnTo>
                <a:lnTo>
                  <a:pt x="2548648" y="250806"/>
                </a:lnTo>
                <a:lnTo>
                  <a:pt x="2548131" y="251093"/>
                </a:lnTo>
                <a:lnTo>
                  <a:pt x="2547621" y="251394"/>
                </a:lnTo>
                <a:lnTo>
                  <a:pt x="2547132" y="251693"/>
                </a:lnTo>
                <a:lnTo>
                  <a:pt x="2546654" y="252001"/>
                </a:lnTo>
                <a:lnTo>
                  <a:pt x="2546187" y="252320"/>
                </a:lnTo>
                <a:lnTo>
                  <a:pt x="2545730" y="252649"/>
                </a:lnTo>
                <a:lnTo>
                  <a:pt x="2545284" y="252987"/>
                </a:lnTo>
                <a:lnTo>
                  <a:pt x="2544848" y="253336"/>
                </a:lnTo>
                <a:lnTo>
                  <a:pt x="2544423" y="253695"/>
                </a:lnTo>
                <a:lnTo>
                  <a:pt x="2544008" y="254063"/>
                </a:lnTo>
                <a:lnTo>
                  <a:pt x="2543604" y="254442"/>
                </a:lnTo>
                <a:lnTo>
                  <a:pt x="2543211" y="254831"/>
                </a:lnTo>
                <a:lnTo>
                  <a:pt x="2542828" y="255230"/>
                </a:lnTo>
                <a:lnTo>
                  <a:pt x="2542456" y="255638"/>
                </a:lnTo>
                <a:lnTo>
                  <a:pt x="2542094" y="256057"/>
                </a:lnTo>
                <a:lnTo>
                  <a:pt x="2541743" y="256486"/>
                </a:lnTo>
                <a:lnTo>
                  <a:pt x="2541402" y="256925"/>
                </a:lnTo>
                <a:lnTo>
                  <a:pt x="2541072" y="257374"/>
                </a:lnTo>
                <a:lnTo>
                  <a:pt x="2540752" y="257832"/>
                </a:lnTo>
                <a:lnTo>
                  <a:pt x="2540444" y="258301"/>
                </a:lnTo>
                <a:lnTo>
                  <a:pt x="2540145" y="258780"/>
                </a:lnTo>
                <a:lnTo>
                  <a:pt x="2539857" y="259269"/>
                </a:lnTo>
                <a:lnTo>
                  <a:pt x="2539580" y="259768"/>
                </a:lnTo>
                <a:lnTo>
                  <a:pt x="2539313" y="260277"/>
                </a:lnTo>
                <a:lnTo>
                  <a:pt x="2539057" y="260796"/>
                </a:lnTo>
                <a:lnTo>
                  <a:pt x="2538812" y="261324"/>
                </a:lnTo>
                <a:lnTo>
                  <a:pt x="2538011" y="249312"/>
                </a:lnTo>
                <a:lnTo>
                  <a:pt x="2504376" y="249312"/>
                </a:lnTo>
                <a:lnTo>
                  <a:pt x="2504376" y="261805"/>
                </a:lnTo>
                <a:lnTo>
                  <a:pt x="2525037" y="261805"/>
                </a:lnTo>
                <a:lnTo>
                  <a:pt x="2525037" y="318825"/>
                </a:lnTo>
                <a:lnTo>
                  <a:pt x="2503575" y="318825"/>
                </a:lnTo>
                <a:lnTo>
                  <a:pt x="2503575" y="331158"/>
                </a:lnTo>
                <a:lnTo>
                  <a:pt x="2525037" y="331158"/>
                </a:lnTo>
                <a:lnTo>
                  <a:pt x="2540734" y="331158"/>
                </a:lnTo>
                <a:lnTo>
                  <a:pt x="2577413" y="331158"/>
                </a:lnTo>
                <a:lnTo>
                  <a:pt x="2577413" y="318825"/>
                </a:lnTo>
                <a:lnTo>
                  <a:pt x="2540734" y="318825"/>
                </a:lnTo>
                <a:lnTo>
                  <a:pt x="2540734" y="280705"/>
                </a:lnTo>
                <a:lnTo>
                  <a:pt x="2540737" y="280279"/>
                </a:lnTo>
                <a:lnTo>
                  <a:pt x="2540746" y="279854"/>
                </a:lnTo>
                <a:lnTo>
                  <a:pt x="2540761" y="279431"/>
                </a:lnTo>
                <a:lnTo>
                  <a:pt x="2540783" y="279010"/>
                </a:lnTo>
                <a:close/>
                <a:moveTo>
                  <a:pt x="2166239" y="332519"/>
                </a:moveTo>
                <a:lnTo>
                  <a:pt x="2167091" y="332433"/>
                </a:lnTo>
                <a:lnTo>
                  <a:pt x="2167933" y="332333"/>
                </a:lnTo>
                <a:lnTo>
                  <a:pt x="2168764" y="332219"/>
                </a:lnTo>
                <a:lnTo>
                  <a:pt x="2169585" y="332092"/>
                </a:lnTo>
                <a:lnTo>
                  <a:pt x="2170395" y="331952"/>
                </a:lnTo>
                <a:lnTo>
                  <a:pt x="2171194" y="331799"/>
                </a:lnTo>
                <a:lnTo>
                  <a:pt x="2171983" y="331632"/>
                </a:lnTo>
                <a:lnTo>
                  <a:pt x="2172761" y="331452"/>
                </a:lnTo>
                <a:lnTo>
                  <a:pt x="2173529" y="331258"/>
                </a:lnTo>
                <a:lnTo>
                  <a:pt x="2174286" y="331051"/>
                </a:lnTo>
                <a:lnTo>
                  <a:pt x="2175033" y="330831"/>
                </a:lnTo>
                <a:lnTo>
                  <a:pt x="2175769" y="330597"/>
                </a:lnTo>
                <a:lnTo>
                  <a:pt x="2176494" y="330351"/>
                </a:lnTo>
                <a:lnTo>
                  <a:pt x="2177209" y="330090"/>
                </a:lnTo>
                <a:lnTo>
                  <a:pt x="2177914" y="329817"/>
                </a:lnTo>
                <a:lnTo>
                  <a:pt x="2178607" y="329530"/>
                </a:lnTo>
                <a:lnTo>
                  <a:pt x="2179291" y="329229"/>
                </a:lnTo>
                <a:lnTo>
                  <a:pt x="2179963" y="328916"/>
                </a:lnTo>
                <a:lnTo>
                  <a:pt x="2180638" y="328590"/>
                </a:lnTo>
                <a:lnTo>
                  <a:pt x="2181299" y="328253"/>
                </a:lnTo>
                <a:lnTo>
                  <a:pt x="2181948" y="327905"/>
                </a:lnTo>
                <a:lnTo>
                  <a:pt x="2182584" y="327545"/>
                </a:lnTo>
                <a:lnTo>
                  <a:pt x="2183207" y="327175"/>
                </a:lnTo>
                <a:lnTo>
                  <a:pt x="2183817" y="326793"/>
                </a:lnTo>
                <a:lnTo>
                  <a:pt x="2184415" y="326401"/>
                </a:lnTo>
                <a:lnTo>
                  <a:pt x="2185000" y="325997"/>
                </a:lnTo>
                <a:lnTo>
                  <a:pt x="2185572" y="325582"/>
                </a:lnTo>
                <a:lnTo>
                  <a:pt x="2186131" y="325156"/>
                </a:lnTo>
                <a:lnTo>
                  <a:pt x="2186677" y="324719"/>
                </a:lnTo>
                <a:lnTo>
                  <a:pt x="2187211" y="324271"/>
                </a:lnTo>
                <a:lnTo>
                  <a:pt x="2187732" y="323811"/>
                </a:lnTo>
                <a:lnTo>
                  <a:pt x="2188240" y="323341"/>
                </a:lnTo>
                <a:lnTo>
                  <a:pt x="2188735" y="322859"/>
                </a:lnTo>
                <a:lnTo>
                  <a:pt x="2189218" y="322367"/>
                </a:lnTo>
                <a:lnTo>
                  <a:pt x="2189687" y="321863"/>
                </a:lnTo>
                <a:lnTo>
                  <a:pt x="2190144" y="321348"/>
                </a:lnTo>
                <a:lnTo>
                  <a:pt x="2190588" y="320822"/>
                </a:lnTo>
                <a:lnTo>
                  <a:pt x="2191019" y="320284"/>
                </a:lnTo>
                <a:lnTo>
                  <a:pt x="2191438" y="319736"/>
                </a:lnTo>
                <a:lnTo>
                  <a:pt x="2191844" y="319177"/>
                </a:lnTo>
                <a:lnTo>
                  <a:pt x="2192237" y="318606"/>
                </a:lnTo>
                <a:lnTo>
                  <a:pt x="2192617" y="318024"/>
                </a:lnTo>
                <a:lnTo>
                  <a:pt x="2192996" y="317419"/>
                </a:lnTo>
                <a:lnTo>
                  <a:pt x="2193359" y="316805"/>
                </a:lnTo>
                <a:lnTo>
                  <a:pt x="2193705" y="316182"/>
                </a:lnTo>
                <a:lnTo>
                  <a:pt x="2194036" y="315550"/>
                </a:lnTo>
                <a:lnTo>
                  <a:pt x="2194350" y="314910"/>
                </a:lnTo>
                <a:lnTo>
                  <a:pt x="2194649" y="314260"/>
                </a:lnTo>
                <a:lnTo>
                  <a:pt x="2194931" y="313602"/>
                </a:lnTo>
                <a:lnTo>
                  <a:pt x="2195197" y="312934"/>
                </a:lnTo>
                <a:lnTo>
                  <a:pt x="2195447" y="312258"/>
                </a:lnTo>
                <a:lnTo>
                  <a:pt x="2195681" y="311573"/>
                </a:lnTo>
                <a:lnTo>
                  <a:pt x="2195899" y="310879"/>
                </a:lnTo>
                <a:lnTo>
                  <a:pt x="2196100" y="310176"/>
                </a:lnTo>
                <a:lnTo>
                  <a:pt x="2196286" y="309464"/>
                </a:lnTo>
                <a:lnTo>
                  <a:pt x="2196455" y="308743"/>
                </a:lnTo>
                <a:lnTo>
                  <a:pt x="2196608" y="308014"/>
                </a:lnTo>
                <a:lnTo>
                  <a:pt x="2196745" y="307275"/>
                </a:lnTo>
                <a:lnTo>
                  <a:pt x="2196866" y="306528"/>
                </a:lnTo>
                <a:lnTo>
                  <a:pt x="2196971" y="305771"/>
                </a:lnTo>
                <a:lnTo>
                  <a:pt x="2197060" y="305006"/>
                </a:lnTo>
                <a:lnTo>
                  <a:pt x="2197133" y="304232"/>
                </a:lnTo>
                <a:lnTo>
                  <a:pt x="2197189" y="303449"/>
                </a:lnTo>
                <a:lnTo>
                  <a:pt x="2197229" y="302657"/>
                </a:lnTo>
                <a:lnTo>
                  <a:pt x="2197254" y="301856"/>
                </a:lnTo>
                <a:lnTo>
                  <a:pt x="2197262" y="301046"/>
                </a:lnTo>
                <a:lnTo>
                  <a:pt x="2182206" y="301046"/>
                </a:lnTo>
                <a:lnTo>
                  <a:pt x="2182196" y="301904"/>
                </a:lnTo>
                <a:lnTo>
                  <a:pt x="2182168" y="302744"/>
                </a:lnTo>
                <a:lnTo>
                  <a:pt x="2182121" y="303564"/>
                </a:lnTo>
                <a:lnTo>
                  <a:pt x="2182055" y="304365"/>
                </a:lnTo>
                <a:lnTo>
                  <a:pt x="2181970" y="305148"/>
                </a:lnTo>
                <a:lnTo>
                  <a:pt x="2181866" y="305911"/>
                </a:lnTo>
                <a:lnTo>
                  <a:pt x="2181743" y="306656"/>
                </a:lnTo>
                <a:lnTo>
                  <a:pt x="2181601" y="307382"/>
                </a:lnTo>
                <a:lnTo>
                  <a:pt x="2181440" y="308089"/>
                </a:lnTo>
                <a:lnTo>
                  <a:pt x="2181260" y="308777"/>
                </a:lnTo>
                <a:lnTo>
                  <a:pt x="2181062" y="309446"/>
                </a:lnTo>
                <a:lnTo>
                  <a:pt x="2180844" y="310096"/>
                </a:lnTo>
                <a:lnTo>
                  <a:pt x="2180608" y="310727"/>
                </a:lnTo>
                <a:lnTo>
                  <a:pt x="2180353" y="311339"/>
                </a:lnTo>
                <a:lnTo>
                  <a:pt x="2180079" y="311933"/>
                </a:lnTo>
                <a:lnTo>
                  <a:pt x="2179786" y="312507"/>
                </a:lnTo>
                <a:lnTo>
                  <a:pt x="2179474" y="313063"/>
                </a:lnTo>
                <a:lnTo>
                  <a:pt x="2179143" y="313600"/>
                </a:lnTo>
                <a:lnTo>
                  <a:pt x="2178793" y="314117"/>
                </a:lnTo>
                <a:lnTo>
                  <a:pt x="2178424" y="314616"/>
                </a:lnTo>
                <a:lnTo>
                  <a:pt x="2178036" y="315096"/>
                </a:lnTo>
                <a:lnTo>
                  <a:pt x="2177630" y="315557"/>
                </a:lnTo>
                <a:lnTo>
                  <a:pt x="2177204" y="315999"/>
                </a:lnTo>
                <a:lnTo>
                  <a:pt x="2176760" y="316423"/>
                </a:lnTo>
                <a:lnTo>
                  <a:pt x="2176311" y="316828"/>
                </a:lnTo>
                <a:lnTo>
                  <a:pt x="2175845" y="317216"/>
                </a:lnTo>
                <a:lnTo>
                  <a:pt x="2175361" y="317586"/>
                </a:lnTo>
                <a:lnTo>
                  <a:pt x="2174860" y="317940"/>
                </a:lnTo>
                <a:lnTo>
                  <a:pt x="2174342" y="318276"/>
                </a:lnTo>
                <a:lnTo>
                  <a:pt x="2173807" y="318595"/>
                </a:lnTo>
                <a:lnTo>
                  <a:pt x="2173254" y="318897"/>
                </a:lnTo>
                <a:lnTo>
                  <a:pt x="2172685" y="319181"/>
                </a:lnTo>
                <a:lnTo>
                  <a:pt x="2172098" y="319448"/>
                </a:lnTo>
                <a:lnTo>
                  <a:pt x="2171493" y="319698"/>
                </a:lnTo>
                <a:lnTo>
                  <a:pt x="2170872" y="319931"/>
                </a:lnTo>
                <a:lnTo>
                  <a:pt x="2170233" y="320146"/>
                </a:lnTo>
                <a:lnTo>
                  <a:pt x="2169577" y="320345"/>
                </a:lnTo>
                <a:lnTo>
                  <a:pt x="2168904" y="320526"/>
                </a:lnTo>
                <a:lnTo>
                  <a:pt x="2168214" y="320690"/>
                </a:lnTo>
                <a:lnTo>
                  <a:pt x="2167506" y="320836"/>
                </a:lnTo>
                <a:lnTo>
                  <a:pt x="2166781" y="320965"/>
                </a:lnTo>
                <a:lnTo>
                  <a:pt x="2166039" y="321077"/>
                </a:lnTo>
                <a:lnTo>
                  <a:pt x="2165279" y="321172"/>
                </a:lnTo>
                <a:lnTo>
                  <a:pt x="2164503" y="321250"/>
                </a:lnTo>
                <a:lnTo>
                  <a:pt x="2163709" y="321310"/>
                </a:lnTo>
                <a:lnTo>
                  <a:pt x="2162898" y="321353"/>
                </a:lnTo>
                <a:lnTo>
                  <a:pt x="2162069" y="321379"/>
                </a:lnTo>
                <a:lnTo>
                  <a:pt x="2161224" y="321388"/>
                </a:lnTo>
                <a:lnTo>
                  <a:pt x="2160455" y="321376"/>
                </a:lnTo>
                <a:lnTo>
                  <a:pt x="2159698" y="321342"/>
                </a:lnTo>
                <a:lnTo>
                  <a:pt x="2158951" y="321285"/>
                </a:lnTo>
                <a:lnTo>
                  <a:pt x="2158216" y="321205"/>
                </a:lnTo>
                <a:lnTo>
                  <a:pt x="2157492" y="321103"/>
                </a:lnTo>
                <a:lnTo>
                  <a:pt x="2156779" y="320977"/>
                </a:lnTo>
                <a:lnTo>
                  <a:pt x="2156077" y="320829"/>
                </a:lnTo>
                <a:lnTo>
                  <a:pt x="2155386" y="320658"/>
                </a:lnTo>
                <a:lnTo>
                  <a:pt x="2154707" y="320464"/>
                </a:lnTo>
                <a:lnTo>
                  <a:pt x="2154038" y="320248"/>
                </a:lnTo>
                <a:lnTo>
                  <a:pt x="2153381" y="320008"/>
                </a:lnTo>
                <a:lnTo>
                  <a:pt x="2152735" y="319746"/>
                </a:lnTo>
                <a:lnTo>
                  <a:pt x="2152100" y="319461"/>
                </a:lnTo>
                <a:lnTo>
                  <a:pt x="2151476" y="319153"/>
                </a:lnTo>
                <a:lnTo>
                  <a:pt x="2150863" y="318823"/>
                </a:lnTo>
                <a:lnTo>
                  <a:pt x="2150261" y="318469"/>
                </a:lnTo>
                <a:lnTo>
                  <a:pt x="2149670" y="318093"/>
                </a:lnTo>
                <a:lnTo>
                  <a:pt x="2149091" y="317694"/>
                </a:lnTo>
                <a:lnTo>
                  <a:pt x="2148523" y="317272"/>
                </a:lnTo>
                <a:lnTo>
                  <a:pt x="2147965" y="316827"/>
                </a:lnTo>
                <a:lnTo>
                  <a:pt x="2147419" y="316360"/>
                </a:lnTo>
                <a:lnTo>
                  <a:pt x="2146884" y="315870"/>
                </a:lnTo>
                <a:lnTo>
                  <a:pt x="2146360" y="315357"/>
                </a:lnTo>
                <a:lnTo>
                  <a:pt x="2145848" y="314821"/>
                </a:lnTo>
                <a:lnTo>
                  <a:pt x="2145351" y="314263"/>
                </a:lnTo>
                <a:lnTo>
                  <a:pt x="2144875" y="313684"/>
                </a:lnTo>
                <a:lnTo>
                  <a:pt x="2144421" y="313084"/>
                </a:lnTo>
                <a:lnTo>
                  <a:pt x="2143988" y="312463"/>
                </a:lnTo>
                <a:lnTo>
                  <a:pt x="2143576" y="311820"/>
                </a:lnTo>
                <a:lnTo>
                  <a:pt x="2143185" y="311157"/>
                </a:lnTo>
                <a:lnTo>
                  <a:pt x="2142815" y="310472"/>
                </a:lnTo>
                <a:lnTo>
                  <a:pt x="2142466" y="309767"/>
                </a:lnTo>
                <a:lnTo>
                  <a:pt x="2142138" y="309040"/>
                </a:lnTo>
                <a:lnTo>
                  <a:pt x="2141832" y="308292"/>
                </a:lnTo>
                <a:lnTo>
                  <a:pt x="2141547" y="307523"/>
                </a:lnTo>
                <a:lnTo>
                  <a:pt x="2141283" y="306732"/>
                </a:lnTo>
                <a:lnTo>
                  <a:pt x="2141040" y="305921"/>
                </a:lnTo>
                <a:lnTo>
                  <a:pt x="2140818" y="305088"/>
                </a:lnTo>
                <a:lnTo>
                  <a:pt x="2140617" y="304235"/>
                </a:lnTo>
                <a:lnTo>
                  <a:pt x="2140437" y="303360"/>
                </a:lnTo>
                <a:lnTo>
                  <a:pt x="2140279" y="302464"/>
                </a:lnTo>
                <a:lnTo>
                  <a:pt x="2140141" y="301547"/>
                </a:lnTo>
                <a:lnTo>
                  <a:pt x="2140025" y="300609"/>
                </a:lnTo>
                <a:lnTo>
                  <a:pt x="2139930" y="299649"/>
                </a:lnTo>
                <a:lnTo>
                  <a:pt x="2139856" y="298669"/>
                </a:lnTo>
                <a:lnTo>
                  <a:pt x="2139803" y="297667"/>
                </a:lnTo>
                <a:lnTo>
                  <a:pt x="2139772" y="296644"/>
                </a:lnTo>
                <a:lnTo>
                  <a:pt x="2139761" y="295601"/>
                </a:lnTo>
                <a:lnTo>
                  <a:pt x="2139761" y="292878"/>
                </a:lnTo>
                <a:lnTo>
                  <a:pt x="2197262" y="292878"/>
                </a:lnTo>
                <a:lnTo>
                  <a:pt x="2197262" y="281986"/>
                </a:lnTo>
                <a:lnTo>
                  <a:pt x="2197254" y="281163"/>
                </a:lnTo>
                <a:lnTo>
                  <a:pt x="2197230" y="280347"/>
                </a:lnTo>
                <a:lnTo>
                  <a:pt x="2197191" y="279539"/>
                </a:lnTo>
                <a:lnTo>
                  <a:pt x="2197137" y="278738"/>
                </a:lnTo>
                <a:lnTo>
                  <a:pt x="2197067" y="277946"/>
                </a:lnTo>
                <a:lnTo>
                  <a:pt x="2196981" y="277161"/>
                </a:lnTo>
                <a:lnTo>
                  <a:pt x="2196880" y="276384"/>
                </a:lnTo>
                <a:lnTo>
                  <a:pt x="2196763" y="275615"/>
                </a:lnTo>
                <a:lnTo>
                  <a:pt x="2196631" y="274854"/>
                </a:lnTo>
                <a:lnTo>
                  <a:pt x="2196483" y="274100"/>
                </a:lnTo>
                <a:lnTo>
                  <a:pt x="2196319" y="273354"/>
                </a:lnTo>
                <a:lnTo>
                  <a:pt x="2196140" y="272616"/>
                </a:lnTo>
                <a:lnTo>
                  <a:pt x="2195946" y="271886"/>
                </a:lnTo>
                <a:lnTo>
                  <a:pt x="2195736" y="271164"/>
                </a:lnTo>
                <a:lnTo>
                  <a:pt x="2195510" y="270449"/>
                </a:lnTo>
                <a:lnTo>
                  <a:pt x="2195268" y="269742"/>
                </a:lnTo>
                <a:lnTo>
                  <a:pt x="2195011" y="269043"/>
                </a:lnTo>
                <a:lnTo>
                  <a:pt x="2194739" y="268352"/>
                </a:lnTo>
                <a:lnTo>
                  <a:pt x="2194451" y="267668"/>
                </a:lnTo>
                <a:lnTo>
                  <a:pt x="2194147" y="266993"/>
                </a:lnTo>
                <a:lnTo>
                  <a:pt x="2193828" y="266325"/>
                </a:lnTo>
                <a:lnTo>
                  <a:pt x="2193493" y="265665"/>
                </a:lnTo>
                <a:lnTo>
                  <a:pt x="2193143" y="265012"/>
                </a:lnTo>
                <a:lnTo>
                  <a:pt x="2192777" y="264368"/>
                </a:lnTo>
                <a:lnTo>
                  <a:pt x="2192410" y="263733"/>
                </a:lnTo>
                <a:lnTo>
                  <a:pt x="2192031" y="263109"/>
                </a:lnTo>
                <a:lnTo>
                  <a:pt x="2191638" y="262496"/>
                </a:lnTo>
                <a:lnTo>
                  <a:pt x="2191233" y="261894"/>
                </a:lnTo>
                <a:lnTo>
                  <a:pt x="2190815" y="261303"/>
                </a:lnTo>
                <a:lnTo>
                  <a:pt x="2190384" y="260724"/>
                </a:lnTo>
                <a:lnTo>
                  <a:pt x="2189941" y="260155"/>
                </a:lnTo>
                <a:lnTo>
                  <a:pt x="2189485" y="259598"/>
                </a:lnTo>
                <a:lnTo>
                  <a:pt x="2189015" y="259052"/>
                </a:lnTo>
                <a:lnTo>
                  <a:pt x="2188534" y="258517"/>
                </a:lnTo>
                <a:lnTo>
                  <a:pt x="2188039" y="257993"/>
                </a:lnTo>
                <a:lnTo>
                  <a:pt x="2187531" y="257480"/>
                </a:lnTo>
                <a:lnTo>
                  <a:pt x="2187011" y="256979"/>
                </a:lnTo>
                <a:lnTo>
                  <a:pt x="2186478" y="256488"/>
                </a:lnTo>
                <a:lnTo>
                  <a:pt x="2185932" y="256009"/>
                </a:lnTo>
                <a:lnTo>
                  <a:pt x="2185374" y="255541"/>
                </a:lnTo>
                <a:lnTo>
                  <a:pt x="2184802" y="255083"/>
                </a:lnTo>
                <a:lnTo>
                  <a:pt x="2184218" y="254637"/>
                </a:lnTo>
                <a:lnTo>
                  <a:pt x="2183621" y="254202"/>
                </a:lnTo>
                <a:lnTo>
                  <a:pt x="2183011" y="253779"/>
                </a:lnTo>
                <a:lnTo>
                  <a:pt x="2182389" y="253366"/>
                </a:lnTo>
                <a:lnTo>
                  <a:pt x="2181753" y="252964"/>
                </a:lnTo>
                <a:lnTo>
                  <a:pt x="2181105" y="252574"/>
                </a:lnTo>
                <a:lnTo>
                  <a:pt x="2180444" y="252195"/>
                </a:lnTo>
                <a:lnTo>
                  <a:pt x="2179784" y="251829"/>
                </a:lnTo>
                <a:lnTo>
                  <a:pt x="2179114" y="251478"/>
                </a:lnTo>
                <a:lnTo>
                  <a:pt x="2178432" y="251144"/>
                </a:lnTo>
                <a:lnTo>
                  <a:pt x="2177739" y="250824"/>
                </a:lnTo>
                <a:lnTo>
                  <a:pt x="2177035" y="250521"/>
                </a:lnTo>
                <a:lnTo>
                  <a:pt x="2176320" y="250233"/>
                </a:lnTo>
                <a:lnTo>
                  <a:pt x="2175593" y="249960"/>
                </a:lnTo>
                <a:lnTo>
                  <a:pt x="2174856" y="249703"/>
                </a:lnTo>
                <a:lnTo>
                  <a:pt x="2174107" y="249462"/>
                </a:lnTo>
                <a:lnTo>
                  <a:pt x="2173348" y="249236"/>
                </a:lnTo>
                <a:lnTo>
                  <a:pt x="2172577" y="249026"/>
                </a:lnTo>
                <a:lnTo>
                  <a:pt x="2171795" y="248831"/>
                </a:lnTo>
                <a:lnTo>
                  <a:pt x="2171002" y="248652"/>
                </a:lnTo>
                <a:lnTo>
                  <a:pt x="2170198" y="248489"/>
                </a:lnTo>
                <a:lnTo>
                  <a:pt x="2169382" y="248341"/>
                </a:lnTo>
                <a:lnTo>
                  <a:pt x="2168556" y="248208"/>
                </a:lnTo>
                <a:lnTo>
                  <a:pt x="2167718" y="248092"/>
                </a:lnTo>
                <a:lnTo>
                  <a:pt x="2166870" y="247990"/>
                </a:lnTo>
                <a:lnTo>
                  <a:pt x="2166010" y="247905"/>
                </a:lnTo>
                <a:lnTo>
                  <a:pt x="2165139" y="247835"/>
                </a:lnTo>
                <a:lnTo>
                  <a:pt x="2164257" y="247780"/>
                </a:lnTo>
                <a:lnTo>
                  <a:pt x="2163364" y="247741"/>
                </a:lnTo>
                <a:lnTo>
                  <a:pt x="2162460" y="247718"/>
                </a:lnTo>
                <a:lnTo>
                  <a:pt x="2161544" y="247710"/>
                </a:lnTo>
                <a:lnTo>
                  <a:pt x="2160562" y="247719"/>
                </a:lnTo>
                <a:lnTo>
                  <a:pt x="2159591" y="247746"/>
                </a:lnTo>
                <a:lnTo>
                  <a:pt x="2158631" y="247790"/>
                </a:lnTo>
                <a:lnTo>
                  <a:pt x="2157682" y="247852"/>
                </a:lnTo>
                <a:lnTo>
                  <a:pt x="2156745" y="247933"/>
                </a:lnTo>
                <a:lnTo>
                  <a:pt x="2155818" y="248030"/>
                </a:lnTo>
                <a:lnTo>
                  <a:pt x="2154903" y="248146"/>
                </a:lnTo>
                <a:lnTo>
                  <a:pt x="2153998" y="248280"/>
                </a:lnTo>
                <a:lnTo>
                  <a:pt x="2153105" y="248431"/>
                </a:lnTo>
                <a:lnTo>
                  <a:pt x="2152223" y="248600"/>
                </a:lnTo>
                <a:lnTo>
                  <a:pt x="2151352" y="248787"/>
                </a:lnTo>
                <a:lnTo>
                  <a:pt x="2150493" y="248991"/>
                </a:lnTo>
                <a:lnTo>
                  <a:pt x="2149644" y="249214"/>
                </a:lnTo>
                <a:lnTo>
                  <a:pt x="2148806" y="249454"/>
                </a:lnTo>
                <a:lnTo>
                  <a:pt x="2147980" y="249712"/>
                </a:lnTo>
                <a:lnTo>
                  <a:pt x="2147165" y="249988"/>
                </a:lnTo>
                <a:lnTo>
                  <a:pt x="2146360" y="250282"/>
                </a:lnTo>
                <a:lnTo>
                  <a:pt x="2145567" y="250593"/>
                </a:lnTo>
                <a:lnTo>
                  <a:pt x="2144785" y="250922"/>
                </a:lnTo>
                <a:lnTo>
                  <a:pt x="2144015" y="251269"/>
                </a:lnTo>
                <a:lnTo>
                  <a:pt x="2143255" y="251634"/>
                </a:lnTo>
                <a:lnTo>
                  <a:pt x="2142506" y="252017"/>
                </a:lnTo>
                <a:lnTo>
                  <a:pt x="2141769" y="252417"/>
                </a:lnTo>
                <a:lnTo>
                  <a:pt x="2141042" y="252835"/>
                </a:lnTo>
                <a:lnTo>
                  <a:pt x="2140329" y="253256"/>
                </a:lnTo>
                <a:lnTo>
                  <a:pt x="2139629" y="253692"/>
                </a:lnTo>
                <a:lnTo>
                  <a:pt x="2138943" y="254142"/>
                </a:lnTo>
                <a:lnTo>
                  <a:pt x="2138271" y="254606"/>
                </a:lnTo>
                <a:lnTo>
                  <a:pt x="2137613" y="255085"/>
                </a:lnTo>
                <a:lnTo>
                  <a:pt x="2136968" y="255578"/>
                </a:lnTo>
                <a:lnTo>
                  <a:pt x="2136338" y="256086"/>
                </a:lnTo>
                <a:lnTo>
                  <a:pt x="2135721" y="256608"/>
                </a:lnTo>
                <a:lnTo>
                  <a:pt x="2135119" y="257145"/>
                </a:lnTo>
                <a:lnTo>
                  <a:pt x="2134530" y="257696"/>
                </a:lnTo>
                <a:lnTo>
                  <a:pt x="2133955" y="258262"/>
                </a:lnTo>
                <a:lnTo>
                  <a:pt x="2133394" y="258842"/>
                </a:lnTo>
                <a:lnTo>
                  <a:pt x="2132848" y="259436"/>
                </a:lnTo>
                <a:lnTo>
                  <a:pt x="2132314" y="260045"/>
                </a:lnTo>
                <a:lnTo>
                  <a:pt x="2131795" y="260669"/>
                </a:lnTo>
                <a:lnTo>
                  <a:pt x="2131290" y="261307"/>
                </a:lnTo>
                <a:lnTo>
                  <a:pt x="2130799" y="261959"/>
                </a:lnTo>
                <a:lnTo>
                  <a:pt x="2130321" y="262626"/>
                </a:lnTo>
                <a:lnTo>
                  <a:pt x="2129858" y="263307"/>
                </a:lnTo>
                <a:lnTo>
                  <a:pt x="2129408" y="264003"/>
                </a:lnTo>
                <a:lnTo>
                  <a:pt x="2128972" y="264713"/>
                </a:lnTo>
                <a:lnTo>
                  <a:pt x="2128550" y="265438"/>
                </a:lnTo>
                <a:lnTo>
                  <a:pt x="2128142" y="266177"/>
                </a:lnTo>
                <a:lnTo>
                  <a:pt x="2127748" y="266930"/>
                </a:lnTo>
                <a:lnTo>
                  <a:pt x="2127369" y="267697"/>
                </a:lnTo>
                <a:lnTo>
                  <a:pt x="2127007" y="268475"/>
                </a:lnTo>
                <a:lnTo>
                  <a:pt x="2126660" y="269265"/>
                </a:lnTo>
                <a:lnTo>
                  <a:pt x="2126329" y="270067"/>
                </a:lnTo>
                <a:lnTo>
                  <a:pt x="2126015" y="270880"/>
                </a:lnTo>
                <a:lnTo>
                  <a:pt x="2125716" y="271705"/>
                </a:lnTo>
                <a:lnTo>
                  <a:pt x="2125434" y="272542"/>
                </a:lnTo>
                <a:lnTo>
                  <a:pt x="2125168" y="273390"/>
                </a:lnTo>
                <a:lnTo>
                  <a:pt x="2124918" y="274251"/>
                </a:lnTo>
                <a:lnTo>
                  <a:pt x="2124684" y="275122"/>
                </a:lnTo>
                <a:lnTo>
                  <a:pt x="2124466" y="276006"/>
                </a:lnTo>
                <a:lnTo>
                  <a:pt x="2124265" y="276901"/>
                </a:lnTo>
                <a:lnTo>
                  <a:pt x="2124079" y="277808"/>
                </a:lnTo>
                <a:lnTo>
                  <a:pt x="2123910" y="278726"/>
                </a:lnTo>
                <a:lnTo>
                  <a:pt x="2123757" y="279656"/>
                </a:lnTo>
                <a:lnTo>
                  <a:pt x="2123620" y="280598"/>
                </a:lnTo>
                <a:lnTo>
                  <a:pt x="2123499" y="281552"/>
                </a:lnTo>
                <a:lnTo>
                  <a:pt x="2123394" y="282517"/>
                </a:lnTo>
                <a:lnTo>
                  <a:pt x="2123305" y="283494"/>
                </a:lnTo>
                <a:lnTo>
                  <a:pt x="2123233" y="284482"/>
                </a:lnTo>
                <a:lnTo>
                  <a:pt x="2123176" y="285482"/>
                </a:lnTo>
                <a:lnTo>
                  <a:pt x="2123136" y="286494"/>
                </a:lnTo>
                <a:lnTo>
                  <a:pt x="2123112" y="287518"/>
                </a:lnTo>
                <a:lnTo>
                  <a:pt x="2123104" y="288553"/>
                </a:lnTo>
                <a:lnTo>
                  <a:pt x="2123104" y="291917"/>
                </a:lnTo>
                <a:lnTo>
                  <a:pt x="2123111" y="292913"/>
                </a:lnTo>
                <a:lnTo>
                  <a:pt x="2123131" y="293900"/>
                </a:lnTo>
                <a:lnTo>
                  <a:pt x="2123166" y="294877"/>
                </a:lnTo>
                <a:lnTo>
                  <a:pt x="2123215" y="295845"/>
                </a:lnTo>
                <a:lnTo>
                  <a:pt x="2123277" y="296804"/>
                </a:lnTo>
                <a:lnTo>
                  <a:pt x="2123354" y="297753"/>
                </a:lnTo>
                <a:lnTo>
                  <a:pt x="2123444" y="298692"/>
                </a:lnTo>
                <a:lnTo>
                  <a:pt x="2123548" y="299623"/>
                </a:lnTo>
                <a:lnTo>
                  <a:pt x="2123667" y="300543"/>
                </a:lnTo>
                <a:lnTo>
                  <a:pt x="2123799" y="301454"/>
                </a:lnTo>
                <a:lnTo>
                  <a:pt x="2123945" y="302356"/>
                </a:lnTo>
                <a:lnTo>
                  <a:pt x="2124105" y="303249"/>
                </a:lnTo>
                <a:lnTo>
                  <a:pt x="2124278" y="304131"/>
                </a:lnTo>
                <a:lnTo>
                  <a:pt x="2124466" y="305005"/>
                </a:lnTo>
                <a:lnTo>
                  <a:pt x="2124668" y="305869"/>
                </a:lnTo>
                <a:lnTo>
                  <a:pt x="2124883" y="306723"/>
                </a:lnTo>
                <a:lnTo>
                  <a:pt x="2125113" y="307568"/>
                </a:lnTo>
                <a:lnTo>
                  <a:pt x="2125356" y="308404"/>
                </a:lnTo>
                <a:lnTo>
                  <a:pt x="2125613" y="309230"/>
                </a:lnTo>
                <a:lnTo>
                  <a:pt x="2125884" y="310047"/>
                </a:lnTo>
                <a:lnTo>
                  <a:pt x="2126169" y="310854"/>
                </a:lnTo>
                <a:lnTo>
                  <a:pt x="2126468" y="311652"/>
                </a:lnTo>
                <a:lnTo>
                  <a:pt x="2126781" y="312440"/>
                </a:lnTo>
                <a:lnTo>
                  <a:pt x="2127108" y="313219"/>
                </a:lnTo>
                <a:lnTo>
                  <a:pt x="2127462" y="313986"/>
                </a:lnTo>
                <a:lnTo>
                  <a:pt x="2127831" y="314739"/>
                </a:lnTo>
                <a:lnTo>
                  <a:pt x="2128214" y="315477"/>
                </a:lnTo>
                <a:lnTo>
                  <a:pt x="2128612" y="316200"/>
                </a:lnTo>
                <a:lnTo>
                  <a:pt x="2129024" y="316909"/>
                </a:lnTo>
                <a:lnTo>
                  <a:pt x="2129450" y="317604"/>
                </a:lnTo>
                <a:lnTo>
                  <a:pt x="2129891" y="318284"/>
                </a:lnTo>
                <a:lnTo>
                  <a:pt x="2130347" y="318950"/>
                </a:lnTo>
                <a:lnTo>
                  <a:pt x="2130817" y="319601"/>
                </a:lnTo>
                <a:lnTo>
                  <a:pt x="2131301" y="320238"/>
                </a:lnTo>
                <a:lnTo>
                  <a:pt x="2131800" y="320860"/>
                </a:lnTo>
                <a:lnTo>
                  <a:pt x="2132313" y="321468"/>
                </a:lnTo>
                <a:lnTo>
                  <a:pt x="2132841" y="322061"/>
                </a:lnTo>
                <a:lnTo>
                  <a:pt x="2133383" y="322640"/>
                </a:lnTo>
                <a:lnTo>
                  <a:pt x="2133940" y="323205"/>
                </a:lnTo>
                <a:lnTo>
                  <a:pt x="2134511" y="323755"/>
                </a:lnTo>
                <a:lnTo>
                  <a:pt x="2135097" y="324290"/>
                </a:lnTo>
                <a:lnTo>
                  <a:pt x="2135697" y="324811"/>
                </a:lnTo>
                <a:lnTo>
                  <a:pt x="2136311" y="325318"/>
                </a:lnTo>
                <a:lnTo>
                  <a:pt x="2136940" y="325810"/>
                </a:lnTo>
                <a:lnTo>
                  <a:pt x="2137584" y="326288"/>
                </a:lnTo>
                <a:lnTo>
                  <a:pt x="2138242" y="326751"/>
                </a:lnTo>
                <a:lnTo>
                  <a:pt x="2138914" y="327200"/>
                </a:lnTo>
                <a:lnTo>
                  <a:pt x="2139601" y="327634"/>
                </a:lnTo>
                <a:lnTo>
                  <a:pt x="2140316" y="328052"/>
                </a:lnTo>
                <a:lnTo>
                  <a:pt x="2141046" y="328453"/>
                </a:lnTo>
                <a:lnTo>
                  <a:pt x="2141791" y="328836"/>
                </a:lnTo>
                <a:lnTo>
                  <a:pt x="2142551" y="329200"/>
                </a:lnTo>
                <a:lnTo>
                  <a:pt x="2143326" y="329547"/>
                </a:lnTo>
                <a:lnTo>
                  <a:pt x="2144116" y="329877"/>
                </a:lnTo>
                <a:lnTo>
                  <a:pt x="2144921" y="330188"/>
                </a:lnTo>
                <a:lnTo>
                  <a:pt x="2145741" y="330482"/>
                </a:lnTo>
                <a:lnTo>
                  <a:pt x="2146576" y="330758"/>
                </a:lnTo>
                <a:lnTo>
                  <a:pt x="2147426" y="331016"/>
                </a:lnTo>
                <a:lnTo>
                  <a:pt x="2148291" y="331256"/>
                </a:lnTo>
                <a:lnTo>
                  <a:pt x="2149171" y="331478"/>
                </a:lnTo>
                <a:lnTo>
                  <a:pt x="2150066" y="331683"/>
                </a:lnTo>
                <a:lnTo>
                  <a:pt x="2150976" y="331870"/>
                </a:lnTo>
                <a:lnTo>
                  <a:pt x="2151901" y="332039"/>
                </a:lnTo>
                <a:lnTo>
                  <a:pt x="2152842" y="332190"/>
                </a:lnTo>
                <a:lnTo>
                  <a:pt x="2153797" y="332324"/>
                </a:lnTo>
                <a:lnTo>
                  <a:pt x="2154767" y="332439"/>
                </a:lnTo>
                <a:lnTo>
                  <a:pt x="2155752" y="332537"/>
                </a:lnTo>
                <a:lnTo>
                  <a:pt x="2156752" y="332617"/>
                </a:lnTo>
                <a:lnTo>
                  <a:pt x="2157767" y="332680"/>
                </a:lnTo>
                <a:lnTo>
                  <a:pt x="2158798" y="332724"/>
                </a:lnTo>
                <a:lnTo>
                  <a:pt x="2159843" y="332751"/>
                </a:lnTo>
                <a:lnTo>
                  <a:pt x="2160903" y="332760"/>
                </a:lnTo>
                <a:lnTo>
                  <a:pt x="2161819" y="332753"/>
                </a:lnTo>
                <a:lnTo>
                  <a:pt x="2162724" y="332733"/>
                </a:lnTo>
                <a:lnTo>
                  <a:pt x="2163619" y="332700"/>
                </a:lnTo>
                <a:lnTo>
                  <a:pt x="2164503" y="332653"/>
                </a:lnTo>
                <a:lnTo>
                  <a:pt x="2165376" y="332593"/>
                </a:lnTo>
                <a:lnTo>
                  <a:pt x="2166239" y="332519"/>
                </a:lnTo>
                <a:close/>
                <a:moveTo>
                  <a:pt x="2140025" y="279411"/>
                </a:moveTo>
                <a:lnTo>
                  <a:pt x="2140071" y="278963"/>
                </a:lnTo>
                <a:lnTo>
                  <a:pt x="2140126" y="278516"/>
                </a:lnTo>
                <a:lnTo>
                  <a:pt x="2140188" y="278071"/>
                </a:lnTo>
                <a:lnTo>
                  <a:pt x="2140259" y="277627"/>
                </a:lnTo>
                <a:lnTo>
                  <a:pt x="2140338" y="277183"/>
                </a:lnTo>
                <a:lnTo>
                  <a:pt x="2140426" y="276741"/>
                </a:lnTo>
                <a:lnTo>
                  <a:pt x="2140522" y="276300"/>
                </a:lnTo>
                <a:lnTo>
                  <a:pt x="2140626" y="275860"/>
                </a:lnTo>
                <a:lnTo>
                  <a:pt x="2140739" y="275421"/>
                </a:lnTo>
                <a:lnTo>
                  <a:pt x="2140860" y="274984"/>
                </a:lnTo>
                <a:lnTo>
                  <a:pt x="2140989" y="274547"/>
                </a:lnTo>
                <a:lnTo>
                  <a:pt x="2141127" y="274112"/>
                </a:lnTo>
                <a:lnTo>
                  <a:pt x="2141273" y="273677"/>
                </a:lnTo>
                <a:lnTo>
                  <a:pt x="2141427" y="273244"/>
                </a:lnTo>
                <a:lnTo>
                  <a:pt x="2141590" y="272812"/>
                </a:lnTo>
                <a:lnTo>
                  <a:pt x="2141761" y="272381"/>
                </a:lnTo>
                <a:lnTo>
                  <a:pt x="2141940" y="271951"/>
                </a:lnTo>
                <a:lnTo>
                  <a:pt x="2142128" y="271522"/>
                </a:lnTo>
                <a:lnTo>
                  <a:pt x="2142324" y="271095"/>
                </a:lnTo>
                <a:lnTo>
                  <a:pt x="2142541" y="270658"/>
                </a:lnTo>
                <a:lnTo>
                  <a:pt x="2142765" y="270227"/>
                </a:lnTo>
                <a:lnTo>
                  <a:pt x="2142997" y="269803"/>
                </a:lnTo>
                <a:lnTo>
                  <a:pt x="2143236" y="269386"/>
                </a:lnTo>
                <a:lnTo>
                  <a:pt x="2143482" y="268976"/>
                </a:lnTo>
                <a:lnTo>
                  <a:pt x="2143735" y="268572"/>
                </a:lnTo>
                <a:lnTo>
                  <a:pt x="2143996" y="268175"/>
                </a:lnTo>
                <a:lnTo>
                  <a:pt x="2144264" y="267785"/>
                </a:lnTo>
                <a:lnTo>
                  <a:pt x="2144539" y="267401"/>
                </a:lnTo>
                <a:lnTo>
                  <a:pt x="2144821" y="267024"/>
                </a:lnTo>
                <a:lnTo>
                  <a:pt x="2145110" y="266653"/>
                </a:lnTo>
                <a:lnTo>
                  <a:pt x="2145407" y="266290"/>
                </a:lnTo>
                <a:lnTo>
                  <a:pt x="2145711" y="265933"/>
                </a:lnTo>
                <a:lnTo>
                  <a:pt x="2146022" y="265582"/>
                </a:lnTo>
                <a:lnTo>
                  <a:pt x="2146341" y="265239"/>
                </a:lnTo>
                <a:lnTo>
                  <a:pt x="2146666" y="264901"/>
                </a:lnTo>
                <a:lnTo>
                  <a:pt x="2146999" y="264571"/>
                </a:lnTo>
                <a:lnTo>
                  <a:pt x="2147339" y="264247"/>
                </a:lnTo>
                <a:lnTo>
                  <a:pt x="2147686" y="263930"/>
                </a:lnTo>
                <a:lnTo>
                  <a:pt x="2148041" y="263620"/>
                </a:lnTo>
                <a:lnTo>
                  <a:pt x="2148403" y="263316"/>
                </a:lnTo>
                <a:lnTo>
                  <a:pt x="2148772" y="263020"/>
                </a:lnTo>
                <a:lnTo>
                  <a:pt x="2149148" y="262729"/>
                </a:lnTo>
                <a:lnTo>
                  <a:pt x="2149531" y="262446"/>
                </a:lnTo>
                <a:lnTo>
                  <a:pt x="2149935" y="262171"/>
                </a:lnTo>
                <a:lnTo>
                  <a:pt x="2150347" y="261908"/>
                </a:lnTo>
                <a:lnTo>
                  <a:pt x="2150765" y="261657"/>
                </a:lnTo>
                <a:lnTo>
                  <a:pt x="2151191" y="261418"/>
                </a:lnTo>
                <a:lnTo>
                  <a:pt x="2151624" y="261190"/>
                </a:lnTo>
                <a:lnTo>
                  <a:pt x="2152064" y="260974"/>
                </a:lnTo>
                <a:lnTo>
                  <a:pt x="2152511" y="260770"/>
                </a:lnTo>
                <a:lnTo>
                  <a:pt x="2152966" y="260577"/>
                </a:lnTo>
                <a:lnTo>
                  <a:pt x="2153428" y="260396"/>
                </a:lnTo>
                <a:lnTo>
                  <a:pt x="2153897" y="260227"/>
                </a:lnTo>
                <a:lnTo>
                  <a:pt x="2154373" y="260069"/>
                </a:lnTo>
                <a:lnTo>
                  <a:pt x="2154857" y="259923"/>
                </a:lnTo>
                <a:lnTo>
                  <a:pt x="2155348" y="259789"/>
                </a:lnTo>
                <a:lnTo>
                  <a:pt x="2155846" y="259666"/>
                </a:lnTo>
                <a:lnTo>
                  <a:pt x="2156351" y="259555"/>
                </a:lnTo>
                <a:lnTo>
                  <a:pt x="2156863" y="259456"/>
                </a:lnTo>
                <a:lnTo>
                  <a:pt x="2157383" y="259368"/>
                </a:lnTo>
                <a:lnTo>
                  <a:pt x="2157910" y="259292"/>
                </a:lnTo>
                <a:lnTo>
                  <a:pt x="2158444" y="259228"/>
                </a:lnTo>
                <a:lnTo>
                  <a:pt x="2158986" y="259175"/>
                </a:lnTo>
                <a:lnTo>
                  <a:pt x="2159534" y="259135"/>
                </a:lnTo>
                <a:lnTo>
                  <a:pt x="2160090" y="259105"/>
                </a:lnTo>
                <a:lnTo>
                  <a:pt x="2160653" y="259088"/>
                </a:lnTo>
                <a:lnTo>
                  <a:pt x="2161224" y="259082"/>
                </a:lnTo>
                <a:lnTo>
                  <a:pt x="2161728" y="259087"/>
                </a:lnTo>
                <a:lnTo>
                  <a:pt x="2162228" y="259101"/>
                </a:lnTo>
                <a:lnTo>
                  <a:pt x="2162723" y="259125"/>
                </a:lnTo>
                <a:lnTo>
                  <a:pt x="2163213" y="259158"/>
                </a:lnTo>
                <a:lnTo>
                  <a:pt x="2163697" y="259200"/>
                </a:lnTo>
                <a:lnTo>
                  <a:pt x="2164177" y="259252"/>
                </a:lnTo>
                <a:lnTo>
                  <a:pt x="2164652" y="259314"/>
                </a:lnTo>
                <a:lnTo>
                  <a:pt x="2165121" y="259385"/>
                </a:lnTo>
                <a:lnTo>
                  <a:pt x="2165586" y="259465"/>
                </a:lnTo>
                <a:lnTo>
                  <a:pt x="2166046" y="259555"/>
                </a:lnTo>
                <a:lnTo>
                  <a:pt x="2166500" y="259654"/>
                </a:lnTo>
                <a:lnTo>
                  <a:pt x="2166950" y="259763"/>
                </a:lnTo>
                <a:lnTo>
                  <a:pt x="2167394" y="259881"/>
                </a:lnTo>
                <a:lnTo>
                  <a:pt x="2167834" y="260009"/>
                </a:lnTo>
                <a:lnTo>
                  <a:pt x="2168269" y="260146"/>
                </a:lnTo>
                <a:lnTo>
                  <a:pt x="2168698" y="260292"/>
                </a:lnTo>
                <a:lnTo>
                  <a:pt x="2169123" y="260448"/>
                </a:lnTo>
                <a:lnTo>
                  <a:pt x="2169543" y="260614"/>
                </a:lnTo>
                <a:lnTo>
                  <a:pt x="2169957" y="260789"/>
                </a:lnTo>
                <a:lnTo>
                  <a:pt x="2170367" y="260973"/>
                </a:lnTo>
                <a:lnTo>
                  <a:pt x="2170771" y="261167"/>
                </a:lnTo>
                <a:lnTo>
                  <a:pt x="2171171" y="261370"/>
                </a:lnTo>
                <a:lnTo>
                  <a:pt x="2171565" y="261583"/>
                </a:lnTo>
                <a:lnTo>
                  <a:pt x="2171955" y="261805"/>
                </a:lnTo>
                <a:lnTo>
                  <a:pt x="2172338" y="262035"/>
                </a:lnTo>
                <a:lnTo>
                  <a:pt x="2172714" y="262273"/>
                </a:lnTo>
                <a:lnTo>
                  <a:pt x="2173081" y="262518"/>
                </a:lnTo>
                <a:lnTo>
                  <a:pt x="2173441" y="262770"/>
                </a:lnTo>
                <a:lnTo>
                  <a:pt x="2173793" y="263030"/>
                </a:lnTo>
                <a:lnTo>
                  <a:pt x="2174137" y="263297"/>
                </a:lnTo>
                <a:lnTo>
                  <a:pt x="2174474" y="263570"/>
                </a:lnTo>
                <a:lnTo>
                  <a:pt x="2174802" y="263852"/>
                </a:lnTo>
                <a:lnTo>
                  <a:pt x="2175123" y="264140"/>
                </a:lnTo>
                <a:lnTo>
                  <a:pt x="2175436" y="264435"/>
                </a:lnTo>
                <a:lnTo>
                  <a:pt x="2175742" y="264738"/>
                </a:lnTo>
                <a:lnTo>
                  <a:pt x="2176039" y="265048"/>
                </a:lnTo>
                <a:lnTo>
                  <a:pt x="2176329" y="265366"/>
                </a:lnTo>
                <a:lnTo>
                  <a:pt x="2176611" y="265690"/>
                </a:lnTo>
                <a:lnTo>
                  <a:pt x="2176885" y="266022"/>
                </a:lnTo>
                <a:lnTo>
                  <a:pt x="2177152" y="266361"/>
                </a:lnTo>
                <a:lnTo>
                  <a:pt x="2177410" y="266707"/>
                </a:lnTo>
                <a:lnTo>
                  <a:pt x="2177661" y="267060"/>
                </a:lnTo>
                <a:lnTo>
                  <a:pt x="2177904" y="267421"/>
                </a:lnTo>
                <a:lnTo>
                  <a:pt x="2178139" y="267789"/>
                </a:lnTo>
                <a:lnTo>
                  <a:pt x="2178367" y="268164"/>
                </a:lnTo>
                <a:lnTo>
                  <a:pt x="2178586" y="268546"/>
                </a:lnTo>
                <a:lnTo>
                  <a:pt x="2178798" y="268936"/>
                </a:lnTo>
                <a:lnTo>
                  <a:pt x="2179002" y="269333"/>
                </a:lnTo>
                <a:lnTo>
                  <a:pt x="2179211" y="269722"/>
                </a:lnTo>
                <a:lnTo>
                  <a:pt x="2179412" y="270117"/>
                </a:lnTo>
                <a:lnTo>
                  <a:pt x="2179603" y="270517"/>
                </a:lnTo>
                <a:lnTo>
                  <a:pt x="2179785" y="270921"/>
                </a:lnTo>
                <a:lnTo>
                  <a:pt x="2179959" y="271331"/>
                </a:lnTo>
                <a:lnTo>
                  <a:pt x="2180124" y="271745"/>
                </a:lnTo>
                <a:lnTo>
                  <a:pt x="2180279" y="272165"/>
                </a:lnTo>
                <a:lnTo>
                  <a:pt x="2180426" y="272590"/>
                </a:lnTo>
                <a:lnTo>
                  <a:pt x="2180564" y="273019"/>
                </a:lnTo>
                <a:lnTo>
                  <a:pt x="2180693" y="273454"/>
                </a:lnTo>
                <a:lnTo>
                  <a:pt x="2180813" y="273894"/>
                </a:lnTo>
                <a:lnTo>
                  <a:pt x="2180925" y="274338"/>
                </a:lnTo>
                <a:lnTo>
                  <a:pt x="2181027" y="274788"/>
                </a:lnTo>
                <a:lnTo>
                  <a:pt x="2181120" y="275242"/>
                </a:lnTo>
                <a:lnTo>
                  <a:pt x="2181205" y="275702"/>
                </a:lnTo>
                <a:lnTo>
                  <a:pt x="2181281" y="276167"/>
                </a:lnTo>
                <a:lnTo>
                  <a:pt x="2181347" y="276636"/>
                </a:lnTo>
                <a:lnTo>
                  <a:pt x="2181405" y="277111"/>
                </a:lnTo>
                <a:lnTo>
                  <a:pt x="2181454" y="277591"/>
                </a:lnTo>
                <a:lnTo>
                  <a:pt x="2181494" y="278075"/>
                </a:lnTo>
                <a:lnTo>
                  <a:pt x="2181525" y="278565"/>
                </a:lnTo>
                <a:lnTo>
                  <a:pt x="2181548" y="279060"/>
                </a:lnTo>
                <a:lnTo>
                  <a:pt x="2181561" y="279559"/>
                </a:lnTo>
                <a:lnTo>
                  <a:pt x="2181565" y="280064"/>
                </a:lnTo>
                <a:lnTo>
                  <a:pt x="2181565" y="282467"/>
                </a:lnTo>
                <a:lnTo>
                  <a:pt x="2139921" y="282467"/>
                </a:lnTo>
                <a:lnTo>
                  <a:pt x="2139921" y="281666"/>
                </a:lnTo>
                <a:lnTo>
                  <a:pt x="2139925" y="281213"/>
                </a:lnTo>
                <a:lnTo>
                  <a:pt x="2139938" y="280760"/>
                </a:lnTo>
                <a:lnTo>
                  <a:pt x="2139959" y="280309"/>
                </a:lnTo>
                <a:lnTo>
                  <a:pt x="2139988" y="279860"/>
                </a:lnTo>
                <a:lnTo>
                  <a:pt x="2140025" y="279411"/>
                </a:lnTo>
                <a:close/>
                <a:moveTo>
                  <a:pt x="2261377" y="332590"/>
                </a:moveTo>
                <a:lnTo>
                  <a:pt x="2262262" y="332528"/>
                </a:lnTo>
                <a:lnTo>
                  <a:pt x="2263135" y="332457"/>
                </a:lnTo>
                <a:lnTo>
                  <a:pt x="2263997" y="332377"/>
                </a:lnTo>
                <a:lnTo>
                  <a:pt x="2264847" y="332287"/>
                </a:lnTo>
                <a:lnTo>
                  <a:pt x="2265686" y="332188"/>
                </a:lnTo>
                <a:lnTo>
                  <a:pt x="2266512" y="332079"/>
                </a:lnTo>
                <a:lnTo>
                  <a:pt x="2267327" y="331961"/>
                </a:lnTo>
                <a:lnTo>
                  <a:pt x="2268131" y="331833"/>
                </a:lnTo>
                <a:lnTo>
                  <a:pt x="2268922" y="331696"/>
                </a:lnTo>
                <a:lnTo>
                  <a:pt x="2269702" y="331550"/>
                </a:lnTo>
                <a:lnTo>
                  <a:pt x="2270471" y="331394"/>
                </a:lnTo>
                <a:lnTo>
                  <a:pt x="2271227" y="331228"/>
                </a:lnTo>
                <a:lnTo>
                  <a:pt x="2271972" y="331053"/>
                </a:lnTo>
                <a:lnTo>
                  <a:pt x="2272706" y="330869"/>
                </a:lnTo>
                <a:lnTo>
                  <a:pt x="2273427" y="330675"/>
                </a:lnTo>
                <a:lnTo>
                  <a:pt x="2274137" y="330472"/>
                </a:lnTo>
                <a:lnTo>
                  <a:pt x="2274835" y="330259"/>
                </a:lnTo>
                <a:lnTo>
                  <a:pt x="2275522" y="330037"/>
                </a:lnTo>
                <a:lnTo>
                  <a:pt x="2276209" y="329805"/>
                </a:lnTo>
                <a:lnTo>
                  <a:pt x="2276882" y="329563"/>
                </a:lnTo>
                <a:lnTo>
                  <a:pt x="2277541" y="329311"/>
                </a:lnTo>
                <a:lnTo>
                  <a:pt x="2278187" y="329049"/>
                </a:lnTo>
                <a:lnTo>
                  <a:pt x="2278818" y="328777"/>
                </a:lnTo>
                <a:lnTo>
                  <a:pt x="2279436" y="328495"/>
                </a:lnTo>
                <a:lnTo>
                  <a:pt x="2280040" y="328203"/>
                </a:lnTo>
                <a:lnTo>
                  <a:pt x="2280629" y="327901"/>
                </a:lnTo>
                <a:lnTo>
                  <a:pt x="2281205" y="327589"/>
                </a:lnTo>
                <a:lnTo>
                  <a:pt x="2281767" y="327267"/>
                </a:lnTo>
                <a:lnTo>
                  <a:pt x="2282315" y="326935"/>
                </a:lnTo>
                <a:lnTo>
                  <a:pt x="2282849" y="326593"/>
                </a:lnTo>
                <a:lnTo>
                  <a:pt x="2283370" y="326241"/>
                </a:lnTo>
                <a:lnTo>
                  <a:pt x="2283876" y="325879"/>
                </a:lnTo>
                <a:lnTo>
                  <a:pt x="2284369" y="325507"/>
                </a:lnTo>
                <a:lnTo>
                  <a:pt x="2284847" y="325125"/>
                </a:lnTo>
                <a:lnTo>
                  <a:pt x="2285312" y="324733"/>
                </a:lnTo>
                <a:lnTo>
                  <a:pt x="2285762" y="324331"/>
                </a:lnTo>
                <a:lnTo>
                  <a:pt x="2286199" y="323919"/>
                </a:lnTo>
                <a:lnTo>
                  <a:pt x="2286622" y="323497"/>
                </a:lnTo>
                <a:lnTo>
                  <a:pt x="2287031" y="323065"/>
                </a:lnTo>
                <a:lnTo>
                  <a:pt x="2287426" y="322622"/>
                </a:lnTo>
                <a:lnTo>
                  <a:pt x="2287808" y="322170"/>
                </a:lnTo>
                <a:lnTo>
                  <a:pt x="2288175" y="321708"/>
                </a:lnTo>
                <a:lnTo>
                  <a:pt x="2288541" y="321236"/>
                </a:lnTo>
                <a:lnTo>
                  <a:pt x="2288891" y="320754"/>
                </a:lnTo>
                <a:lnTo>
                  <a:pt x="2289226" y="320262"/>
                </a:lnTo>
                <a:lnTo>
                  <a:pt x="2289545" y="319759"/>
                </a:lnTo>
                <a:lnTo>
                  <a:pt x="2289849" y="319247"/>
                </a:lnTo>
                <a:lnTo>
                  <a:pt x="2290137" y="318725"/>
                </a:lnTo>
                <a:lnTo>
                  <a:pt x="2290410" y="318193"/>
                </a:lnTo>
                <a:lnTo>
                  <a:pt x="2290667" y="317650"/>
                </a:lnTo>
                <a:lnTo>
                  <a:pt x="2290908" y="317098"/>
                </a:lnTo>
                <a:lnTo>
                  <a:pt x="2291134" y="316536"/>
                </a:lnTo>
                <a:lnTo>
                  <a:pt x="2291344" y="315964"/>
                </a:lnTo>
                <a:lnTo>
                  <a:pt x="2291539" y="315381"/>
                </a:lnTo>
                <a:lnTo>
                  <a:pt x="2291718" y="314789"/>
                </a:lnTo>
                <a:lnTo>
                  <a:pt x="2291881" y="314187"/>
                </a:lnTo>
                <a:lnTo>
                  <a:pt x="2292029" y="313574"/>
                </a:lnTo>
                <a:lnTo>
                  <a:pt x="2292161" y="312952"/>
                </a:lnTo>
                <a:lnTo>
                  <a:pt x="2292278" y="312320"/>
                </a:lnTo>
                <a:lnTo>
                  <a:pt x="2292379" y="311677"/>
                </a:lnTo>
                <a:lnTo>
                  <a:pt x="2292465" y="311025"/>
                </a:lnTo>
                <a:lnTo>
                  <a:pt x="2292535" y="310363"/>
                </a:lnTo>
                <a:lnTo>
                  <a:pt x="2292590" y="309690"/>
                </a:lnTo>
                <a:lnTo>
                  <a:pt x="2292629" y="309008"/>
                </a:lnTo>
                <a:lnTo>
                  <a:pt x="2292652" y="308316"/>
                </a:lnTo>
                <a:lnTo>
                  <a:pt x="2292660" y="307613"/>
                </a:lnTo>
                <a:lnTo>
                  <a:pt x="2292654" y="306991"/>
                </a:lnTo>
                <a:lnTo>
                  <a:pt x="2292639" y="306379"/>
                </a:lnTo>
                <a:lnTo>
                  <a:pt x="2292612" y="305776"/>
                </a:lnTo>
                <a:lnTo>
                  <a:pt x="2292575" y="305184"/>
                </a:lnTo>
                <a:lnTo>
                  <a:pt x="2292528" y="304602"/>
                </a:lnTo>
                <a:lnTo>
                  <a:pt x="2292470" y="304029"/>
                </a:lnTo>
                <a:lnTo>
                  <a:pt x="2292401" y="303467"/>
                </a:lnTo>
                <a:lnTo>
                  <a:pt x="2292322" y="302915"/>
                </a:lnTo>
                <a:lnTo>
                  <a:pt x="2292232" y="302373"/>
                </a:lnTo>
                <a:lnTo>
                  <a:pt x="2292131" y="301840"/>
                </a:lnTo>
                <a:lnTo>
                  <a:pt x="2292020" y="301318"/>
                </a:lnTo>
                <a:lnTo>
                  <a:pt x="2291899" y="300806"/>
                </a:lnTo>
                <a:lnTo>
                  <a:pt x="2291767" y="300304"/>
                </a:lnTo>
                <a:lnTo>
                  <a:pt x="2291624" y="299812"/>
                </a:lnTo>
                <a:lnTo>
                  <a:pt x="2291471" y="299329"/>
                </a:lnTo>
                <a:lnTo>
                  <a:pt x="2291307" y="298857"/>
                </a:lnTo>
                <a:lnTo>
                  <a:pt x="2291133" y="298395"/>
                </a:lnTo>
                <a:lnTo>
                  <a:pt x="2290948" y="297943"/>
                </a:lnTo>
                <a:lnTo>
                  <a:pt x="2290752" y="297501"/>
                </a:lnTo>
                <a:lnTo>
                  <a:pt x="2290546" y="297069"/>
                </a:lnTo>
                <a:lnTo>
                  <a:pt x="2290330" y="296647"/>
                </a:lnTo>
                <a:lnTo>
                  <a:pt x="2290102" y="296235"/>
                </a:lnTo>
                <a:lnTo>
                  <a:pt x="2289865" y="295832"/>
                </a:lnTo>
                <a:lnTo>
                  <a:pt x="2289616" y="295440"/>
                </a:lnTo>
                <a:lnTo>
                  <a:pt x="2289356" y="295043"/>
                </a:lnTo>
                <a:lnTo>
                  <a:pt x="2289082" y="294652"/>
                </a:lnTo>
                <a:lnTo>
                  <a:pt x="2288796" y="294267"/>
                </a:lnTo>
                <a:lnTo>
                  <a:pt x="2288495" y="293888"/>
                </a:lnTo>
                <a:lnTo>
                  <a:pt x="2288182" y="293515"/>
                </a:lnTo>
                <a:lnTo>
                  <a:pt x="2287855" y="293148"/>
                </a:lnTo>
                <a:lnTo>
                  <a:pt x="2287514" y="292787"/>
                </a:lnTo>
                <a:lnTo>
                  <a:pt x="2287161" y="292433"/>
                </a:lnTo>
                <a:lnTo>
                  <a:pt x="2286793" y="292084"/>
                </a:lnTo>
                <a:lnTo>
                  <a:pt x="2286413" y="291742"/>
                </a:lnTo>
                <a:lnTo>
                  <a:pt x="2286019" y="291406"/>
                </a:lnTo>
                <a:lnTo>
                  <a:pt x="2285612" y="291076"/>
                </a:lnTo>
                <a:lnTo>
                  <a:pt x="2285192" y="290752"/>
                </a:lnTo>
                <a:lnTo>
                  <a:pt x="2284758" y="290434"/>
                </a:lnTo>
                <a:lnTo>
                  <a:pt x="2284311" y="290122"/>
                </a:lnTo>
                <a:lnTo>
                  <a:pt x="2283850" y="289817"/>
                </a:lnTo>
                <a:lnTo>
                  <a:pt x="2283377" y="289517"/>
                </a:lnTo>
                <a:lnTo>
                  <a:pt x="2282889" y="289224"/>
                </a:lnTo>
                <a:lnTo>
                  <a:pt x="2282389" y="288937"/>
                </a:lnTo>
                <a:lnTo>
                  <a:pt x="2281875" y="288655"/>
                </a:lnTo>
                <a:lnTo>
                  <a:pt x="2281348" y="288380"/>
                </a:lnTo>
                <a:lnTo>
                  <a:pt x="2280807" y="288112"/>
                </a:lnTo>
                <a:lnTo>
                  <a:pt x="2280253" y="287849"/>
                </a:lnTo>
                <a:lnTo>
                  <a:pt x="2279686" y="287592"/>
                </a:lnTo>
                <a:lnTo>
                  <a:pt x="2279117" y="287340"/>
                </a:lnTo>
                <a:lnTo>
                  <a:pt x="2278530" y="287092"/>
                </a:lnTo>
                <a:lnTo>
                  <a:pt x="2277927" y="286846"/>
                </a:lnTo>
                <a:lnTo>
                  <a:pt x="2277306" y="286604"/>
                </a:lnTo>
                <a:lnTo>
                  <a:pt x="2276667" y="286366"/>
                </a:lnTo>
                <a:lnTo>
                  <a:pt x="2276012" y="286131"/>
                </a:lnTo>
                <a:lnTo>
                  <a:pt x="2275339" y="285899"/>
                </a:lnTo>
                <a:lnTo>
                  <a:pt x="2274649" y="285670"/>
                </a:lnTo>
                <a:lnTo>
                  <a:pt x="2273942" y="285445"/>
                </a:lnTo>
                <a:lnTo>
                  <a:pt x="2273218" y="285223"/>
                </a:lnTo>
                <a:lnTo>
                  <a:pt x="2272476" y="285004"/>
                </a:lnTo>
                <a:lnTo>
                  <a:pt x="2271717" y="284789"/>
                </a:lnTo>
                <a:lnTo>
                  <a:pt x="2270941" y="284577"/>
                </a:lnTo>
                <a:lnTo>
                  <a:pt x="2270148" y="284369"/>
                </a:lnTo>
                <a:lnTo>
                  <a:pt x="2269337" y="284163"/>
                </a:lnTo>
                <a:lnTo>
                  <a:pt x="2268510" y="283962"/>
                </a:lnTo>
                <a:lnTo>
                  <a:pt x="2267665" y="283763"/>
                </a:lnTo>
                <a:lnTo>
                  <a:pt x="2266802" y="283568"/>
                </a:lnTo>
                <a:lnTo>
                  <a:pt x="2265923" y="283376"/>
                </a:lnTo>
                <a:lnTo>
                  <a:pt x="2265026" y="283187"/>
                </a:lnTo>
                <a:lnTo>
                  <a:pt x="2264112" y="283002"/>
                </a:lnTo>
                <a:lnTo>
                  <a:pt x="2263181" y="282820"/>
                </a:lnTo>
                <a:lnTo>
                  <a:pt x="2262232" y="282642"/>
                </a:lnTo>
                <a:lnTo>
                  <a:pt x="2261266" y="282467"/>
                </a:lnTo>
                <a:lnTo>
                  <a:pt x="2260487" y="282320"/>
                </a:lnTo>
                <a:lnTo>
                  <a:pt x="2259722" y="282174"/>
                </a:lnTo>
                <a:lnTo>
                  <a:pt x="2258972" y="282029"/>
                </a:lnTo>
                <a:lnTo>
                  <a:pt x="2258237" y="281884"/>
                </a:lnTo>
                <a:lnTo>
                  <a:pt x="2257517" y="281740"/>
                </a:lnTo>
                <a:lnTo>
                  <a:pt x="2256812" y="281596"/>
                </a:lnTo>
                <a:lnTo>
                  <a:pt x="2256122" y="281453"/>
                </a:lnTo>
                <a:lnTo>
                  <a:pt x="2255447" y="281310"/>
                </a:lnTo>
                <a:lnTo>
                  <a:pt x="2254787" y="281168"/>
                </a:lnTo>
                <a:lnTo>
                  <a:pt x="2254142" y="281026"/>
                </a:lnTo>
                <a:lnTo>
                  <a:pt x="2253513" y="280885"/>
                </a:lnTo>
                <a:lnTo>
                  <a:pt x="2252898" y="280745"/>
                </a:lnTo>
                <a:lnTo>
                  <a:pt x="2252298" y="280605"/>
                </a:lnTo>
                <a:lnTo>
                  <a:pt x="2251713" y="280466"/>
                </a:lnTo>
                <a:lnTo>
                  <a:pt x="2251143" y="280327"/>
                </a:lnTo>
                <a:lnTo>
                  <a:pt x="2250589" y="280189"/>
                </a:lnTo>
                <a:lnTo>
                  <a:pt x="2250049" y="280051"/>
                </a:lnTo>
                <a:lnTo>
                  <a:pt x="2249524" y="279914"/>
                </a:lnTo>
                <a:lnTo>
                  <a:pt x="2249014" y="279777"/>
                </a:lnTo>
                <a:lnTo>
                  <a:pt x="2248520" y="279642"/>
                </a:lnTo>
                <a:lnTo>
                  <a:pt x="2248040" y="279506"/>
                </a:lnTo>
                <a:lnTo>
                  <a:pt x="2247575" y="279371"/>
                </a:lnTo>
                <a:lnTo>
                  <a:pt x="2247126" y="279237"/>
                </a:lnTo>
                <a:lnTo>
                  <a:pt x="2246691" y="279103"/>
                </a:lnTo>
                <a:lnTo>
                  <a:pt x="2246283" y="278969"/>
                </a:lnTo>
                <a:lnTo>
                  <a:pt x="2245885" y="278834"/>
                </a:lnTo>
                <a:lnTo>
                  <a:pt x="2245497" y="278698"/>
                </a:lnTo>
                <a:lnTo>
                  <a:pt x="2245121" y="278560"/>
                </a:lnTo>
                <a:lnTo>
                  <a:pt x="2244755" y="278422"/>
                </a:lnTo>
                <a:lnTo>
                  <a:pt x="2244399" y="278282"/>
                </a:lnTo>
                <a:lnTo>
                  <a:pt x="2244054" y="278142"/>
                </a:lnTo>
                <a:lnTo>
                  <a:pt x="2243719" y="278000"/>
                </a:lnTo>
                <a:lnTo>
                  <a:pt x="2243395" y="277857"/>
                </a:lnTo>
                <a:lnTo>
                  <a:pt x="2243082" y="277713"/>
                </a:lnTo>
                <a:lnTo>
                  <a:pt x="2242779" y="277568"/>
                </a:lnTo>
                <a:lnTo>
                  <a:pt x="2242487" y="277421"/>
                </a:lnTo>
                <a:lnTo>
                  <a:pt x="2242205" y="277274"/>
                </a:lnTo>
                <a:lnTo>
                  <a:pt x="2241934" y="277126"/>
                </a:lnTo>
                <a:lnTo>
                  <a:pt x="2241674" y="276976"/>
                </a:lnTo>
                <a:lnTo>
                  <a:pt x="2241424" y="276825"/>
                </a:lnTo>
                <a:lnTo>
                  <a:pt x="2241184" y="276673"/>
                </a:lnTo>
                <a:lnTo>
                  <a:pt x="2240955" y="276520"/>
                </a:lnTo>
                <a:lnTo>
                  <a:pt x="2240737" y="276366"/>
                </a:lnTo>
                <a:lnTo>
                  <a:pt x="2240529" y="276211"/>
                </a:lnTo>
                <a:lnTo>
                  <a:pt x="2240332" y="276055"/>
                </a:lnTo>
                <a:lnTo>
                  <a:pt x="2240146" y="275898"/>
                </a:lnTo>
                <a:lnTo>
                  <a:pt x="2239970" y="275739"/>
                </a:lnTo>
                <a:lnTo>
                  <a:pt x="2239804" y="275579"/>
                </a:lnTo>
                <a:lnTo>
                  <a:pt x="2239647" y="275404"/>
                </a:lnTo>
                <a:lnTo>
                  <a:pt x="2239497" y="275226"/>
                </a:lnTo>
                <a:lnTo>
                  <a:pt x="2239353" y="275044"/>
                </a:lnTo>
                <a:lnTo>
                  <a:pt x="2239217" y="274859"/>
                </a:lnTo>
                <a:lnTo>
                  <a:pt x="2239087" y="274670"/>
                </a:lnTo>
                <a:lnTo>
                  <a:pt x="2238963" y="274478"/>
                </a:lnTo>
                <a:lnTo>
                  <a:pt x="2238846" y="274283"/>
                </a:lnTo>
                <a:lnTo>
                  <a:pt x="2238736" y="274085"/>
                </a:lnTo>
                <a:lnTo>
                  <a:pt x="2238633" y="273883"/>
                </a:lnTo>
                <a:lnTo>
                  <a:pt x="2238536" y="273677"/>
                </a:lnTo>
                <a:lnTo>
                  <a:pt x="2238446" y="273469"/>
                </a:lnTo>
                <a:lnTo>
                  <a:pt x="2238362" y="273257"/>
                </a:lnTo>
                <a:lnTo>
                  <a:pt x="2238286" y="273042"/>
                </a:lnTo>
                <a:lnTo>
                  <a:pt x="2238216" y="272823"/>
                </a:lnTo>
                <a:lnTo>
                  <a:pt x="2238152" y="272601"/>
                </a:lnTo>
                <a:lnTo>
                  <a:pt x="2238095" y="272376"/>
                </a:lnTo>
                <a:lnTo>
                  <a:pt x="2238045" y="272147"/>
                </a:lnTo>
                <a:lnTo>
                  <a:pt x="2238002" y="271916"/>
                </a:lnTo>
                <a:lnTo>
                  <a:pt x="2237965" y="271680"/>
                </a:lnTo>
                <a:lnTo>
                  <a:pt x="2237935" y="271442"/>
                </a:lnTo>
                <a:lnTo>
                  <a:pt x="2237912" y="271200"/>
                </a:lnTo>
                <a:lnTo>
                  <a:pt x="2237895" y="270955"/>
                </a:lnTo>
                <a:lnTo>
                  <a:pt x="2237885" y="270706"/>
                </a:lnTo>
                <a:lnTo>
                  <a:pt x="2237882" y="270454"/>
                </a:lnTo>
                <a:lnTo>
                  <a:pt x="2237914" y="269513"/>
                </a:lnTo>
                <a:lnTo>
                  <a:pt x="2238011" y="268612"/>
                </a:lnTo>
                <a:lnTo>
                  <a:pt x="2238172" y="267751"/>
                </a:lnTo>
                <a:lnTo>
                  <a:pt x="2238398" y="266930"/>
                </a:lnTo>
                <a:lnTo>
                  <a:pt x="2238688" y="266149"/>
                </a:lnTo>
                <a:lnTo>
                  <a:pt x="2239043" y="265409"/>
                </a:lnTo>
                <a:lnTo>
                  <a:pt x="2239462" y="264708"/>
                </a:lnTo>
                <a:lnTo>
                  <a:pt x="2239946" y="264047"/>
                </a:lnTo>
                <a:lnTo>
                  <a:pt x="2240495" y="263427"/>
                </a:lnTo>
                <a:lnTo>
                  <a:pt x="2241108" y="262846"/>
                </a:lnTo>
                <a:lnTo>
                  <a:pt x="2241785" y="262305"/>
                </a:lnTo>
                <a:lnTo>
                  <a:pt x="2242527" y="261805"/>
                </a:lnTo>
                <a:lnTo>
                  <a:pt x="2243333" y="261344"/>
                </a:lnTo>
                <a:lnTo>
                  <a:pt x="2244204" y="260924"/>
                </a:lnTo>
                <a:lnTo>
                  <a:pt x="2245140" y="260544"/>
                </a:lnTo>
                <a:lnTo>
                  <a:pt x="2246140" y="260203"/>
                </a:lnTo>
                <a:lnTo>
                  <a:pt x="2247204" y="259903"/>
                </a:lnTo>
                <a:lnTo>
                  <a:pt x="2248333" y="259643"/>
                </a:lnTo>
                <a:lnTo>
                  <a:pt x="2249527" y="259422"/>
                </a:lnTo>
                <a:lnTo>
                  <a:pt x="2250785" y="259242"/>
                </a:lnTo>
                <a:lnTo>
                  <a:pt x="2252107" y="259102"/>
                </a:lnTo>
                <a:lnTo>
                  <a:pt x="2253494" y="259002"/>
                </a:lnTo>
                <a:lnTo>
                  <a:pt x="2254946" y="258942"/>
                </a:lnTo>
                <a:lnTo>
                  <a:pt x="2256462" y="258922"/>
                </a:lnTo>
                <a:lnTo>
                  <a:pt x="2256901" y="258924"/>
                </a:lnTo>
                <a:lnTo>
                  <a:pt x="2257336" y="258930"/>
                </a:lnTo>
                <a:lnTo>
                  <a:pt x="2257768" y="258939"/>
                </a:lnTo>
                <a:lnTo>
                  <a:pt x="2258197" y="258953"/>
                </a:lnTo>
                <a:lnTo>
                  <a:pt x="2258622" y="258970"/>
                </a:lnTo>
                <a:lnTo>
                  <a:pt x="2259044" y="258992"/>
                </a:lnTo>
                <a:lnTo>
                  <a:pt x="2259463" y="259017"/>
                </a:lnTo>
                <a:lnTo>
                  <a:pt x="2259879" y="259046"/>
                </a:lnTo>
                <a:lnTo>
                  <a:pt x="2260291" y="259079"/>
                </a:lnTo>
                <a:lnTo>
                  <a:pt x="2260699" y="259116"/>
                </a:lnTo>
                <a:lnTo>
                  <a:pt x="2261105" y="259157"/>
                </a:lnTo>
                <a:lnTo>
                  <a:pt x="2261507" y="259202"/>
                </a:lnTo>
                <a:lnTo>
                  <a:pt x="2261906" y="259251"/>
                </a:lnTo>
                <a:lnTo>
                  <a:pt x="2262301" y="259303"/>
                </a:lnTo>
                <a:lnTo>
                  <a:pt x="2262693" y="259360"/>
                </a:lnTo>
                <a:lnTo>
                  <a:pt x="2263082" y="259420"/>
                </a:lnTo>
                <a:lnTo>
                  <a:pt x="2263467" y="259484"/>
                </a:lnTo>
                <a:lnTo>
                  <a:pt x="2263849" y="259552"/>
                </a:lnTo>
                <a:lnTo>
                  <a:pt x="2264228" y="259625"/>
                </a:lnTo>
                <a:lnTo>
                  <a:pt x="2264603" y="259700"/>
                </a:lnTo>
                <a:lnTo>
                  <a:pt x="2264975" y="259780"/>
                </a:lnTo>
                <a:lnTo>
                  <a:pt x="2265344" y="259864"/>
                </a:lnTo>
                <a:lnTo>
                  <a:pt x="2265709" y="259952"/>
                </a:lnTo>
                <a:lnTo>
                  <a:pt x="2266072" y="260043"/>
                </a:lnTo>
                <a:lnTo>
                  <a:pt x="2266442" y="260127"/>
                </a:lnTo>
                <a:lnTo>
                  <a:pt x="2266806" y="260218"/>
                </a:lnTo>
                <a:lnTo>
                  <a:pt x="2267163" y="260316"/>
                </a:lnTo>
                <a:lnTo>
                  <a:pt x="2267513" y="260421"/>
                </a:lnTo>
                <a:lnTo>
                  <a:pt x="2267857" y="260534"/>
                </a:lnTo>
                <a:lnTo>
                  <a:pt x="2268194" y="260654"/>
                </a:lnTo>
                <a:lnTo>
                  <a:pt x="2268524" y="260781"/>
                </a:lnTo>
                <a:lnTo>
                  <a:pt x="2268848" y="260915"/>
                </a:lnTo>
                <a:lnTo>
                  <a:pt x="2269165" y="261057"/>
                </a:lnTo>
                <a:lnTo>
                  <a:pt x="2269475" y="261205"/>
                </a:lnTo>
                <a:lnTo>
                  <a:pt x="2269779" y="261361"/>
                </a:lnTo>
                <a:lnTo>
                  <a:pt x="2270076" y="261525"/>
                </a:lnTo>
                <a:lnTo>
                  <a:pt x="2270366" y="261695"/>
                </a:lnTo>
                <a:lnTo>
                  <a:pt x="2270650" y="261873"/>
                </a:lnTo>
                <a:lnTo>
                  <a:pt x="2270927" y="262058"/>
                </a:lnTo>
                <a:lnTo>
                  <a:pt x="2271197" y="262250"/>
                </a:lnTo>
                <a:lnTo>
                  <a:pt x="2271461" y="262449"/>
                </a:lnTo>
                <a:lnTo>
                  <a:pt x="2271718" y="262656"/>
                </a:lnTo>
                <a:lnTo>
                  <a:pt x="2271968" y="262870"/>
                </a:lnTo>
                <a:lnTo>
                  <a:pt x="2272211" y="263091"/>
                </a:lnTo>
                <a:lnTo>
                  <a:pt x="2272448" y="263319"/>
                </a:lnTo>
                <a:lnTo>
                  <a:pt x="2272679" y="263555"/>
                </a:lnTo>
                <a:lnTo>
                  <a:pt x="2272902" y="263797"/>
                </a:lnTo>
                <a:lnTo>
                  <a:pt x="2273119" y="264047"/>
                </a:lnTo>
                <a:lnTo>
                  <a:pt x="2273341" y="264293"/>
                </a:lnTo>
                <a:lnTo>
                  <a:pt x="2273554" y="264548"/>
                </a:lnTo>
                <a:lnTo>
                  <a:pt x="2273757" y="264813"/>
                </a:lnTo>
                <a:lnTo>
                  <a:pt x="2273951" y="265088"/>
                </a:lnTo>
                <a:lnTo>
                  <a:pt x="2274135" y="265374"/>
                </a:lnTo>
                <a:lnTo>
                  <a:pt x="2274310" y="265669"/>
                </a:lnTo>
                <a:lnTo>
                  <a:pt x="2274476" y="265974"/>
                </a:lnTo>
                <a:lnTo>
                  <a:pt x="2274632" y="266290"/>
                </a:lnTo>
                <a:lnTo>
                  <a:pt x="2274778" y="266615"/>
                </a:lnTo>
                <a:lnTo>
                  <a:pt x="2274915" y="266950"/>
                </a:lnTo>
                <a:lnTo>
                  <a:pt x="2275043" y="267296"/>
                </a:lnTo>
                <a:lnTo>
                  <a:pt x="2275161" y="267651"/>
                </a:lnTo>
                <a:lnTo>
                  <a:pt x="2275270" y="268016"/>
                </a:lnTo>
                <a:lnTo>
                  <a:pt x="2275369" y="268392"/>
                </a:lnTo>
                <a:lnTo>
                  <a:pt x="2275459" y="268777"/>
                </a:lnTo>
                <a:lnTo>
                  <a:pt x="2275539" y="269173"/>
                </a:lnTo>
                <a:lnTo>
                  <a:pt x="2275610" y="269578"/>
                </a:lnTo>
                <a:lnTo>
                  <a:pt x="2275672" y="269994"/>
                </a:lnTo>
                <a:lnTo>
                  <a:pt x="2275724" y="270419"/>
                </a:lnTo>
                <a:lnTo>
                  <a:pt x="2275766" y="270854"/>
                </a:lnTo>
                <a:lnTo>
                  <a:pt x="2275799" y="271300"/>
                </a:lnTo>
                <a:lnTo>
                  <a:pt x="2275823" y="271755"/>
                </a:lnTo>
                <a:lnTo>
                  <a:pt x="2275837" y="272221"/>
                </a:lnTo>
                <a:lnTo>
                  <a:pt x="2275842" y="272696"/>
                </a:lnTo>
                <a:lnTo>
                  <a:pt x="2289777" y="272696"/>
                </a:lnTo>
                <a:lnTo>
                  <a:pt x="2289803" y="272604"/>
                </a:lnTo>
                <a:lnTo>
                  <a:pt x="2289828" y="272513"/>
                </a:lnTo>
                <a:lnTo>
                  <a:pt x="2289852" y="272424"/>
                </a:lnTo>
                <a:lnTo>
                  <a:pt x="2289875" y="272336"/>
                </a:lnTo>
                <a:lnTo>
                  <a:pt x="2289896" y="272250"/>
                </a:lnTo>
                <a:lnTo>
                  <a:pt x="2289917" y="272166"/>
                </a:lnTo>
                <a:lnTo>
                  <a:pt x="2289936" y="272083"/>
                </a:lnTo>
                <a:lnTo>
                  <a:pt x="2289955" y="272002"/>
                </a:lnTo>
                <a:lnTo>
                  <a:pt x="2289972" y="271923"/>
                </a:lnTo>
                <a:lnTo>
                  <a:pt x="2289988" y="271845"/>
                </a:lnTo>
                <a:lnTo>
                  <a:pt x="2290003" y="271770"/>
                </a:lnTo>
                <a:lnTo>
                  <a:pt x="2290017" y="271695"/>
                </a:lnTo>
                <a:lnTo>
                  <a:pt x="2290030" y="271623"/>
                </a:lnTo>
                <a:lnTo>
                  <a:pt x="2290042" y="271552"/>
                </a:lnTo>
                <a:lnTo>
                  <a:pt x="2290052" y="271483"/>
                </a:lnTo>
                <a:lnTo>
                  <a:pt x="2290062" y="271415"/>
                </a:lnTo>
                <a:lnTo>
                  <a:pt x="2290070" y="271349"/>
                </a:lnTo>
                <a:lnTo>
                  <a:pt x="2290077" y="271285"/>
                </a:lnTo>
                <a:lnTo>
                  <a:pt x="2290083" y="271222"/>
                </a:lnTo>
                <a:lnTo>
                  <a:pt x="2290088" y="271161"/>
                </a:lnTo>
                <a:lnTo>
                  <a:pt x="2290092" y="271102"/>
                </a:lnTo>
                <a:lnTo>
                  <a:pt x="2290095" y="271045"/>
                </a:lnTo>
                <a:lnTo>
                  <a:pt x="2290097" y="270989"/>
                </a:lnTo>
                <a:lnTo>
                  <a:pt x="2290097" y="270935"/>
                </a:lnTo>
                <a:lnTo>
                  <a:pt x="2290097" y="270881"/>
                </a:lnTo>
                <a:lnTo>
                  <a:pt x="2290097" y="270829"/>
                </a:lnTo>
                <a:lnTo>
                  <a:pt x="2290097" y="270777"/>
                </a:lnTo>
                <a:lnTo>
                  <a:pt x="2290097" y="270725"/>
                </a:lnTo>
                <a:lnTo>
                  <a:pt x="2290097" y="270675"/>
                </a:lnTo>
                <a:lnTo>
                  <a:pt x="2290097" y="270624"/>
                </a:lnTo>
                <a:lnTo>
                  <a:pt x="2290097" y="270574"/>
                </a:lnTo>
                <a:lnTo>
                  <a:pt x="2290097" y="270525"/>
                </a:lnTo>
                <a:lnTo>
                  <a:pt x="2290097" y="270477"/>
                </a:lnTo>
                <a:lnTo>
                  <a:pt x="2290097" y="270428"/>
                </a:lnTo>
                <a:lnTo>
                  <a:pt x="2290097" y="270381"/>
                </a:lnTo>
                <a:lnTo>
                  <a:pt x="2290097" y="270334"/>
                </a:lnTo>
                <a:lnTo>
                  <a:pt x="2290097" y="270287"/>
                </a:lnTo>
                <a:lnTo>
                  <a:pt x="2290097" y="270242"/>
                </a:lnTo>
                <a:lnTo>
                  <a:pt x="2290097" y="270196"/>
                </a:lnTo>
                <a:lnTo>
                  <a:pt x="2290097" y="270151"/>
                </a:lnTo>
                <a:lnTo>
                  <a:pt x="2290097" y="270107"/>
                </a:lnTo>
                <a:lnTo>
                  <a:pt x="2290097" y="270064"/>
                </a:lnTo>
                <a:lnTo>
                  <a:pt x="2290097" y="270021"/>
                </a:lnTo>
                <a:lnTo>
                  <a:pt x="2290097" y="269978"/>
                </a:lnTo>
                <a:lnTo>
                  <a:pt x="2290097" y="269936"/>
                </a:lnTo>
                <a:lnTo>
                  <a:pt x="2290097" y="269895"/>
                </a:lnTo>
                <a:lnTo>
                  <a:pt x="2290097" y="269854"/>
                </a:lnTo>
                <a:lnTo>
                  <a:pt x="2290097" y="269813"/>
                </a:lnTo>
                <a:lnTo>
                  <a:pt x="2290090" y="269243"/>
                </a:lnTo>
                <a:lnTo>
                  <a:pt x="2290067" y="268680"/>
                </a:lnTo>
                <a:lnTo>
                  <a:pt x="2290030" y="268124"/>
                </a:lnTo>
                <a:lnTo>
                  <a:pt x="2289977" y="267575"/>
                </a:lnTo>
                <a:lnTo>
                  <a:pt x="2289910" y="267034"/>
                </a:lnTo>
                <a:lnTo>
                  <a:pt x="2289827" y="266500"/>
                </a:lnTo>
                <a:lnTo>
                  <a:pt x="2289729" y="265973"/>
                </a:lnTo>
                <a:lnTo>
                  <a:pt x="2289617" y="265453"/>
                </a:lnTo>
                <a:lnTo>
                  <a:pt x="2289489" y="264941"/>
                </a:lnTo>
                <a:lnTo>
                  <a:pt x="2289346" y="264435"/>
                </a:lnTo>
                <a:lnTo>
                  <a:pt x="2289189" y="263937"/>
                </a:lnTo>
                <a:lnTo>
                  <a:pt x="2289016" y="263447"/>
                </a:lnTo>
                <a:lnTo>
                  <a:pt x="2288828" y="262963"/>
                </a:lnTo>
                <a:lnTo>
                  <a:pt x="2288626" y="262487"/>
                </a:lnTo>
                <a:lnTo>
                  <a:pt x="2288408" y="262018"/>
                </a:lnTo>
                <a:lnTo>
                  <a:pt x="2288175" y="261556"/>
                </a:lnTo>
                <a:lnTo>
                  <a:pt x="2287927" y="261101"/>
                </a:lnTo>
                <a:lnTo>
                  <a:pt x="2287665" y="260654"/>
                </a:lnTo>
                <a:lnTo>
                  <a:pt x="2287387" y="260214"/>
                </a:lnTo>
                <a:lnTo>
                  <a:pt x="2287094" y="259781"/>
                </a:lnTo>
                <a:lnTo>
                  <a:pt x="2286786" y="259355"/>
                </a:lnTo>
                <a:lnTo>
                  <a:pt x="2286463" y="258936"/>
                </a:lnTo>
                <a:lnTo>
                  <a:pt x="2286126" y="258525"/>
                </a:lnTo>
                <a:lnTo>
                  <a:pt x="2285773" y="258121"/>
                </a:lnTo>
                <a:lnTo>
                  <a:pt x="2285407" y="257711"/>
                </a:lnTo>
                <a:lnTo>
                  <a:pt x="2285031" y="257309"/>
                </a:lnTo>
                <a:lnTo>
                  <a:pt x="2284644" y="256915"/>
                </a:lnTo>
                <a:lnTo>
                  <a:pt x="2284247" y="256528"/>
                </a:lnTo>
                <a:lnTo>
                  <a:pt x="2283839" y="256149"/>
                </a:lnTo>
                <a:lnTo>
                  <a:pt x="2283420" y="255779"/>
                </a:lnTo>
                <a:lnTo>
                  <a:pt x="2282991" y="255415"/>
                </a:lnTo>
                <a:lnTo>
                  <a:pt x="2282551" y="255060"/>
                </a:lnTo>
                <a:lnTo>
                  <a:pt x="2282101" y="254712"/>
                </a:lnTo>
                <a:lnTo>
                  <a:pt x="2281640" y="254373"/>
                </a:lnTo>
                <a:lnTo>
                  <a:pt x="2281169" y="254041"/>
                </a:lnTo>
                <a:lnTo>
                  <a:pt x="2280687" y="253716"/>
                </a:lnTo>
                <a:lnTo>
                  <a:pt x="2280195" y="253400"/>
                </a:lnTo>
                <a:lnTo>
                  <a:pt x="2279692" y="253091"/>
                </a:lnTo>
                <a:lnTo>
                  <a:pt x="2279178" y="252790"/>
                </a:lnTo>
                <a:lnTo>
                  <a:pt x="2278654" y="252497"/>
                </a:lnTo>
                <a:lnTo>
                  <a:pt x="2278119" y="252212"/>
                </a:lnTo>
                <a:lnTo>
                  <a:pt x="2277574" y="251935"/>
                </a:lnTo>
                <a:lnTo>
                  <a:pt x="2277018" y="251665"/>
                </a:lnTo>
                <a:lnTo>
                  <a:pt x="2276451" y="251403"/>
                </a:lnTo>
                <a:lnTo>
                  <a:pt x="2275874" y="251149"/>
                </a:lnTo>
                <a:lnTo>
                  <a:pt x="2275287" y="250902"/>
                </a:lnTo>
                <a:lnTo>
                  <a:pt x="2274689" y="250664"/>
                </a:lnTo>
                <a:lnTo>
                  <a:pt x="2274080" y="250433"/>
                </a:lnTo>
                <a:lnTo>
                  <a:pt x="2273476" y="250211"/>
                </a:lnTo>
                <a:lnTo>
                  <a:pt x="2272865" y="249998"/>
                </a:lnTo>
                <a:lnTo>
                  <a:pt x="2272248" y="249795"/>
                </a:lnTo>
                <a:lnTo>
                  <a:pt x="2271624" y="249601"/>
                </a:lnTo>
                <a:lnTo>
                  <a:pt x="2270993" y="249417"/>
                </a:lnTo>
                <a:lnTo>
                  <a:pt x="2270356" y="249242"/>
                </a:lnTo>
                <a:lnTo>
                  <a:pt x="2269712" y="249076"/>
                </a:lnTo>
                <a:lnTo>
                  <a:pt x="2269061" y="248920"/>
                </a:lnTo>
                <a:lnTo>
                  <a:pt x="2268404" y="248774"/>
                </a:lnTo>
                <a:lnTo>
                  <a:pt x="2267740" y="248637"/>
                </a:lnTo>
                <a:lnTo>
                  <a:pt x="2267069" y="248509"/>
                </a:lnTo>
                <a:lnTo>
                  <a:pt x="2266392" y="248391"/>
                </a:lnTo>
                <a:lnTo>
                  <a:pt x="2265708" y="248282"/>
                </a:lnTo>
                <a:lnTo>
                  <a:pt x="2265017" y="248183"/>
                </a:lnTo>
                <a:lnTo>
                  <a:pt x="2264320" y="248093"/>
                </a:lnTo>
                <a:lnTo>
                  <a:pt x="2263616" y="248013"/>
                </a:lnTo>
                <a:lnTo>
                  <a:pt x="2262905" y="247942"/>
                </a:lnTo>
                <a:lnTo>
                  <a:pt x="2262187" y="247880"/>
                </a:lnTo>
                <a:lnTo>
                  <a:pt x="2261463" y="247828"/>
                </a:lnTo>
                <a:lnTo>
                  <a:pt x="2260733" y="247786"/>
                </a:lnTo>
                <a:lnTo>
                  <a:pt x="2259995" y="247753"/>
                </a:lnTo>
                <a:lnTo>
                  <a:pt x="2259251" y="247729"/>
                </a:lnTo>
                <a:lnTo>
                  <a:pt x="2258500" y="247715"/>
                </a:lnTo>
                <a:lnTo>
                  <a:pt x="2257743" y="247710"/>
                </a:lnTo>
                <a:lnTo>
                  <a:pt x="2256880" y="247715"/>
                </a:lnTo>
                <a:lnTo>
                  <a:pt x="2256025" y="247729"/>
                </a:lnTo>
                <a:lnTo>
                  <a:pt x="2255180" y="247753"/>
                </a:lnTo>
                <a:lnTo>
                  <a:pt x="2254344" y="247786"/>
                </a:lnTo>
                <a:lnTo>
                  <a:pt x="2253516" y="247828"/>
                </a:lnTo>
                <a:lnTo>
                  <a:pt x="2252697" y="247880"/>
                </a:lnTo>
                <a:lnTo>
                  <a:pt x="2251888" y="247942"/>
                </a:lnTo>
                <a:lnTo>
                  <a:pt x="2251087" y="248013"/>
                </a:lnTo>
                <a:lnTo>
                  <a:pt x="2250295" y="248093"/>
                </a:lnTo>
                <a:lnTo>
                  <a:pt x="2249512" y="248183"/>
                </a:lnTo>
                <a:lnTo>
                  <a:pt x="2248738" y="248282"/>
                </a:lnTo>
                <a:lnTo>
                  <a:pt x="2247973" y="248391"/>
                </a:lnTo>
                <a:lnTo>
                  <a:pt x="2247216" y="248509"/>
                </a:lnTo>
                <a:lnTo>
                  <a:pt x="2246469" y="248637"/>
                </a:lnTo>
                <a:lnTo>
                  <a:pt x="2245730" y="248774"/>
                </a:lnTo>
                <a:lnTo>
                  <a:pt x="2245001" y="248920"/>
                </a:lnTo>
                <a:lnTo>
                  <a:pt x="2244280" y="249076"/>
                </a:lnTo>
                <a:lnTo>
                  <a:pt x="2243568" y="249242"/>
                </a:lnTo>
                <a:lnTo>
                  <a:pt x="2242865" y="249417"/>
                </a:lnTo>
                <a:lnTo>
                  <a:pt x="2242171" y="249601"/>
                </a:lnTo>
                <a:lnTo>
                  <a:pt x="2241486" y="249795"/>
                </a:lnTo>
                <a:lnTo>
                  <a:pt x="2240809" y="249998"/>
                </a:lnTo>
                <a:lnTo>
                  <a:pt x="2240142" y="250211"/>
                </a:lnTo>
                <a:lnTo>
                  <a:pt x="2239484" y="250433"/>
                </a:lnTo>
                <a:lnTo>
                  <a:pt x="2238849" y="250664"/>
                </a:lnTo>
                <a:lnTo>
                  <a:pt x="2238226" y="250905"/>
                </a:lnTo>
                <a:lnTo>
                  <a:pt x="2237614" y="251154"/>
                </a:lnTo>
                <a:lnTo>
                  <a:pt x="2237014" y="251412"/>
                </a:lnTo>
                <a:lnTo>
                  <a:pt x="2236426" y="251679"/>
                </a:lnTo>
                <a:lnTo>
                  <a:pt x="2235850" y="251955"/>
                </a:lnTo>
                <a:lnTo>
                  <a:pt x="2235285" y="252239"/>
                </a:lnTo>
                <a:lnTo>
                  <a:pt x="2234732" y="252533"/>
                </a:lnTo>
                <a:lnTo>
                  <a:pt x="2234191" y="252835"/>
                </a:lnTo>
                <a:lnTo>
                  <a:pt x="2233661" y="253147"/>
                </a:lnTo>
                <a:lnTo>
                  <a:pt x="2233143" y="253467"/>
                </a:lnTo>
                <a:lnTo>
                  <a:pt x="2232637" y="253796"/>
                </a:lnTo>
                <a:lnTo>
                  <a:pt x="2232142" y="254135"/>
                </a:lnTo>
                <a:lnTo>
                  <a:pt x="2231659" y="254482"/>
                </a:lnTo>
                <a:lnTo>
                  <a:pt x="2231188" y="254838"/>
                </a:lnTo>
                <a:lnTo>
                  <a:pt x="2230728" y="255202"/>
                </a:lnTo>
                <a:lnTo>
                  <a:pt x="2230280" y="255576"/>
                </a:lnTo>
                <a:lnTo>
                  <a:pt x="2229844" y="255959"/>
                </a:lnTo>
                <a:lnTo>
                  <a:pt x="2229419" y="256350"/>
                </a:lnTo>
                <a:lnTo>
                  <a:pt x="2229006" y="256751"/>
                </a:lnTo>
                <a:lnTo>
                  <a:pt x="2228605" y="257160"/>
                </a:lnTo>
                <a:lnTo>
                  <a:pt x="2228215" y="257578"/>
                </a:lnTo>
                <a:lnTo>
                  <a:pt x="2227837" y="258005"/>
                </a:lnTo>
                <a:lnTo>
                  <a:pt x="2227471" y="258441"/>
                </a:lnTo>
                <a:lnTo>
                  <a:pt x="2227118" y="258887"/>
                </a:lnTo>
                <a:lnTo>
                  <a:pt x="2226780" y="259341"/>
                </a:lnTo>
                <a:lnTo>
                  <a:pt x="2226458" y="259805"/>
                </a:lnTo>
                <a:lnTo>
                  <a:pt x="2226150" y="260279"/>
                </a:lnTo>
                <a:lnTo>
                  <a:pt x="2225857" y="260762"/>
                </a:lnTo>
                <a:lnTo>
                  <a:pt x="2225579" y="261254"/>
                </a:lnTo>
                <a:lnTo>
                  <a:pt x="2225316" y="261756"/>
                </a:lnTo>
                <a:lnTo>
                  <a:pt x="2225069" y="262268"/>
                </a:lnTo>
                <a:lnTo>
                  <a:pt x="2224836" y="262788"/>
                </a:lnTo>
                <a:lnTo>
                  <a:pt x="2224618" y="263319"/>
                </a:lnTo>
                <a:lnTo>
                  <a:pt x="2224415" y="263858"/>
                </a:lnTo>
                <a:lnTo>
                  <a:pt x="2224228" y="264408"/>
                </a:lnTo>
                <a:lnTo>
                  <a:pt x="2224055" y="264966"/>
                </a:lnTo>
                <a:lnTo>
                  <a:pt x="2223897" y="265534"/>
                </a:lnTo>
                <a:lnTo>
                  <a:pt x="2223755" y="266112"/>
                </a:lnTo>
                <a:lnTo>
                  <a:pt x="2223627" y="266699"/>
                </a:lnTo>
                <a:lnTo>
                  <a:pt x="2223514" y="267295"/>
                </a:lnTo>
                <a:lnTo>
                  <a:pt x="2223417" y="267901"/>
                </a:lnTo>
                <a:lnTo>
                  <a:pt x="2223334" y="268517"/>
                </a:lnTo>
                <a:lnTo>
                  <a:pt x="2223266" y="269142"/>
                </a:lnTo>
                <a:lnTo>
                  <a:pt x="2223214" y="269776"/>
                </a:lnTo>
                <a:lnTo>
                  <a:pt x="2223176" y="270420"/>
                </a:lnTo>
                <a:lnTo>
                  <a:pt x="2223154" y="271073"/>
                </a:lnTo>
                <a:lnTo>
                  <a:pt x="2223146" y="271735"/>
                </a:lnTo>
                <a:lnTo>
                  <a:pt x="2223151" y="272305"/>
                </a:lnTo>
                <a:lnTo>
                  <a:pt x="2223166" y="272868"/>
                </a:lnTo>
                <a:lnTo>
                  <a:pt x="2223191" y="273422"/>
                </a:lnTo>
                <a:lnTo>
                  <a:pt x="2223226" y="273969"/>
                </a:lnTo>
                <a:lnTo>
                  <a:pt x="2223271" y="274508"/>
                </a:lnTo>
                <a:lnTo>
                  <a:pt x="2223326" y="275039"/>
                </a:lnTo>
                <a:lnTo>
                  <a:pt x="2223392" y="275562"/>
                </a:lnTo>
                <a:lnTo>
                  <a:pt x="2223467" y="276078"/>
                </a:lnTo>
                <a:lnTo>
                  <a:pt x="2223552" y="276585"/>
                </a:lnTo>
                <a:lnTo>
                  <a:pt x="2223647" y="277085"/>
                </a:lnTo>
                <a:lnTo>
                  <a:pt x="2223752" y="277578"/>
                </a:lnTo>
                <a:lnTo>
                  <a:pt x="2223867" y="278062"/>
                </a:lnTo>
                <a:lnTo>
                  <a:pt x="2223992" y="278539"/>
                </a:lnTo>
                <a:lnTo>
                  <a:pt x="2224127" y="279007"/>
                </a:lnTo>
                <a:lnTo>
                  <a:pt x="2224272" y="279469"/>
                </a:lnTo>
                <a:lnTo>
                  <a:pt x="2224428" y="279922"/>
                </a:lnTo>
                <a:lnTo>
                  <a:pt x="2224593" y="280367"/>
                </a:lnTo>
                <a:lnTo>
                  <a:pt x="2224768" y="280805"/>
                </a:lnTo>
                <a:lnTo>
                  <a:pt x="2224953" y="281235"/>
                </a:lnTo>
                <a:lnTo>
                  <a:pt x="2225148" y="281657"/>
                </a:lnTo>
                <a:lnTo>
                  <a:pt x="2225354" y="282071"/>
                </a:lnTo>
                <a:lnTo>
                  <a:pt x="2225569" y="282478"/>
                </a:lnTo>
                <a:lnTo>
                  <a:pt x="2225794" y="282877"/>
                </a:lnTo>
                <a:lnTo>
                  <a:pt x="2226029" y="283267"/>
                </a:lnTo>
                <a:lnTo>
                  <a:pt x="2226276" y="283638"/>
                </a:lnTo>
                <a:lnTo>
                  <a:pt x="2226535" y="284004"/>
                </a:lnTo>
                <a:lnTo>
                  <a:pt x="2226808" y="284364"/>
                </a:lnTo>
                <a:lnTo>
                  <a:pt x="2227093" y="284718"/>
                </a:lnTo>
                <a:lnTo>
                  <a:pt x="2227391" y="285067"/>
                </a:lnTo>
                <a:lnTo>
                  <a:pt x="2227701" y="285410"/>
                </a:lnTo>
                <a:lnTo>
                  <a:pt x="2228025" y="285747"/>
                </a:lnTo>
                <a:lnTo>
                  <a:pt x="2228361" y="286079"/>
                </a:lnTo>
                <a:lnTo>
                  <a:pt x="2228710" y="286406"/>
                </a:lnTo>
                <a:lnTo>
                  <a:pt x="2229072" y="286727"/>
                </a:lnTo>
                <a:lnTo>
                  <a:pt x="2229446" y="287042"/>
                </a:lnTo>
                <a:lnTo>
                  <a:pt x="2229834" y="287352"/>
                </a:lnTo>
                <a:lnTo>
                  <a:pt x="2230234" y="287656"/>
                </a:lnTo>
                <a:lnTo>
                  <a:pt x="2230647" y="287955"/>
                </a:lnTo>
                <a:lnTo>
                  <a:pt x="2231072" y="288248"/>
                </a:lnTo>
                <a:lnTo>
                  <a:pt x="2231511" y="288535"/>
                </a:lnTo>
                <a:lnTo>
                  <a:pt x="2231962" y="288817"/>
                </a:lnTo>
                <a:lnTo>
                  <a:pt x="2232426" y="289094"/>
                </a:lnTo>
                <a:lnTo>
                  <a:pt x="2232903" y="289365"/>
                </a:lnTo>
                <a:lnTo>
                  <a:pt x="2233393" y="289630"/>
                </a:lnTo>
                <a:lnTo>
                  <a:pt x="2233895" y="289890"/>
                </a:lnTo>
                <a:lnTo>
                  <a:pt x="2234411" y="290144"/>
                </a:lnTo>
                <a:lnTo>
                  <a:pt x="2234939" y="290392"/>
                </a:lnTo>
                <a:lnTo>
                  <a:pt x="2235480" y="290635"/>
                </a:lnTo>
                <a:lnTo>
                  <a:pt x="2236034" y="290861"/>
                </a:lnTo>
                <a:lnTo>
                  <a:pt x="2236603" y="291084"/>
                </a:lnTo>
                <a:lnTo>
                  <a:pt x="2237186" y="291304"/>
                </a:lnTo>
                <a:lnTo>
                  <a:pt x="2237784" y="291521"/>
                </a:lnTo>
                <a:lnTo>
                  <a:pt x="2238397" y="291735"/>
                </a:lnTo>
                <a:lnTo>
                  <a:pt x="2239023" y="291947"/>
                </a:lnTo>
                <a:lnTo>
                  <a:pt x="2239665" y="292156"/>
                </a:lnTo>
                <a:lnTo>
                  <a:pt x="2240320" y="292362"/>
                </a:lnTo>
                <a:lnTo>
                  <a:pt x="2240990" y="292565"/>
                </a:lnTo>
                <a:lnTo>
                  <a:pt x="2241675" y="292765"/>
                </a:lnTo>
                <a:lnTo>
                  <a:pt x="2242374" y="292963"/>
                </a:lnTo>
                <a:lnTo>
                  <a:pt x="2243088" y="293158"/>
                </a:lnTo>
                <a:lnTo>
                  <a:pt x="2243816" y="293350"/>
                </a:lnTo>
                <a:lnTo>
                  <a:pt x="2244558" y="293539"/>
                </a:lnTo>
                <a:lnTo>
                  <a:pt x="2245315" y="293726"/>
                </a:lnTo>
                <a:lnTo>
                  <a:pt x="2246086" y="293910"/>
                </a:lnTo>
                <a:lnTo>
                  <a:pt x="2246872" y="294091"/>
                </a:lnTo>
                <a:lnTo>
                  <a:pt x="2247673" y="294269"/>
                </a:lnTo>
                <a:lnTo>
                  <a:pt x="2248487" y="294445"/>
                </a:lnTo>
                <a:lnTo>
                  <a:pt x="2249316" y="294617"/>
                </a:lnTo>
                <a:lnTo>
                  <a:pt x="2250160" y="294787"/>
                </a:lnTo>
                <a:lnTo>
                  <a:pt x="2251018" y="294954"/>
                </a:lnTo>
                <a:lnTo>
                  <a:pt x="2251891" y="295119"/>
                </a:lnTo>
                <a:lnTo>
                  <a:pt x="2252778" y="295280"/>
                </a:lnTo>
                <a:lnTo>
                  <a:pt x="2253610" y="295414"/>
                </a:lnTo>
                <a:lnTo>
                  <a:pt x="2254426" y="295548"/>
                </a:lnTo>
                <a:lnTo>
                  <a:pt x="2255225" y="295683"/>
                </a:lnTo>
                <a:lnTo>
                  <a:pt x="2256008" y="295819"/>
                </a:lnTo>
                <a:lnTo>
                  <a:pt x="2256774" y="295955"/>
                </a:lnTo>
                <a:lnTo>
                  <a:pt x="2257523" y="296091"/>
                </a:lnTo>
                <a:lnTo>
                  <a:pt x="2258255" y="296228"/>
                </a:lnTo>
                <a:lnTo>
                  <a:pt x="2258971" y="296366"/>
                </a:lnTo>
                <a:lnTo>
                  <a:pt x="2259670" y="296504"/>
                </a:lnTo>
                <a:lnTo>
                  <a:pt x="2260353" y="296643"/>
                </a:lnTo>
                <a:lnTo>
                  <a:pt x="2261018" y="296782"/>
                </a:lnTo>
                <a:lnTo>
                  <a:pt x="2261667" y="296922"/>
                </a:lnTo>
                <a:lnTo>
                  <a:pt x="2262300" y="297062"/>
                </a:lnTo>
                <a:lnTo>
                  <a:pt x="2262915" y="297203"/>
                </a:lnTo>
                <a:lnTo>
                  <a:pt x="2263514" y="297345"/>
                </a:lnTo>
                <a:lnTo>
                  <a:pt x="2264096" y="297487"/>
                </a:lnTo>
                <a:lnTo>
                  <a:pt x="2264662" y="297630"/>
                </a:lnTo>
                <a:lnTo>
                  <a:pt x="2265211" y="297773"/>
                </a:lnTo>
                <a:lnTo>
                  <a:pt x="2265743" y="297917"/>
                </a:lnTo>
                <a:lnTo>
                  <a:pt x="2266259" y="298061"/>
                </a:lnTo>
                <a:lnTo>
                  <a:pt x="2266758" y="298206"/>
                </a:lnTo>
                <a:lnTo>
                  <a:pt x="2267240" y="298351"/>
                </a:lnTo>
                <a:lnTo>
                  <a:pt x="2267705" y="298497"/>
                </a:lnTo>
                <a:lnTo>
                  <a:pt x="2268154" y="298644"/>
                </a:lnTo>
                <a:lnTo>
                  <a:pt x="2268602" y="298792"/>
                </a:lnTo>
                <a:lnTo>
                  <a:pt x="2269038" y="298942"/>
                </a:lnTo>
                <a:lnTo>
                  <a:pt x="2269463" y="299094"/>
                </a:lnTo>
                <a:lnTo>
                  <a:pt x="2269876" y="299249"/>
                </a:lnTo>
                <a:lnTo>
                  <a:pt x="2270277" y="299406"/>
                </a:lnTo>
                <a:lnTo>
                  <a:pt x="2270667" y="299565"/>
                </a:lnTo>
                <a:lnTo>
                  <a:pt x="2271044" y="299726"/>
                </a:lnTo>
                <a:lnTo>
                  <a:pt x="2271411" y="299890"/>
                </a:lnTo>
                <a:lnTo>
                  <a:pt x="2271765" y="300055"/>
                </a:lnTo>
                <a:lnTo>
                  <a:pt x="2272108" y="300223"/>
                </a:lnTo>
                <a:lnTo>
                  <a:pt x="2272439" y="300393"/>
                </a:lnTo>
                <a:lnTo>
                  <a:pt x="2272759" y="300566"/>
                </a:lnTo>
                <a:lnTo>
                  <a:pt x="2273067" y="300740"/>
                </a:lnTo>
                <a:lnTo>
                  <a:pt x="2273363" y="300917"/>
                </a:lnTo>
                <a:lnTo>
                  <a:pt x="2273647" y="301096"/>
                </a:lnTo>
                <a:lnTo>
                  <a:pt x="2273920" y="301278"/>
                </a:lnTo>
                <a:lnTo>
                  <a:pt x="2274181" y="301461"/>
                </a:lnTo>
                <a:lnTo>
                  <a:pt x="2274431" y="301647"/>
                </a:lnTo>
                <a:lnTo>
                  <a:pt x="2274668" y="301835"/>
                </a:lnTo>
                <a:lnTo>
                  <a:pt x="2274895" y="302025"/>
                </a:lnTo>
                <a:lnTo>
                  <a:pt x="2275109" y="302218"/>
                </a:lnTo>
                <a:lnTo>
                  <a:pt x="2275312" y="302412"/>
                </a:lnTo>
                <a:lnTo>
                  <a:pt x="2275503" y="302609"/>
                </a:lnTo>
                <a:lnTo>
                  <a:pt x="2275682" y="302808"/>
                </a:lnTo>
                <a:lnTo>
                  <a:pt x="2275852" y="303011"/>
                </a:lnTo>
                <a:lnTo>
                  <a:pt x="2276015" y="303217"/>
                </a:lnTo>
                <a:lnTo>
                  <a:pt x="2276170" y="303429"/>
                </a:lnTo>
                <a:lnTo>
                  <a:pt x="2276318" y="303645"/>
                </a:lnTo>
                <a:lnTo>
                  <a:pt x="2276459" y="303865"/>
                </a:lnTo>
                <a:lnTo>
                  <a:pt x="2276593" y="304090"/>
                </a:lnTo>
                <a:lnTo>
                  <a:pt x="2276719" y="304319"/>
                </a:lnTo>
                <a:lnTo>
                  <a:pt x="2276839" y="304552"/>
                </a:lnTo>
                <a:lnTo>
                  <a:pt x="2276951" y="304790"/>
                </a:lnTo>
                <a:lnTo>
                  <a:pt x="2277055" y="305033"/>
                </a:lnTo>
                <a:lnTo>
                  <a:pt x="2277153" y="305280"/>
                </a:lnTo>
                <a:lnTo>
                  <a:pt x="2277243" y="305531"/>
                </a:lnTo>
                <a:lnTo>
                  <a:pt x="2277327" y="305787"/>
                </a:lnTo>
                <a:lnTo>
                  <a:pt x="2277402" y="306047"/>
                </a:lnTo>
                <a:lnTo>
                  <a:pt x="2277471" y="306312"/>
                </a:lnTo>
                <a:lnTo>
                  <a:pt x="2277533" y="306581"/>
                </a:lnTo>
                <a:lnTo>
                  <a:pt x="2277587" y="306855"/>
                </a:lnTo>
                <a:lnTo>
                  <a:pt x="2277634" y="307133"/>
                </a:lnTo>
                <a:lnTo>
                  <a:pt x="2277674" y="307415"/>
                </a:lnTo>
                <a:lnTo>
                  <a:pt x="2277706" y="307702"/>
                </a:lnTo>
                <a:lnTo>
                  <a:pt x="2277731" y="307994"/>
                </a:lnTo>
                <a:lnTo>
                  <a:pt x="2277749" y="308289"/>
                </a:lnTo>
                <a:lnTo>
                  <a:pt x="2277760" y="308590"/>
                </a:lnTo>
                <a:lnTo>
                  <a:pt x="2277764" y="308895"/>
                </a:lnTo>
                <a:lnTo>
                  <a:pt x="2277755" y="309358"/>
                </a:lnTo>
                <a:lnTo>
                  <a:pt x="2277728" y="309814"/>
                </a:lnTo>
                <a:lnTo>
                  <a:pt x="2277684" y="310264"/>
                </a:lnTo>
                <a:lnTo>
                  <a:pt x="2277622" y="310705"/>
                </a:lnTo>
                <a:lnTo>
                  <a:pt x="2277541" y="311140"/>
                </a:lnTo>
                <a:lnTo>
                  <a:pt x="2277444" y="311567"/>
                </a:lnTo>
                <a:lnTo>
                  <a:pt x="2277328" y="311988"/>
                </a:lnTo>
                <a:lnTo>
                  <a:pt x="2277194" y="312400"/>
                </a:lnTo>
                <a:lnTo>
                  <a:pt x="2277043" y="312806"/>
                </a:lnTo>
                <a:lnTo>
                  <a:pt x="2276874" y="313205"/>
                </a:lnTo>
                <a:lnTo>
                  <a:pt x="2276687" y="313596"/>
                </a:lnTo>
                <a:lnTo>
                  <a:pt x="2276483" y="313980"/>
                </a:lnTo>
                <a:lnTo>
                  <a:pt x="2276260" y="314357"/>
                </a:lnTo>
                <a:lnTo>
                  <a:pt x="2276020" y="314726"/>
                </a:lnTo>
                <a:lnTo>
                  <a:pt x="2275762" y="315089"/>
                </a:lnTo>
                <a:lnTo>
                  <a:pt x="2275486" y="315444"/>
                </a:lnTo>
                <a:lnTo>
                  <a:pt x="2275192" y="315792"/>
                </a:lnTo>
                <a:lnTo>
                  <a:pt x="2274881" y="316132"/>
                </a:lnTo>
                <a:lnTo>
                  <a:pt x="2274552" y="316466"/>
                </a:lnTo>
                <a:lnTo>
                  <a:pt x="2274205" y="316792"/>
                </a:lnTo>
                <a:lnTo>
                  <a:pt x="2273840" y="317111"/>
                </a:lnTo>
                <a:lnTo>
                  <a:pt x="2273457" y="317422"/>
                </a:lnTo>
                <a:lnTo>
                  <a:pt x="2273057" y="317727"/>
                </a:lnTo>
                <a:lnTo>
                  <a:pt x="2272639" y="318024"/>
                </a:lnTo>
                <a:lnTo>
                  <a:pt x="2272217" y="318299"/>
                </a:lnTo>
                <a:lnTo>
                  <a:pt x="2271778" y="318561"/>
                </a:lnTo>
                <a:lnTo>
                  <a:pt x="2271322" y="318813"/>
                </a:lnTo>
                <a:lnTo>
                  <a:pt x="2270850" y="319052"/>
                </a:lnTo>
                <a:lnTo>
                  <a:pt x="2270361" y="319280"/>
                </a:lnTo>
                <a:lnTo>
                  <a:pt x="2269856" y="319496"/>
                </a:lnTo>
                <a:lnTo>
                  <a:pt x="2269333" y="319700"/>
                </a:lnTo>
                <a:lnTo>
                  <a:pt x="2268794" y="319893"/>
                </a:lnTo>
                <a:lnTo>
                  <a:pt x="2268239" y="320074"/>
                </a:lnTo>
                <a:lnTo>
                  <a:pt x="2267667" y="320243"/>
                </a:lnTo>
                <a:lnTo>
                  <a:pt x="2267078" y="320401"/>
                </a:lnTo>
                <a:lnTo>
                  <a:pt x="2266472" y="320547"/>
                </a:lnTo>
                <a:lnTo>
                  <a:pt x="2265850" y="320681"/>
                </a:lnTo>
                <a:lnTo>
                  <a:pt x="2265211" y="320804"/>
                </a:lnTo>
                <a:lnTo>
                  <a:pt x="2264555" y="320915"/>
                </a:lnTo>
                <a:lnTo>
                  <a:pt x="2263883" y="321014"/>
                </a:lnTo>
                <a:lnTo>
                  <a:pt x="2263194" y="321102"/>
                </a:lnTo>
                <a:lnTo>
                  <a:pt x="2262488" y="321178"/>
                </a:lnTo>
                <a:lnTo>
                  <a:pt x="2261765" y="321242"/>
                </a:lnTo>
                <a:lnTo>
                  <a:pt x="2261026" y="321294"/>
                </a:lnTo>
                <a:lnTo>
                  <a:pt x="2260270" y="321335"/>
                </a:lnTo>
                <a:lnTo>
                  <a:pt x="2259498" y="321364"/>
                </a:lnTo>
                <a:lnTo>
                  <a:pt x="2258709" y="321382"/>
                </a:lnTo>
                <a:lnTo>
                  <a:pt x="2257903" y="321388"/>
                </a:lnTo>
                <a:lnTo>
                  <a:pt x="2257004" y="321381"/>
                </a:lnTo>
                <a:lnTo>
                  <a:pt x="2256122" y="321362"/>
                </a:lnTo>
                <a:lnTo>
                  <a:pt x="2255258" y="321330"/>
                </a:lnTo>
                <a:lnTo>
                  <a:pt x="2254410" y="321285"/>
                </a:lnTo>
                <a:lnTo>
                  <a:pt x="2253580" y="321228"/>
                </a:lnTo>
                <a:lnTo>
                  <a:pt x="2252768" y="321157"/>
                </a:lnTo>
                <a:lnTo>
                  <a:pt x="2251972" y="321074"/>
                </a:lnTo>
                <a:lnTo>
                  <a:pt x="2251194" y="320978"/>
                </a:lnTo>
                <a:lnTo>
                  <a:pt x="2250433" y="320870"/>
                </a:lnTo>
                <a:lnTo>
                  <a:pt x="2249689" y="320748"/>
                </a:lnTo>
                <a:lnTo>
                  <a:pt x="2248962" y="320614"/>
                </a:lnTo>
                <a:lnTo>
                  <a:pt x="2248253" y="320467"/>
                </a:lnTo>
                <a:lnTo>
                  <a:pt x="2247561" y="320307"/>
                </a:lnTo>
                <a:lnTo>
                  <a:pt x="2246886" y="320134"/>
                </a:lnTo>
                <a:lnTo>
                  <a:pt x="2246228" y="319949"/>
                </a:lnTo>
                <a:lnTo>
                  <a:pt x="2245588" y="319750"/>
                </a:lnTo>
                <a:lnTo>
                  <a:pt x="2244965" y="319539"/>
                </a:lnTo>
                <a:lnTo>
                  <a:pt x="2244359" y="319316"/>
                </a:lnTo>
                <a:lnTo>
                  <a:pt x="2243770" y="319079"/>
                </a:lnTo>
                <a:lnTo>
                  <a:pt x="2243199" y="318829"/>
                </a:lnTo>
                <a:lnTo>
                  <a:pt x="2242645" y="318567"/>
                </a:lnTo>
                <a:lnTo>
                  <a:pt x="2242108" y="318292"/>
                </a:lnTo>
                <a:lnTo>
                  <a:pt x="2241588" y="318004"/>
                </a:lnTo>
                <a:lnTo>
                  <a:pt x="2241086" y="317704"/>
                </a:lnTo>
                <a:lnTo>
                  <a:pt x="2240615" y="317378"/>
                </a:lnTo>
                <a:lnTo>
                  <a:pt x="2240165" y="317043"/>
                </a:lnTo>
                <a:lnTo>
                  <a:pt x="2239734" y="316698"/>
                </a:lnTo>
                <a:lnTo>
                  <a:pt x="2239324" y="316342"/>
                </a:lnTo>
                <a:lnTo>
                  <a:pt x="2238933" y="315977"/>
                </a:lnTo>
                <a:lnTo>
                  <a:pt x="2238563" y="315602"/>
                </a:lnTo>
                <a:lnTo>
                  <a:pt x="2238212" y="315216"/>
                </a:lnTo>
                <a:lnTo>
                  <a:pt x="2237882" y="314821"/>
                </a:lnTo>
                <a:lnTo>
                  <a:pt x="2237572" y="314415"/>
                </a:lnTo>
                <a:lnTo>
                  <a:pt x="2237281" y="314000"/>
                </a:lnTo>
                <a:lnTo>
                  <a:pt x="2237011" y="313574"/>
                </a:lnTo>
                <a:lnTo>
                  <a:pt x="2236761" y="313139"/>
                </a:lnTo>
                <a:lnTo>
                  <a:pt x="2236531" y="312694"/>
                </a:lnTo>
                <a:lnTo>
                  <a:pt x="2236320" y="312238"/>
                </a:lnTo>
                <a:lnTo>
                  <a:pt x="2236130" y="311773"/>
                </a:lnTo>
                <a:lnTo>
                  <a:pt x="2235960" y="311297"/>
                </a:lnTo>
                <a:lnTo>
                  <a:pt x="2235810" y="310812"/>
                </a:lnTo>
                <a:lnTo>
                  <a:pt x="2235680" y="310316"/>
                </a:lnTo>
                <a:lnTo>
                  <a:pt x="2235570" y="309811"/>
                </a:lnTo>
                <a:lnTo>
                  <a:pt x="2235479" y="309295"/>
                </a:lnTo>
                <a:lnTo>
                  <a:pt x="2235409" y="308769"/>
                </a:lnTo>
                <a:lnTo>
                  <a:pt x="2235359" y="308234"/>
                </a:lnTo>
                <a:lnTo>
                  <a:pt x="2235329" y="307688"/>
                </a:lnTo>
                <a:lnTo>
                  <a:pt x="2235319" y="307133"/>
                </a:lnTo>
                <a:lnTo>
                  <a:pt x="2235319" y="305531"/>
                </a:lnTo>
                <a:lnTo>
                  <a:pt x="2221545" y="305531"/>
                </a:lnTo>
                <a:lnTo>
                  <a:pt x="2221532" y="305624"/>
                </a:lnTo>
                <a:lnTo>
                  <a:pt x="2221519" y="305717"/>
                </a:lnTo>
                <a:lnTo>
                  <a:pt x="2221507" y="305809"/>
                </a:lnTo>
                <a:lnTo>
                  <a:pt x="2221496" y="305900"/>
                </a:lnTo>
                <a:lnTo>
                  <a:pt x="2221485" y="305991"/>
                </a:lnTo>
                <a:lnTo>
                  <a:pt x="2221475" y="306082"/>
                </a:lnTo>
                <a:lnTo>
                  <a:pt x="2221465" y="306171"/>
                </a:lnTo>
                <a:lnTo>
                  <a:pt x="2221456" y="306261"/>
                </a:lnTo>
                <a:lnTo>
                  <a:pt x="2221447" y="306349"/>
                </a:lnTo>
                <a:lnTo>
                  <a:pt x="2221439" y="306438"/>
                </a:lnTo>
                <a:lnTo>
                  <a:pt x="2221432" y="306525"/>
                </a:lnTo>
                <a:lnTo>
                  <a:pt x="2221425" y="306612"/>
                </a:lnTo>
                <a:lnTo>
                  <a:pt x="2221418" y="306699"/>
                </a:lnTo>
                <a:lnTo>
                  <a:pt x="2221412" y="306785"/>
                </a:lnTo>
                <a:lnTo>
                  <a:pt x="2221407" y="306870"/>
                </a:lnTo>
                <a:lnTo>
                  <a:pt x="2221402" y="306955"/>
                </a:lnTo>
                <a:lnTo>
                  <a:pt x="2221398" y="307039"/>
                </a:lnTo>
                <a:lnTo>
                  <a:pt x="2221394" y="307123"/>
                </a:lnTo>
                <a:lnTo>
                  <a:pt x="2221391" y="307206"/>
                </a:lnTo>
                <a:lnTo>
                  <a:pt x="2221389" y="307288"/>
                </a:lnTo>
                <a:lnTo>
                  <a:pt x="2221387" y="307370"/>
                </a:lnTo>
                <a:lnTo>
                  <a:pt x="2221386" y="307452"/>
                </a:lnTo>
                <a:lnTo>
                  <a:pt x="2221385" y="307533"/>
                </a:lnTo>
                <a:lnTo>
                  <a:pt x="2221384" y="307613"/>
                </a:lnTo>
                <a:lnTo>
                  <a:pt x="2221384" y="307692"/>
                </a:lnTo>
                <a:lnTo>
                  <a:pt x="2221384" y="307770"/>
                </a:lnTo>
                <a:lnTo>
                  <a:pt x="2221384" y="307846"/>
                </a:lnTo>
                <a:lnTo>
                  <a:pt x="2221384" y="307920"/>
                </a:lnTo>
                <a:lnTo>
                  <a:pt x="2221384" y="307993"/>
                </a:lnTo>
                <a:lnTo>
                  <a:pt x="2221384" y="308064"/>
                </a:lnTo>
                <a:lnTo>
                  <a:pt x="2221384" y="308133"/>
                </a:lnTo>
                <a:lnTo>
                  <a:pt x="2221384" y="308200"/>
                </a:lnTo>
                <a:lnTo>
                  <a:pt x="2221384" y="308266"/>
                </a:lnTo>
                <a:lnTo>
                  <a:pt x="2221384" y="308331"/>
                </a:lnTo>
                <a:lnTo>
                  <a:pt x="2221384" y="308393"/>
                </a:lnTo>
                <a:lnTo>
                  <a:pt x="2221384" y="308454"/>
                </a:lnTo>
                <a:lnTo>
                  <a:pt x="2221384" y="308513"/>
                </a:lnTo>
                <a:lnTo>
                  <a:pt x="2221384" y="308571"/>
                </a:lnTo>
                <a:lnTo>
                  <a:pt x="2221384" y="308627"/>
                </a:lnTo>
                <a:lnTo>
                  <a:pt x="2221384" y="308681"/>
                </a:lnTo>
                <a:lnTo>
                  <a:pt x="2221384" y="308734"/>
                </a:lnTo>
                <a:lnTo>
                  <a:pt x="2221384" y="308784"/>
                </a:lnTo>
                <a:lnTo>
                  <a:pt x="2221384" y="308834"/>
                </a:lnTo>
                <a:lnTo>
                  <a:pt x="2221384" y="308881"/>
                </a:lnTo>
                <a:lnTo>
                  <a:pt x="2221384" y="308927"/>
                </a:lnTo>
                <a:lnTo>
                  <a:pt x="2221384" y="308971"/>
                </a:lnTo>
                <a:lnTo>
                  <a:pt x="2221384" y="309014"/>
                </a:lnTo>
                <a:lnTo>
                  <a:pt x="2221384" y="309055"/>
                </a:lnTo>
                <a:lnTo>
                  <a:pt x="2221392" y="309665"/>
                </a:lnTo>
                <a:lnTo>
                  <a:pt x="2221414" y="310269"/>
                </a:lnTo>
                <a:lnTo>
                  <a:pt x="2221452" y="310867"/>
                </a:lnTo>
                <a:lnTo>
                  <a:pt x="2221505" y="311457"/>
                </a:lnTo>
                <a:lnTo>
                  <a:pt x="2221572" y="312041"/>
                </a:lnTo>
                <a:lnTo>
                  <a:pt x="2221655" y="312618"/>
                </a:lnTo>
                <a:lnTo>
                  <a:pt x="2221752" y="313189"/>
                </a:lnTo>
                <a:lnTo>
                  <a:pt x="2221865" y="313753"/>
                </a:lnTo>
                <a:lnTo>
                  <a:pt x="2221993" y="314310"/>
                </a:lnTo>
                <a:lnTo>
                  <a:pt x="2222135" y="314861"/>
                </a:lnTo>
                <a:lnTo>
                  <a:pt x="2222293" y="315405"/>
                </a:lnTo>
                <a:lnTo>
                  <a:pt x="2222466" y="315942"/>
                </a:lnTo>
                <a:lnTo>
                  <a:pt x="2222653" y="316473"/>
                </a:lnTo>
                <a:lnTo>
                  <a:pt x="2222856" y="316996"/>
                </a:lnTo>
                <a:lnTo>
                  <a:pt x="2223074" y="317514"/>
                </a:lnTo>
                <a:lnTo>
                  <a:pt x="2223307" y="318024"/>
                </a:lnTo>
                <a:lnTo>
                  <a:pt x="2223554" y="318528"/>
                </a:lnTo>
                <a:lnTo>
                  <a:pt x="2223817" y="319025"/>
                </a:lnTo>
                <a:lnTo>
                  <a:pt x="2224095" y="319516"/>
                </a:lnTo>
                <a:lnTo>
                  <a:pt x="2224388" y="320000"/>
                </a:lnTo>
                <a:lnTo>
                  <a:pt x="2224696" y="320477"/>
                </a:lnTo>
                <a:lnTo>
                  <a:pt x="2225019" y="320947"/>
                </a:lnTo>
                <a:lnTo>
                  <a:pt x="2225356" y="321411"/>
                </a:lnTo>
                <a:lnTo>
                  <a:pt x="2225709" y="321868"/>
                </a:lnTo>
                <a:lnTo>
                  <a:pt x="2226089" y="322305"/>
                </a:lnTo>
                <a:lnTo>
                  <a:pt x="2226479" y="322733"/>
                </a:lnTo>
                <a:lnTo>
                  <a:pt x="2226881" y="323152"/>
                </a:lnTo>
                <a:lnTo>
                  <a:pt x="2227293" y="323563"/>
                </a:lnTo>
                <a:lnTo>
                  <a:pt x="2227717" y="323966"/>
                </a:lnTo>
                <a:lnTo>
                  <a:pt x="2228152" y="324361"/>
                </a:lnTo>
                <a:lnTo>
                  <a:pt x="2228598" y="324747"/>
                </a:lnTo>
                <a:lnTo>
                  <a:pt x="2229055" y="325125"/>
                </a:lnTo>
                <a:lnTo>
                  <a:pt x="2229523" y="325495"/>
                </a:lnTo>
                <a:lnTo>
                  <a:pt x="2230003" y="325856"/>
                </a:lnTo>
                <a:lnTo>
                  <a:pt x="2230493" y="326209"/>
                </a:lnTo>
                <a:lnTo>
                  <a:pt x="2230995" y="326553"/>
                </a:lnTo>
                <a:lnTo>
                  <a:pt x="2231508" y="326889"/>
                </a:lnTo>
                <a:lnTo>
                  <a:pt x="2232031" y="327217"/>
                </a:lnTo>
                <a:lnTo>
                  <a:pt x="2232566" y="327537"/>
                </a:lnTo>
                <a:lnTo>
                  <a:pt x="2233113" y="327848"/>
                </a:lnTo>
                <a:lnTo>
                  <a:pt x="2233670" y="328151"/>
                </a:lnTo>
                <a:lnTo>
                  <a:pt x="2234238" y="328445"/>
                </a:lnTo>
                <a:lnTo>
                  <a:pt x="2234818" y="328731"/>
                </a:lnTo>
                <a:lnTo>
                  <a:pt x="2235408" y="329009"/>
                </a:lnTo>
                <a:lnTo>
                  <a:pt x="2236010" y="329279"/>
                </a:lnTo>
                <a:lnTo>
                  <a:pt x="2236623" y="329540"/>
                </a:lnTo>
                <a:lnTo>
                  <a:pt x="2237247" y="329792"/>
                </a:lnTo>
                <a:lnTo>
                  <a:pt x="2237882" y="330037"/>
                </a:lnTo>
                <a:lnTo>
                  <a:pt x="2238540" y="330259"/>
                </a:lnTo>
                <a:lnTo>
                  <a:pt x="2239206" y="330472"/>
                </a:lnTo>
                <a:lnTo>
                  <a:pt x="2239879" y="330675"/>
                </a:lnTo>
                <a:lnTo>
                  <a:pt x="2240560" y="330869"/>
                </a:lnTo>
                <a:lnTo>
                  <a:pt x="2241249" y="331053"/>
                </a:lnTo>
                <a:lnTo>
                  <a:pt x="2241946" y="331228"/>
                </a:lnTo>
                <a:lnTo>
                  <a:pt x="2242651" y="331394"/>
                </a:lnTo>
                <a:lnTo>
                  <a:pt x="2243363" y="331550"/>
                </a:lnTo>
                <a:lnTo>
                  <a:pt x="2244084" y="331696"/>
                </a:lnTo>
                <a:lnTo>
                  <a:pt x="2244812" y="331833"/>
                </a:lnTo>
                <a:lnTo>
                  <a:pt x="2245547" y="331961"/>
                </a:lnTo>
                <a:lnTo>
                  <a:pt x="2246291" y="332079"/>
                </a:lnTo>
                <a:lnTo>
                  <a:pt x="2247042" y="332188"/>
                </a:lnTo>
                <a:lnTo>
                  <a:pt x="2247801" y="332287"/>
                </a:lnTo>
                <a:lnTo>
                  <a:pt x="2248568" y="332377"/>
                </a:lnTo>
                <a:lnTo>
                  <a:pt x="2249343" y="332457"/>
                </a:lnTo>
                <a:lnTo>
                  <a:pt x="2250125" y="332528"/>
                </a:lnTo>
                <a:lnTo>
                  <a:pt x="2250916" y="332590"/>
                </a:lnTo>
                <a:lnTo>
                  <a:pt x="2251714" y="332642"/>
                </a:lnTo>
                <a:lnTo>
                  <a:pt x="2252520" y="332684"/>
                </a:lnTo>
                <a:lnTo>
                  <a:pt x="2253333" y="332717"/>
                </a:lnTo>
                <a:lnTo>
                  <a:pt x="2254155" y="332741"/>
                </a:lnTo>
                <a:lnTo>
                  <a:pt x="2254984" y="332755"/>
                </a:lnTo>
                <a:lnTo>
                  <a:pt x="2255821" y="332760"/>
                </a:lnTo>
                <a:lnTo>
                  <a:pt x="2256776" y="332755"/>
                </a:lnTo>
                <a:lnTo>
                  <a:pt x="2257719" y="332741"/>
                </a:lnTo>
                <a:lnTo>
                  <a:pt x="2258651" y="332717"/>
                </a:lnTo>
                <a:lnTo>
                  <a:pt x="2259571" y="332684"/>
                </a:lnTo>
                <a:lnTo>
                  <a:pt x="2260480" y="332642"/>
                </a:lnTo>
                <a:lnTo>
                  <a:pt x="2261377" y="332590"/>
                </a:lnTo>
                <a:close/>
                <a:moveTo>
                  <a:pt x="2645890" y="332537"/>
                </a:moveTo>
                <a:lnTo>
                  <a:pt x="2646813" y="332439"/>
                </a:lnTo>
                <a:lnTo>
                  <a:pt x="2647725" y="332324"/>
                </a:lnTo>
                <a:lnTo>
                  <a:pt x="2648625" y="332190"/>
                </a:lnTo>
                <a:lnTo>
                  <a:pt x="2649513" y="332039"/>
                </a:lnTo>
                <a:lnTo>
                  <a:pt x="2650390" y="331870"/>
                </a:lnTo>
                <a:lnTo>
                  <a:pt x="2651255" y="331683"/>
                </a:lnTo>
                <a:lnTo>
                  <a:pt x="2652109" y="331478"/>
                </a:lnTo>
                <a:lnTo>
                  <a:pt x="2652950" y="331256"/>
                </a:lnTo>
                <a:lnTo>
                  <a:pt x="2653780" y="331016"/>
                </a:lnTo>
                <a:lnTo>
                  <a:pt x="2654599" y="330758"/>
                </a:lnTo>
                <a:lnTo>
                  <a:pt x="2655406" y="330482"/>
                </a:lnTo>
                <a:lnTo>
                  <a:pt x="2656201" y="330188"/>
                </a:lnTo>
                <a:lnTo>
                  <a:pt x="2656984" y="329877"/>
                </a:lnTo>
                <a:lnTo>
                  <a:pt x="2657756" y="329547"/>
                </a:lnTo>
                <a:lnTo>
                  <a:pt x="2658515" y="329200"/>
                </a:lnTo>
                <a:lnTo>
                  <a:pt x="2659264" y="328836"/>
                </a:lnTo>
                <a:lnTo>
                  <a:pt x="2660000" y="328453"/>
                </a:lnTo>
                <a:lnTo>
                  <a:pt x="2660725" y="328052"/>
                </a:lnTo>
                <a:lnTo>
                  <a:pt x="2661439" y="327634"/>
                </a:lnTo>
                <a:lnTo>
                  <a:pt x="2662139" y="327187"/>
                </a:lnTo>
                <a:lnTo>
                  <a:pt x="2662826" y="326726"/>
                </a:lnTo>
                <a:lnTo>
                  <a:pt x="2663498" y="326250"/>
                </a:lnTo>
                <a:lnTo>
                  <a:pt x="2664157" y="325761"/>
                </a:lnTo>
                <a:lnTo>
                  <a:pt x="2664802" y="325258"/>
                </a:lnTo>
                <a:lnTo>
                  <a:pt x="2665433" y="324741"/>
                </a:lnTo>
                <a:lnTo>
                  <a:pt x="2666050" y="324210"/>
                </a:lnTo>
                <a:lnTo>
                  <a:pt x="2666653" y="323666"/>
                </a:lnTo>
                <a:lnTo>
                  <a:pt x="2667242" y="323107"/>
                </a:lnTo>
                <a:lnTo>
                  <a:pt x="2667818" y="322535"/>
                </a:lnTo>
                <a:lnTo>
                  <a:pt x="2668379" y="321948"/>
                </a:lnTo>
                <a:lnTo>
                  <a:pt x="2668927" y="321348"/>
                </a:lnTo>
                <a:lnTo>
                  <a:pt x="2669460" y="320733"/>
                </a:lnTo>
                <a:lnTo>
                  <a:pt x="2669980" y="320105"/>
                </a:lnTo>
                <a:lnTo>
                  <a:pt x="2670486" y="319463"/>
                </a:lnTo>
                <a:lnTo>
                  <a:pt x="2670978" y="318807"/>
                </a:lnTo>
                <a:lnTo>
                  <a:pt x="2671456" y="318137"/>
                </a:lnTo>
                <a:lnTo>
                  <a:pt x="2671920" y="317454"/>
                </a:lnTo>
                <a:lnTo>
                  <a:pt x="2672370" y="316756"/>
                </a:lnTo>
                <a:lnTo>
                  <a:pt x="2672806" y="316044"/>
                </a:lnTo>
                <a:lnTo>
                  <a:pt x="2673229" y="315319"/>
                </a:lnTo>
                <a:lnTo>
                  <a:pt x="2673637" y="314579"/>
                </a:lnTo>
                <a:lnTo>
                  <a:pt x="2674032" y="313826"/>
                </a:lnTo>
                <a:lnTo>
                  <a:pt x="2674412" y="313059"/>
                </a:lnTo>
                <a:lnTo>
                  <a:pt x="2674778" y="312280"/>
                </a:lnTo>
                <a:lnTo>
                  <a:pt x="2675129" y="311491"/>
                </a:lnTo>
                <a:lnTo>
                  <a:pt x="2675464" y="310691"/>
                </a:lnTo>
                <a:lnTo>
                  <a:pt x="2675783" y="309882"/>
                </a:lnTo>
                <a:lnTo>
                  <a:pt x="2676086" y="309063"/>
                </a:lnTo>
                <a:lnTo>
                  <a:pt x="2676374" y="308234"/>
                </a:lnTo>
                <a:lnTo>
                  <a:pt x="2676647" y="307395"/>
                </a:lnTo>
                <a:lnTo>
                  <a:pt x="2676904" y="306545"/>
                </a:lnTo>
                <a:lnTo>
                  <a:pt x="2677145" y="305686"/>
                </a:lnTo>
                <a:lnTo>
                  <a:pt x="2677371" y="304817"/>
                </a:lnTo>
                <a:lnTo>
                  <a:pt x="2677581" y="303938"/>
                </a:lnTo>
                <a:lnTo>
                  <a:pt x="2677776" y="303048"/>
                </a:lnTo>
                <a:lnTo>
                  <a:pt x="2677955" y="302149"/>
                </a:lnTo>
                <a:lnTo>
                  <a:pt x="2678118" y="301240"/>
                </a:lnTo>
                <a:lnTo>
                  <a:pt x="2678266" y="300320"/>
                </a:lnTo>
                <a:lnTo>
                  <a:pt x="2678399" y="299391"/>
                </a:lnTo>
                <a:lnTo>
                  <a:pt x="2678516" y="298452"/>
                </a:lnTo>
                <a:lnTo>
                  <a:pt x="2678617" y="297503"/>
                </a:lnTo>
                <a:lnTo>
                  <a:pt x="2678702" y="296543"/>
                </a:lnTo>
                <a:lnTo>
                  <a:pt x="2678772" y="295574"/>
                </a:lnTo>
                <a:lnTo>
                  <a:pt x="2678827" y="294594"/>
                </a:lnTo>
                <a:lnTo>
                  <a:pt x="2678866" y="293605"/>
                </a:lnTo>
                <a:lnTo>
                  <a:pt x="2678889" y="292606"/>
                </a:lnTo>
                <a:lnTo>
                  <a:pt x="2678897" y="291596"/>
                </a:lnTo>
                <a:lnTo>
                  <a:pt x="2678897" y="288873"/>
                </a:lnTo>
                <a:lnTo>
                  <a:pt x="2678889" y="287877"/>
                </a:lnTo>
                <a:lnTo>
                  <a:pt x="2678866" y="286890"/>
                </a:lnTo>
                <a:lnTo>
                  <a:pt x="2678827" y="285913"/>
                </a:lnTo>
                <a:lnTo>
                  <a:pt x="2678772" y="284945"/>
                </a:lnTo>
                <a:lnTo>
                  <a:pt x="2678702" y="283986"/>
                </a:lnTo>
                <a:lnTo>
                  <a:pt x="2678617" y="283037"/>
                </a:lnTo>
                <a:lnTo>
                  <a:pt x="2678516" y="282098"/>
                </a:lnTo>
                <a:lnTo>
                  <a:pt x="2678399" y="281168"/>
                </a:lnTo>
                <a:lnTo>
                  <a:pt x="2678266" y="280247"/>
                </a:lnTo>
                <a:lnTo>
                  <a:pt x="2678118" y="279336"/>
                </a:lnTo>
                <a:lnTo>
                  <a:pt x="2677955" y="278434"/>
                </a:lnTo>
                <a:lnTo>
                  <a:pt x="2677776" y="277542"/>
                </a:lnTo>
                <a:lnTo>
                  <a:pt x="2677581" y="276659"/>
                </a:lnTo>
                <a:lnTo>
                  <a:pt x="2677371" y="275785"/>
                </a:lnTo>
                <a:lnTo>
                  <a:pt x="2677145" y="274921"/>
                </a:lnTo>
                <a:lnTo>
                  <a:pt x="2676904" y="274067"/>
                </a:lnTo>
                <a:lnTo>
                  <a:pt x="2676647" y="273222"/>
                </a:lnTo>
                <a:lnTo>
                  <a:pt x="2676374" y="272386"/>
                </a:lnTo>
                <a:lnTo>
                  <a:pt x="2676086" y="271560"/>
                </a:lnTo>
                <a:lnTo>
                  <a:pt x="2675783" y="270743"/>
                </a:lnTo>
                <a:lnTo>
                  <a:pt x="2675464" y="269936"/>
                </a:lnTo>
                <a:lnTo>
                  <a:pt x="2675129" y="269138"/>
                </a:lnTo>
                <a:lnTo>
                  <a:pt x="2674778" y="268350"/>
                </a:lnTo>
                <a:lnTo>
                  <a:pt x="2674412" y="267571"/>
                </a:lnTo>
                <a:lnTo>
                  <a:pt x="2674032" y="266804"/>
                </a:lnTo>
                <a:lnTo>
                  <a:pt x="2673637" y="266050"/>
                </a:lnTo>
                <a:lnTo>
                  <a:pt x="2673229" y="265311"/>
                </a:lnTo>
                <a:lnTo>
                  <a:pt x="2672806" y="264586"/>
                </a:lnTo>
                <a:lnTo>
                  <a:pt x="2672370" y="263874"/>
                </a:lnTo>
                <a:lnTo>
                  <a:pt x="2671920" y="263176"/>
                </a:lnTo>
                <a:lnTo>
                  <a:pt x="2671456" y="262493"/>
                </a:lnTo>
                <a:lnTo>
                  <a:pt x="2670978" y="261823"/>
                </a:lnTo>
                <a:lnTo>
                  <a:pt x="2670486" y="261167"/>
                </a:lnTo>
                <a:lnTo>
                  <a:pt x="2669980" y="260525"/>
                </a:lnTo>
                <a:lnTo>
                  <a:pt x="2669460" y="259896"/>
                </a:lnTo>
                <a:lnTo>
                  <a:pt x="2668927" y="259282"/>
                </a:lnTo>
                <a:lnTo>
                  <a:pt x="2668379" y="258682"/>
                </a:lnTo>
                <a:lnTo>
                  <a:pt x="2667818" y="258095"/>
                </a:lnTo>
                <a:lnTo>
                  <a:pt x="2667242" y="257523"/>
                </a:lnTo>
                <a:lnTo>
                  <a:pt x="2666653" y="256964"/>
                </a:lnTo>
                <a:lnTo>
                  <a:pt x="2666050" y="256419"/>
                </a:lnTo>
                <a:lnTo>
                  <a:pt x="2665433" y="255889"/>
                </a:lnTo>
                <a:lnTo>
                  <a:pt x="2664802" y="255372"/>
                </a:lnTo>
                <a:lnTo>
                  <a:pt x="2664157" y="254869"/>
                </a:lnTo>
                <a:lnTo>
                  <a:pt x="2663498" y="254380"/>
                </a:lnTo>
                <a:lnTo>
                  <a:pt x="2662826" y="253904"/>
                </a:lnTo>
                <a:lnTo>
                  <a:pt x="2662139" y="253443"/>
                </a:lnTo>
                <a:lnTo>
                  <a:pt x="2661439" y="252996"/>
                </a:lnTo>
                <a:lnTo>
                  <a:pt x="2660725" y="252564"/>
                </a:lnTo>
                <a:lnTo>
                  <a:pt x="2659999" y="252151"/>
                </a:lnTo>
                <a:lnTo>
                  <a:pt x="2659261" y="251757"/>
                </a:lnTo>
                <a:lnTo>
                  <a:pt x="2658511" y="251381"/>
                </a:lnTo>
                <a:lnTo>
                  <a:pt x="2657749" y="251023"/>
                </a:lnTo>
                <a:lnTo>
                  <a:pt x="2656974" y="250683"/>
                </a:lnTo>
                <a:lnTo>
                  <a:pt x="2656187" y="250362"/>
                </a:lnTo>
                <a:lnTo>
                  <a:pt x="2655388" y="250059"/>
                </a:lnTo>
                <a:lnTo>
                  <a:pt x="2654576" y="249775"/>
                </a:lnTo>
                <a:lnTo>
                  <a:pt x="2653753" y="249509"/>
                </a:lnTo>
                <a:lnTo>
                  <a:pt x="2652917" y="249261"/>
                </a:lnTo>
                <a:lnTo>
                  <a:pt x="2652069" y="249031"/>
                </a:lnTo>
                <a:lnTo>
                  <a:pt x="2651208" y="248820"/>
                </a:lnTo>
                <a:lnTo>
                  <a:pt x="2650336" y="248628"/>
                </a:lnTo>
                <a:lnTo>
                  <a:pt x="2649451" y="248453"/>
                </a:lnTo>
                <a:lnTo>
                  <a:pt x="2648554" y="248297"/>
                </a:lnTo>
                <a:lnTo>
                  <a:pt x="2647644" y="248160"/>
                </a:lnTo>
                <a:lnTo>
                  <a:pt x="2646723" y="248040"/>
                </a:lnTo>
                <a:lnTo>
                  <a:pt x="2645789" y="247939"/>
                </a:lnTo>
                <a:lnTo>
                  <a:pt x="2644843" y="247857"/>
                </a:lnTo>
                <a:lnTo>
                  <a:pt x="2643885" y="247793"/>
                </a:lnTo>
                <a:lnTo>
                  <a:pt x="2642914" y="247747"/>
                </a:lnTo>
                <a:lnTo>
                  <a:pt x="2641932" y="247719"/>
                </a:lnTo>
                <a:lnTo>
                  <a:pt x="2640937" y="247710"/>
                </a:lnTo>
                <a:lnTo>
                  <a:pt x="2639968" y="247719"/>
                </a:lnTo>
                <a:lnTo>
                  <a:pt x="2639010" y="247747"/>
                </a:lnTo>
                <a:lnTo>
                  <a:pt x="2638064" y="247793"/>
                </a:lnTo>
                <a:lnTo>
                  <a:pt x="2637128" y="247857"/>
                </a:lnTo>
                <a:lnTo>
                  <a:pt x="2636204" y="247939"/>
                </a:lnTo>
                <a:lnTo>
                  <a:pt x="2635291" y="248040"/>
                </a:lnTo>
                <a:lnTo>
                  <a:pt x="2634389" y="248160"/>
                </a:lnTo>
                <a:lnTo>
                  <a:pt x="2633498" y="248297"/>
                </a:lnTo>
                <a:lnTo>
                  <a:pt x="2632618" y="248453"/>
                </a:lnTo>
                <a:lnTo>
                  <a:pt x="2631749" y="248628"/>
                </a:lnTo>
                <a:lnTo>
                  <a:pt x="2630892" y="248820"/>
                </a:lnTo>
                <a:lnTo>
                  <a:pt x="2630045" y="249031"/>
                </a:lnTo>
                <a:lnTo>
                  <a:pt x="2629210" y="249261"/>
                </a:lnTo>
                <a:lnTo>
                  <a:pt x="2628386" y="249509"/>
                </a:lnTo>
                <a:lnTo>
                  <a:pt x="2627573" y="249775"/>
                </a:lnTo>
                <a:lnTo>
                  <a:pt x="2626771" y="250059"/>
                </a:lnTo>
                <a:lnTo>
                  <a:pt x="2625980" y="250362"/>
                </a:lnTo>
                <a:lnTo>
                  <a:pt x="2625200" y="250683"/>
                </a:lnTo>
                <a:lnTo>
                  <a:pt x="2624432" y="251023"/>
                </a:lnTo>
                <a:lnTo>
                  <a:pt x="2623674" y="251381"/>
                </a:lnTo>
                <a:lnTo>
                  <a:pt x="2622928" y="251757"/>
                </a:lnTo>
                <a:lnTo>
                  <a:pt x="2622193" y="252151"/>
                </a:lnTo>
                <a:lnTo>
                  <a:pt x="2621469" y="252564"/>
                </a:lnTo>
                <a:lnTo>
                  <a:pt x="2620756" y="252996"/>
                </a:lnTo>
                <a:lnTo>
                  <a:pt x="2620055" y="253430"/>
                </a:lnTo>
                <a:lnTo>
                  <a:pt x="2619369" y="253879"/>
                </a:lnTo>
                <a:lnTo>
                  <a:pt x="2618696" y="254342"/>
                </a:lnTo>
                <a:lnTo>
                  <a:pt x="2618037" y="254820"/>
                </a:lnTo>
                <a:lnTo>
                  <a:pt x="2617393" y="255312"/>
                </a:lnTo>
                <a:lnTo>
                  <a:pt x="2616762" y="255819"/>
                </a:lnTo>
                <a:lnTo>
                  <a:pt x="2616145" y="256340"/>
                </a:lnTo>
                <a:lnTo>
                  <a:pt x="2615541" y="256875"/>
                </a:lnTo>
                <a:lnTo>
                  <a:pt x="2614952" y="257425"/>
                </a:lnTo>
                <a:lnTo>
                  <a:pt x="2614377" y="257990"/>
                </a:lnTo>
                <a:lnTo>
                  <a:pt x="2613815" y="258569"/>
                </a:lnTo>
                <a:lnTo>
                  <a:pt x="2613268" y="259162"/>
                </a:lnTo>
                <a:lnTo>
                  <a:pt x="2612734" y="259770"/>
                </a:lnTo>
                <a:lnTo>
                  <a:pt x="2612215" y="260392"/>
                </a:lnTo>
                <a:lnTo>
                  <a:pt x="2611709" y="261029"/>
                </a:lnTo>
                <a:lnTo>
                  <a:pt x="2611217" y="261680"/>
                </a:lnTo>
                <a:lnTo>
                  <a:pt x="2610739" y="262346"/>
                </a:lnTo>
                <a:lnTo>
                  <a:pt x="2610275" y="263026"/>
                </a:lnTo>
                <a:lnTo>
                  <a:pt x="2609824" y="263721"/>
                </a:lnTo>
                <a:lnTo>
                  <a:pt x="2609388" y="264430"/>
                </a:lnTo>
                <a:lnTo>
                  <a:pt x="2608966" y="265153"/>
                </a:lnTo>
                <a:lnTo>
                  <a:pt x="2608557" y="265891"/>
                </a:lnTo>
                <a:lnTo>
                  <a:pt x="2608163" y="266644"/>
                </a:lnTo>
                <a:lnTo>
                  <a:pt x="2607782" y="267411"/>
                </a:lnTo>
                <a:lnTo>
                  <a:pt x="2607416" y="268190"/>
                </a:lnTo>
                <a:lnTo>
                  <a:pt x="2607066" y="268979"/>
                </a:lnTo>
                <a:lnTo>
                  <a:pt x="2606731" y="269778"/>
                </a:lnTo>
                <a:lnTo>
                  <a:pt x="2606412" y="270587"/>
                </a:lnTo>
                <a:lnTo>
                  <a:pt x="2606108" y="271407"/>
                </a:lnTo>
                <a:lnTo>
                  <a:pt x="2605820" y="272236"/>
                </a:lnTo>
                <a:lnTo>
                  <a:pt x="2605547" y="273075"/>
                </a:lnTo>
                <a:lnTo>
                  <a:pt x="2605291" y="273924"/>
                </a:lnTo>
                <a:lnTo>
                  <a:pt x="2605049" y="274784"/>
                </a:lnTo>
                <a:lnTo>
                  <a:pt x="2604823" y="275653"/>
                </a:lnTo>
                <a:lnTo>
                  <a:pt x="2604613" y="276532"/>
                </a:lnTo>
                <a:lnTo>
                  <a:pt x="2604419" y="277421"/>
                </a:lnTo>
                <a:lnTo>
                  <a:pt x="2604239" y="278321"/>
                </a:lnTo>
                <a:lnTo>
                  <a:pt x="2604076" y="279230"/>
                </a:lnTo>
                <a:lnTo>
                  <a:pt x="2603928" y="280149"/>
                </a:lnTo>
                <a:lnTo>
                  <a:pt x="2603796" y="281079"/>
                </a:lnTo>
                <a:lnTo>
                  <a:pt x="2603679" y="282018"/>
                </a:lnTo>
                <a:lnTo>
                  <a:pt x="2603578" y="282967"/>
                </a:lnTo>
                <a:lnTo>
                  <a:pt x="2603492" y="283927"/>
                </a:lnTo>
                <a:lnTo>
                  <a:pt x="2603422" y="284896"/>
                </a:lnTo>
                <a:lnTo>
                  <a:pt x="2603367" y="285875"/>
                </a:lnTo>
                <a:lnTo>
                  <a:pt x="2603328" y="286865"/>
                </a:lnTo>
                <a:lnTo>
                  <a:pt x="2603305" y="287864"/>
                </a:lnTo>
                <a:lnTo>
                  <a:pt x="2603297" y="288873"/>
                </a:lnTo>
                <a:lnTo>
                  <a:pt x="2603297" y="291596"/>
                </a:lnTo>
                <a:lnTo>
                  <a:pt x="2603305" y="292580"/>
                </a:lnTo>
                <a:lnTo>
                  <a:pt x="2603328" y="293555"/>
                </a:lnTo>
                <a:lnTo>
                  <a:pt x="2603367" y="294522"/>
                </a:lnTo>
                <a:lnTo>
                  <a:pt x="2603422" y="295480"/>
                </a:lnTo>
                <a:lnTo>
                  <a:pt x="2603492" y="296431"/>
                </a:lnTo>
                <a:lnTo>
                  <a:pt x="2603578" y="297372"/>
                </a:lnTo>
                <a:lnTo>
                  <a:pt x="2603679" y="298306"/>
                </a:lnTo>
                <a:lnTo>
                  <a:pt x="2603796" y="299231"/>
                </a:lnTo>
                <a:lnTo>
                  <a:pt x="2603928" y="300148"/>
                </a:lnTo>
                <a:lnTo>
                  <a:pt x="2604076" y="301056"/>
                </a:lnTo>
                <a:lnTo>
                  <a:pt x="2604239" y="301956"/>
                </a:lnTo>
                <a:lnTo>
                  <a:pt x="2604419" y="302848"/>
                </a:lnTo>
                <a:lnTo>
                  <a:pt x="2604613" y="303732"/>
                </a:lnTo>
                <a:lnTo>
                  <a:pt x="2604823" y="304607"/>
                </a:lnTo>
                <a:lnTo>
                  <a:pt x="2605049" y="305473"/>
                </a:lnTo>
                <a:lnTo>
                  <a:pt x="2605291" y="306332"/>
                </a:lnTo>
                <a:lnTo>
                  <a:pt x="2605547" y="307182"/>
                </a:lnTo>
                <a:lnTo>
                  <a:pt x="2605820" y="308024"/>
                </a:lnTo>
                <a:lnTo>
                  <a:pt x="2606108" y="308857"/>
                </a:lnTo>
                <a:lnTo>
                  <a:pt x="2606412" y="309682"/>
                </a:lnTo>
                <a:lnTo>
                  <a:pt x="2606731" y="310499"/>
                </a:lnTo>
                <a:lnTo>
                  <a:pt x="2607066" y="311307"/>
                </a:lnTo>
                <a:lnTo>
                  <a:pt x="2607416" y="312107"/>
                </a:lnTo>
                <a:lnTo>
                  <a:pt x="2607782" y="312899"/>
                </a:lnTo>
                <a:lnTo>
                  <a:pt x="2608163" y="313666"/>
                </a:lnTo>
                <a:lnTo>
                  <a:pt x="2608557" y="314419"/>
                </a:lnTo>
                <a:lnTo>
                  <a:pt x="2608966" y="315159"/>
                </a:lnTo>
                <a:lnTo>
                  <a:pt x="2609388" y="315884"/>
                </a:lnTo>
                <a:lnTo>
                  <a:pt x="2609824" y="316596"/>
                </a:lnTo>
                <a:lnTo>
                  <a:pt x="2610275" y="317293"/>
                </a:lnTo>
                <a:lnTo>
                  <a:pt x="2610739" y="317977"/>
                </a:lnTo>
                <a:lnTo>
                  <a:pt x="2611217" y="318647"/>
                </a:lnTo>
                <a:lnTo>
                  <a:pt x="2611709" y="319303"/>
                </a:lnTo>
                <a:lnTo>
                  <a:pt x="2612215" y="319945"/>
                </a:lnTo>
                <a:lnTo>
                  <a:pt x="2612734" y="320573"/>
                </a:lnTo>
                <a:lnTo>
                  <a:pt x="2613268" y="321187"/>
                </a:lnTo>
                <a:lnTo>
                  <a:pt x="2613815" y="321788"/>
                </a:lnTo>
                <a:lnTo>
                  <a:pt x="2614377" y="322374"/>
                </a:lnTo>
                <a:lnTo>
                  <a:pt x="2614952" y="322947"/>
                </a:lnTo>
                <a:lnTo>
                  <a:pt x="2615541" y="323505"/>
                </a:lnTo>
                <a:lnTo>
                  <a:pt x="2616145" y="324050"/>
                </a:lnTo>
                <a:lnTo>
                  <a:pt x="2616762" y="324581"/>
                </a:lnTo>
                <a:lnTo>
                  <a:pt x="2617393" y="325098"/>
                </a:lnTo>
                <a:lnTo>
                  <a:pt x="2618037" y="325601"/>
                </a:lnTo>
                <a:lnTo>
                  <a:pt x="2618696" y="326090"/>
                </a:lnTo>
                <a:lnTo>
                  <a:pt x="2619369" y="326565"/>
                </a:lnTo>
                <a:lnTo>
                  <a:pt x="2620055" y="327027"/>
                </a:lnTo>
                <a:lnTo>
                  <a:pt x="2620756" y="327474"/>
                </a:lnTo>
                <a:lnTo>
                  <a:pt x="2621469" y="327905"/>
                </a:lnTo>
                <a:lnTo>
                  <a:pt x="2622194" y="328318"/>
                </a:lnTo>
                <a:lnTo>
                  <a:pt x="2622931" y="328713"/>
                </a:lnTo>
                <a:lnTo>
                  <a:pt x="2623679" y="329089"/>
                </a:lnTo>
                <a:lnTo>
                  <a:pt x="2624439" y="329447"/>
                </a:lnTo>
                <a:lnTo>
                  <a:pt x="2625210" y="329787"/>
                </a:lnTo>
                <a:lnTo>
                  <a:pt x="2625994" y="330108"/>
                </a:lnTo>
                <a:lnTo>
                  <a:pt x="2626789" y="330411"/>
                </a:lnTo>
                <a:lnTo>
                  <a:pt x="2627595" y="330695"/>
                </a:lnTo>
                <a:lnTo>
                  <a:pt x="2628414" y="330961"/>
                </a:lnTo>
                <a:lnTo>
                  <a:pt x="2629244" y="331209"/>
                </a:lnTo>
                <a:lnTo>
                  <a:pt x="2630086" y="331438"/>
                </a:lnTo>
                <a:lnTo>
                  <a:pt x="2630939" y="331649"/>
                </a:lnTo>
                <a:lnTo>
                  <a:pt x="2631804" y="331842"/>
                </a:lnTo>
                <a:lnTo>
                  <a:pt x="2632681" y="332016"/>
                </a:lnTo>
                <a:lnTo>
                  <a:pt x="2633569" y="332172"/>
                </a:lnTo>
                <a:lnTo>
                  <a:pt x="2634469" y="332310"/>
                </a:lnTo>
                <a:lnTo>
                  <a:pt x="2635381" y="332429"/>
                </a:lnTo>
                <a:lnTo>
                  <a:pt x="2636305" y="332530"/>
                </a:lnTo>
                <a:lnTo>
                  <a:pt x="2637240" y="332613"/>
                </a:lnTo>
                <a:lnTo>
                  <a:pt x="2638187" y="332677"/>
                </a:lnTo>
                <a:lnTo>
                  <a:pt x="2639145" y="332723"/>
                </a:lnTo>
                <a:lnTo>
                  <a:pt x="2640115" y="332751"/>
                </a:lnTo>
                <a:lnTo>
                  <a:pt x="2641097" y="332760"/>
                </a:lnTo>
                <a:lnTo>
                  <a:pt x="2642079" y="332751"/>
                </a:lnTo>
                <a:lnTo>
                  <a:pt x="2643049" y="332724"/>
                </a:lnTo>
                <a:lnTo>
                  <a:pt x="2644008" y="332680"/>
                </a:lnTo>
                <a:lnTo>
                  <a:pt x="2644955" y="332617"/>
                </a:lnTo>
                <a:lnTo>
                  <a:pt x="2645890" y="332537"/>
                </a:lnTo>
                <a:close/>
                <a:moveTo>
                  <a:pt x="2637425" y="321096"/>
                </a:moveTo>
                <a:lnTo>
                  <a:pt x="2636723" y="320967"/>
                </a:lnTo>
                <a:lnTo>
                  <a:pt x="2636030" y="320815"/>
                </a:lnTo>
                <a:lnTo>
                  <a:pt x="2635349" y="320640"/>
                </a:lnTo>
                <a:lnTo>
                  <a:pt x="2634678" y="320442"/>
                </a:lnTo>
                <a:lnTo>
                  <a:pt x="2634017" y="320220"/>
                </a:lnTo>
                <a:lnTo>
                  <a:pt x="2633368" y="319975"/>
                </a:lnTo>
                <a:lnTo>
                  <a:pt x="2632728" y="319706"/>
                </a:lnTo>
                <a:lnTo>
                  <a:pt x="2632100" y="319414"/>
                </a:lnTo>
                <a:lnTo>
                  <a:pt x="2631481" y="319099"/>
                </a:lnTo>
                <a:lnTo>
                  <a:pt x="2630874" y="318760"/>
                </a:lnTo>
                <a:lnTo>
                  <a:pt x="2630277" y="318398"/>
                </a:lnTo>
                <a:lnTo>
                  <a:pt x="2629690" y="318013"/>
                </a:lnTo>
                <a:lnTo>
                  <a:pt x="2629115" y="317604"/>
                </a:lnTo>
                <a:lnTo>
                  <a:pt x="2628549" y="317172"/>
                </a:lnTo>
                <a:lnTo>
                  <a:pt x="2627994" y="316716"/>
                </a:lnTo>
                <a:lnTo>
                  <a:pt x="2627450" y="316237"/>
                </a:lnTo>
                <a:lnTo>
                  <a:pt x="2626917" y="315735"/>
                </a:lnTo>
                <a:lnTo>
                  <a:pt x="2626394" y="315210"/>
                </a:lnTo>
                <a:lnTo>
                  <a:pt x="2625881" y="314661"/>
                </a:lnTo>
                <a:lnTo>
                  <a:pt x="2625398" y="314077"/>
                </a:lnTo>
                <a:lnTo>
                  <a:pt x="2624935" y="313476"/>
                </a:lnTo>
                <a:lnTo>
                  <a:pt x="2624492" y="312856"/>
                </a:lnTo>
                <a:lnTo>
                  <a:pt x="2624070" y="312218"/>
                </a:lnTo>
                <a:lnTo>
                  <a:pt x="2623669" y="311562"/>
                </a:lnTo>
                <a:lnTo>
                  <a:pt x="2623288" y="310887"/>
                </a:lnTo>
                <a:lnTo>
                  <a:pt x="2622928" y="310193"/>
                </a:lnTo>
                <a:lnTo>
                  <a:pt x="2622589" y="309482"/>
                </a:lnTo>
                <a:lnTo>
                  <a:pt x="2622270" y="308752"/>
                </a:lnTo>
                <a:lnTo>
                  <a:pt x="2621971" y="308004"/>
                </a:lnTo>
                <a:lnTo>
                  <a:pt x="2621694" y="307237"/>
                </a:lnTo>
                <a:lnTo>
                  <a:pt x="2621436" y="306452"/>
                </a:lnTo>
                <a:lnTo>
                  <a:pt x="2621200" y="305649"/>
                </a:lnTo>
                <a:lnTo>
                  <a:pt x="2620984" y="304827"/>
                </a:lnTo>
                <a:lnTo>
                  <a:pt x="2620788" y="303987"/>
                </a:lnTo>
                <a:lnTo>
                  <a:pt x="2620613" y="303128"/>
                </a:lnTo>
                <a:lnTo>
                  <a:pt x="2620459" y="302252"/>
                </a:lnTo>
                <a:lnTo>
                  <a:pt x="2620325" y="301357"/>
                </a:lnTo>
                <a:lnTo>
                  <a:pt x="2620212" y="300443"/>
                </a:lnTo>
                <a:lnTo>
                  <a:pt x="2620119" y="299511"/>
                </a:lnTo>
                <a:lnTo>
                  <a:pt x="2620047" y="298561"/>
                </a:lnTo>
                <a:lnTo>
                  <a:pt x="2619996" y="297593"/>
                </a:lnTo>
                <a:lnTo>
                  <a:pt x="2619965" y="296606"/>
                </a:lnTo>
                <a:lnTo>
                  <a:pt x="2619955" y="295601"/>
                </a:lnTo>
                <a:lnTo>
                  <a:pt x="2619955" y="284869"/>
                </a:lnTo>
                <a:lnTo>
                  <a:pt x="2619965" y="283864"/>
                </a:lnTo>
                <a:lnTo>
                  <a:pt x="2619996" y="282878"/>
                </a:lnTo>
                <a:lnTo>
                  <a:pt x="2620047" y="281911"/>
                </a:lnTo>
                <a:lnTo>
                  <a:pt x="2620119" y="280963"/>
                </a:lnTo>
                <a:lnTo>
                  <a:pt x="2620212" y="280034"/>
                </a:lnTo>
                <a:lnTo>
                  <a:pt x="2620325" y="279123"/>
                </a:lnTo>
                <a:lnTo>
                  <a:pt x="2620459" y="278232"/>
                </a:lnTo>
                <a:lnTo>
                  <a:pt x="2620613" y="277359"/>
                </a:lnTo>
                <a:lnTo>
                  <a:pt x="2620788" y="276505"/>
                </a:lnTo>
                <a:lnTo>
                  <a:pt x="2620984" y="275671"/>
                </a:lnTo>
                <a:lnTo>
                  <a:pt x="2621200" y="274855"/>
                </a:lnTo>
                <a:lnTo>
                  <a:pt x="2621436" y="274058"/>
                </a:lnTo>
                <a:lnTo>
                  <a:pt x="2621694" y="273280"/>
                </a:lnTo>
                <a:lnTo>
                  <a:pt x="2621971" y="272521"/>
                </a:lnTo>
                <a:lnTo>
                  <a:pt x="2622270" y="271780"/>
                </a:lnTo>
                <a:lnTo>
                  <a:pt x="2622589" y="271059"/>
                </a:lnTo>
                <a:lnTo>
                  <a:pt x="2622928" y="270357"/>
                </a:lnTo>
                <a:lnTo>
                  <a:pt x="2623288" y="269673"/>
                </a:lnTo>
                <a:lnTo>
                  <a:pt x="2623669" y="269009"/>
                </a:lnTo>
                <a:lnTo>
                  <a:pt x="2624070" y="268363"/>
                </a:lnTo>
                <a:lnTo>
                  <a:pt x="2624492" y="267736"/>
                </a:lnTo>
                <a:lnTo>
                  <a:pt x="2624935" y="267128"/>
                </a:lnTo>
                <a:lnTo>
                  <a:pt x="2625398" y="266539"/>
                </a:lnTo>
                <a:lnTo>
                  <a:pt x="2625881" y="265969"/>
                </a:lnTo>
                <a:lnTo>
                  <a:pt x="2626394" y="265407"/>
                </a:lnTo>
                <a:lnTo>
                  <a:pt x="2626917" y="264869"/>
                </a:lnTo>
                <a:lnTo>
                  <a:pt x="2627450" y="264355"/>
                </a:lnTo>
                <a:lnTo>
                  <a:pt x="2627994" y="263865"/>
                </a:lnTo>
                <a:lnTo>
                  <a:pt x="2628549" y="263399"/>
                </a:lnTo>
                <a:lnTo>
                  <a:pt x="2629115" y="262956"/>
                </a:lnTo>
                <a:lnTo>
                  <a:pt x="2629690" y="262538"/>
                </a:lnTo>
                <a:lnTo>
                  <a:pt x="2630277" y="262143"/>
                </a:lnTo>
                <a:lnTo>
                  <a:pt x="2630874" y="261772"/>
                </a:lnTo>
                <a:lnTo>
                  <a:pt x="2631481" y="261426"/>
                </a:lnTo>
                <a:lnTo>
                  <a:pt x="2632100" y="261103"/>
                </a:lnTo>
                <a:lnTo>
                  <a:pt x="2632728" y="260804"/>
                </a:lnTo>
                <a:lnTo>
                  <a:pt x="2633368" y="260529"/>
                </a:lnTo>
                <a:lnTo>
                  <a:pt x="2634017" y="260278"/>
                </a:lnTo>
                <a:lnTo>
                  <a:pt x="2634678" y="260051"/>
                </a:lnTo>
                <a:lnTo>
                  <a:pt x="2635349" y="259847"/>
                </a:lnTo>
                <a:lnTo>
                  <a:pt x="2636030" y="259668"/>
                </a:lnTo>
                <a:lnTo>
                  <a:pt x="2636723" y="259513"/>
                </a:lnTo>
                <a:lnTo>
                  <a:pt x="2637425" y="259381"/>
                </a:lnTo>
                <a:lnTo>
                  <a:pt x="2638138" y="259273"/>
                </a:lnTo>
                <a:lnTo>
                  <a:pt x="2638862" y="259190"/>
                </a:lnTo>
                <a:lnTo>
                  <a:pt x="2639597" y="259130"/>
                </a:lnTo>
                <a:lnTo>
                  <a:pt x="2640342" y="259094"/>
                </a:lnTo>
                <a:lnTo>
                  <a:pt x="2641097" y="259082"/>
                </a:lnTo>
                <a:lnTo>
                  <a:pt x="2641865" y="259094"/>
                </a:lnTo>
                <a:lnTo>
                  <a:pt x="2642622" y="259130"/>
                </a:lnTo>
                <a:lnTo>
                  <a:pt x="2643367" y="259190"/>
                </a:lnTo>
                <a:lnTo>
                  <a:pt x="2644100" y="259273"/>
                </a:lnTo>
                <a:lnTo>
                  <a:pt x="2644822" y="259381"/>
                </a:lnTo>
                <a:lnTo>
                  <a:pt x="2645532" y="259513"/>
                </a:lnTo>
                <a:lnTo>
                  <a:pt x="2646230" y="259668"/>
                </a:lnTo>
                <a:lnTo>
                  <a:pt x="2646917" y="259847"/>
                </a:lnTo>
                <a:lnTo>
                  <a:pt x="2647591" y="260051"/>
                </a:lnTo>
                <a:lnTo>
                  <a:pt x="2648255" y="260278"/>
                </a:lnTo>
                <a:lnTo>
                  <a:pt x="2648906" y="260529"/>
                </a:lnTo>
                <a:lnTo>
                  <a:pt x="2649546" y="260804"/>
                </a:lnTo>
                <a:lnTo>
                  <a:pt x="2650174" y="261103"/>
                </a:lnTo>
                <a:lnTo>
                  <a:pt x="2650791" y="261426"/>
                </a:lnTo>
                <a:lnTo>
                  <a:pt x="2651395" y="261772"/>
                </a:lnTo>
                <a:lnTo>
                  <a:pt x="2651989" y="262143"/>
                </a:lnTo>
                <a:lnTo>
                  <a:pt x="2652570" y="262538"/>
                </a:lnTo>
                <a:lnTo>
                  <a:pt x="2653140" y="262956"/>
                </a:lnTo>
                <a:lnTo>
                  <a:pt x="2653698" y="263399"/>
                </a:lnTo>
                <a:lnTo>
                  <a:pt x="2654244" y="263865"/>
                </a:lnTo>
                <a:lnTo>
                  <a:pt x="2654779" y="264355"/>
                </a:lnTo>
                <a:lnTo>
                  <a:pt x="2655302" y="264869"/>
                </a:lnTo>
                <a:lnTo>
                  <a:pt x="2655813" y="265407"/>
                </a:lnTo>
                <a:lnTo>
                  <a:pt x="2656313" y="265969"/>
                </a:lnTo>
                <a:lnTo>
                  <a:pt x="2656797" y="266539"/>
                </a:lnTo>
                <a:lnTo>
                  <a:pt x="2657260" y="267128"/>
                </a:lnTo>
                <a:lnTo>
                  <a:pt x="2657702" y="267736"/>
                </a:lnTo>
                <a:lnTo>
                  <a:pt x="2658124" y="268363"/>
                </a:lnTo>
                <a:lnTo>
                  <a:pt x="2658525" y="269009"/>
                </a:lnTo>
                <a:lnTo>
                  <a:pt x="2658906" y="269673"/>
                </a:lnTo>
                <a:lnTo>
                  <a:pt x="2659266" y="270357"/>
                </a:lnTo>
                <a:lnTo>
                  <a:pt x="2659605" y="271059"/>
                </a:lnTo>
                <a:lnTo>
                  <a:pt x="2659924" y="271780"/>
                </a:lnTo>
                <a:lnTo>
                  <a:pt x="2660223" y="272521"/>
                </a:lnTo>
                <a:lnTo>
                  <a:pt x="2660501" y="273280"/>
                </a:lnTo>
                <a:lnTo>
                  <a:pt x="2660758" y="274058"/>
                </a:lnTo>
                <a:lnTo>
                  <a:pt x="2660994" y="274855"/>
                </a:lnTo>
                <a:lnTo>
                  <a:pt x="2661211" y="275671"/>
                </a:lnTo>
                <a:lnTo>
                  <a:pt x="2661406" y="276505"/>
                </a:lnTo>
                <a:lnTo>
                  <a:pt x="2661581" y="277359"/>
                </a:lnTo>
                <a:lnTo>
                  <a:pt x="2661735" y="278232"/>
                </a:lnTo>
                <a:lnTo>
                  <a:pt x="2661869" y="279123"/>
                </a:lnTo>
                <a:lnTo>
                  <a:pt x="2661982" y="280034"/>
                </a:lnTo>
                <a:lnTo>
                  <a:pt x="2662075" y="280963"/>
                </a:lnTo>
                <a:lnTo>
                  <a:pt x="2662147" y="281911"/>
                </a:lnTo>
                <a:lnTo>
                  <a:pt x="2662198" y="282878"/>
                </a:lnTo>
                <a:lnTo>
                  <a:pt x="2662229" y="283864"/>
                </a:lnTo>
                <a:lnTo>
                  <a:pt x="2662239" y="284869"/>
                </a:lnTo>
                <a:lnTo>
                  <a:pt x="2662239" y="295601"/>
                </a:lnTo>
                <a:lnTo>
                  <a:pt x="2662229" y="296606"/>
                </a:lnTo>
                <a:lnTo>
                  <a:pt x="2662198" y="297593"/>
                </a:lnTo>
                <a:lnTo>
                  <a:pt x="2662147" y="298561"/>
                </a:lnTo>
                <a:lnTo>
                  <a:pt x="2662075" y="299511"/>
                </a:lnTo>
                <a:lnTo>
                  <a:pt x="2661982" y="300443"/>
                </a:lnTo>
                <a:lnTo>
                  <a:pt x="2661869" y="301357"/>
                </a:lnTo>
                <a:lnTo>
                  <a:pt x="2661735" y="302252"/>
                </a:lnTo>
                <a:lnTo>
                  <a:pt x="2661581" y="303128"/>
                </a:lnTo>
                <a:lnTo>
                  <a:pt x="2661406" y="303987"/>
                </a:lnTo>
                <a:lnTo>
                  <a:pt x="2661211" y="304827"/>
                </a:lnTo>
                <a:lnTo>
                  <a:pt x="2660994" y="305649"/>
                </a:lnTo>
                <a:lnTo>
                  <a:pt x="2660758" y="306452"/>
                </a:lnTo>
                <a:lnTo>
                  <a:pt x="2660501" y="307237"/>
                </a:lnTo>
                <a:lnTo>
                  <a:pt x="2660223" y="308004"/>
                </a:lnTo>
                <a:lnTo>
                  <a:pt x="2659924" y="308752"/>
                </a:lnTo>
                <a:lnTo>
                  <a:pt x="2659605" y="309482"/>
                </a:lnTo>
                <a:lnTo>
                  <a:pt x="2659266" y="310193"/>
                </a:lnTo>
                <a:lnTo>
                  <a:pt x="2658906" y="310887"/>
                </a:lnTo>
                <a:lnTo>
                  <a:pt x="2658525" y="311562"/>
                </a:lnTo>
                <a:lnTo>
                  <a:pt x="2658124" y="312218"/>
                </a:lnTo>
                <a:lnTo>
                  <a:pt x="2657702" y="312856"/>
                </a:lnTo>
                <a:lnTo>
                  <a:pt x="2657260" y="313476"/>
                </a:lnTo>
                <a:lnTo>
                  <a:pt x="2656797" y="314077"/>
                </a:lnTo>
                <a:lnTo>
                  <a:pt x="2656313" y="314661"/>
                </a:lnTo>
                <a:lnTo>
                  <a:pt x="2655813" y="315210"/>
                </a:lnTo>
                <a:lnTo>
                  <a:pt x="2655302" y="315735"/>
                </a:lnTo>
                <a:lnTo>
                  <a:pt x="2654779" y="316237"/>
                </a:lnTo>
                <a:lnTo>
                  <a:pt x="2654244" y="316716"/>
                </a:lnTo>
                <a:lnTo>
                  <a:pt x="2653698" y="317172"/>
                </a:lnTo>
                <a:lnTo>
                  <a:pt x="2653140" y="317604"/>
                </a:lnTo>
                <a:lnTo>
                  <a:pt x="2652570" y="318013"/>
                </a:lnTo>
                <a:lnTo>
                  <a:pt x="2651989" y="318398"/>
                </a:lnTo>
                <a:lnTo>
                  <a:pt x="2651395" y="318760"/>
                </a:lnTo>
                <a:lnTo>
                  <a:pt x="2650791" y="319099"/>
                </a:lnTo>
                <a:lnTo>
                  <a:pt x="2650174" y="319414"/>
                </a:lnTo>
                <a:lnTo>
                  <a:pt x="2649546" y="319706"/>
                </a:lnTo>
                <a:lnTo>
                  <a:pt x="2648906" y="319975"/>
                </a:lnTo>
                <a:lnTo>
                  <a:pt x="2648255" y="320220"/>
                </a:lnTo>
                <a:lnTo>
                  <a:pt x="2647591" y="320442"/>
                </a:lnTo>
                <a:lnTo>
                  <a:pt x="2646917" y="320640"/>
                </a:lnTo>
                <a:lnTo>
                  <a:pt x="2646230" y="320815"/>
                </a:lnTo>
                <a:lnTo>
                  <a:pt x="2645532" y="320967"/>
                </a:lnTo>
                <a:lnTo>
                  <a:pt x="2644822" y="321096"/>
                </a:lnTo>
                <a:lnTo>
                  <a:pt x="2644100" y="321201"/>
                </a:lnTo>
                <a:lnTo>
                  <a:pt x="2643367" y="321283"/>
                </a:lnTo>
                <a:lnTo>
                  <a:pt x="2642622" y="321341"/>
                </a:lnTo>
                <a:lnTo>
                  <a:pt x="2641865" y="321376"/>
                </a:lnTo>
                <a:lnTo>
                  <a:pt x="2641097" y="321388"/>
                </a:lnTo>
                <a:lnTo>
                  <a:pt x="2640342" y="321376"/>
                </a:lnTo>
                <a:lnTo>
                  <a:pt x="2639597" y="321341"/>
                </a:lnTo>
                <a:lnTo>
                  <a:pt x="2638862" y="321283"/>
                </a:lnTo>
                <a:lnTo>
                  <a:pt x="2638138" y="321201"/>
                </a:lnTo>
                <a:lnTo>
                  <a:pt x="2637425" y="321096"/>
                </a:lnTo>
                <a:close/>
                <a:moveTo>
                  <a:pt x="2934549" y="332519"/>
                </a:moveTo>
                <a:lnTo>
                  <a:pt x="2935401" y="332433"/>
                </a:lnTo>
                <a:lnTo>
                  <a:pt x="2936243" y="332333"/>
                </a:lnTo>
                <a:lnTo>
                  <a:pt x="2937074" y="332219"/>
                </a:lnTo>
                <a:lnTo>
                  <a:pt x="2937895" y="332092"/>
                </a:lnTo>
                <a:lnTo>
                  <a:pt x="2938705" y="331952"/>
                </a:lnTo>
                <a:lnTo>
                  <a:pt x="2939504" y="331799"/>
                </a:lnTo>
                <a:lnTo>
                  <a:pt x="2940293" y="331632"/>
                </a:lnTo>
                <a:lnTo>
                  <a:pt x="2941071" y="331452"/>
                </a:lnTo>
                <a:lnTo>
                  <a:pt x="2941839" y="331258"/>
                </a:lnTo>
                <a:lnTo>
                  <a:pt x="2942596" y="331051"/>
                </a:lnTo>
                <a:lnTo>
                  <a:pt x="2943343" y="330831"/>
                </a:lnTo>
                <a:lnTo>
                  <a:pt x="2944079" y="330597"/>
                </a:lnTo>
                <a:lnTo>
                  <a:pt x="2944805" y="330351"/>
                </a:lnTo>
                <a:lnTo>
                  <a:pt x="2945519" y="330090"/>
                </a:lnTo>
                <a:lnTo>
                  <a:pt x="2946224" y="329817"/>
                </a:lnTo>
                <a:lnTo>
                  <a:pt x="2946918" y="329530"/>
                </a:lnTo>
                <a:lnTo>
                  <a:pt x="2947601" y="329229"/>
                </a:lnTo>
                <a:lnTo>
                  <a:pt x="2948273" y="328916"/>
                </a:lnTo>
                <a:lnTo>
                  <a:pt x="2948948" y="328590"/>
                </a:lnTo>
                <a:lnTo>
                  <a:pt x="2949609" y="328253"/>
                </a:lnTo>
                <a:lnTo>
                  <a:pt x="2950258" y="327905"/>
                </a:lnTo>
                <a:lnTo>
                  <a:pt x="2950894" y="327545"/>
                </a:lnTo>
                <a:lnTo>
                  <a:pt x="2951517" y="327175"/>
                </a:lnTo>
                <a:lnTo>
                  <a:pt x="2952128" y="326793"/>
                </a:lnTo>
                <a:lnTo>
                  <a:pt x="2952725" y="326401"/>
                </a:lnTo>
                <a:lnTo>
                  <a:pt x="2953310" y="325997"/>
                </a:lnTo>
                <a:lnTo>
                  <a:pt x="2953882" y="325582"/>
                </a:lnTo>
                <a:lnTo>
                  <a:pt x="2954441" y="325156"/>
                </a:lnTo>
                <a:lnTo>
                  <a:pt x="2954988" y="324719"/>
                </a:lnTo>
                <a:lnTo>
                  <a:pt x="2955521" y="324271"/>
                </a:lnTo>
                <a:lnTo>
                  <a:pt x="2956042" y="323811"/>
                </a:lnTo>
                <a:lnTo>
                  <a:pt x="2956550" y="323341"/>
                </a:lnTo>
                <a:lnTo>
                  <a:pt x="2957045" y="322859"/>
                </a:lnTo>
                <a:lnTo>
                  <a:pt x="2957528" y="322367"/>
                </a:lnTo>
                <a:lnTo>
                  <a:pt x="2957997" y="321863"/>
                </a:lnTo>
                <a:lnTo>
                  <a:pt x="2958454" y="321348"/>
                </a:lnTo>
                <a:lnTo>
                  <a:pt x="2958898" y="320822"/>
                </a:lnTo>
                <a:lnTo>
                  <a:pt x="2959330" y="320284"/>
                </a:lnTo>
                <a:lnTo>
                  <a:pt x="2959748" y="319736"/>
                </a:lnTo>
                <a:lnTo>
                  <a:pt x="2960154" y="319177"/>
                </a:lnTo>
                <a:lnTo>
                  <a:pt x="2960547" y="318606"/>
                </a:lnTo>
                <a:lnTo>
                  <a:pt x="2960927" y="318024"/>
                </a:lnTo>
                <a:lnTo>
                  <a:pt x="2961306" y="317419"/>
                </a:lnTo>
                <a:lnTo>
                  <a:pt x="2961669" y="316805"/>
                </a:lnTo>
                <a:lnTo>
                  <a:pt x="2962015" y="316182"/>
                </a:lnTo>
                <a:lnTo>
                  <a:pt x="2962346" y="315550"/>
                </a:lnTo>
                <a:lnTo>
                  <a:pt x="2962661" y="314910"/>
                </a:lnTo>
                <a:lnTo>
                  <a:pt x="2962959" y="314260"/>
                </a:lnTo>
                <a:lnTo>
                  <a:pt x="2963241" y="313602"/>
                </a:lnTo>
                <a:lnTo>
                  <a:pt x="2963507" y="312934"/>
                </a:lnTo>
                <a:lnTo>
                  <a:pt x="2963757" y="312258"/>
                </a:lnTo>
                <a:lnTo>
                  <a:pt x="2963991" y="311573"/>
                </a:lnTo>
                <a:lnTo>
                  <a:pt x="2964209" y="310879"/>
                </a:lnTo>
                <a:lnTo>
                  <a:pt x="2964410" y="310176"/>
                </a:lnTo>
                <a:lnTo>
                  <a:pt x="2964596" y="309464"/>
                </a:lnTo>
                <a:lnTo>
                  <a:pt x="2964765" y="308743"/>
                </a:lnTo>
                <a:lnTo>
                  <a:pt x="2964918" y="308014"/>
                </a:lnTo>
                <a:lnTo>
                  <a:pt x="2965056" y="307275"/>
                </a:lnTo>
                <a:lnTo>
                  <a:pt x="2965177" y="306528"/>
                </a:lnTo>
                <a:lnTo>
                  <a:pt x="2965281" y="305771"/>
                </a:lnTo>
                <a:lnTo>
                  <a:pt x="2965370" y="305006"/>
                </a:lnTo>
                <a:lnTo>
                  <a:pt x="2965443" y="304232"/>
                </a:lnTo>
                <a:lnTo>
                  <a:pt x="2965499" y="303449"/>
                </a:lnTo>
                <a:lnTo>
                  <a:pt x="2965539" y="302657"/>
                </a:lnTo>
                <a:lnTo>
                  <a:pt x="2965564" y="301856"/>
                </a:lnTo>
                <a:lnTo>
                  <a:pt x="2965572" y="301046"/>
                </a:lnTo>
                <a:lnTo>
                  <a:pt x="2950516" y="301046"/>
                </a:lnTo>
                <a:lnTo>
                  <a:pt x="2950506" y="301904"/>
                </a:lnTo>
                <a:lnTo>
                  <a:pt x="2950478" y="302744"/>
                </a:lnTo>
                <a:lnTo>
                  <a:pt x="2950431" y="303564"/>
                </a:lnTo>
                <a:lnTo>
                  <a:pt x="2950365" y="304365"/>
                </a:lnTo>
                <a:lnTo>
                  <a:pt x="2950279" y="305148"/>
                </a:lnTo>
                <a:lnTo>
                  <a:pt x="2950175" y="305911"/>
                </a:lnTo>
                <a:lnTo>
                  <a:pt x="2950053" y="306656"/>
                </a:lnTo>
                <a:lnTo>
                  <a:pt x="2949911" y="307382"/>
                </a:lnTo>
                <a:lnTo>
                  <a:pt x="2949750" y="308089"/>
                </a:lnTo>
                <a:lnTo>
                  <a:pt x="2949570" y="308777"/>
                </a:lnTo>
                <a:lnTo>
                  <a:pt x="2949372" y="309446"/>
                </a:lnTo>
                <a:lnTo>
                  <a:pt x="2949154" y="310096"/>
                </a:lnTo>
                <a:lnTo>
                  <a:pt x="2948918" y="310727"/>
                </a:lnTo>
                <a:lnTo>
                  <a:pt x="2948663" y="311339"/>
                </a:lnTo>
                <a:lnTo>
                  <a:pt x="2948389" y="311933"/>
                </a:lnTo>
                <a:lnTo>
                  <a:pt x="2948096" y="312507"/>
                </a:lnTo>
                <a:lnTo>
                  <a:pt x="2947784" y="313063"/>
                </a:lnTo>
                <a:lnTo>
                  <a:pt x="2947453" y="313600"/>
                </a:lnTo>
                <a:lnTo>
                  <a:pt x="2947103" y="314117"/>
                </a:lnTo>
                <a:lnTo>
                  <a:pt x="2946734" y="314616"/>
                </a:lnTo>
                <a:lnTo>
                  <a:pt x="2946346" y="315096"/>
                </a:lnTo>
                <a:lnTo>
                  <a:pt x="2945940" y="315557"/>
                </a:lnTo>
                <a:lnTo>
                  <a:pt x="2945514" y="315999"/>
                </a:lnTo>
                <a:lnTo>
                  <a:pt x="2945070" y="316423"/>
                </a:lnTo>
                <a:lnTo>
                  <a:pt x="2944621" y="316828"/>
                </a:lnTo>
                <a:lnTo>
                  <a:pt x="2944155" y="317216"/>
                </a:lnTo>
                <a:lnTo>
                  <a:pt x="2943671" y="317586"/>
                </a:lnTo>
                <a:lnTo>
                  <a:pt x="2943170" y="317940"/>
                </a:lnTo>
                <a:lnTo>
                  <a:pt x="2942652" y="318276"/>
                </a:lnTo>
                <a:lnTo>
                  <a:pt x="2942117" y="318595"/>
                </a:lnTo>
                <a:lnTo>
                  <a:pt x="2941564" y="318897"/>
                </a:lnTo>
                <a:lnTo>
                  <a:pt x="2940995" y="319181"/>
                </a:lnTo>
                <a:lnTo>
                  <a:pt x="2940408" y="319448"/>
                </a:lnTo>
                <a:lnTo>
                  <a:pt x="2939803" y="319698"/>
                </a:lnTo>
                <a:lnTo>
                  <a:pt x="2939182" y="319931"/>
                </a:lnTo>
                <a:lnTo>
                  <a:pt x="2938543" y="320146"/>
                </a:lnTo>
                <a:lnTo>
                  <a:pt x="2937887" y="320345"/>
                </a:lnTo>
                <a:lnTo>
                  <a:pt x="2937214" y="320526"/>
                </a:lnTo>
                <a:lnTo>
                  <a:pt x="2936524" y="320690"/>
                </a:lnTo>
                <a:lnTo>
                  <a:pt x="2935816" y="320836"/>
                </a:lnTo>
                <a:lnTo>
                  <a:pt x="2935091" y="320965"/>
                </a:lnTo>
                <a:lnTo>
                  <a:pt x="2934349" y="321077"/>
                </a:lnTo>
                <a:lnTo>
                  <a:pt x="2933589" y="321172"/>
                </a:lnTo>
                <a:lnTo>
                  <a:pt x="2932813" y="321250"/>
                </a:lnTo>
                <a:lnTo>
                  <a:pt x="2932019" y="321310"/>
                </a:lnTo>
                <a:lnTo>
                  <a:pt x="2931208" y="321353"/>
                </a:lnTo>
                <a:lnTo>
                  <a:pt x="2930379" y="321379"/>
                </a:lnTo>
                <a:lnTo>
                  <a:pt x="2929534" y="321388"/>
                </a:lnTo>
                <a:lnTo>
                  <a:pt x="2928765" y="321376"/>
                </a:lnTo>
                <a:lnTo>
                  <a:pt x="2928008" y="321342"/>
                </a:lnTo>
                <a:lnTo>
                  <a:pt x="2927261" y="321285"/>
                </a:lnTo>
                <a:lnTo>
                  <a:pt x="2926526" y="321205"/>
                </a:lnTo>
                <a:lnTo>
                  <a:pt x="2925802" y="321103"/>
                </a:lnTo>
                <a:lnTo>
                  <a:pt x="2925089" y="320977"/>
                </a:lnTo>
                <a:lnTo>
                  <a:pt x="2924387" y="320829"/>
                </a:lnTo>
                <a:lnTo>
                  <a:pt x="2923696" y="320658"/>
                </a:lnTo>
                <a:lnTo>
                  <a:pt x="2923017" y="320464"/>
                </a:lnTo>
                <a:lnTo>
                  <a:pt x="2922348" y="320248"/>
                </a:lnTo>
                <a:lnTo>
                  <a:pt x="2921691" y="320008"/>
                </a:lnTo>
                <a:lnTo>
                  <a:pt x="2921045" y="319746"/>
                </a:lnTo>
                <a:lnTo>
                  <a:pt x="2920410" y="319461"/>
                </a:lnTo>
                <a:lnTo>
                  <a:pt x="2919786" y="319153"/>
                </a:lnTo>
                <a:lnTo>
                  <a:pt x="2919173" y="318823"/>
                </a:lnTo>
                <a:lnTo>
                  <a:pt x="2918571" y="318469"/>
                </a:lnTo>
                <a:lnTo>
                  <a:pt x="2917980" y="318093"/>
                </a:lnTo>
                <a:lnTo>
                  <a:pt x="2917401" y="317694"/>
                </a:lnTo>
                <a:lnTo>
                  <a:pt x="2916833" y="317272"/>
                </a:lnTo>
                <a:lnTo>
                  <a:pt x="2916275" y="316827"/>
                </a:lnTo>
                <a:lnTo>
                  <a:pt x="2915729" y="316360"/>
                </a:lnTo>
                <a:lnTo>
                  <a:pt x="2915194" y="315870"/>
                </a:lnTo>
                <a:lnTo>
                  <a:pt x="2914670" y="315357"/>
                </a:lnTo>
                <a:lnTo>
                  <a:pt x="2914158" y="314821"/>
                </a:lnTo>
                <a:lnTo>
                  <a:pt x="2913661" y="314263"/>
                </a:lnTo>
                <a:lnTo>
                  <a:pt x="2913185" y="313684"/>
                </a:lnTo>
                <a:lnTo>
                  <a:pt x="2912731" y="313084"/>
                </a:lnTo>
                <a:lnTo>
                  <a:pt x="2912298" y="312463"/>
                </a:lnTo>
                <a:lnTo>
                  <a:pt x="2911886" y="311820"/>
                </a:lnTo>
                <a:lnTo>
                  <a:pt x="2911495" y="311157"/>
                </a:lnTo>
                <a:lnTo>
                  <a:pt x="2911125" y="310472"/>
                </a:lnTo>
                <a:lnTo>
                  <a:pt x="2910776" y="309767"/>
                </a:lnTo>
                <a:lnTo>
                  <a:pt x="2910449" y="309040"/>
                </a:lnTo>
                <a:lnTo>
                  <a:pt x="2910142" y="308292"/>
                </a:lnTo>
                <a:lnTo>
                  <a:pt x="2909857" y="307523"/>
                </a:lnTo>
                <a:lnTo>
                  <a:pt x="2909593" y="306732"/>
                </a:lnTo>
                <a:lnTo>
                  <a:pt x="2909350" y="305921"/>
                </a:lnTo>
                <a:lnTo>
                  <a:pt x="2909128" y="305088"/>
                </a:lnTo>
                <a:lnTo>
                  <a:pt x="2908927" y="304235"/>
                </a:lnTo>
                <a:lnTo>
                  <a:pt x="2908747" y="303360"/>
                </a:lnTo>
                <a:lnTo>
                  <a:pt x="2908589" y="302464"/>
                </a:lnTo>
                <a:lnTo>
                  <a:pt x="2908451" y="301547"/>
                </a:lnTo>
                <a:lnTo>
                  <a:pt x="2908335" y="300609"/>
                </a:lnTo>
                <a:lnTo>
                  <a:pt x="2908240" y="299649"/>
                </a:lnTo>
                <a:lnTo>
                  <a:pt x="2908166" y="298669"/>
                </a:lnTo>
                <a:lnTo>
                  <a:pt x="2908113" y="297667"/>
                </a:lnTo>
                <a:lnTo>
                  <a:pt x="2908082" y="296644"/>
                </a:lnTo>
                <a:lnTo>
                  <a:pt x="2908071" y="295601"/>
                </a:lnTo>
                <a:lnTo>
                  <a:pt x="2908071" y="292878"/>
                </a:lnTo>
                <a:lnTo>
                  <a:pt x="2965572" y="292878"/>
                </a:lnTo>
                <a:lnTo>
                  <a:pt x="2965572" y="281986"/>
                </a:lnTo>
                <a:lnTo>
                  <a:pt x="2965564" y="281163"/>
                </a:lnTo>
                <a:lnTo>
                  <a:pt x="2965541" y="280347"/>
                </a:lnTo>
                <a:lnTo>
                  <a:pt x="2965502" y="279539"/>
                </a:lnTo>
                <a:lnTo>
                  <a:pt x="2965447" y="278738"/>
                </a:lnTo>
                <a:lnTo>
                  <a:pt x="2965377" y="277946"/>
                </a:lnTo>
                <a:lnTo>
                  <a:pt x="2965291" y="277161"/>
                </a:lnTo>
                <a:lnTo>
                  <a:pt x="2965190" y="276384"/>
                </a:lnTo>
                <a:lnTo>
                  <a:pt x="2965073" y="275615"/>
                </a:lnTo>
                <a:lnTo>
                  <a:pt x="2964941" y="274854"/>
                </a:lnTo>
                <a:lnTo>
                  <a:pt x="2964793" y="274100"/>
                </a:lnTo>
                <a:lnTo>
                  <a:pt x="2964630" y="273354"/>
                </a:lnTo>
                <a:lnTo>
                  <a:pt x="2964451" y="272616"/>
                </a:lnTo>
                <a:lnTo>
                  <a:pt x="2964256" y="271886"/>
                </a:lnTo>
                <a:lnTo>
                  <a:pt x="2964046" y="271164"/>
                </a:lnTo>
                <a:lnTo>
                  <a:pt x="2963820" y="270449"/>
                </a:lnTo>
                <a:lnTo>
                  <a:pt x="2963579" y="269742"/>
                </a:lnTo>
                <a:lnTo>
                  <a:pt x="2963322" y="269043"/>
                </a:lnTo>
                <a:lnTo>
                  <a:pt x="2963049" y="268352"/>
                </a:lnTo>
                <a:lnTo>
                  <a:pt x="2962761" y="267668"/>
                </a:lnTo>
                <a:lnTo>
                  <a:pt x="2962457" y="266993"/>
                </a:lnTo>
                <a:lnTo>
                  <a:pt x="2962138" y="266325"/>
                </a:lnTo>
                <a:lnTo>
                  <a:pt x="2961803" y="265665"/>
                </a:lnTo>
                <a:lnTo>
                  <a:pt x="2961453" y="265012"/>
                </a:lnTo>
                <a:lnTo>
                  <a:pt x="2961087" y="264368"/>
                </a:lnTo>
                <a:lnTo>
                  <a:pt x="2960720" y="263733"/>
                </a:lnTo>
                <a:lnTo>
                  <a:pt x="2960341" y="263109"/>
                </a:lnTo>
                <a:lnTo>
                  <a:pt x="2959948" y="262496"/>
                </a:lnTo>
                <a:lnTo>
                  <a:pt x="2959543" y="261894"/>
                </a:lnTo>
                <a:lnTo>
                  <a:pt x="2959125" y="261303"/>
                </a:lnTo>
                <a:lnTo>
                  <a:pt x="2958694" y="260724"/>
                </a:lnTo>
                <a:lnTo>
                  <a:pt x="2958251" y="260155"/>
                </a:lnTo>
                <a:lnTo>
                  <a:pt x="2957795" y="259598"/>
                </a:lnTo>
                <a:lnTo>
                  <a:pt x="2957326" y="259052"/>
                </a:lnTo>
                <a:lnTo>
                  <a:pt x="2956844" y="258517"/>
                </a:lnTo>
                <a:lnTo>
                  <a:pt x="2956349" y="257993"/>
                </a:lnTo>
                <a:lnTo>
                  <a:pt x="2955841" y="257480"/>
                </a:lnTo>
                <a:lnTo>
                  <a:pt x="2955321" y="256979"/>
                </a:lnTo>
                <a:lnTo>
                  <a:pt x="2954788" y="256488"/>
                </a:lnTo>
                <a:lnTo>
                  <a:pt x="2954242" y="256009"/>
                </a:lnTo>
                <a:lnTo>
                  <a:pt x="2953684" y="255541"/>
                </a:lnTo>
                <a:lnTo>
                  <a:pt x="2953112" y="255083"/>
                </a:lnTo>
                <a:lnTo>
                  <a:pt x="2952528" y="254637"/>
                </a:lnTo>
                <a:lnTo>
                  <a:pt x="2951931" y="254202"/>
                </a:lnTo>
                <a:lnTo>
                  <a:pt x="2951321" y="253779"/>
                </a:lnTo>
                <a:lnTo>
                  <a:pt x="2950699" y="253366"/>
                </a:lnTo>
                <a:lnTo>
                  <a:pt x="2950063" y="252964"/>
                </a:lnTo>
                <a:lnTo>
                  <a:pt x="2949415" y="252574"/>
                </a:lnTo>
                <a:lnTo>
                  <a:pt x="2948754" y="252195"/>
                </a:lnTo>
                <a:lnTo>
                  <a:pt x="2948094" y="251829"/>
                </a:lnTo>
                <a:lnTo>
                  <a:pt x="2947424" y="251478"/>
                </a:lnTo>
                <a:lnTo>
                  <a:pt x="2946742" y="251144"/>
                </a:lnTo>
                <a:lnTo>
                  <a:pt x="2946049" y="250824"/>
                </a:lnTo>
                <a:lnTo>
                  <a:pt x="2945345" y="250521"/>
                </a:lnTo>
                <a:lnTo>
                  <a:pt x="2944630" y="250233"/>
                </a:lnTo>
                <a:lnTo>
                  <a:pt x="2943903" y="249960"/>
                </a:lnTo>
                <a:lnTo>
                  <a:pt x="2943166" y="249703"/>
                </a:lnTo>
                <a:lnTo>
                  <a:pt x="2942417" y="249462"/>
                </a:lnTo>
                <a:lnTo>
                  <a:pt x="2941658" y="249236"/>
                </a:lnTo>
                <a:lnTo>
                  <a:pt x="2940887" y="249026"/>
                </a:lnTo>
                <a:lnTo>
                  <a:pt x="2940105" y="248831"/>
                </a:lnTo>
                <a:lnTo>
                  <a:pt x="2939312" y="248652"/>
                </a:lnTo>
                <a:lnTo>
                  <a:pt x="2938508" y="248489"/>
                </a:lnTo>
                <a:lnTo>
                  <a:pt x="2937692" y="248341"/>
                </a:lnTo>
                <a:lnTo>
                  <a:pt x="2936866" y="248208"/>
                </a:lnTo>
                <a:lnTo>
                  <a:pt x="2936028" y="248092"/>
                </a:lnTo>
                <a:lnTo>
                  <a:pt x="2935180" y="247990"/>
                </a:lnTo>
                <a:lnTo>
                  <a:pt x="2934320" y="247905"/>
                </a:lnTo>
                <a:lnTo>
                  <a:pt x="2933449" y="247835"/>
                </a:lnTo>
                <a:lnTo>
                  <a:pt x="2932567" y="247780"/>
                </a:lnTo>
                <a:lnTo>
                  <a:pt x="2931674" y="247741"/>
                </a:lnTo>
                <a:lnTo>
                  <a:pt x="2930770" y="247718"/>
                </a:lnTo>
                <a:lnTo>
                  <a:pt x="2929854" y="247710"/>
                </a:lnTo>
                <a:lnTo>
                  <a:pt x="2928872" y="247719"/>
                </a:lnTo>
                <a:lnTo>
                  <a:pt x="2927901" y="247746"/>
                </a:lnTo>
                <a:lnTo>
                  <a:pt x="2926941" y="247790"/>
                </a:lnTo>
                <a:lnTo>
                  <a:pt x="2925992" y="247852"/>
                </a:lnTo>
                <a:lnTo>
                  <a:pt x="2925055" y="247933"/>
                </a:lnTo>
                <a:lnTo>
                  <a:pt x="2924128" y="248030"/>
                </a:lnTo>
                <a:lnTo>
                  <a:pt x="2923213" y="248146"/>
                </a:lnTo>
                <a:lnTo>
                  <a:pt x="2922308" y="248280"/>
                </a:lnTo>
                <a:lnTo>
                  <a:pt x="2921415" y="248431"/>
                </a:lnTo>
                <a:lnTo>
                  <a:pt x="2920533" y="248600"/>
                </a:lnTo>
                <a:lnTo>
                  <a:pt x="2919662" y="248787"/>
                </a:lnTo>
                <a:lnTo>
                  <a:pt x="2918802" y="248991"/>
                </a:lnTo>
                <a:lnTo>
                  <a:pt x="2917954" y="249214"/>
                </a:lnTo>
                <a:lnTo>
                  <a:pt x="2917116" y="249454"/>
                </a:lnTo>
                <a:lnTo>
                  <a:pt x="2916290" y="249712"/>
                </a:lnTo>
                <a:lnTo>
                  <a:pt x="2915474" y="249988"/>
                </a:lnTo>
                <a:lnTo>
                  <a:pt x="2914670" y="250282"/>
                </a:lnTo>
                <a:lnTo>
                  <a:pt x="2913877" y="250593"/>
                </a:lnTo>
                <a:lnTo>
                  <a:pt x="2913095" y="250922"/>
                </a:lnTo>
                <a:lnTo>
                  <a:pt x="2912324" y="251269"/>
                </a:lnTo>
                <a:lnTo>
                  <a:pt x="2911565" y="251634"/>
                </a:lnTo>
                <a:lnTo>
                  <a:pt x="2910816" y="252017"/>
                </a:lnTo>
                <a:lnTo>
                  <a:pt x="2910079" y="252417"/>
                </a:lnTo>
                <a:lnTo>
                  <a:pt x="2909352" y="252835"/>
                </a:lnTo>
                <a:lnTo>
                  <a:pt x="2908639" y="253256"/>
                </a:lnTo>
                <a:lnTo>
                  <a:pt x="2907939" y="253692"/>
                </a:lnTo>
                <a:lnTo>
                  <a:pt x="2907253" y="254142"/>
                </a:lnTo>
                <a:lnTo>
                  <a:pt x="2906581" y="254606"/>
                </a:lnTo>
                <a:lnTo>
                  <a:pt x="2905923" y="255085"/>
                </a:lnTo>
                <a:lnTo>
                  <a:pt x="2905278" y="255578"/>
                </a:lnTo>
                <a:lnTo>
                  <a:pt x="2904648" y="256086"/>
                </a:lnTo>
                <a:lnTo>
                  <a:pt x="2904031" y="256608"/>
                </a:lnTo>
                <a:lnTo>
                  <a:pt x="2903429" y="257145"/>
                </a:lnTo>
                <a:lnTo>
                  <a:pt x="2902840" y="257696"/>
                </a:lnTo>
                <a:lnTo>
                  <a:pt x="2902265" y="258262"/>
                </a:lnTo>
                <a:lnTo>
                  <a:pt x="2901704" y="258842"/>
                </a:lnTo>
                <a:lnTo>
                  <a:pt x="2901157" y="259436"/>
                </a:lnTo>
                <a:lnTo>
                  <a:pt x="2900624" y="260045"/>
                </a:lnTo>
                <a:lnTo>
                  <a:pt x="2900105" y="260669"/>
                </a:lnTo>
                <a:lnTo>
                  <a:pt x="2899600" y="261307"/>
                </a:lnTo>
                <a:lnTo>
                  <a:pt x="2899109" y="261959"/>
                </a:lnTo>
                <a:lnTo>
                  <a:pt x="2898631" y="262626"/>
                </a:lnTo>
                <a:lnTo>
                  <a:pt x="2898168" y="263307"/>
                </a:lnTo>
                <a:lnTo>
                  <a:pt x="2897718" y="264003"/>
                </a:lnTo>
                <a:lnTo>
                  <a:pt x="2897282" y="264713"/>
                </a:lnTo>
                <a:lnTo>
                  <a:pt x="2896860" y="265438"/>
                </a:lnTo>
                <a:lnTo>
                  <a:pt x="2896452" y="266177"/>
                </a:lnTo>
                <a:lnTo>
                  <a:pt x="2896058" y="266930"/>
                </a:lnTo>
                <a:lnTo>
                  <a:pt x="2895679" y="267697"/>
                </a:lnTo>
                <a:lnTo>
                  <a:pt x="2895317" y="268475"/>
                </a:lnTo>
                <a:lnTo>
                  <a:pt x="2894970" y="269265"/>
                </a:lnTo>
                <a:lnTo>
                  <a:pt x="2894639" y="270067"/>
                </a:lnTo>
                <a:lnTo>
                  <a:pt x="2894325" y="270880"/>
                </a:lnTo>
                <a:lnTo>
                  <a:pt x="2894026" y="271705"/>
                </a:lnTo>
                <a:lnTo>
                  <a:pt x="2893744" y="272542"/>
                </a:lnTo>
                <a:lnTo>
                  <a:pt x="2893478" y="273390"/>
                </a:lnTo>
                <a:lnTo>
                  <a:pt x="2893228" y="274251"/>
                </a:lnTo>
                <a:lnTo>
                  <a:pt x="2892994" y="275122"/>
                </a:lnTo>
                <a:lnTo>
                  <a:pt x="2892776" y="276006"/>
                </a:lnTo>
                <a:lnTo>
                  <a:pt x="2892575" y="276901"/>
                </a:lnTo>
                <a:lnTo>
                  <a:pt x="2892389" y="277808"/>
                </a:lnTo>
                <a:lnTo>
                  <a:pt x="2892220" y="278726"/>
                </a:lnTo>
                <a:lnTo>
                  <a:pt x="2892067" y="279656"/>
                </a:lnTo>
                <a:lnTo>
                  <a:pt x="2891930" y="280598"/>
                </a:lnTo>
                <a:lnTo>
                  <a:pt x="2891809" y="281552"/>
                </a:lnTo>
                <a:lnTo>
                  <a:pt x="2891704" y="282517"/>
                </a:lnTo>
                <a:lnTo>
                  <a:pt x="2891615" y="283494"/>
                </a:lnTo>
                <a:lnTo>
                  <a:pt x="2891543" y="284482"/>
                </a:lnTo>
                <a:lnTo>
                  <a:pt x="2891486" y="285482"/>
                </a:lnTo>
                <a:lnTo>
                  <a:pt x="2891446" y="286494"/>
                </a:lnTo>
                <a:lnTo>
                  <a:pt x="2891422" y="287518"/>
                </a:lnTo>
                <a:lnTo>
                  <a:pt x="2891414" y="288553"/>
                </a:lnTo>
                <a:lnTo>
                  <a:pt x="2891414" y="291917"/>
                </a:lnTo>
                <a:lnTo>
                  <a:pt x="2891420" y="292913"/>
                </a:lnTo>
                <a:lnTo>
                  <a:pt x="2891441" y="293900"/>
                </a:lnTo>
                <a:lnTo>
                  <a:pt x="2891476" y="294877"/>
                </a:lnTo>
                <a:lnTo>
                  <a:pt x="2891525" y="295845"/>
                </a:lnTo>
                <a:lnTo>
                  <a:pt x="2891587" y="296804"/>
                </a:lnTo>
                <a:lnTo>
                  <a:pt x="2891664" y="297753"/>
                </a:lnTo>
                <a:lnTo>
                  <a:pt x="2891754" y="298692"/>
                </a:lnTo>
                <a:lnTo>
                  <a:pt x="2891858" y="299623"/>
                </a:lnTo>
                <a:lnTo>
                  <a:pt x="2891977" y="300543"/>
                </a:lnTo>
                <a:lnTo>
                  <a:pt x="2892109" y="301454"/>
                </a:lnTo>
                <a:lnTo>
                  <a:pt x="2892255" y="302356"/>
                </a:lnTo>
                <a:lnTo>
                  <a:pt x="2892415" y="303249"/>
                </a:lnTo>
                <a:lnTo>
                  <a:pt x="2892588" y="304131"/>
                </a:lnTo>
                <a:lnTo>
                  <a:pt x="2892776" y="305005"/>
                </a:lnTo>
                <a:lnTo>
                  <a:pt x="2892978" y="305869"/>
                </a:lnTo>
                <a:lnTo>
                  <a:pt x="2893193" y="306723"/>
                </a:lnTo>
                <a:lnTo>
                  <a:pt x="2893423" y="307568"/>
                </a:lnTo>
                <a:lnTo>
                  <a:pt x="2893666" y="308404"/>
                </a:lnTo>
                <a:lnTo>
                  <a:pt x="2893923" y="309230"/>
                </a:lnTo>
                <a:lnTo>
                  <a:pt x="2894194" y="310047"/>
                </a:lnTo>
                <a:lnTo>
                  <a:pt x="2894479" y="310854"/>
                </a:lnTo>
                <a:lnTo>
                  <a:pt x="2894778" y="311652"/>
                </a:lnTo>
                <a:lnTo>
                  <a:pt x="2895091" y="312440"/>
                </a:lnTo>
                <a:lnTo>
                  <a:pt x="2895418" y="313219"/>
                </a:lnTo>
                <a:lnTo>
                  <a:pt x="2895772" y="313986"/>
                </a:lnTo>
                <a:lnTo>
                  <a:pt x="2896141" y="314739"/>
                </a:lnTo>
                <a:lnTo>
                  <a:pt x="2896524" y="315477"/>
                </a:lnTo>
                <a:lnTo>
                  <a:pt x="2896922" y="316200"/>
                </a:lnTo>
                <a:lnTo>
                  <a:pt x="2897334" y="316909"/>
                </a:lnTo>
                <a:lnTo>
                  <a:pt x="2897760" y="317604"/>
                </a:lnTo>
                <a:lnTo>
                  <a:pt x="2898201" y="318284"/>
                </a:lnTo>
                <a:lnTo>
                  <a:pt x="2898657" y="318950"/>
                </a:lnTo>
                <a:lnTo>
                  <a:pt x="2899127" y="319601"/>
                </a:lnTo>
                <a:lnTo>
                  <a:pt x="2899611" y="320238"/>
                </a:lnTo>
                <a:lnTo>
                  <a:pt x="2900110" y="320860"/>
                </a:lnTo>
                <a:lnTo>
                  <a:pt x="2900623" y="321468"/>
                </a:lnTo>
                <a:lnTo>
                  <a:pt x="2901151" y="322061"/>
                </a:lnTo>
                <a:lnTo>
                  <a:pt x="2901693" y="322640"/>
                </a:lnTo>
                <a:lnTo>
                  <a:pt x="2902250" y="323205"/>
                </a:lnTo>
                <a:lnTo>
                  <a:pt x="2902821" y="323755"/>
                </a:lnTo>
                <a:lnTo>
                  <a:pt x="2903407" y="324290"/>
                </a:lnTo>
                <a:lnTo>
                  <a:pt x="2904007" y="324811"/>
                </a:lnTo>
                <a:lnTo>
                  <a:pt x="2904621" y="325318"/>
                </a:lnTo>
                <a:lnTo>
                  <a:pt x="2905250" y="325810"/>
                </a:lnTo>
                <a:lnTo>
                  <a:pt x="2905894" y="326288"/>
                </a:lnTo>
                <a:lnTo>
                  <a:pt x="2906552" y="326751"/>
                </a:lnTo>
                <a:lnTo>
                  <a:pt x="2907224" y="327200"/>
                </a:lnTo>
                <a:lnTo>
                  <a:pt x="2907911" y="327634"/>
                </a:lnTo>
                <a:lnTo>
                  <a:pt x="2908626" y="328052"/>
                </a:lnTo>
                <a:lnTo>
                  <a:pt x="2909356" y="328453"/>
                </a:lnTo>
                <a:lnTo>
                  <a:pt x="2910101" y="328836"/>
                </a:lnTo>
                <a:lnTo>
                  <a:pt x="2910861" y="329200"/>
                </a:lnTo>
                <a:lnTo>
                  <a:pt x="2911636" y="329547"/>
                </a:lnTo>
                <a:lnTo>
                  <a:pt x="2912426" y="329877"/>
                </a:lnTo>
                <a:lnTo>
                  <a:pt x="2913231" y="330188"/>
                </a:lnTo>
                <a:lnTo>
                  <a:pt x="2914051" y="330482"/>
                </a:lnTo>
                <a:lnTo>
                  <a:pt x="2914886" y="330758"/>
                </a:lnTo>
                <a:lnTo>
                  <a:pt x="2915736" y="331016"/>
                </a:lnTo>
                <a:lnTo>
                  <a:pt x="2916601" y="331256"/>
                </a:lnTo>
                <a:lnTo>
                  <a:pt x="2917481" y="331478"/>
                </a:lnTo>
                <a:lnTo>
                  <a:pt x="2918376" y="331683"/>
                </a:lnTo>
                <a:lnTo>
                  <a:pt x="2919286" y="331870"/>
                </a:lnTo>
                <a:lnTo>
                  <a:pt x="2920211" y="332039"/>
                </a:lnTo>
                <a:lnTo>
                  <a:pt x="2921152" y="332190"/>
                </a:lnTo>
                <a:lnTo>
                  <a:pt x="2922107" y="332324"/>
                </a:lnTo>
                <a:lnTo>
                  <a:pt x="2923077" y="332439"/>
                </a:lnTo>
                <a:lnTo>
                  <a:pt x="2924062" y="332537"/>
                </a:lnTo>
                <a:lnTo>
                  <a:pt x="2925062" y="332617"/>
                </a:lnTo>
                <a:lnTo>
                  <a:pt x="2926078" y="332680"/>
                </a:lnTo>
                <a:lnTo>
                  <a:pt x="2927108" y="332724"/>
                </a:lnTo>
                <a:lnTo>
                  <a:pt x="2928153" y="332751"/>
                </a:lnTo>
                <a:lnTo>
                  <a:pt x="2929213" y="332760"/>
                </a:lnTo>
                <a:lnTo>
                  <a:pt x="2930129" y="332753"/>
                </a:lnTo>
                <a:lnTo>
                  <a:pt x="2931034" y="332733"/>
                </a:lnTo>
                <a:lnTo>
                  <a:pt x="2931929" y="332700"/>
                </a:lnTo>
                <a:lnTo>
                  <a:pt x="2932813" y="332653"/>
                </a:lnTo>
                <a:lnTo>
                  <a:pt x="2933686" y="332593"/>
                </a:lnTo>
                <a:lnTo>
                  <a:pt x="2934549" y="332519"/>
                </a:lnTo>
                <a:close/>
                <a:moveTo>
                  <a:pt x="2908336" y="279411"/>
                </a:moveTo>
                <a:lnTo>
                  <a:pt x="2908381" y="278963"/>
                </a:lnTo>
                <a:lnTo>
                  <a:pt x="2908436" y="278516"/>
                </a:lnTo>
                <a:lnTo>
                  <a:pt x="2908498" y="278071"/>
                </a:lnTo>
                <a:lnTo>
                  <a:pt x="2908569" y="277627"/>
                </a:lnTo>
                <a:lnTo>
                  <a:pt x="2908648" y="277183"/>
                </a:lnTo>
                <a:lnTo>
                  <a:pt x="2908736" y="276741"/>
                </a:lnTo>
                <a:lnTo>
                  <a:pt x="2908832" y="276300"/>
                </a:lnTo>
                <a:lnTo>
                  <a:pt x="2908936" y="275860"/>
                </a:lnTo>
                <a:lnTo>
                  <a:pt x="2909049" y="275421"/>
                </a:lnTo>
                <a:lnTo>
                  <a:pt x="2909170" y="274984"/>
                </a:lnTo>
                <a:lnTo>
                  <a:pt x="2909299" y="274547"/>
                </a:lnTo>
                <a:lnTo>
                  <a:pt x="2909437" y="274112"/>
                </a:lnTo>
                <a:lnTo>
                  <a:pt x="2909583" y="273677"/>
                </a:lnTo>
                <a:lnTo>
                  <a:pt x="2909737" y="273244"/>
                </a:lnTo>
                <a:lnTo>
                  <a:pt x="2909900" y="272812"/>
                </a:lnTo>
                <a:lnTo>
                  <a:pt x="2910071" y="272381"/>
                </a:lnTo>
                <a:lnTo>
                  <a:pt x="2910250" y="271951"/>
                </a:lnTo>
                <a:lnTo>
                  <a:pt x="2910438" y="271522"/>
                </a:lnTo>
                <a:lnTo>
                  <a:pt x="2910634" y="271095"/>
                </a:lnTo>
                <a:lnTo>
                  <a:pt x="2910851" y="270658"/>
                </a:lnTo>
                <a:lnTo>
                  <a:pt x="2911075" y="270227"/>
                </a:lnTo>
                <a:lnTo>
                  <a:pt x="2911307" y="269803"/>
                </a:lnTo>
                <a:lnTo>
                  <a:pt x="2911546" y="269386"/>
                </a:lnTo>
                <a:lnTo>
                  <a:pt x="2911792" y="268976"/>
                </a:lnTo>
                <a:lnTo>
                  <a:pt x="2912045" y="268572"/>
                </a:lnTo>
                <a:lnTo>
                  <a:pt x="2912306" y="268175"/>
                </a:lnTo>
                <a:lnTo>
                  <a:pt x="2912574" y="267785"/>
                </a:lnTo>
                <a:lnTo>
                  <a:pt x="2912849" y="267401"/>
                </a:lnTo>
                <a:lnTo>
                  <a:pt x="2913131" y="267024"/>
                </a:lnTo>
                <a:lnTo>
                  <a:pt x="2913420" y="266653"/>
                </a:lnTo>
                <a:lnTo>
                  <a:pt x="2913717" y="266290"/>
                </a:lnTo>
                <a:lnTo>
                  <a:pt x="2914021" y="265933"/>
                </a:lnTo>
                <a:lnTo>
                  <a:pt x="2914332" y="265582"/>
                </a:lnTo>
                <a:lnTo>
                  <a:pt x="2914651" y="265239"/>
                </a:lnTo>
                <a:lnTo>
                  <a:pt x="2914976" y="264901"/>
                </a:lnTo>
                <a:lnTo>
                  <a:pt x="2915309" y="264571"/>
                </a:lnTo>
                <a:lnTo>
                  <a:pt x="2915649" y="264247"/>
                </a:lnTo>
                <a:lnTo>
                  <a:pt x="2915996" y="263930"/>
                </a:lnTo>
                <a:lnTo>
                  <a:pt x="2916351" y="263620"/>
                </a:lnTo>
                <a:lnTo>
                  <a:pt x="2916713" y="263316"/>
                </a:lnTo>
                <a:lnTo>
                  <a:pt x="2917082" y="263020"/>
                </a:lnTo>
                <a:lnTo>
                  <a:pt x="2917458" y="262729"/>
                </a:lnTo>
                <a:lnTo>
                  <a:pt x="2917841" y="262446"/>
                </a:lnTo>
                <a:lnTo>
                  <a:pt x="2918245" y="262171"/>
                </a:lnTo>
                <a:lnTo>
                  <a:pt x="2918657" y="261908"/>
                </a:lnTo>
                <a:lnTo>
                  <a:pt x="2919075" y="261657"/>
                </a:lnTo>
                <a:lnTo>
                  <a:pt x="2919501" y="261418"/>
                </a:lnTo>
                <a:lnTo>
                  <a:pt x="2919934" y="261190"/>
                </a:lnTo>
                <a:lnTo>
                  <a:pt x="2920374" y="260974"/>
                </a:lnTo>
                <a:lnTo>
                  <a:pt x="2920821" y="260770"/>
                </a:lnTo>
                <a:lnTo>
                  <a:pt x="2921276" y="260577"/>
                </a:lnTo>
                <a:lnTo>
                  <a:pt x="2921738" y="260396"/>
                </a:lnTo>
                <a:lnTo>
                  <a:pt x="2922207" y="260227"/>
                </a:lnTo>
                <a:lnTo>
                  <a:pt x="2922683" y="260069"/>
                </a:lnTo>
                <a:lnTo>
                  <a:pt x="2923167" y="259923"/>
                </a:lnTo>
                <a:lnTo>
                  <a:pt x="2923658" y="259789"/>
                </a:lnTo>
                <a:lnTo>
                  <a:pt x="2924156" y="259666"/>
                </a:lnTo>
                <a:lnTo>
                  <a:pt x="2924661" y="259555"/>
                </a:lnTo>
                <a:lnTo>
                  <a:pt x="2925173" y="259456"/>
                </a:lnTo>
                <a:lnTo>
                  <a:pt x="2925693" y="259368"/>
                </a:lnTo>
                <a:lnTo>
                  <a:pt x="2926220" y="259292"/>
                </a:lnTo>
                <a:lnTo>
                  <a:pt x="2926754" y="259228"/>
                </a:lnTo>
                <a:lnTo>
                  <a:pt x="2927296" y="259175"/>
                </a:lnTo>
                <a:lnTo>
                  <a:pt x="2927844" y="259135"/>
                </a:lnTo>
                <a:lnTo>
                  <a:pt x="2928400" y="259105"/>
                </a:lnTo>
                <a:lnTo>
                  <a:pt x="2928963" y="259088"/>
                </a:lnTo>
                <a:lnTo>
                  <a:pt x="2929534" y="259082"/>
                </a:lnTo>
                <a:lnTo>
                  <a:pt x="2930038" y="259087"/>
                </a:lnTo>
                <a:lnTo>
                  <a:pt x="2930538" y="259101"/>
                </a:lnTo>
                <a:lnTo>
                  <a:pt x="2931033" y="259125"/>
                </a:lnTo>
                <a:lnTo>
                  <a:pt x="2931522" y="259158"/>
                </a:lnTo>
                <a:lnTo>
                  <a:pt x="2932007" y="259200"/>
                </a:lnTo>
                <a:lnTo>
                  <a:pt x="2932487" y="259252"/>
                </a:lnTo>
                <a:lnTo>
                  <a:pt x="2932962" y="259314"/>
                </a:lnTo>
                <a:lnTo>
                  <a:pt x="2933431" y="259385"/>
                </a:lnTo>
                <a:lnTo>
                  <a:pt x="2933896" y="259465"/>
                </a:lnTo>
                <a:lnTo>
                  <a:pt x="2934355" y="259555"/>
                </a:lnTo>
                <a:lnTo>
                  <a:pt x="2934810" y="259654"/>
                </a:lnTo>
                <a:lnTo>
                  <a:pt x="2935260" y="259763"/>
                </a:lnTo>
                <a:lnTo>
                  <a:pt x="2935704" y="259881"/>
                </a:lnTo>
                <a:lnTo>
                  <a:pt x="2936144" y="260009"/>
                </a:lnTo>
                <a:lnTo>
                  <a:pt x="2936579" y="260146"/>
                </a:lnTo>
                <a:lnTo>
                  <a:pt x="2937008" y="260292"/>
                </a:lnTo>
                <a:lnTo>
                  <a:pt x="2937433" y="260448"/>
                </a:lnTo>
                <a:lnTo>
                  <a:pt x="2937852" y="260614"/>
                </a:lnTo>
                <a:lnTo>
                  <a:pt x="2938267" y="260789"/>
                </a:lnTo>
                <a:lnTo>
                  <a:pt x="2938677" y="260973"/>
                </a:lnTo>
                <a:lnTo>
                  <a:pt x="2939081" y="261167"/>
                </a:lnTo>
                <a:lnTo>
                  <a:pt x="2939481" y="261370"/>
                </a:lnTo>
                <a:lnTo>
                  <a:pt x="2939875" y="261583"/>
                </a:lnTo>
                <a:lnTo>
                  <a:pt x="2940265" y="261805"/>
                </a:lnTo>
                <a:lnTo>
                  <a:pt x="2940648" y="262035"/>
                </a:lnTo>
                <a:lnTo>
                  <a:pt x="2941024" y="262273"/>
                </a:lnTo>
                <a:lnTo>
                  <a:pt x="2941391" y="262518"/>
                </a:lnTo>
                <a:lnTo>
                  <a:pt x="2941751" y="262770"/>
                </a:lnTo>
                <a:lnTo>
                  <a:pt x="2942103" y="263030"/>
                </a:lnTo>
                <a:lnTo>
                  <a:pt x="2942447" y="263297"/>
                </a:lnTo>
                <a:lnTo>
                  <a:pt x="2942784" y="263570"/>
                </a:lnTo>
                <a:lnTo>
                  <a:pt x="2943112" y="263852"/>
                </a:lnTo>
                <a:lnTo>
                  <a:pt x="2943433" y="264140"/>
                </a:lnTo>
                <a:lnTo>
                  <a:pt x="2943746" y="264435"/>
                </a:lnTo>
                <a:lnTo>
                  <a:pt x="2944052" y="264738"/>
                </a:lnTo>
                <a:lnTo>
                  <a:pt x="2944349" y="265048"/>
                </a:lnTo>
                <a:lnTo>
                  <a:pt x="2944639" y="265366"/>
                </a:lnTo>
                <a:lnTo>
                  <a:pt x="2944921" y="265690"/>
                </a:lnTo>
                <a:lnTo>
                  <a:pt x="2945195" y="266022"/>
                </a:lnTo>
                <a:lnTo>
                  <a:pt x="2945462" y="266361"/>
                </a:lnTo>
                <a:lnTo>
                  <a:pt x="2945720" y="266707"/>
                </a:lnTo>
                <a:lnTo>
                  <a:pt x="2945971" y="267060"/>
                </a:lnTo>
                <a:lnTo>
                  <a:pt x="2946214" y="267421"/>
                </a:lnTo>
                <a:lnTo>
                  <a:pt x="2946449" y="267789"/>
                </a:lnTo>
                <a:lnTo>
                  <a:pt x="2946677" y="268164"/>
                </a:lnTo>
                <a:lnTo>
                  <a:pt x="2946896" y="268546"/>
                </a:lnTo>
                <a:lnTo>
                  <a:pt x="2947108" y="268936"/>
                </a:lnTo>
                <a:lnTo>
                  <a:pt x="2947312" y="269333"/>
                </a:lnTo>
                <a:lnTo>
                  <a:pt x="2947522" y="269722"/>
                </a:lnTo>
                <a:lnTo>
                  <a:pt x="2947722" y="270117"/>
                </a:lnTo>
                <a:lnTo>
                  <a:pt x="2947913" y="270517"/>
                </a:lnTo>
                <a:lnTo>
                  <a:pt x="2948096" y="270921"/>
                </a:lnTo>
                <a:lnTo>
                  <a:pt x="2948269" y="271331"/>
                </a:lnTo>
                <a:lnTo>
                  <a:pt x="2948434" y="271745"/>
                </a:lnTo>
                <a:lnTo>
                  <a:pt x="2948589" y="272165"/>
                </a:lnTo>
                <a:lnTo>
                  <a:pt x="2948736" y="272590"/>
                </a:lnTo>
                <a:lnTo>
                  <a:pt x="2948874" y="273019"/>
                </a:lnTo>
                <a:lnTo>
                  <a:pt x="2949003" y="273454"/>
                </a:lnTo>
                <a:lnTo>
                  <a:pt x="2949123" y="273894"/>
                </a:lnTo>
                <a:lnTo>
                  <a:pt x="2949235" y="274338"/>
                </a:lnTo>
                <a:lnTo>
                  <a:pt x="2949337" y="274788"/>
                </a:lnTo>
                <a:lnTo>
                  <a:pt x="2949430" y="275242"/>
                </a:lnTo>
                <a:lnTo>
                  <a:pt x="2949515" y="275702"/>
                </a:lnTo>
                <a:lnTo>
                  <a:pt x="2949591" y="276167"/>
                </a:lnTo>
                <a:lnTo>
                  <a:pt x="2949657" y="276636"/>
                </a:lnTo>
                <a:lnTo>
                  <a:pt x="2949715" y="277111"/>
                </a:lnTo>
                <a:lnTo>
                  <a:pt x="2949764" y="277591"/>
                </a:lnTo>
                <a:lnTo>
                  <a:pt x="2949804" y="278075"/>
                </a:lnTo>
                <a:lnTo>
                  <a:pt x="2949835" y="278565"/>
                </a:lnTo>
                <a:lnTo>
                  <a:pt x="2949858" y="279060"/>
                </a:lnTo>
                <a:lnTo>
                  <a:pt x="2949871" y="279559"/>
                </a:lnTo>
                <a:lnTo>
                  <a:pt x="2949875" y="280064"/>
                </a:lnTo>
                <a:lnTo>
                  <a:pt x="2949875" y="282467"/>
                </a:lnTo>
                <a:lnTo>
                  <a:pt x="2908231" y="282467"/>
                </a:lnTo>
                <a:lnTo>
                  <a:pt x="2908231" y="281666"/>
                </a:lnTo>
                <a:lnTo>
                  <a:pt x="2908235" y="281213"/>
                </a:lnTo>
                <a:lnTo>
                  <a:pt x="2908248" y="280760"/>
                </a:lnTo>
                <a:lnTo>
                  <a:pt x="2908269" y="280309"/>
                </a:lnTo>
                <a:lnTo>
                  <a:pt x="2908298" y="279860"/>
                </a:lnTo>
                <a:lnTo>
                  <a:pt x="2908336" y="279411"/>
                </a:lnTo>
                <a:close/>
                <a:moveTo>
                  <a:pt x="2733132" y="332660"/>
                </a:moveTo>
                <a:lnTo>
                  <a:pt x="2733623" y="332623"/>
                </a:lnTo>
                <a:lnTo>
                  <a:pt x="2734110" y="332582"/>
                </a:lnTo>
                <a:lnTo>
                  <a:pt x="2734593" y="332534"/>
                </a:lnTo>
                <a:lnTo>
                  <a:pt x="2735071" y="332482"/>
                </a:lnTo>
                <a:lnTo>
                  <a:pt x="2735545" y="332423"/>
                </a:lnTo>
                <a:lnTo>
                  <a:pt x="2736015" y="332359"/>
                </a:lnTo>
                <a:lnTo>
                  <a:pt x="2736480" y="332290"/>
                </a:lnTo>
                <a:lnTo>
                  <a:pt x="2736940" y="332215"/>
                </a:lnTo>
                <a:lnTo>
                  <a:pt x="2737396" y="332134"/>
                </a:lnTo>
                <a:lnTo>
                  <a:pt x="2737848" y="332048"/>
                </a:lnTo>
                <a:lnTo>
                  <a:pt x="2738295" y="331956"/>
                </a:lnTo>
                <a:lnTo>
                  <a:pt x="2738738" y="331859"/>
                </a:lnTo>
                <a:lnTo>
                  <a:pt x="2739176" y="331756"/>
                </a:lnTo>
                <a:lnTo>
                  <a:pt x="2739610" y="331647"/>
                </a:lnTo>
                <a:lnTo>
                  <a:pt x="2740039" y="331533"/>
                </a:lnTo>
                <a:lnTo>
                  <a:pt x="2740464" y="331414"/>
                </a:lnTo>
                <a:lnTo>
                  <a:pt x="2740884" y="331289"/>
                </a:lnTo>
                <a:lnTo>
                  <a:pt x="2741300" y="331158"/>
                </a:lnTo>
                <a:lnTo>
                  <a:pt x="2741712" y="331035"/>
                </a:lnTo>
                <a:lnTo>
                  <a:pt x="2742119" y="330908"/>
                </a:lnTo>
                <a:lnTo>
                  <a:pt x="2742522" y="330775"/>
                </a:lnTo>
                <a:lnTo>
                  <a:pt x="2742920" y="330637"/>
                </a:lnTo>
                <a:lnTo>
                  <a:pt x="2743314" y="330495"/>
                </a:lnTo>
                <a:lnTo>
                  <a:pt x="2743703" y="330347"/>
                </a:lnTo>
                <a:lnTo>
                  <a:pt x="2744088" y="330195"/>
                </a:lnTo>
                <a:lnTo>
                  <a:pt x="2744468" y="330037"/>
                </a:lnTo>
                <a:lnTo>
                  <a:pt x="2744844" y="329874"/>
                </a:lnTo>
                <a:lnTo>
                  <a:pt x="2745216" y="329706"/>
                </a:lnTo>
                <a:lnTo>
                  <a:pt x="2745583" y="329534"/>
                </a:lnTo>
                <a:lnTo>
                  <a:pt x="2745945" y="329356"/>
                </a:lnTo>
                <a:lnTo>
                  <a:pt x="2746303" y="329173"/>
                </a:lnTo>
                <a:lnTo>
                  <a:pt x="2746657" y="328986"/>
                </a:lnTo>
                <a:lnTo>
                  <a:pt x="2747006" y="328793"/>
                </a:lnTo>
                <a:lnTo>
                  <a:pt x="2747351" y="328595"/>
                </a:lnTo>
                <a:lnTo>
                  <a:pt x="2747691" y="328393"/>
                </a:lnTo>
                <a:lnTo>
                  <a:pt x="2748027" y="328185"/>
                </a:lnTo>
                <a:lnTo>
                  <a:pt x="2748359" y="327972"/>
                </a:lnTo>
                <a:lnTo>
                  <a:pt x="2748686" y="327754"/>
                </a:lnTo>
                <a:lnTo>
                  <a:pt x="2749008" y="327532"/>
                </a:lnTo>
                <a:lnTo>
                  <a:pt x="2749326" y="327304"/>
                </a:lnTo>
                <a:lnTo>
                  <a:pt x="2749640" y="327071"/>
                </a:lnTo>
                <a:lnTo>
                  <a:pt x="2749949" y="326833"/>
                </a:lnTo>
                <a:lnTo>
                  <a:pt x="2750254" y="326578"/>
                </a:lnTo>
                <a:lnTo>
                  <a:pt x="2750554" y="326317"/>
                </a:lnTo>
                <a:lnTo>
                  <a:pt x="2750850" y="326053"/>
                </a:lnTo>
                <a:lnTo>
                  <a:pt x="2751142" y="325783"/>
                </a:lnTo>
                <a:lnTo>
                  <a:pt x="2751429" y="325510"/>
                </a:lnTo>
                <a:lnTo>
                  <a:pt x="2751711" y="325232"/>
                </a:lnTo>
                <a:lnTo>
                  <a:pt x="2751989" y="324949"/>
                </a:lnTo>
                <a:lnTo>
                  <a:pt x="2752263" y="324662"/>
                </a:lnTo>
                <a:lnTo>
                  <a:pt x="2752532" y="324371"/>
                </a:lnTo>
                <a:lnTo>
                  <a:pt x="2752797" y="324075"/>
                </a:lnTo>
                <a:lnTo>
                  <a:pt x="2753057" y="323775"/>
                </a:lnTo>
                <a:lnTo>
                  <a:pt x="2753313" y="323470"/>
                </a:lnTo>
                <a:lnTo>
                  <a:pt x="2753564" y="323161"/>
                </a:lnTo>
                <a:lnTo>
                  <a:pt x="2753811" y="322847"/>
                </a:lnTo>
                <a:lnTo>
                  <a:pt x="2754054" y="322529"/>
                </a:lnTo>
                <a:lnTo>
                  <a:pt x="2754292" y="322206"/>
                </a:lnTo>
                <a:lnTo>
                  <a:pt x="2754525" y="321879"/>
                </a:lnTo>
                <a:lnTo>
                  <a:pt x="2754754" y="321548"/>
                </a:lnTo>
                <a:lnTo>
                  <a:pt x="2754979" y="321212"/>
                </a:lnTo>
                <a:lnTo>
                  <a:pt x="2755199" y="320872"/>
                </a:lnTo>
                <a:lnTo>
                  <a:pt x="2755415" y="320527"/>
                </a:lnTo>
                <a:lnTo>
                  <a:pt x="2755626" y="320178"/>
                </a:lnTo>
                <a:lnTo>
                  <a:pt x="2755833" y="319824"/>
                </a:lnTo>
                <a:lnTo>
                  <a:pt x="2756036" y="319466"/>
                </a:lnTo>
                <a:lnTo>
                  <a:pt x="2756064" y="319785"/>
                </a:lnTo>
                <a:lnTo>
                  <a:pt x="2756094" y="320101"/>
                </a:lnTo>
                <a:lnTo>
                  <a:pt x="2756126" y="320414"/>
                </a:lnTo>
                <a:lnTo>
                  <a:pt x="2756160" y="320725"/>
                </a:lnTo>
                <a:lnTo>
                  <a:pt x="2756197" y="321033"/>
                </a:lnTo>
                <a:lnTo>
                  <a:pt x="2756236" y="321338"/>
                </a:lnTo>
                <a:lnTo>
                  <a:pt x="2756277" y="321640"/>
                </a:lnTo>
                <a:lnTo>
                  <a:pt x="2756321" y="321939"/>
                </a:lnTo>
                <a:lnTo>
                  <a:pt x="2756366" y="322236"/>
                </a:lnTo>
                <a:lnTo>
                  <a:pt x="2756414" y="322530"/>
                </a:lnTo>
                <a:lnTo>
                  <a:pt x="2756464" y="322821"/>
                </a:lnTo>
                <a:lnTo>
                  <a:pt x="2756516" y="323110"/>
                </a:lnTo>
                <a:lnTo>
                  <a:pt x="2756571" y="323395"/>
                </a:lnTo>
                <a:lnTo>
                  <a:pt x="2756628" y="323678"/>
                </a:lnTo>
                <a:lnTo>
                  <a:pt x="2756687" y="323958"/>
                </a:lnTo>
                <a:lnTo>
                  <a:pt x="2756748" y="324235"/>
                </a:lnTo>
                <a:lnTo>
                  <a:pt x="2756811" y="324510"/>
                </a:lnTo>
                <a:lnTo>
                  <a:pt x="2756877" y="324781"/>
                </a:lnTo>
                <a:lnTo>
                  <a:pt x="2756945" y="325050"/>
                </a:lnTo>
                <a:lnTo>
                  <a:pt x="2757015" y="325316"/>
                </a:lnTo>
                <a:lnTo>
                  <a:pt x="2757087" y="325580"/>
                </a:lnTo>
                <a:lnTo>
                  <a:pt x="2757161" y="325840"/>
                </a:lnTo>
                <a:lnTo>
                  <a:pt x="2757238" y="326098"/>
                </a:lnTo>
                <a:lnTo>
                  <a:pt x="2757317" y="326353"/>
                </a:lnTo>
                <a:lnTo>
                  <a:pt x="2757414" y="326604"/>
                </a:lnTo>
                <a:lnTo>
                  <a:pt x="2757516" y="326851"/>
                </a:lnTo>
                <a:lnTo>
                  <a:pt x="2757625" y="327094"/>
                </a:lnTo>
                <a:lnTo>
                  <a:pt x="2757740" y="327332"/>
                </a:lnTo>
                <a:lnTo>
                  <a:pt x="2757861" y="327565"/>
                </a:lnTo>
                <a:lnTo>
                  <a:pt x="2757988" y="327795"/>
                </a:lnTo>
                <a:lnTo>
                  <a:pt x="2758121" y="328019"/>
                </a:lnTo>
                <a:lnTo>
                  <a:pt x="2758260" y="328239"/>
                </a:lnTo>
                <a:lnTo>
                  <a:pt x="2758406" y="328455"/>
                </a:lnTo>
                <a:lnTo>
                  <a:pt x="2758557" y="328667"/>
                </a:lnTo>
                <a:lnTo>
                  <a:pt x="2758715" y="328873"/>
                </a:lnTo>
                <a:lnTo>
                  <a:pt x="2758879" y="329076"/>
                </a:lnTo>
                <a:lnTo>
                  <a:pt x="2759049" y="329274"/>
                </a:lnTo>
                <a:lnTo>
                  <a:pt x="2759225" y="329467"/>
                </a:lnTo>
                <a:lnTo>
                  <a:pt x="2759407" y="329656"/>
                </a:lnTo>
                <a:lnTo>
                  <a:pt x="2759595" y="329841"/>
                </a:lnTo>
                <a:lnTo>
                  <a:pt x="2759790" y="330021"/>
                </a:lnTo>
                <a:lnTo>
                  <a:pt x="2759990" y="330197"/>
                </a:lnTo>
                <a:lnTo>
                  <a:pt x="2760197" y="330368"/>
                </a:lnTo>
                <a:lnTo>
                  <a:pt x="2760409" y="330535"/>
                </a:lnTo>
                <a:lnTo>
                  <a:pt x="2760628" y="330698"/>
                </a:lnTo>
                <a:lnTo>
                  <a:pt x="2760853" y="330856"/>
                </a:lnTo>
                <a:lnTo>
                  <a:pt x="2761084" y="331009"/>
                </a:lnTo>
                <a:lnTo>
                  <a:pt x="2761322" y="331158"/>
                </a:lnTo>
                <a:lnTo>
                  <a:pt x="2761580" y="331289"/>
                </a:lnTo>
                <a:lnTo>
                  <a:pt x="2761848" y="331414"/>
                </a:lnTo>
                <a:lnTo>
                  <a:pt x="2762125" y="331533"/>
                </a:lnTo>
                <a:lnTo>
                  <a:pt x="2762412" y="331647"/>
                </a:lnTo>
                <a:lnTo>
                  <a:pt x="2762708" y="331756"/>
                </a:lnTo>
                <a:lnTo>
                  <a:pt x="2763013" y="331859"/>
                </a:lnTo>
                <a:lnTo>
                  <a:pt x="2763328" y="331956"/>
                </a:lnTo>
                <a:lnTo>
                  <a:pt x="2763653" y="332048"/>
                </a:lnTo>
                <a:lnTo>
                  <a:pt x="2763987" y="332134"/>
                </a:lnTo>
                <a:lnTo>
                  <a:pt x="2764330" y="332215"/>
                </a:lnTo>
                <a:lnTo>
                  <a:pt x="2764683" y="332290"/>
                </a:lnTo>
                <a:lnTo>
                  <a:pt x="2765045" y="332359"/>
                </a:lnTo>
                <a:lnTo>
                  <a:pt x="2765417" y="332423"/>
                </a:lnTo>
                <a:lnTo>
                  <a:pt x="2765798" y="332482"/>
                </a:lnTo>
                <a:lnTo>
                  <a:pt x="2766189" y="332534"/>
                </a:lnTo>
                <a:lnTo>
                  <a:pt x="2766589" y="332582"/>
                </a:lnTo>
                <a:lnTo>
                  <a:pt x="2766999" y="332623"/>
                </a:lnTo>
                <a:lnTo>
                  <a:pt x="2767418" y="332660"/>
                </a:lnTo>
                <a:lnTo>
                  <a:pt x="2767846" y="332690"/>
                </a:lnTo>
                <a:lnTo>
                  <a:pt x="2768284" y="332715"/>
                </a:lnTo>
                <a:lnTo>
                  <a:pt x="2768732" y="332735"/>
                </a:lnTo>
                <a:lnTo>
                  <a:pt x="2769189" y="332749"/>
                </a:lnTo>
                <a:lnTo>
                  <a:pt x="2769655" y="332757"/>
                </a:lnTo>
                <a:lnTo>
                  <a:pt x="2770131" y="332760"/>
                </a:lnTo>
                <a:lnTo>
                  <a:pt x="2770397" y="332758"/>
                </a:lnTo>
                <a:lnTo>
                  <a:pt x="2770663" y="332754"/>
                </a:lnTo>
                <a:lnTo>
                  <a:pt x="2770929" y="332747"/>
                </a:lnTo>
                <a:lnTo>
                  <a:pt x="2771194" y="332737"/>
                </a:lnTo>
                <a:lnTo>
                  <a:pt x="2771458" y="332725"/>
                </a:lnTo>
                <a:lnTo>
                  <a:pt x="2771722" y="332710"/>
                </a:lnTo>
                <a:lnTo>
                  <a:pt x="2771986" y="332692"/>
                </a:lnTo>
                <a:lnTo>
                  <a:pt x="2772248" y="332671"/>
                </a:lnTo>
                <a:lnTo>
                  <a:pt x="2772511" y="332647"/>
                </a:lnTo>
                <a:lnTo>
                  <a:pt x="2772772" y="332621"/>
                </a:lnTo>
                <a:lnTo>
                  <a:pt x="2773033" y="332591"/>
                </a:lnTo>
                <a:lnTo>
                  <a:pt x="2773294" y="332560"/>
                </a:lnTo>
                <a:lnTo>
                  <a:pt x="2773554" y="332525"/>
                </a:lnTo>
                <a:lnTo>
                  <a:pt x="2773813" y="332487"/>
                </a:lnTo>
                <a:lnTo>
                  <a:pt x="2774072" y="332447"/>
                </a:lnTo>
                <a:lnTo>
                  <a:pt x="2774331" y="332404"/>
                </a:lnTo>
                <a:lnTo>
                  <a:pt x="2774588" y="332358"/>
                </a:lnTo>
                <a:lnTo>
                  <a:pt x="2774846" y="332309"/>
                </a:lnTo>
                <a:lnTo>
                  <a:pt x="2775102" y="332258"/>
                </a:lnTo>
                <a:lnTo>
                  <a:pt x="2775358" y="332204"/>
                </a:lnTo>
                <a:lnTo>
                  <a:pt x="2775614" y="332147"/>
                </a:lnTo>
                <a:lnTo>
                  <a:pt x="2775869" y="332087"/>
                </a:lnTo>
                <a:lnTo>
                  <a:pt x="2776123" y="332024"/>
                </a:lnTo>
                <a:lnTo>
                  <a:pt x="2776377" y="331959"/>
                </a:lnTo>
                <a:lnTo>
                  <a:pt x="2776642" y="331891"/>
                </a:lnTo>
                <a:lnTo>
                  <a:pt x="2776903" y="331821"/>
                </a:lnTo>
                <a:lnTo>
                  <a:pt x="2777161" y="331749"/>
                </a:lnTo>
                <a:lnTo>
                  <a:pt x="2777414" y="331674"/>
                </a:lnTo>
                <a:lnTo>
                  <a:pt x="2777663" y="331597"/>
                </a:lnTo>
                <a:lnTo>
                  <a:pt x="2777909" y="331518"/>
                </a:lnTo>
                <a:lnTo>
                  <a:pt x="2778151" y="331437"/>
                </a:lnTo>
                <a:lnTo>
                  <a:pt x="2778388" y="331354"/>
                </a:lnTo>
                <a:lnTo>
                  <a:pt x="2778622" y="331268"/>
                </a:lnTo>
                <a:lnTo>
                  <a:pt x="2778852" y="331180"/>
                </a:lnTo>
                <a:lnTo>
                  <a:pt x="2779078" y="331090"/>
                </a:lnTo>
                <a:lnTo>
                  <a:pt x="2779300" y="330998"/>
                </a:lnTo>
                <a:lnTo>
                  <a:pt x="2779519" y="330903"/>
                </a:lnTo>
                <a:lnTo>
                  <a:pt x="2779733" y="330807"/>
                </a:lnTo>
                <a:lnTo>
                  <a:pt x="2779944" y="330708"/>
                </a:lnTo>
                <a:lnTo>
                  <a:pt x="2780150" y="330606"/>
                </a:lnTo>
                <a:lnTo>
                  <a:pt x="2780353" y="330503"/>
                </a:lnTo>
                <a:lnTo>
                  <a:pt x="2780552" y="330397"/>
                </a:lnTo>
                <a:lnTo>
                  <a:pt x="2780747" y="330289"/>
                </a:lnTo>
                <a:lnTo>
                  <a:pt x="2780938" y="330179"/>
                </a:lnTo>
                <a:lnTo>
                  <a:pt x="2781125" y="330067"/>
                </a:lnTo>
                <a:lnTo>
                  <a:pt x="2781308" y="329952"/>
                </a:lnTo>
                <a:lnTo>
                  <a:pt x="2781487" y="329836"/>
                </a:lnTo>
                <a:lnTo>
                  <a:pt x="2781663" y="329716"/>
                </a:lnTo>
                <a:lnTo>
                  <a:pt x="2781663" y="319306"/>
                </a:lnTo>
                <a:lnTo>
                  <a:pt x="2781516" y="319411"/>
                </a:lnTo>
                <a:lnTo>
                  <a:pt x="2781370" y="319512"/>
                </a:lnTo>
                <a:lnTo>
                  <a:pt x="2781225" y="319611"/>
                </a:lnTo>
                <a:lnTo>
                  <a:pt x="2781080" y="319706"/>
                </a:lnTo>
                <a:lnTo>
                  <a:pt x="2780936" y="319798"/>
                </a:lnTo>
                <a:lnTo>
                  <a:pt x="2780792" y="319886"/>
                </a:lnTo>
                <a:lnTo>
                  <a:pt x="2780649" y="319971"/>
                </a:lnTo>
                <a:lnTo>
                  <a:pt x="2780506" y="320053"/>
                </a:lnTo>
                <a:lnTo>
                  <a:pt x="2780364" y="320131"/>
                </a:lnTo>
                <a:lnTo>
                  <a:pt x="2780222" y="320206"/>
                </a:lnTo>
                <a:lnTo>
                  <a:pt x="2780081" y="320278"/>
                </a:lnTo>
                <a:lnTo>
                  <a:pt x="2779941" y="320347"/>
                </a:lnTo>
                <a:lnTo>
                  <a:pt x="2779801" y="320412"/>
                </a:lnTo>
                <a:lnTo>
                  <a:pt x="2779662" y="320473"/>
                </a:lnTo>
                <a:lnTo>
                  <a:pt x="2779523" y="320532"/>
                </a:lnTo>
                <a:lnTo>
                  <a:pt x="2779385" y="320587"/>
                </a:lnTo>
                <a:lnTo>
                  <a:pt x="2779247" y="320639"/>
                </a:lnTo>
                <a:lnTo>
                  <a:pt x="2779110" y="320687"/>
                </a:lnTo>
                <a:lnTo>
                  <a:pt x="2778974" y="320732"/>
                </a:lnTo>
                <a:lnTo>
                  <a:pt x="2778838" y="320774"/>
                </a:lnTo>
                <a:lnTo>
                  <a:pt x="2778702" y="320812"/>
                </a:lnTo>
                <a:lnTo>
                  <a:pt x="2778567" y="320847"/>
                </a:lnTo>
                <a:lnTo>
                  <a:pt x="2778433" y="320879"/>
                </a:lnTo>
                <a:lnTo>
                  <a:pt x="2778299" y="320907"/>
                </a:lnTo>
                <a:lnTo>
                  <a:pt x="2778166" y="320933"/>
                </a:lnTo>
                <a:lnTo>
                  <a:pt x="2778032" y="320958"/>
                </a:lnTo>
                <a:lnTo>
                  <a:pt x="2777899" y="320982"/>
                </a:lnTo>
                <a:lnTo>
                  <a:pt x="2777765" y="321005"/>
                </a:lnTo>
                <a:lnTo>
                  <a:pt x="2777632" y="321027"/>
                </a:lnTo>
                <a:lnTo>
                  <a:pt x="2777499" y="321047"/>
                </a:lnTo>
                <a:lnTo>
                  <a:pt x="2777365" y="321067"/>
                </a:lnTo>
                <a:lnTo>
                  <a:pt x="2777232" y="321085"/>
                </a:lnTo>
                <a:lnTo>
                  <a:pt x="2777098" y="321102"/>
                </a:lnTo>
                <a:lnTo>
                  <a:pt x="2776965" y="321119"/>
                </a:lnTo>
                <a:lnTo>
                  <a:pt x="2776831" y="321134"/>
                </a:lnTo>
                <a:lnTo>
                  <a:pt x="2776698" y="321148"/>
                </a:lnTo>
                <a:lnTo>
                  <a:pt x="2776564" y="321160"/>
                </a:lnTo>
                <a:lnTo>
                  <a:pt x="2776431" y="321172"/>
                </a:lnTo>
                <a:lnTo>
                  <a:pt x="2776297" y="321183"/>
                </a:lnTo>
                <a:lnTo>
                  <a:pt x="2776164" y="321192"/>
                </a:lnTo>
                <a:lnTo>
                  <a:pt x="2776030" y="321200"/>
                </a:lnTo>
                <a:lnTo>
                  <a:pt x="2775897" y="321208"/>
                </a:lnTo>
                <a:lnTo>
                  <a:pt x="2775763" y="321214"/>
                </a:lnTo>
                <a:lnTo>
                  <a:pt x="2775630" y="321219"/>
                </a:lnTo>
                <a:lnTo>
                  <a:pt x="2775496" y="321223"/>
                </a:lnTo>
                <a:lnTo>
                  <a:pt x="2775363" y="321225"/>
                </a:lnTo>
                <a:lnTo>
                  <a:pt x="2775229" y="321227"/>
                </a:lnTo>
                <a:lnTo>
                  <a:pt x="2775096" y="321228"/>
                </a:lnTo>
                <a:lnTo>
                  <a:pt x="2774911" y="321226"/>
                </a:lnTo>
                <a:lnTo>
                  <a:pt x="2774730" y="321220"/>
                </a:lnTo>
                <a:lnTo>
                  <a:pt x="2774553" y="321210"/>
                </a:lnTo>
                <a:lnTo>
                  <a:pt x="2774380" y="321196"/>
                </a:lnTo>
                <a:lnTo>
                  <a:pt x="2774210" y="321179"/>
                </a:lnTo>
                <a:lnTo>
                  <a:pt x="2774045" y="321158"/>
                </a:lnTo>
                <a:lnTo>
                  <a:pt x="2773883" y="321132"/>
                </a:lnTo>
                <a:lnTo>
                  <a:pt x="2773726" y="321103"/>
                </a:lnTo>
                <a:lnTo>
                  <a:pt x="2773572" y="321070"/>
                </a:lnTo>
                <a:lnTo>
                  <a:pt x="2773422" y="321033"/>
                </a:lnTo>
                <a:lnTo>
                  <a:pt x="2773276" y="320992"/>
                </a:lnTo>
                <a:lnTo>
                  <a:pt x="2773134" y="320947"/>
                </a:lnTo>
                <a:lnTo>
                  <a:pt x="2772996" y="320899"/>
                </a:lnTo>
                <a:lnTo>
                  <a:pt x="2772861" y="320846"/>
                </a:lnTo>
                <a:lnTo>
                  <a:pt x="2772731" y="320790"/>
                </a:lnTo>
                <a:lnTo>
                  <a:pt x="2772604" y="320729"/>
                </a:lnTo>
                <a:lnTo>
                  <a:pt x="2772482" y="320665"/>
                </a:lnTo>
                <a:lnTo>
                  <a:pt x="2772363" y="320597"/>
                </a:lnTo>
                <a:lnTo>
                  <a:pt x="2772248" y="320525"/>
                </a:lnTo>
                <a:lnTo>
                  <a:pt x="2772137" y="320449"/>
                </a:lnTo>
                <a:lnTo>
                  <a:pt x="2772030" y="320369"/>
                </a:lnTo>
                <a:lnTo>
                  <a:pt x="2771927" y="320285"/>
                </a:lnTo>
                <a:lnTo>
                  <a:pt x="2771828" y="320198"/>
                </a:lnTo>
                <a:lnTo>
                  <a:pt x="2771732" y="320106"/>
                </a:lnTo>
                <a:lnTo>
                  <a:pt x="2771641" y="320010"/>
                </a:lnTo>
                <a:lnTo>
                  <a:pt x="2771553" y="319910"/>
                </a:lnTo>
                <a:lnTo>
                  <a:pt x="2771470" y="319804"/>
                </a:lnTo>
                <a:lnTo>
                  <a:pt x="2771390" y="319693"/>
                </a:lnTo>
                <a:lnTo>
                  <a:pt x="2771314" y="319577"/>
                </a:lnTo>
                <a:lnTo>
                  <a:pt x="2771242" y="319456"/>
                </a:lnTo>
                <a:lnTo>
                  <a:pt x="2771174" y="319330"/>
                </a:lnTo>
                <a:lnTo>
                  <a:pt x="2771109" y="319199"/>
                </a:lnTo>
                <a:lnTo>
                  <a:pt x="2771049" y="319063"/>
                </a:lnTo>
                <a:lnTo>
                  <a:pt x="2770993" y="318922"/>
                </a:lnTo>
                <a:lnTo>
                  <a:pt x="2770940" y="318776"/>
                </a:lnTo>
                <a:lnTo>
                  <a:pt x="2770891" y="318625"/>
                </a:lnTo>
                <a:lnTo>
                  <a:pt x="2770847" y="318469"/>
                </a:lnTo>
                <a:lnTo>
                  <a:pt x="2770806" y="318308"/>
                </a:lnTo>
                <a:lnTo>
                  <a:pt x="2770769" y="318142"/>
                </a:lnTo>
                <a:lnTo>
                  <a:pt x="2770736" y="317971"/>
                </a:lnTo>
                <a:lnTo>
                  <a:pt x="2770706" y="317795"/>
                </a:lnTo>
                <a:lnTo>
                  <a:pt x="2770681" y="317614"/>
                </a:lnTo>
                <a:lnTo>
                  <a:pt x="2770660" y="317428"/>
                </a:lnTo>
                <a:lnTo>
                  <a:pt x="2770642" y="317237"/>
                </a:lnTo>
                <a:lnTo>
                  <a:pt x="2770629" y="317041"/>
                </a:lnTo>
                <a:lnTo>
                  <a:pt x="2770619" y="316840"/>
                </a:lnTo>
                <a:lnTo>
                  <a:pt x="2770613" y="316634"/>
                </a:lnTo>
                <a:lnTo>
                  <a:pt x="2770611" y="316423"/>
                </a:lnTo>
                <a:lnTo>
                  <a:pt x="2770611" y="249312"/>
                </a:lnTo>
                <a:lnTo>
                  <a:pt x="2754594" y="249312"/>
                </a:lnTo>
                <a:lnTo>
                  <a:pt x="2754594" y="299124"/>
                </a:lnTo>
                <a:lnTo>
                  <a:pt x="2754590" y="299616"/>
                </a:lnTo>
                <a:lnTo>
                  <a:pt x="2754576" y="300104"/>
                </a:lnTo>
                <a:lnTo>
                  <a:pt x="2754554" y="300588"/>
                </a:lnTo>
                <a:lnTo>
                  <a:pt x="2754523" y="301069"/>
                </a:lnTo>
                <a:lnTo>
                  <a:pt x="2754483" y="301545"/>
                </a:lnTo>
                <a:lnTo>
                  <a:pt x="2754434" y="302017"/>
                </a:lnTo>
                <a:lnTo>
                  <a:pt x="2754376" y="302486"/>
                </a:lnTo>
                <a:lnTo>
                  <a:pt x="2754310" y="302951"/>
                </a:lnTo>
                <a:lnTo>
                  <a:pt x="2754234" y="303411"/>
                </a:lnTo>
                <a:lnTo>
                  <a:pt x="2754149" y="303868"/>
                </a:lnTo>
                <a:lnTo>
                  <a:pt x="2754056" y="304321"/>
                </a:lnTo>
                <a:lnTo>
                  <a:pt x="2753954" y="304770"/>
                </a:lnTo>
                <a:lnTo>
                  <a:pt x="2753842" y="305215"/>
                </a:lnTo>
                <a:lnTo>
                  <a:pt x="2753722" y="305657"/>
                </a:lnTo>
                <a:lnTo>
                  <a:pt x="2753593" y="306094"/>
                </a:lnTo>
                <a:lnTo>
                  <a:pt x="2753455" y="306528"/>
                </a:lnTo>
                <a:lnTo>
                  <a:pt x="2753309" y="306957"/>
                </a:lnTo>
                <a:lnTo>
                  <a:pt x="2753153" y="307383"/>
                </a:lnTo>
                <a:lnTo>
                  <a:pt x="2752988" y="307805"/>
                </a:lnTo>
                <a:lnTo>
                  <a:pt x="2752815" y="308223"/>
                </a:lnTo>
                <a:lnTo>
                  <a:pt x="2752632" y="308637"/>
                </a:lnTo>
                <a:lnTo>
                  <a:pt x="2752441" y="309047"/>
                </a:lnTo>
                <a:lnTo>
                  <a:pt x="2752241" y="309453"/>
                </a:lnTo>
                <a:lnTo>
                  <a:pt x="2752032" y="309856"/>
                </a:lnTo>
                <a:lnTo>
                  <a:pt x="2751828" y="310253"/>
                </a:lnTo>
                <a:lnTo>
                  <a:pt x="2751617" y="310643"/>
                </a:lnTo>
                <a:lnTo>
                  <a:pt x="2751398" y="311027"/>
                </a:lnTo>
                <a:lnTo>
                  <a:pt x="2751173" y="311404"/>
                </a:lnTo>
                <a:lnTo>
                  <a:pt x="2750940" y="311774"/>
                </a:lnTo>
                <a:lnTo>
                  <a:pt x="2750700" y="312138"/>
                </a:lnTo>
                <a:lnTo>
                  <a:pt x="2750453" y="312495"/>
                </a:lnTo>
                <a:lnTo>
                  <a:pt x="2750198" y="312845"/>
                </a:lnTo>
                <a:lnTo>
                  <a:pt x="2749937" y="313189"/>
                </a:lnTo>
                <a:lnTo>
                  <a:pt x="2749668" y="313526"/>
                </a:lnTo>
                <a:lnTo>
                  <a:pt x="2749392" y="313856"/>
                </a:lnTo>
                <a:lnTo>
                  <a:pt x="2749108" y="314180"/>
                </a:lnTo>
                <a:lnTo>
                  <a:pt x="2748818" y="314497"/>
                </a:lnTo>
                <a:lnTo>
                  <a:pt x="2748520" y="314807"/>
                </a:lnTo>
                <a:lnTo>
                  <a:pt x="2748215" y="315111"/>
                </a:lnTo>
                <a:lnTo>
                  <a:pt x="2747903" y="315408"/>
                </a:lnTo>
                <a:lnTo>
                  <a:pt x="2747583" y="315698"/>
                </a:lnTo>
                <a:lnTo>
                  <a:pt x="2747257" y="315982"/>
                </a:lnTo>
                <a:lnTo>
                  <a:pt x="2746923" y="316259"/>
                </a:lnTo>
                <a:lnTo>
                  <a:pt x="2746581" y="316529"/>
                </a:lnTo>
                <a:lnTo>
                  <a:pt x="2746233" y="316793"/>
                </a:lnTo>
                <a:lnTo>
                  <a:pt x="2745877" y="317050"/>
                </a:lnTo>
                <a:lnTo>
                  <a:pt x="2745514" y="317300"/>
                </a:lnTo>
                <a:lnTo>
                  <a:pt x="2745144" y="317544"/>
                </a:lnTo>
                <a:lnTo>
                  <a:pt x="2744782" y="317766"/>
                </a:lnTo>
                <a:lnTo>
                  <a:pt x="2744415" y="317979"/>
                </a:lnTo>
                <a:lnTo>
                  <a:pt x="2744043" y="318182"/>
                </a:lnTo>
                <a:lnTo>
                  <a:pt x="2743667" y="318376"/>
                </a:lnTo>
                <a:lnTo>
                  <a:pt x="2743287" y="318560"/>
                </a:lnTo>
                <a:lnTo>
                  <a:pt x="2742902" y="318735"/>
                </a:lnTo>
                <a:lnTo>
                  <a:pt x="2742513" y="318900"/>
                </a:lnTo>
                <a:lnTo>
                  <a:pt x="2742119" y="319056"/>
                </a:lnTo>
                <a:lnTo>
                  <a:pt x="2741721" y="319203"/>
                </a:lnTo>
                <a:lnTo>
                  <a:pt x="2741318" y="319340"/>
                </a:lnTo>
                <a:lnTo>
                  <a:pt x="2740911" y="319468"/>
                </a:lnTo>
                <a:lnTo>
                  <a:pt x="2740499" y="319586"/>
                </a:lnTo>
                <a:lnTo>
                  <a:pt x="2740083" y="319695"/>
                </a:lnTo>
                <a:lnTo>
                  <a:pt x="2739663" y="319794"/>
                </a:lnTo>
                <a:lnTo>
                  <a:pt x="2739238" y="319884"/>
                </a:lnTo>
                <a:lnTo>
                  <a:pt x="2738809" y="319964"/>
                </a:lnTo>
                <a:lnTo>
                  <a:pt x="2738375" y="320035"/>
                </a:lnTo>
                <a:lnTo>
                  <a:pt x="2737937" y="320096"/>
                </a:lnTo>
                <a:lnTo>
                  <a:pt x="2737494" y="320148"/>
                </a:lnTo>
                <a:lnTo>
                  <a:pt x="2737047" y="320191"/>
                </a:lnTo>
                <a:lnTo>
                  <a:pt x="2736595" y="320224"/>
                </a:lnTo>
                <a:lnTo>
                  <a:pt x="2736139" y="320248"/>
                </a:lnTo>
                <a:lnTo>
                  <a:pt x="2735679" y="320262"/>
                </a:lnTo>
                <a:lnTo>
                  <a:pt x="2735214" y="320267"/>
                </a:lnTo>
                <a:lnTo>
                  <a:pt x="2734513" y="320258"/>
                </a:lnTo>
                <a:lnTo>
                  <a:pt x="2733825" y="320232"/>
                </a:lnTo>
                <a:lnTo>
                  <a:pt x="2733149" y="320189"/>
                </a:lnTo>
                <a:lnTo>
                  <a:pt x="2732487" y="320129"/>
                </a:lnTo>
                <a:lnTo>
                  <a:pt x="2731837" y="320051"/>
                </a:lnTo>
                <a:lnTo>
                  <a:pt x="2731200" y="319956"/>
                </a:lnTo>
                <a:lnTo>
                  <a:pt x="2730575" y="319844"/>
                </a:lnTo>
                <a:lnTo>
                  <a:pt x="2729964" y="319715"/>
                </a:lnTo>
                <a:lnTo>
                  <a:pt x="2729365" y="319568"/>
                </a:lnTo>
                <a:lnTo>
                  <a:pt x="2728779" y="319405"/>
                </a:lnTo>
                <a:lnTo>
                  <a:pt x="2728206" y="319224"/>
                </a:lnTo>
                <a:lnTo>
                  <a:pt x="2727646" y="319025"/>
                </a:lnTo>
                <a:lnTo>
                  <a:pt x="2727098" y="318810"/>
                </a:lnTo>
                <a:lnTo>
                  <a:pt x="2726564" y="318577"/>
                </a:lnTo>
                <a:lnTo>
                  <a:pt x="2726042" y="318327"/>
                </a:lnTo>
                <a:lnTo>
                  <a:pt x="2725533" y="318060"/>
                </a:lnTo>
                <a:lnTo>
                  <a:pt x="2725036" y="317775"/>
                </a:lnTo>
                <a:lnTo>
                  <a:pt x="2724553" y="317474"/>
                </a:lnTo>
                <a:lnTo>
                  <a:pt x="2724082" y="317155"/>
                </a:lnTo>
                <a:lnTo>
                  <a:pt x="2723624" y="316819"/>
                </a:lnTo>
                <a:lnTo>
                  <a:pt x="2723179" y="316465"/>
                </a:lnTo>
                <a:lnTo>
                  <a:pt x="2722746" y="316094"/>
                </a:lnTo>
                <a:lnTo>
                  <a:pt x="2722327" y="315706"/>
                </a:lnTo>
                <a:lnTo>
                  <a:pt x="2721920" y="315301"/>
                </a:lnTo>
                <a:lnTo>
                  <a:pt x="2721541" y="314878"/>
                </a:lnTo>
                <a:lnTo>
                  <a:pt x="2721178" y="314437"/>
                </a:lnTo>
                <a:lnTo>
                  <a:pt x="2720831" y="313977"/>
                </a:lnTo>
                <a:lnTo>
                  <a:pt x="2720501" y="313499"/>
                </a:lnTo>
                <a:lnTo>
                  <a:pt x="2720186" y="313003"/>
                </a:lnTo>
                <a:lnTo>
                  <a:pt x="2719888" y="312488"/>
                </a:lnTo>
                <a:lnTo>
                  <a:pt x="2719606" y="311955"/>
                </a:lnTo>
                <a:lnTo>
                  <a:pt x="2719339" y="311404"/>
                </a:lnTo>
                <a:lnTo>
                  <a:pt x="2719089" y="310834"/>
                </a:lnTo>
                <a:lnTo>
                  <a:pt x="2718856" y="310246"/>
                </a:lnTo>
                <a:lnTo>
                  <a:pt x="2718638" y="309640"/>
                </a:lnTo>
                <a:lnTo>
                  <a:pt x="2718436" y="309015"/>
                </a:lnTo>
                <a:lnTo>
                  <a:pt x="2718251" y="308372"/>
                </a:lnTo>
                <a:lnTo>
                  <a:pt x="2718081" y="307710"/>
                </a:lnTo>
                <a:lnTo>
                  <a:pt x="2717928" y="307030"/>
                </a:lnTo>
                <a:lnTo>
                  <a:pt x="2717791" y="306332"/>
                </a:lnTo>
                <a:lnTo>
                  <a:pt x="2717670" y="305615"/>
                </a:lnTo>
                <a:lnTo>
                  <a:pt x="2717565" y="304880"/>
                </a:lnTo>
                <a:lnTo>
                  <a:pt x="2717477" y="304127"/>
                </a:lnTo>
                <a:lnTo>
                  <a:pt x="2717404" y="303355"/>
                </a:lnTo>
                <a:lnTo>
                  <a:pt x="2717347" y="302565"/>
                </a:lnTo>
                <a:lnTo>
                  <a:pt x="2717307" y="301757"/>
                </a:lnTo>
                <a:lnTo>
                  <a:pt x="2717283" y="300930"/>
                </a:lnTo>
                <a:lnTo>
                  <a:pt x="2717275" y="300085"/>
                </a:lnTo>
                <a:lnTo>
                  <a:pt x="2717275" y="249312"/>
                </a:lnTo>
                <a:lnTo>
                  <a:pt x="2701098" y="249312"/>
                </a:lnTo>
                <a:lnTo>
                  <a:pt x="2701098" y="303128"/>
                </a:lnTo>
                <a:lnTo>
                  <a:pt x="2701112" y="304357"/>
                </a:lnTo>
                <a:lnTo>
                  <a:pt x="2701153" y="305559"/>
                </a:lnTo>
                <a:lnTo>
                  <a:pt x="2701221" y="306735"/>
                </a:lnTo>
                <a:lnTo>
                  <a:pt x="2701316" y="307885"/>
                </a:lnTo>
                <a:lnTo>
                  <a:pt x="2701439" y="309008"/>
                </a:lnTo>
                <a:lnTo>
                  <a:pt x="2701589" y="310106"/>
                </a:lnTo>
                <a:lnTo>
                  <a:pt x="2701766" y="311177"/>
                </a:lnTo>
                <a:lnTo>
                  <a:pt x="2701970" y="312223"/>
                </a:lnTo>
                <a:lnTo>
                  <a:pt x="2702202" y="313242"/>
                </a:lnTo>
                <a:lnTo>
                  <a:pt x="2702461" y="314235"/>
                </a:lnTo>
                <a:lnTo>
                  <a:pt x="2702747" y="315202"/>
                </a:lnTo>
                <a:lnTo>
                  <a:pt x="2703060" y="316142"/>
                </a:lnTo>
                <a:lnTo>
                  <a:pt x="2703401" y="317057"/>
                </a:lnTo>
                <a:lnTo>
                  <a:pt x="2703769" y="317945"/>
                </a:lnTo>
                <a:lnTo>
                  <a:pt x="2704164" y="318808"/>
                </a:lnTo>
                <a:lnTo>
                  <a:pt x="2704586" y="319644"/>
                </a:lnTo>
                <a:lnTo>
                  <a:pt x="2705036" y="320454"/>
                </a:lnTo>
                <a:lnTo>
                  <a:pt x="2705513" y="321238"/>
                </a:lnTo>
                <a:lnTo>
                  <a:pt x="2706017" y="321995"/>
                </a:lnTo>
                <a:lnTo>
                  <a:pt x="2706548" y="322727"/>
                </a:lnTo>
                <a:lnTo>
                  <a:pt x="2707107" y="323432"/>
                </a:lnTo>
                <a:lnTo>
                  <a:pt x="2707693" y="324112"/>
                </a:lnTo>
                <a:lnTo>
                  <a:pt x="2708306" y="324765"/>
                </a:lnTo>
                <a:lnTo>
                  <a:pt x="2708946" y="325392"/>
                </a:lnTo>
                <a:lnTo>
                  <a:pt x="2709622" y="325993"/>
                </a:lnTo>
                <a:lnTo>
                  <a:pt x="2710316" y="326569"/>
                </a:lnTo>
                <a:lnTo>
                  <a:pt x="2711028" y="327119"/>
                </a:lnTo>
                <a:lnTo>
                  <a:pt x="2711758" y="327643"/>
                </a:lnTo>
                <a:lnTo>
                  <a:pt x="2712505" y="328142"/>
                </a:lnTo>
                <a:lnTo>
                  <a:pt x="2713271" y="328615"/>
                </a:lnTo>
                <a:lnTo>
                  <a:pt x="2714054" y="329063"/>
                </a:lnTo>
                <a:lnTo>
                  <a:pt x="2714855" y="329485"/>
                </a:lnTo>
                <a:lnTo>
                  <a:pt x="2715673" y="329882"/>
                </a:lnTo>
                <a:lnTo>
                  <a:pt x="2716510" y="330253"/>
                </a:lnTo>
                <a:lnTo>
                  <a:pt x="2717364" y="330598"/>
                </a:lnTo>
                <a:lnTo>
                  <a:pt x="2718236" y="330918"/>
                </a:lnTo>
                <a:lnTo>
                  <a:pt x="2719126" y="331212"/>
                </a:lnTo>
                <a:lnTo>
                  <a:pt x="2720033" y="331481"/>
                </a:lnTo>
                <a:lnTo>
                  <a:pt x="2720959" y="331724"/>
                </a:lnTo>
                <a:lnTo>
                  <a:pt x="2721902" y="331941"/>
                </a:lnTo>
                <a:lnTo>
                  <a:pt x="2722863" y="332133"/>
                </a:lnTo>
                <a:lnTo>
                  <a:pt x="2723842" y="332299"/>
                </a:lnTo>
                <a:lnTo>
                  <a:pt x="2724838" y="332440"/>
                </a:lnTo>
                <a:lnTo>
                  <a:pt x="2725853" y="332555"/>
                </a:lnTo>
                <a:lnTo>
                  <a:pt x="2726885" y="332645"/>
                </a:lnTo>
                <a:lnTo>
                  <a:pt x="2727935" y="332709"/>
                </a:lnTo>
                <a:lnTo>
                  <a:pt x="2729003" y="332747"/>
                </a:lnTo>
                <a:lnTo>
                  <a:pt x="2730088" y="332760"/>
                </a:lnTo>
                <a:lnTo>
                  <a:pt x="2730607" y="332757"/>
                </a:lnTo>
                <a:lnTo>
                  <a:pt x="2731121" y="332749"/>
                </a:lnTo>
                <a:lnTo>
                  <a:pt x="2731630" y="332735"/>
                </a:lnTo>
                <a:lnTo>
                  <a:pt x="2732135" y="332715"/>
                </a:lnTo>
                <a:lnTo>
                  <a:pt x="2732636" y="332690"/>
                </a:lnTo>
                <a:lnTo>
                  <a:pt x="2733132" y="332660"/>
                </a:lnTo>
                <a:close/>
              </a:path>
            </a:pathLst>
          </a:custGeom>
          <a:solidFill xmlns:a="http://schemas.openxmlformats.org/drawingml/2006/main">
            <a:srgbClr val="D32F2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8CAE4B-3FC3-4CD2-84EC-6FEE23605F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61496" y="3889048"/>
            <a:ext cx="3322498" cy="270935"/>
          </a:xfrm>
          <a:custGeom xmlns:a="http://schemas.openxmlformats.org/drawingml/2006/main">
            <a:pathLst>
              <a:path w="3322498" h="270935">
                <a:moveTo>
                  <a:pt x="3265318" y="21783"/>
                </a:moveTo>
                <a:close/>
                <a:moveTo>
                  <a:pt x="3303598" y="45007"/>
                </a:moveTo>
                <a:lnTo>
                  <a:pt x="3303598" y="42925"/>
                </a:lnTo>
                <a:cubicBezTo>
                  <a:pt x="3306481" y="39615"/>
                  <a:pt x="3308670" y="36198"/>
                  <a:pt x="3310165" y="32674"/>
                </a:cubicBezTo>
                <a:cubicBezTo>
                  <a:pt x="3311660" y="29151"/>
                  <a:pt x="3312407" y="25520"/>
                  <a:pt x="3312407" y="21783"/>
                </a:cubicBezTo>
                <a:lnTo>
                  <a:pt x="3304239" y="21783"/>
                </a:lnTo>
                <a:lnTo>
                  <a:pt x="3304239" y="0"/>
                </a:lnTo>
                <a:lnTo>
                  <a:pt x="3322498" y="0"/>
                </a:lnTo>
                <a:lnTo>
                  <a:pt x="3322498" y="18740"/>
                </a:lnTo>
                <a:cubicBezTo>
                  <a:pt x="3322498" y="23438"/>
                  <a:pt x="3321697" y="28029"/>
                  <a:pt x="3320096" y="32514"/>
                </a:cubicBezTo>
                <a:cubicBezTo>
                  <a:pt x="3318601" y="37106"/>
                  <a:pt x="3316305" y="41270"/>
                  <a:pt x="3313208" y="45007"/>
                </a:cubicBezTo>
                <a:lnTo>
                  <a:pt x="3303598" y="45007"/>
                </a:lnTo>
                <a:close/>
                <a:moveTo>
                  <a:pt x="0" y="270935"/>
                </a:moveTo>
                <a:close/>
                <a:moveTo>
                  <a:pt x="37640" y="270935"/>
                </a:moveTo>
                <a:lnTo>
                  <a:pt x="37640" y="251074"/>
                </a:lnTo>
                <a:lnTo>
                  <a:pt x="58462" y="251074"/>
                </a:lnTo>
                <a:lnTo>
                  <a:pt x="58462" y="270935"/>
                </a:lnTo>
                <a:lnTo>
                  <a:pt x="37640" y="270935"/>
                </a:lnTo>
                <a:close/>
                <a:moveTo>
                  <a:pt x="96039" y="270935"/>
                </a:moveTo>
                <a:close/>
                <a:moveTo>
                  <a:pt x="133678" y="270935"/>
                </a:moveTo>
                <a:lnTo>
                  <a:pt x="133678" y="251074"/>
                </a:lnTo>
                <a:lnTo>
                  <a:pt x="154500" y="251074"/>
                </a:lnTo>
                <a:lnTo>
                  <a:pt x="154500" y="270935"/>
                </a:lnTo>
                <a:lnTo>
                  <a:pt x="133678" y="270935"/>
                </a:lnTo>
                <a:close/>
                <a:moveTo>
                  <a:pt x="192078" y="270935"/>
                </a:moveTo>
                <a:close/>
                <a:moveTo>
                  <a:pt x="229717" y="270935"/>
                </a:moveTo>
                <a:lnTo>
                  <a:pt x="229717" y="251074"/>
                </a:lnTo>
                <a:lnTo>
                  <a:pt x="250539" y="251074"/>
                </a:lnTo>
                <a:lnTo>
                  <a:pt x="250539" y="270935"/>
                </a:lnTo>
                <a:lnTo>
                  <a:pt x="229717" y="270935"/>
                </a:lnTo>
                <a:close/>
              </a:path>
            </a:pathLst>
          </a:custGeom>
          <a:solidFill xmlns:a="http://schemas.openxmlformats.org/drawingml/2006/main">
            <a:srgbClr val="212121"/>
          </a:solidFill>
          <a:ln xmlns:a="http://schemas.openxmlformats.org/drawingml/2006/main" w="0" cap="flat">
            <a:noFill/>
            <a:miter/>
          </a:ln>
        </p:spPr>
      </p:sp>
    </p:spTree>
    <p:extLst>
      <p:ext uri="{BB962C8B-B14F-4D97-AF65-F5344CB8AC3E}">
        <p14:creationId xmlns:p14="http://schemas.microsoft.com/office/powerpoint/2010/main" val="714525613"/>
      </p:ext>
    </p:extLst>
  </p:cSld>
</p:sld>
</file>

<file path=ppt/theme/theme1.xml><?xml version="1.0" encoding="utf-8"?>
<a:theme xmlns:a="http://schemas.openxmlformats.org/drawingml/2006/main" name="ChatGPT">
  <a:themeElements>
    <a:clrScheme name="ChatGPT">
      <a:dk1>
        <a:srgbClr val="000000"/>
      </a:dk1>
      <a:lt1>
        <a:srgbClr val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Calibri Light"/>
        <a:ea typeface="Calibri Light"/>
        <a:cs typeface="Calibri Light"/>
      </a:majorFont>
      <a:minorFont>
        <a:latin typeface="Calibri"/>
        <a:ea typeface="Calibri"/>
        <a:cs typeface="Calibri"/>
      </a:minorFont>
    </a:fontScheme>
    <a:fmtScheme name="ChatGPT">
      <a:fillStyleLst>
        <a:solidFill>
          <a:schemeClr val="phClr"/>
        </a:solidFill>
        <a:gradFill>
          <a:gsLst>
            <a:gs pos="0">
              <a:schemeClr val="phClr">
                <a:tint val="67000"/>
                <a:lumMod val="110000"/>
                <a:satMod val="105000"/>
              </a:schemeClr>
            </a:gs>
            <a:gs pos="50000">
              <a:schemeClr val="phClr">
                <a:tint val="73000"/>
                <a:lumMod val="105000"/>
                <a:satMod val="103000"/>
              </a:schemeClr>
            </a:gs>
            <a:gs pos="100000">
              <a:schemeClr val="phClr">
                <a:tint val="81000"/>
                <a:lumMod val="105000"/>
                <a:satMod val="109000"/>
              </a:schemeClr>
            </a:gs>
          </a:gsLst>
          <a:lin ang="5400000" scaled="0"/>
        </a:gradFill>
        <a:gradFill>
          <a:gsLst>
            <a:gs pos="0">
              <a:schemeClr val="phClr">
                <a:tint val="94000"/>
                <a:lumMod val="102000"/>
                <a:satMod val="103000"/>
              </a:schemeClr>
            </a:gs>
            <a:gs pos="50000">
              <a:schemeClr val="phClr">
                <a:shade val="100000"/>
                <a:lumMod val="100000"/>
                <a:satMod val="110000"/>
              </a:schemeClr>
            </a:gs>
            <a:gs pos="100000">
              <a:schemeClr val="phClr">
                <a:shade val="78000"/>
                <a:lumMod val="99000"/>
                <a:satMod val="120000"/>
              </a:schemeClr>
            </a:gs>
          </a:gsLst>
          <a:lin ang="5400000" scaled="0"/>
        </a:gradFill>
      </a:fillStyleLst>
      <a:lnStyleLst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  <a:ln w="2540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19050" dist="9525" dir="5400000">
              <a:srgbClr val="000000">
                <a:alpha val="6000"/>
              </a:srgbClr>
            </a:outerShdw>
          </a:effectLst>
        </a:effectStyle>
        <a:effectStyle>
          <a:effectLst>
            <a:outerShdw blurRad="28575" dist="9525" dir="5400000">
              <a:srgbClr val="000000">
                <a:alpha val="8000"/>
              </a:srgbClr>
            </a:outerShdw>
          </a:effectLst>
        </a:effectStyle>
        <a:effectStyle>
          <a:effectLst>
            <a:outerShdw blurRad="57150" dist="19050" dir="5400000">
              <a:srgbClr val="000000">
                <a:alpha val="10000"/>
              </a:srgbClr>
            </a:outerShdw>
          </a:effectLst>
        </a:effectStyle>
        <a:effectStyle>
          <a:effectLst>
            <a:outerShdw blurRad="114300" dist="38100" dir="5400000">
              <a:srgbClr val="000000">
                <a:alpha val="12000"/>
              </a:srgbClr>
            </a:outerShdw>
          </a:effectLst>
        </a:effectStyle>
        <a:effectStyle>
          <a:effectLst>
            <a:outerShdw blurRad="171450" dist="571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266700" dist="95250" dir="5400000">
              <a:srgbClr val="000000">
                <a:alpha val="24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</a:theme>
</file>

<file path=docProps/app.xml><?xml version="1.0" encoding="utf-8"?>
<ap:Properties xmlns:ap="http://schemas.openxmlformats.org/officeDocument/2006/extended-properties">
  <ap:Application>Walnut Exporter</ap:Application>
  <ap:PresentationFormat>Converted Presentation</ap:PresentationFormat>
  <ap:Slides>0</ap:Slides>
  <ap:Notes>0</ap:Notes>
  <ap:HiddenSlides>0</ap:HiddenSlides>
  <ap:SharedDoc>false</ap:SharedDoc>
  <ap:DocSecurity>0</ap:DocSecurity>
</ap:Properties>
</file>

<file path=docProps/core.xml><?xml version="1.0" encoding="utf-8"?>
<coreProperties xmlns:dc="http://purl.org/dc/elements/1.1/" xmlns:dcterms="http://purl.org/dc/terms/" xmlns:xsi="http://www.w3.org/2001/XMLSchema-instance" xmlns="http://schemas.openxmlformats.org/package/2006/metadata/core-properties">
  <dc:creator>Walnut Exporter</dc:creator>
  <lastModifiedBy>Walnut Exporter</lastModifiedBy>
  <dc:title>Presentation</dc:title>
  <dcterms:created xsi:type="dcterms:W3CDTF">2026-09-08T02:01:52.1280000Z</dcterms:created>
  <dcterms:modified xsi:type="dcterms:W3CDTF">2026-09-08T02:01:52.1280000Z</dcterms:modified>
</coreProperties>
</file>